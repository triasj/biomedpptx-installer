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24"/>
  </p:notesMasterIdLst>
  <p:sldIdLst>
    <p:sldId id="256" r:id="rId5"/>
    <p:sldId id="283" r:id="rId6"/>
    <p:sldId id="287" r:id="rId7"/>
    <p:sldId id="284" r:id="rId8"/>
    <p:sldId id="285" r:id="rId9"/>
    <p:sldId id="273" r:id="rId10"/>
    <p:sldId id="274" r:id="rId11"/>
    <p:sldId id="275" r:id="rId12"/>
    <p:sldId id="276" r:id="rId13"/>
    <p:sldId id="277" r:id="rId14"/>
    <p:sldId id="278" r:id="rId15"/>
    <p:sldId id="279" r:id="rId16"/>
    <p:sldId id="286" r:id="rId17"/>
    <p:sldId id="289" r:id="rId18"/>
    <p:sldId id="290" r:id="rId19"/>
    <p:sldId id="288" r:id="rId20"/>
    <p:sldId id="272" r:id="rId21"/>
    <p:sldId id="280" r:id="rId22"/>
    <p:sldId id="281" r:id="rId23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FCFC5099-6C9A-441E-A2D4-9BD7B22CABC4}" v="5" dt="2024-11-28T10:15:11.12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viewProps" Target="viewProps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microsoft.com/office/2016/11/relationships/changesInfo" Target="changesInfos/changesInfo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tableStyles" Target="tableStyle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theme" Target="theme/theme1.xml"/><Relationship Id="rId30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FCFC5099-6C9A-441E-A2D4-9BD7B22CABC4}"/>
    <pc:docChg chg="custSel modSld modMainMaster">
      <pc:chgData name="LESUR Christophe SI" userId="a0bda02c-4e6d-4ba6-bae4-63d8a5b4dc4b" providerId="ADAL" clId="{FCFC5099-6C9A-441E-A2D4-9BD7B22CABC4}" dt="2024-11-28T10:15:11.123" v="11" actId="478"/>
      <pc:docMkLst>
        <pc:docMk/>
      </pc:docMkLst>
      <pc:sldChg chg="modSp">
        <pc:chgData name="LESUR Christophe SI" userId="a0bda02c-4e6d-4ba6-bae4-63d8a5b4dc4b" providerId="ADAL" clId="{FCFC5099-6C9A-441E-A2D4-9BD7B22CABC4}" dt="2024-11-28T10:13:44.181" v="0"/>
        <pc:sldMkLst>
          <pc:docMk/>
          <pc:sldMk cId="0" sldId="272"/>
        </pc:sldMkLst>
        <pc:spChg chg="mod">
          <ac:chgData name="LESUR Christophe SI" userId="a0bda02c-4e6d-4ba6-bae4-63d8a5b4dc4b" providerId="ADAL" clId="{FCFC5099-6C9A-441E-A2D4-9BD7B22CABC4}" dt="2024-11-28T10:13:44.181" v="0"/>
          <ac:spMkLst>
            <pc:docMk/>
            <pc:sldMk cId="0" sldId="272"/>
            <ac:spMk id="5122" creationId="{89C2BDCD-EC42-4963-89D9-77630FB48757}"/>
          </ac:spMkLst>
        </pc:spChg>
      </pc:sldChg>
      <pc:sldChg chg="modSp">
        <pc:chgData name="LESUR Christophe SI" userId="a0bda02c-4e6d-4ba6-bae4-63d8a5b4dc4b" providerId="ADAL" clId="{FCFC5099-6C9A-441E-A2D4-9BD7B22CABC4}" dt="2024-11-28T10:13:44.181" v="0"/>
        <pc:sldMkLst>
          <pc:docMk/>
          <pc:sldMk cId="0" sldId="273"/>
        </pc:sldMkLst>
        <pc:spChg chg="mod">
          <ac:chgData name="LESUR Christophe SI" userId="a0bda02c-4e6d-4ba6-bae4-63d8a5b4dc4b" providerId="ADAL" clId="{FCFC5099-6C9A-441E-A2D4-9BD7B22CABC4}" dt="2024-11-28T10:13:44.181" v="0"/>
          <ac:spMkLst>
            <pc:docMk/>
            <pc:sldMk cId="0" sldId="273"/>
            <ac:spMk id="6146" creationId="{D9CCAA78-988C-466A-8D25-3DE9D2157F4C}"/>
          </ac:spMkLst>
        </pc:spChg>
      </pc:sldChg>
      <pc:sldChg chg="modSp">
        <pc:chgData name="LESUR Christophe SI" userId="a0bda02c-4e6d-4ba6-bae4-63d8a5b4dc4b" providerId="ADAL" clId="{FCFC5099-6C9A-441E-A2D4-9BD7B22CABC4}" dt="2024-11-28T10:13:44.181" v="0"/>
        <pc:sldMkLst>
          <pc:docMk/>
          <pc:sldMk cId="0" sldId="274"/>
        </pc:sldMkLst>
        <pc:spChg chg="mod">
          <ac:chgData name="LESUR Christophe SI" userId="a0bda02c-4e6d-4ba6-bae4-63d8a5b4dc4b" providerId="ADAL" clId="{FCFC5099-6C9A-441E-A2D4-9BD7B22CABC4}" dt="2024-11-28T10:13:44.181" v="0"/>
          <ac:spMkLst>
            <pc:docMk/>
            <pc:sldMk cId="0" sldId="274"/>
            <ac:spMk id="8194" creationId="{281EB0EE-5C6C-4190-B381-92D611591510}"/>
          </ac:spMkLst>
        </pc:spChg>
      </pc:sldChg>
      <pc:sldChg chg="modSp">
        <pc:chgData name="LESUR Christophe SI" userId="a0bda02c-4e6d-4ba6-bae4-63d8a5b4dc4b" providerId="ADAL" clId="{FCFC5099-6C9A-441E-A2D4-9BD7B22CABC4}" dt="2024-11-28T10:13:44.181" v="0"/>
        <pc:sldMkLst>
          <pc:docMk/>
          <pc:sldMk cId="0" sldId="275"/>
        </pc:sldMkLst>
        <pc:spChg chg="mod">
          <ac:chgData name="LESUR Christophe SI" userId="a0bda02c-4e6d-4ba6-bae4-63d8a5b4dc4b" providerId="ADAL" clId="{FCFC5099-6C9A-441E-A2D4-9BD7B22CABC4}" dt="2024-11-28T10:13:44.181" v="0"/>
          <ac:spMkLst>
            <pc:docMk/>
            <pc:sldMk cId="0" sldId="275"/>
            <ac:spMk id="12290" creationId="{30612D66-D512-48DB-8CD0-B5EB7C54DDDE}"/>
          </ac:spMkLst>
        </pc:spChg>
      </pc:sldChg>
      <pc:sldChg chg="modSp">
        <pc:chgData name="LESUR Christophe SI" userId="a0bda02c-4e6d-4ba6-bae4-63d8a5b4dc4b" providerId="ADAL" clId="{FCFC5099-6C9A-441E-A2D4-9BD7B22CABC4}" dt="2024-11-28T10:13:44.181" v="0"/>
        <pc:sldMkLst>
          <pc:docMk/>
          <pc:sldMk cId="0" sldId="276"/>
        </pc:sldMkLst>
        <pc:spChg chg="mod">
          <ac:chgData name="LESUR Christophe SI" userId="a0bda02c-4e6d-4ba6-bae4-63d8a5b4dc4b" providerId="ADAL" clId="{FCFC5099-6C9A-441E-A2D4-9BD7B22CABC4}" dt="2024-11-28T10:13:44.181" v="0"/>
          <ac:spMkLst>
            <pc:docMk/>
            <pc:sldMk cId="0" sldId="276"/>
            <ac:spMk id="15362" creationId="{4395330B-F877-4D5D-80FE-EEBEE3EA8D31}"/>
          </ac:spMkLst>
        </pc:spChg>
      </pc:sldChg>
      <pc:sldChg chg="modSp">
        <pc:chgData name="LESUR Christophe SI" userId="a0bda02c-4e6d-4ba6-bae4-63d8a5b4dc4b" providerId="ADAL" clId="{FCFC5099-6C9A-441E-A2D4-9BD7B22CABC4}" dt="2024-11-28T10:13:44.181" v="0"/>
        <pc:sldMkLst>
          <pc:docMk/>
          <pc:sldMk cId="0" sldId="277"/>
        </pc:sldMkLst>
        <pc:spChg chg="mod">
          <ac:chgData name="LESUR Christophe SI" userId="a0bda02c-4e6d-4ba6-bae4-63d8a5b4dc4b" providerId="ADAL" clId="{FCFC5099-6C9A-441E-A2D4-9BD7B22CABC4}" dt="2024-11-28T10:13:44.181" v="0"/>
          <ac:spMkLst>
            <pc:docMk/>
            <pc:sldMk cId="0" sldId="277"/>
            <ac:spMk id="16386" creationId="{4EB7AA5C-4EE5-4049-83AF-5E9A5E6760BE}"/>
          </ac:spMkLst>
        </pc:spChg>
      </pc:sldChg>
      <pc:sldChg chg="modSp">
        <pc:chgData name="LESUR Christophe SI" userId="a0bda02c-4e6d-4ba6-bae4-63d8a5b4dc4b" providerId="ADAL" clId="{FCFC5099-6C9A-441E-A2D4-9BD7B22CABC4}" dt="2024-11-28T10:13:44.181" v="0"/>
        <pc:sldMkLst>
          <pc:docMk/>
          <pc:sldMk cId="0" sldId="278"/>
        </pc:sldMkLst>
        <pc:spChg chg="mod">
          <ac:chgData name="LESUR Christophe SI" userId="a0bda02c-4e6d-4ba6-bae4-63d8a5b4dc4b" providerId="ADAL" clId="{FCFC5099-6C9A-441E-A2D4-9BD7B22CABC4}" dt="2024-11-28T10:13:44.181" v="0"/>
          <ac:spMkLst>
            <pc:docMk/>
            <pc:sldMk cId="0" sldId="278"/>
            <ac:spMk id="21506" creationId="{E0FFE676-CDFB-4AC1-ABE4-BEA277090A51}"/>
          </ac:spMkLst>
        </pc:spChg>
      </pc:sldChg>
      <pc:sldChg chg="modSp">
        <pc:chgData name="LESUR Christophe SI" userId="a0bda02c-4e6d-4ba6-bae4-63d8a5b4dc4b" providerId="ADAL" clId="{FCFC5099-6C9A-441E-A2D4-9BD7B22CABC4}" dt="2024-11-28T10:13:44.181" v="0"/>
        <pc:sldMkLst>
          <pc:docMk/>
          <pc:sldMk cId="0" sldId="279"/>
        </pc:sldMkLst>
        <pc:spChg chg="mod">
          <ac:chgData name="LESUR Christophe SI" userId="a0bda02c-4e6d-4ba6-bae4-63d8a5b4dc4b" providerId="ADAL" clId="{FCFC5099-6C9A-441E-A2D4-9BD7B22CABC4}" dt="2024-11-28T10:13:44.181" v="0"/>
          <ac:spMkLst>
            <pc:docMk/>
            <pc:sldMk cId="0" sldId="279"/>
            <ac:spMk id="24578" creationId="{41875448-22DC-4C2F-A0BE-81A6CEA5777F}"/>
          </ac:spMkLst>
        </pc:spChg>
      </pc:sldChg>
      <pc:sldChg chg="modSp">
        <pc:chgData name="LESUR Christophe SI" userId="a0bda02c-4e6d-4ba6-bae4-63d8a5b4dc4b" providerId="ADAL" clId="{FCFC5099-6C9A-441E-A2D4-9BD7B22CABC4}" dt="2024-11-28T10:13:44.181" v="0"/>
        <pc:sldMkLst>
          <pc:docMk/>
          <pc:sldMk cId="0" sldId="280"/>
        </pc:sldMkLst>
        <pc:spChg chg="mod">
          <ac:chgData name="LESUR Christophe SI" userId="a0bda02c-4e6d-4ba6-bae4-63d8a5b4dc4b" providerId="ADAL" clId="{FCFC5099-6C9A-441E-A2D4-9BD7B22CABC4}" dt="2024-11-28T10:13:44.181" v="0"/>
          <ac:spMkLst>
            <pc:docMk/>
            <pc:sldMk cId="0" sldId="280"/>
            <ac:spMk id="26626" creationId="{167F96DE-7B26-440A-8141-B03DDDA12A69}"/>
          </ac:spMkLst>
        </pc:spChg>
      </pc:sldChg>
      <pc:sldChg chg="modSp">
        <pc:chgData name="LESUR Christophe SI" userId="a0bda02c-4e6d-4ba6-bae4-63d8a5b4dc4b" providerId="ADAL" clId="{FCFC5099-6C9A-441E-A2D4-9BD7B22CABC4}" dt="2024-11-28T10:13:44.181" v="0"/>
        <pc:sldMkLst>
          <pc:docMk/>
          <pc:sldMk cId="0" sldId="281"/>
        </pc:sldMkLst>
        <pc:spChg chg="mod">
          <ac:chgData name="LESUR Christophe SI" userId="a0bda02c-4e6d-4ba6-bae4-63d8a5b4dc4b" providerId="ADAL" clId="{FCFC5099-6C9A-441E-A2D4-9BD7B22CABC4}" dt="2024-11-28T10:13:44.181" v="0"/>
          <ac:spMkLst>
            <pc:docMk/>
            <pc:sldMk cId="0" sldId="281"/>
            <ac:spMk id="27650" creationId="{457FD547-2B31-49FE-BB5A-6A5385E7BA31}"/>
          </ac:spMkLst>
        </pc:spChg>
      </pc:sldChg>
      <pc:sldChg chg="delSp modSp mod modClrScheme chgLayout">
        <pc:chgData name="LESUR Christophe SI" userId="a0bda02c-4e6d-4ba6-bae4-63d8a5b4dc4b" providerId="ADAL" clId="{FCFC5099-6C9A-441E-A2D4-9BD7B22CABC4}" dt="2024-11-28T10:15:01.652" v="9" actId="20577"/>
        <pc:sldMkLst>
          <pc:docMk/>
          <pc:sldMk cId="0" sldId="283"/>
        </pc:sldMkLst>
        <pc:spChg chg="mod ord">
          <ac:chgData name="LESUR Christophe SI" userId="a0bda02c-4e6d-4ba6-bae4-63d8a5b4dc4b" providerId="ADAL" clId="{FCFC5099-6C9A-441E-A2D4-9BD7B22CABC4}" dt="2024-11-28T10:15:01.652" v="9" actId="20577"/>
          <ac:spMkLst>
            <pc:docMk/>
            <pc:sldMk cId="0" sldId="283"/>
            <ac:spMk id="13314" creationId="{8F32955B-AAD4-413B-8E64-BE465EA92D79}"/>
          </ac:spMkLst>
        </pc:spChg>
        <pc:spChg chg="del mod">
          <ac:chgData name="LESUR Christophe SI" userId="a0bda02c-4e6d-4ba6-bae4-63d8a5b4dc4b" providerId="ADAL" clId="{FCFC5099-6C9A-441E-A2D4-9BD7B22CABC4}" dt="2024-11-28T10:13:54.311" v="1" actId="700"/>
          <ac:spMkLst>
            <pc:docMk/>
            <pc:sldMk cId="0" sldId="283"/>
            <ac:spMk id="13315" creationId="{7A8764BE-D71D-4BD6-A700-0BDD759E2C34}"/>
          </ac:spMkLst>
        </pc:spChg>
      </pc:sldChg>
      <pc:sldChg chg="modSp">
        <pc:chgData name="LESUR Christophe SI" userId="a0bda02c-4e6d-4ba6-bae4-63d8a5b4dc4b" providerId="ADAL" clId="{FCFC5099-6C9A-441E-A2D4-9BD7B22CABC4}" dt="2024-11-28T10:13:44.181" v="0"/>
        <pc:sldMkLst>
          <pc:docMk/>
          <pc:sldMk cId="0" sldId="284"/>
        </pc:sldMkLst>
        <pc:spChg chg="mod">
          <ac:chgData name="LESUR Christophe SI" userId="a0bda02c-4e6d-4ba6-bae4-63d8a5b4dc4b" providerId="ADAL" clId="{FCFC5099-6C9A-441E-A2D4-9BD7B22CABC4}" dt="2024-11-28T10:13:44.181" v="0"/>
          <ac:spMkLst>
            <pc:docMk/>
            <pc:sldMk cId="0" sldId="284"/>
            <ac:spMk id="5122" creationId="{7E152801-6CED-42A3-9A80-CB790679E34E}"/>
          </ac:spMkLst>
        </pc:spChg>
      </pc:sldChg>
      <pc:sldChg chg="modSp">
        <pc:chgData name="LESUR Christophe SI" userId="a0bda02c-4e6d-4ba6-bae4-63d8a5b4dc4b" providerId="ADAL" clId="{FCFC5099-6C9A-441E-A2D4-9BD7B22CABC4}" dt="2024-11-28T10:13:44.181" v="0"/>
        <pc:sldMkLst>
          <pc:docMk/>
          <pc:sldMk cId="0" sldId="285"/>
        </pc:sldMkLst>
        <pc:spChg chg="mod">
          <ac:chgData name="LESUR Christophe SI" userId="a0bda02c-4e6d-4ba6-bae4-63d8a5b4dc4b" providerId="ADAL" clId="{FCFC5099-6C9A-441E-A2D4-9BD7B22CABC4}" dt="2024-11-28T10:13:44.181" v="0"/>
          <ac:spMkLst>
            <pc:docMk/>
            <pc:sldMk cId="0" sldId="285"/>
            <ac:spMk id="12290" creationId="{ECCDF4AA-5C62-47CD-96E4-F88370D99483}"/>
          </ac:spMkLst>
        </pc:spChg>
      </pc:sldChg>
      <pc:sldChg chg="delSp modSp mod modClrScheme chgLayout">
        <pc:chgData name="LESUR Christophe SI" userId="a0bda02c-4e6d-4ba6-bae4-63d8a5b4dc4b" providerId="ADAL" clId="{FCFC5099-6C9A-441E-A2D4-9BD7B22CABC4}" dt="2024-11-28T10:14:36.633" v="5" actId="1076"/>
        <pc:sldMkLst>
          <pc:docMk/>
          <pc:sldMk cId="3621547210" sldId="286"/>
        </pc:sldMkLst>
        <pc:spChg chg="mod ord">
          <ac:chgData name="LESUR Christophe SI" userId="a0bda02c-4e6d-4ba6-bae4-63d8a5b4dc4b" providerId="ADAL" clId="{FCFC5099-6C9A-441E-A2D4-9BD7B22CABC4}" dt="2024-11-28T10:14:36.633" v="5" actId="1076"/>
          <ac:spMkLst>
            <pc:docMk/>
            <pc:sldMk cId="3621547210" sldId="286"/>
            <ac:spMk id="13314" creationId="{8F32955B-AAD4-413B-8E64-BE465EA92D79}"/>
          </ac:spMkLst>
        </pc:spChg>
        <pc:spChg chg="del mod">
          <ac:chgData name="LESUR Christophe SI" userId="a0bda02c-4e6d-4ba6-bae4-63d8a5b4dc4b" providerId="ADAL" clId="{FCFC5099-6C9A-441E-A2D4-9BD7B22CABC4}" dt="2024-11-28T10:14:31.157" v="4" actId="700"/>
          <ac:spMkLst>
            <pc:docMk/>
            <pc:sldMk cId="3621547210" sldId="286"/>
            <ac:spMk id="13315" creationId="{7A8764BE-D71D-4BD6-A700-0BDD759E2C34}"/>
          </ac:spMkLst>
        </pc:spChg>
      </pc:sldChg>
      <pc:sldChg chg="delSp modSp mod modClrScheme chgLayout">
        <pc:chgData name="LESUR Christophe SI" userId="a0bda02c-4e6d-4ba6-bae4-63d8a5b4dc4b" providerId="ADAL" clId="{FCFC5099-6C9A-441E-A2D4-9BD7B22CABC4}" dt="2024-11-28T10:14:25.387" v="3" actId="1076"/>
        <pc:sldMkLst>
          <pc:docMk/>
          <pc:sldMk cId="4034055077" sldId="287"/>
        </pc:sldMkLst>
        <pc:spChg chg="mod ord">
          <ac:chgData name="LESUR Christophe SI" userId="a0bda02c-4e6d-4ba6-bae4-63d8a5b4dc4b" providerId="ADAL" clId="{FCFC5099-6C9A-441E-A2D4-9BD7B22CABC4}" dt="2024-11-28T10:14:25.387" v="3" actId="1076"/>
          <ac:spMkLst>
            <pc:docMk/>
            <pc:sldMk cId="4034055077" sldId="287"/>
            <ac:spMk id="13314" creationId="{8F32955B-AAD4-413B-8E64-BE465EA92D79}"/>
          </ac:spMkLst>
        </pc:spChg>
        <pc:spChg chg="del mod">
          <ac:chgData name="LESUR Christophe SI" userId="a0bda02c-4e6d-4ba6-bae4-63d8a5b4dc4b" providerId="ADAL" clId="{FCFC5099-6C9A-441E-A2D4-9BD7B22CABC4}" dt="2024-11-28T10:14:17.388" v="2" actId="700"/>
          <ac:spMkLst>
            <pc:docMk/>
            <pc:sldMk cId="4034055077" sldId="287"/>
            <ac:spMk id="13315" creationId="{7A8764BE-D71D-4BD6-A700-0BDD759E2C34}"/>
          </ac:spMkLst>
        </pc:spChg>
      </pc:sldChg>
      <pc:sldChg chg="delSp modSp mod modClrScheme chgLayout">
        <pc:chgData name="LESUR Christophe SI" userId="a0bda02c-4e6d-4ba6-bae4-63d8a5b4dc4b" providerId="ADAL" clId="{FCFC5099-6C9A-441E-A2D4-9BD7B22CABC4}" dt="2024-11-28T10:14:46.387" v="7" actId="1076"/>
        <pc:sldMkLst>
          <pc:docMk/>
          <pc:sldMk cId="880707669" sldId="288"/>
        </pc:sldMkLst>
        <pc:spChg chg="mod ord">
          <ac:chgData name="LESUR Christophe SI" userId="a0bda02c-4e6d-4ba6-bae4-63d8a5b4dc4b" providerId="ADAL" clId="{FCFC5099-6C9A-441E-A2D4-9BD7B22CABC4}" dt="2024-11-28T10:14:46.387" v="7" actId="1076"/>
          <ac:spMkLst>
            <pc:docMk/>
            <pc:sldMk cId="880707669" sldId="288"/>
            <ac:spMk id="13314" creationId="{8F32955B-AAD4-413B-8E64-BE465EA92D79}"/>
          </ac:spMkLst>
        </pc:spChg>
        <pc:spChg chg="del mod">
          <ac:chgData name="LESUR Christophe SI" userId="a0bda02c-4e6d-4ba6-bae4-63d8a5b4dc4b" providerId="ADAL" clId="{FCFC5099-6C9A-441E-A2D4-9BD7B22CABC4}" dt="2024-11-28T10:14:40.878" v="6" actId="700"/>
          <ac:spMkLst>
            <pc:docMk/>
            <pc:sldMk cId="880707669" sldId="288"/>
            <ac:spMk id="13315" creationId="{7A8764BE-D71D-4BD6-A700-0BDD759E2C34}"/>
          </ac:spMkLst>
        </pc:spChg>
      </pc:sldChg>
      <pc:sldChg chg="modSp">
        <pc:chgData name="LESUR Christophe SI" userId="a0bda02c-4e6d-4ba6-bae4-63d8a5b4dc4b" providerId="ADAL" clId="{FCFC5099-6C9A-441E-A2D4-9BD7B22CABC4}" dt="2024-11-28T10:13:44.181" v="0"/>
        <pc:sldMkLst>
          <pc:docMk/>
          <pc:sldMk cId="306045665" sldId="289"/>
        </pc:sldMkLst>
        <pc:spChg chg="mod">
          <ac:chgData name="LESUR Christophe SI" userId="a0bda02c-4e6d-4ba6-bae4-63d8a5b4dc4b" providerId="ADAL" clId="{FCFC5099-6C9A-441E-A2D4-9BD7B22CABC4}" dt="2024-11-28T10:13:44.181" v="0"/>
          <ac:spMkLst>
            <pc:docMk/>
            <pc:sldMk cId="306045665" sldId="289"/>
            <ac:spMk id="2" creationId="{AB262609-D5AE-4FFF-8F0D-A1AF84C31AED}"/>
          </ac:spMkLst>
        </pc:spChg>
      </pc:sldChg>
      <pc:sldChg chg="modSp">
        <pc:chgData name="LESUR Christophe SI" userId="a0bda02c-4e6d-4ba6-bae4-63d8a5b4dc4b" providerId="ADAL" clId="{FCFC5099-6C9A-441E-A2D4-9BD7B22CABC4}" dt="2024-11-28T10:13:44.181" v="0"/>
        <pc:sldMkLst>
          <pc:docMk/>
          <pc:sldMk cId="38664453" sldId="290"/>
        </pc:sldMkLst>
        <pc:spChg chg="mod">
          <ac:chgData name="LESUR Christophe SI" userId="a0bda02c-4e6d-4ba6-bae4-63d8a5b4dc4b" providerId="ADAL" clId="{FCFC5099-6C9A-441E-A2D4-9BD7B22CABC4}" dt="2024-11-28T10:13:44.181" v="0"/>
          <ac:spMkLst>
            <pc:docMk/>
            <pc:sldMk cId="38664453" sldId="290"/>
            <ac:spMk id="2" creationId="{AB262609-D5AE-4FFF-8F0D-A1AF84C31AED}"/>
          </ac:spMkLst>
        </pc:spChg>
      </pc:sldChg>
      <pc:sldMasterChg chg="delSldLayout modSldLayout">
        <pc:chgData name="LESUR Christophe SI" userId="a0bda02c-4e6d-4ba6-bae4-63d8a5b4dc4b" providerId="ADAL" clId="{FCFC5099-6C9A-441E-A2D4-9BD7B22CABC4}" dt="2024-11-28T10:15:11.123" v="11" actId="478"/>
        <pc:sldMasterMkLst>
          <pc:docMk/>
          <pc:sldMasterMk cId="3583475697" sldId="2147483738"/>
        </pc:sldMasterMkLst>
        <pc:sldLayoutChg chg="addSp delSp">
          <pc:chgData name="LESUR Christophe SI" userId="a0bda02c-4e6d-4ba6-bae4-63d8a5b4dc4b" providerId="ADAL" clId="{FCFC5099-6C9A-441E-A2D4-9BD7B22CABC4}" dt="2024-11-28T10:15:11.123" v="11" actId="478"/>
          <pc:sldLayoutMkLst>
            <pc:docMk/>
            <pc:sldMasterMk cId="3583475697" sldId="2147483738"/>
            <pc:sldLayoutMk cId="3300657160" sldId="2147483741"/>
          </pc:sldLayoutMkLst>
          <pc:spChg chg="add del">
            <ac:chgData name="LESUR Christophe SI" userId="a0bda02c-4e6d-4ba6-bae4-63d8a5b4dc4b" providerId="ADAL" clId="{FCFC5099-6C9A-441E-A2D4-9BD7B22CABC4}" dt="2024-11-28T10:15:11.123" v="11" actId="478"/>
            <ac:spMkLst>
              <pc:docMk/>
              <pc:sldMasterMk cId="3583475697" sldId="2147483738"/>
              <pc:sldLayoutMk cId="3300657160" sldId="2147483741"/>
              <ac:spMk id="4" creationId="{D21FFF3B-1E00-97A9-4C26-64501B0626AD}"/>
            </ac:spMkLst>
          </pc:spChg>
        </pc:sldLayoutChg>
        <pc:sldLayoutChg chg="del">
          <pc:chgData name="LESUR Christophe SI" userId="a0bda02c-4e6d-4ba6-bae4-63d8a5b4dc4b" providerId="ADAL" clId="{FCFC5099-6C9A-441E-A2D4-9BD7B22CABC4}" dt="2024-11-28T10:15:07.913" v="10" actId="2696"/>
          <pc:sldLayoutMkLst>
            <pc:docMk/>
            <pc:sldMasterMk cId="3583475697" sldId="2147483738"/>
            <pc:sldLayoutMk cId="238676266" sldId="2147483742"/>
          </pc:sldLayoutMkLst>
        </pc:sldLayoutChg>
      </pc:sldMasterChg>
    </pc:docChg>
  </pc:docChgLst>
  <pc:docChgLst>
    <pc:chgData name="LESUR Christophe SI" userId="a0bda02c-4e6d-4ba6-bae4-63d8a5b4dc4b" providerId="ADAL" clId="{598E03CD-7A41-4F30-9DAB-FC8514AC0519}"/>
    <pc:docChg chg="modMainMaster">
      <pc:chgData name="LESUR Christophe SI" userId="a0bda02c-4e6d-4ba6-bae4-63d8a5b4dc4b" providerId="ADAL" clId="{598E03CD-7A41-4F30-9DAB-FC8514AC0519}" dt="2024-11-27T08:08:50.038" v="3"/>
      <pc:docMkLst>
        <pc:docMk/>
      </pc:docMkLst>
      <pc:sldMasterChg chg="modSldLayout">
        <pc:chgData name="LESUR Christophe SI" userId="a0bda02c-4e6d-4ba6-bae4-63d8a5b4dc4b" providerId="ADAL" clId="{598E03CD-7A41-4F30-9DAB-FC8514AC0519}" dt="2024-11-27T08:08:50.038" v="3"/>
        <pc:sldMasterMkLst>
          <pc:docMk/>
          <pc:sldMasterMk cId="0" sldId="2147483712"/>
        </pc:sldMasterMkLst>
        <pc:sldLayoutChg chg="addSp delSp modSp">
          <pc:chgData name="LESUR Christophe SI" userId="a0bda02c-4e6d-4ba6-bae4-63d8a5b4dc4b" providerId="ADAL" clId="{598E03CD-7A41-4F30-9DAB-FC8514AC0519}" dt="2024-11-27T08:08:36.260" v="1"/>
          <pc:sldLayoutMkLst>
            <pc:docMk/>
            <pc:sldMasterMk cId="0" sldId="2147483712"/>
            <pc:sldLayoutMk cId="1456988619" sldId="2147483736"/>
          </pc:sldLayoutMkLst>
          <pc:spChg chg="add mod">
            <ac:chgData name="LESUR Christophe SI" userId="a0bda02c-4e6d-4ba6-bae4-63d8a5b4dc4b" providerId="ADAL" clId="{598E03CD-7A41-4F30-9DAB-FC8514AC0519}" dt="2024-11-27T08:08:36.260" v="1"/>
            <ac:spMkLst>
              <pc:docMk/>
              <pc:sldMasterMk cId="0" sldId="2147483712"/>
              <pc:sldLayoutMk cId="1456988619" sldId="2147483736"/>
              <ac:spMk id="2" creationId="{210ECF31-A642-E65F-B556-6D15BBCA8E79}"/>
            </ac:spMkLst>
          </pc:spChg>
          <pc:spChg chg="del">
            <ac:chgData name="LESUR Christophe SI" userId="a0bda02c-4e6d-4ba6-bae4-63d8a5b4dc4b" providerId="ADAL" clId="{598E03CD-7A41-4F30-9DAB-FC8514AC0519}" dt="2024-11-27T08:08:35.872" v="0" actId="478"/>
            <ac:spMkLst>
              <pc:docMk/>
              <pc:sldMasterMk cId="0" sldId="2147483712"/>
              <pc:sldLayoutMk cId="1456988619" sldId="2147483736"/>
              <ac:spMk id="6" creationId="{41801B45-3483-49F8-80DC-E98B5CD729F7}"/>
            </ac:spMkLst>
          </pc:spChg>
        </pc:sldLayoutChg>
        <pc:sldLayoutChg chg="addSp delSp modSp">
          <pc:chgData name="LESUR Christophe SI" userId="a0bda02c-4e6d-4ba6-bae4-63d8a5b4dc4b" providerId="ADAL" clId="{598E03CD-7A41-4F30-9DAB-FC8514AC0519}" dt="2024-11-27T08:08:50.038" v="3"/>
          <pc:sldLayoutMkLst>
            <pc:docMk/>
            <pc:sldMasterMk cId="0" sldId="2147483712"/>
            <pc:sldLayoutMk cId="2184049840" sldId="2147483737"/>
          </pc:sldLayoutMkLst>
          <pc:spChg chg="add mod">
            <ac:chgData name="LESUR Christophe SI" userId="a0bda02c-4e6d-4ba6-bae4-63d8a5b4dc4b" providerId="ADAL" clId="{598E03CD-7A41-4F30-9DAB-FC8514AC0519}" dt="2024-11-27T08:08:50.038" v="3"/>
            <ac:spMkLst>
              <pc:docMk/>
              <pc:sldMasterMk cId="0" sldId="2147483712"/>
              <pc:sldLayoutMk cId="2184049840" sldId="2147483737"/>
              <ac:spMk id="3" creationId="{CE38AA64-BA81-DEE1-6632-47092AE2FEFC}"/>
            </ac:spMkLst>
          </pc:spChg>
          <pc:spChg chg="del">
            <ac:chgData name="LESUR Christophe SI" userId="a0bda02c-4e6d-4ba6-bae4-63d8a5b4dc4b" providerId="ADAL" clId="{598E03CD-7A41-4F30-9DAB-FC8514AC0519}" dt="2024-11-27T08:08:49.671" v="2" actId="478"/>
            <ac:spMkLst>
              <pc:docMk/>
              <pc:sldMasterMk cId="0" sldId="2147483712"/>
              <pc:sldLayoutMk cId="2184049840" sldId="2147483737"/>
              <ac:spMk id="4" creationId="{02929AC9-6B14-4CD7-A4D3-D8E5EE77CC00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D8E6D17-34AE-47B4-9B4F-A5B2447A145B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94839D6-35A4-48C2-8935-BF114AD66D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62463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Espace réservé de l'image des diapositives 1">
            <a:extLst>
              <a:ext uri="{FF2B5EF4-FFF2-40B4-BE49-F238E27FC236}">
                <a16:creationId xmlns:a16="http://schemas.microsoft.com/office/drawing/2014/main" id="{F83883AC-F417-4B4D-9E20-1BCC3C5951D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339" name="Espace réservé des commentaires 2">
            <a:extLst>
              <a:ext uri="{FF2B5EF4-FFF2-40B4-BE49-F238E27FC236}">
                <a16:creationId xmlns:a16="http://schemas.microsoft.com/office/drawing/2014/main" id="{4904A27E-9A6C-4183-91E8-6E210675C6F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4340" name="Espace réservé du numéro de diapositive 3">
            <a:extLst>
              <a:ext uri="{FF2B5EF4-FFF2-40B4-BE49-F238E27FC236}">
                <a16:creationId xmlns:a16="http://schemas.microsoft.com/office/drawing/2014/main" id="{BFA54A96-3DA3-4B74-B784-9193F79553C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C7AB544-E0AB-4CD4-8D00-EAB5DA08A620}" type="slidenum">
              <a:rPr lang="fr-FR" altLang="fr-FR" smtClean="0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Espace réservé de l'image des diapositives 1">
            <a:extLst>
              <a:ext uri="{FF2B5EF4-FFF2-40B4-BE49-F238E27FC236}">
                <a16:creationId xmlns:a16="http://schemas.microsoft.com/office/drawing/2014/main" id="{F83883AC-F417-4B4D-9E20-1BCC3C5951D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339" name="Espace réservé des commentaires 2">
            <a:extLst>
              <a:ext uri="{FF2B5EF4-FFF2-40B4-BE49-F238E27FC236}">
                <a16:creationId xmlns:a16="http://schemas.microsoft.com/office/drawing/2014/main" id="{4904A27E-9A6C-4183-91E8-6E210675C6F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4340" name="Espace réservé du numéro de diapositive 3">
            <a:extLst>
              <a:ext uri="{FF2B5EF4-FFF2-40B4-BE49-F238E27FC236}">
                <a16:creationId xmlns:a16="http://schemas.microsoft.com/office/drawing/2014/main" id="{BFA54A96-3DA3-4B74-B784-9193F79553C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C7AB544-E0AB-4CD4-8D00-EAB5DA08A620}" type="slidenum">
              <a:rPr lang="fr-FR" altLang="fr-FR" smtClean="0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3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0639894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Espace réservé de l'image des diapositives 1">
            <a:extLst>
              <a:ext uri="{FF2B5EF4-FFF2-40B4-BE49-F238E27FC236}">
                <a16:creationId xmlns:a16="http://schemas.microsoft.com/office/drawing/2014/main" id="{F83883AC-F417-4B4D-9E20-1BCC3C5951D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339" name="Espace réservé des commentaires 2">
            <a:extLst>
              <a:ext uri="{FF2B5EF4-FFF2-40B4-BE49-F238E27FC236}">
                <a16:creationId xmlns:a16="http://schemas.microsoft.com/office/drawing/2014/main" id="{4904A27E-9A6C-4183-91E8-6E210675C6F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4340" name="Espace réservé du numéro de diapositive 3">
            <a:extLst>
              <a:ext uri="{FF2B5EF4-FFF2-40B4-BE49-F238E27FC236}">
                <a16:creationId xmlns:a16="http://schemas.microsoft.com/office/drawing/2014/main" id="{BFA54A96-3DA3-4B74-B784-9193F79553C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C7AB544-E0AB-4CD4-8D00-EAB5DA08A620}" type="slidenum">
              <a:rPr lang="fr-FR" altLang="fr-FR" smtClean="0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13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911694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Espace réservé de l'image des diapositives 1">
            <a:extLst>
              <a:ext uri="{FF2B5EF4-FFF2-40B4-BE49-F238E27FC236}">
                <a16:creationId xmlns:a16="http://schemas.microsoft.com/office/drawing/2014/main" id="{F83883AC-F417-4B4D-9E20-1BCC3C5951D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339" name="Espace réservé des commentaires 2">
            <a:extLst>
              <a:ext uri="{FF2B5EF4-FFF2-40B4-BE49-F238E27FC236}">
                <a16:creationId xmlns:a16="http://schemas.microsoft.com/office/drawing/2014/main" id="{4904A27E-9A6C-4183-91E8-6E210675C6F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4340" name="Espace réservé du numéro de diapositive 3">
            <a:extLst>
              <a:ext uri="{FF2B5EF4-FFF2-40B4-BE49-F238E27FC236}">
                <a16:creationId xmlns:a16="http://schemas.microsoft.com/office/drawing/2014/main" id="{BFA54A96-3DA3-4B74-B784-9193F79553C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C7AB544-E0AB-4CD4-8D00-EAB5DA08A620}" type="slidenum">
              <a:rPr lang="fr-FR" altLang="fr-FR" smtClean="0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16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9423244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4411531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2093821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065716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834756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2945661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8F32955B-AAD4-413B-8E64-BE465EA92D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algn="ctr" eaLnBrk="1" hangingPunct="1"/>
            <a:r>
              <a:rPr lang="fr-FR" altLang="fr-FR" sz="6000" b="0" dirty="0" err="1">
                <a:latin typeface="Arial" panose="020B0604020202020204" pitchFamily="34" charset="0"/>
                <a:cs typeface="Arial" panose="020B0604020202020204" pitchFamily="34" charset="0"/>
              </a:rPr>
              <a:t>Infectiology</a:t>
            </a:r>
            <a:endParaRPr lang="fr-FR" altLang="fr-FR" sz="3600" b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8F32955B-AAD4-413B-8E64-BE465EA92D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92921" y="2759968"/>
            <a:ext cx="11406157" cy="1338064"/>
          </a:xfrm>
        </p:spPr>
        <p:txBody>
          <a:bodyPr/>
          <a:lstStyle/>
          <a:p>
            <a:pPr algn="ctr" eaLnBrk="1" hangingPunct="1"/>
            <a:r>
              <a:rPr lang="fr-FR" altLang="fr-FR" sz="6000" b="0" dirty="0" err="1">
                <a:latin typeface="Arial" panose="020B0604020202020204" pitchFamily="34" charset="0"/>
                <a:cs typeface="Arial" panose="020B0604020202020204" pitchFamily="34" charset="0"/>
              </a:rPr>
              <a:t>Virology</a:t>
            </a:r>
            <a:endParaRPr lang="fr-FR" altLang="fr-FR" sz="6000" b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3405507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7E152801-6CED-42A3-9A80-CB790679E34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 dirty="0"/>
              <a:t>SARS-CoV-2</a:t>
            </a:r>
          </a:p>
        </p:txBody>
      </p:sp>
      <p:grpSp>
        <p:nvGrpSpPr>
          <p:cNvPr id="7" name="SARS-CoV-2-Virion-Structure">
            <a:extLst>
              <a:ext uri="{FF2B5EF4-FFF2-40B4-BE49-F238E27FC236}">
                <a16:creationId xmlns:a16="http://schemas.microsoft.com/office/drawing/2014/main" id="{68DC93C6-8347-4CD4-AE9E-B8EFA8DE108B}"/>
              </a:ext>
            </a:extLst>
          </p:cNvPr>
          <p:cNvGrpSpPr/>
          <p:nvPr/>
        </p:nvGrpSpPr>
        <p:grpSpPr>
          <a:xfrm>
            <a:off x="2244085" y="1896917"/>
            <a:ext cx="3576646" cy="3576646"/>
            <a:chOff x="1242038" y="1539843"/>
            <a:chExt cx="3936301" cy="3936301"/>
          </a:xfrm>
          <a:solidFill>
            <a:schemeClr val="accent1"/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625DD7A-1241-4BB6-9614-C5E9F125773A}"/>
                </a:ext>
              </a:extLst>
            </p:cNvPr>
            <p:cNvSpPr/>
            <p:nvPr/>
          </p:nvSpPr>
          <p:spPr>
            <a:xfrm>
              <a:off x="1820015" y="2126107"/>
              <a:ext cx="2767012" cy="2767012"/>
            </a:xfrm>
            <a:custGeom>
              <a:avLst/>
              <a:gdLst>
                <a:gd name="connsiteX0" fmla="*/ 2767013 w 2767012"/>
                <a:gd name="connsiteY0" fmla="*/ 1383506 h 2767012"/>
                <a:gd name="connsiteX1" fmla="*/ 1383506 w 2767012"/>
                <a:gd name="connsiteY1" fmla="*/ 2767013 h 2767012"/>
                <a:gd name="connsiteX2" fmla="*/ 0 w 2767012"/>
                <a:gd name="connsiteY2" fmla="*/ 1383506 h 2767012"/>
                <a:gd name="connsiteX3" fmla="*/ 1383506 w 2767012"/>
                <a:gd name="connsiteY3" fmla="*/ 0 h 2767012"/>
                <a:gd name="connsiteX4" fmla="*/ 2767013 w 2767012"/>
                <a:gd name="connsiteY4" fmla="*/ 1383506 h 276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012" h="2767012">
                  <a:moveTo>
                    <a:pt x="2767013" y="1383506"/>
                  </a:moveTo>
                  <a:cubicBezTo>
                    <a:pt x="2767013" y="2147596"/>
                    <a:pt x="2147596" y="2767013"/>
                    <a:pt x="1383506" y="2767013"/>
                  </a:cubicBezTo>
                  <a:cubicBezTo>
                    <a:pt x="619417" y="2767013"/>
                    <a:pt x="0" y="2147596"/>
                    <a:pt x="0" y="1383506"/>
                  </a:cubicBezTo>
                  <a:cubicBezTo>
                    <a:pt x="0" y="619417"/>
                    <a:pt x="619417" y="0"/>
                    <a:pt x="1383506" y="0"/>
                  </a:cubicBezTo>
                  <a:cubicBezTo>
                    <a:pt x="2147596" y="0"/>
                    <a:pt x="2767013" y="619417"/>
                    <a:pt x="2767013" y="1383506"/>
                  </a:cubicBezTo>
                  <a:close/>
                </a:path>
              </a:pathLst>
            </a:custGeom>
            <a:solidFill>
              <a:srgbClr val="03B7E0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1A2F5234-8662-4495-824F-AC49BFA9028A}"/>
                </a:ext>
              </a:extLst>
            </p:cNvPr>
            <p:cNvSpPr/>
            <p:nvPr/>
          </p:nvSpPr>
          <p:spPr>
            <a:xfrm>
              <a:off x="2032423" y="2338514"/>
              <a:ext cx="2342197" cy="2342197"/>
            </a:xfrm>
            <a:custGeom>
              <a:avLst/>
              <a:gdLst>
                <a:gd name="connsiteX0" fmla="*/ 2342198 w 2342197"/>
                <a:gd name="connsiteY0" fmla="*/ 1171099 h 2342197"/>
                <a:gd name="connsiteX1" fmla="*/ 1171099 w 2342197"/>
                <a:gd name="connsiteY1" fmla="*/ 2342198 h 2342197"/>
                <a:gd name="connsiteX2" fmla="*/ 0 w 2342197"/>
                <a:gd name="connsiteY2" fmla="*/ 1171099 h 2342197"/>
                <a:gd name="connsiteX3" fmla="*/ 1171099 w 2342197"/>
                <a:gd name="connsiteY3" fmla="*/ 0 h 2342197"/>
                <a:gd name="connsiteX4" fmla="*/ 2342198 w 2342197"/>
                <a:gd name="connsiteY4" fmla="*/ 1171099 h 234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2197" h="2342197">
                  <a:moveTo>
                    <a:pt x="2342198" y="1171099"/>
                  </a:moveTo>
                  <a:cubicBezTo>
                    <a:pt x="2342198" y="1817879"/>
                    <a:pt x="1817879" y="2342198"/>
                    <a:pt x="1171099" y="2342198"/>
                  </a:cubicBezTo>
                  <a:cubicBezTo>
                    <a:pt x="524319" y="2342198"/>
                    <a:pt x="0" y="1817879"/>
                    <a:pt x="0" y="1171099"/>
                  </a:cubicBezTo>
                  <a:cubicBezTo>
                    <a:pt x="0" y="524319"/>
                    <a:pt x="524319" y="0"/>
                    <a:pt x="1171099" y="0"/>
                  </a:cubicBezTo>
                  <a:cubicBezTo>
                    <a:pt x="1817879" y="0"/>
                    <a:pt x="2342198" y="524319"/>
                    <a:pt x="2342198" y="1171099"/>
                  </a:cubicBezTo>
                  <a:close/>
                </a:path>
              </a:pathLst>
            </a:custGeom>
            <a:solidFill>
              <a:srgbClr val="87EE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1CCA723-FA5F-4793-A239-95DB324ACE2B}"/>
                </a:ext>
              </a:extLst>
            </p:cNvPr>
            <p:cNvSpPr/>
            <p:nvPr/>
          </p:nvSpPr>
          <p:spPr>
            <a:xfrm>
              <a:off x="1820015" y="2126107"/>
              <a:ext cx="2767012" cy="2767012"/>
            </a:xfrm>
            <a:custGeom>
              <a:avLst/>
              <a:gdLst>
                <a:gd name="connsiteX0" fmla="*/ 2767013 w 2767012"/>
                <a:gd name="connsiteY0" fmla="*/ 1383506 h 2767012"/>
                <a:gd name="connsiteX1" fmla="*/ 1383506 w 2767012"/>
                <a:gd name="connsiteY1" fmla="*/ 2767013 h 2767012"/>
                <a:gd name="connsiteX2" fmla="*/ 0 w 2767012"/>
                <a:gd name="connsiteY2" fmla="*/ 1383506 h 2767012"/>
                <a:gd name="connsiteX3" fmla="*/ 1383506 w 2767012"/>
                <a:gd name="connsiteY3" fmla="*/ 0 h 2767012"/>
                <a:gd name="connsiteX4" fmla="*/ 2767013 w 2767012"/>
                <a:gd name="connsiteY4" fmla="*/ 1383506 h 276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012" h="2767012">
                  <a:moveTo>
                    <a:pt x="2767013" y="1383506"/>
                  </a:moveTo>
                  <a:cubicBezTo>
                    <a:pt x="2767013" y="2147596"/>
                    <a:pt x="2147596" y="2767013"/>
                    <a:pt x="1383506" y="2767013"/>
                  </a:cubicBezTo>
                  <a:cubicBezTo>
                    <a:pt x="619417" y="2767013"/>
                    <a:pt x="0" y="2147596"/>
                    <a:pt x="0" y="1383506"/>
                  </a:cubicBezTo>
                  <a:cubicBezTo>
                    <a:pt x="0" y="619417"/>
                    <a:pt x="619417" y="0"/>
                    <a:pt x="1383506" y="0"/>
                  </a:cubicBezTo>
                  <a:cubicBezTo>
                    <a:pt x="2147596" y="0"/>
                    <a:pt x="2767013" y="619417"/>
                    <a:pt x="2767013" y="1383506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2B31A2CB-9743-4938-B367-B9547DCDCB2A}"/>
                </a:ext>
              </a:extLst>
            </p:cNvPr>
            <p:cNvSpPr/>
            <p:nvPr/>
          </p:nvSpPr>
          <p:spPr>
            <a:xfrm>
              <a:off x="2032423" y="2338514"/>
              <a:ext cx="2342197" cy="2342197"/>
            </a:xfrm>
            <a:custGeom>
              <a:avLst/>
              <a:gdLst>
                <a:gd name="connsiteX0" fmla="*/ 2342198 w 2342197"/>
                <a:gd name="connsiteY0" fmla="*/ 1171099 h 2342197"/>
                <a:gd name="connsiteX1" fmla="*/ 1171099 w 2342197"/>
                <a:gd name="connsiteY1" fmla="*/ 2342198 h 2342197"/>
                <a:gd name="connsiteX2" fmla="*/ 0 w 2342197"/>
                <a:gd name="connsiteY2" fmla="*/ 1171099 h 2342197"/>
                <a:gd name="connsiteX3" fmla="*/ 1171099 w 2342197"/>
                <a:gd name="connsiteY3" fmla="*/ 0 h 2342197"/>
                <a:gd name="connsiteX4" fmla="*/ 2342198 w 2342197"/>
                <a:gd name="connsiteY4" fmla="*/ 1171099 h 234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2197" h="2342197">
                  <a:moveTo>
                    <a:pt x="2342198" y="1171099"/>
                  </a:moveTo>
                  <a:cubicBezTo>
                    <a:pt x="2342198" y="1817879"/>
                    <a:pt x="1817879" y="2342198"/>
                    <a:pt x="1171099" y="2342198"/>
                  </a:cubicBezTo>
                  <a:cubicBezTo>
                    <a:pt x="524319" y="2342198"/>
                    <a:pt x="0" y="1817879"/>
                    <a:pt x="0" y="1171099"/>
                  </a:cubicBezTo>
                  <a:cubicBezTo>
                    <a:pt x="0" y="524319"/>
                    <a:pt x="524319" y="0"/>
                    <a:pt x="1171099" y="0"/>
                  </a:cubicBezTo>
                  <a:cubicBezTo>
                    <a:pt x="1817879" y="0"/>
                    <a:pt x="2342198" y="524319"/>
                    <a:pt x="2342198" y="1171099"/>
                  </a:cubicBezTo>
                  <a:close/>
                </a:path>
              </a:pathLst>
            </a:custGeom>
            <a:noFill/>
            <a:ln w="714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12" name="Graphique 5">
              <a:extLst>
                <a:ext uri="{FF2B5EF4-FFF2-40B4-BE49-F238E27FC236}">
                  <a16:creationId xmlns:a16="http://schemas.microsoft.com/office/drawing/2014/main" id="{87E3BE4C-705F-4028-AA83-9EA678B090E1}"/>
                </a:ext>
              </a:extLst>
            </p:cNvPr>
            <p:cNvGrpSpPr/>
            <p:nvPr/>
          </p:nvGrpSpPr>
          <p:grpSpPr>
            <a:xfrm>
              <a:off x="1456050" y="2391490"/>
              <a:ext cx="809105" cy="606805"/>
              <a:chOff x="1456050" y="2391490"/>
              <a:chExt cx="809105" cy="606805"/>
            </a:xfrm>
            <a:solidFill>
              <a:schemeClr val="accent1"/>
            </a:solidFill>
          </p:grpSpPr>
          <p:grpSp>
            <p:nvGrpSpPr>
              <p:cNvPr id="13" name="Graphique 5">
                <a:extLst>
                  <a:ext uri="{FF2B5EF4-FFF2-40B4-BE49-F238E27FC236}">
                    <a16:creationId xmlns:a16="http://schemas.microsoft.com/office/drawing/2014/main" id="{1D963DCD-C9F2-47B2-B4F2-084EC8BE0E80}"/>
                  </a:ext>
                </a:extLst>
              </p:cNvPr>
              <p:cNvGrpSpPr/>
              <p:nvPr/>
            </p:nvGrpSpPr>
            <p:grpSpPr>
              <a:xfrm>
                <a:off x="1456050" y="2391490"/>
                <a:ext cx="809105" cy="606805"/>
                <a:chOff x="1456050" y="2391490"/>
                <a:chExt cx="809105" cy="606805"/>
              </a:xfrm>
              <a:solidFill>
                <a:schemeClr val="accent1"/>
              </a:solidFill>
            </p:grpSpPr>
            <p:sp>
              <p:nvSpPr>
                <p:cNvPr id="14" name="Forme libre : forme 13">
                  <a:extLst>
                    <a:ext uri="{FF2B5EF4-FFF2-40B4-BE49-F238E27FC236}">
                      <a16:creationId xmlns:a16="http://schemas.microsoft.com/office/drawing/2014/main" id="{53F4D7C1-AE8A-4BE4-964F-C41B7D4089F7}"/>
                    </a:ext>
                  </a:extLst>
                </p:cNvPr>
                <p:cNvSpPr/>
                <p:nvPr/>
              </p:nvSpPr>
              <p:spPr>
                <a:xfrm>
                  <a:off x="1540266" y="2441384"/>
                  <a:ext cx="724889" cy="556911"/>
                </a:xfrm>
                <a:custGeom>
                  <a:avLst/>
                  <a:gdLst>
                    <a:gd name="connsiteX0" fmla="*/ 0 w 724889"/>
                    <a:gd name="connsiteY0" fmla="*/ 317849 h 556911"/>
                    <a:gd name="connsiteX1" fmla="*/ 167831 w 724889"/>
                    <a:gd name="connsiteY1" fmla="*/ 335756 h 556911"/>
                    <a:gd name="connsiteX2" fmla="*/ 370046 w 724889"/>
                    <a:gd name="connsiteY2" fmla="*/ 380238 h 556911"/>
                    <a:gd name="connsiteX3" fmla="*/ 611981 w 724889"/>
                    <a:gd name="connsiteY3" fmla="*/ 515398 h 556911"/>
                    <a:gd name="connsiteX4" fmla="*/ 663607 w 724889"/>
                    <a:gd name="connsiteY4" fmla="*/ 554260 h 556911"/>
                    <a:gd name="connsiteX5" fmla="*/ 669036 w 724889"/>
                    <a:gd name="connsiteY5" fmla="*/ 497681 h 556911"/>
                    <a:gd name="connsiteX6" fmla="*/ 674656 w 724889"/>
                    <a:gd name="connsiteY6" fmla="*/ 487871 h 556911"/>
                    <a:gd name="connsiteX7" fmla="*/ 720852 w 724889"/>
                    <a:gd name="connsiteY7" fmla="*/ 454724 h 556911"/>
                    <a:gd name="connsiteX8" fmla="*/ 661321 w 724889"/>
                    <a:gd name="connsiteY8" fmla="*/ 429578 h 556911"/>
                    <a:gd name="connsiteX9" fmla="*/ 422815 w 724889"/>
                    <a:gd name="connsiteY9" fmla="*/ 288417 h 556911"/>
                    <a:gd name="connsiteX10" fmla="*/ 282702 w 724889"/>
                    <a:gd name="connsiteY10" fmla="*/ 136017 h 556911"/>
                    <a:gd name="connsiteX11" fmla="*/ 182785 w 724889"/>
                    <a:gd name="connsiteY11" fmla="*/ 0 h 556911"/>
                    <a:gd name="connsiteX12" fmla="*/ 34957 w 724889"/>
                    <a:gd name="connsiteY12" fmla="*/ 124682 h 556911"/>
                    <a:gd name="connsiteX13" fmla="*/ 0 w 724889"/>
                    <a:gd name="connsiteY13" fmla="*/ 317849 h 556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24889" h="556911">
                      <a:moveTo>
                        <a:pt x="0" y="317849"/>
                      </a:moveTo>
                      <a:cubicBezTo>
                        <a:pt x="0" y="317849"/>
                        <a:pt x="57531" y="334232"/>
                        <a:pt x="167831" y="335756"/>
                      </a:cubicBezTo>
                      <a:cubicBezTo>
                        <a:pt x="278130" y="337280"/>
                        <a:pt x="303562" y="344424"/>
                        <a:pt x="370046" y="380238"/>
                      </a:cubicBezTo>
                      <a:cubicBezTo>
                        <a:pt x="436531" y="416052"/>
                        <a:pt x="598456" y="507302"/>
                        <a:pt x="611981" y="515398"/>
                      </a:cubicBezTo>
                      <a:cubicBezTo>
                        <a:pt x="625507" y="523494"/>
                        <a:pt x="656558" y="539496"/>
                        <a:pt x="663607" y="554260"/>
                      </a:cubicBezTo>
                      <a:cubicBezTo>
                        <a:pt x="670655" y="569024"/>
                        <a:pt x="686181" y="518255"/>
                        <a:pt x="669036" y="497681"/>
                      </a:cubicBezTo>
                      <a:lnTo>
                        <a:pt x="674656" y="487871"/>
                      </a:lnTo>
                      <a:cubicBezTo>
                        <a:pt x="701040" y="492347"/>
                        <a:pt x="737045" y="453485"/>
                        <a:pt x="720852" y="454724"/>
                      </a:cubicBezTo>
                      <a:cubicBezTo>
                        <a:pt x="704564" y="456057"/>
                        <a:pt x="675132" y="437293"/>
                        <a:pt x="661321" y="429578"/>
                      </a:cubicBezTo>
                      <a:cubicBezTo>
                        <a:pt x="647414" y="421958"/>
                        <a:pt x="487204" y="327850"/>
                        <a:pt x="422815" y="288417"/>
                      </a:cubicBezTo>
                      <a:cubicBezTo>
                        <a:pt x="358426" y="248984"/>
                        <a:pt x="339566" y="230505"/>
                        <a:pt x="282702" y="136017"/>
                      </a:cubicBezTo>
                      <a:cubicBezTo>
                        <a:pt x="225838" y="41529"/>
                        <a:pt x="182785" y="0"/>
                        <a:pt x="182785" y="0"/>
                      </a:cubicBezTo>
                      <a:lnTo>
                        <a:pt x="34957" y="124682"/>
                      </a:lnTo>
                      <a:lnTo>
                        <a:pt x="0" y="317849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5" name="Graphique 5">
                  <a:extLst>
                    <a:ext uri="{FF2B5EF4-FFF2-40B4-BE49-F238E27FC236}">
                      <a16:creationId xmlns:a16="http://schemas.microsoft.com/office/drawing/2014/main" id="{719EDB27-0BD9-4FD5-B5F7-D2021732CF8C}"/>
                    </a:ext>
                  </a:extLst>
                </p:cNvPr>
                <p:cNvGrpSpPr/>
                <p:nvPr/>
              </p:nvGrpSpPr>
              <p:grpSpPr>
                <a:xfrm>
                  <a:off x="1471910" y="2471257"/>
                  <a:ext cx="196984" cy="188004"/>
                  <a:chOff x="1471910" y="2471257"/>
                  <a:chExt cx="196984" cy="188004"/>
                </a:xfrm>
                <a:solidFill>
                  <a:schemeClr val="accent1"/>
                </a:solidFill>
              </p:grpSpPr>
              <p:sp>
                <p:nvSpPr>
                  <p:cNvPr id="16" name="Forme libre : forme 15">
                    <a:extLst>
                      <a:ext uri="{FF2B5EF4-FFF2-40B4-BE49-F238E27FC236}">
                        <a16:creationId xmlns:a16="http://schemas.microsoft.com/office/drawing/2014/main" id="{DCC2EC65-EA76-495B-B453-95CBFF17242A}"/>
                      </a:ext>
                    </a:extLst>
                  </p:cNvPr>
                  <p:cNvSpPr/>
                  <p:nvPr/>
                </p:nvSpPr>
                <p:spPr>
                  <a:xfrm rot="-3605671">
                    <a:off x="1506010" y="2488674"/>
                    <a:ext cx="128785" cy="153171"/>
                  </a:xfrm>
                  <a:custGeom>
                    <a:avLst/>
                    <a:gdLst>
                      <a:gd name="connsiteX0" fmla="*/ 128786 w 128785"/>
                      <a:gd name="connsiteY0" fmla="*/ 76585 h 153171"/>
                      <a:gd name="connsiteX1" fmla="*/ 64393 w 128785"/>
                      <a:gd name="connsiteY1" fmla="*/ 153171 h 153171"/>
                      <a:gd name="connsiteX2" fmla="*/ 0 w 128785"/>
                      <a:gd name="connsiteY2" fmla="*/ 76585 h 153171"/>
                      <a:gd name="connsiteX3" fmla="*/ 64393 w 128785"/>
                      <a:gd name="connsiteY3" fmla="*/ 0 h 153171"/>
                      <a:gd name="connsiteX4" fmla="*/ 128786 w 128785"/>
                      <a:gd name="connsiteY4" fmla="*/ 76585 h 15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5" h="153171">
                        <a:moveTo>
                          <a:pt x="128786" y="76585"/>
                        </a:moveTo>
                        <a:cubicBezTo>
                          <a:pt x="128786" y="118882"/>
                          <a:pt x="99956" y="153171"/>
                          <a:pt x="64393" y="153171"/>
                        </a:cubicBezTo>
                        <a:cubicBezTo>
                          <a:pt x="28830" y="153171"/>
                          <a:pt x="0" y="118882"/>
                          <a:pt x="0" y="76585"/>
                        </a:cubicBezTo>
                        <a:cubicBezTo>
                          <a:pt x="0" y="34288"/>
                          <a:pt x="28830" y="0"/>
                          <a:pt x="64393" y="0"/>
                        </a:cubicBezTo>
                        <a:cubicBezTo>
                          <a:pt x="99956" y="0"/>
                          <a:pt x="128786" y="34288"/>
                          <a:pt x="128786" y="76585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6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7" name="Forme libre : forme 16">
                    <a:extLst>
                      <a:ext uri="{FF2B5EF4-FFF2-40B4-BE49-F238E27FC236}">
                        <a16:creationId xmlns:a16="http://schemas.microsoft.com/office/drawing/2014/main" id="{15974ED4-793D-4B8E-BD32-F1FC3F670C5A}"/>
                      </a:ext>
                    </a:extLst>
                  </p:cNvPr>
                  <p:cNvSpPr/>
                  <p:nvPr/>
                </p:nvSpPr>
                <p:spPr>
                  <a:xfrm>
                    <a:off x="1548553" y="2498344"/>
                    <a:ext cx="95567" cy="134486"/>
                  </a:xfrm>
                  <a:custGeom>
                    <a:avLst/>
                    <a:gdLst>
                      <a:gd name="connsiteX0" fmla="*/ 21431 w 95567"/>
                      <a:gd name="connsiteY0" fmla="*/ 0 h 134486"/>
                      <a:gd name="connsiteX1" fmla="*/ 31718 w 95567"/>
                      <a:gd name="connsiteY1" fmla="*/ 5048 h 134486"/>
                      <a:gd name="connsiteX2" fmla="*/ 66008 w 95567"/>
                      <a:gd name="connsiteY2" fmla="*/ 99060 h 134486"/>
                      <a:gd name="connsiteX3" fmla="*/ 0 w 95567"/>
                      <a:gd name="connsiteY3" fmla="*/ 127730 h 134486"/>
                      <a:gd name="connsiteX4" fmla="*/ 88201 w 95567"/>
                      <a:gd name="connsiteY4" fmla="*/ 105061 h 134486"/>
                      <a:gd name="connsiteX5" fmla="*/ 53911 w 95567"/>
                      <a:gd name="connsiteY5" fmla="*/ 11049 h 134486"/>
                      <a:gd name="connsiteX6" fmla="*/ 21431 w 95567"/>
                      <a:gd name="connsiteY6" fmla="*/ 0 h 134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5567" h="134486">
                        <a:moveTo>
                          <a:pt x="21431" y="0"/>
                        </a:moveTo>
                        <a:cubicBezTo>
                          <a:pt x="24860" y="1429"/>
                          <a:pt x="28384" y="3048"/>
                          <a:pt x="31718" y="5048"/>
                        </a:cubicBezTo>
                        <a:cubicBezTo>
                          <a:pt x="68390" y="26098"/>
                          <a:pt x="83534" y="68104"/>
                          <a:pt x="66008" y="99060"/>
                        </a:cubicBezTo>
                        <a:cubicBezTo>
                          <a:pt x="52292" y="123253"/>
                          <a:pt x="23622" y="134779"/>
                          <a:pt x="0" y="127730"/>
                        </a:cubicBezTo>
                        <a:cubicBezTo>
                          <a:pt x="34290" y="142113"/>
                          <a:pt x="72104" y="133064"/>
                          <a:pt x="88201" y="105061"/>
                        </a:cubicBezTo>
                        <a:cubicBezTo>
                          <a:pt x="105918" y="74200"/>
                          <a:pt x="90583" y="32099"/>
                          <a:pt x="53911" y="11049"/>
                        </a:cubicBezTo>
                        <a:cubicBezTo>
                          <a:pt x="43434" y="5048"/>
                          <a:pt x="32385" y="1429"/>
                          <a:pt x="21431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8" name="Forme libre : forme 17">
                    <a:extLst>
                      <a:ext uri="{FF2B5EF4-FFF2-40B4-BE49-F238E27FC236}">
                        <a16:creationId xmlns:a16="http://schemas.microsoft.com/office/drawing/2014/main" id="{95DB5154-3D27-4B49-A000-261BD4FCEF79}"/>
                      </a:ext>
                    </a:extLst>
                  </p:cNvPr>
                  <p:cNvSpPr/>
                  <p:nvPr/>
                </p:nvSpPr>
                <p:spPr>
                  <a:xfrm rot="-2324420">
                    <a:off x="1506002" y="2530921"/>
                    <a:ext cx="59246" cy="74867"/>
                  </a:xfrm>
                  <a:custGeom>
                    <a:avLst/>
                    <a:gdLst>
                      <a:gd name="connsiteX0" fmla="*/ 59246 w 59246"/>
                      <a:gd name="connsiteY0" fmla="*/ 37434 h 74867"/>
                      <a:gd name="connsiteX1" fmla="*/ 29623 w 59246"/>
                      <a:gd name="connsiteY1" fmla="*/ 74867 h 74867"/>
                      <a:gd name="connsiteX2" fmla="*/ 0 w 59246"/>
                      <a:gd name="connsiteY2" fmla="*/ 37434 h 74867"/>
                      <a:gd name="connsiteX3" fmla="*/ 29623 w 59246"/>
                      <a:gd name="connsiteY3" fmla="*/ 0 h 74867"/>
                      <a:gd name="connsiteX4" fmla="*/ 59246 w 59246"/>
                      <a:gd name="connsiteY4" fmla="*/ 37434 h 74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6" h="74867">
                        <a:moveTo>
                          <a:pt x="59246" y="37434"/>
                        </a:moveTo>
                        <a:cubicBezTo>
                          <a:pt x="59246" y="58108"/>
                          <a:pt x="45984" y="74867"/>
                          <a:pt x="29623" y="74867"/>
                        </a:cubicBezTo>
                        <a:cubicBezTo>
                          <a:pt x="13263" y="74867"/>
                          <a:pt x="0" y="58108"/>
                          <a:pt x="0" y="37434"/>
                        </a:cubicBezTo>
                        <a:cubicBezTo>
                          <a:pt x="0" y="16760"/>
                          <a:pt x="13263" y="0"/>
                          <a:pt x="29623" y="0"/>
                        </a:cubicBezTo>
                        <a:cubicBezTo>
                          <a:pt x="45984" y="0"/>
                          <a:pt x="59246" y="16760"/>
                          <a:pt x="59246" y="3743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" name="Forme libre : forme 18">
                    <a:extLst>
                      <a:ext uri="{FF2B5EF4-FFF2-40B4-BE49-F238E27FC236}">
                        <a16:creationId xmlns:a16="http://schemas.microsoft.com/office/drawing/2014/main" id="{34A688FD-2FD5-4D8D-9A3D-7B57CAA5355E}"/>
                      </a:ext>
                    </a:extLst>
                  </p:cNvPr>
                  <p:cNvSpPr/>
                  <p:nvPr/>
                </p:nvSpPr>
                <p:spPr>
                  <a:xfrm>
                    <a:off x="1513596" y="2525966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0" name="Graphique 5">
                  <a:extLst>
                    <a:ext uri="{FF2B5EF4-FFF2-40B4-BE49-F238E27FC236}">
                      <a16:creationId xmlns:a16="http://schemas.microsoft.com/office/drawing/2014/main" id="{771AE153-6D4C-4E29-8584-96D5298F713A}"/>
                    </a:ext>
                  </a:extLst>
                </p:cNvPr>
                <p:cNvGrpSpPr/>
                <p:nvPr/>
              </p:nvGrpSpPr>
              <p:grpSpPr>
                <a:xfrm>
                  <a:off x="1456050" y="2601511"/>
                  <a:ext cx="196984" cy="188004"/>
                  <a:chOff x="1456050" y="2601511"/>
                  <a:chExt cx="196984" cy="188004"/>
                </a:xfrm>
                <a:solidFill>
                  <a:schemeClr val="accent1"/>
                </a:solidFill>
              </p:grpSpPr>
              <p:sp>
                <p:nvSpPr>
                  <p:cNvPr id="21" name="Forme libre : forme 20">
                    <a:extLst>
                      <a:ext uri="{FF2B5EF4-FFF2-40B4-BE49-F238E27FC236}">
                        <a16:creationId xmlns:a16="http://schemas.microsoft.com/office/drawing/2014/main" id="{D7DF2748-0D6D-4E86-82E5-1BCDCBFBFCB1}"/>
                      </a:ext>
                    </a:extLst>
                  </p:cNvPr>
                  <p:cNvSpPr/>
                  <p:nvPr/>
                </p:nvSpPr>
                <p:spPr>
                  <a:xfrm rot="-3605671">
                    <a:off x="1490149" y="2618927"/>
                    <a:ext cx="128785" cy="153171"/>
                  </a:xfrm>
                  <a:custGeom>
                    <a:avLst/>
                    <a:gdLst>
                      <a:gd name="connsiteX0" fmla="*/ 128786 w 128785"/>
                      <a:gd name="connsiteY0" fmla="*/ 76586 h 153171"/>
                      <a:gd name="connsiteX1" fmla="*/ 64393 w 128785"/>
                      <a:gd name="connsiteY1" fmla="*/ 153171 h 153171"/>
                      <a:gd name="connsiteX2" fmla="*/ 0 w 128785"/>
                      <a:gd name="connsiteY2" fmla="*/ 76586 h 153171"/>
                      <a:gd name="connsiteX3" fmla="*/ 64393 w 128785"/>
                      <a:gd name="connsiteY3" fmla="*/ 0 h 153171"/>
                      <a:gd name="connsiteX4" fmla="*/ 128786 w 128785"/>
                      <a:gd name="connsiteY4" fmla="*/ 76586 h 15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5" h="153171">
                        <a:moveTo>
                          <a:pt x="128786" y="76586"/>
                        </a:moveTo>
                        <a:cubicBezTo>
                          <a:pt x="128786" y="118883"/>
                          <a:pt x="99956" y="153171"/>
                          <a:pt x="64393" y="153171"/>
                        </a:cubicBezTo>
                        <a:cubicBezTo>
                          <a:pt x="28830" y="153171"/>
                          <a:pt x="0" y="118883"/>
                          <a:pt x="0" y="76586"/>
                        </a:cubicBezTo>
                        <a:cubicBezTo>
                          <a:pt x="0" y="34289"/>
                          <a:pt x="28830" y="0"/>
                          <a:pt x="64393" y="0"/>
                        </a:cubicBezTo>
                        <a:cubicBezTo>
                          <a:pt x="99956" y="0"/>
                          <a:pt x="128786" y="34289"/>
                          <a:pt x="128786" y="76586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6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2" name="Forme libre : forme 21">
                    <a:extLst>
                      <a:ext uri="{FF2B5EF4-FFF2-40B4-BE49-F238E27FC236}">
                        <a16:creationId xmlns:a16="http://schemas.microsoft.com/office/drawing/2014/main" id="{69DF6881-A8D1-4936-B046-B75F54C3BB0F}"/>
                      </a:ext>
                    </a:extLst>
                  </p:cNvPr>
                  <p:cNvSpPr/>
                  <p:nvPr/>
                </p:nvSpPr>
                <p:spPr>
                  <a:xfrm>
                    <a:off x="1532646" y="2628646"/>
                    <a:ext cx="95567" cy="134487"/>
                  </a:xfrm>
                  <a:custGeom>
                    <a:avLst/>
                    <a:gdLst>
                      <a:gd name="connsiteX0" fmla="*/ 21431 w 95567"/>
                      <a:gd name="connsiteY0" fmla="*/ 0 h 134487"/>
                      <a:gd name="connsiteX1" fmla="*/ 31718 w 95567"/>
                      <a:gd name="connsiteY1" fmla="*/ 5048 h 134487"/>
                      <a:gd name="connsiteX2" fmla="*/ 66008 w 95567"/>
                      <a:gd name="connsiteY2" fmla="*/ 99060 h 134487"/>
                      <a:gd name="connsiteX3" fmla="*/ 0 w 95567"/>
                      <a:gd name="connsiteY3" fmla="*/ 127730 h 134487"/>
                      <a:gd name="connsiteX4" fmla="*/ 88202 w 95567"/>
                      <a:gd name="connsiteY4" fmla="*/ 105061 h 134487"/>
                      <a:gd name="connsiteX5" fmla="*/ 53912 w 95567"/>
                      <a:gd name="connsiteY5" fmla="*/ 11049 h 134487"/>
                      <a:gd name="connsiteX6" fmla="*/ 21431 w 95567"/>
                      <a:gd name="connsiteY6" fmla="*/ 0 h 134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5567" h="134487">
                        <a:moveTo>
                          <a:pt x="21431" y="0"/>
                        </a:moveTo>
                        <a:cubicBezTo>
                          <a:pt x="24860" y="1429"/>
                          <a:pt x="28385" y="3048"/>
                          <a:pt x="31718" y="5048"/>
                        </a:cubicBezTo>
                        <a:cubicBezTo>
                          <a:pt x="68390" y="26099"/>
                          <a:pt x="83534" y="68104"/>
                          <a:pt x="66008" y="99060"/>
                        </a:cubicBezTo>
                        <a:cubicBezTo>
                          <a:pt x="52292" y="123254"/>
                          <a:pt x="23622" y="134779"/>
                          <a:pt x="0" y="127730"/>
                        </a:cubicBezTo>
                        <a:cubicBezTo>
                          <a:pt x="34290" y="142113"/>
                          <a:pt x="72104" y="133064"/>
                          <a:pt x="88202" y="105061"/>
                        </a:cubicBezTo>
                        <a:cubicBezTo>
                          <a:pt x="105918" y="74200"/>
                          <a:pt x="90583" y="32099"/>
                          <a:pt x="53912" y="11049"/>
                        </a:cubicBezTo>
                        <a:cubicBezTo>
                          <a:pt x="43434" y="5048"/>
                          <a:pt x="32385" y="1429"/>
                          <a:pt x="21431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3" name="Forme libre : forme 22">
                    <a:extLst>
                      <a:ext uri="{FF2B5EF4-FFF2-40B4-BE49-F238E27FC236}">
                        <a16:creationId xmlns:a16="http://schemas.microsoft.com/office/drawing/2014/main" id="{CED052B8-3D58-4B6A-A38D-2C72F6F7DF0C}"/>
                      </a:ext>
                    </a:extLst>
                  </p:cNvPr>
                  <p:cNvSpPr/>
                  <p:nvPr/>
                </p:nvSpPr>
                <p:spPr>
                  <a:xfrm rot="-2324420">
                    <a:off x="1490085" y="2661246"/>
                    <a:ext cx="59246" cy="74867"/>
                  </a:xfrm>
                  <a:custGeom>
                    <a:avLst/>
                    <a:gdLst>
                      <a:gd name="connsiteX0" fmla="*/ 59246 w 59246"/>
                      <a:gd name="connsiteY0" fmla="*/ 37434 h 74867"/>
                      <a:gd name="connsiteX1" fmla="*/ 29623 w 59246"/>
                      <a:gd name="connsiteY1" fmla="*/ 74867 h 74867"/>
                      <a:gd name="connsiteX2" fmla="*/ 0 w 59246"/>
                      <a:gd name="connsiteY2" fmla="*/ 37434 h 74867"/>
                      <a:gd name="connsiteX3" fmla="*/ 29623 w 59246"/>
                      <a:gd name="connsiteY3" fmla="*/ 0 h 74867"/>
                      <a:gd name="connsiteX4" fmla="*/ 59246 w 59246"/>
                      <a:gd name="connsiteY4" fmla="*/ 37434 h 74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6" h="74867">
                        <a:moveTo>
                          <a:pt x="59246" y="37434"/>
                        </a:moveTo>
                        <a:cubicBezTo>
                          <a:pt x="59246" y="58108"/>
                          <a:pt x="45983" y="74867"/>
                          <a:pt x="29623" y="74867"/>
                        </a:cubicBezTo>
                        <a:cubicBezTo>
                          <a:pt x="13263" y="74867"/>
                          <a:pt x="0" y="58108"/>
                          <a:pt x="0" y="37434"/>
                        </a:cubicBezTo>
                        <a:cubicBezTo>
                          <a:pt x="0" y="16760"/>
                          <a:pt x="13263" y="0"/>
                          <a:pt x="29623" y="0"/>
                        </a:cubicBezTo>
                        <a:cubicBezTo>
                          <a:pt x="45983" y="0"/>
                          <a:pt x="59246" y="16760"/>
                          <a:pt x="59246" y="3743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4" name="Forme libre : forme 23">
                    <a:extLst>
                      <a:ext uri="{FF2B5EF4-FFF2-40B4-BE49-F238E27FC236}">
                        <a16:creationId xmlns:a16="http://schemas.microsoft.com/office/drawing/2014/main" id="{D910C95F-1B27-4BEA-BE26-29D024C537B1}"/>
                      </a:ext>
                    </a:extLst>
                  </p:cNvPr>
                  <p:cNvSpPr/>
                  <p:nvPr/>
                </p:nvSpPr>
                <p:spPr>
                  <a:xfrm>
                    <a:off x="1497689" y="2656268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8" y="0"/>
                          <a:pt x="17907" y="4009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5" name="Graphique 5">
                  <a:extLst>
                    <a:ext uri="{FF2B5EF4-FFF2-40B4-BE49-F238E27FC236}">
                      <a16:creationId xmlns:a16="http://schemas.microsoft.com/office/drawing/2014/main" id="{39DE4798-4B1C-440B-87C0-53219412779E}"/>
                    </a:ext>
                  </a:extLst>
                </p:cNvPr>
                <p:cNvGrpSpPr/>
                <p:nvPr/>
              </p:nvGrpSpPr>
              <p:grpSpPr>
                <a:xfrm>
                  <a:off x="1576853" y="2391490"/>
                  <a:ext cx="196984" cy="188004"/>
                  <a:chOff x="1576853" y="2391490"/>
                  <a:chExt cx="196984" cy="188004"/>
                </a:xfrm>
                <a:solidFill>
                  <a:schemeClr val="accent1"/>
                </a:solidFill>
              </p:grpSpPr>
              <p:sp>
                <p:nvSpPr>
                  <p:cNvPr id="26" name="Forme libre : forme 25">
                    <a:extLst>
                      <a:ext uri="{FF2B5EF4-FFF2-40B4-BE49-F238E27FC236}">
                        <a16:creationId xmlns:a16="http://schemas.microsoft.com/office/drawing/2014/main" id="{4AE90195-4BB6-4F8A-A470-699EA83ACBC7}"/>
                      </a:ext>
                    </a:extLst>
                  </p:cNvPr>
                  <p:cNvSpPr/>
                  <p:nvPr/>
                </p:nvSpPr>
                <p:spPr>
                  <a:xfrm rot="-3605671">
                    <a:off x="1610953" y="2408907"/>
                    <a:ext cx="128785" cy="153171"/>
                  </a:xfrm>
                  <a:custGeom>
                    <a:avLst/>
                    <a:gdLst>
                      <a:gd name="connsiteX0" fmla="*/ 128786 w 128785"/>
                      <a:gd name="connsiteY0" fmla="*/ 76586 h 153171"/>
                      <a:gd name="connsiteX1" fmla="*/ 64393 w 128785"/>
                      <a:gd name="connsiteY1" fmla="*/ 153171 h 153171"/>
                      <a:gd name="connsiteX2" fmla="*/ 0 w 128785"/>
                      <a:gd name="connsiteY2" fmla="*/ 76586 h 153171"/>
                      <a:gd name="connsiteX3" fmla="*/ 64393 w 128785"/>
                      <a:gd name="connsiteY3" fmla="*/ 0 h 153171"/>
                      <a:gd name="connsiteX4" fmla="*/ 128786 w 128785"/>
                      <a:gd name="connsiteY4" fmla="*/ 76586 h 15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5" h="153171">
                        <a:moveTo>
                          <a:pt x="128786" y="76586"/>
                        </a:moveTo>
                        <a:cubicBezTo>
                          <a:pt x="128786" y="118883"/>
                          <a:pt x="99956" y="153171"/>
                          <a:pt x="64393" y="153171"/>
                        </a:cubicBezTo>
                        <a:cubicBezTo>
                          <a:pt x="28830" y="153171"/>
                          <a:pt x="0" y="118883"/>
                          <a:pt x="0" y="76586"/>
                        </a:cubicBezTo>
                        <a:cubicBezTo>
                          <a:pt x="0" y="34289"/>
                          <a:pt x="28830" y="0"/>
                          <a:pt x="64393" y="0"/>
                        </a:cubicBezTo>
                        <a:cubicBezTo>
                          <a:pt x="99956" y="0"/>
                          <a:pt x="128786" y="34289"/>
                          <a:pt x="128786" y="76586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6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" name="Forme libre : forme 26">
                    <a:extLst>
                      <a:ext uri="{FF2B5EF4-FFF2-40B4-BE49-F238E27FC236}">
                        <a16:creationId xmlns:a16="http://schemas.microsoft.com/office/drawing/2014/main" id="{199D8F1D-1054-4B67-BB43-451D47580A44}"/>
                      </a:ext>
                    </a:extLst>
                  </p:cNvPr>
                  <p:cNvSpPr/>
                  <p:nvPr/>
                </p:nvSpPr>
                <p:spPr>
                  <a:xfrm>
                    <a:off x="1653518" y="2418619"/>
                    <a:ext cx="95567" cy="134487"/>
                  </a:xfrm>
                  <a:custGeom>
                    <a:avLst/>
                    <a:gdLst>
                      <a:gd name="connsiteX0" fmla="*/ 21431 w 95567"/>
                      <a:gd name="connsiteY0" fmla="*/ 0 h 134487"/>
                      <a:gd name="connsiteX1" fmla="*/ 31718 w 95567"/>
                      <a:gd name="connsiteY1" fmla="*/ 5048 h 134487"/>
                      <a:gd name="connsiteX2" fmla="*/ 66008 w 95567"/>
                      <a:gd name="connsiteY2" fmla="*/ 99060 h 134487"/>
                      <a:gd name="connsiteX3" fmla="*/ 0 w 95567"/>
                      <a:gd name="connsiteY3" fmla="*/ 127730 h 134487"/>
                      <a:gd name="connsiteX4" fmla="*/ 88202 w 95567"/>
                      <a:gd name="connsiteY4" fmla="*/ 105061 h 134487"/>
                      <a:gd name="connsiteX5" fmla="*/ 53912 w 95567"/>
                      <a:gd name="connsiteY5" fmla="*/ 11049 h 134487"/>
                      <a:gd name="connsiteX6" fmla="*/ 21431 w 95567"/>
                      <a:gd name="connsiteY6" fmla="*/ 0 h 134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5567" h="134487">
                        <a:moveTo>
                          <a:pt x="21431" y="0"/>
                        </a:moveTo>
                        <a:cubicBezTo>
                          <a:pt x="24860" y="1429"/>
                          <a:pt x="28385" y="3048"/>
                          <a:pt x="31718" y="5048"/>
                        </a:cubicBezTo>
                        <a:cubicBezTo>
                          <a:pt x="68390" y="26099"/>
                          <a:pt x="83534" y="68104"/>
                          <a:pt x="66008" y="99060"/>
                        </a:cubicBezTo>
                        <a:cubicBezTo>
                          <a:pt x="52292" y="123254"/>
                          <a:pt x="23622" y="134779"/>
                          <a:pt x="0" y="127730"/>
                        </a:cubicBezTo>
                        <a:cubicBezTo>
                          <a:pt x="34290" y="142113"/>
                          <a:pt x="72104" y="133064"/>
                          <a:pt x="88202" y="105061"/>
                        </a:cubicBezTo>
                        <a:cubicBezTo>
                          <a:pt x="105918" y="74200"/>
                          <a:pt x="90583" y="32099"/>
                          <a:pt x="53912" y="11049"/>
                        </a:cubicBezTo>
                        <a:cubicBezTo>
                          <a:pt x="43339" y="5048"/>
                          <a:pt x="32290" y="1429"/>
                          <a:pt x="21431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" name="Forme libre : forme 27">
                    <a:extLst>
                      <a:ext uri="{FF2B5EF4-FFF2-40B4-BE49-F238E27FC236}">
                        <a16:creationId xmlns:a16="http://schemas.microsoft.com/office/drawing/2014/main" id="{E2ABBA57-B77A-4E3D-B19E-15F2217F0F45}"/>
                      </a:ext>
                    </a:extLst>
                  </p:cNvPr>
                  <p:cNvSpPr/>
                  <p:nvPr/>
                </p:nvSpPr>
                <p:spPr>
                  <a:xfrm rot="-2324420">
                    <a:off x="1610886" y="2451229"/>
                    <a:ext cx="59246" cy="74867"/>
                  </a:xfrm>
                  <a:custGeom>
                    <a:avLst/>
                    <a:gdLst>
                      <a:gd name="connsiteX0" fmla="*/ 59246 w 59246"/>
                      <a:gd name="connsiteY0" fmla="*/ 37434 h 74867"/>
                      <a:gd name="connsiteX1" fmla="*/ 29623 w 59246"/>
                      <a:gd name="connsiteY1" fmla="*/ 74867 h 74867"/>
                      <a:gd name="connsiteX2" fmla="*/ 0 w 59246"/>
                      <a:gd name="connsiteY2" fmla="*/ 37434 h 74867"/>
                      <a:gd name="connsiteX3" fmla="*/ 29623 w 59246"/>
                      <a:gd name="connsiteY3" fmla="*/ 0 h 74867"/>
                      <a:gd name="connsiteX4" fmla="*/ 59246 w 59246"/>
                      <a:gd name="connsiteY4" fmla="*/ 37434 h 74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6" h="74867">
                        <a:moveTo>
                          <a:pt x="59246" y="37434"/>
                        </a:moveTo>
                        <a:cubicBezTo>
                          <a:pt x="59246" y="58108"/>
                          <a:pt x="45984" y="74867"/>
                          <a:pt x="29623" y="74867"/>
                        </a:cubicBezTo>
                        <a:cubicBezTo>
                          <a:pt x="13263" y="74867"/>
                          <a:pt x="0" y="58108"/>
                          <a:pt x="0" y="37434"/>
                        </a:cubicBezTo>
                        <a:cubicBezTo>
                          <a:pt x="0" y="16760"/>
                          <a:pt x="13263" y="0"/>
                          <a:pt x="29623" y="0"/>
                        </a:cubicBezTo>
                        <a:cubicBezTo>
                          <a:pt x="45984" y="0"/>
                          <a:pt x="59246" y="16760"/>
                          <a:pt x="59246" y="3743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" name="Forme libre : forme 28">
                    <a:extLst>
                      <a:ext uri="{FF2B5EF4-FFF2-40B4-BE49-F238E27FC236}">
                        <a16:creationId xmlns:a16="http://schemas.microsoft.com/office/drawing/2014/main" id="{7F6D4684-F46D-43D3-A596-D8750E71AD25}"/>
                      </a:ext>
                    </a:extLst>
                  </p:cNvPr>
                  <p:cNvSpPr/>
                  <p:nvPr/>
                </p:nvSpPr>
                <p:spPr>
                  <a:xfrm>
                    <a:off x="1618562" y="2446242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30" name="Forme libre : forme 29">
                  <a:extLst>
                    <a:ext uri="{FF2B5EF4-FFF2-40B4-BE49-F238E27FC236}">
                      <a16:creationId xmlns:a16="http://schemas.microsoft.com/office/drawing/2014/main" id="{0BB61563-6191-45AE-981D-6AA8A9B6EFE7}"/>
                    </a:ext>
                  </a:extLst>
                </p:cNvPr>
                <p:cNvSpPr/>
                <p:nvPr/>
              </p:nvSpPr>
              <p:spPr>
                <a:xfrm>
                  <a:off x="1783820" y="2777172"/>
                  <a:ext cx="433482" cy="156300"/>
                </a:xfrm>
                <a:custGeom>
                  <a:avLst/>
                  <a:gdLst>
                    <a:gd name="connsiteX0" fmla="*/ 0 w 433482"/>
                    <a:gd name="connsiteY0" fmla="*/ 1778 h 156300"/>
                    <a:gd name="connsiteX1" fmla="*/ 154972 w 433482"/>
                    <a:gd name="connsiteY1" fmla="*/ 30925 h 156300"/>
                    <a:gd name="connsiteX2" fmla="*/ 297847 w 433482"/>
                    <a:gd name="connsiteY2" fmla="*/ 102172 h 156300"/>
                    <a:gd name="connsiteX3" fmla="*/ 433483 w 433482"/>
                    <a:gd name="connsiteY3" fmla="*/ 149892 h 156300"/>
                    <a:gd name="connsiteX4" fmla="*/ 412432 w 433482"/>
                    <a:gd name="connsiteY4" fmla="*/ 155512 h 156300"/>
                    <a:gd name="connsiteX5" fmla="*/ 381000 w 433482"/>
                    <a:gd name="connsiteY5" fmla="*/ 149130 h 156300"/>
                    <a:gd name="connsiteX6" fmla="*/ 87154 w 433482"/>
                    <a:gd name="connsiteY6" fmla="*/ 13304 h 156300"/>
                    <a:gd name="connsiteX7" fmla="*/ 10668 w 433482"/>
                    <a:gd name="connsiteY7" fmla="*/ 1588 h 156300"/>
                    <a:gd name="connsiteX8" fmla="*/ 13621 w 433482"/>
                    <a:gd name="connsiteY8" fmla="*/ 5207 h 156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3482" h="156300">
                      <a:moveTo>
                        <a:pt x="0" y="1778"/>
                      </a:moveTo>
                      <a:cubicBezTo>
                        <a:pt x="52769" y="-5270"/>
                        <a:pt x="106204" y="9493"/>
                        <a:pt x="154972" y="30925"/>
                      </a:cubicBezTo>
                      <a:cubicBezTo>
                        <a:pt x="203740" y="52356"/>
                        <a:pt x="249269" y="80455"/>
                        <a:pt x="297847" y="102172"/>
                      </a:cubicBezTo>
                      <a:cubicBezTo>
                        <a:pt x="341662" y="121793"/>
                        <a:pt x="387572" y="136081"/>
                        <a:pt x="433483" y="149892"/>
                      </a:cubicBezTo>
                      <a:cubicBezTo>
                        <a:pt x="430340" y="157131"/>
                        <a:pt x="420148" y="156941"/>
                        <a:pt x="412432" y="155512"/>
                      </a:cubicBezTo>
                      <a:cubicBezTo>
                        <a:pt x="401860" y="153607"/>
                        <a:pt x="391382" y="151702"/>
                        <a:pt x="381000" y="149130"/>
                      </a:cubicBezTo>
                      <a:cubicBezTo>
                        <a:pt x="275749" y="123698"/>
                        <a:pt x="192215" y="39688"/>
                        <a:pt x="87154" y="13304"/>
                      </a:cubicBezTo>
                      <a:cubicBezTo>
                        <a:pt x="62103" y="7017"/>
                        <a:pt x="36385" y="4159"/>
                        <a:pt x="10668" y="1588"/>
                      </a:cubicBezTo>
                      <a:cubicBezTo>
                        <a:pt x="11621" y="2826"/>
                        <a:pt x="12573" y="3969"/>
                        <a:pt x="13621" y="5207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" name="Forme libre : forme 30">
                  <a:extLst>
                    <a:ext uri="{FF2B5EF4-FFF2-40B4-BE49-F238E27FC236}">
                      <a16:creationId xmlns:a16="http://schemas.microsoft.com/office/drawing/2014/main" id="{92A7F18B-96E0-4A2B-B5C3-6BA104F526F7}"/>
                    </a:ext>
                  </a:extLst>
                </p:cNvPr>
                <p:cNvSpPr/>
                <p:nvPr/>
              </p:nvSpPr>
              <p:spPr>
                <a:xfrm>
                  <a:off x="1595035" y="2638886"/>
                  <a:ext cx="513873" cy="185213"/>
                </a:xfrm>
                <a:custGeom>
                  <a:avLst/>
                  <a:gdLst>
                    <a:gd name="connsiteX0" fmla="*/ 234220 w 513873"/>
                    <a:gd name="connsiteY0" fmla="*/ 100250 h 185213"/>
                    <a:gd name="connsiteX1" fmla="*/ 312134 w 513873"/>
                    <a:gd name="connsiteY1" fmla="*/ 119491 h 185213"/>
                    <a:gd name="connsiteX2" fmla="*/ 371856 w 513873"/>
                    <a:gd name="connsiteY2" fmla="*/ 136159 h 185213"/>
                    <a:gd name="connsiteX3" fmla="*/ 513874 w 513873"/>
                    <a:gd name="connsiteY3" fmla="*/ 185213 h 185213"/>
                    <a:gd name="connsiteX4" fmla="*/ 322707 w 513873"/>
                    <a:gd name="connsiteY4" fmla="*/ 110537 h 185213"/>
                    <a:gd name="connsiteX5" fmla="*/ 243364 w 513873"/>
                    <a:gd name="connsiteY5" fmla="*/ 83677 h 185213"/>
                    <a:gd name="connsiteX6" fmla="*/ 36957 w 513873"/>
                    <a:gd name="connsiteY6" fmla="*/ 9858 h 185213"/>
                    <a:gd name="connsiteX7" fmla="*/ 0 w 513873"/>
                    <a:gd name="connsiteY7" fmla="*/ 142 h 185213"/>
                    <a:gd name="connsiteX8" fmla="*/ 18002 w 513873"/>
                    <a:gd name="connsiteY8" fmla="*/ 8810 h 185213"/>
                    <a:gd name="connsiteX9" fmla="*/ 42005 w 513873"/>
                    <a:gd name="connsiteY9" fmla="*/ 17954 h 185213"/>
                    <a:gd name="connsiteX10" fmla="*/ 87916 w 513873"/>
                    <a:gd name="connsiteY10" fmla="*/ 38147 h 185213"/>
                    <a:gd name="connsiteX11" fmla="*/ 180308 w 513873"/>
                    <a:gd name="connsiteY11" fmla="*/ 80629 h 185213"/>
                    <a:gd name="connsiteX12" fmla="*/ 234220 w 513873"/>
                    <a:gd name="connsiteY12" fmla="*/ 100250 h 185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13873" h="185213">
                      <a:moveTo>
                        <a:pt x="234220" y="100250"/>
                      </a:moveTo>
                      <a:cubicBezTo>
                        <a:pt x="259842" y="107870"/>
                        <a:pt x="286226" y="113014"/>
                        <a:pt x="312134" y="119491"/>
                      </a:cubicBezTo>
                      <a:cubicBezTo>
                        <a:pt x="332232" y="124444"/>
                        <a:pt x="352044" y="130159"/>
                        <a:pt x="371856" y="136159"/>
                      </a:cubicBezTo>
                      <a:cubicBezTo>
                        <a:pt x="419767" y="150733"/>
                        <a:pt x="467106" y="167116"/>
                        <a:pt x="513874" y="185213"/>
                      </a:cubicBezTo>
                      <a:cubicBezTo>
                        <a:pt x="459391" y="143208"/>
                        <a:pt x="388620" y="130444"/>
                        <a:pt x="322707" y="110537"/>
                      </a:cubicBezTo>
                      <a:cubicBezTo>
                        <a:pt x="295942" y="102441"/>
                        <a:pt x="269653" y="93106"/>
                        <a:pt x="243364" y="83677"/>
                      </a:cubicBezTo>
                      <a:cubicBezTo>
                        <a:pt x="174593" y="59102"/>
                        <a:pt x="105727" y="34528"/>
                        <a:pt x="36957" y="9858"/>
                      </a:cubicBezTo>
                      <a:cubicBezTo>
                        <a:pt x="26194" y="6048"/>
                        <a:pt x="11430" y="-1096"/>
                        <a:pt x="0" y="142"/>
                      </a:cubicBezTo>
                      <a:cubicBezTo>
                        <a:pt x="1238" y="5667"/>
                        <a:pt x="13335" y="7096"/>
                        <a:pt x="18002" y="8810"/>
                      </a:cubicBezTo>
                      <a:cubicBezTo>
                        <a:pt x="26098" y="11668"/>
                        <a:pt x="34004" y="14716"/>
                        <a:pt x="42005" y="17954"/>
                      </a:cubicBezTo>
                      <a:cubicBezTo>
                        <a:pt x="57531" y="24241"/>
                        <a:pt x="72771" y="31099"/>
                        <a:pt x="87916" y="38147"/>
                      </a:cubicBezTo>
                      <a:cubicBezTo>
                        <a:pt x="118681" y="52435"/>
                        <a:pt x="148971" y="67579"/>
                        <a:pt x="180308" y="80629"/>
                      </a:cubicBezTo>
                      <a:cubicBezTo>
                        <a:pt x="197834" y="88058"/>
                        <a:pt x="215837" y="94821"/>
                        <a:pt x="234220" y="100250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264" name="Forme libre : forme 11263">
                  <a:extLst>
                    <a:ext uri="{FF2B5EF4-FFF2-40B4-BE49-F238E27FC236}">
                      <a16:creationId xmlns:a16="http://schemas.microsoft.com/office/drawing/2014/main" id="{1222F292-8334-49BE-A983-5F9A2661C7C9}"/>
                    </a:ext>
                  </a:extLst>
                </p:cNvPr>
                <p:cNvSpPr/>
                <p:nvPr/>
              </p:nvSpPr>
              <p:spPr>
                <a:xfrm>
                  <a:off x="1645803" y="2548445"/>
                  <a:ext cx="227837" cy="189071"/>
                </a:xfrm>
                <a:custGeom>
                  <a:avLst/>
                  <a:gdLst>
                    <a:gd name="connsiteX0" fmla="*/ 44958 w 227837"/>
                    <a:gd name="connsiteY0" fmla="*/ 34862 h 189071"/>
                    <a:gd name="connsiteX1" fmla="*/ 71438 w 227837"/>
                    <a:gd name="connsiteY1" fmla="*/ 56388 h 189071"/>
                    <a:gd name="connsiteX2" fmla="*/ 87440 w 227837"/>
                    <a:gd name="connsiteY2" fmla="*/ 72390 h 189071"/>
                    <a:gd name="connsiteX3" fmla="*/ 140970 w 227837"/>
                    <a:gd name="connsiteY3" fmla="*/ 128302 h 189071"/>
                    <a:gd name="connsiteX4" fmla="*/ 162020 w 227837"/>
                    <a:gd name="connsiteY4" fmla="*/ 152686 h 189071"/>
                    <a:gd name="connsiteX5" fmla="*/ 177451 w 227837"/>
                    <a:gd name="connsiteY5" fmla="*/ 171545 h 189071"/>
                    <a:gd name="connsiteX6" fmla="*/ 188976 w 227837"/>
                    <a:gd name="connsiteY6" fmla="*/ 176975 h 189071"/>
                    <a:gd name="connsiteX7" fmla="*/ 227838 w 227837"/>
                    <a:gd name="connsiteY7" fmla="*/ 189071 h 189071"/>
                    <a:gd name="connsiteX8" fmla="*/ 176498 w 227837"/>
                    <a:gd name="connsiteY8" fmla="*/ 146495 h 189071"/>
                    <a:gd name="connsiteX9" fmla="*/ 40767 w 227837"/>
                    <a:gd name="connsiteY9" fmla="*/ 27813 h 189071"/>
                    <a:gd name="connsiteX10" fmla="*/ 20193 w 227837"/>
                    <a:gd name="connsiteY10" fmla="*/ 13049 h 189071"/>
                    <a:gd name="connsiteX11" fmla="*/ 0 w 227837"/>
                    <a:gd name="connsiteY11" fmla="*/ 0 h 189071"/>
                    <a:gd name="connsiteX12" fmla="*/ 22574 w 227837"/>
                    <a:gd name="connsiteY12" fmla="*/ 17621 h 189071"/>
                    <a:gd name="connsiteX13" fmla="*/ 44958 w 227837"/>
                    <a:gd name="connsiteY13" fmla="*/ 34862 h 189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7837" h="189071">
                      <a:moveTo>
                        <a:pt x="44958" y="34862"/>
                      </a:moveTo>
                      <a:cubicBezTo>
                        <a:pt x="54007" y="41815"/>
                        <a:pt x="63055" y="48673"/>
                        <a:pt x="71438" y="56388"/>
                      </a:cubicBezTo>
                      <a:cubicBezTo>
                        <a:pt x="76962" y="61531"/>
                        <a:pt x="82201" y="66961"/>
                        <a:pt x="87440" y="72390"/>
                      </a:cubicBezTo>
                      <a:cubicBezTo>
                        <a:pt x="105251" y="91059"/>
                        <a:pt x="123158" y="109633"/>
                        <a:pt x="140970" y="128302"/>
                      </a:cubicBezTo>
                      <a:cubicBezTo>
                        <a:pt x="148400" y="136112"/>
                        <a:pt x="155924" y="143923"/>
                        <a:pt x="162020" y="152686"/>
                      </a:cubicBezTo>
                      <a:cubicBezTo>
                        <a:pt x="166688" y="159353"/>
                        <a:pt x="170688" y="166878"/>
                        <a:pt x="177451" y="171545"/>
                      </a:cubicBezTo>
                      <a:cubicBezTo>
                        <a:pt x="180975" y="174022"/>
                        <a:pt x="184975" y="175546"/>
                        <a:pt x="188976" y="176975"/>
                      </a:cubicBezTo>
                      <a:cubicBezTo>
                        <a:pt x="201740" y="181642"/>
                        <a:pt x="214694" y="185642"/>
                        <a:pt x="227838" y="189071"/>
                      </a:cubicBezTo>
                      <a:cubicBezTo>
                        <a:pt x="207359" y="180022"/>
                        <a:pt x="191929" y="162782"/>
                        <a:pt x="176498" y="146495"/>
                      </a:cubicBezTo>
                      <a:cubicBezTo>
                        <a:pt x="135065" y="102870"/>
                        <a:pt x="89249" y="63437"/>
                        <a:pt x="40767" y="27813"/>
                      </a:cubicBezTo>
                      <a:cubicBezTo>
                        <a:pt x="33909" y="22860"/>
                        <a:pt x="27051" y="17907"/>
                        <a:pt x="20193" y="13049"/>
                      </a:cubicBezTo>
                      <a:cubicBezTo>
                        <a:pt x="15335" y="9620"/>
                        <a:pt x="5620" y="191"/>
                        <a:pt x="0" y="0"/>
                      </a:cubicBezTo>
                      <a:cubicBezTo>
                        <a:pt x="5905" y="6763"/>
                        <a:pt x="15335" y="12097"/>
                        <a:pt x="22574" y="17621"/>
                      </a:cubicBezTo>
                      <a:cubicBezTo>
                        <a:pt x="29908" y="23431"/>
                        <a:pt x="37433" y="29146"/>
                        <a:pt x="44958" y="34862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265" name="Forme libre : forme 11264">
                  <a:extLst>
                    <a:ext uri="{FF2B5EF4-FFF2-40B4-BE49-F238E27FC236}">
                      <a16:creationId xmlns:a16="http://schemas.microsoft.com/office/drawing/2014/main" id="{E643ECE7-22CE-4BFF-A241-F20B14FE2B9F}"/>
                    </a:ext>
                  </a:extLst>
                </p:cNvPr>
                <p:cNvSpPr/>
                <p:nvPr/>
              </p:nvSpPr>
              <p:spPr>
                <a:xfrm>
                  <a:off x="1623526" y="2680948"/>
                  <a:ext cx="239488" cy="86803"/>
                </a:xfrm>
                <a:custGeom>
                  <a:avLst/>
                  <a:gdLst>
                    <a:gd name="connsiteX0" fmla="*/ 13800 w 239488"/>
                    <a:gd name="connsiteY0" fmla="*/ 58759 h 86803"/>
                    <a:gd name="connsiteX1" fmla="*/ 18657 w 239488"/>
                    <a:gd name="connsiteY1" fmla="*/ 46091 h 86803"/>
                    <a:gd name="connsiteX2" fmla="*/ 19133 w 239488"/>
                    <a:gd name="connsiteY2" fmla="*/ 29136 h 86803"/>
                    <a:gd name="connsiteX3" fmla="*/ 20086 w 239488"/>
                    <a:gd name="connsiteY3" fmla="*/ 11229 h 86803"/>
                    <a:gd name="connsiteX4" fmla="*/ 22086 w 239488"/>
                    <a:gd name="connsiteY4" fmla="*/ 4371 h 86803"/>
                    <a:gd name="connsiteX5" fmla="*/ 38850 w 239488"/>
                    <a:gd name="connsiteY5" fmla="*/ 847 h 86803"/>
                    <a:gd name="connsiteX6" fmla="*/ 70188 w 239488"/>
                    <a:gd name="connsiteY6" fmla="*/ 13801 h 86803"/>
                    <a:gd name="connsiteX7" fmla="*/ 153817 w 239488"/>
                    <a:gd name="connsiteY7" fmla="*/ 47519 h 86803"/>
                    <a:gd name="connsiteX8" fmla="*/ 233065 w 239488"/>
                    <a:gd name="connsiteY8" fmla="*/ 75047 h 86803"/>
                    <a:gd name="connsiteX9" fmla="*/ 239161 w 239488"/>
                    <a:gd name="connsiteY9" fmla="*/ 83619 h 86803"/>
                    <a:gd name="connsiteX10" fmla="*/ 230684 w 239488"/>
                    <a:gd name="connsiteY10" fmla="*/ 86763 h 86803"/>
                    <a:gd name="connsiteX11" fmla="*/ 181249 w 239488"/>
                    <a:gd name="connsiteY11" fmla="*/ 83238 h 86803"/>
                    <a:gd name="connsiteX12" fmla="*/ 50566 w 239488"/>
                    <a:gd name="connsiteY12" fmla="*/ 85334 h 86803"/>
                    <a:gd name="connsiteX13" fmla="*/ 9799 w 239488"/>
                    <a:gd name="connsiteY13" fmla="*/ 80000 h 86803"/>
                    <a:gd name="connsiteX14" fmla="*/ 846 w 239488"/>
                    <a:gd name="connsiteY14" fmla="*/ 72475 h 86803"/>
                    <a:gd name="connsiteX15" fmla="*/ 13800 w 239488"/>
                    <a:gd name="connsiteY15" fmla="*/ 58759 h 86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39488" h="86803">
                      <a:moveTo>
                        <a:pt x="13800" y="58759"/>
                      </a:moveTo>
                      <a:cubicBezTo>
                        <a:pt x="16086" y="54854"/>
                        <a:pt x="17895" y="50567"/>
                        <a:pt x="18657" y="46091"/>
                      </a:cubicBezTo>
                      <a:cubicBezTo>
                        <a:pt x="19705" y="40471"/>
                        <a:pt x="19229" y="34756"/>
                        <a:pt x="19133" y="29136"/>
                      </a:cubicBezTo>
                      <a:cubicBezTo>
                        <a:pt x="19038" y="23135"/>
                        <a:pt x="19324" y="17230"/>
                        <a:pt x="20086" y="11229"/>
                      </a:cubicBezTo>
                      <a:cubicBezTo>
                        <a:pt x="20372" y="8848"/>
                        <a:pt x="20753" y="6372"/>
                        <a:pt x="22086" y="4371"/>
                      </a:cubicBezTo>
                      <a:cubicBezTo>
                        <a:pt x="25420" y="-677"/>
                        <a:pt x="32850" y="-582"/>
                        <a:pt x="38850" y="847"/>
                      </a:cubicBezTo>
                      <a:cubicBezTo>
                        <a:pt x="49804" y="3514"/>
                        <a:pt x="59996" y="8848"/>
                        <a:pt x="70188" y="13801"/>
                      </a:cubicBezTo>
                      <a:cubicBezTo>
                        <a:pt x="97238" y="27041"/>
                        <a:pt x="125147" y="38280"/>
                        <a:pt x="153817" y="47519"/>
                      </a:cubicBezTo>
                      <a:cubicBezTo>
                        <a:pt x="180487" y="56092"/>
                        <a:pt x="207824" y="62855"/>
                        <a:pt x="233065" y="75047"/>
                      </a:cubicBezTo>
                      <a:cubicBezTo>
                        <a:pt x="236589" y="76761"/>
                        <a:pt x="240685" y="80000"/>
                        <a:pt x="239161" y="83619"/>
                      </a:cubicBezTo>
                      <a:cubicBezTo>
                        <a:pt x="237923" y="86572"/>
                        <a:pt x="233922" y="86953"/>
                        <a:pt x="230684" y="86763"/>
                      </a:cubicBezTo>
                      <a:cubicBezTo>
                        <a:pt x="214206" y="85905"/>
                        <a:pt x="197727" y="83905"/>
                        <a:pt x="181249" y="83238"/>
                      </a:cubicBezTo>
                      <a:cubicBezTo>
                        <a:pt x="137720" y="81333"/>
                        <a:pt x="94000" y="88096"/>
                        <a:pt x="50566" y="85334"/>
                      </a:cubicBezTo>
                      <a:cubicBezTo>
                        <a:pt x="36850" y="84476"/>
                        <a:pt x="23229" y="82667"/>
                        <a:pt x="9799" y="80000"/>
                      </a:cubicBezTo>
                      <a:cubicBezTo>
                        <a:pt x="5227" y="79047"/>
                        <a:pt x="-2583" y="78476"/>
                        <a:pt x="846" y="72475"/>
                      </a:cubicBezTo>
                      <a:cubicBezTo>
                        <a:pt x="3703" y="67617"/>
                        <a:pt x="10561" y="64188"/>
                        <a:pt x="13800" y="58759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266" name="Forme libre : forme 11265">
                  <a:extLst>
                    <a:ext uri="{FF2B5EF4-FFF2-40B4-BE49-F238E27FC236}">
                      <a16:creationId xmlns:a16="http://schemas.microsoft.com/office/drawing/2014/main" id="{3CE42129-07BD-4647-B1A2-A54B82F6A743}"/>
                    </a:ext>
                  </a:extLst>
                </p:cNvPr>
                <p:cNvSpPr/>
                <p:nvPr/>
              </p:nvSpPr>
              <p:spPr>
                <a:xfrm>
                  <a:off x="1633938" y="2570734"/>
                  <a:ext cx="147784" cy="115355"/>
                </a:xfrm>
                <a:custGeom>
                  <a:avLst/>
                  <a:gdLst>
                    <a:gd name="connsiteX0" fmla="*/ 21962 w 147784"/>
                    <a:gd name="connsiteY0" fmla="*/ 0 h 115355"/>
                    <a:gd name="connsiteX1" fmla="*/ 37297 w 147784"/>
                    <a:gd name="connsiteY1" fmla="*/ 9049 h 115355"/>
                    <a:gd name="connsiteX2" fmla="*/ 123403 w 147784"/>
                    <a:gd name="connsiteY2" fmla="*/ 82487 h 115355"/>
                    <a:gd name="connsiteX3" fmla="*/ 146358 w 147784"/>
                    <a:gd name="connsiteY3" fmla="*/ 107633 h 115355"/>
                    <a:gd name="connsiteX4" fmla="*/ 147692 w 147784"/>
                    <a:gd name="connsiteY4" fmla="*/ 112204 h 115355"/>
                    <a:gd name="connsiteX5" fmla="*/ 143310 w 147784"/>
                    <a:gd name="connsiteY5" fmla="*/ 115348 h 115355"/>
                    <a:gd name="connsiteX6" fmla="*/ 137786 w 147784"/>
                    <a:gd name="connsiteY6" fmla="*/ 113824 h 115355"/>
                    <a:gd name="connsiteX7" fmla="*/ 50441 w 147784"/>
                    <a:gd name="connsiteY7" fmla="*/ 80486 h 115355"/>
                    <a:gd name="connsiteX8" fmla="*/ 6341 w 147784"/>
                    <a:gd name="connsiteY8" fmla="*/ 66770 h 115355"/>
                    <a:gd name="connsiteX9" fmla="*/ 10055 w 147784"/>
                    <a:gd name="connsiteY9" fmla="*/ 41434 h 115355"/>
                    <a:gd name="connsiteX10" fmla="*/ 19295 w 147784"/>
                    <a:gd name="connsiteY10" fmla="*/ 21717 h 115355"/>
                    <a:gd name="connsiteX11" fmla="*/ 21962 w 147784"/>
                    <a:gd name="connsiteY11" fmla="*/ 0 h 115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7784" h="115355">
                      <a:moveTo>
                        <a:pt x="21962" y="0"/>
                      </a:moveTo>
                      <a:cubicBezTo>
                        <a:pt x="27772" y="1429"/>
                        <a:pt x="32630" y="5239"/>
                        <a:pt x="37297" y="9049"/>
                      </a:cubicBezTo>
                      <a:cubicBezTo>
                        <a:pt x="66634" y="32766"/>
                        <a:pt x="95399" y="57245"/>
                        <a:pt x="123403" y="82487"/>
                      </a:cubicBezTo>
                      <a:cubicBezTo>
                        <a:pt x="131880" y="90107"/>
                        <a:pt x="140357" y="97917"/>
                        <a:pt x="146358" y="107633"/>
                      </a:cubicBezTo>
                      <a:cubicBezTo>
                        <a:pt x="147215" y="108966"/>
                        <a:pt x="148073" y="110585"/>
                        <a:pt x="147692" y="112204"/>
                      </a:cubicBezTo>
                      <a:cubicBezTo>
                        <a:pt x="147311" y="114109"/>
                        <a:pt x="145215" y="115253"/>
                        <a:pt x="143310" y="115348"/>
                      </a:cubicBezTo>
                      <a:cubicBezTo>
                        <a:pt x="141405" y="115443"/>
                        <a:pt x="139500" y="114586"/>
                        <a:pt x="137786" y="113824"/>
                      </a:cubicBezTo>
                      <a:cubicBezTo>
                        <a:pt x="109211" y="101441"/>
                        <a:pt x="80064" y="90297"/>
                        <a:pt x="50441" y="80486"/>
                      </a:cubicBezTo>
                      <a:cubicBezTo>
                        <a:pt x="36440" y="75819"/>
                        <a:pt x="19485" y="73342"/>
                        <a:pt x="6341" y="66770"/>
                      </a:cubicBezTo>
                      <a:cubicBezTo>
                        <a:pt x="-7375" y="59912"/>
                        <a:pt x="4626" y="49435"/>
                        <a:pt x="10055" y="41434"/>
                      </a:cubicBezTo>
                      <a:cubicBezTo>
                        <a:pt x="14151" y="35338"/>
                        <a:pt x="17294" y="28670"/>
                        <a:pt x="19295" y="21717"/>
                      </a:cubicBezTo>
                      <a:cubicBezTo>
                        <a:pt x="19771" y="19717"/>
                        <a:pt x="24057" y="571"/>
                        <a:pt x="21962" y="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269" name="Forme libre : forme 11268">
                  <a:extLst>
                    <a:ext uri="{FF2B5EF4-FFF2-40B4-BE49-F238E27FC236}">
                      <a16:creationId xmlns:a16="http://schemas.microsoft.com/office/drawing/2014/main" id="{A9250A95-A471-4285-8D24-B382E69BB6A6}"/>
                    </a:ext>
                  </a:extLst>
                </p:cNvPr>
                <p:cNvSpPr/>
                <p:nvPr/>
              </p:nvSpPr>
              <p:spPr>
                <a:xfrm>
                  <a:off x="1713334" y="2527593"/>
                  <a:ext cx="221584" cy="200690"/>
                </a:xfrm>
                <a:custGeom>
                  <a:avLst/>
                  <a:gdLst>
                    <a:gd name="connsiteX0" fmla="*/ 37815 w 221584"/>
                    <a:gd name="connsiteY0" fmla="*/ 8565 h 200690"/>
                    <a:gd name="connsiteX1" fmla="*/ 45245 w 221584"/>
                    <a:gd name="connsiteY1" fmla="*/ 659 h 200690"/>
                    <a:gd name="connsiteX2" fmla="*/ 61914 w 221584"/>
                    <a:gd name="connsiteY2" fmla="*/ 7993 h 200690"/>
                    <a:gd name="connsiteX3" fmla="*/ 133637 w 221584"/>
                    <a:gd name="connsiteY3" fmla="*/ 120484 h 200690"/>
                    <a:gd name="connsiteX4" fmla="*/ 217076 w 221584"/>
                    <a:gd name="connsiteY4" fmla="*/ 191826 h 200690"/>
                    <a:gd name="connsiteX5" fmla="*/ 221076 w 221584"/>
                    <a:gd name="connsiteY5" fmla="*/ 195350 h 200690"/>
                    <a:gd name="connsiteX6" fmla="*/ 220219 w 221584"/>
                    <a:gd name="connsiteY6" fmla="*/ 200208 h 200690"/>
                    <a:gd name="connsiteX7" fmla="*/ 217266 w 221584"/>
                    <a:gd name="connsiteY7" fmla="*/ 200684 h 200690"/>
                    <a:gd name="connsiteX8" fmla="*/ 141733 w 221584"/>
                    <a:gd name="connsiteY8" fmla="*/ 181539 h 200690"/>
                    <a:gd name="connsiteX9" fmla="*/ 123255 w 221584"/>
                    <a:gd name="connsiteY9" fmla="*/ 165823 h 200690"/>
                    <a:gd name="connsiteX10" fmla="*/ 12574 w 221584"/>
                    <a:gd name="connsiteY10" fmla="*/ 54476 h 200690"/>
                    <a:gd name="connsiteX11" fmla="*/ 1 w 221584"/>
                    <a:gd name="connsiteY11" fmla="*/ 43141 h 200690"/>
                    <a:gd name="connsiteX12" fmla="*/ 10002 w 221584"/>
                    <a:gd name="connsiteY12" fmla="*/ 33806 h 200690"/>
                    <a:gd name="connsiteX13" fmla="*/ 37815 w 221584"/>
                    <a:gd name="connsiteY13" fmla="*/ 8565 h 200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1584" h="200690">
                      <a:moveTo>
                        <a:pt x="37815" y="8565"/>
                      </a:moveTo>
                      <a:cubicBezTo>
                        <a:pt x="39816" y="5517"/>
                        <a:pt x="41911" y="2088"/>
                        <a:pt x="45245" y="659"/>
                      </a:cubicBezTo>
                      <a:cubicBezTo>
                        <a:pt x="51246" y="-1817"/>
                        <a:pt x="57627" y="3136"/>
                        <a:pt x="61914" y="7993"/>
                      </a:cubicBezTo>
                      <a:cubicBezTo>
                        <a:pt x="91632" y="41141"/>
                        <a:pt x="106586" y="85051"/>
                        <a:pt x="133637" y="120484"/>
                      </a:cubicBezTo>
                      <a:cubicBezTo>
                        <a:pt x="156021" y="149726"/>
                        <a:pt x="186024" y="172109"/>
                        <a:pt x="217076" y="191826"/>
                      </a:cubicBezTo>
                      <a:cubicBezTo>
                        <a:pt x="218600" y="192779"/>
                        <a:pt x="220219" y="193826"/>
                        <a:pt x="221076" y="195350"/>
                      </a:cubicBezTo>
                      <a:cubicBezTo>
                        <a:pt x="221934" y="196970"/>
                        <a:pt x="221743" y="199256"/>
                        <a:pt x="220219" y="200208"/>
                      </a:cubicBezTo>
                      <a:cubicBezTo>
                        <a:pt x="219362" y="200780"/>
                        <a:pt x="218219" y="200684"/>
                        <a:pt x="217266" y="200684"/>
                      </a:cubicBezTo>
                      <a:cubicBezTo>
                        <a:pt x="190977" y="199827"/>
                        <a:pt x="163545" y="196303"/>
                        <a:pt x="141733" y="181539"/>
                      </a:cubicBezTo>
                      <a:cubicBezTo>
                        <a:pt x="135066" y="176967"/>
                        <a:pt x="129065" y="171538"/>
                        <a:pt x="123255" y="165823"/>
                      </a:cubicBezTo>
                      <a:cubicBezTo>
                        <a:pt x="85917" y="128866"/>
                        <a:pt x="57437" y="81812"/>
                        <a:pt x="12574" y="54476"/>
                      </a:cubicBezTo>
                      <a:cubicBezTo>
                        <a:pt x="8764" y="52189"/>
                        <a:pt x="1" y="48475"/>
                        <a:pt x="1" y="43141"/>
                      </a:cubicBezTo>
                      <a:cubicBezTo>
                        <a:pt x="-94" y="38188"/>
                        <a:pt x="6478" y="35711"/>
                        <a:pt x="10002" y="33806"/>
                      </a:cubicBezTo>
                      <a:cubicBezTo>
                        <a:pt x="21051" y="27806"/>
                        <a:pt x="30767" y="19138"/>
                        <a:pt x="37815" y="8565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270" name="Forme libre : forme 11269">
                  <a:extLst>
                    <a:ext uri="{FF2B5EF4-FFF2-40B4-BE49-F238E27FC236}">
                      <a16:creationId xmlns:a16="http://schemas.microsoft.com/office/drawing/2014/main" id="{ABB1CA84-E368-4B30-B86A-D35E55E6D3AE}"/>
                    </a:ext>
                  </a:extLst>
                </p:cNvPr>
                <p:cNvSpPr/>
                <p:nvPr/>
              </p:nvSpPr>
              <p:spPr>
                <a:xfrm>
                  <a:off x="1911398" y="2775324"/>
                  <a:ext cx="323621" cy="132223"/>
                </a:xfrm>
                <a:custGeom>
                  <a:avLst/>
                  <a:gdLst>
                    <a:gd name="connsiteX0" fmla="*/ 126644 w 323621"/>
                    <a:gd name="connsiteY0" fmla="*/ 36202 h 132223"/>
                    <a:gd name="connsiteX1" fmla="*/ 161506 w 323621"/>
                    <a:gd name="connsiteY1" fmla="*/ 45918 h 132223"/>
                    <a:gd name="connsiteX2" fmla="*/ 221894 w 323621"/>
                    <a:gd name="connsiteY2" fmla="*/ 75636 h 132223"/>
                    <a:gd name="connsiteX3" fmla="*/ 323621 w 323621"/>
                    <a:gd name="connsiteY3" fmla="*/ 123927 h 132223"/>
                    <a:gd name="connsiteX4" fmla="*/ 306191 w 323621"/>
                    <a:gd name="connsiteY4" fmla="*/ 132214 h 132223"/>
                    <a:gd name="connsiteX5" fmla="*/ 172650 w 323621"/>
                    <a:gd name="connsiteY5" fmla="*/ 93352 h 132223"/>
                    <a:gd name="connsiteX6" fmla="*/ 113405 w 323621"/>
                    <a:gd name="connsiteY6" fmla="*/ 61062 h 132223"/>
                    <a:gd name="connsiteX7" fmla="*/ 37871 w 323621"/>
                    <a:gd name="connsiteY7" fmla="*/ 22677 h 132223"/>
                    <a:gd name="connsiteX8" fmla="*/ 17964 w 323621"/>
                    <a:gd name="connsiteY8" fmla="*/ 17152 h 132223"/>
                    <a:gd name="connsiteX9" fmla="*/ 1295 w 323621"/>
                    <a:gd name="connsiteY9" fmla="*/ 11437 h 132223"/>
                    <a:gd name="connsiteX10" fmla="*/ 2057 w 323621"/>
                    <a:gd name="connsiteY10" fmla="*/ 3055 h 132223"/>
                    <a:gd name="connsiteX11" fmla="*/ 12535 w 323621"/>
                    <a:gd name="connsiteY11" fmla="*/ 388 h 132223"/>
                    <a:gd name="connsiteX12" fmla="*/ 85877 w 323621"/>
                    <a:gd name="connsiteY12" fmla="*/ 22296 h 132223"/>
                    <a:gd name="connsiteX13" fmla="*/ 126644 w 323621"/>
                    <a:gd name="connsiteY13" fmla="*/ 36202 h 132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23621" h="132223">
                      <a:moveTo>
                        <a:pt x="126644" y="36202"/>
                      </a:moveTo>
                      <a:cubicBezTo>
                        <a:pt x="138265" y="39441"/>
                        <a:pt x="150076" y="42012"/>
                        <a:pt x="161506" y="45918"/>
                      </a:cubicBezTo>
                      <a:cubicBezTo>
                        <a:pt x="182747" y="53157"/>
                        <a:pt x="202178" y="64968"/>
                        <a:pt x="221894" y="75636"/>
                      </a:cubicBezTo>
                      <a:cubicBezTo>
                        <a:pt x="254851" y="93543"/>
                        <a:pt x="289236" y="108783"/>
                        <a:pt x="323621" y="123927"/>
                      </a:cubicBezTo>
                      <a:cubicBezTo>
                        <a:pt x="321526" y="130500"/>
                        <a:pt x="313049" y="132119"/>
                        <a:pt x="306191" y="132214"/>
                      </a:cubicBezTo>
                      <a:cubicBezTo>
                        <a:pt x="259423" y="132690"/>
                        <a:pt x="214560" y="114402"/>
                        <a:pt x="172650" y="93352"/>
                      </a:cubicBezTo>
                      <a:cubicBezTo>
                        <a:pt x="152552" y="83256"/>
                        <a:pt x="132836" y="72492"/>
                        <a:pt x="113405" y="61062"/>
                      </a:cubicBezTo>
                      <a:cubicBezTo>
                        <a:pt x="89021" y="46680"/>
                        <a:pt x="64922" y="31154"/>
                        <a:pt x="37871" y="22677"/>
                      </a:cubicBezTo>
                      <a:cubicBezTo>
                        <a:pt x="31299" y="20581"/>
                        <a:pt x="24536" y="18962"/>
                        <a:pt x="17964" y="17152"/>
                      </a:cubicBezTo>
                      <a:cubicBezTo>
                        <a:pt x="13583" y="15914"/>
                        <a:pt x="4439" y="14866"/>
                        <a:pt x="1295" y="11437"/>
                      </a:cubicBezTo>
                      <a:cubicBezTo>
                        <a:pt x="-991" y="8961"/>
                        <a:pt x="57" y="5436"/>
                        <a:pt x="2057" y="3055"/>
                      </a:cubicBezTo>
                      <a:cubicBezTo>
                        <a:pt x="5010" y="-469"/>
                        <a:pt x="8344" y="-279"/>
                        <a:pt x="12535" y="388"/>
                      </a:cubicBezTo>
                      <a:cubicBezTo>
                        <a:pt x="37871" y="4293"/>
                        <a:pt x="61970" y="13533"/>
                        <a:pt x="85877" y="22296"/>
                      </a:cubicBezTo>
                      <a:cubicBezTo>
                        <a:pt x="99308" y="27344"/>
                        <a:pt x="112833" y="32297"/>
                        <a:pt x="126644" y="36202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271" name="Forme libre : forme 11270">
                  <a:extLst>
                    <a:ext uri="{FF2B5EF4-FFF2-40B4-BE49-F238E27FC236}">
                      <a16:creationId xmlns:a16="http://schemas.microsoft.com/office/drawing/2014/main" id="{A45DECE6-D371-4D3F-A7DC-39CC01F0F193}"/>
                    </a:ext>
                  </a:extLst>
                </p:cNvPr>
                <p:cNvSpPr/>
                <p:nvPr/>
              </p:nvSpPr>
              <p:spPr>
                <a:xfrm>
                  <a:off x="2075597" y="2903147"/>
                  <a:ext cx="133218" cy="74979"/>
                </a:xfrm>
                <a:custGeom>
                  <a:avLst/>
                  <a:gdLst>
                    <a:gd name="connsiteX0" fmla="*/ 62839 w 133218"/>
                    <a:gd name="connsiteY0" fmla="*/ 26299 h 74979"/>
                    <a:gd name="connsiteX1" fmla="*/ 109131 w 133218"/>
                    <a:gd name="connsiteY1" fmla="*/ 41348 h 74979"/>
                    <a:gd name="connsiteX2" fmla="*/ 127514 w 133218"/>
                    <a:gd name="connsiteY2" fmla="*/ 54397 h 74979"/>
                    <a:gd name="connsiteX3" fmla="*/ 132753 w 133218"/>
                    <a:gd name="connsiteY3" fmla="*/ 68113 h 74979"/>
                    <a:gd name="connsiteX4" fmla="*/ 133039 w 133218"/>
                    <a:gd name="connsiteY4" fmla="*/ 72114 h 74979"/>
                    <a:gd name="connsiteX5" fmla="*/ 128657 w 133218"/>
                    <a:gd name="connsiteY5" fmla="*/ 74971 h 74979"/>
                    <a:gd name="connsiteX6" fmla="*/ 123418 w 133218"/>
                    <a:gd name="connsiteY6" fmla="*/ 73352 h 74979"/>
                    <a:gd name="connsiteX7" fmla="*/ 111703 w 133218"/>
                    <a:gd name="connsiteY7" fmla="*/ 64208 h 74979"/>
                    <a:gd name="connsiteX8" fmla="*/ 40265 w 133218"/>
                    <a:gd name="connsiteY8" fmla="*/ 24298 h 74979"/>
                    <a:gd name="connsiteX9" fmla="*/ 3499 w 133218"/>
                    <a:gd name="connsiteY9" fmla="*/ 6106 h 74979"/>
                    <a:gd name="connsiteX10" fmla="*/ 4165 w 133218"/>
                    <a:gd name="connsiteY10" fmla="*/ 10 h 74979"/>
                    <a:gd name="connsiteX11" fmla="*/ 20453 w 133218"/>
                    <a:gd name="connsiteY11" fmla="*/ 8106 h 74979"/>
                    <a:gd name="connsiteX12" fmla="*/ 62839 w 133218"/>
                    <a:gd name="connsiteY12" fmla="*/ 26299 h 74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218" h="74979">
                      <a:moveTo>
                        <a:pt x="62839" y="26299"/>
                      </a:moveTo>
                      <a:cubicBezTo>
                        <a:pt x="78270" y="31347"/>
                        <a:pt x="94176" y="35157"/>
                        <a:pt x="109131" y="41348"/>
                      </a:cubicBezTo>
                      <a:cubicBezTo>
                        <a:pt x="116179" y="44301"/>
                        <a:pt x="123323" y="48016"/>
                        <a:pt x="127514" y="54397"/>
                      </a:cubicBezTo>
                      <a:cubicBezTo>
                        <a:pt x="130181" y="58493"/>
                        <a:pt x="131514" y="63351"/>
                        <a:pt x="132753" y="68113"/>
                      </a:cubicBezTo>
                      <a:cubicBezTo>
                        <a:pt x="133134" y="69447"/>
                        <a:pt x="133420" y="70876"/>
                        <a:pt x="133039" y="72114"/>
                      </a:cubicBezTo>
                      <a:cubicBezTo>
                        <a:pt x="132467" y="73828"/>
                        <a:pt x="130562" y="74876"/>
                        <a:pt x="128657" y="74971"/>
                      </a:cubicBezTo>
                      <a:cubicBezTo>
                        <a:pt x="126752" y="75067"/>
                        <a:pt x="125038" y="74305"/>
                        <a:pt x="123418" y="73352"/>
                      </a:cubicBezTo>
                      <a:cubicBezTo>
                        <a:pt x="119132" y="70971"/>
                        <a:pt x="115513" y="67447"/>
                        <a:pt x="111703" y="64208"/>
                      </a:cubicBezTo>
                      <a:cubicBezTo>
                        <a:pt x="90843" y="46206"/>
                        <a:pt x="65125" y="35443"/>
                        <a:pt x="40265" y="24298"/>
                      </a:cubicBezTo>
                      <a:cubicBezTo>
                        <a:pt x="27787" y="18679"/>
                        <a:pt x="15310" y="13059"/>
                        <a:pt x="3499" y="6106"/>
                      </a:cubicBezTo>
                      <a:cubicBezTo>
                        <a:pt x="-407" y="3820"/>
                        <a:pt x="-2121" y="391"/>
                        <a:pt x="4165" y="10"/>
                      </a:cubicBezTo>
                      <a:cubicBezTo>
                        <a:pt x="9214" y="-276"/>
                        <a:pt x="16072" y="5820"/>
                        <a:pt x="20453" y="8106"/>
                      </a:cubicBezTo>
                      <a:cubicBezTo>
                        <a:pt x="34074" y="15440"/>
                        <a:pt x="48266" y="21536"/>
                        <a:pt x="62839" y="26299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272" name="Forme libre : forme 11271">
                <a:extLst>
                  <a:ext uri="{FF2B5EF4-FFF2-40B4-BE49-F238E27FC236}">
                    <a16:creationId xmlns:a16="http://schemas.microsoft.com/office/drawing/2014/main" id="{497E7C5D-F086-43F1-8AA6-A155CACEDE8F}"/>
                  </a:ext>
                </a:extLst>
              </p:cNvPr>
              <p:cNvSpPr/>
              <p:nvPr/>
            </p:nvSpPr>
            <p:spPr>
              <a:xfrm>
                <a:off x="1646332" y="2730650"/>
                <a:ext cx="121676" cy="26788"/>
              </a:xfrm>
              <a:custGeom>
                <a:avLst/>
                <a:gdLst>
                  <a:gd name="connsiteX0" fmla="*/ 54239 w 121676"/>
                  <a:gd name="connsiteY0" fmla="*/ 26393 h 26788"/>
                  <a:gd name="connsiteX1" fmla="*/ 112056 w 121676"/>
                  <a:gd name="connsiteY1" fmla="*/ 22202 h 26788"/>
                  <a:gd name="connsiteX2" fmla="*/ 121676 w 121676"/>
                  <a:gd name="connsiteY2" fmla="*/ 17534 h 26788"/>
                  <a:gd name="connsiteX3" fmla="*/ 97959 w 121676"/>
                  <a:gd name="connsiteY3" fmla="*/ 14486 h 26788"/>
                  <a:gd name="connsiteX4" fmla="*/ 70432 w 121676"/>
                  <a:gd name="connsiteY4" fmla="*/ 10105 h 26788"/>
                  <a:gd name="connsiteX5" fmla="*/ 14711 w 121676"/>
                  <a:gd name="connsiteY5" fmla="*/ 104 h 26788"/>
                  <a:gd name="connsiteX6" fmla="*/ 328 w 121676"/>
                  <a:gd name="connsiteY6" fmla="*/ 12010 h 26788"/>
                  <a:gd name="connsiteX7" fmla="*/ 20521 w 121676"/>
                  <a:gd name="connsiteY7" fmla="*/ 25059 h 26788"/>
                  <a:gd name="connsiteX8" fmla="*/ 54239 w 121676"/>
                  <a:gd name="connsiteY8" fmla="*/ 26393 h 26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676" h="26788">
                    <a:moveTo>
                      <a:pt x="54239" y="26393"/>
                    </a:moveTo>
                    <a:cubicBezTo>
                      <a:pt x="73575" y="25631"/>
                      <a:pt x="92911" y="24869"/>
                      <a:pt x="112056" y="22202"/>
                    </a:cubicBezTo>
                    <a:cubicBezTo>
                      <a:pt x="115676" y="21726"/>
                      <a:pt x="119867" y="20773"/>
                      <a:pt x="121676" y="17534"/>
                    </a:cubicBezTo>
                    <a:cubicBezTo>
                      <a:pt x="113771" y="16487"/>
                      <a:pt x="105865" y="15439"/>
                      <a:pt x="97959" y="14486"/>
                    </a:cubicBezTo>
                    <a:cubicBezTo>
                      <a:pt x="88720" y="13248"/>
                      <a:pt x="79576" y="12105"/>
                      <a:pt x="70432" y="10105"/>
                    </a:cubicBezTo>
                    <a:cubicBezTo>
                      <a:pt x="52049" y="6200"/>
                      <a:pt x="33761" y="-944"/>
                      <a:pt x="14711" y="104"/>
                    </a:cubicBezTo>
                    <a:cubicBezTo>
                      <a:pt x="7376" y="485"/>
                      <a:pt x="-1863" y="2580"/>
                      <a:pt x="328" y="12010"/>
                    </a:cubicBezTo>
                    <a:cubicBezTo>
                      <a:pt x="2328" y="20868"/>
                      <a:pt x="12901" y="23535"/>
                      <a:pt x="20521" y="25059"/>
                    </a:cubicBezTo>
                    <a:cubicBezTo>
                      <a:pt x="31665" y="27345"/>
                      <a:pt x="43095" y="26869"/>
                      <a:pt x="54239" y="26393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273" name="Forme libre : forme 11272">
                <a:extLst>
                  <a:ext uri="{FF2B5EF4-FFF2-40B4-BE49-F238E27FC236}">
                    <a16:creationId xmlns:a16="http://schemas.microsoft.com/office/drawing/2014/main" id="{248EC24F-B7A7-4F50-AA3C-AC7266B8DF16}"/>
                  </a:ext>
                </a:extLst>
              </p:cNvPr>
              <p:cNvSpPr/>
              <p:nvPr/>
            </p:nvSpPr>
            <p:spPr>
              <a:xfrm>
                <a:off x="1654248" y="2607851"/>
                <a:ext cx="54515" cy="29853"/>
              </a:xfrm>
              <a:custGeom>
                <a:avLst/>
                <a:gdLst>
                  <a:gd name="connsiteX0" fmla="*/ 49658 w 54515"/>
                  <a:gd name="connsiteY0" fmla="*/ 29844 h 29853"/>
                  <a:gd name="connsiteX1" fmla="*/ 54515 w 54515"/>
                  <a:gd name="connsiteY1" fmla="*/ 27272 h 29853"/>
                  <a:gd name="connsiteX2" fmla="*/ 52896 w 54515"/>
                  <a:gd name="connsiteY2" fmla="*/ 24795 h 29853"/>
                  <a:gd name="connsiteX3" fmla="*/ 1366 w 54515"/>
                  <a:gd name="connsiteY3" fmla="*/ 6127 h 29853"/>
                  <a:gd name="connsiteX4" fmla="*/ 49658 w 54515"/>
                  <a:gd name="connsiteY4" fmla="*/ 29844 h 29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515" h="29853">
                    <a:moveTo>
                      <a:pt x="49658" y="29844"/>
                    </a:moveTo>
                    <a:cubicBezTo>
                      <a:pt x="51753" y="29939"/>
                      <a:pt x="54515" y="29367"/>
                      <a:pt x="54515" y="27272"/>
                    </a:cubicBezTo>
                    <a:cubicBezTo>
                      <a:pt x="54515" y="26224"/>
                      <a:pt x="53658" y="25462"/>
                      <a:pt x="52896" y="24795"/>
                    </a:cubicBezTo>
                    <a:cubicBezTo>
                      <a:pt x="43085" y="16032"/>
                      <a:pt x="14129" y="-12352"/>
                      <a:pt x="1366" y="6127"/>
                    </a:cubicBezTo>
                    <a:cubicBezTo>
                      <a:pt x="-8826" y="20700"/>
                      <a:pt x="41085" y="29367"/>
                      <a:pt x="49658" y="29844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274" name="Forme libre : forme 11273">
                <a:extLst>
                  <a:ext uri="{FF2B5EF4-FFF2-40B4-BE49-F238E27FC236}">
                    <a16:creationId xmlns:a16="http://schemas.microsoft.com/office/drawing/2014/main" id="{F82FCE3F-7B18-4AC9-B4D2-49A5789D3586}"/>
                  </a:ext>
                </a:extLst>
              </p:cNvPr>
              <p:cNvSpPr/>
              <p:nvPr/>
            </p:nvSpPr>
            <p:spPr>
              <a:xfrm>
                <a:off x="1746932" y="2552012"/>
                <a:ext cx="53947" cy="66789"/>
              </a:xfrm>
              <a:custGeom>
                <a:avLst/>
                <a:gdLst>
                  <a:gd name="connsiteX0" fmla="*/ 18600 w 53947"/>
                  <a:gd name="connsiteY0" fmla="*/ 37296 h 66789"/>
                  <a:gd name="connsiteX1" fmla="*/ 46318 w 53947"/>
                  <a:gd name="connsiteY1" fmla="*/ 65490 h 66789"/>
                  <a:gd name="connsiteX2" fmla="*/ 50700 w 53947"/>
                  <a:gd name="connsiteY2" fmla="*/ 66728 h 66789"/>
                  <a:gd name="connsiteX3" fmla="*/ 53938 w 53947"/>
                  <a:gd name="connsiteY3" fmla="*/ 62346 h 66789"/>
                  <a:gd name="connsiteX4" fmla="*/ 52605 w 53947"/>
                  <a:gd name="connsiteY4" fmla="*/ 56727 h 66789"/>
                  <a:gd name="connsiteX5" fmla="*/ 15362 w 53947"/>
                  <a:gd name="connsiteY5" fmla="*/ 2339 h 66789"/>
                  <a:gd name="connsiteX6" fmla="*/ 122 w 53947"/>
                  <a:gd name="connsiteY6" fmla="*/ 5387 h 66789"/>
                  <a:gd name="connsiteX7" fmla="*/ 18600 w 53947"/>
                  <a:gd name="connsiteY7" fmla="*/ 37296 h 66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947" h="66789">
                    <a:moveTo>
                      <a:pt x="18600" y="37296"/>
                    </a:moveTo>
                    <a:cubicBezTo>
                      <a:pt x="26411" y="48059"/>
                      <a:pt x="34793" y="58727"/>
                      <a:pt x="46318" y="65490"/>
                    </a:cubicBezTo>
                    <a:cubicBezTo>
                      <a:pt x="47652" y="66252"/>
                      <a:pt x="49176" y="67014"/>
                      <a:pt x="50700" y="66728"/>
                    </a:cubicBezTo>
                    <a:cubicBezTo>
                      <a:pt x="52605" y="66347"/>
                      <a:pt x="53843" y="64347"/>
                      <a:pt x="53938" y="62346"/>
                    </a:cubicBezTo>
                    <a:cubicBezTo>
                      <a:pt x="54033" y="60442"/>
                      <a:pt x="53367" y="58537"/>
                      <a:pt x="52605" y="56727"/>
                    </a:cubicBezTo>
                    <a:cubicBezTo>
                      <a:pt x="45366" y="38820"/>
                      <a:pt x="34031" y="11102"/>
                      <a:pt x="15362" y="2339"/>
                    </a:cubicBezTo>
                    <a:cubicBezTo>
                      <a:pt x="10028" y="-137"/>
                      <a:pt x="1455" y="-2424"/>
                      <a:pt x="122" y="5387"/>
                    </a:cubicBezTo>
                    <a:cubicBezTo>
                      <a:pt x="-1497" y="14912"/>
                      <a:pt x="13457" y="30057"/>
                      <a:pt x="18600" y="37296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275" name="Forme libre : forme 11274">
                <a:extLst>
                  <a:ext uri="{FF2B5EF4-FFF2-40B4-BE49-F238E27FC236}">
                    <a16:creationId xmlns:a16="http://schemas.microsoft.com/office/drawing/2014/main" id="{CE36116B-8CB2-406F-8976-8F81848E517B}"/>
                  </a:ext>
                </a:extLst>
              </p:cNvPr>
              <p:cNvSpPr/>
              <p:nvPr/>
            </p:nvSpPr>
            <p:spPr>
              <a:xfrm>
                <a:off x="1757817" y="2682176"/>
                <a:ext cx="165163" cy="75152"/>
              </a:xfrm>
              <a:custGeom>
                <a:avLst/>
                <a:gdLst>
                  <a:gd name="connsiteX0" fmla="*/ 69532 w 165163"/>
                  <a:gd name="connsiteY0" fmla="*/ 40577 h 75152"/>
                  <a:gd name="connsiteX1" fmla="*/ 42386 w 165163"/>
                  <a:gd name="connsiteY1" fmla="*/ 0 h 75152"/>
                  <a:gd name="connsiteX2" fmla="*/ 78772 w 165163"/>
                  <a:gd name="connsiteY2" fmla="*/ 39433 h 75152"/>
                  <a:gd name="connsiteX3" fmla="*/ 128111 w 165163"/>
                  <a:gd name="connsiteY3" fmla="*/ 63341 h 75152"/>
                  <a:gd name="connsiteX4" fmla="*/ 165163 w 165163"/>
                  <a:gd name="connsiteY4" fmla="*/ 75152 h 75152"/>
                  <a:gd name="connsiteX5" fmla="*/ 65341 w 165163"/>
                  <a:gd name="connsiteY5" fmla="*/ 46768 h 75152"/>
                  <a:gd name="connsiteX6" fmla="*/ 15907 w 165163"/>
                  <a:gd name="connsiteY6" fmla="*/ 26956 h 75152"/>
                  <a:gd name="connsiteX7" fmla="*/ 0 w 165163"/>
                  <a:gd name="connsiteY7" fmla="*/ 20383 h 75152"/>
                  <a:gd name="connsiteX8" fmla="*/ 12573 w 165163"/>
                  <a:gd name="connsiteY8" fmla="*/ 23336 h 75152"/>
                  <a:gd name="connsiteX9" fmla="*/ 31051 w 165163"/>
                  <a:gd name="connsiteY9" fmla="*/ 29813 h 75152"/>
                  <a:gd name="connsiteX10" fmla="*/ 69532 w 165163"/>
                  <a:gd name="connsiteY10" fmla="*/ 40577 h 75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5163" h="75152">
                    <a:moveTo>
                      <a:pt x="69532" y="40577"/>
                    </a:moveTo>
                    <a:cubicBezTo>
                      <a:pt x="62579" y="25813"/>
                      <a:pt x="53340" y="12097"/>
                      <a:pt x="42386" y="0"/>
                    </a:cubicBezTo>
                    <a:cubicBezTo>
                      <a:pt x="57340" y="10001"/>
                      <a:pt x="65437" y="27432"/>
                      <a:pt x="78772" y="39433"/>
                    </a:cubicBezTo>
                    <a:cubicBezTo>
                      <a:pt x="92392" y="51816"/>
                      <a:pt x="110585" y="57722"/>
                      <a:pt x="128111" y="63341"/>
                    </a:cubicBezTo>
                    <a:cubicBezTo>
                      <a:pt x="140494" y="67247"/>
                      <a:pt x="152781" y="71247"/>
                      <a:pt x="165163" y="75152"/>
                    </a:cubicBezTo>
                    <a:cubicBezTo>
                      <a:pt x="130969" y="69628"/>
                      <a:pt x="97726" y="59055"/>
                      <a:pt x="65341" y="46768"/>
                    </a:cubicBezTo>
                    <a:cubicBezTo>
                      <a:pt x="48768" y="40481"/>
                      <a:pt x="32385" y="33719"/>
                      <a:pt x="15907" y="26956"/>
                    </a:cubicBezTo>
                    <a:cubicBezTo>
                      <a:pt x="10668" y="24670"/>
                      <a:pt x="5239" y="22860"/>
                      <a:pt x="0" y="20383"/>
                    </a:cubicBezTo>
                    <a:cubicBezTo>
                      <a:pt x="4763" y="19717"/>
                      <a:pt x="8287" y="21717"/>
                      <a:pt x="12573" y="23336"/>
                    </a:cubicBezTo>
                    <a:cubicBezTo>
                      <a:pt x="18669" y="25718"/>
                      <a:pt x="24860" y="27813"/>
                      <a:pt x="31051" y="29813"/>
                    </a:cubicBezTo>
                    <a:cubicBezTo>
                      <a:pt x="43815" y="34100"/>
                      <a:pt x="56578" y="37624"/>
                      <a:pt x="69532" y="40577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276" name="Graphique 5">
              <a:extLst>
                <a:ext uri="{FF2B5EF4-FFF2-40B4-BE49-F238E27FC236}">
                  <a16:creationId xmlns:a16="http://schemas.microsoft.com/office/drawing/2014/main" id="{001CACD1-8912-4D66-991A-3B7E07EB3EFB}"/>
                </a:ext>
              </a:extLst>
            </p:cNvPr>
            <p:cNvGrpSpPr/>
            <p:nvPr/>
          </p:nvGrpSpPr>
          <p:grpSpPr>
            <a:xfrm>
              <a:off x="4155127" y="4017787"/>
              <a:ext cx="809600" cy="606802"/>
              <a:chOff x="4155127" y="4017787"/>
              <a:chExt cx="809600" cy="606802"/>
            </a:xfrm>
            <a:solidFill>
              <a:schemeClr val="accent1"/>
            </a:solidFill>
          </p:grpSpPr>
          <p:grpSp>
            <p:nvGrpSpPr>
              <p:cNvPr id="11277" name="Graphique 5">
                <a:extLst>
                  <a:ext uri="{FF2B5EF4-FFF2-40B4-BE49-F238E27FC236}">
                    <a16:creationId xmlns:a16="http://schemas.microsoft.com/office/drawing/2014/main" id="{1377E6C2-7E1E-4332-A437-534B3EA89A67}"/>
                  </a:ext>
                </a:extLst>
              </p:cNvPr>
              <p:cNvGrpSpPr/>
              <p:nvPr/>
            </p:nvGrpSpPr>
            <p:grpSpPr>
              <a:xfrm>
                <a:off x="4155127" y="4017787"/>
                <a:ext cx="809600" cy="606802"/>
                <a:chOff x="4155127" y="4017787"/>
                <a:chExt cx="809600" cy="606802"/>
              </a:xfrm>
              <a:solidFill>
                <a:schemeClr val="accent1"/>
              </a:solidFill>
            </p:grpSpPr>
            <p:sp>
              <p:nvSpPr>
                <p:cNvPr id="11278" name="Forme libre : forme 11277">
                  <a:extLst>
                    <a:ext uri="{FF2B5EF4-FFF2-40B4-BE49-F238E27FC236}">
                      <a16:creationId xmlns:a16="http://schemas.microsoft.com/office/drawing/2014/main" id="{9F98220E-DE19-4AB0-A846-A32F802EE0BD}"/>
                    </a:ext>
                  </a:extLst>
                </p:cNvPr>
                <p:cNvSpPr/>
                <p:nvPr/>
              </p:nvSpPr>
              <p:spPr>
                <a:xfrm>
                  <a:off x="4155127" y="4017787"/>
                  <a:ext cx="724889" cy="556911"/>
                </a:xfrm>
                <a:custGeom>
                  <a:avLst/>
                  <a:gdLst>
                    <a:gd name="connsiteX0" fmla="*/ 724889 w 724889"/>
                    <a:gd name="connsiteY0" fmla="*/ 239062 h 556911"/>
                    <a:gd name="connsiteX1" fmla="*/ 557059 w 724889"/>
                    <a:gd name="connsiteY1" fmla="*/ 221155 h 556911"/>
                    <a:gd name="connsiteX2" fmla="*/ 354843 w 724889"/>
                    <a:gd name="connsiteY2" fmla="*/ 176673 h 556911"/>
                    <a:gd name="connsiteX3" fmla="*/ 112908 w 724889"/>
                    <a:gd name="connsiteY3" fmla="*/ 41514 h 556911"/>
                    <a:gd name="connsiteX4" fmla="*/ 61283 w 724889"/>
                    <a:gd name="connsiteY4" fmla="*/ 2652 h 556911"/>
                    <a:gd name="connsiteX5" fmla="*/ 55853 w 724889"/>
                    <a:gd name="connsiteY5" fmla="*/ 59230 h 556911"/>
                    <a:gd name="connsiteX6" fmla="*/ 50234 w 724889"/>
                    <a:gd name="connsiteY6" fmla="*/ 69041 h 556911"/>
                    <a:gd name="connsiteX7" fmla="*/ 4037 w 724889"/>
                    <a:gd name="connsiteY7" fmla="*/ 102188 h 556911"/>
                    <a:gd name="connsiteX8" fmla="*/ 63569 w 724889"/>
                    <a:gd name="connsiteY8" fmla="*/ 127334 h 556911"/>
                    <a:gd name="connsiteX9" fmla="*/ 302075 w 724889"/>
                    <a:gd name="connsiteY9" fmla="*/ 268495 h 556911"/>
                    <a:gd name="connsiteX10" fmla="*/ 442187 w 724889"/>
                    <a:gd name="connsiteY10" fmla="*/ 420895 h 556911"/>
                    <a:gd name="connsiteX11" fmla="*/ 542104 w 724889"/>
                    <a:gd name="connsiteY11" fmla="*/ 556912 h 556911"/>
                    <a:gd name="connsiteX12" fmla="*/ 689933 w 724889"/>
                    <a:gd name="connsiteY12" fmla="*/ 432229 h 556911"/>
                    <a:gd name="connsiteX13" fmla="*/ 724889 w 724889"/>
                    <a:gd name="connsiteY13" fmla="*/ 239062 h 556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24889" h="556911">
                      <a:moveTo>
                        <a:pt x="724889" y="239062"/>
                      </a:moveTo>
                      <a:cubicBezTo>
                        <a:pt x="724889" y="239062"/>
                        <a:pt x="667358" y="222679"/>
                        <a:pt x="557059" y="221155"/>
                      </a:cubicBezTo>
                      <a:cubicBezTo>
                        <a:pt x="446854" y="219536"/>
                        <a:pt x="421328" y="212488"/>
                        <a:pt x="354843" y="176673"/>
                      </a:cubicBezTo>
                      <a:cubicBezTo>
                        <a:pt x="288359" y="140859"/>
                        <a:pt x="126434" y="49610"/>
                        <a:pt x="112908" y="41514"/>
                      </a:cubicBezTo>
                      <a:cubicBezTo>
                        <a:pt x="99287" y="33417"/>
                        <a:pt x="68331" y="17415"/>
                        <a:pt x="61283" y="2652"/>
                      </a:cubicBezTo>
                      <a:cubicBezTo>
                        <a:pt x="54234" y="-12112"/>
                        <a:pt x="38708" y="38656"/>
                        <a:pt x="55853" y="59230"/>
                      </a:cubicBezTo>
                      <a:lnTo>
                        <a:pt x="50234" y="69041"/>
                      </a:lnTo>
                      <a:cubicBezTo>
                        <a:pt x="23849" y="64564"/>
                        <a:pt x="-12155" y="103426"/>
                        <a:pt x="4037" y="102188"/>
                      </a:cubicBezTo>
                      <a:cubicBezTo>
                        <a:pt x="20325" y="100855"/>
                        <a:pt x="49757" y="119619"/>
                        <a:pt x="63569" y="127334"/>
                      </a:cubicBezTo>
                      <a:cubicBezTo>
                        <a:pt x="77475" y="134954"/>
                        <a:pt x="237686" y="229061"/>
                        <a:pt x="302075" y="268495"/>
                      </a:cubicBezTo>
                      <a:cubicBezTo>
                        <a:pt x="366464" y="307928"/>
                        <a:pt x="385323" y="326406"/>
                        <a:pt x="442187" y="420895"/>
                      </a:cubicBezTo>
                      <a:cubicBezTo>
                        <a:pt x="498956" y="515382"/>
                        <a:pt x="542104" y="556912"/>
                        <a:pt x="542104" y="556912"/>
                      </a:cubicBezTo>
                      <a:lnTo>
                        <a:pt x="689933" y="432229"/>
                      </a:lnTo>
                      <a:lnTo>
                        <a:pt x="724889" y="239062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1279" name="Graphique 5">
                  <a:extLst>
                    <a:ext uri="{FF2B5EF4-FFF2-40B4-BE49-F238E27FC236}">
                      <a16:creationId xmlns:a16="http://schemas.microsoft.com/office/drawing/2014/main" id="{C94542C4-0E24-4C0E-BB68-B69606F071E9}"/>
                    </a:ext>
                  </a:extLst>
                </p:cNvPr>
                <p:cNvGrpSpPr/>
                <p:nvPr/>
              </p:nvGrpSpPr>
              <p:grpSpPr>
                <a:xfrm>
                  <a:off x="4751834" y="4356818"/>
                  <a:ext cx="196984" cy="188004"/>
                  <a:chOff x="4751834" y="4356818"/>
                  <a:chExt cx="196984" cy="188004"/>
                </a:xfrm>
                <a:solidFill>
                  <a:schemeClr val="accent1"/>
                </a:solidFill>
              </p:grpSpPr>
              <p:sp>
                <p:nvSpPr>
                  <p:cNvPr id="11280" name="Forme libre : forme 11279">
                    <a:extLst>
                      <a:ext uri="{FF2B5EF4-FFF2-40B4-BE49-F238E27FC236}">
                        <a16:creationId xmlns:a16="http://schemas.microsoft.com/office/drawing/2014/main" id="{8E87F00E-46E4-4E14-B856-A9FD7A2157D9}"/>
                      </a:ext>
                    </a:extLst>
                  </p:cNvPr>
                  <p:cNvSpPr/>
                  <p:nvPr/>
                </p:nvSpPr>
                <p:spPr>
                  <a:xfrm rot="-3605671">
                    <a:off x="4785934" y="4374235"/>
                    <a:ext cx="128785" cy="153171"/>
                  </a:xfrm>
                  <a:custGeom>
                    <a:avLst/>
                    <a:gdLst>
                      <a:gd name="connsiteX0" fmla="*/ 128786 w 128785"/>
                      <a:gd name="connsiteY0" fmla="*/ 76586 h 153171"/>
                      <a:gd name="connsiteX1" fmla="*/ 64393 w 128785"/>
                      <a:gd name="connsiteY1" fmla="*/ 153171 h 153171"/>
                      <a:gd name="connsiteX2" fmla="*/ 0 w 128785"/>
                      <a:gd name="connsiteY2" fmla="*/ 76586 h 153171"/>
                      <a:gd name="connsiteX3" fmla="*/ 64393 w 128785"/>
                      <a:gd name="connsiteY3" fmla="*/ 0 h 153171"/>
                      <a:gd name="connsiteX4" fmla="*/ 128786 w 128785"/>
                      <a:gd name="connsiteY4" fmla="*/ 76586 h 15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5" h="153171">
                        <a:moveTo>
                          <a:pt x="128786" y="76586"/>
                        </a:moveTo>
                        <a:cubicBezTo>
                          <a:pt x="128786" y="118883"/>
                          <a:pt x="99956" y="153171"/>
                          <a:pt x="64393" y="153171"/>
                        </a:cubicBezTo>
                        <a:cubicBezTo>
                          <a:pt x="28829" y="153171"/>
                          <a:pt x="0" y="118883"/>
                          <a:pt x="0" y="76586"/>
                        </a:cubicBezTo>
                        <a:cubicBezTo>
                          <a:pt x="0" y="34289"/>
                          <a:pt x="28829" y="0"/>
                          <a:pt x="64393" y="0"/>
                        </a:cubicBezTo>
                        <a:cubicBezTo>
                          <a:pt x="99956" y="0"/>
                          <a:pt x="128786" y="34289"/>
                          <a:pt x="128786" y="76586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6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281" name="Forme libre : forme 11280">
                    <a:extLst>
                      <a:ext uri="{FF2B5EF4-FFF2-40B4-BE49-F238E27FC236}">
                        <a16:creationId xmlns:a16="http://schemas.microsoft.com/office/drawing/2014/main" id="{3562BC42-0C40-4648-A34B-B675834DA326}"/>
                      </a:ext>
                    </a:extLst>
                  </p:cNvPr>
                  <p:cNvSpPr/>
                  <p:nvPr/>
                </p:nvSpPr>
                <p:spPr>
                  <a:xfrm>
                    <a:off x="4776163" y="4383252"/>
                    <a:ext cx="95567" cy="134487"/>
                  </a:xfrm>
                  <a:custGeom>
                    <a:avLst/>
                    <a:gdLst>
                      <a:gd name="connsiteX0" fmla="*/ 74136 w 95567"/>
                      <a:gd name="connsiteY0" fmla="*/ 134487 h 134487"/>
                      <a:gd name="connsiteX1" fmla="*/ 63849 w 95567"/>
                      <a:gd name="connsiteY1" fmla="*/ 129439 h 134487"/>
                      <a:gd name="connsiteX2" fmla="*/ 29559 w 95567"/>
                      <a:gd name="connsiteY2" fmla="*/ 35427 h 134487"/>
                      <a:gd name="connsiteX3" fmla="*/ 95567 w 95567"/>
                      <a:gd name="connsiteY3" fmla="*/ 6757 h 134487"/>
                      <a:gd name="connsiteX4" fmla="*/ 7366 w 95567"/>
                      <a:gd name="connsiteY4" fmla="*/ 29426 h 134487"/>
                      <a:gd name="connsiteX5" fmla="*/ 41656 w 95567"/>
                      <a:gd name="connsiteY5" fmla="*/ 123438 h 134487"/>
                      <a:gd name="connsiteX6" fmla="*/ 74136 w 95567"/>
                      <a:gd name="connsiteY6" fmla="*/ 134487 h 134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5567" h="134487">
                        <a:moveTo>
                          <a:pt x="74136" y="134487"/>
                        </a:moveTo>
                        <a:cubicBezTo>
                          <a:pt x="70707" y="133058"/>
                          <a:pt x="67183" y="131439"/>
                          <a:pt x="63849" y="129439"/>
                        </a:cubicBezTo>
                        <a:cubicBezTo>
                          <a:pt x="27178" y="108389"/>
                          <a:pt x="12033" y="66383"/>
                          <a:pt x="29559" y="35427"/>
                        </a:cubicBezTo>
                        <a:cubicBezTo>
                          <a:pt x="43275" y="11234"/>
                          <a:pt x="71945" y="-292"/>
                          <a:pt x="95567" y="6757"/>
                        </a:cubicBezTo>
                        <a:cubicBezTo>
                          <a:pt x="61277" y="-7626"/>
                          <a:pt x="23463" y="1423"/>
                          <a:pt x="7366" y="29426"/>
                        </a:cubicBezTo>
                        <a:cubicBezTo>
                          <a:pt x="-10351" y="60287"/>
                          <a:pt x="4984" y="102388"/>
                          <a:pt x="41656" y="123438"/>
                        </a:cubicBezTo>
                        <a:cubicBezTo>
                          <a:pt x="52228" y="129439"/>
                          <a:pt x="63277" y="133058"/>
                          <a:pt x="74136" y="134487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282" name="Forme libre : forme 11281">
                    <a:extLst>
                      <a:ext uri="{FF2B5EF4-FFF2-40B4-BE49-F238E27FC236}">
                        <a16:creationId xmlns:a16="http://schemas.microsoft.com/office/drawing/2014/main" id="{5144ECEE-5E93-4851-8C3D-FD0CFB8A5AD4}"/>
                      </a:ext>
                    </a:extLst>
                  </p:cNvPr>
                  <p:cNvSpPr/>
                  <p:nvPr/>
                </p:nvSpPr>
                <p:spPr>
                  <a:xfrm rot="-2324420">
                    <a:off x="4855208" y="4410402"/>
                    <a:ext cx="59246" cy="74867"/>
                  </a:xfrm>
                  <a:custGeom>
                    <a:avLst/>
                    <a:gdLst>
                      <a:gd name="connsiteX0" fmla="*/ 59246 w 59246"/>
                      <a:gd name="connsiteY0" fmla="*/ 37434 h 74867"/>
                      <a:gd name="connsiteX1" fmla="*/ 29623 w 59246"/>
                      <a:gd name="connsiteY1" fmla="*/ 74867 h 74867"/>
                      <a:gd name="connsiteX2" fmla="*/ 0 w 59246"/>
                      <a:gd name="connsiteY2" fmla="*/ 37434 h 74867"/>
                      <a:gd name="connsiteX3" fmla="*/ 29623 w 59246"/>
                      <a:gd name="connsiteY3" fmla="*/ 0 h 74867"/>
                      <a:gd name="connsiteX4" fmla="*/ 59246 w 59246"/>
                      <a:gd name="connsiteY4" fmla="*/ 37434 h 74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6" h="74867">
                        <a:moveTo>
                          <a:pt x="59246" y="37434"/>
                        </a:moveTo>
                        <a:cubicBezTo>
                          <a:pt x="59246" y="58108"/>
                          <a:pt x="45984" y="74867"/>
                          <a:pt x="29623" y="74867"/>
                        </a:cubicBezTo>
                        <a:cubicBezTo>
                          <a:pt x="13263" y="74867"/>
                          <a:pt x="0" y="58108"/>
                          <a:pt x="0" y="37434"/>
                        </a:cubicBezTo>
                        <a:cubicBezTo>
                          <a:pt x="0" y="16760"/>
                          <a:pt x="13263" y="0"/>
                          <a:pt x="29623" y="0"/>
                        </a:cubicBezTo>
                        <a:cubicBezTo>
                          <a:pt x="45984" y="0"/>
                          <a:pt x="59246" y="16760"/>
                          <a:pt x="59246" y="3743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283" name="Forme libre : forme 11282">
                    <a:extLst>
                      <a:ext uri="{FF2B5EF4-FFF2-40B4-BE49-F238E27FC236}">
                        <a16:creationId xmlns:a16="http://schemas.microsoft.com/office/drawing/2014/main" id="{9B435391-0677-4E2B-BED7-7C87CC1DAA02}"/>
                      </a:ext>
                    </a:extLst>
                  </p:cNvPr>
                  <p:cNvSpPr/>
                  <p:nvPr/>
                </p:nvSpPr>
                <p:spPr>
                  <a:xfrm>
                    <a:off x="4888780" y="4472210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9"/>
                          <a:pt x="0" y="8954"/>
                        </a:cubicBezTo>
                        <a:cubicBezTo>
                          <a:pt x="0" y="4009"/>
                          <a:pt x="4008" y="0"/>
                          <a:pt x="8954" y="0"/>
                        </a:cubicBezTo>
                        <a:cubicBezTo>
                          <a:pt x="13898" y="0"/>
                          <a:pt x="17907" y="4008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284" name="Graphique 5">
                  <a:extLst>
                    <a:ext uri="{FF2B5EF4-FFF2-40B4-BE49-F238E27FC236}">
                      <a16:creationId xmlns:a16="http://schemas.microsoft.com/office/drawing/2014/main" id="{9E97BFA8-F1B3-444A-A931-8F0D84DE0D36}"/>
                    </a:ext>
                  </a:extLst>
                </p:cNvPr>
                <p:cNvGrpSpPr/>
                <p:nvPr/>
              </p:nvGrpSpPr>
              <p:grpSpPr>
                <a:xfrm>
                  <a:off x="4767743" y="4226473"/>
                  <a:ext cx="196984" cy="188004"/>
                  <a:chOff x="4767743" y="4226473"/>
                  <a:chExt cx="196984" cy="188004"/>
                </a:xfrm>
                <a:solidFill>
                  <a:schemeClr val="accent1"/>
                </a:solidFill>
              </p:grpSpPr>
              <p:sp>
                <p:nvSpPr>
                  <p:cNvPr id="11285" name="Forme libre : forme 11284">
                    <a:extLst>
                      <a:ext uri="{FF2B5EF4-FFF2-40B4-BE49-F238E27FC236}">
                        <a16:creationId xmlns:a16="http://schemas.microsoft.com/office/drawing/2014/main" id="{772F085F-8EAE-4C36-ADBF-B9435990C608}"/>
                      </a:ext>
                    </a:extLst>
                  </p:cNvPr>
                  <p:cNvSpPr/>
                  <p:nvPr/>
                </p:nvSpPr>
                <p:spPr>
                  <a:xfrm rot="-3605671">
                    <a:off x="4801843" y="4243890"/>
                    <a:ext cx="128785" cy="153171"/>
                  </a:xfrm>
                  <a:custGeom>
                    <a:avLst/>
                    <a:gdLst>
                      <a:gd name="connsiteX0" fmla="*/ 128785 w 128785"/>
                      <a:gd name="connsiteY0" fmla="*/ 76585 h 153171"/>
                      <a:gd name="connsiteX1" fmla="*/ 64393 w 128785"/>
                      <a:gd name="connsiteY1" fmla="*/ 153171 h 153171"/>
                      <a:gd name="connsiteX2" fmla="*/ 0 w 128785"/>
                      <a:gd name="connsiteY2" fmla="*/ 76585 h 153171"/>
                      <a:gd name="connsiteX3" fmla="*/ 64393 w 128785"/>
                      <a:gd name="connsiteY3" fmla="*/ 0 h 153171"/>
                      <a:gd name="connsiteX4" fmla="*/ 128785 w 128785"/>
                      <a:gd name="connsiteY4" fmla="*/ 76585 h 15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5" h="153171">
                        <a:moveTo>
                          <a:pt x="128785" y="76585"/>
                        </a:moveTo>
                        <a:cubicBezTo>
                          <a:pt x="128785" y="118882"/>
                          <a:pt x="99956" y="153171"/>
                          <a:pt x="64393" y="153171"/>
                        </a:cubicBezTo>
                        <a:cubicBezTo>
                          <a:pt x="28829" y="153171"/>
                          <a:pt x="0" y="118882"/>
                          <a:pt x="0" y="76585"/>
                        </a:cubicBezTo>
                        <a:cubicBezTo>
                          <a:pt x="0" y="34288"/>
                          <a:pt x="28829" y="0"/>
                          <a:pt x="64393" y="0"/>
                        </a:cubicBezTo>
                        <a:cubicBezTo>
                          <a:pt x="99956" y="0"/>
                          <a:pt x="128785" y="34288"/>
                          <a:pt x="128785" y="76585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6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286" name="Forme libre : forme 11285">
                    <a:extLst>
                      <a:ext uri="{FF2B5EF4-FFF2-40B4-BE49-F238E27FC236}">
                        <a16:creationId xmlns:a16="http://schemas.microsoft.com/office/drawing/2014/main" id="{BF2CACF9-A11F-4ADB-92ED-8FC6825289C6}"/>
                      </a:ext>
                    </a:extLst>
                  </p:cNvPr>
                  <p:cNvSpPr/>
                  <p:nvPr/>
                </p:nvSpPr>
                <p:spPr>
                  <a:xfrm>
                    <a:off x="4792070" y="4252950"/>
                    <a:ext cx="95567" cy="134487"/>
                  </a:xfrm>
                  <a:custGeom>
                    <a:avLst/>
                    <a:gdLst>
                      <a:gd name="connsiteX0" fmla="*/ 74136 w 95567"/>
                      <a:gd name="connsiteY0" fmla="*/ 134487 h 134487"/>
                      <a:gd name="connsiteX1" fmla="*/ 63849 w 95567"/>
                      <a:gd name="connsiteY1" fmla="*/ 129439 h 134487"/>
                      <a:gd name="connsiteX2" fmla="*/ 29559 w 95567"/>
                      <a:gd name="connsiteY2" fmla="*/ 35427 h 134487"/>
                      <a:gd name="connsiteX3" fmla="*/ 95567 w 95567"/>
                      <a:gd name="connsiteY3" fmla="*/ 6757 h 134487"/>
                      <a:gd name="connsiteX4" fmla="*/ 7366 w 95567"/>
                      <a:gd name="connsiteY4" fmla="*/ 29426 h 134487"/>
                      <a:gd name="connsiteX5" fmla="*/ 41656 w 95567"/>
                      <a:gd name="connsiteY5" fmla="*/ 123438 h 134487"/>
                      <a:gd name="connsiteX6" fmla="*/ 74136 w 95567"/>
                      <a:gd name="connsiteY6" fmla="*/ 134487 h 134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5567" h="134487">
                        <a:moveTo>
                          <a:pt x="74136" y="134487"/>
                        </a:moveTo>
                        <a:cubicBezTo>
                          <a:pt x="70707" y="133058"/>
                          <a:pt x="67183" y="131439"/>
                          <a:pt x="63849" y="129439"/>
                        </a:cubicBezTo>
                        <a:cubicBezTo>
                          <a:pt x="27178" y="108388"/>
                          <a:pt x="12033" y="66383"/>
                          <a:pt x="29559" y="35427"/>
                        </a:cubicBezTo>
                        <a:cubicBezTo>
                          <a:pt x="43275" y="11234"/>
                          <a:pt x="71945" y="-292"/>
                          <a:pt x="95567" y="6757"/>
                        </a:cubicBezTo>
                        <a:cubicBezTo>
                          <a:pt x="61277" y="-7626"/>
                          <a:pt x="23463" y="1423"/>
                          <a:pt x="7366" y="29426"/>
                        </a:cubicBezTo>
                        <a:cubicBezTo>
                          <a:pt x="-10351" y="60287"/>
                          <a:pt x="4984" y="102388"/>
                          <a:pt x="41656" y="123438"/>
                        </a:cubicBezTo>
                        <a:cubicBezTo>
                          <a:pt x="52228" y="129439"/>
                          <a:pt x="63277" y="133058"/>
                          <a:pt x="74136" y="134487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287" name="Forme libre : forme 11286">
                    <a:extLst>
                      <a:ext uri="{FF2B5EF4-FFF2-40B4-BE49-F238E27FC236}">
                        <a16:creationId xmlns:a16="http://schemas.microsoft.com/office/drawing/2014/main" id="{C982A15E-F3F1-44A5-AB98-C3EA666CD901}"/>
                      </a:ext>
                    </a:extLst>
                  </p:cNvPr>
                  <p:cNvSpPr/>
                  <p:nvPr/>
                </p:nvSpPr>
                <p:spPr>
                  <a:xfrm rot="-2324420">
                    <a:off x="4871121" y="4280076"/>
                    <a:ext cx="59246" cy="74867"/>
                  </a:xfrm>
                  <a:custGeom>
                    <a:avLst/>
                    <a:gdLst>
                      <a:gd name="connsiteX0" fmla="*/ 59246 w 59246"/>
                      <a:gd name="connsiteY0" fmla="*/ 37434 h 74867"/>
                      <a:gd name="connsiteX1" fmla="*/ 29623 w 59246"/>
                      <a:gd name="connsiteY1" fmla="*/ 74867 h 74867"/>
                      <a:gd name="connsiteX2" fmla="*/ 0 w 59246"/>
                      <a:gd name="connsiteY2" fmla="*/ 37434 h 74867"/>
                      <a:gd name="connsiteX3" fmla="*/ 29623 w 59246"/>
                      <a:gd name="connsiteY3" fmla="*/ 0 h 74867"/>
                      <a:gd name="connsiteX4" fmla="*/ 59246 w 59246"/>
                      <a:gd name="connsiteY4" fmla="*/ 37434 h 74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6" h="74867">
                        <a:moveTo>
                          <a:pt x="59246" y="37434"/>
                        </a:moveTo>
                        <a:cubicBezTo>
                          <a:pt x="59246" y="58108"/>
                          <a:pt x="45983" y="74867"/>
                          <a:pt x="29623" y="74867"/>
                        </a:cubicBezTo>
                        <a:cubicBezTo>
                          <a:pt x="13263" y="74867"/>
                          <a:pt x="0" y="58108"/>
                          <a:pt x="0" y="37434"/>
                        </a:cubicBezTo>
                        <a:cubicBezTo>
                          <a:pt x="0" y="16760"/>
                          <a:pt x="13263" y="0"/>
                          <a:pt x="29623" y="0"/>
                        </a:cubicBezTo>
                        <a:cubicBezTo>
                          <a:pt x="45983" y="0"/>
                          <a:pt x="59246" y="16760"/>
                          <a:pt x="59246" y="3743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288" name="Forme libre : forme 11287">
                    <a:extLst>
                      <a:ext uri="{FF2B5EF4-FFF2-40B4-BE49-F238E27FC236}">
                        <a16:creationId xmlns:a16="http://schemas.microsoft.com/office/drawing/2014/main" id="{2CD45771-E4F6-4690-AFF6-431AD7EFE240}"/>
                      </a:ext>
                    </a:extLst>
                  </p:cNvPr>
                  <p:cNvSpPr/>
                  <p:nvPr/>
                </p:nvSpPr>
                <p:spPr>
                  <a:xfrm>
                    <a:off x="4904687" y="4341908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4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289" name="Graphique 5">
                  <a:extLst>
                    <a:ext uri="{FF2B5EF4-FFF2-40B4-BE49-F238E27FC236}">
                      <a16:creationId xmlns:a16="http://schemas.microsoft.com/office/drawing/2014/main" id="{0079A0E0-69FA-42BA-B412-4E82189D0DE4}"/>
                    </a:ext>
                  </a:extLst>
                </p:cNvPr>
                <p:cNvGrpSpPr/>
                <p:nvPr/>
              </p:nvGrpSpPr>
              <p:grpSpPr>
                <a:xfrm>
                  <a:off x="4646886" y="4436586"/>
                  <a:ext cx="196984" cy="188004"/>
                  <a:chOff x="4646886" y="4436586"/>
                  <a:chExt cx="196984" cy="188004"/>
                </a:xfrm>
                <a:solidFill>
                  <a:schemeClr val="accent1"/>
                </a:solidFill>
              </p:grpSpPr>
              <p:sp>
                <p:nvSpPr>
                  <p:cNvPr id="11290" name="Forme libre : forme 11289">
                    <a:extLst>
                      <a:ext uri="{FF2B5EF4-FFF2-40B4-BE49-F238E27FC236}">
                        <a16:creationId xmlns:a16="http://schemas.microsoft.com/office/drawing/2014/main" id="{50A873DF-BC8F-467E-9E13-5ABB446D6D18}"/>
                      </a:ext>
                    </a:extLst>
                  </p:cNvPr>
                  <p:cNvSpPr/>
                  <p:nvPr/>
                </p:nvSpPr>
                <p:spPr>
                  <a:xfrm rot="-3605671">
                    <a:off x="4680986" y="4454002"/>
                    <a:ext cx="128785" cy="153171"/>
                  </a:xfrm>
                  <a:custGeom>
                    <a:avLst/>
                    <a:gdLst>
                      <a:gd name="connsiteX0" fmla="*/ 128785 w 128785"/>
                      <a:gd name="connsiteY0" fmla="*/ 76586 h 153171"/>
                      <a:gd name="connsiteX1" fmla="*/ 64393 w 128785"/>
                      <a:gd name="connsiteY1" fmla="*/ 153171 h 153171"/>
                      <a:gd name="connsiteX2" fmla="*/ 0 w 128785"/>
                      <a:gd name="connsiteY2" fmla="*/ 76586 h 153171"/>
                      <a:gd name="connsiteX3" fmla="*/ 64393 w 128785"/>
                      <a:gd name="connsiteY3" fmla="*/ 0 h 153171"/>
                      <a:gd name="connsiteX4" fmla="*/ 128785 w 128785"/>
                      <a:gd name="connsiteY4" fmla="*/ 76586 h 15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5" h="153171">
                        <a:moveTo>
                          <a:pt x="128785" y="76586"/>
                        </a:moveTo>
                        <a:cubicBezTo>
                          <a:pt x="128785" y="118883"/>
                          <a:pt x="99956" y="153171"/>
                          <a:pt x="64393" y="153171"/>
                        </a:cubicBezTo>
                        <a:cubicBezTo>
                          <a:pt x="28829" y="153171"/>
                          <a:pt x="0" y="118883"/>
                          <a:pt x="0" y="76586"/>
                        </a:cubicBezTo>
                        <a:cubicBezTo>
                          <a:pt x="0" y="34289"/>
                          <a:pt x="28829" y="0"/>
                          <a:pt x="64393" y="0"/>
                        </a:cubicBezTo>
                        <a:cubicBezTo>
                          <a:pt x="99956" y="0"/>
                          <a:pt x="128785" y="34289"/>
                          <a:pt x="128785" y="76586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6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291" name="Forme libre : forme 11290">
                    <a:extLst>
                      <a:ext uri="{FF2B5EF4-FFF2-40B4-BE49-F238E27FC236}">
                        <a16:creationId xmlns:a16="http://schemas.microsoft.com/office/drawing/2014/main" id="{D424CEF9-57D1-4BC2-AFF4-A276501097BB}"/>
                      </a:ext>
                    </a:extLst>
                  </p:cNvPr>
                  <p:cNvSpPr/>
                  <p:nvPr/>
                </p:nvSpPr>
                <p:spPr>
                  <a:xfrm>
                    <a:off x="4671293" y="4462976"/>
                    <a:ext cx="95567" cy="134486"/>
                  </a:xfrm>
                  <a:custGeom>
                    <a:avLst/>
                    <a:gdLst>
                      <a:gd name="connsiteX0" fmla="*/ 74136 w 95567"/>
                      <a:gd name="connsiteY0" fmla="*/ 134487 h 134486"/>
                      <a:gd name="connsiteX1" fmla="*/ 63849 w 95567"/>
                      <a:gd name="connsiteY1" fmla="*/ 129439 h 134486"/>
                      <a:gd name="connsiteX2" fmla="*/ 29559 w 95567"/>
                      <a:gd name="connsiteY2" fmla="*/ 35427 h 134486"/>
                      <a:gd name="connsiteX3" fmla="*/ 95567 w 95567"/>
                      <a:gd name="connsiteY3" fmla="*/ 6757 h 134486"/>
                      <a:gd name="connsiteX4" fmla="*/ 7366 w 95567"/>
                      <a:gd name="connsiteY4" fmla="*/ 29426 h 134486"/>
                      <a:gd name="connsiteX5" fmla="*/ 41656 w 95567"/>
                      <a:gd name="connsiteY5" fmla="*/ 123438 h 134486"/>
                      <a:gd name="connsiteX6" fmla="*/ 74136 w 95567"/>
                      <a:gd name="connsiteY6" fmla="*/ 134487 h 134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5567" h="134486">
                        <a:moveTo>
                          <a:pt x="74136" y="134487"/>
                        </a:moveTo>
                        <a:cubicBezTo>
                          <a:pt x="70707" y="133058"/>
                          <a:pt x="67183" y="131439"/>
                          <a:pt x="63849" y="129439"/>
                        </a:cubicBezTo>
                        <a:cubicBezTo>
                          <a:pt x="27178" y="108389"/>
                          <a:pt x="12033" y="66383"/>
                          <a:pt x="29559" y="35427"/>
                        </a:cubicBezTo>
                        <a:cubicBezTo>
                          <a:pt x="43275" y="11233"/>
                          <a:pt x="71945" y="-292"/>
                          <a:pt x="95567" y="6757"/>
                        </a:cubicBezTo>
                        <a:cubicBezTo>
                          <a:pt x="61277" y="-7626"/>
                          <a:pt x="23463" y="1423"/>
                          <a:pt x="7366" y="29426"/>
                        </a:cubicBezTo>
                        <a:cubicBezTo>
                          <a:pt x="-10351" y="60287"/>
                          <a:pt x="4984" y="102388"/>
                          <a:pt x="41656" y="123438"/>
                        </a:cubicBezTo>
                        <a:cubicBezTo>
                          <a:pt x="52133" y="129439"/>
                          <a:pt x="63182" y="133058"/>
                          <a:pt x="74136" y="134487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292" name="Forme libre : forme 11291">
                    <a:extLst>
                      <a:ext uri="{FF2B5EF4-FFF2-40B4-BE49-F238E27FC236}">
                        <a16:creationId xmlns:a16="http://schemas.microsoft.com/office/drawing/2014/main" id="{BF48F52B-5B3A-43BD-8AE2-766B3F2AE81D}"/>
                      </a:ext>
                    </a:extLst>
                  </p:cNvPr>
                  <p:cNvSpPr/>
                  <p:nvPr/>
                </p:nvSpPr>
                <p:spPr>
                  <a:xfrm rot="-2324420">
                    <a:off x="4750246" y="4490154"/>
                    <a:ext cx="59246" cy="74867"/>
                  </a:xfrm>
                  <a:custGeom>
                    <a:avLst/>
                    <a:gdLst>
                      <a:gd name="connsiteX0" fmla="*/ 59246 w 59246"/>
                      <a:gd name="connsiteY0" fmla="*/ 37434 h 74867"/>
                      <a:gd name="connsiteX1" fmla="*/ 29623 w 59246"/>
                      <a:gd name="connsiteY1" fmla="*/ 74867 h 74867"/>
                      <a:gd name="connsiteX2" fmla="*/ 0 w 59246"/>
                      <a:gd name="connsiteY2" fmla="*/ 37434 h 74867"/>
                      <a:gd name="connsiteX3" fmla="*/ 29623 w 59246"/>
                      <a:gd name="connsiteY3" fmla="*/ 0 h 74867"/>
                      <a:gd name="connsiteX4" fmla="*/ 59246 w 59246"/>
                      <a:gd name="connsiteY4" fmla="*/ 37434 h 74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6" h="74867">
                        <a:moveTo>
                          <a:pt x="59246" y="37434"/>
                        </a:moveTo>
                        <a:cubicBezTo>
                          <a:pt x="59246" y="58108"/>
                          <a:pt x="45983" y="74867"/>
                          <a:pt x="29623" y="74867"/>
                        </a:cubicBezTo>
                        <a:cubicBezTo>
                          <a:pt x="13263" y="74867"/>
                          <a:pt x="0" y="58108"/>
                          <a:pt x="0" y="37434"/>
                        </a:cubicBezTo>
                        <a:cubicBezTo>
                          <a:pt x="0" y="16760"/>
                          <a:pt x="13263" y="0"/>
                          <a:pt x="29623" y="0"/>
                        </a:cubicBezTo>
                        <a:cubicBezTo>
                          <a:pt x="45983" y="0"/>
                          <a:pt x="59246" y="16760"/>
                          <a:pt x="59246" y="3743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293" name="Forme libre : forme 11292">
                    <a:extLst>
                      <a:ext uri="{FF2B5EF4-FFF2-40B4-BE49-F238E27FC236}">
                        <a16:creationId xmlns:a16="http://schemas.microsoft.com/office/drawing/2014/main" id="{FE34912A-9773-480D-9D26-F84D229344AD}"/>
                      </a:ext>
                    </a:extLst>
                  </p:cNvPr>
                  <p:cNvSpPr/>
                  <p:nvPr/>
                </p:nvSpPr>
                <p:spPr>
                  <a:xfrm>
                    <a:off x="4783910" y="4551934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9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4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1294" name="Forme libre : forme 11293">
                  <a:extLst>
                    <a:ext uri="{FF2B5EF4-FFF2-40B4-BE49-F238E27FC236}">
                      <a16:creationId xmlns:a16="http://schemas.microsoft.com/office/drawing/2014/main" id="{C51BDED0-B97C-4441-99D1-4F2A12E52730}"/>
                    </a:ext>
                  </a:extLst>
                </p:cNvPr>
                <p:cNvSpPr/>
                <p:nvPr/>
              </p:nvSpPr>
              <p:spPr>
                <a:xfrm>
                  <a:off x="4202980" y="4082611"/>
                  <a:ext cx="433482" cy="156300"/>
                </a:xfrm>
                <a:custGeom>
                  <a:avLst/>
                  <a:gdLst>
                    <a:gd name="connsiteX0" fmla="*/ 433483 w 433482"/>
                    <a:gd name="connsiteY0" fmla="*/ 154522 h 156300"/>
                    <a:gd name="connsiteX1" fmla="*/ 278511 w 433482"/>
                    <a:gd name="connsiteY1" fmla="*/ 125375 h 156300"/>
                    <a:gd name="connsiteX2" fmla="*/ 135636 w 433482"/>
                    <a:gd name="connsiteY2" fmla="*/ 54128 h 156300"/>
                    <a:gd name="connsiteX3" fmla="*/ 0 w 433482"/>
                    <a:gd name="connsiteY3" fmla="*/ 6408 h 156300"/>
                    <a:gd name="connsiteX4" fmla="*/ 21050 w 433482"/>
                    <a:gd name="connsiteY4" fmla="*/ 788 h 156300"/>
                    <a:gd name="connsiteX5" fmla="*/ 52483 w 433482"/>
                    <a:gd name="connsiteY5" fmla="*/ 7170 h 156300"/>
                    <a:gd name="connsiteX6" fmla="*/ 346329 w 433482"/>
                    <a:gd name="connsiteY6" fmla="*/ 142996 h 156300"/>
                    <a:gd name="connsiteX7" fmla="*/ 422815 w 433482"/>
                    <a:gd name="connsiteY7" fmla="*/ 154712 h 156300"/>
                    <a:gd name="connsiteX8" fmla="*/ 419862 w 433482"/>
                    <a:gd name="connsiteY8" fmla="*/ 151093 h 156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3482" h="156300">
                      <a:moveTo>
                        <a:pt x="433483" y="154522"/>
                      </a:moveTo>
                      <a:cubicBezTo>
                        <a:pt x="380714" y="161570"/>
                        <a:pt x="327279" y="146807"/>
                        <a:pt x="278511" y="125375"/>
                      </a:cubicBezTo>
                      <a:cubicBezTo>
                        <a:pt x="229743" y="103944"/>
                        <a:pt x="184213" y="75845"/>
                        <a:pt x="135636" y="54128"/>
                      </a:cubicBezTo>
                      <a:cubicBezTo>
                        <a:pt x="91821" y="34507"/>
                        <a:pt x="45911" y="20219"/>
                        <a:pt x="0" y="6408"/>
                      </a:cubicBezTo>
                      <a:cubicBezTo>
                        <a:pt x="3143" y="-831"/>
                        <a:pt x="13335" y="-640"/>
                        <a:pt x="21050" y="788"/>
                      </a:cubicBezTo>
                      <a:cubicBezTo>
                        <a:pt x="31623" y="2693"/>
                        <a:pt x="42100" y="4598"/>
                        <a:pt x="52483" y="7170"/>
                      </a:cubicBezTo>
                      <a:cubicBezTo>
                        <a:pt x="157734" y="32602"/>
                        <a:pt x="241268" y="116612"/>
                        <a:pt x="346329" y="142996"/>
                      </a:cubicBezTo>
                      <a:cubicBezTo>
                        <a:pt x="371380" y="149283"/>
                        <a:pt x="397097" y="152141"/>
                        <a:pt x="422815" y="154712"/>
                      </a:cubicBezTo>
                      <a:cubicBezTo>
                        <a:pt x="421862" y="153474"/>
                        <a:pt x="420910" y="152331"/>
                        <a:pt x="419862" y="151093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295" name="Forme libre : forme 11294">
                  <a:extLst>
                    <a:ext uri="{FF2B5EF4-FFF2-40B4-BE49-F238E27FC236}">
                      <a16:creationId xmlns:a16="http://schemas.microsoft.com/office/drawing/2014/main" id="{3C573B4D-1B76-4043-843F-1D56C4206CDD}"/>
                    </a:ext>
                  </a:extLst>
                </p:cNvPr>
                <p:cNvSpPr/>
                <p:nvPr/>
              </p:nvSpPr>
              <p:spPr>
                <a:xfrm>
                  <a:off x="4311374" y="4191984"/>
                  <a:ext cx="513873" cy="185213"/>
                </a:xfrm>
                <a:custGeom>
                  <a:avLst/>
                  <a:gdLst>
                    <a:gd name="connsiteX0" fmla="*/ 279654 w 513873"/>
                    <a:gd name="connsiteY0" fmla="*/ 84963 h 185213"/>
                    <a:gd name="connsiteX1" fmla="*/ 201739 w 513873"/>
                    <a:gd name="connsiteY1" fmla="*/ 65723 h 185213"/>
                    <a:gd name="connsiteX2" fmla="*/ 142018 w 513873"/>
                    <a:gd name="connsiteY2" fmla="*/ 49054 h 185213"/>
                    <a:gd name="connsiteX3" fmla="*/ 0 w 513873"/>
                    <a:gd name="connsiteY3" fmla="*/ 0 h 185213"/>
                    <a:gd name="connsiteX4" fmla="*/ 191167 w 513873"/>
                    <a:gd name="connsiteY4" fmla="*/ 74676 h 185213"/>
                    <a:gd name="connsiteX5" fmla="*/ 270510 w 513873"/>
                    <a:gd name="connsiteY5" fmla="*/ 101537 h 185213"/>
                    <a:gd name="connsiteX6" fmla="*/ 476917 w 513873"/>
                    <a:gd name="connsiteY6" fmla="*/ 175355 h 185213"/>
                    <a:gd name="connsiteX7" fmla="*/ 513874 w 513873"/>
                    <a:gd name="connsiteY7" fmla="*/ 185071 h 185213"/>
                    <a:gd name="connsiteX8" fmla="*/ 495871 w 513873"/>
                    <a:gd name="connsiteY8" fmla="*/ 176403 h 185213"/>
                    <a:gd name="connsiteX9" fmla="*/ 471868 w 513873"/>
                    <a:gd name="connsiteY9" fmla="*/ 167259 h 185213"/>
                    <a:gd name="connsiteX10" fmla="*/ 425958 w 513873"/>
                    <a:gd name="connsiteY10" fmla="*/ 147066 h 185213"/>
                    <a:gd name="connsiteX11" fmla="*/ 333565 w 513873"/>
                    <a:gd name="connsiteY11" fmla="*/ 104585 h 185213"/>
                    <a:gd name="connsiteX12" fmla="*/ 279654 w 513873"/>
                    <a:gd name="connsiteY12" fmla="*/ 84963 h 185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13873" h="185213">
                      <a:moveTo>
                        <a:pt x="279654" y="84963"/>
                      </a:moveTo>
                      <a:cubicBezTo>
                        <a:pt x="254032" y="77343"/>
                        <a:pt x="227647" y="72200"/>
                        <a:pt x="201739" y="65723"/>
                      </a:cubicBezTo>
                      <a:cubicBezTo>
                        <a:pt x="181642" y="60770"/>
                        <a:pt x="161830" y="55054"/>
                        <a:pt x="142018" y="49054"/>
                      </a:cubicBezTo>
                      <a:cubicBezTo>
                        <a:pt x="94107" y="34481"/>
                        <a:pt x="46768" y="18098"/>
                        <a:pt x="0" y="0"/>
                      </a:cubicBezTo>
                      <a:cubicBezTo>
                        <a:pt x="54483" y="42005"/>
                        <a:pt x="125254" y="54769"/>
                        <a:pt x="191167" y="74676"/>
                      </a:cubicBezTo>
                      <a:cubicBezTo>
                        <a:pt x="217932" y="82772"/>
                        <a:pt x="244221" y="92107"/>
                        <a:pt x="270510" y="101537"/>
                      </a:cubicBezTo>
                      <a:cubicBezTo>
                        <a:pt x="339280" y="126111"/>
                        <a:pt x="408146" y="150686"/>
                        <a:pt x="476917" y="175355"/>
                      </a:cubicBezTo>
                      <a:cubicBezTo>
                        <a:pt x="487680" y="179165"/>
                        <a:pt x="502444" y="186309"/>
                        <a:pt x="513874" y="185071"/>
                      </a:cubicBezTo>
                      <a:cubicBezTo>
                        <a:pt x="512636" y="179546"/>
                        <a:pt x="500539" y="178118"/>
                        <a:pt x="495871" y="176403"/>
                      </a:cubicBezTo>
                      <a:cubicBezTo>
                        <a:pt x="487775" y="173546"/>
                        <a:pt x="479870" y="170498"/>
                        <a:pt x="471868" y="167259"/>
                      </a:cubicBezTo>
                      <a:cubicBezTo>
                        <a:pt x="456343" y="160973"/>
                        <a:pt x="441103" y="154115"/>
                        <a:pt x="425958" y="147066"/>
                      </a:cubicBezTo>
                      <a:cubicBezTo>
                        <a:pt x="395192" y="132779"/>
                        <a:pt x="364903" y="117634"/>
                        <a:pt x="333565" y="104585"/>
                      </a:cubicBezTo>
                      <a:cubicBezTo>
                        <a:pt x="316039" y="97155"/>
                        <a:pt x="298037" y="90392"/>
                        <a:pt x="279654" y="84963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120" name="Forme libre : forme 5119">
                  <a:extLst>
                    <a:ext uri="{FF2B5EF4-FFF2-40B4-BE49-F238E27FC236}">
                      <a16:creationId xmlns:a16="http://schemas.microsoft.com/office/drawing/2014/main" id="{6064566D-C616-4B1A-8D41-3006F07F9674}"/>
                    </a:ext>
                  </a:extLst>
                </p:cNvPr>
                <p:cNvSpPr/>
                <p:nvPr/>
              </p:nvSpPr>
              <p:spPr>
                <a:xfrm>
                  <a:off x="4546737" y="4278471"/>
                  <a:ext cx="227838" cy="189071"/>
                </a:xfrm>
                <a:custGeom>
                  <a:avLst/>
                  <a:gdLst>
                    <a:gd name="connsiteX0" fmla="*/ 182880 w 227838"/>
                    <a:gd name="connsiteY0" fmla="*/ 154210 h 189071"/>
                    <a:gd name="connsiteX1" fmla="*/ 156401 w 227838"/>
                    <a:gd name="connsiteY1" fmla="*/ 132683 h 189071"/>
                    <a:gd name="connsiteX2" fmla="*/ 140398 w 227838"/>
                    <a:gd name="connsiteY2" fmla="*/ 116681 h 189071"/>
                    <a:gd name="connsiteX3" fmla="*/ 86868 w 227838"/>
                    <a:gd name="connsiteY3" fmla="*/ 60770 h 189071"/>
                    <a:gd name="connsiteX4" fmla="*/ 65818 w 227838"/>
                    <a:gd name="connsiteY4" fmla="*/ 36386 h 189071"/>
                    <a:gd name="connsiteX5" fmla="*/ 50387 w 227838"/>
                    <a:gd name="connsiteY5" fmla="*/ 17526 h 189071"/>
                    <a:gd name="connsiteX6" fmla="*/ 38862 w 227838"/>
                    <a:gd name="connsiteY6" fmla="*/ 12097 h 189071"/>
                    <a:gd name="connsiteX7" fmla="*/ 0 w 227838"/>
                    <a:gd name="connsiteY7" fmla="*/ 0 h 189071"/>
                    <a:gd name="connsiteX8" fmla="*/ 51340 w 227838"/>
                    <a:gd name="connsiteY8" fmla="*/ 42577 h 189071"/>
                    <a:gd name="connsiteX9" fmla="*/ 187071 w 227838"/>
                    <a:gd name="connsiteY9" fmla="*/ 161258 h 189071"/>
                    <a:gd name="connsiteX10" fmla="*/ 207645 w 227838"/>
                    <a:gd name="connsiteY10" fmla="*/ 176022 h 189071"/>
                    <a:gd name="connsiteX11" fmla="*/ 227838 w 227838"/>
                    <a:gd name="connsiteY11" fmla="*/ 189071 h 189071"/>
                    <a:gd name="connsiteX12" fmla="*/ 205264 w 227838"/>
                    <a:gd name="connsiteY12" fmla="*/ 171450 h 189071"/>
                    <a:gd name="connsiteX13" fmla="*/ 182880 w 227838"/>
                    <a:gd name="connsiteY13" fmla="*/ 154210 h 189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7838" h="189071">
                      <a:moveTo>
                        <a:pt x="182880" y="154210"/>
                      </a:moveTo>
                      <a:cubicBezTo>
                        <a:pt x="173831" y="147256"/>
                        <a:pt x="164782" y="140398"/>
                        <a:pt x="156401" y="132683"/>
                      </a:cubicBezTo>
                      <a:cubicBezTo>
                        <a:pt x="150876" y="127540"/>
                        <a:pt x="145637" y="122111"/>
                        <a:pt x="140398" y="116681"/>
                      </a:cubicBezTo>
                      <a:cubicBezTo>
                        <a:pt x="122587" y="98012"/>
                        <a:pt x="104680" y="79438"/>
                        <a:pt x="86868" y="60770"/>
                      </a:cubicBezTo>
                      <a:cubicBezTo>
                        <a:pt x="79438" y="52959"/>
                        <a:pt x="71914" y="45148"/>
                        <a:pt x="65818" y="36386"/>
                      </a:cubicBezTo>
                      <a:cubicBezTo>
                        <a:pt x="61151" y="29718"/>
                        <a:pt x="57150" y="22193"/>
                        <a:pt x="50387" y="17526"/>
                      </a:cubicBezTo>
                      <a:cubicBezTo>
                        <a:pt x="46863" y="15049"/>
                        <a:pt x="42863" y="13525"/>
                        <a:pt x="38862" y="12097"/>
                      </a:cubicBezTo>
                      <a:cubicBezTo>
                        <a:pt x="26098" y="7429"/>
                        <a:pt x="13145" y="3429"/>
                        <a:pt x="0" y="0"/>
                      </a:cubicBezTo>
                      <a:cubicBezTo>
                        <a:pt x="20479" y="9049"/>
                        <a:pt x="35909" y="26289"/>
                        <a:pt x="51340" y="42577"/>
                      </a:cubicBezTo>
                      <a:cubicBezTo>
                        <a:pt x="92773" y="86201"/>
                        <a:pt x="138589" y="125635"/>
                        <a:pt x="187071" y="161258"/>
                      </a:cubicBezTo>
                      <a:cubicBezTo>
                        <a:pt x="193929" y="166211"/>
                        <a:pt x="200787" y="171164"/>
                        <a:pt x="207645" y="176022"/>
                      </a:cubicBezTo>
                      <a:cubicBezTo>
                        <a:pt x="212503" y="179451"/>
                        <a:pt x="222218" y="188881"/>
                        <a:pt x="227838" y="189071"/>
                      </a:cubicBezTo>
                      <a:cubicBezTo>
                        <a:pt x="221932" y="182308"/>
                        <a:pt x="212503" y="176974"/>
                        <a:pt x="205264" y="171450"/>
                      </a:cubicBezTo>
                      <a:cubicBezTo>
                        <a:pt x="197834" y="165735"/>
                        <a:pt x="190310" y="159925"/>
                        <a:pt x="182880" y="154210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121" name="Forme libre : forme 5120">
                  <a:extLst>
                    <a:ext uri="{FF2B5EF4-FFF2-40B4-BE49-F238E27FC236}">
                      <a16:creationId xmlns:a16="http://schemas.microsoft.com/office/drawing/2014/main" id="{7155BFAD-5B43-47C8-92EE-C03F642142D1}"/>
                    </a:ext>
                  </a:extLst>
                </p:cNvPr>
                <p:cNvSpPr/>
                <p:nvPr/>
              </p:nvSpPr>
              <p:spPr>
                <a:xfrm>
                  <a:off x="4557268" y="4248331"/>
                  <a:ext cx="239488" cy="86803"/>
                </a:xfrm>
                <a:custGeom>
                  <a:avLst/>
                  <a:gdLst>
                    <a:gd name="connsiteX0" fmla="*/ 225689 w 239488"/>
                    <a:gd name="connsiteY0" fmla="*/ 28044 h 86803"/>
                    <a:gd name="connsiteX1" fmla="*/ 220831 w 239488"/>
                    <a:gd name="connsiteY1" fmla="*/ 40713 h 86803"/>
                    <a:gd name="connsiteX2" fmla="*/ 220355 w 239488"/>
                    <a:gd name="connsiteY2" fmla="*/ 57667 h 86803"/>
                    <a:gd name="connsiteX3" fmla="*/ 219402 w 239488"/>
                    <a:gd name="connsiteY3" fmla="*/ 75574 h 86803"/>
                    <a:gd name="connsiteX4" fmla="*/ 217402 w 239488"/>
                    <a:gd name="connsiteY4" fmla="*/ 82432 h 86803"/>
                    <a:gd name="connsiteX5" fmla="*/ 200638 w 239488"/>
                    <a:gd name="connsiteY5" fmla="*/ 85956 h 86803"/>
                    <a:gd name="connsiteX6" fmla="*/ 169301 w 239488"/>
                    <a:gd name="connsiteY6" fmla="*/ 73002 h 86803"/>
                    <a:gd name="connsiteX7" fmla="*/ 85671 w 239488"/>
                    <a:gd name="connsiteY7" fmla="*/ 39284 h 86803"/>
                    <a:gd name="connsiteX8" fmla="*/ 6423 w 239488"/>
                    <a:gd name="connsiteY8" fmla="*/ 11757 h 86803"/>
                    <a:gd name="connsiteX9" fmla="*/ 327 w 239488"/>
                    <a:gd name="connsiteY9" fmla="*/ 3184 h 86803"/>
                    <a:gd name="connsiteX10" fmla="*/ 8805 w 239488"/>
                    <a:gd name="connsiteY10" fmla="*/ 41 h 86803"/>
                    <a:gd name="connsiteX11" fmla="*/ 58239 w 239488"/>
                    <a:gd name="connsiteY11" fmla="*/ 3565 h 86803"/>
                    <a:gd name="connsiteX12" fmla="*/ 188922 w 239488"/>
                    <a:gd name="connsiteY12" fmla="*/ 1470 h 86803"/>
                    <a:gd name="connsiteX13" fmla="*/ 229689 w 239488"/>
                    <a:gd name="connsiteY13" fmla="*/ 6804 h 86803"/>
                    <a:gd name="connsiteX14" fmla="*/ 238643 w 239488"/>
                    <a:gd name="connsiteY14" fmla="*/ 14328 h 86803"/>
                    <a:gd name="connsiteX15" fmla="*/ 225689 w 239488"/>
                    <a:gd name="connsiteY15" fmla="*/ 28044 h 86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39488" h="86803">
                      <a:moveTo>
                        <a:pt x="225689" y="28044"/>
                      </a:moveTo>
                      <a:cubicBezTo>
                        <a:pt x="223403" y="31950"/>
                        <a:pt x="221593" y="36236"/>
                        <a:pt x="220831" y="40713"/>
                      </a:cubicBezTo>
                      <a:cubicBezTo>
                        <a:pt x="219783" y="46332"/>
                        <a:pt x="220260" y="52047"/>
                        <a:pt x="220355" y="57667"/>
                      </a:cubicBezTo>
                      <a:cubicBezTo>
                        <a:pt x="220450" y="63668"/>
                        <a:pt x="220164" y="69573"/>
                        <a:pt x="219402" y="75574"/>
                      </a:cubicBezTo>
                      <a:cubicBezTo>
                        <a:pt x="219117" y="77955"/>
                        <a:pt x="218736" y="80432"/>
                        <a:pt x="217402" y="82432"/>
                      </a:cubicBezTo>
                      <a:cubicBezTo>
                        <a:pt x="214068" y="87480"/>
                        <a:pt x="206639" y="87385"/>
                        <a:pt x="200638" y="85956"/>
                      </a:cubicBezTo>
                      <a:cubicBezTo>
                        <a:pt x="189684" y="83289"/>
                        <a:pt x="179493" y="77955"/>
                        <a:pt x="169301" y="73002"/>
                      </a:cubicBezTo>
                      <a:cubicBezTo>
                        <a:pt x="142250" y="59763"/>
                        <a:pt x="114342" y="48523"/>
                        <a:pt x="85671" y="39284"/>
                      </a:cubicBezTo>
                      <a:cubicBezTo>
                        <a:pt x="59001" y="30711"/>
                        <a:pt x="31665" y="23949"/>
                        <a:pt x="6423" y="11757"/>
                      </a:cubicBezTo>
                      <a:cubicBezTo>
                        <a:pt x="2899" y="10042"/>
                        <a:pt x="-1197" y="6804"/>
                        <a:pt x="327" y="3184"/>
                      </a:cubicBezTo>
                      <a:cubicBezTo>
                        <a:pt x="1565" y="231"/>
                        <a:pt x="5566" y="-149"/>
                        <a:pt x="8805" y="41"/>
                      </a:cubicBezTo>
                      <a:cubicBezTo>
                        <a:pt x="25283" y="898"/>
                        <a:pt x="41761" y="2898"/>
                        <a:pt x="58239" y="3565"/>
                      </a:cubicBezTo>
                      <a:cubicBezTo>
                        <a:pt x="101769" y="5470"/>
                        <a:pt x="145488" y="-1293"/>
                        <a:pt x="188922" y="1470"/>
                      </a:cubicBezTo>
                      <a:cubicBezTo>
                        <a:pt x="202638" y="2327"/>
                        <a:pt x="216259" y="4137"/>
                        <a:pt x="229689" y="6804"/>
                      </a:cubicBezTo>
                      <a:cubicBezTo>
                        <a:pt x="234261" y="7756"/>
                        <a:pt x="242072" y="8328"/>
                        <a:pt x="238643" y="14328"/>
                      </a:cubicBezTo>
                      <a:cubicBezTo>
                        <a:pt x="235785" y="19186"/>
                        <a:pt x="228927" y="22615"/>
                        <a:pt x="225689" y="28044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123" name="Forme libre : forme 5122">
                  <a:extLst>
                    <a:ext uri="{FF2B5EF4-FFF2-40B4-BE49-F238E27FC236}">
                      <a16:creationId xmlns:a16="http://schemas.microsoft.com/office/drawing/2014/main" id="{47868F3B-5430-4033-918E-16FD6E8159AB}"/>
                    </a:ext>
                  </a:extLst>
                </p:cNvPr>
                <p:cNvSpPr/>
                <p:nvPr/>
              </p:nvSpPr>
              <p:spPr>
                <a:xfrm>
                  <a:off x="4638655" y="4329899"/>
                  <a:ext cx="147784" cy="115354"/>
                </a:xfrm>
                <a:custGeom>
                  <a:avLst/>
                  <a:gdLst>
                    <a:gd name="connsiteX0" fmla="*/ 125823 w 147784"/>
                    <a:gd name="connsiteY0" fmla="*/ 115355 h 115354"/>
                    <a:gd name="connsiteX1" fmla="*/ 110488 w 147784"/>
                    <a:gd name="connsiteY1" fmla="*/ 106306 h 115354"/>
                    <a:gd name="connsiteX2" fmla="*/ 24382 w 147784"/>
                    <a:gd name="connsiteY2" fmla="*/ 32869 h 115354"/>
                    <a:gd name="connsiteX3" fmla="*/ 1426 w 147784"/>
                    <a:gd name="connsiteY3" fmla="*/ 7723 h 115354"/>
                    <a:gd name="connsiteX4" fmla="*/ 93 w 147784"/>
                    <a:gd name="connsiteY4" fmla="*/ 3150 h 115354"/>
                    <a:gd name="connsiteX5" fmla="*/ 4475 w 147784"/>
                    <a:gd name="connsiteY5" fmla="*/ 7 h 115354"/>
                    <a:gd name="connsiteX6" fmla="*/ 9999 w 147784"/>
                    <a:gd name="connsiteY6" fmla="*/ 1531 h 115354"/>
                    <a:gd name="connsiteX7" fmla="*/ 97343 w 147784"/>
                    <a:gd name="connsiteY7" fmla="*/ 34869 h 115354"/>
                    <a:gd name="connsiteX8" fmla="*/ 141444 w 147784"/>
                    <a:gd name="connsiteY8" fmla="*/ 48585 h 115354"/>
                    <a:gd name="connsiteX9" fmla="*/ 137729 w 147784"/>
                    <a:gd name="connsiteY9" fmla="*/ 73921 h 115354"/>
                    <a:gd name="connsiteX10" fmla="*/ 128490 w 147784"/>
                    <a:gd name="connsiteY10" fmla="*/ 93638 h 115354"/>
                    <a:gd name="connsiteX11" fmla="*/ 125823 w 147784"/>
                    <a:gd name="connsiteY11" fmla="*/ 115355 h 115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7784" h="115354">
                      <a:moveTo>
                        <a:pt x="125823" y="115355"/>
                      </a:moveTo>
                      <a:cubicBezTo>
                        <a:pt x="120013" y="113926"/>
                        <a:pt x="115155" y="110116"/>
                        <a:pt x="110488" y="106306"/>
                      </a:cubicBezTo>
                      <a:cubicBezTo>
                        <a:pt x="81151" y="82589"/>
                        <a:pt x="52385" y="58110"/>
                        <a:pt x="24382" y="32869"/>
                      </a:cubicBezTo>
                      <a:cubicBezTo>
                        <a:pt x="15905" y="25248"/>
                        <a:pt x="7427" y="17438"/>
                        <a:pt x="1426" y="7723"/>
                      </a:cubicBezTo>
                      <a:cubicBezTo>
                        <a:pt x="569" y="6389"/>
                        <a:pt x="-288" y="4770"/>
                        <a:pt x="93" y="3150"/>
                      </a:cubicBezTo>
                      <a:cubicBezTo>
                        <a:pt x="474" y="1246"/>
                        <a:pt x="2570" y="103"/>
                        <a:pt x="4475" y="7"/>
                      </a:cubicBezTo>
                      <a:cubicBezTo>
                        <a:pt x="6380" y="-88"/>
                        <a:pt x="8284" y="769"/>
                        <a:pt x="9999" y="1531"/>
                      </a:cubicBezTo>
                      <a:cubicBezTo>
                        <a:pt x="38574" y="13914"/>
                        <a:pt x="67721" y="25058"/>
                        <a:pt x="97343" y="34869"/>
                      </a:cubicBezTo>
                      <a:cubicBezTo>
                        <a:pt x="111345" y="39536"/>
                        <a:pt x="128300" y="42013"/>
                        <a:pt x="141444" y="48585"/>
                      </a:cubicBezTo>
                      <a:cubicBezTo>
                        <a:pt x="155160" y="55443"/>
                        <a:pt x="143158" y="65920"/>
                        <a:pt x="137729" y="73921"/>
                      </a:cubicBezTo>
                      <a:cubicBezTo>
                        <a:pt x="133633" y="80017"/>
                        <a:pt x="130490" y="86685"/>
                        <a:pt x="128490" y="93638"/>
                      </a:cubicBezTo>
                      <a:cubicBezTo>
                        <a:pt x="127918" y="95733"/>
                        <a:pt x="123728" y="114879"/>
                        <a:pt x="125823" y="115355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124" name="Forme libre : forme 5123">
                  <a:extLst>
                    <a:ext uri="{FF2B5EF4-FFF2-40B4-BE49-F238E27FC236}">
                      <a16:creationId xmlns:a16="http://schemas.microsoft.com/office/drawing/2014/main" id="{D18CBFB6-A0C3-431E-856F-D2E213DACAC5}"/>
                    </a:ext>
                  </a:extLst>
                </p:cNvPr>
                <p:cNvSpPr/>
                <p:nvPr/>
              </p:nvSpPr>
              <p:spPr>
                <a:xfrm>
                  <a:off x="4485459" y="4287799"/>
                  <a:ext cx="221584" cy="200690"/>
                </a:xfrm>
                <a:custGeom>
                  <a:avLst/>
                  <a:gdLst>
                    <a:gd name="connsiteX0" fmla="*/ 183769 w 221584"/>
                    <a:gd name="connsiteY0" fmla="*/ 192125 h 200690"/>
                    <a:gd name="connsiteX1" fmla="*/ 176339 w 221584"/>
                    <a:gd name="connsiteY1" fmla="*/ 200031 h 200690"/>
                    <a:gd name="connsiteX2" fmla="*/ 159671 w 221584"/>
                    <a:gd name="connsiteY2" fmla="*/ 192697 h 200690"/>
                    <a:gd name="connsiteX3" fmla="*/ 87947 w 221584"/>
                    <a:gd name="connsiteY3" fmla="*/ 80207 h 200690"/>
                    <a:gd name="connsiteX4" fmla="*/ 4509 w 221584"/>
                    <a:gd name="connsiteY4" fmla="*/ 8864 h 200690"/>
                    <a:gd name="connsiteX5" fmla="*/ 508 w 221584"/>
                    <a:gd name="connsiteY5" fmla="*/ 5340 h 200690"/>
                    <a:gd name="connsiteX6" fmla="*/ 1365 w 221584"/>
                    <a:gd name="connsiteY6" fmla="*/ 482 h 200690"/>
                    <a:gd name="connsiteX7" fmla="*/ 4318 w 221584"/>
                    <a:gd name="connsiteY7" fmla="*/ 6 h 200690"/>
                    <a:gd name="connsiteX8" fmla="*/ 79851 w 221584"/>
                    <a:gd name="connsiteY8" fmla="*/ 19151 h 200690"/>
                    <a:gd name="connsiteX9" fmla="*/ 98330 w 221584"/>
                    <a:gd name="connsiteY9" fmla="*/ 34867 h 200690"/>
                    <a:gd name="connsiteX10" fmla="*/ 209010 w 221584"/>
                    <a:gd name="connsiteY10" fmla="*/ 146215 h 200690"/>
                    <a:gd name="connsiteX11" fmla="*/ 221583 w 221584"/>
                    <a:gd name="connsiteY11" fmla="*/ 157550 h 200690"/>
                    <a:gd name="connsiteX12" fmla="*/ 211582 w 221584"/>
                    <a:gd name="connsiteY12" fmla="*/ 166884 h 200690"/>
                    <a:gd name="connsiteX13" fmla="*/ 183769 w 221584"/>
                    <a:gd name="connsiteY13" fmla="*/ 192125 h 200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1584" h="200690">
                      <a:moveTo>
                        <a:pt x="183769" y="192125"/>
                      </a:moveTo>
                      <a:cubicBezTo>
                        <a:pt x="181769" y="195173"/>
                        <a:pt x="179673" y="198602"/>
                        <a:pt x="176339" y="200031"/>
                      </a:cubicBezTo>
                      <a:cubicBezTo>
                        <a:pt x="170339" y="202508"/>
                        <a:pt x="163957" y="197555"/>
                        <a:pt x="159671" y="192697"/>
                      </a:cubicBezTo>
                      <a:cubicBezTo>
                        <a:pt x="129953" y="159550"/>
                        <a:pt x="114999" y="115640"/>
                        <a:pt x="87947" y="80207"/>
                      </a:cubicBezTo>
                      <a:cubicBezTo>
                        <a:pt x="65564" y="50965"/>
                        <a:pt x="35560" y="28581"/>
                        <a:pt x="4509" y="8864"/>
                      </a:cubicBezTo>
                      <a:cubicBezTo>
                        <a:pt x="2985" y="7912"/>
                        <a:pt x="1365" y="6864"/>
                        <a:pt x="508" y="5340"/>
                      </a:cubicBezTo>
                      <a:cubicBezTo>
                        <a:pt x="-349" y="3816"/>
                        <a:pt x="-159" y="1435"/>
                        <a:pt x="1365" y="482"/>
                      </a:cubicBezTo>
                      <a:cubicBezTo>
                        <a:pt x="2222" y="-89"/>
                        <a:pt x="3366" y="6"/>
                        <a:pt x="4318" y="6"/>
                      </a:cubicBezTo>
                      <a:cubicBezTo>
                        <a:pt x="30607" y="863"/>
                        <a:pt x="58039" y="4388"/>
                        <a:pt x="79851" y="19151"/>
                      </a:cubicBezTo>
                      <a:cubicBezTo>
                        <a:pt x="86519" y="23723"/>
                        <a:pt x="92519" y="29153"/>
                        <a:pt x="98330" y="34867"/>
                      </a:cubicBezTo>
                      <a:cubicBezTo>
                        <a:pt x="135668" y="71825"/>
                        <a:pt x="164147" y="118878"/>
                        <a:pt x="209010" y="146215"/>
                      </a:cubicBezTo>
                      <a:cubicBezTo>
                        <a:pt x="212820" y="148501"/>
                        <a:pt x="221583" y="152216"/>
                        <a:pt x="221583" y="157550"/>
                      </a:cubicBezTo>
                      <a:cubicBezTo>
                        <a:pt x="221678" y="162503"/>
                        <a:pt x="215106" y="164979"/>
                        <a:pt x="211582" y="166884"/>
                      </a:cubicBezTo>
                      <a:cubicBezTo>
                        <a:pt x="200438" y="172885"/>
                        <a:pt x="190722" y="181457"/>
                        <a:pt x="183769" y="192125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125" name="Forme libre : forme 5124">
                  <a:extLst>
                    <a:ext uri="{FF2B5EF4-FFF2-40B4-BE49-F238E27FC236}">
                      <a16:creationId xmlns:a16="http://schemas.microsoft.com/office/drawing/2014/main" id="{448158E2-6600-4D02-AA7B-E29FA4A54703}"/>
                    </a:ext>
                  </a:extLst>
                </p:cNvPr>
                <p:cNvSpPr/>
                <p:nvPr/>
              </p:nvSpPr>
              <p:spPr>
                <a:xfrm>
                  <a:off x="4185263" y="4108536"/>
                  <a:ext cx="323621" cy="132223"/>
                </a:xfrm>
                <a:custGeom>
                  <a:avLst/>
                  <a:gdLst>
                    <a:gd name="connsiteX0" fmla="*/ 196977 w 323621"/>
                    <a:gd name="connsiteY0" fmla="*/ 96021 h 132223"/>
                    <a:gd name="connsiteX1" fmla="*/ 162116 w 323621"/>
                    <a:gd name="connsiteY1" fmla="*/ 86306 h 132223"/>
                    <a:gd name="connsiteX2" fmla="*/ 101727 w 323621"/>
                    <a:gd name="connsiteY2" fmla="*/ 56588 h 132223"/>
                    <a:gd name="connsiteX3" fmla="*/ 0 w 323621"/>
                    <a:gd name="connsiteY3" fmla="*/ 8296 h 132223"/>
                    <a:gd name="connsiteX4" fmla="*/ 17431 w 323621"/>
                    <a:gd name="connsiteY4" fmla="*/ 9 h 132223"/>
                    <a:gd name="connsiteX5" fmla="*/ 150971 w 323621"/>
                    <a:gd name="connsiteY5" fmla="*/ 38871 h 132223"/>
                    <a:gd name="connsiteX6" fmla="*/ 210217 w 323621"/>
                    <a:gd name="connsiteY6" fmla="*/ 71161 h 132223"/>
                    <a:gd name="connsiteX7" fmla="*/ 285750 w 323621"/>
                    <a:gd name="connsiteY7" fmla="*/ 109547 h 132223"/>
                    <a:gd name="connsiteX8" fmla="*/ 305658 w 323621"/>
                    <a:gd name="connsiteY8" fmla="*/ 115071 h 132223"/>
                    <a:gd name="connsiteX9" fmla="*/ 322326 w 323621"/>
                    <a:gd name="connsiteY9" fmla="*/ 120786 h 132223"/>
                    <a:gd name="connsiteX10" fmla="*/ 321564 w 323621"/>
                    <a:gd name="connsiteY10" fmla="*/ 129168 h 132223"/>
                    <a:gd name="connsiteX11" fmla="*/ 311087 w 323621"/>
                    <a:gd name="connsiteY11" fmla="*/ 131835 h 132223"/>
                    <a:gd name="connsiteX12" fmla="*/ 237744 w 323621"/>
                    <a:gd name="connsiteY12" fmla="*/ 109927 h 132223"/>
                    <a:gd name="connsiteX13" fmla="*/ 196977 w 323621"/>
                    <a:gd name="connsiteY13" fmla="*/ 96021 h 132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23621" h="132223">
                      <a:moveTo>
                        <a:pt x="196977" y="96021"/>
                      </a:moveTo>
                      <a:cubicBezTo>
                        <a:pt x="185357" y="92783"/>
                        <a:pt x="173546" y="90211"/>
                        <a:pt x="162116" y="86306"/>
                      </a:cubicBezTo>
                      <a:cubicBezTo>
                        <a:pt x="140875" y="79066"/>
                        <a:pt x="121444" y="67256"/>
                        <a:pt x="101727" y="56588"/>
                      </a:cubicBezTo>
                      <a:cubicBezTo>
                        <a:pt x="68771" y="38681"/>
                        <a:pt x="34385" y="23441"/>
                        <a:pt x="0" y="8296"/>
                      </a:cubicBezTo>
                      <a:cubicBezTo>
                        <a:pt x="2096" y="1724"/>
                        <a:pt x="10573" y="104"/>
                        <a:pt x="17431" y="9"/>
                      </a:cubicBezTo>
                      <a:cubicBezTo>
                        <a:pt x="64199" y="-467"/>
                        <a:pt x="109061" y="17821"/>
                        <a:pt x="150971" y="38871"/>
                      </a:cubicBezTo>
                      <a:cubicBezTo>
                        <a:pt x="171069" y="48967"/>
                        <a:pt x="190786" y="59731"/>
                        <a:pt x="210217" y="71161"/>
                      </a:cubicBezTo>
                      <a:cubicBezTo>
                        <a:pt x="234601" y="85543"/>
                        <a:pt x="258699" y="101069"/>
                        <a:pt x="285750" y="109547"/>
                      </a:cubicBezTo>
                      <a:cubicBezTo>
                        <a:pt x="292322" y="111642"/>
                        <a:pt x="298990" y="113261"/>
                        <a:pt x="305658" y="115071"/>
                      </a:cubicBezTo>
                      <a:cubicBezTo>
                        <a:pt x="310039" y="116309"/>
                        <a:pt x="319183" y="117357"/>
                        <a:pt x="322326" y="120786"/>
                      </a:cubicBezTo>
                      <a:cubicBezTo>
                        <a:pt x="324612" y="123263"/>
                        <a:pt x="323564" y="126787"/>
                        <a:pt x="321564" y="129168"/>
                      </a:cubicBezTo>
                      <a:cubicBezTo>
                        <a:pt x="318611" y="132692"/>
                        <a:pt x="315278" y="132502"/>
                        <a:pt x="311087" y="131835"/>
                      </a:cubicBezTo>
                      <a:cubicBezTo>
                        <a:pt x="285750" y="127930"/>
                        <a:pt x="261652" y="118691"/>
                        <a:pt x="237744" y="109927"/>
                      </a:cubicBezTo>
                      <a:cubicBezTo>
                        <a:pt x="224314" y="104784"/>
                        <a:pt x="210788" y="99926"/>
                        <a:pt x="196977" y="9602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126" name="Forme libre : forme 5125">
                  <a:extLst>
                    <a:ext uri="{FF2B5EF4-FFF2-40B4-BE49-F238E27FC236}">
                      <a16:creationId xmlns:a16="http://schemas.microsoft.com/office/drawing/2014/main" id="{0261B399-03AE-4FA5-8857-E66D9925A62A}"/>
                    </a:ext>
                  </a:extLst>
                </p:cNvPr>
                <p:cNvSpPr/>
                <p:nvPr/>
              </p:nvSpPr>
              <p:spPr>
                <a:xfrm>
                  <a:off x="4211468" y="4037861"/>
                  <a:ext cx="133218" cy="74979"/>
                </a:xfrm>
                <a:custGeom>
                  <a:avLst/>
                  <a:gdLst>
                    <a:gd name="connsiteX0" fmla="*/ 70379 w 133218"/>
                    <a:gd name="connsiteY0" fmla="*/ 48681 h 74979"/>
                    <a:gd name="connsiteX1" fmla="*/ 24088 w 133218"/>
                    <a:gd name="connsiteY1" fmla="*/ 33631 h 74979"/>
                    <a:gd name="connsiteX2" fmla="*/ 5704 w 133218"/>
                    <a:gd name="connsiteY2" fmla="*/ 20582 h 74979"/>
                    <a:gd name="connsiteX3" fmla="*/ 466 w 133218"/>
                    <a:gd name="connsiteY3" fmla="*/ 6866 h 74979"/>
                    <a:gd name="connsiteX4" fmla="*/ 180 w 133218"/>
                    <a:gd name="connsiteY4" fmla="*/ 2866 h 74979"/>
                    <a:gd name="connsiteX5" fmla="*/ 4561 w 133218"/>
                    <a:gd name="connsiteY5" fmla="*/ 8 h 74979"/>
                    <a:gd name="connsiteX6" fmla="*/ 9800 w 133218"/>
                    <a:gd name="connsiteY6" fmla="*/ 1627 h 74979"/>
                    <a:gd name="connsiteX7" fmla="*/ 21516 w 133218"/>
                    <a:gd name="connsiteY7" fmla="*/ 10771 h 74979"/>
                    <a:gd name="connsiteX8" fmla="*/ 92953 w 133218"/>
                    <a:gd name="connsiteY8" fmla="*/ 50681 h 74979"/>
                    <a:gd name="connsiteX9" fmla="*/ 129720 w 133218"/>
                    <a:gd name="connsiteY9" fmla="*/ 68874 h 74979"/>
                    <a:gd name="connsiteX10" fmla="*/ 129053 w 133218"/>
                    <a:gd name="connsiteY10" fmla="*/ 74970 h 74979"/>
                    <a:gd name="connsiteX11" fmla="*/ 112766 w 133218"/>
                    <a:gd name="connsiteY11" fmla="*/ 66873 h 74979"/>
                    <a:gd name="connsiteX12" fmla="*/ 70379 w 133218"/>
                    <a:gd name="connsiteY12" fmla="*/ 48681 h 74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218" h="74979">
                      <a:moveTo>
                        <a:pt x="70379" y="48681"/>
                      </a:moveTo>
                      <a:cubicBezTo>
                        <a:pt x="54949" y="43633"/>
                        <a:pt x="39042" y="39823"/>
                        <a:pt x="24088" y="33631"/>
                      </a:cubicBezTo>
                      <a:cubicBezTo>
                        <a:pt x="17039" y="30679"/>
                        <a:pt x="9895" y="26964"/>
                        <a:pt x="5704" y="20582"/>
                      </a:cubicBezTo>
                      <a:cubicBezTo>
                        <a:pt x="3037" y="16486"/>
                        <a:pt x="1704" y="11629"/>
                        <a:pt x="466" y="6866"/>
                      </a:cubicBezTo>
                      <a:cubicBezTo>
                        <a:pt x="85" y="5533"/>
                        <a:pt x="-201" y="4104"/>
                        <a:pt x="180" y="2866"/>
                      </a:cubicBezTo>
                      <a:cubicBezTo>
                        <a:pt x="751" y="1151"/>
                        <a:pt x="2656" y="103"/>
                        <a:pt x="4561" y="8"/>
                      </a:cubicBezTo>
                      <a:cubicBezTo>
                        <a:pt x="6371" y="-87"/>
                        <a:pt x="8181" y="675"/>
                        <a:pt x="9800" y="1627"/>
                      </a:cubicBezTo>
                      <a:cubicBezTo>
                        <a:pt x="14086" y="4009"/>
                        <a:pt x="17706" y="7533"/>
                        <a:pt x="21516" y="10771"/>
                      </a:cubicBezTo>
                      <a:cubicBezTo>
                        <a:pt x="42376" y="28773"/>
                        <a:pt x="68093" y="39537"/>
                        <a:pt x="92953" y="50681"/>
                      </a:cubicBezTo>
                      <a:cubicBezTo>
                        <a:pt x="105431" y="56301"/>
                        <a:pt x="117909" y="61921"/>
                        <a:pt x="129720" y="68874"/>
                      </a:cubicBezTo>
                      <a:cubicBezTo>
                        <a:pt x="133625" y="71160"/>
                        <a:pt x="135340" y="74589"/>
                        <a:pt x="129053" y="74970"/>
                      </a:cubicBezTo>
                      <a:cubicBezTo>
                        <a:pt x="124005" y="75256"/>
                        <a:pt x="117147" y="69160"/>
                        <a:pt x="112766" y="66873"/>
                      </a:cubicBezTo>
                      <a:cubicBezTo>
                        <a:pt x="99145" y="59539"/>
                        <a:pt x="84952" y="53539"/>
                        <a:pt x="70379" y="4868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5127" name="Forme libre : forme 5126">
                <a:extLst>
                  <a:ext uri="{FF2B5EF4-FFF2-40B4-BE49-F238E27FC236}">
                    <a16:creationId xmlns:a16="http://schemas.microsoft.com/office/drawing/2014/main" id="{97FD1268-6259-4602-89B6-8BE1154D39A7}"/>
                  </a:ext>
                </a:extLst>
              </p:cNvPr>
              <p:cNvSpPr/>
              <p:nvPr/>
            </p:nvSpPr>
            <p:spPr>
              <a:xfrm>
                <a:off x="4652274" y="4258645"/>
                <a:ext cx="121676" cy="26788"/>
              </a:xfrm>
              <a:custGeom>
                <a:avLst/>
                <a:gdLst>
                  <a:gd name="connsiteX0" fmla="*/ 67437 w 121676"/>
                  <a:gd name="connsiteY0" fmla="*/ 395 h 26788"/>
                  <a:gd name="connsiteX1" fmla="*/ 9620 w 121676"/>
                  <a:gd name="connsiteY1" fmla="*/ 4586 h 26788"/>
                  <a:gd name="connsiteX2" fmla="*/ 0 w 121676"/>
                  <a:gd name="connsiteY2" fmla="*/ 9254 h 26788"/>
                  <a:gd name="connsiteX3" fmla="*/ 23717 w 121676"/>
                  <a:gd name="connsiteY3" fmla="*/ 12302 h 26788"/>
                  <a:gd name="connsiteX4" fmla="*/ 51245 w 121676"/>
                  <a:gd name="connsiteY4" fmla="*/ 16683 h 26788"/>
                  <a:gd name="connsiteX5" fmla="*/ 106966 w 121676"/>
                  <a:gd name="connsiteY5" fmla="*/ 26685 h 26788"/>
                  <a:gd name="connsiteX6" fmla="*/ 121349 w 121676"/>
                  <a:gd name="connsiteY6" fmla="*/ 14778 h 26788"/>
                  <a:gd name="connsiteX7" fmla="*/ 101156 w 121676"/>
                  <a:gd name="connsiteY7" fmla="*/ 1729 h 26788"/>
                  <a:gd name="connsiteX8" fmla="*/ 67437 w 121676"/>
                  <a:gd name="connsiteY8" fmla="*/ 395 h 26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676" h="26788">
                    <a:moveTo>
                      <a:pt x="67437" y="395"/>
                    </a:moveTo>
                    <a:cubicBezTo>
                      <a:pt x="48101" y="1158"/>
                      <a:pt x="28766" y="1919"/>
                      <a:pt x="9620" y="4586"/>
                    </a:cubicBezTo>
                    <a:cubicBezTo>
                      <a:pt x="6001" y="5063"/>
                      <a:pt x="1810" y="6015"/>
                      <a:pt x="0" y="9254"/>
                    </a:cubicBezTo>
                    <a:cubicBezTo>
                      <a:pt x="7906" y="10302"/>
                      <a:pt x="15812" y="11349"/>
                      <a:pt x="23717" y="12302"/>
                    </a:cubicBezTo>
                    <a:cubicBezTo>
                      <a:pt x="32957" y="13540"/>
                      <a:pt x="42101" y="14683"/>
                      <a:pt x="51245" y="16683"/>
                    </a:cubicBezTo>
                    <a:cubicBezTo>
                      <a:pt x="69628" y="20588"/>
                      <a:pt x="87916" y="27732"/>
                      <a:pt x="106966" y="26685"/>
                    </a:cubicBezTo>
                    <a:cubicBezTo>
                      <a:pt x="114300" y="26303"/>
                      <a:pt x="123539" y="24208"/>
                      <a:pt x="121349" y="14778"/>
                    </a:cubicBezTo>
                    <a:cubicBezTo>
                      <a:pt x="119349" y="5920"/>
                      <a:pt x="108776" y="3253"/>
                      <a:pt x="101156" y="1729"/>
                    </a:cubicBezTo>
                    <a:cubicBezTo>
                      <a:pt x="90011" y="-557"/>
                      <a:pt x="78581" y="-81"/>
                      <a:pt x="67437" y="395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128" name="Forme libre : forme 5127">
                <a:extLst>
                  <a:ext uri="{FF2B5EF4-FFF2-40B4-BE49-F238E27FC236}">
                    <a16:creationId xmlns:a16="http://schemas.microsoft.com/office/drawing/2014/main" id="{AEFA7446-FF93-4F53-A77D-7E9683C1C866}"/>
                  </a:ext>
                </a:extLst>
              </p:cNvPr>
              <p:cNvSpPr/>
              <p:nvPr/>
            </p:nvSpPr>
            <p:spPr>
              <a:xfrm>
                <a:off x="4711615" y="4378283"/>
                <a:ext cx="54515" cy="29853"/>
              </a:xfrm>
              <a:custGeom>
                <a:avLst/>
                <a:gdLst>
                  <a:gd name="connsiteX0" fmla="*/ 4858 w 54515"/>
                  <a:gd name="connsiteY0" fmla="*/ 10 h 29853"/>
                  <a:gd name="connsiteX1" fmla="*/ 0 w 54515"/>
                  <a:gd name="connsiteY1" fmla="*/ 2582 h 29853"/>
                  <a:gd name="connsiteX2" fmla="*/ 1619 w 54515"/>
                  <a:gd name="connsiteY2" fmla="*/ 5058 h 29853"/>
                  <a:gd name="connsiteX3" fmla="*/ 53150 w 54515"/>
                  <a:gd name="connsiteY3" fmla="*/ 23727 h 29853"/>
                  <a:gd name="connsiteX4" fmla="*/ 4858 w 54515"/>
                  <a:gd name="connsiteY4" fmla="*/ 10 h 29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515" h="29853">
                    <a:moveTo>
                      <a:pt x="4858" y="10"/>
                    </a:moveTo>
                    <a:cubicBezTo>
                      <a:pt x="2762" y="-85"/>
                      <a:pt x="0" y="486"/>
                      <a:pt x="0" y="2582"/>
                    </a:cubicBezTo>
                    <a:cubicBezTo>
                      <a:pt x="0" y="3629"/>
                      <a:pt x="857" y="4392"/>
                      <a:pt x="1619" y="5058"/>
                    </a:cubicBezTo>
                    <a:cubicBezTo>
                      <a:pt x="11430" y="13821"/>
                      <a:pt x="40386" y="42206"/>
                      <a:pt x="53150" y="23727"/>
                    </a:cubicBezTo>
                    <a:cubicBezTo>
                      <a:pt x="63341" y="9249"/>
                      <a:pt x="13430" y="582"/>
                      <a:pt x="4858" y="10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129" name="Forme libre : forme 5128">
                <a:extLst>
                  <a:ext uri="{FF2B5EF4-FFF2-40B4-BE49-F238E27FC236}">
                    <a16:creationId xmlns:a16="http://schemas.microsoft.com/office/drawing/2014/main" id="{050ED8FF-5D3E-4A55-8FE2-64E211493D34}"/>
                  </a:ext>
                </a:extLst>
              </p:cNvPr>
              <p:cNvSpPr/>
              <p:nvPr/>
            </p:nvSpPr>
            <p:spPr>
              <a:xfrm>
                <a:off x="4619404" y="4397281"/>
                <a:ext cx="53961" cy="66789"/>
              </a:xfrm>
              <a:custGeom>
                <a:avLst/>
                <a:gdLst>
                  <a:gd name="connsiteX0" fmla="*/ 35347 w 53961"/>
                  <a:gd name="connsiteY0" fmla="*/ 29494 h 66789"/>
                  <a:gd name="connsiteX1" fmla="*/ 7629 w 53961"/>
                  <a:gd name="connsiteY1" fmla="*/ 1300 h 66789"/>
                  <a:gd name="connsiteX2" fmla="*/ 3248 w 53961"/>
                  <a:gd name="connsiteY2" fmla="*/ 61 h 66789"/>
                  <a:gd name="connsiteX3" fmla="*/ 9 w 53961"/>
                  <a:gd name="connsiteY3" fmla="*/ 4443 h 66789"/>
                  <a:gd name="connsiteX4" fmla="*/ 1342 w 53961"/>
                  <a:gd name="connsiteY4" fmla="*/ 10063 h 66789"/>
                  <a:gd name="connsiteX5" fmla="*/ 38585 w 53961"/>
                  <a:gd name="connsiteY5" fmla="*/ 64451 h 66789"/>
                  <a:gd name="connsiteX6" fmla="*/ 53825 w 53961"/>
                  <a:gd name="connsiteY6" fmla="*/ 61402 h 66789"/>
                  <a:gd name="connsiteX7" fmla="*/ 35347 w 53961"/>
                  <a:gd name="connsiteY7" fmla="*/ 29494 h 66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961" h="66789">
                    <a:moveTo>
                      <a:pt x="35347" y="29494"/>
                    </a:moveTo>
                    <a:cubicBezTo>
                      <a:pt x="27536" y="18731"/>
                      <a:pt x="19154" y="8063"/>
                      <a:pt x="7629" y="1300"/>
                    </a:cubicBezTo>
                    <a:cubicBezTo>
                      <a:pt x="6296" y="538"/>
                      <a:pt x="4772" y="-224"/>
                      <a:pt x="3248" y="61"/>
                    </a:cubicBezTo>
                    <a:cubicBezTo>
                      <a:pt x="1342" y="442"/>
                      <a:pt x="104" y="2443"/>
                      <a:pt x="9" y="4443"/>
                    </a:cubicBezTo>
                    <a:cubicBezTo>
                      <a:pt x="-86" y="6348"/>
                      <a:pt x="581" y="8253"/>
                      <a:pt x="1342" y="10063"/>
                    </a:cubicBezTo>
                    <a:cubicBezTo>
                      <a:pt x="8582" y="27970"/>
                      <a:pt x="19916" y="55688"/>
                      <a:pt x="38585" y="64451"/>
                    </a:cubicBezTo>
                    <a:cubicBezTo>
                      <a:pt x="43919" y="66927"/>
                      <a:pt x="52492" y="69213"/>
                      <a:pt x="53825" y="61402"/>
                    </a:cubicBezTo>
                    <a:cubicBezTo>
                      <a:pt x="55540" y="51877"/>
                      <a:pt x="40586" y="36733"/>
                      <a:pt x="35347" y="29494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130" name="Forme libre : forme 5129">
                <a:extLst>
                  <a:ext uri="{FF2B5EF4-FFF2-40B4-BE49-F238E27FC236}">
                    <a16:creationId xmlns:a16="http://schemas.microsoft.com/office/drawing/2014/main" id="{57FDF043-BAA8-46BE-A6E3-2AAA7ABA487F}"/>
                  </a:ext>
                </a:extLst>
              </p:cNvPr>
              <p:cNvSpPr/>
              <p:nvPr/>
            </p:nvSpPr>
            <p:spPr>
              <a:xfrm>
                <a:off x="4497398" y="4258754"/>
                <a:ext cx="165163" cy="75152"/>
              </a:xfrm>
              <a:custGeom>
                <a:avLst/>
                <a:gdLst>
                  <a:gd name="connsiteX0" fmla="*/ 95631 w 165163"/>
                  <a:gd name="connsiteY0" fmla="*/ 34576 h 75152"/>
                  <a:gd name="connsiteX1" fmla="*/ 122777 w 165163"/>
                  <a:gd name="connsiteY1" fmla="*/ 75152 h 75152"/>
                  <a:gd name="connsiteX2" fmla="*/ 86392 w 165163"/>
                  <a:gd name="connsiteY2" fmla="*/ 35719 h 75152"/>
                  <a:gd name="connsiteX3" fmla="*/ 37052 w 165163"/>
                  <a:gd name="connsiteY3" fmla="*/ 11811 h 75152"/>
                  <a:gd name="connsiteX4" fmla="*/ 0 w 165163"/>
                  <a:gd name="connsiteY4" fmla="*/ 0 h 75152"/>
                  <a:gd name="connsiteX5" fmla="*/ 99822 w 165163"/>
                  <a:gd name="connsiteY5" fmla="*/ 28385 h 75152"/>
                  <a:gd name="connsiteX6" fmla="*/ 149257 w 165163"/>
                  <a:gd name="connsiteY6" fmla="*/ 48196 h 75152"/>
                  <a:gd name="connsiteX7" fmla="*/ 165163 w 165163"/>
                  <a:gd name="connsiteY7" fmla="*/ 54769 h 75152"/>
                  <a:gd name="connsiteX8" fmla="*/ 152590 w 165163"/>
                  <a:gd name="connsiteY8" fmla="*/ 51816 h 75152"/>
                  <a:gd name="connsiteX9" fmla="*/ 134112 w 165163"/>
                  <a:gd name="connsiteY9" fmla="*/ 45339 h 75152"/>
                  <a:gd name="connsiteX10" fmla="*/ 95631 w 165163"/>
                  <a:gd name="connsiteY10" fmla="*/ 34576 h 75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5163" h="75152">
                    <a:moveTo>
                      <a:pt x="95631" y="34576"/>
                    </a:moveTo>
                    <a:cubicBezTo>
                      <a:pt x="102584" y="49339"/>
                      <a:pt x="111823" y="63055"/>
                      <a:pt x="122777" y="75152"/>
                    </a:cubicBezTo>
                    <a:cubicBezTo>
                      <a:pt x="107823" y="65151"/>
                      <a:pt x="99727" y="47720"/>
                      <a:pt x="86392" y="35719"/>
                    </a:cubicBezTo>
                    <a:cubicBezTo>
                      <a:pt x="72771" y="23336"/>
                      <a:pt x="54578" y="17431"/>
                      <a:pt x="37052" y="11811"/>
                    </a:cubicBezTo>
                    <a:cubicBezTo>
                      <a:pt x="24670" y="7906"/>
                      <a:pt x="12382" y="3905"/>
                      <a:pt x="0" y="0"/>
                    </a:cubicBezTo>
                    <a:cubicBezTo>
                      <a:pt x="34195" y="5524"/>
                      <a:pt x="67437" y="16097"/>
                      <a:pt x="99822" y="28385"/>
                    </a:cubicBezTo>
                    <a:cubicBezTo>
                      <a:pt x="116396" y="34671"/>
                      <a:pt x="132779" y="41434"/>
                      <a:pt x="149257" y="48196"/>
                    </a:cubicBezTo>
                    <a:cubicBezTo>
                      <a:pt x="154496" y="50482"/>
                      <a:pt x="159925" y="52292"/>
                      <a:pt x="165163" y="54769"/>
                    </a:cubicBezTo>
                    <a:cubicBezTo>
                      <a:pt x="160401" y="55436"/>
                      <a:pt x="156877" y="53435"/>
                      <a:pt x="152590" y="51816"/>
                    </a:cubicBezTo>
                    <a:cubicBezTo>
                      <a:pt x="146495" y="49435"/>
                      <a:pt x="140303" y="47339"/>
                      <a:pt x="134112" y="45339"/>
                    </a:cubicBezTo>
                    <a:cubicBezTo>
                      <a:pt x="121253" y="41053"/>
                      <a:pt x="108490" y="37529"/>
                      <a:pt x="95631" y="34576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5131" name="Graphique 5">
              <a:extLst>
                <a:ext uri="{FF2B5EF4-FFF2-40B4-BE49-F238E27FC236}">
                  <a16:creationId xmlns:a16="http://schemas.microsoft.com/office/drawing/2014/main" id="{E61FAC4F-884C-4AA5-BDBE-16FC2DFDBF8C}"/>
                </a:ext>
              </a:extLst>
            </p:cNvPr>
            <p:cNvGrpSpPr/>
            <p:nvPr/>
          </p:nvGrpSpPr>
          <p:grpSpPr>
            <a:xfrm>
              <a:off x="2090029" y="1755606"/>
              <a:ext cx="607863" cy="809190"/>
              <a:chOff x="2090029" y="1755606"/>
              <a:chExt cx="607863" cy="809190"/>
            </a:xfrm>
            <a:solidFill>
              <a:schemeClr val="accent1"/>
            </a:solidFill>
          </p:grpSpPr>
          <p:grpSp>
            <p:nvGrpSpPr>
              <p:cNvPr id="5132" name="Graphique 5">
                <a:extLst>
                  <a:ext uri="{FF2B5EF4-FFF2-40B4-BE49-F238E27FC236}">
                    <a16:creationId xmlns:a16="http://schemas.microsoft.com/office/drawing/2014/main" id="{31CA8942-D096-4036-A97B-F6410157233D}"/>
                  </a:ext>
                </a:extLst>
              </p:cNvPr>
              <p:cNvGrpSpPr/>
              <p:nvPr/>
            </p:nvGrpSpPr>
            <p:grpSpPr>
              <a:xfrm>
                <a:off x="2090029" y="1755606"/>
                <a:ext cx="607863" cy="809190"/>
                <a:chOff x="2090029" y="1755606"/>
                <a:chExt cx="607863" cy="809190"/>
              </a:xfrm>
              <a:solidFill>
                <a:schemeClr val="accent1"/>
              </a:solidFill>
            </p:grpSpPr>
            <p:sp>
              <p:nvSpPr>
                <p:cNvPr id="5133" name="Forme libre : forme 5132">
                  <a:extLst>
                    <a:ext uri="{FF2B5EF4-FFF2-40B4-BE49-F238E27FC236}">
                      <a16:creationId xmlns:a16="http://schemas.microsoft.com/office/drawing/2014/main" id="{91C4C4F5-BAD2-4BAC-B9ED-B50FAF95E466}"/>
                    </a:ext>
                  </a:extLst>
                </p:cNvPr>
                <p:cNvSpPr/>
                <p:nvPr/>
              </p:nvSpPr>
              <p:spPr>
                <a:xfrm>
                  <a:off x="2139865" y="1840357"/>
                  <a:ext cx="558027" cy="724439"/>
                </a:xfrm>
                <a:custGeom>
                  <a:avLst/>
                  <a:gdLst>
                    <a:gd name="connsiteX0" fmla="*/ 0 w 558027"/>
                    <a:gd name="connsiteY0" fmla="*/ 183261 h 724439"/>
                    <a:gd name="connsiteX1" fmla="*/ 136208 w 558027"/>
                    <a:gd name="connsiteY1" fmla="*/ 282893 h 724439"/>
                    <a:gd name="connsiteX2" fmla="*/ 288988 w 558027"/>
                    <a:gd name="connsiteY2" fmla="*/ 422624 h 724439"/>
                    <a:gd name="connsiteX3" fmla="*/ 430721 w 558027"/>
                    <a:gd name="connsiteY3" fmla="*/ 660845 h 724439"/>
                    <a:gd name="connsiteX4" fmla="*/ 455962 w 558027"/>
                    <a:gd name="connsiteY4" fmla="*/ 720376 h 724439"/>
                    <a:gd name="connsiteX5" fmla="*/ 489013 w 558027"/>
                    <a:gd name="connsiteY5" fmla="*/ 674180 h 724439"/>
                    <a:gd name="connsiteX6" fmla="*/ 498824 w 558027"/>
                    <a:gd name="connsiteY6" fmla="*/ 668560 h 724439"/>
                    <a:gd name="connsiteX7" fmla="*/ 555403 w 558027"/>
                    <a:gd name="connsiteY7" fmla="*/ 663035 h 724439"/>
                    <a:gd name="connsiteX8" fmla="*/ 516446 w 558027"/>
                    <a:gd name="connsiteY8" fmla="*/ 611505 h 724439"/>
                    <a:gd name="connsiteX9" fmla="*/ 380714 w 558027"/>
                    <a:gd name="connsiteY9" fmla="*/ 369856 h 724439"/>
                    <a:gd name="connsiteX10" fmla="*/ 335852 w 558027"/>
                    <a:gd name="connsiteY10" fmla="*/ 167735 h 724439"/>
                    <a:gd name="connsiteX11" fmla="*/ 317468 w 558027"/>
                    <a:gd name="connsiteY11" fmla="*/ 0 h 724439"/>
                    <a:gd name="connsiteX12" fmla="*/ 127063 w 558027"/>
                    <a:gd name="connsiteY12" fmla="*/ 33909 h 724439"/>
                    <a:gd name="connsiteX13" fmla="*/ 0 w 558027"/>
                    <a:gd name="connsiteY13" fmla="*/ 183261 h 724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58027" h="724439">
                      <a:moveTo>
                        <a:pt x="0" y="183261"/>
                      </a:moveTo>
                      <a:cubicBezTo>
                        <a:pt x="0" y="183261"/>
                        <a:pt x="41624" y="226219"/>
                        <a:pt x="136208" y="282893"/>
                      </a:cubicBezTo>
                      <a:cubicBezTo>
                        <a:pt x="230791" y="339471"/>
                        <a:pt x="249365" y="358331"/>
                        <a:pt x="288988" y="422624"/>
                      </a:cubicBezTo>
                      <a:cubicBezTo>
                        <a:pt x="328613" y="486918"/>
                        <a:pt x="423005" y="647033"/>
                        <a:pt x="430721" y="660845"/>
                      </a:cubicBezTo>
                      <a:cubicBezTo>
                        <a:pt x="438436" y="674656"/>
                        <a:pt x="457200" y="704088"/>
                        <a:pt x="455962" y="720376"/>
                      </a:cubicBezTo>
                      <a:cubicBezTo>
                        <a:pt x="454724" y="736664"/>
                        <a:pt x="493586" y="700469"/>
                        <a:pt x="489013" y="674180"/>
                      </a:cubicBezTo>
                      <a:lnTo>
                        <a:pt x="498824" y="668560"/>
                      </a:lnTo>
                      <a:cubicBezTo>
                        <a:pt x="519398" y="685610"/>
                        <a:pt x="570071" y="669989"/>
                        <a:pt x="555403" y="663035"/>
                      </a:cubicBezTo>
                      <a:cubicBezTo>
                        <a:pt x="540639" y="655987"/>
                        <a:pt x="524637" y="625031"/>
                        <a:pt x="516446" y="611505"/>
                      </a:cubicBezTo>
                      <a:cubicBezTo>
                        <a:pt x="508254" y="597884"/>
                        <a:pt x="416624" y="436245"/>
                        <a:pt x="380714" y="369856"/>
                      </a:cubicBezTo>
                      <a:cubicBezTo>
                        <a:pt x="344805" y="303467"/>
                        <a:pt x="337661" y="277940"/>
                        <a:pt x="335852" y="167735"/>
                      </a:cubicBezTo>
                      <a:cubicBezTo>
                        <a:pt x="334042" y="57531"/>
                        <a:pt x="317468" y="0"/>
                        <a:pt x="317468" y="0"/>
                      </a:cubicBezTo>
                      <a:lnTo>
                        <a:pt x="127063" y="33909"/>
                      </a:lnTo>
                      <a:lnTo>
                        <a:pt x="0" y="183261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5134" name="Graphique 5">
                  <a:extLst>
                    <a:ext uri="{FF2B5EF4-FFF2-40B4-BE49-F238E27FC236}">
                      <a16:creationId xmlns:a16="http://schemas.microsoft.com/office/drawing/2014/main" id="{4AB0479F-46A8-44CF-9F5E-759647A058BA}"/>
                    </a:ext>
                  </a:extLst>
                </p:cNvPr>
                <p:cNvGrpSpPr/>
                <p:nvPr/>
              </p:nvGrpSpPr>
              <p:grpSpPr>
                <a:xfrm>
                  <a:off x="2168984" y="1772100"/>
                  <a:ext cx="188156" cy="197058"/>
                  <a:chOff x="2168984" y="1772100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5135" name="Forme libre : forme 5134">
                    <a:extLst>
                      <a:ext uri="{FF2B5EF4-FFF2-40B4-BE49-F238E27FC236}">
                        <a16:creationId xmlns:a16="http://schemas.microsoft.com/office/drawing/2014/main" id="{51AF5D2A-E6BA-4F26-9117-E10DE510D72B}"/>
                      </a:ext>
                    </a:extLst>
                  </p:cNvPr>
                  <p:cNvSpPr/>
                  <p:nvPr/>
                </p:nvSpPr>
                <p:spPr>
                  <a:xfrm rot="-1802346">
                    <a:off x="2198672" y="1794047"/>
                    <a:ext cx="128780" cy="153164"/>
                  </a:xfrm>
                  <a:custGeom>
                    <a:avLst/>
                    <a:gdLst>
                      <a:gd name="connsiteX0" fmla="*/ 128780 w 128780"/>
                      <a:gd name="connsiteY0" fmla="*/ 76582 h 153164"/>
                      <a:gd name="connsiteX1" fmla="*/ 64390 w 128780"/>
                      <a:gd name="connsiteY1" fmla="*/ 153165 h 153164"/>
                      <a:gd name="connsiteX2" fmla="*/ 0 w 128780"/>
                      <a:gd name="connsiteY2" fmla="*/ 76582 h 153164"/>
                      <a:gd name="connsiteX3" fmla="*/ 64390 w 128780"/>
                      <a:gd name="connsiteY3" fmla="*/ 0 h 153164"/>
                      <a:gd name="connsiteX4" fmla="*/ 128780 w 128780"/>
                      <a:gd name="connsiteY4" fmla="*/ 76582 h 153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0" h="153164">
                        <a:moveTo>
                          <a:pt x="128780" y="76582"/>
                        </a:moveTo>
                        <a:cubicBezTo>
                          <a:pt x="128780" y="118878"/>
                          <a:pt x="99952" y="153165"/>
                          <a:pt x="64390" y="153165"/>
                        </a:cubicBezTo>
                        <a:cubicBezTo>
                          <a:pt x="28829" y="153165"/>
                          <a:pt x="0" y="118878"/>
                          <a:pt x="0" y="76582"/>
                        </a:cubicBezTo>
                        <a:cubicBezTo>
                          <a:pt x="0" y="34287"/>
                          <a:pt x="28829" y="0"/>
                          <a:pt x="64390" y="0"/>
                        </a:cubicBezTo>
                        <a:cubicBezTo>
                          <a:pt x="99952" y="0"/>
                          <a:pt x="128780" y="34287"/>
                          <a:pt x="128780" y="7658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36" name="Forme libre : forme 5135">
                    <a:extLst>
                      <a:ext uri="{FF2B5EF4-FFF2-40B4-BE49-F238E27FC236}">
                        <a16:creationId xmlns:a16="http://schemas.microsoft.com/office/drawing/2014/main" id="{27A8E395-576C-4742-B2B0-350B0B14E27A}"/>
                      </a:ext>
                    </a:extLst>
                  </p:cNvPr>
                  <p:cNvSpPr/>
                  <p:nvPr/>
                </p:nvSpPr>
                <p:spPr>
                  <a:xfrm>
                    <a:off x="2213683" y="1812639"/>
                    <a:ext cx="116952" cy="131681"/>
                  </a:xfrm>
                  <a:custGeom>
                    <a:avLst/>
                    <a:gdLst>
                      <a:gd name="connsiteX0" fmla="*/ 82582 w 116952"/>
                      <a:gd name="connsiteY0" fmla="*/ 0 h 131681"/>
                      <a:gd name="connsiteX1" fmla="*/ 88963 w 116952"/>
                      <a:gd name="connsiteY1" fmla="*/ 9525 h 131681"/>
                      <a:gd name="connsiteX2" fmla="*/ 71533 w 116952"/>
                      <a:gd name="connsiteY2" fmla="*/ 108013 h 131681"/>
                      <a:gd name="connsiteX3" fmla="*/ 0 w 116952"/>
                      <a:gd name="connsiteY3" fmla="*/ 99727 h 131681"/>
                      <a:gd name="connsiteX4" fmla="*/ 87630 w 116952"/>
                      <a:gd name="connsiteY4" fmla="*/ 124301 h 131681"/>
                      <a:gd name="connsiteX5" fmla="*/ 105061 w 116952"/>
                      <a:gd name="connsiteY5" fmla="*/ 25813 h 131681"/>
                      <a:gd name="connsiteX6" fmla="*/ 82582 w 116952"/>
                      <a:gd name="connsiteY6" fmla="*/ 0 h 131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6952" h="131681">
                        <a:moveTo>
                          <a:pt x="82582" y="0"/>
                        </a:moveTo>
                        <a:cubicBezTo>
                          <a:pt x="84868" y="2953"/>
                          <a:pt x="87058" y="6096"/>
                          <a:pt x="88963" y="9525"/>
                        </a:cubicBezTo>
                        <a:cubicBezTo>
                          <a:pt x="110109" y="46101"/>
                          <a:pt x="102203" y="90011"/>
                          <a:pt x="71533" y="108013"/>
                        </a:cubicBezTo>
                        <a:cubicBezTo>
                          <a:pt x="47530" y="122111"/>
                          <a:pt x="16954" y="117729"/>
                          <a:pt x="0" y="99727"/>
                        </a:cubicBezTo>
                        <a:cubicBezTo>
                          <a:pt x="22479" y="129254"/>
                          <a:pt x="59722" y="140398"/>
                          <a:pt x="87630" y="124301"/>
                        </a:cubicBezTo>
                        <a:cubicBezTo>
                          <a:pt x="118396" y="106490"/>
                          <a:pt x="126206" y="62389"/>
                          <a:pt x="105061" y="25813"/>
                        </a:cubicBezTo>
                        <a:cubicBezTo>
                          <a:pt x="99060" y="15335"/>
                          <a:pt x="91345" y="6667"/>
                          <a:pt x="82582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37" name="Forme libre : forme 5136">
                    <a:extLst>
                      <a:ext uri="{FF2B5EF4-FFF2-40B4-BE49-F238E27FC236}">
                        <a16:creationId xmlns:a16="http://schemas.microsoft.com/office/drawing/2014/main" id="{4621E3FB-2BFA-4621-8EAA-1BCEB2D0E088}"/>
                      </a:ext>
                    </a:extLst>
                  </p:cNvPr>
                  <p:cNvSpPr/>
                  <p:nvPr/>
                </p:nvSpPr>
                <p:spPr>
                  <a:xfrm rot="-521110">
                    <a:off x="2201728" y="1818414"/>
                    <a:ext cx="59243" cy="74864"/>
                  </a:xfrm>
                  <a:custGeom>
                    <a:avLst/>
                    <a:gdLst>
                      <a:gd name="connsiteX0" fmla="*/ 59243 w 59243"/>
                      <a:gd name="connsiteY0" fmla="*/ 37432 h 74864"/>
                      <a:gd name="connsiteX1" fmla="*/ 29622 w 59243"/>
                      <a:gd name="connsiteY1" fmla="*/ 74864 h 74864"/>
                      <a:gd name="connsiteX2" fmla="*/ 0 w 59243"/>
                      <a:gd name="connsiteY2" fmla="*/ 37432 h 74864"/>
                      <a:gd name="connsiteX3" fmla="*/ 29622 w 59243"/>
                      <a:gd name="connsiteY3" fmla="*/ 0 h 74864"/>
                      <a:gd name="connsiteX4" fmla="*/ 59243 w 59243"/>
                      <a:gd name="connsiteY4" fmla="*/ 37432 h 7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3" h="74864">
                        <a:moveTo>
                          <a:pt x="59243" y="37432"/>
                        </a:moveTo>
                        <a:cubicBezTo>
                          <a:pt x="59243" y="58105"/>
                          <a:pt x="45981" y="74864"/>
                          <a:pt x="29622" y="74864"/>
                        </a:cubicBezTo>
                        <a:cubicBezTo>
                          <a:pt x="13262" y="74864"/>
                          <a:pt x="0" y="58105"/>
                          <a:pt x="0" y="37432"/>
                        </a:cubicBezTo>
                        <a:cubicBezTo>
                          <a:pt x="0" y="16759"/>
                          <a:pt x="13262" y="0"/>
                          <a:pt x="29622" y="0"/>
                        </a:cubicBezTo>
                        <a:cubicBezTo>
                          <a:pt x="45981" y="0"/>
                          <a:pt x="59243" y="16759"/>
                          <a:pt x="59243" y="3743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38" name="Forme libre : forme 5137">
                    <a:extLst>
                      <a:ext uri="{FF2B5EF4-FFF2-40B4-BE49-F238E27FC236}">
                        <a16:creationId xmlns:a16="http://schemas.microsoft.com/office/drawing/2014/main" id="{5F96925C-3871-4FCE-941D-EDE721137254}"/>
                      </a:ext>
                    </a:extLst>
                  </p:cNvPr>
                  <p:cNvSpPr/>
                  <p:nvPr/>
                </p:nvSpPr>
                <p:spPr>
                  <a:xfrm>
                    <a:off x="2227971" y="1811591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5139" name="Graphique 5">
                  <a:extLst>
                    <a:ext uri="{FF2B5EF4-FFF2-40B4-BE49-F238E27FC236}">
                      <a16:creationId xmlns:a16="http://schemas.microsoft.com/office/drawing/2014/main" id="{10F5439F-0610-4B89-B01C-809D543C62DF}"/>
                    </a:ext>
                  </a:extLst>
                </p:cNvPr>
                <p:cNvGrpSpPr/>
                <p:nvPr/>
              </p:nvGrpSpPr>
              <p:grpSpPr>
                <a:xfrm>
                  <a:off x="2090029" y="1876940"/>
                  <a:ext cx="188156" cy="197058"/>
                  <a:chOff x="2090029" y="1876940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5140" name="Forme libre : forme 5139">
                    <a:extLst>
                      <a:ext uri="{FF2B5EF4-FFF2-40B4-BE49-F238E27FC236}">
                        <a16:creationId xmlns:a16="http://schemas.microsoft.com/office/drawing/2014/main" id="{96D08498-AA4A-4F5E-AB2F-27C8AADD84BA}"/>
                      </a:ext>
                    </a:extLst>
                  </p:cNvPr>
                  <p:cNvSpPr/>
                  <p:nvPr/>
                </p:nvSpPr>
                <p:spPr>
                  <a:xfrm rot="-1802346">
                    <a:off x="2119717" y="1898887"/>
                    <a:ext cx="128780" cy="153164"/>
                  </a:xfrm>
                  <a:custGeom>
                    <a:avLst/>
                    <a:gdLst>
                      <a:gd name="connsiteX0" fmla="*/ 128780 w 128780"/>
                      <a:gd name="connsiteY0" fmla="*/ 76582 h 153164"/>
                      <a:gd name="connsiteX1" fmla="*/ 64390 w 128780"/>
                      <a:gd name="connsiteY1" fmla="*/ 153165 h 153164"/>
                      <a:gd name="connsiteX2" fmla="*/ 0 w 128780"/>
                      <a:gd name="connsiteY2" fmla="*/ 76582 h 153164"/>
                      <a:gd name="connsiteX3" fmla="*/ 64390 w 128780"/>
                      <a:gd name="connsiteY3" fmla="*/ 0 h 153164"/>
                      <a:gd name="connsiteX4" fmla="*/ 128780 w 128780"/>
                      <a:gd name="connsiteY4" fmla="*/ 76582 h 153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0" h="153164">
                        <a:moveTo>
                          <a:pt x="128780" y="76582"/>
                        </a:moveTo>
                        <a:cubicBezTo>
                          <a:pt x="128780" y="118878"/>
                          <a:pt x="99952" y="153165"/>
                          <a:pt x="64390" y="153165"/>
                        </a:cubicBezTo>
                        <a:cubicBezTo>
                          <a:pt x="28829" y="153165"/>
                          <a:pt x="0" y="118878"/>
                          <a:pt x="0" y="76582"/>
                        </a:cubicBezTo>
                        <a:cubicBezTo>
                          <a:pt x="0" y="34287"/>
                          <a:pt x="28829" y="0"/>
                          <a:pt x="64390" y="0"/>
                        </a:cubicBezTo>
                        <a:cubicBezTo>
                          <a:pt x="99952" y="0"/>
                          <a:pt x="128780" y="34287"/>
                          <a:pt x="128780" y="7658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41" name="Forme libre : forme 5140">
                    <a:extLst>
                      <a:ext uri="{FF2B5EF4-FFF2-40B4-BE49-F238E27FC236}">
                        <a16:creationId xmlns:a16="http://schemas.microsoft.com/office/drawing/2014/main" id="{D1B33C19-187A-4034-9E9B-1C383E5D0528}"/>
                      </a:ext>
                    </a:extLst>
                  </p:cNvPr>
                  <p:cNvSpPr/>
                  <p:nvPr/>
                </p:nvSpPr>
                <p:spPr>
                  <a:xfrm>
                    <a:off x="2134721" y="1917509"/>
                    <a:ext cx="116952" cy="131681"/>
                  </a:xfrm>
                  <a:custGeom>
                    <a:avLst/>
                    <a:gdLst>
                      <a:gd name="connsiteX0" fmla="*/ 82582 w 116952"/>
                      <a:gd name="connsiteY0" fmla="*/ 0 h 131681"/>
                      <a:gd name="connsiteX1" fmla="*/ 88963 w 116952"/>
                      <a:gd name="connsiteY1" fmla="*/ 9525 h 131681"/>
                      <a:gd name="connsiteX2" fmla="*/ 71533 w 116952"/>
                      <a:gd name="connsiteY2" fmla="*/ 108013 h 131681"/>
                      <a:gd name="connsiteX3" fmla="*/ 0 w 116952"/>
                      <a:gd name="connsiteY3" fmla="*/ 99727 h 131681"/>
                      <a:gd name="connsiteX4" fmla="*/ 87630 w 116952"/>
                      <a:gd name="connsiteY4" fmla="*/ 124301 h 131681"/>
                      <a:gd name="connsiteX5" fmla="*/ 105061 w 116952"/>
                      <a:gd name="connsiteY5" fmla="*/ 25813 h 131681"/>
                      <a:gd name="connsiteX6" fmla="*/ 82582 w 116952"/>
                      <a:gd name="connsiteY6" fmla="*/ 0 h 131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6952" h="131681">
                        <a:moveTo>
                          <a:pt x="82582" y="0"/>
                        </a:moveTo>
                        <a:cubicBezTo>
                          <a:pt x="84868" y="2953"/>
                          <a:pt x="87058" y="6096"/>
                          <a:pt x="88963" y="9525"/>
                        </a:cubicBezTo>
                        <a:cubicBezTo>
                          <a:pt x="110109" y="46101"/>
                          <a:pt x="102203" y="90011"/>
                          <a:pt x="71533" y="108013"/>
                        </a:cubicBezTo>
                        <a:cubicBezTo>
                          <a:pt x="47530" y="122111"/>
                          <a:pt x="16954" y="117729"/>
                          <a:pt x="0" y="99727"/>
                        </a:cubicBezTo>
                        <a:cubicBezTo>
                          <a:pt x="22479" y="129254"/>
                          <a:pt x="59722" y="140398"/>
                          <a:pt x="87630" y="124301"/>
                        </a:cubicBezTo>
                        <a:cubicBezTo>
                          <a:pt x="118396" y="106490"/>
                          <a:pt x="126206" y="62389"/>
                          <a:pt x="105061" y="25813"/>
                        </a:cubicBezTo>
                        <a:cubicBezTo>
                          <a:pt x="99060" y="15240"/>
                          <a:pt x="91250" y="6667"/>
                          <a:pt x="82582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42" name="Forme libre : forme 5141">
                    <a:extLst>
                      <a:ext uri="{FF2B5EF4-FFF2-40B4-BE49-F238E27FC236}">
                        <a16:creationId xmlns:a16="http://schemas.microsoft.com/office/drawing/2014/main" id="{FBA5E082-CB43-4BFA-A308-80D43EB041CC}"/>
                      </a:ext>
                    </a:extLst>
                  </p:cNvPr>
                  <p:cNvSpPr/>
                  <p:nvPr/>
                </p:nvSpPr>
                <p:spPr>
                  <a:xfrm rot="-521110">
                    <a:off x="2122773" y="1923272"/>
                    <a:ext cx="59243" cy="74864"/>
                  </a:xfrm>
                  <a:custGeom>
                    <a:avLst/>
                    <a:gdLst>
                      <a:gd name="connsiteX0" fmla="*/ 59244 w 59243"/>
                      <a:gd name="connsiteY0" fmla="*/ 37432 h 74864"/>
                      <a:gd name="connsiteX1" fmla="*/ 29622 w 59243"/>
                      <a:gd name="connsiteY1" fmla="*/ 74864 h 74864"/>
                      <a:gd name="connsiteX2" fmla="*/ 0 w 59243"/>
                      <a:gd name="connsiteY2" fmla="*/ 37432 h 74864"/>
                      <a:gd name="connsiteX3" fmla="*/ 29622 w 59243"/>
                      <a:gd name="connsiteY3" fmla="*/ 0 h 74864"/>
                      <a:gd name="connsiteX4" fmla="*/ 59244 w 59243"/>
                      <a:gd name="connsiteY4" fmla="*/ 37432 h 7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3" h="74864">
                        <a:moveTo>
                          <a:pt x="59244" y="37432"/>
                        </a:moveTo>
                        <a:cubicBezTo>
                          <a:pt x="59244" y="58105"/>
                          <a:pt x="45981" y="74864"/>
                          <a:pt x="29622" y="74864"/>
                        </a:cubicBezTo>
                        <a:cubicBezTo>
                          <a:pt x="13262" y="74864"/>
                          <a:pt x="0" y="58105"/>
                          <a:pt x="0" y="37432"/>
                        </a:cubicBezTo>
                        <a:cubicBezTo>
                          <a:pt x="0" y="16759"/>
                          <a:pt x="13262" y="0"/>
                          <a:pt x="29622" y="0"/>
                        </a:cubicBezTo>
                        <a:cubicBezTo>
                          <a:pt x="45981" y="0"/>
                          <a:pt x="59244" y="16759"/>
                          <a:pt x="59244" y="3743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43" name="Forme libre : forme 5142">
                    <a:extLst>
                      <a:ext uri="{FF2B5EF4-FFF2-40B4-BE49-F238E27FC236}">
                        <a16:creationId xmlns:a16="http://schemas.microsoft.com/office/drawing/2014/main" id="{072EFDC7-DF01-4787-BF51-BE99B3D687CF}"/>
                      </a:ext>
                    </a:extLst>
                  </p:cNvPr>
                  <p:cNvSpPr/>
                  <p:nvPr/>
                </p:nvSpPr>
                <p:spPr>
                  <a:xfrm>
                    <a:off x="2148914" y="1916366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5144" name="Graphique 5">
                  <a:extLst>
                    <a:ext uri="{FF2B5EF4-FFF2-40B4-BE49-F238E27FC236}">
                      <a16:creationId xmlns:a16="http://schemas.microsoft.com/office/drawing/2014/main" id="{CB02F103-7A5C-4E32-857C-9B279513962F}"/>
                    </a:ext>
                  </a:extLst>
                </p:cNvPr>
                <p:cNvGrpSpPr/>
                <p:nvPr/>
              </p:nvGrpSpPr>
              <p:grpSpPr>
                <a:xfrm>
                  <a:off x="2299743" y="1755606"/>
                  <a:ext cx="188156" cy="197058"/>
                  <a:chOff x="2299743" y="1755606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5145" name="Forme libre : forme 5144">
                    <a:extLst>
                      <a:ext uri="{FF2B5EF4-FFF2-40B4-BE49-F238E27FC236}">
                        <a16:creationId xmlns:a16="http://schemas.microsoft.com/office/drawing/2014/main" id="{33470AB8-C0DB-436E-98BC-3866E7CC353E}"/>
                      </a:ext>
                    </a:extLst>
                  </p:cNvPr>
                  <p:cNvSpPr/>
                  <p:nvPr/>
                </p:nvSpPr>
                <p:spPr>
                  <a:xfrm rot="-1802346">
                    <a:off x="2329431" y="1777553"/>
                    <a:ext cx="128780" cy="153164"/>
                  </a:xfrm>
                  <a:custGeom>
                    <a:avLst/>
                    <a:gdLst>
                      <a:gd name="connsiteX0" fmla="*/ 128780 w 128780"/>
                      <a:gd name="connsiteY0" fmla="*/ 76582 h 153164"/>
                      <a:gd name="connsiteX1" fmla="*/ 64390 w 128780"/>
                      <a:gd name="connsiteY1" fmla="*/ 153165 h 153164"/>
                      <a:gd name="connsiteX2" fmla="*/ 0 w 128780"/>
                      <a:gd name="connsiteY2" fmla="*/ 76582 h 153164"/>
                      <a:gd name="connsiteX3" fmla="*/ 64390 w 128780"/>
                      <a:gd name="connsiteY3" fmla="*/ 0 h 153164"/>
                      <a:gd name="connsiteX4" fmla="*/ 128780 w 128780"/>
                      <a:gd name="connsiteY4" fmla="*/ 76582 h 153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0" h="153164">
                        <a:moveTo>
                          <a:pt x="128780" y="76582"/>
                        </a:moveTo>
                        <a:cubicBezTo>
                          <a:pt x="128780" y="118878"/>
                          <a:pt x="99952" y="153165"/>
                          <a:pt x="64390" y="153165"/>
                        </a:cubicBezTo>
                        <a:cubicBezTo>
                          <a:pt x="28828" y="153165"/>
                          <a:pt x="0" y="118878"/>
                          <a:pt x="0" y="76582"/>
                        </a:cubicBezTo>
                        <a:cubicBezTo>
                          <a:pt x="0" y="34287"/>
                          <a:pt x="28828" y="0"/>
                          <a:pt x="64390" y="0"/>
                        </a:cubicBezTo>
                        <a:cubicBezTo>
                          <a:pt x="99952" y="0"/>
                          <a:pt x="128780" y="34287"/>
                          <a:pt x="128780" y="7658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46" name="Forme libre : forme 5145">
                    <a:extLst>
                      <a:ext uri="{FF2B5EF4-FFF2-40B4-BE49-F238E27FC236}">
                        <a16:creationId xmlns:a16="http://schemas.microsoft.com/office/drawing/2014/main" id="{E2BCAB96-1F5C-422A-A648-7A2C5E8C61AE}"/>
                      </a:ext>
                    </a:extLst>
                  </p:cNvPr>
                  <p:cNvSpPr/>
                  <p:nvPr/>
                </p:nvSpPr>
                <p:spPr>
                  <a:xfrm>
                    <a:off x="2344462" y="1796161"/>
                    <a:ext cx="116952" cy="131682"/>
                  </a:xfrm>
                  <a:custGeom>
                    <a:avLst/>
                    <a:gdLst>
                      <a:gd name="connsiteX0" fmla="*/ 82582 w 116952"/>
                      <a:gd name="connsiteY0" fmla="*/ 0 h 131682"/>
                      <a:gd name="connsiteX1" fmla="*/ 88963 w 116952"/>
                      <a:gd name="connsiteY1" fmla="*/ 9525 h 131682"/>
                      <a:gd name="connsiteX2" fmla="*/ 71533 w 116952"/>
                      <a:gd name="connsiteY2" fmla="*/ 108014 h 131682"/>
                      <a:gd name="connsiteX3" fmla="*/ 0 w 116952"/>
                      <a:gd name="connsiteY3" fmla="*/ 99727 h 131682"/>
                      <a:gd name="connsiteX4" fmla="*/ 87630 w 116952"/>
                      <a:gd name="connsiteY4" fmla="*/ 124301 h 131682"/>
                      <a:gd name="connsiteX5" fmla="*/ 105061 w 116952"/>
                      <a:gd name="connsiteY5" fmla="*/ 25813 h 131682"/>
                      <a:gd name="connsiteX6" fmla="*/ 82582 w 116952"/>
                      <a:gd name="connsiteY6" fmla="*/ 0 h 131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6952" h="131682">
                        <a:moveTo>
                          <a:pt x="82582" y="0"/>
                        </a:moveTo>
                        <a:cubicBezTo>
                          <a:pt x="84868" y="2953"/>
                          <a:pt x="87058" y="6096"/>
                          <a:pt x="88963" y="9525"/>
                        </a:cubicBezTo>
                        <a:cubicBezTo>
                          <a:pt x="110109" y="46101"/>
                          <a:pt x="102203" y="90011"/>
                          <a:pt x="71533" y="108014"/>
                        </a:cubicBezTo>
                        <a:cubicBezTo>
                          <a:pt x="47530" y="122111"/>
                          <a:pt x="16954" y="117729"/>
                          <a:pt x="0" y="99727"/>
                        </a:cubicBezTo>
                        <a:cubicBezTo>
                          <a:pt x="22479" y="129254"/>
                          <a:pt x="59722" y="140399"/>
                          <a:pt x="87630" y="124301"/>
                        </a:cubicBezTo>
                        <a:cubicBezTo>
                          <a:pt x="118396" y="106490"/>
                          <a:pt x="126206" y="62389"/>
                          <a:pt x="105061" y="25813"/>
                        </a:cubicBezTo>
                        <a:cubicBezTo>
                          <a:pt x="99060" y="15335"/>
                          <a:pt x="91249" y="6668"/>
                          <a:pt x="82582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47" name="Forme libre : forme 5146">
                    <a:extLst>
                      <a:ext uri="{FF2B5EF4-FFF2-40B4-BE49-F238E27FC236}">
                        <a16:creationId xmlns:a16="http://schemas.microsoft.com/office/drawing/2014/main" id="{B8AAE574-883D-4084-B037-3D61266CDAEF}"/>
                      </a:ext>
                    </a:extLst>
                  </p:cNvPr>
                  <p:cNvSpPr/>
                  <p:nvPr/>
                </p:nvSpPr>
                <p:spPr>
                  <a:xfrm rot="-521110">
                    <a:off x="2332511" y="1802024"/>
                    <a:ext cx="59243" cy="74864"/>
                  </a:xfrm>
                  <a:custGeom>
                    <a:avLst/>
                    <a:gdLst>
                      <a:gd name="connsiteX0" fmla="*/ 59243 w 59243"/>
                      <a:gd name="connsiteY0" fmla="*/ 37432 h 74864"/>
                      <a:gd name="connsiteX1" fmla="*/ 29622 w 59243"/>
                      <a:gd name="connsiteY1" fmla="*/ 74864 h 74864"/>
                      <a:gd name="connsiteX2" fmla="*/ 0 w 59243"/>
                      <a:gd name="connsiteY2" fmla="*/ 37432 h 74864"/>
                      <a:gd name="connsiteX3" fmla="*/ 29622 w 59243"/>
                      <a:gd name="connsiteY3" fmla="*/ 0 h 74864"/>
                      <a:gd name="connsiteX4" fmla="*/ 59243 w 59243"/>
                      <a:gd name="connsiteY4" fmla="*/ 37432 h 7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3" h="74864">
                        <a:moveTo>
                          <a:pt x="59243" y="37432"/>
                        </a:moveTo>
                        <a:cubicBezTo>
                          <a:pt x="59243" y="58105"/>
                          <a:pt x="45981" y="74864"/>
                          <a:pt x="29622" y="74864"/>
                        </a:cubicBezTo>
                        <a:cubicBezTo>
                          <a:pt x="13262" y="74864"/>
                          <a:pt x="0" y="58105"/>
                          <a:pt x="0" y="37432"/>
                        </a:cubicBezTo>
                        <a:cubicBezTo>
                          <a:pt x="0" y="16759"/>
                          <a:pt x="13262" y="0"/>
                          <a:pt x="29622" y="0"/>
                        </a:cubicBezTo>
                        <a:cubicBezTo>
                          <a:pt x="45981" y="0"/>
                          <a:pt x="59243" y="16759"/>
                          <a:pt x="59243" y="3743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48" name="Forme libre : forme 5147">
                    <a:extLst>
                      <a:ext uri="{FF2B5EF4-FFF2-40B4-BE49-F238E27FC236}">
                        <a16:creationId xmlns:a16="http://schemas.microsoft.com/office/drawing/2014/main" id="{36DE7C65-65EF-4167-8E14-87FAF75C4B19}"/>
                      </a:ext>
                    </a:extLst>
                  </p:cNvPr>
                  <p:cNvSpPr/>
                  <p:nvPr/>
                </p:nvSpPr>
                <p:spPr>
                  <a:xfrm>
                    <a:off x="2358654" y="1795113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8" y="0"/>
                          <a:pt x="17907" y="4009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5149" name="Forme libre : forme 5148">
                  <a:extLst>
                    <a:ext uri="{FF2B5EF4-FFF2-40B4-BE49-F238E27FC236}">
                      <a16:creationId xmlns:a16="http://schemas.microsoft.com/office/drawing/2014/main" id="{A6075170-1B0C-4905-85B5-E8132D9C4888}"/>
                    </a:ext>
                  </a:extLst>
                </p:cNvPr>
                <p:cNvSpPr/>
                <p:nvPr/>
              </p:nvSpPr>
              <p:spPr>
                <a:xfrm>
                  <a:off x="2340842" y="2162587"/>
                  <a:ext cx="301085" cy="347092"/>
                </a:xfrm>
                <a:custGeom>
                  <a:avLst/>
                  <a:gdLst>
                    <a:gd name="connsiteX0" fmla="*/ 0 w 301085"/>
                    <a:gd name="connsiteY0" fmla="*/ 0 h 347092"/>
                    <a:gd name="connsiteX1" fmla="*/ 119539 w 301085"/>
                    <a:gd name="connsiteY1" fmla="*/ 102775 h 347092"/>
                    <a:gd name="connsiteX2" fmla="*/ 207550 w 301085"/>
                    <a:gd name="connsiteY2" fmla="*/ 236030 h 347092"/>
                    <a:gd name="connsiteX3" fmla="*/ 301085 w 301085"/>
                    <a:gd name="connsiteY3" fmla="*/ 345281 h 347092"/>
                    <a:gd name="connsiteX4" fmla="*/ 280035 w 301085"/>
                    <a:gd name="connsiteY4" fmla="*/ 339566 h 347092"/>
                    <a:gd name="connsiteX5" fmla="*/ 255937 w 301085"/>
                    <a:gd name="connsiteY5" fmla="*/ 318326 h 347092"/>
                    <a:gd name="connsiteX6" fmla="*/ 69628 w 301085"/>
                    <a:gd name="connsiteY6" fmla="*/ 53626 h 347092"/>
                    <a:gd name="connsiteX7" fmla="*/ 9334 w 301085"/>
                    <a:gd name="connsiteY7" fmla="*/ 5144 h 347092"/>
                    <a:gd name="connsiteX8" fmla="*/ 10096 w 301085"/>
                    <a:gd name="connsiteY8" fmla="*/ 9716 h 347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1085" h="347092">
                      <a:moveTo>
                        <a:pt x="0" y="0"/>
                      </a:moveTo>
                      <a:cubicBezTo>
                        <a:pt x="49244" y="20288"/>
                        <a:pt x="88106" y="59912"/>
                        <a:pt x="119539" y="102775"/>
                      </a:cubicBezTo>
                      <a:cubicBezTo>
                        <a:pt x="150971" y="145733"/>
                        <a:pt x="176403" y="192881"/>
                        <a:pt x="207550" y="236030"/>
                      </a:cubicBezTo>
                      <a:cubicBezTo>
                        <a:pt x="235648" y="274892"/>
                        <a:pt x="268224" y="310324"/>
                        <a:pt x="301085" y="345281"/>
                      </a:cubicBezTo>
                      <a:cubicBezTo>
                        <a:pt x="294799" y="349948"/>
                        <a:pt x="286036" y="344710"/>
                        <a:pt x="280035" y="339566"/>
                      </a:cubicBezTo>
                      <a:cubicBezTo>
                        <a:pt x="271843" y="332613"/>
                        <a:pt x="263747" y="325660"/>
                        <a:pt x="255937" y="318326"/>
                      </a:cubicBezTo>
                      <a:cubicBezTo>
                        <a:pt x="177546" y="243554"/>
                        <a:pt x="147352" y="129064"/>
                        <a:pt x="69628" y="53626"/>
                      </a:cubicBezTo>
                      <a:cubicBezTo>
                        <a:pt x="51149" y="35623"/>
                        <a:pt x="30289" y="20288"/>
                        <a:pt x="9334" y="5144"/>
                      </a:cubicBezTo>
                      <a:cubicBezTo>
                        <a:pt x="9620" y="6668"/>
                        <a:pt x="9811" y="8192"/>
                        <a:pt x="10096" y="9716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150" name="Forme libre : forme 5149">
                  <a:extLst>
                    <a:ext uri="{FF2B5EF4-FFF2-40B4-BE49-F238E27FC236}">
                      <a16:creationId xmlns:a16="http://schemas.microsoft.com/office/drawing/2014/main" id="{1E456905-252E-47AF-A7D0-AE2182DE9230}"/>
                    </a:ext>
                  </a:extLst>
                </p:cNvPr>
                <p:cNvSpPr/>
                <p:nvPr/>
              </p:nvSpPr>
              <p:spPr>
                <a:xfrm>
                  <a:off x="2247201" y="1946846"/>
                  <a:ext cx="352340" cy="417575"/>
                </a:xfrm>
                <a:custGeom>
                  <a:avLst/>
                  <a:gdLst>
                    <a:gd name="connsiteX0" fmla="*/ 152887 w 352340"/>
                    <a:gd name="connsiteY0" fmla="*/ 204026 h 417575"/>
                    <a:gd name="connsiteX1" fmla="*/ 210704 w 352340"/>
                    <a:gd name="connsiteY1" fmla="*/ 259747 h 417575"/>
                    <a:gd name="connsiteX2" fmla="*/ 254042 w 352340"/>
                    <a:gd name="connsiteY2" fmla="*/ 304038 h 417575"/>
                    <a:gd name="connsiteX3" fmla="*/ 352340 w 352340"/>
                    <a:gd name="connsiteY3" fmla="*/ 417576 h 417575"/>
                    <a:gd name="connsiteX4" fmla="*/ 224324 w 352340"/>
                    <a:gd name="connsiteY4" fmla="*/ 257270 h 417575"/>
                    <a:gd name="connsiteX5" fmla="*/ 169079 w 352340"/>
                    <a:gd name="connsiteY5" fmla="*/ 194215 h 417575"/>
                    <a:gd name="connsiteX6" fmla="*/ 27347 w 352340"/>
                    <a:gd name="connsiteY6" fmla="*/ 26956 h 417575"/>
                    <a:gd name="connsiteX7" fmla="*/ 201 w 352340"/>
                    <a:gd name="connsiteY7" fmla="*/ 0 h 417575"/>
                    <a:gd name="connsiteX8" fmla="*/ 11441 w 352340"/>
                    <a:gd name="connsiteY8" fmla="*/ 16478 h 417575"/>
                    <a:gd name="connsiteX9" fmla="*/ 27633 w 352340"/>
                    <a:gd name="connsiteY9" fmla="*/ 36385 h 417575"/>
                    <a:gd name="connsiteX10" fmla="*/ 57256 w 352340"/>
                    <a:gd name="connsiteY10" fmla="*/ 76867 h 417575"/>
                    <a:gd name="connsiteX11" fmla="*/ 115930 w 352340"/>
                    <a:gd name="connsiteY11" fmla="*/ 159925 h 417575"/>
                    <a:gd name="connsiteX12" fmla="*/ 152887 w 352340"/>
                    <a:gd name="connsiteY12" fmla="*/ 204026 h 417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52340" h="417575">
                      <a:moveTo>
                        <a:pt x="152887" y="204026"/>
                      </a:moveTo>
                      <a:cubicBezTo>
                        <a:pt x="171270" y="223456"/>
                        <a:pt x="191463" y="241173"/>
                        <a:pt x="210704" y="259747"/>
                      </a:cubicBezTo>
                      <a:cubicBezTo>
                        <a:pt x="225563" y="274034"/>
                        <a:pt x="239945" y="288989"/>
                        <a:pt x="254042" y="304038"/>
                      </a:cubicBezTo>
                      <a:cubicBezTo>
                        <a:pt x="288237" y="340614"/>
                        <a:pt x="321003" y="378524"/>
                        <a:pt x="352340" y="417576"/>
                      </a:cubicBezTo>
                      <a:cubicBezTo>
                        <a:pt x="326242" y="353854"/>
                        <a:pt x="271378" y="307467"/>
                        <a:pt x="224324" y="257270"/>
                      </a:cubicBezTo>
                      <a:cubicBezTo>
                        <a:pt x="205179" y="236887"/>
                        <a:pt x="187177" y="215551"/>
                        <a:pt x="169079" y="194215"/>
                      </a:cubicBezTo>
                      <a:cubicBezTo>
                        <a:pt x="121835" y="138494"/>
                        <a:pt x="74591" y="82677"/>
                        <a:pt x="27347" y="26956"/>
                      </a:cubicBezTo>
                      <a:cubicBezTo>
                        <a:pt x="20013" y="18288"/>
                        <a:pt x="10774" y="4667"/>
                        <a:pt x="201" y="0"/>
                      </a:cubicBezTo>
                      <a:cubicBezTo>
                        <a:pt x="-1513" y="5334"/>
                        <a:pt x="8202" y="12668"/>
                        <a:pt x="11441" y="16478"/>
                      </a:cubicBezTo>
                      <a:cubicBezTo>
                        <a:pt x="16965" y="22955"/>
                        <a:pt x="22394" y="29623"/>
                        <a:pt x="27633" y="36385"/>
                      </a:cubicBezTo>
                      <a:cubicBezTo>
                        <a:pt x="37920" y="49625"/>
                        <a:pt x="47636" y="63151"/>
                        <a:pt x="57256" y="76867"/>
                      </a:cubicBezTo>
                      <a:cubicBezTo>
                        <a:pt x="76687" y="104585"/>
                        <a:pt x="95356" y="132969"/>
                        <a:pt x="115930" y="159925"/>
                      </a:cubicBezTo>
                      <a:cubicBezTo>
                        <a:pt x="127455" y="175260"/>
                        <a:pt x="139742" y="190119"/>
                        <a:pt x="152887" y="204026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151" name="Forme libre : forme 5150">
                  <a:extLst>
                    <a:ext uri="{FF2B5EF4-FFF2-40B4-BE49-F238E27FC236}">
                      <a16:creationId xmlns:a16="http://schemas.microsoft.com/office/drawing/2014/main" id="{38373028-11EA-4A16-A4DB-6A62C5EF4F26}"/>
                    </a:ext>
                  </a:extLst>
                </p:cNvPr>
                <p:cNvSpPr/>
                <p:nvPr/>
              </p:nvSpPr>
              <p:spPr>
                <a:xfrm>
                  <a:off x="2336461" y="1893887"/>
                  <a:ext cx="102679" cy="277939"/>
                </a:xfrm>
                <a:custGeom>
                  <a:avLst/>
                  <a:gdLst>
                    <a:gd name="connsiteX0" fmla="*/ 21717 w 102679"/>
                    <a:gd name="connsiteY0" fmla="*/ 52769 h 277939"/>
                    <a:gd name="connsiteX1" fmla="*/ 33814 w 102679"/>
                    <a:gd name="connsiteY1" fmla="*/ 84677 h 277939"/>
                    <a:gd name="connsiteX2" fmla="*/ 39624 w 102679"/>
                    <a:gd name="connsiteY2" fmla="*/ 106585 h 277939"/>
                    <a:gd name="connsiteX3" fmla="*/ 58007 w 102679"/>
                    <a:gd name="connsiteY3" fmla="*/ 181832 h 277939"/>
                    <a:gd name="connsiteX4" fmla="*/ 64008 w 102679"/>
                    <a:gd name="connsiteY4" fmla="*/ 213550 h 277939"/>
                    <a:gd name="connsiteX5" fmla="*/ 67913 w 102679"/>
                    <a:gd name="connsiteY5" fmla="*/ 237554 h 277939"/>
                    <a:gd name="connsiteX6" fmla="*/ 75152 w 102679"/>
                    <a:gd name="connsiteY6" fmla="*/ 248031 h 277939"/>
                    <a:gd name="connsiteX7" fmla="*/ 102679 w 102679"/>
                    <a:gd name="connsiteY7" fmla="*/ 277940 h 277939"/>
                    <a:gd name="connsiteX8" fmla="*/ 79534 w 102679"/>
                    <a:gd name="connsiteY8" fmla="*/ 215360 h 277939"/>
                    <a:gd name="connsiteX9" fmla="*/ 21431 w 102679"/>
                    <a:gd name="connsiteY9" fmla="*/ 44577 h 277939"/>
                    <a:gd name="connsiteX10" fmla="*/ 10954 w 102679"/>
                    <a:gd name="connsiteY10" fmla="*/ 21431 h 277939"/>
                    <a:gd name="connsiteX11" fmla="*/ 0 w 102679"/>
                    <a:gd name="connsiteY11" fmla="*/ 0 h 277939"/>
                    <a:gd name="connsiteX12" fmla="*/ 10763 w 102679"/>
                    <a:gd name="connsiteY12" fmla="*/ 26575 h 277939"/>
                    <a:gd name="connsiteX13" fmla="*/ 21717 w 102679"/>
                    <a:gd name="connsiteY13" fmla="*/ 52769 h 277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02679" h="277939">
                      <a:moveTo>
                        <a:pt x="21717" y="52769"/>
                      </a:moveTo>
                      <a:cubicBezTo>
                        <a:pt x="26099" y="63246"/>
                        <a:pt x="30480" y="73819"/>
                        <a:pt x="33814" y="84677"/>
                      </a:cubicBezTo>
                      <a:cubicBezTo>
                        <a:pt x="36100" y="91916"/>
                        <a:pt x="37814" y="99250"/>
                        <a:pt x="39624" y="106585"/>
                      </a:cubicBezTo>
                      <a:cubicBezTo>
                        <a:pt x="45720" y="131636"/>
                        <a:pt x="51816" y="156686"/>
                        <a:pt x="58007" y="181832"/>
                      </a:cubicBezTo>
                      <a:cubicBezTo>
                        <a:pt x="60579" y="192310"/>
                        <a:pt x="63151" y="202787"/>
                        <a:pt x="64008" y="213550"/>
                      </a:cubicBezTo>
                      <a:cubicBezTo>
                        <a:pt x="64675" y="221647"/>
                        <a:pt x="64484" y="230124"/>
                        <a:pt x="67913" y="237554"/>
                      </a:cubicBezTo>
                      <a:cubicBezTo>
                        <a:pt x="69723" y="241459"/>
                        <a:pt x="72390" y="244792"/>
                        <a:pt x="75152" y="248031"/>
                      </a:cubicBezTo>
                      <a:cubicBezTo>
                        <a:pt x="83820" y="258413"/>
                        <a:pt x="93059" y="268415"/>
                        <a:pt x="102679" y="277940"/>
                      </a:cubicBezTo>
                      <a:cubicBezTo>
                        <a:pt x="89440" y="259842"/>
                        <a:pt x="84773" y="237173"/>
                        <a:pt x="79534" y="215360"/>
                      </a:cubicBezTo>
                      <a:cubicBezTo>
                        <a:pt x="65532" y="156781"/>
                        <a:pt x="45625" y="99727"/>
                        <a:pt x="21431" y="44577"/>
                      </a:cubicBezTo>
                      <a:cubicBezTo>
                        <a:pt x="18002" y="36862"/>
                        <a:pt x="14573" y="29146"/>
                        <a:pt x="10954" y="21431"/>
                      </a:cubicBezTo>
                      <a:cubicBezTo>
                        <a:pt x="8477" y="16097"/>
                        <a:pt x="4763" y="2953"/>
                        <a:pt x="0" y="0"/>
                      </a:cubicBezTo>
                      <a:cubicBezTo>
                        <a:pt x="1715" y="8858"/>
                        <a:pt x="7239" y="18193"/>
                        <a:pt x="10763" y="26575"/>
                      </a:cubicBezTo>
                      <a:cubicBezTo>
                        <a:pt x="14478" y="35338"/>
                        <a:pt x="18098" y="44101"/>
                        <a:pt x="21717" y="52769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296" name="Forme libre : forme 11295">
                  <a:extLst>
                    <a:ext uri="{FF2B5EF4-FFF2-40B4-BE49-F238E27FC236}">
                      <a16:creationId xmlns:a16="http://schemas.microsoft.com/office/drawing/2014/main" id="{68E6317F-7686-4E7B-BBE3-14FC2E63579F}"/>
                    </a:ext>
                  </a:extLst>
                </p:cNvPr>
                <p:cNvSpPr/>
                <p:nvPr/>
              </p:nvSpPr>
              <p:spPr>
                <a:xfrm>
                  <a:off x="2213086" y="2011548"/>
                  <a:ext cx="204756" cy="179083"/>
                </a:xfrm>
                <a:custGeom>
                  <a:avLst/>
                  <a:gdLst>
                    <a:gd name="connsiteX0" fmla="*/ 20600 w 204756"/>
                    <a:gd name="connsiteY0" fmla="*/ 43693 h 179083"/>
                    <a:gd name="connsiteX1" fmla="*/ 31173 w 204756"/>
                    <a:gd name="connsiteY1" fmla="*/ 35216 h 179083"/>
                    <a:gd name="connsiteX2" fmla="*/ 40031 w 204756"/>
                    <a:gd name="connsiteY2" fmla="*/ 20738 h 179083"/>
                    <a:gd name="connsiteX3" fmla="*/ 49842 w 204756"/>
                    <a:gd name="connsiteY3" fmla="*/ 5783 h 179083"/>
                    <a:gd name="connsiteX4" fmla="*/ 54985 w 204756"/>
                    <a:gd name="connsiteY4" fmla="*/ 926 h 179083"/>
                    <a:gd name="connsiteX5" fmla="*/ 71273 w 204756"/>
                    <a:gd name="connsiteY5" fmla="*/ 6260 h 179083"/>
                    <a:gd name="connsiteX6" fmla="*/ 91847 w 204756"/>
                    <a:gd name="connsiteY6" fmla="*/ 33215 h 179083"/>
                    <a:gd name="connsiteX7" fmla="*/ 147378 w 204756"/>
                    <a:gd name="connsiteY7" fmla="*/ 104272 h 179083"/>
                    <a:gd name="connsiteX8" fmla="*/ 202147 w 204756"/>
                    <a:gd name="connsiteY8" fmla="*/ 167708 h 179083"/>
                    <a:gd name="connsiteX9" fmla="*/ 203099 w 204756"/>
                    <a:gd name="connsiteY9" fmla="*/ 178186 h 179083"/>
                    <a:gd name="connsiteX10" fmla="*/ 194241 w 204756"/>
                    <a:gd name="connsiteY10" fmla="*/ 176662 h 179083"/>
                    <a:gd name="connsiteX11" fmla="*/ 153188 w 204756"/>
                    <a:gd name="connsiteY11" fmla="*/ 148849 h 179083"/>
                    <a:gd name="connsiteX12" fmla="*/ 38983 w 204756"/>
                    <a:gd name="connsiteY12" fmla="*/ 85222 h 179083"/>
                    <a:gd name="connsiteX13" fmla="*/ 6408 w 204756"/>
                    <a:gd name="connsiteY13" fmla="*/ 60171 h 179083"/>
                    <a:gd name="connsiteX14" fmla="*/ 2407 w 204756"/>
                    <a:gd name="connsiteY14" fmla="*/ 49217 h 179083"/>
                    <a:gd name="connsiteX15" fmla="*/ 20600 w 204756"/>
                    <a:gd name="connsiteY15" fmla="*/ 43693 h 17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04756" h="179083">
                      <a:moveTo>
                        <a:pt x="20600" y="43693"/>
                      </a:moveTo>
                      <a:cubicBezTo>
                        <a:pt x="24601" y="41502"/>
                        <a:pt x="28220" y="38645"/>
                        <a:pt x="31173" y="35216"/>
                      </a:cubicBezTo>
                      <a:cubicBezTo>
                        <a:pt x="34792" y="30929"/>
                        <a:pt x="37269" y="25691"/>
                        <a:pt x="40031" y="20738"/>
                      </a:cubicBezTo>
                      <a:cubicBezTo>
                        <a:pt x="42984" y="15499"/>
                        <a:pt x="46222" y="10546"/>
                        <a:pt x="49842" y="5783"/>
                      </a:cubicBezTo>
                      <a:cubicBezTo>
                        <a:pt x="51271" y="3878"/>
                        <a:pt x="52890" y="1973"/>
                        <a:pt x="54985" y="926"/>
                      </a:cubicBezTo>
                      <a:cubicBezTo>
                        <a:pt x="60415" y="-1837"/>
                        <a:pt x="66796" y="2069"/>
                        <a:pt x="71273" y="6260"/>
                      </a:cubicBezTo>
                      <a:cubicBezTo>
                        <a:pt x="79465" y="14070"/>
                        <a:pt x="85561" y="23786"/>
                        <a:pt x="91847" y="33215"/>
                      </a:cubicBezTo>
                      <a:cubicBezTo>
                        <a:pt x="108611" y="58171"/>
                        <a:pt x="127185" y="81983"/>
                        <a:pt x="147378" y="104272"/>
                      </a:cubicBezTo>
                      <a:cubicBezTo>
                        <a:pt x="166142" y="125036"/>
                        <a:pt x="186430" y="144658"/>
                        <a:pt x="202147" y="167708"/>
                      </a:cubicBezTo>
                      <a:cubicBezTo>
                        <a:pt x="204337" y="170947"/>
                        <a:pt x="206242" y="175805"/>
                        <a:pt x="203099" y="178186"/>
                      </a:cubicBezTo>
                      <a:cubicBezTo>
                        <a:pt x="200527" y="180186"/>
                        <a:pt x="196908" y="178472"/>
                        <a:pt x="194241" y="176662"/>
                      </a:cubicBezTo>
                      <a:cubicBezTo>
                        <a:pt x="180430" y="167613"/>
                        <a:pt x="167190" y="157707"/>
                        <a:pt x="153188" y="148849"/>
                      </a:cubicBezTo>
                      <a:cubicBezTo>
                        <a:pt x="116422" y="125417"/>
                        <a:pt x="75274" y="109320"/>
                        <a:pt x="38983" y="85222"/>
                      </a:cubicBezTo>
                      <a:cubicBezTo>
                        <a:pt x="27553" y="77602"/>
                        <a:pt x="16695" y="69220"/>
                        <a:pt x="6408" y="60171"/>
                      </a:cubicBezTo>
                      <a:cubicBezTo>
                        <a:pt x="2884" y="57028"/>
                        <a:pt x="-3498" y="52646"/>
                        <a:pt x="2407" y="49217"/>
                      </a:cubicBezTo>
                      <a:cubicBezTo>
                        <a:pt x="7456" y="46265"/>
                        <a:pt x="15076" y="46836"/>
                        <a:pt x="20600" y="43693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297" name="Forme libre : forme 11296">
                  <a:extLst>
                    <a:ext uri="{FF2B5EF4-FFF2-40B4-BE49-F238E27FC236}">
                      <a16:creationId xmlns:a16="http://schemas.microsoft.com/office/drawing/2014/main" id="{24AE6542-F206-4CCF-8616-65C09D6E9F79}"/>
                    </a:ext>
                  </a:extLst>
                </p:cNvPr>
                <p:cNvSpPr/>
                <p:nvPr/>
              </p:nvSpPr>
              <p:spPr>
                <a:xfrm>
                  <a:off x="2284915" y="1918271"/>
                  <a:ext cx="103170" cy="161255"/>
                </a:xfrm>
                <a:custGeom>
                  <a:avLst/>
                  <a:gdLst>
                    <a:gd name="connsiteX0" fmla="*/ 49355 w 103170"/>
                    <a:gd name="connsiteY0" fmla="*/ 0 h 161255"/>
                    <a:gd name="connsiteX1" fmla="*/ 58118 w 103170"/>
                    <a:gd name="connsiteY1" fmla="*/ 15526 h 161255"/>
                    <a:gd name="connsiteX2" fmla="*/ 95837 w 103170"/>
                    <a:gd name="connsiteY2" fmla="*/ 122301 h 161255"/>
                    <a:gd name="connsiteX3" fmla="*/ 103171 w 103170"/>
                    <a:gd name="connsiteY3" fmla="*/ 155543 h 161255"/>
                    <a:gd name="connsiteX4" fmla="*/ 102028 w 103170"/>
                    <a:gd name="connsiteY4" fmla="*/ 160115 h 161255"/>
                    <a:gd name="connsiteX5" fmla="*/ 96694 w 103170"/>
                    <a:gd name="connsiteY5" fmla="*/ 160592 h 161255"/>
                    <a:gd name="connsiteX6" fmla="*/ 92598 w 103170"/>
                    <a:gd name="connsiteY6" fmla="*/ 156496 h 161255"/>
                    <a:gd name="connsiteX7" fmla="*/ 33734 w 103170"/>
                    <a:gd name="connsiteY7" fmla="*/ 83915 h 161255"/>
                    <a:gd name="connsiteX8" fmla="*/ 2397 w 103170"/>
                    <a:gd name="connsiteY8" fmla="*/ 49911 h 161255"/>
                    <a:gd name="connsiteX9" fmla="*/ 18303 w 103170"/>
                    <a:gd name="connsiteY9" fmla="*/ 29813 h 161255"/>
                    <a:gd name="connsiteX10" fmla="*/ 36210 w 103170"/>
                    <a:gd name="connsiteY10" fmla="*/ 17335 h 161255"/>
                    <a:gd name="connsiteX11" fmla="*/ 49355 w 103170"/>
                    <a:gd name="connsiteY11" fmla="*/ 0 h 161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3170" h="161255">
                      <a:moveTo>
                        <a:pt x="49355" y="0"/>
                      </a:moveTo>
                      <a:cubicBezTo>
                        <a:pt x="53736" y="4096"/>
                        <a:pt x="56022" y="9906"/>
                        <a:pt x="58118" y="15526"/>
                      </a:cubicBezTo>
                      <a:cubicBezTo>
                        <a:pt x="71643" y="50768"/>
                        <a:pt x="84216" y="86392"/>
                        <a:pt x="95837" y="122301"/>
                      </a:cubicBezTo>
                      <a:cubicBezTo>
                        <a:pt x="99361" y="133160"/>
                        <a:pt x="102790" y="144209"/>
                        <a:pt x="103171" y="155543"/>
                      </a:cubicBezTo>
                      <a:cubicBezTo>
                        <a:pt x="103171" y="157163"/>
                        <a:pt x="103171" y="158972"/>
                        <a:pt x="102028" y="160115"/>
                      </a:cubicBezTo>
                      <a:cubicBezTo>
                        <a:pt x="100694" y="161544"/>
                        <a:pt x="98313" y="161544"/>
                        <a:pt x="96694" y="160592"/>
                      </a:cubicBezTo>
                      <a:cubicBezTo>
                        <a:pt x="94979" y="159639"/>
                        <a:pt x="93741" y="158020"/>
                        <a:pt x="92598" y="156496"/>
                      </a:cubicBezTo>
                      <a:cubicBezTo>
                        <a:pt x="74024" y="131445"/>
                        <a:pt x="54403" y="107252"/>
                        <a:pt x="33734" y="83915"/>
                      </a:cubicBezTo>
                      <a:cubicBezTo>
                        <a:pt x="23923" y="72866"/>
                        <a:pt x="10493" y="62198"/>
                        <a:pt x="2397" y="49911"/>
                      </a:cubicBezTo>
                      <a:cubicBezTo>
                        <a:pt x="-5986" y="37148"/>
                        <a:pt x="9635" y="34004"/>
                        <a:pt x="18303" y="29813"/>
                      </a:cubicBezTo>
                      <a:cubicBezTo>
                        <a:pt x="24875" y="26575"/>
                        <a:pt x="30876" y="22384"/>
                        <a:pt x="36210" y="17335"/>
                      </a:cubicBezTo>
                      <a:cubicBezTo>
                        <a:pt x="37734" y="16002"/>
                        <a:pt x="50974" y="1524"/>
                        <a:pt x="49355" y="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298" name="Forme libre : forme 11297">
                  <a:extLst>
                    <a:ext uri="{FF2B5EF4-FFF2-40B4-BE49-F238E27FC236}">
                      <a16:creationId xmlns:a16="http://schemas.microsoft.com/office/drawing/2014/main" id="{E415C29C-1E0A-4273-9C14-5463A6CB1FE3}"/>
                    </a:ext>
                  </a:extLst>
                </p:cNvPr>
                <p:cNvSpPr/>
                <p:nvPr/>
              </p:nvSpPr>
              <p:spPr>
                <a:xfrm>
                  <a:off x="2383147" y="1932961"/>
                  <a:ext cx="115912" cy="260297"/>
                </a:xfrm>
                <a:custGeom>
                  <a:avLst/>
                  <a:gdLst>
                    <a:gd name="connsiteX0" fmla="*/ 50945 w 115912"/>
                    <a:gd name="connsiteY0" fmla="*/ 3122 h 260297"/>
                    <a:gd name="connsiteX1" fmla="*/ 61327 w 115912"/>
                    <a:gd name="connsiteY1" fmla="*/ 74 h 260297"/>
                    <a:gd name="connsiteX2" fmla="*/ 72090 w 115912"/>
                    <a:gd name="connsiteY2" fmla="*/ 14743 h 260297"/>
                    <a:gd name="connsiteX3" fmla="*/ 77805 w 115912"/>
                    <a:gd name="connsiteY3" fmla="*/ 147998 h 260297"/>
                    <a:gd name="connsiteX4" fmla="*/ 114286 w 115912"/>
                    <a:gd name="connsiteY4" fmla="*/ 251534 h 260297"/>
                    <a:gd name="connsiteX5" fmla="*/ 115905 w 115912"/>
                    <a:gd name="connsiteY5" fmla="*/ 256583 h 260297"/>
                    <a:gd name="connsiteX6" fmla="*/ 112762 w 115912"/>
                    <a:gd name="connsiteY6" fmla="*/ 260297 h 260297"/>
                    <a:gd name="connsiteX7" fmla="*/ 109905 w 115912"/>
                    <a:gd name="connsiteY7" fmla="*/ 259250 h 260297"/>
                    <a:gd name="connsiteX8" fmla="*/ 54088 w 115912"/>
                    <a:gd name="connsiteY8" fmla="*/ 204862 h 260297"/>
                    <a:gd name="connsiteX9" fmla="*/ 45992 w 115912"/>
                    <a:gd name="connsiteY9" fmla="*/ 182002 h 260297"/>
                    <a:gd name="connsiteX10" fmla="*/ 5892 w 115912"/>
                    <a:gd name="connsiteY10" fmla="*/ 30173 h 260297"/>
                    <a:gd name="connsiteX11" fmla="*/ 653 w 115912"/>
                    <a:gd name="connsiteY11" fmla="*/ 14076 h 260297"/>
                    <a:gd name="connsiteX12" fmla="*/ 13988 w 115912"/>
                    <a:gd name="connsiteY12" fmla="*/ 11028 h 260297"/>
                    <a:gd name="connsiteX13" fmla="*/ 50945 w 115912"/>
                    <a:gd name="connsiteY13" fmla="*/ 3122 h 26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15912" h="260297">
                      <a:moveTo>
                        <a:pt x="50945" y="3122"/>
                      </a:moveTo>
                      <a:cubicBezTo>
                        <a:pt x="54183" y="1503"/>
                        <a:pt x="57708" y="-402"/>
                        <a:pt x="61327" y="74"/>
                      </a:cubicBezTo>
                      <a:cubicBezTo>
                        <a:pt x="67804" y="932"/>
                        <a:pt x="70757" y="8361"/>
                        <a:pt x="72090" y="14743"/>
                      </a:cubicBezTo>
                      <a:cubicBezTo>
                        <a:pt x="81234" y="58367"/>
                        <a:pt x="72090" y="103802"/>
                        <a:pt x="77805" y="147998"/>
                      </a:cubicBezTo>
                      <a:cubicBezTo>
                        <a:pt x="82568" y="184478"/>
                        <a:pt x="97236" y="218959"/>
                        <a:pt x="114286" y="251534"/>
                      </a:cubicBezTo>
                      <a:cubicBezTo>
                        <a:pt x="115143" y="253154"/>
                        <a:pt x="116001" y="254773"/>
                        <a:pt x="115905" y="256583"/>
                      </a:cubicBezTo>
                      <a:cubicBezTo>
                        <a:pt x="115905" y="258392"/>
                        <a:pt x="114572" y="260297"/>
                        <a:pt x="112762" y="260297"/>
                      </a:cubicBezTo>
                      <a:cubicBezTo>
                        <a:pt x="111714" y="260297"/>
                        <a:pt x="110762" y="259726"/>
                        <a:pt x="109905" y="259250"/>
                      </a:cubicBezTo>
                      <a:cubicBezTo>
                        <a:pt x="87521" y="245343"/>
                        <a:pt x="65613" y="228579"/>
                        <a:pt x="54088" y="204862"/>
                      </a:cubicBezTo>
                      <a:cubicBezTo>
                        <a:pt x="50564" y="197528"/>
                        <a:pt x="48087" y="189812"/>
                        <a:pt x="45992" y="182002"/>
                      </a:cubicBezTo>
                      <a:cubicBezTo>
                        <a:pt x="32276" y="131329"/>
                        <a:pt x="31133" y="76370"/>
                        <a:pt x="5892" y="30173"/>
                      </a:cubicBezTo>
                      <a:cubicBezTo>
                        <a:pt x="3796" y="26268"/>
                        <a:pt x="-1919" y="18648"/>
                        <a:pt x="653" y="14076"/>
                      </a:cubicBezTo>
                      <a:cubicBezTo>
                        <a:pt x="3034" y="9790"/>
                        <a:pt x="9987" y="10838"/>
                        <a:pt x="13988" y="11028"/>
                      </a:cubicBezTo>
                      <a:cubicBezTo>
                        <a:pt x="26847" y="11409"/>
                        <a:pt x="39515" y="8742"/>
                        <a:pt x="50945" y="3122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299" name="Forme libre : forme 11298">
                  <a:extLst>
                    <a:ext uri="{FF2B5EF4-FFF2-40B4-BE49-F238E27FC236}">
                      <a16:creationId xmlns:a16="http://schemas.microsoft.com/office/drawing/2014/main" id="{26806E5E-F6B7-4AAA-AB00-4F51E6590AC7}"/>
                    </a:ext>
                  </a:extLst>
                </p:cNvPr>
                <p:cNvSpPr/>
                <p:nvPr/>
              </p:nvSpPr>
              <p:spPr>
                <a:xfrm>
                  <a:off x="2448156" y="2226760"/>
                  <a:ext cx="222822" cy="268506"/>
                </a:xfrm>
                <a:custGeom>
                  <a:avLst/>
                  <a:gdLst>
                    <a:gd name="connsiteX0" fmla="*/ 96426 w 222822"/>
                    <a:gd name="connsiteY0" fmla="*/ 91370 h 268506"/>
                    <a:gd name="connsiteX1" fmla="*/ 121667 w 222822"/>
                    <a:gd name="connsiteY1" fmla="*/ 117278 h 268506"/>
                    <a:gd name="connsiteX2" fmla="*/ 159005 w 222822"/>
                    <a:gd name="connsiteY2" fmla="*/ 173285 h 268506"/>
                    <a:gd name="connsiteX3" fmla="*/ 222823 w 222822"/>
                    <a:gd name="connsiteY3" fmla="*/ 266059 h 268506"/>
                    <a:gd name="connsiteX4" fmla="*/ 203582 w 222822"/>
                    <a:gd name="connsiteY4" fmla="*/ 264535 h 268506"/>
                    <a:gd name="connsiteX5" fmla="*/ 107475 w 222822"/>
                    <a:gd name="connsiteY5" fmla="*/ 164046 h 268506"/>
                    <a:gd name="connsiteX6" fmla="*/ 72328 w 222822"/>
                    <a:gd name="connsiteY6" fmla="*/ 106515 h 268506"/>
                    <a:gd name="connsiteX7" fmla="*/ 26132 w 222822"/>
                    <a:gd name="connsiteY7" fmla="*/ 35459 h 268506"/>
                    <a:gd name="connsiteX8" fmla="*/ 11653 w 222822"/>
                    <a:gd name="connsiteY8" fmla="*/ 20695 h 268506"/>
                    <a:gd name="connsiteX9" fmla="*/ 128 w 222822"/>
                    <a:gd name="connsiteY9" fmla="*/ 7455 h 268506"/>
                    <a:gd name="connsiteX10" fmla="*/ 4986 w 222822"/>
                    <a:gd name="connsiteY10" fmla="*/ 597 h 268506"/>
                    <a:gd name="connsiteX11" fmla="*/ 15368 w 222822"/>
                    <a:gd name="connsiteY11" fmla="*/ 3550 h 268506"/>
                    <a:gd name="connsiteX12" fmla="*/ 67851 w 222822"/>
                    <a:gd name="connsiteY12" fmla="*/ 59271 h 268506"/>
                    <a:gd name="connsiteX13" fmla="*/ 96426 w 222822"/>
                    <a:gd name="connsiteY13" fmla="*/ 91370 h 268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2822" h="268506">
                      <a:moveTo>
                        <a:pt x="96426" y="91370"/>
                      </a:moveTo>
                      <a:cubicBezTo>
                        <a:pt x="104808" y="100038"/>
                        <a:pt x="113761" y="108134"/>
                        <a:pt x="121667" y="117278"/>
                      </a:cubicBezTo>
                      <a:cubicBezTo>
                        <a:pt x="136431" y="134233"/>
                        <a:pt x="147290" y="154045"/>
                        <a:pt x="159005" y="173285"/>
                      </a:cubicBezTo>
                      <a:cubicBezTo>
                        <a:pt x="178627" y="205289"/>
                        <a:pt x="200725" y="235674"/>
                        <a:pt x="222823" y="266059"/>
                      </a:cubicBezTo>
                      <a:cubicBezTo>
                        <a:pt x="217679" y="270726"/>
                        <a:pt x="209583" y="267869"/>
                        <a:pt x="203582" y="264535"/>
                      </a:cubicBezTo>
                      <a:cubicBezTo>
                        <a:pt x="162815" y="241580"/>
                        <a:pt x="133193" y="203194"/>
                        <a:pt x="107475" y="164046"/>
                      </a:cubicBezTo>
                      <a:cubicBezTo>
                        <a:pt x="95093" y="145282"/>
                        <a:pt x="83377" y="126041"/>
                        <a:pt x="72328" y="106515"/>
                      </a:cubicBezTo>
                      <a:cubicBezTo>
                        <a:pt x="58421" y="81845"/>
                        <a:pt x="45372" y="56318"/>
                        <a:pt x="26132" y="35459"/>
                      </a:cubicBezTo>
                      <a:cubicBezTo>
                        <a:pt x="21464" y="30410"/>
                        <a:pt x="16511" y="25648"/>
                        <a:pt x="11653" y="20695"/>
                      </a:cubicBezTo>
                      <a:cubicBezTo>
                        <a:pt x="8510" y="17456"/>
                        <a:pt x="1081" y="11932"/>
                        <a:pt x="128" y="7455"/>
                      </a:cubicBezTo>
                      <a:cubicBezTo>
                        <a:pt x="-634" y="4217"/>
                        <a:pt x="2128" y="1645"/>
                        <a:pt x="4986" y="597"/>
                      </a:cubicBezTo>
                      <a:cubicBezTo>
                        <a:pt x="9272" y="-1022"/>
                        <a:pt x="12035" y="883"/>
                        <a:pt x="15368" y="3550"/>
                      </a:cubicBezTo>
                      <a:cubicBezTo>
                        <a:pt x="35276" y="19647"/>
                        <a:pt x="51563" y="39745"/>
                        <a:pt x="67851" y="59271"/>
                      </a:cubicBezTo>
                      <a:cubicBezTo>
                        <a:pt x="77090" y="70034"/>
                        <a:pt x="86425" y="81083"/>
                        <a:pt x="96426" y="9137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00" name="Forme libre : forme 11299">
                  <a:extLst>
                    <a:ext uri="{FF2B5EF4-FFF2-40B4-BE49-F238E27FC236}">
                      <a16:creationId xmlns:a16="http://schemas.microsoft.com/office/drawing/2014/main" id="{CEF992E3-C542-4DAE-9D5F-B01B3F21F5C7}"/>
                    </a:ext>
                  </a:extLst>
                </p:cNvPr>
                <p:cNvSpPr/>
                <p:nvPr/>
              </p:nvSpPr>
              <p:spPr>
                <a:xfrm>
                  <a:off x="2529852" y="2417637"/>
                  <a:ext cx="84491" cy="128785"/>
                </a:xfrm>
                <a:custGeom>
                  <a:avLst/>
                  <a:gdLst>
                    <a:gd name="connsiteX0" fmla="*/ 42543 w 84491"/>
                    <a:gd name="connsiteY0" fmla="*/ 52894 h 128785"/>
                    <a:gd name="connsiteX1" fmla="*/ 75118 w 84491"/>
                    <a:gd name="connsiteY1" fmla="*/ 89184 h 128785"/>
                    <a:gd name="connsiteX2" fmla="*/ 84453 w 84491"/>
                    <a:gd name="connsiteY2" fmla="*/ 109758 h 128785"/>
                    <a:gd name="connsiteX3" fmla="*/ 82071 w 84491"/>
                    <a:gd name="connsiteY3" fmla="*/ 124236 h 128785"/>
                    <a:gd name="connsiteX4" fmla="*/ 80262 w 84491"/>
                    <a:gd name="connsiteY4" fmla="*/ 127855 h 128785"/>
                    <a:gd name="connsiteX5" fmla="*/ 75118 w 84491"/>
                    <a:gd name="connsiteY5" fmla="*/ 128141 h 128785"/>
                    <a:gd name="connsiteX6" fmla="*/ 71403 w 84491"/>
                    <a:gd name="connsiteY6" fmla="*/ 124141 h 128785"/>
                    <a:gd name="connsiteX7" fmla="*/ 65879 w 84491"/>
                    <a:gd name="connsiteY7" fmla="*/ 110425 h 128785"/>
                    <a:gd name="connsiteX8" fmla="*/ 23969 w 84491"/>
                    <a:gd name="connsiteY8" fmla="*/ 40130 h 128785"/>
                    <a:gd name="connsiteX9" fmla="*/ 1299 w 84491"/>
                    <a:gd name="connsiteY9" fmla="*/ 5935 h 128785"/>
                    <a:gd name="connsiteX10" fmla="*/ 4919 w 84491"/>
                    <a:gd name="connsiteY10" fmla="*/ 982 h 128785"/>
                    <a:gd name="connsiteX11" fmla="*/ 14920 w 84491"/>
                    <a:gd name="connsiteY11" fmla="*/ 16127 h 128785"/>
                    <a:gd name="connsiteX12" fmla="*/ 42543 w 84491"/>
                    <a:gd name="connsiteY12" fmla="*/ 52894 h 128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4491" h="128785">
                      <a:moveTo>
                        <a:pt x="42543" y="52894"/>
                      </a:moveTo>
                      <a:cubicBezTo>
                        <a:pt x="53306" y="64990"/>
                        <a:pt x="65212" y="76230"/>
                        <a:pt x="75118" y="89184"/>
                      </a:cubicBezTo>
                      <a:cubicBezTo>
                        <a:pt x="79785" y="95280"/>
                        <a:pt x="84072" y="102138"/>
                        <a:pt x="84453" y="109758"/>
                      </a:cubicBezTo>
                      <a:cubicBezTo>
                        <a:pt x="84738" y="114711"/>
                        <a:pt x="83405" y="119569"/>
                        <a:pt x="82071" y="124236"/>
                      </a:cubicBezTo>
                      <a:cubicBezTo>
                        <a:pt x="81690" y="125569"/>
                        <a:pt x="81309" y="126903"/>
                        <a:pt x="80262" y="127855"/>
                      </a:cubicBezTo>
                      <a:cubicBezTo>
                        <a:pt x="78833" y="129094"/>
                        <a:pt x="76737" y="128998"/>
                        <a:pt x="75118" y="128141"/>
                      </a:cubicBezTo>
                      <a:cubicBezTo>
                        <a:pt x="73499" y="127284"/>
                        <a:pt x="72356" y="125760"/>
                        <a:pt x="71403" y="124141"/>
                      </a:cubicBezTo>
                      <a:cubicBezTo>
                        <a:pt x="68832" y="119854"/>
                        <a:pt x="67498" y="115092"/>
                        <a:pt x="65879" y="110425"/>
                      </a:cubicBezTo>
                      <a:cubicBezTo>
                        <a:pt x="56830" y="84421"/>
                        <a:pt x="39971" y="62228"/>
                        <a:pt x="23969" y="40130"/>
                      </a:cubicBezTo>
                      <a:cubicBezTo>
                        <a:pt x="15968" y="29081"/>
                        <a:pt x="8062" y="17842"/>
                        <a:pt x="1299" y="5935"/>
                      </a:cubicBezTo>
                      <a:cubicBezTo>
                        <a:pt x="-891" y="2030"/>
                        <a:pt x="-701" y="-1875"/>
                        <a:pt x="4919" y="982"/>
                      </a:cubicBezTo>
                      <a:cubicBezTo>
                        <a:pt x="9396" y="3268"/>
                        <a:pt x="12348" y="11936"/>
                        <a:pt x="14920" y="16127"/>
                      </a:cubicBezTo>
                      <a:cubicBezTo>
                        <a:pt x="23016" y="29081"/>
                        <a:pt x="32256" y="41368"/>
                        <a:pt x="42543" y="52894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301" name="Forme libre : forme 11300">
                <a:extLst>
                  <a:ext uri="{FF2B5EF4-FFF2-40B4-BE49-F238E27FC236}">
                    <a16:creationId xmlns:a16="http://schemas.microsoft.com/office/drawing/2014/main" id="{F43F3CF6-4E92-4FE2-9452-59E9AB96A56A}"/>
                  </a:ext>
                </a:extLst>
              </p:cNvPr>
              <p:cNvSpPr/>
              <p:nvPr/>
            </p:nvSpPr>
            <p:spPr>
              <a:xfrm>
                <a:off x="2239910" y="2056252"/>
                <a:ext cx="102741" cy="72828"/>
              </a:xfrm>
              <a:custGeom>
                <a:avLst/>
                <a:gdLst>
                  <a:gd name="connsiteX0" fmla="*/ 39877 w 102741"/>
                  <a:gd name="connsiteY0" fmla="*/ 45756 h 72828"/>
                  <a:gd name="connsiteX1" fmla="*/ 92074 w 102741"/>
                  <a:gd name="connsiteY1" fmla="*/ 71093 h 72828"/>
                  <a:gd name="connsiteX2" fmla="*/ 102742 w 102741"/>
                  <a:gd name="connsiteY2" fmla="*/ 71855 h 72828"/>
                  <a:gd name="connsiteX3" fmla="*/ 83787 w 102741"/>
                  <a:gd name="connsiteY3" fmla="*/ 57282 h 72828"/>
                  <a:gd name="connsiteX4" fmla="*/ 62165 w 102741"/>
                  <a:gd name="connsiteY4" fmla="*/ 39756 h 72828"/>
                  <a:gd name="connsiteX5" fmla="*/ 18922 w 102741"/>
                  <a:gd name="connsiteY5" fmla="*/ 3180 h 72828"/>
                  <a:gd name="connsiteX6" fmla="*/ 538 w 102741"/>
                  <a:gd name="connsiteY6" fmla="*/ 6323 h 72828"/>
                  <a:gd name="connsiteX7" fmla="*/ 11492 w 102741"/>
                  <a:gd name="connsiteY7" fmla="*/ 27754 h 72828"/>
                  <a:gd name="connsiteX8" fmla="*/ 39877 w 102741"/>
                  <a:gd name="connsiteY8" fmla="*/ 45756 h 72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741" h="72828">
                    <a:moveTo>
                      <a:pt x="39877" y="45756"/>
                    </a:moveTo>
                    <a:cubicBezTo>
                      <a:pt x="57022" y="54805"/>
                      <a:pt x="74167" y="63759"/>
                      <a:pt x="92074" y="71093"/>
                    </a:cubicBezTo>
                    <a:cubicBezTo>
                      <a:pt x="95503" y="72522"/>
                      <a:pt x="99598" y="73760"/>
                      <a:pt x="102742" y="71855"/>
                    </a:cubicBezTo>
                    <a:cubicBezTo>
                      <a:pt x="96455" y="66997"/>
                      <a:pt x="90073" y="62139"/>
                      <a:pt x="83787" y="57282"/>
                    </a:cubicBezTo>
                    <a:cubicBezTo>
                      <a:pt x="76453" y="51662"/>
                      <a:pt x="69023" y="45947"/>
                      <a:pt x="62165" y="39756"/>
                    </a:cubicBezTo>
                    <a:cubicBezTo>
                      <a:pt x="48259" y="27183"/>
                      <a:pt x="35971" y="11847"/>
                      <a:pt x="18922" y="3180"/>
                    </a:cubicBezTo>
                    <a:cubicBezTo>
                      <a:pt x="12349" y="-154"/>
                      <a:pt x="3396" y="-3012"/>
                      <a:pt x="538" y="6323"/>
                    </a:cubicBezTo>
                    <a:cubicBezTo>
                      <a:pt x="-2129" y="14991"/>
                      <a:pt x="5682" y="22611"/>
                      <a:pt x="11492" y="27754"/>
                    </a:cubicBezTo>
                    <a:cubicBezTo>
                      <a:pt x="19874" y="35184"/>
                      <a:pt x="29971" y="40518"/>
                      <a:pt x="39877" y="45756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302" name="Forme libre : forme 11301">
                <a:extLst>
                  <a:ext uri="{FF2B5EF4-FFF2-40B4-BE49-F238E27FC236}">
                    <a16:creationId xmlns:a16="http://schemas.microsoft.com/office/drawing/2014/main" id="{ADEF77CE-364C-40BE-88FE-E4921077D8ED}"/>
                  </a:ext>
                </a:extLst>
              </p:cNvPr>
              <p:cNvSpPr/>
              <p:nvPr/>
            </p:nvSpPr>
            <p:spPr>
              <a:xfrm>
                <a:off x="2308554" y="1954033"/>
                <a:ext cx="39496" cy="47484"/>
              </a:xfrm>
              <a:custGeom>
                <a:avLst/>
                <a:gdLst>
                  <a:gd name="connsiteX0" fmla="*/ 33813 w 39496"/>
                  <a:gd name="connsiteY0" fmla="*/ 46249 h 47484"/>
                  <a:gd name="connsiteX1" fmla="*/ 39242 w 39496"/>
                  <a:gd name="connsiteY1" fmla="*/ 46439 h 47484"/>
                  <a:gd name="connsiteX2" fmla="*/ 39146 w 39496"/>
                  <a:gd name="connsiteY2" fmla="*/ 43486 h 47484"/>
                  <a:gd name="connsiteX3" fmla="*/ 3904 w 39496"/>
                  <a:gd name="connsiteY3" fmla="*/ 1481 h 47484"/>
                  <a:gd name="connsiteX4" fmla="*/ 33813 w 39496"/>
                  <a:gd name="connsiteY4" fmla="*/ 46249 h 47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96" h="47484">
                    <a:moveTo>
                      <a:pt x="33813" y="46249"/>
                    </a:moveTo>
                    <a:cubicBezTo>
                      <a:pt x="35527" y="47392"/>
                      <a:pt x="38289" y="48249"/>
                      <a:pt x="39242" y="46439"/>
                    </a:cubicBezTo>
                    <a:cubicBezTo>
                      <a:pt x="39718" y="45582"/>
                      <a:pt x="39432" y="44439"/>
                      <a:pt x="39146" y="43486"/>
                    </a:cubicBezTo>
                    <a:cubicBezTo>
                      <a:pt x="35051" y="31009"/>
                      <a:pt x="24192" y="-8044"/>
                      <a:pt x="3904" y="1481"/>
                    </a:cubicBezTo>
                    <a:cubicBezTo>
                      <a:pt x="-12289" y="9101"/>
                      <a:pt x="26669" y="41581"/>
                      <a:pt x="33813" y="4624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303" name="Forme libre : forme 11302">
                <a:extLst>
                  <a:ext uri="{FF2B5EF4-FFF2-40B4-BE49-F238E27FC236}">
                    <a16:creationId xmlns:a16="http://schemas.microsoft.com/office/drawing/2014/main" id="{1C8C4B38-EAED-4AB5-B3C0-360286786432}"/>
                  </a:ext>
                </a:extLst>
              </p:cNvPr>
              <p:cNvSpPr/>
              <p:nvPr/>
            </p:nvSpPr>
            <p:spPr>
              <a:xfrm>
                <a:off x="2417044" y="1949913"/>
                <a:ext cx="25684" cy="81005"/>
              </a:xfrm>
              <a:custGeom>
                <a:avLst/>
                <a:gdLst>
                  <a:gd name="connsiteX0" fmla="*/ 2951 w 25684"/>
                  <a:gd name="connsiteY0" fmla="*/ 39319 h 81005"/>
                  <a:gd name="connsiteX1" fmla="*/ 12762 w 25684"/>
                  <a:gd name="connsiteY1" fmla="*/ 77610 h 81005"/>
                  <a:gd name="connsiteX2" fmla="*/ 16000 w 25684"/>
                  <a:gd name="connsiteY2" fmla="*/ 80848 h 81005"/>
                  <a:gd name="connsiteX3" fmla="*/ 21048 w 25684"/>
                  <a:gd name="connsiteY3" fmla="*/ 78753 h 81005"/>
                  <a:gd name="connsiteX4" fmla="*/ 22763 w 25684"/>
                  <a:gd name="connsiteY4" fmla="*/ 73228 h 81005"/>
                  <a:gd name="connsiteX5" fmla="*/ 17810 w 25684"/>
                  <a:gd name="connsiteY5" fmla="*/ 7506 h 81005"/>
                  <a:gd name="connsiteX6" fmla="*/ 3046 w 25684"/>
                  <a:gd name="connsiteY6" fmla="*/ 2458 h 81005"/>
                  <a:gd name="connsiteX7" fmla="*/ 2951 w 25684"/>
                  <a:gd name="connsiteY7" fmla="*/ 39319 h 81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684" h="81005">
                    <a:moveTo>
                      <a:pt x="2951" y="39319"/>
                    </a:moveTo>
                    <a:cubicBezTo>
                      <a:pt x="4285" y="52559"/>
                      <a:pt x="6285" y="66085"/>
                      <a:pt x="12762" y="77610"/>
                    </a:cubicBezTo>
                    <a:cubicBezTo>
                      <a:pt x="13524" y="78943"/>
                      <a:pt x="14476" y="80372"/>
                      <a:pt x="16000" y="80848"/>
                    </a:cubicBezTo>
                    <a:cubicBezTo>
                      <a:pt x="17810" y="81420"/>
                      <a:pt x="19906" y="80372"/>
                      <a:pt x="21048" y="78753"/>
                    </a:cubicBezTo>
                    <a:cubicBezTo>
                      <a:pt x="22192" y="77134"/>
                      <a:pt x="22477" y="75133"/>
                      <a:pt x="22763" y="73228"/>
                    </a:cubicBezTo>
                    <a:cubicBezTo>
                      <a:pt x="25430" y="54083"/>
                      <a:pt x="29526" y="24365"/>
                      <a:pt x="17810" y="7506"/>
                    </a:cubicBezTo>
                    <a:cubicBezTo>
                      <a:pt x="14476" y="2743"/>
                      <a:pt x="8190" y="-3543"/>
                      <a:pt x="3046" y="2458"/>
                    </a:cubicBezTo>
                    <a:cubicBezTo>
                      <a:pt x="-3240" y="9982"/>
                      <a:pt x="1998" y="30556"/>
                      <a:pt x="2951" y="3931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304" name="Forme libre : forme 11303">
                <a:extLst>
                  <a:ext uri="{FF2B5EF4-FFF2-40B4-BE49-F238E27FC236}">
                    <a16:creationId xmlns:a16="http://schemas.microsoft.com/office/drawing/2014/main" id="{069FCEB8-9D0F-4D51-9C30-F4F39AE214F0}"/>
                  </a:ext>
                </a:extLst>
              </p:cNvPr>
              <p:cNvSpPr/>
              <p:nvPr/>
            </p:nvSpPr>
            <p:spPr>
              <a:xfrm>
                <a:off x="2356558" y="2083721"/>
                <a:ext cx="115538" cy="129920"/>
              </a:xfrm>
              <a:custGeom>
                <a:avLst/>
                <a:gdLst>
                  <a:gd name="connsiteX0" fmla="*/ 50102 w 115538"/>
                  <a:gd name="connsiteY0" fmla="*/ 52006 h 129920"/>
                  <a:gd name="connsiteX1" fmla="*/ 46958 w 115538"/>
                  <a:gd name="connsiteY1" fmla="*/ 3334 h 129920"/>
                  <a:gd name="connsiteX2" fmla="*/ 58674 w 115538"/>
                  <a:gd name="connsiteY2" fmla="*/ 55721 h 129920"/>
                  <a:gd name="connsiteX3" fmla="*/ 89345 w 115538"/>
                  <a:gd name="connsiteY3" fmla="*/ 101060 h 129920"/>
                  <a:gd name="connsiteX4" fmla="*/ 115538 w 115538"/>
                  <a:gd name="connsiteY4" fmla="*/ 129921 h 129920"/>
                  <a:gd name="connsiteX5" fmla="*/ 43339 w 115538"/>
                  <a:gd name="connsiteY5" fmla="*/ 55435 h 129920"/>
                  <a:gd name="connsiteX6" fmla="*/ 10478 w 115538"/>
                  <a:gd name="connsiteY6" fmla="*/ 13621 h 129920"/>
                  <a:gd name="connsiteX7" fmla="*/ 0 w 115538"/>
                  <a:gd name="connsiteY7" fmla="*/ 0 h 129920"/>
                  <a:gd name="connsiteX8" fmla="*/ 9430 w 115538"/>
                  <a:gd name="connsiteY8" fmla="*/ 8858 h 129920"/>
                  <a:gd name="connsiteX9" fmla="*/ 22193 w 115538"/>
                  <a:gd name="connsiteY9" fmla="*/ 23717 h 129920"/>
                  <a:gd name="connsiteX10" fmla="*/ 50102 w 115538"/>
                  <a:gd name="connsiteY10" fmla="*/ 52006 h 129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5538" h="129920">
                    <a:moveTo>
                      <a:pt x="50102" y="52006"/>
                    </a:moveTo>
                    <a:cubicBezTo>
                      <a:pt x="51435" y="35719"/>
                      <a:pt x="50387" y="19336"/>
                      <a:pt x="46958" y="3334"/>
                    </a:cubicBezTo>
                    <a:cubicBezTo>
                      <a:pt x="54864" y="19431"/>
                      <a:pt x="53245" y="38576"/>
                      <a:pt x="58674" y="55721"/>
                    </a:cubicBezTo>
                    <a:cubicBezTo>
                      <a:pt x="64294" y="73247"/>
                      <a:pt x="77057" y="87440"/>
                      <a:pt x="89345" y="101060"/>
                    </a:cubicBezTo>
                    <a:cubicBezTo>
                      <a:pt x="98108" y="110681"/>
                      <a:pt x="106775" y="120301"/>
                      <a:pt x="115538" y="129921"/>
                    </a:cubicBezTo>
                    <a:cubicBezTo>
                      <a:pt x="88678" y="108013"/>
                      <a:pt x="65246" y="82296"/>
                      <a:pt x="43339" y="55435"/>
                    </a:cubicBezTo>
                    <a:cubicBezTo>
                      <a:pt x="32099" y="41719"/>
                      <a:pt x="21336" y="27623"/>
                      <a:pt x="10478" y="13621"/>
                    </a:cubicBezTo>
                    <a:cubicBezTo>
                      <a:pt x="7049" y="9049"/>
                      <a:pt x="3238" y="4667"/>
                      <a:pt x="0" y="0"/>
                    </a:cubicBezTo>
                    <a:cubicBezTo>
                      <a:pt x="4477" y="1810"/>
                      <a:pt x="6477" y="5239"/>
                      <a:pt x="9430" y="8858"/>
                    </a:cubicBezTo>
                    <a:cubicBezTo>
                      <a:pt x="13525" y="13906"/>
                      <a:pt x="17812" y="18860"/>
                      <a:pt x="22193" y="23717"/>
                    </a:cubicBezTo>
                    <a:cubicBezTo>
                      <a:pt x="31052" y="33528"/>
                      <a:pt x="40386" y="42958"/>
                      <a:pt x="50102" y="52006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305" name="Graphique 5">
              <a:extLst>
                <a:ext uri="{FF2B5EF4-FFF2-40B4-BE49-F238E27FC236}">
                  <a16:creationId xmlns:a16="http://schemas.microsoft.com/office/drawing/2014/main" id="{5C175DD6-B309-4182-901B-1C55751DDBAB}"/>
                </a:ext>
              </a:extLst>
            </p:cNvPr>
            <p:cNvGrpSpPr/>
            <p:nvPr/>
          </p:nvGrpSpPr>
          <p:grpSpPr>
            <a:xfrm>
              <a:off x="3722391" y="4451286"/>
              <a:ext cx="608118" cy="809116"/>
              <a:chOff x="3722391" y="4451286"/>
              <a:chExt cx="608118" cy="809116"/>
            </a:xfrm>
            <a:solidFill>
              <a:schemeClr val="accent1"/>
            </a:solidFill>
          </p:grpSpPr>
          <p:grpSp>
            <p:nvGrpSpPr>
              <p:cNvPr id="11306" name="Graphique 5">
                <a:extLst>
                  <a:ext uri="{FF2B5EF4-FFF2-40B4-BE49-F238E27FC236}">
                    <a16:creationId xmlns:a16="http://schemas.microsoft.com/office/drawing/2014/main" id="{1F7043A6-AB8B-42D6-B4B3-9DDA576B4EF1}"/>
                  </a:ext>
                </a:extLst>
              </p:cNvPr>
              <p:cNvGrpSpPr/>
              <p:nvPr/>
            </p:nvGrpSpPr>
            <p:grpSpPr>
              <a:xfrm>
                <a:off x="3722391" y="4451286"/>
                <a:ext cx="608118" cy="809116"/>
                <a:chOff x="3722391" y="4451286"/>
                <a:chExt cx="608118" cy="809116"/>
              </a:xfrm>
              <a:solidFill>
                <a:schemeClr val="accent1"/>
              </a:solidFill>
            </p:grpSpPr>
            <p:sp>
              <p:nvSpPr>
                <p:cNvPr id="11307" name="Forme libre : forme 11306">
                  <a:extLst>
                    <a:ext uri="{FF2B5EF4-FFF2-40B4-BE49-F238E27FC236}">
                      <a16:creationId xmlns:a16="http://schemas.microsoft.com/office/drawing/2014/main" id="{F3A5D2B5-6D81-48BC-B16C-5F4C3E9FA60F}"/>
                    </a:ext>
                  </a:extLst>
                </p:cNvPr>
                <p:cNvSpPr/>
                <p:nvPr/>
              </p:nvSpPr>
              <p:spPr>
                <a:xfrm>
                  <a:off x="3722391" y="4451286"/>
                  <a:ext cx="558027" cy="724439"/>
                </a:xfrm>
                <a:custGeom>
                  <a:avLst/>
                  <a:gdLst>
                    <a:gd name="connsiteX0" fmla="*/ 558027 w 558027"/>
                    <a:gd name="connsiteY0" fmla="*/ 541179 h 724439"/>
                    <a:gd name="connsiteX1" fmla="*/ 421820 w 558027"/>
                    <a:gd name="connsiteY1" fmla="*/ 441547 h 724439"/>
                    <a:gd name="connsiteX2" fmla="*/ 269039 w 558027"/>
                    <a:gd name="connsiteY2" fmla="*/ 301816 h 724439"/>
                    <a:gd name="connsiteX3" fmla="*/ 127307 w 558027"/>
                    <a:gd name="connsiteY3" fmla="*/ 63595 h 724439"/>
                    <a:gd name="connsiteX4" fmla="*/ 102066 w 558027"/>
                    <a:gd name="connsiteY4" fmla="*/ 4064 h 724439"/>
                    <a:gd name="connsiteX5" fmla="*/ 69014 w 558027"/>
                    <a:gd name="connsiteY5" fmla="*/ 50260 h 724439"/>
                    <a:gd name="connsiteX6" fmla="*/ 59203 w 558027"/>
                    <a:gd name="connsiteY6" fmla="*/ 55880 h 724439"/>
                    <a:gd name="connsiteX7" fmla="*/ 2625 w 558027"/>
                    <a:gd name="connsiteY7" fmla="*/ 61405 h 724439"/>
                    <a:gd name="connsiteX8" fmla="*/ 41582 w 558027"/>
                    <a:gd name="connsiteY8" fmla="*/ 112935 h 724439"/>
                    <a:gd name="connsiteX9" fmla="*/ 177313 w 558027"/>
                    <a:gd name="connsiteY9" fmla="*/ 354584 h 724439"/>
                    <a:gd name="connsiteX10" fmla="*/ 222176 w 558027"/>
                    <a:gd name="connsiteY10" fmla="*/ 556705 h 724439"/>
                    <a:gd name="connsiteX11" fmla="*/ 240559 w 558027"/>
                    <a:gd name="connsiteY11" fmla="*/ 724440 h 724439"/>
                    <a:gd name="connsiteX12" fmla="*/ 430964 w 558027"/>
                    <a:gd name="connsiteY12" fmla="*/ 690531 h 724439"/>
                    <a:gd name="connsiteX13" fmla="*/ 558027 w 558027"/>
                    <a:gd name="connsiteY13" fmla="*/ 541179 h 724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58027" h="724439">
                      <a:moveTo>
                        <a:pt x="558027" y="541179"/>
                      </a:moveTo>
                      <a:cubicBezTo>
                        <a:pt x="558027" y="541179"/>
                        <a:pt x="516403" y="498221"/>
                        <a:pt x="421820" y="441547"/>
                      </a:cubicBezTo>
                      <a:cubicBezTo>
                        <a:pt x="327237" y="384969"/>
                        <a:pt x="308663" y="366109"/>
                        <a:pt x="269039" y="301816"/>
                      </a:cubicBezTo>
                      <a:cubicBezTo>
                        <a:pt x="229415" y="237522"/>
                        <a:pt x="135022" y="77407"/>
                        <a:pt x="127307" y="63595"/>
                      </a:cubicBezTo>
                      <a:cubicBezTo>
                        <a:pt x="119592" y="49784"/>
                        <a:pt x="100827" y="20352"/>
                        <a:pt x="102066" y="4064"/>
                      </a:cubicBezTo>
                      <a:cubicBezTo>
                        <a:pt x="103304" y="-12224"/>
                        <a:pt x="64442" y="23971"/>
                        <a:pt x="69014" y="50260"/>
                      </a:cubicBezTo>
                      <a:lnTo>
                        <a:pt x="59203" y="55880"/>
                      </a:lnTo>
                      <a:cubicBezTo>
                        <a:pt x="38629" y="38830"/>
                        <a:pt x="-12044" y="54451"/>
                        <a:pt x="2625" y="61405"/>
                      </a:cubicBezTo>
                      <a:cubicBezTo>
                        <a:pt x="17388" y="68453"/>
                        <a:pt x="33390" y="99409"/>
                        <a:pt x="41582" y="112935"/>
                      </a:cubicBezTo>
                      <a:cubicBezTo>
                        <a:pt x="49773" y="126556"/>
                        <a:pt x="141404" y="288195"/>
                        <a:pt x="177313" y="354584"/>
                      </a:cubicBezTo>
                      <a:cubicBezTo>
                        <a:pt x="213318" y="420973"/>
                        <a:pt x="220366" y="446500"/>
                        <a:pt x="222176" y="556705"/>
                      </a:cubicBezTo>
                      <a:cubicBezTo>
                        <a:pt x="223986" y="666909"/>
                        <a:pt x="240559" y="724440"/>
                        <a:pt x="240559" y="724440"/>
                      </a:cubicBezTo>
                      <a:lnTo>
                        <a:pt x="430964" y="690531"/>
                      </a:lnTo>
                      <a:lnTo>
                        <a:pt x="558027" y="541179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1308" name="Graphique 5">
                  <a:extLst>
                    <a:ext uri="{FF2B5EF4-FFF2-40B4-BE49-F238E27FC236}">
                      <a16:creationId xmlns:a16="http://schemas.microsoft.com/office/drawing/2014/main" id="{D75C389F-9201-4AAD-8B1D-D101DEA69234}"/>
                    </a:ext>
                  </a:extLst>
                </p:cNvPr>
                <p:cNvGrpSpPr/>
                <p:nvPr/>
              </p:nvGrpSpPr>
              <p:grpSpPr>
                <a:xfrm>
                  <a:off x="4063317" y="5046848"/>
                  <a:ext cx="188156" cy="197058"/>
                  <a:chOff x="4063317" y="5046848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11309" name="Forme libre : forme 11308">
                    <a:extLst>
                      <a:ext uri="{FF2B5EF4-FFF2-40B4-BE49-F238E27FC236}">
                        <a16:creationId xmlns:a16="http://schemas.microsoft.com/office/drawing/2014/main" id="{C31D04A6-E6E8-4A47-83F1-82FBFCFD1753}"/>
                      </a:ext>
                    </a:extLst>
                  </p:cNvPr>
                  <p:cNvSpPr/>
                  <p:nvPr/>
                </p:nvSpPr>
                <p:spPr>
                  <a:xfrm rot="-1802346">
                    <a:off x="4093005" y="5068795"/>
                    <a:ext cx="128780" cy="153164"/>
                  </a:xfrm>
                  <a:custGeom>
                    <a:avLst/>
                    <a:gdLst>
                      <a:gd name="connsiteX0" fmla="*/ 128780 w 128780"/>
                      <a:gd name="connsiteY0" fmla="*/ 76582 h 153164"/>
                      <a:gd name="connsiteX1" fmla="*/ 64390 w 128780"/>
                      <a:gd name="connsiteY1" fmla="*/ 153165 h 153164"/>
                      <a:gd name="connsiteX2" fmla="*/ 0 w 128780"/>
                      <a:gd name="connsiteY2" fmla="*/ 76582 h 153164"/>
                      <a:gd name="connsiteX3" fmla="*/ 64390 w 128780"/>
                      <a:gd name="connsiteY3" fmla="*/ 0 h 153164"/>
                      <a:gd name="connsiteX4" fmla="*/ 128780 w 128780"/>
                      <a:gd name="connsiteY4" fmla="*/ 76582 h 153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0" h="153164">
                        <a:moveTo>
                          <a:pt x="128780" y="76582"/>
                        </a:moveTo>
                        <a:cubicBezTo>
                          <a:pt x="128780" y="118878"/>
                          <a:pt x="99952" y="153165"/>
                          <a:pt x="64390" y="153165"/>
                        </a:cubicBezTo>
                        <a:cubicBezTo>
                          <a:pt x="28828" y="153165"/>
                          <a:pt x="0" y="118878"/>
                          <a:pt x="0" y="76582"/>
                        </a:cubicBezTo>
                        <a:cubicBezTo>
                          <a:pt x="0" y="34287"/>
                          <a:pt x="28828" y="0"/>
                          <a:pt x="64390" y="0"/>
                        </a:cubicBezTo>
                        <a:cubicBezTo>
                          <a:pt x="99952" y="0"/>
                          <a:pt x="128780" y="34287"/>
                          <a:pt x="128780" y="7658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10" name="Forme libre : forme 11309">
                    <a:extLst>
                      <a:ext uri="{FF2B5EF4-FFF2-40B4-BE49-F238E27FC236}">
                        <a16:creationId xmlns:a16="http://schemas.microsoft.com/office/drawing/2014/main" id="{09934FFE-475D-4D21-9679-296CD8B1BC1C}"/>
                      </a:ext>
                    </a:extLst>
                  </p:cNvPr>
                  <p:cNvSpPr/>
                  <p:nvPr/>
                </p:nvSpPr>
                <p:spPr>
                  <a:xfrm>
                    <a:off x="4089647" y="5071762"/>
                    <a:ext cx="116952" cy="131681"/>
                  </a:xfrm>
                  <a:custGeom>
                    <a:avLst/>
                    <a:gdLst>
                      <a:gd name="connsiteX0" fmla="*/ 34370 w 116952"/>
                      <a:gd name="connsiteY0" fmla="*/ 131682 h 131681"/>
                      <a:gd name="connsiteX1" fmla="*/ 27989 w 116952"/>
                      <a:gd name="connsiteY1" fmla="*/ 122157 h 131681"/>
                      <a:gd name="connsiteX2" fmla="*/ 45419 w 116952"/>
                      <a:gd name="connsiteY2" fmla="*/ 23668 h 131681"/>
                      <a:gd name="connsiteX3" fmla="*/ 116952 w 116952"/>
                      <a:gd name="connsiteY3" fmla="*/ 31955 h 131681"/>
                      <a:gd name="connsiteX4" fmla="*/ 29322 w 116952"/>
                      <a:gd name="connsiteY4" fmla="*/ 7381 h 131681"/>
                      <a:gd name="connsiteX5" fmla="*/ 11891 w 116952"/>
                      <a:gd name="connsiteY5" fmla="*/ 105869 h 131681"/>
                      <a:gd name="connsiteX6" fmla="*/ 34370 w 116952"/>
                      <a:gd name="connsiteY6" fmla="*/ 131682 h 131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6952" h="131681">
                        <a:moveTo>
                          <a:pt x="34370" y="131682"/>
                        </a:moveTo>
                        <a:cubicBezTo>
                          <a:pt x="32084" y="128729"/>
                          <a:pt x="29894" y="125586"/>
                          <a:pt x="27989" y="122157"/>
                        </a:cubicBezTo>
                        <a:cubicBezTo>
                          <a:pt x="6843" y="85581"/>
                          <a:pt x="14749" y="41671"/>
                          <a:pt x="45419" y="23668"/>
                        </a:cubicBezTo>
                        <a:cubicBezTo>
                          <a:pt x="69422" y="9572"/>
                          <a:pt x="99998" y="13953"/>
                          <a:pt x="116952" y="31955"/>
                        </a:cubicBezTo>
                        <a:cubicBezTo>
                          <a:pt x="94473" y="2428"/>
                          <a:pt x="57230" y="-8717"/>
                          <a:pt x="29322" y="7381"/>
                        </a:cubicBezTo>
                        <a:cubicBezTo>
                          <a:pt x="-1444" y="25192"/>
                          <a:pt x="-9254" y="69293"/>
                          <a:pt x="11891" y="105869"/>
                        </a:cubicBezTo>
                        <a:cubicBezTo>
                          <a:pt x="17892" y="116347"/>
                          <a:pt x="25702" y="125015"/>
                          <a:pt x="34370" y="13168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11" name="Forme libre : forme 11310">
                    <a:extLst>
                      <a:ext uri="{FF2B5EF4-FFF2-40B4-BE49-F238E27FC236}">
                        <a16:creationId xmlns:a16="http://schemas.microsoft.com/office/drawing/2014/main" id="{8C47A76E-09F9-42B6-B0BB-404CEADC41D2}"/>
                      </a:ext>
                    </a:extLst>
                  </p:cNvPr>
                  <p:cNvSpPr/>
                  <p:nvPr/>
                </p:nvSpPr>
                <p:spPr>
                  <a:xfrm rot="-521110">
                    <a:off x="4159177" y="5122501"/>
                    <a:ext cx="59243" cy="74864"/>
                  </a:xfrm>
                  <a:custGeom>
                    <a:avLst/>
                    <a:gdLst>
                      <a:gd name="connsiteX0" fmla="*/ 59244 w 59243"/>
                      <a:gd name="connsiteY0" fmla="*/ 37432 h 74864"/>
                      <a:gd name="connsiteX1" fmla="*/ 29622 w 59243"/>
                      <a:gd name="connsiteY1" fmla="*/ 74864 h 74864"/>
                      <a:gd name="connsiteX2" fmla="*/ 0 w 59243"/>
                      <a:gd name="connsiteY2" fmla="*/ 37432 h 74864"/>
                      <a:gd name="connsiteX3" fmla="*/ 29622 w 59243"/>
                      <a:gd name="connsiteY3" fmla="*/ 0 h 74864"/>
                      <a:gd name="connsiteX4" fmla="*/ 59244 w 59243"/>
                      <a:gd name="connsiteY4" fmla="*/ 37432 h 7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3" h="74864">
                        <a:moveTo>
                          <a:pt x="59244" y="37432"/>
                        </a:moveTo>
                        <a:cubicBezTo>
                          <a:pt x="59244" y="58105"/>
                          <a:pt x="45981" y="74864"/>
                          <a:pt x="29622" y="74864"/>
                        </a:cubicBezTo>
                        <a:cubicBezTo>
                          <a:pt x="13262" y="74864"/>
                          <a:pt x="0" y="58105"/>
                          <a:pt x="0" y="37432"/>
                        </a:cubicBezTo>
                        <a:cubicBezTo>
                          <a:pt x="0" y="16759"/>
                          <a:pt x="13262" y="0"/>
                          <a:pt x="29622" y="0"/>
                        </a:cubicBezTo>
                        <a:cubicBezTo>
                          <a:pt x="45981" y="0"/>
                          <a:pt x="59244" y="16759"/>
                          <a:pt x="59244" y="3743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12" name="Forme libre : forme 11311">
                    <a:extLst>
                      <a:ext uri="{FF2B5EF4-FFF2-40B4-BE49-F238E27FC236}">
                        <a16:creationId xmlns:a16="http://schemas.microsoft.com/office/drawing/2014/main" id="{EDCCE6C2-7B15-42FB-BA82-B08D11EA683E}"/>
                      </a:ext>
                    </a:extLst>
                  </p:cNvPr>
                  <p:cNvSpPr/>
                  <p:nvPr/>
                </p:nvSpPr>
                <p:spPr>
                  <a:xfrm>
                    <a:off x="4174500" y="5186585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4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313" name="Graphique 5">
                  <a:extLst>
                    <a:ext uri="{FF2B5EF4-FFF2-40B4-BE49-F238E27FC236}">
                      <a16:creationId xmlns:a16="http://schemas.microsoft.com/office/drawing/2014/main" id="{27A10DC6-DEF6-48D1-B03F-3EC47F7BDAAF}"/>
                    </a:ext>
                  </a:extLst>
                </p:cNvPr>
                <p:cNvGrpSpPr/>
                <p:nvPr/>
              </p:nvGrpSpPr>
              <p:grpSpPr>
                <a:xfrm>
                  <a:off x="4142353" y="4941955"/>
                  <a:ext cx="188156" cy="197058"/>
                  <a:chOff x="4142353" y="4941955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11314" name="Forme libre : forme 11313">
                    <a:extLst>
                      <a:ext uri="{FF2B5EF4-FFF2-40B4-BE49-F238E27FC236}">
                        <a16:creationId xmlns:a16="http://schemas.microsoft.com/office/drawing/2014/main" id="{91B69764-6EA3-4B8A-947B-03D698E6462E}"/>
                      </a:ext>
                    </a:extLst>
                  </p:cNvPr>
                  <p:cNvSpPr/>
                  <p:nvPr/>
                </p:nvSpPr>
                <p:spPr>
                  <a:xfrm rot="-1802346">
                    <a:off x="4172041" y="4963902"/>
                    <a:ext cx="128780" cy="153164"/>
                  </a:xfrm>
                  <a:custGeom>
                    <a:avLst/>
                    <a:gdLst>
                      <a:gd name="connsiteX0" fmla="*/ 128781 w 128780"/>
                      <a:gd name="connsiteY0" fmla="*/ 76582 h 153164"/>
                      <a:gd name="connsiteX1" fmla="*/ 64390 w 128780"/>
                      <a:gd name="connsiteY1" fmla="*/ 153165 h 153164"/>
                      <a:gd name="connsiteX2" fmla="*/ 0 w 128780"/>
                      <a:gd name="connsiteY2" fmla="*/ 76582 h 153164"/>
                      <a:gd name="connsiteX3" fmla="*/ 64390 w 128780"/>
                      <a:gd name="connsiteY3" fmla="*/ 0 h 153164"/>
                      <a:gd name="connsiteX4" fmla="*/ 128781 w 128780"/>
                      <a:gd name="connsiteY4" fmla="*/ 76582 h 153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0" h="153164">
                        <a:moveTo>
                          <a:pt x="128781" y="76582"/>
                        </a:moveTo>
                        <a:cubicBezTo>
                          <a:pt x="128781" y="118878"/>
                          <a:pt x="99952" y="153165"/>
                          <a:pt x="64390" y="153165"/>
                        </a:cubicBezTo>
                        <a:cubicBezTo>
                          <a:pt x="28828" y="153165"/>
                          <a:pt x="0" y="118878"/>
                          <a:pt x="0" y="76582"/>
                        </a:cubicBezTo>
                        <a:cubicBezTo>
                          <a:pt x="0" y="34287"/>
                          <a:pt x="28828" y="0"/>
                          <a:pt x="64390" y="0"/>
                        </a:cubicBezTo>
                        <a:cubicBezTo>
                          <a:pt x="99952" y="0"/>
                          <a:pt x="128781" y="34287"/>
                          <a:pt x="128781" y="7658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15" name="Forme libre : forme 11314">
                    <a:extLst>
                      <a:ext uri="{FF2B5EF4-FFF2-40B4-BE49-F238E27FC236}">
                        <a16:creationId xmlns:a16="http://schemas.microsoft.com/office/drawing/2014/main" id="{8CDBDEFA-3B50-4222-832E-055DE7666A98}"/>
                      </a:ext>
                    </a:extLst>
                  </p:cNvPr>
                  <p:cNvSpPr/>
                  <p:nvPr/>
                </p:nvSpPr>
                <p:spPr>
                  <a:xfrm>
                    <a:off x="4168705" y="4966891"/>
                    <a:ext cx="116952" cy="131682"/>
                  </a:xfrm>
                  <a:custGeom>
                    <a:avLst/>
                    <a:gdLst>
                      <a:gd name="connsiteX0" fmla="*/ 34371 w 116952"/>
                      <a:gd name="connsiteY0" fmla="*/ 131682 h 131682"/>
                      <a:gd name="connsiteX1" fmla="*/ 27989 w 116952"/>
                      <a:gd name="connsiteY1" fmla="*/ 122157 h 131682"/>
                      <a:gd name="connsiteX2" fmla="*/ 45419 w 116952"/>
                      <a:gd name="connsiteY2" fmla="*/ 23668 h 131682"/>
                      <a:gd name="connsiteX3" fmla="*/ 116952 w 116952"/>
                      <a:gd name="connsiteY3" fmla="*/ 31955 h 131682"/>
                      <a:gd name="connsiteX4" fmla="*/ 29322 w 116952"/>
                      <a:gd name="connsiteY4" fmla="*/ 7381 h 131682"/>
                      <a:gd name="connsiteX5" fmla="*/ 11891 w 116952"/>
                      <a:gd name="connsiteY5" fmla="*/ 105869 h 131682"/>
                      <a:gd name="connsiteX6" fmla="*/ 34371 w 116952"/>
                      <a:gd name="connsiteY6" fmla="*/ 131682 h 131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6952" h="131682">
                        <a:moveTo>
                          <a:pt x="34371" y="131682"/>
                        </a:moveTo>
                        <a:cubicBezTo>
                          <a:pt x="32084" y="128729"/>
                          <a:pt x="29894" y="125586"/>
                          <a:pt x="27989" y="122157"/>
                        </a:cubicBezTo>
                        <a:cubicBezTo>
                          <a:pt x="6843" y="85581"/>
                          <a:pt x="14749" y="41671"/>
                          <a:pt x="45419" y="23668"/>
                        </a:cubicBezTo>
                        <a:cubicBezTo>
                          <a:pt x="69422" y="9572"/>
                          <a:pt x="99998" y="13953"/>
                          <a:pt x="116952" y="31955"/>
                        </a:cubicBezTo>
                        <a:cubicBezTo>
                          <a:pt x="94473" y="2428"/>
                          <a:pt x="57230" y="-8717"/>
                          <a:pt x="29322" y="7381"/>
                        </a:cubicBezTo>
                        <a:cubicBezTo>
                          <a:pt x="-1444" y="25192"/>
                          <a:pt x="-9254" y="69293"/>
                          <a:pt x="11891" y="105869"/>
                        </a:cubicBezTo>
                        <a:cubicBezTo>
                          <a:pt x="17892" y="116347"/>
                          <a:pt x="25703" y="125015"/>
                          <a:pt x="34371" y="13168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16" name="Forme libre : forme 11315">
                    <a:extLst>
                      <a:ext uri="{FF2B5EF4-FFF2-40B4-BE49-F238E27FC236}">
                        <a16:creationId xmlns:a16="http://schemas.microsoft.com/office/drawing/2014/main" id="{11906772-FFB1-4232-AA3D-8C395879A8C2}"/>
                      </a:ext>
                    </a:extLst>
                  </p:cNvPr>
                  <p:cNvSpPr/>
                  <p:nvPr/>
                </p:nvSpPr>
                <p:spPr>
                  <a:xfrm rot="-521110">
                    <a:off x="4238240" y="5017722"/>
                    <a:ext cx="59243" cy="74864"/>
                  </a:xfrm>
                  <a:custGeom>
                    <a:avLst/>
                    <a:gdLst>
                      <a:gd name="connsiteX0" fmla="*/ 59243 w 59243"/>
                      <a:gd name="connsiteY0" fmla="*/ 37432 h 74864"/>
                      <a:gd name="connsiteX1" fmla="*/ 29622 w 59243"/>
                      <a:gd name="connsiteY1" fmla="*/ 74864 h 74864"/>
                      <a:gd name="connsiteX2" fmla="*/ 0 w 59243"/>
                      <a:gd name="connsiteY2" fmla="*/ 37432 h 74864"/>
                      <a:gd name="connsiteX3" fmla="*/ 29622 w 59243"/>
                      <a:gd name="connsiteY3" fmla="*/ 0 h 74864"/>
                      <a:gd name="connsiteX4" fmla="*/ 59243 w 59243"/>
                      <a:gd name="connsiteY4" fmla="*/ 37432 h 7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3" h="74864">
                        <a:moveTo>
                          <a:pt x="59243" y="37432"/>
                        </a:moveTo>
                        <a:cubicBezTo>
                          <a:pt x="59243" y="58105"/>
                          <a:pt x="45981" y="74864"/>
                          <a:pt x="29622" y="74864"/>
                        </a:cubicBezTo>
                        <a:cubicBezTo>
                          <a:pt x="13262" y="74864"/>
                          <a:pt x="0" y="58105"/>
                          <a:pt x="0" y="37432"/>
                        </a:cubicBezTo>
                        <a:cubicBezTo>
                          <a:pt x="0" y="16759"/>
                          <a:pt x="13262" y="0"/>
                          <a:pt x="29622" y="0"/>
                        </a:cubicBezTo>
                        <a:cubicBezTo>
                          <a:pt x="45981" y="0"/>
                          <a:pt x="59243" y="16759"/>
                          <a:pt x="59243" y="3743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17" name="Forme libre : forme 11316">
                    <a:extLst>
                      <a:ext uri="{FF2B5EF4-FFF2-40B4-BE49-F238E27FC236}">
                        <a16:creationId xmlns:a16="http://schemas.microsoft.com/office/drawing/2014/main" id="{CEC6F0AD-59EB-4FFF-9585-5F231F53CC0B}"/>
                      </a:ext>
                    </a:extLst>
                  </p:cNvPr>
                  <p:cNvSpPr/>
                  <p:nvPr/>
                </p:nvSpPr>
                <p:spPr>
                  <a:xfrm>
                    <a:off x="4253462" y="5081714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3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318" name="Graphique 5">
                  <a:extLst>
                    <a:ext uri="{FF2B5EF4-FFF2-40B4-BE49-F238E27FC236}">
                      <a16:creationId xmlns:a16="http://schemas.microsoft.com/office/drawing/2014/main" id="{88EA2902-353B-4B3A-BB23-D2A0518C2572}"/>
                    </a:ext>
                  </a:extLst>
                </p:cNvPr>
                <p:cNvGrpSpPr/>
                <p:nvPr/>
              </p:nvGrpSpPr>
              <p:grpSpPr>
                <a:xfrm>
                  <a:off x="3932558" y="5063344"/>
                  <a:ext cx="188156" cy="197058"/>
                  <a:chOff x="3932558" y="5063344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11319" name="Forme libre : forme 11318">
                    <a:extLst>
                      <a:ext uri="{FF2B5EF4-FFF2-40B4-BE49-F238E27FC236}">
                        <a16:creationId xmlns:a16="http://schemas.microsoft.com/office/drawing/2014/main" id="{BF7204FD-F077-4841-A5ED-33B2A91977B6}"/>
                      </a:ext>
                    </a:extLst>
                  </p:cNvPr>
                  <p:cNvSpPr/>
                  <p:nvPr/>
                </p:nvSpPr>
                <p:spPr>
                  <a:xfrm rot="-1802346">
                    <a:off x="3962246" y="5085291"/>
                    <a:ext cx="128780" cy="153164"/>
                  </a:xfrm>
                  <a:custGeom>
                    <a:avLst/>
                    <a:gdLst>
                      <a:gd name="connsiteX0" fmla="*/ 128781 w 128780"/>
                      <a:gd name="connsiteY0" fmla="*/ 76582 h 153164"/>
                      <a:gd name="connsiteX1" fmla="*/ 64390 w 128780"/>
                      <a:gd name="connsiteY1" fmla="*/ 153165 h 153164"/>
                      <a:gd name="connsiteX2" fmla="*/ 0 w 128780"/>
                      <a:gd name="connsiteY2" fmla="*/ 76582 h 153164"/>
                      <a:gd name="connsiteX3" fmla="*/ 64390 w 128780"/>
                      <a:gd name="connsiteY3" fmla="*/ 0 h 153164"/>
                      <a:gd name="connsiteX4" fmla="*/ 128781 w 128780"/>
                      <a:gd name="connsiteY4" fmla="*/ 76582 h 153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0" h="153164">
                        <a:moveTo>
                          <a:pt x="128781" y="76582"/>
                        </a:moveTo>
                        <a:cubicBezTo>
                          <a:pt x="128781" y="118878"/>
                          <a:pt x="99952" y="153165"/>
                          <a:pt x="64390" y="153165"/>
                        </a:cubicBezTo>
                        <a:cubicBezTo>
                          <a:pt x="28828" y="153165"/>
                          <a:pt x="0" y="118878"/>
                          <a:pt x="0" y="76582"/>
                        </a:cubicBezTo>
                        <a:cubicBezTo>
                          <a:pt x="0" y="34287"/>
                          <a:pt x="28828" y="0"/>
                          <a:pt x="64390" y="0"/>
                        </a:cubicBezTo>
                        <a:cubicBezTo>
                          <a:pt x="99952" y="0"/>
                          <a:pt x="128781" y="34287"/>
                          <a:pt x="128781" y="7658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20" name="Forme libre : forme 11319">
                    <a:extLst>
                      <a:ext uri="{FF2B5EF4-FFF2-40B4-BE49-F238E27FC236}">
                        <a16:creationId xmlns:a16="http://schemas.microsoft.com/office/drawing/2014/main" id="{FD1F367E-5355-4A83-B327-F9DD8BB9AF32}"/>
                      </a:ext>
                    </a:extLst>
                  </p:cNvPr>
                  <p:cNvSpPr/>
                  <p:nvPr/>
                </p:nvSpPr>
                <p:spPr>
                  <a:xfrm>
                    <a:off x="3958964" y="5088240"/>
                    <a:ext cx="116952" cy="131681"/>
                  </a:xfrm>
                  <a:custGeom>
                    <a:avLst/>
                    <a:gdLst>
                      <a:gd name="connsiteX0" fmla="*/ 34370 w 116952"/>
                      <a:gd name="connsiteY0" fmla="*/ 131682 h 131681"/>
                      <a:gd name="connsiteX1" fmla="*/ 27989 w 116952"/>
                      <a:gd name="connsiteY1" fmla="*/ 122157 h 131681"/>
                      <a:gd name="connsiteX2" fmla="*/ 45419 w 116952"/>
                      <a:gd name="connsiteY2" fmla="*/ 23668 h 131681"/>
                      <a:gd name="connsiteX3" fmla="*/ 116952 w 116952"/>
                      <a:gd name="connsiteY3" fmla="*/ 31955 h 131681"/>
                      <a:gd name="connsiteX4" fmla="*/ 29322 w 116952"/>
                      <a:gd name="connsiteY4" fmla="*/ 7381 h 131681"/>
                      <a:gd name="connsiteX5" fmla="*/ 11891 w 116952"/>
                      <a:gd name="connsiteY5" fmla="*/ 105869 h 131681"/>
                      <a:gd name="connsiteX6" fmla="*/ 34370 w 116952"/>
                      <a:gd name="connsiteY6" fmla="*/ 131682 h 131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6952" h="131681">
                        <a:moveTo>
                          <a:pt x="34370" y="131682"/>
                        </a:moveTo>
                        <a:cubicBezTo>
                          <a:pt x="32084" y="128729"/>
                          <a:pt x="29894" y="125586"/>
                          <a:pt x="27989" y="122157"/>
                        </a:cubicBezTo>
                        <a:cubicBezTo>
                          <a:pt x="6843" y="85581"/>
                          <a:pt x="14749" y="41671"/>
                          <a:pt x="45419" y="23668"/>
                        </a:cubicBezTo>
                        <a:cubicBezTo>
                          <a:pt x="69422" y="9571"/>
                          <a:pt x="99998" y="13953"/>
                          <a:pt x="116952" y="31955"/>
                        </a:cubicBezTo>
                        <a:cubicBezTo>
                          <a:pt x="94473" y="2428"/>
                          <a:pt x="57230" y="-8717"/>
                          <a:pt x="29322" y="7381"/>
                        </a:cubicBezTo>
                        <a:cubicBezTo>
                          <a:pt x="-1444" y="25192"/>
                          <a:pt x="-9254" y="69293"/>
                          <a:pt x="11891" y="105869"/>
                        </a:cubicBezTo>
                        <a:cubicBezTo>
                          <a:pt x="17892" y="116347"/>
                          <a:pt x="25607" y="124919"/>
                          <a:pt x="34370" y="13168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21" name="Forme libre : forme 11320">
                    <a:extLst>
                      <a:ext uri="{FF2B5EF4-FFF2-40B4-BE49-F238E27FC236}">
                        <a16:creationId xmlns:a16="http://schemas.microsoft.com/office/drawing/2014/main" id="{B95AA1F2-18EC-4578-980F-9791B17460B0}"/>
                      </a:ext>
                    </a:extLst>
                  </p:cNvPr>
                  <p:cNvSpPr/>
                  <p:nvPr/>
                </p:nvSpPr>
                <p:spPr>
                  <a:xfrm rot="-521110">
                    <a:off x="4028502" y="5138970"/>
                    <a:ext cx="59243" cy="74864"/>
                  </a:xfrm>
                  <a:custGeom>
                    <a:avLst/>
                    <a:gdLst>
                      <a:gd name="connsiteX0" fmla="*/ 59244 w 59243"/>
                      <a:gd name="connsiteY0" fmla="*/ 37432 h 74864"/>
                      <a:gd name="connsiteX1" fmla="*/ 29622 w 59243"/>
                      <a:gd name="connsiteY1" fmla="*/ 74864 h 74864"/>
                      <a:gd name="connsiteX2" fmla="*/ 0 w 59243"/>
                      <a:gd name="connsiteY2" fmla="*/ 37432 h 74864"/>
                      <a:gd name="connsiteX3" fmla="*/ 29622 w 59243"/>
                      <a:gd name="connsiteY3" fmla="*/ 0 h 74864"/>
                      <a:gd name="connsiteX4" fmla="*/ 59244 w 59243"/>
                      <a:gd name="connsiteY4" fmla="*/ 37432 h 7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3" h="74864">
                        <a:moveTo>
                          <a:pt x="59244" y="37432"/>
                        </a:moveTo>
                        <a:cubicBezTo>
                          <a:pt x="59244" y="58105"/>
                          <a:pt x="45981" y="74864"/>
                          <a:pt x="29622" y="74864"/>
                        </a:cubicBezTo>
                        <a:cubicBezTo>
                          <a:pt x="13262" y="74864"/>
                          <a:pt x="0" y="58105"/>
                          <a:pt x="0" y="37432"/>
                        </a:cubicBezTo>
                        <a:cubicBezTo>
                          <a:pt x="0" y="16759"/>
                          <a:pt x="13262" y="0"/>
                          <a:pt x="29622" y="0"/>
                        </a:cubicBezTo>
                        <a:cubicBezTo>
                          <a:pt x="45981" y="0"/>
                          <a:pt x="59244" y="16759"/>
                          <a:pt x="59244" y="3743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22" name="Forme libre : forme 11321">
                    <a:extLst>
                      <a:ext uri="{FF2B5EF4-FFF2-40B4-BE49-F238E27FC236}">
                        <a16:creationId xmlns:a16="http://schemas.microsoft.com/office/drawing/2014/main" id="{41C447AD-C02D-47A4-A6E0-BF4FC83E294B}"/>
                      </a:ext>
                    </a:extLst>
                  </p:cNvPr>
                  <p:cNvSpPr/>
                  <p:nvPr/>
                </p:nvSpPr>
                <p:spPr>
                  <a:xfrm>
                    <a:off x="4043722" y="5203063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8" y="0"/>
                          <a:pt x="8954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1323" name="Forme libre : forme 11322">
                  <a:extLst>
                    <a:ext uri="{FF2B5EF4-FFF2-40B4-BE49-F238E27FC236}">
                      <a16:creationId xmlns:a16="http://schemas.microsoft.com/office/drawing/2014/main" id="{7CF9253D-9094-4FF6-8F27-22AED1C503AE}"/>
                    </a:ext>
                  </a:extLst>
                </p:cNvPr>
                <p:cNvSpPr/>
                <p:nvPr/>
              </p:nvSpPr>
              <p:spPr>
                <a:xfrm>
                  <a:off x="3778355" y="4506403"/>
                  <a:ext cx="301085" cy="347092"/>
                </a:xfrm>
                <a:custGeom>
                  <a:avLst/>
                  <a:gdLst>
                    <a:gd name="connsiteX0" fmla="*/ 301085 w 301085"/>
                    <a:gd name="connsiteY0" fmla="*/ 347092 h 347092"/>
                    <a:gd name="connsiteX1" fmla="*/ 181547 w 301085"/>
                    <a:gd name="connsiteY1" fmla="*/ 244318 h 347092"/>
                    <a:gd name="connsiteX2" fmla="*/ 93536 w 301085"/>
                    <a:gd name="connsiteY2" fmla="*/ 111063 h 347092"/>
                    <a:gd name="connsiteX3" fmla="*/ 0 w 301085"/>
                    <a:gd name="connsiteY3" fmla="*/ 1811 h 347092"/>
                    <a:gd name="connsiteX4" fmla="*/ 21050 w 301085"/>
                    <a:gd name="connsiteY4" fmla="*/ 7526 h 347092"/>
                    <a:gd name="connsiteX5" fmla="*/ 45149 w 301085"/>
                    <a:gd name="connsiteY5" fmla="*/ 28767 h 347092"/>
                    <a:gd name="connsiteX6" fmla="*/ 231458 w 301085"/>
                    <a:gd name="connsiteY6" fmla="*/ 293467 h 347092"/>
                    <a:gd name="connsiteX7" fmla="*/ 291751 w 301085"/>
                    <a:gd name="connsiteY7" fmla="*/ 341949 h 347092"/>
                    <a:gd name="connsiteX8" fmla="*/ 290989 w 301085"/>
                    <a:gd name="connsiteY8" fmla="*/ 337377 h 347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1085" h="347092">
                      <a:moveTo>
                        <a:pt x="301085" y="347092"/>
                      </a:moveTo>
                      <a:cubicBezTo>
                        <a:pt x="251841" y="326804"/>
                        <a:pt x="212979" y="287180"/>
                        <a:pt x="181547" y="244318"/>
                      </a:cubicBezTo>
                      <a:cubicBezTo>
                        <a:pt x="150114" y="201360"/>
                        <a:pt x="124683" y="154211"/>
                        <a:pt x="93536" y="111063"/>
                      </a:cubicBezTo>
                      <a:cubicBezTo>
                        <a:pt x="65437" y="72201"/>
                        <a:pt x="32861" y="36768"/>
                        <a:pt x="0" y="1811"/>
                      </a:cubicBezTo>
                      <a:cubicBezTo>
                        <a:pt x="6287" y="-2856"/>
                        <a:pt x="15050" y="2383"/>
                        <a:pt x="21050" y="7526"/>
                      </a:cubicBezTo>
                      <a:cubicBezTo>
                        <a:pt x="29242" y="14479"/>
                        <a:pt x="37338" y="21433"/>
                        <a:pt x="45149" y="28767"/>
                      </a:cubicBezTo>
                      <a:cubicBezTo>
                        <a:pt x="123539" y="103538"/>
                        <a:pt x="153734" y="218029"/>
                        <a:pt x="231458" y="293467"/>
                      </a:cubicBezTo>
                      <a:cubicBezTo>
                        <a:pt x="249936" y="311469"/>
                        <a:pt x="270796" y="326804"/>
                        <a:pt x="291751" y="341949"/>
                      </a:cubicBezTo>
                      <a:cubicBezTo>
                        <a:pt x="291465" y="340425"/>
                        <a:pt x="291275" y="338901"/>
                        <a:pt x="290989" y="337377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24" name="Forme libre : forme 11323">
                  <a:extLst>
                    <a:ext uri="{FF2B5EF4-FFF2-40B4-BE49-F238E27FC236}">
                      <a16:creationId xmlns:a16="http://schemas.microsoft.com/office/drawing/2014/main" id="{1804780A-73AA-4C1D-BA94-C7FBBE509B33}"/>
                    </a:ext>
                  </a:extLst>
                </p:cNvPr>
                <p:cNvSpPr/>
                <p:nvPr/>
              </p:nvSpPr>
              <p:spPr>
                <a:xfrm>
                  <a:off x="3820837" y="4651565"/>
                  <a:ext cx="352340" cy="417575"/>
                </a:xfrm>
                <a:custGeom>
                  <a:avLst/>
                  <a:gdLst>
                    <a:gd name="connsiteX0" fmla="*/ 199454 w 352340"/>
                    <a:gd name="connsiteY0" fmla="*/ 213551 h 417575"/>
                    <a:gd name="connsiteX1" fmla="*/ 141637 w 352340"/>
                    <a:gd name="connsiteY1" fmla="*/ 157829 h 417575"/>
                    <a:gd name="connsiteX2" fmla="*/ 98298 w 352340"/>
                    <a:gd name="connsiteY2" fmla="*/ 113538 h 417575"/>
                    <a:gd name="connsiteX3" fmla="*/ 0 w 352340"/>
                    <a:gd name="connsiteY3" fmla="*/ 0 h 417575"/>
                    <a:gd name="connsiteX4" fmla="*/ 128016 w 352340"/>
                    <a:gd name="connsiteY4" fmla="*/ 160306 h 417575"/>
                    <a:gd name="connsiteX5" fmla="*/ 183261 w 352340"/>
                    <a:gd name="connsiteY5" fmla="*/ 223361 h 417575"/>
                    <a:gd name="connsiteX6" fmla="*/ 324993 w 352340"/>
                    <a:gd name="connsiteY6" fmla="*/ 390620 h 417575"/>
                    <a:gd name="connsiteX7" fmla="*/ 352139 w 352340"/>
                    <a:gd name="connsiteY7" fmla="*/ 417576 h 417575"/>
                    <a:gd name="connsiteX8" fmla="*/ 340900 w 352340"/>
                    <a:gd name="connsiteY8" fmla="*/ 401098 h 417575"/>
                    <a:gd name="connsiteX9" fmla="*/ 324707 w 352340"/>
                    <a:gd name="connsiteY9" fmla="*/ 381191 h 417575"/>
                    <a:gd name="connsiteX10" fmla="*/ 295084 w 352340"/>
                    <a:gd name="connsiteY10" fmla="*/ 340709 h 417575"/>
                    <a:gd name="connsiteX11" fmla="*/ 236411 w 352340"/>
                    <a:gd name="connsiteY11" fmla="*/ 257651 h 417575"/>
                    <a:gd name="connsiteX12" fmla="*/ 199454 w 352340"/>
                    <a:gd name="connsiteY12" fmla="*/ 213551 h 417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52340" h="417575">
                      <a:moveTo>
                        <a:pt x="199454" y="213551"/>
                      </a:moveTo>
                      <a:cubicBezTo>
                        <a:pt x="181070" y="194120"/>
                        <a:pt x="160877" y="176403"/>
                        <a:pt x="141637" y="157829"/>
                      </a:cubicBezTo>
                      <a:cubicBezTo>
                        <a:pt x="126778" y="143542"/>
                        <a:pt x="112395" y="128588"/>
                        <a:pt x="98298" y="113538"/>
                      </a:cubicBezTo>
                      <a:cubicBezTo>
                        <a:pt x="64103" y="76962"/>
                        <a:pt x="31337" y="39053"/>
                        <a:pt x="0" y="0"/>
                      </a:cubicBezTo>
                      <a:cubicBezTo>
                        <a:pt x="26098" y="63722"/>
                        <a:pt x="80963" y="110109"/>
                        <a:pt x="128016" y="160306"/>
                      </a:cubicBezTo>
                      <a:cubicBezTo>
                        <a:pt x="147161" y="180689"/>
                        <a:pt x="165163" y="202025"/>
                        <a:pt x="183261" y="223361"/>
                      </a:cubicBezTo>
                      <a:cubicBezTo>
                        <a:pt x="230505" y="279083"/>
                        <a:pt x="277749" y="334899"/>
                        <a:pt x="324993" y="390620"/>
                      </a:cubicBezTo>
                      <a:cubicBezTo>
                        <a:pt x="332327" y="399288"/>
                        <a:pt x="341566" y="412909"/>
                        <a:pt x="352139" y="417576"/>
                      </a:cubicBezTo>
                      <a:cubicBezTo>
                        <a:pt x="353854" y="412242"/>
                        <a:pt x="344138" y="404908"/>
                        <a:pt x="340900" y="401098"/>
                      </a:cubicBezTo>
                      <a:cubicBezTo>
                        <a:pt x="335375" y="394621"/>
                        <a:pt x="329946" y="387953"/>
                        <a:pt x="324707" y="381191"/>
                      </a:cubicBezTo>
                      <a:cubicBezTo>
                        <a:pt x="314420" y="367951"/>
                        <a:pt x="304705" y="354425"/>
                        <a:pt x="295084" y="340709"/>
                      </a:cubicBezTo>
                      <a:cubicBezTo>
                        <a:pt x="275654" y="312992"/>
                        <a:pt x="256984" y="284607"/>
                        <a:pt x="236411" y="257651"/>
                      </a:cubicBezTo>
                      <a:cubicBezTo>
                        <a:pt x="224790" y="242411"/>
                        <a:pt x="212598" y="227552"/>
                        <a:pt x="199454" y="213551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25" name="Forme libre : forme 11324">
                  <a:extLst>
                    <a:ext uri="{FF2B5EF4-FFF2-40B4-BE49-F238E27FC236}">
                      <a16:creationId xmlns:a16="http://schemas.microsoft.com/office/drawing/2014/main" id="{793A3782-5D36-407F-9D23-ADAAF7345215}"/>
                    </a:ext>
                  </a:extLst>
                </p:cNvPr>
                <p:cNvSpPr/>
                <p:nvPr/>
              </p:nvSpPr>
              <p:spPr>
                <a:xfrm>
                  <a:off x="3981142" y="4844256"/>
                  <a:ext cx="102679" cy="277939"/>
                </a:xfrm>
                <a:custGeom>
                  <a:avLst/>
                  <a:gdLst>
                    <a:gd name="connsiteX0" fmla="*/ 80963 w 102679"/>
                    <a:gd name="connsiteY0" fmla="*/ 225171 h 277939"/>
                    <a:gd name="connsiteX1" fmla="*/ 68866 w 102679"/>
                    <a:gd name="connsiteY1" fmla="*/ 193262 h 277939"/>
                    <a:gd name="connsiteX2" fmla="*/ 63055 w 102679"/>
                    <a:gd name="connsiteY2" fmla="*/ 171355 h 277939"/>
                    <a:gd name="connsiteX3" fmla="*/ 44672 w 102679"/>
                    <a:gd name="connsiteY3" fmla="*/ 96107 h 277939"/>
                    <a:gd name="connsiteX4" fmla="*/ 38671 w 102679"/>
                    <a:gd name="connsiteY4" fmla="*/ 64389 h 277939"/>
                    <a:gd name="connsiteX5" fmla="*/ 34766 w 102679"/>
                    <a:gd name="connsiteY5" fmla="*/ 40386 h 277939"/>
                    <a:gd name="connsiteX6" fmla="*/ 27527 w 102679"/>
                    <a:gd name="connsiteY6" fmla="*/ 29909 h 277939"/>
                    <a:gd name="connsiteX7" fmla="*/ 0 w 102679"/>
                    <a:gd name="connsiteY7" fmla="*/ 0 h 277939"/>
                    <a:gd name="connsiteX8" fmla="*/ 23146 w 102679"/>
                    <a:gd name="connsiteY8" fmla="*/ 62579 h 277939"/>
                    <a:gd name="connsiteX9" fmla="*/ 81248 w 102679"/>
                    <a:gd name="connsiteY9" fmla="*/ 233363 h 277939"/>
                    <a:gd name="connsiteX10" fmla="*/ 91726 w 102679"/>
                    <a:gd name="connsiteY10" fmla="*/ 256508 h 277939"/>
                    <a:gd name="connsiteX11" fmla="*/ 102679 w 102679"/>
                    <a:gd name="connsiteY11" fmla="*/ 277939 h 277939"/>
                    <a:gd name="connsiteX12" fmla="*/ 91916 w 102679"/>
                    <a:gd name="connsiteY12" fmla="*/ 251365 h 277939"/>
                    <a:gd name="connsiteX13" fmla="*/ 80963 w 102679"/>
                    <a:gd name="connsiteY13" fmla="*/ 225171 h 277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02679" h="277939">
                      <a:moveTo>
                        <a:pt x="80963" y="225171"/>
                      </a:moveTo>
                      <a:cubicBezTo>
                        <a:pt x="76581" y="214694"/>
                        <a:pt x="72200" y="204121"/>
                        <a:pt x="68866" y="193262"/>
                      </a:cubicBezTo>
                      <a:cubicBezTo>
                        <a:pt x="66580" y="186023"/>
                        <a:pt x="64865" y="178689"/>
                        <a:pt x="63055" y="171355"/>
                      </a:cubicBezTo>
                      <a:cubicBezTo>
                        <a:pt x="56960" y="146304"/>
                        <a:pt x="50863" y="121253"/>
                        <a:pt x="44672" y="96107"/>
                      </a:cubicBezTo>
                      <a:cubicBezTo>
                        <a:pt x="42101" y="85630"/>
                        <a:pt x="39529" y="75152"/>
                        <a:pt x="38671" y="64389"/>
                      </a:cubicBezTo>
                      <a:cubicBezTo>
                        <a:pt x="38005" y="56293"/>
                        <a:pt x="38195" y="47815"/>
                        <a:pt x="34766" y="40386"/>
                      </a:cubicBezTo>
                      <a:cubicBezTo>
                        <a:pt x="32956" y="36481"/>
                        <a:pt x="30289" y="33147"/>
                        <a:pt x="27527" y="29909"/>
                      </a:cubicBezTo>
                      <a:cubicBezTo>
                        <a:pt x="18860" y="19526"/>
                        <a:pt x="9620" y="9525"/>
                        <a:pt x="0" y="0"/>
                      </a:cubicBezTo>
                      <a:cubicBezTo>
                        <a:pt x="13240" y="18097"/>
                        <a:pt x="17907" y="40767"/>
                        <a:pt x="23146" y="62579"/>
                      </a:cubicBezTo>
                      <a:cubicBezTo>
                        <a:pt x="37147" y="121158"/>
                        <a:pt x="57055" y="178213"/>
                        <a:pt x="81248" y="233363"/>
                      </a:cubicBezTo>
                      <a:cubicBezTo>
                        <a:pt x="84677" y="241078"/>
                        <a:pt x="88106" y="248793"/>
                        <a:pt x="91726" y="256508"/>
                      </a:cubicBezTo>
                      <a:cubicBezTo>
                        <a:pt x="94202" y="261842"/>
                        <a:pt x="97917" y="274987"/>
                        <a:pt x="102679" y="277939"/>
                      </a:cubicBezTo>
                      <a:cubicBezTo>
                        <a:pt x="100965" y="269081"/>
                        <a:pt x="95441" y="259747"/>
                        <a:pt x="91916" y="251365"/>
                      </a:cubicBezTo>
                      <a:cubicBezTo>
                        <a:pt x="88202" y="242602"/>
                        <a:pt x="84582" y="233839"/>
                        <a:pt x="80963" y="225171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26" name="Forme libre : forme 11325">
                  <a:extLst>
                    <a:ext uri="{FF2B5EF4-FFF2-40B4-BE49-F238E27FC236}">
                      <a16:creationId xmlns:a16="http://schemas.microsoft.com/office/drawing/2014/main" id="{8E8DC95B-CEB4-4233-9D9C-30BA46A88E18}"/>
                    </a:ext>
                  </a:extLst>
                </p:cNvPr>
                <p:cNvSpPr/>
                <p:nvPr/>
              </p:nvSpPr>
              <p:spPr>
                <a:xfrm>
                  <a:off x="4002535" y="4825451"/>
                  <a:ext cx="204756" cy="179083"/>
                </a:xfrm>
                <a:custGeom>
                  <a:avLst/>
                  <a:gdLst>
                    <a:gd name="connsiteX0" fmla="*/ 184157 w 204756"/>
                    <a:gd name="connsiteY0" fmla="*/ 135391 h 179083"/>
                    <a:gd name="connsiteX1" fmla="*/ 173584 w 204756"/>
                    <a:gd name="connsiteY1" fmla="*/ 143868 h 179083"/>
                    <a:gd name="connsiteX2" fmla="*/ 164726 w 204756"/>
                    <a:gd name="connsiteY2" fmla="*/ 158346 h 179083"/>
                    <a:gd name="connsiteX3" fmla="*/ 154915 w 204756"/>
                    <a:gd name="connsiteY3" fmla="*/ 173300 h 179083"/>
                    <a:gd name="connsiteX4" fmla="*/ 149771 w 204756"/>
                    <a:gd name="connsiteY4" fmla="*/ 178158 h 179083"/>
                    <a:gd name="connsiteX5" fmla="*/ 133484 w 204756"/>
                    <a:gd name="connsiteY5" fmla="*/ 172824 h 179083"/>
                    <a:gd name="connsiteX6" fmla="*/ 112910 w 204756"/>
                    <a:gd name="connsiteY6" fmla="*/ 145868 h 179083"/>
                    <a:gd name="connsiteX7" fmla="*/ 57379 w 204756"/>
                    <a:gd name="connsiteY7" fmla="*/ 74812 h 179083"/>
                    <a:gd name="connsiteX8" fmla="*/ 2610 w 204756"/>
                    <a:gd name="connsiteY8" fmla="*/ 11375 h 179083"/>
                    <a:gd name="connsiteX9" fmla="*/ 1658 w 204756"/>
                    <a:gd name="connsiteY9" fmla="*/ 898 h 179083"/>
                    <a:gd name="connsiteX10" fmla="*/ 10516 w 204756"/>
                    <a:gd name="connsiteY10" fmla="*/ 2422 h 179083"/>
                    <a:gd name="connsiteX11" fmla="*/ 51569 w 204756"/>
                    <a:gd name="connsiteY11" fmla="*/ 30235 h 179083"/>
                    <a:gd name="connsiteX12" fmla="*/ 165773 w 204756"/>
                    <a:gd name="connsiteY12" fmla="*/ 93862 h 179083"/>
                    <a:gd name="connsiteX13" fmla="*/ 198349 w 204756"/>
                    <a:gd name="connsiteY13" fmla="*/ 118913 h 179083"/>
                    <a:gd name="connsiteX14" fmla="*/ 202350 w 204756"/>
                    <a:gd name="connsiteY14" fmla="*/ 129866 h 179083"/>
                    <a:gd name="connsiteX15" fmla="*/ 184157 w 204756"/>
                    <a:gd name="connsiteY15" fmla="*/ 135391 h 17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04756" h="179083">
                      <a:moveTo>
                        <a:pt x="184157" y="135391"/>
                      </a:moveTo>
                      <a:cubicBezTo>
                        <a:pt x="180156" y="137581"/>
                        <a:pt x="176537" y="140439"/>
                        <a:pt x="173584" y="143868"/>
                      </a:cubicBezTo>
                      <a:cubicBezTo>
                        <a:pt x="169964" y="148154"/>
                        <a:pt x="167488" y="153393"/>
                        <a:pt x="164726" y="158346"/>
                      </a:cubicBezTo>
                      <a:cubicBezTo>
                        <a:pt x="161773" y="163585"/>
                        <a:pt x="158535" y="168538"/>
                        <a:pt x="154915" y="173300"/>
                      </a:cubicBezTo>
                      <a:cubicBezTo>
                        <a:pt x="153486" y="175205"/>
                        <a:pt x="151867" y="177110"/>
                        <a:pt x="149771" y="178158"/>
                      </a:cubicBezTo>
                      <a:cubicBezTo>
                        <a:pt x="144342" y="180920"/>
                        <a:pt x="137961" y="177015"/>
                        <a:pt x="133484" y="172824"/>
                      </a:cubicBezTo>
                      <a:cubicBezTo>
                        <a:pt x="125292" y="165014"/>
                        <a:pt x="119196" y="155298"/>
                        <a:pt x="112910" y="145868"/>
                      </a:cubicBezTo>
                      <a:cubicBezTo>
                        <a:pt x="96146" y="120913"/>
                        <a:pt x="77572" y="97100"/>
                        <a:pt x="57379" y="74812"/>
                      </a:cubicBezTo>
                      <a:cubicBezTo>
                        <a:pt x="38615" y="54047"/>
                        <a:pt x="18327" y="34426"/>
                        <a:pt x="2610" y="11375"/>
                      </a:cubicBezTo>
                      <a:cubicBezTo>
                        <a:pt x="420" y="8137"/>
                        <a:pt x="-1486" y="3279"/>
                        <a:pt x="1658" y="898"/>
                      </a:cubicBezTo>
                      <a:cubicBezTo>
                        <a:pt x="4229" y="-1103"/>
                        <a:pt x="7849" y="612"/>
                        <a:pt x="10516" y="2422"/>
                      </a:cubicBezTo>
                      <a:cubicBezTo>
                        <a:pt x="24327" y="11471"/>
                        <a:pt x="37567" y="21376"/>
                        <a:pt x="51569" y="30235"/>
                      </a:cubicBezTo>
                      <a:cubicBezTo>
                        <a:pt x="88335" y="53666"/>
                        <a:pt x="129483" y="69764"/>
                        <a:pt x="165773" y="93862"/>
                      </a:cubicBezTo>
                      <a:cubicBezTo>
                        <a:pt x="177204" y="101482"/>
                        <a:pt x="188062" y="109864"/>
                        <a:pt x="198349" y="118913"/>
                      </a:cubicBezTo>
                      <a:cubicBezTo>
                        <a:pt x="201873" y="122056"/>
                        <a:pt x="208255" y="126437"/>
                        <a:pt x="202350" y="129866"/>
                      </a:cubicBezTo>
                      <a:cubicBezTo>
                        <a:pt x="197301" y="132819"/>
                        <a:pt x="189681" y="132247"/>
                        <a:pt x="184157" y="13539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27" name="Forme libre : forme 11326">
                  <a:extLst>
                    <a:ext uri="{FF2B5EF4-FFF2-40B4-BE49-F238E27FC236}">
                      <a16:creationId xmlns:a16="http://schemas.microsoft.com/office/drawing/2014/main" id="{C4B18A12-6239-443B-B5F9-65940981394D}"/>
                    </a:ext>
                  </a:extLst>
                </p:cNvPr>
                <p:cNvSpPr/>
                <p:nvPr/>
              </p:nvSpPr>
              <p:spPr>
                <a:xfrm>
                  <a:off x="4032169" y="4936461"/>
                  <a:ext cx="103198" cy="161255"/>
                </a:xfrm>
                <a:custGeom>
                  <a:avLst/>
                  <a:gdLst>
                    <a:gd name="connsiteX0" fmla="*/ 53844 w 103198"/>
                    <a:gd name="connsiteY0" fmla="*/ 161255 h 161255"/>
                    <a:gd name="connsiteX1" fmla="*/ 45081 w 103198"/>
                    <a:gd name="connsiteY1" fmla="*/ 145730 h 161255"/>
                    <a:gd name="connsiteX2" fmla="*/ 7362 w 103198"/>
                    <a:gd name="connsiteY2" fmla="*/ 38954 h 161255"/>
                    <a:gd name="connsiteX3" fmla="*/ 28 w 103198"/>
                    <a:gd name="connsiteY3" fmla="*/ 5712 h 161255"/>
                    <a:gd name="connsiteX4" fmla="*/ 1171 w 103198"/>
                    <a:gd name="connsiteY4" fmla="*/ 1140 h 161255"/>
                    <a:gd name="connsiteX5" fmla="*/ 6505 w 103198"/>
                    <a:gd name="connsiteY5" fmla="*/ 664 h 161255"/>
                    <a:gd name="connsiteX6" fmla="*/ 10601 w 103198"/>
                    <a:gd name="connsiteY6" fmla="*/ 4760 h 161255"/>
                    <a:gd name="connsiteX7" fmla="*/ 69465 w 103198"/>
                    <a:gd name="connsiteY7" fmla="*/ 77340 h 161255"/>
                    <a:gd name="connsiteX8" fmla="*/ 100802 w 103198"/>
                    <a:gd name="connsiteY8" fmla="*/ 111344 h 161255"/>
                    <a:gd name="connsiteX9" fmla="*/ 84896 w 103198"/>
                    <a:gd name="connsiteY9" fmla="*/ 131442 h 161255"/>
                    <a:gd name="connsiteX10" fmla="*/ 66989 w 103198"/>
                    <a:gd name="connsiteY10" fmla="*/ 143920 h 161255"/>
                    <a:gd name="connsiteX11" fmla="*/ 53844 w 103198"/>
                    <a:gd name="connsiteY11" fmla="*/ 161255 h 161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3198" h="161255">
                      <a:moveTo>
                        <a:pt x="53844" y="161255"/>
                      </a:moveTo>
                      <a:cubicBezTo>
                        <a:pt x="49463" y="157160"/>
                        <a:pt x="47177" y="151349"/>
                        <a:pt x="45081" y="145730"/>
                      </a:cubicBezTo>
                      <a:cubicBezTo>
                        <a:pt x="31556" y="110487"/>
                        <a:pt x="18983" y="74864"/>
                        <a:pt x="7362" y="38954"/>
                      </a:cubicBezTo>
                      <a:cubicBezTo>
                        <a:pt x="3838" y="28096"/>
                        <a:pt x="409" y="17047"/>
                        <a:pt x="28" y="5712"/>
                      </a:cubicBezTo>
                      <a:cubicBezTo>
                        <a:pt x="-67" y="4093"/>
                        <a:pt x="28" y="2283"/>
                        <a:pt x="1171" y="1140"/>
                      </a:cubicBezTo>
                      <a:cubicBezTo>
                        <a:pt x="2504" y="-289"/>
                        <a:pt x="4886" y="-289"/>
                        <a:pt x="6505" y="664"/>
                      </a:cubicBezTo>
                      <a:cubicBezTo>
                        <a:pt x="8219" y="1616"/>
                        <a:pt x="9458" y="3236"/>
                        <a:pt x="10601" y="4760"/>
                      </a:cubicBezTo>
                      <a:cubicBezTo>
                        <a:pt x="29174" y="29810"/>
                        <a:pt x="48796" y="54004"/>
                        <a:pt x="69465" y="77340"/>
                      </a:cubicBezTo>
                      <a:cubicBezTo>
                        <a:pt x="79276" y="88389"/>
                        <a:pt x="92706" y="99057"/>
                        <a:pt x="100802" y="111344"/>
                      </a:cubicBezTo>
                      <a:cubicBezTo>
                        <a:pt x="109184" y="124108"/>
                        <a:pt x="93563" y="127251"/>
                        <a:pt x="84896" y="131442"/>
                      </a:cubicBezTo>
                      <a:cubicBezTo>
                        <a:pt x="78323" y="134681"/>
                        <a:pt x="72323" y="138872"/>
                        <a:pt x="66989" y="143920"/>
                      </a:cubicBezTo>
                      <a:cubicBezTo>
                        <a:pt x="65560" y="145349"/>
                        <a:pt x="52225" y="159827"/>
                        <a:pt x="53844" y="161255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28" name="Forme libre : forme 11327">
                  <a:extLst>
                    <a:ext uri="{FF2B5EF4-FFF2-40B4-BE49-F238E27FC236}">
                      <a16:creationId xmlns:a16="http://schemas.microsoft.com/office/drawing/2014/main" id="{5B43FFE7-C3AD-47B7-BFD3-797C5D5CD698}"/>
                    </a:ext>
                  </a:extLst>
                </p:cNvPr>
                <p:cNvSpPr/>
                <p:nvPr/>
              </p:nvSpPr>
              <p:spPr>
                <a:xfrm>
                  <a:off x="3921223" y="4822825"/>
                  <a:ext cx="115912" cy="260297"/>
                </a:xfrm>
                <a:custGeom>
                  <a:avLst/>
                  <a:gdLst>
                    <a:gd name="connsiteX0" fmla="*/ 64968 w 115912"/>
                    <a:gd name="connsiteY0" fmla="*/ 257175 h 260297"/>
                    <a:gd name="connsiteX1" fmla="*/ 54586 w 115912"/>
                    <a:gd name="connsiteY1" fmla="*/ 260223 h 260297"/>
                    <a:gd name="connsiteX2" fmla="*/ 43822 w 115912"/>
                    <a:gd name="connsiteY2" fmla="*/ 245554 h 260297"/>
                    <a:gd name="connsiteX3" fmla="*/ 38107 w 115912"/>
                    <a:gd name="connsiteY3" fmla="*/ 112300 h 260297"/>
                    <a:gd name="connsiteX4" fmla="*/ 1627 w 115912"/>
                    <a:gd name="connsiteY4" fmla="*/ 8763 h 260297"/>
                    <a:gd name="connsiteX5" fmla="*/ 7 w 115912"/>
                    <a:gd name="connsiteY5" fmla="*/ 3715 h 260297"/>
                    <a:gd name="connsiteX6" fmla="*/ 3151 w 115912"/>
                    <a:gd name="connsiteY6" fmla="*/ 0 h 260297"/>
                    <a:gd name="connsiteX7" fmla="*/ 6008 w 115912"/>
                    <a:gd name="connsiteY7" fmla="*/ 1048 h 260297"/>
                    <a:gd name="connsiteX8" fmla="*/ 61825 w 115912"/>
                    <a:gd name="connsiteY8" fmla="*/ 55436 h 260297"/>
                    <a:gd name="connsiteX9" fmla="*/ 69921 w 115912"/>
                    <a:gd name="connsiteY9" fmla="*/ 78296 h 260297"/>
                    <a:gd name="connsiteX10" fmla="*/ 110021 w 115912"/>
                    <a:gd name="connsiteY10" fmla="*/ 230124 h 260297"/>
                    <a:gd name="connsiteX11" fmla="*/ 115260 w 115912"/>
                    <a:gd name="connsiteY11" fmla="*/ 246221 h 260297"/>
                    <a:gd name="connsiteX12" fmla="*/ 101925 w 115912"/>
                    <a:gd name="connsiteY12" fmla="*/ 249269 h 260297"/>
                    <a:gd name="connsiteX13" fmla="*/ 64968 w 115912"/>
                    <a:gd name="connsiteY13" fmla="*/ 257175 h 26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15912" h="260297">
                      <a:moveTo>
                        <a:pt x="64968" y="257175"/>
                      </a:moveTo>
                      <a:cubicBezTo>
                        <a:pt x="61729" y="258794"/>
                        <a:pt x="58205" y="260699"/>
                        <a:pt x="54586" y="260223"/>
                      </a:cubicBezTo>
                      <a:cubicBezTo>
                        <a:pt x="48109" y="259366"/>
                        <a:pt x="45156" y="251936"/>
                        <a:pt x="43822" y="245554"/>
                      </a:cubicBezTo>
                      <a:cubicBezTo>
                        <a:pt x="34678" y="201930"/>
                        <a:pt x="43822" y="156496"/>
                        <a:pt x="38107" y="112300"/>
                      </a:cubicBezTo>
                      <a:cubicBezTo>
                        <a:pt x="33345" y="75819"/>
                        <a:pt x="18676" y="41338"/>
                        <a:pt x="1627" y="8763"/>
                      </a:cubicBezTo>
                      <a:cubicBezTo>
                        <a:pt x="769" y="7144"/>
                        <a:pt x="-88" y="5524"/>
                        <a:pt x="7" y="3715"/>
                      </a:cubicBezTo>
                      <a:cubicBezTo>
                        <a:pt x="103" y="1905"/>
                        <a:pt x="1341" y="0"/>
                        <a:pt x="3151" y="0"/>
                      </a:cubicBezTo>
                      <a:cubicBezTo>
                        <a:pt x="4198" y="0"/>
                        <a:pt x="5151" y="571"/>
                        <a:pt x="6008" y="1048"/>
                      </a:cubicBezTo>
                      <a:cubicBezTo>
                        <a:pt x="28392" y="14954"/>
                        <a:pt x="50300" y="31718"/>
                        <a:pt x="61825" y="55436"/>
                      </a:cubicBezTo>
                      <a:cubicBezTo>
                        <a:pt x="65349" y="62770"/>
                        <a:pt x="67825" y="70485"/>
                        <a:pt x="69921" y="78296"/>
                      </a:cubicBezTo>
                      <a:cubicBezTo>
                        <a:pt x="83637" y="128969"/>
                        <a:pt x="84780" y="183928"/>
                        <a:pt x="110021" y="230124"/>
                      </a:cubicBezTo>
                      <a:cubicBezTo>
                        <a:pt x="112117" y="234029"/>
                        <a:pt x="117832" y="241649"/>
                        <a:pt x="115260" y="246221"/>
                      </a:cubicBezTo>
                      <a:cubicBezTo>
                        <a:pt x="112879" y="250507"/>
                        <a:pt x="105925" y="249460"/>
                        <a:pt x="101925" y="249269"/>
                      </a:cubicBezTo>
                      <a:cubicBezTo>
                        <a:pt x="89066" y="248888"/>
                        <a:pt x="76398" y="251460"/>
                        <a:pt x="64968" y="257175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29" name="Forme libre : forme 11328">
                  <a:extLst>
                    <a:ext uri="{FF2B5EF4-FFF2-40B4-BE49-F238E27FC236}">
                      <a16:creationId xmlns:a16="http://schemas.microsoft.com/office/drawing/2014/main" id="{D61CB641-49B5-4B1E-B69E-F93F945EBD18}"/>
                    </a:ext>
                  </a:extLst>
                </p:cNvPr>
                <p:cNvSpPr/>
                <p:nvPr/>
              </p:nvSpPr>
              <p:spPr>
                <a:xfrm>
                  <a:off x="3749399" y="4520816"/>
                  <a:ext cx="222822" cy="268506"/>
                </a:xfrm>
                <a:custGeom>
                  <a:avLst/>
                  <a:gdLst>
                    <a:gd name="connsiteX0" fmla="*/ 126397 w 222822"/>
                    <a:gd name="connsiteY0" fmla="*/ 177137 h 268506"/>
                    <a:gd name="connsiteX1" fmla="*/ 101155 w 222822"/>
                    <a:gd name="connsiteY1" fmla="*/ 151229 h 268506"/>
                    <a:gd name="connsiteX2" fmla="*/ 63817 w 222822"/>
                    <a:gd name="connsiteY2" fmla="*/ 95222 h 268506"/>
                    <a:gd name="connsiteX3" fmla="*/ 0 w 222822"/>
                    <a:gd name="connsiteY3" fmla="*/ 2448 h 268506"/>
                    <a:gd name="connsiteX4" fmla="*/ 19240 w 222822"/>
                    <a:gd name="connsiteY4" fmla="*/ 3972 h 268506"/>
                    <a:gd name="connsiteX5" fmla="*/ 115348 w 222822"/>
                    <a:gd name="connsiteY5" fmla="*/ 104461 h 268506"/>
                    <a:gd name="connsiteX6" fmla="*/ 150495 w 222822"/>
                    <a:gd name="connsiteY6" fmla="*/ 161992 h 268506"/>
                    <a:gd name="connsiteX7" fmla="*/ 196691 w 222822"/>
                    <a:gd name="connsiteY7" fmla="*/ 233048 h 268506"/>
                    <a:gd name="connsiteX8" fmla="*/ 211169 w 222822"/>
                    <a:gd name="connsiteY8" fmla="*/ 247812 h 268506"/>
                    <a:gd name="connsiteX9" fmla="*/ 222695 w 222822"/>
                    <a:gd name="connsiteY9" fmla="*/ 261052 h 268506"/>
                    <a:gd name="connsiteX10" fmla="*/ 217837 w 222822"/>
                    <a:gd name="connsiteY10" fmla="*/ 267910 h 268506"/>
                    <a:gd name="connsiteX11" fmla="*/ 207454 w 222822"/>
                    <a:gd name="connsiteY11" fmla="*/ 264957 h 268506"/>
                    <a:gd name="connsiteX12" fmla="*/ 154972 w 222822"/>
                    <a:gd name="connsiteY12" fmla="*/ 209236 h 268506"/>
                    <a:gd name="connsiteX13" fmla="*/ 126397 w 222822"/>
                    <a:gd name="connsiteY13" fmla="*/ 177137 h 268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2822" h="268506">
                      <a:moveTo>
                        <a:pt x="126397" y="177137"/>
                      </a:moveTo>
                      <a:cubicBezTo>
                        <a:pt x="118015" y="168469"/>
                        <a:pt x="109061" y="160373"/>
                        <a:pt x="101155" y="151229"/>
                      </a:cubicBezTo>
                      <a:cubicBezTo>
                        <a:pt x="86392" y="134274"/>
                        <a:pt x="75533" y="114462"/>
                        <a:pt x="63817" y="95222"/>
                      </a:cubicBezTo>
                      <a:cubicBezTo>
                        <a:pt x="44196" y="63217"/>
                        <a:pt x="22098" y="32833"/>
                        <a:pt x="0" y="2448"/>
                      </a:cubicBezTo>
                      <a:cubicBezTo>
                        <a:pt x="5143" y="-2219"/>
                        <a:pt x="13240" y="638"/>
                        <a:pt x="19240" y="3972"/>
                      </a:cubicBezTo>
                      <a:cubicBezTo>
                        <a:pt x="60007" y="26927"/>
                        <a:pt x="89630" y="65313"/>
                        <a:pt x="115348" y="104461"/>
                      </a:cubicBezTo>
                      <a:cubicBezTo>
                        <a:pt x="127730" y="123225"/>
                        <a:pt x="139446" y="142465"/>
                        <a:pt x="150495" y="161992"/>
                      </a:cubicBezTo>
                      <a:cubicBezTo>
                        <a:pt x="164401" y="186662"/>
                        <a:pt x="177451" y="212189"/>
                        <a:pt x="196691" y="233048"/>
                      </a:cubicBezTo>
                      <a:cubicBezTo>
                        <a:pt x="201358" y="238097"/>
                        <a:pt x="206312" y="242859"/>
                        <a:pt x="211169" y="247812"/>
                      </a:cubicBezTo>
                      <a:cubicBezTo>
                        <a:pt x="214313" y="251050"/>
                        <a:pt x="221742" y="256575"/>
                        <a:pt x="222695" y="261052"/>
                      </a:cubicBezTo>
                      <a:cubicBezTo>
                        <a:pt x="223456" y="264290"/>
                        <a:pt x="220694" y="266862"/>
                        <a:pt x="217837" y="267910"/>
                      </a:cubicBezTo>
                      <a:cubicBezTo>
                        <a:pt x="213550" y="269529"/>
                        <a:pt x="210788" y="267624"/>
                        <a:pt x="207454" y="264957"/>
                      </a:cubicBezTo>
                      <a:cubicBezTo>
                        <a:pt x="187547" y="248860"/>
                        <a:pt x="171259" y="228762"/>
                        <a:pt x="154972" y="209236"/>
                      </a:cubicBezTo>
                      <a:cubicBezTo>
                        <a:pt x="145637" y="198473"/>
                        <a:pt x="136398" y="187423"/>
                        <a:pt x="126397" y="177137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30" name="Forme libre : forme 11329">
                  <a:extLst>
                    <a:ext uri="{FF2B5EF4-FFF2-40B4-BE49-F238E27FC236}">
                      <a16:creationId xmlns:a16="http://schemas.microsoft.com/office/drawing/2014/main" id="{94CC0730-DC46-4A4F-8E41-1959E1559ACF}"/>
                    </a:ext>
                  </a:extLst>
                </p:cNvPr>
                <p:cNvSpPr/>
                <p:nvPr/>
              </p:nvSpPr>
              <p:spPr>
                <a:xfrm>
                  <a:off x="3806034" y="4469660"/>
                  <a:ext cx="84491" cy="128785"/>
                </a:xfrm>
                <a:custGeom>
                  <a:avLst/>
                  <a:gdLst>
                    <a:gd name="connsiteX0" fmla="*/ 41949 w 84491"/>
                    <a:gd name="connsiteY0" fmla="*/ 75892 h 128785"/>
                    <a:gd name="connsiteX1" fmla="*/ 9374 w 84491"/>
                    <a:gd name="connsiteY1" fmla="*/ 39602 h 128785"/>
                    <a:gd name="connsiteX2" fmla="*/ 39 w 84491"/>
                    <a:gd name="connsiteY2" fmla="*/ 19028 h 128785"/>
                    <a:gd name="connsiteX3" fmla="*/ 2420 w 84491"/>
                    <a:gd name="connsiteY3" fmla="*/ 4550 h 128785"/>
                    <a:gd name="connsiteX4" fmla="*/ 4230 w 84491"/>
                    <a:gd name="connsiteY4" fmla="*/ 930 h 128785"/>
                    <a:gd name="connsiteX5" fmla="*/ 9374 w 84491"/>
                    <a:gd name="connsiteY5" fmla="*/ 644 h 128785"/>
                    <a:gd name="connsiteX6" fmla="*/ 13089 w 84491"/>
                    <a:gd name="connsiteY6" fmla="*/ 4645 h 128785"/>
                    <a:gd name="connsiteX7" fmla="*/ 18613 w 84491"/>
                    <a:gd name="connsiteY7" fmla="*/ 18361 h 128785"/>
                    <a:gd name="connsiteX8" fmla="*/ 60523 w 84491"/>
                    <a:gd name="connsiteY8" fmla="*/ 88656 h 128785"/>
                    <a:gd name="connsiteX9" fmla="*/ 83192 w 84491"/>
                    <a:gd name="connsiteY9" fmla="*/ 122850 h 128785"/>
                    <a:gd name="connsiteX10" fmla="*/ 79573 w 84491"/>
                    <a:gd name="connsiteY10" fmla="*/ 127803 h 128785"/>
                    <a:gd name="connsiteX11" fmla="*/ 69572 w 84491"/>
                    <a:gd name="connsiteY11" fmla="*/ 112659 h 128785"/>
                    <a:gd name="connsiteX12" fmla="*/ 41949 w 84491"/>
                    <a:gd name="connsiteY12" fmla="*/ 75892 h 128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4491" h="128785">
                      <a:moveTo>
                        <a:pt x="41949" y="75892"/>
                      </a:moveTo>
                      <a:cubicBezTo>
                        <a:pt x="31186" y="63795"/>
                        <a:pt x="19280" y="52556"/>
                        <a:pt x="9374" y="39602"/>
                      </a:cubicBezTo>
                      <a:cubicBezTo>
                        <a:pt x="4706" y="33506"/>
                        <a:pt x="420" y="26648"/>
                        <a:pt x="39" y="19028"/>
                      </a:cubicBezTo>
                      <a:cubicBezTo>
                        <a:pt x="-247" y="14075"/>
                        <a:pt x="1087" y="9217"/>
                        <a:pt x="2420" y="4550"/>
                      </a:cubicBezTo>
                      <a:cubicBezTo>
                        <a:pt x="2801" y="3216"/>
                        <a:pt x="3182" y="1883"/>
                        <a:pt x="4230" y="930"/>
                      </a:cubicBezTo>
                      <a:cubicBezTo>
                        <a:pt x="5659" y="-308"/>
                        <a:pt x="7754" y="-213"/>
                        <a:pt x="9374" y="644"/>
                      </a:cubicBezTo>
                      <a:cubicBezTo>
                        <a:pt x="10993" y="1502"/>
                        <a:pt x="12136" y="3026"/>
                        <a:pt x="13089" y="4645"/>
                      </a:cubicBezTo>
                      <a:cubicBezTo>
                        <a:pt x="15660" y="8931"/>
                        <a:pt x="16993" y="13694"/>
                        <a:pt x="18613" y="18361"/>
                      </a:cubicBezTo>
                      <a:cubicBezTo>
                        <a:pt x="27662" y="44364"/>
                        <a:pt x="44521" y="66558"/>
                        <a:pt x="60523" y="88656"/>
                      </a:cubicBezTo>
                      <a:cubicBezTo>
                        <a:pt x="68524" y="99705"/>
                        <a:pt x="76430" y="110944"/>
                        <a:pt x="83192" y="122850"/>
                      </a:cubicBezTo>
                      <a:cubicBezTo>
                        <a:pt x="85383" y="126756"/>
                        <a:pt x="85193" y="130661"/>
                        <a:pt x="79573" y="127803"/>
                      </a:cubicBezTo>
                      <a:cubicBezTo>
                        <a:pt x="75096" y="125517"/>
                        <a:pt x="72143" y="116850"/>
                        <a:pt x="69572" y="112659"/>
                      </a:cubicBezTo>
                      <a:cubicBezTo>
                        <a:pt x="61380" y="99705"/>
                        <a:pt x="52141" y="87417"/>
                        <a:pt x="41949" y="75892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331" name="Forme libre : forme 11330">
                <a:extLst>
                  <a:ext uri="{FF2B5EF4-FFF2-40B4-BE49-F238E27FC236}">
                    <a16:creationId xmlns:a16="http://schemas.microsoft.com/office/drawing/2014/main" id="{1AD73DD5-D415-4D1B-9703-4AAA72483230}"/>
                  </a:ext>
                </a:extLst>
              </p:cNvPr>
              <p:cNvSpPr/>
              <p:nvPr/>
            </p:nvSpPr>
            <p:spPr>
              <a:xfrm>
                <a:off x="4077726" y="4887002"/>
                <a:ext cx="102741" cy="72828"/>
              </a:xfrm>
              <a:custGeom>
                <a:avLst/>
                <a:gdLst>
                  <a:gd name="connsiteX0" fmla="*/ 62865 w 102741"/>
                  <a:gd name="connsiteY0" fmla="*/ 27072 h 72828"/>
                  <a:gd name="connsiteX1" fmla="*/ 10668 w 102741"/>
                  <a:gd name="connsiteY1" fmla="*/ 1735 h 72828"/>
                  <a:gd name="connsiteX2" fmla="*/ 0 w 102741"/>
                  <a:gd name="connsiteY2" fmla="*/ 973 h 72828"/>
                  <a:gd name="connsiteX3" fmla="*/ 18955 w 102741"/>
                  <a:gd name="connsiteY3" fmla="*/ 15546 h 72828"/>
                  <a:gd name="connsiteX4" fmla="*/ 40576 w 102741"/>
                  <a:gd name="connsiteY4" fmla="*/ 33072 h 72828"/>
                  <a:gd name="connsiteX5" fmla="*/ 83820 w 102741"/>
                  <a:gd name="connsiteY5" fmla="*/ 69648 h 72828"/>
                  <a:gd name="connsiteX6" fmla="*/ 102203 w 102741"/>
                  <a:gd name="connsiteY6" fmla="*/ 66505 h 72828"/>
                  <a:gd name="connsiteX7" fmla="*/ 91249 w 102741"/>
                  <a:gd name="connsiteY7" fmla="*/ 45074 h 72828"/>
                  <a:gd name="connsiteX8" fmla="*/ 62865 w 102741"/>
                  <a:gd name="connsiteY8" fmla="*/ 27072 h 72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741" h="72828">
                    <a:moveTo>
                      <a:pt x="62865" y="27072"/>
                    </a:moveTo>
                    <a:cubicBezTo>
                      <a:pt x="45720" y="18023"/>
                      <a:pt x="28575" y="9070"/>
                      <a:pt x="10668" y="1735"/>
                    </a:cubicBezTo>
                    <a:cubicBezTo>
                      <a:pt x="7239" y="306"/>
                      <a:pt x="3143" y="-932"/>
                      <a:pt x="0" y="973"/>
                    </a:cubicBezTo>
                    <a:cubicBezTo>
                      <a:pt x="6287" y="5831"/>
                      <a:pt x="12668" y="10689"/>
                      <a:pt x="18955" y="15546"/>
                    </a:cubicBezTo>
                    <a:cubicBezTo>
                      <a:pt x="26289" y="21166"/>
                      <a:pt x="33718" y="26881"/>
                      <a:pt x="40576" y="33072"/>
                    </a:cubicBezTo>
                    <a:cubicBezTo>
                      <a:pt x="54483" y="45645"/>
                      <a:pt x="66770" y="60981"/>
                      <a:pt x="83820" y="69648"/>
                    </a:cubicBezTo>
                    <a:cubicBezTo>
                      <a:pt x="90392" y="72982"/>
                      <a:pt x="99346" y="75840"/>
                      <a:pt x="102203" y="66505"/>
                    </a:cubicBezTo>
                    <a:cubicBezTo>
                      <a:pt x="104870" y="57837"/>
                      <a:pt x="97060" y="50218"/>
                      <a:pt x="91249" y="45074"/>
                    </a:cubicBezTo>
                    <a:cubicBezTo>
                      <a:pt x="82867" y="37645"/>
                      <a:pt x="72771" y="32311"/>
                      <a:pt x="62865" y="27072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332" name="Forme libre : forme 11331">
                <a:extLst>
                  <a:ext uri="{FF2B5EF4-FFF2-40B4-BE49-F238E27FC236}">
                    <a16:creationId xmlns:a16="http://schemas.microsoft.com/office/drawing/2014/main" id="{BC1054B8-DB43-4CDB-95CE-415876ACBC38}"/>
                  </a:ext>
                </a:extLst>
              </p:cNvPr>
              <p:cNvSpPr/>
              <p:nvPr/>
            </p:nvSpPr>
            <p:spPr>
              <a:xfrm>
                <a:off x="4072328" y="5014470"/>
                <a:ext cx="39462" cy="47484"/>
              </a:xfrm>
              <a:custGeom>
                <a:avLst/>
                <a:gdLst>
                  <a:gd name="connsiteX0" fmla="*/ 5684 w 39462"/>
                  <a:gd name="connsiteY0" fmla="*/ 1236 h 47484"/>
                  <a:gd name="connsiteX1" fmla="*/ 255 w 39462"/>
                  <a:gd name="connsiteY1" fmla="*/ 1045 h 47484"/>
                  <a:gd name="connsiteX2" fmla="*/ 350 w 39462"/>
                  <a:gd name="connsiteY2" fmla="*/ 3998 h 47484"/>
                  <a:gd name="connsiteX3" fmla="*/ 35592 w 39462"/>
                  <a:gd name="connsiteY3" fmla="*/ 46003 h 47484"/>
                  <a:gd name="connsiteX4" fmla="*/ 5684 w 39462"/>
                  <a:gd name="connsiteY4" fmla="*/ 1236 h 47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62" h="47484">
                    <a:moveTo>
                      <a:pt x="5684" y="1236"/>
                    </a:moveTo>
                    <a:cubicBezTo>
                      <a:pt x="3970" y="93"/>
                      <a:pt x="1207" y="-764"/>
                      <a:pt x="255" y="1045"/>
                    </a:cubicBezTo>
                    <a:cubicBezTo>
                      <a:pt x="-221" y="1903"/>
                      <a:pt x="64" y="3046"/>
                      <a:pt x="350" y="3998"/>
                    </a:cubicBezTo>
                    <a:cubicBezTo>
                      <a:pt x="4446" y="16476"/>
                      <a:pt x="15304" y="55528"/>
                      <a:pt x="35592" y="46003"/>
                    </a:cubicBezTo>
                    <a:cubicBezTo>
                      <a:pt x="51690" y="38479"/>
                      <a:pt x="12828" y="5998"/>
                      <a:pt x="5684" y="1236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333" name="Forme libre : forme 11332">
                <a:extLst>
                  <a:ext uri="{FF2B5EF4-FFF2-40B4-BE49-F238E27FC236}">
                    <a16:creationId xmlns:a16="http://schemas.microsoft.com/office/drawing/2014/main" id="{F436CB3B-AAE1-48F7-9E75-FD110A19BCF6}"/>
                  </a:ext>
                </a:extLst>
              </p:cNvPr>
              <p:cNvSpPr/>
              <p:nvPr/>
            </p:nvSpPr>
            <p:spPr>
              <a:xfrm>
                <a:off x="3977649" y="4985068"/>
                <a:ext cx="25661" cy="81005"/>
              </a:xfrm>
              <a:custGeom>
                <a:avLst/>
                <a:gdLst>
                  <a:gd name="connsiteX0" fmla="*/ 22734 w 25661"/>
                  <a:gd name="connsiteY0" fmla="*/ 41687 h 81005"/>
                  <a:gd name="connsiteX1" fmla="*/ 12923 w 25661"/>
                  <a:gd name="connsiteY1" fmla="*/ 3396 h 81005"/>
                  <a:gd name="connsiteX2" fmla="*/ 9685 w 25661"/>
                  <a:gd name="connsiteY2" fmla="*/ 158 h 81005"/>
                  <a:gd name="connsiteX3" fmla="*/ 4636 w 25661"/>
                  <a:gd name="connsiteY3" fmla="*/ 2253 h 81005"/>
                  <a:gd name="connsiteX4" fmla="*/ 2922 w 25661"/>
                  <a:gd name="connsiteY4" fmla="*/ 7778 h 81005"/>
                  <a:gd name="connsiteX5" fmla="*/ 7875 w 25661"/>
                  <a:gd name="connsiteY5" fmla="*/ 73500 h 81005"/>
                  <a:gd name="connsiteX6" fmla="*/ 22639 w 25661"/>
                  <a:gd name="connsiteY6" fmla="*/ 78548 h 81005"/>
                  <a:gd name="connsiteX7" fmla="*/ 22734 w 25661"/>
                  <a:gd name="connsiteY7" fmla="*/ 41687 h 81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661" h="81005">
                    <a:moveTo>
                      <a:pt x="22734" y="41687"/>
                    </a:moveTo>
                    <a:cubicBezTo>
                      <a:pt x="21400" y="28447"/>
                      <a:pt x="19400" y="14921"/>
                      <a:pt x="12923" y="3396"/>
                    </a:cubicBezTo>
                    <a:cubicBezTo>
                      <a:pt x="12161" y="2063"/>
                      <a:pt x="11209" y="634"/>
                      <a:pt x="9685" y="158"/>
                    </a:cubicBezTo>
                    <a:cubicBezTo>
                      <a:pt x="7875" y="-414"/>
                      <a:pt x="5780" y="634"/>
                      <a:pt x="4636" y="2253"/>
                    </a:cubicBezTo>
                    <a:cubicBezTo>
                      <a:pt x="3589" y="3872"/>
                      <a:pt x="3208" y="5873"/>
                      <a:pt x="2922" y="7778"/>
                    </a:cubicBezTo>
                    <a:cubicBezTo>
                      <a:pt x="255" y="26923"/>
                      <a:pt x="-3841" y="56641"/>
                      <a:pt x="7875" y="73500"/>
                    </a:cubicBezTo>
                    <a:cubicBezTo>
                      <a:pt x="11209" y="78263"/>
                      <a:pt x="17495" y="84549"/>
                      <a:pt x="22639" y="78548"/>
                    </a:cubicBezTo>
                    <a:cubicBezTo>
                      <a:pt x="28925" y="71119"/>
                      <a:pt x="23591" y="50545"/>
                      <a:pt x="22734" y="41687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334" name="Forme libre : forme 11333">
                <a:extLst>
                  <a:ext uri="{FF2B5EF4-FFF2-40B4-BE49-F238E27FC236}">
                    <a16:creationId xmlns:a16="http://schemas.microsoft.com/office/drawing/2014/main" id="{E794747A-0EE7-4DA0-B79D-A09CEA37F178}"/>
                  </a:ext>
                </a:extLst>
              </p:cNvPr>
              <p:cNvSpPr/>
              <p:nvPr/>
            </p:nvSpPr>
            <p:spPr>
              <a:xfrm>
                <a:off x="3948281" y="4802441"/>
                <a:ext cx="115538" cy="129921"/>
              </a:xfrm>
              <a:custGeom>
                <a:avLst/>
                <a:gdLst>
                  <a:gd name="connsiteX0" fmla="*/ 65437 w 115538"/>
                  <a:gd name="connsiteY0" fmla="*/ 77915 h 129921"/>
                  <a:gd name="connsiteX1" fmla="*/ 68580 w 115538"/>
                  <a:gd name="connsiteY1" fmla="*/ 126587 h 129921"/>
                  <a:gd name="connsiteX2" fmla="*/ 56864 w 115538"/>
                  <a:gd name="connsiteY2" fmla="*/ 74200 h 129921"/>
                  <a:gd name="connsiteX3" fmla="*/ 26194 w 115538"/>
                  <a:gd name="connsiteY3" fmla="*/ 28861 h 129921"/>
                  <a:gd name="connsiteX4" fmla="*/ 0 w 115538"/>
                  <a:gd name="connsiteY4" fmla="*/ 0 h 129921"/>
                  <a:gd name="connsiteX5" fmla="*/ 72199 w 115538"/>
                  <a:gd name="connsiteY5" fmla="*/ 74486 h 129921"/>
                  <a:gd name="connsiteX6" fmla="*/ 105061 w 115538"/>
                  <a:gd name="connsiteY6" fmla="*/ 116300 h 129921"/>
                  <a:gd name="connsiteX7" fmla="*/ 115538 w 115538"/>
                  <a:gd name="connsiteY7" fmla="*/ 129921 h 129921"/>
                  <a:gd name="connsiteX8" fmla="*/ 106108 w 115538"/>
                  <a:gd name="connsiteY8" fmla="*/ 121063 h 129921"/>
                  <a:gd name="connsiteX9" fmla="*/ 93345 w 115538"/>
                  <a:gd name="connsiteY9" fmla="*/ 106204 h 129921"/>
                  <a:gd name="connsiteX10" fmla="*/ 65437 w 115538"/>
                  <a:gd name="connsiteY10" fmla="*/ 77915 h 129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5538" h="129921">
                    <a:moveTo>
                      <a:pt x="65437" y="77915"/>
                    </a:moveTo>
                    <a:cubicBezTo>
                      <a:pt x="64103" y="94202"/>
                      <a:pt x="65151" y="110585"/>
                      <a:pt x="68580" y="126587"/>
                    </a:cubicBezTo>
                    <a:cubicBezTo>
                      <a:pt x="60674" y="110490"/>
                      <a:pt x="62293" y="91345"/>
                      <a:pt x="56864" y="74200"/>
                    </a:cubicBezTo>
                    <a:cubicBezTo>
                      <a:pt x="51244" y="56674"/>
                      <a:pt x="38481" y="42482"/>
                      <a:pt x="26194" y="28861"/>
                    </a:cubicBezTo>
                    <a:cubicBezTo>
                      <a:pt x="17431" y="19241"/>
                      <a:pt x="8763" y="9620"/>
                      <a:pt x="0" y="0"/>
                    </a:cubicBezTo>
                    <a:cubicBezTo>
                      <a:pt x="26860" y="21908"/>
                      <a:pt x="50292" y="47625"/>
                      <a:pt x="72199" y="74486"/>
                    </a:cubicBezTo>
                    <a:cubicBezTo>
                      <a:pt x="83439" y="88202"/>
                      <a:pt x="94202" y="102299"/>
                      <a:pt x="105061" y="116300"/>
                    </a:cubicBezTo>
                    <a:cubicBezTo>
                      <a:pt x="108490" y="120872"/>
                      <a:pt x="112300" y="125254"/>
                      <a:pt x="115538" y="129921"/>
                    </a:cubicBezTo>
                    <a:cubicBezTo>
                      <a:pt x="111061" y="128111"/>
                      <a:pt x="109061" y="124683"/>
                      <a:pt x="106108" y="121063"/>
                    </a:cubicBezTo>
                    <a:cubicBezTo>
                      <a:pt x="102013" y="116015"/>
                      <a:pt x="97726" y="111062"/>
                      <a:pt x="93345" y="106204"/>
                    </a:cubicBezTo>
                    <a:cubicBezTo>
                      <a:pt x="84391" y="96393"/>
                      <a:pt x="75152" y="86963"/>
                      <a:pt x="65437" y="77915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335" name="Graphique 5">
              <a:extLst>
                <a:ext uri="{FF2B5EF4-FFF2-40B4-BE49-F238E27FC236}">
                  <a16:creationId xmlns:a16="http://schemas.microsoft.com/office/drawing/2014/main" id="{EE0A8910-D719-4197-8678-EF8B3F0E3D59}"/>
                </a:ext>
              </a:extLst>
            </p:cNvPr>
            <p:cNvGrpSpPr/>
            <p:nvPr/>
          </p:nvGrpSpPr>
          <p:grpSpPr>
            <a:xfrm>
              <a:off x="4153387" y="2387215"/>
              <a:ext cx="808838" cy="608196"/>
              <a:chOff x="4153387" y="2387215"/>
              <a:chExt cx="808838" cy="608196"/>
            </a:xfrm>
            <a:solidFill>
              <a:schemeClr val="accent1"/>
            </a:solidFill>
          </p:grpSpPr>
          <p:grpSp>
            <p:nvGrpSpPr>
              <p:cNvPr id="11336" name="Graphique 5">
                <a:extLst>
                  <a:ext uri="{FF2B5EF4-FFF2-40B4-BE49-F238E27FC236}">
                    <a16:creationId xmlns:a16="http://schemas.microsoft.com/office/drawing/2014/main" id="{70AD4AA4-6E6C-4171-AAF0-FDDC777FA8E4}"/>
                  </a:ext>
                </a:extLst>
              </p:cNvPr>
              <p:cNvGrpSpPr/>
              <p:nvPr/>
            </p:nvGrpSpPr>
            <p:grpSpPr>
              <a:xfrm>
                <a:off x="4153387" y="2387215"/>
                <a:ext cx="808838" cy="608196"/>
                <a:chOff x="4153387" y="2387215"/>
                <a:chExt cx="808838" cy="608196"/>
              </a:xfrm>
              <a:solidFill>
                <a:schemeClr val="accent1"/>
              </a:solidFill>
            </p:grpSpPr>
            <p:sp>
              <p:nvSpPr>
                <p:cNvPr id="11337" name="Forme libre : forme 11336">
                  <a:extLst>
                    <a:ext uri="{FF2B5EF4-FFF2-40B4-BE49-F238E27FC236}">
                      <a16:creationId xmlns:a16="http://schemas.microsoft.com/office/drawing/2014/main" id="{C4B7DA7C-8A22-4EBB-9187-A3D736D62BBE}"/>
                    </a:ext>
                  </a:extLst>
                </p:cNvPr>
                <p:cNvSpPr/>
                <p:nvPr/>
              </p:nvSpPr>
              <p:spPr>
                <a:xfrm>
                  <a:off x="4153387" y="2437193"/>
                  <a:ext cx="724534" cy="558217"/>
                </a:xfrm>
                <a:custGeom>
                  <a:avLst/>
                  <a:gdLst>
                    <a:gd name="connsiteX0" fmla="*/ 540797 w 724534"/>
                    <a:gd name="connsiteY0" fmla="*/ 0 h 558217"/>
                    <a:gd name="connsiteX1" fmla="*/ 441261 w 724534"/>
                    <a:gd name="connsiteY1" fmla="*/ 136303 h 558217"/>
                    <a:gd name="connsiteX2" fmla="*/ 301625 w 724534"/>
                    <a:gd name="connsiteY2" fmla="*/ 289084 h 558217"/>
                    <a:gd name="connsiteX3" fmla="*/ 63499 w 724534"/>
                    <a:gd name="connsiteY3" fmla="*/ 430911 h 558217"/>
                    <a:gd name="connsiteX4" fmla="*/ 4064 w 724534"/>
                    <a:gd name="connsiteY4" fmla="*/ 456152 h 558217"/>
                    <a:gd name="connsiteX5" fmla="*/ 50355 w 724534"/>
                    <a:gd name="connsiteY5" fmla="*/ 489204 h 558217"/>
                    <a:gd name="connsiteX6" fmla="*/ 55975 w 724534"/>
                    <a:gd name="connsiteY6" fmla="*/ 499015 h 558217"/>
                    <a:gd name="connsiteX7" fmla="*/ 61595 w 724534"/>
                    <a:gd name="connsiteY7" fmla="*/ 555593 h 558217"/>
                    <a:gd name="connsiteX8" fmla="*/ 113125 w 724534"/>
                    <a:gd name="connsiteY8" fmla="*/ 516636 h 558217"/>
                    <a:gd name="connsiteX9" fmla="*/ 354679 w 724534"/>
                    <a:gd name="connsiteY9" fmla="*/ 380810 h 558217"/>
                    <a:gd name="connsiteX10" fmla="*/ 556799 w 724534"/>
                    <a:gd name="connsiteY10" fmla="*/ 335852 h 558217"/>
                    <a:gd name="connsiteX11" fmla="*/ 724534 w 724534"/>
                    <a:gd name="connsiteY11" fmla="*/ 317468 h 558217"/>
                    <a:gd name="connsiteX12" fmla="*/ 690625 w 724534"/>
                    <a:gd name="connsiteY12" fmla="*/ 127064 h 558217"/>
                    <a:gd name="connsiteX13" fmla="*/ 540797 w 724534"/>
                    <a:gd name="connsiteY13" fmla="*/ 0 h 55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24534" h="558217">
                      <a:moveTo>
                        <a:pt x="540797" y="0"/>
                      </a:moveTo>
                      <a:cubicBezTo>
                        <a:pt x="540797" y="0"/>
                        <a:pt x="497840" y="41624"/>
                        <a:pt x="441261" y="136303"/>
                      </a:cubicBezTo>
                      <a:cubicBezTo>
                        <a:pt x="384683" y="230981"/>
                        <a:pt x="365823" y="249460"/>
                        <a:pt x="301625" y="289084"/>
                      </a:cubicBezTo>
                      <a:cubicBezTo>
                        <a:pt x="237331" y="328708"/>
                        <a:pt x="77311" y="423196"/>
                        <a:pt x="63499" y="430911"/>
                      </a:cubicBezTo>
                      <a:cubicBezTo>
                        <a:pt x="49688" y="438626"/>
                        <a:pt x="20256" y="457486"/>
                        <a:pt x="4064" y="456152"/>
                      </a:cubicBezTo>
                      <a:cubicBezTo>
                        <a:pt x="-12224" y="454914"/>
                        <a:pt x="23971" y="493681"/>
                        <a:pt x="50355" y="489204"/>
                      </a:cubicBezTo>
                      <a:lnTo>
                        <a:pt x="55975" y="499015"/>
                      </a:lnTo>
                      <a:cubicBezTo>
                        <a:pt x="38925" y="519589"/>
                        <a:pt x="54546" y="570262"/>
                        <a:pt x="61595" y="555593"/>
                      </a:cubicBezTo>
                      <a:cubicBezTo>
                        <a:pt x="68643" y="540830"/>
                        <a:pt x="99599" y="524732"/>
                        <a:pt x="113125" y="516636"/>
                      </a:cubicBezTo>
                      <a:cubicBezTo>
                        <a:pt x="126746" y="508445"/>
                        <a:pt x="288290" y="416814"/>
                        <a:pt x="354679" y="380810"/>
                      </a:cubicBezTo>
                      <a:cubicBezTo>
                        <a:pt x="421068" y="344805"/>
                        <a:pt x="446500" y="337757"/>
                        <a:pt x="556799" y="335852"/>
                      </a:cubicBezTo>
                      <a:cubicBezTo>
                        <a:pt x="667099" y="333947"/>
                        <a:pt x="724534" y="317468"/>
                        <a:pt x="724534" y="317468"/>
                      </a:cubicBezTo>
                      <a:lnTo>
                        <a:pt x="690625" y="127064"/>
                      </a:lnTo>
                      <a:lnTo>
                        <a:pt x="540797" y="0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1338" name="Graphique 5">
                  <a:extLst>
                    <a:ext uri="{FF2B5EF4-FFF2-40B4-BE49-F238E27FC236}">
                      <a16:creationId xmlns:a16="http://schemas.microsoft.com/office/drawing/2014/main" id="{E6F31F70-CC91-49E0-B232-05E253198E33}"/>
                    </a:ext>
                  </a:extLst>
                </p:cNvPr>
                <p:cNvGrpSpPr/>
                <p:nvPr/>
              </p:nvGrpSpPr>
              <p:grpSpPr>
                <a:xfrm>
                  <a:off x="4748705" y="2466213"/>
                  <a:ext cx="197066" cy="188176"/>
                  <a:chOff x="4748705" y="2466213"/>
                  <a:chExt cx="197066" cy="188176"/>
                </a:xfrm>
                <a:solidFill>
                  <a:schemeClr val="accent1"/>
                </a:solidFill>
              </p:grpSpPr>
              <p:sp>
                <p:nvSpPr>
                  <p:cNvPr id="11339" name="Forme libre : forme 11338">
                    <a:extLst>
                      <a:ext uri="{FF2B5EF4-FFF2-40B4-BE49-F238E27FC236}">
                        <a16:creationId xmlns:a16="http://schemas.microsoft.com/office/drawing/2014/main" id="{E9DC2737-B32D-47AE-A8A1-63ADF3D971AC}"/>
                      </a:ext>
                    </a:extLst>
                  </p:cNvPr>
                  <p:cNvSpPr/>
                  <p:nvPr/>
                </p:nvSpPr>
                <p:spPr>
                  <a:xfrm rot="-1803583">
                    <a:off x="4770657" y="2495912"/>
                    <a:ext cx="153161" cy="128777"/>
                  </a:xfrm>
                  <a:custGeom>
                    <a:avLst/>
                    <a:gdLst>
                      <a:gd name="connsiteX0" fmla="*/ 153161 w 153161"/>
                      <a:gd name="connsiteY0" fmla="*/ 64389 h 128777"/>
                      <a:gd name="connsiteX1" fmla="*/ 76581 w 153161"/>
                      <a:gd name="connsiteY1" fmla="*/ 128777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1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1" y="64389"/>
                        </a:moveTo>
                        <a:cubicBezTo>
                          <a:pt x="153161" y="99950"/>
                          <a:pt x="118875" y="128777"/>
                          <a:pt x="76581" y="128777"/>
                        </a:cubicBezTo>
                        <a:cubicBezTo>
                          <a:pt x="34286" y="128777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1" y="28828"/>
                          <a:pt x="153161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40" name="Forme libre : forme 11339">
                    <a:extLst>
                      <a:ext uri="{FF2B5EF4-FFF2-40B4-BE49-F238E27FC236}">
                        <a16:creationId xmlns:a16="http://schemas.microsoft.com/office/drawing/2014/main" id="{36C4FD8E-2721-4790-9DB3-816FD372832F}"/>
                      </a:ext>
                    </a:extLst>
                  </p:cNvPr>
                  <p:cNvSpPr/>
                  <p:nvPr/>
                </p:nvSpPr>
                <p:spPr>
                  <a:xfrm>
                    <a:off x="4773512" y="2510917"/>
                    <a:ext cx="131746" cy="116952"/>
                  </a:xfrm>
                  <a:custGeom>
                    <a:avLst/>
                    <a:gdLst>
                      <a:gd name="connsiteX0" fmla="*/ 131746 w 131746"/>
                      <a:gd name="connsiteY0" fmla="*/ 82582 h 116952"/>
                      <a:gd name="connsiteX1" fmla="*/ 122221 w 131746"/>
                      <a:gd name="connsiteY1" fmla="*/ 88963 h 116952"/>
                      <a:gd name="connsiteX2" fmla="*/ 23732 w 131746"/>
                      <a:gd name="connsiteY2" fmla="*/ 71533 h 116952"/>
                      <a:gd name="connsiteX3" fmla="*/ 31924 w 131746"/>
                      <a:gd name="connsiteY3" fmla="*/ 0 h 116952"/>
                      <a:gd name="connsiteX4" fmla="*/ 7445 w 131746"/>
                      <a:gd name="connsiteY4" fmla="*/ 87630 h 116952"/>
                      <a:gd name="connsiteX5" fmla="*/ 105933 w 131746"/>
                      <a:gd name="connsiteY5" fmla="*/ 105061 h 116952"/>
                      <a:gd name="connsiteX6" fmla="*/ 131746 w 131746"/>
                      <a:gd name="connsiteY6" fmla="*/ 82582 h 116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746" h="116952">
                        <a:moveTo>
                          <a:pt x="131746" y="82582"/>
                        </a:moveTo>
                        <a:cubicBezTo>
                          <a:pt x="128793" y="84868"/>
                          <a:pt x="125650" y="87058"/>
                          <a:pt x="122221" y="88963"/>
                        </a:cubicBezTo>
                        <a:cubicBezTo>
                          <a:pt x="85645" y="110109"/>
                          <a:pt x="41735" y="102203"/>
                          <a:pt x="23732" y="71533"/>
                        </a:cubicBezTo>
                        <a:cubicBezTo>
                          <a:pt x="9636" y="47530"/>
                          <a:pt x="14017" y="16954"/>
                          <a:pt x="31924" y="0"/>
                        </a:cubicBezTo>
                        <a:cubicBezTo>
                          <a:pt x="2397" y="22479"/>
                          <a:pt x="-8748" y="59722"/>
                          <a:pt x="7445" y="87630"/>
                        </a:cubicBezTo>
                        <a:cubicBezTo>
                          <a:pt x="25257" y="118396"/>
                          <a:pt x="69357" y="126206"/>
                          <a:pt x="105933" y="105061"/>
                        </a:cubicBezTo>
                        <a:cubicBezTo>
                          <a:pt x="116411" y="99060"/>
                          <a:pt x="125079" y="91345"/>
                          <a:pt x="131746" y="8258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41" name="Forme libre : forme 11340">
                    <a:extLst>
                      <a:ext uri="{FF2B5EF4-FFF2-40B4-BE49-F238E27FC236}">
                        <a16:creationId xmlns:a16="http://schemas.microsoft.com/office/drawing/2014/main" id="{67A55A7D-BAC1-4A69-8B46-8BCBA358D2D8}"/>
                      </a:ext>
                    </a:extLst>
                  </p:cNvPr>
                  <p:cNvSpPr/>
                  <p:nvPr/>
                </p:nvSpPr>
                <p:spPr>
                  <a:xfrm rot="-522470">
                    <a:off x="4824623" y="2498871"/>
                    <a:ext cx="74868" cy="59247"/>
                  </a:xfrm>
                  <a:custGeom>
                    <a:avLst/>
                    <a:gdLst>
                      <a:gd name="connsiteX0" fmla="*/ 74868 w 74868"/>
                      <a:gd name="connsiteY0" fmla="*/ 29624 h 59247"/>
                      <a:gd name="connsiteX1" fmla="*/ 37434 w 74868"/>
                      <a:gd name="connsiteY1" fmla="*/ 59247 h 59247"/>
                      <a:gd name="connsiteX2" fmla="*/ 0 w 74868"/>
                      <a:gd name="connsiteY2" fmla="*/ 29624 h 59247"/>
                      <a:gd name="connsiteX3" fmla="*/ 37434 w 74868"/>
                      <a:gd name="connsiteY3" fmla="*/ 0 h 59247"/>
                      <a:gd name="connsiteX4" fmla="*/ 74868 w 74868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8" h="59247">
                        <a:moveTo>
                          <a:pt x="74868" y="29624"/>
                        </a:moveTo>
                        <a:cubicBezTo>
                          <a:pt x="74868" y="45984"/>
                          <a:pt x="58109" y="59247"/>
                          <a:pt x="37434" y="59247"/>
                        </a:cubicBezTo>
                        <a:cubicBezTo>
                          <a:pt x="16760" y="59247"/>
                          <a:pt x="0" y="45984"/>
                          <a:pt x="0" y="29624"/>
                        </a:cubicBezTo>
                        <a:cubicBezTo>
                          <a:pt x="0" y="13263"/>
                          <a:pt x="16760" y="0"/>
                          <a:pt x="37434" y="0"/>
                        </a:cubicBezTo>
                        <a:cubicBezTo>
                          <a:pt x="58109" y="0"/>
                          <a:pt x="74868" y="13263"/>
                          <a:pt x="74868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42" name="Forme libre : forme 11341">
                    <a:extLst>
                      <a:ext uri="{FF2B5EF4-FFF2-40B4-BE49-F238E27FC236}">
                        <a16:creationId xmlns:a16="http://schemas.microsoft.com/office/drawing/2014/main" id="{9A10597E-17CE-4F12-B657-CD9B73D95864}"/>
                      </a:ext>
                    </a:extLst>
                  </p:cNvPr>
                  <p:cNvSpPr/>
                  <p:nvPr/>
                </p:nvSpPr>
                <p:spPr>
                  <a:xfrm>
                    <a:off x="4888399" y="2525204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9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343" name="Graphique 5">
                  <a:extLst>
                    <a:ext uri="{FF2B5EF4-FFF2-40B4-BE49-F238E27FC236}">
                      <a16:creationId xmlns:a16="http://schemas.microsoft.com/office/drawing/2014/main" id="{289FEB4E-2C42-4466-8B42-0BB83A3211C3}"/>
                    </a:ext>
                  </a:extLst>
                </p:cNvPr>
                <p:cNvGrpSpPr/>
                <p:nvPr/>
              </p:nvGrpSpPr>
              <p:grpSpPr>
                <a:xfrm>
                  <a:off x="4643715" y="2387215"/>
                  <a:ext cx="197066" cy="188176"/>
                  <a:chOff x="4643715" y="2387215"/>
                  <a:chExt cx="197066" cy="188176"/>
                </a:xfrm>
                <a:solidFill>
                  <a:schemeClr val="accent1"/>
                </a:solidFill>
              </p:grpSpPr>
              <p:sp>
                <p:nvSpPr>
                  <p:cNvPr id="11344" name="Forme libre : forme 11343">
                    <a:extLst>
                      <a:ext uri="{FF2B5EF4-FFF2-40B4-BE49-F238E27FC236}">
                        <a16:creationId xmlns:a16="http://schemas.microsoft.com/office/drawing/2014/main" id="{00431B6F-FD6F-478F-88E9-D4E456592C01}"/>
                      </a:ext>
                    </a:extLst>
                  </p:cNvPr>
                  <p:cNvSpPr/>
                  <p:nvPr/>
                </p:nvSpPr>
                <p:spPr>
                  <a:xfrm rot="-1803583">
                    <a:off x="4665667" y="2416914"/>
                    <a:ext cx="153161" cy="128777"/>
                  </a:xfrm>
                  <a:custGeom>
                    <a:avLst/>
                    <a:gdLst>
                      <a:gd name="connsiteX0" fmla="*/ 153161 w 153161"/>
                      <a:gd name="connsiteY0" fmla="*/ 64389 h 128777"/>
                      <a:gd name="connsiteX1" fmla="*/ 76581 w 153161"/>
                      <a:gd name="connsiteY1" fmla="*/ 128777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1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1" y="64389"/>
                        </a:moveTo>
                        <a:cubicBezTo>
                          <a:pt x="153161" y="99950"/>
                          <a:pt x="118875" y="128777"/>
                          <a:pt x="76581" y="128777"/>
                        </a:cubicBezTo>
                        <a:cubicBezTo>
                          <a:pt x="34286" y="128777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1" y="28828"/>
                          <a:pt x="153161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45" name="Forme libre : forme 11344">
                    <a:extLst>
                      <a:ext uri="{FF2B5EF4-FFF2-40B4-BE49-F238E27FC236}">
                        <a16:creationId xmlns:a16="http://schemas.microsoft.com/office/drawing/2014/main" id="{25E3CF9B-C160-43BC-8FBD-052C07A47992}"/>
                      </a:ext>
                    </a:extLst>
                  </p:cNvPr>
                  <p:cNvSpPr/>
                  <p:nvPr/>
                </p:nvSpPr>
                <p:spPr>
                  <a:xfrm>
                    <a:off x="4668642" y="2431955"/>
                    <a:ext cx="131746" cy="116952"/>
                  </a:xfrm>
                  <a:custGeom>
                    <a:avLst/>
                    <a:gdLst>
                      <a:gd name="connsiteX0" fmla="*/ 131746 w 131746"/>
                      <a:gd name="connsiteY0" fmla="*/ 82582 h 116952"/>
                      <a:gd name="connsiteX1" fmla="*/ 122221 w 131746"/>
                      <a:gd name="connsiteY1" fmla="*/ 88963 h 116952"/>
                      <a:gd name="connsiteX2" fmla="*/ 23733 w 131746"/>
                      <a:gd name="connsiteY2" fmla="*/ 71533 h 116952"/>
                      <a:gd name="connsiteX3" fmla="*/ 31924 w 131746"/>
                      <a:gd name="connsiteY3" fmla="*/ 0 h 116952"/>
                      <a:gd name="connsiteX4" fmla="*/ 7445 w 131746"/>
                      <a:gd name="connsiteY4" fmla="*/ 87630 h 116952"/>
                      <a:gd name="connsiteX5" fmla="*/ 105934 w 131746"/>
                      <a:gd name="connsiteY5" fmla="*/ 105061 h 116952"/>
                      <a:gd name="connsiteX6" fmla="*/ 131746 w 131746"/>
                      <a:gd name="connsiteY6" fmla="*/ 82582 h 116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746" h="116952">
                        <a:moveTo>
                          <a:pt x="131746" y="82582"/>
                        </a:moveTo>
                        <a:cubicBezTo>
                          <a:pt x="128794" y="84868"/>
                          <a:pt x="125650" y="87058"/>
                          <a:pt x="122221" y="88963"/>
                        </a:cubicBezTo>
                        <a:cubicBezTo>
                          <a:pt x="85645" y="110109"/>
                          <a:pt x="41735" y="102203"/>
                          <a:pt x="23733" y="71533"/>
                        </a:cubicBezTo>
                        <a:cubicBezTo>
                          <a:pt x="9636" y="47530"/>
                          <a:pt x="14017" y="16954"/>
                          <a:pt x="31924" y="0"/>
                        </a:cubicBezTo>
                        <a:cubicBezTo>
                          <a:pt x="2397" y="22479"/>
                          <a:pt x="-8748" y="59722"/>
                          <a:pt x="7445" y="87630"/>
                        </a:cubicBezTo>
                        <a:cubicBezTo>
                          <a:pt x="25257" y="118396"/>
                          <a:pt x="69357" y="126206"/>
                          <a:pt x="105934" y="105061"/>
                        </a:cubicBezTo>
                        <a:cubicBezTo>
                          <a:pt x="116411" y="99060"/>
                          <a:pt x="124984" y="91250"/>
                          <a:pt x="131746" y="8258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46" name="Forme libre : forme 11345">
                    <a:extLst>
                      <a:ext uri="{FF2B5EF4-FFF2-40B4-BE49-F238E27FC236}">
                        <a16:creationId xmlns:a16="http://schemas.microsoft.com/office/drawing/2014/main" id="{7330BA6C-50A7-4751-B61B-CF0168C334ED}"/>
                      </a:ext>
                    </a:extLst>
                  </p:cNvPr>
                  <p:cNvSpPr/>
                  <p:nvPr/>
                </p:nvSpPr>
                <p:spPr>
                  <a:xfrm rot="-522470">
                    <a:off x="4719750" y="2419911"/>
                    <a:ext cx="74868" cy="59247"/>
                  </a:xfrm>
                  <a:custGeom>
                    <a:avLst/>
                    <a:gdLst>
                      <a:gd name="connsiteX0" fmla="*/ 74869 w 74868"/>
                      <a:gd name="connsiteY0" fmla="*/ 29624 h 59247"/>
                      <a:gd name="connsiteX1" fmla="*/ 37434 w 74868"/>
                      <a:gd name="connsiteY1" fmla="*/ 59247 h 59247"/>
                      <a:gd name="connsiteX2" fmla="*/ 0 w 74868"/>
                      <a:gd name="connsiteY2" fmla="*/ 29624 h 59247"/>
                      <a:gd name="connsiteX3" fmla="*/ 37434 w 74868"/>
                      <a:gd name="connsiteY3" fmla="*/ 0 h 59247"/>
                      <a:gd name="connsiteX4" fmla="*/ 74869 w 74868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8" h="59247">
                        <a:moveTo>
                          <a:pt x="74869" y="29624"/>
                        </a:moveTo>
                        <a:cubicBezTo>
                          <a:pt x="74869" y="45984"/>
                          <a:pt x="58109" y="59247"/>
                          <a:pt x="37434" y="59247"/>
                        </a:cubicBezTo>
                        <a:cubicBezTo>
                          <a:pt x="16760" y="59247"/>
                          <a:pt x="0" y="45984"/>
                          <a:pt x="0" y="29624"/>
                        </a:cubicBezTo>
                        <a:cubicBezTo>
                          <a:pt x="0" y="13263"/>
                          <a:pt x="16760" y="0"/>
                          <a:pt x="37434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47" name="Forme libre : forme 11346">
                    <a:extLst>
                      <a:ext uri="{FF2B5EF4-FFF2-40B4-BE49-F238E27FC236}">
                        <a16:creationId xmlns:a16="http://schemas.microsoft.com/office/drawing/2014/main" id="{8668F754-B764-4692-B8FE-AB8D3DF3C7DE}"/>
                      </a:ext>
                    </a:extLst>
                  </p:cNvPr>
                  <p:cNvSpPr/>
                  <p:nvPr/>
                </p:nvSpPr>
                <p:spPr>
                  <a:xfrm>
                    <a:off x="4783529" y="2446242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348" name="Graphique 5">
                  <a:extLst>
                    <a:ext uri="{FF2B5EF4-FFF2-40B4-BE49-F238E27FC236}">
                      <a16:creationId xmlns:a16="http://schemas.microsoft.com/office/drawing/2014/main" id="{B4C8A76E-BBFD-4595-B207-0B3E96EF3AB4}"/>
                    </a:ext>
                  </a:extLst>
                </p:cNvPr>
                <p:cNvGrpSpPr/>
                <p:nvPr/>
              </p:nvGrpSpPr>
              <p:grpSpPr>
                <a:xfrm>
                  <a:off x="4765159" y="2596916"/>
                  <a:ext cx="197066" cy="188176"/>
                  <a:chOff x="4765159" y="2596916"/>
                  <a:chExt cx="197066" cy="188176"/>
                </a:xfrm>
                <a:solidFill>
                  <a:schemeClr val="accent1"/>
                </a:solidFill>
              </p:grpSpPr>
              <p:sp>
                <p:nvSpPr>
                  <p:cNvPr id="11349" name="Forme libre : forme 11348">
                    <a:extLst>
                      <a:ext uri="{FF2B5EF4-FFF2-40B4-BE49-F238E27FC236}">
                        <a16:creationId xmlns:a16="http://schemas.microsoft.com/office/drawing/2014/main" id="{483329C4-B875-4FCD-A399-D7D8EDF033AD}"/>
                      </a:ext>
                    </a:extLst>
                  </p:cNvPr>
                  <p:cNvSpPr/>
                  <p:nvPr/>
                </p:nvSpPr>
                <p:spPr>
                  <a:xfrm rot="-1803583">
                    <a:off x="4787111" y="2626615"/>
                    <a:ext cx="153161" cy="128777"/>
                  </a:xfrm>
                  <a:custGeom>
                    <a:avLst/>
                    <a:gdLst>
                      <a:gd name="connsiteX0" fmla="*/ 153161 w 153161"/>
                      <a:gd name="connsiteY0" fmla="*/ 64389 h 128777"/>
                      <a:gd name="connsiteX1" fmla="*/ 76581 w 153161"/>
                      <a:gd name="connsiteY1" fmla="*/ 128777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1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1" y="64389"/>
                        </a:moveTo>
                        <a:cubicBezTo>
                          <a:pt x="153161" y="99950"/>
                          <a:pt x="118875" y="128777"/>
                          <a:pt x="76581" y="128777"/>
                        </a:cubicBezTo>
                        <a:cubicBezTo>
                          <a:pt x="34286" y="128777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1" y="28828"/>
                          <a:pt x="153161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50" name="Forme libre : forme 11349">
                    <a:extLst>
                      <a:ext uri="{FF2B5EF4-FFF2-40B4-BE49-F238E27FC236}">
                        <a16:creationId xmlns:a16="http://schemas.microsoft.com/office/drawing/2014/main" id="{456C7DB0-FD75-4EC2-A395-E5A1D08EFA80}"/>
                      </a:ext>
                    </a:extLst>
                  </p:cNvPr>
                  <p:cNvSpPr/>
                  <p:nvPr/>
                </p:nvSpPr>
                <p:spPr>
                  <a:xfrm>
                    <a:off x="4789990" y="2641695"/>
                    <a:ext cx="131746" cy="116952"/>
                  </a:xfrm>
                  <a:custGeom>
                    <a:avLst/>
                    <a:gdLst>
                      <a:gd name="connsiteX0" fmla="*/ 131746 w 131746"/>
                      <a:gd name="connsiteY0" fmla="*/ 82582 h 116952"/>
                      <a:gd name="connsiteX1" fmla="*/ 122221 w 131746"/>
                      <a:gd name="connsiteY1" fmla="*/ 88964 h 116952"/>
                      <a:gd name="connsiteX2" fmla="*/ 23733 w 131746"/>
                      <a:gd name="connsiteY2" fmla="*/ 71533 h 116952"/>
                      <a:gd name="connsiteX3" fmla="*/ 31924 w 131746"/>
                      <a:gd name="connsiteY3" fmla="*/ 0 h 116952"/>
                      <a:gd name="connsiteX4" fmla="*/ 7445 w 131746"/>
                      <a:gd name="connsiteY4" fmla="*/ 87630 h 116952"/>
                      <a:gd name="connsiteX5" fmla="*/ 105933 w 131746"/>
                      <a:gd name="connsiteY5" fmla="*/ 105061 h 116952"/>
                      <a:gd name="connsiteX6" fmla="*/ 131746 w 131746"/>
                      <a:gd name="connsiteY6" fmla="*/ 82582 h 116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746" h="116952">
                        <a:moveTo>
                          <a:pt x="131746" y="82582"/>
                        </a:moveTo>
                        <a:cubicBezTo>
                          <a:pt x="128793" y="84868"/>
                          <a:pt x="125650" y="87058"/>
                          <a:pt x="122221" y="88964"/>
                        </a:cubicBezTo>
                        <a:cubicBezTo>
                          <a:pt x="85645" y="110109"/>
                          <a:pt x="41735" y="102203"/>
                          <a:pt x="23733" y="71533"/>
                        </a:cubicBezTo>
                        <a:cubicBezTo>
                          <a:pt x="9636" y="47530"/>
                          <a:pt x="14017" y="16954"/>
                          <a:pt x="31924" y="0"/>
                        </a:cubicBezTo>
                        <a:cubicBezTo>
                          <a:pt x="2397" y="22479"/>
                          <a:pt x="-8748" y="59722"/>
                          <a:pt x="7445" y="87630"/>
                        </a:cubicBezTo>
                        <a:cubicBezTo>
                          <a:pt x="25257" y="118396"/>
                          <a:pt x="69357" y="126206"/>
                          <a:pt x="105933" y="105061"/>
                        </a:cubicBezTo>
                        <a:cubicBezTo>
                          <a:pt x="116411" y="99060"/>
                          <a:pt x="125079" y="91250"/>
                          <a:pt x="131746" y="8258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51" name="Forme libre : forme 11350">
                    <a:extLst>
                      <a:ext uri="{FF2B5EF4-FFF2-40B4-BE49-F238E27FC236}">
                        <a16:creationId xmlns:a16="http://schemas.microsoft.com/office/drawing/2014/main" id="{79239B8C-2C80-42E4-87F4-1F9836DF6864}"/>
                      </a:ext>
                    </a:extLst>
                  </p:cNvPr>
                  <p:cNvSpPr/>
                  <p:nvPr/>
                </p:nvSpPr>
                <p:spPr>
                  <a:xfrm rot="-522470">
                    <a:off x="4841113" y="2629653"/>
                    <a:ext cx="74868" cy="59247"/>
                  </a:xfrm>
                  <a:custGeom>
                    <a:avLst/>
                    <a:gdLst>
                      <a:gd name="connsiteX0" fmla="*/ 74869 w 74868"/>
                      <a:gd name="connsiteY0" fmla="*/ 29623 h 59247"/>
                      <a:gd name="connsiteX1" fmla="*/ 37434 w 74868"/>
                      <a:gd name="connsiteY1" fmla="*/ 59247 h 59247"/>
                      <a:gd name="connsiteX2" fmla="*/ 0 w 74868"/>
                      <a:gd name="connsiteY2" fmla="*/ 29623 h 59247"/>
                      <a:gd name="connsiteX3" fmla="*/ 37434 w 74868"/>
                      <a:gd name="connsiteY3" fmla="*/ 0 h 59247"/>
                      <a:gd name="connsiteX4" fmla="*/ 74869 w 74868"/>
                      <a:gd name="connsiteY4" fmla="*/ 29623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8" h="59247">
                        <a:moveTo>
                          <a:pt x="74869" y="29623"/>
                        </a:moveTo>
                        <a:cubicBezTo>
                          <a:pt x="74869" y="45984"/>
                          <a:pt x="58109" y="59247"/>
                          <a:pt x="37434" y="59247"/>
                        </a:cubicBezTo>
                        <a:cubicBezTo>
                          <a:pt x="16760" y="59247"/>
                          <a:pt x="0" y="45984"/>
                          <a:pt x="0" y="29623"/>
                        </a:cubicBezTo>
                        <a:cubicBezTo>
                          <a:pt x="0" y="13263"/>
                          <a:pt x="16760" y="0"/>
                          <a:pt x="37434" y="0"/>
                        </a:cubicBezTo>
                        <a:cubicBezTo>
                          <a:pt x="58109" y="0"/>
                          <a:pt x="74869" y="13263"/>
                          <a:pt x="74869" y="29623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52" name="Forme libre : forme 11351">
                    <a:extLst>
                      <a:ext uri="{FF2B5EF4-FFF2-40B4-BE49-F238E27FC236}">
                        <a16:creationId xmlns:a16="http://schemas.microsoft.com/office/drawing/2014/main" id="{4E7DB56D-9B4E-43BD-84C3-E29AB52ED668}"/>
                      </a:ext>
                    </a:extLst>
                  </p:cNvPr>
                  <p:cNvSpPr/>
                  <p:nvPr/>
                </p:nvSpPr>
                <p:spPr>
                  <a:xfrm>
                    <a:off x="4904877" y="2655887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1353" name="Forme libre : forme 11352">
                  <a:extLst>
                    <a:ext uri="{FF2B5EF4-FFF2-40B4-BE49-F238E27FC236}">
                      <a16:creationId xmlns:a16="http://schemas.microsoft.com/office/drawing/2014/main" id="{09E2BE2A-FC75-49AD-BE02-5B13B13BADB7}"/>
                    </a:ext>
                  </a:extLst>
                </p:cNvPr>
                <p:cNvSpPr/>
                <p:nvPr/>
              </p:nvSpPr>
              <p:spPr>
                <a:xfrm>
                  <a:off x="4208408" y="2638171"/>
                  <a:ext cx="346901" cy="301085"/>
                </a:xfrm>
                <a:custGeom>
                  <a:avLst/>
                  <a:gdLst>
                    <a:gd name="connsiteX0" fmla="*/ 346902 w 346901"/>
                    <a:gd name="connsiteY0" fmla="*/ 0 h 301085"/>
                    <a:gd name="connsiteX1" fmla="*/ 244127 w 346901"/>
                    <a:gd name="connsiteY1" fmla="*/ 119539 h 301085"/>
                    <a:gd name="connsiteX2" fmla="*/ 110968 w 346901"/>
                    <a:gd name="connsiteY2" fmla="*/ 207550 h 301085"/>
                    <a:gd name="connsiteX3" fmla="*/ 1811 w 346901"/>
                    <a:gd name="connsiteY3" fmla="*/ 301085 h 301085"/>
                    <a:gd name="connsiteX4" fmla="*/ 7526 w 346901"/>
                    <a:gd name="connsiteY4" fmla="*/ 280035 h 301085"/>
                    <a:gd name="connsiteX5" fmla="*/ 28767 w 346901"/>
                    <a:gd name="connsiteY5" fmla="*/ 255937 h 301085"/>
                    <a:gd name="connsiteX6" fmla="*/ 293467 w 346901"/>
                    <a:gd name="connsiteY6" fmla="*/ 69533 h 301085"/>
                    <a:gd name="connsiteX7" fmla="*/ 341854 w 346901"/>
                    <a:gd name="connsiteY7" fmla="*/ 9144 h 301085"/>
                    <a:gd name="connsiteX8" fmla="*/ 337282 w 346901"/>
                    <a:gd name="connsiteY8" fmla="*/ 9906 h 301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6901" h="301085">
                      <a:moveTo>
                        <a:pt x="346902" y="0"/>
                      </a:moveTo>
                      <a:cubicBezTo>
                        <a:pt x="326613" y="49244"/>
                        <a:pt x="287085" y="88106"/>
                        <a:pt x="244127" y="119539"/>
                      </a:cubicBezTo>
                      <a:cubicBezTo>
                        <a:pt x="201169" y="150971"/>
                        <a:pt x="154116" y="176403"/>
                        <a:pt x="110968" y="207550"/>
                      </a:cubicBezTo>
                      <a:cubicBezTo>
                        <a:pt x="72105" y="235649"/>
                        <a:pt x="36672" y="268224"/>
                        <a:pt x="1811" y="301085"/>
                      </a:cubicBezTo>
                      <a:cubicBezTo>
                        <a:pt x="-2856" y="294799"/>
                        <a:pt x="2383" y="286036"/>
                        <a:pt x="7526" y="280035"/>
                      </a:cubicBezTo>
                      <a:cubicBezTo>
                        <a:pt x="14479" y="271843"/>
                        <a:pt x="21433" y="263747"/>
                        <a:pt x="28767" y="255937"/>
                      </a:cubicBezTo>
                      <a:cubicBezTo>
                        <a:pt x="103443" y="177546"/>
                        <a:pt x="218029" y="147257"/>
                        <a:pt x="293467" y="69533"/>
                      </a:cubicBezTo>
                      <a:cubicBezTo>
                        <a:pt x="311469" y="50959"/>
                        <a:pt x="326804" y="30099"/>
                        <a:pt x="341854" y="9144"/>
                      </a:cubicBezTo>
                      <a:cubicBezTo>
                        <a:pt x="340330" y="9430"/>
                        <a:pt x="338805" y="9620"/>
                        <a:pt x="337282" y="9906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54" name="Forme libre : forme 11353">
                  <a:extLst>
                    <a:ext uri="{FF2B5EF4-FFF2-40B4-BE49-F238E27FC236}">
                      <a16:creationId xmlns:a16="http://schemas.microsoft.com/office/drawing/2014/main" id="{2DF0587C-4FEF-4317-9796-071D7385A415}"/>
                    </a:ext>
                  </a:extLst>
                </p:cNvPr>
                <p:cNvSpPr/>
                <p:nvPr/>
              </p:nvSpPr>
              <p:spPr>
                <a:xfrm>
                  <a:off x="4353475" y="2544529"/>
                  <a:ext cx="417480" cy="352435"/>
                </a:xfrm>
                <a:custGeom>
                  <a:avLst/>
                  <a:gdLst>
                    <a:gd name="connsiteX0" fmla="*/ 213455 w 417480"/>
                    <a:gd name="connsiteY0" fmla="*/ 152887 h 352435"/>
                    <a:gd name="connsiteX1" fmla="*/ 157829 w 417480"/>
                    <a:gd name="connsiteY1" fmla="*/ 210704 h 352435"/>
                    <a:gd name="connsiteX2" fmla="*/ 113538 w 417480"/>
                    <a:gd name="connsiteY2" fmla="*/ 254042 h 352435"/>
                    <a:gd name="connsiteX3" fmla="*/ 0 w 417480"/>
                    <a:gd name="connsiteY3" fmla="*/ 352436 h 352435"/>
                    <a:gd name="connsiteX4" fmla="*/ 160306 w 417480"/>
                    <a:gd name="connsiteY4" fmla="*/ 224324 h 352435"/>
                    <a:gd name="connsiteX5" fmla="*/ 223266 w 417480"/>
                    <a:gd name="connsiteY5" fmla="*/ 169079 h 352435"/>
                    <a:gd name="connsiteX6" fmla="*/ 390525 w 417480"/>
                    <a:gd name="connsiteY6" fmla="*/ 27347 h 352435"/>
                    <a:gd name="connsiteX7" fmla="*/ 417481 w 417480"/>
                    <a:gd name="connsiteY7" fmla="*/ 201 h 352435"/>
                    <a:gd name="connsiteX8" fmla="*/ 401003 w 417480"/>
                    <a:gd name="connsiteY8" fmla="*/ 11441 h 352435"/>
                    <a:gd name="connsiteX9" fmla="*/ 381095 w 417480"/>
                    <a:gd name="connsiteY9" fmla="*/ 27633 h 352435"/>
                    <a:gd name="connsiteX10" fmla="*/ 340614 w 417480"/>
                    <a:gd name="connsiteY10" fmla="*/ 57256 h 352435"/>
                    <a:gd name="connsiteX11" fmla="*/ 257556 w 417480"/>
                    <a:gd name="connsiteY11" fmla="*/ 115930 h 352435"/>
                    <a:gd name="connsiteX12" fmla="*/ 213455 w 417480"/>
                    <a:gd name="connsiteY12" fmla="*/ 152887 h 352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17480" h="352435">
                      <a:moveTo>
                        <a:pt x="213455" y="152887"/>
                      </a:moveTo>
                      <a:cubicBezTo>
                        <a:pt x="194024" y="171270"/>
                        <a:pt x="176403" y="191463"/>
                        <a:pt x="157829" y="210704"/>
                      </a:cubicBezTo>
                      <a:cubicBezTo>
                        <a:pt x="143542" y="225563"/>
                        <a:pt x="128683" y="239945"/>
                        <a:pt x="113538" y="254042"/>
                      </a:cubicBezTo>
                      <a:cubicBezTo>
                        <a:pt x="76962" y="288237"/>
                        <a:pt x="39053" y="321098"/>
                        <a:pt x="0" y="352436"/>
                      </a:cubicBezTo>
                      <a:cubicBezTo>
                        <a:pt x="63722" y="326242"/>
                        <a:pt x="110109" y="271473"/>
                        <a:pt x="160306" y="224324"/>
                      </a:cubicBezTo>
                      <a:cubicBezTo>
                        <a:pt x="180689" y="205179"/>
                        <a:pt x="202025" y="187082"/>
                        <a:pt x="223266" y="169079"/>
                      </a:cubicBezTo>
                      <a:cubicBezTo>
                        <a:pt x="278987" y="121836"/>
                        <a:pt x="334709" y="74591"/>
                        <a:pt x="390525" y="27347"/>
                      </a:cubicBezTo>
                      <a:cubicBezTo>
                        <a:pt x="399193" y="20013"/>
                        <a:pt x="412813" y="10774"/>
                        <a:pt x="417481" y="201"/>
                      </a:cubicBezTo>
                      <a:cubicBezTo>
                        <a:pt x="412147" y="-1513"/>
                        <a:pt x="404813" y="8202"/>
                        <a:pt x="401003" y="11441"/>
                      </a:cubicBezTo>
                      <a:cubicBezTo>
                        <a:pt x="394526" y="16965"/>
                        <a:pt x="387858" y="22394"/>
                        <a:pt x="381095" y="27633"/>
                      </a:cubicBezTo>
                      <a:cubicBezTo>
                        <a:pt x="367855" y="37920"/>
                        <a:pt x="354330" y="47636"/>
                        <a:pt x="340614" y="57256"/>
                      </a:cubicBezTo>
                      <a:cubicBezTo>
                        <a:pt x="312896" y="76687"/>
                        <a:pt x="284512" y="95451"/>
                        <a:pt x="257556" y="115930"/>
                      </a:cubicBezTo>
                      <a:cubicBezTo>
                        <a:pt x="242316" y="127550"/>
                        <a:pt x="227457" y="139742"/>
                        <a:pt x="213455" y="152887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55" name="Forme libre : forme 11354">
                  <a:extLst>
                    <a:ext uri="{FF2B5EF4-FFF2-40B4-BE49-F238E27FC236}">
                      <a16:creationId xmlns:a16="http://schemas.microsoft.com/office/drawing/2014/main" id="{3FB5C465-B73F-4AFF-8A24-A6D2350761C4}"/>
                    </a:ext>
                  </a:extLst>
                </p:cNvPr>
                <p:cNvSpPr/>
                <p:nvPr/>
              </p:nvSpPr>
              <p:spPr>
                <a:xfrm>
                  <a:off x="4546261" y="2633789"/>
                  <a:ext cx="277749" cy="102679"/>
                </a:xfrm>
                <a:custGeom>
                  <a:avLst/>
                  <a:gdLst>
                    <a:gd name="connsiteX0" fmla="*/ 224980 w 277749"/>
                    <a:gd name="connsiteY0" fmla="*/ 21717 h 102679"/>
                    <a:gd name="connsiteX1" fmla="*/ 193072 w 277749"/>
                    <a:gd name="connsiteY1" fmla="*/ 33814 h 102679"/>
                    <a:gd name="connsiteX2" fmla="*/ 171164 w 277749"/>
                    <a:gd name="connsiteY2" fmla="*/ 39624 h 102679"/>
                    <a:gd name="connsiteX3" fmla="*/ 96012 w 277749"/>
                    <a:gd name="connsiteY3" fmla="*/ 58007 h 102679"/>
                    <a:gd name="connsiteX4" fmla="*/ 64389 w 277749"/>
                    <a:gd name="connsiteY4" fmla="*/ 64008 h 102679"/>
                    <a:gd name="connsiteX5" fmla="*/ 40386 w 277749"/>
                    <a:gd name="connsiteY5" fmla="*/ 67913 h 102679"/>
                    <a:gd name="connsiteX6" fmla="*/ 29908 w 277749"/>
                    <a:gd name="connsiteY6" fmla="*/ 75152 h 102679"/>
                    <a:gd name="connsiteX7" fmla="*/ 0 w 277749"/>
                    <a:gd name="connsiteY7" fmla="*/ 102680 h 102679"/>
                    <a:gd name="connsiteX8" fmla="*/ 62484 w 277749"/>
                    <a:gd name="connsiteY8" fmla="*/ 79534 h 102679"/>
                    <a:gd name="connsiteX9" fmla="*/ 233172 w 277749"/>
                    <a:gd name="connsiteY9" fmla="*/ 21431 h 102679"/>
                    <a:gd name="connsiteX10" fmla="*/ 256318 w 277749"/>
                    <a:gd name="connsiteY10" fmla="*/ 10954 h 102679"/>
                    <a:gd name="connsiteX11" fmla="*/ 277749 w 277749"/>
                    <a:gd name="connsiteY11" fmla="*/ 0 h 102679"/>
                    <a:gd name="connsiteX12" fmla="*/ 251174 w 277749"/>
                    <a:gd name="connsiteY12" fmla="*/ 10763 h 102679"/>
                    <a:gd name="connsiteX13" fmla="*/ 224980 w 277749"/>
                    <a:gd name="connsiteY13" fmla="*/ 21717 h 102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7749" h="102679">
                      <a:moveTo>
                        <a:pt x="224980" y="21717"/>
                      </a:moveTo>
                      <a:cubicBezTo>
                        <a:pt x="214503" y="26099"/>
                        <a:pt x="203930" y="30480"/>
                        <a:pt x="193072" y="33814"/>
                      </a:cubicBezTo>
                      <a:cubicBezTo>
                        <a:pt x="185833" y="36100"/>
                        <a:pt x="178498" y="37814"/>
                        <a:pt x="171164" y="39624"/>
                      </a:cubicBezTo>
                      <a:cubicBezTo>
                        <a:pt x="146113" y="45720"/>
                        <a:pt x="121063" y="51911"/>
                        <a:pt x="96012" y="58007"/>
                      </a:cubicBezTo>
                      <a:cubicBezTo>
                        <a:pt x="85534" y="60579"/>
                        <a:pt x="75057" y="63151"/>
                        <a:pt x="64389" y="64008"/>
                      </a:cubicBezTo>
                      <a:cubicBezTo>
                        <a:pt x="56293" y="64675"/>
                        <a:pt x="47815" y="64484"/>
                        <a:pt x="40386" y="67913"/>
                      </a:cubicBezTo>
                      <a:cubicBezTo>
                        <a:pt x="36481" y="69723"/>
                        <a:pt x="33147" y="72390"/>
                        <a:pt x="29908" y="75152"/>
                      </a:cubicBezTo>
                      <a:cubicBezTo>
                        <a:pt x="19526" y="83820"/>
                        <a:pt x="9525" y="93059"/>
                        <a:pt x="0" y="102680"/>
                      </a:cubicBezTo>
                      <a:cubicBezTo>
                        <a:pt x="18097" y="89440"/>
                        <a:pt x="40767" y="84773"/>
                        <a:pt x="62484" y="79534"/>
                      </a:cubicBezTo>
                      <a:cubicBezTo>
                        <a:pt x="121063" y="65532"/>
                        <a:pt x="178117" y="45625"/>
                        <a:pt x="233172" y="21431"/>
                      </a:cubicBezTo>
                      <a:cubicBezTo>
                        <a:pt x="240887" y="18002"/>
                        <a:pt x="248602" y="14573"/>
                        <a:pt x="256318" y="10954"/>
                      </a:cubicBezTo>
                      <a:cubicBezTo>
                        <a:pt x="261652" y="8477"/>
                        <a:pt x="274796" y="4763"/>
                        <a:pt x="277749" y="0"/>
                      </a:cubicBezTo>
                      <a:cubicBezTo>
                        <a:pt x="268891" y="1715"/>
                        <a:pt x="259556" y="7239"/>
                        <a:pt x="251174" y="10763"/>
                      </a:cubicBezTo>
                      <a:cubicBezTo>
                        <a:pt x="242411" y="14478"/>
                        <a:pt x="233648" y="18098"/>
                        <a:pt x="224980" y="21717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56" name="Forme libre : forme 11355">
                  <a:extLst>
                    <a:ext uri="{FF2B5EF4-FFF2-40B4-BE49-F238E27FC236}">
                      <a16:creationId xmlns:a16="http://schemas.microsoft.com/office/drawing/2014/main" id="{4592664C-6B35-4DF5-B83C-456BC341C975}"/>
                    </a:ext>
                  </a:extLst>
                </p:cNvPr>
                <p:cNvSpPr/>
                <p:nvPr/>
              </p:nvSpPr>
              <p:spPr>
                <a:xfrm>
                  <a:off x="4527265" y="2510605"/>
                  <a:ext cx="179000" cy="204756"/>
                </a:xfrm>
                <a:custGeom>
                  <a:avLst/>
                  <a:gdLst>
                    <a:gd name="connsiteX0" fmla="*/ 135296 w 179000"/>
                    <a:gd name="connsiteY0" fmla="*/ 20410 h 204756"/>
                    <a:gd name="connsiteX1" fmla="*/ 143773 w 179000"/>
                    <a:gd name="connsiteY1" fmla="*/ 30982 h 204756"/>
                    <a:gd name="connsiteX2" fmla="*/ 158251 w 179000"/>
                    <a:gd name="connsiteY2" fmla="*/ 39840 h 204756"/>
                    <a:gd name="connsiteX3" fmla="*/ 173205 w 179000"/>
                    <a:gd name="connsiteY3" fmla="*/ 49651 h 204756"/>
                    <a:gd name="connsiteX4" fmla="*/ 178063 w 179000"/>
                    <a:gd name="connsiteY4" fmla="*/ 54795 h 204756"/>
                    <a:gd name="connsiteX5" fmla="*/ 172729 w 179000"/>
                    <a:gd name="connsiteY5" fmla="*/ 71083 h 204756"/>
                    <a:gd name="connsiteX6" fmla="*/ 145868 w 179000"/>
                    <a:gd name="connsiteY6" fmla="*/ 91752 h 204756"/>
                    <a:gd name="connsiteX7" fmla="*/ 74812 w 179000"/>
                    <a:gd name="connsiteY7" fmla="*/ 147283 h 204756"/>
                    <a:gd name="connsiteX8" fmla="*/ 11375 w 179000"/>
                    <a:gd name="connsiteY8" fmla="*/ 202147 h 204756"/>
                    <a:gd name="connsiteX9" fmla="*/ 898 w 179000"/>
                    <a:gd name="connsiteY9" fmla="*/ 203099 h 204756"/>
                    <a:gd name="connsiteX10" fmla="*/ 2422 w 179000"/>
                    <a:gd name="connsiteY10" fmla="*/ 194241 h 204756"/>
                    <a:gd name="connsiteX11" fmla="*/ 30235 w 179000"/>
                    <a:gd name="connsiteY11" fmla="*/ 153188 h 204756"/>
                    <a:gd name="connsiteX12" fmla="*/ 93862 w 179000"/>
                    <a:gd name="connsiteY12" fmla="*/ 38983 h 204756"/>
                    <a:gd name="connsiteX13" fmla="*/ 118913 w 179000"/>
                    <a:gd name="connsiteY13" fmla="*/ 6408 h 204756"/>
                    <a:gd name="connsiteX14" fmla="*/ 129866 w 179000"/>
                    <a:gd name="connsiteY14" fmla="*/ 2407 h 204756"/>
                    <a:gd name="connsiteX15" fmla="*/ 135296 w 179000"/>
                    <a:gd name="connsiteY15" fmla="*/ 20410 h 204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9000" h="204756">
                      <a:moveTo>
                        <a:pt x="135296" y="20410"/>
                      </a:moveTo>
                      <a:cubicBezTo>
                        <a:pt x="137486" y="24410"/>
                        <a:pt x="140344" y="28030"/>
                        <a:pt x="143773" y="30982"/>
                      </a:cubicBezTo>
                      <a:cubicBezTo>
                        <a:pt x="148059" y="34602"/>
                        <a:pt x="153298" y="37078"/>
                        <a:pt x="158251" y="39840"/>
                      </a:cubicBezTo>
                      <a:cubicBezTo>
                        <a:pt x="163489" y="42793"/>
                        <a:pt x="168443" y="46032"/>
                        <a:pt x="173205" y="49651"/>
                      </a:cubicBezTo>
                      <a:cubicBezTo>
                        <a:pt x="175110" y="51080"/>
                        <a:pt x="177015" y="52699"/>
                        <a:pt x="178063" y="54795"/>
                      </a:cubicBezTo>
                      <a:cubicBezTo>
                        <a:pt x="180825" y="60224"/>
                        <a:pt x="177015" y="66606"/>
                        <a:pt x="172729" y="71083"/>
                      </a:cubicBezTo>
                      <a:cubicBezTo>
                        <a:pt x="164918" y="79274"/>
                        <a:pt x="155203" y="85370"/>
                        <a:pt x="145868" y="91752"/>
                      </a:cubicBezTo>
                      <a:cubicBezTo>
                        <a:pt x="120913" y="108516"/>
                        <a:pt x="97100" y="127090"/>
                        <a:pt x="74812" y="147283"/>
                      </a:cubicBezTo>
                      <a:cubicBezTo>
                        <a:pt x="54047" y="166047"/>
                        <a:pt x="34521" y="186335"/>
                        <a:pt x="11375" y="202147"/>
                      </a:cubicBezTo>
                      <a:cubicBezTo>
                        <a:pt x="8137" y="204337"/>
                        <a:pt x="3279" y="206242"/>
                        <a:pt x="898" y="203099"/>
                      </a:cubicBezTo>
                      <a:cubicBezTo>
                        <a:pt x="-1103" y="200527"/>
                        <a:pt x="612" y="196908"/>
                        <a:pt x="2422" y="194241"/>
                      </a:cubicBezTo>
                      <a:cubicBezTo>
                        <a:pt x="11471" y="180430"/>
                        <a:pt x="21377" y="167190"/>
                        <a:pt x="30235" y="153188"/>
                      </a:cubicBezTo>
                      <a:cubicBezTo>
                        <a:pt x="53666" y="116422"/>
                        <a:pt x="69668" y="75274"/>
                        <a:pt x="93862" y="38983"/>
                      </a:cubicBezTo>
                      <a:cubicBezTo>
                        <a:pt x="101482" y="27553"/>
                        <a:pt x="109864" y="16695"/>
                        <a:pt x="118913" y="6408"/>
                      </a:cubicBezTo>
                      <a:cubicBezTo>
                        <a:pt x="122056" y="2884"/>
                        <a:pt x="126437" y="-3498"/>
                        <a:pt x="129866" y="2407"/>
                      </a:cubicBezTo>
                      <a:cubicBezTo>
                        <a:pt x="132724" y="7265"/>
                        <a:pt x="132247" y="14885"/>
                        <a:pt x="135296" y="2041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57" name="Forme libre : forme 11356">
                  <a:extLst>
                    <a:ext uri="{FF2B5EF4-FFF2-40B4-BE49-F238E27FC236}">
                      <a16:creationId xmlns:a16="http://schemas.microsoft.com/office/drawing/2014/main" id="{2855F4C4-BED8-45CC-A4F3-FE50DD48919E}"/>
                    </a:ext>
                  </a:extLst>
                </p:cNvPr>
                <p:cNvSpPr/>
                <p:nvPr/>
              </p:nvSpPr>
              <p:spPr>
                <a:xfrm>
                  <a:off x="4638275" y="2582302"/>
                  <a:ext cx="161255" cy="103235"/>
                </a:xfrm>
                <a:custGeom>
                  <a:avLst/>
                  <a:gdLst>
                    <a:gd name="connsiteX0" fmla="*/ 161256 w 161255"/>
                    <a:gd name="connsiteY0" fmla="*/ 49296 h 103235"/>
                    <a:gd name="connsiteX1" fmla="*/ 145730 w 161255"/>
                    <a:gd name="connsiteY1" fmla="*/ 58059 h 103235"/>
                    <a:gd name="connsiteX2" fmla="*/ 38955 w 161255"/>
                    <a:gd name="connsiteY2" fmla="*/ 95873 h 103235"/>
                    <a:gd name="connsiteX3" fmla="*/ 5712 w 161255"/>
                    <a:gd name="connsiteY3" fmla="*/ 103208 h 103235"/>
                    <a:gd name="connsiteX4" fmla="*/ 1140 w 161255"/>
                    <a:gd name="connsiteY4" fmla="*/ 102065 h 103235"/>
                    <a:gd name="connsiteX5" fmla="*/ 664 w 161255"/>
                    <a:gd name="connsiteY5" fmla="*/ 96731 h 103235"/>
                    <a:gd name="connsiteX6" fmla="*/ 4760 w 161255"/>
                    <a:gd name="connsiteY6" fmla="*/ 92635 h 103235"/>
                    <a:gd name="connsiteX7" fmla="*/ 77340 w 161255"/>
                    <a:gd name="connsiteY7" fmla="*/ 33771 h 103235"/>
                    <a:gd name="connsiteX8" fmla="*/ 111344 w 161255"/>
                    <a:gd name="connsiteY8" fmla="*/ 2433 h 103235"/>
                    <a:gd name="connsiteX9" fmla="*/ 131442 w 161255"/>
                    <a:gd name="connsiteY9" fmla="*/ 18340 h 103235"/>
                    <a:gd name="connsiteX10" fmla="*/ 143920 w 161255"/>
                    <a:gd name="connsiteY10" fmla="*/ 36247 h 103235"/>
                    <a:gd name="connsiteX11" fmla="*/ 161256 w 161255"/>
                    <a:gd name="connsiteY11" fmla="*/ 49296 h 103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1255" h="103235">
                      <a:moveTo>
                        <a:pt x="161256" y="49296"/>
                      </a:moveTo>
                      <a:cubicBezTo>
                        <a:pt x="157160" y="53678"/>
                        <a:pt x="151349" y="55964"/>
                        <a:pt x="145730" y="58059"/>
                      </a:cubicBezTo>
                      <a:cubicBezTo>
                        <a:pt x="110487" y="71585"/>
                        <a:pt x="74864" y="84158"/>
                        <a:pt x="38955" y="95873"/>
                      </a:cubicBezTo>
                      <a:cubicBezTo>
                        <a:pt x="28096" y="99398"/>
                        <a:pt x="17047" y="102827"/>
                        <a:pt x="5712" y="103208"/>
                      </a:cubicBezTo>
                      <a:cubicBezTo>
                        <a:pt x="4093" y="103303"/>
                        <a:pt x="2283" y="103208"/>
                        <a:pt x="1140" y="102065"/>
                      </a:cubicBezTo>
                      <a:cubicBezTo>
                        <a:pt x="-289" y="100731"/>
                        <a:pt x="-289" y="98350"/>
                        <a:pt x="664" y="96731"/>
                      </a:cubicBezTo>
                      <a:cubicBezTo>
                        <a:pt x="1616" y="95016"/>
                        <a:pt x="3236" y="93778"/>
                        <a:pt x="4760" y="92635"/>
                      </a:cubicBezTo>
                      <a:cubicBezTo>
                        <a:pt x="29810" y="74061"/>
                        <a:pt x="54004" y="54440"/>
                        <a:pt x="77340" y="33771"/>
                      </a:cubicBezTo>
                      <a:cubicBezTo>
                        <a:pt x="88389" y="23960"/>
                        <a:pt x="99057" y="10529"/>
                        <a:pt x="111344" y="2433"/>
                      </a:cubicBezTo>
                      <a:cubicBezTo>
                        <a:pt x="124108" y="-6044"/>
                        <a:pt x="127251" y="9672"/>
                        <a:pt x="131442" y="18340"/>
                      </a:cubicBezTo>
                      <a:cubicBezTo>
                        <a:pt x="134681" y="24912"/>
                        <a:pt x="138872" y="30913"/>
                        <a:pt x="143920" y="36247"/>
                      </a:cubicBezTo>
                      <a:cubicBezTo>
                        <a:pt x="145349" y="37580"/>
                        <a:pt x="159731" y="50820"/>
                        <a:pt x="161256" y="49296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58" name="Forme libre : forme 11357">
                  <a:extLst>
                    <a:ext uri="{FF2B5EF4-FFF2-40B4-BE49-F238E27FC236}">
                      <a16:creationId xmlns:a16="http://schemas.microsoft.com/office/drawing/2014/main" id="{457B7D23-C123-4C56-8990-9F33C5A48340}"/>
                    </a:ext>
                  </a:extLst>
                </p:cNvPr>
                <p:cNvSpPr/>
                <p:nvPr/>
              </p:nvSpPr>
              <p:spPr>
                <a:xfrm>
                  <a:off x="4524639" y="2680666"/>
                  <a:ext cx="260297" cy="115912"/>
                </a:xfrm>
                <a:custGeom>
                  <a:avLst/>
                  <a:gdLst>
                    <a:gd name="connsiteX0" fmla="*/ 257175 w 260297"/>
                    <a:gd name="connsiteY0" fmla="*/ 50754 h 115912"/>
                    <a:gd name="connsiteX1" fmla="*/ 260223 w 260297"/>
                    <a:gd name="connsiteY1" fmla="*/ 61137 h 115912"/>
                    <a:gd name="connsiteX2" fmla="*/ 245554 w 260297"/>
                    <a:gd name="connsiteY2" fmla="*/ 71900 h 115912"/>
                    <a:gd name="connsiteX3" fmla="*/ 112300 w 260297"/>
                    <a:gd name="connsiteY3" fmla="*/ 77710 h 115912"/>
                    <a:gd name="connsiteX4" fmla="*/ 8763 w 260297"/>
                    <a:gd name="connsiteY4" fmla="*/ 114286 h 115912"/>
                    <a:gd name="connsiteX5" fmla="*/ 3715 w 260297"/>
                    <a:gd name="connsiteY5" fmla="*/ 115905 h 115912"/>
                    <a:gd name="connsiteX6" fmla="*/ 0 w 260297"/>
                    <a:gd name="connsiteY6" fmla="*/ 112762 h 115912"/>
                    <a:gd name="connsiteX7" fmla="*/ 1048 w 260297"/>
                    <a:gd name="connsiteY7" fmla="*/ 109905 h 115912"/>
                    <a:gd name="connsiteX8" fmla="*/ 55436 w 260297"/>
                    <a:gd name="connsiteY8" fmla="*/ 54088 h 115912"/>
                    <a:gd name="connsiteX9" fmla="*/ 78296 w 260297"/>
                    <a:gd name="connsiteY9" fmla="*/ 45992 h 115912"/>
                    <a:gd name="connsiteX10" fmla="*/ 230029 w 260297"/>
                    <a:gd name="connsiteY10" fmla="*/ 5892 h 115912"/>
                    <a:gd name="connsiteX11" fmla="*/ 246126 w 260297"/>
                    <a:gd name="connsiteY11" fmla="*/ 653 h 115912"/>
                    <a:gd name="connsiteX12" fmla="*/ 249174 w 260297"/>
                    <a:gd name="connsiteY12" fmla="*/ 13988 h 115912"/>
                    <a:gd name="connsiteX13" fmla="*/ 257175 w 260297"/>
                    <a:gd name="connsiteY13" fmla="*/ 50754 h 115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60297" h="115912">
                      <a:moveTo>
                        <a:pt x="257175" y="50754"/>
                      </a:moveTo>
                      <a:cubicBezTo>
                        <a:pt x="258794" y="53993"/>
                        <a:pt x="260699" y="57517"/>
                        <a:pt x="260223" y="61137"/>
                      </a:cubicBezTo>
                      <a:cubicBezTo>
                        <a:pt x="259366" y="67614"/>
                        <a:pt x="251936" y="70566"/>
                        <a:pt x="245554" y="71900"/>
                      </a:cubicBezTo>
                      <a:cubicBezTo>
                        <a:pt x="201930" y="81044"/>
                        <a:pt x="156496" y="71900"/>
                        <a:pt x="112300" y="77710"/>
                      </a:cubicBezTo>
                      <a:cubicBezTo>
                        <a:pt x="75819" y="82473"/>
                        <a:pt x="41338" y="97236"/>
                        <a:pt x="8763" y="114286"/>
                      </a:cubicBezTo>
                      <a:cubicBezTo>
                        <a:pt x="7144" y="115143"/>
                        <a:pt x="5525" y="116001"/>
                        <a:pt x="3715" y="115905"/>
                      </a:cubicBezTo>
                      <a:cubicBezTo>
                        <a:pt x="1905" y="115810"/>
                        <a:pt x="0" y="114572"/>
                        <a:pt x="0" y="112762"/>
                      </a:cubicBezTo>
                      <a:cubicBezTo>
                        <a:pt x="0" y="111714"/>
                        <a:pt x="571" y="110762"/>
                        <a:pt x="1048" y="109905"/>
                      </a:cubicBezTo>
                      <a:cubicBezTo>
                        <a:pt x="14954" y="87521"/>
                        <a:pt x="31718" y="65518"/>
                        <a:pt x="55436" y="54088"/>
                      </a:cubicBezTo>
                      <a:cubicBezTo>
                        <a:pt x="62770" y="50564"/>
                        <a:pt x="70485" y="48087"/>
                        <a:pt x="78296" y="45992"/>
                      </a:cubicBezTo>
                      <a:cubicBezTo>
                        <a:pt x="128969" y="32181"/>
                        <a:pt x="183928" y="31038"/>
                        <a:pt x="230029" y="5892"/>
                      </a:cubicBezTo>
                      <a:cubicBezTo>
                        <a:pt x="233934" y="3796"/>
                        <a:pt x="241554" y="-1919"/>
                        <a:pt x="246126" y="653"/>
                      </a:cubicBezTo>
                      <a:cubicBezTo>
                        <a:pt x="250412" y="3034"/>
                        <a:pt x="249365" y="9987"/>
                        <a:pt x="249174" y="13988"/>
                      </a:cubicBezTo>
                      <a:cubicBezTo>
                        <a:pt x="248888" y="26656"/>
                        <a:pt x="251555" y="39324"/>
                        <a:pt x="257175" y="50754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59" name="Forme libre : forme 11358">
                  <a:extLst>
                    <a:ext uri="{FF2B5EF4-FFF2-40B4-BE49-F238E27FC236}">
                      <a16:creationId xmlns:a16="http://schemas.microsoft.com/office/drawing/2014/main" id="{C30A5D72-258E-4A2E-9F7D-E06E22E688B6}"/>
                    </a:ext>
                  </a:extLst>
                </p:cNvPr>
                <p:cNvSpPr/>
                <p:nvPr/>
              </p:nvSpPr>
              <p:spPr>
                <a:xfrm>
                  <a:off x="4223011" y="2745675"/>
                  <a:ext cx="268506" cy="222822"/>
                </a:xfrm>
                <a:custGeom>
                  <a:avLst/>
                  <a:gdLst>
                    <a:gd name="connsiteX0" fmla="*/ 176851 w 268506"/>
                    <a:gd name="connsiteY0" fmla="*/ 96331 h 222822"/>
                    <a:gd name="connsiteX1" fmla="*/ 151038 w 268506"/>
                    <a:gd name="connsiteY1" fmla="*/ 121572 h 222822"/>
                    <a:gd name="connsiteX2" fmla="*/ 95126 w 268506"/>
                    <a:gd name="connsiteY2" fmla="*/ 158910 h 222822"/>
                    <a:gd name="connsiteX3" fmla="*/ 2448 w 268506"/>
                    <a:gd name="connsiteY3" fmla="*/ 222823 h 222822"/>
                    <a:gd name="connsiteX4" fmla="*/ 3972 w 268506"/>
                    <a:gd name="connsiteY4" fmla="*/ 203582 h 222822"/>
                    <a:gd name="connsiteX5" fmla="*/ 104461 w 268506"/>
                    <a:gd name="connsiteY5" fmla="*/ 107475 h 222822"/>
                    <a:gd name="connsiteX6" fmla="*/ 161992 w 268506"/>
                    <a:gd name="connsiteY6" fmla="*/ 72328 h 222822"/>
                    <a:gd name="connsiteX7" fmla="*/ 233048 w 268506"/>
                    <a:gd name="connsiteY7" fmla="*/ 26132 h 222822"/>
                    <a:gd name="connsiteX8" fmla="*/ 247812 w 268506"/>
                    <a:gd name="connsiteY8" fmla="*/ 11653 h 222822"/>
                    <a:gd name="connsiteX9" fmla="*/ 261052 w 268506"/>
                    <a:gd name="connsiteY9" fmla="*/ 128 h 222822"/>
                    <a:gd name="connsiteX10" fmla="*/ 267910 w 268506"/>
                    <a:gd name="connsiteY10" fmla="*/ 4986 h 222822"/>
                    <a:gd name="connsiteX11" fmla="*/ 264957 w 268506"/>
                    <a:gd name="connsiteY11" fmla="*/ 15368 h 222822"/>
                    <a:gd name="connsiteX12" fmla="*/ 209236 w 268506"/>
                    <a:gd name="connsiteY12" fmla="*/ 67946 h 222822"/>
                    <a:gd name="connsiteX13" fmla="*/ 176851 w 268506"/>
                    <a:gd name="connsiteY13" fmla="*/ 96331 h 222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68506" h="222822">
                      <a:moveTo>
                        <a:pt x="176851" y="96331"/>
                      </a:moveTo>
                      <a:cubicBezTo>
                        <a:pt x="168183" y="104713"/>
                        <a:pt x="160087" y="113666"/>
                        <a:pt x="151038" y="121572"/>
                      </a:cubicBezTo>
                      <a:cubicBezTo>
                        <a:pt x="134083" y="136336"/>
                        <a:pt x="114272" y="147194"/>
                        <a:pt x="95126" y="158910"/>
                      </a:cubicBezTo>
                      <a:cubicBezTo>
                        <a:pt x="63122" y="178532"/>
                        <a:pt x="32738" y="200630"/>
                        <a:pt x="2448" y="222823"/>
                      </a:cubicBezTo>
                      <a:cubicBezTo>
                        <a:pt x="-2219" y="217679"/>
                        <a:pt x="638" y="209583"/>
                        <a:pt x="3972" y="203582"/>
                      </a:cubicBezTo>
                      <a:cubicBezTo>
                        <a:pt x="26927" y="162815"/>
                        <a:pt x="65313" y="133193"/>
                        <a:pt x="104461" y="107475"/>
                      </a:cubicBezTo>
                      <a:cubicBezTo>
                        <a:pt x="123225" y="95093"/>
                        <a:pt x="142465" y="83377"/>
                        <a:pt x="161992" y="72328"/>
                      </a:cubicBezTo>
                      <a:cubicBezTo>
                        <a:pt x="186662" y="58421"/>
                        <a:pt x="212189" y="45277"/>
                        <a:pt x="233048" y="26132"/>
                      </a:cubicBezTo>
                      <a:cubicBezTo>
                        <a:pt x="238097" y="21464"/>
                        <a:pt x="242859" y="16511"/>
                        <a:pt x="247812" y="11653"/>
                      </a:cubicBezTo>
                      <a:cubicBezTo>
                        <a:pt x="251050" y="8510"/>
                        <a:pt x="256575" y="1081"/>
                        <a:pt x="261052" y="128"/>
                      </a:cubicBezTo>
                      <a:cubicBezTo>
                        <a:pt x="264290" y="-634"/>
                        <a:pt x="266862" y="2128"/>
                        <a:pt x="267910" y="4986"/>
                      </a:cubicBezTo>
                      <a:cubicBezTo>
                        <a:pt x="269529" y="9272"/>
                        <a:pt x="267624" y="12035"/>
                        <a:pt x="264957" y="15368"/>
                      </a:cubicBezTo>
                      <a:cubicBezTo>
                        <a:pt x="248860" y="35276"/>
                        <a:pt x="228762" y="51563"/>
                        <a:pt x="209236" y="67946"/>
                      </a:cubicBezTo>
                      <a:cubicBezTo>
                        <a:pt x="198091" y="76995"/>
                        <a:pt x="187138" y="86330"/>
                        <a:pt x="176851" y="9633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60" name="Forme libre : forme 11359">
                  <a:extLst>
                    <a:ext uri="{FF2B5EF4-FFF2-40B4-BE49-F238E27FC236}">
                      <a16:creationId xmlns:a16="http://schemas.microsoft.com/office/drawing/2014/main" id="{A6BBDB0E-60F6-436F-8432-B69AF986719C}"/>
                    </a:ext>
                  </a:extLst>
                </p:cNvPr>
                <p:cNvSpPr/>
                <p:nvPr/>
              </p:nvSpPr>
              <p:spPr>
                <a:xfrm>
                  <a:off x="4171665" y="2827276"/>
                  <a:ext cx="128785" cy="84491"/>
                </a:xfrm>
                <a:custGeom>
                  <a:avLst/>
                  <a:gdLst>
                    <a:gd name="connsiteX0" fmla="*/ 75797 w 128785"/>
                    <a:gd name="connsiteY0" fmla="*/ 42543 h 84491"/>
                    <a:gd name="connsiteX1" fmla="*/ 39602 w 128785"/>
                    <a:gd name="connsiteY1" fmla="*/ 75118 h 84491"/>
                    <a:gd name="connsiteX2" fmla="*/ 19028 w 128785"/>
                    <a:gd name="connsiteY2" fmla="*/ 84453 h 84491"/>
                    <a:gd name="connsiteX3" fmla="*/ 4550 w 128785"/>
                    <a:gd name="connsiteY3" fmla="*/ 82071 h 84491"/>
                    <a:gd name="connsiteX4" fmla="*/ 930 w 128785"/>
                    <a:gd name="connsiteY4" fmla="*/ 80262 h 84491"/>
                    <a:gd name="connsiteX5" fmla="*/ 645 w 128785"/>
                    <a:gd name="connsiteY5" fmla="*/ 75118 h 84491"/>
                    <a:gd name="connsiteX6" fmla="*/ 4645 w 128785"/>
                    <a:gd name="connsiteY6" fmla="*/ 71403 h 84491"/>
                    <a:gd name="connsiteX7" fmla="*/ 18361 w 128785"/>
                    <a:gd name="connsiteY7" fmla="*/ 65879 h 84491"/>
                    <a:gd name="connsiteX8" fmla="*/ 88655 w 128785"/>
                    <a:gd name="connsiteY8" fmla="*/ 23969 h 84491"/>
                    <a:gd name="connsiteX9" fmla="*/ 122850 w 128785"/>
                    <a:gd name="connsiteY9" fmla="*/ 1299 h 84491"/>
                    <a:gd name="connsiteX10" fmla="*/ 127803 w 128785"/>
                    <a:gd name="connsiteY10" fmla="*/ 4919 h 84491"/>
                    <a:gd name="connsiteX11" fmla="*/ 112659 w 128785"/>
                    <a:gd name="connsiteY11" fmla="*/ 15015 h 84491"/>
                    <a:gd name="connsiteX12" fmla="*/ 75797 w 128785"/>
                    <a:gd name="connsiteY12" fmla="*/ 42543 h 84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8785" h="84491">
                      <a:moveTo>
                        <a:pt x="75797" y="42543"/>
                      </a:moveTo>
                      <a:cubicBezTo>
                        <a:pt x="63700" y="53306"/>
                        <a:pt x="52461" y="65212"/>
                        <a:pt x="39602" y="75118"/>
                      </a:cubicBezTo>
                      <a:cubicBezTo>
                        <a:pt x="33506" y="79785"/>
                        <a:pt x="26648" y="84072"/>
                        <a:pt x="19028" y="84453"/>
                      </a:cubicBezTo>
                      <a:cubicBezTo>
                        <a:pt x="14075" y="84738"/>
                        <a:pt x="9217" y="83405"/>
                        <a:pt x="4550" y="82071"/>
                      </a:cubicBezTo>
                      <a:cubicBezTo>
                        <a:pt x="3216" y="81690"/>
                        <a:pt x="1883" y="81309"/>
                        <a:pt x="930" y="80262"/>
                      </a:cubicBezTo>
                      <a:cubicBezTo>
                        <a:pt x="-308" y="78833"/>
                        <a:pt x="-213" y="76737"/>
                        <a:pt x="645" y="75118"/>
                      </a:cubicBezTo>
                      <a:cubicBezTo>
                        <a:pt x="1502" y="73499"/>
                        <a:pt x="3026" y="72356"/>
                        <a:pt x="4645" y="71403"/>
                      </a:cubicBezTo>
                      <a:cubicBezTo>
                        <a:pt x="8931" y="68832"/>
                        <a:pt x="13694" y="67498"/>
                        <a:pt x="18361" y="65879"/>
                      </a:cubicBezTo>
                      <a:cubicBezTo>
                        <a:pt x="44364" y="56735"/>
                        <a:pt x="66558" y="39971"/>
                        <a:pt x="88655" y="23969"/>
                      </a:cubicBezTo>
                      <a:cubicBezTo>
                        <a:pt x="99705" y="15968"/>
                        <a:pt x="110944" y="7967"/>
                        <a:pt x="122850" y="1299"/>
                      </a:cubicBezTo>
                      <a:cubicBezTo>
                        <a:pt x="126755" y="-891"/>
                        <a:pt x="130661" y="-701"/>
                        <a:pt x="127803" y="4919"/>
                      </a:cubicBezTo>
                      <a:cubicBezTo>
                        <a:pt x="125517" y="9396"/>
                        <a:pt x="116850" y="12348"/>
                        <a:pt x="112659" y="15015"/>
                      </a:cubicBezTo>
                      <a:cubicBezTo>
                        <a:pt x="99609" y="23112"/>
                        <a:pt x="87227" y="32351"/>
                        <a:pt x="75797" y="42543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361" name="Forme libre : forme 11360">
                <a:extLst>
                  <a:ext uri="{FF2B5EF4-FFF2-40B4-BE49-F238E27FC236}">
                    <a16:creationId xmlns:a16="http://schemas.microsoft.com/office/drawing/2014/main" id="{9EC2B91E-CAEF-4EB3-AAEA-8D084F41D52D}"/>
                  </a:ext>
                </a:extLst>
              </p:cNvPr>
              <p:cNvSpPr/>
              <p:nvPr/>
            </p:nvSpPr>
            <p:spPr>
              <a:xfrm>
                <a:off x="4588912" y="2537239"/>
                <a:ext cx="72792" cy="102741"/>
              </a:xfrm>
              <a:custGeom>
                <a:avLst/>
                <a:gdLst>
                  <a:gd name="connsiteX0" fmla="*/ 26977 w 72792"/>
                  <a:gd name="connsiteY0" fmla="*/ 39876 h 102741"/>
                  <a:gd name="connsiteX1" fmla="*/ 1736 w 72792"/>
                  <a:gd name="connsiteY1" fmla="*/ 92074 h 102741"/>
                  <a:gd name="connsiteX2" fmla="*/ 973 w 72792"/>
                  <a:gd name="connsiteY2" fmla="*/ 102742 h 102741"/>
                  <a:gd name="connsiteX3" fmla="*/ 15547 w 72792"/>
                  <a:gd name="connsiteY3" fmla="*/ 83787 h 102741"/>
                  <a:gd name="connsiteX4" fmla="*/ 33073 w 72792"/>
                  <a:gd name="connsiteY4" fmla="*/ 62165 h 102741"/>
                  <a:gd name="connsiteX5" fmla="*/ 69649 w 72792"/>
                  <a:gd name="connsiteY5" fmla="*/ 18922 h 102741"/>
                  <a:gd name="connsiteX6" fmla="*/ 66505 w 72792"/>
                  <a:gd name="connsiteY6" fmla="*/ 538 h 102741"/>
                  <a:gd name="connsiteX7" fmla="*/ 45074 w 72792"/>
                  <a:gd name="connsiteY7" fmla="*/ 11492 h 102741"/>
                  <a:gd name="connsiteX8" fmla="*/ 26977 w 72792"/>
                  <a:gd name="connsiteY8" fmla="*/ 39876 h 102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792" h="102741">
                    <a:moveTo>
                      <a:pt x="26977" y="39876"/>
                    </a:moveTo>
                    <a:cubicBezTo>
                      <a:pt x="17928" y="57022"/>
                      <a:pt x="8974" y="74167"/>
                      <a:pt x="1736" y="92074"/>
                    </a:cubicBezTo>
                    <a:cubicBezTo>
                      <a:pt x="307" y="95503"/>
                      <a:pt x="-932" y="99598"/>
                      <a:pt x="973" y="102742"/>
                    </a:cubicBezTo>
                    <a:cubicBezTo>
                      <a:pt x="5831" y="96455"/>
                      <a:pt x="10689" y="90073"/>
                      <a:pt x="15547" y="83787"/>
                    </a:cubicBezTo>
                    <a:cubicBezTo>
                      <a:pt x="21166" y="76453"/>
                      <a:pt x="26881" y="69023"/>
                      <a:pt x="33073" y="62165"/>
                    </a:cubicBezTo>
                    <a:cubicBezTo>
                      <a:pt x="45646" y="48163"/>
                      <a:pt x="60981" y="35971"/>
                      <a:pt x="69649" y="18922"/>
                    </a:cubicBezTo>
                    <a:cubicBezTo>
                      <a:pt x="72982" y="12349"/>
                      <a:pt x="75745" y="3396"/>
                      <a:pt x="66505" y="538"/>
                    </a:cubicBezTo>
                    <a:cubicBezTo>
                      <a:pt x="57838" y="-2129"/>
                      <a:pt x="50218" y="5682"/>
                      <a:pt x="45074" y="11492"/>
                    </a:cubicBezTo>
                    <a:cubicBezTo>
                      <a:pt x="37454" y="19874"/>
                      <a:pt x="32215" y="29971"/>
                      <a:pt x="26977" y="39876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362" name="Forme libre : forme 11361">
                <a:extLst>
                  <a:ext uri="{FF2B5EF4-FFF2-40B4-BE49-F238E27FC236}">
                    <a16:creationId xmlns:a16="http://schemas.microsoft.com/office/drawing/2014/main" id="{8DE0625B-BB11-4FDD-839F-DEADB26BA47A}"/>
                  </a:ext>
                </a:extLst>
              </p:cNvPr>
              <p:cNvSpPr/>
              <p:nvPr/>
            </p:nvSpPr>
            <p:spPr>
              <a:xfrm>
                <a:off x="4716284" y="2605875"/>
                <a:ext cx="47484" cy="39503"/>
              </a:xfrm>
              <a:custGeom>
                <a:avLst/>
                <a:gdLst>
                  <a:gd name="connsiteX0" fmla="*/ 1236 w 47484"/>
                  <a:gd name="connsiteY0" fmla="*/ 33819 h 39503"/>
                  <a:gd name="connsiteX1" fmla="*/ 1045 w 47484"/>
                  <a:gd name="connsiteY1" fmla="*/ 39248 h 39503"/>
                  <a:gd name="connsiteX2" fmla="*/ 3998 w 47484"/>
                  <a:gd name="connsiteY2" fmla="*/ 39153 h 39503"/>
                  <a:gd name="connsiteX3" fmla="*/ 46003 w 47484"/>
                  <a:gd name="connsiteY3" fmla="*/ 3911 h 39503"/>
                  <a:gd name="connsiteX4" fmla="*/ 1236 w 47484"/>
                  <a:gd name="connsiteY4" fmla="*/ 33819 h 39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484" h="39503">
                    <a:moveTo>
                      <a:pt x="1236" y="33819"/>
                    </a:moveTo>
                    <a:cubicBezTo>
                      <a:pt x="93" y="35534"/>
                      <a:pt x="-764" y="38296"/>
                      <a:pt x="1045" y="39248"/>
                    </a:cubicBezTo>
                    <a:cubicBezTo>
                      <a:pt x="1903" y="39725"/>
                      <a:pt x="3046" y="39439"/>
                      <a:pt x="3998" y="39153"/>
                    </a:cubicBezTo>
                    <a:cubicBezTo>
                      <a:pt x="16476" y="35057"/>
                      <a:pt x="55528" y="24199"/>
                      <a:pt x="46003" y="3911"/>
                    </a:cubicBezTo>
                    <a:cubicBezTo>
                      <a:pt x="38479" y="-12282"/>
                      <a:pt x="5998" y="26580"/>
                      <a:pt x="1236" y="3381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363" name="Forme libre : forme 11362">
                <a:extLst>
                  <a:ext uri="{FF2B5EF4-FFF2-40B4-BE49-F238E27FC236}">
                    <a16:creationId xmlns:a16="http://schemas.microsoft.com/office/drawing/2014/main" id="{34E693B9-77A2-47F4-AF3F-FA8ACFA222E8}"/>
                  </a:ext>
                </a:extLst>
              </p:cNvPr>
              <p:cNvSpPr/>
              <p:nvPr/>
            </p:nvSpPr>
            <p:spPr>
              <a:xfrm>
                <a:off x="4686978" y="2714355"/>
                <a:ext cx="81005" cy="25797"/>
              </a:xfrm>
              <a:custGeom>
                <a:avLst/>
                <a:gdLst>
                  <a:gd name="connsiteX0" fmla="*/ 41687 w 81005"/>
                  <a:gd name="connsiteY0" fmla="*/ 2969 h 25797"/>
                  <a:gd name="connsiteX1" fmla="*/ 3396 w 81005"/>
                  <a:gd name="connsiteY1" fmla="*/ 12875 h 25797"/>
                  <a:gd name="connsiteX2" fmla="*/ 158 w 81005"/>
                  <a:gd name="connsiteY2" fmla="*/ 16113 h 25797"/>
                  <a:gd name="connsiteX3" fmla="*/ 2253 w 81005"/>
                  <a:gd name="connsiteY3" fmla="*/ 21161 h 25797"/>
                  <a:gd name="connsiteX4" fmla="*/ 7778 w 81005"/>
                  <a:gd name="connsiteY4" fmla="*/ 22876 h 25797"/>
                  <a:gd name="connsiteX5" fmla="*/ 73500 w 81005"/>
                  <a:gd name="connsiteY5" fmla="*/ 17923 h 25797"/>
                  <a:gd name="connsiteX6" fmla="*/ 78548 w 81005"/>
                  <a:gd name="connsiteY6" fmla="*/ 3159 h 25797"/>
                  <a:gd name="connsiteX7" fmla="*/ 41687 w 81005"/>
                  <a:gd name="connsiteY7" fmla="*/ 2969 h 25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1005" h="25797">
                    <a:moveTo>
                      <a:pt x="41687" y="2969"/>
                    </a:moveTo>
                    <a:cubicBezTo>
                      <a:pt x="28447" y="4302"/>
                      <a:pt x="14921" y="6302"/>
                      <a:pt x="3396" y="12875"/>
                    </a:cubicBezTo>
                    <a:cubicBezTo>
                      <a:pt x="2063" y="13637"/>
                      <a:pt x="634" y="14589"/>
                      <a:pt x="158" y="16113"/>
                    </a:cubicBezTo>
                    <a:cubicBezTo>
                      <a:pt x="-414" y="17923"/>
                      <a:pt x="634" y="20018"/>
                      <a:pt x="2253" y="21161"/>
                    </a:cubicBezTo>
                    <a:cubicBezTo>
                      <a:pt x="3872" y="22209"/>
                      <a:pt x="5873" y="22590"/>
                      <a:pt x="7778" y="22876"/>
                    </a:cubicBezTo>
                    <a:cubicBezTo>
                      <a:pt x="26923" y="25543"/>
                      <a:pt x="56641" y="29639"/>
                      <a:pt x="73500" y="17923"/>
                    </a:cubicBezTo>
                    <a:cubicBezTo>
                      <a:pt x="78263" y="14589"/>
                      <a:pt x="84549" y="8303"/>
                      <a:pt x="78548" y="3159"/>
                    </a:cubicBezTo>
                    <a:cubicBezTo>
                      <a:pt x="71024" y="-3318"/>
                      <a:pt x="50450" y="2016"/>
                      <a:pt x="41687" y="296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364" name="Forme libre : forme 11363">
                <a:extLst>
                  <a:ext uri="{FF2B5EF4-FFF2-40B4-BE49-F238E27FC236}">
                    <a16:creationId xmlns:a16="http://schemas.microsoft.com/office/drawing/2014/main" id="{0219540F-3DF6-4BEE-976B-B09EFE25B0CB}"/>
                  </a:ext>
                </a:extLst>
              </p:cNvPr>
              <p:cNvSpPr/>
              <p:nvPr/>
            </p:nvSpPr>
            <p:spPr>
              <a:xfrm>
                <a:off x="4504256" y="2653982"/>
                <a:ext cx="129920" cy="115538"/>
              </a:xfrm>
              <a:custGeom>
                <a:avLst/>
                <a:gdLst>
                  <a:gd name="connsiteX0" fmla="*/ 77914 w 129920"/>
                  <a:gd name="connsiteY0" fmla="*/ 50006 h 115538"/>
                  <a:gd name="connsiteX1" fmla="*/ 126587 w 129920"/>
                  <a:gd name="connsiteY1" fmla="*/ 46863 h 115538"/>
                  <a:gd name="connsiteX2" fmla="*/ 74200 w 129920"/>
                  <a:gd name="connsiteY2" fmla="*/ 58579 h 115538"/>
                  <a:gd name="connsiteX3" fmla="*/ 28861 w 129920"/>
                  <a:gd name="connsiteY3" fmla="*/ 89344 h 115538"/>
                  <a:gd name="connsiteX4" fmla="*/ 0 w 129920"/>
                  <a:gd name="connsiteY4" fmla="*/ 115538 h 115538"/>
                  <a:gd name="connsiteX5" fmla="*/ 74486 w 129920"/>
                  <a:gd name="connsiteY5" fmla="*/ 43339 h 115538"/>
                  <a:gd name="connsiteX6" fmla="*/ 116300 w 129920"/>
                  <a:gd name="connsiteY6" fmla="*/ 10477 h 115538"/>
                  <a:gd name="connsiteX7" fmla="*/ 129921 w 129920"/>
                  <a:gd name="connsiteY7" fmla="*/ 0 h 115538"/>
                  <a:gd name="connsiteX8" fmla="*/ 121063 w 129920"/>
                  <a:gd name="connsiteY8" fmla="*/ 9430 h 115538"/>
                  <a:gd name="connsiteX9" fmla="*/ 106204 w 129920"/>
                  <a:gd name="connsiteY9" fmla="*/ 22193 h 115538"/>
                  <a:gd name="connsiteX10" fmla="*/ 77914 w 129920"/>
                  <a:gd name="connsiteY10" fmla="*/ 50006 h 11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9920" h="115538">
                    <a:moveTo>
                      <a:pt x="77914" y="50006"/>
                    </a:moveTo>
                    <a:cubicBezTo>
                      <a:pt x="94202" y="51340"/>
                      <a:pt x="110585" y="50292"/>
                      <a:pt x="126587" y="46863"/>
                    </a:cubicBezTo>
                    <a:cubicBezTo>
                      <a:pt x="110490" y="54769"/>
                      <a:pt x="91345" y="53150"/>
                      <a:pt x="74200" y="58579"/>
                    </a:cubicBezTo>
                    <a:cubicBezTo>
                      <a:pt x="56674" y="64198"/>
                      <a:pt x="42481" y="76962"/>
                      <a:pt x="28861" y="89344"/>
                    </a:cubicBezTo>
                    <a:cubicBezTo>
                      <a:pt x="19240" y="98108"/>
                      <a:pt x="9620" y="106775"/>
                      <a:pt x="0" y="115538"/>
                    </a:cubicBezTo>
                    <a:cubicBezTo>
                      <a:pt x="21907" y="88678"/>
                      <a:pt x="47625" y="65246"/>
                      <a:pt x="74486" y="43339"/>
                    </a:cubicBezTo>
                    <a:cubicBezTo>
                      <a:pt x="88201" y="32099"/>
                      <a:pt x="102298" y="21336"/>
                      <a:pt x="116300" y="10477"/>
                    </a:cubicBezTo>
                    <a:cubicBezTo>
                      <a:pt x="120872" y="7048"/>
                      <a:pt x="125254" y="3238"/>
                      <a:pt x="129921" y="0"/>
                    </a:cubicBezTo>
                    <a:cubicBezTo>
                      <a:pt x="128111" y="4477"/>
                      <a:pt x="124682" y="6477"/>
                      <a:pt x="121063" y="9430"/>
                    </a:cubicBezTo>
                    <a:cubicBezTo>
                      <a:pt x="116014" y="13525"/>
                      <a:pt x="111062" y="17812"/>
                      <a:pt x="106204" y="22193"/>
                    </a:cubicBezTo>
                    <a:cubicBezTo>
                      <a:pt x="96393" y="31051"/>
                      <a:pt x="86963" y="40291"/>
                      <a:pt x="77914" y="50006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365" name="Graphique 5">
              <a:extLst>
                <a:ext uri="{FF2B5EF4-FFF2-40B4-BE49-F238E27FC236}">
                  <a16:creationId xmlns:a16="http://schemas.microsoft.com/office/drawing/2014/main" id="{00C6D51E-CFE2-410F-875B-637EFC93F88B}"/>
                </a:ext>
              </a:extLst>
            </p:cNvPr>
            <p:cNvGrpSpPr/>
            <p:nvPr/>
          </p:nvGrpSpPr>
          <p:grpSpPr>
            <a:xfrm>
              <a:off x="1458142" y="4020672"/>
              <a:ext cx="808754" cy="608089"/>
              <a:chOff x="1458142" y="4020672"/>
              <a:chExt cx="808754" cy="608089"/>
            </a:xfrm>
            <a:solidFill>
              <a:schemeClr val="accent1"/>
            </a:solidFill>
          </p:grpSpPr>
          <p:grpSp>
            <p:nvGrpSpPr>
              <p:cNvPr id="11366" name="Graphique 5">
                <a:extLst>
                  <a:ext uri="{FF2B5EF4-FFF2-40B4-BE49-F238E27FC236}">
                    <a16:creationId xmlns:a16="http://schemas.microsoft.com/office/drawing/2014/main" id="{8844EDFD-BD2A-4161-9E97-8A3A8765128C}"/>
                  </a:ext>
                </a:extLst>
              </p:cNvPr>
              <p:cNvGrpSpPr/>
              <p:nvPr/>
            </p:nvGrpSpPr>
            <p:grpSpPr>
              <a:xfrm>
                <a:off x="1458142" y="4020672"/>
                <a:ext cx="808754" cy="608089"/>
                <a:chOff x="1458142" y="4020672"/>
                <a:chExt cx="808754" cy="608089"/>
              </a:xfrm>
              <a:solidFill>
                <a:schemeClr val="accent1"/>
              </a:solidFill>
            </p:grpSpPr>
            <p:sp>
              <p:nvSpPr>
                <p:cNvPr id="11367" name="Forme libre : forme 11366">
                  <a:extLst>
                    <a:ext uri="{FF2B5EF4-FFF2-40B4-BE49-F238E27FC236}">
                      <a16:creationId xmlns:a16="http://schemas.microsoft.com/office/drawing/2014/main" id="{015E7A44-D01D-4E9F-BD29-42F37886CB3B}"/>
                    </a:ext>
                  </a:extLst>
                </p:cNvPr>
                <p:cNvSpPr/>
                <p:nvPr/>
              </p:nvSpPr>
              <p:spPr>
                <a:xfrm>
                  <a:off x="1542362" y="4020672"/>
                  <a:ext cx="724534" cy="558218"/>
                </a:xfrm>
                <a:custGeom>
                  <a:avLst/>
                  <a:gdLst>
                    <a:gd name="connsiteX0" fmla="*/ 183737 w 724534"/>
                    <a:gd name="connsiteY0" fmla="*/ 558218 h 558218"/>
                    <a:gd name="connsiteX1" fmla="*/ 283273 w 724534"/>
                    <a:gd name="connsiteY1" fmla="*/ 421915 h 558218"/>
                    <a:gd name="connsiteX2" fmla="*/ 422910 w 724534"/>
                    <a:gd name="connsiteY2" fmla="*/ 269134 h 558218"/>
                    <a:gd name="connsiteX3" fmla="*/ 661035 w 724534"/>
                    <a:gd name="connsiteY3" fmla="*/ 127307 h 558218"/>
                    <a:gd name="connsiteX4" fmla="*/ 720471 w 724534"/>
                    <a:gd name="connsiteY4" fmla="*/ 102066 h 558218"/>
                    <a:gd name="connsiteX5" fmla="*/ 674180 w 724534"/>
                    <a:gd name="connsiteY5" fmla="*/ 69014 h 558218"/>
                    <a:gd name="connsiteX6" fmla="*/ 668560 w 724534"/>
                    <a:gd name="connsiteY6" fmla="*/ 59203 h 558218"/>
                    <a:gd name="connsiteX7" fmla="*/ 662940 w 724534"/>
                    <a:gd name="connsiteY7" fmla="*/ 2625 h 558218"/>
                    <a:gd name="connsiteX8" fmla="*/ 611410 w 724534"/>
                    <a:gd name="connsiteY8" fmla="*/ 41582 h 558218"/>
                    <a:gd name="connsiteX9" fmla="*/ 369856 w 724534"/>
                    <a:gd name="connsiteY9" fmla="*/ 177408 h 558218"/>
                    <a:gd name="connsiteX10" fmla="*/ 167735 w 724534"/>
                    <a:gd name="connsiteY10" fmla="*/ 222366 h 558218"/>
                    <a:gd name="connsiteX11" fmla="*/ 0 w 724534"/>
                    <a:gd name="connsiteY11" fmla="*/ 240750 h 558218"/>
                    <a:gd name="connsiteX12" fmla="*/ 33909 w 724534"/>
                    <a:gd name="connsiteY12" fmla="*/ 431154 h 558218"/>
                    <a:gd name="connsiteX13" fmla="*/ 183737 w 724534"/>
                    <a:gd name="connsiteY13" fmla="*/ 558218 h 558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24534" h="558218">
                      <a:moveTo>
                        <a:pt x="183737" y="558218"/>
                      </a:moveTo>
                      <a:cubicBezTo>
                        <a:pt x="183737" y="558218"/>
                        <a:pt x="226695" y="516594"/>
                        <a:pt x="283273" y="421915"/>
                      </a:cubicBezTo>
                      <a:cubicBezTo>
                        <a:pt x="339852" y="327237"/>
                        <a:pt x="358711" y="308758"/>
                        <a:pt x="422910" y="269134"/>
                      </a:cubicBezTo>
                      <a:cubicBezTo>
                        <a:pt x="487204" y="229510"/>
                        <a:pt x="647224" y="135022"/>
                        <a:pt x="661035" y="127307"/>
                      </a:cubicBezTo>
                      <a:cubicBezTo>
                        <a:pt x="674846" y="119592"/>
                        <a:pt x="704279" y="100732"/>
                        <a:pt x="720471" y="102066"/>
                      </a:cubicBezTo>
                      <a:cubicBezTo>
                        <a:pt x="736759" y="103304"/>
                        <a:pt x="700564" y="64537"/>
                        <a:pt x="674180" y="69014"/>
                      </a:cubicBezTo>
                      <a:lnTo>
                        <a:pt x="668560" y="59203"/>
                      </a:lnTo>
                      <a:cubicBezTo>
                        <a:pt x="685609" y="38629"/>
                        <a:pt x="669988" y="-12044"/>
                        <a:pt x="662940" y="2625"/>
                      </a:cubicBezTo>
                      <a:cubicBezTo>
                        <a:pt x="655892" y="17388"/>
                        <a:pt x="624935" y="33486"/>
                        <a:pt x="611410" y="41582"/>
                      </a:cubicBezTo>
                      <a:cubicBezTo>
                        <a:pt x="597789" y="49774"/>
                        <a:pt x="436245" y="141404"/>
                        <a:pt x="369856" y="177408"/>
                      </a:cubicBezTo>
                      <a:cubicBezTo>
                        <a:pt x="303467" y="213413"/>
                        <a:pt x="278035" y="220461"/>
                        <a:pt x="167735" y="222366"/>
                      </a:cubicBezTo>
                      <a:cubicBezTo>
                        <a:pt x="57531" y="224271"/>
                        <a:pt x="0" y="240750"/>
                        <a:pt x="0" y="240750"/>
                      </a:cubicBezTo>
                      <a:lnTo>
                        <a:pt x="33909" y="431154"/>
                      </a:lnTo>
                      <a:lnTo>
                        <a:pt x="183737" y="558218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1368" name="Graphique 5">
                  <a:extLst>
                    <a:ext uri="{FF2B5EF4-FFF2-40B4-BE49-F238E27FC236}">
                      <a16:creationId xmlns:a16="http://schemas.microsoft.com/office/drawing/2014/main" id="{84534ED1-1C47-483D-BAB7-7DC78607E4C1}"/>
                    </a:ext>
                  </a:extLst>
                </p:cNvPr>
                <p:cNvGrpSpPr/>
                <p:nvPr/>
              </p:nvGrpSpPr>
              <p:grpSpPr>
                <a:xfrm>
                  <a:off x="1474588" y="4361619"/>
                  <a:ext cx="197066" cy="188176"/>
                  <a:chOff x="1474588" y="4361619"/>
                  <a:chExt cx="197066" cy="188176"/>
                </a:xfrm>
                <a:solidFill>
                  <a:schemeClr val="accent1"/>
                </a:solidFill>
              </p:grpSpPr>
              <p:sp>
                <p:nvSpPr>
                  <p:cNvPr id="11369" name="Forme libre : forme 11368">
                    <a:extLst>
                      <a:ext uri="{FF2B5EF4-FFF2-40B4-BE49-F238E27FC236}">
                        <a16:creationId xmlns:a16="http://schemas.microsoft.com/office/drawing/2014/main" id="{171822AF-F379-403D-98C5-75BE42E2A8C6}"/>
                      </a:ext>
                    </a:extLst>
                  </p:cNvPr>
                  <p:cNvSpPr/>
                  <p:nvPr/>
                </p:nvSpPr>
                <p:spPr>
                  <a:xfrm rot="-1803583">
                    <a:off x="1496541" y="4391318"/>
                    <a:ext cx="153161" cy="128777"/>
                  </a:xfrm>
                  <a:custGeom>
                    <a:avLst/>
                    <a:gdLst>
                      <a:gd name="connsiteX0" fmla="*/ 153161 w 153161"/>
                      <a:gd name="connsiteY0" fmla="*/ 64389 h 128777"/>
                      <a:gd name="connsiteX1" fmla="*/ 76581 w 153161"/>
                      <a:gd name="connsiteY1" fmla="*/ 128777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1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1" y="64389"/>
                        </a:moveTo>
                        <a:cubicBezTo>
                          <a:pt x="153161" y="99950"/>
                          <a:pt x="118875" y="128777"/>
                          <a:pt x="76581" y="128777"/>
                        </a:cubicBezTo>
                        <a:cubicBezTo>
                          <a:pt x="34286" y="128777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1" y="28828"/>
                          <a:pt x="153161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70" name="Forme libre : forme 11369">
                    <a:extLst>
                      <a:ext uri="{FF2B5EF4-FFF2-40B4-BE49-F238E27FC236}">
                        <a16:creationId xmlns:a16="http://schemas.microsoft.com/office/drawing/2014/main" id="{01E5FA1D-D85B-491E-80A0-4AA2138FA942}"/>
                      </a:ext>
                    </a:extLst>
                  </p:cNvPr>
                  <p:cNvSpPr/>
                  <p:nvPr/>
                </p:nvSpPr>
                <p:spPr>
                  <a:xfrm>
                    <a:off x="1515120" y="4388214"/>
                    <a:ext cx="131746" cy="116952"/>
                  </a:xfrm>
                  <a:custGeom>
                    <a:avLst/>
                    <a:gdLst>
                      <a:gd name="connsiteX0" fmla="*/ 0 w 131746"/>
                      <a:gd name="connsiteY0" fmla="*/ 34371 h 116952"/>
                      <a:gd name="connsiteX1" fmla="*/ 9525 w 131746"/>
                      <a:gd name="connsiteY1" fmla="*/ 27989 h 116952"/>
                      <a:gd name="connsiteX2" fmla="*/ 108013 w 131746"/>
                      <a:gd name="connsiteY2" fmla="*/ 45420 h 116952"/>
                      <a:gd name="connsiteX3" fmla="*/ 99822 w 131746"/>
                      <a:gd name="connsiteY3" fmla="*/ 116952 h 116952"/>
                      <a:gd name="connsiteX4" fmla="*/ 124301 w 131746"/>
                      <a:gd name="connsiteY4" fmla="*/ 29322 h 116952"/>
                      <a:gd name="connsiteX5" fmla="*/ 25813 w 131746"/>
                      <a:gd name="connsiteY5" fmla="*/ 11891 h 116952"/>
                      <a:gd name="connsiteX6" fmla="*/ 0 w 131746"/>
                      <a:gd name="connsiteY6" fmla="*/ 34371 h 116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746" h="116952">
                        <a:moveTo>
                          <a:pt x="0" y="34371"/>
                        </a:moveTo>
                        <a:cubicBezTo>
                          <a:pt x="2953" y="32084"/>
                          <a:pt x="6096" y="29894"/>
                          <a:pt x="9525" y="27989"/>
                        </a:cubicBezTo>
                        <a:cubicBezTo>
                          <a:pt x="46101" y="6843"/>
                          <a:pt x="90011" y="14749"/>
                          <a:pt x="108013" y="45420"/>
                        </a:cubicBezTo>
                        <a:cubicBezTo>
                          <a:pt x="122111" y="69422"/>
                          <a:pt x="117729" y="99998"/>
                          <a:pt x="99822" y="116952"/>
                        </a:cubicBezTo>
                        <a:cubicBezTo>
                          <a:pt x="129350" y="94473"/>
                          <a:pt x="140494" y="57230"/>
                          <a:pt x="124301" y="29322"/>
                        </a:cubicBezTo>
                        <a:cubicBezTo>
                          <a:pt x="106490" y="-1444"/>
                          <a:pt x="62389" y="-9254"/>
                          <a:pt x="25813" y="11891"/>
                        </a:cubicBezTo>
                        <a:cubicBezTo>
                          <a:pt x="15335" y="17797"/>
                          <a:pt x="6667" y="25607"/>
                          <a:pt x="0" y="34371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71" name="Forme libre : forme 11370">
                    <a:extLst>
                      <a:ext uri="{FF2B5EF4-FFF2-40B4-BE49-F238E27FC236}">
                        <a16:creationId xmlns:a16="http://schemas.microsoft.com/office/drawing/2014/main" id="{999E4442-A05B-4855-BE65-CB424D6AF329}"/>
                      </a:ext>
                    </a:extLst>
                  </p:cNvPr>
                  <p:cNvSpPr/>
                  <p:nvPr/>
                </p:nvSpPr>
                <p:spPr>
                  <a:xfrm rot="-522470">
                    <a:off x="1521172" y="4457765"/>
                    <a:ext cx="74868" cy="59247"/>
                  </a:xfrm>
                  <a:custGeom>
                    <a:avLst/>
                    <a:gdLst>
                      <a:gd name="connsiteX0" fmla="*/ 74869 w 74868"/>
                      <a:gd name="connsiteY0" fmla="*/ 29624 h 59247"/>
                      <a:gd name="connsiteX1" fmla="*/ 37434 w 74868"/>
                      <a:gd name="connsiteY1" fmla="*/ 59247 h 59247"/>
                      <a:gd name="connsiteX2" fmla="*/ 0 w 74868"/>
                      <a:gd name="connsiteY2" fmla="*/ 29624 h 59247"/>
                      <a:gd name="connsiteX3" fmla="*/ 37434 w 74868"/>
                      <a:gd name="connsiteY3" fmla="*/ 0 h 59247"/>
                      <a:gd name="connsiteX4" fmla="*/ 74869 w 74868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8" h="59247">
                        <a:moveTo>
                          <a:pt x="74869" y="29624"/>
                        </a:moveTo>
                        <a:cubicBezTo>
                          <a:pt x="74869" y="45984"/>
                          <a:pt x="58109" y="59247"/>
                          <a:pt x="37434" y="59247"/>
                        </a:cubicBezTo>
                        <a:cubicBezTo>
                          <a:pt x="16760" y="59247"/>
                          <a:pt x="0" y="45984"/>
                          <a:pt x="0" y="29624"/>
                        </a:cubicBezTo>
                        <a:cubicBezTo>
                          <a:pt x="0" y="13263"/>
                          <a:pt x="16760" y="0"/>
                          <a:pt x="37434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72" name="Forme libre : forme 11371">
                    <a:extLst>
                      <a:ext uri="{FF2B5EF4-FFF2-40B4-BE49-F238E27FC236}">
                        <a16:creationId xmlns:a16="http://schemas.microsoft.com/office/drawing/2014/main" id="{3B9ADD15-E280-48BE-A11A-38DF2CBFAF5C}"/>
                      </a:ext>
                    </a:extLst>
                  </p:cNvPr>
                  <p:cNvSpPr/>
                  <p:nvPr/>
                </p:nvSpPr>
                <p:spPr>
                  <a:xfrm>
                    <a:off x="1514072" y="4472972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373" name="Graphique 5">
                  <a:extLst>
                    <a:ext uri="{FF2B5EF4-FFF2-40B4-BE49-F238E27FC236}">
                      <a16:creationId xmlns:a16="http://schemas.microsoft.com/office/drawing/2014/main" id="{969C426F-8827-473F-9631-2DF9E97E4E71}"/>
                    </a:ext>
                  </a:extLst>
                </p:cNvPr>
                <p:cNvGrpSpPr/>
                <p:nvPr/>
              </p:nvGrpSpPr>
              <p:grpSpPr>
                <a:xfrm>
                  <a:off x="1579455" y="4440585"/>
                  <a:ext cx="197066" cy="188176"/>
                  <a:chOff x="1579455" y="4440585"/>
                  <a:chExt cx="197066" cy="188176"/>
                </a:xfrm>
                <a:solidFill>
                  <a:schemeClr val="accent1"/>
                </a:solidFill>
              </p:grpSpPr>
              <p:sp>
                <p:nvSpPr>
                  <p:cNvPr id="11374" name="Forme libre : forme 11373">
                    <a:extLst>
                      <a:ext uri="{FF2B5EF4-FFF2-40B4-BE49-F238E27FC236}">
                        <a16:creationId xmlns:a16="http://schemas.microsoft.com/office/drawing/2014/main" id="{34687194-F2E0-4820-B600-A0D6B5ED2AD7}"/>
                      </a:ext>
                    </a:extLst>
                  </p:cNvPr>
                  <p:cNvSpPr/>
                  <p:nvPr/>
                </p:nvSpPr>
                <p:spPr>
                  <a:xfrm rot="-1803583">
                    <a:off x="1601407" y="4470284"/>
                    <a:ext cx="153161" cy="128777"/>
                  </a:xfrm>
                  <a:custGeom>
                    <a:avLst/>
                    <a:gdLst>
                      <a:gd name="connsiteX0" fmla="*/ 153161 w 153161"/>
                      <a:gd name="connsiteY0" fmla="*/ 64389 h 128777"/>
                      <a:gd name="connsiteX1" fmla="*/ 76581 w 153161"/>
                      <a:gd name="connsiteY1" fmla="*/ 128778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1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1" y="64389"/>
                        </a:moveTo>
                        <a:cubicBezTo>
                          <a:pt x="153161" y="99950"/>
                          <a:pt x="118875" y="128778"/>
                          <a:pt x="76581" y="128778"/>
                        </a:cubicBezTo>
                        <a:cubicBezTo>
                          <a:pt x="34286" y="128778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1" y="28828"/>
                          <a:pt x="153161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75" name="Forme libre : forme 11374">
                    <a:extLst>
                      <a:ext uri="{FF2B5EF4-FFF2-40B4-BE49-F238E27FC236}">
                        <a16:creationId xmlns:a16="http://schemas.microsoft.com/office/drawing/2014/main" id="{41A191F3-6096-4660-B42A-3584BABDF0E1}"/>
                      </a:ext>
                    </a:extLst>
                  </p:cNvPr>
                  <p:cNvSpPr/>
                  <p:nvPr/>
                </p:nvSpPr>
                <p:spPr>
                  <a:xfrm>
                    <a:off x="1619990" y="4467176"/>
                    <a:ext cx="131746" cy="116952"/>
                  </a:xfrm>
                  <a:custGeom>
                    <a:avLst/>
                    <a:gdLst>
                      <a:gd name="connsiteX0" fmla="*/ 0 w 131746"/>
                      <a:gd name="connsiteY0" fmla="*/ 34370 h 116952"/>
                      <a:gd name="connsiteX1" fmla="*/ 9525 w 131746"/>
                      <a:gd name="connsiteY1" fmla="*/ 27989 h 116952"/>
                      <a:gd name="connsiteX2" fmla="*/ 108013 w 131746"/>
                      <a:gd name="connsiteY2" fmla="*/ 45419 h 116952"/>
                      <a:gd name="connsiteX3" fmla="*/ 99822 w 131746"/>
                      <a:gd name="connsiteY3" fmla="*/ 116952 h 116952"/>
                      <a:gd name="connsiteX4" fmla="*/ 124301 w 131746"/>
                      <a:gd name="connsiteY4" fmla="*/ 29322 h 116952"/>
                      <a:gd name="connsiteX5" fmla="*/ 25813 w 131746"/>
                      <a:gd name="connsiteY5" fmla="*/ 11891 h 116952"/>
                      <a:gd name="connsiteX6" fmla="*/ 0 w 131746"/>
                      <a:gd name="connsiteY6" fmla="*/ 34370 h 116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746" h="116952">
                        <a:moveTo>
                          <a:pt x="0" y="34370"/>
                        </a:moveTo>
                        <a:cubicBezTo>
                          <a:pt x="2953" y="32084"/>
                          <a:pt x="6096" y="29894"/>
                          <a:pt x="9525" y="27989"/>
                        </a:cubicBezTo>
                        <a:cubicBezTo>
                          <a:pt x="46101" y="6843"/>
                          <a:pt x="90011" y="14749"/>
                          <a:pt x="108013" y="45419"/>
                        </a:cubicBezTo>
                        <a:cubicBezTo>
                          <a:pt x="122111" y="69422"/>
                          <a:pt x="117729" y="99998"/>
                          <a:pt x="99822" y="116952"/>
                        </a:cubicBezTo>
                        <a:cubicBezTo>
                          <a:pt x="129349" y="94473"/>
                          <a:pt x="140494" y="57230"/>
                          <a:pt x="124301" y="29322"/>
                        </a:cubicBezTo>
                        <a:cubicBezTo>
                          <a:pt x="106490" y="-1444"/>
                          <a:pt x="62389" y="-9254"/>
                          <a:pt x="25813" y="11891"/>
                        </a:cubicBezTo>
                        <a:cubicBezTo>
                          <a:pt x="15335" y="17892"/>
                          <a:pt x="6667" y="25607"/>
                          <a:pt x="0" y="3437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76" name="Forme libre : forme 11375">
                    <a:extLst>
                      <a:ext uri="{FF2B5EF4-FFF2-40B4-BE49-F238E27FC236}">
                        <a16:creationId xmlns:a16="http://schemas.microsoft.com/office/drawing/2014/main" id="{ECC14E0C-F485-486A-9469-CFE65B2A2267}"/>
                      </a:ext>
                    </a:extLst>
                  </p:cNvPr>
                  <p:cNvSpPr/>
                  <p:nvPr/>
                </p:nvSpPr>
                <p:spPr>
                  <a:xfrm rot="-522470">
                    <a:off x="1626059" y="4536820"/>
                    <a:ext cx="74868" cy="59247"/>
                  </a:xfrm>
                  <a:custGeom>
                    <a:avLst/>
                    <a:gdLst>
                      <a:gd name="connsiteX0" fmla="*/ 74869 w 74868"/>
                      <a:gd name="connsiteY0" fmla="*/ 29623 h 59247"/>
                      <a:gd name="connsiteX1" fmla="*/ 37434 w 74868"/>
                      <a:gd name="connsiteY1" fmla="*/ 59247 h 59247"/>
                      <a:gd name="connsiteX2" fmla="*/ 0 w 74868"/>
                      <a:gd name="connsiteY2" fmla="*/ 29623 h 59247"/>
                      <a:gd name="connsiteX3" fmla="*/ 37434 w 74868"/>
                      <a:gd name="connsiteY3" fmla="*/ 0 h 59247"/>
                      <a:gd name="connsiteX4" fmla="*/ 74869 w 74868"/>
                      <a:gd name="connsiteY4" fmla="*/ 29623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8" h="59247">
                        <a:moveTo>
                          <a:pt x="74869" y="29623"/>
                        </a:moveTo>
                        <a:cubicBezTo>
                          <a:pt x="74869" y="45984"/>
                          <a:pt x="58109" y="59247"/>
                          <a:pt x="37434" y="59247"/>
                        </a:cubicBezTo>
                        <a:cubicBezTo>
                          <a:pt x="16760" y="59247"/>
                          <a:pt x="0" y="45984"/>
                          <a:pt x="0" y="29623"/>
                        </a:cubicBezTo>
                        <a:cubicBezTo>
                          <a:pt x="0" y="13263"/>
                          <a:pt x="16760" y="0"/>
                          <a:pt x="37434" y="0"/>
                        </a:cubicBezTo>
                        <a:cubicBezTo>
                          <a:pt x="58109" y="0"/>
                          <a:pt x="74869" y="13263"/>
                          <a:pt x="74869" y="29623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77" name="Forme libre : forme 11376">
                    <a:extLst>
                      <a:ext uri="{FF2B5EF4-FFF2-40B4-BE49-F238E27FC236}">
                        <a16:creationId xmlns:a16="http://schemas.microsoft.com/office/drawing/2014/main" id="{4732FB3D-C6BE-49DA-A5DB-FFAD5D2827BC}"/>
                      </a:ext>
                    </a:extLst>
                  </p:cNvPr>
                  <p:cNvSpPr/>
                  <p:nvPr/>
                </p:nvSpPr>
                <p:spPr>
                  <a:xfrm>
                    <a:off x="1618943" y="4551934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4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378" name="Graphique 5">
                  <a:extLst>
                    <a:ext uri="{FF2B5EF4-FFF2-40B4-BE49-F238E27FC236}">
                      <a16:creationId xmlns:a16="http://schemas.microsoft.com/office/drawing/2014/main" id="{48FCBA73-0054-43BC-AEDB-927B230C4AE7}"/>
                    </a:ext>
                  </a:extLst>
                </p:cNvPr>
                <p:cNvGrpSpPr/>
                <p:nvPr/>
              </p:nvGrpSpPr>
              <p:grpSpPr>
                <a:xfrm>
                  <a:off x="1458142" y="4230919"/>
                  <a:ext cx="197066" cy="188176"/>
                  <a:chOff x="1458142" y="4230919"/>
                  <a:chExt cx="197066" cy="188176"/>
                </a:xfrm>
                <a:solidFill>
                  <a:schemeClr val="accent1"/>
                </a:solidFill>
              </p:grpSpPr>
              <p:sp>
                <p:nvSpPr>
                  <p:cNvPr id="11379" name="Forme libre : forme 11378">
                    <a:extLst>
                      <a:ext uri="{FF2B5EF4-FFF2-40B4-BE49-F238E27FC236}">
                        <a16:creationId xmlns:a16="http://schemas.microsoft.com/office/drawing/2014/main" id="{D08CB5A0-DF3D-45EE-840C-1092A570CC35}"/>
                      </a:ext>
                    </a:extLst>
                  </p:cNvPr>
                  <p:cNvSpPr/>
                  <p:nvPr/>
                </p:nvSpPr>
                <p:spPr>
                  <a:xfrm rot="-1803583">
                    <a:off x="1480094" y="4260618"/>
                    <a:ext cx="153161" cy="128777"/>
                  </a:xfrm>
                  <a:custGeom>
                    <a:avLst/>
                    <a:gdLst>
                      <a:gd name="connsiteX0" fmla="*/ 153161 w 153161"/>
                      <a:gd name="connsiteY0" fmla="*/ 64389 h 128777"/>
                      <a:gd name="connsiteX1" fmla="*/ 76581 w 153161"/>
                      <a:gd name="connsiteY1" fmla="*/ 128777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1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1" y="64389"/>
                        </a:moveTo>
                        <a:cubicBezTo>
                          <a:pt x="153161" y="99950"/>
                          <a:pt x="118875" y="128777"/>
                          <a:pt x="76581" y="128777"/>
                        </a:cubicBezTo>
                        <a:cubicBezTo>
                          <a:pt x="34286" y="128777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1" y="28828"/>
                          <a:pt x="153161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80" name="Forme libre : forme 11379">
                    <a:extLst>
                      <a:ext uri="{FF2B5EF4-FFF2-40B4-BE49-F238E27FC236}">
                        <a16:creationId xmlns:a16="http://schemas.microsoft.com/office/drawing/2014/main" id="{80BE4586-1B95-4DA4-A5F8-C6F6033FFD4C}"/>
                      </a:ext>
                    </a:extLst>
                  </p:cNvPr>
                  <p:cNvSpPr/>
                  <p:nvPr/>
                </p:nvSpPr>
                <p:spPr>
                  <a:xfrm>
                    <a:off x="1498642" y="4257436"/>
                    <a:ext cx="131746" cy="116952"/>
                  </a:xfrm>
                  <a:custGeom>
                    <a:avLst/>
                    <a:gdLst>
                      <a:gd name="connsiteX0" fmla="*/ 0 w 131746"/>
                      <a:gd name="connsiteY0" fmla="*/ 34370 h 116952"/>
                      <a:gd name="connsiteX1" fmla="*/ 9525 w 131746"/>
                      <a:gd name="connsiteY1" fmla="*/ 27988 h 116952"/>
                      <a:gd name="connsiteX2" fmla="*/ 108014 w 131746"/>
                      <a:gd name="connsiteY2" fmla="*/ 45419 h 116952"/>
                      <a:gd name="connsiteX3" fmla="*/ 99822 w 131746"/>
                      <a:gd name="connsiteY3" fmla="*/ 116952 h 116952"/>
                      <a:gd name="connsiteX4" fmla="*/ 124301 w 131746"/>
                      <a:gd name="connsiteY4" fmla="*/ 29322 h 116952"/>
                      <a:gd name="connsiteX5" fmla="*/ 25813 w 131746"/>
                      <a:gd name="connsiteY5" fmla="*/ 11891 h 116952"/>
                      <a:gd name="connsiteX6" fmla="*/ 0 w 131746"/>
                      <a:gd name="connsiteY6" fmla="*/ 34370 h 116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746" h="116952">
                        <a:moveTo>
                          <a:pt x="0" y="34370"/>
                        </a:moveTo>
                        <a:cubicBezTo>
                          <a:pt x="2953" y="32084"/>
                          <a:pt x="6096" y="29894"/>
                          <a:pt x="9525" y="27988"/>
                        </a:cubicBezTo>
                        <a:cubicBezTo>
                          <a:pt x="46101" y="6843"/>
                          <a:pt x="90011" y="14749"/>
                          <a:pt x="108014" y="45419"/>
                        </a:cubicBezTo>
                        <a:cubicBezTo>
                          <a:pt x="122111" y="69422"/>
                          <a:pt x="117729" y="99998"/>
                          <a:pt x="99822" y="116952"/>
                        </a:cubicBezTo>
                        <a:cubicBezTo>
                          <a:pt x="129350" y="94473"/>
                          <a:pt x="140494" y="57230"/>
                          <a:pt x="124301" y="29322"/>
                        </a:cubicBezTo>
                        <a:cubicBezTo>
                          <a:pt x="106490" y="-1444"/>
                          <a:pt x="62389" y="-9254"/>
                          <a:pt x="25813" y="11891"/>
                        </a:cubicBezTo>
                        <a:cubicBezTo>
                          <a:pt x="15240" y="17892"/>
                          <a:pt x="6668" y="25703"/>
                          <a:pt x="0" y="3437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81" name="Forme libre : forme 11380">
                    <a:extLst>
                      <a:ext uri="{FF2B5EF4-FFF2-40B4-BE49-F238E27FC236}">
                        <a16:creationId xmlns:a16="http://schemas.microsoft.com/office/drawing/2014/main" id="{D535678A-1808-4744-8E3C-24374730913F}"/>
                      </a:ext>
                    </a:extLst>
                  </p:cNvPr>
                  <p:cNvSpPr/>
                  <p:nvPr/>
                </p:nvSpPr>
                <p:spPr>
                  <a:xfrm rot="-522470">
                    <a:off x="1504602" y="4327091"/>
                    <a:ext cx="74868" cy="59247"/>
                  </a:xfrm>
                  <a:custGeom>
                    <a:avLst/>
                    <a:gdLst>
                      <a:gd name="connsiteX0" fmla="*/ 74869 w 74868"/>
                      <a:gd name="connsiteY0" fmla="*/ 29624 h 59247"/>
                      <a:gd name="connsiteX1" fmla="*/ 37434 w 74868"/>
                      <a:gd name="connsiteY1" fmla="*/ 59247 h 59247"/>
                      <a:gd name="connsiteX2" fmla="*/ 0 w 74868"/>
                      <a:gd name="connsiteY2" fmla="*/ 29624 h 59247"/>
                      <a:gd name="connsiteX3" fmla="*/ 37434 w 74868"/>
                      <a:gd name="connsiteY3" fmla="*/ 0 h 59247"/>
                      <a:gd name="connsiteX4" fmla="*/ 74869 w 74868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8" h="59247">
                        <a:moveTo>
                          <a:pt x="74869" y="29624"/>
                        </a:moveTo>
                        <a:cubicBezTo>
                          <a:pt x="74869" y="45984"/>
                          <a:pt x="58109" y="59247"/>
                          <a:pt x="37434" y="59247"/>
                        </a:cubicBezTo>
                        <a:cubicBezTo>
                          <a:pt x="16760" y="59247"/>
                          <a:pt x="0" y="45984"/>
                          <a:pt x="0" y="29624"/>
                        </a:cubicBezTo>
                        <a:cubicBezTo>
                          <a:pt x="0" y="13263"/>
                          <a:pt x="16760" y="0"/>
                          <a:pt x="37434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382" name="Forme libre : forme 11381">
                    <a:extLst>
                      <a:ext uri="{FF2B5EF4-FFF2-40B4-BE49-F238E27FC236}">
                        <a16:creationId xmlns:a16="http://schemas.microsoft.com/office/drawing/2014/main" id="{4235E0BD-6C2D-494D-9EE0-BBA8F7DFE18C}"/>
                      </a:ext>
                    </a:extLst>
                  </p:cNvPr>
                  <p:cNvSpPr/>
                  <p:nvPr/>
                </p:nvSpPr>
                <p:spPr>
                  <a:xfrm>
                    <a:off x="1497594" y="4342193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4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1383" name="Forme libre : forme 11382">
                  <a:extLst>
                    <a:ext uri="{FF2B5EF4-FFF2-40B4-BE49-F238E27FC236}">
                      <a16:creationId xmlns:a16="http://schemas.microsoft.com/office/drawing/2014/main" id="{815CFB20-BA2E-4FD2-A28D-880BA5E284DE}"/>
                    </a:ext>
                  </a:extLst>
                </p:cNvPr>
                <p:cNvSpPr/>
                <p:nvPr/>
              </p:nvSpPr>
              <p:spPr>
                <a:xfrm>
                  <a:off x="1865068" y="4076732"/>
                  <a:ext cx="346901" cy="301085"/>
                </a:xfrm>
                <a:custGeom>
                  <a:avLst/>
                  <a:gdLst>
                    <a:gd name="connsiteX0" fmla="*/ 0 w 346901"/>
                    <a:gd name="connsiteY0" fmla="*/ 301085 h 301085"/>
                    <a:gd name="connsiteX1" fmla="*/ 102775 w 346901"/>
                    <a:gd name="connsiteY1" fmla="*/ 181546 h 301085"/>
                    <a:gd name="connsiteX2" fmla="*/ 235934 w 346901"/>
                    <a:gd name="connsiteY2" fmla="*/ 93535 h 301085"/>
                    <a:gd name="connsiteX3" fmla="*/ 345091 w 346901"/>
                    <a:gd name="connsiteY3" fmla="*/ 0 h 301085"/>
                    <a:gd name="connsiteX4" fmla="*/ 339376 w 346901"/>
                    <a:gd name="connsiteY4" fmla="*/ 21050 h 301085"/>
                    <a:gd name="connsiteX5" fmla="*/ 318135 w 346901"/>
                    <a:gd name="connsiteY5" fmla="*/ 45148 h 301085"/>
                    <a:gd name="connsiteX6" fmla="*/ 53435 w 346901"/>
                    <a:gd name="connsiteY6" fmla="*/ 231553 h 301085"/>
                    <a:gd name="connsiteX7" fmla="*/ 5048 w 346901"/>
                    <a:gd name="connsiteY7" fmla="*/ 291941 h 301085"/>
                    <a:gd name="connsiteX8" fmla="*/ 9620 w 346901"/>
                    <a:gd name="connsiteY8" fmla="*/ 291179 h 301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6901" h="301085">
                      <a:moveTo>
                        <a:pt x="0" y="301085"/>
                      </a:moveTo>
                      <a:cubicBezTo>
                        <a:pt x="20288" y="251841"/>
                        <a:pt x="59817" y="212979"/>
                        <a:pt x="102775" y="181546"/>
                      </a:cubicBezTo>
                      <a:cubicBezTo>
                        <a:pt x="145732" y="150114"/>
                        <a:pt x="192786" y="124682"/>
                        <a:pt x="235934" y="93535"/>
                      </a:cubicBezTo>
                      <a:cubicBezTo>
                        <a:pt x="274796" y="65437"/>
                        <a:pt x="310229" y="32861"/>
                        <a:pt x="345091" y="0"/>
                      </a:cubicBezTo>
                      <a:cubicBezTo>
                        <a:pt x="349758" y="6286"/>
                        <a:pt x="344519" y="15049"/>
                        <a:pt x="339376" y="21050"/>
                      </a:cubicBezTo>
                      <a:cubicBezTo>
                        <a:pt x="332423" y="29242"/>
                        <a:pt x="325469" y="37338"/>
                        <a:pt x="318135" y="45148"/>
                      </a:cubicBezTo>
                      <a:cubicBezTo>
                        <a:pt x="243459" y="123539"/>
                        <a:pt x="128873" y="153829"/>
                        <a:pt x="53435" y="231553"/>
                      </a:cubicBezTo>
                      <a:cubicBezTo>
                        <a:pt x="35433" y="250126"/>
                        <a:pt x="20098" y="270986"/>
                        <a:pt x="5048" y="291941"/>
                      </a:cubicBezTo>
                      <a:cubicBezTo>
                        <a:pt x="6572" y="291655"/>
                        <a:pt x="8096" y="291465"/>
                        <a:pt x="9620" y="291179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84" name="Forme libre : forme 11383">
                  <a:extLst>
                    <a:ext uri="{FF2B5EF4-FFF2-40B4-BE49-F238E27FC236}">
                      <a16:creationId xmlns:a16="http://schemas.microsoft.com/office/drawing/2014/main" id="{2E0E261D-270B-467D-8162-3BCDDA3F2CDC}"/>
                    </a:ext>
                  </a:extLst>
                </p:cNvPr>
                <p:cNvSpPr/>
                <p:nvPr/>
              </p:nvSpPr>
              <p:spPr>
                <a:xfrm>
                  <a:off x="1649327" y="4119022"/>
                  <a:ext cx="417480" cy="352435"/>
                </a:xfrm>
                <a:custGeom>
                  <a:avLst/>
                  <a:gdLst>
                    <a:gd name="connsiteX0" fmla="*/ 204026 w 417480"/>
                    <a:gd name="connsiteY0" fmla="*/ 199549 h 352435"/>
                    <a:gd name="connsiteX1" fmla="*/ 259652 w 417480"/>
                    <a:gd name="connsiteY1" fmla="*/ 141732 h 352435"/>
                    <a:gd name="connsiteX2" fmla="*/ 303943 w 417480"/>
                    <a:gd name="connsiteY2" fmla="*/ 98393 h 352435"/>
                    <a:gd name="connsiteX3" fmla="*/ 417481 w 417480"/>
                    <a:gd name="connsiteY3" fmla="*/ 0 h 352435"/>
                    <a:gd name="connsiteX4" fmla="*/ 257175 w 417480"/>
                    <a:gd name="connsiteY4" fmla="*/ 128111 h 352435"/>
                    <a:gd name="connsiteX5" fmla="*/ 194215 w 417480"/>
                    <a:gd name="connsiteY5" fmla="*/ 183356 h 352435"/>
                    <a:gd name="connsiteX6" fmla="*/ 26956 w 417480"/>
                    <a:gd name="connsiteY6" fmla="*/ 325088 h 352435"/>
                    <a:gd name="connsiteX7" fmla="*/ 0 w 417480"/>
                    <a:gd name="connsiteY7" fmla="*/ 352235 h 352435"/>
                    <a:gd name="connsiteX8" fmla="*/ 16478 w 417480"/>
                    <a:gd name="connsiteY8" fmla="*/ 340995 h 352435"/>
                    <a:gd name="connsiteX9" fmla="*/ 36386 w 417480"/>
                    <a:gd name="connsiteY9" fmla="*/ 324803 h 352435"/>
                    <a:gd name="connsiteX10" fmla="*/ 76867 w 417480"/>
                    <a:gd name="connsiteY10" fmla="*/ 295180 h 352435"/>
                    <a:gd name="connsiteX11" fmla="*/ 159925 w 417480"/>
                    <a:gd name="connsiteY11" fmla="*/ 236506 h 352435"/>
                    <a:gd name="connsiteX12" fmla="*/ 204026 w 417480"/>
                    <a:gd name="connsiteY12" fmla="*/ 199549 h 352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17480" h="352435">
                      <a:moveTo>
                        <a:pt x="204026" y="199549"/>
                      </a:moveTo>
                      <a:cubicBezTo>
                        <a:pt x="223457" y="181166"/>
                        <a:pt x="241078" y="160973"/>
                        <a:pt x="259652" y="141732"/>
                      </a:cubicBezTo>
                      <a:cubicBezTo>
                        <a:pt x="273939" y="126873"/>
                        <a:pt x="288798" y="112491"/>
                        <a:pt x="303943" y="98393"/>
                      </a:cubicBezTo>
                      <a:cubicBezTo>
                        <a:pt x="340519" y="64199"/>
                        <a:pt x="378428" y="31337"/>
                        <a:pt x="417481" y="0"/>
                      </a:cubicBezTo>
                      <a:cubicBezTo>
                        <a:pt x="353759" y="26194"/>
                        <a:pt x="307372" y="80963"/>
                        <a:pt x="257175" y="128111"/>
                      </a:cubicBezTo>
                      <a:cubicBezTo>
                        <a:pt x="236792" y="147257"/>
                        <a:pt x="215456" y="165354"/>
                        <a:pt x="194215" y="183356"/>
                      </a:cubicBezTo>
                      <a:cubicBezTo>
                        <a:pt x="138494" y="230600"/>
                        <a:pt x="82772" y="277844"/>
                        <a:pt x="26956" y="325088"/>
                      </a:cubicBezTo>
                      <a:cubicBezTo>
                        <a:pt x="18288" y="332423"/>
                        <a:pt x="4667" y="341662"/>
                        <a:pt x="0" y="352235"/>
                      </a:cubicBezTo>
                      <a:cubicBezTo>
                        <a:pt x="5334" y="353949"/>
                        <a:pt x="12668" y="344234"/>
                        <a:pt x="16478" y="340995"/>
                      </a:cubicBezTo>
                      <a:cubicBezTo>
                        <a:pt x="22955" y="335471"/>
                        <a:pt x="29623" y="330041"/>
                        <a:pt x="36386" y="324803"/>
                      </a:cubicBezTo>
                      <a:cubicBezTo>
                        <a:pt x="49625" y="314516"/>
                        <a:pt x="63151" y="304800"/>
                        <a:pt x="76867" y="295180"/>
                      </a:cubicBezTo>
                      <a:cubicBezTo>
                        <a:pt x="104585" y="275749"/>
                        <a:pt x="132969" y="256985"/>
                        <a:pt x="159925" y="236506"/>
                      </a:cubicBezTo>
                      <a:cubicBezTo>
                        <a:pt x="175260" y="224981"/>
                        <a:pt x="190119" y="212789"/>
                        <a:pt x="204026" y="199549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85" name="Forme libre : forme 11384">
                  <a:extLst>
                    <a:ext uri="{FF2B5EF4-FFF2-40B4-BE49-F238E27FC236}">
                      <a16:creationId xmlns:a16="http://schemas.microsoft.com/office/drawing/2014/main" id="{5FDFCADB-A96D-4BE3-8653-F3A5177B4DE5}"/>
                    </a:ext>
                  </a:extLst>
                </p:cNvPr>
                <p:cNvSpPr/>
                <p:nvPr/>
              </p:nvSpPr>
              <p:spPr>
                <a:xfrm>
                  <a:off x="1596368" y="4279614"/>
                  <a:ext cx="277749" cy="102679"/>
                </a:xfrm>
                <a:custGeom>
                  <a:avLst/>
                  <a:gdLst>
                    <a:gd name="connsiteX0" fmla="*/ 52769 w 277749"/>
                    <a:gd name="connsiteY0" fmla="*/ 80963 h 102679"/>
                    <a:gd name="connsiteX1" fmla="*/ 84677 w 277749"/>
                    <a:gd name="connsiteY1" fmla="*/ 68866 h 102679"/>
                    <a:gd name="connsiteX2" fmla="*/ 106585 w 277749"/>
                    <a:gd name="connsiteY2" fmla="*/ 63055 h 102679"/>
                    <a:gd name="connsiteX3" fmla="*/ 181737 w 277749"/>
                    <a:gd name="connsiteY3" fmla="*/ 44672 h 102679"/>
                    <a:gd name="connsiteX4" fmla="*/ 213360 w 277749"/>
                    <a:gd name="connsiteY4" fmla="*/ 38671 h 102679"/>
                    <a:gd name="connsiteX5" fmla="*/ 237363 w 277749"/>
                    <a:gd name="connsiteY5" fmla="*/ 34766 h 102679"/>
                    <a:gd name="connsiteX6" fmla="*/ 247841 w 277749"/>
                    <a:gd name="connsiteY6" fmla="*/ 27527 h 102679"/>
                    <a:gd name="connsiteX7" fmla="*/ 277749 w 277749"/>
                    <a:gd name="connsiteY7" fmla="*/ 0 h 102679"/>
                    <a:gd name="connsiteX8" fmla="*/ 215265 w 277749"/>
                    <a:gd name="connsiteY8" fmla="*/ 23146 h 102679"/>
                    <a:gd name="connsiteX9" fmla="*/ 44577 w 277749"/>
                    <a:gd name="connsiteY9" fmla="*/ 81248 h 102679"/>
                    <a:gd name="connsiteX10" fmla="*/ 21431 w 277749"/>
                    <a:gd name="connsiteY10" fmla="*/ 91726 h 102679"/>
                    <a:gd name="connsiteX11" fmla="*/ 0 w 277749"/>
                    <a:gd name="connsiteY11" fmla="*/ 102679 h 102679"/>
                    <a:gd name="connsiteX12" fmla="*/ 26575 w 277749"/>
                    <a:gd name="connsiteY12" fmla="*/ 91916 h 102679"/>
                    <a:gd name="connsiteX13" fmla="*/ 52769 w 277749"/>
                    <a:gd name="connsiteY13" fmla="*/ 80963 h 102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7749" h="102679">
                      <a:moveTo>
                        <a:pt x="52769" y="80963"/>
                      </a:moveTo>
                      <a:cubicBezTo>
                        <a:pt x="63246" y="76581"/>
                        <a:pt x="73819" y="72199"/>
                        <a:pt x="84677" y="68866"/>
                      </a:cubicBezTo>
                      <a:cubicBezTo>
                        <a:pt x="91916" y="66580"/>
                        <a:pt x="99250" y="64865"/>
                        <a:pt x="106585" y="63055"/>
                      </a:cubicBezTo>
                      <a:cubicBezTo>
                        <a:pt x="131636" y="56960"/>
                        <a:pt x="156686" y="50768"/>
                        <a:pt x="181737" y="44672"/>
                      </a:cubicBezTo>
                      <a:cubicBezTo>
                        <a:pt x="192215" y="42101"/>
                        <a:pt x="202692" y="39529"/>
                        <a:pt x="213360" y="38671"/>
                      </a:cubicBezTo>
                      <a:cubicBezTo>
                        <a:pt x="221456" y="38005"/>
                        <a:pt x="229934" y="38195"/>
                        <a:pt x="237363" y="34766"/>
                      </a:cubicBezTo>
                      <a:cubicBezTo>
                        <a:pt x="241268" y="32956"/>
                        <a:pt x="244602" y="30289"/>
                        <a:pt x="247841" y="27527"/>
                      </a:cubicBezTo>
                      <a:cubicBezTo>
                        <a:pt x="258223" y="18860"/>
                        <a:pt x="268224" y="9620"/>
                        <a:pt x="277749" y="0"/>
                      </a:cubicBezTo>
                      <a:cubicBezTo>
                        <a:pt x="259652" y="13240"/>
                        <a:pt x="236982" y="17907"/>
                        <a:pt x="215265" y="23146"/>
                      </a:cubicBezTo>
                      <a:cubicBezTo>
                        <a:pt x="156686" y="37147"/>
                        <a:pt x="99631" y="57055"/>
                        <a:pt x="44577" y="81248"/>
                      </a:cubicBezTo>
                      <a:cubicBezTo>
                        <a:pt x="36862" y="84677"/>
                        <a:pt x="29146" y="88106"/>
                        <a:pt x="21431" y="91726"/>
                      </a:cubicBezTo>
                      <a:cubicBezTo>
                        <a:pt x="16097" y="94202"/>
                        <a:pt x="2953" y="97917"/>
                        <a:pt x="0" y="102679"/>
                      </a:cubicBezTo>
                      <a:cubicBezTo>
                        <a:pt x="8858" y="100965"/>
                        <a:pt x="18193" y="95440"/>
                        <a:pt x="26575" y="91916"/>
                      </a:cubicBezTo>
                      <a:cubicBezTo>
                        <a:pt x="35338" y="88202"/>
                        <a:pt x="44006" y="84582"/>
                        <a:pt x="52769" y="80963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86" name="Forme libre : forme 11385">
                  <a:extLst>
                    <a:ext uri="{FF2B5EF4-FFF2-40B4-BE49-F238E27FC236}">
                      <a16:creationId xmlns:a16="http://schemas.microsoft.com/office/drawing/2014/main" id="{776D74A6-14AD-459B-9692-E41211519A9E}"/>
                    </a:ext>
                  </a:extLst>
                </p:cNvPr>
                <p:cNvSpPr/>
                <p:nvPr/>
              </p:nvSpPr>
              <p:spPr>
                <a:xfrm>
                  <a:off x="1714017" y="4300721"/>
                  <a:ext cx="179000" cy="204756"/>
                </a:xfrm>
                <a:custGeom>
                  <a:avLst/>
                  <a:gdLst>
                    <a:gd name="connsiteX0" fmla="*/ 43705 w 179000"/>
                    <a:gd name="connsiteY0" fmla="*/ 184347 h 204756"/>
                    <a:gd name="connsiteX1" fmla="*/ 35228 w 179000"/>
                    <a:gd name="connsiteY1" fmla="*/ 173774 h 204756"/>
                    <a:gd name="connsiteX2" fmla="*/ 20750 w 179000"/>
                    <a:gd name="connsiteY2" fmla="*/ 164916 h 204756"/>
                    <a:gd name="connsiteX3" fmla="*/ 5795 w 179000"/>
                    <a:gd name="connsiteY3" fmla="*/ 155106 h 204756"/>
                    <a:gd name="connsiteX4" fmla="*/ 938 w 179000"/>
                    <a:gd name="connsiteY4" fmla="*/ 149962 h 204756"/>
                    <a:gd name="connsiteX5" fmla="*/ 6272 w 179000"/>
                    <a:gd name="connsiteY5" fmla="*/ 133674 h 204756"/>
                    <a:gd name="connsiteX6" fmla="*/ 33132 w 179000"/>
                    <a:gd name="connsiteY6" fmla="*/ 113005 h 204756"/>
                    <a:gd name="connsiteX7" fmla="*/ 104189 w 179000"/>
                    <a:gd name="connsiteY7" fmla="*/ 57474 h 204756"/>
                    <a:gd name="connsiteX8" fmla="*/ 167625 w 179000"/>
                    <a:gd name="connsiteY8" fmla="*/ 2610 h 204756"/>
                    <a:gd name="connsiteX9" fmla="*/ 178103 w 179000"/>
                    <a:gd name="connsiteY9" fmla="*/ 1658 h 204756"/>
                    <a:gd name="connsiteX10" fmla="*/ 176579 w 179000"/>
                    <a:gd name="connsiteY10" fmla="*/ 10516 h 204756"/>
                    <a:gd name="connsiteX11" fmla="*/ 148766 w 179000"/>
                    <a:gd name="connsiteY11" fmla="*/ 51569 h 204756"/>
                    <a:gd name="connsiteX12" fmla="*/ 85139 w 179000"/>
                    <a:gd name="connsiteY12" fmla="*/ 165773 h 204756"/>
                    <a:gd name="connsiteX13" fmla="*/ 60088 w 179000"/>
                    <a:gd name="connsiteY13" fmla="*/ 198349 h 204756"/>
                    <a:gd name="connsiteX14" fmla="*/ 49134 w 179000"/>
                    <a:gd name="connsiteY14" fmla="*/ 202349 h 204756"/>
                    <a:gd name="connsiteX15" fmla="*/ 43705 w 179000"/>
                    <a:gd name="connsiteY15" fmla="*/ 184347 h 204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9000" h="204756">
                      <a:moveTo>
                        <a:pt x="43705" y="184347"/>
                      </a:moveTo>
                      <a:cubicBezTo>
                        <a:pt x="41514" y="180347"/>
                        <a:pt x="38657" y="176727"/>
                        <a:pt x="35228" y="173774"/>
                      </a:cubicBezTo>
                      <a:cubicBezTo>
                        <a:pt x="30941" y="170155"/>
                        <a:pt x="25703" y="167679"/>
                        <a:pt x="20750" y="164916"/>
                      </a:cubicBezTo>
                      <a:cubicBezTo>
                        <a:pt x="15511" y="161964"/>
                        <a:pt x="10558" y="158725"/>
                        <a:pt x="5795" y="155106"/>
                      </a:cubicBezTo>
                      <a:cubicBezTo>
                        <a:pt x="3890" y="153677"/>
                        <a:pt x="1985" y="152057"/>
                        <a:pt x="938" y="149962"/>
                      </a:cubicBezTo>
                      <a:cubicBezTo>
                        <a:pt x="-1825" y="144533"/>
                        <a:pt x="1985" y="138151"/>
                        <a:pt x="6272" y="133674"/>
                      </a:cubicBezTo>
                      <a:cubicBezTo>
                        <a:pt x="14082" y="125483"/>
                        <a:pt x="23798" y="119387"/>
                        <a:pt x="33132" y="113005"/>
                      </a:cubicBezTo>
                      <a:cubicBezTo>
                        <a:pt x="58088" y="96241"/>
                        <a:pt x="81900" y="77667"/>
                        <a:pt x="104189" y="57474"/>
                      </a:cubicBezTo>
                      <a:cubicBezTo>
                        <a:pt x="124953" y="38710"/>
                        <a:pt x="144479" y="18422"/>
                        <a:pt x="167625" y="2610"/>
                      </a:cubicBezTo>
                      <a:cubicBezTo>
                        <a:pt x="170864" y="420"/>
                        <a:pt x="175721" y="-1486"/>
                        <a:pt x="178103" y="1658"/>
                      </a:cubicBezTo>
                      <a:cubicBezTo>
                        <a:pt x="180103" y="4230"/>
                        <a:pt x="178388" y="7849"/>
                        <a:pt x="176579" y="10516"/>
                      </a:cubicBezTo>
                      <a:cubicBezTo>
                        <a:pt x="167530" y="24327"/>
                        <a:pt x="157624" y="37567"/>
                        <a:pt x="148766" y="51569"/>
                      </a:cubicBezTo>
                      <a:cubicBezTo>
                        <a:pt x="125334" y="88335"/>
                        <a:pt x="109332" y="129483"/>
                        <a:pt x="85139" y="165773"/>
                      </a:cubicBezTo>
                      <a:cubicBezTo>
                        <a:pt x="77519" y="177204"/>
                        <a:pt x="69137" y="188062"/>
                        <a:pt x="60088" y="198349"/>
                      </a:cubicBezTo>
                      <a:cubicBezTo>
                        <a:pt x="56945" y="201873"/>
                        <a:pt x="52563" y="208255"/>
                        <a:pt x="49134" y="202349"/>
                      </a:cubicBezTo>
                      <a:cubicBezTo>
                        <a:pt x="46277" y="197492"/>
                        <a:pt x="46848" y="189872"/>
                        <a:pt x="43705" y="184347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87" name="Forme libre : forme 11386">
                  <a:extLst>
                    <a:ext uri="{FF2B5EF4-FFF2-40B4-BE49-F238E27FC236}">
                      <a16:creationId xmlns:a16="http://schemas.microsoft.com/office/drawing/2014/main" id="{A930ACAC-5AC6-445B-A31C-65ED0B158C04}"/>
                    </a:ext>
                  </a:extLst>
                </p:cNvPr>
                <p:cNvSpPr/>
                <p:nvPr/>
              </p:nvSpPr>
              <p:spPr>
                <a:xfrm>
                  <a:off x="1620752" y="4330545"/>
                  <a:ext cx="161255" cy="103235"/>
                </a:xfrm>
                <a:custGeom>
                  <a:avLst/>
                  <a:gdLst>
                    <a:gd name="connsiteX0" fmla="*/ 0 w 161255"/>
                    <a:gd name="connsiteY0" fmla="*/ 53939 h 103235"/>
                    <a:gd name="connsiteX1" fmla="*/ 15526 w 161255"/>
                    <a:gd name="connsiteY1" fmla="*/ 45176 h 103235"/>
                    <a:gd name="connsiteX2" fmla="*/ 122301 w 161255"/>
                    <a:gd name="connsiteY2" fmla="*/ 7362 h 103235"/>
                    <a:gd name="connsiteX3" fmla="*/ 155543 w 161255"/>
                    <a:gd name="connsiteY3" fmla="*/ 28 h 103235"/>
                    <a:gd name="connsiteX4" fmla="*/ 160115 w 161255"/>
                    <a:gd name="connsiteY4" fmla="*/ 1171 h 103235"/>
                    <a:gd name="connsiteX5" fmla="*/ 160592 w 161255"/>
                    <a:gd name="connsiteY5" fmla="*/ 6505 h 103235"/>
                    <a:gd name="connsiteX6" fmla="*/ 156496 w 161255"/>
                    <a:gd name="connsiteY6" fmla="*/ 10601 h 103235"/>
                    <a:gd name="connsiteX7" fmla="*/ 83915 w 161255"/>
                    <a:gd name="connsiteY7" fmla="*/ 69465 h 103235"/>
                    <a:gd name="connsiteX8" fmla="*/ 49911 w 161255"/>
                    <a:gd name="connsiteY8" fmla="*/ 100802 h 103235"/>
                    <a:gd name="connsiteX9" fmla="*/ 29813 w 161255"/>
                    <a:gd name="connsiteY9" fmla="*/ 84896 h 103235"/>
                    <a:gd name="connsiteX10" fmla="*/ 17336 w 161255"/>
                    <a:gd name="connsiteY10" fmla="*/ 66989 h 103235"/>
                    <a:gd name="connsiteX11" fmla="*/ 0 w 161255"/>
                    <a:gd name="connsiteY11" fmla="*/ 53939 h 103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1255" h="103235">
                      <a:moveTo>
                        <a:pt x="0" y="53939"/>
                      </a:moveTo>
                      <a:cubicBezTo>
                        <a:pt x="4096" y="49558"/>
                        <a:pt x="9906" y="47272"/>
                        <a:pt x="15526" y="45176"/>
                      </a:cubicBezTo>
                      <a:cubicBezTo>
                        <a:pt x="50768" y="31651"/>
                        <a:pt x="86392" y="19078"/>
                        <a:pt x="122301" y="7362"/>
                      </a:cubicBezTo>
                      <a:cubicBezTo>
                        <a:pt x="133160" y="3838"/>
                        <a:pt x="144209" y="409"/>
                        <a:pt x="155543" y="28"/>
                      </a:cubicBezTo>
                      <a:cubicBezTo>
                        <a:pt x="157163" y="-67"/>
                        <a:pt x="158972" y="28"/>
                        <a:pt x="160115" y="1171"/>
                      </a:cubicBezTo>
                      <a:cubicBezTo>
                        <a:pt x="161544" y="2504"/>
                        <a:pt x="161544" y="4886"/>
                        <a:pt x="160592" y="6505"/>
                      </a:cubicBezTo>
                      <a:cubicBezTo>
                        <a:pt x="159639" y="8219"/>
                        <a:pt x="158020" y="9458"/>
                        <a:pt x="156496" y="10601"/>
                      </a:cubicBezTo>
                      <a:cubicBezTo>
                        <a:pt x="131445" y="29174"/>
                        <a:pt x="107252" y="48796"/>
                        <a:pt x="83915" y="69465"/>
                      </a:cubicBezTo>
                      <a:cubicBezTo>
                        <a:pt x="72866" y="79276"/>
                        <a:pt x="62198" y="92706"/>
                        <a:pt x="49911" y="100802"/>
                      </a:cubicBezTo>
                      <a:cubicBezTo>
                        <a:pt x="37148" y="109280"/>
                        <a:pt x="34004" y="93564"/>
                        <a:pt x="29813" y="84896"/>
                      </a:cubicBezTo>
                      <a:cubicBezTo>
                        <a:pt x="26575" y="78323"/>
                        <a:pt x="22384" y="72323"/>
                        <a:pt x="17336" y="66989"/>
                      </a:cubicBezTo>
                      <a:cubicBezTo>
                        <a:pt x="16002" y="65655"/>
                        <a:pt x="1524" y="52320"/>
                        <a:pt x="0" y="53939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88" name="Forme libre : forme 11387">
                  <a:extLst>
                    <a:ext uri="{FF2B5EF4-FFF2-40B4-BE49-F238E27FC236}">
                      <a16:creationId xmlns:a16="http://schemas.microsoft.com/office/drawing/2014/main" id="{C2348876-82EE-4252-8300-39E108A55E2A}"/>
                    </a:ext>
                  </a:extLst>
                </p:cNvPr>
                <p:cNvSpPr/>
                <p:nvPr/>
              </p:nvSpPr>
              <p:spPr>
                <a:xfrm>
                  <a:off x="1635346" y="4219504"/>
                  <a:ext cx="260297" cy="115912"/>
                </a:xfrm>
                <a:custGeom>
                  <a:avLst/>
                  <a:gdLst>
                    <a:gd name="connsiteX0" fmla="*/ 3122 w 260297"/>
                    <a:gd name="connsiteY0" fmla="*/ 65158 h 115912"/>
                    <a:gd name="connsiteX1" fmla="*/ 74 w 260297"/>
                    <a:gd name="connsiteY1" fmla="*/ 54776 h 115912"/>
                    <a:gd name="connsiteX2" fmla="*/ 14743 w 260297"/>
                    <a:gd name="connsiteY2" fmla="*/ 44013 h 115912"/>
                    <a:gd name="connsiteX3" fmla="*/ 147998 w 260297"/>
                    <a:gd name="connsiteY3" fmla="*/ 38203 h 115912"/>
                    <a:gd name="connsiteX4" fmla="*/ 251534 w 260297"/>
                    <a:gd name="connsiteY4" fmla="*/ 1626 h 115912"/>
                    <a:gd name="connsiteX5" fmla="*/ 256583 w 260297"/>
                    <a:gd name="connsiteY5" fmla="*/ 7 h 115912"/>
                    <a:gd name="connsiteX6" fmla="*/ 260297 w 260297"/>
                    <a:gd name="connsiteY6" fmla="*/ 3150 h 115912"/>
                    <a:gd name="connsiteX7" fmla="*/ 259250 w 260297"/>
                    <a:gd name="connsiteY7" fmla="*/ 6008 h 115912"/>
                    <a:gd name="connsiteX8" fmla="*/ 204862 w 260297"/>
                    <a:gd name="connsiteY8" fmla="*/ 61824 h 115912"/>
                    <a:gd name="connsiteX9" fmla="*/ 182002 w 260297"/>
                    <a:gd name="connsiteY9" fmla="*/ 69921 h 115912"/>
                    <a:gd name="connsiteX10" fmla="*/ 30269 w 260297"/>
                    <a:gd name="connsiteY10" fmla="*/ 110021 h 115912"/>
                    <a:gd name="connsiteX11" fmla="*/ 14171 w 260297"/>
                    <a:gd name="connsiteY11" fmla="*/ 115260 h 115912"/>
                    <a:gd name="connsiteX12" fmla="*/ 11123 w 260297"/>
                    <a:gd name="connsiteY12" fmla="*/ 101925 h 115912"/>
                    <a:gd name="connsiteX13" fmla="*/ 3122 w 260297"/>
                    <a:gd name="connsiteY13" fmla="*/ 65158 h 115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60297" h="115912">
                      <a:moveTo>
                        <a:pt x="3122" y="65158"/>
                      </a:moveTo>
                      <a:cubicBezTo>
                        <a:pt x="1503" y="61920"/>
                        <a:pt x="-402" y="58396"/>
                        <a:pt x="74" y="54776"/>
                      </a:cubicBezTo>
                      <a:cubicBezTo>
                        <a:pt x="932" y="48299"/>
                        <a:pt x="8361" y="45346"/>
                        <a:pt x="14743" y="44013"/>
                      </a:cubicBezTo>
                      <a:cubicBezTo>
                        <a:pt x="58367" y="34869"/>
                        <a:pt x="103802" y="44013"/>
                        <a:pt x="147998" y="38203"/>
                      </a:cubicBezTo>
                      <a:cubicBezTo>
                        <a:pt x="184478" y="33440"/>
                        <a:pt x="218959" y="18676"/>
                        <a:pt x="251534" y="1626"/>
                      </a:cubicBezTo>
                      <a:cubicBezTo>
                        <a:pt x="253154" y="769"/>
                        <a:pt x="254773" y="-88"/>
                        <a:pt x="256583" y="7"/>
                      </a:cubicBezTo>
                      <a:cubicBezTo>
                        <a:pt x="258392" y="7"/>
                        <a:pt x="260297" y="1341"/>
                        <a:pt x="260297" y="3150"/>
                      </a:cubicBezTo>
                      <a:cubicBezTo>
                        <a:pt x="260297" y="4198"/>
                        <a:pt x="259726" y="5151"/>
                        <a:pt x="259250" y="6008"/>
                      </a:cubicBezTo>
                      <a:cubicBezTo>
                        <a:pt x="245343" y="28392"/>
                        <a:pt x="228579" y="50395"/>
                        <a:pt x="204862" y="61824"/>
                      </a:cubicBezTo>
                      <a:cubicBezTo>
                        <a:pt x="197528" y="65349"/>
                        <a:pt x="189812" y="67825"/>
                        <a:pt x="182002" y="69921"/>
                      </a:cubicBezTo>
                      <a:cubicBezTo>
                        <a:pt x="131329" y="83732"/>
                        <a:pt x="76370" y="84875"/>
                        <a:pt x="30269" y="110021"/>
                      </a:cubicBezTo>
                      <a:cubicBezTo>
                        <a:pt x="26363" y="112116"/>
                        <a:pt x="18743" y="117831"/>
                        <a:pt x="14171" y="115260"/>
                      </a:cubicBezTo>
                      <a:cubicBezTo>
                        <a:pt x="9885" y="112879"/>
                        <a:pt x="10933" y="105925"/>
                        <a:pt x="11123" y="101925"/>
                      </a:cubicBezTo>
                      <a:cubicBezTo>
                        <a:pt x="11409" y="89256"/>
                        <a:pt x="8837" y="76588"/>
                        <a:pt x="3122" y="65158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89" name="Forme libre : forme 11388">
                  <a:extLst>
                    <a:ext uri="{FF2B5EF4-FFF2-40B4-BE49-F238E27FC236}">
                      <a16:creationId xmlns:a16="http://schemas.microsoft.com/office/drawing/2014/main" id="{8944101E-7139-476F-B154-747BB8185EFE}"/>
                    </a:ext>
                  </a:extLst>
                </p:cNvPr>
                <p:cNvSpPr/>
                <p:nvPr/>
              </p:nvSpPr>
              <p:spPr>
                <a:xfrm>
                  <a:off x="1928860" y="4047585"/>
                  <a:ext cx="268506" cy="222822"/>
                </a:xfrm>
                <a:custGeom>
                  <a:avLst/>
                  <a:gdLst>
                    <a:gd name="connsiteX0" fmla="*/ 91656 w 268506"/>
                    <a:gd name="connsiteY0" fmla="*/ 126492 h 222822"/>
                    <a:gd name="connsiteX1" fmla="*/ 117469 w 268506"/>
                    <a:gd name="connsiteY1" fmla="*/ 101251 h 222822"/>
                    <a:gd name="connsiteX2" fmla="*/ 173381 w 268506"/>
                    <a:gd name="connsiteY2" fmla="*/ 63913 h 222822"/>
                    <a:gd name="connsiteX3" fmla="*/ 266059 w 268506"/>
                    <a:gd name="connsiteY3" fmla="*/ 0 h 222822"/>
                    <a:gd name="connsiteX4" fmla="*/ 264535 w 268506"/>
                    <a:gd name="connsiteY4" fmla="*/ 19241 h 222822"/>
                    <a:gd name="connsiteX5" fmla="*/ 164046 w 268506"/>
                    <a:gd name="connsiteY5" fmla="*/ 115348 h 222822"/>
                    <a:gd name="connsiteX6" fmla="*/ 106515 w 268506"/>
                    <a:gd name="connsiteY6" fmla="*/ 150495 h 222822"/>
                    <a:gd name="connsiteX7" fmla="*/ 35459 w 268506"/>
                    <a:gd name="connsiteY7" fmla="*/ 196691 h 222822"/>
                    <a:gd name="connsiteX8" fmla="*/ 20695 w 268506"/>
                    <a:gd name="connsiteY8" fmla="*/ 211169 h 222822"/>
                    <a:gd name="connsiteX9" fmla="*/ 7455 w 268506"/>
                    <a:gd name="connsiteY9" fmla="*/ 222695 h 222822"/>
                    <a:gd name="connsiteX10" fmla="*/ 597 w 268506"/>
                    <a:gd name="connsiteY10" fmla="*/ 217837 h 222822"/>
                    <a:gd name="connsiteX11" fmla="*/ 3550 w 268506"/>
                    <a:gd name="connsiteY11" fmla="*/ 207455 h 222822"/>
                    <a:gd name="connsiteX12" fmla="*/ 59271 w 268506"/>
                    <a:gd name="connsiteY12" fmla="*/ 154877 h 222822"/>
                    <a:gd name="connsiteX13" fmla="*/ 91656 w 268506"/>
                    <a:gd name="connsiteY13" fmla="*/ 126492 h 222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68506" h="222822">
                      <a:moveTo>
                        <a:pt x="91656" y="126492"/>
                      </a:moveTo>
                      <a:cubicBezTo>
                        <a:pt x="100324" y="118110"/>
                        <a:pt x="108420" y="109157"/>
                        <a:pt x="117469" y="101251"/>
                      </a:cubicBezTo>
                      <a:cubicBezTo>
                        <a:pt x="134423" y="86487"/>
                        <a:pt x="154235" y="75629"/>
                        <a:pt x="173381" y="63913"/>
                      </a:cubicBezTo>
                      <a:cubicBezTo>
                        <a:pt x="205385" y="44291"/>
                        <a:pt x="235769" y="22193"/>
                        <a:pt x="266059" y="0"/>
                      </a:cubicBezTo>
                      <a:cubicBezTo>
                        <a:pt x="270726" y="5144"/>
                        <a:pt x="267869" y="13240"/>
                        <a:pt x="264535" y="19241"/>
                      </a:cubicBezTo>
                      <a:cubicBezTo>
                        <a:pt x="241580" y="60008"/>
                        <a:pt x="203194" y="89630"/>
                        <a:pt x="164046" y="115348"/>
                      </a:cubicBezTo>
                      <a:cubicBezTo>
                        <a:pt x="145282" y="127730"/>
                        <a:pt x="126041" y="139446"/>
                        <a:pt x="106515" y="150495"/>
                      </a:cubicBezTo>
                      <a:cubicBezTo>
                        <a:pt x="81845" y="164402"/>
                        <a:pt x="56318" y="177546"/>
                        <a:pt x="35459" y="196691"/>
                      </a:cubicBezTo>
                      <a:cubicBezTo>
                        <a:pt x="30410" y="201359"/>
                        <a:pt x="25648" y="206312"/>
                        <a:pt x="20695" y="211169"/>
                      </a:cubicBezTo>
                      <a:cubicBezTo>
                        <a:pt x="17456" y="214313"/>
                        <a:pt x="11932" y="221742"/>
                        <a:pt x="7455" y="222695"/>
                      </a:cubicBezTo>
                      <a:cubicBezTo>
                        <a:pt x="4217" y="223457"/>
                        <a:pt x="1645" y="220694"/>
                        <a:pt x="597" y="217837"/>
                      </a:cubicBezTo>
                      <a:cubicBezTo>
                        <a:pt x="-1022" y="213551"/>
                        <a:pt x="883" y="210788"/>
                        <a:pt x="3550" y="207455"/>
                      </a:cubicBezTo>
                      <a:cubicBezTo>
                        <a:pt x="19647" y="187547"/>
                        <a:pt x="39745" y="171260"/>
                        <a:pt x="59271" y="154877"/>
                      </a:cubicBezTo>
                      <a:cubicBezTo>
                        <a:pt x="70320" y="145733"/>
                        <a:pt x="81369" y="136493"/>
                        <a:pt x="91656" y="126492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90" name="Forme libre : forme 11389">
                  <a:extLst>
                    <a:ext uri="{FF2B5EF4-FFF2-40B4-BE49-F238E27FC236}">
                      <a16:creationId xmlns:a16="http://schemas.microsoft.com/office/drawing/2014/main" id="{7F149721-5B41-45F4-AB5E-DBD2F0433424}"/>
                    </a:ext>
                  </a:extLst>
                </p:cNvPr>
                <p:cNvSpPr/>
                <p:nvPr/>
              </p:nvSpPr>
              <p:spPr>
                <a:xfrm>
                  <a:off x="2119928" y="4104315"/>
                  <a:ext cx="128785" cy="84491"/>
                </a:xfrm>
                <a:custGeom>
                  <a:avLst/>
                  <a:gdLst>
                    <a:gd name="connsiteX0" fmla="*/ 52989 w 128785"/>
                    <a:gd name="connsiteY0" fmla="*/ 41949 h 84491"/>
                    <a:gd name="connsiteX1" fmla="*/ 89184 w 128785"/>
                    <a:gd name="connsiteY1" fmla="*/ 9373 h 84491"/>
                    <a:gd name="connsiteX2" fmla="*/ 109758 w 128785"/>
                    <a:gd name="connsiteY2" fmla="*/ 39 h 84491"/>
                    <a:gd name="connsiteX3" fmla="*/ 124236 w 128785"/>
                    <a:gd name="connsiteY3" fmla="*/ 2420 h 84491"/>
                    <a:gd name="connsiteX4" fmla="*/ 127855 w 128785"/>
                    <a:gd name="connsiteY4" fmla="*/ 4230 h 84491"/>
                    <a:gd name="connsiteX5" fmla="*/ 128141 w 128785"/>
                    <a:gd name="connsiteY5" fmla="*/ 9373 h 84491"/>
                    <a:gd name="connsiteX6" fmla="*/ 124140 w 128785"/>
                    <a:gd name="connsiteY6" fmla="*/ 13088 h 84491"/>
                    <a:gd name="connsiteX7" fmla="*/ 110424 w 128785"/>
                    <a:gd name="connsiteY7" fmla="*/ 18613 h 84491"/>
                    <a:gd name="connsiteX8" fmla="*/ 40130 w 128785"/>
                    <a:gd name="connsiteY8" fmla="*/ 60523 h 84491"/>
                    <a:gd name="connsiteX9" fmla="*/ 5935 w 128785"/>
                    <a:gd name="connsiteY9" fmla="*/ 83192 h 84491"/>
                    <a:gd name="connsiteX10" fmla="*/ 982 w 128785"/>
                    <a:gd name="connsiteY10" fmla="*/ 79573 h 84491"/>
                    <a:gd name="connsiteX11" fmla="*/ 16127 w 128785"/>
                    <a:gd name="connsiteY11" fmla="*/ 69476 h 84491"/>
                    <a:gd name="connsiteX12" fmla="*/ 52989 w 128785"/>
                    <a:gd name="connsiteY12" fmla="*/ 41949 h 84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8785" h="84491">
                      <a:moveTo>
                        <a:pt x="52989" y="41949"/>
                      </a:moveTo>
                      <a:cubicBezTo>
                        <a:pt x="65086" y="31186"/>
                        <a:pt x="76325" y="19279"/>
                        <a:pt x="89184" y="9373"/>
                      </a:cubicBezTo>
                      <a:cubicBezTo>
                        <a:pt x="95280" y="4706"/>
                        <a:pt x="102138" y="420"/>
                        <a:pt x="109758" y="39"/>
                      </a:cubicBezTo>
                      <a:cubicBezTo>
                        <a:pt x="114711" y="-247"/>
                        <a:pt x="119569" y="1087"/>
                        <a:pt x="124236" y="2420"/>
                      </a:cubicBezTo>
                      <a:cubicBezTo>
                        <a:pt x="125569" y="2801"/>
                        <a:pt x="126903" y="3182"/>
                        <a:pt x="127855" y="4230"/>
                      </a:cubicBezTo>
                      <a:cubicBezTo>
                        <a:pt x="129094" y="5659"/>
                        <a:pt x="128998" y="7754"/>
                        <a:pt x="128141" y="9373"/>
                      </a:cubicBezTo>
                      <a:cubicBezTo>
                        <a:pt x="127284" y="10993"/>
                        <a:pt x="125760" y="12136"/>
                        <a:pt x="124140" y="13088"/>
                      </a:cubicBezTo>
                      <a:cubicBezTo>
                        <a:pt x="119854" y="15660"/>
                        <a:pt x="115092" y="16994"/>
                        <a:pt x="110424" y="18613"/>
                      </a:cubicBezTo>
                      <a:cubicBezTo>
                        <a:pt x="84421" y="27757"/>
                        <a:pt x="62228" y="44521"/>
                        <a:pt x="40130" y="60523"/>
                      </a:cubicBezTo>
                      <a:cubicBezTo>
                        <a:pt x="29081" y="68524"/>
                        <a:pt x="17841" y="76525"/>
                        <a:pt x="5935" y="83192"/>
                      </a:cubicBezTo>
                      <a:cubicBezTo>
                        <a:pt x="2030" y="85383"/>
                        <a:pt x="-1875" y="85193"/>
                        <a:pt x="982" y="79573"/>
                      </a:cubicBezTo>
                      <a:cubicBezTo>
                        <a:pt x="3268" y="75096"/>
                        <a:pt x="11936" y="72143"/>
                        <a:pt x="16127" y="69476"/>
                      </a:cubicBezTo>
                      <a:cubicBezTo>
                        <a:pt x="29176" y="61380"/>
                        <a:pt x="41464" y="52141"/>
                        <a:pt x="52989" y="41949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391" name="Forme libre : forme 11390">
                <a:extLst>
                  <a:ext uri="{FF2B5EF4-FFF2-40B4-BE49-F238E27FC236}">
                    <a16:creationId xmlns:a16="http://schemas.microsoft.com/office/drawing/2014/main" id="{3EB1FE85-9FAC-46D6-8D4F-439B78487BC5}"/>
                  </a:ext>
                </a:extLst>
              </p:cNvPr>
              <p:cNvSpPr/>
              <p:nvPr/>
            </p:nvSpPr>
            <p:spPr>
              <a:xfrm>
                <a:off x="1758673" y="4376102"/>
                <a:ext cx="72792" cy="102741"/>
              </a:xfrm>
              <a:custGeom>
                <a:avLst/>
                <a:gdLst>
                  <a:gd name="connsiteX0" fmla="*/ 45816 w 72792"/>
                  <a:gd name="connsiteY0" fmla="*/ 62865 h 102741"/>
                  <a:gd name="connsiteX1" fmla="*/ 71058 w 72792"/>
                  <a:gd name="connsiteY1" fmla="*/ 10668 h 102741"/>
                  <a:gd name="connsiteX2" fmla="*/ 71820 w 72792"/>
                  <a:gd name="connsiteY2" fmla="*/ 0 h 102741"/>
                  <a:gd name="connsiteX3" fmla="*/ 57246 w 72792"/>
                  <a:gd name="connsiteY3" fmla="*/ 18955 h 102741"/>
                  <a:gd name="connsiteX4" fmla="*/ 39720 w 72792"/>
                  <a:gd name="connsiteY4" fmla="*/ 40576 h 102741"/>
                  <a:gd name="connsiteX5" fmla="*/ 3144 w 72792"/>
                  <a:gd name="connsiteY5" fmla="*/ 83820 h 102741"/>
                  <a:gd name="connsiteX6" fmla="*/ 6288 w 72792"/>
                  <a:gd name="connsiteY6" fmla="*/ 102203 h 102741"/>
                  <a:gd name="connsiteX7" fmla="*/ 27719 w 72792"/>
                  <a:gd name="connsiteY7" fmla="*/ 91249 h 102741"/>
                  <a:gd name="connsiteX8" fmla="*/ 45816 w 72792"/>
                  <a:gd name="connsiteY8" fmla="*/ 62865 h 102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792" h="102741">
                    <a:moveTo>
                      <a:pt x="45816" y="62865"/>
                    </a:moveTo>
                    <a:cubicBezTo>
                      <a:pt x="54865" y="45720"/>
                      <a:pt x="63819" y="28575"/>
                      <a:pt x="71058" y="10668"/>
                    </a:cubicBezTo>
                    <a:cubicBezTo>
                      <a:pt x="72486" y="7239"/>
                      <a:pt x="73725" y="3143"/>
                      <a:pt x="71820" y="0"/>
                    </a:cubicBezTo>
                    <a:cubicBezTo>
                      <a:pt x="66962" y="6287"/>
                      <a:pt x="62104" y="12668"/>
                      <a:pt x="57246" y="18955"/>
                    </a:cubicBezTo>
                    <a:cubicBezTo>
                      <a:pt x="51627" y="26289"/>
                      <a:pt x="45912" y="33719"/>
                      <a:pt x="39720" y="40576"/>
                    </a:cubicBezTo>
                    <a:cubicBezTo>
                      <a:pt x="27147" y="54578"/>
                      <a:pt x="11812" y="66770"/>
                      <a:pt x="3144" y="83820"/>
                    </a:cubicBezTo>
                    <a:cubicBezTo>
                      <a:pt x="-189" y="90392"/>
                      <a:pt x="-2952" y="99346"/>
                      <a:pt x="6288" y="102203"/>
                    </a:cubicBezTo>
                    <a:cubicBezTo>
                      <a:pt x="14955" y="104870"/>
                      <a:pt x="22575" y="97060"/>
                      <a:pt x="27719" y="91249"/>
                    </a:cubicBezTo>
                    <a:cubicBezTo>
                      <a:pt x="35244" y="82867"/>
                      <a:pt x="40578" y="72771"/>
                      <a:pt x="45816" y="62865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392" name="Forme libre : forme 11391">
                <a:extLst>
                  <a:ext uri="{FF2B5EF4-FFF2-40B4-BE49-F238E27FC236}">
                    <a16:creationId xmlns:a16="http://schemas.microsoft.com/office/drawing/2014/main" id="{76540310-9100-4D84-83B7-8D47EA13CC3B}"/>
                  </a:ext>
                </a:extLst>
              </p:cNvPr>
              <p:cNvSpPr/>
              <p:nvPr/>
            </p:nvSpPr>
            <p:spPr>
              <a:xfrm>
                <a:off x="1656514" y="4370704"/>
                <a:ext cx="47484" cy="39503"/>
              </a:xfrm>
              <a:custGeom>
                <a:avLst/>
                <a:gdLst>
                  <a:gd name="connsiteX0" fmla="*/ 46249 w 47484"/>
                  <a:gd name="connsiteY0" fmla="*/ 5684 h 39503"/>
                  <a:gd name="connsiteX1" fmla="*/ 46439 w 47484"/>
                  <a:gd name="connsiteY1" fmla="*/ 255 h 39503"/>
                  <a:gd name="connsiteX2" fmla="*/ 43486 w 47484"/>
                  <a:gd name="connsiteY2" fmla="*/ 350 h 39503"/>
                  <a:gd name="connsiteX3" fmla="*/ 1481 w 47484"/>
                  <a:gd name="connsiteY3" fmla="*/ 35592 h 39503"/>
                  <a:gd name="connsiteX4" fmla="*/ 46249 w 47484"/>
                  <a:gd name="connsiteY4" fmla="*/ 5684 h 39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484" h="39503">
                    <a:moveTo>
                      <a:pt x="46249" y="5684"/>
                    </a:moveTo>
                    <a:cubicBezTo>
                      <a:pt x="47392" y="3970"/>
                      <a:pt x="48249" y="1207"/>
                      <a:pt x="46439" y="255"/>
                    </a:cubicBezTo>
                    <a:cubicBezTo>
                      <a:pt x="45582" y="-221"/>
                      <a:pt x="44439" y="64"/>
                      <a:pt x="43486" y="350"/>
                    </a:cubicBezTo>
                    <a:cubicBezTo>
                      <a:pt x="31009" y="4446"/>
                      <a:pt x="-8044" y="15304"/>
                      <a:pt x="1481" y="35592"/>
                    </a:cubicBezTo>
                    <a:cubicBezTo>
                      <a:pt x="9101" y="51785"/>
                      <a:pt x="41486" y="12923"/>
                      <a:pt x="46249" y="5684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393" name="Forme libre : forme 11392">
                <a:extLst>
                  <a:ext uri="{FF2B5EF4-FFF2-40B4-BE49-F238E27FC236}">
                    <a16:creationId xmlns:a16="http://schemas.microsoft.com/office/drawing/2014/main" id="{2CDC1D31-97AC-40D4-AC50-27A2E2F855D4}"/>
                  </a:ext>
                </a:extLst>
              </p:cNvPr>
              <p:cNvSpPr/>
              <p:nvPr/>
            </p:nvSpPr>
            <p:spPr>
              <a:xfrm>
                <a:off x="1652394" y="4275930"/>
                <a:ext cx="81005" cy="25797"/>
              </a:xfrm>
              <a:custGeom>
                <a:avLst/>
                <a:gdLst>
                  <a:gd name="connsiteX0" fmla="*/ 39319 w 81005"/>
                  <a:gd name="connsiteY0" fmla="*/ 22829 h 25797"/>
                  <a:gd name="connsiteX1" fmla="*/ 77610 w 81005"/>
                  <a:gd name="connsiteY1" fmla="*/ 12923 h 25797"/>
                  <a:gd name="connsiteX2" fmla="*/ 80848 w 81005"/>
                  <a:gd name="connsiteY2" fmla="*/ 9685 h 25797"/>
                  <a:gd name="connsiteX3" fmla="*/ 78753 w 81005"/>
                  <a:gd name="connsiteY3" fmla="*/ 4637 h 25797"/>
                  <a:gd name="connsiteX4" fmla="*/ 73228 w 81005"/>
                  <a:gd name="connsiteY4" fmla="*/ 2922 h 25797"/>
                  <a:gd name="connsiteX5" fmla="*/ 7506 w 81005"/>
                  <a:gd name="connsiteY5" fmla="*/ 7875 h 25797"/>
                  <a:gd name="connsiteX6" fmla="*/ 2458 w 81005"/>
                  <a:gd name="connsiteY6" fmla="*/ 22639 h 25797"/>
                  <a:gd name="connsiteX7" fmla="*/ 39319 w 81005"/>
                  <a:gd name="connsiteY7" fmla="*/ 22829 h 25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1005" h="25797">
                    <a:moveTo>
                      <a:pt x="39319" y="22829"/>
                    </a:moveTo>
                    <a:cubicBezTo>
                      <a:pt x="52559" y="21496"/>
                      <a:pt x="66085" y="19495"/>
                      <a:pt x="77610" y="12923"/>
                    </a:cubicBezTo>
                    <a:cubicBezTo>
                      <a:pt x="78943" y="12161"/>
                      <a:pt x="80372" y="11209"/>
                      <a:pt x="80848" y="9685"/>
                    </a:cubicBezTo>
                    <a:cubicBezTo>
                      <a:pt x="81420" y="7875"/>
                      <a:pt x="80372" y="5779"/>
                      <a:pt x="78753" y="4637"/>
                    </a:cubicBezTo>
                    <a:cubicBezTo>
                      <a:pt x="77134" y="3589"/>
                      <a:pt x="75133" y="3208"/>
                      <a:pt x="73228" y="2922"/>
                    </a:cubicBezTo>
                    <a:cubicBezTo>
                      <a:pt x="54083" y="255"/>
                      <a:pt x="24365" y="-3841"/>
                      <a:pt x="7506" y="7875"/>
                    </a:cubicBezTo>
                    <a:cubicBezTo>
                      <a:pt x="2743" y="11209"/>
                      <a:pt x="-3543" y="17495"/>
                      <a:pt x="2458" y="22639"/>
                    </a:cubicBezTo>
                    <a:cubicBezTo>
                      <a:pt x="9887" y="29116"/>
                      <a:pt x="30461" y="23782"/>
                      <a:pt x="39319" y="2282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394" name="Forme libre : forme 11393">
                <a:extLst>
                  <a:ext uri="{FF2B5EF4-FFF2-40B4-BE49-F238E27FC236}">
                    <a16:creationId xmlns:a16="http://schemas.microsoft.com/office/drawing/2014/main" id="{68C6F0B0-4927-4168-BD81-9B030F2BB2FC}"/>
                  </a:ext>
                </a:extLst>
              </p:cNvPr>
              <p:cNvSpPr/>
              <p:nvPr/>
            </p:nvSpPr>
            <p:spPr>
              <a:xfrm>
                <a:off x="1786106" y="4246562"/>
                <a:ext cx="129920" cy="115538"/>
              </a:xfrm>
              <a:custGeom>
                <a:avLst/>
                <a:gdLst>
                  <a:gd name="connsiteX0" fmla="*/ 52007 w 129920"/>
                  <a:gd name="connsiteY0" fmla="*/ 65532 h 115538"/>
                  <a:gd name="connsiteX1" fmla="*/ 3334 w 129920"/>
                  <a:gd name="connsiteY1" fmla="*/ 68675 h 115538"/>
                  <a:gd name="connsiteX2" fmla="*/ 55721 w 129920"/>
                  <a:gd name="connsiteY2" fmla="*/ 56960 h 115538"/>
                  <a:gd name="connsiteX3" fmla="*/ 101060 w 129920"/>
                  <a:gd name="connsiteY3" fmla="*/ 26194 h 115538"/>
                  <a:gd name="connsiteX4" fmla="*/ 129921 w 129920"/>
                  <a:gd name="connsiteY4" fmla="*/ 0 h 115538"/>
                  <a:gd name="connsiteX5" fmla="*/ 55435 w 129920"/>
                  <a:gd name="connsiteY5" fmla="*/ 72199 h 115538"/>
                  <a:gd name="connsiteX6" fmla="*/ 13621 w 129920"/>
                  <a:gd name="connsiteY6" fmla="*/ 105061 h 115538"/>
                  <a:gd name="connsiteX7" fmla="*/ 0 w 129920"/>
                  <a:gd name="connsiteY7" fmla="*/ 115538 h 115538"/>
                  <a:gd name="connsiteX8" fmla="*/ 8858 w 129920"/>
                  <a:gd name="connsiteY8" fmla="*/ 106109 h 115538"/>
                  <a:gd name="connsiteX9" fmla="*/ 23717 w 129920"/>
                  <a:gd name="connsiteY9" fmla="*/ 93345 h 115538"/>
                  <a:gd name="connsiteX10" fmla="*/ 52007 w 129920"/>
                  <a:gd name="connsiteY10" fmla="*/ 65532 h 11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9920" h="115538">
                    <a:moveTo>
                      <a:pt x="52007" y="65532"/>
                    </a:moveTo>
                    <a:cubicBezTo>
                      <a:pt x="35719" y="64198"/>
                      <a:pt x="19336" y="65246"/>
                      <a:pt x="3334" y="68675"/>
                    </a:cubicBezTo>
                    <a:cubicBezTo>
                      <a:pt x="19431" y="60770"/>
                      <a:pt x="38576" y="62389"/>
                      <a:pt x="55721" y="56960"/>
                    </a:cubicBezTo>
                    <a:cubicBezTo>
                      <a:pt x="73247" y="51340"/>
                      <a:pt x="87440" y="38576"/>
                      <a:pt x="101060" y="26194"/>
                    </a:cubicBezTo>
                    <a:cubicBezTo>
                      <a:pt x="110681" y="17431"/>
                      <a:pt x="120301" y="8763"/>
                      <a:pt x="129921" y="0"/>
                    </a:cubicBezTo>
                    <a:cubicBezTo>
                      <a:pt x="108014" y="26861"/>
                      <a:pt x="82296" y="50292"/>
                      <a:pt x="55435" y="72199"/>
                    </a:cubicBezTo>
                    <a:cubicBezTo>
                      <a:pt x="41720" y="83439"/>
                      <a:pt x="27623" y="94202"/>
                      <a:pt x="13621" y="105061"/>
                    </a:cubicBezTo>
                    <a:cubicBezTo>
                      <a:pt x="9049" y="108490"/>
                      <a:pt x="4667" y="112300"/>
                      <a:pt x="0" y="115538"/>
                    </a:cubicBezTo>
                    <a:cubicBezTo>
                      <a:pt x="1810" y="111062"/>
                      <a:pt x="5239" y="109061"/>
                      <a:pt x="8858" y="106109"/>
                    </a:cubicBezTo>
                    <a:cubicBezTo>
                      <a:pt x="13907" y="102013"/>
                      <a:pt x="18860" y="97727"/>
                      <a:pt x="23717" y="93345"/>
                    </a:cubicBezTo>
                    <a:cubicBezTo>
                      <a:pt x="33528" y="84487"/>
                      <a:pt x="43053" y="75247"/>
                      <a:pt x="52007" y="65532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395" name="Graphique 5">
              <a:extLst>
                <a:ext uri="{FF2B5EF4-FFF2-40B4-BE49-F238E27FC236}">
                  <a16:creationId xmlns:a16="http://schemas.microsoft.com/office/drawing/2014/main" id="{5F6DE8EE-1C8B-4858-98E3-9F76E7242CEE}"/>
                </a:ext>
              </a:extLst>
            </p:cNvPr>
            <p:cNvGrpSpPr/>
            <p:nvPr/>
          </p:nvGrpSpPr>
          <p:grpSpPr>
            <a:xfrm>
              <a:off x="3722173" y="1755687"/>
              <a:ext cx="608262" cy="808633"/>
              <a:chOff x="3722173" y="1755687"/>
              <a:chExt cx="608262" cy="808633"/>
            </a:xfrm>
            <a:solidFill>
              <a:schemeClr val="accent1"/>
            </a:solidFill>
          </p:grpSpPr>
          <p:grpSp>
            <p:nvGrpSpPr>
              <p:cNvPr id="11396" name="Graphique 5">
                <a:extLst>
                  <a:ext uri="{FF2B5EF4-FFF2-40B4-BE49-F238E27FC236}">
                    <a16:creationId xmlns:a16="http://schemas.microsoft.com/office/drawing/2014/main" id="{3085F592-515A-4087-A3C3-531DADE4F86F}"/>
                  </a:ext>
                </a:extLst>
              </p:cNvPr>
              <p:cNvGrpSpPr/>
              <p:nvPr/>
            </p:nvGrpSpPr>
            <p:grpSpPr>
              <a:xfrm>
                <a:off x="3722173" y="1755687"/>
                <a:ext cx="608262" cy="808633"/>
                <a:chOff x="3722173" y="1755687"/>
                <a:chExt cx="608262" cy="808633"/>
              </a:xfrm>
              <a:solidFill>
                <a:schemeClr val="accent1"/>
              </a:solidFill>
            </p:grpSpPr>
            <p:sp>
              <p:nvSpPr>
                <p:cNvPr id="11397" name="Forme libre : forme 11396">
                  <a:extLst>
                    <a:ext uri="{FF2B5EF4-FFF2-40B4-BE49-F238E27FC236}">
                      <a16:creationId xmlns:a16="http://schemas.microsoft.com/office/drawing/2014/main" id="{F4885ABF-6A06-4FA6-9FAB-BC9447E2A6B5}"/>
                    </a:ext>
                  </a:extLst>
                </p:cNvPr>
                <p:cNvSpPr/>
                <p:nvPr/>
              </p:nvSpPr>
              <p:spPr>
                <a:xfrm>
                  <a:off x="3722173" y="1839881"/>
                  <a:ext cx="558054" cy="724439"/>
                </a:xfrm>
                <a:custGeom>
                  <a:avLst/>
                  <a:gdLst>
                    <a:gd name="connsiteX0" fmla="*/ 240586 w 558054"/>
                    <a:gd name="connsiteY0" fmla="*/ 0 h 724439"/>
                    <a:gd name="connsiteX1" fmla="*/ 222203 w 558054"/>
                    <a:gd name="connsiteY1" fmla="*/ 167735 h 724439"/>
                    <a:gd name="connsiteX2" fmla="*/ 177340 w 558054"/>
                    <a:gd name="connsiteY2" fmla="*/ 369856 h 724439"/>
                    <a:gd name="connsiteX3" fmla="*/ 41609 w 558054"/>
                    <a:gd name="connsiteY3" fmla="*/ 611505 h 724439"/>
                    <a:gd name="connsiteX4" fmla="*/ 2652 w 558054"/>
                    <a:gd name="connsiteY4" fmla="*/ 663035 h 724439"/>
                    <a:gd name="connsiteX5" fmla="*/ 59230 w 558054"/>
                    <a:gd name="connsiteY5" fmla="*/ 668560 h 724439"/>
                    <a:gd name="connsiteX6" fmla="*/ 69041 w 558054"/>
                    <a:gd name="connsiteY6" fmla="*/ 674180 h 724439"/>
                    <a:gd name="connsiteX7" fmla="*/ 102093 w 558054"/>
                    <a:gd name="connsiteY7" fmla="*/ 720376 h 724439"/>
                    <a:gd name="connsiteX8" fmla="*/ 127334 w 558054"/>
                    <a:gd name="connsiteY8" fmla="*/ 660845 h 724439"/>
                    <a:gd name="connsiteX9" fmla="*/ 269066 w 558054"/>
                    <a:gd name="connsiteY9" fmla="*/ 422624 h 724439"/>
                    <a:gd name="connsiteX10" fmla="*/ 421847 w 558054"/>
                    <a:gd name="connsiteY10" fmla="*/ 282892 h 724439"/>
                    <a:gd name="connsiteX11" fmla="*/ 558054 w 558054"/>
                    <a:gd name="connsiteY11" fmla="*/ 183261 h 724439"/>
                    <a:gd name="connsiteX12" fmla="*/ 433658 w 558054"/>
                    <a:gd name="connsiteY12" fmla="*/ 35147 h 724439"/>
                    <a:gd name="connsiteX13" fmla="*/ 240586 w 558054"/>
                    <a:gd name="connsiteY13" fmla="*/ 0 h 724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58054" h="724439">
                      <a:moveTo>
                        <a:pt x="240586" y="0"/>
                      </a:moveTo>
                      <a:cubicBezTo>
                        <a:pt x="240586" y="0"/>
                        <a:pt x="224108" y="57531"/>
                        <a:pt x="222203" y="167735"/>
                      </a:cubicBezTo>
                      <a:cubicBezTo>
                        <a:pt x="220393" y="277940"/>
                        <a:pt x="213250" y="303467"/>
                        <a:pt x="177340" y="369856"/>
                      </a:cubicBezTo>
                      <a:cubicBezTo>
                        <a:pt x="141336" y="436245"/>
                        <a:pt x="49705" y="597884"/>
                        <a:pt x="41609" y="611505"/>
                      </a:cubicBezTo>
                      <a:cubicBezTo>
                        <a:pt x="33513" y="625126"/>
                        <a:pt x="17416" y="656082"/>
                        <a:pt x="2652" y="663035"/>
                      </a:cubicBezTo>
                      <a:cubicBezTo>
                        <a:pt x="-12112" y="670084"/>
                        <a:pt x="38656" y="685705"/>
                        <a:pt x="59230" y="668560"/>
                      </a:cubicBezTo>
                      <a:lnTo>
                        <a:pt x="69041" y="674180"/>
                      </a:lnTo>
                      <a:cubicBezTo>
                        <a:pt x="64469" y="700468"/>
                        <a:pt x="103331" y="736663"/>
                        <a:pt x="102093" y="720376"/>
                      </a:cubicBezTo>
                      <a:cubicBezTo>
                        <a:pt x="100854" y="704088"/>
                        <a:pt x="119619" y="674751"/>
                        <a:pt x="127334" y="660845"/>
                      </a:cubicBezTo>
                      <a:cubicBezTo>
                        <a:pt x="135049" y="647033"/>
                        <a:pt x="229442" y="486918"/>
                        <a:pt x="269066" y="422624"/>
                      </a:cubicBezTo>
                      <a:cubicBezTo>
                        <a:pt x="308690" y="358330"/>
                        <a:pt x="327169" y="339471"/>
                        <a:pt x="421847" y="282892"/>
                      </a:cubicBezTo>
                      <a:cubicBezTo>
                        <a:pt x="516430" y="226314"/>
                        <a:pt x="558054" y="183261"/>
                        <a:pt x="558054" y="183261"/>
                      </a:cubicBezTo>
                      <a:lnTo>
                        <a:pt x="433658" y="35147"/>
                      </a:lnTo>
                      <a:lnTo>
                        <a:pt x="240586" y="0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1398" name="Graphique 5">
                  <a:extLst>
                    <a:ext uri="{FF2B5EF4-FFF2-40B4-BE49-F238E27FC236}">
                      <a16:creationId xmlns:a16="http://schemas.microsoft.com/office/drawing/2014/main" id="{2135D42E-A0EA-440F-AE37-D5A46939F36D}"/>
                    </a:ext>
                  </a:extLst>
                </p:cNvPr>
                <p:cNvGrpSpPr/>
                <p:nvPr/>
              </p:nvGrpSpPr>
              <p:grpSpPr>
                <a:xfrm>
                  <a:off x="4062853" y="1771872"/>
                  <a:ext cx="188156" cy="197058"/>
                  <a:chOff x="4062853" y="1771872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11399" name="Forme libre : forme 11398">
                    <a:extLst>
                      <a:ext uri="{FF2B5EF4-FFF2-40B4-BE49-F238E27FC236}">
                        <a16:creationId xmlns:a16="http://schemas.microsoft.com/office/drawing/2014/main" id="{664EB64C-FF5D-4FF7-A823-AA69DF30A8FB}"/>
                      </a:ext>
                    </a:extLst>
                  </p:cNvPr>
                  <p:cNvSpPr/>
                  <p:nvPr/>
                </p:nvSpPr>
                <p:spPr>
                  <a:xfrm rot="-3597654">
                    <a:off x="4080349" y="1806011"/>
                    <a:ext cx="153164" cy="128780"/>
                  </a:xfrm>
                  <a:custGeom>
                    <a:avLst/>
                    <a:gdLst>
                      <a:gd name="connsiteX0" fmla="*/ 153165 w 153164"/>
                      <a:gd name="connsiteY0" fmla="*/ 64390 h 128780"/>
                      <a:gd name="connsiteX1" fmla="*/ 76582 w 153164"/>
                      <a:gd name="connsiteY1" fmla="*/ 128780 h 128780"/>
                      <a:gd name="connsiteX2" fmla="*/ 0 w 153164"/>
                      <a:gd name="connsiteY2" fmla="*/ 64390 h 128780"/>
                      <a:gd name="connsiteX3" fmla="*/ 76582 w 153164"/>
                      <a:gd name="connsiteY3" fmla="*/ 0 h 128780"/>
                      <a:gd name="connsiteX4" fmla="*/ 153165 w 153164"/>
                      <a:gd name="connsiteY4" fmla="*/ 64390 h 128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4" h="128780">
                        <a:moveTo>
                          <a:pt x="153165" y="64390"/>
                        </a:moveTo>
                        <a:cubicBezTo>
                          <a:pt x="153165" y="99952"/>
                          <a:pt x="118878" y="128780"/>
                          <a:pt x="76582" y="128780"/>
                        </a:cubicBezTo>
                        <a:cubicBezTo>
                          <a:pt x="34287" y="128780"/>
                          <a:pt x="0" y="99952"/>
                          <a:pt x="0" y="64390"/>
                        </a:cubicBezTo>
                        <a:cubicBezTo>
                          <a:pt x="0" y="28828"/>
                          <a:pt x="34287" y="0"/>
                          <a:pt x="76582" y="0"/>
                        </a:cubicBezTo>
                        <a:cubicBezTo>
                          <a:pt x="118878" y="0"/>
                          <a:pt x="153165" y="28828"/>
                          <a:pt x="153165" y="6439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00" name="Forme libre : forme 11399">
                    <a:extLst>
                      <a:ext uri="{FF2B5EF4-FFF2-40B4-BE49-F238E27FC236}">
                        <a16:creationId xmlns:a16="http://schemas.microsoft.com/office/drawing/2014/main" id="{D30F3660-CAE0-4D60-83E0-434FF256C265}"/>
                      </a:ext>
                    </a:extLst>
                  </p:cNvPr>
                  <p:cNvSpPr/>
                  <p:nvPr/>
                </p:nvSpPr>
                <p:spPr>
                  <a:xfrm>
                    <a:off x="4089117" y="1848358"/>
                    <a:ext cx="134532" cy="95648"/>
                  </a:xfrm>
                  <a:custGeom>
                    <a:avLst/>
                    <a:gdLst>
                      <a:gd name="connsiteX0" fmla="*/ 134532 w 134532"/>
                      <a:gd name="connsiteY0" fmla="*/ 21812 h 95648"/>
                      <a:gd name="connsiteX1" fmla="*/ 129484 w 134532"/>
                      <a:gd name="connsiteY1" fmla="*/ 32099 h 95648"/>
                      <a:gd name="connsiteX2" fmla="*/ 35377 w 134532"/>
                      <a:gd name="connsiteY2" fmla="*/ 66104 h 95648"/>
                      <a:gd name="connsiteX3" fmla="*/ 6802 w 134532"/>
                      <a:gd name="connsiteY3" fmla="*/ 0 h 95648"/>
                      <a:gd name="connsiteX4" fmla="*/ 29281 w 134532"/>
                      <a:gd name="connsiteY4" fmla="*/ 88202 h 95648"/>
                      <a:gd name="connsiteX5" fmla="*/ 123388 w 134532"/>
                      <a:gd name="connsiteY5" fmla="*/ 54197 h 95648"/>
                      <a:gd name="connsiteX6" fmla="*/ 134532 w 134532"/>
                      <a:gd name="connsiteY6" fmla="*/ 21812 h 95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4532" h="95648">
                        <a:moveTo>
                          <a:pt x="134532" y="21812"/>
                        </a:moveTo>
                        <a:cubicBezTo>
                          <a:pt x="133104" y="25241"/>
                          <a:pt x="131484" y="28765"/>
                          <a:pt x="129484" y="32099"/>
                        </a:cubicBezTo>
                        <a:cubicBezTo>
                          <a:pt x="108339" y="68675"/>
                          <a:pt x="66334" y="83725"/>
                          <a:pt x="35377" y="66104"/>
                        </a:cubicBezTo>
                        <a:cubicBezTo>
                          <a:pt x="11184" y="52388"/>
                          <a:pt x="-246" y="23717"/>
                          <a:pt x="6802" y="0"/>
                        </a:cubicBezTo>
                        <a:cubicBezTo>
                          <a:pt x="-7581" y="34195"/>
                          <a:pt x="1278" y="72009"/>
                          <a:pt x="29281" y="88202"/>
                        </a:cubicBezTo>
                        <a:cubicBezTo>
                          <a:pt x="60047" y="106013"/>
                          <a:pt x="102147" y="90773"/>
                          <a:pt x="123388" y="54197"/>
                        </a:cubicBezTo>
                        <a:cubicBezTo>
                          <a:pt x="129484" y="43815"/>
                          <a:pt x="133104" y="32766"/>
                          <a:pt x="134532" y="2181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01" name="Forme libre : forme 11400">
                    <a:extLst>
                      <a:ext uri="{FF2B5EF4-FFF2-40B4-BE49-F238E27FC236}">
                        <a16:creationId xmlns:a16="http://schemas.microsoft.com/office/drawing/2014/main" id="{349419EB-4CBA-47ED-90D8-0BB1684834D1}"/>
                      </a:ext>
                    </a:extLst>
                  </p:cNvPr>
                  <p:cNvSpPr/>
                  <p:nvPr/>
                </p:nvSpPr>
                <p:spPr>
                  <a:xfrm rot="-2316582">
                    <a:off x="4116242" y="1805995"/>
                    <a:ext cx="74865" cy="59244"/>
                  </a:xfrm>
                  <a:custGeom>
                    <a:avLst/>
                    <a:gdLst>
                      <a:gd name="connsiteX0" fmla="*/ 74865 w 74865"/>
                      <a:gd name="connsiteY0" fmla="*/ 29622 h 59244"/>
                      <a:gd name="connsiteX1" fmla="*/ 37433 w 74865"/>
                      <a:gd name="connsiteY1" fmla="*/ 59244 h 59244"/>
                      <a:gd name="connsiteX2" fmla="*/ 0 w 74865"/>
                      <a:gd name="connsiteY2" fmla="*/ 29622 h 59244"/>
                      <a:gd name="connsiteX3" fmla="*/ 37433 w 74865"/>
                      <a:gd name="connsiteY3" fmla="*/ 0 h 59244"/>
                      <a:gd name="connsiteX4" fmla="*/ 74865 w 74865"/>
                      <a:gd name="connsiteY4" fmla="*/ 29622 h 59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5" h="59244">
                        <a:moveTo>
                          <a:pt x="74865" y="29622"/>
                        </a:moveTo>
                        <a:cubicBezTo>
                          <a:pt x="74865" y="45982"/>
                          <a:pt x="58106" y="59244"/>
                          <a:pt x="37433" y="59244"/>
                        </a:cubicBezTo>
                        <a:cubicBezTo>
                          <a:pt x="16759" y="59244"/>
                          <a:pt x="0" y="45982"/>
                          <a:pt x="0" y="29622"/>
                        </a:cubicBezTo>
                        <a:cubicBezTo>
                          <a:pt x="0" y="13262"/>
                          <a:pt x="16759" y="0"/>
                          <a:pt x="37433" y="0"/>
                        </a:cubicBezTo>
                        <a:cubicBezTo>
                          <a:pt x="58106" y="0"/>
                          <a:pt x="74865" y="13262"/>
                          <a:pt x="74865" y="2962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02" name="Forme libre : forme 11401">
                    <a:extLst>
                      <a:ext uri="{FF2B5EF4-FFF2-40B4-BE49-F238E27FC236}">
                        <a16:creationId xmlns:a16="http://schemas.microsoft.com/office/drawing/2014/main" id="{6B6EEBB5-C548-499E-8EB2-4C34983F02B2}"/>
                      </a:ext>
                    </a:extLst>
                  </p:cNvPr>
                  <p:cNvSpPr/>
                  <p:nvPr/>
                </p:nvSpPr>
                <p:spPr>
                  <a:xfrm>
                    <a:off x="4178215" y="1813687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9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403" name="Graphique 5">
                  <a:extLst>
                    <a:ext uri="{FF2B5EF4-FFF2-40B4-BE49-F238E27FC236}">
                      <a16:creationId xmlns:a16="http://schemas.microsoft.com/office/drawing/2014/main" id="{A7707B62-396D-4E5E-BBC0-DA5319B9F6B2}"/>
                    </a:ext>
                  </a:extLst>
                </p:cNvPr>
                <p:cNvGrpSpPr/>
                <p:nvPr/>
              </p:nvGrpSpPr>
              <p:grpSpPr>
                <a:xfrm>
                  <a:off x="3932543" y="1755687"/>
                  <a:ext cx="188156" cy="197058"/>
                  <a:chOff x="3932543" y="1755687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11404" name="Forme libre : forme 11403">
                    <a:extLst>
                      <a:ext uri="{FF2B5EF4-FFF2-40B4-BE49-F238E27FC236}">
                        <a16:creationId xmlns:a16="http://schemas.microsoft.com/office/drawing/2014/main" id="{2ED4CFA6-A696-4352-970D-EB6D0C7E12CF}"/>
                      </a:ext>
                    </a:extLst>
                  </p:cNvPr>
                  <p:cNvSpPr/>
                  <p:nvPr/>
                </p:nvSpPr>
                <p:spPr>
                  <a:xfrm rot="-3597654">
                    <a:off x="3950038" y="1789826"/>
                    <a:ext cx="153164" cy="128780"/>
                  </a:xfrm>
                  <a:custGeom>
                    <a:avLst/>
                    <a:gdLst>
                      <a:gd name="connsiteX0" fmla="*/ 153165 w 153164"/>
                      <a:gd name="connsiteY0" fmla="*/ 64390 h 128780"/>
                      <a:gd name="connsiteX1" fmla="*/ 76582 w 153164"/>
                      <a:gd name="connsiteY1" fmla="*/ 128780 h 128780"/>
                      <a:gd name="connsiteX2" fmla="*/ 0 w 153164"/>
                      <a:gd name="connsiteY2" fmla="*/ 64390 h 128780"/>
                      <a:gd name="connsiteX3" fmla="*/ 76582 w 153164"/>
                      <a:gd name="connsiteY3" fmla="*/ 0 h 128780"/>
                      <a:gd name="connsiteX4" fmla="*/ 153165 w 153164"/>
                      <a:gd name="connsiteY4" fmla="*/ 64390 h 128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4" h="128780">
                        <a:moveTo>
                          <a:pt x="153165" y="64390"/>
                        </a:moveTo>
                        <a:cubicBezTo>
                          <a:pt x="153165" y="99952"/>
                          <a:pt x="118878" y="128780"/>
                          <a:pt x="76582" y="128780"/>
                        </a:cubicBezTo>
                        <a:cubicBezTo>
                          <a:pt x="34287" y="128780"/>
                          <a:pt x="0" y="99952"/>
                          <a:pt x="0" y="64390"/>
                        </a:cubicBezTo>
                        <a:cubicBezTo>
                          <a:pt x="0" y="28828"/>
                          <a:pt x="34287" y="0"/>
                          <a:pt x="76582" y="0"/>
                        </a:cubicBezTo>
                        <a:cubicBezTo>
                          <a:pt x="118878" y="0"/>
                          <a:pt x="153165" y="28828"/>
                          <a:pt x="153165" y="6439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05" name="Forme libre : forme 11404">
                    <a:extLst>
                      <a:ext uri="{FF2B5EF4-FFF2-40B4-BE49-F238E27FC236}">
                        <a16:creationId xmlns:a16="http://schemas.microsoft.com/office/drawing/2014/main" id="{909A1462-2105-45E7-955D-885415AA145C}"/>
                      </a:ext>
                    </a:extLst>
                  </p:cNvPr>
                  <p:cNvSpPr/>
                  <p:nvPr/>
                </p:nvSpPr>
                <p:spPr>
                  <a:xfrm>
                    <a:off x="3958815" y="1832165"/>
                    <a:ext cx="134532" cy="95648"/>
                  </a:xfrm>
                  <a:custGeom>
                    <a:avLst/>
                    <a:gdLst>
                      <a:gd name="connsiteX0" fmla="*/ 134532 w 134532"/>
                      <a:gd name="connsiteY0" fmla="*/ 21812 h 95648"/>
                      <a:gd name="connsiteX1" fmla="*/ 129484 w 134532"/>
                      <a:gd name="connsiteY1" fmla="*/ 32099 h 95648"/>
                      <a:gd name="connsiteX2" fmla="*/ 35377 w 134532"/>
                      <a:gd name="connsiteY2" fmla="*/ 66104 h 95648"/>
                      <a:gd name="connsiteX3" fmla="*/ 6802 w 134532"/>
                      <a:gd name="connsiteY3" fmla="*/ 0 h 95648"/>
                      <a:gd name="connsiteX4" fmla="*/ 29281 w 134532"/>
                      <a:gd name="connsiteY4" fmla="*/ 88202 h 95648"/>
                      <a:gd name="connsiteX5" fmla="*/ 123388 w 134532"/>
                      <a:gd name="connsiteY5" fmla="*/ 54197 h 95648"/>
                      <a:gd name="connsiteX6" fmla="*/ 134532 w 134532"/>
                      <a:gd name="connsiteY6" fmla="*/ 21812 h 95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4532" h="95648">
                        <a:moveTo>
                          <a:pt x="134532" y="21812"/>
                        </a:moveTo>
                        <a:cubicBezTo>
                          <a:pt x="133104" y="25241"/>
                          <a:pt x="131484" y="28766"/>
                          <a:pt x="129484" y="32099"/>
                        </a:cubicBezTo>
                        <a:cubicBezTo>
                          <a:pt x="108339" y="68675"/>
                          <a:pt x="66333" y="83725"/>
                          <a:pt x="35377" y="66104"/>
                        </a:cubicBezTo>
                        <a:cubicBezTo>
                          <a:pt x="11184" y="52388"/>
                          <a:pt x="-246" y="23717"/>
                          <a:pt x="6802" y="0"/>
                        </a:cubicBezTo>
                        <a:cubicBezTo>
                          <a:pt x="-7580" y="34195"/>
                          <a:pt x="1278" y="72009"/>
                          <a:pt x="29281" y="88202"/>
                        </a:cubicBezTo>
                        <a:cubicBezTo>
                          <a:pt x="60047" y="106013"/>
                          <a:pt x="102147" y="90773"/>
                          <a:pt x="123388" y="54197"/>
                        </a:cubicBezTo>
                        <a:cubicBezTo>
                          <a:pt x="129484" y="43815"/>
                          <a:pt x="133104" y="32766"/>
                          <a:pt x="134532" y="2181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06" name="Forme libre : forme 11405">
                    <a:extLst>
                      <a:ext uri="{FF2B5EF4-FFF2-40B4-BE49-F238E27FC236}">
                        <a16:creationId xmlns:a16="http://schemas.microsoft.com/office/drawing/2014/main" id="{95AA6002-35F8-4677-894B-9138B6B1366A}"/>
                      </a:ext>
                    </a:extLst>
                  </p:cNvPr>
                  <p:cNvSpPr/>
                  <p:nvPr/>
                </p:nvSpPr>
                <p:spPr>
                  <a:xfrm rot="-2316582">
                    <a:off x="3985940" y="1789811"/>
                    <a:ext cx="74865" cy="59244"/>
                  </a:xfrm>
                  <a:custGeom>
                    <a:avLst/>
                    <a:gdLst>
                      <a:gd name="connsiteX0" fmla="*/ 74865 w 74865"/>
                      <a:gd name="connsiteY0" fmla="*/ 29622 h 59244"/>
                      <a:gd name="connsiteX1" fmla="*/ 37432 w 74865"/>
                      <a:gd name="connsiteY1" fmla="*/ 59244 h 59244"/>
                      <a:gd name="connsiteX2" fmla="*/ 0 w 74865"/>
                      <a:gd name="connsiteY2" fmla="*/ 29622 h 59244"/>
                      <a:gd name="connsiteX3" fmla="*/ 37432 w 74865"/>
                      <a:gd name="connsiteY3" fmla="*/ 0 h 59244"/>
                      <a:gd name="connsiteX4" fmla="*/ 74865 w 74865"/>
                      <a:gd name="connsiteY4" fmla="*/ 29622 h 59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5" h="59244">
                        <a:moveTo>
                          <a:pt x="74865" y="29622"/>
                        </a:moveTo>
                        <a:cubicBezTo>
                          <a:pt x="74865" y="45982"/>
                          <a:pt x="58106" y="59244"/>
                          <a:pt x="37432" y="59244"/>
                        </a:cubicBezTo>
                        <a:cubicBezTo>
                          <a:pt x="16759" y="59244"/>
                          <a:pt x="0" y="45982"/>
                          <a:pt x="0" y="29622"/>
                        </a:cubicBezTo>
                        <a:cubicBezTo>
                          <a:pt x="0" y="13262"/>
                          <a:pt x="16759" y="0"/>
                          <a:pt x="37432" y="0"/>
                        </a:cubicBezTo>
                        <a:cubicBezTo>
                          <a:pt x="58106" y="0"/>
                          <a:pt x="74865" y="13262"/>
                          <a:pt x="74865" y="2962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07" name="Forme libre : forme 11406">
                    <a:extLst>
                      <a:ext uri="{FF2B5EF4-FFF2-40B4-BE49-F238E27FC236}">
                        <a16:creationId xmlns:a16="http://schemas.microsoft.com/office/drawing/2014/main" id="{4FFA5CAA-72A3-47AF-9C60-4245DF579304}"/>
                      </a:ext>
                    </a:extLst>
                  </p:cNvPr>
                  <p:cNvSpPr/>
                  <p:nvPr/>
                </p:nvSpPr>
                <p:spPr>
                  <a:xfrm>
                    <a:off x="4047913" y="1797494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8" y="0"/>
                          <a:pt x="17907" y="4009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408" name="Graphique 5">
                  <a:extLst>
                    <a:ext uri="{FF2B5EF4-FFF2-40B4-BE49-F238E27FC236}">
                      <a16:creationId xmlns:a16="http://schemas.microsoft.com/office/drawing/2014/main" id="{A1A6B2DA-ECD4-4AB8-9EC7-595AF762E794}"/>
                    </a:ext>
                  </a:extLst>
                </p:cNvPr>
                <p:cNvGrpSpPr/>
                <p:nvPr/>
              </p:nvGrpSpPr>
              <p:grpSpPr>
                <a:xfrm>
                  <a:off x="4142279" y="1876996"/>
                  <a:ext cx="188156" cy="197058"/>
                  <a:chOff x="4142279" y="1876996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11409" name="Forme libre : forme 11408">
                    <a:extLst>
                      <a:ext uri="{FF2B5EF4-FFF2-40B4-BE49-F238E27FC236}">
                        <a16:creationId xmlns:a16="http://schemas.microsoft.com/office/drawing/2014/main" id="{AC8EB736-D489-41ED-B4C9-87455C6B78B5}"/>
                      </a:ext>
                    </a:extLst>
                  </p:cNvPr>
                  <p:cNvSpPr/>
                  <p:nvPr/>
                </p:nvSpPr>
                <p:spPr>
                  <a:xfrm rot="-3597654">
                    <a:off x="4159775" y="1911135"/>
                    <a:ext cx="153164" cy="128780"/>
                  </a:xfrm>
                  <a:custGeom>
                    <a:avLst/>
                    <a:gdLst>
                      <a:gd name="connsiteX0" fmla="*/ 153165 w 153164"/>
                      <a:gd name="connsiteY0" fmla="*/ 64390 h 128780"/>
                      <a:gd name="connsiteX1" fmla="*/ 76582 w 153164"/>
                      <a:gd name="connsiteY1" fmla="*/ 128780 h 128780"/>
                      <a:gd name="connsiteX2" fmla="*/ 0 w 153164"/>
                      <a:gd name="connsiteY2" fmla="*/ 64390 h 128780"/>
                      <a:gd name="connsiteX3" fmla="*/ 76582 w 153164"/>
                      <a:gd name="connsiteY3" fmla="*/ 0 h 128780"/>
                      <a:gd name="connsiteX4" fmla="*/ 153165 w 153164"/>
                      <a:gd name="connsiteY4" fmla="*/ 64390 h 128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4" h="128780">
                        <a:moveTo>
                          <a:pt x="153165" y="64390"/>
                        </a:moveTo>
                        <a:cubicBezTo>
                          <a:pt x="153165" y="99952"/>
                          <a:pt x="118878" y="128780"/>
                          <a:pt x="76582" y="128780"/>
                        </a:cubicBezTo>
                        <a:cubicBezTo>
                          <a:pt x="34287" y="128780"/>
                          <a:pt x="0" y="99952"/>
                          <a:pt x="0" y="64390"/>
                        </a:cubicBezTo>
                        <a:cubicBezTo>
                          <a:pt x="0" y="28828"/>
                          <a:pt x="34287" y="0"/>
                          <a:pt x="76582" y="0"/>
                        </a:cubicBezTo>
                        <a:cubicBezTo>
                          <a:pt x="118878" y="0"/>
                          <a:pt x="153165" y="28828"/>
                          <a:pt x="153165" y="6439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10" name="Forme libre : forme 11409">
                    <a:extLst>
                      <a:ext uri="{FF2B5EF4-FFF2-40B4-BE49-F238E27FC236}">
                        <a16:creationId xmlns:a16="http://schemas.microsoft.com/office/drawing/2014/main" id="{35AE168E-D2FD-4E07-BCE8-5D1303A2CC90}"/>
                      </a:ext>
                    </a:extLst>
                  </p:cNvPr>
                  <p:cNvSpPr/>
                  <p:nvPr/>
                </p:nvSpPr>
                <p:spPr>
                  <a:xfrm>
                    <a:off x="4168555" y="1953514"/>
                    <a:ext cx="134532" cy="95647"/>
                  </a:xfrm>
                  <a:custGeom>
                    <a:avLst/>
                    <a:gdLst>
                      <a:gd name="connsiteX0" fmla="*/ 134533 w 134532"/>
                      <a:gd name="connsiteY0" fmla="*/ 21812 h 95647"/>
                      <a:gd name="connsiteX1" fmla="*/ 129484 w 134532"/>
                      <a:gd name="connsiteY1" fmla="*/ 32099 h 95647"/>
                      <a:gd name="connsiteX2" fmla="*/ 35377 w 134532"/>
                      <a:gd name="connsiteY2" fmla="*/ 66103 h 95647"/>
                      <a:gd name="connsiteX3" fmla="*/ 6802 w 134532"/>
                      <a:gd name="connsiteY3" fmla="*/ 0 h 95647"/>
                      <a:gd name="connsiteX4" fmla="*/ 29281 w 134532"/>
                      <a:gd name="connsiteY4" fmla="*/ 88201 h 95647"/>
                      <a:gd name="connsiteX5" fmla="*/ 123388 w 134532"/>
                      <a:gd name="connsiteY5" fmla="*/ 54197 h 95647"/>
                      <a:gd name="connsiteX6" fmla="*/ 134533 w 134532"/>
                      <a:gd name="connsiteY6" fmla="*/ 21812 h 95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4532" h="95647">
                        <a:moveTo>
                          <a:pt x="134533" y="21812"/>
                        </a:moveTo>
                        <a:cubicBezTo>
                          <a:pt x="133104" y="25241"/>
                          <a:pt x="131484" y="28765"/>
                          <a:pt x="129484" y="32099"/>
                        </a:cubicBezTo>
                        <a:cubicBezTo>
                          <a:pt x="108339" y="68675"/>
                          <a:pt x="66334" y="83725"/>
                          <a:pt x="35377" y="66103"/>
                        </a:cubicBezTo>
                        <a:cubicBezTo>
                          <a:pt x="11184" y="52388"/>
                          <a:pt x="-246" y="23717"/>
                          <a:pt x="6802" y="0"/>
                        </a:cubicBezTo>
                        <a:cubicBezTo>
                          <a:pt x="-7581" y="34195"/>
                          <a:pt x="1278" y="72009"/>
                          <a:pt x="29281" y="88201"/>
                        </a:cubicBezTo>
                        <a:cubicBezTo>
                          <a:pt x="60047" y="106013"/>
                          <a:pt x="102147" y="90773"/>
                          <a:pt x="123388" y="54197"/>
                        </a:cubicBezTo>
                        <a:cubicBezTo>
                          <a:pt x="129484" y="43720"/>
                          <a:pt x="133104" y="32671"/>
                          <a:pt x="134533" y="2181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11" name="Forme libre : forme 11410">
                    <a:extLst>
                      <a:ext uri="{FF2B5EF4-FFF2-40B4-BE49-F238E27FC236}">
                        <a16:creationId xmlns:a16="http://schemas.microsoft.com/office/drawing/2014/main" id="{8E0CBB1B-D83A-4FAA-9F06-B6C8A47FCB02}"/>
                      </a:ext>
                    </a:extLst>
                  </p:cNvPr>
                  <p:cNvSpPr/>
                  <p:nvPr/>
                </p:nvSpPr>
                <p:spPr>
                  <a:xfrm rot="-2316582">
                    <a:off x="4195733" y="1911031"/>
                    <a:ext cx="74865" cy="59244"/>
                  </a:xfrm>
                  <a:custGeom>
                    <a:avLst/>
                    <a:gdLst>
                      <a:gd name="connsiteX0" fmla="*/ 74865 w 74865"/>
                      <a:gd name="connsiteY0" fmla="*/ 29622 h 59244"/>
                      <a:gd name="connsiteX1" fmla="*/ 37432 w 74865"/>
                      <a:gd name="connsiteY1" fmla="*/ 59244 h 59244"/>
                      <a:gd name="connsiteX2" fmla="*/ 0 w 74865"/>
                      <a:gd name="connsiteY2" fmla="*/ 29622 h 59244"/>
                      <a:gd name="connsiteX3" fmla="*/ 37432 w 74865"/>
                      <a:gd name="connsiteY3" fmla="*/ 0 h 59244"/>
                      <a:gd name="connsiteX4" fmla="*/ 74865 w 74865"/>
                      <a:gd name="connsiteY4" fmla="*/ 29622 h 59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5" h="59244">
                        <a:moveTo>
                          <a:pt x="74865" y="29622"/>
                        </a:moveTo>
                        <a:cubicBezTo>
                          <a:pt x="74865" y="45982"/>
                          <a:pt x="58106" y="59244"/>
                          <a:pt x="37432" y="59244"/>
                        </a:cubicBezTo>
                        <a:cubicBezTo>
                          <a:pt x="16759" y="59244"/>
                          <a:pt x="0" y="45982"/>
                          <a:pt x="0" y="29622"/>
                        </a:cubicBezTo>
                        <a:cubicBezTo>
                          <a:pt x="0" y="13262"/>
                          <a:pt x="16759" y="0"/>
                          <a:pt x="37432" y="0"/>
                        </a:cubicBezTo>
                        <a:cubicBezTo>
                          <a:pt x="58106" y="0"/>
                          <a:pt x="74865" y="13262"/>
                          <a:pt x="74865" y="2962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12" name="Forme libre : forme 11411">
                    <a:extLst>
                      <a:ext uri="{FF2B5EF4-FFF2-40B4-BE49-F238E27FC236}">
                        <a16:creationId xmlns:a16="http://schemas.microsoft.com/office/drawing/2014/main" id="{E94FFD69-DEC4-4B35-87BA-CC35A80BEBD8}"/>
                      </a:ext>
                    </a:extLst>
                  </p:cNvPr>
                  <p:cNvSpPr/>
                  <p:nvPr/>
                </p:nvSpPr>
                <p:spPr>
                  <a:xfrm>
                    <a:off x="4257653" y="1918843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9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1413" name="Forme libre : forme 11412">
                  <a:extLst>
                    <a:ext uri="{FF2B5EF4-FFF2-40B4-BE49-F238E27FC236}">
                      <a16:creationId xmlns:a16="http://schemas.microsoft.com/office/drawing/2014/main" id="{9DEDE4F7-92FE-494B-8A38-5A8749661001}"/>
                    </a:ext>
                  </a:extLst>
                </p:cNvPr>
                <p:cNvSpPr/>
                <p:nvPr/>
              </p:nvSpPr>
              <p:spPr>
                <a:xfrm>
                  <a:off x="3787259" y="2083435"/>
                  <a:ext cx="157036" cy="433101"/>
                </a:xfrm>
                <a:custGeom>
                  <a:avLst/>
                  <a:gdLst>
                    <a:gd name="connsiteX0" fmla="*/ 155307 w 157036"/>
                    <a:gd name="connsiteY0" fmla="*/ 0 h 433101"/>
                    <a:gd name="connsiteX1" fmla="*/ 125875 w 157036"/>
                    <a:gd name="connsiteY1" fmla="*/ 154877 h 433101"/>
                    <a:gd name="connsiteX2" fmla="*/ 54342 w 157036"/>
                    <a:gd name="connsiteY2" fmla="*/ 297561 h 433101"/>
                    <a:gd name="connsiteX3" fmla="*/ 6336 w 157036"/>
                    <a:gd name="connsiteY3" fmla="*/ 433102 h 433101"/>
                    <a:gd name="connsiteX4" fmla="*/ 812 w 157036"/>
                    <a:gd name="connsiteY4" fmla="*/ 412052 h 433101"/>
                    <a:gd name="connsiteX5" fmla="*/ 7193 w 157036"/>
                    <a:gd name="connsiteY5" fmla="*/ 380619 h 433101"/>
                    <a:gd name="connsiteX6" fmla="*/ 143687 w 157036"/>
                    <a:gd name="connsiteY6" fmla="*/ 87154 h 433101"/>
                    <a:gd name="connsiteX7" fmla="*/ 155593 w 157036"/>
                    <a:gd name="connsiteY7" fmla="*/ 10668 h 433101"/>
                    <a:gd name="connsiteX8" fmla="*/ 151973 w 157036"/>
                    <a:gd name="connsiteY8" fmla="*/ 13525 h 433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7036" h="433101">
                      <a:moveTo>
                        <a:pt x="155307" y="0"/>
                      </a:moveTo>
                      <a:cubicBezTo>
                        <a:pt x="162260" y="52769"/>
                        <a:pt x="147401" y="106204"/>
                        <a:pt x="125875" y="154877"/>
                      </a:cubicBezTo>
                      <a:cubicBezTo>
                        <a:pt x="104348" y="203549"/>
                        <a:pt x="76155" y="249079"/>
                        <a:pt x="54342" y="297561"/>
                      </a:cubicBezTo>
                      <a:cubicBezTo>
                        <a:pt x="34625" y="341281"/>
                        <a:pt x="20243" y="387191"/>
                        <a:pt x="6336" y="433102"/>
                      </a:cubicBezTo>
                      <a:cubicBezTo>
                        <a:pt x="-903" y="429958"/>
                        <a:pt x="-617" y="419767"/>
                        <a:pt x="812" y="412052"/>
                      </a:cubicBezTo>
                      <a:cubicBezTo>
                        <a:pt x="2717" y="401479"/>
                        <a:pt x="4717" y="391001"/>
                        <a:pt x="7193" y="380619"/>
                      </a:cubicBezTo>
                      <a:cubicBezTo>
                        <a:pt x="32911" y="275463"/>
                        <a:pt x="117112" y="192119"/>
                        <a:pt x="143687" y="87154"/>
                      </a:cubicBezTo>
                      <a:cubicBezTo>
                        <a:pt x="150068" y="62103"/>
                        <a:pt x="152926" y="36385"/>
                        <a:pt x="155593" y="10668"/>
                      </a:cubicBezTo>
                      <a:cubicBezTo>
                        <a:pt x="154355" y="11621"/>
                        <a:pt x="153212" y="12573"/>
                        <a:pt x="151973" y="13525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14" name="Forme libre : forme 11413">
                  <a:extLst>
                    <a:ext uri="{FF2B5EF4-FFF2-40B4-BE49-F238E27FC236}">
                      <a16:creationId xmlns:a16="http://schemas.microsoft.com/office/drawing/2014/main" id="{2F682B3E-5EFE-414C-9305-D046749A47EE}"/>
                    </a:ext>
                  </a:extLst>
                </p:cNvPr>
                <p:cNvSpPr/>
                <p:nvPr/>
              </p:nvSpPr>
              <p:spPr>
                <a:xfrm>
                  <a:off x="3896560" y="1894744"/>
                  <a:ext cx="186356" cy="513587"/>
                </a:xfrm>
                <a:custGeom>
                  <a:avLst/>
                  <a:gdLst>
                    <a:gd name="connsiteX0" fmla="*/ 85630 w 186356"/>
                    <a:gd name="connsiteY0" fmla="*/ 234220 h 513587"/>
                    <a:gd name="connsiteX1" fmla="*/ 66199 w 186356"/>
                    <a:gd name="connsiteY1" fmla="*/ 312134 h 513587"/>
                    <a:gd name="connsiteX2" fmla="*/ 49435 w 186356"/>
                    <a:gd name="connsiteY2" fmla="*/ 371761 h 513587"/>
                    <a:gd name="connsiteX3" fmla="*/ 0 w 186356"/>
                    <a:gd name="connsiteY3" fmla="*/ 513588 h 513587"/>
                    <a:gd name="connsiteX4" fmla="*/ 75057 w 186356"/>
                    <a:gd name="connsiteY4" fmla="*/ 322612 h 513587"/>
                    <a:gd name="connsiteX5" fmla="*/ 102108 w 186356"/>
                    <a:gd name="connsiteY5" fmla="*/ 243269 h 513587"/>
                    <a:gd name="connsiteX6" fmla="*/ 176403 w 186356"/>
                    <a:gd name="connsiteY6" fmla="*/ 36957 h 513587"/>
                    <a:gd name="connsiteX7" fmla="*/ 186214 w 186356"/>
                    <a:gd name="connsiteY7" fmla="*/ 0 h 513587"/>
                    <a:gd name="connsiteX8" fmla="*/ 177546 w 186356"/>
                    <a:gd name="connsiteY8" fmla="*/ 17907 h 513587"/>
                    <a:gd name="connsiteX9" fmla="*/ 168307 w 186356"/>
                    <a:gd name="connsiteY9" fmla="*/ 41815 h 513587"/>
                    <a:gd name="connsiteX10" fmla="*/ 148019 w 186356"/>
                    <a:gd name="connsiteY10" fmla="*/ 87725 h 513587"/>
                    <a:gd name="connsiteX11" fmla="*/ 105346 w 186356"/>
                    <a:gd name="connsiteY11" fmla="*/ 180023 h 513587"/>
                    <a:gd name="connsiteX12" fmla="*/ 85630 w 186356"/>
                    <a:gd name="connsiteY12" fmla="*/ 234220 h 513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6356" h="513587">
                      <a:moveTo>
                        <a:pt x="85630" y="234220"/>
                      </a:moveTo>
                      <a:cubicBezTo>
                        <a:pt x="77915" y="259842"/>
                        <a:pt x="72676" y="286131"/>
                        <a:pt x="66199" y="312134"/>
                      </a:cubicBezTo>
                      <a:cubicBezTo>
                        <a:pt x="61246" y="332137"/>
                        <a:pt x="55436" y="352044"/>
                        <a:pt x="49435" y="371761"/>
                      </a:cubicBezTo>
                      <a:cubicBezTo>
                        <a:pt x="34766" y="419672"/>
                        <a:pt x="18288" y="467011"/>
                        <a:pt x="0" y="513588"/>
                      </a:cubicBezTo>
                      <a:cubicBezTo>
                        <a:pt x="42196" y="459200"/>
                        <a:pt x="55054" y="388525"/>
                        <a:pt x="75057" y="322612"/>
                      </a:cubicBezTo>
                      <a:cubicBezTo>
                        <a:pt x="83153" y="295847"/>
                        <a:pt x="92678" y="269558"/>
                        <a:pt x="102108" y="243269"/>
                      </a:cubicBezTo>
                      <a:cubicBezTo>
                        <a:pt x="126873" y="174498"/>
                        <a:pt x="151638" y="105728"/>
                        <a:pt x="176403" y="36957"/>
                      </a:cubicBezTo>
                      <a:cubicBezTo>
                        <a:pt x="180308" y="26194"/>
                        <a:pt x="187452" y="11525"/>
                        <a:pt x="186214" y="0"/>
                      </a:cubicBezTo>
                      <a:cubicBezTo>
                        <a:pt x="180689" y="1238"/>
                        <a:pt x="179165" y="13240"/>
                        <a:pt x="177546" y="17907"/>
                      </a:cubicBezTo>
                      <a:cubicBezTo>
                        <a:pt x="174688" y="26003"/>
                        <a:pt x="171545" y="33909"/>
                        <a:pt x="168307" y="41815"/>
                      </a:cubicBezTo>
                      <a:cubicBezTo>
                        <a:pt x="162020" y="57341"/>
                        <a:pt x="155067" y="72581"/>
                        <a:pt x="148019" y="87725"/>
                      </a:cubicBezTo>
                      <a:cubicBezTo>
                        <a:pt x="133636" y="118396"/>
                        <a:pt x="118396" y="148781"/>
                        <a:pt x="105346" y="180023"/>
                      </a:cubicBezTo>
                      <a:cubicBezTo>
                        <a:pt x="97917" y="197834"/>
                        <a:pt x="91154" y="215837"/>
                        <a:pt x="85630" y="234220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15" name="Forme libre : forme 11414">
                  <a:extLst>
                    <a:ext uri="{FF2B5EF4-FFF2-40B4-BE49-F238E27FC236}">
                      <a16:creationId xmlns:a16="http://schemas.microsoft.com/office/drawing/2014/main" id="{286C49ED-8A96-4F16-B876-9471D2D362D5}"/>
                    </a:ext>
                  </a:extLst>
                </p:cNvPr>
                <p:cNvSpPr/>
                <p:nvPr/>
              </p:nvSpPr>
              <p:spPr>
                <a:xfrm>
                  <a:off x="3983619" y="1945703"/>
                  <a:ext cx="189547" cy="227552"/>
                </a:xfrm>
                <a:custGeom>
                  <a:avLst/>
                  <a:gdLst>
                    <a:gd name="connsiteX0" fmla="*/ 154686 w 189547"/>
                    <a:gd name="connsiteY0" fmla="*/ 45053 h 227552"/>
                    <a:gd name="connsiteX1" fmla="*/ 133064 w 189547"/>
                    <a:gd name="connsiteY1" fmla="*/ 71533 h 227552"/>
                    <a:gd name="connsiteX2" fmla="*/ 116967 w 189547"/>
                    <a:gd name="connsiteY2" fmla="*/ 87535 h 227552"/>
                    <a:gd name="connsiteX3" fmla="*/ 60960 w 189547"/>
                    <a:gd name="connsiteY3" fmla="*/ 140970 h 227552"/>
                    <a:gd name="connsiteX4" fmla="*/ 36481 w 189547"/>
                    <a:gd name="connsiteY4" fmla="*/ 161925 h 227552"/>
                    <a:gd name="connsiteX5" fmla="*/ 17621 w 189547"/>
                    <a:gd name="connsiteY5" fmla="*/ 177260 h 227552"/>
                    <a:gd name="connsiteX6" fmla="*/ 12192 w 189547"/>
                    <a:gd name="connsiteY6" fmla="*/ 188786 h 227552"/>
                    <a:gd name="connsiteX7" fmla="*/ 0 w 189547"/>
                    <a:gd name="connsiteY7" fmla="*/ 227552 h 227552"/>
                    <a:gd name="connsiteX8" fmla="*/ 42672 w 189547"/>
                    <a:gd name="connsiteY8" fmla="*/ 176308 h 227552"/>
                    <a:gd name="connsiteX9" fmla="*/ 161639 w 189547"/>
                    <a:gd name="connsiteY9" fmla="*/ 40767 h 227552"/>
                    <a:gd name="connsiteX10" fmla="*/ 176498 w 189547"/>
                    <a:gd name="connsiteY10" fmla="*/ 20193 h 227552"/>
                    <a:gd name="connsiteX11" fmla="*/ 189547 w 189547"/>
                    <a:gd name="connsiteY11" fmla="*/ 0 h 227552"/>
                    <a:gd name="connsiteX12" fmla="*/ 171926 w 189547"/>
                    <a:gd name="connsiteY12" fmla="*/ 22574 h 227552"/>
                    <a:gd name="connsiteX13" fmla="*/ 154686 w 189547"/>
                    <a:gd name="connsiteY13" fmla="*/ 45053 h 227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89547" h="227552">
                      <a:moveTo>
                        <a:pt x="154686" y="45053"/>
                      </a:moveTo>
                      <a:cubicBezTo>
                        <a:pt x="147733" y="54102"/>
                        <a:pt x="140779" y="63151"/>
                        <a:pt x="133064" y="71533"/>
                      </a:cubicBezTo>
                      <a:cubicBezTo>
                        <a:pt x="127921" y="77057"/>
                        <a:pt x="122491" y="82296"/>
                        <a:pt x="116967" y="87535"/>
                      </a:cubicBezTo>
                      <a:cubicBezTo>
                        <a:pt x="98298" y="105346"/>
                        <a:pt x="79629" y="123158"/>
                        <a:pt x="60960" y="140970"/>
                      </a:cubicBezTo>
                      <a:cubicBezTo>
                        <a:pt x="53149" y="148399"/>
                        <a:pt x="45339" y="155829"/>
                        <a:pt x="36481" y="161925"/>
                      </a:cubicBezTo>
                      <a:cubicBezTo>
                        <a:pt x="29813" y="166592"/>
                        <a:pt x="22288" y="170593"/>
                        <a:pt x="17621" y="177260"/>
                      </a:cubicBezTo>
                      <a:cubicBezTo>
                        <a:pt x="15145" y="180784"/>
                        <a:pt x="13621" y="184785"/>
                        <a:pt x="12192" y="188786"/>
                      </a:cubicBezTo>
                      <a:cubicBezTo>
                        <a:pt x="7525" y="201549"/>
                        <a:pt x="3429" y="214503"/>
                        <a:pt x="0" y="227552"/>
                      </a:cubicBezTo>
                      <a:cubicBezTo>
                        <a:pt x="9049" y="207073"/>
                        <a:pt x="26384" y="191643"/>
                        <a:pt x="42672" y="176308"/>
                      </a:cubicBezTo>
                      <a:cubicBezTo>
                        <a:pt x="86392" y="134969"/>
                        <a:pt x="126016" y="89249"/>
                        <a:pt x="161639" y="40767"/>
                      </a:cubicBezTo>
                      <a:cubicBezTo>
                        <a:pt x="166688" y="34004"/>
                        <a:pt x="171640" y="27146"/>
                        <a:pt x="176498" y="20193"/>
                      </a:cubicBezTo>
                      <a:cubicBezTo>
                        <a:pt x="179927" y="15335"/>
                        <a:pt x="189452" y="5620"/>
                        <a:pt x="189547" y="0"/>
                      </a:cubicBezTo>
                      <a:cubicBezTo>
                        <a:pt x="182785" y="5905"/>
                        <a:pt x="177451" y="15335"/>
                        <a:pt x="171926" y="22574"/>
                      </a:cubicBezTo>
                      <a:cubicBezTo>
                        <a:pt x="166211" y="30099"/>
                        <a:pt x="160496" y="37528"/>
                        <a:pt x="154686" y="45053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16" name="Forme libre : forme 11415">
                  <a:extLst>
                    <a:ext uri="{FF2B5EF4-FFF2-40B4-BE49-F238E27FC236}">
                      <a16:creationId xmlns:a16="http://schemas.microsoft.com/office/drawing/2014/main" id="{BCD9497C-7806-44AD-8484-65A7A9ED850C}"/>
                    </a:ext>
                  </a:extLst>
                </p:cNvPr>
                <p:cNvSpPr/>
                <p:nvPr/>
              </p:nvSpPr>
              <p:spPr>
                <a:xfrm>
                  <a:off x="3953669" y="1923099"/>
                  <a:ext cx="87184" cy="239434"/>
                </a:xfrm>
                <a:custGeom>
                  <a:avLst/>
                  <a:gdLst>
                    <a:gd name="connsiteX0" fmla="*/ 28426 w 87184"/>
                    <a:gd name="connsiteY0" fmla="*/ 13841 h 239434"/>
                    <a:gd name="connsiteX1" fmla="*/ 41094 w 87184"/>
                    <a:gd name="connsiteY1" fmla="*/ 18699 h 239434"/>
                    <a:gd name="connsiteX2" fmla="*/ 58048 w 87184"/>
                    <a:gd name="connsiteY2" fmla="*/ 19175 h 239434"/>
                    <a:gd name="connsiteX3" fmla="*/ 75955 w 87184"/>
                    <a:gd name="connsiteY3" fmla="*/ 20223 h 239434"/>
                    <a:gd name="connsiteX4" fmla="*/ 82813 w 87184"/>
                    <a:gd name="connsiteY4" fmla="*/ 22223 h 239434"/>
                    <a:gd name="connsiteX5" fmla="*/ 86337 w 87184"/>
                    <a:gd name="connsiteY5" fmla="*/ 38987 h 239434"/>
                    <a:gd name="connsiteX6" fmla="*/ 73288 w 87184"/>
                    <a:gd name="connsiteY6" fmla="*/ 70324 h 239434"/>
                    <a:gd name="connsiteX7" fmla="*/ 39379 w 87184"/>
                    <a:gd name="connsiteY7" fmla="*/ 153858 h 239434"/>
                    <a:gd name="connsiteX8" fmla="*/ 11757 w 87184"/>
                    <a:gd name="connsiteY8" fmla="*/ 233011 h 239434"/>
                    <a:gd name="connsiteX9" fmla="*/ 3184 w 87184"/>
                    <a:gd name="connsiteY9" fmla="*/ 239107 h 239434"/>
                    <a:gd name="connsiteX10" fmla="*/ 41 w 87184"/>
                    <a:gd name="connsiteY10" fmla="*/ 230630 h 239434"/>
                    <a:gd name="connsiteX11" fmla="*/ 3660 w 87184"/>
                    <a:gd name="connsiteY11" fmla="*/ 181195 h 239434"/>
                    <a:gd name="connsiteX12" fmla="*/ 1851 w 87184"/>
                    <a:gd name="connsiteY12" fmla="*/ 50512 h 239434"/>
                    <a:gd name="connsiteX13" fmla="*/ 7280 w 87184"/>
                    <a:gd name="connsiteY13" fmla="*/ 9745 h 239434"/>
                    <a:gd name="connsiteX14" fmla="*/ 14805 w 87184"/>
                    <a:gd name="connsiteY14" fmla="*/ 887 h 239434"/>
                    <a:gd name="connsiteX15" fmla="*/ 28426 w 87184"/>
                    <a:gd name="connsiteY15" fmla="*/ 13841 h 239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7184" h="239434">
                      <a:moveTo>
                        <a:pt x="28426" y="13841"/>
                      </a:moveTo>
                      <a:cubicBezTo>
                        <a:pt x="32331" y="16127"/>
                        <a:pt x="36617" y="17937"/>
                        <a:pt x="41094" y="18699"/>
                      </a:cubicBezTo>
                      <a:cubicBezTo>
                        <a:pt x="46714" y="19746"/>
                        <a:pt x="52428" y="19270"/>
                        <a:pt x="58048" y="19175"/>
                      </a:cubicBezTo>
                      <a:cubicBezTo>
                        <a:pt x="64049" y="19080"/>
                        <a:pt x="69954" y="19461"/>
                        <a:pt x="75955" y="20223"/>
                      </a:cubicBezTo>
                      <a:cubicBezTo>
                        <a:pt x="78336" y="20508"/>
                        <a:pt x="80813" y="20889"/>
                        <a:pt x="82813" y="22223"/>
                      </a:cubicBezTo>
                      <a:cubicBezTo>
                        <a:pt x="87861" y="25557"/>
                        <a:pt x="87766" y="33081"/>
                        <a:pt x="86337" y="38987"/>
                      </a:cubicBezTo>
                      <a:cubicBezTo>
                        <a:pt x="83670" y="49941"/>
                        <a:pt x="78336" y="60132"/>
                        <a:pt x="73288" y="70324"/>
                      </a:cubicBezTo>
                      <a:cubicBezTo>
                        <a:pt x="59953" y="97280"/>
                        <a:pt x="48619" y="125283"/>
                        <a:pt x="39379" y="153858"/>
                      </a:cubicBezTo>
                      <a:cubicBezTo>
                        <a:pt x="30807" y="180433"/>
                        <a:pt x="23853" y="207865"/>
                        <a:pt x="11757" y="233011"/>
                      </a:cubicBezTo>
                      <a:cubicBezTo>
                        <a:pt x="10042" y="236535"/>
                        <a:pt x="6709" y="240631"/>
                        <a:pt x="3184" y="239107"/>
                      </a:cubicBezTo>
                      <a:cubicBezTo>
                        <a:pt x="232" y="237869"/>
                        <a:pt x="-149" y="233868"/>
                        <a:pt x="41" y="230630"/>
                      </a:cubicBezTo>
                      <a:cubicBezTo>
                        <a:pt x="994" y="214152"/>
                        <a:pt x="2899" y="197673"/>
                        <a:pt x="3660" y="181195"/>
                      </a:cubicBezTo>
                      <a:cubicBezTo>
                        <a:pt x="5661" y="137666"/>
                        <a:pt x="-911" y="93946"/>
                        <a:pt x="1851" y="50512"/>
                      </a:cubicBezTo>
                      <a:cubicBezTo>
                        <a:pt x="2708" y="36796"/>
                        <a:pt x="4613" y="23175"/>
                        <a:pt x="7280" y="9745"/>
                      </a:cubicBezTo>
                      <a:cubicBezTo>
                        <a:pt x="8233" y="5173"/>
                        <a:pt x="8899" y="-2637"/>
                        <a:pt x="14805" y="887"/>
                      </a:cubicBezTo>
                      <a:cubicBezTo>
                        <a:pt x="19662" y="3744"/>
                        <a:pt x="22996" y="10602"/>
                        <a:pt x="28426" y="1384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17" name="Forme libre : forme 11416">
                  <a:extLst>
                    <a:ext uri="{FF2B5EF4-FFF2-40B4-BE49-F238E27FC236}">
                      <a16:creationId xmlns:a16="http://schemas.microsoft.com/office/drawing/2014/main" id="{8876EE7B-BEB5-4B45-9CE5-7EC88894E420}"/>
                    </a:ext>
                  </a:extLst>
                </p:cNvPr>
                <p:cNvSpPr/>
                <p:nvPr/>
              </p:nvSpPr>
              <p:spPr>
                <a:xfrm>
                  <a:off x="4035428" y="1933955"/>
                  <a:ext cx="115545" cy="147667"/>
                </a:xfrm>
                <a:custGeom>
                  <a:avLst/>
                  <a:gdLst>
                    <a:gd name="connsiteX0" fmla="*/ 115546 w 115545"/>
                    <a:gd name="connsiteY0" fmla="*/ 21940 h 147667"/>
                    <a:gd name="connsiteX1" fmla="*/ 106497 w 115545"/>
                    <a:gd name="connsiteY1" fmla="*/ 37275 h 147667"/>
                    <a:gd name="connsiteX2" fmla="*/ 32773 w 115545"/>
                    <a:gd name="connsiteY2" fmla="*/ 123286 h 147667"/>
                    <a:gd name="connsiteX3" fmla="*/ 7627 w 115545"/>
                    <a:gd name="connsiteY3" fmla="*/ 146241 h 147667"/>
                    <a:gd name="connsiteX4" fmla="*/ 3055 w 115545"/>
                    <a:gd name="connsiteY4" fmla="*/ 147575 h 147667"/>
                    <a:gd name="connsiteX5" fmla="*/ 7 w 115545"/>
                    <a:gd name="connsiteY5" fmla="*/ 143193 h 147667"/>
                    <a:gd name="connsiteX6" fmla="*/ 1531 w 115545"/>
                    <a:gd name="connsiteY6" fmla="*/ 137669 h 147667"/>
                    <a:gd name="connsiteX7" fmla="*/ 35059 w 115545"/>
                    <a:gd name="connsiteY7" fmla="*/ 50420 h 147667"/>
                    <a:gd name="connsiteX8" fmla="*/ 48871 w 115545"/>
                    <a:gd name="connsiteY8" fmla="*/ 6319 h 147667"/>
                    <a:gd name="connsiteX9" fmla="*/ 74207 w 115545"/>
                    <a:gd name="connsiteY9" fmla="*/ 10034 h 147667"/>
                    <a:gd name="connsiteX10" fmla="*/ 93924 w 115545"/>
                    <a:gd name="connsiteY10" fmla="*/ 19368 h 147667"/>
                    <a:gd name="connsiteX11" fmla="*/ 115546 w 115545"/>
                    <a:gd name="connsiteY11" fmla="*/ 21940 h 147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5545" h="147667">
                      <a:moveTo>
                        <a:pt x="115546" y="21940"/>
                      </a:moveTo>
                      <a:cubicBezTo>
                        <a:pt x="114117" y="27750"/>
                        <a:pt x="110307" y="32608"/>
                        <a:pt x="106497" y="37275"/>
                      </a:cubicBezTo>
                      <a:cubicBezTo>
                        <a:pt x="82684" y="66612"/>
                        <a:pt x="58110" y="95283"/>
                        <a:pt x="32773" y="123286"/>
                      </a:cubicBezTo>
                      <a:cubicBezTo>
                        <a:pt x="25153" y="131763"/>
                        <a:pt x="17248" y="140241"/>
                        <a:pt x="7627" y="146241"/>
                      </a:cubicBezTo>
                      <a:cubicBezTo>
                        <a:pt x="6294" y="147099"/>
                        <a:pt x="4674" y="147956"/>
                        <a:pt x="3055" y="147575"/>
                      </a:cubicBezTo>
                      <a:cubicBezTo>
                        <a:pt x="1150" y="147099"/>
                        <a:pt x="7" y="145098"/>
                        <a:pt x="7" y="143193"/>
                      </a:cubicBezTo>
                      <a:cubicBezTo>
                        <a:pt x="-88" y="141288"/>
                        <a:pt x="769" y="139383"/>
                        <a:pt x="1531" y="137669"/>
                      </a:cubicBezTo>
                      <a:cubicBezTo>
                        <a:pt x="13914" y="109094"/>
                        <a:pt x="25153" y="79947"/>
                        <a:pt x="35059" y="50420"/>
                      </a:cubicBezTo>
                      <a:cubicBezTo>
                        <a:pt x="39726" y="36418"/>
                        <a:pt x="42298" y="19464"/>
                        <a:pt x="48871" y="6319"/>
                      </a:cubicBezTo>
                      <a:cubicBezTo>
                        <a:pt x="55729" y="-7397"/>
                        <a:pt x="66301" y="4700"/>
                        <a:pt x="74207" y="10034"/>
                      </a:cubicBezTo>
                      <a:cubicBezTo>
                        <a:pt x="80208" y="14130"/>
                        <a:pt x="86971" y="17273"/>
                        <a:pt x="93924" y="19368"/>
                      </a:cubicBezTo>
                      <a:cubicBezTo>
                        <a:pt x="95924" y="19749"/>
                        <a:pt x="115069" y="24036"/>
                        <a:pt x="115546" y="2194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18" name="Forme libre : forme 11417">
                  <a:extLst>
                    <a:ext uri="{FF2B5EF4-FFF2-40B4-BE49-F238E27FC236}">
                      <a16:creationId xmlns:a16="http://schemas.microsoft.com/office/drawing/2014/main" id="{5FEC1E66-E908-443C-801E-D54D6F50CD66}"/>
                    </a:ext>
                  </a:extLst>
                </p:cNvPr>
                <p:cNvSpPr/>
                <p:nvPr/>
              </p:nvSpPr>
              <p:spPr>
                <a:xfrm>
                  <a:off x="3992852" y="2013139"/>
                  <a:ext cx="200976" cy="221393"/>
                </a:xfrm>
                <a:custGeom>
                  <a:avLst/>
                  <a:gdLst>
                    <a:gd name="connsiteX0" fmla="*/ 192506 w 200976"/>
                    <a:gd name="connsiteY0" fmla="*/ 38101 h 221393"/>
                    <a:gd name="connsiteX1" fmla="*/ 200317 w 200976"/>
                    <a:gd name="connsiteY1" fmla="*/ 45531 h 221393"/>
                    <a:gd name="connsiteX2" fmla="*/ 192983 w 200976"/>
                    <a:gd name="connsiteY2" fmla="*/ 62199 h 221393"/>
                    <a:gd name="connsiteX3" fmla="*/ 80397 w 200976"/>
                    <a:gd name="connsiteY3" fmla="*/ 133637 h 221393"/>
                    <a:gd name="connsiteX4" fmla="*/ 8864 w 200976"/>
                    <a:gd name="connsiteY4" fmla="*/ 216885 h 221393"/>
                    <a:gd name="connsiteX5" fmla="*/ 5340 w 200976"/>
                    <a:gd name="connsiteY5" fmla="*/ 220886 h 221393"/>
                    <a:gd name="connsiteX6" fmla="*/ 482 w 200976"/>
                    <a:gd name="connsiteY6" fmla="*/ 220029 h 221393"/>
                    <a:gd name="connsiteX7" fmla="*/ 6 w 200976"/>
                    <a:gd name="connsiteY7" fmla="*/ 217076 h 221393"/>
                    <a:gd name="connsiteX8" fmla="*/ 19342 w 200976"/>
                    <a:gd name="connsiteY8" fmla="*/ 141543 h 221393"/>
                    <a:gd name="connsiteX9" fmla="*/ 35153 w 200976"/>
                    <a:gd name="connsiteY9" fmla="*/ 123064 h 221393"/>
                    <a:gd name="connsiteX10" fmla="*/ 146691 w 200976"/>
                    <a:gd name="connsiteY10" fmla="*/ 12574 h 221393"/>
                    <a:gd name="connsiteX11" fmla="*/ 158026 w 200976"/>
                    <a:gd name="connsiteY11" fmla="*/ 1 h 221393"/>
                    <a:gd name="connsiteX12" fmla="*/ 167360 w 200976"/>
                    <a:gd name="connsiteY12" fmla="*/ 10002 h 221393"/>
                    <a:gd name="connsiteX13" fmla="*/ 192506 w 200976"/>
                    <a:gd name="connsiteY13" fmla="*/ 38101 h 22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00976" h="221393">
                      <a:moveTo>
                        <a:pt x="192506" y="38101"/>
                      </a:moveTo>
                      <a:cubicBezTo>
                        <a:pt x="195554" y="40101"/>
                        <a:pt x="198983" y="42197"/>
                        <a:pt x="200317" y="45531"/>
                      </a:cubicBezTo>
                      <a:cubicBezTo>
                        <a:pt x="202793" y="51531"/>
                        <a:pt x="197840" y="57913"/>
                        <a:pt x="192983" y="62199"/>
                      </a:cubicBezTo>
                      <a:cubicBezTo>
                        <a:pt x="159740" y="91822"/>
                        <a:pt x="115830" y="106681"/>
                        <a:pt x="80397" y="133637"/>
                      </a:cubicBezTo>
                      <a:cubicBezTo>
                        <a:pt x="51155" y="155925"/>
                        <a:pt x="28676" y="185929"/>
                        <a:pt x="8864" y="216885"/>
                      </a:cubicBezTo>
                      <a:cubicBezTo>
                        <a:pt x="7912" y="218409"/>
                        <a:pt x="6864" y="220029"/>
                        <a:pt x="5340" y="220886"/>
                      </a:cubicBezTo>
                      <a:cubicBezTo>
                        <a:pt x="3816" y="221743"/>
                        <a:pt x="1435" y="221553"/>
                        <a:pt x="482" y="220029"/>
                      </a:cubicBezTo>
                      <a:cubicBezTo>
                        <a:pt x="-89" y="219171"/>
                        <a:pt x="6" y="218028"/>
                        <a:pt x="6" y="217076"/>
                      </a:cubicBezTo>
                      <a:cubicBezTo>
                        <a:pt x="959" y="190787"/>
                        <a:pt x="4483" y="163355"/>
                        <a:pt x="19342" y="141543"/>
                      </a:cubicBezTo>
                      <a:cubicBezTo>
                        <a:pt x="23914" y="134875"/>
                        <a:pt x="29438" y="128874"/>
                        <a:pt x="35153" y="123064"/>
                      </a:cubicBezTo>
                      <a:cubicBezTo>
                        <a:pt x="72205" y="85821"/>
                        <a:pt x="119354" y="57437"/>
                        <a:pt x="146691" y="12574"/>
                      </a:cubicBezTo>
                      <a:cubicBezTo>
                        <a:pt x="148977" y="8764"/>
                        <a:pt x="152692" y="96"/>
                        <a:pt x="158026" y="1"/>
                      </a:cubicBezTo>
                      <a:cubicBezTo>
                        <a:pt x="162979" y="-94"/>
                        <a:pt x="165455" y="6573"/>
                        <a:pt x="167360" y="10002"/>
                      </a:cubicBezTo>
                      <a:cubicBezTo>
                        <a:pt x="173361" y="21337"/>
                        <a:pt x="181934" y="31053"/>
                        <a:pt x="192506" y="3810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19" name="Forme libre : forme 11418">
                  <a:extLst>
                    <a:ext uri="{FF2B5EF4-FFF2-40B4-BE49-F238E27FC236}">
                      <a16:creationId xmlns:a16="http://schemas.microsoft.com/office/drawing/2014/main" id="{91336B09-AD3C-4AF3-8D92-3E9534A9F161}"/>
                    </a:ext>
                  </a:extLst>
                </p:cNvPr>
                <p:cNvSpPr/>
                <p:nvPr/>
              </p:nvSpPr>
              <p:spPr>
                <a:xfrm>
                  <a:off x="3812925" y="2210944"/>
                  <a:ext cx="132749" cy="323308"/>
                </a:xfrm>
                <a:custGeom>
                  <a:avLst/>
                  <a:gdLst>
                    <a:gd name="connsiteX0" fmla="*/ 96494 w 132749"/>
                    <a:gd name="connsiteY0" fmla="*/ 126617 h 323308"/>
                    <a:gd name="connsiteX1" fmla="*/ 86683 w 132749"/>
                    <a:gd name="connsiteY1" fmla="*/ 161383 h 323308"/>
                    <a:gd name="connsiteX2" fmla="*/ 56775 w 132749"/>
                    <a:gd name="connsiteY2" fmla="*/ 221677 h 323308"/>
                    <a:gd name="connsiteX3" fmla="*/ 8292 w 132749"/>
                    <a:gd name="connsiteY3" fmla="*/ 323308 h 323308"/>
                    <a:gd name="connsiteX4" fmla="*/ 6 w 132749"/>
                    <a:gd name="connsiteY4" fmla="*/ 305878 h 323308"/>
                    <a:gd name="connsiteX5" fmla="*/ 39154 w 132749"/>
                    <a:gd name="connsiteY5" fmla="*/ 172433 h 323308"/>
                    <a:gd name="connsiteX6" fmla="*/ 71539 w 132749"/>
                    <a:gd name="connsiteY6" fmla="*/ 113282 h 323308"/>
                    <a:gd name="connsiteX7" fmla="*/ 110115 w 132749"/>
                    <a:gd name="connsiteY7" fmla="*/ 37844 h 323308"/>
                    <a:gd name="connsiteX8" fmla="*/ 115639 w 132749"/>
                    <a:gd name="connsiteY8" fmla="*/ 17937 h 323308"/>
                    <a:gd name="connsiteX9" fmla="*/ 121354 w 132749"/>
                    <a:gd name="connsiteY9" fmla="*/ 1268 h 323308"/>
                    <a:gd name="connsiteX10" fmla="*/ 129736 w 132749"/>
                    <a:gd name="connsiteY10" fmla="*/ 2030 h 323308"/>
                    <a:gd name="connsiteX11" fmla="*/ 132404 w 132749"/>
                    <a:gd name="connsiteY11" fmla="*/ 12508 h 323308"/>
                    <a:gd name="connsiteX12" fmla="*/ 110305 w 132749"/>
                    <a:gd name="connsiteY12" fmla="*/ 85850 h 323308"/>
                    <a:gd name="connsiteX13" fmla="*/ 96494 w 132749"/>
                    <a:gd name="connsiteY13" fmla="*/ 126617 h 32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2749" h="323308">
                      <a:moveTo>
                        <a:pt x="96494" y="126617"/>
                      </a:moveTo>
                      <a:cubicBezTo>
                        <a:pt x="93160" y="138238"/>
                        <a:pt x="90589" y="150049"/>
                        <a:pt x="86683" y="161383"/>
                      </a:cubicBezTo>
                      <a:cubicBezTo>
                        <a:pt x="79349" y="182624"/>
                        <a:pt x="67538" y="201960"/>
                        <a:pt x="56775" y="221677"/>
                      </a:cubicBezTo>
                      <a:cubicBezTo>
                        <a:pt x="38773" y="254633"/>
                        <a:pt x="23533" y="289019"/>
                        <a:pt x="8292" y="323308"/>
                      </a:cubicBezTo>
                      <a:cubicBezTo>
                        <a:pt x="1721" y="321213"/>
                        <a:pt x="101" y="312736"/>
                        <a:pt x="6" y="305878"/>
                      </a:cubicBezTo>
                      <a:cubicBezTo>
                        <a:pt x="-375" y="259110"/>
                        <a:pt x="18104" y="214247"/>
                        <a:pt x="39154" y="172433"/>
                      </a:cubicBezTo>
                      <a:cubicBezTo>
                        <a:pt x="49250" y="152335"/>
                        <a:pt x="60109" y="132618"/>
                        <a:pt x="71539" y="113282"/>
                      </a:cubicBezTo>
                      <a:cubicBezTo>
                        <a:pt x="86017" y="88898"/>
                        <a:pt x="101638" y="64800"/>
                        <a:pt x="110115" y="37844"/>
                      </a:cubicBezTo>
                      <a:cubicBezTo>
                        <a:pt x="112210" y="31272"/>
                        <a:pt x="113830" y="24605"/>
                        <a:pt x="115639" y="17937"/>
                      </a:cubicBezTo>
                      <a:cubicBezTo>
                        <a:pt x="116878" y="13555"/>
                        <a:pt x="117925" y="4412"/>
                        <a:pt x="121354" y="1268"/>
                      </a:cubicBezTo>
                      <a:cubicBezTo>
                        <a:pt x="123831" y="-1018"/>
                        <a:pt x="127355" y="125"/>
                        <a:pt x="129736" y="2030"/>
                      </a:cubicBezTo>
                      <a:cubicBezTo>
                        <a:pt x="133261" y="4983"/>
                        <a:pt x="132975" y="8317"/>
                        <a:pt x="132404" y="12508"/>
                      </a:cubicBezTo>
                      <a:cubicBezTo>
                        <a:pt x="128403" y="37844"/>
                        <a:pt x="119068" y="61943"/>
                        <a:pt x="110305" y="85850"/>
                      </a:cubicBezTo>
                      <a:cubicBezTo>
                        <a:pt x="105352" y="99281"/>
                        <a:pt x="100399" y="112806"/>
                        <a:pt x="96494" y="126617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20" name="Forme libre : forme 11419">
                  <a:extLst>
                    <a:ext uri="{FF2B5EF4-FFF2-40B4-BE49-F238E27FC236}">
                      <a16:creationId xmlns:a16="http://schemas.microsoft.com/office/drawing/2014/main" id="{C1CD521C-3D3F-43E5-8D70-89AD47C8E261}"/>
                    </a:ext>
                  </a:extLst>
                </p:cNvPr>
                <p:cNvSpPr/>
                <p:nvPr/>
              </p:nvSpPr>
              <p:spPr>
                <a:xfrm>
                  <a:off x="3742248" y="2374925"/>
                  <a:ext cx="75264" cy="133002"/>
                </a:xfrm>
                <a:custGeom>
                  <a:avLst/>
                  <a:gdLst>
                    <a:gd name="connsiteX0" fmla="*/ 48966 w 75264"/>
                    <a:gd name="connsiteY0" fmla="*/ 62744 h 133002"/>
                    <a:gd name="connsiteX1" fmla="*/ 33821 w 75264"/>
                    <a:gd name="connsiteY1" fmla="*/ 109035 h 133002"/>
                    <a:gd name="connsiteX2" fmla="*/ 20676 w 75264"/>
                    <a:gd name="connsiteY2" fmla="*/ 127419 h 133002"/>
                    <a:gd name="connsiteX3" fmla="*/ 6865 w 75264"/>
                    <a:gd name="connsiteY3" fmla="*/ 132562 h 133002"/>
                    <a:gd name="connsiteX4" fmla="*/ 2865 w 75264"/>
                    <a:gd name="connsiteY4" fmla="*/ 132753 h 133002"/>
                    <a:gd name="connsiteX5" fmla="*/ 7 w 75264"/>
                    <a:gd name="connsiteY5" fmla="*/ 128371 h 133002"/>
                    <a:gd name="connsiteX6" fmla="*/ 1626 w 75264"/>
                    <a:gd name="connsiteY6" fmla="*/ 123132 h 133002"/>
                    <a:gd name="connsiteX7" fmla="*/ 10771 w 75264"/>
                    <a:gd name="connsiteY7" fmla="*/ 111512 h 133002"/>
                    <a:gd name="connsiteX8" fmla="*/ 50871 w 75264"/>
                    <a:gd name="connsiteY8" fmla="*/ 40170 h 133002"/>
                    <a:gd name="connsiteX9" fmla="*/ 69159 w 75264"/>
                    <a:gd name="connsiteY9" fmla="*/ 3498 h 133002"/>
                    <a:gd name="connsiteX10" fmla="*/ 75255 w 75264"/>
                    <a:gd name="connsiteY10" fmla="*/ 4165 h 133002"/>
                    <a:gd name="connsiteX11" fmla="*/ 67158 w 75264"/>
                    <a:gd name="connsiteY11" fmla="*/ 20453 h 133002"/>
                    <a:gd name="connsiteX12" fmla="*/ 48966 w 75264"/>
                    <a:gd name="connsiteY12" fmla="*/ 62744 h 133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5264" h="133002">
                      <a:moveTo>
                        <a:pt x="48966" y="62744"/>
                      </a:moveTo>
                      <a:cubicBezTo>
                        <a:pt x="43822" y="78175"/>
                        <a:pt x="40107" y="94081"/>
                        <a:pt x="33821" y="109035"/>
                      </a:cubicBezTo>
                      <a:cubicBezTo>
                        <a:pt x="30868" y="116084"/>
                        <a:pt x="27058" y="123228"/>
                        <a:pt x="20676" y="127419"/>
                      </a:cubicBezTo>
                      <a:cubicBezTo>
                        <a:pt x="16581" y="130086"/>
                        <a:pt x="11723" y="131419"/>
                        <a:pt x="6865" y="132562"/>
                      </a:cubicBezTo>
                      <a:cubicBezTo>
                        <a:pt x="5532" y="132943"/>
                        <a:pt x="4103" y="133229"/>
                        <a:pt x="2865" y="132753"/>
                      </a:cubicBezTo>
                      <a:cubicBezTo>
                        <a:pt x="1150" y="132181"/>
                        <a:pt x="102" y="130276"/>
                        <a:pt x="7" y="128371"/>
                      </a:cubicBezTo>
                      <a:cubicBezTo>
                        <a:pt x="-88" y="126466"/>
                        <a:pt x="769" y="124752"/>
                        <a:pt x="1626" y="123132"/>
                      </a:cubicBezTo>
                      <a:cubicBezTo>
                        <a:pt x="4008" y="118846"/>
                        <a:pt x="7532" y="115227"/>
                        <a:pt x="10771" y="111512"/>
                      </a:cubicBezTo>
                      <a:cubicBezTo>
                        <a:pt x="28773" y="90652"/>
                        <a:pt x="39631" y="65030"/>
                        <a:pt x="50871" y="40170"/>
                      </a:cubicBezTo>
                      <a:cubicBezTo>
                        <a:pt x="56490" y="27692"/>
                        <a:pt x="62206" y="15214"/>
                        <a:pt x="69159" y="3498"/>
                      </a:cubicBezTo>
                      <a:cubicBezTo>
                        <a:pt x="71445" y="-407"/>
                        <a:pt x="74969" y="-2121"/>
                        <a:pt x="75255" y="4165"/>
                      </a:cubicBezTo>
                      <a:cubicBezTo>
                        <a:pt x="75540" y="9214"/>
                        <a:pt x="69444" y="16072"/>
                        <a:pt x="67158" y="20453"/>
                      </a:cubicBezTo>
                      <a:cubicBezTo>
                        <a:pt x="59824" y="33979"/>
                        <a:pt x="53823" y="48171"/>
                        <a:pt x="48966" y="62744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421" name="Forme libre : forme 11420">
                <a:extLst>
                  <a:ext uri="{FF2B5EF4-FFF2-40B4-BE49-F238E27FC236}">
                    <a16:creationId xmlns:a16="http://schemas.microsoft.com/office/drawing/2014/main" id="{8EED181D-6FEA-4639-994B-F9C76C5F0A51}"/>
                  </a:ext>
                </a:extLst>
              </p:cNvPr>
              <p:cNvSpPr/>
              <p:nvPr/>
            </p:nvSpPr>
            <p:spPr>
              <a:xfrm>
                <a:off x="3964276" y="1946042"/>
                <a:ext cx="26781" cy="121580"/>
              </a:xfrm>
              <a:custGeom>
                <a:avLst/>
                <a:gdLst>
                  <a:gd name="connsiteX0" fmla="*/ 293 w 26781"/>
                  <a:gd name="connsiteY0" fmla="*/ 54144 h 121580"/>
                  <a:gd name="connsiteX1" fmla="*/ 4389 w 26781"/>
                  <a:gd name="connsiteY1" fmla="*/ 111961 h 121580"/>
                  <a:gd name="connsiteX2" fmla="*/ 9056 w 26781"/>
                  <a:gd name="connsiteY2" fmla="*/ 121581 h 121580"/>
                  <a:gd name="connsiteX3" fmla="*/ 12200 w 26781"/>
                  <a:gd name="connsiteY3" fmla="*/ 97959 h 121580"/>
                  <a:gd name="connsiteX4" fmla="*/ 16581 w 26781"/>
                  <a:gd name="connsiteY4" fmla="*/ 70432 h 121580"/>
                  <a:gd name="connsiteX5" fmla="*/ 26678 w 26781"/>
                  <a:gd name="connsiteY5" fmla="*/ 14710 h 121580"/>
                  <a:gd name="connsiteX6" fmla="*/ 14771 w 26781"/>
                  <a:gd name="connsiteY6" fmla="*/ 328 h 121580"/>
                  <a:gd name="connsiteX7" fmla="*/ 1722 w 26781"/>
                  <a:gd name="connsiteY7" fmla="*/ 20521 h 121580"/>
                  <a:gd name="connsiteX8" fmla="*/ 293 w 26781"/>
                  <a:gd name="connsiteY8" fmla="*/ 54144 h 121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781" h="121580">
                    <a:moveTo>
                      <a:pt x="293" y="54144"/>
                    </a:moveTo>
                    <a:cubicBezTo>
                      <a:pt x="1055" y="73480"/>
                      <a:pt x="1722" y="92816"/>
                      <a:pt x="4389" y="111961"/>
                    </a:cubicBezTo>
                    <a:cubicBezTo>
                      <a:pt x="4865" y="115580"/>
                      <a:pt x="5818" y="119771"/>
                      <a:pt x="9056" y="121581"/>
                    </a:cubicBezTo>
                    <a:cubicBezTo>
                      <a:pt x="10104" y="113675"/>
                      <a:pt x="11152" y="105770"/>
                      <a:pt x="12200" y="97959"/>
                    </a:cubicBezTo>
                    <a:cubicBezTo>
                      <a:pt x="13438" y="88720"/>
                      <a:pt x="14676" y="79576"/>
                      <a:pt x="16581" y="70432"/>
                    </a:cubicBezTo>
                    <a:cubicBezTo>
                      <a:pt x="20582" y="52049"/>
                      <a:pt x="27725" y="33760"/>
                      <a:pt x="26678" y="14710"/>
                    </a:cubicBezTo>
                    <a:cubicBezTo>
                      <a:pt x="26297" y="7376"/>
                      <a:pt x="24201" y="-1863"/>
                      <a:pt x="14771" y="328"/>
                    </a:cubicBezTo>
                    <a:cubicBezTo>
                      <a:pt x="5913" y="2328"/>
                      <a:pt x="3246" y="12901"/>
                      <a:pt x="1722" y="20521"/>
                    </a:cubicBezTo>
                    <a:cubicBezTo>
                      <a:pt x="-469" y="31570"/>
                      <a:pt x="-88" y="43000"/>
                      <a:pt x="293" y="54144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422" name="Forme libre : forme 11421">
                <a:extLst>
                  <a:ext uri="{FF2B5EF4-FFF2-40B4-BE49-F238E27FC236}">
                    <a16:creationId xmlns:a16="http://schemas.microsoft.com/office/drawing/2014/main" id="{A5BC901A-EEA9-45D9-9C5C-CD2D5002AF43}"/>
                  </a:ext>
                </a:extLst>
              </p:cNvPr>
              <p:cNvSpPr/>
              <p:nvPr/>
            </p:nvSpPr>
            <p:spPr>
              <a:xfrm>
                <a:off x="4083907" y="1954146"/>
                <a:ext cx="29978" cy="54517"/>
              </a:xfrm>
              <a:custGeom>
                <a:avLst/>
                <a:gdLst>
                  <a:gd name="connsiteX0" fmla="*/ 10 w 29978"/>
                  <a:gd name="connsiteY0" fmla="*/ 49660 h 54517"/>
                  <a:gd name="connsiteX1" fmla="*/ 2582 w 29978"/>
                  <a:gd name="connsiteY1" fmla="*/ 54518 h 54517"/>
                  <a:gd name="connsiteX2" fmla="*/ 5058 w 29978"/>
                  <a:gd name="connsiteY2" fmla="*/ 52898 h 54517"/>
                  <a:gd name="connsiteX3" fmla="*/ 23918 w 29978"/>
                  <a:gd name="connsiteY3" fmla="*/ 1368 h 54517"/>
                  <a:gd name="connsiteX4" fmla="*/ 10 w 29978"/>
                  <a:gd name="connsiteY4" fmla="*/ 49660 h 5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78" h="54517">
                    <a:moveTo>
                      <a:pt x="10" y="49660"/>
                    </a:moveTo>
                    <a:cubicBezTo>
                      <a:pt x="-85" y="51755"/>
                      <a:pt x="486" y="54518"/>
                      <a:pt x="2582" y="54518"/>
                    </a:cubicBezTo>
                    <a:cubicBezTo>
                      <a:pt x="3629" y="54518"/>
                      <a:pt x="4391" y="53660"/>
                      <a:pt x="5058" y="52898"/>
                    </a:cubicBezTo>
                    <a:cubicBezTo>
                      <a:pt x="13821" y="43087"/>
                      <a:pt x="42301" y="14227"/>
                      <a:pt x="23918" y="1368"/>
                    </a:cubicBezTo>
                    <a:cubicBezTo>
                      <a:pt x="9345" y="-8824"/>
                      <a:pt x="581" y="40992"/>
                      <a:pt x="10" y="49660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423" name="Forme libre : forme 11422">
                <a:extLst>
                  <a:ext uri="{FF2B5EF4-FFF2-40B4-BE49-F238E27FC236}">
                    <a16:creationId xmlns:a16="http://schemas.microsoft.com/office/drawing/2014/main" id="{A9744A51-8B51-42CA-B619-4530B355C1E4}"/>
                  </a:ext>
                </a:extLst>
              </p:cNvPr>
              <p:cNvSpPr/>
              <p:nvPr/>
            </p:nvSpPr>
            <p:spPr>
              <a:xfrm>
                <a:off x="4102715" y="2047008"/>
                <a:ext cx="66895" cy="53770"/>
              </a:xfrm>
              <a:custGeom>
                <a:avLst/>
                <a:gdLst>
                  <a:gd name="connsiteX0" fmla="*/ 29494 w 66895"/>
                  <a:gd name="connsiteY0" fmla="*/ 18519 h 53770"/>
                  <a:gd name="connsiteX1" fmla="*/ 1299 w 66895"/>
                  <a:gd name="connsiteY1" fmla="*/ 46142 h 53770"/>
                  <a:gd name="connsiteX2" fmla="*/ 61 w 66895"/>
                  <a:gd name="connsiteY2" fmla="*/ 50523 h 53770"/>
                  <a:gd name="connsiteX3" fmla="*/ 4443 w 66895"/>
                  <a:gd name="connsiteY3" fmla="*/ 53762 h 53770"/>
                  <a:gd name="connsiteX4" fmla="*/ 10063 w 66895"/>
                  <a:gd name="connsiteY4" fmla="*/ 52428 h 53770"/>
                  <a:gd name="connsiteX5" fmla="*/ 64546 w 66895"/>
                  <a:gd name="connsiteY5" fmla="*/ 15376 h 53770"/>
                  <a:gd name="connsiteX6" fmla="*/ 61593 w 66895"/>
                  <a:gd name="connsiteY6" fmla="*/ 136 h 53770"/>
                  <a:gd name="connsiteX7" fmla="*/ 29494 w 66895"/>
                  <a:gd name="connsiteY7" fmla="*/ 18519 h 53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895" h="53770">
                    <a:moveTo>
                      <a:pt x="29494" y="18519"/>
                    </a:moveTo>
                    <a:cubicBezTo>
                      <a:pt x="18730" y="26235"/>
                      <a:pt x="7967" y="34712"/>
                      <a:pt x="1299" y="46142"/>
                    </a:cubicBezTo>
                    <a:cubicBezTo>
                      <a:pt x="538" y="47475"/>
                      <a:pt x="-224" y="48999"/>
                      <a:pt x="61" y="50523"/>
                    </a:cubicBezTo>
                    <a:cubicBezTo>
                      <a:pt x="442" y="52428"/>
                      <a:pt x="2443" y="53667"/>
                      <a:pt x="4443" y="53762"/>
                    </a:cubicBezTo>
                    <a:cubicBezTo>
                      <a:pt x="6348" y="53857"/>
                      <a:pt x="8253" y="53190"/>
                      <a:pt x="10063" y="52428"/>
                    </a:cubicBezTo>
                    <a:cubicBezTo>
                      <a:pt x="27970" y="45189"/>
                      <a:pt x="55782" y="33950"/>
                      <a:pt x="64546" y="15376"/>
                    </a:cubicBezTo>
                    <a:cubicBezTo>
                      <a:pt x="67022" y="10042"/>
                      <a:pt x="69308" y="1470"/>
                      <a:pt x="61593" y="136"/>
                    </a:cubicBezTo>
                    <a:cubicBezTo>
                      <a:pt x="51877" y="-1578"/>
                      <a:pt x="36732" y="13376"/>
                      <a:pt x="29494" y="1851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424" name="Forme libre : forme 11423">
                <a:extLst>
                  <a:ext uri="{FF2B5EF4-FFF2-40B4-BE49-F238E27FC236}">
                    <a16:creationId xmlns:a16="http://schemas.microsoft.com/office/drawing/2014/main" id="{9C96D396-C552-4402-9C76-E6E42B69758D}"/>
                  </a:ext>
                </a:extLst>
              </p:cNvPr>
              <p:cNvSpPr/>
              <p:nvPr/>
            </p:nvSpPr>
            <p:spPr>
              <a:xfrm>
                <a:off x="3963807" y="2057622"/>
                <a:ext cx="75438" cy="164877"/>
              </a:xfrm>
              <a:custGeom>
                <a:avLst/>
                <a:gdLst>
                  <a:gd name="connsiteX0" fmla="*/ 34862 w 75438"/>
                  <a:gd name="connsiteY0" fmla="*/ 69342 h 164877"/>
                  <a:gd name="connsiteX1" fmla="*/ 75438 w 75438"/>
                  <a:gd name="connsiteY1" fmla="*/ 42291 h 164877"/>
                  <a:gd name="connsiteX2" fmla="*/ 35909 w 75438"/>
                  <a:gd name="connsiteY2" fmla="*/ 78581 h 164877"/>
                  <a:gd name="connsiteX3" fmla="*/ 11906 w 75438"/>
                  <a:gd name="connsiteY3" fmla="*/ 127825 h 164877"/>
                  <a:gd name="connsiteX4" fmla="*/ 0 w 75438"/>
                  <a:gd name="connsiteY4" fmla="*/ 164878 h 164877"/>
                  <a:gd name="connsiteX5" fmla="*/ 28575 w 75438"/>
                  <a:gd name="connsiteY5" fmla="*/ 65151 h 164877"/>
                  <a:gd name="connsiteX6" fmla="*/ 48483 w 75438"/>
                  <a:gd name="connsiteY6" fmla="*/ 15811 h 164877"/>
                  <a:gd name="connsiteX7" fmla="*/ 55054 w 75438"/>
                  <a:gd name="connsiteY7" fmla="*/ 0 h 164877"/>
                  <a:gd name="connsiteX8" fmla="*/ 52102 w 75438"/>
                  <a:gd name="connsiteY8" fmla="*/ 12573 h 164877"/>
                  <a:gd name="connsiteX9" fmla="*/ 45625 w 75438"/>
                  <a:gd name="connsiteY9" fmla="*/ 31051 h 164877"/>
                  <a:gd name="connsiteX10" fmla="*/ 34862 w 75438"/>
                  <a:gd name="connsiteY10" fmla="*/ 69342 h 164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438" h="164877">
                    <a:moveTo>
                      <a:pt x="34862" y="69342"/>
                    </a:moveTo>
                    <a:cubicBezTo>
                      <a:pt x="49625" y="62389"/>
                      <a:pt x="63341" y="53245"/>
                      <a:pt x="75438" y="42291"/>
                    </a:cubicBezTo>
                    <a:cubicBezTo>
                      <a:pt x="65437" y="57150"/>
                      <a:pt x="48006" y="65342"/>
                      <a:pt x="35909" y="78581"/>
                    </a:cubicBezTo>
                    <a:cubicBezTo>
                      <a:pt x="23527" y="92202"/>
                      <a:pt x="17526" y="110299"/>
                      <a:pt x="11906" y="127825"/>
                    </a:cubicBezTo>
                    <a:cubicBezTo>
                      <a:pt x="7906" y="140208"/>
                      <a:pt x="3905" y="152495"/>
                      <a:pt x="0" y="164878"/>
                    </a:cubicBezTo>
                    <a:cubicBezTo>
                      <a:pt x="5525" y="130683"/>
                      <a:pt x="16193" y="97536"/>
                      <a:pt x="28575" y="65151"/>
                    </a:cubicBezTo>
                    <a:cubicBezTo>
                      <a:pt x="34862" y="48577"/>
                      <a:pt x="41720" y="32194"/>
                      <a:pt x="48483" y="15811"/>
                    </a:cubicBezTo>
                    <a:cubicBezTo>
                      <a:pt x="50768" y="10573"/>
                      <a:pt x="52673" y="5144"/>
                      <a:pt x="55054" y="0"/>
                    </a:cubicBezTo>
                    <a:cubicBezTo>
                      <a:pt x="55721" y="4763"/>
                      <a:pt x="53721" y="8287"/>
                      <a:pt x="52102" y="12573"/>
                    </a:cubicBezTo>
                    <a:cubicBezTo>
                      <a:pt x="49721" y="18669"/>
                      <a:pt x="47625" y="24860"/>
                      <a:pt x="45625" y="31051"/>
                    </a:cubicBezTo>
                    <a:cubicBezTo>
                      <a:pt x="41434" y="43720"/>
                      <a:pt x="37814" y="56483"/>
                      <a:pt x="34862" y="69342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425" name="Graphique 5">
              <a:extLst>
                <a:ext uri="{FF2B5EF4-FFF2-40B4-BE49-F238E27FC236}">
                  <a16:creationId xmlns:a16="http://schemas.microsoft.com/office/drawing/2014/main" id="{D36D6935-22EB-4F37-83F4-0C0C3C35946A}"/>
                </a:ext>
              </a:extLst>
            </p:cNvPr>
            <p:cNvGrpSpPr/>
            <p:nvPr/>
          </p:nvGrpSpPr>
          <p:grpSpPr>
            <a:xfrm>
              <a:off x="2090003" y="4451762"/>
              <a:ext cx="608106" cy="808891"/>
              <a:chOff x="2090003" y="4451762"/>
              <a:chExt cx="608106" cy="808891"/>
            </a:xfrm>
            <a:solidFill>
              <a:schemeClr val="accent1"/>
            </a:solidFill>
          </p:grpSpPr>
          <p:grpSp>
            <p:nvGrpSpPr>
              <p:cNvPr id="11426" name="Graphique 5">
                <a:extLst>
                  <a:ext uri="{FF2B5EF4-FFF2-40B4-BE49-F238E27FC236}">
                    <a16:creationId xmlns:a16="http://schemas.microsoft.com/office/drawing/2014/main" id="{42F8F3C3-403D-45B7-9088-E740F0C30A6E}"/>
                  </a:ext>
                </a:extLst>
              </p:cNvPr>
              <p:cNvGrpSpPr/>
              <p:nvPr/>
            </p:nvGrpSpPr>
            <p:grpSpPr>
              <a:xfrm>
                <a:off x="2090003" y="4451762"/>
                <a:ext cx="608106" cy="808891"/>
                <a:chOff x="2090003" y="4451762"/>
                <a:chExt cx="608106" cy="808891"/>
              </a:xfrm>
              <a:solidFill>
                <a:schemeClr val="accent1"/>
              </a:solidFill>
            </p:grpSpPr>
            <p:sp>
              <p:nvSpPr>
                <p:cNvPr id="11427" name="Forme libre : forme 11426">
                  <a:extLst>
                    <a:ext uri="{FF2B5EF4-FFF2-40B4-BE49-F238E27FC236}">
                      <a16:creationId xmlns:a16="http://schemas.microsoft.com/office/drawing/2014/main" id="{9F0C9DD6-9259-4034-9804-EBB81EF94EF3}"/>
                    </a:ext>
                  </a:extLst>
                </p:cNvPr>
                <p:cNvSpPr/>
                <p:nvPr/>
              </p:nvSpPr>
              <p:spPr>
                <a:xfrm>
                  <a:off x="2140055" y="4451762"/>
                  <a:ext cx="558054" cy="724439"/>
                </a:xfrm>
                <a:custGeom>
                  <a:avLst/>
                  <a:gdLst>
                    <a:gd name="connsiteX0" fmla="*/ 317468 w 558054"/>
                    <a:gd name="connsiteY0" fmla="*/ 724440 h 724439"/>
                    <a:gd name="connsiteX1" fmla="*/ 335851 w 558054"/>
                    <a:gd name="connsiteY1" fmla="*/ 556705 h 724439"/>
                    <a:gd name="connsiteX2" fmla="*/ 380714 w 558054"/>
                    <a:gd name="connsiteY2" fmla="*/ 354584 h 724439"/>
                    <a:gd name="connsiteX3" fmla="*/ 516446 w 558054"/>
                    <a:gd name="connsiteY3" fmla="*/ 112935 h 724439"/>
                    <a:gd name="connsiteX4" fmla="*/ 555403 w 558054"/>
                    <a:gd name="connsiteY4" fmla="*/ 61404 h 724439"/>
                    <a:gd name="connsiteX5" fmla="*/ 498824 w 558054"/>
                    <a:gd name="connsiteY5" fmla="*/ 55880 h 724439"/>
                    <a:gd name="connsiteX6" fmla="*/ 489013 w 558054"/>
                    <a:gd name="connsiteY6" fmla="*/ 50260 h 724439"/>
                    <a:gd name="connsiteX7" fmla="*/ 455962 w 558054"/>
                    <a:gd name="connsiteY7" fmla="*/ 4064 h 724439"/>
                    <a:gd name="connsiteX8" fmla="*/ 430721 w 558054"/>
                    <a:gd name="connsiteY8" fmla="*/ 63595 h 724439"/>
                    <a:gd name="connsiteX9" fmla="*/ 288988 w 558054"/>
                    <a:gd name="connsiteY9" fmla="*/ 301816 h 724439"/>
                    <a:gd name="connsiteX10" fmla="*/ 136208 w 558054"/>
                    <a:gd name="connsiteY10" fmla="*/ 441547 h 724439"/>
                    <a:gd name="connsiteX11" fmla="*/ 0 w 558054"/>
                    <a:gd name="connsiteY11" fmla="*/ 541179 h 724439"/>
                    <a:gd name="connsiteX12" fmla="*/ 124396 w 558054"/>
                    <a:gd name="connsiteY12" fmla="*/ 689293 h 724439"/>
                    <a:gd name="connsiteX13" fmla="*/ 317468 w 558054"/>
                    <a:gd name="connsiteY13" fmla="*/ 724440 h 724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58054" h="724439">
                      <a:moveTo>
                        <a:pt x="317468" y="724440"/>
                      </a:moveTo>
                      <a:cubicBezTo>
                        <a:pt x="317468" y="724440"/>
                        <a:pt x="333946" y="666909"/>
                        <a:pt x="335851" y="556705"/>
                      </a:cubicBezTo>
                      <a:cubicBezTo>
                        <a:pt x="337661" y="446500"/>
                        <a:pt x="344805" y="420973"/>
                        <a:pt x="380714" y="354584"/>
                      </a:cubicBezTo>
                      <a:cubicBezTo>
                        <a:pt x="416719" y="288195"/>
                        <a:pt x="508349" y="126555"/>
                        <a:pt x="516446" y="112935"/>
                      </a:cubicBezTo>
                      <a:cubicBezTo>
                        <a:pt x="524637" y="99314"/>
                        <a:pt x="540639" y="68358"/>
                        <a:pt x="555403" y="61404"/>
                      </a:cubicBezTo>
                      <a:cubicBezTo>
                        <a:pt x="570167" y="54356"/>
                        <a:pt x="519398" y="38735"/>
                        <a:pt x="498824" y="55880"/>
                      </a:cubicBezTo>
                      <a:lnTo>
                        <a:pt x="489013" y="50260"/>
                      </a:lnTo>
                      <a:cubicBezTo>
                        <a:pt x="493585" y="23971"/>
                        <a:pt x="454724" y="-12224"/>
                        <a:pt x="455962" y="4064"/>
                      </a:cubicBezTo>
                      <a:cubicBezTo>
                        <a:pt x="457200" y="20352"/>
                        <a:pt x="438436" y="49689"/>
                        <a:pt x="430721" y="63595"/>
                      </a:cubicBezTo>
                      <a:cubicBezTo>
                        <a:pt x="423005" y="77407"/>
                        <a:pt x="328613" y="237522"/>
                        <a:pt x="288988" y="301816"/>
                      </a:cubicBezTo>
                      <a:cubicBezTo>
                        <a:pt x="249364" y="366109"/>
                        <a:pt x="230886" y="384969"/>
                        <a:pt x="136208" y="441547"/>
                      </a:cubicBezTo>
                      <a:cubicBezTo>
                        <a:pt x="41529" y="498126"/>
                        <a:pt x="0" y="541179"/>
                        <a:pt x="0" y="541179"/>
                      </a:cubicBezTo>
                      <a:lnTo>
                        <a:pt x="124396" y="689293"/>
                      </a:lnTo>
                      <a:lnTo>
                        <a:pt x="317468" y="724440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1428" name="Graphique 5">
                  <a:extLst>
                    <a:ext uri="{FF2B5EF4-FFF2-40B4-BE49-F238E27FC236}">
                      <a16:creationId xmlns:a16="http://schemas.microsoft.com/office/drawing/2014/main" id="{2FF01ACA-01C8-49DA-BB10-CA8DF9E9FC46}"/>
                    </a:ext>
                  </a:extLst>
                </p:cNvPr>
                <p:cNvGrpSpPr/>
                <p:nvPr/>
              </p:nvGrpSpPr>
              <p:grpSpPr>
                <a:xfrm>
                  <a:off x="2169559" y="5047337"/>
                  <a:ext cx="188156" cy="197058"/>
                  <a:chOff x="2169559" y="5047337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11429" name="Forme libre : forme 11428">
                    <a:extLst>
                      <a:ext uri="{FF2B5EF4-FFF2-40B4-BE49-F238E27FC236}">
                        <a16:creationId xmlns:a16="http://schemas.microsoft.com/office/drawing/2014/main" id="{9B1B18FA-BF80-4441-AB05-67B59CA9FEF8}"/>
                      </a:ext>
                    </a:extLst>
                  </p:cNvPr>
                  <p:cNvSpPr/>
                  <p:nvPr/>
                </p:nvSpPr>
                <p:spPr>
                  <a:xfrm rot="-3597654">
                    <a:off x="2187055" y="5081476"/>
                    <a:ext cx="153164" cy="128780"/>
                  </a:xfrm>
                  <a:custGeom>
                    <a:avLst/>
                    <a:gdLst>
                      <a:gd name="connsiteX0" fmla="*/ 153165 w 153164"/>
                      <a:gd name="connsiteY0" fmla="*/ 64390 h 128780"/>
                      <a:gd name="connsiteX1" fmla="*/ 76582 w 153164"/>
                      <a:gd name="connsiteY1" fmla="*/ 128780 h 128780"/>
                      <a:gd name="connsiteX2" fmla="*/ 0 w 153164"/>
                      <a:gd name="connsiteY2" fmla="*/ 64390 h 128780"/>
                      <a:gd name="connsiteX3" fmla="*/ 76582 w 153164"/>
                      <a:gd name="connsiteY3" fmla="*/ 0 h 128780"/>
                      <a:gd name="connsiteX4" fmla="*/ 153165 w 153164"/>
                      <a:gd name="connsiteY4" fmla="*/ 64390 h 128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4" h="128780">
                        <a:moveTo>
                          <a:pt x="153165" y="64390"/>
                        </a:moveTo>
                        <a:cubicBezTo>
                          <a:pt x="153165" y="99952"/>
                          <a:pt x="118878" y="128780"/>
                          <a:pt x="76582" y="128780"/>
                        </a:cubicBezTo>
                        <a:cubicBezTo>
                          <a:pt x="34287" y="128780"/>
                          <a:pt x="0" y="99952"/>
                          <a:pt x="0" y="64390"/>
                        </a:cubicBezTo>
                        <a:cubicBezTo>
                          <a:pt x="0" y="28828"/>
                          <a:pt x="34287" y="0"/>
                          <a:pt x="76582" y="0"/>
                        </a:cubicBezTo>
                        <a:cubicBezTo>
                          <a:pt x="118878" y="0"/>
                          <a:pt x="153165" y="28828"/>
                          <a:pt x="153165" y="6439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30" name="Forme libre : forme 11429">
                    <a:extLst>
                      <a:ext uri="{FF2B5EF4-FFF2-40B4-BE49-F238E27FC236}">
                        <a16:creationId xmlns:a16="http://schemas.microsoft.com/office/drawing/2014/main" id="{F8947C03-CFE5-4AB3-81F9-1ACF1F6345C3}"/>
                      </a:ext>
                    </a:extLst>
                  </p:cNvPr>
                  <p:cNvSpPr/>
                  <p:nvPr/>
                </p:nvSpPr>
                <p:spPr>
                  <a:xfrm>
                    <a:off x="2196729" y="5071982"/>
                    <a:ext cx="134532" cy="95648"/>
                  </a:xfrm>
                  <a:custGeom>
                    <a:avLst/>
                    <a:gdLst>
                      <a:gd name="connsiteX0" fmla="*/ 0 w 134532"/>
                      <a:gd name="connsiteY0" fmla="*/ 73836 h 95648"/>
                      <a:gd name="connsiteX1" fmla="*/ 5048 w 134532"/>
                      <a:gd name="connsiteY1" fmla="*/ 63549 h 95648"/>
                      <a:gd name="connsiteX2" fmla="*/ 99155 w 134532"/>
                      <a:gd name="connsiteY2" fmla="*/ 29545 h 95648"/>
                      <a:gd name="connsiteX3" fmla="*/ 127730 w 134532"/>
                      <a:gd name="connsiteY3" fmla="*/ 95648 h 95648"/>
                      <a:gd name="connsiteX4" fmla="*/ 105251 w 134532"/>
                      <a:gd name="connsiteY4" fmla="*/ 7446 h 95648"/>
                      <a:gd name="connsiteX5" fmla="*/ 11144 w 134532"/>
                      <a:gd name="connsiteY5" fmla="*/ 41451 h 95648"/>
                      <a:gd name="connsiteX6" fmla="*/ 0 w 134532"/>
                      <a:gd name="connsiteY6" fmla="*/ 73836 h 95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4532" h="95648">
                        <a:moveTo>
                          <a:pt x="0" y="73836"/>
                        </a:moveTo>
                        <a:cubicBezTo>
                          <a:pt x="1429" y="70407"/>
                          <a:pt x="3048" y="66882"/>
                          <a:pt x="5048" y="63549"/>
                        </a:cubicBezTo>
                        <a:cubicBezTo>
                          <a:pt x="26194" y="26973"/>
                          <a:pt x="68199" y="11923"/>
                          <a:pt x="99155" y="29545"/>
                        </a:cubicBezTo>
                        <a:cubicBezTo>
                          <a:pt x="123349" y="43261"/>
                          <a:pt x="134779" y="71931"/>
                          <a:pt x="127730" y="95648"/>
                        </a:cubicBezTo>
                        <a:cubicBezTo>
                          <a:pt x="142113" y="61453"/>
                          <a:pt x="133255" y="23639"/>
                          <a:pt x="105251" y="7446"/>
                        </a:cubicBezTo>
                        <a:cubicBezTo>
                          <a:pt x="74486" y="-10365"/>
                          <a:pt x="32385" y="4875"/>
                          <a:pt x="11144" y="41451"/>
                        </a:cubicBezTo>
                        <a:cubicBezTo>
                          <a:pt x="5048" y="51928"/>
                          <a:pt x="1429" y="62977"/>
                          <a:pt x="0" y="73836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31" name="Forme libre : forme 11430">
                    <a:extLst>
                      <a:ext uri="{FF2B5EF4-FFF2-40B4-BE49-F238E27FC236}">
                        <a16:creationId xmlns:a16="http://schemas.microsoft.com/office/drawing/2014/main" id="{6252D3D5-A5F1-4FC8-AE2A-6F7F264AD47B}"/>
                      </a:ext>
                    </a:extLst>
                  </p:cNvPr>
                  <p:cNvSpPr/>
                  <p:nvPr/>
                </p:nvSpPr>
                <p:spPr>
                  <a:xfrm rot="-2316582">
                    <a:off x="2229074" y="5150835"/>
                    <a:ext cx="74865" cy="59244"/>
                  </a:xfrm>
                  <a:custGeom>
                    <a:avLst/>
                    <a:gdLst>
                      <a:gd name="connsiteX0" fmla="*/ 74865 w 74865"/>
                      <a:gd name="connsiteY0" fmla="*/ 29622 h 59244"/>
                      <a:gd name="connsiteX1" fmla="*/ 37433 w 74865"/>
                      <a:gd name="connsiteY1" fmla="*/ 59244 h 59244"/>
                      <a:gd name="connsiteX2" fmla="*/ 0 w 74865"/>
                      <a:gd name="connsiteY2" fmla="*/ 29622 h 59244"/>
                      <a:gd name="connsiteX3" fmla="*/ 37433 w 74865"/>
                      <a:gd name="connsiteY3" fmla="*/ 0 h 59244"/>
                      <a:gd name="connsiteX4" fmla="*/ 74865 w 74865"/>
                      <a:gd name="connsiteY4" fmla="*/ 29622 h 59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5" h="59244">
                        <a:moveTo>
                          <a:pt x="74865" y="29622"/>
                        </a:moveTo>
                        <a:cubicBezTo>
                          <a:pt x="74865" y="45982"/>
                          <a:pt x="58106" y="59244"/>
                          <a:pt x="37433" y="59244"/>
                        </a:cubicBezTo>
                        <a:cubicBezTo>
                          <a:pt x="16759" y="59244"/>
                          <a:pt x="0" y="45982"/>
                          <a:pt x="0" y="29622"/>
                        </a:cubicBezTo>
                        <a:cubicBezTo>
                          <a:pt x="0" y="13262"/>
                          <a:pt x="16759" y="0"/>
                          <a:pt x="37433" y="0"/>
                        </a:cubicBezTo>
                        <a:cubicBezTo>
                          <a:pt x="58106" y="0"/>
                          <a:pt x="74865" y="13262"/>
                          <a:pt x="74865" y="2962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32" name="Forme libre : forme 11431">
                    <a:extLst>
                      <a:ext uri="{FF2B5EF4-FFF2-40B4-BE49-F238E27FC236}">
                        <a16:creationId xmlns:a16="http://schemas.microsoft.com/office/drawing/2014/main" id="{748F7520-6A43-4049-9DA4-7A9A0B864F10}"/>
                      </a:ext>
                    </a:extLst>
                  </p:cNvPr>
                  <p:cNvSpPr/>
                  <p:nvPr/>
                </p:nvSpPr>
                <p:spPr>
                  <a:xfrm>
                    <a:off x="2224256" y="5184394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433" name="Graphique 5">
                  <a:extLst>
                    <a:ext uri="{FF2B5EF4-FFF2-40B4-BE49-F238E27FC236}">
                      <a16:creationId xmlns:a16="http://schemas.microsoft.com/office/drawing/2014/main" id="{21295EAA-A72D-4FAF-8B5B-EC1706112A25}"/>
                    </a:ext>
                  </a:extLst>
                </p:cNvPr>
                <p:cNvGrpSpPr/>
                <p:nvPr/>
              </p:nvGrpSpPr>
              <p:grpSpPr>
                <a:xfrm>
                  <a:off x="2299822" y="5063595"/>
                  <a:ext cx="188156" cy="197058"/>
                  <a:chOff x="2299822" y="5063595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11434" name="Forme libre : forme 11433">
                    <a:extLst>
                      <a:ext uri="{FF2B5EF4-FFF2-40B4-BE49-F238E27FC236}">
                        <a16:creationId xmlns:a16="http://schemas.microsoft.com/office/drawing/2014/main" id="{8CA7B697-2CC2-423A-AE01-294CE42AF999}"/>
                      </a:ext>
                    </a:extLst>
                  </p:cNvPr>
                  <p:cNvSpPr/>
                  <p:nvPr/>
                </p:nvSpPr>
                <p:spPr>
                  <a:xfrm rot="-3597654">
                    <a:off x="2317318" y="5097734"/>
                    <a:ext cx="153164" cy="128780"/>
                  </a:xfrm>
                  <a:custGeom>
                    <a:avLst/>
                    <a:gdLst>
                      <a:gd name="connsiteX0" fmla="*/ 153165 w 153164"/>
                      <a:gd name="connsiteY0" fmla="*/ 64390 h 128780"/>
                      <a:gd name="connsiteX1" fmla="*/ 76582 w 153164"/>
                      <a:gd name="connsiteY1" fmla="*/ 128781 h 128780"/>
                      <a:gd name="connsiteX2" fmla="*/ 0 w 153164"/>
                      <a:gd name="connsiteY2" fmla="*/ 64390 h 128780"/>
                      <a:gd name="connsiteX3" fmla="*/ 76582 w 153164"/>
                      <a:gd name="connsiteY3" fmla="*/ 0 h 128780"/>
                      <a:gd name="connsiteX4" fmla="*/ 153165 w 153164"/>
                      <a:gd name="connsiteY4" fmla="*/ 64390 h 128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4" h="128780">
                        <a:moveTo>
                          <a:pt x="153165" y="64390"/>
                        </a:moveTo>
                        <a:cubicBezTo>
                          <a:pt x="153165" y="99952"/>
                          <a:pt x="118878" y="128781"/>
                          <a:pt x="76582" y="128781"/>
                        </a:cubicBezTo>
                        <a:cubicBezTo>
                          <a:pt x="34287" y="128781"/>
                          <a:pt x="0" y="99952"/>
                          <a:pt x="0" y="64390"/>
                        </a:cubicBezTo>
                        <a:cubicBezTo>
                          <a:pt x="0" y="28828"/>
                          <a:pt x="34287" y="0"/>
                          <a:pt x="76582" y="0"/>
                        </a:cubicBezTo>
                        <a:cubicBezTo>
                          <a:pt x="118878" y="0"/>
                          <a:pt x="153165" y="28828"/>
                          <a:pt x="153165" y="6439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35" name="Forme libre : forme 11434">
                    <a:extLst>
                      <a:ext uri="{FF2B5EF4-FFF2-40B4-BE49-F238E27FC236}">
                        <a16:creationId xmlns:a16="http://schemas.microsoft.com/office/drawing/2014/main" id="{0B8B7001-AFB7-4639-9EFA-C12040D00A4E}"/>
                      </a:ext>
                    </a:extLst>
                  </p:cNvPr>
                  <p:cNvSpPr/>
                  <p:nvPr/>
                </p:nvSpPr>
                <p:spPr>
                  <a:xfrm>
                    <a:off x="2327031" y="5088174"/>
                    <a:ext cx="134532" cy="95647"/>
                  </a:xfrm>
                  <a:custGeom>
                    <a:avLst/>
                    <a:gdLst>
                      <a:gd name="connsiteX0" fmla="*/ 0 w 134532"/>
                      <a:gd name="connsiteY0" fmla="*/ 73836 h 95647"/>
                      <a:gd name="connsiteX1" fmla="*/ 5048 w 134532"/>
                      <a:gd name="connsiteY1" fmla="*/ 63549 h 95647"/>
                      <a:gd name="connsiteX2" fmla="*/ 99155 w 134532"/>
                      <a:gd name="connsiteY2" fmla="*/ 29544 h 95647"/>
                      <a:gd name="connsiteX3" fmla="*/ 127730 w 134532"/>
                      <a:gd name="connsiteY3" fmla="*/ 95648 h 95647"/>
                      <a:gd name="connsiteX4" fmla="*/ 105251 w 134532"/>
                      <a:gd name="connsiteY4" fmla="*/ 7447 h 95647"/>
                      <a:gd name="connsiteX5" fmla="*/ 11144 w 134532"/>
                      <a:gd name="connsiteY5" fmla="*/ 41451 h 95647"/>
                      <a:gd name="connsiteX6" fmla="*/ 0 w 134532"/>
                      <a:gd name="connsiteY6" fmla="*/ 73836 h 95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4532" h="95647">
                        <a:moveTo>
                          <a:pt x="0" y="73836"/>
                        </a:moveTo>
                        <a:cubicBezTo>
                          <a:pt x="1429" y="70407"/>
                          <a:pt x="3048" y="66883"/>
                          <a:pt x="5048" y="63549"/>
                        </a:cubicBezTo>
                        <a:cubicBezTo>
                          <a:pt x="26194" y="26973"/>
                          <a:pt x="68199" y="11923"/>
                          <a:pt x="99155" y="29544"/>
                        </a:cubicBezTo>
                        <a:cubicBezTo>
                          <a:pt x="123349" y="43260"/>
                          <a:pt x="134779" y="71931"/>
                          <a:pt x="127730" y="95648"/>
                        </a:cubicBezTo>
                        <a:cubicBezTo>
                          <a:pt x="142113" y="61453"/>
                          <a:pt x="133255" y="23639"/>
                          <a:pt x="105251" y="7447"/>
                        </a:cubicBezTo>
                        <a:cubicBezTo>
                          <a:pt x="74485" y="-10365"/>
                          <a:pt x="32385" y="4875"/>
                          <a:pt x="11144" y="41451"/>
                        </a:cubicBezTo>
                        <a:cubicBezTo>
                          <a:pt x="5048" y="51928"/>
                          <a:pt x="1429" y="62977"/>
                          <a:pt x="0" y="73836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36" name="Forme libre : forme 11435">
                    <a:extLst>
                      <a:ext uri="{FF2B5EF4-FFF2-40B4-BE49-F238E27FC236}">
                        <a16:creationId xmlns:a16="http://schemas.microsoft.com/office/drawing/2014/main" id="{5BE71772-A02F-40D3-B1DF-0A3344C83518}"/>
                      </a:ext>
                    </a:extLst>
                  </p:cNvPr>
                  <p:cNvSpPr/>
                  <p:nvPr/>
                </p:nvSpPr>
                <p:spPr>
                  <a:xfrm rot="-2316582">
                    <a:off x="2359370" y="5167019"/>
                    <a:ext cx="74865" cy="59244"/>
                  </a:xfrm>
                  <a:custGeom>
                    <a:avLst/>
                    <a:gdLst>
                      <a:gd name="connsiteX0" fmla="*/ 74865 w 74865"/>
                      <a:gd name="connsiteY0" fmla="*/ 29622 h 59244"/>
                      <a:gd name="connsiteX1" fmla="*/ 37433 w 74865"/>
                      <a:gd name="connsiteY1" fmla="*/ 59244 h 59244"/>
                      <a:gd name="connsiteX2" fmla="*/ 0 w 74865"/>
                      <a:gd name="connsiteY2" fmla="*/ 29622 h 59244"/>
                      <a:gd name="connsiteX3" fmla="*/ 37433 w 74865"/>
                      <a:gd name="connsiteY3" fmla="*/ 0 h 59244"/>
                      <a:gd name="connsiteX4" fmla="*/ 74865 w 74865"/>
                      <a:gd name="connsiteY4" fmla="*/ 29622 h 59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5" h="59244">
                        <a:moveTo>
                          <a:pt x="74865" y="29622"/>
                        </a:moveTo>
                        <a:cubicBezTo>
                          <a:pt x="74865" y="45982"/>
                          <a:pt x="58106" y="59244"/>
                          <a:pt x="37433" y="59244"/>
                        </a:cubicBezTo>
                        <a:cubicBezTo>
                          <a:pt x="16759" y="59244"/>
                          <a:pt x="0" y="45982"/>
                          <a:pt x="0" y="29622"/>
                        </a:cubicBezTo>
                        <a:cubicBezTo>
                          <a:pt x="0" y="13262"/>
                          <a:pt x="16759" y="0"/>
                          <a:pt x="37433" y="0"/>
                        </a:cubicBezTo>
                        <a:cubicBezTo>
                          <a:pt x="58106" y="0"/>
                          <a:pt x="74865" y="13262"/>
                          <a:pt x="74865" y="2962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37" name="Forme libre : forme 11436">
                    <a:extLst>
                      <a:ext uri="{FF2B5EF4-FFF2-40B4-BE49-F238E27FC236}">
                        <a16:creationId xmlns:a16="http://schemas.microsoft.com/office/drawing/2014/main" id="{E637AB74-6FCE-447C-BF3C-DA2A44A10C43}"/>
                      </a:ext>
                    </a:extLst>
                  </p:cNvPr>
                  <p:cNvSpPr/>
                  <p:nvPr/>
                </p:nvSpPr>
                <p:spPr>
                  <a:xfrm>
                    <a:off x="2354463" y="5200586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4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438" name="Graphique 5">
                  <a:extLst>
                    <a:ext uri="{FF2B5EF4-FFF2-40B4-BE49-F238E27FC236}">
                      <a16:creationId xmlns:a16="http://schemas.microsoft.com/office/drawing/2014/main" id="{53C48187-66D7-479C-9AC4-93F70AF2D569}"/>
                    </a:ext>
                  </a:extLst>
                </p:cNvPr>
                <p:cNvGrpSpPr/>
                <p:nvPr/>
              </p:nvGrpSpPr>
              <p:grpSpPr>
                <a:xfrm>
                  <a:off x="2090003" y="4942247"/>
                  <a:ext cx="188156" cy="197058"/>
                  <a:chOff x="2090003" y="4942247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11439" name="Forme libre : forme 11438">
                    <a:extLst>
                      <a:ext uri="{FF2B5EF4-FFF2-40B4-BE49-F238E27FC236}">
                        <a16:creationId xmlns:a16="http://schemas.microsoft.com/office/drawing/2014/main" id="{34F96E8E-1DDB-4EC2-BE86-0A71049A9D39}"/>
                      </a:ext>
                    </a:extLst>
                  </p:cNvPr>
                  <p:cNvSpPr/>
                  <p:nvPr/>
                </p:nvSpPr>
                <p:spPr>
                  <a:xfrm rot="-3597654">
                    <a:off x="2107499" y="4976387"/>
                    <a:ext cx="153164" cy="128780"/>
                  </a:xfrm>
                  <a:custGeom>
                    <a:avLst/>
                    <a:gdLst>
                      <a:gd name="connsiteX0" fmla="*/ 153165 w 153164"/>
                      <a:gd name="connsiteY0" fmla="*/ 64390 h 128780"/>
                      <a:gd name="connsiteX1" fmla="*/ 76583 w 153164"/>
                      <a:gd name="connsiteY1" fmla="*/ 128780 h 128780"/>
                      <a:gd name="connsiteX2" fmla="*/ 0 w 153164"/>
                      <a:gd name="connsiteY2" fmla="*/ 64390 h 128780"/>
                      <a:gd name="connsiteX3" fmla="*/ 76583 w 153164"/>
                      <a:gd name="connsiteY3" fmla="*/ 0 h 128780"/>
                      <a:gd name="connsiteX4" fmla="*/ 153165 w 153164"/>
                      <a:gd name="connsiteY4" fmla="*/ 64390 h 128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4" h="128780">
                        <a:moveTo>
                          <a:pt x="153165" y="64390"/>
                        </a:moveTo>
                        <a:cubicBezTo>
                          <a:pt x="153165" y="99952"/>
                          <a:pt x="118878" y="128780"/>
                          <a:pt x="76583" y="128780"/>
                        </a:cubicBezTo>
                        <a:cubicBezTo>
                          <a:pt x="34287" y="128780"/>
                          <a:pt x="0" y="99952"/>
                          <a:pt x="0" y="64390"/>
                        </a:cubicBezTo>
                        <a:cubicBezTo>
                          <a:pt x="0" y="28828"/>
                          <a:pt x="34287" y="0"/>
                          <a:pt x="76583" y="0"/>
                        </a:cubicBezTo>
                        <a:cubicBezTo>
                          <a:pt x="118878" y="0"/>
                          <a:pt x="153165" y="28828"/>
                          <a:pt x="153165" y="6439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40" name="Forme libre : forme 11439">
                    <a:extLst>
                      <a:ext uri="{FF2B5EF4-FFF2-40B4-BE49-F238E27FC236}">
                        <a16:creationId xmlns:a16="http://schemas.microsoft.com/office/drawing/2014/main" id="{197DBDF1-ED02-4E44-B266-B915FA6ECAFA}"/>
                      </a:ext>
                    </a:extLst>
                  </p:cNvPr>
                  <p:cNvSpPr/>
                  <p:nvPr/>
                </p:nvSpPr>
                <p:spPr>
                  <a:xfrm>
                    <a:off x="2117195" y="4966921"/>
                    <a:ext cx="134532" cy="95648"/>
                  </a:xfrm>
                  <a:custGeom>
                    <a:avLst/>
                    <a:gdLst>
                      <a:gd name="connsiteX0" fmla="*/ 0 w 134532"/>
                      <a:gd name="connsiteY0" fmla="*/ 73836 h 95648"/>
                      <a:gd name="connsiteX1" fmla="*/ 5048 w 134532"/>
                      <a:gd name="connsiteY1" fmla="*/ 63549 h 95648"/>
                      <a:gd name="connsiteX2" fmla="*/ 99155 w 134532"/>
                      <a:gd name="connsiteY2" fmla="*/ 29545 h 95648"/>
                      <a:gd name="connsiteX3" fmla="*/ 127730 w 134532"/>
                      <a:gd name="connsiteY3" fmla="*/ 95648 h 95648"/>
                      <a:gd name="connsiteX4" fmla="*/ 105251 w 134532"/>
                      <a:gd name="connsiteY4" fmla="*/ 7446 h 95648"/>
                      <a:gd name="connsiteX5" fmla="*/ 11144 w 134532"/>
                      <a:gd name="connsiteY5" fmla="*/ 41451 h 95648"/>
                      <a:gd name="connsiteX6" fmla="*/ 0 w 134532"/>
                      <a:gd name="connsiteY6" fmla="*/ 73836 h 95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4532" h="95648">
                        <a:moveTo>
                          <a:pt x="0" y="73836"/>
                        </a:moveTo>
                        <a:cubicBezTo>
                          <a:pt x="1429" y="70407"/>
                          <a:pt x="3048" y="66882"/>
                          <a:pt x="5048" y="63549"/>
                        </a:cubicBezTo>
                        <a:cubicBezTo>
                          <a:pt x="26194" y="26973"/>
                          <a:pt x="68199" y="11923"/>
                          <a:pt x="99155" y="29545"/>
                        </a:cubicBezTo>
                        <a:cubicBezTo>
                          <a:pt x="123349" y="43261"/>
                          <a:pt x="134779" y="71931"/>
                          <a:pt x="127730" y="95648"/>
                        </a:cubicBezTo>
                        <a:cubicBezTo>
                          <a:pt x="142113" y="61453"/>
                          <a:pt x="133255" y="23639"/>
                          <a:pt x="105251" y="7446"/>
                        </a:cubicBezTo>
                        <a:cubicBezTo>
                          <a:pt x="74485" y="-10365"/>
                          <a:pt x="32385" y="4875"/>
                          <a:pt x="11144" y="41451"/>
                        </a:cubicBezTo>
                        <a:cubicBezTo>
                          <a:pt x="5048" y="51928"/>
                          <a:pt x="1524" y="62977"/>
                          <a:pt x="0" y="73836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41" name="Forme libre : forme 11440">
                    <a:extLst>
                      <a:ext uri="{FF2B5EF4-FFF2-40B4-BE49-F238E27FC236}">
                        <a16:creationId xmlns:a16="http://schemas.microsoft.com/office/drawing/2014/main" id="{26564164-D41C-4FF2-8BEC-B0A0A3ABFA79}"/>
                      </a:ext>
                    </a:extLst>
                  </p:cNvPr>
                  <p:cNvSpPr/>
                  <p:nvPr/>
                </p:nvSpPr>
                <p:spPr>
                  <a:xfrm rot="-2316582">
                    <a:off x="2149599" y="5045665"/>
                    <a:ext cx="74865" cy="59244"/>
                  </a:xfrm>
                  <a:custGeom>
                    <a:avLst/>
                    <a:gdLst>
                      <a:gd name="connsiteX0" fmla="*/ 74865 w 74865"/>
                      <a:gd name="connsiteY0" fmla="*/ 29622 h 59244"/>
                      <a:gd name="connsiteX1" fmla="*/ 37433 w 74865"/>
                      <a:gd name="connsiteY1" fmla="*/ 59244 h 59244"/>
                      <a:gd name="connsiteX2" fmla="*/ 0 w 74865"/>
                      <a:gd name="connsiteY2" fmla="*/ 29622 h 59244"/>
                      <a:gd name="connsiteX3" fmla="*/ 37433 w 74865"/>
                      <a:gd name="connsiteY3" fmla="*/ 0 h 59244"/>
                      <a:gd name="connsiteX4" fmla="*/ 74865 w 74865"/>
                      <a:gd name="connsiteY4" fmla="*/ 29622 h 59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5" h="59244">
                        <a:moveTo>
                          <a:pt x="74865" y="29622"/>
                        </a:moveTo>
                        <a:cubicBezTo>
                          <a:pt x="74865" y="45982"/>
                          <a:pt x="58106" y="59244"/>
                          <a:pt x="37433" y="59244"/>
                        </a:cubicBezTo>
                        <a:cubicBezTo>
                          <a:pt x="16759" y="59244"/>
                          <a:pt x="0" y="45982"/>
                          <a:pt x="0" y="29622"/>
                        </a:cubicBezTo>
                        <a:cubicBezTo>
                          <a:pt x="0" y="13263"/>
                          <a:pt x="16759" y="0"/>
                          <a:pt x="37433" y="0"/>
                        </a:cubicBezTo>
                        <a:cubicBezTo>
                          <a:pt x="58106" y="0"/>
                          <a:pt x="74865" y="13263"/>
                          <a:pt x="74865" y="2962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42" name="Forme libre : forme 11441">
                    <a:extLst>
                      <a:ext uri="{FF2B5EF4-FFF2-40B4-BE49-F238E27FC236}">
                        <a16:creationId xmlns:a16="http://schemas.microsoft.com/office/drawing/2014/main" id="{E43EA051-CC4E-440D-8E3F-D3E49A9745C1}"/>
                      </a:ext>
                    </a:extLst>
                  </p:cNvPr>
                  <p:cNvSpPr/>
                  <p:nvPr/>
                </p:nvSpPr>
                <p:spPr>
                  <a:xfrm>
                    <a:off x="2144723" y="5079333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3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1443" name="Forme libre : forme 11442">
                  <a:extLst>
                    <a:ext uri="{FF2B5EF4-FFF2-40B4-BE49-F238E27FC236}">
                      <a16:creationId xmlns:a16="http://schemas.microsoft.com/office/drawing/2014/main" id="{B0095783-1DFB-4CDB-BB5C-BBA5EAED88AE}"/>
                    </a:ext>
                  </a:extLst>
                </p:cNvPr>
                <p:cNvSpPr/>
                <p:nvPr/>
              </p:nvSpPr>
              <p:spPr>
                <a:xfrm>
                  <a:off x="2476082" y="4499546"/>
                  <a:ext cx="157079" cy="433101"/>
                </a:xfrm>
                <a:custGeom>
                  <a:avLst/>
                  <a:gdLst>
                    <a:gd name="connsiteX0" fmla="*/ 1730 w 157079"/>
                    <a:gd name="connsiteY0" fmla="*/ 433102 h 433101"/>
                    <a:gd name="connsiteX1" fmla="*/ 31162 w 157079"/>
                    <a:gd name="connsiteY1" fmla="*/ 278225 h 433101"/>
                    <a:gd name="connsiteX2" fmla="*/ 102694 w 157079"/>
                    <a:gd name="connsiteY2" fmla="*/ 135541 h 433101"/>
                    <a:gd name="connsiteX3" fmla="*/ 150701 w 157079"/>
                    <a:gd name="connsiteY3" fmla="*/ 0 h 433101"/>
                    <a:gd name="connsiteX4" fmla="*/ 156225 w 157079"/>
                    <a:gd name="connsiteY4" fmla="*/ 21050 h 433101"/>
                    <a:gd name="connsiteX5" fmla="*/ 149843 w 157079"/>
                    <a:gd name="connsiteY5" fmla="*/ 52483 h 433101"/>
                    <a:gd name="connsiteX6" fmla="*/ 13350 w 157079"/>
                    <a:gd name="connsiteY6" fmla="*/ 345948 h 433101"/>
                    <a:gd name="connsiteX7" fmla="*/ 1444 w 157079"/>
                    <a:gd name="connsiteY7" fmla="*/ 422434 h 433101"/>
                    <a:gd name="connsiteX8" fmla="*/ 5063 w 157079"/>
                    <a:gd name="connsiteY8" fmla="*/ 419576 h 433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7079" h="433101">
                      <a:moveTo>
                        <a:pt x="1730" y="433102"/>
                      </a:moveTo>
                      <a:cubicBezTo>
                        <a:pt x="-5224" y="380333"/>
                        <a:pt x="9635" y="326898"/>
                        <a:pt x="31162" y="278225"/>
                      </a:cubicBezTo>
                      <a:cubicBezTo>
                        <a:pt x="52688" y="229553"/>
                        <a:pt x="80882" y="184023"/>
                        <a:pt x="102694" y="135541"/>
                      </a:cubicBezTo>
                      <a:cubicBezTo>
                        <a:pt x="122411" y="91821"/>
                        <a:pt x="136794" y="45911"/>
                        <a:pt x="150701" y="0"/>
                      </a:cubicBezTo>
                      <a:cubicBezTo>
                        <a:pt x="157939" y="3143"/>
                        <a:pt x="157749" y="13335"/>
                        <a:pt x="156225" y="21050"/>
                      </a:cubicBezTo>
                      <a:cubicBezTo>
                        <a:pt x="154320" y="31623"/>
                        <a:pt x="152320" y="42101"/>
                        <a:pt x="149843" y="52483"/>
                      </a:cubicBezTo>
                      <a:cubicBezTo>
                        <a:pt x="124126" y="157639"/>
                        <a:pt x="39925" y="240982"/>
                        <a:pt x="13350" y="345948"/>
                      </a:cubicBezTo>
                      <a:cubicBezTo>
                        <a:pt x="6968" y="370999"/>
                        <a:pt x="4111" y="396716"/>
                        <a:pt x="1444" y="422434"/>
                      </a:cubicBezTo>
                      <a:cubicBezTo>
                        <a:pt x="2682" y="421481"/>
                        <a:pt x="3825" y="420529"/>
                        <a:pt x="5063" y="419576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44" name="Forme libre : forme 11443">
                  <a:extLst>
                    <a:ext uri="{FF2B5EF4-FFF2-40B4-BE49-F238E27FC236}">
                      <a16:creationId xmlns:a16="http://schemas.microsoft.com/office/drawing/2014/main" id="{A5CFF0AD-039F-40EE-9F86-8796A1EA23C2}"/>
                    </a:ext>
                  </a:extLst>
                </p:cNvPr>
                <p:cNvSpPr/>
                <p:nvPr/>
              </p:nvSpPr>
              <p:spPr>
                <a:xfrm>
                  <a:off x="2337366" y="4607750"/>
                  <a:ext cx="186356" cy="513587"/>
                </a:xfrm>
                <a:custGeom>
                  <a:avLst/>
                  <a:gdLst>
                    <a:gd name="connsiteX0" fmla="*/ 100726 w 186356"/>
                    <a:gd name="connsiteY0" fmla="*/ 279368 h 513587"/>
                    <a:gd name="connsiteX1" fmla="*/ 120157 w 186356"/>
                    <a:gd name="connsiteY1" fmla="*/ 201454 h 513587"/>
                    <a:gd name="connsiteX2" fmla="*/ 136921 w 186356"/>
                    <a:gd name="connsiteY2" fmla="*/ 141827 h 513587"/>
                    <a:gd name="connsiteX3" fmla="*/ 186356 w 186356"/>
                    <a:gd name="connsiteY3" fmla="*/ 0 h 513587"/>
                    <a:gd name="connsiteX4" fmla="*/ 111299 w 186356"/>
                    <a:gd name="connsiteY4" fmla="*/ 190976 h 513587"/>
                    <a:gd name="connsiteX5" fmla="*/ 84248 w 186356"/>
                    <a:gd name="connsiteY5" fmla="*/ 270319 h 513587"/>
                    <a:gd name="connsiteX6" fmla="*/ 9953 w 186356"/>
                    <a:gd name="connsiteY6" fmla="*/ 476631 h 513587"/>
                    <a:gd name="connsiteX7" fmla="*/ 142 w 186356"/>
                    <a:gd name="connsiteY7" fmla="*/ 513588 h 513587"/>
                    <a:gd name="connsiteX8" fmla="*/ 8810 w 186356"/>
                    <a:gd name="connsiteY8" fmla="*/ 495681 h 513587"/>
                    <a:gd name="connsiteX9" fmla="*/ 18049 w 186356"/>
                    <a:gd name="connsiteY9" fmla="*/ 471773 h 513587"/>
                    <a:gd name="connsiteX10" fmla="*/ 38338 w 186356"/>
                    <a:gd name="connsiteY10" fmla="*/ 425863 h 513587"/>
                    <a:gd name="connsiteX11" fmla="*/ 81010 w 186356"/>
                    <a:gd name="connsiteY11" fmla="*/ 333565 h 513587"/>
                    <a:gd name="connsiteX12" fmla="*/ 100726 w 186356"/>
                    <a:gd name="connsiteY12" fmla="*/ 279368 h 513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6356" h="513587">
                      <a:moveTo>
                        <a:pt x="100726" y="279368"/>
                      </a:moveTo>
                      <a:cubicBezTo>
                        <a:pt x="108442" y="253746"/>
                        <a:pt x="113680" y="227457"/>
                        <a:pt x="120157" y="201454"/>
                      </a:cubicBezTo>
                      <a:cubicBezTo>
                        <a:pt x="125110" y="181451"/>
                        <a:pt x="130921" y="161544"/>
                        <a:pt x="136921" y="141827"/>
                      </a:cubicBezTo>
                      <a:cubicBezTo>
                        <a:pt x="151590" y="93916"/>
                        <a:pt x="168068" y="46577"/>
                        <a:pt x="186356" y="0"/>
                      </a:cubicBezTo>
                      <a:cubicBezTo>
                        <a:pt x="144160" y="54388"/>
                        <a:pt x="131302" y="125063"/>
                        <a:pt x="111299" y="190976"/>
                      </a:cubicBezTo>
                      <a:cubicBezTo>
                        <a:pt x="103203" y="217741"/>
                        <a:pt x="93678" y="244030"/>
                        <a:pt x="84248" y="270319"/>
                      </a:cubicBezTo>
                      <a:cubicBezTo>
                        <a:pt x="59483" y="339090"/>
                        <a:pt x="34718" y="407860"/>
                        <a:pt x="9953" y="476631"/>
                      </a:cubicBezTo>
                      <a:cubicBezTo>
                        <a:pt x="6048" y="487394"/>
                        <a:pt x="-1096" y="502063"/>
                        <a:pt x="142" y="513588"/>
                      </a:cubicBezTo>
                      <a:cubicBezTo>
                        <a:pt x="5667" y="512350"/>
                        <a:pt x="7191" y="500348"/>
                        <a:pt x="8810" y="495681"/>
                      </a:cubicBezTo>
                      <a:cubicBezTo>
                        <a:pt x="11668" y="487584"/>
                        <a:pt x="14811" y="479679"/>
                        <a:pt x="18049" y="471773"/>
                      </a:cubicBezTo>
                      <a:cubicBezTo>
                        <a:pt x="24336" y="456247"/>
                        <a:pt x="31289" y="441007"/>
                        <a:pt x="38338" y="425863"/>
                      </a:cubicBezTo>
                      <a:cubicBezTo>
                        <a:pt x="52720" y="395192"/>
                        <a:pt x="67960" y="364807"/>
                        <a:pt x="81010" y="333565"/>
                      </a:cubicBezTo>
                      <a:cubicBezTo>
                        <a:pt x="88439" y="315754"/>
                        <a:pt x="95202" y="297751"/>
                        <a:pt x="100726" y="279368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45" name="Forme libre : forme 11444">
                  <a:extLst>
                    <a:ext uri="{FF2B5EF4-FFF2-40B4-BE49-F238E27FC236}">
                      <a16:creationId xmlns:a16="http://schemas.microsoft.com/office/drawing/2014/main" id="{DE5A7B94-3B8B-4C5C-9B5A-031D2FC20CE7}"/>
                    </a:ext>
                  </a:extLst>
                </p:cNvPr>
                <p:cNvSpPr/>
                <p:nvPr/>
              </p:nvSpPr>
              <p:spPr>
                <a:xfrm>
                  <a:off x="2247116" y="4842827"/>
                  <a:ext cx="189547" cy="227552"/>
                </a:xfrm>
                <a:custGeom>
                  <a:avLst/>
                  <a:gdLst>
                    <a:gd name="connsiteX0" fmla="*/ 34861 w 189547"/>
                    <a:gd name="connsiteY0" fmla="*/ 182499 h 227552"/>
                    <a:gd name="connsiteX1" fmla="*/ 56483 w 189547"/>
                    <a:gd name="connsiteY1" fmla="*/ 156020 h 227552"/>
                    <a:gd name="connsiteX2" fmla="*/ 72580 w 189547"/>
                    <a:gd name="connsiteY2" fmla="*/ 140017 h 227552"/>
                    <a:gd name="connsiteX3" fmla="*/ 128588 w 189547"/>
                    <a:gd name="connsiteY3" fmla="*/ 86582 h 227552"/>
                    <a:gd name="connsiteX4" fmla="*/ 153067 w 189547"/>
                    <a:gd name="connsiteY4" fmla="*/ 65627 h 227552"/>
                    <a:gd name="connsiteX5" fmla="*/ 171926 w 189547"/>
                    <a:gd name="connsiteY5" fmla="*/ 50292 h 227552"/>
                    <a:gd name="connsiteX6" fmla="*/ 177355 w 189547"/>
                    <a:gd name="connsiteY6" fmla="*/ 38767 h 227552"/>
                    <a:gd name="connsiteX7" fmla="*/ 189547 w 189547"/>
                    <a:gd name="connsiteY7" fmla="*/ 0 h 227552"/>
                    <a:gd name="connsiteX8" fmla="*/ 146875 w 189547"/>
                    <a:gd name="connsiteY8" fmla="*/ 51245 h 227552"/>
                    <a:gd name="connsiteX9" fmla="*/ 27908 w 189547"/>
                    <a:gd name="connsiteY9" fmla="*/ 186785 h 227552"/>
                    <a:gd name="connsiteX10" fmla="*/ 13049 w 189547"/>
                    <a:gd name="connsiteY10" fmla="*/ 207359 h 227552"/>
                    <a:gd name="connsiteX11" fmla="*/ 0 w 189547"/>
                    <a:gd name="connsiteY11" fmla="*/ 227552 h 227552"/>
                    <a:gd name="connsiteX12" fmla="*/ 17621 w 189547"/>
                    <a:gd name="connsiteY12" fmla="*/ 204978 h 227552"/>
                    <a:gd name="connsiteX13" fmla="*/ 34861 w 189547"/>
                    <a:gd name="connsiteY13" fmla="*/ 182499 h 227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89547" h="227552">
                      <a:moveTo>
                        <a:pt x="34861" y="182499"/>
                      </a:moveTo>
                      <a:cubicBezTo>
                        <a:pt x="41815" y="173450"/>
                        <a:pt x="48768" y="164401"/>
                        <a:pt x="56483" y="156020"/>
                      </a:cubicBezTo>
                      <a:cubicBezTo>
                        <a:pt x="61627" y="150495"/>
                        <a:pt x="67056" y="145256"/>
                        <a:pt x="72580" y="140017"/>
                      </a:cubicBezTo>
                      <a:cubicBezTo>
                        <a:pt x="91249" y="122206"/>
                        <a:pt x="109918" y="104394"/>
                        <a:pt x="128588" y="86582"/>
                      </a:cubicBezTo>
                      <a:cubicBezTo>
                        <a:pt x="136398" y="79153"/>
                        <a:pt x="144209" y="71723"/>
                        <a:pt x="153067" y="65627"/>
                      </a:cubicBezTo>
                      <a:cubicBezTo>
                        <a:pt x="159734" y="60960"/>
                        <a:pt x="167259" y="56959"/>
                        <a:pt x="171926" y="50292"/>
                      </a:cubicBezTo>
                      <a:cubicBezTo>
                        <a:pt x="174403" y="46768"/>
                        <a:pt x="175927" y="42767"/>
                        <a:pt x="177355" y="38767"/>
                      </a:cubicBezTo>
                      <a:cubicBezTo>
                        <a:pt x="182023" y="26003"/>
                        <a:pt x="186118" y="13049"/>
                        <a:pt x="189547" y="0"/>
                      </a:cubicBezTo>
                      <a:cubicBezTo>
                        <a:pt x="180499" y="20479"/>
                        <a:pt x="163163" y="35909"/>
                        <a:pt x="146875" y="51245"/>
                      </a:cubicBezTo>
                      <a:cubicBezTo>
                        <a:pt x="103156" y="92583"/>
                        <a:pt x="63532" y="138303"/>
                        <a:pt x="27908" y="186785"/>
                      </a:cubicBezTo>
                      <a:cubicBezTo>
                        <a:pt x="22860" y="193548"/>
                        <a:pt x="17907" y="200406"/>
                        <a:pt x="13049" y="207359"/>
                      </a:cubicBezTo>
                      <a:cubicBezTo>
                        <a:pt x="9620" y="212217"/>
                        <a:pt x="95" y="221932"/>
                        <a:pt x="0" y="227552"/>
                      </a:cubicBezTo>
                      <a:cubicBezTo>
                        <a:pt x="6763" y="221647"/>
                        <a:pt x="12097" y="212217"/>
                        <a:pt x="17621" y="204978"/>
                      </a:cubicBezTo>
                      <a:cubicBezTo>
                        <a:pt x="23431" y="197453"/>
                        <a:pt x="29146" y="190024"/>
                        <a:pt x="34861" y="182499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46" name="Forme libre : forme 11445">
                  <a:extLst>
                    <a:ext uri="{FF2B5EF4-FFF2-40B4-BE49-F238E27FC236}">
                      <a16:creationId xmlns:a16="http://schemas.microsoft.com/office/drawing/2014/main" id="{22F68B64-F650-4832-9D1D-2361FF853492}"/>
                    </a:ext>
                  </a:extLst>
                </p:cNvPr>
                <p:cNvSpPr/>
                <p:nvPr/>
              </p:nvSpPr>
              <p:spPr>
                <a:xfrm>
                  <a:off x="2379429" y="4853454"/>
                  <a:ext cx="87184" cy="239434"/>
                </a:xfrm>
                <a:custGeom>
                  <a:avLst/>
                  <a:gdLst>
                    <a:gd name="connsiteX0" fmla="*/ 58759 w 87184"/>
                    <a:gd name="connsiteY0" fmla="*/ 225594 h 239434"/>
                    <a:gd name="connsiteX1" fmla="*/ 46091 w 87184"/>
                    <a:gd name="connsiteY1" fmla="*/ 220736 h 239434"/>
                    <a:gd name="connsiteX2" fmla="*/ 29136 w 87184"/>
                    <a:gd name="connsiteY2" fmla="*/ 220260 h 239434"/>
                    <a:gd name="connsiteX3" fmla="*/ 11229 w 87184"/>
                    <a:gd name="connsiteY3" fmla="*/ 219212 h 239434"/>
                    <a:gd name="connsiteX4" fmla="*/ 4371 w 87184"/>
                    <a:gd name="connsiteY4" fmla="*/ 217212 h 239434"/>
                    <a:gd name="connsiteX5" fmla="*/ 847 w 87184"/>
                    <a:gd name="connsiteY5" fmla="*/ 200448 h 239434"/>
                    <a:gd name="connsiteX6" fmla="*/ 13896 w 87184"/>
                    <a:gd name="connsiteY6" fmla="*/ 169110 h 239434"/>
                    <a:gd name="connsiteX7" fmla="*/ 47805 w 87184"/>
                    <a:gd name="connsiteY7" fmla="*/ 85576 h 239434"/>
                    <a:gd name="connsiteX8" fmla="*/ 75428 w 87184"/>
                    <a:gd name="connsiteY8" fmla="*/ 6424 h 239434"/>
                    <a:gd name="connsiteX9" fmla="*/ 84000 w 87184"/>
                    <a:gd name="connsiteY9" fmla="*/ 327 h 239434"/>
                    <a:gd name="connsiteX10" fmla="*/ 87144 w 87184"/>
                    <a:gd name="connsiteY10" fmla="*/ 8805 h 239434"/>
                    <a:gd name="connsiteX11" fmla="*/ 83524 w 87184"/>
                    <a:gd name="connsiteY11" fmla="*/ 58239 h 239434"/>
                    <a:gd name="connsiteX12" fmla="*/ 85334 w 87184"/>
                    <a:gd name="connsiteY12" fmla="*/ 188922 h 239434"/>
                    <a:gd name="connsiteX13" fmla="*/ 79905 w 87184"/>
                    <a:gd name="connsiteY13" fmla="*/ 229689 h 239434"/>
                    <a:gd name="connsiteX14" fmla="*/ 72380 w 87184"/>
                    <a:gd name="connsiteY14" fmla="*/ 238548 h 239434"/>
                    <a:gd name="connsiteX15" fmla="*/ 58759 w 87184"/>
                    <a:gd name="connsiteY15" fmla="*/ 225594 h 239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7184" h="239434">
                      <a:moveTo>
                        <a:pt x="58759" y="225594"/>
                      </a:moveTo>
                      <a:cubicBezTo>
                        <a:pt x="54854" y="223308"/>
                        <a:pt x="50568" y="221498"/>
                        <a:pt x="46091" y="220736"/>
                      </a:cubicBezTo>
                      <a:cubicBezTo>
                        <a:pt x="40471" y="219688"/>
                        <a:pt x="34756" y="220164"/>
                        <a:pt x="29136" y="220260"/>
                      </a:cubicBezTo>
                      <a:cubicBezTo>
                        <a:pt x="23136" y="220355"/>
                        <a:pt x="17230" y="219974"/>
                        <a:pt x="11229" y="219212"/>
                      </a:cubicBezTo>
                      <a:cubicBezTo>
                        <a:pt x="8848" y="218926"/>
                        <a:pt x="6372" y="218545"/>
                        <a:pt x="4371" y="217212"/>
                      </a:cubicBezTo>
                      <a:cubicBezTo>
                        <a:pt x="-677" y="213878"/>
                        <a:pt x="-582" y="206353"/>
                        <a:pt x="847" y="200448"/>
                      </a:cubicBezTo>
                      <a:cubicBezTo>
                        <a:pt x="3514" y="189494"/>
                        <a:pt x="8848" y="179302"/>
                        <a:pt x="13896" y="169110"/>
                      </a:cubicBezTo>
                      <a:cubicBezTo>
                        <a:pt x="27231" y="142155"/>
                        <a:pt x="38566" y="114151"/>
                        <a:pt x="47805" y="85576"/>
                      </a:cubicBezTo>
                      <a:cubicBezTo>
                        <a:pt x="56378" y="59001"/>
                        <a:pt x="63331" y="31569"/>
                        <a:pt x="75428" y="6424"/>
                      </a:cubicBezTo>
                      <a:cubicBezTo>
                        <a:pt x="77142" y="2899"/>
                        <a:pt x="80476" y="-1197"/>
                        <a:pt x="84000" y="327"/>
                      </a:cubicBezTo>
                      <a:cubicBezTo>
                        <a:pt x="86953" y="1566"/>
                        <a:pt x="87334" y="5566"/>
                        <a:pt x="87144" y="8805"/>
                      </a:cubicBezTo>
                      <a:cubicBezTo>
                        <a:pt x="86191" y="25283"/>
                        <a:pt x="84286" y="41761"/>
                        <a:pt x="83524" y="58239"/>
                      </a:cubicBezTo>
                      <a:cubicBezTo>
                        <a:pt x="81524" y="101769"/>
                        <a:pt x="88096" y="145488"/>
                        <a:pt x="85334" y="188922"/>
                      </a:cubicBezTo>
                      <a:cubicBezTo>
                        <a:pt x="84477" y="202638"/>
                        <a:pt x="82572" y="216259"/>
                        <a:pt x="79905" y="229689"/>
                      </a:cubicBezTo>
                      <a:cubicBezTo>
                        <a:pt x="78952" y="234261"/>
                        <a:pt x="78285" y="242072"/>
                        <a:pt x="72380" y="238548"/>
                      </a:cubicBezTo>
                      <a:cubicBezTo>
                        <a:pt x="67617" y="235785"/>
                        <a:pt x="64188" y="228832"/>
                        <a:pt x="58759" y="225594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47" name="Forme libre : forme 11446">
                  <a:extLst>
                    <a:ext uri="{FF2B5EF4-FFF2-40B4-BE49-F238E27FC236}">
                      <a16:creationId xmlns:a16="http://schemas.microsoft.com/office/drawing/2014/main" id="{D6661953-E62F-43F4-BE08-4725445C2C77}"/>
                    </a:ext>
                  </a:extLst>
                </p:cNvPr>
                <p:cNvSpPr/>
                <p:nvPr/>
              </p:nvSpPr>
              <p:spPr>
                <a:xfrm>
                  <a:off x="2269309" y="4934460"/>
                  <a:ext cx="115545" cy="147667"/>
                </a:xfrm>
                <a:custGeom>
                  <a:avLst/>
                  <a:gdLst>
                    <a:gd name="connsiteX0" fmla="*/ 0 w 115545"/>
                    <a:gd name="connsiteY0" fmla="*/ 125728 h 147667"/>
                    <a:gd name="connsiteX1" fmla="*/ 9049 w 115545"/>
                    <a:gd name="connsiteY1" fmla="*/ 110392 h 147667"/>
                    <a:gd name="connsiteX2" fmla="*/ 82772 w 115545"/>
                    <a:gd name="connsiteY2" fmla="*/ 24382 h 147667"/>
                    <a:gd name="connsiteX3" fmla="*/ 107918 w 115545"/>
                    <a:gd name="connsiteY3" fmla="*/ 1426 h 147667"/>
                    <a:gd name="connsiteX4" fmla="*/ 112490 w 115545"/>
                    <a:gd name="connsiteY4" fmla="*/ 93 h 147667"/>
                    <a:gd name="connsiteX5" fmla="*/ 115538 w 115545"/>
                    <a:gd name="connsiteY5" fmla="*/ 4475 h 147667"/>
                    <a:gd name="connsiteX6" fmla="*/ 114014 w 115545"/>
                    <a:gd name="connsiteY6" fmla="*/ 9999 h 147667"/>
                    <a:gd name="connsiteX7" fmla="*/ 80486 w 115545"/>
                    <a:gd name="connsiteY7" fmla="*/ 97248 h 147667"/>
                    <a:gd name="connsiteX8" fmla="*/ 66675 w 115545"/>
                    <a:gd name="connsiteY8" fmla="*/ 141349 h 147667"/>
                    <a:gd name="connsiteX9" fmla="*/ 41339 w 115545"/>
                    <a:gd name="connsiteY9" fmla="*/ 137634 h 147667"/>
                    <a:gd name="connsiteX10" fmla="*/ 21622 w 115545"/>
                    <a:gd name="connsiteY10" fmla="*/ 128300 h 147667"/>
                    <a:gd name="connsiteX11" fmla="*/ 0 w 115545"/>
                    <a:gd name="connsiteY11" fmla="*/ 125728 h 147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5545" h="147667">
                      <a:moveTo>
                        <a:pt x="0" y="125728"/>
                      </a:moveTo>
                      <a:cubicBezTo>
                        <a:pt x="1429" y="119917"/>
                        <a:pt x="5239" y="115060"/>
                        <a:pt x="9049" y="110392"/>
                      </a:cubicBezTo>
                      <a:cubicBezTo>
                        <a:pt x="32861" y="81056"/>
                        <a:pt x="57436" y="52385"/>
                        <a:pt x="82772" y="24382"/>
                      </a:cubicBezTo>
                      <a:cubicBezTo>
                        <a:pt x="90392" y="15905"/>
                        <a:pt x="98298" y="7427"/>
                        <a:pt x="107918" y="1426"/>
                      </a:cubicBezTo>
                      <a:cubicBezTo>
                        <a:pt x="109252" y="569"/>
                        <a:pt x="110871" y="-288"/>
                        <a:pt x="112490" y="93"/>
                      </a:cubicBezTo>
                      <a:cubicBezTo>
                        <a:pt x="114395" y="569"/>
                        <a:pt x="115538" y="2569"/>
                        <a:pt x="115538" y="4475"/>
                      </a:cubicBezTo>
                      <a:cubicBezTo>
                        <a:pt x="115634" y="6380"/>
                        <a:pt x="114776" y="8284"/>
                        <a:pt x="114014" y="9999"/>
                      </a:cubicBezTo>
                      <a:cubicBezTo>
                        <a:pt x="101632" y="38574"/>
                        <a:pt x="90392" y="67720"/>
                        <a:pt x="80486" y="97248"/>
                      </a:cubicBezTo>
                      <a:cubicBezTo>
                        <a:pt x="75819" y="111250"/>
                        <a:pt x="73247" y="128204"/>
                        <a:pt x="66675" y="141349"/>
                      </a:cubicBezTo>
                      <a:cubicBezTo>
                        <a:pt x="59817" y="155065"/>
                        <a:pt x="49244" y="142968"/>
                        <a:pt x="41339" y="137634"/>
                      </a:cubicBezTo>
                      <a:cubicBezTo>
                        <a:pt x="35338" y="133538"/>
                        <a:pt x="28575" y="130395"/>
                        <a:pt x="21622" y="128300"/>
                      </a:cubicBezTo>
                      <a:cubicBezTo>
                        <a:pt x="19717" y="127918"/>
                        <a:pt x="572" y="123632"/>
                        <a:pt x="0" y="125728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48" name="Forme libre : forme 11447">
                  <a:extLst>
                    <a:ext uri="{FF2B5EF4-FFF2-40B4-BE49-F238E27FC236}">
                      <a16:creationId xmlns:a16="http://schemas.microsoft.com/office/drawing/2014/main" id="{ADD1206D-7127-45C6-9B94-445D74E52106}"/>
                    </a:ext>
                  </a:extLst>
                </p:cNvPr>
                <p:cNvSpPr/>
                <p:nvPr/>
              </p:nvSpPr>
              <p:spPr>
                <a:xfrm>
                  <a:off x="2226454" y="4781550"/>
                  <a:ext cx="200975" cy="221393"/>
                </a:xfrm>
                <a:custGeom>
                  <a:avLst/>
                  <a:gdLst>
                    <a:gd name="connsiteX0" fmla="*/ 8470 w 200975"/>
                    <a:gd name="connsiteY0" fmla="*/ 183293 h 221393"/>
                    <a:gd name="connsiteX1" fmla="*/ 659 w 200975"/>
                    <a:gd name="connsiteY1" fmla="*/ 175863 h 221393"/>
                    <a:gd name="connsiteX2" fmla="*/ 7994 w 200975"/>
                    <a:gd name="connsiteY2" fmla="*/ 159195 h 221393"/>
                    <a:gd name="connsiteX3" fmla="*/ 120579 w 200975"/>
                    <a:gd name="connsiteY3" fmla="*/ 87757 h 221393"/>
                    <a:gd name="connsiteX4" fmla="*/ 192112 w 200975"/>
                    <a:gd name="connsiteY4" fmla="*/ 4509 h 221393"/>
                    <a:gd name="connsiteX5" fmla="*/ 195636 w 200975"/>
                    <a:gd name="connsiteY5" fmla="*/ 508 h 221393"/>
                    <a:gd name="connsiteX6" fmla="*/ 200494 w 200975"/>
                    <a:gd name="connsiteY6" fmla="*/ 1365 h 221393"/>
                    <a:gd name="connsiteX7" fmla="*/ 200970 w 200975"/>
                    <a:gd name="connsiteY7" fmla="*/ 4318 h 221393"/>
                    <a:gd name="connsiteX8" fmla="*/ 181634 w 200975"/>
                    <a:gd name="connsiteY8" fmla="*/ 79851 h 221393"/>
                    <a:gd name="connsiteX9" fmla="*/ 165823 w 200975"/>
                    <a:gd name="connsiteY9" fmla="*/ 98330 h 221393"/>
                    <a:gd name="connsiteX10" fmla="*/ 54285 w 200975"/>
                    <a:gd name="connsiteY10" fmla="*/ 208820 h 221393"/>
                    <a:gd name="connsiteX11" fmla="*/ 42950 w 200975"/>
                    <a:gd name="connsiteY11" fmla="*/ 221393 h 221393"/>
                    <a:gd name="connsiteX12" fmla="*/ 33616 w 200975"/>
                    <a:gd name="connsiteY12" fmla="*/ 211391 h 221393"/>
                    <a:gd name="connsiteX13" fmla="*/ 8470 w 200975"/>
                    <a:gd name="connsiteY13" fmla="*/ 183293 h 22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00975" h="221393">
                      <a:moveTo>
                        <a:pt x="8470" y="183293"/>
                      </a:moveTo>
                      <a:cubicBezTo>
                        <a:pt x="5422" y="181293"/>
                        <a:pt x="1993" y="179197"/>
                        <a:pt x="659" y="175863"/>
                      </a:cubicBezTo>
                      <a:cubicBezTo>
                        <a:pt x="-1817" y="169862"/>
                        <a:pt x="3136" y="163481"/>
                        <a:pt x="7994" y="159195"/>
                      </a:cubicBezTo>
                      <a:cubicBezTo>
                        <a:pt x="41236" y="129572"/>
                        <a:pt x="85146" y="114713"/>
                        <a:pt x="120579" y="87757"/>
                      </a:cubicBezTo>
                      <a:cubicBezTo>
                        <a:pt x="149821" y="65469"/>
                        <a:pt x="172300" y="35465"/>
                        <a:pt x="192112" y="4509"/>
                      </a:cubicBezTo>
                      <a:cubicBezTo>
                        <a:pt x="193064" y="2985"/>
                        <a:pt x="194112" y="1365"/>
                        <a:pt x="195636" y="508"/>
                      </a:cubicBezTo>
                      <a:cubicBezTo>
                        <a:pt x="197255" y="-349"/>
                        <a:pt x="199541" y="-159"/>
                        <a:pt x="200494" y="1365"/>
                      </a:cubicBezTo>
                      <a:cubicBezTo>
                        <a:pt x="201065" y="2222"/>
                        <a:pt x="200970" y="3365"/>
                        <a:pt x="200970" y="4318"/>
                      </a:cubicBezTo>
                      <a:cubicBezTo>
                        <a:pt x="200017" y="30607"/>
                        <a:pt x="196493" y="58039"/>
                        <a:pt x="181634" y="79851"/>
                      </a:cubicBezTo>
                      <a:cubicBezTo>
                        <a:pt x="177062" y="86519"/>
                        <a:pt x="171538" y="92519"/>
                        <a:pt x="165823" y="98330"/>
                      </a:cubicBezTo>
                      <a:cubicBezTo>
                        <a:pt x="128771" y="135572"/>
                        <a:pt x="81622" y="163957"/>
                        <a:pt x="54285" y="208820"/>
                      </a:cubicBezTo>
                      <a:cubicBezTo>
                        <a:pt x="51999" y="212630"/>
                        <a:pt x="48284" y="221297"/>
                        <a:pt x="42950" y="221393"/>
                      </a:cubicBezTo>
                      <a:cubicBezTo>
                        <a:pt x="37997" y="221488"/>
                        <a:pt x="35521" y="214820"/>
                        <a:pt x="33616" y="211391"/>
                      </a:cubicBezTo>
                      <a:cubicBezTo>
                        <a:pt x="27615" y="200057"/>
                        <a:pt x="19042" y="190341"/>
                        <a:pt x="8470" y="183293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49" name="Forme libre : forme 11448">
                  <a:extLst>
                    <a:ext uri="{FF2B5EF4-FFF2-40B4-BE49-F238E27FC236}">
                      <a16:creationId xmlns:a16="http://schemas.microsoft.com/office/drawing/2014/main" id="{CCEA2B4C-2B2A-40B2-A010-D7C256CA64BA}"/>
                    </a:ext>
                  </a:extLst>
                </p:cNvPr>
                <p:cNvSpPr/>
                <p:nvPr/>
              </p:nvSpPr>
              <p:spPr>
                <a:xfrm>
                  <a:off x="2474704" y="4481830"/>
                  <a:ext cx="132748" cy="323308"/>
                </a:xfrm>
                <a:custGeom>
                  <a:avLst/>
                  <a:gdLst>
                    <a:gd name="connsiteX0" fmla="*/ 36255 w 132748"/>
                    <a:gd name="connsiteY0" fmla="*/ 196691 h 323308"/>
                    <a:gd name="connsiteX1" fmla="*/ 46066 w 132748"/>
                    <a:gd name="connsiteY1" fmla="*/ 161925 h 323308"/>
                    <a:gd name="connsiteX2" fmla="*/ 75974 w 132748"/>
                    <a:gd name="connsiteY2" fmla="*/ 101632 h 323308"/>
                    <a:gd name="connsiteX3" fmla="*/ 124457 w 132748"/>
                    <a:gd name="connsiteY3" fmla="*/ 0 h 323308"/>
                    <a:gd name="connsiteX4" fmla="*/ 132743 w 132748"/>
                    <a:gd name="connsiteY4" fmla="*/ 17431 h 323308"/>
                    <a:gd name="connsiteX5" fmla="*/ 93596 w 132748"/>
                    <a:gd name="connsiteY5" fmla="*/ 150876 h 323308"/>
                    <a:gd name="connsiteX6" fmla="*/ 61211 w 132748"/>
                    <a:gd name="connsiteY6" fmla="*/ 210026 h 323308"/>
                    <a:gd name="connsiteX7" fmla="*/ 22634 w 132748"/>
                    <a:gd name="connsiteY7" fmla="*/ 285464 h 323308"/>
                    <a:gd name="connsiteX8" fmla="*/ 17110 w 132748"/>
                    <a:gd name="connsiteY8" fmla="*/ 305371 h 323308"/>
                    <a:gd name="connsiteX9" fmla="*/ 11395 w 132748"/>
                    <a:gd name="connsiteY9" fmla="*/ 322040 h 323308"/>
                    <a:gd name="connsiteX10" fmla="*/ 3013 w 132748"/>
                    <a:gd name="connsiteY10" fmla="*/ 321278 h 323308"/>
                    <a:gd name="connsiteX11" fmla="*/ 346 w 132748"/>
                    <a:gd name="connsiteY11" fmla="*/ 310801 h 323308"/>
                    <a:gd name="connsiteX12" fmla="*/ 22444 w 132748"/>
                    <a:gd name="connsiteY12" fmla="*/ 237458 h 323308"/>
                    <a:gd name="connsiteX13" fmla="*/ 36255 w 132748"/>
                    <a:gd name="connsiteY13" fmla="*/ 196691 h 32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2748" h="323308">
                      <a:moveTo>
                        <a:pt x="36255" y="196691"/>
                      </a:moveTo>
                      <a:cubicBezTo>
                        <a:pt x="39589" y="185071"/>
                        <a:pt x="42161" y="173260"/>
                        <a:pt x="46066" y="161925"/>
                      </a:cubicBezTo>
                      <a:cubicBezTo>
                        <a:pt x="53400" y="140684"/>
                        <a:pt x="65211" y="121348"/>
                        <a:pt x="75974" y="101632"/>
                      </a:cubicBezTo>
                      <a:cubicBezTo>
                        <a:pt x="93977" y="68675"/>
                        <a:pt x="109217" y="34290"/>
                        <a:pt x="124457" y="0"/>
                      </a:cubicBezTo>
                      <a:cubicBezTo>
                        <a:pt x="131029" y="2096"/>
                        <a:pt x="132648" y="10573"/>
                        <a:pt x="132743" y="17431"/>
                      </a:cubicBezTo>
                      <a:cubicBezTo>
                        <a:pt x="133124" y="64198"/>
                        <a:pt x="114646" y="109061"/>
                        <a:pt x="93596" y="150876"/>
                      </a:cubicBezTo>
                      <a:cubicBezTo>
                        <a:pt x="83499" y="170974"/>
                        <a:pt x="72640" y="190690"/>
                        <a:pt x="61211" y="210026"/>
                      </a:cubicBezTo>
                      <a:cubicBezTo>
                        <a:pt x="46732" y="234410"/>
                        <a:pt x="31111" y="258508"/>
                        <a:pt x="22634" y="285464"/>
                      </a:cubicBezTo>
                      <a:cubicBezTo>
                        <a:pt x="20539" y="292036"/>
                        <a:pt x="18919" y="298704"/>
                        <a:pt x="17110" y="305371"/>
                      </a:cubicBezTo>
                      <a:cubicBezTo>
                        <a:pt x="15872" y="309753"/>
                        <a:pt x="14824" y="318897"/>
                        <a:pt x="11395" y="322040"/>
                      </a:cubicBezTo>
                      <a:cubicBezTo>
                        <a:pt x="8918" y="324326"/>
                        <a:pt x="5394" y="323183"/>
                        <a:pt x="3013" y="321278"/>
                      </a:cubicBezTo>
                      <a:cubicBezTo>
                        <a:pt x="-511" y="318325"/>
                        <a:pt x="-226" y="314992"/>
                        <a:pt x="346" y="310801"/>
                      </a:cubicBezTo>
                      <a:cubicBezTo>
                        <a:pt x="4346" y="285464"/>
                        <a:pt x="13681" y="261366"/>
                        <a:pt x="22444" y="237458"/>
                      </a:cubicBezTo>
                      <a:cubicBezTo>
                        <a:pt x="27397" y="224028"/>
                        <a:pt x="32255" y="210502"/>
                        <a:pt x="36255" y="19669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50" name="Forme libre : forme 11449">
                  <a:extLst>
                    <a:ext uri="{FF2B5EF4-FFF2-40B4-BE49-F238E27FC236}">
                      <a16:creationId xmlns:a16="http://schemas.microsoft.com/office/drawing/2014/main" id="{C71D8E6B-86A8-406B-851E-9367FD754FE0}"/>
                    </a:ext>
                  </a:extLst>
                </p:cNvPr>
                <p:cNvSpPr/>
                <p:nvPr/>
              </p:nvSpPr>
              <p:spPr>
                <a:xfrm>
                  <a:off x="2602865" y="4508155"/>
                  <a:ext cx="75264" cy="133002"/>
                </a:xfrm>
                <a:custGeom>
                  <a:avLst/>
                  <a:gdLst>
                    <a:gd name="connsiteX0" fmla="*/ 26299 w 75264"/>
                    <a:gd name="connsiteY0" fmla="*/ 70258 h 133002"/>
                    <a:gd name="connsiteX1" fmla="*/ 41444 w 75264"/>
                    <a:gd name="connsiteY1" fmla="*/ 23967 h 133002"/>
                    <a:gd name="connsiteX2" fmla="*/ 54588 w 75264"/>
                    <a:gd name="connsiteY2" fmla="*/ 5583 h 133002"/>
                    <a:gd name="connsiteX3" fmla="*/ 68399 w 75264"/>
                    <a:gd name="connsiteY3" fmla="*/ 440 h 133002"/>
                    <a:gd name="connsiteX4" fmla="*/ 72400 w 75264"/>
                    <a:gd name="connsiteY4" fmla="*/ 249 h 133002"/>
                    <a:gd name="connsiteX5" fmla="*/ 75257 w 75264"/>
                    <a:gd name="connsiteY5" fmla="*/ 4631 h 133002"/>
                    <a:gd name="connsiteX6" fmla="*/ 73638 w 75264"/>
                    <a:gd name="connsiteY6" fmla="*/ 9870 h 133002"/>
                    <a:gd name="connsiteX7" fmla="*/ 64494 w 75264"/>
                    <a:gd name="connsiteY7" fmla="*/ 21490 h 133002"/>
                    <a:gd name="connsiteX8" fmla="*/ 24394 w 75264"/>
                    <a:gd name="connsiteY8" fmla="*/ 92832 h 133002"/>
                    <a:gd name="connsiteX9" fmla="*/ 6106 w 75264"/>
                    <a:gd name="connsiteY9" fmla="*/ 129504 h 133002"/>
                    <a:gd name="connsiteX10" fmla="*/ 10 w 75264"/>
                    <a:gd name="connsiteY10" fmla="*/ 128837 h 133002"/>
                    <a:gd name="connsiteX11" fmla="*/ 8106 w 75264"/>
                    <a:gd name="connsiteY11" fmla="*/ 112549 h 133002"/>
                    <a:gd name="connsiteX12" fmla="*/ 26299 w 75264"/>
                    <a:gd name="connsiteY12" fmla="*/ 70258 h 133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5264" h="133002">
                      <a:moveTo>
                        <a:pt x="26299" y="70258"/>
                      </a:moveTo>
                      <a:cubicBezTo>
                        <a:pt x="31442" y="54828"/>
                        <a:pt x="35157" y="38921"/>
                        <a:pt x="41444" y="23967"/>
                      </a:cubicBezTo>
                      <a:cubicBezTo>
                        <a:pt x="44396" y="16918"/>
                        <a:pt x="48206" y="9774"/>
                        <a:pt x="54588" y="5583"/>
                      </a:cubicBezTo>
                      <a:cubicBezTo>
                        <a:pt x="58684" y="2916"/>
                        <a:pt x="63541" y="1583"/>
                        <a:pt x="68399" y="440"/>
                      </a:cubicBezTo>
                      <a:cubicBezTo>
                        <a:pt x="69733" y="59"/>
                        <a:pt x="71161" y="-227"/>
                        <a:pt x="72400" y="249"/>
                      </a:cubicBezTo>
                      <a:cubicBezTo>
                        <a:pt x="74114" y="821"/>
                        <a:pt x="75162" y="2726"/>
                        <a:pt x="75257" y="4631"/>
                      </a:cubicBezTo>
                      <a:cubicBezTo>
                        <a:pt x="75353" y="6536"/>
                        <a:pt x="74495" y="8250"/>
                        <a:pt x="73638" y="9870"/>
                      </a:cubicBezTo>
                      <a:cubicBezTo>
                        <a:pt x="71257" y="14156"/>
                        <a:pt x="67732" y="17775"/>
                        <a:pt x="64494" y="21490"/>
                      </a:cubicBezTo>
                      <a:cubicBezTo>
                        <a:pt x="46492" y="42350"/>
                        <a:pt x="35633" y="67972"/>
                        <a:pt x="24394" y="92832"/>
                      </a:cubicBezTo>
                      <a:cubicBezTo>
                        <a:pt x="18774" y="105310"/>
                        <a:pt x="13059" y="117788"/>
                        <a:pt x="6106" y="129504"/>
                      </a:cubicBezTo>
                      <a:cubicBezTo>
                        <a:pt x="3820" y="133409"/>
                        <a:pt x="295" y="135123"/>
                        <a:pt x="10" y="128837"/>
                      </a:cubicBezTo>
                      <a:cubicBezTo>
                        <a:pt x="-276" y="123789"/>
                        <a:pt x="5820" y="116931"/>
                        <a:pt x="8106" y="112549"/>
                      </a:cubicBezTo>
                      <a:cubicBezTo>
                        <a:pt x="15345" y="99024"/>
                        <a:pt x="21441" y="84831"/>
                        <a:pt x="26299" y="70258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451" name="Forme libre : forme 11450">
                <a:extLst>
                  <a:ext uri="{FF2B5EF4-FFF2-40B4-BE49-F238E27FC236}">
                    <a16:creationId xmlns:a16="http://schemas.microsoft.com/office/drawing/2014/main" id="{150278DA-6F10-4699-AC13-2E94204DC239}"/>
                  </a:ext>
                </a:extLst>
              </p:cNvPr>
              <p:cNvSpPr/>
              <p:nvPr/>
            </p:nvSpPr>
            <p:spPr>
              <a:xfrm>
                <a:off x="2429226" y="4948460"/>
                <a:ext cx="26807" cy="121581"/>
              </a:xfrm>
              <a:custGeom>
                <a:avLst/>
                <a:gdLst>
                  <a:gd name="connsiteX0" fmla="*/ 26488 w 26807"/>
                  <a:gd name="connsiteY0" fmla="*/ 67437 h 121581"/>
                  <a:gd name="connsiteX1" fmla="*/ 22392 w 26807"/>
                  <a:gd name="connsiteY1" fmla="*/ 9620 h 121581"/>
                  <a:gd name="connsiteX2" fmla="*/ 17725 w 26807"/>
                  <a:gd name="connsiteY2" fmla="*/ 0 h 121581"/>
                  <a:gd name="connsiteX3" fmla="*/ 14582 w 26807"/>
                  <a:gd name="connsiteY3" fmla="*/ 23622 h 121581"/>
                  <a:gd name="connsiteX4" fmla="*/ 10200 w 26807"/>
                  <a:gd name="connsiteY4" fmla="*/ 51149 h 121581"/>
                  <a:gd name="connsiteX5" fmla="*/ 104 w 26807"/>
                  <a:gd name="connsiteY5" fmla="*/ 106871 h 121581"/>
                  <a:gd name="connsiteX6" fmla="*/ 12010 w 26807"/>
                  <a:gd name="connsiteY6" fmla="*/ 121253 h 121581"/>
                  <a:gd name="connsiteX7" fmla="*/ 25059 w 26807"/>
                  <a:gd name="connsiteY7" fmla="*/ 101060 h 121581"/>
                  <a:gd name="connsiteX8" fmla="*/ 26488 w 26807"/>
                  <a:gd name="connsiteY8" fmla="*/ 67437 h 121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807" h="121581">
                    <a:moveTo>
                      <a:pt x="26488" y="67437"/>
                    </a:moveTo>
                    <a:cubicBezTo>
                      <a:pt x="25726" y="48101"/>
                      <a:pt x="25059" y="28765"/>
                      <a:pt x="22392" y="9620"/>
                    </a:cubicBezTo>
                    <a:cubicBezTo>
                      <a:pt x="21916" y="6001"/>
                      <a:pt x="20963" y="1810"/>
                      <a:pt x="17725" y="0"/>
                    </a:cubicBezTo>
                    <a:cubicBezTo>
                      <a:pt x="16677" y="7906"/>
                      <a:pt x="15629" y="15812"/>
                      <a:pt x="14582" y="23622"/>
                    </a:cubicBezTo>
                    <a:cubicBezTo>
                      <a:pt x="13343" y="32861"/>
                      <a:pt x="12105" y="42005"/>
                      <a:pt x="10200" y="51149"/>
                    </a:cubicBezTo>
                    <a:cubicBezTo>
                      <a:pt x="6200" y="69532"/>
                      <a:pt x="-944" y="87821"/>
                      <a:pt x="104" y="106871"/>
                    </a:cubicBezTo>
                    <a:cubicBezTo>
                      <a:pt x="485" y="114205"/>
                      <a:pt x="2580" y="123444"/>
                      <a:pt x="12010" y="121253"/>
                    </a:cubicBezTo>
                    <a:cubicBezTo>
                      <a:pt x="20868" y="119253"/>
                      <a:pt x="23535" y="108680"/>
                      <a:pt x="25059" y="101060"/>
                    </a:cubicBezTo>
                    <a:cubicBezTo>
                      <a:pt x="27345" y="89916"/>
                      <a:pt x="26869" y="78581"/>
                      <a:pt x="26488" y="67437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452" name="Forme libre : forme 11451">
                <a:extLst>
                  <a:ext uri="{FF2B5EF4-FFF2-40B4-BE49-F238E27FC236}">
                    <a16:creationId xmlns:a16="http://schemas.microsoft.com/office/drawing/2014/main" id="{1C3410C3-12EF-47DB-A6F8-6AFB42464B68}"/>
                  </a:ext>
                </a:extLst>
              </p:cNvPr>
              <p:cNvSpPr/>
              <p:nvPr/>
            </p:nvSpPr>
            <p:spPr>
              <a:xfrm>
                <a:off x="2306398" y="5007419"/>
                <a:ext cx="29977" cy="54515"/>
              </a:xfrm>
              <a:custGeom>
                <a:avLst/>
                <a:gdLst>
                  <a:gd name="connsiteX0" fmla="*/ 29968 w 29977"/>
                  <a:gd name="connsiteY0" fmla="*/ 4858 h 54515"/>
                  <a:gd name="connsiteX1" fmla="*/ 27396 w 29977"/>
                  <a:gd name="connsiteY1" fmla="*/ 0 h 54515"/>
                  <a:gd name="connsiteX2" fmla="*/ 24920 w 29977"/>
                  <a:gd name="connsiteY2" fmla="*/ 1619 h 54515"/>
                  <a:gd name="connsiteX3" fmla="*/ 6060 w 29977"/>
                  <a:gd name="connsiteY3" fmla="*/ 53149 h 54515"/>
                  <a:gd name="connsiteX4" fmla="*/ 29968 w 29977"/>
                  <a:gd name="connsiteY4" fmla="*/ 4858 h 54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77" h="54515">
                    <a:moveTo>
                      <a:pt x="29968" y="4858"/>
                    </a:moveTo>
                    <a:cubicBezTo>
                      <a:pt x="30063" y="2762"/>
                      <a:pt x="29492" y="0"/>
                      <a:pt x="27396" y="0"/>
                    </a:cubicBezTo>
                    <a:cubicBezTo>
                      <a:pt x="26348" y="0"/>
                      <a:pt x="25586" y="857"/>
                      <a:pt x="24920" y="1619"/>
                    </a:cubicBezTo>
                    <a:cubicBezTo>
                      <a:pt x="16157" y="11430"/>
                      <a:pt x="-12323" y="40291"/>
                      <a:pt x="6060" y="53149"/>
                    </a:cubicBezTo>
                    <a:cubicBezTo>
                      <a:pt x="20729" y="63341"/>
                      <a:pt x="29492" y="13430"/>
                      <a:pt x="29968" y="4858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453" name="Forme libre : forme 11452">
                <a:extLst>
                  <a:ext uri="{FF2B5EF4-FFF2-40B4-BE49-F238E27FC236}">
                    <a16:creationId xmlns:a16="http://schemas.microsoft.com/office/drawing/2014/main" id="{76DD4386-0344-4BEE-BF16-7C43AE074AD2}"/>
                  </a:ext>
                </a:extLst>
              </p:cNvPr>
              <p:cNvSpPr/>
              <p:nvPr/>
            </p:nvSpPr>
            <p:spPr>
              <a:xfrm>
                <a:off x="2250672" y="4915303"/>
                <a:ext cx="66895" cy="53757"/>
              </a:xfrm>
              <a:custGeom>
                <a:avLst/>
                <a:gdLst>
                  <a:gd name="connsiteX0" fmla="*/ 37402 w 66895"/>
                  <a:gd name="connsiteY0" fmla="*/ 35252 h 53757"/>
                  <a:gd name="connsiteX1" fmla="*/ 65596 w 66895"/>
                  <a:gd name="connsiteY1" fmla="*/ 7629 h 53757"/>
                  <a:gd name="connsiteX2" fmla="*/ 66834 w 66895"/>
                  <a:gd name="connsiteY2" fmla="*/ 3248 h 53757"/>
                  <a:gd name="connsiteX3" fmla="*/ 62452 w 66895"/>
                  <a:gd name="connsiteY3" fmla="*/ 9 h 53757"/>
                  <a:gd name="connsiteX4" fmla="*/ 56833 w 66895"/>
                  <a:gd name="connsiteY4" fmla="*/ 1343 h 53757"/>
                  <a:gd name="connsiteX5" fmla="*/ 2350 w 66895"/>
                  <a:gd name="connsiteY5" fmla="*/ 38395 h 53757"/>
                  <a:gd name="connsiteX6" fmla="*/ 5302 w 66895"/>
                  <a:gd name="connsiteY6" fmla="*/ 53635 h 53757"/>
                  <a:gd name="connsiteX7" fmla="*/ 37402 w 66895"/>
                  <a:gd name="connsiteY7" fmla="*/ 35252 h 53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895" h="53757">
                    <a:moveTo>
                      <a:pt x="37402" y="35252"/>
                    </a:moveTo>
                    <a:cubicBezTo>
                      <a:pt x="48165" y="27536"/>
                      <a:pt x="58928" y="19059"/>
                      <a:pt x="65596" y="7629"/>
                    </a:cubicBezTo>
                    <a:cubicBezTo>
                      <a:pt x="66358" y="6296"/>
                      <a:pt x="67120" y="4772"/>
                      <a:pt x="66834" y="3248"/>
                    </a:cubicBezTo>
                    <a:cubicBezTo>
                      <a:pt x="66453" y="1343"/>
                      <a:pt x="64453" y="104"/>
                      <a:pt x="62452" y="9"/>
                    </a:cubicBezTo>
                    <a:cubicBezTo>
                      <a:pt x="60547" y="-86"/>
                      <a:pt x="58642" y="581"/>
                      <a:pt x="56833" y="1343"/>
                    </a:cubicBezTo>
                    <a:cubicBezTo>
                      <a:pt x="38926" y="8582"/>
                      <a:pt x="11113" y="19821"/>
                      <a:pt x="2350" y="38395"/>
                    </a:cubicBezTo>
                    <a:cubicBezTo>
                      <a:pt x="-127" y="43729"/>
                      <a:pt x="-2413" y="52302"/>
                      <a:pt x="5302" y="53635"/>
                    </a:cubicBezTo>
                    <a:cubicBezTo>
                      <a:pt x="15018" y="55254"/>
                      <a:pt x="30163" y="40395"/>
                      <a:pt x="37402" y="35252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454" name="Forme libre : forme 11453">
                <a:extLst>
                  <a:ext uri="{FF2B5EF4-FFF2-40B4-BE49-F238E27FC236}">
                    <a16:creationId xmlns:a16="http://schemas.microsoft.com/office/drawing/2014/main" id="{C1B10311-8E6B-4655-B6F3-0093337E3A49}"/>
                  </a:ext>
                </a:extLst>
              </p:cNvPr>
              <p:cNvSpPr/>
              <p:nvPr/>
            </p:nvSpPr>
            <p:spPr>
              <a:xfrm>
                <a:off x="2381133" y="4793488"/>
                <a:ext cx="75437" cy="164877"/>
              </a:xfrm>
              <a:custGeom>
                <a:avLst/>
                <a:gdLst>
                  <a:gd name="connsiteX0" fmla="*/ 40576 w 75437"/>
                  <a:gd name="connsiteY0" fmla="*/ 95536 h 164877"/>
                  <a:gd name="connsiteX1" fmla="*/ 0 w 75437"/>
                  <a:gd name="connsiteY1" fmla="*/ 122587 h 164877"/>
                  <a:gd name="connsiteX2" fmla="*/ 39529 w 75437"/>
                  <a:gd name="connsiteY2" fmla="*/ 86296 h 164877"/>
                  <a:gd name="connsiteX3" fmla="*/ 63532 w 75437"/>
                  <a:gd name="connsiteY3" fmla="*/ 37052 h 164877"/>
                  <a:gd name="connsiteX4" fmla="*/ 75438 w 75437"/>
                  <a:gd name="connsiteY4" fmla="*/ 0 h 164877"/>
                  <a:gd name="connsiteX5" fmla="*/ 46863 w 75437"/>
                  <a:gd name="connsiteY5" fmla="*/ 99727 h 164877"/>
                  <a:gd name="connsiteX6" fmla="*/ 26956 w 75437"/>
                  <a:gd name="connsiteY6" fmla="*/ 149066 h 164877"/>
                  <a:gd name="connsiteX7" fmla="*/ 20383 w 75437"/>
                  <a:gd name="connsiteY7" fmla="*/ 164878 h 164877"/>
                  <a:gd name="connsiteX8" fmla="*/ 23336 w 75437"/>
                  <a:gd name="connsiteY8" fmla="*/ 152305 h 164877"/>
                  <a:gd name="connsiteX9" fmla="*/ 29813 w 75437"/>
                  <a:gd name="connsiteY9" fmla="*/ 133826 h 164877"/>
                  <a:gd name="connsiteX10" fmla="*/ 40576 w 75437"/>
                  <a:gd name="connsiteY10" fmla="*/ 95536 h 164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437" h="164877">
                    <a:moveTo>
                      <a:pt x="40576" y="95536"/>
                    </a:moveTo>
                    <a:cubicBezTo>
                      <a:pt x="25813" y="102489"/>
                      <a:pt x="12097" y="111633"/>
                      <a:pt x="0" y="122587"/>
                    </a:cubicBezTo>
                    <a:cubicBezTo>
                      <a:pt x="10001" y="107728"/>
                      <a:pt x="27432" y="99536"/>
                      <a:pt x="39529" y="86296"/>
                    </a:cubicBezTo>
                    <a:cubicBezTo>
                      <a:pt x="51911" y="72676"/>
                      <a:pt x="57912" y="54578"/>
                      <a:pt x="63532" y="37052"/>
                    </a:cubicBezTo>
                    <a:cubicBezTo>
                      <a:pt x="67532" y="24670"/>
                      <a:pt x="71533" y="12382"/>
                      <a:pt x="75438" y="0"/>
                    </a:cubicBezTo>
                    <a:cubicBezTo>
                      <a:pt x="69913" y="34195"/>
                      <a:pt x="59246" y="67342"/>
                      <a:pt x="46863" y="99727"/>
                    </a:cubicBezTo>
                    <a:cubicBezTo>
                      <a:pt x="40576" y="116300"/>
                      <a:pt x="33719" y="132683"/>
                      <a:pt x="26956" y="149066"/>
                    </a:cubicBezTo>
                    <a:cubicBezTo>
                      <a:pt x="24670" y="154305"/>
                      <a:pt x="22765" y="159734"/>
                      <a:pt x="20383" y="164878"/>
                    </a:cubicBezTo>
                    <a:cubicBezTo>
                      <a:pt x="19717" y="160115"/>
                      <a:pt x="21717" y="156591"/>
                      <a:pt x="23336" y="152305"/>
                    </a:cubicBezTo>
                    <a:cubicBezTo>
                      <a:pt x="25717" y="146209"/>
                      <a:pt x="27813" y="140017"/>
                      <a:pt x="29813" y="133826"/>
                    </a:cubicBezTo>
                    <a:cubicBezTo>
                      <a:pt x="34004" y="121253"/>
                      <a:pt x="37529" y="108490"/>
                      <a:pt x="40576" y="95536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455" name="Graphique 5">
              <a:extLst>
                <a:ext uri="{FF2B5EF4-FFF2-40B4-BE49-F238E27FC236}">
                  <a16:creationId xmlns:a16="http://schemas.microsoft.com/office/drawing/2014/main" id="{AD3DF0B0-EB50-4686-894B-001C85954D81}"/>
                </a:ext>
              </a:extLst>
            </p:cNvPr>
            <p:cNvGrpSpPr/>
            <p:nvPr/>
          </p:nvGrpSpPr>
          <p:grpSpPr>
            <a:xfrm>
              <a:off x="4332246" y="3322447"/>
              <a:ext cx="846093" cy="371096"/>
              <a:chOff x="4332246" y="3322447"/>
              <a:chExt cx="846093" cy="371096"/>
            </a:xfrm>
            <a:solidFill>
              <a:schemeClr val="accent1"/>
            </a:solidFill>
          </p:grpSpPr>
          <p:grpSp>
            <p:nvGrpSpPr>
              <p:cNvPr id="11456" name="Graphique 5">
                <a:extLst>
                  <a:ext uri="{FF2B5EF4-FFF2-40B4-BE49-F238E27FC236}">
                    <a16:creationId xmlns:a16="http://schemas.microsoft.com/office/drawing/2014/main" id="{B814DF4F-643C-4A96-8D34-E2905A9DF94A}"/>
                  </a:ext>
                </a:extLst>
              </p:cNvPr>
              <p:cNvGrpSpPr/>
              <p:nvPr/>
            </p:nvGrpSpPr>
            <p:grpSpPr>
              <a:xfrm>
                <a:off x="4332246" y="3322447"/>
                <a:ext cx="846093" cy="371096"/>
                <a:chOff x="4332246" y="3322447"/>
                <a:chExt cx="846093" cy="371096"/>
              </a:xfrm>
              <a:solidFill>
                <a:schemeClr val="accent1"/>
              </a:solidFill>
            </p:grpSpPr>
            <p:sp>
              <p:nvSpPr>
                <p:cNvPr id="11457" name="Forme libre : forme 11456">
                  <a:extLst>
                    <a:ext uri="{FF2B5EF4-FFF2-40B4-BE49-F238E27FC236}">
                      <a16:creationId xmlns:a16="http://schemas.microsoft.com/office/drawing/2014/main" id="{B3744EA8-0288-499D-8DA0-F3E3E7AD7FC2}"/>
                    </a:ext>
                  </a:extLst>
                </p:cNvPr>
                <p:cNvSpPr/>
                <p:nvPr/>
              </p:nvSpPr>
              <p:spPr>
                <a:xfrm>
                  <a:off x="4332246" y="3324542"/>
                  <a:ext cx="764750" cy="366521"/>
                </a:xfrm>
                <a:custGeom>
                  <a:avLst/>
                  <a:gdLst>
                    <a:gd name="connsiteX0" fmla="*/ 698742 w 764750"/>
                    <a:gd name="connsiteY0" fmla="*/ 0 h 366521"/>
                    <a:gd name="connsiteX1" fmla="*/ 544342 w 764750"/>
                    <a:gd name="connsiteY1" fmla="*/ 68104 h 366521"/>
                    <a:gd name="connsiteX2" fmla="*/ 346888 w 764750"/>
                    <a:gd name="connsiteY2" fmla="*/ 130397 h 366521"/>
                    <a:gd name="connsiteX3" fmla="*/ 69711 w 764750"/>
                    <a:gd name="connsiteY3" fmla="*/ 133826 h 366521"/>
                    <a:gd name="connsiteX4" fmla="*/ 5608 w 764750"/>
                    <a:gd name="connsiteY4" fmla="*/ 125921 h 366521"/>
                    <a:gd name="connsiteX5" fmla="*/ 29135 w 764750"/>
                    <a:gd name="connsiteY5" fmla="*/ 177641 h 366521"/>
                    <a:gd name="connsiteX6" fmla="*/ 29135 w 764750"/>
                    <a:gd name="connsiteY6" fmla="*/ 188881 h 366521"/>
                    <a:gd name="connsiteX7" fmla="*/ 5608 w 764750"/>
                    <a:gd name="connsiteY7" fmla="*/ 240601 h 366521"/>
                    <a:gd name="connsiteX8" fmla="*/ 69711 w 764750"/>
                    <a:gd name="connsiteY8" fmla="*/ 232696 h 366521"/>
                    <a:gd name="connsiteX9" fmla="*/ 346888 w 764750"/>
                    <a:gd name="connsiteY9" fmla="*/ 236125 h 366521"/>
                    <a:gd name="connsiteX10" fmla="*/ 544342 w 764750"/>
                    <a:gd name="connsiteY10" fmla="*/ 298418 h 366521"/>
                    <a:gd name="connsiteX11" fmla="*/ 698742 w 764750"/>
                    <a:gd name="connsiteY11" fmla="*/ 366522 h 366521"/>
                    <a:gd name="connsiteX12" fmla="*/ 764750 w 764750"/>
                    <a:gd name="connsiteY12" fmla="*/ 184690 h 366521"/>
                    <a:gd name="connsiteX13" fmla="*/ 698742 w 764750"/>
                    <a:gd name="connsiteY13" fmla="*/ 0 h 366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64750" h="366521">
                      <a:moveTo>
                        <a:pt x="698742" y="0"/>
                      </a:moveTo>
                      <a:cubicBezTo>
                        <a:pt x="698742" y="0"/>
                        <a:pt x="640639" y="14478"/>
                        <a:pt x="544342" y="68104"/>
                      </a:cubicBezTo>
                      <a:cubicBezTo>
                        <a:pt x="448044" y="121729"/>
                        <a:pt x="422422" y="128302"/>
                        <a:pt x="346888" y="130397"/>
                      </a:cubicBezTo>
                      <a:cubicBezTo>
                        <a:pt x="271355" y="132493"/>
                        <a:pt x="85618" y="134112"/>
                        <a:pt x="69711" y="133826"/>
                      </a:cubicBezTo>
                      <a:cubicBezTo>
                        <a:pt x="53900" y="133541"/>
                        <a:pt x="19038" y="135160"/>
                        <a:pt x="5608" y="125921"/>
                      </a:cubicBezTo>
                      <a:cubicBezTo>
                        <a:pt x="-7822" y="116681"/>
                        <a:pt x="3988" y="168402"/>
                        <a:pt x="29135" y="177641"/>
                      </a:cubicBezTo>
                      <a:lnTo>
                        <a:pt x="29135" y="188881"/>
                      </a:lnTo>
                      <a:cubicBezTo>
                        <a:pt x="4084" y="198120"/>
                        <a:pt x="-7822" y="249841"/>
                        <a:pt x="5608" y="240601"/>
                      </a:cubicBezTo>
                      <a:cubicBezTo>
                        <a:pt x="19038" y="231362"/>
                        <a:pt x="53900" y="232982"/>
                        <a:pt x="69711" y="232696"/>
                      </a:cubicBezTo>
                      <a:cubicBezTo>
                        <a:pt x="85522" y="232410"/>
                        <a:pt x="271355" y="234029"/>
                        <a:pt x="346888" y="236125"/>
                      </a:cubicBezTo>
                      <a:cubicBezTo>
                        <a:pt x="422422" y="238220"/>
                        <a:pt x="447949" y="244792"/>
                        <a:pt x="544342" y="298418"/>
                      </a:cubicBezTo>
                      <a:cubicBezTo>
                        <a:pt x="640639" y="352044"/>
                        <a:pt x="698742" y="366522"/>
                        <a:pt x="698742" y="366522"/>
                      </a:cubicBezTo>
                      <a:lnTo>
                        <a:pt x="764750" y="184690"/>
                      </a:lnTo>
                      <a:lnTo>
                        <a:pt x="698742" y="0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1458" name="Graphique 5">
                  <a:extLst>
                    <a:ext uri="{FF2B5EF4-FFF2-40B4-BE49-F238E27FC236}">
                      <a16:creationId xmlns:a16="http://schemas.microsoft.com/office/drawing/2014/main" id="{61C9ACB9-9785-47D3-99D8-5DC5C00CA124}"/>
                    </a:ext>
                  </a:extLst>
                </p:cNvPr>
                <p:cNvGrpSpPr/>
                <p:nvPr/>
              </p:nvGrpSpPr>
              <p:grpSpPr>
                <a:xfrm>
                  <a:off x="5025178" y="3443414"/>
                  <a:ext cx="153162" cy="128777"/>
                  <a:chOff x="5025178" y="3443414"/>
                  <a:chExt cx="153162" cy="128777"/>
                </a:xfrm>
                <a:solidFill>
                  <a:schemeClr val="accent1"/>
                </a:solidFill>
              </p:grpSpPr>
              <p:sp>
                <p:nvSpPr>
                  <p:cNvPr id="11459" name="Forme libre : forme 11458">
                    <a:extLst>
                      <a:ext uri="{FF2B5EF4-FFF2-40B4-BE49-F238E27FC236}">
                        <a16:creationId xmlns:a16="http://schemas.microsoft.com/office/drawing/2014/main" id="{316D77EA-D45B-4DF4-A888-8DB7DBC22B96}"/>
                      </a:ext>
                    </a:extLst>
                  </p:cNvPr>
                  <p:cNvSpPr/>
                  <p:nvPr/>
                </p:nvSpPr>
                <p:spPr>
                  <a:xfrm>
                    <a:off x="5025178" y="3443414"/>
                    <a:ext cx="153162" cy="128777"/>
                  </a:xfrm>
                  <a:custGeom>
                    <a:avLst/>
                    <a:gdLst>
                      <a:gd name="connsiteX0" fmla="*/ 153162 w 153162"/>
                      <a:gd name="connsiteY0" fmla="*/ 64389 h 128777"/>
                      <a:gd name="connsiteX1" fmla="*/ 76581 w 153162"/>
                      <a:gd name="connsiteY1" fmla="*/ 128778 h 128777"/>
                      <a:gd name="connsiteX2" fmla="*/ 0 w 153162"/>
                      <a:gd name="connsiteY2" fmla="*/ 64389 h 128777"/>
                      <a:gd name="connsiteX3" fmla="*/ 76581 w 153162"/>
                      <a:gd name="connsiteY3" fmla="*/ 0 h 128777"/>
                      <a:gd name="connsiteX4" fmla="*/ 153162 w 153162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2" h="128777">
                        <a:moveTo>
                          <a:pt x="153162" y="64389"/>
                        </a:moveTo>
                        <a:cubicBezTo>
                          <a:pt x="153162" y="99950"/>
                          <a:pt x="118875" y="128778"/>
                          <a:pt x="76581" y="128778"/>
                        </a:cubicBezTo>
                        <a:cubicBezTo>
                          <a:pt x="34286" y="128778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2" y="28828"/>
                          <a:pt x="153162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60" name="Forme libre : forme 11459">
                    <a:extLst>
                      <a:ext uri="{FF2B5EF4-FFF2-40B4-BE49-F238E27FC236}">
                        <a16:creationId xmlns:a16="http://schemas.microsoft.com/office/drawing/2014/main" id="{E82A73BD-133E-422D-90F6-4A5E92B4AF52}"/>
                      </a:ext>
                    </a:extLst>
                  </p:cNvPr>
                  <p:cNvSpPr/>
                  <p:nvPr/>
                </p:nvSpPr>
                <p:spPr>
                  <a:xfrm>
                    <a:off x="5025178" y="3444081"/>
                    <a:ext cx="110204" cy="128018"/>
                  </a:xfrm>
                  <a:custGeom>
                    <a:avLst/>
                    <a:gdLst>
                      <a:gd name="connsiteX0" fmla="*/ 110204 w 110204"/>
                      <a:gd name="connsiteY0" fmla="*/ 121444 h 128018"/>
                      <a:gd name="connsiteX1" fmla="*/ 98774 w 110204"/>
                      <a:gd name="connsiteY1" fmla="*/ 122206 h 128018"/>
                      <a:gd name="connsiteX2" fmla="*/ 22193 w 110204"/>
                      <a:gd name="connsiteY2" fmla="*/ 57817 h 128018"/>
                      <a:gd name="connsiteX3" fmla="*/ 65151 w 110204"/>
                      <a:gd name="connsiteY3" fmla="*/ 0 h 128018"/>
                      <a:gd name="connsiteX4" fmla="*/ 0 w 110204"/>
                      <a:gd name="connsiteY4" fmla="*/ 63627 h 128018"/>
                      <a:gd name="connsiteX5" fmla="*/ 76581 w 110204"/>
                      <a:gd name="connsiteY5" fmla="*/ 128016 h 128018"/>
                      <a:gd name="connsiteX6" fmla="*/ 110204 w 110204"/>
                      <a:gd name="connsiteY6" fmla="*/ 121444 h 128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204" h="128018">
                        <a:moveTo>
                          <a:pt x="110204" y="121444"/>
                        </a:moveTo>
                        <a:cubicBezTo>
                          <a:pt x="106489" y="121920"/>
                          <a:pt x="102679" y="122206"/>
                          <a:pt x="98774" y="122206"/>
                        </a:cubicBezTo>
                        <a:cubicBezTo>
                          <a:pt x="56483" y="122206"/>
                          <a:pt x="22479" y="93345"/>
                          <a:pt x="22193" y="57817"/>
                        </a:cubicBezTo>
                        <a:cubicBezTo>
                          <a:pt x="22003" y="30004"/>
                          <a:pt x="41053" y="5715"/>
                          <a:pt x="65151" y="0"/>
                        </a:cubicBezTo>
                        <a:cubicBezTo>
                          <a:pt x="28289" y="4667"/>
                          <a:pt x="0" y="31337"/>
                          <a:pt x="0" y="63627"/>
                        </a:cubicBezTo>
                        <a:cubicBezTo>
                          <a:pt x="0" y="99155"/>
                          <a:pt x="34290" y="128016"/>
                          <a:pt x="76581" y="128016"/>
                        </a:cubicBezTo>
                        <a:cubicBezTo>
                          <a:pt x="88678" y="128111"/>
                          <a:pt x="100013" y="125635"/>
                          <a:pt x="110204" y="121444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61" name="Forme libre : forme 11460">
                    <a:extLst>
                      <a:ext uri="{FF2B5EF4-FFF2-40B4-BE49-F238E27FC236}">
                        <a16:creationId xmlns:a16="http://schemas.microsoft.com/office/drawing/2014/main" id="{0E30D678-2DB1-44B7-95F0-EEFACC6E4E9E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5100680" y="3450006"/>
                    <a:ext cx="59247" cy="74869"/>
                  </a:xfrm>
                  <a:custGeom>
                    <a:avLst/>
                    <a:gdLst>
                      <a:gd name="connsiteX0" fmla="*/ 59248 w 59247"/>
                      <a:gd name="connsiteY0" fmla="*/ 37435 h 74869"/>
                      <a:gd name="connsiteX1" fmla="*/ 29624 w 59247"/>
                      <a:gd name="connsiteY1" fmla="*/ 74869 h 74869"/>
                      <a:gd name="connsiteX2" fmla="*/ 0 w 59247"/>
                      <a:gd name="connsiteY2" fmla="*/ 37435 h 74869"/>
                      <a:gd name="connsiteX3" fmla="*/ 29624 w 59247"/>
                      <a:gd name="connsiteY3" fmla="*/ 0 h 74869"/>
                      <a:gd name="connsiteX4" fmla="*/ 59248 w 59247"/>
                      <a:gd name="connsiteY4" fmla="*/ 37435 h 74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7" h="74869">
                        <a:moveTo>
                          <a:pt x="59248" y="37435"/>
                        </a:moveTo>
                        <a:cubicBezTo>
                          <a:pt x="59248" y="58109"/>
                          <a:pt x="45985" y="74869"/>
                          <a:pt x="29624" y="74869"/>
                        </a:cubicBezTo>
                        <a:cubicBezTo>
                          <a:pt x="13263" y="74869"/>
                          <a:pt x="0" y="58109"/>
                          <a:pt x="0" y="37435"/>
                        </a:cubicBezTo>
                        <a:cubicBezTo>
                          <a:pt x="0" y="16760"/>
                          <a:pt x="13263" y="0"/>
                          <a:pt x="29624" y="0"/>
                        </a:cubicBezTo>
                        <a:cubicBezTo>
                          <a:pt x="45985" y="0"/>
                          <a:pt x="59248" y="16760"/>
                          <a:pt x="59248" y="3743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62" name="Forme libre : forme 11461">
                    <a:extLst>
                      <a:ext uri="{FF2B5EF4-FFF2-40B4-BE49-F238E27FC236}">
                        <a16:creationId xmlns:a16="http://schemas.microsoft.com/office/drawing/2014/main" id="{599D9034-BCE8-461C-8651-866CA71CAFCC}"/>
                      </a:ext>
                    </a:extLst>
                  </p:cNvPr>
                  <p:cNvSpPr/>
                  <p:nvPr/>
                </p:nvSpPr>
                <p:spPr>
                  <a:xfrm>
                    <a:off x="5149289" y="3501231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463" name="Graphique 5">
                  <a:extLst>
                    <a:ext uri="{FF2B5EF4-FFF2-40B4-BE49-F238E27FC236}">
                      <a16:creationId xmlns:a16="http://schemas.microsoft.com/office/drawing/2014/main" id="{A7014A7C-4E26-4E4A-822F-702168B42E2F}"/>
                    </a:ext>
                  </a:extLst>
                </p:cNvPr>
                <p:cNvGrpSpPr/>
                <p:nvPr/>
              </p:nvGrpSpPr>
              <p:grpSpPr>
                <a:xfrm>
                  <a:off x="4973933" y="3322447"/>
                  <a:ext cx="153162" cy="128780"/>
                  <a:chOff x="4973933" y="3322447"/>
                  <a:chExt cx="153162" cy="128780"/>
                </a:xfrm>
                <a:solidFill>
                  <a:schemeClr val="accent1"/>
                </a:solidFill>
              </p:grpSpPr>
              <p:sp>
                <p:nvSpPr>
                  <p:cNvPr id="11464" name="Forme libre : forme 11463">
                    <a:extLst>
                      <a:ext uri="{FF2B5EF4-FFF2-40B4-BE49-F238E27FC236}">
                        <a16:creationId xmlns:a16="http://schemas.microsoft.com/office/drawing/2014/main" id="{85212B82-03EF-4090-99CA-3F87548F6DA3}"/>
                      </a:ext>
                    </a:extLst>
                  </p:cNvPr>
                  <p:cNvSpPr/>
                  <p:nvPr/>
                </p:nvSpPr>
                <p:spPr>
                  <a:xfrm>
                    <a:off x="4973933" y="3322447"/>
                    <a:ext cx="153162" cy="128777"/>
                  </a:xfrm>
                  <a:custGeom>
                    <a:avLst/>
                    <a:gdLst>
                      <a:gd name="connsiteX0" fmla="*/ 153162 w 153162"/>
                      <a:gd name="connsiteY0" fmla="*/ 64389 h 128777"/>
                      <a:gd name="connsiteX1" fmla="*/ 76581 w 153162"/>
                      <a:gd name="connsiteY1" fmla="*/ 128778 h 128777"/>
                      <a:gd name="connsiteX2" fmla="*/ 0 w 153162"/>
                      <a:gd name="connsiteY2" fmla="*/ 64389 h 128777"/>
                      <a:gd name="connsiteX3" fmla="*/ 76581 w 153162"/>
                      <a:gd name="connsiteY3" fmla="*/ 0 h 128777"/>
                      <a:gd name="connsiteX4" fmla="*/ 153162 w 153162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2" h="128777">
                        <a:moveTo>
                          <a:pt x="153162" y="64389"/>
                        </a:moveTo>
                        <a:cubicBezTo>
                          <a:pt x="153162" y="99950"/>
                          <a:pt x="118875" y="128778"/>
                          <a:pt x="76581" y="128778"/>
                        </a:cubicBezTo>
                        <a:cubicBezTo>
                          <a:pt x="34286" y="128778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2" y="28828"/>
                          <a:pt x="153162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65" name="Forme libre : forme 11464">
                    <a:extLst>
                      <a:ext uri="{FF2B5EF4-FFF2-40B4-BE49-F238E27FC236}">
                        <a16:creationId xmlns:a16="http://schemas.microsoft.com/office/drawing/2014/main" id="{7651403E-9DC1-48A7-B028-B95E21F870C8}"/>
                      </a:ext>
                    </a:extLst>
                  </p:cNvPr>
                  <p:cNvSpPr/>
                  <p:nvPr/>
                </p:nvSpPr>
                <p:spPr>
                  <a:xfrm>
                    <a:off x="4973933" y="3323209"/>
                    <a:ext cx="110204" cy="128018"/>
                  </a:xfrm>
                  <a:custGeom>
                    <a:avLst/>
                    <a:gdLst>
                      <a:gd name="connsiteX0" fmla="*/ 110204 w 110204"/>
                      <a:gd name="connsiteY0" fmla="*/ 121444 h 128018"/>
                      <a:gd name="connsiteX1" fmla="*/ 98774 w 110204"/>
                      <a:gd name="connsiteY1" fmla="*/ 122206 h 128018"/>
                      <a:gd name="connsiteX2" fmla="*/ 22193 w 110204"/>
                      <a:gd name="connsiteY2" fmla="*/ 57817 h 128018"/>
                      <a:gd name="connsiteX3" fmla="*/ 65151 w 110204"/>
                      <a:gd name="connsiteY3" fmla="*/ 0 h 128018"/>
                      <a:gd name="connsiteX4" fmla="*/ 0 w 110204"/>
                      <a:gd name="connsiteY4" fmla="*/ 63627 h 128018"/>
                      <a:gd name="connsiteX5" fmla="*/ 76581 w 110204"/>
                      <a:gd name="connsiteY5" fmla="*/ 128016 h 128018"/>
                      <a:gd name="connsiteX6" fmla="*/ 110204 w 110204"/>
                      <a:gd name="connsiteY6" fmla="*/ 121444 h 128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204" h="128018">
                        <a:moveTo>
                          <a:pt x="110204" y="121444"/>
                        </a:moveTo>
                        <a:cubicBezTo>
                          <a:pt x="106489" y="121920"/>
                          <a:pt x="102679" y="122206"/>
                          <a:pt x="98774" y="122206"/>
                        </a:cubicBezTo>
                        <a:cubicBezTo>
                          <a:pt x="56483" y="122206"/>
                          <a:pt x="22479" y="93345"/>
                          <a:pt x="22193" y="57817"/>
                        </a:cubicBezTo>
                        <a:cubicBezTo>
                          <a:pt x="22003" y="30004"/>
                          <a:pt x="41053" y="5715"/>
                          <a:pt x="65151" y="0"/>
                        </a:cubicBezTo>
                        <a:cubicBezTo>
                          <a:pt x="28289" y="4667"/>
                          <a:pt x="0" y="31337"/>
                          <a:pt x="0" y="63627"/>
                        </a:cubicBezTo>
                        <a:cubicBezTo>
                          <a:pt x="0" y="99155"/>
                          <a:pt x="34290" y="128016"/>
                          <a:pt x="76581" y="128016"/>
                        </a:cubicBezTo>
                        <a:cubicBezTo>
                          <a:pt x="88678" y="128111"/>
                          <a:pt x="100013" y="125635"/>
                          <a:pt x="110204" y="121444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66" name="Forme libre : forme 11465">
                    <a:extLst>
                      <a:ext uri="{FF2B5EF4-FFF2-40B4-BE49-F238E27FC236}">
                        <a16:creationId xmlns:a16="http://schemas.microsoft.com/office/drawing/2014/main" id="{7CA5AFD7-CEC3-4E97-913F-F296142E15CF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5049471" y="3329157"/>
                    <a:ext cx="59247" cy="74869"/>
                  </a:xfrm>
                  <a:custGeom>
                    <a:avLst/>
                    <a:gdLst>
                      <a:gd name="connsiteX0" fmla="*/ 59248 w 59247"/>
                      <a:gd name="connsiteY0" fmla="*/ 37435 h 74869"/>
                      <a:gd name="connsiteX1" fmla="*/ 29624 w 59247"/>
                      <a:gd name="connsiteY1" fmla="*/ 74869 h 74869"/>
                      <a:gd name="connsiteX2" fmla="*/ 0 w 59247"/>
                      <a:gd name="connsiteY2" fmla="*/ 37435 h 74869"/>
                      <a:gd name="connsiteX3" fmla="*/ 29624 w 59247"/>
                      <a:gd name="connsiteY3" fmla="*/ 0 h 74869"/>
                      <a:gd name="connsiteX4" fmla="*/ 59248 w 59247"/>
                      <a:gd name="connsiteY4" fmla="*/ 37435 h 74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7" h="74869">
                        <a:moveTo>
                          <a:pt x="59248" y="37435"/>
                        </a:moveTo>
                        <a:cubicBezTo>
                          <a:pt x="59248" y="58109"/>
                          <a:pt x="45985" y="74869"/>
                          <a:pt x="29624" y="74869"/>
                        </a:cubicBezTo>
                        <a:cubicBezTo>
                          <a:pt x="13263" y="74869"/>
                          <a:pt x="0" y="58109"/>
                          <a:pt x="0" y="37435"/>
                        </a:cubicBezTo>
                        <a:cubicBezTo>
                          <a:pt x="0" y="16760"/>
                          <a:pt x="13263" y="0"/>
                          <a:pt x="29624" y="0"/>
                        </a:cubicBezTo>
                        <a:cubicBezTo>
                          <a:pt x="45985" y="0"/>
                          <a:pt x="59248" y="16760"/>
                          <a:pt x="59248" y="3743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67" name="Forme libre : forme 11466">
                    <a:extLst>
                      <a:ext uri="{FF2B5EF4-FFF2-40B4-BE49-F238E27FC236}">
                        <a16:creationId xmlns:a16="http://schemas.microsoft.com/office/drawing/2014/main" id="{3AEF7F20-066B-4818-BA1B-3881F1EE0AFB}"/>
                      </a:ext>
                    </a:extLst>
                  </p:cNvPr>
                  <p:cNvSpPr/>
                  <p:nvPr/>
                </p:nvSpPr>
                <p:spPr>
                  <a:xfrm>
                    <a:off x="5098044" y="3380359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468" name="Graphique 5">
                  <a:extLst>
                    <a:ext uri="{FF2B5EF4-FFF2-40B4-BE49-F238E27FC236}">
                      <a16:creationId xmlns:a16="http://schemas.microsoft.com/office/drawing/2014/main" id="{B25EC727-F742-428A-9278-5CCEF48F390D}"/>
                    </a:ext>
                  </a:extLst>
                </p:cNvPr>
                <p:cNvGrpSpPr/>
                <p:nvPr/>
              </p:nvGrpSpPr>
              <p:grpSpPr>
                <a:xfrm>
                  <a:off x="4973933" y="3564763"/>
                  <a:ext cx="153162" cy="128780"/>
                  <a:chOff x="4973933" y="3564763"/>
                  <a:chExt cx="153162" cy="128780"/>
                </a:xfrm>
                <a:solidFill>
                  <a:schemeClr val="accent1"/>
                </a:solidFill>
              </p:grpSpPr>
              <p:sp>
                <p:nvSpPr>
                  <p:cNvPr id="11469" name="Forme libre : forme 11468">
                    <a:extLst>
                      <a:ext uri="{FF2B5EF4-FFF2-40B4-BE49-F238E27FC236}">
                        <a16:creationId xmlns:a16="http://schemas.microsoft.com/office/drawing/2014/main" id="{5B702CBF-46FF-482D-A411-7BA78621885E}"/>
                      </a:ext>
                    </a:extLst>
                  </p:cNvPr>
                  <p:cNvSpPr/>
                  <p:nvPr/>
                </p:nvSpPr>
                <p:spPr>
                  <a:xfrm>
                    <a:off x="4973933" y="3564763"/>
                    <a:ext cx="153162" cy="128777"/>
                  </a:xfrm>
                  <a:custGeom>
                    <a:avLst/>
                    <a:gdLst>
                      <a:gd name="connsiteX0" fmla="*/ 153162 w 153162"/>
                      <a:gd name="connsiteY0" fmla="*/ 64389 h 128777"/>
                      <a:gd name="connsiteX1" fmla="*/ 76581 w 153162"/>
                      <a:gd name="connsiteY1" fmla="*/ 128778 h 128777"/>
                      <a:gd name="connsiteX2" fmla="*/ 0 w 153162"/>
                      <a:gd name="connsiteY2" fmla="*/ 64389 h 128777"/>
                      <a:gd name="connsiteX3" fmla="*/ 76581 w 153162"/>
                      <a:gd name="connsiteY3" fmla="*/ 0 h 128777"/>
                      <a:gd name="connsiteX4" fmla="*/ 153162 w 153162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2" h="128777">
                        <a:moveTo>
                          <a:pt x="153162" y="64389"/>
                        </a:moveTo>
                        <a:cubicBezTo>
                          <a:pt x="153162" y="99950"/>
                          <a:pt x="118875" y="128778"/>
                          <a:pt x="76581" y="128778"/>
                        </a:cubicBezTo>
                        <a:cubicBezTo>
                          <a:pt x="34286" y="128778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2" y="28828"/>
                          <a:pt x="153162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70" name="Forme libre : forme 11469">
                    <a:extLst>
                      <a:ext uri="{FF2B5EF4-FFF2-40B4-BE49-F238E27FC236}">
                        <a16:creationId xmlns:a16="http://schemas.microsoft.com/office/drawing/2014/main" id="{A97192B2-933A-4D44-A7F5-41CF529C1351}"/>
                      </a:ext>
                    </a:extLst>
                  </p:cNvPr>
                  <p:cNvSpPr/>
                  <p:nvPr/>
                </p:nvSpPr>
                <p:spPr>
                  <a:xfrm>
                    <a:off x="4973933" y="3565525"/>
                    <a:ext cx="110204" cy="128018"/>
                  </a:xfrm>
                  <a:custGeom>
                    <a:avLst/>
                    <a:gdLst>
                      <a:gd name="connsiteX0" fmla="*/ 110204 w 110204"/>
                      <a:gd name="connsiteY0" fmla="*/ 121444 h 128018"/>
                      <a:gd name="connsiteX1" fmla="*/ 98774 w 110204"/>
                      <a:gd name="connsiteY1" fmla="*/ 122206 h 128018"/>
                      <a:gd name="connsiteX2" fmla="*/ 22193 w 110204"/>
                      <a:gd name="connsiteY2" fmla="*/ 57817 h 128018"/>
                      <a:gd name="connsiteX3" fmla="*/ 65151 w 110204"/>
                      <a:gd name="connsiteY3" fmla="*/ 0 h 128018"/>
                      <a:gd name="connsiteX4" fmla="*/ 0 w 110204"/>
                      <a:gd name="connsiteY4" fmla="*/ 63627 h 128018"/>
                      <a:gd name="connsiteX5" fmla="*/ 76581 w 110204"/>
                      <a:gd name="connsiteY5" fmla="*/ 128016 h 128018"/>
                      <a:gd name="connsiteX6" fmla="*/ 110204 w 110204"/>
                      <a:gd name="connsiteY6" fmla="*/ 121444 h 128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204" h="128018">
                        <a:moveTo>
                          <a:pt x="110204" y="121444"/>
                        </a:moveTo>
                        <a:cubicBezTo>
                          <a:pt x="106489" y="121920"/>
                          <a:pt x="102679" y="122206"/>
                          <a:pt x="98774" y="122206"/>
                        </a:cubicBezTo>
                        <a:cubicBezTo>
                          <a:pt x="56483" y="122206"/>
                          <a:pt x="22479" y="93345"/>
                          <a:pt x="22193" y="57817"/>
                        </a:cubicBezTo>
                        <a:cubicBezTo>
                          <a:pt x="22003" y="30004"/>
                          <a:pt x="41053" y="5715"/>
                          <a:pt x="65151" y="0"/>
                        </a:cubicBezTo>
                        <a:cubicBezTo>
                          <a:pt x="28289" y="4667"/>
                          <a:pt x="0" y="31337"/>
                          <a:pt x="0" y="63627"/>
                        </a:cubicBezTo>
                        <a:cubicBezTo>
                          <a:pt x="0" y="99155"/>
                          <a:pt x="34290" y="128016"/>
                          <a:pt x="76581" y="128016"/>
                        </a:cubicBezTo>
                        <a:cubicBezTo>
                          <a:pt x="88678" y="128111"/>
                          <a:pt x="100013" y="125635"/>
                          <a:pt x="110204" y="121444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71" name="Forme libre : forme 11470">
                    <a:extLst>
                      <a:ext uri="{FF2B5EF4-FFF2-40B4-BE49-F238E27FC236}">
                        <a16:creationId xmlns:a16="http://schemas.microsoft.com/office/drawing/2014/main" id="{D5114033-99CE-492F-8802-F4E48DAD7FD7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5049489" y="3571461"/>
                    <a:ext cx="59247" cy="74869"/>
                  </a:xfrm>
                  <a:custGeom>
                    <a:avLst/>
                    <a:gdLst>
                      <a:gd name="connsiteX0" fmla="*/ 59248 w 59247"/>
                      <a:gd name="connsiteY0" fmla="*/ 37434 h 74869"/>
                      <a:gd name="connsiteX1" fmla="*/ 29624 w 59247"/>
                      <a:gd name="connsiteY1" fmla="*/ 74869 h 74869"/>
                      <a:gd name="connsiteX2" fmla="*/ 0 w 59247"/>
                      <a:gd name="connsiteY2" fmla="*/ 37434 h 74869"/>
                      <a:gd name="connsiteX3" fmla="*/ 29624 w 59247"/>
                      <a:gd name="connsiteY3" fmla="*/ 0 h 74869"/>
                      <a:gd name="connsiteX4" fmla="*/ 59248 w 59247"/>
                      <a:gd name="connsiteY4" fmla="*/ 37434 h 74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7" h="74869">
                        <a:moveTo>
                          <a:pt x="59248" y="37434"/>
                        </a:moveTo>
                        <a:cubicBezTo>
                          <a:pt x="59248" y="58109"/>
                          <a:pt x="45985" y="74869"/>
                          <a:pt x="29624" y="74869"/>
                        </a:cubicBezTo>
                        <a:cubicBezTo>
                          <a:pt x="13263" y="74869"/>
                          <a:pt x="0" y="58109"/>
                          <a:pt x="0" y="37434"/>
                        </a:cubicBezTo>
                        <a:cubicBezTo>
                          <a:pt x="0" y="16760"/>
                          <a:pt x="13263" y="0"/>
                          <a:pt x="29624" y="0"/>
                        </a:cubicBezTo>
                        <a:cubicBezTo>
                          <a:pt x="45985" y="0"/>
                          <a:pt x="59248" y="16760"/>
                          <a:pt x="59248" y="3743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72" name="Forme libre : forme 11471">
                    <a:extLst>
                      <a:ext uri="{FF2B5EF4-FFF2-40B4-BE49-F238E27FC236}">
                        <a16:creationId xmlns:a16="http://schemas.microsoft.com/office/drawing/2014/main" id="{9749CD3A-EFC4-4AD8-B5AA-7DC3AAA5B7BA}"/>
                      </a:ext>
                    </a:extLst>
                  </p:cNvPr>
                  <p:cNvSpPr/>
                  <p:nvPr/>
                </p:nvSpPr>
                <p:spPr>
                  <a:xfrm>
                    <a:off x="5098044" y="3622675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9"/>
                          <a:pt x="0" y="8954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8" y="0"/>
                          <a:pt x="17907" y="4008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1473" name="Forme libre : forme 11472">
                  <a:extLst>
                    <a:ext uri="{FF2B5EF4-FFF2-40B4-BE49-F238E27FC236}">
                      <a16:creationId xmlns:a16="http://schemas.microsoft.com/office/drawing/2014/main" id="{8C833211-D351-4CA9-B66C-A08197FEADF0}"/>
                    </a:ext>
                  </a:extLst>
                </p:cNvPr>
                <p:cNvSpPr/>
                <p:nvPr/>
              </p:nvSpPr>
              <p:spPr>
                <a:xfrm>
                  <a:off x="4360453" y="3428936"/>
                  <a:ext cx="449649" cy="87820"/>
                </a:xfrm>
                <a:custGeom>
                  <a:avLst/>
                  <a:gdLst>
                    <a:gd name="connsiteX0" fmla="*/ 449650 w 449649"/>
                    <a:gd name="connsiteY0" fmla="*/ 0 h 87820"/>
                    <a:gd name="connsiteX1" fmla="*/ 300774 w 449649"/>
                    <a:gd name="connsiteY1" fmla="*/ 52006 h 87820"/>
                    <a:gd name="connsiteX2" fmla="*/ 141421 w 449649"/>
                    <a:gd name="connsiteY2" fmla="*/ 61531 h 87820"/>
                    <a:gd name="connsiteX3" fmla="*/ 70 w 449649"/>
                    <a:gd name="connsiteY3" fmla="*/ 87821 h 87820"/>
                    <a:gd name="connsiteX4" fmla="*/ 15500 w 449649"/>
                    <a:gd name="connsiteY4" fmla="*/ 72485 h 87820"/>
                    <a:gd name="connsiteX5" fmla="*/ 45980 w 449649"/>
                    <a:gd name="connsiteY5" fmla="*/ 62293 h 87820"/>
                    <a:gd name="connsiteX6" fmla="*/ 368402 w 449649"/>
                    <a:gd name="connsiteY6" fmla="*/ 33528 h 87820"/>
                    <a:gd name="connsiteX7" fmla="*/ 440506 w 449649"/>
                    <a:gd name="connsiteY7" fmla="*/ 5525 h 87820"/>
                    <a:gd name="connsiteX8" fmla="*/ 436220 w 449649"/>
                    <a:gd name="connsiteY8" fmla="*/ 3905 h 87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9649" h="87820">
                      <a:moveTo>
                        <a:pt x="449650" y="0"/>
                      </a:moveTo>
                      <a:cubicBezTo>
                        <a:pt x="407454" y="32385"/>
                        <a:pt x="353733" y="46292"/>
                        <a:pt x="300774" y="52006"/>
                      </a:cubicBezTo>
                      <a:cubicBezTo>
                        <a:pt x="247815" y="57721"/>
                        <a:pt x="194380" y="56102"/>
                        <a:pt x="141421" y="61531"/>
                      </a:cubicBezTo>
                      <a:cubicBezTo>
                        <a:pt x="93701" y="66389"/>
                        <a:pt x="46742" y="76867"/>
                        <a:pt x="70" y="87821"/>
                      </a:cubicBezTo>
                      <a:cubicBezTo>
                        <a:pt x="-883" y="80010"/>
                        <a:pt x="8071" y="75057"/>
                        <a:pt x="15500" y="72485"/>
                      </a:cubicBezTo>
                      <a:cubicBezTo>
                        <a:pt x="25597" y="68866"/>
                        <a:pt x="35693" y="65342"/>
                        <a:pt x="45980" y="62293"/>
                      </a:cubicBezTo>
                      <a:cubicBezTo>
                        <a:pt x="149898" y="31909"/>
                        <a:pt x="264198" y="63055"/>
                        <a:pt x="368402" y="33528"/>
                      </a:cubicBezTo>
                      <a:cubicBezTo>
                        <a:pt x="393262" y="26479"/>
                        <a:pt x="416979" y="16097"/>
                        <a:pt x="440506" y="5525"/>
                      </a:cubicBezTo>
                      <a:cubicBezTo>
                        <a:pt x="439077" y="4953"/>
                        <a:pt x="437649" y="4381"/>
                        <a:pt x="436220" y="3905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74" name="Forme libre : forme 11473">
                  <a:extLst>
                    <a:ext uri="{FF2B5EF4-FFF2-40B4-BE49-F238E27FC236}">
                      <a16:creationId xmlns:a16="http://schemas.microsoft.com/office/drawing/2014/main" id="{B2D2613E-3E66-4599-B10D-B5E53762ABF9}"/>
                    </a:ext>
                  </a:extLst>
                </p:cNvPr>
                <p:cNvSpPr/>
                <p:nvPr/>
              </p:nvSpPr>
              <p:spPr>
                <a:xfrm>
                  <a:off x="4505780" y="3454381"/>
                  <a:ext cx="537781" cy="99566"/>
                </a:xfrm>
                <a:custGeom>
                  <a:avLst/>
                  <a:gdLst>
                    <a:gd name="connsiteX0" fmla="*/ 284702 w 537781"/>
                    <a:gd name="connsiteY0" fmla="*/ 31705 h 99566"/>
                    <a:gd name="connsiteX1" fmla="*/ 207550 w 537781"/>
                    <a:gd name="connsiteY1" fmla="*/ 53899 h 99566"/>
                    <a:gd name="connsiteX2" fmla="*/ 147542 w 537781"/>
                    <a:gd name="connsiteY2" fmla="*/ 69234 h 99566"/>
                    <a:gd name="connsiteX3" fmla="*/ 0 w 537781"/>
                    <a:gd name="connsiteY3" fmla="*/ 97523 h 99566"/>
                    <a:gd name="connsiteX4" fmla="*/ 202882 w 537781"/>
                    <a:gd name="connsiteY4" fmla="*/ 66948 h 99566"/>
                    <a:gd name="connsiteX5" fmla="*/ 285083 w 537781"/>
                    <a:gd name="connsiteY5" fmla="*/ 50660 h 99566"/>
                    <a:gd name="connsiteX6" fmla="*/ 500824 w 537781"/>
                    <a:gd name="connsiteY6" fmla="*/ 11703 h 99566"/>
                    <a:gd name="connsiteX7" fmla="*/ 537781 w 537781"/>
                    <a:gd name="connsiteY7" fmla="*/ 1702 h 99566"/>
                    <a:gd name="connsiteX8" fmla="*/ 517874 w 537781"/>
                    <a:gd name="connsiteY8" fmla="*/ 3130 h 99566"/>
                    <a:gd name="connsiteX9" fmla="*/ 492538 w 537781"/>
                    <a:gd name="connsiteY9" fmla="*/ 7131 h 99566"/>
                    <a:gd name="connsiteX10" fmla="*/ 442627 w 537781"/>
                    <a:gd name="connsiteY10" fmla="*/ 12560 h 99566"/>
                    <a:gd name="connsiteX11" fmla="*/ 341376 w 537781"/>
                    <a:gd name="connsiteY11" fmla="*/ 21799 h 99566"/>
                    <a:gd name="connsiteX12" fmla="*/ 284702 w 537781"/>
                    <a:gd name="connsiteY12" fmla="*/ 31705 h 99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37781" h="99566">
                      <a:moveTo>
                        <a:pt x="284702" y="31705"/>
                      </a:moveTo>
                      <a:cubicBezTo>
                        <a:pt x="258699" y="37897"/>
                        <a:pt x="233267" y="46469"/>
                        <a:pt x="207550" y="53899"/>
                      </a:cubicBezTo>
                      <a:cubicBezTo>
                        <a:pt x="187738" y="59614"/>
                        <a:pt x="167640" y="64567"/>
                        <a:pt x="147542" y="69234"/>
                      </a:cubicBezTo>
                      <a:cubicBezTo>
                        <a:pt x="98774" y="80473"/>
                        <a:pt x="49530" y="89903"/>
                        <a:pt x="0" y="97523"/>
                      </a:cubicBezTo>
                      <a:cubicBezTo>
                        <a:pt x="68199" y="106762"/>
                        <a:pt x="135826" y="82569"/>
                        <a:pt x="202882" y="66948"/>
                      </a:cubicBezTo>
                      <a:cubicBezTo>
                        <a:pt x="230124" y="60566"/>
                        <a:pt x="257556" y="55613"/>
                        <a:pt x="285083" y="50660"/>
                      </a:cubicBezTo>
                      <a:cubicBezTo>
                        <a:pt x="356997" y="37706"/>
                        <a:pt x="428911" y="24657"/>
                        <a:pt x="500824" y="11703"/>
                      </a:cubicBezTo>
                      <a:cubicBezTo>
                        <a:pt x="512064" y="9703"/>
                        <a:pt x="528447" y="8464"/>
                        <a:pt x="537781" y="1702"/>
                      </a:cubicBezTo>
                      <a:cubicBezTo>
                        <a:pt x="533972" y="-2489"/>
                        <a:pt x="522732" y="2273"/>
                        <a:pt x="517874" y="3130"/>
                      </a:cubicBezTo>
                      <a:cubicBezTo>
                        <a:pt x="509492" y="4655"/>
                        <a:pt x="501015" y="5988"/>
                        <a:pt x="492538" y="7131"/>
                      </a:cubicBezTo>
                      <a:cubicBezTo>
                        <a:pt x="475964" y="9417"/>
                        <a:pt x="459296" y="11036"/>
                        <a:pt x="442627" y="12560"/>
                      </a:cubicBezTo>
                      <a:cubicBezTo>
                        <a:pt x="408813" y="15513"/>
                        <a:pt x="374999" y="17513"/>
                        <a:pt x="341376" y="21799"/>
                      </a:cubicBezTo>
                      <a:cubicBezTo>
                        <a:pt x="322421" y="24181"/>
                        <a:pt x="303466" y="27324"/>
                        <a:pt x="284702" y="31705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75" name="Forme libre : forme 11474">
                  <a:extLst>
                    <a:ext uri="{FF2B5EF4-FFF2-40B4-BE49-F238E27FC236}">
                      <a16:creationId xmlns:a16="http://schemas.microsoft.com/office/drawing/2014/main" id="{F9518E31-246C-40F1-8AEB-C994FBBC2204}"/>
                    </a:ext>
                  </a:extLst>
                </p:cNvPr>
                <p:cNvSpPr/>
                <p:nvPr/>
              </p:nvSpPr>
              <p:spPr>
                <a:xfrm>
                  <a:off x="4752953" y="3499596"/>
                  <a:ext cx="291846" cy="61329"/>
                </a:xfrm>
                <a:custGeom>
                  <a:avLst/>
                  <a:gdLst>
                    <a:gd name="connsiteX0" fmla="*/ 235363 w 291846"/>
                    <a:gd name="connsiteY0" fmla="*/ 52498 h 61329"/>
                    <a:gd name="connsiteX1" fmla="*/ 201644 w 291846"/>
                    <a:gd name="connsiteY1" fmla="*/ 47069 h 61329"/>
                    <a:gd name="connsiteX2" fmla="*/ 179832 w 291846"/>
                    <a:gd name="connsiteY2" fmla="*/ 41163 h 61329"/>
                    <a:gd name="connsiteX3" fmla="*/ 105537 w 291846"/>
                    <a:gd name="connsiteY3" fmla="*/ 19446 h 61329"/>
                    <a:gd name="connsiteX4" fmla="*/ 75152 w 291846"/>
                    <a:gd name="connsiteY4" fmla="*/ 8778 h 61329"/>
                    <a:gd name="connsiteX5" fmla="*/ 52388 w 291846"/>
                    <a:gd name="connsiteY5" fmla="*/ 110 h 61329"/>
                    <a:gd name="connsiteX6" fmla="*/ 39719 w 291846"/>
                    <a:gd name="connsiteY6" fmla="*/ 1158 h 61329"/>
                    <a:gd name="connsiteX7" fmla="*/ 0 w 291846"/>
                    <a:gd name="connsiteY7" fmla="*/ 10017 h 61329"/>
                    <a:gd name="connsiteX8" fmla="*/ 65722 w 291846"/>
                    <a:gd name="connsiteY8" fmla="*/ 21256 h 61329"/>
                    <a:gd name="connsiteX9" fmla="*/ 242602 w 291846"/>
                    <a:gd name="connsiteY9" fmla="*/ 56498 h 61329"/>
                    <a:gd name="connsiteX10" fmla="*/ 267843 w 291846"/>
                    <a:gd name="connsiteY10" fmla="*/ 59070 h 61329"/>
                    <a:gd name="connsiteX11" fmla="*/ 291846 w 291846"/>
                    <a:gd name="connsiteY11" fmla="*/ 60309 h 61329"/>
                    <a:gd name="connsiteX12" fmla="*/ 263462 w 291846"/>
                    <a:gd name="connsiteY12" fmla="*/ 56308 h 61329"/>
                    <a:gd name="connsiteX13" fmla="*/ 235363 w 291846"/>
                    <a:gd name="connsiteY13" fmla="*/ 52498 h 61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91846" h="61329">
                      <a:moveTo>
                        <a:pt x="235363" y="52498"/>
                      </a:moveTo>
                      <a:cubicBezTo>
                        <a:pt x="224028" y="51069"/>
                        <a:pt x="212788" y="49545"/>
                        <a:pt x="201644" y="47069"/>
                      </a:cubicBezTo>
                      <a:cubicBezTo>
                        <a:pt x="194310" y="45354"/>
                        <a:pt x="187071" y="43259"/>
                        <a:pt x="179832" y="41163"/>
                      </a:cubicBezTo>
                      <a:cubicBezTo>
                        <a:pt x="155067" y="33924"/>
                        <a:pt x="130302" y="26685"/>
                        <a:pt x="105537" y="19446"/>
                      </a:cubicBezTo>
                      <a:cubicBezTo>
                        <a:pt x="95250" y="16398"/>
                        <a:pt x="84868" y="13350"/>
                        <a:pt x="75152" y="8778"/>
                      </a:cubicBezTo>
                      <a:cubicBezTo>
                        <a:pt x="67818" y="5254"/>
                        <a:pt x="60579" y="872"/>
                        <a:pt x="52388" y="110"/>
                      </a:cubicBezTo>
                      <a:cubicBezTo>
                        <a:pt x="48101" y="-270"/>
                        <a:pt x="43910" y="396"/>
                        <a:pt x="39719" y="1158"/>
                      </a:cubicBezTo>
                      <a:cubicBezTo>
                        <a:pt x="26384" y="3444"/>
                        <a:pt x="13145" y="6397"/>
                        <a:pt x="0" y="10017"/>
                      </a:cubicBezTo>
                      <a:cubicBezTo>
                        <a:pt x="22288" y="7635"/>
                        <a:pt x="44291" y="14874"/>
                        <a:pt x="65722" y="21256"/>
                      </a:cubicBezTo>
                      <a:cubicBezTo>
                        <a:pt x="123444" y="38401"/>
                        <a:pt x="182785" y="49831"/>
                        <a:pt x="242602" y="56498"/>
                      </a:cubicBezTo>
                      <a:cubicBezTo>
                        <a:pt x="250984" y="57451"/>
                        <a:pt x="259366" y="58308"/>
                        <a:pt x="267843" y="59070"/>
                      </a:cubicBezTo>
                      <a:cubicBezTo>
                        <a:pt x="273749" y="59642"/>
                        <a:pt x="286893" y="62976"/>
                        <a:pt x="291846" y="60309"/>
                      </a:cubicBezTo>
                      <a:cubicBezTo>
                        <a:pt x="283369" y="57356"/>
                        <a:pt x="272510" y="57451"/>
                        <a:pt x="263462" y="56308"/>
                      </a:cubicBezTo>
                      <a:cubicBezTo>
                        <a:pt x="254032" y="54879"/>
                        <a:pt x="244697" y="53736"/>
                        <a:pt x="235363" y="52498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76" name="Forme libre : forme 11475">
                  <a:extLst>
                    <a:ext uri="{FF2B5EF4-FFF2-40B4-BE49-F238E27FC236}">
                      <a16:creationId xmlns:a16="http://schemas.microsoft.com/office/drawing/2014/main" id="{04FD3128-E767-4217-A4B5-CCE442CE3838}"/>
                    </a:ext>
                  </a:extLst>
                </p:cNvPr>
                <p:cNvSpPr/>
                <p:nvPr/>
              </p:nvSpPr>
              <p:spPr>
                <a:xfrm>
                  <a:off x="4748731" y="3367353"/>
                  <a:ext cx="227800" cy="117831"/>
                </a:xfrm>
                <a:custGeom>
                  <a:avLst/>
                  <a:gdLst>
                    <a:gd name="connsiteX0" fmla="*/ 207866 w 227800"/>
                    <a:gd name="connsiteY0" fmla="*/ 22531 h 117831"/>
                    <a:gd name="connsiteX1" fmla="*/ 209962 w 227800"/>
                    <a:gd name="connsiteY1" fmla="*/ 35961 h 117831"/>
                    <a:gd name="connsiteX2" fmla="*/ 218058 w 227800"/>
                    <a:gd name="connsiteY2" fmla="*/ 50916 h 117831"/>
                    <a:gd name="connsiteX3" fmla="*/ 226154 w 227800"/>
                    <a:gd name="connsiteY3" fmla="*/ 66918 h 117831"/>
                    <a:gd name="connsiteX4" fmla="*/ 227773 w 227800"/>
                    <a:gd name="connsiteY4" fmla="*/ 73871 h 117831"/>
                    <a:gd name="connsiteX5" fmla="*/ 215010 w 227800"/>
                    <a:gd name="connsiteY5" fmla="*/ 85301 h 117831"/>
                    <a:gd name="connsiteX6" fmla="*/ 181387 w 227800"/>
                    <a:gd name="connsiteY6" fmla="*/ 89682 h 117831"/>
                    <a:gd name="connsiteX7" fmla="*/ 92042 w 227800"/>
                    <a:gd name="connsiteY7" fmla="*/ 102160 h 117831"/>
                    <a:gd name="connsiteX8" fmla="*/ 9651 w 227800"/>
                    <a:gd name="connsiteY8" fmla="*/ 117781 h 117831"/>
                    <a:gd name="connsiteX9" fmla="*/ 31 w 227800"/>
                    <a:gd name="connsiteY9" fmla="*/ 113400 h 117831"/>
                    <a:gd name="connsiteX10" fmla="*/ 5746 w 227800"/>
                    <a:gd name="connsiteY10" fmla="*/ 106446 h 117831"/>
                    <a:gd name="connsiteX11" fmla="*/ 50323 w 227800"/>
                    <a:gd name="connsiteY11" fmla="*/ 84825 h 117831"/>
                    <a:gd name="connsiteX12" fmla="*/ 162622 w 227800"/>
                    <a:gd name="connsiteY12" fmla="*/ 17864 h 117831"/>
                    <a:gd name="connsiteX13" fmla="*/ 200627 w 227800"/>
                    <a:gd name="connsiteY13" fmla="*/ 2148 h 117831"/>
                    <a:gd name="connsiteX14" fmla="*/ 212057 w 227800"/>
                    <a:gd name="connsiteY14" fmla="*/ 4243 h 117831"/>
                    <a:gd name="connsiteX15" fmla="*/ 207866 w 227800"/>
                    <a:gd name="connsiteY15" fmla="*/ 22531 h 117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27800" h="117831">
                      <a:moveTo>
                        <a:pt x="207866" y="22531"/>
                      </a:moveTo>
                      <a:cubicBezTo>
                        <a:pt x="207771" y="27103"/>
                        <a:pt x="208438" y="31675"/>
                        <a:pt x="209962" y="35961"/>
                      </a:cubicBezTo>
                      <a:cubicBezTo>
                        <a:pt x="211867" y="41295"/>
                        <a:pt x="215105" y="46058"/>
                        <a:pt x="218058" y="50916"/>
                      </a:cubicBezTo>
                      <a:cubicBezTo>
                        <a:pt x="221106" y="56059"/>
                        <a:pt x="223773" y="61393"/>
                        <a:pt x="226154" y="66918"/>
                      </a:cubicBezTo>
                      <a:cubicBezTo>
                        <a:pt x="227107" y="69108"/>
                        <a:pt x="227964" y="71490"/>
                        <a:pt x="227773" y="73871"/>
                      </a:cubicBezTo>
                      <a:cubicBezTo>
                        <a:pt x="227392" y="79967"/>
                        <a:pt x="220915" y="83586"/>
                        <a:pt x="215010" y="85301"/>
                      </a:cubicBezTo>
                      <a:cubicBezTo>
                        <a:pt x="204152" y="88444"/>
                        <a:pt x="192722" y="88920"/>
                        <a:pt x="181387" y="89682"/>
                      </a:cubicBezTo>
                      <a:cubicBezTo>
                        <a:pt x="151383" y="91683"/>
                        <a:pt x="121474" y="95874"/>
                        <a:pt x="92042" y="102160"/>
                      </a:cubicBezTo>
                      <a:cubicBezTo>
                        <a:pt x="64705" y="108066"/>
                        <a:pt x="37559" y="115781"/>
                        <a:pt x="9651" y="117781"/>
                      </a:cubicBezTo>
                      <a:cubicBezTo>
                        <a:pt x="5746" y="118067"/>
                        <a:pt x="602" y="117210"/>
                        <a:pt x="31" y="113400"/>
                      </a:cubicBezTo>
                      <a:cubicBezTo>
                        <a:pt x="-350" y="110256"/>
                        <a:pt x="2888" y="107970"/>
                        <a:pt x="5746" y="106446"/>
                      </a:cubicBezTo>
                      <a:cubicBezTo>
                        <a:pt x="20510" y="99017"/>
                        <a:pt x="35749" y="92445"/>
                        <a:pt x="50323" y="84825"/>
                      </a:cubicBezTo>
                      <a:cubicBezTo>
                        <a:pt x="88994" y="64727"/>
                        <a:pt x="123475" y="37200"/>
                        <a:pt x="162622" y="17864"/>
                      </a:cubicBezTo>
                      <a:cubicBezTo>
                        <a:pt x="174910" y="11768"/>
                        <a:pt x="187673" y="6529"/>
                        <a:pt x="200627" y="2148"/>
                      </a:cubicBezTo>
                      <a:cubicBezTo>
                        <a:pt x="205104" y="624"/>
                        <a:pt x="212153" y="-2710"/>
                        <a:pt x="212057" y="4243"/>
                      </a:cubicBezTo>
                      <a:cubicBezTo>
                        <a:pt x="212248" y="9863"/>
                        <a:pt x="207962" y="16245"/>
                        <a:pt x="207866" y="2253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77" name="Forme libre : forme 11476">
                  <a:extLst>
                    <a:ext uri="{FF2B5EF4-FFF2-40B4-BE49-F238E27FC236}">
                      <a16:creationId xmlns:a16="http://schemas.microsoft.com/office/drawing/2014/main" id="{1741960F-935B-4A6A-8C45-F7CC3C209EB4}"/>
                    </a:ext>
                  </a:extLst>
                </p:cNvPr>
                <p:cNvSpPr/>
                <p:nvPr/>
              </p:nvSpPr>
              <p:spPr>
                <a:xfrm>
                  <a:off x="4859587" y="3480050"/>
                  <a:ext cx="165209" cy="66515"/>
                </a:xfrm>
                <a:custGeom>
                  <a:avLst/>
                  <a:gdLst>
                    <a:gd name="connsiteX0" fmla="*/ 165210 w 165209"/>
                    <a:gd name="connsiteY0" fmla="*/ 65567 h 66515"/>
                    <a:gd name="connsiteX1" fmla="*/ 147398 w 165209"/>
                    <a:gd name="connsiteY1" fmla="*/ 65377 h 66515"/>
                    <a:gd name="connsiteX2" fmla="*/ 36051 w 165209"/>
                    <a:gd name="connsiteY2" fmla="*/ 44612 h 66515"/>
                    <a:gd name="connsiteX3" fmla="*/ 3571 w 165209"/>
                    <a:gd name="connsiteY3" fmla="*/ 34325 h 66515"/>
                    <a:gd name="connsiteX4" fmla="*/ 142 w 165209"/>
                    <a:gd name="connsiteY4" fmla="*/ 31087 h 66515"/>
                    <a:gd name="connsiteX5" fmla="*/ 2428 w 165209"/>
                    <a:gd name="connsiteY5" fmla="*/ 26229 h 66515"/>
                    <a:gd name="connsiteX6" fmla="*/ 7952 w 165209"/>
                    <a:gd name="connsiteY6" fmla="*/ 24800 h 66515"/>
                    <a:gd name="connsiteX7" fmla="*/ 100249 w 165209"/>
                    <a:gd name="connsiteY7" fmla="*/ 10132 h 66515"/>
                    <a:gd name="connsiteX8" fmla="*/ 145398 w 165209"/>
                    <a:gd name="connsiteY8" fmla="*/ 35 h 66515"/>
                    <a:gd name="connsiteX9" fmla="*/ 154828 w 165209"/>
                    <a:gd name="connsiteY9" fmla="*/ 23848 h 66515"/>
                    <a:gd name="connsiteX10" fmla="*/ 156637 w 165209"/>
                    <a:gd name="connsiteY10" fmla="*/ 45565 h 66515"/>
                    <a:gd name="connsiteX11" fmla="*/ 165210 w 165209"/>
                    <a:gd name="connsiteY11" fmla="*/ 65567 h 66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5209" h="66515">
                      <a:moveTo>
                        <a:pt x="165210" y="65567"/>
                      </a:moveTo>
                      <a:cubicBezTo>
                        <a:pt x="159495" y="67282"/>
                        <a:pt x="153304" y="66329"/>
                        <a:pt x="147398" y="65377"/>
                      </a:cubicBezTo>
                      <a:cubicBezTo>
                        <a:pt x="110155" y="59471"/>
                        <a:pt x="73008" y="52518"/>
                        <a:pt x="36051" y="44612"/>
                      </a:cubicBezTo>
                      <a:cubicBezTo>
                        <a:pt x="24906" y="42231"/>
                        <a:pt x="13667" y="39659"/>
                        <a:pt x="3571" y="34325"/>
                      </a:cubicBezTo>
                      <a:cubicBezTo>
                        <a:pt x="2142" y="33563"/>
                        <a:pt x="618" y="32611"/>
                        <a:pt x="142" y="31087"/>
                      </a:cubicBezTo>
                      <a:cubicBezTo>
                        <a:pt x="-430" y="29277"/>
                        <a:pt x="808" y="27181"/>
                        <a:pt x="2428" y="26229"/>
                      </a:cubicBezTo>
                      <a:cubicBezTo>
                        <a:pt x="4047" y="25181"/>
                        <a:pt x="6047" y="24991"/>
                        <a:pt x="7952" y="24800"/>
                      </a:cubicBezTo>
                      <a:cubicBezTo>
                        <a:pt x="38908" y="21276"/>
                        <a:pt x="69769" y="16323"/>
                        <a:pt x="100249" y="10132"/>
                      </a:cubicBezTo>
                      <a:cubicBezTo>
                        <a:pt x="114727" y="7179"/>
                        <a:pt x="130729" y="892"/>
                        <a:pt x="145398" y="35"/>
                      </a:cubicBezTo>
                      <a:cubicBezTo>
                        <a:pt x="160733" y="-822"/>
                        <a:pt x="155494" y="14227"/>
                        <a:pt x="154828" y="23848"/>
                      </a:cubicBezTo>
                      <a:cubicBezTo>
                        <a:pt x="154351" y="31087"/>
                        <a:pt x="154923" y="38516"/>
                        <a:pt x="156637" y="45565"/>
                      </a:cubicBezTo>
                      <a:cubicBezTo>
                        <a:pt x="157304" y="47470"/>
                        <a:pt x="163114" y="66139"/>
                        <a:pt x="165210" y="65567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78" name="Forme libre : forme 11477">
                  <a:extLst>
                    <a:ext uri="{FF2B5EF4-FFF2-40B4-BE49-F238E27FC236}">
                      <a16:creationId xmlns:a16="http://schemas.microsoft.com/office/drawing/2014/main" id="{F8E82AD9-0618-40A8-B68E-5D1F21103585}"/>
                    </a:ext>
                  </a:extLst>
                </p:cNvPr>
                <p:cNvSpPr/>
                <p:nvPr/>
              </p:nvSpPr>
              <p:spPr>
                <a:xfrm>
                  <a:off x="4705401" y="3524706"/>
                  <a:ext cx="270412" cy="112516"/>
                </a:xfrm>
                <a:custGeom>
                  <a:avLst/>
                  <a:gdLst>
                    <a:gd name="connsiteX0" fmla="*/ 254054 w 270412"/>
                    <a:gd name="connsiteY0" fmla="*/ 98350 h 112516"/>
                    <a:gd name="connsiteX1" fmla="*/ 251482 w 270412"/>
                    <a:gd name="connsiteY1" fmla="*/ 108828 h 112516"/>
                    <a:gd name="connsiteX2" fmla="*/ 233385 w 270412"/>
                    <a:gd name="connsiteY2" fmla="*/ 110828 h 112516"/>
                    <a:gd name="connsiteX3" fmla="*/ 115180 w 270412"/>
                    <a:gd name="connsiteY3" fmla="*/ 49106 h 112516"/>
                    <a:gd name="connsiteX4" fmla="*/ 7261 w 270412"/>
                    <a:gd name="connsiteY4" fmla="*/ 28913 h 112516"/>
                    <a:gd name="connsiteX5" fmla="*/ 2023 w 270412"/>
                    <a:gd name="connsiteY5" fmla="*/ 27770 h 112516"/>
                    <a:gd name="connsiteX6" fmla="*/ 308 w 270412"/>
                    <a:gd name="connsiteY6" fmla="*/ 23198 h 112516"/>
                    <a:gd name="connsiteX7" fmla="*/ 2689 w 270412"/>
                    <a:gd name="connsiteY7" fmla="*/ 21293 h 112516"/>
                    <a:gd name="connsiteX8" fmla="*/ 77746 w 270412"/>
                    <a:gd name="connsiteY8" fmla="*/ 243 h 112516"/>
                    <a:gd name="connsiteX9" fmla="*/ 101654 w 270412"/>
                    <a:gd name="connsiteY9" fmla="*/ 4719 h 112516"/>
                    <a:gd name="connsiteX10" fmla="*/ 253102 w 270412"/>
                    <a:gd name="connsiteY10" fmla="*/ 46058 h 112516"/>
                    <a:gd name="connsiteX11" fmla="*/ 269675 w 270412"/>
                    <a:gd name="connsiteY11" fmla="*/ 49582 h 112516"/>
                    <a:gd name="connsiteX12" fmla="*/ 265674 w 270412"/>
                    <a:gd name="connsiteY12" fmla="*/ 62631 h 112516"/>
                    <a:gd name="connsiteX13" fmla="*/ 254054 w 270412"/>
                    <a:gd name="connsiteY13" fmla="*/ 98350 h 112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0412" h="112516">
                      <a:moveTo>
                        <a:pt x="254054" y="98350"/>
                      </a:moveTo>
                      <a:cubicBezTo>
                        <a:pt x="253864" y="101970"/>
                        <a:pt x="253768" y="105970"/>
                        <a:pt x="251482" y="108828"/>
                      </a:cubicBezTo>
                      <a:cubicBezTo>
                        <a:pt x="247577" y="113971"/>
                        <a:pt x="239576" y="112828"/>
                        <a:pt x="233385" y="110828"/>
                      </a:cubicBezTo>
                      <a:cubicBezTo>
                        <a:pt x="191094" y="96921"/>
                        <a:pt x="156232" y="66251"/>
                        <a:pt x="115180" y="49106"/>
                      </a:cubicBezTo>
                      <a:cubicBezTo>
                        <a:pt x="81271" y="34914"/>
                        <a:pt x="44028" y="30437"/>
                        <a:pt x="7261" y="28913"/>
                      </a:cubicBezTo>
                      <a:cubicBezTo>
                        <a:pt x="5452" y="28818"/>
                        <a:pt x="3547" y="28722"/>
                        <a:pt x="2023" y="27770"/>
                      </a:cubicBezTo>
                      <a:cubicBezTo>
                        <a:pt x="498" y="26817"/>
                        <a:pt x="-549" y="24722"/>
                        <a:pt x="308" y="23198"/>
                      </a:cubicBezTo>
                      <a:cubicBezTo>
                        <a:pt x="784" y="22340"/>
                        <a:pt x="1737" y="21769"/>
                        <a:pt x="2689" y="21293"/>
                      </a:cubicBezTo>
                      <a:cubicBezTo>
                        <a:pt x="25930" y="8910"/>
                        <a:pt x="51457" y="-1758"/>
                        <a:pt x="77746" y="243"/>
                      </a:cubicBezTo>
                      <a:cubicBezTo>
                        <a:pt x="85843" y="814"/>
                        <a:pt x="93748" y="2624"/>
                        <a:pt x="101654" y="4719"/>
                      </a:cubicBezTo>
                      <a:cubicBezTo>
                        <a:pt x="152422" y="18149"/>
                        <a:pt x="200619" y="44724"/>
                        <a:pt x="253102" y="46058"/>
                      </a:cubicBezTo>
                      <a:cubicBezTo>
                        <a:pt x="257578" y="46153"/>
                        <a:pt x="267008" y="45010"/>
                        <a:pt x="269675" y="49582"/>
                      </a:cubicBezTo>
                      <a:cubicBezTo>
                        <a:pt x="272152" y="53773"/>
                        <a:pt x="267770" y="59298"/>
                        <a:pt x="265674" y="62631"/>
                      </a:cubicBezTo>
                      <a:cubicBezTo>
                        <a:pt x="259007" y="73395"/>
                        <a:pt x="254911" y="85682"/>
                        <a:pt x="254054" y="9835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79" name="Forme libre : forme 11478">
                  <a:extLst>
                    <a:ext uri="{FF2B5EF4-FFF2-40B4-BE49-F238E27FC236}">
                      <a16:creationId xmlns:a16="http://schemas.microsoft.com/office/drawing/2014/main" id="{745DD0D3-FAAB-4BDB-AF8A-040B90637013}"/>
                    </a:ext>
                  </a:extLst>
                </p:cNvPr>
                <p:cNvSpPr/>
                <p:nvPr/>
              </p:nvSpPr>
              <p:spPr>
                <a:xfrm>
                  <a:off x="4358894" y="3486043"/>
                  <a:ext cx="339229" cy="63479"/>
                </a:xfrm>
                <a:custGeom>
                  <a:avLst/>
                  <a:gdLst>
                    <a:gd name="connsiteX0" fmla="*/ 214608 w 339229"/>
                    <a:gd name="connsiteY0" fmla="*/ 41382 h 63479"/>
                    <a:gd name="connsiteX1" fmla="*/ 179556 w 339229"/>
                    <a:gd name="connsiteY1" fmla="*/ 50335 h 63479"/>
                    <a:gd name="connsiteX2" fmla="*/ 112405 w 339229"/>
                    <a:gd name="connsiteY2" fmla="*/ 54621 h 63479"/>
                    <a:gd name="connsiteX3" fmla="*/ 200 w 339229"/>
                    <a:gd name="connsiteY3" fmla="*/ 63480 h 63479"/>
                    <a:gd name="connsiteX4" fmla="*/ 11154 w 339229"/>
                    <a:gd name="connsiteY4" fmla="*/ 47573 h 63479"/>
                    <a:gd name="connsiteX5" fmla="*/ 146219 w 339229"/>
                    <a:gd name="connsiteY5" fmla="*/ 14712 h 63479"/>
                    <a:gd name="connsiteX6" fmla="*/ 213656 w 339229"/>
                    <a:gd name="connsiteY6" fmla="*/ 13188 h 63479"/>
                    <a:gd name="connsiteX7" fmla="*/ 298333 w 339229"/>
                    <a:gd name="connsiteY7" fmla="*/ 8806 h 63479"/>
                    <a:gd name="connsiteX8" fmla="*/ 318336 w 339229"/>
                    <a:gd name="connsiteY8" fmla="*/ 3663 h 63479"/>
                    <a:gd name="connsiteX9" fmla="*/ 335576 w 339229"/>
                    <a:gd name="connsiteY9" fmla="*/ 329 h 63479"/>
                    <a:gd name="connsiteX10" fmla="*/ 339100 w 339229"/>
                    <a:gd name="connsiteY10" fmla="*/ 7949 h 63479"/>
                    <a:gd name="connsiteX11" fmla="*/ 331385 w 339229"/>
                    <a:gd name="connsiteY11" fmla="*/ 15474 h 63479"/>
                    <a:gd name="connsiteX12" fmla="*/ 256804 w 339229"/>
                    <a:gd name="connsiteY12" fmla="*/ 33000 h 63479"/>
                    <a:gd name="connsiteX13" fmla="*/ 214608 w 339229"/>
                    <a:gd name="connsiteY13" fmla="*/ 41382 h 63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9229" h="63479">
                      <a:moveTo>
                        <a:pt x="214608" y="41382"/>
                      </a:moveTo>
                      <a:cubicBezTo>
                        <a:pt x="202892" y="44334"/>
                        <a:pt x="191367" y="47954"/>
                        <a:pt x="179556" y="50335"/>
                      </a:cubicBezTo>
                      <a:cubicBezTo>
                        <a:pt x="157554" y="54621"/>
                        <a:pt x="134884" y="54145"/>
                        <a:pt x="112405" y="54621"/>
                      </a:cubicBezTo>
                      <a:cubicBezTo>
                        <a:pt x="74877" y="55574"/>
                        <a:pt x="37539" y="59479"/>
                        <a:pt x="200" y="63480"/>
                      </a:cubicBezTo>
                      <a:cubicBezTo>
                        <a:pt x="-1228" y="56717"/>
                        <a:pt x="5249" y="51097"/>
                        <a:pt x="11154" y="47573"/>
                      </a:cubicBezTo>
                      <a:cubicBezTo>
                        <a:pt x="51445" y="23760"/>
                        <a:pt x="99546" y="17379"/>
                        <a:pt x="146219" y="14712"/>
                      </a:cubicBezTo>
                      <a:cubicBezTo>
                        <a:pt x="168698" y="13474"/>
                        <a:pt x="191177" y="12902"/>
                        <a:pt x="213656" y="13188"/>
                      </a:cubicBezTo>
                      <a:cubicBezTo>
                        <a:pt x="241945" y="13474"/>
                        <a:pt x="270615" y="14997"/>
                        <a:pt x="298333" y="8806"/>
                      </a:cubicBezTo>
                      <a:cubicBezTo>
                        <a:pt x="305096" y="7282"/>
                        <a:pt x="311668" y="5377"/>
                        <a:pt x="318336" y="3663"/>
                      </a:cubicBezTo>
                      <a:cubicBezTo>
                        <a:pt x="322717" y="2520"/>
                        <a:pt x="331194" y="-1100"/>
                        <a:pt x="335576" y="329"/>
                      </a:cubicBezTo>
                      <a:cubicBezTo>
                        <a:pt x="338814" y="1377"/>
                        <a:pt x="339576" y="4901"/>
                        <a:pt x="339100" y="7949"/>
                      </a:cubicBezTo>
                      <a:cubicBezTo>
                        <a:pt x="338338" y="12426"/>
                        <a:pt x="335290" y="13950"/>
                        <a:pt x="331385" y="15474"/>
                      </a:cubicBezTo>
                      <a:cubicBezTo>
                        <a:pt x="307477" y="24713"/>
                        <a:pt x="281950" y="28713"/>
                        <a:pt x="256804" y="33000"/>
                      </a:cubicBezTo>
                      <a:cubicBezTo>
                        <a:pt x="242707" y="35381"/>
                        <a:pt x="228515" y="37953"/>
                        <a:pt x="214608" y="41382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80" name="Forme libre : forme 11479">
                  <a:extLst>
                    <a:ext uri="{FF2B5EF4-FFF2-40B4-BE49-F238E27FC236}">
                      <a16:creationId xmlns:a16="http://schemas.microsoft.com/office/drawing/2014/main" id="{831BA94C-02A6-4C59-B05D-567915AA9400}"/>
                    </a:ext>
                  </a:extLst>
                </p:cNvPr>
                <p:cNvSpPr/>
                <p:nvPr/>
              </p:nvSpPr>
              <p:spPr>
                <a:xfrm>
                  <a:off x="4343876" y="3462936"/>
                  <a:ext cx="150477" cy="22923"/>
                </a:xfrm>
                <a:custGeom>
                  <a:avLst/>
                  <a:gdLst>
                    <a:gd name="connsiteX0" fmla="*/ 83703 w 150477"/>
                    <a:gd name="connsiteY0" fmla="*/ 12292 h 22923"/>
                    <a:gd name="connsiteX1" fmla="*/ 36078 w 150477"/>
                    <a:gd name="connsiteY1" fmla="*/ 22293 h 22923"/>
                    <a:gd name="connsiteX2" fmla="*/ 13599 w 150477"/>
                    <a:gd name="connsiteY2" fmla="*/ 20103 h 22923"/>
                    <a:gd name="connsiteX3" fmla="*/ 2264 w 150477"/>
                    <a:gd name="connsiteY3" fmla="*/ 10768 h 22923"/>
                    <a:gd name="connsiteX4" fmla="*/ 74 w 150477"/>
                    <a:gd name="connsiteY4" fmla="*/ 7434 h 22923"/>
                    <a:gd name="connsiteX5" fmla="*/ 2455 w 150477"/>
                    <a:gd name="connsiteY5" fmla="*/ 2767 h 22923"/>
                    <a:gd name="connsiteX6" fmla="*/ 7789 w 150477"/>
                    <a:gd name="connsiteY6" fmla="*/ 1529 h 22923"/>
                    <a:gd name="connsiteX7" fmla="*/ 22457 w 150477"/>
                    <a:gd name="connsiteY7" fmla="*/ 3624 h 22923"/>
                    <a:gd name="connsiteX8" fmla="*/ 104277 w 150477"/>
                    <a:gd name="connsiteY8" fmla="*/ 2577 h 22923"/>
                    <a:gd name="connsiteX9" fmla="*/ 145235 w 150477"/>
                    <a:gd name="connsiteY9" fmla="*/ 5 h 22923"/>
                    <a:gd name="connsiteX10" fmla="*/ 147711 w 150477"/>
                    <a:gd name="connsiteY10" fmla="*/ 5625 h 22923"/>
                    <a:gd name="connsiteX11" fmla="*/ 129518 w 150477"/>
                    <a:gd name="connsiteY11" fmla="*/ 6768 h 22923"/>
                    <a:gd name="connsiteX12" fmla="*/ 83703 w 150477"/>
                    <a:gd name="connsiteY12" fmla="*/ 12292 h 22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77" h="22923">
                      <a:moveTo>
                        <a:pt x="83703" y="12292"/>
                      </a:moveTo>
                      <a:cubicBezTo>
                        <a:pt x="67796" y="15531"/>
                        <a:pt x="52175" y="20293"/>
                        <a:pt x="36078" y="22293"/>
                      </a:cubicBezTo>
                      <a:cubicBezTo>
                        <a:pt x="28458" y="23246"/>
                        <a:pt x="20457" y="23532"/>
                        <a:pt x="13599" y="20103"/>
                      </a:cubicBezTo>
                      <a:cubicBezTo>
                        <a:pt x="9218" y="17912"/>
                        <a:pt x="5693" y="14292"/>
                        <a:pt x="2264" y="10768"/>
                      </a:cubicBezTo>
                      <a:cubicBezTo>
                        <a:pt x="1312" y="9816"/>
                        <a:pt x="359" y="8768"/>
                        <a:pt x="74" y="7434"/>
                      </a:cubicBezTo>
                      <a:cubicBezTo>
                        <a:pt x="-307" y="5625"/>
                        <a:pt x="836" y="3720"/>
                        <a:pt x="2455" y="2767"/>
                      </a:cubicBezTo>
                      <a:cubicBezTo>
                        <a:pt x="4074" y="1815"/>
                        <a:pt x="5979" y="1624"/>
                        <a:pt x="7789" y="1529"/>
                      </a:cubicBezTo>
                      <a:cubicBezTo>
                        <a:pt x="12742" y="1434"/>
                        <a:pt x="17600" y="2672"/>
                        <a:pt x="22457" y="3624"/>
                      </a:cubicBezTo>
                      <a:cubicBezTo>
                        <a:pt x="49508" y="8768"/>
                        <a:pt x="77131" y="5339"/>
                        <a:pt x="104277" y="2577"/>
                      </a:cubicBezTo>
                      <a:cubicBezTo>
                        <a:pt x="117898" y="1243"/>
                        <a:pt x="131519" y="-90"/>
                        <a:pt x="145235" y="5"/>
                      </a:cubicBezTo>
                      <a:cubicBezTo>
                        <a:pt x="149807" y="5"/>
                        <a:pt x="153045" y="2196"/>
                        <a:pt x="147711" y="5625"/>
                      </a:cubicBezTo>
                      <a:cubicBezTo>
                        <a:pt x="143425" y="8387"/>
                        <a:pt x="134567" y="6577"/>
                        <a:pt x="129518" y="6768"/>
                      </a:cubicBezTo>
                      <a:cubicBezTo>
                        <a:pt x="114088" y="7339"/>
                        <a:pt x="98753" y="9244"/>
                        <a:pt x="83703" y="12292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481" name="Forme libre : forme 11480">
                <a:extLst>
                  <a:ext uri="{FF2B5EF4-FFF2-40B4-BE49-F238E27FC236}">
                    <a16:creationId xmlns:a16="http://schemas.microsoft.com/office/drawing/2014/main" id="{F8F5F57C-DD4A-4E87-9CFD-0E4EB25A6544}"/>
                  </a:ext>
                </a:extLst>
              </p:cNvPr>
              <p:cNvSpPr/>
              <p:nvPr/>
            </p:nvSpPr>
            <p:spPr>
              <a:xfrm>
                <a:off x="4839152" y="3387902"/>
                <a:ext cx="110635" cy="59798"/>
              </a:xfrm>
              <a:custGeom>
                <a:avLst/>
                <a:gdLst>
                  <a:gd name="connsiteX0" fmla="*/ 54009 w 110635"/>
                  <a:gd name="connsiteY0" fmla="*/ 18460 h 59798"/>
                  <a:gd name="connsiteX1" fmla="*/ 6003 w 110635"/>
                  <a:gd name="connsiteY1" fmla="*/ 50940 h 59798"/>
                  <a:gd name="connsiteX2" fmla="*/ 2 w 110635"/>
                  <a:gd name="connsiteY2" fmla="*/ 59799 h 59798"/>
                  <a:gd name="connsiteX3" fmla="*/ 22100 w 110635"/>
                  <a:gd name="connsiteY3" fmla="*/ 50655 h 59798"/>
                  <a:gd name="connsiteX4" fmla="*/ 48103 w 110635"/>
                  <a:gd name="connsiteY4" fmla="*/ 40749 h 59798"/>
                  <a:gd name="connsiteX5" fmla="*/ 101443 w 110635"/>
                  <a:gd name="connsiteY5" fmla="*/ 21603 h 59798"/>
                  <a:gd name="connsiteX6" fmla="*/ 107920 w 110635"/>
                  <a:gd name="connsiteY6" fmla="*/ 4077 h 59798"/>
                  <a:gd name="connsiteX7" fmla="*/ 83917 w 110635"/>
                  <a:gd name="connsiteY7" fmla="*/ 2839 h 59798"/>
                  <a:gd name="connsiteX8" fmla="*/ 54009 w 110635"/>
                  <a:gd name="connsiteY8" fmla="*/ 18460 h 59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635" h="59798">
                    <a:moveTo>
                      <a:pt x="54009" y="18460"/>
                    </a:moveTo>
                    <a:cubicBezTo>
                      <a:pt x="37626" y="28747"/>
                      <a:pt x="21243" y="39034"/>
                      <a:pt x="6003" y="50940"/>
                    </a:cubicBezTo>
                    <a:cubicBezTo>
                      <a:pt x="3050" y="53226"/>
                      <a:pt x="-93" y="56084"/>
                      <a:pt x="2" y="59799"/>
                    </a:cubicBezTo>
                    <a:cubicBezTo>
                      <a:pt x="7336" y="56751"/>
                      <a:pt x="14670" y="53703"/>
                      <a:pt x="22100" y="50655"/>
                    </a:cubicBezTo>
                    <a:cubicBezTo>
                      <a:pt x="30673" y="47130"/>
                      <a:pt x="39245" y="43606"/>
                      <a:pt x="48103" y="40749"/>
                    </a:cubicBezTo>
                    <a:cubicBezTo>
                      <a:pt x="66010" y="34938"/>
                      <a:pt x="85346" y="31986"/>
                      <a:pt x="101443" y="21603"/>
                    </a:cubicBezTo>
                    <a:cubicBezTo>
                      <a:pt x="107635" y="17603"/>
                      <a:pt x="114588" y="11221"/>
                      <a:pt x="107920" y="4077"/>
                    </a:cubicBezTo>
                    <a:cubicBezTo>
                      <a:pt x="101729" y="-2590"/>
                      <a:pt x="91251" y="363"/>
                      <a:pt x="83917" y="2839"/>
                    </a:cubicBezTo>
                    <a:cubicBezTo>
                      <a:pt x="73059" y="6459"/>
                      <a:pt x="63439" y="12555"/>
                      <a:pt x="54009" y="18460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482" name="Forme libre : forme 11481">
                <a:extLst>
                  <a:ext uri="{FF2B5EF4-FFF2-40B4-BE49-F238E27FC236}">
                    <a16:creationId xmlns:a16="http://schemas.microsoft.com/office/drawing/2014/main" id="{03DFF81D-3F4D-41CE-AEC2-FC2BC04317F8}"/>
                  </a:ext>
                </a:extLst>
              </p:cNvPr>
              <p:cNvSpPr/>
              <p:nvPr/>
            </p:nvSpPr>
            <p:spPr>
              <a:xfrm>
                <a:off x="4946566" y="3500163"/>
                <a:ext cx="56934" cy="21989"/>
              </a:xfrm>
              <a:custGeom>
                <a:avLst/>
                <a:gdLst>
                  <a:gd name="connsiteX0" fmla="*/ 3173 w 56934"/>
                  <a:gd name="connsiteY0" fmla="*/ 11355 h 21989"/>
                  <a:gd name="connsiteX1" fmla="*/ 316 w 56934"/>
                  <a:gd name="connsiteY1" fmla="*/ 16022 h 21989"/>
                  <a:gd name="connsiteX2" fmla="*/ 2888 w 56934"/>
                  <a:gd name="connsiteY2" fmla="*/ 17356 h 21989"/>
                  <a:gd name="connsiteX3" fmla="*/ 56894 w 56934"/>
                  <a:gd name="connsiteY3" fmla="*/ 7831 h 21989"/>
                  <a:gd name="connsiteX4" fmla="*/ 3173 w 56934"/>
                  <a:gd name="connsiteY4" fmla="*/ 11355 h 21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934" h="21989">
                    <a:moveTo>
                      <a:pt x="3173" y="11355"/>
                    </a:moveTo>
                    <a:cubicBezTo>
                      <a:pt x="1364" y="12308"/>
                      <a:pt x="-827" y="14213"/>
                      <a:pt x="316" y="16022"/>
                    </a:cubicBezTo>
                    <a:cubicBezTo>
                      <a:pt x="887" y="16880"/>
                      <a:pt x="1935" y="17165"/>
                      <a:pt x="2888" y="17356"/>
                    </a:cubicBezTo>
                    <a:cubicBezTo>
                      <a:pt x="15746" y="20023"/>
                      <a:pt x="54989" y="30215"/>
                      <a:pt x="56894" y="7831"/>
                    </a:cubicBezTo>
                    <a:cubicBezTo>
                      <a:pt x="58514" y="-9886"/>
                      <a:pt x="10889" y="7450"/>
                      <a:pt x="3173" y="11355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483" name="Forme libre : forme 11482">
                <a:extLst>
                  <a:ext uri="{FF2B5EF4-FFF2-40B4-BE49-F238E27FC236}">
                    <a16:creationId xmlns:a16="http://schemas.microsoft.com/office/drawing/2014/main" id="{BB98F0DD-5294-4ADC-89D1-A090A9FEF575}"/>
                  </a:ext>
                </a:extLst>
              </p:cNvPr>
              <p:cNvSpPr/>
              <p:nvPr/>
            </p:nvSpPr>
            <p:spPr>
              <a:xfrm>
                <a:off x="4876707" y="3573621"/>
                <a:ext cx="76133" cy="39545"/>
              </a:xfrm>
              <a:custGeom>
                <a:avLst/>
                <a:gdLst>
                  <a:gd name="connsiteX0" fmla="*/ 43791 w 76133"/>
                  <a:gd name="connsiteY0" fmla="*/ 10573 h 39545"/>
                  <a:gd name="connsiteX1" fmla="*/ 5691 w 76133"/>
                  <a:gd name="connsiteY1" fmla="*/ 0 h 39545"/>
                  <a:gd name="connsiteX2" fmla="*/ 1214 w 76133"/>
                  <a:gd name="connsiteY2" fmla="*/ 1143 h 39545"/>
                  <a:gd name="connsiteX3" fmla="*/ 548 w 76133"/>
                  <a:gd name="connsiteY3" fmla="*/ 6572 h 39545"/>
                  <a:gd name="connsiteX4" fmla="*/ 4548 w 76133"/>
                  <a:gd name="connsiteY4" fmla="*/ 10858 h 39545"/>
                  <a:gd name="connsiteX5" fmla="*/ 63889 w 76133"/>
                  <a:gd name="connsiteY5" fmla="*/ 39433 h 39545"/>
                  <a:gd name="connsiteX6" fmla="*/ 75605 w 76133"/>
                  <a:gd name="connsiteY6" fmla="*/ 29242 h 39545"/>
                  <a:gd name="connsiteX7" fmla="*/ 43791 w 76133"/>
                  <a:gd name="connsiteY7" fmla="*/ 10573 h 39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133" h="39545">
                    <a:moveTo>
                      <a:pt x="43791" y="10573"/>
                    </a:moveTo>
                    <a:cubicBezTo>
                      <a:pt x="31695" y="5144"/>
                      <a:pt x="19026" y="95"/>
                      <a:pt x="5691" y="0"/>
                    </a:cubicBezTo>
                    <a:cubicBezTo>
                      <a:pt x="4167" y="0"/>
                      <a:pt x="2453" y="95"/>
                      <a:pt x="1214" y="1143"/>
                    </a:cubicBezTo>
                    <a:cubicBezTo>
                      <a:pt x="-214" y="2476"/>
                      <a:pt x="-309" y="4763"/>
                      <a:pt x="548" y="6572"/>
                    </a:cubicBezTo>
                    <a:cubicBezTo>
                      <a:pt x="1405" y="8287"/>
                      <a:pt x="2929" y="9620"/>
                      <a:pt x="4548" y="10858"/>
                    </a:cubicBezTo>
                    <a:cubicBezTo>
                      <a:pt x="19788" y="22765"/>
                      <a:pt x="43410" y="41148"/>
                      <a:pt x="63889" y="39433"/>
                    </a:cubicBezTo>
                    <a:cubicBezTo>
                      <a:pt x="69699" y="38957"/>
                      <a:pt x="78367" y="36671"/>
                      <a:pt x="75605" y="29242"/>
                    </a:cubicBezTo>
                    <a:cubicBezTo>
                      <a:pt x="72366" y="19907"/>
                      <a:pt x="51888" y="14288"/>
                      <a:pt x="43791" y="10573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484" name="Forme libre : forme 11483">
                <a:extLst>
                  <a:ext uri="{FF2B5EF4-FFF2-40B4-BE49-F238E27FC236}">
                    <a16:creationId xmlns:a16="http://schemas.microsoft.com/office/drawing/2014/main" id="{FBB7D59C-5324-40C0-92FE-4C44A788A303}"/>
                  </a:ext>
                </a:extLst>
              </p:cNvPr>
              <p:cNvSpPr/>
              <p:nvPr/>
            </p:nvSpPr>
            <p:spPr>
              <a:xfrm>
                <a:off x="4700185" y="3482086"/>
                <a:ext cx="170402" cy="38862"/>
              </a:xfrm>
              <a:custGeom>
                <a:avLst/>
                <a:gdLst>
                  <a:gd name="connsiteX0" fmla="*/ 100203 w 170402"/>
                  <a:gd name="connsiteY0" fmla="*/ 17240 h 38862"/>
                  <a:gd name="connsiteX1" fmla="*/ 143923 w 170402"/>
                  <a:gd name="connsiteY1" fmla="*/ 38862 h 38862"/>
                  <a:gd name="connsiteX2" fmla="*/ 92678 w 170402"/>
                  <a:gd name="connsiteY2" fmla="*/ 22765 h 38862"/>
                  <a:gd name="connsiteX3" fmla="*/ 38005 w 170402"/>
                  <a:gd name="connsiteY3" fmla="*/ 26670 h 38862"/>
                  <a:gd name="connsiteX4" fmla="*/ 0 w 170402"/>
                  <a:gd name="connsiteY4" fmla="*/ 34861 h 38862"/>
                  <a:gd name="connsiteX5" fmla="*/ 100679 w 170402"/>
                  <a:gd name="connsiteY5" fmla="*/ 9715 h 38862"/>
                  <a:gd name="connsiteX6" fmla="*/ 153352 w 170402"/>
                  <a:gd name="connsiteY6" fmla="*/ 2191 h 38862"/>
                  <a:gd name="connsiteX7" fmla="*/ 170402 w 170402"/>
                  <a:gd name="connsiteY7" fmla="*/ 0 h 38862"/>
                  <a:gd name="connsiteX8" fmla="*/ 158020 w 170402"/>
                  <a:gd name="connsiteY8" fmla="*/ 3715 h 38862"/>
                  <a:gd name="connsiteX9" fmla="*/ 138779 w 170402"/>
                  <a:gd name="connsiteY9" fmla="*/ 7334 h 38862"/>
                  <a:gd name="connsiteX10" fmla="*/ 100203 w 170402"/>
                  <a:gd name="connsiteY10" fmla="*/ 17240 h 38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0402" h="38862">
                    <a:moveTo>
                      <a:pt x="100203" y="17240"/>
                    </a:moveTo>
                    <a:cubicBezTo>
                      <a:pt x="113633" y="26575"/>
                      <a:pt x="128397" y="33814"/>
                      <a:pt x="143923" y="38862"/>
                    </a:cubicBezTo>
                    <a:cubicBezTo>
                      <a:pt x="126016" y="37624"/>
                      <a:pt x="110204" y="26575"/>
                      <a:pt x="92678" y="22765"/>
                    </a:cubicBezTo>
                    <a:cubicBezTo>
                      <a:pt x="74676" y="18859"/>
                      <a:pt x="56007" y="22765"/>
                      <a:pt x="38005" y="26670"/>
                    </a:cubicBezTo>
                    <a:cubicBezTo>
                      <a:pt x="25336" y="29432"/>
                      <a:pt x="12668" y="32099"/>
                      <a:pt x="0" y="34861"/>
                    </a:cubicBezTo>
                    <a:cubicBezTo>
                      <a:pt x="32385" y="22574"/>
                      <a:pt x="66484" y="15145"/>
                      <a:pt x="100679" y="9715"/>
                    </a:cubicBezTo>
                    <a:cubicBezTo>
                      <a:pt x="118205" y="6858"/>
                      <a:pt x="135826" y="4572"/>
                      <a:pt x="153352" y="2191"/>
                    </a:cubicBezTo>
                    <a:cubicBezTo>
                      <a:pt x="159067" y="1524"/>
                      <a:pt x="164687" y="381"/>
                      <a:pt x="170402" y="0"/>
                    </a:cubicBezTo>
                    <a:cubicBezTo>
                      <a:pt x="166592" y="2953"/>
                      <a:pt x="162592" y="2953"/>
                      <a:pt x="158020" y="3715"/>
                    </a:cubicBezTo>
                    <a:cubicBezTo>
                      <a:pt x="151543" y="4763"/>
                      <a:pt x="145161" y="6001"/>
                      <a:pt x="138779" y="7334"/>
                    </a:cubicBezTo>
                    <a:cubicBezTo>
                      <a:pt x="125730" y="10096"/>
                      <a:pt x="112871" y="13430"/>
                      <a:pt x="100203" y="17240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485" name="Graphique 5">
              <a:extLst>
                <a:ext uri="{FF2B5EF4-FFF2-40B4-BE49-F238E27FC236}">
                  <a16:creationId xmlns:a16="http://schemas.microsoft.com/office/drawing/2014/main" id="{47C0C0E5-E69E-440A-B420-596F713E9484}"/>
                </a:ext>
              </a:extLst>
            </p:cNvPr>
            <p:cNvGrpSpPr/>
            <p:nvPr/>
          </p:nvGrpSpPr>
          <p:grpSpPr>
            <a:xfrm>
              <a:off x="1242038" y="3322447"/>
              <a:ext cx="845998" cy="371093"/>
              <a:chOff x="1242038" y="3322447"/>
              <a:chExt cx="845998" cy="371093"/>
            </a:xfrm>
            <a:solidFill>
              <a:schemeClr val="accent1"/>
            </a:solidFill>
          </p:grpSpPr>
          <p:grpSp>
            <p:nvGrpSpPr>
              <p:cNvPr id="11486" name="Graphique 5">
                <a:extLst>
                  <a:ext uri="{FF2B5EF4-FFF2-40B4-BE49-F238E27FC236}">
                    <a16:creationId xmlns:a16="http://schemas.microsoft.com/office/drawing/2014/main" id="{444D694C-0F67-4260-BA6F-1DE9F7600AB0}"/>
                  </a:ext>
                </a:extLst>
              </p:cNvPr>
              <p:cNvGrpSpPr/>
              <p:nvPr/>
            </p:nvGrpSpPr>
            <p:grpSpPr>
              <a:xfrm>
                <a:off x="1242038" y="3322447"/>
                <a:ext cx="845998" cy="371093"/>
                <a:chOff x="1242038" y="3322447"/>
                <a:chExt cx="845998" cy="371093"/>
              </a:xfrm>
              <a:solidFill>
                <a:schemeClr val="accent1"/>
              </a:solidFill>
            </p:grpSpPr>
            <p:sp>
              <p:nvSpPr>
                <p:cNvPr id="11487" name="Forme libre : forme 11486">
                  <a:extLst>
                    <a:ext uri="{FF2B5EF4-FFF2-40B4-BE49-F238E27FC236}">
                      <a16:creationId xmlns:a16="http://schemas.microsoft.com/office/drawing/2014/main" id="{014CE43C-1475-4066-9890-F3AFE0375B3C}"/>
                    </a:ext>
                  </a:extLst>
                </p:cNvPr>
                <p:cNvSpPr/>
                <p:nvPr/>
              </p:nvSpPr>
              <p:spPr>
                <a:xfrm>
                  <a:off x="1323287" y="3324923"/>
                  <a:ext cx="764750" cy="366521"/>
                </a:xfrm>
                <a:custGeom>
                  <a:avLst/>
                  <a:gdLst>
                    <a:gd name="connsiteX0" fmla="*/ 66008 w 764750"/>
                    <a:gd name="connsiteY0" fmla="*/ 366522 h 366521"/>
                    <a:gd name="connsiteX1" fmla="*/ 220409 w 764750"/>
                    <a:gd name="connsiteY1" fmla="*/ 298418 h 366521"/>
                    <a:gd name="connsiteX2" fmla="*/ 417862 w 764750"/>
                    <a:gd name="connsiteY2" fmla="*/ 236125 h 366521"/>
                    <a:gd name="connsiteX3" fmla="*/ 695039 w 764750"/>
                    <a:gd name="connsiteY3" fmla="*/ 232696 h 366521"/>
                    <a:gd name="connsiteX4" fmla="*/ 759143 w 764750"/>
                    <a:gd name="connsiteY4" fmla="*/ 240601 h 366521"/>
                    <a:gd name="connsiteX5" fmla="*/ 735616 w 764750"/>
                    <a:gd name="connsiteY5" fmla="*/ 188881 h 366521"/>
                    <a:gd name="connsiteX6" fmla="*/ 735616 w 764750"/>
                    <a:gd name="connsiteY6" fmla="*/ 177641 h 366521"/>
                    <a:gd name="connsiteX7" fmla="*/ 759143 w 764750"/>
                    <a:gd name="connsiteY7" fmla="*/ 125921 h 366521"/>
                    <a:gd name="connsiteX8" fmla="*/ 695039 w 764750"/>
                    <a:gd name="connsiteY8" fmla="*/ 133826 h 366521"/>
                    <a:gd name="connsiteX9" fmla="*/ 417862 w 764750"/>
                    <a:gd name="connsiteY9" fmla="*/ 130397 h 366521"/>
                    <a:gd name="connsiteX10" fmla="*/ 220409 w 764750"/>
                    <a:gd name="connsiteY10" fmla="*/ 68104 h 366521"/>
                    <a:gd name="connsiteX11" fmla="*/ 66008 w 764750"/>
                    <a:gd name="connsiteY11" fmla="*/ 0 h 366521"/>
                    <a:gd name="connsiteX12" fmla="*/ 0 w 764750"/>
                    <a:gd name="connsiteY12" fmla="*/ 181832 h 366521"/>
                    <a:gd name="connsiteX13" fmla="*/ 66008 w 764750"/>
                    <a:gd name="connsiteY13" fmla="*/ 366522 h 366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64750" h="366521">
                      <a:moveTo>
                        <a:pt x="66008" y="366522"/>
                      </a:moveTo>
                      <a:cubicBezTo>
                        <a:pt x="66008" y="366522"/>
                        <a:pt x="124111" y="352044"/>
                        <a:pt x="220409" y="298418"/>
                      </a:cubicBezTo>
                      <a:cubicBezTo>
                        <a:pt x="316706" y="244792"/>
                        <a:pt x="342329" y="238220"/>
                        <a:pt x="417862" y="236125"/>
                      </a:cubicBezTo>
                      <a:cubicBezTo>
                        <a:pt x="493395" y="234029"/>
                        <a:pt x="679133" y="232410"/>
                        <a:pt x="695039" y="232696"/>
                      </a:cubicBezTo>
                      <a:cubicBezTo>
                        <a:pt x="710946" y="232981"/>
                        <a:pt x="745712" y="231362"/>
                        <a:pt x="759143" y="240601"/>
                      </a:cubicBezTo>
                      <a:cubicBezTo>
                        <a:pt x="772573" y="249841"/>
                        <a:pt x="760762" y="198120"/>
                        <a:pt x="735616" y="188881"/>
                      </a:cubicBezTo>
                      <a:lnTo>
                        <a:pt x="735616" y="177641"/>
                      </a:lnTo>
                      <a:cubicBezTo>
                        <a:pt x="760667" y="168402"/>
                        <a:pt x="772573" y="116681"/>
                        <a:pt x="759143" y="125921"/>
                      </a:cubicBezTo>
                      <a:cubicBezTo>
                        <a:pt x="745712" y="135160"/>
                        <a:pt x="710851" y="133540"/>
                        <a:pt x="695039" y="133826"/>
                      </a:cubicBezTo>
                      <a:cubicBezTo>
                        <a:pt x="679228" y="134112"/>
                        <a:pt x="493395" y="132493"/>
                        <a:pt x="417862" y="130397"/>
                      </a:cubicBezTo>
                      <a:cubicBezTo>
                        <a:pt x="342329" y="128302"/>
                        <a:pt x="316802" y="121729"/>
                        <a:pt x="220409" y="68104"/>
                      </a:cubicBezTo>
                      <a:cubicBezTo>
                        <a:pt x="124015" y="14478"/>
                        <a:pt x="66008" y="0"/>
                        <a:pt x="66008" y="0"/>
                      </a:cubicBezTo>
                      <a:lnTo>
                        <a:pt x="0" y="181832"/>
                      </a:lnTo>
                      <a:lnTo>
                        <a:pt x="66008" y="366522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1488" name="Graphique 5">
                  <a:extLst>
                    <a:ext uri="{FF2B5EF4-FFF2-40B4-BE49-F238E27FC236}">
                      <a16:creationId xmlns:a16="http://schemas.microsoft.com/office/drawing/2014/main" id="{F96454D1-111C-4F4B-947C-53BC85D0DCDB}"/>
                    </a:ext>
                  </a:extLst>
                </p:cNvPr>
                <p:cNvGrpSpPr/>
                <p:nvPr/>
              </p:nvGrpSpPr>
              <p:grpSpPr>
                <a:xfrm>
                  <a:off x="1242038" y="3443890"/>
                  <a:ext cx="153162" cy="128778"/>
                  <a:chOff x="1242038" y="3443890"/>
                  <a:chExt cx="153162" cy="128778"/>
                </a:xfrm>
                <a:solidFill>
                  <a:schemeClr val="accent1"/>
                </a:solidFill>
              </p:grpSpPr>
              <p:sp>
                <p:nvSpPr>
                  <p:cNvPr id="11489" name="Forme libre : forme 11488">
                    <a:extLst>
                      <a:ext uri="{FF2B5EF4-FFF2-40B4-BE49-F238E27FC236}">
                        <a16:creationId xmlns:a16="http://schemas.microsoft.com/office/drawing/2014/main" id="{5A0A447D-D31E-41F7-B91E-6FC11DAB6137}"/>
                      </a:ext>
                    </a:extLst>
                  </p:cNvPr>
                  <p:cNvSpPr/>
                  <p:nvPr/>
                </p:nvSpPr>
                <p:spPr>
                  <a:xfrm>
                    <a:off x="1242038" y="3443891"/>
                    <a:ext cx="153161" cy="128777"/>
                  </a:xfrm>
                  <a:custGeom>
                    <a:avLst/>
                    <a:gdLst>
                      <a:gd name="connsiteX0" fmla="*/ 153162 w 153161"/>
                      <a:gd name="connsiteY0" fmla="*/ 64389 h 128777"/>
                      <a:gd name="connsiteX1" fmla="*/ 76581 w 153161"/>
                      <a:gd name="connsiteY1" fmla="*/ 128778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2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2" y="64389"/>
                        </a:moveTo>
                        <a:cubicBezTo>
                          <a:pt x="153162" y="99950"/>
                          <a:pt x="118876" y="128778"/>
                          <a:pt x="76581" y="128778"/>
                        </a:cubicBezTo>
                        <a:cubicBezTo>
                          <a:pt x="34287" y="128778"/>
                          <a:pt x="0" y="99950"/>
                          <a:pt x="0" y="64389"/>
                        </a:cubicBezTo>
                        <a:cubicBezTo>
                          <a:pt x="0" y="28828"/>
                          <a:pt x="34287" y="0"/>
                          <a:pt x="76581" y="0"/>
                        </a:cubicBezTo>
                        <a:cubicBezTo>
                          <a:pt x="118876" y="0"/>
                          <a:pt x="153162" y="28828"/>
                          <a:pt x="153162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90" name="Forme libre : forme 11489">
                    <a:extLst>
                      <a:ext uri="{FF2B5EF4-FFF2-40B4-BE49-F238E27FC236}">
                        <a16:creationId xmlns:a16="http://schemas.microsoft.com/office/drawing/2014/main" id="{7DCF2A5A-67AF-4DC0-86BE-B0BB078473E3}"/>
                      </a:ext>
                    </a:extLst>
                  </p:cNvPr>
                  <p:cNvSpPr/>
                  <p:nvPr/>
                </p:nvSpPr>
                <p:spPr>
                  <a:xfrm>
                    <a:off x="1284996" y="3443890"/>
                    <a:ext cx="110204" cy="128016"/>
                  </a:xfrm>
                  <a:custGeom>
                    <a:avLst/>
                    <a:gdLst>
                      <a:gd name="connsiteX0" fmla="*/ 0 w 110204"/>
                      <a:gd name="connsiteY0" fmla="*/ 6572 h 128016"/>
                      <a:gd name="connsiteX1" fmla="*/ 11430 w 110204"/>
                      <a:gd name="connsiteY1" fmla="*/ 5810 h 128016"/>
                      <a:gd name="connsiteX2" fmla="*/ 88011 w 110204"/>
                      <a:gd name="connsiteY2" fmla="*/ 70199 h 128016"/>
                      <a:gd name="connsiteX3" fmla="*/ 45053 w 110204"/>
                      <a:gd name="connsiteY3" fmla="*/ 128016 h 128016"/>
                      <a:gd name="connsiteX4" fmla="*/ 110204 w 110204"/>
                      <a:gd name="connsiteY4" fmla="*/ 64389 h 128016"/>
                      <a:gd name="connsiteX5" fmla="*/ 33623 w 110204"/>
                      <a:gd name="connsiteY5" fmla="*/ 0 h 128016"/>
                      <a:gd name="connsiteX6" fmla="*/ 0 w 110204"/>
                      <a:gd name="connsiteY6" fmla="*/ 6572 h 128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204" h="128016">
                        <a:moveTo>
                          <a:pt x="0" y="6572"/>
                        </a:moveTo>
                        <a:cubicBezTo>
                          <a:pt x="3715" y="6096"/>
                          <a:pt x="7525" y="5810"/>
                          <a:pt x="11430" y="5810"/>
                        </a:cubicBezTo>
                        <a:cubicBezTo>
                          <a:pt x="53721" y="5810"/>
                          <a:pt x="87725" y="34671"/>
                          <a:pt x="88011" y="70199"/>
                        </a:cubicBezTo>
                        <a:cubicBezTo>
                          <a:pt x="88201" y="98012"/>
                          <a:pt x="69151" y="122301"/>
                          <a:pt x="45053" y="128016"/>
                        </a:cubicBezTo>
                        <a:cubicBezTo>
                          <a:pt x="81915" y="123349"/>
                          <a:pt x="110204" y="96679"/>
                          <a:pt x="110204" y="64389"/>
                        </a:cubicBezTo>
                        <a:cubicBezTo>
                          <a:pt x="110204" y="28861"/>
                          <a:pt x="75914" y="0"/>
                          <a:pt x="33623" y="0"/>
                        </a:cubicBezTo>
                        <a:cubicBezTo>
                          <a:pt x="21526" y="0"/>
                          <a:pt x="10192" y="2381"/>
                          <a:pt x="0" y="657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91" name="Forme libre : forme 11490">
                    <a:extLst>
                      <a:ext uri="{FF2B5EF4-FFF2-40B4-BE49-F238E27FC236}">
                        <a16:creationId xmlns:a16="http://schemas.microsoft.com/office/drawing/2014/main" id="{0018E735-4946-4D3E-B2CB-934581BA84F5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1260474" y="3490762"/>
                    <a:ext cx="59247" cy="74869"/>
                  </a:xfrm>
                  <a:custGeom>
                    <a:avLst/>
                    <a:gdLst>
                      <a:gd name="connsiteX0" fmla="*/ 59248 w 59247"/>
                      <a:gd name="connsiteY0" fmla="*/ 37435 h 74869"/>
                      <a:gd name="connsiteX1" fmla="*/ 29624 w 59247"/>
                      <a:gd name="connsiteY1" fmla="*/ 74869 h 74869"/>
                      <a:gd name="connsiteX2" fmla="*/ 0 w 59247"/>
                      <a:gd name="connsiteY2" fmla="*/ 37435 h 74869"/>
                      <a:gd name="connsiteX3" fmla="*/ 29624 w 59247"/>
                      <a:gd name="connsiteY3" fmla="*/ 0 h 74869"/>
                      <a:gd name="connsiteX4" fmla="*/ 59248 w 59247"/>
                      <a:gd name="connsiteY4" fmla="*/ 37435 h 74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7" h="74869">
                        <a:moveTo>
                          <a:pt x="59248" y="37435"/>
                        </a:moveTo>
                        <a:cubicBezTo>
                          <a:pt x="59248" y="58109"/>
                          <a:pt x="45985" y="74869"/>
                          <a:pt x="29624" y="74869"/>
                        </a:cubicBezTo>
                        <a:cubicBezTo>
                          <a:pt x="13263" y="74869"/>
                          <a:pt x="0" y="58109"/>
                          <a:pt x="0" y="37435"/>
                        </a:cubicBezTo>
                        <a:cubicBezTo>
                          <a:pt x="0" y="16760"/>
                          <a:pt x="13263" y="0"/>
                          <a:pt x="29624" y="0"/>
                        </a:cubicBezTo>
                        <a:cubicBezTo>
                          <a:pt x="45985" y="0"/>
                          <a:pt x="59248" y="16760"/>
                          <a:pt x="59248" y="3743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92" name="Forme libre : forme 11491">
                    <a:extLst>
                      <a:ext uri="{FF2B5EF4-FFF2-40B4-BE49-F238E27FC236}">
                        <a16:creationId xmlns:a16="http://schemas.microsoft.com/office/drawing/2014/main" id="{C8C5FAB8-6F22-4B20-A194-AE3BE0F44FB6}"/>
                      </a:ext>
                    </a:extLst>
                  </p:cNvPr>
                  <p:cNvSpPr/>
                  <p:nvPr/>
                </p:nvSpPr>
                <p:spPr>
                  <a:xfrm>
                    <a:off x="1253183" y="3496945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493" name="Graphique 5">
                  <a:extLst>
                    <a:ext uri="{FF2B5EF4-FFF2-40B4-BE49-F238E27FC236}">
                      <a16:creationId xmlns:a16="http://schemas.microsoft.com/office/drawing/2014/main" id="{EC5A6C82-19C2-484E-8F0A-A1F8BD322C7E}"/>
                    </a:ext>
                  </a:extLst>
                </p:cNvPr>
                <p:cNvGrpSpPr/>
                <p:nvPr/>
              </p:nvGrpSpPr>
              <p:grpSpPr>
                <a:xfrm>
                  <a:off x="1293188" y="3564763"/>
                  <a:ext cx="153257" cy="128777"/>
                  <a:chOff x="1293188" y="3564763"/>
                  <a:chExt cx="153257" cy="128777"/>
                </a:xfrm>
                <a:solidFill>
                  <a:schemeClr val="accent1"/>
                </a:solidFill>
              </p:grpSpPr>
              <p:sp>
                <p:nvSpPr>
                  <p:cNvPr id="11494" name="Forme libre : forme 11493">
                    <a:extLst>
                      <a:ext uri="{FF2B5EF4-FFF2-40B4-BE49-F238E27FC236}">
                        <a16:creationId xmlns:a16="http://schemas.microsoft.com/office/drawing/2014/main" id="{068954AE-D301-4304-B417-4C94DAC96787}"/>
                      </a:ext>
                    </a:extLst>
                  </p:cNvPr>
                  <p:cNvSpPr/>
                  <p:nvPr/>
                </p:nvSpPr>
                <p:spPr>
                  <a:xfrm>
                    <a:off x="1293188" y="3564763"/>
                    <a:ext cx="153161" cy="128777"/>
                  </a:xfrm>
                  <a:custGeom>
                    <a:avLst/>
                    <a:gdLst>
                      <a:gd name="connsiteX0" fmla="*/ 153162 w 153161"/>
                      <a:gd name="connsiteY0" fmla="*/ 64389 h 128777"/>
                      <a:gd name="connsiteX1" fmla="*/ 76581 w 153161"/>
                      <a:gd name="connsiteY1" fmla="*/ 128778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2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2" y="64389"/>
                        </a:moveTo>
                        <a:cubicBezTo>
                          <a:pt x="153162" y="99950"/>
                          <a:pt x="118875" y="128778"/>
                          <a:pt x="76581" y="128778"/>
                        </a:cubicBezTo>
                        <a:cubicBezTo>
                          <a:pt x="34286" y="128778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2" y="28828"/>
                          <a:pt x="153162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95" name="Forme libre : forme 11494">
                    <a:extLst>
                      <a:ext uri="{FF2B5EF4-FFF2-40B4-BE49-F238E27FC236}">
                        <a16:creationId xmlns:a16="http://schemas.microsoft.com/office/drawing/2014/main" id="{6BC35BD9-C4B4-467A-99FC-1A74D04E9A66}"/>
                      </a:ext>
                    </a:extLst>
                  </p:cNvPr>
                  <p:cNvSpPr/>
                  <p:nvPr/>
                </p:nvSpPr>
                <p:spPr>
                  <a:xfrm>
                    <a:off x="1336241" y="3564855"/>
                    <a:ext cx="110204" cy="128018"/>
                  </a:xfrm>
                  <a:custGeom>
                    <a:avLst/>
                    <a:gdLst>
                      <a:gd name="connsiteX0" fmla="*/ 0 w 110204"/>
                      <a:gd name="connsiteY0" fmla="*/ 6575 h 128018"/>
                      <a:gd name="connsiteX1" fmla="*/ 11430 w 110204"/>
                      <a:gd name="connsiteY1" fmla="*/ 5813 h 128018"/>
                      <a:gd name="connsiteX2" fmla="*/ 88011 w 110204"/>
                      <a:gd name="connsiteY2" fmla="*/ 70202 h 128018"/>
                      <a:gd name="connsiteX3" fmla="*/ 45053 w 110204"/>
                      <a:gd name="connsiteY3" fmla="*/ 128019 h 128018"/>
                      <a:gd name="connsiteX4" fmla="*/ 110204 w 110204"/>
                      <a:gd name="connsiteY4" fmla="*/ 64392 h 128018"/>
                      <a:gd name="connsiteX5" fmla="*/ 33623 w 110204"/>
                      <a:gd name="connsiteY5" fmla="*/ 3 h 128018"/>
                      <a:gd name="connsiteX6" fmla="*/ 0 w 110204"/>
                      <a:gd name="connsiteY6" fmla="*/ 6575 h 128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204" h="128018">
                        <a:moveTo>
                          <a:pt x="0" y="6575"/>
                        </a:moveTo>
                        <a:cubicBezTo>
                          <a:pt x="3715" y="6099"/>
                          <a:pt x="7525" y="5813"/>
                          <a:pt x="11430" y="5813"/>
                        </a:cubicBezTo>
                        <a:cubicBezTo>
                          <a:pt x="53721" y="5813"/>
                          <a:pt x="87725" y="34674"/>
                          <a:pt x="88011" y="70202"/>
                        </a:cubicBezTo>
                        <a:cubicBezTo>
                          <a:pt x="88202" y="98015"/>
                          <a:pt x="69152" y="122304"/>
                          <a:pt x="45053" y="128019"/>
                        </a:cubicBezTo>
                        <a:cubicBezTo>
                          <a:pt x="81915" y="123352"/>
                          <a:pt x="110204" y="96681"/>
                          <a:pt x="110204" y="64392"/>
                        </a:cubicBezTo>
                        <a:cubicBezTo>
                          <a:pt x="110204" y="28863"/>
                          <a:pt x="75914" y="3"/>
                          <a:pt x="33623" y="3"/>
                        </a:cubicBezTo>
                        <a:cubicBezTo>
                          <a:pt x="21526" y="-92"/>
                          <a:pt x="10096" y="2384"/>
                          <a:pt x="0" y="6575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96" name="Forme libre : forme 11495">
                    <a:extLst>
                      <a:ext uri="{FF2B5EF4-FFF2-40B4-BE49-F238E27FC236}">
                        <a16:creationId xmlns:a16="http://schemas.microsoft.com/office/drawing/2014/main" id="{1E516A3F-9445-4108-BC7F-F7976CEBD780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1311728" y="3611734"/>
                    <a:ext cx="59247" cy="74869"/>
                  </a:xfrm>
                  <a:custGeom>
                    <a:avLst/>
                    <a:gdLst>
                      <a:gd name="connsiteX0" fmla="*/ 59248 w 59247"/>
                      <a:gd name="connsiteY0" fmla="*/ 37435 h 74869"/>
                      <a:gd name="connsiteX1" fmla="*/ 29624 w 59247"/>
                      <a:gd name="connsiteY1" fmla="*/ 74869 h 74869"/>
                      <a:gd name="connsiteX2" fmla="*/ 0 w 59247"/>
                      <a:gd name="connsiteY2" fmla="*/ 37435 h 74869"/>
                      <a:gd name="connsiteX3" fmla="*/ 29624 w 59247"/>
                      <a:gd name="connsiteY3" fmla="*/ 0 h 74869"/>
                      <a:gd name="connsiteX4" fmla="*/ 59248 w 59247"/>
                      <a:gd name="connsiteY4" fmla="*/ 37435 h 74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7" h="74869">
                        <a:moveTo>
                          <a:pt x="59248" y="37435"/>
                        </a:moveTo>
                        <a:cubicBezTo>
                          <a:pt x="59248" y="58109"/>
                          <a:pt x="45985" y="74869"/>
                          <a:pt x="29624" y="74869"/>
                        </a:cubicBezTo>
                        <a:cubicBezTo>
                          <a:pt x="13263" y="74869"/>
                          <a:pt x="0" y="58109"/>
                          <a:pt x="0" y="37435"/>
                        </a:cubicBezTo>
                        <a:cubicBezTo>
                          <a:pt x="0" y="16760"/>
                          <a:pt x="13263" y="0"/>
                          <a:pt x="29624" y="0"/>
                        </a:cubicBezTo>
                        <a:cubicBezTo>
                          <a:pt x="45985" y="0"/>
                          <a:pt x="59248" y="16760"/>
                          <a:pt x="59248" y="3743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497" name="Forme libre : forme 11496">
                    <a:extLst>
                      <a:ext uri="{FF2B5EF4-FFF2-40B4-BE49-F238E27FC236}">
                        <a16:creationId xmlns:a16="http://schemas.microsoft.com/office/drawing/2014/main" id="{5DF82E71-CF5B-4AD3-831F-332BDD160C3F}"/>
                      </a:ext>
                    </a:extLst>
                  </p:cNvPr>
                  <p:cNvSpPr/>
                  <p:nvPr/>
                </p:nvSpPr>
                <p:spPr>
                  <a:xfrm>
                    <a:off x="1304332" y="3617817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498" name="Graphique 5">
                  <a:extLst>
                    <a:ext uri="{FF2B5EF4-FFF2-40B4-BE49-F238E27FC236}">
                      <a16:creationId xmlns:a16="http://schemas.microsoft.com/office/drawing/2014/main" id="{3F2D189F-C17B-4456-9D9B-DCE9EFBE9FAA}"/>
                    </a:ext>
                  </a:extLst>
                </p:cNvPr>
                <p:cNvGrpSpPr/>
                <p:nvPr/>
              </p:nvGrpSpPr>
              <p:grpSpPr>
                <a:xfrm>
                  <a:off x="1293188" y="3322447"/>
                  <a:ext cx="153257" cy="128777"/>
                  <a:chOff x="1293188" y="3322447"/>
                  <a:chExt cx="153257" cy="128777"/>
                </a:xfrm>
                <a:solidFill>
                  <a:schemeClr val="accent1"/>
                </a:solidFill>
              </p:grpSpPr>
              <p:sp>
                <p:nvSpPr>
                  <p:cNvPr id="11499" name="Forme libre : forme 11498">
                    <a:extLst>
                      <a:ext uri="{FF2B5EF4-FFF2-40B4-BE49-F238E27FC236}">
                        <a16:creationId xmlns:a16="http://schemas.microsoft.com/office/drawing/2014/main" id="{85ECB721-4E90-4FEF-BCEB-504DCE9D0517}"/>
                      </a:ext>
                    </a:extLst>
                  </p:cNvPr>
                  <p:cNvSpPr/>
                  <p:nvPr/>
                </p:nvSpPr>
                <p:spPr>
                  <a:xfrm>
                    <a:off x="1293188" y="3322447"/>
                    <a:ext cx="153161" cy="128777"/>
                  </a:xfrm>
                  <a:custGeom>
                    <a:avLst/>
                    <a:gdLst>
                      <a:gd name="connsiteX0" fmla="*/ 153162 w 153161"/>
                      <a:gd name="connsiteY0" fmla="*/ 64389 h 128777"/>
                      <a:gd name="connsiteX1" fmla="*/ 76581 w 153161"/>
                      <a:gd name="connsiteY1" fmla="*/ 128778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2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2" y="64389"/>
                        </a:moveTo>
                        <a:cubicBezTo>
                          <a:pt x="153162" y="99950"/>
                          <a:pt x="118875" y="128778"/>
                          <a:pt x="76581" y="128778"/>
                        </a:cubicBezTo>
                        <a:cubicBezTo>
                          <a:pt x="34286" y="128778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2" y="28828"/>
                          <a:pt x="153162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00" name="Forme libre : forme 11499">
                    <a:extLst>
                      <a:ext uri="{FF2B5EF4-FFF2-40B4-BE49-F238E27FC236}">
                        <a16:creationId xmlns:a16="http://schemas.microsoft.com/office/drawing/2014/main" id="{FFC3B053-7D8C-445B-BA0E-D4658304C302}"/>
                      </a:ext>
                    </a:extLst>
                  </p:cNvPr>
                  <p:cNvSpPr/>
                  <p:nvPr/>
                </p:nvSpPr>
                <p:spPr>
                  <a:xfrm>
                    <a:off x="1336241" y="3322539"/>
                    <a:ext cx="110204" cy="128018"/>
                  </a:xfrm>
                  <a:custGeom>
                    <a:avLst/>
                    <a:gdLst>
                      <a:gd name="connsiteX0" fmla="*/ 0 w 110204"/>
                      <a:gd name="connsiteY0" fmla="*/ 6575 h 128018"/>
                      <a:gd name="connsiteX1" fmla="*/ 11430 w 110204"/>
                      <a:gd name="connsiteY1" fmla="*/ 5813 h 128018"/>
                      <a:gd name="connsiteX2" fmla="*/ 88011 w 110204"/>
                      <a:gd name="connsiteY2" fmla="*/ 70202 h 128018"/>
                      <a:gd name="connsiteX3" fmla="*/ 45053 w 110204"/>
                      <a:gd name="connsiteY3" fmla="*/ 128019 h 128018"/>
                      <a:gd name="connsiteX4" fmla="*/ 110204 w 110204"/>
                      <a:gd name="connsiteY4" fmla="*/ 64392 h 128018"/>
                      <a:gd name="connsiteX5" fmla="*/ 33623 w 110204"/>
                      <a:gd name="connsiteY5" fmla="*/ 3 h 128018"/>
                      <a:gd name="connsiteX6" fmla="*/ 0 w 110204"/>
                      <a:gd name="connsiteY6" fmla="*/ 6575 h 128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204" h="128018">
                        <a:moveTo>
                          <a:pt x="0" y="6575"/>
                        </a:moveTo>
                        <a:cubicBezTo>
                          <a:pt x="3715" y="6099"/>
                          <a:pt x="7525" y="5813"/>
                          <a:pt x="11430" y="5813"/>
                        </a:cubicBezTo>
                        <a:cubicBezTo>
                          <a:pt x="53721" y="5813"/>
                          <a:pt x="87725" y="34674"/>
                          <a:pt x="88011" y="70202"/>
                        </a:cubicBezTo>
                        <a:cubicBezTo>
                          <a:pt x="88202" y="98015"/>
                          <a:pt x="69152" y="122304"/>
                          <a:pt x="45053" y="128019"/>
                        </a:cubicBezTo>
                        <a:cubicBezTo>
                          <a:pt x="81915" y="123351"/>
                          <a:pt x="110204" y="96681"/>
                          <a:pt x="110204" y="64392"/>
                        </a:cubicBezTo>
                        <a:cubicBezTo>
                          <a:pt x="110204" y="28863"/>
                          <a:pt x="75914" y="3"/>
                          <a:pt x="33623" y="3"/>
                        </a:cubicBezTo>
                        <a:cubicBezTo>
                          <a:pt x="21526" y="-93"/>
                          <a:pt x="10096" y="2384"/>
                          <a:pt x="0" y="6575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01" name="Forme libre : forme 11500">
                    <a:extLst>
                      <a:ext uri="{FF2B5EF4-FFF2-40B4-BE49-F238E27FC236}">
                        <a16:creationId xmlns:a16="http://schemas.microsoft.com/office/drawing/2014/main" id="{13B1B1F3-2F39-47E2-9C42-24144DDB31BB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1311711" y="3369421"/>
                    <a:ext cx="59247" cy="74869"/>
                  </a:xfrm>
                  <a:custGeom>
                    <a:avLst/>
                    <a:gdLst>
                      <a:gd name="connsiteX0" fmla="*/ 59248 w 59247"/>
                      <a:gd name="connsiteY0" fmla="*/ 37435 h 74869"/>
                      <a:gd name="connsiteX1" fmla="*/ 29624 w 59247"/>
                      <a:gd name="connsiteY1" fmla="*/ 74869 h 74869"/>
                      <a:gd name="connsiteX2" fmla="*/ 0 w 59247"/>
                      <a:gd name="connsiteY2" fmla="*/ 37435 h 74869"/>
                      <a:gd name="connsiteX3" fmla="*/ 29624 w 59247"/>
                      <a:gd name="connsiteY3" fmla="*/ 0 h 74869"/>
                      <a:gd name="connsiteX4" fmla="*/ 59248 w 59247"/>
                      <a:gd name="connsiteY4" fmla="*/ 37435 h 74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7" h="74869">
                        <a:moveTo>
                          <a:pt x="59248" y="37435"/>
                        </a:moveTo>
                        <a:cubicBezTo>
                          <a:pt x="59248" y="58109"/>
                          <a:pt x="45985" y="74869"/>
                          <a:pt x="29624" y="74869"/>
                        </a:cubicBezTo>
                        <a:cubicBezTo>
                          <a:pt x="13263" y="74869"/>
                          <a:pt x="0" y="58109"/>
                          <a:pt x="0" y="37435"/>
                        </a:cubicBezTo>
                        <a:cubicBezTo>
                          <a:pt x="0" y="16760"/>
                          <a:pt x="13263" y="0"/>
                          <a:pt x="29624" y="0"/>
                        </a:cubicBezTo>
                        <a:cubicBezTo>
                          <a:pt x="45985" y="0"/>
                          <a:pt x="59248" y="16760"/>
                          <a:pt x="59248" y="3743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02" name="Forme libre : forme 11501">
                    <a:extLst>
                      <a:ext uri="{FF2B5EF4-FFF2-40B4-BE49-F238E27FC236}">
                        <a16:creationId xmlns:a16="http://schemas.microsoft.com/office/drawing/2014/main" id="{8693BED1-8313-485B-88A3-F9E41ADD1E00}"/>
                      </a:ext>
                    </a:extLst>
                  </p:cNvPr>
                  <p:cNvSpPr/>
                  <p:nvPr/>
                </p:nvSpPr>
                <p:spPr>
                  <a:xfrm>
                    <a:off x="1304332" y="3375501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1503" name="Forme libre : forme 11502">
                  <a:extLst>
                    <a:ext uri="{FF2B5EF4-FFF2-40B4-BE49-F238E27FC236}">
                      <a16:creationId xmlns:a16="http://schemas.microsoft.com/office/drawing/2014/main" id="{26CBC33D-39DC-48F9-8EB0-106A23B85E50}"/>
                    </a:ext>
                  </a:extLst>
                </p:cNvPr>
                <p:cNvSpPr/>
                <p:nvPr/>
              </p:nvSpPr>
              <p:spPr>
                <a:xfrm>
                  <a:off x="1610275" y="3499326"/>
                  <a:ext cx="449650" cy="87820"/>
                </a:xfrm>
                <a:custGeom>
                  <a:avLst/>
                  <a:gdLst>
                    <a:gd name="connsiteX0" fmla="*/ 0 w 449650"/>
                    <a:gd name="connsiteY0" fmla="*/ 87820 h 87820"/>
                    <a:gd name="connsiteX1" fmla="*/ 148876 w 449650"/>
                    <a:gd name="connsiteY1" fmla="*/ 35814 h 87820"/>
                    <a:gd name="connsiteX2" fmla="*/ 308229 w 449650"/>
                    <a:gd name="connsiteY2" fmla="*/ 26289 h 87820"/>
                    <a:gd name="connsiteX3" fmla="*/ 449580 w 449650"/>
                    <a:gd name="connsiteY3" fmla="*/ 0 h 87820"/>
                    <a:gd name="connsiteX4" fmla="*/ 434150 w 449650"/>
                    <a:gd name="connsiteY4" fmla="*/ 15335 h 87820"/>
                    <a:gd name="connsiteX5" fmla="*/ 403669 w 449650"/>
                    <a:gd name="connsiteY5" fmla="*/ 25527 h 87820"/>
                    <a:gd name="connsiteX6" fmla="*/ 81248 w 449650"/>
                    <a:gd name="connsiteY6" fmla="*/ 54292 h 87820"/>
                    <a:gd name="connsiteX7" fmla="*/ 9144 w 449650"/>
                    <a:gd name="connsiteY7" fmla="*/ 82296 h 87820"/>
                    <a:gd name="connsiteX8" fmla="*/ 13430 w 449650"/>
                    <a:gd name="connsiteY8" fmla="*/ 83915 h 87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9650" h="87820">
                      <a:moveTo>
                        <a:pt x="0" y="87820"/>
                      </a:moveTo>
                      <a:cubicBezTo>
                        <a:pt x="42196" y="55435"/>
                        <a:pt x="95917" y="41529"/>
                        <a:pt x="148876" y="35814"/>
                      </a:cubicBezTo>
                      <a:cubicBezTo>
                        <a:pt x="201835" y="30099"/>
                        <a:pt x="255270" y="31718"/>
                        <a:pt x="308229" y="26289"/>
                      </a:cubicBezTo>
                      <a:cubicBezTo>
                        <a:pt x="355949" y="21431"/>
                        <a:pt x="402907" y="10954"/>
                        <a:pt x="449580" y="0"/>
                      </a:cubicBezTo>
                      <a:cubicBezTo>
                        <a:pt x="450532" y="7810"/>
                        <a:pt x="441579" y="12763"/>
                        <a:pt x="434150" y="15335"/>
                      </a:cubicBezTo>
                      <a:cubicBezTo>
                        <a:pt x="424053" y="18955"/>
                        <a:pt x="413957" y="22479"/>
                        <a:pt x="403669" y="25527"/>
                      </a:cubicBezTo>
                      <a:cubicBezTo>
                        <a:pt x="299752" y="55912"/>
                        <a:pt x="185452" y="24765"/>
                        <a:pt x="81248" y="54292"/>
                      </a:cubicBezTo>
                      <a:cubicBezTo>
                        <a:pt x="56388" y="61341"/>
                        <a:pt x="32671" y="71723"/>
                        <a:pt x="9144" y="82296"/>
                      </a:cubicBezTo>
                      <a:cubicBezTo>
                        <a:pt x="10573" y="82867"/>
                        <a:pt x="12002" y="83439"/>
                        <a:pt x="13430" y="83915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04" name="Forme libre : forme 11503">
                  <a:extLst>
                    <a:ext uri="{FF2B5EF4-FFF2-40B4-BE49-F238E27FC236}">
                      <a16:creationId xmlns:a16="http://schemas.microsoft.com/office/drawing/2014/main" id="{4126E066-A5D3-414C-8FB1-F78740481227}"/>
                    </a:ext>
                  </a:extLst>
                </p:cNvPr>
                <p:cNvSpPr/>
                <p:nvPr/>
              </p:nvSpPr>
              <p:spPr>
                <a:xfrm>
                  <a:off x="1376722" y="3462135"/>
                  <a:ext cx="537781" cy="99566"/>
                </a:xfrm>
                <a:custGeom>
                  <a:avLst/>
                  <a:gdLst>
                    <a:gd name="connsiteX0" fmla="*/ 253079 w 537781"/>
                    <a:gd name="connsiteY0" fmla="*/ 67861 h 99566"/>
                    <a:gd name="connsiteX1" fmla="*/ 330232 w 537781"/>
                    <a:gd name="connsiteY1" fmla="*/ 45668 h 99566"/>
                    <a:gd name="connsiteX2" fmla="*/ 390239 w 537781"/>
                    <a:gd name="connsiteY2" fmla="*/ 30333 h 99566"/>
                    <a:gd name="connsiteX3" fmla="*/ 537782 w 537781"/>
                    <a:gd name="connsiteY3" fmla="*/ 2043 h 99566"/>
                    <a:gd name="connsiteX4" fmla="*/ 334899 w 537781"/>
                    <a:gd name="connsiteY4" fmla="*/ 32619 h 99566"/>
                    <a:gd name="connsiteX5" fmla="*/ 252698 w 537781"/>
                    <a:gd name="connsiteY5" fmla="*/ 48906 h 99566"/>
                    <a:gd name="connsiteX6" fmla="*/ 36957 w 537781"/>
                    <a:gd name="connsiteY6" fmla="*/ 87864 h 99566"/>
                    <a:gd name="connsiteX7" fmla="*/ 0 w 537781"/>
                    <a:gd name="connsiteY7" fmla="*/ 97865 h 99566"/>
                    <a:gd name="connsiteX8" fmla="*/ 19907 w 537781"/>
                    <a:gd name="connsiteY8" fmla="*/ 96436 h 99566"/>
                    <a:gd name="connsiteX9" fmla="*/ 45244 w 537781"/>
                    <a:gd name="connsiteY9" fmla="*/ 92436 h 99566"/>
                    <a:gd name="connsiteX10" fmla="*/ 95155 w 537781"/>
                    <a:gd name="connsiteY10" fmla="*/ 87006 h 99566"/>
                    <a:gd name="connsiteX11" fmla="*/ 196405 w 537781"/>
                    <a:gd name="connsiteY11" fmla="*/ 77767 h 99566"/>
                    <a:gd name="connsiteX12" fmla="*/ 253079 w 537781"/>
                    <a:gd name="connsiteY12" fmla="*/ 67861 h 99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37781" h="99566">
                      <a:moveTo>
                        <a:pt x="253079" y="67861"/>
                      </a:moveTo>
                      <a:cubicBezTo>
                        <a:pt x="279082" y="61670"/>
                        <a:pt x="304514" y="53097"/>
                        <a:pt x="330232" y="45668"/>
                      </a:cubicBezTo>
                      <a:cubicBezTo>
                        <a:pt x="350044" y="39953"/>
                        <a:pt x="370142" y="35000"/>
                        <a:pt x="390239" y="30333"/>
                      </a:cubicBezTo>
                      <a:cubicBezTo>
                        <a:pt x="439007" y="19093"/>
                        <a:pt x="488252" y="9663"/>
                        <a:pt x="537782" y="2043"/>
                      </a:cubicBezTo>
                      <a:cubicBezTo>
                        <a:pt x="469582" y="-7196"/>
                        <a:pt x="401955" y="16998"/>
                        <a:pt x="334899" y="32619"/>
                      </a:cubicBezTo>
                      <a:cubicBezTo>
                        <a:pt x="307657" y="39000"/>
                        <a:pt x="280225" y="43953"/>
                        <a:pt x="252698" y="48906"/>
                      </a:cubicBezTo>
                      <a:cubicBezTo>
                        <a:pt x="180784" y="61860"/>
                        <a:pt x="108871" y="74910"/>
                        <a:pt x="36957" y="87864"/>
                      </a:cubicBezTo>
                      <a:cubicBezTo>
                        <a:pt x="25717" y="89864"/>
                        <a:pt x="9334" y="91102"/>
                        <a:pt x="0" y="97865"/>
                      </a:cubicBezTo>
                      <a:cubicBezTo>
                        <a:pt x="3810" y="102056"/>
                        <a:pt x="15050" y="97293"/>
                        <a:pt x="19907" y="96436"/>
                      </a:cubicBezTo>
                      <a:cubicBezTo>
                        <a:pt x="28289" y="94912"/>
                        <a:pt x="36767" y="93579"/>
                        <a:pt x="45244" y="92436"/>
                      </a:cubicBezTo>
                      <a:cubicBezTo>
                        <a:pt x="61817" y="90150"/>
                        <a:pt x="78486" y="88530"/>
                        <a:pt x="95155" y="87006"/>
                      </a:cubicBezTo>
                      <a:cubicBezTo>
                        <a:pt x="128969" y="84054"/>
                        <a:pt x="162782" y="82053"/>
                        <a:pt x="196405" y="77767"/>
                      </a:cubicBezTo>
                      <a:cubicBezTo>
                        <a:pt x="215455" y="75386"/>
                        <a:pt x="234410" y="72243"/>
                        <a:pt x="253079" y="67861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05" name="Forme libre : forme 11504">
                  <a:extLst>
                    <a:ext uri="{FF2B5EF4-FFF2-40B4-BE49-F238E27FC236}">
                      <a16:creationId xmlns:a16="http://schemas.microsoft.com/office/drawing/2014/main" id="{11344E80-D559-473A-B191-1522832F6450}"/>
                    </a:ext>
                  </a:extLst>
                </p:cNvPr>
                <p:cNvSpPr/>
                <p:nvPr/>
              </p:nvSpPr>
              <p:spPr>
                <a:xfrm>
                  <a:off x="1375579" y="3455157"/>
                  <a:ext cx="291845" cy="61329"/>
                </a:xfrm>
                <a:custGeom>
                  <a:avLst/>
                  <a:gdLst>
                    <a:gd name="connsiteX0" fmla="*/ 56483 w 291845"/>
                    <a:gd name="connsiteY0" fmla="*/ 8832 h 61329"/>
                    <a:gd name="connsiteX1" fmla="*/ 90202 w 291845"/>
                    <a:gd name="connsiteY1" fmla="*/ 14261 h 61329"/>
                    <a:gd name="connsiteX2" fmla="*/ 112014 w 291845"/>
                    <a:gd name="connsiteY2" fmla="*/ 20166 h 61329"/>
                    <a:gd name="connsiteX3" fmla="*/ 186309 w 291845"/>
                    <a:gd name="connsiteY3" fmla="*/ 41883 h 61329"/>
                    <a:gd name="connsiteX4" fmla="*/ 216694 w 291845"/>
                    <a:gd name="connsiteY4" fmla="*/ 52551 h 61329"/>
                    <a:gd name="connsiteX5" fmla="*/ 239459 w 291845"/>
                    <a:gd name="connsiteY5" fmla="*/ 61219 h 61329"/>
                    <a:gd name="connsiteX6" fmla="*/ 252127 w 291845"/>
                    <a:gd name="connsiteY6" fmla="*/ 60171 h 61329"/>
                    <a:gd name="connsiteX7" fmla="*/ 291846 w 291845"/>
                    <a:gd name="connsiteY7" fmla="*/ 51313 h 61329"/>
                    <a:gd name="connsiteX8" fmla="*/ 226123 w 291845"/>
                    <a:gd name="connsiteY8" fmla="*/ 40074 h 61329"/>
                    <a:gd name="connsiteX9" fmla="*/ 49244 w 291845"/>
                    <a:gd name="connsiteY9" fmla="*/ 4831 h 61329"/>
                    <a:gd name="connsiteX10" fmla="*/ 24003 w 291845"/>
                    <a:gd name="connsiteY10" fmla="*/ 2259 h 61329"/>
                    <a:gd name="connsiteX11" fmla="*/ 0 w 291845"/>
                    <a:gd name="connsiteY11" fmla="*/ 1021 h 61329"/>
                    <a:gd name="connsiteX12" fmla="*/ 28385 w 291845"/>
                    <a:gd name="connsiteY12" fmla="*/ 5022 h 61329"/>
                    <a:gd name="connsiteX13" fmla="*/ 56483 w 291845"/>
                    <a:gd name="connsiteY13" fmla="*/ 8832 h 61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91845" h="61329">
                      <a:moveTo>
                        <a:pt x="56483" y="8832"/>
                      </a:moveTo>
                      <a:cubicBezTo>
                        <a:pt x="67818" y="10261"/>
                        <a:pt x="79058" y="11784"/>
                        <a:pt x="90202" y="14261"/>
                      </a:cubicBezTo>
                      <a:cubicBezTo>
                        <a:pt x="97536" y="15975"/>
                        <a:pt x="104775" y="18071"/>
                        <a:pt x="112014" y="20166"/>
                      </a:cubicBezTo>
                      <a:cubicBezTo>
                        <a:pt x="136779" y="27405"/>
                        <a:pt x="161544" y="34645"/>
                        <a:pt x="186309" y="41883"/>
                      </a:cubicBezTo>
                      <a:cubicBezTo>
                        <a:pt x="196596" y="44932"/>
                        <a:pt x="206978" y="47979"/>
                        <a:pt x="216694" y="52551"/>
                      </a:cubicBezTo>
                      <a:cubicBezTo>
                        <a:pt x="224028" y="56076"/>
                        <a:pt x="231267" y="60457"/>
                        <a:pt x="239459" y="61219"/>
                      </a:cubicBezTo>
                      <a:cubicBezTo>
                        <a:pt x="243745" y="61600"/>
                        <a:pt x="247936" y="60933"/>
                        <a:pt x="252127" y="60171"/>
                      </a:cubicBezTo>
                      <a:cubicBezTo>
                        <a:pt x="265462" y="57886"/>
                        <a:pt x="278702" y="54933"/>
                        <a:pt x="291846" y="51313"/>
                      </a:cubicBezTo>
                      <a:cubicBezTo>
                        <a:pt x="269558" y="53695"/>
                        <a:pt x="247555" y="46455"/>
                        <a:pt x="226123" y="40074"/>
                      </a:cubicBezTo>
                      <a:cubicBezTo>
                        <a:pt x="168402" y="22929"/>
                        <a:pt x="109061" y="11499"/>
                        <a:pt x="49244" y="4831"/>
                      </a:cubicBezTo>
                      <a:cubicBezTo>
                        <a:pt x="40862" y="3879"/>
                        <a:pt x="32480" y="3021"/>
                        <a:pt x="24003" y="2259"/>
                      </a:cubicBezTo>
                      <a:cubicBezTo>
                        <a:pt x="18098" y="1688"/>
                        <a:pt x="4953" y="-1646"/>
                        <a:pt x="0" y="1021"/>
                      </a:cubicBezTo>
                      <a:cubicBezTo>
                        <a:pt x="8477" y="3974"/>
                        <a:pt x="19336" y="3879"/>
                        <a:pt x="28385" y="5022"/>
                      </a:cubicBezTo>
                      <a:cubicBezTo>
                        <a:pt x="37719" y="6355"/>
                        <a:pt x="47054" y="7594"/>
                        <a:pt x="56483" y="8832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06" name="Forme libre : forme 11505">
                  <a:extLst>
                    <a:ext uri="{FF2B5EF4-FFF2-40B4-BE49-F238E27FC236}">
                      <a16:creationId xmlns:a16="http://schemas.microsoft.com/office/drawing/2014/main" id="{F44562A8-1B6A-4243-82A5-09949CBE54CD}"/>
                    </a:ext>
                  </a:extLst>
                </p:cNvPr>
                <p:cNvSpPr/>
                <p:nvPr/>
              </p:nvSpPr>
              <p:spPr>
                <a:xfrm>
                  <a:off x="1443751" y="3530898"/>
                  <a:ext cx="227800" cy="117831"/>
                </a:xfrm>
                <a:custGeom>
                  <a:avLst/>
                  <a:gdLst>
                    <a:gd name="connsiteX0" fmla="*/ 19934 w 227800"/>
                    <a:gd name="connsiteY0" fmla="*/ 95300 h 117831"/>
                    <a:gd name="connsiteX1" fmla="*/ 17838 w 227800"/>
                    <a:gd name="connsiteY1" fmla="*/ 81870 h 117831"/>
                    <a:gd name="connsiteX2" fmla="*/ 9742 w 227800"/>
                    <a:gd name="connsiteY2" fmla="*/ 66916 h 117831"/>
                    <a:gd name="connsiteX3" fmla="*/ 1646 w 227800"/>
                    <a:gd name="connsiteY3" fmla="*/ 50914 h 117831"/>
                    <a:gd name="connsiteX4" fmla="*/ 27 w 227800"/>
                    <a:gd name="connsiteY4" fmla="*/ 43961 h 117831"/>
                    <a:gd name="connsiteX5" fmla="*/ 12790 w 227800"/>
                    <a:gd name="connsiteY5" fmla="*/ 32531 h 117831"/>
                    <a:gd name="connsiteX6" fmla="*/ 46413 w 227800"/>
                    <a:gd name="connsiteY6" fmla="*/ 28149 h 117831"/>
                    <a:gd name="connsiteX7" fmla="*/ 135758 w 227800"/>
                    <a:gd name="connsiteY7" fmla="*/ 15671 h 117831"/>
                    <a:gd name="connsiteX8" fmla="*/ 218149 w 227800"/>
                    <a:gd name="connsiteY8" fmla="*/ 50 h 117831"/>
                    <a:gd name="connsiteX9" fmla="*/ 227769 w 227800"/>
                    <a:gd name="connsiteY9" fmla="*/ 4432 h 117831"/>
                    <a:gd name="connsiteX10" fmla="*/ 222054 w 227800"/>
                    <a:gd name="connsiteY10" fmla="*/ 11385 h 117831"/>
                    <a:gd name="connsiteX11" fmla="*/ 177477 w 227800"/>
                    <a:gd name="connsiteY11" fmla="*/ 33007 h 117831"/>
                    <a:gd name="connsiteX12" fmla="*/ 65178 w 227800"/>
                    <a:gd name="connsiteY12" fmla="*/ 99968 h 117831"/>
                    <a:gd name="connsiteX13" fmla="*/ 27173 w 227800"/>
                    <a:gd name="connsiteY13" fmla="*/ 115684 h 117831"/>
                    <a:gd name="connsiteX14" fmla="*/ 15743 w 227800"/>
                    <a:gd name="connsiteY14" fmla="*/ 113589 h 117831"/>
                    <a:gd name="connsiteX15" fmla="*/ 19934 w 227800"/>
                    <a:gd name="connsiteY15" fmla="*/ 95300 h 117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27800" h="117831">
                      <a:moveTo>
                        <a:pt x="19934" y="95300"/>
                      </a:moveTo>
                      <a:cubicBezTo>
                        <a:pt x="20029" y="90729"/>
                        <a:pt x="19362" y="86157"/>
                        <a:pt x="17838" y="81870"/>
                      </a:cubicBezTo>
                      <a:cubicBezTo>
                        <a:pt x="15933" y="76536"/>
                        <a:pt x="12695" y="71774"/>
                        <a:pt x="9742" y="66916"/>
                      </a:cubicBezTo>
                      <a:cubicBezTo>
                        <a:pt x="6694" y="61773"/>
                        <a:pt x="4027" y="56439"/>
                        <a:pt x="1646" y="50914"/>
                      </a:cubicBezTo>
                      <a:cubicBezTo>
                        <a:pt x="693" y="48723"/>
                        <a:pt x="-164" y="46342"/>
                        <a:pt x="27" y="43961"/>
                      </a:cubicBezTo>
                      <a:cubicBezTo>
                        <a:pt x="408" y="37865"/>
                        <a:pt x="6885" y="34245"/>
                        <a:pt x="12790" y="32531"/>
                      </a:cubicBezTo>
                      <a:cubicBezTo>
                        <a:pt x="23649" y="29387"/>
                        <a:pt x="35079" y="28911"/>
                        <a:pt x="46413" y="28149"/>
                      </a:cubicBezTo>
                      <a:cubicBezTo>
                        <a:pt x="76417" y="26149"/>
                        <a:pt x="106326" y="21958"/>
                        <a:pt x="135758" y="15671"/>
                      </a:cubicBezTo>
                      <a:cubicBezTo>
                        <a:pt x="163095" y="9766"/>
                        <a:pt x="190241" y="2051"/>
                        <a:pt x="218149" y="50"/>
                      </a:cubicBezTo>
                      <a:cubicBezTo>
                        <a:pt x="222054" y="-235"/>
                        <a:pt x="227198" y="622"/>
                        <a:pt x="227769" y="4432"/>
                      </a:cubicBezTo>
                      <a:cubicBezTo>
                        <a:pt x="228150" y="7575"/>
                        <a:pt x="224912" y="9861"/>
                        <a:pt x="222054" y="11385"/>
                      </a:cubicBezTo>
                      <a:cubicBezTo>
                        <a:pt x="207291" y="18815"/>
                        <a:pt x="192051" y="25387"/>
                        <a:pt x="177477" y="33007"/>
                      </a:cubicBezTo>
                      <a:cubicBezTo>
                        <a:pt x="138806" y="53105"/>
                        <a:pt x="104325" y="80632"/>
                        <a:pt x="65178" y="99968"/>
                      </a:cubicBezTo>
                      <a:cubicBezTo>
                        <a:pt x="52890" y="106064"/>
                        <a:pt x="40127" y="111302"/>
                        <a:pt x="27173" y="115684"/>
                      </a:cubicBezTo>
                      <a:cubicBezTo>
                        <a:pt x="22696" y="117208"/>
                        <a:pt x="15648" y="120542"/>
                        <a:pt x="15743" y="113589"/>
                      </a:cubicBezTo>
                      <a:cubicBezTo>
                        <a:pt x="15552" y="107969"/>
                        <a:pt x="19839" y="101587"/>
                        <a:pt x="19934" y="9530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07" name="Forme libre : forme 11506">
                  <a:extLst>
                    <a:ext uri="{FF2B5EF4-FFF2-40B4-BE49-F238E27FC236}">
                      <a16:creationId xmlns:a16="http://schemas.microsoft.com/office/drawing/2014/main" id="{D8447911-9F27-4936-9A3F-F55BE5A2F6A1}"/>
                    </a:ext>
                  </a:extLst>
                </p:cNvPr>
                <p:cNvSpPr/>
                <p:nvPr/>
              </p:nvSpPr>
              <p:spPr>
                <a:xfrm>
                  <a:off x="1395486" y="3469517"/>
                  <a:ext cx="165209" cy="66514"/>
                </a:xfrm>
                <a:custGeom>
                  <a:avLst/>
                  <a:gdLst>
                    <a:gd name="connsiteX0" fmla="*/ 0 w 165209"/>
                    <a:gd name="connsiteY0" fmla="*/ 948 h 66514"/>
                    <a:gd name="connsiteX1" fmla="*/ 17812 w 165209"/>
                    <a:gd name="connsiteY1" fmla="*/ 1138 h 66514"/>
                    <a:gd name="connsiteX2" fmla="*/ 129159 w 165209"/>
                    <a:gd name="connsiteY2" fmla="*/ 21903 h 66514"/>
                    <a:gd name="connsiteX3" fmla="*/ 161639 w 165209"/>
                    <a:gd name="connsiteY3" fmla="*/ 32190 h 66514"/>
                    <a:gd name="connsiteX4" fmla="*/ 165068 w 165209"/>
                    <a:gd name="connsiteY4" fmla="*/ 35428 h 66514"/>
                    <a:gd name="connsiteX5" fmla="*/ 162782 w 165209"/>
                    <a:gd name="connsiteY5" fmla="*/ 40286 h 66514"/>
                    <a:gd name="connsiteX6" fmla="*/ 157258 w 165209"/>
                    <a:gd name="connsiteY6" fmla="*/ 41715 h 66514"/>
                    <a:gd name="connsiteX7" fmla="*/ 64960 w 165209"/>
                    <a:gd name="connsiteY7" fmla="*/ 56383 h 66514"/>
                    <a:gd name="connsiteX8" fmla="*/ 19812 w 165209"/>
                    <a:gd name="connsiteY8" fmla="*/ 66480 h 66514"/>
                    <a:gd name="connsiteX9" fmla="*/ 10382 w 165209"/>
                    <a:gd name="connsiteY9" fmla="*/ 42667 h 66514"/>
                    <a:gd name="connsiteX10" fmla="*/ 8572 w 165209"/>
                    <a:gd name="connsiteY10" fmla="*/ 20950 h 66514"/>
                    <a:gd name="connsiteX11" fmla="*/ 0 w 165209"/>
                    <a:gd name="connsiteY11" fmla="*/ 948 h 66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5209" h="66514">
                      <a:moveTo>
                        <a:pt x="0" y="948"/>
                      </a:moveTo>
                      <a:cubicBezTo>
                        <a:pt x="5715" y="-767"/>
                        <a:pt x="11906" y="186"/>
                        <a:pt x="17812" y="1138"/>
                      </a:cubicBezTo>
                      <a:cubicBezTo>
                        <a:pt x="55054" y="7044"/>
                        <a:pt x="92202" y="13997"/>
                        <a:pt x="129159" y="21903"/>
                      </a:cubicBezTo>
                      <a:cubicBezTo>
                        <a:pt x="140303" y="24284"/>
                        <a:pt x="151543" y="26856"/>
                        <a:pt x="161639" y="32190"/>
                      </a:cubicBezTo>
                      <a:cubicBezTo>
                        <a:pt x="163068" y="32952"/>
                        <a:pt x="164592" y="33904"/>
                        <a:pt x="165068" y="35428"/>
                      </a:cubicBezTo>
                      <a:cubicBezTo>
                        <a:pt x="165640" y="37238"/>
                        <a:pt x="164401" y="39334"/>
                        <a:pt x="162782" y="40286"/>
                      </a:cubicBezTo>
                      <a:cubicBezTo>
                        <a:pt x="161163" y="41334"/>
                        <a:pt x="159163" y="41524"/>
                        <a:pt x="157258" y="41715"/>
                      </a:cubicBezTo>
                      <a:cubicBezTo>
                        <a:pt x="126301" y="45239"/>
                        <a:pt x="95440" y="50192"/>
                        <a:pt x="64960" y="56383"/>
                      </a:cubicBezTo>
                      <a:cubicBezTo>
                        <a:pt x="50482" y="59336"/>
                        <a:pt x="34480" y="65623"/>
                        <a:pt x="19812" y="66480"/>
                      </a:cubicBezTo>
                      <a:cubicBezTo>
                        <a:pt x="4477" y="67337"/>
                        <a:pt x="9715" y="52288"/>
                        <a:pt x="10382" y="42667"/>
                      </a:cubicBezTo>
                      <a:cubicBezTo>
                        <a:pt x="10858" y="35428"/>
                        <a:pt x="10287" y="27999"/>
                        <a:pt x="8572" y="20950"/>
                      </a:cubicBezTo>
                      <a:cubicBezTo>
                        <a:pt x="8001" y="19045"/>
                        <a:pt x="2096" y="377"/>
                        <a:pt x="0" y="948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08" name="Forme libre : forme 11507">
                  <a:extLst>
                    <a:ext uri="{FF2B5EF4-FFF2-40B4-BE49-F238E27FC236}">
                      <a16:creationId xmlns:a16="http://schemas.microsoft.com/office/drawing/2014/main" id="{19FD90A5-15CC-4FE5-A874-11D5804D2560}"/>
                    </a:ext>
                  </a:extLst>
                </p:cNvPr>
                <p:cNvSpPr/>
                <p:nvPr/>
              </p:nvSpPr>
              <p:spPr>
                <a:xfrm>
                  <a:off x="1444374" y="3378861"/>
                  <a:ext cx="270412" cy="112516"/>
                </a:xfrm>
                <a:custGeom>
                  <a:avLst/>
                  <a:gdLst>
                    <a:gd name="connsiteX0" fmla="*/ 16454 w 270412"/>
                    <a:gd name="connsiteY0" fmla="*/ 14166 h 112516"/>
                    <a:gd name="connsiteX1" fmla="*/ 18930 w 270412"/>
                    <a:gd name="connsiteY1" fmla="*/ 3689 h 112516"/>
                    <a:gd name="connsiteX2" fmla="*/ 37028 w 270412"/>
                    <a:gd name="connsiteY2" fmla="*/ 1689 h 112516"/>
                    <a:gd name="connsiteX3" fmla="*/ 155233 w 270412"/>
                    <a:gd name="connsiteY3" fmla="*/ 63411 h 112516"/>
                    <a:gd name="connsiteX4" fmla="*/ 263151 w 270412"/>
                    <a:gd name="connsiteY4" fmla="*/ 83604 h 112516"/>
                    <a:gd name="connsiteX5" fmla="*/ 268390 w 270412"/>
                    <a:gd name="connsiteY5" fmla="*/ 84747 h 112516"/>
                    <a:gd name="connsiteX6" fmla="*/ 270105 w 270412"/>
                    <a:gd name="connsiteY6" fmla="*/ 89319 h 112516"/>
                    <a:gd name="connsiteX7" fmla="*/ 267723 w 270412"/>
                    <a:gd name="connsiteY7" fmla="*/ 91224 h 112516"/>
                    <a:gd name="connsiteX8" fmla="*/ 192666 w 270412"/>
                    <a:gd name="connsiteY8" fmla="*/ 112274 h 112516"/>
                    <a:gd name="connsiteX9" fmla="*/ 168759 w 270412"/>
                    <a:gd name="connsiteY9" fmla="*/ 107797 h 112516"/>
                    <a:gd name="connsiteX10" fmla="*/ 17311 w 270412"/>
                    <a:gd name="connsiteY10" fmla="*/ 66459 h 112516"/>
                    <a:gd name="connsiteX11" fmla="*/ 738 w 270412"/>
                    <a:gd name="connsiteY11" fmla="*/ 62934 h 112516"/>
                    <a:gd name="connsiteX12" fmla="*/ 4738 w 270412"/>
                    <a:gd name="connsiteY12" fmla="*/ 49885 h 112516"/>
                    <a:gd name="connsiteX13" fmla="*/ 16454 w 270412"/>
                    <a:gd name="connsiteY13" fmla="*/ 14166 h 112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0412" h="112516">
                      <a:moveTo>
                        <a:pt x="16454" y="14166"/>
                      </a:moveTo>
                      <a:cubicBezTo>
                        <a:pt x="16644" y="10547"/>
                        <a:pt x="16740" y="6546"/>
                        <a:pt x="18930" y="3689"/>
                      </a:cubicBezTo>
                      <a:cubicBezTo>
                        <a:pt x="22836" y="-1455"/>
                        <a:pt x="30837" y="-312"/>
                        <a:pt x="37028" y="1689"/>
                      </a:cubicBezTo>
                      <a:cubicBezTo>
                        <a:pt x="79319" y="15595"/>
                        <a:pt x="114180" y="46266"/>
                        <a:pt x="155233" y="63411"/>
                      </a:cubicBezTo>
                      <a:cubicBezTo>
                        <a:pt x="189142" y="77603"/>
                        <a:pt x="226385" y="82080"/>
                        <a:pt x="263151" y="83604"/>
                      </a:cubicBezTo>
                      <a:cubicBezTo>
                        <a:pt x="264961" y="83699"/>
                        <a:pt x="266866" y="83794"/>
                        <a:pt x="268390" y="84747"/>
                      </a:cubicBezTo>
                      <a:cubicBezTo>
                        <a:pt x="269914" y="85699"/>
                        <a:pt x="270962" y="87795"/>
                        <a:pt x="270105" y="89319"/>
                      </a:cubicBezTo>
                      <a:cubicBezTo>
                        <a:pt x="269628" y="90176"/>
                        <a:pt x="268676" y="90747"/>
                        <a:pt x="267723" y="91224"/>
                      </a:cubicBezTo>
                      <a:cubicBezTo>
                        <a:pt x="244482" y="103606"/>
                        <a:pt x="218955" y="114274"/>
                        <a:pt x="192666" y="112274"/>
                      </a:cubicBezTo>
                      <a:cubicBezTo>
                        <a:pt x="184570" y="111702"/>
                        <a:pt x="176664" y="109893"/>
                        <a:pt x="168759" y="107797"/>
                      </a:cubicBezTo>
                      <a:cubicBezTo>
                        <a:pt x="117990" y="94367"/>
                        <a:pt x="69794" y="67792"/>
                        <a:pt x="17311" y="66459"/>
                      </a:cubicBezTo>
                      <a:cubicBezTo>
                        <a:pt x="12834" y="66363"/>
                        <a:pt x="3405" y="67506"/>
                        <a:pt x="738" y="62934"/>
                      </a:cubicBezTo>
                      <a:cubicBezTo>
                        <a:pt x="-1739" y="58743"/>
                        <a:pt x="2643" y="53219"/>
                        <a:pt x="4738" y="49885"/>
                      </a:cubicBezTo>
                      <a:cubicBezTo>
                        <a:pt x="11596" y="39122"/>
                        <a:pt x="15692" y="26835"/>
                        <a:pt x="16454" y="14166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09" name="Forme libre : forme 11508">
                  <a:extLst>
                    <a:ext uri="{FF2B5EF4-FFF2-40B4-BE49-F238E27FC236}">
                      <a16:creationId xmlns:a16="http://schemas.microsoft.com/office/drawing/2014/main" id="{6A3FEBAC-70EC-4444-89F7-048B6A4E6A0A}"/>
                    </a:ext>
                  </a:extLst>
                </p:cNvPr>
                <p:cNvSpPr/>
                <p:nvPr/>
              </p:nvSpPr>
              <p:spPr>
                <a:xfrm>
                  <a:off x="1722254" y="3466465"/>
                  <a:ext cx="339229" cy="63479"/>
                </a:xfrm>
                <a:custGeom>
                  <a:avLst/>
                  <a:gdLst>
                    <a:gd name="connsiteX0" fmla="*/ 124621 w 339229"/>
                    <a:gd name="connsiteY0" fmla="*/ 22098 h 63479"/>
                    <a:gd name="connsiteX1" fmla="*/ 159673 w 339229"/>
                    <a:gd name="connsiteY1" fmla="*/ 13144 h 63479"/>
                    <a:gd name="connsiteX2" fmla="*/ 226825 w 339229"/>
                    <a:gd name="connsiteY2" fmla="*/ 8858 h 63479"/>
                    <a:gd name="connsiteX3" fmla="*/ 339029 w 339229"/>
                    <a:gd name="connsiteY3" fmla="*/ 0 h 63479"/>
                    <a:gd name="connsiteX4" fmla="*/ 328075 w 339229"/>
                    <a:gd name="connsiteY4" fmla="*/ 15907 h 63479"/>
                    <a:gd name="connsiteX5" fmla="*/ 193011 w 339229"/>
                    <a:gd name="connsiteY5" fmla="*/ 48768 h 63479"/>
                    <a:gd name="connsiteX6" fmla="*/ 125574 w 339229"/>
                    <a:gd name="connsiteY6" fmla="*/ 50292 h 63479"/>
                    <a:gd name="connsiteX7" fmla="*/ 40897 w 339229"/>
                    <a:gd name="connsiteY7" fmla="*/ 54673 h 63479"/>
                    <a:gd name="connsiteX8" fmla="*/ 20894 w 339229"/>
                    <a:gd name="connsiteY8" fmla="*/ 59817 h 63479"/>
                    <a:gd name="connsiteX9" fmla="*/ 3654 w 339229"/>
                    <a:gd name="connsiteY9" fmla="*/ 63151 h 63479"/>
                    <a:gd name="connsiteX10" fmla="*/ 130 w 339229"/>
                    <a:gd name="connsiteY10" fmla="*/ 55531 h 63479"/>
                    <a:gd name="connsiteX11" fmla="*/ 7845 w 339229"/>
                    <a:gd name="connsiteY11" fmla="*/ 48006 h 63479"/>
                    <a:gd name="connsiteX12" fmla="*/ 82426 w 339229"/>
                    <a:gd name="connsiteY12" fmla="*/ 30480 h 63479"/>
                    <a:gd name="connsiteX13" fmla="*/ 124621 w 339229"/>
                    <a:gd name="connsiteY13" fmla="*/ 22098 h 63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9229" h="63479">
                      <a:moveTo>
                        <a:pt x="124621" y="22098"/>
                      </a:moveTo>
                      <a:cubicBezTo>
                        <a:pt x="136337" y="19145"/>
                        <a:pt x="147862" y="15526"/>
                        <a:pt x="159673" y="13144"/>
                      </a:cubicBezTo>
                      <a:cubicBezTo>
                        <a:pt x="181676" y="8858"/>
                        <a:pt x="204346" y="9334"/>
                        <a:pt x="226825" y="8858"/>
                      </a:cubicBezTo>
                      <a:cubicBezTo>
                        <a:pt x="264353" y="7906"/>
                        <a:pt x="301691" y="4000"/>
                        <a:pt x="339029" y="0"/>
                      </a:cubicBezTo>
                      <a:cubicBezTo>
                        <a:pt x="340458" y="6763"/>
                        <a:pt x="333981" y="12382"/>
                        <a:pt x="328075" y="15907"/>
                      </a:cubicBezTo>
                      <a:cubicBezTo>
                        <a:pt x="287785" y="39719"/>
                        <a:pt x="239683" y="46101"/>
                        <a:pt x="193011" y="48768"/>
                      </a:cubicBezTo>
                      <a:cubicBezTo>
                        <a:pt x="170532" y="50006"/>
                        <a:pt x="148053" y="50578"/>
                        <a:pt x="125574" y="50292"/>
                      </a:cubicBezTo>
                      <a:cubicBezTo>
                        <a:pt x="97285" y="50006"/>
                        <a:pt x="68614" y="48482"/>
                        <a:pt x="40897" y="54673"/>
                      </a:cubicBezTo>
                      <a:cubicBezTo>
                        <a:pt x="34134" y="56197"/>
                        <a:pt x="27562" y="58102"/>
                        <a:pt x="20894" y="59817"/>
                      </a:cubicBezTo>
                      <a:cubicBezTo>
                        <a:pt x="16513" y="60960"/>
                        <a:pt x="8035" y="64579"/>
                        <a:pt x="3654" y="63151"/>
                      </a:cubicBezTo>
                      <a:cubicBezTo>
                        <a:pt x="415" y="62103"/>
                        <a:pt x="-347" y="58579"/>
                        <a:pt x="130" y="55531"/>
                      </a:cubicBezTo>
                      <a:cubicBezTo>
                        <a:pt x="892" y="51054"/>
                        <a:pt x="3940" y="49530"/>
                        <a:pt x="7845" y="48006"/>
                      </a:cubicBezTo>
                      <a:cubicBezTo>
                        <a:pt x="31753" y="38767"/>
                        <a:pt x="57280" y="34766"/>
                        <a:pt x="82426" y="30480"/>
                      </a:cubicBezTo>
                      <a:cubicBezTo>
                        <a:pt x="96523" y="28194"/>
                        <a:pt x="110715" y="25622"/>
                        <a:pt x="124621" y="22098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10" name="Forme libre : forme 11509">
                  <a:extLst>
                    <a:ext uri="{FF2B5EF4-FFF2-40B4-BE49-F238E27FC236}">
                      <a16:creationId xmlns:a16="http://schemas.microsoft.com/office/drawing/2014/main" id="{1E749764-920F-4116-A532-01859C112ECC}"/>
                    </a:ext>
                  </a:extLst>
                </p:cNvPr>
                <p:cNvSpPr/>
                <p:nvPr/>
              </p:nvSpPr>
              <p:spPr>
                <a:xfrm>
                  <a:off x="1925929" y="3530224"/>
                  <a:ext cx="150477" cy="22923"/>
                </a:xfrm>
                <a:custGeom>
                  <a:avLst/>
                  <a:gdLst>
                    <a:gd name="connsiteX0" fmla="*/ 66775 w 150477"/>
                    <a:gd name="connsiteY0" fmla="*/ 10631 h 22923"/>
                    <a:gd name="connsiteX1" fmla="*/ 114400 w 150477"/>
                    <a:gd name="connsiteY1" fmla="*/ 630 h 22923"/>
                    <a:gd name="connsiteX2" fmla="*/ 136879 w 150477"/>
                    <a:gd name="connsiteY2" fmla="*/ 2821 h 22923"/>
                    <a:gd name="connsiteX3" fmla="*/ 148214 w 150477"/>
                    <a:gd name="connsiteY3" fmla="*/ 12155 h 22923"/>
                    <a:gd name="connsiteX4" fmla="*/ 150404 w 150477"/>
                    <a:gd name="connsiteY4" fmla="*/ 15489 h 22923"/>
                    <a:gd name="connsiteX5" fmla="*/ 148023 w 150477"/>
                    <a:gd name="connsiteY5" fmla="*/ 20156 h 22923"/>
                    <a:gd name="connsiteX6" fmla="*/ 142689 w 150477"/>
                    <a:gd name="connsiteY6" fmla="*/ 21394 h 22923"/>
                    <a:gd name="connsiteX7" fmla="*/ 128021 w 150477"/>
                    <a:gd name="connsiteY7" fmla="*/ 19299 h 22923"/>
                    <a:gd name="connsiteX8" fmla="*/ 46201 w 150477"/>
                    <a:gd name="connsiteY8" fmla="*/ 20346 h 22923"/>
                    <a:gd name="connsiteX9" fmla="*/ 5243 w 150477"/>
                    <a:gd name="connsiteY9" fmla="*/ 22918 h 22923"/>
                    <a:gd name="connsiteX10" fmla="*/ 2767 w 150477"/>
                    <a:gd name="connsiteY10" fmla="*/ 17299 h 22923"/>
                    <a:gd name="connsiteX11" fmla="*/ 20960 w 150477"/>
                    <a:gd name="connsiteY11" fmla="*/ 16156 h 22923"/>
                    <a:gd name="connsiteX12" fmla="*/ 66775 w 150477"/>
                    <a:gd name="connsiteY12" fmla="*/ 10631 h 22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77" h="22923">
                      <a:moveTo>
                        <a:pt x="66775" y="10631"/>
                      </a:moveTo>
                      <a:cubicBezTo>
                        <a:pt x="82681" y="7393"/>
                        <a:pt x="98302" y="2630"/>
                        <a:pt x="114400" y="630"/>
                      </a:cubicBezTo>
                      <a:cubicBezTo>
                        <a:pt x="122020" y="-323"/>
                        <a:pt x="130021" y="-608"/>
                        <a:pt x="136879" y="2821"/>
                      </a:cubicBezTo>
                      <a:cubicBezTo>
                        <a:pt x="141260" y="5011"/>
                        <a:pt x="144785" y="8631"/>
                        <a:pt x="148214" y="12155"/>
                      </a:cubicBezTo>
                      <a:cubicBezTo>
                        <a:pt x="149166" y="13108"/>
                        <a:pt x="150118" y="14155"/>
                        <a:pt x="150404" y="15489"/>
                      </a:cubicBezTo>
                      <a:cubicBezTo>
                        <a:pt x="150785" y="17299"/>
                        <a:pt x="149642" y="19204"/>
                        <a:pt x="148023" y="20156"/>
                      </a:cubicBezTo>
                      <a:cubicBezTo>
                        <a:pt x="146404" y="21109"/>
                        <a:pt x="144499" y="21299"/>
                        <a:pt x="142689" y="21394"/>
                      </a:cubicBezTo>
                      <a:cubicBezTo>
                        <a:pt x="137736" y="21490"/>
                        <a:pt x="132878" y="20251"/>
                        <a:pt x="128021" y="19299"/>
                      </a:cubicBezTo>
                      <a:cubicBezTo>
                        <a:pt x="100969" y="14155"/>
                        <a:pt x="73347" y="17584"/>
                        <a:pt x="46201" y="20346"/>
                      </a:cubicBezTo>
                      <a:cubicBezTo>
                        <a:pt x="32580" y="21680"/>
                        <a:pt x="18959" y="23014"/>
                        <a:pt x="5243" y="22918"/>
                      </a:cubicBezTo>
                      <a:cubicBezTo>
                        <a:pt x="671" y="22918"/>
                        <a:pt x="-2567" y="20728"/>
                        <a:pt x="2767" y="17299"/>
                      </a:cubicBezTo>
                      <a:cubicBezTo>
                        <a:pt x="7053" y="14536"/>
                        <a:pt x="15911" y="16346"/>
                        <a:pt x="20960" y="16156"/>
                      </a:cubicBezTo>
                      <a:cubicBezTo>
                        <a:pt x="36390" y="15489"/>
                        <a:pt x="51725" y="13679"/>
                        <a:pt x="66775" y="1063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511" name="Forme libre : forme 11510">
                <a:extLst>
                  <a:ext uri="{FF2B5EF4-FFF2-40B4-BE49-F238E27FC236}">
                    <a16:creationId xmlns:a16="http://schemas.microsoft.com/office/drawing/2014/main" id="{BAF3D7AF-23E2-400A-BFC4-94014E08E8A1}"/>
                  </a:ext>
                </a:extLst>
              </p:cNvPr>
              <p:cNvSpPr/>
              <p:nvPr/>
            </p:nvSpPr>
            <p:spPr>
              <a:xfrm>
                <a:off x="1470590" y="3568287"/>
                <a:ext cx="110635" cy="59798"/>
              </a:xfrm>
              <a:custGeom>
                <a:avLst/>
                <a:gdLst>
                  <a:gd name="connsiteX0" fmla="*/ 56626 w 110635"/>
                  <a:gd name="connsiteY0" fmla="*/ 41338 h 59798"/>
                  <a:gd name="connsiteX1" fmla="*/ 104632 w 110635"/>
                  <a:gd name="connsiteY1" fmla="*/ 8858 h 59798"/>
                  <a:gd name="connsiteX2" fmla="*/ 110633 w 110635"/>
                  <a:gd name="connsiteY2" fmla="*/ 0 h 59798"/>
                  <a:gd name="connsiteX3" fmla="*/ 88535 w 110635"/>
                  <a:gd name="connsiteY3" fmla="*/ 9144 h 59798"/>
                  <a:gd name="connsiteX4" fmla="*/ 62532 w 110635"/>
                  <a:gd name="connsiteY4" fmla="*/ 19050 h 59798"/>
                  <a:gd name="connsiteX5" fmla="*/ 9192 w 110635"/>
                  <a:gd name="connsiteY5" fmla="*/ 38195 h 59798"/>
                  <a:gd name="connsiteX6" fmla="*/ 2715 w 110635"/>
                  <a:gd name="connsiteY6" fmla="*/ 55721 h 59798"/>
                  <a:gd name="connsiteX7" fmla="*/ 26718 w 110635"/>
                  <a:gd name="connsiteY7" fmla="*/ 56959 h 59798"/>
                  <a:gd name="connsiteX8" fmla="*/ 56626 w 110635"/>
                  <a:gd name="connsiteY8" fmla="*/ 41338 h 59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635" h="59798">
                    <a:moveTo>
                      <a:pt x="56626" y="41338"/>
                    </a:moveTo>
                    <a:cubicBezTo>
                      <a:pt x="73009" y="31051"/>
                      <a:pt x="89393" y="20764"/>
                      <a:pt x="104632" y="8858"/>
                    </a:cubicBezTo>
                    <a:cubicBezTo>
                      <a:pt x="107585" y="6572"/>
                      <a:pt x="110728" y="3715"/>
                      <a:pt x="110633" y="0"/>
                    </a:cubicBezTo>
                    <a:cubicBezTo>
                      <a:pt x="103299" y="3048"/>
                      <a:pt x="95965" y="6096"/>
                      <a:pt x="88535" y="9144"/>
                    </a:cubicBezTo>
                    <a:cubicBezTo>
                      <a:pt x="79963" y="12668"/>
                      <a:pt x="71390" y="16192"/>
                      <a:pt x="62532" y="19050"/>
                    </a:cubicBezTo>
                    <a:cubicBezTo>
                      <a:pt x="44625" y="24860"/>
                      <a:pt x="25289" y="27813"/>
                      <a:pt x="9192" y="38195"/>
                    </a:cubicBezTo>
                    <a:cubicBezTo>
                      <a:pt x="3001" y="42196"/>
                      <a:pt x="-3952" y="48578"/>
                      <a:pt x="2715" y="55721"/>
                    </a:cubicBezTo>
                    <a:cubicBezTo>
                      <a:pt x="8906" y="62389"/>
                      <a:pt x="19384" y="59436"/>
                      <a:pt x="26718" y="56959"/>
                    </a:cubicBezTo>
                    <a:cubicBezTo>
                      <a:pt x="37481" y="53435"/>
                      <a:pt x="47101" y="47339"/>
                      <a:pt x="56626" y="41338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12" name="Forme libre : forme 11511">
                <a:extLst>
                  <a:ext uri="{FF2B5EF4-FFF2-40B4-BE49-F238E27FC236}">
                    <a16:creationId xmlns:a16="http://schemas.microsoft.com/office/drawing/2014/main" id="{C864513D-1950-4EA7-8067-20F26E45D9E5}"/>
                  </a:ext>
                </a:extLst>
              </p:cNvPr>
              <p:cNvSpPr/>
              <p:nvPr/>
            </p:nvSpPr>
            <p:spPr>
              <a:xfrm>
                <a:off x="1416786" y="3493931"/>
                <a:ext cx="56930" cy="21968"/>
              </a:xfrm>
              <a:custGeom>
                <a:avLst/>
                <a:gdLst>
                  <a:gd name="connsiteX0" fmla="*/ 53757 w 56930"/>
                  <a:gd name="connsiteY0" fmla="*/ 10634 h 21968"/>
                  <a:gd name="connsiteX1" fmla="*/ 56614 w 56930"/>
                  <a:gd name="connsiteY1" fmla="*/ 5967 h 21968"/>
                  <a:gd name="connsiteX2" fmla="*/ 54043 w 56930"/>
                  <a:gd name="connsiteY2" fmla="*/ 4633 h 21968"/>
                  <a:gd name="connsiteX3" fmla="*/ 36 w 56930"/>
                  <a:gd name="connsiteY3" fmla="*/ 14158 h 21968"/>
                  <a:gd name="connsiteX4" fmla="*/ 53757 w 56930"/>
                  <a:gd name="connsiteY4" fmla="*/ 10634 h 21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930" h="21968">
                    <a:moveTo>
                      <a:pt x="53757" y="10634"/>
                    </a:moveTo>
                    <a:cubicBezTo>
                      <a:pt x="55567" y="9681"/>
                      <a:pt x="57757" y="7776"/>
                      <a:pt x="56614" y="5967"/>
                    </a:cubicBezTo>
                    <a:cubicBezTo>
                      <a:pt x="56043" y="5109"/>
                      <a:pt x="54995" y="4824"/>
                      <a:pt x="54043" y="4633"/>
                    </a:cubicBezTo>
                    <a:cubicBezTo>
                      <a:pt x="41184" y="1966"/>
                      <a:pt x="1941" y="-8226"/>
                      <a:pt x="36" y="14158"/>
                    </a:cubicBezTo>
                    <a:cubicBezTo>
                      <a:pt x="-1488" y="31875"/>
                      <a:pt x="46042" y="14444"/>
                      <a:pt x="53757" y="10634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13" name="Forme libre : forme 11512">
                <a:extLst>
                  <a:ext uri="{FF2B5EF4-FFF2-40B4-BE49-F238E27FC236}">
                    <a16:creationId xmlns:a16="http://schemas.microsoft.com/office/drawing/2014/main" id="{159A0755-13FE-4257-A9A8-111F876D1907}"/>
                  </a:ext>
                </a:extLst>
              </p:cNvPr>
              <p:cNvSpPr/>
              <p:nvPr/>
            </p:nvSpPr>
            <p:spPr>
              <a:xfrm>
                <a:off x="1467537" y="3402916"/>
                <a:ext cx="76134" cy="39450"/>
              </a:xfrm>
              <a:custGeom>
                <a:avLst/>
                <a:gdLst>
                  <a:gd name="connsiteX0" fmla="*/ 32343 w 76134"/>
                  <a:gd name="connsiteY0" fmla="*/ 28877 h 39450"/>
                  <a:gd name="connsiteX1" fmla="*/ 70443 w 76134"/>
                  <a:gd name="connsiteY1" fmla="*/ 39450 h 39450"/>
                  <a:gd name="connsiteX2" fmla="*/ 74920 w 76134"/>
                  <a:gd name="connsiteY2" fmla="*/ 38307 h 39450"/>
                  <a:gd name="connsiteX3" fmla="*/ 75586 w 76134"/>
                  <a:gd name="connsiteY3" fmla="*/ 32878 h 39450"/>
                  <a:gd name="connsiteX4" fmla="*/ 71586 w 76134"/>
                  <a:gd name="connsiteY4" fmla="*/ 28687 h 39450"/>
                  <a:gd name="connsiteX5" fmla="*/ 12245 w 76134"/>
                  <a:gd name="connsiteY5" fmla="*/ 112 h 39450"/>
                  <a:gd name="connsiteX6" fmla="*/ 529 w 76134"/>
                  <a:gd name="connsiteY6" fmla="*/ 10304 h 39450"/>
                  <a:gd name="connsiteX7" fmla="*/ 32343 w 76134"/>
                  <a:gd name="connsiteY7" fmla="*/ 28877 h 39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134" h="39450">
                    <a:moveTo>
                      <a:pt x="32343" y="28877"/>
                    </a:moveTo>
                    <a:cubicBezTo>
                      <a:pt x="44440" y="34307"/>
                      <a:pt x="57108" y="39355"/>
                      <a:pt x="70443" y="39450"/>
                    </a:cubicBezTo>
                    <a:cubicBezTo>
                      <a:pt x="71967" y="39450"/>
                      <a:pt x="73681" y="39355"/>
                      <a:pt x="74920" y="38307"/>
                    </a:cubicBezTo>
                    <a:cubicBezTo>
                      <a:pt x="76348" y="36974"/>
                      <a:pt x="76444" y="34688"/>
                      <a:pt x="75586" y="32878"/>
                    </a:cubicBezTo>
                    <a:cubicBezTo>
                      <a:pt x="74729" y="31068"/>
                      <a:pt x="73205" y="29830"/>
                      <a:pt x="71586" y="28687"/>
                    </a:cubicBezTo>
                    <a:cubicBezTo>
                      <a:pt x="56346" y="16781"/>
                      <a:pt x="32724" y="-1603"/>
                      <a:pt x="12245" y="112"/>
                    </a:cubicBezTo>
                    <a:cubicBezTo>
                      <a:pt x="6435" y="588"/>
                      <a:pt x="-2233" y="2874"/>
                      <a:pt x="529" y="10304"/>
                    </a:cubicBezTo>
                    <a:cubicBezTo>
                      <a:pt x="3768" y="19543"/>
                      <a:pt x="24247" y="25258"/>
                      <a:pt x="32343" y="28877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14" name="Forme libre : forme 11513">
                <a:extLst>
                  <a:ext uri="{FF2B5EF4-FFF2-40B4-BE49-F238E27FC236}">
                    <a16:creationId xmlns:a16="http://schemas.microsoft.com/office/drawing/2014/main" id="{D3083BD1-12B7-4898-9B31-5B79D86D5426}"/>
                  </a:ext>
                </a:extLst>
              </p:cNvPr>
              <p:cNvSpPr/>
              <p:nvPr/>
            </p:nvSpPr>
            <p:spPr>
              <a:xfrm>
                <a:off x="1549696" y="3495040"/>
                <a:ext cx="170402" cy="38861"/>
              </a:xfrm>
              <a:custGeom>
                <a:avLst/>
                <a:gdLst>
                  <a:gd name="connsiteX0" fmla="*/ 70199 w 170402"/>
                  <a:gd name="connsiteY0" fmla="*/ 21622 h 38861"/>
                  <a:gd name="connsiteX1" fmla="*/ 26480 w 170402"/>
                  <a:gd name="connsiteY1" fmla="*/ 0 h 38861"/>
                  <a:gd name="connsiteX2" fmla="*/ 77724 w 170402"/>
                  <a:gd name="connsiteY2" fmla="*/ 16097 h 38861"/>
                  <a:gd name="connsiteX3" fmla="*/ 132398 w 170402"/>
                  <a:gd name="connsiteY3" fmla="*/ 12192 h 38861"/>
                  <a:gd name="connsiteX4" fmla="*/ 170402 w 170402"/>
                  <a:gd name="connsiteY4" fmla="*/ 4000 h 38861"/>
                  <a:gd name="connsiteX5" fmla="*/ 69723 w 170402"/>
                  <a:gd name="connsiteY5" fmla="*/ 29146 h 38861"/>
                  <a:gd name="connsiteX6" fmla="*/ 17050 w 170402"/>
                  <a:gd name="connsiteY6" fmla="*/ 36671 h 38861"/>
                  <a:gd name="connsiteX7" fmla="*/ 0 w 170402"/>
                  <a:gd name="connsiteY7" fmla="*/ 38862 h 38861"/>
                  <a:gd name="connsiteX8" fmla="*/ 12383 w 170402"/>
                  <a:gd name="connsiteY8" fmla="*/ 35147 h 38861"/>
                  <a:gd name="connsiteX9" fmla="*/ 31623 w 170402"/>
                  <a:gd name="connsiteY9" fmla="*/ 31528 h 38861"/>
                  <a:gd name="connsiteX10" fmla="*/ 70199 w 170402"/>
                  <a:gd name="connsiteY10" fmla="*/ 21622 h 38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0402" h="38861">
                    <a:moveTo>
                      <a:pt x="70199" y="21622"/>
                    </a:moveTo>
                    <a:cubicBezTo>
                      <a:pt x="56769" y="12287"/>
                      <a:pt x="42005" y="5048"/>
                      <a:pt x="26480" y="0"/>
                    </a:cubicBezTo>
                    <a:cubicBezTo>
                      <a:pt x="44387" y="1238"/>
                      <a:pt x="60198" y="12287"/>
                      <a:pt x="77724" y="16097"/>
                    </a:cubicBezTo>
                    <a:cubicBezTo>
                      <a:pt x="95726" y="20002"/>
                      <a:pt x="114395" y="16097"/>
                      <a:pt x="132398" y="12192"/>
                    </a:cubicBezTo>
                    <a:cubicBezTo>
                      <a:pt x="145066" y="9430"/>
                      <a:pt x="157734" y="6763"/>
                      <a:pt x="170402" y="4000"/>
                    </a:cubicBezTo>
                    <a:cubicBezTo>
                      <a:pt x="138017" y="16288"/>
                      <a:pt x="103918" y="23717"/>
                      <a:pt x="69723" y="29146"/>
                    </a:cubicBezTo>
                    <a:cubicBezTo>
                      <a:pt x="52197" y="32004"/>
                      <a:pt x="34576" y="34290"/>
                      <a:pt x="17050" y="36671"/>
                    </a:cubicBezTo>
                    <a:cubicBezTo>
                      <a:pt x="11335" y="37338"/>
                      <a:pt x="5715" y="38481"/>
                      <a:pt x="0" y="38862"/>
                    </a:cubicBezTo>
                    <a:cubicBezTo>
                      <a:pt x="3810" y="35909"/>
                      <a:pt x="7810" y="35909"/>
                      <a:pt x="12383" y="35147"/>
                    </a:cubicBezTo>
                    <a:cubicBezTo>
                      <a:pt x="18860" y="34099"/>
                      <a:pt x="25241" y="32861"/>
                      <a:pt x="31623" y="31528"/>
                    </a:cubicBezTo>
                    <a:cubicBezTo>
                      <a:pt x="44768" y="28861"/>
                      <a:pt x="57531" y="25527"/>
                      <a:pt x="70199" y="21622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515" name="Graphique 5">
              <a:extLst>
                <a:ext uri="{FF2B5EF4-FFF2-40B4-BE49-F238E27FC236}">
                  <a16:creationId xmlns:a16="http://schemas.microsoft.com/office/drawing/2014/main" id="{222764A6-CA2C-44A8-A928-BBBF0FCCEEC9}"/>
                </a:ext>
              </a:extLst>
            </p:cNvPr>
            <p:cNvGrpSpPr/>
            <p:nvPr/>
          </p:nvGrpSpPr>
          <p:grpSpPr>
            <a:xfrm>
              <a:off x="3024642" y="1539843"/>
              <a:ext cx="371094" cy="846093"/>
              <a:chOff x="3024642" y="1539843"/>
              <a:chExt cx="371094" cy="846093"/>
            </a:xfrm>
            <a:solidFill>
              <a:schemeClr val="accent1"/>
            </a:solidFill>
          </p:grpSpPr>
          <p:grpSp>
            <p:nvGrpSpPr>
              <p:cNvPr id="11516" name="Graphique 5">
                <a:extLst>
                  <a:ext uri="{FF2B5EF4-FFF2-40B4-BE49-F238E27FC236}">
                    <a16:creationId xmlns:a16="http://schemas.microsoft.com/office/drawing/2014/main" id="{15AAB20D-02F3-430A-AC04-3616683811BE}"/>
                  </a:ext>
                </a:extLst>
              </p:cNvPr>
              <p:cNvGrpSpPr/>
              <p:nvPr/>
            </p:nvGrpSpPr>
            <p:grpSpPr>
              <a:xfrm>
                <a:off x="3024642" y="1539843"/>
                <a:ext cx="371094" cy="846093"/>
                <a:chOff x="3024642" y="1539843"/>
                <a:chExt cx="371094" cy="846093"/>
              </a:xfrm>
              <a:solidFill>
                <a:schemeClr val="accent1"/>
              </a:solidFill>
            </p:grpSpPr>
            <p:sp>
              <p:nvSpPr>
                <p:cNvPr id="11517" name="Forme libre : forme 11516">
                  <a:extLst>
                    <a:ext uri="{FF2B5EF4-FFF2-40B4-BE49-F238E27FC236}">
                      <a16:creationId xmlns:a16="http://schemas.microsoft.com/office/drawing/2014/main" id="{15D8836A-EC66-49C9-A01E-2AAF76CA0C79}"/>
                    </a:ext>
                  </a:extLst>
                </p:cNvPr>
                <p:cNvSpPr/>
                <p:nvPr/>
              </p:nvSpPr>
              <p:spPr>
                <a:xfrm>
                  <a:off x="3026737" y="1621186"/>
                  <a:ext cx="366521" cy="764750"/>
                </a:xfrm>
                <a:custGeom>
                  <a:avLst/>
                  <a:gdLst>
                    <a:gd name="connsiteX0" fmla="*/ 0 w 366521"/>
                    <a:gd name="connsiteY0" fmla="*/ 66008 h 764750"/>
                    <a:gd name="connsiteX1" fmla="*/ 68104 w 366521"/>
                    <a:gd name="connsiteY1" fmla="*/ 220409 h 764750"/>
                    <a:gd name="connsiteX2" fmla="*/ 130397 w 366521"/>
                    <a:gd name="connsiteY2" fmla="*/ 417862 h 764750"/>
                    <a:gd name="connsiteX3" fmla="*/ 133826 w 366521"/>
                    <a:gd name="connsiteY3" fmla="*/ 695039 h 764750"/>
                    <a:gd name="connsiteX4" fmla="*/ 125921 w 366521"/>
                    <a:gd name="connsiteY4" fmla="*/ 759143 h 764750"/>
                    <a:gd name="connsiteX5" fmla="*/ 177641 w 366521"/>
                    <a:gd name="connsiteY5" fmla="*/ 735616 h 764750"/>
                    <a:gd name="connsiteX6" fmla="*/ 188881 w 366521"/>
                    <a:gd name="connsiteY6" fmla="*/ 735616 h 764750"/>
                    <a:gd name="connsiteX7" fmla="*/ 240601 w 366521"/>
                    <a:gd name="connsiteY7" fmla="*/ 759143 h 764750"/>
                    <a:gd name="connsiteX8" fmla="*/ 232696 w 366521"/>
                    <a:gd name="connsiteY8" fmla="*/ 695039 h 764750"/>
                    <a:gd name="connsiteX9" fmla="*/ 236125 w 366521"/>
                    <a:gd name="connsiteY9" fmla="*/ 417862 h 764750"/>
                    <a:gd name="connsiteX10" fmla="*/ 298418 w 366521"/>
                    <a:gd name="connsiteY10" fmla="*/ 220409 h 764750"/>
                    <a:gd name="connsiteX11" fmla="*/ 366522 w 366521"/>
                    <a:gd name="connsiteY11" fmla="*/ 66008 h 764750"/>
                    <a:gd name="connsiteX12" fmla="*/ 184690 w 366521"/>
                    <a:gd name="connsiteY12" fmla="*/ 0 h 764750"/>
                    <a:gd name="connsiteX13" fmla="*/ 0 w 366521"/>
                    <a:gd name="connsiteY13" fmla="*/ 66008 h 764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6521" h="764750">
                      <a:moveTo>
                        <a:pt x="0" y="66008"/>
                      </a:moveTo>
                      <a:cubicBezTo>
                        <a:pt x="0" y="66008"/>
                        <a:pt x="14478" y="124111"/>
                        <a:pt x="68104" y="220409"/>
                      </a:cubicBezTo>
                      <a:cubicBezTo>
                        <a:pt x="121729" y="316706"/>
                        <a:pt x="128302" y="342329"/>
                        <a:pt x="130397" y="417862"/>
                      </a:cubicBezTo>
                      <a:cubicBezTo>
                        <a:pt x="132493" y="493395"/>
                        <a:pt x="134112" y="679133"/>
                        <a:pt x="133826" y="695039"/>
                      </a:cubicBezTo>
                      <a:cubicBezTo>
                        <a:pt x="133541" y="710851"/>
                        <a:pt x="135160" y="745712"/>
                        <a:pt x="125921" y="759143"/>
                      </a:cubicBezTo>
                      <a:cubicBezTo>
                        <a:pt x="116681" y="772573"/>
                        <a:pt x="168402" y="760762"/>
                        <a:pt x="177641" y="735616"/>
                      </a:cubicBezTo>
                      <a:lnTo>
                        <a:pt x="188881" y="735616"/>
                      </a:lnTo>
                      <a:cubicBezTo>
                        <a:pt x="198120" y="760667"/>
                        <a:pt x="249841" y="772573"/>
                        <a:pt x="240601" y="759143"/>
                      </a:cubicBezTo>
                      <a:cubicBezTo>
                        <a:pt x="231362" y="745712"/>
                        <a:pt x="232982" y="710851"/>
                        <a:pt x="232696" y="695039"/>
                      </a:cubicBezTo>
                      <a:cubicBezTo>
                        <a:pt x="232410" y="679228"/>
                        <a:pt x="234029" y="493395"/>
                        <a:pt x="236125" y="417862"/>
                      </a:cubicBezTo>
                      <a:cubicBezTo>
                        <a:pt x="238220" y="342329"/>
                        <a:pt x="244792" y="316801"/>
                        <a:pt x="298418" y="220409"/>
                      </a:cubicBezTo>
                      <a:cubicBezTo>
                        <a:pt x="352044" y="124016"/>
                        <a:pt x="366522" y="66008"/>
                        <a:pt x="366522" y="66008"/>
                      </a:cubicBezTo>
                      <a:lnTo>
                        <a:pt x="184690" y="0"/>
                      </a:lnTo>
                      <a:lnTo>
                        <a:pt x="0" y="66008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1518" name="Graphique 5">
                  <a:extLst>
                    <a:ext uri="{FF2B5EF4-FFF2-40B4-BE49-F238E27FC236}">
                      <a16:creationId xmlns:a16="http://schemas.microsoft.com/office/drawing/2014/main" id="{9E14A899-90A7-427E-904A-4EE492594836}"/>
                    </a:ext>
                  </a:extLst>
                </p:cNvPr>
                <p:cNvGrpSpPr/>
                <p:nvPr/>
              </p:nvGrpSpPr>
              <p:grpSpPr>
                <a:xfrm>
                  <a:off x="3145514" y="1539843"/>
                  <a:ext cx="128778" cy="153257"/>
                  <a:chOff x="3145514" y="1539843"/>
                  <a:chExt cx="128778" cy="153257"/>
                </a:xfrm>
                <a:solidFill>
                  <a:schemeClr val="accent1"/>
                </a:solidFill>
              </p:grpSpPr>
              <p:sp>
                <p:nvSpPr>
                  <p:cNvPr id="11519" name="Forme libre : forme 11518">
                    <a:extLst>
                      <a:ext uri="{FF2B5EF4-FFF2-40B4-BE49-F238E27FC236}">
                        <a16:creationId xmlns:a16="http://schemas.microsoft.com/office/drawing/2014/main" id="{88127068-ACBE-466D-85A4-A452D99A072C}"/>
                      </a:ext>
                    </a:extLst>
                  </p:cNvPr>
                  <p:cNvSpPr/>
                  <p:nvPr/>
                </p:nvSpPr>
                <p:spPr>
                  <a:xfrm>
                    <a:off x="3145514" y="1539843"/>
                    <a:ext cx="128777" cy="153161"/>
                  </a:xfrm>
                  <a:custGeom>
                    <a:avLst/>
                    <a:gdLst>
                      <a:gd name="connsiteX0" fmla="*/ 128778 w 128777"/>
                      <a:gd name="connsiteY0" fmla="*/ 76581 h 153161"/>
                      <a:gd name="connsiteX1" fmla="*/ 64389 w 128777"/>
                      <a:gd name="connsiteY1" fmla="*/ 153162 h 153161"/>
                      <a:gd name="connsiteX2" fmla="*/ 0 w 128777"/>
                      <a:gd name="connsiteY2" fmla="*/ 76581 h 153161"/>
                      <a:gd name="connsiteX3" fmla="*/ 64389 w 128777"/>
                      <a:gd name="connsiteY3" fmla="*/ 0 h 153161"/>
                      <a:gd name="connsiteX4" fmla="*/ 128778 w 128777"/>
                      <a:gd name="connsiteY4" fmla="*/ 76581 h 153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77" h="153161">
                        <a:moveTo>
                          <a:pt x="128778" y="76581"/>
                        </a:moveTo>
                        <a:cubicBezTo>
                          <a:pt x="128778" y="118876"/>
                          <a:pt x="99950" y="153162"/>
                          <a:pt x="64389" y="153162"/>
                        </a:cubicBezTo>
                        <a:cubicBezTo>
                          <a:pt x="28828" y="153162"/>
                          <a:pt x="0" y="118876"/>
                          <a:pt x="0" y="76581"/>
                        </a:cubicBezTo>
                        <a:cubicBezTo>
                          <a:pt x="0" y="34286"/>
                          <a:pt x="28828" y="0"/>
                          <a:pt x="64389" y="0"/>
                        </a:cubicBezTo>
                        <a:cubicBezTo>
                          <a:pt x="99950" y="0"/>
                          <a:pt x="128778" y="34286"/>
                          <a:pt x="128778" y="76581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20" name="Forme libre : forme 11519">
                    <a:extLst>
                      <a:ext uri="{FF2B5EF4-FFF2-40B4-BE49-F238E27FC236}">
                        <a16:creationId xmlns:a16="http://schemas.microsoft.com/office/drawing/2014/main" id="{788ADAFA-D007-4E3D-A338-B632941858FE}"/>
                      </a:ext>
                    </a:extLst>
                  </p:cNvPr>
                  <p:cNvSpPr/>
                  <p:nvPr/>
                </p:nvSpPr>
                <p:spPr>
                  <a:xfrm>
                    <a:off x="3146276" y="1582896"/>
                    <a:ext cx="128016" cy="110204"/>
                  </a:xfrm>
                  <a:custGeom>
                    <a:avLst/>
                    <a:gdLst>
                      <a:gd name="connsiteX0" fmla="*/ 121444 w 128016"/>
                      <a:gd name="connsiteY0" fmla="*/ 0 h 110204"/>
                      <a:gd name="connsiteX1" fmla="*/ 122206 w 128016"/>
                      <a:gd name="connsiteY1" fmla="*/ 11430 h 110204"/>
                      <a:gd name="connsiteX2" fmla="*/ 57817 w 128016"/>
                      <a:gd name="connsiteY2" fmla="*/ 88011 h 110204"/>
                      <a:gd name="connsiteX3" fmla="*/ 0 w 128016"/>
                      <a:gd name="connsiteY3" fmla="*/ 45053 h 110204"/>
                      <a:gd name="connsiteX4" fmla="*/ 63627 w 128016"/>
                      <a:gd name="connsiteY4" fmla="*/ 110204 h 110204"/>
                      <a:gd name="connsiteX5" fmla="*/ 128016 w 128016"/>
                      <a:gd name="connsiteY5" fmla="*/ 33623 h 110204"/>
                      <a:gd name="connsiteX6" fmla="*/ 121444 w 128016"/>
                      <a:gd name="connsiteY6" fmla="*/ 0 h 1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8016" h="110204">
                        <a:moveTo>
                          <a:pt x="121444" y="0"/>
                        </a:moveTo>
                        <a:cubicBezTo>
                          <a:pt x="121920" y="3715"/>
                          <a:pt x="122206" y="7525"/>
                          <a:pt x="122206" y="11430"/>
                        </a:cubicBezTo>
                        <a:cubicBezTo>
                          <a:pt x="122206" y="53721"/>
                          <a:pt x="93345" y="87725"/>
                          <a:pt x="57817" y="88011"/>
                        </a:cubicBezTo>
                        <a:cubicBezTo>
                          <a:pt x="30004" y="88202"/>
                          <a:pt x="5715" y="69152"/>
                          <a:pt x="0" y="45053"/>
                        </a:cubicBezTo>
                        <a:cubicBezTo>
                          <a:pt x="4667" y="81915"/>
                          <a:pt x="31337" y="110204"/>
                          <a:pt x="63627" y="110204"/>
                        </a:cubicBezTo>
                        <a:cubicBezTo>
                          <a:pt x="99155" y="110204"/>
                          <a:pt x="128016" y="75914"/>
                          <a:pt x="128016" y="33623"/>
                        </a:cubicBezTo>
                        <a:cubicBezTo>
                          <a:pt x="128016" y="21527"/>
                          <a:pt x="125635" y="10097"/>
                          <a:pt x="121444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21" name="Forme libre : forme 11520">
                    <a:extLst>
                      <a:ext uri="{FF2B5EF4-FFF2-40B4-BE49-F238E27FC236}">
                        <a16:creationId xmlns:a16="http://schemas.microsoft.com/office/drawing/2014/main" id="{A1F372F1-6513-4C8E-B1D0-0D64370927F6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3152382" y="1558088"/>
                    <a:ext cx="74869" cy="59247"/>
                  </a:xfrm>
                  <a:custGeom>
                    <a:avLst/>
                    <a:gdLst>
                      <a:gd name="connsiteX0" fmla="*/ 74869 w 74869"/>
                      <a:gd name="connsiteY0" fmla="*/ 29624 h 59247"/>
                      <a:gd name="connsiteX1" fmla="*/ 37435 w 74869"/>
                      <a:gd name="connsiteY1" fmla="*/ 59248 h 59247"/>
                      <a:gd name="connsiteX2" fmla="*/ 0 w 74869"/>
                      <a:gd name="connsiteY2" fmla="*/ 29624 h 59247"/>
                      <a:gd name="connsiteX3" fmla="*/ 37435 w 74869"/>
                      <a:gd name="connsiteY3" fmla="*/ 0 h 59247"/>
                      <a:gd name="connsiteX4" fmla="*/ 74869 w 74869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9" h="59247">
                        <a:moveTo>
                          <a:pt x="74869" y="29624"/>
                        </a:moveTo>
                        <a:cubicBezTo>
                          <a:pt x="74869" y="45985"/>
                          <a:pt x="58109" y="59248"/>
                          <a:pt x="37435" y="59248"/>
                        </a:cubicBezTo>
                        <a:cubicBezTo>
                          <a:pt x="16760" y="59248"/>
                          <a:pt x="0" y="45985"/>
                          <a:pt x="0" y="29624"/>
                        </a:cubicBezTo>
                        <a:cubicBezTo>
                          <a:pt x="0" y="13263"/>
                          <a:pt x="16760" y="0"/>
                          <a:pt x="37435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22" name="Forme libre : forme 11521">
                    <a:extLst>
                      <a:ext uri="{FF2B5EF4-FFF2-40B4-BE49-F238E27FC236}">
                        <a16:creationId xmlns:a16="http://schemas.microsoft.com/office/drawing/2014/main" id="{0FC1AACA-11DF-4F12-8C3A-B43282D0D100}"/>
                      </a:ext>
                    </a:extLst>
                  </p:cNvPr>
                  <p:cNvSpPr/>
                  <p:nvPr/>
                </p:nvSpPr>
                <p:spPr>
                  <a:xfrm>
                    <a:off x="3203426" y="1550987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8" y="0"/>
                          <a:pt x="8954" y="0"/>
                        </a:cubicBezTo>
                        <a:cubicBezTo>
                          <a:pt x="13898" y="0"/>
                          <a:pt x="17907" y="4009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523" name="Graphique 5">
                  <a:extLst>
                    <a:ext uri="{FF2B5EF4-FFF2-40B4-BE49-F238E27FC236}">
                      <a16:creationId xmlns:a16="http://schemas.microsoft.com/office/drawing/2014/main" id="{EB3F2CF4-4895-4096-A210-D3A0AF120CAA}"/>
                    </a:ext>
                  </a:extLst>
                </p:cNvPr>
                <p:cNvGrpSpPr/>
                <p:nvPr/>
              </p:nvGrpSpPr>
              <p:grpSpPr>
                <a:xfrm>
                  <a:off x="3024642" y="1591088"/>
                  <a:ext cx="128777" cy="153162"/>
                  <a:chOff x="3024642" y="1591088"/>
                  <a:chExt cx="128777" cy="153162"/>
                </a:xfrm>
                <a:solidFill>
                  <a:schemeClr val="accent1"/>
                </a:solidFill>
              </p:grpSpPr>
              <p:sp>
                <p:nvSpPr>
                  <p:cNvPr id="11524" name="Forme libre : forme 11523">
                    <a:extLst>
                      <a:ext uri="{FF2B5EF4-FFF2-40B4-BE49-F238E27FC236}">
                        <a16:creationId xmlns:a16="http://schemas.microsoft.com/office/drawing/2014/main" id="{D5C1C628-FD98-40A8-8030-CFD9B11CF303}"/>
                      </a:ext>
                    </a:extLst>
                  </p:cNvPr>
                  <p:cNvSpPr/>
                  <p:nvPr/>
                </p:nvSpPr>
                <p:spPr>
                  <a:xfrm>
                    <a:off x="3024642" y="1591088"/>
                    <a:ext cx="128777" cy="153161"/>
                  </a:xfrm>
                  <a:custGeom>
                    <a:avLst/>
                    <a:gdLst>
                      <a:gd name="connsiteX0" fmla="*/ 128778 w 128777"/>
                      <a:gd name="connsiteY0" fmla="*/ 76581 h 153161"/>
                      <a:gd name="connsiteX1" fmla="*/ 64389 w 128777"/>
                      <a:gd name="connsiteY1" fmla="*/ 153162 h 153161"/>
                      <a:gd name="connsiteX2" fmla="*/ 0 w 128777"/>
                      <a:gd name="connsiteY2" fmla="*/ 76581 h 153161"/>
                      <a:gd name="connsiteX3" fmla="*/ 64389 w 128777"/>
                      <a:gd name="connsiteY3" fmla="*/ 0 h 153161"/>
                      <a:gd name="connsiteX4" fmla="*/ 128778 w 128777"/>
                      <a:gd name="connsiteY4" fmla="*/ 76581 h 153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77" h="153161">
                        <a:moveTo>
                          <a:pt x="128778" y="76581"/>
                        </a:moveTo>
                        <a:cubicBezTo>
                          <a:pt x="128778" y="118876"/>
                          <a:pt x="99950" y="153162"/>
                          <a:pt x="64389" y="153162"/>
                        </a:cubicBezTo>
                        <a:cubicBezTo>
                          <a:pt x="28828" y="153162"/>
                          <a:pt x="0" y="118876"/>
                          <a:pt x="0" y="76581"/>
                        </a:cubicBezTo>
                        <a:cubicBezTo>
                          <a:pt x="0" y="34286"/>
                          <a:pt x="28828" y="0"/>
                          <a:pt x="64389" y="0"/>
                        </a:cubicBezTo>
                        <a:cubicBezTo>
                          <a:pt x="99950" y="0"/>
                          <a:pt x="128778" y="34286"/>
                          <a:pt x="128778" y="76581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25" name="Forme libre : forme 11524">
                    <a:extLst>
                      <a:ext uri="{FF2B5EF4-FFF2-40B4-BE49-F238E27FC236}">
                        <a16:creationId xmlns:a16="http://schemas.microsoft.com/office/drawing/2014/main" id="{12742D25-C4C9-4DDA-A99D-EA8423B5D6A4}"/>
                      </a:ext>
                    </a:extLst>
                  </p:cNvPr>
                  <p:cNvSpPr/>
                  <p:nvPr/>
                </p:nvSpPr>
                <p:spPr>
                  <a:xfrm>
                    <a:off x="3025404" y="1634045"/>
                    <a:ext cx="128016" cy="110204"/>
                  </a:xfrm>
                  <a:custGeom>
                    <a:avLst/>
                    <a:gdLst>
                      <a:gd name="connsiteX0" fmla="*/ 121444 w 128016"/>
                      <a:gd name="connsiteY0" fmla="*/ 0 h 110204"/>
                      <a:gd name="connsiteX1" fmla="*/ 122206 w 128016"/>
                      <a:gd name="connsiteY1" fmla="*/ 11430 h 110204"/>
                      <a:gd name="connsiteX2" fmla="*/ 57817 w 128016"/>
                      <a:gd name="connsiteY2" fmla="*/ 88011 h 110204"/>
                      <a:gd name="connsiteX3" fmla="*/ 0 w 128016"/>
                      <a:gd name="connsiteY3" fmla="*/ 45053 h 110204"/>
                      <a:gd name="connsiteX4" fmla="*/ 63627 w 128016"/>
                      <a:gd name="connsiteY4" fmla="*/ 110204 h 110204"/>
                      <a:gd name="connsiteX5" fmla="*/ 128016 w 128016"/>
                      <a:gd name="connsiteY5" fmla="*/ 33623 h 110204"/>
                      <a:gd name="connsiteX6" fmla="*/ 121444 w 128016"/>
                      <a:gd name="connsiteY6" fmla="*/ 0 h 1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8016" h="110204">
                        <a:moveTo>
                          <a:pt x="121444" y="0"/>
                        </a:moveTo>
                        <a:cubicBezTo>
                          <a:pt x="121920" y="3715"/>
                          <a:pt x="122206" y="7525"/>
                          <a:pt x="122206" y="11430"/>
                        </a:cubicBezTo>
                        <a:cubicBezTo>
                          <a:pt x="122206" y="53721"/>
                          <a:pt x="93345" y="87725"/>
                          <a:pt x="57817" y="88011"/>
                        </a:cubicBezTo>
                        <a:cubicBezTo>
                          <a:pt x="30004" y="88201"/>
                          <a:pt x="5715" y="69151"/>
                          <a:pt x="0" y="45053"/>
                        </a:cubicBezTo>
                        <a:cubicBezTo>
                          <a:pt x="4667" y="81915"/>
                          <a:pt x="31337" y="110204"/>
                          <a:pt x="63627" y="110204"/>
                        </a:cubicBezTo>
                        <a:cubicBezTo>
                          <a:pt x="99155" y="110204"/>
                          <a:pt x="128016" y="75914"/>
                          <a:pt x="128016" y="33623"/>
                        </a:cubicBezTo>
                        <a:cubicBezTo>
                          <a:pt x="128016" y="21526"/>
                          <a:pt x="125635" y="10192"/>
                          <a:pt x="121444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26" name="Forme libre : forme 11525">
                    <a:extLst>
                      <a:ext uri="{FF2B5EF4-FFF2-40B4-BE49-F238E27FC236}">
                        <a16:creationId xmlns:a16="http://schemas.microsoft.com/office/drawing/2014/main" id="{F36F3307-78E9-47B7-BFF0-17F3318C8015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3031544" y="1609297"/>
                    <a:ext cx="74869" cy="59247"/>
                  </a:xfrm>
                  <a:custGeom>
                    <a:avLst/>
                    <a:gdLst>
                      <a:gd name="connsiteX0" fmla="*/ 74869 w 74869"/>
                      <a:gd name="connsiteY0" fmla="*/ 29624 h 59247"/>
                      <a:gd name="connsiteX1" fmla="*/ 37435 w 74869"/>
                      <a:gd name="connsiteY1" fmla="*/ 59248 h 59247"/>
                      <a:gd name="connsiteX2" fmla="*/ 0 w 74869"/>
                      <a:gd name="connsiteY2" fmla="*/ 29624 h 59247"/>
                      <a:gd name="connsiteX3" fmla="*/ 37435 w 74869"/>
                      <a:gd name="connsiteY3" fmla="*/ 0 h 59247"/>
                      <a:gd name="connsiteX4" fmla="*/ 74869 w 74869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9" h="59247">
                        <a:moveTo>
                          <a:pt x="74869" y="29624"/>
                        </a:moveTo>
                        <a:cubicBezTo>
                          <a:pt x="74869" y="45985"/>
                          <a:pt x="58109" y="59248"/>
                          <a:pt x="37435" y="59248"/>
                        </a:cubicBezTo>
                        <a:cubicBezTo>
                          <a:pt x="16760" y="59248"/>
                          <a:pt x="0" y="45985"/>
                          <a:pt x="0" y="29624"/>
                        </a:cubicBezTo>
                        <a:cubicBezTo>
                          <a:pt x="0" y="13263"/>
                          <a:pt x="16760" y="0"/>
                          <a:pt x="37435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27" name="Forme libre : forme 11526">
                    <a:extLst>
                      <a:ext uri="{FF2B5EF4-FFF2-40B4-BE49-F238E27FC236}">
                        <a16:creationId xmlns:a16="http://schemas.microsoft.com/office/drawing/2014/main" id="{CA629141-D37D-46CB-A984-8B1C0CD7D9F1}"/>
                      </a:ext>
                    </a:extLst>
                  </p:cNvPr>
                  <p:cNvSpPr/>
                  <p:nvPr/>
                </p:nvSpPr>
                <p:spPr>
                  <a:xfrm>
                    <a:off x="3082459" y="1602232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528" name="Graphique 5">
                  <a:extLst>
                    <a:ext uri="{FF2B5EF4-FFF2-40B4-BE49-F238E27FC236}">
                      <a16:creationId xmlns:a16="http://schemas.microsoft.com/office/drawing/2014/main" id="{E78C075A-8647-4E95-95F6-BE06567B1F34}"/>
                    </a:ext>
                  </a:extLst>
                </p:cNvPr>
                <p:cNvGrpSpPr/>
                <p:nvPr/>
              </p:nvGrpSpPr>
              <p:grpSpPr>
                <a:xfrm>
                  <a:off x="3266958" y="1591088"/>
                  <a:ext cx="128778" cy="153162"/>
                  <a:chOff x="3266958" y="1591088"/>
                  <a:chExt cx="128778" cy="153162"/>
                </a:xfrm>
                <a:solidFill>
                  <a:schemeClr val="accent1"/>
                </a:solidFill>
              </p:grpSpPr>
              <p:sp>
                <p:nvSpPr>
                  <p:cNvPr id="11529" name="Forme libre : forme 11528">
                    <a:extLst>
                      <a:ext uri="{FF2B5EF4-FFF2-40B4-BE49-F238E27FC236}">
                        <a16:creationId xmlns:a16="http://schemas.microsoft.com/office/drawing/2014/main" id="{F56B486B-8A04-4FA5-B10B-C03FFE3F4D90}"/>
                      </a:ext>
                    </a:extLst>
                  </p:cNvPr>
                  <p:cNvSpPr/>
                  <p:nvPr/>
                </p:nvSpPr>
                <p:spPr>
                  <a:xfrm>
                    <a:off x="3266958" y="1591088"/>
                    <a:ext cx="128777" cy="153161"/>
                  </a:xfrm>
                  <a:custGeom>
                    <a:avLst/>
                    <a:gdLst>
                      <a:gd name="connsiteX0" fmla="*/ 128778 w 128777"/>
                      <a:gd name="connsiteY0" fmla="*/ 76581 h 153161"/>
                      <a:gd name="connsiteX1" fmla="*/ 64389 w 128777"/>
                      <a:gd name="connsiteY1" fmla="*/ 153162 h 153161"/>
                      <a:gd name="connsiteX2" fmla="*/ 0 w 128777"/>
                      <a:gd name="connsiteY2" fmla="*/ 76581 h 153161"/>
                      <a:gd name="connsiteX3" fmla="*/ 64389 w 128777"/>
                      <a:gd name="connsiteY3" fmla="*/ 0 h 153161"/>
                      <a:gd name="connsiteX4" fmla="*/ 128778 w 128777"/>
                      <a:gd name="connsiteY4" fmla="*/ 76581 h 153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77" h="153161">
                        <a:moveTo>
                          <a:pt x="128778" y="76581"/>
                        </a:moveTo>
                        <a:cubicBezTo>
                          <a:pt x="128778" y="118876"/>
                          <a:pt x="99950" y="153162"/>
                          <a:pt x="64389" y="153162"/>
                        </a:cubicBezTo>
                        <a:cubicBezTo>
                          <a:pt x="28828" y="153162"/>
                          <a:pt x="0" y="118876"/>
                          <a:pt x="0" y="76581"/>
                        </a:cubicBezTo>
                        <a:cubicBezTo>
                          <a:pt x="0" y="34286"/>
                          <a:pt x="28828" y="0"/>
                          <a:pt x="64389" y="0"/>
                        </a:cubicBezTo>
                        <a:cubicBezTo>
                          <a:pt x="99950" y="0"/>
                          <a:pt x="128778" y="34286"/>
                          <a:pt x="128778" y="76581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30" name="Forme libre : forme 11529">
                    <a:extLst>
                      <a:ext uri="{FF2B5EF4-FFF2-40B4-BE49-F238E27FC236}">
                        <a16:creationId xmlns:a16="http://schemas.microsoft.com/office/drawing/2014/main" id="{01E16AF5-7425-44FC-9A3B-B65C2CD7054A}"/>
                      </a:ext>
                    </a:extLst>
                  </p:cNvPr>
                  <p:cNvSpPr/>
                  <p:nvPr/>
                </p:nvSpPr>
                <p:spPr>
                  <a:xfrm>
                    <a:off x="3267720" y="1634045"/>
                    <a:ext cx="128016" cy="110204"/>
                  </a:xfrm>
                  <a:custGeom>
                    <a:avLst/>
                    <a:gdLst>
                      <a:gd name="connsiteX0" fmla="*/ 121444 w 128016"/>
                      <a:gd name="connsiteY0" fmla="*/ 0 h 110204"/>
                      <a:gd name="connsiteX1" fmla="*/ 122206 w 128016"/>
                      <a:gd name="connsiteY1" fmla="*/ 11430 h 110204"/>
                      <a:gd name="connsiteX2" fmla="*/ 57817 w 128016"/>
                      <a:gd name="connsiteY2" fmla="*/ 88011 h 110204"/>
                      <a:gd name="connsiteX3" fmla="*/ 0 w 128016"/>
                      <a:gd name="connsiteY3" fmla="*/ 45053 h 110204"/>
                      <a:gd name="connsiteX4" fmla="*/ 63627 w 128016"/>
                      <a:gd name="connsiteY4" fmla="*/ 110204 h 110204"/>
                      <a:gd name="connsiteX5" fmla="*/ 128016 w 128016"/>
                      <a:gd name="connsiteY5" fmla="*/ 33623 h 110204"/>
                      <a:gd name="connsiteX6" fmla="*/ 121444 w 128016"/>
                      <a:gd name="connsiteY6" fmla="*/ 0 h 1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8016" h="110204">
                        <a:moveTo>
                          <a:pt x="121444" y="0"/>
                        </a:moveTo>
                        <a:cubicBezTo>
                          <a:pt x="121920" y="3715"/>
                          <a:pt x="122206" y="7525"/>
                          <a:pt x="122206" y="11430"/>
                        </a:cubicBezTo>
                        <a:cubicBezTo>
                          <a:pt x="122206" y="53721"/>
                          <a:pt x="93345" y="87725"/>
                          <a:pt x="57817" y="88011"/>
                        </a:cubicBezTo>
                        <a:cubicBezTo>
                          <a:pt x="30004" y="88201"/>
                          <a:pt x="5715" y="69151"/>
                          <a:pt x="0" y="45053"/>
                        </a:cubicBezTo>
                        <a:cubicBezTo>
                          <a:pt x="4667" y="81915"/>
                          <a:pt x="31337" y="110204"/>
                          <a:pt x="63627" y="110204"/>
                        </a:cubicBezTo>
                        <a:cubicBezTo>
                          <a:pt x="99155" y="110204"/>
                          <a:pt x="128016" y="75914"/>
                          <a:pt x="128016" y="33623"/>
                        </a:cubicBezTo>
                        <a:cubicBezTo>
                          <a:pt x="128016" y="21526"/>
                          <a:pt x="125635" y="10192"/>
                          <a:pt x="121444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31" name="Forme libre : forme 11530">
                    <a:extLst>
                      <a:ext uri="{FF2B5EF4-FFF2-40B4-BE49-F238E27FC236}">
                        <a16:creationId xmlns:a16="http://schemas.microsoft.com/office/drawing/2014/main" id="{7899B277-4A5A-49F4-8A8D-0B9DAE011E42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3273813" y="1609369"/>
                    <a:ext cx="74869" cy="59247"/>
                  </a:xfrm>
                  <a:custGeom>
                    <a:avLst/>
                    <a:gdLst>
                      <a:gd name="connsiteX0" fmla="*/ 74869 w 74869"/>
                      <a:gd name="connsiteY0" fmla="*/ 29624 h 59247"/>
                      <a:gd name="connsiteX1" fmla="*/ 37435 w 74869"/>
                      <a:gd name="connsiteY1" fmla="*/ 59248 h 59247"/>
                      <a:gd name="connsiteX2" fmla="*/ 0 w 74869"/>
                      <a:gd name="connsiteY2" fmla="*/ 29624 h 59247"/>
                      <a:gd name="connsiteX3" fmla="*/ 37435 w 74869"/>
                      <a:gd name="connsiteY3" fmla="*/ 0 h 59247"/>
                      <a:gd name="connsiteX4" fmla="*/ 74869 w 74869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9" h="59247">
                        <a:moveTo>
                          <a:pt x="74869" y="29624"/>
                        </a:moveTo>
                        <a:cubicBezTo>
                          <a:pt x="74869" y="45985"/>
                          <a:pt x="58109" y="59248"/>
                          <a:pt x="37435" y="59248"/>
                        </a:cubicBezTo>
                        <a:cubicBezTo>
                          <a:pt x="16760" y="59248"/>
                          <a:pt x="0" y="45985"/>
                          <a:pt x="0" y="29624"/>
                        </a:cubicBezTo>
                        <a:cubicBezTo>
                          <a:pt x="0" y="13263"/>
                          <a:pt x="16760" y="0"/>
                          <a:pt x="37435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32" name="Forme libre : forme 11531">
                    <a:extLst>
                      <a:ext uri="{FF2B5EF4-FFF2-40B4-BE49-F238E27FC236}">
                        <a16:creationId xmlns:a16="http://schemas.microsoft.com/office/drawing/2014/main" id="{24912D34-B3B5-4BA3-AAFC-626946F68B47}"/>
                      </a:ext>
                    </a:extLst>
                  </p:cNvPr>
                  <p:cNvSpPr/>
                  <p:nvPr/>
                </p:nvSpPr>
                <p:spPr>
                  <a:xfrm>
                    <a:off x="3324775" y="1602232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1533" name="Forme libre : forme 11532">
                  <a:extLst>
                    <a:ext uri="{FF2B5EF4-FFF2-40B4-BE49-F238E27FC236}">
                      <a16:creationId xmlns:a16="http://schemas.microsoft.com/office/drawing/2014/main" id="{6253118D-AAAB-4902-9201-2E1D572CD6A6}"/>
                    </a:ext>
                  </a:extLst>
                </p:cNvPr>
                <p:cNvSpPr/>
                <p:nvPr/>
              </p:nvSpPr>
              <p:spPr>
                <a:xfrm>
                  <a:off x="3131132" y="1908175"/>
                  <a:ext cx="87820" cy="449649"/>
                </a:xfrm>
                <a:custGeom>
                  <a:avLst/>
                  <a:gdLst>
                    <a:gd name="connsiteX0" fmla="*/ 0 w 87820"/>
                    <a:gd name="connsiteY0" fmla="*/ 0 h 449649"/>
                    <a:gd name="connsiteX1" fmla="*/ 52006 w 87820"/>
                    <a:gd name="connsiteY1" fmla="*/ 148876 h 449649"/>
                    <a:gd name="connsiteX2" fmla="*/ 61531 w 87820"/>
                    <a:gd name="connsiteY2" fmla="*/ 308229 h 449649"/>
                    <a:gd name="connsiteX3" fmla="*/ 87821 w 87820"/>
                    <a:gd name="connsiteY3" fmla="*/ 449580 h 449649"/>
                    <a:gd name="connsiteX4" fmla="*/ 72485 w 87820"/>
                    <a:gd name="connsiteY4" fmla="*/ 434150 h 449649"/>
                    <a:gd name="connsiteX5" fmla="*/ 62293 w 87820"/>
                    <a:gd name="connsiteY5" fmla="*/ 403669 h 449649"/>
                    <a:gd name="connsiteX6" fmla="*/ 33528 w 87820"/>
                    <a:gd name="connsiteY6" fmla="*/ 81248 h 449649"/>
                    <a:gd name="connsiteX7" fmla="*/ 5525 w 87820"/>
                    <a:gd name="connsiteY7" fmla="*/ 9144 h 449649"/>
                    <a:gd name="connsiteX8" fmla="*/ 3905 w 87820"/>
                    <a:gd name="connsiteY8" fmla="*/ 13430 h 449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7820" h="449649">
                      <a:moveTo>
                        <a:pt x="0" y="0"/>
                      </a:moveTo>
                      <a:cubicBezTo>
                        <a:pt x="32385" y="42196"/>
                        <a:pt x="46292" y="95917"/>
                        <a:pt x="52006" y="148876"/>
                      </a:cubicBezTo>
                      <a:cubicBezTo>
                        <a:pt x="57721" y="201835"/>
                        <a:pt x="56102" y="255270"/>
                        <a:pt x="61531" y="308229"/>
                      </a:cubicBezTo>
                      <a:cubicBezTo>
                        <a:pt x="66389" y="355949"/>
                        <a:pt x="76867" y="402908"/>
                        <a:pt x="87821" y="449580"/>
                      </a:cubicBezTo>
                      <a:cubicBezTo>
                        <a:pt x="80010" y="450533"/>
                        <a:pt x="75057" y="441579"/>
                        <a:pt x="72485" y="434150"/>
                      </a:cubicBezTo>
                      <a:cubicBezTo>
                        <a:pt x="68866" y="424053"/>
                        <a:pt x="65342" y="413957"/>
                        <a:pt x="62293" y="403669"/>
                      </a:cubicBezTo>
                      <a:cubicBezTo>
                        <a:pt x="31909" y="299752"/>
                        <a:pt x="63055" y="185452"/>
                        <a:pt x="33528" y="81248"/>
                      </a:cubicBezTo>
                      <a:cubicBezTo>
                        <a:pt x="26479" y="56388"/>
                        <a:pt x="16097" y="32671"/>
                        <a:pt x="5525" y="9144"/>
                      </a:cubicBezTo>
                      <a:cubicBezTo>
                        <a:pt x="4953" y="10573"/>
                        <a:pt x="4381" y="12002"/>
                        <a:pt x="3905" y="13430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34" name="Forme libre : forme 11533">
                  <a:extLst>
                    <a:ext uri="{FF2B5EF4-FFF2-40B4-BE49-F238E27FC236}">
                      <a16:creationId xmlns:a16="http://schemas.microsoft.com/office/drawing/2014/main" id="{6CE7BBC4-656A-4AD7-A550-BDF60A86544A}"/>
                    </a:ext>
                  </a:extLst>
                </p:cNvPr>
                <p:cNvSpPr/>
                <p:nvPr/>
              </p:nvSpPr>
              <p:spPr>
                <a:xfrm>
                  <a:off x="3156481" y="1674622"/>
                  <a:ext cx="99566" cy="537781"/>
                </a:xfrm>
                <a:custGeom>
                  <a:avLst/>
                  <a:gdLst>
                    <a:gd name="connsiteX0" fmla="*/ 31705 w 99566"/>
                    <a:gd name="connsiteY0" fmla="*/ 253079 h 537781"/>
                    <a:gd name="connsiteX1" fmla="*/ 53899 w 99566"/>
                    <a:gd name="connsiteY1" fmla="*/ 330232 h 537781"/>
                    <a:gd name="connsiteX2" fmla="*/ 69234 w 99566"/>
                    <a:gd name="connsiteY2" fmla="*/ 390239 h 537781"/>
                    <a:gd name="connsiteX3" fmla="*/ 97523 w 99566"/>
                    <a:gd name="connsiteY3" fmla="*/ 537782 h 537781"/>
                    <a:gd name="connsiteX4" fmla="*/ 66948 w 99566"/>
                    <a:gd name="connsiteY4" fmla="*/ 334899 h 537781"/>
                    <a:gd name="connsiteX5" fmla="*/ 50660 w 99566"/>
                    <a:gd name="connsiteY5" fmla="*/ 252698 h 537781"/>
                    <a:gd name="connsiteX6" fmla="*/ 11703 w 99566"/>
                    <a:gd name="connsiteY6" fmla="*/ 36957 h 537781"/>
                    <a:gd name="connsiteX7" fmla="*/ 1702 w 99566"/>
                    <a:gd name="connsiteY7" fmla="*/ 0 h 537781"/>
                    <a:gd name="connsiteX8" fmla="*/ 3130 w 99566"/>
                    <a:gd name="connsiteY8" fmla="*/ 19907 h 537781"/>
                    <a:gd name="connsiteX9" fmla="*/ 7131 w 99566"/>
                    <a:gd name="connsiteY9" fmla="*/ 45244 h 537781"/>
                    <a:gd name="connsiteX10" fmla="*/ 12560 w 99566"/>
                    <a:gd name="connsiteY10" fmla="*/ 95155 h 537781"/>
                    <a:gd name="connsiteX11" fmla="*/ 21799 w 99566"/>
                    <a:gd name="connsiteY11" fmla="*/ 196405 h 537781"/>
                    <a:gd name="connsiteX12" fmla="*/ 31705 w 99566"/>
                    <a:gd name="connsiteY12" fmla="*/ 253079 h 537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9566" h="537781">
                      <a:moveTo>
                        <a:pt x="31705" y="253079"/>
                      </a:moveTo>
                      <a:cubicBezTo>
                        <a:pt x="37897" y="279083"/>
                        <a:pt x="46469" y="304514"/>
                        <a:pt x="53899" y="330232"/>
                      </a:cubicBezTo>
                      <a:cubicBezTo>
                        <a:pt x="59614" y="350044"/>
                        <a:pt x="64567" y="370141"/>
                        <a:pt x="69234" y="390239"/>
                      </a:cubicBezTo>
                      <a:cubicBezTo>
                        <a:pt x="80473" y="439007"/>
                        <a:pt x="89903" y="488251"/>
                        <a:pt x="97523" y="537782"/>
                      </a:cubicBezTo>
                      <a:cubicBezTo>
                        <a:pt x="106762" y="469583"/>
                        <a:pt x="82569" y="401955"/>
                        <a:pt x="66948" y="334899"/>
                      </a:cubicBezTo>
                      <a:cubicBezTo>
                        <a:pt x="60566" y="307658"/>
                        <a:pt x="55613" y="280226"/>
                        <a:pt x="50660" y="252698"/>
                      </a:cubicBezTo>
                      <a:cubicBezTo>
                        <a:pt x="37706" y="180785"/>
                        <a:pt x="24657" y="108871"/>
                        <a:pt x="11703" y="36957"/>
                      </a:cubicBezTo>
                      <a:cubicBezTo>
                        <a:pt x="9703" y="25718"/>
                        <a:pt x="8465" y="9334"/>
                        <a:pt x="1702" y="0"/>
                      </a:cubicBezTo>
                      <a:cubicBezTo>
                        <a:pt x="-2489" y="3810"/>
                        <a:pt x="2273" y="15050"/>
                        <a:pt x="3130" y="19907"/>
                      </a:cubicBezTo>
                      <a:cubicBezTo>
                        <a:pt x="4654" y="28289"/>
                        <a:pt x="5988" y="36767"/>
                        <a:pt x="7131" y="45244"/>
                      </a:cubicBezTo>
                      <a:cubicBezTo>
                        <a:pt x="9417" y="61817"/>
                        <a:pt x="11036" y="78486"/>
                        <a:pt x="12560" y="95155"/>
                      </a:cubicBezTo>
                      <a:cubicBezTo>
                        <a:pt x="15513" y="128968"/>
                        <a:pt x="17513" y="162782"/>
                        <a:pt x="21799" y="196405"/>
                      </a:cubicBezTo>
                      <a:cubicBezTo>
                        <a:pt x="24181" y="215455"/>
                        <a:pt x="27324" y="234410"/>
                        <a:pt x="31705" y="253079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35" name="Forme libre : forme 11534">
                  <a:extLst>
                    <a:ext uri="{FF2B5EF4-FFF2-40B4-BE49-F238E27FC236}">
                      <a16:creationId xmlns:a16="http://schemas.microsoft.com/office/drawing/2014/main" id="{A697D7CB-13B9-4A72-80DF-48F0A27CF72A}"/>
                    </a:ext>
                  </a:extLst>
                </p:cNvPr>
                <p:cNvSpPr/>
                <p:nvPr/>
              </p:nvSpPr>
              <p:spPr>
                <a:xfrm>
                  <a:off x="3201696" y="1673383"/>
                  <a:ext cx="61329" cy="291845"/>
                </a:xfrm>
                <a:custGeom>
                  <a:avLst/>
                  <a:gdLst>
                    <a:gd name="connsiteX0" fmla="*/ 52498 w 61329"/>
                    <a:gd name="connsiteY0" fmla="*/ 56483 h 291845"/>
                    <a:gd name="connsiteX1" fmla="*/ 47069 w 61329"/>
                    <a:gd name="connsiteY1" fmla="*/ 90202 h 291845"/>
                    <a:gd name="connsiteX2" fmla="*/ 41163 w 61329"/>
                    <a:gd name="connsiteY2" fmla="*/ 112014 h 291845"/>
                    <a:gd name="connsiteX3" fmla="*/ 19446 w 61329"/>
                    <a:gd name="connsiteY3" fmla="*/ 186309 h 291845"/>
                    <a:gd name="connsiteX4" fmla="*/ 8778 w 61329"/>
                    <a:gd name="connsiteY4" fmla="*/ 216694 h 291845"/>
                    <a:gd name="connsiteX5" fmla="*/ 111 w 61329"/>
                    <a:gd name="connsiteY5" fmla="*/ 239459 h 291845"/>
                    <a:gd name="connsiteX6" fmla="*/ 1158 w 61329"/>
                    <a:gd name="connsiteY6" fmla="*/ 252127 h 291845"/>
                    <a:gd name="connsiteX7" fmla="*/ 10016 w 61329"/>
                    <a:gd name="connsiteY7" fmla="*/ 291846 h 291845"/>
                    <a:gd name="connsiteX8" fmla="*/ 21256 w 61329"/>
                    <a:gd name="connsiteY8" fmla="*/ 226123 h 291845"/>
                    <a:gd name="connsiteX9" fmla="*/ 56499 w 61329"/>
                    <a:gd name="connsiteY9" fmla="*/ 49244 h 291845"/>
                    <a:gd name="connsiteX10" fmla="*/ 59070 w 61329"/>
                    <a:gd name="connsiteY10" fmla="*/ 24003 h 291845"/>
                    <a:gd name="connsiteX11" fmla="*/ 60308 w 61329"/>
                    <a:gd name="connsiteY11" fmla="*/ 0 h 291845"/>
                    <a:gd name="connsiteX12" fmla="*/ 56308 w 61329"/>
                    <a:gd name="connsiteY12" fmla="*/ 28385 h 291845"/>
                    <a:gd name="connsiteX13" fmla="*/ 52498 w 61329"/>
                    <a:gd name="connsiteY13" fmla="*/ 56483 h 29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329" h="291845">
                      <a:moveTo>
                        <a:pt x="52498" y="56483"/>
                      </a:moveTo>
                      <a:cubicBezTo>
                        <a:pt x="51069" y="67818"/>
                        <a:pt x="49545" y="79058"/>
                        <a:pt x="47069" y="90202"/>
                      </a:cubicBezTo>
                      <a:cubicBezTo>
                        <a:pt x="45354" y="97536"/>
                        <a:pt x="43259" y="104775"/>
                        <a:pt x="41163" y="112014"/>
                      </a:cubicBezTo>
                      <a:cubicBezTo>
                        <a:pt x="33924" y="136779"/>
                        <a:pt x="26685" y="161544"/>
                        <a:pt x="19446" y="186309"/>
                      </a:cubicBezTo>
                      <a:cubicBezTo>
                        <a:pt x="16398" y="196596"/>
                        <a:pt x="13350" y="206978"/>
                        <a:pt x="8778" y="216694"/>
                      </a:cubicBezTo>
                      <a:cubicBezTo>
                        <a:pt x="5254" y="224028"/>
                        <a:pt x="873" y="231267"/>
                        <a:pt x="111" y="239459"/>
                      </a:cubicBezTo>
                      <a:cubicBezTo>
                        <a:pt x="-271" y="243745"/>
                        <a:pt x="396" y="247936"/>
                        <a:pt x="1158" y="252127"/>
                      </a:cubicBezTo>
                      <a:cubicBezTo>
                        <a:pt x="3444" y="265462"/>
                        <a:pt x="6397" y="278702"/>
                        <a:pt x="10016" y="291846"/>
                      </a:cubicBezTo>
                      <a:cubicBezTo>
                        <a:pt x="7635" y="269558"/>
                        <a:pt x="14874" y="247555"/>
                        <a:pt x="21256" y="226123"/>
                      </a:cubicBezTo>
                      <a:cubicBezTo>
                        <a:pt x="38401" y="168402"/>
                        <a:pt x="49831" y="109061"/>
                        <a:pt x="56499" y="49244"/>
                      </a:cubicBezTo>
                      <a:cubicBezTo>
                        <a:pt x="57451" y="40862"/>
                        <a:pt x="58308" y="32480"/>
                        <a:pt x="59070" y="24003"/>
                      </a:cubicBezTo>
                      <a:cubicBezTo>
                        <a:pt x="59642" y="18098"/>
                        <a:pt x="62975" y="4953"/>
                        <a:pt x="60308" y="0"/>
                      </a:cubicBezTo>
                      <a:cubicBezTo>
                        <a:pt x="57356" y="8477"/>
                        <a:pt x="57451" y="19336"/>
                        <a:pt x="56308" y="28385"/>
                      </a:cubicBezTo>
                      <a:cubicBezTo>
                        <a:pt x="54974" y="37814"/>
                        <a:pt x="53736" y="47149"/>
                        <a:pt x="52498" y="56483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36" name="Forme libre : forme 11535">
                  <a:extLst>
                    <a:ext uri="{FF2B5EF4-FFF2-40B4-BE49-F238E27FC236}">
                      <a16:creationId xmlns:a16="http://schemas.microsoft.com/office/drawing/2014/main" id="{1A066E08-9222-42C5-9F16-73EE0E596A19}"/>
                    </a:ext>
                  </a:extLst>
                </p:cNvPr>
                <p:cNvSpPr/>
                <p:nvPr/>
              </p:nvSpPr>
              <p:spPr>
                <a:xfrm>
                  <a:off x="3069548" y="1741651"/>
                  <a:ext cx="117831" cy="227800"/>
                </a:xfrm>
                <a:custGeom>
                  <a:avLst/>
                  <a:gdLst>
                    <a:gd name="connsiteX0" fmla="*/ 22531 w 117831"/>
                    <a:gd name="connsiteY0" fmla="*/ 19934 h 227800"/>
                    <a:gd name="connsiteX1" fmla="*/ 35961 w 117831"/>
                    <a:gd name="connsiteY1" fmla="*/ 17839 h 227800"/>
                    <a:gd name="connsiteX2" fmla="*/ 50916 w 117831"/>
                    <a:gd name="connsiteY2" fmla="*/ 9742 h 227800"/>
                    <a:gd name="connsiteX3" fmla="*/ 66918 w 117831"/>
                    <a:gd name="connsiteY3" fmla="*/ 1646 h 227800"/>
                    <a:gd name="connsiteX4" fmla="*/ 73871 w 117831"/>
                    <a:gd name="connsiteY4" fmla="*/ 27 h 227800"/>
                    <a:gd name="connsiteX5" fmla="*/ 85301 w 117831"/>
                    <a:gd name="connsiteY5" fmla="*/ 12790 h 227800"/>
                    <a:gd name="connsiteX6" fmla="*/ 89682 w 117831"/>
                    <a:gd name="connsiteY6" fmla="*/ 46414 h 227800"/>
                    <a:gd name="connsiteX7" fmla="*/ 102160 w 117831"/>
                    <a:gd name="connsiteY7" fmla="*/ 135758 h 227800"/>
                    <a:gd name="connsiteX8" fmla="*/ 117781 w 117831"/>
                    <a:gd name="connsiteY8" fmla="*/ 218149 h 227800"/>
                    <a:gd name="connsiteX9" fmla="*/ 113400 w 117831"/>
                    <a:gd name="connsiteY9" fmla="*/ 227770 h 227800"/>
                    <a:gd name="connsiteX10" fmla="*/ 106446 w 117831"/>
                    <a:gd name="connsiteY10" fmla="*/ 222055 h 227800"/>
                    <a:gd name="connsiteX11" fmla="*/ 84825 w 117831"/>
                    <a:gd name="connsiteY11" fmla="*/ 177478 h 227800"/>
                    <a:gd name="connsiteX12" fmla="*/ 17864 w 117831"/>
                    <a:gd name="connsiteY12" fmla="*/ 65178 h 227800"/>
                    <a:gd name="connsiteX13" fmla="*/ 2148 w 117831"/>
                    <a:gd name="connsiteY13" fmla="*/ 27173 h 227800"/>
                    <a:gd name="connsiteX14" fmla="*/ 4243 w 117831"/>
                    <a:gd name="connsiteY14" fmla="*/ 15743 h 227800"/>
                    <a:gd name="connsiteX15" fmla="*/ 22531 w 117831"/>
                    <a:gd name="connsiteY15" fmla="*/ 19934 h 227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17831" h="227800">
                      <a:moveTo>
                        <a:pt x="22531" y="19934"/>
                      </a:moveTo>
                      <a:cubicBezTo>
                        <a:pt x="27103" y="20029"/>
                        <a:pt x="31675" y="19363"/>
                        <a:pt x="35961" y="17839"/>
                      </a:cubicBezTo>
                      <a:cubicBezTo>
                        <a:pt x="41295" y="15934"/>
                        <a:pt x="46058" y="12695"/>
                        <a:pt x="50916" y="9742"/>
                      </a:cubicBezTo>
                      <a:cubicBezTo>
                        <a:pt x="56059" y="6694"/>
                        <a:pt x="61393" y="4027"/>
                        <a:pt x="66918" y="1646"/>
                      </a:cubicBezTo>
                      <a:cubicBezTo>
                        <a:pt x="69108" y="693"/>
                        <a:pt x="71490" y="-164"/>
                        <a:pt x="73871" y="27"/>
                      </a:cubicBezTo>
                      <a:cubicBezTo>
                        <a:pt x="79967" y="408"/>
                        <a:pt x="83586" y="6885"/>
                        <a:pt x="85301" y="12790"/>
                      </a:cubicBezTo>
                      <a:cubicBezTo>
                        <a:pt x="88444" y="23649"/>
                        <a:pt x="88920" y="35079"/>
                        <a:pt x="89682" y="46414"/>
                      </a:cubicBezTo>
                      <a:cubicBezTo>
                        <a:pt x="91683" y="76417"/>
                        <a:pt x="95874" y="106326"/>
                        <a:pt x="102160" y="135758"/>
                      </a:cubicBezTo>
                      <a:cubicBezTo>
                        <a:pt x="108066" y="163095"/>
                        <a:pt x="115781" y="190241"/>
                        <a:pt x="117781" y="218149"/>
                      </a:cubicBezTo>
                      <a:cubicBezTo>
                        <a:pt x="118067" y="222055"/>
                        <a:pt x="117210" y="227198"/>
                        <a:pt x="113400" y="227770"/>
                      </a:cubicBezTo>
                      <a:cubicBezTo>
                        <a:pt x="110256" y="228151"/>
                        <a:pt x="107970" y="224912"/>
                        <a:pt x="106446" y="222055"/>
                      </a:cubicBezTo>
                      <a:cubicBezTo>
                        <a:pt x="99017" y="207291"/>
                        <a:pt x="92445" y="192051"/>
                        <a:pt x="84825" y="177478"/>
                      </a:cubicBezTo>
                      <a:cubicBezTo>
                        <a:pt x="64727" y="138806"/>
                        <a:pt x="37200" y="104326"/>
                        <a:pt x="17864" y="65178"/>
                      </a:cubicBezTo>
                      <a:cubicBezTo>
                        <a:pt x="11768" y="52891"/>
                        <a:pt x="6529" y="40127"/>
                        <a:pt x="2148" y="27173"/>
                      </a:cubicBezTo>
                      <a:cubicBezTo>
                        <a:pt x="624" y="22696"/>
                        <a:pt x="-2710" y="15648"/>
                        <a:pt x="4243" y="15743"/>
                      </a:cubicBezTo>
                      <a:cubicBezTo>
                        <a:pt x="9768" y="15553"/>
                        <a:pt x="16149" y="19839"/>
                        <a:pt x="22531" y="19934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37" name="Forme libre : forme 11536">
                  <a:extLst>
                    <a:ext uri="{FF2B5EF4-FFF2-40B4-BE49-F238E27FC236}">
                      <a16:creationId xmlns:a16="http://schemas.microsoft.com/office/drawing/2014/main" id="{FAE0193D-8D9D-44DB-A809-7BF7C5978FD0}"/>
                    </a:ext>
                  </a:extLst>
                </p:cNvPr>
                <p:cNvSpPr/>
                <p:nvPr/>
              </p:nvSpPr>
              <p:spPr>
                <a:xfrm>
                  <a:off x="3182150" y="1693386"/>
                  <a:ext cx="66514" cy="165209"/>
                </a:xfrm>
                <a:custGeom>
                  <a:avLst/>
                  <a:gdLst>
                    <a:gd name="connsiteX0" fmla="*/ 65567 w 66514"/>
                    <a:gd name="connsiteY0" fmla="*/ 0 h 165209"/>
                    <a:gd name="connsiteX1" fmla="*/ 65377 w 66514"/>
                    <a:gd name="connsiteY1" fmla="*/ 17812 h 165209"/>
                    <a:gd name="connsiteX2" fmla="*/ 44612 w 66514"/>
                    <a:gd name="connsiteY2" fmla="*/ 129159 h 165209"/>
                    <a:gd name="connsiteX3" fmla="*/ 34325 w 66514"/>
                    <a:gd name="connsiteY3" fmla="*/ 161639 h 165209"/>
                    <a:gd name="connsiteX4" fmla="*/ 31087 w 66514"/>
                    <a:gd name="connsiteY4" fmla="*/ 165068 h 165209"/>
                    <a:gd name="connsiteX5" fmla="*/ 26229 w 66514"/>
                    <a:gd name="connsiteY5" fmla="*/ 162782 h 165209"/>
                    <a:gd name="connsiteX6" fmla="*/ 24800 w 66514"/>
                    <a:gd name="connsiteY6" fmla="*/ 157258 h 165209"/>
                    <a:gd name="connsiteX7" fmla="*/ 10132 w 66514"/>
                    <a:gd name="connsiteY7" fmla="*/ 64960 h 165209"/>
                    <a:gd name="connsiteX8" fmla="*/ 35 w 66514"/>
                    <a:gd name="connsiteY8" fmla="*/ 19812 h 165209"/>
                    <a:gd name="connsiteX9" fmla="*/ 23847 w 66514"/>
                    <a:gd name="connsiteY9" fmla="*/ 10382 h 165209"/>
                    <a:gd name="connsiteX10" fmla="*/ 45564 w 66514"/>
                    <a:gd name="connsiteY10" fmla="*/ 8572 h 165209"/>
                    <a:gd name="connsiteX11" fmla="*/ 65567 w 66514"/>
                    <a:gd name="connsiteY11" fmla="*/ 0 h 165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6514" h="165209">
                      <a:moveTo>
                        <a:pt x="65567" y="0"/>
                      </a:moveTo>
                      <a:cubicBezTo>
                        <a:pt x="67281" y="5715"/>
                        <a:pt x="66329" y="11906"/>
                        <a:pt x="65377" y="17812"/>
                      </a:cubicBezTo>
                      <a:cubicBezTo>
                        <a:pt x="59471" y="55055"/>
                        <a:pt x="52518" y="92202"/>
                        <a:pt x="44612" y="129159"/>
                      </a:cubicBezTo>
                      <a:cubicBezTo>
                        <a:pt x="42231" y="140303"/>
                        <a:pt x="39659" y="151543"/>
                        <a:pt x="34325" y="161639"/>
                      </a:cubicBezTo>
                      <a:cubicBezTo>
                        <a:pt x="33563" y="163068"/>
                        <a:pt x="32611" y="164592"/>
                        <a:pt x="31087" y="165068"/>
                      </a:cubicBezTo>
                      <a:cubicBezTo>
                        <a:pt x="29277" y="165640"/>
                        <a:pt x="27181" y="164401"/>
                        <a:pt x="26229" y="162782"/>
                      </a:cubicBezTo>
                      <a:cubicBezTo>
                        <a:pt x="25181" y="161163"/>
                        <a:pt x="24991" y="159163"/>
                        <a:pt x="24800" y="157258"/>
                      </a:cubicBezTo>
                      <a:cubicBezTo>
                        <a:pt x="21276" y="126301"/>
                        <a:pt x="16323" y="95441"/>
                        <a:pt x="10132" y="64960"/>
                      </a:cubicBezTo>
                      <a:cubicBezTo>
                        <a:pt x="7179" y="50482"/>
                        <a:pt x="892" y="34480"/>
                        <a:pt x="35" y="19812"/>
                      </a:cubicBezTo>
                      <a:cubicBezTo>
                        <a:pt x="-822" y="4477"/>
                        <a:pt x="14227" y="9716"/>
                        <a:pt x="23847" y="10382"/>
                      </a:cubicBezTo>
                      <a:cubicBezTo>
                        <a:pt x="31087" y="10858"/>
                        <a:pt x="38516" y="10287"/>
                        <a:pt x="45564" y="8572"/>
                      </a:cubicBezTo>
                      <a:cubicBezTo>
                        <a:pt x="47470" y="7906"/>
                        <a:pt x="66138" y="2095"/>
                        <a:pt x="65567" y="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38" name="Forme libre : forme 11537">
                  <a:extLst>
                    <a:ext uri="{FF2B5EF4-FFF2-40B4-BE49-F238E27FC236}">
                      <a16:creationId xmlns:a16="http://schemas.microsoft.com/office/drawing/2014/main" id="{8B417FA1-D157-4C8D-BAE4-E6F6053FE343}"/>
                    </a:ext>
                  </a:extLst>
                </p:cNvPr>
                <p:cNvSpPr/>
                <p:nvPr/>
              </p:nvSpPr>
              <p:spPr>
                <a:xfrm>
                  <a:off x="3226901" y="1742369"/>
                  <a:ext cx="112516" cy="270412"/>
                </a:xfrm>
                <a:custGeom>
                  <a:avLst/>
                  <a:gdLst>
                    <a:gd name="connsiteX0" fmla="*/ 98350 w 112516"/>
                    <a:gd name="connsiteY0" fmla="*/ 16359 h 270412"/>
                    <a:gd name="connsiteX1" fmla="*/ 108828 w 112516"/>
                    <a:gd name="connsiteY1" fmla="*/ 18930 h 270412"/>
                    <a:gd name="connsiteX2" fmla="*/ 110828 w 112516"/>
                    <a:gd name="connsiteY2" fmla="*/ 37028 h 270412"/>
                    <a:gd name="connsiteX3" fmla="*/ 49106 w 112516"/>
                    <a:gd name="connsiteY3" fmla="*/ 155233 h 270412"/>
                    <a:gd name="connsiteX4" fmla="*/ 28913 w 112516"/>
                    <a:gd name="connsiteY4" fmla="*/ 263151 h 270412"/>
                    <a:gd name="connsiteX5" fmla="*/ 27770 w 112516"/>
                    <a:gd name="connsiteY5" fmla="*/ 268390 h 270412"/>
                    <a:gd name="connsiteX6" fmla="*/ 23198 w 112516"/>
                    <a:gd name="connsiteY6" fmla="*/ 270105 h 270412"/>
                    <a:gd name="connsiteX7" fmla="*/ 21293 w 112516"/>
                    <a:gd name="connsiteY7" fmla="*/ 267723 h 270412"/>
                    <a:gd name="connsiteX8" fmla="*/ 243 w 112516"/>
                    <a:gd name="connsiteY8" fmla="*/ 192666 h 270412"/>
                    <a:gd name="connsiteX9" fmla="*/ 4719 w 112516"/>
                    <a:gd name="connsiteY9" fmla="*/ 168759 h 270412"/>
                    <a:gd name="connsiteX10" fmla="*/ 46058 w 112516"/>
                    <a:gd name="connsiteY10" fmla="*/ 17311 h 270412"/>
                    <a:gd name="connsiteX11" fmla="*/ 49582 w 112516"/>
                    <a:gd name="connsiteY11" fmla="*/ 738 h 270412"/>
                    <a:gd name="connsiteX12" fmla="*/ 62631 w 112516"/>
                    <a:gd name="connsiteY12" fmla="*/ 4738 h 270412"/>
                    <a:gd name="connsiteX13" fmla="*/ 98350 w 112516"/>
                    <a:gd name="connsiteY13" fmla="*/ 16359 h 270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12516" h="270412">
                      <a:moveTo>
                        <a:pt x="98350" y="16359"/>
                      </a:moveTo>
                      <a:cubicBezTo>
                        <a:pt x="101970" y="16549"/>
                        <a:pt x="105970" y="16644"/>
                        <a:pt x="108828" y="18930"/>
                      </a:cubicBezTo>
                      <a:cubicBezTo>
                        <a:pt x="113971" y="22836"/>
                        <a:pt x="112828" y="30837"/>
                        <a:pt x="110828" y="37028"/>
                      </a:cubicBezTo>
                      <a:cubicBezTo>
                        <a:pt x="96922" y="79319"/>
                        <a:pt x="66251" y="114180"/>
                        <a:pt x="49106" y="155233"/>
                      </a:cubicBezTo>
                      <a:cubicBezTo>
                        <a:pt x="34914" y="189142"/>
                        <a:pt x="30437" y="226385"/>
                        <a:pt x="28913" y="263151"/>
                      </a:cubicBezTo>
                      <a:cubicBezTo>
                        <a:pt x="28818" y="264961"/>
                        <a:pt x="28722" y="266866"/>
                        <a:pt x="27770" y="268390"/>
                      </a:cubicBezTo>
                      <a:cubicBezTo>
                        <a:pt x="26817" y="269914"/>
                        <a:pt x="24722" y="270962"/>
                        <a:pt x="23198" y="270105"/>
                      </a:cubicBezTo>
                      <a:cubicBezTo>
                        <a:pt x="22341" y="269628"/>
                        <a:pt x="21769" y="268676"/>
                        <a:pt x="21293" y="267723"/>
                      </a:cubicBezTo>
                      <a:cubicBezTo>
                        <a:pt x="8910" y="244482"/>
                        <a:pt x="-1758" y="218955"/>
                        <a:pt x="243" y="192666"/>
                      </a:cubicBezTo>
                      <a:cubicBezTo>
                        <a:pt x="814" y="184570"/>
                        <a:pt x="2624" y="176664"/>
                        <a:pt x="4719" y="168759"/>
                      </a:cubicBezTo>
                      <a:cubicBezTo>
                        <a:pt x="18150" y="117990"/>
                        <a:pt x="44724" y="69794"/>
                        <a:pt x="46058" y="17311"/>
                      </a:cubicBezTo>
                      <a:cubicBezTo>
                        <a:pt x="46153" y="12834"/>
                        <a:pt x="45010" y="3405"/>
                        <a:pt x="49582" y="738"/>
                      </a:cubicBezTo>
                      <a:cubicBezTo>
                        <a:pt x="53773" y="-1739"/>
                        <a:pt x="59298" y="2643"/>
                        <a:pt x="62631" y="4738"/>
                      </a:cubicBezTo>
                      <a:cubicBezTo>
                        <a:pt x="73299" y="11406"/>
                        <a:pt x="85587" y="15597"/>
                        <a:pt x="98350" y="16359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39" name="Forme libre : forme 11538">
                  <a:extLst>
                    <a:ext uri="{FF2B5EF4-FFF2-40B4-BE49-F238E27FC236}">
                      <a16:creationId xmlns:a16="http://schemas.microsoft.com/office/drawing/2014/main" id="{8DCEC7E3-2581-4A6E-B28E-55D602ABF93E}"/>
                    </a:ext>
                  </a:extLst>
                </p:cNvPr>
                <p:cNvSpPr/>
                <p:nvPr/>
              </p:nvSpPr>
              <p:spPr>
                <a:xfrm>
                  <a:off x="3188238" y="2020154"/>
                  <a:ext cx="63479" cy="339229"/>
                </a:xfrm>
                <a:custGeom>
                  <a:avLst/>
                  <a:gdLst>
                    <a:gd name="connsiteX0" fmla="*/ 41382 w 63479"/>
                    <a:gd name="connsiteY0" fmla="*/ 124621 h 339229"/>
                    <a:gd name="connsiteX1" fmla="*/ 50335 w 63479"/>
                    <a:gd name="connsiteY1" fmla="*/ 159673 h 339229"/>
                    <a:gd name="connsiteX2" fmla="*/ 54622 w 63479"/>
                    <a:gd name="connsiteY2" fmla="*/ 226825 h 339229"/>
                    <a:gd name="connsiteX3" fmla="*/ 63480 w 63479"/>
                    <a:gd name="connsiteY3" fmla="*/ 339029 h 339229"/>
                    <a:gd name="connsiteX4" fmla="*/ 47573 w 63479"/>
                    <a:gd name="connsiteY4" fmla="*/ 328075 h 339229"/>
                    <a:gd name="connsiteX5" fmla="*/ 14712 w 63479"/>
                    <a:gd name="connsiteY5" fmla="*/ 193011 h 339229"/>
                    <a:gd name="connsiteX6" fmla="*/ 13188 w 63479"/>
                    <a:gd name="connsiteY6" fmla="*/ 125574 h 339229"/>
                    <a:gd name="connsiteX7" fmla="*/ 8806 w 63479"/>
                    <a:gd name="connsiteY7" fmla="*/ 40897 h 339229"/>
                    <a:gd name="connsiteX8" fmla="*/ 3663 w 63479"/>
                    <a:gd name="connsiteY8" fmla="*/ 20894 h 339229"/>
                    <a:gd name="connsiteX9" fmla="*/ 329 w 63479"/>
                    <a:gd name="connsiteY9" fmla="*/ 3654 h 339229"/>
                    <a:gd name="connsiteX10" fmla="*/ 7949 w 63479"/>
                    <a:gd name="connsiteY10" fmla="*/ 130 h 339229"/>
                    <a:gd name="connsiteX11" fmla="*/ 15474 w 63479"/>
                    <a:gd name="connsiteY11" fmla="*/ 7845 h 339229"/>
                    <a:gd name="connsiteX12" fmla="*/ 33000 w 63479"/>
                    <a:gd name="connsiteY12" fmla="*/ 82426 h 339229"/>
                    <a:gd name="connsiteX13" fmla="*/ 41382 w 63479"/>
                    <a:gd name="connsiteY13" fmla="*/ 124621 h 339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3479" h="339229">
                      <a:moveTo>
                        <a:pt x="41382" y="124621"/>
                      </a:moveTo>
                      <a:cubicBezTo>
                        <a:pt x="44334" y="136337"/>
                        <a:pt x="47954" y="147862"/>
                        <a:pt x="50335" y="159673"/>
                      </a:cubicBezTo>
                      <a:cubicBezTo>
                        <a:pt x="54622" y="181676"/>
                        <a:pt x="54145" y="204346"/>
                        <a:pt x="54622" y="226825"/>
                      </a:cubicBezTo>
                      <a:cubicBezTo>
                        <a:pt x="55574" y="264353"/>
                        <a:pt x="59479" y="301691"/>
                        <a:pt x="63480" y="339029"/>
                      </a:cubicBezTo>
                      <a:cubicBezTo>
                        <a:pt x="56717" y="340458"/>
                        <a:pt x="51097" y="333981"/>
                        <a:pt x="47573" y="328075"/>
                      </a:cubicBezTo>
                      <a:cubicBezTo>
                        <a:pt x="23760" y="287785"/>
                        <a:pt x="17379" y="239683"/>
                        <a:pt x="14712" y="193011"/>
                      </a:cubicBezTo>
                      <a:cubicBezTo>
                        <a:pt x="13474" y="170532"/>
                        <a:pt x="12902" y="148053"/>
                        <a:pt x="13188" y="125574"/>
                      </a:cubicBezTo>
                      <a:cubicBezTo>
                        <a:pt x="13474" y="97285"/>
                        <a:pt x="14997" y="68614"/>
                        <a:pt x="8806" y="40897"/>
                      </a:cubicBezTo>
                      <a:cubicBezTo>
                        <a:pt x="7282" y="34134"/>
                        <a:pt x="5377" y="27562"/>
                        <a:pt x="3663" y="20894"/>
                      </a:cubicBezTo>
                      <a:cubicBezTo>
                        <a:pt x="2520" y="16513"/>
                        <a:pt x="-1100" y="8035"/>
                        <a:pt x="329" y="3654"/>
                      </a:cubicBezTo>
                      <a:cubicBezTo>
                        <a:pt x="1377" y="415"/>
                        <a:pt x="4901" y="-347"/>
                        <a:pt x="7949" y="130"/>
                      </a:cubicBezTo>
                      <a:cubicBezTo>
                        <a:pt x="12426" y="892"/>
                        <a:pt x="13950" y="3940"/>
                        <a:pt x="15474" y="7845"/>
                      </a:cubicBezTo>
                      <a:cubicBezTo>
                        <a:pt x="24713" y="31753"/>
                        <a:pt x="28714" y="57280"/>
                        <a:pt x="33000" y="82426"/>
                      </a:cubicBezTo>
                      <a:cubicBezTo>
                        <a:pt x="35381" y="96523"/>
                        <a:pt x="37857" y="110620"/>
                        <a:pt x="41382" y="12462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40" name="Forme libre : forme 11539">
                  <a:extLst>
                    <a:ext uri="{FF2B5EF4-FFF2-40B4-BE49-F238E27FC236}">
                      <a16:creationId xmlns:a16="http://schemas.microsoft.com/office/drawing/2014/main" id="{76C9D060-947A-474B-B92E-4B24CA03C4BC}"/>
                    </a:ext>
                  </a:extLst>
                </p:cNvPr>
                <p:cNvSpPr/>
                <p:nvPr/>
              </p:nvSpPr>
              <p:spPr>
                <a:xfrm>
                  <a:off x="3165131" y="2223829"/>
                  <a:ext cx="22923" cy="150477"/>
                </a:xfrm>
                <a:custGeom>
                  <a:avLst/>
                  <a:gdLst>
                    <a:gd name="connsiteX0" fmla="*/ 12292 w 22923"/>
                    <a:gd name="connsiteY0" fmla="*/ 66775 h 150477"/>
                    <a:gd name="connsiteX1" fmla="*/ 22293 w 22923"/>
                    <a:gd name="connsiteY1" fmla="*/ 114400 h 150477"/>
                    <a:gd name="connsiteX2" fmla="*/ 20103 w 22923"/>
                    <a:gd name="connsiteY2" fmla="*/ 136879 h 150477"/>
                    <a:gd name="connsiteX3" fmla="*/ 10768 w 22923"/>
                    <a:gd name="connsiteY3" fmla="*/ 148213 h 150477"/>
                    <a:gd name="connsiteX4" fmla="*/ 7434 w 22923"/>
                    <a:gd name="connsiteY4" fmla="*/ 150404 h 150477"/>
                    <a:gd name="connsiteX5" fmla="*/ 2767 w 22923"/>
                    <a:gd name="connsiteY5" fmla="*/ 148023 h 150477"/>
                    <a:gd name="connsiteX6" fmla="*/ 1529 w 22923"/>
                    <a:gd name="connsiteY6" fmla="*/ 142689 h 150477"/>
                    <a:gd name="connsiteX7" fmla="*/ 3624 w 22923"/>
                    <a:gd name="connsiteY7" fmla="*/ 128020 h 150477"/>
                    <a:gd name="connsiteX8" fmla="*/ 2577 w 22923"/>
                    <a:gd name="connsiteY8" fmla="*/ 46201 h 150477"/>
                    <a:gd name="connsiteX9" fmla="*/ 5 w 22923"/>
                    <a:gd name="connsiteY9" fmla="*/ 5243 h 150477"/>
                    <a:gd name="connsiteX10" fmla="*/ 5625 w 22923"/>
                    <a:gd name="connsiteY10" fmla="*/ 2767 h 150477"/>
                    <a:gd name="connsiteX11" fmla="*/ 6768 w 22923"/>
                    <a:gd name="connsiteY11" fmla="*/ 20959 h 150477"/>
                    <a:gd name="connsiteX12" fmla="*/ 12292 w 22923"/>
                    <a:gd name="connsiteY12" fmla="*/ 66775 h 150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2923" h="150477">
                      <a:moveTo>
                        <a:pt x="12292" y="66775"/>
                      </a:moveTo>
                      <a:cubicBezTo>
                        <a:pt x="15531" y="82681"/>
                        <a:pt x="20293" y="98302"/>
                        <a:pt x="22293" y="114400"/>
                      </a:cubicBezTo>
                      <a:cubicBezTo>
                        <a:pt x="23246" y="122020"/>
                        <a:pt x="23532" y="130021"/>
                        <a:pt x="20103" y="136879"/>
                      </a:cubicBezTo>
                      <a:cubicBezTo>
                        <a:pt x="17912" y="141260"/>
                        <a:pt x="14292" y="144784"/>
                        <a:pt x="10768" y="148213"/>
                      </a:cubicBezTo>
                      <a:cubicBezTo>
                        <a:pt x="9816" y="149166"/>
                        <a:pt x="8768" y="150118"/>
                        <a:pt x="7434" y="150404"/>
                      </a:cubicBezTo>
                      <a:cubicBezTo>
                        <a:pt x="5625" y="150785"/>
                        <a:pt x="3720" y="149642"/>
                        <a:pt x="2767" y="148023"/>
                      </a:cubicBezTo>
                      <a:cubicBezTo>
                        <a:pt x="1815" y="146404"/>
                        <a:pt x="1624" y="144499"/>
                        <a:pt x="1529" y="142689"/>
                      </a:cubicBezTo>
                      <a:cubicBezTo>
                        <a:pt x="1434" y="137736"/>
                        <a:pt x="2672" y="132878"/>
                        <a:pt x="3624" y="128020"/>
                      </a:cubicBezTo>
                      <a:cubicBezTo>
                        <a:pt x="8768" y="100969"/>
                        <a:pt x="5339" y="73347"/>
                        <a:pt x="2577" y="46201"/>
                      </a:cubicBezTo>
                      <a:cubicBezTo>
                        <a:pt x="1243" y="32580"/>
                        <a:pt x="-90" y="18959"/>
                        <a:pt x="5" y="5243"/>
                      </a:cubicBezTo>
                      <a:cubicBezTo>
                        <a:pt x="5" y="671"/>
                        <a:pt x="2196" y="-2567"/>
                        <a:pt x="5625" y="2767"/>
                      </a:cubicBezTo>
                      <a:cubicBezTo>
                        <a:pt x="8387" y="7053"/>
                        <a:pt x="6577" y="15911"/>
                        <a:pt x="6768" y="20959"/>
                      </a:cubicBezTo>
                      <a:cubicBezTo>
                        <a:pt x="7339" y="36390"/>
                        <a:pt x="9149" y="51725"/>
                        <a:pt x="12292" y="66775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541" name="Forme libre : forme 11540">
                <a:extLst>
                  <a:ext uri="{FF2B5EF4-FFF2-40B4-BE49-F238E27FC236}">
                    <a16:creationId xmlns:a16="http://schemas.microsoft.com/office/drawing/2014/main" id="{730626F2-FE5C-4347-BC3F-C29F2500A60A}"/>
                  </a:ext>
                </a:extLst>
              </p:cNvPr>
              <p:cNvSpPr/>
              <p:nvPr/>
            </p:nvSpPr>
            <p:spPr>
              <a:xfrm>
                <a:off x="3090097" y="1768395"/>
                <a:ext cx="59798" cy="110635"/>
              </a:xfrm>
              <a:custGeom>
                <a:avLst/>
                <a:gdLst>
                  <a:gd name="connsiteX0" fmla="*/ 18460 w 59798"/>
                  <a:gd name="connsiteY0" fmla="*/ 56626 h 110635"/>
                  <a:gd name="connsiteX1" fmla="*/ 50940 w 59798"/>
                  <a:gd name="connsiteY1" fmla="*/ 104632 h 110635"/>
                  <a:gd name="connsiteX2" fmla="*/ 59799 w 59798"/>
                  <a:gd name="connsiteY2" fmla="*/ 110633 h 110635"/>
                  <a:gd name="connsiteX3" fmla="*/ 50655 w 59798"/>
                  <a:gd name="connsiteY3" fmla="*/ 88535 h 110635"/>
                  <a:gd name="connsiteX4" fmla="*/ 40749 w 59798"/>
                  <a:gd name="connsiteY4" fmla="*/ 62532 h 110635"/>
                  <a:gd name="connsiteX5" fmla="*/ 21603 w 59798"/>
                  <a:gd name="connsiteY5" fmla="*/ 9192 h 110635"/>
                  <a:gd name="connsiteX6" fmla="*/ 4077 w 59798"/>
                  <a:gd name="connsiteY6" fmla="*/ 2715 h 110635"/>
                  <a:gd name="connsiteX7" fmla="*/ 2839 w 59798"/>
                  <a:gd name="connsiteY7" fmla="*/ 26718 h 110635"/>
                  <a:gd name="connsiteX8" fmla="*/ 18460 w 59798"/>
                  <a:gd name="connsiteY8" fmla="*/ 56626 h 110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798" h="110635">
                    <a:moveTo>
                      <a:pt x="18460" y="56626"/>
                    </a:moveTo>
                    <a:cubicBezTo>
                      <a:pt x="28747" y="73009"/>
                      <a:pt x="39034" y="89393"/>
                      <a:pt x="50940" y="104632"/>
                    </a:cubicBezTo>
                    <a:cubicBezTo>
                      <a:pt x="53226" y="107585"/>
                      <a:pt x="56084" y="110728"/>
                      <a:pt x="59799" y="110633"/>
                    </a:cubicBezTo>
                    <a:cubicBezTo>
                      <a:pt x="56751" y="103299"/>
                      <a:pt x="53703" y="95965"/>
                      <a:pt x="50655" y="88535"/>
                    </a:cubicBezTo>
                    <a:cubicBezTo>
                      <a:pt x="47130" y="79963"/>
                      <a:pt x="43606" y="71390"/>
                      <a:pt x="40749" y="62532"/>
                    </a:cubicBezTo>
                    <a:cubicBezTo>
                      <a:pt x="34938" y="44625"/>
                      <a:pt x="31986" y="25289"/>
                      <a:pt x="21603" y="9192"/>
                    </a:cubicBezTo>
                    <a:cubicBezTo>
                      <a:pt x="17603" y="3001"/>
                      <a:pt x="11221" y="-3952"/>
                      <a:pt x="4077" y="2715"/>
                    </a:cubicBezTo>
                    <a:cubicBezTo>
                      <a:pt x="-2590" y="8906"/>
                      <a:pt x="363" y="19384"/>
                      <a:pt x="2839" y="26718"/>
                    </a:cubicBezTo>
                    <a:cubicBezTo>
                      <a:pt x="6459" y="37576"/>
                      <a:pt x="12459" y="47197"/>
                      <a:pt x="18460" y="56626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42" name="Forme libre : forme 11541">
                <a:extLst>
                  <a:ext uri="{FF2B5EF4-FFF2-40B4-BE49-F238E27FC236}">
                    <a16:creationId xmlns:a16="http://schemas.microsoft.com/office/drawing/2014/main" id="{B15DF3F3-A45C-48A7-93CC-307DBEFE50BA}"/>
                  </a:ext>
                </a:extLst>
              </p:cNvPr>
              <p:cNvSpPr/>
              <p:nvPr/>
            </p:nvSpPr>
            <p:spPr>
              <a:xfrm>
                <a:off x="3202283" y="1714682"/>
                <a:ext cx="21968" cy="56934"/>
              </a:xfrm>
              <a:custGeom>
                <a:avLst/>
                <a:gdLst>
                  <a:gd name="connsiteX0" fmla="*/ 11335 w 21968"/>
                  <a:gd name="connsiteY0" fmla="*/ 53761 h 56934"/>
                  <a:gd name="connsiteX1" fmla="*/ 16002 w 21968"/>
                  <a:gd name="connsiteY1" fmla="*/ 56619 h 56934"/>
                  <a:gd name="connsiteX2" fmla="*/ 17336 w 21968"/>
                  <a:gd name="connsiteY2" fmla="*/ 54047 h 56934"/>
                  <a:gd name="connsiteX3" fmla="*/ 7811 w 21968"/>
                  <a:gd name="connsiteY3" fmla="*/ 40 h 56934"/>
                  <a:gd name="connsiteX4" fmla="*/ 11335 w 21968"/>
                  <a:gd name="connsiteY4" fmla="*/ 53761 h 56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68" h="56934">
                    <a:moveTo>
                      <a:pt x="11335" y="53761"/>
                    </a:moveTo>
                    <a:cubicBezTo>
                      <a:pt x="12287" y="55571"/>
                      <a:pt x="14192" y="57762"/>
                      <a:pt x="16002" y="56619"/>
                    </a:cubicBezTo>
                    <a:cubicBezTo>
                      <a:pt x="16859" y="56047"/>
                      <a:pt x="17145" y="55000"/>
                      <a:pt x="17336" y="54047"/>
                    </a:cubicBezTo>
                    <a:cubicBezTo>
                      <a:pt x="20002" y="41188"/>
                      <a:pt x="30194" y="1945"/>
                      <a:pt x="7811" y="40"/>
                    </a:cubicBezTo>
                    <a:cubicBezTo>
                      <a:pt x="-9906" y="-1579"/>
                      <a:pt x="7525" y="46046"/>
                      <a:pt x="11335" y="53761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43" name="Forme libre : forme 11542">
                <a:extLst>
                  <a:ext uri="{FF2B5EF4-FFF2-40B4-BE49-F238E27FC236}">
                    <a16:creationId xmlns:a16="http://schemas.microsoft.com/office/drawing/2014/main" id="{B586CF93-FBDB-4DA7-BFD7-8A9A85E05101}"/>
                  </a:ext>
                </a:extLst>
              </p:cNvPr>
              <p:cNvSpPr/>
              <p:nvPr/>
            </p:nvSpPr>
            <p:spPr>
              <a:xfrm>
                <a:off x="3275816" y="1765342"/>
                <a:ext cx="39450" cy="76134"/>
              </a:xfrm>
              <a:custGeom>
                <a:avLst/>
                <a:gdLst>
                  <a:gd name="connsiteX0" fmla="*/ 10573 w 39450"/>
                  <a:gd name="connsiteY0" fmla="*/ 32343 h 76134"/>
                  <a:gd name="connsiteX1" fmla="*/ 0 w 39450"/>
                  <a:gd name="connsiteY1" fmla="*/ 70443 h 76134"/>
                  <a:gd name="connsiteX2" fmla="*/ 1143 w 39450"/>
                  <a:gd name="connsiteY2" fmla="*/ 74920 h 76134"/>
                  <a:gd name="connsiteX3" fmla="*/ 6572 w 39450"/>
                  <a:gd name="connsiteY3" fmla="*/ 75586 h 76134"/>
                  <a:gd name="connsiteX4" fmla="*/ 10763 w 39450"/>
                  <a:gd name="connsiteY4" fmla="*/ 71586 h 76134"/>
                  <a:gd name="connsiteX5" fmla="*/ 39338 w 39450"/>
                  <a:gd name="connsiteY5" fmla="*/ 12245 h 76134"/>
                  <a:gd name="connsiteX6" fmla="*/ 29146 w 39450"/>
                  <a:gd name="connsiteY6" fmla="*/ 529 h 76134"/>
                  <a:gd name="connsiteX7" fmla="*/ 10573 w 39450"/>
                  <a:gd name="connsiteY7" fmla="*/ 32343 h 76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450" h="76134">
                    <a:moveTo>
                      <a:pt x="10573" y="32343"/>
                    </a:moveTo>
                    <a:cubicBezTo>
                      <a:pt x="5144" y="44440"/>
                      <a:pt x="95" y="57108"/>
                      <a:pt x="0" y="70443"/>
                    </a:cubicBezTo>
                    <a:cubicBezTo>
                      <a:pt x="0" y="71967"/>
                      <a:pt x="95" y="73681"/>
                      <a:pt x="1143" y="74920"/>
                    </a:cubicBezTo>
                    <a:cubicBezTo>
                      <a:pt x="2476" y="76348"/>
                      <a:pt x="4763" y="76444"/>
                      <a:pt x="6572" y="75586"/>
                    </a:cubicBezTo>
                    <a:cubicBezTo>
                      <a:pt x="8287" y="74729"/>
                      <a:pt x="9620" y="73205"/>
                      <a:pt x="10763" y="71586"/>
                    </a:cubicBezTo>
                    <a:cubicBezTo>
                      <a:pt x="22670" y="56346"/>
                      <a:pt x="41053" y="32724"/>
                      <a:pt x="39338" y="12245"/>
                    </a:cubicBezTo>
                    <a:cubicBezTo>
                      <a:pt x="38862" y="6435"/>
                      <a:pt x="36576" y="-2233"/>
                      <a:pt x="29146" y="529"/>
                    </a:cubicBezTo>
                    <a:cubicBezTo>
                      <a:pt x="19907" y="3768"/>
                      <a:pt x="14192" y="24247"/>
                      <a:pt x="10573" y="32343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44" name="Forme libre : forme 11543">
                <a:extLst>
                  <a:ext uri="{FF2B5EF4-FFF2-40B4-BE49-F238E27FC236}">
                    <a16:creationId xmlns:a16="http://schemas.microsoft.com/office/drawing/2014/main" id="{7BEA2BB3-E5CA-48D4-9540-36702CC157F6}"/>
                  </a:ext>
                </a:extLst>
              </p:cNvPr>
              <p:cNvSpPr/>
              <p:nvPr/>
            </p:nvSpPr>
            <p:spPr>
              <a:xfrm>
                <a:off x="3184281" y="1847596"/>
                <a:ext cx="38862" cy="170402"/>
              </a:xfrm>
              <a:custGeom>
                <a:avLst/>
                <a:gdLst>
                  <a:gd name="connsiteX0" fmla="*/ 17240 w 38862"/>
                  <a:gd name="connsiteY0" fmla="*/ 70199 h 170402"/>
                  <a:gd name="connsiteX1" fmla="*/ 38862 w 38862"/>
                  <a:gd name="connsiteY1" fmla="*/ 26479 h 170402"/>
                  <a:gd name="connsiteX2" fmla="*/ 22765 w 38862"/>
                  <a:gd name="connsiteY2" fmla="*/ 77724 h 170402"/>
                  <a:gd name="connsiteX3" fmla="*/ 26670 w 38862"/>
                  <a:gd name="connsiteY3" fmla="*/ 132398 h 170402"/>
                  <a:gd name="connsiteX4" fmla="*/ 34861 w 38862"/>
                  <a:gd name="connsiteY4" fmla="*/ 170402 h 170402"/>
                  <a:gd name="connsiteX5" fmla="*/ 9715 w 38862"/>
                  <a:gd name="connsiteY5" fmla="*/ 69723 h 170402"/>
                  <a:gd name="connsiteX6" fmla="*/ 2191 w 38862"/>
                  <a:gd name="connsiteY6" fmla="*/ 17050 h 170402"/>
                  <a:gd name="connsiteX7" fmla="*/ 0 w 38862"/>
                  <a:gd name="connsiteY7" fmla="*/ 0 h 170402"/>
                  <a:gd name="connsiteX8" fmla="*/ 3715 w 38862"/>
                  <a:gd name="connsiteY8" fmla="*/ 12383 h 170402"/>
                  <a:gd name="connsiteX9" fmla="*/ 7334 w 38862"/>
                  <a:gd name="connsiteY9" fmla="*/ 31623 h 170402"/>
                  <a:gd name="connsiteX10" fmla="*/ 17240 w 38862"/>
                  <a:gd name="connsiteY10" fmla="*/ 70199 h 170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8862" h="170402">
                    <a:moveTo>
                      <a:pt x="17240" y="70199"/>
                    </a:moveTo>
                    <a:cubicBezTo>
                      <a:pt x="26575" y="56769"/>
                      <a:pt x="33814" y="42005"/>
                      <a:pt x="38862" y="26479"/>
                    </a:cubicBezTo>
                    <a:cubicBezTo>
                      <a:pt x="37624" y="44387"/>
                      <a:pt x="26575" y="60198"/>
                      <a:pt x="22765" y="77724"/>
                    </a:cubicBezTo>
                    <a:cubicBezTo>
                      <a:pt x="18859" y="95726"/>
                      <a:pt x="22765" y="114395"/>
                      <a:pt x="26670" y="132398"/>
                    </a:cubicBezTo>
                    <a:cubicBezTo>
                      <a:pt x="29432" y="145066"/>
                      <a:pt x="32099" y="157734"/>
                      <a:pt x="34861" y="170402"/>
                    </a:cubicBezTo>
                    <a:cubicBezTo>
                      <a:pt x="22574" y="138017"/>
                      <a:pt x="15145" y="103918"/>
                      <a:pt x="9715" y="69723"/>
                    </a:cubicBezTo>
                    <a:cubicBezTo>
                      <a:pt x="6858" y="52197"/>
                      <a:pt x="4572" y="34576"/>
                      <a:pt x="2191" y="17050"/>
                    </a:cubicBezTo>
                    <a:cubicBezTo>
                      <a:pt x="1524" y="11335"/>
                      <a:pt x="381" y="5715"/>
                      <a:pt x="0" y="0"/>
                    </a:cubicBezTo>
                    <a:cubicBezTo>
                      <a:pt x="2953" y="3810"/>
                      <a:pt x="2953" y="7810"/>
                      <a:pt x="3715" y="12383"/>
                    </a:cubicBezTo>
                    <a:cubicBezTo>
                      <a:pt x="4763" y="18860"/>
                      <a:pt x="6001" y="25241"/>
                      <a:pt x="7334" y="31623"/>
                    </a:cubicBezTo>
                    <a:cubicBezTo>
                      <a:pt x="10001" y="44672"/>
                      <a:pt x="13335" y="57531"/>
                      <a:pt x="17240" y="70199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545" name="Graphique 5">
              <a:extLst>
                <a:ext uri="{FF2B5EF4-FFF2-40B4-BE49-F238E27FC236}">
                  <a16:creationId xmlns:a16="http://schemas.microsoft.com/office/drawing/2014/main" id="{ABC73301-0347-4B1F-A145-A2427B1FC75E}"/>
                </a:ext>
              </a:extLst>
            </p:cNvPr>
            <p:cNvGrpSpPr/>
            <p:nvPr/>
          </p:nvGrpSpPr>
          <p:grpSpPr>
            <a:xfrm>
              <a:off x="3024642" y="4630146"/>
              <a:ext cx="371094" cy="845998"/>
              <a:chOff x="3024642" y="4630146"/>
              <a:chExt cx="371094" cy="845998"/>
            </a:xfrm>
            <a:solidFill>
              <a:schemeClr val="accent1"/>
            </a:solidFill>
          </p:grpSpPr>
          <p:grpSp>
            <p:nvGrpSpPr>
              <p:cNvPr id="11546" name="Graphique 5">
                <a:extLst>
                  <a:ext uri="{FF2B5EF4-FFF2-40B4-BE49-F238E27FC236}">
                    <a16:creationId xmlns:a16="http://schemas.microsoft.com/office/drawing/2014/main" id="{F2ACEB36-B601-48B6-B6A4-B70C0283A228}"/>
                  </a:ext>
                </a:extLst>
              </p:cNvPr>
              <p:cNvGrpSpPr/>
              <p:nvPr/>
            </p:nvGrpSpPr>
            <p:grpSpPr>
              <a:xfrm>
                <a:off x="3024642" y="4630146"/>
                <a:ext cx="371094" cy="845998"/>
                <a:chOff x="3024642" y="4630146"/>
                <a:chExt cx="371094" cy="845998"/>
              </a:xfrm>
              <a:solidFill>
                <a:schemeClr val="accent1"/>
              </a:solidFill>
            </p:grpSpPr>
            <p:sp>
              <p:nvSpPr>
                <p:cNvPr id="11547" name="Forme libre : forme 11546">
                  <a:extLst>
                    <a:ext uri="{FF2B5EF4-FFF2-40B4-BE49-F238E27FC236}">
                      <a16:creationId xmlns:a16="http://schemas.microsoft.com/office/drawing/2014/main" id="{7CB6C1ED-1131-4BF6-8DD3-BFE7D266FD6C}"/>
                    </a:ext>
                  </a:extLst>
                </p:cNvPr>
                <p:cNvSpPr/>
                <p:nvPr/>
              </p:nvSpPr>
              <p:spPr>
                <a:xfrm>
                  <a:off x="3027119" y="4630146"/>
                  <a:ext cx="366521" cy="764750"/>
                </a:xfrm>
                <a:custGeom>
                  <a:avLst/>
                  <a:gdLst>
                    <a:gd name="connsiteX0" fmla="*/ 366522 w 366521"/>
                    <a:gd name="connsiteY0" fmla="*/ 698742 h 764750"/>
                    <a:gd name="connsiteX1" fmla="*/ 298418 w 366521"/>
                    <a:gd name="connsiteY1" fmla="*/ 544342 h 764750"/>
                    <a:gd name="connsiteX2" fmla="*/ 236125 w 366521"/>
                    <a:gd name="connsiteY2" fmla="*/ 346889 h 764750"/>
                    <a:gd name="connsiteX3" fmla="*/ 232696 w 366521"/>
                    <a:gd name="connsiteY3" fmla="*/ 69711 h 764750"/>
                    <a:gd name="connsiteX4" fmla="*/ 240601 w 366521"/>
                    <a:gd name="connsiteY4" fmla="*/ 5608 h 764750"/>
                    <a:gd name="connsiteX5" fmla="*/ 188881 w 366521"/>
                    <a:gd name="connsiteY5" fmla="*/ 29134 h 764750"/>
                    <a:gd name="connsiteX6" fmla="*/ 177641 w 366521"/>
                    <a:gd name="connsiteY6" fmla="*/ 29134 h 764750"/>
                    <a:gd name="connsiteX7" fmla="*/ 125921 w 366521"/>
                    <a:gd name="connsiteY7" fmla="*/ 5608 h 764750"/>
                    <a:gd name="connsiteX8" fmla="*/ 133826 w 366521"/>
                    <a:gd name="connsiteY8" fmla="*/ 69711 h 764750"/>
                    <a:gd name="connsiteX9" fmla="*/ 130397 w 366521"/>
                    <a:gd name="connsiteY9" fmla="*/ 346889 h 764750"/>
                    <a:gd name="connsiteX10" fmla="*/ 68104 w 366521"/>
                    <a:gd name="connsiteY10" fmla="*/ 544342 h 764750"/>
                    <a:gd name="connsiteX11" fmla="*/ 0 w 366521"/>
                    <a:gd name="connsiteY11" fmla="*/ 698742 h 764750"/>
                    <a:gd name="connsiteX12" fmla="*/ 181832 w 366521"/>
                    <a:gd name="connsiteY12" fmla="*/ 764750 h 764750"/>
                    <a:gd name="connsiteX13" fmla="*/ 366522 w 366521"/>
                    <a:gd name="connsiteY13" fmla="*/ 698742 h 764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6521" h="764750">
                      <a:moveTo>
                        <a:pt x="366522" y="698742"/>
                      </a:moveTo>
                      <a:cubicBezTo>
                        <a:pt x="366522" y="698742"/>
                        <a:pt x="352044" y="640640"/>
                        <a:pt x="298418" y="544342"/>
                      </a:cubicBezTo>
                      <a:cubicBezTo>
                        <a:pt x="244792" y="448044"/>
                        <a:pt x="238220" y="422422"/>
                        <a:pt x="236125" y="346889"/>
                      </a:cubicBezTo>
                      <a:cubicBezTo>
                        <a:pt x="234029" y="271355"/>
                        <a:pt x="232410" y="85618"/>
                        <a:pt x="232696" y="69711"/>
                      </a:cubicBezTo>
                      <a:cubicBezTo>
                        <a:pt x="232982" y="53900"/>
                        <a:pt x="231362" y="19038"/>
                        <a:pt x="240601" y="5608"/>
                      </a:cubicBezTo>
                      <a:cubicBezTo>
                        <a:pt x="249841" y="-7822"/>
                        <a:pt x="198120" y="3989"/>
                        <a:pt x="188881" y="29134"/>
                      </a:cubicBezTo>
                      <a:lnTo>
                        <a:pt x="177641" y="29134"/>
                      </a:lnTo>
                      <a:cubicBezTo>
                        <a:pt x="168402" y="4084"/>
                        <a:pt x="116681" y="-7822"/>
                        <a:pt x="125921" y="5608"/>
                      </a:cubicBezTo>
                      <a:cubicBezTo>
                        <a:pt x="135160" y="19038"/>
                        <a:pt x="133540" y="53900"/>
                        <a:pt x="133826" y="69711"/>
                      </a:cubicBezTo>
                      <a:cubicBezTo>
                        <a:pt x="134112" y="85523"/>
                        <a:pt x="132493" y="271355"/>
                        <a:pt x="130397" y="346889"/>
                      </a:cubicBezTo>
                      <a:cubicBezTo>
                        <a:pt x="128302" y="422422"/>
                        <a:pt x="121729" y="447949"/>
                        <a:pt x="68104" y="544342"/>
                      </a:cubicBezTo>
                      <a:cubicBezTo>
                        <a:pt x="14478" y="640640"/>
                        <a:pt x="0" y="698742"/>
                        <a:pt x="0" y="698742"/>
                      </a:cubicBezTo>
                      <a:lnTo>
                        <a:pt x="181832" y="764750"/>
                      </a:lnTo>
                      <a:lnTo>
                        <a:pt x="366522" y="698742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1548" name="Graphique 5">
                  <a:extLst>
                    <a:ext uri="{FF2B5EF4-FFF2-40B4-BE49-F238E27FC236}">
                      <a16:creationId xmlns:a16="http://schemas.microsoft.com/office/drawing/2014/main" id="{FA2D79C7-3ABE-4117-9E98-E7D0BA23999B}"/>
                    </a:ext>
                  </a:extLst>
                </p:cNvPr>
                <p:cNvGrpSpPr/>
                <p:nvPr/>
              </p:nvGrpSpPr>
              <p:grpSpPr>
                <a:xfrm>
                  <a:off x="3146083" y="5322983"/>
                  <a:ext cx="128780" cy="153162"/>
                  <a:chOff x="3146083" y="5322983"/>
                  <a:chExt cx="128780" cy="153162"/>
                </a:xfrm>
                <a:solidFill>
                  <a:schemeClr val="accent1"/>
                </a:solidFill>
              </p:grpSpPr>
              <p:sp>
                <p:nvSpPr>
                  <p:cNvPr id="11549" name="Forme libre : forme 11548">
                    <a:extLst>
                      <a:ext uri="{FF2B5EF4-FFF2-40B4-BE49-F238E27FC236}">
                        <a16:creationId xmlns:a16="http://schemas.microsoft.com/office/drawing/2014/main" id="{53C0E57C-AF05-49B4-A68F-4485D89CD86B}"/>
                      </a:ext>
                    </a:extLst>
                  </p:cNvPr>
                  <p:cNvSpPr/>
                  <p:nvPr/>
                </p:nvSpPr>
                <p:spPr>
                  <a:xfrm>
                    <a:off x="3146086" y="5322983"/>
                    <a:ext cx="128777" cy="153162"/>
                  </a:xfrm>
                  <a:custGeom>
                    <a:avLst/>
                    <a:gdLst>
                      <a:gd name="connsiteX0" fmla="*/ 128778 w 128777"/>
                      <a:gd name="connsiteY0" fmla="*/ 76581 h 153162"/>
                      <a:gd name="connsiteX1" fmla="*/ 64389 w 128777"/>
                      <a:gd name="connsiteY1" fmla="*/ 153162 h 153162"/>
                      <a:gd name="connsiteX2" fmla="*/ 0 w 128777"/>
                      <a:gd name="connsiteY2" fmla="*/ 76581 h 153162"/>
                      <a:gd name="connsiteX3" fmla="*/ 64389 w 128777"/>
                      <a:gd name="connsiteY3" fmla="*/ 0 h 153162"/>
                      <a:gd name="connsiteX4" fmla="*/ 128778 w 128777"/>
                      <a:gd name="connsiteY4" fmla="*/ 76581 h 153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77" h="153162">
                        <a:moveTo>
                          <a:pt x="128778" y="76581"/>
                        </a:moveTo>
                        <a:cubicBezTo>
                          <a:pt x="128778" y="118875"/>
                          <a:pt x="99950" y="153162"/>
                          <a:pt x="64389" y="153162"/>
                        </a:cubicBezTo>
                        <a:cubicBezTo>
                          <a:pt x="28828" y="153162"/>
                          <a:pt x="0" y="118875"/>
                          <a:pt x="0" y="76581"/>
                        </a:cubicBezTo>
                        <a:cubicBezTo>
                          <a:pt x="0" y="34286"/>
                          <a:pt x="28828" y="0"/>
                          <a:pt x="64389" y="0"/>
                        </a:cubicBezTo>
                        <a:cubicBezTo>
                          <a:pt x="99950" y="0"/>
                          <a:pt x="128778" y="34286"/>
                          <a:pt x="128778" y="76581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50" name="Forme libre : forme 11549">
                    <a:extLst>
                      <a:ext uri="{FF2B5EF4-FFF2-40B4-BE49-F238E27FC236}">
                        <a16:creationId xmlns:a16="http://schemas.microsoft.com/office/drawing/2014/main" id="{B246B7C4-7DD6-4769-B6BC-9CF05C099D3F}"/>
                      </a:ext>
                    </a:extLst>
                  </p:cNvPr>
                  <p:cNvSpPr/>
                  <p:nvPr/>
                </p:nvSpPr>
                <p:spPr>
                  <a:xfrm>
                    <a:off x="3146083" y="5322983"/>
                    <a:ext cx="128018" cy="110204"/>
                  </a:xfrm>
                  <a:custGeom>
                    <a:avLst/>
                    <a:gdLst>
                      <a:gd name="connsiteX0" fmla="*/ 6575 w 128018"/>
                      <a:gd name="connsiteY0" fmla="*/ 110204 h 110204"/>
                      <a:gd name="connsiteX1" fmla="*/ 5813 w 128018"/>
                      <a:gd name="connsiteY1" fmla="*/ 98774 h 110204"/>
                      <a:gd name="connsiteX2" fmla="*/ 70202 w 128018"/>
                      <a:gd name="connsiteY2" fmla="*/ 22193 h 110204"/>
                      <a:gd name="connsiteX3" fmla="*/ 128019 w 128018"/>
                      <a:gd name="connsiteY3" fmla="*/ 65151 h 110204"/>
                      <a:gd name="connsiteX4" fmla="*/ 64392 w 128018"/>
                      <a:gd name="connsiteY4" fmla="*/ 0 h 110204"/>
                      <a:gd name="connsiteX5" fmla="*/ 3 w 128018"/>
                      <a:gd name="connsiteY5" fmla="*/ 76581 h 110204"/>
                      <a:gd name="connsiteX6" fmla="*/ 6575 w 128018"/>
                      <a:gd name="connsiteY6" fmla="*/ 110204 h 1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8018" h="110204">
                        <a:moveTo>
                          <a:pt x="6575" y="110204"/>
                        </a:moveTo>
                        <a:cubicBezTo>
                          <a:pt x="6099" y="106489"/>
                          <a:pt x="5813" y="102679"/>
                          <a:pt x="5813" y="98774"/>
                        </a:cubicBezTo>
                        <a:cubicBezTo>
                          <a:pt x="5813" y="56483"/>
                          <a:pt x="34674" y="22479"/>
                          <a:pt x="70202" y="22193"/>
                        </a:cubicBezTo>
                        <a:cubicBezTo>
                          <a:pt x="98015" y="22003"/>
                          <a:pt x="122304" y="41053"/>
                          <a:pt x="128019" y="65151"/>
                        </a:cubicBezTo>
                        <a:cubicBezTo>
                          <a:pt x="123351" y="28289"/>
                          <a:pt x="96681" y="0"/>
                          <a:pt x="64392" y="0"/>
                        </a:cubicBezTo>
                        <a:cubicBezTo>
                          <a:pt x="28863" y="0"/>
                          <a:pt x="3" y="34290"/>
                          <a:pt x="3" y="76581"/>
                        </a:cubicBezTo>
                        <a:cubicBezTo>
                          <a:pt x="-93" y="88678"/>
                          <a:pt x="2384" y="100108"/>
                          <a:pt x="6575" y="110204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51" name="Forme libre : forme 11550">
                    <a:extLst>
                      <a:ext uri="{FF2B5EF4-FFF2-40B4-BE49-F238E27FC236}">
                        <a16:creationId xmlns:a16="http://schemas.microsoft.com/office/drawing/2014/main" id="{848BCE53-3CB6-4F34-9654-38361E55A397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3193139" y="5398302"/>
                    <a:ext cx="74869" cy="59247"/>
                  </a:xfrm>
                  <a:custGeom>
                    <a:avLst/>
                    <a:gdLst>
                      <a:gd name="connsiteX0" fmla="*/ 74869 w 74869"/>
                      <a:gd name="connsiteY0" fmla="*/ 29624 h 59247"/>
                      <a:gd name="connsiteX1" fmla="*/ 37435 w 74869"/>
                      <a:gd name="connsiteY1" fmla="*/ 59247 h 59247"/>
                      <a:gd name="connsiteX2" fmla="*/ 0 w 74869"/>
                      <a:gd name="connsiteY2" fmla="*/ 29624 h 59247"/>
                      <a:gd name="connsiteX3" fmla="*/ 37435 w 74869"/>
                      <a:gd name="connsiteY3" fmla="*/ 0 h 59247"/>
                      <a:gd name="connsiteX4" fmla="*/ 74869 w 74869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9" h="59247">
                        <a:moveTo>
                          <a:pt x="74869" y="29624"/>
                        </a:moveTo>
                        <a:cubicBezTo>
                          <a:pt x="74869" y="45984"/>
                          <a:pt x="58109" y="59247"/>
                          <a:pt x="37435" y="59247"/>
                        </a:cubicBezTo>
                        <a:cubicBezTo>
                          <a:pt x="16760" y="59247"/>
                          <a:pt x="0" y="45984"/>
                          <a:pt x="0" y="29624"/>
                        </a:cubicBezTo>
                        <a:cubicBezTo>
                          <a:pt x="0" y="13263"/>
                          <a:pt x="16760" y="0"/>
                          <a:pt x="37435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52" name="Forme libre : forme 11551">
                    <a:extLst>
                      <a:ext uri="{FF2B5EF4-FFF2-40B4-BE49-F238E27FC236}">
                        <a16:creationId xmlns:a16="http://schemas.microsoft.com/office/drawing/2014/main" id="{1CC44327-F683-437C-9F44-DFCBF847B542}"/>
                      </a:ext>
                    </a:extLst>
                  </p:cNvPr>
                  <p:cNvSpPr/>
                  <p:nvPr/>
                </p:nvSpPr>
                <p:spPr>
                  <a:xfrm>
                    <a:off x="3199045" y="5447189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553" name="Graphique 5">
                  <a:extLst>
                    <a:ext uri="{FF2B5EF4-FFF2-40B4-BE49-F238E27FC236}">
                      <a16:creationId xmlns:a16="http://schemas.microsoft.com/office/drawing/2014/main" id="{0E5A1067-955F-42C9-B654-D83B90BA719B}"/>
                    </a:ext>
                  </a:extLst>
                </p:cNvPr>
                <p:cNvGrpSpPr/>
                <p:nvPr/>
              </p:nvGrpSpPr>
              <p:grpSpPr>
                <a:xfrm>
                  <a:off x="3266958" y="5271833"/>
                  <a:ext cx="128777" cy="153162"/>
                  <a:chOff x="3266958" y="5271833"/>
                  <a:chExt cx="128777" cy="153162"/>
                </a:xfrm>
                <a:solidFill>
                  <a:schemeClr val="accent1"/>
                </a:solidFill>
              </p:grpSpPr>
              <p:sp>
                <p:nvSpPr>
                  <p:cNvPr id="11554" name="Forme libre : forme 11553">
                    <a:extLst>
                      <a:ext uri="{FF2B5EF4-FFF2-40B4-BE49-F238E27FC236}">
                        <a16:creationId xmlns:a16="http://schemas.microsoft.com/office/drawing/2014/main" id="{893892CB-7B1B-4395-91A4-F6A2B29F1A1E}"/>
                      </a:ext>
                    </a:extLst>
                  </p:cNvPr>
                  <p:cNvSpPr/>
                  <p:nvPr/>
                </p:nvSpPr>
                <p:spPr>
                  <a:xfrm>
                    <a:off x="3266958" y="5271833"/>
                    <a:ext cx="128777" cy="153162"/>
                  </a:xfrm>
                  <a:custGeom>
                    <a:avLst/>
                    <a:gdLst>
                      <a:gd name="connsiteX0" fmla="*/ 128778 w 128777"/>
                      <a:gd name="connsiteY0" fmla="*/ 76581 h 153162"/>
                      <a:gd name="connsiteX1" fmla="*/ 64389 w 128777"/>
                      <a:gd name="connsiteY1" fmla="*/ 153162 h 153162"/>
                      <a:gd name="connsiteX2" fmla="*/ 0 w 128777"/>
                      <a:gd name="connsiteY2" fmla="*/ 76581 h 153162"/>
                      <a:gd name="connsiteX3" fmla="*/ 64389 w 128777"/>
                      <a:gd name="connsiteY3" fmla="*/ 0 h 153162"/>
                      <a:gd name="connsiteX4" fmla="*/ 128778 w 128777"/>
                      <a:gd name="connsiteY4" fmla="*/ 76581 h 153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77" h="153162">
                        <a:moveTo>
                          <a:pt x="128778" y="76581"/>
                        </a:moveTo>
                        <a:cubicBezTo>
                          <a:pt x="128778" y="118875"/>
                          <a:pt x="99950" y="153162"/>
                          <a:pt x="64389" y="153162"/>
                        </a:cubicBezTo>
                        <a:cubicBezTo>
                          <a:pt x="28828" y="153162"/>
                          <a:pt x="0" y="118875"/>
                          <a:pt x="0" y="76581"/>
                        </a:cubicBezTo>
                        <a:cubicBezTo>
                          <a:pt x="0" y="34286"/>
                          <a:pt x="28828" y="0"/>
                          <a:pt x="64389" y="0"/>
                        </a:cubicBezTo>
                        <a:cubicBezTo>
                          <a:pt x="99950" y="0"/>
                          <a:pt x="128778" y="34286"/>
                          <a:pt x="128778" y="76581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55" name="Forme libre : forme 11554">
                    <a:extLst>
                      <a:ext uri="{FF2B5EF4-FFF2-40B4-BE49-F238E27FC236}">
                        <a16:creationId xmlns:a16="http://schemas.microsoft.com/office/drawing/2014/main" id="{488DE689-D0D7-461B-834A-B7A0E1793040}"/>
                      </a:ext>
                    </a:extLst>
                  </p:cNvPr>
                  <p:cNvSpPr/>
                  <p:nvPr/>
                </p:nvSpPr>
                <p:spPr>
                  <a:xfrm>
                    <a:off x="3266958" y="5271833"/>
                    <a:ext cx="128015" cy="110204"/>
                  </a:xfrm>
                  <a:custGeom>
                    <a:avLst/>
                    <a:gdLst>
                      <a:gd name="connsiteX0" fmla="*/ 6572 w 128015"/>
                      <a:gd name="connsiteY0" fmla="*/ 110204 h 110204"/>
                      <a:gd name="connsiteX1" fmla="*/ 5810 w 128015"/>
                      <a:gd name="connsiteY1" fmla="*/ 98774 h 110204"/>
                      <a:gd name="connsiteX2" fmla="*/ 70199 w 128015"/>
                      <a:gd name="connsiteY2" fmla="*/ 22193 h 110204"/>
                      <a:gd name="connsiteX3" fmla="*/ 128016 w 128015"/>
                      <a:gd name="connsiteY3" fmla="*/ 65151 h 110204"/>
                      <a:gd name="connsiteX4" fmla="*/ 64389 w 128015"/>
                      <a:gd name="connsiteY4" fmla="*/ 0 h 110204"/>
                      <a:gd name="connsiteX5" fmla="*/ 0 w 128015"/>
                      <a:gd name="connsiteY5" fmla="*/ 76581 h 110204"/>
                      <a:gd name="connsiteX6" fmla="*/ 6572 w 128015"/>
                      <a:gd name="connsiteY6" fmla="*/ 110204 h 1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8015" h="110204">
                        <a:moveTo>
                          <a:pt x="6572" y="110204"/>
                        </a:moveTo>
                        <a:cubicBezTo>
                          <a:pt x="6096" y="106489"/>
                          <a:pt x="5810" y="102679"/>
                          <a:pt x="5810" y="98774"/>
                        </a:cubicBezTo>
                        <a:cubicBezTo>
                          <a:pt x="5810" y="56483"/>
                          <a:pt x="34671" y="22479"/>
                          <a:pt x="70199" y="22193"/>
                        </a:cubicBezTo>
                        <a:cubicBezTo>
                          <a:pt x="98012" y="22003"/>
                          <a:pt x="122301" y="41053"/>
                          <a:pt x="128016" y="65151"/>
                        </a:cubicBezTo>
                        <a:cubicBezTo>
                          <a:pt x="123349" y="28289"/>
                          <a:pt x="96679" y="0"/>
                          <a:pt x="64389" y="0"/>
                        </a:cubicBezTo>
                        <a:cubicBezTo>
                          <a:pt x="28861" y="0"/>
                          <a:pt x="0" y="34290"/>
                          <a:pt x="0" y="76581"/>
                        </a:cubicBezTo>
                        <a:cubicBezTo>
                          <a:pt x="0" y="88678"/>
                          <a:pt x="2381" y="100013"/>
                          <a:pt x="6572" y="110204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56" name="Forme libre : forme 11555">
                    <a:extLst>
                      <a:ext uri="{FF2B5EF4-FFF2-40B4-BE49-F238E27FC236}">
                        <a16:creationId xmlns:a16="http://schemas.microsoft.com/office/drawing/2014/main" id="{BAE21D83-B54E-4891-942D-D5AC5A5822B3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3314076" y="5347127"/>
                    <a:ext cx="74869" cy="59247"/>
                  </a:xfrm>
                  <a:custGeom>
                    <a:avLst/>
                    <a:gdLst>
                      <a:gd name="connsiteX0" fmla="*/ 74869 w 74869"/>
                      <a:gd name="connsiteY0" fmla="*/ 29624 h 59247"/>
                      <a:gd name="connsiteX1" fmla="*/ 37435 w 74869"/>
                      <a:gd name="connsiteY1" fmla="*/ 59247 h 59247"/>
                      <a:gd name="connsiteX2" fmla="*/ 0 w 74869"/>
                      <a:gd name="connsiteY2" fmla="*/ 29624 h 59247"/>
                      <a:gd name="connsiteX3" fmla="*/ 37435 w 74869"/>
                      <a:gd name="connsiteY3" fmla="*/ 0 h 59247"/>
                      <a:gd name="connsiteX4" fmla="*/ 74869 w 74869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9" h="59247">
                        <a:moveTo>
                          <a:pt x="74869" y="29624"/>
                        </a:moveTo>
                        <a:cubicBezTo>
                          <a:pt x="74869" y="45984"/>
                          <a:pt x="58109" y="59247"/>
                          <a:pt x="37435" y="59247"/>
                        </a:cubicBezTo>
                        <a:cubicBezTo>
                          <a:pt x="16760" y="59247"/>
                          <a:pt x="0" y="45984"/>
                          <a:pt x="0" y="29624"/>
                        </a:cubicBezTo>
                        <a:cubicBezTo>
                          <a:pt x="0" y="13263"/>
                          <a:pt x="16760" y="0"/>
                          <a:pt x="37435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57" name="Forme libre : forme 11556">
                    <a:extLst>
                      <a:ext uri="{FF2B5EF4-FFF2-40B4-BE49-F238E27FC236}">
                        <a16:creationId xmlns:a16="http://schemas.microsoft.com/office/drawing/2014/main" id="{E02CCA10-69A1-46C8-B887-D9BFC819E3A0}"/>
                      </a:ext>
                    </a:extLst>
                  </p:cNvPr>
                  <p:cNvSpPr/>
                  <p:nvPr/>
                </p:nvSpPr>
                <p:spPr>
                  <a:xfrm>
                    <a:off x="3319917" y="5395944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1558" name="Graphique 5">
                  <a:extLst>
                    <a:ext uri="{FF2B5EF4-FFF2-40B4-BE49-F238E27FC236}">
                      <a16:creationId xmlns:a16="http://schemas.microsoft.com/office/drawing/2014/main" id="{9E96BB9C-AFE5-42E5-99F3-CB46546A242F}"/>
                    </a:ext>
                  </a:extLst>
                </p:cNvPr>
                <p:cNvGrpSpPr/>
                <p:nvPr/>
              </p:nvGrpSpPr>
              <p:grpSpPr>
                <a:xfrm>
                  <a:off x="3024642" y="5271833"/>
                  <a:ext cx="128778" cy="153162"/>
                  <a:chOff x="3024642" y="5271833"/>
                  <a:chExt cx="128778" cy="153162"/>
                </a:xfrm>
                <a:solidFill>
                  <a:schemeClr val="accent1"/>
                </a:solidFill>
              </p:grpSpPr>
              <p:sp>
                <p:nvSpPr>
                  <p:cNvPr id="11559" name="Forme libre : forme 11558">
                    <a:extLst>
                      <a:ext uri="{FF2B5EF4-FFF2-40B4-BE49-F238E27FC236}">
                        <a16:creationId xmlns:a16="http://schemas.microsoft.com/office/drawing/2014/main" id="{A6874A53-50A5-4D7F-A70F-43E7318702FA}"/>
                      </a:ext>
                    </a:extLst>
                  </p:cNvPr>
                  <p:cNvSpPr/>
                  <p:nvPr/>
                </p:nvSpPr>
                <p:spPr>
                  <a:xfrm>
                    <a:off x="3024642" y="5271833"/>
                    <a:ext cx="128777" cy="153162"/>
                  </a:xfrm>
                  <a:custGeom>
                    <a:avLst/>
                    <a:gdLst>
                      <a:gd name="connsiteX0" fmla="*/ 128778 w 128777"/>
                      <a:gd name="connsiteY0" fmla="*/ 76581 h 153162"/>
                      <a:gd name="connsiteX1" fmla="*/ 64389 w 128777"/>
                      <a:gd name="connsiteY1" fmla="*/ 153162 h 153162"/>
                      <a:gd name="connsiteX2" fmla="*/ 0 w 128777"/>
                      <a:gd name="connsiteY2" fmla="*/ 76581 h 153162"/>
                      <a:gd name="connsiteX3" fmla="*/ 64389 w 128777"/>
                      <a:gd name="connsiteY3" fmla="*/ 0 h 153162"/>
                      <a:gd name="connsiteX4" fmla="*/ 128778 w 128777"/>
                      <a:gd name="connsiteY4" fmla="*/ 76581 h 153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77" h="153162">
                        <a:moveTo>
                          <a:pt x="128778" y="76581"/>
                        </a:moveTo>
                        <a:cubicBezTo>
                          <a:pt x="128778" y="118875"/>
                          <a:pt x="99950" y="153162"/>
                          <a:pt x="64389" y="153162"/>
                        </a:cubicBezTo>
                        <a:cubicBezTo>
                          <a:pt x="28828" y="153162"/>
                          <a:pt x="0" y="118875"/>
                          <a:pt x="0" y="76581"/>
                        </a:cubicBezTo>
                        <a:cubicBezTo>
                          <a:pt x="0" y="34286"/>
                          <a:pt x="28828" y="0"/>
                          <a:pt x="64389" y="0"/>
                        </a:cubicBezTo>
                        <a:cubicBezTo>
                          <a:pt x="99950" y="0"/>
                          <a:pt x="128778" y="34286"/>
                          <a:pt x="128778" y="76581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60" name="Forme libre : forme 11559">
                    <a:extLst>
                      <a:ext uri="{FF2B5EF4-FFF2-40B4-BE49-F238E27FC236}">
                        <a16:creationId xmlns:a16="http://schemas.microsoft.com/office/drawing/2014/main" id="{D00CBC7B-2E51-4B6D-AD73-28967392E4D3}"/>
                      </a:ext>
                    </a:extLst>
                  </p:cNvPr>
                  <p:cNvSpPr/>
                  <p:nvPr/>
                </p:nvSpPr>
                <p:spPr>
                  <a:xfrm>
                    <a:off x="3024642" y="5271833"/>
                    <a:ext cx="128016" cy="110204"/>
                  </a:xfrm>
                  <a:custGeom>
                    <a:avLst/>
                    <a:gdLst>
                      <a:gd name="connsiteX0" fmla="*/ 6572 w 128016"/>
                      <a:gd name="connsiteY0" fmla="*/ 110204 h 110204"/>
                      <a:gd name="connsiteX1" fmla="*/ 5810 w 128016"/>
                      <a:gd name="connsiteY1" fmla="*/ 98774 h 110204"/>
                      <a:gd name="connsiteX2" fmla="*/ 70199 w 128016"/>
                      <a:gd name="connsiteY2" fmla="*/ 22193 h 110204"/>
                      <a:gd name="connsiteX3" fmla="*/ 128016 w 128016"/>
                      <a:gd name="connsiteY3" fmla="*/ 65151 h 110204"/>
                      <a:gd name="connsiteX4" fmla="*/ 64389 w 128016"/>
                      <a:gd name="connsiteY4" fmla="*/ 0 h 110204"/>
                      <a:gd name="connsiteX5" fmla="*/ 0 w 128016"/>
                      <a:gd name="connsiteY5" fmla="*/ 76581 h 110204"/>
                      <a:gd name="connsiteX6" fmla="*/ 6572 w 128016"/>
                      <a:gd name="connsiteY6" fmla="*/ 110204 h 1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8016" h="110204">
                        <a:moveTo>
                          <a:pt x="6572" y="110204"/>
                        </a:moveTo>
                        <a:cubicBezTo>
                          <a:pt x="6096" y="106489"/>
                          <a:pt x="5810" y="102679"/>
                          <a:pt x="5810" y="98774"/>
                        </a:cubicBezTo>
                        <a:cubicBezTo>
                          <a:pt x="5810" y="56483"/>
                          <a:pt x="34671" y="22479"/>
                          <a:pt x="70199" y="22193"/>
                        </a:cubicBezTo>
                        <a:cubicBezTo>
                          <a:pt x="98012" y="22003"/>
                          <a:pt x="122301" y="41053"/>
                          <a:pt x="128016" y="65151"/>
                        </a:cubicBezTo>
                        <a:cubicBezTo>
                          <a:pt x="123349" y="28289"/>
                          <a:pt x="96679" y="0"/>
                          <a:pt x="64389" y="0"/>
                        </a:cubicBezTo>
                        <a:cubicBezTo>
                          <a:pt x="28861" y="0"/>
                          <a:pt x="0" y="34290"/>
                          <a:pt x="0" y="76581"/>
                        </a:cubicBezTo>
                        <a:cubicBezTo>
                          <a:pt x="0" y="88678"/>
                          <a:pt x="2381" y="100013"/>
                          <a:pt x="6572" y="110204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61" name="Forme libre : forme 11560">
                    <a:extLst>
                      <a:ext uri="{FF2B5EF4-FFF2-40B4-BE49-F238E27FC236}">
                        <a16:creationId xmlns:a16="http://schemas.microsoft.com/office/drawing/2014/main" id="{E9EFB4AE-71C8-4A09-81E0-6C0B3E10AF41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3071773" y="5347144"/>
                    <a:ext cx="74869" cy="59247"/>
                  </a:xfrm>
                  <a:custGeom>
                    <a:avLst/>
                    <a:gdLst>
                      <a:gd name="connsiteX0" fmla="*/ 74869 w 74869"/>
                      <a:gd name="connsiteY0" fmla="*/ 29624 h 59247"/>
                      <a:gd name="connsiteX1" fmla="*/ 37435 w 74869"/>
                      <a:gd name="connsiteY1" fmla="*/ 59247 h 59247"/>
                      <a:gd name="connsiteX2" fmla="*/ 0 w 74869"/>
                      <a:gd name="connsiteY2" fmla="*/ 29624 h 59247"/>
                      <a:gd name="connsiteX3" fmla="*/ 37435 w 74869"/>
                      <a:gd name="connsiteY3" fmla="*/ 0 h 59247"/>
                      <a:gd name="connsiteX4" fmla="*/ 74869 w 74869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9" h="59247">
                        <a:moveTo>
                          <a:pt x="74869" y="29624"/>
                        </a:moveTo>
                        <a:cubicBezTo>
                          <a:pt x="74869" y="45984"/>
                          <a:pt x="58109" y="59247"/>
                          <a:pt x="37435" y="59247"/>
                        </a:cubicBezTo>
                        <a:cubicBezTo>
                          <a:pt x="16760" y="59247"/>
                          <a:pt x="0" y="45984"/>
                          <a:pt x="0" y="29624"/>
                        </a:cubicBezTo>
                        <a:cubicBezTo>
                          <a:pt x="0" y="13263"/>
                          <a:pt x="16760" y="0"/>
                          <a:pt x="37435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1562" name="Forme libre : forme 11561">
                    <a:extLst>
                      <a:ext uri="{FF2B5EF4-FFF2-40B4-BE49-F238E27FC236}">
                        <a16:creationId xmlns:a16="http://schemas.microsoft.com/office/drawing/2014/main" id="{FBB1A24C-C6F0-453E-8F4D-B09F7D6DE0E9}"/>
                      </a:ext>
                    </a:extLst>
                  </p:cNvPr>
                  <p:cNvSpPr/>
                  <p:nvPr/>
                </p:nvSpPr>
                <p:spPr>
                  <a:xfrm>
                    <a:off x="3077601" y="5395944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1563" name="Forme libre : forme 11562">
                  <a:extLst>
                    <a:ext uri="{FF2B5EF4-FFF2-40B4-BE49-F238E27FC236}">
                      <a16:creationId xmlns:a16="http://schemas.microsoft.com/office/drawing/2014/main" id="{D9231D4B-5E53-4D86-B0AE-7D88AD807039}"/>
                    </a:ext>
                  </a:extLst>
                </p:cNvPr>
                <p:cNvSpPr/>
                <p:nvPr/>
              </p:nvSpPr>
              <p:spPr>
                <a:xfrm>
                  <a:off x="3201426" y="4658258"/>
                  <a:ext cx="87820" cy="449649"/>
                </a:xfrm>
                <a:custGeom>
                  <a:avLst/>
                  <a:gdLst>
                    <a:gd name="connsiteX0" fmla="*/ 87821 w 87820"/>
                    <a:gd name="connsiteY0" fmla="*/ 449650 h 449649"/>
                    <a:gd name="connsiteX1" fmla="*/ 35814 w 87820"/>
                    <a:gd name="connsiteY1" fmla="*/ 300774 h 449649"/>
                    <a:gd name="connsiteX2" fmla="*/ 26289 w 87820"/>
                    <a:gd name="connsiteY2" fmla="*/ 141421 h 449649"/>
                    <a:gd name="connsiteX3" fmla="*/ 0 w 87820"/>
                    <a:gd name="connsiteY3" fmla="*/ 70 h 449649"/>
                    <a:gd name="connsiteX4" fmla="*/ 15335 w 87820"/>
                    <a:gd name="connsiteY4" fmla="*/ 15500 h 449649"/>
                    <a:gd name="connsiteX5" fmla="*/ 25527 w 87820"/>
                    <a:gd name="connsiteY5" fmla="*/ 45980 h 449649"/>
                    <a:gd name="connsiteX6" fmla="*/ 54292 w 87820"/>
                    <a:gd name="connsiteY6" fmla="*/ 368402 h 449649"/>
                    <a:gd name="connsiteX7" fmla="*/ 82296 w 87820"/>
                    <a:gd name="connsiteY7" fmla="*/ 440506 h 449649"/>
                    <a:gd name="connsiteX8" fmla="*/ 83915 w 87820"/>
                    <a:gd name="connsiteY8" fmla="*/ 436220 h 449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7820" h="449649">
                      <a:moveTo>
                        <a:pt x="87821" y="449650"/>
                      </a:moveTo>
                      <a:cubicBezTo>
                        <a:pt x="55435" y="407454"/>
                        <a:pt x="41529" y="353733"/>
                        <a:pt x="35814" y="300774"/>
                      </a:cubicBezTo>
                      <a:cubicBezTo>
                        <a:pt x="30099" y="247815"/>
                        <a:pt x="31718" y="194380"/>
                        <a:pt x="26289" y="141421"/>
                      </a:cubicBezTo>
                      <a:cubicBezTo>
                        <a:pt x="21431" y="93701"/>
                        <a:pt x="10954" y="46742"/>
                        <a:pt x="0" y="70"/>
                      </a:cubicBezTo>
                      <a:cubicBezTo>
                        <a:pt x="7810" y="-883"/>
                        <a:pt x="12764" y="8071"/>
                        <a:pt x="15335" y="15500"/>
                      </a:cubicBezTo>
                      <a:cubicBezTo>
                        <a:pt x="18955" y="25597"/>
                        <a:pt x="22479" y="35693"/>
                        <a:pt x="25527" y="45980"/>
                      </a:cubicBezTo>
                      <a:cubicBezTo>
                        <a:pt x="55912" y="149898"/>
                        <a:pt x="24765" y="264198"/>
                        <a:pt x="54292" y="368402"/>
                      </a:cubicBezTo>
                      <a:cubicBezTo>
                        <a:pt x="61341" y="393262"/>
                        <a:pt x="71723" y="416979"/>
                        <a:pt x="82296" y="440506"/>
                      </a:cubicBezTo>
                      <a:cubicBezTo>
                        <a:pt x="82867" y="439077"/>
                        <a:pt x="83439" y="437649"/>
                        <a:pt x="83915" y="436220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64" name="Forme libre : forme 11563">
                  <a:extLst>
                    <a:ext uri="{FF2B5EF4-FFF2-40B4-BE49-F238E27FC236}">
                      <a16:creationId xmlns:a16="http://schemas.microsoft.com/office/drawing/2014/main" id="{2EBB2FD5-5E43-4878-86B6-40928D7EC669}"/>
                    </a:ext>
                  </a:extLst>
                </p:cNvPr>
                <p:cNvSpPr/>
                <p:nvPr/>
              </p:nvSpPr>
              <p:spPr>
                <a:xfrm>
                  <a:off x="3164235" y="4803679"/>
                  <a:ext cx="99566" cy="537781"/>
                </a:xfrm>
                <a:custGeom>
                  <a:avLst/>
                  <a:gdLst>
                    <a:gd name="connsiteX0" fmla="*/ 67861 w 99566"/>
                    <a:gd name="connsiteY0" fmla="*/ 284702 h 537781"/>
                    <a:gd name="connsiteX1" fmla="*/ 45668 w 99566"/>
                    <a:gd name="connsiteY1" fmla="*/ 207550 h 537781"/>
                    <a:gd name="connsiteX2" fmla="*/ 30333 w 99566"/>
                    <a:gd name="connsiteY2" fmla="*/ 147542 h 537781"/>
                    <a:gd name="connsiteX3" fmla="*/ 2043 w 99566"/>
                    <a:gd name="connsiteY3" fmla="*/ 0 h 537781"/>
                    <a:gd name="connsiteX4" fmla="*/ 32619 w 99566"/>
                    <a:gd name="connsiteY4" fmla="*/ 202883 h 537781"/>
                    <a:gd name="connsiteX5" fmla="*/ 48906 w 99566"/>
                    <a:gd name="connsiteY5" fmla="*/ 285083 h 537781"/>
                    <a:gd name="connsiteX6" fmla="*/ 87863 w 99566"/>
                    <a:gd name="connsiteY6" fmla="*/ 500825 h 537781"/>
                    <a:gd name="connsiteX7" fmla="*/ 97865 w 99566"/>
                    <a:gd name="connsiteY7" fmla="*/ 537782 h 537781"/>
                    <a:gd name="connsiteX8" fmla="*/ 96436 w 99566"/>
                    <a:gd name="connsiteY8" fmla="*/ 517874 h 537781"/>
                    <a:gd name="connsiteX9" fmla="*/ 92436 w 99566"/>
                    <a:gd name="connsiteY9" fmla="*/ 492538 h 537781"/>
                    <a:gd name="connsiteX10" fmla="*/ 87006 w 99566"/>
                    <a:gd name="connsiteY10" fmla="*/ 442627 h 537781"/>
                    <a:gd name="connsiteX11" fmla="*/ 77767 w 99566"/>
                    <a:gd name="connsiteY11" fmla="*/ 341376 h 537781"/>
                    <a:gd name="connsiteX12" fmla="*/ 67861 w 99566"/>
                    <a:gd name="connsiteY12" fmla="*/ 284702 h 537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9566" h="537781">
                      <a:moveTo>
                        <a:pt x="67861" y="284702"/>
                      </a:moveTo>
                      <a:cubicBezTo>
                        <a:pt x="61670" y="258699"/>
                        <a:pt x="53097" y="233267"/>
                        <a:pt x="45668" y="207550"/>
                      </a:cubicBezTo>
                      <a:cubicBezTo>
                        <a:pt x="39953" y="187738"/>
                        <a:pt x="35000" y="167640"/>
                        <a:pt x="30333" y="147542"/>
                      </a:cubicBezTo>
                      <a:cubicBezTo>
                        <a:pt x="19093" y="98774"/>
                        <a:pt x="9663" y="49530"/>
                        <a:pt x="2043" y="0"/>
                      </a:cubicBezTo>
                      <a:cubicBezTo>
                        <a:pt x="-7196" y="68199"/>
                        <a:pt x="16998" y="135827"/>
                        <a:pt x="32619" y="202883"/>
                      </a:cubicBezTo>
                      <a:cubicBezTo>
                        <a:pt x="39000" y="230124"/>
                        <a:pt x="43953" y="257556"/>
                        <a:pt x="48906" y="285083"/>
                      </a:cubicBezTo>
                      <a:cubicBezTo>
                        <a:pt x="61860" y="356997"/>
                        <a:pt x="74910" y="428911"/>
                        <a:pt x="87863" y="500825"/>
                      </a:cubicBezTo>
                      <a:cubicBezTo>
                        <a:pt x="89864" y="512064"/>
                        <a:pt x="91102" y="528447"/>
                        <a:pt x="97865" y="537782"/>
                      </a:cubicBezTo>
                      <a:cubicBezTo>
                        <a:pt x="102056" y="533972"/>
                        <a:pt x="97293" y="522732"/>
                        <a:pt x="96436" y="517874"/>
                      </a:cubicBezTo>
                      <a:cubicBezTo>
                        <a:pt x="94912" y="509492"/>
                        <a:pt x="93579" y="501015"/>
                        <a:pt x="92436" y="492538"/>
                      </a:cubicBezTo>
                      <a:cubicBezTo>
                        <a:pt x="90150" y="475964"/>
                        <a:pt x="88530" y="459296"/>
                        <a:pt x="87006" y="442627"/>
                      </a:cubicBezTo>
                      <a:cubicBezTo>
                        <a:pt x="84054" y="408813"/>
                        <a:pt x="82053" y="374999"/>
                        <a:pt x="77767" y="341376"/>
                      </a:cubicBezTo>
                      <a:cubicBezTo>
                        <a:pt x="75481" y="322326"/>
                        <a:pt x="72338" y="303371"/>
                        <a:pt x="67861" y="284702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65" name="Forme libre : forme 11564">
                  <a:extLst>
                    <a:ext uri="{FF2B5EF4-FFF2-40B4-BE49-F238E27FC236}">
                      <a16:creationId xmlns:a16="http://schemas.microsoft.com/office/drawing/2014/main" id="{921AFE13-6E84-4E50-847F-E073290E7811}"/>
                    </a:ext>
                  </a:extLst>
                </p:cNvPr>
                <p:cNvSpPr/>
                <p:nvPr/>
              </p:nvSpPr>
              <p:spPr>
                <a:xfrm>
                  <a:off x="3157256" y="5050758"/>
                  <a:ext cx="61329" cy="291846"/>
                </a:xfrm>
                <a:custGeom>
                  <a:avLst/>
                  <a:gdLst>
                    <a:gd name="connsiteX0" fmla="*/ 8832 w 61329"/>
                    <a:gd name="connsiteY0" fmla="*/ 235363 h 291846"/>
                    <a:gd name="connsiteX1" fmla="*/ 14261 w 61329"/>
                    <a:gd name="connsiteY1" fmla="*/ 201644 h 291846"/>
                    <a:gd name="connsiteX2" fmla="*/ 20167 w 61329"/>
                    <a:gd name="connsiteY2" fmla="*/ 179832 h 291846"/>
                    <a:gd name="connsiteX3" fmla="*/ 41884 w 61329"/>
                    <a:gd name="connsiteY3" fmla="*/ 105537 h 291846"/>
                    <a:gd name="connsiteX4" fmla="*/ 52552 w 61329"/>
                    <a:gd name="connsiteY4" fmla="*/ 75152 h 291846"/>
                    <a:gd name="connsiteX5" fmla="*/ 61219 w 61329"/>
                    <a:gd name="connsiteY5" fmla="*/ 52388 h 291846"/>
                    <a:gd name="connsiteX6" fmla="*/ 60172 w 61329"/>
                    <a:gd name="connsiteY6" fmla="*/ 39719 h 291846"/>
                    <a:gd name="connsiteX7" fmla="*/ 51313 w 61329"/>
                    <a:gd name="connsiteY7" fmla="*/ 0 h 291846"/>
                    <a:gd name="connsiteX8" fmla="*/ 40074 w 61329"/>
                    <a:gd name="connsiteY8" fmla="*/ 65722 h 291846"/>
                    <a:gd name="connsiteX9" fmla="*/ 4831 w 61329"/>
                    <a:gd name="connsiteY9" fmla="*/ 242602 h 291846"/>
                    <a:gd name="connsiteX10" fmla="*/ 2260 w 61329"/>
                    <a:gd name="connsiteY10" fmla="*/ 267843 h 291846"/>
                    <a:gd name="connsiteX11" fmla="*/ 1021 w 61329"/>
                    <a:gd name="connsiteY11" fmla="*/ 291846 h 291846"/>
                    <a:gd name="connsiteX12" fmla="*/ 5022 w 61329"/>
                    <a:gd name="connsiteY12" fmla="*/ 263462 h 291846"/>
                    <a:gd name="connsiteX13" fmla="*/ 8832 w 61329"/>
                    <a:gd name="connsiteY13" fmla="*/ 235363 h 291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329" h="291846">
                      <a:moveTo>
                        <a:pt x="8832" y="235363"/>
                      </a:moveTo>
                      <a:cubicBezTo>
                        <a:pt x="10261" y="224028"/>
                        <a:pt x="11785" y="212788"/>
                        <a:pt x="14261" y="201644"/>
                      </a:cubicBezTo>
                      <a:cubicBezTo>
                        <a:pt x="15976" y="194310"/>
                        <a:pt x="18071" y="187071"/>
                        <a:pt x="20167" y="179832"/>
                      </a:cubicBezTo>
                      <a:cubicBezTo>
                        <a:pt x="27406" y="155067"/>
                        <a:pt x="34645" y="130302"/>
                        <a:pt x="41884" y="105537"/>
                      </a:cubicBezTo>
                      <a:cubicBezTo>
                        <a:pt x="44932" y="95250"/>
                        <a:pt x="47980" y="84868"/>
                        <a:pt x="52552" y="75152"/>
                      </a:cubicBezTo>
                      <a:cubicBezTo>
                        <a:pt x="56076" y="67818"/>
                        <a:pt x="60457" y="60579"/>
                        <a:pt x="61219" y="52388"/>
                      </a:cubicBezTo>
                      <a:cubicBezTo>
                        <a:pt x="61600" y="48101"/>
                        <a:pt x="60933" y="43910"/>
                        <a:pt x="60172" y="39719"/>
                      </a:cubicBezTo>
                      <a:cubicBezTo>
                        <a:pt x="57886" y="26384"/>
                        <a:pt x="54933" y="13145"/>
                        <a:pt x="51313" y="0"/>
                      </a:cubicBezTo>
                      <a:cubicBezTo>
                        <a:pt x="53695" y="22288"/>
                        <a:pt x="46456" y="44291"/>
                        <a:pt x="40074" y="65722"/>
                      </a:cubicBezTo>
                      <a:cubicBezTo>
                        <a:pt x="22929" y="123444"/>
                        <a:pt x="11499" y="182785"/>
                        <a:pt x="4831" y="242602"/>
                      </a:cubicBezTo>
                      <a:cubicBezTo>
                        <a:pt x="3879" y="250984"/>
                        <a:pt x="3022" y="259366"/>
                        <a:pt x="2260" y="267843"/>
                      </a:cubicBezTo>
                      <a:cubicBezTo>
                        <a:pt x="1688" y="273749"/>
                        <a:pt x="-1646" y="286893"/>
                        <a:pt x="1021" y="291846"/>
                      </a:cubicBezTo>
                      <a:cubicBezTo>
                        <a:pt x="3974" y="283369"/>
                        <a:pt x="3879" y="272510"/>
                        <a:pt x="5022" y="263462"/>
                      </a:cubicBezTo>
                      <a:cubicBezTo>
                        <a:pt x="6451" y="254127"/>
                        <a:pt x="7689" y="244793"/>
                        <a:pt x="8832" y="235363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66" name="Forme libre : forme 11565">
                  <a:extLst>
                    <a:ext uri="{FF2B5EF4-FFF2-40B4-BE49-F238E27FC236}">
                      <a16:creationId xmlns:a16="http://schemas.microsoft.com/office/drawing/2014/main" id="{F4238922-8580-43E9-B531-D50DCB5A9C50}"/>
                    </a:ext>
                  </a:extLst>
                </p:cNvPr>
                <p:cNvSpPr/>
                <p:nvPr/>
              </p:nvSpPr>
              <p:spPr>
                <a:xfrm>
                  <a:off x="3232998" y="5046632"/>
                  <a:ext cx="117831" cy="227800"/>
                </a:xfrm>
                <a:custGeom>
                  <a:avLst/>
                  <a:gdLst>
                    <a:gd name="connsiteX0" fmla="*/ 95300 w 117831"/>
                    <a:gd name="connsiteY0" fmla="*/ 207866 h 227800"/>
                    <a:gd name="connsiteX1" fmla="*/ 81870 w 117831"/>
                    <a:gd name="connsiteY1" fmla="*/ 209962 h 227800"/>
                    <a:gd name="connsiteX2" fmla="*/ 66916 w 117831"/>
                    <a:gd name="connsiteY2" fmla="*/ 218058 h 227800"/>
                    <a:gd name="connsiteX3" fmla="*/ 50914 w 117831"/>
                    <a:gd name="connsiteY3" fmla="*/ 226154 h 227800"/>
                    <a:gd name="connsiteX4" fmla="*/ 43961 w 117831"/>
                    <a:gd name="connsiteY4" fmla="*/ 227773 h 227800"/>
                    <a:gd name="connsiteX5" fmla="*/ 32531 w 117831"/>
                    <a:gd name="connsiteY5" fmla="*/ 215010 h 227800"/>
                    <a:gd name="connsiteX6" fmla="*/ 28149 w 117831"/>
                    <a:gd name="connsiteY6" fmla="*/ 181387 h 227800"/>
                    <a:gd name="connsiteX7" fmla="*/ 15672 w 117831"/>
                    <a:gd name="connsiteY7" fmla="*/ 92042 h 227800"/>
                    <a:gd name="connsiteX8" fmla="*/ 50 w 117831"/>
                    <a:gd name="connsiteY8" fmla="*/ 9651 h 227800"/>
                    <a:gd name="connsiteX9" fmla="*/ 4432 w 117831"/>
                    <a:gd name="connsiteY9" fmla="*/ 31 h 227800"/>
                    <a:gd name="connsiteX10" fmla="*/ 11385 w 117831"/>
                    <a:gd name="connsiteY10" fmla="*/ 5746 h 227800"/>
                    <a:gd name="connsiteX11" fmla="*/ 33007 w 117831"/>
                    <a:gd name="connsiteY11" fmla="*/ 50323 h 227800"/>
                    <a:gd name="connsiteX12" fmla="*/ 99968 w 117831"/>
                    <a:gd name="connsiteY12" fmla="*/ 162623 h 227800"/>
                    <a:gd name="connsiteX13" fmla="*/ 115684 w 117831"/>
                    <a:gd name="connsiteY13" fmla="*/ 200627 h 227800"/>
                    <a:gd name="connsiteX14" fmla="*/ 113589 w 117831"/>
                    <a:gd name="connsiteY14" fmla="*/ 212057 h 227800"/>
                    <a:gd name="connsiteX15" fmla="*/ 95300 w 117831"/>
                    <a:gd name="connsiteY15" fmla="*/ 207866 h 227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17831" h="227800">
                      <a:moveTo>
                        <a:pt x="95300" y="207866"/>
                      </a:moveTo>
                      <a:cubicBezTo>
                        <a:pt x="90729" y="207771"/>
                        <a:pt x="86157" y="208438"/>
                        <a:pt x="81870" y="209962"/>
                      </a:cubicBezTo>
                      <a:cubicBezTo>
                        <a:pt x="76537" y="211867"/>
                        <a:pt x="71774" y="215105"/>
                        <a:pt x="66916" y="218058"/>
                      </a:cubicBezTo>
                      <a:cubicBezTo>
                        <a:pt x="61773" y="221106"/>
                        <a:pt x="56439" y="223773"/>
                        <a:pt x="50914" y="226154"/>
                      </a:cubicBezTo>
                      <a:cubicBezTo>
                        <a:pt x="48723" y="227107"/>
                        <a:pt x="46342" y="227964"/>
                        <a:pt x="43961" y="227773"/>
                      </a:cubicBezTo>
                      <a:cubicBezTo>
                        <a:pt x="37865" y="227392"/>
                        <a:pt x="34245" y="220915"/>
                        <a:pt x="32531" y="215010"/>
                      </a:cubicBezTo>
                      <a:cubicBezTo>
                        <a:pt x="29388" y="204151"/>
                        <a:pt x="28912" y="192722"/>
                        <a:pt x="28149" y="181387"/>
                      </a:cubicBezTo>
                      <a:cubicBezTo>
                        <a:pt x="26149" y="151383"/>
                        <a:pt x="21958" y="121474"/>
                        <a:pt x="15672" y="92042"/>
                      </a:cubicBezTo>
                      <a:cubicBezTo>
                        <a:pt x="9766" y="64706"/>
                        <a:pt x="2051" y="37559"/>
                        <a:pt x="50" y="9651"/>
                      </a:cubicBezTo>
                      <a:cubicBezTo>
                        <a:pt x="-235" y="5746"/>
                        <a:pt x="622" y="602"/>
                        <a:pt x="4432" y="31"/>
                      </a:cubicBezTo>
                      <a:cubicBezTo>
                        <a:pt x="7575" y="-350"/>
                        <a:pt x="9862" y="2888"/>
                        <a:pt x="11385" y="5746"/>
                      </a:cubicBezTo>
                      <a:cubicBezTo>
                        <a:pt x="18815" y="20509"/>
                        <a:pt x="25387" y="35749"/>
                        <a:pt x="33007" y="50323"/>
                      </a:cubicBezTo>
                      <a:cubicBezTo>
                        <a:pt x="53105" y="88994"/>
                        <a:pt x="80632" y="123475"/>
                        <a:pt x="99968" y="162623"/>
                      </a:cubicBezTo>
                      <a:cubicBezTo>
                        <a:pt x="106064" y="174910"/>
                        <a:pt x="111303" y="187673"/>
                        <a:pt x="115684" y="200627"/>
                      </a:cubicBezTo>
                      <a:cubicBezTo>
                        <a:pt x="117208" y="205104"/>
                        <a:pt x="120542" y="212152"/>
                        <a:pt x="113589" y="212057"/>
                      </a:cubicBezTo>
                      <a:cubicBezTo>
                        <a:pt x="107969" y="212248"/>
                        <a:pt x="101587" y="207961"/>
                        <a:pt x="95300" y="207866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67" name="Forme libre : forme 11566">
                  <a:extLst>
                    <a:ext uri="{FF2B5EF4-FFF2-40B4-BE49-F238E27FC236}">
                      <a16:creationId xmlns:a16="http://schemas.microsoft.com/office/drawing/2014/main" id="{93462252-0B33-420E-9B78-52B3D0599A17}"/>
                    </a:ext>
                  </a:extLst>
                </p:cNvPr>
                <p:cNvSpPr/>
                <p:nvPr/>
              </p:nvSpPr>
              <p:spPr>
                <a:xfrm>
                  <a:off x="3171713" y="5157487"/>
                  <a:ext cx="66514" cy="165209"/>
                </a:xfrm>
                <a:custGeom>
                  <a:avLst/>
                  <a:gdLst>
                    <a:gd name="connsiteX0" fmla="*/ 948 w 66514"/>
                    <a:gd name="connsiteY0" fmla="*/ 165210 h 165209"/>
                    <a:gd name="connsiteX1" fmla="*/ 1138 w 66514"/>
                    <a:gd name="connsiteY1" fmla="*/ 147398 h 165209"/>
                    <a:gd name="connsiteX2" fmla="*/ 21903 w 66514"/>
                    <a:gd name="connsiteY2" fmla="*/ 36051 h 165209"/>
                    <a:gd name="connsiteX3" fmla="*/ 32190 w 66514"/>
                    <a:gd name="connsiteY3" fmla="*/ 3571 h 165209"/>
                    <a:gd name="connsiteX4" fmla="*/ 35429 w 66514"/>
                    <a:gd name="connsiteY4" fmla="*/ 142 h 165209"/>
                    <a:gd name="connsiteX5" fmla="*/ 40286 w 66514"/>
                    <a:gd name="connsiteY5" fmla="*/ 2428 h 165209"/>
                    <a:gd name="connsiteX6" fmla="*/ 41715 w 66514"/>
                    <a:gd name="connsiteY6" fmla="*/ 7952 h 165209"/>
                    <a:gd name="connsiteX7" fmla="*/ 56383 w 66514"/>
                    <a:gd name="connsiteY7" fmla="*/ 100249 h 165209"/>
                    <a:gd name="connsiteX8" fmla="*/ 66480 w 66514"/>
                    <a:gd name="connsiteY8" fmla="*/ 145398 h 165209"/>
                    <a:gd name="connsiteX9" fmla="*/ 42667 w 66514"/>
                    <a:gd name="connsiteY9" fmla="*/ 154828 h 165209"/>
                    <a:gd name="connsiteX10" fmla="*/ 20950 w 66514"/>
                    <a:gd name="connsiteY10" fmla="*/ 156637 h 165209"/>
                    <a:gd name="connsiteX11" fmla="*/ 948 w 66514"/>
                    <a:gd name="connsiteY11" fmla="*/ 165210 h 165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6514" h="165209">
                      <a:moveTo>
                        <a:pt x="948" y="165210"/>
                      </a:moveTo>
                      <a:cubicBezTo>
                        <a:pt x="-767" y="159495"/>
                        <a:pt x="186" y="153304"/>
                        <a:pt x="1138" y="147398"/>
                      </a:cubicBezTo>
                      <a:cubicBezTo>
                        <a:pt x="7044" y="110155"/>
                        <a:pt x="13997" y="73008"/>
                        <a:pt x="21903" y="36051"/>
                      </a:cubicBezTo>
                      <a:cubicBezTo>
                        <a:pt x="24284" y="24907"/>
                        <a:pt x="26856" y="13667"/>
                        <a:pt x="32190" y="3571"/>
                      </a:cubicBezTo>
                      <a:cubicBezTo>
                        <a:pt x="32952" y="2142"/>
                        <a:pt x="33904" y="618"/>
                        <a:pt x="35429" y="142"/>
                      </a:cubicBezTo>
                      <a:cubicBezTo>
                        <a:pt x="37238" y="-430"/>
                        <a:pt x="39334" y="808"/>
                        <a:pt x="40286" y="2428"/>
                      </a:cubicBezTo>
                      <a:cubicBezTo>
                        <a:pt x="41239" y="4047"/>
                        <a:pt x="41524" y="6047"/>
                        <a:pt x="41715" y="7952"/>
                      </a:cubicBezTo>
                      <a:cubicBezTo>
                        <a:pt x="45239" y="38908"/>
                        <a:pt x="50192" y="69769"/>
                        <a:pt x="56383" y="100249"/>
                      </a:cubicBezTo>
                      <a:cubicBezTo>
                        <a:pt x="59336" y="114727"/>
                        <a:pt x="65623" y="130729"/>
                        <a:pt x="66480" y="145398"/>
                      </a:cubicBezTo>
                      <a:cubicBezTo>
                        <a:pt x="67337" y="160733"/>
                        <a:pt x="52288" y="155494"/>
                        <a:pt x="42667" y="154828"/>
                      </a:cubicBezTo>
                      <a:cubicBezTo>
                        <a:pt x="35429" y="154351"/>
                        <a:pt x="27999" y="154923"/>
                        <a:pt x="20950" y="156637"/>
                      </a:cubicBezTo>
                      <a:cubicBezTo>
                        <a:pt x="19045" y="157209"/>
                        <a:pt x="281" y="163114"/>
                        <a:pt x="948" y="16521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68" name="Forme libre : forme 11567">
                  <a:extLst>
                    <a:ext uri="{FF2B5EF4-FFF2-40B4-BE49-F238E27FC236}">
                      <a16:creationId xmlns:a16="http://schemas.microsoft.com/office/drawing/2014/main" id="{DB74FA5B-0759-44AC-B161-511AA1584028}"/>
                    </a:ext>
                  </a:extLst>
                </p:cNvPr>
                <p:cNvSpPr/>
                <p:nvPr/>
              </p:nvSpPr>
              <p:spPr>
                <a:xfrm>
                  <a:off x="3080961" y="5003301"/>
                  <a:ext cx="112516" cy="270412"/>
                </a:xfrm>
                <a:custGeom>
                  <a:avLst/>
                  <a:gdLst>
                    <a:gd name="connsiteX0" fmla="*/ 14166 w 112516"/>
                    <a:gd name="connsiteY0" fmla="*/ 254054 h 270412"/>
                    <a:gd name="connsiteX1" fmla="*/ 3689 w 112516"/>
                    <a:gd name="connsiteY1" fmla="*/ 251482 h 270412"/>
                    <a:gd name="connsiteX2" fmla="*/ 1689 w 112516"/>
                    <a:gd name="connsiteY2" fmla="*/ 233385 h 270412"/>
                    <a:gd name="connsiteX3" fmla="*/ 63411 w 112516"/>
                    <a:gd name="connsiteY3" fmla="*/ 115180 h 270412"/>
                    <a:gd name="connsiteX4" fmla="*/ 83604 w 112516"/>
                    <a:gd name="connsiteY4" fmla="*/ 7261 h 270412"/>
                    <a:gd name="connsiteX5" fmla="*/ 84746 w 112516"/>
                    <a:gd name="connsiteY5" fmla="*/ 2023 h 270412"/>
                    <a:gd name="connsiteX6" fmla="*/ 89319 w 112516"/>
                    <a:gd name="connsiteY6" fmla="*/ 308 h 270412"/>
                    <a:gd name="connsiteX7" fmla="*/ 91224 w 112516"/>
                    <a:gd name="connsiteY7" fmla="*/ 2689 h 270412"/>
                    <a:gd name="connsiteX8" fmla="*/ 112274 w 112516"/>
                    <a:gd name="connsiteY8" fmla="*/ 77746 h 270412"/>
                    <a:gd name="connsiteX9" fmla="*/ 107797 w 112516"/>
                    <a:gd name="connsiteY9" fmla="*/ 101654 h 270412"/>
                    <a:gd name="connsiteX10" fmla="*/ 66459 w 112516"/>
                    <a:gd name="connsiteY10" fmla="*/ 253101 h 270412"/>
                    <a:gd name="connsiteX11" fmla="*/ 62934 w 112516"/>
                    <a:gd name="connsiteY11" fmla="*/ 269675 h 270412"/>
                    <a:gd name="connsiteX12" fmla="*/ 49885 w 112516"/>
                    <a:gd name="connsiteY12" fmla="*/ 265674 h 270412"/>
                    <a:gd name="connsiteX13" fmla="*/ 14166 w 112516"/>
                    <a:gd name="connsiteY13" fmla="*/ 254054 h 270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12516" h="270412">
                      <a:moveTo>
                        <a:pt x="14166" y="254054"/>
                      </a:moveTo>
                      <a:cubicBezTo>
                        <a:pt x="10547" y="253864"/>
                        <a:pt x="6546" y="253768"/>
                        <a:pt x="3689" y="251482"/>
                      </a:cubicBezTo>
                      <a:cubicBezTo>
                        <a:pt x="-1455" y="247577"/>
                        <a:pt x="-312" y="239576"/>
                        <a:pt x="1689" y="233385"/>
                      </a:cubicBezTo>
                      <a:cubicBezTo>
                        <a:pt x="15595" y="191094"/>
                        <a:pt x="46266" y="156232"/>
                        <a:pt x="63411" y="115180"/>
                      </a:cubicBezTo>
                      <a:cubicBezTo>
                        <a:pt x="77603" y="81271"/>
                        <a:pt x="82079" y="44028"/>
                        <a:pt x="83604" y="7261"/>
                      </a:cubicBezTo>
                      <a:cubicBezTo>
                        <a:pt x="83699" y="5451"/>
                        <a:pt x="83794" y="3547"/>
                        <a:pt x="84746" y="2023"/>
                      </a:cubicBezTo>
                      <a:cubicBezTo>
                        <a:pt x="85699" y="498"/>
                        <a:pt x="87795" y="-549"/>
                        <a:pt x="89319" y="308"/>
                      </a:cubicBezTo>
                      <a:cubicBezTo>
                        <a:pt x="90176" y="784"/>
                        <a:pt x="90747" y="1737"/>
                        <a:pt x="91224" y="2689"/>
                      </a:cubicBezTo>
                      <a:cubicBezTo>
                        <a:pt x="103606" y="25930"/>
                        <a:pt x="114274" y="51457"/>
                        <a:pt x="112274" y="77746"/>
                      </a:cubicBezTo>
                      <a:cubicBezTo>
                        <a:pt x="111702" y="85842"/>
                        <a:pt x="109892" y="93748"/>
                        <a:pt x="107797" y="101654"/>
                      </a:cubicBezTo>
                      <a:cubicBezTo>
                        <a:pt x="94367" y="152422"/>
                        <a:pt x="67792" y="200619"/>
                        <a:pt x="66459" y="253101"/>
                      </a:cubicBezTo>
                      <a:cubicBezTo>
                        <a:pt x="66363" y="257578"/>
                        <a:pt x="67506" y="267008"/>
                        <a:pt x="62934" y="269675"/>
                      </a:cubicBezTo>
                      <a:cubicBezTo>
                        <a:pt x="58743" y="272151"/>
                        <a:pt x="53219" y="267770"/>
                        <a:pt x="49885" y="265674"/>
                      </a:cubicBezTo>
                      <a:cubicBezTo>
                        <a:pt x="39122" y="258912"/>
                        <a:pt x="26835" y="254816"/>
                        <a:pt x="14166" y="254054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69" name="Forme libre : forme 11568">
                  <a:extLst>
                    <a:ext uri="{FF2B5EF4-FFF2-40B4-BE49-F238E27FC236}">
                      <a16:creationId xmlns:a16="http://schemas.microsoft.com/office/drawing/2014/main" id="{CEF14481-7E2A-432B-A374-EF5512A394FD}"/>
                    </a:ext>
                  </a:extLst>
                </p:cNvPr>
                <p:cNvSpPr/>
                <p:nvPr/>
              </p:nvSpPr>
              <p:spPr>
                <a:xfrm>
                  <a:off x="3168660" y="4656699"/>
                  <a:ext cx="63479" cy="339229"/>
                </a:xfrm>
                <a:custGeom>
                  <a:avLst/>
                  <a:gdLst>
                    <a:gd name="connsiteX0" fmla="*/ 22098 w 63479"/>
                    <a:gd name="connsiteY0" fmla="*/ 214608 h 339229"/>
                    <a:gd name="connsiteX1" fmla="*/ 13144 w 63479"/>
                    <a:gd name="connsiteY1" fmla="*/ 179556 h 339229"/>
                    <a:gd name="connsiteX2" fmla="*/ 8858 w 63479"/>
                    <a:gd name="connsiteY2" fmla="*/ 112405 h 339229"/>
                    <a:gd name="connsiteX3" fmla="*/ 0 w 63479"/>
                    <a:gd name="connsiteY3" fmla="*/ 200 h 339229"/>
                    <a:gd name="connsiteX4" fmla="*/ 15907 w 63479"/>
                    <a:gd name="connsiteY4" fmla="*/ 11154 h 339229"/>
                    <a:gd name="connsiteX5" fmla="*/ 48768 w 63479"/>
                    <a:gd name="connsiteY5" fmla="*/ 146219 h 339229"/>
                    <a:gd name="connsiteX6" fmla="*/ 50292 w 63479"/>
                    <a:gd name="connsiteY6" fmla="*/ 213656 h 339229"/>
                    <a:gd name="connsiteX7" fmla="*/ 54673 w 63479"/>
                    <a:gd name="connsiteY7" fmla="*/ 298333 h 339229"/>
                    <a:gd name="connsiteX8" fmla="*/ 59817 w 63479"/>
                    <a:gd name="connsiteY8" fmla="*/ 318336 h 339229"/>
                    <a:gd name="connsiteX9" fmla="*/ 63151 w 63479"/>
                    <a:gd name="connsiteY9" fmla="*/ 335576 h 339229"/>
                    <a:gd name="connsiteX10" fmla="*/ 55531 w 63479"/>
                    <a:gd name="connsiteY10" fmla="*/ 339100 h 339229"/>
                    <a:gd name="connsiteX11" fmla="*/ 48006 w 63479"/>
                    <a:gd name="connsiteY11" fmla="*/ 331385 h 339229"/>
                    <a:gd name="connsiteX12" fmla="*/ 30480 w 63479"/>
                    <a:gd name="connsiteY12" fmla="*/ 256804 h 339229"/>
                    <a:gd name="connsiteX13" fmla="*/ 22098 w 63479"/>
                    <a:gd name="connsiteY13" fmla="*/ 214608 h 339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3479" h="339229">
                      <a:moveTo>
                        <a:pt x="22098" y="214608"/>
                      </a:moveTo>
                      <a:cubicBezTo>
                        <a:pt x="19145" y="202892"/>
                        <a:pt x="15526" y="191367"/>
                        <a:pt x="13144" y="179556"/>
                      </a:cubicBezTo>
                      <a:cubicBezTo>
                        <a:pt x="8858" y="157554"/>
                        <a:pt x="9334" y="134884"/>
                        <a:pt x="8858" y="112405"/>
                      </a:cubicBezTo>
                      <a:cubicBezTo>
                        <a:pt x="7906" y="74877"/>
                        <a:pt x="4000" y="37539"/>
                        <a:pt x="0" y="200"/>
                      </a:cubicBezTo>
                      <a:cubicBezTo>
                        <a:pt x="6763" y="-1228"/>
                        <a:pt x="12382" y="5249"/>
                        <a:pt x="15907" y="11154"/>
                      </a:cubicBezTo>
                      <a:cubicBezTo>
                        <a:pt x="39719" y="51445"/>
                        <a:pt x="46101" y="99546"/>
                        <a:pt x="48768" y="146219"/>
                      </a:cubicBezTo>
                      <a:cubicBezTo>
                        <a:pt x="50006" y="168698"/>
                        <a:pt x="50578" y="191177"/>
                        <a:pt x="50292" y="213656"/>
                      </a:cubicBezTo>
                      <a:cubicBezTo>
                        <a:pt x="50006" y="241945"/>
                        <a:pt x="48482" y="270615"/>
                        <a:pt x="54673" y="298333"/>
                      </a:cubicBezTo>
                      <a:cubicBezTo>
                        <a:pt x="56197" y="305096"/>
                        <a:pt x="58103" y="311668"/>
                        <a:pt x="59817" y="318336"/>
                      </a:cubicBezTo>
                      <a:cubicBezTo>
                        <a:pt x="60960" y="322717"/>
                        <a:pt x="64579" y="331194"/>
                        <a:pt x="63151" y="335576"/>
                      </a:cubicBezTo>
                      <a:cubicBezTo>
                        <a:pt x="62103" y="338814"/>
                        <a:pt x="58579" y="339576"/>
                        <a:pt x="55531" y="339100"/>
                      </a:cubicBezTo>
                      <a:cubicBezTo>
                        <a:pt x="51054" y="338338"/>
                        <a:pt x="49530" y="335290"/>
                        <a:pt x="48006" y="331385"/>
                      </a:cubicBezTo>
                      <a:cubicBezTo>
                        <a:pt x="38767" y="307477"/>
                        <a:pt x="34766" y="281950"/>
                        <a:pt x="30480" y="256804"/>
                      </a:cubicBezTo>
                      <a:cubicBezTo>
                        <a:pt x="28099" y="242707"/>
                        <a:pt x="25622" y="228610"/>
                        <a:pt x="22098" y="214608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70" name="Forme libre : forme 11569">
                  <a:extLst>
                    <a:ext uri="{FF2B5EF4-FFF2-40B4-BE49-F238E27FC236}">
                      <a16:creationId xmlns:a16="http://schemas.microsoft.com/office/drawing/2014/main" id="{AA9F57FB-66C4-4E81-9F73-5B21E99149BB}"/>
                    </a:ext>
                  </a:extLst>
                </p:cNvPr>
                <p:cNvSpPr/>
                <p:nvPr/>
              </p:nvSpPr>
              <p:spPr>
                <a:xfrm>
                  <a:off x="3232324" y="4641776"/>
                  <a:ext cx="22923" cy="150477"/>
                </a:xfrm>
                <a:custGeom>
                  <a:avLst/>
                  <a:gdLst>
                    <a:gd name="connsiteX0" fmla="*/ 10631 w 22923"/>
                    <a:gd name="connsiteY0" fmla="*/ 83703 h 150477"/>
                    <a:gd name="connsiteX1" fmla="*/ 630 w 22923"/>
                    <a:gd name="connsiteY1" fmla="*/ 36078 h 150477"/>
                    <a:gd name="connsiteX2" fmla="*/ 2820 w 22923"/>
                    <a:gd name="connsiteY2" fmla="*/ 13599 h 150477"/>
                    <a:gd name="connsiteX3" fmla="*/ 12155 w 22923"/>
                    <a:gd name="connsiteY3" fmla="*/ 2265 h 150477"/>
                    <a:gd name="connsiteX4" fmla="*/ 15489 w 22923"/>
                    <a:gd name="connsiteY4" fmla="*/ 74 h 150477"/>
                    <a:gd name="connsiteX5" fmla="*/ 20156 w 22923"/>
                    <a:gd name="connsiteY5" fmla="*/ 2455 h 150477"/>
                    <a:gd name="connsiteX6" fmla="*/ 21394 w 22923"/>
                    <a:gd name="connsiteY6" fmla="*/ 7789 h 150477"/>
                    <a:gd name="connsiteX7" fmla="*/ 19299 w 22923"/>
                    <a:gd name="connsiteY7" fmla="*/ 22457 h 150477"/>
                    <a:gd name="connsiteX8" fmla="*/ 20347 w 22923"/>
                    <a:gd name="connsiteY8" fmla="*/ 104277 h 150477"/>
                    <a:gd name="connsiteX9" fmla="*/ 22918 w 22923"/>
                    <a:gd name="connsiteY9" fmla="*/ 145235 h 150477"/>
                    <a:gd name="connsiteX10" fmla="*/ 17299 w 22923"/>
                    <a:gd name="connsiteY10" fmla="*/ 147711 h 150477"/>
                    <a:gd name="connsiteX11" fmla="*/ 16156 w 22923"/>
                    <a:gd name="connsiteY11" fmla="*/ 129518 h 150477"/>
                    <a:gd name="connsiteX12" fmla="*/ 10631 w 22923"/>
                    <a:gd name="connsiteY12" fmla="*/ 83703 h 150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2923" h="150477">
                      <a:moveTo>
                        <a:pt x="10631" y="83703"/>
                      </a:moveTo>
                      <a:cubicBezTo>
                        <a:pt x="7392" y="67796"/>
                        <a:pt x="2630" y="52175"/>
                        <a:pt x="630" y="36078"/>
                      </a:cubicBezTo>
                      <a:cubicBezTo>
                        <a:pt x="-323" y="28458"/>
                        <a:pt x="-608" y="20457"/>
                        <a:pt x="2820" y="13599"/>
                      </a:cubicBezTo>
                      <a:cubicBezTo>
                        <a:pt x="5011" y="9218"/>
                        <a:pt x="8631" y="5693"/>
                        <a:pt x="12155" y="2265"/>
                      </a:cubicBezTo>
                      <a:cubicBezTo>
                        <a:pt x="13108" y="1312"/>
                        <a:pt x="14155" y="359"/>
                        <a:pt x="15489" y="74"/>
                      </a:cubicBezTo>
                      <a:cubicBezTo>
                        <a:pt x="17299" y="-307"/>
                        <a:pt x="19203" y="836"/>
                        <a:pt x="20156" y="2455"/>
                      </a:cubicBezTo>
                      <a:cubicBezTo>
                        <a:pt x="21109" y="4074"/>
                        <a:pt x="21299" y="5979"/>
                        <a:pt x="21394" y="7789"/>
                      </a:cubicBezTo>
                      <a:cubicBezTo>
                        <a:pt x="21490" y="12742"/>
                        <a:pt x="20251" y="17600"/>
                        <a:pt x="19299" y="22457"/>
                      </a:cubicBezTo>
                      <a:cubicBezTo>
                        <a:pt x="14155" y="49508"/>
                        <a:pt x="17584" y="77131"/>
                        <a:pt x="20347" y="104277"/>
                      </a:cubicBezTo>
                      <a:cubicBezTo>
                        <a:pt x="21680" y="117898"/>
                        <a:pt x="23014" y="131519"/>
                        <a:pt x="22918" y="145235"/>
                      </a:cubicBezTo>
                      <a:cubicBezTo>
                        <a:pt x="22918" y="149807"/>
                        <a:pt x="20727" y="153045"/>
                        <a:pt x="17299" y="147711"/>
                      </a:cubicBezTo>
                      <a:cubicBezTo>
                        <a:pt x="14536" y="143425"/>
                        <a:pt x="16346" y="134567"/>
                        <a:pt x="16156" y="129518"/>
                      </a:cubicBezTo>
                      <a:cubicBezTo>
                        <a:pt x="15584" y="114088"/>
                        <a:pt x="13774" y="98753"/>
                        <a:pt x="10631" y="83703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571" name="Forme libre : forme 11570">
                <a:extLst>
                  <a:ext uri="{FF2B5EF4-FFF2-40B4-BE49-F238E27FC236}">
                    <a16:creationId xmlns:a16="http://schemas.microsoft.com/office/drawing/2014/main" id="{8D1CE63D-96B5-4F86-B7AF-F94825814ADE}"/>
                  </a:ext>
                </a:extLst>
              </p:cNvPr>
              <p:cNvSpPr/>
              <p:nvPr/>
            </p:nvSpPr>
            <p:spPr>
              <a:xfrm>
                <a:off x="3270482" y="5136957"/>
                <a:ext cx="59798" cy="110635"/>
              </a:xfrm>
              <a:custGeom>
                <a:avLst/>
                <a:gdLst>
                  <a:gd name="connsiteX0" fmla="*/ 41338 w 59798"/>
                  <a:gd name="connsiteY0" fmla="*/ 54009 h 110635"/>
                  <a:gd name="connsiteX1" fmla="*/ 8858 w 59798"/>
                  <a:gd name="connsiteY1" fmla="*/ 6003 h 110635"/>
                  <a:gd name="connsiteX2" fmla="*/ 0 w 59798"/>
                  <a:gd name="connsiteY2" fmla="*/ 2 h 110635"/>
                  <a:gd name="connsiteX3" fmla="*/ 9144 w 59798"/>
                  <a:gd name="connsiteY3" fmla="*/ 22100 h 110635"/>
                  <a:gd name="connsiteX4" fmla="*/ 19050 w 59798"/>
                  <a:gd name="connsiteY4" fmla="*/ 48103 h 110635"/>
                  <a:gd name="connsiteX5" fmla="*/ 38195 w 59798"/>
                  <a:gd name="connsiteY5" fmla="*/ 101443 h 110635"/>
                  <a:gd name="connsiteX6" fmla="*/ 55721 w 59798"/>
                  <a:gd name="connsiteY6" fmla="*/ 107920 h 110635"/>
                  <a:gd name="connsiteX7" fmla="*/ 56959 w 59798"/>
                  <a:gd name="connsiteY7" fmla="*/ 83917 h 110635"/>
                  <a:gd name="connsiteX8" fmla="*/ 41338 w 59798"/>
                  <a:gd name="connsiteY8" fmla="*/ 54009 h 110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798" h="110635">
                    <a:moveTo>
                      <a:pt x="41338" y="54009"/>
                    </a:moveTo>
                    <a:cubicBezTo>
                      <a:pt x="31051" y="37626"/>
                      <a:pt x="20764" y="21243"/>
                      <a:pt x="8858" y="6003"/>
                    </a:cubicBezTo>
                    <a:cubicBezTo>
                      <a:pt x="6572" y="3050"/>
                      <a:pt x="3715" y="-93"/>
                      <a:pt x="0" y="2"/>
                    </a:cubicBezTo>
                    <a:cubicBezTo>
                      <a:pt x="3048" y="7336"/>
                      <a:pt x="6096" y="14670"/>
                      <a:pt x="9144" y="22100"/>
                    </a:cubicBezTo>
                    <a:cubicBezTo>
                      <a:pt x="12668" y="30673"/>
                      <a:pt x="16192" y="39245"/>
                      <a:pt x="19050" y="48103"/>
                    </a:cubicBezTo>
                    <a:cubicBezTo>
                      <a:pt x="24860" y="66010"/>
                      <a:pt x="27813" y="85346"/>
                      <a:pt x="38195" y="101443"/>
                    </a:cubicBezTo>
                    <a:cubicBezTo>
                      <a:pt x="42196" y="107635"/>
                      <a:pt x="48578" y="114588"/>
                      <a:pt x="55721" y="107920"/>
                    </a:cubicBezTo>
                    <a:cubicBezTo>
                      <a:pt x="62389" y="101729"/>
                      <a:pt x="59436" y="91251"/>
                      <a:pt x="56959" y="83917"/>
                    </a:cubicBezTo>
                    <a:cubicBezTo>
                      <a:pt x="53340" y="73154"/>
                      <a:pt x="47244" y="63534"/>
                      <a:pt x="41338" y="5400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72" name="Forme libre : forme 11571">
                <a:extLst>
                  <a:ext uri="{FF2B5EF4-FFF2-40B4-BE49-F238E27FC236}">
                    <a16:creationId xmlns:a16="http://schemas.microsoft.com/office/drawing/2014/main" id="{F95ADB2B-4D97-4DC9-8B93-EC0CEE35961F}"/>
                  </a:ext>
                </a:extLst>
              </p:cNvPr>
              <p:cNvSpPr/>
              <p:nvPr/>
            </p:nvSpPr>
            <p:spPr>
              <a:xfrm>
                <a:off x="3196031" y="5244466"/>
                <a:ext cx="21989" cy="56930"/>
              </a:xfrm>
              <a:custGeom>
                <a:avLst/>
                <a:gdLst>
                  <a:gd name="connsiteX0" fmla="*/ 10634 w 21989"/>
                  <a:gd name="connsiteY0" fmla="*/ 3174 h 56930"/>
                  <a:gd name="connsiteX1" fmla="*/ 5967 w 21989"/>
                  <a:gd name="connsiteY1" fmla="*/ 316 h 56930"/>
                  <a:gd name="connsiteX2" fmla="*/ 4633 w 21989"/>
                  <a:gd name="connsiteY2" fmla="*/ 2888 h 56930"/>
                  <a:gd name="connsiteX3" fmla="*/ 14158 w 21989"/>
                  <a:gd name="connsiteY3" fmla="*/ 56894 h 56930"/>
                  <a:gd name="connsiteX4" fmla="*/ 10634 w 21989"/>
                  <a:gd name="connsiteY4" fmla="*/ 3174 h 56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89" h="56930">
                    <a:moveTo>
                      <a:pt x="10634" y="3174"/>
                    </a:moveTo>
                    <a:cubicBezTo>
                      <a:pt x="9682" y="1364"/>
                      <a:pt x="7776" y="-827"/>
                      <a:pt x="5967" y="316"/>
                    </a:cubicBezTo>
                    <a:cubicBezTo>
                      <a:pt x="5109" y="887"/>
                      <a:pt x="4824" y="1935"/>
                      <a:pt x="4633" y="2888"/>
                    </a:cubicBezTo>
                    <a:cubicBezTo>
                      <a:pt x="1966" y="15747"/>
                      <a:pt x="-8226" y="54990"/>
                      <a:pt x="14158" y="56894"/>
                    </a:cubicBezTo>
                    <a:cubicBezTo>
                      <a:pt x="31875" y="58419"/>
                      <a:pt x="14539" y="10889"/>
                      <a:pt x="10634" y="3174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73" name="Forme libre : forme 11572">
                <a:extLst>
                  <a:ext uri="{FF2B5EF4-FFF2-40B4-BE49-F238E27FC236}">
                    <a16:creationId xmlns:a16="http://schemas.microsoft.com/office/drawing/2014/main" id="{F82E037A-ABF8-471A-8E48-1B0A6E78EA56}"/>
                  </a:ext>
                </a:extLst>
              </p:cNvPr>
              <p:cNvSpPr/>
              <p:nvPr/>
            </p:nvSpPr>
            <p:spPr>
              <a:xfrm>
                <a:off x="3105112" y="5174607"/>
                <a:ext cx="39450" cy="76134"/>
              </a:xfrm>
              <a:custGeom>
                <a:avLst/>
                <a:gdLst>
                  <a:gd name="connsiteX0" fmla="*/ 28877 w 39450"/>
                  <a:gd name="connsiteY0" fmla="*/ 43791 h 76134"/>
                  <a:gd name="connsiteX1" fmla="*/ 39450 w 39450"/>
                  <a:gd name="connsiteY1" fmla="*/ 5691 h 76134"/>
                  <a:gd name="connsiteX2" fmla="*/ 38307 w 39450"/>
                  <a:gd name="connsiteY2" fmla="*/ 1215 h 76134"/>
                  <a:gd name="connsiteX3" fmla="*/ 32878 w 39450"/>
                  <a:gd name="connsiteY3" fmla="*/ 548 h 76134"/>
                  <a:gd name="connsiteX4" fmla="*/ 28687 w 39450"/>
                  <a:gd name="connsiteY4" fmla="*/ 4548 h 76134"/>
                  <a:gd name="connsiteX5" fmla="*/ 112 w 39450"/>
                  <a:gd name="connsiteY5" fmla="*/ 63889 h 76134"/>
                  <a:gd name="connsiteX6" fmla="*/ 10304 w 39450"/>
                  <a:gd name="connsiteY6" fmla="*/ 75605 h 76134"/>
                  <a:gd name="connsiteX7" fmla="*/ 28877 w 39450"/>
                  <a:gd name="connsiteY7" fmla="*/ 43791 h 76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450" h="76134">
                    <a:moveTo>
                      <a:pt x="28877" y="43791"/>
                    </a:moveTo>
                    <a:cubicBezTo>
                      <a:pt x="34307" y="31695"/>
                      <a:pt x="39355" y="19026"/>
                      <a:pt x="39450" y="5691"/>
                    </a:cubicBezTo>
                    <a:cubicBezTo>
                      <a:pt x="39450" y="4167"/>
                      <a:pt x="39355" y="2453"/>
                      <a:pt x="38307" y="1215"/>
                    </a:cubicBezTo>
                    <a:cubicBezTo>
                      <a:pt x="36974" y="-214"/>
                      <a:pt x="34688" y="-309"/>
                      <a:pt x="32878" y="548"/>
                    </a:cubicBezTo>
                    <a:cubicBezTo>
                      <a:pt x="31163" y="1405"/>
                      <a:pt x="29830" y="2929"/>
                      <a:pt x="28687" y="4548"/>
                    </a:cubicBezTo>
                    <a:cubicBezTo>
                      <a:pt x="16781" y="19789"/>
                      <a:pt x="-1603" y="43410"/>
                      <a:pt x="112" y="63889"/>
                    </a:cubicBezTo>
                    <a:cubicBezTo>
                      <a:pt x="588" y="69699"/>
                      <a:pt x="2874" y="78367"/>
                      <a:pt x="10304" y="75605"/>
                    </a:cubicBezTo>
                    <a:cubicBezTo>
                      <a:pt x="19543" y="72366"/>
                      <a:pt x="25258" y="51888"/>
                      <a:pt x="28877" y="43791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74" name="Forme libre : forme 11573">
                <a:extLst>
                  <a:ext uri="{FF2B5EF4-FFF2-40B4-BE49-F238E27FC236}">
                    <a16:creationId xmlns:a16="http://schemas.microsoft.com/office/drawing/2014/main" id="{38A0F61D-4AC7-4470-B4D0-D841CE9DC64F}"/>
                  </a:ext>
                </a:extLst>
              </p:cNvPr>
              <p:cNvSpPr/>
              <p:nvPr/>
            </p:nvSpPr>
            <p:spPr>
              <a:xfrm>
                <a:off x="3197235" y="4998085"/>
                <a:ext cx="38861" cy="170402"/>
              </a:xfrm>
              <a:custGeom>
                <a:avLst/>
                <a:gdLst>
                  <a:gd name="connsiteX0" fmla="*/ 21622 w 38861"/>
                  <a:gd name="connsiteY0" fmla="*/ 100203 h 170402"/>
                  <a:gd name="connsiteX1" fmla="*/ 0 w 38861"/>
                  <a:gd name="connsiteY1" fmla="*/ 143923 h 170402"/>
                  <a:gd name="connsiteX2" fmla="*/ 16097 w 38861"/>
                  <a:gd name="connsiteY2" fmla="*/ 92678 h 170402"/>
                  <a:gd name="connsiteX3" fmla="*/ 12192 w 38861"/>
                  <a:gd name="connsiteY3" fmla="*/ 38005 h 170402"/>
                  <a:gd name="connsiteX4" fmla="*/ 4000 w 38861"/>
                  <a:gd name="connsiteY4" fmla="*/ 0 h 170402"/>
                  <a:gd name="connsiteX5" fmla="*/ 29146 w 38861"/>
                  <a:gd name="connsiteY5" fmla="*/ 100679 h 170402"/>
                  <a:gd name="connsiteX6" fmla="*/ 36671 w 38861"/>
                  <a:gd name="connsiteY6" fmla="*/ 153353 h 170402"/>
                  <a:gd name="connsiteX7" fmla="*/ 38862 w 38861"/>
                  <a:gd name="connsiteY7" fmla="*/ 170402 h 170402"/>
                  <a:gd name="connsiteX8" fmla="*/ 35147 w 38861"/>
                  <a:gd name="connsiteY8" fmla="*/ 158020 h 170402"/>
                  <a:gd name="connsiteX9" fmla="*/ 31528 w 38861"/>
                  <a:gd name="connsiteY9" fmla="*/ 138779 h 170402"/>
                  <a:gd name="connsiteX10" fmla="*/ 21622 w 38861"/>
                  <a:gd name="connsiteY10" fmla="*/ 100203 h 170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8861" h="170402">
                    <a:moveTo>
                      <a:pt x="21622" y="100203"/>
                    </a:moveTo>
                    <a:cubicBezTo>
                      <a:pt x="12287" y="113633"/>
                      <a:pt x="5048" y="128397"/>
                      <a:pt x="0" y="143923"/>
                    </a:cubicBezTo>
                    <a:cubicBezTo>
                      <a:pt x="1238" y="126016"/>
                      <a:pt x="12287" y="110204"/>
                      <a:pt x="16097" y="92678"/>
                    </a:cubicBezTo>
                    <a:cubicBezTo>
                      <a:pt x="20003" y="74676"/>
                      <a:pt x="16097" y="56007"/>
                      <a:pt x="12192" y="38005"/>
                    </a:cubicBezTo>
                    <a:cubicBezTo>
                      <a:pt x="9430" y="25337"/>
                      <a:pt x="6763" y="12668"/>
                      <a:pt x="4000" y="0"/>
                    </a:cubicBezTo>
                    <a:cubicBezTo>
                      <a:pt x="16288" y="32385"/>
                      <a:pt x="23717" y="66485"/>
                      <a:pt x="29146" y="100679"/>
                    </a:cubicBezTo>
                    <a:cubicBezTo>
                      <a:pt x="32004" y="118205"/>
                      <a:pt x="34290" y="135827"/>
                      <a:pt x="36671" y="153353"/>
                    </a:cubicBezTo>
                    <a:cubicBezTo>
                      <a:pt x="37338" y="159068"/>
                      <a:pt x="38481" y="164687"/>
                      <a:pt x="38862" y="170402"/>
                    </a:cubicBezTo>
                    <a:cubicBezTo>
                      <a:pt x="35909" y="166592"/>
                      <a:pt x="35909" y="162592"/>
                      <a:pt x="35147" y="158020"/>
                    </a:cubicBezTo>
                    <a:cubicBezTo>
                      <a:pt x="34099" y="151543"/>
                      <a:pt x="32861" y="145161"/>
                      <a:pt x="31528" y="138779"/>
                    </a:cubicBezTo>
                    <a:cubicBezTo>
                      <a:pt x="28765" y="125730"/>
                      <a:pt x="25527" y="112871"/>
                      <a:pt x="21622" y="100203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575" name="Graphique 5">
              <a:extLst>
                <a:ext uri="{FF2B5EF4-FFF2-40B4-BE49-F238E27FC236}">
                  <a16:creationId xmlns:a16="http://schemas.microsoft.com/office/drawing/2014/main" id="{B651EEC6-3AC7-4ECE-BCC8-D8C42892FDC1}"/>
                </a:ext>
              </a:extLst>
            </p:cNvPr>
            <p:cNvGrpSpPr/>
            <p:nvPr/>
          </p:nvGrpSpPr>
          <p:grpSpPr>
            <a:xfrm>
              <a:off x="1242134" y="1540033"/>
              <a:ext cx="3936110" cy="3936015"/>
              <a:chOff x="1242134" y="1540033"/>
              <a:chExt cx="3936110" cy="3936015"/>
            </a:xfrm>
            <a:noFill/>
          </p:grpSpPr>
          <p:sp>
            <p:nvSpPr>
              <p:cNvPr id="11576" name="Forme libre : forme 11575">
                <a:extLst>
                  <a:ext uri="{FF2B5EF4-FFF2-40B4-BE49-F238E27FC236}">
                    <a16:creationId xmlns:a16="http://schemas.microsoft.com/office/drawing/2014/main" id="{094C3047-369D-4382-8C85-E192B78C443A}"/>
                  </a:ext>
                </a:extLst>
              </p:cNvPr>
              <p:cNvSpPr/>
              <p:nvPr/>
            </p:nvSpPr>
            <p:spPr>
              <a:xfrm>
                <a:off x="1480809" y="2417837"/>
                <a:ext cx="784374" cy="580363"/>
              </a:xfrm>
              <a:custGeom>
                <a:avLst/>
                <a:gdLst>
                  <a:gd name="connsiteX0" fmla="*/ 41550 w 784374"/>
                  <a:gd name="connsiteY0" fmla="*/ 333491 h 580363"/>
                  <a:gd name="connsiteX1" fmla="*/ 59553 w 784374"/>
                  <a:gd name="connsiteY1" fmla="*/ 341301 h 580363"/>
                  <a:gd name="connsiteX2" fmla="*/ 59553 w 784374"/>
                  <a:gd name="connsiteY2" fmla="*/ 341397 h 580363"/>
                  <a:gd name="connsiteX3" fmla="*/ 61172 w 784374"/>
                  <a:gd name="connsiteY3" fmla="*/ 341778 h 580363"/>
                  <a:gd name="connsiteX4" fmla="*/ 70602 w 784374"/>
                  <a:gd name="connsiteY4" fmla="*/ 343968 h 580363"/>
                  <a:gd name="connsiteX5" fmla="*/ 227288 w 784374"/>
                  <a:gd name="connsiteY5" fmla="*/ 359304 h 580363"/>
                  <a:gd name="connsiteX6" fmla="*/ 313013 w 784374"/>
                  <a:gd name="connsiteY6" fmla="*/ 363495 h 580363"/>
                  <a:gd name="connsiteX7" fmla="*/ 316632 w 784374"/>
                  <a:gd name="connsiteY7" fmla="*/ 364352 h 580363"/>
                  <a:gd name="connsiteX8" fmla="*/ 316251 w 784374"/>
                  <a:gd name="connsiteY8" fmla="*/ 363876 h 580363"/>
                  <a:gd name="connsiteX9" fmla="*/ 429504 w 784374"/>
                  <a:gd name="connsiteY9" fmla="*/ 403690 h 580363"/>
                  <a:gd name="connsiteX10" fmla="*/ 671439 w 784374"/>
                  <a:gd name="connsiteY10" fmla="*/ 538850 h 580363"/>
                  <a:gd name="connsiteX11" fmla="*/ 723064 w 784374"/>
                  <a:gd name="connsiteY11" fmla="*/ 577712 h 580363"/>
                  <a:gd name="connsiteX12" fmla="*/ 728494 w 784374"/>
                  <a:gd name="connsiteY12" fmla="*/ 521133 h 580363"/>
                  <a:gd name="connsiteX13" fmla="*/ 733256 w 784374"/>
                  <a:gd name="connsiteY13" fmla="*/ 512942 h 580363"/>
                  <a:gd name="connsiteX14" fmla="*/ 734970 w 784374"/>
                  <a:gd name="connsiteY14" fmla="*/ 511418 h 580363"/>
                  <a:gd name="connsiteX15" fmla="*/ 780310 w 784374"/>
                  <a:gd name="connsiteY15" fmla="*/ 478271 h 580363"/>
                  <a:gd name="connsiteX16" fmla="*/ 720778 w 784374"/>
                  <a:gd name="connsiteY16" fmla="*/ 453125 h 580363"/>
                  <a:gd name="connsiteX17" fmla="*/ 482272 w 784374"/>
                  <a:gd name="connsiteY17" fmla="*/ 311964 h 580363"/>
                  <a:gd name="connsiteX18" fmla="*/ 342159 w 784374"/>
                  <a:gd name="connsiteY18" fmla="*/ 159564 h 580363"/>
                  <a:gd name="connsiteX19" fmla="*/ 253005 w 784374"/>
                  <a:gd name="connsiteY19" fmla="*/ 34977 h 580363"/>
                  <a:gd name="connsiteX20" fmla="*/ 249862 w 784374"/>
                  <a:gd name="connsiteY20" fmla="*/ 30882 h 580363"/>
                  <a:gd name="connsiteX21" fmla="*/ 226526 w 784374"/>
                  <a:gd name="connsiteY21" fmla="*/ 11641 h 580363"/>
                  <a:gd name="connsiteX22" fmla="*/ 218906 w 784374"/>
                  <a:gd name="connsiteY22" fmla="*/ 7736 h 580363"/>
                  <a:gd name="connsiteX23" fmla="*/ 217287 w 784374"/>
                  <a:gd name="connsiteY23" fmla="*/ 7069 h 580363"/>
                  <a:gd name="connsiteX24" fmla="*/ 210905 w 784374"/>
                  <a:gd name="connsiteY24" fmla="*/ 4593 h 580363"/>
                  <a:gd name="connsiteX25" fmla="*/ 209667 w 784374"/>
                  <a:gd name="connsiteY25" fmla="*/ 4212 h 580363"/>
                  <a:gd name="connsiteX26" fmla="*/ 202618 w 784374"/>
                  <a:gd name="connsiteY26" fmla="*/ 2211 h 580363"/>
                  <a:gd name="connsiteX27" fmla="*/ 202047 w 784374"/>
                  <a:gd name="connsiteY27" fmla="*/ 2116 h 580363"/>
                  <a:gd name="connsiteX28" fmla="*/ 128133 w 784374"/>
                  <a:gd name="connsiteY28" fmla="*/ 29358 h 580363"/>
                  <a:gd name="connsiteX29" fmla="*/ 142515 w 784374"/>
                  <a:gd name="connsiteY29" fmla="*/ 107748 h 580363"/>
                  <a:gd name="connsiteX30" fmla="*/ 142420 w 784374"/>
                  <a:gd name="connsiteY30" fmla="*/ 107844 h 580363"/>
                  <a:gd name="connsiteX31" fmla="*/ 121751 w 784374"/>
                  <a:gd name="connsiteY31" fmla="*/ 91365 h 580363"/>
                  <a:gd name="connsiteX32" fmla="*/ 114131 w 784374"/>
                  <a:gd name="connsiteY32" fmla="*/ 87460 h 580363"/>
                  <a:gd name="connsiteX33" fmla="*/ 112512 w 784374"/>
                  <a:gd name="connsiteY33" fmla="*/ 86793 h 580363"/>
                  <a:gd name="connsiteX34" fmla="*/ 106130 w 784374"/>
                  <a:gd name="connsiteY34" fmla="*/ 84317 h 580363"/>
                  <a:gd name="connsiteX35" fmla="*/ 104892 w 784374"/>
                  <a:gd name="connsiteY35" fmla="*/ 83936 h 580363"/>
                  <a:gd name="connsiteX36" fmla="*/ 97843 w 784374"/>
                  <a:gd name="connsiteY36" fmla="*/ 81936 h 580363"/>
                  <a:gd name="connsiteX37" fmla="*/ 97272 w 784374"/>
                  <a:gd name="connsiteY37" fmla="*/ 81840 h 580363"/>
                  <a:gd name="connsiteX38" fmla="*/ 23358 w 784374"/>
                  <a:gd name="connsiteY38" fmla="*/ 109082 h 580363"/>
                  <a:gd name="connsiteX39" fmla="*/ 57648 w 784374"/>
                  <a:gd name="connsiteY39" fmla="*/ 203094 h 580363"/>
                  <a:gd name="connsiteX40" fmla="*/ 76221 w 784374"/>
                  <a:gd name="connsiteY40" fmla="*/ 211095 h 580363"/>
                  <a:gd name="connsiteX41" fmla="*/ 7546 w 784374"/>
                  <a:gd name="connsiteY41" fmla="*/ 239384 h 580363"/>
                  <a:gd name="connsiteX42" fmla="*/ 41550 w 784374"/>
                  <a:gd name="connsiteY42" fmla="*/ 333491 h 58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784374" h="580363">
                    <a:moveTo>
                      <a:pt x="41550" y="333491"/>
                    </a:moveTo>
                    <a:cubicBezTo>
                      <a:pt x="47361" y="336825"/>
                      <a:pt x="53457" y="339396"/>
                      <a:pt x="59553" y="341301"/>
                    </a:cubicBezTo>
                    <a:lnTo>
                      <a:pt x="59553" y="341397"/>
                    </a:lnTo>
                    <a:cubicBezTo>
                      <a:pt x="59553" y="341397"/>
                      <a:pt x="60219" y="341587"/>
                      <a:pt x="61172" y="341778"/>
                    </a:cubicBezTo>
                    <a:cubicBezTo>
                      <a:pt x="64315" y="342730"/>
                      <a:pt x="67459" y="343492"/>
                      <a:pt x="70602" y="343968"/>
                    </a:cubicBezTo>
                    <a:cubicBezTo>
                      <a:pt x="92128" y="348636"/>
                      <a:pt x="145087" y="358065"/>
                      <a:pt x="227288" y="359304"/>
                    </a:cubicBezTo>
                    <a:cubicBezTo>
                      <a:pt x="263578" y="359780"/>
                      <a:pt x="290629" y="360923"/>
                      <a:pt x="313013" y="363495"/>
                    </a:cubicBezTo>
                    <a:lnTo>
                      <a:pt x="316632" y="364352"/>
                    </a:lnTo>
                    <a:cubicBezTo>
                      <a:pt x="316537" y="364161"/>
                      <a:pt x="316347" y="363971"/>
                      <a:pt x="316251" y="363876"/>
                    </a:cubicBezTo>
                    <a:cubicBezTo>
                      <a:pt x="359876" y="369210"/>
                      <a:pt x="385974" y="380259"/>
                      <a:pt x="429504" y="403690"/>
                    </a:cubicBezTo>
                    <a:cubicBezTo>
                      <a:pt x="495988" y="439504"/>
                      <a:pt x="657913" y="530754"/>
                      <a:pt x="671439" y="538850"/>
                    </a:cubicBezTo>
                    <a:cubicBezTo>
                      <a:pt x="685060" y="546946"/>
                      <a:pt x="716016" y="562948"/>
                      <a:pt x="723064" y="577712"/>
                    </a:cubicBezTo>
                    <a:cubicBezTo>
                      <a:pt x="730113" y="592476"/>
                      <a:pt x="745638" y="541707"/>
                      <a:pt x="728494" y="521133"/>
                    </a:cubicBezTo>
                    <a:lnTo>
                      <a:pt x="733256" y="512942"/>
                    </a:lnTo>
                    <a:cubicBezTo>
                      <a:pt x="733923" y="512466"/>
                      <a:pt x="734494" y="511989"/>
                      <a:pt x="734970" y="511418"/>
                    </a:cubicBezTo>
                    <a:cubicBezTo>
                      <a:pt x="761260" y="514942"/>
                      <a:pt x="796407" y="476937"/>
                      <a:pt x="780310" y="478271"/>
                    </a:cubicBezTo>
                    <a:cubicBezTo>
                      <a:pt x="764022" y="479604"/>
                      <a:pt x="734590" y="460840"/>
                      <a:pt x="720778" y="453125"/>
                    </a:cubicBezTo>
                    <a:cubicBezTo>
                      <a:pt x="706967" y="445410"/>
                      <a:pt x="546661" y="351398"/>
                      <a:pt x="482272" y="311964"/>
                    </a:cubicBezTo>
                    <a:cubicBezTo>
                      <a:pt x="417883" y="272531"/>
                      <a:pt x="399024" y="254052"/>
                      <a:pt x="342159" y="159564"/>
                    </a:cubicBezTo>
                    <a:cubicBezTo>
                      <a:pt x="302250" y="93270"/>
                      <a:pt x="269198" y="53075"/>
                      <a:pt x="253005" y="34977"/>
                    </a:cubicBezTo>
                    <a:cubicBezTo>
                      <a:pt x="251958" y="33644"/>
                      <a:pt x="250910" y="32215"/>
                      <a:pt x="249862" y="30882"/>
                    </a:cubicBezTo>
                    <a:cubicBezTo>
                      <a:pt x="243576" y="23452"/>
                      <a:pt x="235765" y="16880"/>
                      <a:pt x="226526" y="11641"/>
                    </a:cubicBezTo>
                    <a:cubicBezTo>
                      <a:pt x="224049" y="10212"/>
                      <a:pt x="221478" y="8879"/>
                      <a:pt x="218906" y="7736"/>
                    </a:cubicBezTo>
                    <a:cubicBezTo>
                      <a:pt x="218334" y="7450"/>
                      <a:pt x="217858" y="7260"/>
                      <a:pt x="217287" y="7069"/>
                    </a:cubicBezTo>
                    <a:cubicBezTo>
                      <a:pt x="215191" y="6117"/>
                      <a:pt x="213000" y="5259"/>
                      <a:pt x="210905" y="4593"/>
                    </a:cubicBezTo>
                    <a:cubicBezTo>
                      <a:pt x="210524" y="4497"/>
                      <a:pt x="210048" y="4307"/>
                      <a:pt x="209667" y="4212"/>
                    </a:cubicBezTo>
                    <a:cubicBezTo>
                      <a:pt x="207286" y="3450"/>
                      <a:pt x="204904" y="2783"/>
                      <a:pt x="202618" y="2211"/>
                    </a:cubicBezTo>
                    <a:cubicBezTo>
                      <a:pt x="202428" y="2211"/>
                      <a:pt x="202237" y="2116"/>
                      <a:pt x="202047" y="2116"/>
                    </a:cubicBezTo>
                    <a:cubicBezTo>
                      <a:pt x="172043" y="-4742"/>
                      <a:pt x="142039" y="5259"/>
                      <a:pt x="128133" y="29358"/>
                    </a:cubicBezTo>
                    <a:cubicBezTo>
                      <a:pt x="114036" y="53742"/>
                      <a:pt x="120894" y="85269"/>
                      <a:pt x="142515" y="107748"/>
                    </a:cubicBezTo>
                    <a:lnTo>
                      <a:pt x="142420" y="107844"/>
                    </a:lnTo>
                    <a:cubicBezTo>
                      <a:pt x="136610" y="101652"/>
                      <a:pt x="129657" y="96033"/>
                      <a:pt x="121751" y="91365"/>
                    </a:cubicBezTo>
                    <a:cubicBezTo>
                      <a:pt x="119274" y="89937"/>
                      <a:pt x="116703" y="88603"/>
                      <a:pt x="114131" y="87460"/>
                    </a:cubicBezTo>
                    <a:cubicBezTo>
                      <a:pt x="113559" y="87174"/>
                      <a:pt x="113083" y="86984"/>
                      <a:pt x="112512" y="86793"/>
                    </a:cubicBezTo>
                    <a:cubicBezTo>
                      <a:pt x="110416" y="85841"/>
                      <a:pt x="108225" y="84984"/>
                      <a:pt x="106130" y="84317"/>
                    </a:cubicBezTo>
                    <a:cubicBezTo>
                      <a:pt x="105749" y="84126"/>
                      <a:pt x="105273" y="84031"/>
                      <a:pt x="104892" y="83936"/>
                    </a:cubicBezTo>
                    <a:cubicBezTo>
                      <a:pt x="102511" y="83174"/>
                      <a:pt x="100129" y="82507"/>
                      <a:pt x="97843" y="81936"/>
                    </a:cubicBezTo>
                    <a:cubicBezTo>
                      <a:pt x="97653" y="81936"/>
                      <a:pt x="97462" y="81840"/>
                      <a:pt x="97272" y="81840"/>
                    </a:cubicBezTo>
                    <a:cubicBezTo>
                      <a:pt x="67268" y="74982"/>
                      <a:pt x="37264" y="84984"/>
                      <a:pt x="23358" y="109082"/>
                    </a:cubicBezTo>
                    <a:cubicBezTo>
                      <a:pt x="5641" y="139943"/>
                      <a:pt x="20976" y="182043"/>
                      <a:pt x="57648" y="203094"/>
                    </a:cubicBezTo>
                    <a:cubicBezTo>
                      <a:pt x="63648" y="206523"/>
                      <a:pt x="69935" y="209190"/>
                      <a:pt x="76221" y="211095"/>
                    </a:cubicBezTo>
                    <a:cubicBezTo>
                      <a:pt x="48027" y="206427"/>
                      <a:pt x="20595" y="216714"/>
                      <a:pt x="7546" y="239384"/>
                    </a:cubicBezTo>
                    <a:cubicBezTo>
                      <a:pt x="-10456" y="270340"/>
                      <a:pt x="4879" y="312441"/>
                      <a:pt x="41550" y="333491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77" name="Forme libre : forme 11576">
                <a:extLst>
                  <a:ext uri="{FF2B5EF4-FFF2-40B4-BE49-F238E27FC236}">
                    <a16:creationId xmlns:a16="http://schemas.microsoft.com/office/drawing/2014/main" id="{79B04192-18BD-4AD3-B251-57E846DE6D48}"/>
                  </a:ext>
                </a:extLst>
              </p:cNvPr>
              <p:cNvSpPr/>
              <p:nvPr/>
            </p:nvSpPr>
            <p:spPr>
              <a:xfrm>
                <a:off x="4155195" y="4017882"/>
                <a:ext cx="784444" cy="580363"/>
              </a:xfrm>
              <a:custGeom>
                <a:avLst/>
                <a:gdLst>
                  <a:gd name="connsiteX0" fmla="*/ 742824 w 784444"/>
                  <a:gd name="connsiteY0" fmla="*/ 246873 h 580363"/>
                  <a:gd name="connsiteX1" fmla="*/ 724822 w 784444"/>
                  <a:gd name="connsiteY1" fmla="*/ 239062 h 580363"/>
                  <a:gd name="connsiteX2" fmla="*/ 724822 w 784444"/>
                  <a:gd name="connsiteY2" fmla="*/ 238967 h 580363"/>
                  <a:gd name="connsiteX3" fmla="*/ 723203 w 784444"/>
                  <a:gd name="connsiteY3" fmla="*/ 238586 h 580363"/>
                  <a:gd name="connsiteX4" fmla="*/ 713773 w 784444"/>
                  <a:gd name="connsiteY4" fmla="*/ 236395 h 580363"/>
                  <a:gd name="connsiteX5" fmla="*/ 557087 w 784444"/>
                  <a:gd name="connsiteY5" fmla="*/ 221060 h 580363"/>
                  <a:gd name="connsiteX6" fmla="*/ 471362 w 784444"/>
                  <a:gd name="connsiteY6" fmla="*/ 216869 h 580363"/>
                  <a:gd name="connsiteX7" fmla="*/ 467742 w 784444"/>
                  <a:gd name="connsiteY7" fmla="*/ 216012 h 580363"/>
                  <a:gd name="connsiteX8" fmla="*/ 468123 w 784444"/>
                  <a:gd name="connsiteY8" fmla="*/ 216488 h 580363"/>
                  <a:gd name="connsiteX9" fmla="*/ 354871 w 784444"/>
                  <a:gd name="connsiteY9" fmla="*/ 176674 h 580363"/>
                  <a:gd name="connsiteX10" fmla="*/ 112936 w 784444"/>
                  <a:gd name="connsiteY10" fmla="*/ 41514 h 580363"/>
                  <a:gd name="connsiteX11" fmla="*/ 61310 w 784444"/>
                  <a:gd name="connsiteY11" fmla="*/ 2652 h 580363"/>
                  <a:gd name="connsiteX12" fmla="*/ 55881 w 784444"/>
                  <a:gd name="connsiteY12" fmla="*/ 59230 h 580363"/>
                  <a:gd name="connsiteX13" fmla="*/ 51119 w 784444"/>
                  <a:gd name="connsiteY13" fmla="*/ 67422 h 580363"/>
                  <a:gd name="connsiteX14" fmla="*/ 49404 w 784444"/>
                  <a:gd name="connsiteY14" fmla="*/ 68946 h 580363"/>
                  <a:gd name="connsiteX15" fmla="*/ 4065 w 784444"/>
                  <a:gd name="connsiteY15" fmla="*/ 102093 h 580363"/>
                  <a:gd name="connsiteX16" fmla="*/ 63596 w 784444"/>
                  <a:gd name="connsiteY16" fmla="*/ 127239 h 580363"/>
                  <a:gd name="connsiteX17" fmla="*/ 302102 w 784444"/>
                  <a:gd name="connsiteY17" fmla="*/ 268399 h 580363"/>
                  <a:gd name="connsiteX18" fmla="*/ 442215 w 784444"/>
                  <a:gd name="connsiteY18" fmla="*/ 420799 h 580363"/>
                  <a:gd name="connsiteX19" fmla="*/ 531369 w 784444"/>
                  <a:gd name="connsiteY19" fmla="*/ 545386 h 580363"/>
                  <a:gd name="connsiteX20" fmla="*/ 557848 w 784444"/>
                  <a:gd name="connsiteY20" fmla="*/ 568723 h 580363"/>
                  <a:gd name="connsiteX21" fmla="*/ 565469 w 784444"/>
                  <a:gd name="connsiteY21" fmla="*/ 572628 h 580363"/>
                  <a:gd name="connsiteX22" fmla="*/ 567088 w 784444"/>
                  <a:gd name="connsiteY22" fmla="*/ 573295 h 580363"/>
                  <a:gd name="connsiteX23" fmla="*/ 573470 w 784444"/>
                  <a:gd name="connsiteY23" fmla="*/ 575771 h 580363"/>
                  <a:gd name="connsiteX24" fmla="*/ 574708 w 784444"/>
                  <a:gd name="connsiteY24" fmla="*/ 576152 h 580363"/>
                  <a:gd name="connsiteX25" fmla="*/ 581852 w 784444"/>
                  <a:gd name="connsiteY25" fmla="*/ 578152 h 580363"/>
                  <a:gd name="connsiteX26" fmla="*/ 582423 w 784444"/>
                  <a:gd name="connsiteY26" fmla="*/ 578248 h 580363"/>
                  <a:gd name="connsiteX27" fmla="*/ 656337 w 784444"/>
                  <a:gd name="connsiteY27" fmla="*/ 551006 h 580363"/>
                  <a:gd name="connsiteX28" fmla="*/ 641954 w 784444"/>
                  <a:gd name="connsiteY28" fmla="*/ 472615 h 580363"/>
                  <a:gd name="connsiteX29" fmla="*/ 642049 w 784444"/>
                  <a:gd name="connsiteY29" fmla="*/ 472520 h 580363"/>
                  <a:gd name="connsiteX30" fmla="*/ 662719 w 784444"/>
                  <a:gd name="connsiteY30" fmla="*/ 488998 h 580363"/>
                  <a:gd name="connsiteX31" fmla="*/ 662719 w 784444"/>
                  <a:gd name="connsiteY31" fmla="*/ 488998 h 580363"/>
                  <a:gd name="connsiteX32" fmla="*/ 670339 w 784444"/>
                  <a:gd name="connsiteY32" fmla="*/ 492904 h 580363"/>
                  <a:gd name="connsiteX33" fmla="*/ 671958 w 784444"/>
                  <a:gd name="connsiteY33" fmla="*/ 493570 h 580363"/>
                  <a:gd name="connsiteX34" fmla="*/ 678340 w 784444"/>
                  <a:gd name="connsiteY34" fmla="*/ 496047 h 580363"/>
                  <a:gd name="connsiteX35" fmla="*/ 679578 w 784444"/>
                  <a:gd name="connsiteY35" fmla="*/ 496428 h 580363"/>
                  <a:gd name="connsiteX36" fmla="*/ 686722 w 784444"/>
                  <a:gd name="connsiteY36" fmla="*/ 498428 h 580363"/>
                  <a:gd name="connsiteX37" fmla="*/ 687293 w 784444"/>
                  <a:gd name="connsiteY37" fmla="*/ 498523 h 580363"/>
                  <a:gd name="connsiteX38" fmla="*/ 761207 w 784444"/>
                  <a:gd name="connsiteY38" fmla="*/ 471282 h 580363"/>
                  <a:gd name="connsiteX39" fmla="*/ 726917 w 784444"/>
                  <a:gd name="connsiteY39" fmla="*/ 377270 h 580363"/>
                  <a:gd name="connsiteX40" fmla="*/ 708344 w 784444"/>
                  <a:gd name="connsiteY40" fmla="*/ 369269 h 580363"/>
                  <a:gd name="connsiteX41" fmla="*/ 777019 w 784444"/>
                  <a:gd name="connsiteY41" fmla="*/ 340980 h 580363"/>
                  <a:gd name="connsiteX42" fmla="*/ 742824 w 784444"/>
                  <a:gd name="connsiteY42" fmla="*/ 246873 h 58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784444" h="580363">
                    <a:moveTo>
                      <a:pt x="742824" y="246873"/>
                    </a:moveTo>
                    <a:cubicBezTo>
                      <a:pt x="737014" y="243539"/>
                      <a:pt x="730918" y="240967"/>
                      <a:pt x="724822" y="239062"/>
                    </a:cubicBezTo>
                    <a:lnTo>
                      <a:pt x="724822" y="238967"/>
                    </a:lnTo>
                    <a:cubicBezTo>
                      <a:pt x="724822" y="238967"/>
                      <a:pt x="724155" y="238777"/>
                      <a:pt x="723203" y="238586"/>
                    </a:cubicBezTo>
                    <a:cubicBezTo>
                      <a:pt x="720059" y="237634"/>
                      <a:pt x="716916" y="236871"/>
                      <a:pt x="713773" y="236395"/>
                    </a:cubicBezTo>
                    <a:cubicBezTo>
                      <a:pt x="692246" y="231728"/>
                      <a:pt x="639287" y="222298"/>
                      <a:pt x="557087" y="221060"/>
                    </a:cubicBezTo>
                    <a:cubicBezTo>
                      <a:pt x="520796" y="220584"/>
                      <a:pt x="493745" y="219441"/>
                      <a:pt x="471362" y="216869"/>
                    </a:cubicBezTo>
                    <a:lnTo>
                      <a:pt x="467742" y="216012"/>
                    </a:lnTo>
                    <a:cubicBezTo>
                      <a:pt x="467837" y="216202"/>
                      <a:pt x="468028" y="216393"/>
                      <a:pt x="468123" y="216488"/>
                    </a:cubicBezTo>
                    <a:cubicBezTo>
                      <a:pt x="424498" y="211154"/>
                      <a:pt x="398400" y="200105"/>
                      <a:pt x="354871" y="176674"/>
                    </a:cubicBezTo>
                    <a:cubicBezTo>
                      <a:pt x="288386" y="140860"/>
                      <a:pt x="126461" y="49610"/>
                      <a:pt x="112936" y="41514"/>
                    </a:cubicBezTo>
                    <a:cubicBezTo>
                      <a:pt x="99315" y="33418"/>
                      <a:pt x="68359" y="17416"/>
                      <a:pt x="61310" y="2652"/>
                    </a:cubicBezTo>
                    <a:cubicBezTo>
                      <a:pt x="54262" y="-12112"/>
                      <a:pt x="38736" y="38656"/>
                      <a:pt x="55881" y="59230"/>
                    </a:cubicBezTo>
                    <a:lnTo>
                      <a:pt x="51119" y="67422"/>
                    </a:lnTo>
                    <a:cubicBezTo>
                      <a:pt x="50452" y="67898"/>
                      <a:pt x="49880" y="68374"/>
                      <a:pt x="49404" y="68946"/>
                    </a:cubicBezTo>
                    <a:cubicBezTo>
                      <a:pt x="23115" y="65421"/>
                      <a:pt x="-12032" y="103426"/>
                      <a:pt x="4065" y="102093"/>
                    </a:cubicBezTo>
                    <a:cubicBezTo>
                      <a:pt x="20353" y="100759"/>
                      <a:pt x="49785" y="119524"/>
                      <a:pt x="63596" y="127239"/>
                    </a:cubicBezTo>
                    <a:cubicBezTo>
                      <a:pt x="77503" y="134859"/>
                      <a:pt x="237713" y="228966"/>
                      <a:pt x="302102" y="268399"/>
                    </a:cubicBezTo>
                    <a:cubicBezTo>
                      <a:pt x="366491" y="307833"/>
                      <a:pt x="385351" y="326311"/>
                      <a:pt x="442215" y="420799"/>
                    </a:cubicBezTo>
                    <a:cubicBezTo>
                      <a:pt x="482125" y="487093"/>
                      <a:pt x="515177" y="527289"/>
                      <a:pt x="531369" y="545386"/>
                    </a:cubicBezTo>
                    <a:cubicBezTo>
                      <a:pt x="538132" y="554435"/>
                      <a:pt x="547085" y="562531"/>
                      <a:pt x="557848" y="568723"/>
                    </a:cubicBezTo>
                    <a:cubicBezTo>
                      <a:pt x="560325" y="570151"/>
                      <a:pt x="562897" y="571485"/>
                      <a:pt x="565469" y="572628"/>
                    </a:cubicBezTo>
                    <a:cubicBezTo>
                      <a:pt x="566040" y="572914"/>
                      <a:pt x="566516" y="573104"/>
                      <a:pt x="567088" y="573295"/>
                    </a:cubicBezTo>
                    <a:cubicBezTo>
                      <a:pt x="569183" y="574247"/>
                      <a:pt x="571374" y="575104"/>
                      <a:pt x="573470" y="575771"/>
                    </a:cubicBezTo>
                    <a:cubicBezTo>
                      <a:pt x="573851" y="575866"/>
                      <a:pt x="574327" y="576057"/>
                      <a:pt x="574708" y="576152"/>
                    </a:cubicBezTo>
                    <a:cubicBezTo>
                      <a:pt x="577089" y="576914"/>
                      <a:pt x="579470" y="577581"/>
                      <a:pt x="581852" y="578152"/>
                    </a:cubicBezTo>
                    <a:cubicBezTo>
                      <a:pt x="582042" y="578152"/>
                      <a:pt x="582232" y="578248"/>
                      <a:pt x="582423" y="578248"/>
                    </a:cubicBezTo>
                    <a:cubicBezTo>
                      <a:pt x="612427" y="585106"/>
                      <a:pt x="642431" y="575104"/>
                      <a:pt x="656337" y="551006"/>
                    </a:cubicBezTo>
                    <a:cubicBezTo>
                      <a:pt x="670434" y="526622"/>
                      <a:pt x="663576" y="495094"/>
                      <a:pt x="641954" y="472615"/>
                    </a:cubicBezTo>
                    <a:lnTo>
                      <a:pt x="642049" y="472520"/>
                    </a:lnTo>
                    <a:cubicBezTo>
                      <a:pt x="647860" y="478711"/>
                      <a:pt x="654813" y="484331"/>
                      <a:pt x="662719" y="488998"/>
                    </a:cubicBezTo>
                    <a:cubicBezTo>
                      <a:pt x="662719" y="488998"/>
                      <a:pt x="662719" y="488998"/>
                      <a:pt x="662719" y="488998"/>
                    </a:cubicBezTo>
                    <a:cubicBezTo>
                      <a:pt x="665195" y="490427"/>
                      <a:pt x="667767" y="491665"/>
                      <a:pt x="670339" y="492904"/>
                    </a:cubicBezTo>
                    <a:cubicBezTo>
                      <a:pt x="670910" y="493189"/>
                      <a:pt x="671387" y="493380"/>
                      <a:pt x="671958" y="493570"/>
                    </a:cubicBezTo>
                    <a:cubicBezTo>
                      <a:pt x="674054" y="494523"/>
                      <a:pt x="676244" y="495380"/>
                      <a:pt x="678340" y="496047"/>
                    </a:cubicBezTo>
                    <a:cubicBezTo>
                      <a:pt x="678721" y="496142"/>
                      <a:pt x="679197" y="496333"/>
                      <a:pt x="679578" y="496428"/>
                    </a:cubicBezTo>
                    <a:cubicBezTo>
                      <a:pt x="681959" y="497190"/>
                      <a:pt x="684340" y="497857"/>
                      <a:pt x="686722" y="498428"/>
                    </a:cubicBezTo>
                    <a:cubicBezTo>
                      <a:pt x="686912" y="498428"/>
                      <a:pt x="687103" y="498523"/>
                      <a:pt x="687293" y="498523"/>
                    </a:cubicBezTo>
                    <a:cubicBezTo>
                      <a:pt x="717297" y="505381"/>
                      <a:pt x="747301" y="495380"/>
                      <a:pt x="761207" y="471282"/>
                    </a:cubicBezTo>
                    <a:cubicBezTo>
                      <a:pt x="778924" y="440421"/>
                      <a:pt x="763589" y="398320"/>
                      <a:pt x="726917" y="377270"/>
                    </a:cubicBezTo>
                    <a:cubicBezTo>
                      <a:pt x="720916" y="373841"/>
                      <a:pt x="714630" y="371174"/>
                      <a:pt x="708344" y="369269"/>
                    </a:cubicBezTo>
                    <a:cubicBezTo>
                      <a:pt x="736538" y="373936"/>
                      <a:pt x="763970" y="363649"/>
                      <a:pt x="777019" y="340980"/>
                    </a:cubicBezTo>
                    <a:cubicBezTo>
                      <a:pt x="794831" y="310024"/>
                      <a:pt x="779495" y="267923"/>
                      <a:pt x="742824" y="24687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78" name="Forme libre : forme 11577">
                <a:extLst>
                  <a:ext uri="{FF2B5EF4-FFF2-40B4-BE49-F238E27FC236}">
                    <a16:creationId xmlns:a16="http://schemas.microsoft.com/office/drawing/2014/main" id="{504D91E8-1D02-441D-8ADB-4857EAACA032}"/>
                  </a:ext>
                </a:extLst>
              </p:cNvPr>
              <p:cNvSpPr/>
              <p:nvPr/>
            </p:nvSpPr>
            <p:spPr>
              <a:xfrm>
                <a:off x="2116448" y="1780762"/>
                <a:ext cx="581369" cy="783939"/>
              </a:xfrm>
              <a:custGeom>
                <a:avLst/>
                <a:gdLst>
                  <a:gd name="connsiteX0" fmla="*/ 23512 w 581369"/>
                  <a:gd name="connsiteY0" fmla="*/ 242760 h 783939"/>
                  <a:gd name="connsiteX1" fmla="*/ 23512 w 581369"/>
                  <a:gd name="connsiteY1" fmla="*/ 242760 h 783939"/>
                  <a:gd name="connsiteX2" fmla="*/ 24655 w 581369"/>
                  <a:gd name="connsiteY2" fmla="*/ 243999 h 783939"/>
                  <a:gd name="connsiteX3" fmla="*/ 31703 w 581369"/>
                  <a:gd name="connsiteY3" fmla="*/ 250666 h 783939"/>
                  <a:gd name="connsiteX4" fmla="*/ 159719 w 581369"/>
                  <a:gd name="connsiteY4" fmla="*/ 342392 h 783939"/>
                  <a:gd name="connsiteX5" fmla="*/ 231824 w 581369"/>
                  <a:gd name="connsiteY5" fmla="*/ 388969 h 783939"/>
                  <a:gd name="connsiteX6" fmla="*/ 234491 w 581369"/>
                  <a:gd name="connsiteY6" fmla="*/ 391541 h 783939"/>
                  <a:gd name="connsiteX7" fmla="*/ 234395 w 581369"/>
                  <a:gd name="connsiteY7" fmla="*/ 390874 h 783939"/>
                  <a:gd name="connsiteX8" fmla="*/ 312500 w 581369"/>
                  <a:gd name="connsiteY8" fmla="*/ 482124 h 783939"/>
                  <a:gd name="connsiteX9" fmla="*/ 454232 w 581369"/>
                  <a:gd name="connsiteY9" fmla="*/ 720344 h 783939"/>
                  <a:gd name="connsiteX10" fmla="*/ 479474 w 581369"/>
                  <a:gd name="connsiteY10" fmla="*/ 779875 h 783939"/>
                  <a:gd name="connsiteX11" fmla="*/ 512525 w 581369"/>
                  <a:gd name="connsiteY11" fmla="*/ 733679 h 783939"/>
                  <a:gd name="connsiteX12" fmla="*/ 520717 w 581369"/>
                  <a:gd name="connsiteY12" fmla="*/ 728916 h 783939"/>
                  <a:gd name="connsiteX13" fmla="*/ 522908 w 581369"/>
                  <a:gd name="connsiteY13" fmla="*/ 728535 h 783939"/>
                  <a:gd name="connsiteX14" fmla="*/ 578724 w 581369"/>
                  <a:gd name="connsiteY14" fmla="*/ 722535 h 783939"/>
                  <a:gd name="connsiteX15" fmla="*/ 539767 w 581369"/>
                  <a:gd name="connsiteY15" fmla="*/ 671004 h 783939"/>
                  <a:gd name="connsiteX16" fmla="*/ 404036 w 581369"/>
                  <a:gd name="connsiteY16" fmla="*/ 429355 h 783939"/>
                  <a:gd name="connsiteX17" fmla="*/ 359173 w 581369"/>
                  <a:gd name="connsiteY17" fmla="*/ 227235 h 783939"/>
                  <a:gd name="connsiteX18" fmla="*/ 344409 w 581369"/>
                  <a:gd name="connsiteY18" fmla="*/ 74739 h 783939"/>
                  <a:gd name="connsiteX19" fmla="*/ 333170 w 581369"/>
                  <a:gd name="connsiteY19" fmla="*/ 41307 h 783939"/>
                  <a:gd name="connsiteX20" fmla="*/ 333170 w 581369"/>
                  <a:gd name="connsiteY20" fmla="*/ 41307 h 783939"/>
                  <a:gd name="connsiteX21" fmla="*/ 328502 w 581369"/>
                  <a:gd name="connsiteY21" fmla="*/ 34163 h 783939"/>
                  <a:gd name="connsiteX22" fmla="*/ 327455 w 581369"/>
                  <a:gd name="connsiteY22" fmla="*/ 32734 h 783939"/>
                  <a:gd name="connsiteX23" fmla="*/ 323168 w 581369"/>
                  <a:gd name="connsiteY23" fmla="*/ 27400 h 783939"/>
                  <a:gd name="connsiteX24" fmla="*/ 322311 w 581369"/>
                  <a:gd name="connsiteY24" fmla="*/ 26448 h 783939"/>
                  <a:gd name="connsiteX25" fmla="*/ 317168 w 581369"/>
                  <a:gd name="connsiteY25" fmla="*/ 21209 h 783939"/>
                  <a:gd name="connsiteX26" fmla="*/ 316787 w 581369"/>
                  <a:gd name="connsiteY26" fmla="*/ 20828 h 783939"/>
                  <a:gd name="connsiteX27" fmla="*/ 239158 w 581369"/>
                  <a:gd name="connsiteY27" fmla="*/ 7398 h 783939"/>
                  <a:gd name="connsiteX28" fmla="*/ 212297 w 581369"/>
                  <a:gd name="connsiteY28" fmla="*/ 82455 h 783939"/>
                  <a:gd name="connsiteX29" fmla="*/ 212202 w 581369"/>
                  <a:gd name="connsiteY29" fmla="*/ 82455 h 783939"/>
                  <a:gd name="connsiteX30" fmla="*/ 202487 w 581369"/>
                  <a:gd name="connsiteY30" fmla="*/ 57880 h 783939"/>
                  <a:gd name="connsiteX31" fmla="*/ 197819 w 581369"/>
                  <a:gd name="connsiteY31" fmla="*/ 50736 h 783939"/>
                  <a:gd name="connsiteX32" fmla="*/ 196772 w 581369"/>
                  <a:gd name="connsiteY32" fmla="*/ 49308 h 783939"/>
                  <a:gd name="connsiteX33" fmla="*/ 192485 w 581369"/>
                  <a:gd name="connsiteY33" fmla="*/ 43974 h 783939"/>
                  <a:gd name="connsiteX34" fmla="*/ 191628 w 581369"/>
                  <a:gd name="connsiteY34" fmla="*/ 43021 h 783939"/>
                  <a:gd name="connsiteX35" fmla="*/ 186485 w 581369"/>
                  <a:gd name="connsiteY35" fmla="*/ 37782 h 783939"/>
                  <a:gd name="connsiteX36" fmla="*/ 186008 w 581369"/>
                  <a:gd name="connsiteY36" fmla="*/ 37401 h 783939"/>
                  <a:gd name="connsiteX37" fmla="*/ 179912 w 581369"/>
                  <a:gd name="connsiteY37" fmla="*/ 32258 h 783939"/>
                  <a:gd name="connsiteX38" fmla="*/ 179912 w 581369"/>
                  <a:gd name="connsiteY38" fmla="*/ 32258 h 783939"/>
                  <a:gd name="connsiteX39" fmla="*/ 179912 w 581369"/>
                  <a:gd name="connsiteY39" fmla="*/ 32258 h 783939"/>
                  <a:gd name="connsiteX40" fmla="*/ 108380 w 581369"/>
                  <a:gd name="connsiteY40" fmla="*/ 23971 h 783939"/>
                  <a:gd name="connsiteX41" fmla="*/ 90949 w 581369"/>
                  <a:gd name="connsiteY41" fmla="*/ 122460 h 783939"/>
                  <a:gd name="connsiteX42" fmla="*/ 102950 w 581369"/>
                  <a:gd name="connsiteY42" fmla="*/ 138652 h 783939"/>
                  <a:gd name="connsiteX43" fmla="*/ 100855 w 581369"/>
                  <a:gd name="connsiteY43" fmla="*/ 137033 h 783939"/>
                  <a:gd name="connsiteX44" fmla="*/ 100855 w 581369"/>
                  <a:gd name="connsiteY44" fmla="*/ 137033 h 783939"/>
                  <a:gd name="connsiteX45" fmla="*/ 100855 w 581369"/>
                  <a:gd name="connsiteY45" fmla="*/ 137033 h 783939"/>
                  <a:gd name="connsiteX46" fmla="*/ 29322 w 581369"/>
                  <a:gd name="connsiteY46" fmla="*/ 128746 h 783939"/>
                  <a:gd name="connsiteX47" fmla="*/ 11891 w 581369"/>
                  <a:gd name="connsiteY47" fmla="*/ 227235 h 783939"/>
                  <a:gd name="connsiteX48" fmla="*/ 23512 w 581369"/>
                  <a:gd name="connsiteY48" fmla="*/ 242760 h 78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581369" h="783939">
                    <a:moveTo>
                      <a:pt x="23512" y="242760"/>
                    </a:moveTo>
                    <a:lnTo>
                      <a:pt x="23512" y="242760"/>
                    </a:lnTo>
                    <a:cubicBezTo>
                      <a:pt x="23417" y="242856"/>
                      <a:pt x="23893" y="243332"/>
                      <a:pt x="24655" y="243999"/>
                    </a:cubicBezTo>
                    <a:cubicBezTo>
                      <a:pt x="26941" y="246380"/>
                      <a:pt x="29227" y="248571"/>
                      <a:pt x="31703" y="250666"/>
                    </a:cubicBezTo>
                    <a:cubicBezTo>
                      <a:pt x="47991" y="265525"/>
                      <a:pt x="89044" y="300196"/>
                      <a:pt x="159719" y="342392"/>
                    </a:cubicBezTo>
                    <a:cubicBezTo>
                      <a:pt x="190866" y="361061"/>
                      <a:pt x="213726" y="375539"/>
                      <a:pt x="231824" y="388969"/>
                    </a:cubicBezTo>
                    <a:lnTo>
                      <a:pt x="234491" y="391541"/>
                    </a:lnTo>
                    <a:cubicBezTo>
                      <a:pt x="234491" y="391350"/>
                      <a:pt x="234395" y="391065"/>
                      <a:pt x="234395" y="390874"/>
                    </a:cubicBezTo>
                    <a:cubicBezTo>
                      <a:pt x="269543" y="417354"/>
                      <a:pt x="286592" y="440023"/>
                      <a:pt x="312500" y="482124"/>
                    </a:cubicBezTo>
                    <a:cubicBezTo>
                      <a:pt x="352124" y="546417"/>
                      <a:pt x="446517" y="706533"/>
                      <a:pt x="454232" y="720344"/>
                    </a:cubicBezTo>
                    <a:cubicBezTo>
                      <a:pt x="461948" y="734155"/>
                      <a:pt x="480712" y="763587"/>
                      <a:pt x="479474" y="779875"/>
                    </a:cubicBezTo>
                    <a:cubicBezTo>
                      <a:pt x="478235" y="796163"/>
                      <a:pt x="517097" y="759968"/>
                      <a:pt x="512525" y="733679"/>
                    </a:cubicBezTo>
                    <a:lnTo>
                      <a:pt x="520717" y="728916"/>
                    </a:lnTo>
                    <a:cubicBezTo>
                      <a:pt x="521479" y="728821"/>
                      <a:pt x="522241" y="728726"/>
                      <a:pt x="522908" y="728535"/>
                    </a:cubicBezTo>
                    <a:cubicBezTo>
                      <a:pt x="543863" y="744728"/>
                      <a:pt x="593297" y="729488"/>
                      <a:pt x="578724" y="722535"/>
                    </a:cubicBezTo>
                    <a:cubicBezTo>
                      <a:pt x="563960" y="715486"/>
                      <a:pt x="547958" y="684530"/>
                      <a:pt x="539767" y="671004"/>
                    </a:cubicBezTo>
                    <a:cubicBezTo>
                      <a:pt x="531575" y="657384"/>
                      <a:pt x="439945" y="495744"/>
                      <a:pt x="404036" y="429355"/>
                    </a:cubicBezTo>
                    <a:cubicBezTo>
                      <a:pt x="368031" y="362966"/>
                      <a:pt x="360983" y="337439"/>
                      <a:pt x="359173" y="227235"/>
                    </a:cubicBezTo>
                    <a:cubicBezTo>
                      <a:pt x="357839" y="149892"/>
                      <a:pt x="349362" y="98552"/>
                      <a:pt x="344409" y="74739"/>
                    </a:cubicBezTo>
                    <a:cubicBezTo>
                      <a:pt x="343076" y="63500"/>
                      <a:pt x="339361" y="52070"/>
                      <a:pt x="333170" y="41307"/>
                    </a:cubicBezTo>
                    <a:cubicBezTo>
                      <a:pt x="333170" y="41307"/>
                      <a:pt x="333170" y="41307"/>
                      <a:pt x="333170" y="41307"/>
                    </a:cubicBezTo>
                    <a:cubicBezTo>
                      <a:pt x="331741" y="38830"/>
                      <a:pt x="330122" y="36449"/>
                      <a:pt x="328502" y="34163"/>
                    </a:cubicBezTo>
                    <a:cubicBezTo>
                      <a:pt x="328121" y="33687"/>
                      <a:pt x="327740" y="33210"/>
                      <a:pt x="327455" y="32734"/>
                    </a:cubicBezTo>
                    <a:cubicBezTo>
                      <a:pt x="326121" y="30924"/>
                      <a:pt x="324692" y="29115"/>
                      <a:pt x="323168" y="27400"/>
                    </a:cubicBezTo>
                    <a:cubicBezTo>
                      <a:pt x="322883" y="27019"/>
                      <a:pt x="322597" y="26733"/>
                      <a:pt x="322311" y="26448"/>
                    </a:cubicBezTo>
                    <a:cubicBezTo>
                      <a:pt x="320692" y="24638"/>
                      <a:pt x="318977" y="22828"/>
                      <a:pt x="317168" y="21209"/>
                    </a:cubicBezTo>
                    <a:cubicBezTo>
                      <a:pt x="317072" y="21114"/>
                      <a:pt x="316882" y="20923"/>
                      <a:pt x="316787" y="20828"/>
                    </a:cubicBezTo>
                    <a:cubicBezTo>
                      <a:pt x="294308" y="-127"/>
                      <a:pt x="263256" y="-6509"/>
                      <a:pt x="239158" y="7398"/>
                    </a:cubicBezTo>
                    <a:cubicBezTo>
                      <a:pt x="214774" y="21495"/>
                      <a:pt x="204868" y="52165"/>
                      <a:pt x="212297" y="82455"/>
                    </a:cubicBezTo>
                    <a:lnTo>
                      <a:pt x="212202" y="82455"/>
                    </a:lnTo>
                    <a:cubicBezTo>
                      <a:pt x="210297" y="74168"/>
                      <a:pt x="207154" y="65786"/>
                      <a:pt x="202487" y="57880"/>
                    </a:cubicBezTo>
                    <a:cubicBezTo>
                      <a:pt x="201058" y="55404"/>
                      <a:pt x="199439" y="53022"/>
                      <a:pt x="197819" y="50736"/>
                    </a:cubicBezTo>
                    <a:cubicBezTo>
                      <a:pt x="197438" y="50260"/>
                      <a:pt x="197057" y="49784"/>
                      <a:pt x="196772" y="49308"/>
                    </a:cubicBezTo>
                    <a:cubicBezTo>
                      <a:pt x="195438" y="47498"/>
                      <a:pt x="194009" y="45688"/>
                      <a:pt x="192485" y="43974"/>
                    </a:cubicBezTo>
                    <a:cubicBezTo>
                      <a:pt x="192200" y="43593"/>
                      <a:pt x="191914" y="43307"/>
                      <a:pt x="191628" y="43021"/>
                    </a:cubicBezTo>
                    <a:cubicBezTo>
                      <a:pt x="190009" y="41211"/>
                      <a:pt x="188294" y="39402"/>
                      <a:pt x="186485" y="37782"/>
                    </a:cubicBezTo>
                    <a:cubicBezTo>
                      <a:pt x="186294" y="37687"/>
                      <a:pt x="186199" y="37497"/>
                      <a:pt x="186008" y="37401"/>
                    </a:cubicBezTo>
                    <a:cubicBezTo>
                      <a:pt x="184008" y="35592"/>
                      <a:pt x="182008" y="33877"/>
                      <a:pt x="179912" y="32258"/>
                    </a:cubicBezTo>
                    <a:lnTo>
                      <a:pt x="179912" y="32258"/>
                    </a:lnTo>
                    <a:lnTo>
                      <a:pt x="179912" y="32258"/>
                    </a:lnTo>
                    <a:cubicBezTo>
                      <a:pt x="158100" y="15494"/>
                      <a:pt x="130382" y="11303"/>
                      <a:pt x="108380" y="23971"/>
                    </a:cubicBezTo>
                    <a:cubicBezTo>
                      <a:pt x="77614" y="41783"/>
                      <a:pt x="69803" y="85884"/>
                      <a:pt x="90949" y="122460"/>
                    </a:cubicBezTo>
                    <a:cubicBezTo>
                      <a:pt x="94473" y="128460"/>
                      <a:pt x="98569" y="133890"/>
                      <a:pt x="102950" y="138652"/>
                    </a:cubicBezTo>
                    <a:cubicBezTo>
                      <a:pt x="102284" y="138081"/>
                      <a:pt x="101522" y="137604"/>
                      <a:pt x="100855" y="137033"/>
                    </a:cubicBezTo>
                    <a:lnTo>
                      <a:pt x="100855" y="137033"/>
                    </a:lnTo>
                    <a:lnTo>
                      <a:pt x="100855" y="137033"/>
                    </a:lnTo>
                    <a:cubicBezTo>
                      <a:pt x="79043" y="120269"/>
                      <a:pt x="51325" y="116078"/>
                      <a:pt x="29322" y="128746"/>
                    </a:cubicBezTo>
                    <a:cubicBezTo>
                      <a:pt x="-1444" y="146558"/>
                      <a:pt x="-9254" y="190659"/>
                      <a:pt x="11891" y="227235"/>
                    </a:cubicBezTo>
                    <a:cubicBezTo>
                      <a:pt x="15225" y="232759"/>
                      <a:pt x="19226" y="237998"/>
                      <a:pt x="23512" y="24276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79" name="Forme libre : forme 11578">
                <a:extLst>
                  <a:ext uri="{FF2B5EF4-FFF2-40B4-BE49-F238E27FC236}">
                    <a16:creationId xmlns:a16="http://schemas.microsoft.com/office/drawing/2014/main" id="{EEBBF495-CA3C-4D69-BD20-5B78FA9CFAC1}"/>
                  </a:ext>
                </a:extLst>
              </p:cNvPr>
              <p:cNvSpPr/>
              <p:nvPr/>
            </p:nvSpPr>
            <p:spPr>
              <a:xfrm>
                <a:off x="3722561" y="4451381"/>
                <a:ext cx="581178" cy="783939"/>
              </a:xfrm>
              <a:custGeom>
                <a:avLst/>
                <a:gdLst>
                  <a:gd name="connsiteX0" fmla="*/ 557858 w 581178"/>
                  <a:gd name="connsiteY0" fmla="*/ 541179 h 783939"/>
                  <a:gd name="connsiteX1" fmla="*/ 557858 w 581178"/>
                  <a:gd name="connsiteY1" fmla="*/ 541179 h 783939"/>
                  <a:gd name="connsiteX2" fmla="*/ 556715 w 581178"/>
                  <a:gd name="connsiteY2" fmla="*/ 539941 h 783939"/>
                  <a:gd name="connsiteX3" fmla="*/ 549666 w 581178"/>
                  <a:gd name="connsiteY3" fmla="*/ 533273 h 783939"/>
                  <a:gd name="connsiteX4" fmla="*/ 421650 w 581178"/>
                  <a:gd name="connsiteY4" fmla="*/ 441547 h 783939"/>
                  <a:gd name="connsiteX5" fmla="*/ 349546 w 581178"/>
                  <a:gd name="connsiteY5" fmla="*/ 394970 h 783939"/>
                  <a:gd name="connsiteX6" fmla="*/ 346879 w 581178"/>
                  <a:gd name="connsiteY6" fmla="*/ 392399 h 783939"/>
                  <a:gd name="connsiteX7" fmla="*/ 346974 w 581178"/>
                  <a:gd name="connsiteY7" fmla="*/ 393065 h 783939"/>
                  <a:gd name="connsiteX8" fmla="*/ 268869 w 581178"/>
                  <a:gd name="connsiteY8" fmla="*/ 301816 h 783939"/>
                  <a:gd name="connsiteX9" fmla="*/ 127137 w 581178"/>
                  <a:gd name="connsiteY9" fmla="*/ 63595 h 783939"/>
                  <a:gd name="connsiteX10" fmla="*/ 101896 w 581178"/>
                  <a:gd name="connsiteY10" fmla="*/ 4064 h 783939"/>
                  <a:gd name="connsiteX11" fmla="*/ 68844 w 581178"/>
                  <a:gd name="connsiteY11" fmla="*/ 50260 h 783939"/>
                  <a:gd name="connsiteX12" fmla="*/ 60652 w 581178"/>
                  <a:gd name="connsiteY12" fmla="*/ 55023 h 783939"/>
                  <a:gd name="connsiteX13" fmla="*/ 58462 w 581178"/>
                  <a:gd name="connsiteY13" fmla="*/ 55404 h 783939"/>
                  <a:gd name="connsiteX14" fmla="*/ 2645 w 581178"/>
                  <a:gd name="connsiteY14" fmla="*/ 61405 h 783939"/>
                  <a:gd name="connsiteX15" fmla="*/ 41602 w 581178"/>
                  <a:gd name="connsiteY15" fmla="*/ 112935 h 783939"/>
                  <a:gd name="connsiteX16" fmla="*/ 177334 w 581178"/>
                  <a:gd name="connsiteY16" fmla="*/ 354584 h 783939"/>
                  <a:gd name="connsiteX17" fmla="*/ 222196 w 581178"/>
                  <a:gd name="connsiteY17" fmla="*/ 556705 h 783939"/>
                  <a:gd name="connsiteX18" fmla="*/ 236960 w 581178"/>
                  <a:gd name="connsiteY18" fmla="*/ 709200 h 783939"/>
                  <a:gd name="connsiteX19" fmla="*/ 244580 w 581178"/>
                  <a:gd name="connsiteY19" fmla="*/ 735679 h 783939"/>
                  <a:gd name="connsiteX20" fmla="*/ 248200 w 581178"/>
                  <a:gd name="connsiteY20" fmla="*/ 742633 h 783939"/>
                  <a:gd name="connsiteX21" fmla="*/ 252867 w 581178"/>
                  <a:gd name="connsiteY21" fmla="*/ 749776 h 783939"/>
                  <a:gd name="connsiteX22" fmla="*/ 253915 w 581178"/>
                  <a:gd name="connsiteY22" fmla="*/ 751205 h 783939"/>
                  <a:gd name="connsiteX23" fmla="*/ 258201 w 581178"/>
                  <a:gd name="connsiteY23" fmla="*/ 756539 h 783939"/>
                  <a:gd name="connsiteX24" fmla="*/ 259058 w 581178"/>
                  <a:gd name="connsiteY24" fmla="*/ 757492 h 783939"/>
                  <a:gd name="connsiteX25" fmla="*/ 264202 w 581178"/>
                  <a:gd name="connsiteY25" fmla="*/ 762730 h 783939"/>
                  <a:gd name="connsiteX26" fmla="*/ 264583 w 581178"/>
                  <a:gd name="connsiteY26" fmla="*/ 763111 h 783939"/>
                  <a:gd name="connsiteX27" fmla="*/ 342211 w 581178"/>
                  <a:gd name="connsiteY27" fmla="*/ 776542 h 783939"/>
                  <a:gd name="connsiteX28" fmla="*/ 369072 w 581178"/>
                  <a:gd name="connsiteY28" fmla="*/ 701485 h 783939"/>
                  <a:gd name="connsiteX29" fmla="*/ 369167 w 581178"/>
                  <a:gd name="connsiteY29" fmla="*/ 701485 h 783939"/>
                  <a:gd name="connsiteX30" fmla="*/ 369929 w 581178"/>
                  <a:gd name="connsiteY30" fmla="*/ 704914 h 783939"/>
                  <a:gd name="connsiteX31" fmla="*/ 378787 w 581178"/>
                  <a:gd name="connsiteY31" fmla="*/ 726059 h 783939"/>
                  <a:gd name="connsiteX32" fmla="*/ 383455 w 581178"/>
                  <a:gd name="connsiteY32" fmla="*/ 733203 h 783939"/>
                  <a:gd name="connsiteX33" fmla="*/ 384502 w 581178"/>
                  <a:gd name="connsiteY33" fmla="*/ 734536 h 783939"/>
                  <a:gd name="connsiteX34" fmla="*/ 388789 w 581178"/>
                  <a:gd name="connsiteY34" fmla="*/ 739966 h 783939"/>
                  <a:gd name="connsiteX35" fmla="*/ 389646 w 581178"/>
                  <a:gd name="connsiteY35" fmla="*/ 740918 h 783939"/>
                  <a:gd name="connsiteX36" fmla="*/ 394790 w 581178"/>
                  <a:gd name="connsiteY36" fmla="*/ 746252 h 783939"/>
                  <a:gd name="connsiteX37" fmla="*/ 395170 w 581178"/>
                  <a:gd name="connsiteY37" fmla="*/ 746633 h 783939"/>
                  <a:gd name="connsiteX38" fmla="*/ 472799 w 581178"/>
                  <a:gd name="connsiteY38" fmla="*/ 760063 h 783939"/>
                  <a:gd name="connsiteX39" fmla="*/ 490230 w 581178"/>
                  <a:gd name="connsiteY39" fmla="*/ 661575 h 783939"/>
                  <a:gd name="connsiteX40" fmla="*/ 478228 w 581178"/>
                  <a:gd name="connsiteY40" fmla="*/ 645383 h 783939"/>
                  <a:gd name="connsiteX41" fmla="*/ 551857 w 581178"/>
                  <a:gd name="connsiteY41" fmla="*/ 655288 h 783939"/>
                  <a:gd name="connsiteX42" fmla="*/ 569287 w 581178"/>
                  <a:gd name="connsiteY42" fmla="*/ 556800 h 783939"/>
                  <a:gd name="connsiteX43" fmla="*/ 557858 w 581178"/>
                  <a:gd name="connsiteY43" fmla="*/ 541179 h 78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81178" h="783939">
                    <a:moveTo>
                      <a:pt x="557858" y="541179"/>
                    </a:moveTo>
                    <a:lnTo>
                      <a:pt x="557858" y="541179"/>
                    </a:lnTo>
                    <a:cubicBezTo>
                      <a:pt x="557953" y="541084"/>
                      <a:pt x="557477" y="540608"/>
                      <a:pt x="556715" y="539941"/>
                    </a:cubicBezTo>
                    <a:cubicBezTo>
                      <a:pt x="554428" y="537559"/>
                      <a:pt x="552143" y="535369"/>
                      <a:pt x="549666" y="533273"/>
                    </a:cubicBezTo>
                    <a:cubicBezTo>
                      <a:pt x="533378" y="518414"/>
                      <a:pt x="492326" y="483743"/>
                      <a:pt x="421650" y="441547"/>
                    </a:cubicBezTo>
                    <a:cubicBezTo>
                      <a:pt x="390503" y="422878"/>
                      <a:pt x="367643" y="408400"/>
                      <a:pt x="349546" y="394970"/>
                    </a:cubicBezTo>
                    <a:lnTo>
                      <a:pt x="346879" y="392399"/>
                    </a:lnTo>
                    <a:cubicBezTo>
                      <a:pt x="346879" y="392589"/>
                      <a:pt x="346974" y="392875"/>
                      <a:pt x="346974" y="393065"/>
                    </a:cubicBezTo>
                    <a:cubicBezTo>
                      <a:pt x="311827" y="366586"/>
                      <a:pt x="294777" y="343916"/>
                      <a:pt x="268869" y="301816"/>
                    </a:cubicBezTo>
                    <a:cubicBezTo>
                      <a:pt x="229245" y="237522"/>
                      <a:pt x="134852" y="77407"/>
                      <a:pt x="127137" y="63595"/>
                    </a:cubicBezTo>
                    <a:cubicBezTo>
                      <a:pt x="119422" y="49784"/>
                      <a:pt x="100658" y="20352"/>
                      <a:pt x="101896" y="4064"/>
                    </a:cubicBezTo>
                    <a:cubicBezTo>
                      <a:pt x="103134" y="-12224"/>
                      <a:pt x="64272" y="23971"/>
                      <a:pt x="68844" y="50260"/>
                    </a:cubicBezTo>
                    <a:lnTo>
                      <a:pt x="60652" y="55023"/>
                    </a:lnTo>
                    <a:cubicBezTo>
                      <a:pt x="59891" y="55118"/>
                      <a:pt x="59128" y="55213"/>
                      <a:pt x="58462" y="55404"/>
                    </a:cubicBezTo>
                    <a:cubicBezTo>
                      <a:pt x="37507" y="39211"/>
                      <a:pt x="-11928" y="54451"/>
                      <a:pt x="2645" y="61405"/>
                    </a:cubicBezTo>
                    <a:cubicBezTo>
                      <a:pt x="17409" y="68453"/>
                      <a:pt x="33411" y="99409"/>
                      <a:pt x="41602" y="112935"/>
                    </a:cubicBezTo>
                    <a:cubicBezTo>
                      <a:pt x="49794" y="126460"/>
                      <a:pt x="141425" y="288195"/>
                      <a:pt x="177334" y="354584"/>
                    </a:cubicBezTo>
                    <a:cubicBezTo>
                      <a:pt x="213338" y="420974"/>
                      <a:pt x="220387" y="446500"/>
                      <a:pt x="222196" y="556705"/>
                    </a:cubicBezTo>
                    <a:cubicBezTo>
                      <a:pt x="223530" y="634048"/>
                      <a:pt x="232007" y="685387"/>
                      <a:pt x="236960" y="709200"/>
                    </a:cubicBezTo>
                    <a:cubicBezTo>
                      <a:pt x="238008" y="718058"/>
                      <a:pt x="240485" y="727012"/>
                      <a:pt x="244580" y="735679"/>
                    </a:cubicBezTo>
                    <a:cubicBezTo>
                      <a:pt x="245723" y="738061"/>
                      <a:pt x="246866" y="740347"/>
                      <a:pt x="248200" y="742633"/>
                    </a:cubicBezTo>
                    <a:cubicBezTo>
                      <a:pt x="249628" y="745109"/>
                      <a:pt x="251248" y="747491"/>
                      <a:pt x="252867" y="749776"/>
                    </a:cubicBezTo>
                    <a:cubicBezTo>
                      <a:pt x="253248" y="750253"/>
                      <a:pt x="253534" y="750729"/>
                      <a:pt x="253915" y="751205"/>
                    </a:cubicBezTo>
                    <a:cubicBezTo>
                      <a:pt x="255248" y="753015"/>
                      <a:pt x="256677" y="754825"/>
                      <a:pt x="258201" y="756539"/>
                    </a:cubicBezTo>
                    <a:cubicBezTo>
                      <a:pt x="258487" y="756920"/>
                      <a:pt x="258773" y="757206"/>
                      <a:pt x="259058" y="757492"/>
                    </a:cubicBezTo>
                    <a:cubicBezTo>
                      <a:pt x="260677" y="759301"/>
                      <a:pt x="262392" y="761111"/>
                      <a:pt x="264202" y="762730"/>
                    </a:cubicBezTo>
                    <a:cubicBezTo>
                      <a:pt x="264297" y="762826"/>
                      <a:pt x="264487" y="763016"/>
                      <a:pt x="264583" y="763111"/>
                    </a:cubicBezTo>
                    <a:cubicBezTo>
                      <a:pt x="287062" y="784066"/>
                      <a:pt x="318113" y="790448"/>
                      <a:pt x="342211" y="776542"/>
                    </a:cubicBezTo>
                    <a:cubicBezTo>
                      <a:pt x="366595" y="762445"/>
                      <a:pt x="376501" y="731774"/>
                      <a:pt x="369072" y="701485"/>
                    </a:cubicBezTo>
                    <a:lnTo>
                      <a:pt x="369167" y="701485"/>
                    </a:lnTo>
                    <a:cubicBezTo>
                      <a:pt x="369453" y="702628"/>
                      <a:pt x="369643" y="703771"/>
                      <a:pt x="369929" y="704914"/>
                    </a:cubicBezTo>
                    <a:cubicBezTo>
                      <a:pt x="371929" y="712058"/>
                      <a:pt x="374882" y="719201"/>
                      <a:pt x="378787" y="726059"/>
                    </a:cubicBezTo>
                    <a:cubicBezTo>
                      <a:pt x="380216" y="728536"/>
                      <a:pt x="381835" y="730917"/>
                      <a:pt x="383455" y="733203"/>
                    </a:cubicBezTo>
                    <a:cubicBezTo>
                      <a:pt x="383836" y="733679"/>
                      <a:pt x="384121" y="734155"/>
                      <a:pt x="384502" y="734536"/>
                    </a:cubicBezTo>
                    <a:cubicBezTo>
                      <a:pt x="385836" y="736441"/>
                      <a:pt x="387265" y="738251"/>
                      <a:pt x="388789" y="739966"/>
                    </a:cubicBezTo>
                    <a:cubicBezTo>
                      <a:pt x="389075" y="740251"/>
                      <a:pt x="389360" y="740633"/>
                      <a:pt x="389646" y="740918"/>
                    </a:cubicBezTo>
                    <a:cubicBezTo>
                      <a:pt x="391265" y="742728"/>
                      <a:pt x="392980" y="744538"/>
                      <a:pt x="394790" y="746252"/>
                    </a:cubicBezTo>
                    <a:cubicBezTo>
                      <a:pt x="394885" y="746347"/>
                      <a:pt x="395075" y="746538"/>
                      <a:pt x="395170" y="746633"/>
                    </a:cubicBezTo>
                    <a:cubicBezTo>
                      <a:pt x="417650" y="767588"/>
                      <a:pt x="448701" y="773970"/>
                      <a:pt x="472799" y="760063"/>
                    </a:cubicBezTo>
                    <a:cubicBezTo>
                      <a:pt x="503565" y="742252"/>
                      <a:pt x="511376" y="698151"/>
                      <a:pt x="490230" y="661575"/>
                    </a:cubicBezTo>
                    <a:cubicBezTo>
                      <a:pt x="486706" y="655574"/>
                      <a:pt x="482610" y="650145"/>
                      <a:pt x="478228" y="645383"/>
                    </a:cubicBezTo>
                    <a:cubicBezTo>
                      <a:pt x="500326" y="663480"/>
                      <a:pt x="529187" y="668433"/>
                      <a:pt x="551857" y="655288"/>
                    </a:cubicBezTo>
                    <a:cubicBezTo>
                      <a:pt x="582623" y="637477"/>
                      <a:pt x="590433" y="593376"/>
                      <a:pt x="569287" y="556800"/>
                    </a:cubicBezTo>
                    <a:cubicBezTo>
                      <a:pt x="566144" y="551085"/>
                      <a:pt x="562144" y="545846"/>
                      <a:pt x="557858" y="541179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80" name="Forme libre : forme 11579">
                <a:extLst>
                  <a:ext uri="{FF2B5EF4-FFF2-40B4-BE49-F238E27FC236}">
                    <a16:creationId xmlns:a16="http://schemas.microsoft.com/office/drawing/2014/main" id="{B5782032-326F-4327-AB38-B77F85B1725C}"/>
                  </a:ext>
                </a:extLst>
              </p:cNvPr>
              <p:cNvSpPr/>
              <p:nvPr/>
            </p:nvSpPr>
            <p:spPr>
              <a:xfrm>
                <a:off x="4153291" y="2413872"/>
                <a:ext cx="784034" cy="581369"/>
              </a:xfrm>
              <a:custGeom>
                <a:avLst/>
                <a:gdLst>
                  <a:gd name="connsiteX0" fmla="*/ 4064 w 784034"/>
                  <a:gd name="connsiteY0" fmla="*/ 479474 h 581369"/>
                  <a:gd name="connsiteX1" fmla="*/ 50355 w 784034"/>
                  <a:gd name="connsiteY1" fmla="*/ 512525 h 581369"/>
                  <a:gd name="connsiteX2" fmla="*/ 55118 w 784034"/>
                  <a:gd name="connsiteY2" fmla="*/ 520717 h 581369"/>
                  <a:gd name="connsiteX3" fmla="*/ 55499 w 784034"/>
                  <a:gd name="connsiteY3" fmla="*/ 522908 h 581369"/>
                  <a:gd name="connsiteX4" fmla="*/ 61595 w 784034"/>
                  <a:gd name="connsiteY4" fmla="*/ 578724 h 581369"/>
                  <a:gd name="connsiteX5" fmla="*/ 113125 w 784034"/>
                  <a:gd name="connsiteY5" fmla="*/ 539767 h 581369"/>
                  <a:gd name="connsiteX6" fmla="*/ 354679 w 784034"/>
                  <a:gd name="connsiteY6" fmla="*/ 403940 h 581369"/>
                  <a:gd name="connsiteX7" fmla="*/ 556799 w 784034"/>
                  <a:gd name="connsiteY7" fmla="*/ 358982 h 581369"/>
                  <a:gd name="connsiteX8" fmla="*/ 709199 w 784034"/>
                  <a:gd name="connsiteY8" fmla="*/ 344219 h 581369"/>
                  <a:gd name="connsiteX9" fmla="*/ 742632 w 784034"/>
                  <a:gd name="connsiteY9" fmla="*/ 332979 h 581369"/>
                  <a:gd name="connsiteX10" fmla="*/ 749776 w 784034"/>
                  <a:gd name="connsiteY10" fmla="*/ 328312 h 581369"/>
                  <a:gd name="connsiteX11" fmla="*/ 751205 w 784034"/>
                  <a:gd name="connsiteY11" fmla="*/ 327264 h 581369"/>
                  <a:gd name="connsiteX12" fmla="*/ 756539 w 784034"/>
                  <a:gd name="connsiteY12" fmla="*/ 322978 h 581369"/>
                  <a:gd name="connsiteX13" fmla="*/ 757491 w 784034"/>
                  <a:gd name="connsiteY13" fmla="*/ 322121 h 581369"/>
                  <a:gd name="connsiteX14" fmla="*/ 762825 w 784034"/>
                  <a:gd name="connsiteY14" fmla="*/ 316977 h 581369"/>
                  <a:gd name="connsiteX15" fmla="*/ 763206 w 784034"/>
                  <a:gd name="connsiteY15" fmla="*/ 316596 h 581369"/>
                  <a:gd name="connsiteX16" fmla="*/ 776637 w 784034"/>
                  <a:gd name="connsiteY16" fmla="*/ 238967 h 581369"/>
                  <a:gd name="connsiteX17" fmla="*/ 701579 w 784034"/>
                  <a:gd name="connsiteY17" fmla="*/ 212107 h 581369"/>
                  <a:gd name="connsiteX18" fmla="*/ 701579 w 784034"/>
                  <a:gd name="connsiteY18" fmla="*/ 212012 h 581369"/>
                  <a:gd name="connsiteX19" fmla="*/ 726154 w 784034"/>
                  <a:gd name="connsiteY19" fmla="*/ 202296 h 581369"/>
                  <a:gd name="connsiteX20" fmla="*/ 733298 w 784034"/>
                  <a:gd name="connsiteY20" fmla="*/ 197629 h 581369"/>
                  <a:gd name="connsiteX21" fmla="*/ 734726 w 784034"/>
                  <a:gd name="connsiteY21" fmla="*/ 196581 h 581369"/>
                  <a:gd name="connsiteX22" fmla="*/ 740061 w 784034"/>
                  <a:gd name="connsiteY22" fmla="*/ 192295 h 581369"/>
                  <a:gd name="connsiteX23" fmla="*/ 741013 w 784034"/>
                  <a:gd name="connsiteY23" fmla="*/ 191438 h 581369"/>
                  <a:gd name="connsiteX24" fmla="*/ 746347 w 784034"/>
                  <a:gd name="connsiteY24" fmla="*/ 186294 h 581369"/>
                  <a:gd name="connsiteX25" fmla="*/ 746728 w 784034"/>
                  <a:gd name="connsiteY25" fmla="*/ 185913 h 581369"/>
                  <a:gd name="connsiteX26" fmla="*/ 760158 w 784034"/>
                  <a:gd name="connsiteY26" fmla="*/ 108284 h 581369"/>
                  <a:gd name="connsiteX27" fmla="*/ 661670 w 784034"/>
                  <a:gd name="connsiteY27" fmla="*/ 90854 h 581369"/>
                  <a:gd name="connsiteX28" fmla="*/ 645477 w 784034"/>
                  <a:gd name="connsiteY28" fmla="*/ 102950 h 581369"/>
                  <a:gd name="connsiteX29" fmla="*/ 655288 w 784034"/>
                  <a:gd name="connsiteY29" fmla="*/ 29322 h 581369"/>
                  <a:gd name="connsiteX30" fmla="*/ 556799 w 784034"/>
                  <a:gd name="connsiteY30" fmla="*/ 11891 h 581369"/>
                  <a:gd name="connsiteX31" fmla="*/ 540988 w 784034"/>
                  <a:gd name="connsiteY31" fmla="*/ 23512 h 581369"/>
                  <a:gd name="connsiteX32" fmla="*/ 540893 w 784034"/>
                  <a:gd name="connsiteY32" fmla="*/ 23417 h 581369"/>
                  <a:gd name="connsiteX33" fmla="*/ 539750 w 784034"/>
                  <a:gd name="connsiteY33" fmla="*/ 24560 h 581369"/>
                  <a:gd name="connsiteX34" fmla="*/ 533082 w 784034"/>
                  <a:gd name="connsiteY34" fmla="*/ 31608 h 581369"/>
                  <a:gd name="connsiteX35" fmla="*/ 441356 w 784034"/>
                  <a:gd name="connsiteY35" fmla="*/ 159624 h 581369"/>
                  <a:gd name="connsiteX36" fmla="*/ 394779 w 784034"/>
                  <a:gd name="connsiteY36" fmla="*/ 231728 h 581369"/>
                  <a:gd name="connsiteX37" fmla="*/ 392207 w 784034"/>
                  <a:gd name="connsiteY37" fmla="*/ 234395 h 581369"/>
                  <a:gd name="connsiteX38" fmla="*/ 392874 w 784034"/>
                  <a:gd name="connsiteY38" fmla="*/ 234300 h 581369"/>
                  <a:gd name="connsiteX39" fmla="*/ 301720 w 784034"/>
                  <a:gd name="connsiteY39" fmla="*/ 312405 h 581369"/>
                  <a:gd name="connsiteX40" fmla="*/ 63595 w 784034"/>
                  <a:gd name="connsiteY40" fmla="*/ 454232 h 581369"/>
                  <a:gd name="connsiteX41" fmla="*/ 4064 w 784034"/>
                  <a:gd name="connsiteY41" fmla="*/ 479474 h 581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784034" h="581369">
                    <a:moveTo>
                      <a:pt x="4064" y="479474"/>
                    </a:moveTo>
                    <a:cubicBezTo>
                      <a:pt x="-12224" y="478235"/>
                      <a:pt x="23971" y="517002"/>
                      <a:pt x="50355" y="512525"/>
                    </a:cubicBezTo>
                    <a:lnTo>
                      <a:pt x="55118" y="520717"/>
                    </a:lnTo>
                    <a:cubicBezTo>
                      <a:pt x="55213" y="521479"/>
                      <a:pt x="55308" y="522241"/>
                      <a:pt x="55499" y="522908"/>
                    </a:cubicBezTo>
                    <a:cubicBezTo>
                      <a:pt x="39306" y="543863"/>
                      <a:pt x="54641" y="593298"/>
                      <a:pt x="61595" y="578724"/>
                    </a:cubicBezTo>
                    <a:cubicBezTo>
                      <a:pt x="68643" y="563960"/>
                      <a:pt x="99599" y="547863"/>
                      <a:pt x="113125" y="539767"/>
                    </a:cubicBezTo>
                    <a:cubicBezTo>
                      <a:pt x="126746" y="531575"/>
                      <a:pt x="288290" y="439945"/>
                      <a:pt x="354679" y="403940"/>
                    </a:cubicBezTo>
                    <a:cubicBezTo>
                      <a:pt x="421068" y="367936"/>
                      <a:pt x="446500" y="360887"/>
                      <a:pt x="556799" y="358982"/>
                    </a:cubicBezTo>
                    <a:cubicBezTo>
                      <a:pt x="634142" y="357649"/>
                      <a:pt x="685482" y="349172"/>
                      <a:pt x="709199" y="344219"/>
                    </a:cubicBezTo>
                    <a:cubicBezTo>
                      <a:pt x="720439" y="342885"/>
                      <a:pt x="731869" y="339170"/>
                      <a:pt x="742632" y="332979"/>
                    </a:cubicBezTo>
                    <a:cubicBezTo>
                      <a:pt x="745109" y="331550"/>
                      <a:pt x="747490" y="329931"/>
                      <a:pt x="749776" y="328312"/>
                    </a:cubicBezTo>
                    <a:cubicBezTo>
                      <a:pt x="750252" y="327931"/>
                      <a:pt x="750729" y="327645"/>
                      <a:pt x="751205" y="327264"/>
                    </a:cubicBezTo>
                    <a:cubicBezTo>
                      <a:pt x="753110" y="325931"/>
                      <a:pt x="754824" y="324502"/>
                      <a:pt x="756539" y="322978"/>
                    </a:cubicBezTo>
                    <a:cubicBezTo>
                      <a:pt x="756824" y="322692"/>
                      <a:pt x="757205" y="322406"/>
                      <a:pt x="757491" y="322121"/>
                    </a:cubicBezTo>
                    <a:cubicBezTo>
                      <a:pt x="759301" y="320501"/>
                      <a:pt x="761111" y="318787"/>
                      <a:pt x="762825" y="316977"/>
                    </a:cubicBezTo>
                    <a:cubicBezTo>
                      <a:pt x="762920" y="316882"/>
                      <a:pt x="763111" y="316691"/>
                      <a:pt x="763206" y="316596"/>
                    </a:cubicBezTo>
                    <a:cubicBezTo>
                      <a:pt x="784161" y="294117"/>
                      <a:pt x="790543" y="263066"/>
                      <a:pt x="776637" y="238967"/>
                    </a:cubicBezTo>
                    <a:cubicBezTo>
                      <a:pt x="762539" y="214583"/>
                      <a:pt x="731869" y="204677"/>
                      <a:pt x="701579" y="212107"/>
                    </a:cubicBezTo>
                    <a:lnTo>
                      <a:pt x="701579" y="212012"/>
                    </a:lnTo>
                    <a:cubicBezTo>
                      <a:pt x="709866" y="210107"/>
                      <a:pt x="718248" y="206964"/>
                      <a:pt x="726154" y="202296"/>
                    </a:cubicBezTo>
                    <a:cubicBezTo>
                      <a:pt x="728630" y="200867"/>
                      <a:pt x="731012" y="199248"/>
                      <a:pt x="733298" y="197629"/>
                    </a:cubicBezTo>
                    <a:cubicBezTo>
                      <a:pt x="733774" y="197248"/>
                      <a:pt x="734250" y="196962"/>
                      <a:pt x="734726" y="196581"/>
                    </a:cubicBezTo>
                    <a:cubicBezTo>
                      <a:pt x="736631" y="195248"/>
                      <a:pt x="738346" y="193819"/>
                      <a:pt x="740061" y="192295"/>
                    </a:cubicBezTo>
                    <a:cubicBezTo>
                      <a:pt x="740346" y="192009"/>
                      <a:pt x="740727" y="191723"/>
                      <a:pt x="741013" y="191438"/>
                    </a:cubicBezTo>
                    <a:cubicBezTo>
                      <a:pt x="742823" y="189818"/>
                      <a:pt x="744632" y="188104"/>
                      <a:pt x="746347" y="186294"/>
                    </a:cubicBezTo>
                    <a:cubicBezTo>
                      <a:pt x="746442" y="186199"/>
                      <a:pt x="746633" y="186008"/>
                      <a:pt x="746728" y="185913"/>
                    </a:cubicBezTo>
                    <a:cubicBezTo>
                      <a:pt x="767683" y="163434"/>
                      <a:pt x="774065" y="132383"/>
                      <a:pt x="760158" y="108284"/>
                    </a:cubicBezTo>
                    <a:cubicBezTo>
                      <a:pt x="742346" y="77519"/>
                      <a:pt x="698246" y="69708"/>
                      <a:pt x="661670" y="90854"/>
                    </a:cubicBezTo>
                    <a:cubicBezTo>
                      <a:pt x="655669" y="94378"/>
                      <a:pt x="650240" y="98474"/>
                      <a:pt x="645477" y="102950"/>
                    </a:cubicBezTo>
                    <a:cubicBezTo>
                      <a:pt x="663575" y="80852"/>
                      <a:pt x="668432" y="51992"/>
                      <a:pt x="655288" y="29322"/>
                    </a:cubicBezTo>
                    <a:cubicBezTo>
                      <a:pt x="637476" y="-1444"/>
                      <a:pt x="593375" y="-9254"/>
                      <a:pt x="556799" y="11891"/>
                    </a:cubicBezTo>
                    <a:cubicBezTo>
                      <a:pt x="550989" y="15320"/>
                      <a:pt x="545750" y="19226"/>
                      <a:pt x="540988" y="23512"/>
                    </a:cubicBezTo>
                    <a:lnTo>
                      <a:pt x="540893" y="23417"/>
                    </a:lnTo>
                    <a:cubicBezTo>
                      <a:pt x="540893" y="23417"/>
                      <a:pt x="540416" y="23893"/>
                      <a:pt x="539750" y="24560"/>
                    </a:cubicBezTo>
                    <a:cubicBezTo>
                      <a:pt x="537369" y="26846"/>
                      <a:pt x="535178" y="29132"/>
                      <a:pt x="533082" y="31608"/>
                    </a:cubicBezTo>
                    <a:cubicBezTo>
                      <a:pt x="518223" y="47896"/>
                      <a:pt x="483552" y="89044"/>
                      <a:pt x="441356" y="159624"/>
                    </a:cubicBezTo>
                    <a:cubicBezTo>
                      <a:pt x="422687" y="190771"/>
                      <a:pt x="408209" y="213631"/>
                      <a:pt x="394779" y="231728"/>
                    </a:cubicBezTo>
                    <a:lnTo>
                      <a:pt x="392207" y="234395"/>
                    </a:lnTo>
                    <a:cubicBezTo>
                      <a:pt x="392398" y="234395"/>
                      <a:pt x="392684" y="234300"/>
                      <a:pt x="392874" y="234300"/>
                    </a:cubicBezTo>
                    <a:cubicBezTo>
                      <a:pt x="366395" y="269447"/>
                      <a:pt x="343725" y="286497"/>
                      <a:pt x="301720" y="312405"/>
                    </a:cubicBezTo>
                    <a:cubicBezTo>
                      <a:pt x="237426" y="352029"/>
                      <a:pt x="77406" y="446517"/>
                      <a:pt x="63595" y="454232"/>
                    </a:cubicBezTo>
                    <a:cubicBezTo>
                      <a:pt x="49688" y="461948"/>
                      <a:pt x="20351" y="480712"/>
                      <a:pt x="4064" y="47947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81" name="Forme libre : forme 11580">
                <a:extLst>
                  <a:ext uri="{FF2B5EF4-FFF2-40B4-BE49-F238E27FC236}">
                    <a16:creationId xmlns:a16="http://schemas.microsoft.com/office/drawing/2014/main" id="{BCF82E5D-FB58-4417-99B9-B1F22F05DA37}"/>
                  </a:ext>
                </a:extLst>
              </p:cNvPr>
              <p:cNvSpPr/>
              <p:nvPr/>
            </p:nvSpPr>
            <p:spPr>
              <a:xfrm>
                <a:off x="1482991" y="4020841"/>
                <a:ext cx="784000" cy="581464"/>
              </a:xfrm>
              <a:custGeom>
                <a:avLst/>
                <a:gdLst>
                  <a:gd name="connsiteX0" fmla="*/ 779936 w 784000"/>
                  <a:gd name="connsiteY0" fmla="*/ 101896 h 581464"/>
                  <a:gd name="connsiteX1" fmla="*/ 733645 w 784000"/>
                  <a:gd name="connsiteY1" fmla="*/ 68844 h 581464"/>
                  <a:gd name="connsiteX2" fmla="*/ 728882 w 784000"/>
                  <a:gd name="connsiteY2" fmla="*/ 60653 h 581464"/>
                  <a:gd name="connsiteX3" fmla="*/ 728501 w 784000"/>
                  <a:gd name="connsiteY3" fmla="*/ 58462 h 581464"/>
                  <a:gd name="connsiteX4" fmla="*/ 722405 w 784000"/>
                  <a:gd name="connsiteY4" fmla="*/ 2645 h 581464"/>
                  <a:gd name="connsiteX5" fmla="*/ 670875 w 784000"/>
                  <a:gd name="connsiteY5" fmla="*/ 41603 h 581464"/>
                  <a:gd name="connsiteX6" fmla="*/ 429321 w 784000"/>
                  <a:gd name="connsiteY6" fmla="*/ 177429 h 581464"/>
                  <a:gd name="connsiteX7" fmla="*/ 227201 w 784000"/>
                  <a:gd name="connsiteY7" fmla="*/ 222387 h 581464"/>
                  <a:gd name="connsiteX8" fmla="*/ 74801 w 784000"/>
                  <a:gd name="connsiteY8" fmla="*/ 237151 h 581464"/>
                  <a:gd name="connsiteX9" fmla="*/ 69657 w 784000"/>
                  <a:gd name="connsiteY9" fmla="*/ 237913 h 581464"/>
                  <a:gd name="connsiteX10" fmla="*/ 41368 w 784000"/>
                  <a:gd name="connsiteY10" fmla="*/ 248486 h 581464"/>
                  <a:gd name="connsiteX11" fmla="*/ 34224 w 784000"/>
                  <a:gd name="connsiteY11" fmla="*/ 253153 h 581464"/>
                  <a:gd name="connsiteX12" fmla="*/ 32795 w 784000"/>
                  <a:gd name="connsiteY12" fmla="*/ 254201 h 581464"/>
                  <a:gd name="connsiteX13" fmla="*/ 27461 w 784000"/>
                  <a:gd name="connsiteY13" fmla="*/ 258487 h 581464"/>
                  <a:gd name="connsiteX14" fmla="*/ 26509 w 784000"/>
                  <a:gd name="connsiteY14" fmla="*/ 259344 h 581464"/>
                  <a:gd name="connsiteX15" fmla="*/ 21175 w 784000"/>
                  <a:gd name="connsiteY15" fmla="*/ 264488 h 581464"/>
                  <a:gd name="connsiteX16" fmla="*/ 20794 w 784000"/>
                  <a:gd name="connsiteY16" fmla="*/ 264868 h 581464"/>
                  <a:gd name="connsiteX17" fmla="*/ 15650 w 784000"/>
                  <a:gd name="connsiteY17" fmla="*/ 270965 h 581464"/>
                  <a:gd name="connsiteX18" fmla="*/ 15650 w 784000"/>
                  <a:gd name="connsiteY18" fmla="*/ 270965 h 581464"/>
                  <a:gd name="connsiteX19" fmla="*/ 15650 w 784000"/>
                  <a:gd name="connsiteY19" fmla="*/ 270965 h 581464"/>
                  <a:gd name="connsiteX20" fmla="*/ 7459 w 784000"/>
                  <a:gd name="connsiteY20" fmla="*/ 342497 h 581464"/>
                  <a:gd name="connsiteX21" fmla="*/ 82516 w 784000"/>
                  <a:gd name="connsiteY21" fmla="*/ 369358 h 581464"/>
                  <a:gd name="connsiteX22" fmla="*/ 82516 w 784000"/>
                  <a:gd name="connsiteY22" fmla="*/ 369453 h 581464"/>
                  <a:gd name="connsiteX23" fmla="*/ 57941 w 784000"/>
                  <a:gd name="connsiteY23" fmla="*/ 379168 h 581464"/>
                  <a:gd name="connsiteX24" fmla="*/ 50798 w 784000"/>
                  <a:gd name="connsiteY24" fmla="*/ 383836 h 581464"/>
                  <a:gd name="connsiteX25" fmla="*/ 49369 w 784000"/>
                  <a:gd name="connsiteY25" fmla="*/ 384884 h 581464"/>
                  <a:gd name="connsiteX26" fmla="*/ 44035 w 784000"/>
                  <a:gd name="connsiteY26" fmla="*/ 389170 h 581464"/>
                  <a:gd name="connsiteX27" fmla="*/ 43082 w 784000"/>
                  <a:gd name="connsiteY27" fmla="*/ 390027 h 581464"/>
                  <a:gd name="connsiteX28" fmla="*/ 37748 w 784000"/>
                  <a:gd name="connsiteY28" fmla="*/ 395171 h 581464"/>
                  <a:gd name="connsiteX29" fmla="*/ 37367 w 784000"/>
                  <a:gd name="connsiteY29" fmla="*/ 395551 h 581464"/>
                  <a:gd name="connsiteX30" fmla="*/ 23937 w 784000"/>
                  <a:gd name="connsiteY30" fmla="*/ 473180 h 581464"/>
                  <a:gd name="connsiteX31" fmla="*/ 122426 w 784000"/>
                  <a:gd name="connsiteY31" fmla="*/ 490611 h 581464"/>
                  <a:gd name="connsiteX32" fmla="*/ 138618 w 784000"/>
                  <a:gd name="connsiteY32" fmla="*/ 478514 h 581464"/>
                  <a:gd name="connsiteX33" fmla="*/ 128807 w 784000"/>
                  <a:gd name="connsiteY33" fmla="*/ 552143 h 581464"/>
                  <a:gd name="connsiteX34" fmla="*/ 227296 w 784000"/>
                  <a:gd name="connsiteY34" fmla="*/ 569573 h 581464"/>
                  <a:gd name="connsiteX35" fmla="*/ 243107 w 784000"/>
                  <a:gd name="connsiteY35" fmla="*/ 557953 h 581464"/>
                  <a:gd name="connsiteX36" fmla="*/ 243203 w 784000"/>
                  <a:gd name="connsiteY36" fmla="*/ 558048 h 581464"/>
                  <a:gd name="connsiteX37" fmla="*/ 244346 w 784000"/>
                  <a:gd name="connsiteY37" fmla="*/ 556905 h 581464"/>
                  <a:gd name="connsiteX38" fmla="*/ 251013 w 784000"/>
                  <a:gd name="connsiteY38" fmla="*/ 549857 h 581464"/>
                  <a:gd name="connsiteX39" fmla="*/ 342739 w 784000"/>
                  <a:gd name="connsiteY39" fmla="*/ 421841 h 581464"/>
                  <a:gd name="connsiteX40" fmla="*/ 389316 w 784000"/>
                  <a:gd name="connsiteY40" fmla="*/ 349736 h 581464"/>
                  <a:gd name="connsiteX41" fmla="*/ 391888 w 784000"/>
                  <a:gd name="connsiteY41" fmla="*/ 347069 h 581464"/>
                  <a:gd name="connsiteX42" fmla="*/ 391221 w 784000"/>
                  <a:gd name="connsiteY42" fmla="*/ 347165 h 581464"/>
                  <a:gd name="connsiteX43" fmla="*/ 482375 w 784000"/>
                  <a:gd name="connsiteY43" fmla="*/ 269060 h 581464"/>
                  <a:gd name="connsiteX44" fmla="*/ 720501 w 784000"/>
                  <a:gd name="connsiteY44" fmla="*/ 127232 h 581464"/>
                  <a:gd name="connsiteX45" fmla="*/ 779936 w 784000"/>
                  <a:gd name="connsiteY45" fmla="*/ 101896 h 581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84000" h="581464">
                    <a:moveTo>
                      <a:pt x="779936" y="101896"/>
                    </a:moveTo>
                    <a:cubicBezTo>
                      <a:pt x="796224" y="103134"/>
                      <a:pt x="760029" y="64367"/>
                      <a:pt x="733645" y="68844"/>
                    </a:cubicBezTo>
                    <a:lnTo>
                      <a:pt x="728882" y="60653"/>
                    </a:lnTo>
                    <a:cubicBezTo>
                      <a:pt x="728787" y="59891"/>
                      <a:pt x="728692" y="59129"/>
                      <a:pt x="728501" y="58462"/>
                    </a:cubicBezTo>
                    <a:cubicBezTo>
                      <a:pt x="744694" y="37507"/>
                      <a:pt x="729359" y="-11928"/>
                      <a:pt x="722405" y="2645"/>
                    </a:cubicBezTo>
                    <a:cubicBezTo>
                      <a:pt x="715357" y="17409"/>
                      <a:pt x="684401" y="33506"/>
                      <a:pt x="670875" y="41603"/>
                    </a:cubicBezTo>
                    <a:cubicBezTo>
                      <a:pt x="657255" y="49794"/>
                      <a:pt x="495710" y="141425"/>
                      <a:pt x="429321" y="177429"/>
                    </a:cubicBezTo>
                    <a:cubicBezTo>
                      <a:pt x="362932" y="213434"/>
                      <a:pt x="337500" y="220482"/>
                      <a:pt x="227201" y="222387"/>
                    </a:cubicBezTo>
                    <a:cubicBezTo>
                      <a:pt x="149858" y="223721"/>
                      <a:pt x="98518" y="232198"/>
                      <a:pt x="74801" y="237151"/>
                    </a:cubicBezTo>
                    <a:cubicBezTo>
                      <a:pt x="73086" y="237341"/>
                      <a:pt x="71372" y="237532"/>
                      <a:pt x="69657" y="237913"/>
                    </a:cubicBezTo>
                    <a:cubicBezTo>
                      <a:pt x="60132" y="239723"/>
                      <a:pt x="50512" y="243151"/>
                      <a:pt x="41368" y="248486"/>
                    </a:cubicBezTo>
                    <a:cubicBezTo>
                      <a:pt x="38891" y="249914"/>
                      <a:pt x="36510" y="251534"/>
                      <a:pt x="34224" y="253153"/>
                    </a:cubicBezTo>
                    <a:cubicBezTo>
                      <a:pt x="33748" y="253534"/>
                      <a:pt x="33272" y="253820"/>
                      <a:pt x="32795" y="254201"/>
                    </a:cubicBezTo>
                    <a:cubicBezTo>
                      <a:pt x="30890" y="255534"/>
                      <a:pt x="29176" y="256963"/>
                      <a:pt x="27461" y="258487"/>
                    </a:cubicBezTo>
                    <a:cubicBezTo>
                      <a:pt x="27176" y="258773"/>
                      <a:pt x="26795" y="259058"/>
                      <a:pt x="26509" y="259344"/>
                    </a:cubicBezTo>
                    <a:cubicBezTo>
                      <a:pt x="24699" y="260963"/>
                      <a:pt x="22889" y="262678"/>
                      <a:pt x="21175" y="264488"/>
                    </a:cubicBezTo>
                    <a:cubicBezTo>
                      <a:pt x="21080" y="264583"/>
                      <a:pt x="20889" y="264773"/>
                      <a:pt x="20794" y="264868"/>
                    </a:cubicBezTo>
                    <a:cubicBezTo>
                      <a:pt x="18984" y="266869"/>
                      <a:pt x="17270" y="268869"/>
                      <a:pt x="15650" y="270965"/>
                    </a:cubicBezTo>
                    <a:lnTo>
                      <a:pt x="15650" y="270965"/>
                    </a:lnTo>
                    <a:lnTo>
                      <a:pt x="15650" y="270965"/>
                    </a:lnTo>
                    <a:cubicBezTo>
                      <a:pt x="-1114" y="292777"/>
                      <a:pt x="-5305" y="320495"/>
                      <a:pt x="7459" y="342497"/>
                    </a:cubicBezTo>
                    <a:cubicBezTo>
                      <a:pt x="21556" y="366881"/>
                      <a:pt x="52226" y="376787"/>
                      <a:pt x="82516" y="369358"/>
                    </a:cubicBezTo>
                    <a:lnTo>
                      <a:pt x="82516" y="369453"/>
                    </a:lnTo>
                    <a:cubicBezTo>
                      <a:pt x="74229" y="371358"/>
                      <a:pt x="65847" y="374501"/>
                      <a:pt x="57941" y="379168"/>
                    </a:cubicBezTo>
                    <a:cubicBezTo>
                      <a:pt x="55465" y="380597"/>
                      <a:pt x="53084" y="382217"/>
                      <a:pt x="50798" y="383836"/>
                    </a:cubicBezTo>
                    <a:cubicBezTo>
                      <a:pt x="50321" y="384217"/>
                      <a:pt x="49845" y="384503"/>
                      <a:pt x="49369" y="384884"/>
                    </a:cubicBezTo>
                    <a:cubicBezTo>
                      <a:pt x="47464" y="386217"/>
                      <a:pt x="45749" y="387646"/>
                      <a:pt x="44035" y="389170"/>
                    </a:cubicBezTo>
                    <a:cubicBezTo>
                      <a:pt x="43749" y="389456"/>
                      <a:pt x="43368" y="389741"/>
                      <a:pt x="43082" y="390027"/>
                    </a:cubicBezTo>
                    <a:cubicBezTo>
                      <a:pt x="41273" y="391647"/>
                      <a:pt x="39463" y="393361"/>
                      <a:pt x="37748" y="395171"/>
                    </a:cubicBezTo>
                    <a:cubicBezTo>
                      <a:pt x="37653" y="395266"/>
                      <a:pt x="37463" y="395456"/>
                      <a:pt x="37367" y="395551"/>
                    </a:cubicBezTo>
                    <a:cubicBezTo>
                      <a:pt x="16412" y="418031"/>
                      <a:pt x="10031" y="449082"/>
                      <a:pt x="23937" y="473180"/>
                    </a:cubicBezTo>
                    <a:cubicBezTo>
                      <a:pt x="41749" y="503946"/>
                      <a:pt x="85850" y="511757"/>
                      <a:pt x="122426" y="490611"/>
                    </a:cubicBezTo>
                    <a:cubicBezTo>
                      <a:pt x="128426" y="487087"/>
                      <a:pt x="133856" y="482991"/>
                      <a:pt x="138618" y="478514"/>
                    </a:cubicBezTo>
                    <a:cubicBezTo>
                      <a:pt x="120521" y="500612"/>
                      <a:pt x="115663" y="529473"/>
                      <a:pt x="128807" y="552143"/>
                    </a:cubicBezTo>
                    <a:cubicBezTo>
                      <a:pt x="146619" y="582908"/>
                      <a:pt x="190720" y="590719"/>
                      <a:pt x="227296" y="569573"/>
                    </a:cubicBezTo>
                    <a:cubicBezTo>
                      <a:pt x="233106" y="566144"/>
                      <a:pt x="238345" y="562239"/>
                      <a:pt x="243107" y="557953"/>
                    </a:cubicBezTo>
                    <a:lnTo>
                      <a:pt x="243203" y="558048"/>
                    </a:lnTo>
                    <a:cubicBezTo>
                      <a:pt x="243203" y="558048"/>
                      <a:pt x="243679" y="557572"/>
                      <a:pt x="244346" y="556905"/>
                    </a:cubicBezTo>
                    <a:cubicBezTo>
                      <a:pt x="246727" y="554619"/>
                      <a:pt x="248918" y="552333"/>
                      <a:pt x="251013" y="549857"/>
                    </a:cubicBezTo>
                    <a:cubicBezTo>
                      <a:pt x="265872" y="533569"/>
                      <a:pt x="300543" y="492421"/>
                      <a:pt x="342739" y="421841"/>
                    </a:cubicBezTo>
                    <a:cubicBezTo>
                      <a:pt x="361408" y="390694"/>
                      <a:pt x="375886" y="367834"/>
                      <a:pt x="389316" y="349736"/>
                    </a:cubicBezTo>
                    <a:lnTo>
                      <a:pt x="391888" y="347069"/>
                    </a:lnTo>
                    <a:cubicBezTo>
                      <a:pt x="391697" y="347069"/>
                      <a:pt x="391412" y="347165"/>
                      <a:pt x="391221" y="347165"/>
                    </a:cubicBezTo>
                    <a:cubicBezTo>
                      <a:pt x="417701" y="312017"/>
                      <a:pt x="440370" y="294968"/>
                      <a:pt x="482375" y="269060"/>
                    </a:cubicBezTo>
                    <a:cubicBezTo>
                      <a:pt x="546669" y="229436"/>
                      <a:pt x="706689" y="134948"/>
                      <a:pt x="720501" y="127232"/>
                    </a:cubicBezTo>
                    <a:cubicBezTo>
                      <a:pt x="734312" y="119422"/>
                      <a:pt x="763649" y="100562"/>
                      <a:pt x="779936" y="10189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82" name="Forme libre : forme 11581">
                <a:extLst>
                  <a:ext uri="{FF2B5EF4-FFF2-40B4-BE49-F238E27FC236}">
                    <a16:creationId xmlns:a16="http://schemas.microsoft.com/office/drawing/2014/main" id="{BC9055BB-8D93-450C-B392-2161C14F9216}"/>
                  </a:ext>
                </a:extLst>
              </p:cNvPr>
              <p:cNvSpPr/>
              <p:nvPr/>
            </p:nvSpPr>
            <p:spPr>
              <a:xfrm>
                <a:off x="3722045" y="1780427"/>
                <a:ext cx="581693" cy="784076"/>
              </a:xfrm>
              <a:custGeom>
                <a:avLst/>
                <a:gdLst>
                  <a:gd name="connsiteX0" fmla="*/ 59359 w 581693"/>
                  <a:gd name="connsiteY0" fmla="*/ 728108 h 784076"/>
                  <a:gd name="connsiteX1" fmla="*/ 67550 w 581693"/>
                  <a:gd name="connsiteY1" fmla="*/ 732871 h 784076"/>
                  <a:gd name="connsiteX2" fmla="*/ 69074 w 581693"/>
                  <a:gd name="connsiteY2" fmla="*/ 734585 h 784076"/>
                  <a:gd name="connsiteX3" fmla="*/ 102126 w 581693"/>
                  <a:gd name="connsiteY3" fmla="*/ 780019 h 784076"/>
                  <a:gd name="connsiteX4" fmla="*/ 127367 w 581693"/>
                  <a:gd name="connsiteY4" fmla="*/ 720488 h 784076"/>
                  <a:gd name="connsiteX5" fmla="*/ 269099 w 581693"/>
                  <a:gd name="connsiteY5" fmla="*/ 482268 h 784076"/>
                  <a:gd name="connsiteX6" fmla="*/ 421880 w 581693"/>
                  <a:gd name="connsiteY6" fmla="*/ 342536 h 784076"/>
                  <a:gd name="connsiteX7" fmla="*/ 546658 w 581693"/>
                  <a:gd name="connsiteY7" fmla="*/ 253668 h 784076"/>
                  <a:gd name="connsiteX8" fmla="*/ 569994 w 581693"/>
                  <a:gd name="connsiteY8" fmla="*/ 227188 h 784076"/>
                  <a:gd name="connsiteX9" fmla="*/ 573899 w 581693"/>
                  <a:gd name="connsiteY9" fmla="*/ 219568 h 784076"/>
                  <a:gd name="connsiteX10" fmla="*/ 574566 w 581693"/>
                  <a:gd name="connsiteY10" fmla="*/ 217949 h 784076"/>
                  <a:gd name="connsiteX11" fmla="*/ 577042 w 581693"/>
                  <a:gd name="connsiteY11" fmla="*/ 211567 h 784076"/>
                  <a:gd name="connsiteX12" fmla="*/ 577424 w 581693"/>
                  <a:gd name="connsiteY12" fmla="*/ 210329 h 784076"/>
                  <a:gd name="connsiteX13" fmla="*/ 579424 w 581693"/>
                  <a:gd name="connsiteY13" fmla="*/ 203281 h 784076"/>
                  <a:gd name="connsiteX14" fmla="*/ 579519 w 581693"/>
                  <a:gd name="connsiteY14" fmla="*/ 202709 h 784076"/>
                  <a:gd name="connsiteX15" fmla="*/ 552468 w 581693"/>
                  <a:gd name="connsiteY15" fmla="*/ 128700 h 784076"/>
                  <a:gd name="connsiteX16" fmla="*/ 474077 w 581693"/>
                  <a:gd name="connsiteY16" fmla="*/ 142892 h 784076"/>
                  <a:gd name="connsiteX17" fmla="*/ 473982 w 581693"/>
                  <a:gd name="connsiteY17" fmla="*/ 142797 h 784076"/>
                  <a:gd name="connsiteX18" fmla="*/ 490460 w 581693"/>
                  <a:gd name="connsiteY18" fmla="*/ 122128 h 784076"/>
                  <a:gd name="connsiteX19" fmla="*/ 490460 w 581693"/>
                  <a:gd name="connsiteY19" fmla="*/ 122128 h 784076"/>
                  <a:gd name="connsiteX20" fmla="*/ 494366 w 581693"/>
                  <a:gd name="connsiteY20" fmla="*/ 114508 h 784076"/>
                  <a:gd name="connsiteX21" fmla="*/ 495032 w 581693"/>
                  <a:gd name="connsiteY21" fmla="*/ 112888 h 784076"/>
                  <a:gd name="connsiteX22" fmla="*/ 497509 w 581693"/>
                  <a:gd name="connsiteY22" fmla="*/ 106506 h 784076"/>
                  <a:gd name="connsiteX23" fmla="*/ 497890 w 581693"/>
                  <a:gd name="connsiteY23" fmla="*/ 105268 h 784076"/>
                  <a:gd name="connsiteX24" fmla="*/ 499890 w 581693"/>
                  <a:gd name="connsiteY24" fmla="*/ 98220 h 784076"/>
                  <a:gd name="connsiteX25" fmla="*/ 499985 w 581693"/>
                  <a:gd name="connsiteY25" fmla="*/ 97648 h 784076"/>
                  <a:gd name="connsiteX26" fmla="*/ 472934 w 581693"/>
                  <a:gd name="connsiteY26" fmla="*/ 23639 h 784076"/>
                  <a:gd name="connsiteX27" fmla="*/ 378827 w 581693"/>
                  <a:gd name="connsiteY27" fmla="*/ 57643 h 784076"/>
                  <a:gd name="connsiteX28" fmla="*/ 370826 w 581693"/>
                  <a:gd name="connsiteY28" fmla="*/ 76217 h 784076"/>
                  <a:gd name="connsiteX29" fmla="*/ 371207 w 581693"/>
                  <a:gd name="connsiteY29" fmla="*/ 73550 h 784076"/>
                  <a:gd name="connsiteX30" fmla="*/ 371207 w 581693"/>
                  <a:gd name="connsiteY30" fmla="*/ 73550 h 784076"/>
                  <a:gd name="connsiteX31" fmla="*/ 371207 w 581693"/>
                  <a:gd name="connsiteY31" fmla="*/ 73550 h 784076"/>
                  <a:gd name="connsiteX32" fmla="*/ 342632 w 581693"/>
                  <a:gd name="connsiteY32" fmla="*/ 7447 h 784076"/>
                  <a:gd name="connsiteX33" fmla="*/ 248525 w 581693"/>
                  <a:gd name="connsiteY33" fmla="*/ 41451 h 784076"/>
                  <a:gd name="connsiteX34" fmla="*/ 240619 w 581693"/>
                  <a:gd name="connsiteY34" fmla="*/ 59453 h 784076"/>
                  <a:gd name="connsiteX35" fmla="*/ 240524 w 581693"/>
                  <a:gd name="connsiteY35" fmla="*/ 59453 h 784076"/>
                  <a:gd name="connsiteX36" fmla="*/ 240048 w 581693"/>
                  <a:gd name="connsiteY36" fmla="*/ 61072 h 784076"/>
                  <a:gd name="connsiteX37" fmla="*/ 237762 w 581693"/>
                  <a:gd name="connsiteY37" fmla="*/ 70502 h 784076"/>
                  <a:gd name="connsiteX38" fmla="*/ 222141 w 581693"/>
                  <a:gd name="connsiteY38" fmla="*/ 227188 h 784076"/>
                  <a:gd name="connsiteX39" fmla="*/ 217759 w 581693"/>
                  <a:gd name="connsiteY39" fmla="*/ 312913 h 784076"/>
                  <a:gd name="connsiteX40" fmla="*/ 216902 w 581693"/>
                  <a:gd name="connsiteY40" fmla="*/ 316533 h 784076"/>
                  <a:gd name="connsiteX41" fmla="*/ 217378 w 581693"/>
                  <a:gd name="connsiteY41" fmla="*/ 316152 h 784076"/>
                  <a:gd name="connsiteX42" fmla="*/ 177278 w 581693"/>
                  <a:gd name="connsiteY42" fmla="*/ 429309 h 784076"/>
                  <a:gd name="connsiteX43" fmla="*/ 41547 w 581693"/>
                  <a:gd name="connsiteY43" fmla="*/ 670958 h 784076"/>
                  <a:gd name="connsiteX44" fmla="*/ 2590 w 581693"/>
                  <a:gd name="connsiteY44" fmla="*/ 722488 h 784076"/>
                  <a:gd name="connsiteX45" fmla="*/ 59359 w 581693"/>
                  <a:gd name="connsiteY45" fmla="*/ 728108 h 784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581693" h="784076">
                    <a:moveTo>
                      <a:pt x="59359" y="728108"/>
                    </a:moveTo>
                    <a:lnTo>
                      <a:pt x="67550" y="732871"/>
                    </a:lnTo>
                    <a:cubicBezTo>
                      <a:pt x="68026" y="733537"/>
                      <a:pt x="68503" y="734109"/>
                      <a:pt x="69074" y="734585"/>
                    </a:cubicBezTo>
                    <a:cubicBezTo>
                      <a:pt x="65455" y="760874"/>
                      <a:pt x="103364" y="796117"/>
                      <a:pt x="102126" y="780019"/>
                    </a:cubicBezTo>
                    <a:cubicBezTo>
                      <a:pt x="100888" y="763732"/>
                      <a:pt x="119652" y="734395"/>
                      <a:pt x="127367" y="720488"/>
                    </a:cubicBezTo>
                    <a:cubicBezTo>
                      <a:pt x="135082" y="706677"/>
                      <a:pt x="229475" y="546562"/>
                      <a:pt x="269099" y="482268"/>
                    </a:cubicBezTo>
                    <a:cubicBezTo>
                      <a:pt x="308723" y="417974"/>
                      <a:pt x="327202" y="399115"/>
                      <a:pt x="421880" y="342536"/>
                    </a:cubicBezTo>
                    <a:cubicBezTo>
                      <a:pt x="488269" y="302817"/>
                      <a:pt x="528560" y="269860"/>
                      <a:pt x="546658" y="253668"/>
                    </a:cubicBezTo>
                    <a:cubicBezTo>
                      <a:pt x="555707" y="246905"/>
                      <a:pt x="563803" y="238047"/>
                      <a:pt x="569994" y="227188"/>
                    </a:cubicBezTo>
                    <a:cubicBezTo>
                      <a:pt x="571423" y="224712"/>
                      <a:pt x="572756" y="222140"/>
                      <a:pt x="573899" y="219568"/>
                    </a:cubicBezTo>
                    <a:cubicBezTo>
                      <a:pt x="574185" y="218997"/>
                      <a:pt x="574375" y="218521"/>
                      <a:pt x="574566" y="217949"/>
                    </a:cubicBezTo>
                    <a:cubicBezTo>
                      <a:pt x="575518" y="215854"/>
                      <a:pt x="576376" y="213663"/>
                      <a:pt x="577042" y="211567"/>
                    </a:cubicBezTo>
                    <a:cubicBezTo>
                      <a:pt x="577233" y="211186"/>
                      <a:pt x="577328" y="210710"/>
                      <a:pt x="577424" y="210329"/>
                    </a:cubicBezTo>
                    <a:cubicBezTo>
                      <a:pt x="578185" y="207948"/>
                      <a:pt x="578852" y="205566"/>
                      <a:pt x="579424" y="203281"/>
                    </a:cubicBezTo>
                    <a:cubicBezTo>
                      <a:pt x="579424" y="203090"/>
                      <a:pt x="579519" y="202900"/>
                      <a:pt x="579519" y="202709"/>
                    </a:cubicBezTo>
                    <a:cubicBezTo>
                      <a:pt x="586472" y="172705"/>
                      <a:pt x="576566" y="142702"/>
                      <a:pt x="552468" y="128700"/>
                    </a:cubicBezTo>
                    <a:cubicBezTo>
                      <a:pt x="528084" y="114603"/>
                      <a:pt x="496556" y="121270"/>
                      <a:pt x="474077" y="142892"/>
                    </a:cubicBezTo>
                    <a:lnTo>
                      <a:pt x="473982" y="142797"/>
                    </a:lnTo>
                    <a:cubicBezTo>
                      <a:pt x="480268" y="136987"/>
                      <a:pt x="485888" y="130129"/>
                      <a:pt x="490460" y="122128"/>
                    </a:cubicBezTo>
                    <a:cubicBezTo>
                      <a:pt x="490460" y="122128"/>
                      <a:pt x="490460" y="122128"/>
                      <a:pt x="490460" y="122128"/>
                    </a:cubicBezTo>
                    <a:cubicBezTo>
                      <a:pt x="491889" y="119651"/>
                      <a:pt x="493223" y="117079"/>
                      <a:pt x="494366" y="114508"/>
                    </a:cubicBezTo>
                    <a:cubicBezTo>
                      <a:pt x="494651" y="113936"/>
                      <a:pt x="494842" y="113460"/>
                      <a:pt x="495032" y="112888"/>
                    </a:cubicBezTo>
                    <a:cubicBezTo>
                      <a:pt x="495985" y="110793"/>
                      <a:pt x="496842" y="108602"/>
                      <a:pt x="497509" y="106506"/>
                    </a:cubicBezTo>
                    <a:cubicBezTo>
                      <a:pt x="497699" y="106126"/>
                      <a:pt x="497794" y="105649"/>
                      <a:pt x="497890" y="105268"/>
                    </a:cubicBezTo>
                    <a:cubicBezTo>
                      <a:pt x="498652" y="102887"/>
                      <a:pt x="499318" y="100506"/>
                      <a:pt x="499890" y="98220"/>
                    </a:cubicBezTo>
                    <a:cubicBezTo>
                      <a:pt x="499890" y="98029"/>
                      <a:pt x="499985" y="97839"/>
                      <a:pt x="499985" y="97648"/>
                    </a:cubicBezTo>
                    <a:cubicBezTo>
                      <a:pt x="506939" y="67645"/>
                      <a:pt x="497032" y="37641"/>
                      <a:pt x="472934" y="23639"/>
                    </a:cubicBezTo>
                    <a:cubicBezTo>
                      <a:pt x="442168" y="5827"/>
                      <a:pt x="400068" y="21067"/>
                      <a:pt x="378827" y="57643"/>
                    </a:cubicBezTo>
                    <a:cubicBezTo>
                      <a:pt x="375303" y="63644"/>
                      <a:pt x="372731" y="69931"/>
                      <a:pt x="370826" y="76217"/>
                    </a:cubicBezTo>
                    <a:cubicBezTo>
                      <a:pt x="371017" y="75360"/>
                      <a:pt x="371112" y="74503"/>
                      <a:pt x="371207" y="73550"/>
                    </a:cubicBezTo>
                    <a:lnTo>
                      <a:pt x="371207" y="73550"/>
                    </a:lnTo>
                    <a:lnTo>
                      <a:pt x="371207" y="73550"/>
                    </a:lnTo>
                    <a:cubicBezTo>
                      <a:pt x="374827" y="46308"/>
                      <a:pt x="364635" y="20115"/>
                      <a:pt x="342632" y="7447"/>
                    </a:cubicBezTo>
                    <a:cubicBezTo>
                      <a:pt x="311866" y="-10365"/>
                      <a:pt x="269766" y="4875"/>
                      <a:pt x="248525" y="41451"/>
                    </a:cubicBezTo>
                    <a:cubicBezTo>
                      <a:pt x="245191" y="47261"/>
                      <a:pt x="242620" y="53357"/>
                      <a:pt x="240619" y="59453"/>
                    </a:cubicBezTo>
                    <a:lnTo>
                      <a:pt x="240524" y="59453"/>
                    </a:lnTo>
                    <a:cubicBezTo>
                      <a:pt x="240524" y="59453"/>
                      <a:pt x="240334" y="60120"/>
                      <a:pt x="240048" y="61072"/>
                    </a:cubicBezTo>
                    <a:cubicBezTo>
                      <a:pt x="239095" y="64216"/>
                      <a:pt x="238333" y="67359"/>
                      <a:pt x="237762" y="70502"/>
                    </a:cubicBezTo>
                    <a:cubicBezTo>
                      <a:pt x="232999" y="92029"/>
                      <a:pt x="223474" y="144892"/>
                      <a:pt x="222141" y="227188"/>
                    </a:cubicBezTo>
                    <a:cubicBezTo>
                      <a:pt x="221569" y="263479"/>
                      <a:pt x="220331" y="290529"/>
                      <a:pt x="217759" y="312913"/>
                    </a:cubicBezTo>
                    <a:lnTo>
                      <a:pt x="216902" y="316533"/>
                    </a:lnTo>
                    <a:cubicBezTo>
                      <a:pt x="217093" y="316438"/>
                      <a:pt x="217283" y="316247"/>
                      <a:pt x="217378" y="316152"/>
                    </a:cubicBezTo>
                    <a:cubicBezTo>
                      <a:pt x="211949" y="359776"/>
                      <a:pt x="200805" y="385875"/>
                      <a:pt x="177278" y="429309"/>
                    </a:cubicBezTo>
                    <a:cubicBezTo>
                      <a:pt x="141274" y="495698"/>
                      <a:pt x="49643" y="657337"/>
                      <a:pt x="41547" y="670958"/>
                    </a:cubicBezTo>
                    <a:cubicBezTo>
                      <a:pt x="33356" y="684579"/>
                      <a:pt x="17353" y="715535"/>
                      <a:pt x="2590" y="722488"/>
                    </a:cubicBezTo>
                    <a:cubicBezTo>
                      <a:pt x="-11984" y="729537"/>
                      <a:pt x="38785" y="745158"/>
                      <a:pt x="59359" y="72810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83" name="Forme libre : forme 11582">
                <a:extLst>
                  <a:ext uri="{FF2B5EF4-FFF2-40B4-BE49-F238E27FC236}">
                    <a16:creationId xmlns:a16="http://schemas.microsoft.com/office/drawing/2014/main" id="{503C4716-2A1E-4782-AAB6-CD3ED37B0A3C}"/>
                  </a:ext>
                </a:extLst>
              </p:cNvPr>
              <p:cNvSpPr/>
              <p:nvPr/>
            </p:nvSpPr>
            <p:spPr>
              <a:xfrm>
                <a:off x="2116544" y="4451579"/>
                <a:ext cx="581697" cy="784171"/>
              </a:xfrm>
              <a:custGeom>
                <a:avLst/>
                <a:gdLst>
                  <a:gd name="connsiteX0" fmla="*/ 522430 w 581697"/>
                  <a:gd name="connsiteY0" fmla="*/ 55968 h 784171"/>
                  <a:gd name="connsiteX1" fmla="*/ 514239 w 581697"/>
                  <a:gd name="connsiteY1" fmla="*/ 51206 h 784171"/>
                  <a:gd name="connsiteX2" fmla="*/ 512715 w 581697"/>
                  <a:gd name="connsiteY2" fmla="*/ 49492 h 784171"/>
                  <a:gd name="connsiteX3" fmla="*/ 479663 w 581697"/>
                  <a:gd name="connsiteY3" fmla="*/ 4057 h 784171"/>
                  <a:gd name="connsiteX4" fmla="*/ 454422 w 581697"/>
                  <a:gd name="connsiteY4" fmla="*/ 63589 h 784171"/>
                  <a:gd name="connsiteX5" fmla="*/ 312690 w 581697"/>
                  <a:gd name="connsiteY5" fmla="*/ 301809 h 784171"/>
                  <a:gd name="connsiteX6" fmla="*/ 159909 w 581697"/>
                  <a:gd name="connsiteY6" fmla="*/ 441541 h 784171"/>
                  <a:gd name="connsiteX7" fmla="*/ 35131 w 581697"/>
                  <a:gd name="connsiteY7" fmla="*/ 530409 h 784171"/>
                  <a:gd name="connsiteX8" fmla="*/ 25702 w 581697"/>
                  <a:gd name="connsiteY8" fmla="*/ 538600 h 784171"/>
                  <a:gd name="connsiteX9" fmla="*/ 11795 w 581697"/>
                  <a:gd name="connsiteY9" fmla="*/ 556888 h 784171"/>
                  <a:gd name="connsiteX10" fmla="*/ 7890 w 581697"/>
                  <a:gd name="connsiteY10" fmla="*/ 564508 h 784171"/>
                  <a:gd name="connsiteX11" fmla="*/ 7223 w 581697"/>
                  <a:gd name="connsiteY11" fmla="*/ 566127 h 784171"/>
                  <a:gd name="connsiteX12" fmla="*/ 4651 w 581697"/>
                  <a:gd name="connsiteY12" fmla="*/ 572509 h 784171"/>
                  <a:gd name="connsiteX13" fmla="*/ 4270 w 581697"/>
                  <a:gd name="connsiteY13" fmla="*/ 573748 h 784171"/>
                  <a:gd name="connsiteX14" fmla="*/ 2270 w 581697"/>
                  <a:gd name="connsiteY14" fmla="*/ 580891 h 784171"/>
                  <a:gd name="connsiteX15" fmla="*/ 2175 w 581697"/>
                  <a:gd name="connsiteY15" fmla="*/ 581463 h 784171"/>
                  <a:gd name="connsiteX16" fmla="*/ 29226 w 581697"/>
                  <a:gd name="connsiteY16" fmla="*/ 655472 h 784171"/>
                  <a:gd name="connsiteX17" fmla="*/ 107617 w 581697"/>
                  <a:gd name="connsiteY17" fmla="*/ 641280 h 784171"/>
                  <a:gd name="connsiteX18" fmla="*/ 107712 w 581697"/>
                  <a:gd name="connsiteY18" fmla="*/ 641375 h 784171"/>
                  <a:gd name="connsiteX19" fmla="*/ 91234 w 581697"/>
                  <a:gd name="connsiteY19" fmla="*/ 662044 h 784171"/>
                  <a:gd name="connsiteX20" fmla="*/ 91234 w 581697"/>
                  <a:gd name="connsiteY20" fmla="*/ 662044 h 784171"/>
                  <a:gd name="connsiteX21" fmla="*/ 87328 w 581697"/>
                  <a:gd name="connsiteY21" fmla="*/ 669664 h 784171"/>
                  <a:gd name="connsiteX22" fmla="*/ 86662 w 581697"/>
                  <a:gd name="connsiteY22" fmla="*/ 671284 h 784171"/>
                  <a:gd name="connsiteX23" fmla="*/ 84185 w 581697"/>
                  <a:gd name="connsiteY23" fmla="*/ 677665 h 784171"/>
                  <a:gd name="connsiteX24" fmla="*/ 83804 w 581697"/>
                  <a:gd name="connsiteY24" fmla="*/ 678903 h 784171"/>
                  <a:gd name="connsiteX25" fmla="*/ 81804 w 581697"/>
                  <a:gd name="connsiteY25" fmla="*/ 685952 h 784171"/>
                  <a:gd name="connsiteX26" fmla="*/ 81709 w 581697"/>
                  <a:gd name="connsiteY26" fmla="*/ 686524 h 784171"/>
                  <a:gd name="connsiteX27" fmla="*/ 108760 w 581697"/>
                  <a:gd name="connsiteY27" fmla="*/ 760533 h 784171"/>
                  <a:gd name="connsiteX28" fmla="*/ 202867 w 581697"/>
                  <a:gd name="connsiteY28" fmla="*/ 726528 h 784171"/>
                  <a:gd name="connsiteX29" fmla="*/ 210868 w 581697"/>
                  <a:gd name="connsiteY29" fmla="*/ 707955 h 784171"/>
                  <a:gd name="connsiteX30" fmla="*/ 239062 w 581697"/>
                  <a:gd name="connsiteY30" fmla="*/ 776725 h 784171"/>
                  <a:gd name="connsiteX31" fmla="*/ 333169 w 581697"/>
                  <a:gd name="connsiteY31" fmla="*/ 742721 h 784171"/>
                  <a:gd name="connsiteX32" fmla="*/ 341074 w 581697"/>
                  <a:gd name="connsiteY32" fmla="*/ 724719 h 784171"/>
                  <a:gd name="connsiteX33" fmla="*/ 341170 w 581697"/>
                  <a:gd name="connsiteY33" fmla="*/ 724719 h 784171"/>
                  <a:gd name="connsiteX34" fmla="*/ 341646 w 581697"/>
                  <a:gd name="connsiteY34" fmla="*/ 723100 h 784171"/>
                  <a:gd name="connsiteX35" fmla="*/ 343932 w 581697"/>
                  <a:gd name="connsiteY35" fmla="*/ 713670 h 784171"/>
                  <a:gd name="connsiteX36" fmla="*/ 359553 w 581697"/>
                  <a:gd name="connsiteY36" fmla="*/ 556984 h 784171"/>
                  <a:gd name="connsiteX37" fmla="*/ 363934 w 581697"/>
                  <a:gd name="connsiteY37" fmla="*/ 471259 h 784171"/>
                  <a:gd name="connsiteX38" fmla="*/ 364792 w 581697"/>
                  <a:gd name="connsiteY38" fmla="*/ 467639 h 784171"/>
                  <a:gd name="connsiteX39" fmla="*/ 364315 w 581697"/>
                  <a:gd name="connsiteY39" fmla="*/ 468020 h 784171"/>
                  <a:gd name="connsiteX40" fmla="*/ 404416 w 581697"/>
                  <a:gd name="connsiteY40" fmla="*/ 354863 h 784171"/>
                  <a:gd name="connsiteX41" fmla="*/ 540147 w 581697"/>
                  <a:gd name="connsiteY41" fmla="*/ 113214 h 784171"/>
                  <a:gd name="connsiteX42" fmla="*/ 579104 w 581697"/>
                  <a:gd name="connsiteY42" fmla="*/ 61684 h 784171"/>
                  <a:gd name="connsiteX43" fmla="*/ 522430 w 581697"/>
                  <a:gd name="connsiteY43" fmla="*/ 55968 h 784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81697" h="784171">
                    <a:moveTo>
                      <a:pt x="522430" y="55968"/>
                    </a:moveTo>
                    <a:lnTo>
                      <a:pt x="514239" y="51206"/>
                    </a:lnTo>
                    <a:cubicBezTo>
                      <a:pt x="513763" y="50539"/>
                      <a:pt x="513286" y="49968"/>
                      <a:pt x="512715" y="49492"/>
                    </a:cubicBezTo>
                    <a:cubicBezTo>
                      <a:pt x="516334" y="23202"/>
                      <a:pt x="478425" y="-12040"/>
                      <a:pt x="479663" y="4057"/>
                    </a:cubicBezTo>
                    <a:cubicBezTo>
                      <a:pt x="480901" y="20345"/>
                      <a:pt x="462137" y="49682"/>
                      <a:pt x="454422" y="63589"/>
                    </a:cubicBezTo>
                    <a:cubicBezTo>
                      <a:pt x="446707" y="77400"/>
                      <a:pt x="352314" y="237515"/>
                      <a:pt x="312690" y="301809"/>
                    </a:cubicBezTo>
                    <a:cubicBezTo>
                      <a:pt x="273066" y="366102"/>
                      <a:pt x="254587" y="384962"/>
                      <a:pt x="159909" y="441541"/>
                    </a:cubicBezTo>
                    <a:cubicBezTo>
                      <a:pt x="93520" y="481260"/>
                      <a:pt x="53229" y="514216"/>
                      <a:pt x="35131" y="530409"/>
                    </a:cubicBezTo>
                    <a:cubicBezTo>
                      <a:pt x="31798" y="532885"/>
                      <a:pt x="28654" y="535552"/>
                      <a:pt x="25702" y="538600"/>
                    </a:cubicBezTo>
                    <a:cubicBezTo>
                      <a:pt x="20463" y="543839"/>
                      <a:pt x="15796" y="550030"/>
                      <a:pt x="11795" y="556888"/>
                    </a:cubicBezTo>
                    <a:cubicBezTo>
                      <a:pt x="10366" y="559365"/>
                      <a:pt x="9033" y="561936"/>
                      <a:pt x="7890" y="564508"/>
                    </a:cubicBezTo>
                    <a:cubicBezTo>
                      <a:pt x="7604" y="565080"/>
                      <a:pt x="7414" y="565556"/>
                      <a:pt x="7223" y="566127"/>
                    </a:cubicBezTo>
                    <a:cubicBezTo>
                      <a:pt x="6271" y="568223"/>
                      <a:pt x="5413" y="570414"/>
                      <a:pt x="4651" y="572509"/>
                    </a:cubicBezTo>
                    <a:cubicBezTo>
                      <a:pt x="4556" y="572890"/>
                      <a:pt x="4366" y="573367"/>
                      <a:pt x="4270" y="573748"/>
                    </a:cubicBezTo>
                    <a:cubicBezTo>
                      <a:pt x="3508" y="576129"/>
                      <a:pt x="2842" y="578510"/>
                      <a:pt x="2270" y="580891"/>
                    </a:cubicBezTo>
                    <a:cubicBezTo>
                      <a:pt x="2270" y="581082"/>
                      <a:pt x="2175" y="581272"/>
                      <a:pt x="2175" y="581463"/>
                    </a:cubicBezTo>
                    <a:cubicBezTo>
                      <a:pt x="-4778" y="611467"/>
                      <a:pt x="5127" y="641470"/>
                      <a:pt x="29226" y="655472"/>
                    </a:cubicBezTo>
                    <a:cubicBezTo>
                      <a:pt x="53610" y="669569"/>
                      <a:pt x="85138" y="662902"/>
                      <a:pt x="107617" y="641280"/>
                    </a:cubicBezTo>
                    <a:lnTo>
                      <a:pt x="107712" y="641375"/>
                    </a:lnTo>
                    <a:cubicBezTo>
                      <a:pt x="101425" y="647185"/>
                      <a:pt x="95806" y="654043"/>
                      <a:pt x="91234" y="662044"/>
                    </a:cubicBezTo>
                    <a:cubicBezTo>
                      <a:pt x="91234" y="662044"/>
                      <a:pt x="91234" y="662044"/>
                      <a:pt x="91234" y="662044"/>
                    </a:cubicBezTo>
                    <a:cubicBezTo>
                      <a:pt x="89805" y="664521"/>
                      <a:pt x="88471" y="667093"/>
                      <a:pt x="87328" y="669664"/>
                    </a:cubicBezTo>
                    <a:cubicBezTo>
                      <a:pt x="87043" y="670236"/>
                      <a:pt x="86852" y="670712"/>
                      <a:pt x="86662" y="671284"/>
                    </a:cubicBezTo>
                    <a:cubicBezTo>
                      <a:pt x="85709" y="673379"/>
                      <a:pt x="84852" y="675570"/>
                      <a:pt x="84185" y="677665"/>
                    </a:cubicBezTo>
                    <a:cubicBezTo>
                      <a:pt x="83995" y="678046"/>
                      <a:pt x="83899" y="678523"/>
                      <a:pt x="83804" y="678903"/>
                    </a:cubicBezTo>
                    <a:cubicBezTo>
                      <a:pt x="83042" y="681285"/>
                      <a:pt x="82375" y="683666"/>
                      <a:pt x="81804" y="685952"/>
                    </a:cubicBezTo>
                    <a:cubicBezTo>
                      <a:pt x="81804" y="686143"/>
                      <a:pt x="81709" y="686333"/>
                      <a:pt x="81709" y="686524"/>
                    </a:cubicBezTo>
                    <a:cubicBezTo>
                      <a:pt x="74755" y="716527"/>
                      <a:pt x="84661" y="746531"/>
                      <a:pt x="108760" y="760533"/>
                    </a:cubicBezTo>
                    <a:cubicBezTo>
                      <a:pt x="139525" y="778344"/>
                      <a:pt x="181626" y="763105"/>
                      <a:pt x="202867" y="726528"/>
                    </a:cubicBezTo>
                    <a:cubicBezTo>
                      <a:pt x="206391" y="720528"/>
                      <a:pt x="208963" y="714241"/>
                      <a:pt x="210868" y="707955"/>
                    </a:cubicBezTo>
                    <a:cubicBezTo>
                      <a:pt x="206200" y="736149"/>
                      <a:pt x="216297" y="763581"/>
                      <a:pt x="239062" y="776725"/>
                    </a:cubicBezTo>
                    <a:cubicBezTo>
                      <a:pt x="269827" y="794537"/>
                      <a:pt x="311928" y="779297"/>
                      <a:pt x="333169" y="742721"/>
                    </a:cubicBezTo>
                    <a:cubicBezTo>
                      <a:pt x="336502" y="736911"/>
                      <a:pt x="339074" y="730815"/>
                      <a:pt x="341074" y="724719"/>
                    </a:cubicBezTo>
                    <a:lnTo>
                      <a:pt x="341170" y="724719"/>
                    </a:lnTo>
                    <a:cubicBezTo>
                      <a:pt x="341170" y="724719"/>
                      <a:pt x="341360" y="724052"/>
                      <a:pt x="341646" y="723100"/>
                    </a:cubicBezTo>
                    <a:cubicBezTo>
                      <a:pt x="342598" y="719956"/>
                      <a:pt x="343360" y="716813"/>
                      <a:pt x="343932" y="713670"/>
                    </a:cubicBezTo>
                    <a:cubicBezTo>
                      <a:pt x="348694" y="692143"/>
                      <a:pt x="358219" y="639280"/>
                      <a:pt x="359553" y="556984"/>
                    </a:cubicBezTo>
                    <a:cubicBezTo>
                      <a:pt x="360124" y="520693"/>
                      <a:pt x="361363" y="493642"/>
                      <a:pt x="363934" y="471259"/>
                    </a:cubicBezTo>
                    <a:lnTo>
                      <a:pt x="364792" y="467639"/>
                    </a:lnTo>
                    <a:cubicBezTo>
                      <a:pt x="364601" y="467734"/>
                      <a:pt x="364411" y="467925"/>
                      <a:pt x="364315" y="468020"/>
                    </a:cubicBezTo>
                    <a:cubicBezTo>
                      <a:pt x="369745" y="424395"/>
                      <a:pt x="380889" y="398297"/>
                      <a:pt x="404416" y="354863"/>
                    </a:cubicBezTo>
                    <a:cubicBezTo>
                      <a:pt x="440420" y="288474"/>
                      <a:pt x="532051" y="126834"/>
                      <a:pt x="540147" y="113214"/>
                    </a:cubicBezTo>
                    <a:cubicBezTo>
                      <a:pt x="548243" y="99593"/>
                      <a:pt x="564340" y="68637"/>
                      <a:pt x="579104" y="61684"/>
                    </a:cubicBezTo>
                    <a:cubicBezTo>
                      <a:pt x="593677" y="54444"/>
                      <a:pt x="543004" y="38824"/>
                      <a:pt x="522430" y="5596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84" name="Forme libre : forme 11583">
                <a:extLst>
                  <a:ext uri="{FF2B5EF4-FFF2-40B4-BE49-F238E27FC236}">
                    <a16:creationId xmlns:a16="http://schemas.microsoft.com/office/drawing/2014/main" id="{4C5CFC40-6C71-4919-9C5C-14D60E6E802B}"/>
                  </a:ext>
                </a:extLst>
              </p:cNvPr>
              <p:cNvSpPr/>
              <p:nvPr/>
            </p:nvSpPr>
            <p:spPr>
              <a:xfrm>
                <a:off x="4332141" y="3322542"/>
                <a:ext cx="846103" cy="371189"/>
              </a:xfrm>
              <a:custGeom>
                <a:avLst/>
                <a:gdLst>
                  <a:gd name="connsiteX0" fmla="*/ 769618 w 846103"/>
                  <a:gd name="connsiteY0" fmla="*/ 249650 h 371189"/>
                  <a:gd name="connsiteX1" fmla="*/ 769618 w 846103"/>
                  <a:gd name="connsiteY1" fmla="*/ 249650 h 371189"/>
                  <a:gd name="connsiteX2" fmla="*/ 769618 w 846103"/>
                  <a:gd name="connsiteY2" fmla="*/ 249650 h 371189"/>
                  <a:gd name="connsiteX3" fmla="*/ 778190 w 846103"/>
                  <a:gd name="connsiteY3" fmla="*/ 249269 h 371189"/>
                  <a:gd name="connsiteX4" fmla="*/ 779905 w 846103"/>
                  <a:gd name="connsiteY4" fmla="*/ 249079 h 371189"/>
                  <a:gd name="connsiteX5" fmla="*/ 786668 w 846103"/>
                  <a:gd name="connsiteY5" fmla="*/ 248031 h 371189"/>
                  <a:gd name="connsiteX6" fmla="*/ 787906 w 846103"/>
                  <a:gd name="connsiteY6" fmla="*/ 247745 h 371189"/>
                  <a:gd name="connsiteX7" fmla="*/ 795050 w 846103"/>
                  <a:gd name="connsiteY7" fmla="*/ 245935 h 371189"/>
                  <a:gd name="connsiteX8" fmla="*/ 795621 w 846103"/>
                  <a:gd name="connsiteY8" fmla="*/ 245745 h 371189"/>
                  <a:gd name="connsiteX9" fmla="*/ 846103 w 846103"/>
                  <a:gd name="connsiteY9" fmla="*/ 185261 h 371189"/>
                  <a:gd name="connsiteX10" fmla="*/ 769523 w 846103"/>
                  <a:gd name="connsiteY10" fmla="*/ 120872 h 371189"/>
                  <a:gd name="connsiteX11" fmla="*/ 749425 w 846103"/>
                  <a:gd name="connsiteY11" fmla="*/ 123158 h 371189"/>
                  <a:gd name="connsiteX12" fmla="*/ 794859 w 846103"/>
                  <a:gd name="connsiteY12" fmla="*/ 64389 h 371189"/>
                  <a:gd name="connsiteX13" fmla="*/ 718278 w 846103"/>
                  <a:gd name="connsiteY13" fmla="*/ 0 h 371189"/>
                  <a:gd name="connsiteX14" fmla="*/ 698752 w 846103"/>
                  <a:gd name="connsiteY14" fmla="*/ 2191 h 371189"/>
                  <a:gd name="connsiteX15" fmla="*/ 698752 w 846103"/>
                  <a:gd name="connsiteY15" fmla="*/ 2096 h 371189"/>
                  <a:gd name="connsiteX16" fmla="*/ 697133 w 846103"/>
                  <a:gd name="connsiteY16" fmla="*/ 2572 h 371189"/>
                  <a:gd name="connsiteX17" fmla="*/ 687798 w 846103"/>
                  <a:gd name="connsiteY17" fmla="*/ 5334 h 371189"/>
                  <a:gd name="connsiteX18" fmla="*/ 544352 w 846103"/>
                  <a:gd name="connsiteY18" fmla="*/ 70199 h 371189"/>
                  <a:gd name="connsiteX19" fmla="*/ 467961 w 846103"/>
                  <a:gd name="connsiteY19" fmla="*/ 109347 h 371189"/>
                  <a:gd name="connsiteX20" fmla="*/ 464437 w 846103"/>
                  <a:gd name="connsiteY20" fmla="*/ 110395 h 371189"/>
                  <a:gd name="connsiteX21" fmla="*/ 465008 w 846103"/>
                  <a:gd name="connsiteY21" fmla="*/ 110585 h 371189"/>
                  <a:gd name="connsiteX22" fmla="*/ 346898 w 846103"/>
                  <a:gd name="connsiteY22" fmla="*/ 132493 h 371189"/>
                  <a:gd name="connsiteX23" fmla="*/ 69721 w 846103"/>
                  <a:gd name="connsiteY23" fmla="*/ 135922 h 371189"/>
                  <a:gd name="connsiteX24" fmla="*/ 5618 w 846103"/>
                  <a:gd name="connsiteY24" fmla="*/ 128016 h 371189"/>
                  <a:gd name="connsiteX25" fmla="*/ 29144 w 846103"/>
                  <a:gd name="connsiteY25" fmla="*/ 179737 h 371189"/>
                  <a:gd name="connsiteX26" fmla="*/ 29144 w 846103"/>
                  <a:gd name="connsiteY26" fmla="*/ 189262 h 371189"/>
                  <a:gd name="connsiteX27" fmla="*/ 28382 w 846103"/>
                  <a:gd name="connsiteY27" fmla="*/ 191452 h 371189"/>
                  <a:gd name="connsiteX28" fmla="*/ 5618 w 846103"/>
                  <a:gd name="connsiteY28" fmla="*/ 242792 h 371189"/>
                  <a:gd name="connsiteX29" fmla="*/ 69721 w 846103"/>
                  <a:gd name="connsiteY29" fmla="*/ 234886 h 371189"/>
                  <a:gd name="connsiteX30" fmla="*/ 346898 w 846103"/>
                  <a:gd name="connsiteY30" fmla="*/ 238315 h 371189"/>
                  <a:gd name="connsiteX31" fmla="*/ 544352 w 846103"/>
                  <a:gd name="connsiteY31" fmla="*/ 300609 h 371189"/>
                  <a:gd name="connsiteX32" fmla="*/ 683702 w 846103"/>
                  <a:gd name="connsiteY32" fmla="*/ 364141 h 371189"/>
                  <a:gd name="connsiteX33" fmla="*/ 718278 w 846103"/>
                  <a:gd name="connsiteY33" fmla="*/ 371189 h 371189"/>
                  <a:gd name="connsiteX34" fmla="*/ 726851 w 846103"/>
                  <a:gd name="connsiteY34" fmla="*/ 370808 h 371189"/>
                  <a:gd name="connsiteX35" fmla="*/ 728565 w 846103"/>
                  <a:gd name="connsiteY35" fmla="*/ 370618 h 371189"/>
                  <a:gd name="connsiteX36" fmla="*/ 735423 w 846103"/>
                  <a:gd name="connsiteY36" fmla="*/ 369570 h 371189"/>
                  <a:gd name="connsiteX37" fmla="*/ 736661 w 846103"/>
                  <a:gd name="connsiteY37" fmla="*/ 369284 h 371189"/>
                  <a:gd name="connsiteX38" fmla="*/ 743805 w 846103"/>
                  <a:gd name="connsiteY38" fmla="*/ 367475 h 371189"/>
                  <a:gd name="connsiteX39" fmla="*/ 744281 w 846103"/>
                  <a:gd name="connsiteY39" fmla="*/ 367284 h 371189"/>
                  <a:gd name="connsiteX40" fmla="*/ 794764 w 846103"/>
                  <a:gd name="connsiteY40" fmla="*/ 306800 h 371189"/>
                  <a:gd name="connsiteX41" fmla="*/ 743234 w 846103"/>
                  <a:gd name="connsiteY41" fmla="*/ 246031 h 371189"/>
                  <a:gd name="connsiteX42" fmla="*/ 743329 w 846103"/>
                  <a:gd name="connsiteY42" fmla="*/ 245935 h 371189"/>
                  <a:gd name="connsiteX43" fmla="*/ 769618 w 846103"/>
                  <a:gd name="connsiteY43" fmla="*/ 249650 h 37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846103" h="371189">
                    <a:moveTo>
                      <a:pt x="769618" y="249650"/>
                    </a:moveTo>
                    <a:lnTo>
                      <a:pt x="769618" y="249650"/>
                    </a:lnTo>
                    <a:lnTo>
                      <a:pt x="769618" y="249650"/>
                    </a:lnTo>
                    <a:cubicBezTo>
                      <a:pt x="772475" y="249650"/>
                      <a:pt x="775333" y="249460"/>
                      <a:pt x="778190" y="249269"/>
                    </a:cubicBezTo>
                    <a:cubicBezTo>
                      <a:pt x="778762" y="249174"/>
                      <a:pt x="779333" y="249079"/>
                      <a:pt x="779905" y="249079"/>
                    </a:cubicBezTo>
                    <a:cubicBezTo>
                      <a:pt x="782191" y="248793"/>
                      <a:pt x="784477" y="248507"/>
                      <a:pt x="786668" y="248031"/>
                    </a:cubicBezTo>
                    <a:cubicBezTo>
                      <a:pt x="787144" y="247936"/>
                      <a:pt x="787525" y="247841"/>
                      <a:pt x="787906" y="247745"/>
                    </a:cubicBezTo>
                    <a:cubicBezTo>
                      <a:pt x="790382" y="247269"/>
                      <a:pt x="792764" y="246602"/>
                      <a:pt x="795050" y="245935"/>
                    </a:cubicBezTo>
                    <a:cubicBezTo>
                      <a:pt x="795240" y="245840"/>
                      <a:pt x="795431" y="245840"/>
                      <a:pt x="795621" y="245745"/>
                    </a:cubicBezTo>
                    <a:cubicBezTo>
                      <a:pt x="825053" y="236792"/>
                      <a:pt x="846103" y="213074"/>
                      <a:pt x="846103" y="185261"/>
                    </a:cubicBezTo>
                    <a:cubicBezTo>
                      <a:pt x="846103" y="149733"/>
                      <a:pt x="811814" y="120872"/>
                      <a:pt x="769523" y="120872"/>
                    </a:cubicBezTo>
                    <a:cubicBezTo>
                      <a:pt x="762569" y="120872"/>
                      <a:pt x="755902" y="121729"/>
                      <a:pt x="749425" y="123158"/>
                    </a:cubicBezTo>
                    <a:cubicBezTo>
                      <a:pt x="776190" y="113157"/>
                      <a:pt x="794859" y="90583"/>
                      <a:pt x="794859" y="64389"/>
                    </a:cubicBezTo>
                    <a:cubicBezTo>
                      <a:pt x="794859" y="28861"/>
                      <a:pt x="760569" y="0"/>
                      <a:pt x="718278" y="0"/>
                    </a:cubicBezTo>
                    <a:cubicBezTo>
                      <a:pt x="711515" y="0"/>
                      <a:pt x="705038" y="762"/>
                      <a:pt x="698752" y="2191"/>
                    </a:cubicBezTo>
                    <a:lnTo>
                      <a:pt x="698752" y="2096"/>
                    </a:lnTo>
                    <a:cubicBezTo>
                      <a:pt x="698752" y="2096"/>
                      <a:pt x="698085" y="2286"/>
                      <a:pt x="697133" y="2572"/>
                    </a:cubicBezTo>
                    <a:cubicBezTo>
                      <a:pt x="693894" y="3334"/>
                      <a:pt x="690846" y="4286"/>
                      <a:pt x="687798" y="5334"/>
                    </a:cubicBezTo>
                    <a:cubicBezTo>
                      <a:pt x="666748" y="12001"/>
                      <a:pt x="616170" y="30194"/>
                      <a:pt x="544352" y="70199"/>
                    </a:cubicBezTo>
                    <a:cubicBezTo>
                      <a:pt x="512633" y="87821"/>
                      <a:pt x="488630" y="100298"/>
                      <a:pt x="467961" y="109347"/>
                    </a:cubicBezTo>
                    <a:lnTo>
                      <a:pt x="464437" y="110395"/>
                    </a:lnTo>
                    <a:cubicBezTo>
                      <a:pt x="464627" y="110490"/>
                      <a:pt x="464818" y="110585"/>
                      <a:pt x="465008" y="110585"/>
                    </a:cubicBezTo>
                    <a:cubicBezTo>
                      <a:pt x="424527" y="127730"/>
                      <a:pt x="396333" y="131159"/>
                      <a:pt x="346898" y="132493"/>
                    </a:cubicBezTo>
                    <a:cubicBezTo>
                      <a:pt x="271365" y="134588"/>
                      <a:pt x="85627" y="136207"/>
                      <a:pt x="69721" y="135922"/>
                    </a:cubicBezTo>
                    <a:cubicBezTo>
                      <a:pt x="53814" y="135636"/>
                      <a:pt x="19048" y="137255"/>
                      <a:pt x="5618" y="128016"/>
                    </a:cubicBezTo>
                    <a:cubicBezTo>
                      <a:pt x="-7813" y="118777"/>
                      <a:pt x="3998" y="170497"/>
                      <a:pt x="29144" y="179737"/>
                    </a:cubicBezTo>
                    <a:lnTo>
                      <a:pt x="29144" y="189262"/>
                    </a:lnTo>
                    <a:cubicBezTo>
                      <a:pt x="28859" y="189928"/>
                      <a:pt x="28573" y="190690"/>
                      <a:pt x="28382" y="191452"/>
                    </a:cubicBezTo>
                    <a:cubicBezTo>
                      <a:pt x="3808" y="201454"/>
                      <a:pt x="-7717" y="251936"/>
                      <a:pt x="5618" y="242792"/>
                    </a:cubicBezTo>
                    <a:cubicBezTo>
                      <a:pt x="19048" y="233553"/>
                      <a:pt x="53909" y="235172"/>
                      <a:pt x="69721" y="234886"/>
                    </a:cubicBezTo>
                    <a:cubicBezTo>
                      <a:pt x="85532" y="234601"/>
                      <a:pt x="271365" y="236220"/>
                      <a:pt x="346898" y="238315"/>
                    </a:cubicBezTo>
                    <a:cubicBezTo>
                      <a:pt x="422432" y="240411"/>
                      <a:pt x="447959" y="246983"/>
                      <a:pt x="544352" y="300609"/>
                    </a:cubicBezTo>
                    <a:cubicBezTo>
                      <a:pt x="611979" y="338233"/>
                      <a:pt x="660652" y="356521"/>
                      <a:pt x="683702" y="364141"/>
                    </a:cubicBezTo>
                    <a:cubicBezTo>
                      <a:pt x="694085" y="368617"/>
                      <a:pt x="705800" y="371189"/>
                      <a:pt x="718278" y="371189"/>
                    </a:cubicBezTo>
                    <a:cubicBezTo>
                      <a:pt x="721136" y="371189"/>
                      <a:pt x="723993" y="370999"/>
                      <a:pt x="726851" y="370808"/>
                    </a:cubicBezTo>
                    <a:cubicBezTo>
                      <a:pt x="727422" y="370713"/>
                      <a:pt x="727994" y="370618"/>
                      <a:pt x="728565" y="370618"/>
                    </a:cubicBezTo>
                    <a:cubicBezTo>
                      <a:pt x="730851" y="370332"/>
                      <a:pt x="733137" y="370046"/>
                      <a:pt x="735423" y="369570"/>
                    </a:cubicBezTo>
                    <a:cubicBezTo>
                      <a:pt x="735804" y="369475"/>
                      <a:pt x="736280" y="369379"/>
                      <a:pt x="736661" y="369284"/>
                    </a:cubicBezTo>
                    <a:cubicBezTo>
                      <a:pt x="739138" y="368808"/>
                      <a:pt x="741519" y="368141"/>
                      <a:pt x="743805" y="367475"/>
                    </a:cubicBezTo>
                    <a:cubicBezTo>
                      <a:pt x="743995" y="367379"/>
                      <a:pt x="744186" y="367379"/>
                      <a:pt x="744281" y="367284"/>
                    </a:cubicBezTo>
                    <a:cubicBezTo>
                      <a:pt x="773714" y="358330"/>
                      <a:pt x="794764" y="334613"/>
                      <a:pt x="794764" y="306800"/>
                    </a:cubicBezTo>
                    <a:cubicBezTo>
                      <a:pt x="794764" y="278606"/>
                      <a:pt x="773237" y="254699"/>
                      <a:pt x="743234" y="246031"/>
                    </a:cubicBezTo>
                    <a:lnTo>
                      <a:pt x="743329" y="245935"/>
                    </a:lnTo>
                    <a:cubicBezTo>
                      <a:pt x="751616" y="248221"/>
                      <a:pt x="760378" y="249650"/>
                      <a:pt x="769618" y="24965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85" name="Forme libre : forme 11584">
                <a:extLst>
                  <a:ext uri="{FF2B5EF4-FFF2-40B4-BE49-F238E27FC236}">
                    <a16:creationId xmlns:a16="http://schemas.microsoft.com/office/drawing/2014/main" id="{B156562E-2E9F-4B2C-B814-2A9E405463BD}"/>
                  </a:ext>
                </a:extLst>
              </p:cNvPr>
              <p:cNvSpPr/>
              <p:nvPr/>
            </p:nvSpPr>
            <p:spPr>
              <a:xfrm>
                <a:off x="1242134" y="3322447"/>
                <a:ext cx="845913" cy="370998"/>
              </a:xfrm>
              <a:custGeom>
                <a:avLst/>
                <a:gdLst>
                  <a:gd name="connsiteX0" fmla="*/ 148780 w 845913"/>
                  <a:gd name="connsiteY0" fmla="*/ 368617 h 370998"/>
                  <a:gd name="connsiteX1" fmla="*/ 158115 w 845913"/>
                  <a:gd name="connsiteY1" fmla="*/ 365855 h 370998"/>
                  <a:gd name="connsiteX2" fmla="*/ 301562 w 845913"/>
                  <a:gd name="connsiteY2" fmla="*/ 300990 h 370998"/>
                  <a:gd name="connsiteX3" fmla="*/ 377952 w 845913"/>
                  <a:gd name="connsiteY3" fmla="*/ 261842 h 370998"/>
                  <a:gd name="connsiteX4" fmla="*/ 381476 w 845913"/>
                  <a:gd name="connsiteY4" fmla="*/ 260794 h 370998"/>
                  <a:gd name="connsiteX5" fmla="*/ 380905 w 845913"/>
                  <a:gd name="connsiteY5" fmla="*/ 260604 h 370998"/>
                  <a:gd name="connsiteX6" fmla="*/ 499015 w 845913"/>
                  <a:gd name="connsiteY6" fmla="*/ 238696 h 370998"/>
                  <a:gd name="connsiteX7" fmla="*/ 776192 w 845913"/>
                  <a:gd name="connsiteY7" fmla="*/ 235267 h 370998"/>
                  <a:gd name="connsiteX8" fmla="*/ 840296 w 845913"/>
                  <a:gd name="connsiteY8" fmla="*/ 243173 h 370998"/>
                  <a:gd name="connsiteX9" fmla="*/ 816769 w 845913"/>
                  <a:gd name="connsiteY9" fmla="*/ 191453 h 370998"/>
                  <a:gd name="connsiteX10" fmla="*/ 816769 w 845913"/>
                  <a:gd name="connsiteY10" fmla="*/ 181928 h 370998"/>
                  <a:gd name="connsiteX11" fmla="*/ 817531 w 845913"/>
                  <a:gd name="connsiteY11" fmla="*/ 179737 h 370998"/>
                  <a:gd name="connsiteX12" fmla="*/ 840296 w 845913"/>
                  <a:gd name="connsiteY12" fmla="*/ 128397 h 370998"/>
                  <a:gd name="connsiteX13" fmla="*/ 776192 w 845913"/>
                  <a:gd name="connsiteY13" fmla="*/ 136303 h 370998"/>
                  <a:gd name="connsiteX14" fmla="*/ 499015 w 845913"/>
                  <a:gd name="connsiteY14" fmla="*/ 132874 h 370998"/>
                  <a:gd name="connsiteX15" fmla="*/ 301562 w 845913"/>
                  <a:gd name="connsiteY15" fmla="*/ 70580 h 370998"/>
                  <a:gd name="connsiteX16" fmla="*/ 162211 w 845913"/>
                  <a:gd name="connsiteY16" fmla="*/ 7049 h 370998"/>
                  <a:gd name="connsiteX17" fmla="*/ 127635 w 845913"/>
                  <a:gd name="connsiteY17" fmla="*/ 0 h 370998"/>
                  <a:gd name="connsiteX18" fmla="*/ 127635 w 845913"/>
                  <a:gd name="connsiteY18" fmla="*/ 0 h 370998"/>
                  <a:gd name="connsiteX19" fmla="*/ 127635 w 845913"/>
                  <a:gd name="connsiteY19" fmla="*/ 0 h 370998"/>
                  <a:gd name="connsiteX20" fmla="*/ 119063 w 845913"/>
                  <a:gd name="connsiteY20" fmla="*/ 381 h 370998"/>
                  <a:gd name="connsiteX21" fmla="*/ 117348 w 845913"/>
                  <a:gd name="connsiteY21" fmla="*/ 571 h 370998"/>
                  <a:gd name="connsiteX22" fmla="*/ 110585 w 845913"/>
                  <a:gd name="connsiteY22" fmla="*/ 1619 h 370998"/>
                  <a:gd name="connsiteX23" fmla="*/ 109347 w 845913"/>
                  <a:gd name="connsiteY23" fmla="*/ 1905 h 370998"/>
                  <a:gd name="connsiteX24" fmla="*/ 102203 w 845913"/>
                  <a:gd name="connsiteY24" fmla="*/ 3715 h 370998"/>
                  <a:gd name="connsiteX25" fmla="*/ 101632 w 845913"/>
                  <a:gd name="connsiteY25" fmla="*/ 3905 h 370998"/>
                  <a:gd name="connsiteX26" fmla="*/ 51149 w 845913"/>
                  <a:gd name="connsiteY26" fmla="*/ 64389 h 370998"/>
                  <a:gd name="connsiteX27" fmla="*/ 102679 w 845913"/>
                  <a:gd name="connsiteY27" fmla="*/ 125158 h 370998"/>
                  <a:gd name="connsiteX28" fmla="*/ 102584 w 845913"/>
                  <a:gd name="connsiteY28" fmla="*/ 125254 h 370998"/>
                  <a:gd name="connsiteX29" fmla="*/ 76486 w 845913"/>
                  <a:gd name="connsiteY29" fmla="*/ 121349 h 370998"/>
                  <a:gd name="connsiteX30" fmla="*/ 67913 w 845913"/>
                  <a:gd name="connsiteY30" fmla="*/ 121729 h 370998"/>
                  <a:gd name="connsiteX31" fmla="*/ 66199 w 845913"/>
                  <a:gd name="connsiteY31" fmla="*/ 121920 h 370998"/>
                  <a:gd name="connsiteX32" fmla="*/ 59436 w 845913"/>
                  <a:gd name="connsiteY32" fmla="*/ 122968 h 370998"/>
                  <a:gd name="connsiteX33" fmla="*/ 58198 w 845913"/>
                  <a:gd name="connsiteY33" fmla="*/ 123254 h 370998"/>
                  <a:gd name="connsiteX34" fmla="*/ 51054 w 845913"/>
                  <a:gd name="connsiteY34" fmla="*/ 125063 h 370998"/>
                  <a:gd name="connsiteX35" fmla="*/ 50482 w 845913"/>
                  <a:gd name="connsiteY35" fmla="*/ 125254 h 370998"/>
                  <a:gd name="connsiteX36" fmla="*/ 0 w 845913"/>
                  <a:gd name="connsiteY36" fmla="*/ 185738 h 370998"/>
                  <a:gd name="connsiteX37" fmla="*/ 76581 w 845913"/>
                  <a:gd name="connsiteY37" fmla="*/ 250126 h 370998"/>
                  <a:gd name="connsiteX38" fmla="*/ 96679 w 845913"/>
                  <a:gd name="connsiteY38" fmla="*/ 247841 h 370998"/>
                  <a:gd name="connsiteX39" fmla="*/ 51245 w 845913"/>
                  <a:gd name="connsiteY39" fmla="*/ 306610 h 370998"/>
                  <a:gd name="connsiteX40" fmla="*/ 127825 w 845913"/>
                  <a:gd name="connsiteY40" fmla="*/ 370999 h 370998"/>
                  <a:gd name="connsiteX41" fmla="*/ 147352 w 845913"/>
                  <a:gd name="connsiteY41" fmla="*/ 368808 h 370998"/>
                  <a:gd name="connsiteX42" fmla="*/ 147352 w 845913"/>
                  <a:gd name="connsiteY42" fmla="*/ 368903 h 370998"/>
                  <a:gd name="connsiteX43" fmla="*/ 148780 w 845913"/>
                  <a:gd name="connsiteY43" fmla="*/ 368617 h 370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845913" h="370998">
                    <a:moveTo>
                      <a:pt x="148780" y="368617"/>
                    </a:moveTo>
                    <a:cubicBezTo>
                      <a:pt x="152019" y="367856"/>
                      <a:pt x="155067" y="366903"/>
                      <a:pt x="158115" y="365855"/>
                    </a:cubicBezTo>
                    <a:cubicBezTo>
                      <a:pt x="179165" y="359188"/>
                      <a:pt x="229743" y="340995"/>
                      <a:pt x="301562" y="300990"/>
                    </a:cubicBezTo>
                    <a:cubicBezTo>
                      <a:pt x="333280" y="283369"/>
                      <a:pt x="357283" y="270891"/>
                      <a:pt x="377952" y="261842"/>
                    </a:cubicBezTo>
                    <a:lnTo>
                      <a:pt x="381476" y="260794"/>
                    </a:lnTo>
                    <a:cubicBezTo>
                      <a:pt x="381286" y="260699"/>
                      <a:pt x="381095" y="260604"/>
                      <a:pt x="380905" y="260604"/>
                    </a:cubicBezTo>
                    <a:cubicBezTo>
                      <a:pt x="421386" y="243459"/>
                      <a:pt x="449580" y="240030"/>
                      <a:pt x="499015" y="238696"/>
                    </a:cubicBezTo>
                    <a:cubicBezTo>
                      <a:pt x="574548" y="236601"/>
                      <a:pt x="760286" y="234982"/>
                      <a:pt x="776192" y="235267"/>
                    </a:cubicBezTo>
                    <a:cubicBezTo>
                      <a:pt x="792004" y="235553"/>
                      <a:pt x="826865" y="233934"/>
                      <a:pt x="840296" y="243173"/>
                    </a:cubicBezTo>
                    <a:cubicBezTo>
                      <a:pt x="853726" y="252413"/>
                      <a:pt x="841915" y="200692"/>
                      <a:pt x="816769" y="191453"/>
                    </a:cubicBezTo>
                    <a:lnTo>
                      <a:pt x="816769" y="181928"/>
                    </a:lnTo>
                    <a:cubicBezTo>
                      <a:pt x="817054" y="181261"/>
                      <a:pt x="817340" y="180499"/>
                      <a:pt x="817531" y="179737"/>
                    </a:cubicBezTo>
                    <a:cubicBezTo>
                      <a:pt x="842105" y="169736"/>
                      <a:pt x="853631" y="119253"/>
                      <a:pt x="840296" y="128397"/>
                    </a:cubicBezTo>
                    <a:cubicBezTo>
                      <a:pt x="826865" y="137636"/>
                      <a:pt x="792004" y="136017"/>
                      <a:pt x="776192" y="136303"/>
                    </a:cubicBezTo>
                    <a:cubicBezTo>
                      <a:pt x="760381" y="136589"/>
                      <a:pt x="574548" y="134969"/>
                      <a:pt x="499015" y="132874"/>
                    </a:cubicBezTo>
                    <a:cubicBezTo>
                      <a:pt x="423482" y="130778"/>
                      <a:pt x="397955" y="124206"/>
                      <a:pt x="301562" y="70580"/>
                    </a:cubicBezTo>
                    <a:cubicBezTo>
                      <a:pt x="233934" y="32957"/>
                      <a:pt x="185261" y="14669"/>
                      <a:pt x="162211" y="7049"/>
                    </a:cubicBezTo>
                    <a:cubicBezTo>
                      <a:pt x="151828" y="2572"/>
                      <a:pt x="140113" y="0"/>
                      <a:pt x="127635" y="0"/>
                    </a:cubicBezTo>
                    <a:lnTo>
                      <a:pt x="127635" y="0"/>
                    </a:lnTo>
                    <a:lnTo>
                      <a:pt x="127635" y="0"/>
                    </a:lnTo>
                    <a:cubicBezTo>
                      <a:pt x="124777" y="0"/>
                      <a:pt x="121920" y="191"/>
                      <a:pt x="119063" y="381"/>
                    </a:cubicBezTo>
                    <a:cubicBezTo>
                      <a:pt x="118491" y="476"/>
                      <a:pt x="117920" y="571"/>
                      <a:pt x="117348" y="571"/>
                    </a:cubicBezTo>
                    <a:cubicBezTo>
                      <a:pt x="115062" y="857"/>
                      <a:pt x="112776" y="1143"/>
                      <a:pt x="110585" y="1619"/>
                    </a:cubicBezTo>
                    <a:cubicBezTo>
                      <a:pt x="110109" y="1715"/>
                      <a:pt x="109728" y="1810"/>
                      <a:pt x="109347" y="1905"/>
                    </a:cubicBezTo>
                    <a:cubicBezTo>
                      <a:pt x="106871" y="2381"/>
                      <a:pt x="104489" y="3048"/>
                      <a:pt x="102203" y="3715"/>
                    </a:cubicBezTo>
                    <a:cubicBezTo>
                      <a:pt x="102013" y="3810"/>
                      <a:pt x="101822" y="3810"/>
                      <a:pt x="101632" y="3905"/>
                    </a:cubicBezTo>
                    <a:cubicBezTo>
                      <a:pt x="72199" y="12859"/>
                      <a:pt x="51149" y="36576"/>
                      <a:pt x="51149" y="64389"/>
                    </a:cubicBezTo>
                    <a:cubicBezTo>
                      <a:pt x="51149" y="92583"/>
                      <a:pt x="72676" y="116491"/>
                      <a:pt x="102679" y="125158"/>
                    </a:cubicBezTo>
                    <a:lnTo>
                      <a:pt x="102584" y="125254"/>
                    </a:lnTo>
                    <a:cubicBezTo>
                      <a:pt x="94393" y="122777"/>
                      <a:pt x="85630" y="121349"/>
                      <a:pt x="76486" y="121349"/>
                    </a:cubicBezTo>
                    <a:cubicBezTo>
                      <a:pt x="73628" y="121349"/>
                      <a:pt x="70771" y="121539"/>
                      <a:pt x="67913" y="121729"/>
                    </a:cubicBezTo>
                    <a:cubicBezTo>
                      <a:pt x="67342" y="121825"/>
                      <a:pt x="66770" y="121920"/>
                      <a:pt x="66199" y="121920"/>
                    </a:cubicBezTo>
                    <a:cubicBezTo>
                      <a:pt x="63913" y="122206"/>
                      <a:pt x="61627" y="122492"/>
                      <a:pt x="59436" y="122968"/>
                    </a:cubicBezTo>
                    <a:cubicBezTo>
                      <a:pt x="58960" y="123063"/>
                      <a:pt x="58579" y="123158"/>
                      <a:pt x="58198" y="123254"/>
                    </a:cubicBezTo>
                    <a:cubicBezTo>
                      <a:pt x="55721" y="123730"/>
                      <a:pt x="53340" y="124396"/>
                      <a:pt x="51054" y="125063"/>
                    </a:cubicBezTo>
                    <a:cubicBezTo>
                      <a:pt x="50864" y="125158"/>
                      <a:pt x="50673" y="125158"/>
                      <a:pt x="50482" y="125254"/>
                    </a:cubicBezTo>
                    <a:cubicBezTo>
                      <a:pt x="21050" y="134207"/>
                      <a:pt x="0" y="157925"/>
                      <a:pt x="0" y="185738"/>
                    </a:cubicBezTo>
                    <a:cubicBezTo>
                      <a:pt x="0" y="221266"/>
                      <a:pt x="34290" y="250126"/>
                      <a:pt x="76581" y="250126"/>
                    </a:cubicBezTo>
                    <a:cubicBezTo>
                      <a:pt x="83534" y="250126"/>
                      <a:pt x="90202" y="249269"/>
                      <a:pt x="96679" y="247841"/>
                    </a:cubicBezTo>
                    <a:cubicBezTo>
                      <a:pt x="69914" y="257842"/>
                      <a:pt x="51245" y="280416"/>
                      <a:pt x="51245" y="306610"/>
                    </a:cubicBezTo>
                    <a:cubicBezTo>
                      <a:pt x="51245" y="342138"/>
                      <a:pt x="85534" y="370999"/>
                      <a:pt x="127825" y="370999"/>
                    </a:cubicBezTo>
                    <a:cubicBezTo>
                      <a:pt x="134588" y="370999"/>
                      <a:pt x="141065" y="370142"/>
                      <a:pt x="147352" y="368808"/>
                    </a:cubicBezTo>
                    <a:lnTo>
                      <a:pt x="147352" y="368903"/>
                    </a:lnTo>
                    <a:cubicBezTo>
                      <a:pt x="147161" y="368999"/>
                      <a:pt x="147828" y="368903"/>
                      <a:pt x="148780" y="36861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86" name="Forme libre : forme 11585">
                <a:extLst>
                  <a:ext uri="{FF2B5EF4-FFF2-40B4-BE49-F238E27FC236}">
                    <a16:creationId xmlns:a16="http://schemas.microsoft.com/office/drawing/2014/main" id="{AE97B2A5-C425-4188-8457-875506A70802}"/>
                  </a:ext>
                </a:extLst>
              </p:cNvPr>
              <p:cNvSpPr/>
              <p:nvPr/>
            </p:nvSpPr>
            <p:spPr>
              <a:xfrm>
                <a:off x="3024642" y="1540033"/>
                <a:ext cx="371189" cy="846103"/>
              </a:xfrm>
              <a:custGeom>
                <a:avLst/>
                <a:gdLst>
                  <a:gd name="connsiteX0" fmla="*/ 370618 w 371189"/>
                  <a:gd name="connsiteY0" fmla="*/ 119063 h 846103"/>
                  <a:gd name="connsiteX1" fmla="*/ 370427 w 371189"/>
                  <a:gd name="connsiteY1" fmla="*/ 117348 h 846103"/>
                  <a:gd name="connsiteX2" fmla="*/ 369380 w 371189"/>
                  <a:gd name="connsiteY2" fmla="*/ 110585 h 846103"/>
                  <a:gd name="connsiteX3" fmla="*/ 369094 w 371189"/>
                  <a:gd name="connsiteY3" fmla="*/ 109347 h 846103"/>
                  <a:gd name="connsiteX4" fmla="*/ 367284 w 371189"/>
                  <a:gd name="connsiteY4" fmla="*/ 102203 h 846103"/>
                  <a:gd name="connsiteX5" fmla="*/ 367093 w 371189"/>
                  <a:gd name="connsiteY5" fmla="*/ 101632 h 846103"/>
                  <a:gd name="connsiteX6" fmla="*/ 306610 w 371189"/>
                  <a:gd name="connsiteY6" fmla="*/ 51149 h 846103"/>
                  <a:gd name="connsiteX7" fmla="*/ 245840 w 371189"/>
                  <a:gd name="connsiteY7" fmla="*/ 102680 h 846103"/>
                  <a:gd name="connsiteX8" fmla="*/ 245745 w 371189"/>
                  <a:gd name="connsiteY8" fmla="*/ 102584 h 846103"/>
                  <a:gd name="connsiteX9" fmla="*/ 249650 w 371189"/>
                  <a:gd name="connsiteY9" fmla="*/ 76486 h 846103"/>
                  <a:gd name="connsiteX10" fmla="*/ 249650 w 371189"/>
                  <a:gd name="connsiteY10" fmla="*/ 76486 h 846103"/>
                  <a:gd name="connsiteX11" fmla="*/ 249650 w 371189"/>
                  <a:gd name="connsiteY11" fmla="*/ 76486 h 846103"/>
                  <a:gd name="connsiteX12" fmla="*/ 249269 w 371189"/>
                  <a:gd name="connsiteY12" fmla="*/ 67913 h 846103"/>
                  <a:gd name="connsiteX13" fmla="*/ 249079 w 371189"/>
                  <a:gd name="connsiteY13" fmla="*/ 66199 h 846103"/>
                  <a:gd name="connsiteX14" fmla="*/ 248031 w 371189"/>
                  <a:gd name="connsiteY14" fmla="*/ 59436 h 846103"/>
                  <a:gd name="connsiteX15" fmla="*/ 247745 w 371189"/>
                  <a:gd name="connsiteY15" fmla="*/ 58198 h 846103"/>
                  <a:gd name="connsiteX16" fmla="*/ 245935 w 371189"/>
                  <a:gd name="connsiteY16" fmla="*/ 51054 h 846103"/>
                  <a:gd name="connsiteX17" fmla="*/ 245745 w 371189"/>
                  <a:gd name="connsiteY17" fmla="*/ 50483 h 846103"/>
                  <a:gd name="connsiteX18" fmla="*/ 185261 w 371189"/>
                  <a:gd name="connsiteY18" fmla="*/ 0 h 846103"/>
                  <a:gd name="connsiteX19" fmla="*/ 120872 w 371189"/>
                  <a:gd name="connsiteY19" fmla="*/ 76581 h 846103"/>
                  <a:gd name="connsiteX20" fmla="*/ 123158 w 371189"/>
                  <a:gd name="connsiteY20" fmla="*/ 96679 h 846103"/>
                  <a:gd name="connsiteX21" fmla="*/ 64389 w 371189"/>
                  <a:gd name="connsiteY21" fmla="*/ 51245 h 846103"/>
                  <a:gd name="connsiteX22" fmla="*/ 0 w 371189"/>
                  <a:gd name="connsiteY22" fmla="*/ 127826 h 846103"/>
                  <a:gd name="connsiteX23" fmla="*/ 2191 w 371189"/>
                  <a:gd name="connsiteY23" fmla="*/ 147352 h 846103"/>
                  <a:gd name="connsiteX24" fmla="*/ 2096 w 371189"/>
                  <a:gd name="connsiteY24" fmla="*/ 147352 h 846103"/>
                  <a:gd name="connsiteX25" fmla="*/ 2572 w 371189"/>
                  <a:gd name="connsiteY25" fmla="*/ 148971 h 846103"/>
                  <a:gd name="connsiteX26" fmla="*/ 5334 w 371189"/>
                  <a:gd name="connsiteY26" fmla="*/ 158306 h 846103"/>
                  <a:gd name="connsiteX27" fmla="*/ 70199 w 371189"/>
                  <a:gd name="connsiteY27" fmla="*/ 301752 h 846103"/>
                  <a:gd name="connsiteX28" fmla="*/ 109347 w 371189"/>
                  <a:gd name="connsiteY28" fmla="*/ 378143 h 846103"/>
                  <a:gd name="connsiteX29" fmla="*/ 110395 w 371189"/>
                  <a:gd name="connsiteY29" fmla="*/ 381667 h 846103"/>
                  <a:gd name="connsiteX30" fmla="*/ 110585 w 371189"/>
                  <a:gd name="connsiteY30" fmla="*/ 381095 h 846103"/>
                  <a:gd name="connsiteX31" fmla="*/ 132493 w 371189"/>
                  <a:gd name="connsiteY31" fmla="*/ 499205 h 846103"/>
                  <a:gd name="connsiteX32" fmla="*/ 135922 w 371189"/>
                  <a:gd name="connsiteY32" fmla="*/ 776383 h 846103"/>
                  <a:gd name="connsiteX33" fmla="*/ 128016 w 371189"/>
                  <a:gd name="connsiteY33" fmla="*/ 840486 h 846103"/>
                  <a:gd name="connsiteX34" fmla="*/ 179737 w 371189"/>
                  <a:gd name="connsiteY34" fmla="*/ 816959 h 846103"/>
                  <a:gd name="connsiteX35" fmla="*/ 189262 w 371189"/>
                  <a:gd name="connsiteY35" fmla="*/ 816959 h 846103"/>
                  <a:gd name="connsiteX36" fmla="*/ 191452 w 371189"/>
                  <a:gd name="connsiteY36" fmla="*/ 817721 h 846103"/>
                  <a:gd name="connsiteX37" fmla="*/ 242792 w 371189"/>
                  <a:gd name="connsiteY37" fmla="*/ 840486 h 846103"/>
                  <a:gd name="connsiteX38" fmla="*/ 234887 w 371189"/>
                  <a:gd name="connsiteY38" fmla="*/ 776383 h 846103"/>
                  <a:gd name="connsiteX39" fmla="*/ 238316 w 371189"/>
                  <a:gd name="connsiteY39" fmla="*/ 499205 h 846103"/>
                  <a:gd name="connsiteX40" fmla="*/ 300609 w 371189"/>
                  <a:gd name="connsiteY40" fmla="*/ 301752 h 846103"/>
                  <a:gd name="connsiteX41" fmla="*/ 364141 w 371189"/>
                  <a:gd name="connsiteY41" fmla="*/ 162401 h 846103"/>
                  <a:gd name="connsiteX42" fmla="*/ 371189 w 371189"/>
                  <a:gd name="connsiteY42" fmla="*/ 127826 h 846103"/>
                  <a:gd name="connsiteX43" fmla="*/ 371189 w 371189"/>
                  <a:gd name="connsiteY43" fmla="*/ 127826 h 846103"/>
                  <a:gd name="connsiteX44" fmla="*/ 371189 w 371189"/>
                  <a:gd name="connsiteY44" fmla="*/ 127826 h 846103"/>
                  <a:gd name="connsiteX45" fmla="*/ 370618 w 371189"/>
                  <a:gd name="connsiteY45" fmla="*/ 119063 h 84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371189" h="846103">
                    <a:moveTo>
                      <a:pt x="370618" y="119063"/>
                    </a:moveTo>
                    <a:cubicBezTo>
                      <a:pt x="370523" y="118491"/>
                      <a:pt x="370427" y="117920"/>
                      <a:pt x="370427" y="117348"/>
                    </a:cubicBezTo>
                    <a:cubicBezTo>
                      <a:pt x="370142" y="115062"/>
                      <a:pt x="369856" y="112776"/>
                      <a:pt x="369380" y="110585"/>
                    </a:cubicBezTo>
                    <a:cubicBezTo>
                      <a:pt x="369284" y="110109"/>
                      <a:pt x="369189" y="109728"/>
                      <a:pt x="369094" y="109347"/>
                    </a:cubicBezTo>
                    <a:cubicBezTo>
                      <a:pt x="368617" y="106871"/>
                      <a:pt x="367951" y="104489"/>
                      <a:pt x="367284" y="102203"/>
                    </a:cubicBezTo>
                    <a:cubicBezTo>
                      <a:pt x="367189" y="102013"/>
                      <a:pt x="367189" y="101822"/>
                      <a:pt x="367093" y="101632"/>
                    </a:cubicBezTo>
                    <a:cubicBezTo>
                      <a:pt x="358140" y="72200"/>
                      <a:pt x="334423" y="51149"/>
                      <a:pt x="306610" y="51149"/>
                    </a:cubicBezTo>
                    <a:cubicBezTo>
                      <a:pt x="278416" y="51149"/>
                      <a:pt x="254508" y="72676"/>
                      <a:pt x="245840" y="102680"/>
                    </a:cubicBezTo>
                    <a:lnTo>
                      <a:pt x="245745" y="102584"/>
                    </a:lnTo>
                    <a:cubicBezTo>
                      <a:pt x="248222" y="94393"/>
                      <a:pt x="249650" y="85630"/>
                      <a:pt x="249650" y="76486"/>
                    </a:cubicBezTo>
                    <a:lnTo>
                      <a:pt x="249650" y="76486"/>
                    </a:lnTo>
                    <a:lnTo>
                      <a:pt x="249650" y="76486"/>
                    </a:lnTo>
                    <a:cubicBezTo>
                      <a:pt x="249650" y="73628"/>
                      <a:pt x="249460" y="70771"/>
                      <a:pt x="249269" y="67913"/>
                    </a:cubicBezTo>
                    <a:cubicBezTo>
                      <a:pt x="249174" y="67342"/>
                      <a:pt x="249079" y="66770"/>
                      <a:pt x="249079" y="66199"/>
                    </a:cubicBezTo>
                    <a:cubicBezTo>
                      <a:pt x="248793" y="63913"/>
                      <a:pt x="248507" y="61627"/>
                      <a:pt x="248031" y="59436"/>
                    </a:cubicBezTo>
                    <a:cubicBezTo>
                      <a:pt x="247936" y="58960"/>
                      <a:pt x="247841" y="58579"/>
                      <a:pt x="247745" y="58198"/>
                    </a:cubicBezTo>
                    <a:cubicBezTo>
                      <a:pt x="247269" y="55721"/>
                      <a:pt x="246602" y="53340"/>
                      <a:pt x="245935" y="51054"/>
                    </a:cubicBezTo>
                    <a:cubicBezTo>
                      <a:pt x="245840" y="50864"/>
                      <a:pt x="245840" y="50673"/>
                      <a:pt x="245745" y="50483"/>
                    </a:cubicBezTo>
                    <a:cubicBezTo>
                      <a:pt x="236792" y="21050"/>
                      <a:pt x="213074" y="0"/>
                      <a:pt x="185261" y="0"/>
                    </a:cubicBezTo>
                    <a:cubicBezTo>
                      <a:pt x="149733" y="0"/>
                      <a:pt x="120872" y="34290"/>
                      <a:pt x="120872" y="76581"/>
                    </a:cubicBezTo>
                    <a:cubicBezTo>
                      <a:pt x="120872" y="83534"/>
                      <a:pt x="121729" y="90202"/>
                      <a:pt x="123158" y="96679"/>
                    </a:cubicBezTo>
                    <a:cubicBezTo>
                      <a:pt x="113157" y="69914"/>
                      <a:pt x="90583" y="51245"/>
                      <a:pt x="64389" y="51245"/>
                    </a:cubicBezTo>
                    <a:cubicBezTo>
                      <a:pt x="28861" y="51245"/>
                      <a:pt x="0" y="85535"/>
                      <a:pt x="0" y="127826"/>
                    </a:cubicBezTo>
                    <a:cubicBezTo>
                      <a:pt x="0" y="134588"/>
                      <a:pt x="762" y="141065"/>
                      <a:pt x="2191" y="147352"/>
                    </a:cubicBezTo>
                    <a:lnTo>
                      <a:pt x="2096" y="147352"/>
                    </a:lnTo>
                    <a:cubicBezTo>
                      <a:pt x="2096" y="147352"/>
                      <a:pt x="2286" y="148019"/>
                      <a:pt x="2572" y="148971"/>
                    </a:cubicBezTo>
                    <a:cubicBezTo>
                      <a:pt x="3334" y="152114"/>
                      <a:pt x="4286" y="155258"/>
                      <a:pt x="5334" y="158306"/>
                    </a:cubicBezTo>
                    <a:cubicBezTo>
                      <a:pt x="12002" y="179356"/>
                      <a:pt x="30194" y="229934"/>
                      <a:pt x="70199" y="301752"/>
                    </a:cubicBezTo>
                    <a:cubicBezTo>
                      <a:pt x="87821" y="333470"/>
                      <a:pt x="100298" y="357473"/>
                      <a:pt x="109347" y="378143"/>
                    </a:cubicBezTo>
                    <a:lnTo>
                      <a:pt x="110395" y="381667"/>
                    </a:lnTo>
                    <a:cubicBezTo>
                      <a:pt x="110490" y="381476"/>
                      <a:pt x="110585" y="381286"/>
                      <a:pt x="110585" y="381095"/>
                    </a:cubicBezTo>
                    <a:cubicBezTo>
                      <a:pt x="127730" y="421577"/>
                      <a:pt x="131159" y="449771"/>
                      <a:pt x="132493" y="499205"/>
                    </a:cubicBezTo>
                    <a:cubicBezTo>
                      <a:pt x="134588" y="574739"/>
                      <a:pt x="136208" y="760476"/>
                      <a:pt x="135922" y="776383"/>
                    </a:cubicBezTo>
                    <a:cubicBezTo>
                      <a:pt x="135636" y="792194"/>
                      <a:pt x="137255" y="827056"/>
                      <a:pt x="128016" y="840486"/>
                    </a:cubicBezTo>
                    <a:cubicBezTo>
                      <a:pt x="118777" y="853916"/>
                      <a:pt x="170498" y="842105"/>
                      <a:pt x="179737" y="816959"/>
                    </a:cubicBezTo>
                    <a:lnTo>
                      <a:pt x="189262" y="816959"/>
                    </a:lnTo>
                    <a:cubicBezTo>
                      <a:pt x="189929" y="817245"/>
                      <a:pt x="190691" y="817531"/>
                      <a:pt x="191452" y="817721"/>
                    </a:cubicBezTo>
                    <a:cubicBezTo>
                      <a:pt x="201454" y="842296"/>
                      <a:pt x="251936" y="853821"/>
                      <a:pt x="242792" y="840486"/>
                    </a:cubicBezTo>
                    <a:cubicBezTo>
                      <a:pt x="233553" y="827056"/>
                      <a:pt x="235172" y="792194"/>
                      <a:pt x="234887" y="776383"/>
                    </a:cubicBezTo>
                    <a:cubicBezTo>
                      <a:pt x="234601" y="760571"/>
                      <a:pt x="236220" y="574739"/>
                      <a:pt x="238316" y="499205"/>
                    </a:cubicBezTo>
                    <a:cubicBezTo>
                      <a:pt x="240411" y="423672"/>
                      <a:pt x="246983" y="398145"/>
                      <a:pt x="300609" y="301752"/>
                    </a:cubicBezTo>
                    <a:cubicBezTo>
                      <a:pt x="338233" y="234125"/>
                      <a:pt x="356521" y="185452"/>
                      <a:pt x="364141" y="162401"/>
                    </a:cubicBezTo>
                    <a:cubicBezTo>
                      <a:pt x="368617" y="152019"/>
                      <a:pt x="371189" y="140303"/>
                      <a:pt x="371189" y="127826"/>
                    </a:cubicBezTo>
                    <a:lnTo>
                      <a:pt x="371189" y="127826"/>
                    </a:lnTo>
                    <a:lnTo>
                      <a:pt x="371189" y="127826"/>
                    </a:lnTo>
                    <a:cubicBezTo>
                      <a:pt x="371094" y="124778"/>
                      <a:pt x="370904" y="121920"/>
                      <a:pt x="370618" y="11906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587" name="Forme libre : forme 11586">
                <a:extLst>
                  <a:ext uri="{FF2B5EF4-FFF2-40B4-BE49-F238E27FC236}">
                    <a16:creationId xmlns:a16="http://schemas.microsoft.com/office/drawing/2014/main" id="{C44D7309-B737-44F7-B3A2-5CC78AAA0F29}"/>
                  </a:ext>
                </a:extLst>
              </p:cNvPr>
              <p:cNvSpPr/>
              <p:nvPr/>
            </p:nvSpPr>
            <p:spPr>
              <a:xfrm>
                <a:off x="3024547" y="4630136"/>
                <a:ext cx="371025" cy="845912"/>
              </a:xfrm>
              <a:custGeom>
                <a:avLst/>
                <a:gdLst>
                  <a:gd name="connsiteX0" fmla="*/ 369094 w 371025"/>
                  <a:gd name="connsiteY0" fmla="*/ 698752 h 845912"/>
                  <a:gd name="connsiteX1" fmla="*/ 368618 w 371025"/>
                  <a:gd name="connsiteY1" fmla="*/ 697133 h 845912"/>
                  <a:gd name="connsiteX2" fmla="*/ 365855 w 371025"/>
                  <a:gd name="connsiteY2" fmla="*/ 687798 h 845912"/>
                  <a:gd name="connsiteX3" fmla="*/ 300990 w 371025"/>
                  <a:gd name="connsiteY3" fmla="*/ 544352 h 845912"/>
                  <a:gd name="connsiteX4" fmla="*/ 261842 w 371025"/>
                  <a:gd name="connsiteY4" fmla="*/ 467961 h 845912"/>
                  <a:gd name="connsiteX5" fmla="*/ 260795 w 371025"/>
                  <a:gd name="connsiteY5" fmla="*/ 464437 h 845912"/>
                  <a:gd name="connsiteX6" fmla="*/ 260604 w 371025"/>
                  <a:gd name="connsiteY6" fmla="*/ 465008 h 845912"/>
                  <a:gd name="connsiteX7" fmla="*/ 238696 w 371025"/>
                  <a:gd name="connsiteY7" fmla="*/ 346898 h 845912"/>
                  <a:gd name="connsiteX8" fmla="*/ 235268 w 371025"/>
                  <a:gd name="connsiteY8" fmla="*/ 69721 h 845912"/>
                  <a:gd name="connsiteX9" fmla="*/ 243173 w 371025"/>
                  <a:gd name="connsiteY9" fmla="*/ 5617 h 845912"/>
                  <a:gd name="connsiteX10" fmla="*/ 191453 w 371025"/>
                  <a:gd name="connsiteY10" fmla="*/ 29144 h 845912"/>
                  <a:gd name="connsiteX11" fmla="*/ 181928 w 371025"/>
                  <a:gd name="connsiteY11" fmla="*/ 29144 h 845912"/>
                  <a:gd name="connsiteX12" fmla="*/ 179737 w 371025"/>
                  <a:gd name="connsiteY12" fmla="*/ 28382 h 845912"/>
                  <a:gd name="connsiteX13" fmla="*/ 128397 w 371025"/>
                  <a:gd name="connsiteY13" fmla="*/ 5617 h 845912"/>
                  <a:gd name="connsiteX14" fmla="*/ 136303 w 371025"/>
                  <a:gd name="connsiteY14" fmla="*/ 69721 h 845912"/>
                  <a:gd name="connsiteX15" fmla="*/ 132874 w 371025"/>
                  <a:gd name="connsiteY15" fmla="*/ 346898 h 845912"/>
                  <a:gd name="connsiteX16" fmla="*/ 70580 w 371025"/>
                  <a:gd name="connsiteY16" fmla="*/ 544352 h 845912"/>
                  <a:gd name="connsiteX17" fmla="*/ 7049 w 371025"/>
                  <a:gd name="connsiteY17" fmla="*/ 683702 h 845912"/>
                  <a:gd name="connsiteX18" fmla="*/ 0 w 371025"/>
                  <a:gd name="connsiteY18" fmla="*/ 718278 h 845912"/>
                  <a:gd name="connsiteX19" fmla="*/ 0 w 371025"/>
                  <a:gd name="connsiteY19" fmla="*/ 718278 h 845912"/>
                  <a:gd name="connsiteX20" fmla="*/ 0 w 371025"/>
                  <a:gd name="connsiteY20" fmla="*/ 718278 h 845912"/>
                  <a:gd name="connsiteX21" fmla="*/ 381 w 371025"/>
                  <a:gd name="connsiteY21" fmla="*/ 726851 h 845912"/>
                  <a:gd name="connsiteX22" fmla="*/ 571 w 371025"/>
                  <a:gd name="connsiteY22" fmla="*/ 728565 h 845912"/>
                  <a:gd name="connsiteX23" fmla="*/ 1619 w 371025"/>
                  <a:gd name="connsiteY23" fmla="*/ 735328 h 845912"/>
                  <a:gd name="connsiteX24" fmla="*/ 1905 w 371025"/>
                  <a:gd name="connsiteY24" fmla="*/ 736566 h 845912"/>
                  <a:gd name="connsiteX25" fmla="*/ 3715 w 371025"/>
                  <a:gd name="connsiteY25" fmla="*/ 743710 h 845912"/>
                  <a:gd name="connsiteX26" fmla="*/ 3905 w 371025"/>
                  <a:gd name="connsiteY26" fmla="*/ 744281 h 845912"/>
                  <a:gd name="connsiteX27" fmla="*/ 64389 w 371025"/>
                  <a:gd name="connsiteY27" fmla="*/ 794764 h 845912"/>
                  <a:gd name="connsiteX28" fmla="*/ 125158 w 371025"/>
                  <a:gd name="connsiteY28" fmla="*/ 743234 h 845912"/>
                  <a:gd name="connsiteX29" fmla="*/ 125254 w 371025"/>
                  <a:gd name="connsiteY29" fmla="*/ 743329 h 845912"/>
                  <a:gd name="connsiteX30" fmla="*/ 121349 w 371025"/>
                  <a:gd name="connsiteY30" fmla="*/ 769427 h 845912"/>
                  <a:gd name="connsiteX31" fmla="*/ 121729 w 371025"/>
                  <a:gd name="connsiteY31" fmla="*/ 778000 h 845912"/>
                  <a:gd name="connsiteX32" fmla="*/ 121920 w 371025"/>
                  <a:gd name="connsiteY32" fmla="*/ 779714 h 845912"/>
                  <a:gd name="connsiteX33" fmla="*/ 122968 w 371025"/>
                  <a:gd name="connsiteY33" fmla="*/ 786477 h 845912"/>
                  <a:gd name="connsiteX34" fmla="*/ 123254 w 371025"/>
                  <a:gd name="connsiteY34" fmla="*/ 787715 h 845912"/>
                  <a:gd name="connsiteX35" fmla="*/ 125063 w 371025"/>
                  <a:gd name="connsiteY35" fmla="*/ 794859 h 845912"/>
                  <a:gd name="connsiteX36" fmla="*/ 125254 w 371025"/>
                  <a:gd name="connsiteY36" fmla="*/ 795431 h 845912"/>
                  <a:gd name="connsiteX37" fmla="*/ 185738 w 371025"/>
                  <a:gd name="connsiteY37" fmla="*/ 845913 h 845912"/>
                  <a:gd name="connsiteX38" fmla="*/ 250127 w 371025"/>
                  <a:gd name="connsiteY38" fmla="*/ 769332 h 845912"/>
                  <a:gd name="connsiteX39" fmla="*/ 247840 w 371025"/>
                  <a:gd name="connsiteY39" fmla="*/ 749234 h 845912"/>
                  <a:gd name="connsiteX40" fmla="*/ 306610 w 371025"/>
                  <a:gd name="connsiteY40" fmla="*/ 794669 h 845912"/>
                  <a:gd name="connsiteX41" fmla="*/ 370999 w 371025"/>
                  <a:gd name="connsiteY41" fmla="*/ 718088 h 845912"/>
                  <a:gd name="connsiteX42" fmla="*/ 369094 w 371025"/>
                  <a:gd name="connsiteY42" fmla="*/ 698752 h 845912"/>
                  <a:gd name="connsiteX43" fmla="*/ 369094 w 371025"/>
                  <a:gd name="connsiteY43" fmla="*/ 698752 h 845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71025" h="845912">
                    <a:moveTo>
                      <a:pt x="369094" y="698752"/>
                    </a:moveTo>
                    <a:cubicBezTo>
                      <a:pt x="369094" y="698752"/>
                      <a:pt x="368903" y="698085"/>
                      <a:pt x="368618" y="697133"/>
                    </a:cubicBezTo>
                    <a:cubicBezTo>
                      <a:pt x="367855" y="693989"/>
                      <a:pt x="366903" y="690846"/>
                      <a:pt x="365855" y="687798"/>
                    </a:cubicBezTo>
                    <a:cubicBezTo>
                      <a:pt x="359188" y="666748"/>
                      <a:pt x="340995" y="616170"/>
                      <a:pt x="300990" y="544352"/>
                    </a:cubicBezTo>
                    <a:cubicBezTo>
                      <a:pt x="283369" y="512633"/>
                      <a:pt x="270891" y="488630"/>
                      <a:pt x="261842" y="467961"/>
                    </a:cubicBezTo>
                    <a:lnTo>
                      <a:pt x="260795" y="464437"/>
                    </a:lnTo>
                    <a:cubicBezTo>
                      <a:pt x="260699" y="464627"/>
                      <a:pt x="260604" y="464818"/>
                      <a:pt x="260604" y="465008"/>
                    </a:cubicBezTo>
                    <a:cubicBezTo>
                      <a:pt x="243459" y="424527"/>
                      <a:pt x="240030" y="396333"/>
                      <a:pt x="238696" y="346898"/>
                    </a:cubicBezTo>
                    <a:cubicBezTo>
                      <a:pt x="236601" y="271365"/>
                      <a:pt x="234982" y="85628"/>
                      <a:pt x="235268" y="69721"/>
                    </a:cubicBezTo>
                    <a:cubicBezTo>
                      <a:pt x="235553" y="53909"/>
                      <a:pt x="233934" y="19048"/>
                      <a:pt x="243173" y="5617"/>
                    </a:cubicBezTo>
                    <a:cubicBezTo>
                      <a:pt x="252413" y="-7813"/>
                      <a:pt x="200692" y="3998"/>
                      <a:pt x="191453" y="29144"/>
                    </a:cubicBezTo>
                    <a:lnTo>
                      <a:pt x="181928" y="29144"/>
                    </a:lnTo>
                    <a:cubicBezTo>
                      <a:pt x="181261" y="28859"/>
                      <a:pt x="180499" y="28573"/>
                      <a:pt x="179737" y="28382"/>
                    </a:cubicBezTo>
                    <a:cubicBezTo>
                      <a:pt x="169735" y="3808"/>
                      <a:pt x="119253" y="-7717"/>
                      <a:pt x="128397" y="5617"/>
                    </a:cubicBezTo>
                    <a:cubicBezTo>
                      <a:pt x="137636" y="19048"/>
                      <a:pt x="136017" y="53909"/>
                      <a:pt x="136303" y="69721"/>
                    </a:cubicBezTo>
                    <a:cubicBezTo>
                      <a:pt x="136588" y="85532"/>
                      <a:pt x="134969" y="271365"/>
                      <a:pt x="132874" y="346898"/>
                    </a:cubicBezTo>
                    <a:cubicBezTo>
                      <a:pt x="130778" y="422432"/>
                      <a:pt x="124206" y="447959"/>
                      <a:pt x="70580" y="544352"/>
                    </a:cubicBezTo>
                    <a:cubicBezTo>
                      <a:pt x="32956" y="611979"/>
                      <a:pt x="14668" y="660652"/>
                      <a:pt x="7049" y="683702"/>
                    </a:cubicBezTo>
                    <a:cubicBezTo>
                      <a:pt x="2572" y="694085"/>
                      <a:pt x="0" y="705800"/>
                      <a:pt x="0" y="718278"/>
                    </a:cubicBezTo>
                    <a:lnTo>
                      <a:pt x="0" y="718278"/>
                    </a:lnTo>
                    <a:lnTo>
                      <a:pt x="0" y="718278"/>
                    </a:lnTo>
                    <a:cubicBezTo>
                      <a:pt x="0" y="721136"/>
                      <a:pt x="191" y="723993"/>
                      <a:pt x="381" y="726851"/>
                    </a:cubicBezTo>
                    <a:cubicBezTo>
                      <a:pt x="476" y="727422"/>
                      <a:pt x="571" y="727994"/>
                      <a:pt x="571" y="728565"/>
                    </a:cubicBezTo>
                    <a:cubicBezTo>
                      <a:pt x="857" y="730851"/>
                      <a:pt x="1143" y="733137"/>
                      <a:pt x="1619" y="735328"/>
                    </a:cubicBezTo>
                    <a:cubicBezTo>
                      <a:pt x="1714" y="735804"/>
                      <a:pt x="1810" y="736185"/>
                      <a:pt x="1905" y="736566"/>
                    </a:cubicBezTo>
                    <a:cubicBezTo>
                      <a:pt x="2381" y="739043"/>
                      <a:pt x="3048" y="741424"/>
                      <a:pt x="3715" y="743710"/>
                    </a:cubicBezTo>
                    <a:cubicBezTo>
                      <a:pt x="3810" y="743900"/>
                      <a:pt x="3810" y="744091"/>
                      <a:pt x="3905" y="744281"/>
                    </a:cubicBezTo>
                    <a:cubicBezTo>
                      <a:pt x="12859" y="773714"/>
                      <a:pt x="36576" y="794764"/>
                      <a:pt x="64389" y="794764"/>
                    </a:cubicBezTo>
                    <a:cubicBezTo>
                      <a:pt x="92583" y="794764"/>
                      <a:pt x="116491" y="773238"/>
                      <a:pt x="125158" y="743234"/>
                    </a:cubicBezTo>
                    <a:lnTo>
                      <a:pt x="125254" y="743329"/>
                    </a:lnTo>
                    <a:cubicBezTo>
                      <a:pt x="122777" y="751521"/>
                      <a:pt x="121349" y="760283"/>
                      <a:pt x="121349" y="769427"/>
                    </a:cubicBezTo>
                    <a:cubicBezTo>
                      <a:pt x="121349" y="772285"/>
                      <a:pt x="121539" y="775142"/>
                      <a:pt x="121729" y="778000"/>
                    </a:cubicBezTo>
                    <a:cubicBezTo>
                      <a:pt x="121825" y="778571"/>
                      <a:pt x="121920" y="779143"/>
                      <a:pt x="121920" y="779714"/>
                    </a:cubicBezTo>
                    <a:cubicBezTo>
                      <a:pt x="122206" y="782000"/>
                      <a:pt x="122492" y="784286"/>
                      <a:pt x="122968" y="786477"/>
                    </a:cubicBezTo>
                    <a:cubicBezTo>
                      <a:pt x="123063" y="786954"/>
                      <a:pt x="123158" y="787334"/>
                      <a:pt x="123254" y="787715"/>
                    </a:cubicBezTo>
                    <a:cubicBezTo>
                      <a:pt x="123730" y="790192"/>
                      <a:pt x="124396" y="792573"/>
                      <a:pt x="125063" y="794859"/>
                    </a:cubicBezTo>
                    <a:cubicBezTo>
                      <a:pt x="125158" y="795050"/>
                      <a:pt x="125158" y="795240"/>
                      <a:pt x="125254" y="795431"/>
                    </a:cubicBezTo>
                    <a:cubicBezTo>
                      <a:pt x="134207" y="824863"/>
                      <a:pt x="157925" y="845913"/>
                      <a:pt x="185738" y="845913"/>
                    </a:cubicBezTo>
                    <a:cubicBezTo>
                      <a:pt x="221266" y="845913"/>
                      <a:pt x="250127" y="811623"/>
                      <a:pt x="250127" y="769332"/>
                    </a:cubicBezTo>
                    <a:cubicBezTo>
                      <a:pt x="250127" y="762379"/>
                      <a:pt x="249269" y="755711"/>
                      <a:pt x="247840" y="749234"/>
                    </a:cubicBezTo>
                    <a:cubicBezTo>
                      <a:pt x="257842" y="776000"/>
                      <a:pt x="280416" y="794669"/>
                      <a:pt x="306610" y="794669"/>
                    </a:cubicBezTo>
                    <a:cubicBezTo>
                      <a:pt x="342138" y="794669"/>
                      <a:pt x="370999" y="760379"/>
                      <a:pt x="370999" y="718088"/>
                    </a:cubicBezTo>
                    <a:cubicBezTo>
                      <a:pt x="371189" y="711515"/>
                      <a:pt x="370332" y="705038"/>
                      <a:pt x="369094" y="698752"/>
                    </a:cubicBezTo>
                    <a:lnTo>
                      <a:pt x="369094" y="698752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588" name="Graphique 5">
              <a:extLst>
                <a:ext uri="{FF2B5EF4-FFF2-40B4-BE49-F238E27FC236}">
                  <a16:creationId xmlns:a16="http://schemas.microsoft.com/office/drawing/2014/main" id="{E61F7563-634C-4D94-8DB5-33705F2E893F}"/>
                </a:ext>
              </a:extLst>
            </p:cNvPr>
            <p:cNvGrpSpPr/>
            <p:nvPr/>
          </p:nvGrpSpPr>
          <p:grpSpPr>
            <a:xfrm>
              <a:off x="3285341" y="2018284"/>
              <a:ext cx="272415" cy="371760"/>
              <a:chOff x="3285341" y="2018284"/>
              <a:chExt cx="272415" cy="371760"/>
            </a:xfrm>
            <a:solidFill>
              <a:schemeClr val="accent1"/>
            </a:solidFill>
          </p:grpSpPr>
          <p:grpSp>
            <p:nvGrpSpPr>
              <p:cNvPr id="11589" name="Graphique 5">
                <a:extLst>
                  <a:ext uri="{FF2B5EF4-FFF2-40B4-BE49-F238E27FC236}">
                    <a16:creationId xmlns:a16="http://schemas.microsoft.com/office/drawing/2014/main" id="{20E0C0FB-EFB8-4101-B939-06DE3883DE03}"/>
                  </a:ext>
                </a:extLst>
              </p:cNvPr>
              <p:cNvGrpSpPr/>
              <p:nvPr/>
            </p:nvGrpSpPr>
            <p:grpSpPr>
              <a:xfrm>
                <a:off x="3285341" y="2018284"/>
                <a:ext cx="112966" cy="112966"/>
                <a:chOff x="3285341" y="2018284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590" name="Forme libre : forme 11589">
                  <a:extLst>
                    <a:ext uri="{FF2B5EF4-FFF2-40B4-BE49-F238E27FC236}">
                      <a16:creationId xmlns:a16="http://schemas.microsoft.com/office/drawing/2014/main" id="{EA8CF1F2-CF73-495C-9935-BB83F49659EC}"/>
                    </a:ext>
                  </a:extLst>
                </p:cNvPr>
                <p:cNvSpPr/>
                <p:nvPr/>
              </p:nvSpPr>
              <p:spPr>
                <a:xfrm>
                  <a:off x="3285341" y="2018284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91" name="Forme libre : forme 11590">
                  <a:extLst>
                    <a:ext uri="{FF2B5EF4-FFF2-40B4-BE49-F238E27FC236}">
                      <a16:creationId xmlns:a16="http://schemas.microsoft.com/office/drawing/2014/main" id="{CFD461AE-D1B2-4391-91EB-A06932789DB8}"/>
                    </a:ext>
                  </a:extLst>
                </p:cNvPr>
                <p:cNvSpPr/>
                <p:nvPr/>
              </p:nvSpPr>
              <p:spPr>
                <a:xfrm>
                  <a:off x="3285427" y="2023713"/>
                  <a:ext cx="112214" cy="107451"/>
                </a:xfrm>
                <a:custGeom>
                  <a:avLst/>
                  <a:gdLst>
                    <a:gd name="connsiteX0" fmla="*/ 56017 w 112214"/>
                    <a:gd name="connsiteY0" fmla="*/ 52292 h 107451"/>
                    <a:gd name="connsiteX1" fmla="*/ 32966 w 112214"/>
                    <a:gd name="connsiteY1" fmla="*/ 0 h 107451"/>
                    <a:gd name="connsiteX2" fmla="*/ 10487 w 112214"/>
                    <a:gd name="connsiteY2" fmla="*/ 18288 h 107451"/>
                    <a:gd name="connsiteX3" fmla="*/ 23727 w 112214"/>
                    <a:gd name="connsiteY3" fmla="*/ 96965 h 107451"/>
                    <a:gd name="connsiteX4" fmla="*/ 102403 w 112214"/>
                    <a:gd name="connsiteY4" fmla="*/ 83725 h 107451"/>
                    <a:gd name="connsiteX5" fmla="*/ 112214 w 112214"/>
                    <a:gd name="connsiteY5" fmla="*/ 57341 h 107451"/>
                    <a:gd name="connsiteX6" fmla="*/ 56017 w 112214"/>
                    <a:gd name="connsiteY6" fmla="*/ 52292 h 10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214" h="107451">
                      <a:moveTo>
                        <a:pt x="56017" y="52292"/>
                      </a:moveTo>
                      <a:cubicBezTo>
                        <a:pt x="38681" y="40005"/>
                        <a:pt x="30680" y="19717"/>
                        <a:pt x="32966" y="0"/>
                      </a:cubicBezTo>
                      <a:cubicBezTo>
                        <a:pt x="24298" y="4001"/>
                        <a:pt x="16393" y="10001"/>
                        <a:pt x="10487" y="18288"/>
                      </a:cubicBezTo>
                      <a:cubicBezTo>
                        <a:pt x="-7610" y="43720"/>
                        <a:pt x="-1705" y="78962"/>
                        <a:pt x="23727" y="96965"/>
                      </a:cubicBezTo>
                      <a:cubicBezTo>
                        <a:pt x="49159" y="115062"/>
                        <a:pt x="84401" y="109156"/>
                        <a:pt x="102403" y="83725"/>
                      </a:cubicBezTo>
                      <a:cubicBezTo>
                        <a:pt x="108118" y="75629"/>
                        <a:pt x="111262" y="66580"/>
                        <a:pt x="112214" y="57341"/>
                      </a:cubicBezTo>
                      <a:cubicBezTo>
                        <a:pt x="94498" y="65532"/>
                        <a:pt x="73066" y="64389"/>
                        <a:pt x="56017" y="52292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92" name="Forme libre : forme 11591">
                  <a:extLst>
                    <a:ext uri="{FF2B5EF4-FFF2-40B4-BE49-F238E27FC236}">
                      <a16:creationId xmlns:a16="http://schemas.microsoft.com/office/drawing/2014/main" id="{3B20C60E-ADC3-4B18-9D58-8C33668E9110}"/>
                    </a:ext>
                  </a:extLst>
                </p:cNvPr>
                <p:cNvSpPr/>
                <p:nvPr/>
              </p:nvSpPr>
              <p:spPr>
                <a:xfrm rot="-4847238">
                  <a:off x="3338073" y="2056143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93" name="Forme libre : forme 11592">
                  <a:extLst>
                    <a:ext uri="{FF2B5EF4-FFF2-40B4-BE49-F238E27FC236}">
                      <a16:creationId xmlns:a16="http://schemas.microsoft.com/office/drawing/2014/main" id="{3BC980F5-8DC4-4834-847E-0D79F28EA167}"/>
                    </a:ext>
                  </a:extLst>
                </p:cNvPr>
                <p:cNvSpPr/>
                <p:nvPr/>
              </p:nvSpPr>
              <p:spPr>
                <a:xfrm>
                  <a:off x="3350778" y="2048192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594" name="Graphique 5">
                <a:extLst>
                  <a:ext uri="{FF2B5EF4-FFF2-40B4-BE49-F238E27FC236}">
                    <a16:creationId xmlns:a16="http://schemas.microsoft.com/office/drawing/2014/main" id="{A00B3003-EC74-445C-A840-CAF838B444F6}"/>
                  </a:ext>
                </a:extLst>
              </p:cNvPr>
              <p:cNvGrpSpPr/>
              <p:nvPr/>
            </p:nvGrpSpPr>
            <p:grpSpPr>
              <a:xfrm>
                <a:off x="3444790" y="2043620"/>
                <a:ext cx="112966" cy="112966"/>
                <a:chOff x="3444790" y="2043620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595" name="Forme libre : forme 11594">
                  <a:extLst>
                    <a:ext uri="{FF2B5EF4-FFF2-40B4-BE49-F238E27FC236}">
                      <a16:creationId xmlns:a16="http://schemas.microsoft.com/office/drawing/2014/main" id="{79151828-651D-4EE5-A383-FA0FDC8F852E}"/>
                    </a:ext>
                  </a:extLst>
                </p:cNvPr>
                <p:cNvSpPr/>
                <p:nvPr/>
              </p:nvSpPr>
              <p:spPr>
                <a:xfrm>
                  <a:off x="3444790" y="2043620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9" y="112967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96" name="Forme libre : forme 11595">
                  <a:extLst>
                    <a:ext uri="{FF2B5EF4-FFF2-40B4-BE49-F238E27FC236}">
                      <a16:creationId xmlns:a16="http://schemas.microsoft.com/office/drawing/2014/main" id="{9A013127-52CC-4129-8D55-1F8DE9470852}"/>
                    </a:ext>
                  </a:extLst>
                </p:cNvPr>
                <p:cNvSpPr/>
                <p:nvPr/>
              </p:nvSpPr>
              <p:spPr>
                <a:xfrm>
                  <a:off x="3444875" y="2049050"/>
                  <a:ext cx="112214" cy="107451"/>
                </a:xfrm>
                <a:custGeom>
                  <a:avLst/>
                  <a:gdLst>
                    <a:gd name="connsiteX0" fmla="*/ 56017 w 112214"/>
                    <a:gd name="connsiteY0" fmla="*/ 52292 h 107451"/>
                    <a:gd name="connsiteX1" fmla="*/ 32966 w 112214"/>
                    <a:gd name="connsiteY1" fmla="*/ 0 h 107451"/>
                    <a:gd name="connsiteX2" fmla="*/ 10487 w 112214"/>
                    <a:gd name="connsiteY2" fmla="*/ 18288 h 107451"/>
                    <a:gd name="connsiteX3" fmla="*/ 23727 w 112214"/>
                    <a:gd name="connsiteY3" fmla="*/ 96965 h 107451"/>
                    <a:gd name="connsiteX4" fmla="*/ 102403 w 112214"/>
                    <a:gd name="connsiteY4" fmla="*/ 83725 h 107451"/>
                    <a:gd name="connsiteX5" fmla="*/ 112214 w 112214"/>
                    <a:gd name="connsiteY5" fmla="*/ 57340 h 107451"/>
                    <a:gd name="connsiteX6" fmla="*/ 56017 w 112214"/>
                    <a:gd name="connsiteY6" fmla="*/ 52292 h 10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214" h="107451">
                      <a:moveTo>
                        <a:pt x="56017" y="52292"/>
                      </a:moveTo>
                      <a:cubicBezTo>
                        <a:pt x="38681" y="40005"/>
                        <a:pt x="30680" y="19717"/>
                        <a:pt x="32966" y="0"/>
                      </a:cubicBezTo>
                      <a:cubicBezTo>
                        <a:pt x="24298" y="4000"/>
                        <a:pt x="16393" y="10001"/>
                        <a:pt x="10487" y="18288"/>
                      </a:cubicBezTo>
                      <a:cubicBezTo>
                        <a:pt x="-7610" y="43720"/>
                        <a:pt x="-1705" y="78962"/>
                        <a:pt x="23727" y="96965"/>
                      </a:cubicBezTo>
                      <a:cubicBezTo>
                        <a:pt x="49159" y="115062"/>
                        <a:pt x="84401" y="109156"/>
                        <a:pt x="102403" y="83725"/>
                      </a:cubicBezTo>
                      <a:cubicBezTo>
                        <a:pt x="108119" y="75629"/>
                        <a:pt x="111262" y="66580"/>
                        <a:pt x="112214" y="57340"/>
                      </a:cubicBezTo>
                      <a:cubicBezTo>
                        <a:pt x="94498" y="65532"/>
                        <a:pt x="73066" y="64389"/>
                        <a:pt x="56017" y="52292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97" name="Forme libre : forme 11596">
                  <a:extLst>
                    <a:ext uri="{FF2B5EF4-FFF2-40B4-BE49-F238E27FC236}">
                      <a16:creationId xmlns:a16="http://schemas.microsoft.com/office/drawing/2014/main" id="{B93F2DEF-75D6-4DEE-A74A-B1F99959A122}"/>
                    </a:ext>
                  </a:extLst>
                </p:cNvPr>
                <p:cNvSpPr/>
                <p:nvPr/>
              </p:nvSpPr>
              <p:spPr>
                <a:xfrm rot="-4847238">
                  <a:off x="3497485" y="2081562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98" name="Forme libre : forme 11597">
                  <a:extLst>
                    <a:ext uri="{FF2B5EF4-FFF2-40B4-BE49-F238E27FC236}">
                      <a16:creationId xmlns:a16="http://schemas.microsoft.com/office/drawing/2014/main" id="{111B2A8B-9B9E-4808-B2CF-BE65CFDB05D4}"/>
                    </a:ext>
                  </a:extLst>
                </p:cNvPr>
                <p:cNvSpPr/>
                <p:nvPr/>
              </p:nvSpPr>
              <p:spPr>
                <a:xfrm>
                  <a:off x="3510131" y="2073529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599" name="Forme libre : forme 11598">
                <a:extLst>
                  <a:ext uri="{FF2B5EF4-FFF2-40B4-BE49-F238E27FC236}">
                    <a16:creationId xmlns:a16="http://schemas.microsoft.com/office/drawing/2014/main" id="{895FCB7E-9A67-4896-AE40-2B875ACE5886}"/>
                  </a:ext>
                </a:extLst>
              </p:cNvPr>
              <p:cNvSpPr/>
              <p:nvPr/>
            </p:nvSpPr>
            <p:spPr>
              <a:xfrm>
                <a:off x="3304180" y="2116201"/>
                <a:ext cx="195187" cy="273843"/>
              </a:xfrm>
              <a:custGeom>
                <a:avLst/>
                <a:gdLst>
                  <a:gd name="connsiteX0" fmla="*/ 88699 w 195187"/>
                  <a:gd name="connsiteY0" fmla="*/ 273844 h 273843"/>
                  <a:gd name="connsiteX1" fmla="*/ 76602 w 195187"/>
                  <a:gd name="connsiteY1" fmla="*/ 273177 h 273843"/>
                  <a:gd name="connsiteX2" fmla="*/ 12879 w 195187"/>
                  <a:gd name="connsiteY2" fmla="*/ 239935 h 273843"/>
                  <a:gd name="connsiteX3" fmla="*/ 5641 w 195187"/>
                  <a:gd name="connsiteY3" fmla="*/ 155829 h 273843"/>
                  <a:gd name="connsiteX4" fmla="*/ 21071 w 195187"/>
                  <a:gd name="connsiteY4" fmla="*/ 1048 h 273843"/>
                  <a:gd name="connsiteX5" fmla="*/ 44884 w 195187"/>
                  <a:gd name="connsiteY5" fmla="*/ 0 h 273843"/>
                  <a:gd name="connsiteX6" fmla="*/ 28691 w 195187"/>
                  <a:gd name="connsiteY6" fmla="*/ 162020 h 273843"/>
                  <a:gd name="connsiteX7" fmla="*/ 32596 w 195187"/>
                  <a:gd name="connsiteY7" fmla="*/ 226409 h 273843"/>
                  <a:gd name="connsiteX8" fmla="*/ 79174 w 195187"/>
                  <a:gd name="connsiteY8" fmla="*/ 249460 h 273843"/>
                  <a:gd name="connsiteX9" fmla="*/ 124417 w 195187"/>
                  <a:gd name="connsiteY9" fmla="*/ 237935 h 273843"/>
                  <a:gd name="connsiteX10" fmla="*/ 144705 w 195187"/>
                  <a:gd name="connsiteY10" fmla="*/ 179832 h 273843"/>
                  <a:gd name="connsiteX11" fmla="*/ 173947 w 195187"/>
                  <a:gd name="connsiteY11" fmla="*/ 19336 h 273843"/>
                  <a:gd name="connsiteX12" fmla="*/ 195188 w 195187"/>
                  <a:gd name="connsiteY12" fmla="*/ 30099 h 273843"/>
                  <a:gd name="connsiteX13" fmla="*/ 168518 w 195187"/>
                  <a:gd name="connsiteY13" fmla="*/ 180023 h 273843"/>
                  <a:gd name="connsiteX14" fmla="*/ 140229 w 195187"/>
                  <a:gd name="connsiteY14" fmla="*/ 255651 h 273843"/>
                  <a:gd name="connsiteX15" fmla="*/ 88699 w 195187"/>
                  <a:gd name="connsiteY15" fmla="*/ 273844 h 273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5187" h="273843">
                    <a:moveTo>
                      <a:pt x="88699" y="273844"/>
                    </a:moveTo>
                    <a:cubicBezTo>
                      <a:pt x="84793" y="273844"/>
                      <a:pt x="80793" y="273653"/>
                      <a:pt x="76602" y="273177"/>
                    </a:cubicBezTo>
                    <a:cubicBezTo>
                      <a:pt x="47836" y="270224"/>
                      <a:pt x="25834" y="258699"/>
                      <a:pt x="12879" y="239935"/>
                    </a:cubicBezTo>
                    <a:cubicBezTo>
                      <a:pt x="-1408" y="219170"/>
                      <a:pt x="-3789" y="190881"/>
                      <a:pt x="5641" y="155829"/>
                    </a:cubicBezTo>
                    <a:cubicBezTo>
                      <a:pt x="24405" y="86201"/>
                      <a:pt x="21071" y="1905"/>
                      <a:pt x="21071" y="1048"/>
                    </a:cubicBezTo>
                    <a:lnTo>
                      <a:pt x="44884" y="0"/>
                    </a:lnTo>
                    <a:cubicBezTo>
                      <a:pt x="45074" y="3620"/>
                      <a:pt x="48408" y="88773"/>
                      <a:pt x="28691" y="162020"/>
                    </a:cubicBezTo>
                    <a:cubicBezTo>
                      <a:pt x="21166" y="190024"/>
                      <a:pt x="22404" y="211646"/>
                      <a:pt x="32596" y="226409"/>
                    </a:cubicBezTo>
                    <a:cubicBezTo>
                      <a:pt x="43741" y="242697"/>
                      <a:pt x="64029" y="247936"/>
                      <a:pt x="79174" y="249460"/>
                    </a:cubicBezTo>
                    <a:cubicBezTo>
                      <a:pt x="98414" y="251460"/>
                      <a:pt x="113559" y="247555"/>
                      <a:pt x="124417" y="237935"/>
                    </a:cubicBezTo>
                    <a:cubicBezTo>
                      <a:pt x="140895" y="223266"/>
                      <a:pt x="144515" y="198215"/>
                      <a:pt x="144705" y="179832"/>
                    </a:cubicBezTo>
                    <a:cubicBezTo>
                      <a:pt x="145182" y="129159"/>
                      <a:pt x="157088" y="52578"/>
                      <a:pt x="173947" y="19336"/>
                    </a:cubicBezTo>
                    <a:lnTo>
                      <a:pt x="195188" y="30099"/>
                    </a:lnTo>
                    <a:cubicBezTo>
                      <a:pt x="181472" y="57055"/>
                      <a:pt x="168994" y="127064"/>
                      <a:pt x="168518" y="180023"/>
                    </a:cubicBezTo>
                    <a:cubicBezTo>
                      <a:pt x="168137" y="213265"/>
                      <a:pt x="158421" y="239459"/>
                      <a:pt x="140229" y="255651"/>
                    </a:cubicBezTo>
                    <a:cubicBezTo>
                      <a:pt x="126703" y="267748"/>
                      <a:pt x="109463" y="273844"/>
                      <a:pt x="88699" y="273844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600" name="Graphique 5">
              <a:extLst>
                <a:ext uri="{FF2B5EF4-FFF2-40B4-BE49-F238E27FC236}">
                  <a16:creationId xmlns:a16="http://schemas.microsoft.com/office/drawing/2014/main" id="{D889A27A-71D5-43B6-B2F9-EA22D53EDC30}"/>
                </a:ext>
              </a:extLst>
            </p:cNvPr>
            <p:cNvGrpSpPr/>
            <p:nvPr/>
          </p:nvGrpSpPr>
          <p:grpSpPr>
            <a:xfrm>
              <a:off x="2833666" y="4624766"/>
              <a:ext cx="272986" cy="370556"/>
              <a:chOff x="2833666" y="4624766"/>
              <a:chExt cx="272986" cy="370556"/>
            </a:xfrm>
            <a:solidFill>
              <a:schemeClr val="accent1"/>
            </a:solidFill>
          </p:grpSpPr>
          <p:grpSp>
            <p:nvGrpSpPr>
              <p:cNvPr id="11601" name="Graphique 5">
                <a:extLst>
                  <a:ext uri="{FF2B5EF4-FFF2-40B4-BE49-F238E27FC236}">
                    <a16:creationId xmlns:a16="http://schemas.microsoft.com/office/drawing/2014/main" id="{5AA5E8F7-332C-44F6-B09A-1C9E3FC2B42C}"/>
                  </a:ext>
                </a:extLst>
              </p:cNvPr>
              <p:cNvGrpSpPr/>
              <p:nvPr/>
            </p:nvGrpSpPr>
            <p:grpSpPr>
              <a:xfrm>
                <a:off x="2993686" y="4882356"/>
                <a:ext cx="112966" cy="112966"/>
                <a:chOff x="2993686" y="4882356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602" name="Forme libre : forme 11601">
                  <a:extLst>
                    <a:ext uri="{FF2B5EF4-FFF2-40B4-BE49-F238E27FC236}">
                      <a16:creationId xmlns:a16="http://schemas.microsoft.com/office/drawing/2014/main" id="{E3A14035-051F-4DFC-B201-D92C2F12D1FF}"/>
                    </a:ext>
                  </a:extLst>
                </p:cNvPr>
                <p:cNvSpPr/>
                <p:nvPr/>
              </p:nvSpPr>
              <p:spPr>
                <a:xfrm>
                  <a:off x="2993686" y="4882356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03" name="Forme libre : forme 11602">
                  <a:extLst>
                    <a:ext uri="{FF2B5EF4-FFF2-40B4-BE49-F238E27FC236}">
                      <a16:creationId xmlns:a16="http://schemas.microsoft.com/office/drawing/2014/main" id="{AF6B4908-283D-462A-8F40-CD00210887E2}"/>
                    </a:ext>
                  </a:extLst>
                </p:cNvPr>
                <p:cNvSpPr/>
                <p:nvPr/>
              </p:nvSpPr>
              <p:spPr>
                <a:xfrm>
                  <a:off x="2994162" y="4882397"/>
                  <a:ext cx="112448" cy="106924"/>
                </a:xfrm>
                <a:custGeom>
                  <a:avLst/>
                  <a:gdLst>
                    <a:gd name="connsiteX0" fmla="*/ 56388 w 112448"/>
                    <a:gd name="connsiteY0" fmla="*/ 55204 h 106924"/>
                    <a:gd name="connsiteX1" fmla="*/ 80677 w 112448"/>
                    <a:gd name="connsiteY1" fmla="*/ 106925 h 106924"/>
                    <a:gd name="connsiteX2" fmla="*/ 102775 w 112448"/>
                    <a:gd name="connsiteY2" fmla="*/ 88065 h 106924"/>
                    <a:gd name="connsiteX3" fmla="*/ 87630 w 112448"/>
                    <a:gd name="connsiteY3" fmla="*/ 9674 h 106924"/>
                    <a:gd name="connsiteX4" fmla="*/ 9239 w 112448"/>
                    <a:gd name="connsiteY4" fmla="*/ 24819 h 106924"/>
                    <a:gd name="connsiteX5" fmla="*/ 0 w 112448"/>
                    <a:gd name="connsiteY5" fmla="*/ 51394 h 106924"/>
                    <a:gd name="connsiteX6" fmla="*/ 56388 w 112448"/>
                    <a:gd name="connsiteY6" fmla="*/ 55204 h 106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48" h="106924">
                      <a:moveTo>
                        <a:pt x="56388" y="55204"/>
                      </a:moveTo>
                      <a:cubicBezTo>
                        <a:pt x="74009" y="67110"/>
                        <a:pt x="82487" y="87208"/>
                        <a:pt x="80677" y="106925"/>
                      </a:cubicBezTo>
                      <a:cubicBezTo>
                        <a:pt x="89249" y="102734"/>
                        <a:pt x="96965" y="96542"/>
                        <a:pt x="102775" y="88065"/>
                      </a:cubicBezTo>
                      <a:cubicBezTo>
                        <a:pt x="120205" y="62252"/>
                        <a:pt x="113443" y="27200"/>
                        <a:pt x="87630" y="9674"/>
                      </a:cubicBezTo>
                      <a:cubicBezTo>
                        <a:pt x="61817" y="-7756"/>
                        <a:pt x="26765" y="-994"/>
                        <a:pt x="9239" y="24819"/>
                      </a:cubicBezTo>
                      <a:cubicBezTo>
                        <a:pt x="3715" y="33011"/>
                        <a:pt x="857" y="42250"/>
                        <a:pt x="0" y="51394"/>
                      </a:cubicBezTo>
                      <a:cubicBezTo>
                        <a:pt x="17621" y="42821"/>
                        <a:pt x="39053" y="43393"/>
                        <a:pt x="56388" y="55204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04" name="Forme libre : forme 11603">
                  <a:extLst>
                    <a:ext uri="{FF2B5EF4-FFF2-40B4-BE49-F238E27FC236}">
                      <a16:creationId xmlns:a16="http://schemas.microsoft.com/office/drawing/2014/main" id="{D2DF6E6D-ABF4-4520-8A4C-91765AD114AF}"/>
                    </a:ext>
                  </a:extLst>
                </p:cNvPr>
                <p:cNvSpPr/>
                <p:nvPr/>
              </p:nvSpPr>
              <p:spPr>
                <a:xfrm rot="-4929647">
                  <a:off x="3000000" y="4910692"/>
                  <a:ext cx="54104" cy="47055"/>
                </a:xfrm>
                <a:custGeom>
                  <a:avLst/>
                  <a:gdLst>
                    <a:gd name="connsiteX0" fmla="*/ 54104 w 54104"/>
                    <a:gd name="connsiteY0" fmla="*/ 23528 h 47055"/>
                    <a:gd name="connsiteX1" fmla="*/ 27052 w 54104"/>
                    <a:gd name="connsiteY1" fmla="*/ 47056 h 47055"/>
                    <a:gd name="connsiteX2" fmla="*/ 0 w 54104"/>
                    <a:gd name="connsiteY2" fmla="*/ 23528 h 47055"/>
                    <a:gd name="connsiteX3" fmla="*/ 27052 w 54104"/>
                    <a:gd name="connsiteY3" fmla="*/ 0 h 47055"/>
                    <a:gd name="connsiteX4" fmla="*/ 54104 w 54104"/>
                    <a:gd name="connsiteY4" fmla="*/ 23528 h 47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4" h="47055">
                      <a:moveTo>
                        <a:pt x="54104" y="23528"/>
                      </a:moveTo>
                      <a:cubicBezTo>
                        <a:pt x="54104" y="36522"/>
                        <a:pt x="41993" y="47056"/>
                        <a:pt x="27052" y="47056"/>
                      </a:cubicBezTo>
                      <a:cubicBezTo>
                        <a:pt x="12112" y="47056"/>
                        <a:pt x="0" y="36522"/>
                        <a:pt x="0" y="23528"/>
                      </a:cubicBezTo>
                      <a:cubicBezTo>
                        <a:pt x="0" y="10534"/>
                        <a:pt x="12112" y="0"/>
                        <a:pt x="27052" y="0"/>
                      </a:cubicBezTo>
                      <a:cubicBezTo>
                        <a:pt x="41993" y="0"/>
                        <a:pt x="54104" y="10534"/>
                        <a:pt x="54104" y="23528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05" name="Forme libre : forme 11604">
                  <a:extLst>
                    <a:ext uri="{FF2B5EF4-FFF2-40B4-BE49-F238E27FC236}">
                      <a16:creationId xmlns:a16="http://schemas.microsoft.com/office/drawing/2014/main" id="{778143AE-EE9B-4A40-B404-DC163EC20A05}"/>
                    </a:ext>
                  </a:extLst>
                </p:cNvPr>
                <p:cNvSpPr/>
                <p:nvPr/>
              </p:nvSpPr>
              <p:spPr>
                <a:xfrm>
                  <a:off x="3023213" y="4947317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606" name="Graphique 5">
                <a:extLst>
                  <a:ext uri="{FF2B5EF4-FFF2-40B4-BE49-F238E27FC236}">
                    <a16:creationId xmlns:a16="http://schemas.microsoft.com/office/drawing/2014/main" id="{06069E33-DDB8-46C8-BE5C-2259DF081106}"/>
                  </a:ext>
                </a:extLst>
              </p:cNvPr>
              <p:cNvGrpSpPr/>
              <p:nvPr/>
            </p:nvGrpSpPr>
            <p:grpSpPr>
              <a:xfrm>
                <a:off x="2833666" y="4860830"/>
                <a:ext cx="112966" cy="112966"/>
                <a:chOff x="2833666" y="4860830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607" name="Forme libre : forme 11606">
                  <a:extLst>
                    <a:ext uri="{FF2B5EF4-FFF2-40B4-BE49-F238E27FC236}">
                      <a16:creationId xmlns:a16="http://schemas.microsoft.com/office/drawing/2014/main" id="{7874E465-54E7-4100-834E-AA5BC62D31A1}"/>
                    </a:ext>
                  </a:extLst>
                </p:cNvPr>
                <p:cNvSpPr/>
                <p:nvPr/>
              </p:nvSpPr>
              <p:spPr>
                <a:xfrm>
                  <a:off x="2833666" y="4860830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08" name="Forme libre : forme 11607">
                  <a:extLst>
                    <a:ext uri="{FF2B5EF4-FFF2-40B4-BE49-F238E27FC236}">
                      <a16:creationId xmlns:a16="http://schemas.microsoft.com/office/drawing/2014/main" id="{D7D7B59E-F335-440B-9B44-EC97F4DA1101}"/>
                    </a:ext>
                  </a:extLst>
                </p:cNvPr>
                <p:cNvSpPr/>
                <p:nvPr/>
              </p:nvSpPr>
              <p:spPr>
                <a:xfrm>
                  <a:off x="2834142" y="4860871"/>
                  <a:ext cx="112449" cy="106924"/>
                </a:xfrm>
                <a:custGeom>
                  <a:avLst/>
                  <a:gdLst>
                    <a:gd name="connsiteX0" fmla="*/ 56388 w 112449"/>
                    <a:gd name="connsiteY0" fmla="*/ 55204 h 106924"/>
                    <a:gd name="connsiteX1" fmla="*/ 80677 w 112449"/>
                    <a:gd name="connsiteY1" fmla="*/ 106924 h 106924"/>
                    <a:gd name="connsiteX2" fmla="*/ 102775 w 112449"/>
                    <a:gd name="connsiteY2" fmla="*/ 88065 h 106924"/>
                    <a:gd name="connsiteX3" fmla="*/ 87630 w 112449"/>
                    <a:gd name="connsiteY3" fmla="*/ 9674 h 106924"/>
                    <a:gd name="connsiteX4" fmla="*/ 9239 w 112449"/>
                    <a:gd name="connsiteY4" fmla="*/ 24819 h 106924"/>
                    <a:gd name="connsiteX5" fmla="*/ 0 w 112449"/>
                    <a:gd name="connsiteY5" fmla="*/ 51394 h 106924"/>
                    <a:gd name="connsiteX6" fmla="*/ 56388 w 112449"/>
                    <a:gd name="connsiteY6" fmla="*/ 55204 h 106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49" h="106924">
                      <a:moveTo>
                        <a:pt x="56388" y="55204"/>
                      </a:moveTo>
                      <a:cubicBezTo>
                        <a:pt x="74009" y="67110"/>
                        <a:pt x="82487" y="87208"/>
                        <a:pt x="80677" y="106924"/>
                      </a:cubicBezTo>
                      <a:cubicBezTo>
                        <a:pt x="89249" y="102733"/>
                        <a:pt x="96965" y="96542"/>
                        <a:pt x="102775" y="88065"/>
                      </a:cubicBezTo>
                      <a:cubicBezTo>
                        <a:pt x="120206" y="62252"/>
                        <a:pt x="113443" y="27200"/>
                        <a:pt x="87630" y="9674"/>
                      </a:cubicBezTo>
                      <a:cubicBezTo>
                        <a:pt x="61817" y="-7757"/>
                        <a:pt x="26765" y="-994"/>
                        <a:pt x="9239" y="24819"/>
                      </a:cubicBezTo>
                      <a:cubicBezTo>
                        <a:pt x="3715" y="33010"/>
                        <a:pt x="857" y="42250"/>
                        <a:pt x="0" y="51394"/>
                      </a:cubicBezTo>
                      <a:cubicBezTo>
                        <a:pt x="17621" y="42821"/>
                        <a:pt x="39053" y="43393"/>
                        <a:pt x="56388" y="55204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09" name="Forme libre : forme 11608">
                  <a:extLst>
                    <a:ext uri="{FF2B5EF4-FFF2-40B4-BE49-F238E27FC236}">
                      <a16:creationId xmlns:a16="http://schemas.microsoft.com/office/drawing/2014/main" id="{CAF9C6A5-F3B9-4ECC-8C9B-76B300B7A1AF}"/>
                    </a:ext>
                  </a:extLst>
                </p:cNvPr>
                <p:cNvSpPr/>
                <p:nvPr/>
              </p:nvSpPr>
              <p:spPr>
                <a:xfrm rot="-4929647">
                  <a:off x="2840004" y="4889218"/>
                  <a:ext cx="54104" cy="47055"/>
                </a:xfrm>
                <a:custGeom>
                  <a:avLst/>
                  <a:gdLst>
                    <a:gd name="connsiteX0" fmla="*/ 54104 w 54104"/>
                    <a:gd name="connsiteY0" fmla="*/ 23528 h 47055"/>
                    <a:gd name="connsiteX1" fmla="*/ 27052 w 54104"/>
                    <a:gd name="connsiteY1" fmla="*/ 47056 h 47055"/>
                    <a:gd name="connsiteX2" fmla="*/ 0 w 54104"/>
                    <a:gd name="connsiteY2" fmla="*/ 23528 h 47055"/>
                    <a:gd name="connsiteX3" fmla="*/ 27052 w 54104"/>
                    <a:gd name="connsiteY3" fmla="*/ 0 h 47055"/>
                    <a:gd name="connsiteX4" fmla="*/ 54104 w 54104"/>
                    <a:gd name="connsiteY4" fmla="*/ 23528 h 47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4" h="47055">
                      <a:moveTo>
                        <a:pt x="54104" y="23528"/>
                      </a:moveTo>
                      <a:cubicBezTo>
                        <a:pt x="54104" y="36522"/>
                        <a:pt x="41993" y="47056"/>
                        <a:pt x="27052" y="47056"/>
                      </a:cubicBezTo>
                      <a:cubicBezTo>
                        <a:pt x="12112" y="47056"/>
                        <a:pt x="0" y="36522"/>
                        <a:pt x="0" y="23528"/>
                      </a:cubicBezTo>
                      <a:cubicBezTo>
                        <a:pt x="0" y="10534"/>
                        <a:pt x="12112" y="0"/>
                        <a:pt x="27052" y="0"/>
                      </a:cubicBezTo>
                      <a:cubicBezTo>
                        <a:pt x="41993" y="0"/>
                        <a:pt x="54104" y="10534"/>
                        <a:pt x="54104" y="23528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10" name="Forme libre : forme 11609">
                  <a:extLst>
                    <a:ext uri="{FF2B5EF4-FFF2-40B4-BE49-F238E27FC236}">
                      <a16:creationId xmlns:a16="http://schemas.microsoft.com/office/drawing/2014/main" id="{3053A4DF-6259-4071-9147-080C0E0A51A1}"/>
                    </a:ext>
                  </a:extLst>
                </p:cNvPr>
                <p:cNvSpPr/>
                <p:nvPr/>
              </p:nvSpPr>
              <p:spPr>
                <a:xfrm>
                  <a:off x="2863193" y="4925790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611" name="Forme libre : forme 11610">
                <a:extLst>
                  <a:ext uri="{FF2B5EF4-FFF2-40B4-BE49-F238E27FC236}">
                    <a16:creationId xmlns:a16="http://schemas.microsoft.com/office/drawing/2014/main" id="{A12E0934-704A-4E8B-89F9-5FF4D3BFC0C1}"/>
                  </a:ext>
                </a:extLst>
              </p:cNvPr>
              <p:cNvSpPr/>
              <p:nvPr/>
            </p:nvSpPr>
            <p:spPr>
              <a:xfrm>
                <a:off x="2891102" y="4624766"/>
                <a:ext cx="191089" cy="272735"/>
              </a:xfrm>
              <a:custGeom>
                <a:avLst/>
                <a:gdLst>
                  <a:gd name="connsiteX0" fmla="*/ 100489 w 191089"/>
                  <a:gd name="connsiteY0" fmla="*/ 34 h 272735"/>
                  <a:gd name="connsiteX1" fmla="*/ 112585 w 191089"/>
                  <a:gd name="connsiteY1" fmla="*/ 415 h 272735"/>
                  <a:gd name="connsiteX2" fmla="*/ 177070 w 191089"/>
                  <a:gd name="connsiteY2" fmla="*/ 32133 h 272735"/>
                  <a:gd name="connsiteX3" fmla="*/ 186309 w 191089"/>
                  <a:gd name="connsiteY3" fmla="*/ 116049 h 272735"/>
                  <a:gd name="connsiteX4" fmla="*/ 174593 w 191089"/>
                  <a:gd name="connsiteY4" fmla="*/ 271116 h 272735"/>
                  <a:gd name="connsiteX5" fmla="*/ 150876 w 191089"/>
                  <a:gd name="connsiteY5" fmla="*/ 272735 h 272735"/>
                  <a:gd name="connsiteX6" fmla="*/ 163259 w 191089"/>
                  <a:gd name="connsiteY6" fmla="*/ 110429 h 272735"/>
                  <a:gd name="connsiteX7" fmla="*/ 157829 w 191089"/>
                  <a:gd name="connsiteY7" fmla="*/ 46135 h 272735"/>
                  <a:gd name="connsiteX8" fmla="*/ 110776 w 191089"/>
                  <a:gd name="connsiteY8" fmla="*/ 24133 h 272735"/>
                  <a:gd name="connsiteX9" fmla="*/ 65818 w 191089"/>
                  <a:gd name="connsiteY9" fmla="*/ 36706 h 272735"/>
                  <a:gd name="connsiteX10" fmla="*/ 46863 w 191089"/>
                  <a:gd name="connsiteY10" fmla="*/ 95284 h 272735"/>
                  <a:gd name="connsiteX11" fmla="*/ 21431 w 191089"/>
                  <a:gd name="connsiteY11" fmla="*/ 256447 h 272735"/>
                  <a:gd name="connsiteX12" fmla="*/ 0 w 191089"/>
                  <a:gd name="connsiteY12" fmla="*/ 246160 h 272735"/>
                  <a:gd name="connsiteX13" fmla="*/ 23050 w 191089"/>
                  <a:gd name="connsiteY13" fmla="*/ 95665 h 272735"/>
                  <a:gd name="connsiteX14" fmla="*/ 49530 w 191089"/>
                  <a:gd name="connsiteY14" fmla="*/ 19370 h 272735"/>
                  <a:gd name="connsiteX15" fmla="*/ 100489 w 191089"/>
                  <a:gd name="connsiteY15" fmla="*/ 34 h 272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1089" h="272735">
                    <a:moveTo>
                      <a:pt x="100489" y="34"/>
                    </a:moveTo>
                    <a:cubicBezTo>
                      <a:pt x="104394" y="-61"/>
                      <a:pt x="108394" y="34"/>
                      <a:pt x="112585" y="415"/>
                    </a:cubicBezTo>
                    <a:cubicBezTo>
                      <a:pt x="141446" y="2701"/>
                      <a:pt x="163735" y="13655"/>
                      <a:pt x="177070" y="32133"/>
                    </a:cubicBezTo>
                    <a:cubicBezTo>
                      <a:pt x="191834" y="52612"/>
                      <a:pt x="194977" y="80806"/>
                      <a:pt x="186309" y="116049"/>
                    </a:cubicBezTo>
                    <a:cubicBezTo>
                      <a:pt x="169164" y="186153"/>
                      <a:pt x="174498" y="270258"/>
                      <a:pt x="174593" y="271116"/>
                    </a:cubicBezTo>
                    <a:lnTo>
                      <a:pt x="150876" y="272735"/>
                    </a:lnTo>
                    <a:cubicBezTo>
                      <a:pt x="150685" y="269116"/>
                      <a:pt x="145256" y="184153"/>
                      <a:pt x="163259" y="110429"/>
                    </a:cubicBezTo>
                    <a:cubicBezTo>
                      <a:pt x="170117" y="82330"/>
                      <a:pt x="168307" y="60708"/>
                      <a:pt x="157829" y="46135"/>
                    </a:cubicBezTo>
                    <a:cubicBezTo>
                      <a:pt x="146304" y="30133"/>
                      <a:pt x="125825" y="25371"/>
                      <a:pt x="110776" y="24133"/>
                    </a:cubicBezTo>
                    <a:cubicBezTo>
                      <a:pt x="91535" y="22608"/>
                      <a:pt x="76390" y="26799"/>
                      <a:pt x="65818" y="36706"/>
                    </a:cubicBezTo>
                    <a:cubicBezTo>
                      <a:pt x="49720" y="51755"/>
                      <a:pt x="46672" y="76901"/>
                      <a:pt x="46863" y="95284"/>
                    </a:cubicBezTo>
                    <a:cubicBezTo>
                      <a:pt x="47530" y="145957"/>
                      <a:pt x="37528" y="222824"/>
                      <a:pt x="21431" y="256447"/>
                    </a:cubicBezTo>
                    <a:lnTo>
                      <a:pt x="0" y="246160"/>
                    </a:lnTo>
                    <a:cubicBezTo>
                      <a:pt x="13049" y="218919"/>
                      <a:pt x="23813" y="148624"/>
                      <a:pt x="23050" y="95665"/>
                    </a:cubicBezTo>
                    <a:cubicBezTo>
                      <a:pt x="22574" y="62423"/>
                      <a:pt x="31718" y="36039"/>
                      <a:pt x="49530" y="19370"/>
                    </a:cubicBezTo>
                    <a:cubicBezTo>
                      <a:pt x="62674" y="6988"/>
                      <a:pt x="79724" y="606"/>
                      <a:pt x="100489" y="34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612" name="Graphique 5">
              <a:extLst>
                <a:ext uri="{FF2B5EF4-FFF2-40B4-BE49-F238E27FC236}">
                  <a16:creationId xmlns:a16="http://schemas.microsoft.com/office/drawing/2014/main" id="{D085295B-5BE4-4566-B870-36329644D702}"/>
                </a:ext>
              </a:extLst>
            </p:cNvPr>
            <p:cNvGrpSpPr/>
            <p:nvPr/>
          </p:nvGrpSpPr>
          <p:grpSpPr>
            <a:xfrm>
              <a:off x="3564023" y="4558072"/>
              <a:ext cx="304344" cy="376862"/>
              <a:chOff x="3564023" y="4558072"/>
              <a:chExt cx="304344" cy="376862"/>
            </a:xfrm>
            <a:solidFill>
              <a:schemeClr val="accent1"/>
            </a:solidFill>
          </p:grpSpPr>
          <p:grpSp>
            <p:nvGrpSpPr>
              <p:cNvPr id="11613" name="Graphique 5">
                <a:extLst>
                  <a:ext uri="{FF2B5EF4-FFF2-40B4-BE49-F238E27FC236}">
                    <a16:creationId xmlns:a16="http://schemas.microsoft.com/office/drawing/2014/main" id="{CB1AAC4A-EDF7-47C4-9B7E-855C1E4FD5DF}"/>
                  </a:ext>
                </a:extLst>
              </p:cNvPr>
              <p:cNvGrpSpPr/>
              <p:nvPr/>
            </p:nvGrpSpPr>
            <p:grpSpPr>
              <a:xfrm>
                <a:off x="3755400" y="4758530"/>
                <a:ext cx="112967" cy="112967"/>
                <a:chOff x="3755400" y="4758530"/>
                <a:chExt cx="112967" cy="112967"/>
              </a:xfrm>
              <a:solidFill>
                <a:schemeClr val="accent1"/>
              </a:solidFill>
            </p:grpSpPr>
            <p:sp>
              <p:nvSpPr>
                <p:cNvPr id="11614" name="Forme libre : forme 11613">
                  <a:extLst>
                    <a:ext uri="{FF2B5EF4-FFF2-40B4-BE49-F238E27FC236}">
                      <a16:creationId xmlns:a16="http://schemas.microsoft.com/office/drawing/2014/main" id="{75C7D349-E7F3-4AAF-A48A-9B9DF43EBB94}"/>
                    </a:ext>
                  </a:extLst>
                </p:cNvPr>
                <p:cNvSpPr/>
                <p:nvPr/>
              </p:nvSpPr>
              <p:spPr>
                <a:xfrm>
                  <a:off x="3755400" y="4758531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15" name="Forme libre : forme 11614">
                  <a:extLst>
                    <a:ext uri="{FF2B5EF4-FFF2-40B4-BE49-F238E27FC236}">
                      <a16:creationId xmlns:a16="http://schemas.microsoft.com/office/drawing/2014/main" id="{34DA0BB8-587D-4DA2-9CDB-C2C81D251FF4}"/>
                    </a:ext>
                  </a:extLst>
                </p:cNvPr>
                <p:cNvSpPr/>
                <p:nvPr/>
              </p:nvSpPr>
              <p:spPr>
                <a:xfrm>
                  <a:off x="3755408" y="4758530"/>
                  <a:ext cx="112959" cy="87250"/>
                </a:xfrm>
                <a:custGeom>
                  <a:avLst/>
                  <a:gdLst>
                    <a:gd name="connsiteX0" fmla="*/ 56094 w 112959"/>
                    <a:gd name="connsiteY0" fmla="*/ 55246 h 87250"/>
                    <a:gd name="connsiteX1" fmla="*/ 103529 w 112959"/>
                    <a:gd name="connsiteY1" fmla="*/ 87250 h 87250"/>
                    <a:gd name="connsiteX2" fmla="*/ 112863 w 112959"/>
                    <a:gd name="connsiteY2" fmla="*/ 59723 h 87250"/>
                    <a:gd name="connsiteX3" fmla="*/ 59713 w 112959"/>
                    <a:gd name="connsiteY3" fmla="*/ 97 h 87250"/>
                    <a:gd name="connsiteX4" fmla="*/ 87 w 112959"/>
                    <a:gd name="connsiteY4" fmla="*/ 53246 h 87250"/>
                    <a:gd name="connsiteX5" fmla="*/ 5802 w 112959"/>
                    <a:gd name="connsiteY5" fmla="*/ 80869 h 87250"/>
                    <a:gd name="connsiteX6" fmla="*/ 56094 w 112959"/>
                    <a:gd name="connsiteY6" fmla="*/ 55246 h 87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959" h="87250">
                      <a:moveTo>
                        <a:pt x="56094" y="55246"/>
                      </a:moveTo>
                      <a:cubicBezTo>
                        <a:pt x="77335" y="56485"/>
                        <a:pt x="94861" y="69343"/>
                        <a:pt x="103529" y="87250"/>
                      </a:cubicBezTo>
                      <a:cubicBezTo>
                        <a:pt x="108767" y="79249"/>
                        <a:pt x="112196" y="70010"/>
                        <a:pt x="112863" y="59723"/>
                      </a:cubicBezTo>
                      <a:cubicBezTo>
                        <a:pt x="114673" y="28576"/>
                        <a:pt x="90860" y="1906"/>
                        <a:pt x="59713" y="97"/>
                      </a:cubicBezTo>
                      <a:cubicBezTo>
                        <a:pt x="28567" y="-1713"/>
                        <a:pt x="1897" y="22099"/>
                        <a:pt x="87" y="53246"/>
                      </a:cubicBezTo>
                      <a:cubicBezTo>
                        <a:pt x="-485" y="63152"/>
                        <a:pt x="1802" y="72486"/>
                        <a:pt x="5802" y="80869"/>
                      </a:cubicBezTo>
                      <a:cubicBezTo>
                        <a:pt x="16565" y="64485"/>
                        <a:pt x="35234" y="54008"/>
                        <a:pt x="56094" y="55246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16" name="Forme libre : forme 11615">
                  <a:extLst>
                    <a:ext uri="{FF2B5EF4-FFF2-40B4-BE49-F238E27FC236}">
                      <a16:creationId xmlns:a16="http://schemas.microsoft.com/office/drawing/2014/main" id="{CFFF23EB-0487-400F-90BF-36BA3596322B}"/>
                    </a:ext>
                  </a:extLst>
                </p:cNvPr>
                <p:cNvSpPr/>
                <p:nvPr/>
              </p:nvSpPr>
              <p:spPr>
                <a:xfrm rot="-1377606">
                  <a:off x="3766246" y="4796256"/>
                  <a:ext cx="47054" cy="54103"/>
                </a:xfrm>
                <a:custGeom>
                  <a:avLst/>
                  <a:gdLst>
                    <a:gd name="connsiteX0" fmla="*/ 47055 w 47054"/>
                    <a:gd name="connsiteY0" fmla="*/ 27052 h 54103"/>
                    <a:gd name="connsiteX1" fmla="*/ 23527 w 47054"/>
                    <a:gd name="connsiteY1" fmla="*/ 54103 h 54103"/>
                    <a:gd name="connsiteX2" fmla="*/ 0 w 47054"/>
                    <a:gd name="connsiteY2" fmla="*/ 27052 h 54103"/>
                    <a:gd name="connsiteX3" fmla="*/ 23527 w 47054"/>
                    <a:gd name="connsiteY3" fmla="*/ 0 h 54103"/>
                    <a:gd name="connsiteX4" fmla="*/ 47055 w 47054"/>
                    <a:gd name="connsiteY4" fmla="*/ 27052 h 5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3">
                      <a:moveTo>
                        <a:pt x="47055" y="27052"/>
                      </a:moveTo>
                      <a:cubicBezTo>
                        <a:pt x="47055" y="41992"/>
                        <a:pt x="36521" y="54103"/>
                        <a:pt x="23527" y="54103"/>
                      </a:cubicBezTo>
                      <a:cubicBezTo>
                        <a:pt x="10534" y="54103"/>
                        <a:pt x="0" y="41992"/>
                        <a:pt x="0" y="27052"/>
                      </a:cubicBezTo>
                      <a:cubicBezTo>
                        <a:pt x="0" y="12112"/>
                        <a:pt x="10534" y="0"/>
                        <a:pt x="23527" y="0"/>
                      </a:cubicBezTo>
                      <a:cubicBezTo>
                        <a:pt x="36521" y="0"/>
                        <a:pt x="47055" y="12112"/>
                        <a:pt x="47055" y="27052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17" name="Forme libre : forme 11616">
                  <a:extLst>
                    <a:ext uri="{FF2B5EF4-FFF2-40B4-BE49-F238E27FC236}">
                      <a16:creationId xmlns:a16="http://schemas.microsoft.com/office/drawing/2014/main" id="{30D8B4DE-D5A5-4E1C-9CAE-A44B68D5245B}"/>
                    </a:ext>
                  </a:extLst>
                </p:cNvPr>
                <p:cNvSpPr/>
                <p:nvPr/>
              </p:nvSpPr>
              <p:spPr>
                <a:xfrm>
                  <a:off x="3796453" y="4830064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618" name="Graphique 5">
                <a:extLst>
                  <a:ext uri="{FF2B5EF4-FFF2-40B4-BE49-F238E27FC236}">
                    <a16:creationId xmlns:a16="http://schemas.microsoft.com/office/drawing/2014/main" id="{ADC47CC2-98DA-459A-BA8D-1E104071A70A}"/>
                  </a:ext>
                </a:extLst>
              </p:cNvPr>
              <p:cNvGrpSpPr/>
              <p:nvPr/>
            </p:nvGrpSpPr>
            <p:grpSpPr>
              <a:xfrm>
                <a:off x="3607001" y="4821966"/>
                <a:ext cx="112967" cy="112967"/>
                <a:chOff x="3607001" y="4821966"/>
                <a:chExt cx="112967" cy="112967"/>
              </a:xfrm>
              <a:solidFill>
                <a:schemeClr val="accent1"/>
              </a:solidFill>
            </p:grpSpPr>
            <p:sp>
              <p:nvSpPr>
                <p:cNvPr id="11619" name="Forme libre : forme 11618">
                  <a:extLst>
                    <a:ext uri="{FF2B5EF4-FFF2-40B4-BE49-F238E27FC236}">
                      <a16:creationId xmlns:a16="http://schemas.microsoft.com/office/drawing/2014/main" id="{AE2A8C37-FC3C-4407-99D9-12C2F10B18DD}"/>
                    </a:ext>
                  </a:extLst>
                </p:cNvPr>
                <p:cNvSpPr/>
                <p:nvPr/>
              </p:nvSpPr>
              <p:spPr>
                <a:xfrm>
                  <a:off x="3607001" y="4821968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20" name="Forme libre : forme 11619">
                  <a:extLst>
                    <a:ext uri="{FF2B5EF4-FFF2-40B4-BE49-F238E27FC236}">
                      <a16:creationId xmlns:a16="http://schemas.microsoft.com/office/drawing/2014/main" id="{1308AD2D-34DC-4D61-8468-AFD1194B1AB9}"/>
                    </a:ext>
                  </a:extLst>
                </p:cNvPr>
                <p:cNvSpPr/>
                <p:nvPr/>
              </p:nvSpPr>
              <p:spPr>
                <a:xfrm>
                  <a:off x="3607009" y="4821966"/>
                  <a:ext cx="112959" cy="87250"/>
                </a:xfrm>
                <a:custGeom>
                  <a:avLst/>
                  <a:gdLst>
                    <a:gd name="connsiteX0" fmla="*/ 56094 w 112959"/>
                    <a:gd name="connsiteY0" fmla="*/ 55246 h 87250"/>
                    <a:gd name="connsiteX1" fmla="*/ 103528 w 112959"/>
                    <a:gd name="connsiteY1" fmla="*/ 87250 h 87250"/>
                    <a:gd name="connsiteX2" fmla="*/ 112863 w 112959"/>
                    <a:gd name="connsiteY2" fmla="*/ 59723 h 87250"/>
                    <a:gd name="connsiteX3" fmla="*/ 59713 w 112959"/>
                    <a:gd name="connsiteY3" fmla="*/ 97 h 87250"/>
                    <a:gd name="connsiteX4" fmla="*/ 87 w 112959"/>
                    <a:gd name="connsiteY4" fmla="*/ 53246 h 87250"/>
                    <a:gd name="connsiteX5" fmla="*/ 5802 w 112959"/>
                    <a:gd name="connsiteY5" fmla="*/ 80869 h 87250"/>
                    <a:gd name="connsiteX6" fmla="*/ 56094 w 112959"/>
                    <a:gd name="connsiteY6" fmla="*/ 55246 h 87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959" h="87250">
                      <a:moveTo>
                        <a:pt x="56094" y="55246"/>
                      </a:moveTo>
                      <a:cubicBezTo>
                        <a:pt x="77335" y="56485"/>
                        <a:pt x="94860" y="69343"/>
                        <a:pt x="103528" y="87250"/>
                      </a:cubicBezTo>
                      <a:cubicBezTo>
                        <a:pt x="108767" y="79249"/>
                        <a:pt x="112196" y="70010"/>
                        <a:pt x="112863" y="59723"/>
                      </a:cubicBezTo>
                      <a:cubicBezTo>
                        <a:pt x="114673" y="28576"/>
                        <a:pt x="90860" y="1906"/>
                        <a:pt x="59713" y="97"/>
                      </a:cubicBezTo>
                      <a:cubicBezTo>
                        <a:pt x="28567" y="-1713"/>
                        <a:pt x="1897" y="22099"/>
                        <a:pt x="87" y="53246"/>
                      </a:cubicBezTo>
                      <a:cubicBezTo>
                        <a:pt x="-485" y="63152"/>
                        <a:pt x="1801" y="72486"/>
                        <a:pt x="5802" y="80869"/>
                      </a:cubicBezTo>
                      <a:cubicBezTo>
                        <a:pt x="16470" y="64485"/>
                        <a:pt x="35234" y="54008"/>
                        <a:pt x="56094" y="55246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21" name="Forme libre : forme 11620">
                  <a:extLst>
                    <a:ext uri="{FF2B5EF4-FFF2-40B4-BE49-F238E27FC236}">
                      <a16:creationId xmlns:a16="http://schemas.microsoft.com/office/drawing/2014/main" id="{106FBA85-ECFC-4578-96B4-BCB3E7328B52}"/>
                    </a:ext>
                  </a:extLst>
                </p:cNvPr>
                <p:cNvSpPr/>
                <p:nvPr/>
              </p:nvSpPr>
              <p:spPr>
                <a:xfrm rot="-1377606">
                  <a:off x="3617749" y="4859713"/>
                  <a:ext cx="47054" cy="54103"/>
                </a:xfrm>
                <a:custGeom>
                  <a:avLst/>
                  <a:gdLst>
                    <a:gd name="connsiteX0" fmla="*/ 47055 w 47054"/>
                    <a:gd name="connsiteY0" fmla="*/ 27052 h 54103"/>
                    <a:gd name="connsiteX1" fmla="*/ 23527 w 47054"/>
                    <a:gd name="connsiteY1" fmla="*/ 54103 h 54103"/>
                    <a:gd name="connsiteX2" fmla="*/ 0 w 47054"/>
                    <a:gd name="connsiteY2" fmla="*/ 27052 h 54103"/>
                    <a:gd name="connsiteX3" fmla="*/ 23527 w 47054"/>
                    <a:gd name="connsiteY3" fmla="*/ 0 h 54103"/>
                    <a:gd name="connsiteX4" fmla="*/ 47055 w 47054"/>
                    <a:gd name="connsiteY4" fmla="*/ 27052 h 5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3">
                      <a:moveTo>
                        <a:pt x="47055" y="27052"/>
                      </a:moveTo>
                      <a:cubicBezTo>
                        <a:pt x="47055" y="41992"/>
                        <a:pt x="36521" y="54103"/>
                        <a:pt x="23527" y="54103"/>
                      </a:cubicBezTo>
                      <a:cubicBezTo>
                        <a:pt x="10534" y="54103"/>
                        <a:pt x="0" y="41992"/>
                        <a:pt x="0" y="27052"/>
                      </a:cubicBezTo>
                      <a:cubicBezTo>
                        <a:pt x="0" y="12112"/>
                        <a:pt x="10534" y="0"/>
                        <a:pt x="23527" y="0"/>
                      </a:cubicBezTo>
                      <a:cubicBezTo>
                        <a:pt x="36521" y="0"/>
                        <a:pt x="47055" y="12112"/>
                        <a:pt x="47055" y="27052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22" name="Forme libre : forme 11621">
                  <a:extLst>
                    <a:ext uri="{FF2B5EF4-FFF2-40B4-BE49-F238E27FC236}">
                      <a16:creationId xmlns:a16="http://schemas.microsoft.com/office/drawing/2014/main" id="{67F26869-9A15-47D7-9821-2225CF1DD9C0}"/>
                    </a:ext>
                  </a:extLst>
                </p:cNvPr>
                <p:cNvSpPr/>
                <p:nvPr/>
              </p:nvSpPr>
              <p:spPr>
                <a:xfrm>
                  <a:off x="3648053" y="4893500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623" name="Forme libre : forme 11622">
                <a:extLst>
                  <a:ext uri="{FF2B5EF4-FFF2-40B4-BE49-F238E27FC236}">
                    <a16:creationId xmlns:a16="http://schemas.microsoft.com/office/drawing/2014/main" id="{79032B37-B6ED-41CB-9845-C6D3E37590C0}"/>
                  </a:ext>
                </a:extLst>
              </p:cNvPr>
              <p:cNvSpPr/>
              <p:nvPr/>
            </p:nvSpPr>
            <p:spPr>
              <a:xfrm>
                <a:off x="3564023" y="4558072"/>
                <a:ext cx="239192" cy="280278"/>
              </a:xfrm>
              <a:custGeom>
                <a:avLst/>
                <a:gdLst>
                  <a:gd name="connsiteX0" fmla="*/ 36786 w 239192"/>
                  <a:gd name="connsiteY0" fmla="*/ 17198 h 280278"/>
                  <a:gd name="connsiteX1" fmla="*/ 47359 w 239192"/>
                  <a:gd name="connsiteY1" fmla="*/ 11293 h 280278"/>
                  <a:gd name="connsiteX2" fmla="*/ 118987 w 239192"/>
                  <a:gd name="connsiteY2" fmla="*/ 5578 h 280278"/>
                  <a:gd name="connsiteX3" fmla="*/ 169850 w 239192"/>
                  <a:gd name="connsiteY3" fmla="*/ 72919 h 280278"/>
                  <a:gd name="connsiteX4" fmla="*/ 239192 w 239192"/>
                  <a:gd name="connsiteY4" fmla="*/ 212175 h 280278"/>
                  <a:gd name="connsiteX5" fmla="*/ 219571 w 239192"/>
                  <a:gd name="connsiteY5" fmla="*/ 225700 h 280278"/>
                  <a:gd name="connsiteX6" fmla="*/ 147086 w 239192"/>
                  <a:gd name="connsiteY6" fmla="*/ 79968 h 280278"/>
                  <a:gd name="connsiteX7" fmla="*/ 109557 w 239192"/>
                  <a:gd name="connsiteY7" fmla="*/ 27581 h 280278"/>
                  <a:gd name="connsiteX8" fmla="*/ 57836 w 239192"/>
                  <a:gd name="connsiteY8" fmla="*/ 32819 h 280278"/>
                  <a:gd name="connsiteX9" fmla="*/ 25642 w 239192"/>
                  <a:gd name="connsiteY9" fmla="*/ 66633 h 280278"/>
                  <a:gd name="connsiteX10" fmla="*/ 39358 w 239192"/>
                  <a:gd name="connsiteY10" fmla="*/ 126641 h 280278"/>
                  <a:gd name="connsiteX11" fmla="*/ 100032 w 239192"/>
                  <a:gd name="connsiteY11" fmla="*/ 278088 h 280278"/>
                  <a:gd name="connsiteX12" fmla="*/ 76315 w 239192"/>
                  <a:gd name="connsiteY12" fmla="*/ 280279 h 280278"/>
                  <a:gd name="connsiteX13" fmla="*/ 19070 w 239192"/>
                  <a:gd name="connsiteY13" fmla="*/ 139118 h 280278"/>
                  <a:gd name="connsiteX14" fmla="*/ 2782 w 239192"/>
                  <a:gd name="connsiteY14" fmla="*/ 60061 h 280278"/>
                  <a:gd name="connsiteX15" fmla="*/ 36786 w 239192"/>
                  <a:gd name="connsiteY15" fmla="*/ 17198 h 28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9192" h="280278">
                    <a:moveTo>
                      <a:pt x="36786" y="17198"/>
                    </a:moveTo>
                    <a:cubicBezTo>
                      <a:pt x="40120" y="15103"/>
                      <a:pt x="43644" y="13198"/>
                      <a:pt x="47359" y="11293"/>
                    </a:cubicBezTo>
                    <a:cubicBezTo>
                      <a:pt x="73267" y="-1471"/>
                      <a:pt x="98127" y="-3471"/>
                      <a:pt x="118987" y="5578"/>
                    </a:cubicBezTo>
                    <a:cubicBezTo>
                      <a:pt x="142133" y="15579"/>
                      <a:pt x="159278" y="38249"/>
                      <a:pt x="169850" y="72919"/>
                    </a:cubicBezTo>
                    <a:cubicBezTo>
                      <a:pt x="190996" y="141881"/>
                      <a:pt x="238716" y="211413"/>
                      <a:pt x="239192" y="212175"/>
                    </a:cubicBezTo>
                    <a:lnTo>
                      <a:pt x="219571" y="225700"/>
                    </a:lnTo>
                    <a:cubicBezTo>
                      <a:pt x="217571" y="222748"/>
                      <a:pt x="169279" y="152453"/>
                      <a:pt x="147086" y="79968"/>
                    </a:cubicBezTo>
                    <a:cubicBezTo>
                      <a:pt x="138608" y="52250"/>
                      <a:pt x="125940" y="34629"/>
                      <a:pt x="109557" y="27581"/>
                    </a:cubicBezTo>
                    <a:cubicBezTo>
                      <a:pt x="91460" y="19770"/>
                      <a:pt x="71457" y="26152"/>
                      <a:pt x="57836" y="32819"/>
                    </a:cubicBezTo>
                    <a:cubicBezTo>
                      <a:pt x="40501" y="41392"/>
                      <a:pt x="29738" y="52726"/>
                      <a:pt x="25642" y="66633"/>
                    </a:cubicBezTo>
                    <a:cubicBezTo>
                      <a:pt x="19546" y="87874"/>
                      <a:pt x="29738" y="110924"/>
                      <a:pt x="39358" y="126641"/>
                    </a:cubicBezTo>
                    <a:cubicBezTo>
                      <a:pt x="65933" y="169789"/>
                      <a:pt x="96698" y="240941"/>
                      <a:pt x="100032" y="278088"/>
                    </a:cubicBezTo>
                    <a:lnTo>
                      <a:pt x="76315" y="280279"/>
                    </a:lnTo>
                    <a:cubicBezTo>
                      <a:pt x="73553" y="250180"/>
                      <a:pt x="46787" y="184267"/>
                      <a:pt x="19070" y="139118"/>
                    </a:cubicBezTo>
                    <a:cubicBezTo>
                      <a:pt x="1639" y="110734"/>
                      <a:pt x="-3981" y="83397"/>
                      <a:pt x="2782" y="60061"/>
                    </a:cubicBezTo>
                    <a:cubicBezTo>
                      <a:pt x="7830" y="42535"/>
                      <a:pt x="19260" y="28247"/>
                      <a:pt x="36786" y="17198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624" name="Graphique 5">
              <a:extLst>
                <a:ext uri="{FF2B5EF4-FFF2-40B4-BE49-F238E27FC236}">
                  <a16:creationId xmlns:a16="http://schemas.microsoft.com/office/drawing/2014/main" id="{824AC92E-92FE-40D5-97D0-0D55DC919A89}"/>
                </a:ext>
              </a:extLst>
            </p:cNvPr>
            <p:cNvGrpSpPr/>
            <p:nvPr/>
          </p:nvGrpSpPr>
          <p:grpSpPr>
            <a:xfrm>
              <a:off x="3883502" y="4363381"/>
              <a:ext cx="349576" cy="362859"/>
              <a:chOff x="3883502" y="4363381"/>
              <a:chExt cx="349576" cy="362859"/>
            </a:xfrm>
            <a:solidFill>
              <a:schemeClr val="accent1"/>
            </a:solidFill>
          </p:grpSpPr>
          <p:grpSp>
            <p:nvGrpSpPr>
              <p:cNvPr id="11625" name="Graphique 5">
                <a:extLst>
                  <a:ext uri="{FF2B5EF4-FFF2-40B4-BE49-F238E27FC236}">
                    <a16:creationId xmlns:a16="http://schemas.microsoft.com/office/drawing/2014/main" id="{CDC795D6-532A-41C0-805F-9F149BA10C4C}"/>
                  </a:ext>
                </a:extLst>
              </p:cNvPr>
              <p:cNvGrpSpPr/>
              <p:nvPr/>
            </p:nvGrpSpPr>
            <p:grpSpPr>
              <a:xfrm>
                <a:off x="4120112" y="4508105"/>
                <a:ext cx="112966" cy="112980"/>
                <a:chOff x="4120112" y="4508105"/>
                <a:chExt cx="112966" cy="112980"/>
              </a:xfrm>
              <a:solidFill>
                <a:schemeClr val="accent1"/>
              </a:solidFill>
            </p:grpSpPr>
            <p:sp>
              <p:nvSpPr>
                <p:cNvPr id="11626" name="Forme libre : forme 11625">
                  <a:extLst>
                    <a:ext uri="{FF2B5EF4-FFF2-40B4-BE49-F238E27FC236}">
                      <a16:creationId xmlns:a16="http://schemas.microsoft.com/office/drawing/2014/main" id="{7F8DF344-BDD6-4484-9605-21BD9E9E8D8C}"/>
                    </a:ext>
                  </a:extLst>
                </p:cNvPr>
                <p:cNvSpPr/>
                <p:nvPr/>
              </p:nvSpPr>
              <p:spPr>
                <a:xfrm>
                  <a:off x="4120112" y="4508119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27" name="Forme libre : forme 11626">
                  <a:extLst>
                    <a:ext uri="{FF2B5EF4-FFF2-40B4-BE49-F238E27FC236}">
                      <a16:creationId xmlns:a16="http://schemas.microsoft.com/office/drawing/2014/main" id="{9734254A-9DFD-44FF-A03F-1B25C81D3664}"/>
                    </a:ext>
                  </a:extLst>
                </p:cNvPr>
                <p:cNvSpPr/>
                <p:nvPr/>
              </p:nvSpPr>
              <p:spPr>
                <a:xfrm>
                  <a:off x="4120194" y="4508105"/>
                  <a:ext cx="112837" cy="94882"/>
                </a:xfrm>
                <a:custGeom>
                  <a:avLst/>
                  <a:gdLst>
                    <a:gd name="connsiteX0" fmla="*/ 55735 w 112837"/>
                    <a:gd name="connsiteY0" fmla="*/ 55354 h 94882"/>
                    <a:gd name="connsiteX1" fmla="*/ 110599 w 112837"/>
                    <a:gd name="connsiteY1" fmla="*/ 71642 h 94882"/>
                    <a:gd name="connsiteX2" fmla="*/ 111171 w 112837"/>
                    <a:gd name="connsiteY2" fmla="*/ 42590 h 94882"/>
                    <a:gd name="connsiteX3" fmla="*/ 42591 w 112837"/>
                    <a:gd name="connsiteY3" fmla="*/ 1728 h 94882"/>
                    <a:gd name="connsiteX4" fmla="*/ 1728 w 112837"/>
                    <a:gd name="connsiteY4" fmla="*/ 70308 h 94882"/>
                    <a:gd name="connsiteX5" fmla="*/ 15444 w 112837"/>
                    <a:gd name="connsiteY5" fmla="*/ 94883 h 94882"/>
                    <a:gd name="connsiteX6" fmla="*/ 55735 w 112837"/>
                    <a:gd name="connsiteY6" fmla="*/ 55354 h 94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37" h="94882">
                      <a:moveTo>
                        <a:pt x="55735" y="55354"/>
                      </a:moveTo>
                      <a:cubicBezTo>
                        <a:pt x="76309" y="50115"/>
                        <a:pt x="96978" y="57164"/>
                        <a:pt x="110599" y="71642"/>
                      </a:cubicBezTo>
                      <a:cubicBezTo>
                        <a:pt x="113171" y="62403"/>
                        <a:pt x="113742" y="52592"/>
                        <a:pt x="111171" y="42590"/>
                      </a:cubicBezTo>
                      <a:cubicBezTo>
                        <a:pt x="103551" y="12396"/>
                        <a:pt x="72785" y="-5892"/>
                        <a:pt x="42591" y="1728"/>
                      </a:cubicBezTo>
                      <a:cubicBezTo>
                        <a:pt x="12396" y="9348"/>
                        <a:pt x="-5892" y="40114"/>
                        <a:pt x="1728" y="70308"/>
                      </a:cubicBezTo>
                      <a:cubicBezTo>
                        <a:pt x="4205" y="79929"/>
                        <a:pt x="9158" y="88120"/>
                        <a:pt x="15444" y="94883"/>
                      </a:cubicBezTo>
                      <a:cubicBezTo>
                        <a:pt x="20778" y="76119"/>
                        <a:pt x="35447" y="60497"/>
                        <a:pt x="55735" y="55354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28" name="Forme libre : forme 11627">
                  <a:extLst>
                    <a:ext uri="{FF2B5EF4-FFF2-40B4-BE49-F238E27FC236}">
                      <a16:creationId xmlns:a16="http://schemas.microsoft.com/office/drawing/2014/main" id="{7069E600-F088-402F-932C-766C602A04A8}"/>
                    </a:ext>
                  </a:extLst>
                </p:cNvPr>
                <p:cNvSpPr/>
                <p:nvPr/>
              </p:nvSpPr>
              <p:spPr>
                <a:xfrm rot="-2428918">
                  <a:off x="4134261" y="4552034"/>
                  <a:ext cx="47052" cy="54101"/>
                </a:xfrm>
                <a:custGeom>
                  <a:avLst/>
                  <a:gdLst>
                    <a:gd name="connsiteX0" fmla="*/ 47053 w 47052"/>
                    <a:gd name="connsiteY0" fmla="*/ 27051 h 54101"/>
                    <a:gd name="connsiteX1" fmla="*/ 23527 w 47052"/>
                    <a:gd name="connsiteY1" fmla="*/ 54101 h 54101"/>
                    <a:gd name="connsiteX2" fmla="*/ 0 w 47052"/>
                    <a:gd name="connsiteY2" fmla="*/ 27051 h 54101"/>
                    <a:gd name="connsiteX3" fmla="*/ 23527 w 47052"/>
                    <a:gd name="connsiteY3" fmla="*/ 0 h 54101"/>
                    <a:gd name="connsiteX4" fmla="*/ 47053 w 47052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1">
                      <a:moveTo>
                        <a:pt x="47053" y="27051"/>
                      </a:moveTo>
                      <a:cubicBezTo>
                        <a:pt x="47053" y="41990"/>
                        <a:pt x="36520" y="54101"/>
                        <a:pt x="23527" y="54101"/>
                      </a:cubicBezTo>
                      <a:cubicBezTo>
                        <a:pt x="10533" y="54101"/>
                        <a:pt x="0" y="41990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29" name="Forme libre : forme 11628">
                  <a:extLst>
                    <a:ext uri="{FF2B5EF4-FFF2-40B4-BE49-F238E27FC236}">
                      <a16:creationId xmlns:a16="http://schemas.microsoft.com/office/drawing/2014/main" id="{6136C415-1C3B-457C-B4CD-1625F8EC451C}"/>
                    </a:ext>
                  </a:extLst>
                </p:cNvPr>
                <p:cNvSpPr/>
                <p:nvPr/>
              </p:nvSpPr>
              <p:spPr>
                <a:xfrm>
                  <a:off x="4168880" y="4580318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630" name="Graphique 5">
                <a:extLst>
                  <a:ext uri="{FF2B5EF4-FFF2-40B4-BE49-F238E27FC236}">
                    <a16:creationId xmlns:a16="http://schemas.microsoft.com/office/drawing/2014/main" id="{95F0FFDA-D9B8-41C3-8819-1B82C587E633}"/>
                  </a:ext>
                </a:extLst>
              </p:cNvPr>
              <p:cNvGrpSpPr/>
              <p:nvPr/>
            </p:nvGrpSpPr>
            <p:grpSpPr>
              <a:xfrm>
                <a:off x="3997702" y="4613275"/>
                <a:ext cx="112980" cy="112966"/>
                <a:chOff x="3997702" y="4613275"/>
                <a:chExt cx="112980" cy="112966"/>
              </a:xfrm>
              <a:solidFill>
                <a:schemeClr val="accent1"/>
              </a:solidFill>
            </p:grpSpPr>
            <p:sp>
              <p:nvSpPr>
                <p:cNvPr id="11631" name="Forme libre : forme 11630">
                  <a:extLst>
                    <a:ext uri="{FF2B5EF4-FFF2-40B4-BE49-F238E27FC236}">
                      <a16:creationId xmlns:a16="http://schemas.microsoft.com/office/drawing/2014/main" id="{199735B1-F789-431F-A963-403D342709D1}"/>
                    </a:ext>
                  </a:extLst>
                </p:cNvPr>
                <p:cNvSpPr/>
                <p:nvPr/>
              </p:nvSpPr>
              <p:spPr>
                <a:xfrm>
                  <a:off x="3997716" y="4613275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32" name="Forme libre : forme 11631">
                  <a:extLst>
                    <a:ext uri="{FF2B5EF4-FFF2-40B4-BE49-F238E27FC236}">
                      <a16:creationId xmlns:a16="http://schemas.microsoft.com/office/drawing/2014/main" id="{BCC9EB31-F9CC-4604-8BD5-4256A213F576}"/>
                    </a:ext>
                  </a:extLst>
                </p:cNvPr>
                <p:cNvSpPr/>
                <p:nvPr/>
              </p:nvSpPr>
              <p:spPr>
                <a:xfrm>
                  <a:off x="3997702" y="4613356"/>
                  <a:ext cx="112837" cy="94882"/>
                </a:xfrm>
                <a:custGeom>
                  <a:avLst/>
                  <a:gdLst>
                    <a:gd name="connsiteX0" fmla="*/ 55735 w 112837"/>
                    <a:gd name="connsiteY0" fmla="*/ 55354 h 94882"/>
                    <a:gd name="connsiteX1" fmla="*/ 110599 w 112837"/>
                    <a:gd name="connsiteY1" fmla="*/ 71642 h 94882"/>
                    <a:gd name="connsiteX2" fmla="*/ 111171 w 112837"/>
                    <a:gd name="connsiteY2" fmla="*/ 42591 h 94882"/>
                    <a:gd name="connsiteX3" fmla="*/ 42590 w 112837"/>
                    <a:gd name="connsiteY3" fmla="*/ 1728 h 94882"/>
                    <a:gd name="connsiteX4" fmla="*/ 1728 w 112837"/>
                    <a:gd name="connsiteY4" fmla="*/ 70308 h 94882"/>
                    <a:gd name="connsiteX5" fmla="*/ 15444 w 112837"/>
                    <a:gd name="connsiteY5" fmla="*/ 94883 h 94882"/>
                    <a:gd name="connsiteX6" fmla="*/ 55735 w 112837"/>
                    <a:gd name="connsiteY6" fmla="*/ 55354 h 94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37" h="94882">
                      <a:moveTo>
                        <a:pt x="55735" y="55354"/>
                      </a:moveTo>
                      <a:cubicBezTo>
                        <a:pt x="76309" y="50115"/>
                        <a:pt x="96978" y="57164"/>
                        <a:pt x="110599" y="71642"/>
                      </a:cubicBezTo>
                      <a:cubicBezTo>
                        <a:pt x="113171" y="62402"/>
                        <a:pt x="113742" y="52592"/>
                        <a:pt x="111171" y="42591"/>
                      </a:cubicBezTo>
                      <a:cubicBezTo>
                        <a:pt x="103551" y="12396"/>
                        <a:pt x="72785" y="-5892"/>
                        <a:pt x="42590" y="1728"/>
                      </a:cubicBezTo>
                      <a:cubicBezTo>
                        <a:pt x="12396" y="9348"/>
                        <a:pt x="-5892" y="40114"/>
                        <a:pt x="1728" y="70308"/>
                      </a:cubicBezTo>
                      <a:cubicBezTo>
                        <a:pt x="4205" y="79928"/>
                        <a:pt x="9158" y="88120"/>
                        <a:pt x="15444" y="94883"/>
                      </a:cubicBezTo>
                      <a:cubicBezTo>
                        <a:pt x="20778" y="76118"/>
                        <a:pt x="35447" y="60497"/>
                        <a:pt x="55735" y="55354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33" name="Forme libre : forme 11632">
                  <a:extLst>
                    <a:ext uri="{FF2B5EF4-FFF2-40B4-BE49-F238E27FC236}">
                      <a16:creationId xmlns:a16="http://schemas.microsoft.com/office/drawing/2014/main" id="{EE482752-A93E-41D7-A184-ADDD67140EB1}"/>
                    </a:ext>
                  </a:extLst>
                </p:cNvPr>
                <p:cNvSpPr/>
                <p:nvPr/>
              </p:nvSpPr>
              <p:spPr>
                <a:xfrm rot="-2428918">
                  <a:off x="4011831" y="4657154"/>
                  <a:ext cx="47052" cy="54101"/>
                </a:xfrm>
                <a:custGeom>
                  <a:avLst/>
                  <a:gdLst>
                    <a:gd name="connsiteX0" fmla="*/ 47053 w 47052"/>
                    <a:gd name="connsiteY0" fmla="*/ 27051 h 54101"/>
                    <a:gd name="connsiteX1" fmla="*/ 23526 w 47052"/>
                    <a:gd name="connsiteY1" fmla="*/ 54101 h 54101"/>
                    <a:gd name="connsiteX2" fmla="*/ 0 w 47052"/>
                    <a:gd name="connsiteY2" fmla="*/ 27051 h 54101"/>
                    <a:gd name="connsiteX3" fmla="*/ 23526 w 47052"/>
                    <a:gd name="connsiteY3" fmla="*/ 0 h 54101"/>
                    <a:gd name="connsiteX4" fmla="*/ 47053 w 47052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1">
                      <a:moveTo>
                        <a:pt x="47053" y="27051"/>
                      </a:moveTo>
                      <a:cubicBezTo>
                        <a:pt x="47053" y="41990"/>
                        <a:pt x="36520" y="54101"/>
                        <a:pt x="23526" y="54101"/>
                      </a:cubicBezTo>
                      <a:cubicBezTo>
                        <a:pt x="10533" y="54101"/>
                        <a:pt x="0" y="41990"/>
                        <a:pt x="0" y="27051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20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34" name="Forme libre : forme 11633">
                  <a:extLst>
                    <a:ext uri="{FF2B5EF4-FFF2-40B4-BE49-F238E27FC236}">
                      <a16:creationId xmlns:a16="http://schemas.microsoft.com/office/drawing/2014/main" id="{60992D07-8340-4A1B-9B15-6E499BC9DD8A}"/>
                    </a:ext>
                  </a:extLst>
                </p:cNvPr>
                <p:cNvSpPr/>
                <p:nvPr/>
              </p:nvSpPr>
              <p:spPr>
                <a:xfrm>
                  <a:off x="4046389" y="4685570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635" name="Forme libre : forme 11634">
                <a:extLst>
                  <a:ext uri="{FF2B5EF4-FFF2-40B4-BE49-F238E27FC236}">
                    <a16:creationId xmlns:a16="http://schemas.microsoft.com/office/drawing/2014/main" id="{0DA142A5-C3D7-4DAC-99DB-EB7AD5F44BAE}"/>
                  </a:ext>
                </a:extLst>
              </p:cNvPr>
              <p:cNvSpPr/>
              <p:nvPr/>
            </p:nvSpPr>
            <p:spPr>
              <a:xfrm>
                <a:off x="3883502" y="4363381"/>
                <a:ext cx="271281" cy="274944"/>
              </a:xfrm>
              <a:custGeom>
                <a:avLst/>
                <a:gdLst>
                  <a:gd name="connsiteX0" fmla="*/ 19630 w 271281"/>
                  <a:gd name="connsiteY0" fmla="*/ 36152 h 274944"/>
                  <a:gd name="connsiteX1" fmla="*/ 27917 w 271281"/>
                  <a:gd name="connsiteY1" fmla="*/ 27389 h 274944"/>
                  <a:gd name="connsiteX2" fmla="*/ 94497 w 271281"/>
                  <a:gd name="connsiteY2" fmla="*/ 338 h 274944"/>
                  <a:gd name="connsiteX3" fmla="*/ 163268 w 271281"/>
                  <a:gd name="connsiteY3" fmla="*/ 49201 h 274944"/>
                  <a:gd name="connsiteX4" fmla="*/ 271281 w 271281"/>
                  <a:gd name="connsiteY4" fmla="*/ 161120 h 274944"/>
                  <a:gd name="connsiteX5" fmla="*/ 256708 w 271281"/>
                  <a:gd name="connsiteY5" fmla="*/ 179884 h 274944"/>
                  <a:gd name="connsiteX6" fmla="*/ 143646 w 271281"/>
                  <a:gd name="connsiteY6" fmla="*/ 62727 h 274944"/>
                  <a:gd name="connsiteX7" fmla="*/ 92020 w 271281"/>
                  <a:gd name="connsiteY7" fmla="*/ 24056 h 274944"/>
                  <a:gd name="connsiteX8" fmla="*/ 44300 w 271281"/>
                  <a:gd name="connsiteY8" fmla="*/ 44630 h 274944"/>
                  <a:gd name="connsiteX9" fmla="*/ 23821 w 271281"/>
                  <a:gd name="connsiteY9" fmla="*/ 86540 h 274944"/>
                  <a:gd name="connsiteX10" fmla="*/ 54968 w 271281"/>
                  <a:gd name="connsiteY10" fmla="*/ 139594 h 274944"/>
                  <a:gd name="connsiteX11" fmla="*/ 158410 w 271281"/>
                  <a:gd name="connsiteY11" fmla="*/ 265705 h 274944"/>
                  <a:gd name="connsiteX12" fmla="*/ 136407 w 271281"/>
                  <a:gd name="connsiteY12" fmla="*/ 274944 h 274944"/>
                  <a:gd name="connsiteX13" fmla="*/ 39347 w 271281"/>
                  <a:gd name="connsiteY13" fmla="*/ 157596 h 274944"/>
                  <a:gd name="connsiteX14" fmla="*/ 9 w 271281"/>
                  <a:gd name="connsiteY14" fmla="*/ 87111 h 274944"/>
                  <a:gd name="connsiteX15" fmla="*/ 19630 w 271281"/>
                  <a:gd name="connsiteY15" fmla="*/ 36152 h 274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1281" h="274944">
                    <a:moveTo>
                      <a:pt x="19630" y="36152"/>
                    </a:moveTo>
                    <a:cubicBezTo>
                      <a:pt x="22202" y="33200"/>
                      <a:pt x="24964" y="30247"/>
                      <a:pt x="27917" y="27389"/>
                    </a:cubicBezTo>
                    <a:cubicBezTo>
                      <a:pt x="48777" y="7387"/>
                      <a:pt x="71828" y="-1948"/>
                      <a:pt x="94497" y="338"/>
                    </a:cubicBezTo>
                    <a:cubicBezTo>
                      <a:pt x="119548" y="2910"/>
                      <a:pt x="142694" y="19293"/>
                      <a:pt x="163268" y="49201"/>
                    </a:cubicBezTo>
                    <a:cubicBezTo>
                      <a:pt x="204225" y="108542"/>
                      <a:pt x="270614" y="160549"/>
                      <a:pt x="271281" y="161120"/>
                    </a:cubicBezTo>
                    <a:lnTo>
                      <a:pt x="256708" y="179884"/>
                    </a:lnTo>
                    <a:cubicBezTo>
                      <a:pt x="253850" y="177694"/>
                      <a:pt x="186794" y="125211"/>
                      <a:pt x="143646" y="62727"/>
                    </a:cubicBezTo>
                    <a:cubicBezTo>
                      <a:pt x="127168" y="38915"/>
                      <a:pt x="109832" y="25865"/>
                      <a:pt x="92020" y="24056"/>
                    </a:cubicBezTo>
                    <a:cubicBezTo>
                      <a:pt x="72399" y="22055"/>
                      <a:pt x="55254" y="34152"/>
                      <a:pt x="44300" y="44630"/>
                    </a:cubicBezTo>
                    <a:cubicBezTo>
                      <a:pt x="30394" y="57965"/>
                      <a:pt x="23440" y="72061"/>
                      <a:pt x="23821" y="86540"/>
                    </a:cubicBezTo>
                    <a:cubicBezTo>
                      <a:pt x="24393" y="108542"/>
                      <a:pt x="41062" y="127592"/>
                      <a:pt x="54968" y="139594"/>
                    </a:cubicBezTo>
                    <a:cubicBezTo>
                      <a:pt x="93354" y="172741"/>
                      <a:pt x="144027" y="231415"/>
                      <a:pt x="158410" y="265705"/>
                    </a:cubicBezTo>
                    <a:lnTo>
                      <a:pt x="136407" y="274944"/>
                    </a:lnTo>
                    <a:cubicBezTo>
                      <a:pt x="124691" y="247131"/>
                      <a:pt x="79352" y="192267"/>
                      <a:pt x="39347" y="157596"/>
                    </a:cubicBezTo>
                    <a:cubicBezTo>
                      <a:pt x="14201" y="135784"/>
                      <a:pt x="580" y="111400"/>
                      <a:pt x="9" y="87111"/>
                    </a:cubicBezTo>
                    <a:cubicBezTo>
                      <a:pt x="-277" y="69109"/>
                      <a:pt x="6295" y="51964"/>
                      <a:pt x="19630" y="36152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636" name="Graphique 5">
              <a:extLst>
                <a:ext uri="{FF2B5EF4-FFF2-40B4-BE49-F238E27FC236}">
                  <a16:creationId xmlns:a16="http://schemas.microsoft.com/office/drawing/2014/main" id="{39893C57-6BCA-47F1-A549-80DC1B9D7D02}"/>
                </a:ext>
              </a:extLst>
            </p:cNvPr>
            <p:cNvGrpSpPr/>
            <p:nvPr/>
          </p:nvGrpSpPr>
          <p:grpSpPr>
            <a:xfrm>
              <a:off x="2160820" y="2296033"/>
              <a:ext cx="349583" cy="362859"/>
              <a:chOff x="2160820" y="2296033"/>
              <a:chExt cx="349583" cy="362859"/>
            </a:xfrm>
            <a:solidFill>
              <a:schemeClr val="accent1"/>
            </a:solidFill>
          </p:grpSpPr>
          <p:grpSp>
            <p:nvGrpSpPr>
              <p:cNvPr id="11637" name="Graphique 5">
                <a:extLst>
                  <a:ext uri="{FF2B5EF4-FFF2-40B4-BE49-F238E27FC236}">
                    <a16:creationId xmlns:a16="http://schemas.microsoft.com/office/drawing/2014/main" id="{DD87428E-94D3-41FC-A15A-F746F4E0527D}"/>
                  </a:ext>
                </a:extLst>
              </p:cNvPr>
              <p:cNvGrpSpPr/>
              <p:nvPr/>
            </p:nvGrpSpPr>
            <p:grpSpPr>
              <a:xfrm>
                <a:off x="2160820" y="2401189"/>
                <a:ext cx="112980" cy="112980"/>
                <a:chOff x="2160820" y="2401189"/>
                <a:chExt cx="112980" cy="112980"/>
              </a:xfrm>
              <a:solidFill>
                <a:schemeClr val="accent1"/>
              </a:solidFill>
            </p:grpSpPr>
            <p:sp>
              <p:nvSpPr>
                <p:cNvPr id="11638" name="Forme libre : forme 11637">
                  <a:extLst>
                    <a:ext uri="{FF2B5EF4-FFF2-40B4-BE49-F238E27FC236}">
                      <a16:creationId xmlns:a16="http://schemas.microsoft.com/office/drawing/2014/main" id="{0F1EC35F-F1AD-40B3-9F2C-F394C20B9F7E}"/>
                    </a:ext>
                  </a:extLst>
                </p:cNvPr>
                <p:cNvSpPr/>
                <p:nvPr/>
              </p:nvSpPr>
              <p:spPr>
                <a:xfrm>
                  <a:off x="2160820" y="2401189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9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39" name="Forme libre : forme 11638">
                  <a:extLst>
                    <a:ext uri="{FF2B5EF4-FFF2-40B4-BE49-F238E27FC236}">
                      <a16:creationId xmlns:a16="http://schemas.microsoft.com/office/drawing/2014/main" id="{E7ACEE15-74A6-4346-B2E5-77BCDEF308B1}"/>
                    </a:ext>
                  </a:extLst>
                </p:cNvPr>
                <p:cNvSpPr/>
                <p:nvPr/>
              </p:nvSpPr>
              <p:spPr>
                <a:xfrm>
                  <a:off x="2160963" y="2419286"/>
                  <a:ext cx="112837" cy="94882"/>
                </a:xfrm>
                <a:custGeom>
                  <a:avLst/>
                  <a:gdLst>
                    <a:gd name="connsiteX0" fmla="*/ 57102 w 112837"/>
                    <a:gd name="connsiteY0" fmla="*/ 39529 h 94882"/>
                    <a:gd name="connsiteX1" fmla="*/ 2238 w 112837"/>
                    <a:gd name="connsiteY1" fmla="*/ 23241 h 94882"/>
                    <a:gd name="connsiteX2" fmla="*/ 1667 w 112837"/>
                    <a:gd name="connsiteY2" fmla="*/ 52292 h 94882"/>
                    <a:gd name="connsiteX3" fmla="*/ 70247 w 112837"/>
                    <a:gd name="connsiteY3" fmla="*/ 93154 h 94882"/>
                    <a:gd name="connsiteX4" fmla="*/ 111109 w 112837"/>
                    <a:gd name="connsiteY4" fmla="*/ 24575 h 94882"/>
                    <a:gd name="connsiteX5" fmla="*/ 97393 w 112837"/>
                    <a:gd name="connsiteY5" fmla="*/ 0 h 94882"/>
                    <a:gd name="connsiteX6" fmla="*/ 57102 w 112837"/>
                    <a:gd name="connsiteY6" fmla="*/ 39529 h 94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37" h="94882">
                      <a:moveTo>
                        <a:pt x="57102" y="39529"/>
                      </a:moveTo>
                      <a:cubicBezTo>
                        <a:pt x="36528" y="44767"/>
                        <a:pt x="15859" y="37719"/>
                        <a:pt x="2238" y="23241"/>
                      </a:cubicBezTo>
                      <a:cubicBezTo>
                        <a:pt x="-334" y="32480"/>
                        <a:pt x="-905" y="42291"/>
                        <a:pt x="1667" y="52292"/>
                      </a:cubicBezTo>
                      <a:cubicBezTo>
                        <a:pt x="9287" y="82487"/>
                        <a:pt x="40052" y="100775"/>
                        <a:pt x="70247" y="93154"/>
                      </a:cubicBezTo>
                      <a:cubicBezTo>
                        <a:pt x="100441" y="85534"/>
                        <a:pt x="118729" y="54769"/>
                        <a:pt x="111109" y="24575"/>
                      </a:cubicBezTo>
                      <a:cubicBezTo>
                        <a:pt x="108632" y="14954"/>
                        <a:pt x="103679" y="6763"/>
                        <a:pt x="97393" y="0"/>
                      </a:cubicBezTo>
                      <a:cubicBezTo>
                        <a:pt x="92059" y="18764"/>
                        <a:pt x="77390" y="34385"/>
                        <a:pt x="57102" y="3952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40" name="Forme libre : forme 11639">
                  <a:extLst>
                    <a:ext uri="{FF2B5EF4-FFF2-40B4-BE49-F238E27FC236}">
                      <a16:creationId xmlns:a16="http://schemas.microsoft.com/office/drawing/2014/main" id="{35F2CE98-936F-444D-BE2E-514C6750CBD2}"/>
                    </a:ext>
                  </a:extLst>
                </p:cNvPr>
                <p:cNvSpPr/>
                <p:nvPr/>
              </p:nvSpPr>
              <p:spPr>
                <a:xfrm rot="-2428918">
                  <a:off x="2212513" y="2416144"/>
                  <a:ext cx="47052" cy="54101"/>
                </a:xfrm>
                <a:custGeom>
                  <a:avLst/>
                  <a:gdLst>
                    <a:gd name="connsiteX0" fmla="*/ 47053 w 47052"/>
                    <a:gd name="connsiteY0" fmla="*/ 27051 h 54101"/>
                    <a:gd name="connsiteX1" fmla="*/ 23526 w 47052"/>
                    <a:gd name="connsiteY1" fmla="*/ 54101 h 54101"/>
                    <a:gd name="connsiteX2" fmla="*/ 0 w 47052"/>
                    <a:gd name="connsiteY2" fmla="*/ 27051 h 54101"/>
                    <a:gd name="connsiteX3" fmla="*/ 23526 w 47052"/>
                    <a:gd name="connsiteY3" fmla="*/ 0 h 54101"/>
                    <a:gd name="connsiteX4" fmla="*/ 47053 w 47052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1">
                      <a:moveTo>
                        <a:pt x="47053" y="27051"/>
                      </a:moveTo>
                      <a:cubicBezTo>
                        <a:pt x="47053" y="41990"/>
                        <a:pt x="36520" y="54101"/>
                        <a:pt x="23526" y="54101"/>
                      </a:cubicBezTo>
                      <a:cubicBezTo>
                        <a:pt x="10533" y="54101"/>
                        <a:pt x="0" y="41990"/>
                        <a:pt x="0" y="27051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20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41" name="Forme libre : forme 11640">
                  <a:extLst>
                    <a:ext uri="{FF2B5EF4-FFF2-40B4-BE49-F238E27FC236}">
                      <a16:creationId xmlns:a16="http://schemas.microsoft.com/office/drawing/2014/main" id="{FC2F5774-D918-48EF-9CBA-0984689761B4}"/>
                    </a:ext>
                  </a:extLst>
                </p:cNvPr>
                <p:cNvSpPr/>
                <p:nvPr/>
              </p:nvSpPr>
              <p:spPr>
                <a:xfrm>
                  <a:off x="2206635" y="2423477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6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642" name="Graphique 5">
                <a:extLst>
                  <a:ext uri="{FF2B5EF4-FFF2-40B4-BE49-F238E27FC236}">
                    <a16:creationId xmlns:a16="http://schemas.microsoft.com/office/drawing/2014/main" id="{22D8C293-3D69-49E7-87ED-0B3BCC69ADBE}"/>
                  </a:ext>
                </a:extLst>
              </p:cNvPr>
              <p:cNvGrpSpPr/>
              <p:nvPr/>
            </p:nvGrpSpPr>
            <p:grpSpPr>
              <a:xfrm>
                <a:off x="2283311" y="2296033"/>
                <a:ext cx="112966" cy="112966"/>
                <a:chOff x="2283311" y="2296033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643" name="Forme libre : forme 11642">
                  <a:extLst>
                    <a:ext uri="{FF2B5EF4-FFF2-40B4-BE49-F238E27FC236}">
                      <a16:creationId xmlns:a16="http://schemas.microsoft.com/office/drawing/2014/main" id="{FB34EA67-BB9D-4076-91F6-59C5D1CE3456}"/>
                    </a:ext>
                  </a:extLst>
                </p:cNvPr>
                <p:cNvSpPr/>
                <p:nvPr/>
              </p:nvSpPr>
              <p:spPr>
                <a:xfrm>
                  <a:off x="2283311" y="2296033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44" name="Forme libre : forme 11643">
                  <a:extLst>
                    <a:ext uri="{FF2B5EF4-FFF2-40B4-BE49-F238E27FC236}">
                      <a16:creationId xmlns:a16="http://schemas.microsoft.com/office/drawing/2014/main" id="{4C08051F-2D3E-4C21-9164-76CDE63EB0CC}"/>
                    </a:ext>
                  </a:extLst>
                </p:cNvPr>
                <p:cNvSpPr/>
                <p:nvPr/>
              </p:nvSpPr>
              <p:spPr>
                <a:xfrm>
                  <a:off x="2283359" y="2314035"/>
                  <a:ext cx="112837" cy="94882"/>
                </a:xfrm>
                <a:custGeom>
                  <a:avLst/>
                  <a:gdLst>
                    <a:gd name="connsiteX0" fmla="*/ 57102 w 112837"/>
                    <a:gd name="connsiteY0" fmla="*/ 39529 h 94882"/>
                    <a:gd name="connsiteX1" fmla="*/ 2238 w 112837"/>
                    <a:gd name="connsiteY1" fmla="*/ 23241 h 94882"/>
                    <a:gd name="connsiteX2" fmla="*/ 1667 w 112837"/>
                    <a:gd name="connsiteY2" fmla="*/ 52292 h 94882"/>
                    <a:gd name="connsiteX3" fmla="*/ 70247 w 112837"/>
                    <a:gd name="connsiteY3" fmla="*/ 93154 h 94882"/>
                    <a:gd name="connsiteX4" fmla="*/ 111109 w 112837"/>
                    <a:gd name="connsiteY4" fmla="*/ 24575 h 94882"/>
                    <a:gd name="connsiteX5" fmla="*/ 97393 w 112837"/>
                    <a:gd name="connsiteY5" fmla="*/ 0 h 94882"/>
                    <a:gd name="connsiteX6" fmla="*/ 57102 w 112837"/>
                    <a:gd name="connsiteY6" fmla="*/ 39529 h 94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37" h="94882">
                      <a:moveTo>
                        <a:pt x="57102" y="39529"/>
                      </a:moveTo>
                      <a:cubicBezTo>
                        <a:pt x="36528" y="44767"/>
                        <a:pt x="15859" y="37719"/>
                        <a:pt x="2238" y="23241"/>
                      </a:cubicBezTo>
                      <a:cubicBezTo>
                        <a:pt x="-334" y="32480"/>
                        <a:pt x="-905" y="42291"/>
                        <a:pt x="1667" y="52292"/>
                      </a:cubicBezTo>
                      <a:cubicBezTo>
                        <a:pt x="9287" y="82487"/>
                        <a:pt x="40052" y="100775"/>
                        <a:pt x="70247" y="93154"/>
                      </a:cubicBezTo>
                      <a:cubicBezTo>
                        <a:pt x="100441" y="85534"/>
                        <a:pt x="118729" y="54769"/>
                        <a:pt x="111109" y="24575"/>
                      </a:cubicBezTo>
                      <a:cubicBezTo>
                        <a:pt x="108632" y="14954"/>
                        <a:pt x="103679" y="6763"/>
                        <a:pt x="97393" y="0"/>
                      </a:cubicBezTo>
                      <a:cubicBezTo>
                        <a:pt x="92059" y="18764"/>
                        <a:pt x="77390" y="34385"/>
                        <a:pt x="57102" y="3952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45" name="Forme libre : forme 11644">
                  <a:extLst>
                    <a:ext uri="{FF2B5EF4-FFF2-40B4-BE49-F238E27FC236}">
                      <a16:creationId xmlns:a16="http://schemas.microsoft.com/office/drawing/2014/main" id="{274FF269-C60D-47D1-B0E2-BD480E2746B0}"/>
                    </a:ext>
                  </a:extLst>
                </p:cNvPr>
                <p:cNvSpPr/>
                <p:nvPr/>
              </p:nvSpPr>
              <p:spPr>
                <a:xfrm rot="-2428918">
                  <a:off x="2335015" y="2310962"/>
                  <a:ext cx="47052" cy="54101"/>
                </a:xfrm>
                <a:custGeom>
                  <a:avLst/>
                  <a:gdLst>
                    <a:gd name="connsiteX0" fmla="*/ 47053 w 47052"/>
                    <a:gd name="connsiteY0" fmla="*/ 27051 h 54101"/>
                    <a:gd name="connsiteX1" fmla="*/ 23526 w 47052"/>
                    <a:gd name="connsiteY1" fmla="*/ 54101 h 54101"/>
                    <a:gd name="connsiteX2" fmla="*/ 0 w 47052"/>
                    <a:gd name="connsiteY2" fmla="*/ 27051 h 54101"/>
                    <a:gd name="connsiteX3" fmla="*/ 23526 w 47052"/>
                    <a:gd name="connsiteY3" fmla="*/ 0 h 54101"/>
                    <a:gd name="connsiteX4" fmla="*/ 47053 w 47052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1">
                      <a:moveTo>
                        <a:pt x="47053" y="27051"/>
                      </a:moveTo>
                      <a:cubicBezTo>
                        <a:pt x="47053" y="41990"/>
                        <a:pt x="36520" y="54101"/>
                        <a:pt x="23526" y="54101"/>
                      </a:cubicBezTo>
                      <a:cubicBezTo>
                        <a:pt x="10533" y="54101"/>
                        <a:pt x="0" y="41990"/>
                        <a:pt x="0" y="27051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20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46" name="Forme libre : forme 11645">
                  <a:extLst>
                    <a:ext uri="{FF2B5EF4-FFF2-40B4-BE49-F238E27FC236}">
                      <a16:creationId xmlns:a16="http://schemas.microsoft.com/office/drawing/2014/main" id="{316B7E19-0E35-45B8-ADDD-5AF1F6AC5ADE}"/>
                    </a:ext>
                  </a:extLst>
                </p:cNvPr>
                <p:cNvSpPr/>
                <p:nvPr/>
              </p:nvSpPr>
              <p:spPr>
                <a:xfrm>
                  <a:off x="2329127" y="2318226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6" y="18478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647" name="Forme libre : forme 11646">
                <a:extLst>
                  <a:ext uri="{FF2B5EF4-FFF2-40B4-BE49-F238E27FC236}">
                    <a16:creationId xmlns:a16="http://schemas.microsoft.com/office/drawing/2014/main" id="{99189616-B511-40A8-9984-F722D3C11ADF}"/>
                  </a:ext>
                </a:extLst>
              </p:cNvPr>
              <p:cNvSpPr/>
              <p:nvPr/>
            </p:nvSpPr>
            <p:spPr>
              <a:xfrm>
                <a:off x="2239115" y="2383948"/>
                <a:ext cx="271287" cy="274943"/>
              </a:xfrm>
              <a:custGeom>
                <a:avLst/>
                <a:gdLst>
                  <a:gd name="connsiteX0" fmla="*/ 251650 w 271287"/>
                  <a:gd name="connsiteY0" fmla="*/ 238792 h 274943"/>
                  <a:gd name="connsiteX1" fmla="*/ 243364 w 271287"/>
                  <a:gd name="connsiteY1" fmla="*/ 247555 h 274943"/>
                  <a:gd name="connsiteX2" fmla="*/ 176784 w 271287"/>
                  <a:gd name="connsiteY2" fmla="*/ 274606 h 274943"/>
                  <a:gd name="connsiteX3" fmla="*/ 108014 w 271287"/>
                  <a:gd name="connsiteY3" fmla="*/ 225742 h 274943"/>
                  <a:gd name="connsiteX4" fmla="*/ 0 w 271287"/>
                  <a:gd name="connsiteY4" fmla="*/ 113824 h 274943"/>
                  <a:gd name="connsiteX5" fmla="*/ 14573 w 271287"/>
                  <a:gd name="connsiteY5" fmla="*/ 95059 h 274943"/>
                  <a:gd name="connsiteX6" fmla="*/ 127635 w 271287"/>
                  <a:gd name="connsiteY6" fmla="*/ 212217 h 274943"/>
                  <a:gd name="connsiteX7" fmla="*/ 179261 w 271287"/>
                  <a:gd name="connsiteY7" fmla="*/ 250888 h 274943"/>
                  <a:gd name="connsiteX8" fmla="*/ 226981 w 271287"/>
                  <a:gd name="connsiteY8" fmla="*/ 230315 h 274943"/>
                  <a:gd name="connsiteX9" fmla="*/ 247460 w 271287"/>
                  <a:gd name="connsiteY9" fmla="*/ 188404 h 274943"/>
                  <a:gd name="connsiteX10" fmla="*/ 216313 w 271287"/>
                  <a:gd name="connsiteY10" fmla="*/ 135350 h 274943"/>
                  <a:gd name="connsiteX11" fmla="*/ 112871 w 271287"/>
                  <a:gd name="connsiteY11" fmla="*/ 9239 h 274943"/>
                  <a:gd name="connsiteX12" fmla="*/ 134874 w 271287"/>
                  <a:gd name="connsiteY12" fmla="*/ 0 h 274943"/>
                  <a:gd name="connsiteX13" fmla="*/ 231934 w 271287"/>
                  <a:gd name="connsiteY13" fmla="*/ 117348 h 274943"/>
                  <a:gd name="connsiteX14" fmla="*/ 271272 w 271287"/>
                  <a:gd name="connsiteY14" fmla="*/ 187833 h 274943"/>
                  <a:gd name="connsiteX15" fmla="*/ 251650 w 271287"/>
                  <a:gd name="connsiteY15" fmla="*/ 238792 h 27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1287" h="274943">
                    <a:moveTo>
                      <a:pt x="251650" y="238792"/>
                    </a:moveTo>
                    <a:cubicBezTo>
                      <a:pt x="249079" y="241745"/>
                      <a:pt x="246317" y="244697"/>
                      <a:pt x="243364" y="247555"/>
                    </a:cubicBezTo>
                    <a:cubicBezTo>
                      <a:pt x="222504" y="267557"/>
                      <a:pt x="199454" y="276892"/>
                      <a:pt x="176784" y="274606"/>
                    </a:cubicBezTo>
                    <a:cubicBezTo>
                      <a:pt x="151733" y="272034"/>
                      <a:pt x="128588" y="255651"/>
                      <a:pt x="108014" y="225742"/>
                    </a:cubicBezTo>
                    <a:cubicBezTo>
                      <a:pt x="67056" y="166402"/>
                      <a:pt x="667" y="114395"/>
                      <a:pt x="0" y="113824"/>
                    </a:cubicBezTo>
                    <a:lnTo>
                      <a:pt x="14573" y="95059"/>
                    </a:lnTo>
                    <a:cubicBezTo>
                      <a:pt x="17431" y="97250"/>
                      <a:pt x="84487" y="149733"/>
                      <a:pt x="127635" y="212217"/>
                    </a:cubicBezTo>
                    <a:cubicBezTo>
                      <a:pt x="144113" y="236029"/>
                      <a:pt x="161449" y="249079"/>
                      <a:pt x="179261" y="250888"/>
                    </a:cubicBezTo>
                    <a:cubicBezTo>
                      <a:pt x="198882" y="252889"/>
                      <a:pt x="216027" y="240792"/>
                      <a:pt x="226981" y="230315"/>
                    </a:cubicBezTo>
                    <a:cubicBezTo>
                      <a:pt x="240887" y="216979"/>
                      <a:pt x="247841" y="202883"/>
                      <a:pt x="247460" y="188404"/>
                    </a:cubicBezTo>
                    <a:cubicBezTo>
                      <a:pt x="246888" y="166402"/>
                      <a:pt x="230219" y="147352"/>
                      <a:pt x="216313" y="135350"/>
                    </a:cubicBezTo>
                    <a:cubicBezTo>
                      <a:pt x="177927" y="102203"/>
                      <a:pt x="127254" y="43529"/>
                      <a:pt x="112871" y="9239"/>
                    </a:cubicBezTo>
                    <a:lnTo>
                      <a:pt x="134874" y="0"/>
                    </a:lnTo>
                    <a:cubicBezTo>
                      <a:pt x="146590" y="27813"/>
                      <a:pt x="191929" y="82677"/>
                      <a:pt x="231934" y="117348"/>
                    </a:cubicBezTo>
                    <a:cubicBezTo>
                      <a:pt x="257080" y="139160"/>
                      <a:pt x="270700" y="163544"/>
                      <a:pt x="271272" y="187833"/>
                    </a:cubicBezTo>
                    <a:cubicBezTo>
                      <a:pt x="271653" y="205835"/>
                      <a:pt x="265081" y="222980"/>
                      <a:pt x="251650" y="238792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648" name="Graphique 5">
              <a:extLst>
                <a:ext uri="{FF2B5EF4-FFF2-40B4-BE49-F238E27FC236}">
                  <a16:creationId xmlns:a16="http://schemas.microsoft.com/office/drawing/2014/main" id="{7D779B40-5A13-44C3-AF42-664B14CAD762}"/>
                </a:ext>
              </a:extLst>
            </p:cNvPr>
            <p:cNvGrpSpPr/>
            <p:nvPr/>
          </p:nvGrpSpPr>
          <p:grpSpPr>
            <a:xfrm>
              <a:off x="4252900" y="3872376"/>
              <a:ext cx="377561" cy="292081"/>
              <a:chOff x="4252900" y="3872376"/>
              <a:chExt cx="377561" cy="292081"/>
            </a:xfrm>
            <a:solidFill>
              <a:schemeClr val="accent1"/>
            </a:solidFill>
          </p:grpSpPr>
          <p:grpSp>
            <p:nvGrpSpPr>
              <p:cNvPr id="11649" name="Graphique 5">
                <a:extLst>
                  <a:ext uri="{FF2B5EF4-FFF2-40B4-BE49-F238E27FC236}">
                    <a16:creationId xmlns:a16="http://schemas.microsoft.com/office/drawing/2014/main" id="{0707B301-B739-4227-A42E-667C3590D855}"/>
                  </a:ext>
                </a:extLst>
              </p:cNvPr>
              <p:cNvGrpSpPr/>
              <p:nvPr/>
            </p:nvGrpSpPr>
            <p:grpSpPr>
              <a:xfrm>
                <a:off x="4517495" y="3899852"/>
                <a:ext cx="112966" cy="112966"/>
                <a:chOff x="4517495" y="3899852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650" name="Forme libre : forme 11649">
                  <a:extLst>
                    <a:ext uri="{FF2B5EF4-FFF2-40B4-BE49-F238E27FC236}">
                      <a16:creationId xmlns:a16="http://schemas.microsoft.com/office/drawing/2014/main" id="{19F691E1-A916-4A34-8CFD-E0154288F123}"/>
                    </a:ext>
                  </a:extLst>
                </p:cNvPr>
                <p:cNvSpPr/>
                <p:nvPr/>
              </p:nvSpPr>
              <p:spPr>
                <a:xfrm>
                  <a:off x="4517495" y="3899852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51" name="Forme libre : forme 11650">
                  <a:extLst>
                    <a:ext uri="{FF2B5EF4-FFF2-40B4-BE49-F238E27FC236}">
                      <a16:creationId xmlns:a16="http://schemas.microsoft.com/office/drawing/2014/main" id="{91B278A5-ED38-4E04-967C-82406694BA95}"/>
                    </a:ext>
                  </a:extLst>
                </p:cNvPr>
                <p:cNvSpPr/>
                <p:nvPr/>
              </p:nvSpPr>
              <p:spPr>
                <a:xfrm>
                  <a:off x="4517547" y="3899904"/>
                  <a:ext cx="111105" cy="110057"/>
                </a:xfrm>
                <a:custGeom>
                  <a:avLst/>
                  <a:gdLst>
                    <a:gd name="connsiteX0" fmla="*/ 55289 w 111105"/>
                    <a:gd name="connsiteY0" fmla="*/ 55860 h 110057"/>
                    <a:gd name="connsiteX1" fmla="*/ 111105 w 111105"/>
                    <a:gd name="connsiteY1" fmla="*/ 43192 h 110057"/>
                    <a:gd name="connsiteX2" fmla="*/ 97389 w 111105"/>
                    <a:gd name="connsiteY2" fmla="*/ 17570 h 110057"/>
                    <a:gd name="connsiteX3" fmla="*/ 17570 w 111105"/>
                    <a:gd name="connsiteY3" fmla="*/ 15474 h 110057"/>
                    <a:gd name="connsiteX4" fmla="*/ 15474 w 111105"/>
                    <a:gd name="connsiteY4" fmla="*/ 95293 h 110057"/>
                    <a:gd name="connsiteX5" fmla="*/ 39477 w 111105"/>
                    <a:gd name="connsiteY5" fmla="*/ 110057 h 110057"/>
                    <a:gd name="connsiteX6" fmla="*/ 55289 w 111105"/>
                    <a:gd name="connsiteY6" fmla="*/ 55860 h 11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105" h="110057">
                      <a:moveTo>
                        <a:pt x="55289" y="55860"/>
                      </a:moveTo>
                      <a:cubicBezTo>
                        <a:pt x="70719" y="41192"/>
                        <a:pt x="92151" y="37286"/>
                        <a:pt x="111105" y="43192"/>
                      </a:cubicBezTo>
                      <a:cubicBezTo>
                        <a:pt x="108819" y="33953"/>
                        <a:pt x="104438" y="24999"/>
                        <a:pt x="97389" y="17570"/>
                      </a:cubicBezTo>
                      <a:cubicBezTo>
                        <a:pt x="75958" y="-5005"/>
                        <a:pt x="40239" y="-5957"/>
                        <a:pt x="17570" y="15474"/>
                      </a:cubicBezTo>
                      <a:cubicBezTo>
                        <a:pt x="-5005" y="36905"/>
                        <a:pt x="-5957" y="72624"/>
                        <a:pt x="15474" y="95293"/>
                      </a:cubicBezTo>
                      <a:cubicBezTo>
                        <a:pt x="22332" y="102533"/>
                        <a:pt x="30619" y="107200"/>
                        <a:pt x="39477" y="110057"/>
                      </a:cubicBezTo>
                      <a:cubicBezTo>
                        <a:pt x="34905" y="91007"/>
                        <a:pt x="40049" y="70243"/>
                        <a:pt x="55289" y="55860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52" name="Forme libre : forme 11651">
                  <a:extLst>
                    <a:ext uri="{FF2B5EF4-FFF2-40B4-BE49-F238E27FC236}">
                      <a16:creationId xmlns:a16="http://schemas.microsoft.com/office/drawing/2014/main" id="{89FDE385-940D-4DF1-B416-97D92B8BF0D8}"/>
                    </a:ext>
                  </a:extLst>
                </p:cNvPr>
                <p:cNvSpPr/>
                <p:nvPr/>
              </p:nvSpPr>
              <p:spPr>
                <a:xfrm rot="-4183979">
                  <a:off x="4541273" y="3951231"/>
                  <a:ext cx="47054" cy="54102"/>
                </a:xfrm>
                <a:custGeom>
                  <a:avLst/>
                  <a:gdLst>
                    <a:gd name="connsiteX0" fmla="*/ 47054 w 47054"/>
                    <a:gd name="connsiteY0" fmla="*/ 27051 h 54102"/>
                    <a:gd name="connsiteX1" fmla="*/ 23527 w 47054"/>
                    <a:gd name="connsiteY1" fmla="*/ 54103 h 54102"/>
                    <a:gd name="connsiteX2" fmla="*/ 0 w 47054"/>
                    <a:gd name="connsiteY2" fmla="*/ 27051 h 54102"/>
                    <a:gd name="connsiteX3" fmla="*/ 23527 w 47054"/>
                    <a:gd name="connsiteY3" fmla="*/ 0 h 54102"/>
                    <a:gd name="connsiteX4" fmla="*/ 47054 w 47054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2">
                      <a:moveTo>
                        <a:pt x="47054" y="27051"/>
                      </a:moveTo>
                      <a:cubicBezTo>
                        <a:pt x="47054" y="41991"/>
                        <a:pt x="36521" y="54103"/>
                        <a:pt x="23527" y="54103"/>
                      </a:cubicBezTo>
                      <a:cubicBezTo>
                        <a:pt x="10534" y="54103"/>
                        <a:pt x="0" y="41991"/>
                        <a:pt x="0" y="27051"/>
                      </a:cubicBezTo>
                      <a:cubicBezTo>
                        <a:pt x="0" y="12111"/>
                        <a:pt x="10534" y="0"/>
                        <a:pt x="23527" y="0"/>
                      </a:cubicBezTo>
                      <a:cubicBezTo>
                        <a:pt x="36521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53" name="Forme libre : forme 11652">
                  <a:extLst>
                    <a:ext uri="{FF2B5EF4-FFF2-40B4-BE49-F238E27FC236}">
                      <a16:creationId xmlns:a16="http://schemas.microsoft.com/office/drawing/2014/main" id="{3E1E96A4-375A-4A98-99C9-E759362EF32C}"/>
                    </a:ext>
                  </a:extLst>
                </p:cNvPr>
                <p:cNvSpPr/>
                <p:nvPr/>
              </p:nvSpPr>
              <p:spPr>
                <a:xfrm>
                  <a:off x="4578170" y="3968242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654" name="Graphique 5">
                <a:extLst>
                  <a:ext uri="{FF2B5EF4-FFF2-40B4-BE49-F238E27FC236}">
                    <a16:creationId xmlns:a16="http://schemas.microsoft.com/office/drawing/2014/main" id="{712B983C-845A-400D-A47F-2F1770075991}"/>
                  </a:ext>
                </a:extLst>
              </p:cNvPr>
              <p:cNvGrpSpPr/>
              <p:nvPr/>
            </p:nvGrpSpPr>
            <p:grpSpPr>
              <a:xfrm>
                <a:off x="4462060" y="4051447"/>
                <a:ext cx="112966" cy="113010"/>
                <a:chOff x="4462060" y="4051447"/>
                <a:chExt cx="112966" cy="113010"/>
              </a:xfrm>
              <a:solidFill>
                <a:schemeClr val="accent1"/>
              </a:solidFill>
            </p:grpSpPr>
            <p:sp>
              <p:nvSpPr>
                <p:cNvPr id="11655" name="Forme libre : forme 11654">
                  <a:extLst>
                    <a:ext uri="{FF2B5EF4-FFF2-40B4-BE49-F238E27FC236}">
                      <a16:creationId xmlns:a16="http://schemas.microsoft.com/office/drawing/2014/main" id="{7B2F6F29-10D5-4792-9A47-6AAE59429370}"/>
                    </a:ext>
                  </a:extLst>
                </p:cNvPr>
                <p:cNvSpPr/>
                <p:nvPr/>
              </p:nvSpPr>
              <p:spPr>
                <a:xfrm>
                  <a:off x="4462060" y="4051490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56" name="Forme libre : forme 11655">
                  <a:extLst>
                    <a:ext uri="{FF2B5EF4-FFF2-40B4-BE49-F238E27FC236}">
                      <a16:creationId xmlns:a16="http://schemas.microsoft.com/office/drawing/2014/main" id="{1F7E2F21-93ED-4338-8516-0BE069FD066A}"/>
                    </a:ext>
                  </a:extLst>
                </p:cNvPr>
                <p:cNvSpPr/>
                <p:nvPr/>
              </p:nvSpPr>
              <p:spPr>
                <a:xfrm>
                  <a:off x="4462111" y="4051447"/>
                  <a:ext cx="111105" cy="110057"/>
                </a:xfrm>
                <a:custGeom>
                  <a:avLst/>
                  <a:gdLst>
                    <a:gd name="connsiteX0" fmla="*/ 55289 w 111105"/>
                    <a:gd name="connsiteY0" fmla="*/ 55860 h 110057"/>
                    <a:gd name="connsiteX1" fmla="*/ 111105 w 111105"/>
                    <a:gd name="connsiteY1" fmla="*/ 43192 h 110057"/>
                    <a:gd name="connsiteX2" fmla="*/ 97389 w 111105"/>
                    <a:gd name="connsiteY2" fmla="*/ 17569 h 110057"/>
                    <a:gd name="connsiteX3" fmla="*/ 17570 w 111105"/>
                    <a:gd name="connsiteY3" fmla="*/ 15474 h 110057"/>
                    <a:gd name="connsiteX4" fmla="*/ 15474 w 111105"/>
                    <a:gd name="connsiteY4" fmla="*/ 95293 h 110057"/>
                    <a:gd name="connsiteX5" fmla="*/ 39477 w 111105"/>
                    <a:gd name="connsiteY5" fmla="*/ 110057 h 110057"/>
                    <a:gd name="connsiteX6" fmla="*/ 55289 w 111105"/>
                    <a:gd name="connsiteY6" fmla="*/ 55860 h 11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105" h="110057">
                      <a:moveTo>
                        <a:pt x="55289" y="55860"/>
                      </a:moveTo>
                      <a:cubicBezTo>
                        <a:pt x="70719" y="41192"/>
                        <a:pt x="92151" y="37286"/>
                        <a:pt x="111105" y="43192"/>
                      </a:cubicBezTo>
                      <a:cubicBezTo>
                        <a:pt x="108819" y="33952"/>
                        <a:pt x="104438" y="24999"/>
                        <a:pt x="97389" y="17569"/>
                      </a:cubicBezTo>
                      <a:cubicBezTo>
                        <a:pt x="75958" y="-5005"/>
                        <a:pt x="40239" y="-5957"/>
                        <a:pt x="17570" y="15474"/>
                      </a:cubicBezTo>
                      <a:cubicBezTo>
                        <a:pt x="-5005" y="36905"/>
                        <a:pt x="-5957" y="72624"/>
                        <a:pt x="15474" y="95293"/>
                      </a:cubicBezTo>
                      <a:cubicBezTo>
                        <a:pt x="22332" y="102533"/>
                        <a:pt x="30619" y="107200"/>
                        <a:pt x="39477" y="110057"/>
                      </a:cubicBezTo>
                      <a:cubicBezTo>
                        <a:pt x="34905" y="91102"/>
                        <a:pt x="40049" y="70338"/>
                        <a:pt x="55289" y="55860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57" name="Forme libre : forme 11656">
                  <a:extLst>
                    <a:ext uri="{FF2B5EF4-FFF2-40B4-BE49-F238E27FC236}">
                      <a16:creationId xmlns:a16="http://schemas.microsoft.com/office/drawing/2014/main" id="{37363D1C-6739-4147-8973-87816049CD84}"/>
                    </a:ext>
                  </a:extLst>
                </p:cNvPr>
                <p:cNvSpPr/>
                <p:nvPr/>
              </p:nvSpPr>
              <p:spPr>
                <a:xfrm rot="-4183979">
                  <a:off x="4485859" y="4102863"/>
                  <a:ext cx="47054" cy="54102"/>
                </a:xfrm>
                <a:custGeom>
                  <a:avLst/>
                  <a:gdLst>
                    <a:gd name="connsiteX0" fmla="*/ 47054 w 47054"/>
                    <a:gd name="connsiteY0" fmla="*/ 27051 h 54102"/>
                    <a:gd name="connsiteX1" fmla="*/ 23527 w 47054"/>
                    <a:gd name="connsiteY1" fmla="*/ 54103 h 54102"/>
                    <a:gd name="connsiteX2" fmla="*/ 0 w 47054"/>
                    <a:gd name="connsiteY2" fmla="*/ 27051 h 54102"/>
                    <a:gd name="connsiteX3" fmla="*/ 23527 w 47054"/>
                    <a:gd name="connsiteY3" fmla="*/ 0 h 54102"/>
                    <a:gd name="connsiteX4" fmla="*/ 47054 w 47054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2">
                      <a:moveTo>
                        <a:pt x="47054" y="27051"/>
                      </a:moveTo>
                      <a:cubicBezTo>
                        <a:pt x="47054" y="41991"/>
                        <a:pt x="36521" y="54103"/>
                        <a:pt x="23527" y="54103"/>
                      </a:cubicBezTo>
                      <a:cubicBezTo>
                        <a:pt x="10533" y="54103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1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58" name="Forme libre : forme 11657">
                  <a:extLst>
                    <a:ext uri="{FF2B5EF4-FFF2-40B4-BE49-F238E27FC236}">
                      <a16:creationId xmlns:a16="http://schemas.microsoft.com/office/drawing/2014/main" id="{A946522D-356D-4897-A411-71F80489C527}"/>
                    </a:ext>
                  </a:extLst>
                </p:cNvPr>
                <p:cNvSpPr/>
                <p:nvPr/>
              </p:nvSpPr>
              <p:spPr>
                <a:xfrm>
                  <a:off x="4522734" y="4119880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659" name="Forme libre : forme 11658">
                <a:extLst>
                  <a:ext uri="{FF2B5EF4-FFF2-40B4-BE49-F238E27FC236}">
                    <a16:creationId xmlns:a16="http://schemas.microsoft.com/office/drawing/2014/main" id="{96411340-B561-4FDD-8E45-A8F70CABFE07}"/>
                  </a:ext>
                </a:extLst>
              </p:cNvPr>
              <p:cNvSpPr/>
              <p:nvPr/>
            </p:nvSpPr>
            <p:spPr>
              <a:xfrm>
                <a:off x="4252900" y="3872376"/>
                <a:ext cx="282501" cy="224739"/>
              </a:xfrm>
              <a:custGeom>
                <a:avLst/>
                <a:gdLst>
                  <a:gd name="connsiteX0" fmla="*/ 1800 w 282501"/>
                  <a:gd name="connsiteY0" fmla="*/ 73673 h 224739"/>
                  <a:gd name="connsiteX1" fmla="*/ 4753 w 282501"/>
                  <a:gd name="connsiteY1" fmla="*/ 61957 h 224739"/>
                  <a:gd name="connsiteX2" fmla="*/ 49616 w 282501"/>
                  <a:gd name="connsiteY2" fmla="*/ 5760 h 224739"/>
                  <a:gd name="connsiteX3" fmla="*/ 133531 w 282501"/>
                  <a:gd name="connsiteY3" fmla="*/ 14713 h 224739"/>
                  <a:gd name="connsiteX4" fmla="*/ 282502 w 282501"/>
                  <a:gd name="connsiteY4" fmla="*/ 59576 h 224739"/>
                  <a:gd name="connsiteX5" fmla="*/ 278978 w 282501"/>
                  <a:gd name="connsiteY5" fmla="*/ 83103 h 224739"/>
                  <a:gd name="connsiteX6" fmla="*/ 123149 w 282501"/>
                  <a:gd name="connsiteY6" fmla="*/ 36145 h 224739"/>
                  <a:gd name="connsiteX7" fmla="*/ 59236 w 282501"/>
                  <a:gd name="connsiteY7" fmla="*/ 27572 h 224739"/>
                  <a:gd name="connsiteX8" fmla="*/ 27613 w 282501"/>
                  <a:gd name="connsiteY8" fmla="*/ 68815 h 224739"/>
                  <a:gd name="connsiteX9" fmla="*/ 30185 w 282501"/>
                  <a:gd name="connsiteY9" fmla="*/ 115392 h 224739"/>
                  <a:gd name="connsiteX10" fmla="*/ 83334 w 282501"/>
                  <a:gd name="connsiteY10" fmla="*/ 146444 h 224739"/>
                  <a:gd name="connsiteX11" fmla="*/ 235258 w 282501"/>
                  <a:gd name="connsiteY11" fmla="*/ 205975 h 224739"/>
                  <a:gd name="connsiteX12" fmla="*/ 220589 w 282501"/>
                  <a:gd name="connsiteY12" fmla="*/ 224739 h 224739"/>
                  <a:gd name="connsiteX13" fmla="*/ 78572 w 282501"/>
                  <a:gd name="connsiteY13" fmla="*/ 169780 h 224739"/>
                  <a:gd name="connsiteX14" fmla="*/ 9801 w 282501"/>
                  <a:gd name="connsiteY14" fmla="*/ 127489 h 224739"/>
                  <a:gd name="connsiteX15" fmla="*/ 1800 w 282501"/>
                  <a:gd name="connsiteY15" fmla="*/ 73673 h 224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2501" h="224739">
                    <a:moveTo>
                      <a:pt x="1800" y="73673"/>
                    </a:moveTo>
                    <a:cubicBezTo>
                      <a:pt x="2562" y="69863"/>
                      <a:pt x="3515" y="65958"/>
                      <a:pt x="4753" y="61957"/>
                    </a:cubicBezTo>
                    <a:cubicBezTo>
                      <a:pt x="13230" y="34239"/>
                      <a:pt x="28756" y="14904"/>
                      <a:pt x="49616" y="5760"/>
                    </a:cubicBezTo>
                    <a:cubicBezTo>
                      <a:pt x="72761" y="-4242"/>
                      <a:pt x="100955" y="-1194"/>
                      <a:pt x="133531" y="14713"/>
                    </a:cubicBezTo>
                    <a:cubicBezTo>
                      <a:pt x="198301" y="46527"/>
                      <a:pt x="281645" y="59386"/>
                      <a:pt x="282502" y="59576"/>
                    </a:cubicBezTo>
                    <a:lnTo>
                      <a:pt x="278978" y="83103"/>
                    </a:lnTo>
                    <a:cubicBezTo>
                      <a:pt x="275453" y="82531"/>
                      <a:pt x="191253" y="69577"/>
                      <a:pt x="123149" y="36145"/>
                    </a:cubicBezTo>
                    <a:cubicBezTo>
                      <a:pt x="97145" y="23381"/>
                      <a:pt x="75619" y="20523"/>
                      <a:pt x="59236" y="27572"/>
                    </a:cubicBezTo>
                    <a:cubicBezTo>
                      <a:pt x="41138" y="35382"/>
                      <a:pt x="32090" y="54337"/>
                      <a:pt x="27613" y="68815"/>
                    </a:cubicBezTo>
                    <a:cubicBezTo>
                      <a:pt x="21993" y="87294"/>
                      <a:pt x="22850" y="102915"/>
                      <a:pt x="30185" y="115392"/>
                    </a:cubicBezTo>
                    <a:cubicBezTo>
                      <a:pt x="41424" y="134347"/>
                      <a:pt x="65332" y="142729"/>
                      <a:pt x="83334" y="146444"/>
                    </a:cubicBezTo>
                    <a:cubicBezTo>
                      <a:pt x="132960" y="156636"/>
                      <a:pt x="205921" y="183020"/>
                      <a:pt x="235258" y="205975"/>
                    </a:cubicBezTo>
                    <a:lnTo>
                      <a:pt x="220589" y="224739"/>
                    </a:lnTo>
                    <a:cubicBezTo>
                      <a:pt x="196777" y="206166"/>
                      <a:pt x="130388" y="180448"/>
                      <a:pt x="78572" y="169780"/>
                    </a:cubicBezTo>
                    <a:cubicBezTo>
                      <a:pt x="45996" y="163113"/>
                      <a:pt x="22184" y="148444"/>
                      <a:pt x="9801" y="127489"/>
                    </a:cubicBezTo>
                    <a:cubicBezTo>
                      <a:pt x="467" y="112059"/>
                      <a:pt x="-2200" y="93961"/>
                      <a:pt x="1800" y="73673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660" name="Graphique 5">
              <a:extLst>
                <a:ext uri="{FF2B5EF4-FFF2-40B4-BE49-F238E27FC236}">
                  <a16:creationId xmlns:a16="http://schemas.microsoft.com/office/drawing/2014/main" id="{588136DD-36B6-4193-8808-2F5379292A64}"/>
                </a:ext>
              </a:extLst>
            </p:cNvPr>
            <p:cNvGrpSpPr/>
            <p:nvPr/>
          </p:nvGrpSpPr>
          <p:grpSpPr>
            <a:xfrm>
              <a:off x="1772105" y="2862866"/>
              <a:ext cx="377466" cy="292176"/>
              <a:chOff x="1772105" y="2862866"/>
              <a:chExt cx="377466" cy="292176"/>
            </a:xfrm>
            <a:solidFill>
              <a:schemeClr val="accent1"/>
            </a:solidFill>
          </p:grpSpPr>
          <p:grpSp>
            <p:nvGrpSpPr>
              <p:cNvPr id="11661" name="Graphique 5">
                <a:extLst>
                  <a:ext uri="{FF2B5EF4-FFF2-40B4-BE49-F238E27FC236}">
                    <a16:creationId xmlns:a16="http://schemas.microsoft.com/office/drawing/2014/main" id="{CCFC61E5-E8E4-4701-8DC6-3C66E437F3D3}"/>
                  </a:ext>
                </a:extLst>
              </p:cNvPr>
              <p:cNvGrpSpPr/>
              <p:nvPr/>
            </p:nvGrpSpPr>
            <p:grpSpPr>
              <a:xfrm>
                <a:off x="1772105" y="3014504"/>
                <a:ext cx="112966" cy="112966"/>
                <a:chOff x="1772105" y="3014504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662" name="Forme libre : forme 11661">
                  <a:extLst>
                    <a:ext uri="{FF2B5EF4-FFF2-40B4-BE49-F238E27FC236}">
                      <a16:creationId xmlns:a16="http://schemas.microsoft.com/office/drawing/2014/main" id="{AC9D7ED4-3BCC-49C2-B6B0-8D877790C928}"/>
                    </a:ext>
                  </a:extLst>
                </p:cNvPr>
                <p:cNvSpPr/>
                <p:nvPr/>
              </p:nvSpPr>
              <p:spPr>
                <a:xfrm>
                  <a:off x="1772105" y="3014504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9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63" name="Forme libre : forme 11662">
                  <a:extLst>
                    <a:ext uri="{FF2B5EF4-FFF2-40B4-BE49-F238E27FC236}">
                      <a16:creationId xmlns:a16="http://schemas.microsoft.com/office/drawing/2014/main" id="{CEE550D6-99F3-4FD2-B112-49C686B0A862}"/>
                    </a:ext>
                  </a:extLst>
                </p:cNvPr>
                <p:cNvSpPr/>
                <p:nvPr/>
              </p:nvSpPr>
              <p:spPr>
                <a:xfrm>
                  <a:off x="1773914" y="3017361"/>
                  <a:ext cx="111105" cy="110057"/>
                </a:xfrm>
                <a:custGeom>
                  <a:avLst/>
                  <a:gdLst>
                    <a:gd name="connsiteX0" fmla="*/ 55817 w 111105"/>
                    <a:gd name="connsiteY0" fmla="*/ 54197 h 110057"/>
                    <a:gd name="connsiteX1" fmla="*/ 0 w 111105"/>
                    <a:gd name="connsiteY1" fmla="*/ 66866 h 110057"/>
                    <a:gd name="connsiteX2" fmla="*/ 13716 w 111105"/>
                    <a:gd name="connsiteY2" fmla="*/ 92488 h 110057"/>
                    <a:gd name="connsiteX3" fmla="*/ 93536 w 111105"/>
                    <a:gd name="connsiteY3" fmla="*/ 94583 h 110057"/>
                    <a:gd name="connsiteX4" fmla="*/ 95631 w 111105"/>
                    <a:gd name="connsiteY4" fmla="*/ 14764 h 110057"/>
                    <a:gd name="connsiteX5" fmla="*/ 71628 w 111105"/>
                    <a:gd name="connsiteY5" fmla="*/ 0 h 110057"/>
                    <a:gd name="connsiteX6" fmla="*/ 55817 w 111105"/>
                    <a:gd name="connsiteY6" fmla="*/ 54197 h 11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105" h="110057">
                      <a:moveTo>
                        <a:pt x="55817" y="54197"/>
                      </a:moveTo>
                      <a:cubicBezTo>
                        <a:pt x="40386" y="68866"/>
                        <a:pt x="18955" y="72771"/>
                        <a:pt x="0" y="66866"/>
                      </a:cubicBezTo>
                      <a:cubicBezTo>
                        <a:pt x="2286" y="76105"/>
                        <a:pt x="6668" y="85058"/>
                        <a:pt x="13716" y="92488"/>
                      </a:cubicBezTo>
                      <a:cubicBezTo>
                        <a:pt x="35147" y="115062"/>
                        <a:pt x="70866" y="116015"/>
                        <a:pt x="93536" y="94583"/>
                      </a:cubicBezTo>
                      <a:cubicBezTo>
                        <a:pt x="116110" y="73152"/>
                        <a:pt x="117062" y="37433"/>
                        <a:pt x="95631" y="14764"/>
                      </a:cubicBezTo>
                      <a:cubicBezTo>
                        <a:pt x="88773" y="7525"/>
                        <a:pt x="80486" y="2858"/>
                        <a:pt x="71628" y="0"/>
                      </a:cubicBezTo>
                      <a:cubicBezTo>
                        <a:pt x="76200" y="19050"/>
                        <a:pt x="70961" y="39815"/>
                        <a:pt x="55817" y="54197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64" name="Forme libre : forme 11663">
                  <a:extLst>
                    <a:ext uri="{FF2B5EF4-FFF2-40B4-BE49-F238E27FC236}">
                      <a16:creationId xmlns:a16="http://schemas.microsoft.com/office/drawing/2014/main" id="{C0CE93BE-4F6B-4E43-BB16-78CF169C94FA}"/>
                    </a:ext>
                  </a:extLst>
                </p:cNvPr>
                <p:cNvSpPr/>
                <p:nvPr/>
              </p:nvSpPr>
              <p:spPr>
                <a:xfrm rot="-4183979">
                  <a:off x="1814340" y="3022247"/>
                  <a:ext cx="47054" cy="54102"/>
                </a:xfrm>
                <a:custGeom>
                  <a:avLst/>
                  <a:gdLst>
                    <a:gd name="connsiteX0" fmla="*/ 47054 w 47054"/>
                    <a:gd name="connsiteY0" fmla="*/ 27051 h 54102"/>
                    <a:gd name="connsiteX1" fmla="*/ 23527 w 47054"/>
                    <a:gd name="connsiteY1" fmla="*/ 54103 h 54102"/>
                    <a:gd name="connsiteX2" fmla="*/ 0 w 47054"/>
                    <a:gd name="connsiteY2" fmla="*/ 27051 h 54102"/>
                    <a:gd name="connsiteX3" fmla="*/ 23527 w 47054"/>
                    <a:gd name="connsiteY3" fmla="*/ 0 h 54102"/>
                    <a:gd name="connsiteX4" fmla="*/ 47054 w 47054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2">
                      <a:moveTo>
                        <a:pt x="47054" y="27051"/>
                      </a:moveTo>
                      <a:cubicBezTo>
                        <a:pt x="47054" y="41991"/>
                        <a:pt x="36521" y="54103"/>
                        <a:pt x="23527" y="54103"/>
                      </a:cubicBezTo>
                      <a:cubicBezTo>
                        <a:pt x="10533" y="54103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1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65" name="Forme libre : forme 11664">
                  <a:extLst>
                    <a:ext uri="{FF2B5EF4-FFF2-40B4-BE49-F238E27FC236}">
                      <a16:creationId xmlns:a16="http://schemas.microsoft.com/office/drawing/2014/main" id="{5340ECF4-FE0C-4D6F-873D-9E917A266331}"/>
                    </a:ext>
                  </a:extLst>
                </p:cNvPr>
                <p:cNvSpPr/>
                <p:nvPr/>
              </p:nvSpPr>
              <p:spPr>
                <a:xfrm>
                  <a:off x="1805823" y="3040602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666" name="Graphique 5">
                <a:extLst>
                  <a:ext uri="{FF2B5EF4-FFF2-40B4-BE49-F238E27FC236}">
                    <a16:creationId xmlns:a16="http://schemas.microsoft.com/office/drawing/2014/main" id="{824FE78E-6BA7-4D5E-8FB2-1B011A9C0DAA}"/>
                  </a:ext>
                </a:extLst>
              </p:cNvPr>
              <p:cNvGrpSpPr/>
              <p:nvPr/>
            </p:nvGrpSpPr>
            <p:grpSpPr>
              <a:xfrm>
                <a:off x="1827540" y="2862866"/>
                <a:ext cx="112966" cy="113010"/>
                <a:chOff x="1827540" y="2862866"/>
                <a:chExt cx="112966" cy="113010"/>
              </a:xfrm>
              <a:solidFill>
                <a:schemeClr val="accent1"/>
              </a:solidFill>
            </p:grpSpPr>
            <p:sp>
              <p:nvSpPr>
                <p:cNvPr id="11667" name="Forme libre : forme 11666">
                  <a:extLst>
                    <a:ext uri="{FF2B5EF4-FFF2-40B4-BE49-F238E27FC236}">
                      <a16:creationId xmlns:a16="http://schemas.microsoft.com/office/drawing/2014/main" id="{D4CDA680-17E7-4DBB-8899-021DDD07C725}"/>
                    </a:ext>
                  </a:extLst>
                </p:cNvPr>
                <p:cNvSpPr/>
                <p:nvPr/>
              </p:nvSpPr>
              <p:spPr>
                <a:xfrm>
                  <a:off x="1827540" y="2862866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9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68" name="Forme libre : forme 11667">
                  <a:extLst>
                    <a:ext uri="{FF2B5EF4-FFF2-40B4-BE49-F238E27FC236}">
                      <a16:creationId xmlns:a16="http://schemas.microsoft.com/office/drawing/2014/main" id="{237E0384-5A63-44ED-9472-FF43BFBD741C}"/>
                    </a:ext>
                  </a:extLst>
                </p:cNvPr>
                <p:cNvSpPr/>
                <p:nvPr/>
              </p:nvSpPr>
              <p:spPr>
                <a:xfrm>
                  <a:off x="1829350" y="2865818"/>
                  <a:ext cx="111105" cy="110057"/>
                </a:xfrm>
                <a:custGeom>
                  <a:avLst/>
                  <a:gdLst>
                    <a:gd name="connsiteX0" fmla="*/ 55817 w 111105"/>
                    <a:gd name="connsiteY0" fmla="*/ 54197 h 110057"/>
                    <a:gd name="connsiteX1" fmla="*/ 0 w 111105"/>
                    <a:gd name="connsiteY1" fmla="*/ 66866 h 110057"/>
                    <a:gd name="connsiteX2" fmla="*/ 13716 w 111105"/>
                    <a:gd name="connsiteY2" fmla="*/ 92488 h 110057"/>
                    <a:gd name="connsiteX3" fmla="*/ 93536 w 111105"/>
                    <a:gd name="connsiteY3" fmla="*/ 94583 h 110057"/>
                    <a:gd name="connsiteX4" fmla="*/ 95631 w 111105"/>
                    <a:gd name="connsiteY4" fmla="*/ 14764 h 110057"/>
                    <a:gd name="connsiteX5" fmla="*/ 71628 w 111105"/>
                    <a:gd name="connsiteY5" fmla="*/ 0 h 110057"/>
                    <a:gd name="connsiteX6" fmla="*/ 55817 w 111105"/>
                    <a:gd name="connsiteY6" fmla="*/ 54197 h 11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105" h="110057">
                      <a:moveTo>
                        <a:pt x="55817" y="54197"/>
                      </a:moveTo>
                      <a:cubicBezTo>
                        <a:pt x="40386" y="68866"/>
                        <a:pt x="18955" y="72771"/>
                        <a:pt x="0" y="66866"/>
                      </a:cubicBezTo>
                      <a:cubicBezTo>
                        <a:pt x="2286" y="76105"/>
                        <a:pt x="6668" y="85058"/>
                        <a:pt x="13716" y="92488"/>
                      </a:cubicBezTo>
                      <a:cubicBezTo>
                        <a:pt x="35147" y="115062"/>
                        <a:pt x="70866" y="116015"/>
                        <a:pt x="93536" y="94583"/>
                      </a:cubicBezTo>
                      <a:cubicBezTo>
                        <a:pt x="116110" y="73152"/>
                        <a:pt x="117062" y="37433"/>
                        <a:pt x="95631" y="14764"/>
                      </a:cubicBezTo>
                      <a:cubicBezTo>
                        <a:pt x="88773" y="7525"/>
                        <a:pt x="80486" y="2858"/>
                        <a:pt x="71628" y="0"/>
                      </a:cubicBezTo>
                      <a:cubicBezTo>
                        <a:pt x="76200" y="18955"/>
                        <a:pt x="70961" y="39719"/>
                        <a:pt x="55817" y="54197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69" name="Forme libre : forme 11668">
                  <a:extLst>
                    <a:ext uri="{FF2B5EF4-FFF2-40B4-BE49-F238E27FC236}">
                      <a16:creationId xmlns:a16="http://schemas.microsoft.com/office/drawing/2014/main" id="{BB4DD507-17AA-4DBA-A7E8-68C1ADAAFB9C}"/>
                    </a:ext>
                  </a:extLst>
                </p:cNvPr>
                <p:cNvSpPr/>
                <p:nvPr/>
              </p:nvSpPr>
              <p:spPr>
                <a:xfrm rot="-4183979">
                  <a:off x="1869756" y="2870614"/>
                  <a:ext cx="47054" cy="54102"/>
                </a:xfrm>
                <a:custGeom>
                  <a:avLst/>
                  <a:gdLst>
                    <a:gd name="connsiteX0" fmla="*/ 47054 w 47054"/>
                    <a:gd name="connsiteY0" fmla="*/ 27051 h 54102"/>
                    <a:gd name="connsiteX1" fmla="*/ 23527 w 47054"/>
                    <a:gd name="connsiteY1" fmla="*/ 54103 h 54102"/>
                    <a:gd name="connsiteX2" fmla="*/ 0 w 47054"/>
                    <a:gd name="connsiteY2" fmla="*/ 27051 h 54102"/>
                    <a:gd name="connsiteX3" fmla="*/ 23527 w 47054"/>
                    <a:gd name="connsiteY3" fmla="*/ 0 h 54102"/>
                    <a:gd name="connsiteX4" fmla="*/ 47054 w 47054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2">
                      <a:moveTo>
                        <a:pt x="47054" y="27051"/>
                      </a:moveTo>
                      <a:cubicBezTo>
                        <a:pt x="47054" y="41991"/>
                        <a:pt x="36521" y="54103"/>
                        <a:pt x="23527" y="54103"/>
                      </a:cubicBezTo>
                      <a:cubicBezTo>
                        <a:pt x="10533" y="54103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1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70" name="Forme libre : forme 11669">
                  <a:extLst>
                    <a:ext uri="{FF2B5EF4-FFF2-40B4-BE49-F238E27FC236}">
                      <a16:creationId xmlns:a16="http://schemas.microsoft.com/office/drawing/2014/main" id="{57DB3CF3-A7BA-44E8-B478-48B72F98E781}"/>
                    </a:ext>
                  </a:extLst>
                </p:cNvPr>
                <p:cNvSpPr/>
                <p:nvPr/>
              </p:nvSpPr>
              <p:spPr>
                <a:xfrm>
                  <a:off x="1861259" y="2889059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6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671" name="Forme libre : forme 11670">
                <a:extLst>
                  <a:ext uri="{FF2B5EF4-FFF2-40B4-BE49-F238E27FC236}">
                    <a16:creationId xmlns:a16="http://schemas.microsoft.com/office/drawing/2014/main" id="{0587888A-C3AC-4BD1-A627-C3A4F434B4B2}"/>
                  </a:ext>
                </a:extLst>
              </p:cNvPr>
              <p:cNvSpPr/>
              <p:nvPr/>
            </p:nvSpPr>
            <p:spPr>
              <a:xfrm>
                <a:off x="1867069" y="2930302"/>
                <a:ext cx="282501" cy="224739"/>
              </a:xfrm>
              <a:custGeom>
                <a:avLst/>
                <a:gdLst>
                  <a:gd name="connsiteX0" fmla="*/ 280702 w 282501"/>
                  <a:gd name="connsiteY0" fmla="*/ 151067 h 224739"/>
                  <a:gd name="connsiteX1" fmla="*/ 277749 w 282501"/>
                  <a:gd name="connsiteY1" fmla="*/ 162782 h 224739"/>
                  <a:gd name="connsiteX2" fmla="*/ 232886 w 282501"/>
                  <a:gd name="connsiteY2" fmla="*/ 218980 h 224739"/>
                  <a:gd name="connsiteX3" fmla="*/ 148971 w 282501"/>
                  <a:gd name="connsiteY3" fmla="*/ 210026 h 224739"/>
                  <a:gd name="connsiteX4" fmla="*/ 0 w 282501"/>
                  <a:gd name="connsiteY4" fmla="*/ 165163 h 224739"/>
                  <a:gd name="connsiteX5" fmla="*/ 3524 w 282501"/>
                  <a:gd name="connsiteY5" fmla="*/ 141637 h 224739"/>
                  <a:gd name="connsiteX6" fmla="*/ 159353 w 282501"/>
                  <a:gd name="connsiteY6" fmla="*/ 188595 h 224739"/>
                  <a:gd name="connsiteX7" fmla="*/ 223266 w 282501"/>
                  <a:gd name="connsiteY7" fmla="*/ 197167 h 224739"/>
                  <a:gd name="connsiteX8" fmla="*/ 254889 w 282501"/>
                  <a:gd name="connsiteY8" fmla="*/ 155924 h 224739"/>
                  <a:gd name="connsiteX9" fmla="*/ 252317 w 282501"/>
                  <a:gd name="connsiteY9" fmla="*/ 109347 h 224739"/>
                  <a:gd name="connsiteX10" fmla="*/ 199168 w 282501"/>
                  <a:gd name="connsiteY10" fmla="*/ 78296 h 224739"/>
                  <a:gd name="connsiteX11" fmla="*/ 47244 w 282501"/>
                  <a:gd name="connsiteY11" fmla="*/ 18764 h 224739"/>
                  <a:gd name="connsiteX12" fmla="*/ 61913 w 282501"/>
                  <a:gd name="connsiteY12" fmla="*/ 0 h 224739"/>
                  <a:gd name="connsiteX13" fmla="*/ 203930 w 282501"/>
                  <a:gd name="connsiteY13" fmla="*/ 54959 h 224739"/>
                  <a:gd name="connsiteX14" fmla="*/ 272701 w 282501"/>
                  <a:gd name="connsiteY14" fmla="*/ 97250 h 224739"/>
                  <a:gd name="connsiteX15" fmla="*/ 280702 w 282501"/>
                  <a:gd name="connsiteY15" fmla="*/ 151067 h 224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2501" h="224739">
                    <a:moveTo>
                      <a:pt x="280702" y="151067"/>
                    </a:moveTo>
                    <a:cubicBezTo>
                      <a:pt x="279940" y="154877"/>
                      <a:pt x="278987" y="158782"/>
                      <a:pt x="277749" y="162782"/>
                    </a:cubicBezTo>
                    <a:cubicBezTo>
                      <a:pt x="269272" y="190500"/>
                      <a:pt x="253746" y="209836"/>
                      <a:pt x="232886" y="218980"/>
                    </a:cubicBezTo>
                    <a:cubicBezTo>
                      <a:pt x="209741" y="228981"/>
                      <a:pt x="181546" y="225933"/>
                      <a:pt x="148971" y="210026"/>
                    </a:cubicBezTo>
                    <a:cubicBezTo>
                      <a:pt x="84201" y="178213"/>
                      <a:pt x="857" y="165354"/>
                      <a:pt x="0" y="165163"/>
                    </a:cubicBezTo>
                    <a:lnTo>
                      <a:pt x="3524" y="141637"/>
                    </a:lnTo>
                    <a:cubicBezTo>
                      <a:pt x="7049" y="142208"/>
                      <a:pt x="91250" y="155162"/>
                      <a:pt x="159353" y="188595"/>
                    </a:cubicBezTo>
                    <a:cubicBezTo>
                      <a:pt x="185357" y="201359"/>
                      <a:pt x="206883" y="204216"/>
                      <a:pt x="223266" y="197167"/>
                    </a:cubicBezTo>
                    <a:cubicBezTo>
                      <a:pt x="241363" y="189357"/>
                      <a:pt x="250412" y="170402"/>
                      <a:pt x="254889" y="155924"/>
                    </a:cubicBezTo>
                    <a:cubicBezTo>
                      <a:pt x="260509" y="137446"/>
                      <a:pt x="259652" y="121825"/>
                      <a:pt x="252317" y="109347"/>
                    </a:cubicBezTo>
                    <a:cubicBezTo>
                      <a:pt x="241078" y="90392"/>
                      <a:pt x="217170" y="82010"/>
                      <a:pt x="199168" y="78296"/>
                    </a:cubicBezTo>
                    <a:cubicBezTo>
                      <a:pt x="149542" y="68104"/>
                      <a:pt x="76581" y="41720"/>
                      <a:pt x="47244" y="18764"/>
                    </a:cubicBezTo>
                    <a:lnTo>
                      <a:pt x="61913" y="0"/>
                    </a:lnTo>
                    <a:cubicBezTo>
                      <a:pt x="85725" y="18574"/>
                      <a:pt x="152114" y="44291"/>
                      <a:pt x="203930" y="54959"/>
                    </a:cubicBezTo>
                    <a:cubicBezTo>
                      <a:pt x="236506" y="61627"/>
                      <a:pt x="260318" y="76295"/>
                      <a:pt x="272701" y="97250"/>
                    </a:cubicBezTo>
                    <a:cubicBezTo>
                      <a:pt x="282035" y="112586"/>
                      <a:pt x="284702" y="130683"/>
                      <a:pt x="280702" y="151067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672" name="Graphique 5">
              <a:extLst>
                <a:ext uri="{FF2B5EF4-FFF2-40B4-BE49-F238E27FC236}">
                  <a16:creationId xmlns:a16="http://schemas.microsoft.com/office/drawing/2014/main" id="{F293AC1C-A1C8-4084-AF79-F5242C37CEA2}"/>
                </a:ext>
              </a:extLst>
            </p:cNvPr>
            <p:cNvGrpSpPr/>
            <p:nvPr/>
          </p:nvGrpSpPr>
          <p:grpSpPr>
            <a:xfrm>
              <a:off x="4324399" y="3585423"/>
              <a:ext cx="370927" cy="272805"/>
              <a:chOff x="4324399" y="3585423"/>
              <a:chExt cx="370927" cy="272805"/>
            </a:xfrm>
            <a:solidFill>
              <a:schemeClr val="accent1"/>
            </a:solidFill>
          </p:grpSpPr>
          <p:grpSp>
            <p:nvGrpSpPr>
              <p:cNvPr id="11673" name="Graphique 5">
                <a:extLst>
                  <a:ext uri="{FF2B5EF4-FFF2-40B4-BE49-F238E27FC236}">
                    <a16:creationId xmlns:a16="http://schemas.microsoft.com/office/drawing/2014/main" id="{D6AEFAC9-E640-4794-B978-EAFF4F73C20F}"/>
                  </a:ext>
                </a:extLst>
              </p:cNvPr>
              <p:cNvGrpSpPr/>
              <p:nvPr/>
            </p:nvGrpSpPr>
            <p:grpSpPr>
              <a:xfrm>
                <a:off x="4582351" y="3585423"/>
                <a:ext cx="112975" cy="112975"/>
                <a:chOff x="4582351" y="3585423"/>
                <a:chExt cx="112975" cy="112975"/>
              </a:xfrm>
              <a:solidFill>
                <a:schemeClr val="accent1"/>
              </a:solidFill>
            </p:grpSpPr>
            <p:sp>
              <p:nvSpPr>
                <p:cNvPr id="11674" name="Forme libre : forme 11673">
                  <a:extLst>
                    <a:ext uri="{FF2B5EF4-FFF2-40B4-BE49-F238E27FC236}">
                      <a16:creationId xmlns:a16="http://schemas.microsoft.com/office/drawing/2014/main" id="{C0C66550-0707-4417-8F58-6B54DE4764C1}"/>
                    </a:ext>
                  </a:extLst>
                </p:cNvPr>
                <p:cNvSpPr/>
                <p:nvPr/>
              </p:nvSpPr>
              <p:spPr>
                <a:xfrm>
                  <a:off x="4582361" y="3585432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75" name="Forme libre : forme 11674">
                  <a:extLst>
                    <a:ext uri="{FF2B5EF4-FFF2-40B4-BE49-F238E27FC236}">
                      <a16:creationId xmlns:a16="http://schemas.microsoft.com/office/drawing/2014/main" id="{02C8923F-9BE6-4716-80D6-549841DC2534}"/>
                    </a:ext>
                  </a:extLst>
                </p:cNvPr>
                <p:cNvSpPr/>
                <p:nvPr/>
              </p:nvSpPr>
              <p:spPr>
                <a:xfrm>
                  <a:off x="4582351" y="3585423"/>
                  <a:ext cx="107070" cy="112404"/>
                </a:xfrm>
                <a:custGeom>
                  <a:avLst/>
                  <a:gdLst>
                    <a:gd name="connsiteX0" fmla="*/ 55159 w 107070"/>
                    <a:gd name="connsiteY0" fmla="*/ 56112 h 112404"/>
                    <a:gd name="connsiteX1" fmla="*/ 107071 w 107070"/>
                    <a:gd name="connsiteY1" fmla="*/ 32109 h 112404"/>
                    <a:gd name="connsiteX2" fmla="*/ 88401 w 107070"/>
                    <a:gd name="connsiteY2" fmla="*/ 9915 h 112404"/>
                    <a:gd name="connsiteX3" fmla="*/ 9915 w 107070"/>
                    <a:gd name="connsiteY3" fmla="*/ 24489 h 112404"/>
                    <a:gd name="connsiteX4" fmla="*/ 24489 w 107070"/>
                    <a:gd name="connsiteY4" fmla="*/ 102975 h 112404"/>
                    <a:gd name="connsiteX5" fmla="*/ 51063 w 107070"/>
                    <a:gd name="connsiteY5" fmla="*/ 112405 h 112404"/>
                    <a:gd name="connsiteX6" fmla="*/ 55159 w 107070"/>
                    <a:gd name="connsiteY6" fmla="*/ 56112 h 112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070" h="112404">
                      <a:moveTo>
                        <a:pt x="55159" y="56112"/>
                      </a:moveTo>
                      <a:cubicBezTo>
                        <a:pt x="67161" y="38586"/>
                        <a:pt x="87354" y="30204"/>
                        <a:pt x="107071" y="32109"/>
                      </a:cubicBezTo>
                      <a:cubicBezTo>
                        <a:pt x="102975" y="23536"/>
                        <a:pt x="96783" y="15726"/>
                        <a:pt x="88401" y="9915"/>
                      </a:cubicBezTo>
                      <a:cubicBezTo>
                        <a:pt x="62684" y="-7706"/>
                        <a:pt x="27537" y="-1229"/>
                        <a:pt x="9915" y="24489"/>
                      </a:cubicBezTo>
                      <a:cubicBezTo>
                        <a:pt x="-7706" y="50206"/>
                        <a:pt x="-1229" y="85353"/>
                        <a:pt x="24489" y="102975"/>
                      </a:cubicBezTo>
                      <a:cubicBezTo>
                        <a:pt x="32680" y="108594"/>
                        <a:pt x="41824" y="111452"/>
                        <a:pt x="51063" y="112405"/>
                      </a:cubicBezTo>
                      <a:cubicBezTo>
                        <a:pt x="42586" y="94783"/>
                        <a:pt x="43348" y="73352"/>
                        <a:pt x="55159" y="56112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76" name="Forme libre : forme 11675">
                  <a:extLst>
                    <a:ext uri="{FF2B5EF4-FFF2-40B4-BE49-F238E27FC236}">
                      <a16:creationId xmlns:a16="http://schemas.microsoft.com/office/drawing/2014/main" id="{3EF4DAC0-E6B5-4E6C-B678-4FC65A345222}"/>
                    </a:ext>
                  </a:extLst>
                </p:cNvPr>
                <p:cNvSpPr/>
                <p:nvPr/>
              </p:nvSpPr>
              <p:spPr>
                <a:xfrm rot="-4906020">
                  <a:off x="4610830" y="3638118"/>
                  <a:ext cx="47053" cy="54102"/>
                </a:xfrm>
                <a:custGeom>
                  <a:avLst/>
                  <a:gdLst>
                    <a:gd name="connsiteX0" fmla="*/ 47054 w 47053"/>
                    <a:gd name="connsiteY0" fmla="*/ 27051 h 54102"/>
                    <a:gd name="connsiteX1" fmla="*/ 23527 w 47053"/>
                    <a:gd name="connsiteY1" fmla="*/ 54102 h 54102"/>
                    <a:gd name="connsiteX2" fmla="*/ 0 w 47053"/>
                    <a:gd name="connsiteY2" fmla="*/ 27051 h 54102"/>
                    <a:gd name="connsiteX3" fmla="*/ 23527 w 47053"/>
                    <a:gd name="connsiteY3" fmla="*/ 0 h 54102"/>
                    <a:gd name="connsiteX4" fmla="*/ 47054 w 47053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2">
                      <a:moveTo>
                        <a:pt x="47054" y="27051"/>
                      </a:moveTo>
                      <a:cubicBezTo>
                        <a:pt x="47054" y="41991"/>
                        <a:pt x="36520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77" name="Forme libre : forme 11676">
                  <a:extLst>
                    <a:ext uri="{FF2B5EF4-FFF2-40B4-BE49-F238E27FC236}">
                      <a16:creationId xmlns:a16="http://schemas.microsoft.com/office/drawing/2014/main" id="{D5D0910C-9A92-4B89-AE4D-DA1ADD3CB960}"/>
                    </a:ext>
                  </a:extLst>
                </p:cNvPr>
                <p:cNvSpPr/>
                <p:nvPr/>
              </p:nvSpPr>
              <p:spPr>
                <a:xfrm>
                  <a:off x="4647131" y="3650488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678" name="Graphique 5">
                <a:extLst>
                  <a:ext uri="{FF2B5EF4-FFF2-40B4-BE49-F238E27FC236}">
                    <a16:creationId xmlns:a16="http://schemas.microsoft.com/office/drawing/2014/main" id="{03EC099A-56B5-4F89-8719-5BCDD664271B}"/>
                  </a:ext>
                </a:extLst>
              </p:cNvPr>
              <p:cNvGrpSpPr/>
              <p:nvPr/>
            </p:nvGrpSpPr>
            <p:grpSpPr>
              <a:xfrm>
                <a:off x="4559691" y="3745252"/>
                <a:ext cx="112966" cy="112975"/>
                <a:chOff x="4559691" y="3745252"/>
                <a:chExt cx="112966" cy="112975"/>
              </a:xfrm>
              <a:solidFill>
                <a:schemeClr val="accent1"/>
              </a:solidFill>
            </p:grpSpPr>
            <p:sp>
              <p:nvSpPr>
                <p:cNvPr id="11679" name="Forme libre : forme 11678">
                  <a:extLst>
                    <a:ext uri="{FF2B5EF4-FFF2-40B4-BE49-F238E27FC236}">
                      <a16:creationId xmlns:a16="http://schemas.microsoft.com/office/drawing/2014/main" id="{DAFF01BC-2E56-4D8A-8ADC-72E0743D0E74}"/>
                    </a:ext>
                  </a:extLst>
                </p:cNvPr>
                <p:cNvSpPr/>
                <p:nvPr/>
              </p:nvSpPr>
              <p:spPr>
                <a:xfrm>
                  <a:off x="4559691" y="3745262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0" name="Forme libre : forme 11679">
                  <a:extLst>
                    <a:ext uri="{FF2B5EF4-FFF2-40B4-BE49-F238E27FC236}">
                      <a16:creationId xmlns:a16="http://schemas.microsoft.com/office/drawing/2014/main" id="{6A1A0A0B-327C-4CC3-BFD4-1D30E7B4D271}"/>
                    </a:ext>
                  </a:extLst>
                </p:cNvPr>
                <p:cNvSpPr/>
                <p:nvPr/>
              </p:nvSpPr>
              <p:spPr>
                <a:xfrm>
                  <a:off x="4559777" y="3745252"/>
                  <a:ext cx="107070" cy="112404"/>
                </a:xfrm>
                <a:custGeom>
                  <a:avLst/>
                  <a:gdLst>
                    <a:gd name="connsiteX0" fmla="*/ 55159 w 107070"/>
                    <a:gd name="connsiteY0" fmla="*/ 56112 h 112404"/>
                    <a:gd name="connsiteX1" fmla="*/ 107071 w 107070"/>
                    <a:gd name="connsiteY1" fmla="*/ 32109 h 112404"/>
                    <a:gd name="connsiteX2" fmla="*/ 88401 w 107070"/>
                    <a:gd name="connsiteY2" fmla="*/ 9915 h 112404"/>
                    <a:gd name="connsiteX3" fmla="*/ 9915 w 107070"/>
                    <a:gd name="connsiteY3" fmla="*/ 24489 h 112404"/>
                    <a:gd name="connsiteX4" fmla="*/ 24489 w 107070"/>
                    <a:gd name="connsiteY4" fmla="*/ 102975 h 112404"/>
                    <a:gd name="connsiteX5" fmla="*/ 51064 w 107070"/>
                    <a:gd name="connsiteY5" fmla="*/ 112405 h 112404"/>
                    <a:gd name="connsiteX6" fmla="*/ 55159 w 107070"/>
                    <a:gd name="connsiteY6" fmla="*/ 56112 h 112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070" h="112404">
                      <a:moveTo>
                        <a:pt x="55159" y="56112"/>
                      </a:moveTo>
                      <a:cubicBezTo>
                        <a:pt x="67161" y="38586"/>
                        <a:pt x="87354" y="30204"/>
                        <a:pt x="107071" y="32109"/>
                      </a:cubicBezTo>
                      <a:cubicBezTo>
                        <a:pt x="102975" y="23536"/>
                        <a:pt x="96783" y="15726"/>
                        <a:pt x="88401" y="9915"/>
                      </a:cubicBezTo>
                      <a:cubicBezTo>
                        <a:pt x="62684" y="-7706"/>
                        <a:pt x="27537" y="-1229"/>
                        <a:pt x="9915" y="24489"/>
                      </a:cubicBezTo>
                      <a:cubicBezTo>
                        <a:pt x="-7706" y="50206"/>
                        <a:pt x="-1229" y="85353"/>
                        <a:pt x="24489" y="102975"/>
                      </a:cubicBezTo>
                      <a:cubicBezTo>
                        <a:pt x="32680" y="108594"/>
                        <a:pt x="41824" y="111452"/>
                        <a:pt x="51064" y="112405"/>
                      </a:cubicBezTo>
                      <a:cubicBezTo>
                        <a:pt x="42586" y="94783"/>
                        <a:pt x="43348" y="73352"/>
                        <a:pt x="55159" y="56112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1" name="Forme libre : forme 11680">
                  <a:extLst>
                    <a:ext uri="{FF2B5EF4-FFF2-40B4-BE49-F238E27FC236}">
                      <a16:creationId xmlns:a16="http://schemas.microsoft.com/office/drawing/2014/main" id="{3FDCDE14-58D2-464D-90B6-B2CAE90A8BBC}"/>
                    </a:ext>
                  </a:extLst>
                </p:cNvPr>
                <p:cNvSpPr/>
                <p:nvPr/>
              </p:nvSpPr>
              <p:spPr>
                <a:xfrm rot="-4906020">
                  <a:off x="4588216" y="3797924"/>
                  <a:ext cx="47053" cy="54102"/>
                </a:xfrm>
                <a:custGeom>
                  <a:avLst/>
                  <a:gdLst>
                    <a:gd name="connsiteX0" fmla="*/ 47054 w 47053"/>
                    <a:gd name="connsiteY0" fmla="*/ 27051 h 54102"/>
                    <a:gd name="connsiteX1" fmla="*/ 23527 w 47053"/>
                    <a:gd name="connsiteY1" fmla="*/ 54102 h 54102"/>
                    <a:gd name="connsiteX2" fmla="*/ 0 w 47053"/>
                    <a:gd name="connsiteY2" fmla="*/ 27051 h 54102"/>
                    <a:gd name="connsiteX3" fmla="*/ 23527 w 47053"/>
                    <a:gd name="connsiteY3" fmla="*/ 0 h 54102"/>
                    <a:gd name="connsiteX4" fmla="*/ 47054 w 47053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2">
                      <a:moveTo>
                        <a:pt x="47054" y="27051"/>
                      </a:moveTo>
                      <a:cubicBezTo>
                        <a:pt x="47054" y="41991"/>
                        <a:pt x="36520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2" name="Forme libre : forme 11681">
                  <a:extLst>
                    <a:ext uri="{FF2B5EF4-FFF2-40B4-BE49-F238E27FC236}">
                      <a16:creationId xmlns:a16="http://schemas.microsoft.com/office/drawing/2014/main" id="{9B50CD27-0F3A-4D07-B0CB-34C80FF57707}"/>
                    </a:ext>
                  </a:extLst>
                </p:cNvPr>
                <p:cNvSpPr/>
                <p:nvPr/>
              </p:nvSpPr>
              <p:spPr>
                <a:xfrm>
                  <a:off x="4624556" y="3810317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683" name="Forme libre : forme 11682">
                <a:extLst>
                  <a:ext uri="{FF2B5EF4-FFF2-40B4-BE49-F238E27FC236}">
                    <a16:creationId xmlns:a16="http://schemas.microsoft.com/office/drawing/2014/main" id="{B7841547-50AD-4D36-B62B-50FFD0817741}"/>
                  </a:ext>
                </a:extLst>
              </p:cNvPr>
              <p:cNvSpPr/>
              <p:nvPr/>
            </p:nvSpPr>
            <p:spPr>
              <a:xfrm>
                <a:off x="4324399" y="3608227"/>
                <a:ext cx="273010" cy="192279"/>
              </a:xfrm>
              <a:custGeom>
                <a:avLst/>
                <a:gdLst>
                  <a:gd name="connsiteX0" fmla="*/ 24 w 273010"/>
                  <a:gd name="connsiteY0" fmla="*/ 90076 h 192279"/>
                  <a:gd name="connsiteX1" fmla="*/ 500 w 273010"/>
                  <a:gd name="connsiteY1" fmla="*/ 77980 h 192279"/>
                  <a:gd name="connsiteX2" fmla="*/ 32695 w 273010"/>
                  <a:gd name="connsiteY2" fmla="*/ 13686 h 192279"/>
                  <a:gd name="connsiteX3" fmla="*/ 116610 w 273010"/>
                  <a:gd name="connsiteY3" fmla="*/ 5018 h 192279"/>
                  <a:gd name="connsiteX4" fmla="*/ 271582 w 273010"/>
                  <a:gd name="connsiteY4" fmla="*/ 17782 h 192279"/>
                  <a:gd name="connsiteX5" fmla="*/ 273011 w 273010"/>
                  <a:gd name="connsiteY5" fmla="*/ 41594 h 192279"/>
                  <a:gd name="connsiteX6" fmla="*/ 110800 w 273010"/>
                  <a:gd name="connsiteY6" fmla="*/ 28164 h 192279"/>
                  <a:gd name="connsiteX7" fmla="*/ 46506 w 273010"/>
                  <a:gd name="connsiteY7" fmla="*/ 33117 h 192279"/>
                  <a:gd name="connsiteX8" fmla="*/ 24218 w 273010"/>
                  <a:gd name="connsiteY8" fmla="*/ 80075 h 192279"/>
                  <a:gd name="connsiteX9" fmla="*/ 36505 w 273010"/>
                  <a:gd name="connsiteY9" fmla="*/ 125033 h 192279"/>
                  <a:gd name="connsiteX10" fmla="*/ 94893 w 273010"/>
                  <a:gd name="connsiteY10" fmla="*/ 144369 h 192279"/>
                  <a:gd name="connsiteX11" fmla="*/ 255866 w 273010"/>
                  <a:gd name="connsiteY11" fmla="*/ 170849 h 192279"/>
                  <a:gd name="connsiteX12" fmla="*/ 245483 w 273010"/>
                  <a:gd name="connsiteY12" fmla="*/ 192280 h 192279"/>
                  <a:gd name="connsiteX13" fmla="*/ 95084 w 273010"/>
                  <a:gd name="connsiteY13" fmla="*/ 168182 h 192279"/>
                  <a:gd name="connsiteX14" fmla="*/ 18979 w 273010"/>
                  <a:gd name="connsiteY14" fmla="*/ 141226 h 192279"/>
                  <a:gd name="connsiteX15" fmla="*/ 24 w 273010"/>
                  <a:gd name="connsiteY15" fmla="*/ 90076 h 192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3010" h="192279">
                    <a:moveTo>
                      <a:pt x="24" y="90076"/>
                    </a:moveTo>
                    <a:cubicBezTo>
                      <a:pt x="-71" y="86171"/>
                      <a:pt x="120" y="82171"/>
                      <a:pt x="500" y="77980"/>
                    </a:cubicBezTo>
                    <a:cubicBezTo>
                      <a:pt x="2977" y="49119"/>
                      <a:pt x="14121" y="26926"/>
                      <a:pt x="32695" y="13686"/>
                    </a:cubicBezTo>
                    <a:cubicBezTo>
                      <a:pt x="53269" y="-983"/>
                      <a:pt x="81463" y="-3840"/>
                      <a:pt x="116610" y="5018"/>
                    </a:cubicBezTo>
                    <a:cubicBezTo>
                      <a:pt x="186524" y="22639"/>
                      <a:pt x="270725" y="17877"/>
                      <a:pt x="271582" y="17782"/>
                    </a:cubicBezTo>
                    <a:lnTo>
                      <a:pt x="273011" y="41594"/>
                    </a:lnTo>
                    <a:cubicBezTo>
                      <a:pt x="269391" y="41785"/>
                      <a:pt x="184333" y="46642"/>
                      <a:pt x="110800" y="28164"/>
                    </a:cubicBezTo>
                    <a:cubicBezTo>
                      <a:pt x="82701" y="21116"/>
                      <a:pt x="61080" y="22735"/>
                      <a:pt x="46506" y="33117"/>
                    </a:cubicBezTo>
                    <a:cubicBezTo>
                      <a:pt x="30409" y="44547"/>
                      <a:pt x="25551" y="64930"/>
                      <a:pt x="24218" y="80075"/>
                    </a:cubicBezTo>
                    <a:cubicBezTo>
                      <a:pt x="22599" y="99316"/>
                      <a:pt x="26694" y="114460"/>
                      <a:pt x="36505" y="125033"/>
                    </a:cubicBezTo>
                    <a:cubicBezTo>
                      <a:pt x="51459" y="141226"/>
                      <a:pt x="76510" y="144464"/>
                      <a:pt x="94893" y="144369"/>
                    </a:cubicBezTo>
                    <a:cubicBezTo>
                      <a:pt x="145566" y="143988"/>
                      <a:pt x="222338" y="154561"/>
                      <a:pt x="255866" y="170849"/>
                    </a:cubicBezTo>
                    <a:lnTo>
                      <a:pt x="245483" y="192280"/>
                    </a:lnTo>
                    <a:cubicBezTo>
                      <a:pt x="218337" y="179040"/>
                      <a:pt x="148043" y="167800"/>
                      <a:pt x="95084" y="168182"/>
                    </a:cubicBezTo>
                    <a:cubicBezTo>
                      <a:pt x="61841" y="168372"/>
                      <a:pt x="35553" y="159037"/>
                      <a:pt x="18979" y="141226"/>
                    </a:cubicBezTo>
                    <a:cubicBezTo>
                      <a:pt x="6692" y="127986"/>
                      <a:pt x="405" y="110841"/>
                      <a:pt x="24" y="90076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684" name="Graphique 5">
              <a:extLst>
                <a:ext uri="{FF2B5EF4-FFF2-40B4-BE49-F238E27FC236}">
                  <a16:creationId xmlns:a16="http://schemas.microsoft.com/office/drawing/2014/main" id="{7C549EFE-2489-4E69-9398-D87F93112A2C}"/>
                </a:ext>
              </a:extLst>
            </p:cNvPr>
            <p:cNvGrpSpPr/>
            <p:nvPr/>
          </p:nvGrpSpPr>
          <p:grpSpPr>
            <a:xfrm>
              <a:off x="1708668" y="3153950"/>
              <a:ext cx="370927" cy="272805"/>
              <a:chOff x="1708668" y="3153950"/>
              <a:chExt cx="370927" cy="272805"/>
            </a:xfrm>
            <a:solidFill>
              <a:schemeClr val="accent1"/>
            </a:solidFill>
          </p:grpSpPr>
          <p:grpSp>
            <p:nvGrpSpPr>
              <p:cNvPr id="11685" name="Graphique 5">
                <a:extLst>
                  <a:ext uri="{FF2B5EF4-FFF2-40B4-BE49-F238E27FC236}">
                    <a16:creationId xmlns:a16="http://schemas.microsoft.com/office/drawing/2014/main" id="{161B929A-2993-40CA-A190-268DD2B668E4}"/>
                  </a:ext>
                </a:extLst>
              </p:cNvPr>
              <p:cNvGrpSpPr/>
              <p:nvPr/>
            </p:nvGrpSpPr>
            <p:grpSpPr>
              <a:xfrm>
                <a:off x="1708668" y="3313779"/>
                <a:ext cx="112975" cy="112975"/>
                <a:chOff x="1708668" y="3313779"/>
                <a:chExt cx="112975" cy="112975"/>
              </a:xfrm>
              <a:solidFill>
                <a:schemeClr val="accent1"/>
              </a:solidFill>
            </p:grpSpPr>
            <p:sp>
              <p:nvSpPr>
                <p:cNvPr id="11686" name="Forme libre : forme 11685">
                  <a:extLst>
                    <a:ext uri="{FF2B5EF4-FFF2-40B4-BE49-F238E27FC236}">
                      <a16:creationId xmlns:a16="http://schemas.microsoft.com/office/drawing/2014/main" id="{F7F3BAAE-8A4A-44A5-894F-C939F9020138}"/>
                    </a:ext>
                  </a:extLst>
                </p:cNvPr>
                <p:cNvSpPr/>
                <p:nvPr/>
              </p:nvSpPr>
              <p:spPr>
                <a:xfrm>
                  <a:off x="1708668" y="3313779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7" name="Forme libre : forme 11686">
                  <a:extLst>
                    <a:ext uri="{FF2B5EF4-FFF2-40B4-BE49-F238E27FC236}">
                      <a16:creationId xmlns:a16="http://schemas.microsoft.com/office/drawing/2014/main" id="{5B1E6454-DFC4-496F-A37C-2B6D9E091834}"/>
                    </a:ext>
                  </a:extLst>
                </p:cNvPr>
                <p:cNvSpPr/>
                <p:nvPr/>
              </p:nvSpPr>
              <p:spPr>
                <a:xfrm>
                  <a:off x="1714574" y="3314351"/>
                  <a:ext cx="107070" cy="112404"/>
                </a:xfrm>
                <a:custGeom>
                  <a:avLst/>
                  <a:gdLst>
                    <a:gd name="connsiteX0" fmla="*/ 51911 w 107070"/>
                    <a:gd name="connsiteY0" fmla="*/ 56293 h 112404"/>
                    <a:gd name="connsiteX1" fmla="*/ 0 w 107070"/>
                    <a:gd name="connsiteY1" fmla="*/ 80296 h 112404"/>
                    <a:gd name="connsiteX2" fmla="*/ 18669 w 107070"/>
                    <a:gd name="connsiteY2" fmla="*/ 102489 h 112404"/>
                    <a:gd name="connsiteX3" fmla="*/ 97155 w 107070"/>
                    <a:gd name="connsiteY3" fmla="*/ 87916 h 112404"/>
                    <a:gd name="connsiteX4" fmla="*/ 82582 w 107070"/>
                    <a:gd name="connsiteY4" fmla="*/ 9430 h 112404"/>
                    <a:gd name="connsiteX5" fmla="*/ 56007 w 107070"/>
                    <a:gd name="connsiteY5" fmla="*/ 0 h 112404"/>
                    <a:gd name="connsiteX6" fmla="*/ 51911 w 107070"/>
                    <a:gd name="connsiteY6" fmla="*/ 56293 h 112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070" h="112404">
                      <a:moveTo>
                        <a:pt x="51911" y="56293"/>
                      </a:moveTo>
                      <a:cubicBezTo>
                        <a:pt x="39910" y="73819"/>
                        <a:pt x="19717" y="82201"/>
                        <a:pt x="0" y="80296"/>
                      </a:cubicBezTo>
                      <a:cubicBezTo>
                        <a:pt x="4096" y="88868"/>
                        <a:pt x="10287" y="96679"/>
                        <a:pt x="18669" y="102489"/>
                      </a:cubicBezTo>
                      <a:cubicBezTo>
                        <a:pt x="44386" y="120110"/>
                        <a:pt x="79534" y="113633"/>
                        <a:pt x="97155" y="87916"/>
                      </a:cubicBezTo>
                      <a:cubicBezTo>
                        <a:pt x="114776" y="62198"/>
                        <a:pt x="108299" y="27051"/>
                        <a:pt x="82582" y="9430"/>
                      </a:cubicBezTo>
                      <a:cubicBezTo>
                        <a:pt x="74390" y="3810"/>
                        <a:pt x="65246" y="952"/>
                        <a:pt x="56007" y="0"/>
                      </a:cubicBezTo>
                      <a:cubicBezTo>
                        <a:pt x="64484" y="17621"/>
                        <a:pt x="63722" y="39052"/>
                        <a:pt x="51911" y="5629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8" name="Forme libre : forme 11687">
                  <a:extLst>
                    <a:ext uri="{FF2B5EF4-FFF2-40B4-BE49-F238E27FC236}">
                      <a16:creationId xmlns:a16="http://schemas.microsoft.com/office/drawing/2014/main" id="{4DF78D0A-FF56-4847-9AB9-AF9FBE7DCBAB}"/>
                    </a:ext>
                  </a:extLst>
                </p:cNvPr>
                <p:cNvSpPr/>
                <p:nvPr/>
              </p:nvSpPr>
              <p:spPr>
                <a:xfrm rot="-4906020">
                  <a:off x="1746252" y="3320016"/>
                  <a:ext cx="47053" cy="54102"/>
                </a:xfrm>
                <a:custGeom>
                  <a:avLst/>
                  <a:gdLst>
                    <a:gd name="connsiteX0" fmla="*/ 47054 w 47053"/>
                    <a:gd name="connsiteY0" fmla="*/ 27051 h 54102"/>
                    <a:gd name="connsiteX1" fmla="*/ 23527 w 47053"/>
                    <a:gd name="connsiteY1" fmla="*/ 54102 h 54102"/>
                    <a:gd name="connsiteX2" fmla="*/ 0 w 47053"/>
                    <a:gd name="connsiteY2" fmla="*/ 27051 h 54102"/>
                    <a:gd name="connsiteX3" fmla="*/ 23527 w 47053"/>
                    <a:gd name="connsiteY3" fmla="*/ 0 h 54102"/>
                    <a:gd name="connsiteX4" fmla="*/ 47054 w 47053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2">
                      <a:moveTo>
                        <a:pt x="47054" y="27051"/>
                      </a:moveTo>
                      <a:cubicBezTo>
                        <a:pt x="47054" y="41991"/>
                        <a:pt x="36520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9" name="Forme libre : forme 11688">
                  <a:extLst>
                    <a:ext uri="{FF2B5EF4-FFF2-40B4-BE49-F238E27FC236}">
                      <a16:creationId xmlns:a16="http://schemas.microsoft.com/office/drawing/2014/main" id="{87CB2D3E-D7C1-4188-829D-4BBC065835E2}"/>
                    </a:ext>
                  </a:extLst>
                </p:cNvPr>
                <p:cNvSpPr/>
                <p:nvPr/>
              </p:nvSpPr>
              <p:spPr>
                <a:xfrm>
                  <a:off x="1738386" y="3343211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690" name="Graphique 5">
                <a:extLst>
                  <a:ext uri="{FF2B5EF4-FFF2-40B4-BE49-F238E27FC236}">
                    <a16:creationId xmlns:a16="http://schemas.microsoft.com/office/drawing/2014/main" id="{5378E34D-5895-481C-BA66-9321668DA791}"/>
                  </a:ext>
                </a:extLst>
              </p:cNvPr>
              <p:cNvGrpSpPr/>
              <p:nvPr/>
            </p:nvGrpSpPr>
            <p:grpSpPr>
              <a:xfrm>
                <a:off x="1731338" y="3153950"/>
                <a:ext cx="112966" cy="112975"/>
                <a:chOff x="1731338" y="3153950"/>
                <a:chExt cx="112966" cy="112975"/>
              </a:xfrm>
              <a:solidFill>
                <a:schemeClr val="accent1"/>
              </a:solidFill>
            </p:grpSpPr>
            <p:sp>
              <p:nvSpPr>
                <p:cNvPr id="11691" name="Forme libre : forme 11690">
                  <a:extLst>
                    <a:ext uri="{FF2B5EF4-FFF2-40B4-BE49-F238E27FC236}">
                      <a16:creationId xmlns:a16="http://schemas.microsoft.com/office/drawing/2014/main" id="{315E5024-AC65-45E0-A553-54869FC48B42}"/>
                    </a:ext>
                  </a:extLst>
                </p:cNvPr>
                <p:cNvSpPr/>
                <p:nvPr/>
              </p:nvSpPr>
              <p:spPr>
                <a:xfrm>
                  <a:off x="1731338" y="3153950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9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92" name="Forme libre : forme 11691">
                  <a:extLst>
                    <a:ext uri="{FF2B5EF4-FFF2-40B4-BE49-F238E27FC236}">
                      <a16:creationId xmlns:a16="http://schemas.microsoft.com/office/drawing/2014/main" id="{4A74F317-BABB-49C9-97C1-7C3DEEAC5F75}"/>
                    </a:ext>
                  </a:extLst>
                </p:cNvPr>
                <p:cNvSpPr/>
                <p:nvPr/>
              </p:nvSpPr>
              <p:spPr>
                <a:xfrm>
                  <a:off x="1737148" y="3154521"/>
                  <a:ext cx="107070" cy="112404"/>
                </a:xfrm>
                <a:custGeom>
                  <a:avLst/>
                  <a:gdLst>
                    <a:gd name="connsiteX0" fmla="*/ 51911 w 107070"/>
                    <a:gd name="connsiteY0" fmla="*/ 56293 h 112404"/>
                    <a:gd name="connsiteX1" fmla="*/ 0 w 107070"/>
                    <a:gd name="connsiteY1" fmla="*/ 80296 h 112404"/>
                    <a:gd name="connsiteX2" fmla="*/ 18669 w 107070"/>
                    <a:gd name="connsiteY2" fmla="*/ 102489 h 112404"/>
                    <a:gd name="connsiteX3" fmla="*/ 97155 w 107070"/>
                    <a:gd name="connsiteY3" fmla="*/ 87916 h 112404"/>
                    <a:gd name="connsiteX4" fmla="*/ 82582 w 107070"/>
                    <a:gd name="connsiteY4" fmla="*/ 9430 h 112404"/>
                    <a:gd name="connsiteX5" fmla="*/ 56007 w 107070"/>
                    <a:gd name="connsiteY5" fmla="*/ 0 h 112404"/>
                    <a:gd name="connsiteX6" fmla="*/ 51911 w 107070"/>
                    <a:gd name="connsiteY6" fmla="*/ 56293 h 112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070" h="112404">
                      <a:moveTo>
                        <a:pt x="51911" y="56293"/>
                      </a:moveTo>
                      <a:cubicBezTo>
                        <a:pt x="39910" y="73819"/>
                        <a:pt x="19717" y="82201"/>
                        <a:pt x="0" y="80296"/>
                      </a:cubicBezTo>
                      <a:cubicBezTo>
                        <a:pt x="4096" y="88868"/>
                        <a:pt x="10287" y="96679"/>
                        <a:pt x="18669" y="102489"/>
                      </a:cubicBezTo>
                      <a:cubicBezTo>
                        <a:pt x="44387" y="120110"/>
                        <a:pt x="79534" y="113633"/>
                        <a:pt x="97155" y="87916"/>
                      </a:cubicBezTo>
                      <a:cubicBezTo>
                        <a:pt x="114776" y="62198"/>
                        <a:pt x="108299" y="27051"/>
                        <a:pt x="82582" y="9430"/>
                      </a:cubicBezTo>
                      <a:cubicBezTo>
                        <a:pt x="74390" y="3810"/>
                        <a:pt x="65246" y="952"/>
                        <a:pt x="56007" y="0"/>
                      </a:cubicBezTo>
                      <a:cubicBezTo>
                        <a:pt x="64484" y="17621"/>
                        <a:pt x="63818" y="39052"/>
                        <a:pt x="51911" y="5629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93" name="Forme libre : forme 11692">
                  <a:extLst>
                    <a:ext uri="{FF2B5EF4-FFF2-40B4-BE49-F238E27FC236}">
                      <a16:creationId xmlns:a16="http://schemas.microsoft.com/office/drawing/2014/main" id="{4FE94B92-AEF1-40E5-9D27-018888059F81}"/>
                    </a:ext>
                  </a:extLst>
                </p:cNvPr>
                <p:cNvSpPr/>
                <p:nvPr/>
              </p:nvSpPr>
              <p:spPr>
                <a:xfrm rot="-4906020">
                  <a:off x="1768880" y="3160117"/>
                  <a:ext cx="47053" cy="54102"/>
                </a:xfrm>
                <a:custGeom>
                  <a:avLst/>
                  <a:gdLst>
                    <a:gd name="connsiteX0" fmla="*/ 47054 w 47053"/>
                    <a:gd name="connsiteY0" fmla="*/ 27051 h 54102"/>
                    <a:gd name="connsiteX1" fmla="*/ 23527 w 47053"/>
                    <a:gd name="connsiteY1" fmla="*/ 54102 h 54102"/>
                    <a:gd name="connsiteX2" fmla="*/ 0 w 47053"/>
                    <a:gd name="connsiteY2" fmla="*/ 27051 h 54102"/>
                    <a:gd name="connsiteX3" fmla="*/ 23527 w 47053"/>
                    <a:gd name="connsiteY3" fmla="*/ 0 h 54102"/>
                    <a:gd name="connsiteX4" fmla="*/ 47054 w 47053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2">
                      <a:moveTo>
                        <a:pt x="47054" y="27051"/>
                      </a:moveTo>
                      <a:cubicBezTo>
                        <a:pt x="47054" y="41991"/>
                        <a:pt x="36520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94" name="Forme libre : forme 11693">
                  <a:extLst>
                    <a:ext uri="{FF2B5EF4-FFF2-40B4-BE49-F238E27FC236}">
                      <a16:creationId xmlns:a16="http://schemas.microsoft.com/office/drawing/2014/main" id="{9E2E7635-E196-4D03-8FA0-0C85B3177A23}"/>
                    </a:ext>
                  </a:extLst>
                </p:cNvPr>
                <p:cNvSpPr/>
                <p:nvPr/>
              </p:nvSpPr>
              <p:spPr>
                <a:xfrm>
                  <a:off x="1760960" y="3183382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695" name="Forme libre : forme 11694">
                <a:extLst>
                  <a:ext uri="{FF2B5EF4-FFF2-40B4-BE49-F238E27FC236}">
                    <a16:creationId xmlns:a16="http://schemas.microsoft.com/office/drawing/2014/main" id="{C5FA07A2-696B-461B-B3D7-BEAFCF2C32F8}"/>
                  </a:ext>
                </a:extLst>
              </p:cNvPr>
              <p:cNvSpPr/>
              <p:nvPr/>
            </p:nvSpPr>
            <p:spPr>
              <a:xfrm>
                <a:off x="1806585" y="3211671"/>
                <a:ext cx="273010" cy="192279"/>
              </a:xfrm>
              <a:custGeom>
                <a:avLst/>
                <a:gdLst>
                  <a:gd name="connsiteX0" fmla="*/ 272986 w 273010"/>
                  <a:gd name="connsiteY0" fmla="*/ 102203 h 192279"/>
                  <a:gd name="connsiteX1" fmla="*/ 272510 w 273010"/>
                  <a:gd name="connsiteY1" fmla="*/ 114300 h 192279"/>
                  <a:gd name="connsiteX2" fmla="*/ 240316 w 273010"/>
                  <a:gd name="connsiteY2" fmla="*/ 178594 h 192279"/>
                  <a:gd name="connsiteX3" fmla="*/ 156400 w 273010"/>
                  <a:gd name="connsiteY3" fmla="*/ 187261 h 192279"/>
                  <a:gd name="connsiteX4" fmla="*/ 1429 w 273010"/>
                  <a:gd name="connsiteY4" fmla="*/ 174498 h 192279"/>
                  <a:gd name="connsiteX5" fmla="*/ 0 w 273010"/>
                  <a:gd name="connsiteY5" fmla="*/ 150685 h 192279"/>
                  <a:gd name="connsiteX6" fmla="*/ 162211 w 273010"/>
                  <a:gd name="connsiteY6" fmla="*/ 164116 h 192279"/>
                  <a:gd name="connsiteX7" fmla="*/ 226505 w 273010"/>
                  <a:gd name="connsiteY7" fmla="*/ 159163 h 192279"/>
                  <a:gd name="connsiteX8" fmla="*/ 248793 w 273010"/>
                  <a:gd name="connsiteY8" fmla="*/ 112204 h 192279"/>
                  <a:gd name="connsiteX9" fmla="*/ 236506 w 273010"/>
                  <a:gd name="connsiteY9" fmla="*/ 67246 h 192279"/>
                  <a:gd name="connsiteX10" fmla="*/ 178118 w 273010"/>
                  <a:gd name="connsiteY10" fmla="*/ 47911 h 192279"/>
                  <a:gd name="connsiteX11" fmla="*/ 17145 w 273010"/>
                  <a:gd name="connsiteY11" fmla="*/ 21431 h 192279"/>
                  <a:gd name="connsiteX12" fmla="*/ 27527 w 273010"/>
                  <a:gd name="connsiteY12" fmla="*/ 0 h 192279"/>
                  <a:gd name="connsiteX13" fmla="*/ 177927 w 273010"/>
                  <a:gd name="connsiteY13" fmla="*/ 24098 h 192279"/>
                  <a:gd name="connsiteX14" fmla="*/ 254032 w 273010"/>
                  <a:gd name="connsiteY14" fmla="*/ 51054 h 192279"/>
                  <a:gd name="connsiteX15" fmla="*/ 272986 w 273010"/>
                  <a:gd name="connsiteY15" fmla="*/ 102203 h 192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3010" h="192279">
                    <a:moveTo>
                      <a:pt x="272986" y="102203"/>
                    </a:moveTo>
                    <a:cubicBezTo>
                      <a:pt x="273082" y="106108"/>
                      <a:pt x="272891" y="110109"/>
                      <a:pt x="272510" y="114300"/>
                    </a:cubicBezTo>
                    <a:cubicBezTo>
                      <a:pt x="270034" y="143161"/>
                      <a:pt x="258890" y="165354"/>
                      <a:pt x="240316" y="178594"/>
                    </a:cubicBezTo>
                    <a:cubicBezTo>
                      <a:pt x="219742" y="193262"/>
                      <a:pt x="191548" y="196120"/>
                      <a:pt x="156400" y="187261"/>
                    </a:cubicBezTo>
                    <a:cubicBezTo>
                      <a:pt x="86487" y="169640"/>
                      <a:pt x="2286" y="174403"/>
                      <a:pt x="1429" y="174498"/>
                    </a:cubicBezTo>
                    <a:lnTo>
                      <a:pt x="0" y="150685"/>
                    </a:lnTo>
                    <a:cubicBezTo>
                      <a:pt x="3620" y="150495"/>
                      <a:pt x="88678" y="145637"/>
                      <a:pt x="162211" y="164116"/>
                    </a:cubicBezTo>
                    <a:cubicBezTo>
                      <a:pt x="190310" y="171164"/>
                      <a:pt x="211931" y="169545"/>
                      <a:pt x="226505" y="159163"/>
                    </a:cubicBezTo>
                    <a:cubicBezTo>
                      <a:pt x="242602" y="147733"/>
                      <a:pt x="247460" y="127349"/>
                      <a:pt x="248793" y="112204"/>
                    </a:cubicBezTo>
                    <a:cubicBezTo>
                      <a:pt x="250412" y="92964"/>
                      <a:pt x="246317" y="77819"/>
                      <a:pt x="236506" y="67246"/>
                    </a:cubicBezTo>
                    <a:cubicBezTo>
                      <a:pt x="221552" y="51054"/>
                      <a:pt x="196501" y="47815"/>
                      <a:pt x="178118" y="47911"/>
                    </a:cubicBezTo>
                    <a:cubicBezTo>
                      <a:pt x="127445" y="48292"/>
                      <a:pt x="50673" y="37719"/>
                      <a:pt x="17145" y="21431"/>
                    </a:cubicBezTo>
                    <a:lnTo>
                      <a:pt x="27527" y="0"/>
                    </a:lnTo>
                    <a:cubicBezTo>
                      <a:pt x="54673" y="13240"/>
                      <a:pt x="124968" y="24479"/>
                      <a:pt x="177927" y="24098"/>
                    </a:cubicBezTo>
                    <a:cubicBezTo>
                      <a:pt x="211169" y="23908"/>
                      <a:pt x="237458" y="33242"/>
                      <a:pt x="254032" y="51054"/>
                    </a:cubicBezTo>
                    <a:cubicBezTo>
                      <a:pt x="266319" y="64294"/>
                      <a:pt x="272606" y="81439"/>
                      <a:pt x="272986" y="102203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696" name="Graphique 5">
              <a:extLst>
                <a:ext uri="{FF2B5EF4-FFF2-40B4-BE49-F238E27FC236}">
                  <a16:creationId xmlns:a16="http://schemas.microsoft.com/office/drawing/2014/main" id="{A9F86C17-EE14-41F2-BDBB-DBE28F636A44}"/>
                </a:ext>
              </a:extLst>
            </p:cNvPr>
            <p:cNvGrpSpPr/>
            <p:nvPr/>
          </p:nvGrpSpPr>
          <p:grpSpPr>
            <a:xfrm>
              <a:off x="4257248" y="2870962"/>
              <a:ext cx="376928" cy="296833"/>
              <a:chOff x="4257248" y="2870962"/>
              <a:chExt cx="376928" cy="296833"/>
            </a:xfrm>
            <a:solidFill>
              <a:schemeClr val="accent1"/>
            </a:solidFill>
          </p:grpSpPr>
          <p:grpSp>
            <p:nvGrpSpPr>
              <p:cNvPr id="11697" name="Graphique 5">
                <a:extLst>
                  <a:ext uri="{FF2B5EF4-FFF2-40B4-BE49-F238E27FC236}">
                    <a16:creationId xmlns:a16="http://schemas.microsoft.com/office/drawing/2014/main" id="{FA89456C-98CF-4B13-8B9F-589991A17AE9}"/>
                  </a:ext>
                </a:extLst>
              </p:cNvPr>
              <p:cNvGrpSpPr/>
              <p:nvPr/>
            </p:nvGrpSpPr>
            <p:grpSpPr>
              <a:xfrm>
                <a:off x="4464060" y="2870962"/>
                <a:ext cx="112966" cy="112966"/>
                <a:chOff x="4464060" y="2870962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698" name="Forme libre : forme 11697">
                  <a:extLst>
                    <a:ext uri="{FF2B5EF4-FFF2-40B4-BE49-F238E27FC236}">
                      <a16:creationId xmlns:a16="http://schemas.microsoft.com/office/drawing/2014/main" id="{9ADCDE25-7691-47B0-A095-3CF3AFE680C9}"/>
                    </a:ext>
                  </a:extLst>
                </p:cNvPr>
                <p:cNvSpPr/>
                <p:nvPr/>
              </p:nvSpPr>
              <p:spPr>
                <a:xfrm>
                  <a:off x="4464060" y="2870962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99" name="Forme libre : forme 11698">
                  <a:extLst>
                    <a:ext uri="{FF2B5EF4-FFF2-40B4-BE49-F238E27FC236}">
                      <a16:creationId xmlns:a16="http://schemas.microsoft.com/office/drawing/2014/main" id="{29645925-A004-4436-BCCC-9F01CB757685}"/>
                    </a:ext>
                  </a:extLst>
                </p:cNvPr>
                <p:cNvSpPr/>
                <p:nvPr/>
              </p:nvSpPr>
              <p:spPr>
                <a:xfrm>
                  <a:off x="4464070" y="2871067"/>
                  <a:ext cx="89048" cy="112826"/>
                </a:xfrm>
                <a:custGeom>
                  <a:avLst/>
                  <a:gdLst>
                    <a:gd name="connsiteX0" fmla="*/ 55140 w 89048"/>
                    <a:gd name="connsiteY0" fmla="*/ 56664 h 112826"/>
                    <a:gd name="connsiteX1" fmla="*/ 89049 w 89048"/>
                    <a:gd name="connsiteY1" fmla="*/ 10658 h 112826"/>
                    <a:gd name="connsiteX2" fmla="*/ 61997 w 89048"/>
                    <a:gd name="connsiteY2" fmla="*/ 276 h 112826"/>
                    <a:gd name="connsiteX3" fmla="*/ 276 w 89048"/>
                    <a:gd name="connsiteY3" fmla="*/ 50853 h 112826"/>
                    <a:gd name="connsiteX4" fmla="*/ 50853 w 89048"/>
                    <a:gd name="connsiteY4" fmla="*/ 112575 h 112826"/>
                    <a:gd name="connsiteX5" fmla="*/ 78666 w 89048"/>
                    <a:gd name="connsiteY5" fmla="*/ 108003 h 112826"/>
                    <a:gd name="connsiteX6" fmla="*/ 55140 w 89048"/>
                    <a:gd name="connsiteY6" fmla="*/ 56664 h 112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048" h="112826">
                      <a:moveTo>
                        <a:pt x="55140" y="56664"/>
                      </a:moveTo>
                      <a:cubicBezTo>
                        <a:pt x="57235" y="35518"/>
                        <a:pt x="70856" y="18468"/>
                        <a:pt x="89049" y="10658"/>
                      </a:cubicBezTo>
                      <a:cubicBezTo>
                        <a:pt x="81238" y="5133"/>
                        <a:pt x="72189" y="1228"/>
                        <a:pt x="61997" y="276"/>
                      </a:cubicBezTo>
                      <a:cubicBezTo>
                        <a:pt x="30946" y="-2772"/>
                        <a:pt x="3324" y="19802"/>
                        <a:pt x="276" y="50853"/>
                      </a:cubicBezTo>
                      <a:cubicBezTo>
                        <a:pt x="-2772" y="81905"/>
                        <a:pt x="19802" y="109527"/>
                        <a:pt x="50853" y="112575"/>
                      </a:cubicBezTo>
                      <a:cubicBezTo>
                        <a:pt x="60759" y="113528"/>
                        <a:pt x="70189" y="111718"/>
                        <a:pt x="78666" y="108003"/>
                      </a:cubicBezTo>
                      <a:cubicBezTo>
                        <a:pt x="62760" y="96573"/>
                        <a:pt x="53044" y="77523"/>
                        <a:pt x="55140" y="56664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00" name="Forme libre : forme 11699">
                  <a:extLst>
                    <a:ext uri="{FF2B5EF4-FFF2-40B4-BE49-F238E27FC236}">
                      <a16:creationId xmlns:a16="http://schemas.microsoft.com/office/drawing/2014/main" id="{D6F2FDD5-3BEE-4126-B281-A52053E241AB}"/>
                    </a:ext>
                  </a:extLst>
                </p:cNvPr>
                <p:cNvSpPr/>
                <p:nvPr/>
              </p:nvSpPr>
              <p:spPr>
                <a:xfrm rot="-1234409">
                  <a:off x="4500561" y="2926344"/>
                  <a:ext cx="54100" cy="47052"/>
                </a:xfrm>
                <a:custGeom>
                  <a:avLst/>
                  <a:gdLst>
                    <a:gd name="connsiteX0" fmla="*/ 54101 w 54100"/>
                    <a:gd name="connsiteY0" fmla="*/ 23526 h 47052"/>
                    <a:gd name="connsiteX1" fmla="*/ 27050 w 54100"/>
                    <a:gd name="connsiteY1" fmla="*/ 47052 h 47052"/>
                    <a:gd name="connsiteX2" fmla="*/ 0 w 54100"/>
                    <a:gd name="connsiteY2" fmla="*/ 23526 h 47052"/>
                    <a:gd name="connsiteX3" fmla="*/ 27050 w 54100"/>
                    <a:gd name="connsiteY3" fmla="*/ 0 h 47052"/>
                    <a:gd name="connsiteX4" fmla="*/ 54101 w 54100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0" h="47052">
                      <a:moveTo>
                        <a:pt x="54101" y="23526"/>
                      </a:moveTo>
                      <a:cubicBezTo>
                        <a:pt x="54101" y="36519"/>
                        <a:pt x="41990" y="47052"/>
                        <a:pt x="27050" y="47052"/>
                      </a:cubicBezTo>
                      <a:cubicBezTo>
                        <a:pt x="12111" y="47052"/>
                        <a:pt x="0" y="36519"/>
                        <a:pt x="0" y="23526"/>
                      </a:cubicBezTo>
                      <a:cubicBezTo>
                        <a:pt x="0" y="10533"/>
                        <a:pt x="12111" y="0"/>
                        <a:pt x="27050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01" name="Forme libre : forme 11700">
                  <a:extLst>
                    <a:ext uri="{FF2B5EF4-FFF2-40B4-BE49-F238E27FC236}">
                      <a16:creationId xmlns:a16="http://schemas.microsoft.com/office/drawing/2014/main" id="{111489BB-3CCB-4A34-8EE8-00811D9B80DE}"/>
                    </a:ext>
                  </a:extLst>
                </p:cNvPr>
                <p:cNvSpPr/>
                <p:nvPr/>
              </p:nvSpPr>
              <p:spPr>
                <a:xfrm>
                  <a:off x="4535307" y="2925350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702" name="Graphique 5">
                <a:extLst>
                  <a:ext uri="{FF2B5EF4-FFF2-40B4-BE49-F238E27FC236}">
                    <a16:creationId xmlns:a16="http://schemas.microsoft.com/office/drawing/2014/main" id="{F826CAFD-7113-406E-8886-E1B2F14B134C}"/>
                  </a:ext>
                </a:extLst>
              </p:cNvPr>
              <p:cNvGrpSpPr/>
              <p:nvPr/>
            </p:nvGrpSpPr>
            <p:grpSpPr>
              <a:xfrm>
                <a:off x="4521210" y="3021933"/>
                <a:ext cx="112966" cy="112966"/>
                <a:chOff x="4521210" y="3021933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703" name="Forme libre : forme 11702">
                  <a:extLst>
                    <a:ext uri="{FF2B5EF4-FFF2-40B4-BE49-F238E27FC236}">
                      <a16:creationId xmlns:a16="http://schemas.microsoft.com/office/drawing/2014/main" id="{BEB3BAE4-E746-4BAF-B67E-A4F804616825}"/>
                    </a:ext>
                  </a:extLst>
                </p:cNvPr>
                <p:cNvSpPr/>
                <p:nvPr/>
              </p:nvSpPr>
              <p:spPr>
                <a:xfrm>
                  <a:off x="4521210" y="3021933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9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04" name="Forme libre : forme 11703">
                  <a:extLst>
                    <a:ext uri="{FF2B5EF4-FFF2-40B4-BE49-F238E27FC236}">
                      <a16:creationId xmlns:a16="http://schemas.microsoft.com/office/drawing/2014/main" id="{34AC9FAB-5D84-4008-8C8A-B8AFACAD1033}"/>
                    </a:ext>
                  </a:extLst>
                </p:cNvPr>
                <p:cNvSpPr/>
                <p:nvPr/>
              </p:nvSpPr>
              <p:spPr>
                <a:xfrm>
                  <a:off x="4521315" y="3022038"/>
                  <a:ext cx="89048" cy="112826"/>
                </a:xfrm>
                <a:custGeom>
                  <a:avLst/>
                  <a:gdLst>
                    <a:gd name="connsiteX0" fmla="*/ 55139 w 89048"/>
                    <a:gd name="connsiteY0" fmla="*/ 56664 h 112826"/>
                    <a:gd name="connsiteX1" fmla="*/ 89048 w 89048"/>
                    <a:gd name="connsiteY1" fmla="*/ 10658 h 112826"/>
                    <a:gd name="connsiteX2" fmla="*/ 61997 w 89048"/>
                    <a:gd name="connsiteY2" fmla="*/ 276 h 112826"/>
                    <a:gd name="connsiteX3" fmla="*/ 276 w 89048"/>
                    <a:gd name="connsiteY3" fmla="*/ 50853 h 112826"/>
                    <a:gd name="connsiteX4" fmla="*/ 50853 w 89048"/>
                    <a:gd name="connsiteY4" fmla="*/ 112575 h 112826"/>
                    <a:gd name="connsiteX5" fmla="*/ 78666 w 89048"/>
                    <a:gd name="connsiteY5" fmla="*/ 108003 h 112826"/>
                    <a:gd name="connsiteX6" fmla="*/ 55139 w 89048"/>
                    <a:gd name="connsiteY6" fmla="*/ 56664 h 112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048" h="112826">
                      <a:moveTo>
                        <a:pt x="55139" y="56664"/>
                      </a:moveTo>
                      <a:cubicBezTo>
                        <a:pt x="57235" y="35518"/>
                        <a:pt x="70856" y="18468"/>
                        <a:pt x="89048" y="10658"/>
                      </a:cubicBezTo>
                      <a:cubicBezTo>
                        <a:pt x="81238" y="5133"/>
                        <a:pt x="72189" y="1228"/>
                        <a:pt x="61997" y="276"/>
                      </a:cubicBezTo>
                      <a:cubicBezTo>
                        <a:pt x="30946" y="-2772"/>
                        <a:pt x="3323" y="19802"/>
                        <a:pt x="276" y="50853"/>
                      </a:cubicBezTo>
                      <a:cubicBezTo>
                        <a:pt x="-2772" y="81905"/>
                        <a:pt x="19802" y="109527"/>
                        <a:pt x="50853" y="112575"/>
                      </a:cubicBezTo>
                      <a:cubicBezTo>
                        <a:pt x="60759" y="113528"/>
                        <a:pt x="70189" y="111718"/>
                        <a:pt x="78666" y="108003"/>
                      </a:cubicBezTo>
                      <a:cubicBezTo>
                        <a:pt x="62760" y="96573"/>
                        <a:pt x="53044" y="77523"/>
                        <a:pt x="55139" y="56664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05" name="Forme libre : forme 11704">
                  <a:extLst>
                    <a:ext uri="{FF2B5EF4-FFF2-40B4-BE49-F238E27FC236}">
                      <a16:creationId xmlns:a16="http://schemas.microsoft.com/office/drawing/2014/main" id="{60802633-B429-424E-8DB9-432768D2B891}"/>
                    </a:ext>
                  </a:extLst>
                </p:cNvPr>
                <p:cNvSpPr/>
                <p:nvPr/>
              </p:nvSpPr>
              <p:spPr>
                <a:xfrm rot="-1234409">
                  <a:off x="4557810" y="3077285"/>
                  <a:ext cx="54100" cy="47052"/>
                </a:xfrm>
                <a:custGeom>
                  <a:avLst/>
                  <a:gdLst>
                    <a:gd name="connsiteX0" fmla="*/ 54101 w 54100"/>
                    <a:gd name="connsiteY0" fmla="*/ 23526 h 47052"/>
                    <a:gd name="connsiteX1" fmla="*/ 27050 w 54100"/>
                    <a:gd name="connsiteY1" fmla="*/ 47052 h 47052"/>
                    <a:gd name="connsiteX2" fmla="*/ 0 w 54100"/>
                    <a:gd name="connsiteY2" fmla="*/ 23526 h 47052"/>
                    <a:gd name="connsiteX3" fmla="*/ 27050 w 54100"/>
                    <a:gd name="connsiteY3" fmla="*/ 0 h 47052"/>
                    <a:gd name="connsiteX4" fmla="*/ 54101 w 54100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0" h="47052">
                      <a:moveTo>
                        <a:pt x="54101" y="23526"/>
                      </a:moveTo>
                      <a:cubicBezTo>
                        <a:pt x="54101" y="36519"/>
                        <a:pt x="41990" y="47052"/>
                        <a:pt x="27050" y="47052"/>
                      </a:cubicBezTo>
                      <a:cubicBezTo>
                        <a:pt x="12111" y="47052"/>
                        <a:pt x="0" y="36519"/>
                        <a:pt x="0" y="23526"/>
                      </a:cubicBezTo>
                      <a:cubicBezTo>
                        <a:pt x="0" y="10533"/>
                        <a:pt x="12111" y="0"/>
                        <a:pt x="27050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06" name="Forme libre : forme 11705">
                  <a:extLst>
                    <a:ext uri="{FF2B5EF4-FFF2-40B4-BE49-F238E27FC236}">
                      <a16:creationId xmlns:a16="http://schemas.microsoft.com/office/drawing/2014/main" id="{2C28B5BB-BD1D-4AB3-83CE-0E9E98F58E07}"/>
                    </a:ext>
                  </a:extLst>
                </p:cNvPr>
                <p:cNvSpPr/>
                <p:nvPr/>
              </p:nvSpPr>
              <p:spPr>
                <a:xfrm>
                  <a:off x="4592457" y="3076321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707" name="Forme libre : forme 11706">
                <a:extLst>
                  <a:ext uri="{FF2B5EF4-FFF2-40B4-BE49-F238E27FC236}">
                    <a16:creationId xmlns:a16="http://schemas.microsoft.com/office/drawing/2014/main" id="{A81DC96B-7403-4809-BFAF-54BB2131F904}"/>
                  </a:ext>
                </a:extLst>
              </p:cNvPr>
              <p:cNvSpPr/>
              <p:nvPr/>
            </p:nvSpPr>
            <p:spPr>
              <a:xfrm>
                <a:off x="4257248" y="2934208"/>
                <a:ext cx="279106" cy="233587"/>
              </a:xfrm>
              <a:custGeom>
                <a:avLst/>
                <a:gdLst>
                  <a:gd name="connsiteX0" fmla="*/ 14978 w 279106"/>
                  <a:gd name="connsiteY0" fmla="*/ 194120 h 233587"/>
                  <a:gd name="connsiteX1" fmla="*/ 9549 w 279106"/>
                  <a:gd name="connsiteY1" fmla="*/ 183356 h 233587"/>
                  <a:gd name="connsiteX2" fmla="*/ 6787 w 279106"/>
                  <a:gd name="connsiteY2" fmla="*/ 111538 h 233587"/>
                  <a:gd name="connsiteX3" fmla="*/ 76129 w 279106"/>
                  <a:gd name="connsiteY3" fmla="*/ 63437 h 233587"/>
                  <a:gd name="connsiteX4" fmla="*/ 218147 w 279106"/>
                  <a:gd name="connsiteY4" fmla="*/ 0 h 233587"/>
                  <a:gd name="connsiteX5" fmla="*/ 230815 w 279106"/>
                  <a:gd name="connsiteY5" fmla="*/ 20098 h 233587"/>
                  <a:gd name="connsiteX6" fmla="*/ 82130 w 279106"/>
                  <a:gd name="connsiteY6" fmla="*/ 86487 h 233587"/>
                  <a:gd name="connsiteX7" fmla="*/ 28218 w 279106"/>
                  <a:gd name="connsiteY7" fmla="*/ 121825 h 233587"/>
                  <a:gd name="connsiteX8" fmla="*/ 31266 w 279106"/>
                  <a:gd name="connsiteY8" fmla="*/ 173736 h 233587"/>
                  <a:gd name="connsiteX9" fmla="*/ 63651 w 279106"/>
                  <a:gd name="connsiteY9" fmla="*/ 207264 h 233587"/>
                  <a:gd name="connsiteX10" fmla="*/ 124135 w 279106"/>
                  <a:gd name="connsiteY10" fmla="*/ 196025 h 233587"/>
                  <a:gd name="connsiteX11" fmla="*/ 277964 w 279106"/>
                  <a:gd name="connsiteY11" fmla="*/ 141732 h 233587"/>
                  <a:gd name="connsiteX12" fmla="*/ 279107 w 279106"/>
                  <a:gd name="connsiteY12" fmla="*/ 165545 h 233587"/>
                  <a:gd name="connsiteX13" fmla="*/ 135755 w 279106"/>
                  <a:gd name="connsiteY13" fmla="*/ 216884 h 233587"/>
                  <a:gd name="connsiteX14" fmla="*/ 56031 w 279106"/>
                  <a:gd name="connsiteY14" fmla="*/ 229934 h 233587"/>
                  <a:gd name="connsiteX15" fmla="*/ 14978 w 279106"/>
                  <a:gd name="connsiteY15" fmla="*/ 194120 h 233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9106" h="233587">
                    <a:moveTo>
                      <a:pt x="14978" y="194120"/>
                    </a:moveTo>
                    <a:cubicBezTo>
                      <a:pt x="13073" y="190691"/>
                      <a:pt x="11264" y="187166"/>
                      <a:pt x="9549" y="183356"/>
                    </a:cubicBezTo>
                    <a:cubicBezTo>
                      <a:pt x="-2167" y="156877"/>
                      <a:pt x="-3119" y="132017"/>
                      <a:pt x="6787" y="111538"/>
                    </a:cubicBezTo>
                    <a:cubicBezTo>
                      <a:pt x="17741" y="88868"/>
                      <a:pt x="41077" y="72676"/>
                      <a:pt x="76129" y="63437"/>
                    </a:cubicBezTo>
                    <a:cubicBezTo>
                      <a:pt x="145852" y="45149"/>
                      <a:pt x="217385" y="381"/>
                      <a:pt x="218147" y="0"/>
                    </a:cubicBezTo>
                    <a:lnTo>
                      <a:pt x="230815" y="20098"/>
                    </a:lnTo>
                    <a:cubicBezTo>
                      <a:pt x="227767" y="22003"/>
                      <a:pt x="155567" y="67246"/>
                      <a:pt x="82130" y="86487"/>
                    </a:cubicBezTo>
                    <a:cubicBezTo>
                      <a:pt x="54126" y="93821"/>
                      <a:pt x="35933" y="105728"/>
                      <a:pt x="28218" y="121825"/>
                    </a:cubicBezTo>
                    <a:cubicBezTo>
                      <a:pt x="19646" y="139541"/>
                      <a:pt x="25170" y="159829"/>
                      <a:pt x="31266" y="173736"/>
                    </a:cubicBezTo>
                    <a:cubicBezTo>
                      <a:pt x="39076" y="191357"/>
                      <a:pt x="50030" y="202692"/>
                      <a:pt x="63651" y="207264"/>
                    </a:cubicBezTo>
                    <a:cubicBezTo>
                      <a:pt x="84606" y="214217"/>
                      <a:pt x="108133" y="204978"/>
                      <a:pt x="124135" y="196025"/>
                    </a:cubicBezTo>
                    <a:cubicBezTo>
                      <a:pt x="168426" y="171259"/>
                      <a:pt x="240721" y="143542"/>
                      <a:pt x="277964" y="141732"/>
                    </a:cubicBezTo>
                    <a:lnTo>
                      <a:pt x="279107" y="165545"/>
                    </a:lnTo>
                    <a:cubicBezTo>
                      <a:pt x="248912" y="167068"/>
                      <a:pt x="181951" y="190976"/>
                      <a:pt x="135755" y="216884"/>
                    </a:cubicBezTo>
                    <a:cubicBezTo>
                      <a:pt x="106704" y="233077"/>
                      <a:pt x="79177" y="237649"/>
                      <a:pt x="56031" y="229934"/>
                    </a:cubicBezTo>
                    <a:cubicBezTo>
                      <a:pt x="39076" y="224123"/>
                      <a:pt x="25265" y="212122"/>
                      <a:pt x="14978" y="194120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708" name="Graphique 5">
              <a:extLst>
                <a:ext uri="{FF2B5EF4-FFF2-40B4-BE49-F238E27FC236}">
                  <a16:creationId xmlns:a16="http://schemas.microsoft.com/office/drawing/2014/main" id="{354CE759-8D96-46CE-8EED-ECA735D793E7}"/>
                </a:ext>
              </a:extLst>
            </p:cNvPr>
            <p:cNvGrpSpPr/>
            <p:nvPr/>
          </p:nvGrpSpPr>
          <p:grpSpPr>
            <a:xfrm>
              <a:off x="1766009" y="3835047"/>
              <a:ext cx="376928" cy="296833"/>
              <a:chOff x="1766009" y="3835047"/>
              <a:chExt cx="376928" cy="296833"/>
            </a:xfrm>
            <a:solidFill>
              <a:schemeClr val="accent1"/>
            </a:solidFill>
          </p:grpSpPr>
          <p:grpSp>
            <p:nvGrpSpPr>
              <p:cNvPr id="11709" name="Graphique 5">
                <a:extLst>
                  <a:ext uri="{FF2B5EF4-FFF2-40B4-BE49-F238E27FC236}">
                    <a16:creationId xmlns:a16="http://schemas.microsoft.com/office/drawing/2014/main" id="{B02F157C-5040-432B-AF45-C6D329488303}"/>
                  </a:ext>
                </a:extLst>
              </p:cNvPr>
              <p:cNvGrpSpPr/>
              <p:nvPr/>
            </p:nvGrpSpPr>
            <p:grpSpPr>
              <a:xfrm>
                <a:off x="1823159" y="4018915"/>
                <a:ext cx="112966" cy="112966"/>
                <a:chOff x="1823159" y="4018915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710" name="Forme libre : forme 11709">
                  <a:extLst>
                    <a:ext uri="{FF2B5EF4-FFF2-40B4-BE49-F238E27FC236}">
                      <a16:creationId xmlns:a16="http://schemas.microsoft.com/office/drawing/2014/main" id="{D84865B7-80E4-4C87-B5BD-C577E76105E1}"/>
                    </a:ext>
                  </a:extLst>
                </p:cNvPr>
                <p:cNvSpPr/>
                <p:nvPr/>
              </p:nvSpPr>
              <p:spPr>
                <a:xfrm>
                  <a:off x="1823159" y="4018915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11" name="Forme libre : forme 11710">
                  <a:extLst>
                    <a:ext uri="{FF2B5EF4-FFF2-40B4-BE49-F238E27FC236}">
                      <a16:creationId xmlns:a16="http://schemas.microsoft.com/office/drawing/2014/main" id="{FF35B676-65A2-4B43-8A40-1234DF5E4FF0}"/>
                    </a:ext>
                  </a:extLst>
                </p:cNvPr>
                <p:cNvSpPr/>
                <p:nvPr/>
              </p:nvSpPr>
              <p:spPr>
                <a:xfrm>
                  <a:off x="1847066" y="4018950"/>
                  <a:ext cx="89048" cy="112826"/>
                </a:xfrm>
                <a:custGeom>
                  <a:avLst/>
                  <a:gdLst>
                    <a:gd name="connsiteX0" fmla="*/ 33909 w 89048"/>
                    <a:gd name="connsiteY0" fmla="*/ 56163 h 112826"/>
                    <a:gd name="connsiteX1" fmla="*/ 0 w 89048"/>
                    <a:gd name="connsiteY1" fmla="*/ 102168 h 112826"/>
                    <a:gd name="connsiteX2" fmla="*/ 27051 w 89048"/>
                    <a:gd name="connsiteY2" fmla="*/ 112551 h 112826"/>
                    <a:gd name="connsiteX3" fmla="*/ 88773 w 89048"/>
                    <a:gd name="connsiteY3" fmla="*/ 61973 h 112826"/>
                    <a:gd name="connsiteX4" fmla="*/ 38195 w 89048"/>
                    <a:gd name="connsiteY4" fmla="*/ 251 h 112826"/>
                    <a:gd name="connsiteX5" fmla="*/ 10382 w 89048"/>
                    <a:gd name="connsiteY5" fmla="*/ 4823 h 112826"/>
                    <a:gd name="connsiteX6" fmla="*/ 33909 w 89048"/>
                    <a:gd name="connsiteY6" fmla="*/ 56163 h 112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048" h="112826">
                      <a:moveTo>
                        <a:pt x="33909" y="56163"/>
                      </a:moveTo>
                      <a:cubicBezTo>
                        <a:pt x="31814" y="77308"/>
                        <a:pt x="18193" y="94358"/>
                        <a:pt x="0" y="102168"/>
                      </a:cubicBezTo>
                      <a:cubicBezTo>
                        <a:pt x="7810" y="107693"/>
                        <a:pt x="16859" y="111598"/>
                        <a:pt x="27051" y="112551"/>
                      </a:cubicBezTo>
                      <a:cubicBezTo>
                        <a:pt x="58102" y="115599"/>
                        <a:pt x="85725" y="93024"/>
                        <a:pt x="88773" y="61973"/>
                      </a:cubicBezTo>
                      <a:cubicBezTo>
                        <a:pt x="91821" y="30921"/>
                        <a:pt x="69247" y="3299"/>
                        <a:pt x="38195" y="251"/>
                      </a:cubicBezTo>
                      <a:cubicBezTo>
                        <a:pt x="28289" y="-702"/>
                        <a:pt x="18860" y="1108"/>
                        <a:pt x="10382" y="4823"/>
                      </a:cubicBezTo>
                      <a:cubicBezTo>
                        <a:pt x="26289" y="16253"/>
                        <a:pt x="35909" y="35398"/>
                        <a:pt x="33909" y="5616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12" name="Forme libre : forme 11711">
                  <a:extLst>
                    <a:ext uri="{FF2B5EF4-FFF2-40B4-BE49-F238E27FC236}">
                      <a16:creationId xmlns:a16="http://schemas.microsoft.com/office/drawing/2014/main" id="{4F56288C-2425-4F94-A77F-3DE21B1C5646}"/>
                    </a:ext>
                  </a:extLst>
                </p:cNvPr>
                <p:cNvSpPr/>
                <p:nvPr/>
              </p:nvSpPr>
              <p:spPr>
                <a:xfrm rot="-1234409">
                  <a:off x="1845376" y="4029183"/>
                  <a:ext cx="54100" cy="47052"/>
                </a:xfrm>
                <a:custGeom>
                  <a:avLst/>
                  <a:gdLst>
                    <a:gd name="connsiteX0" fmla="*/ 54101 w 54100"/>
                    <a:gd name="connsiteY0" fmla="*/ 23526 h 47052"/>
                    <a:gd name="connsiteX1" fmla="*/ 27050 w 54100"/>
                    <a:gd name="connsiteY1" fmla="*/ 47052 h 47052"/>
                    <a:gd name="connsiteX2" fmla="*/ 0 w 54100"/>
                    <a:gd name="connsiteY2" fmla="*/ 23526 h 47052"/>
                    <a:gd name="connsiteX3" fmla="*/ 27050 w 54100"/>
                    <a:gd name="connsiteY3" fmla="*/ 0 h 47052"/>
                    <a:gd name="connsiteX4" fmla="*/ 54101 w 54100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0" h="47052">
                      <a:moveTo>
                        <a:pt x="54101" y="23526"/>
                      </a:moveTo>
                      <a:cubicBezTo>
                        <a:pt x="54101" y="36519"/>
                        <a:pt x="41990" y="47052"/>
                        <a:pt x="27050" y="47052"/>
                      </a:cubicBezTo>
                      <a:cubicBezTo>
                        <a:pt x="12111" y="47052"/>
                        <a:pt x="0" y="36519"/>
                        <a:pt x="0" y="23526"/>
                      </a:cubicBezTo>
                      <a:cubicBezTo>
                        <a:pt x="0" y="10533"/>
                        <a:pt x="12111" y="0"/>
                        <a:pt x="27050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13" name="Forme libre : forme 11712">
                  <a:extLst>
                    <a:ext uri="{FF2B5EF4-FFF2-40B4-BE49-F238E27FC236}">
                      <a16:creationId xmlns:a16="http://schemas.microsoft.com/office/drawing/2014/main" id="{9D3C66B9-1A48-4BE7-BA77-64E0A17DAE1A}"/>
                    </a:ext>
                  </a:extLst>
                </p:cNvPr>
                <p:cNvSpPr/>
                <p:nvPr/>
              </p:nvSpPr>
              <p:spPr>
                <a:xfrm>
                  <a:off x="1846400" y="4059015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714" name="Graphique 5">
                <a:extLst>
                  <a:ext uri="{FF2B5EF4-FFF2-40B4-BE49-F238E27FC236}">
                    <a16:creationId xmlns:a16="http://schemas.microsoft.com/office/drawing/2014/main" id="{C503D499-4FFF-46C0-9C4E-52D455B97D2C}"/>
                  </a:ext>
                </a:extLst>
              </p:cNvPr>
              <p:cNvGrpSpPr/>
              <p:nvPr/>
            </p:nvGrpSpPr>
            <p:grpSpPr>
              <a:xfrm>
                <a:off x="1766009" y="3867944"/>
                <a:ext cx="112966" cy="112966"/>
                <a:chOff x="1766009" y="3867944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715" name="Forme libre : forme 11714">
                  <a:extLst>
                    <a:ext uri="{FF2B5EF4-FFF2-40B4-BE49-F238E27FC236}">
                      <a16:creationId xmlns:a16="http://schemas.microsoft.com/office/drawing/2014/main" id="{281216C2-B798-414B-AAB1-8A1847002CA2}"/>
                    </a:ext>
                  </a:extLst>
                </p:cNvPr>
                <p:cNvSpPr/>
                <p:nvPr/>
              </p:nvSpPr>
              <p:spPr>
                <a:xfrm>
                  <a:off x="1766009" y="3867944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16" name="Forme libre : forme 11715">
                  <a:extLst>
                    <a:ext uri="{FF2B5EF4-FFF2-40B4-BE49-F238E27FC236}">
                      <a16:creationId xmlns:a16="http://schemas.microsoft.com/office/drawing/2014/main" id="{5F01FE22-103C-49B3-8D4F-06F54BCA5916}"/>
                    </a:ext>
                  </a:extLst>
                </p:cNvPr>
                <p:cNvSpPr/>
                <p:nvPr/>
              </p:nvSpPr>
              <p:spPr>
                <a:xfrm>
                  <a:off x="1789821" y="3867978"/>
                  <a:ext cx="89048" cy="112826"/>
                </a:xfrm>
                <a:custGeom>
                  <a:avLst/>
                  <a:gdLst>
                    <a:gd name="connsiteX0" fmla="*/ 33909 w 89048"/>
                    <a:gd name="connsiteY0" fmla="*/ 56163 h 112826"/>
                    <a:gd name="connsiteX1" fmla="*/ 0 w 89048"/>
                    <a:gd name="connsiteY1" fmla="*/ 102169 h 112826"/>
                    <a:gd name="connsiteX2" fmla="*/ 27051 w 89048"/>
                    <a:gd name="connsiteY2" fmla="*/ 112551 h 112826"/>
                    <a:gd name="connsiteX3" fmla="*/ 88773 w 89048"/>
                    <a:gd name="connsiteY3" fmla="*/ 61973 h 112826"/>
                    <a:gd name="connsiteX4" fmla="*/ 38195 w 89048"/>
                    <a:gd name="connsiteY4" fmla="*/ 251 h 112826"/>
                    <a:gd name="connsiteX5" fmla="*/ 10382 w 89048"/>
                    <a:gd name="connsiteY5" fmla="*/ 4823 h 112826"/>
                    <a:gd name="connsiteX6" fmla="*/ 33909 w 89048"/>
                    <a:gd name="connsiteY6" fmla="*/ 56163 h 112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048" h="112826">
                      <a:moveTo>
                        <a:pt x="33909" y="56163"/>
                      </a:moveTo>
                      <a:cubicBezTo>
                        <a:pt x="31814" y="77308"/>
                        <a:pt x="18193" y="94358"/>
                        <a:pt x="0" y="102169"/>
                      </a:cubicBezTo>
                      <a:cubicBezTo>
                        <a:pt x="7811" y="107693"/>
                        <a:pt x="16859" y="111598"/>
                        <a:pt x="27051" y="112551"/>
                      </a:cubicBezTo>
                      <a:cubicBezTo>
                        <a:pt x="58103" y="115599"/>
                        <a:pt x="85725" y="93024"/>
                        <a:pt x="88773" y="61973"/>
                      </a:cubicBezTo>
                      <a:cubicBezTo>
                        <a:pt x="91821" y="30921"/>
                        <a:pt x="69247" y="3299"/>
                        <a:pt x="38195" y="251"/>
                      </a:cubicBezTo>
                      <a:cubicBezTo>
                        <a:pt x="28289" y="-702"/>
                        <a:pt x="18860" y="1108"/>
                        <a:pt x="10382" y="4823"/>
                      </a:cubicBezTo>
                      <a:cubicBezTo>
                        <a:pt x="26289" y="16253"/>
                        <a:pt x="36005" y="35398"/>
                        <a:pt x="33909" y="5616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17" name="Forme libre : forme 11716">
                  <a:extLst>
                    <a:ext uri="{FF2B5EF4-FFF2-40B4-BE49-F238E27FC236}">
                      <a16:creationId xmlns:a16="http://schemas.microsoft.com/office/drawing/2014/main" id="{D9E6A998-914D-4A8C-9F99-9D7D145B060F}"/>
                    </a:ext>
                  </a:extLst>
                </p:cNvPr>
                <p:cNvSpPr/>
                <p:nvPr/>
              </p:nvSpPr>
              <p:spPr>
                <a:xfrm rot="-1234409">
                  <a:off x="1788252" y="3878291"/>
                  <a:ext cx="54100" cy="47052"/>
                </a:xfrm>
                <a:custGeom>
                  <a:avLst/>
                  <a:gdLst>
                    <a:gd name="connsiteX0" fmla="*/ 54101 w 54100"/>
                    <a:gd name="connsiteY0" fmla="*/ 23526 h 47052"/>
                    <a:gd name="connsiteX1" fmla="*/ 27050 w 54100"/>
                    <a:gd name="connsiteY1" fmla="*/ 47052 h 47052"/>
                    <a:gd name="connsiteX2" fmla="*/ 0 w 54100"/>
                    <a:gd name="connsiteY2" fmla="*/ 23526 h 47052"/>
                    <a:gd name="connsiteX3" fmla="*/ 27050 w 54100"/>
                    <a:gd name="connsiteY3" fmla="*/ 0 h 47052"/>
                    <a:gd name="connsiteX4" fmla="*/ 54101 w 54100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0" h="47052">
                      <a:moveTo>
                        <a:pt x="54101" y="23526"/>
                      </a:moveTo>
                      <a:cubicBezTo>
                        <a:pt x="54101" y="36519"/>
                        <a:pt x="41990" y="47052"/>
                        <a:pt x="27050" y="47052"/>
                      </a:cubicBezTo>
                      <a:cubicBezTo>
                        <a:pt x="12111" y="47052"/>
                        <a:pt x="0" y="36519"/>
                        <a:pt x="0" y="23526"/>
                      </a:cubicBezTo>
                      <a:cubicBezTo>
                        <a:pt x="0" y="10533"/>
                        <a:pt x="12111" y="0"/>
                        <a:pt x="27050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18" name="Forme libre : forme 11717">
                  <a:extLst>
                    <a:ext uri="{FF2B5EF4-FFF2-40B4-BE49-F238E27FC236}">
                      <a16:creationId xmlns:a16="http://schemas.microsoft.com/office/drawing/2014/main" id="{CCA64B0F-C8E2-4362-8FB7-245ECB2AEA78}"/>
                    </a:ext>
                  </a:extLst>
                </p:cNvPr>
                <p:cNvSpPr/>
                <p:nvPr/>
              </p:nvSpPr>
              <p:spPr>
                <a:xfrm>
                  <a:off x="1789250" y="3908044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719" name="Forme libre : forme 11718">
                <a:extLst>
                  <a:ext uri="{FF2B5EF4-FFF2-40B4-BE49-F238E27FC236}">
                    <a16:creationId xmlns:a16="http://schemas.microsoft.com/office/drawing/2014/main" id="{B70B9DB8-6FEE-4912-B8C6-D8AFE91B9558}"/>
                  </a:ext>
                </a:extLst>
              </p:cNvPr>
              <p:cNvSpPr/>
              <p:nvPr/>
            </p:nvSpPr>
            <p:spPr>
              <a:xfrm>
                <a:off x="1863830" y="3835047"/>
                <a:ext cx="279106" cy="233587"/>
              </a:xfrm>
              <a:custGeom>
                <a:avLst/>
                <a:gdLst>
                  <a:gd name="connsiteX0" fmla="*/ 264128 w 279106"/>
                  <a:gd name="connsiteY0" fmla="*/ 39468 h 233587"/>
                  <a:gd name="connsiteX1" fmla="*/ 269558 w 279106"/>
                  <a:gd name="connsiteY1" fmla="*/ 50232 h 233587"/>
                  <a:gd name="connsiteX2" fmla="*/ 272320 w 279106"/>
                  <a:gd name="connsiteY2" fmla="*/ 122050 h 233587"/>
                  <a:gd name="connsiteX3" fmla="*/ 202978 w 279106"/>
                  <a:gd name="connsiteY3" fmla="*/ 170151 h 233587"/>
                  <a:gd name="connsiteX4" fmla="*/ 60960 w 279106"/>
                  <a:gd name="connsiteY4" fmla="*/ 233588 h 233587"/>
                  <a:gd name="connsiteX5" fmla="*/ 48292 w 279106"/>
                  <a:gd name="connsiteY5" fmla="*/ 213490 h 233587"/>
                  <a:gd name="connsiteX6" fmla="*/ 196977 w 279106"/>
                  <a:gd name="connsiteY6" fmla="*/ 147101 h 233587"/>
                  <a:gd name="connsiteX7" fmla="*/ 250888 w 279106"/>
                  <a:gd name="connsiteY7" fmla="*/ 111763 h 233587"/>
                  <a:gd name="connsiteX8" fmla="*/ 247841 w 279106"/>
                  <a:gd name="connsiteY8" fmla="*/ 59852 h 233587"/>
                  <a:gd name="connsiteX9" fmla="*/ 215455 w 279106"/>
                  <a:gd name="connsiteY9" fmla="*/ 26324 h 233587"/>
                  <a:gd name="connsiteX10" fmla="*/ 154972 w 279106"/>
                  <a:gd name="connsiteY10" fmla="*/ 37563 h 233587"/>
                  <a:gd name="connsiteX11" fmla="*/ 1143 w 279106"/>
                  <a:gd name="connsiteY11" fmla="*/ 91856 h 233587"/>
                  <a:gd name="connsiteX12" fmla="*/ 0 w 279106"/>
                  <a:gd name="connsiteY12" fmla="*/ 68043 h 233587"/>
                  <a:gd name="connsiteX13" fmla="*/ 143351 w 279106"/>
                  <a:gd name="connsiteY13" fmla="*/ 16703 h 233587"/>
                  <a:gd name="connsiteX14" fmla="*/ 223075 w 279106"/>
                  <a:gd name="connsiteY14" fmla="*/ 3654 h 233587"/>
                  <a:gd name="connsiteX15" fmla="*/ 264128 w 279106"/>
                  <a:gd name="connsiteY15" fmla="*/ 39468 h 233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9106" h="233587">
                    <a:moveTo>
                      <a:pt x="264128" y="39468"/>
                    </a:moveTo>
                    <a:cubicBezTo>
                      <a:pt x="266033" y="42897"/>
                      <a:pt x="267843" y="46422"/>
                      <a:pt x="269558" y="50232"/>
                    </a:cubicBezTo>
                    <a:cubicBezTo>
                      <a:pt x="281273" y="76711"/>
                      <a:pt x="282226" y="101571"/>
                      <a:pt x="272320" y="122050"/>
                    </a:cubicBezTo>
                    <a:cubicBezTo>
                      <a:pt x="261366" y="144719"/>
                      <a:pt x="238030" y="160912"/>
                      <a:pt x="202978" y="170151"/>
                    </a:cubicBezTo>
                    <a:cubicBezTo>
                      <a:pt x="133255" y="188439"/>
                      <a:pt x="61722" y="233207"/>
                      <a:pt x="60960" y="233588"/>
                    </a:cubicBezTo>
                    <a:lnTo>
                      <a:pt x="48292" y="213490"/>
                    </a:lnTo>
                    <a:cubicBezTo>
                      <a:pt x="51340" y="211585"/>
                      <a:pt x="123539" y="166341"/>
                      <a:pt x="196977" y="147101"/>
                    </a:cubicBezTo>
                    <a:cubicBezTo>
                      <a:pt x="224980" y="139767"/>
                      <a:pt x="243173" y="127860"/>
                      <a:pt x="250888" y="111763"/>
                    </a:cubicBezTo>
                    <a:cubicBezTo>
                      <a:pt x="259461" y="94047"/>
                      <a:pt x="253937" y="73758"/>
                      <a:pt x="247841" y="59852"/>
                    </a:cubicBezTo>
                    <a:cubicBezTo>
                      <a:pt x="240030" y="42231"/>
                      <a:pt x="229076" y="30896"/>
                      <a:pt x="215455" y="26324"/>
                    </a:cubicBezTo>
                    <a:cubicBezTo>
                      <a:pt x="194500" y="19370"/>
                      <a:pt x="170974" y="28610"/>
                      <a:pt x="154972" y="37563"/>
                    </a:cubicBezTo>
                    <a:cubicBezTo>
                      <a:pt x="110681" y="62328"/>
                      <a:pt x="38386" y="90046"/>
                      <a:pt x="1143" y="91856"/>
                    </a:cubicBezTo>
                    <a:lnTo>
                      <a:pt x="0" y="68043"/>
                    </a:lnTo>
                    <a:cubicBezTo>
                      <a:pt x="30194" y="66519"/>
                      <a:pt x="97155" y="42611"/>
                      <a:pt x="143351" y="16703"/>
                    </a:cubicBezTo>
                    <a:cubicBezTo>
                      <a:pt x="172403" y="511"/>
                      <a:pt x="199930" y="-4061"/>
                      <a:pt x="223075" y="3654"/>
                    </a:cubicBezTo>
                    <a:cubicBezTo>
                      <a:pt x="240030" y="9465"/>
                      <a:pt x="253841" y="21466"/>
                      <a:pt x="264128" y="39468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720" name="Graphique 5">
              <a:extLst>
                <a:ext uri="{FF2B5EF4-FFF2-40B4-BE49-F238E27FC236}">
                  <a16:creationId xmlns:a16="http://schemas.microsoft.com/office/drawing/2014/main" id="{674F1D84-B247-471F-A5EA-007C7C2E3565}"/>
                </a:ext>
              </a:extLst>
            </p:cNvPr>
            <p:cNvGrpSpPr/>
            <p:nvPr/>
          </p:nvGrpSpPr>
          <p:grpSpPr>
            <a:xfrm>
              <a:off x="4056468" y="2477389"/>
              <a:ext cx="364539" cy="346909"/>
              <a:chOff x="4056468" y="2477389"/>
              <a:chExt cx="364539" cy="346909"/>
            </a:xfrm>
            <a:solidFill>
              <a:schemeClr val="accent1"/>
            </a:solidFill>
          </p:grpSpPr>
          <p:grpSp>
            <p:nvGrpSpPr>
              <p:cNvPr id="11721" name="Graphique 5">
                <a:extLst>
                  <a:ext uri="{FF2B5EF4-FFF2-40B4-BE49-F238E27FC236}">
                    <a16:creationId xmlns:a16="http://schemas.microsoft.com/office/drawing/2014/main" id="{D0E7CF8F-AA75-4A02-B0FF-107931B87534}"/>
                  </a:ext>
                </a:extLst>
              </p:cNvPr>
              <p:cNvGrpSpPr/>
              <p:nvPr/>
            </p:nvGrpSpPr>
            <p:grpSpPr>
              <a:xfrm>
                <a:off x="4205266" y="2477389"/>
                <a:ext cx="112966" cy="112966"/>
                <a:chOff x="4205266" y="2477389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722" name="Forme libre : forme 11721">
                  <a:extLst>
                    <a:ext uri="{FF2B5EF4-FFF2-40B4-BE49-F238E27FC236}">
                      <a16:creationId xmlns:a16="http://schemas.microsoft.com/office/drawing/2014/main" id="{96E68428-CAAA-4537-B1C3-7F626A9AFE46}"/>
                    </a:ext>
                  </a:extLst>
                </p:cNvPr>
                <p:cNvSpPr/>
                <p:nvPr/>
              </p:nvSpPr>
              <p:spPr>
                <a:xfrm>
                  <a:off x="4205266" y="2477389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9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23" name="Forme libre : forme 11722">
                  <a:extLst>
                    <a:ext uri="{FF2B5EF4-FFF2-40B4-BE49-F238E27FC236}">
                      <a16:creationId xmlns:a16="http://schemas.microsoft.com/office/drawing/2014/main" id="{38DDBB38-5DCE-45ED-9047-5B08F533BD40}"/>
                    </a:ext>
                  </a:extLst>
                </p:cNvPr>
                <p:cNvSpPr/>
                <p:nvPr/>
              </p:nvSpPr>
              <p:spPr>
                <a:xfrm>
                  <a:off x="4205313" y="2477490"/>
                  <a:ext cx="94059" cy="112817"/>
                </a:xfrm>
                <a:custGeom>
                  <a:avLst/>
                  <a:gdLst>
                    <a:gd name="connsiteX0" fmla="*/ 55293 w 94059"/>
                    <a:gd name="connsiteY0" fmla="*/ 57049 h 112817"/>
                    <a:gd name="connsiteX1" fmla="*/ 72628 w 94059"/>
                    <a:gd name="connsiteY1" fmla="*/ 2566 h 112817"/>
                    <a:gd name="connsiteX2" fmla="*/ 43672 w 94059"/>
                    <a:gd name="connsiteY2" fmla="*/ 1423 h 112817"/>
                    <a:gd name="connsiteX3" fmla="*/ 1477 w 94059"/>
                    <a:gd name="connsiteY3" fmla="*/ 69145 h 112817"/>
                    <a:gd name="connsiteX4" fmla="*/ 69200 w 94059"/>
                    <a:gd name="connsiteY4" fmla="*/ 111341 h 112817"/>
                    <a:gd name="connsiteX5" fmla="*/ 94060 w 94059"/>
                    <a:gd name="connsiteY5" fmla="*/ 98101 h 112817"/>
                    <a:gd name="connsiteX6" fmla="*/ 55293 w 94059"/>
                    <a:gd name="connsiteY6" fmla="*/ 57049 h 112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59" h="112817">
                      <a:moveTo>
                        <a:pt x="55293" y="57049"/>
                      </a:moveTo>
                      <a:cubicBezTo>
                        <a:pt x="50435" y="36379"/>
                        <a:pt x="57865" y="15805"/>
                        <a:pt x="72628" y="2566"/>
                      </a:cubicBezTo>
                      <a:cubicBezTo>
                        <a:pt x="63484" y="-197"/>
                        <a:pt x="53578" y="-959"/>
                        <a:pt x="43672" y="1423"/>
                      </a:cubicBezTo>
                      <a:cubicBezTo>
                        <a:pt x="13288" y="8471"/>
                        <a:pt x="-5572" y="38856"/>
                        <a:pt x="1477" y="69145"/>
                      </a:cubicBezTo>
                      <a:cubicBezTo>
                        <a:pt x="8525" y="99530"/>
                        <a:pt x="38910" y="118390"/>
                        <a:pt x="69200" y="111341"/>
                      </a:cubicBezTo>
                      <a:cubicBezTo>
                        <a:pt x="78820" y="109055"/>
                        <a:pt x="87202" y="104293"/>
                        <a:pt x="94060" y="98101"/>
                      </a:cubicBezTo>
                      <a:cubicBezTo>
                        <a:pt x="75391" y="92386"/>
                        <a:pt x="60055" y="77432"/>
                        <a:pt x="55293" y="5704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24" name="Forme libre : forme 11723">
                  <a:extLst>
                    <a:ext uri="{FF2B5EF4-FFF2-40B4-BE49-F238E27FC236}">
                      <a16:creationId xmlns:a16="http://schemas.microsoft.com/office/drawing/2014/main" id="{2B3739B0-2CB8-4DE2-95EE-0D1DB2930EC9}"/>
                    </a:ext>
                  </a:extLst>
                </p:cNvPr>
                <p:cNvSpPr/>
                <p:nvPr/>
              </p:nvSpPr>
              <p:spPr>
                <a:xfrm rot="-2360340">
                  <a:off x="4248813" y="2529509"/>
                  <a:ext cx="54101" cy="47052"/>
                </a:xfrm>
                <a:custGeom>
                  <a:avLst/>
                  <a:gdLst>
                    <a:gd name="connsiteX0" fmla="*/ 54101 w 54101"/>
                    <a:gd name="connsiteY0" fmla="*/ 23527 h 47052"/>
                    <a:gd name="connsiteX1" fmla="*/ 27051 w 54101"/>
                    <a:gd name="connsiteY1" fmla="*/ 47053 h 47052"/>
                    <a:gd name="connsiteX2" fmla="*/ 0 w 54101"/>
                    <a:gd name="connsiteY2" fmla="*/ 23527 h 47052"/>
                    <a:gd name="connsiteX3" fmla="*/ 27051 w 54101"/>
                    <a:gd name="connsiteY3" fmla="*/ 0 h 47052"/>
                    <a:gd name="connsiteX4" fmla="*/ 54101 w 54101"/>
                    <a:gd name="connsiteY4" fmla="*/ 23527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2">
                      <a:moveTo>
                        <a:pt x="54101" y="23527"/>
                      </a:moveTo>
                      <a:cubicBezTo>
                        <a:pt x="54101" y="36520"/>
                        <a:pt x="41990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0" y="0"/>
                        <a:pt x="54101" y="10533"/>
                        <a:pt x="54101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25" name="Forme libre : forme 11724">
                  <a:extLst>
                    <a:ext uri="{FF2B5EF4-FFF2-40B4-BE49-F238E27FC236}">
                      <a16:creationId xmlns:a16="http://schemas.microsoft.com/office/drawing/2014/main" id="{68DFD204-B0F9-4D4C-B19C-6ED190EEB214}"/>
                    </a:ext>
                  </a:extLst>
                </p:cNvPr>
                <p:cNvSpPr/>
                <p:nvPr/>
              </p:nvSpPr>
              <p:spPr>
                <a:xfrm>
                  <a:off x="4277561" y="2523680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726" name="Graphique 5">
                <a:extLst>
                  <a:ext uri="{FF2B5EF4-FFF2-40B4-BE49-F238E27FC236}">
                    <a16:creationId xmlns:a16="http://schemas.microsoft.com/office/drawing/2014/main" id="{9B331602-4DC0-40CB-A2DD-75D441FFD87A}"/>
                  </a:ext>
                </a:extLst>
              </p:cNvPr>
              <p:cNvGrpSpPr/>
              <p:nvPr/>
            </p:nvGrpSpPr>
            <p:grpSpPr>
              <a:xfrm>
                <a:off x="4308041" y="2601881"/>
                <a:ext cx="112966" cy="112966"/>
                <a:chOff x="4308041" y="2601881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727" name="Forme libre : forme 11726">
                  <a:extLst>
                    <a:ext uri="{FF2B5EF4-FFF2-40B4-BE49-F238E27FC236}">
                      <a16:creationId xmlns:a16="http://schemas.microsoft.com/office/drawing/2014/main" id="{731AA251-5CBA-4FE1-89C3-3D94F5311914}"/>
                    </a:ext>
                  </a:extLst>
                </p:cNvPr>
                <p:cNvSpPr/>
                <p:nvPr/>
              </p:nvSpPr>
              <p:spPr>
                <a:xfrm>
                  <a:off x="4308041" y="2601881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28" name="Forme libre : forme 11727">
                  <a:extLst>
                    <a:ext uri="{FF2B5EF4-FFF2-40B4-BE49-F238E27FC236}">
                      <a16:creationId xmlns:a16="http://schemas.microsoft.com/office/drawing/2014/main" id="{675FC1D0-167B-4BF5-A950-93A99CBE3F20}"/>
                    </a:ext>
                  </a:extLst>
                </p:cNvPr>
                <p:cNvSpPr/>
                <p:nvPr/>
              </p:nvSpPr>
              <p:spPr>
                <a:xfrm>
                  <a:off x="4308088" y="2601982"/>
                  <a:ext cx="94059" cy="112817"/>
                </a:xfrm>
                <a:custGeom>
                  <a:avLst/>
                  <a:gdLst>
                    <a:gd name="connsiteX0" fmla="*/ 55293 w 94059"/>
                    <a:gd name="connsiteY0" fmla="*/ 57049 h 112817"/>
                    <a:gd name="connsiteX1" fmla="*/ 72628 w 94059"/>
                    <a:gd name="connsiteY1" fmla="*/ 2566 h 112817"/>
                    <a:gd name="connsiteX2" fmla="*/ 43672 w 94059"/>
                    <a:gd name="connsiteY2" fmla="*/ 1423 h 112817"/>
                    <a:gd name="connsiteX3" fmla="*/ 1477 w 94059"/>
                    <a:gd name="connsiteY3" fmla="*/ 69145 h 112817"/>
                    <a:gd name="connsiteX4" fmla="*/ 69199 w 94059"/>
                    <a:gd name="connsiteY4" fmla="*/ 111341 h 112817"/>
                    <a:gd name="connsiteX5" fmla="*/ 94060 w 94059"/>
                    <a:gd name="connsiteY5" fmla="*/ 98101 h 112817"/>
                    <a:gd name="connsiteX6" fmla="*/ 55293 w 94059"/>
                    <a:gd name="connsiteY6" fmla="*/ 57049 h 112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59" h="112817">
                      <a:moveTo>
                        <a:pt x="55293" y="57049"/>
                      </a:moveTo>
                      <a:cubicBezTo>
                        <a:pt x="50435" y="36379"/>
                        <a:pt x="57864" y="15805"/>
                        <a:pt x="72628" y="2566"/>
                      </a:cubicBezTo>
                      <a:cubicBezTo>
                        <a:pt x="63484" y="-197"/>
                        <a:pt x="53578" y="-959"/>
                        <a:pt x="43672" y="1423"/>
                      </a:cubicBezTo>
                      <a:cubicBezTo>
                        <a:pt x="13288" y="8471"/>
                        <a:pt x="-5572" y="38856"/>
                        <a:pt x="1477" y="69145"/>
                      </a:cubicBezTo>
                      <a:cubicBezTo>
                        <a:pt x="8525" y="99530"/>
                        <a:pt x="38910" y="118390"/>
                        <a:pt x="69199" y="111341"/>
                      </a:cubicBezTo>
                      <a:cubicBezTo>
                        <a:pt x="78820" y="109055"/>
                        <a:pt x="87202" y="104292"/>
                        <a:pt x="94060" y="98101"/>
                      </a:cubicBezTo>
                      <a:cubicBezTo>
                        <a:pt x="75295" y="92482"/>
                        <a:pt x="60055" y="77432"/>
                        <a:pt x="55293" y="5704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29" name="Forme libre : forme 11728">
                  <a:extLst>
                    <a:ext uri="{FF2B5EF4-FFF2-40B4-BE49-F238E27FC236}">
                      <a16:creationId xmlns:a16="http://schemas.microsoft.com/office/drawing/2014/main" id="{EB230907-8A6A-445F-AEA3-0AAB5626DA92}"/>
                    </a:ext>
                  </a:extLst>
                </p:cNvPr>
                <p:cNvSpPr/>
                <p:nvPr/>
              </p:nvSpPr>
              <p:spPr>
                <a:xfrm rot="-2360340">
                  <a:off x="4351479" y="2654047"/>
                  <a:ext cx="54101" cy="47052"/>
                </a:xfrm>
                <a:custGeom>
                  <a:avLst/>
                  <a:gdLst>
                    <a:gd name="connsiteX0" fmla="*/ 54101 w 54101"/>
                    <a:gd name="connsiteY0" fmla="*/ 23526 h 47052"/>
                    <a:gd name="connsiteX1" fmla="*/ 27051 w 54101"/>
                    <a:gd name="connsiteY1" fmla="*/ 47053 h 47052"/>
                    <a:gd name="connsiteX2" fmla="*/ 0 w 54101"/>
                    <a:gd name="connsiteY2" fmla="*/ 23526 h 47052"/>
                    <a:gd name="connsiteX3" fmla="*/ 27051 w 54101"/>
                    <a:gd name="connsiteY3" fmla="*/ 0 h 47052"/>
                    <a:gd name="connsiteX4" fmla="*/ 54101 w 54101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2">
                      <a:moveTo>
                        <a:pt x="54101" y="23526"/>
                      </a:moveTo>
                      <a:cubicBezTo>
                        <a:pt x="54101" y="36520"/>
                        <a:pt x="41990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6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30" name="Forme libre : forme 11729">
                  <a:extLst>
                    <a:ext uri="{FF2B5EF4-FFF2-40B4-BE49-F238E27FC236}">
                      <a16:creationId xmlns:a16="http://schemas.microsoft.com/office/drawing/2014/main" id="{94500F9B-38C1-472E-AAC2-60948E0A2B41}"/>
                    </a:ext>
                  </a:extLst>
                </p:cNvPr>
                <p:cNvSpPr/>
                <p:nvPr/>
              </p:nvSpPr>
              <p:spPr>
                <a:xfrm>
                  <a:off x="4380240" y="2648172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731" name="Forme libre : forme 11730">
                <a:extLst>
                  <a:ext uri="{FF2B5EF4-FFF2-40B4-BE49-F238E27FC236}">
                    <a16:creationId xmlns:a16="http://schemas.microsoft.com/office/drawing/2014/main" id="{E3D1BA5C-3EF1-4765-B65D-AC0D81EBAC10}"/>
                  </a:ext>
                </a:extLst>
              </p:cNvPr>
              <p:cNvSpPr/>
              <p:nvPr/>
            </p:nvSpPr>
            <p:spPr>
              <a:xfrm>
                <a:off x="4056468" y="2554732"/>
                <a:ext cx="275956" cy="269565"/>
              </a:xfrm>
              <a:custGeom>
                <a:avLst/>
                <a:gdLst>
                  <a:gd name="connsiteX0" fmla="*/ 34879 w 275956"/>
                  <a:gd name="connsiteY0" fmla="*/ 249269 h 269565"/>
                  <a:gd name="connsiteX1" fmla="*/ 26211 w 275956"/>
                  <a:gd name="connsiteY1" fmla="*/ 240792 h 269565"/>
                  <a:gd name="connsiteX2" fmla="*/ 494 w 275956"/>
                  <a:gd name="connsiteY2" fmla="*/ 173641 h 269565"/>
                  <a:gd name="connsiteX3" fmla="*/ 50691 w 275956"/>
                  <a:gd name="connsiteY3" fmla="*/ 105823 h 269565"/>
                  <a:gd name="connsiteX4" fmla="*/ 164705 w 275956"/>
                  <a:gd name="connsiteY4" fmla="*/ 0 h 269565"/>
                  <a:gd name="connsiteX5" fmla="*/ 183184 w 275956"/>
                  <a:gd name="connsiteY5" fmla="*/ 14954 h 269565"/>
                  <a:gd name="connsiteX6" fmla="*/ 63835 w 275956"/>
                  <a:gd name="connsiteY6" fmla="*/ 125635 h 269565"/>
                  <a:gd name="connsiteX7" fmla="*/ 24116 w 275956"/>
                  <a:gd name="connsiteY7" fmla="*/ 176498 h 269565"/>
                  <a:gd name="connsiteX8" fmla="*/ 43737 w 275956"/>
                  <a:gd name="connsiteY8" fmla="*/ 224600 h 269565"/>
                  <a:gd name="connsiteX9" fmla="*/ 85267 w 275956"/>
                  <a:gd name="connsiteY9" fmla="*/ 245935 h 269565"/>
                  <a:gd name="connsiteX10" fmla="*/ 138987 w 275956"/>
                  <a:gd name="connsiteY10" fmla="*/ 215836 h 269565"/>
                  <a:gd name="connsiteX11" fmla="*/ 267194 w 275956"/>
                  <a:gd name="connsiteY11" fmla="*/ 114871 h 269565"/>
                  <a:gd name="connsiteX12" fmla="*/ 275957 w 275956"/>
                  <a:gd name="connsiteY12" fmla="*/ 136969 h 269565"/>
                  <a:gd name="connsiteX13" fmla="*/ 156704 w 275956"/>
                  <a:gd name="connsiteY13" fmla="*/ 231648 h 269565"/>
                  <a:gd name="connsiteX14" fmla="*/ 85457 w 275956"/>
                  <a:gd name="connsiteY14" fmla="*/ 269557 h 269565"/>
                  <a:gd name="connsiteX15" fmla="*/ 34879 w 275956"/>
                  <a:gd name="connsiteY15" fmla="*/ 249269 h 269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5956" h="269565">
                    <a:moveTo>
                      <a:pt x="34879" y="249269"/>
                    </a:moveTo>
                    <a:cubicBezTo>
                      <a:pt x="31927" y="246697"/>
                      <a:pt x="29069" y="243840"/>
                      <a:pt x="26211" y="240792"/>
                    </a:cubicBezTo>
                    <a:cubicBezTo>
                      <a:pt x="6590" y="219456"/>
                      <a:pt x="-2268" y="196310"/>
                      <a:pt x="494" y="173641"/>
                    </a:cubicBezTo>
                    <a:cubicBezTo>
                      <a:pt x="3542" y="148590"/>
                      <a:pt x="20496" y="125825"/>
                      <a:pt x="50691" y="105823"/>
                    </a:cubicBezTo>
                    <a:cubicBezTo>
                      <a:pt x="110889" y="66104"/>
                      <a:pt x="164134" y="667"/>
                      <a:pt x="164705" y="0"/>
                    </a:cubicBezTo>
                    <a:lnTo>
                      <a:pt x="183184" y="14954"/>
                    </a:lnTo>
                    <a:cubicBezTo>
                      <a:pt x="180897" y="17717"/>
                      <a:pt x="127081" y="83820"/>
                      <a:pt x="63835" y="125635"/>
                    </a:cubicBezTo>
                    <a:cubicBezTo>
                      <a:pt x="39642" y="141637"/>
                      <a:pt x="26307" y="158686"/>
                      <a:pt x="24116" y="176498"/>
                    </a:cubicBezTo>
                    <a:cubicBezTo>
                      <a:pt x="21735" y="196025"/>
                      <a:pt x="33451" y="213455"/>
                      <a:pt x="43737" y="224600"/>
                    </a:cubicBezTo>
                    <a:cubicBezTo>
                      <a:pt x="56787" y="238792"/>
                      <a:pt x="70788" y="246031"/>
                      <a:pt x="85267" y="245935"/>
                    </a:cubicBezTo>
                    <a:cubicBezTo>
                      <a:pt x="107364" y="245840"/>
                      <a:pt x="126605" y="229552"/>
                      <a:pt x="138987" y="215836"/>
                    </a:cubicBezTo>
                    <a:cubicBezTo>
                      <a:pt x="172896" y="178117"/>
                      <a:pt x="232523" y="128588"/>
                      <a:pt x="267194" y="114871"/>
                    </a:cubicBezTo>
                    <a:lnTo>
                      <a:pt x="275957" y="136969"/>
                    </a:lnTo>
                    <a:cubicBezTo>
                      <a:pt x="247858" y="148114"/>
                      <a:pt x="192137" y="192310"/>
                      <a:pt x="156704" y="231648"/>
                    </a:cubicBezTo>
                    <a:cubicBezTo>
                      <a:pt x="134416" y="256318"/>
                      <a:pt x="109746" y="269462"/>
                      <a:pt x="85457" y="269557"/>
                    </a:cubicBezTo>
                    <a:cubicBezTo>
                      <a:pt x="67360" y="269843"/>
                      <a:pt x="50405" y="262985"/>
                      <a:pt x="34879" y="249269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732" name="Graphique 5">
              <a:extLst>
                <a:ext uri="{FF2B5EF4-FFF2-40B4-BE49-F238E27FC236}">
                  <a16:creationId xmlns:a16="http://schemas.microsoft.com/office/drawing/2014/main" id="{8E75E066-F8B0-4B18-B875-BA2E0E96F81F}"/>
                </a:ext>
              </a:extLst>
            </p:cNvPr>
            <p:cNvGrpSpPr/>
            <p:nvPr/>
          </p:nvGrpSpPr>
          <p:grpSpPr>
            <a:xfrm>
              <a:off x="1972225" y="4175973"/>
              <a:ext cx="364539" cy="346909"/>
              <a:chOff x="1972225" y="4175973"/>
              <a:chExt cx="364539" cy="346909"/>
            </a:xfrm>
            <a:solidFill>
              <a:schemeClr val="accent1"/>
            </a:solidFill>
          </p:grpSpPr>
          <p:grpSp>
            <p:nvGrpSpPr>
              <p:cNvPr id="11733" name="Graphique 5">
                <a:extLst>
                  <a:ext uri="{FF2B5EF4-FFF2-40B4-BE49-F238E27FC236}">
                    <a16:creationId xmlns:a16="http://schemas.microsoft.com/office/drawing/2014/main" id="{5A737CAC-8CB4-41F2-9B98-AC26F7DA67A7}"/>
                  </a:ext>
                </a:extLst>
              </p:cNvPr>
              <p:cNvGrpSpPr/>
              <p:nvPr/>
            </p:nvGrpSpPr>
            <p:grpSpPr>
              <a:xfrm>
                <a:off x="2075000" y="4409916"/>
                <a:ext cx="112966" cy="112966"/>
                <a:chOff x="2075000" y="4409916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734" name="Forme libre : forme 11733">
                  <a:extLst>
                    <a:ext uri="{FF2B5EF4-FFF2-40B4-BE49-F238E27FC236}">
                      <a16:creationId xmlns:a16="http://schemas.microsoft.com/office/drawing/2014/main" id="{E58505AA-CD80-4E9A-9122-B156FA9B01B4}"/>
                    </a:ext>
                  </a:extLst>
                </p:cNvPr>
                <p:cNvSpPr/>
                <p:nvPr/>
              </p:nvSpPr>
              <p:spPr>
                <a:xfrm>
                  <a:off x="2075000" y="4409916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35" name="Forme libre : forme 11734">
                  <a:extLst>
                    <a:ext uri="{FF2B5EF4-FFF2-40B4-BE49-F238E27FC236}">
                      <a16:creationId xmlns:a16="http://schemas.microsoft.com/office/drawing/2014/main" id="{C923FC56-BEA9-4718-B534-4F54C735DAEF}"/>
                    </a:ext>
                  </a:extLst>
                </p:cNvPr>
                <p:cNvSpPr/>
                <p:nvPr/>
              </p:nvSpPr>
              <p:spPr>
                <a:xfrm>
                  <a:off x="2093764" y="4409963"/>
                  <a:ext cx="94059" cy="112817"/>
                </a:xfrm>
                <a:custGeom>
                  <a:avLst/>
                  <a:gdLst>
                    <a:gd name="connsiteX0" fmla="*/ 38767 w 94059"/>
                    <a:gd name="connsiteY0" fmla="*/ 55769 h 112817"/>
                    <a:gd name="connsiteX1" fmla="*/ 21431 w 94059"/>
                    <a:gd name="connsiteY1" fmla="*/ 110252 h 112817"/>
                    <a:gd name="connsiteX2" fmla="*/ 50387 w 94059"/>
                    <a:gd name="connsiteY2" fmla="*/ 111395 h 112817"/>
                    <a:gd name="connsiteX3" fmla="*/ 92583 w 94059"/>
                    <a:gd name="connsiteY3" fmla="*/ 43672 h 112817"/>
                    <a:gd name="connsiteX4" fmla="*/ 24860 w 94059"/>
                    <a:gd name="connsiteY4" fmla="*/ 1477 h 112817"/>
                    <a:gd name="connsiteX5" fmla="*/ 0 w 94059"/>
                    <a:gd name="connsiteY5" fmla="*/ 14716 h 112817"/>
                    <a:gd name="connsiteX6" fmla="*/ 38767 w 94059"/>
                    <a:gd name="connsiteY6" fmla="*/ 55769 h 112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59" h="112817">
                      <a:moveTo>
                        <a:pt x="38767" y="55769"/>
                      </a:moveTo>
                      <a:cubicBezTo>
                        <a:pt x="43625" y="76438"/>
                        <a:pt x="36195" y="97012"/>
                        <a:pt x="21431" y="110252"/>
                      </a:cubicBezTo>
                      <a:cubicBezTo>
                        <a:pt x="30575" y="113014"/>
                        <a:pt x="40481" y="113776"/>
                        <a:pt x="50387" y="111395"/>
                      </a:cubicBezTo>
                      <a:cubicBezTo>
                        <a:pt x="80772" y="104346"/>
                        <a:pt x="99632" y="73962"/>
                        <a:pt x="92583" y="43672"/>
                      </a:cubicBezTo>
                      <a:cubicBezTo>
                        <a:pt x="85534" y="13288"/>
                        <a:pt x="55150" y="-5572"/>
                        <a:pt x="24860" y="1477"/>
                      </a:cubicBezTo>
                      <a:cubicBezTo>
                        <a:pt x="15240" y="3763"/>
                        <a:pt x="6858" y="8525"/>
                        <a:pt x="0" y="14716"/>
                      </a:cubicBezTo>
                      <a:cubicBezTo>
                        <a:pt x="18764" y="20431"/>
                        <a:pt x="34100" y="35386"/>
                        <a:pt x="38767" y="5576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36" name="Forme libre : forme 11735">
                  <a:extLst>
                    <a:ext uri="{FF2B5EF4-FFF2-40B4-BE49-F238E27FC236}">
                      <a16:creationId xmlns:a16="http://schemas.microsoft.com/office/drawing/2014/main" id="{C900059C-991E-422C-8593-FF5325884FB2}"/>
                    </a:ext>
                  </a:extLst>
                </p:cNvPr>
                <p:cNvSpPr/>
                <p:nvPr/>
              </p:nvSpPr>
              <p:spPr>
                <a:xfrm rot="-2360340">
                  <a:off x="2090214" y="4423894"/>
                  <a:ext cx="54101" cy="47052"/>
                </a:xfrm>
                <a:custGeom>
                  <a:avLst/>
                  <a:gdLst>
                    <a:gd name="connsiteX0" fmla="*/ 54101 w 54101"/>
                    <a:gd name="connsiteY0" fmla="*/ 23526 h 47052"/>
                    <a:gd name="connsiteX1" fmla="*/ 27051 w 54101"/>
                    <a:gd name="connsiteY1" fmla="*/ 47053 h 47052"/>
                    <a:gd name="connsiteX2" fmla="*/ 0 w 54101"/>
                    <a:gd name="connsiteY2" fmla="*/ 23526 h 47052"/>
                    <a:gd name="connsiteX3" fmla="*/ 27051 w 54101"/>
                    <a:gd name="connsiteY3" fmla="*/ 0 h 47052"/>
                    <a:gd name="connsiteX4" fmla="*/ 54101 w 54101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2">
                      <a:moveTo>
                        <a:pt x="54101" y="23526"/>
                      </a:moveTo>
                      <a:cubicBezTo>
                        <a:pt x="54101" y="36520"/>
                        <a:pt x="41990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6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37" name="Forme libre : forme 11736">
                  <a:extLst>
                    <a:ext uri="{FF2B5EF4-FFF2-40B4-BE49-F238E27FC236}">
                      <a16:creationId xmlns:a16="http://schemas.microsoft.com/office/drawing/2014/main" id="{30350299-283A-4F34-8B78-8DA75748D77C}"/>
                    </a:ext>
                  </a:extLst>
                </p:cNvPr>
                <p:cNvSpPr/>
                <p:nvPr/>
              </p:nvSpPr>
              <p:spPr>
                <a:xfrm>
                  <a:off x="2097193" y="4458113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738" name="Graphique 5">
                <a:extLst>
                  <a:ext uri="{FF2B5EF4-FFF2-40B4-BE49-F238E27FC236}">
                    <a16:creationId xmlns:a16="http://schemas.microsoft.com/office/drawing/2014/main" id="{1741695E-7AE9-48B7-B0CE-24749485D938}"/>
                  </a:ext>
                </a:extLst>
              </p:cNvPr>
              <p:cNvGrpSpPr/>
              <p:nvPr/>
            </p:nvGrpSpPr>
            <p:grpSpPr>
              <a:xfrm>
                <a:off x="1972225" y="4285424"/>
                <a:ext cx="112966" cy="112966"/>
                <a:chOff x="1972225" y="4285424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739" name="Forme libre : forme 11738">
                  <a:extLst>
                    <a:ext uri="{FF2B5EF4-FFF2-40B4-BE49-F238E27FC236}">
                      <a16:creationId xmlns:a16="http://schemas.microsoft.com/office/drawing/2014/main" id="{85099E72-0901-4AD4-AE6D-89286CDAE123}"/>
                    </a:ext>
                  </a:extLst>
                </p:cNvPr>
                <p:cNvSpPr/>
                <p:nvPr/>
              </p:nvSpPr>
              <p:spPr>
                <a:xfrm>
                  <a:off x="1972225" y="4285424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40" name="Forme libre : forme 11739">
                  <a:extLst>
                    <a:ext uri="{FF2B5EF4-FFF2-40B4-BE49-F238E27FC236}">
                      <a16:creationId xmlns:a16="http://schemas.microsoft.com/office/drawing/2014/main" id="{4ACA4420-D453-4201-8705-508001F9342D}"/>
                    </a:ext>
                  </a:extLst>
                </p:cNvPr>
                <p:cNvSpPr/>
                <p:nvPr/>
              </p:nvSpPr>
              <p:spPr>
                <a:xfrm>
                  <a:off x="1991084" y="4285472"/>
                  <a:ext cx="94059" cy="112817"/>
                </a:xfrm>
                <a:custGeom>
                  <a:avLst/>
                  <a:gdLst>
                    <a:gd name="connsiteX0" fmla="*/ 38767 w 94059"/>
                    <a:gd name="connsiteY0" fmla="*/ 55769 h 112817"/>
                    <a:gd name="connsiteX1" fmla="*/ 21431 w 94059"/>
                    <a:gd name="connsiteY1" fmla="*/ 110252 h 112817"/>
                    <a:gd name="connsiteX2" fmla="*/ 50387 w 94059"/>
                    <a:gd name="connsiteY2" fmla="*/ 111395 h 112817"/>
                    <a:gd name="connsiteX3" fmla="*/ 92583 w 94059"/>
                    <a:gd name="connsiteY3" fmla="*/ 43673 h 112817"/>
                    <a:gd name="connsiteX4" fmla="*/ 24860 w 94059"/>
                    <a:gd name="connsiteY4" fmla="*/ 1477 h 112817"/>
                    <a:gd name="connsiteX5" fmla="*/ 0 w 94059"/>
                    <a:gd name="connsiteY5" fmla="*/ 14716 h 112817"/>
                    <a:gd name="connsiteX6" fmla="*/ 38767 w 94059"/>
                    <a:gd name="connsiteY6" fmla="*/ 55769 h 112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59" h="112817">
                      <a:moveTo>
                        <a:pt x="38767" y="55769"/>
                      </a:moveTo>
                      <a:cubicBezTo>
                        <a:pt x="43625" y="76438"/>
                        <a:pt x="36195" y="97012"/>
                        <a:pt x="21431" y="110252"/>
                      </a:cubicBezTo>
                      <a:cubicBezTo>
                        <a:pt x="30575" y="113015"/>
                        <a:pt x="40481" y="113776"/>
                        <a:pt x="50387" y="111395"/>
                      </a:cubicBezTo>
                      <a:cubicBezTo>
                        <a:pt x="80772" y="104347"/>
                        <a:pt x="99631" y="73962"/>
                        <a:pt x="92583" y="43673"/>
                      </a:cubicBezTo>
                      <a:cubicBezTo>
                        <a:pt x="85534" y="13288"/>
                        <a:pt x="55150" y="-5572"/>
                        <a:pt x="24860" y="1477"/>
                      </a:cubicBezTo>
                      <a:cubicBezTo>
                        <a:pt x="15240" y="3763"/>
                        <a:pt x="6858" y="8525"/>
                        <a:pt x="0" y="14716"/>
                      </a:cubicBezTo>
                      <a:cubicBezTo>
                        <a:pt x="18669" y="20336"/>
                        <a:pt x="34004" y="35386"/>
                        <a:pt x="38767" y="5576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41" name="Forme libre : forme 11740">
                  <a:extLst>
                    <a:ext uri="{FF2B5EF4-FFF2-40B4-BE49-F238E27FC236}">
                      <a16:creationId xmlns:a16="http://schemas.microsoft.com/office/drawing/2014/main" id="{079A6124-7A34-4983-AEB0-65C39A3E7702}"/>
                    </a:ext>
                  </a:extLst>
                </p:cNvPr>
                <p:cNvSpPr/>
                <p:nvPr/>
              </p:nvSpPr>
              <p:spPr>
                <a:xfrm rot="-2360340">
                  <a:off x="1987477" y="4299416"/>
                  <a:ext cx="54101" cy="47052"/>
                </a:xfrm>
                <a:custGeom>
                  <a:avLst/>
                  <a:gdLst>
                    <a:gd name="connsiteX0" fmla="*/ 54101 w 54101"/>
                    <a:gd name="connsiteY0" fmla="*/ 23527 h 47052"/>
                    <a:gd name="connsiteX1" fmla="*/ 27051 w 54101"/>
                    <a:gd name="connsiteY1" fmla="*/ 47053 h 47052"/>
                    <a:gd name="connsiteX2" fmla="*/ 0 w 54101"/>
                    <a:gd name="connsiteY2" fmla="*/ 23527 h 47052"/>
                    <a:gd name="connsiteX3" fmla="*/ 27051 w 54101"/>
                    <a:gd name="connsiteY3" fmla="*/ 0 h 47052"/>
                    <a:gd name="connsiteX4" fmla="*/ 54101 w 54101"/>
                    <a:gd name="connsiteY4" fmla="*/ 23527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2">
                      <a:moveTo>
                        <a:pt x="54101" y="23527"/>
                      </a:moveTo>
                      <a:cubicBezTo>
                        <a:pt x="54101" y="36520"/>
                        <a:pt x="41990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0" y="0"/>
                        <a:pt x="54101" y="10533"/>
                        <a:pt x="54101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42" name="Forme libre : forme 11741">
                  <a:extLst>
                    <a:ext uri="{FF2B5EF4-FFF2-40B4-BE49-F238E27FC236}">
                      <a16:creationId xmlns:a16="http://schemas.microsoft.com/office/drawing/2014/main" id="{8616B90D-99AA-47D3-B643-B90C4390A407}"/>
                    </a:ext>
                  </a:extLst>
                </p:cNvPr>
                <p:cNvSpPr/>
                <p:nvPr/>
              </p:nvSpPr>
              <p:spPr>
                <a:xfrm>
                  <a:off x="1994513" y="4333621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743" name="Forme libre : forme 11742">
                <a:extLst>
                  <a:ext uri="{FF2B5EF4-FFF2-40B4-BE49-F238E27FC236}">
                    <a16:creationId xmlns:a16="http://schemas.microsoft.com/office/drawing/2014/main" id="{CE31C8DD-98BD-441E-82A4-1CBE014C154D}"/>
                  </a:ext>
                </a:extLst>
              </p:cNvPr>
              <p:cNvSpPr/>
              <p:nvPr/>
            </p:nvSpPr>
            <p:spPr>
              <a:xfrm>
                <a:off x="2060807" y="4175973"/>
                <a:ext cx="275957" cy="269566"/>
              </a:xfrm>
              <a:custGeom>
                <a:avLst/>
                <a:gdLst>
                  <a:gd name="connsiteX0" fmla="*/ 241078 w 275957"/>
                  <a:gd name="connsiteY0" fmla="*/ 20297 h 269566"/>
                  <a:gd name="connsiteX1" fmla="*/ 249746 w 275957"/>
                  <a:gd name="connsiteY1" fmla="*/ 28774 h 269566"/>
                  <a:gd name="connsiteX2" fmla="*/ 275463 w 275957"/>
                  <a:gd name="connsiteY2" fmla="*/ 95925 h 269566"/>
                  <a:gd name="connsiteX3" fmla="*/ 225266 w 275957"/>
                  <a:gd name="connsiteY3" fmla="*/ 163743 h 269566"/>
                  <a:gd name="connsiteX4" fmla="*/ 111252 w 275957"/>
                  <a:gd name="connsiteY4" fmla="*/ 269566 h 269566"/>
                  <a:gd name="connsiteX5" fmla="*/ 92774 w 275957"/>
                  <a:gd name="connsiteY5" fmla="*/ 254612 h 269566"/>
                  <a:gd name="connsiteX6" fmla="*/ 212122 w 275957"/>
                  <a:gd name="connsiteY6" fmla="*/ 143931 h 269566"/>
                  <a:gd name="connsiteX7" fmla="*/ 251841 w 275957"/>
                  <a:gd name="connsiteY7" fmla="*/ 93068 h 269566"/>
                  <a:gd name="connsiteX8" fmla="*/ 232220 w 275957"/>
                  <a:gd name="connsiteY8" fmla="*/ 44967 h 269566"/>
                  <a:gd name="connsiteX9" fmla="*/ 190691 w 275957"/>
                  <a:gd name="connsiteY9" fmla="*/ 23631 h 269566"/>
                  <a:gd name="connsiteX10" fmla="*/ 136970 w 275957"/>
                  <a:gd name="connsiteY10" fmla="*/ 53730 h 269566"/>
                  <a:gd name="connsiteX11" fmla="*/ 8763 w 275957"/>
                  <a:gd name="connsiteY11" fmla="*/ 154694 h 269566"/>
                  <a:gd name="connsiteX12" fmla="*/ 0 w 275957"/>
                  <a:gd name="connsiteY12" fmla="*/ 132597 h 269566"/>
                  <a:gd name="connsiteX13" fmla="*/ 119253 w 275957"/>
                  <a:gd name="connsiteY13" fmla="*/ 37918 h 269566"/>
                  <a:gd name="connsiteX14" fmla="*/ 190500 w 275957"/>
                  <a:gd name="connsiteY14" fmla="*/ 9 h 269566"/>
                  <a:gd name="connsiteX15" fmla="*/ 241078 w 275957"/>
                  <a:gd name="connsiteY15" fmla="*/ 20297 h 269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5957" h="269566">
                    <a:moveTo>
                      <a:pt x="241078" y="20297"/>
                    </a:moveTo>
                    <a:cubicBezTo>
                      <a:pt x="244031" y="22869"/>
                      <a:pt x="246888" y="25726"/>
                      <a:pt x="249746" y="28774"/>
                    </a:cubicBezTo>
                    <a:cubicBezTo>
                      <a:pt x="269367" y="50015"/>
                      <a:pt x="278225" y="73256"/>
                      <a:pt x="275463" y="95925"/>
                    </a:cubicBezTo>
                    <a:cubicBezTo>
                      <a:pt x="272415" y="120976"/>
                      <a:pt x="255461" y="143741"/>
                      <a:pt x="225266" y="163743"/>
                    </a:cubicBezTo>
                    <a:cubicBezTo>
                      <a:pt x="165068" y="203463"/>
                      <a:pt x="111824" y="268899"/>
                      <a:pt x="111252" y="269566"/>
                    </a:cubicBezTo>
                    <a:lnTo>
                      <a:pt x="92774" y="254612"/>
                    </a:lnTo>
                    <a:cubicBezTo>
                      <a:pt x="95060" y="251850"/>
                      <a:pt x="148876" y="185746"/>
                      <a:pt x="212122" y="143931"/>
                    </a:cubicBezTo>
                    <a:cubicBezTo>
                      <a:pt x="236315" y="127929"/>
                      <a:pt x="249650" y="110880"/>
                      <a:pt x="251841" y="93068"/>
                    </a:cubicBezTo>
                    <a:cubicBezTo>
                      <a:pt x="254222" y="73542"/>
                      <a:pt x="242507" y="56111"/>
                      <a:pt x="232220" y="44967"/>
                    </a:cubicBezTo>
                    <a:cubicBezTo>
                      <a:pt x="219170" y="30774"/>
                      <a:pt x="205169" y="23535"/>
                      <a:pt x="190691" y="23631"/>
                    </a:cubicBezTo>
                    <a:cubicBezTo>
                      <a:pt x="168593" y="23726"/>
                      <a:pt x="149352" y="40014"/>
                      <a:pt x="136970" y="53730"/>
                    </a:cubicBezTo>
                    <a:cubicBezTo>
                      <a:pt x="103061" y="91449"/>
                      <a:pt x="43434" y="140979"/>
                      <a:pt x="8763" y="154694"/>
                    </a:cubicBezTo>
                    <a:lnTo>
                      <a:pt x="0" y="132597"/>
                    </a:lnTo>
                    <a:cubicBezTo>
                      <a:pt x="28099" y="121452"/>
                      <a:pt x="83820" y="77256"/>
                      <a:pt x="119253" y="37918"/>
                    </a:cubicBezTo>
                    <a:cubicBezTo>
                      <a:pt x="141542" y="13248"/>
                      <a:pt x="166211" y="104"/>
                      <a:pt x="190500" y="9"/>
                    </a:cubicBezTo>
                    <a:cubicBezTo>
                      <a:pt x="208598" y="-277"/>
                      <a:pt x="225552" y="6581"/>
                      <a:pt x="241078" y="20297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744" name="Graphique 5">
              <a:extLst>
                <a:ext uri="{FF2B5EF4-FFF2-40B4-BE49-F238E27FC236}">
                  <a16:creationId xmlns:a16="http://schemas.microsoft.com/office/drawing/2014/main" id="{07595DEC-D1BA-4F63-A7E1-3B5084C0031A}"/>
                </a:ext>
              </a:extLst>
            </p:cNvPr>
            <p:cNvGrpSpPr/>
            <p:nvPr/>
          </p:nvGrpSpPr>
          <p:grpSpPr>
            <a:xfrm>
              <a:off x="3884841" y="2282603"/>
              <a:ext cx="344523" cy="366378"/>
              <a:chOff x="3884841" y="2282603"/>
              <a:chExt cx="344523" cy="366378"/>
            </a:xfrm>
            <a:solidFill>
              <a:schemeClr val="accent1"/>
            </a:solidFill>
          </p:grpSpPr>
          <p:grpSp>
            <p:nvGrpSpPr>
              <p:cNvPr id="11745" name="Graphique 5">
                <a:extLst>
                  <a:ext uri="{FF2B5EF4-FFF2-40B4-BE49-F238E27FC236}">
                    <a16:creationId xmlns:a16="http://schemas.microsoft.com/office/drawing/2014/main" id="{10F12E55-372F-4EDE-A221-5F26760EC991}"/>
                  </a:ext>
                </a:extLst>
              </p:cNvPr>
              <p:cNvGrpSpPr/>
              <p:nvPr/>
            </p:nvGrpSpPr>
            <p:grpSpPr>
              <a:xfrm>
                <a:off x="3991334" y="2282603"/>
                <a:ext cx="112966" cy="112966"/>
                <a:chOff x="3991334" y="2282603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746" name="Forme libre : forme 11745">
                  <a:extLst>
                    <a:ext uri="{FF2B5EF4-FFF2-40B4-BE49-F238E27FC236}">
                      <a16:creationId xmlns:a16="http://schemas.microsoft.com/office/drawing/2014/main" id="{935E783A-2243-4606-A3EA-4D6D2F25B4A3}"/>
                    </a:ext>
                  </a:extLst>
                </p:cNvPr>
                <p:cNvSpPr/>
                <p:nvPr/>
              </p:nvSpPr>
              <p:spPr>
                <a:xfrm>
                  <a:off x="3991334" y="2282603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47" name="Forme libre : forme 11746">
                  <a:extLst>
                    <a:ext uri="{FF2B5EF4-FFF2-40B4-BE49-F238E27FC236}">
                      <a16:creationId xmlns:a16="http://schemas.microsoft.com/office/drawing/2014/main" id="{2A9019B2-5A22-4083-B58A-AA04C203F536}"/>
                    </a:ext>
                  </a:extLst>
                </p:cNvPr>
                <p:cNvSpPr/>
                <p:nvPr/>
              </p:nvSpPr>
              <p:spPr>
                <a:xfrm>
                  <a:off x="3991338" y="2282776"/>
                  <a:ext cx="101532" cy="112693"/>
                </a:xfrm>
                <a:custGeom>
                  <a:avLst/>
                  <a:gdLst>
                    <a:gd name="connsiteX0" fmla="*/ 55431 w 101532"/>
                    <a:gd name="connsiteY0" fmla="*/ 57167 h 112693"/>
                    <a:gd name="connsiteX1" fmla="*/ 61813 w 101532"/>
                    <a:gd name="connsiteY1" fmla="*/ 302 h 112693"/>
                    <a:gd name="connsiteX2" fmla="*/ 33143 w 101532"/>
                    <a:gd name="connsiteY2" fmla="*/ 4874 h 112693"/>
                    <a:gd name="connsiteX3" fmla="*/ 5044 w 101532"/>
                    <a:gd name="connsiteY3" fmla="*/ 79550 h 112693"/>
                    <a:gd name="connsiteX4" fmla="*/ 79720 w 101532"/>
                    <a:gd name="connsiteY4" fmla="*/ 107649 h 112693"/>
                    <a:gd name="connsiteX5" fmla="*/ 101532 w 101532"/>
                    <a:gd name="connsiteY5" fmla="*/ 89742 h 112693"/>
                    <a:gd name="connsiteX6" fmla="*/ 55431 w 101532"/>
                    <a:gd name="connsiteY6" fmla="*/ 57167 h 112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532" h="112693">
                      <a:moveTo>
                        <a:pt x="55431" y="57167"/>
                      </a:moveTo>
                      <a:cubicBezTo>
                        <a:pt x="46668" y="37831"/>
                        <a:pt x="49907" y="16209"/>
                        <a:pt x="61813" y="302"/>
                      </a:cubicBezTo>
                      <a:cubicBezTo>
                        <a:pt x="52288" y="-650"/>
                        <a:pt x="42477" y="588"/>
                        <a:pt x="33143" y="4874"/>
                      </a:cubicBezTo>
                      <a:cubicBezTo>
                        <a:pt x="4758" y="17733"/>
                        <a:pt x="-7815" y="51166"/>
                        <a:pt x="5044" y="79550"/>
                      </a:cubicBezTo>
                      <a:cubicBezTo>
                        <a:pt x="17903" y="107935"/>
                        <a:pt x="51335" y="120508"/>
                        <a:pt x="79720" y="107649"/>
                      </a:cubicBezTo>
                      <a:cubicBezTo>
                        <a:pt x="88769" y="103553"/>
                        <a:pt x="96008" y="97267"/>
                        <a:pt x="101532" y="89742"/>
                      </a:cubicBezTo>
                      <a:cubicBezTo>
                        <a:pt x="82101" y="87932"/>
                        <a:pt x="64099" y="76217"/>
                        <a:pt x="55431" y="57167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48" name="Forme libre : forme 11747">
                  <a:extLst>
                    <a:ext uri="{FF2B5EF4-FFF2-40B4-BE49-F238E27FC236}">
                      <a16:creationId xmlns:a16="http://schemas.microsoft.com/office/drawing/2014/main" id="{368D17A7-B298-4A76-9B9C-C336100F8E6C}"/>
                    </a:ext>
                  </a:extLst>
                </p:cNvPr>
                <p:cNvSpPr/>
                <p:nvPr/>
              </p:nvSpPr>
              <p:spPr>
                <a:xfrm rot="-3037459">
                  <a:off x="4038327" y="2331538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49" name="Forme libre : forme 11748">
                  <a:extLst>
                    <a:ext uri="{FF2B5EF4-FFF2-40B4-BE49-F238E27FC236}">
                      <a16:creationId xmlns:a16="http://schemas.microsoft.com/office/drawing/2014/main" id="{52898211-EF90-4815-BCF4-AE84B64A49B1}"/>
                    </a:ext>
                  </a:extLst>
                </p:cNvPr>
                <p:cNvSpPr/>
                <p:nvPr/>
              </p:nvSpPr>
              <p:spPr>
                <a:xfrm>
                  <a:off x="4062867" y="2324036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750" name="Graphique 5">
                <a:extLst>
                  <a:ext uri="{FF2B5EF4-FFF2-40B4-BE49-F238E27FC236}">
                    <a16:creationId xmlns:a16="http://schemas.microsoft.com/office/drawing/2014/main" id="{01D9CEE3-7B61-40DB-B9FD-6BA32CD6238B}"/>
                  </a:ext>
                </a:extLst>
              </p:cNvPr>
              <p:cNvGrpSpPr/>
              <p:nvPr/>
            </p:nvGrpSpPr>
            <p:grpSpPr>
              <a:xfrm>
                <a:off x="4116397" y="2384615"/>
                <a:ext cx="112966" cy="112966"/>
                <a:chOff x="4116397" y="2384615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751" name="Forme libre : forme 11750">
                  <a:extLst>
                    <a:ext uri="{FF2B5EF4-FFF2-40B4-BE49-F238E27FC236}">
                      <a16:creationId xmlns:a16="http://schemas.microsoft.com/office/drawing/2014/main" id="{03EDCF5A-7B7E-4BF9-8AFA-FB6025AB73AC}"/>
                    </a:ext>
                  </a:extLst>
                </p:cNvPr>
                <p:cNvSpPr/>
                <p:nvPr/>
              </p:nvSpPr>
              <p:spPr>
                <a:xfrm>
                  <a:off x="4116397" y="2384615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52" name="Forme libre : forme 11751">
                  <a:extLst>
                    <a:ext uri="{FF2B5EF4-FFF2-40B4-BE49-F238E27FC236}">
                      <a16:creationId xmlns:a16="http://schemas.microsoft.com/office/drawing/2014/main" id="{45E19A55-6F6A-4DD8-B27F-2DB767C11DAB}"/>
                    </a:ext>
                  </a:extLst>
                </p:cNvPr>
                <p:cNvSpPr/>
                <p:nvPr/>
              </p:nvSpPr>
              <p:spPr>
                <a:xfrm>
                  <a:off x="4116497" y="2384789"/>
                  <a:ext cx="101532" cy="112693"/>
                </a:xfrm>
                <a:custGeom>
                  <a:avLst/>
                  <a:gdLst>
                    <a:gd name="connsiteX0" fmla="*/ 55431 w 101532"/>
                    <a:gd name="connsiteY0" fmla="*/ 57166 h 112693"/>
                    <a:gd name="connsiteX1" fmla="*/ 61813 w 101532"/>
                    <a:gd name="connsiteY1" fmla="*/ 302 h 112693"/>
                    <a:gd name="connsiteX2" fmla="*/ 33143 w 101532"/>
                    <a:gd name="connsiteY2" fmla="*/ 4874 h 112693"/>
                    <a:gd name="connsiteX3" fmla="*/ 5044 w 101532"/>
                    <a:gd name="connsiteY3" fmla="*/ 79550 h 112693"/>
                    <a:gd name="connsiteX4" fmla="*/ 79720 w 101532"/>
                    <a:gd name="connsiteY4" fmla="*/ 107649 h 112693"/>
                    <a:gd name="connsiteX5" fmla="*/ 101532 w 101532"/>
                    <a:gd name="connsiteY5" fmla="*/ 89742 h 112693"/>
                    <a:gd name="connsiteX6" fmla="*/ 55431 w 101532"/>
                    <a:gd name="connsiteY6" fmla="*/ 57166 h 112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532" h="112693">
                      <a:moveTo>
                        <a:pt x="55431" y="57166"/>
                      </a:moveTo>
                      <a:cubicBezTo>
                        <a:pt x="46668" y="37831"/>
                        <a:pt x="49907" y="16209"/>
                        <a:pt x="61813" y="302"/>
                      </a:cubicBezTo>
                      <a:cubicBezTo>
                        <a:pt x="52288" y="-650"/>
                        <a:pt x="42477" y="588"/>
                        <a:pt x="33143" y="4874"/>
                      </a:cubicBezTo>
                      <a:cubicBezTo>
                        <a:pt x="4758" y="17733"/>
                        <a:pt x="-7815" y="51166"/>
                        <a:pt x="5044" y="79550"/>
                      </a:cubicBezTo>
                      <a:cubicBezTo>
                        <a:pt x="17903" y="107935"/>
                        <a:pt x="51335" y="120508"/>
                        <a:pt x="79720" y="107649"/>
                      </a:cubicBezTo>
                      <a:cubicBezTo>
                        <a:pt x="88769" y="103553"/>
                        <a:pt x="96008" y="97267"/>
                        <a:pt x="101532" y="89742"/>
                      </a:cubicBezTo>
                      <a:cubicBezTo>
                        <a:pt x="82006" y="87932"/>
                        <a:pt x="64099" y="76216"/>
                        <a:pt x="55431" y="57166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53" name="Forme libre : forme 11752">
                  <a:extLst>
                    <a:ext uri="{FF2B5EF4-FFF2-40B4-BE49-F238E27FC236}">
                      <a16:creationId xmlns:a16="http://schemas.microsoft.com/office/drawing/2014/main" id="{D8398034-C2F5-40A7-94F4-0AFDB2992E11}"/>
                    </a:ext>
                  </a:extLst>
                </p:cNvPr>
                <p:cNvSpPr/>
                <p:nvPr/>
              </p:nvSpPr>
              <p:spPr>
                <a:xfrm rot="-3037459">
                  <a:off x="4163408" y="2433588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54" name="Forme libre : forme 11753">
                  <a:extLst>
                    <a:ext uri="{FF2B5EF4-FFF2-40B4-BE49-F238E27FC236}">
                      <a16:creationId xmlns:a16="http://schemas.microsoft.com/office/drawing/2014/main" id="{7EFF9221-B431-4565-B58C-611A6013AE5B}"/>
                    </a:ext>
                  </a:extLst>
                </p:cNvPr>
                <p:cNvSpPr/>
                <p:nvPr/>
              </p:nvSpPr>
              <p:spPr>
                <a:xfrm>
                  <a:off x="4188025" y="2426049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755" name="Forme libre : forme 11754">
                <a:extLst>
                  <a:ext uri="{FF2B5EF4-FFF2-40B4-BE49-F238E27FC236}">
                    <a16:creationId xmlns:a16="http://schemas.microsoft.com/office/drawing/2014/main" id="{7519D515-8653-4403-912E-49E7B25E163D}"/>
                  </a:ext>
                </a:extLst>
              </p:cNvPr>
              <p:cNvSpPr/>
              <p:nvPr/>
            </p:nvSpPr>
            <p:spPr>
              <a:xfrm>
                <a:off x="3884841" y="2367565"/>
                <a:ext cx="263084" cy="281415"/>
              </a:xfrm>
              <a:custGeom>
                <a:avLst/>
                <a:gdLst>
                  <a:gd name="connsiteX0" fmla="*/ 48677 w 263084"/>
                  <a:gd name="connsiteY0" fmla="*/ 269748 h 281415"/>
                  <a:gd name="connsiteX1" fmla="*/ 38580 w 263084"/>
                  <a:gd name="connsiteY1" fmla="*/ 263081 h 281415"/>
                  <a:gd name="connsiteX2" fmla="*/ 194 w 263084"/>
                  <a:gd name="connsiteY2" fmla="*/ 202311 h 281415"/>
                  <a:gd name="connsiteX3" fmla="*/ 36199 w 263084"/>
                  <a:gd name="connsiteY3" fmla="*/ 126016 h 281415"/>
                  <a:gd name="connsiteX4" fmla="*/ 127258 w 263084"/>
                  <a:gd name="connsiteY4" fmla="*/ 0 h 281415"/>
                  <a:gd name="connsiteX5" fmla="*/ 148308 w 263084"/>
                  <a:gd name="connsiteY5" fmla="*/ 11049 h 281415"/>
                  <a:gd name="connsiteX6" fmla="*/ 52868 w 263084"/>
                  <a:gd name="connsiteY6" fmla="*/ 142970 h 281415"/>
                  <a:gd name="connsiteX7" fmla="*/ 23912 w 263084"/>
                  <a:gd name="connsiteY7" fmla="*/ 200596 h 281415"/>
                  <a:gd name="connsiteX8" fmla="*/ 52582 w 263084"/>
                  <a:gd name="connsiteY8" fmla="*/ 243935 h 281415"/>
                  <a:gd name="connsiteX9" fmla="*/ 97445 w 263084"/>
                  <a:gd name="connsiteY9" fmla="*/ 256699 h 281415"/>
                  <a:gd name="connsiteX10" fmla="*/ 144212 w 263084"/>
                  <a:gd name="connsiteY10" fmla="*/ 216694 h 281415"/>
                  <a:gd name="connsiteX11" fmla="*/ 250130 w 263084"/>
                  <a:gd name="connsiteY11" fmla="*/ 92678 h 281415"/>
                  <a:gd name="connsiteX12" fmla="*/ 263085 w 263084"/>
                  <a:gd name="connsiteY12" fmla="*/ 112681 h 281415"/>
                  <a:gd name="connsiteX13" fmla="*/ 164691 w 263084"/>
                  <a:gd name="connsiteY13" fmla="*/ 228886 h 281415"/>
                  <a:gd name="connsiteX14" fmla="*/ 102207 w 263084"/>
                  <a:gd name="connsiteY14" fmla="*/ 280035 h 281415"/>
                  <a:gd name="connsiteX15" fmla="*/ 48677 w 263084"/>
                  <a:gd name="connsiteY15" fmla="*/ 269748 h 281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63084" h="281415">
                    <a:moveTo>
                      <a:pt x="48677" y="269748"/>
                    </a:moveTo>
                    <a:cubicBezTo>
                      <a:pt x="45343" y="267748"/>
                      <a:pt x="41914" y="265557"/>
                      <a:pt x="38580" y="263081"/>
                    </a:cubicBezTo>
                    <a:cubicBezTo>
                      <a:pt x="15244" y="246031"/>
                      <a:pt x="1909" y="224981"/>
                      <a:pt x="194" y="202311"/>
                    </a:cubicBezTo>
                    <a:cubicBezTo>
                      <a:pt x="-1711" y="177165"/>
                      <a:pt x="10386" y="151448"/>
                      <a:pt x="36199" y="126016"/>
                    </a:cubicBezTo>
                    <a:cubicBezTo>
                      <a:pt x="87444" y="75248"/>
                      <a:pt x="126877" y="762"/>
                      <a:pt x="127258" y="0"/>
                    </a:cubicBezTo>
                    <a:lnTo>
                      <a:pt x="148308" y="11049"/>
                    </a:lnTo>
                    <a:cubicBezTo>
                      <a:pt x="146594" y="14192"/>
                      <a:pt x="106779" y="89535"/>
                      <a:pt x="52868" y="142970"/>
                    </a:cubicBezTo>
                    <a:cubicBezTo>
                      <a:pt x="32294" y="163354"/>
                      <a:pt x="22578" y="182785"/>
                      <a:pt x="23912" y="200596"/>
                    </a:cubicBezTo>
                    <a:cubicBezTo>
                      <a:pt x="25436" y="220218"/>
                      <a:pt x="40295" y="234982"/>
                      <a:pt x="52582" y="243935"/>
                    </a:cubicBezTo>
                    <a:cubicBezTo>
                      <a:pt x="68203" y="255270"/>
                      <a:pt x="83253" y="259652"/>
                      <a:pt x="97445" y="256699"/>
                    </a:cubicBezTo>
                    <a:cubicBezTo>
                      <a:pt x="119067" y="252222"/>
                      <a:pt x="134783" y="232505"/>
                      <a:pt x="144212" y="216694"/>
                    </a:cubicBezTo>
                    <a:cubicBezTo>
                      <a:pt x="170120" y="173069"/>
                      <a:pt x="218888" y="112871"/>
                      <a:pt x="250130" y="92678"/>
                    </a:cubicBezTo>
                    <a:lnTo>
                      <a:pt x="263085" y="112681"/>
                    </a:lnTo>
                    <a:cubicBezTo>
                      <a:pt x="237748" y="129064"/>
                      <a:pt x="191742" y="183356"/>
                      <a:pt x="164691" y="228886"/>
                    </a:cubicBezTo>
                    <a:cubicBezTo>
                      <a:pt x="147642" y="257461"/>
                      <a:pt x="126115" y="275177"/>
                      <a:pt x="102207" y="280035"/>
                    </a:cubicBezTo>
                    <a:cubicBezTo>
                      <a:pt x="84491" y="283655"/>
                      <a:pt x="66584" y="280130"/>
                      <a:pt x="48677" y="269748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756" name="Graphique 5">
              <a:extLst>
                <a:ext uri="{FF2B5EF4-FFF2-40B4-BE49-F238E27FC236}">
                  <a16:creationId xmlns:a16="http://schemas.microsoft.com/office/drawing/2014/main" id="{88949986-DB2B-453D-B54C-7B1A95A616F1}"/>
                </a:ext>
              </a:extLst>
            </p:cNvPr>
            <p:cNvGrpSpPr/>
            <p:nvPr/>
          </p:nvGrpSpPr>
          <p:grpSpPr>
            <a:xfrm>
              <a:off x="2179870" y="4367850"/>
              <a:ext cx="344618" cy="366391"/>
              <a:chOff x="2179870" y="4367850"/>
              <a:chExt cx="344618" cy="366391"/>
            </a:xfrm>
            <a:solidFill>
              <a:schemeClr val="accent1"/>
            </a:solidFill>
          </p:grpSpPr>
          <p:grpSp>
            <p:nvGrpSpPr>
              <p:cNvPr id="11757" name="Graphique 5">
                <a:extLst>
                  <a:ext uri="{FF2B5EF4-FFF2-40B4-BE49-F238E27FC236}">
                    <a16:creationId xmlns:a16="http://schemas.microsoft.com/office/drawing/2014/main" id="{F1A3EC4E-CFC6-4E5F-BEE7-22B1E89E5B43}"/>
                  </a:ext>
                </a:extLst>
              </p:cNvPr>
              <p:cNvGrpSpPr/>
              <p:nvPr/>
            </p:nvGrpSpPr>
            <p:grpSpPr>
              <a:xfrm>
                <a:off x="2305028" y="4621276"/>
                <a:ext cx="112966" cy="112966"/>
                <a:chOff x="2305028" y="4621276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758" name="Forme libre : forme 11757">
                  <a:extLst>
                    <a:ext uri="{FF2B5EF4-FFF2-40B4-BE49-F238E27FC236}">
                      <a16:creationId xmlns:a16="http://schemas.microsoft.com/office/drawing/2014/main" id="{CD146AF1-CBBA-49A5-89F0-80ABC3BB344A}"/>
                    </a:ext>
                  </a:extLst>
                </p:cNvPr>
                <p:cNvSpPr/>
                <p:nvPr/>
              </p:nvSpPr>
              <p:spPr>
                <a:xfrm>
                  <a:off x="2305028" y="4621276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59" name="Forme libre : forme 11758">
                  <a:extLst>
                    <a:ext uri="{FF2B5EF4-FFF2-40B4-BE49-F238E27FC236}">
                      <a16:creationId xmlns:a16="http://schemas.microsoft.com/office/drawing/2014/main" id="{44AC787B-0ABF-4512-A0A3-7A8475FCB8C3}"/>
                    </a:ext>
                  </a:extLst>
                </p:cNvPr>
                <p:cNvSpPr/>
                <p:nvPr/>
              </p:nvSpPr>
              <p:spPr>
                <a:xfrm>
                  <a:off x="2316363" y="4621375"/>
                  <a:ext cx="101532" cy="112693"/>
                </a:xfrm>
                <a:custGeom>
                  <a:avLst/>
                  <a:gdLst>
                    <a:gd name="connsiteX0" fmla="*/ 46101 w 101532"/>
                    <a:gd name="connsiteY0" fmla="*/ 55526 h 112693"/>
                    <a:gd name="connsiteX1" fmla="*/ 39719 w 101532"/>
                    <a:gd name="connsiteY1" fmla="*/ 112391 h 112693"/>
                    <a:gd name="connsiteX2" fmla="*/ 68390 w 101532"/>
                    <a:gd name="connsiteY2" fmla="*/ 107819 h 112693"/>
                    <a:gd name="connsiteX3" fmla="*/ 96488 w 101532"/>
                    <a:gd name="connsiteY3" fmla="*/ 33143 h 112693"/>
                    <a:gd name="connsiteX4" fmla="*/ 21812 w 101532"/>
                    <a:gd name="connsiteY4" fmla="*/ 5044 h 112693"/>
                    <a:gd name="connsiteX5" fmla="*/ 0 w 101532"/>
                    <a:gd name="connsiteY5" fmla="*/ 22951 h 112693"/>
                    <a:gd name="connsiteX6" fmla="*/ 46101 w 101532"/>
                    <a:gd name="connsiteY6" fmla="*/ 55526 h 112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532" h="112693">
                      <a:moveTo>
                        <a:pt x="46101" y="55526"/>
                      </a:moveTo>
                      <a:cubicBezTo>
                        <a:pt x="54864" y="74862"/>
                        <a:pt x="51625" y="96484"/>
                        <a:pt x="39719" y="112391"/>
                      </a:cubicBezTo>
                      <a:cubicBezTo>
                        <a:pt x="49244" y="113343"/>
                        <a:pt x="59055" y="112105"/>
                        <a:pt x="68390" y="107819"/>
                      </a:cubicBezTo>
                      <a:cubicBezTo>
                        <a:pt x="96774" y="94960"/>
                        <a:pt x="109347" y="61527"/>
                        <a:pt x="96488" y="33143"/>
                      </a:cubicBezTo>
                      <a:cubicBezTo>
                        <a:pt x="83629" y="4758"/>
                        <a:pt x="50197" y="-7815"/>
                        <a:pt x="21812" y="5044"/>
                      </a:cubicBezTo>
                      <a:cubicBezTo>
                        <a:pt x="12764" y="9140"/>
                        <a:pt x="5525" y="15426"/>
                        <a:pt x="0" y="22951"/>
                      </a:cubicBezTo>
                      <a:cubicBezTo>
                        <a:pt x="19431" y="24761"/>
                        <a:pt x="37433" y="36381"/>
                        <a:pt x="46101" y="55526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60" name="Forme libre : forme 11759">
                  <a:extLst>
                    <a:ext uri="{FF2B5EF4-FFF2-40B4-BE49-F238E27FC236}">
                      <a16:creationId xmlns:a16="http://schemas.microsoft.com/office/drawing/2014/main" id="{0ECA77B6-71AB-463B-8600-B5010627BC7C}"/>
                    </a:ext>
                  </a:extLst>
                </p:cNvPr>
                <p:cNvSpPr/>
                <p:nvPr/>
              </p:nvSpPr>
              <p:spPr>
                <a:xfrm rot="-3037459">
                  <a:off x="2316812" y="4638451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61" name="Forme libre : forme 11760">
                  <a:extLst>
                    <a:ext uri="{FF2B5EF4-FFF2-40B4-BE49-F238E27FC236}">
                      <a16:creationId xmlns:a16="http://schemas.microsoft.com/office/drawing/2014/main" id="{C810CC63-E2BB-46A8-BF71-7E00D66D3657}"/>
                    </a:ext>
                  </a:extLst>
                </p:cNvPr>
                <p:cNvSpPr/>
                <p:nvPr/>
              </p:nvSpPr>
              <p:spPr>
                <a:xfrm>
                  <a:off x="2327888" y="4674330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762" name="Graphique 5">
                <a:extLst>
                  <a:ext uri="{FF2B5EF4-FFF2-40B4-BE49-F238E27FC236}">
                    <a16:creationId xmlns:a16="http://schemas.microsoft.com/office/drawing/2014/main" id="{5A5469A7-F2E0-4726-8B5F-05B79C3C7B63}"/>
                  </a:ext>
                </a:extLst>
              </p:cNvPr>
              <p:cNvGrpSpPr/>
              <p:nvPr/>
            </p:nvGrpSpPr>
            <p:grpSpPr>
              <a:xfrm>
                <a:off x="2179870" y="4519263"/>
                <a:ext cx="112966" cy="112966"/>
                <a:chOff x="2179870" y="4519263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763" name="Forme libre : forme 11762">
                  <a:extLst>
                    <a:ext uri="{FF2B5EF4-FFF2-40B4-BE49-F238E27FC236}">
                      <a16:creationId xmlns:a16="http://schemas.microsoft.com/office/drawing/2014/main" id="{11CB6665-6CE1-484F-8F9A-A71D1F102091}"/>
                    </a:ext>
                  </a:extLst>
                </p:cNvPr>
                <p:cNvSpPr/>
                <p:nvPr/>
              </p:nvSpPr>
              <p:spPr>
                <a:xfrm>
                  <a:off x="2179870" y="4519263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64" name="Forme libre : forme 11763">
                  <a:extLst>
                    <a:ext uri="{FF2B5EF4-FFF2-40B4-BE49-F238E27FC236}">
                      <a16:creationId xmlns:a16="http://schemas.microsoft.com/office/drawing/2014/main" id="{C19B5BF4-699C-4343-B135-C9CE1DBA0AD3}"/>
                    </a:ext>
                  </a:extLst>
                </p:cNvPr>
                <p:cNvSpPr/>
                <p:nvPr/>
              </p:nvSpPr>
              <p:spPr>
                <a:xfrm>
                  <a:off x="2191204" y="4519363"/>
                  <a:ext cx="101532" cy="112693"/>
                </a:xfrm>
                <a:custGeom>
                  <a:avLst/>
                  <a:gdLst>
                    <a:gd name="connsiteX0" fmla="*/ 46101 w 101532"/>
                    <a:gd name="connsiteY0" fmla="*/ 55526 h 112693"/>
                    <a:gd name="connsiteX1" fmla="*/ 39719 w 101532"/>
                    <a:gd name="connsiteY1" fmla="*/ 112391 h 112693"/>
                    <a:gd name="connsiteX2" fmla="*/ 68390 w 101532"/>
                    <a:gd name="connsiteY2" fmla="*/ 107819 h 112693"/>
                    <a:gd name="connsiteX3" fmla="*/ 96488 w 101532"/>
                    <a:gd name="connsiteY3" fmla="*/ 33143 h 112693"/>
                    <a:gd name="connsiteX4" fmla="*/ 21812 w 101532"/>
                    <a:gd name="connsiteY4" fmla="*/ 5044 h 112693"/>
                    <a:gd name="connsiteX5" fmla="*/ 0 w 101532"/>
                    <a:gd name="connsiteY5" fmla="*/ 22951 h 112693"/>
                    <a:gd name="connsiteX6" fmla="*/ 46101 w 101532"/>
                    <a:gd name="connsiteY6" fmla="*/ 55526 h 112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532" h="112693">
                      <a:moveTo>
                        <a:pt x="46101" y="55526"/>
                      </a:moveTo>
                      <a:cubicBezTo>
                        <a:pt x="54864" y="74862"/>
                        <a:pt x="51625" y="96484"/>
                        <a:pt x="39719" y="112391"/>
                      </a:cubicBezTo>
                      <a:cubicBezTo>
                        <a:pt x="49244" y="113343"/>
                        <a:pt x="59055" y="112105"/>
                        <a:pt x="68390" y="107819"/>
                      </a:cubicBezTo>
                      <a:cubicBezTo>
                        <a:pt x="96774" y="94960"/>
                        <a:pt x="109347" y="61527"/>
                        <a:pt x="96488" y="33143"/>
                      </a:cubicBezTo>
                      <a:cubicBezTo>
                        <a:pt x="83629" y="4758"/>
                        <a:pt x="50197" y="-7815"/>
                        <a:pt x="21812" y="5044"/>
                      </a:cubicBezTo>
                      <a:cubicBezTo>
                        <a:pt x="12764" y="9140"/>
                        <a:pt x="5525" y="15426"/>
                        <a:pt x="0" y="22951"/>
                      </a:cubicBezTo>
                      <a:cubicBezTo>
                        <a:pt x="19526" y="24761"/>
                        <a:pt x="37529" y="36381"/>
                        <a:pt x="46101" y="55526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65" name="Forme libre : forme 11764">
                  <a:extLst>
                    <a:ext uri="{FF2B5EF4-FFF2-40B4-BE49-F238E27FC236}">
                      <a16:creationId xmlns:a16="http://schemas.microsoft.com/office/drawing/2014/main" id="{FF84F2DF-E2A9-4001-B95D-F0E78BC6F75D}"/>
                    </a:ext>
                  </a:extLst>
                </p:cNvPr>
                <p:cNvSpPr/>
                <p:nvPr/>
              </p:nvSpPr>
              <p:spPr>
                <a:xfrm rot="-3037459">
                  <a:off x="2191734" y="4536401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66" name="Forme libre : forme 11765">
                  <a:extLst>
                    <a:ext uri="{FF2B5EF4-FFF2-40B4-BE49-F238E27FC236}">
                      <a16:creationId xmlns:a16="http://schemas.microsoft.com/office/drawing/2014/main" id="{FCAA4725-3D7C-4A61-AB6E-C8A43036348F}"/>
                    </a:ext>
                  </a:extLst>
                </p:cNvPr>
                <p:cNvSpPr/>
                <p:nvPr/>
              </p:nvSpPr>
              <p:spPr>
                <a:xfrm>
                  <a:off x="2202730" y="4572317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767" name="Forme libre : forme 11766">
                <a:extLst>
                  <a:ext uri="{FF2B5EF4-FFF2-40B4-BE49-F238E27FC236}">
                    <a16:creationId xmlns:a16="http://schemas.microsoft.com/office/drawing/2014/main" id="{2D083EF9-3BE9-4637-9E92-DBB027F3CB59}"/>
                  </a:ext>
                </a:extLst>
              </p:cNvPr>
              <p:cNvSpPr/>
              <p:nvPr/>
            </p:nvSpPr>
            <p:spPr>
              <a:xfrm>
                <a:off x="2261404" y="4367850"/>
                <a:ext cx="263084" cy="281428"/>
              </a:xfrm>
              <a:custGeom>
                <a:avLst/>
                <a:gdLst>
                  <a:gd name="connsiteX0" fmla="*/ 214408 w 263084"/>
                  <a:gd name="connsiteY0" fmla="*/ 11681 h 281428"/>
                  <a:gd name="connsiteX1" fmla="*/ 224504 w 263084"/>
                  <a:gd name="connsiteY1" fmla="*/ 18349 h 281428"/>
                  <a:gd name="connsiteX2" fmla="*/ 262890 w 263084"/>
                  <a:gd name="connsiteY2" fmla="*/ 79118 h 281428"/>
                  <a:gd name="connsiteX3" fmla="*/ 226885 w 263084"/>
                  <a:gd name="connsiteY3" fmla="*/ 155413 h 281428"/>
                  <a:gd name="connsiteX4" fmla="*/ 135826 w 263084"/>
                  <a:gd name="connsiteY4" fmla="*/ 281429 h 281428"/>
                  <a:gd name="connsiteX5" fmla="*/ 114776 w 263084"/>
                  <a:gd name="connsiteY5" fmla="*/ 270380 h 281428"/>
                  <a:gd name="connsiteX6" fmla="*/ 210217 w 263084"/>
                  <a:gd name="connsiteY6" fmla="*/ 138459 h 281428"/>
                  <a:gd name="connsiteX7" fmla="*/ 239173 w 263084"/>
                  <a:gd name="connsiteY7" fmla="*/ 80833 h 281428"/>
                  <a:gd name="connsiteX8" fmla="*/ 210502 w 263084"/>
                  <a:gd name="connsiteY8" fmla="*/ 37494 h 281428"/>
                  <a:gd name="connsiteX9" fmla="*/ 165640 w 263084"/>
                  <a:gd name="connsiteY9" fmla="*/ 24730 h 281428"/>
                  <a:gd name="connsiteX10" fmla="*/ 118872 w 263084"/>
                  <a:gd name="connsiteY10" fmla="*/ 64735 h 281428"/>
                  <a:gd name="connsiteX11" fmla="*/ 12954 w 263084"/>
                  <a:gd name="connsiteY11" fmla="*/ 188751 h 281428"/>
                  <a:gd name="connsiteX12" fmla="*/ 0 w 263084"/>
                  <a:gd name="connsiteY12" fmla="*/ 168748 h 281428"/>
                  <a:gd name="connsiteX13" fmla="*/ 98393 w 263084"/>
                  <a:gd name="connsiteY13" fmla="*/ 52543 h 281428"/>
                  <a:gd name="connsiteX14" fmla="*/ 160877 w 263084"/>
                  <a:gd name="connsiteY14" fmla="*/ 1394 h 281428"/>
                  <a:gd name="connsiteX15" fmla="*/ 214408 w 263084"/>
                  <a:gd name="connsiteY15" fmla="*/ 11681 h 281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63084" h="281428">
                    <a:moveTo>
                      <a:pt x="214408" y="11681"/>
                    </a:moveTo>
                    <a:cubicBezTo>
                      <a:pt x="217742" y="13681"/>
                      <a:pt x="221171" y="15872"/>
                      <a:pt x="224504" y="18349"/>
                    </a:cubicBezTo>
                    <a:cubicBezTo>
                      <a:pt x="247840" y="35398"/>
                      <a:pt x="261175" y="56449"/>
                      <a:pt x="262890" y="79118"/>
                    </a:cubicBezTo>
                    <a:cubicBezTo>
                      <a:pt x="264795" y="104264"/>
                      <a:pt x="252698" y="129982"/>
                      <a:pt x="226885" y="155413"/>
                    </a:cubicBezTo>
                    <a:cubicBezTo>
                      <a:pt x="175641" y="206182"/>
                      <a:pt x="136207" y="280667"/>
                      <a:pt x="135826" y="281429"/>
                    </a:cubicBezTo>
                    <a:lnTo>
                      <a:pt x="114776" y="270380"/>
                    </a:lnTo>
                    <a:cubicBezTo>
                      <a:pt x="116491" y="267237"/>
                      <a:pt x="156305" y="191894"/>
                      <a:pt x="210217" y="138459"/>
                    </a:cubicBezTo>
                    <a:cubicBezTo>
                      <a:pt x="230791" y="118075"/>
                      <a:pt x="240506" y="98644"/>
                      <a:pt x="239173" y="80833"/>
                    </a:cubicBezTo>
                    <a:cubicBezTo>
                      <a:pt x="237649" y="61211"/>
                      <a:pt x="222790" y="46447"/>
                      <a:pt x="210502" y="37494"/>
                    </a:cubicBezTo>
                    <a:cubicBezTo>
                      <a:pt x="194881" y="26159"/>
                      <a:pt x="179832" y="21777"/>
                      <a:pt x="165640" y="24730"/>
                    </a:cubicBezTo>
                    <a:cubicBezTo>
                      <a:pt x="144018" y="29207"/>
                      <a:pt x="128302" y="48924"/>
                      <a:pt x="118872" y="64735"/>
                    </a:cubicBezTo>
                    <a:cubicBezTo>
                      <a:pt x="92964" y="108360"/>
                      <a:pt x="44196" y="168558"/>
                      <a:pt x="12954" y="188751"/>
                    </a:cubicBezTo>
                    <a:lnTo>
                      <a:pt x="0" y="168748"/>
                    </a:lnTo>
                    <a:cubicBezTo>
                      <a:pt x="25336" y="152365"/>
                      <a:pt x="71342" y="98073"/>
                      <a:pt x="98393" y="52543"/>
                    </a:cubicBezTo>
                    <a:cubicBezTo>
                      <a:pt x="115443" y="23968"/>
                      <a:pt x="136969" y="6252"/>
                      <a:pt x="160877" y="1394"/>
                    </a:cubicBezTo>
                    <a:cubicBezTo>
                      <a:pt x="178498" y="-2226"/>
                      <a:pt x="196405" y="1203"/>
                      <a:pt x="214408" y="11681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768" name="Graphique 5">
              <a:extLst>
                <a:ext uri="{FF2B5EF4-FFF2-40B4-BE49-F238E27FC236}">
                  <a16:creationId xmlns:a16="http://schemas.microsoft.com/office/drawing/2014/main" id="{50BF2421-0385-492F-95C7-1C1800EFC44A}"/>
                </a:ext>
              </a:extLst>
            </p:cNvPr>
            <p:cNvGrpSpPr/>
            <p:nvPr/>
          </p:nvGrpSpPr>
          <p:grpSpPr>
            <a:xfrm>
              <a:off x="2542677" y="2083054"/>
              <a:ext cx="298007" cy="376955"/>
              <a:chOff x="2542677" y="2083054"/>
              <a:chExt cx="298007" cy="376955"/>
            </a:xfrm>
            <a:solidFill>
              <a:schemeClr val="accent1"/>
            </a:solidFill>
          </p:grpSpPr>
          <p:grpSp>
            <p:nvGrpSpPr>
              <p:cNvPr id="11769" name="Graphique 5">
                <a:extLst>
                  <a:ext uri="{FF2B5EF4-FFF2-40B4-BE49-F238E27FC236}">
                    <a16:creationId xmlns:a16="http://schemas.microsoft.com/office/drawing/2014/main" id="{261875D8-12A5-4D1D-B79F-9652EF82407D}"/>
                  </a:ext>
                </a:extLst>
              </p:cNvPr>
              <p:cNvGrpSpPr/>
              <p:nvPr/>
            </p:nvGrpSpPr>
            <p:grpSpPr>
              <a:xfrm>
                <a:off x="2542677" y="2141442"/>
                <a:ext cx="112966" cy="112966"/>
                <a:chOff x="2542677" y="2141442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770" name="Forme libre : forme 11769">
                  <a:extLst>
                    <a:ext uri="{FF2B5EF4-FFF2-40B4-BE49-F238E27FC236}">
                      <a16:creationId xmlns:a16="http://schemas.microsoft.com/office/drawing/2014/main" id="{FB7B0418-2F38-4E6C-B8C8-D661BAE3D1C2}"/>
                    </a:ext>
                  </a:extLst>
                </p:cNvPr>
                <p:cNvSpPr/>
                <p:nvPr/>
              </p:nvSpPr>
              <p:spPr>
                <a:xfrm>
                  <a:off x="2542677" y="2141442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71" name="Forme libre : forme 11770">
                  <a:extLst>
                    <a:ext uri="{FF2B5EF4-FFF2-40B4-BE49-F238E27FC236}">
                      <a16:creationId xmlns:a16="http://schemas.microsoft.com/office/drawing/2014/main" id="{11E28154-3D19-4065-8DFE-59BBDEA1FBC1}"/>
                    </a:ext>
                  </a:extLst>
                </p:cNvPr>
                <p:cNvSpPr/>
                <p:nvPr/>
              </p:nvSpPr>
              <p:spPr>
                <a:xfrm>
                  <a:off x="2542722" y="2165540"/>
                  <a:ext cx="112872" cy="88728"/>
                </a:xfrm>
                <a:custGeom>
                  <a:avLst/>
                  <a:gdLst>
                    <a:gd name="connsiteX0" fmla="*/ 56724 w 112872"/>
                    <a:gd name="connsiteY0" fmla="*/ 33623 h 88728"/>
                    <a:gd name="connsiteX1" fmla="*/ 10433 w 112872"/>
                    <a:gd name="connsiteY1" fmla="*/ 0 h 88728"/>
                    <a:gd name="connsiteX2" fmla="*/ 241 w 112872"/>
                    <a:gd name="connsiteY2" fmla="*/ 27146 h 88728"/>
                    <a:gd name="connsiteX3" fmla="*/ 51295 w 112872"/>
                    <a:gd name="connsiteY3" fmla="*/ 88487 h 88728"/>
                    <a:gd name="connsiteX4" fmla="*/ 112636 w 112872"/>
                    <a:gd name="connsiteY4" fmla="*/ 37433 h 88728"/>
                    <a:gd name="connsiteX5" fmla="*/ 107874 w 112872"/>
                    <a:gd name="connsiteY5" fmla="*/ 9716 h 88728"/>
                    <a:gd name="connsiteX6" fmla="*/ 56724 w 112872"/>
                    <a:gd name="connsiteY6" fmla="*/ 33623 h 88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72" h="88728">
                      <a:moveTo>
                        <a:pt x="56724" y="33623"/>
                      </a:moveTo>
                      <a:cubicBezTo>
                        <a:pt x="35579" y="31718"/>
                        <a:pt x="18434" y="18193"/>
                        <a:pt x="10433" y="0"/>
                      </a:cubicBezTo>
                      <a:cubicBezTo>
                        <a:pt x="4908" y="7810"/>
                        <a:pt x="1194" y="16955"/>
                        <a:pt x="241" y="27146"/>
                      </a:cubicBezTo>
                      <a:cubicBezTo>
                        <a:pt x="-2616" y="58198"/>
                        <a:pt x="20244" y="85630"/>
                        <a:pt x="51295" y="88487"/>
                      </a:cubicBezTo>
                      <a:cubicBezTo>
                        <a:pt x="82347" y="91345"/>
                        <a:pt x="109779" y="68485"/>
                        <a:pt x="112636" y="37433"/>
                      </a:cubicBezTo>
                      <a:cubicBezTo>
                        <a:pt x="113589" y="27527"/>
                        <a:pt x="111589" y="18193"/>
                        <a:pt x="107874" y="9716"/>
                      </a:cubicBezTo>
                      <a:cubicBezTo>
                        <a:pt x="96634" y="25718"/>
                        <a:pt x="77584" y="35528"/>
                        <a:pt x="56724" y="3362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72" name="Forme libre : forme 11771">
                  <a:extLst>
                    <a:ext uri="{FF2B5EF4-FFF2-40B4-BE49-F238E27FC236}">
                      <a16:creationId xmlns:a16="http://schemas.microsoft.com/office/drawing/2014/main" id="{FB8FF90C-25FA-4215-970A-C125E8EBA471}"/>
                    </a:ext>
                  </a:extLst>
                </p:cNvPr>
                <p:cNvSpPr/>
                <p:nvPr/>
              </p:nvSpPr>
              <p:spPr>
                <a:xfrm rot="-1260523">
                  <a:off x="2598052" y="2163429"/>
                  <a:ext cx="47052" cy="54100"/>
                </a:xfrm>
                <a:custGeom>
                  <a:avLst/>
                  <a:gdLst>
                    <a:gd name="connsiteX0" fmla="*/ 47052 w 47052"/>
                    <a:gd name="connsiteY0" fmla="*/ 27050 h 54100"/>
                    <a:gd name="connsiteX1" fmla="*/ 23526 w 47052"/>
                    <a:gd name="connsiteY1" fmla="*/ 54100 h 54100"/>
                    <a:gd name="connsiteX2" fmla="*/ 0 w 47052"/>
                    <a:gd name="connsiteY2" fmla="*/ 27050 h 54100"/>
                    <a:gd name="connsiteX3" fmla="*/ 23526 w 47052"/>
                    <a:gd name="connsiteY3" fmla="*/ 0 h 54100"/>
                    <a:gd name="connsiteX4" fmla="*/ 47052 w 47052"/>
                    <a:gd name="connsiteY4" fmla="*/ 27050 h 54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0">
                      <a:moveTo>
                        <a:pt x="47052" y="27050"/>
                      </a:moveTo>
                      <a:cubicBezTo>
                        <a:pt x="47052" y="41990"/>
                        <a:pt x="36519" y="54100"/>
                        <a:pt x="23526" y="54100"/>
                      </a:cubicBezTo>
                      <a:cubicBezTo>
                        <a:pt x="10533" y="54100"/>
                        <a:pt x="0" y="41990"/>
                        <a:pt x="0" y="27050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19" y="0"/>
                        <a:pt x="47052" y="12111"/>
                        <a:pt x="47052" y="27050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73" name="Forme libre : forme 11772">
                  <a:extLst>
                    <a:ext uri="{FF2B5EF4-FFF2-40B4-BE49-F238E27FC236}">
                      <a16:creationId xmlns:a16="http://schemas.microsoft.com/office/drawing/2014/main" id="{74641169-0DCE-4190-9139-B182CEA5D756}"/>
                    </a:ext>
                  </a:extLst>
                </p:cNvPr>
                <p:cNvSpPr/>
                <p:nvPr/>
              </p:nvSpPr>
              <p:spPr>
                <a:xfrm>
                  <a:off x="2596874" y="2164588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6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774" name="Graphique 5">
                <a:extLst>
                  <a:ext uri="{FF2B5EF4-FFF2-40B4-BE49-F238E27FC236}">
                    <a16:creationId xmlns:a16="http://schemas.microsoft.com/office/drawing/2014/main" id="{3F4E5B8A-7F4C-4EC8-932B-2E4B4D7293B4}"/>
                  </a:ext>
                </a:extLst>
              </p:cNvPr>
              <p:cNvGrpSpPr/>
              <p:nvPr/>
            </p:nvGrpSpPr>
            <p:grpSpPr>
              <a:xfrm>
                <a:off x="2693172" y="2083054"/>
                <a:ext cx="112966" cy="112966"/>
                <a:chOff x="2693172" y="2083054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775" name="Forme libre : forme 11774">
                  <a:extLst>
                    <a:ext uri="{FF2B5EF4-FFF2-40B4-BE49-F238E27FC236}">
                      <a16:creationId xmlns:a16="http://schemas.microsoft.com/office/drawing/2014/main" id="{256274DC-4018-4D5C-B3B4-3A45AFE6B344}"/>
                    </a:ext>
                  </a:extLst>
                </p:cNvPr>
                <p:cNvSpPr/>
                <p:nvPr/>
              </p:nvSpPr>
              <p:spPr>
                <a:xfrm>
                  <a:off x="2693172" y="2083054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76" name="Forme libre : forme 11775">
                  <a:extLst>
                    <a:ext uri="{FF2B5EF4-FFF2-40B4-BE49-F238E27FC236}">
                      <a16:creationId xmlns:a16="http://schemas.microsoft.com/office/drawing/2014/main" id="{9A289ABB-E8FF-43C2-B795-CBB4DD5BD17C}"/>
                    </a:ext>
                  </a:extLst>
                </p:cNvPr>
                <p:cNvSpPr/>
                <p:nvPr/>
              </p:nvSpPr>
              <p:spPr>
                <a:xfrm>
                  <a:off x="2693217" y="2107247"/>
                  <a:ext cx="112872" cy="88728"/>
                </a:xfrm>
                <a:custGeom>
                  <a:avLst/>
                  <a:gdLst>
                    <a:gd name="connsiteX0" fmla="*/ 56724 w 112872"/>
                    <a:gd name="connsiteY0" fmla="*/ 33623 h 88728"/>
                    <a:gd name="connsiteX1" fmla="*/ 10433 w 112872"/>
                    <a:gd name="connsiteY1" fmla="*/ 0 h 88728"/>
                    <a:gd name="connsiteX2" fmla="*/ 241 w 112872"/>
                    <a:gd name="connsiteY2" fmla="*/ 27146 h 88728"/>
                    <a:gd name="connsiteX3" fmla="*/ 51295 w 112872"/>
                    <a:gd name="connsiteY3" fmla="*/ 88487 h 88728"/>
                    <a:gd name="connsiteX4" fmla="*/ 112636 w 112872"/>
                    <a:gd name="connsiteY4" fmla="*/ 37433 h 88728"/>
                    <a:gd name="connsiteX5" fmla="*/ 107874 w 112872"/>
                    <a:gd name="connsiteY5" fmla="*/ 9715 h 88728"/>
                    <a:gd name="connsiteX6" fmla="*/ 56724 w 112872"/>
                    <a:gd name="connsiteY6" fmla="*/ 33623 h 88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72" h="88728">
                      <a:moveTo>
                        <a:pt x="56724" y="33623"/>
                      </a:moveTo>
                      <a:cubicBezTo>
                        <a:pt x="35579" y="31718"/>
                        <a:pt x="18434" y="18193"/>
                        <a:pt x="10433" y="0"/>
                      </a:cubicBezTo>
                      <a:cubicBezTo>
                        <a:pt x="4908" y="7810"/>
                        <a:pt x="1194" y="16954"/>
                        <a:pt x="241" y="27146"/>
                      </a:cubicBezTo>
                      <a:cubicBezTo>
                        <a:pt x="-2616" y="58198"/>
                        <a:pt x="20244" y="85630"/>
                        <a:pt x="51295" y="88487"/>
                      </a:cubicBezTo>
                      <a:cubicBezTo>
                        <a:pt x="82347" y="91345"/>
                        <a:pt x="109779" y="68485"/>
                        <a:pt x="112636" y="37433"/>
                      </a:cubicBezTo>
                      <a:cubicBezTo>
                        <a:pt x="113589" y="27527"/>
                        <a:pt x="111588" y="18193"/>
                        <a:pt x="107874" y="9715"/>
                      </a:cubicBezTo>
                      <a:cubicBezTo>
                        <a:pt x="96634" y="25622"/>
                        <a:pt x="77584" y="35528"/>
                        <a:pt x="56724" y="3362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77" name="Forme libre : forme 11776">
                  <a:extLst>
                    <a:ext uri="{FF2B5EF4-FFF2-40B4-BE49-F238E27FC236}">
                      <a16:creationId xmlns:a16="http://schemas.microsoft.com/office/drawing/2014/main" id="{59544676-65C8-45F0-A3AE-11D578064324}"/>
                    </a:ext>
                  </a:extLst>
                </p:cNvPr>
                <p:cNvSpPr/>
                <p:nvPr/>
              </p:nvSpPr>
              <p:spPr>
                <a:xfrm rot="-1260523">
                  <a:off x="2748653" y="2105108"/>
                  <a:ext cx="47052" cy="54100"/>
                </a:xfrm>
                <a:custGeom>
                  <a:avLst/>
                  <a:gdLst>
                    <a:gd name="connsiteX0" fmla="*/ 47052 w 47052"/>
                    <a:gd name="connsiteY0" fmla="*/ 27050 h 54100"/>
                    <a:gd name="connsiteX1" fmla="*/ 23526 w 47052"/>
                    <a:gd name="connsiteY1" fmla="*/ 54100 h 54100"/>
                    <a:gd name="connsiteX2" fmla="*/ 0 w 47052"/>
                    <a:gd name="connsiteY2" fmla="*/ 27050 h 54100"/>
                    <a:gd name="connsiteX3" fmla="*/ 23526 w 47052"/>
                    <a:gd name="connsiteY3" fmla="*/ 0 h 54100"/>
                    <a:gd name="connsiteX4" fmla="*/ 47052 w 47052"/>
                    <a:gd name="connsiteY4" fmla="*/ 27050 h 54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0">
                      <a:moveTo>
                        <a:pt x="47052" y="27050"/>
                      </a:moveTo>
                      <a:cubicBezTo>
                        <a:pt x="47052" y="41990"/>
                        <a:pt x="36519" y="54100"/>
                        <a:pt x="23526" y="54100"/>
                      </a:cubicBezTo>
                      <a:cubicBezTo>
                        <a:pt x="10533" y="54100"/>
                        <a:pt x="0" y="41990"/>
                        <a:pt x="0" y="27050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19" y="0"/>
                        <a:pt x="47052" y="12111"/>
                        <a:pt x="47052" y="27050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78" name="Forme libre : forme 11777">
                  <a:extLst>
                    <a:ext uri="{FF2B5EF4-FFF2-40B4-BE49-F238E27FC236}">
                      <a16:creationId xmlns:a16="http://schemas.microsoft.com/office/drawing/2014/main" id="{6597ECC3-2CA3-4475-A2A9-84C80B2FFDC3}"/>
                    </a:ext>
                  </a:extLst>
                </p:cNvPr>
                <p:cNvSpPr/>
                <p:nvPr/>
              </p:nvSpPr>
              <p:spPr>
                <a:xfrm>
                  <a:off x="2747369" y="2106295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6" y="18478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779" name="Forme libre : forme 11778">
                <a:extLst>
                  <a:ext uri="{FF2B5EF4-FFF2-40B4-BE49-F238E27FC236}">
                    <a16:creationId xmlns:a16="http://schemas.microsoft.com/office/drawing/2014/main" id="{A44BCC03-E294-417C-8A2F-132BF669EA7F}"/>
                  </a:ext>
                </a:extLst>
              </p:cNvPr>
              <p:cNvSpPr/>
              <p:nvPr/>
            </p:nvSpPr>
            <p:spPr>
              <a:xfrm>
                <a:off x="2606209" y="2180780"/>
                <a:ext cx="234475" cy="279228"/>
              </a:xfrm>
              <a:custGeom>
                <a:avLst/>
                <a:gdLst>
                  <a:gd name="connsiteX0" fmla="*/ 195739 w 234475"/>
                  <a:gd name="connsiteY0" fmla="*/ 263843 h 279228"/>
                  <a:gd name="connsiteX1" fmla="*/ 184975 w 234475"/>
                  <a:gd name="connsiteY1" fmla="*/ 269367 h 279228"/>
                  <a:gd name="connsiteX2" fmla="*/ 113157 w 234475"/>
                  <a:gd name="connsiteY2" fmla="*/ 272701 h 279228"/>
                  <a:gd name="connsiteX3" fmla="*/ 64579 w 234475"/>
                  <a:gd name="connsiteY3" fmla="*/ 203740 h 279228"/>
                  <a:gd name="connsiteX4" fmla="*/ 0 w 234475"/>
                  <a:gd name="connsiteY4" fmla="*/ 62294 h 279228"/>
                  <a:gd name="connsiteX5" fmla="*/ 20002 w 234475"/>
                  <a:gd name="connsiteY5" fmla="*/ 49435 h 279228"/>
                  <a:gd name="connsiteX6" fmla="*/ 87535 w 234475"/>
                  <a:gd name="connsiteY6" fmla="*/ 197548 h 279228"/>
                  <a:gd name="connsiteX7" fmla="*/ 123349 w 234475"/>
                  <a:gd name="connsiteY7" fmla="*/ 251269 h 279228"/>
                  <a:gd name="connsiteX8" fmla="*/ 175165 w 234475"/>
                  <a:gd name="connsiteY8" fmla="*/ 247745 h 279228"/>
                  <a:gd name="connsiteX9" fmla="*/ 208407 w 234475"/>
                  <a:gd name="connsiteY9" fmla="*/ 215074 h 279228"/>
                  <a:gd name="connsiteX10" fmla="*/ 196691 w 234475"/>
                  <a:gd name="connsiteY10" fmla="*/ 154686 h 279228"/>
                  <a:gd name="connsiteX11" fmla="*/ 141160 w 234475"/>
                  <a:gd name="connsiteY11" fmla="*/ 1333 h 279228"/>
                  <a:gd name="connsiteX12" fmla="*/ 164973 w 234475"/>
                  <a:gd name="connsiteY12" fmla="*/ 0 h 279228"/>
                  <a:gd name="connsiteX13" fmla="*/ 217360 w 234475"/>
                  <a:gd name="connsiteY13" fmla="*/ 142970 h 279228"/>
                  <a:gd name="connsiteX14" fmla="*/ 230981 w 234475"/>
                  <a:gd name="connsiteY14" fmla="*/ 222504 h 279228"/>
                  <a:gd name="connsiteX15" fmla="*/ 195739 w 234475"/>
                  <a:gd name="connsiteY15" fmla="*/ 263843 h 279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475" h="279228">
                    <a:moveTo>
                      <a:pt x="195739" y="263843"/>
                    </a:moveTo>
                    <a:cubicBezTo>
                      <a:pt x="192405" y="265843"/>
                      <a:pt x="188785" y="267653"/>
                      <a:pt x="184975" y="269367"/>
                    </a:cubicBezTo>
                    <a:cubicBezTo>
                      <a:pt x="158591" y="281273"/>
                      <a:pt x="133731" y="282416"/>
                      <a:pt x="113157" y="272701"/>
                    </a:cubicBezTo>
                    <a:cubicBezTo>
                      <a:pt x="90392" y="261937"/>
                      <a:pt x="74009" y="238696"/>
                      <a:pt x="64579" y="203740"/>
                    </a:cubicBezTo>
                    <a:cubicBezTo>
                      <a:pt x="45815" y="134112"/>
                      <a:pt x="476" y="62960"/>
                      <a:pt x="0" y="62294"/>
                    </a:cubicBezTo>
                    <a:lnTo>
                      <a:pt x="20002" y="49435"/>
                    </a:lnTo>
                    <a:cubicBezTo>
                      <a:pt x="21908" y="52483"/>
                      <a:pt x="67723" y="124301"/>
                      <a:pt x="87535" y="197548"/>
                    </a:cubicBezTo>
                    <a:cubicBezTo>
                      <a:pt x="95059" y="225552"/>
                      <a:pt x="107156" y="243554"/>
                      <a:pt x="123349" y="251269"/>
                    </a:cubicBezTo>
                    <a:cubicBezTo>
                      <a:pt x="141160" y="259652"/>
                      <a:pt x="161354" y="254032"/>
                      <a:pt x="175165" y="247745"/>
                    </a:cubicBezTo>
                    <a:cubicBezTo>
                      <a:pt x="192786" y="239744"/>
                      <a:pt x="203930" y="228790"/>
                      <a:pt x="208407" y="215074"/>
                    </a:cubicBezTo>
                    <a:cubicBezTo>
                      <a:pt x="215265" y="194119"/>
                      <a:pt x="205835" y="170593"/>
                      <a:pt x="196691" y="154686"/>
                    </a:cubicBezTo>
                    <a:cubicBezTo>
                      <a:pt x="171641" y="110585"/>
                      <a:pt x="143351" y="38481"/>
                      <a:pt x="141160" y="1333"/>
                    </a:cubicBezTo>
                    <a:lnTo>
                      <a:pt x="164973" y="0"/>
                    </a:lnTo>
                    <a:cubicBezTo>
                      <a:pt x="166688" y="30099"/>
                      <a:pt x="191167" y="96965"/>
                      <a:pt x="217360" y="142970"/>
                    </a:cubicBezTo>
                    <a:cubicBezTo>
                      <a:pt x="233839" y="171926"/>
                      <a:pt x="238506" y="199358"/>
                      <a:pt x="230981" y="222504"/>
                    </a:cubicBezTo>
                    <a:cubicBezTo>
                      <a:pt x="225552" y="239554"/>
                      <a:pt x="213646" y="253460"/>
                      <a:pt x="195739" y="263843"/>
                    </a:cubicBezTo>
                    <a:close/>
                  </a:path>
                </a:pathLst>
              </a:custGeom>
              <a:solidFill>
                <a:srgbClr val="F99A10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780" name="Graphique 5">
              <a:extLst>
                <a:ext uri="{FF2B5EF4-FFF2-40B4-BE49-F238E27FC236}">
                  <a16:creationId xmlns:a16="http://schemas.microsoft.com/office/drawing/2014/main" id="{6E209322-E284-40B2-961C-DDDCC0FBBD27}"/>
                </a:ext>
              </a:extLst>
            </p:cNvPr>
            <p:cNvGrpSpPr/>
            <p:nvPr/>
          </p:nvGrpSpPr>
          <p:grpSpPr>
            <a:xfrm>
              <a:off x="3590816" y="2103628"/>
              <a:ext cx="178490" cy="352874"/>
              <a:chOff x="3590816" y="2103628"/>
              <a:chExt cx="178490" cy="352874"/>
            </a:xfrm>
            <a:solidFill>
              <a:schemeClr val="accent1"/>
            </a:solidFill>
          </p:grpSpPr>
          <p:grpSp>
            <p:nvGrpSpPr>
              <p:cNvPr id="11781" name="Graphique 5">
                <a:extLst>
                  <a:ext uri="{FF2B5EF4-FFF2-40B4-BE49-F238E27FC236}">
                    <a16:creationId xmlns:a16="http://schemas.microsoft.com/office/drawing/2014/main" id="{BA716CA7-9189-4D62-8439-47A3EF27666F}"/>
                  </a:ext>
                </a:extLst>
              </p:cNvPr>
              <p:cNvGrpSpPr/>
              <p:nvPr/>
            </p:nvGrpSpPr>
            <p:grpSpPr>
              <a:xfrm>
                <a:off x="3656340" y="2103628"/>
                <a:ext cx="112966" cy="112966"/>
                <a:chOff x="3656340" y="2103628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782" name="Forme libre : forme 11781">
                  <a:extLst>
                    <a:ext uri="{FF2B5EF4-FFF2-40B4-BE49-F238E27FC236}">
                      <a16:creationId xmlns:a16="http://schemas.microsoft.com/office/drawing/2014/main" id="{721065CD-ABB9-47CB-B2D5-334C346D670E}"/>
                    </a:ext>
                  </a:extLst>
                </p:cNvPr>
                <p:cNvSpPr/>
                <p:nvPr/>
              </p:nvSpPr>
              <p:spPr>
                <a:xfrm>
                  <a:off x="3656340" y="2103628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28C98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3" name="Forme libre : forme 11782">
                  <a:extLst>
                    <a:ext uri="{FF2B5EF4-FFF2-40B4-BE49-F238E27FC236}">
                      <a16:creationId xmlns:a16="http://schemas.microsoft.com/office/drawing/2014/main" id="{24B21F34-824D-4283-B30C-A588F24324B1}"/>
                    </a:ext>
                  </a:extLst>
                </p:cNvPr>
                <p:cNvSpPr/>
                <p:nvPr/>
              </p:nvSpPr>
              <p:spPr>
                <a:xfrm>
                  <a:off x="3656426" y="2109057"/>
                  <a:ext cx="112214" cy="107451"/>
                </a:xfrm>
                <a:custGeom>
                  <a:avLst/>
                  <a:gdLst>
                    <a:gd name="connsiteX0" fmla="*/ 56017 w 112214"/>
                    <a:gd name="connsiteY0" fmla="*/ 52292 h 107451"/>
                    <a:gd name="connsiteX1" fmla="*/ 32966 w 112214"/>
                    <a:gd name="connsiteY1" fmla="*/ 0 h 107451"/>
                    <a:gd name="connsiteX2" fmla="*/ 10487 w 112214"/>
                    <a:gd name="connsiteY2" fmla="*/ 18288 h 107451"/>
                    <a:gd name="connsiteX3" fmla="*/ 23727 w 112214"/>
                    <a:gd name="connsiteY3" fmla="*/ 96965 h 107451"/>
                    <a:gd name="connsiteX4" fmla="*/ 102403 w 112214"/>
                    <a:gd name="connsiteY4" fmla="*/ 83725 h 107451"/>
                    <a:gd name="connsiteX5" fmla="*/ 112214 w 112214"/>
                    <a:gd name="connsiteY5" fmla="*/ 57341 h 107451"/>
                    <a:gd name="connsiteX6" fmla="*/ 56017 w 112214"/>
                    <a:gd name="connsiteY6" fmla="*/ 52292 h 10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214" h="107451">
                      <a:moveTo>
                        <a:pt x="56017" y="52292"/>
                      </a:moveTo>
                      <a:cubicBezTo>
                        <a:pt x="38681" y="40005"/>
                        <a:pt x="30680" y="19717"/>
                        <a:pt x="32966" y="0"/>
                      </a:cubicBezTo>
                      <a:cubicBezTo>
                        <a:pt x="24298" y="4001"/>
                        <a:pt x="16393" y="10001"/>
                        <a:pt x="10487" y="18288"/>
                      </a:cubicBezTo>
                      <a:cubicBezTo>
                        <a:pt x="-7610" y="43720"/>
                        <a:pt x="-1705" y="78962"/>
                        <a:pt x="23727" y="96965"/>
                      </a:cubicBezTo>
                      <a:cubicBezTo>
                        <a:pt x="49159" y="115062"/>
                        <a:pt x="84401" y="109157"/>
                        <a:pt x="102403" y="83725"/>
                      </a:cubicBezTo>
                      <a:cubicBezTo>
                        <a:pt x="108118" y="75629"/>
                        <a:pt x="111262" y="66580"/>
                        <a:pt x="112214" y="57341"/>
                      </a:cubicBezTo>
                      <a:cubicBezTo>
                        <a:pt x="94498" y="65532"/>
                        <a:pt x="73066" y="64484"/>
                        <a:pt x="56017" y="52292"/>
                      </a:cubicBezTo>
                      <a:close/>
                    </a:path>
                  </a:pathLst>
                </a:custGeom>
                <a:solidFill>
                  <a:srgbClr val="0393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4" name="Forme libre : forme 11783">
                  <a:extLst>
                    <a:ext uri="{FF2B5EF4-FFF2-40B4-BE49-F238E27FC236}">
                      <a16:creationId xmlns:a16="http://schemas.microsoft.com/office/drawing/2014/main" id="{64C4830F-387C-430E-A6E2-E1E54D65D077}"/>
                    </a:ext>
                  </a:extLst>
                </p:cNvPr>
                <p:cNvSpPr/>
                <p:nvPr/>
              </p:nvSpPr>
              <p:spPr>
                <a:xfrm rot="-4847238">
                  <a:off x="3708979" y="2141458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5" name="Forme libre : forme 11784">
                  <a:extLst>
                    <a:ext uri="{FF2B5EF4-FFF2-40B4-BE49-F238E27FC236}">
                      <a16:creationId xmlns:a16="http://schemas.microsoft.com/office/drawing/2014/main" id="{B7FCBBBC-316B-441B-9E43-C6BE6CA05D74}"/>
                    </a:ext>
                  </a:extLst>
                </p:cNvPr>
                <p:cNvSpPr/>
                <p:nvPr/>
              </p:nvSpPr>
              <p:spPr>
                <a:xfrm>
                  <a:off x="3721777" y="2133536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786" name="Forme libre : forme 11785">
                <a:extLst>
                  <a:ext uri="{FF2B5EF4-FFF2-40B4-BE49-F238E27FC236}">
                    <a16:creationId xmlns:a16="http://schemas.microsoft.com/office/drawing/2014/main" id="{A93B36D3-97A9-4A1A-94B1-730F08AF13D1}"/>
                  </a:ext>
                </a:extLst>
              </p:cNvPr>
              <p:cNvSpPr/>
              <p:nvPr/>
            </p:nvSpPr>
            <p:spPr>
              <a:xfrm>
                <a:off x="3590816" y="2203069"/>
                <a:ext cx="116196" cy="253433"/>
              </a:xfrm>
              <a:custGeom>
                <a:avLst/>
                <a:gdLst>
                  <a:gd name="connsiteX0" fmla="*/ 45807 w 116196"/>
                  <a:gd name="connsiteY0" fmla="*/ 237935 h 253433"/>
                  <a:gd name="connsiteX1" fmla="*/ 44759 w 116196"/>
                  <a:gd name="connsiteY1" fmla="*/ 212503 h 253433"/>
                  <a:gd name="connsiteX2" fmla="*/ 116197 w 116196"/>
                  <a:gd name="connsiteY2" fmla="*/ 7810 h 253433"/>
                  <a:gd name="connsiteX3" fmla="*/ 93718 w 116196"/>
                  <a:gd name="connsiteY3" fmla="*/ 0 h 253433"/>
                  <a:gd name="connsiteX4" fmla="*/ 22756 w 116196"/>
                  <a:gd name="connsiteY4" fmla="*/ 203454 h 253433"/>
                  <a:gd name="connsiteX5" fmla="*/ 5612 w 116196"/>
                  <a:gd name="connsiteY5" fmla="*/ 223933 h 253433"/>
                  <a:gd name="connsiteX6" fmla="*/ 22280 w 116196"/>
                  <a:gd name="connsiteY6" fmla="*/ 240792 h 253433"/>
                  <a:gd name="connsiteX7" fmla="*/ 22280 w 116196"/>
                  <a:gd name="connsiteY7" fmla="*/ 240792 h 253433"/>
                  <a:gd name="connsiteX8" fmla="*/ 45807 w 116196"/>
                  <a:gd name="connsiteY8" fmla="*/ 237935 h 253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196" h="253433">
                    <a:moveTo>
                      <a:pt x="45807" y="237935"/>
                    </a:moveTo>
                    <a:cubicBezTo>
                      <a:pt x="42854" y="226123"/>
                      <a:pt x="43997" y="216503"/>
                      <a:pt x="44759" y="212503"/>
                    </a:cubicBezTo>
                    <a:lnTo>
                      <a:pt x="116197" y="7810"/>
                    </a:lnTo>
                    <a:lnTo>
                      <a:pt x="93718" y="0"/>
                    </a:lnTo>
                    <a:lnTo>
                      <a:pt x="22756" y="203454"/>
                    </a:lnTo>
                    <a:cubicBezTo>
                      <a:pt x="21614" y="205931"/>
                      <a:pt x="16565" y="215456"/>
                      <a:pt x="5612" y="223933"/>
                    </a:cubicBezTo>
                    <a:cubicBezTo>
                      <a:pt x="-7152" y="233744"/>
                      <a:pt x="3325" y="252698"/>
                      <a:pt x="22280" y="240792"/>
                    </a:cubicBezTo>
                    <a:lnTo>
                      <a:pt x="22280" y="240792"/>
                    </a:lnTo>
                    <a:cubicBezTo>
                      <a:pt x="29805" y="261938"/>
                      <a:pt x="49712" y="253460"/>
                      <a:pt x="45807" y="237935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787" name="Graphique 5">
              <a:extLst>
                <a:ext uri="{FF2B5EF4-FFF2-40B4-BE49-F238E27FC236}">
                  <a16:creationId xmlns:a16="http://schemas.microsoft.com/office/drawing/2014/main" id="{D7C17246-18E3-4531-AB33-9AE17BAEF5A2}"/>
                </a:ext>
              </a:extLst>
            </p:cNvPr>
            <p:cNvGrpSpPr/>
            <p:nvPr/>
          </p:nvGrpSpPr>
          <p:grpSpPr>
            <a:xfrm>
              <a:off x="4318206" y="3205861"/>
              <a:ext cx="362833" cy="135655"/>
              <a:chOff x="4318206" y="3205861"/>
              <a:chExt cx="362833" cy="135655"/>
            </a:xfrm>
            <a:solidFill>
              <a:schemeClr val="accent1"/>
            </a:solidFill>
          </p:grpSpPr>
          <p:grpSp>
            <p:nvGrpSpPr>
              <p:cNvPr id="11788" name="Graphique 5">
                <a:extLst>
                  <a:ext uri="{FF2B5EF4-FFF2-40B4-BE49-F238E27FC236}">
                    <a16:creationId xmlns:a16="http://schemas.microsoft.com/office/drawing/2014/main" id="{5EA0D8FE-C8B8-4292-9A0F-892D7F6D0B49}"/>
                  </a:ext>
                </a:extLst>
              </p:cNvPr>
              <p:cNvGrpSpPr/>
              <p:nvPr/>
            </p:nvGrpSpPr>
            <p:grpSpPr>
              <a:xfrm>
                <a:off x="4568073" y="3205861"/>
                <a:ext cx="112966" cy="112966"/>
                <a:chOff x="4568073" y="3205861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789" name="Forme libre : forme 11788">
                  <a:extLst>
                    <a:ext uri="{FF2B5EF4-FFF2-40B4-BE49-F238E27FC236}">
                      <a16:creationId xmlns:a16="http://schemas.microsoft.com/office/drawing/2014/main" id="{102D7822-F27F-43D1-B4A5-671056818A01}"/>
                    </a:ext>
                  </a:extLst>
                </p:cNvPr>
                <p:cNvSpPr/>
                <p:nvPr/>
              </p:nvSpPr>
              <p:spPr>
                <a:xfrm>
                  <a:off x="4568073" y="3205861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28C98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90" name="Forme libre : forme 11789">
                  <a:extLst>
                    <a:ext uri="{FF2B5EF4-FFF2-40B4-BE49-F238E27FC236}">
                      <a16:creationId xmlns:a16="http://schemas.microsoft.com/office/drawing/2014/main" id="{C0D62C67-D8C6-45AC-8B61-482A2AF46971}"/>
                    </a:ext>
                  </a:extLst>
                </p:cNvPr>
                <p:cNvSpPr/>
                <p:nvPr/>
              </p:nvSpPr>
              <p:spPr>
                <a:xfrm>
                  <a:off x="4568117" y="3205904"/>
                  <a:ext cx="88824" cy="112880"/>
                </a:xfrm>
                <a:custGeom>
                  <a:avLst/>
                  <a:gdLst>
                    <a:gd name="connsiteX0" fmla="*/ 55106 w 88824"/>
                    <a:gd name="connsiteY0" fmla="*/ 56725 h 112880"/>
                    <a:gd name="connsiteX1" fmla="*/ 88825 w 88824"/>
                    <a:gd name="connsiteY1" fmla="*/ 10529 h 112880"/>
                    <a:gd name="connsiteX2" fmla="*/ 61678 w 88824"/>
                    <a:gd name="connsiteY2" fmla="*/ 242 h 112880"/>
                    <a:gd name="connsiteX3" fmla="*/ 242 w 88824"/>
                    <a:gd name="connsiteY3" fmla="*/ 51201 h 112880"/>
                    <a:gd name="connsiteX4" fmla="*/ 51201 w 88824"/>
                    <a:gd name="connsiteY4" fmla="*/ 112637 h 112880"/>
                    <a:gd name="connsiteX5" fmla="*/ 79014 w 88824"/>
                    <a:gd name="connsiteY5" fmla="*/ 107970 h 112880"/>
                    <a:gd name="connsiteX6" fmla="*/ 55106 w 88824"/>
                    <a:gd name="connsiteY6" fmla="*/ 56725 h 112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8824" h="112880">
                      <a:moveTo>
                        <a:pt x="55106" y="56725"/>
                      </a:moveTo>
                      <a:cubicBezTo>
                        <a:pt x="57106" y="35580"/>
                        <a:pt x="70632" y="18435"/>
                        <a:pt x="88825" y="10529"/>
                      </a:cubicBezTo>
                      <a:cubicBezTo>
                        <a:pt x="81014" y="5005"/>
                        <a:pt x="71870" y="1195"/>
                        <a:pt x="61678" y="242"/>
                      </a:cubicBezTo>
                      <a:cubicBezTo>
                        <a:pt x="30627" y="-2615"/>
                        <a:pt x="3100" y="20149"/>
                        <a:pt x="242" y="51201"/>
                      </a:cubicBezTo>
                      <a:cubicBezTo>
                        <a:pt x="-2615" y="82252"/>
                        <a:pt x="20150" y="109780"/>
                        <a:pt x="51201" y="112637"/>
                      </a:cubicBezTo>
                      <a:cubicBezTo>
                        <a:pt x="61107" y="113590"/>
                        <a:pt x="70442" y="111685"/>
                        <a:pt x="79014" y="107970"/>
                      </a:cubicBezTo>
                      <a:cubicBezTo>
                        <a:pt x="62917" y="96635"/>
                        <a:pt x="53201" y="77585"/>
                        <a:pt x="55106" y="56725"/>
                      </a:cubicBezTo>
                      <a:close/>
                    </a:path>
                  </a:pathLst>
                </a:custGeom>
                <a:solidFill>
                  <a:srgbClr val="0393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91" name="Forme libre : forme 11790">
                  <a:extLst>
                    <a:ext uri="{FF2B5EF4-FFF2-40B4-BE49-F238E27FC236}">
                      <a16:creationId xmlns:a16="http://schemas.microsoft.com/office/drawing/2014/main" id="{1D80BB3F-03B7-441B-9607-A35730F1CE4F}"/>
                    </a:ext>
                  </a:extLst>
                </p:cNvPr>
                <p:cNvSpPr/>
                <p:nvPr/>
              </p:nvSpPr>
              <p:spPr>
                <a:xfrm rot="-1254205">
                  <a:off x="4604874" y="3261505"/>
                  <a:ext cx="54102" cy="47054"/>
                </a:xfrm>
                <a:custGeom>
                  <a:avLst/>
                  <a:gdLst>
                    <a:gd name="connsiteX0" fmla="*/ 54103 w 54102"/>
                    <a:gd name="connsiteY0" fmla="*/ 23527 h 47054"/>
                    <a:gd name="connsiteX1" fmla="*/ 27052 w 54102"/>
                    <a:gd name="connsiteY1" fmla="*/ 47054 h 47054"/>
                    <a:gd name="connsiteX2" fmla="*/ 0 w 54102"/>
                    <a:gd name="connsiteY2" fmla="*/ 23527 h 47054"/>
                    <a:gd name="connsiteX3" fmla="*/ 27052 w 54102"/>
                    <a:gd name="connsiteY3" fmla="*/ 0 h 47054"/>
                    <a:gd name="connsiteX4" fmla="*/ 54103 w 54102"/>
                    <a:gd name="connsiteY4" fmla="*/ 23527 h 47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2" h="47054">
                      <a:moveTo>
                        <a:pt x="54103" y="23527"/>
                      </a:moveTo>
                      <a:cubicBezTo>
                        <a:pt x="54103" y="36521"/>
                        <a:pt x="41992" y="47054"/>
                        <a:pt x="27052" y="47054"/>
                      </a:cubicBezTo>
                      <a:cubicBezTo>
                        <a:pt x="12111" y="47054"/>
                        <a:pt x="0" y="36521"/>
                        <a:pt x="0" y="23527"/>
                      </a:cubicBezTo>
                      <a:cubicBezTo>
                        <a:pt x="0" y="10534"/>
                        <a:pt x="12111" y="0"/>
                        <a:pt x="27052" y="0"/>
                      </a:cubicBezTo>
                      <a:cubicBezTo>
                        <a:pt x="41992" y="0"/>
                        <a:pt x="54103" y="10533"/>
                        <a:pt x="54103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92" name="Forme libre : forme 11791">
                  <a:extLst>
                    <a:ext uri="{FF2B5EF4-FFF2-40B4-BE49-F238E27FC236}">
                      <a16:creationId xmlns:a16="http://schemas.microsoft.com/office/drawing/2014/main" id="{6B7C68B2-448F-4D4B-AB7A-071255DB78EC}"/>
                    </a:ext>
                  </a:extLst>
                </p:cNvPr>
                <p:cNvSpPr/>
                <p:nvPr/>
              </p:nvSpPr>
              <p:spPr>
                <a:xfrm>
                  <a:off x="4639320" y="3260153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793" name="Forme libre : forme 11792">
                <a:extLst>
                  <a:ext uri="{FF2B5EF4-FFF2-40B4-BE49-F238E27FC236}">
                    <a16:creationId xmlns:a16="http://schemas.microsoft.com/office/drawing/2014/main" id="{CC200D0A-CF6E-4402-B74A-9F7B9292C19C}"/>
                  </a:ext>
                </a:extLst>
              </p:cNvPr>
              <p:cNvSpPr/>
              <p:nvPr/>
            </p:nvSpPr>
            <p:spPr>
              <a:xfrm>
                <a:off x="4318206" y="3259391"/>
                <a:ext cx="259391" cy="82124"/>
              </a:xfrm>
              <a:custGeom>
                <a:avLst/>
                <a:gdLst>
                  <a:gd name="connsiteX0" fmla="*/ 25077 w 259391"/>
                  <a:gd name="connsiteY0" fmla="*/ 77914 h 82124"/>
                  <a:gd name="connsiteX1" fmla="*/ 46508 w 259391"/>
                  <a:gd name="connsiteY1" fmla="*/ 64294 h 82124"/>
                  <a:gd name="connsiteX2" fmla="*/ 259392 w 259391"/>
                  <a:gd name="connsiteY2" fmla="*/ 23336 h 82124"/>
                  <a:gd name="connsiteX3" fmla="*/ 254915 w 259391"/>
                  <a:gd name="connsiteY3" fmla="*/ 0 h 82124"/>
                  <a:gd name="connsiteX4" fmla="*/ 43270 w 259391"/>
                  <a:gd name="connsiteY4" fmla="*/ 40672 h 82124"/>
                  <a:gd name="connsiteX5" fmla="*/ 16885 w 259391"/>
                  <a:gd name="connsiteY5" fmla="*/ 36100 h 82124"/>
                  <a:gd name="connsiteX6" fmla="*/ 10599 w 259391"/>
                  <a:gd name="connsiteY6" fmla="*/ 58960 h 82124"/>
                  <a:gd name="connsiteX7" fmla="*/ 10599 w 259391"/>
                  <a:gd name="connsiteY7" fmla="*/ 58960 h 82124"/>
                  <a:gd name="connsiteX8" fmla="*/ 25077 w 259391"/>
                  <a:gd name="connsiteY8" fmla="*/ 77914 h 8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9391" h="82124">
                    <a:moveTo>
                      <a:pt x="25077" y="77914"/>
                    </a:moveTo>
                    <a:cubicBezTo>
                      <a:pt x="33745" y="69437"/>
                      <a:pt x="42698" y="65627"/>
                      <a:pt x="46508" y="64294"/>
                    </a:cubicBezTo>
                    <a:lnTo>
                      <a:pt x="259392" y="23336"/>
                    </a:lnTo>
                    <a:lnTo>
                      <a:pt x="254915" y="0"/>
                    </a:lnTo>
                    <a:lnTo>
                      <a:pt x="43270" y="40672"/>
                    </a:lnTo>
                    <a:cubicBezTo>
                      <a:pt x="40508" y="40862"/>
                      <a:pt x="29744" y="41338"/>
                      <a:pt x="16885" y="36100"/>
                    </a:cubicBezTo>
                    <a:cubicBezTo>
                      <a:pt x="2026" y="30004"/>
                      <a:pt x="-9118" y="48578"/>
                      <a:pt x="10599" y="58960"/>
                    </a:cubicBezTo>
                    <a:lnTo>
                      <a:pt x="10599" y="58960"/>
                    </a:lnTo>
                    <a:cubicBezTo>
                      <a:pt x="-3689" y="76200"/>
                      <a:pt x="13552" y="89154"/>
                      <a:pt x="25077" y="77914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794" name="Graphique 5">
              <a:extLst>
                <a:ext uri="{FF2B5EF4-FFF2-40B4-BE49-F238E27FC236}">
                  <a16:creationId xmlns:a16="http://schemas.microsoft.com/office/drawing/2014/main" id="{E851A85C-90CA-4544-BB2D-A370F4B75BF6}"/>
                </a:ext>
              </a:extLst>
            </p:cNvPr>
            <p:cNvGrpSpPr/>
            <p:nvPr/>
          </p:nvGrpSpPr>
          <p:grpSpPr>
            <a:xfrm>
              <a:off x="4071945" y="4208082"/>
              <a:ext cx="300103" cy="273938"/>
              <a:chOff x="4071945" y="4208082"/>
              <a:chExt cx="300103" cy="273938"/>
            </a:xfrm>
            <a:solidFill>
              <a:schemeClr val="accent1"/>
            </a:solidFill>
          </p:grpSpPr>
          <p:grpSp>
            <p:nvGrpSpPr>
              <p:cNvPr id="11795" name="Graphique 5">
                <a:extLst>
                  <a:ext uri="{FF2B5EF4-FFF2-40B4-BE49-F238E27FC236}">
                    <a16:creationId xmlns:a16="http://schemas.microsoft.com/office/drawing/2014/main" id="{A31AB0FB-A063-4D45-B18E-6B5D5390EF5A}"/>
                  </a:ext>
                </a:extLst>
              </p:cNvPr>
              <p:cNvGrpSpPr/>
              <p:nvPr/>
            </p:nvGrpSpPr>
            <p:grpSpPr>
              <a:xfrm>
                <a:off x="4259082" y="4369046"/>
                <a:ext cx="112966" cy="112974"/>
                <a:chOff x="4259082" y="4369046"/>
                <a:chExt cx="112966" cy="112974"/>
              </a:xfrm>
              <a:solidFill>
                <a:schemeClr val="accent1"/>
              </a:solidFill>
            </p:grpSpPr>
            <p:sp>
              <p:nvSpPr>
                <p:cNvPr id="11796" name="Forme libre : forme 11795">
                  <a:extLst>
                    <a:ext uri="{FF2B5EF4-FFF2-40B4-BE49-F238E27FC236}">
                      <a16:creationId xmlns:a16="http://schemas.microsoft.com/office/drawing/2014/main" id="{A24575D9-857D-4BD5-8FCA-C270EEC19243}"/>
                    </a:ext>
                  </a:extLst>
                </p:cNvPr>
                <p:cNvSpPr/>
                <p:nvPr/>
              </p:nvSpPr>
              <p:spPr>
                <a:xfrm>
                  <a:off x="4259082" y="4369054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28C98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97" name="Forme libre : forme 11796">
                  <a:extLst>
                    <a:ext uri="{FF2B5EF4-FFF2-40B4-BE49-F238E27FC236}">
                      <a16:creationId xmlns:a16="http://schemas.microsoft.com/office/drawing/2014/main" id="{984F6D33-1422-4139-9BD0-337B2A11BA52}"/>
                    </a:ext>
                  </a:extLst>
                </p:cNvPr>
                <p:cNvSpPr/>
                <p:nvPr/>
              </p:nvSpPr>
              <p:spPr>
                <a:xfrm>
                  <a:off x="4259169" y="4369046"/>
                  <a:ext cx="112593" cy="105926"/>
                </a:xfrm>
                <a:custGeom>
                  <a:avLst/>
                  <a:gdLst>
                    <a:gd name="connsiteX0" fmla="*/ 55444 w 112593"/>
                    <a:gd name="connsiteY0" fmla="*/ 55634 h 105926"/>
                    <a:gd name="connsiteX1" fmla="*/ 112594 w 112593"/>
                    <a:gd name="connsiteY1" fmla="*/ 53729 h 105926"/>
                    <a:gd name="connsiteX2" fmla="*/ 104021 w 112593"/>
                    <a:gd name="connsiteY2" fmla="*/ 26011 h 105926"/>
                    <a:gd name="connsiteX3" fmla="*/ 26011 w 112593"/>
                    <a:gd name="connsiteY3" fmla="*/ 8961 h 105926"/>
                    <a:gd name="connsiteX4" fmla="*/ 8961 w 112593"/>
                    <a:gd name="connsiteY4" fmla="*/ 86971 h 105926"/>
                    <a:gd name="connsiteX5" fmla="*/ 29726 w 112593"/>
                    <a:gd name="connsiteY5" fmla="*/ 105926 h 105926"/>
                    <a:gd name="connsiteX6" fmla="*/ 55444 w 112593"/>
                    <a:gd name="connsiteY6" fmla="*/ 55634 h 105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593" h="105926">
                      <a:moveTo>
                        <a:pt x="55444" y="55634"/>
                      </a:moveTo>
                      <a:cubicBezTo>
                        <a:pt x="73351" y="44204"/>
                        <a:pt x="95163" y="44299"/>
                        <a:pt x="112594" y="53729"/>
                      </a:cubicBezTo>
                      <a:cubicBezTo>
                        <a:pt x="112117" y="44204"/>
                        <a:pt x="109545" y="34679"/>
                        <a:pt x="104021" y="26011"/>
                      </a:cubicBezTo>
                      <a:cubicBezTo>
                        <a:pt x="87162" y="-278"/>
                        <a:pt x="52300" y="-7898"/>
                        <a:pt x="26011" y="8961"/>
                      </a:cubicBezTo>
                      <a:cubicBezTo>
                        <a:pt x="-278" y="25821"/>
                        <a:pt x="-7898" y="60682"/>
                        <a:pt x="8961" y="86971"/>
                      </a:cubicBezTo>
                      <a:cubicBezTo>
                        <a:pt x="14295" y="95353"/>
                        <a:pt x="21630" y="101545"/>
                        <a:pt x="29726" y="105926"/>
                      </a:cubicBezTo>
                      <a:cubicBezTo>
                        <a:pt x="28773" y="86400"/>
                        <a:pt x="37822" y="66969"/>
                        <a:pt x="55444" y="55634"/>
                      </a:cubicBezTo>
                      <a:close/>
                    </a:path>
                  </a:pathLst>
                </a:custGeom>
                <a:solidFill>
                  <a:srgbClr val="0393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98" name="Forme libre : forme 11797">
                  <a:extLst>
                    <a:ext uri="{FF2B5EF4-FFF2-40B4-BE49-F238E27FC236}">
                      <a16:creationId xmlns:a16="http://schemas.microsoft.com/office/drawing/2014/main" id="{3BDDBF67-75B4-42C3-9970-B87CFF45F0D7}"/>
                    </a:ext>
                  </a:extLst>
                </p:cNvPr>
                <p:cNvSpPr/>
                <p:nvPr/>
              </p:nvSpPr>
              <p:spPr>
                <a:xfrm rot="-3533862">
                  <a:off x="4279178" y="4418040"/>
                  <a:ext cx="47056" cy="54105"/>
                </a:xfrm>
                <a:custGeom>
                  <a:avLst/>
                  <a:gdLst>
                    <a:gd name="connsiteX0" fmla="*/ 47057 w 47056"/>
                    <a:gd name="connsiteY0" fmla="*/ 27053 h 54105"/>
                    <a:gd name="connsiteX1" fmla="*/ 23528 w 47056"/>
                    <a:gd name="connsiteY1" fmla="*/ 54105 h 54105"/>
                    <a:gd name="connsiteX2" fmla="*/ 0 w 47056"/>
                    <a:gd name="connsiteY2" fmla="*/ 27053 h 54105"/>
                    <a:gd name="connsiteX3" fmla="*/ 23528 w 47056"/>
                    <a:gd name="connsiteY3" fmla="*/ 0 h 54105"/>
                    <a:gd name="connsiteX4" fmla="*/ 47057 w 47056"/>
                    <a:gd name="connsiteY4" fmla="*/ 27053 h 54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6" h="54105">
                      <a:moveTo>
                        <a:pt x="47057" y="27053"/>
                      </a:moveTo>
                      <a:cubicBezTo>
                        <a:pt x="47057" y="41993"/>
                        <a:pt x="36523" y="54105"/>
                        <a:pt x="23528" y="54105"/>
                      </a:cubicBezTo>
                      <a:cubicBezTo>
                        <a:pt x="10534" y="54105"/>
                        <a:pt x="0" y="41993"/>
                        <a:pt x="0" y="27053"/>
                      </a:cubicBezTo>
                      <a:cubicBezTo>
                        <a:pt x="0" y="12112"/>
                        <a:pt x="10534" y="0"/>
                        <a:pt x="23528" y="0"/>
                      </a:cubicBezTo>
                      <a:cubicBezTo>
                        <a:pt x="36523" y="0"/>
                        <a:pt x="47057" y="12112"/>
                        <a:pt x="47057" y="27053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6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99" name="Forme libre : forme 11798">
                  <a:extLst>
                    <a:ext uri="{FF2B5EF4-FFF2-40B4-BE49-F238E27FC236}">
                      <a16:creationId xmlns:a16="http://schemas.microsoft.com/office/drawing/2014/main" id="{84D0DB30-459E-4183-B620-EDC7F1CAF777}"/>
                    </a:ext>
                  </a:extLst>
                </p:cNvPr>
                <p:cNvSpPr/>
                <p:nvPr/>
              </p:nvSpPr>
              <p:spPr>
                <a:xfrm>
                  <a:off x="4315661" y="4439539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800" name="Forme libre : forme 11799">
                <a:extLst>
                  <a:ext uri="{FF2B5EF4-FFF2-40B4-BE49-F238E27FC236}">
                    <a16:creationId xmlns:a16="http://schemas.microsoft.com/office/drawing/2014/main" id="{30A17AA4-0A21-4259-84C6-AD9E7BE056B0}"/>
                  </a:ext>
                </a:extLst>
              </p:cNvPr>
              <p:cNvSpPr/>
              <p:nvPr/>
            </p:nvSpPr>
            <p:spPr>
              <a:xfrm>
                <a:off x="4071945" y="4208082"/>
                <a:ext cx="214283" cy="193071"/>
              </a:xfrm>
              <a:custGeom>
                <a:avLst/>
                <a:gdLst>
                  <a:gd name="connsiteX0" fmla="*/ 11401 w 214283"/>
                  <a:gd name="connsiteY0" fmla="*/ 42004 h 193071"/>
                  <a:gd name="connsiteX1" fmla="*/ 35404 w 214283"/>
                  <a:gd name="connsiteY1" fmla="*/ 50482 h 193071"/>
                  <a:gd name="connsiteX2" fmla="*/ 198662 w 214283"/>
                  <a:gd name="connsiteY2" fmla="*/ 193071 h 193071"/>
                  <a:gd name="connsiteX3" fmla="*/ 214283 w 214283"/>
                  <a:gd name="connsiteY3" fmla="*/ 175164 h 193071"/>
                  <a:gd name="connsiteX4" fmla="*/ 51977 w 214283"/>
                  <a:gd name="connsiteY4" fmla="*/ 33432 h 193071"/>
                  <a:gd name="connsiteX5" fmla="*/ 39309 w 214283"/>
                  <a:gd name="connsiteY5" fmla="*/ 9810 h 193071"/>
                  <a:gd name="connsiteX6" fmla="*/ 17402 w 214283"/>
                  <a:gd name="connsiteY6" fmla="*/ 18954 h 193071"/>
                  <a:gd name="connsiteX7" fmla="*/ 17402 w 214283"/>
                  <a:gd name="connsiteY7" fmla="*/ 18954 h 193071"/>
                  <a:gd name="connsiteX8" fmla="*/ 11401 w 214283"/>
                  <a:gd name="connsiteY8" fmla="*/ 42004 h 193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4283" h="193071">
                    <a:moveTo>
                      <a:pt x="11401" y="42004"/>
                    </a:moveTo>
                    <a:cubicBezTo>
                      <a:pt x="23402" y="43624"/>
                      <a:pt x="31879" y="48291"/>
                      <a:pt x="35404" y="50482"/>
                    </a:cubicBezTo>
                    <a:lnTo>
                      <a:pt x="198662" y="193071"/>
                    </a:lnTo>
                    <a:lnTo>
                      <a:pt x="214283" y="175164"/>
                    </a:lnTo>
                    <a:lnTo>
                      <a:pt x="51977" y="33432"/>
                    </a:lnTo>
                    <a:cubicBezTo>
                      <a:pt x="50072" y="31432"/>
                      <a:pt x="43119" y="23145"/>
                      <a:pt x="39309" y="9810"/>
                    </a:cubicBezTo>
                    <a:cubicBezTo>
                      <a:pt x="34928" y="-5621"/>
                      <a:pt x="13496" y="-3049"/>
                      <a:pt x="17402" y="18954"/>
                    </a:cubicBezTo>
                    <a:lnTo>
                      <a:pt x="17402" y="18954"/>
                    </a:lnTo>
                    <a:cubicBezTo>
                      <a:pt x="-4887" y="18192"/>
                      <a:pt x="-4506" y="39814"/>
                      <a:pt x="11401" y="42004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801" name="Graphique 5">
              <a:extLst>
                <a:ext uri="{FF2B5EF4-FFF2-40B4-BE49-F238E27FC236}">
                  <a16:creationId xmlns:a16="http://schemas.microsoft.com/office/drawing/2014/main" id="{A1EEDAB1-AE79-4998-9803-43AC33491B87}"/>
                </a:ext>
              </a:extLst>
            </p:cNvPr>
            <p:cNvGrpSpPr/>
            <p:nvPr/>
          </p:nvGrpSpPr>
          <p:grpSpPr>
            <a:xfrm>
              <a:off x="3382057" y="4618813"/>
              <a:ext cx="131979" cy="363364"/>
              <a:chOff x="3382057" y="4618813"/>
              <a:chExt cx="131979" cy="363364"/>
            </a:xfrm>
            <a:solidFill>
              <a:schemeClr val="accent1"/>
            </a:solidFill>
          </p:grpSpPr>
          <p:grpSp>
            <p:nvGrpSpPr>
              <p:cNvPr id="11802" name="Graphique 5">
                <a:extLst>
                  <a:ext uri="{FF2B5EF4-FFF2-40B4-BE49-F238E27FC236}">
                    <a16:creationId xmlns:a16="http://schemas.microsoft.com/office/drawing/2014/main" id="{554152DC-46AE-48E5-9082-03984B45618B}"/>
                  </a:ext>
                </a:extLst>
              </p:cNvPr>
              <p:cNvGrpSpPr/>
              <p:nvPr/>
            </p:nvGrpSpPr>
            <p:grpSpPr>
              <a:xfrm>
                <a:off x="3401061" y="4869169"/>
                <a:ext cx="112975" cy="113008"/>
                <a:chOff x="3401061" y="4869169"/>
                <a:chExt cx="112975" cy="113008"/>
              </a:xfrm>
              <a:solidFill>
                <a:schemeClr val="accent1"/>
              </a:solidFill>
            </p:grpSpPr>
            <p:sp>
              <p:nvSpPr>
                <p:cNvPr id="11803" name="Forme libre : forme 11802">
                  <a:extLst>
                    <a:ext uri="{FF2B5EF4-FFF2-40B4-BE49-F238E27FC236}">
                      <a16:creationId xmlns:a16="http://schemas.microsoft.com/office/drawing/2014/main" id="{3F1BDB20-EF42-4625-BAF7-0F08575382A2}"/>
                    </a:ext>
                  </a:extLst>
                </p:cNvPr>
                <p:cNvSpPr/>
                <p:nvPr/>
              </p:nvSpPr>
              <p:spPr>
                <a:xfrm>
                  <a:off x="3401070" y="4869212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28C98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04" name="Forme libre : forme 11803">
                  <a:extLst>
                    <a:ext uri="{FF2B5EF4-FFF2-40B4-BE49-F238E27FC236}">
                      <a16:creationId xmlns:a16="http://schemas.microsoft.com/office/drawing/2014/main" id="{32790147-CDE1-41A7-A72E-6B827365E16B}"/>
                    </a:ext>
                  </a:extLst>
                </p:cNvPr>
                <p:cNvSpPr/>
                <p:nvPr/>
              </p:nvSpPr>
              <p:spPr>
                <a:xfrm>
                  <a:off x="3401061" y="4869169"/>
                  <a:ext cx="112922" cy="89481"/>
                </a:xfrm>
                <a:custGeom>
                  <a:avLst/>
                  <a:gdLst>
                    <a:gd name="connsiteX0" fmla="*/ 56207 w 112922"/>
                    <a:gd name="connsiteY0" fmla="*/ 55192 h 89481"/>
                    <a:gd name="connsiteX1" fmla="*/ 102022 w 112922"/>
                    <a:gd name="connsiteY1" fmla="*/ 89482 h 89481"/>
                    <a:gd name="connsiteX2" fmla="*/ 112595 w 112922"/>
                    <a:gd name="connsiteY2" fmla="*/ 62431 h 89481"/>
                    <a:gd name="connsiteX3" fmla="*/ 62398 w 112922"/>
                    <a:gd name="connsiteY3" fmla="*/ 328 h 89481"/>
                    <a:gd name="connsiteX4" fmla="*/ 295 w 112922"/>
                    <a:gd name="connsiteY4" fmla="*/ 50525 h 89481"/>
                    <a:gd name="connsiteX5" fmla="*/ 4676 w 112922"/>
                    <a:gd name="connsiteY5" fmla="*/ 78338 h 89481"/>
                    <a:gd name="connsiteX6" fmla="*/ 56207 w 112922"/>
                    <a:gd name="connsiteY6" fmla="*/ 55192 h 89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922" h="89481">
                      <a:moveTo>
                        <a:pt x="56207" y="55192"/>
                      </a:moveTo>
                      <a:cubicBezTo>
                        <a:pt x="77352" y="57478"/>
                        <a:pt x="94307" y="71194"/>
                        <a:pt x="102022" y="89482"/>
                      </a:cubicBezTo>
                      <a:cubicBezTo>
                        <a:pt x="107642" y="81767"/>
                        <a:pt x="111547" y="72622"/>
                        <a:pt x="112595" y="62431"/>
                      </a:cubicBezTo>
                      <a:cubicBezTo>
                        <a:pt x="115929" y="31475"/>
                        <a:pt x="93449" y="3662"/>
                        <a:pt x="62398" y="328"/>
                      </a:cubicBezTo>
                      <a:cubicBezTo>
                        <a:pt x="31442" y="-3006"/>
                        <a:pt x="3629" y="19473"/>
                        <a:pt x="295" y="50525"/>
                      </a:cubicBezTo>
                      <a:cubicBezTo>
                        <a:pt x="-753" y="60430"/>
                        <a:pt x="1057" y="69860"/>
                        <a:pt x="4676" y="78338"/>
                      </a:cubicBezTo>
                      <a:cubicBezTo>
                        <a:pt x="16202" y="62526"/>
                        <a:pt x="35442" y="53001"/>
                        <a:pt x="56207" y="55192"/>
                      </a:cubicBezTo>
                      <a:close/>
                    </a:path>
                  </a:pathLst>
                </a:custGeom>
                <a:solidFill>
                  <a:srgbClr val="0393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05" name="Forme libre : forme 11804">
                  <a:extLst>
                    <a:ext uri="{FF2B5EF4-FFF2-40B4-BE49-F238E27FC236}">
                      <a16:creationId xmlns:a16="http://schemas.microsoft.com/office/drawing/2014/main" id="{F0DE54CC-2331-47D7-8EA4-924A304A9306}"/>
                    </a:ext>
                  </a:extLst>
                </p:cNvPr>
                <p:cNvSpPr/>
                <p:nvPr/>
              </p:nvSpPr>
              <p:spPr>
                <a:xfrm rot="-1210147">
                  <a:off x="3411403" y="4905951"/>
                  <a:ext cx="47054" cy="54103"/>
                </a:xfrm>
                <a:custGeom>
                  <a:avLst/>
                  <a:gdLst>
                    <a:gd name="connsiteX0" fmla="*/ 47055 w 47054"/>
                    <a:gd name="connsiteY0" fmla="*/ 27052 h 54103"/>
                    <a:gd name="connsiteX1" fmla="*/ 23527 w 47054"/>
                    <a:gd name="connsiteY1" fmla="*/ 54103 h 54103"/>
                    <a:gd name="connsiteX2" fmla="*/ 0 w 47054"/>
                    <a:gd name="connsiteY2" fmla="*/ 27052 h 54103"/>
                    <a:gd name="connsiteX3" fmla="*/ 23527 w 47054"/>
                    <a:gd name="connsiteY3" fmla="*/ 0 h 54103"/>
                    <a:gd name="connsiteX4" fmla="*/ 47055 w 47054"/>
                    <a:gd name="connsiteY4" fmla="*/ 27052 h 5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3">
                      <a:moveTo>
                        <a:pt x="47055" y="27052"/>
                      </a:moveTo>
                      <a:cubicBezTo>
                        <a:pt x="47055" y="41992"/>
                        <a:pt x="36521" y="54103"/>
                        <a:pt x="23527" y="54103"/>
                      </a:cubicBezTo>
                      <a:cubicBezTo>
                        <a:pt x="10534" y="54103"/>
                        <a:pt x="0" y="41992"/>
                        <a:pt x="0" y="27052"/>
                      </a:cubicBezTo>
                      <a:cubicBezTo>
                        <a:pt x="0" y="12112"/>
                        <a:pt x="10534" y="0"/>
                        <a:pt x="23527" y="0"/>
                      </a:cubicBezTo>
                      <a:cubicBezTo>
                        <a:pt x="36521" y="0"/>
                        <a:pt x="47055" y="12112"/>
                        <a:pt x="47055" y="27052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06" name="Forme libre : forme 11805">
                  <a:extLst>
                    <a:ext uri="{FF2B5EF4-FFF2-40B4-BE49-F238E27FC236}">
                      <a16:creationId xmlns:a16="http://schemas.microsoft.com/office/drawing/2014/main" id="{7BD72970-DA09-482A-A2DA-FBFEBAA2750B}"/>
                    </a:ext>
                  </a:extLst>
                </p:cNvPr>
                <p:cNvSpPr/>
                <p:nvPr/>
              </p:nvSpPr>
              <p:spPr>
                <a:xfrm>
                  <a:off x="3440980" y="4940363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807" name="Forme libre : forme 11806">
                <a:extLst>
                  <a:ext uri="{FF2B5EF4-FFF2-40B4-BE49-F238E27FC236}">
                    <a16:creationId xmlns:a16="http://schemas.microsoft.com/office/drawing/2014/main" id="{2AF85B5D-DC12-4FD9-8A06-849459401929}"/>
                  </a:ext>
                </a:extLst>
              </p:cNvPr>
              <p:cNvSpPr/>
              <p:nvPr/>
            </p:nvSpPr>
            <p:spPr>
              <a:xfrm>
                <a:off x="3382057" y="4618813"/>
                <a:ext cx="79020" cy="259637"/>
              </a:xfrm>
              <a:custGeom>
                <a:avLst/>
                <a:gdLst>
                  <a:gd name="connsiteX0" fmla="*/ 4059 w 79020"/>
                  <a:gd name="connsiteY0" fmla="*/ 24656 h 259637"/>
                  <a:gd name="connsiteX1" fmla="*/ 17394 w 79020"/>
                  <a:gd name="connsiteY1" fmla="*/ 46278 h 259637"/>
                  <a:gd name="connsiteX2" fmla="*/ 55589 w 79020"/>
                  <a:gd name="connsiteY2" fmla="*/ 259638 h 259637"/>
                  <a:gd name="connsiteX3" fmla="*/ 79020 w 79020"/>
                  <a:gd name="connsiteY3" fmla="*/ 255447 h 259637"/>
                  <a:gd name="connsiteX4" fmla="*/ 41016 w 79020"/>
                  <a:gd name="connsiteY4" fmla="*/ 43325 h 259637"/>
                  <a:gd name="connsiteX5" fmla="*/ 45874 w 79020"/>
                  <a:gd name="connsiteY5" fmla="*/ 17036 h 259637"/>
                  <a:gd name="connsiteX6" fmla="*/ 23014 w 79020"/>
                  <a:gd name="connsiteY6" fmla="*/ 10464 h 259637"/>
                  <a:gd name="connsiteX7" fmla="*/ 23014 w 79020"/>
                  <a:gd name="connsiteY7" fmla="*/ 10464 h 259637"/>
                  <a:gd name="connsiteX8" fmla="*/ 4059 w 79020"/>
                  <a:gd name="connsiteY8" fmla="*/ 24656 h 259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020" h="259637">
                    <a:moveTo>
                      <a:pt x="4059" y="24656"/>
                    </a:moveTo>
                    <a:cubicBezTo>
                      <a:pt x="12441" y="33514"/>
                      <a:pt x="16156" y="42468"/>
                      <a:pt x="17394" y="46278"/>
                    </a:cubicBezTo>
                    <a:lnTo>
                      <a:pt x="55589" y="259638"/>
                    </a:lnTo>
                    <a:lnTo>
                      <a:pt x="79020" y="255447"/>
                    </a:lnTo>
                    <a:lnTo>
                      <a:pt x="41016" y="43325"/>
                    </a:lnTo>
                    <a:cubicBezTo>
                      <a:pt x="40825" y="40563"/>
                      <a:pt x="40540" y="29799"/>
                      <a:pt x="45874" y="17036"/>
                    </a:cubicBezTo>
                    <a:cubicBezTo>
                      <a:pt x="52160" y="2177"/>
                      <a:pt x="33777" y="-9158"/>
                      <a:pt x="23014" y="10464"/>
                    </a:cubicBezTo>
                    <a:lnTo>
                      <a:pt x="23014" y="10464"/>
                    </a:lnTo>
                    <a:cubicBezTo>
                      <a:pt x="6250" y="-4110"/>
                      <a:pt x="-6990" y="13036"/>
                      <a:pt x="4059" y="24656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808" name="Graphique 5">
              <a:extLst>
                <a:ext uri="{FF2B5EF4-FFF2-40B4-BE49-F238E27FC236}">
                  <a16:creationId xmlns:a16="http://schemas.microsoft.com/office/drawing/2014/main" id="{40CFB9CB-F94D-49F9-B870-42895B45AD2D}"/>
                </a:ext>
              </a:extLst>
            </p:cNvPr>
            <p:cNvGrpSpPr/>
            <p:nvPr/>
          </p:nvGrpSpPr>
          <p:grpSpPr>
            <a:xfrm>
              <a:off x="2630117" y="4557977"/>
              <a:ext cx="187299" cy="350000"/>
              <a:chOff x="2630117" y="4557977"/>
              <a:chExt cx="187299" cy="350000"/>
            </a:xfrm>
            <a:solidFill>
              <a:schemeClr val="accent1"/>
            </a:solidFill>
          </p:grpSpPr>
          <p:grpSp>
            <p:nvGrpSpPr>
              <p:cNvPr id="11809" name="Graphique 5">
                <a:extLst>
                  <a:ext uri="{FF2B5EF4-FFF2-40B4-BE49-F238E27FC236}">
                    <a16:creationId xmlns:a16="http://schemas.microsoft.com/office/drawing/2014/main" id="{D0AE3B38-9EED-4FE6-983D-78BC4EC5DEF6}"/>
                  </a:ext>
                </a:extLst>
              </p:cNvPr>
              <p:cNvGrpSpPr/>
              <p:nvPr/>
            </p:nvGrpSpPr>
            <p:grpSpPr>
              <a:xfrm>
                <a:off x="2630117" y="4795012"/>
                <a:ext cx="112966" cy="112966"/>
                <a:chOff x="2630117" y="4795012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810" name="Forme libre : forme 11809">
                  <a:extLst>
                    <a:ext uri="{FF2B5EF4-FFF2-40B4-BE49-F238E27FC236}">
                      <a16:creationId xmlns:a16="http://schemas.microsoft.com/office/drawing/2014/main" id="{48D3AD0A-ACD9-48A3-9981-558CBDD8AC91}"/>
                    </a:ext>
                  </a:extLst>
                </p:cNvPr>
                <p:cNvSpPr/>
                <p:nvPr/>
              </p:nvSpPr>
              <p:spPr>
                <a:xfrm>
                  <a:off x="2630117" y="4795012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28C98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11" name="Forme libre : forme 11810">
                  <a:extLst>
                    <a:ext uri="{FF2B5EF4-FFF2-40B4-BE49-F238E27FC236}">
                      <a16:creationId xmlns:a16="http://schemas.microsoft.com/office/drawing/2014/main" id="{590B7AA9-9F25-4240-932F-EE7CD20962F9}"/>
                    </a:ext>
                  </a:extLst>
                </p:cNvPr>
                <p:cNvSpPr/>
                <p:nvPr/>
              </p:nvSpPr>
              <p:spPr>
                <a:xfrm>
                  <a:off x="2631069" y="4795098"/>
                  <a:ext cx="111927" cy="108213"/>
                </a:xfrm>
                <a:custGeom>
                  <a:avLst/>
                  <a:gdLst>
                    <a:gd name="connsiteX0" fmla="*/ 55912 w 111927"/>
                    <a:gd name="connsiteY0" fmla="*/ 55159 h 108213"/>
                    <a:gd name="connsiteX1" fmla="*/ 77343 w 111927"/>
                    <a:gd name="connsiteY1" fmla="*/ 108213 h 108213"/>
                    <a:gd name="connsiteX2" fmla="*/ 100393 w 111927"/>
                    <a:gd name="connsiteY2" fmla="*/ 90592 h 108213"/>
                    <a:gd name="connsiteX3" fmla="*/ 89725 w 111927"/>
                    <a:gd name="connsiteY3" fmla="*/ 11534 h 108213"/>
                    <a:gd name="connsiteX4" fmla="*/ 10668 w 111927"/>
                    <a:gd name="connsiteY4" fmla="*/ 22202 h 108213"/>
                    <a:gd name="connsiteX5" fmla="*/ 0 w 111927"/>
                    <a:gd name="connsiteY5" fmla="*/ 48301 h 108213"/>
                    <a:gd name="connsiteX6" fmla="*/ 55912 w 111927"/>
                    <a:gd name="connsiteY6" fmla="*/ 55159 h 108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927" h="108213">
                      <a:moveTo>
                        <a:pt x="55912" y="55159"/>
                      </a:moveTo>
                      <a:cubicBezTo>
                        <a:pt x="72771" y="68018"/>
                        <a:pt x="80200" y="88592"/>
                        <a:pt x="77343" y="108213"/>
                      </a:cubicBezTo>
                      <a:cubicBezTo>
                        <a:pt x="86106" y="104498"/>
                        <a:pt x="94202" y="98783"/>
                        <a:pt x="100393" y="90592"/>
                      </a:cubicBezTo>
                      <a:cubicBezTo>
                        <a:pt x="119253" y="65827"/>
                        <a:pt x="114490" y="30394"/>
                        <a:pt x="89725" y="11534"/>
                      </a:cubicBezTo>
                      <a:cubicBezTo>
                        <a:pt x="64960" y="-7325"/>
                        <a:pt x="29527" y="-2563"/>
                        <a:pt x="10668" y="22202"/>
                      </a:cubicBezTo>
                      <a:cubicBezTo>
                        <a:pt x="4667" y="30108"/>
                        <a:pt x="1333" y="39062"/>
                        <a:pt x="0" y="48301"/>
                      </a:cubicBezTo>
                      <a:cubicBezTo>
                        <a:pt x="17907" y="40681"/>
                        <a:pt x="39243" y="42395"/>
                        <a:pt x="55912" y="55159"/>
                      </a:cubicBezTo>
                      <a:close/>
                    </a:path>
                  </a:pathLst>
                </a:custGeom>
                <a:solidFill>
                  <a:srgbClr val="0393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12" name="Forme libre : forme 11811">
                  <a:extLst>
                    <a:ext uri="{FF2B5EF4-FFF2-40B4-BE49-F238E27FC236}">
                      <a16:creationId xmlns:a16="http://schemas.microsoft.com/office/drawing/2014/main" id="{42FF64F8-5A70-4CCD-B226-A23A31BBA3C6}"/>
                    </a:ext>
                  </a:extLst>
                </p:cNvPr>
                <p:cNvSpPr/>
                <p:nvPr/>
              </p:nvSpPr>
              <p:spPr>
                <a:xfrm rot="-4736910">
                  <a:off x="2636664" y="4822112"/>
                  <a:ext cx="54104" cy="47055"/>
                </a:xfrm>
                <a:custGeom>
                  <a:avLst/>
                  <a:gdLst>
                    <a:gd name="connsiteX0" fmla="*/ 54105 w 54104"/>
                    <a:gd name="connsiteY0" fmla="*/ 23528 h 47055"/>
                    <a:gd name="connsiteX1" fmla="*/ 27052 w 54104"/>
                    <a:gd name="connsiteY1" fmla="*/ 47056 h 47055"/>
                    <a:gd name="connsiteX2" fmla="*/ 0 w 54104"/>
                    <a:gd name="connsiteY2" fmla="*/ 23528 h 47055"/>
                    <a:gd name="connsiteX3" fmla="*/ 27052 w 54104"/>
                    <a:gd name="connsiteY3" fmla="*/ 0 h 47055"/>
                    <a:gd name="connsiteX4" fmla="*/ 54105 w 54104"/>
                    <a:gd name="connsiteY4" fmla="*/ 23528 h 47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4" h="47055">
                      <a:moveTo>
                        <a:pt x="54105" y="23528"/>
                      </a:moveTo>
                      <a:cubicBezTo>
                        <a:pt x="54105" y="36522"/>
                        <a:pt x="41993" y="47056"/>
                        <a:pt x="27052" y="47056"/>
                      </a:cubicBezTo>
                      <a:cubicBezTo>
                        <a:pt x="12112" y="47056"/>
                        <a:pt x="0" y="36522"/>
                        <a:pt x="0" y="23528"/>
                      </a:cubicBezTo>
                      <a:cubicBezTo>
                        <a:pt x="0" y="10534"/>
                        <a:pt x="12112" y="0"/>
                        <a:pt x="27052" y="0"/>
                      </a:cubicBezTo>
                      <a:cubicBezTo>
                        <a:pt x="41993" y="0"/>
                        <a:pt x="54105" y="10534"/>
                        <a:pt x="54105" y="23528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13" name="Forme libre : forme 11812">
                  <a:extLst>
                    <a:ext uri="{FF2B5EF4-FFF2-40B4-BE49-F238E27FC236}">
                      <a16:creationId xmlns:a16="http://schemas.microsoft.com/office/drawing/2014/main" id="{48246AC7-B006-485B-9510-700DFAE1A85C}"/>
                    </a:ext>
                  </a:extLst>
                </p:cNvPr>
                <p:cNvSpPr/>
                <p:nvPr/>
              </p:nvSpPr>
              <p:spPr>
                <a:xfrm>
                  <a:off x="2658692" y="4858925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6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814" name="Forme libre : forme 11813">
                <a:extLst>
                  <a:ext uri="{FF2B5EF4-FFF2-40B4-BE49-F238E27FC236}">
                    <a16:creationId xmlns:a16="http://schemas.microsoft.com/office/drawing/2014/main" id="{508DAD3D-5851-4457-A5DA-B9AF73290E38}"/>
                  </a:ext>
                </a:extLst>
              </p:cNvPr>
              <p:cNvSpPr/>
              <p:nvPr/>
            </p:nvSpPr>
            <p:spPr>
              <a:xfrm>
                <a:off x="2693934" y="4557977"/>
                <a:ext cx="123482" cy="251512"/>
              </a:xfrm>
              <a:custGeom>
                <a:avLst/>
                <a:gdLst>
                  <a:gd name="connsiteX0" fmla="*/ 77819 w 123482"/>
                  <a:gd name="connsiteY0" fmla="*/ 15197 h 251512"/>
                  <a:gd name="connsiteX1" fmla="*/ 78010 w 123482"/>
                  <a:gd name="connsiteY1" fmla="*/ 40629 h 251512"/>
                  <a:gd name="connsiteX2" fmla="*/ 0 w 123482"/>
                  <a:gd name="connsiteY2" fmla="*/ 242940 h 251512"/>
                  <a:gd name="connsiteX3" fmla="*/ 22193 w 123482"/>
                  <a:gd name="connsiteY3" fmla="*/ 251513 h 251512"/>
                  <a:gd name="connsiteX4" fmla="*/ 99727 w 123482"/>
                  <a:gd name="connsiteY4" fmla="*/ 50440 h 251512"/>
                  <a:gd name="connsiteX5" fmla="*/ 117539 w 123482"/>
                  <a:gd name="connsiteY5" fmla="*/ 30437 h 251512"/>
                  <a:gd name="connsiteX6" fmla="*/ 101441 w 123482"/>
                  <a:gd name="connsiteY6" fmla="*/ 13006 h 251512"/>
                  <a:gd name="connsiteX7" fmla="*/ 101441 w 123482"/>
                  <a:gd name="connsiteY7" fmla="*/ 13006 h 251512"/>
                  <a:gd name="connsiteX8" fmla="*/ 77819 w 123482"/>
                  <a:gd name="connsiteY8" fmla="*/ 15197 h 251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3482" h="251512">
                    <a:moveTo>
                      <a:pt x="77819" y="15197"/>
                    </a:moveTo>
                    <a:cubicBezTo>
                      <a:pt x="80391" y="27104"/>
                      <a:pt x="78962" y="36629"/>
                      <a:pt x="78010" y="40629"/>
                    </a:cubicBezTo>
                    <a:lnTo>
                      <a:pt x="0" y="242940"/>
                    </a:lnTo>
                    <a:lnTo>
                      <a:pt x="22193" y="251513"/>
                    </a:lnTo>
                    <a:lnTo>
                      <a:pt x="99727" y="50440"/>
                    </a:lnTo>
                    <a:cubicBezTo>
                      <a:pt x="100965" y="47963"/>
                      <a:pt x="106299" y="38629"/>
                      <a:pt x="117539" y="30437"/>
                    </a:cubicBezTo>
                    <a:cubicBezTo>
                      <a:pt x="130588" y="21007"/>
                      <a:pt x="120777" y="1767"/>
                      <a:pt x="101441" y="13006"/>
                    </a:cubicBezTo>
                    <a:lnTo>
                      <a:pt x="101441" y="13006"/>
                    </a:lnTo>
                    <a:cubicBezTo>
                      <a:pt x="94583" y="-8234"/>
                      <a:pt x="74390" y="-519"/>
                      <a:pt x="77819" y="15197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815" name="Graphique 5">
              <a:extLst>
                <a:ext uri="{FF2B5EF4-FFF2-40B4-BE49-F238E27FC236}">
                  <a16:creationId xmlns:a16="http://schemas.microsoft.com/office/drawing/2014/main" id="{6CFB39BE-6EE5-4352-9D4B-AF8E7E26FDAA}"/>
                </a:ext>
              </a:extLst>
            </p:cNvPr>
            <p:cNvGrpSpPr/>
            <p:nvPr/>
          </p:nvGrpSpPr>
          <p:grpSpPr>
            <a:xfrm>
              <a:off x="1726099" y="3664763"/>
              <a:ext cx="364053" cy="123954"/>
              <a:chOff x="1726099" y="3664763"/>
              <a:chExt cx="364053" cy="123954"/>
            </a:xfrm>
            <a:solidFill>
              <a:schemeClr val="accent1"/>
            </a:solidFill>
          </p:grpSpPr>
          <p:grpSp>
            <p:nvGrpSpPr>
              <p:cNvPr id="11816" name="Graphique 5">
                <a:extLst>
                  <a:ext uri="{FF2B5EF4-FFF2-40B4-BE49-F238E27FC236}">
                    <a16:creationId xmlns:a16="http://schemas.microsoft.com/office/drawing/2014/main" id="{1BEC4098-85EF-456C-80D9-98F6F5284ECD}"/>
                  </a:ext>
                </a:extLst>
              </p:cNvPr>
              <p:cNvGrpSpPr/>
              <p:nvPr/>
            </p:nvGrpSpPr>
            <p:grpSpPr>
              <a:xfrm>
                <a:off x="1726099" y="3675729"/>
                <a:ext cx="112966" cy="112988"/>
                <a:chOff x="1726099" y="3675729"/>
                <a:chExt cx="112966" cy="112988"/>
              </a:xfrm>
              <a:solidFill>
                <a:schemeClr val="accent1"/>
              </a:solidFill>
            </p:grpSpPr>
            <p:sp>
              <p:nvSpPr>
                <p:cNvPr id="11817" name="Forme libre : forme 11816">
                  <a:extLst>
                    <a:ext uri="{FF2B5EF4-FFF2-40B4-BE49-F238E27FC236}">
                      <a16:creationId xmlns:a16="http://schemas.microsoft.com/office/drawing/2014/main" id="{13543C90-BFF1-4861-A0BB-CCECB18E3664}"/>
                    </a:ext>
                  </a:extLst>
                </p:cNvPr>
                <p:cNvSpPr/>
                <p:nvPr/>
              </p:nvSpPr>
              <p:spPr>
                <a:xfrm>
                  <a:off x="1726099" y="3675729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28C98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18" name="Forme libre : forme 11817">
                  <a:extLst>
                    <a:ext uri="{FF2B5EF4-FFF2-40B4-BE49-F238E27FC236}">
                      <a16:creationId xmlns:a16="http://schemas.microsoft.com/office/drawing/2014/main" id="{BE7AA33A-B413-4B25-8806-4D5FFAFE0E66}"/>
                    </a:ext>
                  </a:extLst>
                </p:cNvPr>
                <p:cNvSpPr/>
                <p:nvPr/>
              </p:nvSpPr>
              <p:spPr>
                <a:xfrm>
                  <a:off x="1748292" y="3675821"/>
                  <a:ext cx="90604" cy="112896"/>
                </a:xfrm>
                <a:custGeom>
                  <a:avLst/>
                  <a:gdLst>
                    <a:gd name="connsiteX0" fmla="*/ 35528 w 90604"/>
                    <a:gd name="connsiteY0" fmla="*/ 56201 h 112896"/>
                    <a:gd name="connsiteX1" fmla="*/ 0 w 90604"/>
                    <a:gd name="connsiteY1" fmla="*/ 101064 h 112896"/>
                    <a:gd name="connsiteX2" fmla="*/ 26670 w 90604"/>
                    <a:gd name="connsiteY2" fmla="*/ 112398 h 112896"/>
                    <a:gd name="connsiteX3" fmla="*/ 90106 w 90604"/>
                    <a:gd name="connsiteY3" fmla="*/ 63916 h 112896"/>
                    <a:gd name="connsiteX4" fmla="*/ 41624 w 90604"/>
                    <a:gd name="connsiteY4" fmla="*/ 480 h 112896"/>
                    <a:gd name="connsiteX5" fmla="*/ 13716 w 90604"/>
                    <a:gd name="connsiteY5" fmla="*/ 4099 h 112896"/>
                    <a:gd name="connsiteX6" fmla="*/ 35528 w 90604"/>
                    <a:gd name="connsiteY6" fmla="*/ 56201 h 112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604" h="112896">
                      <a:moveTo>
                        <a:pt x="35528" y="56201"/>
                      </a:moveTo>
                      <a:cubicBezTo>
                        <a:pt x="32671" y="77251"/>
                        <a:pt x="18478" y="93825"/>
                        <a:pt x="0" y="101064"/>
                      </a:cubicBezTo>
                      <a:cubicBezTo>
                        <a:pt x="7525" y="106874"/>
                        <a:pt x="16573" y="111065"/>
                        <a:pt x="26670" y="112398"/>
                      </a:cubicBezTo>
                      <a:cubicBezTo>
                        <a:pt x="57531" y="116494"/>
                        <a:pt x="86011" y="94872"/>
                        <a:pt x="90106" y="63916"/>
                      </a:cubicBezTo>
                      <a:cubicBezTo>
                        <a:pt x="94202" y="33055"/>
                        <a:pt x="72580" y="4575"/>
                        <a:pt x="41624" y="480"/>
                      </a:cubicBezTo>
                      <a:cubicBezTo>
                        <a:pt x="31813" y="-854"/>
                        <a:pt x="22288" y="670"/>
                        <a:pt x="13716" y="4099"/>
                      </a:cubicBezTo>
                      <a:cubicBezTo>
                        <a:pt x="29337" y="16005"/>
                        <a:pt x="38386" y="35436"/>
                        <a:pt x="35528" y="56201"/>
                      </a:cubicBezTo>
                      <a:close/>
                    </a:path>
                  </a:pathLst>
                </a:custGeom>
                <a:solidFill>
                  <a:srgbClr val="0393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19" name="Forme libre : forme 11818">
                  <a:extLst>
                    <a:ext uri="{FF2B5EF4-FFF2-40B4-BE49-F238E27FC236}">
                      <a16:creationId xmlns:a16="http://schemas.microsoft.com/office/drawing/2014/main" id="{A85B0D83-6209-49A5-B3B0-2A2C93435FEC}"/>
                    </a:ext>
                  </a:extLst>
                </p:cNvPr>
                <p:cNvSpPr/>
                <p:nvPr/>
              </p:nvSpPr>
              <p:spPr>
                <a:xfrm rot="-1116859">
                  <a:off x="1749125" y="3685909"/>
                  <a:ext cx="54102" cy="47054"/>
                </a:xfrm>
                <a:custGeom>
                  <a:avLst/>
                  <a:gdLst>
                    <a:gd name="connsiteX0" fmla="*/ 54103 w 54102"/>
                    <a:gd name="connsiteY0" fmla="*/ 23527 h 47054"/>
                    <a:gd name="connsiteX1" fmla="*/ 27051 w 54102"/>
                    <a:gd name="connsiteY1" fmla="*/ 47054 h 47054"/>
                    <a:gd name="connsiteX2" fmla="*/ 0 w 54102"/>
                    <a:gd name="connsiteY2" fmla="*/ 23527 h 47054"/>
                    <a:gd name="connsiteX3" fmla="*/ 27051 w 54102"/>
                    <a:gd name="connsiteY3" fmla="*/ 0 h 47054"/>
                    <a:gd name="connsiteX4" fmla="*/ 54103 w 54102"/>
                    <a:gd name="connsiteY4" fmla="*/ 23527 h 47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2" h="47054">
                      <a:moveTo>
                        <a:pt x="54103" y="23527"/>
                      </a:moveTo>
                      <a:cubicBezTo>
                        <a:pt x="54103" y="36520"/>
                        <a:pt x="41991" y="47054"/>
                        <a:pt x="27051" y="47054"/>
                      </a:cubicBezTo>
                      <a:cubicBezTo>
                        <a:pt x="12111" y="47054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3" y="10533"/>
                        <a:pt x="54103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20" name="Forme libre : forme 11819">
                  <a:extLst>
                    <a:ext uri="{FF2B5EF4-FFF2-40B4-BE49-F238E27FC236}">
                      <a16:creationId xmlns:a16="http://schemas.microsoft.com/office/drawing/2014/main" id="{8FD45EA7-1F44-42A8-BBA6-B18D2D764539}"/>
                    </a:ext>
                  </a:extLst>
                </p:cNvPr>
                <p:cNvSpPr/>
                <p:nvPr/>
              </p:nvSpPr>
              <p:spPr>
                <a:xfrm>
                  <a:off x="1749626" y="3715067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821" name="Forme libre : forme 11820">
                <a:extLst>
                  <a:ext uri="{FF2B5EF4-FFF2-40B4-BE49-F238E27FC236}">
                    <a16:creationId xmlns:a16="http://schemas.microsoft.com/office/drawing/2014/main" id="{39F08831-5160-40CF-8925-0496618A4503}"/>
                  </a:ext>
                </a:extLst>
              </p:cNvPr>
              <p:cNvSpPr/>
              <p:nvPr/>
            </p:nvSpPr>
            <p:spPr>
              <a:xfrm>
                <a:off x="1830112" y="3664763"/>
                <a:ext cx="260040" cy="72497"/>
              </a:xfrm>
              <a:custGeom>
                <a:avLst/>
                <a:gdLst>
                  <a:gd name="connsiteX0" fmla="*/ 236411 w 260040"/>
                  <a:gd name="connsiteY0" fmla="*/ 3822 h 72497"/>
                  <a:gd name="connsiteX1" fmla="*/ 214408 w 260040"/>
                  <a:gd name="connsiteY1" fmla="*/ 16586 h 72497"/>
                  <a:gd name="connsiteX2" fmla="*/ 0 w 260040"/>
                  <a:gd name="connsiteY2" fmla="*/ 48971 h 72497"/>
                  <a:gd name="connsiteX3" fmla="*/ 3524 w 260040"/>
                  <a:gd name="connsiteY3" fmla="*/ 72498 h 72497"/>
                  <a:gd name="connsiteX4" fmla="*/ 216598 w 260040"/>
                  <a:gd name="connsiteY4" fmla="*/ 40303 h 72497"/>
                  <a:gd name="connsiteX5" fmla="*/ 242792 w 260040"/>
                  <a:gd name="connsiteY5" fmla="*/ 45923 h 72497"/>
                  <a:gd name="connsiteX6" fmla="*/ 249936 w 260040"/>
                  <a:gd name="connsiteY6" fmla="*/ 23253 h 72497"/>
                  <a:gd name="connsiteX7" fmla="*/ 249936 w 260040"/>
                  <a:gd name="connsiteY7" fmla="*/ 23253 h 72497"/>
                  <a:gd name="connsiteX8" fmla="*/ 236411 w 260040"/>
                  <a:gd name="connsiteY8" fmla="*/ 3822 h 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0040" h="72497">
                    <a:moveTo>
                      <a:pt x="236411" y="3822"/>
                    </a:moveTo>
                    <a:cubicBezTo>
                      <a:pt x="227362" y="11919"/>
                      <a:pt x="218313" y="15348"/>
                      <a:pt x="214408" y="16586"/>
                    </a:cubicBezTo>
                    <a:lnTo>
                      <a:pt x="0" y="48971"/>
                    </a:lnTo>
                    <a:lnTo>
                      <a:pt x="3524" y="72498"/>
                    </a:lnTo>
                    <a:lnTo>
                      <a:pt x="216598" y="40303"/>
                    </a:lnTo>
                    <a:cubicBezTo>
                      <a:pt x="219361" y="40208"/>
                      <a:pt x="230124" y="40208"/>
                      <a:pt x="242792" y="45923"/>
                    </a:cubicBezTo>
                    <a:cubicBezTo>
                      <a:pt x="257461" y="52590"/>
                      <a:pt x="269272" y="34493"/>
                      <a:pt x="249936" y="23253"/>
                    </a:cubicBezTo>
                    <a:lnTo>
                      <a:pt x="249936" y="23253"/>
                    </a:lnTo>
                    <a:cubicBezTo>
                      <a:pt x="265081" y="6775"/>
                      <a:pt x="248412" y="-6941"/>
                      <a:pt x="236411" y="3822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822" name="Graphique 5">
              <a:extLst>
                <a:ext uri="{FF2B5EF4-FFF2-40B4-BE49-F238E27FC236}">
                  <a16:creationId xmlns:a16="http://schemas.microsoft.com/office/drawing/2014/main" id="{8B693A25-1BB2-49BA-A460-9400931A39D3}"/>
                </a:ext>
              </a:extLst>
            </p:cNvPr>
            <p:cNvGrpSpPr/>
            <p:nvPr/>
          </p:nvGrpSpPr>
          <p:grpSpPr>
            <a:xfrm>
              <a:off x="2061950" y="2509393"/>
              <a:ext cx="304246" cy="268823"/>
              <a:chOff x="2061950" y="2509393"/>
              <a:chExt cx="304246" cy="268823"/>
            </a:xfrm>
            <a:solidFill>
              <a:schemeClr val="accent1"/>
            </a:solidFill>
          </p:grpSpPr>
          <p:grpSp>
            <p:nvGrpSpPr>
              <p:cNvPr id="11823" name="Graphique 5">
                <a:extLst>
                  <a:ext uri="{FF2B5EF4-FFF2-40B4-BE49-F238E27FC236}">
                    <a16:creationId xmlns:a16="http://schemas.microsoft.com/office/drawing/2014/main" id="{F52BB4B8-1D04-4DE1-8CEB-02334E1E2FAC}"/>
                  </a:ext>
                </a:extLst>
              </p:cNvPr>
              <p:cNvGrpSpPr/>
              <p:nvPr/>
            </p:nvGrpSpPr>
            <p:grpSpPr>
              <a:xfrm>
                <a:off x="2061950" y="2509393"/>
                <a:ext cx="112966" cy="112966"/>
                <a:chOff x="2061950" y="2509393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824" name="Forme libre : forme 11823">
                  <a:extLst>
                    <a:ext uri="{FF2B5EF4-FFF2-40B4-BE49-F238E27FC236}">
                      <a16:creationId xmlns:a16="http://schemas.microsoft.com/office/drawing/2014/main" id="{02EE67CE-E391-4C46-8D80-31A270A3F5E1}"/>
                    </a:ext>
                  </a:extLst>
                </p:cNvPr>
                <p:cNvSpPr/>
                <p:nvPr/>
              </p:nvSpPr>
              <p:spPr>
                <a:xfrm>
                  <a:off x="2061950" y="2509393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9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28C98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25" name="Forme libre : forme 11824">
                  <a:extLst>
                    <a:ext uri="{FF2B5EF4-FFF2-40B4-BE49-F238E27FC236}">
                      <a16:creationId xmlns:a16="http://schemas.microsoft.com/office/drawing/2014/main" id="{36FC2C28-111E-4CD3-B67B-35AF3EB191F7}"/>
                    </a:ext>
                  </a:extLst>
                </p:cNvPr>
                <p:cNvSpPr/>
                <p:nvPr/>
              </p:nvSpPr>
              <p:spPr>
                <a:xfrm>
                  <a:off x="2062331" y="2515870"/>
                  <a:ext cx="112537" cy="106441"/>
                </a:xfrm>
                <a:custGeom>
                  <a:avLst/>
                  <a:gdLst>
                    <a:gd name="connsiteX0" fmla="*/ 57150 w 112537"/>
                    <a:gd name="connsiteY0" fmla="*/ 50768 h 106441"/>
                    <a:gd name="connsiteX1" fmla="*/ 0 w 112537"/>
                    <a:gd name="connsiteY1" fmla="*/ 54007 h 106441"/>
                    <a:gd name="connsiteX2" fmla="*/ 9239 w 112537"/>
                    <a:gd name="connsiteY2" fmla="*/ 81534 h 106441"/>
                    <a:gd name="connsiteX3" fmla="*/ 87630 w 112537"/>
                    <a:gd name="connsiteY3" fmla="*/ 96869 h 106441"/>
                    <a:gd name="connsiteX4" fmla="*/ 102965 w 112537"/>
                    <a:gd name="connsiteY4" fmla="*/ 18479 h 106441"/>
                    <a:gd name="connsiteX5" fmla="*/ 81725 w 112537"/>
                    <a:gd name="connsiteY5" fmla="*/ 0 h 106441"/>
                    <a:gd name="connsiteX6" fmla="*/ 57150 w 112537"/>
                    <a:gd name="connsiteY6" fmla="*/ 50768 h 106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537" h="106441">
                      <a:moveTo>
                        <a:pt x="57150" y="50768"/>
                      </a:moveTo>
                      <a:cubicBezTo>
                        <a:pt x="39529" y="62675"/>
                        <a:pt x="17717" y="62960"/>
                        <a:pt x="0" y="54007"/>
                      </a:cubicBezTo>
                      <a:cubicBezTo>
                        <a:pt x="667" y="63532"/>
                        <a:pt x="3524" y="73057"/>
                        <a:pt x="9239" y="81534"/>
                      </a:cubicBezTo>
                      <a:cubicBezTo>
                        <a:pt x="26670" y="107347"/>
                        <a:pt x="61722" y="114205"/>
                        <a:pt x="87630" y="96869"/>
                      </a:cubicBezTo>
                      <a:cubicBezTo>
                        <a:pt x="113443" y="79438"/>
                        <a:pt x="120301" y="44387"/>
                        <a:pt x="102965" y="18479"/>
                      </a:cubicBezTo>
                      <a:cubicBezTo>
                        <a:pt x="97441" y="10287"/>
                        <a:pt x="90011" y="4191"/>
                        <a:pt x="81725" y="0"/>
                      </a:cubicBezTo>
                      <a:cubicBezTo>
                        <a:pt x="83058" y="19431"/>
                        <a:pt x="74486" y="39052"/>
                        <a:pt x="57150" y="50768"/>
                      </a:cubicBezTo>
                      <a:close/>
                    </a:path>
                  </a:pathLst>
                </a:custGeom>
                <a:solidFill>
                  <a:srgbClr val="0393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26" name="Forme libre : forme 11825">
                  <a:extLst>
                    <a:ext uri="{FF2B5EF4-FFF2-40B4-BE49-F238E27FC236}">
                      <a16:creationId xmlns:a16="http://schemas.microsoft.com/office/drawing/2014/main" id="{0C5D60D7-D7DD-441D-B4E6-BCA83CDD5AB6}"/>
                    </a:ext>
                  </a:extLst>
                </p:cNvPr>
                <p:cNvSpPr/>
                <p:nvPr/>
              </p:nvSpPr>
              <p:spPr>
                <a:xfrm rot="-3611810">
                  <a:off x="2107566" y="2518863"/>
                  <a:ext cx="47051" cy="54099"/>
                </a:xfrm>
                <a:custGeom>
                  <a:avLst/>
                  <a:gdLst>
                    <a:gd name="connsiteX0" fmla="*/ 47051 w 47051"/>
                    <a:gd name="connsiteY0" fmla="*/ 27050 h 54099"/>
                    <a:gd name="connsiteX1" fmla="*/ 23526 w 47051"/>
                    <a:gd name="connsiteY1" fmla="*/ 54100 h 54099"/>
                    <a:gd name="connsiteX2" fmla="*/ 0 w 47051"/>
                    <a:gd name="connsiteY2" fmla="*/ 27050 h 54099"/>
                    <a:gd name="connsiteX3" fmla="*/ 23526 w 47051"/>
                    <a:gd name="connsiteY3" fmla="*/ 0 h 54099"/>
                    <a:gd name="connsiteX4" fmla="*/ 47051 w 47051"/>
                    <a:gd name="connsiteY4" fmla="*/ 27050 h 54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1" h="54099">
                      <a:moveTo>
                        <a:pt x="47051" y="27050"/>
                      </a:moveTo>
                      <a:cubicBezTo>
                        <a:pt x="47051" y="41989"/>
                        <a:pt x="36519" y="54100"/>
                        <a:pt x="23526" y="54100"/>
                      </a:cubicBezTo>
                      <a:cubicBezTo>
                        <a:pt x="10533" y="54100"/>
                        <a:pt x="0" y="41989"/>
                        <a:pt x="0" y="27050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18" y="0"/>
                        <a:pt x="47051" y="12111"/>
                        <a:pt x="47051" y="27050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27" name="Forme libre : forme 11826">
                  <a:extLst>
                    <a:ext uri="{FF2B5EF4-FFF2-40B4-BE49-F238E27FC236}">
                      <a16:creationId xmlns:a16="http://schemas.microsoft.com/office/drawing/2014/main" id="{7933D65C-289F-4D65-B254-A15D68E615A8}"/>
                    </a:ext>
                  </a:extLst>
                </p:cNvPr>
                <p:cNvSpPr/>
                <p:nvPr/>
              </p:nvSpPr>
              <p:spPr>
                <a:xfrm>
                  <a:off x="2099384" y="2533586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6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828" name="Forme libre : forme 11827">
                <a:extLst>
                  <a:ext uri="{FF2B5EF4-FFF2-40B4-BE49-F238E27FC236}">
                    <a16:creationId xmlns:a16="http://schemas.microsoft.com/office/drawing/2014/main" id="{95ED3EBA-D3EC-4A83-BB10-FFF3E39C95C2}"/>
                  </a:ext>
                </a:extLst>
              </p:cNvPr>
              <p:cNvSpPr/>
              <p:nvPr/>
            </p:nvSpPr>
            <p:spPr>
              <a:xfrm>
                <a:off x="2148628" y="2589117"/>
                <a:ext cx="217568" cy="189099"/>
              </a:xfrm>
              <a:custGeom>
                <a:avLst/>
                <a:gdLst>
                  <a:gd name="connsiteX0" fmla="*/ 205931 w 217568"/>
                  <a:gd name="connsiteY0" fmla="*/ 146875 h 189099"/>
                  <a:gd name="connsiteX1" fmla="*/ 181737 w 217568"/>
                  <a:gd name="connsiteY1" fmla="*/ 138875 h 189099"/>
                  <a:gd name="connsiteX2" fmla="*/ 15240 w 217568"/>
                  <a:gd name="connsiteY2" fmla="*/ 0 h 189099"/>
                  <a:gd name="connsiteX3" fmla="*/ 0 w 217568"/>
                  <a:gd name="connsiteY3" fmla="*/ 18288 h 189099"/>
                  <a:gd name="connsiteX4" fmla="*/ 165449 w 217568"/>
                  <a:gd name="connsiteY4" fmla="*/ 156305 h 189099"/>
                  <a:gd name="connsiteX5" fmla="*/ 178594 w 217568"/>
                  <a:gd name="connsiteY5" fmla="*/ 179546 h 189099"/>
                  <a:gd name="connsiteX6" fmla="*/ 200311 w 217568"/>
                  <a:gd name="connsiteY6" fmla="*/ 169831 h 189099"/>
                  <a:gd name="connsiteX7" fmla="*/ 200311 w 217568"/>
                  <a:gd name="connsiteY7" fmla="*/ 169831 h 189099"/>
                  <a:gd name="connsiteX8" fmla="*/ 205931 w 217568"/>
                  <a:gd name="connsiteY8" fmla="*/ 146875 h 18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7568" h="189099">
                    <a:moveTo>
                      <a:pt x="205931" y="146875"/>
                    </a:moveTo>
                    <a:cubicBezTo>
                      <a:pt x="193834" y="145447"/>
                      <a:pt x="185261" y="141065"/>
                      <a:pt x="181737" y="138875"/>
                    </a:cubicBezTo>
                    <a:lnTo>
                      <a:pt x="15240" y="0"/>
                    </a:lnTo>
                    <a:lnTo>
                      <a:pt x="0" y="18288"/>
                    </a:lnTo>
                    <a:lnTo>
                      <a:pt x="165449" y="156305"/>
                    </a:lnTo>
                    <a:cubicBezTo>
                      <a:pt x="167354" y="158305"/>
                      <a:pt x="174498" y="166306"/>
                      <a:pt x="178594" y="179546"/>
                    </a:cubicBezTo>
                    <a:cubicBezTo>
                      <a:pt x="183356" y="194881"/>
                      <a:pt x="204692" y="191834"/>
                      <a:pt x="200311" y="169831"/>
                    </a:cubicBezTo>
                    <a:lnTo>
                      <a:pt x="200311" y="169831"/>
                    </a:lnTo>
                    <a:cubicBezTo>
                      <a:pt x="222790" y="170307"/>
                      <a:pt x="221837" y="148685"/>
                      <a:pt x="205931" y="146875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829" name="Graphique 5">
              <a:extLst>
                <a:ext uri="{FF2B5EF4-FFF2-40B4-BE49-F238E27FC236}">
                  <a16:creationId xmlns:a16="http://schemas.microsoft.com/office/drawing/2014/main" id="{DF5A1223-34B9-40FD-BDD9-063FC358BF22}"/>
                </a:ext>
              </a:extLst>
            </p:cNvPr>
            <p:cNvGrpSpPr/>
            <p:nvPr/>
          </p:nvGrpSpPr>
          <p:grpSpPr>
            <a:xfrm>
              <a:off x="2909580" y="2027809"/>
              <a:ext cx="131350" cy="363434"/>
              <a:chOff x="2909580" y="2027809"/>
              <a:chExt cx="131350" cy="363434"/>
            </a:xfrm>
            <a:solidFill>
              <a:schemeClr val="accent1"/>
            </a:solidFill>
          </p:grpSpPr>
          <p:grpSp>
            <p:nvGrpSpPr>
              <p:cNvPr id="11830" name="Graphique 5">
                <a:extLst>
                  <a:ext uri="{FF2B5EF4-FFF2-40B4-BE49-F238E27FC236}">
                    <a16:creationId xmlns:a16="http://schemas.microsoft.com/office/drawing/2014/main" id="{FC30DC76-9B31-4D69-8CD5-CBA8939780A2}"/>
                  </a:ext>
                </a:extLst>
              </p:cNvPr>
              <p:cNvGrpSpPr/>
              <p:nvPr/>
            </p:nvGrpSpPr>
            <p:grpSpPr>
              <a:xfrm>
                <a:off x="2909580" y="2027809"/>
                <a:ext cx="112966" cy="112966"/>
                <a:chOff x="2909580" y="2027809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1831" name="Forme libre : forme 11830">
                  <a:extLst>
                    <a:ext uri="{FF2B5EF4-FFF2-40B4-BE49-F238E27FC236}">
                      <a16:creationId xmlns:a16="http://schemas.microsoft.com/office/drawing/2014/main" id="{8AFBA942-CD30-45B2-A816-1F519935A94C}"/>
                    </a:ext>
                  </a:extLst>
                </p:cNvPr>
                <p:cNvSpPr/>
                <p:nvPr/>
              </p:nvSpPr>
              <p:spPr>
                <a:xfrm>
                  <a:off x="2909580" y="2027809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28C98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32" name="Forme libre : forme 11831">
                  <a:extLst>
                    <a:ext uri="{FF2B5EF4-FFF2-40B4-BE49-F238E27FC236}">
                      <a16:creationId xmlns:a16="http://schemas.microsoft.com/office/drawing/2014/main" id="{0D9A46B0-82C5-4E25-8BFB-F8B5F229A1C3}"/>
                    </a:ext>
                  </a:extLst>
                </p:cNvPr>
                <p:cNvSpPr/>
                <p:nvPr/>
              </p:nvSpPr>
              <p:spPr>
                <a:xfrm>
                  <a:off x="2909632" y="2051240"/>
                  <a:ext cx="112837" cy="89482"/>
                </a:xfrm>
                <a:custGeom>
                  <a:avLst/>
                  <a:gdLst>
                    <a:gd name="connsiteX0" fmla="*/ 56717 w 112837"/>
                    <a:gd name="connsiteY0" fmla="*/ 34385 h 89482"/>
                    <a:gd name="connsiteX1" fmla="*/ 10997 w 112837"/>
                    <a:gd name="connsiteY1" fmla="*/ 0 h 89482"/>
                    <a:gd name="connsiteX2" fmla="*/ 329 w 112837"/>
                    <a:gd name="connsiteY2" fmla="*/ 26956 h 89482"/>
                    <a:gd name="connsiteX3" fmla="*/ 50335 w 112837"/>
                    <a:gd name="connsiteY3" fmla="*/ 89154 h 89482"/>
                    <a:gd name="connsiteX4" fmla="*/ 112533 w 112837"/>
                    <a:gd name="connsiteY4" fmla="*/ 39148 h 89482"/>
                    <a:gd name="connsiteX5" fmla="*/ 108247 w 112837"/>
                    <a:gd name="connsiteY5" fmla="*/ 11335 h 89482"/>
                    <a:gd name="connsiteX6" fmla="*/ 56717 w 112837"/>
                    <a:gd name="connsiteY6" fmla="*/ 34385 h 89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37" h="89482">
                      <a:moveTo>
                        <a:pt x="56717" y="34385"/>
                      </a:moveTo>
                      <a:cubicBezTo>
                        <a:pt x="35571" y="32099"/>
                        <a:pt x="18712" y="18288"/>
                        <a:pt x="10997" y="0"/>
                      </a:cubicBezTo>
                      <a:cubicBezTo>
                        <a:pt x="5377" y="7715"/>
                        <a:pt x="1472" y="16764"/>
                        <a:pt x="329" y="26956"/>
                      </a:cubicBezTo>
                      <a:cubicBezTo>
                        <a:pt x="-3005" y="57912"/>
                        <a:pt x="19379" y="85820"/>
                        <a:pt x="50335" y="89154"/>
                      </a:cubicBezTo>
                      <a:cubicBezTo>
                        <a:pt x="81291" y="92488"/>
                        <a:pt x="109200" y="70104"/>
                        <a:pt x="112533" y="39148"/>
                      </a:cubicBezTo>
                      <a:cubicBezTo>
                        <a:pt x="113581" y="29242"/>
                        <a:pt x="111867" y="19812"/>
                        <a:pt x="108247" y="11335"/>
                      </a:cubicBezTo>
                      <a:cubicBezTo>
                        <a:pt x="96722" y="27051"/>
                        <a:pt x="77577" y="36576"/>
                        <a:pt x="56717" y="34385"/>
                      </a:cubicBezTo>
                      <a:close/>
                    </a:path>
                  </a:pathLst>
                </a:custGeom>
                <a:solidFill>
                  <a:srgbClr val="0393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33" name="Forme libre : forme 11832">
                  <a:extLst>
                    <a:ext uri="{FF2B5EF4-FFF2-40B4-BE49-F238E27FC236}">
                      <a16:creationId xmlns:a16="http://schemas.microsoft.com/office/drawing/2014/main" id="{F9FFD0D9-1BF0-4C67-ACED-7E44BC124412}"/>
                    </a:ext>
                  </a:extLst>
                </p:cNvPr>
                <p:cNvSpPr/>
                <p:nvPr/>
              </p:nvSpPr>
              <p:spPr>
                <a:xfrm rot="-1203186">
                  <a:off x="2965257" y="2050108"/>
                  <a:ext cx="47054" cy="54103"/>
                </a:xfrm>
                <a:custGeom>
                  <a:avLst/>
                  <a:gdLst>
                    <a:gd name="connsiteX0" fmla="*/ 47055 w 47054"/>
                    <a:gd name="connsiteY0" fmla="*/ 27052 h 54103"/>
                    <a:gd name="connsiteX1" fmla="*/ 23527 w 47054"/>
                    <a:gd name="connsiteY1" fmla="*/ 54103 h 54103"/>
                    <a:gd name="connsiteX2" fmla="*/ 0 w 47054"/>
                    <a:gd name="connsiteY2" fmla="*/ 27052 h 54103"/>
                    <a:gd name="connsiteX3" fmla="*/ 23527 w 47054"/>
                    <a:gd name="connsiteY3" fmla="*/ 0 h 54103"/>
                    <a:gd name="connsiteX4" fmla="*/ 47055 w 47054"/>
                    <a:gd name="connsiteY4" fmla="*/ 27052 h 5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3">
                      <a:moveTo>
                        <a:pt x="47055" y="27052"/>
                      </a:moveTo>
                      <a:cubicBezTo>
                        <a:pt x="47055" y="41992"/>
                        <a:pt x="36521" y="54103"/>
                        <a:pt x="23527" y="54103"/>
                      </a:cubicBezTo>
                      <a:cubicBezTo>
                        <a:pt x="10534" y="54103"/>
                        <a:pt x="0" y="41992"/>
                        <a:pt x="0" y="27052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1" y="0"/>
                        <a:pt x="47055" y="12112"/>
                        <a:pt x="47055" y="27052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34" name="Forme libre : forme 11833">
                  <a:extLst>
                    <a:ext uri="{FF2B5EF4-FFF2-40B4-BE49-F238E27FC236}">
                      <a16:creationId xmlns:a16="http://schemas.microsoft.com/office/drawing/2014/main" id="{0747512A-84D6-450D-89E4-C5C7C26001D7}"/>
                    </a:ext>
                  </a:extLst>
                </p:cNvPr>
                <p:cNvSpPr/>
                <p:nvPr/>
              </p:nvSpPr>
              <p:spPr>
                <a:xfrm>
                  <a:off x="2964158" y="2051145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835" name="Forme libre : forme 11834">
                <a:extLst>
                  <a:ext uri="{FF2B5EF4-FFF2-40B4-BE49-F238E27FC236}">
                    <a16:creationId xmlns:a16="http://schemas.microsoft.com/office/drawing/2014/main" id="{04307FB3-0337-4142-8C84-6DB05146808D}"/>
                  </a:ext>
                </a:extLst>
              </p:cNvPr>
              <p:cNvSpPr/>
              <p:nvPr/>
            </p:nvSpPr>
            <p:spPr>
              <a:xfrm>
                <a:off x="2962444" y="2131536"/>
                <a:ext cx="78486" cy="259707"/>
              </a:xfrm>
              <a:custGeom>
                <a:avLst/>
                <a:gdLst>
                  <a:gd name="connsiteX0" fmla="*/ 74486 w 78486"/>
                  <a:gd name="connsiteY0" fmla="*/ 235077 h 259707"/>
                  <a:gd name="connsiteX1" fmla="*/ 61150 w 78486"/>
                  <a:gd name="connsiteY1" fmla="*/ 213455 h 259707"/>
                  <a:gd name="connsiteX2" fmla="*/ 23432 w 78486"/>
                  <a:gd name="connsiteY2" fmla="*/ 0 h 259707"/>
                  <a:gd name="connsiteX3" fmla="*/ 0 w 78486"/>
                  <a:gd name="connsiteY3" fmla="*/ 4191 h 259707"/>
                  <a:gd name="connsiteX4" fmla="*/ 37529 w 78486"/>
                  <a:gd name="connsiteY4" fmla="*/ 216408 h 259707"/>
                  <a:gd name="connsiteX5" fmla="*/ 32575 w 78486"/>
                  <a:gd name="connsiteY5" fmla="*/ 242697 h 259707"/>
                  <a:gd name="connsiteX6" fmla="*/ 55340 w 78486"/>
                  <a:gd name="connsiteY6" fmla="*/ 249269 h 259707"/>
                  <a:gd name="connsiteX7" fmla="*/ 55340 w 78486"/>
                  <a:gd name="connsiteY7" fmla="*/ 249269 h 259707"/>
                  <a:gd name="connsiteX8" fmla="*/ 74486 w 78486"/>
                  <a:gd name="connsiteY8" fmla="*/ 235077 h 259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486" h="259707">
                    <a:moveTo>
                      <a:pt x="74486" y="235077"/>
                    </a:moveTo>
                    <a:cubicBezTo>
                      <a:pt x="66199" y="226219"/>
                      <a:pt x="62484" y="217265"/>
                      <a:pt x="61150" y="213455"/>
                    </a:cubicBezTo>
                    <a:lnTo>
                      <a:pt x="23432" y="0"/>
                    </a:lnTo>
                    <a:lnTo>
                      <a:pt x="0" y="4191"/>
                    </a:lnTo>
                    <a:lnTo>
                      <a:pt x="37529" y="216408"/>
                    </a:lnTo>
                    <a:cubicBezTo>
                      <a:pt x="37719" y="219170"/>
                      <a:pt x="38005" y="229934"/>
                      <a:pt x="32575" y="242697"/>
                    </a:cubicBezTo>
                    <a:cubicBezTo>
                      <a:pt x="26289" y="257461"/>
                      <a:pt x="44577" y="268891"/>
                      <a:pt x="55340" y="249269"/>
                    </a:cubicBezTo>
                    <a:lnTo>
                      <a:pt x="55340" y="249269"/>
                    </a:lnTo>
                    <a:cubicBezTo>
                      <a:pt x="72200" y="263842"/>
                      <a:pt x="85439" y="246793"/>
                      <a:pt x="74486" y="235077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836" name="Graphique 5">
              <a:extLst>
                <a:ext uri="{FF2B5EF4-FFF2-40B4-BE49-F238E27FC236}">
                  <a16:creationId xmlns:a16="http://schemas.microsoft.com/office/drawing/2014/main" id="{04756B5F-2A35-4E41-BBA7-CB94F66251F4}"/>
                </a:ext>
              </a:extLst>
            </p:cNvPr>
            <p:cNvGrpSpPr/>
            <p:nvPr/>
          </p:nvGrpSpPr>
          <p:grpSpPr>
            <a:xfrm>
              <a:off x="1711545" y="2018327"/>
              <a:ext cx="2986544" cy="2976842"/>
              <a:chOff x="1711545" y="2018327"/>
              <a:chExt cx="2986544" cy="2976842"/>
            </a:xfrm>
            <a:noFill/>
          </p:grpSpPr>
          <p:sp>
            <p:nvSpPr>
              <p:cNvPr id="11837" name="Forme libre : forme 11836">
                <a:extLst>
                  <a:ext uri="{FF2B5EF4-FFF2-40B4-BE49-F238E27FC236}">
                    <a16:creationId xmlns:a16="http://schemas.microsoft.com/office/drawing/2014/main" id="{6C35A4E7-E16B-42C6-BE25-924B70561DB1}"/>
                  </a:ext>
                </a:extLst>
              </p:cNvPr>
              <p:cNvSpPr/>
              <p:nvPr/>
            </p:nvSpPr>
            <p:spPr>
              <a:xfrm>
                <a:off x="3288005" y="2018327"/>
                <a:ext cx="272486" cy="371908"/>
              </a:xfrm>
              <a:custGeom>
                <a:avLst/>
                <a:gdLst>
                  <a:gd name="connsiteX0" fmla="*/ 248892 w 272486"/>
                  <a:gd name="connsiteY0" fmla="*/ 35485 h 371908"/>
                  <a:gd name="connsiteX1" fmla="*/ 175264 w 272486"/>
                  <a:gd name="connsiteY1" fmla="*/ 42629 h 371908"/>
                  <a:gd name="connsiteX2" fmla="*/ 174692 w 272486"/>
                  <a:gd name="connsiteY2" fmla="*/ 43200 h 371908"/>
                  <a:gd name="connsiteX3" fmla="*/ 170120 w 272486"/>
                  <a:gd name="connsiteY3" fmla="*/ 48725 h 371908"/>
                  <a:gd name="connsiteX4" fmla="*/ 170120 w 272486"/>
                  <a:gd name="connsiteY4" fmla="*/ 48725 h 371908"/>
                  <a:gd name="connsiteX5" fmla="*/ 159643 w 272486"/>
                  <a:gd name="connsiteY5" fmla="*/ 80062 h 371908"/>
                  <a:gd name="connsiteX6" fmla="*/ 159738 w 272486"/>
                  <a:gd name="connsiteY6" fmla="*/ 85492 h 371908"/>
                  <a:gd name="connsiteX7" fmla="*/ 167930 w 272486"/>
                  <a:gd name="connsiteY7" fmla="*/ 111114 h 371908"/>
                  <a:gd name="connsiteX8" fmla="*/ 183265 w 272486"/>
                  <a:gd name="connsiteY8" fmla="*/ 127497 h 371908"/>
                  <a:gd name="connsiteX9" fmla="*/ 187265 w 272486"/>
                  <a:gd name="connsiteY9" fmla="*/ 130069 h 371908"/>
                  <a:gd name="connsiteX10" fmla="*/ 163548 w 272486"/>
                  <a:gd name="connsiteY10" fmla="*/ 277611 h 371908"/>
                  <a:gd name="connsiteX11" fmla="*/ 143260 w 272486"/>
                  <a:gd name="connsiteY11" fmla="*/ 335713 h 371908"/>
                  <a:gd name="connsiteX12" fmla="*/ 98016 w 272486"/>
                  <a:gd name="connsiteY12" fmla="*/ 347239 h 371908"/>
                  <a:gd name="connsiteX13" fmla="*/ 51439 w 272486"/>
                  <a:gd name="connsiteY13" fmla="*/ 324188 h 371908"/>
                  <a:gd name="connsiteX14" fmla="*/ 47533 w 272486"/>
                  <a:gd name="connsiteY14" fmla="*/ 259799 h 371908"/>
                  <a:gd name="connsiteX15" fmla="*/ 64012 w 272486"/>
                  <a:gd name="connsiteY15" fmla="*/ 112161 h 371908"/>
                  <a:gd name="connsiteX16" fmla="*/ 65822 w 272486"/>
                  <a:gd name="connsiteY16" fmla="*/ 111971 h 371908"/>
                  <a:gd name="connsiteX17" fmla="*/ 71156 w 272486"/>
                  <a:gd name="connsiteY17" fmla="*/ 110828 h 371908"/>
                  <a:gd name="connsiteX18" fmla="*/ 81347 w 272486"/>
                  <a:gd name="connsiteY18" fmla="*/ 107018 h 371908"/>
                  <a:gd name="connsiteX19" fmla="*/ 90682 w 272486"/>
                  <a:gd name="connsiteY19" fmla="*/ 101303 h 371908"/>
                  <a:gd name="connsiteX20" fmla="*/ 102493 w 272486"/>
                  <a:gd name="connsiteY20" fmla="*/ 89111 h 371908"/>
                  <a:gd name="connsiteX21" fmla="*/ 102493 w 272486"/>
                  <a:gd name="connsiteY21" fmla="*/ 89111 h 371908"/>
                  <a:gd name="connsiteX22" fmla="*/ 106207 w 272486"/>
                  <a:gd name="connsiteY22" fmla="*/ 83110 h 371908"/>
                  <a:gd name="connsiteX23" fmla="*/ 106493 w 272486"/>
                  <a:gd name="connsiteY23" fmla="*/ 82539 h 371908"/>
                  <a:gd name="connsiteX24" fmla="*/ 89253 w 272486"/>
                  <a:gd name="connsiteY24" fmla="*/ 10435 h 371908"/>
                  <a:gd name="connsiteX25" fmla="*/ 15625 w 272486"/>
                  <a:gd name="connsiteY25" fmla="*/ 17578 h 371908"/>
                  <a:gd name="connsiteX26" fmla="*/ 15053 w 272486"/>
                  <a:gd name="connsiteY26" fmla="*/ 18150 h 371908"/>
                  <a:gd name="connsiteX27" fmla="*/ 10481 w 272486"/>
                  <a:gd name="connsiteY27" fmla="*/ 23674 h 371908"/>
                  <a:gd name="connsiteX28" fmla="*/ 3623 w 272486"/>
                  <a:gd name="connsiteY28" fmla="*/ 76252 h 371908"/>
                  <a:gd name="connsiteX29" fmla="*/ 15148 w 272486"/>
                  <a:gd name="connsiteY29" fmla="*/ 94921 h 371908"/>
                  <a:gd name="connsiteX30" fmla="*/ 23721 w 272486"/>
                  <a:gd name="connsiteY30" fmla="*/ 102446 h 371908"/>
                  <a:gd name="connsiteX31" fmla="*/ 28579 w 272486"/>
                  <a:gd name="connsiteY31" fmla="*/ 105589 h 371908"/>
                  <a:gd name="connsiteX32" fmla="*/ 38866 w 272486"/>
                  <a:gd name="connsiteY32" fmla="*/ 110161 h 371908"/>
                  <a:gd name="connsiteX33" fmla="*/ 40104 w 272486"/>
                  <a:gd name="connsiteY33" fmla="*/ 110542 h 371908"/>
                  <a:gd name="connsiteX34" fmla="*/ 24483 w 272486"/>
                  <a:gd name="connsiteY34" fmla="*/ 253894 h 371908"/>
                  <a:gd name="connsiteX35" fmla="*/ 31722 w 272486"/>
                  <a:gd name="connsiteY35" fmla="*/ 337999 h 371908"/>
                  <a:gd name="connsiteX36" fmla="*/ 95444 w 272486"/>
                  <a:gd name="connsiteY36" fmla="*/ 371241 h 371908"/>
                  <a:gd name="connsiteX37" fmla="*/ 107541 w 272486"/>
                  <a:gd name="connsiteY37" fmla="*/ 371908 h 371908"/>
                  <a:gd name="connsiteX38" fmla="*/ 158976 w 272486"/>
                  <a:gd name="connsiteY38" fmla="*/ 353811 h 371908"/>
                  <a:gd name="connsiteX39" fmla="*/ 187265 w 272486"/>
                  <a:gd name="connsiteY39" fmla="*/ 278182 h 371908"/>
                  <a:gd name="connsiteX40" fmla="*/ 209744 w 272486"/>
                  <a:gd name="connsiteY40" fmla="*/ 137974 h 371908"/>
                  <a:gd name="connsiteX41" fmla="*/ 225270 w 272486"/>
                  <a:gd name="connsiteY41" fmla="*/ 137593 h 371908"/>
                  <a:gd name="connsiteX42" fmla="*/ 230604 w 272486"/>
                  <a:gd name="connsiteY42" fmla="*/ 136450 h 371908"/>
                  <a:gd name="connsiteX43" fmla="*/ 240796 w 272486"/>
                  <a:gd name="connsiteY43" fmla="*/ 132640 h 371908"/>
                  <a:gd name="connsiteX44" fmla="*/ 245558 w 272486"/>
                  <a:gd name="connsiteY44" fmla="*/ 129973 h 371908"/>
                  <a:gd name="connsiteX45" fmla="*/ 254416 w 272486"/>
                  <a:gd name="connsiteY45" fmla="*/ 123210 h 371908"/>
                  <a:gd name="connsiteX46" fmla="*/ 261941 w 272486"/>
                  <a:gd name="connsiteY46" fmla="*/ 114638 h 371908"/>
                  <a:gd name="connsiteX47" fmla="*/ 265656 w 272486"/>
                  <a:gd name="connsiteY47" fmla="*/ 108637 h 371908"/>
                  <a:gd name="connsiteX48" fmla="*/ 265942 w 272486"/>
                  <a:gd name="connsiteY48" fmla="*/ 108066 h 371908"/>
                  <a:gd name="connsiteX49" fmla="*/ 248892 w 272486"/>
                  <a:gd name="connsiteY49" fmla="*/ 35485 h 371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272486" h="371908">
                    <a:moveTo>
                      <a:pt x="248892" y="35485"/>
                    </a:moveTo>
                    <a:cubicBezTo>
                      <a:pt x="225746" y="19007"/>
                      <a:pt x="194314" y="22531"/>
                      <a:pt x="175264" y="42629"/>
                    </a:cubicBezTo>
                    <a:cubicBezTo>
                      <a:pt x="175073" y="42819"/>
                      <a:pt x="174883" y="43010"/>
                      <a:pt x="174692" y="43200"/>
                    </a:cubicBezTo>
                    <a:cubicBezTo>
                      <a:pt x="173073" y="44915"/>
                      <a:pt x="171549" y="46725"/>
                      <a:pt x="170120" y="48725"/>
                    </a:cubicBezTo>
                    <a:cubicBezTo>
                      <a:pt x="170120" y="48725"/>
                      <a:pt x="170120" y="48725"/>
                      <a:pt x="170120" y="48725"/>
                    </a:cubicBezTo>
                    <a:cubicBezTo>
                      <a:pt x="163357" y="58250"/>
                      <a:pt x="159929" y="69108"/>
                      <a:pt x="159643" y="80062"/>
                    </a:cubicBezTo>
                    <a:cubicBezTo>
                      <a:pt x="159643" y="81872"/>
                      <a:pt x="159643" y="83682"/>
                      <a:pt x="159738" y="85492"/>
                    </a:cubicBezTo>
                    <a:cubicBezTo>
                      <a:pt x="160405" y="94540"/>
                      <a:pt x="163167" y="103303"/>
                      <a:pt x="167930" y="111114"/>
                    </a:cubicBezTo>
                    <a:cubicBezTo>
                      <a:pt x="171739" y="117400"/>
                      <a:pt x="176883" y="122925"/>
                      <a:pt x="183265" y="127497"/>
                    </a:cubicBezTo>
                    <a:cubicBezTo>
                      <a:pt x="184598" y="128449"/>
                      <a:pt x="185932" y="129211"/>
                      <a:pt x="187265" y="130069"/>
                    </a:cubicBezTo>
                    <a:cubicBezTo>
                      <a:pt x="173359" y="167406"/>
                      <a:pt x="164024" y="232653"/>
                      <a:pt x="163548" y="277611"/>
                    </a:cubicBezTo>
                    <a:cubicBezTo>
                      <a:pt x="163357" y="295994"/>
                      <a:pt x="159643" y="321045"/>
                      <a:pt x="143260" y="335713"/>
                    </a:cubicBezTo>
                    <a:cubicBezTo>
                      <a:pt x="132497" y="345334"/>
                      <a:pt x="117256" y="349144"/>
                      <a:pt x="98016" y="347239"/>
                    </a:cubicBezTo>
                    <a:cubicBezTo>
                      <a:pt x="82966" y="345715"/>
                      <a:pt x="62678" y="340381"/>
                      <a:pt x="51439" y="324188"/>
                    </a:cubicBezTo>
                    <a:cubicBezTo>
                      <a:pt x="41342" y="309424"/>
                      <a:pt x="40009" y="287802"/>
                      <a:pt x="47533" y="259799"/>
                    </a:cubicBezTo>
                    <a:cubicBezTo>
                      <a:pt x="62773" y="203316"/>
                      <a:pt x="64202" y="139975"/>
                      <a:pt x="64012" y="112161"/>
                    </a:cubicBezTo>
                    <a:cubicBezTo>
                      <a:pt x="64583" y="112066"/>
                      <a:pt x="65250" y="112066"/>
                      <a:pt x="65822" y="111971"/>
                    </a:cubicBezTo>
                    <a:cubicBezTo>
                      <a:pt x="67631" y="111685"/>
                      <a:pt x="69346" y="111304"/>
                      <a:pt x="71156" y="110828"/>
                    </a:cubicBezTo>
                    <a:cubicBezTo>
                      <a:pt x="74680" y="109875"/>
                      <a:pt x="78014" y="108637"/>
                      <a:pt x="81347" y="107018"/>
                    </a:cubicBezTo>
                    <a:cubicBezTo>
                      <a:pt x="84681" y="105399"/>
                      <a:pt x="87729" y="103494"/>
                      <a:pt x="90682" y="101303"/>
                    </a:cubicBezTo>
                    <a:cubicBezTo>
                      <a:pt x="95063" y="97969"/>
                      <a:pt x="99064" y="93873"/>
                      <a:pt x="102493" y="89111"/>
                    </a:cubicBezTo>
                    <a:cubicBezTo>
                      <a:pt x="102493" y="89111"/>
                      <a:pt x="102493" y="89111"/>
                      <a:pt x="102493" y="89111"/>
                    </a:cubicBezTo>
                    <a:cubicBezTo>
                      <a:pt x="103922" y="87206"/>
                      <a:pt x="105064" y="85110"/>
                      <a:pt x="106207" y="83110"/>
                    </a:cubicBezTo>
                    <a:cubicBezTo>
                      <a:pt x="106303" y="82920"/>
                      <a:pt x="106398" y="82729"/>
                      <a:pt x="106493" y="82539"/>
                    </a:cubicBezTo>
                    <a:cubicBezTo>
                      <a:pt x="119447" y="57964"/>
                      <a:pt x="112589" y="27008"/>
                      <a:pt x="89253" y="10435"/>
                    </a:cubicBezTo>
                    <a:cubicBezTo>
                      <a:pt x="66107" y="-6044"/>
                      <a:pt x="34675" y="-2519"/>
                      <a:pt x="15625" y="17578"/>
                    </a:cubicBezTo>
                    <a:cubicBezTo>
                      <a:pt x="15434" y="17769"/>
                      <a:pt x="15244" y="17959"/>
                      <a:pt x="15053" y="18150"/>
                    </a:cubicBezTo>
                    <a:cubicBezTo>
                      <a:pt x="13434" y="19864"/>
                      <a:pt x="11910" y="21769"/>
                      <a:pt x="10481" y="23674"/>
                    </a:cubicBezTo>
                    <a:cubicBezTo>
                      <a:pt x="-853" y="39581"/>
                      <a:pt x="-2759" y="59298"/>
                      <a:pt x="3623" y="76252"/>
                    </a:cubicBezTo>
                    <a:cubicBezTo>
                      <a:pt x="6195" y="83015"/>
                      <a:pt x="10005" y="89397"/>
                      <a:pt x="15148" y="94921"/>
                    </a:cubicBezTo>
                    <a:cubicBezTo>
                      <a:pt x="17720" y="97683"/>
                      <a:pt x="20578" y="100160"/>
                      <a:pt x="23721" y="102446"/>
                    </a:cubicBezTo>
                    <a:cubicBezTo>
                      <a:pt x="25340" y="103589"/>
                      <a:pt x="26959" y="104637"/>
                      <a:pt x="28579" y="105589"/>
                    </a:cubicBezTo>
                    <a:cubicBezTo>
                      <a:pt x="31913" y="107494"/>
                      <a:pt x="35341" y="109018"/>
                      <a:pt x="38866" y="110161"/>
                    </a:cubicBezTo>
                    <a:cubicBezTo>
                      <a:pt x="39247" y="110256"/>
                      <a:pt x="39723" y="110352"/>
                      <a:pt x="40104" y="110542"/>
                    </a:cubicBezTo>
                    <a:cubicBezTo>
                      <a:pt x="40294" y="135879"/>
                      <a:pt x="39151" y="199315"/>
                      <a:pt x="24483" y="253894"/>
                    </a:cubicBezTo>
                    <a:cubicBezTo>
                      <a:pt x="15053" y="288946"/>
                      <a:pt x="17434" y="317235"/>
                      <a:pt x="31722" y="337999"/>
                    </a:cubicBezTo>
                    <a:cubicBezTo>
                      <a:pt x="44676" y="356764"/>
                      <a:pt x="66679" y="368289"/>
                      <a:pt x="95444" y="371241"/>
                    </a:cubicBezTo>
                    <a:cubicBezTo>
                      <a:pt x="99635" y="371718"/>
                      <a:pt x="103636" y="371908"/>
                      <a:pt x="107541" y="371908"/>
                    </a:cubicBezTo>
                    <a:cubicBezTo>
                      <a:pt x="128306" y="371908"/>
                      <a:pt x="145546" y="365812"/>
                      <a:pt x="158976" y="353811"/>
                    </a:cubicBezTo>
                    <a:cubicBezTo>
                      <a:pt x="177169" y="337618"/>
                      <a:pt x="186884" y="311425"/>
                      <a:pt x="187265" y="278182"/>
                    </a:cubicBezTo>
                    <a:cubicBezTo>
                      <a:pt x="187741" y="230652"/>
                      <a:pt x="197838" y="169502"/>
                      <a:pt x="209744" y="137974"/>
                    </a:cubicBezTo>
                    <a:cubicBezTo>
                      <a:pt x="214888" y="138546"/>
                      <a:pt x="220126" y="138450"/>
                      <a:pt x="225270" y="137593"/>
                    </a:cubicBezTo>
                    <a:cubicBezTo>
                      <a:pt x="227080" y="137308"/>
                      <a:pt x="228794" y="136927"/>
                      <a:pt x="230604" y="136450"/>
                    </a:cubicBezTo>
                    <a:cubicBezTo>
                      <a:pt x="234128" y="135498"/>
                      <a:pt x="237462" y="134260"/>
                      <a:pt x="240796" y="132640"/>
                    </a:cubicBezTo>
                    <a:cubicBezTo>
                      <a:pt x="242415" y="131878"/>
                      <a:pt x="244034" y="130926"/>
                      <a:pt x="245558" y="129973"/>
                    </a:cubicBezTo>
                    <a:cubicBezTo>
                      <a:pt x="248701" y="128068"/>
                      <a:pt x="251654" y="125782"/>
                      <a:pt x="254416" y="123210"/>
                    </a:cubicBezTo>
                    <a:cubicBezTo>
                      <a:pt x="257179" y="120639"/>
                      <a:pt x="259655" y="117781"/>
                      <a:pt x="261941" y="114638"/>
                    </a:cubicBezTo>
                    <a:cubicBezTo>
                      <a:pt x="263370" y="112638"/>
                      <a:pt x="264513" y="110637"/>
                      <a:pt x="265656" y="108637"/>
                    </a:cubicBezTo>
                    <a:cubicBezTo>
                      <a:pt x="265751" y="108447"/>
                      <a:pt x="265847" y="108256"/>
                      <a:pt x="265942" y="108066"/>
                    </a:cubicBezTo>
                    <a:cubicBezTo>
                      <a:pt x="278991" y="83110"/>
                      <a:pt x="272133" y="52059"/>
                      <a:pt x="248892" y="3548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38" name="Forme libre : forme 11837">
                <a:extLst>
                  <a:ext uri="{FF2B5EF4-FFF2-40B4-BE49-F238E27FC236}">
                    <a16:creationId xmlns:a16="http://schemas.microsoft.com/office/drawing/2014/main" id="{9951758E-3FF1-45A4-AF88-6009F62A67CF}"/>
                  </a:ext>
                </a:extLst>
              </p:cNvPr>
              <p:cNvSpPr/>
              <p:nvPr/>
            </p:nvSpPr>
            <p:spPr>
              <a:xfrm>
                <a:off x="2836558" y="4624585"/>
                <a:ext cx="272954" cy="370584"/>
              </a:xfrm>
              <a:custGeom>
                <a:avLst/>
                <a:gdLst>
                  <a:gd name="connsiteX0" fmla="*/ 263807 w 272954"/>
                  <a:gd name="connsiteY0" fmla="*/ 283298 h 370584"/>
                  <a:gd name="connsiteX1" fmla="*/ 248091 w 272954"/>
                  <a:gd name="connsiteY1" fmla="*/ 267296 h 370584"/>
                  <a:gd name="connsiteX2" fmla="*/ 232756 w 272954"/>
                  <a:gd name="connsiteY2" fmla="*/ 259962 h 370584"/>
                  <a:gd name="connsiteX3" fmla="*/ 231518 w 272954"/>
                  <a:gd name="connsiteY3" fmla="*/ 259676 h 370584"/>
                  <a:gd name="connsiteX4" fmla="*/ 243710 w 272954"/>
                  <a:gd name="connsiteY4" fmla="*/ 116039 h 370584"/>
                  <a:gd name="connsiteX5" fmla="*/ 234470 w 272954"/>
                  <a:gd name="connsiteY5" fmla="*/ 32124 h 370584"/>
                  <a:gd name="connsiteX6" fmla="*/ 169986 w 272954"/>
                  <a:gd name="connsiteY6" fmla="*/ 406 h 370584"/>
                  <a:gd name="connsiteX7" fmla="*/ 157889 w 272954"/>
                  <a:gd name="connsiteY7" fmla="*/ 25 h 370584"/>
                  <a:gd name="connsiteX8" fmla="*/ 106931 w 272954"/>
                  <a:gd name="connsiteY8" fmla="*/ 19265 h 370584"/>
                  <a:gd name="connsiteX9" fmla="*/ 80451 w 272954"/>
                  <a:gd name="connsiteY9" fmla="*/ 95561 h 370584"/>
                  <a:gd name="connsiteX10" fmla="*/ 61306 w 272954"/>
                  <a:gd name="connsiteY10" fmla="*/ 236245 h 370584"/>
                  <a:gd name="connsiteX11" fmla="*/ 56543 w 272954"/>
                  <a:gd name="connsiteY11" fmla="*/ 236054 h 370584"/>
                  <a:gd name="connsiteX12" fmla="*/ 35398 w 272954"/>
                  <a:gd name="connsiteY12" fmla="*/ 240150 h 370584"/>
                  <a:gd name="connsiteX13" fmla="*/ 21206 w 272954"/>
                  <a:gd name="connsiteY13" fmla="*/ 248437 h 370584"/>
                  <a:gd name="connsiteX14" fmla="*/ 9680 w 272954"/>
                  <a:gd name="connsiteY14" fmla="*/ 260914 h 370584"/>
                  <a:gd name="connsiteX15" fmla="*/ 6156 w 272954"/>
                  <a:gd name="connsiteY15" fmla="*/ 267011 h 370584"/>
                  <a:gd name="connsiteX16" fmla="*/ 5870 w 272954"/>
                  <a:gd name="connsiteY16" fmla="*/ 267582 h 370584"/>
                  <a:gd name="connsiteX17" fmla="*/ 24825 w 272954"/>
                  <a:gd name="connsiteY17" fmla="*/ 339305 h 370584"/>
                  <a:gd name="connsiteX18" fmla="*/ 98263 w 272954"/>
                  <a:gd name="connsiteY18" fmla="*/ 330447 h 370584"/>
                  <a:gd name="connsiteX19" fmla="*/ 98739 w 272954"/>
                  <a:gd name="connsiteY19" fmla="*/ 329876 h 370584"/>
                  <a:gd name="connsiteX20" fmla="*/ 103216 w 272954"/>
                  <a:gd name="connsiteY20" fmla="*/ 324256 h 370584"/>
                  <a:gd name="connsiteX21" fmla="*/ 103216 w 272954"/>
                  <a:gd name="connsiteY21" fmla="*/ 324256 h 370584"/>
                  <a:gd name="connsiteX22" fmla="*/ 110550 w 272954"/>
                  <a:gd name="connsiteY22" fmla="*/ 308920 h 370584"/>
                  <a:gd name="connsiteX23" fmla="*/ 108836 w 272954"/>
                  <a:gd name="connsiteY23" fmla="*/ 271487 h 370584"/>
                  <a:gd name="connsiteX24" fmla="*/ 103787 w 272954"/>
                  <a:gd name="connsiteY24" fmla="*/ 261772 h 370584"/>
                  <a:gd name="connsiteX25" fmla="*/ 88071 w 272954"/>
                  <a:gd name="connsiteY25" fmla="*/ 245770 h 370584"/>
                  <a:gd name="connsiteX26" fmla="*/ 83975 w 272954"/>
                  <a:gd name="connsiteY26" fmla="*/ 243293 h 370584"/>
                  <a:gd name="connsiteX27" fmla="*/ 104168 w 272954"/>
                  <a:gd name="connsiteY27" fmla="*/ 95275 h 370584"/>
                  <a:gd name="connsiteX28" fmla="*/ 123123 w 272954"/>
                  <a:gd name="connsiteY28" fmla="*/ 36696 h 370584"/>
                  <a:gd name="connsiteX29" fmla="*/ 168081 w 272954"/>
                  <a:gd name="connsiteY29" fmla="*/ 24123 h 370584"/>
                  <a:gd name="connsiteX30" fmla="*/ 215135 w 272954"/>
                  <a:gd name="connsiteY30" fmla="*/ 46126 h 370584"/>
                  <a:gd name="connsiteX31" fmla="*/ 220564 w 272954"/>
                  <a:gd name="connsiteY31" fmla="*/ 110420 h 370584"/>
                  <a:gd name="connsiteX32" fmla="*/ 207610 w 272954"/>
                  <a:gd name="connsiteY32" fmla="*/ 258438 h 370584"/>
                  <a:gd name="connsiteX33" fmla="*/ 195418 w 272954"/>
                  <a:gd name="connsiteY33" fmla="*/ 261772 h 370584"/>
                  <a:gd name="connsiteX34" fmla="*/ 181226 w 272954"/>
                  <a:gd name="connsiteY34" fmla="*/ 270059 h 370584"/>
                  <a:gd name="connsiteX35" fmla="*/ 169700 w 272954"/>
                  <a:gd name="connsiteY35" fmla="*/ 282536 h 370584"/>
                  <a:gd name="connsiteX36" fmla="*/ 166176 w 272954"/>
                  <a:gd name="connsiteY36" fmla="*/ 288632 h 370584"/>
                  <a:gd name="connsiteX37" fmla="*/ 165890 w 272954"/>
                  <a:gd name="connsiteY37" fmla="*/ 289204 h 370584"/>
                  <a:gd name="connsiteX38" fmla="*/ 184845 w 272954"/>
                  <a:gd name="connsiteY38" fmla="*/ 360927 h 370584"/>
                  <a:gd name="connsiteX39" fmla="*/ 258283 w 272954"/>
                  <a:gd name="connsiteY39" fmla="*/ 352069 h 370584"/>
                  <a:gd name="connsiteX40" fmla="*/ 258759 w 272954"/>
                  <a:gd name="connsiteY40" fmla="*/ 351497 h 370584"/>
                  <a:gd name="connsiteX41" fmla="*/ 263236 w 272954"/>
                  <a:gd name="connsiteY41" fmla="*/ 345782 h 370584"/>
                  <a:gd name="connsiteX42" fmla="*/ 268665 w 272954"/>
                  <a:gd name="connsiteY42" fmla="*/ 335686 h 370584"/>
                  <a:gd name="connsiteX43" fmla="*/ 271904 w 272954"/>
                  <a:gd name="connsiteY43" fmla="*/ 325113 h 370584"/>
                  <a:gd name="connsiteX44" fmla="*/ 268856 w 272954"/>
                  <a:gd name="connsiteY44" fmla="*/ 293109 h 370584"/>
                  <a:gd name="connsiteX45" fmla="*/ 263807 w 272954"/>
                  <a:gd name="connsiteY45" fmla="*/ 283298 h 370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72954" h="370584">
                    <a:moveTo>
                      <a:pt x="263807" y="283298"/>
                    </a:moveTo>
                    <a:cubicBezTo>
                      <a:pt x="259807" y="277107"/>
                      <a:pt x="254568" y="271678"/>
                      <a:pt x="248091" y="267296"/>
                    </a:cubicBezTo>
                    <a:cubicBezTo>
                      <a:pt x="243233" y="264058"/>
                      <a:pt x="238090" y="261581"/>
                      <a:pt x="232756" y="259962"/>
                    </a:cubicBezTo>
                    <a:cubicBezTo>
                      <a:pt x="232375" y="259867"/>
                      <a:pt x="231899" y="259771"/>
                      <a:pt x="231518" y="259676"/>
                    </a:cubicBezTo>
                    <a:cubicBezTo>
                      <a:pt x="230660" y="234340"/>
                      <a:pt x="230279" y="170903"/>
                      <a:pt x="243710" y="116039"/>
                    </a:cubicBezTo>
                    <a:cubicBezTo>
                      <a:pt x="252282" y="80797"/>
                      <a:pt x="249234" y="52603"/>
                      <a:pt x="234470" y="32124"/>
                    </a:cubicBezTo>
                    <a:cubicBezTo>
                      <a:pt x="221135" y="13645"/>
                      <a:pt x="198847" y="2692"/>
                      <a:pt x="169986" y="406"/>
                    </a:cubicBezTo>
                    <a:cubicBezTo>
                      <a:pt x="165795" y="120"/>
                      <a:pt x="161795" y="-71"/>
                      <a:pt x="157889" y="25"/>
                    </a:cubicBezTo>
                    <a:cubicBezTo>
                      <a:pt x="137125" y="501"/>
                      <a:pt x="120075" y="6978"/>
                      <a:pt x="106931" y="19265"/>
                    </a:cubicBezTo>
                    <a:cubicBezTo>
                      <a:pt x="89119" y="35934"/>
                      <a:pt x="79975" y="62318"/>
                      <a:pt x="80451" y="95561"/>
                    </a:cubicBezTo>
                    <a:cubicBezTo>
                      <a:pt x="81118" y="143090"/>
                      <a:pt x="72450" y="204431"/>
                      <a:pt x="61306" y="236245"/>
                    </a:cubicBezTo>
                    <a:cubicBezTo>
                      <a:pt x="59782" y="236150"/>
                      <a:pt x="58163" y="236054"/>
                      <a:pt x="56543" y="236054"/>
                    </a:cubicBezTo>
                    <a:cubicBezTo>
                      <a:pt x="49304" y="236054"/>
                      <a:pt x="42065" y="237388"/>
                      <a:pt x="35398" y="240150"/>
                    </a:cubicBezTo>
                    <a:cubicBezTo>
                      <a:pt x="30350" y="242150"/>
                      <a:pt x="25587" y="244912"/>
                      <a:pt x="21206" y="248437"/>
                    </a:cubicBezTo>
                    <a:cubicBezTo>
                      <a:pt x="16824" y="251866"/>
                      <a:pt x="13014" y="256057"/>
                      <a:pt x="9680" y="260914"/>
                    </a:cubicBezTo>
                    <a:cubicBezTo>
                      <a:pt x="8347" y="262915"/>
                      <a:pt x="7204" y="264915"/>
                      <a:pt x="6156" y="267011"/>
                    </a:cubicBezTo>
                    <a:cubicBezTo>
                      <a:pt x="6061" y="267201"/>
                      <a:pt x="5966" y="267392"/>
                      <a:pt x="5870" y="267582"/>
                    </a:cubicBezTo>
                    <a:cubicBezTo>
                      <a:pt x="-6512" y="292442"/>
                      <a:pt x="1108" y="323303"/>
                      <a:pt x="24825" y="339305"/>
                    </a:cubicBezTo>
                    <a:cubicBezTo>
                      <a:pt x="48352" y="355212"/>
                      <a:pt x="79689" y="350926"/>
                      <a:pt x="98263" y="330447"/>
                    </a:cubicBezTo>
                    <a:cubicBezTo>
                      <a:pt x="98453" y="330256"/>
                      <a:pt x="98644" y="330066"/>
                      <a:pt x="98739" y="329876"/>
                    </a:cubicBezTo>
                    <a:cubicBezTo>
                      <a:pt x="100263" y="328066"/>
                      <a:pt x="101787" y="326256"/>
                      <a:pt x="103216" y="324256"/>
                    </a:cubicBezTo>
                    <a:cubicBezTo>
                      <a:pt x="103216" y="324256"/>
                      <a:pt x="103216" y="324256"/>
                      <a:pt x="103216" y="324256"/>
                    </a:cubicBezTo>
                    <a:cubicBezTo>
                      <a:pt x="106454" y="319398"/>
                      <a:pt x="108931" y="314254"/>
                      <a:pt x="110550" y="308920"/>
                    </a:cubicBezTo>
                    <a:cubicBezTo>
                      <a:pt x="114265" y="296538"/>
                      <a:pt x="113598" y="283298"/>
                      <a:pt x="108836" y="271487"/>
                    </a:cubicBezTo>
                    <a:cubicBezTo>
                      <a:pt x="107502" y="268154"/>
                      <a:pt x="105788" y="264915"/>
                      <a:pt x="103787" y="261772"/>
                    </a:cubicBezTo>
                    <a:cubicBezTo>
                      <a:pt x="99787" y="255580"/>
                      <a:pt x="94548" y="250151"/>
                      <a:pt x="88071" y="245770"/>
                    </a:cubicBezTo>
                    <a:cubicBezTo>
                      <a:pt x="86738" y="244912"/>
                      <a:pt x="85404" y="244055"/>
                      <a:pt x="83975" y="243293"/>
                    </a:cubicBezTo>
                    <a:cubicBezTo>
                      <a:pt x="96929" y="205574"/>
                      <a:pt x="104835" y="140137"/>
                      <a:pt x="104168" y="95275"/>
                    </a:cubicBezTo>
                    <a:cubicBezTo>
                      <a:pt x="103883" y="76892"/>
                      <a:pt x="107026" y="51745"/>
                      <a:pt x="123123" y="36696"/>
                    </a:cubicBezTo>
                    <a:cubicBezTo>
                      <a:pt x="133696" y="26790"/>
                      <a:pt x="148745" y="22599"/>
                      <a:pt x="168081" y="24123"/>
                    </a:cubicBezTo>
                    <a:cubicBezTo>
                      <a:pt x="183226" y="25361"/>
                      <a:pt x="203609" y="30124"/>
                      <a:pt x="215135" y="46126"/>
                    </a:cubicBezTo>
                    <a:cubicBezTo>
                      <a:pt x="225612" y="60604"/>
                      <a:pt x="227422" y="82226"/>
                      <a:pt x="220564" y="110420"/>
                    </a:cubicBezTo>
                    <a:cubicBezTo>
                      <a:pt x="206657" y="167188"/>
                      <a:pt x="206753" y="230625"/>
                      <a:pt x="207610" y="258438"/>
                    </a:cubicBezTo>
                    <a:cubicBezTo>
                      <a:pt x="203419" y="259105"/>
                      <a:pt x="199323" y="260153"/>
                      <a:pt x="195418" y="261772"/>
                    </a:cubicBezTo>
                    <a:cubicBezTo>
                      <a:pt x="190370" y="263772"/>
                      <a:pt x="185607" y="266534"/>
                      <a:pt x="181226" y="270059"/>
                    </a:cubicBezTo>
                    <a:cubicBezTo>
                      <a:pt x="176844" y="273487"/>
                      <a:pt x="173034" y="277679"/>
                      <a:pt x="169700" y="282536"/>
                    </a:cubicBezTo>
                    <a:cubicBezTo>
                      <a:pt x="168367" y="284537"/>
                      <a:pt x="167224" y="286537"/>
                      <a:pt x="166176" y="288632"/>
                    </a:cubicBezTo>
                    <a:cubicBezTo>
                      <a:pt x="166081" y="288823"/>
                      <a:pt x="165986" y="289013"/>
                      <a:pt x="165890" y="289204"/>
                    </a:cubicBezTo>
                    <a:cubicBezTo>
                      <a:pt x="153508" y="314159"/>
                      <a:pt x="161128" y="344925"/>
                      <a:pt x="184845" y="360927"/>
                    </a:cubicBezTo>
                    <a:cubicBezTo>
                      <a:pt x="208372" y="376834"/>
                      <a:pt x="239709" y="372547"/>
                      <a:pt x="258283" y="352069"/>
                    </a:cubicBezTo>
                    <a:cubicBezTo>
                      <a:pt x="258473" y="351878"/>
                      <a:pt x="258664" y="351688"/>
                      <a:pt x="258759" y="351497"/>
                    </a:cubicBezTo>
                    <a:cubicBezTo>
                      <a:pt x="260378" y="349687"/>
                      <a:pt x="261807" y="347878"/>
                      <a:pt x="263236" y="345782"/>
                    </a:cubicBezTo>
                    <a:cubicBezTo>
                      <a:pt x="265427" y="342544"/>
                      <a:pt x="267236" y="339210"/>
                      <a:pt x="268665" y="335686"/>
                    </a:cubicBezTo>
                    <a:cubicBezTo>
                      <a:pt x="270094" y="332257"/>
                      <a:pt x="271142" y="328637"/>
                      <a:pt x="271904" y="325113"/>
                    </a:cubicBezTo>
                    <a:cubicBezTo>
                      <a:pt x="273999" y="314350"/>
                      <a:pt x="272951" y="303205"/>
                      <a:pt x="268856" y="293109"/>
                    </a:cubicBezTo>
                    <a:cubicBezTo>
                      <a:pt x="267522" y="289585"/>
                      <a:pt x="265808" y="286346"/>
                      <a:pt x="263807" y="28329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39" name="Forme libre : forme 11838">
                <a:extLst>
                  <a:ext uri="{FF2B5EF4-FFF2-40B4-BE49-F238E27FC236}">
                    <a16:creationId xmlns:a16="http://schemas.microsoft.com/office/drawing/2014/main" id="{9ED60EC5-84E2-4611-AE07-26638DB7459A}"/>
                  </a:ext>
                </a:extLst>
              </p:cNvPr>
              <p:cNvSpPr/>
              <p:nvPr/>
            </p:nvSpPr>
            <p:spPr>
              <a:xfrm>
                <a:off x="3566976" y="4557881"/>
                <a:ext cx="304240" cy="376764"/>
              </a:xfrm>
              <a:custGeom>
                <a:avLst/>
                <a:gdLst>
                  <a:gd name="connsiteX0" fmla="*/ 251003 w 304240"/>
                  <a:gd name="connsiteY0" fmla="*/ 200554 h 376764"/>
                  <a:gd name="connsiteX1" fmla="*/ 245193 w 304240"/>
                  <a:gd name="connsiteY1" fmla="*/ 200554 h 376764"/>
                  <a:gd name="connsiteX2" fmla="*/ 232811 w 304240"/>
                  <a:gd name="connsiteY2" fmla="*/ 202555 h 376764"/>
                  <a:gd name="connsiteX3" fmla="*/ 169755 w 304240"/>
                  <a:gd name="connsiteY3" fmla="*/ 72919 h 376764"/>
                  <a:gd name="connsiteX4" fmla="*/ 118892 w 304240"/>
                  <a:gd name="connsiteY4" fmla="*/ 5578 h 376764"/>
                  <a:gd name="connsiteX5" fmla="*/ 47264 w 304240"/>
                  <a:gd name="connsiteY5" fmla="*/ 11293 h 376764"/>
                  <a:gd name="connsiteX6" fmla="*/ 36691 w 304240"/>
                  <a:gd name="connsiteY6" fmla="*/ 17198 h 376764"/>
                  <a:gd name="connsiteX7" fmla="*/ 2782 w 304240"/>
                  <a:gd name="connsiteY7" fmla="*/ 59870 h 376764"/>
                  <a:gd name="connsiteX8" fmla="*/ 19070 w 304240"/>
                  <a:gd name="connsiteY8" fmla="*/ 138928 h 376764"/>
                  <a:gd name="connsiteX9" fmla="*/ 74696 w 304240"/>
                  <a:gd name="connsiteY9" fmla="*/ 269611 h 376764"/>
                  <a:gd name="connsiteX10" fmla="*/ 61837 w 304240"/>
                  <a:gd name="connsiteY10" fmla="*/ 278183 h 376764"/>
                  <a:gd name="connsiteX11" fmla="*/ 48692 w 304240"/>
                  <a:gd name="connsiteY11" fmla="*/ 295424 h 376764"/>
                  <a:gd name="connsiteX12" fmla="*/ 42977 w 304240"/>
                  <a:gd name="connsiteY12" fmla="*/ 317141 h 376764"/>
                  <a:gd name="connsiteX13" fmla="*/ 42977 w 304240"/>
                  <a:gd name="connsiteY13" fmla="*/ 317141 h 376764"/>
                  <a:gd name="connsiteX14" fmla="*/ 43073 w 304240"/>
                  <a:gd name="connsiteY14" fmla="*/ 324189 h 376764"/>
                  <a:gd name="connsiteX15" fmla="*/ 43168 w 304240"/>
                  <a:gd name="connsiteY15" fmla="*/ 324760 h 376764"/>
                  <a:gd name="connsiteX16" fmla="*/ 96127 w 304240"/>
                  <a:gd name="connsiteY16" fmla="*/ 376672 h 376764"/>
                  <a:gd name="connsiteX17" fmla="*/ 154610 w 304240"/>
                  <a:gd name="connsiteY17" fmla="*/ 331428 h 376764"/>
                  <a:gd name="connsiteX18" fmla="*/ 154801 w 304240"/>
                  <a:gd name="connsiteY18" fmla="*/ 330666 h 376764"/>
                  <a:gd name="connsiteX19" fmla="*/ 155753 w 304240"/>
                  <a:gd name="connsiteY19" fmla="*/ 323522 h 376764"/>
                  <a:gd name="connsiteX20" fmla="*/ 102604 w 304240"/>
                  <a:gd name="connsiteY20" fmla="*/ 263896 h 376764"/>
                  <a:gd name="connsiteX21" fmla="*/ 97841 w 304240"/>
                  <a:gd name="connsiteY21" fmla="*/ 263896 h 376764"/>
                  <a:gd name="connsiteX22" fmla="*/ 39358 w 304240"/>
                  <a:gd name="connsiteY22" fmla="*/ 126355 h 376764"/>
                  <a:gd name="connsiteX23" fmla="*/ 25642 w 304240"/>
                  <a:gd name="connsiteY23" fmla="*/ 66347 h 376764"/>
                  <a:gd name="connsiteX24" fmla="*/ 57836 w 304240"/>
                  <a:gd name="connsiteY24" fmla="*/ 32534 h 376764"/>
                  <a:gd name="connsiteX25" fmla="*/ 109557 w 304240"/>
                  <a:gd name="connsiteY25" fmla="*/ 27295 h 376764"/>
                  <a:gd name="connsiteX26" fmla="*/ 147086 w 304240"/>
                  <a:gd name="connsiteY26" fmla="*/ 79682 h 376764"/>
                  <a:gd name="connsiteX27" fmla="*/ 211665 w 304240"/>
                  <a:gd name="connsiteY27" fmla="*/ 213413 h 376764"/>
                  <a:gd name="connsiteX28" fmla="*/ 210236 w 304240"/>
                  <a:gd name="connsiteY28" fmla="*/ 214556 h 376764"/>
                  <a:gd name="connsiteX29" fmla="*/ 206331 w 304240"/>
                  <a:gd name="connsiteY29" fmla="*/ 218366 h 376764"/>
                  <a:gd name="connsiteX30" fmla="*/ 197092 w 304240"/>
                  <a:gd name="connsiteY30" fmla="*/ 231796 h 376764"/>
                  <a:gd name="connsiteX31" fmla="*/ 193187 w 304240"/>
                  <a:gd name="connsiteY31" fmla="*/ 242179 h 376764"/>
                  <a:gd name="connsiteX32" fmla="*/ 191377 w 304240"/>
                  <a:gd name="connsiteY32" fmla="*/ 253513 h 376764"/>
                  <a:gd name="connsiteX33" fmla="*/ 191472 w 304240"/>
                  <a:gd name="connsiteY33" fmla="*/ 260562 h 376764"/>
                  <a:gd name="connsiteX34" fmla="*/ 191567 w 304240"/>
                  <a:gd name="connsiteY34" fmla="*/ 261134 h 376764"/>
                  <a:gd name="connsiteX35" fmla="*/ 244526 w 304240"/>
                  <a:gd name="connsiteY35" fmla="*/ 313045 h 376764"/>
                  <a:gd name="connsiteX36" fmla="*/ 303010 w 304240"/>
                  <a:gd name="connsiteY36" fmla="*/ 267801 h 376764"/>
                  <a:gd name="connsiteX37" fmla="*/ 303200 w 304240"/>
                  <a:gd name="connsiteY37" fmla="*/ 267039 h 376764"/>
                  <a:gd name="connsiteX38" fmla="*/ 304153 w 304240"/>
                  <a:gd name="connsiteY38" fmla="*/ 259895 h 376764"/>
                  <a:gd name="connsiteX39" fmla="*/ 251003 w 304240"/>
                  <a:gd name="connsiteY39" fmla="*/ 200554 h 376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04240" h="376764">
                    <a:moveTo>
                      <a:pt x="251003" y="200554"/>
                    </a:moveTo>
                    <a:cubicBezTo>
                      <a:pt x="249098" y="200459"/>
                      <a:pt x="247098" y="200459"/>
                      <a:pt x="245193" y="200554"/>
                    </a:cubicBezTo>
                    <a:cubicBezTo>
                      <a:pt x="240907" y="200745"/>
                      <a:pt x="236811" y="201412"/>
                      <a:pt x="232811" y="202555"/>
                    </a:cubicBezTo>
                    <a:cubicBezTo>
                      <a:pt x="219095" y="181219"/>
                      <a:pt x="186329" y="126926"/>
                      <a:pt x="169755" y="72919"/>
                    </a:cubicBezTo>
                    <a:cubicBezTo>
                      <a:pt x="159087" y="38249"/>
                      <a:pt x="141942" y="15579"/>
                      <a:pt x="118892" y="5578"/>
                    </a:cubicBezTo>
                    <a:cubicBezTo>
                      <a:pt x="97937" y="-3471"/>
                      <a:pt x="73172" y="-1471"/>
                      <a:pt x="47264" y="11293"/>
                    </a:cubicBezTo>
                    <a:cubicBezTo>
                      <a:pt x="43549" y="13102"/>
                      <a:pt x="40025" y="15103"/>
                      <a:pt x="36691" y="17198"/>
                    </a:cubicBezTo>
                    <a:cubicBezTo>
                      <a:pt x="19165" y="28247"/>
                      <a:pt x="7735" y="42535"/>
                      <a:pt x="2782" y="59870"/>
                    </a:cubicBezTo>
                    <a:cubicBezTo>
                      <a:pt x="-3981" y="83302"/>
                      <a:pt x="1639" y="110638"/>
                      <a:pt x="19070" y="138928"/>
                    </a:cubicBezTo>
                    <a:cubicBezTo>
                      <a:pt x="43930" y="179409"/>
                      <a:pt x="68028" y="236559"/>
                      <a:pt x="74696" y="269611"/>
                    </a:cubicBezTo>
                    <a:cubicBezTo>
                      <a:pt x="70028" y="271897"/>
                      <a:pt x="65647" y="274754"/>
                      <a:pt x="61837" y="278183"/>
                    </a:cubicBezTo>
                    <a:cubicBezTo>
                      <a:pt x="56408" y="282946"/>
                      <a:pt x="51931" y="288851"/>
                      <a:pt x="48692" y="295424"/>
                    </a:cubicBezTo>
                    <a:cubicBezTo>
                      <a:pt x="45454" y="301996"/>
                      <a:pt x="43454" y="309330"/>
                      <a:pt x="42977" y="317141"/>
                    </a:cubicBezTo>
                    <a:cubicBezTo>
                      <a:pt x="42977" y="317141"/>
                      <a:pt x="42977" y="317141"/>
                      <a:pt x="42977" y="317141"/>
                    </a:cubicBezTo>
                    <a:cubicBezTo>
                      <a:pt x="42882" y="319522"/>
                      <a:pt x="42882" y="321903"/>
                      <a:pt x="43073" y="324189"/>
                    </a:cubicBezTo>
                    <a:cubicBezTo>
                      <a:pt x="43073" y="324379"/>
                      <a:pt x="43073" y="324570"/>
                      <a:pt x="43168" y="324760"/>
                    </a:cubicBezTo>
                    <a:cubicBezTo>
                      <a:pt x="45359" y="352478"/>
                      <a:pt x="67647" y="375052"/>
                      <a:pt x="96127" y="376672"/>
                    </a:cubicBezTo>
                    <a:cubicBezTo>
                      <a:pt x="124511" y="378291"/>
                      <a:pt x="149181" y="358574"/>
                      <a:pt x="154610" y="331428"/>
                    </a:cubicBezTo>
                    <a:cubicBezTo>
                      <a:pt x="154706" y="331142"/>
                      <a:pt x="154706" y="330952"/>
                      <a:pt x="154801" y="330666"/>
                    </a:cubicBezTo>
                    <a:cubicBezTo>
                      <a:pt x="155277" y="328285"/>
                      <a:pt x="155563" y="325903"/>
                      <a:pt x="155753" y="323522"/>
                    </a:cubicBezTo>
                    <a:cubicBezTo>
                      <a:pt x="157563" y="292376"/>
                      <a:pt x="133751" y="265705"/>
                      <a:pt x="102604" y="263896"/>
                    </a:cubicBezTo>
                    <a:cubicBezTo>
                      <a:pt x="100985" y="263801"/>
                      <a:pt x="99461" y="263801"/>
                      <a:pt x="97841" y="263896"/>
                    </a:cubicBezTo>
                    <a:cubicBezTo>
                      <a:pt x="89745" y="224843"/>
                      <a:pt x="62885" y="164645"/>
                      <a:pt x="39358" y="126355"/>
                    </a:cubicBezTo>
                    <a:cubicBezTo>
                      <a:pt x="29738" y="110638"/>
                      <a:pt x="19546" y="87588"/>
                      <a:pt x="25642" y="66347"/>
                    </a:cubicBezTo>
                    <a:cubicBezTo>
                      <a:pt x="29642" y="52441"/>
                      <a:pt x="40501" y="41106"/>
                      <a:pt x="57836" y="32534"/>
                    </a:cubicBezTo>
                    <a:cubicBezTo>
                      <a:pt x="71457" y="25866"/>
                      <a:pt x="91460" y="19484"/>
                      <a:pt x="109557" y="27295"/>
                    </a:cubicBezTo>
                    <a:cubicBezTo>
                      <a:pt x="126035" y="34438"/>
                      <a:pt x="138608" y="52060"/>
                      <a:pt x="147086" y="79682"/>
                    </a:cubicBezTo>
                    <a:cubicBezTo>
                      <a:pt x="164231" y="135594"/>
                      <a:pt x="196711" y="189982"/>
                      <a:pt x="211665" y="213413"/>
                    </a:cubicBezTo>
                    <a:cubicBezTo>
                      <a:pt x="211189" y="213794"/>
                      <a:pt x="210713" y="214175"/>
                      <a:pt x="210236" y="214556"/>
                    </a:cubicBezTo>
                    <a:cubicBezTo>
                      <a:pt x="208903" y="215794"/>
                      <a:pt x="207569" y="217033"/>
                      <a:pt x="206331" y="218366"/>
                    </a:cubicBezTo>
                    <a:cubicBezTo>
                      <a:pt x="202616" y="222367"/>
                      <a:pt x="199568" y="226843"/>
                      <a:pt x="197092" y="231796"/>
                    </a:cubicBezTo>
                    <a:cubicBezTo>
                      <a:pt x="195473" y="235130"/>
                      <a:pt x="194139" y="238559"/>
                      <a:pt x="193187" y="242179"/>
                    </a:cubicBezTo>
                    <a:cubicBezTo>
                      <a:pt x="192234" y="245798"/>
                      <a:pt x="191567" y="249608"/>
                      <a:pt x="191377" y="253513"/>
                    </a:cubicBezTo>
                    <a:cubicBezTo>
                      <a:pt x="191282" y="255895"/>
                      <a:pt x="191282" y="258276"/>
                      <a:pt x="191472" y="260562"/>
                    </a:cubicBezTo>
                    <a:cubicBezTo>
                      <a:pt x="191472" y="260752"/>
                      <a:pt x="191472" y="260943"/>
                      <a:pt x="191567" y="261134"/>
                    </a:cubicBezTo>
                    <a:cubicBezTo>
                      <a:pt x="193758" y="288851"/>
                      <a:pt x="216047" y="311426"/>
                      <a:pt x="244526" y="313045"/>
                    </a:cubicBezTo>
                    <a:cubicBezTo>
                      <a:pt x="272911" y="314664"/>
                      <a:pt x="297581" y="294947"/>
                      <a:pt x="303010" y="267801"/>
                    </a:cubicBezTo>
                    <a:cubicBezTo>
                      <a:pt x="303105" y="267515"/>
                      <a:pt x="303105" y="267325"/>
                      <a:pt x="303200" y="267039"/>
                    </a:cubicBezTo>
                    <a:cubicBezTo>
                      <a:pt x="303677" y="264658"/>
                      <a:pt x="303962" y="262277"/>
                      <a:pt x="304153" y="259895"/>
                    </a:cubicBezTo>
                    <a:cubicBezTo>
                      <a:pt x="305867" y="229034"/>
                      <a:pt x="282150" y="202364"/>
                      <a:pt x="251003" y="200554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40" name="Forme libre : forme 11839">
                <a:extLst>
                  <a:ext uri="{FF2B5EF4-FFF2-40B4-BE49-F238E27FC236}">
                    <a16:creationId xmlns:a16="http://schemas.microsoft.com/office/drawing/2014/main" id="{DADC079A-C01F-4AE9-85F0-89DF91FE16B4}"/>
                  </a:ext>
                </a:extLst>
              </p:cNvPr>
              <p:cNvSpPr/>
              <p:nvPr/>
            </p:nvSpPr>
            <p:spPr>
              <a:xfrm>
                <a:off x="3886630" y="4363001"/>
                <a:ext cx="349152" cy="362806"/>
              </a:xfrm>
              <a:custGeom>
                <a:avLst/>
                <a:gdLst>
                  <a:gd name="connsiteX0" fmla="*/ 348830 w 349152"/>
                  <a:gd name="connsiteY0" fmla="*/ 194553 h 362806"/>
                  <a:gd name="connsiteX1" fmla="*/ 347591 w 349152"/>
                  <a:gd name="connsiteY1" fmla="*/ 187409 h 362806"/>
                  <a:gd name="connsiteX2" fmla="*/ 345877 w 349152"/>
                  <a:gd name="connsiteY2" fmla="*/ 181885 h 362806"/>
                  <a:gd name="connsiteX3" fmla="*/ 342162 w 349152"/>
                  <a:gd name="connsiteY3" fmla="*/ 173979 h 362806"/>
                  <a:gd name="connsiteX4" fmla="*/ 337876 w 349152"/>
                  <a:gd name="connsiteY4" fmla="*/ 167216 h 362806"/>
                  <a:gd name="connsiteX5" fmla="*/ 306729 w 349152"/>
                  <a:gd name="connsiteY5" fmla="*/ 146547 h 362806"/>
                  <a:gd name="connsiteX6" fmla="*/ 279011 w 349152"/>
                  <a:gd name="connsiteY6" fmla="*/ 146547 h 362806"/>
                  <a:gd name="connsiteX7" fmla="*/ 262342 w 349152"/>
                  <a:gd name="connsiteY7" fmla="*/ 153881 h 362806"/>
                  <a:gd name="connsiteX8" fmla="*/ 163187 w 349152"/>
                  <a:gd name="connsiteY8" fmla="*/ 49202 h 362806"/>
                  <a:gd name="connsiteX9" fmla="*/ 94417 w 349152"/>
                  <a:gd name="connsiteY9" fmla="*/ 338 h 362806"/>
                  <a:gd name="connsiteX10" fmla="*/ 27837 w 349152"/>
                  <a:gd name="connsiteY10" fmla="*/ 27389 h 362806"/>
                  <a:gd name="connsiteX11" fmla="*/ 19550 w 349152"/>
                  <a:gd name="connsiteY11" fmla="*/ 36152 h 362806"/>
                  <a:gd name="connsiteX12" fmla="*/ 24 w 349152"/>
                  <a:gd name="connsiteY12" fmla="*/ 87016 h 362806"/>
                  <a:gd name="connsiteX13" fmla="*/ 39362 w 349152"/>
                  <a:gd name="connsiteY13" fmla="*/ 157501 h 362806"/>
                  <a:gd name="connsiteX14" fmla="*/ 131755 w 349152"/>
                  <a:gd name="connsiteY14" fmla="*/ 265324 h 362806"/>
                  <a:gd name="connsiteX15" fmla="*/ 124992 w 349152"/>
                  <a:gd name="connsiteY15" fmla="*/ 272944 h 362806"/>
                  <a:gd name="connsiteX16" fmla="*/ 120801 w 349152"/>
                  <a:gd name="connsiteY16" fmla="*/ 279706 h 362806"/>
                  <a:gd name="connsiteX17" fmla="*/ 117372 w 349152"/>
                  <a:gd name="connsiteY17" fmla="*/ 287231 h 362806"/>
                  <a:gd name="connsiteX18" fmla="*/ 115753 w 349152"/>
                  <a:gd name="connsiteY18" fmla="*/ 320188 h 362806"/>
                  <a:gd name="connsiteX19" fmla="*/ 117943 w 349152"/>
                  <a:gd name="connsiteY19" fmla="*/ 326950 h 362806"/>
                  <a:gd name="connsiteX20" fmla="*/ 118134 w 349152"/>
                  <a:gd name="connsiteY20" fmla="*/ 327522 h 362806"/>
                  <a:gd name="connsiteX21" fmla="*/ 184238 w 349152"/>
                  <a:gd name="connsiteY21" fmla="*/ 361050 h 362806"/>
                  <a:gd name="connsiteX22" fmla="*/ 226433 w 349152"/>
                  <a:gd name="connsiteY22" fmla="*/ 300376 h 362806"/>
                  <a:gd name="connsiteX23" fmla="*/ 226338 w 349152"/>
                  <a:gd name="connsiteY23" fmla="*/ 299614 h 362806"/>
                  <a:gd name="connsiteX24" fmla="*/ 225100 w 349152"/>
                  <a:gd name="connsiteY24" fmla="*/ 292470 h 362806"/>
                  <a:gd name="connsiteX25" fmla="*/ 211860 w 349152"/>
                  <a:gd name="connsiteY25" fmla="*/ 268086 h 362806"/>
                  <a:gd name="connsiteX26" fmla="*/ 194429 w 349152"/>
                  <a:gd name="connsiteY26" fmla="*/ 255322 h 362806"/>
                  <a:gd name="connsiteX27" fmla="*/ 184238 w 349152"/>
                  <a:gd name="connsiteY27" fmla="*/ 251608 h 362806"/>
                  <a:gd name="connsiteX28" fmla="*/ 167759 w 349152"/>
                  <a:gd name="connsiteY28" fmla="*/ 249893 h 362806"/>
                  <a:gd name="connsiteX29" fmla="*/ 156425 w 349152"/>
                  <a:gd name="connsiteY29" fmla="*/ 251608 h 362806"/>
                  <a:gd name="connsiteX30" fmla="*/ 151853 w 349152"/>
                  <a:gd name="connsiteY30" fmla="*/ 253036 h 362806"/>
                  <a:gd name="connsiteX31" fmla="*/ 54698 w 349152"/>
                  <a:gd name="connsiteY31" fmla="*/ 139498 h 362806"/>
                  <a:gd name="connsiteX32" fmla="*/ 23551 w 349152"/>
                  <a:gd name="connsiteY32" fmla="*/ 86444 h 362806"/>
                  <a:gd name="connsiteX33" fmla="*/ 44030 w 349152"/>
                  <a:gd name="connsiteY33" fmla="*/ 44534 h 362806"/>
                  <a:gd name="connsiteX34" fmla="*/ 91750 w 349152"/>
                  <a:gd name="connsiteY34" fmla="*/ 23960 h 362806"/>
                  <a:gd name="connsiteX35" fmla="*/ 143375 w 349152"/>
                  <a:gd name="connsiteY35" fmla="*/ 62632 h 362806"/>
                  <a:gd name="connsiteX36" fmla="*/ 245293 w 349152"/>
                  <a:gd name="connsiteY36" fmla="*/ 170740 h 362806"/>
                  <a:gd name="connsiteX37" fmla="*/ 239673 w 349152"/>
                  <a:gd name="connsiteY37" fmla="*/ 182075 h 362806"/>
                  <a:gd name="connsiteX38" fmla="*/ 237006 w 349152"/>
                  <a:gd name="connsiteY38" fmla="*/ 192648 h 362806"/>
                  <a:gd name="connsiteX39" fmla="*/ 238149 w 349152"/>
                  <a:gd name="connsiteY39" fmla="*/ 215032 h 362806"/>
                  <a:gd name="connsiteX40" fmla="*/ 240340 w 349152"/>
                  <a:gd name="connsiteY40" fmla="*/ 221794 h 362806"/>
                  <a:gd name="connsiteX41" fmla="*/ 240530 w 349152"/>
                  <a:gd name="connsiteY41" fmla="*/ 222366 h 362806"/>
                  <a:gd name="connsiteX42" fmla="*/ 306634 w 349152"/>
                  <a:gd name="connsiteY42" fmla="*/ 255894 h 362806"/>
                  <a:gd name="connsiteX43" fmla="*/ 348830 w 349152"/>
                  <a:gd name="connsiteY43" fmla="*/ 195220 h 362806"/>
                  <a:gd name="connsiteX44" fmla="*/ 348830 w 349152"/>
                  <a:gd name="connsiteY44" fmla="*/ 194553 h 362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49152" h="362806">
                    <a:moveTo>
                      <a:pt x="348830" y="194553"/>
                    </a:moveTo>
                    <a:cubicBezTo>
                      <a:pt x="348544" y="192172"/>
                      <a:pt x="348163" y="189790"/>
                      <a:pt x="347591" y="187409"/>
                    </a:cubicBezTo>
                    <a:cubicBezTo>
                      <a:pt x="347115" y="185504"/>
                      <a:pt x="346543" y="183694"/>
                      <a:pt x="345877" y="181885"/>
                    </a:cubicBezTo>
                    <a:cubicBezTo>
                      <a:pt x="344829" y="179122"/>
                      <a:pt x="343591" y="176551"/>
                      <a:pt x="342162" y="173979"/>
                    </a:cubicBezTo>
                    <a:cubicBezTo>
                      <a:pt x="340829" y="171598"/>
                      <a:pt x="339400" y="169312"/>
                      <a:pt x="337876" y="167216"/>
                    </a:cubicBezTo>
                    <a:cubicBezTo>
                      <a:pt x="330161" y="157024"/>
                      <a:pt x="319112" y="149690"/>
                      <a:pt x="306729" y="146547"/>
                    </a:cubicBezTo>
                    <a:cubicBezTo>
                      <a:pt x="297871" y="144261"/>
                      <a:pt x="288441" y="144166"/>
                      <a:pt x="279011" y="146547"/>
                    </a:cubicBezTo>
                    <a:cubicBezTo>
                      <a:pt x="272915" y="148071"/>
                      <a:pt x="267296" y="150643"/>
                      <a:pt x="262342" y="153881"/>
                    </a:cubicBezTo>
                    <a:cubicBezTo>
                      <a:pt x="242912" y="137689"/>
                      <a:pt x="195287" y="95779"/>
                      <a:pt x="163187" y="49202"/>
                    </a:cubicBezTo>
                    <a:cubicBezTo>
                      <a:pt x="142613" y="19388"/>
                      <a:pt x="119467" y="2910"/>
                      <a:pt x="94417" y="338"/>
                    </a:cubicBezTo>
                    <a:cubicBezTo>
                      <a:pt x="71747" y="-1948"/>
                      <a:pt x="48697" y="7387"/>
                      <a:pt x="27837" y="27389"/>
                    </a:cubicBezTo>
                    <a:cubicBezTo>
                      <a:pt x="24789" y="30247"/>
                      <a:pt x="22027" y="33199"/>
                      <a:pt x="19550" y="36152"/>
                    </a:cubicBezTo>
                    <a:cubicBezTo>
                      <a:pt x="6120" y="51964"/>
                      <a:pt x="-452" y="69013"/>
                      <a:pt x="24" y="87016"/>
                    </a:cubicBezTo>
                    <a:cubicBezTo>
                      <a:pt x="596" y="111400"/>
                      <a:pt x="14216" y="135688"/>
                      <a:pt x="39362" y="157501"/>
                    </a:cubicBezTo>
                    <a:cubicBezTo>
                      <a:pt x="75272" y="188552"/>
                      <a:pt x="115372" y="235891"/>
                      <a:pt x="131755" y="265324"/>
                    </a:cubicBezTo>
                    <a:cubicBezTo>
                      <a:pt x="129278" y="267705"/>
                      <a:pt x="126992" y="270181"/>
                      <a:pt x="124992" y="272944"/>
                    </a:cubicBezTo>
                    <a:cubicBezTo>
                      <a:pt x="123468" y="275039"/>
                      <a:pt x="122039" y="277325"/>
                      <a:pt x="120801" y="279706"/>
                    </a:cubicBezTo>
                    <a:cubicBezTo>
                      <a:pt x="119467" y="282183"/>
                      <a:pt x="118324" y="284659"/>
                      <a:pt x="117372" y="287231"/>
                    </a:cubicBezTo>
                    <a:cubicBezTo>
                      <a:pt x="113657" y="297423"/>
                      <a:pt x="112895" y="308853"/>
                      <a:pt x="115753" y="320188"/>
                    </a:cubicBezTo>
                    <a:cubicBezTo>
                      <a:pt x="116324" y="322474"/>
                      <a:pt x="117086" y="324760"/>
                      <a:pt x="117943" y="326950"/>
                    </a:cubicBezTo>
                    <a:cubicBezTo>
                      <a:pt x="118039" y="327141"/>
                      <a:pt x="118134" y="327331"/>
                      <a:pt x="118134" y="327522"/>
                    </a:cubicBezTo>
                    <a:cubicBezTo>
                      <a:pt x="128516" y="353335"/>
                      <a:pt x="156615" y="368098"/>
                      <a:pt x="184238" y="361050"/>
                    </a:cubicBezTo>
                    <a:cubicBezTo>
                      <a:pt x="211860" y="354097"/>
                      <a:pt x="229386" y="327808"/>
                      <a:pt x="226433" y="300376"/>
                    </a:cubicBezTo>
                    <a:cubicBezTo>
                      <a:pt x="226433" y="300090"/>
                      <a:pt x="226433" y="299899"/>
                      <a:pt x="226338" y="299614"/>
                    </a:cubicBezTo>
                    <a:cubicBezTo>
                      <a:pt x="226052" y="297232"/>
                      <a:pt x="225671" y="294851"/>
                      <a:pt x="225100" y="292470"/>
                    </a:cubicBezTo>
                    <a:cubicBezTo>
                      <a:pt x="222718" y="283040"/>
                      <a:pt x="218051" y="274753"/>
                      <a:pt x="211860" y="268086"/>
                    </a:cubicBezTo>
                    <a:cubicBezTo>
                      <a:pt x="206907" y="262752"/>
                      <a:pt x="201001" y="258370"/>
                      <a:pt x="194429" y="255322"/>
                    </a:cubicBezTo>
                    <a:cubicBezTo>
                      <a:pt x="191191" y="253798"/>
                      <a:pt x="187762" y="252560"/>
                      <a:pt x="184238" y="251608"/>
                    </a:cubicBezTo>
                    <a:cubicBezTo>
                      <a:pt x="178904" y="250274"/>
                      <a:pt x="173379" y="249703"/>
                      <a:pt x="167759" y="249893"/>
                    </a:cubicBezTo>
                    <a:cubicBezTo>
                      <a:pt x="164045" y="250084"/>
                      <a:pt x="160234" y="250655"/>
                      <a:pt x="156425" y="251608"/>
                    </a:cubicBezTo>
                    <a:cubicBezTo>
                      <a:pt x="154900" y="251989"/>
                      <a:pt x="153376" y="252465"/>
                      <a:pt x="151853" y="253036"/>
                    </a:cubicBezTo>
                    <a:cubicBezTo>
                      <a:pt x="132326" y="218270"/>
                      <a:pt x="88702" y="168931"/>
                      <a:pt x="54698" y="139498"/>
                    </a:cubicBezTo>
                    <a:cubicBezTo>
                      <a:pt x="40791" y="127497"/>
                      <a:pt x="24122" y="108447"/>
                      <a:pt x="23551" y="86444"/>
                    </a:cubicBezTo>
                    <a:cubicBezTo>
                      <a:pt x="23170" y="71966"/>
                      <a:pt x="30123" y="57869"/>
                      <a:pt x="44030" y="44534"/>
                    </a:cubicBezTo>
                    <a:cubicBezTo>
                      <a:pt x="54983" y="34057"/>
                      <a:pt x="72128" y="21960"/>
                      <a:pt x="91750" y="23960"/>
                    </a:cubicBezTo>
                    <a:cubicBezTo>
                      <a:pt x="109562" y="25770"/>
                      <a:pt x="126897" y="38819"/>
                      <a:pt x="143375" y="62632"/>
                    </a:cubicBezTo>
                    <a:cubicBezTo>
                      <a:pt x="176617" y="110733"/>
                      <a:pt x="223957" y="152929"/>
                      <a:pt x="245293" y="170740"/>
                    </a:cubicBezTo>
                    <a:cubicBezTo>
                      <a:pt x="243007" y="174265"/>
                      <a:pt x="241102" y="178075"/>
                      <a:pt x="239673" y="182075"/>
                    </a:cubicBezTo>
                    <a:cubicBezTo>
                      <a:pt x="238435" y="185504"/>
                      <a:pt x="237578" y="189028"/>
                      <a:pt x="237006" y="192648"/>
                    </a:cubicBezTo>
                    <a:cubicBezTo>
                      <a:pt x="235863" y="199887"/>
                      <a:pt x="236149" y="207507"/>
                      <a:pt x="238149" y="215032"/>
                    </a:cubicBezTo>
                    <a:cubicBezTo>
                      <a:pt x="238721" y="217318"/>
                      <a:pt x="239483" y="219604"/>
                      <a:pt x="240340" y="221794"/>
                    </a:cubicBezTo>
                    <a:cubicBezTo>
                      <a:pt x="240435" y="221985"/>
                      <a:pt x="240530" y="222175"/>
                      <a:pt x="240530" y="222366"/>
                    </a:cubicBezTo>
                    <a:cubicBezTo>
                      <a:pt x="250913" y="248179"/>
                      <a:pt x="279011" y="262942"/>
                      <a:pt x="306634" y="255894"/>
                    </a:cubicBezTo>
                    <a:cubicBezTo>
                      <a:pt x="334256" y="248941"/>
                      <a:pt x="351782" y="222652"/>
                      <a:pt x="348830" y="195220"/>
                    </a:cubicBezTo>
                    <a:cubicBezTo>
                      <a:pt x="348925" y="195124"/>
                      <a:pt x="348830" y="194839"/>
                      <a:pt x="348830" y="19455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41" name="Forme libre : forme 11840">
                <a:extLst>
                  <a:ext uri="{FF2B5EF4-FFF2-40B4-BE49-F238E27FC236}">
                    <a16:creationId xmlns:a16="http://schemas.microsoft.com/office/drawing/2014/main" id="{1BD7D05D-B2E7-4FB8-926A-DCC820B01FF4}"/>
                  </a:ext>
                </a:extLst>
              </p:cNvPr>
              <p:cNvSpPr/>
              <p:nvPr/>
            </p:nvSpPr>
            <p:spPr>
              <a:xfrm>
                <a:off x="2163735" y="2295991"/>
                <a:ext cx="349248" cy="362806"/>
              </a:xfrm>
              <a:custGeom>
                <a:avLst/>
                <a:gdLst>
                  <a:gd name="connsiteX0" fmla="*/ 419 w 349248"/>
                  <a:gd name="connsiteY0" fmla="*/ 168158 h 362806"/>
                  <a:gd name="connsiteX1" fmla="*/ 1657 w 349248"/>
                  <a:gd name="connsiteY1" fmla="*/ 175302 h 362806"/>
                  <a:gd name="connsiteX2" fmla="*/ 3371 w 349248"/>
                  <a:gd name="connsiteY2" fmla="*/ 180827 h 362806"/>
                  <a:gd name="connsiteX3" fmla="*/ 27469 w 349248"/>
                  <a:gd name="connsiteY3" fmla="*/ 209973 h 362806"/>
                  <a:gd name="connsiteX4" fmla="*/ 32232 w 349248"/>
                  <a:gd name="connsiteY4" fmla="*/ 212545 h 362806"/>
                  <a:gd name="connsiteX5" fmla="*/ 42424 w 349248"/>
                  <a:gd name="connsiteY5" fmla="*/ 216260 h 362806"/>
                  <a:gd name="connsiteX6" fmla="*/ 70142 w 349248"/>
                  <a:gd name="connsiteY6" fmla="*/ 216260 h 362806"/>
                  <a:gd name="connsiteX7" fmla="*/ 75666 w 349248"/>
                  <a:gd name="connsiteY7" fmla="*/ 214545 h 362806"/>
                  <a:gd name="connsiteX8" fmla="*/ 86906 w 349248"/>
                  <a:gd name="connsiteY8" fmla="*/ 208925 h 362806"/>
                  <a:gd name="connsiteX9" fmla="*/ 186061 w 349248"/>
                  <a:gd name="connsiteY9" fmla="*/ 313605 h 362806"/>
                  <a:gd name="connsiteX10" fmla="*/ 254831 w 349248"/>
                  <a:gd name="connsiteY10" fmla="*/ 362468 h 362806"/>
                  <a:gd name="connsiteX11" fmla="*/ 321411 w 349248"/>
                  <a:gd name="connsiteY11" fmla="*/ 335417 h 362806"/>
                  <a:gd name="connsiteX12" fmla="*/ 329698 w 349248"/>
                  <a:gd name="connsiteY12" fmla="*/ 326654 h 362806"/>
                  <a:gd name="connsiteX13" fmla="*/ 349224 w 349248"/>
                  <a:gd name="connsiteY13" fmla="*/ 275791 h 362806"/>
                  <a:gd name="connsiteX14" fmla="*/ 309886 w 349248"/>
                  <a:gd name="connsiteY14" fmla="*/ 205306 h 362806"/>
                  <a:gd name="connsiteX15" fmla="*/ 217493 w 349248"/>
                  <a:gd name="connsiteY15" fmla="*/ 97483 h 362806"/>
                  <a:gd name="connsiteX16" fmla="*/ 229781 w 349248"/>
                  <a:gd name="connsiteY16" fmla="*/ 80624 h 362806"/>
                  <a:gd name="connsiteX17" fmla="*/ 231876 w 349248"/>
                  <a:gd name="connsiteY17" fmla="*/ 75575 h 362806"/>
                  <a:gd name="connsiteX18" fmla="*/ 234352 w 349248"/>
                  <a:gd name="connsiteY18" fmla="*/ 65955 h 362806"/>
                  <a:gd name="connsiteX19" fmla="*/ 235115 w 349248"/>
                  <a:gd name="connsiteY19" fmla="*/ 53954 h 362806"/>
                  <a:gd name="connsiteX20" fmla="*/ 233400 w 349248"/>
                  <a:gd name="connsiteY20" fmla="*/ 42619 h 362806"/>
                  <a:gd name="connsiteX21" fmla="*/ 231209 w 349248"/>
                  <a:gd name="connsiteY21" fmla="*/ 35856 h 362806"/>
                  <a:gd name="connsiteX22" fmla="*/ 231019 w 349248"/>
                  <a:gd name="connsiteY22" fmla="*/ 35285 h 362806"/>
                  <a:gd name="connsiteX23" fmla="*/ 164915 w 349248"/>
                  <a:gd name="connsiteY23" fmla="*/ 1757 h 362806"/>
                  <a:gd name="connsiteX24" fmla="*/ 122719 w 349248"/>
                  <a:gd name="connsiteY24" fmla="*/ 62431 h 362806"/>
                  <a:gd name="connsiteX25" fmla="*/ 122815 w 349248"/>
                  <a:gd name="connsiteY25" fmla="*/ 63193 h 362806"/>
                  <a:gd name="connsiteX26" fmla="*/ 124053 w 349248"/>
                  <a:gd name="connsiteY26" fmla="*/ 70337 h 362806"/>
                  <a:gd name="connsiteX27" fmla="*/ 192633 w 349248"/>
                  <a:gd name="connsiteY27" fmla="*/ 111199 h 362806"/>
                  <a:gd name="connsiteX28" fmla="*/ 197205 w 349248"/>
                  <a:gd name="connsiteY28" fmla="*/ 109770 h 362806"/>
                  <a:gd name="connsiteX29" fmla="*/ 294360 w 349248"/>
                  <a:gd name="connsiteY29" fmla="*/ 223308 h 362806"/>
                  <a:gd name="connsiteX30" fmla="*/ 325507 w 349248"/>
                  <a:gd name="connsiteY30" fmla="*/ 276362 h 362806"/>
                  <a:gd name="connsiteX31" fmla="*/ 305028 w 349248"/>
                  <a:gd name="connsiteY31" fmla="*/ 318272 h 362806"/>
                  <a:gd name="connsiteX32" fmla="*/ 257308 w 349248"/>
                  <a:gd name="connsiteY32" fmla="*/ 338846 h 362806"/>
                  <a:gd name="connsiteX33" fmla="*/ 205682 w 349248"/>
                  <a:gd name="connsiteY33" fmla="*/ 300175 h 362806"/>
                  <a:gd name="connsiteX34" fmla="*/ 103765 w 349248"/>
                  <a:gd name="connsiteY34" fmla="*/ 192066 h 362806"/>
                  <a:gd name="connsiteX35" fmla="*/ 104813 w 349248"/>
                  <a:gd name="connsiteY35" fmla="*/ 190542 h 362806"/>
                  <a:gd name="connsiteX36" fmla="*/ 111004 w 349248"/>
                  <a:gd name="connsiteY36" fmla="*/ 175588 h 362806"/>
                  <a:gd name="connsiteX37" fmla="*/ 112623 w 349248"/>
                  <a:gd name="connsiteY37" fmla="*/ 164729 h 362806"/>
                  <a:gd name="connsiteX38" fmla="*/ 111004 w 349248"/>
                  <a:gd name="connsiteY38" fmla="*/ 147870 h 362806"/>
                  <a:gd name="connsiteX39" fmla="*/ 108813 w 349248"/>
                  <a:gd name="connsiteY39" fmla="*/ 141107 h 362806"/>
                  <a:gd name="connsiteX40" fmla="*/ 108623 w 349248"/>
                  <a:gd name="connsiteY40" fmla="*/ 140536 h 362806"/>
                  <a:gd name="connsiteX41" fmla="*/ 42519 w 349248"/>
                  <a:gd name="connsiteY41" fmla="*/ 107008 h 362806"/>
                  <a:gd name="connsiteX42" fmla="*/ 323 w 349248"/>
                  <a:gd name="connsiteY42" fmla="*/ 167682 h 362806"/>
                  <a:gd name="connsiteX43" fmla="*/ 419 w 349248"/>
                  <a:gd name="connsiteY43" fmla="*/ 168158 h 362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49248" h="362806">
                    <a:moveTo>
                      <a:pt x="419" y="168158"/>
                    </a:moveTo>
                    <a:cubicBezTo>
                      <a:pt x="704" y="170540"/>
                      <a:pt x="1085" y="172921"/>
                      <a:pt x="1657" y="175302"/>
                    </a:cubicBezTo>
                    <a:cubicBezTo>
                      <a:pt x="2133" y="177207"/>
                      <a:pt x="2705" y="179017"/>
                      <a:pt x="3371" y="180827"/>
                    </a:cubicBezTo>
                    <a:cubicBezTo>
                      <a:pt x="7943" y="193400"/>
                      <a:pt x="16611" y="203496"/>
                      <a:pt x="27469" y="209973"/>
                    </a:cubicBezTo>
                    <a:cubicBezTo>
                      <a:pt x="28994" y="210926"/>
                      <a:pt x="30613" y="211783"/>
                      <a:pt x="32232" y="212545"/>
                    </a:cubicBezTo>
                    <a:cubicBezTo>
                      <a:pt x="35471" y="214069"/>
                      <a:pt x="38899" y="215307"/>
                      <a:pt x="42424" y="216260"/>
                    </a:cubicBezTo>
                    <a:cubicBezTo>
                      <a:pt x="51282" y="218546"/>
                      <a:pt x="60712" y="218641"/>
                      <a:pt x="70142" y="216260"/>
                    </a:cubicBezTo>
                    <a:cubicBezTo>
                      <a:pt x="72047" y="215783"/>
                      <a:pt x="73856" y="215212"/>
                      <a:pt x="75666" y="214545"/>
                    </a:cubicBezTo>
                    <a:cubicBezTo>
                      <a:pt x="79667" y="213116"/>
                      <a:pt x="83381" y="211211"/>
                      <a:pt x="86906" y="208925"/>
                    </a:cubicBezTo>
                    <a:cubicBezTo>
                      <a:pt x="106336" y="225118"/>
                      <a:pt x="153961" y="267028"/>
                      <a:pt x="186061" y="313605"/>
                    </a:cubicBezTo>
                    <a:cubicBezTo>
                      <a:pt x="206635" y="343418"/>
                      <a:pt x="229781" y="359897"/>
                      <a:pt x="254831" y="362468"/>
                    </a:cubicBezTo>
                    <a:cubicBezTo>
                      <a:pt x="277501" y="364754"/>
                      <a:pt x="300551" y="355420"/>
                      <a:pt x="321411" y="335417"/>
                    </a:cubicBezTo>
                    <a:cubicBezTo>
                      <a:pt x="324459" y="332560"/>
                      <a:pt x="327221" y="329607"/>
                      <a:pt x="329698" y="326654"/>
                    </a:cubicBezTo>
                    <a:cubicBezTo>
                      <a:pt x="343128" y="310843"/>
                      <a:pt x="349700" y="293793"/>
                      <a:pt x="349224" y="275791"/>
                    </a:cubicBezTo>
                    <a:cubicBezTo>
                      <a:pt x="348652" y="251407"/>
                      <a:pt x="335032" y="227118"/>
                      <a:pt x="309886" y="205306"/>
                    </a:cubicBezTo>
                    <a:cubicBezTo>
                      <a:pt x="273977" y="174254"/>
                      <a:pt x="233876" y="126915"/>
                      <a:pt x="217493" y="97483"/>
                    </a:cubicBezTo>
                    <a:cubicBezTo>
                      <a:pt x="222637" y="92625"/>
                      <a:pt x="226732" y="86910"/>
                      <a:pt x="229781" y="80624"/>
                    </a:cubicBezTo>
                    <a:cubicBezTo>
                      <a:pt x="230543" y="79004"/>
                      <a:pt x="231209" y="77290"/>
                      <a:pt x="231876" y="75575"/>
                    </a:cubicBezTo>
                    <a:cubicBezTo>
                      <a:pt x="233019" y="72432"/>
                      <a:pt x="233781" y="69194"/>
                      <a:pt x="234352" y="65955"/>
                    </a:cubicBezTo>
                    <a:cubicBezTo>
                      <a:pt x="235019" y="62050"/>
                      <a:pt x="235305" y="58049"/>
                      <a:pt x="235115" y="53954"/>
                    </a:cubicBezTo>
                    <a:cubicBezTo>
                      <a:pt x="234924" y="50239"/>
                      <a:pt x="234352" y="46429"/>
                      <a:pt x="233400" y="42619"/>
                    </a:cubicBezTo>
                    <a:cubicBezTo>
                      <a:pt x="232828" y="40333"/>
                      <a:pt x="232067" y="38047"/>
                      <a:pt x="231209" y="35856"/>
                    </a:cubicBezTo>
                    <a:cubicBezTo>
                      <a:pt x="231114" y="35666"/>
                      <a:pt x="231019" y="35475"/>
                      <a:pt x="231019" y="35285"/>
                    </a:cubicBezTo>
                    <a:cubicBezTo>
                      <a:pt x="220636" y="9472"/>
                      <a:pt x="192538" y="-5292"/>
                      <a:pt x="164915" y="1757"/>
                    </a:cubicBezTo>
                    <a:cubicBezTo>
                      <a:pt x="137293" y="8710"/>
                      <a:pt x="119767" y="34999"/>
                      <a:pt x="122719" y="62431"/>
                    </a:cubicBezTo>
                    <a:cubicBezTo>
                      <a:pt x="122719" y="62717"/>
                      <a:pt x="122719" y="62907"/>
                      <a:pt x="122815" y="63193"/>
                    </a:cubicBezTo>
                    <a:cubicBezTo>
                      <a:pt x="123101" y="65574"/>
                      <a:pt x="123481" y="67955"/>
                      <a:pt x="124053" y="70337"/>
                    </a:cubicBezTo>
                    <a:cubicBezTo>
                      <a:pt x="131673" y="100531"/>
                      <a:pt x="162439" y="118819"/>
                      <a:pt x="192633" y="111199"/>
                    </a:cubicBezTo>
                    <a:cubicBezTo>
                      <a:pt x="194157" y="110818"/>
                      <a:pt x="195681" y="110342"/>
                      <a:pt x="197205" y="109770"/>
                    </a:cubicBezTo>
                    <a:cubicBezTo>
                      <a:pt x="216731" y="144536"/>
                      <a:pt x="260356" y="193876"/>
                      <a:pt x="294360" y="223308"/>
                    </a:cubicBezTo>
                    <a:cubicBezTo>
                      <a:pt x="308267" y="235310"/>
                      <a:pt x="324935" y="254360"/>
                      <a:pt x="325507" y="276362"/>
                    </a:cubicBezTo>
                    <a:cubicBezTo>
                      <a:pt x="325888" y="290840"/>
                      <a:pt x="318935" y="304937"/>
                      <a:pt x="305028" y="318272"/>
                    </a:cubicBezTo>
                    <a:cubicBezTo>
                      <a:pt x="294074" y="328750"/>
                      <a:pt x="276929" y="340847"/>
                      <a:pt x="257308" y="338846"/>
                    </a:cubicBezTo>
                    <a:cubicBezTo>
                      <a:pt x="239496" y="337037"/>
                      <a:pt x="222160" y="323987"/>
                      <a:pt x="205682" y="300175"/>
                    </a:cubicBezTo>
                    <a:cubicBezTo>
                      <a:pt x="172440" y="252074"/>
                      <a:pt x="125101" y="209878"/>
                      <a:pt x="103765" y="192066"/>
                    </a:cubicBezTo>
                    <a:cubicBezTo>
                      <a:pt x="104146" y="191590"/>
                      <a:pt x="104431" y="191018"/>
                      <a:pt x="104813" y="190542"/>
                    </a:cubicBezTo>
                    <a:cubicBezTo>
                      <a:pt x="107575" y="185875"/>
                      <a:pt x="109670" y="180827"/>
                      <a:pt x="111004" y="175588"/>
                    </a:cubicBezTo>
                    <a:cubicBezTo>
                      <a:pt x="111861" y="172064"/>
                      <a:pt x="112432" y="168444"/>
                      <a:pt x="112623" y="164729"/>
                    </a:cubicBezTo>
                    <a:cubicBezTo>
                      <a:pt x="112909" y="159205"/>
                      <a:pt x="112432" y="153490"/>
                      <a:pt x="111004" y="147870"/>
                    </a:cubicBezTo>
                    <a:cubicBezTo>
                      <a:pt x="110432" y="145584"/>
                      <a:pt x="109670" y="143298"/>
                      <a:pt x="108813" y="141107"/>
                    </a:cubicBezTo>
                    <a:cubicBezTo>
                      <a:pt x="108718" y="140917"/>
                      <a:pt x="108623" y="140726"/>
                      <a:pt x="108623" y="140536"/>
                    </a:cubicBezTo>
                    <a:cubicBezTo>
                      <a:pt x="98240" y="114723"/>
                      <a:pt x="70142" y="99959"/>
                      <a:pt x="42519" y="107008"/>
                    </a:cubicBezTo>
                    <a:cubicBezTo>
                      <a:pt x="14897" y="113961"/>
                      <a:pt x="-2629" y="140250"/>
                      <a:pt x="323" y="167682"/>
                    </a:cubicBezTo>
                    <a:cubicBezTo>
                      <a:pt x="419" y="167682"/>
                      <a:pt x="419" y="167968"/>
                      <a:pt x="419" y="16815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42" name="Forme libre : forme 11841">
                <a:extLst>
                  <a:ext uri="{FF2B5EF4-FFF2-40B4-BE49-F238E27FC236}">
                    <a16:creationId xmlns:a16="http://schemas.microsoft.com/office/drawing/2014/main" id="{9D20FABE-AF05-4DD8-A808-4998462E70E7}"/>
                  </a:ext>
                </a:extLst>
              </p:cNvPr>
              <p:cNvSpPr/>
              <p:nvPr/>
            </p:nvSpPr>
            <p:spPr>
              <a:xfrm>
                <a:off x="4255753" y="3872022"/>
                <a:ext cx="377368" cy="291783"/>
              </a:xfrm>
              <a:custGeom>
                <a:avLst/>
                <a:gdLst>
                  <a:gd name="connsiteX0" fmla="*/ 369947 w 377368"/>
                  <a:gd name="connsiteY0" fmla="*/ 56310 h 291783"/>
                  <a:gd name="connsiteX1" fmla="*/ 367851 w 377368"/>
                  <a:gd name="connsiteY1" fmla="*/ 52881 h 291783"/>
                  <a:gd name="connsiteX2" fmla="*/ 361946 w 377368"/>
                  <a:gd name="connsiteY2" fmla="*/ 45261 h 291783"/>
                  <a:gd name="connsiteX3" fmla="*/ 291175 w 377368"/>
                  <a:gd name="connsiteY3" fmla="*/ 36117 h 291783"/>
                  <a:gd name="connsiteX4" fmla="*/ 282126 w 377368"/>
                  <a:gd name="connsiteY4" fmla="*/ 43070 h 291783"/>
                  <a:gd name="connsiteX5" fmla="*/ 271363 w 377368"/>
                  <a:gd name="connsiteY5" fmla="*/ 57643 h 291783"/>
                  <a:gd name="connsiteX6" fmla="*/ 133536 w 377368"/>
                  <a:gd name="connsiteY6" fmla="*/ 14781 h 291783"/>
                  <a:gd name="connsiteX7" fmla="*/ 49621 w 377368"/>
                  <a:gd name="connsiteY7" fmla="*/ 5827 h 291783"/>
                  <a:gd name="connsiteX8" fmla="*/ 4758 w 377368"/>
                  <a:gd name="connsiteY8" fmla="*/ 62025 h 291783"/>
                  <a:gd name="connsiteX9" fmla="*/ 1805 w 377368"/>
                  <a:gd name="connsiteY9" fmla="*/ 73741 h 291783"/>
                  <a:gd name="connsiteX10" fmla="*/ 9616 w 377368"/>
                  <a:gd name="connsiteY10" fmla="*/ 127652 h 291783"/>
                  <a:gd name="connsiteX11" fmla="*/ 78386 w 377368"/>
                  <a:gd name="connsiteY11" fmla="*/ 169943 h 291783"/>
                  <a:gd name="connsiteX12" fmla="*/ 211927 w 377368"/>
                  <a:gd name="connsiteY12" fmla="*/ 218997 h 291783"/>
                  <a:gd name="connsiteX13" fmla="*/ 209165 w 377368"/>
                  <a:gd name="connsiteY13" fmla="*/ 234142 h 291783"/>
                  <a:gd name="connsiteX14" fmla="*/ 209927 w 377368"/>
                  <a:gd name="connsiteY14" fmla="*/ 244905 h 291783"/>
                  <a:gd name="connsiteX15" fmla="*/ 224690 w 377368"/>
                  <a:gd name="connsiteY15" fmla="*/ 274432 h 291783"/>
                  <a:gd name="connsiteX16" fmla="*/ 231929 w 377368"/>
                  <a:gd name="connsiteY16" fmla="*/ 280624 h 291783"/>
                  <a:gd name="connsiteX17" fmla="*/ 235168 w 377368"/>
                  <a:gd name="connsiteY17" fmla="*/ 282910 h 291783"/>
                  <a:gd name="connsiteX18" fmla="*/ 238597 w 377368"/>
                  <a:gd name="connsiteY18" fmla="*/ 284814 h 291783"/>
                  <a:gd name="connsiteX19" fmla="*/ 248693 w 377368"/>
                  <a:gd name="connsiteY19" fmla="*/ 289101 h 291783"/>
                  <a:gd name="connsiteX20" fmla="*/ 248693 w 377368"/>
                  <a:gd name="connsiteY20" fmla="*/ 289101 h 291783"/>
                  <a:gd name="connsiteX21" fmla="*/ 248693 w 377368"/>
                  <a:gd name="connsiteY21" fmla="*/ 289101 h 291783"/>
                  <a:gd name="connsiteX22" fmla="*/ 304510 w 377368"/>
                  <a:gd name="connsiteY22" fmla="*/ 276433 h 291783"/>
                  <a:gd name="connsiteX23" fmla="*/ 316416 w 377368"/>
                  <a:gd name="connsiteY23" fmla="*/ 211472 h 291783"/>
                  <a:gd name="connsiteX24" fmla="*/ 314511 w 377368"/>
                  <a:gd name="connsiteY24" fmla="*/ 207662 h 291783"/>
                  <a:gd name="connsiteX25" fmla="*/ 312416 w 377368"/>
                  <a:gd name="connsiteY25" fmla="*/ 204233 h 291783"/>
                  <a:gd name="connsiteX26" fmla="*/ 306510 w 377368"/>
                  <a:gd name="connsiteY26" fmla="*/ 196613 h 291783"/>
                  <a:gd name="connsiteX27" fmla="*/ 239073 w 377368"/>
                  <a:gd name="connsiteY27" fmla="*/ 185850 h 291783"/>
                  <a:gd name="connsiteX28" fmla="*/ 226786 w 377368"/>
                  <a:gd name="connsiteY28" fmla="*/ 194422 h 291783"/>
                  <a:gd name="connsiteX29" fmla="*/ 223738 w 377368"/>
                  <a:gd name="connsiteY29" fmla="*/ 197946 h 291783"/>
                  <a:gd name="connsiteX30" fmla="*/ 83244 w 377368"/>
                  <a:gd name="connsiteY30" fmla="*/ 146226 h 291783"/>
                  <a:gd name="connsiteX31" fmla="*/ 30095 w 377368"/>
                  <a:gd name="connsiteY31" fmla="*/ 115174 h 291783"/>
                  <a:gd name="connsiteX32" fmla="*/ 27523 w 377368"/>
                  <a:gd name="connsiteY32" fmla="*/ 68597 h 291783"/>
                  <a:gd name="connsiteX33" fmla="*/ 59146 w 377368"/>
                  <a:gd name="connsiteY33" fmla="*/ 27354 h 291783"/>
                  <a:gd name="connsiteX34" fmla="*/ 123059 w 377368"/>
                  <a:gd name="connsiteY34" fmla="*/ 35926 h 291783"/>
                  <a:gd name="connsiteX35" fmla="*/ 264886 w 377368"/>
                  <a:gd name="connsiteY35" fmla="*/ 80503 h 291783"/>
                  <a:gd name="connsiteX36" fmla="*/ 273173 w 377368"/>
                  <a:gd name="connsiteY36" fmla="*/ 113650 h 291783"/>
                  <a:gd name="connsiteX37" fmla="*/ 280126 w 377368"/>
                  <a:gd name="connsiteY37" fmla="*/ 122699 h 291783"/>
                  <a:gd name="connsiteX38" fmla="*/ 287365 w 377368"/>
                  <a:gd name="connsiteY38" fmla="*/ 128890 h 291783"/>
                  <a:gd name="connsiteX39" fmla="*/ 290603 w 377368"/>
                  <a:gd name="connsiteY39" fmla="*/ 131176 h 291783"/>
                  <a:gd name="connsiteX40" fmla="*/ 294032 w 377368"/>
                  <a:gd name="connsiteY40" fmla="*/ 133081 h 291783"/>
                  <a:gd name="connsiteX41" fmla="*/ 304129 w 377368"/>
                  <a:gd name="connsiteY41" fmla="*/ 137368 h 291783"/>
                  <a:gd name="connsiteX42" fmla="*/ 304129 w 377368"/>
                  <a:gd name="connsiteY42" fmla="*/ 137368 h 291783"/>
                  <a:gd name="connsiteX43" fmla="*/ 304129 w 377368"/>
                  <a:gd name="connsiteY43" fmla="*/ 137368 h 291783"/>
                  <a:gd name="connsiteX44" fmla="*/ 359945 w 377368"/>
                  <a:gd name="connsiteY44" fmla="*/ 124699 h 291783"/>
                  <a:gd name="connsiteX45" fmla="*/ 371852 w 377368"/>
                  <a:gd name="connsiteY45" fmla="*/ 59739 h 291783"/>
                  <a:gd name="connsiteX46" fmla="*/ 369947 w 377368"/>
                  <a:gd name="connsiteY46" fmla="*/ 56310 h 291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77368" h="291783">
                    <a:moveTo>
                      <a:pt x="369947" y="56310"/>
                    </a:moveTo>
                    <a:cubicBezTo>
                      <a:pt x="369280" y="55167"/>
                      <a:pt x="368613" y="54024"/>
                      <a:pt x="367851" y="52881"/>
                    </a:cubicBezTo>
                    <a:cubicBezTo>
                      <a:pt x="366137" y="50214"/>
                      <a:pt x="364232" y="47642"/>
                      <a:pt x="361946" y="45261"/>
                    </a:cubicBezTo>
                    <a:cubicBezTo>
                      <a:pt x="343181" y="25449"/>
                      <a:pt x="313464" y="22305"/>
                      <a:pt x="291175" y="36117"/>
                    </a:cubicBezTo>
                    <a:cubicBezTo>
                      <a:pt x="288032" y="38117"/>
                      <a:pt x="284984" y="40403"/>
                      <a:pt x="282126" y="43070"/>
                    </a:cubicBezTo>
                    <a:cubicBezTo>
                      <a:pt x="277554" y="47356"/>
                      <a:pt x="274125" y="52404"/>
                      <a:pt x="271363" y="57643"/>
                    </a:cubicBezTo>
                    <a:cubicBezTo>
                      <a:pt x="246598" y="53071"/>
                      <a:pt x="184400" y="39736"/>
                      <a:pt x="133536" y="14781"/>
                    </a:cubicBezTo>
                    <a:cubicBezTo>
                      <a:pt x="100960" y="-1221"/>
                      <a:pt x="72767" y="-4269"/>
                      <a:pt x="49621" y="5827"/>
                    </a:cubicBezTo>
                    <a:cubicBezTo>
                      <a:pt x="28666" y="14876"/>
                      <a:pt x="13140" y="34307"/>
                      <a:pt x="4758" y="62025"/>
                    </a:cubicBezTo>
                    <a:cubicBezTo>
                      <a:pt x="3520" y="66025"/>
                      <a:pt x="2567" y="69930"/>
                      <a:pt x="1805" y="73741"/>
                    </a:cubicBezTo>
                    <a:cubicBezTo>
                      <a:pt x="-2195" y="94124"/>
                      <a:pt x="472" y="112221"/>
                      <a:pt x="9616" y="127652"/>
                    </a:cubicBezTo>
                    <a:cubicBezTo>
                      <a:pt x="21998" y="148607"/>
                      <a:pt x="45811" y="163180"/>
                      <a:pt x="78386" y="169943"/>
                    </a:cubicBezTo>
                    <a:cubicBezTo>
                      <a:pt x="125059" y="179563"/>
                      <a:pt x="183257" y="201280"/>
                      <a:pt x="211927" y="218997"/>
                    </a:cubicBezTo>
                    <a:cubicBezTo>
                      <a:pt x="210403" y="223950"/>
                      <a:pt x="209260" y="228998"/>
                      <a:pt x="209165" y="234142"/>
                    </a:cubicBezTo>
                    <a:cubicBezTo>
                      <a:pt x="209069" y="237761"/>
                      <a:pt x="209355" y="241380"/>
                      <a:pt x="209927" y="244905"/>
                    </a:cubicBezTo>
                    <a:cubicBezTo>
                      <a:pt x="211736" y="255668"/>
                      <a:pt x="216594" y="265955"/>
                      <a:pt x="224690" y="274432"/>
                    </a:cubicBezTo>
                    <a:cubicBezTo>
                      <a:pt x="226881" y="276813"/>
                      <a:pt x="229358" y="278814"/>
                      <a:pt x="231929" y="280624"/>
                    </a:cubicBezTo>
                    <a:cubicBezTo>
                      <a:pt x="232977" y="281386"/>
                      <a:pt x="234025" y="282147"/>
                      <a:pt x="235168" y="282910"/>
                    </a:cubicBezTo>
                    <a:cubicBezTo>
                      <a:pt x="236311" y="283576"/>
                      <a:pt x="237454" y="284243"/>
                      <a:pt x="238597" y="284814"/>
                    </a:cubicBezTo>
                    <a:cubicBezTo>
                      <a:pt x="241835" y="286624"/>
                      <a:pt x="245169" y="288053"/>
                      <a:pt x="248693" y="289101"/>
                    </a:cubicBezTo>
                    <a:cubicBezTo>
                      <a:pt x="248693" y="289101"/>
                      <a:pt x="248693" y="289101"/>
                      <a:pt x="248693" y="289101"/>
                    </a:cubicBezTo>
                    <a:lnTo>
                      <a:pt x="248693" y="289101"/>
                    </a:lnTo>
                    <a:cubicBezTo>
                      <a:pt x="267648" y="295102"/>
                      <a:pt x="289079" y="291101"/>
                      <a:pt x="304510" y="276433"/>
                    </a:cubicBezTo>
                    <a:cubicBezTo>
                      <a:pt x="322702" y="259192"/>
                      <a:pt x="326608" y="232903"/>
                      <a:pt x="316416" y="211472"/>
                    </a:cubicBezTo>
                    <a:cubicBezTo>
                      <a:pt x="315845" y="210138"/>
                      <a:pt x="315273" y="208900"/>
                      <a:pt x="314511" y="207662"/>
                    </a:cubicBezTo>
                    <a:cubicBezTo>
                      <a:pt x="313844" y="206519"/>
                      <a:pt x="313177" y="205376"/>
                      <a:pt x="312416" y="204233"/>
                    </a:cubicBezTo>
                    <a:cubicBezTo>
                      <a:pt x="310701" y="201566"/>
                      <a:pt x="308796" y="198994"/>
                      <a:pt x="306510" y="196613"/>
                    </a:cubicBezTo>
                    <a:cubicBezTo>
                      <a:pt x="288603" y="177753"/>
                      <a:pt x="260885" y="174229"/>
                      <a:pt x="239073" y="185850"/>
                    </a:cubicBezTo>
                    <a:cubicBezTo>
                      <a:pt x="234692" y="188136"/>
                      <a:pt x="230501" y="190898"/>
                      <a:pt x="226786" y="194422"/>
                    </a:cubicBezTo>
                    <a:cubicBezTo>
                      <a:pt x="225643" y="195565"/>
                      <a:pt x="224785" y="196803"/>
                      <a:pt x="223738" y="197946"/>
                    </a:cubicBezTo>
                    <a:cubicBezTo>
                      <a:pt x="189734" y="177087"/>
                      <a:pt x="127440" y="155275"/>
                      <a:pt x="83244" y="146226"/>
                    </a:cubicBezTo>
                    <a:cubicBezTo>
                      <a:pt x="65242" y="142511"/>
                      <a:pt x="41429" y="134129"/>
                      <a:pt x="30095" y="115174"/>
                    </a:cubicBezTo>
                    <a:cubicBezTo>
                      <a:pt x="22760" y="102792"/>
                      <a:pt x="21903" y="87076"/>
                      <a:pt x="27523" y="68597"/>
                    </a:cubicBezTo>
                    <a:cubicBezTo>
                      <a:pt x="32000" y="54119"/>
                      <a:pt x="41048" y="35164"/>
                      <a:pt x="59146" y="27354"/>
                    </a:cubicBezTo>
                    <a:cubicBezTo>
                      <a:pt x="75529" y="20210"/>
                      <a:pt x="97055" y="23068"/>
                      <a:pt x="123059" y="35926"/>
                    </a:cubicBezTo>
                    <a:cubicBezTo>
                      <a:pt x="175637" y="61739"/>
                      <a:pt x="237549" y="75360"/>
                      <a:pt x="264886" y="80503"/>
                    </a:cubicBezTo>
                    <a:cubicBezTo>
                      <a:pt x="264219" y="91933"/>
                      <a:pt x="266886" y="103554"/>
                      <a:pt x="273173" y="113650"/>
                    </a:cubicBezTo>
                    <a:cubicBezTo>
                      <a:pt x="275173" y="116794"/>
                      <a:pt x="277459" y="119842"/>
                      <a:pt x="280126" y="122699"/>
                    </a:cubicBezTo>
                    <a:cubicBezTo>
                      <a:pt x="282317" y="125080"/>
                      <a:pt x="284793" y="127080"/>
                      <a:pt x="287365" y="128890"/>
                    </a:cubicBezTo>
                    <a:cubicBezTo>
                      <a:pt x="288413" y="129652"/>
                      <a:pt x="289556" y="130414"/>
                      <a:pt x="290603" y="131176"/>
                    </a:cubicBezTo>
                    <a:cubicBezTo>
                      <a:pt x="291746" y="131843"/>
                      <a:pt x="292889" y="132510"/>
                      <a:pt x="294032" y="133081"/>
                    </a:cubicBezTo>
                    <a:cubicBezTo>
                      <a:pt x="297271" y="134891"/>
                      <a:pt x="300605" y="136320"/>
                      <a:pt x="304129" y="137368"/>
                    </a:cubicBezTo>
                    <a:cubicBezTo>
                      <a:pt x="304129" y="137368"/>
                      <a:pt x="304129" y="137368"/>
                      <a:pt x="304129" y="137368"/>
                    </a:cubicBezTo>
                    <a:lnTo>
                      <a:pt x="304129" y="137368"/>
                    </a:lnTo>
                    <a:cubicBezTo>
                      <a:pt x="323084" y="143368"/>
                      <a:pt x="344515" y="139368"/>
                      <a:pt x="359945" y="124699"/>
                    </a:cubicBezTo>
                    <a:cubicBezTo>
                      <a:pt x="378138" y="107459"/>
                      <a:pt x="382043" y="81170"/>
                      <a:pt x="371852" y="59739"/>
                    </a:cubicBezTo>
                    <a:cubicBezTo>
                      <a:pt x="371280" y="58786"/>
                      <a:pt x="370614" y="57548"/>
                      <a:pt x="369947" y="56310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43" name="Forme libre : forme 11842">
                <a:extLst>
                  <a:ext uri="{FF2B5EF4-FFF2-40B4-BE49-F238E27FC236}">
                    <a16:creationId xmlns:a16="http://schemas.microsoft.com/office/drawing/2014/main" id="{6F95BDF0-D6BA-415F-8913-65F8BEA93622}"/>
                  </a:ext>
                </a:extLst>
              </p:cNvPr>
              <p:cNvSpPr/>
              <p:nvPr/>
            </p:nvSpPr>
            <p:spPr>
              <a:xfrm>
                <a:off x="1775064" y="2863040"/>
                <a:ext cx="377368" cy="291783"/>
              </a:xfrm>
              <a:custGeom>
                <a:avLst/>
                <a:gdLst>
                  <a:gd name="connsiteX0" fmla="*/ 7422 w 377368"/>
                  <a:gd name="connsiteY0" fmla="*/ 235569 h 291783"/>
                  <a:gd name="connsiteX1" fmla="*/ 9518 w 377368"/>
                  <a:gd name="connsiteY1" fmla="*/ 238998 h 291783"/>
                  <a:gd name="connsiteX2" fmla="*/ 15423 w 377368"/>
                  <a:gd name="connsiteY2" fmla="*/ 246618 h 291783"/>
                  <a:gd name="connsiteX3" fmla="*/ 95243 w 377368"/>
                  <a:gd name="connsiteY3" fmla="*/ 248713 h 291783"/>
                  <a:gd name="connsiteX4" fmla="*/ 106006 w 377368"/>
                  <a:gd name="connsiteY4" fmla="*/ 234140 h 291783"/>
                  <a:gd name="connsiteX5" fmla="*/ 243833 w 377368"/>
                  <a:gd name="connsiteY5" fmla="*/ 277003 h 291783"/>
                  <a:gd name="connsiteX6" fmla="*/ 327748 w 377368"/>
                  <a:gd name="connsiteY6" fmla="*/ 285956 h 291783"/>
                  <a:gd name="connsiteX7" fmla="*/ 372611 w 377368"/>
                  <a:gd name="connsiteY7" fmla="*/ 229759 h 291783"/>
                  <a:gd name="connsiteX8" fmla="*/ 375564 w 377368"/>
                  <a:gd name="connsiteY8" fmla="*/ 218043 h 291783"/>
                  <a:gd name="connsiteX9" fmla="*/ 367753 w 377368"/>
                  <a:gd name="connsiteY9" fmla="*/ 164131 h 291783"/>
                  <a:gd name="connsiteX10" fmla="*/ 298982 w 377368"/>
                  <a:gd name="connsiteY10" fmla="*/ 121840 h 291783"/>
                  <a:gd name="connsiteX11" fmla="*/ 165442 w 377368"/>
                  <a:gd name="connsiteY11" fmla="*/ 72787 h 291783"/>
                  <a:gd name="connsiteX12" fmla="*/ 168204 w 377368"/>
                  <a:gd name="connsiteY12" fmla="*/ 57642 h 291783"/>
                  <a:gd name="connsiteX13" fmla="*/ 168109 w 377368"/>
                  <a:gd name="connsiteY13" fmla="*/ 56975 h 291783"/>
                  <a:gd name="connsiteX14" fmla="*/ 152679 w 377368"/>
                  <a:gd name="connsiteY14" fmla="*/ 17351 h 291783"/>
                  <a:gd name="connsiteX15" fmla="*/ 145440 w 377368"/>
                  <a:gd name="connsiteY15" fmla="*/ 11160 h 291783"/>
                  <a:gd name="connsiteX16" fmla="*/ 142201 w 377368"/>
                  <a:gd name="connsiteY16" fmla="*/ 8874 h 291783"/>
                  <a:gd name="connsiteX17" fmla="*/ 138772 w 377368"/>
                  <a:gd name="connsiteY17" fmla="*/ 6969 h 291783"/>
                  <a:gd name="connsiteX18" fmla="*/ 128676 w 377368"/>
                  <a:gd name="connsiteY18" fmla="*/ 2683 h 291783"/>
                  <a:gd name="connsiteX19" fmla="*/ 128676 w 377368"/>
                  <a:gd name="connsiteY19" fmla="*/ 2683 h 291783"/>
                  <a:gd name="connsiteX20" fmla="*/ 128676 w 377368"/>
                  <a:gd name="connsiteY20" fmla="*/ 2683 h 291783"/>
                  <a:gd name="connsiteX21" fmla="*/ 72859 w 377368"/>
                  <a:gd name="connsiteY21" fmla="*/ 15351 h 291783"/>
                  <a:gd name="connsiteX22" fmla="*/ 57048 w 377368"/>
                  <a:gd name="connsiteY22" fmla="*/ 69548 h 291783"/>
                  <a:gd name="connsiteX23" fmla="*/ 57048 w 377368"/>
                  <a:gd name="connsiteY23" fmla="*/ 69548 h 291783"/>
                  <a:gd name="connsiteX24" fmla="*/ 57048 w 377368"/>
                  <a:gd name="connsiteY24" fmla="*/ 69548 h 291783"/>
                  <a:gd name="connsiteX25" fmla="*/ 60858 w 377368"/>
                  <a:gd name="connsiteY25" fmla="*/ 80311 h 291783"/>
                  <a:gd name="connsiteX26" fmla="*/ 62763 w 377368"/>
                  <a:gd name="connsiteY26" fmla="*/ 84121 h 291783"/>
                  <a:gd name="connsiteX27" fmla="*/ 64858 w 377368"/>
                  <a:gd name="connsiteY27" fmla="*/ 87550 h 291783"/>
                  <a:gd name="connsiteX28" fmla="*/ 70764 w 377368"/>
                  <a:gd name="connsiteY28" fmla="*/ 95170 h 291783"/>
                  <a:gd name="connsiteX29" fmla="*/ 150583 w 377368"/>
                  <a:gd name="connsiteY29" fmla="*/ 97266 h 291783"/>
                  <a:gd name="connsiteX30" fmla="*/ 153631 w 377368"/>
                  <a:gd name="connsiteY30" fmla="*/ 93742 h 291783"/>
                  <a:gd name="connsiteX31" fmla="*/ 294125 w 377368"/>
                  <a:gd name="connsiteY31" fmla="*/ 145462 h 291783"/>
                  <a:gd name="connsiteX32" fmla="*/ 347274 w 377368"/>
                  <a:gd name="connsiteY32" fmla="*/ 176514 h 291783"/>
                  <a:gd name="connsiteX33" fmla="*/ 349846 w 377368"/>
                  <a:gd name="connsiteY33" fmla="*/ 223091 h 291783"/>
                  <a:gd name="connsiteX34" fmla="*/ 318223 w 377368"/>
                  <a:gd name="connsiteY34" fmla="*/ 264334 h 291783"/>
                  <a:gd name="connsiteX35" fmla="*/ 254310 w 377368"/>
                  <a:gd name="connsiteY35" fmla="*/ 255762 h 291783"/>
                  <a:gd name="connsiteX36" fmla="*/ 112483 w 377368"/>
                  <a:gd name="connsiteY36" fmla="*/ 211185 h 291783"/>
                  <a:gd name="connsiteX37" fmla="*/ 109149 w 377368"/>
                  <a:gd name="connsiteY37" fmla="*/ 188039 h 291783"/>
                  <a:gd name="connsiteX38" fmla="*/ 97243 w 377368"/>
                  <a:gd name="connsiteY38" fmla="*/ 169084 h 291783"/>
                  <a:gd name="connsiteX39" fmla="*/ 90004 w 377368"/>
                  <a:gd name="connsiteY39" fmla="*/ 162893 h 291783"/>
                  <a:gd name="connsiteX40" fmla="*/ 86766 w 377368"/>
                  <a:gd name="connsiteY40" fmla="*/ 160607 h 291783"/>
                  <a:gd name="connsiteX41" fmla="*/ 83337 w 377368"/>
                  <a:gd name="connsiteY41" fmla="*/ 158702 h 291783"/>
                  <a:gd name="connsiteX42" fmla="*/ 73240 w 377368"/>
                  <a:gd name="connsiteY42" fmla="*/ 154416 h 291783"/>
                  <a:gd name="connsiteX43" fmla="*/ 73240 w 377368"/>
                  <a:gd name="connsiteY43" fmla="*/ 154416 h 291783"/>
                  <a:gd name="connsiteX44" fmla="*/ 73240 w 377368"/>
                  <a:gd name="connsiteY44" fmla="*/ 154416 h 291783"/>
                  <a:gd name="connsiteX45" fmla="*/ 17424 w 377368"/>
                  <a:gd name="connsiteY45" fmla="*/ 167084 h 291783"/>
                  <a:gd name="connsiteX46" fmla="*/ 5517 w 377368"/>
                  <a:gd name="connsiteY46" fmla="*/ 232045 h 291783"/>
                  <a:gd name="connsiteX47" fmla="*/ 7422 w 377368"/>
                  <a:gd name="connsiteY47" fmla="*/ 235569 h 291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77368" h="291783">
                    <a:moveTo>
                      <a:pt x="7422" y="235569"/>
                    </a:moveTo>
                    <a:cubicBezTo>
                      <a:pt x="8089" y="236712"/>
                      <a:pt x="8756" y="237855"/>
                      <a:pt x="9518" y="238998"/>
                    </a:cubicBezTo>
                    <a:cubicBezTo>
                      <a:pt x="11232" y="241665"/>
                      <a:pt x="13137" y="244237"/>
                      <a:pt x="15423" y="246618"/>
                    </a:cubicBezTo>
                    <a:cubicBezTo>
                      <a:pt x="36855" y="269192"/>
                      <a:pt x="72573" y="270145"/>
                      <a:pt x="95243" y="248713"/>
                    </a:cubicBezTo>
                    <a:cubicBezTo>
                      <a:pt x="99815" y="244427"/>
                      <a:pt x="103244" y="239379"/>
                      <a:pt x="106006" y="234140"/>
                    </a:cubicBezTo>
                    <a:cubicBezTo>
                      <a:pt x="130771" y="238712"/>
                      <a:pt x="192969" y="252047"/>
                      <a:pt x="243833" y="277003"/>
                    </a:cubicBezTo>
                    <a:cubicBezTo>
                      <a:pt x="276408" y="293005"/>
                      <a:pt x="304602" y="296053"/>
                      <a:pt x="327748" y="285956"/>
                    </a:cubicBezTo>
                    <a:cubicBezTo>
                      <a:pt x="348703" y="276907"/>
                      <a:pt x="364229" y="257476"/>
                      <a:pt x="372611" y="229759"/>
                    </a:cubicBezTo>
                    <a:cubicBezTo>
                      <a:pt x="373849" y="225758"/>
                      <a:pt x="374802" y="221853"/>
                      <a:pt x="375564" y="218043"/>
                    </a:cubicBezTo>
                    <a:cubicBezTo>
                      <a:pt x="379564" y="197659"/>
                      <a:pt x="376897" y="179562"/>
                      <a:pt x="367753" y="164131"/>
                    </a:cubicBezTo>
                    <a:cubicBezTo>
                      <a:pt x="355371" y="143176"/>
                      <a:pt x="331558" y="128603"/>
                      <a:pt x="298982" y="121840"/>
                    </a:cubicBezTo>
                    <a:cubicBezTo>
                      <a:pt x="252310" y="112220"/>
                      <a:pt x="194112" y="90503"/>
                      <a:pt x="165442" y="72787"/>
                    </a:cubicBezTo>
                    <a:cubicBezTo>
                      <a:pt x="166966" y="67834"/>
                      <a:pt x="168109" y="62785"/>
                      <a:pt x="168204" y="57642"/>
                    </a:cubicBezTo>
                    <a:cubicBezTo>
                      <a:pt x="168204" y="57451"/>
                      <a:pt x="168109" y="57166"/>
                      <a:pt x="168109" y="56975"/>
                    </a:cubicBezTo>
                    <a:cubicBezTo>
                      <a:pt x="168300" y="42783"/>
                      <a:pt x="163251" y="28495"/>
                      <a:pt x="152679" y="17351"/>
                    </a:cubicBezTo>
                    <a:cubicBezTo>
                      <a:pt x="150488" y="14970"/>
                      <a:pt x="148011" y="12970"/>
                      <a:pt x="145440" y="11160"/>
                    </a:cubicBezTo>
                    <a:cubicBezTo>
                      <a:pt x="144392" y="10398"/>
                      <a:pt x="143249" y="9636"/>
                      <a:pt x="142201" y="8874"/>
                    </a:cubicBezTo>
                    <a:cubicBezTo>
                      <a:pt x="141058" y="8207"/>
                      <a:pt x="139915" y="7540"/>
                      <a:pt x="138772" y="6969"/>
                    </a:cubicBezTo>
                    <a:cubicBezTo>
                      <a:pt x="135534" y="5159"/>
                      <a:pt x="132200" y="3730"/>
                      <a:pt x="128676" y="2683"/>
                    </a:cubicBezTo>
                    <a:cubicBezTo>
                      <a:pt x="128676" y="2683"/>
                      <a:pt x="128676" y="2683"/>
                      <a:pt x="128676" y="2683"/>
                    </a:cubicBezTo>
                    <a:lnTo>
                      <a:pt x="128676" y="2683"/>
                    </a:lnTo>
                    <a:cubicBezTo>
                      <a:pt x="109721" y="-3318"/>
                      <a:pt x="88290" y="682"/>
                      <a:pt x="72859" y="15351"/>
                    </a:cubicBezTo>
                    <a:cubicBezTo>
                      <a:pt x="57714" y="29734"/>
                      <a:pt x="52476" y="50593"/>
                      <a:pt x="57048" y="69548"/>
                    </a:cubicBezTo>
                    <a:lnTo>
                      <a:pt x="57048" y="69548"/>
                    </a:lnTo>
                    <a:cubicBezTo>
                      <a:pt x="57048" y="69548"/>
                      <a:pt x="57048" y="69548"/>
                      <a:pt x="57048" y="69548"/>
                    </a:cubicBezTo>
                    <a:cubicBezTo>
                      <a:pt x="57905" y="73263"/>
                      <a:pt x="59238" y="76787"/>
                      <a:pt x="60858" y="80311"/>
                    </a:cubicBezTo>
                    <a:cubicBezTo>
                      <a:pt x="61429" y="81550"/>
                      <a:pt x="62001" y="82883"/>
                      <a:pt x="62763" y="84121"/>
                    </a:cubicBezTo>
                    <a:cubicBezTo>
                      <a:pt x="63429" y="85264"/>
                      <a:pt x="64096" y="86407"/>
                      <a:pt x="64858" y="87550"/>
                    </a:cubicBezTo>
                    <a:cubicBezTo>
                      <a:pt x="66573" y="90217"/>
                      <a:pt x="68478" y="92789"/>
                      <a:pt x="70764" y="95170"/>
                    </a:cubicBezTo>
                    <a:cubicBezTo>
                      <a:pt x="92195" y="117745"/>
                      <a:pt x="127914" y="118697"/>
                      <a:pt x="150583" y="97266"/>
                    </a:cubicBezTo>
                    <a:cubicBezTo>
                      <a:pt x="151726" y="96123"/>
                      <a:pt x="152583" y="94885"/>
                      <a:pt x="153631" y="93742"/>
                    </a:cubicBezTo>
                    <a:cubicBezTo>
                      <a:pt x="187635" y="114601"/>
                      <a:pt x="249929" y="136414"/>
                      <a:pt x="294125" y="145462"/>
                    </a:cubicBezTo>
                    <a:cubicBezTo>
                      <a:pt x="312127" y="149177"/>
                      <a:pt x="335940" y="157559"/>
                      <a:pt x="347274" y="176514"/>
                    </a:cubicBezTo>
                    <a:cubicBezTo>
                      <a:pt x="354609" y="188896"/>
                      <a:pt x="355466" y="204613"/>
                      <a:pt x="349846" y="223091"/>
                    </a:cubicBezTo>
                    <a:cubicBezTo>
                      <a:pt x="345465" y="237569"/>
                      <a:pt x="336321" y="256524"/>
                      <a:pt x="318223" y="264334"/>
                    </a:cubicBezTo>
                    <a:cubicBezTo>
                      <a:pt x="301840" y="271478"/>
                      <a:pt x="280314" y="268621"/>
                      <a:pt x="254310" y="255762"/>
                    </a:cubicBezTo>
                    <a:cubicBezTo>
                      <a:pt x="201732" y="229949"/>
                      <a:pt x="139820" y="216328"/>
                      <a:pt x="112483" y="211185"/>
                    </a:cubicBezTo>
                    <a:cubicBezTo>
                      <a:pt x="112959" y="203374"/>
                      <a:pt x="111912" y="195469"/>
                      <a:pt x="109149" y="188039"/>
                    </a:cubicBezTo>
                    <a:cubicBezTo>
                      <a:pt x="106578" y="181181"/>
                      <a:pt x="102577" y="174704"/>
                      <a:pt x="97243" y="169084"/>
                    </a:cubicBezTo>
                    <a:cubicBezTo>
                      <a:pt x="95052" y="166703"/>
                      <a:pt x="92576" y="164703"/>
                      <a:pt x="90004" y="162893"/>
                    </a:cubicBezTo>
                    <a:cubicBezTo>
                      <a:pt x="88956" y="162131"/>
                      <a:pt x="87909" y="161369"/>
                      <a:pt x="86766" y="160607"/>
                    </a:cubicBezTo>
                    <a:cubicBezTo>
                      <a:pt x="85623" y="159940"/>
                      <a:pt x="84480" y="159274"/>
                      <a:pt x="83337" y="158702"/>
                    </a:cubicBezTo>
                    <a:cubicBezTo>
                      <a:pt x="80098" y="156892"/>
                      <a:pt x="76764" y="155464"/>
                      <a:pt x="73240" y="154416"/>
                    </a:cubicBezTo>
                    <a:cubicBezTo>
                      <a:pt x="73240" y="154416"/>
                      <a:pt x="73240" y="154416"/>
                      <a:pt x="73240" y="154416"/>
                    </a:cubicBezTo>
                    <a:lnTo>
                      <a:pt x="73240" y="154416"/>
                    </a:lnTo>
                    <a:cubicBezTo>
                      <a:pt x="54285" y="148415"/>
                      <a:pt x="32854" y="152416"/>
                      <a:pt x="17424" y="167084"/>
                    </a:cubicBezTo>
                    <a:cubicBezTo>
                      <a:pt x="-769" y="184324"/>
                      <a:pt x="-4674" y="210613"/>
                      <a:pt x="5517" y="232045"/>
                    </a:cubicBezTo>
                    <a:cubicBezTo>
                      <a:pt x="6089" y="232997"/>
                      <a:pt x="6756" y="234331"/>
                      <a:pt x="7422" y="23556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44" name="Forme libre : forme 11843">
                <a:extLst>
                  <a:ext uri="{FF2B5EF4-FFF2-40B4-BE49-F238E27FC236}">
                    <a16:creationId xmlns:a16="http://schemas.microsoft.com/office/drawing/2014/main" id="{BE027CE0-2A8F-402E-8DC5-B0E494CFC087}"/>
                  </a:ext>
                </a:extLst>
              </p:cNvPr>
              <p:cNvSpPr/>
              <p:nvPr/>
            </p:nvSpPr>
            <p:spPr>
              <a:xfrm>
                <a:off x="4327281" y="3585332"/>
                <a:ext cx="370808" cy="272431"/>
              </a:xfrm>
              <a:custGeom>
                <a:avLst/>
                <a:gdLst>
                  <a:gd name="connsiteX0" fmla="*/ 352520 w 370808"/>
                  <a:gd name="connsiteY0" fmla="*/ 14864 h 272431"/>
                  <a:gd name="connsiteX1" fmla="*/ 351949 w 370808"/>
                  <a:gd name="connsiteY1" fmla="*/ 14388 h 272431"/>
                  <a:gd name="connsiteX2" fmla="*/ 346329 w 370808"/>
                  <a:gd name="connsiteY2" fmla="*/ 9911 h 272431"/>
                  <a:gd name="connsiteX3" fmla="*/ 331089 w 370808"/>
                  <a:gd name="connsiteY3" fmla="*/ 2481 h 272431"/>
                  <a:gd name="connsiteX4" fmla="*/ 315182 w 370808"/>
                  <a:gd name="connsiteY4" fmla="*/ 5 h 272431"/>
                  <a:gd name="connsiteX5" fmla="*/ 314896 w 370808"/>
                  <a:gd name="connsiteY5" fmla="*/ 5 h 272431"/>
                  <a:gd name="connsiteX6" fmla="*/ 293656 w 370808"/>
                  <a:gd name="connsiteY6" fmla="*/ 3910 h 272431"/>
                  <a:gd name="connsiteX7" fmla="*/ 288703 w 370808"/>
                  <a:gd name="connsiteY7" fmla="*/ 6101 h 272431"/>
                  <a:gd name="connsiteX8" fmla="*/ 279463 w 370808"/>
                  <a:gd name="connsiteY8" fmla="*/ 12006 h 272431"/>
                  <a:gd name="connsiteX9" fmla="*/ 267843 w 370808"/>
                  <a:gd name="connsiteY9" fmla="*/ 24389 h 272431"/>
                  <a:gd name="connsiteX10" fmla="*/ 262319 w 370808"/>
                  <a:gd name="connsiteY10" fmla="*/ 34390 h 272431"/>
                  <a:gd name="connsiteX11" fmla="*/ 260128 w 370808"/>
                  <a:gd name="connsiteY11" fmla="*/ 40867 h 272431"/>
                  <a:gd name="connsiteX12" fmla="*/ 116586 w 370808"/>
                  <a:gd name="connsiteY12" fmla="*/ 27627 h 272431"/>
                  <a:gd name="connsiteX13" fmla="*/ 32671 w 370808"/>
                  <a:gd name="connsiteY13" fmla="*/ 36295 h 272431"/>
                  <a:gd name="connsiteX14" fmla="*/ 476 w 370808"/>
                  <a:gd name="connsiteY14" fmla="*/ 100589 h 272431"/>
                  <a:gd name="connsiteX15" fmla="*/ 0 w 370808"/>
                  <a:gd name="connsiteY15" fmla="*/ 112686 h 272431"/>
                  <a:gd name="connsiteX16" fmla="*/ 18955 w 370808"/>
                  <a:gd name="connsiteY16" fmla="*/ 163835 h 272431"/>
                  <a:gd name="connsiteX17" fmla="*/ 95060 w 370808"/>
                  <a:gd name="connsiteY17" fmla="*/ 190790 h 272431"/>
                  <a:gd name="connsiteX18" fmla="*/ 235649 w 370808"/>
                  <a:gd name="connsiteY18" fmla="*/ 210888 h 272431"/>
                  <a:gd name="connsiteX19" fmla="*/ 235363 w 370808"/>
                  <a:gd name="connsiteY19" fmla="*/ 215556 h 272431"/>
                  <a:gd name="connsiteX20" fmla="*/ 236315 w 370808"/>
                  <a:gd name="connsiteY20" fmla="*/ 226319 h 272431"/>
                  <a:gd name="connsiteX21" fmla="*/ 239268 w 370808"/>
                  <a:gd name="connsiteY21" fmla="*/ 236701 h 272431"/>
                  <a:gd name="connsiteX22" fmla="*/ 242507 w 370808"/>
                  <a:gd name="connsiteY22" fmla="*/ 243369 h 272431"/>
                  <a:gd name="connsiteX23" fmla="*/ 247460 w 370808"/>
                  <a:gd name="connsiteY23" fmla="*/ 250894 h 272431"/>
                  <a:gd name="connsiteX24" fmla="*/ 259842 w 370808"/>
                  <a:gd name="connsiteY24" fmla="*/ 262514 h 272431"/>
                  <a:gd name="connsiteX25" fmla="*/ 265938 w 370808"/>
                  <a:gd name="connsiteY25" fmla="*/ 266133 h 272431"/>
                  <a:gd name="connsiteX26" fmla="*/ 266510 w 370808"/>
                  <a:gd name="connsiteY26" fmla="*/ 266419 h 272431"/>
                  <a:gd name="connsiteX27" fmla="*/ 338328 w 370808"/>
                  <a:gd name="connsiteY27" fmla="*/ 248036 h 272431"/>
                  <a:gd name="connsiteX28" fmla="*/ 329946 w 370808"/>
                  <a:gd name="connsiteY28" fmla="*/ 174598 h 272431"/>
                  <a:gd name="connsiteX29" fmla="*/ 329375 w 370808"/>
                  <a:gd name="connsiteY29" fmla="*/ 174027 h 272431"/>
                  <a:gd name="connsiteX30" fmla="*/ 323755 w 370808"/>
                  <a:gd name="connsiteY30" fmla="*/ 169550 h 272431"/>
                  <a:gd name="connsiteX31" fmla="*/ 323755 w 370808"/>
                  <a:gd name="connsiteY31" fmla="*/ 169550 h 272431"/>
                  <a:gd name="connsiteX32" fmla="*/ 318802 w 370808"/>
                  <a:gd name="connsiteY32" fmla="*/ 166502 h 272431"/>
                  <a:gd name="connsiteX33" fmla="*/ 313658 w 370808"/>
                  <a:gd name="connsiteY33" fmla="*/ 164025 h 272431"/>
                  <a:gd name="connsiteX34" fmla="*/ 297656 w 370808"/>
                  <a:gd name="connsiteY34" fmla="*/ 159930 h 272431"/>
                  <a:gd name="connsiteX35" fmla="*/ 281464 w 370808"/>
                  <a:gd name="connsiteY35" fmla="*/ 160596 h 272431"/>
                  <a:gd name="connsiteX36" fmla="*/ 271082 w 370808"/>
                  <a:gd name="connsiteY36" fmla="*/ 163549 h 272431"/>
                  <a:gd name="connsiteX37" fmla="*/ 266129 w 370808"/>
                  <a:gd name="connsiteY37" fmla="*/ 165740 h 272431"/>
                  <a:gd name="connsiteX38" fmla="*/ 256889 w 370808"/>
                  <a:gd name="connsiteY38" fmla="*/ 171645 h 272431"/>
                  <a:gd name="connsiteX39" fmla="*/ 245269 w 370808"/>
                  <a:gd name="connsiteY39" fmla="*/ 184028 h 272431"/>
                  <a:gd name="connsiteX40" fmla="*/ 242792 w 370808"/>
                  <a:gd name="connsiteY40" fmla="*/ 188028 h 272431"/>
                  <a:gd name="connsiteX41" fmla="*/ 94869 w 370808"/>
                  <a:gd name="connsiteY41" fmla="*/ 166788 h 272431"/>
                  <a:gd name="connsiteX42" fmla="*/ 36481 w 370808"/>
                  <a:gd name="connsiteY42" fmla="*/ 147452 h 272431"/>
                  <a:gd name="connsiteX43" fmla="*/ 24194 w 370808"/>
                  <a:gd name="connsiteY43" fmla="*/ 102494 h 272431"/>
                  <a:gd name="connsiteX44" fmla="*/ 46482 w 370808"/>
                  <a:gd name="connsiteY44" fmla="*/ 55536 h 272431"/>
                  <a:gd name="connsiteX45" fmla="*/ 110776 w 370808"/>
                  <a:gd name="connsiteY45" fmla="*/ 50583 h 272431"/>
                  <a:gd name="connsiteX46" fmla="*/ 258699 w 370808"/>
                  <a:gd name="connsiteY46" fmla="*/ 64584 h 272431"/>
                  <a:gd name="connsiteX47" fmla="*/ 258985 w 370808"/>
                  <a:gd name="connsiteY47" fmla="*/ 66394 h 272431"/>
                  <a:gd name="connsiteX48" fmla="*/ 266891 w 370808"/>
                  <a:gd name="connsiteY48" fmla="*/ 86492 h 272431"/>
                  <a:gd name="connsiteX49" fmla="*/ 282512 w 370808"/>
                  <a:gd name="connsiteY49" fmla="*/ 102589 h 272431"/>
                  <a:gd name="connsiteX50" fmla="*/ 288608 w 370808"/>
                  <a:gd name="connsiteY50" fmla="*/ 106209 h 272431"/>
                  <a:gd name="connsiteX51" fmla="*/ 289179 w 370808"/>
                  <a:gd name="connsiteY51" fmla="*/ 106494 h 272431"/>
                  <a:gd name="connsiteX52" fmla="*/ 360998 w 370808"/>
                  <a:gd name="connsiteY52" fmla="*/ 88111 h 272431"/>
                  <a:gd name="connsiteX53" fmla="*/ 352520 w 370808"/>
                  <a:gd name="connsiteY53" fmla="*/ 14864 h 272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370808" h="272431">
                    <a:moveTo>
                      <a:pt x="352520" y="14864"/>
                    </a:moveTo>
                    <a:cubicBezTo>
                      <a:pt x="352330" y="14673"/>
                      <a:pt x="352139" y="14483"/>
                      <a:pt x="351949" y="14388"/>
                    </a:cubicBezTo>
                    <a:cubicBezTo>
                      <a:pt x="350139" y="12769"/>
                      <a:pt x="348329" y="11244"/>
                      <a:pt x="346329" y="9911"/>
                    </a:cubicBezTo>
                    <a:cubicBezTo>
                      <a:pt x="341471" y="6577"/>
                      <a:pt x="336328" y="4101"/>
                      <a:pt x="331089" y="2481"/>
                    </a:cubicBezTo>
                    <a:cubicBezTo>
                      <a:pt x="325850" y="862"/>
                      <a:pt x="320516" y="100"/>
                      <a:pt x="315182" y="5"/>
                    </a:cubicBezTo>
                    <a:cubicBezTo>
                      <a:pt x="315087" y="5"/>
                      <a:pt x="314992" y="5"/>
                      <a:pt x="314896" y="5"/>
                    </a:cubicBezTo>
                    <a:cubicBezTo>
                      <a:pt x="307658" y="-90"/>
                      <a:pt x="300419" y="1243"/>
                      <a:pt x="293656" y="3910"/>
                    </a:cubicBezTo>
                    <a:cubicBezTo>
                      <a:pt x="291941" y="4577"/>
                      <a:pt x="290322" y="5339"/>
                      <a:pt x="288703" y="6101"/>
                    </a:cubicBezTo>
                    <a:cubicBezTo>
                      <a:pt x="285464" y="7720"/>
                      <a:pt x="282321" y="9720"/>
                      <a:pt x="279463" y="12006"/>
                    </a:cubicBezTo>
                    <a:cubicBezTo>
                      <a:pt x="275082" y="15435"/>
                      <a:pt x="271177" y="19627"/>
                      <a:pt x="267843" y="24389"/>
                    </a:cubicBezTo>
                    <a:cubicBezTo>
                      <a:pt x="265652" y="27627"/>
                      <a:pt x="263843" y="30961"/>
                      <a:pt x="262319" y="34390"/>
                    </a:cubicBezTo>
                    <a:cubicBezTo>
                      <a:pt x="261461" y="36486"/>
                      <a:pt x="260699" y="38677"/>
                      <a:pt x="260128" y="40867"/>
                    </a:cubicBezTo>
                    <a:cubicBezTo>
                      <a:pt x="234791" y="41534"/>
                      <a:pt x="171355" y="41439"/>
                      <a:pt x="116586" y="27627"/>
                    </a:cubicBezTo>
                    <a:cubicBezTo>
                      <a:pt x="81439" y="18769"/>
                      <a:pt x="53150" y="21722"/>
                      <a:pt x="32671" y="36295"/>
                    </a:cubicBezTo>
                    <a:cubicBezTo>
                      <a:pt x="14097" y="49535"/>
                      <a:pt x="2953" y="71728"/>
                      <a:pt x="476" y="100589"/>
                    </a:cubicBezTo>
                    <a:cubicBezTo>
                      <a:pt x="95" y="104780"/>
                      <a:pt x="0" y="108780"/>
                      <a:pt x="0" y="112686"/>
                    </a:cubicBezTo>
                    <a:cubicBezTo>
                      <a:pt x="381" y="133450"/>
                      <a:pt x="6668" y="150595"/>
                      <a:pt x="18955" y="163835"/>
                    </a:cubicBezTo>
                    <a:cubicBezTo>
                      <a:pt x="35433" y="181742"/>
                      <a:pt x="61817" y="191077"/>
                      <a:pt x="95060" y="190790"/>
                    </a:cubicBezTo>
                    <a:cubicBezTo>
                      <a:pt x="142589" y="190410"/>
                      <a:pt x="203930" y="199458"/>
                      <a:pt x="235649" y="210888"/>
                    </a:cubicBezTo>
                    <a:cubicBezTo>
                      <a:pt x="235458" y="212412"/>
                      <a:pt x="235363" y="214032"/>
                      <a:pt x="235363" y="215556"/>
                    </a:cubicBezTo>
                    <a:cubicBezTo>
                      <a:pt x="235363" y="219175"/>
                      <a:pt x="235649" y="222795"/>
                      <a:pt x="236315" y="226319"/>
                    </a:cubicBezTo>
                    <a:cubicBezTo>
                      <a:pt x="236982" y="229843"/>
                      <a:pt x="237935" y="233367"/>
                      <a:pt x="239268" y="236701"/>
                    </a:cubicBezTo>
                    <a:cubicBezTo>
                      <a:pt x="240125" y="238987"/>
                      <a:pt x="241268" y="241178"/>
                      <a:pt x="242507" y="243369"/>
                    </a:cubicBezTo>
                    <a:cubicBezTo>
                      <a:pt x="243935" y="245940"/>
                      <a:pt x="245554" y="248512"/>
                      <a:pt x="247460" y="250894"/>
                    </a:cubicBezTo>
                    <a:cubicBezTo>
                      <a:pt x="250888" y="255275"/>
                      <a:pt x="255079" y="259180"/>
                      <a:pt x="259842" y="262514"/>
                    </a:cubicBezTo>
                    <a:cubicBezTo>
                      <a:pt x="261842" y="263847"/>
                      <a:pt x="263843" y="264990"/>
                      <a:pt x="265938" y="266133"/>
                    </a:cubicBezTo>
                    <a:cubicBezTo>
                      <a:pt x="266129" y="266229"/>
                      <a:pt x="266319" y="266324"/>
                      <a:pt x="266510" y="266419"/>
                    </a:cubicBezTo>
                    <a:cubicBezTo>
                      <a:pt x="291370" y="278897"/>
                      <a:pt x="322136" y="271563"/>
                      <a:pt x="338328" y="248036"/>
                    </a:cubicBezTo>
                    <a:cubicBezTo>
                      <a:pt x="354425" y="224604"/>
                      <a:pt x="350330" y="193267"/>
                      <a:pt x="329946" y="174598"/>
                    </a:cubicBezTo>
                    <a:cubicBezTo>
                      <a:pt x="329755" y="174408"/>
                      <a:pt x="329565" y="174217"/>
                      <a:pt x="329375" y="174027"/>
                    </a:cubicBezTo>
                    <a:cubicBezTo>
                      <a:pt x="327565" y="172407"/>
                      <a:pt x="325755" y="170883"/>
                      <a:pt x="323755" y="169550"/>
                    </a:cubicBezTo>
                    <a:cubicBezTo>
                      <a:pt x="323755" y="169550"/>
                      <a:pt x="323755" y="169550"/>
                      <a:pt x="323755" y="169550"/>
                    </a:cubicBezTo>
                    <a:cubicBezTo>
                      <a:pt x="322136" y="168407"/>
                      <a:pt x="320516" y="167454"/>
                      <a:pt x="318802" y="166502"/>
                    </a:cubicBezTo>
                    <a:cubicBezTo>
                      <a:pt x="317087" y="165549"/>
                      <a:pt x="315468" y="164787"/>
                      <a:pt x="313658" y="164025"/>
                    </a:cubicBezTo>
                    <a:cubicBezTo>
                      <a:pt x="308515" y="161835"/>
                      <a:pt x="303086" y="160501"/>
                      <a:pt x="297656" y="159930"/>
                    </a:cubicBezTo>
                    <a:cubicBezTo>
                      <a:pt x="292227" y="159358"/>
                      <a:pt x="286798" y="159549"/>
                      <a:pt x="281464" y="160596"/>
                    </a:cubicBezTo>
                    <a:cubicBezTo>
                      <a:pt x="277940" y="161263"/>
                      <a:pt x="274415" y="162215"/>
                      <a:pt x="271082" y="163549"/>
                    </a:cubicBezTo>
                    <a:cubicBezTo>
                      <a:pt x="269367" y="164216"/>
                      <a:pt x="267748" y="164978"/>
                      <a:pt x="266129" y="165740"/>
                    </a:cubicBezTo>
                    <a:cubicBezTo>
                      <a:pt x="262890" y="167359"/>
                      <a:pt x="259747" y="169359"/>
                      <a:pt x="256889" y="171645"/>
                    </a:cubicBezTo>
                    <a:cubicBezTo>
                      <a:pt x="252508" y="175074"/>
                      <a:pt x="248603" y="179265"/>
                      <a:pt x="245269" y="184028"/>
                    </a:cubicBezTo>
                    <a:cubicBezTo>
                      <a:pt x="244412" y="185361"/>
                      <a:pt x="243554" y="186695"/>
                      <a:pt x="242792" y="188028"/>
                    </a:cubicBezTo>
                    <a:cubicBezTo>
                      <a:pt x="205169" y="174789"/>
                      <a:pt x="139827" y="166502"/>
                      <a:pt x="94869" y="166788"/>
                    </a:cubicBezTo>
                    <a:cubicBezTo>
                      <a:pt x="76486" y="166883"/>
                      <a:pt x="51435" y="163644"/>
                      <a:pt x="36481" y="147452"/>
                    </a:cubicBezTo>
                    <a:cubicBezTo>
                      <a:pt x="26670" y="136879"/>
                      <a:pt x="22574" y="121734"/>
                      <a:pt x="24194" y="102494"/>
                    </a:cubicBezTo>
                    <a:cubicBezTo>
                      <a:pt x="25527" y="87349"/>
                      <a:pt x="30385" y="66965"/>
                      <a:pt x="46482" y="55536"/>
                    </a:cubicBezTo>
                    <a:cubicBezTo>
                      <a:pt x="61055" y="45153"/>
                      <a:pt x="82677" y="43439"/>
                      <a:pt x="110776" y="50583"/>
                    </a:cubicBezTo>
                    <a:cubicBezTo>
                      <a:pt x="167450" y="64870"/>
                      <a:pt x="230886" y="65251"/>
                      <a:pt x="258699" y="64584"/>
                    </a:cubicBezTo>
                    <a:cubicBezTo>
                      <a:pt x="258794" y="65156"/>
                      <a:pt x="258794" y="65823"/>
                      <a:pt x="258985" y="66394"/>
                    </a:cubicBezTo>
                    <a:cubicBezTo>
                      <a:pt x="260318" y="73538"/>
                      <a:pt x="262985" y="80301"/>
                      <a:pt x="266891" y="86492"/>
                    </a:cubicBezTo>
                    <a:cubicBezTo>
                      <a:pt x="270796" y="92683"/>
                      <a:pt x="276035" y="98208"/>
                      <a:pt x="282512" y="102589"/>
                    </a:cubicBezTo>
                    <a:cubicBezTo>
                      <a:pt x="284512" y="103923"/>
                      <a:pt x="286512" y="105161"/>
                      <a:pt x="288608" y="106209"/>
                    </a:cubicBezTo>
                    <a:cubicBezTo>
                      <a:pt x="288798" y="106304"/>
                      <a:pt x="288988" y="106399"/>
                      <a:pt x="289179" y="106494"/>
                    </a:cubicBezTo>
                    <a:cubicBezTo>
                      <a:pt x="314039" y="118972"/>
                      <a:pt x="344805" y="111638"/>
                      <a:pt x="360998" y="88111"/>
                    </a:cubicBezTo>
                    <a:cubicBezTo>
                      <a:pt x="377000" y="64775"/>
                      <a:pt x="372904" y="33533"/>
                      <a:pt x="352520" y="14864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45" name="Forme libre : forme 11844">
                <a:extLst>
                  <a:ext uri="{FF2B5EF4-FFF2-40B4-BE49-F238E27FC236}">
                    <a16:creationId xmlns:a16="http://schemas.microsoft.com/office/drawing/2014/main" id="{74743A09-7920-41BE-A088-3D62CEA5D77B}"/>
                  </a:ext>
                </a:extLst>
              </p:cNvPr>
              <p:cNvSpPr/>
              <p:nvPr/>
            </p:nvSpPr>
            <p:spPr>
              <a:xfrm>
                <a:off x="1711545" y="3153748"/>
                <a:ext cx="370884" cy="272713"/>
              </a:xfrm>
              <a:custGeom>
                <a:avLst/>
                <a:gdLst>
                  <a:gd name="connsiteX0" fmla="*/ 18936 w 370884"/>
                  <a:gd name="connsiteY0" fmla="*/ 258329 h 272713"/>
                  <a:gd name="connsiteX1" fmla="*/ 24555 w 370884"/>
                  <a:gd name="connsiteY1" fmla="*/ 262806 h 272713"/>
                  <a:gd name="connsiteX2" fmla="*/ 72085 w 370884"/>
                  <a:gd name="connsiteY2" fmla="*/ 270521 h 272713"/>
                  <a:gd name="connsiteX3" fmla="*/ 91421 w 370884"/>
                  <a:gd name="connsiteY3" fmla="*/ 260615 h 272713"/>
                  <a:gd name="connsiteX4" fmla="*/ 95612 w 370884"/>
                  <a:gd name="connsiteY4" fmla="*/ 256901 h 272713"/>
                  <a:gd name="connsiteX5" fmla="*/ 103041 w 370884"/>
                  <a:gd name="connsiteY5" fmla="*/ 248138 h 272713"/>
                  <a:gd name="connsiteX6" fmla="*/ 108566 w 370884"/>
                  <a:gd name="connsiteY6" fmla="*/ 238136 h 272713"/>
                  <a:gd name="connsiteX7" fmla="*/ 110757 w 370884"/>
                  <a:gd name="connsiteY7" fmla="*/ 231659 h 272713"/>
                  <a:gd name="connsiteX8" fmla="*/ 254298 w 370884"/>
                  <a:gd name="connsiteY8" fmla="*/ 244899 h 272713"/>
                  <a:gd name="connsiteX9" fmla="*/ 338214 w 370884"/>
                  <a:gd name="connsiteY9" fmla="*/ 236232 h 272713"/>
                  <a:gd name="connsiteX10" fmla="*/ 370408 w 370884"/>
                  <a:gd name="connsiteY10" fmla="*/ 171938 h 272713"/>
                  <a:gd name="connsiteX11" fmla="*/ 370884 w 370884"/>
                  <a:gd name="connsiteY11" fmla="*/ 159841 h 272713"/>
                  <a:gd name="connsiteX12" fmla="*/ 351930 w 370884"/>
                  <a:gd name="connsiteY12" fmla="*/ 108692 h 272713"/>
                  <a:gd name="connsiteX13" fmla="*/ 275825 w 370884"/>
                  <a:gd name="connsiteY13" fmla="*/ 81736 h 272713"/>
                  <a:gd name="connsiteX14" fmla="*/ 135236 w 370884"/>
                  <a:gd name="connsiteY14" fmla="*/ 61638 h 272713"/>
                  <a:gd name="connsiteX15" fmla="*/ 129330 w 370884"/>
                  <a:gd name="connsiteY15" fmla="*/ 30777 h 272713"/>
                  <a:gd name="connsiteX16" fmla="*/ 111042 w 370884"/>
                  <a:gd name="connsiteY16" fmla="*/ 9917 h 272713"/>
                  <a:gd name="connsiteX17" fmla="*/ 111042 w 370884"/>
                  <a:gd name="connsiteY17" fmla="*/ 9917 h 272713"/>
                  <a:gd name="connsiteX18" fmla="*/ 104946 w 370884"/>
                  <a:gd name="connsiteY18" fmla="*/ 6298 h 272713"/>
                  <a:gd name="connsiteX19" fmla="*/ 104375 w 370884"/>
                  <a:gd name="connsiteY19" fmla="*/ 6012 h 272713"/>
                  <a:gd name="connsiteX20" fmla="*/ 32556 w 370884"/>
                  <a:gd name="connsiteY20" fmla="*/ 24395 h 272713"/>
                  <a:gd name="connsiteX21" fmla="*/ 40938 w 370884"/>
                  <a:gd name="connsiteY21" fmla="*/ 97833 h 272713"/>
                  <a:gd name="connsiteX22" fmla="*/ 41510 w 370884"/>
                  <a:gd name="connsiteY22" fmla="*/ 98309 h 272713"/>
                  <a:gd name="connsiteX23" fmla="*/ 47130 w 370884"/>
                  <a:gd name="connsiteY23" fmla="*/ 102786 h 272713"/>
                  <a:gd name="connsiteX24" fmla="*/ 73133 w 370884"/>
                  <a:gd name="connsiteY24" fmla="*/ 112406 h 272713"/>
                  <a:gd name="connsiteX25" fmla="*/ 94659 w 370884"/>
                  <a:gd name="connsiteY25" fmla="*/ 110501 h 272713"/>
                  <a:gd name="connsiteX26" fmla="*/ 109518 w 370884"/>
                  <a:gd name="connsiteY26" fmla="*/ 103834 h 272713"/>
                  <a:gd name="connsiteX27" fmla="*/ 118186 w 370884"/>
                  <a:gd name="connsiteY27" fmla="*/ 96976 h 272713"/>
                  <a:gd name="connsiteX28" fmla="*/ 125616 w 370884"/>
                  <a:gd name="connsiteY28" fmla="*/ 88213 h 272713"/>
                  <a:gd name="connsiteX29" fmla="*/ 128092 w 370884"/>
                  <a:gd name="connsiteY29" fmla="*/ 84212 h 272713"/>
                  <a:gd name="connsiteX30" fmla="*/ 276016 w 370884"/>
                  <a:gd name="connsiteY30" fmla="*/ 105453 h 272713"/>
                  <a:gd name="connsiteX31" fmla="*/ 334404 w 370884"/>
                  <a:gd name="connsiteY31" fmla="*/ 124789 h 272713"/>
                  <a:gd name="connsiteX32" fmla="*/ 346691 w 370884"/>
                  <a:gd name="connsiteY32" fmla="*/ 169747 h 272713"/>
                  <a:gd name="connsiteX33" fmla="*/ 324402 w 370884"/>
                  <a:gd name="connsiteY33" fmla="*/ 216705 h 272713"/>
                  <a:gd name="connsiteX34" fmla="*/ 260109 w 370884"/>
                  <a:gd name="connsiteY34" fmla="*/ 221658 h 272713"/>
                  <a:gd name="connsiteX35" fmla="*/ 112185 w 370884"/>
                  <a:gd name="connsiteY35" fmla="*/ 207657 h 272713"/>
                  <a:gd name="connsiteX36" fmla="*/ 110661 w 370884"/>
                  <a:gd name="connsiteY36" fmla="*/ 200513 h 272713"/>
                  <a:gd name="connsiteX37" fmla="*/ 88373 w 370884"/>
                  <a:gd name="connsiteY37" fmla="*/ 169557 h 272713"/>
                  <a:gd name="connsiteX38" fmla="*/ 82277 w 370884"/>
                  <a:gd name="connsiteY38" fmla="*/ 165937 h 272713"/>
                  <a:gd name="connsiteX39" fmla="*/ 81705 w 370884"/>
                  <a:gd name="connsiteY39" fmla="*/ 165651 h 272713"/>
                  <a:gd name="connsiteX40" fmla="*/ 9887 w 370884"/>
                  <a:gd name="connsiteY40" fmla="*/ 184034 h 272713"/>
                  <a:gd name="connsiteX41" fmla="*/ 18269 w 370884"/>
                  <a:gd name="connsiteY41" fmla="*/ 257472 h 272713"/>
                  <a:gd name="connsiteX42" fmla="*/ 18936 w 370884"/>
                  <a:gd name="connsiteY42" fmla="*/ 258329 h 272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70884" h="272713">
                    <a:moveTo>
                      <a:pt x="18936" y="258329"/>
                    </a:moveTo>
                    <a:cubicBezTo>
                      <a:pt x="20745" y="259949"/>
                      <a:pt x="22555" y="261473"/>
                      <a:pt x="24555" y="262806"/>
                    </a:cubicBezTo>
                    <a:cubicBezTo>
                      <a:pt x="39033" y="272712"/>
                      <a:pt x="56464" y="274998"/>
                      <a:pt x="72085" y="270521"/>
                    </a:cubicBezTo>
                    <a:cubicBezTo>
                      <a:pt x="79038" y="268521"/>
                      <a:pt x="85611" y="265187"/>
                      <a:pt x="91421" y="260615"/>
                    </a:cubicBezTo>
                    <a:cubicBezTo>
                      <a:pt x="92850" y="259472"/>
                      <a:pt x="94278" y="258234"/>
                      <a:pt x="95612" y="256901"/>
                    </a:cubicBezTo>
                    <a:cubicBezTo>
                      <a:pt x="98279" y="254329"/>
                      <a:pt x="100755" y="251376"/>
                      <a:pt x="103041" y="248138"/>
                    </a:cubicBezTo>
                    <a:cubicBezTo>
                      <a:pt x="105327" y="244899"/>
                      <a:pt x="107042" y="241565"/>
                      <a:pt x="108566" y="238136"/>
                    </a:cubicBezTo>
                    <a:cubicBezTo>
                      <a:pt x="109423" y="236041"/>
                      <a:pt x="110185" y="233850"/>
                      <a:pt x="110757" y="231659"/>
                    </a:cubicBezTo>
                    <a:cubicBezTo>
                      <a:pt x="136093" y="230993"/>
                      <a:pt x="199530" y="231088"/>
                      <a:pt x="254298" y="244899"/>
                    </a:cubicBezTo>
                    <a:cubicBezTo>
                      <a:pt x="289446" y="253757"/>
                      <a:pt x="317735" y="250805"/>
                      <a:pt x="338214" y="236232"/>
                    </a:cubicBezTo>
                    <a:cubicBezTo>
                      <a:pt x="356787" y="222992"/>
                      <a:pt x="367932" y="200798"/>
                      <a:pt x="370408" y="171938"/>
                    </a:cubicBezTo>
                    <a:cubicBezTo>
                      <a:pt x="370789" y="167747"/>
                      <a:pt x="370884" y="163746"/>
                      <a:pt x="370884" y="159841"/>
                    </a:cubicBezTo>
                    <a:cubicBezTo>
                      <a:pt x="370504" y="139076"/>
                      <a:pt x="364217" y="121931"/>
                      <a:pt x="351930" y="108692"/>
                    </a:cubicBezTo>
                    <a:cubicBezTo>
                      <a:pt x="335451" y="90785"/>
                      <a:pt x="309067" y="81450"/>
                      <a:pt x="275825" y="81736"/>
                    </a:cubicBezTo>
                    <a:cubicBezTo>
                      <a:pt x="228295" y="82117"/>
                      <a:pt x="166954" y="73068"/>
                      <a:pt x="135236" y="61638"/>
                    </a:cubicBezTo>
                    <a:cubicBezTo>
                      <a:pt x="136188" y="50970"/>
                      <a:pt x="134188" y="40302"/>
                      <a:pt x="129330" y="30777"/>
                    </a:cubicBezTo>
                    <a:cubicBezTo>
                      <a:pt x="125235" y="22681"/>
                      <a:pt x="119043" y="15442"/>
                      <a:pt x="111042" y="9917"/>
                    </a:cubicBezTo>
                    <a:cubicBezTo>
                      <a:pt x="111042" y="9917"/>
                      <a:pt x="111042" y="9917"/>
                      <a:pt x="111042" y="9917"/>
                    </a:cubicBezTo>
                    <a:cubicBezTo>
                      <a:pt x="109042" y="8584"/>
                      <a:pt x="107042" y="7441"/>
                      <a:pt x="104946" y="6298"/>
                    </a:cubicBezTo>
                    <a:cubicBezTo>
                      <a:pt x="104756" y="6203"/>
                      <a:pt x="104565" y="6107"/>
                      <a:pt x="104375" y="6012"/>
                    </a:cubicBezTo>
                    <a:cubicBezTo>
                      <a:pt x="79515" y="-6466"/>
                      <a:pt x="48749" y="869"/>
                      <a:pt x="32556" y="24395"/>
                    </a:cubicBezTo>
                    <a:cubicBezTo>
                      <a:pt x="16459" y="47827"/>
                      <a:pt x="20555" y="79164"/>
                      <a:pt x="40938" y="97833"/>
                    </a:cubicBezTo>
                    <a:cubicBezTo>
                      <a:pt x="41129" y="98024"/>
                      <a:pt x="41319" y="98214"/>
                      <a:pt x="41510" y="98309"/>
                    </a:cubicBezTo>
                    <a:cubicBezTo>
                      <a:pt x="43320" y="99929"/>
                      <a:pt x="45129" y="101453"/>
                      <a:pt x="47130" y="102786"/>
                    </a:cubicBezTo>
                    <a:cubicBezTo>
                      <a:pt x="55131" y="108311"/>
                      <a:pt x="64084" y="111454"/>
                      <a:pt x="73133" y="112406"/>
                    </a:cubicBezTo>
                    <a:cubicBezTo>
                      <a:pt x="80372" y="113168"/>
                      <a:pt x="87706" y="112502"/>
                      <a:pt x="94659" y="110501"/>
                    </a:cubicBezTo>
                    <a:cubicBezTo>
                      <a:pt x="99898" y="108977"/>
                      <a:pt x="104851" y="106787"/>
                      <a:pt x="109518" y="103834"/>
                    </a:cubicBezTo>
                    <a:cubicBezTo>
                      <a:pt x="112566" y="101834"/>
                      <a:pt x="115519" y="99548"/>
                      <a:pt x="118186" y="96976"/>
                    </a:cubicBezTo>
                    <a:cubicBezTo>
                      <a:pt x="120853" y="94404"/>
                      <a:pt x="123330" y="91451"/>
                      <a:pt x="125616" y="88213"/>
                    </a:cubicBezTo>
                    <a:cubicBezTo>
                      <a:pt x="126473" y="86879"/>
                      <a:pt x="127330" y="85546"/>
                      <a:pt x="128092" y="84212"/>
                    </a:cubicBezTo>
                    <a:cubicBezTo>
                      <a:pt x="165716" y="97452"/>
                      <a:pt x="231057" y="105739"/>
                      <a:pt x="276016" y="105453"/>
                    </a:cubicBezTo>
                    <a:cubicBezTo>
                      <a:pt x="294399" y="105358"/>
                      <a:pt x="319450" y="108596"/>
                      <a:pt x="334404" y="124789"/>
                    </a:cubicBezTo>
                    <a:cubicBezTo>
                      <a:pt x="344214" y="135362"/>
                      <a:pt x="348310" y="150507"/>
                      <a:pt x="346691" y="169747"/>
                    </a:cubicBezTo>
                    <a:cubicBezTo>
                      <a:pt x="345358" y="184892"/>
                      <a:pt x="340500" y="205275"/>
                      <a:pt x="324402" y="216705"/>
                    </a:cubicBezTo>
                    <a:cubicBezTo>
                      <a:pt x="309829" y="227087"/>
                      <a:pt x="288208" y="228802"/>
                      <a:pt x="260109" y="221658"/>
                    </a:cubicBezTo>
                    <a:cubicBezTo>
                      <a:pt x="203435" y="207371"/>
                      <a:pt x="139998" y="206990"/>
                      <a:pt x="112185" y="207657"/>
                    </a:cubicBezTo>
                    <a:cubicBezTo>
                      <a:pt x="111804" y="205275"/>
                      <a:pt x="111328" y="202894"/>
                      <a:pt x="110661" y="200513"/>
                    </a:cubicBezTo>
                    <a:cubicBezTo>
                      <a:pt x="107137" y="188321"/>
                      <a:pt x="99612" y="177272"/>
                      <a:pt x="88373" y="169557"/>
                    </a:cubicBezTo>
                    <a:cubicBezTo>
                      <a:pt x="86373" y="168223"/>
                      <a:pt x="84373" y="166985"/>
                      <a:pt x="82277" y="165937"/>
                    </a:cubicBezTo>
                    <a:cubicBezTo>
                      <a:pt x="82086" y="165842"/>
                      <a:pt x="81896" y="165746"/>
                      <a:pt x="81705" y="165651"/>
                    </a:cubicBezTo>
                    <a:cubicBezTo>
                      <a:pt x="56845" y="153173"/>
                      <a:pt x="25984" y="160508"/>
                      <a:pt x="9887" y="184034"/>
                    </a:cubicBezTo>
                    <a:cubicBezTo>
                      <a:pt x="-6210" y="207466"/>
                      <a:pt x="-2115" y="238803"/>
                      <a:pt x="18269" y="257472"/>
                    </a:cubicBezTo>
                    <a:cubicBezTo>
                      <a:pt x="18555" y="257948"/>
                      <a:pt x="18745" y="258139"/>
                      <a:pt x="18936" y="25832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46" name="Forme libre : forme 11845">
                <a:extLst>
                  <a:ext uri="{FF2B5EF4-FFF2-40B4-BE49-F238E27FC236}">
                    <a16:creationId xmlns:a16="http://schemas.microsoft.com/office/drawing/2014/main" id="{B6B74309-6DA4-4990-A34E-1DD853A970E3}"/>
                  </a:ext>
                </a:extLst>
              </p:cNvPr>
              <p:cNvSpPr/>
              <p:nvPr/>
            </p:nvSpPr>
            <p:spPr>
              <a:xfrm>
                <a:off x="4260106" y="2870581"/>
                <a:ext cx="377026" cy="296853"/>
              </a:xfrm>
              <a:custGeom>
                <a:avLst/>
                <a:gdLst>
                  <a:gd name="connsiteX0" fmla="*/ 208241 w 377026"/>
                  <a:gd name="connsiteY0" fmla="*/ 69247 h 296853"/>
                  <a:gd name="connsiteX1" fmla="*/ 76129 w 377026"/>
                  <a:gd name="connsiteY1" fmla="*/ 126873 h 296853"/>
                  <a:gd name="connsiteX2" fmla="*/ 6787 w 377026"/>
                  <a:gd name="connsiteY2" fmla="*/ 174974 h 296853"/>
                  <a:gd name="connsiteX3" fmla="*/ 9549 w 377026"/>
                  <a:gd name="connsiteY3" fmla="*/ 246793 h 296853"/>
                  <a:gd name="connsiteX4" fmla="*/ 14979 w 377026"/>
                  <a:gd name="connsiteY4" fmla="*/ 257556 h 296853"/>
                  <a:gd name="connsiteX5" fmla="*/ 56222 w 377026"/>
                  <a:gd name="connsiteY5" fmla="*/ 293180 h 296853"/>
                  <a:gd name="connsiteX6" fmla="*/ 135946 w 377026"/>
                  <a:gd name="connsiteY6" fmla="*/ 280130 h 296853"/>
                  <a:gd name="connsiteX7" fmla="*/ 268820 w 377026"/>
                  <a:gd name="connsiteY7" fmla="*/ 230029 h 296853"/>
                  <a:gd name="connsiteX8" fmla="*/ 280536 w 377026"/>
                  <a:gd name="connsiteY8" fmla="*/ 247269 h 296853"/>
                  <a:gd name="connsiteX9" fmla="*/ 288917 w 377026"/>
                  <a:gd name="connsiteY9" fmla="*/ 254222 h 296853"/>
                  <a:gd name="connsiteX10" fmla="*/ 298538 w 377026"/>
                  <a:gd name="connsiteY10" fmla="*/ 259461 h 296853"/>
                  <a:gd name="connsiteX11" fmla="*/ 315016 w 377026"/>
                  <a:gd name="connsiteY11" fmla="*/ 263652 h 296853"/>
                  <a:gd name="connsiteX12" fmla="*/ 322064 w 377026"/>
                  <a:gd name="connsiteY12" fmla="*/ 263843 h 296853"/>
                  <a:gd name="connsiteX13" fmla="*/ 322636 w 377026"/>
                  <a:gd name="connsiteY13" fmla="*/ 263843 h 296853"/>
                  <a:gd name="connsiteX14" fmla="*/ 376738 w 377026"/>
                  <a:gd name="connsiteY14" fmla="*/ 213074 h 296853"/>
                  <a:gd name="connsiteX15" fmla="*/ 333971 w 377026"/>
                  <a:gd name="connsiteY15" fmla="*/ 152686 h 296853"/>
                  <a:gd name="connsiteX16" fmla="*/ 333209 w 377026"/>
                  <a:gd name="connsiteY16" fmla="*/ 152495 h 296853"/>
                  <a:gd name="connsiteX17" fmla="*/ 326065 w 377026"/>
                  <a:gd name="connsiteY17" fmla="*/ 151257 h 296853"/>
                  <a:gd name="connsiteX18" fmla="*/ 309111 w 377026"/>
                  <a:gd name="connsiteY18" fmla="*/ 152114 h 296853"/>
                  <a:gd name="connsiteX19" fmla="*/ 289108 w 377026"/>
                  <a:gd name="connsiteY19" fmla="*/ 160496 h 296853"/>
                  <a:gd name="connsiteX20" fmla="*/ 273773 w 377026"/>
                  <a:gd name="connsiteY20" fmla="*/ 175736 h 296853"/>
                  <a:gd name="connsiteX21" fmla="*/ 268534 w 377026"/>
                  <a:gd name="connsiteY21" fmla="*/ 185357 h 296853"/>
                  <a:gd name="connsiteX22" fmla="*/ 264343 w 377026"/>
                  <a:gd name="connsiteY22" fmla="*/ 201835 h 296853"/>
                  <a:gd name="connsiteX23" fmla="*/ 264153 w 377026"/>
                  <a:gd name="connsiteY23" fmla="*/ 206597 h 296853"/>
                  <a:gd name="connsiteX24" fmla="*/ 124325 w 377026"/>
                  <a:gd name="connsiteY24" fmla="*/ 259271 h 296853"/>
                  <a:gd name="connsiteX25" fmla="*/ 63842 w 377026"/>
                  <a:gd name="connsiteY25" fmla="*/ 270510 h 296853"/>
                  <a:gd name="connsiteX26" fmla="*/ 31457 w 377026"/>
                  <a:gd name="connsiteY26" fmla="*/ 236982 h 296853"/>
                  <a:gd name="connsiteX27" fmla="*/ 28409 w 377026"/>
                  <a:gd name="connsiteY27" fmla="*/ 185071 h 296853"/>
                  <a:gd name="connsiteX28" fmla="*/ 82320 w 377026"/>
                  <a:gd name="connsiteY28" fmla="*/ 149733 h 296853"/>
                  <a:gd name="connsiteX29" fmla="*/ 218623 w 377026"/>
                  <a:gd name="connsiteY29" fmla="*/ 90773 h 296853"/>
                  <a:gd name="connsiteX30" fmla="*/ 236339 w 377026"/>
                  <a:gd name="connsiteY30" fmla="*/ 106108 h 296853"/>
                  <a:gd name="connsiteX31" fmla="*/ 257771 w 377026"/>
                  <a:gd name="connsiteY31" fmla="*/ 112681 h 296853"/>
                  <a:gd name="connsiteX32" fmla="*/ 264819 w 377026"/>
                  <a:gd name="connsiteY32" fmla="*/ 112871 h 296853"/>
                  <a:gd name="connsiteX33" fmla="*/ 265391 w 377026"/>
                  <a:gd name="connsiteY33" fmla="*/ 112871 h 296853"/>
                  <a:gd name="connsiteX34" fmla="*/ 319493 w 377026"/>
                  <a:gd name="connsiteY34" fmla="*/ 62103 h 296853"/>
                  <a:gd name="connsiteX35" fmla="*/ 276725 w 377026"/>
                  <a:gd name="connsiteY35" fmla="*/ 1715 h 296853"/>
                  <a:gd name="connsiteX36" fmla="*/ 275963 w 377026"/>
                  <a:gd name="connsiteY36" fmla="*/ 1524 h 296853"/>
                  <a:gd name="connsiteX37" fmla="*/ 268820 w 377026"/>
                  <a:gd name="connsiteY37" fmla="*/ 286 h 296853"/>
                  <a:gd name="connsiteX38" fmla="*/ 263009 w 377026"/>
                  <a:gd name="connsiteY38" fmla="*/ 0 h 296853"/>
                  <a:gd name="connsiteX39" fmla="*/ 231767 w 377026"/>
                  <a:gd name="connsiteY39" fmla="*/ 9525 h 296853"/>
                  <a:gd name="connsiteX40" fmla="*/ 227386 w 377026"/>
                  <a:gd name="connsiteY40" fmla="*/ 12764 h 296853"/>
                  <a:gd name="connsiteX41" fmla="*/ 211193 w 377026"/>
                  <a:gd name="connsiteY41" fmla="*/ 34385 h 296853"/>
                  <a:gd name="connsiteX42" fmla="*/ 207003 w 377026"/>
                  <a:gd name="connsiteY42" fmla="*/ 50864 h 296853"/>
                  <a:gd name="connsiteX43" fmla="*/ 206717 w 377026"/>
                  <a:gd name="connsiteY43" fmla="*/ 56674 h 296853"/>
                  <a:gd name="connsiteX44" fmla="*/ 208241 w 377026"/>
                  <a:gd name="connsiteY44" fmla="*/ 69247 h 29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77026" h="296853">
                    <a:moveTo>
                      <a:pt x="208241" y="69247"/>
                    </a:moveTo>
                    <a:cubicBezTo>
                      <a:pt x="186333" y="82010"/>
                      <a:pt x="130803" y="112490"/>
                      <a:pt x="76129" y="126873"/>
                    </a:cubicBezTo>
                    <a:cubicBezTo>
                      <a:pt x="41077" y="136017"/>
                      <a:pt x="17741" y="152210"/>
                      <a:pt x="6787" y="174974"/>
                    </a:cubicBezTo>
                    <a:cubicBezTo>
                      <a:pt x="-3119" y="195548"/>
                      <a:pt x="-2167" y="220313"/>
                      <a:pt x="9549" y="246793"/>
                    </a:cubicBezTo>
                    <a:cubicBezTo>
                      <a:pt x="11264" y="250603"/>
                      <a:pt x="13073" y="254222"/>
                      <a:pt x="14979" y="257556"/>
                    </a:cubicBezTo>
                    <a:cubicBezTo>
                      <a:pt x="25265" y="275558"/>
                      <a:pt x="39077" y="287560"/>
                      <a:pt x="56222" y="293180"/>
                    </a:cubicBezTo>
                    <a:cubicBezTo>
                      <a:pt x="79272" y="300895"/>
                      <a:pt x="106895" y="296418"/>
                      <a:pt x="135946" y="280130"/>
                    </a:cubicBezTo>
                    <a:cubicBezTo>
                      <a:pt x="177380" y="256985"/>
                      <a:pt x="235482" y="235268"/>
                      <a:pt x="268820" y="230029"/>
                    </a:cubicBezTo>
                    <a:cubicBezTo>
                      <a:pt x="271677" y="236506"/>
                      <a:pt x="275582" y="242316"/>
                      <a:pt x="280536" y="247269"/>
                    </a:cubicBezTo>
                    <a:cubicBezTo>
                      <a:pt x="283107" y="249841"/>
                      <a:pt x="285870" y="252127"/>
                      <a:pt x="288917" y="254222"/>
                    </a:cubicBezTo>
                    <a:cubicBezTo>
                      <a:pt x="291965" y="256318"/>
                      <a:pt x="295109" y="258032"/>
                      <a:pt x="298538" y="259461"/>
                    </a:cubicBezTo>
                    <a:cubicBezTo>
                      <a:pt x="303681" y="261652"/>
                      <a:pt x="309206" y="263081"/>
                      <a:pt x="315016" y="263652"/>
                    </a:cubicBezTo>
                    <a:cubicBezTo>
                      <a:pt x="317397" y="263843"/>
                      <a:pt x="319779" y="263938"/>
                      <a:pt x="322064" y="263843"/>
                    </a:cubicBezTo>
                    <a:cubicBezTo>
                      <a:pt x="322255" y="263843"/>
                      <a:pt x="322446" y="263843"/>
                      <a:pt x="322636" y="263843"/>
                    </a:cubicBezTo>
                    <a:cubicBezTo>
                      <a:pt x="350449" y="262890"/>
                      <a:pt x="373880" y="241554"/>
                      <a:pt x="376738" y="213074"/>
                    </a:cubicBezTo>
                    <a:cubicBezTo>
                      <a:pt x="379596" y="184785"/>
                      <a:pt x="360926" y="159258"/>
                      <a:pt x="333971" y="152686"/>
                    </a:cubicBezTo>
                    <a:cubicBezTo>
                      <a:pt x="333685" y="152591"/>
                      <a:pt x="333495" y="152591"/>
                      <a:pt x="333209" y="152495"/>
                    </a:cubicBezTo>
                    <a:cubicBezTo>
                      <a:pt x="330923" y="151924"/>
                      <a:pt x="328541" y="151543"/>
                      <a:pt x="326065" y="151257"/>
                    </a:cubicBezTo>
                    <a:cubicBezTo>
                      <a:pt x="320255" y="150686"/>
                      <a:pt x="314540" y="150971"/>
                      <a:pt x="309111" y="152114"/>
                    </a:cubicBezTo>
                    <a:cubicBezTo>
                      <a:pt x="301872" y="153638"/>
                      <a:pt x="295109" y="156496"/>
                      <a:pt x="289108" y="160496"/>
                    </a:cubicBezTo>
                    <a:cubicBezTo>
                      <a:pt x="283107" y="164497"/>
                      <a:pt x="277868" y="169640"/>
                      <a:pt x="273773" y="175736"/>
                    </a:cubicBezTo>
                    <a:cubicBezTo>
                      <a:pt x="271772" y="178784"/>
                      <a:pt x="269963" y="181928"/>
                      <a:pt x="268534" y="185357"/>
                    </a:cubicBezTo>
                    <a:cubicBezTo>
                      <a:pt x="266343" y="190500"/>
                      <a:pt x="264914" y="196025"/>
                      <a:pt x="264343" y="201835"/>
                    </a:cubicBezTo>
                    <a:cubicBezTo>
                      <a:pt x="264153" y="203454"/>
                      <a:pt x="264153" y="204978"/>
                      <a:pt x="264153" y="206597"/>
                    </a:cubicBezTo>
                    <a:cubicBezTo>
                      <a:pt x="224814" y="213074"/>
                      <a:pt x="163568" y="237363"/>
                      <a:pt x="124325" y="259271"/>
                    </a:cubicBezTo>
                    <a:cubicBezTo>
                      <a:pt x="108228" y="268224"/>
                      <a:pt x="84701" y="277463"/>
                      <a:pt x="63842" y="270510"/>
                    </a:cubicBezTo>
                    <a:cubicBezTo>
                      <a:pt x="50126" y="265938"/>
                      <a:pt x="39267" y="254603"/>
                      <a:pt x="31457" y="236982"/>
                    </a:cubicBezTo>
                    <a:cubicBezTo>
                      <a:pt x="25361" y="223076"/>
                      <a:pt x="19836" y="202883"/>
                      <a:pt x="28409" y="185071"/>
                    </a:cubicBezTo>
                    <a:cubicBezTo>
                      <a:pt x="36219" y="168974"/>
                      <a:pt x="54317" y="157067"/>
                      <a:pt x="82320" y="149733"/>
                    </a:cubicBezTo>
                    <a:cubicBezTo>
                      <a:pt x="138899" y="134874"/>
                      <a:pt x="194620" y="104680"/>
                      <a:pt x="218623" y="90773"/>
                    </a:cubicBezTo>
                    <a:cubicBezTo>
                      <a:pt x="223386" y="96965"/>
                      <a:pt x="229386" y="102299"/>
                      <a:pt x="236339" y="106108"/>
                    </a:cubicBezTo>
                    <a:cubicBezTo>
                      <a:pt x="242816" y="109633"/>
                      <a:pt x="250055" y="111919"/>
                      <a:pt x="257771" y="112681"/>
                    </a:cubicBezTo>
                    <a:cubicBezTo>
                      <a:pt x="260152" y="112871"/>
                      <a:pt x="262533" y="112967"/>
                      <a:pt x="264819" y="112871"/>
                    </a:cubicBezTo>
                    <a:cubicBezTo>
                      <a:pt x="265010" y="112871"/>
                      <a:pt x="265200" y="112871"/>
                      <a:pt x="265391" y="112871"/>
                    </a:cubicBezTo>
                    <a:cubicBezTo>
                      <a:pt x="293204" y="111919"/>
                      <a:pt x="316635" y="90583"/>
                      <a:pt x="319493" y="62103"/>
                    </a:cubicBezTo>
                    <a:cubicBezTo>
                      <a:pt x="322350" y="33814"/>
                      <a:pt x="303681" y="8287"/>
                      <a:pt x="276725" y="1715"/>
                    </a:cubicBezTo>
                    <a:cubicBezTo>
                      <a:pt x="276440" y="1619"/>
                      <a:pt x="276249" y="1619"/>
                      <a:pt x="275963" y="1524"/>
                    </a:cubicBezTo>
                    <a:cubicBezTo>
                      <a:pt x="273678" y="953"/>
                      <a:pt x="271296" y="572"/>
                      <a:pt x="268820" y="286"/>
                    </a:cubicBezTo>
                    <a:cubicBezTo>
                      <a:pt x="266915" y="95"/>
                      <a:pt x="264914" y="0"/>
                      <a:pt x="263009" y="0"/>
                    </a:cubicBezTo>
                    <a:cubicBezTo>
                      <a:pt x="251580" y="0"/>
                      <a:pt x="240816" y="3524"/>
                      <a:pt x="231767" y="9525"/>
                    </a:cubicBezTo>
                    <a:cubicBezTo>
                      <a:pt x="230243" y="10573"/>
                      <a:pt x="228815" y="11621"/>
                      <a:pt x="227386" y="12764"/>
                    </a:cubicBezTo>
                    <a:cubicBezTo>
                      <a:pt x="220433" y="18479"/>
                      <a:pt x="214813" y="25908"/>
                      <a:pt x="211193" y="34385"/>
                    </a:cubicBezTo>
                    <a:cubicBezTo>
                      <a:pt x="209003" y="39529"/>
                      <a:pt x="207574" y="45053"/>
                      <a:pt x="207003" y="50864"/>
                    </a:cubicBezTo>
                    <a:cubicBezTo>
                      <a:pt x="206812" y="52769"/>
                      <a:pt x="206717" y="54769"/>
                      <a:pt x="206717" y="56674"/>
                    </a:cubicBezTo>
                    <a:cubicBezTo>
                      <a:pt x="206812" y="61055"/>
                      <a:pt x="207383" y="65246"/>
                      <a:pt x="208241" y="69247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47" name="Forme libre : forme 11846">
                <a:extLst>
                  <a:ext uri="{FF2B5EF4-FFF2-40B4-BE49-F238E27FC236}">
                    <a16:creationId xmlns:a16="http://schemas.microsoft.com/office/drawing/2014/main" id="{B59DD97D-F8BA-4C54-9C2A-035794E42ADC}"/>
                  </a:ext>
                </a:extLst>
              </p:cNvPr>
              <p:cNvSpPr/>
              <p:nvPr/>
            </p:nvSpPr>
            <p:spPr>
              <a:xfrm>
                <a:off x="1768673" y="3834933"/>
                <a:ext cx="377026" cy="296853"/>
              </a:xfrm>
              <a:custGeom>
                <a:avLst/>
                <a:gdLst>
                  <a:gd name="connsiteX0" fmla="*/ 168786 w 377026"/>
                  <a:gd name="connsiteY0" fmla="*/ 227607 h 296853"/>
                  <a:gd name="connsiteX1" fmla="*/ 300898 w 377026"/>
                  <a:gd name="connsiteY1" fmla="*/ 169980 h 296853"/>
                  <a:gd name="connsiteX2" fmla="*/ 370240 w 377026"/>
                  <a:gd name="connsiteY2" fmla="*/ 121879 h 296853"/>
                  <a:gd name="connsiteX3" fmla="*/ 367477 w 377026"/>
                  <a:gd name="connsiteY3" fmla="*/ 50061 h 296853"/>
                  <a:gd name="connsiteX4" fmla="*/ 362048 w 377026"/>
                  <a:gd name="connsiteY4" fmla="*/ 39297 h 296853"/>
                  <a:gd name="connsiteX5" fmla="*/ 320805 w 377026"/>
                  <a:gd name="connsiteY5" fmla="*/ 3674 h 296853"/>
                  <a:gd name="connsiteX6" fmla="*/ 241080 w 377026"/>
                  <a:gd name="connsiteY6" fmla="*/ 16723 h 296853"/>
                  <a:gd name="connsiteX7" fmla="*/ 108207 w 377026"/>
                  <a:gd name="connsiteY7" fmla="*/ 66825 h 296853"/>
                  <a:gd name="connsiteX8" fmla="*/ 96491 w 377026"/>
                  <a:gd name="connsiteY8" fmla="*/ 49584 h 296853"/>
                  <a:gd name="connsiteX9" fmla="*/ 88109 w 377026"/>
                  <a:gd name="connsiteY9" fmla="*/ 42631 h 296853"/>
                  <a:gd name="connsiteX10" fmla="*/ 62010 w 377026"/>
                  <a:gd name="connsiteY10" fmla="*/ 33201 h 296853"/>
                  <a:gd name="connsiteX11" fmla="*/ 54962 w 377026"/>
                  <a:gd name="connsiteY11" fmla="*/ 33011 h 296853"/>
                  <a:gd name="connsiteX12" fmla="*/ 54391 w 377026"/>
                  <a:gd name="connsiteY12" fmla="*/ 33011 h 296853"/>
                  <a:gd name="connsiteX13" fmla="*/ 289 w 377026"/>
                  <a:gd name="connsiteY13" fmla="*/ 83779 h 296853"/>
                  <a:gd name="connsiteX14" fmla="*/ 42960 w 377026"/>
                  <a:gd name="connsiteY14" fmla="*/ 144168 h 296853"/>
                  <a:gd name="connsiteX15" fmla="*/ 43722 w 377026"/>
                  <a:gd name="connsiteY15" fmla="*/ 144358 h 296853"/>
                  <a:gd name="connsiteX16" fmla="*/ 50771 w 377026"/>
                  <a:gd name="connsiteY16" fmla="*/ 145597 h 296853"/>
                  <a:gd name="connsiteX17" fmla="*/ 50771 w 377026"/>
                  <a:gd name="connsiteY17" fmla="*/ 145597 h 296853"/>
                  <a:gd name="connsiteX18" fmla="*/ 62201 w 377026"/>
                  <a:gd name="connsiteY18" fmla="*/ 145597 h 296853"/>
                  <a:gd name="connsiteX19" fmla="*/ 112493 w 377026"/>
                  <a:gd name="connsiteY19" fmla="*/ 95019 h 296853"/>
                  <a:gd name="connsiteX20" fmla="*/ 112683 w 377026"/>
                  <a:gd name="connsiteY20" fmla="*/ 90256 h 296853"/>
                  <a:gd name="connsiteX21" fmla="*/ 252511 w 377026"/>
                  <a:gd name="connsiteY21" fmla="*/ 37583 h 296853"/>
                  <a:gd name="connsiteX22" fmla="*/ 312994 w 377026"/>
                  <a:gd name="connsiteY22" fmla="*/ 26343 h 296853"/>
                  <a:gd name="connsiteX23" fmla="*/ 345379 w 377026"/>
                  <a:gd name="connsiteY23" fmla="*/ 59872 h 296853"/>
                  <a:gd name="connsiteX24" fmla="*/ 348427 w 377026"/>
                  <a:gd name="connsiteY24" fmla="*/ 111783 h 296853"/>
                  <a:gd name="connsiteX25" fmla="*/ 294516 w 377026"/>
                  <a:gd name="connsiteY25" fmla="*/ 147121 h 296853"/>
                  <a:gd name="connsiteX26" fmla="*/ 158213 w 377026"/>
                  <a:gd name="connsiteY26" fmla="*/ 206080 h 296853"/>
                  <a:gd name="connsiteX27" fmla="*/ 153831 w 377026"/>
                  <a:gd name="connsiteY27" fmla="*/ 200937 h 296853"/>
                  <a:gd name="connsiteX28" fmla="*/ 153451 w 377026"/>
                  <a:gd name="connsiteY28" fmla="*/ 200556 h 296853"/>
                  <a:gd name="connsiteX29" fmla="*/ 140401 w 377026"/>
                  <a:gd name="connsiteY29" fmla="*/ 190745 h 296853"/>
                  <a:gd name="connsiteX30" fmla="*/ 124685 w 377026"/>
                  <a:gd name="connsiteY30" fmla="*/ 185030 h 296853"/>
                  <a:gd name="connsiteX31" fmla="*/ 118970 w 377026"/>
                  <a:gd name="connsiteY31" fmla="*/ 184173 h 296853"/>
                  <a:gd name="connsiteX32" fmla="*/ 111922 w 377026"/>
                  <a:gd name="connsiteY32" fmla="*/ 183982 h 296853"/>
                  <a:gd name="connsiteX33" fmla="*/ 111350 w 377026"/>
                  <a:gd name="connsiteY33" fmla="*/ 183982 h 296853"/>
                  <a:gd name="connsiteX34" fmla="*/ 57248 w 377026"/>
                  <a:gd name="connsiteY34" fmla="*/ 234750 h 296853"/>
                  <a:gd name="connsiteX35" fmla="*/ 100015 w 377026"/>
                  <a:gd name="connsiteY35" fmla="*/ 295139 h 296853"/>
                  <a:gd name="connsiteX36" fmla="*/ 100777 w 377026"/>
                  <a:gd name="connsiteY36" fmla="*/ 295330 h 296853"/>
                  <a:gd name="connsiteX37" fmla="*/ 107921 w 377026"/>
                  <a:gd name="connsiteY37" fmla="*/ 296568 h 296853"/>
                  <a:gd name="connsiteX38" fmla="*/ 124876 w 377026"/>
                  <a:gd name="connsiteY38" fmla="*/ 295710 h 296853"/>
                  <a:gd name="connsiteX39" fmla="*/ 153260 w 377026"/>
                  <a:gd name="connsiteY39" fmla="*/ 280471 h 296853"/>
                  <a:gd name="connsiteX40" fmla="*/ 160213 w 377026"/>
                  <a:gd name="connsiteY40" fmla="*/ 272089 h 296853"/>
                  <a:gd name="connsiteX41" fmla="*/ 165452 w 377026"/>
                  <a:gd name="connsiteY41" fmla="*/ 262468 h 296853"/>
                  <a:gd name="connsiteX42" fmla="*/ 169643 w 377026"/>
                  <a:gd name="connsiteY42" fmla="*/ 245990 h 296853"/>
                  <a:gd name="connsiteX43" fmla="*/ 169929 w 377026"/>
                  <a:gd name="connsiteY43" fmla="*/ 240180 h 296853"/>
                  <a:gd name="connsiteX44" fmla="*/ 168786 w 377026"/>
                  <a:gd name="connsiteY44" fmla="*/ 227607 h 29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77026" h="296853">
                    <a:moveTo>
                      <a:pt x="168786" y="227607"/>
                    </a:moveTo>
                    <a:cubicBezTo>
                      <a:pt x="190693" y="214843"/>
                      <a:pt x="246224" y="184363"/>
                      <a:pt x="300898" y="169980"/>
                    </a:cubicBezTo>
                    <a:cubicBezTo>
                      <a:pt x="335950" y="160837"/>
                      <a:pt x="359286" y="144644"/>
                      <a:pt x="370240" y="121879"/>
                    </a:cubicBezTo>
                    <a:cubicBezTo>
                      <a:pt x="380146" y="101305"/>
                      <a:pt x="379193" y="76540"/>
                      <a:pt x="367477" y="50061"/>
                    </a:cubicBezTo>
                    <a:cubicBezTo>
                      <a:pt x="365763" y="46251"/>
                      <a:pt x="363953" y="42631"/>
                      <a:pt x="362048" y="39297"/>
                    </a:cubicBezTo>
                    <a:cubicBezTo>
                      <a:pt x="351761" y="21295"/>
                      <a:pt x="337950" y="9294"/>
                      <a:pt x="320805" y="3674"/>
                    </a:cubicBezTo>
                    <a:cubicBezTo>
                      <a:pt x="297754" y="-4041"/>
                      <a:pt x="270132" y="435"/>
                      <a:pt x="241080" y="16723"/>
                    </a:cubicBezTo>
                    <a:cubicBezTo>
                      <a:pt x="199647" y="39869"/>
                      <a:pt x="141544" y="61491"/>
                      <a:pt x="108207" y="66825"/>
                    </a:cubicBezTo>
                    <a:cubicBezTo>
                      <a:pt x="105349" y="60348"/>
                      <a:pt x="101444" y="54538"/>
                      <a:pt x="96491" y="49584"/>
                    </a:cubicBezTo>
                    <a:cubicBezTo>
                      <a:pt x="93919" y="47013"/>
                      <a:pt x="91157" y="44727"/>
                      <a:pt x="88109" y="42631"/>
                    </a:cubicBezTo>
                    <a:cubicBezTo>
                      <a:pt x="80584" y="37488"/>
                      <a:pt x="71726" y="34154"/>
                      <a:pt x="62010" y="33201"/>
                    </a:cubicBezTo>
                    <a:cubicBezTo>
                      <a:pt x="59629" y="33011"/>
                      <a:pt x="57248" y="32916"/>
                      <a:pt x="54962" y="33011"/>
                    </a:cubicBezTo>
                    <a:cubicBezTo>
                      <a:pt x="54772" y="33011"/>
                      <a:pt x="54581" y="33011"/>
                      <a:pt x="54391" y="33011"/>
                    </a:cubicBezTo>
                    <a:cubicBezTo>
                      <a:pt x="26578" y="33963"/>
                      <a:pt x="3146" y="55299"/>
                      <a:pt x="289" y="83779"/>
                    </a:cubicBezTo>
                    <a:cubicBezTo>
                      <a:pt x="-2569" y="112068"/>
                      <a:pt x="16100" y="137596"/>
                      <a:pt x="42960" y="144168"/>
                    </a:cubicBezTo>
                    <a:cubicBezTo>
                      <a:pt x="43246" y="144263"/>
                      <a:pt x="43437" y="144263"/>
                      <a:pt x="43722" y="144358"/>
                    </a:cubicBezTo>
                    <a:cubicBezTo>
                      <a:pt x="46008" y="144930"/>
                      <a:pt x="48390" y="145311"/>
                      <a:pt x="50771" y="145597"/>
                    </a:cubicBezTo>
                    <a:cubicBezTo>
                      <a:pt x="50771" y="145597"/>
                      <a:pt x="50771" y="145597"/>
                      <a:pt x="50771" y="145597"/>
                    </a:cubicBezTo>
                    <a:cubicBezTo>
                      <a:pt x="54676" y="145977"/>
                      <a:pt x="58486" y="145977"/>
                      <a:pt x="62201" y="145597"/>
                    </a:cubicBezTo>
                    <a:cubicBezTo>
                      <a:pt x="88299" y="142930"/>
                      <a:pt x="109826" y="122165"/>
                      <a:pt x="112493" y="95019"/>
                    </a:cubicBezTo>
                    <a:cubicBezTo>
                      <a:pt x="112683" y="93399"/>
                      <a:pt x="112683" y="91875"/>
                      <a:pt x="112683" y="90256"/>
                    </a:cubicBezTo>
                    <a:cubicBezTo>
                      <a:pt x="152022" y="83779"/>
                      <a:pt x="213268" y="59490"/>
                      <a:pt x="252511" y="37583"/>
                    </a:cubicBezTo>
                    <a:cubicBezTo>
                      <a:pt x="268608" y="28630"/>
                      <a:pt x="292134" y="19390"/>
                      <a:pt x="312994" y="26343"/>
                    </a:cubicBezTo>
                    <a:cubicBezTo>
                      <a:pt x="326710" y="30915"/>
                      <a:pt x="337569" y="42250"/>
                      <a:pt x="345379" y="59872"/>
                    </a:cubicBezTo>
                    <a:cubicBezTo>
                      <a:pt x="351475" y="73778"/>
                      <a:pt x="357000" y="93971"/>
                      <a:pt x="348427" y="111783"/>
                    </a:cubicBezTo>
                    <a:cubicBezTo>
                      <a:pt x="340617" y="127880"/>
                      <a:pt x="322519" y="139786"/>
                      <a:pt x="294516" y="147121"/>
                    </a:cubicBezTo>
                    <a:cubicBezTo>
                      <a:pt x="237937" y="161980"/>
                      <a:pt x="182216" y="192174"/>
                      <a:pt x="158213" y="206080"/>
                    </a:cubicBezTo>
                    <a:cubicBezTo>
                      <a:pt x="156879" y="204271"/>
                      <a:pt x="155356" y="202556"/>
                      <a:pt x="153831" y="200937"/>
                    </a:cubicBezTo>
                    <a:cubicBezTo>
                      <a:pt x="153736" y="200841"/>
                      <a:pt x="153641" y="200651"/>
                      <a:pt x="153451" y="200556"/>
                    </a:cubicBezTo>
                    <a:cubicBezTo>
                      <a:pt x="149641" y="196746"/>
                      <a:pt x="145259" y="193412"/>
                      <a:pt x="140401" y="190745"/>
                    </a:cubicBezTo>
                    <a:cubicBezTo>
                      <a:pt x="135543" y="188078"/>
                      <a:pt x="130305" y="186173"/>
                      <a:pt x="124685" y="185030"/>
                    </a:cubicBezTo>
                    <a:cubicBezTo>
                      <a:pt x="122780" y="184649"/>
                      <a:pt x="120875" y="184363"/>
                      <a:pt x="118970" y="184173"/>
                    </a:cubicBezTo>
                    <a:cubicBezTo>
                      <a:pt x="116589" y="183982"/>
                      <a:pt x="114208" y="183887"/>
                      <a:pt x="111922" y="183982"/>
                    </a:cubicBezTo>
                    <a:cubicBezTo>
                      <a:pt x="111731" y="183982"/>
                      <a:pt x="111541" y="183982"/>
                      <a:pt x="111350" y="183982"/>
                    </a:cubicBezTo>
                    <a:cubicBezTo>
                      <a:pt x="83537" y="184935"/>
                      <a:pt x="60106" y="206271"/>
                      <a:pt x="57248" y="234750"/>
                    </a:cubicBezTo>
                    <a:cubicBezTo>
                      <a:pt x="54391" y="263040"/>
                      <a:pt x="73060" y="288567"/>
                      <a:pt x="100015" y="295139"/>
                    </a:cubicBezTo>
                    <a:cubicBezTo>
                      <a:pt x="100301" y="295234"/>
                      <a:pt x="100491" y="295234"/>
                      <a:pt x="100777" y="295330"/>
                    </a:cubicBezTo>
                    <a:cubicBezTo>
                      <a:pt x="103063" y="295901"/>
                      <a:pt x="105445" y="296282"/>
                      <a:pt x="107921" y="296568"/>
                    </a:cubicBezTo>
                    <a:cubicBezTo>
                      <a:pt x="113731" y="297139"/>
                      <a:pt x="119446" y="296854"/>
                      <a:pt x="124876" y="295710"/>
                    </a:cubicBezTo>
                    <a:cubicBezTo>
                      <a:pt x="135734" y="293520"/>
                      <a:pt x="145640" y="288090"/>
                      <a:pt x="153260" y="280471"/>
                    </a:cubicBezTo>
                    <a:cubicBezTo>
                      <a:pt x="155832" y="277899"/>
                      <a:pt x="158118" y="275137"/>
                      <a:pt x="160213" y="272089"/>
                    </a:cubicBezTo>
                    <a:cubicBezTo>
                      <a:pt x="162309" y="269040"/>
                      <a:pt x="164023" y="265897"/>
                      <a:pt x="165452" y="262468"/>
                    </a:cubicBezTo>
                    <a:cubicBezTo>
                      <a:pt x="167643" y="257325"/>
                      <a:pt x="169072" y="251800"/>
                      <a:pt x="169643" y="245990"/>
                    </a:cubicBezTo>
                    <a:cubicBezTo>
                      <a:pt x="169833" y="244085"/>
                      <a:pt x="169929" y="242085"/>
                      <a:pt x="169929" y="240180"/>
                    </a:cubicBezTo>
                    <a:cubicBezTo>
                      <a:pt x="170310" y="235798"/>
                      <a:pt x="169738" y="231702"/>
                      <a:pt x="168786" y="227607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48" name="Forme libre : forme 11847">
                <a:extLst>
                  <a:ext uri="{FF2B5EF4-FFF2-40B4-BE49-F238E27FC236}">
                    <a16:creationId xmlns:a16="http://schemas.microsoft.com/office/drawing/2014/main" id="{7AC9755E-A489-4C7A-83B8-5FF2E02D5B67}"/>
                  </a:ext>
                </a:extLst>
              </p:cNvPr>
              <p:cNvSpPr/>
              <p:nvPr/>
            </p:nvSpPr>
            <p:spPr>
              <a:xfrm>
                <a:off x="4059420" y="2477274"/>
                <a:ext cx="364496" cy="346920"/>
              </a:xfrm>
              <a:custGeom>
                <a:avLst/>
                <a:gdLst>
                  <a:gd name="connsiteX0" fmla="*/ 192423 w 364496"/>
                  <a:gd name="connsiteY0" fmla="*/ 1353 h 346920"/>
                  <a:gd name="connsiteX1" fmla="*/ 150227 w 364496"/>
                  <a:gd name="connsiteY1" fmla="*/ 69076 h 346920"/>
                  <a:gd name="connsiteX2" fmla="*/ 153942 w 364496"/>
                  <a:gd name="connsiteY2" fmla="*/ 79934 h 346920"/>
                  <a:gd name="connsiteX3" fmla="*/ 157275 w 364496"/>
                  <a:gd name="connsiteY3" fmla="*/ 85935 h 346920"/>
                  <a:gd name="connsiteX4" fmla="*/ 50691 w 364496"/>
                  <a:gd name="connsiteY4" fmla="*/ 182995 h 346920"/>
                  <a:gd name="connsiteX5" fmla="*/ 494 w 364496"/>
                  <a:gd name="connsiteY5" fmla="*/ 250813 h 346920"/>
                  <a:gd name="connsiteX6" fmla="*/ 26211 w 364496"/>
                  <a:gd name="connsiteY6" fmla="*/ 317964 h 346920"/>
                  <a:gd name="connsiteX7" fmla="*/ 34879 w 364496"/>
                  <a:gd name="connsiteY7" fmla="*/ 326441 h 346920"/>
                  <a:gd name="connsiteX8" fmla="*/ 85361 w 364496"/>
                  <a:gd name="connsiteY8" fmla="*/ 346920 h 346920"/>
                  <a:gd name="connsiteX9" fmla="*/ 156609 w 364496"/>
                  <a:gd name="connsiteY9" fmla="*/ 309010 h 346920"/>
                  <a:gd name="connsiteX10" fmla="*/ 266336 w 364496"/>
                  <a:gd name="connsiteY10" fmla="*/ 218809 h 346920"/>
                  <a:gd name="connsiteX11" fmla="*/ 278243 w 364496"/>
                  <a:gd name="connsiteY11" fmla="*/ 228715 h 346920"/>
                  <a:gd name="connsiteX12" fmla="*/ 283005 w 364496"/>
                  <a:gd name="connsiteY12" fmla="*/ 231382 h 346920"/>
                  <a:gd name="connsiteX13" fmla="*/ 293102 w 364496"/>
                  <a:gd name="connsiteY13" fmla="*/ 235287 h 346920"/>
                  <a:gd name="connsiteX14" fmla="*/ 320819 w 364496"/>
                  <a:gd name="connsiteY14" fmla="*/ 235858 h 346920"/>
                  <a:gd name="connsiteX15" fmla="*/ 327582 w 364496"/>
                  <a:gd name="connsiteY15" fmla="*/ 233763 h 346920"/>
                  <a:gd name="connsiteX16" fmla="*/ 328154 w 364496"/>
                  <a:gd name="connsiteY16" fmla="*/ 233572 h 346920"/>
                  <a:gd name="connsiteX17" fmla="*/ 363015 w 364496"/>
                  <a:gd name="connsiteY17" fmla="*/ 168136 h 346920"/>
                  <a:gd name="connsiteX18" fmla="*/ 303198 w 364496"/>
                  <a:gd name="connsiteY18" fmla="*/ 124702 h 346920"/>
                  <a:gd name="connsiteX19" fmla="*/ 302436 w 364496"/>
                  <a:gd name="connsiteY19" fmla="*/ 124797 h 346920"/>
                  <a:gd name="connsiteX20" fmla="*/ 295293 w 364496"/>
                  <a:gd name="connsiteY20" fmla="*/ 125940 h 346920"/>
                  <a:gd name="connsiteX21" fmla="*/ 284434 w 364496"/>
                  <a:gd name="connsiteY21" fmla="*/ 129655 h 346920"/>
                  <a:gd name="connsiteX22" fmla="*/ 279481 w 364496"/>
                  <a:gd name="connsiteY22" fmla="*/ 132226 h 346920"/>
                  <a:gd name="connsiteX23" fmla="*/ 263193 w 364496"/>
                  <a:gd name="connsiteY23" fmla="*/ 146609 h 346920"/>
                  <a:gd name="connsiteX24" fmla="*/ 257478 w 364496"/>
                  <a:gd name="connsiteY24" fmla="*/ 155753 h 346920"/>
                  <a:gd name="connsiteX25" fmla="*/ 252430 w 364496"/>
                  <a:gd name="connsiteY25" fmla="*/ 171279 h 346920"/>
                  <a:gd name="connsiteX26" fmla="*/ 251763 w 364496"/>
                  <a:gd name="connsiteY26" fmla="*/ 176803 h 346920"/>
                  <a:gd name="connsiteX27" fmla="*/ 251668 w 364496"/>
                  <a:gd name="connsiteY27" fmla="*/ 182423 h 346920"/>
                  <a:gd name="connsiteX28" fmla="*/ 253097 w 364496"/>
                  <a:gd name="connsiteY28" fmla="*/ 193758 h 346920"/>
                  <a:gd name="connsiteX29" fmla="*/ 254430 w 364496"/>
                  <a:gd name="connsiteY29" fmla="*/ 198330 h 346920"/>
                  <a:gd name="connsiteX30" fmla="*/ 138987 w 364496"/>
                  <a:gd name="connsiteY30" fmla="*/ 293199 h 346920"/>
                  <a:gd name="connsiteX31" fmla="*/ 85266 w 364496"/>
                  <a:gd name="connsiteY31" fmla="*/ 323298 h 346920"/>
                  <a:gd name="connsiteX32" fmla="*/ 43737 w 364496"/>
                  <a:gd name="connsiteY32" fmla="*/ 301962 h 346920"/>
                  <a:gd name="connsiteX33" fmla="*/ 24116 w 364496"/>
                  <a:gd name="connsiteY33" fmla="*/ 253861 h 346920"/>
                  <a:gd name="connsiteX34" fmla="*/ 63835 w 364496"/>
                  <a:gd name="connsiteY34" fmla="*/ 202997 h 346920"/>
                  <a:gd name="connsiteX35" fmla="*/ 173944 w 364496"/>
                  <a:gd name="connsiteY35" fmla="*/ 103270 h 346920"/>
                  <a:gd name="connsiteX36" fmla="*/ 180231 w 364496"/>
                  <a:gd name="connsiteY36" fmla="*/ 106985 h 346920"/>
                  <a:gd name="connsiteX37" fmla="*/ 189089 w 364496"/>
                  <a:gd name="connsiteY37" fmla="*/ 110414 h 346920"/>
                  <a:gd name="connsiteX38" fmla="*/ 195756 w 364496"/>
                  <a:gd name="connsiteY38" fmla="*/ 112033 h 346920"/>
                  <a:gd name="connsiteX39" fmla="*/ 201281 w 364496"/>
                  <a:gd name="connsiteY39" fmla="*/ 112700 h 346920"/>
                  <a:gd name="connsiteX40" fmla="*/ 206901 w 364496"/>
                  <a:gd name="connsiteY40" fmla="*/ 112795 h 346920"/>
                  <a:gd name="connsiteX41" fmla="*/ 218235 w 364496"/>
                  <a:gd name="connsiteY41" fmla="*/ 111367 h 346920"/>
                  <a:gd name="connsiteX42" fmla="*/ 224998 w 364496"/>
                  <a:gd name="connsiteY42" fmla="*/ 109271 h 346920"/>
                  <a:gd name="connsiteX43" fmla="*/ 225569 w 364496"/>
                  <a:gd name="connsiteY43" fmla="*/ 109081 h 346920"/>
                  <a:gd name="connsiteX44" fmla="*/ 260431 w 364496"/>
                  <a:gd name="connsiteY44" fmla="*/ 43644 h 346920"/>
                  <a:gd name="connsiteX45" fmla="*/ 200614 w 364496"/>
                  <a:gd name="connsiteY45" fmla="*/ 210 h 346920"/>
                  <a:gd name="connsiteX46" fmla="*/ 199852 w 364496"/>
                  <a:gd name="connsiteY46" fmla="*/ 305 h 346920"/>
                  <a:gd name="connsiteX47" fmla="*/ 192423 w 364496"/>
                  <a:gd name="connsiteY47" fmla="*/ 1353 h 346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64496" h="346920">
                    <a:moveTo>
                      <a:pt x="192423" y="1353"/>
                    </a:moveTo>
                    <a:cubicBezTo>
                      <a:pt x="162038" y="8401"/>
                      <a:pt x="143178" y="38786"/>
                      <a:pt x="150227" y="69076"/>
                    </a:cubicBezTo>
                    <a:cubicBezTo>
                      <a:pt x="151084" y="72886"/>
                      <a:pt x="152322" y="76505"/>
                      <a:pt x="153942" y="79934"/>
                    </a:cubicBezTo>
                    <a:cubicBezTo>
                      <a:pt x="154894" y="82030"/>
                      <a:pt x="156037" y="84030"/>
                      <a:pt x="157275" y="85935"/>
                    </a:cubicBezTo>
                    <a:cubicBezTo>
                      <a:pt x="140607" y="105080"/>
                      <a:pt x="97839" y="151848"/>
                      <a:pt x="50691" y="182995"/>
                    </a:cubicBezTo>
                    <a:cubicBezTo>
                      <a:pt x="20401" y="202997"/>
                      <a:pt x="3542" y="225762"/>
                      <a:pt x="494" y="250813"/>
                    </a:cubicBezTo>
                    <a:cubicBezTo>
                      <a:pt x="-2268" y="273482"/>
                      <a:pt x="6590" y="296628"/>
                      <a:pt x="26211" y="317964"/>
                    </a:cubicBezTo>
                    <a:cubicBezTo>
                      <a:pt x="29069" y="321012"/>
                      <a:pt x="31926" y="323869"/>
                      <a:pt x="34879" y="326441"/>
                    </a:cubicBezTo>
                    <a:cubicBezTo>
                      <a:pt x="50405" y="340157"/>
                      <a:pt x="67359" y="347015"/>
                      <a:pt x="85361" y="346920"/>
                    </a:cubicBezTo>
                    <a:cubicBezTo>
                      <a:pt x="109746" y="346825"/>
                      <a:pt x="134320" y="333680"/>
                      <a:pt x="156609" y="309010"/>
                    </a:cubicBezTo>
                    <a:cubicBezTo>
                      <a:pt x="188422" y="273673"/>
                      <a:pt x="236428" y="234525"/>
                      <a:pt x="266336" y="218809"/>
                    </a:cubicBezTo>
                    <a:cubicBezTo>
                      <a:pt x="269861" y="222619"/>
                      <a:pt x="273861" y="226048"/>
                      <a:pt x="278243" y="228715"/>
                    </a:cubicBezTo>
                    <a:cubicBezTo>
                      <a:pt x="279767" y="229667"/>
                      <a:pt x="281386" y="230524"/>
                      <a:pt x="283005" y="231382"/>
                    </a:cubicBezTo>
                    <a:cubicBezTo>
                      <a:pt x="286244" y="233001"/>
                      <a:pt x="289673" y="234334"/>
                      <a:pt x="293102" y="235287"/>
                    </a:cubicBezTo>
                    <a:cubicBezTo>
                      <a:pt x="301865" y="237668"/>
                      <a:pt x="311390" y="238049"/>
                      <a:pt x="320819" y="235858"/>
                    </a:cubicBezTo>
                    <a:cubicBezTo>
                      <a:pt x="323201" y="235287"/>
                      <a:pt x="325392" y="234620"/>
                      <a:pt x="327582" y="233763"/>
                    </a:cubicBezTo>
                    <a:cubicBezTo>
                      <a:pt x="327773" y="233668"/>
                      <a:pt x="327963" y="233572"/>
                      <a:pt x="328154" y="233572"/>
                    </a:cubicBezTo>
                    <a:cubicBezTo>
                      <a:pt x="354157" y="223666"/>
                      <a:pt x="369492" y="195949"/>
                      <a:pt x="363015" y="168136"/>
                    </a:cubicBezTo>
                    <a:cubicBezTo>
                      <a:pt x="356538" y="140418"/>
                      <a:pt x="330726" y="122320"/>
                      <a:pt x="303198" y="124702"/>
                    </a:cubicBezTo>
                    <a:cubicBezTo>
                      <a:pt x="302913" y="124702"/>
                      <a:pt x="302722" y="124702"/>
                      <a:pt x="302436" y="124797"/>
                    </a:cubicBezTo>
                    <a:cubicBezTo>
                      <a:pt x="300055" y="125083"/>
                      <a:pt x="297674" y="125368"/>
                      <a:pt x="295293" y="125940"/>
                    </a:cubicBezTo>
                    <a:cubicBezTo>
                      <a:pt x="291483" y="126797"/>
                      <a:pt x="287863" y="128035"/>
                      <a:pt x="284434" y="129655"/>
                    </a:cubicBezTo>
                    <a:cubicBezTo>
                      <a:pt x="282719" y="130417"/>
                      <a:pt x="281100" y="131274"/>
                      <a:pt x="279481" y="132226"/>
                    </a:cubicBezTo>
                    <a:cubicBezTo>
                      <a:pt x="273099" y="135941"/>
                      <a:pt x="267575" y="140894"/>
                      <a:pt x="263193" y="146609"/>
                    </a:cubicBezTo>
                    <a:cubicBezTo>
                      <a:pt x="261002" y="149467"/>
                      <a:pt x="259098" y="152515"/>
                      <a:pt x="257478" y="155753"/>
                    </a:cubicBezTo>
                    <a:cubicBezTo>
                      <a:pt x="255097" y="160611"/>
                      <a:pt x="253383" y="165850"/>
                      <a:pt x="252430" y="171279"/>
                    </a:cubicBezTo>
                    <a:cubicBezTo>
                      <a:pt x="252144" y="173089"/>
                      <a:pt x="251859" y="174898"/>
                      <a:pt x="251763" y="176803"/>
                    </a:cubicBezTo>
                    <a:cubicBezTo>
                      <a:pt x="251668" y="178613"/>
                      <a:pt x="251573" y="180518"/>
                      <a:pt x="251668" y="182423"/>
                    </a:cubicBezTo>
                    <a:cubicBezTo>
                      <a:pt x="251763" y="186138"/>
                      <a:pt x="252240" y="189948"/>
                      <a:pt x="253097" y="193758"/>
                    </a:cubicBezTo>
                    <a:cubicBezTo>
                      <a:pt x="253478" y="195282"/>
                      <a:pt x="253954" y="196806"/>
                      <a:pt x="254430" y="198330"/>
                    </a:cubicBezTo>
                    <a:cubicBezTo>
                      <a:pt x="219283" y="217189"/>
                      <a:pt x="169086" y="259861"/>
                      <a:pt x="138987" y="293199"/>
                    </a:cubicBezTo>
                    <a:cubicBezTo>
                      <a:pt x="126700" y="306820"/>
                      <a:pt x="107364" y="323203"/>
                      <a:pt x="85266" y="323298"/>
                    </a:cubicBezTo>
                    <a:cubicBezTo>
                      <a:pt x="70788" y="323393"/>
                      <a:pt x="56882" y="316154"/>
                      <a:pt x="43737" y="301962"/>
                    </a:cubicBezTo>
                    <a:cubicBezTo>
                      <a:pt x="33450" y="290818"/>
                      <a:pt x="21734" y="273387"/>
                      <a:pt x="24116" y="253861"/>
                    </a:cubicBezTo>
                    <a:cubicBezTo>
                      <a:pt x="26307" y="236049"/>
                      <a:pt x="39642" y="218999"/>
                      <a:pt x="63835" y="202997"/>
                    </a:cubicBezTo>
                    <a:cubicBezTo>
                      <a:pt x="112603" y="170802"/>
                      <a:pt x="155656" y="124225"/>
                      <a:pt x="173944" y="103270"/>
                    </a:cubicBezTo>
                    <a:cubicBezTo>
                      <a:pt x="175944" y="104604"/>
                      <a:pt x="178040" y="105842"/>
                      <a:pt x="180231" y="106985"/>
                    </a:cubicBezTo>
                    <a:cubicBezTo>
                      <a:pt x="183088" y="108414"/>
                      <a:pt x="186041" y="109557"/>
                      <a:pt x="189089" y="110414"/>
                    </a:cubicBezTo>
                    <a:cubicBezTo>
                      <a:pt x="191280" y="111081"/>
                      <a:pt x="193470" y="111652"/>
                      <a:pt x="195756" y="112033"/>
                    </a:cubicBezTo>
                    <a:cubicBezTo>
                      <a:pt x="197566" y="112319"/>
                      <a:pt x="199376" y="112605"/>
                      <a:pt x="201281" y="112700"/>
                    </a:cubicBezTo>
                    <a:cubicBezTo>
                      <a:pt x="203091" y="112795"/>
                      <a:pt x="204996" y="112891"/>
                      <a:pt x="206901" y="112795"/>
                    </a:cubicBezTo>
                    <a:cubicBezTo>
                      <a:pt x="210615" y="112700"/>
                      <a:pt x="214425" y="112224"/>
                      <a:pt x="218235" y="111367"/>
                    </a:cubicBezTo>
                    <a:cubicBezTo>
                      <a:pt x="220617" y="110795"/>
                      <a:pt x="222807" y="110128"/>
                      <a:pt x="224998" y="109271"/>
                    </a:cubicBezTo>
                    <a:cubicBezTo>
                      <a:pt x="225189" y="109176"/>
                      <a:pt x="225379" y="109081"/>
                      <a:pt x="225569" y="109081"/>
                    </a:cubicBezTo>
                    <a:cubicBezTo>
                      <a:pt x="251573" y="99175"/>
                      <a:pt x="266908" y="71457"/>
                      <a:pt x="260431" y="43644"/>
                    </a:cubicBezTo>
                    <a:cubicBezTo>
                      <a:pt x="253954" y="15926"/>
                      <a:pt x="228141" y="-2171"/>
                      <a:pt x="200614" y="210"/>
                    </a:cubicBezTo>
                    <a:cubicBezTo>
                      <a:pt x="200328" y="210"/>
                      <a:pt x="200138" y="210"/>
                      <a:pt x="199852" y="305"/>
                    </a:cubicBezTo>
                    <a:cubicBezTo>
                      <a:pt x="197185" y="496"/>
                      <a:pt x="194804" y="781"/>
                      <a:pt x="192423" y="135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49" name="Forme libre : forme 11848">
                <a:extLst>
                  <a:ext uri="{FF2B5EF4-FFF2-40B4-BE49-F238E27FC236}">
                    <a16:creationId xmlns:a16="http://schemas.microsoft.com/office/drawing/2014/main" id="{0C94A495-776F-48FD-8521-C9EC5AD87E57}"/>
                  </a:ext>
                </a:extLst>
              </p:cNvPr>
              <p:cNvSpPr/>
              <p:nvPr/>
            </p:nvSpPr>
            <p:spPr>
              <a:xfrm>
                <a:off x="1975030" y="4175505"/>
                <a:ext cx="364496" cy="347016"/>
              </a:xfrm>
              <a:custGeom>
                <a:avLst/>
                <a:gdLst>
                  <a:gd name="connsiteX0" fmla="*/ 215603 w 364496"/>
                  <a:gd name="connsiteY0" fmla="*/ 294800 h 347016"/>
                  <a:gd name="connsiteX1" fmla="*/ 214270 w 364496"/>
                  <a:gd name="connsiteY1" fmla="*/ 277845 h 347016"/>
                  <a:gd name="connsiteX2" fmla="*/ 210555 w 364496"/>
                  <a:gd name="connsiteY2" fmla="*/ 266987 h 347016"/>
                  <a:gd name="connsiteX3" fmla="*/ 207221 w 364496"/>
                  <a:gd name="connsiteY3" fmla="*/ 260986 h 347016"/>
                  <a:gd name="connsiteX4" fmla="*/ 313806 w 364496"/>
                  <a:gd name="connsiteY4" fmla="*/ 163926 h 347016"/>
                  <a:gd name="connsiteX5" fmla="*/ 364003 w 364496"/>
                  <a:gd name="connsiteY5" fmla="*/ 96108 h 347016"/>
                  <a:gd name="connsiteX6" fmla="*/ 338285 w 364496"/>
                  <a:gd name="connsiteY6" fmla="*/ 28957 h 347016"/>
                  <a:gd name="connsiteX7" fmla="*/ 329617 w 364496"/>
                  <a:gd name="connsiteY7" fmla="*/ 20480 h 347016"/>
                  <a:gd name="connsiteX8" fmla="*/ 279135 w 364496"/>
                  <a:gd name="connsiteY8" fmla="*/ 1 h 347016"/>
                  <a:gd name="connsiteX9" fmla="*/ 207888 w 364496"/>
                  <a:gd name="connsiteY9" fmla="*/ 37910 h 347016"/>
                  <a:gd name="connsiteX10" fmla="*/ 98160 w 364496"/>
                  <a:gd name="connsiteY10" fmla="*/ 128112 h 347016"/>
                  <a:gd name="connsiteX11" fmla="*/ 86254 w 364496"/>
                  <a:gd name="connsiteY11" fmla="*/ 118206 h 347016"/>
                  <a:gd name="connsiteX12" fmla="*/ 43677 w 364496"/>
                  <a:gd name="connsiteY12" fmla="*/ 111158 h 347016"/>
                  <a:gd name="connsiteX13" fmla="*/ 36914 w 364496"/>
                  <a:gd name="connsiteY13" fmla="*/ 113253 h 347016"/>
                  <a:gd name="connsiteX14" fmla="*/ 36343 w 364496"/>
                  <a:gd name="connsiteY14" fmla="*/ 113444 h 347016"/>
                  <a:gd name="connsiteX15" fmla="*/ 1481 w 364496"/>
                  <a:gd name="connsiteY15" fmla="*/ 178880 h 347016"/>
                  <a:gd name="connsiteX16" fmla="*/ 61298 w 364496"/>
                  <a:gd name="connsiteY16" fmla="*/ 222314 h 347016"/>
                  <a:gd name="connsiteX17" fmla="*/ 62060 w 364496"/>
                  <a:gd name="connsiteY17" fmla="*/ 222219 h 347016"/>
                  <a:gd name="connsiteX18" fmla="*/ 69204 w 364496"/>
                  <a:gd name="connsiteY18" fmla="*/ 221076 h 347016"/>
                  <a:gd name="connsiteX19" fmla="*/ 85015 w 364496"/>
                  <a:gd name="connsiteY19" fmla="*/ 214790 h 347016"/>
                  <a:gd name="connsiteX20" fmla="*/ 101303 w 364496"/>
                  <a:gd name="connsiteY20" fmla="*/ 200407 h 347016"/>
                  <a:gd name="connsiteX21" fmla="*/ 110923 w 364496"/>
                  <a:gd name="connsiteY21" fmla="*/ 181071 h 347016"/>
                  <a:gd name="connsiteX22" fmla="*/ 112828 w 364496"/>
                  <a:gd name="connsiteY22" fmla="*/ 170213 h 347016"/>
                  <a:gd name="connsiteX23" fmla="*/ 111495 w 364496"/>
                  <a:gd name="connsiteY23" fmla="*/ 153258 h 347016"/>
                  <a:gd name="connsiteX24" fmla="*/ 110161 w 364496"/>
                  <a:gd name="connsiteY24" fmla="*/ 148686 h 347016"/>
                  <a:gd name="connsiteX25" fmla="*/ 225604 w 364496"/>
                  <a:gd name="connsiteY25" fmla="*/ 53817 h 347016"/>
                  <a:gd name="connsiteX26" fmla="*/ 279325 w 364496"/>
                  <a:gd name="connsiteY26" fmla="*/ 23718 h 347016"/>
                  <a:gd name="connsiteX27" fmla="*/ 320854 w 364496"/>
                  <a:gd name="connsiteY27" fmla="*/ 45054 h 347016"/>
                  <a:gd name="connsiteX28" fmla="*/ 340476 w 364496"/>
                  <a:gd name="connsiteY28" fmla="*/ 93155 h 347016"/>
                  <a:gd name="connsiteX29" fmla="*/ 300757 w 364496"/>
                  <a:gd name="connsiteY29" fmla="*/ 144019 h 347016"/>
                  <a:gd name="connsiteX30" fmla="*/ 190648 w 364496"/>
                  <a:gd name="connsiteY30" fmla="*/ 243746 h 347016"/>
                  <a:gd name="connsiteX31" fmla="*/ 189124 w 364496"/>
                  <a:gd name="connsiteY31" fmla="*/ 242698 h 347016"/>
                  <a:gd name="connsiteX32" fmla="*/ 146547 w 364496"/>
                  <a:gd name="connsiteY32" fmla="*/ 235649 h 347016"/>
                  <a:gd name="connsiteX33" fmla="*/ 139784 w 364496"/>
                  <a:gd name="connsiteY33" fmla="*/ 237745 h 347016"/>
                  <a:gd name="connsiteX34" fmla="*/ 139213 w 364496"/>
                  <a:gd name="connsiteY34" fmla="*/ 237935 h 347016"/>
                  <a:gd name="connsiteX35" fmla="*/ 104351 w 364496"/>
                  <a:gd name="connsiteY35" fmla="*/ 303372 h 347016"/>
                  <a:gd name="connsiteX36" fmla="*/ 164168 w 364496"/>
                  <a:gd name="connsiteY36" fmla="*/ 346806 h 347016"/>
                  <a:gd name="connsiteX37" fmla="*/ 164930 w 364496"/>
                  <a:gd name="connsiteY37" fmla="*/ 346711 h 347016"/>
                  <a:gd name="connsiteX38" fmla="*/ 172074 w 364496"/>
                  <a:gd name="connsiteY38" fmla="*/ 345568 h 347016"/>
                  <a:gd name="connsiteX39" fmla="*/ 182932 w 364496"/>
                  <a:gd name="connsiteY39" fmla="*/ 341853 h 347016"/>
                  <a:gd name="connsiteX40" fmla="*/ 187885 w 364496"/>
                  <a:gd name="connsiteY40" fmla="*/ 339281 h 347016"/>
                  <a:gd name="connsiteX41" fmla="*/ 204173 w 364496"/>
                  <a:gd name="connsiteY41" fmla="*/ 324899 h 347016"/>
                  <a:gd name="connsiteX42" fmla="*/ 209888 w 364496"/>
                  <a:gd name="connsiteY42" fmla="*/ 315755 h 347016"/>
                  <a:gd name="connsiteX43" fmla="*/ 215603 w 364496"/>
                  <a:gd name="connsiteY43" fmla="*/ 294800 h 347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4496" h="347016">
                    <a:moveTo>
                      <a:pt x="215603" y="294800"/>
                    </a:moveTo>
                    <a:cubicBezTo>
                      <a:pt x="215984" y="289275"/>
                      <a:pt x="215603" y="283560"/>
                      <a:pt x="214270" y="277845"/>
                    </a:cubicBezTo>
                    <a:cubicBezTo>
                      <a:pt x="213412" y="274035"/>
                      <a:pt x="212174" y="270416"/>
                      <a:pt x="210555" y="266987"/>
                    </a:cubicBezTo>
                    <a:cubicBezTo>
                      <a:pt x="209602" y="264891"/>
                      <a:pt x="208459" y="262891"/>
                      <a:pt x="207221" y="260986"/>
                    </a:cubicBezTo>
                    <a:cubicBezTo>
                      <a:pt x="223890" y="241841"/>
                      <a:pt x="266657" y="195073"/>
                      <a:pt x="313806" y="163926"/>
                    </a:cubicBezTo>
                    <a:cubicBezTo>
                      <a:pt x="344095" y="143924"/>
                      <a:pt x="360955" y="121159"/>
                      <a:pt x="364003" y="96108"/>
                    </a:cubicBezTo>
                    <a:cubicBezTo>
                      <a:pt x="366765" y="73439"/>
                      <a:pt x="357907" y="50293"/>
                      <a:pt x="338285" y="28957"/>
                    </a:cubicBezTo>
                    <a:cubicBezTo>
                      <a:pt x="335428" y="25909"/>
                      <a:pt x="332570" y="23051"/>
                      <a:pt x="329617" y="20480"/>
                    </a:cubicBezTo>
                    <a:cubicBezTo>
                      <a:pt x="314092" y="6764"/>
                      <a:pt x="297137" y="-94"/>
                      <a:pt x="279135" y="1"/>
                    </a:cubicBezTo>
                    <a:cubicBezTo>
                      <a:pt x="254751" y="96"/>
                      <a:pt x="230176" y="13241"/>
                      <a:pt x="207888" y="37910"/>
                    </a:cubicBezTo>
                    <a:cubicBezTo>
                      <a:pt x="176074" y="73248"/>
                      <a:pt x="128068" y="112396"/>
                      <a:pt x="98160" y="128112"/>
                    </a:cubicBezTo>
                    <a:cubicBezTo>
                      <a:pt x="94636" y="124302"/>
                      <a:pt x="90635" y="120873"/>
                      <a:pt x="86254" y="118206"/>
                    </a:cubicBezTo>
                    <a:cubicBezTo>
                      <a:pt x="73966" y="110586"/>
                      <a:pt x="58822" y="107633"/>
                      <a:pt x="43677" y="111158"/>
                    </a:cubicBezTo>
                    <a:cubicBezTo>
                      <a:pt x="41296" y="111729"/>
                      <a:pt x="39105" y="112396"/>
                      <a:pt x="36914" y="113253"/>
                    </a:cubicBezTo>
                    <a:cubicBezTo>
                      <a:pt x="36724" y="113348"/>
                      <a:pt x="36533" y="113444"/>
                      <a:pt x="36343" y="113444"/>
                    </a:cubicBezTo>
                    <a:cubicBezTo>
                      <a:pt x="10339" y="123350"/>
                      <a:pt x="-4996" y="151067"/>
                      <a:pt x="1481" y="178880"/>
                    </a:cubicBezTo>
                    <a:cubicBezTo>
                      <a:pt x="7958" y="206598"/>
                      <a:pt x="33771" y="224696"/>
                      <a:pt x="61298" y="222314"/>
                    </a:cubicBezTo>
                    <a:cubicBezTo>
                      <a:pt x="61584" y="222314"/>
                      <a:pt x="61774" y="222314"/>
                      <a:pt x="62060" y="222219"/>
                    </a:cubicBezTo>
                    <a:cubicBezTo>
                      <a:pt x="64441" y="221933"/>
                      <a:pt x="66823" y="221648"/>
                      <a:pt x="69204" y="221076"/>
                    </a:cubicBezTo>
                    <a:cubicBezTo>
                      <a:pt x="74919" y="219743"/>
                      <a:pt x="80158" y="217647"/>
                      <a:pt x="85015" y="214790"/>
                    </a:cubicBezTo>
                    <a:cubicBezTo>
                      <a:pt x="91397" y="211075"/>
                      <a:pt x="96922" y="206122"/>
                      <a:pt x="101303" y="200407"/>
                    </a:cubicBezTo>
                    <a:cubicBezTo>
                      <a:pt x="105685" y="194692"/>
                      <a:pt x="108923" y="188120"/>
                      <a:pt x="110923" y="181071"/>
                    </a:cubicBezTo>
                    <a:cubicBezTo>
                      <a:pt x="111876" y="177547"/>
                      <a:pt x="112543" y="173927"/>
                      <a:pt x="112828" y="170213"/>
                    </a:cubicBezTo>
                    <a:cubicBezTo>
                      <a:pt x="113209" y="164688"/>
                      <a:pt x="112828" y="158973"/>
                      <a:pt x="111495" y="153258"/>
                    </a:cubicBezTo>
                    <a:cubicBezTo>
                      <a:pt x="111114" y="151734"/>
                      <a:pt x="110638" y="150210"/>
                      <a:pt x="110161" y="148686"/>
                    </a:cubicBezTo>
                    <a:cubicBezTo>
                      <a:pt x="145309" y="129827"/>
                      <a:pt x="195505" y="87250"/>
                      <a:pt x="225604" y="53817"/>
                    </a:cubicBezTo>
                    <a:cubicBezTo>
                      <a:pt x="237892" y="40196"/>
                      <a:pt x="257227" y="23813"/>
                      <a:pt x="279325" y="23718"/>
                    </a:cubicBezTo>
                    <a:cubicBezTo>
                      <a:pt x="293803" y="23623"/>
                      <a:pt x="307710" y="30862"/>
                      <a:pt x="320854" y="45054"/>
                    </a:cubicBezTo>
                    <a:cubicBezTo>
                      <a:pt x="331141" y="56198"/>
                      <a:pt x="342857" y="73629"/>
                      <a:pt x="340476" y="93155"/>
                    </a:cubicBezTo>
                    <a:cubicBezTo>
                      <a:pt x="338285" y="110967"/>
                      <a:pt x="324950" y="128017"/>
                      <a:pt x="300757" y="144019"/>
                    </a:cubicBezTo>
                    <a:cubicBezTo>
                      <a:pt x="251989" y="176213"/>
                      <a:pt x="208936" y="222791"/>
                      <a:pt x="190648" y="243746"/>
                    </a:cubicBezTo>
                    <a:cubicBezTo>
                      <a:pt x="190171" y="243365"/>
                      <a:pt x="189600" y="242984"/>
                      <a:pt x="189124" y="242698"/>
                    </a:cubicBezTo>
                    <a:cubicBezTo>
                      <a:pt x="176836" y="235078"/>
                      <a:pt x="161692" y="232125"/>
                      <a:pt x="146547" y="235649"/>
                    </a:cubicBezTo>
                    <a:cubicBezTo>
                      <a:pt x="144166" y="236221"/>
                      <a:pt x="141975" y="236888"/>
                      <a:pt x="139784" y="237745"/>
                    </a:cubicBezTo>
                    <a:cubicBezTo>
                      <a:pt x="139594" y="237840"/>
                      <a:pt x="139403" y="237935"/>
                      <a:pt x="139213" y="237935"/>
                    </a:cubicBezTo>
                    <a:cubicBezTo>
                      <a:pt x="113209" y="247841"/>
                      <a:pt x="97874" y="275559"/>
                      <a:pt x="104351" y="303372"/>
                    </a:cubicBezTo>
                    <a:cubicBezTo>
                      <a:pt x="110828" y="331090"/>
                      <a:pt x="136641" y="349188"/>
                      <a:pt x="164168" y="346806"/>
                    </a:cubicBezTo>
                    <a:cubicBezTo>
                      <a:pt x="164454" y="346806"/>
                      <a:pt x="164645" y="346806"/>
                      <a:pt x="164930" y="346711"/>
                    </a:cubicBezTo>
                    <a:cubicBezTo>
                      <a:pt x="167311" y="346425"/>
                      <a:pt x="169693" y="346139"/>
                      <a:pt x="172074" y="345568"/>
                    </a:cubicBezTo>
                    <a:cubicBezTo>
                      <a:pt x="175884" y="344711"/>
                      <a:pt x="179503" y="343472"/>
                      <a:pt x="182932" y="341853"/>
                    </a:cubicBezTo>
                    <a:cubicBezTo>
                      <a:pt x="184647" y="341091"/>
                      <a:pt x="186266" y="340234"/>
                      <a:pt x="187885" y="339281"/>
                    </a:cubicBezTo>
                    <a:cubicBezTo>
                      <a:pt x="194267" y="335567"/>
                      <a:pt x="199792" y="330614"/>
                      <a:pt x="204173" y="324899"/>
                    </a:cubicBezTo>
                    <a:cubicBezTo>
                      <a:pt x="206364" y="322041"/>
                      <a:pt x="208269" y="318993"/>
                      <a:pt x="209888" y="315755"/>
                    </a:cubicBezTo>
                    <a:cubicBezTo>
                      <a:pt x="213031" y="309278"/>
                      <a:pt x="215032" y="302229"/>
                      <a:pt x="215603" y="294800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50" name="Forme libre : forme 11849">
                <a:extLst>
                  <a:ext uri="{FF2B5EF4-FFF2-40B4-BE49-F238E27FC236}">
                    <a16:creationId xmlns:a16="http://schemas.microsoft.com/office/drawing/2014/main" id="{DBEF5FB0-FEEF-4427-98D0-76A76B3CF791}"/>
                  </a:ext>
                </a:extLst>
              </p:cNvPr>
              <p:cNvSpPr/>
              <p:nvPr/>
            </p:nvSpPr>
            <p:spPr>
              <a:xfrm>
                <a:off x="3887319" y="2282457"/>
                <a:ext cx="344845" cy="366253"/>
              </a:xfrm>
              <a:custGeom>
                <a:avLst/>
                <a:gdLst>
                  <a:gd name="connsiteX0" fmla="*/ 38865 w 344845"/>
                  <a:gd name="connsiteY0" fmla="*/ 347999 h 366253"/>
                  <a:gd name="connsiteX1" fmla="*/ 48961 w 344845"/>
                  <a:gd name="connsiteY1" fmla="*/ 354666 h 366253"/>
                  <a:gd name="connsiteX2" fmla="*/ 102492 w 344845"/>
                  <a:gd name="connsiteY2" fmla="*/ 364858 h 366253"/>
                  <a:gd name="connsiteX3" fmla="*/ 164976 w 344845"/>
                  <a:gd name="connsiteY3" fmla="*/ 313709 h 366253"/>
                  <a:gd name="connsiteX4" fmla="*/ 254892 w 344845"/>
                  <a:gd name="connsiteY4" fmla="*/ 203790 h 366253"/>
                  <a:gd name="connsiteX5" fmla="*/ 278990 w 344845"/>
                  <a:gd name="connsiteY5" fmla="*/ 214077 h 366253"/>
                  <a:gd name="connsiteX6" fmla="*/ 311756 w 344845"/>
                  <a:gd name="connsiteY6" fmla="*/ 209791 h 366253"/>
                  <a:gd name="connsiteX7" fmla="*/ 317947 w 344845"/>
                  <a:gd name="connsiteY7" fmla="*/ 206457 h 366253"/>
                  <a:gd name="connsiteX8" fmla="*/ 318424 w 344845"/>
                  <a:gd name="connsiteY8" fmla="*/ 206171 h 366253"/>
                  <a:gd name="connsiteX9" fmla="*/ 339855 w 344845"/>
                  <a:gd name="connsiteY9" fmla="*/ 135115 h 366253"/>
                  <a:gd name="connsiteX10" fmla="*/ 272703 w 344845"/>
                  <a:gd name="connsiteY10" fmla="*/ 104254 h 366253"/>
                  <a:gd name="connsiteX11" fmla="*/ 271942 w 344845"/>
                  <a:gd name="connsiteY11" fmla="*/ 104444 h 366253"/>
                  <a:gd name="connsiteX12" fmla="*/ 265179 w 344845"/>
                  <a:gd name="connsiteY12" fmla="*/ 106921 h 366253"/>
                  <a:gd name="connsiteX13" fmla="*/ 240414 w 344845"/>
                  <a:gd name="connsiteY13" fmla="*/ 128733 h 366253"/>
                  <a:gd name="connsiteX14" fmla="*/ 233937 w 344845"/>
                  <a:gd name="connsiteY14" fmla="*/ 143592 h 366253"/>
                  <a:gd name="connsiteX15" fmla="*/ 232794 w 344845"/>
                  <a:gd name="connsiteY15" fmla="*/ 148926 h 366253"/>
                  <a:gd name="connsiteX16" fmla="*/ 232032 w 344845"/>
                  <a:gd name="connsiteY16" fmla="*/ 159785 h 366253"/>
                  <a:gd name="connsiteX17" fmla="*/ 233365 w 344845"/>
                  <a:gd name="connsiteY17" fmla="*/ 170834 h 366253"/>
                  <a:gd name="connsiteX18" fmla="*/ 236985 w 344845"/>
                  <a:gd name="connsiteY18" fmla="*/ 181692 h 366253"/>
                  <a:gd name="connsiteX19" fmla="*/ 239175 w 344845"/>
                  <a:gd name="connsiteY19" fmla="*/ 185883 h 366253"/>
                  <a:gd name="connsiteX20" fmla="*/ 144497 w 344845"/>
                  <a:gd name="connsiteY20" fmla="*/ 301517 h 366253"/>
                  <a:gd name="connsiteX21" fmla="*/ 97729 w 344845"/>
                  <a:gd name="connsiteY21" fmla="*/ 341522 h 366253"/>
                  <a:gd name="connsiteX22" fmla="*/ 52867 w 344845"/>
                  <a:gd name="connsiteY22" fmla="*/ 328758 h 366253"/>
                  <a:gd name="connsiteX23" fmla="*/ 24196 w 344845"/>
                  <a:gd name="connsiteY23" fmla="*/ 285419 h 366253"/>
                  <a:gd name="connsiteX24" fmla="*/ 53152 w 344845"/>
                  <a:gd name="connsiteY24" fmla="*/ 227793 h 366253"/>
                  <a:gd name="connsiteX25" fmla="*/ 141640 w 344845"/>
                  <a:gd name="connsiteY25" fmla="*/ 108445 h 366253"/>
                  <a:gd name="connsiteX26" fmla="*/ 153832 w 344845"/>
                  <a:gd name="connsiteY26" fmla="*/ 111969 h 366253"/>
                  <a:gd name="connsiteX27" fmla="*/ 164690 w 344845"/>
                  <a:gd name="connsiteY27" fmla="*/ 112731 h 366253"/>
                  <a:gd name="connsiteX28" fmla="*/ 175739 w 344845"/>
                  <a:gd name="connsiteY28" fmla="*/ 111398 h 366253"/>
                  <a:gd name="connsiteX29" fmla="*/ 186598 w 344845"/>
                  <a:gd name="connsiteY29" fmla="*/ 107778 h 366253"/>
                  <a:gd name="connsiteX30" fmla="*/ 192789 w 344845"/>
                  <a:gd name="connsiteY30" fmla="*/ 104444 h 366253"/>
                  <a:gd name="connsiteX31" fmla="*/ 193265 w 344845"/>
                  <a:gd name="connsiteY31" fmla="*/ 104159 h 366253"/>
                  <a:gd name="connsiteX32" fmla="*/ 214601 w 344845"/>
                  <a:gd name="connsiteY32" fmla="*/ 33102 h 366253"/>
                  <a:gd name="connsiteX33" fmla="*/ 147354 w 344845"/>
                  <a:gd name="connsiteY33" fmla="*/ 2241 h 366253"/>
                  <a:gd name="connsiteX34" fmla="*/ 146592 w 344845"/>
                  <a:gd name="connsiteY34" fmla="*/ 2432 h 366253"/>
                  <a:gd name="connsiteX35" fmla="*/ 139830 w 344845"/>
                  <a:gd name="connsiteY35" fmla="*/ 4908 h 366253"/>
                  <a:gd name="connsiteX36" fmla="*/ 129924 w 344845"/>
                  <a:gd name="connsiteY36" fmla="*/ 10623 h 366253"/>
                  <a:gd name="connsiteX37" fmla="*/ 109540 w 344845"/>
                  <a:gd name="connsiteY37" fmla="*/ 74250 h 366253"/>
                  <a:gd name="connsiteX38" fmla="*/ 111636 w 344845"/>
                  <a:gd name="connsiteY38" fmla="*/ 79584 h 366253"/>
                  <a:gd name="connsiteX39" fmla="*/ 117351 w 344845"/>
                  <a:gd name="connsiteY39" fmla="*/ 89490 h 366253"/>
                  <a:gd name="connsiteX40" fmla="*/ 121732 w 344845"/>
                  <a:gd name="connsiteY40" fmla="*/ 94729 h 366253"/>
                  <a:gd name="connsiteX41" fmla="*/ 36198 w 344845"/>
                  <a:gd name="connsiteY41" fmla="*/ 210743 h 366253"/>
                  <a:gd name="connsiteX42" fmla="*/ 193 w 344845"/>
                  <a:gd name="connsiteY42" fmla="*/ 287039 h 366253"/>
                  <a:gd name="connsiteX43" fmla="*/ 38865 w 344845"/>
                  <a:gd name="connsiteY43" fmla="*/ 347999 h 36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44845" h="366253">
                    <a:moveTo>
                      <a:pt x="38865" y="347999"/>
                    </a:moveTo>
                    <a:cubicBezTo>
                      <a:pt x="42199" y="350475"/>
                      <a:pt x="45627" y="352666"/>
                      <a:pt x="48961" y="354666"/>
                    </a:cubicBezTo>
                    <a:cubicBezTo>
                      <a:pt x="66868" y="365048"/>
                      <a:pt x="84870" y="368477"/>
                      <a:pt x="102492" y="364858"/>
                    </a:cubicBezTo>
                    <a:cubicBezTo>
                      <a:pt x="126304" y="360000"/>
                      <a:pt x="147926" y="342284"/>
                      <a:pt x="164976" y="313709"/>
                    </a:cubicBezTo>
                    <a:cubicBezTo>
                      <a:pt x="189265" y="272846"/>
                      <a:pt x="228698" y="225031"/>
                      <a:pt x="254892" y="203790"/>
                    </a:cubicBezTo>
                    <a:cubicBezTo>
                      <a:pt x="262035" y="209029"/>
                      <a:pt x="270322" y="212553"/>
                      <a:pt x="278990" y="214077"/>
                    </a:cubicBezTo>
                    <a:cubicBezTo>
                      <a:pt x="289753" y="215887"/>
                      <a:pt x="301088" y="214649"/>
                      <a:pt x="311756" y="209791"/>
                    </a:cubicBezTo>
                    <a:cubicBezTo>
                      <a:pt x="313947" y="208838"/>
                      <a:pt x="316042" y="207696"/>
                      <a:pt x="317947" y="206457"/>
                    </a:cubicBezTo>
                    <a:cubicBezTo>
                      <a:pt x="318138" y="206362"/>
                      <a:pt x="318233" y="206267"/>
                      <a:pt x="318424" y="206171"/>
                    </a:cubicBezTo>
                    <a:cubicBezTo>
                      <a:pt x="341950" y="191408"/>
                      <a:pt x="351570" y="161213"/>
                      <a:pt x="339855" y="135115"/>
                    </a:cubicBezTo>
                    <a:cubicBezTo>
                      <a:pt x="328139" y="109207"/>
                      <a:pt x="299183" y="96539"/>
                      <a:pt x="272703" y="104254"/>
                    </a:cubicBezTo>
                    <a:cubicBezTo>
                      <a:pt x="272418" y="104349"/>
                      <a:pt x="272227" y="104349"/>
                      <a:pt x="271942" y="104444"/>
                    </a:cubicBezTo>
                    <a:cubicBezTo>
                      <a:pt x="269655" y="105111"/>
                      <a:pt x="267369" y="105968"/>
                      <a:pt x="265179" y="106921"/>
                    </a:cubicBezTo>
                    <a:cubicBezTo>
                      <a:pt x="254511" y="111779"/>
                      <a:pt x="246129" y="119494"/>
                      <a:pt x="240414" y="128733"/>
                    </a:cubicBezTo>
                    <a:cubicBezTo>
                      <a:pt x="237556" y="133400"/>
                      <a:pt x="235366" y="138354"/>
                      <a:pt x="233937" y="143592"/>
                    </a:cubicBezTo>
                    <a:cubicBezTo>
                      <a:pt x="233460" y="145307"/>
                      <a:pt x="233079" y="147117"/>
                      <a:pt x="232794" y="148926"/>
                    </a:cubicBezTo>
                    <a:cubicBezTo>
                      <a:pt x="232222" y="152546"/>
                      <a:pt x="231936" y="156165"/>
                      <a:pt x="232032" y="159785"/>
                    </a:cubicBezTo>
                    <a:cubicBezTo>
                      <a:pt x="232127" y="163404"/>
                      <a:pt x="232603" y="167119"/>
                      <a:pt x="233365" y="170834"/>
                    </a:cubicBezTo>
                    <a:cubicBezTo>
                      <a:pt x="234223" y="174453"/>
                      <a:pt x="235366" y="178073"/>
                      <a:pt x="236985" y="181692"/>
                    </a:cubicBezTo>
                    <a:cubicBezTo>
                      <a:pt x="237651" y="183121"/>
                      <a:pt x="238413" y="184550"/>
                      <a:pt x="239175" y="185883"/>
                    </a:cubicBezTo>
                    <a:cubicBezTo>
                      <a:pt x="208410" y="211220"/>
                      <a:pt x="167548" y="262845"/>
                      <a:pt x="144497" y="301517"/>
                    </a:cubicBezTo>
                    <a:cubicBezTo>
                      <a:pt x="135067" y="317328"/>
                      <a:pt x="119351" y="337140"/>
                      <a:pt x="97729" y="341522"/>
                    </a:cubicBezTo>
                    <a:cubicBezTo>
                      <a:pt x="83537" y="344379"/>
                      <a:pt x="68487" y="340093"/>
                      <a:pt x="52867" y="328758"/>
                    </a:cubicBezTo>
                    <a:cubicBezTo>
                      <a:pt x="40579" y="319805"/>
                      <a:pt x="25720" y="305041"/>
                      <a:pt x="24196" y="285419"/>
                    </a:cubicBezTo>
                    <a:cubicBezTo>
                      <a:pt x="22863" y="267608"/>
                      <a:pt x="32578" y="248177"/>
                      <a:pt x="53152" y="227793"/>
                    </a:cubicBezTo>
                    <a:cubicBezTo>
                      <a:pt x="94681" y="186645"/>
                      <a:pt x="127828" y="132638"/>
                      <a:pt x="141640" y="108445"/>
                    </a:cubicBezTo>
                    <a:cubicBezTo>
                      <a:pt x="145545" y="110064"/>
                      <a:pt x="149641" y="111302"/>
                      <a:pt x="153832" y="111969"/>
                    </a:cubicBezTo>
                    <a:cubicBezTo>
                      <a:pt x="157451" y="112541"/>
                      <a:pt x="161070" y="112826"/>
                      <a:pt x="164690" y="112731"/>
                    </a:cubicBezTo>
                    <a:cubicBezTo>
                      <a:pt x="168309" y="112636"/>
                      <a:pt x="172024" y="112160"/>
                      <a:pt x="175739" y="111398"/>
                    </a:cubicBezTo>
                    <a:cubicBezTo>
                      <a:pt x="179359" y="110540"/>
                      <a:pt x="182978" y="109397"/>
                      <a:pt x="186598" y="107778"/>
                    </a:cubicBezTo>
                    <a:cubicBezTo>
                      <a:pt x="188788" y="106826"/>
                      <a:pt x="190884" y="105683"/>
                      <a:pt x="192789" y="104444"/>
                    </a:cubicBezTo>
                    <a:cubicBezTo>
                      <a:pt x="192979" y="104349"/>
                      <a:pt x="193170" y="104254"/>
                      <a:pt x="193265" y="104159"/>
                    </a:cubicBezTo>
                    <a:cubicBezTo>
                      <a:pt x="216792" y="89395"/>
                      <a:pt x="226412" y="59201"/>
                      <a:pt x="214601" y="33102"/>
                    </a:cubicBezTo>
                    <a:cubicBezTo>
                      <a:pt x="202885" y="7194"/>
                      <a:pt x="173929" y="-5474"/>
                      <a:pt x="147354" y="2241"/>
                    </a:cubicBezTo>
                    <a:cubicBezTo>
                      <a:pt x="147069" y="2336"/>
                      <a:pt x="146878" y="2336"/>
                      <a:pt x="146592" y="2432"/>
                    </a:cubicBezTo>
                    <a:cubicBezTo>
                      <a:pt x="144307" y="3098"/>
                      <a:pt x="142020" y="3956"/>
                      <a:pt x="139830" y="4908"/>
                    </a:cubicBezTo>
                    <a:cubicBezTo>
                      <a:pt x="136305" y="6527"/>
                      <a:pt x="132972" y="8432"/>
                      <a:pt x="129924" y="10623"/>
                    </a:cubicBezTo>
                    <a:cubicBezTo>
                      <a:pt x="110207" y="24911"/>
                      <a:pt x="101634" y="50723"/>
                      <a:pt x="109540" y="74250"/>
                    </a:cubicBezTo>
                    <a:cubicBezTo>
                      <a:pt x="110112" y="76060"/>
                      <a:pt x="110874" y="77870"/>
                      <a:pt x="111636" y="79584"/>
                    </a:cubicBezTo>
                    <a:cubicBezTo>
                      <a:pt x="113255" y="83108"/>
                      <a:pt x="115160" y="86442"/>
                      <a:pt x="117351" y="89490"/>
                    </a:cubicBezTo>
                    <a:cubicBezTo>
                      <a:pt x="118684" y="91395"/>
                      <a:pt x="120208" y="93110"/>
                      <a:pt x="121732" y="94729"/>
                    </a:cubicBezTo>
                    <a:cubicBezTo>
                      <a:pt x="109159" y="116732"/>
                      <a:pt x="76393" y="171024"/>
                      <a:pt x="36198" y="210743"/>
                    </a:cubicBezTo>
                    <a:cubicBezTo>
                      <a:pt x="10480" y="236271"/>
                      <a:pt x="-1712" y="261988"/>
                      <a:pt x="193" y="287039"/>
                    </a:cubicBezTo>
                    <a:cubicBezTo>
                      <a:pt x="2289" y="309899"/>
                      <a:pt x="15528" y="330949"/>
                      <a:pt x="38865" y="34799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51" name="Forme libre : forme 11850">
                <a:extLst>
                  <a:ext uri="{FF2B5EF4-FFF2-40B4-BE49-F238E27FC236}">
                    <a16:creationId xmlns:a16="http://schemas.microsoft.com/office/drawing/2014/main" id="{3190449A-AD13-452D-BA36-EC044C276752}"/>
                  </a:ext>
                </a:extLst>
              </p:cNvPr>
              <p:cNvSpPr/>
              <p:nvPr/>
            </p:nvSpPr>
            <p:spPr>
              <a:xfrm>
                <a:off x="2182785" y="4367658"/>
                <a:ext cx="344845" cy="366253"/>
              </a:xfrm>
              <a:custGeom>
                <a:avLst/>
                <a:gdLst>
                  <a:gd name="connsiteX0" fmla="*/ 305981 w 344845"/>
                  <a:gd name="connsiteY0" fmla="*/ 18255 h 366253"/>
                  <a:gd name="connsiteX1" fmla="*/ 295884 w 344845"/>
                  <a:gd name="connsiteY1" fmla="*/ 11587 h 366253"/>
                  <a:gd name="connsiteX2" fmla="*/ 242354 w 344845"/>
                  <a:gd name="connsiteY2" fmla="*/ 1395 h 366253"/>
                  <a:gd name="connsiteX3" fmla="*/ 179870 w 344845"/>
                  <a:gd name="connsiteY3" fmla="*/ 52545 h 366253"/>
                  <a:gd name="connsiteX4" fmla="*/ 89954 w 344845"/>
                  <a:gd name="connsiteY4" fmla="*/ 162463 h 366253"/>
                  <a:gd name="connsiteX5" fmla="*/ 65856 w 344845"/>
                  <a:gd name="connsiteY5" fmla="*/ 152176 h 366253"/>
                  <a:gd name="connsiteX6" fmla="*/ 33090 w 344845"/>
                  <a:gd name="connsiteY6" fmla="*/ 156463 h 366253"/>
                  <a:gd name="connsiteX7" fmla="*/ 26898 w 344845"/>
                  <a:gd name="connsiteY7" fmla="*/ 159796 h 366253"/>
                  <a:gd name="connsiteX8" fmla="*/ 26422 w 344845"/>
                  <a:gd name="connsiteY8" fmla="*/ 160082 h 366253"/>
                  <a:gd name="connsiteX9" fmla="*/ 4991 w 344845"/>
                  <a:gd name="connsiteY9" fmla="*/ 231139 h 366253"/>
                  <a:gd name="connsiteX10" fmla="*/ 72142 w 344845"/>
                  <a:gd name="connsiteY10" fmla="*/ 262000 h 366253"/>
                  <a:gd name="connsiteX11" fmla="*/ 72904 w 344845"/>
                  <a:gd name="connsiteY11" fmla="*/ 261809 h 366253"/>
                  <a:gd name="connsiteX12" fmla="*/ 79667 w 344845"/>
                  <a:gd name="connsiteY12" fmla="*/ 259333 h 366253"/>
                  <a:gd name="connsiteX13" fmla="*/ 104432 w 344845"/>
                  <a:gd name="connsiteY13" fmla="*/ 237520 h 366253"/>
                  <a:gd name="connsiteX14" fmla="*/ 109194 w 344845"/>
                  <a:gd name="connsiteY14" fmla="*/ 227805 h 366253"/>
                  <a:gd name="connsiteX15" fmla="*/ 112052 w 344845"/>
                  <a:gd name="connsiteY15" fmla="*/ 217327 h 366253"/>
                  <a:gd name="connsiteX16" fmla="*/ 112814 w 344845"/>
                  <a:gd name="connsiteY16" fmla="*/ 206469 h 366253"/>
                  <a:gd name="connsiteX17" fmla="*/ 111480 w 344845"/>
                  <a:gd name="connsiteY17" fmla="*/ 195420 h 366253"/>
                  <a:gd name="connsiteX18" fmla="*/ 107861 w 344845"/>
                  <a:gd name="connsiteY18" fmla="*/ 184561 h 366253"/>
                  <a:gd name="connsiteX19" fmla="*/ 105670 w 344845"/>
                  <a:gd name="connsiteY19" fmla="*/ 180370 h 366253"/>
                  <a:gd name="connsiteX20" fmla="*/ 200349 w 344845"/>
                  <a:gd name="connsiteY20" fmla="*/ 64737 h 366253"/>
                  <a:gd name="connsiteX21" fmla="*/ 247116 w 344845"/>
                  <a:gd name="connsiteY21" fmla="*/ 24732 h 366253"/>
                  <a:gd name="connsiteX22" fmla="*/ 291979 w 344845"/>
                  <a:gd name="connsiteY22" fmla="*/ 37495 h 366253"/>
                  <a:gd name="connsiteX23" fmla="*/ 320649 w 344845"/>
                  <a:gd name="connsiteY23" fmla="*/ 80834 h 366253"/>
                  <a:gd name="connsiteX24" fmla="*/ 291693 w 344845"/>
                  <a:gd name="connsiteY24" fmla="*/ 138460 h 366253"/>
                  <a:gd name="connsiteX25" fmla="*/ 203206 w 344845"/>
                  <a:gd name="connsiteY25" fmla="*/ 257809 h 366253"/>
                  <a:gd name="connsiteX26" fmla="*/ 191014 w 344845"/>
                  <a:gd name="connsiteY26" fmla="*/ 254284 h 366253"/>
                  <a:gd name="connsiteX27" fmla="*/ 180156 w 344845"/>
                  <a:gd name="connsiteY27" fmla="*/ 253522 h 366253"/>
                  <a:gd name="connsiteX28" fmla="*/ 169107 w 344845"/>
                  <a:gd name="connsiteY28" fmla="*/ 254856 h 366253"/>
                  <a:gd name="connsiteX29" fmla="*/ 158248 w 344845"/>
                  <a:gd name="connsiteY29" fmla="*/ 258475 h 366253"/>
                  <a:gd name="connsiteX30" fmla="*/ 152057 w 344845"/>
                  <a:gd name="connsiteY30" fmla="*/ 261809 h 366253"/>
                  <a:gd name="connsiteX31" fmla="*/ 151581 w 344845"/>
                  <a:gd name="connsiteY31" fmla="*/ 262095 h 366253"/>
                  <a:gd name="connsiteX32" fmla="*/ 130245 w 344845"/>
                  <a:gd name="connsiteY32" fmla="*/ 333151 h 366253"/>
                  <a:gd name="connsiteX33" fmla="*/ 197491 w 344845"/>
                  <a:gd name="connsiteY33" fmla="*/ 364012 h 366253"/>
                  <a:gd name="connsiteX34" fmla="*/ 198253 w 344845"/>
                  <a:gd name="connsiteY34" fmla="*/ 363822 h 366253"/>
                  <a:gd name="connsiteX35" fmla="*/ 205016 w 344845"/>
                  <a:gd name="connsiteY35" fmla="*/ 361345 h 366253"/>
                  <a:gd name="connsiteX36" fmla="*/ 214922 w 344845"/>
                  <a:gd name="connsiteY36" fmla="*/ 355630 h 366253"/>
                  <a:gd name="connsiteX37" fmla="*/ 235305 w 344845"/>
                  <a:gd name="connsiteY37" fmla="*/ 292003 h 366253"/>
                  <a:gd name="connsiteX38" fmla="*/ 233210 w 344845"/>
                  <a:gd name="connsiteY38" fmla="*/ 286669 h 366253"/>
                  <a:gd name="connsiteX39" fmla="*/ 227495 w 344845"/>
                  <a:gd name="connsiteY39" fmla="*/ 276763 h 366253"/>
                  <a:gd name="connsiteX40" fmla="*/ 223113 w 344845"/>
                  <a:gd name="connsiteY40" fmla="*/ 271525 h 366253"/>
                  <a:gd name="connsiteX41" fmla="*/ 308648 w 344845"/>
                  <a:gd name="connsiteY41" fmla="*/ 155510 h 366253"/>
                  <a:gd name="connsiteX42" fmla="*/ 344652 w 344845"/>
                  <a:gd name="connsiteY42" fmla="*/ 79215 h 366253"/>
                  <a:gd name="connsiteX43" fmla="*/ 305981 w 344845"/>
                  <a:gd name="connsiteY43" fmla="*/ 18255 h 36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44845" h="366253">
                    <a:moveTo>
                      <a:pt x="305981" y="18255"/>
                    </a:moveTo>
                    <a:cubicBezTo>
                      <a:pt x="302647" y="15778"/>
                      <a:pt x="299218" y="13588"/>
                      <a:pt x="295884" y="11587"/>
                    </a:cubicBezTo>
                    <a:cubicBezTo>
                      <a:pt x="277977" y="1205"/>
                      <a:pt x="259975" y="-2224"/>
                      <a:pt x="242354" y="1395"/>
                    </a:cubicBezTo>
                    <a:cubicBezTo>
                      <a:pt x="218541" y="6253"/>
                      <a:pt x="196920" y="23970"/>
                      <a:pt x="179870" y="52545"/>
                    </a:cubicBezTo>
                    <a:cubicBezTo>
                      <a:pt x="155581" y="93407"/>
                      <a:pt x="116148" y="141223"/>
                      <a:pt x="89954" y="162463"/>
                    </a:cubicBezTo>
                    <a:cubicBezTo>
                      <a:pt x="82810" y="157225"/>
                      <a:pt x="74523" y="153700"/>
                      <a:pt x="65856" y="152176"/>
                    </a:cubicBezTo>
                    <a:cubicBezTo>
                      <a:pt x="55092" y="150367"/>
                      <a:pt x="43758" y="151605"/>
                      <a:pt x="33090" y="156463"/>
                    </a:cubicBezTo>
                    <a:cubicBezTo>
                      <a:pt x="30899" y="157415"/>
                      <a:pt x="28803" y="158558"/>
                      <a:pt x="26898" y="159796"/>
                    </a:cubicBezTo>
                    <a:cubicBezTo>
                      <a:pt x="26708" y="159892"/>
                      <a:pt x="26613" y="159987"/>
                      <a:pt x="26422" y="160082"/>
                    </a:cubicBezTo>
                    <a:cubicBezTo>
                      <a:pt x="2895" y="174846"/>
                      <a:pt x="-6725" y="205040"/>
                      <a:pt x="4991" y="231139"/>
                    </a:cubicBezTo>
                    <a:cubicBezTo>
                      <a:pt x="16707" y="257047"/>
                      <a:pt x="45663" y="269715"/>
                      <a:pt x="72142" y="262000"/>
                    </a:cubicBezTo>
                    <a:cubicBezTo>
                      <a:pt x="72428" y="261904"/>
                      <a:pt x="72618" y="261904"/>
                      <a:pt x="72904" y="261809"/>
                    </a:cubicBezTo>
                    <a:cubicBezTo>
                      <a:pt x="75190" y="261142"/>
                      <a:pt x="77476" y="260285"/>
                      <a:pt x="79667" y="259333"/>
                    </a:cubicBezTo>
                    <a:cubicBezTo>
                      <a:pt x="90335" y="254475"/>
                      <a:pt x="98717" y="246760"/>
                      <a:pt x="104432" y="237520"/>
                    </a:cubicBezTo>
                    <a:cubicBezTo>
                      <a:pt x="106337" y="234472"/>
                      <a:pt x="107956" y="231139"/>
                      <a:pt x="109194" y="227805"/>
                    </a:cubicBezTo>
                    <a:cubicBezTo>
                      <a:pt x="110433" y="224471"/>
                      <a:pt x="111385" y="220947"/>
                      <a:pt x="112052" y="217327"/>
                    </a:cubicBezTo>
                    <a:cubicBezTo>
                      <a:pt x="112623" y="213708"/>
                      <a:pt x="112909" y="210088"/>
                      <a:pt x="112814" y="206469"/>
                    </a:cubicBezTo>
                    <a:cubicBezTo>
                      <a:pt x="112719" y="202849"/>
                      <a:pt x="112242" y="199135"/>
                      <a:pt x="111480" y="195420"/>
                    </a:cubicBezTo>
                    <a:cubicBezTo>
                      <a:pt x="110623" y="191800"/>
                      <a:pt x="109480" y="188181"/>
                      <a:pt x="107861" y="184561"/>
                    </a:cubicBezTo>
                    <a:cubicBezTo>
                      <a:pt x="107194" y="183133"/>
                      <a:pt x="106432" y="181704"/>
                      <a:pt x="105670" y="180370"/>
                    </a:cubicBezTo>
                    <a:cubicBezTo>
                      <a:pt x="136436" y="155034"/>
                      <a:pt x="177298" y="103408"/>
                      <a:pt x="200349" y="64737"/>
                    </a:cubicBezTo>
                    <a:cubicBezTo>
                      <a:pt x="209778" y="48925"/>
                      <a:pt x="225495" y="29113"/>
                      <a:pt x="247116" y="24732"/>
                    </a:cubicBezTo>
                    <a:cubicBezTo>
                      <a:pt x="261309" y="21874"/>
                      <a:pt x="276358" y="26161"/>
                      <a:pt x="291979" y="37495"/>
                    </a:cubicBezTo>
                    <a:cubicBezTo>
                      <a:pt x="304266" y="46449"/>
                      <a:pt x="319125" y="61213"/>
                      <a:pt x="320649" y="80834"/>
                    </a:cubicBezTo>
                    <a:cubicBezTo>
                      <a:pt x="321983" y="98646"/>
                      <a:pt x="312267" y="118077"/>
                      <a:pt x="291693" y="138460"/>
                    </a:cubicBezTo>
                    <a:cubicBezTo>
                      <a:pt x="250164" y="179608"/>
                      <a:pt x="217017" y="233615"/>
                      <a:pt x="203206" y="257809"/>
                    </a:cubicBezTo>
                    <a:cubicBezTo>
                      <a:pt x="199301" y="256189"/>
                      <a:pt x="195205" y="254951"/>
                      <a:pt x="191014" y="254284"/>
                    </a:cubicBezTo>
                    <a:cubicBezTo>
                      <a:pt x="187395" y="253713"/>
                      <a:pt x="183775" y="253427"/>
                      <a:pt x="180156" y="253522"/>
                    </a:cubicBezTo>
                    <a:cubicBezTo>
                      <a:pt x="176536" y="253618"/>
                      <a:pt x="172821" y="254094"/>
                      <a:pt x="169107" y="254856"/>
                    </a:cubicBezTo>
                    <a:cubicBezTo>
                      <a:pt x="165487" y="255713"/>
                      <a:pt x="161868" y="256856"/>
                      <a:pt x="158248" y="258475"/>
                    </a:cubicBezTo>
                    <a:cubicBezTo>
                      <a:pt x="156057" y="259428"/>
                      <a:pt x="153962" y="260571"/>
                      <a:pt x="152057" y="261809"/>
                    </a:cubicBezTo>
                    <a:cubicBezTo>
                      <a:pt x="151866" y="261904"/>
                      <a:pt x="151676" y="262000"/>
                      <a:pt x="151581" y="262095"/>
                    </a:cubicBezTo>
                    <a:cubicBezTo>
                      <a:pt x="128054" y="276859"/>
                      <a:pt x="118434" y="307053"/>
                      <a:pt x="130245" y="333151"/>
                    </a:cubicBezTo>
                    <a:cubicBezTo>
                      <a:pt x="141960" y="359059"/>
                      <a:pt x="170916" y="371728"/>
                      <a:pt x="197491" y="364012"/>
                    </a:cubicBezTo>
                    <a:cubicBezTo>
                      <a:pt x="197777" y="363917"/>
                      <a:pt x="197967" y="363917"/>
                      <a:pt x="198253" y="363822"/>
                    </a:cubicBezTo>
                    <a:cubicBezTo>
                      <a:pt x="200539" y="363155"/>
                      <a:pt x="202825" y="362298"/>
                      <a:pt x="205016" y="361345"/>
                    </a:cubicBezTo>
                    <a:cubicBezTo>
                      <a:pt x="208540" y="359726"/>
                      <a:pt x="211874" y="357821"/>
                      <a:pt x="214922" y="355630"/>
                    </a:cubicBezTo>
                    <a:cubicBezTo>
                      <a:pt x="234639" y="341343"/>
                      <a:pt x="243211" y="315530"/>
                      <a:pt x="235305" y="292003"/>
                    </a:cubicBezTo>
                    <a:cubicBezTo>
                      <a:pt x="234734" y="290194"/>
                      <a:pt x="233972" y="288384"/>
                      <a:pt x="233210" y="286669"/>
                    </a:cubicBezTo>
                    <a:cubicBezTo>
                      <a:pt x="231591" y="283145"/>
                      <a:pt x="229686" y="279811"/>
                      <a:pt x="227495" y="276763"/>
                    </a:cubicBezTo>
                    <a:cubicBezTo>
                      <a:pt x="226161" y="274858"/>
                      <a:pt x="224637" y="273144"/>
                      <a:pt x="223113" y="271525"/>
                    </a:cubicBezTo>
                    <a:cubicBezTo>
                      <a:pt x="235686" y="249522"/>
                      <a:pt x="268452" y="195229"/>
                      <a:pt x="308648" y="155510"/>
                    </a:cubicBezTo>
                    <a:cubicBezTo>
                      <a:pt x="334365" y="129983"/>
                      <a:pt x="346557" y="104266"/>
                      <a:pt x="344652" y="79215"/>
                    </a:cubicBezTo>
                    <a:cubicBezTo>
                      <a:pt x="342557" y="56260"/>
                      <a:pt x="329317" y="35305"/>
                      <a:pt x="305981" y="1825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52" name="Forme libre : forme 11851">
                <a:extLst>
                  <a:ext uri="{FF2B5EF4-FFF2-40B4-BE49-F238E27FC236}">
                    <a16:creationId xmlns:a16="http://schemas.microsoft.com/office/drawing/2014/main" id="{DB9893E6-DE3A-431E-B6AD-25A2C86A5B2E}"/>
                  </a:ext>
                </a:extLst>
              </p:cNvPr>
              <p:cNvSpPr/>
              <p:nvPr/>
            </p:nvSpPr>
            <p:spPr>
              <a:xfrm>
                <a:off x="2545880" y="2082915"/>
                <a:ext cx="297851" cy="376904"/>
              </a:xfrm>
              <a:custGeom>
                <a:avLst/>
                <a:gdLst>
                  <a:gd name="connsiteX0" fmla="*/ 280642 w 297851"/>
                  <a:gd name="connsiteY0" fmla="*/ 240455 h 376904"/>
                  <a:gd name="connsiteX1" fmla="*/ 229492 w 297851"/>
                  <a:gd name="connsiteY1" fmla="*/ 107962 h 376904"/>
                  <a:gd name="connsiteX2" fmla="*/ 233779 w 297851"/>
                  <a:gd name="connsiteY2" fmla="*/ 105867 h 376904"/>
                  <a:gd name="connsiteX3" fmla="*/ 242732 w 297851"/>
                  <a:gd name="connsiteY3" fmla="*/ 99771 h 376904"/>
                  <a:gd name="connsiteX4" fmla="*/ 262830 w 297851"/>
                  <a:gd name="connsiteY4" fmla="*/ 61575 h 376904"/>
                  <a:gd name="connsiteX5" fmla="*/ 263020 w 297851"/>
                  <a:gd name="connsiteY5" fmla="*/ 54527 h 376904"/>
                  <a:gd name="connsiteX6" fmla="*/ 263020 w 297851"/>
                  <a:gd name="connsiteY6" fmla="*/ 53955 h 376904"/>
                  <a:gd name="connsiteX7" fmla="*/ 211871 w 297851"/>
                  <a:gd name="connsiteY7" fmla="*/ 234 h 376904"/>
                  <a:gd name="connsiteX8" fmla="*/ 151864 w 297851"/>
                  <a:gd name="connsiteY8" fmla="*/ 43383 h 376904"/>
                  <a:gd name="connsiteX9" fmla="*/ 151673 w 297851"/>
                  <a:gd name="connsiteY9" fmla="*/ 44145 h 376904"/>
                  <a:gd name="connsiteX10" fmla="*/ 150530 w 297851"/>
                  <a:gd name="connsiteY10" fmla="*/ 51288 h 376904"/>
                  <a:gd name="connsiteX11" fmla="*/ 150625 w 297851"/>
                  <a:gd name="connsiteY11" fmla="*/ 62718 h 376904"/>
                  <a:gd name="connsiteX12" fmla="*/ 175390 w 297851"/>
                  <a:gd name="connsiteY12" fmla="*/ 103390 h 376904"/>
                  <a:gd name="connsiteX13" fmla="*/ 201584 w 297851"/>
                  <a:gd name="connsiteY13" fmla="*/ 112629 h 376904"/>
                  <a:gd name="connsiteX14" fmla="*/ 206347 w 297851"/>
                  <a:gd name="connsiteY14" fmla="*/ 112820 h 376904"/>
                  <a:gd name="connsiteX15" fmla="*/ 260068 w 297851"/>
                  <a:gd name="connsiteY15" fmla="*/ 252266 h 376904"/>
                  <a:gd name="connsiteX16" fmla="*/ 271783 w 297851"/>
                  <a:gd name="connsiteY16" fmla="*/ 312654 h 376904"/>
                  <a:gd name="connsiteX17" fmla="*/ 238541 w 297851"/>
                  <a:gd name="connsiteY17" fmla="*/ 345325 h 376904"/>
                  <a:gd name="connsiteX18" fmla="*/ 186725 w 297851"/>
                  <a:gd name="connsiteY18" fmla="*/ 348849 h 376904"/>
                  <a:gd name="connsiteX19" fmla="*/ 150911 w 297851"/>
                  <a:gd name="connsiteY19" fmla="*/ 295128 h 376904"/>
                  <a:gd name="connsiteX20" fmla="*/ 90904 w 297851"/>
                  <a:gd name="connsiteY20" fmla="*/ 159207 h 376904"/>
                  <a:gd name="connsiteX21" fmla="*/ 92713 w 297851"/>
                  <a:gd name="connsiteY21" fmla="*/ 157778 h 376904"/>
                  <a:gd name="connsiteX22" fmla="*/ 100048 w 297851"/>
                  <a:gd name="connsiteY22" fmla="*/ 150444 h 376904"/>
                  <a:gd name="connsiteX23" fmla="*/ 106144 w 297851"/>
                  <a:gd name="connsiteY23" fmla="*/ 141395 h 376904"/>
                  <a:gd name="connsiteX24" fmla="*/ 112525 w 297851"/>
                  <a:gd name="connsiteY24" fmla="*/ 119964 h 376904"/>
                  <a:gd name="connsiteX25" fmla="*/ 112716 w 297851"/>
                  <a:gd name="connsiteY25" fmla="*/ 112915 h 376904"/>
                  <a:gd name="connsiteX26" fmla="*/ 112716 w 297851"/>
                  <a:gd name="connsiteY26" fmla="*/ 112344 h 376904"/>
                  <a:gd name="connsiteX27" fmla="*/ 61567 w 297851"/>
                  <a:gd name="connsiteY27" fmla="*/ 58623 h 376904"/>
                  <a:gd name="connsiteX28" fmla="*/ 1559 w 297851"/>
                  <a:gd name="connsiteY28" fmla="*/ 101771 h 376904"/>
                  <a:gd name="connsiteX29" fmla="*/ 1369 w 297851"/>
                  <a:gd name="connsiteY29" fmla="*/ 102533 h 376904"/>
                  <a:gd name="connsiteX30" fmla="*/ 226 w 297851"/>
                  <a:gd name="connsiteY30" fmla="*/ 109677 h 376904"/>
                  <a:gd name="connsiteX31" fmla="*/ 4512 w 297851"/>
                  <a:gd name="connsiteY31" fmla="*/ 137109 h 376904"/>
                  <a:gd name="connsiteX32" fmla="*/ 16704 w 297851"/>
                  <a:gd name="connsiteY32" fmla="*/ 154920 h 376904"/>
                  <a:gd name="connsiteX33" fmla="*/ 51280 w 297851"/>
                  <a:gd name="connsiteY33" fmla="*/ 171018 h 376904"/>
                  <a:gd name="connsiteX34" fmla="*/ 69472 w 297851"/>
                  <a:gd name="connsiteY34" fmla="*/ 169684 h 376904"/>
                  <a:gd name="connsiteX35" fmla="*/ 128051 w 297851"/>
                  <a:gd name="connsiteY35" fmla="*/ 301415 h 376904"/>
                  <a:gd name="connsiteX36" fmla="*/ 176629 w 297851"/>
                  <a:gd name="connsiteY36" fmla="*/ 370376 h 376904"/>
                  <a:gd name="connsiteX37" fmla="*/ 248447 w 297851"/>
                  <a:gd name="connsiteY37" fmla="*/ 367042 h 376904"/>
                  <a:gd name="connsiteX38" fmla="*/ 259210 w 297851"/>
                  <a:gd name="connsiteY38" fmla="*/ 361518 h 376904"/>
                  <a:gd name="connsiteX39" fmla="*/ 294548 w 297851"/>
                  <a:gd name="connsiteY39" fmla="*/ 319989 h 376904"/>
                  <a:gd name="connsiteX40" fmla="*/ 280642 w 297851"/>
                  <a:gd name="connsiteY40" fmla="*/ 240455 h 376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97851" h="376904">
                    <a:moveTo>
                      <a:pt x="280642" y="240455"/>
                    </a:moveTo>
                    <a:cubicBezTo>
                      <a:pt x="257115" y="199116"/>
                      <a:pt x="235112" y="141204"/>
                      <a:pt x="229492" y="107962"/>
                    </a:cubicBezTo>
                    <a:cubicBezTo>
                      <a:pt x="230921" y="107295"/>
                      <a:pt x="232350" y="106629"/>
                      <a:pt x="233779" y="105867"/>
                    </a:cubicBezTo>
                    <a:cubicBezTo>
                      <a:pt x="236922" y="104152"/>
                      <a:pt x="239970" y="102057"/>
                      <a:pt x="242732" y="99771"/>
                    </a:cubicBezTo>
                    <a:cubicBezTo>
                      <a:pt x="253876" y="90531"/>
                      <a:pt x="261401" y="77101"/>
                      <a:pt x="262830" y="61575"/>
                    </a:cubicBezTo>
                    <a:cubicBezTo>
                      <a:pt x="263020" y="59194"/>
                      <a:pt x="263020" y="56813"/>
                      <a:pt x="263020" y="54527"/>
                    </a:cubicBezTo>
                    <a:cubicBezTo>
                      <a:pt x="263020" y="54336"/>
                      <a:pt x="263020" y="54146"/>
                      <a:pt x="263020" y="53955"/>
                    </a:cubicBezTo>
                    <a:cubicBezTo>
                      <a:pt x="261782" y="26142"/>
                      <a:pt x="240256" y="2901"/>
                      <a:pt x="211871" y="234"/>
                    </a:cubicBezTo>
                    <a:cubicBezTo>
                      <a:pt x="183487" y="-2337"/>
                      <a:pt x="158245" y="16522"/>
                      <a:pt x="151864" y="43383"/>
                    </a:cubicBezTo>
                    <a:cubicBezTo>
                      <a:pt x="151768" y="43668"/>
                      <a:pt x="151768" y="43859"/>
                      <a:pt x="151673" y="44145"/>
                    </a:cubicBezTo>
                    <a:cubicBezTo>
                      <a:pt x="151197" y="46431"/>
                      <a:pt x="150721" y="48812"/>
                      <a:pt x="150530" y="51288"/>
                    </a:cubicBezTo>
                    <a:cubicBezTo>
                      <a:pt x="150149" y="55194"/>
                      <a:pt x="150244" y="59004"/>
                      <a:pt x="150625" y="62718"/>
                    </a:cubicBezTo>
                    <a:cubicBezTo>
                      <a:pt x="152530" y="79482"/>
                      <a:pt x="161770" y="94341"/>
                      <a:pt x="175390" y="103390"/>
                    </a:cubicBezTo>
                    <a:cubicBezTo>
                      <a:pt x="182915" y="108438"/>
                      <a:pt x="191869" y="111772"/>
                      <a:pt x="201584" y="112629"/>
                    </a:cubicBezTo>
                    <a:cubicBezTo>
                      <a:pt x="203203" y="112820"/>
                      <a:pt x="204727" y="112820"/>
                      <a:pt x="206347" y="112820"/>
                    </a:cubicBezTo>
                    <a:cubicBezTo>
                      <a:pt x="213109" y="152063"/>
                      <a:pt x="237874" y="213213"/>
                      <a:pt x="260068" y="252266"/>
                    </a:cubicBezTo>
                    <a:cubicBezTo>
                      <a:pt x="269212" y="268268"/>
                      <a:pt x="278546" y="291699"/>
                      <a:pt x="271783" y="312654"/>
                    </a:cubicBezTo>
                    <a:cubicBezTo>
                      <a:pt x="267307" y="326370"/>
                      <a:pt x="256067" y="337419"/>
                      <a:pt x="238541" y="345325"/>
                    </a:cubicBezTo>
                    <a:cubicBezTo>
                      <a:pt x="224730" y="351516"/>
                      <a:pt x="204537" y="357231"/>
                      <a:pt x="186725" y="348849"/>
                    </a:cubicBezTo>
                    <a:cubicBezTo>
                      <a:pt x="170533" y="341229"/>
                      <a:pt x="158531" y="323132"/>
                      <a:pt x="150911" y="295128"/>
                    </a:cubicBezTo>
                    <a:cubicBezTo>
                      <a:pt x="135671" y="238645"/>
                      <a:pt x="105001" y="183210"/>
                      <a:pt x="90904" y="159207"/>
                    </a:cubicBezTo>
                    <a:cubicBezTo>
                      <a:pt x="91475" y="158730"/>
                      <a:pt x="92142" y="158254"/>
                      <a:pt x="92713" y="157778"/>
                    </a:cubicBezTo>
                    <a:cubicBezTo>
                      <a:pt x="95380" y="155587"/>
                      <a:pt x="97762" y="153111"/>
                      <a:pt x="100048" y="150444"/>
                    </a:cubicBezTo>
                    <a:cubicBezTo>
                      <a:pt x="102334" y="147681"/>
                      <a:pt x="104334" y="144633"/>
                      <a:pt x="106144" y="141395"/>
                    </a:cubicBezTo>
                    <a:cubicBezTo>
                      <a:pt x="109573" y="134918"/>
                      <a:pt x="111859" y="127679"/>
                      <a:pt x="112525" y="119964"/>
                    </a:cubicBezTo>
                    <a:cubicBezTo>
                      <a:pt x="112716" y="117582"/>
                      <a:pt x="112716" y="115201"/>
                      <a:pt x="112716" y="112915"/>
                    </a:cubicBezTo>
                    <a:cubicBezTo>
                      <a:pt x="112716" y="112725"/>
                      <a:pt x="112716" y="112534"/>
                      <a:pt x="112716" y="112344"/>
                    </a:cubicBezTo>
                    <a:cubicBezTo>
                      <a:pt x="111478" y="84531"/>
                      <a:pt x="89951" y="61290"/>
                      <a:pt x="61567" y="58623"/>
                    </a:cubicBezTo>
                    <a:cubicBezTo>
                      <a:pt x="33182" y="56051"/>
                      <a:pt x="7941" y="74910"/>
                      <a:pt x="1559" y="101771"/>
                    </a:cubicBezTo>
                    <a:cubicBezTo>
                      <a:pt x="1464" y="102057"/>
                      <a:pt x="1464" y="102247"/>
                      <a:pt x="1369" y="102533"/>
                    </a:cubicBezTo>
                    <a:cubicBezTo>
                      <a:pt x="892" y="104819"/>
                      <a:pt x="416" y="107200"/>
                      <a:pt x="226" y="109677"/>
                    </a:cubicBezTo>
                    <a:cubicBezTo>
                      <a:pt x="-632" y="119392"/>
                      <a:pt x="988" y="128727"/>
                      <a:pt x="4512" y="137109"/>
                    </a:cubicBezTo>
                    <a:cubicBezTo>
                      <a:pt x="7369" y="143776"/>
                      <a:pt x="11560" y="149872"/>
                      <a:pt x="16704" y="154920"/>
                    </a:cubicBezTo>
                    <a:cubicBezTo>
                      <a:pt x="25657" y="163874"/>
                      <a:pt x="37659" y="169779"/>
                      <a:pt x="51280" y="171018"/>
                    </a:cubicBezTo>
                    <a:cubicBezTo>
                      <a:pt x="57566" y="171589"/>
                      <a:pt x="63662" y="171113"/>
                      <a:pt x="69472" y="169684"/>
                    </a:cubicBezTo>
                    <a:cubicBezTo>
                      <a:pt x="82426" y="191496"/>
                      <a:pt x="113383" y="246837"/>
                      <a:pt x="128051" y="301415"/>
                    </a:cubicBezTo>
                    <a:cubicBezTo>
                      <a:pt x="137481" y="336467"/>
                      <a:pt x="153864" y="359613"/>
                      <a:pt x="176629" y="370376"/>
                    </a:cubicBezTo>
                    <a:cubicBezTo>
                      <a:pt x="197203" y="380091"/>
                      <a:pt x="222063" y="378948"/>
                      <a:pt x="248447" y="367042"/>
                    </a:cubicBezTo>
                    <a:cubicBezTo>
                      <a:pt x="252257" y="365328"/>
                      <a:pt x="255877" y="363518"/>
                      <a:pt x="259210" y="361518"/>
                    </a:cubicBezTo>
                    <a:cubicBezTo>
                      <a:pt x="277117" y="351040"/>
                      <a:pt x="289024" y="337134"/>
                      <a:pt x="294548" y="319989"/>
                    </a:cubicBezTo>
                    <a:cubicBezTo>
                      <a:pt x="301787" y="296843"/>
                      <a:pt x="297120" y="269411"/>
                      <a:pt x="280642" y="24045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53" name="Forme libre : forme 11852">
                <a:extLst>
                  <a:ext uri="{FF2B5EF4-FFF2-40B4-BE49-F238E27FC236}">
                    <a16:creationId xmlns:a16="http://schemas.microsoft.com/office/drawing/2014/main" id="{B0DD235C-2EC4-41FF-9457-19FE9CE62704}"/>
                  </a:ext>
                </a:extLst>
              </p:cNvPr>
              <p:cNvSpPr/>
              <p:nvPr/>
            </p:nvSpPr>
            <p:spPr>
              <a:xfrm>
                <a:off x="3593623" y="2103385"/>
                <a:ext cx="178633" cy="352879"/>
              </a:xfrm>
              <a:custGeom>
                <a:avLst/>
                <a:gdLst>
                  <a:gd name="connsiteX0" fmla="*/ 22331 w 178633"/>
                  <a:gd name="connsiteY0" fmla="*/ 340285 h 352879"/>
                  <a:gd name="connsiteX1" fmla="*/ 22331 w 178633"/>
                  <a:gd name="connsiteY1" fmla="*/ 340285 h 352879"/>
                  <a:gd name="connsiteX2" fmla="*/ 45953 w 178633"/>
                  <a:gd name="connsiteY2" fmla="*/ 337333 h 352879"/>
                  <a:gd name="connsiteX3" fmla="*/ 44905 w 178633"/>
                  <a:gd name="connsiteY3" fmla="*/ 311901 h 352879"/>
                  <a:gd name="connsiteX4" fmla="*/ 114533 w 178633"/>
                  <a:gd name="connsiteY4" fmla="*/ 112352 h 352879"/>
                  <a:gd name="connsiteX5" fmla="*/ 120724 w 178633"/>
                  <a:gd name="connsiteY5" fmla="*/ 112828 h 352879"/>
                  <a:gd name="connsiteX6" fmla="*/ 126153 w 178633"/>
                  <a:gd name="connsiteY6" fmla="*/ 112733 h 352879"/>
                  <a:gd name="connsiteX7" fmla="*/ 147013 w 178633"/>
                  <a:gd name="connsiteY7" fmla="*/ 107113 h 352879"/>
                  <a:gd name="connsiteX8" fmla="*/ 168159 w 178633"/>
                  <a:gd name="connsiteY8" fmla="*/ 89111 h 352879"/>
                  <a:gd name="connsiteX9" fmla="*/ 171873 w 178633"/>
                  <a:gd name="connsiteY9" fmla="*/ 83110 h 352879"/>
                  <a:gd name="connsiteX10" fmla="*/ 172159 w 178633"/>
                  <a:gd name="connsiteY10" fmla="*/ 82539 h 352879"/>
                  <a:gd name="connsiteX11" fmla="*/ 154919 w 178633"/>
                  <a:gd name="connsiteY11" fmla="*/ 10434 h 352879"/>
                  <a:gd name="connsiteX12" fmla="*/ 81291 w 178633"/>
                  <a:gd name="connsiteY12" fmla="*/ 17578 h 352879"/>
                  <a:gd name="connsiteX13" fmla="*/ 80719 w 178633"/>
                  <a:gd name="connsiteY13" fmla="*/ 18150 h 352879"/>
                  <a:gd name="connsiteX14" fmla="*/ 76147 w 178633"/>
                  <a:gd name="connsiteY14" fmla="*/ 23674 h 352879"/>
                  <a:gd name="connsiteX15" fmla="*/ 67003 w 178633"/>
                  <a:gd name="connsiteY15" fmla="*/ 44153 h 352879"/>
                  <a:gd name="connsiteX16" fmla="*/ 65669 w 178633"/>
                  <a:gd name="connsiteY16" fmla="*/ 55011 h 352879"/>
                  <a:gd name="connsiteX17" fmla="*/ 65765 w 178633"/>
                  <a:gd name="connsiteY17" fmla="*/ 60441 h 352879"/>
                  <a:gd name="connsiteX18" fmla="*/ 67575 w 178633"/>
                  <a:gd name="connsiteY18" fmla="*/ 71109 h 352879"/>
                  <a:gd name="connsiteX19" fmla="*/ 69194 w 178633"/>
                  <a:gd name="connsiteY19" fmla="*/ 76252 h 352879"/>
                  <a:gd name="connsiteX20" fmla="*/ 73956 w 178633"/>
                  <a:gd name="connsiteY20" fmla="*/ 86063 h 352879"/>
                  <a:gd name="connsiteX21" fmla="*/ 80719 w 178633"/>
                  <a:gd name="connsiteY21" fmla="*/ 94921 h 352879"/>
                  <a:gd name="connsiteX22" fmla="*/ 89292 w 178633"/>
                  <a:gd name="connsiteY22" fmla="*/ 102446 h 352879"/>
                  <a:gd name="connsiteX23" fmla="*/ 92054 w 178633"/>
                  <a:gd name="connsiteY23" fmla="*/ 104256 h 352879"/>
                  <a:gd name="connsiteX24" fmla="*/ 22712 w 178633"/>
                  <a:gd name="connsiteY24" fmla="*/ 302947 h 352879"/>
                  <a:gd name="connsiteX25" fmla="*/ 5567 w 178633"/>
                  <a:gd name="connsiteY25" fmla="*/ 323426 h 352879"/>
                  <a:gd name="connsiteX26" fmla="*/ 22331 w 178633"/>
                  <a:gd name="connsiteY26" fmla="*/ 340285 h 352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8633" h="352879">
                    <a:moveTo>
                      <a:pt x="22331" y="340285"/>
                    </a:moveTo>
                    <a:lnTo>
                      <a:pt x="22331" y="340285"/>
                    </a:lnTo>
                    <a:cubicBezTo>
                      <a:pt x="29951" y="361335"/>
                      <a:pt x="49763" y="352954"/>
                      <a:pt x="45953" y="337333"/>
                    </a:cubicBezTo>
                    <a:cubicBezTo>
                      <a:pt x="43000" y="325522"/>
                      <a:pt x="44143" y="315901"/>
                      <a:pt x="44905" y="311901"/>
                    </a:cubicBezTo>
                    <a:lnTo>
                      <a:pt x="114533" y="112352"/>
                    </a:lnTo>
                    <a:cubicBezTo>
                      <a:pt x="116628" y="112638"/>
                      <a:pt x="118629" y="112828"/>
                      <a:pt x="120724" y="112828"/>
                    </a:cubicBezTo>
                    <a:cubicBezTo>
                      <a:pt x="122534" y="112828"/>
                      <a:pt x="124344" y="112828"/>
                      <a:pt x="126153" y="112733"/>
                    </a:cubicBezTo>
                    <a:cubicBezTo>
                      <a:pt x="133392" y="112257"/>
                      <a:pt x="140441" y="110352"/>
                      <a:pt x="147013" y="107113"/>
                    </a:cubicBezTo>
                    <a:cubicBezTo>
                      <a:pt x="155205" y="103113"/>
                      <a:pt x="162539" y="97112"/>
                      <a:pt x="168159" y="89111"/>
                    </a:cubicBezTo>
                    <a:cubicBezTo>
                      <a:pt x="169587" y="87111"/>
                      <a:pt x="170731" y="85111"/>
                      <a:pt x="171873" y="83110"/>
                    </a:cubicBezTo>
                    <a:cubicBezTo>
                      <a:pt x="171969" y="82920"/>
                      <a:pt x="172064" y="82729"/>
                      <a:pt x="172159" y="82539"/>
                    </a:cubicBezTo>
                    <a:cubicBezTo>
                      <a:pt x="185113" y="57964"/>
                      <a:pt x="178255" y="27008"/>
                      <a:pt x="154919" y="10434"/>
                    </a:cubicBezTo>
                    <a:cubicBezTo>
                      <a:pt x="131773" y="-6044"/>
                      <a:pt x="100341" y="-2519"/>
                      <a:pt x="81291" y="17578"/>
                    </a:cubicBezTo>
                    <a:cubicBezTo>
                      <a:pt x="81100" y="17769"/>
                      <a:pt x="80910" y="17959"/>
                      <a:pt x="80719" y="18150"/>
                    </a:cubicBezTo>
                    <a:cubicBezTo>
                      <a:pt x="79100" y="19864"/>
                      <a:pt x="77576" y="21769"/>
                      <a:pt x="76147" y="23674"/>
                    </a:cubicBezTo>
                    <a:cubicBezTo>
                      <a:pt x="71670" y="30056"/>
                      <a:pt x="68622" y="37009"/>
                      <a:pt x="67003" y="44153"/>
                    </a:cubicBezTo>
                    <a:cubicBezTo>
                      <a:pt x="66241" y="47773"/>
                      <a:pt x="65765" y="51392"/>
                      <a:pt x="65669" y="55011"/>
                    </a:cubicBezTo>
                    <a:cubicBezTo>
                      <a:pt x="65669" y="56821"/>
                      <a:pt x="65669" y="58631"/>
                      <a:pt x="65765" y="60441"/>
                    </a:cubicBezTo>
                    <a:cubicBezTo>
                      <a:pt x="66051" y="64060"/>
                      <a:pt x="66622" y="67584"/>
                      <a:pt x="67575" y="71109"/>
                    </a:cubicBezTo>
                    <a:cubicBezTo>
                      <a:pt x="68051" y="72823"/>
                      <a:pt x="68622" y="74538"/>
                      <a:pt x="69194" y="76252"/>
                    </a:cubicBezTo>
                    <a:cubicBezTo>
                      <a:pt x="70432" y="79681"/>
                      <a:pt x="72051" y="82920"/>
                      <a:pt x="73956" y="86063"/>
                    </a:cubicBezTo>
                    <a:cubicBezTo>
                      <a:pt x="75861" y="89206"/>
                      <a:pt x="78147" y="92159"/>
                      <a:pt x="80719" y="94921"/>
                    </a:cubicBezTo>
                    <a:cubicBezTo>
                      <a:pt x="83291" y="97684"/>
                      <a:pt x="86148" y="100160"/>
                      <a:pt x="89292" y="102446"/>
                    </a:cubicBezTo>
                    <a:cubicBezTo>
                      <a:pt x="90149" y="103113"/>
                      <a:pt x="91101" y="103589"/>
                      <a:pt x="92054" y="104256"/>
                    </a:cubicBezTo>
                    <a:lnTo>
                      <a:pt x="22712" y="302947"/>
                    </a:lnTo>
                    <a:cubicBezTo>
                      <a:pt x="21569" y="305424"/>
                      <a:pt x="16521" y="314949"/>
                      <a:pt x="5567" y="323426"/>
                    </a:cubicBezTo>
                    <a:cubicBezTo>
                      <a:pt x="-7101" y="333237"/>
                      <a:pt x="3281" y="352096"/>
                      <a:pt x="22331" y="34028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54" name="Forme libre : forme 11853">
                <a:extLst>
                  <a:ext uri="{FF2B5EF4-FFF2-40B4-BE49-F238E27FC236}">
                    <a16:creationId xmlns:a16="http://schemas.microsoft.com/office/drawing/2014/main" id="{3067C448-AFBB-4494-9057-B0FEB25F52EA}"/>
                  </a:ext>
                </a:extLst>
              </p:cNvPr>
              <p:cNvSpPr/>
              <p:nvPr/>
            </p:nvSpPr>
            <p:spPr>
              <a:xfrm>
                <a:off x="4321159" y="3205670"/>
                <a:ext cx="362513" cy="135656"/>
              </a:xfrm>
              <a:custGeom>
                <a:avLst/>
                <a:gdLst>
                  <a:gd name="connsiteX0" fmla="*/ 318542 w 362513"/>
                  <a:gd name="connsiteY0" fmla="*/ 1429 h 135656"/>
                  <a:gd name="connsiteX1" fmla="*/ 311398 w 362513"/>
                  <a:gd name="connsiteY1" fmla="*/ 286 h 135656"/>
                  <a:gd name="connsiteX2" fmla="*/ 305588 w 362513"/>
                  <a:gd name="connsiteY2" fmla="*/ 0 h 135656"/>
                  <a:gd name="connsiteX3" fmla="*/ 252153 w 362513"/>
                  <a:gd name="connsiteY3" fmla="*/ 40005 h 135656"/>
                  <a:gd name="connsiteX4" fmla="*/ 249962 w 362513"/>
                  <a:gd name="connsiteY4" fmla="*/ 51245 h 135656"/>
                  <a:gd name="connsiteX5" fmla="*/ 249867 w 362513"/>
                  <a:gd name="connsiteY5" fmla="*/ 54578 h 135656"/>
                  <a:gd name="connsiteX6" fmla="*/ 43270 w 362513"/>
                  <a:gd name="connsiteY6" fmla="*/ 94297 h 135656"/>
                  <a:gd name="connsiteX7" fmla="*/ 16885 w 362513"/>
                  <a:gd name="connsiteY7" fmla="*/ 89725 h 135656"/>
                  <a:gd name="connsiteX8" fmla="*/ 10599 w 362513"/>
                  <a:gd name="connsiteY8" fmla="*/ 112585 h 135656"/>
                  <a:gd name="connsiteX9" fmla="*/ 10599 w 362513"/>
                  <a:gd name="connsiteY9" fmla="*/ 112585 h 135656"/>
                  <a:gd name="connsiteX10" fmla="*/ 24982 w 362513"/>
                  <a:gd name="connsiteY10" fmla="*/ 131445 h 135656"/>
                  <a:gd name="connsiteX11" fmla="*/ 46413 w 362513"/>
                  <a:gd name="connsiteY11" fmla="*/ 117824 h 135656"/>
                  <a:gd name="connsiteX12" fmla="*/ 253963 w 362513"/>
                  <a:gd name="connsiteY12" fmla="*/ 77914 h 135656"/>
                  <a:gd name="connsiteX13" fmla="*/ 270346 w 362513"/>
                  <a:gd name="connsiteY13" fmla="*/ 100108 h 135656"/>
                  <a:gd name="connsiteX14" fmla="*/ 300826 w 362513"/>
                  <a:gd name="connsiteY14" fmla="*/ 112681 h 135656"/>
                  <a:gd name="connsiteX15" fmla="*/ 307874 w 362513"/>
                  <a:gd name="connsiteY15" fmla="*/ 112871 h 135656"/>
                  <a:gd name="connsiteX16" fmla="*/ 308446 w 362513"/>
                  <a:gd name="connsiteY16" fmla="*/ 112871 h 135656"/>
                  <a:gd name="connsiteX17" fmla="*/ 362262 w 362513"/>
                  <a:gd name="connsiteY17" fmla="*/ 61817 h 135656"/>
                  <a:gd name="connsiteX18" fmla="*/ 319209 w 362513"/>
                  <a:gd name="connsiteY18" fmla="*/ 1714 h 135656"/>
                  <a:gd name="connsiteX19" fmla="*/ 318542 w 362513"/>
                  <a:gd name="connsiteY19" fmla="*/ 1429 h 135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62513" h="135656">
                    <a:moveTo>
                      <a:pt x="318542" y="1429"/>
                    </a:moveTo>
                    <a:cubicBezTo>
                      <a:pt x="316256" y="953"/>
                      <a:pt x="313875" y="476"/>
                      <a:pt x="311398" y="286"/>
                    </a:cubicBezTo>
                    <a:cubicBezTo>
                      <a:pt x="309493" y="95"/>
                      <a:pt x="307493" y="0"/>
                      <a:pt x="305588" y="0"/>
                    </a:cubicBezTo>
                    <a:cubicBezTo>
                      <a:pt x="280823" y="191"/>
                      <a:pt x="259201" y="16669"/>
                      <a:pt x="252153" y="40005"/>
                    </a:cubicBezTo>
                    <a:cubicBezTo>
                      <a:pt x="251105" y="43625"/>
                      <a:pt x="250343" y="47339"/>
                      <a:pt x="249962" y="51245"/>
                    </a:cubicBezTo>
                    <a:cubicBezTo>
                      <a:pt x="249867" y="52388"/>
                      <a:pt x="249867" y="53435"/>
                      <a:pt x="249867" y="54578"/>
                    </a:cubicBezTo>
                    <a:lnTo>
                      <a:pt x="43270" y="94297"/>
                    </a:lnTo>
                    <a:cubicBezTo>
                      <a:pt x="40507" y="94488"/>
                      <a:pt x="29744" y="94964"/>
                      <a:pt x="16885" y="89725"/>
                    </a:cubicBezTo>
                    <a:cubicBezTo>
                      <a:pt x="2026" y="83629"/>
                      <a:pt x="-9118" y="102203"/>
                      <a:pt x="10599" y="112585"/>
                    </a:cubicBezTo>
                    <a:lnTo>
                      <a:pt x="10599" y="112585"/>
                    </a:lnTo>
                    <a:cubicBezTo>
                      <a:pt x="-3784" y="129730"/>
                      <a:pt x="13456" y="142684"/>
                      <a:pt x="24982" y="131445"/>
                    </a:cubicBezTo>
                    <a:cubicBezTo>
                      <a:pt x="33649" y="122968"/>
                      <a:pt x="42603" y="119158"/>
                      <a:pt x="46413" y="117824"/>
                    </a:cubicBezTo>
                    <a:lnTo>
                      <a:pt x="253963" y="77914"/>
                    </a:lnTo>
                    <a:cubicBezTo>
                      <a:pt x="257487" y="86582"/>
                      <a:pt x="263202" y="94202"/>
                      <a:pt x="270346" y="100108"/>
                    </a:cubicBezTo>
                    <a:cubicBezTo>
                      <a:pt x="278727" y="106966"/>
                      <a:pt x="289205" y="111538"/>
                      <a:pt x="300826" y="112681"/>
                    </a:cubicBezTo>
                    <a:cubicBezTo>
                      <a:pt x="303207" y="112871"/>
                      <a:pt x="305588" y="112967"/>
                      <a:pt x="307874" y="112871"/>
                    </a:cubicBezTo>
                    <a:cubicBezTo>
                      <a:pt x="308065" y="112871"/>
                      <a:pt x="308255" y="112871"/>
                      <a:pt x="308446" y="112871"/>
                    </a:cubicBezTo>
                    <a:cubicBezTo>
                      <a:pt x="336259" y="111728"/>
                      <a:pt x="359595" y="90202"/>
                      <a:pt x="362262" y="61817"/>
                    </a:cubicBezTo>
                    <a:cubicBezTo>
                      <a:pt x="364929" y="33433"/>
                      <a:pt x="346069" y="8096"/>
                      <a:pt x="319209" y="1714"/>
                    </a:cubicBezTo>
                    <a:cubicBezTo>
                      <a:pt x="319114" y="1524"/>
                      <a:pt x="318828" y="1429"/>
                      <a:pt x="318542" y="142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55" name="Forme libre : forme 11854">
                <a:extLst>
                  <a:ext uri="{FF2B5EF4-FFF2-40B4-BE49-F238E27FC236}">
                    <a16:creationId xmlns:a16="http://schemas.microsoft.com/office/drawing/2014/main" id="{E7CE88C0-630D-40C1-B0A5-F4D38A1FBDF7}"/>
                  </a:ext>
                </a:extLst>
              </p:cNvPr>
              <p:cNvSpPr/>
              <p:nvPr/>
            </p:nvSpPr>
            <p:spPr>
              <a:xfrm>
                <a:off x="4074907" y="4207701"/>
                <a:ext cx="299968" cy="273889"/>
              </a:xfrm>
              <a:custGeom>
                <a:avLst/>
                <a:gdLst>
                  <a:gd name="connsiteX0" fmla="*/ 294570 w 299968"/>
                  <a:gd name="connsiteY0" fmla="*/ 193452 h 273889"/>
                  <a:gd name="connsiteX1" fmla="*/ 291141 w 299968"/>
                  <a:gd name="connsiteY1" fmla="*/ 187070 h 273889"/>
                  <a:gd name="connsiteX2" fmla="*/ 250374 w 299968"/>
                  <a:gd name="connsiteY2" fmla="*/ 161448 h 273889"/>
                  <a:gd name="connsiteX3" fmla="*/ 244944 w 299968"/>
                  <a:gd name="connsiteY3" fmla="*/ 161067 h 273889"/>
                  <a:gd name="connsiteX4" fmla="*/ 234086 w 299968"/>
                  <a:gd name="connsiteY4" fmla="*/ 161829 h 273889"/>
                  <a:gd name="connsiteX5" fmla="*/ 213226 w 299968"/>
                  <a:gd name="connsiteY5" fmla="*/ 169925 h 273889"/>
                  <a:gd name="connsiteX6" fmla="*/ 210559 w 299968"/>
                  <a:gd name="connsiteY6" fmla="*/ 171830 h 273889"/>
                  <a:gd name="connsiteX7" fmla="*/ 52063 w 299968"/>
                  <a:gd name="connsiteY7" fmla="*/ 33432 h 273889"/>
                  <a:gd name="connsiteX8" fmla="*/ 39395 w 299968"/>
                  <a:gd name="connsiteY8" fmla="*/ 9810 h 273889"/>
                  <a:gd name="connsiteX9" fmla="*/ 17487 w 299968"/>
                  <a:gd name="connsiteY9" fmla="*/ 18954 h 273889"/>
                  <a:gd name="connsiteX10" fmla="*/ 17487 w 299968"/>
                  <a:gd name="connsiteY10" fmla="*/ 18954 h 273889"/>
                  <a:gd name="connsiteX11" fmla="*/ 11391 w 299968"/>
                  <a:gd name="connsiteY11" fmla="*/ 41909 h 273889"/>
                  <a:gd name="connsiteX12" fmla="*/ 35394 w 299968"/>
                  <a:gd name="connsiteY12" fmla="*/ 50386 h 273889"/>
                  <a:gd name="connsiteX13" fmla="*/ 194557 w 299968"/>
                  <a:gd name="connsiteY13" fmla="*/ 189451 h 273889"/>
                  <a:gd name="connsiteX14" fmla="*/ 187128 w 299968"/>
                  <a:gd name="connsiteY14" fmla="*/ 216026 h 273889"/>
                  <a:gd name="connsiteX15" fmla="*/ 196081 w 299968"/>
                  <a:gd name="connsiteY15" fmla="*/ 247840 h 273889"/>
                  <a:gd name="connsiteX16" fmla="*/ 200272 w 299968"/>
                  <a:gd name="connsiteY16" fmla="*/ 253555 h 273889"/>
                  <a:gd name="connsiteX17" fmla="*/ 200653 w 299968"/>
                  <a:gd name="connsiteY17" fmla="*/ 254031 h 273889"/>
                  <a:gd name="connsiteX18" fmla="*/ 273996 w 299968"/>
                  <a:gd name="connsiteY18" fmla="*/ 264985 h 273889"/>
                  <a:gd name="connsiteX19" fmla="*/ 294855 w 299968"/>
                  <a:gd name="connsiteY19" fmla="*/ 194024 h 273889"/>
                  <a:gd name="connsiteX20" fmla="*/ 294570 w 299968"/>
                  <a:gd name="connsiteY20" fmla="*/ 193452 h 27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99968" h="273889">
                    <a:moveTo>
                      <a:pt x="294570" y="193452"/>
                    </a:moveTo>
                    <a:cubicBezTo>
                      <a:pt x="293522" y="191261"/>
                      <a:pt x="292474" y="189166"/>
                      <a:pt x="291141" y="187070"/>
                    </a:cubicBezTo>
                    <a:cubicBezTo>
                      <a:pt x="281711" y="172307"/>
                      <a:pt x="266471" y="163448"/>
                      <a:pt x="250374" y="161448"/>
                    </a:cubicBezTo>
                    <a:cubicBezTo>
                      <a:pt x="248564" y="161257"/>
                      <a:pt x="246754" y="161067"/>
                      <a:pt x="244944" y="161067"/>
                    </a:cubicBezTo>
                    <a:cubicBezTo>
                      <a:pt x="241325" y="160972"/>
                      <a:pt x="237705" y="161257"/>
                      <a:pt x="234086" y="161829"/>
                    </a:cubicBezTo>
                    <a:cubicBezTo>
                      <a:pt x="226847" y="163067"/>
                      <a:pt x="219798" y="165734"/>
                      <a:pt x="213226" y="169925"/>
                    </a:cubicBezTo>
                    <a:cubicBezTo>
                      <a:pt x="212274" y="170497"/>
                      <a:pt x="211416" y="171164"/>
                      <a:pt x="210559" y="171830"/>
                    </a:cubicBezTo>
                    <a:lnTo>
                      <a:pt x="52063" y="33432"/>
                    </a:lnTo>
                    <a:cubicBezTo>
                      <a:pt x="50158" y="31432"/>
                      <a:pt x="43205" y="23145"/>
                      <a:pt x="39395" y="9810"/>
                    </a:cubicBezTo>
                    <a:cubicBezTo>
                      <a:pt x="35013" y="-5621"/>
                      <a:pt x="13582" y="-3049"/>
                      <a:pt x="17487" y="18954"/>
                    </a:cubicBezTo>
                    <a:lnTo>
                      <a:pt x="17487" y="18954"/>
                    </a:lnTo>
                    <a:cubicBezTo>
                      <a:pt x="-4896" y="18097"/>
                      <a:pt x="-4516" y="39718"/>
                      <a:pt x="11391" y="41909"/>
                    </a:cubicBezTo>
                    <a:cubicBezTo>
                      <a:pt x="23393" y="43528"/>
                      <a:pt x="31870" y="48196"/>
                      <a:pt x="35394" y="50386"/>
                    </a:cubicBezTo>
                    <a:lnTo>
                      <a:pt x="194557" y="189451"/>
                    </a:lnTo>
                    <a:cubicBezTo>
                      <a:pt x="189985" y="197548"/>
                      <a:pt x="187413" y="206692"/>
                      <a:pt x="187128" y="216026"/>
                    </a:cubicBezTo>
                    <a:cubicBezTo>
                      <a:pt x="186842" y="226885"/>
                      <a:pt x="189699" y="237934"/>
                      <a:pt x="196081" y="247840"/>
                    </a:cubicBezTo>
                    <a:cubicBezTo>
                      <a:pt x="197415" y="249840"/>
                      <a:pt x="198843" y="251745"/>
                      <a:pt x="200272" y="253555"/>
                    </a:cubicBezTo>
                    <a:cubicBezTo>
                      <a:pt x="200367" y="253745"/>
                      <a:pt x="200558" y="253841"/>
                      <a:pt x="200653" y="254031"/>
                    </a:cubicBezTo>
                    <a:cubicBezTo>
                      <a:pt x="218655" y="275176"/>
                      <a:pt x="249992" y="280415"/>
                      <a:pt x="273996" y="264985"/>
                    </a:cubicBezTo>
                    <a:cubicBezTo>
                      <a:pt x="297999" y="249649"/>
                      <a:pt x="306381" y="219169"/>
                      <a:pt x="294855" y="194024"/>
                    </a:cubicBezTo>
                    <a:cubicBezTo>
                      <a:pt x="294760" y="193928"/>
                      <a:pt x="294665" y="193738"/>
                      <a:pt x="294570" y="193452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56" name="Forme libre : forme 11855">
                <a:extLst>
                  <a:ext uri="{FF2B5EF4-FFF2-40B4-BE49-F238E27FC236}">
                    <a16:creationId xmlns:a16="http://schemas.microsoft.com/office/drawing/2014/main" id="{1714B8DB-D4EA-4E8D-90D9-65B2B83CD966}"/>
                  </a:ext>
                </a:extLst>
              </p:cNvPr>
              <p:cNvSpPr/>
              <p:nvPr/>
            </p:nvSpPr>
            <p:spPr>
              <a:xfrm>
                <a:off x="3385093" y="4618623"/>
                <a:ext cx="131828" cy="363026"/>
              </a:xfrm>
              <a:custGeom>
                <a:avLst/>
                <a:gdLst>
                  <a:gd name="connsiteX0" fmla="*/ 111703 w 131828"/>
                  <a:gd name="connsiteY0" fmla="*/ 263543 h 363026"/>
                  <a:gd name="connsiteX1" fmla="*/ 107417 w 131828"/>
                  <a:gd name="connsiteY1" fmla="*/ 260209 h 363026"/>
                  <a:gd name="connsiteX2" fmla="*/ 97797 w 131828"/>
                  <a:gd name="connsiteY2" fmla="*/ 254875 h 363026"/>
                  <a:gd name="connsiteX3" fmla="*/ 81414 w 131828"/>
                  <a:gd name="connsiteY3" fmla="*/ 250589 h 363026"/>
                  <a:gd name="connsiteX4" fmla="*/ 78175 w 131828"/>
                  <a:gd name="connsiteY4" fmla="*/ 250398 h 363026"/>
                  <a:gd name="connsiteX5" fmla="*/ 41123 w 131828"/>
                  <a:gd name="connsiteY5" fmla="*/ 43325 h 363026"/>
                  <a:gd name="connsiteX6" fmla="*/ 45981 w 131828"/>
                  <a:gd name="connsiteY6" fmla="*/ 17036 h 363026"/>
                  <a:gd name="connsiteX7" fmla="*/ 23121 w 131828"/>
                  <a:gd name="connsiteY7" fmla="*/ 10464 h 363026"/>
                  <a:gd name="connsiteX8" fmla="*/ 23121 w 131828"/>
                  <a:gd name="connsiteY8" fmla="*/ 10464 h 363026"/>
                  <a:gd name="connsiteX9" fmla="*/ 4071 w 131828"/>
                  <a:gd name="connsiteY9" fmla="*/ 24561 h 363026"/>
                  <a:gd name="connsiteX10" fmla="*/ 17406 w 131828"/>
                  <a:gd name="connsiteY10" fmla="*/ 46182 h 363026"/>
                  <a:gd name="connsiteX11" fmla="*/ 54649 w 131828"/>
                  <a:gd name="connsiteY11" fmla="*/ 254208 h 363026"/>
                  <a:gd name="connsiteX12" fmla="*/ 28931 w 131828"/>
                  <a:gd name="connsiteY12" fmla="*/ 274687 h 363026"/>
                  <a:gd name="connsiteX13" fmla="*/ 19311 w 131828"/>
                  <a:gd name="connsiteY13" fmla="*/ 300690 h 363026"/>
                  <a:gd name="connsiteX14" fmla="*/ 19025 w 131828"/>
                  <a:gd name="connsiteY14" fmla="*/ 307739 h 363026"/>
                  <a:gd name="connsiteX15" fmla="*/ 19025 w 131828"/>
                  <a:gd name="connsiteY15" fmla="*/ 308310 h 363026"/>
                  <a:gd name="connsiteX16" fmla="*/ 69412 w 131828"/>
                  <a:gd name="connsiteY16" fmla="*/ 362698 h 363026"/>
                  <a:gd name="connsiteX17" fmla="*/ 130087 w 131828"/>
                  <a:gd name="connsiteY17" fmla="*/ 320407 h 363026"/>
                  <a:gd name="connsiteX18" fmla="*/ 130277 w 131828"/>
                  <a:gd name="connsiteY18" fmla="*/ 319645 h 363026"/>
                  <a:gd name="connsiteX19" fmla="*/ 131516 w 131828"/>
                  <a:gd name="connsiteY19" fmla="*/ 312501 h 363026"/>
                  <a:gd name="connsiteX20" fmla="*/ 119324 w 131828"/>
                  <a:gd name="connsiteY20" fmla="*/ 271067 h 363026"/>
                  <a:gd name="connsiteX21" fmla="*/ 111703 w 131828"/>
                  <a:gd name="connsiteY21" fmla="*/ 263543 h 363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31828" h="363026">
                    <a:moveTo>
                      <a:pt x="111703" y="263543"/>
                    </a:moveTo>
                    <a:cubicBezTo>
                      <a:pt x="110275" y="262400"/>
                      <a:pt x="108846" y="261257"/>
                      <a:pt x="107417" y="260209"/>
                    </a:cubicBezTo>
                    <a:cubicBezTo>
                      <a:pt x="104465" y="258114"/>
                      <a:pt x="101226" y="256399"/>
                      <a:pt x="97797" y="254875"/>
                    </a:cubicBezTo>
                    <a:cubicBezTo>
                      <a:pt x="92653" y="252684"/>
                      <a:pt x="87224" y="251160"/>
                      <a:pt x="81414" y="250589"/>
                    </a:cubicBezTo>
                    <a:cubicBezTo>
                      <a:pt x="80271" y="250493"/>
                      <a:pt x="79223" y="250493"/>
                      <a:pt x="78175" y="250398"/>
                    </a:cubicBezTo>
                    <a:lnTo>
                      <a:pt x="41123" y="43325"/>
                    </a:lnTo>
                    <a:cubicBezTo>
                      <a:pt x="40933" y="40563"/>
                      <a:pt x="40647" y="29799"/>
                      <a:pt x="45981" y="17036"/>
                    </a:cubicBezTo>
                    <a:cubicBezTo>
                      <a:pt x="52267" y="2177"/>
                      <a:pt x="33884" y="-9158"/>
                      <a:pt x="23121" y="10464"/>
                    </a:cubicBezTo>
                    <a:lnTo>
                      <a:pt x="23121" y="10464"/>
                    </a:lnTo>
                    <a:cubicBezTo>
                      <a:pt x="6166" y="-4205"/>
                      <a:pt x="-6978" y="12940"/>
                      <a:pt x="4071" y="24561"/>
                    </a:cubicBezTo>
                    <a:cubicBezTo>
                      <a:pt x="12453" y="33419"/>
                      <a:pt x="16168" y="42372"/>
                      <a:pt x="17406" y="46182"/>
                    </a:cubicBezTo>
                    <a:lnTo>
                      <a:pt x="54649" y="254208"/>
                    </a:lnTo>
                    <a:cubicBezTo>
                      <a:pt x="44267" y="258304"/>
                      <a:pt x="35313" y="265448"/>
                      <a:pt x="28931" y="274687"/>
                    </a:cubicBezTo>
                    <a:cubicBezTo>
                      <a:pt x="23788" y="282212"/>
                      <a:pt x="20359" y="291070"/>
                      <a:pt x="19311" y="300690"/>
                    </a:cubicBezTo>
                    <a:cubicBezTo>
                      <a:pt x="19025" y="303072"/>
                      <a:pt x="19025" y="305453"/>
                      <a:pt x="19025" y="307739"/>
                    </a:cubicBezTo>
                    <a:cubicBezTo>
                      <a:pt x="19025" y="307929"/>
                      <a:pt x="19025" y="308120"/>
                      <a:pt x="19025" y="308310"/>
                    </a:cubicBezTo>
                    <a:cubicBezTo>
                      <a:pt x="19787" y="336123"/>
                      <a:pt x="41028" y="359745"/>
                      <a:pt x="69412" y="362698"/>
                    </a:cubicBezTo>
                    <a:cubicBezTo>
                      <a:pt x="97702" y="365746"/>
                      <a:pt x="123324" y="347267"/>
                      <a:pt x="130087" y="320407"/>
                    </a:cubicBezTo>
                    <a:cubicBezTo>
                      <a:pt x="130182" y="320121"/>
                      <a:pt x="130182" y="319931"/>
                      <a:pt x="130277" y="319645"/>
                    </a:cubicBezTo>
                    <a:cubicBezTo>
                      <a:pt x="130849" y="317359"/>
                      <a:pt x="131325" y="314978"/>
                      <a:pt x="131516" y="312501"/>
                    </a:cubicBezTo>
                    <a:cubicBezTo>
                      <a:pt x="133135" y="296975"/>
                      <a:pt x="128372" y="282307"/>
                      <a:pt x="119324" y="271067"/>
                    </a:cubicBezTo>
                    <a:cubicBezTo>
                      <a:pt x="116942" y="268496"/>
                      <a:pt x="114466" y="265924"/>
                      <a:pt x="111703" y="26354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57" name="Forme libre : forme 11856">
                <a:extLst>
                  <a:ext uri="{FF2B5EF4-FFF2-40B4-BE49-F238E27FC236}">
                    <a16:creationId xmlns:a16="http://schemas.microsoft.com/office/drawing/2014/main" id="{EE161C30-F1FC-46D3-AA2E-A654FA0F96E1}"/>
                  </a:ext>
                </a:extLst>
              </p:cNvPr>
              <p:cNvSpPr/>
              <p:nvPr/>
            </p:nvSpPr>
            <p:spPr>
              <a:xfrm>
                <a:off x="2632990" y="4557747"/>
                <a:ext cx="187313" cy="350022"/>
              </a:xfrm>
              <a:custGeom>
                <a:avLst/>
                <a:gdLst>
                  <a:gd name="connsiteX0" fmla="*/ 165242 w 187313"/>
                  <a:gd name="connsiteY0" fmla="*/ 13046 h 350022"/>
                  <a:gd name="connsiteX1" fmla="*/ 165242 w 187313"/>
                  <a:gd name="connsiteY1" fmla="*/ 13046 h 350022"/>
                  <a:gd name="connsiteX2" fmla="*/ 141620 w 187313"/>
                  <a:gd name="connsiteY2" fmla="*/ 15237 h 350022"/>
                  <a:gd name="connsiteX3" fmla="*/ 141811 w 187313"/>
                  <a:gd name="connsiteY3" fmla="*/ 40669 h 350022"/>
                  <a:gd name="connsiteX4" fmla="*/ 65801 w 187313"/>
                  <a:gd name="connsiteY4" fmla="*/ 237931 h 350022"/>
                  <a:gd name="connsiteX5" fmla="*/ 38274 w 187313"/>
                  <a:gd name="connsiteY5" fmla="*/ 240122 h 350022"/>
                  <a:gd name="connsiteX6" fmla="*/ 11509 w 187313"/>
                  <a:gd name="connsiteY6" fmla="*/ 259363 h 350022"/>
                  <a:gd name="connsiteX7" fmla="*/ 7604 w 187313"/>
                  <a:gd name="connsiteY7" fmla="*/ 265268 h 350022"/>
                  <a:gd name="connsiteX8" fmla="*/ 7318 w 187313"/>
                  <a:gd name="connsiteY8" fmla="*/ 265840 h 350022"/>
                  <a:gd name="connsiteX9" fmla="*/ 22177 w 187313"/>
                  <a:gd name="connsiteY9" fmla="*/ 338515 h 350022"/>
                  <a:gd name="connsiteX10" fmla="*/ 95996 w 187313"/>
                  <a:gd name="connsiteY10" fmla="*/ 333753 h 350022"/>
                  <a:gd name="connsiteX11" fmla="*/ 96567 w 187313"/>
                  <a:gd name="connsiteY11" fmla="*/ 333181 h 350022"/>
                  <a:gd name="connsiteX12" fmla="*/ 101330 w 187313"/>
                  <a:gd name="connsiteY12" fmla="*/ 327752 h 350022"/>
                  <a:gd name="connsiteX13" fmla="*/ 90662 w 187313"/>
                  <a:gd name="connsiteY13" fmla="*/ 248695 h 350022"/>
                  <a:gd name="connsiteX14" fmla="*/ 87995 w 187313"/>
                  <a:gd name="connsiteY14" fmla="*/ 246790 h 350022"/>
                  <a:gd name="connsiteX15" fmla="*/ 163623 w 187313"/>
                  <a:gd name="connsiteY15" fmla="*/ 50479 h 350022"/>
                  <a:gd name="connsiteX16" fmla="*/ 181435 w 187313"/>
                  <a:gd name="connsiteY16" fmla="*/ 30477 h 350022"/>
                  <a:gd name="connsiteX17" fmla="*/ 165242 w 187313"/>
                  <a:gd name="connsiteY17" fmla="*/ 13046 h 350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7313" h="350022">
                    <a:moveTo>
                      <a:pt x="165242" y="13046"/>
                    </a:moveTo>
                    <a:lnTo>
                      <a:pt x="165242" y="13046"/>
                    </a:lnTo>
                    <a:cubicBezTo>
                      <a:pt x="158384" y="-8290"/>
                      <a:pt x="138191" y="-479"/>
                      <a:pt x="141620" y="15237"/>
                    </a:cubicBezTo>
                    <a:cubicBezTo>
                      <a:pt x="144192" y="27143"/>
                      <a:pt x="142763" y="36668"/>
                      <a:pt x="141811" y="40669"/>
                    </a:cubicBezTo>
                    <a:lnTo>
                      <a:pt x="65801" y="237931"/>
                    </a:lnTo>
                    <a:cubicBezTo>
                      <a:pt x="56562" y="236407"/>
                      <a:pt x="47132" y="237170"/>
                      <a:pt x="38274" y="240122"/>
                    </a:cubicBezTo>
                    <a:cubicBezTo>
                      <a:pt x="27987" y="243646"/>
                      <a:pt x="18557" y="250123"/>
                      <a:pt x="11509" y="259363"/>
                    </a:cubicBezTo>
                    <a:cubicBezTo>
                      <a:pt x="10080" y="261268"/>
                      <a:pt x="8747" y="263268"/>
                      <a:pt x="7604" y="265268"/>
                    </a:cubicBezTo>
                    <a:cubicBezTo>
                      <a:pt x="7508" y="265459"/>
                      <a:pt x="7413" y="265649"/>
                      <a:pt x="7318" y="265840"/>
                    </a:cubicBezTo>
                    <a:cubicBezTo>
                      <a:pt x="-6398" y="290033"/>
                      <a:pt x="-493" y="321180"/>
                      <a:pt x="22177" y="338515"/>
                    </a:cubicBezTo>
                    <a:cubicBezTo>
                      <a:pt x="44846" y="355756"/>
                      <a:pt x="76279" y="353184"/>
                      <a:pt x="95996" y="333753"/>
                    </a:cubicBezTo>
                    <a:cubicBezTo>
                      <a:pt x="96186" y="333562"/>
                      <a:pt x="96377" y="333372"/>
                      <a:pt x="96567" y="333181"/>
                    </a:cubicBezTo>
                    <a:cubicBezTo>
                      <a:pt x="98281" y="331467"/>
                      <a:pt x="99901" y="329753"/>
                      <a:pt x="101330" y="327752"/>
                    </a:cubicBezTo>
                    <a:cubicBezTo>
                      <a:pt x="120189" y="302987"/>
                      <a:pt x="115427" y="267554"/>
                      <a:pt x="90662" y="248695"/>
                    </a:cubicBezTo>
                    <a:cubicBezTo>
                      <a:pt x="89804" y="248028"/>
                      <a:pt x="88852" y="247456"/>
                      <a:pt x="87995" y="246790"/>
                    </a:cubicBezTo>
                    <a:lnTo>
                      <a:pt x="163623" y="50479"/>
                    </a:lnTo>
                    <a:cubicBezTo>
                      <a:pt x="164861" y="48003"/>
                      <a:pt x="170195" y="38669"/>
                      <a:pt x="181435" y="30477"/>
                    </a:cubicBezTo>
                    <a:cubicBezTo>
                      <a:pt x="194389" y="21047"/>
                      <a:pt x="184578" y="1807"/>
                      <a:pt x="165242" y="13046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58" name="Forme libre : forme 11857">
                <a:extLst>
                  <a:ext uri="{FF2B5EF4-FFF2-40B4-BE49-F238E27FC236}">
                    <a16:creationId xmlns:a16="http://schemas.microsoft.com/office/drawing/2014/main" id="{EEAA2B64-C658-4712-8037-CF26D3BC4EFF}"/>
                  </a:ext>
                </a:extLst>
              </p:cNvPr>
              <p:cNvSpPr/>
              <p:nvPr/>
            </p:nvSpPr>
            <p:spPr>
              <a:xfrm>
                <a:off x="1728920" y="3664572"/>
                <a:ext cx="364185" cy="123868"/>
              </a:xfrm>
              <a:custGeom>
                <a:avLst/>
                <a:gdLst>
                  <a:gd name="connsiteX0" fmla="*/ 41946 w 364185"/>
                  <a:gd name="connsiteY0" fmla="*/ 121933 h 123868"/>
                  <a:gd name="connsiteX1" fmla="*/ 48995 w 364185"/>
                  <a:gd name="connsiteY1" fmla="*/ 123361 h 123868"/>
                  <a:gd name="connsiteX2" fmla="*/ 54710 w 364185"/>
                  <a:gd name="connsiteY2" fmla="*/ 123837 h 123868"/>
                  <a:gd name="connsiteX3" fmla="*/ 107669 w 364185"/>
                  <a:gd name="connsiteY3" fmla="*/ 91262 h 123868"/>
                  <a:gd name="connsiteX4" fmla="*/ 112431 w 364185"/>
                  <a:gd name="connsiteY4" fmla="*/ 74974 h 123868"/>
                  <a:gd name="connsiteX5" fmla="*/ 112717 w 364185"/>
                  <a:gd name="connsiteY5" fmla="*/ 71736 h 123868"/>
                  <a:gd name="connsiteX6" fmla="*/ 320743 w 364185"/>
                  <a:gd name="connsiteY6" fmla="*/ 40303 h 123868"/>
                  <a:gd name="connsiteX7" fmla="*/ 346937 w 364185"/>
                  <a:gd name="connsiteY7" fmla="*/ 45923 h 123868"/>
                  <a:gd name="connsiteX8" fmla="*/ 354081 w 364185"/>
                  <a:gd name="connsiteY8" fmla="*/ 23253 h 123868"/>
                  <a:gd name="connsiteX9" fmla="*/ 354081 w 364185"/>
                  <a:gd name="connsiteY9" fmla="*/ 23253 h 123868"/>
                  <a:gd name="connsiteX10" fmla="*/ 340460 w 364185"/>
                  <a:gd name="connsiteY10" fmla="*/ 3822 h 123868"/>
                  <a:gd name="connsiteX11" fmla="*/ 318457 w 364185"/>
                  <a:gd name="connsiteY11" fmla="*/ 16586 h 123868"/>
                  <a:gd name="connsiteX12" fmla="*/ 109479 w 364185"/>
                  <a:gd name="connsiteY12" fmla="*/ 48114 h 123868"/>
                  <a:gd name="connsiteX13" fmla="*/ 105573 w 364185"/>
                  <a:gd name="connsiteY13" fmla="*/ 39732 h 123868"/>
                  <a:gd name="connsiteX14" fmla="*/ 103478 w 364185"/>
                  <a:gd name="connsiteY14" fmla="*/ 36303 h 123868"/>
                  <a:gd name="connsiteX15" fmla="*/ 98430 w 364185"/>
                  <a:gd name="connsiteY15" fmla="*/ 29730 h 123868"/>
                  <a:gd name="connsiteX16" fmla="*/ 97858 w 364185"/>
                  <a:gd name="connsiteY16" fmla="*/ 29064 h 123868"/>
                  <a:gd name="connsiteX17" fmla="*/ 88143 w 364185"/>
                  <a:gd name="connsiteY17" fmla="*/ 20777 h 123868"/>
                  <a:gd name="connsiteX18" fmla="*/ 80237 w 364185"/>
                  <a:gd name="connsiteY18" fmla="*/ 16205 h 123868"/>
                  <a:gd name="connsiteX19" fmla="*/ 63949 w 364185"/>
                  <a:gd name="connsiteY19" fmla="*/ 11443 h 123868"/>
                  <a:gd name="connsiteX20" fmla="*/ 56901 w 364185"/>
                  <a:gd name="connsiteY20" fmla="*/ 10966 h 123868"/>
                  <a:gd name="connsiteX21" fmla="*/ 56329 w 364185"/>
                  <a:gd name="connsiteY21" fmla="*/ 10966 h 123868"/>
                  <a:gd name="connsiteX22" fmla="*/ 513 w 364185"/>
                  <a:gd name="connsiteY22" fmla="*/ 59829 h 123868"/>
                  <a:gd name="connsiteX23" fmla="*/ 41184 w 364185"/>
                  <a:gd name="connsiteY23" fmla="*/ 121552 h 123868"/>
                  <a:gd name="connsiteX24" fmla="*/ 41946 w 364185"/>
                  <a:gd name="connsiteY24" fmla="*/ 121933 h 123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64185" h="123868">
                    <a:moveTo>
                      <a:pt x="41946" y="121933"/>
                    </a:moveTo>
                    <a:cubicBezTo>
                      <a:pt x="44232" y="122504"/>
                      <a:pt x="46614" y="123076"/>
                      <a:pt x="48995" y="123361"/>
                    </a:cubicBezTo>
                    <a:cubicBezTo>
                      <a:pt x="50900" y="123647"/>
                      <a:pt x="52805" y="123742"/>
                      <a:pt x="54710" y="123837"/>
                    </a:cubicBezTo>
                    <a:cubicBezTo>
                      <a:pt x="77570" y="124600"/>
                      <a:pt x="98334" y="111360"/>
                      <a:pt x="107669" y="91262"/>
                    </a:cubicBezTo>
                    <a:cubicBezTo>
                      <a:pt x="110050" y="86214"/>
                      <a:pt x="111669" y="80785"/>
                      <a:pt x="112431" y="74974"/>
                    </a:cubicBezTo>
                    <a:cubicBezTo>
                      <a:pt x="112622" y="73831"/>
                      <a:pt x="112622" y="72784"/>
                      <a:pt x="112717" y="71736"/>
                    </a:cubicBezTo>
                    <a:lnTo>
                      <a:pt x="320743" y="40303"/>
                    </a:lnTo>
                    <a:cubicBezTo>
                      <a:pt x="323505" y="40208"/>
                      <a:pt x="334269" y="40208"/>
                      <a:pt x="346937" y="45923"/>
                    </a:cubicBezTo>
                    <a:cubicBezTo>
                      <a:pt x="361605" y="52591"/>
                      <a:pt x="373416" y="34493"/>
                      <a:pt x="354081" y="23253"/>
                    </a:cubicBezTo>
                    <a:lnTo>
                      <a:pt x="354081" y="23253"/>
                    </a:lnTo>
                    <a:cubicBezTo>
                      <a:pt x="369225" y="6775"/>
                      <a:pt x="352461" y="-6941"/>
                      <a:pt x="340460" y="3822"/>
                    </a:cubicBezTo>
                    <a:cubicBezTo>
                      <a:pt x="331411" y="11919"/>
                      <a:pt x="322362" y="15348"/>
                      <a:pt x="318457" y="16586"/>
                    </a:cubicBezTo>
                    <a:lnTo>
                      <a:pt x="109479" y="48114"/>
                    </a:lnTo>
                    <a:cubicBezTo>
                      <a:pt x="108431" y="45256"/>
                      <a:pt x="107097" y="42399"/>
                      <a:pt x="105573" y="39732"/>
                    </a:cubicBezTo>
                    <a:cubicBezTo>
                      <a:pt x="104907" y="38589"/>
                      <a:pt x="104240" y="37351"/>
                      <a:pt x="103478" y="36303"/>
                    </a:cubicBezTo>
                    <a:cubicBezTo>
                      <a:pt x="101954" y="34017"/>
                      <a:pt x="100239" y="31826"/>
                      <a:pt x="98430" y="29730"/>
                    </a:cubicBezTo>
                    <a:cubicBezTo>
                      <a:pt x="98239" y="29540"/>
                      <a:pt x="98049" y="29254"/>
                      <a:pt x="97858" y="29064"/>
                    </a:cubicBezTo>
                    <a:cubicBezTo>
                      <a:pt x="95001" y="25920"/>
                      <a:pt x="91762" y="23253"/>
                      <a:pt x="88143" y="20777"/>
                    </a:cubicBezTo>
                    <a:cubicBezTo>
                      <a:pt x="85666" y="19062"/>
                      <a:pt x="82999" y="17538"/>
                      <a:pt x="80237" y="16205"/>
                    </a:cubicBezTo>
                    <a:cubicBezTo>
                      <a:pt x="75189" y="13824"/>
                      <a:pt x="69759" y="12204"/>
                      <a:pt x="63949" y="11443"/>
                    </a:cubicBezTo>
                    <a:cubicBezTo>
                      <a:pt x="61568" y="11157"/>
                      <a:pt x="59187" y="10966"/>
                      <a:pt x="56901" y="10966"/>
                    </a:cubicBezTo>
                    <a:cubicBezTo>
                      <a:pt x="56710" y="10966"/>
                      <a:pt x="56520" y="10966"/>
                      <a:pt x="56329" y="10966"/>
                    </a:cubicBezTo>
                    <a:cubicBezTo>
                      <a:pt x="28516" y="11061"/>
                      <a:pt x="4323" y="31540"/>
                      <a:pt x="513" y="59829"/>
                    </a:cubicBezTo>
                    <a:cubicBezTo>
                      <a:pt x="-3297" y="88024"/>
                      <a:pt x="14514" y="114122"/>
                      <a:pt x="41184" y="121552"/>
                    </a:cubicBezTo>
                    <a:cubicBezTo>
                      <a:pt x="41375" y="121742"/>
                      <a:pt x="41661" y="121837"/>
                      <a:pt x="41946" y="12193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59" name="Forme libre : forme 11858">
                <a:extLst>
                  <a:ext uri="{FF2B5EF4-FFF2-40B4-BE49-F238E27FC236}">
                    <a16:creationId xmlns:a16="http://schemas.microsoft.com/office/drawing/2014/main" id="{37743C70-8B94-45F8-93BB-1EB2FD146642}"/>
                  </a:ext>
                </a:extLst>
              </p:cNvPr>
              <p:cNvSpPr/>
              <p:nvPr/>
            </p:nvSpPr>
            <p:spPr>
              <a:xfrm>
                <a:off x="2064867" y="2509083"/>
                <a:ext cx="304234" cy="268943"/>
              </a:xfrm>
              <a:custGeom>
                <a:avLst/>
                <a:gdLst>
                  <a:gd name="connsiteX0" fmla="*/ 5942 w 304234"/>
                  <a:gd name="connsiteY0" fmla="*/ 81748 h 268943"/>
                  <a:gd name="connsiteX1" fmla="*/ 9561 w 304234"/>
                  <a:gd name="connsiteY1" fmla="*/ 88035 h 268943"/>
                  <a:gd name="connsiteX2" fmla="*/ 87952 w 304234"/>
                  <a:gd name="connsiteY2" fmla="*/ 103370 h 268943"/>
                  <a:gd name="connsiteX3" fmla="*/ 90619 w 304234"/>
                  <a:gd name="connsiteY3" fmla="*/ 101370 h 268943"/>
                  <a:gd name="connsiteX4" fmla="*/ 252163 w 304234"/>
                  <a:gd name="connsiteY4" fmla="*/ 236149 h 268943"/>
                  <a:gd name="connsiteX5" fmla="*/ 265308 w 304234"/>
                  <a:gd name="connsiteY5" fmla="*/ 259390 h 268943"/>
                  <a:gd name="connsiteX6" fmla="*/ 287025 w 304234"/>
                  <a:gd name="connsiteY6" fmla="*/ 249674 h 268943"/>
                  <a:gd name="connsiteX7" fmla="*/ 287025 w 304234"/>
                  <a:gd name="connsiteY7" fmla="*/ 249674 h 268943"/>
                  <a:gd name="connsiteX8" fmla="*/ 292549 w 304234"/>
                  <a:gd name="connsiteY8" fmla="*/ 226624 h 268943"/>
                  <a:gd name="connsiteX9" fmla="*/ 268355 w 304234"/>
                  <a:gd name="connsiteY9" fmla="*/ 218623 h 268943"/>
                  <a:gd name="connsiteX10" fmla="*/ 106050 w 304234"/>
                  <a:gd name="connsiteY10" fmla="*/ 83272 h 268943"/>
                  <a:gd name="connsiteX11" fmla="*/ 106430 w 304234"/>
                  <a:gd name="connsiteY11" fmla="*/ 82606 h 268943"/>
                  <a:gd name="connsiteX12" fmla="*/ 110526 w 304234"/>
                  <a:gd name="connsiteY12" fmla="*/ 72509 h 268943"/>
                  <a:gd name="connsiteX13" fmla="*/ 111860 w 304234"/>
                  <a:gd name="connsiteY13" fmla="*/ 45649 h 268943"/>
                  <a:gd name="connsiteX14" fmla="*/ 103287 w 304234"/>
                  <a:gd name="connsiteY14" fmla="*/ 24979 h 268943"/>
                  <a:gd name="connsiteX15" fmla="*/ 98906 w 304234"/>
                  <a:gd name="connsiteY15" fmla="*/ 19360 h 268943"/>
                  <a:gd name="connsiteX16" fmla="*/ 98525 w 304234"/>
                  <a:gd name="connsiteY16" fmla="*/ 18883 h 268943"/>
                  <a:gd name="connsiteX17" fmla="*/ 24896 w 304234"/>
                  <a:gd name="connsiteY17" fmla="*/ 9644 h 268943"/>
                  <a:gd name="connsiteX18" fmla="*/ 5656 w 304234"/>
                  <a:gd name="connsiteY18" fmla="*/ 81082 h 268943"/>
                  <a:gd name="connsiteX19" fmla="*/ 5942 w 304234"/>
                  <a:gd name="connsiteY19" fmla="*/ 81748 h 268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04234" h="268943">
                    <a:moveTo>
                      <a:pt x="5942" y="81748"/>
                    </a:moveTo>
                    <a:cubicBezTo>
                      <a:pt x="6989" y="83844"/>
                      <a:pt x="8133" y="85939"/>
                      <a:pt x="9561" y="88035"/>
                    </a:cubicBezTo>
                    <a:cubicBezTo>
                      <a:pt x="26992" y="113848"/>
                      <a:pt x="62044" y="120706"/>
                      <a:pt x="87952" y="103370"/>
                    </a:cubicBezTo>
                    <a:cubicBezTo>
                      <a:pt x="88905" y="102703"/>
                      <a:pt x="89667" y="102037"/>
                      <a:pt x="90619" y="101370"/>
                    </a:cubicBezTo>
                    <a:lnTo>
                      <a:pt x="252163" y="236149"/>
                    </a:lnTo>
                    <a:cubicBezTo>
                      <a:pt x="254068" y="238149"/>
                      <a:pt x="261212" y="246150"/>
                      <a:pt x="265308" y="259390"/>
                    </a:cubicBezTo>
                    <a:cubicBezTo>
                      <a:pt x="270070" y="274725"/>
                      <a:pt x="291406" y="271677"/>
                      <a:pt x="287025" y="249674"/>
                    </a:cubicBezTo>
                    <a:lnTo>
                      <a:pt x="287025" y="249674"/>
                    </a:lnTo>
                    <a:cubicBezTo>
                      <a:pt x="309408" y="249960"/>
                      <a:pt x="308551" y="228433"/>
                      <a:pt x="292549" y="226624"/>
                    </a:cubicBezTo>
                    <a:cubicBezTo>
                      <a:pt x="280452" y="225195"/>
                      <a:pt x="271880" y="220813"/>
                      <a:pt x="268355" y="218623"/>
                    </a:cubicBezTo>
                    <a:lnTo>
                      <a:pt x="106050" y="83272"/>
                    </a:lnTo>
                    <a:cubicBezTo>
                      <a:pt x="106145" y="83082"/>
                      <a:pt x="106335" y="82891"/>
                      <a:pt x="106430" y="82606"/>
                    </a:cubicBezTo>
                    <a:cubicBezTo>
                      <a:pt x="108145" y="79367"/>
                      <a:pt x="109479" y="76033"/>
                      <a:pt x="110526" y="72509"/>
                    </a:cubicBezTo>
                    <a:cubicBezTo>
                      <a:pt x="113098" y="63841"/>
                      <a:pt x="113574" y="54602"/>
                      <a:pt x="111860" y="45649"/>
                    </a:cubicBezTo>
                    <a:cubicBezTo>
                      <a:pt x="110431" y="38410"/>
                      <a:pt x="107669" y="31456"/>
                      <a:pt x="103287" y="24979"/>
                    </a:cubicBezTo>
                    <a:cubicBezTo>
                      <a:pt x="101954" y="22979"/>
                      <a:pt x="100430" y="21169"/>
                      <a:pt x="98906" y="19360"/>
                    </a:cubicBezTo>
                    <a:cubicBezTo>
                      <a:pt x="98810" y="19169"/>
                      <a:pt x="98620" y="19074"/>
                      <a:pt x="98525" y="18883"/>
                    </a:cubicBezTo>
                    <a:cubicBezTo>
                      <a:pt x="80046" y="-1881"/>
                      <a:pt x="48614" y="-6358"/>
                      <a:pt x="24896" y="9644"/>
                    </a:cubicBezTo>
                    <a:cubicBezTo>
                      <a:pt x="1275" y="25551"/>
                      <a:pt x="-6441" y="56126"/>
                      <a:pt x="5656" y="81082"/>
                    </a:cubicBezTo>
                    <a:cubicBezTo>
                      <a:pt x="5751" y="81272"/>
                      <a:pt x="5846" y="81558"/>
                      <a:pt x="5942" y="8174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860" name="Forme libre : forme 11859">
                <a:extLst>
                  <a:ext uri="{FF2B5EF4-FFF2-40B4-BE49-F238E27FC236}">
                    <a16:creationId xmlns:a16="http://schemas.microsoft.com/office/drawing/2014/main" id="{1D472A29-FF84-4798-AB1A-6A459548292C}"/>
                  </a:ext>
                </a:extLst>
              </p:cNvPr>
              <p:cNvSpPr/>
              <p:nvPr/>
            </p:nvSpPr>
            <p:spPr>
              <a:xfrm>
                <a:off x="2912482" y="2027669"/>
                <a:ext cx="131210" cy="363192"/>
              </a:xfrm>
              <a:custGeom>
                <a:avLst/>
                <a:gdLst>
                  <a:gd name="connsiteX0" fmla="*/ 9290 w 131210"/>
                  <a:gd name="connsiteY0" fmla="*/ 87388 h 363192"/>
                  <a:gd name="connsiteX1" fmla="*/ 12433 w 131210"/>
                  <a:gd name="connsiteY1" fmla="*/ 91770 h 363192"/>
                  <a:gd name="connsiteX2" fmla="*/ 44627 w 131210"/>
                  <a:gd name="connsiteY2" fmla="*/ 111582 h 363192"/>
                  <a:gd name="connsiteX3" fmla="*/ 50342 w 131210"/>
                  <a:gd name="connsiteY3" fmla="*/ 112534 h 363192"/>
                  <a:gd name="connsiteX4" fmla="*/ 53581 w 131210"/>
                  <a:gd name="connsiteY4" fmla="*/ 112725 h 363192"/>
                  <a:gd name="connsiteX5" fmla="*/ 90252 w 131210"/>
                  <a:gd name="connsiteY5" fmla="*/ 319894 h 363192"/>
                  <a:gd name="connsiteX6" fmla="*/ 85299 w 131210"/>
                  <a:gd name="connsiteY6" fmla="*/ 346183 h 363192"/>
                  <a:gd name="connsiteX7" fmla="*/ 108064 w 131210"/>
                  <a:gd name="connsiteY7" fmla="*/ 352755 h 363192"/>
                  <a:gd name="connsiteX8" fmla="*/ 108064 w 131210"/>
                  <a:gd name="connsiteY8" fmla="*/ 352755 h 363192"/>
                  <a:gd name="connsiteX9" fmla="*/ 127209 w 131210"/>
                  <a:gd name="connsiteY9" fmla="*/ 338658 h 363192"/>
                  <a:gd name="connsiteX10" fmla="*/ 113874 w 131210"/>
                  <a:gd name="connsiteY10" fmla="*/ 317036 h 363192"/>
                  <a:gd name="connsiteX11" fmla="*/ 77108 w 131210"/>
                  <a:gd name="connsiteY11" fmla="*/ 108915 h 363192"/>
                  <a:gd name="connsiteX12" fmla="*/ 79394 w 131210"/>
                  <a:gd name="connsiteY12" fmla="*/ 107962 h 363192"/>
                  <a:gd name="connsiteX13" fmla="*/ 87395 w 131210"/>
                  <a:gd name="connsiteY13" fmla="*/ 103676 h 363192"/>
                  <a:gd name="connsiteX14" fmla="*/ 91776 w 131210"/>
                  <a:gd name="connsiteY14" fmla="*/ 100533 h 363192"/>
                  <a:gd name="connsiteX15" fmla="*/ 95872 w 131210"/>
                  <a:gd name="connsiteY15" fmla="*/ 96913 h 363192"/>
                  <a:gd name="connsiteX16" fmla="*/ 96158 w 131210"/>
                  <a:gd name="connsiteY16" fmla="*/ 96628 h 363192"/>
                  <a:gd name="connsiteX17" fmla="*/ 104730 w 131210"/>
                  <a:gd name="connsiteY17" fmla="*/ 85674 h 363192"/>
                  <a:gd name="connsiteX18" fmla="*/ 109683 w 131210"/>
                  <a:gd name="connsiteY18" fmla="*/ 75196 h 363192"/>
                  <a:gd name="connsiteX19" fmla="*/ 111683 w 131210"/>
                  <a:gd name="connsiteY19" fmla="*/ 68243 h 363192"/>
                  <a:gd name="connsiteX20" fmla="*/ 112636 w 131210"/>
                  <a:gd name="connsiteY20" fmla="*/ 62528 h 363192"/>
                  <a:gd name="connsiteX21" fmla="*/ 112922 w 131210"/>
                  <a:gd name="connsiteY21" fmla="*/ 55480 h 363192"/>
                  <a:gd name="connsiteX22" fmla="*/ 112922 w 131210"/>
                  <a:gd name="connsiteY22" fmla="*/ 54908 h 363192"/>
                  <a:gd name="connsiteX23" fmla="*/ 62630 w 131210"/>
                  <a:gd name="connsiteY23" fmla="*/ 330 h 363192"/>
                  <a:gd name="connsiteX24" fmla="*/ 1860 w 131210"/>
                  <a:gd name="connsiteY24" fmla="*/ 42526 h 363192"/>
                  <a:gd name="connsiteX25" fmla="*/ 1670 w 131210"/>
                  <a:gd name="connsiteY25" fmla="*/ 43288 h 363192"/>
                  <a:gd name="connsiteX26" fmla="*/ 336 w 131210"/>
                  <a:gd name="connsiteY26" fmla="*/ 50431 h 363192"/>
                  <a:gd name="connsiteX27" fmla="*/ 4241 w 131210"/>
                  <a:gd name="connsiteY27" fmla="*/ 77959 h 363192"/>
                  <a:gd name="connsiteX28" fmla="*/ 9290 w 131210"/>
                  <a:gd name="connsiteY28" fmla="*/ 87388 h 363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31210" h="363192">
                    <a:moveTo>
                      <a:pt x="9290" y="87388"/>
                    </a:moveTo>
                    <a:cubicBezTo>
                      <a:pt x="10242" y="88912"/>
                      <a:pt x="11385" y="90341"/>
                      <a:pt x="12433" y="91770"/>
                    </a:cubicBezTo>
                    <a:cubicBezTo>
                      <a:pt x="20339" y="101581"/>
                      <a:pt x="31578" y="108820"/>
                      <a:pt x="44627" y="111582"/>
                    </a:cubicBezTo>
                    <a:cubicBezTo>
                      <a:pt x="46532" y="111963"/>
                      <a:pt x="48437" y="112249"/>
                      <a:pt x="50342" y="112534"/>
                    </a:cubicBezTo>
                    <a:cubicBezTo>
                      <a:pt x="51485" y="112630"/>
                      <a:pt x="52533" y="112630"/>
                      <a:pt x="53581" y="112725"/>
                    </a:cubicBezTo>
                    <a:lnTo>
                      <a:pt x="90252" y="319894"/>
                    </a:lnTo>
                    <a:cubicBezTo>
                      <a:pt x="90443" y="322656"/>
                      <a:pt x="90728" y="333419"/>
                      <a:pt x="85299" y="346183"/>
                    </a:cubicBezTo>
                    <a:cubicBezTo>
                      <a:pt x="79013" y="360946"/>
                      <a:pt x="97301" y="372376"/>
                      <a:pt x="108064" y="352755"/>
                    </a:cubicBezTo>
                    <a:lnTo>
                      <a:pt x="108064" y="352755"/>
                    </a:lnTo>
                    <a:cubicBezTo>
                      <a:pt x="124923" y="367423"/>
                      <a:pt x="138163" y="350374"/>
                      <a:pt x="127209" y="338658"/>
                    </a:cubicBezTo>
                    <a:cubicBezTo>
                      <a:pt x="118922" y="329800"/>
                      <a:pt x="115208" y="320846"/>
                      <a:pt x="113874" y="317036"/>
                    </a:cubicBezTo>
                    <a:lnTo>
                      <a:pt x="77108" y="108915"/>
                    </a:lnTo>
                    <a:cubicBezTo>
                      <a:pt x="77870" y="108629"/>
                      <a:pt x="78632" y="108248"/>
                      <a:pt x="79394" y="107962"/>
                    </a:cubicBezTo>
                    <a:cubicBezTo>
                      <a:pt x="82156" y="106724"/>
                      <a:pt x="84918" y="105295"/>
                      <a:pt x="87395" y="103676"/>
                    </a:cubicBezTo>
                    <a:cubicBezTo>
                      <a:pt x="88919" y="102724"/>
                      <a:pt x="90347" y="101581"/>
                      <a:pt x="91776" y="100533"/>
                    </a:cubicBezTo>
                    <a:cubicBezTo>
                      <a:pt x="93205" y="99390"/>
                      <a:pt x="94538" y="98247"/>
                      <a:pt x="95872" y="96913"/>
                    </a:cubicBezTo>
                    <a:cubicBezTo>
                      <a:pt x="95967" y="96818"/>
                      <a:pt x="96062" y="96723"/>
                      <a:pt x="96158" y="96628"/>
                    </a:cubicBezTo>
                    <a:cubicBezTo>
                      <a:pt x="99491" y="93389"/>
                      <a:pt x="102254" y="89674"/>
                      <a:pt x="104730" y="85674"/>
                    </a:cubicBezTo>
                    <a:cubicBezTo>
                      <a:pt x="106730" y="82340"/>
                      <a:pt x="108445" y="78911"/>
                      <a:pt x="109683" y="75196"/>
                    </a:cubicBezTo>
                    <a:cubicBezTo>
                      <a:pt x="110445" y="72910"/>
                      <a:pt x="111207" y="70624"/>
                      <a:pt x="111683" y="68243"/>
                    </a:cubicBezTo>
                    <a:cubicBezTo>
                      <a:pt x="112064" y="66338"/>
                      <a:pt x="112350" y="64433"/>
                      <a:pt x="112636" y="62528"/>
                    </a:cubicBezTo>
                    <a:cubicBezTo>
                      <a:pt x="112922" y="60147"/>
                      <a:pt x="112922" y="57766"/>
                      <a:pt x="112922" y="55480"/>
                    </a:cubicBezTo>
                    <a:cubicBezTo>
                      <a:pt x="112922" y="55289"/>
                      <a:pt x="112922" y="55099"/>
                      <a:pt x="112922" y="54908"/>
                    </a:cubicBezTo>
                    <a:cubicBezTo>
                      <a:pt x="112160" y="27095"/>
                      <a:pt x="91014" y="3473"/>
                      <a:pt x="62630" y="330"/>
                    </a:cubicBezTo>
                    <a:cubicBezTo>
                      <a:pt x="34340" y="-2718"/>
                      <a:pt x="8718" y="15665"/>
                      <a:pt x="1860" y="42526"/>
                    </a:cubicBezTo>
                    <a:cubicBezTo>
                      <a:pt x="1765" y="42811"/>
                      <a:pt x="1765" y="43002"/>
                      <a:pt x="1670" y="43288"/>
                    </a:cubicBezTo>
                    <a:cubicBezTo>
                      <a:pt x="1098" y="45574"/>
                      <a:pt x="622" y="47955"/>
                      <a:pt x="336" y="50431"/>
                    </a:cubicBezTo>
                    <a:cubicBezTo>
                      <a:pt x="-712" y="60147"/>
                      <a:pt x="717" y="69481"/>
                      <a:pt x="4241" y="77959"/>
                    </a:cubicBezTo>
                    <a:cubicBezTo>
                      <a:pt x="5575" y="81102"/>
                      <a:pt x="7289" y="84340"/>
                      <a:pt x="9290" y="8738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11861" name="Forme libre : forme 11860">
              <a:extLst>
                <a:ext uri="{FF2B5EF4-FFF2-40B4-BE49-F238E27FC236}">
                  <a16:creationId xmlns:a16="http://schemas.microsoft.com/office/drawing/2014/main" id="{2B0377D9-41FC-412F-B6FB-96A918F72774}"/>
                </a:ext>
              </a:extLst>
            </p:cNvPr>
            <p:cNvSpPr/>
            <p:nvPr/>
          </p:nvSpPr>
          <p:spPr>
            <a:xfrm>
              <a:off x="2162720" y="2478552"/>
              <a:ext cx="2077975" cy="2078048"/>
            </a:xfrm>
            <a:custGeom>
              <a:avLst/>
              <a:gdLst>
                <a:gd name="connsiteX0" fmla="*/ 2077502 w 2077975"/>
                <a:gd name="connsiteY0" fmla="*/ 1148314 h 2078048"/>
                <a:gd name="connsiteX1" fmla="*/ 2075883 w 2077975"/>
                <a:gd name="connsiteY1" fmla="*/ 1143456 h 2078048"/>
                <a:gd name="connsiteX2" fmla="*/ 2075407 w 2077975"/>
                <a:gd name="connsiteY2" fmla="*/ 1142504 h 2078048"/>
                <a:gd name="connsiteX3" fmla="*/ 2073026 w 2077975"/>
                <a:gd name="connsiteY3" fmla="*/ 1138789 h 2078048"/>
                <a:gd name="connsiteX4" fmla="*/ 2073026 w 2077975"/>
                <a:gd name="connsiteY4" fmla="*/ 1138789 h 2078048"/>
                <a:gd name="connsiteX5" fmla="*/ 2073026 w 2077975"/>
                <a:gd name="connsiteY5" fmla="*/ 1138789 h 2078048"/>
                <a:gd name="connsiteX6" fmla="*/ 2062548 w 2077975"/>
                <a:gd name="connsiteY6" fmla="*/ 1132693 h 2078048"/>
                <a:gd name="connsiteX7" fmla="*/ 2076550 w 2077975"/>
                <a:gd name="connsiteY7" fmla="*/ 1039062 h 2078048"/>
                <a:gd name="connsiteX8" fmla="*/ 2057214 w 2077975"/>
                <a:gd name="connsiteY8" fmla="*/ 929525 h 2078048"/>
                <a:gd name="connsiteX9" fmla="*/ 2069120 w 2077975"/>
                <a:gd name="connsiteY9" fmla="*/ 918761 h 2078048"/>
                <a:gd name="connsiteX10" fmla="*/ 2067882 w 2077975"/>
                <a:gd name="connsiteY10" fmla="*/ 895997 h 2078048"/>
                <a:gd name="connsiteX11" fmla="*/ 2067882 w 2077975"/>
                <a:gd name="connsiteY11" fmla="*/ 895997 h 2078048"/>
                <a:gd name="connsiteX12" fmla="*/ 2067882 w 2077975"/>
                <a:gd name="connsiteY12" fmla="*/ 895997 h 2078048"/>
                <a:gd name="connsiteX13" fmla="*/ 2065120 w 2077975"/>
                <a:gd name="connsiteY13" fmla="*/ 891806 h 2078048"/>
                <a:gd name="connsiteX14" fmla="*/ 2064739 w 2077975"/>
                <a:gd name="connsiteY14" fmla="*/ 891234 h 2078048"/>
                <a:gd name="connsiteX15" fmla="*/ 2061024 w 2077975"/>
                <a:gd name="connsiteY15" fmla="*/ 887805 h 2078048"/>
                <a:gd name="connsiteX16" fmla="*/ 2040164 w 2077975"/>
                <a:gd name="connsiteY16" fmla="*/ 891425 h 2078048"/>
                <a:gd name="connsiteX17" fmla="*/ 2009494 w 2077975"/>
                <a:gd name="connsiteY17" fmla="*/ 846086 h 2078048"/>
                <a:gd name="connsiteX18" fmla="*/ 2021686 w 2077975"/>
                <a:gd name="connsiteY18" fmla="*/ 775886 h 2078048"/>
                <a:gd name="connsiteX19" fmla="*/ 2039117 w 2077975"/>
                <a:gd name="connsiteY19" fmla="*/ 774267 h 2078048"/>
                <a:gd name="connsiteX20" fmla="*/ 2044641 w 2077975"/>
                <a:gd name="connsiteY20" fmla="*/ 764075 h 2078048"/>
                <a:gd name="connsiteX21" fmla="*/ 2045117 w 2077975"/>
                <a:gd name="connsiteY21" fmla="*/ 759884 h 2078048"/>
                <a:gd name="connsiteX22" fmla="*/ 2044165 w 2077975"/>
                <a:gd name="connsiteY22" fmla="*/ 751217 h 2078048"/>
                <a:gd name="connsiteX23" fmla="*/ 2040450 w 2077975"/>
                <a:gd name="connsiteY23" fmla="*/ 742930 h 2078048"/>
                <a:gd name="connsiteX24" fmla="*/ 2037021 w 2077975"/>
                <a:gd name="connsiteY24" fmla="*/ 738834 h 2078048"/>
                <a:gd name="connsiteX25" fmla="*/ 2036640 w 2077975"/>
                <a:gd name="connsiteY25" fmla="*/ 738453 h 2078048"/>
                <a:gd name="connsiteX26" fmla="*/ 2032830 w 2077975"/>
                <a:gd name="connsiteY26" fmla="*/ 735691 h 2078048"/>
                <a:gd name="connsiteX27" fmla="*/ 2032830 w 2077975"/>
                <a:gd name="connsiteY27" fmla="*/ 735691 h 2078048"/>
                <a:gd name="connsiteX28" fmla="*/ 2032830 w 2077975"/>
                <a:gd name="connsiteY28" fmla="*/ 735691 h 2078048"/>
                <a:gd name="connsiteX29" fmla="*/ 2020638 w 2077975"/>
                <a:gd name="connsiteY29" fmla="*/ 734072 h 2078048"/>
                <a:gd name="connsiteX30" fmla="*/ 1997683 w 2077975"/>
                <a:gd name="connsiteY30" fmla="*/ 641774 h 2078048"/>
                <a:gd name="connsiteX31" fmla="*/ 1937675 w 2077975"/>
                <a:gd name="connsiteY31" fmla="*/ 547667 h 2078048"/>
                <a:gd name="connsiteX32" fmla="*/ 1944533 w 2077975"/>
                <a:gd name="connsiteY32" fmla="*/ 533189 h 2078048"/>
                <a:gd name="connsiteX33" fmla="*/ 1934627 w 2077975"/>
                <a:gd name="connsiteY33" fmla="*/ 512711 h 2078048"/>
                <a:gd name="connsiteX34" fmla="*/ 1934627 w 2077975"/>
                <a:gd name="connsiteY34" fmla="*/ 512711 h 2078048"/>
                <a:gd name="connsiteX35" fmla="*/ 1934627 w 2077975"/>
                <a:gd name="connsiteY35" fmla="*/ 512711 h 2078048"/>
                <a:gd name="connsiteX36" fmla="*/ 1930436 w 2077975"/>
                <a:gd name="connsiteY36" fmla="*/ 509853 h 2078048"/>
                <a:gd name="connsiteX37" fmla="*/ 1929865 w 2077975"/>
                <a:gd name="connsiteY37" fmla="*/ 509567 h 2078048"/>
                <a:gd name="connsiteX38" fmla="*/ 1925102 w 2077975"/>
                <a:gd name="connsiteY38" fmla="*/ 507853 h 2078048"/>
                <a:gd name="connsiteX39" fmla="*/ 1907291 w 2077975"/>
                <a:gd name="connsiteY39" fmla="*/ 519283 h 2078048"/>
                <a:gd name="connsiteX40" fmla="*/ 1861570 w 2077975"/>
                <a:gd name="connsiteY40" fmla="*/ 489184 h 2078048"/>
                <a:gd name="connsiteX41" fmla="*/ 1845950 w 2077975"/>
                <a:gd name="connsiteY41" fmla="*/ 419842 h 2078048"/>
                <a:gd name="connsiteX42" fmla="*/ 1850426 w 2077975"/>
                <a:gd name="connsiteY42" fmla="*/ 419747 h 2078048"/>
                <a:gd name="connsiteX43" fmla="*/ 1856808 w 2077975"/>
                <a:gd name="connsiteY43" fmla="*/ 417080 h 2078048"/>
                <a:gd name="connsiteX44" fmla="*/ 1861285 w 2077975"/>
                <a:gd name="connsiteY44" fmla="*/ 411555 h 2078048"/>
                <a:gd name="connsiteX45" fmla="*/ 1850712 w 2077975"/>
                <a:gd name="connsiteY45" fmla="*/ 382123 h 2078048"/>
                <a:gd name="connsiteX46" fmla="*/ 1845950 w 2077975"/>
                <a:gd name="connsiteY46" fmla="*/ 379646 h 2078048"/>
                <a:gd name="connsiteX47" fmla="*/ 1845569 w 2077975"/>
                <a:gd name="connsiteY47" fmla="*/ 379551 h 2078048"/>
                <a:gd name="connsiteX48" fmla="*/ 1841092 w 2077975"/>
                <a:gd name="connsiteY48" fmla="*/ 378408 h 2078048"/>
                <a:gd name="connsiteX49" fmla="*/ 1840901 w 2077975"/>
                <a:gd name="connsiteY49" fmla="*/ 378408 h 2078048"/>
                <a:gd name="connsiteX50" fmla="*/ 1840901 w 2077975"/>
                <a:gd name="connsiteY50" fmla="*/ 378408 h 2078048"/>
                <a:gd name="connsiteX51" fmla="*/ 1828995 w 2077975"/>
                <a:gd name="connsiteY51" fmla="*/ 381551 h 2078048"/>
                <a:gd name="connsiteX52" fmla="*/ 1772702 w 2077975"/>
                <a:gd name="connsiteY52" fmla="*/ 305256 h 2078048"/>
                <a:gd name="connsiteX53" fmla="*/ 1681358 w 2077975"/>
                <a:gd name="connsiteY53" fmla="*/ 241534 h 2078048"/>
                <a:gd name="connsiteX54" fmla="*/ 1682215 w 2077975"/>
                <a:gd name="connsiteY54" fmla="*/ 225437 h 2078048"/>
                <a:gd name="connsiteX55" fmla="*/ 1660593 w 2077975"/>
                <a:gd name="connsiteY55" fmla="*/ 209149 h 2078048"/>
                <a:gd name="connsiteX56" fmla="*/ 1659545 w 2077975"/>
                <a:gd name="connsiteY56" fmla="*/ 209054 h 2078048"/>
                <a:gd name="connsiteX57" fmla="*/ 1654592 w 2077975"/>
                <a:gd name="connsiteY57" fmla="*/ 209339 h 2078048"/>
                <a:gd name="connsiteX58" fmla="*/ 1642495 w 2077975"/>
                <a:gd name="connsiteY58" fmla="*/ 226865 h 2078048"/>
                <a:gd name="connsiteX59" fmla="*/ 1588775 w 2077975"/>
                <a:gd name="connsiteY59" fmla="*/ 216388 h 2078048"/>
                <a:gd name="connsiteX60" fmla="*/ 1548008 w 2077975"/>
                <a:gd name="connsiteY60" fmla="*/ 158190 h 2078048"/>
                <a:gd name="connsiteX61" fmla="*/ 1558866 w 2077975"/>
                <a:gd name="connsiteY61" fmla="*/ 144760 h 2078048"/>
                <a:gd name="connsiteX62" fmla="*/ 1537911 w 2077975"/>
                <a:gd name="connsiteY62" fmla="*/ 121424 h 2078048"/>
                <a:gd name="connsiteX63" fmla="*/ 1532672 w 2077975"/>
                <a:gd name="connsiteY63" fmla="*/ 121043 h 2078048"/>
                <a:gd name="connsiteX64" fmla="*/ 1531910 w 2077975"/>
                <a:gd name="connsiteY64" fmla="*/ 121138 h 2078048"/>
                <a:gd name="connsiteX65" fmla="*/ 1527338 w 2077975"/>
                <a:gd name="connsiteY65" fmla="*/ 121900 h 2078048"/>
                <a:gd name="connsiteX66" fmla="*/ 1527338 w 2077975"/>
                <a:gd name="connsiteY66" fmla="*/ 121900 h 2078048"/>
                <a:gd name="connsiteX67" fmla="*/ 1527338 w 2077975"/>
                <a:gd name="connsiteY67" fmla="*/ 121900 h 2078048"/>
                <a:gd name="connsiteX68" fmla="*/ 1517623 w 2077975"/>
                <a:gd name="connsiteY68" fmla="*/ 129139 h 2078048"/>
                <a:gd name="connsiteX69" fmla="*/ 1436089 w 2077975"/>
                <a:gd name="connsiteY69" fmla="*/ 80276 h 2078048"/>
                <a:gd name="connsiteX70" fmla="*/ 1327028 w 2077975"/>
                <a:gd name="connsiteY70" fmla="*/ 56273 h 2078048"/>
                <a:gd name="connsiteX71" fmla="*/ 1321694 w 2077975"/>
                <a:gd name="connsiteY71" fmla="*/ 41033 h 2078048"/>
                <a:gd name="connsiteX72" fmla="*/ 1300167 w 2077975"/>
                <a:gd name="connsiteY72" fmla="*/ 33317 h 2078048"/>
                <a:gd name="connsiteX73" fmla="*/ 1300167 w 2077975"/>
                <a:gd name="connsiteY73" fmla="*/ 33317 h 2078048"/>
                <a:gd name="connsiteX74" fmla="*/ 1300072 w 2077975"/>
                <a:gd name="connsiteY74" fmla="*/ 33317 h 2078048"/>
                <a:gd name="connsiteX75" fmla="*/ 1295024 w 2077975"/>
                <a:gd name="connsiteY75" fmla="*/ 34365 h 2078048"/>
                <a:gd name="connsiteX76" fmla="*/ 1294643 w 2077975"/>
                <a:gd name="connsiteY76" fmla="*/ 34460 h 2078048"/>
                <a:gd name="connsiteX77" fmla="*/ 1289975 w 2077975"/>
                <a:gd name="connsiteY77" fmla="*/ 36746 h 2078048"/>
                <a:gd name="connsiteX78" fmla="*/ 1287022 w 2077975"/>
                <a:gd name="connsiteY78" fmla="*/ 39223 h 2078048"/>
                <a:gd name="connsiteX79" fmla="*/ 1283022 w 2077975"/>
                <a:gd name="connsiteY79" fmla="*/ 48748 h 2078048"/>
                <a:gd name="connsiteX80" fmla="*/ 1284451 w 2077975"/>
                <a:gd name="connsiteY80" fmla="*/ 55606 h 2078048"/>
                <a:gd name="connsiteX81" fmla="*/ 1285594 w 2077975"/>
                <a:gd name="connsiteY81" fmla="*/ 57511 h 2078048"/>
                <a:gd name="connsiteX82" fmla="*/ 1231873 w 2077975"/>
                <a:gd name="connsiteY82" fmla="*/ 68465 h 2078048"/>
                <a:gd name="connsiteX83" fmla="*/ 1171865 w 2077975"/>
                <a:gd name="connsiteY83" fmla="*/ 30460 h 2078048"/>
                <a:gd name="connsiteX84" fmla="*/ 1176723 w 2077975"/>
                <a:gd name="connsiteY84" fmla="*/ 13886 h 2078048"/>
                <a:gd name="connsiteX85" fmla="*/ 1169389 w 2077975"/>
                <a:gd name="connsiteY85" fmla="*/ 4838 h 2078048"/>
                <a:gd name="connsiteX86" fmla="*/ 1165769 w 2077975"/>
                <a:gd name="connsiteY86" fmla="*/ 2742 h 2078048"/>
                <a:gd name="connsiteX87" fmla="*/ 1157387 w 2077975"/>
                <a:gd name="connsiteY87" fmla="*/ 266 h 2078048"/>
                <a:gd name="connsiteX88" fmla="*/ 1148338 w 2077975"/>
                <a:gd name="connsiteY88" fmla="*/ 456 h 2078048"/>
                <a:gd name="connsiteX89" fmla="*/ 1143481 w 2077975"/>
                <a:gd name="connsiteY89" fmla="*/ 2075 h 2078048"/>
                <a:gd name="connsiteX90" fmla="*/ 1142528 w 2077975"/>
                <a:gd name="connsiteY90" fmla="*/ 2552 h 2078048"/>
                <a:gd name="connsiteX91" fmla="*/ 1138813 w 2077975"/>
                <a:gd name="connsiteY91" fmla="*/ 4933 h 2078048"/>
                <a:gd name="connsiteX92" fmla="*/ 1138813 w 2077975"/>
                <a:gd name="connsiteY92" fmla="*/ 4933 h 2078048"/>
                <a:gd name="connsiteX93" fmla="*/ 1138813 w 2077975"/>
                <a:gd name="connsiteY93" fmla="*/ 4933 h 2078048"/>
                <a:gd name="connsiteX94" fmla="*/ 1132718 w 2077975"/>
                <a:gd name="connsiteY94" fmla="*/ 15410 h 2078048"/>
                <a:gd name="connsiteX95" fmla="*/ 1039087 w 2077975"/>
                <a:gd name="connsiteY95" fmla="*/ 1409 h 2078048"/>
                <a:gd name="connsiteX96" fmla="*/ 929549 w 2077975"/>
                <a:gd name="connsiteY96" fmla="*/ 20744 h 2078048"/>
                <a:gd name="connsiteX97" fmla="*/ 918786 w 2077975"/>
                <a:gd name="connsiteY97" fmla="*/ 8838 h 2078048"/>
                <a:gd name="connsiteX98" fmla="*/ 896021 w 2077975"/>
                <a:gd name="connsiteY98" fmla="*/ 10076 h 2078048"/>
                <a:gd name="connsiteX99" fmla="*/ 896021 w 2077975"/>
                <a:gd name="connsiteY99" fmla="*/ 10076 h 2078048"/>
                <a:gd name="connsiteX100" fmla="*/ 896021 w 2077975"/>
                <a:gd name="connsiteY100" fmla="*/ 10076 h 2078048"/>
                <a:gd name="connsiteX101" fmla="*/ 891830 w 2077975"/>
                <a:gd name="connsiteY101" fmla="*/ 12839 h 2078048"/>
                <a:gd name="connsiteX102" fmla="*/ 891259 w 2077975"/>
                <a:gd name="connsiteY102" fmla="*/ 13220 h 2078048"/>
                <a:gd name="connsiteX103" fmla="*/ 887830 w 2077975"/>
                <a:gd name="connsiteY103" fmla="*/ 16934 h 2078048"/>
                <a:gd name="connsiteX104" fmla="*/ 891449 w 2077975"/>
                <a:gd name="connsiteY104" fmla="*/ 37794 h 2078048"/>
                <a:gd name="connsiteX105" fmla="*/ 846110 w 2077975"/>
                <a:gd name="connsiteY105" fmla="*/ 68465 h 2078048"/>
                <a:gd name="connsiteX106" fmla="*/ 775911 w 2077975"/>
                <a:gd name="connsiteY106" fmla="*/ 56273 h 2078048"/>
                <a:gd name="connsiteX107" fmla="*/ 774292 w 2077975"/>
                <a:gd name="connsiteY107" fmla="*/ 38842 h 2078048"/>
                <a:gd name="connsiteX108" fmla="*/ 764957 w 2077975"/>
                <a:gd name="connsiteY108" fmla="*/ 33603 h 2078048"/>
                <a:gd name="connsiteX109" fmla="*/ 759909 w 2077975"/>
                <a:gd name="connsiteY109" fmla="*/ 32841 h 2078048"/>
                <a:gd name="connsiteX110" fmla="*/ 751241 w 2077975"/>
                <a:gd name="connsiteY110" fmla="*/ 33794 h 2078048"/>
                <a:gd name="connsiteX111" fmla="*/ 742955 w 2077975"/>
                <a:gd name="connsiteY111" fmla="*/ 37508 h 2078048"/>
                <a:gd name="connsiteX112" fmla="*/ 738859 w 2077975"/>
                <a:gd name="connsiteY112" fmla="*/ 40937 h 2078048"/>
                <a:gd name="connsiteX113" fmla="*/ 738478 w 2077975"/>
                <a:gd name="connsiteY113" fmla="*/ 41318 h 2078048"/>
                <a:gd name="connsiteX114" fmla="*/ 735715 w 2077975"/>
                <a:gd name="connsiteY114" fmla="*/ 45128 h 2078048"/>
                <a:gd name="connsiteX115" fmla="*/ 735715 w 2077975"/>
                <a:gd name="connsiteY115" fmla="*/ 45128 h 2078048"/>
                <a:gd name="connsiteX116" fmla="*/ 735715 w 2077975"/>
                <a:gd name="connsiteY116" fmla="*/ 45128 h 2078048"/>
                <a:gd name="connsiteX117" fmla="*/ 734096 w 2077975"/>
                <a:gd name="connsiteY117" fmla="*/ 57320 h 2078048"/>
                <a:gd name="connsiteX118" fmla="*/ 641799 w 2077975"/>
                <a:gd name="connsiteY118" fmla="*/ 80276 h 2078048"/>
                <a:gd name="connsiteX119" fmla="*/ 547692 w 2077975"/>
                <a:gd name="connsiteY119" fmla="*/ 140283 h 2078048"/>
                <a:gd name="connsiteX120" fmla="*/ 533214 w 2077975"/>
                <a:gd name="connsiteY120" fmla="*/ 133425 h 2078048"/>
                <a:gd name="connsiteX121" fmla="*/ 512735 w 2077975"/>
                <a:gd name="connsiteY121" fmla="*/ 143331 h 2078048"/>
                <a:gd name="connsiteX122" fmla="*/ 512735 w 2077975"/>
                <a:gd name="connsiteY122" fmla="*/ 143331 h 2078048"/>
                <a:gd name="connsiteX123" fmla="*/ 512735 w 2077975"/>
                <a:gd name="connsiteY123" fmla="*/ 143331 h 2078048"/>
                <a:gd name="connsiteX124" fmla="*/ 509878 w 2077975"/>
                <a:gd name="connsiteY124" fmla="*/ 147522 h 2078048"/>
                <a:gd name="connsiteX125" fmla="*/ 509592 w 2077975"/>
                <a:gd name="connsiteY125" fmla="*/ 148094 h 2078048"/>
                <a:gd name="connsiteX126" fmla="*/ 507877 w 2077975"/>
                <a:gd name="connsiteY126" fmla="*/ 152856 h 2078048"/>
                <a:gd name="connsiteX127" fmla="*/ 519307 w 2077975"/>
                <a:gd name="connsiteY127" fmla="*/ 170668 h 2078048"/>
                <a:gd name="connsiteX128" fmla="*/ 489209 w 2077975"/>
                <a:gd name="connsiteY128" fmla="*/ 216388 h 2078048"/>
                <a:gd name="connsiteX129" fmla="*/ 419867 w 2077975"/>
                <a:gd name="connsiteY129" fmla="*/ 232009 h 2078048"/>
                <a:gd name="connsiteX130" fmla="*/ 411580 w 2077975"/>
                <a:gd name="connsiteY130" fmla="*/ 216578 h 2078048"/>
                <a:gd name="connsiteX131" fmla="*/ 407960 w 2077975"/>
                <a:gd name="connsiteY131" fmla="*/ 215340 h 2078048"/>
                <a:gd name="connsiteX132" fmla="*/ 404055 w 2077975"/>
                <a:gd name="connsiteY132" fmla="*/ 214959 h 2078048"/>
                <a:gd name="connsiteX133" fmla="*/ 395959 w 2077975"/>
                <a:gd name="connsiteY133" fmla="*/ 216388 h 2078048"/>
                <a:gd name="connsiteX134" fmla="*/ 382148 w 2077975"/>
                <a:gd name="connsiteY134" fmla="*/ 227151 h 2078048"/>
                <a:gd name="connsiteX135" fmla="*/ 379671 w 2077975"/>
                <a:gd name="connsiteY135" fmla="*/ 231914 h 2078048"/>
                <a:gd name="connsiteX136" fmla="*/ 379576 w 2077975"/>
                <a:gd name="connsiteY136" fmla="*/ 232295 h 2078048"/>
                <a:gd name="connsiteX137" fmla="*/ 378433 w 2077975"/>
                <a:gd name="connsiteY137" fmla="*/ 236771 h 2078048"/>
                <a:gd name="connsiteX138" fmla="*/ 378433 w 2077975"/>
                <a:gd name="connsiteY138" fmla="*/ 236962 h 2078048"/>
                <a:gd name="connsiteX139" fmla="*/ 378433 w 2077975"/>
                <a:gd name="connsiteY139" fmla="*/ 236962 h 2078048"/>
                <a:gd name="connsiteX140" fmla="*/ 381576 w 2077975"/>
                <a:gd name="connsiteY140" fmla="*/ 248868 h 2078048"/>
                <a:gd name="connsiteX141" fmla="*/ 305281 w 2077975"/>
                <a:gd name="connsiteY141" fmla="*/ 305161 h 2078048"/>
                <a:gd name="connsiteX142" fmla="*/ 241559 w 2077975"/>
                <a:gd name="connsiteY142" fmla="*/ 396506 h 2078048"/>
                <a:gd name="connsiteX143" fmla="*/ 225461 w 2077975"/>
                <a:gd name="connsiteY143" fmla="*/ 395648 h 2078048"/>
                <a:gd name="connsiteX144" fmla="*/ 209173 w 2077975"/>
                <a:gd name="connsiteY144" fmla="*/ 417270 h 2078048"/>
                <a:gd name="connsiteX145" fmla="*/ 209078 w 2077975"/>
                <a:gd name="connsiteY145" fmla="*/ 418318 h 2078048"/>
                <a:gd name="connsiteX146" fmla="*/ 209364 w 2077975"/>
                <a:gd name="connsiteY146" fmla="*/ 423271 h 2078048"/>
                <a:gd name="connsiteX147" fmla="*/ 226890 w 2077975"/>
                <a:gd name="connsiteY147" fmla="*/ 435368 h 2078048"/>
                <a:gd name="connsiteX148" fmla="*/ 216413 w 2077975"/>
                <a:gd name="connsiteY148" fmla="*/ 489089 h 2078048"/>
                <a:gd name="connsiteX149" fmla="*/ 158215 w 2077975"/>
                <a:gd name="connsiteY149" fmla="*/ 529856 h 2078048"/>
                <a:gd name="connsiteX150" fmla="*/ 144785 w 2077975"/>
                <a:gd name="connsiteY150" fmla="*/ 518997 h 2078048"/>
                <a:gd name="connsiteX151" fmla="*/ 140974 w 2077975"/>
                <a:gd name="connsiteY151" fmla="*/ 519283 h 2078048"/>
                <a:gd name="connsiteX152" fmla="*/ 124782 w 2077975"/>
                <a:gd name="connsiteY152" fmla="*/ 531570 h 2078048"/>
                <a:gd name="connsiteX153" fmla="*/ 121448 w 2077975"/>
                <a:gd name="connsiteY153" fmla="*/ 539952 h 2078048"/>
                <a:gd name="connsiteX154" fmla="*/ 121067 w 2077975"/>
                <a:gd name="connsiteY154" fmla="*/ 545191 h 2078048"/>
                <a:gd name="connsiteX155" fmla="*/ 121163 w 2077975"/>
                <a:gd name="connsiteY155" fmla="*/ 545953 h 2078048"/>
                <a:gd name="connsiteX156" fmla="*/ 121924 w 2077975"/>
                <a:gd name="connsiteY156" fmla="*/ 550525 h 2078048"/>
                <a:gd name="connsiteX157" fmla="*/ 121924 w 2077975"/>
                <a:gd name="connsiteY157" fmla="*/ 550525 h 2078048"/>
                <a:gd name="connsiteX158" fmla="*/ 121924 w 2077975"/>
                <a:gd name="connsiteY158" fmla="*/ 550525 h 2078048"/>
                <a:gd name="connsiteX159" fmla="*/ 129164 w 2077975"/>
                <a:gd name="connsiteY159" fmla="*/ 560240 h 2078048"/>
                <a:gd name="connsiteX160" fmla="*/ 80300 w 2077975"/>
                <a:gd name="connsiteY160" fmla="*/ 641774 h 2078048"/>
                <a:gd name="connsiteX161" fmla="*/ 56297 w 2077975"/>
                <a:gd name="connsiteY161" fmla="*/ 750836 h 2078048"/>
                <a:gd name="connsiteX162" fmla="*/ 41057 w 2077975"/>
                <a:gd name="connsiteY162" fmla="*/ 756170 h 2078048"/>
                <a:gd name="connsiteX163" fmla="*/ 33342 w 2077975"/>
                <a:gd name="connsiteY163" fmla="*/ 777696 h 2078048"/>
                <a:gd name="connsiteX164" fmla="*/ 33342 w 2077975"/>
                <a:gd name="connsiteY164" fmla="*/ 777696 h 2078048"/>
                <a:gd name="connsiteX165" fmla="*/ 33342 w 2077975"/>
                <a:gd name="connsiteY165" fmla="*/ 777791 h 2078048"/>
                <a:gd name="connsiteX166" fmla="*/ 34390 w 2077975"/>
                <a:gd name="connsiteY166" fmla="*/ 782840 h 2078048"/>
                <a:gd name="connsiteX167" fmla="*/ 34485 w 2077975"/>
                <a:gd name="connsiteY167" fmla="*/ 783316 h 2078048"/>
                <a:gd name="connsiteX168" fmla="*/ 36771 w 2077975"/>
                <a:gd name="connsiteY168" fmla="*/ 787983 h 2078048"/>
                <a:gd name="connsiteX169" fmla="*/ 57631 w 2077975"/>
                <a:gd name="connsiteY169" fmla="*/ 792460 h 2078048"/>
                <a:gd name="connsiteX170" fmla="*/ 68585 w 2077975"/>
                <a:gd name="connsiteY170" fmla="*/ 846181 h 2078048"/>
                <a:gd name="connsiteX171" fmla="*/ 30580 w 2077975"/>
                <a:gd name="connsiteY171" fmla="*/ 906188 h 2078048"/>
                <a:gd name="connsiteX172" fmla="*/ 21055 w 2077975"/>
                <a:gd name="connsiteY172" fmla="*/ 900569 h 2078048"/>
                <a:gd name="connsiteX173" fmla="*/ 17531 w 2077975"/>
                <a:gd name="connsiteY173" fmla="*/ 900473 h 2078048"/>
                <a:gd name="connsiteX174" fmla="*/ 13911 w 2077975"/>
                <a:gd name="connsiteY174" fmla="*/ 901331 h 2078048"/>
                <a:gd name="connsiteX175" fmla="*/ 481 w 2077975"/>
                <a:gd name="connsiteY175" fmla="*/ 929715 h 2078048"/>
                <a:gd name="connsiteX176" fmla="*/ 2100 w 2077975"/>
                <a:gd name="connsiteY176" fmla="*/ 934573 h 2078048"/>
                <a:gd name="connsiteX177" fmla="*/ 2576 w 2077975"/>
                <a:gd name="connsiteY177" fmla="*/ 935525 h 2078048"/>
                <a:gd name="connsiteX178" fmla="*/ 4957 w 2077975"/>
                <a:gd name="connsiteY178" fmla="*/ 939240 h 2078048"/>
                <a:gd name="connsiteX179" fmla="*/ 4957 w 2077975"/>
                <a:gd name="connsiteY179" fmla="*/ 939240 h 2078048"/>
                <a:gd name="connsiteX180" fmla="*/ 4957 w 2077975"/>
                <a:gd name="connsiteY180" fmla="*/ 939240 h 2078048"/>
                <a:gd name="connsiteX181" fmla="*/ 15435 w 2077975"/>
                <a:gd name="connsiteY181" fmla="*/ 945336 h 2078048"/>
                <a:gd name="connsiteX182" fmla="*/ 1433 w 2077975"/>
                <a:gd name="connsiteY182" fmla="*/ 1038967 h 2078048"/>
                <a:gd name="connsiteX183" fmla="*/ 20769 w 2077975"/>
                <a:gd name="connsiteY183" fmla="*/ 1148504 h 2078048"/>
                <a:gd name="connsiteX184" fmla="*/ 8863 w 2077975"/>
                <a:gd name="connsiteY184" fmla="*/ 1159268 h 2078048"/>
                <a:gd name="connsiteX185" fmla="*/ 10101 w 2077975"/>
                <a:gd name="connsiteY185" fmla="*/ 1182032 h 2078048"/>
                <a:gd name="connsiteX186" fmla="*/ 10101 w 2077975"/>
                <a:gd name="connsiteY186" fmla="*/ 1182032 h 2078048"/>
                <a:gd name="connsiteX187" fmla="*/ 10101 w 2077975"/>
                <a:gd name="connsiteY187" fmla="*/ 1182032 h 2078048"/>
                <a:gd name="connsiteX188" fmla="*/ 12863 w 2077975"/>
                <a:gd name="connsiteY188" fmla="*/ 1186224 h 2078048"/>
                <a:gd name="connsiteX189" fmla="*/ 13244 w 2077975"/>
                <a:gd name="connsiteY189" fmla="*/ 1186795 h 2078048"/>
                <a:gd name="connsiteX190" fmla="*/ 16959 w 2077975"/>
                <a:gd name="connsiteY190" fmla="*/ 1190224 h 2078048"/>
                <a:gd name="connsiteX191" fmla="*/ 37819 w 2077975"/>
                <a:gd name="connsiteY191" fmla="*/ 1186604 h 2078048"/>
                <a:gd name="connsiteX192" fmla="*/ 68489 w 2077975"/>
                <a:gd name="connsiteY192" fmla="*/ 1231943 h 2078048"/>
                <a:gd name="connsiteX193" fmla="*/ 56297 w 2077975"/>
                <a:gd name="connsiteY193" fmla="*/ 1302143 h 2078048"/>
                <a:gd name="connsiteX194" fmla="*/ 38867 w 2077975"/>
                <a:gd name="connsiteY194" fmla="*/ 1303762 h 2078048"/>
                <a:gd name="connsiteX195" fmla="*/ 37533 w 2077975"/>
                <a:gd name="connsiteY195" fmla="*/ 1335099 h 2078048"/>
                <a:gd name="connsiteX196" fmla="*/ 40962 w 2077975"/>
                <a:gd name="connsiteY196" fmla="*/ 1339195 h 2078048"/>
                <a:gd name="connsiteX197" fmla="*/ 41343 w 2077975"/>
                <a:gd name="connsiteY197" fmla="*/ 1339576 h 2078048"/>
                <a:gd name="connsiteX198" fmla="*/ 45153 w 2077975"/>
                <a:gd name="connsiteY198" fmla="*/ 1342338 h 2078048"/>
                <a:gd name="connsiteX199" fmla="*/ 45153 w 2077975"/>
                <a:gd name="connsiteY199" fmla="*/ 1342338 h 2078048"/>
                <a:gd name="connsiteX200" fmla="*/ 45153 w 2077975"/>
                <a:gd name="connsiteY200" fmla="*/ 1342338 h 2078048"/>
                <a:gd name="connsiteX201" fmla="*/ 57345 w 2077975"/>
                <a:gd name="connsiteY201" fmla="*/ 1343957 h 2078048"/>
                <a:gd name="connsiteX202" fmla="*/ 80300 w 2077975"/>
                <a:gd name="connsiteY202" fmla="*/ 1436255 h 2078048"/>
                <a:gd name="connsiteX203" fmla="*/ 140308 w 2077975"/>
                <a:gd name="connsiteY203" fmla="*/ 1530362 h 2078048"/>
                <a:gd name="connsiteX204" fmla="*/ 133450 w 2077975"/>
                <a:gd name="connsiteY204" fmla="*/ 1544840 h 2078048"/>
                <a:gd name="connsiteX205" fmla="*/ 143356 w 2077975"/>
                <a:gd name="connsiteY205" fmla="*/ 1565318 h 2078048"/>
                <a:gd name="connsiteX206" fmla="*/ 143356 w 2077975"/>
                <a:gd name="connsiteY206" fmla="*/ 1565318 h 2078048"/>
                <a:gd name="connsiteX207" fmla="*/ 143356 w 2077975"/>
                <a:gd name="connsiteY207" fmla="*/ 1565318 h 2078048"/>
                <a:gd name="connsiteX208" fmla="*/ 147547 w 2077975"/>
                <a:gd name="connsiteY208" fmla="*/ 1568176 h 2078048"/>
                <a:gd name="connsiteX209" fmla="*/ 148118 w 2077975"/>
                <a:gd name="connsiteY209" fmla="*/ 1568462 h 2078048"/>
                <a:gd name="connsiteX210" fmla="*/ 152881 w 2077975"/>
                <a:gd name="connsiteY210" fmla="*/ 1570176 h 2078048"/>
                <a:gd name="connsiteX211" fmla="*/ 170693 w 2077975"/>
                <a:gd name="connsiteY211" fmla="*/ 1558746 h 2078048"/>
                <a:gd name="connsiteX212" fmla="*/ 216413 w 2077975"/>
                <a:gd name="connsiteY212" fmla="*/ 1588845 h 2078048"/>
                <a:gd name="connsiteX213" fmla="*/ 232034 w 2077975"/>
                <a:gd name="connsiteY213" fmla="*/ 1658187 h 2078048"/>
                <a:gd name="connsiteX214" fmla="*/ 216603 w 2077975"/>
                <a:gd name="connsiteY214" fmla="*/ 1666474 h 2078048"/>
                <a:gd name="connsiteX215" fmla="*/ 215365 w 2077975"/>
                <a:gd name="connsiteY215" fmla="*/ 1670093 h 2078048"/>
                <a:gd name="connsiteX216" fmla="*/ 214984 w 2077975"/>
                <a:gd name="connsiteY216" fmla="*/ 1673999 h 2078048"/>
                <a:gd name="connsiteX217" fmla="*/ 216413 w 2077975"/>
                <a:gd name="connsiteY217" fmla="*/ 1682095 h 2078048"/>
                <a:gd name="connsiteX218" fmla="*/ 227176 w 2077975"/>
                <a:gd name="connsiteY218" fmla="*/ 1695906 h 2078048"/>
                <a:gd name="connsiteX219" fmla="*/ 231938 w 2077975"/>
                <a:gd name="connsiteY219" fmla="*/ 1698383 h 2078048"/>
                <a:gd name="connsiteX220" fmla="*/ 232319 w 2077975"/>
                <a:gd name="connsiteY220" fmla="*/ 1698478 h 2078048"/>
                <a:gd name="connsiteX221" fmla="*/ 236796 w 2077975"/>
                <a:gd name="connsiteY221" fmla="*/ 1699621 h 2078048"/>
                <a:gd name="connsiteX222" fmla="*/ 236986 w 2077975"/>
                <a:gd name="connsiteY222" fmla="*/ 1699621 h 2078048"/>
                <a:gd name="connsiteX223" fmla="*/ 236986 w 2077975"/>
                <a:gd name="connsiteY223" fmla="*/ 1699621 h 2078048"/>
                <a:gd name="connsiteX224" fmla="*/ 248893 w 2077975"/>
                <a:gd name="connsiteY224" fmla="*/ 1696478 h 2078048"/>
                <a:gd name="connsiteX225" fmla="*/ 305185 w 2077975"/>
                <a:gd name="connsiteY225" fmla="*/ 1772773 h 2078048"/>
                <a:gd name="connsiteX226" fmla="*/ 396530 w 2077975"/>
                <a:gd name="connsiteY226" fmla="*/ 1836495 h 2078048"/>
                <a:gd name="connsiteX227" fmla="*/ 395673 w 2077975"/>
                <a:gd name="connsiteY227" fmla="*/ 1852592 h 2078048"/>
                <a:gd name="connsiteX228" fmla="*/ 417295 w 2077975"/>
                <a:gd name="connsiteY228" fmla="*/ 1868880 h 2078048"/>
                <a:gd name="connsiteX229" fmla="*/ 418343 w 2077975"/>
                <a:gd name="connsiteY229" fmla="*/ 1868975 h 2078048"/>
                <a:gd name="connsiteX230" fmla="*/ 423295 w 2077975"/>
                <a:gd name="connsiteY230" fmla="*/ 1868690 h 2078048"/>
                <a:gd name="connsiteX231" fmla="*/ 427010 w 2077975"/>
                <a:gd name="connsiteY231" fmla="*/ 1867451 h 2078048"/>
                <a:gd name="connsiteX232" fmla="*/ 435678 w 2077975"/>
                <a:gd name="connsiteY232" fmla="*/ 1853354 h 2078048"/>
                <a:gd name="connsiteX233" fmla="*/ 435392 w 2077975"/>
                <a:gd name="connsiteY233" fmla="*/ 1851164 h 2078048"/>
                <a:gd name="connsiteX234" fmla="*/ 489113 w 2077975"/>
                <a:gd name="connsiteY234" fmla="*/ 1861641 h 2078048"/>
                <a:gd name="connsiteX235" fmla="*/ 529880 w 2077975"/>
                <a:gd name="connsiteY235" fmla="*/ 1919839 h 2078048"/>
                <a:gd name="connsiteX236" fmla="*/ 519022 w 2077975"/>
                <a:gd name="connsiteY236" fmla="*/ 1933269 h 2078048"/>
                <a:gd name="connsiteX237" fmla="*/ 519307 w 2077975"/>
                <a:gd name="connsiteY237" fmla="*/ 1937079 h 2078048"/>
                <a:gd name="connsiteX238" fmla="*/ 531595 w 2077975"/>
                <a:gd name="connsiteY238" fmla="*/ 1953272 h 2078048"/>
                <a:gd name="connsiteX239" fmla="*/ 539977 w 2077975"/>
                <a:gd name="connsiteY239" fmla="*/ 1956605 h 2078048"/>
                <a:gd name="connsiteX240" fmla="*/ 545215 w 2077975"/>
                <a:gd name="connsiteY240" fmla="*/ 1956986 h 2078048"/>
                <a:gd name="connsiteX241" fmla="*/ 545977 w 2077975"/>
                <a:gd name="connsiteY241" fmla="*/ 1956891 h 2078048"/>
                <a:gd name="connsiteX242" fmla="*/ 550549 w 2077975"/>
                <a:gd name="connsiteY242" fmla="*/ 1956129 h 2078048"/>
                <a:gd name="connsiteX243" fmla="*/ 550549 w 2077975"/>
                <a:gd name="connsiteY243" fmla="*/ 1956129 h 2078048"/>
                <a:gd name="connsiteX244" fmla="*/ 550549 w 2077975"/>
                <a:gd name="connsiteY244" fmla="*/ 1956129 h 2078048"/>
                <a:gd name="connsiteX245" fmla="*/ 560265 w 2077975"/>
                <a:gd name="connsiteY245" fmla="*/ 1948890 h 2078048"/>
                <a:gd name="connsiteX246" fmla="*/ 641799 w 2077975"/>
                <a:gd name="connsiteY246" fmla="*/ 1997753 h 2078048"/>
                <a:gd name="connsiteX247" fmla="*/ 750860 w 2077975"/>
                <a:gd name="connsiteY247" fmla="*/ 2021757 h 2078048"/>
                <a:gd name="connsiteX248" fmla="*/ 756194 w 2077975"/>
                <a:gd name="connsiteY248" fmla="*/ 2036996 h 2078048"/>
                <a:gd name="connsiteX249" fmla="*/ 777721 w 2077975"/>
                <a:gd name="connsiteY249" fmla="*/ 2044712 h 2078048"/>
                <a:gd name="connsiteX250" fmla="*/ 777721 w 2077975"/>
                <a:gd name="connsiteY250" fmla="*/ 2044712 h 2078048"/>
                <a:gd name="connsiteX251" fmla="*/ 777816 w 2077975"/>
                <a:gd name="connsiteY251" fmla="*/ 2044712 h 2078048"/>
                <a:gd name="connsiteX252" fmla="*/ 782864 w 2077975"/>
                <a:gd name="connsiteY252" fmla="*/ 2043664 h 2078048"/>
                <a:gd name="connsiteX253" fmla="*/ 783245 w 2077975"/>
                <a:gd name="connsiteY253" fmla="*/ 2043569 h 2078048"/>
                <a:gd name="connsiteX254" fmla="*/ 787913 w 2077975"/>
                <a:gd name="connsiteY254" fmla="*/ 2041283 h 2078048"/>
                <a:gd name="connsiteX255" fmla="*/ 792389 w 2077975"/>
                <a:gd name="connsiteY255" fmla="*/ 2020423 h 2078048"/>
                <a:gd name="connsiteX256" fmla="*/ 846110 w 2077975"/>
                <a:gd name="connsiteY256" fmla="*/ 2009469 h 2078048"/>
                <a:gd name="connsiteX257" fmla="*/ 906118 w 2077975"/>
                <a:gd name="connsiteY257" fmla="*/ 2047474 h 2078048"/>
                <a:gd name="connsiteX258" fmla="*/ 901260 w 2077975"/>
                <a:gd name="connsiteY258" fmla="*/ 2064047 h 2078048"/>
                <a:gd name="connsiteX259" fmla="*/ 916214 w 2077975"/>
                <a:gd name="connsiteY259" fmla="*/ 2076811 h 2078048"/>
                <a:gd name="connsiteX260" fmla="*/ 925073 w 2077975"/>
                <a:gd name="connsiteY260" fmla="*/ 2078049 h 2078048"/>
                <a:gd name="connsiteX261" fmla="*/ 929644 w 2077975"/>
                <a:gd name="connsiteY261" fmla="*/ 2077573 h 2078048"/>
                <a:gd name="connsiteX262" fmla="*/ 929644 w 2077975"/>
                <a:gd name="connsiteY262" fmla="*/ 2077573 h 2078048"/>
                <a:gd name="connsiteX263" fmla="*/ 934502 w 2077975"/>
                <a:gd name="connsiteY263" fmla="*/ 2075954 h 2078048"/>
                <a:gd name="connsiteX264" fmla="*/ 935455 w 2077975"/>
                <a:gd name="connsiteY264" fmla="*/ 2075477 h 2078048"/>
                <a:gd name="connsiteX265" fmla="*/ 945361 w 2077975"/>
                <a:gd name="connsiteY265" fmla="*/ 2062619 h 2078048"/>
                <a:gd name="connsiteX266" fmla="*/ 1038992 w 2077975"/>
                <a:gd name="connsiteY266" fmla="*/ 2076620 h 2078048"/>
                <a:gd name="connsiteX267" fmla="*/ 1148529 w 2077975"/>
                <a:gd name="connsiteY267" fmla="*/ 2057285 h 2078048"/>
                <a:gd name="connsiteX268" fmla="*/ 1159292 w 2077975"/>
                <a:gd name="connsiteY268" fmla="*/ 2069191 h 2078048"/>
                <a:gd name="connsiteX269" fmla="*/ 1182057 w 2077975"/>
                <a:gd name="connsiteY269" fmla="*/ 2067953 h 2078048"/>
                <a:gd name="connsiteX270" fmla="*/ 1182057 w 2077975"/>
                <a:gd name="connsiteY270" fmla="*/ 2067953 h 2078048"/>
                <a:gd name="connsiteX271" fmla="*/ 1182057 w 2077975"/>
                <a:gd name="connsiteY271" fmla="*/ 2067953 h 2078048"/>
                <a:gd name="connsiteX272" fmla="*/ 1186248 w 2077975"/>
                <a:gd name="connsiteY272" fmla="*/ 2065190 h 2078048"/>
                <a:gd name="connsiteX273" fmla="*/ 1186820 w 2077975"/>
                <a:gd name="connsiteY273" fmla="*/ 2064809 h 2078048"/>
                <a:gd name="connsiteX274" fmla="*/ 1190249 w 2077975"/>
                <a:gd name="connsiteY274" fmla="*/ 2061095 h 2078048"/>
                <a:gd name="connsiteX275" fmla="*/ 1186629 w 2077975"/>
                <a:gd name="connsiteY275" fmla="*/ 2040235 h 2078048"/>
                <a:gd name="connsiteX276" fmla="*/ 1231968 w 2077975"/>
                <a:gd name="connsiteY276" fmla="*/ 2009564 h 2078048"/>
                <a:gd name="connsiteX277" fmla="*/ 1302167 w 2077975"/>
                <a:gd name="connsiteY277" fmla="*/ 2021757 h 2078048"/>
                <a:gd name="connsiteX278" fmla="*/ 1303786 w 2077975"/>
                <a:gd name="connsiteY278" fmla="*/ 2039187 h 2078048"/>
                <a:gd name="connsiteX279" fmla="*/ 1335124 w 2077975"/>
                <a:gd name="connsiteY279" fmla="*/ 2040520 h 2078048"/>
                <a:gd name="connsiteX280" fmla="*/ 1339220 w 2077975"/>
                <a:gd name="connsiteY280" fmla="*/ 2037092 h 2078048"/>
                <a:gd name="connsiteX281" fmla="*/ 1339601 w 2077975"/>
                <a:gd name="connsiteY281" fmla="*/ 2036711 h 2078048"/>
                <a:gd name="connsiteX282" fmla="*/ 1342363 w 2077975"/>
                <a:gd name="connsiteY282" fmla="*/ 2032901 h 2078048"/>
                <a:gd name="connsiteX283" fmla="*/ 1342363 w 2077975"/>
                <a:gd name="connsiteY283" fmla="*/ 2032901 h 2078048"/>
                <a:gd name="connsiteX284" fmla="*/ 1342363 w 2077975"/>
                <a:gd name="connsiteY284" fmla="*/ 2032901 h 2078048"/>
                <a:gd name="connsiteX285" fmla="*/ 1343982 w 2077975"/>
                <a:gd name="connsiteY285" fmla="*/ 2020709 h 2078048"/>
                <a:gd name="connsiteX286" fmla="*/ 1436279 w 2077975"/>
                <a:gd name="connsiteY286" fmla="*/ 1997753 h 2078048"/>
                <a:gd name="connsiteX287" fmla="*/ 1530386 w 2077975"/>
                <a:gd name="connsiteY287" fmla="*/ 1937746 h 2078048"/>
                <a:gd name="connsiteX288" fmla="*/ 1544864 w 2077975"/>
                <a:gd name="connsiteY288" fmla="*/ 1944604 h 2078048"/>
                <a:gd name="connsiteX289" fmla="*/ 1565343 w 2077975"/>
                <a:gd name="connsiteY289" fmla="*/ 1934698 h 2078048"/>
                <a:gd name="connsiteX290" fmla="*/ 1565343 w 2077975"/>
                <a:gd name="connsiteY290" fmla="*/ 1934698 h 2078048"/>
                <a:gd name="connsiteX291" fmla="*/ 1565343 w 2077975"/>
                <a:gd name="connsiteY291" fmla="*/ 1934698 h 2078048"/>
                <a:gd name="connsiteX292" fmla="*/ 1568201 w 2077975"/>
                <a:gd name="connsiteY292" fmla="*/ 1930507 h 2078048"/>
                <a:gd name="connsiteX293" fmla="*/ 1568486 w 2077975"/>
                <a:gd name="connsiteY293" fmla="*/ 1929935 h 2078048"/>
                <a:gd name="connsiteX294" fmla="*/ 1570201 w 2077975"/>
                <a:gd name="connsiteY294" fmla="*/ 1925173 h 2078048"/>
                <a:gd name="connsiteX295" fmla="*/ 1570010 w 2077975"/>
                <a:gd name="connsiteY295" fmla="*/ 1917839 h 2078048"/>
                <a:gd name="connsiteX296" fmla="*/ 1560771 w 2077975"/>
                <a:gd name="connsiteY296" fmla="*/ 1907933 h 2078048"/>
                <a:gd name="connsiteX297" fmla="*/ 1558771 w 2077975"/>
                <a:gd name="connsiteY297" fmla="*/ 1907361 h 2078048"/>
                <a:gd name="connsiteX298" fmla="*/ 1588870 w 2077975"/>
                <a:gd name="connsiteY298" fmla="*/ 1861641 h 2078048"/>
                <a:gd name="connsiteX299" fmla="*/ 1658212 w 2077975"/>
                <a:gd name="connsiteY299" fmla="*/ 1846020 h 2078048"/>
                <a:gd name="connsiteX300" fmla="*/ 1666499 w 2077975"/>
                <a:gd name="connsiteY300" fmla="*/ 1861451 h 2078048"/>
                <a:gd name="connsiteX301" fmla="*/ 1695931 w 2077975"/>
                <a:gd name="connsiteY301" fmla="*/ 1850878 h 2078048"/>
                <a:gd name="connsiteX302" fmla="*/ 1698407 w 2077975"/>
                <a:gd name="connsiteY302" fmla="*/ 1846115 h 2078048"/>
                <a:gd name="connsiteX303" fmla="*/ 1698503 w 2077975"/>
                <a:gd name="connsiteY303" fmla="*/ 1845734 h 2078048"/>
                <a:gd name="connsiteX304" fmla="*/ 1699645 w 2077975"/>
                <a:gd name="connsiteY304" fmla="*/ 1841258 h 2078048"/>
                <a:gd name="connsiteX305" fmla="*/ 1699645 w 2077975"/>
                <a:gd name="connsiteY305" fmla="*/ 1841067 h 2078048"/>
                <a:gd name="connsiteX306" fmla="*/ 1699645 w 2077975"/>
                <a:gd name="connsiteY306" fmla="*/ 1841067 h 2078048"/>
                <a:gd name="connsiteX307" fmla="*/ 1696502 w 2077975"/>
                <a:gd name="connsiteY307" fmla="*/ 1829161 h 2078048"/>
                <a:gd name="connsiteX308" fmla="*/ 1772797 w 2077975"/>
                <a:gd name="connsiteY308" fmla="*/ 1772868 h 2078048"/>
                <a:gd name="connsiteX309" fmla="*/ 1836520 w 2077975"/>
                <a:gd name="connsiteY309" fmla="*/ 1681524 h 2078048"/>
                <a:gd name="connsiteX310" fmla="*/ 1852617 w 2077975"/>
                <a:gd name="connsiteY310" fmla="*/ 1682381 h 2078048"/>
                <a:gd name="connsiteX311" fmla="*/ 1868905 w 2077975"/>
                <a:gd name="connsiteY311" fmla="*/ 1660759 h 2078048"/>
                <a:gd name="connsiteX312" fmla="*/ 1869000 w 2077975"/>
                <a:gd name="connsiteY312" fmla="*/ 1659711 h 2078048"/>
                <a:gd name="connsiteX313" fmla="*/ 1868714 w 2077975"/>
                <a:gd name="connsiteY313" fmla="*/ 1654758 h 2078048"/>
                <a:gd name="connsiteX314" fmla="*/ 1865666 w 2077975"/>
                <a:gd name="connsiteY314" fmla="*/ 1647900 h 2078048"/>
                <a:gd name="connsiteX315" fmla="*/ 1851188 w 2077975"/>
                <a:gd name="connsiteY315" fmla="*/ 1642566 h 2078048"/>
                <a:gd name="connsiteX316" fmla="*/ 1861666 w 2077975"/>
                <a:gd name="connsiteY316" fmla="*/ 1588845 h 2078048"/>
                <a:gd name="connsiteX317" fmla="*/ 1919863 w 2077975"/>
                <a:gd name="connsiteY317" fmla="*/ 1548078 h 2078048"/>
                <a:gd name="connsiteX318" fmla="*/ 1933294 w 2077975"/>
                <a:gd name="connsiteY318" fmla="*/ 1558937 h 2078048"/>
                <a:gd name="connsiteX319" fmla="*/ 1956630 w 2077975"/>
                <a:gd name="connsiteY319" fmla="*/ 1537982 h 2078048"/>
                <a:gd name="connsiteX320" fmla="*/ 1957011 w 2077975"/>
                <a:gd name="connsiteY320" fmla="*/ 1532743 h 2078048"/>
                <a:gd name="connsiteX321" fmla="*/ 1956916 w 2077975"/>
                <a:gd name="connsiteY321" fmla="*/ 1531981 h 2078048"/>
                <a:gd name="connsiteX322" fmla="*/ 1956154 w 2077975"/>
                <a:gd name="connsiteY322" fmla="*/ 1527409 h 2078048"/>
                <a:gd name="connsiteX323" fmla="*/ 1956154 w 2077975"/>
                <a:gd name="connsiteY323" fmla="*/ 1527409 h 2078048"/>
                <a:gd name="connsiteX324" fmla="*/ 1956154 w 2077975"/>
                <a:gd name="connsiteY324" fmla="*/ 1527409 h 2078048"/>
                <a:gd name="connsiteX325" fmla="*/ 1948915 w 2077975"/>
                <a:gd name="connsiteY325" fmla="*/ 1517693 h 2078048"/>
                <a:gd name="connsiteX326" fmla="*/ 1997778 w 2077975"/>
                <a:gd name="connsiteY326" fmla="*/ 1436159 h 2078048"/>
                <a:gd name="connsiteX327" fmla="*/ 2021781 w 2077975"/>
                <a:gd name="connsiteY327" fmla="*/ 1327098 h 2078048"/>
                <a:gd name="connsiteX328" fmla="*/ 2037021 w 2077975"/>
                <a:gd name="connsiteY328" fmla="*/ 1321764 h 2078048"/>
                <a:gd name="connsiteX329" fmla="*/ 2044736 w 2077975"/>
                <a:gd name="connsiteY329" fmla="*/ 1300238 h 2078048"/>
                <a:gd name="connsiteX330" fmla="*/ 2044736 w 2077975"/>
                <a:gd name="connsiteY330" fmla="*/ 1300238 h 2078048"/>
                <a:gd name="connsiteX331" fmla="*/ 2044736 w 2077975"/>
                <a:gd name="connsiteY331" fmla="*/ 1300142 h 2078048"/>
                <a:gd name="connsiteX332" fmla="*/ 2043688 w 2077975"/>
                <a:gd name="connsiteY332" fmla="*/ 1295094 h 2078048"/>
                <a:gd name="connsiteX333" fmla="*/ 2043593 w 2077975"/>
                <a:gd name="connsiteY333" fmla="*/ 1294713 h 2078048"/>
                <a:gd name="connsiteX334" fmla="*/ 2041307 w 2077975"/>
                <a:gd name="connsiteY334" fmla="*/ 1290046 h 2078048"/>
                <a:gd name="connsiteX335" fmla="*/ 2038831 w 2077975"/>
                <a:gd name="connsiteY335" fmla="*/ 1287093 h 2078048"/>
                <a:gd name="connsiteX336" fmla="*/ 2032735 w 2077975"/>
                <a:gd name="connsiteY336" fmla="*/ 1283569 h 2078048"/>
                <a:gd name="connsiteX337" fmla="*/ 2022448 w 2077975"/>
                <a:gd name="connsiteY337" fmla="*/ 1284426 h 2078048"/>
                <a:gd name="connsiteX338" fmla="*/ 2020543 w 2077975"/>
                <a:gd name="connsiteY338" fmla="*/ 1285569 h 2078048"/>
                <a:gd name="connsiteX339" fmla="*/ 2009589 w 2077975"/>
                <a:gd name="connsiteY339" fmla="*/ 1231848 h 2078048"/>
                <a:gd name="connsiteX340" fmla="*/ 2047594 w 2077975"/>
                <a:gd name="connsiteY340" fmla="*/ 1171841 h 2078048"/>
                <a:gd name="connsiteX341" fmla="*/ 2064167 w 2077975"/>
                <a:gd name="connsiteY341" fmla="*/ 1176699 h 2078048"/>
                <a:gd name="connsiteX342" fmla="*/ 2073216 w 2077975"/>
                <a:gd name="connsiteY342" fmla="*/ 1169364 h 2078048"/>
                <a:gd name="connsiteX343" fmla="*/ 2075311 w 2077975"/>
                <a:gd name="connsiteY343" fmla="*/ 1165745 h 2078048"/>
                <a:gd name="connsiteX344" fmla="*/ 2077788 w 2077975"/>
                <a:gd name="connsiteY344" fmla="*/ 1157363 h 2078048"/>
                <a:gd name="connsiteX345" fmla="*/ 2077502 w 2077975"/>
                <a:gd name="connsiteY345" fmla="*/ 1148314 h 2078048"/>
                <a:gd name="connsiteX346" fmla="*/ 1884335 w 2077975"/>
                <a:gd name="connsiteY346" fmla="*/ 1157077 h 2078048"/>
                <a:gd name="connsiteX347" fmla="*/ 1878144 w 2077975"/>
                <a:gd name="connsiteY347" fmla="*/ 1168793 h 2078048"/>
                <a:gd name="connsiteX348" fmla="*/ 1892432 w 2077975"/>
                <a:gd name="connsiteY348" fmla="*/ 1190224 h 2078048"/>
                <a:gd name="connsiteX349" fmla="*/ 1896813 w 2077975"/>
                <a:gd name="connsiteY349" fmla="*/ 1190319 h 2078048"/>
                <a:gd name="connsiteX350" fmla="*/ 1897289 w 2077975"/>
                <a:gd name="connsiteY350" fmla="*/ 1190224 h 2078048"/>
                <a:gd name="connsiteX351" fmla="*/ 1901385 w 2077975"/>
                <a:gd name="connsiteY351" fmla="*/ 1189176 h 2078048"/>
                <a:gd name="connsiteX352" fmla="*/ 1901385 w 2077975"/>
                <a:gd name="connsiteY352" fmla="*/ 1189176 h 2078048"/>
                <a:gd name="connsiteX353" fmla="*/ 1901385 w 2077975"/>
                <a:gd name="connsiteY353" fmla="*/ 1189176 h 2078048"/>
                <a:gd name="connsiteX354" fmla="*/ 1911101 w 2077975"/>
                <a:gd name="connsiteY354" fmla="*/ 1180604 h 2078048"/>
                <a:gd name="connsiteX355" fmla="*/ 1937961 w 2077975"/>
                <a:gd name="connsiteY355" fmla="*/ 1217465 h 2078048"/>
                <a:gd name="connsiteX356" fmla="*/ 1897099 w 2077975"/>
                <a:gd name="connsiteY356" fmla="*/ 1242230 h 2078048"/>
                <a:gd name="connsiteX357" fmla="*/ 1892241 w 2077975"/>
                <a:gd name="connsiteY357" fmla="*/ 1244231 h 2078048"/>
                <a:gd name="connsiteX358" fmla="*/ 1891955 w 2077975"/>
                <a:gd name="connsiteY358" fmla="*/ 1241278 h 2078048"/>
                <a:gd name="connsiteX359" fmla="*/ 1891860 w 2077975"/>
                <a:gd name="connsiteY359" fmla="*/ 1240802 h 2078048"/>
                <a:gd name="connsiteX360" fmla="*/ 1890431 w 2077975"/>
                <a:gd name="connsiteY360" fmla="*/ 1236706 h 2078048"/>
                <a:gd name="connsiteX361" fmla="*/ 1890431 w 2077975"/>
                <a:gd name="connsiteY361" fmla="*/ 1236706 h 2078048"/>
                <a:gd name="connsiteX362" fmla="*/ 1890431 w 2077975"/>
                <a:gd name="connsiteY362" fmla="*/ 1236706 h 2078048"/>
                <a:gd name="connsiteX363" fmla="*/ 1875191 w 2077975"/>
                <a:gd name="connsiteY363" fmla="*/ 1226800 h 2078048"/>
                <a:gd name="connsiteX364" fmla="*/ 1857761 w 2077975"/>
                <a:gd name="connsiteY364" fmla="*/ 1239944 h 2078048"/>
                <a:gd name="connsiteX365" fmla="*/ 1857570 w 2077975"/>
                <a:gd name="connsiteY365" fmla="*/ 1240516 h 2078048"/>
                <a:gd name="connsiteX366" fmla="*/ 1856808 w 2077975"/>
                <a:gd name="connsiteY366" fmla="*/ 1245088 h 2078048"/>
                <a:gd name="connsiteX367" fmla="*/ 1858713 w 2077975"/>
                <a:gd name="connsiteY367" fmla="*/ 1254422 h 2078048"/>
                <a:gd name="connsiteX368" fmla="*/ 1852712 w 2077975"/>
                <a:gd name="connsiteY368" fmla="*/ 1255565 h 2078048"/>
                <a:gd name="connsiteX369" fmla="*/ 1774131 w 2077975"/>
                <a:gd name="connsiteY369" fmla="*/ 1252803 h 2078048"/>
                <a:gd name="connsiteX370" fmla="*/ 1773845 w 2077975"/>
                <a:gd name="connsiteY370" fmla="*/ 1250993 h 2078048"/>
                <a:gd name="connsiteX371" fmla="*/ 1773750 w 2077975"/>
                <a:gd name="connsiteY371" fmla="*/ 1250517 h 2078048"/>
                <a:gd name="connsiteX372" fmla="*/ 1772417 w 2077975"/>
                <a:gd name="connsiteY372" fmla="*/ 1246802 h 2078048"/>
                <a:gd name="connsiteX373" fmla="*/ 1772417 w 2077975"/>
                <a:gd name="connsiteY373" fmla="*/ 1246802 h 2078048"/>
                <a:gd name="connsiteX374" fmla="*/ 1772417 w 2077975"/>
                <a:gd name="connsiteY374" fmla="*/ 1246802 h 2078048"/>
                <a:gd name="connsiteX375" fmla="*/ 1757462 w 2077975"/>
                <a:gd name="connsiteY375" fmla="*/ 1236992 h 2078048"/>
                <a:gd name="connsiteX376" fmla="*/ 1741936 w 2077975"/>
                <a:gd name="connsiteY376" fmla="*/ 1243564 h 2078048"/>
                <a:gd name="connsiteX377" fmla="*/ 1680215 w 2077975"/>
                <a:gd name="connsiteY377" fmla="*/ 1216418 h 2078048"/>
                <a:gd name="connsiteX378" fmla="*/ 1681453 w 2077975"/>
                <a:gd name="connsiteY378" fmla="*/ 1214513 h 2078048"/>
                <a:gd name="connsiteX379" fmla="*/ 1682405 w 2077975"/>
                <a:gd name="connsiteY379" fmla="*/ 1207274 h 2078048"/>
                <a:gd name="connsiteX380" fmla="*/ 1682405 w 2077975"/>
                <a:gd name="connsiteY380" fmla="*/ 1207274 h 2078048"/>
                <a:gd name="connsiteX381" fmla="*/ 1682405 w 2077975"/>
                <a:gd name="connsiteY381" fmla="*/ 1207274 h 2078048"/>
                <a:gd name="connsiteX382" fmla="*/ 1670880 w 2077975"/>
                <a:gd name="connsiteY382" fmla="*/ 1194986 h 2078048"/>
                <a:gd name="connsiteX383" fmla="*/ 1652497 w 2077975"/>
                <a:gd name="connsiteY383" fmla="*/ 1197082 h 2078048"/>
                <a:gd name="connsiteX384" fmla="*/ 1635161 w 2077975"/>
                <a:gd name="connsiteY384" fmla="*/ 1177365 h 2078048"/>
                <a:gd name="connsiteX385" fmla="*/ 1644401 w 2077975"/>
                <a:gd name="connsiteY385" fmla="*/ 1178127 h 2078048"/>
                <a:gd name="connsiteX386" fmla="*/ 1656307 w 2077975"/>
                <a:gd name="connsiteY386" fmla="*/ 1161935 h 2078048"/>
                <a:gd name="connsiteX387" fmla="*/ 1654402 w 2077975"/>
                <a:gd name="connsiteY387" fmla="*/ 1158696 h 2078048"/>
                <a:gd name="connsiteX388" fmla="*/ 1654116 w 2077975"/>
                <a:gd name="connsiteY388" fmla="*/ 1158410 h 2078048"/>
                <a:gd name="connsiteX389" fmla="*/ 1651449 w 2077975"/>
                <a:gd name="connsiteY389" fmla="*/ 1155743 h 2078048"/>
                <a:gd name="connsiteX390" fmla="*/ 1651449 w 2077975"/>
                <a:gd name="connsiteY390" fmla="*/ 1155743 h 2078048"/>
                <a:gd name="connsiteX391" fmla="*/ 1651449 w 2077975"/>
                <a:gd name="connsiteY391" fmla="*/ 1155743 h 2078048"/>
                <a:gd name="connsiteX392" fmla="*/ 1635161 w 2077975"/>
                <a:gd name="connsiteY392" fmla="*/ 1151267 h 2078048"/>
                <a:gd name="connsiteX393" fmla="*/ 1670690 w 2077975"/>
                <a:gd name="connsiteY393" fmla="*/ 1128978 h 2078048"/>
                <a:gd name="connsiteX394" fmla="*/ 1692311 w 2077975"/>
                <a:gd name="connsiteY394" fmla="*/ 1136693 h 2078048"/>
                <a:gd name="connsiteX395" fmla="*/ 1696121 w 2077975"/>
                <a:gd name="connsiteY395" fmla="*/ 1135265 h 2078048"/>
                <a:gd name="connsiteX396" fmla="*/ 1696502 w 2077975"/>
                <a:gd name="connsiteY396" fmla="*/ 1135074 h 2078048"/>
                <a:gd name="connsiteX397" fmla="*/ 1699455 w 2077975"/>
                <a:gd name="connsiteY397" fmla="*/ 1132979 h 2078048"/>
                <a:gd name="connsiteX398" fmla="*/ 1699455 w 2077975"/>
                <a:gd name="connsiteY398" fmla="*/ 1132979 h 2078048"/>
                <a:gd name="connsiteX399" fmla="*/ 1699455 w 2077975"/>
                <a:gd name="connsiteY399" fmla="*/ 1132979 h 2078048"/>
                <a:gd name="connsiteX400" fmla="*/ 1703551 w 2077975"/>
                <a:gd name="connsiteY400" fmla="*/ 1121168 h 2078048"/>
                <a:gd name="connsiteX401" fmla="*/ 1772988 w 2077975"/>
                <a:gd name="connsiteY401" fmla="*/ 1119072 h 2078048"/>
                <a:gd name="connsiteX402" fmla="*/ 1788037 w 2077975"/>
                <a:gd name="connsiteY402" fmla="*/ 1130883 h 2078048"/>
                <a:gd name="connsiteX403" fmla="*/ 1792419 w 2077975"/>
                <a:gd name="connsiteY403" fmla="*/ 1130883 h 2078048"/>
                <a:gd name="connsiteX404" fmla="*/ 1792895 w 2077975"/>
                <a:gd name="connsiteY404" fmla="*/ 1130788 h 2078048"/>
                <a:gd name="connsiteX405" fmla="*/ 1796801 w 2077975"/>
                <a:gd name="connsiteY405" fmla="*/ 1129740 h 2078048"/>
                <a:gd name="connsiteX406" fmla="*/ 1796801 w 2077975"/>
                <a:gd name="connsiteY406" fmla="*/ 1129740 h 2078048"/>
                <a:gd name="connsiteX407" fmla="*/ 1796801 w 2077975"/>
                <a:gd name="connsiteY407" fmla="*/ 1129740 h 2078048"/>
                <a:gd name="connsiteX408" fmla="*/ 1805183 w 2077975"/>
                <a:gd name="connsiteY408" fmla="*/ 1123168 h 2078048"/>
                <a:gd name="connsiteX409" fmla="*/ 1873572 w 2077975"/>
                <a:gd name="connsiteY409" fmla="*/ 1149552 h 2078048"/>
                <a:gd name="connsiteX410" fmla="*/ 1884335 w 2077975"/>
                <a:gd name="connsiteY410" fmla="*/ 1157077 h 2078048"/>
                <a:gd name="connsiteX411" fmla="*/ 1852522 w 2077975"/>
                <a:gd name="connsiteY411" fmla="*/ 821892 h 2078048"/>
                <a:gd name="connsiteX412" fmla="*/ 1865380 w 2077975"/>
                <a:gd name="connsiteY412" fmla="*/ 824559 h 2078048"/>
                <a:gd name="connsiteX413" fmla="*/ 1863571 w 2077975"/>
                <a:gd name="connsiteY413" fmla="*/ 830369 h 2078048"/>
                <a:gd name="connsiteX414" fmla="*/ 1863380 w 2077975"/>
                <a:gd name="connsiteY414" fmla="*/ 834084 h 2078048"/>
                <a:gd name="connsiteX415" fmla="*/ 1863857 w 2077975"/>
                <a:gd name="connsiteY415" fmla="*/ 837799 h 2078048"/>
                <a:gd name="connsiteX416" fmla="*/ 1866904 w 2077975"/>
                <a:gd name="connsiteY416" fmla="*/ 844562 h 2078048"/>
                <a:gd name="connsiteX417" fmla="*/ 1881954 w 2077975"/>
                <a:gd name="connsiteY417" fmla="*/ 852563 h 2078048"/>
                <a:gd name="connsiteX418" fmla="*/ 1885574 w 2077975"/>
                <a:gd name="connsiteY418" fmla="*/ 852182 h 2078048"/>
                <a:gd name="connsiteX419" fmla="*/ 1889669 w 2077975"/>
                <a:gd name="connsiteY419" fmla="*/ 850658 h 2078048"/>
                <a:gd name="connsiteX420" fmla="*/ 1890050 w 2077975"/>
                <a:gd name="connsiteY420" fmla="*/ 850467 h 2078048"/>
                <a:gd name="connsiteX421" fmla="*/ 1893384 w 2077975"/>
                <a:gd name="connsiteY421" fmla="*/ 847991 h 2078048"/>
                <a:gd name="connsiteX422" fmla="*/ 1893384 w 2077975"/>
                <a:gd name="connsiteY422" fmla="*/ 847991 h 2078048"/>
                <a:gd name="connsiteX423" fmla="*/ 1893384 w 2077975"/>
                <a:gd name="connsiteY423" fmla="*/ 847991 h 2078048"/>
                <a:gd name="connsiteX424" fmla="*/ 1899004 w 2077975"/>
                <a:gd name="connsiteY424" fmla="*/ 836370 h 2078048"/>
                <a:gd name="connsiteX425" fmla="*/ 1937961 w 2077975"/>
                <a:gd name="connsiteY425" fmla="*/ 860278 h 2078048"/>
                <a:gd name="connsiteX426" fmla="*/ 1906052 w 2077975"/>
                <a:gd name="connsiteY426" fmla="*/ 902378 h 2078048"/>
                <a:gd name="connsiteX427" fmla="*/ 1904624 w 2077975"/>
                <a:gd name="connsiteY427" fmla="*/ 899902 h 2078048"/>
                <a:gd name="connsiteX428" fmla="*/ 1904338 w 2077975"/>
                <a:gd name="connsiteY428" fmla="*/ 899521 h 2078048"/>
                <a:gd name="connsiteX429" fmla="*/ 1901480 w 2077975"/>
                <a:gd name="connsiteY429" fmla="*/ 896282 h 2078048"/>
                <a:gd name="connsiteX430" fmla="*/ 1901480 w 2077975"/>
                <a:gd name="connsiteY430" fmla="*/ 896282 h 2078048"/>
                <a:gd name="connsiteX431" fmla="*/ 1901480 w 2077975"/>
                <a:gd name="connsiteY431" fmla="*/ 896282 h 2078048"/>
                <a:gd name="connsiteX432" fmla="*/ 1883573 w 2077975"/>
                <a:gd name="connsiteY432" fmla="*/ 892949 h 2078048"/>
                <a:gd name="connsiteX433" fmla="*/ 1872715 w 2077975"/>
                <a:gd name="connsiteY433" fmla="*/ 907427 h 2078048"/>
                <a:gd name="connsiteX434" fmla="*/ 1872715 w 2077975"/>
                <a:gd name="connsiteY434" fmla="*/ 907427 h 2078048"/>
                <a:gd name="connsiteX435" fmla="*/ 1872715 w 2077975"/>
                <a:gd name="connsiteY435" fmla="*/ 907522 h 2078048"/>
                <a:gd name="connsiteX436" fmla="*/ 1872620 w 2077975"/>
                <a:gd name="connsiteY436" fmla="*/ 911903 h 2078048"/>
                <a:gd name="connsiteX437" fmla="*/ 1872620 w 2077975"/>
                <a:gd name="connsiteY437" fmla="*/ 912284 h 2078048"/>
                <a:gd name="connsiteX438" fmla="*/ 1873477 w 2077975"/>
                <a:gd name="connsiteY438" fmla="*/ 916952 h 2078048"/>
                <a:gd name="connsiteX439" fmla="*/ 1878716 w 2077975"/>
                <a:gd name="connsiteY439" fmla="*/ 924857 h 2078048"/>
                <a:gd name="connsiteX440" fmla="*/ 1873667 w 2077975"/>
                <a:gd name="connsiteY440" fmla="*/ 928191 h 2078048"/>
                <a:gd name="connsiteX441" fmla="*/ 1800229 w 2077975"/>
                <a:gd name="connsiteY441" fmla="*/ 955528 h 2078048"/>
                <a:gd name="connsiteX442" fmla="*/ 1799277 w 2077975"/>
                <a:gd name="connsiteY442" fmla="*/ 953909 h 2078048"/>
                <a:gd name="connsiteX443" fmla="*/ 1798991 w 2077975"/>
                <a:gd name="connsiteY443" fmla="*/ 953528 h 2078048"/>
                <a:gd name="connsiteX444" fmla="*/ 1796324 w 2077975"/>
                <a:gd name="connsiteY444" fmla="*/ 950575 h 2078048"/>
                <a:gd name="connsiteX445" fmla="*/ 1796324 w 2077975"/>
                <a:gd name="connsiteY445" fmla="*/ 950575 h 2078048"/>
                <a:gd name="connsiteX446" fmla="*/ 1796324 w 2077975"/>
                <a:gd name="connsiteY446" fmla="*/ 950575 h 2078048"/>
                <a:gd name="connsiteX447" fmla="*/ 1778703 w 2077975"/>
                <a:gd name="connsiteY447" fmla="*/ 947146 h 2078048"/>
                <a:gd name="connsiteX448" fmla="*/ 1766987 w 2077975"/>
                <a:gd name="connsiteY448" fmla="*/ 959052 h 2078048"/>
                <a:gd name="connsiteX449" fmla="*/ 1699455 w 2077975"/>
                <a:gd name="connsiteY449" fmla="*/ 957433 h 2078048"/>
                <a:gd name="connsiteX450" fmla="*/ 1699836 w 2077975"/>
                <a:gd name="connsiteY450" fmla="*/ 955242 h 2078048"/>
                <a:gd name="connsiteX451" fmla="*/ 1699360 w 2077975"/>
                <a:gd name="connsiteY451" fmla="*/ 951718 h 2078048"/>
                <a:gd name="connsiteX452" fmla="*/ 1699265 w 2077975"/>
                <a:gd name="connsiteY452" fmla="*/ 951337 h 2078048"/>
                <a:gd name="connsiteX453" fmla="*/ 1682691 w 2077975"/>
                <a:gd name="connsiteY453" fmla="*/ 941240 h 2078048"/>
                <a:gd name="connsiteX454" fmla="*/ 1666213 w 2077975"/>
                <a:gd name="connsiteY454" fmla="*/ 950194 h 2078048"/>
                <a:gd name="connsiteX455" fmla="*/ 1642781 w 2077975"/>
                <a:gd name="connsiteY455" fmla="*/ 938383 h 2078048"/>
                <a:gd name="connsiteX456" fmla="*/ 1651830 w 2077975"/>
                <a:gd name="connsiteY456" fmla="*/ 935716 h 2078048"/>
                <a:gd name="connsiteX457" fmla="*/ 1654592 w 2077975"/>
                <a:gd name="connsiteY457" fmla="*/ 933811 h 2078048"/>
                <a:gd name="connsiteX458" fmla="*/ 1658307 w 2077975"/>
                <a:gd name="connsiteY458" fmla="*/ 929048 h 2078048"/>
                <a:gd name="connsiteX459" fmla="*/ 1659260 w 2077975"/>
                <a:gd name="connsiteY459" fmla="*/ 926381 h 2078048"/>
                <a:gd name="connsiteX460" fmla="*/ 1658212 w 2077975"/>
                <a:gd name="connsiteY460" fmla="*/ 918476 h 2078048"/>
                <a:gd name="connsiteX461" fmla="*/ 1656497 w 2077975"/>
                <a:gd name="connsiteY461" fmla="*/ 916094 h 2078048"/>
                <a:gd name="connsiteX462" fmla="*/ 1653640 w 2077975"/>
                <a:gd name="connsiteY462" fmla="*/ 913808 h 2078048"/>
                <a:gd name="connsiteX463" fmla="*/ 1653354 w 2077975"/>
                <a:gd name="connsiteY463" fmla="*/ 913618 h 2078048"/>
                <a:gd name="connsiteX464" fmla="*/ 1633066 w 2077975"/>
                <a:gd name="connsiteY464" fmla="*/ 914189 h 2078048"/>
                <a:gd name="connsiteX465" fmla="*/ 1657450 w 2077975"/>
                <a:gd name="connsiteY465" fmla="*/ 880090 h 2078048"/>
                <a:gd name="connsiteX466" fmla="*/ 1659831 w 2077975"/>
                <a:gd name="connsiteY466" fmla="*/ 881423 h 2078048"/>
                <a:gd name="connsiteX467" fmla="*/ 1661450 w 2077975"/>
                <a:gd name="connsiteY467" fmla="*/ 882090 h 2078048"/>
                <a:gd name="connsiteX468" fmla="*/ 1666879 w 2077975"/>
                <a:gd name="connsiteY468" fmla="*/ 883043 h 2078048"/>
                <a:gd name="connsiteX469" fmla="*/ 1667165 w 2077975"/>
                <a:gd name="connsiteY469" fmla="*/ 883043 h 2078048"/>
                <a:gd name="connsiteX470" fmla="*/ 1673928 w 2077975"/>
                <a:gd name="connsiteY470" fmla="*/ 882185 h 2078048"/>
                <a:gd name="connsiteX471" fmla="*/ 1680215 w 2077975"/>
                <a:gd name="connsiteY471" fmla="*/ 879137 h 2078048"/>
                <a:gd name="connsiteX472" fmla="*/ 1683358 w 2077975"/>
                <a:gd name="connsiteY472" fmla="*/ 876185 h 2078048"/>
                <a:gd name="connsiteX473" fmla="*/ 1683453 w 2077975"/>
                <a:gd name="connsiteY473" fmla="*/ 876089 h 2078048"/>
                <a:gd name="connsiteX474" fmla="*/ 1685549 w 2077975"/>
                <a:gd name="connsiteY474" fmla="*/ 872946 h 2078048"/>
                <a:gd name="connsiteX475" fmla="*/ 1685644 w 2077975"/>
                <a:gd name="connsiteY475" fmla="*/ 872756 h 2078048"/>
                <a:gd name="connsiteX476" fmla="*/ 1685644 w 2077975"/>
                <a:gd name="connsiteY476" fmla="*/ 872756 h 2078048"/>
                <a:gd name="connsiteX477" fmla="*/ 1684786 w 2077975"/>
                <a:gd name="connsiteY477" fmla="*/ 860278 h 2078048"/>
                <a:gd name="connsiteX478" fmla="*/ 1748033 w 2077975"/>
                <a:gd name="connsiteY478" fmla="*/ 831989 h 2078048"/>
                <a:gd name="connsiteX479" fmla="*/ 1766606 w 2077975"/>
                <a:gd name="connsiteY479" fmla="*/ 837132 h 2078048"/>
                <a:gd name="connsiteX480" fmla="*/ 1770702 w 2077975"/>
                <a:gd name="connsiteY480" fmla="*/ 835418 h 2078048"/>
                <a:gd name="connsiteX481" fmla="*/ 1771083 w 2077975"/>
                <a:gd name="connsiteY481" fmla="*/ 835227 h 2078048"/>
                <a:gd name="connsiteX482" fmla="*/ 1774321 w 2077975"/>
                <a:gd name="connsiteY482" fmla="*/ 832751 h 2078048"/>
                <a:gd name="connsiteX483" fmla="*/ 1774321 w 2077975"/>
                <a:gd name="connsiteY483" fmla="*/ 832751 h 2078048"/>
                <a:gd name="connsiteX484" fmla="*/ 1774321 w 2077975"/>
                <a:gd name="connsiteY484" fmla="*/ 832751 h 2078048"/>
                <a:gd name="connsiteX485" fmla="*/ 1779465 w 2077975"/>
                <a:gd name="connsiteY485" fmla="*/ 823511 h 2078048"/>
                <a:gd name="connsiteX486" fmla="*/ 1852522 w 2077975"/>
                <a:gd name="connsiteY486" fmla="*/ 821892 h 2078048"/>
                <a:gd name="connsiteX487" fmla="*/ 1614492 w 2077975"/>
                <a:gd name="connsiteY487" fmla="*/ 576623 h 2078048"/>
                <a:gd name="connsiteX488" fmla="*/ 1633542 w 2077975"/>
                <a:gd name="connsiteY488" fmla="*/ 574337 h 2078048"/>
                <a:gd name="connsiteX489" fmla="*/ 1636590 w 2077975"/>
                <a:gd name="connsiteY489" fmla="*/ 571194 h 2078048"/>
                <a:gd name="connsiteX490" fmla="*/ 1636876 w 2077975"/>
                <a:gd name="connsiteY490" fmla="*/ 570813 h 2078048"/>
                <a:gd name="connsiteX491" fmla="*/ 1638971 w 2077975"/>
                <a:gd name="connsiteY491" fmla="*/ 567289 h 2078048"/>
                <a:gd name="connsiteX492" fmla="*/ 1638971 w 2077975"/>
                <a:gd name="connsiteY492" fmla="*/ 567289 h 2078048"/>
                <a:gd name="connsiteX493" fmla="*/ 1638971 w 2077975"/>
                <a:gd name="connsiteY493" fmla="*/ 567289 h 2078048"/>
                <a:gd name="connsiteX494" fmla="*/ 1640210 w 2077975"/>
                <a:gd name="connsiteY494" fmla="*/ 556716 h 2078048"/>
                <a:gd name="connsiteX495" fmla="*/ 1707361 w 2077975"/>
                <a:gd name="connsiteY495" fmla="*/ 526998 h 2078048"/>
                <a:gd name="connsiteX496" fmla="*/ 1720315 w 2077975"/>
                <a:gd name="connsiteY496" fmla="*/ 524426 h 2078048"/>
                <a:gd name="connsiteX497" fmla="*/ 1724029 w 2077975"/>
                <a:gd name="connsiteY497" fmla="*/ 537190 h 2078048"/>
                <a:gd name="connsiteX498" fmla="*/ 1726506 w 2077975"/>
                <a:gd name="connsiteY498" fmla="*/ 540047 h 2078048"/>
                <a:gd name="connsiteX499" fmla="*/ 1735936 w 2077975"/>
                <a:gd name="connsiteY499" fmla="*/ 544905 h 2078048"/>
                <a:gd name="connsiteX500" fmla="*/ 1749461 w 2077975"/>
                <a:gd name="connsiteY500" fmla="*/ 542143 h 2078048"/>
                <a:gd name="connsiteX501" fmla="*/ 1752700 w 2077975"/>
                <a:gd name="connsiteY501" fmla="*/ 539095 h 2078048"/>
                <a:gd name="connsiteX502" fmla="*/ 1752986 w 2077975"/>
                <a:gd name="connsiteY502" fmla="*/ 538714 h 2078048"/>
                <a:gd name="connsiteX503" fmla="*/ 1755081 w 2077975"/>
                <a:gd name="connsiteY503" fmla="*/ 535190 h 2078048"/>
                <a:gd name="connsiteX504" fmla="*/ 1755081 w 2077975"/>
                <a:gd name="connsiteY504" fmla="*/ 535190 h 2078048"/>
                <a:gd name="connsiteX505" fmla="*/ 1755081 w 2077975"/>
                <a:gd name="connsiteY505" fmla="*/ 535190 h 2078048"/>
                <a:gd name="connsiteX506" fmla="*/ 1755843 w 2077975"/>
                <a:gd name="connsiteY506" fmla="*/ 522331 h 2078048"/>
                <a:gd name="connsiteX507" fmla="*/ 1800992 w 2077975"/>
                <a:gd name="connsiteY507" fmla="*/ 529379 h 2078048"/>
                <a:gd name="connsiteX508" fmla="*/ 1787657 w 2077975"/>
                <a:gd name="connsiteY508" fmla="*/ 580529 h 2078048"/>
                <a:gd name="connsiteX509" fmla="*/ 1785370 w 2077975"/>
                <a:gd name="connsiteY509" fmla="*/ 578719 h 2078048"/>
                <a:gd name="connsiteX510" fmla="*/ 1784894 w 2077975"/>
                <a:gd name="connsiteY510" fmla="*/ 578433 h 2078048"/>
                <a:gd name="connsiteX511" fmla="*/ 1780989 w 2077975"/>
                <a:gd name="connsiteY511" fmla="*/ 576528 h 2078048"/>
                <a:gd name="connsiteX512" fmla="*/ 1780989 w 2077975"/>
                <a:gd name="connsiteY512" fmla="*/ 576528 h 2078048"/>
                <a:gd name="connsiteX513" fmla="*/ 1780989 w 2077975"/>
                <a:gd name="connsiteY513" fmla="*/ 576528 h 2078048"/>
                <a:gd name="connsiteX514" fmla="*/ 1763177 w 2077975"/>
                <a:gd name="connsiteY514" fmla="*/ 580338 h 2078048"/>
                <a:gd name="connsiteX515" fmla="*/ 1758701 w 2077975"/>
                <a:gd name="connsiteY515" fmla="*/ 597864 h 2078048"/>
                <a:gd name="connsiteX516" fmla="*/ 1758701 w 2077975"/>
                <a:gd name="connsiteY516" fmla="*/ 597864 h 2078048"/>
                <a:gd name="connsiteX517" fmla="*/ 1758701 w 2077975"/>
                <a:gd name="connsiteY517" fmla="*/ 597959 h 2078048"/>
                <a:gd name="connsiteX518" fmla="*/ 1760320 w 2077975"/>
                <a:gd name="connsiteY518" fmla="*/ 602150 h 2078048"/>
                <a:gd name="connsiteX519" fmla="*/ 1760415 w 2077975"/>
                <a:gd name="connsiteY519" fmla="*/ 602341 h 2078048"/>
                <a:gd name="connsiteX520" fmla="*/ 1763082 w 2077975"/>
                <a:gd name="connsiteY520" fmla="*/ 606341 h 2078048"/>
                <a:gd name="connsiteX521" fmla="*/ 1770988 w 2077975"/>
                <a:gd name="connsiteY521" fmla="*/ 611580 h 2078048"/>
                <a:gd name="connsiteX522" fmla="*/ 1767559 w 2077975"/>
                <a:gd name="connsiteY522" fmla="*/ 616628 h 2078048"/>
                <a:gd name="connsiteX523" fmla="*/ 1710313 w 2077975"/>
                <a:gd name="connsiteY523" fmla="*/ 670159 h 2078048"/>
                <a:gd name="connsiteX524" fmla="*/ 1708885 w 2077975"/>
                <a:gd name="connsiteY524" fmla="*/ 669016 h 2078048"/>
                <a:gd name="connsiteX525" fmla="*/ 1708504 w 2077975"/>
                <a:gd name="connsiteY525" fmla="*/ 668825 h 2078048"/>
                <a:gd name="connsiteX526" fmla="*/ 1704884 w 2077975"/>
                <a:gd name="connsiteY526" fmla="*/ 667206 h 2078048"/>
                <a:gd name="connsiteX527" fmla="*/ 1704884 w 2077975"/>
                <a:gd name="connsiteY527" fmla="*/ 667206 h 2078048"/>
                <a:gd name="connsiteX528" fmla="*/ 1704884 w 2077975"/>
                <a:gd name="connsiteY528" fmla="*/ 667206 h 2078048"/>
                <a:gd name="connsiteX529" fmla="*/ 1687263 w 2077975"/>
                <a:gd name="connsiteY529" fmla="*/ 670826 h 2078048"/>
                <a:gd name="connsiteX530" fmla="*/ 1681072 w 2077975"/>
                <a:gd name="connsiteY530" fmla="*/ 686256 h 2078048"/>
                <a:gd name="connsiteX531" fmla="*/ 1618111 w 2077975"/>
                <a:gd name="connsiteY531" fmla="*/ 710735 h 2078048"/>
                <a:gd name="connsiteX532" fmla="*/ 1617635 w 2077975"/>
                <a:gd name="connsiteY532" fmla="*/ 708640 h 2078048"/>
                <a:gd name="connsiteX533" fmla="*/ 1615826 w 2077975"/>
                <a:gd name="connsiteY533" fmla="*/ 705497 h 2078048"/>
                <a:gd name="connsiteX534" fmla="*/ 1615540 w 2077975"/>
                <a:gd name="connsiteY534" fmla="*/ 705211 h 2078048"/>
                <a:gd name="connsiteX535" fmla="*/ 1613063 w 2077975"/>
                <a:gd name="connsiteY535" fmla="*/ 702925 h 2078048"/>
                <a:gd name="connsiteX536" fmla="*/ 1613063 w 2077975"/>
                <a:gd name="connsiteY536" fmla="*/ 702925 h 2078048"/>
                <a:gd name="connsiteX537" fmla="*/ 1613063 w 2077975"/>
                <a:gd name="connsiteY537" fmla="*/ 702925 h 2078048"/>
                <a:gd name="connsiteX538" fmla="*/ 1596395 w 2077975"/>
                <a:gd name="connsiteY538" fmla="*/ 702258 h 2078048"/>
                <a:gd name="connsiteX539" fmla="*/ 1584584 w 2077975"/>
                <a:gd name="connsiteY539" fmla="*/ 716831 h 2078048"/>
                <a:gd name="connsiteX540" fmla="*/ 1558580 w 2077975"/>
                <a:gd name="connsiteY540" fmla="*/ 715022 h 2078048"/>
                <a:gd name="connsiteX541" fmla="*/ 1565629 w 2077975"/>
                <a:gd name="connsiteY541" fmla="*/ 709021 h 2078048"/>
                <a:gd name="connsiteX542" fmla="*/ 1562581 w 2077975"/>
                <a:gd name="connsiteY542" fmla="*/ 689114 h 2078048"/>
                <a:gd name="connsiteX543" fmla="*/ 1559152 w 2077975"/>
                <a:gd name="connsiteY543" fmla="*/ 688161 h 2078048"/>
                <a:gd name="connsiteX544" fmla="*/ 1558390 w 2077975"/>
                <a:gd name="connsiteY544" fmla="*/ 688066 h 2078048"/>
                <a:gd name="connsiteX545" fmla="*/ 1554866 w 2077975"/>
                <a:gd name="connsiteY545" fmla="*/ 688066 h 2078048"/>
                <a:gd name="connsiteX546" fmla="*/ 1554866 w 2077975"/>
                <a:gd name="connsiteY546" fmla="*/ 688066 h 2078048"/>
                <a:gd name="connsiteX547" fmla="*/ 1554866 w 2077975"/>
                <a:gd name="connsiteY547" fmla="*/ 688066 h 2078048"/>
                <a:gd name="connsiteX548" fmla="*/ 1540102 w 2077975"/>
                <a:gd name="connsiteY548" fmla="*/ 696448 h 2078048"/>
                <a:gd name="connsiteX549" fmla="*/ 1549436 w 2077975"/>
                <a:gd name="connsiteY549" fmla="*/ 655586 h 2078048"/>
                <a:gd name="connsiteX550" fmla="*/ 1570105 w 2077975"/>
                <a:gd name="connsiteY550" fmla="*/ 645870 h 2078048"/>
                <a:gd name="connsiteX551" fmla="*/ 1571915 w 2077975"/>
                <a:gd name="connsiteY551" fmla="*/ 642060 h 2078048"/>
                <a:gd name="connsiteX552" fmla="*/ 1572011 w 2077975"/>
                <a:gd name="connsiteY552" fmla="*/ 641679 h 2078048"/>
                <a:gd name="connsiteX553" fmla="*/ 1567058 w 2077975"/>
                <a:gd name="connsiteY553" fmla="*/ 626820 h 2078048"/>
                <a:gd name="connsiteX554" fmla="*/ 1614492 w 2077975"/>
                <a:gd name="connsiteY554" fmla="*/ 576623 h 2078048"/>
                <a:gd name="connsiteX555" fmla="*/ 1393798 w 2077975"/>
                <a:gd name="connsiteY555" fmla="*/ 391172 h 2078048"/>
                <a:gd name="connsiteX556" fmla="*/ 1393798 w 2077975"/>
                <a:gd name="connsiteY556" fmla="*/ 391172 h 2078048"/>
                <a:gd name="connsiteX557" fmla="*/ 1397036 w 2077975"/>
                <a:gd name="connsiteY557" fmla="*/ 391076 h 2078048"/>
                <a:gd name="connsiteX558" fmla="*/ 1400179 w 2077975"/>
                <a:gd name="connsiteY558" fmla="*/ 390410 h 2078048"/>
                <a:gd name="connsiteX559" fmla="*/ 1408466 w 2077975"/>
                <a:gd name="connsiteY559" fmla="*/ 384790 h 2078048"/>
                <a:gd name="connsiteX560" fmla="*/ 1410562 w 2077975"/>
                <a:gd name="connsiteY560" fmla="*/ 381837 h 2078048"/>
                <a:gd name="connsiteX561" fmla="*/ 1412181 w 2077975"/>
                <a:gd name="connsiteY561" fmla="*/ 377741 h 2078048"/>
                <a:gd name="connsiteX562" fmla="*/ 1412276 w 2077975"/>
                <a:gd name="connsiteY562" fmla="*/ 377265 h 2078048"/>
                <a:gd name="connsiteX563" fmla="*/ 1412848 w 2077975"/>
                <a:gd name="connsiteY563" fmla="*/ 373265 h 2078048"/>
                <a:gd name="connsiteX564" fmla="*/ 1412848 w 2077975"/>
                <a:gd name="connsiteY564" fmla="*/ 373265 h 2078048"/>
                <a:gd name="connsiteX565" fmla="*/ 1412848 w 2077975"/>
                <a:gd name="connsiteY565" fmla="*/ 373265 h 2078048"/>
                <a:gd name="connsiteX566" fmla="*/ 1409990 w 2077975"/>
                <a:gd name="connsiteY566" fmla="*/ 362978 h 2078048"/>
                <a:gd name="connsiteX567" fmla="*/ 1460663 w 2077975"/>
                <a:gd name="connsiteY567" fmla="*/ 310019 h 2078048"/>
                <a:gd name="connsiteX568" fmla="*/ 1471617 w 2077975"/>
                <a:gd name="connsiteY568" fmla="*/ 302780 h 2078048"/>
                <a:gd name="connsiteX569" fmla="*/ 1479999 w 2077975"/>
                <a:gd name="connsiteY569" fmla="*/ 312971 h 2078048"/>
                <a:gd name="connsiteX570" fmla="*/ 1483333 w 2077975"/>
                <a:gd name="connsiteY570" fmla="*/ 314686 h 2078048"/>
                <a:gd name="connsiteX571" fmla="*/ 1490381 w 2077975"/>
                <a:gd name="connsiteY571" fmla="*/ 316019 h 2078048"/>
                <a:gd name="connsiteX572" fmla="*/ 1493905 w 2077975"/>
                <a:gd name="connsiteY572" fmla="*/ 315638 h 2078048"/>
                <a:gd name="connsiteX573" fmla="*/ 1500287 w 2077975"/>
                <a:gd name="connsiteY573" fmla="*/ 313067 h 2078048"/>
                <a:gd name="connsiteX574" fmla="*/ 1505240 w 2077975"/>
                <a:gd name="connsiteY574" fmla="*/ 308018 h 2078048"/>
                <a:gd name="connsiteX575" fmla="*/ 1507050 w 2077975"/>
                <a:gd name="connsiteY575" fmla="*/ 304018 h 2078048"/>
                <a:gd name="connsiteX576" fmla="*/ 1507145 w 2077975"/>
                <a:gd name="connsiteY576" fmla="*/ 303637 h 2078048"/>
                <a:gd name="connsiteX577" fmla="*/ 1507812 w 2077975"/>
                <a:gd name="connsiteY577" fmla="*/ 299541 h 2078048"/>
                <a:gd name="connsiteX578" fmla="*/ 1507812 w 2077975"/>
                <a:gd name="connsiteY578" fmla="*/ 299541 h 2078048"/>
                <a:gd name="connsiteX579" fmla="*/ 1507812 w 2077975"/>
                <a:gd name="connsiteY579" fmla="*/ 299541 h 2078048"/>
                <a:gd name="connsiteX580" fmla="*/ 1503621 w 2077975"/>
                <a:gd name="connsiteY580" fmla="*/ 287349 h 2078048"/>
                <a:gd name="connsiteX581" fmla="*/ 1548008 w 2077975"/>
                <a:gd name="connsiteY581" fmla="*/ 276681 h 2078048"/>
                <a:gd name="connsiteX582" fmla="*/ 1555151 w 2077975"/>
                <a:gd name="connsiteY582" fmla="*/ 323925 h 2078048"/>
                <a:gd name="connsiteX583" fmla="*/ 1555151 w 2077975"/>
                <a:gd name="connsiteY583" fmla="*/ 329164 h 2078048"/>
                <a:gd name="connsiteX584" fmla="*/ 1552294 w 2077975"/>
                <a:gd name="connsiteY584" fmla="*/ 328307 h 2078048"/>
                <a:gd name="connsiteX585" fmla="*/ 1551818 w 2077975"/>
                <a:gd name="connsiteY585" fmla="*/ 328211 h 2078048"/>
                <a:gd name="connsiteX586" fmla="*/ 1547531 w 2077975"/>
                <a:gd name="connsiteY586" fmla="*/ 327926 h 2078048"/>
                <a:gd name="connsiteX587" fmla="*/ 1547531 w 2077975"/>
                <a:gd name="connsiteY587" fmla="*/ 327926 h 2078048"/>
                <a:gd name="connsiteX588" fmla="*/ 1547531 w 2077975"/>
                <a:gd name="connsiteY588" fmla="*/ 327926 h 2078048"/>
                <a:gd name="connsiteX589" fmla="*/ 1532577 w 2077975"/>
                <a:gd name="connsiteY589" fmla="*/ 338213 h 2078048"/>
                <a:gd name="connsiteX590" fmla="*/ 1538102 w 2077975"/>
                <a:gd name="connsiteY590" fmla="*/ 359358 h 2078048"/>
                <a:gd name="connsiteX591" fmla="*/ 1538578 w 2077975"/>
                <a:gd name="connsiteY591" fmla="*/ 359739 h 2078048"/>
                <a:gd name="connsiteX592" fmla="*/ 1542483 w 2077975"/>
                <a:gd name="connsiteY592" fmla="*/ 362216 h 2078048"/>
                <a:gd name="connsiteX593" fmla="*/ 1551722 w 2077975"/>
                <a:gd name="connsiteY593" fmla="*/ 364121 h 2078048"/>
                <a:gd name="connsiteX594" fmla="*/ 1550484 w 2077975"/>
                <a:gd name="connsiteY594" fmla="*/ 370121 h 2078048"/>
                <a:gd name="connsiteX595" fmla="*/ 1517813 w 2077975"/>
                <a:gd name="connsiteY595" fmla="*/ 441559 h 2078048"/>
                <a:gd name="connsiteX596" fmla="*/ 1516003 w 2077975"/>
                <a:gd name="connsiteY596" fmla="*/ 441083 h 2078048"/>
                <a:gd name="connsiteX597" fmla="*/ 1515527 w 2077975"/>
                <a:gd name="connsiteY597" fmla="*/ 440987 h 2078048"/>
                <a:gd name="connsiteX598" fmla="*/ 1511527 w 2077975"/>
                <a:gd name="connsiteY598" fmla="*/ 440797 h 2078048"/>
                <a:gd name="connsiteX599" fmla="*/ 1511527 w 2077975"/>
                <a:gd name="connsiteY599" fmla="*/ 440797 h 2078048"/>
                <a:gd name="connsiteX600" fmla="*/ 1511527 w 2077975"/>
                <a:gd name="connsiteY600" fmla="*/ 440797 h 2078048"/>
                <a:gd name="connsiteX601" fmla="*/ 1496668 w 2077975"/>
                <a:gd name="connsiteY601" fmla="*/ 450893 h 2078048"/>
                <a:gd name="connsiteX602" fmla="*/ 1496858 w 2077975"/>
                <a:gd name="connsiteY602" fmla="*/ 467657 h 2078048"/>
                <a:gd name="connsiteX603" fmla="*/ 1448090 w 2077975"/>
                <a:gd name="connsiteY603" fmla="*/ 514235 h 2078048"/>
                <a:gd name="connsiteX604" fmla="*/ 1446757 w 2077975"/>
                <a:gd name="connsiteY604" fmla="*/ 512425 h 2078048"/>
                <a:gd name="connsiteX605" fmla="*/ 1443899 w 2077975"/>
                <a:gd name="connsiteY605" fmla="*/ 510139 h 2078048"/>
                <a:gd name="connsiteX606" fmla="*/ 1443804 w 2077975"/>
                <a:gd name="connsiteY606" fmla="*/ 510044 h 2078048"/>
                <a:gd name="connsiteX607" fmla="*/ 1424659 w 2077975"/>
                <a:gd name="connsiteY607" fmla="*/ 514616 h 2078048"/>
                <a:gd name="connsiteX608" fmla="*/ 1419420 w 2077975"/>
                <a:gd name="connsiteY608" fmla="*/ 532427 h 2078048"/>
                <a:gd name="connsiteX609" fmla="*/ 1394560 w 2077975"/>
                <a:gd name="connsiteY609" fmla="*/ 540809 h 2078048"/>
                <a:gd name="connsiteX610" fmla="*/ 1398846 w 2077975"/>
                <a:gd name="connsiteY610" fmla="*/ 532618 h 2078048"/>
                <a:gd name="connsiteX611" fmla="*/ 1388464 w 2077975"/>
                <a:gd name="connsiteY611" fmla="*/ 515282 h 2078048"/>
                <a:gd name="connsiteX612" fmla="*/ 1384749 w 2077975"/>
                <a:gd name="connsiteY612" fmla="*/ 515854 h 2078048"/>
                <a:gd name="connsiteX613" fmla="*/ 1384368 w 2077975"/>
                <a:gd name="connsiteY613" fmla="*/ 515949 h 2078048"/>
                <a:gd name="connsiteX614" fmla="*/ 1380939 w 2077975"/>
                <a:gd name="connsiteY614" fmla="*/ 517378 h 2078048"/>
                <a:gd name="connsiteX615" fmla="*/ 1380939 w 2077975"/>
                <a:gd name="connsiteY615" fmla="*/ 517378 h 2078048"/>
                <a:gd name="connsiteX616" fmla="*/ 1380939 w 2077975"/>
                <a:gd name="connsiteY616" fmla="*/ 517378 h 2078048"/>
                <a:gd name="connsiteX617" fmla="*/ 1370461 w 2077975"/>
                <a:gd name="connsiteY617" fmla="*/ 530713 h 2078048"/>
                <a:gd name="connsiteX618" fmla="*/ 1363603 w 2077975"/>
                <a:gd name="connsiteY618" fmla="*/ 489374 h 2078048"/>
                <a:gd name="connsiteX619" fmla="*/ 1379034 w 2077975"/>
                <a:gd name="connsiteY619" fmla="*/ 472420 h 2078048"/>
                <a:gd name="connsiteX620" fmla="*/ 1379129 w 2077975"/>
                <a:gd name="connsiteY620" fmla="*/ 468324 h 2078048"/>
                <a:gd name="connsiteX621" fmla="*/ 1379034 w 2077975"/>
                <a:gd name="connsiteY621" fmla="*/ 467943 h 2078048"/>
                <a:gd name="connsiteX622" fmla="*/ 1378272 w 2077975"/>
                <a:gd name="connsiteY622" fmla="*/ 464324 h 2078048"/>
                <a:gd name="connsiteX623" fmla="*/ 1378272 w 2077975"/>
                <a:gd name="connsiteY623" fmla="*/ 464324 h 2078048"/>
                <a:gd name="connsiteX624" fmla="*/ 1378272 w 2077975"/>
                <a:gd name="connsiteY624" fmla="*/ 464324 h 2078048"/>
                <a:gd name="connsiteX625" fmla="*/ 1368937 w 2077975"/>
                <a:gd name="connsiteY625" fmla="*/ 455942 h 2078048"/>
                <a:gd name="connsiteX626" fmla="*/ 1393798 w 2077975"/>
                <a:gd name="connsiteY626" fmla="*/ 391172 h 2078048"/>
                <a:gd name="connsiteX627" fmla="*/ 1178152 w 2077975"/>
                <a:gd name="connsiteY627" fmla="*/ 433272 h 2078048"/>
                <a:gd name="connsiteX628" fmla="*/ 1161959 w 2077975"/>
                <a:gd name="connsiteY628" fmla="*/ 421366 h 2078048"/>
                <a:gd name="connsiteX629" fmla="*/ 1158721 w 2077975"/>
                <a:gd name="connsiteY629" fmla="*/ 423271 h 2078048"/>
                <a:gd name="connsiteX630" fmla="*/ 1158435 w 2077975"/>
                <a:gd name="connsiteY630" fmla="*/ 423557 h 2078048"/>
                <a:gd name="connsiteX631" fmla="*/ 1155768 w 2077975"/>
                <a:gd name="connsiteY631" fmla="*/ 426224 h 2078048"/>
                <a:gd name="connsiteX632" fmla="*/ 1155768 w 2077975"/>
                <a:gd name="connsiteY632" fmla="*/ 426224 h 2078048"/>
                <a:gd name="connsiteX633" fmla="*/ 1155768 w 2077975"/>
                <a:gd name="connsiteY633" fmla="*/ 426224 h 2078048"/>
                <a:gd name="connsiteX634" fmla="*/ 1151291 w 2077975"/>
                <a:gd name="connsiteY634" fmla="*/ 442511 h 2078048"/>
                <a:gd name="connsiteX635" fmla="*/ 1129003 w 2077975"/>
                <a:gd name="connsiteY635" fmla="*/ 406983 h 2078048"/>
                <a:gd name="connsiteX636" fmla="*/ 1129574 w 2077975"/>
                <a:gd name="connsiteY636" fmla="*/ 406602 h 2078048"/>
                <a:gd name="connsiteX637" fmla="*/ 1136528 w 2077975"/>
                <a:gd name="connsiteY637" fmla="*/ 395744 h 2078048"/>
                <a:gd name="connsiteX638" fmla="*/ 1136718 w 2077975"/>
                <a:gd name="connsiteY638" fmla="*/ 385457 h 2078048"/>
                <a:gd name="connsiteX639" fmla="*/ 1135289 w 2077975"/>
                <a:gd name="connsiteY639" fmla="*/ 381647 h 2078048"/>
                <a:gd name="connsiteX640" fmla="*/ 1135099 w 2077975"/>
                <a:gd name="connsiteY640" fmla="*/ 381266 h 2078048"/>
                <a:gd name="connsiteX641" fmla="*/ 1133003 w 2077975"/>
                <a:gd name="connsiteY641" fmla="*/ 378313 h 2078048"/>
                <a:gd name="connsiteX642" fmla="*/ 1133003 w 2077975"/>
                <a:gd name="connsiteY642" fmla="*/ 378313 h 2078048"/>
                <a:gd name="connsiteX643" fmla="*/ 1133003 w 2077975"/>
                <a:gd name="connsiteY643" fmla="*/ 378313 h 2078048"/>
                <a:gd name="connsiteX644" fmla="*/ 1121192 w 2077975"/>
                <a:gd name="connsiteY644" fmla="*/ 374217 h 2078048"/>
                <a:gd name="connsiteX645" fmla="*/ 1119097 w 2077975"/>
                <a:gd name="connsiteY645" fmla="*/ 304780 h 2078048"/>
                <a:gd name="connsiteX646" fmla="*/ 1124717 w 2077975"/>
                <a:gd name="connsiteY646" fmla="*/ 301637 h 2078048"/>
                <a:gd name="connsiteX647" fmla="*/ 1128812 w 2077975"/>
                <a:gd name="connsiteY647" fmla="*/ 296493 h 2078048"/>
                <a:gd name="connsiteX648" fmla="*/ 1130908 w 2077975"/>
                <a:gd name="connsiteY648" fmla="*/ 289730 h 2078048"/>
                <a:gd name="connsiteX649" fmla="*/ 1130908 w 2077975"/>
                <a:gd name="connsiteY649" fmla="*/ 285349 h 2078048"/>
                <a:gd name="connsiteX650" fmla="*/ 1130812 w 2077975"/>
                <a:gd name="connsiteY650" fmla="*/ 284873 h 2078048"/>
                <a:gd name="connsiteX651" fmla="*/ 1129765 w 2077975"/>
                <a:gd name="connsiteY651" fmla="*/ 280967 h 2078048"/>
                <a:gd name="connsiteX652" fmla="*/ 1129765 w 2077975"/>
                <a:gd name="connsiteY652" fmla="*/ 280967 h 2078048"/>
                <a:gd name="connsiteX653" fmla="*/ 1129765 w 2077975"/>
                <a:gd name="connsiteY653" fmla="*/ 280967 h 2078048"/>
                <a:gd name="connsiteX654" fmla="*/ 1123193 w 2077975"/>
                <a:gd name="connsiteY654" fmla="*/ 272585 h 2078048"/>
                <a:gd name="connsiteX655" fmla="*/ 1149577 w 2077975"/>
                <a:gd name="connsiteY655" fmla="*/ 204196 h 2078048"/>
                <a:gd name="connsiteX656" fmla="*/ 1156911 w 2077975"/>
                <a:gd name="connsiteY656" fmla="*/ 193337 h 2078048"/>
                <a:gd name="connsiteX657" fmla="*/ 1168627 w 2077975"/>
                <a:gd name="connsiteY657" fmla="*/ 199529 h 2078048"/>
                <a:gd name="connsiteX658" fmla="*/ 1185200 w 2077975"/>
                <a:gd name="connsiteY658" fmla="*/ 194480 h 2078048"/>
                <a:gd name="connsiteX659" fmla="*/ 1189105 w 2077975"/>
                <a:gd name="connsiteY659" fmla="*/ 188670 h 2078048"/>
                <a:gd name="connsiteX660" fmla="*/ 1190153 w 2077975"/>
                <a:gd name="connsiteY660" fmla="*/ 185241 h 2078048"/>
                <a:gd name="connsiteX661" fmla="*/ 1190249 w 2077975"/>
                <a:gd name="connsiteY661" fmla="*/ 180860 h 2078048"/>
                <a:gd name="connsiteX662" fmla="*/ 1190153 w 2077975"/>
                <a:gd name="connsiteY662" fmla="*/ 180479 h 2078048"/>
                <a:gd name="connsiteX663" fmla="*/ 1189105 w 2077975"/>
                <a:gd name="connsiteY663" fmla="*/ 176383 h 2078048"/>
                <a:gd name="connsiteX664" fmla="*/ 1189105 w 2077975"/>
                <a:gd name="connsiteY664" fmla="*/ 176383 h 2078048"/>
                <a:gd name="connsiteX665" fmla="*/ 1189105 w 2077975"/>
                <a:gd name="connsiteY665" fmla="*/ 176383 h 2078048"/>
                <a:gd name="connsiteX666" fmla="*/ 1180533 w 2077975"/>
                <a:gd name="connsiteY666" fmla="*/ 166667 h 2078048"/>
                <a:gd name="connsiteX667" fmla="*/ 1217395 w 2077975"/>
                <a:gd name="connsiteY667" fmla="*/ 139807 h 2078048"/>
                <a:gd name="connsiteX668" fmla="*/ 1242160 w 2077975"/>
                <a:gd name="connsiteY668" fmla="*/ 180669 h 2078048"/>
                <a:gd name="connsiteX669" fmla="*/ 1244160 w 2077975"/>
                <a:gd name="connsiteY669" fmla="*/ 185527 h 2078048"/>
                <a:gd name="connsiteX670" fmla="*/ 1241207 w 2077975"/>
                <a:gd name="connsiteY670" fmla="*/ 185813 h 2078048"/>
                <a:gd name="connsiteX671" fmla="*/ 1240731 w 2077975"/>
                <a:gd name="connsiteY671" fmla="*/ 185908 h 2078048"/>
                <a:gd name="connsiteX672" fmla="*/ 1236635 w 2077975"/>
                <a:gd name="connsiteY672" fmla="*/ 187337 h 2078048"/>
                <a:gd name="connsiteX673" fmla="*/ 1236635 w 2077975"/>
                <a:gd name="connsiteY673" fmla="*/ 187337 h 2078048"/>
                <a:gd name="connsiteX674" fmla="*/ 1236635 w 2077975"/>
                <a:gd name="connsiteY674" fmla="*/ 187337 h 2078048"/>
                <a:gd name="connsiteX675" fmla="*/ 1226729 w 2077975"/>
                <a:gd name="connsiteY675" fmla="*/ 202577 h 2078048"/>
                <a:gd name="connsiteX676" fmla="*/ 1239874 w 2077975"/>
                <a:gd name="connsiteY676" fmla="*/ 220007 h 2078048"/>
                <a:gd name="connsiteX677" fmla="*/ 1240445 w 2077975"/>
                <a:gd name="connsiteY677" fmla="*/ 220198 h 2078048"/>
                <a:gd name="connsiteX678" fmla="*/ 1245017 w 2077975"/>
                <a:gd name="connsiteY678" fmla="*/ 220960 h 2078048"/>
                <a:gd name="connsiteX679" fmla="*/ 1254352 w 2077975"/>
                <a:gd name="connsiteY679" fmla="*/ 219055 h 2078048"/>
                <a:gd name="connsiteX680" fmla="*/ 1255495 w 2077975"/>
                <a:gd name="connsiteY680" fmla="*/ 225056 h 2078048"/>
                <a:gd name="connsiteX681" fmla="*/ 1252733 w 2077975"/>
                <a:gd name="connsiteY681" fmla="*/ 303637 h 2078048"/>
                <a:gd name="connsiteX682" fmla="*/ 1250923 w 2077975"/>
                <a:gd name="connsiteY682" fmla="*/ 303923 h 2078048"/>
                <a:gd name="connsiteX683" fmla="*/ 1250542 w 2077975"/>
                <a:gd name="connsiteY683" fmla="*/ 304018 h 2078048"/>
                <a:gd name="connsiteX684" fmla="*/ 1246827 w 2077975"/>
                <a:gd name="connsiteY684" fmla="*/ 305351 h 2078048"/>
                <a:gd name="connsiteX685" fmla="*/ 1246827 w 2077975"/>
                <a:gd name="connsiteY685" fmla="*/ 305351 h 2078048"/>
                <a:gd name="connsiteX686" fmla="*/ 1246827 w 2077975"/>
                <a:gd name="connsiteY686" fmla="*/ 305351 h 2078048"/>
                <a:gd name="connsiteX687" fmla="*/ 1237016 w 2077975"/>
                <a:gd name="connsiteY687" fmla="*/ 320306 h 2078048"/>
                <a:gd name="connsiteX688" fmla="*/ 1243588 w 2077975"/>
                <a:gd name="connsiteY688" fmla="*/ 335831 h 2078048"/>
                <a:gd name="connsiteX689" fmla="*/ 1216442 w 2077975"/>
                <a:gd name="connsiteY689" fmla="*/ 397553 h 2078048"/>
                <a:gd name="connsiteX690" fmla="*/ 1214537 w 2077975"/>
                <a:gd name="connsiteY690" fmla="*/ 396315 h 2078048"/>
                <a:gd name="connsiteX691" fmla="*/ 1207298 w 2077975"/>
                <a:gd name="connsiteY691" fmla="*/ 395363 h 2078048"/>
                <a:gd name="connsiteX692" fmla="*/ 1207298 w 2077975"/>
                <a:gd name="connsiteY692" fmla="*/ 395363 h 2078048"/>
                <a:gd name="connsiteX693" fmla="*/ 1207298 w 2077975"/>
                <a:gd name="connsiteY693" fmla="*/ 395363 h 2078048"/>
                <a:gd name="connsiteX694" fmla="*/ 1195011 w 2077975"/>
                <a:gd name="connsiteY694" fmla="*/ 406888 h 2078048"/>
                <a:gd name="connsiteX695" fmla="*/ 1197107 w 2077975"/>
                <a:gd name="connsiteY695" fmla="*/ 425271 h 2078048"/>
                <a:gd name="connsiteX696" fmla="*/ 1177390 w 2077975"/>
                <a:gd name="connsiteY696" fmla="*/ 442607 h 2078048"/>
                <a:gd name="connsiteX697" fmla="*/ 1178152 w 2077975"/>
                <a:gd name="connsiteY697" fmla="*/ 433272 h 2078048"/>
                <a:gd name="connsiteX698" fmla="*/ 938027 w 2077975"/>
                <a:gd name="connsiteY698" fmla="*/ 434987 h 2078048"/>
                <a:gd name="connsiteX699" fmla="*/ 935360 w 2077975"/>
                <a:gd name="connsiteY699" fmla="*/ 425938 h 2078048"/>
                <a:gd name="connsiteX700" fmla="*/ 933455 w 2077975"/>
                <a:gd name="connsiteY700" fmla="*/ 423176 h 2078048"/>
                <a:gd name="connsiteX701" fmla="*/ 928692 w 2077975"/>
                <a:gd name="connsiteY701" fmla="*/ 419461 h 2078048"/>
                <a:gd name="connsiteX702" fmla="*/ 915833 w 2077975"/>
                <a:gd name="connsiteY702" fmla="*/ 421175 h 2078048"/>
                <a:gd name="connsiteX703" fmla="*/ 913547 w 2077975"/>
                <a:gd name="connsiteY703" fmla="*/ 424033 h 2078048"/>
                <a:gd name="connsiteX704" fmla="*/ 913357 w 2077975"/>
                <a:gd name="connsiteY704" fmla="*/ 424319 h 2078048"/>
                <a:gd name="connsiteX705" fmla="*/ 913928 w 2077975"/>
                <a:gd name="connsiteY705" fmla="*/ 444607 h 2078048"/>
                <a:gd name="connsiteX706" fmla="*/ 879829 w 2077975"/>
                <a:gd name="connsiteY706" fmla="*/ 420223 h 2078048"/>
                <a:gd name="connsiteX707" fmla="*/ 878781 w 2077975"/>
                <a:gd name="connsiteY707" fmla="*/ 397458 h 2078048"/>
                <a:gd name="connsiteX708" fmla="*/ 875828 w 2077975"/>
                <a:gd name="connsiteY708" fmla="*/ 394315 h 2078048"/>
                <a:gd name="connsiteX709" fmla="*/ 875733 w 2077975"/>
                <a:gd name="connsiteY709" fmla="*/ 394220 h 2078048"/>
                <a:gd name="connsiteX710" fmla="*/ 872590 w 2077975"/>
                <a:gd name="connsiteY710" fmla="*/ 392124 h 2078048"/>
                <a:gd name="connsiteX711" fmla="*/ 872399 w 2077975"/>
                <a:gd name="connsiteY711" fmla="*/ 392029 h 2078048"/>
                <a:gd name="connsiteX712" fmla="*/ 872399 w 2077975"/>
                <a:gd name="connsiteY712" fmla="*/ 392029 h 2078048"/>
                <a:gd name="connsiteX713" fmla="*/ 859922 w 2077975"/>
                <a:gd name="connsiteY713" fmla="*/ 392886 h 2078048"/>
                <a:gd name="connsiteX714" fmla="*/ 831632 w 2077975"/>
                <a:gd name="connsiteY714" fmla="*/ 329640 h 2078048"/>
                <a:gd name="connsiteX715" fmla="*/ 836776 w 2077975"/>
                <a:gd name="connsiteY715" fmla="*/ 311066 h 2078048"/>
                <a:gd name="connsiteX716" fmla="*/ 835061 w 2077975"/>
                <a:gd name="connsiteY716" fmla="*/ 306971 h 2078048"/>
                <a:gd name="connsiteX717" fmla="*/ 834871 w 2077975"/>
                <a:gd name="connsiteY717" fmla="*/ 306590 h 2078048"/>
                <a:gd name="connsiteX718" fmla="*/ 832394 w 2077975"/>
                <a:gd name="connsiteY718" fmla="*/ 303351 h 2078048"/>
                <a:gd name="connsiteX719" fmla="*/ 832394 w 2077975"/>
                <a:gd name="connsiteY719" fmla="*/ 303351 h 2078048"/>
                <a:gd name="connsiteX720" fmla="*/ 832394 w 2077975"/>
                <a:gd name="connsiteY720" fmla="*/ 303351 h 2078048"/>
                <a:gd name="connsiteX721" fmla="*/ 823155 w 2077975"/>
                <a:gd name="connsiteY721" fmla="*/ 298208 h 2078048"/>
                <a:gd name="connsiteX722" fmla="*/ 821440 w 2077975"/>
                <a:gd name="connsiteY722" fmla="*/ 224770 h 2078048"/>
                <a:gd name="connsiteX723" fmla="*/ 824107 w 2077975"/>
                <a:gd name="connsiteY723" fmla="*/ 211911 h 2078048"/>
                <a:gd name="connsiteX724" fmla="*/ 837347 w 2077975"/>
                <a:gd name="connsiteY724" fmla="*/ 213435 h 2078048"/>
                <a:gd name="connsiteX725" fmla="*/ 851730 w 2077975"/>
                <a:gd name="connsiteY725" fmla="*/ 191813 h 2078048"/>
                <a:gd name="connsiteX726" fmla="*/ 850206 w 2077975"/>
                <a:gd name="connsiteY726" fmla="*/ 187718 h 2078048"/>
                <a:gd name="connsiteX727" fmla="*/ 850015 w 2077975"/>
                <a:gd name="connsiteY727" fmla="*/ 187337 h 2078048"/>
                <a:gd name="connsiteX728" fmla="*/ 847539 w 2077975"/>
                <a:gd name="connsiteY728" fmla="*/ 184003 h 2078048"/>
                <a:gd name="connsiteX729" fmla="*/ 847539 w 2077975"/>
                <a:gd name="connsiteY729" fmla="*/ 184003 h 2078048"/>
                <a:gd name="connsiteX730" fmla="*/ 847539 w 2077975"/>
                <a:gd name="connsiteY730" fmla="*/ 184003 h 2078048"/>
                <a:gd name="connsiteX731" fmla="*/ 835919 w 2077975"/>
                <a:gd name="connsiteY731" fmla="*/ 178383 h 2078048"/>
                <a:gd name="connsiteX732" fmla="*/ 859826 w 2077975"/>
                <a:gd name="connsiteY732" fmla="*/ 139426 h 2078048"/>
                <a:gd name="connsiteX733" fmla="*/ 901927 w 2077975"/>
                <a:gd name="connsiteY733" fmla="*/ 171335 h 2078048"/>
                <a:gd name="connsiteX734" fmla="*/ 899450 w 2077975"/>
                <a:gd name="connsiteY734" fmla="*/ 172763 h 2078048"/>
                <a:gd name="connsiteX735" fmla="*/ 899069 w 2077975"/>
                <a:gd name="connsiteY735" fmla="*/ 173049 h 2078048"/>
                <a:gd name="connsiteX736" fmla="*/ 895831 w 2077975"/>
                <a:gd name="connsiteY736" fmla="*/ 176002 h 2078048"/>
                <a:gd name="connsiteX737" fmla="*/ 895831 w 2077975"/>
                <a:gd name="connsiteY737" fmla="*/ 176002 h 2078048"/>
                <a:gd name="connsiteX738" fmla="*/ 895831 w 2077975"/>
                <a:gd name="connsiteY738" fmla="*/ 176002 h 2078048"/>
                <a:gd name="connsiteX739" fmla="*/ 892497 w 2077975"/>
                <a:gd name="connsiteY739" fmla="*/ 193909 h 2078048"/>
                <a:gd name="connsiteX740" fmla="*/ 906975 w 2077975"/>
                <a:gd name="connsiteY740" fmla="*/ 204767 h 2078048"/>
                <a:gd name="connsiteX741" fmla="*/ 906975 w 2077975"/>
                <a:gd name="connsiteY741" fmla="*/ 204767 h 2078048"/>
                <a:gd name="connsiteX742" fmla="*/ 907070 w 2077975"/>
                <a:gd name="connsiteY742" fmla="*/ 204767 h 2078048"/>
                <a:gd name="connsiteX743" fmla="*/ 911452 w 2077975"/>
                <a:gd name="connsiteY743" fmla="*/ 204863 h 2078048"/>
                <a:gd name="connsiteX744" fmla="*/ 911833 w 2077975"/>
                <a:gd name="connsiteY744" fmla="*/ 204863 h 2078048"/>
                <a:gd name="connsiteX745" fmla="*/ 916500 w 2077975"/>
                <a:gd name="connsiteY745" fmla="*/ 204005 h 2078048"/>
                <a:gd name="connsiteX746" fmla="*/ 919929 w 2077975"/>
                <a:gd name="connsiteY746" fmla="*/ 202481 h 2078048"/>
                <a:gd name="connsiteX747" fmla="*/ 924406 w 2077975"/>
                <a:gd name="connsiteY747" fmla="*/ 198767 h 2078048"/>
                <a:gd name="connsiteX748" fmla="*/ 927740 w 2077975"/>
                <a:gd name="connsiteY748" fmla="*/ 203815 h 2078048"/>
                <a:gd name="connsiteX749" fmla="*/ 955076 w 2077975"/>
                <a:gd name="connsiteY749" fmla="*/ 277253 h 2078048"/>
                <a:gd name="connsiteX750" fmla="*/ 953457 w 2077975"/>
                <a:gd name="connsiteY750" fmla="*/ 278205 h 2078048"/>
                <a:gd name="connsiteX751" fmla="*/ 953076 w 2077975"/>
                <a:gd name="connsiteY751" fmla="*/ 278491 h 2078048"/>
                <a:gd name="connsiteX752" fmla="*/ 950123 w 2077975"/>
                <a:gd name="connsiteY752" fmla="*/ 281158 h 2078048"/>
                <a:gd name="connsiteX753" fmla="*/ 950123 w 2077975"/>
                <a:gd name="connsiteY753" fmla="*/ 281158 h 2078048"/>
                <a:gd name="connsiteX754" fmla="*/ 950123 w 2077975"/>
                <a:gd name="connsiteY754" fmla="*/ 281158 h 2078048"/>
                <a:gd name="connsiteX755" fmla="*/ 946694 w 2077975"/>
                <a:gd name="connsiteY755" fmla="*/ 298779 h 2078048"/>
                <a:gd name="connsiteX756" fmla="*/ 958601 w 2077975"/>
                <a:gd name="connsiteY756" fmla="*/ 310495 h 2078048"/>
                <a:gd name="connsiteX757" fmla="*/ 956981 w 2077975"/>
                <a:gd name="connsiteY757" fmla="*/ 378027 h 2078048"/>
                <a:gd name="connsiteX758" fmla="*/ 954790 w 2077975"/>
                <a:gd name="connsiteY758" fmla="*/ 377646 h 2078048"/>
                <a:gd name="connsiteX759" fmla="*/ 951266 w 2077975"/>
                <a:gd name="connsiteY759" fmla="*/ 378122 h 2078048"/>
                <a:gd name="connsiteX760" fmla="*/ 950885 w 2077975"/>
                <a:gd name="connsiteY760" fmla="*/ 378218 h 2078048"/>
                <a:gd name="connsiteX761" fmla="*/ 947837 w 2077975"/>
                <a:gd name="connsiteY761" fmla="*/ 379646 h 2078048"/>
                <a:gd name="connsiteX762" fmla="*/ 947837 w 2077975"/>
                <a:gd name="connsiteY762" fmla="*/ 379646 h 2078048"/>
                <a:gd name="connsiteX763" fmla="*/ 947837 w 2077975"/>
                <a:gd name="connsiteY763" fmla="*/ 379646 h 2078048"/>
                <a:gd name="connsiteX764" fmla="*/ 940789 w 2077975"/>
                <a:gd name="connsiteY764" fmla="*/ 394791 h 2078048"/>
                <a:gd name="connsiteX765" fmla="*/ 949742 w 2077975"/>
                <a:gd name="connsiteY765" fmla="*/ 411269 h 2078048"/>
                <a:gd name="connsiteX766" fmla="*/ 938027 w 2077975"/>
                <a:gd name="connsiteY766" fmla="*/ 434987 h 2078048"/>
                <a:gd name="connsiteX767" fmla="*/ 708665 w 2077975"/>
                <a:gd name="connsiteY767" fmla="*/ 460037 h 2078048"/>
                <a:gd name="connsiteX768" fmla="*/ 705521 w 2077975"/>
                <a:gd name="connsiteY768" fmla="*/ 461847 h 2078048"/>
                <a:gd name="connsiteX769" fmla="*/ 705236 w 2077975"/>
                <a:gd name="connsiteY769" fmla="*/ 462133 h 2078048"/>
                <a:gd name="connsiteX770" fmla="*/ 702949 w 2077975"/>
                <a:gd name="connsiteY770" fmla="*/ 464609 h 2078048"/>
                <a:gd name="connsiteX771" fmla="*/ 702949 w 2077975"/>
                <a:gd name="connsiteY771" fmla="*/ 464609 h 2078048"/>
                <a:gd name="connsiteX772" fmla="*/ 702949 w 2077975"/>
                <a:gd name="connsiteY772" fmla="*/ 464609 h 2078048"/>
                <a:gd name="connsiteX773" fmla="*/ 702283 w 2077975"/>
                <a:gd name="connsiteY773" fmla="*/ 481278 h 2078048"/>
                <a:gd name="connsiteX774" fmla="*/ 716856 w 2077975"/>
                <a:gd name="connsiteY774" fmla="*/ 493089 h 2078048"/>
                <a:gd name="connsiteX775" fmla="*/ 715046 w 2077975"/>
                <a:gd name="connsiteY775" fmla="*/ 519092 h 2078048"/>
                <a:gd name="connsiteX776" fmla="*/ 709045 w 2077975"/>
                <a:gd name="connsiteY776" fmla="*/ 512044 h 2078048"/>
                <a:gd name="connsiteX777" fmla="*/ 697520 w 2077975"/>
                <a:gd name="connsiteY777" fmla="*/ 508710 h 2078048"/>
                <a:gd name="connsiteX778" fmla="*/ 694948 w 2077975"/>
                <a:gd name="connsiteY778" fmla="*/ 509472 h 2078048"/>
                <a:gd name="connsiteX779" fmla="*/ 690662 w 2077975"/>
                <a:gd name="connsiteY779" fmla="*/ 512711 h 2078048"/>
                <a:gd name="connsiteX780" fmla="*/ 689138 w 2077975"/>
                <a:gd name="connsiteY780" fmla="*/ 515187 h 2078048"/>
                <a:gd name="connsiteX781" fmla="*/ 688186 w 2077975"/>
                <a:gd name="connsiteY781" fmla="*/ 518616 h 2078048"/>
                <a:gd name="connsiteX782" fmla="*/ 688090 w 2077975"/>
                <a:gd name="connsiteY782" fmla="*/ 519378 h 2078048"/>
                <a:gd name="connsiteX783" fmla="*/ 688090 w 2077975"/>
                <a:gd name="connsiteY783" fmla="*/ 522902 h 2078048"/>
                <a:gd name="connsiteX784" fmla="*/ 688090 w 2077975"/>
                <a:gd name="connsiteY784" fmla="*/ 522902 h 2078048"/>
                <a:gd name="connsiteX785" fmla="*/ 688090 w 2077975"/>
                <a:gd name="connsiteY785" fmla="*/ 522902 h 2078048"/>
                <a:gd name="connsiteX786" fmla="*/ 696473 w 2077975"/>
                <a:gd name="connsiteY786" fmla="*/ 537666 h 2078048"/>
                <a:gd name="connsiteX787" fmla="*/ 655610 w 2077975"/>
                <a:gd name="connsiteY787" fmla="*/ 528332 h 2078048"/>
                <a:gd name="connsiteX788" fmla="*/ 645895 w 2077975"/>
                <a:gd name="connsiteY788" fmla="*/ 507662 h 2078048"/>
                <a:gd name="connsiteX789" fmla="*/ 642085 w 2077975"/>
                <a:gd name="connsiteY789" fmla="*/ 505853 h 2078048"/>
                <a:gd name="connsiteX790" fmla="*/ 641704 w 2077975"/>
                <a:gd name="connsiteY790" fmla="*/ 505757 h 2078048"/>
                <a:gd name="connsiteX791" fmla="*/ 626845 w 2077975"/>
                <a:gd name="connsiteY791" fmla="*/ 510710 h 2078048"/>
                <a:gd name="connsiteX792" fmla="*/ 576362 w 2077975"/>
                <a:gd name="connsiteY792" fmla="*/ 463181 h 2078048"/>
                <a:gd name="connsiteX793" fmla="*/ 574076 w 2077975"/>
                <a:gd name="connsiteY793" fmla="*/ 444131 h 2078048"/>
                <a:gd name="connsiteX794" fmla="*/ 570933 w 2077975"/>
                <a:gd name="connsiteY794" fmla="*/ 441083 h 2078048"/>
                <a:gd name="connsiteX795" fmla="*/ 570552 w 2077975"/>
                <a:gd name="connsiteY795" fmla="*/ 440797 h 2078048"/>
                <a:gd name="connsiteX796" fmla="*/ 567028 w 2077975"/>
                <a:gd name="connsiteY796" fmla="*/ 438701 h 2078048"/>
                <a:gd name="connsiteX797" fmla="*/ 567028 w 2077975"/>
                <a:gd name="connsiteY797" fmla="*/ 438701 h 2078048"/>
                <a:gd name="connsiteX798" fmla="*/ 567028 w 2077975"/>
                <a:gd name="connsiteY798" fmla="*/ 438701 h 2078048"/>
                <a:gd name="connsiteX799" fmla="*/ 556455 w 2077975"/>
                <a:gd name="connsiteY799" fmla="*/ 437463 h 2078048"/>
                <a:gd name="connsiteX800" fmla="*/ 526737 w 2077975"/>
                <a:gd name="connsiteY800" fmla="*/ 370312 h 2078048"/>
                <a:gd name="connsiteX801" fmla="*/ 524165 w 2077975"/>
                <a:gd name="connsiteY801" fmla="*/ 357358 h 2078048"/>
                <a:gd name="connsiteX802" fmla="*/ 536929 w 2077975"/>
                <a:gd name="connsiteY802" fmla="*/ 353643 h 2078048"/>
                <a:gd name="connsiteX803" fmla="*/ 541882 w 2077975"/>
                <a:gd name="connsiteY803" fmla="*/ 328211 h 2078048"/>
                <a:gd name="connsiteX804" fmla="*/ 538834 w 2077975"/>
                <a:gd name="connsiteY804" fmla="*/ 324973 h 2078048"/>
                <a:gd name="connsiteX805" fmla="*/ 538453 w 2077975"/>
                <a:gd name="connsiteY805" fmla="*/ 324687 h 2078048"/>
                <a:gd name="connsiteX806" fmla="*/ 534833 w 2077975"/>
                <a:gd name="connsiteY806" fmla="*/ 322496 h 2078048"/>
                <a:gd name="connsiteX807" fmla="*/ 534833 w 2077975"/>
                <a:gd name="connsiteY807" fmla="*/ 322496 h 2078048"/>
                <a:gd name="connsiteX808" fmla="*/ 534833 w 2077975"/>
                <a:gd name="connsiteY808" fmla="*/ 322496 h 2078048"/>
                <a:gd name="connsiteX809" fmla="*/ 521974 w 2077975"/>
                <a:gd name="connsiteY809" fmla="*/ 321734 h 2078048"/>
                <a:gd name="connsiteX810" fmla="*/ 529023 w 2077975"/>
                <a:gd name="connsiteY810" fmla="*/ 276586 h 2078048"/>
                <a:gd name="connsiteX811" fmla="*/ 580172 w 2077975"/>
                <a:gd name="connsiteY811" fmla="*/ 289921 h 2078048"/>
                <a:gd name="connsiteX812" fmla="*/ 578363 w 2077975"/>
                <a:gd name="connsiteY812" fmla="*/ 292207 h 2078048"/>
                <a:gd name="connsiteX813" fmla="*/ 578077 w 2077975"/>
                <a:gd name="connsiteY813" fmla="*/ 292683 h 2078048"/>
                <a:gd name="connsiteX814" fmla="*/ 576172 w 2077975"/>
                <a:gd name="connsiteY814" fmla="*/ 296588 h 2078048"/>
                <a:gd name="connsiteX815" fmla="*/ 576172 w 2077975"/>
                <a:gd name="connsiteY815" fmla="*/ 296588 h 2078048"/>
                <a:gd name="connsiteX816" fmla="*/ 576172 w 2077975"/>
                <a:gd name="connsiteY816" fmla="*/ 296588 h 2078048"/>
                <a:gd name="connsiteX817" fmla="*/ 579982 w 2077975"/>
                <a:gd name="connsiteY817" fmla="*/ 314400 h 2078048"/>
                <a:gd name="connsiteX818" fmla="*/ 597508 w 2077975"/>
                <a:gd name="connsiteY818" fmla="*/ 318877 h 2078048"/>
                <a:gd name="connsiteX819" fmla="*/ 597508 w 2077975"/>
                <a:gd name="connsiteY819" fmla="*/ 318877 h 2078048"/>
                <a:gd name="connsiteX820" fmla="*/ 597603 w 2077975"/>
                <a:gd name="connsiteY820" fmla="*/ 318877 h 2078048"/>
                <a:gd name="connsiteX821" fmla="*/ 601794 w 2077975"/>
                <a:gd name="connsiteY821" fmla="*/ 317258 h 2078048"/>
                <a:gd name="connsiteX822" fmla="*/ 601985 w 2077975"/>
                <a:gd name="connsiteY822" fmla="*/ 317162 h 2078048"/>
                <a:gd name="connsiteX823" fmla="*/ 605985 w 2077975"/>
                <a:gd name="connsiteY823" fmla="*/ 314495 h 2078048"/>
                <a:gd name="connsiteX824" fmla="*/ 611224 w 2077975"/>
                <a:gd name="connsiteY824" fmla="*/ 306590 h 2078048"/>
                <a:gd name="connsiteX825" fmla="*/ 616272 w 2077975"/>
                <a:gd name="connsiteY825" fmla="*/ 310019 h 2078048"/>
                <a:gd name="connsiteX826" fmla="*/ 669802 w 2077975"/>
                <a:gd name="connsiteY826" fmla="*/ 367264 h 2078048"/>
                <a:gd name="connsiteX827" fmla="*/ 668660 w 2077975"/>
                <a:gd name="connsiteY827" fmla="*/ 368693 h 2078048"/>
                <a:gd name="connsiteX828" fmla="*/ 668469 w 2077975"/>
                <a:gd name="connsiteY828" fmla="*/ 369074 h 2078048"/>
                <a:gd name="connsiteX829" fmla="*/ 666850 w 2077975"/>
                <a:gd name="connsiteY829" fmla="*/ 372693 h 2078048"/>
                <a:gd name="connsiteX830" fmla="*/ 666850 w 2077975"/>
                <a:gd name="connsiteY830" fmla="*/ 372693 h 2078048"/>
                <a:gd name="connsiteX831" fmla="*/ 666850 w 2077975"/>
                <a:gd name="connsiteY831" fmla="*/ 372693 h 2078048"/>
                <a:gd name="connsiteX832" fmla="*/ 670469 w 2077975"/>
                <a:gd name="connsiteY832" fmla="*/ 390314 h 2078048"/>
                <a:gd name="connsiteX833" fmla="*/ 685900 w 2077975"/>
                <a:gd name="connsiteY833" fmla="*/ 396506 h 2078048"/>
                <a:gd name="connsiteX834" fmla="*/ 710379 w 2077975"/>
                <a:gd name="connsiteY834" fmla="*/ 459466 h 2078048"/>
                <a:gd name="connsiteX835" fmla="*/ 708665 w 2077975"/>
                <a:gd name="connsiteY835" fmla="*/ 460037 h 2078048"/>
                <a:gd name="connsiteX836" fmla="*/ 512259 w 2077975"/>
                <a:gd name="connsiteY836" fmla="*/ 630630 h 2078048"/>
                <a:gd name="connsiteX837" fmla="*/ 509973 w 2077975"/>
                <a:gd name="connsiteY837" fmla="*/ 633488 h 2078048"/>
                <a:gd name="connsiteX838" fmla="*/ 509878 w 2077975"/>
                <a:gd name="connsiteY838" fmla="*/ 633583 h 2078048"/>
                <a:gd name="connsiteX839" fmla="*/ 514450 w 2077975"/>
                <a:gd name="connsiteY839" fmla="*/ 652728 h 2078048"/>
                <a:gd name="connsiteX840" fmla="*/ 532261 w 2077975"/>
                <a:gd name="connsiteY840" fmla="*/ 657967 h 2078048"/>
                <a:gd name="connsiteX841" fmla="*/ 540644 w 2077975"/>
                <a:gd name="connsiteY841" fmla="*/ 682827 h 2078048"/>
                <a:gd name="connsiteX842" fmla="*/ 535690 w 2077975"/>
                <a:gd name="connsiteY842" fmla="*/ 679684 h 2078048"/>
                <a:gd name="connsiteX843" fmla="*/ 532357 w 2077975"/>
                <a:gd name="connsiteY843" fmla="*/ 678541 h 2078048"/>
                <a:gd name="connsiteX844" fmla="*/ 525880 w 2077975"/>
                <a:gd name="connsiteY844" fmla="*/ 677969 h 2078048"/>
                <a:gd name="connsiteX845" fmla="*/ 518260 w 2077975"/>
                <a:gd name="connsiteY845" fmla="*/ 681398 h 2078048"/>
                <a:gd name="connsiteX846" fmla="*/ 515498 w 2077975"/>
                <a:gd name="connsiteY846" fmla="*/ 686066 h 2078048"/>
                <a:gd name="connsiteX847" fmla="*/ 515117 w 2077975"/>
                <a:gd name="connsiteY847" fmla="*/ 688923 h 2078048"/>
                <a:gd name="connsiteX848" fmla="*/ 515688 w 2077975"/>
                <a:gd name="connsiteY848" fmla="*/ 692638 h 2078048"/>
                <a:gd name="connsiteX849" fmla="*/ 515783 w 2077975"/>
                <a:gd name="connsiteY849" fmla="*/ 693019 h 2078048"/>
                <a:gd name="connsiteX850" fmla="*/ 517212 w 2077975"/>
                <a:gd name="connsiteY850" fmla="*/ 696448 h 2078048"/>
                <a:gd name="connsiteX851" fmla="*/ 517212 w 2077975"/>
                <a:gd name="connsiteY851" fmla="*/ 696448 h 2078048"/>
                <a:gd name="connsiteX852" fmla="*/ 517212 w 2077975"/>
                <a:gd name="connsiteY852" fmla="*/ 696448 h 2078048"/>
                <a:gd name="connsiteX853" fmla="*/ 530547 w 2077975"/>
                <a:gd name="connsiteY853" fmla="*/ 706925 h 2078048"/>
                <a:gd name="connsiteX854" fmla="*/ 489209 w 2077975"/>
                <a:gd name="connsiteY854" fmla="*/ 713783 h 2078048"/>
                <a:gd name="connsiteX855" fmla="*/ 488065 w 2077975"/>
                <a:gd name="connsiteY855" fmla="*/ 710164 h 2078048"/>
                <a:gd name="connsiteX856" fmla="*/ 475683 w 2077975"/>
                <a:gd name="connsiteY856" fmla="*/ 699210 h 2078048"/>
                <a:gd name="connsiteX857" fmla="*/ 472254 w 2077975"/>
                <a:gd name="connsiteY857" fmla="*/ 698353 h 2078048"/>
                <a:gd name="connsiteX858" fmla="*/ 468158 w 2077975"/>
                <a:gd name="connsiteY858" fmla="*/ 698258 h 2078048"/>
                <a:gd name="connsiteX859" fmla="*/ 467777 w 2077975"/>
                <a:gd name="connsiteY859" fmla="*/ 698353 h 2078048"/>
                <a:gd name="connsiteX860" fmla="*/ 464158 w 2077975"/>
                <a:gd name="connsiteY860" fmla="*/ 699210 h 2078048"/>
                <a:gd name="connsiteX861" fmla="*/ 464158 w 2077975"/>
                <a:gd name="connsiteY861" fmla="*/ 699210 h 2078048"/>
                <a:gd name="connsiteX862" fmla="*/ 464158 w 2077975"/>
                <a:gd name="connsiteY862" fmla="*/ 699210 h 2078048"/>
                <a:gd name="connsiteX863" fmla="*/ 455871 w 2077975"/>
                <a:gd name="connsiteY863" fmla="*/ 708545 h 2078048"/>
                <a:gd name="connsiteX864" fmla="*/ 391006 w 2077975"/>
                <a:gd name="connsiteY864" fmla="*/ 683780 h 2078048"/>
                <a:gd name="connsiteX865" fmla="*/ 381671 w 2077975"/>
                <a:gd name="connsiteY865" fmla="*/ 667111 h 2078048"/>
                <a:gd name="connsiteX866" fmla="*/ 377576 w 2077975"/>
                <a:gd name="connsiteY866" fmla="*/ 665492 h 2078048"/>
                <a:gd name="connsiteX867" fmla="*/ 377099 w 2077975"/>
                <a:gd name="connsiteY867" fmla="*/ 665396 h 2078048"/>
                <a:gd name="connsiteX868" fmla="*/ 373099 w 2077975"/>
                <a:gd name="connsiteY868" fmla="*/ 664825 h 2078048"/>
                <a:gd name="connsiteX869" fmla="*/ 373099 w 2077975"/>
                <a:gd name="connsiteY869" fmla="*/ 664825 h 2078048"/>
                <a:gd name="connsiteX870" fmla="*/ 373099 w 2077975"/>
                <a:gd name="connsiteY870" fmla="*/ 664825 h 2078048"/>
                <a:gd name="connsiteX871" fmla="*/ 362812 w 2077975"/>
                <a:gd name="connsiteY871" fmla="*/ 667682 h 2078048"/>
                <a:gd name="connsiteX872" fmla="*/ 309853 w 2077975"/>
                <a:gd name="connsiteY872" fmla="*/ 617009 h 2078048"/>
                <a:gd name="connsiteX873" fmla="*/ 302614 w 2077975"/>
                <a:gd name="connsiteY873" fmla="*/ 606056 h 2078048"/>
                <a:gd name="connsiteX874" fmla="*/ 312806 w 2077975"/>
                <a:gd name="connsiteY874" fmla="*/ 597674 h 2078048"/>
                <a:gd name="connsiteX875" fmla="*/ 307852 w 2077975"/>
                <a:gd name="connsiteY875" fmla="*/ 572337 h 2078048"/>
                <a:gd name="connsiteX876" fmla="*/ 303852 w 2077975"/>
                <a:gd name="connsiteY876" fmla="*/ 570527 h 2078048"/>
                <a:gd name="connsiteX877" fmla="*/ 303471 w 2077975"/>
                <a:gd name="connsiteY877" fmla="*/ 570432 h 2078048"/>
                <a:gd name="connsiteX878" fmla="*/ 299375 w 2077975"/>
                <a:gd name="connsiteY878" fmla="*/ 569765 h 2078048"/>
                <a:gd name="connsiteX879" fmla="*/ 299375 w 2077975"/>
                <a:gd name="connsiteY879" fmla="*/ 569765 h 2078048"/>
                <a:gd name="connsiteX880" fmla="*/ 299375 w 2077975"/>
                <a:gd name="connsiteY880" fmla="*/ 569765 h 2078048"/>
                <a:gd name="connsiteX881" fmla="*/ 287183 w 2077975"/>
                <a:gd name="connsiteY881" fmla="*/ 573956 h 2078048"/>
                <a:gd name="connsiteX882" fmla="*/ 276515 w 2077975"/>
                <a:gd name="connsiteY882" fmla="*/ 529570 h 2078048"/>
                <a:gd name="connsiteX883" fmla="*/ 323759 w 2077975"/>
                <a:gd name="connsiteY883" fmla="*/ 522426 h 2078048"/>
                <a:gd name="connsiteX884" fmla="*/ 328998 w 2077975"/>
                <a:gd name="connsiteY884" fmla="*/ 522426 h 2078048"/>
                <a:gd name="connsiteX885" fmla="*/ 328141 w 2077975"/>
                <a:gd name="connsiteY885" fmla="*/ 525284 h 2078048"/>
                <a:gd name="connsiteX886" fmla="*/ 328045 w 2077975"/>
                <a:gd name="connsiteY886" fmla="*/ 525760 h 2078048"/>
                <a:gd name="connsiteX887" fmla="*/ 327760 w 2077975"/>
                <a:gd name="connsiteY887" fmla="*/ 530046 h 2078048"/>
                <a:gd name="connsiteX888" fmla="*/ 327760 w 2077975"/>
                <a:gd name="connsiteY888" fmla="*/ 530046 h 2078048"/>
                <a:gd name="connsiteX889" fmla="*/ 327760 w 2077975"/>
                <a:gd name="connsiteY889" fmla="*/ 530046 h 2078048"/>
                <a:gd name="connsiteX890" fmla="*/ 338047 w 2077975"/>
                <a:gd name="connsiteY890" fmla="*/ 545096 h 2078048"/>
                <a:gd name="connsiteX891" fmla="*/ 359192 w 2077975"/>
                <a:gd name="connsiteY891" fmla="*/ 539571 h 2078048"/>
                <a:gd name="connsiteX892" fmla="*/ 359573 w 2077975"/>
                <a:gd name="connsiteY892" fmla="*/ 539095 h 2078048"/>
                <a:gd name="connsiteX893" fmla="*/ 362050 w 2077975"/>
                <a:gd name="connsiteY893" fmla="*/ 535190 h 2078048"/>
                <a:gd name="connsiteX894" fmla="*/ 363955 w 2077975"/>
                <a:gd name="connsiteY894" fmla="*/ 528141 h 2078048"/>
                <a:gd name="connsiteX895" fmla="*/ 363860 w 2077975"/>
                <a:gd name="connsiteY895" fmla="*/ 525950 h 2078048"/>
                <a:gd name="connsiteX896" fmla="*/ 369860 w 2077975"/>
                <a:gd name="connsiteY896" fmla="*/ 527189 h 2078048"/>
                <a:gd name="connsiteX897" fmla="*/ 441298 w 2077975"/>
                <a:gd name="connsiteY897" fmla="*/ 559859 h 2078048"/>
                <a:gd name="connsiteX898" fmla="*/ 440822 w 2077975"/>
                <a:gd name="connsiteY898" fmla="*/ 561669 h 2078048"/>
                <a:gd name="connsiteX899" fmla="*/ 440726 w 2077975"/>
                <a:gd name="connsiteY899" fmla="*/ 562145 h 2078048"/>
                <a:gd name="connsiteX900" fmla="*/ 440536 w 2077975"/>
                <a:gd name="connsiteY900" fmla="*/ 566051 h 2078048"/>
                <a:gd name="connsiteX901" fmla="*/ 440536 w 2077975"/>
                <a:gd name="connsiteY901" fmla="*/ 566051 h 2078048"/>
                <a:gd name="connsiteX902" fmla="*/ 440536 w 2077975"/>
                <a:gd name="connsiteY902" fmla="*/ 566051 h 2078048"/>
                <a:gd name="connsiteX903" fmla="*/ 450632 w 2077975"/>
                <a:gd name="connsiteY903" fmla="*/ 580910 h 2078048"/>
                <a:gd name="connsiteX904" fmla="*/ 467396 w 2077975"/>
                <a:gd name="connsiteY904" fmla="*/ 580719 h 2078048"/>
                <a:gd name="connsiteX905" fmla="*/ 513973 w 2077975"/>
                <a:gd name="connsiteY905" fmla="*/ 629487 h 2078048"/>
                <a:gd name="connsiteX906" fmla="*/ 512259 w 2077975"/>
                <a:gd name="connsiteY906" fmla="*/ 630630 h 2078048"/>
                <a:gd name="connsiteX907" fmla="*/ 192981 w 2077975"/>
                <a:gd name="connsiteY907" fmla="*/ 920666 h 2078048"/>
                <a:gd name="connsiteX908" fmla="*/ 199172 w 2077975"/>
                <a:gd name="connsiteY908" fmla="*/ 908951 h 2078048"/>
                <a:gd name="connsiteX909" fmla="*/ 199458 w 2077975"/>
                <a:gd name="connsiteY909" fmla="*/ 905236 h 2078048"/>
                <a:gd name="connsiteX910" fmla="*/ 191457 w 2077975"/>
                <a:gd name="connsiteY910" fmla="*/ 890186 h 2078048"/>
                <a:gd name="connsiteX911" fmla="*/ 184885 w 2077975"/>
                <a:gd name="connsiteY911" fmla="*/ 887519 h 2078048"/>
                <a:gd name="connsiteX912" fmla="*/ 180503 w 2077975"/>
                <a:gd name="connsiteY912" fmla="*/ 887424 h 2078048"/>
                <a:gd name="connsiteX913" fmla="*/ 180122 w 2077975"/>
                <a:gd name="connsiteY913" fmla="*/ 887519 h 2078048"/>
                <a:gd name="connsiteX914" fmla="*/ 176027 w 2077975"/>
                <a:gd name="connsiteY914" fmla="*/ 888567 h 2078048"/>
                <a:gd name="connsiteX915" fmla="*/ 176027 w 2077975"/>
                <a:gd name="connsiteY915" fmla="*/ 888567 h 2078048"/>
                <a:gd name="connsiteX916" fmla="*/ 176027 w 2077975"/>
                <a:gd name="connsiteY916" fmla="*/ 888567 h 2078048"/>
                <a:gd name="connsiteX917" fmla="*/ 166311 w 2077975"/>
                <a:gd name="connsiteY917" fmla="*/ 897140 h 2078048"/>
                <a:gd name="connsiteX918" fmla="*/ 139451 w 2077975"/>
                <a:gd name="connsiteY918" fmla="*/ 860278 h 2078048"/>
                <a:gd name="connsiteX919" fmla="*/ 180313 w 2077975"/>
                <a:gd name="connsiteY919" fmla="*/ 835513 h 2078048"/>
                <a:gd name="connsiteX920" fmla="*/ 185170 w 2077975"/>
                <a:gd name="connsiteY920" fmla="*/ 833513 h 2078048"/>
                <a:gd name="connsiteX921" fmla="*/ 185456 w 2077975"/>
                <a:gd name="connsiteY921" fmla="*/ 836465 h 2078048"/>
                <a:gd name="connsiteX922" fmla="*/ 185552 w 2077975"/>
                <a:gd name="connsiteY922" fmla="*/ 836942 h 2078048"/>
                <a:gd name="connsiteX923" fmla="*/ 186980 w 2077975"/>
                <a:gd name="connsiteY923" fmla="*/ 841037 h 2078048"/>
                <a:gd name="connsiteX924" fmla="*/ 186980 w 2077975"/>
                <a:gd name="connsiteY924" fmla="*/ 841037 h 2078048"/>
                <a:gd name="connsiteX925" fmla="*/ 186980 w 2077975"/>
                <a:gd name="connsiteY925" fmla="*/ 841037 h 2078048"/>
                <a:gd name="connsiteX926" fmla="*/ 202220 w 2077975"/>
                <a:gd name="connsiteY926" fmla="*/ 850943 h 2078048"/>
                <a:gd name="connsiteX927" fmla="*/ 219651 w 2077975"/>
                <a:gd name="connsiteY927" fmla="*/ 837799 h 2078048"/>
                <a:gd name="connsiteX928" fmla="*/ 219842 w 2077975"/>
                <a:gd name="connsiteY928" fmla="*/ 837227 h 2078048"/>
                <a:gd name="connsiteX929" fmla="*/ 220603 w 2077975"/>
                <a:gd name="connsiteY929" fmla="*/ 832655 h 2078048"/>
                <a:gd name="connsiteX930" fmla="*/ 218698 w 2077975"/>
                <a:gd name="connsiteY930" fmla="*/ 823321 h 2078048"/>
                <a:gd name="connsiteX931" fmla="*/ 224699 w 2077975"/>
                <a:gd name="connsiteY931" fmla="*/ 822178 h 2078048"/>
                <a:gd name="connsiteX932" fmla="*/ 303281 w 2077975"/>
                <a:gd name="connsiteY932" fmla="*/ 824940 h 2078048"/>
                <a:gd name="connsiteX933" fmla="*/ 303566 w 2077975"/>
                <a:gd name="connsiteY933" fmla="*/ 826750 h 2078048"/>
                <a:gd name="connsiteX934" fmla="*/ 303661 w 2077975"/>
                <a:gd name="connsiteY934" fmla="*/ 827226 h 2078048"/>
                <a:gd name="connsiteX935" fmla="*/ 304995 w 2077975"/>
                <a:gd name="connsiteY935" fmla="*/ 830941 h 2078048"/>
                <a:gd name="connsiteX936" fmla="*/ 304995 w 2077975"/>
                <a:gd name="connsiteY936" fmla="*/ 830941 h 2078048"/>
                <a:gd name="connsiteX937" fmla="*/ 304995 w 2077975"/>
                <a:gd name="connsiteY937" fmla="*/ 830941 h 2078048"/>
                <a:gd name="connsiteX938" fmla="*/ 319949 w 2077975"/>
                <a:gd name="connsiteY938" fmla="*/ 840752 h 2078048"/>
                <a:gd name="connsiteX939" fmla="*/ 335475 w 2077975"/>
                <a:gd name="connsiteY939" fmla="*/ 834179 h 2078048"/>
                <a:gd name="connsiteX940" fmla="*/ 397197 w 2077975"/>
                <a:gd name="connsiteY940" fmla="*/ 861326 h 2078048"/>
                <a:gd name="connsiteX941" fmla="*/ 395959 w 2077975"/>
                <a:gd name="connsiteY941" fmla="*/ 863231 h 2078048"/>
                <a:gd name="connsiteX942" fmla="*/ 395006 w 2077975"/>
                <a:gd name="connsiteY942" fmla="*/ 870470 h 2078048"/>
                <a:gd name="connsiteX943" fmla="*/ 395006 w 2077975"/>
                <a:gd name="connsiteY943" fmla="*/ 870470 h 2078048"/>
                <a:gd name="connsiteX944" fmla="*/ 395006 w 2077975"/>
                <a:gd name="connsiteY944" fmla="*/ 870470 h 2078048"/>
                <a:gd name="connsiteX945" fmla="*/ 406531 w 2077975"/>
                <a:gd name="connsiteY945" fmla="*/ 882757 h 2078048"/>
                <a:gd name="connsiteX946" fmla="*/ 424915 w 2077975"/>
                <a:gd name="connsiteY946" fmla="*/ 880661 h 2078048"/>
                <a:gd name="connsiteX947" fmla="*/ 442250 w 2077975"/>
                <a:gd name="connsiteY947" fmla="*/ 900378 h 2078048"/>
                <a:gd name="connsiteX948" fmla="*/ 433011 w 2077975"/>
                <a:gd name="connsiteY948" fmla="*/ 899616 h 2078048"/>
                <a:gd name="connsiteX949" fmla="*/ 429677 w 2077975"/>
                <a:gd name="connsiteY949" fmla="*/ 900378 h 2078048"/>
                <a:gd name="connsiteX950" fmla="*/ 425296 w 2077975"/>
                <a:gd name="connsiteY950" fmla="*/ 902664 h 2078048"/>
                <a:gd name="connsiteX951" fmla="*/ 420248 w 2077975"/>
                <a:gd name="connsiteY951" fmla="*/ 913046 h 2078048"/>
                <a:gd name="connsiteX952" fmla="*/ 421010 w 2077975"/>
                <a:gd name="connsiteY952" fmla="*/ 915904 h 2078048"/>
                <a:gd name="connsiteX953" fmla="*/ 422914 w 2077975"/>
                <a:gd name="connsiteY953" fmla="*/ 919142 h 2078048"/>
                <a:gd name="connsiteX954" fmla="*/ 423200 w 2077975"/>
                <a:gd name="connsiteY954" fmla="*/ 919428 h 2078048"/>
                <a:gd name="connsiteX955" fmla="*/ 425867 w 2077975"/>
                <a:gd name="connsiteY955" fmla="*/ 922095 h 2078048"/>
                <a:gd name="connsiteX956" fmla="*/ 425867 w 2077975"/>
                <a:gd name="connsiteY956" fmla="*/ 922095 h 2078048"/>
                <a:gd name="connsiteX957" fmla="*/ 425867 w 2077975"/>
                <a:gd name="connsiteY957" fmla="*/ 922095 h 2078048"/>
                <a:gd name="connsiteX958" fmla="*/ 442155 w 2077975"/>
                <a:gd name="connsiteY958" fmla="*/ 926572 h 2078048"/>
                <a:gd name="connsiteX959" fmla="*/ 406627 w 2077975"/>
                <a:gd name="connsiteY959" fmla="*/ 948860 h 2078048"/>
                <a:gd name="connsiteX960" fmla="*/ 398626 w 2077975"/>
                <a:gd name="connsiteY960" fmla="*/ 942383 h 2078048"/>
                <a:gd name="connsiteX961" fmla="*/ 385100 w 2077975"/>
                <a:gd name="connsiteY961" fmla="*/ 941050 h 2078048"/>
                <a:gd name="connsiteX962" fmla="*/ 381290 w 2077975"/>
                <a:gd name="connsiteY962" fmla="*/ 942479 h 2078048"/>
                <a:gd name="connsiteX963" fmla="*/ 380909 w 2077975"/>
                <a:gd name="connsiteY963" fmla="*/ 942669 h 2078048"/>
                <a:gd name="connsiteX964" fmla="*/ 377956 w 2077975"/>
                <a:gd name="connsiteY964" fmla="*/ 944765 h 2078048"/>
                <a:gd name="connsiteX965" fmla="*/ 377956 w 2077975"/>
                <a:gd name="connsiteY965" fmla="*/ 944765 h 2078048"/>
                <a:gd name="connsiteX966" fmla="*/ 377956 w 2077975"/>
                <a:gd name="connsiteY966" fmla="*/ 944765 h 2078048"/>
                <a:gd name="connsiteX967" fmla="*/ 373861 w 2077975"/>
                <a:gd name="connsiteY967" fmla="*/ 956576 h 2078048"/>
                <a:gd name="connsiteX968" fmla="*/ 304423 w 2077975"/>
                <a:gd name="connsiteY968" fmla="*/ 958671 h 2078048"/>
                <a:gd name="connsiteX969" fmla="*/ 289374 w 2077975"/>
                <a:gd name="connsiteY969" fmla="*/ 946860 h 2078048"/>
                <a:gd name="connsiteX970" fmla="*/ 284993 w 2077975"/>
                <a:gd name="connsiteY970" fmla="*/ 946860 h 2078048"/>
                <a:gd name="connsiteX971" fmla="*/ 284516 w 2077975"/>
                <a:gd name="connsiteY971" fmla="*/ 946955 h 2078048"/>
                <a:gd name="connsiteX972" fmla="*/ 280611 w 2077975"/>
                <a:gd name="connsiteY972" fmla="*/ 948003 h 2078048"/>
                <a:gd name="connsiteX973" fmla="*/ 280611 w 2077975"/>
                <a:gd name="connsiteY973" fmla="*/ 948003 h 2078048"/>
                <a:gd name="connsiteX974" fmla="*/ 280611 w 2077975"/>
                <a:gd name="connsiteY974" fmla="*/ 948003 h 2078048"/>
                <a:gd name="connsiteX975" fmla="*/ 272229 w 2077975"/>
                <a:gd name="connsiteY975" fmla="*/ 954575 h 2078048"/>
                <a:gd name="connsiteX976" fmla="*/ 203839 w 2077975"/>
                <a:gd name="connsiteY976" fmla="*/ 928191 h 2078048"/>
                <a:gd name="connsiteX977" fmla="*/ 192981 w 2077975"/>
                <a:gd name="connsiteY977" fmla="*/ 920666 h 2078048"/>
                <a:gd name="connsiteX978" fmla="*/ 224699 w 2077975"/>
                <a:gd name="connsiteY978" fmla="*/ 1255851 h 2078048"/>
                <a:gd name="connsiteX979" fmla="*/ 211840 w 2077975"/>
                <a:gd name="connsiteY979" fmla="*/ 1253184 h 2078048"/>
                <a:gd name="connsiteX980" fmla="*/ 213364 w 2077975"/>
                <a:gd name="connsiteY980" fmla="*/ 1239944 h 2078048"/>
                <a:gd name="connsiteX981" fmla="*/ 210317 w 2077975"/>
                <a:gd name="connsiteY981" fmla="*/ 1233182 h 2078048"/>
                <a:gd name="connsiteX982" fmla="*/ 202125 w 2077975"/>
                <a:gd name="connsiteY982" fmla="*/ 1226609 h 2078048"/>
                <a:gd name="connsiteX983" fmla="*/ 191647 w 2077975"/>
                <a:gd name="connsiteY983" fmla="*/ 1225657 h 2078048"/>
                <a:gd name="connsiteX984" fmla="*/ 187552 w 2077975"/>
                <a:gd name="connsiteY984" fmla="*/ 1227181 h 2078048"/>
                <a:gd name="connsiteX985" fmla="*/ 187171 w 2077975"/>
                <a:gd name="connsiteY985" fmla="*/ 1227371 h 2078048"/>
                <a:gd name="connsiteX986" fmla="*/ 183837 w 2077975"/>
                <a:gd name="connsiteY986" fmla="*/ 1229848 h 2078048"/>
                <a:gd name="connsiteX987" fmla="*/ 183837 w 2077975"/>
                <a:gd name="connsiteY987" fmla="*/ 1229848 h 2078048"/>
                <a:gd name="connsiteX988" fmla="*/ 183837 w 2077975"/>
                <a:gd name="connsiteY988" fmla="*/ 1229848 h 2078048"/>
                <a:gd name="connsiteX989" fmla="*/ 178217 w 2077975"/>
                <a:gd name="connsiteY989" fmla="*/ 1241468 h 2078048"/>
                <a:gd name="connsiteX990" fmla="*/ 139260 w 2077975"/>
                <a:gd name="connsiteY990" fmla="*/ 1217561 h 2078048"/>
                <a:gd name="connsiteX991" fmla="*/ 171169 w 2077975"/>
                <a:gd name="connsiteY991" fmla="*/ 1175460 h 2078048"/>
                <a:gd name="connsiteX992" fmla="*/ 172597 w 2077975"/>
                <a:gd name="connsiteY992" fmla="*/ 1177937 h 2078048"/>
                <a:gd name="connsiteX993" fmla="*/ 172883 w 2077975"/>
                <a:gd name="connsiteY993" fmla="*/ 1178318 h 2078048"/>
                <a:gd name="connsiteX994" fmla="*/ 175836 w 2077975"/>
                <a:gd name="connsiteY994" fmla="*/ 1181556 h 2078048"/>
                <a:gd name="connsiteX995" fmla="*/ 175836 w 2077975"/>
                <a:gd name="connsiteY995" fmla="*/ 1181556 h 2078048"/>
                <a:gd name="connsiteX996" fmla="*/ 175836 w 2077975"/>
                <a:gd name="connsiteY996" fmla="*/ 1181556 h 2078048"/>
                <a:gd name="connsiteX997" fmla="*/ 193743 w 2077975"/>
                <a:gd name="connsiteY997" fmla="*/ 1184890 h 2078048"/>
                <a:gd name="connsiteX998" fmla="*/ 204602 w 2077975"/>
                <a:gd name="connsiteY998" fmla="*/ 1170412 h 2078048"/>
                <a:gd name="connsiteX999" fmla="*/ 204602 w 2077975"/>
                <a:gd name="connsiteY999" fmla="*/ 1170412 h 2078048"/>
                <a:gd name="connsiteX1000" fmla="*/ 204602 w 2077975"/>
                <a:gd name="connsiteY1000" fmla="*/ 1170317 h 2078048"/>
                <a:gd name="connsiteX1001" fmla="*/ 204697 w 2077975"/>
                <a:gd name="connsiteY1001" fmla="*/ 1165935 h 2078048"/>
                <a:gd name="connsiteX1002" fmla="*/ 204697 w 2077975"/>
                <a:gd name="connsiteY1002" fmla="*/ 1165554 h 2078048"/>
                <a:gd name="connsiteX1003" fmla="*/ 203839 w 2077975"/>
                <a:gd name="connsiteY1003" fmla="*/ 1160887 h 2078048"/>
                <a:gd name="connsiteX1004" fmla="*/ 198601 w 2077975"/>
                <a:gd name="connsiteY1004" fmla="*/ 1152981 h 2078048"/>
                <a:gd name="connsiteX1005" fmla="*/ 203649 w 2077975"/>
                <a:gd name="connsiteY1005" fmla="*/ 1149647 h 2078048"/>
                <a:gd name="connsiteX1006" fmla="*/ 277087 w 2077975"/>
                <a:gd name="connsiteY1006" fmla="*/ 1122311 h 2078048"/>
                <a:gd name="connsiteX1007" fmla="*/ 278039 w 2077975"/>
                <a:gd name="connsiteY1007" fmla="*/ 1123930 h 2078048"/>
                <a:gd name="connsiteX1008" fmla="*/ 278325 w 2077975"/>
                <a:gd name="connsiteY1008" fmla="*/ 1124311 h 2078048"/>
                <a:gd name="connsiteX1009" fmla="*/ 280992 w 2077975"/>
                <a:gd name="connsiteY1009" fmla="*/ 1127264 h 2078048"/>
                <a:gd name="connsiteX1010" fmla="*/ 280992 w 2077975"/>
                <a:gd name="connsiteY1010" fmla="*/ 1127264 h 2078048"/>
                <a:gd name="connsiteX1011" fmla="*/ 280992 w 2077975"/>
                <a:gd name="connsiteY1011" fmla="*/ 1127264 h 2078048"/>
                <a:gd name="connsiteX1012" fmla="*/ 298613 w 2077975"/>
                <a:gd name="connsiteY1012" fmla="*/ 1130693 h 2078048"/>
                <a:gd name="connsiteX1013" fmla="*/ 310329 w 2077975"/>
                <a:gd name="connsiteY1013" fmla="*/ 1118786 h 2078048"/>
                <a:gd name="connsiteX1014" fmla="*/ 377861 w 2077975"/>
                <a:gd name="connsiteY1014" fmla="*/ 1120406 h 2078048"/>
                <a:gd name="connsiteX1015" fmla="*/ 377480 w 2077975"/>
                <a:gd name="connsiteY1015" fmla="*/ 1122596 h 2078048"/>
                <a:gd name="connsiteX1016" fmla="*/ 377956 w 2077975"/>
                <a:gd name="connsiteY1016" fmla="*/ 1126120 h 2078048"/>
                <a:gd name="connsiteX1017" fmla="*/ 378052 w 2077975"/>
                <a:gd name="connsiteY1017" fmla="*/ 1126502 h 2078048"/>
                <a:gd name="connsiteX1018" fmla="*/ 379481 w 2077975"/>
                <a:gd name="connsiteY1018" fmla="*/ 1129550 h 2078048"/>
                <a:gd name="connsiteX1019" fmla="*/ 379481 w 2077975"/>
                <a:gd name="connsiteY1019" fmla="*/ 1129550 h 2078048"/>
                <a:gd name="connsiteX1020" fmla="*/ 379481 w 2077975"/>
                <a:gd name="connsiteY1020" fmla="*/ 1129550 h 2078048"/>
                <a:gd name="connsiteX1021" fmla="*/ 394625 w 2077975"/>
                <a:gd name="connsiteY1021" fmla="*/ 1136598 h 2078048"/>
                <a:gd name="connsiteX1022" fmla="*/ 411103 w 2077975"/>
                <a:gd name="connsiteY1022" fmla="*/ 1127645 h 2078048"/>
                <a:gd name="connsiteX1023" fmla="*/ 434535 w 2077975"/>
                <a:gd name="connsiteY1023" fmla="*/ 1139456 h 2078048"/>
                <a:gd name="connsiteX1024" fmla="*/ 425486 w 2077975"/>
                <a:gd name="connsiteY1024" fmla="*/ 1142123 h 2078048"/>
                <a:gd name="connsiteX1025" fmla="*/ 420724 w 2077975"/>
                <a:gd name="connsiteY1025" fmla="*/ 1161649 h 2078048"/>
                <a:gd name="connsiteX1026" fmla="*/ 423581 w 2077975"/>
                <a:gd name="connsiteY1026" fmla="*/ 1163935 h 2078048"/>
                <a:gd name="connsiteX1027" fmla="*/ 423867 w 2077975"/>
                <a:gd name="connsiteY1027" fmla="*/ 1164125 h 2078048"/>
                <a:gd name="connsiteX1028" fmla="*/ 427296 w 2077975"/>
                <a:gd name="connsiteY1028" fmla="*/ 1165554 h 2078048"/>
                <a:gd name="connsiteX1029" fmla="*/ 427296 w 2077975"/>
                <a:gd name="connsiteY1029" fmla="*/ 1165554 h 2078048"/>
                <a:gd name="connsiteX1030" fmla="*/ 427296 w 2077975"/>
                <a:gd name="connsiteY1030" fmla="*/ 1165554 h 2078048"/>
                <a:gd name="connsiteX1031" fmla="*/ 444155 w 2077975"/>
                <a:gd name="connsiteY1031" fmla="*/ 1163554 h 2078048"/>
                <a:gd name="connsiteX1032" fmla="*/ 419771 w 2077975"/>
                <a:gd name="connsiteY1032" fmla="*/ 1197653 h 2078048"/>
                <a:gd name="connsiteX1033" fmla="*/ 397006 w 2077975"/>
                <a:gd name="connsiteY1033" fmla="*/ 1198701 h 2078048"/>
                <a:gd name="connsiteX1034" fmla="*/ 393863 w 2077975"/>
                <a:gd name="connsiteY1034" fmla="*/ 1201654 h 2078048"/>
                <a:gd name="connsiteX1035" fmla="*/ 393768 w 2077975"/>
                <a:gd name="connsiteY1035" fmla="*/ 1201749 h 2078048"/>
                <a:gd name="connsiteX1036" fmla="*/ 391673 w 2077975"/>
                <a:gd name="connsiteY1036" fmla="*/ 1204892 h 2078048"/>
                <a:gd name="connsiteX1037" fmla="*/ 391577 w 2077975"/>
                <a:gd name="connsiteY1037" fmla="*/ 1205083 h 2078048"/>
                <a:gd name="connsiteX1038" fmla="*/ 391577 w 2077975"/>
                <a:gd name="connsiteY1038" fmla="*/ 1205083 h 2078048"/>
                <a:gd name="connsiteX1039" fmla="*/ 392435 w 2077975"/>
                <a:gd name="connsiteY1039" fmla="*/ 1217561 h 2078048"/>
                <a:gd name="connsiteX1040" fmla="*/ 329189 w 2077975"/>
                <a:gd name="connsiteY1040" fmla="*/ 1245850 h 2078048"/>
                <a:gd name="connsiteX1041" fmla="*/ 329189 w 2077975"/>
                <a:gd name="connsiteY1041" fmla="*/ 1245850 h 2078048"/>
                <a:gd name="connsiteX1042" fmla="*/ 324140 w 2077975"/>
                <a:gd name="connsiteY1042" fmla="*/ 1241945 h 2078048"/>
                <a:gd name="connsiteX1043" fmla="*/ 321092 w 2077975"/>
                <a:gd name="connsiteY1043" fmla="*/ 1240707 h 2078048"/>
                <a:gd name="connsiteX1044" fmla="*/ 314234 w 2077975"/>
                <a:gd name="connsiteY1044" fmla="*/ 1240040 h 2078048"/>
                <a:gd name="connsiteX1045" fmla="*/ 310710 w 2077975"/>
                <a:gd name="connsiteY1045" fmla="*/ 1240707 h 2078048"/>
                <a:gd name="connsiteX1046" fmla="*/ 306614 w 2077975"/>
                <a:gd name="connsiteY1046" fmla="*/ 1242421 h 2078048"/>
                <a:gd name="connsiteX1047" fmla="*/ 306233 w 2077975"/>
                <a:gd name="connsiteY1047" fmla="*/ 1242611 h 2078048"/>
                <a:gd name="connsiteX1048" fmla="*/ 302995 w 2077975"/>
                <a:gd name="connsiteY1048" fmla="*/ 1245088 h 2078048"/>
                <a:gd name="connsiteX1049" fmla="*/ 302995 w 2077975"/>
                <a:gd name="connsiteY1049" fmla="*/ 1245088 h 2078048"/>
                <a:gd name="connsiteX1050" fmla="*/ 302995 w 2077975"/>
                <a:gd name="connsiteY1050" fmla="*/ 1245088 h 2078048"/>
                <a:gd name="connsiteX1051" fmla="*/ 297851 w 2077975"/>
                <a:gd name="connsiteY1051" fmla="*/ 1254327 h 2078048"/>
                <a:gd name="connsiteX1052" fmla="*/ 224699 w 2077975"/>
                <a:gd name="connsiteY1052" fmla="*/ 1255851 h 2078048"/>
                <a:gd name="connsiteX1053" fmla="*/ 462824 w 2077975"/>
                <a:gd name="connsiteY1053" fmla="*/ 1501215 h 2078048"/>
                <a:gd name="connsiteX1054" fmla="*/ 453299 w 2077975"/>
                <a:gd name="connsiteY1054" fmla="*/ 1499596 h 2078048"/>
                <a:gd name="connsiteX1055" fmla="*/ 443679 w 2077975"/>
                <a:gd name="connsiteY1055" fmla="*/ 1503501 h 2078048"/>
                <a:gd name="connsiteX1056" fmla="*/ 440631 w 2077975"/>
                <a:gd name="connsiteY1056" fmla="*/ 1506644 h 2078048"/>
                <a:gd name="connsiteX1057" fmla="*/ 440345 w 2077975"/>
                <a:gd name="connsiteY1057" fmla="*/ 1506930 h 2078048"/>
                <a:gd name="connsiteX1058" fmla="*/ 438250 w 2077975"/>
                <a:gd name="connsiteY1058" fmla="*/ 1510454 h 2078048"/>
                <a:gd name="connsiteX1059" fmla="*/ 438250 w 2077975"/>
                <a:gd name="connsiteY1059" fmla="*/ 1510454 h 2078048"/>
                <a:gd name="connsiteX1060" fmla="*/ 438250 w 2077975"/>
                <a:gd name="connsiteY1060" fmla="*/ 1510454 h 2078048"/>
                <a:gd name="connsiteX1061" fmla="*/ 437011 w 2077975"/>
                <a:gd name="connsiteY1061" fmla="*/ 1521027 h 2078048"/>
                <a:gd name="connsiteX1062" fmla="*/ 369860 w 2077975"/>
                <a:gd name="connsiteY1062" fmla="*/ 1550745 h 2078048"/>
                <a:gd name="connsiteX1063" fmla="*/ 356906 w 2077975"/>
                <a:gd name="connsiteY1063" fmla="*/ 1553317 h 2078048"/>
                <a:gd name="connsiteX1064" fmla="*/ 353192 w 2077975"/>
                <a:gd name="connsiteY1064" fmla="*/ 1540553 h 2078048"/>
                <a:gd name="connsiteX1065" fmla="*/ 344619 w 2077975"/>
                <a:gd name="connsiteY1065" fmla="*/ 1533791 h 2078048"/>
                <a:gd name="connsiteX1066" fmla="*/ 341190 w 2077975"/>
                <a:gd name="connsiteY1066" fmla="*/ 1532743 h 2078048"/>
                <a:gd name="connsiteX1067" fmla="*/ 337666 w 2077975"/>
                <a:gd name="connsiteY1067" fmla="*/ 1532362 h 2078048"/>
                <a:gd name="connsiteX1068" fmla="*/ 334142 w 2077975"/>
                <a:gd name="connsiteY1068" fmla="*/ 1532648 h 2078048"/>
                <a:gd name="connsiteX1069" fmla="*/ 327569 w 2077975"/>
                <a:gd name="connsiteY1069" fmla="*/ 1535410 h 2078048"/>
                <a:gd name="connsiteX1070" fmla="*/ 324331 w 2077975"/>
                <a:gd name="connsiteY1070" fmla="*/ 1538458 h 2078048"/>
                <a:gd name="connsiteX1071" fmla="*/ 324045 w 2077975"/>
                <a:gd name="connsiteY1071" fmla="*/ 1538839 h 2078048"/>
                <a:gd name="connsiteX1072" fmla="*/ 321949 w 2077975"/>
                <a:gd name="connsiteY1072" fmla="*/ 1542458 h 2078048"/>
                <a:gd name="connsiteX1073" fmla="*/ 321949 w 2077975"/>
                <a:gd name="connsiteY1073" fmla="*/ 1542458 h 2078048"/>
                <a:gd name="connsiteX1074" fmla="*/ 321949 w 2077975"/>
                <a:gd name="connsiteY1074" fmla="*/ 1542458 h 2078048"/>
                <a:gd name="connsiteX1075" fmla="*/ 321188 w 2077975"/>
                <a:gd name="connsiteY1075" fmla="*/ 1555317 h 2078048"/>
                <a:gd name="connsiteX1076" fmla="*/ 276039 w 2077975"/>
                <a:gd name="connsiteY1076" fmla="*/ 1548269 h 2078048"/>
                <a:gd name="connsiteX1077" fmla="*/ 289374 w 2077975"/>
                <a:gd name="connsiteY1077" fmla="*/ 1497119 h 2078048"/>
                <a:gd name="connsiteX1078" fmla="*/ 291660 w 2077975"/>
                <a:gd name="connsiteY1078" fmla="*/ 1498929 h 2078048"/>
                <a:gd name="connsiteX1079" fmla="*/ 292136 w 2077975"/>
                <a:gd name="connsiteY1079" fmla="*/ 1499215 h 2078048"/>
                <a:gd name="connsiteX1080" fmla="*/ 296042 w 2077975"/>
                <a:gd name="connsiteY1080" fmla="*/ 1501120 h 2078048"/>
                <a:gd name="connsiteX1081" fmla="*/ 296042 w 2077975"/>
                <a:gd name="connsiteY1081" fmla="*/ 1501120 h 2078048"/>
                <a:gd name="connsiteX1082" fmla="*/ 296042 w 2077975"/>
                <a:gd name="connsiteY1082" fmla="*/ 1501120 h 2078048"/>
                <a:gd name="connsiteX1083" fmla="*/ 313853 w 2077975"/>
                <a:gd name="connsiteY1083" fmla="*/ 1497310 h 2078048"/>
                <a:gd name="connsiteX1084" fmla="*/ 318330 w 2077975"/>
                <a:gd name="connsiteY1084" fmla="*/ 1479784 h 2078048"/>
                <a:gd name="connsiteX1085" fmla="*/ 318330 w 2077975"/>
                <a:gd name="connsiteY1085" fmla="*/ 1479784 h 2078048"/>
                <a:gd name="connsiteX1086" fmla="*/ 318330 w 2077975"/>
                <a:gd name="connsiteY1086" fmla="*/ 1479689 h 2078048"/>
                <a:gd name="connsiteX1087" fmla="*/ 316711 w 2077975"/>
                <a:gd name="connsiteY1087" fmla="*/ 1475498 h 2078048"/>
                <a:gd name="connsiteX1088" fmla="*/ 316615 w 2077975"/>
                <a:gd name="connsiteY1088" fmla="*/ 1475307 h 2078048"/>
                <a:gd name="connsiteX1089" fmla="*/ 313948 w 2077975"/>
                <a:gd name="connsiteY1089" fmla="*/ 1471307 h 2078048"/>
                <a:gd name="connsiteX1090" fmla="*/ 306043 w 2077975"/>
                <a:gd name="connsiteY1090" fmla="*/ 1466068 h 2078048"/>
                <a:gd name="connsiteX1091" fmla="*/ 309472 w 2077975"/>
                <a:gd name="connsiteY1091" fmla="*/ 1461020 h 2078048"/>
                <a:gd name="connsiteX1092" fmla="*/ 366717 w 2077975"/>
                <a:gd name="connsiteY1092" fmla="*/ 1407489 h 2078048"/>
                <a:gd name="connsiteX1093" fmla="*/ 368146 w 2077975"/>
                <a:gd name="connsiteY1093" fmla="*/ 1408632 h 2078048"/>
                <a:gd name="connsiteX1094" fmla="*/ 368527 w 2077975"/>
                <a:gd name="connsiteY1094" fmla="*/ 1408823 h 2078048"/>
                <a:gd name="connsiteX1095" fmla="*/ 372146 w 2077975"/>
                <a:gd name="connsiteY1095" fmla="*/ 1410442 h 2078048"/>
                <a:gd name="connsiteX1096" fmla="*/ 372146 w 2077975"/>
                <a:gd name="connsiteY1096" fmla="*/ 1410442 h 2078048"/>
                <a:gd name="connsiteX1097" fmla="*/ 372146 w 2077975"/>
                <a:gd name="connsiteY1097" fmla="*/ 1410442 h 2078048"/>
                <a:gd name="connsiteX1098" fmla="*/ 389768 w 2077975"/>
                <a:gd name="connsiteY1098" fmla="*/ 1406822 h 2078048"/>
                <a:gd name="connsiteX1099" fmla="*/ 395959 w 2077975"/>
                <a:gd name="connsiteY1099" fmla="*/ 1391392 h 2078048"/>
                <a:gd name="connsiteX1100" fmla="*/ 458919 w 2077975"/>
                <a:gd name="connsiteY1100" fmla="*/ 1366913 h 2078048"/>
                <a:gd name="connsiteX1101" fmla="*/ 459395 w 2077975"/>
                <a:gd name="connsiteY1101" fmla="*/ 1369008 h 2078048"/>
                <a:gd name="connsiteX1102" fmla="*/ 461205 w 2077975"/>
                <a:gd name="connsiteY1102" fmla="*/ 1372151 h 2078048"/>
                <a:gd name="connsiteX1103" fmla="*/ 461491 w 2077975"/>
                <a:gd name="connsiteY1103" fmla="*/ 1372437 h 2078048"/>
                <a:gd name="connsiteX1104" fmla="*/ 480636 w 2077975"/>
                <a:gd name="connsiteY1104" fmla="*/ 1375390 h 2078048"/>
                <a:gd name="connsiteX1105" fmla="*/ 492447 w 2077975"/>
                <a:gd name="connsiteY1105" fmla="*/ 1360817 h 2078048"/>
                <a:gd name="connsiteX1106" fmla="*/ 518450 w 2077975"/>
                <a:gd name="connsiteY1106" fmla="*/ 1362626 h 2078048"/>
                <a:gd name="connsiteX1107" fmla="*/ 516450 w 2077975"/>
                <a:gd name="connsiteY1107" fmla="*/ 1363769 h 2078048"/>
                <a:gd name="connsiteX1108" fmla="*/ 511402 w 2077975"/>
                <a:gd name="connsiteY1108" fmla="*/ 1368532 h 2078048"/>
                <a:gd name="connsiteX1109" fmla="*/ 514450 w 2077975"/>
                <a:gd name="connsiteY1109" fmla="*/ 1388439 h 2078048"/>
                <a:gd name="connsiteX1110" fmla="*/ 517879 w 2077975"/>
                <a:gd name="connsiteY1110" fmla="*/ 1389392 h 2078048"/>
                <a:gd name="connsiteX1111" fmla="*/ 518641 w 2077975"/>
                <a:gd name="connsiteY1111" fmla="*/ 1389487 h 2078048"/>
                <a:gd name="connsiteX1112" fmla="*/ 522165 w 2077975"/>
                <a:gd name="connsiteY1112" fmla="*/ 1389487 h 2078048"/>
                <a:gd name="connsiteX1113" fmla="*/ 522165 w 2077975"/>
                <a:gd name="connsiteY1113" fmla="*/ 1389487 h 2078048"/>
                <a:gd name="connsiteX1114" fmla="*/ 522165 w 2077975"/>
                <a:gd name="connsiteY1114" fmla="*/ 1389487 h 2078048"/>
                <a:gd name="connsiteX1115" fmla="*/ 536929 w 2077975"/>
                <a:gd name="connsiteY1115" fmla="*/ 1381105 h 2078048"/>
                <a:gd name="connsiteX1116" fmla="*/ 527594 w 2077975"/>
                <a:gd name="connsiteY1116" fmla="*/ 1421967 h 2078048"/>
                <a:gd name="connsiteX1117" fmla="*/ 506925 w 2077975"/>
                <a:gd name="connsiteY1117" fmla="*/ 1431683 h 2078048"/>
                <a:gd name="connsiteX1118" fmla="*/ 505115 w 2077975"/>
                <a:gd name="connsiteY1118" fmla="*/ 1435493 h 2078048"/>
                <a:gd name="connsiteX1119" fmla="*/ 505020 w 2077975"/>
                <a:gd name="connsiteY1119" fmla="*/ 1435874 h 2078048"/>
                <a:gd name="connsiteX1120" fmla="*/ 509973 w 2077975"/>
                <a:gd name="connsiteY1120" fmla="*/ 1450733 h 2078048"/>
                <a:gd name="connsiteX1121" fmla="*/ 462824 w 2077975"/>
                <a:gd name="connsiteY1121" fmla="*/ 1501215 h 2078048"/>
                <a:gd name="connsiteX1122" fmla="*/ 683519 w 2077975"/>
                <a:gd name="connsiteY1122" fmla="*/ 1686667 h 2078048"/>
                <a:gd name="connsiteX1123" fmla="*/ 666850 w 2077975"/>
                <a:gd name="connsiteY1123" fmla="*/ 1696001 h 2078048"/>
                <a:gd name="connsiteX1124" fmla="*/ 665231 w 2077975"/>
                <a:gd name="connsiteY1124" fmla="*/ 1700097 h 2078048"/>
                <a:gd name="connsiteX1125" fmla="*/ 665135 w 2077975"/>
                <a:gd name="connsiteY1125" fmla="*/ 1700574 h 2078048"/>
                <a:gd name="connsiteX1126" fmla="*/ 664564 w 2077975"/>
                <a:gd name="connsiteY1126" fmla="*/ 1704574 h 2078048"/>
                <a:gd name="connsiteX1127" fmla="*/ 664564 w 2077975"/>
                <a:gd name="connsiteY1127" fmla="*/ 1704574 h 2078048"/>
                <a:gd name="connsiteX1128" fmla="*/ 664564 w 2077975"/>
                <a:gd name="connsiteY1128" fmla="*/ 1704574 h 2078048"/>
                <a:gd name="connsiteX1129" fmla="*/ 667421 w 2077975"/>
                <a:gd name="connsiteY1129" fmla="*/ 1714861 h 2078048"/>
                <a:gd name="connsiteX1130" fmla="*/ 616748 w 2077975"/>
                <a:gd name="connsiteY1130" fmla="*/ 1767820 h 2078048"/>
                <a:gd name="connsiteX1131" fmla="*/ 605794 w 2077975"/>
                <a:gd name="connsiteY1131" fmla="*/ 1775059 h 2078048"/>
                <a:gd name="connsiteX1132" fmla="*/ 602937 w 2077975"/>
                <a:gd name="connsiteY1132" fmla="*/ 1769725 h 2078048"/>
                <a:gd name="connsiteX1133" fmla="*/ 597413 w 2077975"/>
                <a:gd name="connsiteY1133" fmla="*/ 1764867 h 2078048"/>
                <a:gd name="connsiteX1134" fmla="*/ 580172 w 2077975"/>
                <a:gd name="connsiteY1134" fmla="*/ 1763153 h 2078048"/>
                <a:gd name="connsiteX1135" fmla="*/ 574362 w 2077975"/>
                <a:gd name="connsiteY1135" fmla="*/ 1766963 h 2078048"/>
                <a:gd name="connsiteX1136" fmla="*/ 572076 w 2077975"/>
                <a:gd name="connsiteY1136" fmla="*/ 1769820 h 2078048"/>
                <a:gd name="connsiteX1137" fmla="*/ 570266 w 2077975"/>
                <a:gd name="connsiteY1137" fmla="*/ 1773820 h 2078048"/>
                <a:gd name="connsiteX1138" fmla="*/ 570171 w 2077975"/>
                <a:gd name="connsiteY1138" fmla="*/ 1774202 h 2078048"/>
                <a:gd name="connsiteX1139" fmla="*/ 569504 w 2077975"/>
                <a:gd name="connsiteY1139" fmla="*/ 1778297 h 2078048"/>
                <a:gd name="connsiteX1140" fmla="*/ 569504 w 2077975"/>
                <a:gd name="connsiteY1140" fmla="*/ 1778297 h 2078048"/>
                <a:gd name="connsiteX1141" fmla="*/ 569504 w 2077975"/>
                <a:gd name="connsiteY1141" fmla="*/ 1778297 h 2078048"/>
                <a:gd name="connsiteX1142" fmla="*/ 573695 w 2077975"/>
                <a:gd name="connsiteY1142" fmla="*/ 1790489 h 2078048"/>
                <a:gd name="connsiteX1143" fmla="*/ 529309 w 2077975"/>
                <a:gd name="connsiteY1143" fmla="*/ 1801157 h 2078048"/>
                <a:gd name="connsiteX1144" fmla="*/ 522165 w 2077975"/>
                <a:gd name="connsiteY1144" fmla="*/ 1753913 h 2078048"/>
                <a:gd name="connsiteX1145" fmla="*/ 522165 w 2077975"/>
                <a:gd name="connsiteY1145" fmla="*/ 1748675 h 2078048"/>
                <a:gd name="connsiteX1146" fmla="*/ 525023 w 2077975"/>
                <a:gd name="connsiteY1146" fmla="*/ 1749532 h 2078048"/>
                <a:gd name="connsiteX1147" fmla="*/ 525499 w 2077975"/>
                <a:gd name="connsiteY1147" fmla="*/ 1749627 h 2078048"/>
                <a:gd name="connsiteX1148" fmla="*/ 529785 w 2077975"/>
                <a:gd name="connsiteY1148" fmla="*/ 1749913 h 2078048"/>
                <a:gd name="connsiteX1149" fmla="*/ 529785 w 2077975"/>
                <a:gd name="connsiteY1149" fmla="*/ 1749913 h 2078048"/>
                <a:gd name="connsiteX1150" fmla="*/ 529785 w 2077975"/>
                <a:gd name="connsiteY1150" fmla="*/ 1749913 h 2078048"/>
                <a:gd name="connsiteX1151" fmla="*/ 544739 w 2077975"/>
                <a:gd name="connsiteY1151" fmla="*/ 1739626 h 2078048"/>
                <a:gd name="connsiteX1152" fmla="*/ 539215 w 2077975"/>
                <a:gd name="connsiteY1152" fmla="*/ 1718480 h 2078048"/>
                <a:gd name="connsiteX1153" fmla="*/ 538739 w 2077975"/>
                <a:gd name="connsiteY1153" fmla="*/ 1718099 h 2078048"/>
                <a:gd name="connsiteX1154" fmla="*/ 534833 w 2077975"/>
                <a:gd name="connsiteY1154" fmla="*/ 1715623 h 2078048"/>
                <a:gd name="connsiteX1155" fmla="*/ 525594 w 2077975"/>
                <a:gd name="connsiteY1155" fmla="*/ 1713718 h 2078048"/>
                <a:gd name="connsiteX1156" fmla="*/ 526832 w 2077975"/>
                <a:gd name="connsiteY1156" fmla="*/ 1707717 h 2078048"/>
                <a:gd name="connsiteX1157" fmla="*/ 559503 w 2077975"/>
                <a:gd name="connsiteY1157" fmla="*/ 1636280 h 2078048"/>
                <a:gd name="connsiteX1158" fmla="*/ 561313 w 2077975"/>
                <a:gd name="connsiteY1158" fmla="*/ 1636756 h 2078048"/>
                <a:gd name="connsiteX1159" fmla="*/ 561789 w 2077975"/>
                <a:gd name="connsiteY1159" fmla="*/ 1636851 h 2078048"/>
                <a:gd name="connsiteX1160" fmla="*/ 565694 w 2077975"/>
                <a:gd name="connsiteY1160" fmla="*/ 1637042 h 2078048"/>
                <a:gd name="connsiteX1161" fmla="*/ 565694 w 2077975"/>
                <a:gd name="connsiteY1161" fmla="*/ 1637042 h 2078048"/>
                <a:gd name="connsiteX1162" fmla="*/ 565694 w 2077975"/>
                <a:gd name="connsiteY1162" fmla="*/ 1637042 h 2078048"/>
                <a:gd name="connsiteX1163" fmla="*/ 580553 w 2077975"/>
                <a:gd name="connsiteY1163" fmla="*/ 1626945 h 2078048"/>
                <a:gd name="connsiteX1164" fmla="*/ 580363 w 2077975"/>
                <a:gd name="connsiteY1164" fmla="*/ 1610181 h 2078048"/>
                <a:gd name="connsiteX1165" fmla="*/ 629131 w 2077975"/>
                <a:gd name="connsiteY1165" fmla="*/ 1563604 h 2078048"/>
                <a:gd name="connsiteX1166" fmla="*/ 630464 w 2077975"/>
                <a:gd name="connsiteY1166" fmla="*/ 1565414 h 2078048"/>
                <a:gd name="connsiteX1167" fmla="*/ 633322 w 2077975"/>
                <a:gd name="connsiteY1167" fmla="*/ 1567700 h 2078048"/>
                <a:gd name="connsiteX1168" fmla="*/ 633417 w 2077975"/>
                <a:gd name="connsiteY1168" fmla="*/ 1567795 h 2078048"/>
                <a:gd name="connsiteX1169" fmla="*/ 652562 w 2077975"/>
                <a:gd name="connsiteY1169" fmla="*/ 1563223 h 2078048"/>
                <a:gd name="connsiteX1170" fmla="*/ 657801 w 2077975"/>
                <a:gd name="connsiteY1170" fmla="*/ 1545411 h 2078048"/>
                <a:gd name="connsiteX1171" fmla="*/ 682661 w 2077975"/>
                <a:gd name="connsiteY1171" fmla="*/ 1537029 h 2078048"/>
                <a:gd name="connsiteX1172" fmla="*/ 679518 w 2077975"/>
                <a:gd name="connsiteY1172" fmla="*/ 1541982 h 2078048"/>
                <a:gd name="connsiteX1173" fmla="*/ 678375 w 2077975"/>
                <a:gd name="connsiteY1173" fmla="*/ 1545316 h 2078048"/>
                <a:gd name="connsiteX1174" fmla="*/ 688757 w 2077975"/>
                <a:gd name="connsiteY1174" fmla="*/ 1562651 h 2078048"/>
                <a:gd name="connsiteX1175" fmla="*/ 692472 w 2077975"/>
                <a:gd name="connsiteY1175" fmla="*/ 1562080 h 2078048"/>
                <a:gd name="connsiteX1176" fmla="*/ 692853 w 2077975"/>
                <a:gd name="connsiteY1176" fmla="*/ 1561985 h 2078048"/>
                <a:gd name="connsiteX1177" fmla="*/ 696282 w 2077975"/>
                <a:gd name="connsiteY1177" fmla="*/ 1560556 h 2078048"/>
                <a:gd name="connsiteX1178" fmla="*/ 696282 w 2077975"/>
                <a:gd name="connsiteY1178" fmla="*/ 1560556 h 2078048"/>
                <a:gd name="connsiteX1179" fmla="*/ 696282 w 2077975"/>
                <a:gd name="connsiteY1179" fmla="*/ 1560556 h 2078048"/>
                <a:gd name="connsiteX1180" fmla="*/ 706760 w 2077975"/>
                <a:gd name="connsiteY1180" fmla="*/ 1547221 h 2078048"/>
                <a:gd name="connsiteX1181" fmla="*/ 713713 w 2077975"/>
                <a:gd name="connsiteY1181" fmla="*/ 1588559 h 2078048"/>
                <a:gd name="connsiteX1182" fmla="*/ 698282 w 2077975"/>
                <a:gd name="connsiteY1182" fmla="*/ 1605514 h 2078048"/>
                <a:gd name="connsiteX1183" fmla="*/ 698187 w 2077975"/>
                <a:gd name="connsiteY1183" fmla="*/ 1609610 h 2078048"/>
                <a:gd name="connsiteX1184" fmla="*/ 698282 w 2077975"/>
                <a:gd name="connsiteY1184" fmla="*/ 1609991 h 2078048"/>
                <a:gd name="connsiteX1185" fmla="*/ 699140 w 2077975"/>
                <a:gd name="connsiteY1185" fmla="*/ 1613610 h 2078048"/>
                <a:gd name="connsiteX1186" fmla="*/ 699140 w 2077975"/>
                <a:gd name="connsiteY1186" fmla="*/ 1613610 h 2078048"/>
                <a:gd name="connsiteX1187" fmla="*/ 699140 w 2077975"/>
                <a:gd name="connsiteY1187" fmla="*/ 1613610 h 2078048"/>
                <a:gd name="connsiteX1188" fmla="*/ 708474 w 2077975"/>
                <a:gd name="connsiteY1188" fmla="*/ 1621897 h 2078048"/>
                <a:gd name="connsiteX1189" fmla="*/ 683519 w 2077975"/>
                <a:gd name="connsiteY1189" fmla="*/ 1686667 h 2078048"/>
                <a:gd name="connsiteX1190" fmla="*/ 899165 w 2077975"/>
                <a:gd name="connsiteY1190" fmla="*/ 1644566 h 2078048"/>
                <a:gd name="connsiteX1191" fmla="*/ 901165 w 2077975"/>
                <a:gd name="connsiteY1191" fmla="*/ 1650758 h 2078048"/>
                <a:gd name="connsiteX1192" fmla="*/ 912595 w 2077975"/>
                <a:gd name="connsiteY1192" fmla="*/ 1657235 h 2078048"/>
                <a:gd name="connsiteX1193" fmla="*/ 915452 w 2077975"/>
                <a:gd name="connsiteY1193" fmla="*/ 1656473 h 2078048"/>
                <a:gd name="connsiteX1194" fmla="*/ 918691 w 2077975"/>
                <a:gd name="connsiteY1194" fmla="*/ 1654568 h 2078048"/>
                <a:gd name="connsiteX1195" fmla="*/ 918977 w 2077975"/>
                <a:gd name="connsiteY1195" fmla="*/ 1654282 h 2078048"/>
                <a:gd name="connsiteX1196" fmla="*/ 921644 w 2077975"/>
                <a:gd name="connsiteY1196" fmla="*/ 1651615 h 2078048"/>
                <a:gd name="connsiteX1197" fmla="*/ 921644 w 2077975"/>
                <a:gd name="connsiteY1197" fmla="*/ 1651615 h 2078048"/>
                <a:gd name="connsiteX1198" fmla="*/ 921644 w 2077975"/>
                <a:gd name="connsiteY1198" fmla="*/ 1651615 h 2078048"/>
                <a:gd name="connsiteX1199" fmla="*/ 926120 w 2077975"/>
                <a:gd name="connsiteY1199" fmla="*/ 1635327 h 2078048"/>
                <a:gd name="connsiteX1200" fmla="*/ 948409 w 2077975"/>
                <a:gd name="connsiteY1200" fmla="*/ 1670855 h 2078048"/>
                <a:gd name="connsiteX1201" fmla="*/ 940694 w 2077975"/>
                <a:gd name="connsiteY1201" fmla="*/ 1692477 h 2078048"/>
                <a:gd name="connsiteX1202" fmla="*/ 942122 w 2077975"/>
                <a:gd name="connsiteY1202" fmla="*/ 1696287 h 2078048"/>
                <a:gd name="connsiteX1203" fmla="*/ 942313 w 2077975"/>
                <a:gd name="connsiteY1203" fmla="*/ 1696668 h 2078048"/>
                <a:gd name="connsiteX1204" fmla="*/ 944408 w 2077975"/>
                <a:gd name="connsiteY1204" fmla="*/ 1699621 h 2078048"/>
                <a:gd name="connsiteX1205" fmla="*/ 944408 w 2077975"/>
                <a:gd name="connsiteY1205" fmla="*/ 1699621 h 2078048"/>
                <a:gd name="connsiteX1206" fmla="*/ 944408 w 2077975"/>
                <a:gd name="connsiteY1206" fmla="*/ 1699621 h 2078048"/>
                <a:gd name="connsiteX1207" fmla="*/ 956219 w 2077975"/>
                <a:gd name="connsiteY1207" fmla="*/ 1703717 h 2078048"/>
                <a:gd name="connsiteX1208" fmla="*/ 958315 w 2077975"/>
                <a:gd name="connsiteY1208" fmla="*/ 1773154 h 2078048"/>
                <a:gd name="connsiteX1209" fmla="*/ 946504 w 2077975"/>
                <a:gd name="connsiteY1209" fmla="*/ 1788203 h 2078048"/>
                <a:gd name="connsiteX1210" fmla="*/ 946504 w 2077975"/>
                <a:gd name="connsiteY1210" fmla="*/ 1792585 h 2078048"/>
                <a:gd name="connsiteX1211" fmla="*/ 946599 w 2077975"/>
                <a:gd name="connsiteY1211" fmla="*/ 1793061 h 2078048"/>
                <a:gd name="connsiteX1212" fmla="*/ 947647 w 2077975"/>
                <a:gd name="connsiteY1212" fmla="*/ 1796966 h 2078048"/>
                <a:gd name="connsiteX1213" fmla="*/ 947647 w 2077975"/>
                <a:gd name="connsiteY1213" fmla="*/ 1796966 h 2078048"/>
                <a:gd name="connsiteX1214" fmla="*/ 947647 w 2077975"/>
                <a:gd name="connsiteY1214" fmla="*/ 1796966 h 2078048"/>
                <a:gd name="connsiteX1215" fmla="*/ 954219 w 2077975"/>
                <a:gd name="connsiteY1215" fmla="*/ 1805349 h 2078048"/>
                <a:gd name="connsiteX1216" fmla="*/ 927835 w 2077975"/>
                <a:gd name="connsiteY1216" fmla="*/ 1873738 h 2078048"/>
                <a:gd name="connsiteX1217" fmla="*/ 920501 w 2077975"/>
                <a:gd name="connsiteY1217" fmla="*/ 1884596 h 2078048"/>
                <a:gd name="connsiteX1218" fmla="*/ 908785 w 2077975"/>
                <a:gd name="connsiteY1218" fmla="*/ 1878405 h 2078048"/>
                <a:gd name="connsiteX1219" fmla="*/ 887353 w 2077975"/>
                <a:gd name="connsiteY1219" fmla="*/ 1892693 h 2078048"/>
                <a:gd name="connsiteX1220" fmla="*/ 887258 w 2077975"/>
                <a:gd name="connsiteY1220" fmla="*/ 1897074 h 2078048"/>
                <a:gd name="connsiteX1221" fmla="*/ 887353 w 2077975"/>
                <a:gd name="connsiteY1221" fmla="*/ 1897455 h 2078048"/>
                <a:gd name="connsiteX1222" fmla="*/ 888401 w 2077975"/>
                <a:gd name="connsiteY1222" fmla="*/ 1901551 h 2078048"/>
                <a:gd name="connsiteX1223" fmla="*/ 888401 w 2077975"/>
                <a:gd name="connsiteY1223" fmla="*/ 1901551 h 2078048"/>
                <a:gd name="connsiteX1224" fmla="*/ 888401 w 2077975"/>
                <a:gd name="connsiteY1224" fmla="*/ 1901551 h 2078048"/>
                <a:gd name="connsiteX1225" fmla="*/ 896974 w 2077975"/>
                <a:gd name="connsiteY1225" fmla="*/ 1911266 h 2078048"/>
                <a:gd name="connsiteX1226" fmla="*/ 860112 w 2077975"/>
                <a:gd name="connsiteY1226" fmla="*/ 1938127 h 2078048"/>
                <a:gd name="connsiteX1227" fmla="*/ 835347 w 2077975"/>
                <a:gd name="connsiteY1227" fmla="*/ 1897265 h 2078048"/>
                <a:gd name="connsiteX1228" fmla="*/ 833347 w 2077975"/>
                <a:gd name="connsiteY1228" fmla="*/ 1892407 h 2078048"/>
                <a:gd name="connsiteX1229" fmla="*/ 836299 w 2077975"/>
                <a:gd name="connsiteY1229" fmla="*/ 1892121 h 2078048"/>
                <a:gd name="connsiteX1230" fmla="*/ 836776 w 2077975"/>
                <a:gd name="connsiteY1230" fmla="*/ 1892026 h 2078048"/>
                <a:gd name="connsiteX1231" fmla="*/ 840872 w 2077975"/>
                <a:gd name="connsiteY1231" fmla="*/ 1890597 h 2078048"/>
                <a:gd name="connsiteX1232" fmla="*/ 840872 w 2077975"/>
                <a:gd name="connsiteY1232" fmla="*/ 1890597 h 2078048"/>
                <a:gd name="connsiteX1233" fmla="*/ 840872 w 2077975"/>
                <a:gd name="connsiteY1233" fmla="*/ 1890597 h 2078048"/>
                <a:gd name="connsiteX1234" fmla="*/ 850777 w 2077975"/>
                <a:gd name="connsiteY1234" fmla="*/ 1875357 h 2078048"/>
                <a:gd name="connsiteX1235" fmla="*/ 837633 w 2077975"/>
                <a:gd name="connsiteY1235" fmla="*/ 1857926 h 2078048"/>
                <a:gd name="connsiteX1236" fmla="*/ 837061 w 2077975"/>
                <a:gd name="connsiteY1236" fmla="*/ 1857736 h 2078048"/>
                <a:gd name="connsiteX1237" fmla="*/ 832490 w 2077975"/>
                <a:gd name="connsiteY1237" fmla="*/ 1856974 h 2078048"/>
                <a:gd name="connsiteX1238" fmla="*/ 823155 w 2077975"/>
                <a:gd name="connsiteY1238" fmla="*/ 1858879 h 2078048"/>
                <a:gd name="connsiteX1239" fmla="*/ 822012 w 2077975"/>
                <a:gd name="connsiteY1239" fmla="*/ 1852878 h 2078048"/>
                <a:gd name="connsiteX1240" fmla="*/ 824774 w 2077975"/>
                <a:gd name="connsiteY1240" fmla="*/ 1774297 h 2078048"/>
                <a:gd name="connsiteX1241" fmla="*/ 826584 w 2077975"/>
                <a:gd name="connsiteY1241" fmla="*/ 1774011 h 2078048"/>
                <a:gd name="connsiteX1242" fmla="*/ 827060 w 2077975"/>
                <a:gd name="connsiteY1242" fmla="*/ 1773916 h 2078048"/>
                <a:gd name="connsiteX1243" fmla="*/ 830775 w 2077975"/>
                <a:gd name="connsiteY1243" fmla="*/ 1772582 h 2078048"/>
                <a:gd name="connsiteX1244" fmla="*/ 830775 w 2077975"/>
                <a:gd name="connsiteY1244" fmla="*/ 1772582 h 2078048"/>
                <a:gd name="connsiteX1245" fmla="*/ 830775 w 2077975"/>
                <a:gd name="connsiteY1245" fmla="*/ 1772582 h 2078048"/>
                <a:gd name="connsiteX1246" fmla="*/ 840586 w 2077975"/>
                <a:gd name="connsiteY1246" fmla="*/ 1757628 h 2078048"/>
                <a:gd name="connsiteX1247" fmla="*/ 834014 w 2077975"/>
                <a:gd name="connsiteY1247" fmla="*/ 1742102 h 2078048"/>
                <a:gd name="connsiteX1248" fmla="*/ 861160 w 2077975"/>
                <a:gd name="connsiteY1248" fmla="*/ 1680380 h 2078048"/>
                <a:gd name="connsiteX1249" fmla="*/ 863065 w 2077975"/>
                <a:gd name="connsiteY1249" fmla="*/ 1681619 h 2078048"/>
                <a:gd name="connsiteX1250" fmla="*/ 870304 w 2077975"/>
                <a:gd name="connsiteY1250" fmla="*/ 1682571 h 2078048"/>
                <a:gd name="connsiteX1251" fmla="*/ 870304 w 2077975"/>
                <a:gd name="connsiteY1251" fmla="*/ 1682571 h 2078048"/>
                <a:gd name="connsiteX1252" fmla="*/ 870304 w 2077975"/>
                <a:gd name="connsiteY1252" fmla="*/ 1682571 h 2078048"/>
                <a:gd name="connsiteX1253" fmla="*/ 882591 w 2077975"/>
                <a:gd name="connsiteY1253" fmla="*/ 1671046 h 2078048"/>
                <a:gd name="connsiteX1254" fmla="*/ 880495 w 2077975"/>
                <a:gd name="connsiteY1254" fmla="*/ 1652663 h 2078048"/>
                <a:gd name="connsiteX1255" fmla="*/ 900212 w 2077975"/>
                <a:gd name="connsiteY1255" fmla="*/ 1635327 h 2078048"/>
                <a:gd name="connsiteX1256" fmla="*/ 899165 w 2077975"/>
                <a:gd name="connsiteY1256" fmla="*/ 1644566 h 2078048"/>
                <a:gd name="connsiteX1257" fmla="*/ 1139290 w 2077975"/>
                <a:gd name="connsiteY1257" fmla="*/ 1642757 h 2078048"/>
                <a:gd name="connsiteX1258" fmla="*/ 1141957 w 2077975"/>
                <a:gd name="connsiteY1258" fmla="*/ 1651805 h 2078048"/>
                <a:gd name="connsiteX1259" fmla="*/ 1161483 w 2077975"/>
                <a:gd name="connsiteY1259" fmla="*/ 1656568 h 2078048"/>
                <a:gd name="connsiteX1260" fmla="*/ 1163769 w 2077975"/>
                <a:gd name="connsiteY1260" fmla="*/ 1653710 h 2078048"/>
                <a:gd name="connsiteX1261" fmla="*/ 1163960 w 2077975"/>
                <a:gd name="connsiteY1261" fmla="*/ 1653425 h 2078048"/>
                <a:gd name="connsiteX1262" fmla="*/ 1163388 w 2077975"/>
                <a:gd name="connsiteY1262" fmla="*/ 1633136 h 2078048"/>
                <a:gd name="connsiteX1263" fmla="*/ 1197487 w 2077975"/>
                <a:gd name="connsiteY1263" fmla="*/ 1657520 h 2078048"/>
                <a:gd name="connsiteX1264" fmla="*/ 1195678 w 2077975"/>
                <a:gd name="connsiteY1264" fmla="*/ 1660854 h 2078048"/>
                <a:gd name="connsiteX1265" fmla="*/ 1194535 w 2077975"/>
                <a:gd name="connsiteY1265" fmla="*/ 1667236 h 2078048"/>
                <a:gd name="connsiteX1266" fmla="*/ 1194725 w 2077975"/>
                <a:gd name="connsiteY1266" fmla="*/ 1670570 h 2078048"/>
                <a:gd name="connsiteX1267" fmla="*/ 1198535 w 2077975"/>
                <a:gd name="connsiteY1267" fmla="*/ 1680285 h 2078048"/>
                <a:gd name="connsiteX1268" fmla="*/ 1201488 w 2077975"/>
                <a:gd name="connsiteY1268" fmla="*/ 1683428 h 2078048"/>
                <a:gd name="connsiteX1269" fmla="*/ 1201583 w 2077975"/>
                <a:gd name="connsiteY1269" fmla="*/ 1683524 h 2078048"/>
                <a:gd name="connsiteX1270" fmla="*/ 1204727 w 2077975"/>
                <a:gd name="connsiteY1270" fmla="*/ 1685619 h 2078048"/>
                <a:gd name="connsiteX1271" fmla="*/ 1204917 w 2077975"/>
                <a:gd name="connsiteY1271" fmla="*/ 1685714 h 2078048"/>
                <a:gd name="connsiteX1272" fmla="*/ 1204917 w 2077975"/>
                <a:gd name="connsiteY1272" fmla="*/ 1685714 h 2078048"/>
                <a:gd name="connsiteX1273" fmla="*/ 1217395 w 2077975"/>
                <a:gd name="connsiteY1273" fmla="*/ 1684857 h 2078048"/>
                <a:gd name="connsiteX1274" fmla="*/ 1245684 w 2077975"/>
                <a:gd name="connsiteY1274" fmla="*/ 1748103 h 2078048"/>
                <a:gd name="connsiteX1275" fmla="*/ 1240541 w 2077975"/>
                <a:gd name="connsiteY1275" fmla="*/ 1766677 h 2078048"/>
                <a:gd name="connsiteX1276" fmla="*/ 1242255 w 2077975"/>
                <a:gd name="connsiteY1276" fmla="*/ 1770773 h 2078048"/>
                <a:gd name="connsiteX1277" fmla="*/ 1242445 w 2077975"/>
                <a:gd name="connsiteY1277" fmla="*/ 1771154 h 2078048"/>
                <a:gd name="connsiteX1278" fmla="*/ 1244922 w 2077975"/>
                <a:gd name="connsiteY1278" fmla="*/ 1774392 h 2078048"/>
                <a:gd name="connsiteX1279" fmla="*/ 1244922 w 2077975"/>
                <a:gd name="connsiteY1279" fmla="*/ 1774392 h 2078048"/>
                <a:gd name="connsiteX1280" fmla="*/ 1244922 w 2077975"/>
                <a:gd name="connsiteY1280" fmla="*/ 1774392 h 2078048"/>
                <a:gd name="connsiteX1281" fmla="*/ 1254161 w 2077975"/>
                <a:gd name="connsiteY1281" fmla="*/ 1779536 h 2078048"/>
                <a:gd name="connsiteX1282" fmla="*/ 1255876 w 2077975"/>
                <a:gd name="connsiteY1282" fmla="*/ 1852974 h 2078048"/>
                <a:gd name="connsiteX1283" fmla="*/ 1253209 w 2077975"/>
                <a:gd name="connsiteY1283" fmla="*/ 1865832 h 2078048"/>
                <a:gd name="connsiteX1284" fmla="*/ 1239969 w 2077975"/>
                <a:gd name="connsiteY1284" fmla="*/ 1864308 h 2078048"/>
                <a:gd name="connsiteX1285" fmla="*/ 1236350 w 2077975"/>
                <a:gd name="connsiteY1285" fmla="*/ 1865546 h 2078048"/>
                <a:gd name="connsiteX1286" fmla="*/ 1226539 w 2077975"/>
                <a:gd name="connsiteY1286" fmla="*/ 1875452 h 2078048"/>
                <a:gd name="connsiteX1287" fmla="*/ 1225586 w 2077975"/>
                <a:gd name="connsiteY1287" fmla="*/ 1885930 h 2078048"/>
                <a:gd name="connsiteX1288" fmla="*/ 1227110 w 2077975"/>
                <a:gd name="connsiteY1288" fmla="*/ 1890026 h 2078048"/>
                <a:gd name="connsiteX1289" fmla="*/ 1227301 w 2077975"/>
                <a:gd name="connsiteY1289" fmla="*/ 1890407 h 2078048"/>
                <a:gd name="connsiteX1290" fmla="*/ 1229777 w 2077975"/>
                <a:gd name="connsiteY1290" fmla="*/ 1893740 h 2078048"/>
                <a:gd name="connsiteX1291" fmla="*/ 1229777 w 2077975"/>
                <a:gd name="connsiteY1291" fmla="*/ 1893740 h 2078048"/>
                <a:gd name="connsiteX1292" fmla="*/ 1229777 w 2077975"/>
                <a:gd name="connsiteY1292" fmla="*/ 1893740 h 2078048"/>
                <a:gd name="connsiteX1293" fmla="*/ 1241398 w 2077975"/>
                <a:gd name="connsiteY1293" fmla="*/ 1899360 h 2078048"/>
                <a:gd name="connsiteX1294" fmla="*/ 1217490 w 2077975"/>
                <a:gd name="connsiteY1294" fmla="*/ 1938317 h 2078048"/>
                <a:gd name="connsiteX1295" fmla="*/ 1175390 w 2077975"/>
                <a:gd name="connsiteY1295" fmla="*/ 1906409 h 2078048"/>
                <a:gd name="connsiteX1296" fmla="*/ 1177866 w 2077975"/>
                <a:gd name="connsiteY1296" fmla="*/ 1904980 h 2078048"/>
                <a:gd name="connsiteX1297" fmla="*/ 1178247 w 2077975"/>
                <a:gd name="connsiteY1297" fmla="*/ 1904694 h 2078048"/>
                <a:gd name="connsiteX1298" fmla="*/ 1181486 w 2077975"/>
                <a:gd name="connsiteY1298" fmla="*/ 1901741 h 2078048"/>
                <a:gd name="connsiteX1299" fmla="*/ 1181486 w 2077975"/>
                <a:gd name="connsiteY1299" fmla="*/ 1901741 h 2078048"/>
                <a:gd name="connsiteX1300" fmla="*/ 1181486 w 2077975"/>
                <a:gd name="connsiteY1300" fmla="*/ 1901741 h 2078048"/>
                <a:gd name="connsiteX1301" fmla="*/ 1184819 w 2077975"/>
                <a:gd name="connsiteY1301" fmla="*/ 1883834 h 2078048"/>
                <a:gd name="connsiteX1302" fmla="*/ 1170341 w 2077975"/>
                <a:gd name="connsiteY1302" fmla="*/ 1872976 h 2078048"/>
                <a:gd name="connsiteX1303" fmla="*/ 1170341 w 2077975"/>
                <a:gd name="connsiteY1303" fmla="*/ 1872976 h 2078048"/>
                <a:gd name="connsiteX1304" fmla="*/ 1170246 w 2077975"/>
                <a:gd name="connsiteY1304" fmla="*/ 1872976 h 2078048"/>
                <a:gd name="connsiteX1305" fmla="*/ 1165865 w 2077975"/>
                <a:gd name="connsiteY1305" fmla="*/ 1872881 h 2078048"/>
                <a:gd name="connsiteX1306" fmla="*/ 1165484 w 2077975"/>
                <a:gd name="connsiteY1306" fmla="*/ 1872881 h 2078048"/>
                <a:gd name="connsiteX1307" fmla="*/ 1160816 w 2077975"/>
                <a:gd name="connsiteY1307" fmla="*/ 1873738 h 2078048"/>
                <a:gd name="connsiteX1308" fmla="*/ 1152911 w 2077975"/>
                <a:gd name="connsiteY1308" fmla="*/ 1878977 h 2078048"/>
                <a:gd name="connsiteX1309" fmla="*/ 1149577 w 2077975"/>
                <a:gd name="connsiteY1309" fmla="*/ 1873928 h 2078048"/>
                <a:gd name="connsiteX1310" fmla="*/ 1122240 w 2077975"/>
                <a:gd name="connsiteY1310" fmla="*/ 1800491 h 2078048"/>
                <a:gd name="connsiteX1311" fmla="*/ 1123859 w 2077975"/>
                <a:gd name="connsiteY1311" fmla="*/ 1799538 h 2078048"/>
                <a:gd name="connsiteX1312" fmla="*/ 1124240 w 2077975"/>
                <a:gd name="connsiteY1312" fmla="*/ 1799252 h 2078048"/>
                <a:gd name="connsiteX1313" fmla="*/ 1127193 w 2077975"/>
                <a:gd name="connsiteY1313" fmla="*/ 1796585 h 2078048"/>
                <a:gd name="connsiteX1314" fmla="*/ 1127193 w 2077975"/>
                <a:gd name="connsiteY1314" fmla="*/ 1796585 h 2078048"/>
                <a:gd name="connsiteX1315" fmla="*/ 1127193 w 2077975"/>
                <a:gd name="connsiteY1315" fmla="*/ 1796585 h 2078048"/>
                <a:gd name="connsiteX1316" fmla="*/ 1130622 w 2077975"/>
                <a:gd name="connsiteY1316" fmla="*/ 1778964 h 2078048"/>
                <a:gd name="connsiteX1317" fmla="*/ 1118716 w 2077975"/>
                <a:gd name="connsiteY1317" fmla="*/ 1767249 h 2078048"/>
                <a:gd name="connsiteX1318" fmla="*/ 1120335 w 2077975"/>
                <a:gd name="connsiteY1318" fmla="*/ 1699716 h 2078048"/>
                <a:gd name="connsiteX1319" fmla="*/ 1122526 w 2077975"/>
                <a:gd name="connsiteY1319" fmla="*/ 1700097 h 2078048"/>
                <a:gd name="connsiteX1320" fmla="*/ 1126050 w 2077975"/>
                <a:gd name="connsiteY1320" fmla="*/ 1699621 h 2078048"/>
                <a:gd name="connsiteX1321" fmla="*/ 1126431 w 2077975"/>
                <a:gd name="connsiteY1321" fmla="*/ 1699526 h 2078048"/>
                <a:gd name="connsiteX1322" fmla="*/ 1129479 w 2077975"/>
                <a:gd name="connsiteY1322" fmla="*/ 1698097 h 2078048"/>
                <a:gd name="connsiteX1323" fmla="*/ 1129479 w 2077975"/>
                <a:gd name="connsiteY1323" fmla="*/ 1698097 h 2078048"/>
                <a:gd name="connsiteX1324" fmla="*/ 1129479 w 2077975"/>
                <a:gd name="connsiteY1324" fmla="*/ 1698097 h 2078048"/>
                <a:gd name="connsiteX1325" fmla="*/ 1136528 w 2077975"/>
                <a:gd name="connsiteY1325" fmla="*/ 1682952 h 2078048"/>
                <a:gd name="connsiteX1326" fmla="*/ 1127574 w 2077975"/>
                <a:gd name="connsiteY1326" fmla="*/ 1666474 h 2078048"/>
                <a:gd name="connsiteX1327" fmla="*/ 1139290 w 2077975"/>
                <a:gd name="connsiteY1327" fmla="*/ 1642757 h 2078048"/>
                <a:gd name="connsiteX1328" fmla="*/ 1421420 w 2077975"/>
                <a:gd name="connsiteY1328" fmla="*/ 1553412 h 2078048"/>
                <a:gd name="connsiteX1329" fmla="*/ 1421801 w 2077975"/>
                <a:gd name="connsiteY1329" fmla="*/ 1556555 h 2078048"/>
                <a:gd name="connsiteX1330" fmla="*/ 1431421 w 2077975"/>
                <a:gd name="connsiteY1330" fmla="*/ 1570176 h 2078048"/>
                <a:gd name="connsiteX1331" fmla="*/ 1435232 w 2077975"/>
                <a:gd name="connsiteY1331" fmla="*/ 1571986 h 2078048"/>
                <a:gd name="connsiteX1332" fmla="*/ 1435612 w 2077975"/>
                <a:gd name="connsiteY1332" fmla="*/ 1572081 h 2078048"/>
                <a:gd name="connsiteX1333" fmla="*/ 1450471 w 2077975"/>
                <a:gd name="connsiteY1333" fmla="*/ 1567128 h 2078048"/>
                <a:gd name="connsiteX1334" fmla="*/ 1500954 w 2077975"/>
                <a:gd name="connsiteY1334" fmla="*/ 1614658 h 2078048"/>
                <a:gd name="connsiteX1335" fmla="*/ 1503240 w 2077975"/>
                <a:gd name="connsiteY1335" fmla="*/ 1633708 h 2078048"/>
                <a:gd name="connsiteX1336" fmla="*/ 1506383 w 2077975"/>
                <a:gd name="connsiteY1336" fmla="*/ 1636756 h 2078048"/>
                <a:gd name="connsiteX1337" fmla="*/ 1506669 w 2077975"/>
                <a:gd name="connsiteY1337" fmla="*/ 1637042 h 2078048"/>
                <a:gd name="connsiteX1338" fmla="*/ 1510193 w 2077975"/>
                <a:gd name="connsiteY1338" fmla="*/ 1639137 h 2078048"/>
                <a:gd name="connsiteX1339" fmla="*/ 1510193 w 2077975"/>
                <a:gd name="connsiteY1339" fmla="*/ 1639137 h 2078048"/>
                <a:gd name="connsiteX1340" fmla="*/ 1510193 w 2077975"/>
                <a:gd name="connsiteY1340" fmla="*/ 1639137 h 2078048"/>
                <a:gd name="connsiteX1341" fmla="*/ 1520766 w 2077975"/>
                <a:gd name="connsiteY1341" fmla="*/ 1640375 h 2078048"/>
                <a:gd name="connsiteX1342" fmla="*/ 1550484 w 2077975"/>
                <a:gd name="connsiteY1342" fmla="*/ 1707527 h 2078048"/>
                <a:gd name="connsiteX1343" fmla="*/ 1553056 w 2077975"/>
                <a:gd name="connsiteY1343" fmla="*/ 1720481 h 2078048"/>
                <a:gd name="connsiteX1344" fmla="*/ 1540292 w 2077975"/>
                <a:gd name="connsiteY1344" fmla="*/ 1724195 h 2078048"/>
                <a:gd name="connsiteX1345" fmla="*/ 1535339 w 2077975"/>
                <a:gd name="connsiteY1345" fmla="*/ 1749627 h 2078048"/>
                <a:gd name="connsiteX1346" fmla="*/ 1538387 w 2077975"/>
                <a:gd name="connsiteY1346" fmla="*/ 1752866 h 2078048"/>
                <a:gd name="connsiteX1347" fmla="*/ 1538768 w 2077975"/>
                <a:gd name="connsiteY1347" fmla="*/ 1753151 h 2078048"/>
                <a:gd name="connsiteX1348" fmla="*/ 1542388 w 2077975"/>
                <a:gd name="connsiteY1348" fmla="*/ 1755247 h 2078048"/>
                <a:gd name="connsiteX1349" fmla="*/ 1542388 w 2077975"/>
                <a:gd name="connsiteY1349" fmla="*/ 1755247 h 2078048"/>
                <a:gd name="connsiteX1350" fmla="*/ 1542388 w 2077975"/>
                <a:gd name="connsiteY1350" fmla="*/ 1755247 h 2078048"/>
                <a:gd name="connsiteX1351" fmla="*/ 1555246 w 2077975"/>
                <a:gd name="connsiteY1351" fmla="*/ 1756009 h 2078048"/>
                <a:gd name="connsiteX1352" fmla="*/ 1548198 w 2077975"/>
                <a:gd name="connsiteY1352" fmla="*/ 1801157 h 2078048"/>
                <a:gd name="connsiteX1353" fmla="*/ 1497049 w 2077975"/>
                <a:gd name="connsiteY1353" fmla="*/ 1787822 h 2078048"/>
                <a:gd name="connsiteX1354" fmla="*/ 1498859 w 2077975"/>
                <a:gd name="connsiteY1354" fmla="*/ 1785536 h 2078048"/>
                <a:gd name="connsiteX1355" fmla="*/ 1499144 w 2077975"/>
                <a:gd name="connsiteY1355" fmla="*/ 1785060 h 2078048"/>
                <a:gd name="connsiteX1356" fmla="*/ 1501049 w 2077975"/>
                <a:gd name="connsiteY1356" fmla="*/ 1781155 h 2078048"/>
                <a:gd name="connsiteX1357" fmla="*/ 1501049 w 2077975"/>
                <a:gd name="connsiteY1357" fmla="*/ 1781155 h 2078048"/>
                <a:gd name="connsiteX1358" fmla="*/ 1501049 w 2077975"/>
                <a:gd name="connsiteY1358" fmla="*/ 1781155 h 2078048"/>
                <a:gd name="connsiteX1359" fmla="*/ 1497239 w 2077975"/>
                <a:gd name="connsiteY1359" fmla="*/ 1763343 h 2078048"/>
                <a:gd name="connsiteX1360" fmla="*/ 1479713 w 2077975"/>
                <a:gd name="connsiteY1360" fmla="*/ 1758866 h 2078048"/>
                <a:gd name="connsiteX1361" fmla="*/ 1479713 w 2077975"/>
                <a:gd name="connsiteY1361" fmla="*/ 1758866 h 2078048"/>
                <a:gd name="connsiteX1362" fmla="*/ 1479618 w 2077975"/>
                <a:gd name="connsiteY1362" fmla="*/ 1758866 h 2078048"/>
                <a:gd name="connsiteX1363" fmla="*/ 1475427 w 2077975"/>
                <a:gd name="connsiteY1363" fmla="*/ 1760486 h 2078048"/>
                <a:gd name="connsiteX1364" fmla="*/ 1475236 w 2077975"/>
                <a:gd name="connsiteY1364" fmla="*/ 1760581 h 2078048"/>
                <a:gd name="connsiteX1365" fmla="*/ 1471236 w 2077975"/>
                <a:gd name="connsiteY1365" fmla="*/ 1763248 h 2078048"/>
                <a:gd name="connsiteX1366" fmla="*/ 1465997 w 2077975"/>
                <a:gd name="connsiteY1366" fmla="*/ 1771154 h 2078048"/>
                <a:gd name="connsiteX1367" fmla="*/ 1460949 w 2077975"/>
                <a:gd name="connsiteY1367" fmla="*/ 1767725 h 2078048"/>
                <a:gd name="connsiteX1368" fmla="*/ 1407419 w 2077975"/>
                <a:gd name="connsiteY1368" fmla="*/ 1710479 h 2078048"/>
                <a:gd name="connsiteX1369" fmla="*/ 1408561 w 2077975"/>
                <a:gd name="connsiteY1369" fmla="*/ 1709051 h 2078048"/>
                <a:gd name="connsiteX1370" fmla="*/ 1408752 w 2077975"/>
                <a:gd name="connsiteY1370" fmla="*/ 1708670 h 2078048"/>
                <a:gd name="connsiteX1371" fmla="*/ 1410371 w 2077975"/>
                <a:gd name="connsiteY1371" fmla="*/ 1705050 h 2078048"/>
                <a:gd name="connsiteX1372" fmla="*/ 1410371 w 2077975"/>
                <a:gd name="connsiteY1372" fmla="*/ 1705050 h 2078048"/>
                <a:gd name="connsiteX1373" fmla="*/ 1410371 w 2077975"/>
                <a:gd name="connsiteY1373" fmla="*/ 1705050 h 2078048"/>
                <a:gd name="connsiteX1374" fmla="*/ 1406752 w 2077975"/>
                <a:gd name="connsiteY1374" fmla="*/ 1687429 h 2078048"/>
                <a:gd name="connsiteX1375" fmla="*/ 1391321 w 2077975"/>
                <a:gd name="connsiteY1375" fmla="*/ 1681238 h 2078048"/>
                <a:gd name="connsiteX1376" fmla="*/ 1366842 w 2077975"/>
                <a:gd name="connsiteY1376" fmla="*/ 1618277 h 2078048"/>
                <a:gd name="connsiteX1377" fmla="*/ 1368937 w 2077975"/>
                <a:gd name="connsiteY1377" fmla="*/ 1617801 h 2078048"/>
                <a:gd name="connsiteX1378" fmla="*/ 1372081 w 2077975"/>
                <a:gd name="connsiteY1378" fmla="*/ 1615991 h 2078048"/>
                <a:gd name="connsiteX1379" fmla="*/ 1372367 w 2077975"/>
                <a:gd name="connsiteY1379" fmla="*/ 1615706 h 2078048"/>
                <a:gd name="connsiteX1380" fmla="*/ 1374653 w 2077975"/>
                <a:gd name="connsiteY1380" fmla="*/ 1613229 h 2078048"/>
                <a:gd name="connsiteX1381" fmla="*/ 1374653 w 2077975"/>
                <a:gd name="connsiteY1381" fmla="*/ 1613229 h 2078048"/>
                <a:gd name="connsiteX1382" fmla="*/ 1374653 w 2077975"/>
                <a:gd name="connsiteY1382" fmla="*/ 1613229 h 2078048"/>
                <a:gd name="connsiteX1383" fmla="*/ 1375319 w 2077975"/>
                <a:gd name="connsiteY1383" fmla="*/ 1596560 h 2078048"/>
                <a:gd name="connsiteX1384" fmla="*/ 1360746 w 2077975"/>
                <a:gd name="connsiteY1384" fmla="*/ 1584749 h 2078048"/>
                <a:gd name="connsiteX1385" fmla="*/ 1362556 w 2077975"/>
                <a:gd name="connsiteY1385" fmla="*/ 1558746 h 2078048"/>
                <a:gd name="connsiteX1386" fmla="*/ 1368557 w 2077975"/>
                <a:gd name="connsiteY1386" fmla="*/ 1565795 h 2078048"/>
                <a:gd name="connsiteX1387" fmla="*/ 1388464 w 2077975"/>
                <a:gd name="connsiteY1387" fmla="*/ 1562747 h 2078048"/>
                <a:gd name="connsiteX1388" fmla="*/ 1389416 w 2077975"/>
                <a:gd name="connsiteY1388" fmla="*/ 1559318 h 2078048"/>
                <a:gd name="connsiteX1389" fmla="*/ 1389511 w 2077975"/>
                <a:gd name="connsiteY1389" fmla="*/ 1558556 h 2078048"/>
                <a:gd name="connsiteX1390" fmla="*/ 1381129 w 2077975"/>
                <a:gd name="connsiteY1390" fmla="*/ 1540268 h 2078048"/>
                <a:gd name="connsiteX1391" fmla="*/ 1421992 w 2077975"/>
                <a:gd name="connsiteY1391" fmla="*/ 1549602 h 2078048"/>
                <a:gd name="connsiteX1392" fmla="*/ 1421801 w 2077975"/>
                <a:gd name="connsiteY1392" fmla="*/ 1550269 h 2078048"/>
                <a:gd name="connsiteX1393" fmla="*/ 1421420 w 2077975"/>
                <a:gd name="connsiteY1393" fmla="*/ 1553412 h 2078048"/>
                <a:gd name="connsiteX1394" fmla="*/ 1565057 w 2077975"/>
                <a:gd name="connsiteY1394" fmla="*/ 1447208 h 2078048"/>
                <a:gd name="connsiteX1395" fmla="*/ 1567343 w 2077975"/>
                <a:gd name="connsiteY1395" fmla="*/ 1444351 h 2078048"/>
                <a:gd name="connsiteX1396" fmla="*/ 1567438 w 2077975"/>
                <a:gd name="connsiteY1396" fmla="*/ 1444256 h 2078048"/>
                <a:gd name="connsiteX1397" fmla="*/ 1562867 w 2077975"/>
                <a:gd name="connsiteY1397" fmla="*/ 1425110 h 2078048"/>
                <a:gd name="connsiteX1398" fmla="*/ 1545055 w 2077975"/>
                <a:gd name="connsiteY1398" fmla="*/ 1419872 h 2078048"/>
                <a:gd name="connsiteX1399" fmla="*/ 1536673 w 2077975"/>
                <a:gd name="connsiteY1399" fmla="*/ 1395011 h 2078048"/>
                <a:gd name="connsiteX1400" fmla="*/ 1544864 w 2077975"/>
                <a:gd name="connsiteY1400" fmla="*/ 1399298 h 2078048"/>
                <a:gd name="connsiteX1401" fmla="*/ 1562200 w 2077975"/>
                <a:gd name="connsiteY1401" fmla="*/ 1388915 h 2078048"/>
                <a:gd name="connsiteX1402" fmla="*/ 1561628 w 2077975"/>
                <a:gd name="connsiteY1402" fmla="*/ 1385201 h 2078048"/>
                <a:gd name="connsiteX1403" fmla="*/ 1561533 w 2077975"/>
                <a:gd name="connsiteY1403" fmla="*/ 1384820 h 2078048"/>
                <a:gd name="connsiteX1404" fmla="*/ 1560104 w 2077975"/>
                <a:gd name="connsiteY1404" fmla="*/ 1381391 h 2078048"/>
                <a:gd name="connsiteX1405" fmla="*/ 1560104 w 2077975"/>
                <a:gd name="connsiteY1405" fmla="*/ 1381391 h 2078048"/>
                <a:gd name="connsiteX1406" fmla="*/ 1560104 w 2077975"/>
                <a:gd name="connsiteY1406" fmla="*/ 1381391 h 2078048"/>
                <a:gd name="connsiteX1407" fmla="*/ 1546769 w 2077975"/>
                <a:gd name="connsiteY1407" fmla="*/ 1370913 h 2078048"/>
                <a:gd name="connsiteX1408" fmla="*/ 1588108 w 2077975"/>
                <a:gd name="connsiteY1408" fmla="*/ 1364055 h 2078048"/>
                <a:gd name="connsiteX1409" fmla="*/ 1589251 w 2077975"/>
                <a:gd name="connsiteY1409" fmla="*/ 1367675 h 2078048"/>
                <a:gd name="connsiteX1410" fmla="*/ 1595537 w 2077975"/>
                <a:gd name="connsiteY1410" fmla="*/ 1375295 h 2078048"/>
                <a:gd name="connsiteX1411" fmla="*/ 1604967 w 2077975"/>
                <a:gd name="connsiteY1411" fmla="*/ 1379390 h 2078048"/>
                <a:gd name="connsiteX1412" fmla="*/ 1609063 w 2077975"/>
                <a:gd name="connsiteY1412" fmla="*/ 1379486 h 2078048"/>
                <a:gd name="connsiteX1413" fmla="*/ 1609444 w 2077975"/>
                <a:gd name="connsiteY1413" fmla="*/ 1379390 h 2078048"/>
                <a:gd name="connsiteX1414" fmla="*/ 1613063 w 2077975"/>
                <a:gd name="connsiteY1414" fmla="*/ 1378533 h 2078048"/>
                <a:gd name="connsiteX1415" fmla="*/ 1613063 w 2077975"/>
                <a:gd name="connsiteY1415" fmla="*/ 1378533 h 2078048"/>
                <a:gd name="connsiteX1416" fmla="*/ 1613063 w 2077975"/>
                <a:gd name="connsiteY1416" fmla="*/ 1378533 h 2078048"/>
                <a:gd name="connsiteX1417" fmla="*/ 1621350 w 2077975"/>
                <a:gd name="connsiteY1417" fmla="*/ 1369199 h 2078048"/>
                <a:gd name="connsiteX1418" fmla="*/ 1686215 w 2077975"/>
                <a:gd name="connsiteY1418" fmla="*/ 1393964 h 2078048"/>
                <a:gd name="connsiteX1419" fmla="*/ 1695550 w 2077975"/>
                <a:gd name="connsiteY1419" fmla="*/ 1410632 h 2078048"/>
                <a:gd name="connsiteX1420" fmla="*/ 1699645 w 2077975"/>
                <a:gd name="connsiteY1420" fmla="*/ 1412252 h 2078048"/>
                <a:gd name="connsiteX1421" fmla="*/ 1700122 w 2077975"/>
                <a:gd name="connsiteY1421" fmla="*/ 1412347 h 2078048"/>
                <a:gd name="connsiteX1422" fmla="*/ 1704122 w 2077975"/>
                <a:gd name="connsiteY1422" fmla="*/ 1412918 h 2078048"/>
                <a:gd name="connsiteX1423" fmla="*/ 1704122 w 2077975"/>
                <a:gd name="connsiteY1423" fmla="*/ 1412918 h 2078048"/>
                <a:gd name="connsiteX1424" fmla="*/ 1704122 w 2077975"/>
                <a:gd name="connsiteY1424" fmla="*/ 1412918 h 2078048"/>
                <a:gd name="connsiteX1425" fmla="*/ 1714409 w 2077975"/>
                <a:gd name="connsiteY1425" fmla="*/ 1410061 h 2078048"/>
                <a:gd name="connsiteX1426" fmla="*/ 1767368 w 2077975"/>
                <a:gd name="connsiteY1426" fmla="*/ 1460734 h 2078048"/>
                <a:gd name="connsiteX1427" fmla="*/ 1774607 w 2077975"/>
                <a:gd name="connsiteY1427" fmla="*/ 1471688 h 2078048"/>
                <a:gd name="connsiteX1428" fmla="*/ 1764416 w 2077975"/>
                <a:gd name="connsiteY1428" fmla="*/ 1480070 h 2078048"/>
                <a:gd name="connsiteX1429" fmla="*/ 1761653 w 2077975"/>
                <a:gd name="connsiteY1429" fmla="*/ 1486928 h 2078048"/>
                <a:gd name="connsiteX1430" fmla="*/ 1761368 w 2077975"/>
                <a:gd name="connsiteY1430" fmla="*/ 1490452 h 2078048"/>
                <a:gd name="connsiteX1431" fmla="*/ 1766511 w 2077975"/>
                <a:gd name="connsiteY1431" fmla="*/ 1503120 h 2078048"/>
                <a:gd name="connsiteX1432" fmla="*/ 1769369 w 2077975"/>
                <a:gd name="connsiteY1432" fmla="*/ 1505406 h 2078048"/>
                <a:gd name="connsiteX1433" fmla="*/ 1773369 w 2077975"/>
                <a:gd name="connsiteY1433" fmla="*/ 1507216 h 2078048"/>
                <a:gd name="connsiteX1434" fmla="*/ 1773750 w 2077975"/>
                <a:gd name="connsiteY1434" fmla="*/ 1507311 h 2078048"/>
                <a:gd name="connsiteX1435" fmla="*/ 1777846 w 2077975"/>
                <a:gd name="connsiteY1435" fmla="*/ 1507978 h 2078048"/>
                <a:gd name="connsiteX1436" fmla="*/ 1777846 w 2077975"/>
                <a:gd name="connsiteY1436" fmla="*/ 1507978 h 2078048"/>
                <a:gd name="connsiteX1437" fmla="*/ 1777846 w 2077975"/>
                <a:gd name="connsiteY1437" fmla="*/ 1507978 h 2078048"/>
                <a:gd name="connsiteX1438" fmla="*/ 1790038 w 2077975"/>
                <a:gd name="connsiteY1438" fmla="*/ 1503787 h 2078048"/>
                <a:gd name="connsiteX1439" fmla="*/ 1800706 w 2077975"/>
                <a:gd name="connsiteY1439" fmla="*/ 1548174 h 2078048"/>
                <a:gd name="connsiteX1440" fmla="*/ 1753462 w 2077975"/>
                <a:gd name="connsiteY1440" fmla="*/ 1555317 h 2078048"/>
                <a:gd name="connsiteX1441" fmla="*/ 1748223 w 2077975"/>
                <a:gd name="connsiteY1441" fmla="*/ 1555317 h 2078048"/>
                <a:gd name="connsiteX1442" fmla="*/ 1749080 w 2077975"/>
                <a:gd name="connsiteY1442" fmla="*/ 1552460 h 2078048"/>
                <a:gd name="connsiteX1443" fmla="*/ 1749176 w 2077975"/>
                <a:gd name="connsiteY1443" fmla="*/ 1551983 h 2078048"/>
                <a:gd name="connsiteX1444" fmla="*/ 1749461 w 2077975"/>
                <a:gd name="connsiteY1444" fmla="*/ 1547697 h 2078048"/>
                <a:gd name="connsiteX1445" fmla="*/ 1749461 w 2077975"/>
                <a:gd name="connsiteY1445" fmla="*/ 1547697 h 2078048"/>
                <a:gd name="connsiteX1446" fmla="*/ 1749461 w 2077975"/>
                <a:gd name="connsiteY1446" fmla="*/ 1547697 h 2078048"/>
                <a:gd name="connsiteX1447" fmla="*/ 1739174 w 2077975"/>
                <a:gd name="connsiteY1447" fmla="*/ 1532743 h 2078048"/>
                <a:gd name="connsiteX1448" fmla="*/ 1718029 w 2077975"/>
                <a:gd name="connsiteY1448" fmla="*/ 1538267 h 2078048"/>
                <a:gd name="connsiteX1449" fmla="*/ 1717648 w 2077975"/>
                <a:gd name="connsiteY1449" fmla="*/ 1538744 h 2078048"/>
                <a:gd name="connsiteX1450" fmla="*/ 1715171 w 2077975"/>
                <a:gd name="connsiteY1450" fmla="*/ 1542649 h 2078048"/>
                <a:gd name="connsiteX1451" fmla="*/ 1713266 w 2077975"/>
                <a:gd name="connsiteY1451" fmla="*/ 1551888 h 2078048"/>
                <a:gd name="connsiteX1452" fmla="*/ 1707266 w 2077975"/>
                <a:gd name="connsiteY1452" fmla="*/ 1550650 h 2078048"/>
                <a:gd name="connsiteX1453" fmla="*/ 1635828 w 2077975"/>
                <a:gd name="connsiteY1453" fmla="*/ 1517979 h 2078048"/>
                <a:gd name="connsiteX1454" fmla="*/ 1636304 w 2077975"/>
                <a:gd name="connsiteY1454" fmla="*/ 1516169 h 2078048"/>
                <a:gd name="connsiteX1455" fmla="*/ 1636400 w 2077975"/>
                <a:gd name="connsiteY1455" fmla="*/ 1515693 h 2078048"/>
                <a:gd name="connsiteX1456" fmla="*/ 1636590 w 2077975"/>
                <a:gd name="connsiteY1456" fmla="*/ 1511788 h 2078048"/>
                <a:gd name="connsiteX1457" fmla="*/ 1636590 w 2077975"/>
                <a:gd name="connsiteY1457" fmla="*/ 1511788 h 2078048"/>
                <a:gd name="connsiteX1458" fmla="*/ 1636590 w 2077975"/>
                <a:gd name="connsiteY1458" fmla="*/ 1511788 h 2078048"/>
                <a:gd name="connsiteX1459" fmla="*/ 1626494 w 2077975"/>
                <a:gd name="connsiteY1459" fmla="*/ 1496929 h 2078048"/>
                <a:gd name="connsiteX1460" fmla="*/ 1609729 w 2077975"/>
                <a:gd name="connsiteY1460" fmla="*/ 1497119 h 2078048"/>
                <a:gd name="connsiteX1461" fmla="*/ 1563152 w 2077975"/>
                <a:gd name="connsiteY1461" fmla="*/ 1448351 h 2078048"/>
                <a:gd name="connsiteX1462" fmla="*/ 1565057 w 2077975"/>
                <a:gd name="connsiteY1462" fmla="*/ 1447208 h 2078048"/>
                <a:gd name="connsiteX1463" fmla="*/ 1924531 w 2077975"/>
                <a:gd name="connsiteY1463" fmla="*/ 1452733 h 2078048"/>
                <a:gd name="connsiteX1464" fmla="*/ 1912244 w 2077975"/>
                <a:gd name="connsiteY1464" fmla="*/ 1446827 h 2078048"/>
                <a:gd name="connsiteX1465" fmla="*/ 1898718 w 2077975"/>
                <a:gd name="connsiteY1465" fmla="*/ 1452924 h 2078048"/>
                <a:gd name="connsiteX1466" fmla="*/ 1892908 w 2077975"/>
                <a:gd name="connsiteY1466" fmla="*/ 1461496 h 2078048"/>
                <a:gd name="connsiteX1467" fmla="*/ 1892622 w 2077975"/>
                <a:gd name="connsiteY1467" fmla="*/ 1462163 h 2078048"/>
                <a:gd name="connsiteX1468" fmla="*/ 1891288 w 2077975"/>
                <a:gd name="connsiteY1468" fmla="*/ 1467211 h 2078048"/>
                <a:gd name="connsiteX1469" fmla="*/ 1899194 w 2077975"/>
                <a:gd name="connsiteY1469" fmla="*/ 1486070 h 2078048"/>
                <a:gd name="connsiteX1470" fmla="*/ 1896622 w 2077975"/>
                <a:gd name="connsiteY1470" fmla="*/ 1489023 h 2078048"/>
                <a:gd name="connsiteX1471" fmla="*/ 1896432 w 2077975"/>
                <a:gd name="connsiteY1471" fmla="*/ 1489214 h 2078048"/>
                <a:gd name="connsiteX1472" fmla="*/ 1873858 w 2077975"/>
                <a:gd name="connsiteY1472" fmla="*/ 1509978 h 2078048"/>
                <a:gd name="connsiteX1473" fmla="*/ 1868619 w 2077975"/>
                <a:gd name="connsiteY1473" fmla="*/ 1513979 h 2078048"/>
                <a:gd name="connsiteX1474" fmla="*/ 1858332 w 2077975"/>
                <a:gd name="connsiteY1474" fmla="*/ 1521408 h 2078048"/>
                <a:gd name="connsiteX1475" fmla="*/ 1853474 w 2077975"/>
                <a:gd name="connsiteY1475" fmla="*/ 1501215 h 2078048"/>
                <a:gd name="connsiteX1476" fmla="*/ 1867000 w 2077975"/>
                <a:gd name="connsiteY1476" fmla="*/ 1490642 h 2078048"/>
                <a:gd name="connsiteX1477" fmla="*/ 1867286 w 2077975"/>
                <a:gd name="connsiteY1477" fmla="*/ 1470640 h 2078048"/>
                <a:gd name="connsiteX1478" fmla="*/ 1867286 w 2077975"/>
                <a:gd name="connsiteY1478" fmla="*/ 1470640 h 2078048"/>
                <a:gd name="connsiteX1479" fmla="*/ 1867286 w 2077975"/>
                <a:gd name="connsiteY1479" fmla="*/ 1470640 h 2078048"/>
                <a:gd name="connsiteX1480" fmla="*/ 1864714 w 2077975"/>
                <a:gd name="connsiteY1480" fmla="*/ 1467211 h 2078048"/>
                <a:gd name="connsiteX1481" fmla="*/ 1864333 w 2077975"/>
                <a:gd name="connsiteY1481" fmla="*/ 1466830 h 2078048"/>
                <a:gd name="connsiteX1482" fmla="*/ 1860713 w 2077975"/>
                <a:gd name="connsiteY1482" fmla="*/ 1464163 h 2078048"/>
                <a:gd name="connsiteX1483" fmla="*/ 1853855 w 2077975"/>
                <a:gd name="connsiteY1483" fmla="*/ 1462353 h 2078048"/>
                <a:gd name="connsiteX1484" fmla="*/ 1846902 w 2077975"/>
                <a:gd name="connsiteY1484" fmla="*/ 1463591 h 2078048"/>
                <a:gd name="connsiteX1485" fmla="*/ 1843663 w 2077975"/>
                <a:gd name="connsiteY1485" fmla="*/ 1465211 h 2078048"/>
                <a:gd name="connsiteX1486" fmla="*/ 1840996 w 2077975"/>
                <a:gd name="connsiteY1486" fmla="*/ 1467211 h 2078048"/>
                <a:gd name="connsiteX1487" fmla="*/ 1840806 w 2077975"/>
                <a:gd name="connsiteY1487" fmla="*/ 1466639 h 2078048"/>
                <a:gd name="connsiteX1488" fmla="*/ 1810707 w 2077975"/>
                <a:gd name="connsiteY1488" fmla="*/ 1419491 h 2078048"/>
                <a:gd name="connsiteX1489" fmla="*/ 1788990 w 2077975"/>
                <a:gd name="connsiteY1489" fmla="*/ 1397012 h 2078048"/>
                <a:gd name="connsiteX1490" fmla="*/ 1787085 w 2077975"/>
                <a:gd name="connsiteY1490" fmla="*/ 1379581 h 2078048"/>
                <a:gd name="connsiteX1491" fmla="*/ 1787085 w 2077975"/>
                <a:gd name="connsiteY1491" fmla="*/ 1379581 h 2078048"/>
                <a:gd name="connsiteX1492" fmla="*/ 1787085 w 2077975"/>
                <a:gd name="connsiteY1492" fmla="*/ 1379581 h 2078048"/>
                <a:gd name="connsiteX1493" fmla="*/ 1784228 w 2077975"/>
                <a:gd name="connsiteY1493" fmla="*/ 1376438 h 2078048"/>
                <a:gd name="connsiteX1494" fmla="*/ 1783846 w 2077975"/>
                <a:gd name="connsiteY1494" fmla="*/ 1376057 h 2078048"/>
                <a:gd name="connsiteX1495" fmla="*/ 1780036 w 2077975"/>
                <a:gd name="connsiteY1495" fmla="*/ 1373675 h 2078048"/>
                <a:gd name="connsiteX1496" fmla="*/ 1776608 w 2077975"/>
                <a:gd name="connsiteY1496" fmla="*/ 1372532 h 2078048"/>
                <a:gd name="connsiteX1497" fmla="*/ 1761939 w 2077975"/>
                <a:gd name="connsiteY1497" fmla="*/ 1375771 h 2078048"/>
                <a:gd name="connsiteX1498" fmla="*/ 1720410 w 2077975"/>
                <a:gd name="connsiteY1498" fmla="*/ 1352339 h 2078048"/>
                <a:gd name="connsiteX1499" fmla="*/ 1676024 w 2077975"/>
                <a:gd name="connsiteY1499" fmla="*/ 1334909 h 2078048"/>
                <a:gd name="connsiteX1500" fmla="*/ 1662593 w 2077975"/>
                <a:gd name="connsiteY1500" fmla="*/ 1322240 h 2078048"/>
                <a:gd name="connsiteX1501" fmla="*/ 1662117 w 2077975"/>
                <a:gd name="connsiteY1501" fmla="*/ 1322050 h 2078048"/>
                <a:gd name="connsiteX1502" fmla="*/ 1657736 w 2077975"/>
                <a:gd name="connsiteY1502" fmla="*/ 1321383 h 2078048"/>
                <a:gd name="connsiteX1503" fmla="*/ 1645353 w 2077975"/>
                <a:gd name="connsiteY1503" fmla="*/ 1326241 h 2078048"/>
                <a:gd name="connsiteX1504" fmla="*/ 1636876 w 2077975"/>
                <a:gd name="connsiteY1504" fmla="*/ 1324145 h 2078048"/>
                <a:gd name="connsiteX1505" fmla="*/ 1569629 w 2077975"/>
                <a:gd name="connsiteY1505" fmla="*/ 1316620 h 2078048"/>
                <a:gd name="connsiteX1506" fmla="*/ 1520576 w 2077975"/>
                <a:gd name="connsiteY1506" fmla="*/ 1324622 h 2078048"/>
                <a:gd name="connsiteX1507" fmla="*/ 1508003 w 2077975"/>
                <a:gd name="connsiteY1507" fmla="*/ 1317478 h 2078048"/>
                <a:gd name="connsiteX1508" fmla="*/ 1494477 w 2077975"/>
                <a:gd name="connsiteY1508" fmla="*/ 1320812 h 2078048"/>
                <a:gd name="connsiteX1509" fmla="*/ 1494477 w 2077975"/>
                <a:gd name="connsiteY1509" fmla="*/ 1320812 h 2078048"/>
                <a:gd name="connsiteX1510" fmla="*/ 1494477 w 2077975"/>
                <a:gd name="connsiteY1510" fmla="*/ 1320907 h 2078048"/>
                <a:gd name="connsiteX1511" fmla="*/ 1493239 w 2077975"/>
                <a:gd name="connsiteY1511" fmla="*/ 1323193 h 2078048"/>
                <a:gd name="connsiteX1512" fmla="*/ 1493048 w 2077975"/>
                <a:gd name="connsiteY1512" fmla="*/ 1323669 h 2078048"/>
                <a:gd name="connsiteX1513" fmla="*/ 1492667 w 2077975"/>
                <a:gd name="connsiteY1513" fmla="*/ 1326717 h 2078048"/>
                <a:gd name="connsiteX1514" fmla="*/ 1492667 w 2077975"/>
                <a:gd name="connsiteY1514" fmla="*/ 1326717 h 2078048"/>
                <a:gd name="connsiteX1515" fmla="*/ 1498001 w 2077975"/>
                <a:gd name="connsiteY1515" fmla="*/ 1337290 h 2078048"/>
                <a:gd name="connsiteX1516" fmla="*/ 1498859 w 2077975"/>
                <a:gd name="connsiteY1516" fmla="*/ 1338052 h 2078048"/>
                <a:gd name="connsiteX1517" fmla="*/ 1492858 w 2077975"/>
                <a:gd name="connsiteY1517" fmla="*/ 1345291 h 2078048"/>
                <a:gd name="connsiteX1518" fmla="*/ 1498192 w 2077975"/>
                <a:gd name="connsiteY1518" fmla="*/ 1430159 h 2078048"/>
                <a:gd name="connsiteX1519" fmla="*/ 1529148 w 2077975"/>
                <a:gd name="connsiteY1519" fmla="*/ 1481975 h 2078048"/>
                <a:gd name="connsiteX1520" fmla="*/ 1530386 w 2077975"/>
                <a:gd name="connsiteY1520" fmla="*/ 1503025 h 2078048"/>
                <a:gd name="connsiteX1521" fmla="*/ 1542007 w 2077975"/>
                <a:gd name="connsiteY1521" fmla="*/ 1509978 h 2078048"/>
                <a:gd name="connsiteX1522" fmla="*/ 1548293 w 2077975"/>
                <a:gd name="connsiteY1522" fmla="*/ 1509978 h 2078048"/>
                <a:gd name="connsiteX1523" fmla="*/ 1550484 w 2077975"/>
                <a:gd name="connsiteY1523" fmla="*/ 1509216 h 2078048"/>
                <a:gd name="connsiteX1524" fmla="*/ 1588584 w 2077975"/>
                <a:gd name="connsiteY1524" fmla="*/ 1548935 h 2078048"/>
                <a:gd name="connsiteX1525" fmla="*/ 1604777 w 2077975"/>
                <a:gd name="connsiteY1525" fmla="*/ 1562842 h 2078048"/>
                <a:gd name="connsiteX1526" fmla="*/ 1604777 w 2077975"/>
                <a:gd name="connsiteY1526" fmla="*/ 1562842 h 2078048"/>
                <a:gd name="connsiteX1527" fmla="*/ 1604777 w 2077975"/>
                <a:gd name="connsiteY1527" fmla="*/ 1562842 h 2078048"/>
                <a:gd name="connsiteX1528" fmla="*/ 1612111 w 2077975"/>
                <a:gd name="connsiteY1528" fmla="*/ 1568652 h 2078048"/>
                <a:gd name="connsiteX1529" fmla="*/ 1610396 w 2077975"/>
                <a:gd name="connsiteY1529" fmla="*/ 1570843 h 2078048"/>
                <a:gd name="connsiteX1530" fmla="*/ 1607920 w 2077975"/>
                <a:gd name="connsiteY1530" fmla="*/ 1580654 h 2078048"/>
                <a:gd name="connsiteX1531" fmla="*/ 1609539 w 2077975"/>
                <a:gd name="connsiteY1531" fmla="*/ 1587226 h 2078048"/>
                <a:gd name="connsiteX1532" fmla="*/ 1616397 w 2077975"/>
                <a:gd name="connsiteY1532" fmla="*/ 1595036 h 2078048"/>
                <a:gd name="connsiteX1533" fmla="*/ 1640971 w 2077975"/>
                <a:gd name="connsiteY1533" fmla="*/ 1589226 h 2078048"/>
                <a:gd name="connsiteX1534" fmla="*/ 1641638 w 2077975"/>
                <a:gd name="connsiteY1534" fmla="*/ 1587797 h 2078048"/>
                <a:gd name="connsiteX1535" fmla="*/ 1684977 w 2077975"/>
                <a:gd name="connsiteY1535" fmla="*/ 1606562 h 2078048"/>
                <a:gd name="connsiteX1536" fmla="*/ 1720791 w 2077975"/>
                <a:gd name="connsiteY1536" fmla="*/ 1614563 h 2078048"/>
                <a:gd name="connsiteX1537" fmla="*/ 1720601 w 2077975"/>
                <a:gd name="connsiteY1537" fmla="*/ 1614753 h 2078048"/>
                <a:gd name="connsiteX1538" fmla="*/ 1726506 w 2077975"/>
                <a:gd name="connsiteY1538" fmla="*/ 1640090 h 2078048"/>
                <a:gd name="connsiteX1539" fmla="*/ 1733459 w 2077975"/>
                <a:gd name="connsiteY1539" fmla="*/ 1641995 h 2078048"/>
                <a:gd name="connsiteX1540" fmla="*/ 1740698 w 2077975"/>
                <a:gd name="connsiteY1540" fmla="*/ 1640852 h 2078048"/>
                <a:gd name="connsiteX1541" fmla="*/ 1747366 w 2077975"/>
                <a:gd name="connsiteY1541" fmla="*/ 1637042 h 2078048"/>
                <a:gd name="connsiteX1542" fmla="*/ 1752604 w 2077975"/>
                <a:gd name="connsiteY1542" fmla="*/ 1630850 h 2078048"/>
                <a:gd name="connsiteX1543" fmla="*/ 1754414 w 2077975"/>
                <a:gd name="connsiteY1543" fmla="*/ 1626469 h 2078048"/>
                <a:gd name="connsiteX1544" fmla="*/ 1754605 w 2077975"/>
                <a:gd name="connsiteY1544" fmla="*/ 1625516 h 2078048"/>
                <a:gd name="connsiteX1545" fmla="*/ 1754795 w 2077975"/>
                <a:gd name="connsiteY1545" fmla="*/ 1616658 h 2078048"/>
                <a:gd name="connsiteX1546" fmla="*/ 1777179 w 2077975"/>
                <a:gd name="connsiteY1546" fmla="*/ 1615039 h 2078048"/>
                <a:gd name="connsiteX1547" fmla="*/ 1776227 w 2077975"/>
                <a:gd name="connsiteY1547" fmla="*/ 1621325 h 2078048"/>
                <a:gd name="connsiteX1548" fmla="*/ 1776608 w 2077975"/>
                <a:gd name="connsiteY1548" fmla="*/ 1625231 h 2078048"/>
                <a:gd name="connsiteX1549" fmla="*/ 1778132 w 2077975"/>
                <a:gd name="connsiteY1549" fmla="*/ 1629517 h 2078048"/>
                <a:gd name="connsiteX1550" fmla="*/ 1778417 w 2077975"/>
                <a:gd name="connsiteY1550" fmla="*/ 1629898 h 2078048"/>
                <a:gd name="connsiteX1551" fmla="*/ 1790324 w 2077975"/>
                <a:gd name="connsiteY1551" fmla="*/ 1637899 h 2078048"/>
                <a:gd name="connsiteX1552" fmla="*/ 1731650 w 2077975"/>
                <a:gd name="connsiteY1552" fmla="*/ 1732577 h 2078048"/>
                <a:gd name="connsiteX1553" fmla="*/ 1698312 w 2077975"/>
                <a:gd name="connsiteY1553" fmla="*/ 1760200 h 2078048"/>
                <a:gd name="connsiteX1554" fmla="*/ 1689168 w 2077975"/>
                <a:gd name="connsiteY1554" fmla="*/ 1750008 h 2078048"/>
                <a:gd name="connsiteX1555" fmla="*/ 1665546 w 2077975"/>
                <a:gd name="connsiteY1555" fmla="*/ 1756199 h 2078048"/>
                <a:gd name="connsiteX1556" fmla="*/ 1665260 w 2077975"/>
                <a:gd name="connsiteY1556" fmla="*/ 1756485 h 2078048"/>
                <a:gd name="connsiteX1557" fmla="*/ 1662117 w 2077975"/>
                <a:gd name="connsiteY1557" fmla="*/ 1760676 h 2078048"/>
                <a:gd name="connsiteX1558" fmla="*/ 1659355 w 2077975"/>
                <a:gd name="connsiteY1558" fmla="*/ 1768201 h 2078048"/>
                <a:gd name="connsiteX1559" fmla="*/ 1659069 w 2077975"/>
                <a:gd name="connsiteY1559" fmla="*/ 1771916 h 2078048"/>
                <a:gd name="connsiteX1560" fmla="*/ 1659545 w 2077975"/>
                <a:gd name="connsiteY1560" fmla="*/ 1775440 h 2078048"/>
                <a:gd name="connsiteX1561" fmla="*/ 1662212 w 2077975"/>
                <a:gd name="connsiteY1561" fmla="*/ 1781060 h 2078048"/>
                <a:gd name="connsiteX1562" fmla="*/ 1644877 w 2077975"/>
                <a:gd name="connsiteY1562" fmla="*/ 1788394 h 2078048"/>
                <a:gd name="connsiteX1563" fmla="*/ 1636971 w 2077975"/>
                <a:gd name="connsiteY1563" fmla="*/ 1791061 h 2078048"/>
                <a:gd name="connsiteX1564" fmla="*/ 1630303 w 2077975"/>
                <a:gd name="connsiteY1564" fmla="*/ 1793252 h 2078048"/>
                <a:gd name="connsiteX1565" fmla="*/ 1611063 w 2077975"/>
                <a:gd name="connsiteY1565" fmla="*/ 1798205 h 2078048"/>
                <a:gd name="connsiteX1566" fmla="*/ 1614206 w 2077975"/>
                <a:gd name="connsiteY1566" fmla="*/ 1777631 h 2078048"/>
                <a:gd name="connsiteX1567" fmla="*/ 1630685 w 2077975"/>
                <a:gd name="connsiteY1567" fmla="*/ 1772963 h 2078048"/>
                <a:gd name="connsiteX1568" fmla="*/ 1638686 w 2077975"/>
                <a:gd name="connsiteY1568" fmla="*/ 1754770 h 2078048"/>
                <a:gd name="connsiteX1569" fmla="*/ 1638686 w 2077975"/>
                <a:gd name="connsiteY1569" fmla="*/ 1754770 h 2078048"/>
                <a:gd name="connsiteX1570" fmla="*/ 1638686 w 2077975"/>
                <a:gd name="connsiteY1570" fmla="*/ 1754770 h 2078048"/>
                <a:gd name="connsiteX1571" fmla="*/ 1637638 w 2077975"/>
                <a:gd name="connsiteY1571" fmla="*/ 1750580 h 2078048"/>
                <a:gd name="connsiteX1572" fmla="*/ 1637447 w 2077975"/>
                <a:gd name="connsiteY1572" fmla="*/ 1750008 h 2078048"/>
                <a:gd name="connsiteX1573" fmla="*/ 1635161 w 2077975"/>
                <a:gd name="connsiteY1573" fmla="*/ 1746198 h 2078048"/>
                <a:gd name="connsiteX1574" fmla="*/ 1615730 w 2077975"/>
                <a:gd name="connsiteY1574" fmla="*/ 1741436 h 2078048"/>
                <a:gd name="connsiteX1575" fmla="*/ 1615730 w 2077975"/>
                <a:gd name="connsiteY1575" fmla="*/ 1740864 h 2078048"/>
                <a:gd name="connsiteX1576" fmla="*/ 1605729 w 2077975"/>
                <a:gd name="connsiteY1576" fmla="*/ 1685714 h 2078048"/>
                <a:gd name="connsiteX1577" fmla="*/ 1594299 w 2077975"/>
                <a:gd name="connsiteY1577" fmla="*/ 1656663 h 2078048"/>
                <a:gd name="connsiteX1578" fmla="*/ 1599252 w 2077975"/>
                <a:gd name="connsiteY1578" fmla="*/ 1639899 h 2078048"/>
                <a:gd name="connsiteX1579" fmla="*/ 1599252 w 2077975"/>
                <a:gd name="connsiteY1579" fmla="*/ 1639899 h 2078048"/>
                <a:gd name="connsiteX1580" fmla="*/ 1599252 w 2077975"/>
                <a:gd name="connsiteY1580" fmla="*/ 1639899 h 2078048"/>
                <a:gd name="connsiteX1581" fmla="*/ 1597823 w 2077975"/>
                <a:gd name="connsiteY1581" fmla="*/ 1635994 h 2078048"/>
                <a:gd name="connsiteX1582" fmla="*/ 1597537 w 2077975"/>
                <a:gd name="connsiteY1582" fmla="*/ 1635422 h 2078048"/>
                <a:gd name="connsiteX1583" fmla="*/ 1594966 w 2077975"/>
                <a:gd name="connsiteY1583" fmla="*/ 1631803 h 2078048"/>
                <a:gd name="connsiteX1584" fmla="*/ 1577440 w 2077975"/>
                <a:gd name="connsiteY1584" fmla="*/ 1626850 h 2078048"/>
                <a:gd name="connsiteX1585" fmla="*/ 1549627 w 2077975"/>
                <a:gd name="connsiteY1585" fmla="*/ 1591131 h 2078048"/>
                <a:gd name="connsiteX1586" fmla="*/ 1549627 w 2077975"/>
                <a:gd name="connsiteY1586" fmla="*/ 1591131 h 2078048"/>
                <a:gd name="connsiteX1587" fmla="*/ 1548008 w 2077975"/>
                <a:gd name="connsiteY1587" fmla="*/ 1589321 h 2078048"/>
                <a:gd name="connsiteX1588" fmla="*/ 1513622 w 2077975"/>
                <a:gd name="connsiteY1588" fmla="*/ 1556270 h 2078048"/>
                <a:gd name="connsiteX1589" fmla="*/ 1506097 w 2077975"/>
                <a:gd name="connsiteY1589" fmla="*/ 1539410 h 2078048"/>
                <a:gd name="connsiteX1590" fmla="*/ 1505717 w 2077975"/>
                <a:gd name="connsiteY1590" fmla="*/ 1539029 h 2078048"/>
                <a:gd name="connsiteX1591" fmla="*/ 1501907 w 2077975"/>
                <a:gd name="connsiteY1591" fmla="*/ 1536743 h 2078048"/>
                <a:gd name="connsiteX1592" fmla="*/ 1489619 w 2077975"/>
                <a:gd name="connsiteY1592" fmla="*/ 1536077 h 2078048"/>
                <a:gd name="connsiteX1593" fmla="*/ 1488571 w 2077975"/>
                <a:gd name="connsiteY1593" fmla="*/ 1536553 h 2078048"/>
                <a:gd name="connsiteX1594" fmla="*/ 1481523 w 2077975"/>
                <a:gd name="connsiteY1594" fmla="*/ 1531409 h 2078048"/>
                <a:gd name="connsiteX1595" fmla="*/ 1422278 w 2077975"/>
                <a:gd name="connsiteY1595" fmla="*/ 1498929 h 2078048"/>
                <a:gd name="connsiteX1596" fmla="*/ 1374653 w 2077975"/>
                <a:gd name="connsiteY1596" fmla="*/ 1487690 h 2078048"/>
                <a:gd name="connsiteX1597" fmla="*/ 1373891 w 2077975"/>
                <a:gd name="connsiteY1597" fmla="*/ 1487690 h 2078048"/>
                <a:gd name="connsiteX1598" fmla="*/ 1364937 w 2077975"/>
                <a:gd name="connsiteY1598" fmla="*/ 1476260 h 2078048"/>
                <a:gd name="connsiteX1599" fmla="*/ 1351030 w 2077975"/>
                <a:gd name="connsiteY1599" fmla="*/ 1474069 h 2078048"/>
                <a:gd name="connsiteX1600" fmla="*/ 1351030 w 2077975"/>
                <a:gd name="connsiteY1600" fmla="*/ 1474069 h 2078048"/>
                <a:gd name="connsiteX1601" fmla="*/ 1351030 w 2077975"/>
                <a:gd name="connsiteY1601" fmla="*/ 1474069 h 2078048"/>
                <a:gd name="connsiteX1602" fmla="*/ 1348935 w 2077975"/>
                <a:gd name="connsiteY1602" fmla="*/ 1475879 h 2078048"/>
                <a:gd name="connsiteX1603" fmla="*/ 1348745 w 2077975"/>
                <a:gd name="connsiteY1603" fmla="*/ 1476164 h 2078048"/>
                <a:gd name="connsiteX1604" fmla="*/ 1347220 w 2077975"/>
                <a:gd name="connsiteY1604" fmla="*/ 1478927 h 2078048"/>
                <a:gd name="connsiteX1605" fmla="*/ 1348649 w 2077975"/>
                <a:gd name="connsiteY1605" fmla="*/ 1491785 h 2078048"/>
                <a:gd name="connsiteX1606" fmla="*/ 1340267 w 2077975"/>
                <a:gd name="connsiteY1606" fmla="*/ 1496072 h 2078048"/>
                <a:gd name="connsiteX1607" fmla="*/ 1318550 w 2077975"/>
                <a:gd name="connsiteY1607" fmla="*/ 1526361 h 2078048"/>
                <a:gd name="connsiteX1608" fmla="*/ 1313883 w 2077975"/>
                <a:gd name="connsiteY1608" fmla="*/ 1549316 h 2078048"/>
                <a:gd name="connsiteX1609" fmla="*/ 1312930 w 2077975"/>
                <a:gd name="connsiteY1609" fmla="*/ 1576653 h 2078048"/>
                <a:gd name="connsiteX1610" fmla="*/ 1321789 w 2077975"/>
                <a:gd name="connsiteY1610" fmla="*/ 1636375 h 2078048"/>
                <a:gd name="connsiteX1611" fmla="*/ 1314931 w 2077975"/>
                <a:gd name="connsiteY1611" fmla="*/ 1656282 h 2078048"/>
                <a:gd name="connsiteX1612" fmla="*/ 1320455 w 2077975"/>
                <a:gd name="connsiteY1612" fmla="*/ 1665045 h 2078048"/>
                <a:gd name="connsiteX1613" fmla="*/ 1325885 w 2077975"/>
                <a:gd name="connsiteY1613" fmla="*/ 1668569 h 2078048"/>
                <a:gd name="connsiteX1614" fmla="*/ 1331219 w 2077975"/>
                <a:gd name="connsiteY1614" fmla="*/ 1669617 h 2078048"/>
                <a:gd name="connsiteX1615" fmla="*/ 1351316 w 2077975"/>
                <a:gd name="connsiteY1615" fmla="*/ 1720957 h 2078048"/>
                <a:gd name="connsiteX1616" fmla="*/ 1360936 w 2077975"/>
                <a:gd name="connsiteY1616" fmla="*/ 1739912 h 2078048"/>
                <a:gd name="connsiteX1617" fmla="*/ 1360936 w 2077975"/>
                <a:gd name="connsiteY1617" fmla="*/ 1740007 h 2078048"/>
                <a:gd name="connsiteX1618" fmla="*/ 1360936 w 2077975"/>
                <a:gd name="connsiteY1618" fmla="*/ 1740007 h 2078048"/>
                <a:gd name="connsiteX1619" fmla="*/ 1365509 w 2077975"/>
                <a:gd name="connsiteY1619" fmla="*/ 1748199 h 2078048"/>
                <a:gd name="connsiteX1620" fmla="*/ 1363127 w 2077975"/>
                <a:gd name="connsiteY1620" fmla="*/ 1749627 h 2078048"/>
                <a:gd name="connsiteX1621" fmla="*/ 1359508 w 2077975"/>
                <a:gd name="connsiteY1621" fmla="*/ 1774392 h 2078048"/>
                <a:gd name="connsiteX1622" fmla="*/ 1374462 w 2077975"/>
                <a:gd name="connsiteY1622" fmla="*/ 1781726 h 2078048"/>
                <a:gd name="connsiteX1623" fmla="*/ 1384368 w 2077975"/>
                <a:gd name="connsiteY1623" fmla="*/ 1778297 h 2078048"/>
                <a:gd name="connsiteX1624" fmla="*/ 1385511 w 2077975"/>
                <a:gd name="connsiteY1624" fmla="*/ 1777250 h 2078048"/>
                <a:gd name="connsiteX1625" fmla="*/ 1418468 w 2077975"/>
                <a:gd name="connsiteY1625" fmla="*/ 1811254 h 2078048"/>
                <a:gd name="connsiteX1626" fmla="*/ 1448567 w 2077975"/>
                <a:gd name="connsiteY1626" fmla="*/ 1832209 h 2078048"/>
                <a:gd name="connsiteX1627" fmla="*/ 1448281 w 2077975"/>
                <a:gd name="connsiteY1627" fmla="*/ 1832399 h 2078048"/>
                <a:gd name="connsiteX1628" fmla="*/ 1444090 w 2077975"/>
                <a:gd name="connsiteY1628" fmla="*/ 1858212 h 2078048"/>
                <a:gd name="connsiteX1629" fmla="*/ 1471712 w 2077975"/>
                <a:gd name="connsiteY1629" fmla="*/ 1859545 h 2078048"/>
                <a:gd name="connsiteX1630" fmla="*/ 1475332 w 2077975"/>
                <a:gd name="connsiteY1630" fmla="*/ 1856021 h 2078048"/>
                <a:gd name="connsiteX1631" fmla="*/ 1475522 w 2077975"/>
                <a:gd name="connsiteY1631" fmla="*/ 1855831 h 2078048"/>
                <a:gd name="connsiteX1632" fmla="*/ 1477808 w 2077975"/>
                <a:gd name="connsiteY1632" fmla="*/ 1852116 h 2078048"/>
                <a:gd name="connsiteX1633" fmla="*/ 1477903 w 2077975"/>
                <a:gd name="connsiteY1633" fmla="*/ 1851926 h 2078048"/>
                <a:gd name="connsiteX1634" fmla="*/ 1477903 w 2077975"/>
                <a:gd name="connsiteY1634" fmla="*/ 1851926 h 2078048"/>
                <a:gd name="connsiteX1635" fmla="*/ 1479332 w 2077975"/>
                <a:gd name="connsiteY1635" fmla="*/ 1847354 h 2078048"/>
                <a:gd name="connsiteX1636" fmla="*/ 1500668 w 2077975"/>
                <a:gd name="connsiteY1636" fmla="*/ 1854307 h 2078048"/>
                <a:gd name="connsiteX1637" fmla="*/ 1499144 w 2077975"/>
                <a:gd name="connsiteY1637" fmla="*/ 1856307 h 2078048"/>
                <a:gd name="connsiteX1638" fmla="*/ 1496287 w 2077975"/>
                <a:gd name="connsiteY1638" fmla="*/ 1863546 h 2078048"/>
                <a:gd name="connsiteX1639" fmla="*/ 1496287 w 2077975"/>
                <a:gd name="connsiteY1639" fmla="*/ 1863546 h 2078048"/>
                <a:gd name="connsiteX1640" fmla="*/ 1496096 w 2077975"/>
                <a:gd name="connsiteY1640" fmla="*/ 1868118 h 2078048"/>
                <a:gd name="connsiteX1641" fmla="*/ 1496192 w 2077975"/>
                <a:gd name="connsiteY1641" fmla="*/ 1868594 h 2078048"/>
                <a:gd name="connsiteX1642" fmla="*/ 1504097 w 2077975"/>
                <a:gd name="connsiteY1642" fmla="*/ 1880501 h 2078048"/>
                <a:gd name="connsiteX1643" fmla="*/ 1413419 w 2077975"/>
                <a:gd name="connsiteY1643" fmla="*/ 1945557 h 2078048"/>
                <a:gd name="connsiteX1644" fmla="*/ 1371986 w 2077975"/>
                <a:gd name="connsiteY1644" fmla="*/ 1958510 h 2078048"/>
                <a:gd name="connsiteX1645" fmla="*/ 1367509 w 2077975"/>
                <a:gd name="connsiteY1645" fmla="*/ 1945557 h 2078048"/>
                <a:gd name="connsiteX1646" fmla="*/ 1343411 w 2077975"/>
                <a:gd name="connsiteY1646" fmla="*/ 1942127 h 2078048"/>
                <a:gd name="connsiteX1647" fmla="*/ 1342744 w 2077975"/>
                <a:gd name="connsiteY1647" fmla="*/ 1942413 h 2078048"/>
                <a:gd name="connsiteX1648" fmla="*/ 1338267 w 2077975"/>
                <a:gd name="connsiteY1648" fmla="*/ 1945080 h 2078048"/>
                <a:gd name="connsiteX1649" fmla="*/ 1330552 w 2077975"/>
                <a:gd name="connsiteY1649" fmla="*/ 1963940 h 2078048"/>
                <a:gd name="connsiteX1650" fmla="*/ 1294452 w 2077975"/>
                <a:gd name="connsiteY1650" fmla="*/ 1962892 h 2078048"/>
                <a:gd name="connsiteX1651" fmla="*/ 1290928 w 2077975"/>
                <a:gd name="connsiteY1651" fmla="*/ 1962511 h 2078048"/>
                <a:gd name="connsiteX1652" fmla="*/ 1276640 w 2077975"/>
                <a:gd name="connsiteY1652" fmla="*/ 1960320 h 2078048"/>
                <a:gd name="connsiteX1653" fmla="*/ 1287499 w 2077975"/>
                <a:gd name="connsiteY1653" fmla="*/ 1942413 h 2078048"/>
                <a:gd name="connsiteX1654" fmla="*/ 1304453 w 2077975"/>
                <a:gd name="connsiteY1654" fmla="*/ 1944318 h 2078048"/>
                <a:gd name="connsiteX1655" fmla="*/ 1319598 w 2077975"/>
                <a:gd name="connsiteY1655" fmla="*/ 1926316 h 2078048"/>
                <a:gd name="connsiteX1656" fmla="*/ 1319598 w 2077975"/>
                <a:gd name="connsiteY1656" fmla="*/ 1925935 h 2078048"/>
                <a:gd name="connsiteX1657" fmla="*/ 1318931 w 2077975"/>
                <a:gd name="connsiteY1657" fmla="*/ 1921458 h 2078048"/>
                <a:gd name="connsiteX1658" fmla="*/ 1318931 w 2077975"/>
                <a:gd name="connsiteY1658" fmla="*/ 1921458 h 2078048"/>
                <a:gd name="connsiteX1659" fmla="*/ 1309502 w 2077975"/>
                <a:gd name="connsiteY1659" fmla="*/ 1911266 h 2078048"/>
                <a:gd name="connsiteX1660" fmla="*/ 1302739 w 2077975"/>
                <a:gd name="connsiteY1660" fmla="*/ 1909552 h 2078048"/>
                <a:gd name="connsiteX1661" fmla="*/ 1302929 w 2077975"/>
                <a:gd name="connsiteY1661" fmla="*/ 1908980 h 2078048"/>
                <a:gd name="connsiteX1662" fmla="*/ 1314931 w 2077975"/>
                <a:gd name="connsiteY1662" fmla="*/ 1854212 h 2078048"/>
                <a:gd name="connsiteX1663" fmla="*/ 1315502 w 2077975"/>
                <a:gd name="connsiteY1663" fmla="*/ 1822970 h 2078048"/>
                <a:gd name="connsiteX1664" fmla="*/ 1326742 w 2077975"/>
                <a:gd name="connsiteY1664" fmla="*/ 1805253 h 2078048"/>
                <a:gd name="connsiteX1665" fmla="*/ 1326742 w 2077975"/>
                <a:gd name="connsiteY1665" fmla="*/ 1804682 h 2078048"/>
                <a:gd name="connsiteX1666" fmla="*/ 1325789 w 2077975"/>
                <a:gd name="connsiteY1666" fmla="*/ 1800300 h 2078048"/>
                <a:gd name="connsiteX1667" fmla="*/ 1311502 w 2077975"/>
                <a:gd name="connsiteY1667" fmla="*/ 1788965 h 2078048"/>
                <a:gd name="connsiteX1668" fmla="*/ 1299500 w 2077975"/>
                <a:gd name="connsiteY1668" fmla="*/ 1745436 h 2078048"/>
                <a:gd name="connsiteX1669" fmla="*/ 1299500 w 2077975"/>
                <a:gd name="connsiteY1669" fmla="*/ 1745436 h 2078048"/>
                <a:gd name="connsiteX1670" fmla="*/ 1298738 w 2077975"/>
                <a:gd name="connsiteY1670" fmla="*/ 1743150 h 2078048"/>
                <a:gd name="connsiteX1671" fmla="*/ 1279593 w 2077975"/>
                <a:gd name="connsiteY1671" fmla="*/ 1699430 h 2078048"/>
                <a:gd name="connsiteX1672" fmla="*/ 1279117 w 2077975"/>
                <a:gd name="connsiteY1672" fmla="*/ 1680952 h 2078048"/>
                <a:gd name="connsiteX1673" fmla="*/ 1278831 w 2077975"/>
                <a:gd name="connsiteY1673" fmla="*/ 1680476 h 2078048"/>
                <a:gd name="connsiteX1674" fmla="*/ 1276259 w 2077975"/>
                <a:gd name="connsiteY1674" fmla="*/ 1676951 h 2078048"/>
                <a:gd name="connsiteX1675" fmla="*/ 1264067 w 2077975"/>
                <a:gd name="connsiteY1675" fmla="*/ 1671522 h 2078048"/>
                <a:gd name="connsiteX1676" fmla="*/ 1217395 w 2077975"/>
                <a:gd name="connsiteY1676" fmla="*/ 1611419 h 2078048"/>
                <a:gd name="connsiteX1677" fmla="*/ 1177866 w 2077975"/>
                <a:gd name="connsiteY1677" fmla="*/ 1582749 h 2078048"/>
                <a:gd name="connsiteX1678" fmla="*/ 1177009 w 2077975"/>
                <a:gd name="connsiteY1678" fmla="*/ 1582368 h 2078048"/>
                <a:gd name="connsiteX1679" fmla="*/ 1173199 w 2077975"/>
                <a:gd name="connsiteY1679" fmla="*/ 1568366 h 2078048"/>
                <a:gd name="connsiteX1680" fmla="*/ 1161197 w 2077975"/>
                <a:gd name="connsiteY1680" fmla="*/ 1560937 h 2078048"/>
                <a:gd name="connsiteX1681" fmla="*/ 1161197 w 2077975"/>
                <a:gd name="connsiteY1681" fmla="*/ 1560937 h 2078048"/>
                <a:gd name="connsiteX1682" fmla="*/ 1161197 w 2077975"/>
                <a:gd name="connsiteY1682" fmla="*/ 1560937 h 2078048"/>
                <a:gd name="connsiteX1683" fmla="*/ 1158530 w 2077975"/>
                <a:gd name="connsiteY1683" fmla="*/ 1561794 h 2078048"/>
                <a:gd name="connsiteX1684" fmla="*/ 1158149 w 2077975"/>
                <a:gd name="connsiteY1684" fmla="*/ 1561985 h 2078048"/>
                <a:gd name="connsiteX1685" fmla="*/ 1155768 w 2077975"/>
                <a:gd name="connsiteY1685" fmla="*/ 1563985 h 2078048"/>
                <a:gd name="connsiteX1686" fmla="*/ 1152244 w 2077975"/>
                <a:gd name="connsiteY1686" fmla="*/ 1576463 h 2078048"/>
                <a:gd name="connsiteX1687" fmla="*/ 1142814 w 2077975"/>
                <a:gd name="connsiteY1687" fmla="*/ 1577129 h 2078048"/>
                <a:gd name="connsiteX1688" fmla="*/ 1111191 w 2077975"/>
                <a:gd name="connsiteY1688" fmla="*/ 1596751 h 2078048"/>
                <a:gd name="connsiteX1689" fmla="*/ 1098046 w 2077975"/>
                <a:gd name="connsiteY1689" fmla="*/ 1616182 h 2078048"/>
                <a:gd name="connsiteX1690" fmla="*/ 1086617 w 2077975"/>
                <a:gd name="connsiteY1690" fmla="*/ 1641042 h 2078048"/>
                <a:gd name="connsiteX1691" fmla="*/ 1071853 w 2077975"/>
                <a:gd name="connsiteY1691" fmla="*/ 1699621 h 2078048"/>
                <a:gd name="connsiteX1692" fmla="*/ 1057851 w 2077975"/>
                <a:gd name="connsiteY1692" fmla="*/ 1715337 h 2078048"/>
                <a:gd name="connsiteX1693" fmla="*/ 1067757 w 2077975"/>
                <a:gd name="connsiteY1693" fmla="*/ 1733911 h 2078048"/>
                <a:gd name="connsiteX1694" fmla="*/ 1066614 w 2077975"/>
                <a:gd name="connsiteY1694" fmla="*/ 1788965 h 2078048"/>
                <a:gd name="connsiteX1695" fmla="*/ 1068233 w 2077975"/>
                <a:gd name="connsiteY1695" fmla="*/ 1810206 h 2078048"/>
                <a:gd name="connsiteX1696" fmla="*/ 1068233 w 2077975"/>
                <a:gd name="connsiteY1696" fmla="*/ 1810301 h 2078048"/>
                <a:gd name="connsiteX1697" fmla="*/ 1068233 w 2077975"/>
                <a:gd name="connsiteY1697" fmla="*/ 1810301 h 2078048"/>
                <a:gd name="connsiteX1698" fmla="*/ 1069376 w 2077975"/>
                <a:gd name="connsiteY1698" fmla="*/ 1819636 h 2078048"/>
                <a:gd name="connsiteX1699" fmla="*/ 1066614 w 2077975"/>
                <a:gd name="connsiteY1699" fmla="*/ 1820017 h 2078048"/>
                <a:gd name="connsiteX1700" fmla="*/ 1053755 w 2077975"/>
                <a:gd name="connsiteY1700" fmla="*/ 1841448 h 2078048"/>
                <a:gd name="connsiteX1701" fmla="*/ 1054898 w 2077975"/>
                <a:gd name="connsiteY1701" fmla="*/ 1844877 h 2078048"/>
                <a:gd name="connsiteX1702" fmla="*/ 1064804 w 2077975"/>
                <a:gd name="connsiteY1702" fmla="*/ 1854021 h 2078048"/>
                <a:gd name="connsiteX1703" fmla="*/ 1075282 w 2077975"/>
                <a:gd name="connsiteY1703" fmla="*/ 1854688 h 2078048"/>
                <a:gd name="connsiteX1704" fmla="*/ 1076711 w 2077975"/>
                <a:gd name="connsiteY1704" fmla="*/ 1854212 h 2078048"/>
                <a:gd name="connsiteX1705" fmla="*/ 1094046 w 2077975"/>
                <a:gd name="connsiteY1705" fmla="*/ 1898122 h 2078048"/>
                <a:gd name="connsiteX1706" fmla="*/ 1113763 w 2077975"/>
                <a:gd name="connsiteY1706" fmla="*/ 1929078 h 2078048"/>
                <a:gd name="connsiteX1707" fmla="*/ 1113477 w 2077975"/>
                <a:gd name="connsiteY1707" fmla="*/ 1929174 h 2078048"/>
                <a:gd name="connsiteX1708" fmla="*/ 1101666 w 2077975"/>
                <a:gd name="connsiteY1708" fmla="*/ 1937746 h 2078048"/>
                <a:gd name="connsiteX1709" fmla="*/ 1100142 w 2077975"/>
                <a:gd name="connsiteY1709" fmla="*/ 1940889 h 2078048"/>
                <a:gd name="connsiteX1710" fmla="*/ 1099094 w 2077975"/>
                <a:gd name="connsiteY1710" fmla="*/ 1947747 h 2078048"/>
                <a:gd name="connsiteX1711" fmla="*/ 1099761 w 2077975"/>
                <a:gd name="connsiteY1711" fmla="*/ 1951271 h 2078048"/>
                <a:gd name="connsiteX1712" fmla="*/ 1101190 w 2077975"/>
                <a:gd name="connsiteY1712" fmla="*/ 1954605 h 2078048"/>
                <a:gd name="connsiteX1713" fmla="*/ 1109191 w 2077975"/>
                <a:gd name="connsiteY1713" fmla="*/ 1961844 h 2078048"/>
                <a:gd name="connsiteX1714" fmla="*/ 1112715 w 2077975"/>
                <a:gd name="connsiteY1714" fmla="*/ 1963178 h 2078048"/>
                <a:gd name="connsiteX1715" fmla="*/ 1120526 w 2077975"/>
                <a:gd name="connsiteY1715" fmla="*/ 1963940 h 2078048"/>
                <a:gd name="connsiteX1716" fmla="*/ 1124621 w 2077975"/>
                <a:gd name="connsiteY1716" fmla="*/ 1963273 h 2078048"/>
                <a:gd name="connsiteX1717" fmla="*/ 1129288 w 2077975"/>
                <a:gd name="connsiteY1717" fmla="*/ 1961463 h 2078048"/>
                <a:gd name="connsiteX1718" fmla="*/ 1129574 w 2077975"/>
                <a:gd name="connsiteY1718" fmla="*/ 1961273 h 2078048"/>
                <a:gd name="connsiteX1719" fmla="*/ 1133194 w 2077975"/>
                <a:gd name="connsiteY1719" fmla="*/ 1958701 h 2078048"/>
                <a:gd name="connsiteX1720" fmla="*/ 1133289 w 2077975"/>
                <a:gd name="connsiteY1720" fmla="*/ 1958606 h 2078048"/>
                <a:gd name="connsiteX1721" fmla="*/ 1133289 w 2077975"/>
                <a:gd name="connsiteY1721" fmla="*/ 1958606 h 2078048"/>
                <a:gd name="connsiteX1722" fmla="*/ 1136337 w 2077975"/>
                <a:gd name="connsiteY1722" fmla="*/ 1954986 h 2078048"/>
                <a:gd name="connsiteX1723" fmla="*/ 1153387 w 2077975"/>
                <a:gd name="connsiteY1723" fmla="*/ 1969559 h 2078048"/>
                <a:gd name="connsiteX1724" fmla="*/ 1145767 w 2077975"/>
                <a:gd name="connsiteY1724" fmla="*/ 1976417 h 2078048"/>
                <a:gd name="connsiteX1725" fmla="*/ 1143862 w 2077975"/>
                <a:gd name="connsiteY1725" fmla="*/ 1980608 h 2078048"/>
                <a:gd name="connsiteX1726" fmla="*/ 1143767 w 2077975"/>
                <a:gd name="connsiteY1726" fmla="*/ 1981085 h 2078048"/>
                <a:gd name="connsiteX1727" fmla="*/ 1146529 w 2077975"/>
                <a:gd name="connsiteY1727" fmla="*/ 1995086 h 2078048"/>
                <a:gd name="connsiteX1728" fmla="*/ 1038230 w 2077975"/>
                <a:gd name="connsiteY1728" fmla="*/ 2020423 h 2078048"/>
                <a:gd name="connsiteX1729" fmla="*/ 995177 w 2077975"/>
                <a:gd name="connsiteY1729" fmla="*/ 2016327 h 2078048"/>
                <a:gd name="connsiteX1730" fmla="*/ 995939 w 2077975"/>
                <a:gd name="connsiteY1730" fmla="*/ 2002707 h 2078048"/>
                <a:gd name="connsiteX1731" fmla="*/ 979936 w 2077975"/>
                <a:gd name="connsiteY1731" fmla="*/ 1990895 h 2078048"/>
                <a:gd name="connsiteX1732" fmla="*/ 979936 w 2077975"/>
                <a:gd name="connsiteY1732" fmla="*/ 1990895 h 2078048"/>
                <a:gd name="connsiteX1733" fmla="*/ 979841 w 2077975"/>
                <a:gd name="connsiteY1733" fmla="*/ 1990895 h 2078048"/>
                <a:gd name="connsiteX1734" fmla="*/ 975079 w 2077975"/>
                <a:gd name="connsiteY1734" fmla="*/ 1990514 h 2078048"/>
                <a:gd name="connsiteX1735" fmla="*/ 974317 w 2077975"/>
                <a:gd name="connsiteY1735" fmla="*/ 1990514 h 2078048"/>
                <a:gd name="connsiteX1736" fmla="*/ 969173 w 2077975"/>
                <a:gd name="connsiteY1736" fmla="*/ 1991181 h 2078048"/>
                <a:gd name="connsiteX1737" fmla="*/ 965268 w 2077975"/>
                <a:gd name="connsiteY1737" fmla="*/ 1992610 h 2078048"/>
                <a:gd name="connsiteX1738" fmla="*/ 955457 w 2077975"/>
                <a:gd name="connsiteY1738" fmla="*/ 2002992 h 2078048"/>
                <a:gd name="connsiteX1739" fmla="*/ 954886 w 2077975"/>
                <a:gd name="connsiteY1739" fmla="*/ 2005754 h 2078048"/>
                <a:gd name="connsiteX1740" fmla="*/ 923072 w 2077975"/>
                <a:gd name="connsiteY1740" fmla="*/ 1991562 h 2078048"/>
                <a:gd name="connsiteX1741" fmla="*/ 917548 w 2077975"/>
                <a:gd name="connsiteY1741" fmla="*/ 1988419 h 2078048"/>
                <a:gd name="connsiteX1742" fmla="*/ 906594 w 2077975"/>
                <a:gd name="connsiteY1742" fmla="*/ 1981656 h 2078048"/>
                <a:gd name="connsiteX1743" fmla="*/ 923358 w 2077975"/>
                <a:gd name="connsiteY1743" fmla="*/ 1969369 h 2078048"/>
                <a:gd name="connsiteX1744" fmla="*/ 938312 w 2077975"/>
                <a:gd name="connsiteY1744" fmla="*/ 1977751 h 2078048"/>
                <a:gd name="connsiteX1745" fmla="*/ 956886 w 2077975"/>
                <a:gd name="connsiteY1745" fmla="*/ 1970321 h 2078048"/>
                <a:gd name="connsiteX1746" fmla="*/ 956886 w 2077975"/>
                <a:gd name="connsiteY1746" fmla="*/ 1970321 h 2078048"/>
                <a:gd name="connsiteX1747" fmla="*/ 956886 w 2077975"/>
                <a:gd name="connsiteY1747" fmla="*/ 1970321 h 2078048"/>
                <a:gd name="connsiteX1748" fmla="*/ 959077 w 2077975"/>
                <a:gd name="connsiteY1748" fmla="*/ 1966607 h 2078048"/>
                <a:gd name="connsiteX1749" fmla="*/ 959363 w 2077975"/>
                <a:gd name="connsiteY1749" fmla="*/ 1966035 h 2078048"/>
                <a:gd name="connsiteX1750" fmla="*/ 960410 w 2077975"/>
                <a:gd name="connsiteY1750" fmla="*/ 1961654 h 2078048"/>
                <a:gd name="connsiteX1751" fmla="*/ 950028 w 2077975"/>
                <a:gd name="connsiteY1751" fmla="*/ 1944604 h 2078048"/>
                <a:gd name="connsiteX1752" fmla="*/ 950409 w 2077975"/>
                <a:gd name="connsiteY1752" fmla="*/ 1944223 h 2078048"/>
                <a:gd name="connsiteX1753" fmla="*/ 982318 w 2077975"/>
                <a:gd name="connsiteY1753" fmla="*/ 1898217 h 2078048"/>
                <a:gd name="connsiteX1754" fmla="*/ 994795 w 2077975"/>
                <a:gd name="connsiteY1754" fmla="*/ 1869642 h 2078048"/>
                <a:gd name="connsiteX1755" fmla="*/ 1010226 w 2077975"/>
                <a:gd name="connsiteY1755" fmla="*/ 1861165 h 2078048"/>
                <a:gd name="connsiteX1756" fmla="*/ 1010226 w 2077975"/>
                <a:gd name="connsiteY1756" fmla="*/ 1861165 h 2078048"/>
                <a:gd name="connsiteX1757" fmla="*/ 1010226 w 2077975"/>
                <a:gd name="connsiteY1757" fmla="*/ 1861165 h 2078048"/>
                <a:gd name="connsiteX1758" fmla="*/ 1012036 w 2077975"/>
                <a:gd name="connsiteY1758" fmla="*/ 1857355 h 2078048"/>
                <a:gd name="connsiteX1759" fmla="*/ 1012226 w 2077975"/>
                <a:gd name="connsiteY1759" fmla="*/ 1856879 h 2078048"/>
                <a:gd name="connsiteX1760" fmla="*/ 1012988 w 2077975"/>
                <a:gd name="connsiteY1760" fmla="*/ 1852497 h 2078048"/>
                <a:gd name="connsiteX1761" fmla="*/ 1012988 w 2077975"/>
                <a:gd name="connsiteY1761" fmla="*/ 1852497 h 2078048"/>
                <a:gd name="connsiteX1762" fmla="*/ 1012988 w 2077975"/>
                <a:gd name="connsiteY1762" fmla="*/ 1852497 h 2078048"/>
                <a:gd name="connsiteX1763" fmla="*/ 1012988 w 2077975"/>
                <a:gd name="connsiteY1763" fmla="*/ 1852497 h 2078048"/>
                <a:gd name="connsiteX1764" fmla="*/ 1010321 w 2077975"/>
                <a:gd name="connsiteY1764" fmla="*/ 1842496 h 2078048"/>
                <a:gd name="connsiteX1765" fmla="*/ 1004130 w 2077975"/>
                <a:gd name="connsiteY1765" fmla="*/ 1836590 h 2078048"/>
                <a:gd name="connsiteX1766" fmla="*/ 1009845 w 2077975"/>
                <a:gd name="connsiteY1766" fmla="*/ 1789251 h 2078048"/>
                <a:gd name="connsiteX1767" fmla="*/ 1008893 w 2077975"/>
                <a:gd name="connsiteY1767" fmla="*/ 1741531 h 2078048"/>
                <a:gd name="connsiteX1768" fmla="*/ 1015465 w 2077975"/>
                <a:gd name="connsiteY1768" fmla="*/ 1724291 h 2078048"/>
                <a:gd name="connsiteX1769" fmla="*/ 1015369 w 2077975"/>
                <a:gd name="connsiteY1769" fmla="*/ 1723719 h 2078048"/>
                <a:gd name="connsiteX1770" fmla="*/ 1014322 w 2077975"/>
                <a:gd name="connsiteY1770" fmla="*/ 1719433 h 2078048"/>
                <a:gd name="connsiteX1771" fmla="*/ 1004987 w 2077975"/>
                <a:gd name="connsiteY1771" fmla="*/ 1709908 h 2078048"/>
                <a:gd name="connsiteX1772" fmla="*/ 1003654 w 2077975"/>
                <a:gd name="connsiteY1772" fmla="*/ 1701335 h 2078048"/>
                <a:gd name="connsiteX1773" fmla="*/ 984699 w 2077975"/>
                <a:gd name="connsiteY1773" fmla="*/ 1636375 h 2078048"/>
                <a:gd name="connsiteX1774" fmla="*/ 958410 w 2077975"/>
                <a:gd name="connsiteY1774" fmla="*/ 1594179 h 2078048"/>
                <a:gd name="connsiteX1775" fmla="*/ 960124 w 2077975"/>
                <a:gd name="connsiteY1775" fmla="*/ 1579796 h 2078048"/>
                <a:gd name="connsiteX1776" fmla="*/ 951838 w 2077975"/>
                <a:gd name="connsiteY1776" fmla="*/ 1568652 h 2078048"/>
                <a:gd name="connsiteX1777" fmla="*/ 951838 w 2077975"/>
                <a:gd name="connsiteY1777" fmla="*/ 1568652 h 2078048"/>
                <a:gd name="connsiteX1778" fmla="*/ 951743 w 2077975"/>
                <a:gd name="connsiteY1778" fmla="*/ 1568652 h 2078048"/>
                <a:gd name="connsiteX1779" fmla="*/ 949171 w 2077975"/>
                <a:gd name="connsiteY1779" fmla="*/ 1568366 h 2078048"/>
                <a:gd name="connsiteX1780" fmla="*/ 948599 w 2077975"/>
                <a:gd name="connsiteY1780" fmla="*/ 1568366 h 2078048"/>
                <a:gd name="connsiteX1781" fmla="*/ 945647 w 2077975"/>
                <a:gd name="connsiteY1781" fmla="*/ 1569224 h 2078048"/>
                <a:gd name="connsiteX1782" fmla="*/ 937550 w 2077975"/>
                <a:gd name="connsiteY1782" fmla="*/ 1579320 h 2078048"/>
                <a:gd name="connsiteX1783" fmla="*/ 928597 w 2077975"/>
                <a:gd name="connsiteY1783" fmla="*/ 1576558 h 2078048"/>
                <a:gd name="connsiteX1784" fmla="*/ 852492 w 2077975"/>
                <a:gd name="connsiteY1784" fmla="*/ 1614182 h 2078048"/>
                <a:gd name="connsiteX1785" fmla="*/ 816583 w 2077975"/>
                <a:gd name="connsiteY1785" fmla="*/ 1662569 h 2078048"/>
                <a:gd name="connsiteX1786" fmla="*/ 815630 w 2077975"/>
                <a:gd name="connsiteY1786" fmla="*/ 1662188 h 2078048"/>
                <a:gd name="connsiteX1787" fmla="*/ 812773 w 2077975"/>
                <a:gd name="connsiteY1787" fmla="*/ 1661807 h 2078048"/>
                <a:gd name="connsiteX1788" fmla="*/ 804295 w 2077975"/>
                <a:gd name="connsiteY1788" fmla="*/ 1664283 h 2078048"/>
                <a:gd name="connsiteX1789" fmla="*/ 797628 w 2077975"/>
                <a:gd name="connsiteY1789" fmla="*/ 1671808 h 2078048"/>
                <a:gd name="connsiteX1790" fmla="*/ 795247 w 2077975"/>
                <a:gd name="connsiteY1790" fmla="*/ 1681904 h 2078048"/>
                <a:gd name="connsiteX1791" fmla="*/ 798104 w 2077975"/>
                <a:gd name="connsiteY1791" fmla="*/ 1691049 h 2078048"/>
                <a:gd name="connsiteX1792" fmla="*/ 799628 w 2077975"/>
                <a:gd name="connsiteY1792" fmla="*/ 1692763 h 2078048"/>
                <a:gd name="connsiteX1793" fmla="*/ 777435 w 2077975"/>
                <a:gd name="connsiteY1793" fmla="*/ 1743245 h 2078048"/>
                <a:gd name="connsiteX1794" fmla="*/ 768291 w 2077975"/>
                <a:gd name="connsiteY1794" fmla="*/ 1772487 h 2078048"/>
                <a:gd name="connsiteX1795" fmla="*/ 765624 w 2077975"/>
                <a:gd name="connsiteY1795" fmla="*/ 1771820 h 2078048"/>
                <a:gd name="connsiteX1796" fmla="*/ 745526 w 2077975"/>
                <a:gd name="connsiteY1796" fmla="*/ 1786584 h 2078048"/>
                <a:gd name="connsiteX1797" fmla="*/ 760290 w 2077975"/>
                <a:gd name="connsiteY1797" fmla="*/ 1807063 h 2078048"/>
                <a:gd name="connsiteX1798" fmla="*/ 761909 w 2077975"/>
                <a:gd name="connsiteY1798" fmla="*/ 1807063 h 2078048"/>
                <a:gd name="connsiteX1799" fmla="*/ 761147 w 2077975"/>
                <a:gd name="connsiteY1799" fmla="*/ 1854307 h 2078048"/>
                <a:gd name="connsiteX1800" fmla="*/ 767529 w 2077975"/>
                <a:gd name="connsiteY1800" fmla="*/ 1890597 h 2078048"/>
                <a:gd name="connsiteX1801" fmla="*/ 767243 w 2077975"/>
                <a:gd name="connsiteY1801" fmla="*/ 1890502 h 2078048"/>
                <a:gd name="connsiteX1802" fmla="*/ 753051 w 2077975"/>
                <a:gd name="connsiteY1802" fmla="*/ 1893836 h 2078048"/>
                <a:gd name="connsiteX1803" fmla="*/ 746098 w 2077975"/>
                <a:gd name="connsiteY1803" fmla="*/ 1905647 h 2078048"/>
                <a:gd name="connsiteX1804" fmla="*/ 756861 w 2077975"/>
                <a:gd name="connsiteY1804" fmla="*/ 1923839 h 2078048"/>
                <a:gd name="connsiteX1805" fmla="*/ 764576 w 2077975"/>
                <a:gd name="connsiteY1805" fmla="*/ 1926316 h 2078048"/>
                <a:gd name="connsiteX1806" fmla="*/ 764576 w 2077975"/>
                <a:gd name="connsiteY1806" fmla="*/ 1926316 h 2078048"/>
                <a:gd name="connsiteX1807" fmla="*/ 769529 w 2077975"/>
                <a:gd name="connsiteY1807" fmla="*/ 1926220 h 2078048"/>
                <a:gd name="connsiteX1808" fmla="*/ 770101 w 2077975"/>
                <a:gd name="connsiteY1808" fmla="*/ 1926125 h 2078048"/>
                <a:gd name="connsiteX1809" fmla="*/ 774482 w 2077975"/>
                <a:gd name="connsiteY1809" fmla="*/ 1924982 h 2078048"/>
                <a:gd name="connsiteX1810" fmla="*/ 774482 w 2077975"/>
                <a:gd name="connsiteY1810" fmla="*/ 1924982 h 2078048"/>
                <a:gd name="connsiteX1811" fmla="*/ 774482 w 2077975"/>
                <a:gd name="connsiteY1811" fmla="*/ 1924982 h 2078048"/>
                <a:gd name="connsiteX1812" fmla="*/ 778673 w 2077975"/>
                <a:gd name="connsiteY1812" fmla="*/ 1922792 h 2078048"/>
                <a:gd name="connsiteX1813" fmla="*/ 788865 w 2077975"/>
                <a:gd name="connsiteY1813" fmla="*/ 1942985 h 2078048"/>
                <a:gd name="connsiteX1814" fmla="*/ 779245 w 2077975"/>
                <a:gd name="connsiteY1814" fmla="*/ 1946318 h 2078048"/>
                <a:gd name="connsiteX1815" fmla="*/ 775911 w 2077975"/>
                <a:gd name="connsiteY1815" fmla="*/ 1949366 h 2078048"/>
                <a:gd name="connsiteX1816" fmla="*/ 775625 w 2077975"/>
                <a:gd name="connsiteY1816" fmla="*/ 1949747 h 2078048"/>
                <a:gd name="connsiteX1817" fmla="*/ 772768 w 2077975"/>
                <a:gd name="connsiteY1817" fmla="*/ 1963749 h 2078048"/>
                <a:gd name="connsiteX1818" fmla="*/ 662659 w 2077975"/>
                <a:gd name="connsiteY1818" fmla="*/ 1945652 h 2078048"/>
                <a:gd name="connsiteX1819" fmla="*/ 624273 w 2077975"/>
                <a:gd name="connsiteY1819" fmla="*/ 1925363 h 2078048"/>
                <a:gd name="connsiteX1820" fmla="*/ 630178 w 2077975"/>
                <a:gd name="connsiteY1820" fmla="*/ 1913076 h 2078048"/>
                <a:gd name="connsiteX1821" fmla="*/ 624082 w 2077975"/>
                <a:gd name="connsiteY1821" fmla="*/ 1899551 h 2078048"/>
                <a:gd name="connsiteX1822" fmla="*/ 615510 w 2077975"/>
                <a:gd name="connsiteY1822" fmla="*/ 1893740 h 2078048"/>
                <a:gd name="connsiteX1823" fmla="*/ 614843 w 2077975"/>
                <a:gd name="connsiteY1823" fmla="*/ 1893455 h 2078048"/>
                <a:gd name="connsiteX1824" fmla="*/ 609795 w 2077975"/>
                <a:gd name="connsiteY1824" fmla="*/ 1892121 h 2078048"/>
                <a:gd name="connsiteX1825" fmla="*/ 590936 w 2077975"/>
                <a:gd name="connsiteY1825" fmla="*/ 1900027 h 2078048"/>
                <a:gd name="connsiteX1826" fmla="*/ 587983 w 2077975"/>
                <a:gd name="connsiteY1826" fmla="*/ 1897455 h 2078048"/>
                <a:gd name="connsiteX1827" fmla="*/ 587792 w 2077975"/>
                <a:gd name="connsiteY1827" fmla="*/ 1897265 h 2078048"/>
                <a:gd name="connsiteX1828" fmla="*/ 567028 w 2077975"/>
                <a:gd name="connsiteY1828" fmla="*/ 1874690 h 2078048"/>
                <a:gd name="connsiteX1829" fmla="*/ 563027 w 2077975"/>
                <a:gd name="connsiteY1829" fmla="*/ 1869452 h 2078048"/>
                <a:gd name="connsiteX1830" fmla="*/ 555598 w 2077975"/>
                <a:gd name="connsiteY1830" fmla="*/ 1859069 h 2078048"/>
                <a:gd name="connsiteX1831" fmla="*/ 575791 w 2077975"/>
                <a:gd name="connsiteY1831" fmla="*/ 1854212 h 2078048"/>
                <a:gd name="connsiteX1832" fmla="*/ 586364 w 2077975"/>
                <a:gd name="connsiteY1832" fmla="*/ 1867737 h 2078048"/>
                <a:gd name="connsiteX1833" fmla="*/ 606366 w 2077975"/>
                <a:gd name="connsiteY1833" fmla="*/ 1868023 h 2078048"/>
                <a:gd name="connsiteX1834" fmla="*/ 606366 w 2077975"/>
                <a:gd name="connsiteY1834" fmla="*/ 1868023 h 2078048"/>
                <a:gd name="connsiteX1835" fmla="*/ 606366 w 2077975"/>
                <a:gd name="connsiteY1835" fmla="*/ 1868023 h 2078048"/>
                <a:gd name="connsiteX1836" fmla="*/ 609795 w 2077975"/>
                <a:gd name="connsiteY1836" fmla="*/ 1865451 h 2078048"/>
                <a:gd name="connsiteX1837" fmla="*/ 610176 w 2077975"/>
                <a:gd name="connsiteY1837" fmla="*/ 1865070 h 2078048"/>
                <a:gd name="connsiteX1838" fmla="*/ 612843 w 2077975"/>
                <a:gd name="connsiteY1838" fmla="*/ 1861451 h 2078048"/>
                <a:gd name="connsiteX1839" fmla="*/ 609795 w 2077975"/>
                <a:gd name="connsiteY1839" fmla="*/ 1841639 h 2078048"/>
                <a:gd name="connsiteX1840" fmla="*/ 610367 w 2077975"/>
                <a:gd name="connsiteY1840" fmla="*/ 1841448 h 2078048"/>
                <a:gd name="connsiteX1841" fmla="*/ 657515 w 2077975"/>
                <a:gd name="connsiteY1841" fmla="*/ 1811349 h 2078048"/>
                <a:gd name="connsiteX1842" fmla="*/ 679994 w 2077975"/>
                <a:gd name="connsiteY1842" fmla="*/ 1789632 h 2078048"/>
                <a:gd name="connsiteX1843" fmla="*/ 697425 w 2077975"/>
                <a:gd name="connsiteY1843" fmla="*/ 1787727 h 2078048"/>
                <a:gd name="connsiteX1844" fmla="*/ 697425 w 2077975"/>
                <a:gd name="connsiteY1844" fmla="*/ 1787727 h 2078048"/>
                <a:gd name="connsiteX1845" fmla="*/ 697425 w 2077975"/>
                <a:gd name="connsiteY1845" fmla="*/ 1787727 h 2078048"/>
                <a:gd name="connsiteX1846" fmla="*/ 700568 w 2077975"/>
                <a:gd name="connsiteY1846" fmla="*/ 1784870 h 2078048"/>
                <a:gd name="connsiteX1847" fmla="*/ 700949 w 2077975"/>
                <a:gd name="connsiteY1847" fmla="*/ 1784489 h 2078048"/>
                <a:gd name="connsiteX1848" fmla="*/ 703331 w 2077975"/>
                <a:gd name="connsiteY1848" fmla="*/ 1780679 h 2078048"/>
                <a:gd name="connsiteX1849" fmla="*/ 701235 w 2077975"/>
                <a:gd name="connsiteY1849" fmla="*/ 1762581 h 2078048"/>
                <a:gd name="connsiteX1850" fmla="*/ 723619 w 2077975"/>
                <a:gd name="connsiteY1850" fmla="*/ 1723243 h 2078048"/>
                <a:gd name="connsiteX1851" fmla="*/ 723619 w 2077975"/>
                <a:gd name="connsiteY1851" fmla="*/ 1723243 h 2078048"/>
                <a:gd name="connsiteX1852" fmla="*/ 724667 w 2077975"/>
                <a:gd name="connsiteY1852" fmla="*/ 1721052 h 2078048"/>
                <a:gd name="connsiteX1853" fmla="*/ 742097 w 2077975"/>
                <a:gd name="connsiteY1853" fmla="*/ 1676666 h 2078048"/>
                <a:gd name="connsiteX1854" fmla="*/ 754765 w 2077975"/>
                <a:gd name="connsiteY1854" fmla="*/ 1663235 h 2078048"/>
                <a:gd name="connsiteX1855" fmla="*/ 754956 w 2077975"/>
                <a:gd name="connsiteY1855" fmla="*/ 1662759 h 2078048"/>
                <a:gd name="connsiteX1856" fmla="*/ 755623 w 2077975"/>
                <a:gd name="connsiteY1856" fmla="*/ 1658378 h 2078048"/>
                <a:gd name="connsiteX1857" fmla="*/ 754670 w 2077975"/>
                <a:gd name="connsiteY1857" fmla="*/ 1651805 h 2078048"/>
                <a:gd name="connsiteX1858" fmla="*/ 751622 w 2077975"/>
                <a:gd name="connsiteY1858" fmla="*/ 1646757 h 2078048"/>
                <a:gd name="connsiteX1859" fmla="*/ 750765 w 2077975"/>
                <a:gd name="connsiteY1859" fmla="*/ 1645995 h 2078048"/>
                <a:gd name="connsiteX1860" fmla="*/ 752861 w 2077975"/>
                <a:gd name="connsiteY1860" fmla="*/ 1637518 h 2078048"/>
                <a:gd name="connsiteX1861" fmla="*/ 760385 w 2077975"/>
                <a:gd name="connsiteY1861" fmla="*/ 1570271 h 2078048"/>
                <a:gd name="connsiteX1862" fmla="*/ 752384 w 2077975"/>
                <a:gd name="connsiteY1862" fmla="*/ 1521218 h 2078048"/>
                <a:gd name="connsiteX1863" fmla="*/ 759528 w 2077975"/>
                <a:gd name="connsiteY1863" fmla="*/ 1508645 h 2078048"/>
                <a:gd name="connsiteX1864" fmla="*/ 756194 w 2077975"/>
                <a:gd name="connsiteY1864" fmla="*/ 1495119 h 2078048"/>
                <a:gd name="connsiteX1865" fmla="*/ 756194 w 2077975"/>
                <a:gd name="connsiteY1865" fmla="*/ 1495119 h 2078048"/>
                <a:gd name="connsiteX1866" fmla="*/ 756099 w 2077975"/>
                <a:gd name="connsiteY1866" fmla="*/ 1495119 h 2078048"/>
                <a:gd name="connsiteX1867" fmla="*/ 753813 w 2077975"/>
                <a:gd name="connsiteY1867" fmla="*/ 1493881 h 2078048"/>
                <a:gd name="connsiteX1868" fmla="*/ 753337 w 2077975"/>
                <a:gd name="connsiteY1868" fmla="*/ 1493690 h 2078048"/>
                <a:gd name="connsiteX1869" fmla="*/ 750289 w 2077975"/>
                <a:gd name="connsiteY1869" fmla="*/ 1493309 h 2078048"/>
                <a:gd name="connsiteX1870" fmla="*/ 738954 w 2077975"/>
                <a:gd name="connsiteY1870" fmla="*/ 1499501 h 2078048"/>
                <a:gd name="connsiteX1871" fmla="*/ 731715 w 2077975"/>
                <a:gd name="connsiteY1871" fmla="*/ 1493500 h 2078048"/>
                <a:gd name="connsiteX1872" fmla="*/ 646847 w 2077975"/>
                <a:gd name="connsiteY1872" fmla="*/ 1498834 h 2078048"/>
                <a:gd name="connsiteX1873" fmla="*/ 595031 w 2077975"/>
                <a:gd name="connsiteY1873" fmla="*/ 1529790 h 2078048"/>
                <a:gd name="connsiteX1874" fmla="*/ 573981 w 2077975"/>
                <a:gd name="connsiteY1874" fmla="*/ 1531028 h 2078048"/>
                <a:gd name="connsiteX1875" fmla="*/ 567980 w 2077975"/>
                <a:gd name="connsiteY1875" fmla="*/ 1539506 h 2078048"/>
                <a:gd name="connsiteX1876" fmla="*/ 566837 w 2077975"/>
                <a:gd name="connsiteY1876" fmla="*/ 1545887 h 2078048"/>
                <a:gd name="connsiteX1877" fmla="*/ 567885 w 2077975"/>
                <a:gd name="connsiteY1877" fmla="*/ 1551221 h 2078048"/>
                <a:gd name="connsiteX1878" fmla="*/ 528166 w 2077975"/>
                <a:gd name="connsiteY1878" fmla="*/ 1589321 h 2078048"/>
                <a:gd name="connsiteX1879" fmla="*/ 514259 w 2077975"/>
                <a:gd name="connsiteY1879" fmla="*/ 1605514 h 2078048"/>
                <a:gd name="connsiteX1880" fmla="*/ 514259 w 2077975"/>
                <a:gd name="connsiteY1880" fmla="*/ 1605514 h 2078048"/>
                <a:gd name="connsiteX1881" fmla="*/ 514259 w 2077975"/>
                <a:gd name="connsiteY1881" fmla="*/ 1605514 h 2078048"/>
                <a:gd name="connsiteX1882" fmla="*/ 508449 w 2077975"/>
                <a:gd name="connsiteY1882" fmla="*/ 1612848 h 2078048"/>
                <a:gd name="connsiteX1883" fmla="*/ 506258 w 2077975"/>
                <a:gd name="connsiteY1883" fmla="*/ 1611134 h 2078048"/>
                <a:gd name="connsiteX1884" fmla="*/ 482065 w 2077975"/>
                <a:gd name="connsiteY1884" fmla="*/ 1617134 h 2078048"/>
                <a:gd name="connsiteX1885" fmla="*/ 479398 w 2077975"/>
                <a:gd name="connsiteY1885" fmla="*/ 1627136 h 2078048"/>
                <a:gd name="connsiteX1886" fmla="*/ 482731 w 2077975"/>
                <a:gd name="connsiteY1886" fmla="*/ 1636756 h 2078048"/>
                <a:gd name="connsiteX1887" fmla="*/ 487875 w 2077975"/>
                <a:gd name="connsiteY1887" fmla="*/ 1641614 h 2078048"/>
                <a:gd name="connsiteX1888" fmla="*/ 489304 w 2077975"/>
                <a:gd name="connsiteY1888" fmla="*/ 1642280 h 2078048"/>
                <a:gd name="connsiteX1889" fmla="*/ 470539 w 2077975"/>
                <a:gd name="connsiteY1889" fmla="*/ 1685619 h 2078048"/>
                <a:gd name="connsiteX1890" fmla="*/ 462539 w 2077975"/>
                <a:gd name="connsiteY1890" fmla="*/ 1721433 h 2078048"/>
                <a:gd name="connsiteX1891" fmla="*/ 462348 w 2077975"/>
                <a:gd name="connsiteY1891" fmla="*/ 1721243 h 2078048"/>
                <a:gd name="connsiteX1892" fmla="*/ 437011 w 2077975"/>
                <a:gd name="connsiteY1892" fmla="*/ 1727148 h 2078048"/>
                <a:gd name="connsiteX1893" fmla="*/ 446156 w 2077975"/>
                <a:gd name="connsiteY1893" fmla="*/ 1753342 h 2078048"/>
                <a:gd name="connsiteX1894" fmla="*/ 450537 w 2077975"/>
                <a:gd name="connsiteY1894" fmla="*/ 1755152 h 2078048"/>
                <a:gd name="connsiteX1895" fmla="*/ 451585 w 2077975"/>
                <a:gd name="connsiteY1895" fmla="*/ 1755342 h 2078048"/>
                <a:gd name="connsiteX1896" fmla="*/ 455776 w 2077975"/>
                <a:gd name="connsiteY1896" fmla="*/ 1755914 h 2078048"/>
                <a:gd name="connsiteX1897" fmla="*/ 455776 w 2077975"/>
                <a:gd name="connsiteY1897" fmla="*/ 1755914 h 2078048"/>
                <a:gd name="connsiteX1898" fmla="*/ 455776 w 2077975"/>
                <a:gd name="connsiteY1898" fmla="*/ 1755914 h 2078048"/>
                <a:gd name="connsiteX1899" fmla="*/ 460443 w 2077975"/>
                <a:gd name="connsiteY1899" fmla="*/ 1755533 h 2078048"/>
                <a:gd name="connsiteX1900" fmla="*/ 462062 w 2077975"/>
                <a:gd name="connsiteY1900" fmla="*/ 1778012 h 2078048"/>
                <a:gd name="connsiteX1901" fmla="*/ 451870 w 2077975"/>
                <a:gd name="connsiteY1901" fmla="*/ 1777440 h 2078048"/>
                <a:gd name="connsiteX1902" fmla="*/ 447584 w 2077975"/>
                <a:gd name="connsiteY1902" fmla="*/ 1778964 h 2078048"/>
                <a:gd name="connsiteX1903" fmla="*/ 447203 w 2077975"/>
                <a:gd name="connsiteY1903" fmla="*/ 1779250 h 2078048"/>
                <a:gd name="connsiteX1904" fmla="*/ 439202 w 2077975"/>
                <a:gd name="connsiteY1904" fmla="*/ 1791156 h 2078048"/>
                <a:gd name="connsiteX1905" fmla="*/ 344524 w 2077975"/>
                <a:gd name="connsiteY1905" fmla="*/ 1732482 h 2078048"/>
                <a:gd name="connsiteX1906" fmla="*/ 316901 w 2077975"/>
                <a:gd name="connsiteY1906" fmla="*/ 1699145 h 2078048"/>
                <a:gd name="connsiteX1907" fmla="*/ 327093 w 2077975"/>
                <a:gd name="connsiteY1907" fmla="*/ 1690001 h 2078048"/>
                <a:gd name="connsiteX1908" fmla="*/ 320902 w 2077975"/>
                <a:gd name="connsiteY1908" fmla="*/ 1666379 h 2078048"/>
                <a:gd name="connsiteX1909" fmla="*/ 320616 w 2077975"/>
                <a:gd name="connsiteY1909" fmla="*/ 1666093 h 2078048"/>
                <a:gd name="connsiteX1910" fmla="*/ 316425 w 2077975"/>
                <a:gd name="connsiteY1910" fmla="*/ 1662950 h 2078048"/>
                <a:gd name="connsiteX1911" fmla="*/ 296042 w 2077975"/>
                <a:gd name="connsiteY1911" fmla="*/ 1663045 h 2078048"/>
                <a:gd name="connsiteX1912" fmla="*/ 288612 w 2077975"/>
                <a:gd name="connsiteY1912" fmla="*/ 1645709 h 2078048"/>
                <a:gd name="connsiteX1913" fmla="*/ 285945 w 2077975"/>
                <a:gd name="connsiteY1913" fmla="*/ 1637899 h 2078048"/>
                <a:gd name="connsiteX1914" fmla="*/ 283754 w 2077975"/>
                <a:gd name="connsiteY1914" fmla="*/ 1631232 h 2078048"/>
                <a:gd name="connsiteX1915" fmla="*/ 278801 w 2077975"/>
                <a:gd name="connsiteY1915" fmla="*/ 1611991 h 2078048"/>
                <a:gd name="connsiteX1916" fmla="*/ 299375 w 2077975"/>
                <a:gd name="connsiteY1916" fmla="*/ 1615134 h 2078048"/>
                <a:gd name="connsiteX1917" fmla="*/ 304043 w 2077975"/>
                <a:gd name="connsiteY1917" fmla="*/ 1631612 h 2078048"/>
                <a:gd name="connsiteX1918" fmla="*/ 322235 w 2077975"/>
                <a:gd name="connsiteY1918" fmla="*/ 1639613 h 2078048"/>
                <a:gd name="connsiteX1919" fmla="*/ 322235 w 2077975"/>
                <a:gd name="connsiteY1919" fmla="*/ 1639613 h 2078048"/>
                <a:gd name="connsiteX1920" fmla="*/ 322235 w 2077975"/>
                <a:gd name="connsiteY1920" fmla="*/ 1639613 h 2078048"/>
                <a:gd name="connsiteX1921" fmla="*/ 326426 w 2077975"/>
                <a:gd name="connsiteY1921" fmla="*/ 1638566 h 2078048"/>
                <a:gd name="connsiteX1922" fmla="*/ 326998 w 2077975"/>
                <a:gd name="connsiteY1922" fmla="*/ 1638375 h 2078048"/>
                <a:gd name="connsiteX1923" fmla="*/ 330808 w 2077975"/>
                <a:gd name="connsiteY1923" fmla="*/ 1636089 h 2078048"/>
                <a:gd name="connsiteX1924" fmla="*/ 335570 w 2077975"/>
                <a:gd name="connsiteY1924" fmla="*/ 1616658 h 2078048"/>
                <a:gd name="connsiteX1925" fmla="*/ 336142 w 2077975"/>
                <a:gd name="connsiteY1925" fmla="*/ 1616658 h 2078048"/>
                <a:gd name="connsiteX1926" fmla="*/ 391292 w 2077975"/>
                <a:gd name="connsiteY1926" fmla="*/ 1606657 h 2078048"/>
                <a:gd name="connsiteX1927" fmla="*/ 420343 w 2077975"/>
                <a:gd name="connsiteY1927" fmla="*/ 1595227 h 2078048"/>
                <a:gd name="connsiteX1928" fmla="*/ 437107 w 2077975"/>
                <a:gd name="connsiteY1928" fmla="*/ 1600180 h 2078048"/>
                <a:gd name="connsiteX1929" fmla="*/ 437107 w 2077975"/>
                <a:gd name="connsiteY1929" fmla="*/ 1600180 h 2078048"/>
                <a:gd name="connsiteX1930" fmla="*/ 437107 w 2077975"/>
                <a:gd name="connsiteY1930" fmla="*/ 1600180 h 2078048"/>
                <a:gd name="connsiteX1931" fmla="*/ 441012 w 2077975"/>
                <a:gd name="connsiteY1931" fmla="*/ 1598751 h 2078048"/>
                <a:gd name="connsiteX1932" fmla="*/ 441584 w 2077975"/>
                <a:gd name="connsiteY1932" fmla="*/ 1598465 h 2078048"/>
                <a:gd name="connsiteX1933" fmla="*/ 445203 w 2077975"/>
                <a:gd name="connsiteY1933" fmla="*/ 1595894 h 2078048"/>
                <a:gd name="connsiteX1934" fmla="*/ 450156 w 2077975"/>
                <a:gd name="connsiteY1934" fmla="*/ 1578368 h 2078048"/>
                <a:gd name="connsiteX1935" fmla="*/ 487685 w 2077975"/>
                <a:gd name="connsiteY1935" fmla="*/ 1548935 h 2078048"/>
                <a:gd name="connsiteX1936" fmla="*/ 520736 w 2077975"/>
                <a:gd name="connsiteY1936" fmla="*/ 1514550 h 2078048"/>
                <a:gd name="connsiteX1937" fmla="*/ 534643 w 2077975"/>
                <a:gd name="connsiteY1937" fmla="*/ 1509978 h 2078048"/>
                <a:gd name="connsiteX1938" fmla="*/ 534643 w 2077975"/>
                <a:gd name="connsiteY1938" fmla="*/ 1509978 h 2078048"/>
                <a:gd name="connsiteX1939" fmla="*/ 534643 w 2077975"/>
                <a:gd name="connsiteY1939" fmla="*/ 1509978 h 2078048"/>
                <a:gd name="connsiteX1940" fmla="*/ 537595 w 2077975"/>
                <a:gd name="connsiteY1940" fmla="*/ 1506930 h 2078048"/>
                <a:gd name="connsiteX1941" fmla="*/ 537977 w 2077975"/>
                <a:gd name="connsiteY1941" fmla="*/ 1506549 h 2078048"/>
                <a:gd name="connsiteX1942" fmla="*/ 540263 w 2077975"/>
                <a:gd name="connsiteY1942" fmla="*/ 1502739 h 2078048"/>
                <a:gd name="connsiteX1943" fmla="*/ 540929 w 2077975"/>
                <a:gd name="connsiteY1943" fmla="*/ 1490452 h 2078048"/>
                <a:gd name="connsiteX1944" fmla="*/ 540453 w 2077975"/>
                <a:gd name="connsiteY1944" fmla="*/ 1489404 h 2078048"/>
                <a:gd name="connsiteX1945" fmla="*/ 545597 w 2077975"/>
                <a:gd name="connsiteY1945" fmla="*/ 1482356 h 2078048"/>
                <a:gd name="connsiteX1946" fmla="*/ 578077 w 2077975"/>
                <a:gd name="connsiteY1946" fmla="*/ 1423110 h 2078048"/>
                <a:gd name="connsiteX1947" fmla="*/ 589316 w 2077975"/>
                <a:gd name="connsiteY1947" fmla="*/ 1375485 h 2078048"/>
                <a:gd name="connsiteX1948" fmla="*/ 589316 w 2077975"/>
                <a:gd name="connsiteY1948" fmla="*/ 1374723 h 2078048"/>
                <a:gd name="connsiteX1949" fmla="*/ 600746 w 2077975"/>
                <a:gd name="connsiteY1949" fmla="*/ 1365770 h 2078048"/>
                <a:gd name="connsiteX1950" fmla="*/ 602937 w 2077975"/>
                <a:gd name="connsiteY1950" fmla="*/ 1351863 h 2078048"/>
                <a:gd name="connsiteX1951" fmla="*/ 602937 w 2077975"/>
                <a:gd name="connsiteY1951" fmla="*/ 1351863 h 2078048"/>
                <a:gd name="connsiteX1952" fmla="*/ 602937 w 2077975"/>
                <a:gd name="connsiteY1952" fmla="*/ 1351863 h 2078048"/>
                <a:gd name="connsiteX1953" fmla="*/ 601127 w 2077975"/>
                <a:gd name="connsiteY1953" fmla="*/ 1349768 h 2078048"/>
                <a:gd name="connsiteX1954" fmla="*/ 600842 w 2077975"/>
                <a:gd name="connsiteY1954" fmla="*/ 1349577 h 2078048"/>
                <a:gd name="connsiteX1955" fmla="*/ 598079 w 2077975"/>
                <a:gd name="connsiteY1955" fmla="*/ 1348053 h 2078048"/>
                <a:gd name="connsiteX1956" fmla="*/ 585220 w 2077975"/>
                <a:gd name="connsiteY1956" fmla="*/ 1349482 h 2078048"/>
                <a:gd name="connsiteX1957" fmla="*/ 580934 w 2077975"/>
                <a:gd name="connsiteY1957" fmla="*/ 1341100 h 2078048"/>
                <a:gd name="connsiteX1958" fmla="*/ 550645 w 2077975"/>
                <a:gd name="connsiteY1958" fmla="*/ 1319383 h 2078048"/>
                <a:gd name="connsiteX1959" fmla="*/ 527690 w 2077975"/>
                <a:gd name="connsiteY1959" fmla="*/ 1314716 h 2078048"/>
                <a:gd name="connsiteX1960" fmla="*/ 500353 w 2077975"/>
                <a:gd name="connsiteY1960" fmla="*/ 1313763 h 2078048"/>
                <a:gd name="connsiteX1961" fmla="*/ 440631 w 2077975"/>
                <a:gd name="connsiteY1961" fmla="*/ 1322621 h 2078048"/>
                <a:gd name="connsiteX1962" fmla="*/ 420724 w 2077975"/>
                <a:gd name="connsiteY1962" fmla="*/ 1315763 h 2078048"/>
                <a:gd name="connsiteX1963" fmla="*/ 407389 w 2077975"/>
                <a:gd name="connsiteY1963" fmla="*/ 1332051 h 2078048"/>
                <a:gd name="connsiteX1964" fmla="*/ 356049 w 2077975"/>
                <a:gd name="connsiteY1964" fmla="*/ 1352149 h 2078048"/>
                <a:gd name="connsiteX1965" fmla="*/ 337094 w 2077975"/>
                <a:gd name="connsiteY1965" fmla="*/ 1361769 h 2078048"/>
                <a:gd name="connsiteX1966" fmla="*/ 336999 w 2077975"/>
                <a:gd name="connsiteY1966" fmla="*/ 1361769 h 2078048"/>
                <a:gd name="connsiteX1967" fmla="*/ 336999 w 2077975"/>
                <a:gd name="connsiteY1967" fmla="*/ 1361769 h 2078048"/>
                <a:gd name="connsiteX1968" fmla="*/ 328807 w 2077975"/>
                <a:gd name="connsiteY1968" fmla="*/ 1366341 h 2078048"/>
                <a:gd name="connsiteX1969" fmla="*/ 327379 w 2077975"/>
                <a:gd name="connsiteY1969" fmla="*/ 1363960 h 2078048"/>
                <a:gd name="connsiteX1970" fmla="*/ 302614 w 2077975"/>
                <a:gd name="connsiteY1970" fmla="*/ 1360340 h 2078048"/>
                <a:gd name="connsiteX1971" fmla="*/ 298709 w 2077975"/>
                <a:gd name="connsiteY1971" fmla="*/ 1385201 h 2078048"/>
                <a:gd name="connsiteX1972" fmla="*/ 299756 w 2077975"/>
                <a:gd name="connsiteY1972" fmla="*/ 1386344 h 2078048"/>
                <a:gd name="connsiteX1973" fmla="*/ 265752 w 2077975"/>
                <a:gd name="connsiteY1973" fmla="*/ 1419300 h 2078048"/>
                <a:gd name="connsiteX1974" fmla="*/ 244797 w 2077975"/>
                <a:gd name="connsiteY1974" fmla="*/ 1449399 h 2078048"/>
                <a:gd name="connsiteX1975" fmla="*/ 244606 w 2077975"/>
                <a:gd name="connsiteY1975" fmla="*/ 1449113 h 2078048"/>
                <a:gd name="connsiteX1976" fmla="*/ 218794 w 2077975"/>
                <a:gd name="connsiteY1976" fmla="*/ 1444922 h 2078048"/>
                <a:gd name="connsiteX1977" fmla="*/ 217460 w 2077975"/>
                <a:gd name="connsiteY1977" fmla="*/ 1472545 h 2078048"/>
                <a:gd name="connsiteX1978" fmla="*/ 220985 w 2077975"/>
                <a:gd name="connsiteY1978" fmla="*/ 1476164 h 2078048"/>
                <a:gd name="connsiteX1979" fmla="*/ 221175 w 2077975"/>
                <a:gd name="connsiteY1979" fmla="*/ 1476355 h 2078048"/>
                <a:gd name="connsiteX1980" fmla="*/ 224890 w 2077975"/>
                <a:gd name="connsiteY1980" fmla="*/ 1478641 h 2078048"/>
                <a:gd name="connsiteX1981" fmla="*/ 225080 w 2077975"/>
                <a:gd name="connsiteY1981" fmla="*/ 1478736 h 2078048"/>
                <a:gd name="connsiteX1982" fmla="*/ 225080 w 2077975"/>
                <a:gd name="connsiteY1982" fmla="*/ 1478736 h 2078048"/>
                <a:gd name="connsiteX1983" fmla="*/ 229652 w 2077975"/>
                <a:gd name="connsiteY1983" fmla="*/ 1480165 h 2078048"/>
                <a:gd name="connsiteX1984" fmla="*/ 222699 w 2077975"/>
                <a:gd name="connsiteY1984" fmla="*/ 1501501 h 2078048"/>
                <a:gd name="connsiteX1985" fmla="*/ 213460 w 2077975"/>
                <a:gd name="connsiteY1985" fmla="*/ 1497119 h 2078048"/>
                <a:gd name="connsiteX1986" fmla="*/ 208888 w 2077975"/>
                <a:gd name="connsiteY1986" fmla="*/ 1496929 h 2078048"/>
                <a:gd name="connsiteX1987" fmla="*/ 208411 w 2077975"/>
                <a:gd name="connsiteY1987" fmla="*/ 1497024 h 2078048"/>
                <a:gd name="connsiteX1988" fmla="*/ 196505 w 2077975"/>
                <a:gd name="connsiteY1988" fmla="*/ 1504930 h 2078048"/>
                <a:gd name="connsiteX1989" fmla="*/ 131449 w 2077975"/>
                <a:gd name="connsiteY1989" fmla="*/ 1414252 h 2078048"/>
                <a:gd name="connsiteX1990" fmla="*/ 118495 w 2077975"/>
                <a:gd name="connsiteY1990" fmla="*/ 1372818 h 2078048"/>
                <a:gd name="connsiteX1991" fmla="*/ 131449 w 2077975"/>
                <a:gd name="connsiteY1991" fmla="*/ 1368341 h 2078048"/>
                <a:gd name="connsiteX1992" fmla="*/ 134878 w 2077975"/>
                <a:gd name="connsiteY1992" fmla="*/ 1344243 h 2078048"/>
                <a:gd name="connsiteX1993" fmla="*/ 134593 w 2077975"/>
                <a:gd name="connsiteY1993" fmla="*/ 1343576 h 2078048"/>
                <a:gd name="connsiteX1994" fmla="*/ 131926 w 2077975"/>
                <a:gd name="connsiteY1994" fmla="*/ 1339100 h 2078048"/>
                <a:gd name="connsiteX1995" fmla="*/ 129164 w 2077975"/>
                <a:gd name="connsiteY1995" fmla="*/ 1336052 h 2078048"/>
                <a:gd name="connsiteX1996" fmla="*/ 122686 w 2077975"/>
                <a:gd name="connsiteY1996" fmla="*/ 1332051 h 2078048"/>
                <a:gd name="connsiteX1997" fmla="*/ 119162 w 2077975"/>
                <a:gd name="connsiteY1997" fmla="*/ 1331099 h 2078048"/>
                <a:gd name="connsiteX1998" fmla="*/ 115638 w 2077975"/>
                <a:gd name="connsiteY1998" fmla="*/ 1330908 h 2078048"/>
                <a:gd name="connsiteX1999" fmla="*/ 113066 w 2077975"/>
                <a:gd name="connsiteY1999" fmla="*/ 1331384 h 2078048"/>
                <a:gd name="connsiteX2000" fmla="*/ 114114 w 2077975"/>
                <a:gd name="connsiteY2000" fmla="*/ 1295285 h 2078048"/>
                <a:gd name="connsiteX2001" fmla="*/ 114495 w 2077975"/>
                <a:gd name="connsiteY2001" fmla="*/ 1291665 h 2078048"/>
                <a:gd name="connsiteX2002" fmla="*/ 116686 w 2077975"/>
                <a:gd name="connsiteY2002" fmla="*/ 1277378 h 2078048"/>
                <a:gd name="connsiteX2003" fmla="*/ 134593 w 2077975"/>
                <a:gd name="connsiteY2003" fmla="*/ 1288236 h 2078048"/>
                <a:gd name="connsiteX2004" fmla="*/ 132688 w 2077975"/>
                <a:gd name="connsiteY2004" fmla="*/ 1305191 h 2078048"/>
                <a:gd name="connsiteX2005" fmla="*/ 150690 w 2077975"/>
                <a:gd name="connsiteY2005" fmla="*/ 1320335 h 2078048"/>
                <a:gd name="connsiteX2006" fmla="*/ 151071 w 2077975"/>
                <a:gd name="connsiteY2006" fmla="*/ 1320335 h 2078048"/>
                <a:gd name="connsiteX2007" fmla="*/ 155548 w 2077975"/>
                <a:gd name="connsiteY2007" fmla="*/ 1319669 h 2078048"/>
                <a:gd name="connsiteX2008" fmla="*/ 167454 w 2077975"/>
                <a:gd name="connsiteY2008" fmla="*/ 1303476 h 2078048"/>
                <a:gd name="connsiteX2009" fmla="*/ 168026 w 2077975"/>
                <a:gd name="connsiteY2009" fmla="*/ 1303667 h 2078048"/>
                <a:gd name="connsiteX2010" fmla="*/ 222794 w 2077975"/>
                <a:gd name="connsiteY2010" fmla="*/ 1315668 h 2078048"/>
                <a:gd name="connsiteX2011" fmla="*/ 254036 w 2077975"/>
                <a:gd name="connsiteY2011" fmla="*/ 1316240 h 2078048"/>
                <a:gd name="connsiteX2012" fmla="*/ 271753 w 2077975"/>
                <a:gd name="connsiteY2012" fmla="*/ 1327479 h 2078048"/>
                <a:gd name="connsiteX2013" fmla="*/ 272324 w 2077975"/>
                <a:gd name="connsiteY2013" fmla="*/ 1327479 h 2078048"/>
                <a:gd name="connsiteX2014" fmla="*/ 276706 w 2077975"/>
                <a:gd name="connsiteY2014" fmla="*/ 1326527 h 2078048"/>
                <a:gd name="connsiteX2015" fmla="*/ 288040 w 2077975"/>
                <a:gd name="connsiteY2015" fmla="*/ 1312239 h 2078048"/>
                <a:gd name="connsiteX2016" fmla="*/ 331570 w 2077975"/>
                <a:gd name="connsiteY2016" fmla="*/ 1300238 h 2078048"/>
                <a:gd name="connsiteX2017" fmla="*/ 331570 w 2077975"/>
                <a:gd name="connsiteY2017" fmla="*/ 1300238 h 2078048"/>
                <a:gd name="connsiteX2018" fmla="*/ 333856 w 2077975"/>
                <a:gd name="connsiteY2018" fmla="*/ 1299476 h 2078048"/>
                <a:gd name="connsiteX2019" fmla="*/ 377576 w 2077975"/>
                <a:gd name="connsiteY2019" fmla="*/ 1280330 h 2078048"/>
                <a:gd name="connsiteX2020" fmla="*/ 392244 w 2077975"/>
                <a:gd name="connsiteY2020" fmla="*/ 1281474 h 2078048"/>
                <a:gd name="connsiteX2021" fmla="*/ 392244 w 2077975"/>
                <a:gd name="connsiteY2021" fmla="*/ 1281474 h 2078048"/>
                <a:gd name="connsiteX2022" fmla="*/ 392244 w 2077975"/>
                <a:gd name="connsiteY2022" fmla="*/ 1281474 h 2078048"/>
                <a:gd name="connsiteX2023" fmla="*/ 396149 w 2077975"/>
                <a:gd name="connsiteY2023" fmla="*/ 1279759 h 2078048"/>
                <a:gd name="connsiteX2024" fmla="*/ 396626 w 2077975"/>
                <a:gd name="connsiteY2024" fmla="*/ 1279473 h 2078048"/>
                <a:gd name="connsiteX2025" fmla="*/ 400150 w 2077975"/>
                <a:gd name="connsiteY2025" fmla="*/ 1276901 h 2078048"/>
                <a:gd name="connsiteX2026" fmla="*/ 400150 w 2077975"/>
                <a:gd name="connsiteY2026" fmla="*/ 1276901 h 2078048"/>
                <a:gd name="connsiteX2027" fmla="*/ 405579 w 2077975"/>
                <a:gd name="connsiteY2027" fmla="*/ 1264709 h 2078048"/>
                <a:gd name="connsiteX2028" fmla="*/ 465682 w 2077975"/>
                <a:gd name="connsiteY2028" fmla="*/ 1218037 h 2078048"/>
                <a:gd name="connsiteX2029" fmla="*/ 494352 w 2077975"/>
                <a:gd name="connsiteY2029" fmla="*/ 1178508 h 2078048"/>
                <a:gd name="connsiteX2030" fmla="*/ 494733 w 2077975"/>
                <a:gd name="connsiteY2030" fmla="*/ 1177651 h 2078048"/>
                <a:gd name="connsiteX2031" fmla="*/ 508735 w 2077975"/>
                <a:gd name="connsiteY2031" fmla="*/ 1173841 h 2078048"/>
                <a:gd name="connsiteX2032" fmla="*/ 516164 w 2077975"/>
                <a:gd name="connsiteY2032" fmla="*/ 1161839 h 2078048"/>
                <a:gd name="connsiteX2033" fmla="*/ 516164 w 2077975"/>
                <a:gd name="connsiteY2033" fmla="*/ 1161839 h 2078048"/>
                <a:gd name="connsiteX2034" fmla="*/ 516164 w 2077975"/>
                <a:gd name="connsiteY2034" fmla="*/ 1161839 h 2078048"/>
                <a:gd name="connsiteX2035" fmla="*/ 515307 w 2077975"/>
                <a:gd name="connsiteY2035" fmla="*/ 1159172 h 2078048"/>
                <a:gd name="connsiteX2036" fmla="*/ 515117 w 2077975"/>
                <a:gd name="connsiteY2036" fmla="*/ 1158791 h 2078048"/>
                <a:gd name="connsiteX2037" fmla="*/ 513116 w 2077975"/>
                <a:gd name="connsiteY2037" fmla="*/ 1156410 h 2078048"/>
                <a:gd name="connsiteX2038" fmla="*/ 500639 w 2077975"/>
                <a:gd name="connsiteY2038" fmla="*/ 1152886 h 2078048"/>
                <a:gd name="connsiteX2039" fmla="*/ 499972 w 2077975"/>
                <a:gd name="connsiteY2039" fmla="*/ 1143456 h 2078048"/>
                <a:gd name="connsiteX2040" fmla="*/ 480350 w 2077975"/>
                <a:gd name="connsiteY2040" fmla="*/ 1111833 h 2078048"/>
                <a:gd name="connsiteX2041" fmla="*/ 460919 w 2077975"/>
                <a:gd name="connsiteY2041" fmla="*/ 1098689 h 2078048"/>
                <a:gd name="connsiteX2042" fmla="*/ 436059 w 2077975"/>
                <a:gd name="connsiteY2042" fmla="*/ 1087259 h 2078048"/>
                <a:gd name="connsiteX2043" fmla="*/ 377480 w 2077975"/>
                <a:gd name="connsiteY2043" fmla="*/ 1072495 h 2078048"/>
                <a:gd name="connsiteX2044" fmla="*/ 361764 w 2077975"/>
                <a:gd name="connsiteY2044" fmla="*/ 1058493 h 2078048"/>
                <a:gd name="connsiteX2045" fmla="*/ 358144 w 2077975"/>
                <a:gd name="connsiteY2045" fmla="*/ 1058493 h 2078048"/>
                <a:gd name="connsiteX2046" fmla="*/ 351477 w 2077975"/>
                <a:gd name="connsiteY2046" fmla="*/ 1060208 h 2078048"/>
                <a:gd name="connsiteX2047" fmla="*/ 346143 w 2077975"/>
                <a:gd name="connsiteY2047" fmla="*/ 1063922 h 2078048"/>
                <a:gd name="connsiteX2048" fmla="*/ 343095 w 2077975"/>
                <a:gd name="connsiteY2048" fmla="*/ 1068494 h 2078048"/>
                <a:gd name="connsiteX2049" fmla="*/ 288040 w 2077975"/>
                <a:gd name="connsiteY2049" fmla="*/ 1067351 h 2078048"/>
                <a:gd name="connsiteX2050" fmla="*/ 266800 w 2077975"/>
                <a:gd name="connsiteY2050" fmla="*/ 1068971 h 2078048"/>
                <a:gd name="connsiteX2051" fmla="*/ 266705 w 2077975"/>
                <a:gd name="connsiteY2051" fmla="*/ 1068971 h 2078048"/>
                <a:gd name="connsiteX2052" fmla="*/ 266705 w 2077975"/>
                <a:gd name="connsiteY2052" fmla="*/ 1068971 h 2078048"/>
                <a:gd name="connsiteX2053" fmla="*/ 257370 w 2077975"/>
                <a:gd name="connsiteY2053" fmla="*/ 1070114 h 2078048"/>
                <a:gd name="connsiteX2054" fmla="*/ 256989 w 2077975"/>
                <a:gd name="connsiteY2054" fmla="*/ 1067351 h 2078048"/>
                <a:gd name="connsiteX2055" fmla="*/ 235558 w 2077975"/>
                <a:gd name="connsiteY2055" fmla="*/ 1054493 h 2078048"/>
                <a:gd name="connsiteX2056" fmla="*/ 229081 w 2077975"/>
                <a:gd name="connsiteY2056" fmla="*/ 1057350 h 2078048"/>
                <a:gd name="connsiteX2057" fmla="*/ 222889 w 2077975"/>
                <a:gd name="connsiteY2057" fmla="*/ 1065446 h 2078048"/>
                <a:gd name="connsiteX2058" fmla="*/ 221747 w 2077975"/>
                <a:gd name="connsiteY2058" fmla="*/ 1072304 h 2078048"/>
                <a:gd name="connsiteX2059" fmla="*/ 222223 w 2077975"/>
                <a:gd name="connsiteY2059" fmla="*/ 1075924 h 2078048"/>
                <a:gd name="connsiteX2060" fmla="*/ 222699 w 2077975"/>
                <a:gd name="connsiteY2060" fmla="*/ 1077353 h 2078048"/>
                <a:gd name="connsiteX2061" fmla="*/ 178789 w 2077975"/>
                <a:gd name="connsiteY2061" fmla="*/ 1094688 h 2078048"/>
                <a:gd name="connsiteX2062" fmla="*/ 147832 w 2077975"/>
                <a:gd name="connsiteY2062" fmla="*/ 1114405 h 2078048"/>
                <a:gd name="connsiteX2063" fmla="*/ 147737 w 2077975"/>
                <a:gd name="connsiteY2063" fmla="*/ 1114119 h 2078048"/>
                <a:gd name="connsiteX2064" fmla="*/ 125544 w 2077975"/>
                <a:gd name="connsiteY2064" fmla="*/ 1100403 h 2078048"/>
                <a:gd name="connsiteX2065" fmla="*/ 122210 w 2077975"/>
                <a:gd name="connsiteY2065" fmla="*/ 1101832 h 2078048"/>
                <a:gd name="connsiteX2066" fmla="*/ 114971 w 2077975"/>
                <a:gd name="connsiteY2066" fmla="*/ 1109833 h 2078048"/>
                <a:gd name="connsiteX2067" fmla="*/ 113638 w 2077975"/>
                <a:gd name="connsiteY2067" fmla="*/ 1113357 h 2078048"/>
                <a:gd name="connsiteX2068" fmla="*/ 112876 w 2077975"/>
                <a:gd name="connsiteY2068" fmla="*/ 1121168 h 2078048"/>
                <a:gd name="connsiteX2069" fmla="*/ 113543 w 2077975"/>
                <a:gd name="connsiteY2069" fmla="*/ 1125263 h 2078048"/>
                <a:gd name="connsiteX2070" fmla="*/ 115352 w 2077975"/>
                <a:gd name="connsiteY2070" fmla="*/ 1129931 h 2078048"/>
                <a:gd name="connsiteX2071" fmla="*/ 115543 w 2077975"/>
                <a:gd name="connsiteY2071" fmla="*/ 1130216 h 2078048"/>
                <a:gd name="connsiteX2072" fmla="*/ 118210 w 2077975"/>
                <a:gd name="connsiteY2072" fmla="*/ 1133836 h 2078048"/>
                <a:gd name="connsiteX2073" fmla="*/ 118305 w 2077975"/>
                <a:gd name="connsiteY2073" fmla="*/ 1133931 h 2078048"/>
                <a:gd name="connsiteX2074" fmla="*/ 118305 w 2077975"/>
                <a:gd name="connsiteY2074" fmla="*/ 1133931 h 2078048"/>
                <a:gd name="connsiteX2075" fmla="*/ 121924 w 2077975"/>
                <a:gd name="connsiteY2075" fmla="*/ 1136979 h 2078048"/>
                <a:gd name="connsiteX2076" fmla="*/ 107351 w 2077975"/>
                <a:gd name="connsiteY2076" fmla="*/ 1154029 h 2078048"/>
                <a:gd name="connsiteX2077" fmla="*/ 100493 w 2077975"/>
                <a:gd name="connsiteY2077" fmla="*/ 1146409 h 2078048"/>
                <a:gd name="connsiteX2078" fmla="*/ 96302 w 2077975"/>
                <a:gd name="connsiteY2078" fmla="*/ 1144504 h 2078048"/>
                <a:gd name="connsiteX2079" fmla="*/ 95826 w 2077975"/>
                <a:gd name="connsiteY2079" fmla="*/ 1144409 h 2078048"/>
                <a:gd name="connsiteX2080" fmla="*/ 81824 w 2077975"/>
                <a:gd name="connsiteY2080" fmla="*/ 1147171 h 2078048"/>
                <a:gd name="connsiteX2081" fmla="*/ 56488 w 2077975"/>
                <a:gd name="connsiteY2081" fmla="*/ 1038872 h 2078048"/>
                <a:gd name="connsiteX2082" fmla="*/ 60584 w 2077975"/>
                <a:gd name="connsiteY2082" fmla="*/ 995819 h 2078048"/>
                <a:gd name="connsiteX2083" fmla="*/ 74204 w 2077975"/>
                <a:gd name="connsiteY2083" fmla="*/ 996581 h 2078048"/>
                <a:gd name="connsiteX2084" fmla="*/ 86015 w 2077975"/>
                <a:gd name="connsiteY2084" fmla="*/ 980579 h 2078048"/>
                <a:gd name="connsiteX2085" fmla="*/ 86015 w 2077975"/>
                <a:gd name="connsiteY2085" fmla="*/ 980579 h 2078048"/>
                <a:gd name="connsiteX2086" fmla="*/ 86015 w 2077975"/>
                <a:gd name="connsiteY2086" fmla="*/ 980483 h 2078048"/>
                <a:gd name="connsiteX2087" fmla="*/ 86396 w 2077975"/>
                <a:gd name="connsiteY2087" fmla="*/ 975721 h 2078048"/>
                <a:gd name="connsiteX2088" fmla="*/ 86396 w 2077975"/>
                <a:gd name="connsiteY2088" fmla="*/ 974864 h 2078048"/>
                <a:gd name="connsiteX2089" fmla="*/ 85730 w 2077975"/>
                <a:gd name="connsiteY2089" fmla="*/ 969720 h 2078048"/>
                <a:gd name="connsiteX2090" fmla="*/ 71156 w 2077975"/>
                <a:gd name="connsiteY2090" fmla="*/ 955433 h 2078048"/>
                <a:gd name="connsiteX2091" fmla="*/ 85348 w 2077975"/>
                <a:gd name="connsiteY2091" fmla="*/ 923619 h 2078048"/>
                <a:gd name="connsiteX2092" fmla="*/ 88492 w 2077975"/>
                <a:gd name="connsiteY2092" fmla="*/ 918095 h 2078048"/>
                <a:gd name="connsiteX2093" fmla="*/ 95255 w 2077975"/>
                <a:gd name="connsiteY2093" fmla="*/ 907141 h 2078048"/>
                <a:gd name="connsiteX2094" fmla="*/ 107542 w 2077975"/>
                <a:gd name="connsiteY2094" fmla="*/ 923905 h 2078048"/>
                <a:gd name="connsiteX2095" fmla="*/ 99160 w 2077975"/>
                <a:gd name="connsiteY2095" fmla="*/ 938859 h 2078048"/>
                <a:gd name="connsiteX2096" fmla="*/ 106589 w 2077975"/>
                <a:gd name="connsiteY2096" fmla="*/ 957433 h 2078048"/>
                <a:gd name="connsiteX2097" fmla="*/ 106589 w 2077975"/>
                <a:gd name="connsiteY2097" fmla="*/ 957433 h 2078048"/>
                <a:gd name="connsiteX2098" fmla="*/ 106589 w 2077975"/>
                <a:gd name="connsiteY2098" fmla="*/ 957433 h 2078048"/>
                <a:gd name="connsiteX2099" fmla="*/ 110209 w 2077975"/>
                <a:gd name="connsiteY2099" fmla="*/ 959624 h 2078048"/>
                <a:gd name="connsiteX2100" fmla="*/ 110780 w 2077975"/>
                <a:gd name="connsiteY2100" fmla="*/ 959909 h 2078048"/>
                <a:gd name="connsiteX2101" fmla="*/ 115162 w 2077975"/>
                <a:gd name="connsiteY2101" fmla="*/ 960957 h 2078048"/>
                <a:gd name="connsiteX2102" fmla="*/ 122210 w 2077975"/>
                <a:gd name="connsiteY2102" fmla="*/ 959909 h 2078048"/>
                <a:gd name="connsiteX2103" fmla="*/ 130592 w 2077975"/>
                <a:gd name="connsiteY2103" fmla="*/ 953337 h 2078048"/>
                <a:gd name="connsiteX2104" fmla="*/ 132307 w 2077975"/>
                <a:gd name="connsiteY2104" fmla="*/ 950480 h 2078048"/>
                <a:gd name="connsiteX2105" fmla="*/ 132688 w 2077975"/>
                <a:gd name="connsiteY2105" fmla="*/ 950861 h 2078048"/>
                <a:gd name="connsiteX2106" fmla="*/ 178693 w 2077975"/>
                <a:gd name="connsiteY2106" fmla="*/ 982769 h 2078048"/>
                <a:gd name="connsiteX2107" fmla="*/ 207268 w 2077975"/>
                <a:gd name="connsiteY2107" fmla="*/ 995247 h 2078048"/>
                <a:gd name="connsiteX2108" fmla="*/ 215746 w 2077975"/>
                <a:gd name="connsiteY2108" fmla="*/ 1010678 h 2078048"/>
                <a:gd name="connsiteX2109" fmla="*/ 215746 w 2077975"/>
                <a:gd name="connsiteY2109" fmla="*/ 1010678 h 2078048"/>
                <a:gd name="connsiteX2110" fmla="*/ 215746 w 2077975"/>
                <a:gd name="connsiteY2110" fmla="*/ 1010678 h 2078048"/>
                <a:gd name="connsiteX2111" fmla="*/ 219556 w 2077975"/>
                <a:gd name="connsiteY2111" fmla="*/ 1012487 h 2078048"/>
                <a:gd name="connsiteX2112" fmla="*/ 220032 w 2077975"/>
                <a:gd name="connsiteY2112" fmla="*/ 1012678 h 2078048"/>
                <a:gd name="connsiteX2113" fmla="*/ 224414 w 2077975"/>
                <a:gd name="connsiteY2113" fmla="*/ 1013440 h 2078048"/>
                <a:gd name="connsiteX2114" fmla="*/ 231367 w 2077975"/>
                <a:gd name="connsiteY2114" fmla="*/ 1012297 h 2078048"/>
                <a:gd name="connsiteX2115" fmla="*/ 237082 w 2077975"/>
                <a:gd name="connsiteY2115" fmla="*/ 1008677 h 2078048"/>
                <a:gd name="connsiteX2116" fmla="*/ 239368 w 2077975"/>
                <a:gd name="connsiteY2116" fmla="*/ 1006201 h 2078048"/>
                <a:gd name="connsiteX2117" fmla="*/ 240320 w 2077975"/>
                <a:gd name="connsiteY2117" fmla="*/ 1004582 h 2078048"/>
                <a:gd name="connsiteX2118" fmla="*/ 285183 w 2077975"/>
                <a:gd name="connsiteY2118" fmla="*/ 1010106 h 2078048"/>
                <a:gd name="connsiteX2119" fmla="*/ 285183 w 2077975"/>
                <a:gd name="connsiteY2119" fmla="*/ 1010106 h 2078048"/>
                <a:gd name="connsiteX2120" fmla="*/ 287564 w 2077975"/>
                <a:gd name="connsiteY2120" fmla="*/ 1010297 h 2078048"/>
                <a:gd name="connsiteX2121" fmla="*/ 335285 w 2077975"/>
                <a:gd name="connsiteY2121" fmla="*/ 1009344 h 2078048"/>
                <a:gd name="connsiteX2122" fmla="*/ 348334 w 2077975"/>
                <a:gd name="connsiteY2122" fmla="*/ 1016012 h 2078048"/>
                <a:gd name="connsiteX2123" fmla="*/ 348334 w 2077975"/>
                <a:gd name="connsiteY2123" fmla="*/ 1016012 h 2078048"/>
                <a:gd name="connsiteX2124" fmla="*/ 348334 w 2077975"/>
                <a:gd name="connsiteY2124" fmla="*/ 1016012 h 2078048"/>
                <a:gd name="connsiteX2125" fmla="*/ 352525 w 2077975"/>
                <a:gd name="connsiteY2125" fmla="*/ 1015916 h 2078048"/>
                <a:gd name="connsiteX2126" fmla="*/ 353096 w 2077975"/>
                <a:gd name="connsiteY2126" fmla="*/ 1015821 h 2078048"/>
                <a:gd name="connsiteX2127" fmla="*/ 357382 w 2077975"/>
                <a:gd name="connsiteY2127" fmla="*/ 1014773 h 2078048"/>
                <a:gd name="connsiteX2128" fmla="*/ 366907 w 2077975"/>
                <a:gd name="connsiteY2128" fmla="*/ 1005439 h 2078048"/>
                <a:gd name="connsiteX2129" fmla="*/ 375480 w 2077975"/>
                <a:gd name="connsiteY2129" fmla="*/ 1004105 h 2078048"/>
                <a:gd name="connsiteX2130" fmla="*/ 440440 w 2077975"/>
                <a:gd name="connsiteY2130" fmla="*/ 985151 h 2078048"/>
                <a:gd name="connsiteX2131" fmla="*/ 482636 w 2077975"/>
                <a:gd name="connsiteY2131" fmla="*/ 958862 h 2078048"/>
                <a:gd name="connsiteX2132" fmla="*/ 497019 w 2077975"/>
                <a:gd name="connsiteY2132" fmla="*/ 960576 h 2078048"/>
                <a:gd name="connsiteX2133" fmla="*/ 508163 w 2077975"/>
                <a:gd name="connsiteY2133" fmla="*/ 952289 h 2078048"/>
                <a:gd name="connsiteX2134" fmla="*/ 508163 w 2077975"/>
                <a:gd name="connsiteY2134" fmla="*/ 952289 h 2078048"/>
                <a:gd name="connsiteX2135" fmla="*/ 508163 w 2077975"/>
                <a:gd name="connsiteY2135" fmla="*/ 952194 h 2078048"/>
                <a:gd name="connsiteX2136" fmla="*/ 508449 w 2077975"/>
                <a:gd name="connsiteY2136" fmla="*/ 949622 h 2078048"/>
                <a:gd name="connsiteX2137" fmla="*/ 508449 w 2077975"/>
                <a:gd name="connsiteY2137" fmla="*/ 949051 h 2078048"/>
                <a:gd name="connsiteX2138" fmla="*/ 507592 w 2077975"/>
                <a:gd name="connsiteY2138" fmla="*/ 946098 h 2078048"/>
                <a:gd name="connsiteX2139" fmla="*/ 497495 w 2077975"/>
                <a:gd name="connsiteY2139" fmla="*/ 938002 h 2078048"/>
                <a:gd name="connsiteX2140" fmla="*/ 500257 w 2077975"/>
                <a:gd name="connsiteY2140" fmla="*/ 929048 h 2078048"/>
                <a:gd name="connsiteX2141" fmla="*/ 462634 w 2077975"/>
                <a:gd name="connsiteY2141" fmla="*/ 852944 h 2078048"/>
                <a:gd name="connsiteX2142" fmla="*/ 414247 w 2077975"/>
                <a:gd name="connsiteY2142" fmla="*/ 817034 h 2078048"/>
                <a:gd name="connsiteX2143" fmla="*/ 404912 w 2077975"/>
                <a:gd name="connsiteY2143" fmla="*/ 798080 h 2078048"/>
                <a:gd name="connsiteX2144" fmla="*/ 383957 w 2077975"/>
                <a:gd name="connsiteY2144" fmla="*/ 800080 h 2078048"/>
                <a:gd name="connsiteX2145" fmla="*/ 333475 w 2077975"/>
                <a:gd name="connsiteY2145" fmla="*/ 777887 h 2078048"/>
                <a:gd name="connsiteX2146" fmla="*/ 304233 w 2077975"/>
                <a:gd name="connsiteY2146" fmla="*/ 768743 h 2078048"/>
                <a:gd name="connsiteX2147" fmla="*/ 304900 w 2077975"/>
                <a:gd name="connsiteY2147" fmla="*/ 766076 h 2078048"/>
                <a:gd name="connsiteX2148" fmla="*/ 299470 w 2077975"/>
                <a:gd name="connsiteY2148" fmla="*/ 750645 h 2078048"/>
                <a:gd name="connsiteX2149" fmla="*/ 293660 w 2077975"/>
                <a:gd name="connsiteY2149" fmla="*/ 746930 h 2078048"/>
                <a:gd name="connsiteX2150" fmla="*/ 290231 w 2077975"/>
                <a:gd name="connsiteY2150" fmla="*/ 745978 h 2078048"/>
                <a:gd name="connsiteX2151" fmla="*/ 286612 w 2077975"/>
                <a:gd name="connsiteY2151" fmla="*/ 745692 h 2078048"/>
                <a:gd name="connsiteX2152" fmla="*/ 283088 w 2077975"/>
                <a:gd name="connsiteY2152" fmla="*/ 746168 h 2078048"/>
                <a:gd name="connsiteX2153" fmla="*/ 279849 w 2077975"/>
                <a:gd name="connsiteY2153" fmla="*/ 747311 h 2078048"/>
                <a:gd name="connsiteX2154" fmla="*/ 274229 w 2077975"/>
                <a:gd name="connsiteY2154" fmla="*/ 751312 h 2078048"/>
                <a:gd name="connsiteX2155" fmla="*/ 269657 w 2077975"/>
                <a:gd name="connsiteY2155" fmla="*/ 760742 h 2078048"/>
                <a:gd name="connsiteX2156" fmla="*/ 269657 w 2077975"/>
                <a:gd name="connsiteY2156" fmla="*/ 762361 h 2078048"/>
                <a:gd name="connsiteX2157" fmla="*/ 222413 w 2077975"/>
                <a:gd name="connsiteY2157" fmla="*/ 761599 h 2078048"/>
                <a:gd name="connsiteX2158" fmla="*/ 186123 w 2077975"/>
                <a:gd name="connsiteY2158" fmla="*/ 767981 h 2078048"/>
                <a:gd name="connsiteX2159" fmla="*/ 186218 w 2077975"/>
                <a:gd name="connsiteY2159" fmla="*/ 767695 h 2078048"/>
                <a:gd name="connsiteX2160" fmla="*/ 171073 w 2077975"/>
                <a:gd name="connsiteY2160" fmla="*/ 746549 h 2078048"/>
                <a:gd name="connsiteX2161" fmla="*/ 150404 w 2077975"/>
                <a:gd name="connsiteY2161" fmla="*/ 765028 h 2078048"/>
                <a:gd name="connsiteX2162" fmla="*/ 150499 w 2077975"/>
                <a:gd name="connsiteY2162" fmla="*/ 769981 h 2078048"/>
                <a:gd name="connsiteX2163" fmla="*/ 150595 w 2077975"/>
                <a:gd name="connsiteY2163" fmla="*/ 770457 h 2078048"/>
                <a:gd name="connsiteX2164" fmla="*/ 151738 w 2077975"/>
                <a:gd name="connsiteY2164" fmla="*/ 774839 h 2078048"/>
                <a:gd name="connsiteX2165" fmla="*/ 151738 w 2077975"/>
                <a:gd name="connsiteY2165" fmla="*/ 774839 h 2078048"/>
                <a:gd name="connsiteX2166" fmla="*/ 151738 w 2077975"/>
                <a:gd name="connsiteY2166" fmla="*/ 774839 h 2078048"/>
                <a:gd name="connsiteX2167" fmla="*/ 153928 w 2077975"/>
                <a:gd name="connsiteY2167" fmla="*/ 779030 h 2078048"/>
                <a:gd name="connsiteX2168" fmla="*/ 133735 w 2077975"/>
                <a:gd name="connsiteY2168" fmla="*/ 789221 h 2078048"/>
                <a:gd name="connsiteX2169" fmla="*/ 130402 w 2077975"/>
                <a:gd name="connsiteY2169" fmla="*/ 779601 h 2078048"/>
                <a:gd name="connsiteX2170" fmla="*/ 127354 w 2077975"/>
                <a:gd name="connsiteY2170" fmla="*/ 776267 h 2078048"/>
                <a:gd name="connsiteX2171" fmla="*/ 126973 w 2077975"/>
                <a:gd name="connsiteY2171" fmla="*/ 775982 h 2078048"/>
                <a:gd name="connsiteX2172" fmla="*/ 112971 w 2077975"/>
                <a:gd name="connsiteY2172" fmla="*/ 773124 h 2078048"/>
                <a:gd name="connsiteX2173" fmla="*/ 131068 w 2077975"/>
                <a:gd name="connsiteY2173" fmla="*/ 663015 h 2078048"/>
                <a:gd name="connsiteX2174" fmla="*/ 151357 w 2077975"/>
                <a:gd name="connsiteY2174" fmla="*/ 624629 h 2078048"/>
                <a:gd name="connsiteX2175" fmla="*/ 163644 w 2077975"/>
                <a:gd name="connsiteY2175" fmla="*/ 630535 h 2078048"/>
                <a:gd name="connsiteX2176" fmla="*/ 177169 w 2077975"/>
                <a:gd name="connsiteY2176" fmla="*/ 624439 h 2078048"/>
                <a:gd name="connsiteX2177" fmla="*/ 182980 w 2077975"/>
                <a:gd name="connsiteY2177" fmla="*/ 615866 h 2078048"/>
                <a:gd name="connsiteX2178" fmla="*/ 183265 w 2077975"/>
                <a:gd name="connsiteY2178" fmla="*/ 615200 h 2078048"/>
                <a:gd name="connsiteX2179" fmla="*/ 184599 w 2077975"/>
                <a:gd name="connsiteY2179" fmla="*/ 610151 h 2078048"/>
                <a:gd name="connsiteX2180" fmla="*/ 184313 w 2077975"/>
                <a:gd name="connsiteY2180" fmla="*/ 602150 h 2078048"/>
                <a:gd name="connsiteX2181" fmla="*/ 176693 w 2077975"/>
                <a:gd name="connsiteY2181" fmla="*/ 591292 h 2078048"/>
                <a:gd name="connsiteX2182" fmla="*/ 179265 w 2077975"/>
                <a:gd name="connsiteY2182" fmla="*/ 588339 h 2078048"/>
                <a:gd name="connsiteX2183" fmla="*/ 179456 w 2077975"/>
                <a:gd name="connsiteY2183" fmla="*/ 588149 h 2078048"/>
                <a:gd name="connsiteX2184" fmla="*/ 202030 w 2077975"/>
                <a:gd name="connsiteY2184" fmla="*/ 567384 h 2078048"/>
                <a:gd name="connsiteX2185" fmla="*/ 207268 w 2077975"/>
                <a:gd name="connsiteY2185" fmla="*/ 563384 h 2078048"/>
                <a:gd name="connsiteX2186" fmla="*/ 217556 w 2077975"/>
                <a:gd name="connsiteY2186" fmla="*/ 555954 h 2078048"/>
                <a:gd name="connsiteX2187" fmla="*/ 222413 w 2077975"/>
                <a:gd name="connsiteY2187" fmla="*/ 576147 h 2078048"/>
                <a:gd name="connsiteX2188" fmla="*/ 208888 w 2077975"/>
                <a:gd name="connsiteY2188" fmla="*/ 586720 h 2078048"/>
                <a:gd name="connsiteX2189" fmla="*/ 208602 w 2077975"/>
                <a:gd name="connsiteY2189" fmla="*/ 606722 h 2078048"/>
                <a:gd name="connsiteX2190" fmla="*/ 208602 w 2077975"/>
                <a:gd name="connsiteY2190" fmla="*/ 606722 h 2078048"/>
                <a:gd name="connsiteX2191" fmla="*/ 208602 w 2077975"/>
                <a:gd name="connsiteY2191" fmla="*/ 606722 h 2078048"/>
                <a:gd name="connsiteX2192" fmla="*/ 211174 w 2077975"/>
                <a:gd name="connsiteY2192" fmla="*/ 610151 h 2078048"/>
                <a:gd name="connsiteX2193" fmla="*/ 211555 w 2077975"/>
                <a:gd name="connsiteY2193" fmla="*/ 610532 h 2078048"/>
                <a:gd name="connsiteX2194" fmla="*/ 215174 w 2077975"/>
                <a:gd name="connsiteY2194" fmla="*/ 613199 h 2078048"/>
                <a:gd name="connsiteX2195" fmla="*/ 234986 w 2077975"/>
                <a:gd name="connsiteY2195" fmla="*/ 610151 h 2078048"/>
                <a:gd name="connsiteX2196" fmla="*/ 235177 w 2077975"/>
                <a:gd name="connsiteY2196" fmla="*/ 610723 h 2078048"/>
                <a:gd name="connsiteX2197" fmla="*/ 265276 w 2077975"/>
                <a:gd name="connsiteY2197" fmla="*/ 657872 h 2078048"/>
                <a:gd name="connsiteX2198" fmla="*/ 286993 w 2077975"/>
                <a:gd name="connsiteY2198" fmla="*/ 680351 h 2078048"/>
                <a:gd name="connsiteX2199" fmla="*/ 288898 w 2077975"/>
                <a:gd name="connsiteY2199" fmla="*/ 697781 h 2078048"/>
                <a:gd name="connsiteX2200" fmla="*/ 288898 w 2077975"/>
                <a:gd name="connsiteY2200" fmla="*/ 697781 h 2078048"/>
                <a:gd name="connsiteX2201" fmla="*/ 288898 w 2077975"/>
                <a:gd name="connsiteY2201" fmla="*/ 697781 h 2078048"/>
                <a:gd name="connsiteX2202" fmla="*/ 291755 w 2077975"/>
                <a:gd name="connsiteY2202" fmla="*/ 700925 h 2078048"/>
                <a:gd name="connsiteX2203" fmla="*/ 292136 w 2077975"/>
                <a:gd name="connsiteY2203" fmla="*/ 701306 h 2078048"/>
                <a:gd name="connsiteX2204" fmla="*/ 295946 w 2077975"/>
                <a:gd name="connsiteY2204" fmla="*/ 703687 h 2078048"/>
                <a:gd name="connsiteX2205" fmla="*/ 299375 w 2077975"/>
                <a:gd name="connsiteY2205" fmla="*/ 704830 h 2078048"/>
                <a:gd name="connsiteX2206" fmla="*/ 302804 w 2077975"/>
                <a:gd name="connsiteY2206" fmla="*/ 705306 h 2078048"/>
                <a:gd name="connsiteX2207" fmla="*/ 309472 w 2077975"/>
                <a:gd name="connsiteY2207" fmla="*/ 704258 h 2078048"/>
                <a:gd name="connsiteX2208" fmla="*/ 314044 w 2077975"/>
                <a:gd name="connsiteY2208" fmla="*/ 701687 h 2078048"/>
                <a:gd name="connsiteX2209" fmla="*/ 353382 w 2077975"/>
                <a:gd name="connsiteY2209" fmla="*/ 724070 h 2078048"/>
                <a:gd name="connsiteX2210" fmla="*/ 353382 w 2077975"/>
                <a:gd name="connsiteY2210" fmla="*/ 724070 h 2078048"/>
                <a:gd name="connsiteX2211" fmla="*/ 355573 w 2077975"/>
                <a:gd name="connsiteY2211" fmla="*/ 725118 h 2078048"/>
                <a:gd name="connsiteX2212" fmla="*/ 399959 w 2077975"/>
                <a:gd name="connsiteY2212" fmla="*/ 742549 h 2078048"/>
                <a:gd name="connsiteX2213" fmla="*/ 409389 w 2077975"/>
                <a:gd name="connsiteY2213" fmla="*/ 753693 h 2078048"/>
                <a:gd name="connsiteX2214" fmla="*/ 409389 w 2077975"/>
                <a:gd name="connsiteY2214" fmla="*/ 753693 h 2078048"/>
                <a:gd name="connsiteX2215" fmla="*/ 409389 w 2077975"/>
                <a:gd name="connsiteY2215" fmla="*/ 753693 h 2078048"/>
                <a:gd name="connsiteX2216" fmla="*/ 413294 w 2077975"/>
                <a:gd name="connsiteY2216" fmla="*/ 755217 h 2078048"/>
                <a:gd name="connsiteX2217" fmla="*/ 413770 w 2077975"/>
                <a:gd name="connsiteY2217" fmla="*/ 755408 h 2078048"/>
                <a:gd name="connsiteX2218" fmla="*/ 418152 w 2077975"/>
                <a:gd name="connsiteY2218" fmla="*/ 756074 h 2078048"/>
                <a:gd name="connsiteX2219" fmla="*/ 430535 w 2077975"/>
                <a:gd name="connsiteY2219" fmla="*/ 751217 h 2078048"/>
                <a:gd name="connsiteX2220" fmla="*/ 439012 w 2077975"/>
                <a:gd name="connsiteY2220" fmla="*/ 753312 h 2078048"/>
                <a:gd name="connsiteX2221" fmla="*/ 506258 w 2077975"/>
                <a:gd name="connsiteY2221" fmla="*/ 760837 h 2078048"/>
                <a:gd name="connsiteX2222" fmla="*/ 555312 w 2077975"/>
                <a:gd name="connsiteY2222" fmla="*/ 752836 h 2078048"/>
                <a:gd name="connsiteX2223" fmla="*/ 567885 w 2077975"/>
                <a:gd name="connsiteY2223" fmla="*/ 759980 h 2078048"/>
                <a:gd name="connsiteX2224" fmla="*/ 581411 w 2077975"/>
                <a:gd name="connsiteY2224" fmla="*/ 756646 h 2078048"/>
                <a:gd name="connsiteX2225" fmla="*/ 581411 w 2077975"/>
                <a:gd name="connsiteY2225" fmla="*/ 756646 h 2078048"/>
                <a:gd name="connsiteX2226" fmla="*/ 581411 w 2077975"/>
                <a:gd name="connsiteY2226" fmla="*/ 756551 h 2078048"/>
                <a:gd name="connsiteX2227" fmla="*/ 582649 w 2077975"/>
                <a:gd name="connsiteY2227" fmla="*/ 754265 h 2078048"/>
                <a:gd name="connsiteX2228" fmla="*/ 582839 w 2077975"/>
                <a:gd name="connsiteY2228" fmla="*/ 753788 h 2078048"/>
                <a:gd name="connsiteX2229" fmla="*/ 583220 w 2077975"/>
                <a:gd name="connsiteY2229" fmla="*/ 750740 h 2078048"/>
                <a:gd name="connsiteX2230" fmla="*/ 577029 w 2077975"/>
                <a:gd name="connsiteY2230" fmla="*/ 739406 h 2078048"/>
                <a:gd name="connsiteX2231" fmla="*/ 583030 w 2077975"/>
                <a:gd name="connsiteY2231" fmla="*/ 732167 h 2078048"/>
                <a:gd name="connsiteX2232" fmla="*/ 577696 w 2077975"/>
                <a:gd name="connsiteY2232" fmla="*/ 647299 h 2078048"/>
                <a:gd name="connsiteX2233" fmla="*/ 546740 w 2077975"/>
                <a:gd name="connsiteY2233" fmla="*/ 595483 h 2078048"/>
                <a:gd name="connsiteX2234" fmla="*/ 549883 w 2077975"/>
                <a:gd name="connsiteY2234" fmla="*/ 583577 h 2078048"/>
                <a:gd name="connsiteX2235" fmla="*/ 547597 w 2077975"/>
                <a:gd name="connsiteY2235" fmla="*/ 577385 h 2078048"/>
                <a:gd name="connsiteX2236" fmla="*/ 545501 w 2077975"/>
                <a:gd name="connsiteY2236" fmla="*/ 574433 h 2078048"/>
                <a:gd name="connsiteX2237" fmla="*/ 542930 w 2077975"/>
                <a:gd name="connsiteY2237" fmla="*/ 571861 h 2078048"/>
                <a:gd name="connsiteX2238" fmla="*/ 533881 w 2077975"/>
                <a:gd name="connsiteY2238" fmla="*/ 567479 h 2078048"/>
                <a:gd name="connsiteX2239" fmla="*/ 525308 w 2077975"/>
                <a:gd name="connsiteY2239" fmla="*/ 568241 h 2078048"/>
                <a:gd name="connsiteX2240" fmla="*/ 487208 w 2077975"/>
                <a:gd name="connsiteY2240" fmla="*/ 528522 h 2078048"/>
                <a:gd name="connsiteX2241" fmla="*/ 471016 w 2077975"/>
                <a:gd name="connsiteY2241" fmla="*/ 514616 h 2078048"/>
                <a:gd name="connsiteX2242" fmla="*/ 471016 w 2077975"/>
                <a:gd name="connsiteY2242" fmla="*/ 514616 h 2078048"/>
                <a:gd name="connsiteX2243" fmla="*/ 471016 w 2077975"/>
                <a:gd name="connsiteY2243" fmla="*/ 514616 h 2078048"/>
                <a:gd name="connsiteX2244" fmla="*/ 463586 w 2077975"/>
                <a:gd name="connsiteY2244" fmla="*/ 508805 h 2078048"/>
                <a:gd name="connsiteX2245" fmla="*/ 465301 w 2077975"/>
                <a:gd name="connsiteY2245" fmla="*/ 506615 h 2078048"/>
                <a:gd name="connsiteX2246" fmla="*/ 467777 w 2077975"/>
                <a:gd name="connsiteY2246" fmla="*/ 496804 h 2078048"/>
                <a:gd name="connsiteX2247" fmla="*/ 464443 w 2077975"/>
                <a:gd name="connsiteY2247" fmla="*/ 487279 h 2078048"/>
                <a:gd name="connsiteX2248" fmla="*/ 459300 w 2077975"/>
                <a:gd name="connsiteY2248" fmla="*/ 482421 h 2078048"/>
                <a:gd name="connsiteX2249" fmla="*/ 449299 w 2077975"/>
                <a:gd name="connsiteY2249" fmla="*/ 479754 h 2078048"/>
                <a:gd name="connsiteX2250" fmla="*/ 441584 w 2077975"/>
                <a:gd name="connsiteY2250" fmla="*/ 481945 h 2078048"/>
                <a:gd name="connsiteX2251" fmla="*/ 437011 w 2077975"/>
                <a:gd name="connsiteY2251" fmla="*/ 485374 h 2078048"/>
                <a:gd name="connsiteX2252" fmla="*/ 434821 w 2077975"/>
                <a:gd name="connsiteY2252" fmla="*/ 488231 h 2078048"/>
                <a:gd name="connsiteX2253" fmla="*/ 434154 w 2077975"/>
                <a:gd name="connsiteY2253" fmla="*/ 489660 h 2078048"/>
                <a:gd name="connsiteX2254" fmla="*/ 390815 w 2077975"/>
                <a:gd name="connsiteY2254" fmla="*/ 470896 h 2078048"/>
                <a:gd name="connsiteX2255" fmla="*/ 355001 w 2077975"/>
                <a:gd name="connsiteY2255" fmla="*/ 462895 h 2078048"/>
                <a:gd name="connsiteX2256" fmla="*/ 355192 w 2077975"/>
                <a:gd name="connsiteY2256" fmla="*/ 462704 h 2078048"/>
                <a:gd name="connsiteX2257" fmla="*/ 357954 w 2077975"/>
                <a:gd name="connsiteY2257" fmla="*/ 451846 h 2078048"/>
                <a:gd name="connsiteX2258" fmla="*/ 352239 w 2077975"/>
                <a:gd name="connsiteY2258" fmla="*/ 439368 h 2078048"/>
                <a:gd name="connsiteX2259" fmla="*/ 349286 w 2077975"/>
                <a:gd name="connsiteY2259" fmla="*/ 437368 h 2078048"/>
                <a:gd name="connsiteX2260" fmla="*/ 342333 w 2077975"/>
                <a:gd name="connsiteY2260" fmla="*/ 435463 h 2078048"/>
                <a:gd name="connsiteX2261" fmla="*/ 335094 w 2077975"/>
                <a:gd name="connsiteY2261" fmla="*/ 436606 h 2078048"/>
                <a:gd name="connsiteX2262" fmla="*/ 331665 w 2077975"/>
                <a:gd name="connsiteY2262" fmla="*/ 438225 h 2078048"/>
                <a:gd name="connsiteX2263" fmla="*/ 325569 w 2077975"/>
                <a:gd name="connsiteY2263" fmla="*/ 443273 h 2078048"/>
                <a:gd name="connsiteX2264" fmla="*/ 323188 w 2077975"/>
                <a:gd name="connsiteY2264" fmla="*/ 446607 h 2078048"/>
                <a:gd name="connsiteX2265" fmla="*/ 321378 w 2077975"/>
                <a:gd name="connsiteY2265" fmla="*/ 450989 h 2078048"/>
                <a:gd name="connsiteX2266" fmla="*/ 321188 w 2077975"/>
                <a:gd name="connsiteY2266" fmla="*/ 451941 h 2078048"/>
                <a:gd name="connsiteX2267" fmla="*/ 320616 w 2077975"/>
                <a:gd name="connsiteY2267" fmla="*/ 456132 h 2078048"/>
                <a:gd name="connsiteX2268" fmla="*/ 320616 w 2077975"/>
                <a:gd name="connsiteY2268" fmla="*/ 456132 h 2078048"/>
                <a:gd name="connsiteX2269" fmla="*/ 320616 w 2077975"/>
                <a:gd name="connsiteY2269" fmla="*/ 456132 h 2078048"/>
                <a:gd name="connsiteX2270" fmla="*/ 320997 w 2077975"/>
                <a:gd name="connsiteY2270" fmla="*/ 460799 h 2078048"/>
                <a:gd name="connsiteX2271" fmla="*/ 298518 w 2077975"/>
                <a:gd name="connsiteY2271" fmla="*/ 462419 h 2078048"/>
                <a:gd name="connsiteX2272" fmla="*/ 299089 w 2077975"/>
                <a:gd name="connsiteY2272" fmla="*/ 452227 h 2078048"/>
                <a:gd name="connsiteX2273" fmla="*/ 297565 w 2077975"/>
                <a:gd name="connsiteY2273" fmla="*/ 447941 h 2078048"/>
                <a:gd name="connsiteX2274" fmla="*/ 297280 w 2077975"/>
                <a:gd name="connsiteY2274" fmla="*/ 447560 h 2078048"/>
                <a:gd name="connsiteX2275" fmla="*/ 285373 w 2077975"/>
                <a:gd name="connsiteY2275" fmla="*/ 439559 h 2078048"/>
                <a:gd name="connsiteX2276" fmla="*/ 344048 w 2077975"/>
                <a:gd name="connsiteY2276" fmla="*/ 344880 h 2078048"/>
                <a:gd name="connsiteX2277" fmla="*/ 377385 w 2077975"/>
                <a:gd name="connsiteY2277" fmla="*/ 317258 h 2078048"/>
                <a:gd name="connsiteX2278" fmla="*/ 386529 w 2077975"/>
                <a:gd name="connsiteY2278" fmla="*/ 327449 h 2078048"/>
                <a:gd name="connsiteX2279" fmla="*/ 410151 w 2077975"/>
                <a:gd name="connsiteY2279" fmla="*/ 321258 h 2078048"/>
                <a:gd name="connsiteX2280" fmla="*/ 410437 w 2077975"/>
                <a:gd name="connsiteY2280" fmla="*/ 320972 h 2078048"/>
                <a:gd name="connsiteX2281" fmla="*/ 413580 w 2077975"/>
                <a:gd name="connsiteY2281" fmla="*/ 316781 h 2078048"/>
                <a:gd name="connsiteX2282" fmla="*/ 413485 w 2077975"/>
                <a:gd name="connsiteY2282" fmla="*/ 296398 h 2078048"/>
                <a:gd name="connsiteX2283" fmla="*/ 430820 w 2077975"/>
                <a:gd name="connsiteY2283" fmla="*/ 289064 h 2078048"/>
                <a:gd name="connsiteX2284" fmla="*/ 438726 w 2077975"/>
                <a:gd name="connsiteY2284" fmla="*/ 286301 h 2078048"/>
                <a:gd name="connsiteX2285" fmla="*/ 445393 w 2077975"/>
                <a:gd name="connsiteY2285" fmla="*/ 284111 h 2078048"/>
                <a:gd name="connsiteX2286" fmla="*/ 464634 w 2077975"/>
                <a:gd name="connsiteY2286" fmla="*/ 279158 h 2078048"/>
                <a:gd name="connsiteX2287" fmla="*/ 461491 w 2077975"/>
                <a:gd name="connsiteY2287" fmla="*/ 299732 h 2078048"/>
                <a:gd name="connsiteX2288" fmla="*/ 445013 w 2077975"/>
                <a:gd name="connsiteY2288" fmla="*/ 304399 h 2078048"/>
                <a:gd name="connsiteX2289" fmla="*/ 437011 w 2077975"/>
                <a:gd name="connsiteY2289" fmla="*/ 322592 h 2078048"/>
                <a:gd name="connsiteX2290" fmla="*/ 437011 w 2077975"/>
                <a:gd name="connsiteY2290" fmla="*/ 322592 h 2078048"/>
                <a:gd name="connsiteX2291" fmla="*/ 437011 w 2077975"/>
                <a:gd name="connsiteY2291" fmla="*/ 322592 h 2078048"/>
                <a:gd name="connsiteX2292" fmla="*/ 438059 w 2077975"/>
                <a:gd name="connsiteY2292" fmla="*/ 326783 h 2078048"/>
                <a:gd name="connsiteX2293" fmla="*/ 438250 w 2077975"/>
                <a:gd name="connsiteY2293" fmla="*/ 327354 h 2078048"/>
                <a:gd name="connsiteX2294" fmla="*/ 440536 w 2077975"/>
                <a:gd name="connsiteY2294" fmla="*/ 331164 h 2078048"/>
                <a:gd name="connsiteX2295" fmla="*/ 443203 w 2077975"/>
                <a:gd name="connsiteY2295" fmla="*/ 333641 h 2078048"/>
                <a:gd name="connsiteX2296" fmla="*/ 453109 w 2077975"/>
                <a:gd name="connsiteY2296" fmla="*/ 336974 h 2078048"/>
                <a:gd name="connsiteX2297" fmla="*/ 459967 w 2077975"/>
                <a:gd name="connsiteY2297" fmla="*/ 335927 h 2078048"/>
                <a:gd name="connsiteX2298" fmla="*/ 459967 w 2077975"/>
                <a:gd name="connsiteY2298" fmla="*/ 336498 h 2078048"/>
                <a:gd name="connsiteX2299" fmla="*/ 469968 w 2077975"/>
                <a:gd name="connsiteY2299" fmla="*/ 391648 h 2078048"/>
                <a:gd name="connsiteX2300" fmla="*/ 481398 w 2077975"/>
                <a:gd name="connsiteY2300" fmla="*/ 420699 h 2078048"/>
                <a:gd name="connsiteX2301" fmla="*/ 476445 w 2077975"/>
                <a:gd name="connsiteY2301" fmla="*/ 437463 h 2078048"/>
                <a:gd name="connsiteX2302" fmla="*/ 476445 w 2077975"/>
                <a:gd name="connsiteY2302" fmla="*/ 437463 h 2078048"/>
                <a:gd name="connsiteX2303" fmla="*/ 476445 w 2077975"/>
                <a:gd name="connsiteY2303" fmla="*/ 437463 h 2078048"/>
                <a:gd name="connsiteX2304" fmla="*/ 477874 w 2077975"/>
                <a:gd name="connsiteY2304" fmla="*/ 441368 h 2078048"/>
                <a:gd name="connsiteX2305" fmla="*/ 478160 w 2077975"/>
                <a:gd name="connsiteY2305" fmla="*/ 441940 h 2078048"/>
                <a:gd name="connsiteX2306" fmla="*/ 480731 w 2077975"/>
                <a:gd name="connsiteY2306" fmla="*/ 445559 h 2078048"/>
                <a:gd name="connsiteX2307" fmla="*/ 480731 w 2077975"/>
                <a:gd name="connsiteY2307" fmla="*/ 445559 h 2078048"/>
                <a:gd name="connsiteX2308" fmla="*/ 486542 w 2077975"/>
                <a:gd name="connsiteY2308" fmla="*/ 449655 h 2078048"/>
                <a:gd name="connsiteX2309" fmla="*/ 498257 w 2077975"/>
                <a:gd name="connsiteY2309" fmla="*/ 450512 h 2078048"/>
                <a:gd name="connsiteX2310" fmla="*/ 526070 w 2077975"/>
                <a:gd name="connsiteY2310" fmla="*/ 486231 h 2078048"/>
                <a:gd name="connsiteX2311" fmla="*/ 526070 w 2077975"/>
                <a:gd name="connsiteY2311" fmla="*/ 486231 h 2078048"/>
                <a:gd name="connsiteX2312" fmla="*/ 527690 w 2077975"/>
                <a:gd name="connsiteY2312" fmla="*/ 488041 h 2078048"/>
                <a:gd name="connsiteX2313" fmla="*/ 562075 w 2077975"/>
                <a:gd name="connsiteY2313" fmla="*/ 521093 h 2078048"/>
                <a:gd name="connsiteX2314" fmla="*/ 566647 w 2077975"/>
                <a:gd name="connsiteY2314" fmla="*/ 534999 h 2078048"/>
                <a:gd name="connsiteX2315" fmla="*/ 566647 w 2077975"/>
                <a:gd name="connsiteY2315" fmla="*/ 534999 h 2078048"/>
                <a:gd name="connsiteX2316" fmla="*/ 566647 w 2077975"/>
                <a:gd name="connsiteY2316" fmla="*/ 534999 h 2078048"/>
                <a:gd name="connsiteX2317" fmla="*/ 569695 w 2077975"/>
                <a:gd name="connsiteY2317" fmla="*/ 537952 h 2078048"/>
                <a:gd name="connsiteX2318" fmla="*/ 570076 w 2077975"/>
                <a:gd name="connsiteY2318" fmla="*/ 538333 h 2078048"/>
                <a:gd name="connsiteX2319" fmla="*/ 573886 w 2077975"/>
                <a:gd name="connsiteY2319" fmla="*/ 540619 h 2078048"/>
                <a:gd name="connsiteX2320" fmla="*/ 586173 w 2077975"/>
                <a:gd name="connsiteY2320" fmla="*/ 541286 h 2078048"/>
                <a:gd name="connsiteX2321" fmla="*/ 587221 w 2077975"/>
                <a:gd name="connsiteY2321" fmla="*/ 540809 h 2078048"/>
                <a:gd name="connsiteX2322" fmla="*/ 594269 w 2077975"/>
                <a:gd name="connsiteY2322" fmla="*/ 545953 h 2078048"/>
                <a:gd name="connsiteX2323" fmla="*/ 653515 w 2077975"/>
                <a:gd name="connsiteY2323" fmla="*/ 578433 h 2078048"/>
                <a:gd name="connsiteX2324" fmla="*/ 701140 w 2077975"/>
                <a:gd name="connsiteY2324" fmla="*/ 589673 h 2078048"/>
                <a:gd name="connsiteX2325" fmla="*/ 701902 w 2077975"/>
                <a:gd name="connsiteY2325" fmla="*/ 589673 h 2078048"/>
                <a:gd name="connsiteX2326" fmla="*/ 710855 w 2077975"/>
                <a:gd name="connsiteY2326" fmla="*/ 601103 h 2078048"/>
                <a:gd name="connsiteX2327" fmla="*/ 726952 w 2077975"/>
                <a:gd name="connsiteY2327" fmla="*/ 601484 h 2078048"/>
                <a:gd name="connsiteX2328" fmla="*/ 727143 w 2077975"/>
                <a:gd name="connsiteY2328" fmla="*/ 601198 h 2078048"/>
                <a:gd name="connsiteX2329" fmla="*/ 728667 w 2077975"/>
                <a:gd name="connsiteY2329" fmla="*/ 598436 h 2078048"/>
                <a:gd name="connsiteX2330" fmla="*/ 729239 w 2077975"/>
                <a:gd name="connsiteY2330" fmla="*/ 595673 h 2078048"/>
                <a:gd name="connsiteX2331" fmla="*/ 728762 w 2077975"/>
                <a:gd name="connsiteY2331" fmla="*/ 589577 h 2078048"/>
                <a:gd name="connsiteX2332" fmla="*/ 727334 w 2077975"/>
                <a:gd name="connsiteY2332" fmla="*/ 585482 h 2078048"/>
                <a:gd name="connsiteX2333" fmla="*/ 735715 w 2077975"/>
                <a:gd name="connsiteY2333" fmla="*/ 581195 h 2078048"/>
                <a:gd name="connsiteX2334" fmla="*/ 757432 w 2077975"/>
                <a:gd name="connsiteY2334" fmla="*/ 550906 h 2078048"/>
                <a:gd name="connsiteX2335" fmla="*/ 762100 w 2077975"/>
                <a:gd name="connsiteY2335" fmla="*/ 527951 h 2078048"/>
                <a:gd name="connsiteX2336" fmla="*/ 763052 w 2077975"/>
                <a:gd name="connsiteY2336" fmla="*/ 500614 h 2078048"/>
                <a:gd name="connsiteX2337" fmla="*/ 754194 w 2077975"/>
                <a:gd name="connsiteY2337" fmla="*/ 440892 h 2078048"/>
                <a:gd name="connsiteX2338" fmla="*/ 761052 w 2077975"/>
                <a:gd name="connsiteY2338" fmla="*/ 420985 h 2078048"/>
                <a:gd name="connsiteX2339" fmla="*/ 757814 w 2077975"/>
                <a:gd name="connsiteY2339" fmla="*/ 414698 h 2078048"/>
                <a:gd name="connsiteX2340" fmla="*/ 755527 w 2077975"/>
                <a:gd name="connsiteY2340" fmla="*/ 412222 h 2078048"/>
                <a:gd name="connsiteX2341" fmla="*/ 744764 w 2077975"/>
                <a:gd name="connsiteY2341" fmla="*/ 407650 h 2078048"/>
                <a:gd name="connsiteX2342" fmla="*/ 724667 w 2077975"/>
                <a:gd name="connsiteY2342" fmla="*/ 356310 h 2078048"/>
                <a:gd name="connsiteX2343" fmla="*/ 715046 w 2077975"/>
                <a:gd name="connsiteY2343" fmla="*/ 337355 h 2078048"/>
                <a:gd name="connsiteX2344" fmla="*/ 715046 w 2077975"/>
                <a:gd name="connsiteY2344" fmla="*/ 337260 h 2078048"/>
                <a:gd name="connsiteX2345" fmla="*/ 715046 w 2077975"/>
                <a:gd name="connsiteY2345" fmla="*/ 337260 h 2078048"/>
                <a:gd name="connsiteX2346" fmla="*/ 710474 w 2077975"/>
                <a:gd name="connsiteY2346" fmla="*/ 329069 h 2078048"/>
                <a:gd name="connsiteX2347" fmla="*/ 712856 w 2077975"/>
                <a:gd name="connsiteY2347" fmla="*/ 327640 h 2078048"/>
                <a:gd name="connsiteX2348" fmla="*/ 716475 w 2077975"/>
                <a:gd name="connsiteY2348" fmla="*/ 302875 h 2078048"/>
                <a:gd name="connsiteX2349" fmla="*/ 711331 w 2077975"/>
                <a:gd name="connsiteY2349" fmla="*/ 298017 h 2078048"/>
                <a:gd name="connsiteX2350" fmla="*/ 694758 w 2077975"/>
                <a:gd name="connsiteY2350" fmla="*/ 297065 h 2078048"/>
                <a:gd name="connsiteX2351" fmla="*/ 691615 w 2077975"/>
                <a:gd name="connsiteY2351" fmla="*/ 298874 h 2078048"/>
                <a:gd name="connsiteX2352" fmla="*/ 690472 w 2077975"/>
                <a:gd name="connsiteY2352" fmla="*/ 299922 h 2078048"/>
                <a:gd name="connsiteX2353" fmla="*/ 657515 w 2077975"/>
                <a:gd name="connsiteY2353" fmla="*/ 265918 h 2078048"/>
                <a:gd name="connsiteX2354" fmla="*/ 627416 w 2077975"/>
                <a:gd name="connsiteY2354" fmla="*/ 244963 h 2078048"/>
                <a:gd name="connsiteX2355" fmla="*/ 627702 w 2077975"/>
                <a:gd name="connsiteY2355" fmla="*/ 244772 h 2078048"/>
                <a:gd name="connsiteX2356" fmla="*/ 631893 w 2077975"/>
                <a:gd name="connsiteY2356" fmla="*/ 218960 h 2078048"/>
                <a:gd name="connsiteX2357" fmla="*/ 619034 w 2077975"/>
                <a:gd name="connsiteY2357" fmla="*/ 212864 h 2078048"/>
                <a:gd name="connsiteX2358" fmla="*/ 615224 w 2077975"/>
                <a:gd name="connsiteY2358" fmla="*/ 213054 h 2078048"/>
                <a:gd name="connsiteX2359" fmla="*/ 604270 w 2077975"/>
                <a:gd name="connsiteY2359" fmla="*/ 217626 h 2078048"/>
                <a:gd name="connsiteX2360" fmla="*/ 600651 w 2077975"/>
                <a:gd name="connsiteY2360" fmla="*/ 221150 h 2078048"/>
                <a:gd name="connsiteX2361" fmla="*/ 600461 w 2077975"/>
                <a:gd name="connsiteY2361" fmla="*/ 221341 h 2078048"/>
                <a:gd name="connsiteX2362" fmla="*/ 598174 w 2077975"/>
                <a:gd name="connsiteY2362" fmla="*/ 225056 h 2078048"/>
                <a:gd name="connsiteX2363" fmla="*/ 598079 w 2077975"/>
                <a:gd name="connsiteY2363" fmla="*/ 225246 h 2078048"/>
                <a:gd name="connsiteX2364" fmla="*/ 598079 w 2077975"/>
                <a:gd name="connsiteY2364" fmla="*/ 225246 h 2078048"/>
                <a:gd name="connsiteX2365" fmla="*/ 596651 w 2077975"/>
                <a:gd name="connsiteY2365" fmla="*/ 229818 h 2078048"/>
                <a:gd name="connsiteX2366" fmla="*/ 575315 w 2077975"/>
                <a:gd name="connsiteY2366" fmla="*/ 222865 h 2078048"/>
                <a:gd name="connsiteX2367" fmla="*/ 579696 w 2077975"/>
                <a:gd name="connsiteY2367" fmla="*/ 213626 h 2078048"/>
                <a:gd name="connsiteX2368" fmla="*/ 579886 w 2077975"/>
                <a:gd name="connsiteY2368" fmla="*/ 209054 h 2078048"/>
                <a:gd name="connsiteX2369" fmla="*/ 579791 w 2077975"/>
                <a:gd name="connsiteY2369" fmla="*/ 208577 h 2078048"/>
                <a:gd name="connsiteX2370" fmla="*/ 571886 w 2077975"/>
                <a:gd name="connsiteY2370" fmla="*/ 196671 h 2078048"/>
                <a:gd name="connsiteX2371" fmla="*/ 662564 w 2077975"/>
                <a:gd name="connsiteY2371" fmla="*/ 131615 h 2078048"/>
                <a:gd name="connsiteX2372" fmla="*/ 703997 w 2077975"/>
                <a:gd name="connsiteY2372" fmla="*/ 118661 h 2078048"/>
                <a:gd name="connsiteX2373" fmla="*/ 708474 w 2077975"/>
                <a:gd name="connsiteY2373" fmla="*/ 131615 h 2078048"/>
                <a:gd name="connsiteX2374" fmla="*/ 732572 w 2077975"/>
                <a:gd name="connsiteY2374" fmla="*/ 135044 h 2078048"/>
                <a:gd name="connsiteX2375" fmla="*/ 733239 w 2077975"/>
                <a:gd name="connsiteY2375" fmla="*/ 134759 h 2078048"/>
                <a:gd name="connsiteX2376" fmla="*/ 737716 w 2077975"/>
                <a:gd name="connsiteY2376" fmla="*/ 132092 h 2078048"/>
                <a:gd name="connsiteX2377" fmla="*/ 745431 w 2077975"/>
                <a:gd name="connsiteY2377" fmla="*/ 113232 h 2078048"/>
                <a:gd name="connsiteX2378" fmla="*/ 781531 w 2077975"/>
                <a:gd name="connsiteY2378" fmla="*/ 114280 h 2078048"/>
                <a:gd name="connsiteX2379" fmla="*/ 785055 w 2077975"/>
                <a:gd name="connsiteY2379" fmla="*/ 114661 h 2078048"/>
                <a:gd name="connsiteX2380" fmla="*/ 799343 w 2077975"/>
                <a:gd name="connsiteY2380" fmla="*/ 116852 h 2078048"/>
                <a:gd name="connsiteX2381" fmla="*/ 788484 w 2077975"/>
                <a:gd name="connsiteY2381" fmla="*/ 134759 h 2078048"/>
                <a:gd name="connsiteX2382" fmla="*/ 771530 w 2077975"/>
                <a:gd name="connsiteY2382" fmla="*/ 132854 h 2078048"/>
                <a:gd name="connsiteX2383" fmla="*/ 756385 w 2077975"/>
                <a:gd name="connsiteY2383" fmla="*/ 150856 h 2078048"/>
                <a:gd name="connsiteX2384" fmla="*/ 756385 w 2077975"/>
                <a:gd name="connsiteY2384" fmla="*/ 151237 h 2078048"/>
                <a:gd name="connsiteX2385" fmla="*/ 757052 w 2077975"/>
                <a:gd name="connsiteY2385" fmla="*/ 155714 h 2078048"/>
                <a:gd name="connsiteX2386" fmla="*/ 773244 w 2077975"/>
                <a:gd name="connsiteY2386" fmla="*/ 167620 h 2078048"/>
                <a:gd name="connsiteX2387" fmla="*/ 773053 w 2077975"/>
                <a:gd name="connsiteY2387" fmla="*/ 168191 h 2078048"/>
                <a:gd name="connsiteX2388" fmla="*/ 761052 w 2077975"/>
                <a:gd name="connsiteY2388" fmla="*/ 222960 h 2078048"/>
                <a:gd name="connsiteX2389" fmla="*/ 760481 w 2077975"/>
                <a:gd name="connsiteY2389" fmla="*/ 254202 h 2078048"/>
                <a:gd name="connsiteX2390" fmla="*/ 749241 w 2077975"/>
                <a:gd name="connsiteY2390" fmla="*/ 271919 h 2078048"/>
                <a:gd name="connsiteX2391" fmla="*/ 749241 w 2077975"/>
                <a:gd name="connsiteY2391" fmla="*/ 272490 h 2078048"/>
                <a:gd name="connsiteX2392" fmla="*/ 750194 w 2077975"/>
                <a:gd name="connsiteY2392" fmla="*/ 276872 h 2078048"/>
                <a:gd name="connsiteX2393" fmla="*/ 764481 w 2077975"/>
                <a:gd name="connsiteY2393" fmla="*/ 288206 h 2078048"/>
                <a:gd name="connsiteX2394" fmla="*/ 777244 w 2077975"/>
                <a:gd name="connsiteY2394" fmla="*/ 334117 h 2078048"/>
                <a:gd name="connsiteX2395" fmla="*/ 796390 w 2077975"/>
                <a:gd name="connsiteY2395" fmla="*/ 377837 h 2078048"/>
                <a:gd name="connsiteX2396" fmla="*/ 795247 w 2077975"/>
                <a:gd name="connsiteY2396" fmla="*/ 392505 h 2078048"/>
                <a:gd name="connsiteX2397" fmla="*/ 795247 w 2077975"/>
                <a:gd name="connsiteY2397" fmla="*/ 392505 h 2078048"/>
                <a:gd name="connsiteX2398" fmla="*/ 795247 w 2077975"/>
                <a:gd name="connsiteY2398" fmla="*/ 392505 h 2078048"/>
                <a:gd name="connsiteX2399" fmla="*/ 796961 w 2077975"/>
                <a:gd name="connsiteY2399" fmla="*/ 396410 h 2078048"/>
                <a:gd name="connsiteX2400" fmla="*/ 797247 w 2077975"/>
                <a:gd name="connsiteY2400" fmla="*/ 396887 h 2078048"/>
                <a:gd name="connsiteX2401" fmla="*/ 799819 w 2077975"/>
                <a:gd name="connsiteY2401" fmla="*/ 400411 h 2078048"/>
                <a:gd name="connsiteX2402" fmla="*/ 812011 w 2077975"/>
                <a:gd name="connsiteY2402" fmla="*/ 405840 h 2078048"/>
                <a:gd name="connsiteX2403" fmla="*/ 858683 w 2077975"/>
                <a:gd name="connsiteY2403" fmla="*/ 465943 h 2078048"/>
                <a:gd name="connsiteX2404" fmla="*/ 898212 w 2077975"/>
                <a:gd name="connsiteY2404" fmla="*/ 494613 h 2078048"/>
                <a:gd name="connsiteX2405" fmla="*/ 899069 w 2077975"/>
                <a:gd name="connsiteY2405" fmla="*/ 494994 h 2078048"/>
                <a:gd name="connsiteX2406" fmla="*/ 902879 w 2077975"/>
                <a:gd name="connsiteY2406" fmla="*/ 508996 h 2078048"/>
                <a:gd name="connsiteX2407" fmla="*/ 914881 w 2077975"/>
                <a:gd name="connsiteY2407" fmla="*/ 516425 h 2078048"/>
                <a:gd name="connsiteX2408" fmla="*/ 914881 w 2077975"/>
                <a:gd name="connsiteY2408" fmla="*/ 516425 h 2078048"/>
                <a:gd name="connsiteX2409" fmla="*/ 914881 w 2077975"/>
                <a:gd name="connsiteY2409" fmla="*/ 516425 h 2078048"/>
                <a:gd name="connsiteX2410" fmla="*/ 917548 w 2077975"/>
                <a:gd name="connsiteY2410" fmla="*/ 515568 h 2078048"/>
                <a:gd name="connsiteX2411" fmla="*/ 917929 w 2077975"/>
                <a:gd name="connsiteY2411" fmla="*/ 515378 h 2078048"/>
                <a:gd name="connsiteX2412" fmla="*/ 920310 w 2077975"/>
                <a:gd name="connsiteY2412" fmla="*/ 513377 h 2078048"/>
                <a:gd name="connsiteX2413" fmla="*/ 923834 w 2077975"/>
                <a:gd name="connsiteY2413" fmla="*/ 500900 h 2078048"/>
                <a:gd name="connsiteX2414" fmla="*/ 933264 w 2077975"/>
                <a:gd name="connsiteY2414" fmla="*/ 500233 h 2078048"/>
                <a:gd name="connsiteX2415" fmla="*/ 964887 w 2077975"/>
                <a:gd name="connsiteY2415" fmla="*/ 480611 h 2078048"/>
                <a:gd name="connsiteX2416" fmla="*/ 978031 w 2077975"/>
                <a:gd name="connsiteY2416" fmla="*/ 461180 h 2078048"/>
                <a:gd name="connsiteX2417" fmla="*/ 989461 w 2077975"/>
                <a:gd name="connsiteY2417" fmla="*/ 436320 h 2078048"/>
                <a:gd name="connsiteX2418" fmla="*/ 1004225 w 2077975"/>
                <a:gd name="connsiteY2418" fmla="*/ 377741 h 2078048"/>
                <a:gd name="connsiteX2419" fmla="*/ 1005273 w 2077975"/>
                <a:gd name="connsiteY2419" fmla="*/ 377741 h 2078048"/>
                <a:gd name="connsiteX2420" fmla="*/ 1008035 w 2077975"/>
                <a:gd name="connsiteY2420" fmla="*/ 377075 h 2078048"/>
                <a:gd name="connsiteX2421" fmla="*/ 1012988 w 2077975"/>
                <a:gd name="connsiteY2421" fmla="*/ 373931 h 2078048"/>
                <a:gd name="connsiteX2422" fmla="*/ 1016513 w 2077975"/>
                <a:gd name="connsiteY2422" fmla="*/ 368788 h 2078048"/>
                <a:gd name="connsiteX2423" fmla="*/ 1018227 w 2077975"/>
                <a:gd name="connsiteY2423" fmla="*/ 362025 h 2078048"/>
                <a:gd name="connsiteX2424" fmla="*/ 1008321 w 2077975"/>
                <a:gd name="connsiteY2424" fmla="*/ 343451 h 2078048"/>
                <a:gd name="connsiteX2425" fmla="*/ 1009464 w 2077975"/>
                <a:gd name="connsiteY2425" fmla="*/ 288397 h 2078048"/>
                <a:gd name="connsiteX2426" fmla="*/ 1007845 w 2077975"/>
                <a:gd name="connsiteY2426" fmla="*/ 267156 h 2078048"/>
                <a:gd name="connsiteX2427" fmla="*/ 1007845 w 2077975"/>
                <a:gd name="connsiteY2427" fmla="*/ 267061 h 2078048"/>
                <a:gd name="connsiteX2428" fmla="*/ 1007845 w 2077975"/>
                <a:gd name="connsiteY2428" fmla="*/ 267061 h 2078048"/>
                <a:gd name="connsiteX2429" fmla="*/ 1006702 w 2077975"/>
                <a:gd name="connsiteY2429" fmla="*/ 257726 h 2078048"/>
                <a:gd name="connsiteX2430" fmla="*/ 1009464 w 2077975"/>
                <a:gd name="connsiteY2430" fmla="*/ 257345 h 2078048"/>
                <a:gd name="connsiteX2431" fmla="*/ 1022323 w 2077975"/>
                <a:gd name="connsiteY2431" fmla="*/ 235914 h 2078048"/>
                <a:gd name="connsiteX2432" fmla="*/ 1000892 w 2077975"/>
                <a:gd name="connsiteY2432" fmla="*/ 222674 h 2078048"/>
                <a:gd name="connsiteX2433" fmla="*/ 999463 w 2077975"/>
                <a:gd name="connsiteY2433" fmla="*/ 223151 h 2078048"/>
                <a:gd name="connsiteX2434" fmla="*/ 982127 w 2077975"/>
                <a:gd name="connsiteY2434" fmla="*/ 179240 h 2078048"/>
                <a:gd name="connsiteX2435" fmla="*/ 962411 w 2077975"/>
                <a:gd name="connsiteY2435" fmla="*/ 148284 h 2078048"/>
                <a:gd name="connsiteX2436" fmla="*/ 962696 w 2077975"/>
                <a:gd name="connsiteY2436" fmla="*/ 148189 h 2078048"/>
                <a:gd name="connsiteX2437" fmla="*/ 976412 w 2077975"/>
                <a:gd name="connsiteY2437" fmla="*/ 125996 h 2078048"/>
                <a:gd name="connsiteX2438" fmla="*/ 974984 w 2077975"/>
                <a:gd name="connsiteY2438" fmla="*/ 122662 h 2078048"/>
                <a:gd name="connsiteX2439" fmla="*/ 970126 w 2077975"/>
                <a:gd name="connsiteY2439" fmla="*/ 117328 h 2078048"/>
                <a:gd name="connsiteX2440" fmla="*/ 951457 w 2077975"/>
                <a:gd name="connsiteY2440" fmla="*/ 114089 h 2078048"/>
                <a:gd name="connsiteX2441" fmla="*/ 946885 w 2077975"/>
                <a:gd name="connsiteY2441" fmla="*/ 115899 h 2078048"/>
                <a:gd name="connsiteX2442" fmla="*/ 946599 w 2077975"/>
                <a:gd name="connsiteY2442" fmla="*/ 116090 h 2078048"/>
                <a:gd name="connsiteX2443" fmla="*/ 942980 w 2077975"/>
                <a:gd name="connsiteY2443" fmla="*/ 118661 h 2078048"/>
                <a:gd name="connsiteX2444" fmla="*/ 942884 w 2077975"/>
                <a:gd name="connsiteY2444" fmla="*/ 118757 h 2078048"/>
                <a:gd name="connsiteX2445" fmla="*/ 942884 w 2077975"/>
                <a:gd name="connsiteY2445" fmla="*/ 118757 h 2078048"/>
                <a:gd name="connsiteX2446" fmla="*/ 939836 w 2077975"/>
                <a:gd name="connsiteY2446" fmla="*/ 122376 h 2078048"/>
                <a:gd name="connsiteX2447" fmla="*/ 922786 w 2077975"/>
                <a:gd name="connsiteY2447" fmla="*/ 107803 h 2078048"/>
                <a:gd name="connsiteX2448" fmla="*/ 930406 w 2077975"/>
                <a:gd name="connsiteY2448" fmla="*/ 100945 h 2078048"/>
                <a:gd name="connsiteX2449" fmla="*/ 932311 w 2077975"/>
                <a:gd name="connsiteY2449" fmla="*/ 96754 h 2078048"/>
                <a:gd name="connsiteX2450" fmla="*/ 932407 w 2077975"/>
                <a:gd name="connsiteY2450" fmla="*/ 96278 h 2078048"/>
                <a:gd name="connsiteX2451" fmla="*/ 929644 w 2077975"/>
                <a:gd name="connsiteY2451" fmla="*/ 82276 h 2078048"/>
                <a:gd name="connsiteX2452" fmla="*/ 1037944 w 2077975"/>
                <a:gd name="connsiteY2452" fmla="*/ 56939 h 2078048"/>
                <a:gd name="connsiteX2453" fmla="*/ 1080997 w 2077975"/>
                <a:gd name="connsiteY2453" fmla="*/ 61035 h 2078048"/>
                <a:gd name="connsiteX2454" fmla="*/ 1080235 w 2077975"/>
                <a:gd name="connsiteY2454" fmla="*/ 74656 h 2078048"/>
                <a:gd name="connsiteX2455" fmla="*/ 1096237 w 2077975"/>
                <a:gd name="connsiteY2455" fmla="*/ 86467 h 2078048"/>
                <a:gd name="connsiteX2456" fmla="*/ 1096237 w 2077975"/>
                <a:gd name="connsiteY2456" fmla="*/ 86467 h 2078048"/>
                <a:gd name="connsiteX2457" fmla="*/ 1096332 w 2077975"/>
                <a:gd name="connsiteY2457" fmla="*/ 86467 h 2078048"/>
                <a:gd name="connsiteX2458" fmla="*/ 1101095 w 2077975"/>
                <a:gd name="connsiteY2458" fmla="*/ 86848 h 2078048"/>
                <a:gd name="connsiteX2459" fmla="*/ 1101857 w 2077975"/>
                <a:gd name="connsiteY2459" fmla="*/ 86848 h 2078048"/>
                <a:gd name="connsiteX2460" fmla="*/ 1107000 w 2077975"/>
                <a:gd name="connsiteY2460" fmla="*/ 86181 h 2078048"/>
                <a:gd name="connsiteX2461" fmla="*/ 1121287 w 2077975"/>
                <a:gd name="connsiteY2461" fmla="*/ 71608 h 2078048"/>
                <a:gd name="connsiteX2462" fmla="*/ 1153101 w 2077975"/>
                <a:gd name="connsiteY2462" fmla="*/ 85800 h 2078048"/>
                <a:gd name="connsiteX2463" fmla="*/ 1158626 w 2077975"/>
                <a:gd name="connsiteY2463" fmla="*/ 88943 h 2078048"/>
                <a:gd name="connsiteX2464" fmla="*/ 1169579 w 2077975"/>
                <a:gd name="connsiteY2464" fmla="*/ 95706 h 2078048"/>
                <a:gd name="connsiteX2465" fmla="*/ 1152815 w 2077975"/>
                <a:gd name="connsiteY2465" fmla="*/ 107993 h 2078048"/>
                <a:gd name="connsiteX2466" fmla="*/ 1137861 w 2077975"/>
                <a:gd name="connsiteY2466" fmla="*/ 99611 h 2078048"/>
                <a:gd name="connsiteX2467" fmla="*/ 1119287 w 2077975"/>
                <a:gd name="connsiteY2467" fmla="*/ 107041 h 2078048"/>
                <a:gd name="connsiteX2468" fmla="*/ 1119287 w 2077975"/>
                <a:gd name="connsiteY2468" fmla="*/ 107041 h 2078048"/>
                <a:gd name="connsiteX2469" fmla="*/ 1119287 w 2077975"/>
                <a:gd name="connsiteY2469" fmla="*/ 107041 h 2078048"/>
                <a:gd name="connsiteX2470" fmla="*/ 1117096 w 2077975"/>
                <a:gd name="connsiteY2470" fmla="*/ 110756 h 2078048"/>
                <a:gd name="connsiteX2471" fmla="*/ 1116811 w 2077975"/>
                <a:gd name="connsiteY2471" fmla="*/ 111327 h 2078048"/>
                <a:gd name="connsiteX2472" fmla="*/ 1115763 w 2077975"/>
                <a:gd name="connsiteY2472" fmla="*/ 115709 h 2078048"/>
                <a:gd name="connsiteX2473" fmla="*/ 1115763 w 2077975"/>
                <a:gd name="connsiteY2473" fmla="*/ 115709 h 2078048"/>
                <a:gd name="connsiteX2474" fmla="*/ 1126145 w 2077975"/>
                <a:gd name="connsiteY2474" fmla="*/ 132758 h 2078048"/>
                <a:gd name="connsiteX2475" fmla="*/ 1125764 w 2077975"/>
                <a:gd name="connsiteY2475" fmla="*/ 133139 h 2078048"/>
                <a:gd name="connsiteX2476" fmla="*/ 1093855 w 2077975"/>
                <a:gd name="connsiteY2476" fmla="*/ 179145 h 2078048"/>
                <a:gd name="connsiteX2477" fmla="*/ 1081378 w 2077975"/>
                <a:gd name="connsiteY2477" fmla="*/ 207720 h 2078048"/>
                <a:gd name="connsiteX2478" fmla="*/ 1065947 w 2077975"/>
                <a:gd name="connsiteY2478" fmla="*/ 216197 h 2078048"/>
                <a:gd name="connsiteX2479" fmla="*/ 1065947 w 2077975"/>
                <a:gd name="connsiteY2479" fmla="*/ 216197 h 2078048"/>
                <a:gd name="connsiteX2480" fmla="*/ 1065947 w 2077975"/>
                <a:gd name="connsiteY2480" fmla="*/ 216197 h 2078048"/>
                <a:gd name="connsiteX2481" fmla="*/ 1064137 w 2077975"/>
                <a:gd name="connsiteY2481" fmla="*/ 220007 h 2078048"/>
                <a:gd name="connsiteX2482" fmla="*/ 1063947 w 2077975"/>
                <a:gd name="connsiteY2482" fmla="*/ 220484 h 2078048"/>
                <a:gd name="connsiteX2483" fmla="*/ 1063185 w 2077975"/>
                <a:gd name="connsiteY2483" fmla="*/ 224865 h 2078048"/>
                <a:gd name="connsiteX2484" fmla="*/ 1072043 w 2077975"/>
                <a:gd name="connsiteY2484" fmla="*/ 240772 h 2078048"/>
                <a:gd name="connsiteX2485" fmla="*/ 1066328 w 2077975"/>
                <a:gd name="connsiteY2485" fmla="*/ 288111 h 2078048"/>
                <a:gd name="connsiteX2486" fmla="*/ 1067281 w 2077975"/>
                <a:gd name="connsiteY2486" fmla="*/ 335831 h 2078048"/>
                <a:gd name="connsiteX2487" fmla="*/ 1060709 w 2077975"/>
                <a:gd name="connsiteY2487" fmla="*/ 353072 h 2078048"/>
                <a:gd name="connsiteX2488" fmla="*/ 1060804 w 2077975"/>
                <a:gd name="connsiteY2488" fmla="*/ 353643 h 2078048"/>
                <a:gd name="connsiteX2489" fmla="*/ 1061852 w 2077975"/>
                <a:gd name="connsiteY2489" fmla="*/ 357929 h 2078048"/>
                <a:gd name="connsiteX2490" fmla="*/ 1071186 w 2077975"/>
                <a:gd name="connsiteY2490" fmla="*/ 367454 h 2078048"/>
                <a:gd name="connsiteX2491" fmla="*/ 1072520 w 2077975"/>
                <a:gd name="connsiteY2491" fmla="*/ 376027 h 2078048"/>
                <a:gd name="connsiteX2492" fmla="*/ 1091474 w 2077975"/>
                <a:gd name="connsiteY2492" fmla="*/ 440987 h 2078048"/>
                <a:gd name="connsiteX2493" fmla="*/ 1117763 w 2077975"/>
                <a:gd name="connsiteY2493" fmla="*/ 483183 h 2078048"/>
                <a:gd name="connsiteX2494" fmla="*/ 1116049 w 2077975"/>
                <a:gd name="connsiteY2494" fmla="*/ 497566 h 2078048"/>
                <a:gd name="connsiteX2495" fmla="*/ 1124336 w 2077975"/>
                <a:gd name="connsiteY2495" fmla="*/ 508710 h 2078048"/>
                <a:gd name="connsiteX2496" fmla="*/ 1124336 w 2077975"/>
                <a:gd name="connsiteY2496" fmla="*/ 508710 h 2078048"/>
                <a:gd name="connsiteX2497" fmla="*/ 1124431 w 2077975"/>
                <a:gd name="connsiteY2497" fmla="*/ 508710 h 2078048"/>
                <a:gd name="connsiteX2498" fmla="*/ 1127003 w 2077975"/>
                <a:gd name="connsiteY2498" fmla="*/ 508996 h 2078048"/>
                <a:gd name="connsiteX2499" fmla="*/ 1127574 w 2077975"/>
                <a:gd name="connsiteY2499" fmla="*/ 508996 h 2078048"/>
                <a:gd name="connsiteX2500" fmla="*/ 1130527 w 2077975"/>
                <a:gd name="connsiteY2500" fmla="*/ 508139 h 2078048"/>
                <a:gd name="connsiteX2501" fmla="*/ 1138623 w 2077975"/>
                <a:gd name="connsiteY2501" fmla="*/ 498042 h 2078048"/>
                <a:gd name="connsiteX2502" fmla="*/ 1147577 w 2077975"/>
                <a:gd name="connsiteY2502" fmla="*/ 500804 h 2078048"/>
                <a:gd name="connsiteX2503" fmla="*/ 1223681 w 2077975"/>
                <a:gd name="connsiteY2503" fmla="*/ 463181 h 2078048"/>
                <a:gd name="connsiteX2504" fmla="*/ 1259591 w 2077975"/>
                <a:gd name="connsiteY2504" fmla="*/ 414794 h 2078048"/>
                <a:gd name="connsiteX2505" fmla="*/ 1278545 w 2077975"/>
                <a:gd name="connsiteY2505" fmla="*/ 405459 h 2078048"/>
                <a:gd name="connsiteX2506" fmla="*/ 1280927 w 2077975"/>
                <a:gd name="connsiteY2506" fmla="*/ 395363 h 2078048"/>
                <a:gd name="connsiteX2507" fmla="*/ 1280545 w 2077975"/>
                <a:gd name="connsiteY2507" fmla="*/ 392029 h 2078048"/>
                <a:gd name="connsiteX2508" fmla="*/ 1276545 w 2077975"/>
                <a:gd name="connsiteY2508" fmla="*/ 384504 h 2078048"/>
                <a:gd name="connsiteX2509" fmla="*/ 1298738 w 2077975"/>
                <a:gd name="connsiteY2509" fmla="*/ 334022 h 2078048"/>
                <a:gd name="connsiteX2510" fmla="*/ 1307882 w 2077975"/>
                <a:gd name="connsiteY2510" fmla="*/ 304780 h 2078048"/>
                <a:gd name="connsiteX2511" fmla="*/ 1310549 w 2077975"/>
                <a:gd name="connsiteY2511" fmla="*/ 305447 h 2078048"/>
                <a:gd name="connsiteX2512" fmla="*/ 1330647 w 2077975"/>
                <a:gd name="connsiteY2512" fmla="*/ 290683 h 2078048"/>
                <a:gd name="connsiteX2513" fmla="*/ 1315883 w 2077975"/>
                <a:gd name="connsiteY2513" fmla="*/ 270204 h 2078048"/>
                <a:gd name="connsiteX2514" fmla="*/ 1314264 w 2077975"/>
                <a:gd name="connsiteY2514" fmla="*/ 270204 h 2078048"/>
                <a:gd name="connsiteX2515" fmla="*/ 1315026 w 2077975"/>
                <a:gd name="connsiteY2515" fmla="*/ 222960 h 2078048"/>
                <a:gd name="connsiteX2516" fmla="*/ 1308644 w 2077975"/>
                <a:gd name="connsiteY2516" fmla="*/ 186670 h 2078048"/>
                <a:gd name="connsiteX2517" fmla="*/ 1308930 w 2077975"/>
                <a:gd name="connsiteY2517" fmla="*/ 186765 h 2078048"/>
                <a:gd name="connsiteX2518" fmla="*/ 1330076 w 2077975"/>
                <a:gd name="connsiteY2518" fmla="*/ 171620 h 2078048"/>
                <a:gd name="connsiteX2519" fmla="*/ 1311597 w 2077975"/>
                <a:gd name="connsiteY2519" fmla="*/ 150951 h 2078048"/>
                <a:gd name="connsiteX2520" fmla="*/ 1306644 w 2077975"/>
                <a:gd name="connsiteY2520" fmla="*/ 151046 h 2078048"/>
                <a:gd name="connsiteX2521" fmla="*/ 1306168 w 2077975"/>
                <a:gd name="connsiteY2521" fmla="*/ 151142 h 2078048"/>
                <a:gd name="connsiteX2522" fmla="*/ 1301786 w 2077975"/>
                <a:gd name="connsiteY2522" fmla="*/ 152285 h 2078048"/>
                <a:gd name="connsiteX2523" fmla="*/ 1301786 w 2077975"/>
                <a:gd name="connsiteY2523" fmla="*/ 152285 h 2078048"/>
                <a:gd name="connsiteX2524" fmla="*/ 1301786 w 2077975"/>
                <a:gd name="connsiteY2524" fmla="*/ 152285 h 2078048"/>
                <a:gd name="connsiteX2525" fmla="*/ 1297595 w 2077975"/>
                <a:gd name="connsiteY2525" fmla="*/ 154475 h 2078048"/>
                <a:gd name="connsiteX2526" fmla="*/ 1287403 w 2077975"/>
                <a:gd name="connsiteY2526" fmla="*/ 134282 h 2078048"/>
                <a:gd name="connsiteX2527" fmla="*/ 1297024 w 2077975"/>
                <a:gd name="connsiteY2527" fmla="*/ 130949 h 2078048"/>
                <a:gd name="connsiteX2528" fmla="*/ 1300358 w 2077975"/>
                <a:gd name="connsiteY2528" fmla="*/ 127901 h 2078048"/>
                <a:gd name="connsiteX2529" fmla="*/ 1300643 w 2077975"/>
                <a:gd name="connsiteY2529" fmla="*/ 127520 h 2078048"/>
                <a:gd name="connsiteX2530" fmla="*/ 1303501 w 2077975"/>
                <a:gd name="connsiteY2530" fmla="*/ 113518 h 2078048"/>
                <a:gd name="connsiteX2531" fmla="*/ 1413610 w 2077975"/>
                <a:gd name="connsiteY2531" fmla="*/ 131615 h 2078048"/>
                <a:gd name="connsiteX2532" fmla="*/ 1451995 w 2077975"/>
                <a:gd name="connsiteY2532" fmla="*/ 151904 h 2078048"/>
                <a:gd name="connsiteX2533" fmla="*/ 1446090 w 2077975"/>
                <a:gd name="connsiteY2533" fmla="*/ 164191 h 2078048"/>
                <a:gd name="connsiteX2534" fmla="*/ 1452186 w 2077975"/>
                <a:gd name="connsiteY2534" fmla="*/ 177716 h 2078048"/>
                <a:gd name="connsiteX2535" fmla="*/ 1460759 w 2077975"/>
                <a:gd name="connsiteY2535" fmla="*/ 183527 h 2078048"/>
                <a:gd name="connsiteX2536" fmla="*/ 1461425 w 2077975"/>
                <a:gd name="connsiteY2536" fmla="*/ 183812 h 2078048"/>
                <a:gd name="connsiteX2537" fmla="*/ 1466474 w 2077975"/>
                <a:gd name="connsiteY2537" fmla="*/ 185146 h 2078048"/>
                <a:gd name="connsiteX2538" fmla="*/ 1485333 w 2077975"/>
                <a:gd name="connsiteY2538" fmla="*/ 177240 h 2078048"/>
                <a:gd name="connsiteX2539" fmla="*/ 1488286 w 2077975"/>
                <a:gd name="connsiteY2539" fmla="*/ 179812 h 2078048"/>
                <a:gd name="connsiteX2540" fmla="*/ 1488476 w 2077975"/>
                <a:gd name="connsiteY2540" fmla="*/ 180002 h 2078048"/>
                <a:gd name="connsiteX2541" fmla="*/ 1509241 w 2077975"/>
                <a:gd name="connsiteY2541" fmla="*/ 202577 h 2078048"/>
                <a:gd name="connsiteX2542" fmla="*/ 1513241 w 2077975"/>
                <a:gd name="connsiteY2542" fmla="*/ 207815 h 2078048"/>
                <a:gd name="connsiteX2543" fmla="*/ 1520671 w 2077975"/>
                <a:gd name="connsiteY2543" fmla="*/ 218198 h 2078048"/>
                <a:gd name="connsiteX2544" fmla="*/ 1500478 w 2077975"/>
                <a:gd name="connsiteY2544" fmla="*/ 223055 h 2078048"/>
                <a:gd name="connsiteX2545" fmla="*/ 1489905 w 2077975"/>
                <a:gd name="connsiteY2545" fmla="*/ 209530 h 2078048"/>
                <a:gd name="connsiteX2546" fmla="*/ 1469903 w 2077975"/>
                <a:gd name="connsiteY2546" fmla="*/ 209244 h 2078048"/>
                <a:gd name="connsiteX2547" fmla="*/ 1469903 w 2077975"/>
                <a:gd name="connsiteY2547" fmla="*/ 209244 h 2078048"/>
                <a:gd name="connsiteX2548" fmla="*/ 1469903 w 2077975"/>
                <a:gd name="connsiteY2548" fmla="*/ 209244 h 2078048"/>
                <a:gd name="connsiteX2549" fmla="*/ 1466474 w 2077975"/>
                <a:gd name="connsiteY2549" fmla="*/ 211816 h 2078048"/>
                <a:gd name="connsiteX2550" fmla="*/ 1466093 w 2077975"/>
                <a:gd name="connsiteY2550" fmla="*/ 212197 h 2078048"/>
                <a:gd name="connsiteX2551" fmla="*/ 1463426 w 2077975"/>
                <a:gd name="connsiteY2551" fmla="*/ 215816 h 2078048"/>
                <a:gd name="connsiteX2552" fmla="*/ 1466474 w 2077975"/>
                <a:gd name="connsiteY2552" fmla="*/ 235628 h 2078048"/>
                <a:gd name="connsiteX2553" fmla="*/ 1465902 w 2077975"/>
                <a:gd name="connsiteY2553" fmla="*/ 235819 h 2078048"/>
                <a:gd name="connsiteX2554" fmla="*/ 1418753 w 2077975"/>
                <a:gd name="connsiteY2554" fmla="*/ 265918 h 2078048"/>
                <a:gd name="connsiteX2555" fmla="*/ 1396274 w 2077975"/>
                <a:gd name="connsiteY2555" fmla="*/ 287635 h 2078048"/>
                <a:gd name="connsiteX2556" fmla="*/ 1378844 w 2077975"/>
                <a:gd name="connsiteY2556" fmla="*/ 289540 h 2078048"/>
                <a:gd name="connsiteX2557" fmla="*/ 1378844 w 2077975"/>
                <a:gd name="connsiteY2557" fmla="*/ 289540 h 2078048"/>
                <a:gd name="connsiteX2558" fmla="*/ 1378844 w 2077975"/>
                <a:gd name="connsiteY2558" fmla="*/ 289540 h 2078048"/>
                <a:gd name="connsiteX2559" fmla="*/ 1375700 w 2077975"/>
                <a:gd name="connsiteY2559" fmla="*/ 292397 h 2078048"/>
                <a:gd name="connsiteX2560" fmla="*/ 1375319 w 2077975"/>
                <a:gd name="connsiteY2560" fmla="*/ 292778 h 2078048"/>
                <a:gd name="connsiteX2561" fmla="*/ 1372938 w 2077975"/>
                <a:gd name="connsiteY2561" fmla="*/ 296588 h 2078048"/>
                <a:gd name="connsiteX2562" fmla="*/ 1375034 w 2077975"/>
                <a:gd name="connsiteY2562" fmla="*/ 314686 h 2078048"/>
                <a:gd name="connsiteX2563" fmla="*/ 1351602 w 2077975"/>
                <a:gd name="connsiteY2563" fmla="*/ 356215 h 2078048"/>
                <a:gd name="connsiteX2564" fmla="*/ 1334171 w 2077975"/>
                <a:gd name="connsiteY2564" fmla="*/ 400601 h 2078048"/>
                <a:gd name="connsiteX2565" fmla="*/ 1321503 w 2077975"/>
                <a:gd name="connsiteY2565" fmla="*/ 414032 h 2078048"/>
                <a:gd name="connsiteX2566" fmla="*/ 1321312 w 2077975"/>
                <a:gd name="connsiteY2566" fmla="*/ 414508 h 2078048"/>
                <a:gd name="connsiteX2567" fmla="*/ 1320646 w 2077975"/>
                <a:gd name="connsiteY2567" fmla="*/ 418889 h 2078048"/>
                <a:gd name="connsiteX2568" fmla="*/ 1325503 w 2077975"/>
                <a:gd name="connsiteY2568" fmla="*/ 431272 h 2078048"/>
                <a:gd name="connsiteX2569" fmla="*/ 1323408 w 2077975"/>
                <a:gd name="connsiteY2569" fmla="*/ 439749 h 2078048"/>
                <a:gd name="connsiteX2570" fmla="*/ 1315883 w 2077975"/>
                <a:gd name="connsiteY2570" fmla="*/ 506996 h 2078048"/>
                <a:gd name="connsiteX2571" fmla="*/ 1323884 w 2077975"/>
                <a:gd name="connsiteY2571" fmla="*/ 556049 h 2078048"/>
                <a:gd name="connsiteX2572" fmla="*/ 1316741 w 2077975"/>
                <a:gd name="connsiteY2572" fmla="*/ 568622 h 2078048"/>
                <a:gd name="connsiteX2573" fmla="*/ 1320074 w 2077975"/>
                <a:gd name="connsiteY2573" fmla="*/ 582148 h 2078048"/>
                <a:gd name="connsiteX2574" fmla="*/ 1320074 w 2077975"/>
                <a:gd name="connsiteY2574" fmla="*/ 582148 h 2078048"/>
                <a:gd name="connsiteX2575" fmla="*/ 1320170 w 2077975"/>
                <a:gd name="connsiteY2575" fmla="*/ 582148 h 2078048"/>
                <a:gd name="connsiteX2576" fmla="*/ 1322455 w 2077975"/>
                <a:gd name="connsiteY2576" fmla="*/ 583386 h 2078048"/>
                <a:gd name="connsiteX2577" fmla="*/ 1322932 w 2077975"/>
                <a:gd name="connsiteY2577" fmla="*/ 583577 h 2078048"/>
                <a:gd name="connsiteX2578" fmla="*/ 1325980 w 2077975"/>
                <a:gd name="connsiteY2578" fmla="*/ 583958 h 2078048"/>
                <a:gd name="connsiteX2579" fmla="*/ 1337315 w 2077975"/>
                <a:gd name="connsiteY2579" fmla="*/ 577766 h 2078048"/>
                <a:gd name="connsiteX2580" fmla="*/ 1344553 w 2077975"/>
                <a:gd name="connsiteY2580" fmla="*/ 583767 h 2078048"/>
                <a:gd name="connsiteX2581" fmla="*/ 1429421 w 2077975"/>
                <a:gd name="connsiteY2581" fmla="*/ 578433 h 2078048"/>
                <a:gd name="connsiteX2582" fmla="*/ 1481237 w 2077975"/>
                <a:gd name="connsiteY2582" fmla="*/ 547477 h 2078048"/>
                <a:gd name="connsiteX2583" fmla="*/ 1502287 w 2077975"/>
                <a:gd name="connsiteY2583" fmla="*/ 546239 h 2078048"/>
                <a:gd name="connsiteX2584" fmla="*/ 1508479 w 2077975"/>
                <a:gd name="connsiteY2584" fmla="*/ 526046 h 2078048"/>
                <a:gd name="connsiteX2585" fmla="*/ 1548198 w 2077975"/>
                <a:gd name="connsiteY2585" fmla="*/ 487946 h 2078048"/>
                <a:gd name="connsiteX2586" fmla="*/ 1562104 w 2077975"/>
                <a:gd name="connsiteY2586" fmla="*/ 471753 h 2078048"/>
                <a:gd name="connsiteX2587" fmla="*/ 1562104 w 2077975"/>
                <a:gd name="connsiteY2587" fmla="*/ 471753 h 2078048"/>
                <a:gd name="connsiteX2588" fmla="*/ 1562104 w 2077975"/>
                <a:gd name="connsiteY2588" fmla="*/ 471753 h 2078048"/>
                <a:gd name="connsiteX2589" fmla="*/ 1567915 w 2077975"/>
                <a:gd name="connsiteY2589" fmla="*/ 464324 h 2078048"/>
                <a:gd name="connsiteX2590" fmla="*/ 1570105 w 2077975"/>
                <a:gd name="connsiteY2590" fmla="*/ 466038 h 2078048"/>
                <a:gd name="connsiteX2591" fmla="*/ 1594299 w 2077975"/>
                <a:gd name="connsiteY2591" fmla="*/ 460037 h 2078048"/>
                <a:gd name="connsiteX2592" fmla="*/ 1588489 w 2077975"/>
                <a:gd name="connsiteY2592" fmla="*/ 435463 h 2078048"/>
                <a:gd name="connsiteX2593" fmla="*/ 1587060 w 2077975"/>
                <a:gd name="connsiteY2593" fmla="*/ 434796 h 2078048"/>
                <a:gd name="connsiteX2594" fmla="*/ 1605824 w 2077975"/>
                <a:gd name="connsiteY2594" fmla="*/ 391457 h 2078048"/>
                <a:gd name="connsiteX2595" fmla="*/ 1613825 w 2077975"/>
                <a:gd name="connsiteY2595" fmla="*/ 355643 h 2078048"/>
                <a:gd name="connsiteX2596" fmla="*/ 1614016 w 2077975"/>
                <a:gd name="connsiteY2596" fmla="*/ 355834 h 2078048"/>
                <a:gd name="connsiteX2597" fmla="*/ 1614016 w 2077975"/>
                <a:gd name="connsiteY2597" fmla="*/ 355834 h 2078048"/>
                <a:gd name="connsiteX2598" fmla="*/ 1621255 w 2077975"/>
                <a:gd name="connsiteY2598" fmla="*/ 358406 h 2078048"/>
                <a:gd name="connsiteX2599" fmla="*/ 1639352 w 2077975"/>
                <a:gd name="connsiteY2599" fmla="*/ 349928 h 2078048"/>
                <a:gd name="connsiteX2600" fmla="*/ 1640114 w 2077975"/>
                <a:gd name="connsiteY2600" fmla="*/ 335736 h 2078048"/>
                <a:gd name="connsiteX2601" fmla="*/ 1636304 w 2077975"/>
                <a:gd name="connsiteY2601" fmla="*/ 329069 h 2078048"/>
                <a:gd name="connsiteX2602" fmla="*/ 1630113 w 2077975"/>
                <a:gd name="connsiteY2602" fmla="*/ 323830 h 2078048"/>
                <a:gd name="connsiteX2603" fmla="*/ 1625732 w 2077975"/>
                <a:gd name="connsiteY2603" fmla="*/ 322020 h 2078048"/>
                <a:gd name="connsiteX2604" fmla="*/ 1624684 w 2077975"/>
                <a:gd name="connsiteY2604" fmla="*/ 321830 h 2078048"/>
                <a:gd name="connsiteX2605" fmla="*/ 1620493 w 2077975"/>
                <a:gd name="connsiteY2605" fmla="*/ 321258 h 2078048"/>
                <a:gd name="connsiteX2606" fmla="*/ 1620493 w 2077975"/>
                <a:gd name="connsiteY2606" fmla="*/ 321258 h 2078048"/>
                <a:gd name="connsiteX2607" fmla="*/ 1620493 w 2077975"/>
                <a:gd name="connsiteY2607" fmla="*/ 321258 h 2078048"/>
                <a:gd name="connsiteX2608" fmla="*/ 1615826 w 2077975"/>
                <a:gd name="connsiteY2608" fmla="*/ 321639 h 2078048"/>
                <a:gd name="connsiteX2609" fmla="*/ 1614206 w 2077975"/>
                <a:gd name="connsiteY2609" fmla="*/ 299255 h 2078048"/>
                <a:gd name="connsiteX2610" fmla="*/ 1620493 w 2077975"/>
                <a:gd name="connsiteY2610" fmla="*/ 300208 h 2078048"/>
                <a:gd name="connsiteX2611" fmla="*/ 1624398 w 2077975"/>
                <a:gd name="connsiteY2611" fmla="*/ 299827 h 2078048"/>
                <a:gd name="connsiteX2612" fmla="*/ 1628684 w 2077975"/>
                <a:gd name="connsiteY2612" fmla="*/ 298303 h 2078048"/>
                <a:gd name="connsiteX2613" fmla="*/ 1629065 w 2077975"/>
                <a:gd name="connsiteY2613" fmla="*/ 298017 h 2078048"/>
                <a:gd name="connsiteX2614" fmla="*/ 1637066 w 2077975"/>
                <a:gd name="connsiteY2614" fmla="*/ 286111 h 2078048"/>
                <a:gd name="connsiteX2615" fmla="*/ 1731745 w 2077975"/>
                <a:gd name="connsiteY2615" fmla="*/ 344785 h 2078048"/>
                <a:gd name="connsiteX2616" fmla="*/ 1759367 w 2077975"/>
                <a:gd name="connsiteY2616" fmla="*/ 378122 h 2078048"/>
                <a:gd name="connsiteX2617" fmla="*/ 1749176 w 2077975"/>
                <a:gd name="connsiteY2617" fmla="*/ 387266 h 2078048"/>
                <a:gd name="connsiteX2618" fmla="*/ 1755367 w 2077975"/>
                <a:gd name="connsiteY2618" fmla="*/ 410888 h 2078048"/>
                <a:gd name="connsiteX2619" fmla="*/ 1755653 w 2077975"/>
                <a:gd name="connsiteY2619" fmla="*/ 411174 h 2078048"/>
                <a:gd name="connsiteX2620" fmla="*/ 1759844 w 2077975"/>
                <a:gd name="connsiteY2620" fmla="*/ 414317 h 2078048"/>
                <a:gd name="connsiteX2621" fmla="*/ 1780227 w 2077975"/>
                <a:gd name="connsiteY2621" fmla="*/ 414222 h 2078048"/>
                <a:gd name="connsiteX2622" fmla="*/ 1787561 w 2077975"/>
                <a:gd name="connsiteY2622" fmla="*/ 431558 h 2078048"/>
                <a:gd name="connsiteX2623" fmla="*/ 1790228 w 2077975"/>
                <a:gd name="connsiteY2623" fmla="*/ 439368 h 2078048"/>
                <a:gd name="connsiteX2624" fmla="*/ 1792419 w 2077975"/>
                <a:gd name="connsiteY2624" fmla="*/ 446131 h 2078048"/>
                <a:gd name="connsiteX2625" fmla="*/ 1797372 w 2077975"/>
                <a:gd name="connsiteY2625" fmla="*/ 465371 h 2078048"/>
                <a:gd name="connsiteX2626" fmla="*/ 1776798 w 2077975"/>
                <a:gd name="connsiteY2626" fmla="*/ 462228 h 2078048"/>
                <a:gd name="connsiteX2627" fmla="*/ 1772131 w 2077975"/>
                <a:gd name="connsiteY2627" fmla="*/ 445750 h 2078048"/>
                <a:gd name="connsiteX2628" fmla="*/ 1753938 w 2077975"/>
                <a:gd name="connsiteY2628" fmla="*/ 437749 h 2078048"/>
                <a:gd name="connsiteX2629" fmla="*/ 1753938 w 2077975"/>
                <a:gd name="connsiteY2629" fmla="*/ 437749 h 2078048"/>
                <a:gd name="connsiteX2630" fmla="*/ 1753938 w 2077975"/>
                <a:gd name="connsiteY2630" fmla="*/ 437749 h 2078048"/>
                <a:gd name="connsiteX2631" fmla="*/ 1749747 w 2077975"/>
                <a:gd name="connsiteY2631" fmla="*/ 438797 h 2078048"/>
                <a:gd name="connsiteX2632" fmla="*/ 1749176 w 2077975"/>
                <a:gd name="connsiteY2632" fmla="*/ 438987 h 2078048"/>
                <a:gd name="connsiteX2633" fmla="*/ 1745366 w 2077975"/>
                <a:gd name="connsiteY2633" fmla="*/ 441273 h 2078048"/>
                <a:gd name="connsiteX2634" fmla="*/ 1740603 w 2077975"/>
                <a:gd name="connsiteY2634" fmla="*/ 460704 h 2078048"/>
                <a:gd name="connsiteX2635" fmla="*/ 1740032 w 2077975"/>
                <a:gd name="connsiteY2635" fmla="*/ 460704 h 2078048"/>
                <a:gd name="connsiteX2636" fmla="*/ 1684882 w 2077975"/>
                <a:gd name="connsiteY2636" fmla="*/ 470705 h 2078048"/>
                <a:gd name="connsiteX2637" fmla="*/ 1655830 w 2077975"/>
                <a:gd name="connsiteY2637" fmla="*/ 482135 h 2078048"/>
                <a:gd name="connsiteX2638" fmla="*/ 1639067 w 2077975"/>
                <a:gd name="connsiteY2638" fmla="*/ 477182 h 2078048"/>
                <a:gd name="connsiteX2639" fmla="*/ 1639067 w 2077975"/>
                <a:gd name="connsiteY2639" fmla="*/ 477182 h 2078048"/>
                <a:gd name="connsiteX2640" fmla="*/ 1639067 w 2077975"/>
                <a:gd name="connsiteY2640" fmla="*/ 477182 h 2078048"/>
                <a:gd name="connsiteX2641" fmla="*/ 1635161 w 2077975"/>
                <a:gd name="connsiteY2641" fmla="*/ 478611 h 2078048"/>
                <a:gd name="connsiteX2642" fmla="*/ 1634590 w 2077975"/>
                <a:gd name="connsiteY2642" fmla="*/ 478897 h 2078048"/>
                <a:gd name="connsiteX2643" fmla="*/ 1630970 w 2077975"/>
                <a:gd name="connsiteY2643" fmla="*/ 481469 h 2078048"/>
                <a:gd name="connsiteX2644" fmla="*/ 1628589 w 2077975"/>
                <a:gd name="connsiteY2644" fmla="*/ 484231 h 2078048"/>
                <a:gd name="connsiteX2645" fmla="*/ 1625827 w 2077975"/>
                <a:gd name="connsiteY2645" fmla="*/ 490517 h 2078048"/>
                <a:gd name="connsiteX2646" fmla="*/ 1625351 w 2077975"/>
                <a:gd name="connsiteY2646" fmla="*/ 493851 h 2078048"/>
                <a:gd name="connsiteX2647" fmla="*/ 1626017 w 2077975"/>
                <a:gd name="connsiteY2647" fmla="*/ 498995 h 2078048"/>
                <a:gd name="connsiteX2648" fmla="*/ 1590299 w 2077975"/>
                <a:gd name="connsiteY2648" fmla="*/ 526808 h 2078048"/>
                <a:gd name="connsiteX2649" fmla="*/ 1590299 w 2077975"/>
                <a:gd name="connsiteY2649" fmla="*/ 526808 h 2078048"/>
                <a:gd name="connsiteX2650" fmla="*/ 1588489 w 2077975"/>
                <a:gd name="connsiteY2650" fmla="*/ 528427 h 2078048"/>
                <a:gd name="connsiteX2651" fmla="*/ 1555437 w 2077975"/>
                <a:gd name="connsiteY2651" fmla="*/ 562812 h 2078048"/>
                <a:gd name="connsiteX2652" fmla="*/ 1541530 w 2077975"/>
                <a:gd name="connsiteY2652" fmla="*/ 567384 h 2078048"/>
                <a:gd name="connsiteX2653" fmla="*/ 1541530 w 2077975"/>
                <a:gd name="connsiteY2653" fmla="*/ 567384 h 2078048"/>
                <a:gd name="connsiteX2654" fmla="*/ 1541530 w 2077975"/>
                <a:gd name="connsiteY2654" fmla="*/ 567384 h 2078048"/>
                <a:gd name="connsiteX2655" fmla="*/ 1538578 w 2077975"/>
                <a:gd name="connsiteY2655" fmla="*/ 570432 h 2078048"/>
                <a:gd name="connsiteX2656" fmla="*/ 1538197 w 2077975"/>
                <a:gd name="connsiteY2656" fmla="*/ 570813 h 2078048"/>
                <a:gd name="connsiteX2657" fmla="*/ 1535911 w 2077975"/>
                <a:gd name="connsiteY2657" fmla="*/ 574528 h 2078048"/>
                <a:gd name="connsiteX2658" fmla="*/ 1535244 w 2077975"/>
                <a:gd name="connsiteY2658" fmla="*/ 586815 h 2078048"/>
                <a:gd name="connsiteX2659" fmla="*/ 1535720 w 2077975"/>
                <a:gd name="connsiteY2659" fmla="*/ 587863 h 2078048"/>
                <a:gd name="connsiteX2660" fmla="*/ 1530577 w 2077975"/>
                <a:gd name="connsiteY2660" fmla="*/ 594911 h 2078048"/>
                <a:gd name="connsiteX2661" fmla="*/ 1498096 w 2077975"/>
                <a:gd name="connsiteY2661" fmla="*/ 654157 h 2078048"/>
                <a:gd name="connsiteX2662" fmla="*/ 1486857 w 2077975"/>
                <a:gd name="connsiteY2662" fmla="*/ 701782 h 2078048"/>
                <a:gd name="connsiteX2663" fmla="*/ 1486857 w 2077975"/>
                <a:gd name="connsiteY2663" fmla="*/ 702544 h 2078048"/>
                <a:gd name="connsiteX2664" fmla="*/ 1475427 w 2077975"/>
                <a:gd name="connsiteY2664" fmla="*/ 711497 h 2078048"/>
                <a:gd name="connsiteX2665" fmla="*/ 1475046 w 2077975"/>
                <a:gd name="connsiteY2665" fmla="*/ 727595 h 2078048"/>
                <a:gd name="connsiteX2666" fmla="*/ 1475332 w 2077975"/>
                <a:gd name="connsiteY2666" fmla="*/ 727785 h 2078048"/>
                <a:gd name="connsiteX2667" fmla="*/ 1478094 w 2077975"/>
                <a:gd name="connsiteY2667" fmla="*/ 729309 h 2078048"/>
                <a:gd name="connsiteX2668" fmla="*/ 1490953 w 2077975"/>
                <a:gd name="connsiteY2668" fmla="*/ 727880 h 2078048"/>
                <a:gd name="connsiteX2669" fmla="*/ 1495239 w 2077975"/>
                <a:gd name="connsiteY2669" fmla="*/ 736262 h 2078048"/>
                <a:gd name="connsiteX2670" fmla="*/ 1525528 w 2077975"/>
                <a:gd name="connsiteY2670" fmla="*/ 757979 h 2078048"/>
                <a:gd name="connsiteX2671" fmla="*/ 1548484 w 2077975"/>
                <a:gd name="connsiteY2671" fmla="*/ 762647 h 2078048"/>
                <a:gd name="connsiteX2672" fmla="*/ 1575820 w 2077975"/>
                <a:gd name="connsiteY2672" fmla="*/ 763599 h 2078048"/>
                <a:gd name="connsiteX2673" fmla="*/ 1635542 w 2077975"/>
                <a:gd name="connsiteY2673" fmla="*/ 754741 h 2078048"/>
                <a:gd name="connsiteX2674" fmla="*/ 1639733 w 2077975"/>
                <a:gd name="connsiteY2674" fmla="*/ 759884 h 2078048"/>
                <a:gd name="connsiteX2675" fmla="*/ 1645258 w 2077975"/>
                <a:gd name="connsiteY2675" fmla="*/ 762170 h 2078048"/>
                <a:gd name="connsiteX2676" fmla="*/ 1655354 w 2077975"/>
                <a:gd name="connsiteY2676" fmla="*/ 761599 h 2078048"/>
                <a:gd name="connsiteX2677" fmla="*/ 1668689 w 2077975"/>
                <a:gd name="connsiteY2677" fmla="*/ 745311 h 2078048"/>
                <a:gd name="connsiteX2678" fmla="*/ 1720029 w 2077975"/>
                <a:gd name="connsiteY2678" fmla="*/ 725213 h 2078048"/>
                <a:gd name="connsiteX2679" fmla="*/ 1738984 w 2077975"/>
                <a:gd name="connsiteY2679" fmla="*/ 715593 h 2078048"/>
                <a:gd name="connsiteX2680" fmla="*/ 1739079 w 2077975"/>
                <a:gd name="connsiteY2680" fmla="*/ 715593 h 2078048"/>
                <a:gd name="connsiteX2681" fmla="*/ 1739079 w 2077975"/>
                <a:gd name="connsiteY2681" fmla="*/ 715593 h 2078048"/>
                <a:gd name="connsiteX2682" fmla="*/ 1747270 w 2077975"/>
                <a:gd name="connsiteY2682" fmla="*/ 711021 h 2078048"/>
                <a:gd name="connsiteX2683" fmla="*/ 1748699 w 2077975"/>
                <a:gd name="connsiteY2683" fmla="*/ 713402 h 2078048"/>
                <a:gd name="connsiteX2684" fmla="*/ 1751080 w 2077975"/>
                <a:gd name="connsiteY2684" fmla="*/ 715974 h 2078048"/>
                <a:gd name="connsiteX2685" fmla="*/ 1770416 w 2077975"/>
                <a:gd name="connsiteY2685" fmla="*/ 718832 h 2078048"/>
                <a:gd name="connsiteX2686" fmla="*/ 1773560 w 2077975"/>
                <a:gd name="connsiteY2686" fmla="*/ 717022 h 2078048"/>
                <a:gd name="connsiteX2687" fmla="*/ 1777465 w 2077975"/>
                <a:gd name="connsiteY2687" fmla="*/ 692162 h 2078048"/>
                <a:gd name="connsiteX2688" fmla="*/ 1776417 w 2077975"/>
                <a:gd name="connsiteY2688" fmla="*/ 691019 h 2078048"/>
                <a:gd name="connsiteX2689" fmla="*/ 1810421 w 2077975"/>
                <a:gd name="connsiteY2689" fmla="*/ 658062 h 2078048"/>
                <a:gd name="connsiteX2690" fmla="*/ 1831376 w 2077975"/>
                <a:gd name="connsiteY2690" fmla="*/ 627963 h 2078048"/>
                <a:gd name="connsiteX2691" fmla="*/ 1831567 w 2077975"/>
                <a:gd name="connsiteY2691" fmla="*/ 628249 h 2078048"/>
                <a:gd name="connsiteX2692" fmla="*/ 1857379 w 2077975"/>
                <a:gd name="connsiteY2692" fmla="*/ 632440 h 2078048"/>
                <a:gd name="connsiteX2693" fmla="*/ 1859951 w 2077975"/>
                <a:gd name="connsiteY2693" fmla="*/ 629773 h 2078048"/>
                <a:gd name="connsiteX2694" fmla="*/ 1862999 w 2077975"/>
                <a:gd name="connsiteY2694" fmla="*/ 623201 h 2078048"/>
                <a:gd name="connsiteX2695" fmla="*/ 1863380 w 2077975"/>
                <a:gd name="connsiteY2695" fmla="*/ 615771 h 2078048"/>
                <a:gd name="connsiteX2696" fmla="*/ 1860999 w 2077975"/>
                <a:gd name="connsiteY2696" fmla="*/ 608246 h 2078048"/>
                <a:gd name="connsiteX2697" fmla="*/ 1858808 w 2077975"/>
                <a:gd name="connsiteY2697" fmla="*/ 604722 h 2078048"/>
                <a:gd name="connsiteX2698" fmla="*/ 1855284 w 2077975"/>
                <a:gd name="connsiteY2698" fmla="*/ 601103 h 2078048"/>
                <a:gd name="connsiteX2699" fmla="*/ 1855094 w 2077975"/>
                <a:gd name="connsiteY2699" fmla="*/ 600912 h 2078048"/>
                <a:gd name="connsiteX2700" fmla="*/ 1851379 w 2077975"/>
                <a:gd name="connsiteY2700" fmla="*/ 598626 h 2078048"/>
                <a:gd name="connsiteX2701" fmla="*/ 1851188 w 2077975"/>
                <a:gd name="connsiteY2701" fmla="*/ 598531 h 2078048"/>
                <a:gd name="connsiteX2702" fmla="*/ 1851188 w 2077975"/>
                <a:gd name="connsiteY2702" fmla="*/ 598531 h 2078048"/>
                <a:gd name="connsiteX2703" fmla="*/ 1846616 w 2077975"/>
                <a:gd name="connsiteY2703" fmla="*/ 597102 h 2078048"/>
                <a:gd name="connsiteX2704" fmla="*/ 1853570 w 2077975"/>
                <a:gd name="connsiteY2704" fmla="*/ 575766 h 2078048"/>
                <a:gd name="connsiteX2705" fmla="*/ 1859094 w 2077975"/>
                <a:gd name="connsiteY2705" fmla="*/ 579100 h 2078048"/>
                <a:gd name="connsiteX2706" fmla="*/ 1862809 w 2077975"/>
                <a:gd name="connsiteY2706" fmla="*/ 580148 h 2078048"/>
                <a:gd name="connsiteX2707" fmla="*/ 1867381 w 2077975"/>
                <a:gd name="connsiteY2707" fmla="*/ 580338 h 2078048"/>
                <a:gd name="connsiteX2708" fmla="*/ 1867857 w 2077975"/>
                <a:gd name="connsiteY2708" fmla="*/ 580243 h 2078048"/>
                <a:gd name="connsiteX2709" fmla="*/ 1879763 w 2077975"/>
                <a:gd name="connsiteY2709" fmla="*/ 572337 h 2078048"/>
                <a:gd name="connsiteX2710" fmla="*/ 1944819 w 2077975"/>
                <a:gd name="connsiteY2710" fmla="*/ 663015 h 2078048"/>
                <a:gd name="connsiteX2711" fmla="*/ 1957773 w 2077975"/>
                <a:gd name="connsiteY2711" fmla="*/ 704449 h 2078048"/>
                <a:gd name="connsiteX2712" fmla="*/ 1944819 w 2077975"/>
                <a:gd name="connsiteY2712" fmla="*/ 708926 h 2078048"/>
                <a:gd name="connsiteX2713" fmla="*/ 1941390 w 2077975"/>
                <a:gd name="connsiteY2713" fmla="*/ 733024 h 2078048"/>
                <a:gd name="connsiteX2714" fmla="*/ 1941676 w 2077975"/>
                <a:gd name="connsiteY2714" fmla="*/ 733691 h 2078048"/>
                <a:gd name="connsiteX2715" fmla="*/ 1944343 w 2077975"/>
                <a:gd name="connsiteY2715" fmla="*/ 738167 h 2078048"/>
                <a:gd name="connsiteX2716" fmla="*/ 1963202 w 2077975"/>
                <a:gd name="connsiteY2716" fmla="*/ 745883 h 2078048"/>
                <a:gd name="connsiteX2717" fmla="*/ 1962154 w 2077975"/>
                <a:gd name="connsiteY2717" fmla="*/ 781982 h 2078048"/>
                <a:gd name="connsiteX2718" fmla="*/ 1961774 w 2077975"/>
                <a:gd name="connsiteY2718" fmla="*/ 785507 h 2078048"/>
                <a:gd name="connsiteX2719" fmla="*/ 1959583 w 2077975"/>
                <a:gd name="connsiteY2719" fmla="*/ 799794 h 2078048"/>
                <a:gd name="connsiteX2720" fmla="*/ 1941676 w 2077975"/>
                <a:gd name="connsiteY2720" fmla="*/ 788936 h 2078048"/>
                <a:gd name="connsiteX2721" fmla="*/ 1943581 w 2077975"/>
                <a:gd name="connsiteY2721" fmla="*/ 771981 h 2078048"/>
                <a:gd name="connsiteX2722" fmla="*/ 1925578 w 2077975"/>
                <a:gd name="connsiteY2722" fmla="*/ 756836 h 2078048"/>
                <a:gd name="connsiteX2723" fmla="*/ 1925197 w 2077975"/>
                <a:gd name="connsiteY2723" fmla="*/ 756836 h 2078048"/>
                <a:gd name="connsiteX2724" fmla="*/ 1920721 w 2077975"/>
                <a:gd name="connsiteY2724" fmla="*/ 757503 h 2078048"/>
                <a:gd name="connsiteX2725" fmla="*/ 1908815 w 2077975"/>
                <a:gd name="connsiteY2725" fmla="*/ 773696 h 2078048"/>
                <a:gd name="connsiteX2726" fmla="*/ 1908243 w 2077975"/>
                <a:gd name="connsiteY2726" fmla="*/ 773505 h 2078048"/>
                <a:gd name="connsiteX2727" fmla="*/ 1853474 w 2077975"/>
                <a:gd name="connsiteY2727" fmla="*/ 761504 h 2078048"/>
                <a:gd name="connsiteX2728" fmla="*/ 1822232 w 2077975"/>
                <a:gd name="connsiteY2728" fmla="*/ 760932 h 2078048"/>
                <a:gd name="connsiteX2729" fmla="*/ 1804516 w 2077975"/>
                <a:gd name="connsiteY2729" fmla="*/ 749693 h 2078048"/>
                <a:gd name="connsiteX2730" fmla="*/ 1803944 w 2077975"/>
                <a:gd name="connsiteY2730" fmla="*/ 749693 h 2078048"/>
                <a:gd name="connsiteX2731" fmla="*/ 1799563 w 2077975"/>
                <a:gd name="connsiteY2731" fmla="*/ 750645 h 2078048"/>
                <a:gd name="connsiteX2732" fmla="*/ 1788228 w 2077975"/>
                <a:gd name="connsiteY2732" fmla="*/ 764933 h 2078048"/>
                <a:gd name="connsiteX2733" fmla="*/ 1744699 w 2077975"/>
                <a:gd name="connsiteY2733" fmla="*/ 776934 h 2078048"/>
                <a:gd name="connsiteX2734" fmla="*/ 1744699 w 2077975"/>
                <a:gd name="connsiteY2734" fmla="*/ 776934 h 2078048"/>
                <a:gd name="connsiteX2735" fmla="*/ 1742413 w 2077975"/>
                <a:gd name="connsiteY2735" fmla="*/ 777696 h 2078048"/>
                <a:gd name="connsiteX2736" fmla="*/ 1698693 w 2077975"/>
                <a:gd name="connsiteY2736" fmla="*/ 796841 h 2078048"/>
                <a:gd name="connsiteX2737" fmla="*/ 1680215 w 2077975"/>
                <a:gd name="connsiteY2737" fmla="*/ 797318 h 2078048"/>
                <a:gd name="connsiteX2738" fmla="*/ 1679738 w 2077975"/>
                <a:gd name="connsiteY2738" fmla="*/ 797603 h 2078048"/>
                <a:gd name="connsiteX2739" fmla="*/ 1676214 w 2077975"/>
                <a:gd name="connsiteY2739" fmla="*/ 800175 h 2078048"/>
                <a:gd name="connsiteX2740" fmla="*/ 1670785 w 2077975"/>
                <a:gd name="connsiteY2740" fmla="*/ 812367 h 2078048"/>
                <a:gd name="connsiteX2741" fmla="*/ 1610682 w 2077975"/>
                <a:gd name="connsiteY2741" fmla="*/ 859040 h 2078048"/>
                <a:gd name="connsiteX2742" fmla="*/ 1582012 w 2077975"/>
                <a:gd name="connsiteY2742" fmla="*/ 898568 h 2078048"/>
                <a:gd name="connsiteX2743" fmla="*/ 1581631 w 2077975"/>
                <a:gd name="connsiteY2743" fmla="*/ 899426 h 2078048"/>
                <a:gd name="connsiteX2744" fmla="*/ 1567629 w 2077975"/>
                <a:gd name="connsiteY2744" fmla="*/ 903236 h 2078048"/>
                <a:gd name="connsiteX2745" fmla="*/ 1560200 w 2077975"/>
                <a:gd name="connsiteY2745" fmla="*/ 915237 h 2078048"/>
                <a:gd name="connsiteX2746" fmla="*/ 1560200 w 2077975"/>
                <a:gd name="connsiteY2746" fmla="*/ 915237 h 2078048"/>
                <a:gd name="connsiteX2747" fmla="*/ 1560200 w 2077975"/>
                <a:gd name="connsiteY2747" fmla="*/ 915237 h 2078048"/>
                <a:gd name="connsiteX2748" fmla="*/ 1561057 w 2077975"/>
                <a:gd name="connsiteY2748" fmla="*/ 917904 h 2078048"/>
                <a:gd name="connsiteX2749" fmla="*/ 1561247 w 2077975"/>
                <a:gd name="connsiteY2749" fmla="*/ 918285 h 2078048"/>
                <a:gd name="connsiteX2750" fmla="*/ 1563247 w 2077975"/>
                <a:gd name="connsiteY2750" fmla="*/ 920666 h 2078048"/>
                <a:gd name="connsiteX2751" fmla="*/ 1575725 w 2077975"/>
                <a:gd name="connsiteY2751" fmla="*/ 924191 h 2078048"/>
                <a:gd name="connsiteX2752" fmla="*/ 1576392 w 2077975"/>
                <a:gd name="connsiteY2752" fmla="*/ 933620 h 2078048"/>
                <a:gd name="connsiteX2753" fmla="*/ 1596013 w 2077975"/>
                <a:gd name="connsiteY2753" fmla="*/ 965243 h 2078048"/>
                <a:gd name="connsiteX2754" fmla="*/ 1615445 w 2077975"/>
                <a:gd name="connsiteY2754" fmla="*/ 978388 h 2078048"/>
                <a:gd name="connsiteX2755" fmla="*/ 1640305 w 2077975"/>
                <a:gd name="connsiteY2755" fmla="*/ 989818 h 2078048"/>
                <a:gd name="connsiteX2756" fmla="*/ 1698884 w 2077975"/>
                <a:gd name="connsiteY2756" fmla="*/ 1004582 h 2078048"/>
                <a:gd name="connsiteX2757" fmla="*/ 1714600 w 2077975"/>
                <a:gd name="connsiteY2757" fmla="*/ 1018583 h 2078048"/>
                <a:gd name="connsiteX2758" fmla="*/ 1718219 w 2077975"/>
                <a:gd name="connsiteY2758" fmla="*/ 1018583 h 2078048"/>
                <a:gd name="connsiteX2759" fmla="*/ 1722505 w 2077975"/>
                <a:gd name="connsiteY2759" fmla="*/ 1017726 h 2078048"/>
                <a:gd name="connsiteX2760" fmla="*/ 1726696 w 2077975"/>
                <a:gd name="connsiteY2760" fmla="*/ 1015821 h 2078048"/>
                <a:gd name="connsiteX2761" fmla="*/ 1732221 w 2077975"/>
                <a:gd name="connsiteY2761" fmla="*/ 1010678 h 2078048"/>
                <a:gd name="connsiteX2762" fmla="*/ 1733269 w 2077975"/>
                <a:gd name="connsiteY2762" fmla="*/ 1008582 h 2078048"/>
                <a:gd name="connsiteX2763" fmla="*/ 1788323 w 2077975"/>
                <a:gd name="connsiteY2763" fmla="*/ 1009725 h 2078048"/>
                <a:gd name="connsiteX2764" fmla="*/ 1809564 w 2077975"/>
                <a:gd name="connsiteY2764" fmla="*/ 1008106 h 2078048"/>
                <a:gd name="connsiteX2765" fmla="*/ 1809659 w 2077975"/>
                <a:gd name="connsiteY2765" fmla="*/ 1008106 h 2078048"/>
                <a:gd name="connsiteX2766" fmla="*/ 1809659 w 2077975"/>
                <a:gd name="connsiteY2766" fmla="*/ 1008106 h 2078048"/>
                <a:gd name="connsiteX2767" fmla="*/ 1818994 w 2077975"/>
                <a:gd name="connsiteY2767" fmla="*/ 1006963 h 2078048"/>
                <a:gd name="connsiteX2768" fmla="*/ 1819375 w 2077975"/>
                <a:gd name="connsiteY2768" fmla="*/ 1009630 h 2078048"/>
                <a:gd name="connsiteX2769" fmla="*/ 1819375 w 2077975"/>
                <a:gd name="connsiteY2769" fmla="*/ 1009630 h 2078048"/>
                <a:gd name="connsiteX2770" fmla="*/ 1822328 w 2077975"/>
                <a:gd name="connsiteY2770" fmla="*/ 1015821 h 2078048"/>
                <a:gd name="connsiteX2771" fmla="*/ 1824613 w 2077975"/>
                <a:gd name="connsiteY2771" fmla="*/ 1018298 h 2078048"/>
                <a:gd name="connsiteX2772" fmla="*/ 1830424 w 2077975"/>
                <a:gd name="connsiteY2772" fmla="*/ 1021822 h 2078048"/>
                <a:gd name="connsiteX2773" fmla="*/ 1840806 w 2077975"/>
                <a:gd name="connsiteY2773" fmla="*/ 1022584 h 2078048"/>
                <a:gd name="connsiteX2774" fmla="*/ 1854046 w 2077975"/>
                <a:gd name="connsiteY2774" fmla="*/ 1001153 h 2078048"/>
                <a:gd name="connsiteX2775" fmla="*/ 1853570 w 2077975"/>
                <a:gd name="connsiteY2775" fmla="*/ 999724 h 2078048"/>
                <a:gd name="connsiteX2776" fmla="*/ 1897480 w 2077975"/>
                <a:gd name="connsiteY2776" fmla="*/ 982388 h 2078048"/>
                <a:gd name="connsiteX2777" fmla="*/ 1928436 w 2077975"/>
                <a:gd name="connsiteY2777" fmla="*/ 962672 h 2078048"/>
                <a:gd name="connsiteX2778" fmla="*/ 1928531 w 2077975"/>
                <a:gd name="connsiteY2778" fmla="*/ 962957 h 2078048"/>
                <a:gd name="connsiteX2779" fmla="*/ 1931865 w 2077975"/>
                <a:gd name="connsiteY2779" fmla="*/ 969911 h 2078048"/>
                <a:gd name="connsiteX2780" fmla="*/ 1937104 w 2077975"/>
                <a:gd name="connsiteY2780" fmla="*/ 974864 h 2078048"/>
                <a:gd name="connsiteX2781" fmla="*/ 1940247 w 2077975"/>
                <a:gd name="connsiteY2781" fmla="*/ 976388 h 2078048"/>
                <a:gd name="connsiteX2782" fmla="*/ 1947105 w 2077975"/>
                <a:gd name="connsiteY2782" fmla="*/ 977435 h 2078048"/>
                <a:gd name="connsiteX2783" fmla="*/ 1950629 w 2077975"/>
                <a:gd name="connsiteY2783" fmla="*/ 976769 h 2078048"/>
                <a:gd name="connsiteX2784" fmla="*/ 1962536 w 2077975"/>
                <a:gd name="connsiteY2784" fmla="*/ 951813 h 2078048"/>
                <a:gd name="connsiteX2785" fmla="*/ 1960726 w 2077975"/>
                <a:gd name="connsiteY2785" fmla="*/ 947241 h 2078048"/>
                <a:gd name="connsiteX2786" fmla="*/ 1960535 w 2077975"/>
                <a:gd name="connsiteY2786" fmla="*/ 946955 h 2078048"/>
                <a:gd name="connsiteX2787" fmla="*/ 1957963 w 2077975"/>
                <a:gd name="connsiteY2787" fmla="*/ 943336 h 2078048"/>
                <a:gd name="connsiteX2788" fmla="*/ 1957868 w 2077975"/>
                <a:gd name="connsiteY2788" fmla="*/ 943241 h 2078048"/>
                <a:gd name="connsiteX2789" fmla="*/ 1957868 w 2077975"/>
                <a:gd name="connsiteY2789" fmla="*/ 943241 h 2078048"/>
                <a:gd name="connsiteX2790" fmla="*/ 1954249 w 2077975"/>
                <a:gd name="connsiteY2790" fmla="*/ 940193 h 2078048"/>
                <a:gd name="connsiteX2791" fmla="*/ 1968822 w 2077975"/>
                <a:gd name="connsiteY2791" fmla="*/ 923143 h 2078048"/>
                <a:gd name="connsiteX2792" fmla="*/ 1975680 w 2077975"/>
                <a:gd name="connsiteY2792" fmla="*/ 930763 h 2078048"/>
                <a:gd name="connsiteX2793" fmla="*/ 1979871 w 2077975"/>
                <a:gd name="connsiteY2793" fmla="*/ 932668 h 2078048"/>
                <a:gd name="connsiteX2794" fmla="*/ 1980347 w 2077975"/>
                <a:gd name="connsiteY2794" fmla="*/ 932763 h 2078048"/>
                <a:gd name="connsiteX2795" fmla="*/ 1994349 w 2077975"/>
                <a:gd name="connsiteY2795" fmla="*/ 930001 h 2078048"/>
                <a:gd name="connsiteX2796" fmla="*/ 2019686 w 2077975"/>
                <a:gd name="connsiteY2796" fmla="*/ 1038300 h 2078048"/>
                <a:gd name="connsiteX2797" fmla="*/ 2015590 w 2077975"/>
                <a:gd name="connsiteY2797" fmla="*/ 1081353 h 2078048"/>
                <a:gd name="connsiteX2798" fmla="*/ 2001969 w 2077975"/>
                <a:gd name="connsiteY2798" fmla="*/ 1080591 h 2078048"/>
                <a:gd name="connsiteX2799" fmla="*/ 1990158 w 2077975"/>
                <a:gd name="connsiteY2799" fmla="*/ 1096593 h 2078048"/>
                <a:gd name="connsiteX2800" fmla="*/ 1990158 w 2077975"/>
                <a:gd name="connsiteY2800" fmla="*/ 1096593 h 2078048"/>
                <a:gd name="connsiteX2801" fmla="*/ 1990158 w 2077975"/>
                <a:gd name="connsiteY2801" fmla="*/ 1096688 h 2078048"/>
                <a:gd name="connsiteX2802" fmla="*/ 1989777 w 2077975"/>
                <a:gd name="connsiteY2802" fmla="*/ 1101451 h 2078048"/>
                <a:gd name="connsiteX2803" fmla="*/ 1989777 w 2077975"/>
                <a:gd name="connsiteY2803" fmla="*/ 1102213 h 2078048"/>
                <a:gd name="connsiteX2804" fmla="*/ 1990444 w 2077975"/>
                <a:gd name="connsiteY2804" fmla="*/ 1107357 h 2078048"/>
                <a:gd name="connsiteX2805" fmla="*/ 2005017 w 2077975"/>
                <a:gd name="connsiteY2805" fmla="*/ 1121644 h 2078048"/>
                <a:gd name="connsiteX2806" fmla="*/ 1990825 w 2077975"/>
                <a:gd name="connsiteY2806" fmla="*/ 1153457 h 2078048"/>
                <a:gd name="connsiteX2807" fmla="*/ 1987682 w 2077975"/>
                <a:gd name="connsiteY2807" fmla="*/ 1158982 h 2078048"/>
                <a:gd name="connsiteX2808" fmla="*/ 1980919 w 2077975"/>
                <a:gd name="connsiteY2808" fmla="*/ 1169936 h 2078048"/>
                <a:gd name="connsiteX2809" fmla="*/ 1968632 w 2077975"/>
                <a:gd name="connsiteY2809" fmla="*/ 1153172 h 2078048"/>
                <a:gd name="connsiteX2810" fmla="*/ 1977013 w 2077975"/>
                <a:gd name="connsiteY2810" fmla="*/ 1138217 h 2078048"/>
                <a:gd name="connsiteX2811" fmla="*/ 1969584 w 2077975"/>
                <a:gd name="connsiteY2811" fmla="*/ 1119644 h 2078048"/>
                <a:gd name="connsiteX2812" fmla="*/ 1969584 w 2077975"/>
                <a:gd name="connsiteY2812" fmla="*/ 1119644 h 2078048"/>
                <a:gd name="connsiteX2813" fmla="*/ 1969584 w 2077975"/>
                <a:gd name="connsiteY2813" fmla="*/ 1119644 h 2078048"/>
                <a:gd name="connsiteX2814" fmla="*/ 1965965 w 2077975"/>
                <a:gd name="connsiteY2814" fmla="*/ 1117453 h 2078048"/>
                <a:gd name="connsiteX2815" fmla="*/ 1965393 w 2077975"/>
                <a:gd name="connsiteY2815" fmla="*/ 1117167 h 2078048"/>
                <a:gd name="connsiteX2816" fmla="*/ 1961011 w 2077975"/>
                <a:gd name="connsiteY2816" fmla="*/ 1116119 h 2078048"/>
                <a:gd name="connsiteX2817" fmla="*/ 1943962 w 2077975"/>
                <a:gd name="connsiteY2817" fmla="*/ 1126502 h 2078048"/>
                <a:gd name="connsiteX2818" fmla="*/ 1943581 w 2077975"/>
                <a:gd name="connsiteY2818" fmla="*/ 1126120 h 2078048"/>
                <a:gd name="connsiteX2819" fmla="*/ 1897575 w 2077975"/>
                <a:gd name="connsiteY2819" fmla="*/ 1094212 h 2078048"/>
                <a:gd name="connsiteX2820" fmla="*/ 1869000 w 2077975"/>
                <a:gd name="connsiteY2820" fmla="*/ 1081734 h 2078048"/>
                <a:gd name="connsiteX2821" fmla="*/ 1860523 w 2077975"/>
                <a:gd name="connsiteY2821" fmla="*/ 1066304 h 2078048"/>
                <a:gd name="connsiteX2822" fmla="*/ 1860523 w 2077975"/>
                <a:gd name="connsiteY2822" fmla="*/ 1066304 h 2078048"/>
                <a:gd name="connsiteX2823" fmla="*/ 1860523 w 2077975"/>
                <a:gd name="connsiteY2823" fmla="*/ 1066304 h 2078048"/>
                <a:gd name="connsiteX2824" fmla="*/ 1856713 w 2077975"/>
                <a:gd name="connsiteY2824" fmla="*/ 1064494 h 2078048"/>
                <a:gd name="connsiteX2825" fmla="*/ 1856236 w 2077975"/>
                <a:gd name="connsiteY2825" fmla="*/ 1064303 h 2078048"/>
                <a:gd name="connsiteX2826" fmla="*/ 1851855 w 2077975"/>
                <a:gd name="connsiteY2826" fmla="*/ 1063541 h 2078048"/>
                <a:gd name="connsiteX2827" fmla="*/ 1835948 w 2077975"/>
                <a:gd name="connsiteY2827" fmla="*/ 1072400 h 2078048"/>
                <a:gd name="connsiteX2828" fmla="*/ 1791086 w 2077975"/>
                <a:gd name="connsiteY2828" fmla="*/ 1066875 h 2078048"/>
                <a:gd name="connsiteX2829" fmla="*/ 1791086 w 2077975"/>
                <a:gd name="connsiteY2829" fmla="*/ 1066875 h 2078048"/>
                <a:gd name="connsiteX2830" fmla="*/ 1788704 w 2077975"/>
                <a:gd name="connsiteY2830" fmla="*/ 1066685 h 2078048"/>
                <a:gd name="connsiteX2831" fmla="*/ 1740984 w 2077975"/>
                <a:gd name="connsiteY2831" fmla="*/ 1067637 h 2078048"/>
                <a:gd name="connsiteX2832" fmla="*/ 1723744 w 2077975"/>
                <a:gd name="connsiteY2832" fmla="*/ 1061065 h 2078048"/>
                <a:gd name="connsiteX2833" fmla="*/ 1723172 w 2077975"/>
                <a:gd name="connsiteY2833" fmla="*/ 1061160 h 2078048"/>
                <a:gd name="connsiteX2834" fmla="*/ 1718886 w 2077975"/>
                <a:gd name="connsiteY2834" fmla="*/ 1062208 h 2078048"/>
                <a:gd name="connsiteX2835" fmla="*/ 1709361 w 2077975"/>
                <a:gd name="connsiteY2835" fmla="*/ 1071542 h 2078048"/>
                <a:gd name="connsiteX2836" fmla="*/ 1700788 w 2077975"/>
                <a:gd name="connsiteY2836" fmla="*/ 1072876 h 2078048"/>
                <a:gd name="connsiteX2837" fmla="*/ 1635828 w 2077975"/>
                <a:gd name="connsiteY2837" fmla="*/ 1091831 h 2078048"/>
                <a:gd name="connsiteX2838" fmla="*/ 1593632 w 2077975"/>
                <a:gd name="connsiteY2838" fmla="*/ 1118120 h 2078048"/>
                <a:gd name="connsiteX2839" fmla="*/ 1579250 w 2077975"/>
                <a:gd name="connsiteY2839" fmla="*/ 1116405 h 2078048"/>
                <a:gd name="connsiteX2840" fmla="*/ 1568105 w 2077975"/>
                <a:gd name="connsiteY2840" fmla="*/ 1124692 h 2078048"/>
                <a:gd name="connsiteX2841" fmla="*/ 1568105 w 2077975"/>
                <a:gd name="connsiteY2841" fmla="*/ 1124692 h 2078048"/>
                <a:gd name="connsiteX2842" fmla="*/ 1568105 w 2077975"/>
                <a:gd name="connsiteY2842" fmla="*/ 1124787 h 2078048"/>
                <a:gd name="connsiteX2843" fmla="*/ 1567820 w 2077975"/>
                <a:gd name="connsiteY2843" fmla="*/ 1127359 h 2078048"/>
                <a:gd name="connsiteX2844" fmla="*/ 1567820 w 2077975"/>
                <a:gd name="connsiteY2844" fmla="*/ 1127930 h 2078048"/>
                <a:gd name="connsiteX2845" fmla="*/ 1568677 w 2077975"/>
                <a:gd name="connsiteY2845" fmla="*/ 1130883 h 2078048"/>
                <a:gd name="connsiteX2846" fmla="*/ 1570201 w 2077975"/>
                <a:gd name="connsiteY2846" fmla="*/ 1133169 h 2078048"/>
                <a:gd name="connsiteX2847" fmla="*/ 1578773 w 2077975"/>
                <a:gd name="connsiteY2847" fmla="*/ 1138979 h 2078048"/>
                <a:gd name="connsiteX2848" fmla="*/ 1576011 w 2077975"/>
                <a:gd name="connsiteY2848" fmla="*/ 1147933 h 2078048"/>
                <a:gd name="connsiteX2849" fmla="*/ 1613635 w 2077975"/>
                <a:gd name="connsiteY2849" fmla="*/ 1224038 h 2078048"/>
                <a:gd name="connsiteX2850" fmla="*/ 1662022 w 2077975"/>
                <a:gd name="connsiteY2850" fmla="*/ 1259947 h 2078048"/>
                <a:gd name="connsiteX2851" fmla="*/ 1671356 w 2077975"/>
                <a:gd name="connsiteY2851" fmla="*/ 1278902 h 2078048"/>
                <a:gd name="connsiteX2852" fmla="*/ 1674690 w 2077975"/>
                <a:gd name="connsiteY2852" fmla="*/ 1280235 h 2078048"/>
                <a:gd name="connsiteX2853" fmla="*/ 1681548 w 2077975"/>
                <a:gd name="connsiteY2853" fmla="*/ 1281188 h 2078048"/>
                <a:gd name="connsiteX2854" fmla="*/ 1692407 w 2077975"/>
                <a:gd name="connsiteY2854" fmla="*/ 1276806 h 2078048"/>
                <a:gd name="connsiteX2855" fmla="*/ 1742889 w 2077975"/>
                <a:gd name="connsiteY2855" fmla="*/ 1298999 h 2078048"/>
                <a:gd name="connsiteX2856" fmla="*/ 1772131 w 2077975"/>
                <a:gd name="connsiteY2856" fmla="*/ 1308143 h 2078048"/>
                <a:gd name="connsiteX2857" fmla="*/ 1771464 w 2077975"/>
                <a:gd name="connsiteY2857" fmla="*/ 1310810 h 2078048"/>
                <a:gd name="connsiteX2858" fmla="*/ 1786228 w 2077975"/>
                <a:gd name="connsiteY2858" fmla="*/ 1330908 h 2078048"/>
                <a:gd name="connsiteX2859" fmla="*/ 1789847 w 2077975"/>
                <a:gd name="connsiteY2859" fmla="*/ 1331194 h 2078048"/>
                <a:gd name="connsiteX2860" fmla="*/ 1793371 w 2077975"/>
                <a:gd name="connsiteY2860" fmla="*/ 1330718 h 2078048"/>
                <a:gd name="connsiteX2861" fmla="*/ 1796610 w 2077975"/>
                <a:gd name="connsiteY2861" fmla="*/ 1329575 h 2078048"/>
                <a:gd name="connsiteX2862" fmla="*/ 1802230 w 2077975"/>
                <a:gd name="connsiteY2862" fmla="*/ 1325574 h 2078048"/>
                <a:gd name="connsiteX2863" fmla="*/ 1806802 w 2077975"/>
                <a:gd name="connsiteY2863" fmla="*/ 1316144 h 2078048"/>
                <a:gd name="connsiteX2864" fmla="*/ 1806802 w 2077975"/>
                <a:gd name="connsiteY2864" fmla="*/ 1314525 h 2078048"/>
                <a:gd name="connsiteX2865" fmla="*/ 1854046 w 2077975"/>
                <a:gd name="connsiteY2865" fmla="*/ 1315287 h 2078048"/>
                <a:gd name="connsiteX2866" fmla="*/ 1890336 w 2077975"/>
                <a:gd name="connsiteY2866" fmla="*/ 1308905 h 2078048"/>
                <a:gd name="connsiteX2867" fmla="*/ 1890241 w 2077975"/>
                <a:gd name="connsiteY2867" fmla="*/ 1309191 h 2078048"/>
                <a:gd name="connsiteX2868" fmla="*/ 1905386 w 2077975"/>
                <a:gd name="connsiteY2868" fmla="*/ 1330337 h 2078048"/>
                <a:gd name="connsiteX2869" fmla="*/ 1926055 w 2077975"/>
                <a:gd name="connsiteY2869" fmla="*/ 1311858 h 2078048"/>
                <a:gd name="connsiteX2870" fmla="*/ 1925960 w 2077975"/>
                <a:gd name="connsiteY2870" fmla="*/ 1306905 h 2078048"/>
                <a:gd name="connsiteX2871" fmla="*/ 1925864 w 2077975"/>
                <a:gd name="connsiteY2871" fmla="*/ 1306334 h 2078048"/>
                <a:gd name="connsiteX2872" fmla="*/ 1924721 w 2077975"/>
                <a:gd name="connsiteY2872" fmla="*/ 1301952 h 2078048"/>
                <a:gd name="connsiteX2873" fmla="*/ 1924721 w 2077975"/>
                <a:gd name="connsiteY2873" fmla="*/ 1301952 h 2078048"/>
                <a:gd name="connsiteX2874" fmla="*/ 1924721 w 2077975"/>
                <a:gd name="connsiteY2874" fmla="*/ 1301952 h 2078048"/>
                <a:gd name="connsiteX2875" fmla="*/ 1922530 w 2077975"/>
                <a:gd name="connsiteY2875" fmla="*/ 1297761 h 2078048"/>
                <a:gd name="connsiteX2876" fmla="*/ 1942724 w 2077975"/>
                <a:gd name="connsiteY2876" fmla="*/ 1287569 h 2078048"/>
                <a:gd name="connsiteX2877" fmla="*/ 1944152 w 2077975"/>
                <a:gd name="connsiteY2877" fmla="*/ 1293761 h 2078048"/>
                <a:gd name="connsiteX2878" fmla="*/ 1946057 w 2077975"/>
                <a:gd name="connsiteY2878" fmla="*/ 1297190 h 2078048"/>
                <a:gd name="connsiteX2879" fmla="*/ 1946057 w 2077975"/>
                <a:gd name="connsiteY2879" fmla="*/ 1297190 h 2078048"/>
                <a:gd name="connsiteX2880" fmla="*/ 1949105 w 2077975"/>
                <a:gd name="connsiteY2880" fmla="*/ 1300524 h 2078048"/>
                <a:gd name="connsiteX2881" fmla="*/ 1949486 w 2077975"/>
                <a:gd name="connsiteY2881" fmla="*/ 1300809 h 2078048"/>
                <a:gd name="connsiteX2882" fmla="*/ 1963488 w 2077975"/>
                <a:gd name="connsiteY2882" fmla="*/ 1303667 h 2078048"/>
                <a:gd name="connsiteX2883" fmla="*/ 1945391 w 2077975"/>
                <a:gd name="connsiteY2883" fmla="*/ 1413776 h 2078048"/>
                <a:gd name="connsiteX2884" fmla="*/ 1924531 w 2077975"/>
                <a:gd name="connsiteY2884" fmla="*/ 1452733 h 207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</a:cxnLst>
              <a:rect l="l" t="t" r="r" b="b"/>
              <a:pathLst>
                <a:path w="2077975" h="2078048">
                  <a:moveTo>
                    <a:pt x="2077502" y="1148314"/>
                  </a:moveTo>
                  <a:cubicBezTo>
                    <a:pt x="2077121" y="1146504"/>
                    <a:pt x="2076550" y="1144980"/>
                    <a:pt x="2075883" y="1143456"/>
                  </a:cubicBezTo>
                  <a:cubicBezTo>
                    <a:pt x="2075693" y="1143075"/>
                    <a:pt x="2075597" y="1142789"/>
                    <a:pt x="2075407" y="1142504"/>
                  </a:cubicBezTo>
                  <a:cubicBezTo>
                    <a:pt x="2074740" y="1141170"/>
                    <a:pt x="2073978" y="1139932"/>
                    <a:pt x="2073026" y="1138789"/>
                  </a:cubicBezTo>
                  <a:cubicBezTo>
                    <a:pt x="2073026" y="1138789"/>
                    <a:pt x="2073026" y="1138789"/>
                    <a:pt x="2073026" y="1138789"/>
                  </a:cubicBezTo>
                  <a:lnTo>
                    <a:pt x="2073026" y="1138789"/>
                  </a:lnTo>
                  <a:cubicBezTo>
                    <a:pt x="2070263" y="1135360"/>
                    <a:pt x="2066549" y="1133074"/>
                    <a:pt x="2062548" y="1132693"/>
                  </a:cubicBezTo>
                  <a:cubicBezTo>
                    <a:pt x="2071502" y="1103451"/>
                    <a:pt x="2076550" y="1071828"/>
                    <a:pt x="2076550" y="1039062"/>
                  </a:cubicBezTo>
                  <a:cubicBezTo>
                    <a:pt x="2076550" y="1000295"/>
                    <a:pt x="2069501" y="963148"/>
                    <a:pt x="2057214" y="929525"/>
                  </a:cubicBezTo>
                  <a:cubicBezTo>
                    <a:pt x="2062167" y="928477"/>
                    <a:pt x="2066644" y="924857"/>
                    <a:pt x="2069120" y="918761"/>
                  </a:cubicBezTo>
                  <a:cubicBezTo>
                    <a:pt x="2072073" y="911522"/>
                    <a:pt x="2071311" y="902759"/>
                    <a:pt x="2067882" y="895997"/>
                  </a:cubicBezTo>
                  <a:cubicBezTo>
                    <a:pt x="2067882" y="895997"/>
                    <a:pt x="2067882" y="895997"/>
                    <a:pt x="2067882" y="895997"/>
                  </a:cubicBezTo>
                  <a:cubicBezTo>
                    <a:pt x="2067882" y="895997"/>
                    <a:pt x="2067882" y="895997"/>
                    <a:pt x="2067882" y="895997"/>
                  </a:cubicBezTo>
                  <a:cubicBezTo>
                    <a:pt x="2067120" y="894473"/>
                    <a:pt x="2066168" y="893044"/>
                    <a:pt x="2065120" y="891806"/>
                  </a:cubicBezTo>
                  <a:cubicBezTo>
                    <a:pt x="2065025" y="891615"/>
                    <a:pt x="2064834" y="891425"/>
                    <a:pt x="2064739" y="891234"/>
                  </a:cubicBezTo>
                  <a:cubicBezTo>
                    <a:pt x="2063596" y="889901"/>
                    <a:pt x="2062358" y="888758"/>
                    <a:pt x="2061024" y="887805"/>
                  </a:cubicBezTo>
                  <a:cubicBezTo>
                    <a:pt x="2053785" y="882852"/>
                    <a:pt x="2045403" y="884852"/>
                    <a:pt x="2040164" y="891425"/>
                  </a:cubicBezTo>
                  <a:cubicBezTo>
                    <a:pt x="2031306" y="874946"/>
                    <a:pt x="2021019" y="859611"/>
                    <a:pt x="2009494" y="846086"/>
                  </a:cubicBezTo>
                  <a:cubicBezTo>
                    <a:pt x="2016447" y="824178"/>
                    <a:pt x="2020543" y="800461"/>
                    <a:pt x="2021686" y="775886"/>
                  </a:cubicBezTo>
                  <a:cubicBezTo>
                    <a:pt x="2027591" y="778934"/>
                    <a:pt x="2034163" y="778744"/>
                    <a:pt x="2039117" y="774267"/>
                  </a:cubicBezTo>
                  <a:cubicBezTo>
                    <a:pt x="2041974" y="771695"/>
                    <a:pt x="2043784" y="768076"/>
                    <a:pt x="2044641" y="764075"/>
                  </a:cubicBezTo>
                  <a:cubicBezTo>
                    <a:pt x="2044927" y="762742"/>
                    <a:pt x="2045117" y="761313"/>
                    <a:pt x="2045117" y="759884"/>
                  </a:cubicBezTo>
                  <a:cubicBezTo>
                    <a:pt x="2045212" y="757027"/>
                    <a:pt x="2044927" y="754074"/>
                    <a:pt x="2044165" y="751217"/>
                  </a:cubicBezTo>
                  <a:cubicBezTo>
                    <a:pt x="2043403" y="748359"/>
                    <a:pt x="2042165" y="745502"/>
                    <a:pt x="2040450" y="742930"/>
                  </a:cubicBezTo>
                  <a:cubicBezTo>
                    <a:pt x="2039402" y="741311"/>
                    <a:pt x="2038259" y="740072"/>
                    <a:pt x="2037021" y="738834"/>
                  </a:cubicBezTo>
                  <a:cubicBezTo>
                    <a:pt x="2036926" y="738739"/>
                    <a:pt x="2036735" y="738548"/>
                    <a:pt x="2036640" y="738453"/>
                  </a:cubicBezTo>
                  <a:cubicBezTo>
                    <a:pt x="2035402" y="737310"/>
                    <a:pt x="2034163" y="736453"/>
                    <a:pt x="2032830" y="735691"/>
                  </a:cubicBezTo>
                  <a:cubicBezTo>
                    <a:pt x="2032830" y="735691"/>
                    <a:pt x="2032830" y="735691"/>
                    <a:pt x="2032830" y="735691"/>
                  </a:cubicBezTo>
                  <a:cubicBezTo>
                    <a:pt x="2032830" y="735691"/>
                    <a:pt x="2032830" y="735691"/>
                    <a:pt x="2032830" y="735691"/>
                  </a:cubicBezTo>
                  <a:cubicBezTo>
                    <a:pt x="2028925" y="733405"/>
                    <a:pt x="2024543" y="732833"/>
                    <a:pt x="2020638" y="734072"/>
                  </a:cubicBezTo>
                  <a:cubicBezTo>
                    <a:pt x="2017780" y="703496"/>
                    <a:pt x="2010256" y="672254"/>
                    <a:pt x="1997683" y="641774"/>
                  </a:cubicBezTo>
                  <a:cubicBezTo>
                    <a:pt x="1982824" y="605675"/>
                    <a:pt x="1962059" y="573956"/>
                    <a:pt x="1937675" y="547667"/>
                  </a:cubicBezTo>
                  <a:cubicBezTo>
                    <a:pt x="1941866" y="544810"/>
                    <a:pt x="1944628" y="539762"/>
                    <a:pt x="1944533" y="533189"/>
                  </a:cubicBezTo>
                  <a:cubicBezTo>
                    <a:pt x="1944438" y="525284"/>
                    <a:pt x="1940437" y="517568"/>
                    <a:pt x="1934627" y="512711"/>
                  </a:cubicBezTo>
                  <a:lnTo>
                    <a:pt x="1934627" y="512711"/>
                  </a:lnTo>
                  <a:cubicBezTo>
                    <a:pt x="1934627" y="512711"/>
                    <a:pt x="1934627" y="512711"/>
                    <a:pt x="1934627" y="512711"/>
                  </a:cubicBezTo>
                  <a:cubicBezTo>
                    <a:pt x="1933294" y="511568"/>
                    <a:pt x="1931960" y="510615"/>
                    <a:pt x="1930436" y="509853"/>
                  </a:cubicBezTo>
                  <a:cubicBezTo>
                    <a:pt x="1930246" y="509758"/>
                    <a:pt x="1930055" y="509663"/>
                    <a:pt x="1929865" y="509567"/>
                  </a:cubicBezTo>
                  <a:cubicBezTo>
                    <a:pt x="1928341" y="508805"/>
                    <a:pt x="1926721" y="508139"/>
                    <a:pt x="1925102" y="507853"/>
                  </a:cubicBezTo>
                  <a:cubicBezTo>
                    <a:pt x="1916530" y="506138"/>
                    <a:pt x="1909481" y="511091"/>
                    <a:pt x="1907291" y="519283"/>
                  </a:cubicBezTo>
                  <a:cubicBezTo>
                    <a:pt x="1892717" y="507472"/>
                    <a:pt x="1877382" y="497375"/>
                    <a:pt x="1861570" y="489184"/>
                  </a:cubicBezTo>
                  <a:cubicBezTo>
                    <a:pt x="1859570" y="466324"/>
                    <a:pt x="1854332" y="442988"/>
                    <a:pt x="1845950" y="419842"/>
                  </a:cubicBezTo>
                  <a:cubicBezTo>
                    <a:pt x="1847474" y="419937"/>
                    <a:pt x="1848997" y="419937"/>
                    <a:pt x="1850426" y="419747"/>
                  </a:cubicBezTo>
                  <a:cubicBezTo>
                    <a:pt x="1852808" y="419366"/>
                    <a:pt x="1854998" y="418508"/>
                    <a:pt x="1856808" y="417080"/>
                  </a:cubicBezTo>
                  <a:cubicBezTo>
                    <a:pt x="1858713" y="415746"/>
                    <a:pt x="1860237" y="413841"/>
                    <a:pt x="1861285" y="411555"/>
                  </a:cubicBezTo>
                  <a:cubicBezTo>
                    <a:pt x="1865666" y="402316"/>
                    <a:pt x="1860809" y="388981"/>
                    <a:pt x="1850712" y="382123"/>
                  </a:cubicBezTo>
                  <a:cubicBezTo>
                    <a:pt x="1849188" y="381075"/>
                    <a:pt x="1847569" y="380313"/>
                    <a:pt x="1845950" y="379646"/>
                  </a:cubicBezTo>
                  <a:cubicBezTo>
                    <a:pt x="1845854" y="379551"/>
                    <a:pt x="1845664" y="379551"/>
                    <a:pt x="1845569" y="379551"/>
                  </a:cubicBezTo>
                  <a:cubicBezTo>
                    <a:pt x="1844045" y="378980"/>
                    <a:pt x="1842616" y="378599"/>
                    <a:pt x="1841092" y="378408"/>
                  </a:cubicBezTo>
                  <a:cubicBezTo>
                    <a:pt x="1840996" y="378408"/>
                    <a:pt x="1840996" y="378408"/>
                    <a:pt x="1840901" y="378408"/>
                  </a:cubicBezTo>
                  <a:cubicBezTo>
                    <a:pt x="1840901" y="378408"/>
                    <a:pt x="1840901" y="378408"/>
                    <a:pt x="1840901" y="378408"/>
                  </a:cubicBezTo>
                  <a:cubicBezTo>
                    <a:pt x="1836425" y="377932"/>
                    <a:pt x="1832138" y="378980"/>
                    <a:pt x="1828995" y="381551"/>
                  </a:cubicBezTo>
                  <a:cubicBezTo>
                    <a:pt x="1814708" y="354500"/>
                    <a:pt x="1795848" y="328497"/>
                    <a:pt x="1772702" y="305256"/>
                  </a:cubicBezTo>
                  <a:cubicBezTo>
                    <a:pt x="1745175" y="277729"/>
                    <a:pt x="1713838" y="256488"/>
                    <a:pt x="1681358" y="241534"/>
                  </a:cubicBezTo>
                  <a:cubicBezTo>
                    <a:pt x="1684215" y="237248"/>
                    <a:pt x="1684786" y="231533"/>
                    <a:pt x="1682215" y="225437"/>
                  </a:cubicBezTo>
                  <a:cubicBezTo>
                    <a:pt x="1678500" y="216674"/>
                    <a:pt x="1669546" y="210101"/>
                    <a:pt x="1660593" y="209149"/>
                  </a:cubicBezTo>
                  <a:cubicBezTo>
                    <a:pt x="1660212" y="209149"/>
                    <a:pt x="1659926" y="209054"/>
                    <a:pt x="1659545" y="209054"/>
                  </a:cubicBezTo>
                  <a:cubicBezTo>
                    <a:pt x="1657831" y="208958"/>
                    <a:pt x="1656211" y="208958"/>
                    <a:pt x="1654592" y="209339"/>
                  </a:cubicBezTo>
                  <a:cubicBezTo>
                    <a:pt x="1645829" y="211149"/>
                    <a:pt x="1641257" y="218483"/>
                    <a:pt x="1642495" y="226865"/>
                  </a:cubicBezTo>
                  <a:cubicBezTo>
                    <a:pt x="1624493" y="221436"/>
                    <a:pt x="1606491" y="217912"/>
                    <a:pt x="1588775" y="216388"/>
                  </a:cubicBezTo>
                  <a:cubicBezTo>
                    <a:pt x="1578297" y="196004"/>
                    <a:pt x="1564581" y="176383"/>
                    <a:pt x="1548008" y="158190"/>
                  </a:cubicBezTo>
                  <a:cubicBezTo>
                    <a:pt x="1554199" y="156190"/>
                    <a:pt x="1558580" y="151332"/>
                    <a:pt x="1558866" y="144760"/>
                  </a:cubicBezTo>
                  <a:cubicBezTo>
                    <a:pt x="1559437" y="134568"/>
                    <a:pt x="1549912" y="123995"/>
                    <a:pt x="1537911" y="121424"/>
                  </a:cubicBezTo>
                  <a:cubicBezTo>
                    <a:pt x="1536101" y="121043"/>
                    <a:pt x="1534292" y="121043"/>
                    <a:pt x="1532672" y="121043"/>
                  </a:cubicBezTo>
                  <a:cubicBezTo>
                    <a:pt x="1532386" y="121043"/>
                    <a:pt x="1532101" y="121043"/>
                    <a:pt x="1531910" y="121138"/>
                  </a:cubicBezTo>
                  <a:cubicBezTo>
                    <a:pt x="1530291" y="121233"/>
                    <a:pt x="1528767" y="121519"/>
                    <a:pt x="1527338" y="121900"/>
                  </a:cubicBezTo>
                  <a:cubicBezTo>
                    <a:pt x="1527338" y="121900"/>
                    <a:pt x="1527338" y="121900"/>
                    <a:pt x="1527338" y="121900"/>
                  </a:cubicBezTo>
                  <a:cubicBezTo>
                    <a:pt x="1527338" y="121900"/>
                    <a:pt x="1527338" y="121900"/>
                    <a:pt x="1527338" y="121900"/>
                  </a:cubicBezTo>
                  <a:cubicBezTo>
                    <a:pt x="1523052" y="123138"/>
                    <a:pt x="1519623" y="125615"/>
                    <a:pt x="1517623" y="129139"/>
                  </a:cubicBezTo>
                  <a:cubicBezTo>
                    <a:pt x="1494001" y="109517"/>
                    <a:pt x="1466569" y="92753"/>
                    <a:pt x="1436089" y="80276"/>
                  </a:cubicBezTo>
                  <a:cubicBezTo>
                    <a:pt x="1400084" y="65321"/>
                    <a:pt x="1362842" y="57606"/>
                    <a:pt x="1327028" y="56273"/>
                  </a:cubicBezTo>
                  <a:cubicBezTo>
                    <a:pt x="1327980" y="51224"/>
                    <a:pt x="1326361" y="45700"/>
                    <a:pt x="1321694" y="41033"/>
                  </a:cubicBezTo>
                  <a:cubicBezTo>
                    <a:pt x="1316074" y="35508"/>
                    <a:pt x="1307787" y="32746"/>
                    <a:pt x="1300167" y="33317"/>
                  </a:cubicBezTo>
                  <a:cubicBezTo>
                    <a:pt x="1300167" y="33317"/>
                    <a:pt x="1300167" y="33317"/>
                    <a:pt x="1300167" y="33317"/>
                  </a:cubicBezTo>
                  <a:cubicBezTo>
                    <a:pt x="1300167" y="33317"/>
                    <a:pt x="1300072" y="33317"/>
                    <a:pt x="1300072" y="33317"/>
                  </a:cubicBezTo>
                  <a:cubicBezTo>
                    <a:pt x="1298357" y="33508"/>
                    <a:pt x="1296643" y="33794"/>
                    <a:pt x="1295024" y="34365"/>
                  </a:cubicBezTo>
                  <a:cubicBezTo>
                    <a:pt x="1294928" y="34365"/>
                    <a:pt x="1294738" y="34460"/>
                    <a:pt x="1294643" y="34460"/>
                  </a:cubicBezTo>
                  <a:cubicBezTo>
                    <a:pt x="1293023" y="35032"/>
                    <a:pt x="1291404" y="35794"/>
                    <a:pt x="1289975" y="36746"/>
                  </a:cubicBezTo>
                  <a:cubicBezTo>
                    <a:pt x="1288832" y="37508"/>
                    <a:pt x="1287880" y="38366"/>
                    <a:pt x="1287022" y="39223"/>
                  </a:cubicBezTo>
                  <a:cubicBezTo>
                    <a:pt x="1284451" y="41985"/>
                    <a:pt x="1283117" y="45319"/>
                    <a:pt x="1283022" y="48748"/>
                  </a:cubicBezTo>
                  <a:cubicBezTo>
                    <a:pt x="1282927" y="51034"/>
                    <a:pt x="1283403" y="53415"/>
                    <a:pt x="1284451" y="55606"/>
                  </a:cubicBezTo>
                  <a:cubicBezTo>
                    <a:pt x="1284736" y="56273"/>
                    <a:pt x="1285213" y="56844"/>
                    <a:pt x="1285594" y="57511"/>
                  </a:cubicBezTo>
                  <a:cubicBezTo>
                    <a:pt x="1266829" y="59416"/>
                    <a:pt x="1248827" y="63035"/>
                    <a:pt x="1231873" y="68465"/>
                  </a:cubicBezTo>
                  <a:cubicBezTo>
                    <a:pt x="1214347" y="53701"/>
                    <a:pt x="1194059" y="40842"/>
                    <a:pt x="1171865" y="30460"/>
                  </a:cubicBezTo>
                  <a:cubicBezTo>
                    <a:pt x="1176818" y="26269"/>
                    <a:pt x="1178914" y="20078"/>
                    <a:pt x="1176723" y="13886"/>
                  </a:cubicBezTo>
                  <a:cubicBezTo>
                    <a:pt x="1175485" y="10267"/>
                    <a:pt x="1172818" y="7124"/>
                    <a:pt x="1169389" y="4838"/>
                  </a:cubicBezTo>
                  <a:cubicBezTo>
                    <a:pt x="1168246" y="4076"/>
                    <a:pt x="1167008" y="3314"/>
                    <a:pt x="1165769" y="2742"/>
                  </a:cubicBezTo>
                  <a:cubicBezTo>
                    <a:pt x="1163197" y="1504"/>
                    <a:pt x="1160340" y="647"/>
                    <a:pt x="1157387" y="266"/>
                  </a:cubicBezTo>
                  <a:cubicBezTo>
                    <a:pt x="1154435" y="-115"/>
                    <a:pt x="1151386" y="-115"/>
                    <a:pt x="1148338" y="456"/>
                  </a:cubicBezTo>
                  <a:cubicBezTo>
                    <a:pt x="1146529" y="837"/>
                    <a:pt x="1145005" y="1409"/>
                    <a:pt x="1143481" y="2075"/>
                  </a:cubicBezTo>
                  <a:cubicBezTo>
                    <a:pt x="1143100" y="2266"/>
                    <a:pt x="1142814" y="2361"/>
                    <a:pt x="1142528" y="2552"/>
                  </a:cubicBezTo>
                  <a:cubicBezTo>
                    <a:pt x="1141195" y="3218"/>
                    <a:pt x="1139957" y="3980"/>
                    <a:pt x="1138813" y="4933"/>
                  </a:cubicBezTo>
                  <a:cubicBezTo>
                    <a:pt x="1138813" y="4933"/>
                    <a:pt x="1138813" y="4933"/>
                    <a:pt x="1138813" y="4933"/>
                  </a:cubicBezTo>
                  <a:lnTo>
                    <a:pt x="1138813" y="4933"/>
                  </a:lnTo>
                  <a:cubicBezTo>
                    <a:pt x="1135385" y="7695"/>
                    <a:pt x="1133099" y="11410"/>
                    <a:pt x="1132718" y="15410"/>
                  </a:cubicBezTo>
                  <a:cubicBezTo>
                    <a:pt x="1103476" y="6457"/>
                    <a:pt x="1071853" y="1409"/>
                    <a:pt x="1039087" y="1409"/>
                  </a:cubicBezTo>
                  <a:cubicBezTo>
                    <a:pt x="1000320" y="1409"/>
                    <a:pt x="963173" y="8457"/>
                    <a:pt x="929549" y="20744"/>
                  </a:cubicBezTo>
                  <a:cubicBezTo>
                    <a:pt x="928502" y="15791"/>
                    <a:pt x="924882" y="11315"/>
                    <a:pt x="918786" y="8838"/>
                  </a:cubicBezTo>
                  <a:cubicBezTo>
                    <a:pt x="911547" y="5885"/>
                    <a:pt x="902784" y="6647"/>
                    <a:pt x="896021" y="10076"/>
                  </a:cubicBezTo>
                  <a:cubicBezTo>
                    <a:pt x="896021" y="10076"/>
                    <a:pt x="896021" y="10076"/>
                    <a:pt x="896021" y="10076"/>
                  </a:cubicBezTo>
                  <a:cubicBezTo>
                    <a:pt x="896021" y="10076"/>
                    <a:pt x="896021" y="10076"/>
                    <a:pt x="896021" y="10076"/>
                  </a:cubicBezTo>
                  <a:cubicBezTo>
                    <a:pt x="894497" y="10838"/>
                    <a:pt x="893069" y="11791"/>
                    <a:pt x="891830" y="12839"/>
                  </a:cubicBezTo>
                  <a:cubicBezTo>
                    <a:pt x="891640" y="12934"/>
                    <a:pt x="891449" y="13124"/>
                    <a:pt x="891259" y="13220"/>
                  </a:cubicBezTo>
                  <a:cubicBezTo>
                    <a:pt x="889925" y="14363"/>
                    <a:pt x="888782" y="15601"/>
                    <a:pt x="887830" y="16934"/>
                  </a:cubicBezTo>
                  <a:cubicBezTo>
                    <a:pt x="882877" y="24173"/>
                    <a:pt x="884877" y="32555"/>
                    <a:pt x="891449" y="37794"/>
                  </a:cubicBezTo>
                  <a:cubicBezTo>
                    <a:pt x="874971" y="46652"/>
                    <a:pt x="859636" y="56939"/>
                    <a:pt x="846110" y="68465"/>
                  </a:cubicBezTo>
                  <a:cubicBezTo>
                    <a:pt x="824203" y="61511"/>
                    <a:pt x="800486" y="57416"/>
                    <a:pt x="775911" y="56273"/>
                  </a:cubicBezTo>
                  <a:cubicBezTo>
                    <a:pt x="778959" y="50367"/>
                    <a:pt x="778769" y="43795"/>
                    <a:pt x="774292" y="38842"/>
                  </a:cubicBezTo>
                  <a:cubicBezTo>
                    <a:pt x="771911" y="36270"/>
                    <a:pt x="768672" y="34460"/>
                    <a:pt x="764957" y="33603"/>
                  </a:cubicBezTo>
                  <a:cubicBezTo>
                    <a:pt x="763338" y="33222"/>
                    <a:pt x="761623" y="32841"/>
                    <a:pt x="759909" y="32841"/>
                  </a:cubicBezTo>
                  <a:cubicBezTo>
                    <a:pt x="757052" y="32746"/>
                    <a:pt x="754099" y="33032"/>
                    <a:pt x="751241" y="33794"/>
                  </a:cubicBezTo>
                  <a:cubicBezTo>
                    <a:pt x="748384" y="34556"/>
                    <a:pt x="745526" y="35794"/>
                    <a:pt x="742955" y="37508"/>
                  </a:cubicBezTo>
                  <a:cubicBezTo>
                    <a:pt x="741335" y="38556"/>
                    <a:pt x="740097" y="39699"/>
                    <a:pt x="738859" y="40937"/>
                  </a:cubicBezTo>
                  <a:cubicBezTo>
                    <a:pt x="738764" y="41033"/>
                    <a:pt x="738573" y="41223"/>
                    <a:pt x="738478" y="41318"/>
                  </a:cubicBezTo>
                  <a:cubicBezTo>
                    <a:pt x="737335" y="42557"/>
                    <a:pt x="736477" y="43795"/>
                    <a:pt x="735715" y="45128"/>
                  </a:cubicBezTo>
                  <a:cubicBezTo>
                    <a:pt x="735715" y="45128"/>
                    <a:pt x="735715" y="45128"/>
                    <a:pt x="735715" y="45128"/>
                  </a:cubicBezTo>
                  <a:cubicBezTo>
                    <a:pt x="735715" y="45128"/>
                    <a:pt x="735715" y="45128"/>
                    <a:pt x="735715" y="45128"/>
                  </a:cubicBezTo>
                  <a:cubicBezTo>
                    <a:pt x="733430" y="49034"/>
                    <a:pt x="732858" y="53415"/>
                    <a:pt x="734096" y="57320"/>
                  </a:cubicBezTo>
                  <a:cubicBezTo>
                    <a:pt x="703521" y="60178"/>
                    <a:pt x="672279" y="67703"/>
                    <a:pt x="641799" y="80276"/>
                  </a:cubicBezTo>
                  <a:cubicBezTo>
                    <a:pt x="605699" y="95135"/>
                    <a:pt x="573981" y="115899"/>
                    <a:pt x="547692" y="140283"/>
                  </a:cubicBezTo>
                  <a:cubicBezTo>
                    <a:pt x="544835" y="136092"/>
                    <a:pt x="539786" y="133330"/>
                    <a:pt x="533214" y="133425"/>
                  </a:cubicBezTo>
                  <a:cubicBezTo>
                    <a:pt x="525308" y="133520"/>
                    <a:pt x="517593" y="137521"/>
                    <a:pt x="512735" y="143331"/>
                  </a:cubicBezTo>
                  <a:lnTo>
                    <a:pt x="512735" y="143331"/>
                  </a:lnTo>
                  <a:cubicBezTo>
                    <a:pt x="512735" y="143331"/>
                    <a:pt x="512735" y="143331"/>
                    <a:pt x="512735" y="143331"/>
                  </a:cubicBezTo>
                  <a:cubicBezTo>
                    <a:pt x="511592" y="144665"/>
                    <a:pt x="510640" y="145998"/>
                    <a:pt x="509878" y="147522"/>
                  </a:cubicBezTo>
                  <a:cubicBezTo>
                    <a:pt x="509782" y="147713"/>
                    <a:pt x="509687" y="147903"/>
                    <a:pt x="509592" y="148094"/>
                  </a:cubicBezTo>
                  <a:cubicBezTo>
                    <a:pt x="508830" y="149618"/>
                    <a:pt x="508163" y="151237"/>
                    <a:pt x="507877" y="152856"/>
                  </a:cubicBezTo>
                  <a:cubicBezTo>
                    <a:pt x="506163" y="161429"/>
                    <a:pt x="511116" y="168477"/>
                    <a:pt x="519307" y="170668"/>
                  </a:cubicBezTo>
                  <a:cubicBezTo>
                    <a:pt x="507497" y="185241"/>
                    <a:pt x="497400" y="200576"/>
                    <a:pt x="489209" y="216388"/>
                  </a:cubicBezTo>
                  <a:cubicBezTo>
                    <a:pt x="466348" y="218388"/>
                    <a:pt x="443012" y="223627"/>
                    <a:pt x="419867" y="232009"/>
                  </a:cubicBezTo>
                  <a:cubicBezTo>
                    <a:pt x="420438" y="225437"/>
                    <a:pt x="417581" y="219436"/>
                    <a:pt x="411580" y="216578"/>
                  </a:cubicBezTo>
                  <a:cubicBezTo>
                    <a:pt x="410437" y="216007"/>
                    <a:pt x="409198" y="215626"/>
                    <a:pt x="407960" y="215340"/>
                  </a:cubicBezTo>
                  <a:cubicBezTo>
                    <a:pt x="406722" y="215054"/>
                    <a:pt x="405389" y="214959"/>
                    <a:pt x="404055" y="214959"/>
                  </a:cubicBezTo>
                  <a:cubicBezTo>
                    <a:pt x="401388" y="214959"/>
                    <a:pt x="398626" y="215435"/>
                    <a:pt x="395959" y="216388"/>
                  </a:cubicBezTo>
                  <a:cubicBezTo>
                    <a:pt x="390625" y="218293"/>
                    <a:pt x="385577" y="222103"/>
                    <a:pt x="382148" y="227151"/>
                  </a:cubicBezTo>
                  <a:cubicBezTo>
                    <a:pt x="381100" y="228675"/>
                    <a:pt x="380338" y="230294"/>
                    <a:pt x="379671" y="231914"/>
                  </a:cubicBezTo>
                  <a:cubicBezTo>
                    <a:pt x="379576" y="232009"/>
                    <a:pt x="379576" y="232199"/>
                    <a:pt x="379576" y="232295"/>
                  </a:cubicBezTo>
                  <a:cubicBezTo>
                    <a:pt x="379004" y="233819"/>
                    <a:pt x="378623" y="235247"/>
                    <a:pt x="378433" y="236771"/>
                  </a:cubicBezTo>
                  <a:cubicBezTo>
                    <a:pt x="378433" y="236867"/>
                    <a:pt x="378433" y="236867"/>
                    <a:pt x="378433" y="236962"/>
                  </a:cubicBezTo>
                  <a:cubicBezTo>
                    <a:pt x="378433" y="236962"/>
                    <a:pt x="378433" y="236962"/>
                    <a:pt x="378433" y="236962"/>
                  </a:cubicBezTo>
                  <a:cubicBezTo>
                    <a:pt x="377956" y="241439"/>
                    <a:pt x="379004" y="245725"/>
                    <a:pt x="381576" y="248868"/>
                  </a:cubicBezTo>
                  <a:cubicBezTo>
                    <a:pt x="354525" y="263156"/>
                    <a:pt x="328522" y="282015"/>
                    <a:pt x="305281" y="305161"/>
                  </a:cubicBezTo>
                  <a:cubicBezTo>
                    <a:pt x="277753" y="332688"/>
                    <a:pt x="256513" y="364025"/>
                    <a:pt x="241559" y="396506"/>
                  </a:cubicBezTo>
                  <a:cubicBezTo>
                    <a:pt x="237272" y="393648"/>
                    <a:pt x="231557" y="393077"/>
                    <a:pt x="225461" y="395648"/>
                  </a:cubicBezTo>
                  <a:cubicBezTo>
                    <a:pt x="216698" y="399363"/>
                    <a:pt x="210126" y="408317"/>
                    <a:pt x="209173" y="417270"/>
                  </a:cubicBezTo>
                  <a:cubicBezTo>
                    <a:pt x="209173" y="417651"/>
                    <a:pt x="209078" y="417937"/>
                    <a:pt x="209078" y="418318"/>
                  </a:cubicBezTo>
                  <a:cubicBezTo>
                    <a:pt x="208983" y="420032"/>
                    <a:pt x="208983" y="421652"/>
                    <a:pt x="209364" y="423271"/>
                  </a:cubicBezTo>
                  <a:cubicBezTo>
                    <a:pt x="211174" y="432034"/>
                    <a:pt x="218508" y="436606"/>
                    <a:pt x="226890" y="435368"/>
                  </a:cubicBezTo>
                  <a:cubicBezTo>
                    <a:pt x="221461" y="453370"/>
                    <a:pt x="217936" y="471372"/>
                    <a:pt x="216413" y="489089"/>
                  </a:cubicBezTo>
                  <a:cubicBezTo>
                    <a:pt x="196029" y="499566"/>
                    <a:pt x="176407" y="513282"/>
                    <a:pt x="158215" y="529856"/>
                  </a:cubicBezTo>
                  <a:cubicBezTo>
                    <a:pt x="156214" y="523664"/>
                    <a:pt x="151357" y="519283"/>
                    <a:pt x="144785" y="518997"/>
                  </a:cubicBezTo>
                  <a:cubicBezTo>
                    <a:pt x="143546" y="518902"/>
                    <a:pt x="142213" y="518997"/>
                    <a:pt x="140974" y="519283"/>
                  </a:cubicBezTo>
                  <a:cubicBezTo>
                    <a:pt x="134593" y="520426"/>
                    <a:pt x="128497" y="525188"/>
                    <a:pt x="124782" y="531570"/>
                  </a:cubicBezTo>
                  <a:cubicBezTo>
                    <a:pt x="123258" y="534142"/>
                    <a:pt x="122115" y="536999"/>
                    <a:pt x="121448" y="539952"/>
                  </a:cubicBezTo>
                  <a:cubicBezTo>
                    <a:pt x="121067" y="541762"/>
                    <a:pt x="121067" y="543572"/>
                    <a:pt x="121067" y="545191"/>
                  </a:cubicBezTo>
                  <a:cubicBezTo>
                    <a:pt x="121067" y="545477"/>
                    <a:pt x="121067" y="545762"/>
                    <a:pt x="121163" y="545953"/>
                  </a:cubicBezTo>
                  <a:cubicBezTo>
                    <a:pt x="121258" y="547572"/>
                    <a:pt x="121543" y="549096"/>
                    <a:pt x="121924" y="550525"/>
                  </a:cubicBezTo>
                  <a:cubicBezTo>
                    <a:pt x="121924" y="550525"/>
                    <a:pt x="121924" y="550525"/>
                    <a:pt x="121924" y="550525"/>
                  </a:cubicBezTo>
                  <a:cubicBezTo>
                    <a:pt x="121924" y="550525"/>
                    <a:pt x="121924" y="550525"/>
                    <a:pt x="121924" y="550525"/>
                  </a:cubicBezTo>
                  <a:cubicBezTo>
                    <a:pt x="123163" y="554811"/>
                    <a:pt x="125639" y="558240"/>
                    <a:pt x="129164" y="560240"/>
                  </a:cubicBezTo>
                  <a:cubicBezTo>
                    <a:pt x="109542" y="583862"/>
                    <a:pt x="92778" y="611294"/>
                    <a:pt x="80300" y="641774"/>
                  </a:cubicBezTo>
                  <a:cubicBezTo>
                    <a:pt x="65346" y="677779"/>
                    <a:pt x="57631" y="715022"/>
                    <a:pt x="56297" y="750836"/>
                  </a:cubicBezTo>
                  <a:cubicBezTo>
                    <a:pt x="51249" y="749883"/>
                    <a:pt x="45724" y="751502"/>
                    <a:pt x="41057" y="756170"/>
                  </a:cubicBezTo>
                  <a:cubicBezTo>
                    <a:pt x="35533" y="761789"/>
                    <a:pt x="32770" y="770076"/>
                    <a:pt x="33342" y="777696"/>
                  </a:cubicBezTo>
                  <a:cubicBezTo>
                    <a:pt x="33342" y="777696"/>
                    <a:pt x="33342" y="777696"/>
                    <a:pt x="33342" y="777696"/>
                  </a:cubicBezTo>
                  <a:cubicBezTo>
                    <a:pt x="33342" y="777696"/>
                    <a:pt x="33342" y="777791"/>
                    <a:pt x="33342" y="777791"/>
                  </a:cubicBezTo>
                  <a:cubicBezTo>
                    <a:pt x="33532" y="779506"/>
                    <a:pt x="33818" y="781220"/>
                    <a:pt x="34390" y="782840"/>
                  </a:cubicBezTo>
                  <a:cubicBezTo>
                    <a:pt x="34390" y="783030"/>
                    <a:pt x="34485" y="783125"/>
                    <a:pt x="34485" y="783316"/>
                  </a:cubicBezTo>
                  <a:cubicBezTo>
                    <a:pt x="35056" y="784935"/>
                    <a:pt x="35818" y="786554"/>
                    <a:pt x="36771" y="787983"/>
                  </a:cubicBezTo>
                  <a:cubicBezTo>
                    <a:pt x="41819" y="795413"/>
                    <a:pt x="50392" y="796746"/>
                    <a:pt x="57631" y="792460"/>
                  </a:cubicBezTo>
                  <a:cubicBezTo>
                    <a:pt x="59536" y="811224"/>
                    <a:pt x="63155" y="829226"/>
                    <a:pt x="68585" y="846181"/>
                  </a:cubicBezTo>
                  <a:cubicBezTo>
                    <a:pt x="53821" y="863707"/>
                    <a:pt x="40962" y="883995"/>
                    <a:pt x="30580" y="906188"/>
                  </a:cubicBezTo>
                  <a:cubicBezTo>
                    <a:pt x="28008" y="903140"/>
                    <a:pt x="24674" y="901140"/>
                    <a:pt x="21055" y="900569"/>
                  </a:cubicBezTo>
                  <a:cubicBezTo>
                    <a:pt x="19912" y="900378"/>
                    <a:pt x="18769" y="900378"/>
                    <a:pt x="17531" y="900473"/>
                  </a:cubicBezTo>
                  <a:cubicBezTo>
                    <a:pt x="16388" y="900569"/>
                    <a:pt x="15149" y="900854"/>
                    <a:pt x="13911" y="901331"/>
                  </a:cubicBezTo>
                  <a:cubicBezTo>
                    <a:pt x="4291" y="904760"/>
                    <a:pt x="-1805" y="917618"/>
                    <a:pt x="481" y="929715"/>
                  </a:cubicBezTo>
                  <a:cubicBezTo>
                    <a:pt x="862" y="931525"/>
                    <a:pt x="1433" y="933049"/>
                    <a:pt x="2100" y="934573"/>
                  </a:cubicBezTo>
                  <a:cubicBezTo>
                    <a:pt x="2290" y="934954"/>
                    <a:pt x="2481" y="935240"/>
                    <a:pt x="2576" y="935525"/>
                  </a:cubicBezTo>
                  <a:cubicBezTo>
                    <a:pt x="3243" y="936859"/>
                    <a:pt x="4005" y="938097"/>
                    <a:pt x="4957" y="939240"/>
                  </a:cubicBezTo>
                  <a:cubicBezTo>
                    <a:pt x="4957" y="939240"/>
                    <a:pt x="4957" y="939240"/>
                    <a:pt x="4957" y="939240"/>
                  </a:cubicBezTo>
                  <a:lnTo>
                    <a:pt x="4957" y="939240"/>
                  </a:lnTo>
                  <a:cubicBezTo>
                    <a:pt x="7720" y="942669"/>
                    <a:pt x="11435" y="944955"/>
                    <a:pt x="15435" y="945336"/>
                  </a:cubicBezTo>
                  <a:cubicBezTo>
                    <a:pt x="6481" y="974578"/>
                    <a:pt x="1433" y="1006201"/>
                    <a:pt x="1433" y="1038967"/>
                  </a:cubicBezTo>
                  <a:cubicBezTo>
                    <a:pt x="1433" y="1077734"/>
                    <a:pt x="8482" y="1114881"/>
                    <a:pt x="20769" y="1148504"/>
                  </a:cubicBezTo>
                  <a:cubicBezTo>
                    <a:pt x="15816" y="1149552"/>
                    <a:pt x="11339" y="1153172"/>
                    <a:pt x="8863" y="1159268"/>
                  </a:cubicBezTo>
                  <a:cubicBezTo>
                    <a:pt x="5910" y="1166507"/>
                    <a:pt x="6672" y="1175270"/>
                    <a:pt x="10101" y="1182032"/>
                  </a:cubicBezTo>
                  <a:cubicBezTo>
                    <a:pt x="10101" y="1182032"/>
                    <a:pt x="10101" y="1182032"/>
                    <a:pt x="10101" y="1182032"/>
                  </a:cubicBezTo>
                  <a:cubicBezTo>
                    <a:pt x="10101" y="1182032"/>
                    <a:pt x="10101" y="1182032"/>
                    <a:pt x="10101" y="1182032"/>
                  </a:cubicBezTo>
                  <a:cubicBezTo>
                    <a:pt x="10863" y="1183557"/>
                    <a:pt x="11815" y="1184985"/>
                    <a:pt x="12863" y="1186224"/>
                  </a:cubicBezTo>
                  <a:cubicBezTo>
                    <a:pt x="12959" y="1186414"/>
                    <a:pt x="13149" y="1186604"/>
                    <a:pt x="13244" y="1186795"/>
                  </a:cubicBezTo>
                  <a:cubicBezTo>
                    <a:pt x="14387" y="1188128"/>
                    <a:pt x="15626" y="1189271"/>
                    <a:pt x="16959" y="1190224"/>
                  </a:cubicBezTo>
                  <a:cubicBezTo>
                    <a:pt x="24198" y="1195177"/>
                    <a:pt x="32580" y="1193177"/>
                    <a:pt x="37819" y="1186604"/>
                  </a:cubicBezTo>
                  <a:cubicBezTo>
                    <a:pt x="46677" y="1203083"/>
                    <a:pt x="56964" y="1218418"/>
                    <a:pt x="68489" y="1231943"/>
                  </a:cubicBezTo>
                  <a:cubicBezTo>
                    <a:pt x="61536" y="1253851"/>
                    <a:pt x="57440" y="1277568"/>
                    <a:pt x="56297" y="1302143"/>
                  </a:cubicBezTo>
                  <a:cubicBezTo>
                    <a:pt x="50392" y="1299095"/>
                    <a:pt x="43819" y="1299285"/>
                    <a:pt x="38867" y="1303762"/>
                  </a:cubicBezTo>
                  <a:cubicBezTo>
                    <a:pt x="31342" y="1310620"/>
                    <a:pt x="30675" y="1324812"/>
                    <a:pt x="37533" y="1335099"/>
                  </a:cubicBezTo>
                  <a:cubicBezTo>
                    <a:pt x="38581" y="1336718"/>
                    <a:pt x="39724" y="1337957"/>
                    <a:pt x="40962" y="1339195"/>
                  </a:cubicBezTo>
                  <a:cubicBezTo>
                    <a:pt x="41057" y="1339290"/>
                    <a:pt x="41248" y="1339481"/>
                    <a:pt x="41343" y="1339576"/>
                  </a:cubicBezTo>
                  <a:cubicBezTo>
                    <a:pt x="42581" y="1340719"/>
                    <a:pt x="43819" y="1341576"/>
                    <a:pt x="45153" y="1342338"/>
                  </a:cubicBezTo>
                  <a:cubicBezTo>
                    <a:pt x="45153" y="1342338"/>
                    <a:pt x="45153" y="1342338"/>
                    <a:pt x="45153" y="1342338"/>
                  </a:cubicBezTo>
                  <a:cubicBezTo>
                    <a:pt x="45153" y="1342338"/>
                    <a:pt x="45153" y="1342338"/>
                    <a:pt x="45153" y="1342338"/>
                  </a:cubicBezTo>
                  <a:cubicBezTo>
                    <a:pt x="49058" y="1344624"/>
                    <a:pt x="53440" y="1345195"/>
                    <a:pt x="57345" y="1343957"/>
                  </a:cubicBezTo>
                  <a:cubicBezTo>
                    <a:pt x="60202" y="1374533"/>
                    <a:pt x="67727" y="1405775"/>
                    <a:pt x="80300" y="1436255"/>
                  </a:cubicBezTo>
                  <a:cubicBezTo>
                    <a:pt x="95159" y="1472354"/>
                    <a:pt x="115924" y="1504073"/>
                    <a:pt x="140308" y="1530362"/>
                  </a:cubicBezTo>
                  <a:cubicBezTo>
                    <a:pt x="136117" y="1533219"/>
                    <a:pt x="133355" y="1538267"/>
                    <a:pt x="133450" y="1544840"/>
                  </a:cubicBezTo>
                  <a:cubicBezTo>
                    <a:pt x="133545" y="1552745"/>
                    <a:pt x="137545" y="1560461"/>
                    <a:pt x="143356" y="1565318"/>
                  </a:cubicBezTo>
                  <a:lnTo>
                    <a:pt x="143356" y="1565318"/>
                  </a:lnTo>
                  <a:cubicBezTo>
                    <a:pt x="143356" y="1565318"/>
                    <a:pt x="143356" y="1565318"/>
                    <a:pt x="143356" y="1565318"/>
                  </a:cubicBezTo>
                  <a:cubicBezTo>
                    <a:pt x="144689" y="1566461"/>
                    <a:pt x="146023" y="1567414"/>
                    <a:pt x="147547" y="1568176"/>
                  </a:cubicBezTo>
                  <a:cubicBezTo>
                    <a:pt x="147737" y="1568271"/>
                    <a:pt x="147928" y="1568366"/>
                    <a:pt x="148118" y="1568462"/>
                  </a:cubicBezTo>
                  <a:cubicBezTo>
                    <a:pt x="149642" y="1569224"/>
                    <a:pt x="151261" y="1569890"/>
                    <a:pt x="152881" y="1570176"/>
                  </a:cubicBezTo>
                  <a:cubicBezTo>
                    <a:pt x="161453" y="1571891"/>
                    <a:pt x="168502" y="1566938"/>
                    <a:pt x="170693" y="1558746"/>
                  </a:cubicBezTo>
                  <a:cubicBezTo>
                    <a:pt x="185266" y="1570557"/>
                    <a:pt x="200601" y="1580654"/>
                    <a:pt x="216413" y="1588845"/>
                  </a:cubicBezTo>
                  <a:cubicBezTo>
                    <a:pt x="218413" y="1611705"/>
                    <a:pt x="223652" y="1635041"/>
                    <a:pt x="232034" y="1658187"/>
                  </a:cubicBezTo>
                  <a:cubicBezTo>
                    <a:pt x="225461" y="1657616"/>
                    <a:pt x="219460" y="1660473"/>
                    <a:pt x="216603" y="1666474"/>
                  </a:cubicBezTo>
                  <a:cubicBezTo>
                    <a:pt x="216031" y="1667617"/>
                    <a:pt x="215651" y="1668855"/>
                    <a:pt x="215365" y="1670093"/>
                  </a:cubicBezTo>
                  <a:cubicBezTo>
                    <a:pt x="215079" y="1671332"/>
                    <a:pt x="214984" y="1672665"/>
                    <a:pt x="214984" y="1673999"/>
                  </a:cubicBezTo>
                  <a:cubicBezTo>
                    <a:pt x="214984" y="1676666"/>
                    <a:pt x="215460" y="1679428"/>
                    <a:pt x="216413" y="1682095"/>
                  </a:cubicBezTo>
                  <a:cubicBezTo>
                    <a:pt x="218318" y="1687429"/>
                    <a:pt x="222127" y="1692477"/>
                    <a:pt x="227176" y="1695906"/>
                  </a:cubicBezTo>
                  <a:cubicBezTo>
                    <a:pt x="228700" y="1696954"/>
                    <a:pt x="230319" y="1697716"/>
                    <a:pt x="231938" y="1698383"/>
                  </a:cubicBezTo>
                  <a:cubicBezTo>
                    <a:pt x="232034" y="1698478"/>
                    <a:pt x="232224" y="1698478"/>
                    <a:pt x="232319" y="1698478"/>
                  </a:cubicBezTo>
                  <a:cubicBezTo>
                    <a:pt x="233843" y="1699049"/>
                    <a:pt x="235272" y="1699430"/>
                    <a:pt x="236796" y="1699621"/>
                  </a:cubicBezTo>
                  <a:cubicBezTo>
                    <a:pt x="236891" y="1699621"/>
                    <a:pt x="236891" y="1699621"/>
                    <a:pt x="236986" y="1699621"/>
                  </a:cubicBezTo>
                  <a:cubicBezTo>
                    <a:pt x="236986" y="1699621"/>
                    <a:pt x="236986" y="1699621"/>
                    <a:pt x="236986" y="1699621"/>
                  </a:cubicBezTo>
                  <a:cubicBezTo>
                    <a:pt x="241463" y="1700097"/>
                    <a:pt x="245749" y="1699049"/>
                    <a:pt x="248893" y="1696478"/>
                  </a:cubicBezTo>
                  <a:cubicBezTo>
                    <a:pt x="263180" y="1723529"/>
                    <a:pt x="282040" y="1749532"/>
                    <a:pt x="305185" y="1772773"/>
                  </a:cubicBezTo>
                  <a:cubicBezTo>
                    <a:pt x="332713" y="1800300"/>
                    <a:pt x="364050" y="1821541"/>
                    <a:pt x="396530" y="1836495"/>
                  </a:cubicBezTo>
                  <a:cubicBezTo>
                    <a:pt x="393673" y="1840782"/>
                    <a:pt x="393101" y="1846496"/>
                    <a:pt x="395673" y="1852592"/>
                  </a:cubicBezTo>
                  <a:cubicBezTo>
                    <a:pt x="399388" y="1861355"/>
                    <a:pt x="408341" y="1867928"/>
                    <a:pt x="417295" y="1868880"/>
                  </a:cubicBezTo>
                  <a:cubicBezTo>
                    <a:pt x="417676" y="1868880"/>
                    <a:pt x="417961" y="1868975"/>
                    <a:pt x="418343" y="1868975"/>
                  </a:cubicBezTo>
                  <a:cubicBezTo>
                    <a:pt x="420057" y="1869070"/>
                    <a:pt x="421676" y="1869070"/>
                    <a:pt x="423295" y="1868690"/>
                  </a:cubicBezTo>
                  <a:cubicBezTo>
                    <a:pt x="424629" y="1868404"/>
                    <a:pt x="425867" y="1868023"/>
                    <a:pt x="427010" y="1867451"/>
                  </a:cubicBezTo>
                  <a:cubicBezTo>
                    <a:pt x="432725" y="1864880"/>
                    <a:pt x="435868" y="1859545"/>
                    <a:pt x="435678" y="1853354"/>
                  </a:cubicBezTo>
                  <a:cubicBezTo>
                    <a:pt x="435678" y="1852688"/>
                    <a:pt x="435488" y="1851926"/>
                    <a:pt x="435392" y="1851164"/>
                  </a:cubicBezTo>
                  <a:cubicBezTo>
                    <a:pt x="453394" y="1856593"/>
                    <a:pt x="471397" y="1860117"/>
                    <a:pt x="489113" y="1861641"/>
                  </a:cubicBezTo>
                  <a:cubicBezTo>
                    <a:pt x="499591" y="1882025"/>
                    <a:pt x="513307" y="1901646"/>
                    <a:pt x="529880" y="1919839"/>
                  </a:cubicBezTo>
                  <a:cubicBezTo>
                    <a:pt x="523689" y="1921839"/>
                    <a:pt x="519307" y="1926697"/>
                    <a:pt x="519022" y="1933269"/>
                  </a:cubicBezTo>
                  <a:cubicBezTo>
                    <a:pt x="518927" y="1934507"/>
                    <a:pt x="519022" y="1935841"/>
                    <a:pt x="519307" y="1937079"/>
                  </a:cubicBezTo>
                  <a:cubicBezTo>
                    <a:pt x="520451" y="1943461"/>
                    <a:pt x="525213" y="1949557"/>
                    <a:pt x="531595" y="1953272"/>
                  </a:cubicBezTo>
                  <a:cubicBezTo>
                    <a:pt x="534167" y="1954795"/>
                    <a:pt x="537024" y="1955939"/>
                    <a:pt x="539977" y="1956605"/>
                  </a:cubicBezTo>
                  <a:cubicBezTo>
                    <a:pt x="541786" y="1956986"/>
                    <a:pt x="543596" y="1956986"/>
                    <a:pt x="545215" y="1956986"/>
                  </a:cubicBezTo>
                  <a:cubicBezTo>
                    <a:pt x="545501" y="1956986"/>
                    <a:pt x="545787" y="1956986"/>
                    <a:pt x="545977" y="1956891"/>
                  </a:cubicBezTo>
                  <a:cubicBezTo>
                    <a:pt x="547597" y="1956796"/>
                    <a:pt x="549121" y="1956510"/>
                    <a:pt x="550549" y="1956129"/>
                  </a:cubicBezTo>
                  <a:cubicBezTo>
                    <a:pt x="550549" y="1956129"/>
                    <a:pt x="550549" y="1956129"/>
                    <a:pt x="550549" y="1956129"/>
                  </a:cubicBezTo>
                  <a:cubicBezTo>
                    <a:pt x="550549" y="1956129"/>
                    <a:pt x="550549" y="1956129"/>
                    <a:pt x="550549" y="1956129"/>
                  </a:cubicBezTo>
                  <a:cubicBezTo>
                    <a:pt x="554836" y="1954891"/>
                    <a:pt x="558265" y="1952414"/>
                    <a:pt x="560265" y="1948890"/>
                  </a:cubicBezTo>
                  <a:cubicBezTo>
                    <a:pt x="583887" y="1968512"/>
                    <a:pt x="611319" y="1985276"/>
                    <a:pt x="641799" y="1997753"/>
                  </a:cubicBezTo>
                  <a:cubicBezTo>
                    <a:pt x="677803" y="2012708"/>
                    <a:pt x="715046" y="2020423"/>
                    <a:pt x="750860" y="2021757"/>
                  </a:cubicBezTo>
                  <a:cubicBezTo>
                    <a:pt x="749908" y="2026805"/>
                    <a:pt x="751527" y="2032329"/>
                    <a:pt x="756194" y="2036996"/>
                  </a:cubicBezTo>
                  <a:cubicBezTo>
                    <a:pt x="761814" y="2042521"/>
                    <a:pt x="770101" y="2045283"/>
                    <a:pt x="777721" y="2044712"/>
                  </a:cubicBezTo>
                  <a:cubicBezTo>
                    <a:pt x="777721" y="2044712"/>
                    <a:pt x="777721" y="2044712"/>
                    <a:pt x="777721" y="2044712"/>
                  </a:cubicBezTo>
                  <a:cubicBezTo>
                    <a:pt x="777721" y="2044712"/>
                    <a:pt x="777816" y="2044712"/>
                    <a:pt x="777816" y="2044712"/>
                  </a:cubicBezTo>
                  <a:cubicBezTo>
                    <a:pt x="779531" y="2044521"/>
                    <a:pt x="781245" y="2044235"/>
                    <a:pt x="782864" y="2043664"/>
                  </a:cubicBezTo>
                  <a:cubicBezTo>
                    <a:pt x="782960" y="2043664"/>
                    <a:pt x="783150" y="2043569"/>
                    <a:pt x="783245" y="2043569"/>
                  </a:cubicBezTo>
                  <a:cubicBezTo>
                    <a:pt x="784865" y="2042997"/>
                    <a:pt x="786484" y="2042235"/>
                    <a:pt x="787913" y="2041283"/>
                  </a:cubicBezTo>
                  <a:cubicBezTo>
                    <a:pt x="795342" y="2036234"/>
                    <a:pt x="796676" y="2027662"/>
                    <a:pt x="792389" y="2020423"/>
                  </a:cubicBezTo>
                  <a:cubicBezTo>
                    <a:pt x="811153" y="2018518"/>
                    <a:pt x="829156" y="2014899"/>
                    <a:pt x="846110" y="2009469"/>
                  </a:cubicBezTo>
                  <a:cubicBezTo>
                    <a:pt x="863636" y="2024233"/>
                    <a:pt x="883924" y="2037092"/>
                    <a:pt x="906118" y="2047474"/>
                  </a:cubicBezTo>
                  <a:cubicBezTo>
                    <a:pt x="901165" y="2051665"/>
                    <a:pt x="899069" y="2057856"/>
                    <a:pt x="901260" y="2064047"/>
                  </a:cubicBezTo>
                  <a:cubicBezTo>
                    <a:pt x="903356" y="2070048"/>
                    <a:pt x="909261" y="2074715"/>
                    <a:pt x="916214" y="2076811"/>
                  </a:cubicBezTo>
                  <a:cubicBezTo>
                    <a:pt x="918977" y="2077668"/>
                    <a:pt x="922024" y="2078049"/>
                    <a:pt x="925073" y="2078049"/>
                  </a:cubicBezTo>
                  <a:cubicBezTo>
                    <a:pt x="926597" y="2078049"/>
                    <a:pt x="928120" y="2077859"/>
                    <a:pt x="929644" y="2077573"/>
                  </a:cubicBezTo>
                  <a:cubicBezTo>
                    <a:pt x="929644" y="2077573"/>
                    <a:pt x="929644" y="2077573"/>
                    <a:pt x="929644" y="2077573"/>
                  </a:cubicBezTo>
                  <a:cubicBezTo>
                    <a:pt x="931454" y="2077192"/>
                    <a:pt x="932978" y="2076620"/>
                    <a:pt x="934502" y="2075954"/>
                  </a:cubicBezTo>
                  <a:cubicBezTo>
                    <a:pt x="934883" y="2075763"/>
                    <a:pt x="935169" y="2075573"/>
                    <a:pt x="935455" y="2075477"/>
                  </a:cubicBezTo>
                  <a:cubicBezTo>
                    <a:pt x="941074" y="2072620"/>
                    <a:pt x="944789" y="2067953"/>
                    <a:pt x="945361" y="2062619"/>
                  </a:cubicBezTo>
                  <a:cubicBezTo>
                    <a:pt x="974602" y="2071572"/>
                    <a:pt x="1006226" y="2076620"/>
                    <a:pt x="1038992" y="2076620"/>
                  </a:cubicBezTo>
                  <a:cubicBezTo>
                    <a:pt x="1077758" y="2076620"/>
                    <a:pt x="1114906" y="2069572"/>
                    <a:pt x="1148529" y="2057285"/>
                  </a:cubicBezTo>
                  <a:cubicBezTo>
                    <a:pt x="1149577" y="2062238"/>
                    <a:pt x="1153196" y="2066714"/>
                    <a:pt x="1159292" y="2069191"/>
                  </a:cubicBezTo>
                  <a:cubicBezTo>
                    <a:pt x="1166531" y="2072144"/>
                    <a:pt x="1175294" y="2071382"/>
                    <a:pt x="1182057" y="2067953"/>
                  </a:cubicBezTo>
                  <a:lnTo>
                    <a:pt x="1182057" y="2067953"/>
                  </a:lnTo>
                  <a:cubicBezTo>
                    <a:pt x="1182057" y="2067953"/>
                    <a:pt x="1182057" y="2067953"/>
                    <a:pt x="1182057" y="2067953"/>
                  </a:cubicBezTo>
                  <a:cubicBezTo>
                    <a:pt x="1183581" y="2067191"/>
                    <a:pt x="1185010" y="2066238"/>
                    <a:pt x="1186248" y="2065190"/>
                  </a:cubicBezTo>
                  <a:cubicBezTo>
                    <a:pt x="1186438" y="2065095"/>
                    <a:pt x="1186629" y="2064905"/>
                    <a:pt x="1186820" y="2064809"/>
                  </a:cubicBezTo>
                  <a:cubicBezTo>
                    <a:pt x="1188153" y="2063666"/>
                    <a:pt x="1189296" y="2062428"/>
                    <a:pt x="1190249" y="2061095"/>
                  </a:cubicBezTo>
                  <a:cubicBezTo>
                    <a:pt x="1195202" y="2053856"/>
                    <a:pt x="1193201" y="2045474"/>
                    <a:pt x="1186629" y="2040235"/>
                  </a:cubicBezTo>
                  <a:cubicBezTo>
                    <a:pt x="1203107" y="2031377"/>
                    <a:pt x="1218443" y="2021090"/>
                    <a:pt x="1231968" y="2009564"/>
                  </a:cubicBezTo>
                  <a:cubicBezTo>
                    <a:pt x="1253876" y="2016518"/>
                    <a:pt x="1277593" y="2020613"/>
                    <a:pt x="1302167" y="2021757"/>
                  </a:cubicBezTo>
                  <a:cubicBezTo>
                    <a:pt x="1299119" y="2027662"/>
                    <a:pt x="1299310" y="2034234"/>
                    <a:pt x="1303786" y="2039187"/>
                  </a:cubicBezTo>
                  <a:cubicBezTo>
                    <a:pt x="1310645" y="2046712"/>
                    <a:pt x="1324837" y="2047379"/>
                    <a:pt x="1335124" y="2040520"/>
                  </a:cubicBezTo>
                  <a:cubicBezTo>
                    <a:pt x="1336743" y="2039473"/>
                    <a:pt x="1337981" y="2038330"/>
                    <a:pt x="1339220" y="2037092"/>
                  </a:cubicBezTo>
                  <a:cubicBezTo>
                    <a:pt x="1339315" y="2036996"/>
                    <a:pt x="1339505" y="2036806"/>
                    <a:pt x="1339601" y="2036711"/>
                  </a:cubicBezTo>
                  <a:cubicBezTo>
                    <a:pt x="1340744" y="2035472"/>
                    <a:pt x="1341601" y="2034234"/>
                    <a:pt x="1342363" y="2032901"/>
                  </a:cubicBezTo>
                  <a:cubicBezTo>
                    <a:pt x="1342363" y="2032901"/>
                    <a:pt x="1342363" y="2032901"/>
                    <a:pt x="1342363" y="2032901"/>
                  </a:cubicBezTo>
                  <a:cubicBezTo>
                    <a:pt x="1342363" y="2032901"/>
                    <a:pt x="1342363" y="2032901"/>
                    <a:pt x="1342363" y="2032901"/>
                  </a:cubicBezTo>
                  <a:cubicBezTo>
                    <a:pt x="1344649" y="2028995"/>
                    <a:pt x="1345220" y="2024614"/>
                    <a:pt x="1343982" y="2020709"/>
                  </a:cubicBezTo>
                  <a:cubicBezTo>
                    <a:pt x="1374557" y="2017851"/>
                    <a:pt x="1405799" y="2010326"/>
                    <a:pt x="1436279" y="1997753"/>
                  </a:cubicBezTo>
                  <a:cubicBezTo>
                    <a:pt x="1472379" y="1982894"/>
                    <a:pt x="1504097" y="1962130"/>
                    <a:pt x="1530386" y="1937746"/>
                  </a:cubicBezTo>
                  <a:cubicBezTo>
                    <a:pt x="1533244" y="1941937"/>
                    <a:pt x="1538292" y="1944699"/>
                    <a:pt x="1544864" y="1944604"/>
                  </a:cubicBezTo>
                  <a:cubicBezTo>
                    <a:pt x="1552770" y="1944509"/>
                    <a:pt x="1560485" y="1940508"/>
                    <a:pt x="1565343" y="1934698"/>
                  </a:cubicBezTo>
                  <a:cubicBezTo>
                    <a:pt x="1565343" y="1934698"/>
                    <a:pt x="1565343" y="1934698"/>
                    <a:pt x="1565343" y="1934698"/>
                  </a:cubicBezTo>
                  <a:cubicBezTo>
                    <a:pt x="1565343" y="1934698"/>
                    <a:pt x="1565343" y="1934698"/>
                    <a:pt x="1565343" y="1934698"/>
                  </a:cubicBezTo>
                  <a:cubicBezTo>
                    <a:pt x="1566486" y="1933364"/>
                    <a:pt x="1567438" y="1932031"/>
                    <a:pt x="1568201" y="1930507"/>
                  </a:cubicBezTo>
                  <a:cubicBezTo>
                    <a:pt x="1568296" y="1930316"/>
                    <a:pt x="1568391" y="1930126"/>
                    <a:pt x="1568486" y="1929935"/>
                  </a:cubicBezTo>
                  <a:cubicBezTo>
                    <a:pt x="1569248" y="1928411"/>
                    <a:pt x="1569915" y="1926792"/>
                    <a:pt x="1570201" y="1925173"/>
                  </a:cubicBezTo>
                  <a:cubicBezTo>
                    <a:pt x="1570772" y="1922506"/>
                    <a:pt x="1570677" y="1920029"/>
                    <a:pt x="1570010" y="1917839"/>
                  </a:cubicBezTo>
                  <a:cubicBezTo>
                    <a:pt x="1568772" y="1913362"/>
                    <a:pt x="1565438" y="1909742"/>
                    <a:pt x="1560771" y="1907933"/>
                  </a:cubicBezTo>
                  <a:cubicBezTo>
                    <a:pt x="1560104" y="1907647"/>
                    <a:pt x="1559437" y="1907552"/>
                    <a:pt x="1558771" y="1907361"/>
                  </a:cubicBezTo>
                  <a:cubicBezTo>
                    <a:pt x="1570582" y="1892788"/>
                    <a:pt x="1580678" y="1877453"/>
                    <a:pt x="1588870" y="1861641"/>
                  </a:cubicBezTo>
                  <a:cubicBezTo>
                    <a:pt x="1611730" y="1859641"/>
                    <a:pt x="1635066" y="1854402"/>
                    <a:pt x="1658212" y="1846020"/>
                  </a:cubicBezTo>
                  <a:cubicBezTo>
                    <a:pt x="1657640" y="1852592"/>
                    <a:pt x="1660498" y="1858593"/>
                    <a:pt x="1666499" y="1861451"/>
                  </a:cubicBezTo>
                  <a:cubicBezTo>
                    <a:pt x="1675738" y="1865832"/>
                    <a:pt x="1689073" y="1860974"/>
                    <a:pt x="1695931" y="1850878"/>
                  </a:cubicBezTo>
                  <a:cubicBezTo>
                    <a:pt x="1696978" y="1849354"/>
                    <a:pt x="1697741" y="1847735"/>
                    <a:pt x="1698407" y="1846115"/>
                  </a:cubicBezTo>
                  <a:cubicBezTo>
                    <a:pt x="1698503" y="1846020"/>
                    <a:pt x="1698503" y="1845830"/>
                    <a:pt x="1698503" y="1845734"/>
                  </a:cubicBezTo>
                  <a:cubicBezTo>
                    <a:pt x="1699074" y="1844210"/>
                    <a:pt x="1699455" y="1842782"/>
                    <a:pt x="1699645" y="1841258"/>
                  </a:cubicBezTo>
                  <a:cubicBezTo>
                    <a:pt x="1699645" y="1841162"/>
                    <a:pt x="1699645" y="1841162"/>
                    <a:pt x="1699645" y="1841067"/>
                  </a:cubicBezTo>
                  <a:cubicBezTo>
                    <a:pt x="1699645" y="1841067"/>
                    <a:pt x="1699645" y="1841067"/>
                    <a:pt x="1699645" y="1841067"/>
                  </a:cubicBezTo>
                  <a:cubicBezTo>
                    <a:pt x="1700122" y="1836590"/>
                    <a:pt x="1699074" y="1832304"/>
                    <a:pt x="1696502" y="1829161"/>
                  </a:cubicBezTo>
                  <a:cubicBezTo>
                    <a:pt x="1723553" y="1814874"/>
                    <a:pt x="1749557" y="1796014"/>
                    <a:pt x="1772797" y="1772868"/>
                  </a:cubicBezTo>
                  <a:cubicBezTo>
                    <a:pt x="1800325" y="1745341"/>
                    <a:pt x="1821566" y="1714004"/>
                    <a:pt x="1836520" y="1681524"/>
                  </a:cubicBezTo>
                  <a:cubicBezTo>
                    <a:pt x="1840806" y="1684381"/>
                    <a:pt x="1846521" y="1684952"/>
                    <a:pt x="1852617" y="1682381"/>
                  </a:cubicBezTo>
                  <a:cubicBezTo>
                    <a:pt x="1861380" y="1678666"/>
                    <a:pt x="1867952" y="1669712"/>
                    <a:pt x="1868905" y="1660759"/>
                  </a:cubicBezTo>
                  <a:cubicBezTo>
                    <a:pt x="1868905" y="1660378"/>
                    <a:pt x="1869000" y="1660092"/>
                    <a:pt x="1869000" y="1659711"/>
                  </a:cubicBezTo>
                  <a:cubicBezTo>
                    <a:pt x="1869095" y="1657997"/>
                    <a:pt x="1869095" y="1656377"/>
                    <a:pt x="1868714" y="1654758"/>
                  </a:cubicBezTo>
                  <a:cubicBezTo>
                    <a:pt x="1868143" y="1652091"/>
                    <a:pt x="1867095" y="1649805"/>
                    <a:pt x="1865666" y="1647900"/>
                  </a:cubicBezTo>
                  <a:cubicBezTo>
                    <a:pt x="1862333" y="1643614"/>
                    <a:pt x="1856999" y="1641804"/>
                    <a:pt x="1851188" y="1642566"/>
                  </a:cubicBezTo>
                  <a:cubicBezTo>
                    <a:pt x="1856618" y="1624564"/>
                    <a:pt x="1860142" y="1606562"/>
                    <a:pt x="1861666" y="1588845"/>
                  </a:cubicBezTo>
                  <a:cubicBezTo>
                    <a:pt x="1882049" y="1578368"/>
                    <a:pt x="1901671" y="1564652"/>
                    <a:pt x="1919863" y="1548078"/>
                  </a:cubicBezTo>
                  <a:cubicBezTo>
                    <a:pt x="1921864" y="1554269"/>
                    <a:pt x="1926721" y="1558651"/>
                    <a:pt x="1933294" y="1558937"/>
                  </a:cubicBezTo>
                  <a:cubicBezTo>
                    <a:pt x="1943486" y="1559508"/>
                    <a:pt x="1954058" y="1549983"/>
                    <a:pt x="1956630" y="1537982"/>
                  </a:cubicBezTo>
                  <a:cubicBezTo>
                    <a:pt x="1957011" y="1536172"/>
                    <a:pt x="1957011" y="1534362"/>
                    <a:pt x="1957011" y="1532743"/>
                  </a:cubicBezTo>
                  <a:cubicBezTo>
                    <a:pt x="1957011" y="1532457"/>
                    <a:pt x="1957011" y="1532171"/>
                    <a:pt x="1956916" y="1531981"/>
                  </a:cubicBezTo>
                  <a:cubicBezTo>
                    <a:pt x="1956820" y="1530362"/>
                    <a:pt x="1956535" y="1528838"/>
                    <a:pt x="1956154" y="1527409"/>
                  </a:cubicBezTo>
                  <a:cubicBezTo>
                    <a:pt x="1956154" y="1527409"/>
                    <a:pt x="1956154" y="1527409"/>
                    <a:pt x="1956154" y="1527409"/>
                  </a:cubicBezTo>
                  <a:cubicBezTo>
                    <a:pt x="1956154" y="1527409"/>
                    <a:pt x="1956154" y="1527409"/>
                    <a:pt x="1956154" y="1527409"/>
                  </a:cubicBezTo>
                  <a:cubicBezTo>
                    <a:pt x="1954916" y="1523123"/>
                    <a:pt x="1952439" y="1519694"/>
                    <a:pt x="1948915" y="1517693"/>
                  </a:cubicBezTo>
                  <a:cubicBezTo>
                    <a:pt x="1968536" y="1494071"/>
                    <a:pt x="1985300" y="1466639"/>
                    <a:pt x="1997778" y="1436159"/>
                  </a:cubicBezTo>
                  <a:cubicBezTo>
                    <a:pt x="2012732" y="1400155"/>
                    <a:pt x="2020447" y="1362912"/>
                    <a:pt x="2021781" y="1327098"/>
                  </a:cubicBezTo>
                  <a:cubicBezTo>
                    <a:pt x="2026829" y="1328051"/>
                    <a:pt x="2032354" y="1326432"/>
                    <a:pt x="2037021" y="1321764"/>
                  </a:cubicBezTo>
                  <a:cubicBezTo>
                    <a:pt x="2042545" y="1316144"/>
                    <a:pt x="2045308" y="1307858"/>
                    <a:pt x="2044736" y="1300238"/>
                  </a:cubicBezTo>
                  <a:cubicBezTo>
                    <a:pt x="2044736" y="1300238"/>
                    <a:pt x="2044736" y="1300238"/>
                    <a:pt x="2044736" y="1300238"/>
                  </a:cubicBezTo>
                  <a:cubicBezTo>
                    <a:pt x="2044736" y="1300238"/>
                    <a:pt x="2044736" y="1300142"/>
                    <a:pt x="2044736" y="1300142"/>
                  </a:cubicBezTo>
                  <a:cubicBezTo>
                    <a:pt x="2044546" y="1298428"/>
                    <a:pt x="2044260" y="1296713"/>
                    <a:pt x="2043688" y="1295094"/>
                  </a:cubicBezTo>
                  <a:cubicBezTo>
                    <a:pt x="2043688" y="1294999"/>
                    <a:pt x="2043593" y="1294808"/>
                    <a:pt x="2043593" y="1294713"/>
                  </a:cubicBezTo>
                  <a:cubicBezTo>
                    <a:pt x="2043022" y="1293094"/>
                    <a:pt x="2042260" y="1291475"/>
                    <a:pt x="2041307" y="1290046"/>
                  </a:cubicBezTo>
                  <a:cubicBezTo>
                    <a:pt x="2040545" y="1288903"/>
                    <a:pt x="2039688" y="1287950"/>
                    <a:pt x="2038831" y="1287093"/>
                  </a:cubicBezTo>
                  <a:cubicBezTo>
                    <a:pt x="2037021" y="1285379"/>
                    <a:pt x="2034926" y="1284236"/>
                    <a:pt x="2032735" y="1283569"/>
                  </a:cubicBezTo>
                  <a:cubicBezTo>
                    <a:pt x="2029401" y="1282616"/>
                    <a:pt x="2025877" y="1282902"/>
                    <a:pt x="2022448" y="1284426"/>
                  </a:cubicBezTo>
                  <a:cubicBezTo>
                    <a:pt x="2021781" y="1284712"/>
                    <a:pt x="2021210" y="1285188"/>
                    <a:pt x="2020543" y="1285569"/>
                  </a:cubicBezTo>
                  <a:cubicBezTo>
                    <a:pt x="2018638" y="1266805"/>
                    <a:pt x="2015018" y="1248803"/>
                    <a:pt x="2009589" y="1231848"/>
                  </a:cubicBezTo>
                  <a:cubicBezTo>
                    <a:pt x="2024353" y="1214322"/>
                    <a:pt x="2037211" y="1194034"/>
                    <a:pt x="2047594" y="1171841"/>
                  </a:cubicBezTo>
                  <a:cubicBezTo>
                    <a:pt x="2051785" y="1176794"/>
                    <a:pt x="2057976" y="1178889"/>
                    <a:pt x="2064167" y="1176699"/>
                  </a:cubicBezTo>
                  <a:cubicBezTo>
                    <a:pt x="2067787" y="1175460"/>
                    <a:pt x="2070930" y="1172793"/>
                    <a:pt x="2073216" y="1169364"/>
                  </a:cubicBezTo>
                  <a:cubicBezTo>
                    <a:pt x="2073978" y="1168221"/>
                    <a:pt x="2074740" y="1166983"/>
                    <a:pt x="2075311" y="1165745"/>
                  </a:cubicBezTo>
                  <a:cubicBezTo>
                    <a:pt x="2076550" y="1163173"/>
                    <a:pt x="2077407" y="1160315"/>
                    <a:pt x="2077788" y="1157363"/>
                  </a:cubicBezTo>
                  <a:cubicBezTo>
                    <a:pt x="2078074" y="1154410"/>
                    <a:pt x="2078074" y="1151267"/>
                    <a:pt x="2077502" y="1148314"/>
                  </a:cubicBezTo>
                  <a:close/>
                  <a:moveTo>
                    <a:pt x="1884335" y="1157077"/>
                  </a:moveTo>
                  <a:cubicBezTo>
                    <a:pt x="1881097" y="1160030"/>
                    <a:pt x="1878811" y="1164030"/>
                    <a:pt x="1878144" y="1168793"/>
                  </a:cubicBezTo>
                  <a:cubicBezTo>
                    <a:pt x="1876334" y="1178889"/>
                    <a:pt x="1882716" y="1188509"/>
                    <a:pt x="1892432" y="1190224"/>
                  </a:cubicBezTo>
                  <a:cubicBezTo>
                    <a:pt x="1893955" y="1190510"/>
                    <a:pt x="1895384" y="1190510"/>
                    <a:pt x="1896813" y="1190319"/>
                  </a:cubicBezTo>
                  <a:cubicBezTo>
                    <a:pt x="1897003" y="1190319"/>
                    <a:pt x="1897099" y="1190319"/>
                    <a:pt x="1897289" y="1190224"/>
                  </a:cubicBezTo>
                  <a:cubicBezTo>
                    <a:pt x="1898718" y="1190033"/>
                    <a:pt x="1900052" y="1189748"/>
                    <a:pt x="1901385" y="1189176"/>
                  </a:cubicBezTo>
                  <a:cubicBezTo>
                    <a:pt x="1901385" y="1189176"/>
                    <a:pt x="1901385" y="1189176"/>
                    <a:pt x="1901385" y="1189176"/>
                  </a:cubicBezTo>
                  <a:cubicBezTo>
                    <a:pt x="1901385" y="1189176"/>
                    <a:pt x="1901385" y="1189176"/>
                    <a:pt x="1901385" y="1189176"/>
                  </a:cubicBezTo>
                  <a:cubicBezTo>
                    <a:pt x="1905386" y="1187652"/>
                    <a:pt x="1908815" y="1184604"/>
                    <a:pt x="1911101" y="1180604"/>
                  </a:cubicBezTo>
                  <a:cubicBezTo>
                    <a:pt x="1921292" y="1191557"/>
                    <a:pt x="1930246" y="1203845"/>
                    <a:pt x="1937961" y="1217465"/>
                  </a:cubicBezTo>
                  <a:cubicBezTo>
                    <a:pt x="1925388" y="1227657"/>
                    <a:pt x="1911291" y="1235849"/>
                    <a:pt x="1897099" y="1242230"/>
                  </a:cubicBezTo>
                  <a:cubicBezTo>
                    <a:pt x="1895479" y="1242992"/>
                    <a:pt x="1893860" y="1243564"/>
                    <a:pt x="1892241" y="1244231"/>
                  </a:cubicBezTo>
                  <a:cubicBezTo>
                    <a:pt x="1892146" y="1243278"/>
                    <a:pt x="1892146" y="1242230"/>
                    <a:pt x="1891955" y="1241278"/>
                  </a:cubicBezTo>
                  <a:cubicBezTo>
                    <a:pt x="1891955" y="1241087"/>
                    <a:pt x="1891860" y="1240992"/>
                    <a:pt x="1891860" y="1240802"/>
                  </a:cubicBezTo>
                  <a:cubicBezTo>
                    <a:pt x="1891574" y="1239373"/>
                    <a:pt x="1891098" y="1238039"/>
                    <a:pt x="1890431" y="1236706"/>
                  </a:cubicBezTo>
                  <a:cubicBezTo>
                    <a:pt x="1890431" y="1236706"/>
                    <a:pt x="1890431" y="1236706"/>
                    <a:pt x="1890431" y="1236706"/>
                  </a:cubicBezTo>
                  <a:cubicBezTo>
                    <a:pt x="1890431" y="1236706"/>
                    <a:pt x="1890431" y="1236706"/>
                    <a:pt x="1890431" y="1236706"/>
                  </a:cubicBezTo>
                  <a:cubicBezTo>
                    <a:pt x="1887574" y="1230800"/>
                    <a:pt x="1881954" y="1226800"/>
                    <a:pt x="1875191" y="1226800"/>
                  </a:cubicBezTo>
                  <a:cubicBezTo>
                    <a:pt x="1867095" y="1226800"/>
                    <a:pt x="1860142" y="1232324"/>
                    <a:pt x="1857761" y="1239944"/>
                  </a:cubicBezTo>
                  <a:cubicBezTo>
                    <a:pt x="1857665" y="1240135"/>
                    <a:pt x="1857665" y="1240325"/>
                    <a:pt x="1857570" y="1240516"/>
                  </a:cubicBezTo>
                  <a:cubicBezTo>
                    <a:pt x="1857189" y="1241945"/>
                    <a:pt x="1856903" y="1243469"/>
                    <a:pt x="1856808" y="1245088"/>
                  </a:cubicBezTo>
                  <a:cubicBezTo>
                    <a:pt x="1856713" y="1248422"/>
                    <a:pt x="1857475" y="1251565"/>
                    <a:pt x="1858713" y="1254422"/>
                  </a:cubicBezTo>
                  <a:cubicBezTo>
                    <a:pt x="1856713" y="1254803"/>
                    <a:pt x="1854712" y="1255280"/>
                    <a:pt x="1852712" y="1255565"/>
                  </a:cubicBezTo>
                  <a:cubicBezTo>
                    <a:pt x="1826900" y="1259852"/>
                    <a:pt x="1800515" y="1258709"/>
                    <a:pt x="1774131" y="1252803"/>
                  </a:cubicBezTo>
                  <a:cubicBezTo>
                    <a:pt x="1774036" y="1252232"/>
                    <a:pt x="1774036" y="1251565"/>
                    <a:pt x="1773845" y="1250993"/>
                  </a:cubicBezTo>
                  <a:cubicBezTo>
                    <a:pt x="1773845" y="1250803"/>
                    <a:pt x="1773750" y="1250708"/>
                    <a:pt x="1773750" y="1250517"/>
                  </a:cubicBezTo>
                  <a:cubicBezTo>
                    <a:pt x="1773464" y="1249184"/>
                    <a:pt x="1772988" y="1247945"/>
                    <a:pt x="1772417" y="1246802"/>
                  </a:cubicBezTo>
                  <a:cubicBezTo>
                    <a:pt x="1772417" y="1246802"/>
                    <a:pt x="1772417" y="1246802"/>
                    <a:pt x="1772417" y="1246802"/>
                  </a:cubicBezTo>
                  <a:lnTo>
                    <a:pt x="1772417" y="1246802"/>
                  </a:lnTo>
                  <a:cubicBezTo>
                    <a:pt x="1769654" y="1241373"/>
                    <a:pt x="1764130" y="1237468"/>
                    <a:pt x="1757462" y="1236992"/>
                  </a:cubicBezTo>
                  <a:cubicBezTo>
                    <a:pt x="1750985" y="1236515"/>
                    <a:pt x="1745270" y="1239182"/>
                    <a:pt x="1741936" y="1243564"/>
                  </a:cubicBezTo>
                  <a:cubicBezTo>
                    <a:pt x="1715171" y="1234515"/>
                    <a:pt x="1695169" y="1225085"/>
                    <a:pt x="1680215" y="1216418"/>
                  </a:cubicBezTo>
                  <a:cubicBezTo>
                    <a:pt x="1680691" y="1215846"/>
                    <a:pt x="1681072" y="1215179"/>
                    <a:pt x="1681453" y="1214513"/>
                  </a:cubicBezTo>
                  <a:cubicBezTo>
                    <a:pt x="1682596" y="1212227"/>
                    <a:pt x="1682786" y="1209750"/>
                    <a:pt x="1682405" y="1207274"/>
                  </a:cubicBezTo>
                  <a:cubicBezTo>
                    <a:pt x="1682405" y="1207274"/>
                    <a:pt x="1682405" y="1207274"/>
                    <a:pt x="1682405" y="1207274"/>
                  </a:cubicBezTo>
                  <a:cubicBezTo>
                    <a:pt x="1682405" y="1207274"/>
                    <a:pt x="1682405" y="1207274"/>
                    <a:pt x="1682405" y="1207274"/>
                  </a:cubicBezTo>
                  <a:cubicBezTo>
                    <a:pt x="1681453" y="1202130"/>
                    <a:pt x="1677167" y="1197272"/>
                    <a:pt x="1670880" y="1194986"/>
                  </a:cubicBezTo>
                  <a:cubicBezTo>
                    <a:pt x="1664022" y="1192510"/>
                    <a:pt x="1657069" y="1193558"/>
                    <a:pt x="1652497" y="1197082"/>
                  </a:cubicBezTo>
                  <a:cubicBezTo>
                    <a:pt x="1644496" y="1190319"/>
                    <a:pt x="1638686" y="1183652"/>
                    <a:pt x="1635161" y="1177365"/>
                  </a:cubicBezTo>
                  <a:cubicBezTo>
                    <a:pt x="1638114" y="1178222"/>
                    <a:pt x="1641257" y="1178603"/>
                    <a:pt x="1644401" y="1178127"/>
                  </a:cubicBezTo>
                  <a:cubicBezTo>
                    <a:pt x="1653640" y="1176889"/>
                    <a:pt x="1659450" y="1169555"/>
                    <a:pt x="1656307" y="1161935"/>
                  </a:cubicBezTo>
                  <a:cubicBezTo>
                    <a:pt x="1655830" y="1160792"/>
                    <a:pt x="1655164" y="1159744"/>
                    <a:pt x="1654402" y="1158696"/>
                  </a:cubicBezTo>
                  <a:cubicBezTo>
                    <a:pt x="1654307" y="1158601"/>
                    <a:pt x="1654211" y="1158506"/>
                    <a:pt x="1654116" y="1158410"/>
                  </a:cubicBezTo>
                  <a:cubicBezTo>
                    <a:pt x="1653354" y="1157458"/>
                    <a:pt x="1652497" y="1156601"/>
                    <a:pt x="1651449" y="1155743"/>
                  </a:cubicBezTo>
                  <a:cubicBezTo>
                    <a:pt x="1651449" y="1155743"/>
                    <a:pt x="1651449" y="1155743"/>
                    <a:pt x="1651449" y="1155743"/>
                  </a:cubicBezTo>
                  <a:cubicBezTo>
                    <a:pt x="1651449" y="1155743"/>
                    <a:pt x="1651449" y="1155743"/>
                    <a:pt x="1651449" y="1155743"/>
                  </a:cubicBezTo>
                  <a:cubicBezTo>
                    <a:pt x="1647163" y="1152314"/>
                    <a:pt x="1641067" y="1150505"/>
                    <a:pt x="1635161" y="1151267"/>
                  </a:cubicBezTo>
                  <a:cubicBezTo>
                    <a:pt x="1640781" y="1143075"/>
                    <a:pt x="1652973" y="1135265"/>
                    <a:pt x="1670690" y="1128978"/>
                  </a:cubicBezTo>
                  <a:cubicBezTo>
                    <a:pt x="1674976" y="1135169"/>
                    <a:pt x="1684025" y="1138694"/>
                    <a:pt x="1692311" y="1136693"/>
                  </a:cubicBezTo>
                  <a:cubicBezTo>
                    <a:pt x="1693740" y="1136312"/>
                    <a:pt x="1694978" y="1135836"/>
                    <a:pt x="1696121" y="1135265"/>
                  </a:cubicBezTo>
                  <a:cubicBezTo>
                    <a:pt x="1696217" y="1135169"/>
                    <a:pt x="1696407" y="1135169"/>
                    <a:pt x="1696502" y="1135074"/>
                  </a:cubicBezTo>
                  <a:cubicBezTo>
                    <a:pt x="1697645" y="1134503"/>
                    <a:pt x="1698598" y="1133741"/>
                    <a:pt x="1699455" y="1132979"/>
                  </a:cubicBezTo>
                  <a:cubicBezTo>
                    <a:pt x="1699455" y="1132979"/>
                    <a:pt x="1699455" y="1132979"/>
                    <a:pt x="1699455" y="1132979"/>
                  </a:cubicBezTo>
                  <a:cubicBezTo>
                    <a:pt x="1699455" y="1132979"/>
                    <a:pt x="1699455" y="1132979"/>
                    <a:pt x="1699455" y="1132979"/>
                  </a:cubicBezTo>
                  <a:cubicBezTo>
                    <a:pt x="1702789" y="1129931"/>
                    <a:pt x="1704408" y="1125549"/>
                    <a:pt x="1703551" y="1121168"/>
                  </a:cubicBezTo>
                  <a:cubicBezTo>
                    <a:pt x="1722696" y="1118215"/>
                    <a:pt x="1745842" y="1117072"/>
                    <a:pt x="1772988" y="1119072"/>
                  </a:cubicBezTo>
                  <a:cubicBezTo>
                    <a:pt x="1774988" y="1125168"/>
                    <a:pt x="1780703" y="1130026"/>
                    <a:pt x="1788037" y="1130883"/>
                  </a:cubicBezTo>
                  <a:cubicBezTo>
                    <a:pt x="1789561" y="1131074"/>
                    <a:pt x="1790990" y="1130978"/>
                    <a:pt x="1792419" y="1130883"/>
                  </a:cubicBezTo>
                  <a:cubicBezTo>
                    <a:pt x="1792610" y="1130883"/>
                    <a:pt x="1792705" y="1130788"/>
                    <a:pt x="1792895" y="1130788"/>
                  </a:cubicBezTo>
                  <a:cubicBezTo>
                    <a:pt x="1794229" y="1130597"/>
                    <a:pt x="1795562" y="1130216"/>
                    <a:pt x="1796801" y="1129740"/>
                  </a:cubicBezTo>
                  <a:cubicBezTo>
                    <a:pt x="1796801" y="1129740"/>
                    <a:pt x="1796801" y="1129740"/>
                    <a:pt x="1796801" y="1129740"/>
                  </a:cubicBezTo>
                  <a:cubicBezTo>
                    <a:pt x="1796801" y="1129740"/>
                    <a:pt x="1796801" y="1129740"/>
                    <a:pt x="1796801" y="1129740"/>
                  </a:cubicBezTo>
                  <a:cubicBezTo>
                    <a:pt x="1800229" y="1128407"/>
                    <a:pt x="1803182" y="1126120"/>
                    <a:pt x="1805183" y="1123168"/>
                  </a:cubicBezTo>
                  <a:cubicBezTo>
                    <a:pt x="1829852" y="1128026"/>
                    <a:pt x="1852903" y="1136693"/>
                    <a:pt x="1873572" y="1149552"/>
                  </a:cubicBezTo>
                  <a:cubicBezTo>
                    <a:pt x="1877192" y="1152124"/>
                    <a:pt x="1880811" y="1154600"/>
                    <a:pt x="1884335" y="1157077"/>
                  </a:cubicBezTo>
                  <a:close/>
                  <a:moveTo>
                    <a:pt x="1852522" y="821892"/>
                  </a:moveTo>
                  <a:cubicBezTo>
                    <a:pt x="1856903" y="822559"/>
                    <a:pt x="1861190" y="823511"/>
                    <a:pt x="1865380" y="824559"/>
                  </a:cubicBezTo>
                  <a:cubicBezTo>
                    <a:pt x="1864523" y="826369"/>
                    <a:pt x="1863857" y="828274"/>
                    <a:pt x="1863571" y="830369"/>
                  </a:cubicBezTo>
                  <a:cubicBezTo>
                    <a:pt x="1863380" y="831608"/>
                    <a:pt x="1863285" y="832751"/>
                    <a:pt x="1863380" y="834084"/>
                  </a:cubicBezTo>
                  <a:cubicBezTo>
                    <a:pt x="1863380" y="835322"/>
                    <a:pt x="1863571" y="836561"/>
                    <a:pt x="1863857" y="837799"/>
                  </a:cubicBezTo>
                  <a:cubicBezTo>
                    <a:pt x="1864428" y="840275"/>
                    <a:pt x="1865476" y="842561"/>
                    <a:pt x="1866904" y="844562"/>
                  </a:cubicBezTo>
                  <a:cubicBezTo>
                    <a:pt x="1870334" y="849515"/>
                    <a:pt x="1875953" y="852563"/>
                    <a:pt x="1881954" y="852563"/>
                  </a:cubicBezTo>
                  <a:cubicBezTo>
                    <a:pt x="1883097" y="852563"/>
                    <a:pt x="1884335" y="852467"/>
                    <a:pt x="1885574" y="852182"/>
                  </a:cubicBezTo>
                  <a:cubicBezTo>
                    <a:pt x="1887097" y="851896"/>
                    <a:pt x="1888431" y="851324"/>
                    <a:pt x="1889669" y="850658"/>
                  </a:cubicBezTo>
                  <a:cubicBezTo>
                    <a:pt x="1889765" y="850562"/>
                    <a:pt x="1889955" y="850467"/>
                    <a:pt x="1890050" y="850467"/>
                  </a:cubicBezTo>
                  <a:cubicBezTo>
                    <a:pt x="1891288" y="849800"/>
                    <a:pt x="1892432" y="848943"/>
                    <a:pt x="1893384" y="847991"/>
                  </a:cubicBezTo>
                  <a:cubicBezTo>
                    <a:pt x="1893384" y="847991"/>
                    <a:pt x="1893384" y="847991"/>
                    <a:pt x="1893384" y="847991"/>
                  </a:cubicBezTo>
                  <a:lnTo>
                    <a:pt x="1893384" y="847991"/>
                  </a:lnTo>
                  <a:cubicBezTo>
                    <a:pt x="1896432" y="845038"/>
                    <a:pt x="1898432" y="840942"/>
                    <a:pt x="1899004" y="836370"/>
                  </a:cubicBezTo>
                  <a:cubicBezTo>
                    <a:pt x="1912529" y="842657"/>
                    <a:pt x="1925960" y="850562"/>
                    <a:pt x="1937961" y="860278"/>
                  </a:cubicBezTo>
                  <a:cubicBezTo>
                    <a:pt x="1929008" y="876089"/>
                    <a:pt x="1918340" y="890186"/>
                    <a:pt x="1906052" y="902378"/>
                  </a:cubicBezTo>
                  <a:cubicBezTo>
                    <a:pt x="1905671" y="901521"/>
                    <a:pt x="1905195" y="900664"/>
                    <a:pt x="1904624" y="899902"/>
                  </a:cubicBezTo>
                  <a:cubicBezTo>
                    <a:pt x="1904528" y="899807"/>
                    <a:pt x="1904433" y="899616"/>
                    <a:pt x="1904338" y="899521"/>
                  </a:cubicBezTo>
                  <a:cubicBezTo>
                    <a:pt x="1903480" y="898283"/>
                    <a:pt x="1902528" y="897235"/>
                    <a:pt x="1901480" y="896282"/>
                  </a:cubicBezTo>
                  <a:cubicBezTo>
                    <a:pt x="1901480" y="896282"/>
                    <a:pt x="1901480" y="896282"/>
                    <a:pt x="1901480" y="896282"/>
                  </a:cubicBezTo>
                  <a:cubicBezTo>
                    <a:pt x="1901480" y="896282"/>
                    <a:pt x="1901480" y="896282"/>
                    <a:pt x="1901480" y="896282"/>
                  </a:cubicBezTo>
                  <a:cubicBezTo>
                    <a:pt x="1896527" y="891901"/>
                    <a:pt x="1889765" y="890377"/>
                    <a:pt x="1883573" y="892949"/>
                  </a:cubicBezTo>
                  <a:cubicBezTo>
                    <a:pt x="1877382" y="895520"/>
                    <a:pt x="1873572" y="901140"/>
                    <a:pt x="1872715" y="907427"/>
                  </a:cubicBezTo>
                  <a:cubicBezTo>
                    <a:pt x="1872715" y="907427"/>
                    <a:pt x="1872715" y="907427"/>
                    <a:pt x="1872715" y="907427"/>
                  </a:cubicBezTo>
                  <a:cubicBezTo>
                    <a:pt x="1872715" y="907427"/>
                    <a:pt x="1872715" y="907522"/>
                    <a:pt x="1872715" y="907522"/>
                  </a:cubicBezTo>
                  <a:cubicBezTo>
                    <a:pt x="1872524" y="908951"/>
                    <a:pt x="1872429" y="910475"/>
                    <a:pt x="1872620" y="911903"/>
                  </a:cubicBezTo>
                  <a:cubicBezTo>
                    <a:pt x="1872620" y="911999"/>
                    <a:pt x="1872620" y="912189"/>
                    <a:pt x="1872620" y="912284"/>
                  </a:cubicBezTo>
                  <a:cubicBezTo>
                    <a:pt x="1872810" y="913808"/>
                    <a:pt x="1873001" y="915428"/>
                    <a:pt x="1873477" y="916952"/>
                  </a:cubicBezTo>
                  <a:cubicBezTo>
                    <a:pt x="1874525" y="920095"/>
                    <a:pt x="1876429" y="922762"/>
                    <a:pt x="1878716" y="924857"/>
                  </a:cubicBezTo>
                  <a:cubicBezTo>
                    <a:pt x="1877001" y="926000"/>
                    <a:pt x="1875382" y="927143"/>
                    <a:pt x="1873667" y="928191"/>
                  </a:cubicBezTo>
                  <a:cubicBezTo>
                    <a:pt x="1851569" y="941907"/>
                    <a:pt x="1826804" y="950956"/>
                    <a:pt x="1800229" y="955528"/>
                  </a:cubicBezTo>
                  <a:cubicBezTo>
                    <a:pt x="1799944" y="954956"/>
                    <a:pt x="1799658" y="954480"/>
                    <a:pt x="1799277" y="953909"/>
                  </a:cubicBezTo>
                  <a:cubicBezTo>
                    <a:pt x="1799182" y="953813"/>
                    <a:pt x="1799086" y="953718"/>
                    <a:pt x="1798991" y="953528"/>
                  </a:cubicBezTo>
                  <a:cubicBezTo>
                    <a:pt x="1798229" y="952480"/>
                    <a:pt x="1797277" y="951432"/>
                    <a:pt x="1796324" y="950575"/>
                  </a:cubicBezTo>
                  <a:cubicBezTo>
                    <a:pt x="1796324" y="950575"/>
                    <a:pt x="1796324" y="950575"/>
                    <a:pt x="1796324" y="950575"/>
                  </a:cubicBezTo>
                  <a:cubicBezTo>
                    <a:pt x="1796324" y="950575"/>
                    <a:pt x="1796324" y="950575"/>
                    <a:pt x="1796324" y="950575"/>
                  </a:cubicBezTo>
                  <a:cubicBezTo>
                    <a:pt x="1791657" y="946670"/>
                    <a:pt x="1784990" y="945146"/>
                    <a:pt x="1778703" y="947146"/>
                  </a:cubicBezTo>
                  <a:cubicBezTo>
                    <a:pt x="1772512" y="949146"/>
                    <a:pt x="1768416" y="953813"/>
                    <a:pt x="1766987" y="959052"/>
                  </a:cubicBezTo>
                  <a:cubicBezTo>
                    <a:pt x="1738793" y="960957"/>
                    <a:pt x="1716600" y="959814"/>
                    <a:pt x="1699455" y="957433"/>
                  </a:cubicBezTo>
                  <a:cubicBezTo>
                    <a:pt x="1699645" y="956671"/>
                    <a:pt x="1699741" y="956004"/>
                    <a:pt x="1699836" y="955242"/>
                  </a:cubicBezTo>
                  <a:cubicBezTo>
                    <a:pt x="1699836" y="954004"/>
                    <a:pt x="1699645" y="952861"/>
                    <a:pt x="1699360" y="951718"/>
                  </a:cubicBezTo>
                  <a:cubicBezTo>
                    <a:pt x="1699360" y="951623"/>
                    <a:pt x="1699265" y="951432"/>
                    <a:pt x="1699265" y="951337"/>
                  </a:cubicBezTo>
                  <a:cubicBezTo>
                    <a:pt x="1697360" y="945241"/>
                    <a:pt x="1690787" y="940859"/>
                    <a:pt x="1682691" y="941240"/>
                  </a:cubicBezTo>
                  <a:cubicBezTo>
                    <a:pt x="1675547" y="941526"/>
                    <a:pt x="1669261" y="945241"/>
                    <a:pt x="1666213" y="950194"/>
                  </a:cubicBezTo>
                  <a:cubicBezTo>
                    <a:pt x="1656497" y="946860"/>
                    <a:pt x="1648496" y="942860"/>
                    <a:pt x="1642781" y="938383"/>
                  </a:cubicBezTo>
                  <a:cubicBezTo>
                    <a:pt x="1645925" y="938097"/>
                    <a:pt x="1648972" y="937335"/>
                    <a:pt x="1651830" y="935716"/>
                  </a:cubicBezTo>
                  <a:cubicBezTo>
                    <a:pt x="1652878" y="935144"/>
                    <a:pt x="1653735" y="934478"/>
                    <a:pt x="1654592" y="933811"/>
                  </a:cubicBezTo>
                  <a:cubicBezTo>
                    <a:pt x="1656211" y="932382"/>
                    <a:pt x="1657545" y="930763"/>
                    <a:pt x="1658307" y="929048"/>
                  </a:cubicBezTo>
                  <a:cubicBezTo>
                    <a:pt x="1658688" y="928191"/>
                    <a:pt x="1659069" y="927334"/>
                    <a:pt x="1659260" y="926381"/>
                  </a:cubicBezTo>
                  <a:cubicBezTo>
                    <a:pt x="1659926" y="923714"/>
                    <a:pt x="1659641" y="920952"/>
                    <a:pt x="1658212" y="918476"/>
                  </a:cubicBezTo>
                  <a:cubicBezTo>
                    <a:pt x="1657736" y="917618"/>
                    <a:pt x="1657164" y="916856"/>
                    <a:pt x="1656497" y="916094"/>
                  </a:cubicBezTo>
                  <a:cubicBezTo>
                    <a:pt x="1655640" y="915142"/>
                    <a:pt x="1654687" y="914475"/>
                    <a:pt x="1653640" y="913808"/>
                  </a:cubicBezTo>
                  <a:cubicBezTo>
                    <a:pt x="1653545" y="913713"/>
                    <a:pt x="1653449" y="913713"/>
                    <a:pt x="1653354" y="913618"/>
                  </a:cubicBezTo>
                  <a:cubicBezTo>
                    <a:pt x="1647734" y="910379"/>
                    <a:pt x="1639447" y="910665"/>
                    <a:pt x="1633066" y="914189"/>
                  </a:cubicBezTo>
                  <a:cubicBezTo>
                    <a:pt x="1635161" y="904474"/>
                    <a:pt x="1642781" y="892758"/>
                    <a:pt x="1657450" y="880090"/>
                  </a:cubicBezTo>
                  <a:cubicBezTo>
                    <a:pt x="1658212" y="880566"/>
                    <a:pt x="1658974" y="881042"/>
                    <a:pt x="1659831" y="881423"/>
                  </a:cubicBezTo>
                  <a:cubicBezTo>
                    <a:pt x="1660307" y="881614"/>
                    <a:pt x="1660879" y="881900"/>
                    <a:pt x="1661450" y="882090"/>
                  </a:cubicBezTo>
                  <a:cubicBezTo>
                    <a:pt x="1663165" y="882662"/>
                    <a:pt x="1664975" y="882947"/>
                    <a:pt x="1666879" y="883043"/>
                  </a:cubicBezTo>
                  <a:cubicBezTo>
                    <a:pt x="1666975" y="883043"/>
                    <a:pt x="1667070" y="883043"/>
                    <a:pt x="1667165" y="883043"/>
                  </a:cubicBezTo>
                  <a:cubicBezTo>
                    <a:pt x="1669356" y="883138"/>
                    <a:pt x="1671642" y="882757"/>
                    <a:pt x="1673928" y="882185"/>
                  </a:cubicBezTo>
                  <a:cubicBezTo>
                    <a:pt x="1676214" y="881614"/>
                    <a:pt x="1678310" y="880471"/>
                    <a:pt x="1680215" y="879137"/>
                  </a:cubicBezTo>
                  <a:cubicBezTo>
                    <a:pt x="1681453" y="878280"/>
                    <a:pt x="1682501" y="877232"/>
                    <a:pt x="1683358" y="876185"/>
                  </a:cubicBezTo>
                  <a:cubicBezTo>
                    <a:pt x="1683358" y="876185"/>
                    <a:pt x="1683358" y="876089"/>
                    <a:pt x="1683453" y="876089"/>
                  </a:cubicBezTo>
                  <a:cubicBezTo>
                    <a:pt x="1684310" y="875137"/>
                    <a:pt x="1684977" y="873994"/>
                    <a:pt x="1685549" y="872946"/>
                  </a:cubicBezTo>
                  <a:cubicBezTo>
                    <a:pt x="1685549" y="872851"/>
                    <a:pt x="1685644" y="872851"/>
                    <a:pt x="1685644" y="872756"/>
                  </a:cubicBezTo>
                  <a:cubicBezTo>
                    <a:pt x="1685644" y="872756"/>
                    <a:pt x="1685644" y="872756"/>
                    <a:pt x="1685644" y="872756"/>
                  </a:cubicBezTo>
                  <a:cubicBezTo>
                    <a:pt x="1687644" y="868660"/>
                    <a:pt x="1687453" y="863993"/>
                    <a:pt x="1684786" y="860278"/>
                  </a:cubicBezTo>
                  <a:cubicBezTo>
                    <a:pt x="1701265" y="850277"/>
                    <a:pt x="1722220" y="840466"/>
                    <a:pt x="1748033" y="831989"/>
                  </a:cubicBezTo>
                  <a:cubicBezTo>
                    <a:pt x="1752224" y="836846"/>
                    <a:pt x="1759462" y="839132"/>
                    <a:pt x="1766606" y="837132"/>
                  </a:cubicBezTo>
                  <a:cubicBezTo>
                    <a:pt x="1768035" y="836751"/>
                    <a:pt x="1769369" y="836084"/>
                    <a:pt x="1770702" y="835418"/>
                  </a:cubicBezTo>
                  <a:cubicBezTo>
                    <a:pt x="1770797" y="835322"/>
                    <a:pt x="1770893" y="835227"/>
                    <a:pt x="1771083" y="835227"/>
                  </a:cubicBezTo>
                  <a:cubicBezTo>
                    <a:pt x="1772321" y="834560"/>
                    <a:pt x="1773369" y="833703"/>
                    <a:pt x="1774321" y="832751"/>
                  </a:cubicBezTo>
                  <a:cubicBezTo>
                    <a:pt x="1774321" y="832751"/>
                    <a:pt x="1774321" y="832751"/>
                    <a:pt x="1774321" y="832751"/>
                  </a:cubicBezTo>
                  <a:cubicBezTo>
                    <a:pt x="1774321" y="832751"/>
                    <a:pt x="1774321" y="832751"/>
                    <a:pt x="1774321" y="832751"/>
                  </a:cubicBezTo>
                  <a:cubicBezTo>
                    <a:pt x="1776988" y="830274"/>
                    <a:pt x="1778798" y="827036"/>
                    <a:pt x="1779465" y="823511"/>
                  </a:cubicBezTo>
                  <a:cubicBezTo>
                    <a:pt x="1803754" y="818654"/>
                    <a:pt x="1828424" y="817892"/>
                    <a:pt x="1852522" y="821892"/>
                  </a:cubicBezTo>
                  <a:close/>
                  <a:moveTo>
                    <a:pt x="1614492" y="576623"/>
                  </a:moveTo>
                  <a:cubicBezTo>
                    <a:pt x="1620207" y="579576"/>
                    <a:pt x="1627732" y="578814"/>
                    <a:pt x="1633542" y="574337"/>
                  </a:cubicBezTo>
                  <a:cubicBezTo>
                    <a:pt x="1634780" y="573385"/>
                    <a:pt x="1635733" y="572337"/>
                    <a:pt x="1636590" y="571194"/>
                  </a:cubicBezTo>
                  <a:cubicBezTo>
                    <a:pt x="1636685" y="571099"/>
                    <a:pt x="1636780" y="571004"/>
                    <a:pt x="1636876" y="570813"/>
                  </a:cubicBezTo>
                  <a:cubicBezTo>
                    <a:pt x="1637733" y="569670"/>
                    <a:pt x="1638400" y="568527"/>
                    <a:pt x="1638971" y="567289"/>
                  </a:cubicBezTo>
                  <a:cubicBezTo>
                    <a:pt x="1638971" y="567289"/>
                    <a:pt x="1638971" y="567289"/>
                    <a:pt x="1638971" y="567289"/>
                  </a:cubicBezTo>
                  <a:cubicBezTo>
                    <a:pt x="1638971" y="567289"/>
                    <a:pt x="1638971" y="567289"/>
                    <a:pt x="1638971" y="567289"/>
                  </a:cubicBezTo>
                  <a:cubicBezTo>
                    <a:pt x="1640495" y="563955"/>
                    <a:pt x="1640876" y="560240"/>
                    <a:pt x="1640210" y="556716"/>
                  </a:cubicBezTo>
                  <a:cubicBezTo>
                    <a:pt x="1661069" y="542714"/>
                    <a:pt x="1683548" y="532523"/>
                    <a:pt x="1707361" y="526998"/>
                  </a:cubicBezTo>
                  <a:cubicBezTo>
                    <a:pt x="1711647" y="525950"/>
                    <a:pt x="1715933" y="525188"/>
                    <a:pt x="1720315" y="524426"/>
                  </a:cubicBezTo>
                  <a:cubicBezTo>
                    <a:pt x="1720124" y="528713"/>
                    <a:pt x="1721267" y="533285"/>
                    <a:pt x="1724029" y="537190"/>
                  </a:cubicBezTo>
                  <a:cubicBezTo>
                    <a:pt x="1724792" y="538238"/>
                    <a:pt x="1725649" y="539190"/>
                    <a:pt x="1726506" y="540047"/>
                  </a:cubicBezTo>
                  <a:cubicBezTo>
                    <a:pt x="1729173" y="542619"/>
                    <a:pt x="1732507" y="544238"/>
                    <a:pt x="1735936" y="544905"/>
                  </a:cubicBezTo>
                  <a:cubicBezTo>
                    <a:pt x="1740508" y="545762"/>
                    <a:pt x="1745366" y="545000"/>
                    <a:pt x="1749461" y="542143"/>
                  </a:cubicBezTo>
                  <a:cubicBezTo>
                    <a:pt x="1750700" y="541286"/>
                    <a:pt x="1751747" y="540238"/>
                    <a:pt x="1752700" y="539095"/>
                  </a:cubicBezTo>
                  <a:cubicBezTo>
                    <a:pt x="1752795" y="539000"/>
                    <a:pt x="1752890" y="538904"/>
                    <a:pt x="1752986" y="538714"/>
                  </a:cubicBezTo>
                  <a:cubicBezTo>
                    <a:pt x="1753843" y="537571"/>
                    <a:pt x="1754605" y="536428"/>
                    <a:pt x="1755081" y="535190"/>
                  </a:cubicBezTo>
                  <a:cubicBezTo>
                    <a:pt x="1755081" y="535190"/>
                    <a:pt x="1755081" y="535190"/>
                    <a:pt x="1755081" y="535190"/>
                  </a:cubicBezTo>
                  <a:cubicBezTo>
                    <a:pt x="1755081" y="535190"/>
                    <a:pt x="1755081" y="535190"/>
                    <a:pt x="1755081" y="535190"/>
                  </a:cubicBezTo>
                  <a:cubicBezTo>
                    <a:pt x="1756795" y="531284"/>
                    <a:pt x="1757081" y="526712"/>
                    <a:pt x="1755843" y="522331"/>
                  </a:cubicBezTo>
                  <a:cubicBezTo>
                    <a:pt x="1770702" y="522902"/>
                    <a:pt x="1786037" y="525093"/>
                    <a:pt x="1800992" y="529379"/>
                  </a:cubicBezTo>
                  <a:cubicBezTo>
                    <a:pt x="1798801" y="547477"/>
                    <a:pt x="1794324" y="564527"/>
                    <a:pt x="1787657" y="580529"/>
                  </a:cubicBezTo>
                  <a:cubicBezTo>
                    <a:pt x="1786895" y="579862"/>
                    <a:pt x="1786133" y="579290"/>
                    <a:pt x="1785370" y="578719"/>
                  </a:cubicBezTo>
                  <a:cubicBezTo>
                    <a:pt x="1785180" y="578624"/>
                    <a:pt x="1785085" y="578528"/>
                    <a:pt x="1784894" y="578433"/>
                  </a:cubicBezTo>
                  <a:cubicBezTo>
                    <a:pt x="1783656" y="577671"/>
                    <a:pt x="1782322" y="577004"/>
                    <a:pt x="1780989" y="576528"/>
                  </a:cubicBezTo>
                  <a:cubicBezTo>
                    <a:pt x="1780989" y="576528"/>
                    <a:pt x="1780989" y="576528"/>
                    <a:pt x="1780989" y="576528"/>
                  </a:cubicBezTo>
                  <a:cubicBezTo>
                    <a:pt x="1780989" y="576528"/>
                    <a:pt x="1780989" y="576528"/>
                    <a:pt x="1780989" y="576528"/>
                  </a:cubicBezTo>
                  <a:cubicBezTo>
                    <a:pt x="1774798" y="574433"/>
                    <a:pt x="1767940" y="575576"/>
                    <a:pt x="1763177" y="580338"/>
                  </a:cubicBezTo>
                  <a:cubicBezTo>
                    <a:pt x="1758415" y="585101"/>
                    <a:pt x="1757081" y="591673"/>
                    <a:pt x="1758701" y="597864"/>
                  </a:cubicBezTo>
                  <a:cubicBezTo>
                    <a:pt x="1758701" y="597864"/>
                    <a:pt x="1758701" y="597864"/>
                    <a:pt x="1758701" y="597864"/>
                  </a:cubicBezTo>
                  <a:cubicBezTo>
                    <a:pt x="1758701" y="597864"/>
                    <a:pt x="1758701" y="597864"/>
                    <a:pt x="1758701" y="597959"/>
                  </a:cubicBezTo>
                  <a:cubicBezTo>
                    <a:pt x="1759082" y="599388"/>
                    <a:pt x="1759653" y="600817"/>
                    <a:pt x="1760320" y="602150"/>
                  </a:cubicBezTo>
                  <a:cubicBezTo>
                    <a:pt x="1760320" y="602246"/>
                    <a:pt x="1760415" y="602246"/>
                    <a:pt x="1760415" y="602341"/>
                  </a:cubicBezTo>
                  <a:cubicBezTo>
                    <a:pt x="1761177" y="603770"/>
                    <a:pt x="1762034" y="605103"/>
                    <a:pt x="1763082" y="606341"/>
                  </a:cubicBezTo>
                  <a:cubicBezTo>
                    <a:pt x="1765273" y="608818"/>
                    <a:pt x="1768035" y="610532"/>
                    <a:pt x="1770988" y="611580"/>
                  </a:cubicBezTo>
                  <a:cubicBezTo>
                    <a:pt x="1769845" y="613295"/>
                    <a:pt x="1768797" y="615009"/>
                    <a:pt x="1767559" y="616628"/>
                  </a:cubicBezTo>
                  <a:cubicBezTo>
                    <a:pt x="1752509" y="637869"/>
                    <a:pt x="1733078" y="655681"/>
                    <a:pt x="1710313" y="670159"/>
                  </a:cubicBezTo>
                  <a:cubicBezTo>
                    <a:pt x="1709837" y="669778"/>
                    <a:pt x="1709361" y="669397"/>
                    <a:pt x="1708885" y="669016"/>
                  </a:cubicBezTo>
                  <a:cubicBezTo>
                    <a:pt x="1708790" y="668921"/>
                    <a:pt x="1708599" y="668825"/>
                    <a:pt x="1708504" y="668825"/>
                  </a:cubicBezTo>
                  <a:cubicBezTo>
                    <a:pt x="1707361" y="668159"/>
                    <a:pt x="1706122" y="667587"/>
                    <a:pt x="1704884" y="667206"/>
                  </a:cubicBezTo>
                  <a:cubicBezTo>
                    <a:pt x="1704884" y="667206"/>
                    <a:pt x="1704884" y="667206"/>
                    <a:pt x="1704884" y="667206"/>
                  </a:cubicBezTo>
                  <a:cubicBezTo>
                    <a:pt x="1704884" y="667206"/>
                    <a:pt x="1704884" y="667206"/>
                    <a:pt x="1704884" y="667206"/>
                  </a:cubicBezTo>
                  <a:cubicBezTo>
                    <a:pt x="1699074" y="665301"/>
                    <a:pt x="1692311" y="666539"/>
                    <a:pt x="1687263" y="670826"/>
                  </a:cubicBezTo>
                  <a:cubicBezTo>
                    <a:pt x="1682310" y="675017"/>
                    <a:pt x="1680310" y="680827"/>
                    <a:pt x="1681072" y="686256"/>
                  </a:cubicBezTo>
                  <a:cubicBezTo>
                    <a:pt x="1655735" y="698829"/>
                    <a:pt x="1634876" y="706354"/>
                    <a:pt x="1618111" y="710735"/>
                  </a:cubicBezTo>
                  <a:cubicBezTo>
                    <a:pt x="1618016" y="709973"/>
                    <a:pt x="1617826" y="709307"/>
                    <a:pt x="1617635" y="708640"/>
                  </a:cubicBezTo>
                  <a:cubicBezTo>
                    <a:pt x="1617159" y="707497"/>
                    <a:pt x="1616587" y="706449"/>
                    <a:pt x="1615826" y="705497"/>
                  </a:cubicBezTo>
                  <a:cubicBezTo>
                    <a:pt x="1615730" y="705401"/>
                    <a:pt x="1615635" y="705306"/>
                    <a:pt x="1615540" y="705211"/>
                  </a:cubicBezTo>
                  <a:cubicBezTo>
                    <a:pt x="1614778" y="704354"/>
                    <a:pt x="1614016" y="703592"/>
                    <a:pt x="1613063" y="702925"/>
                  </a:cubicBezTo>
                  <a:lnTo>
                    <a:pt x="1613063" y="702925"/>
                  </a:lnTo>
                  <a:lnTo>
                    <a:pt x="1613063" y="702925"/>
                  </a:lnTo>
                  <a:cubicBezTo>
                    <a:pt x="1608682" y="699972"/>
                    <a:pt x="1602395" y="699401"/>
                    <a:pt x="1596395" y="702258"/>
                  </a:cubicBezTo>
                  <a:cubicBezTo>
                    <a:pt x="1589918" y="705306"/>
                    <a:pt x="1585536" y="711116"/>
                    <a:pt x="1584584" y="716831"/>
                  </a:cubicBezTo>
                  <a:cubicBezTo>
                    <a:pt x="1574487" y="717498"/>
                    <a:pt x="1565629" y="716927"/>
                    <a:pt x="1558580" y="715022"/>
                  </a:cubicBezTo>
                  <a:cubicBezTo>
                    <a:pt x="1561247" y="713498"/>
                    <a:pt x="1563724" y="711593"/>
                    <a:pt x="1565629" y="709021"/>
                  </a:cubicBezTo>
                  <a:cubicBezTo>
                    <a:pt x="1571344" y="701591"/>
                    <a:pt x="1569820" y="692447"/>
                    <a:pt x="1562581" y="689114"/>
                  </a:cubicBezTo>
                  <a:cubicBezTo>
                    <a:pt x="1561533" y="688637"/>
                    <a:pt x="1560295" y="688352"/>
                    <a:pt x="1559152" y="688161"/>
                  </a:cubicBezTo>
                  <a:cubicBezTo>
                    <a:pt x="1558866" y="688161"/>
                    <a:pt x="1558676" y="688161"/>
                    <a:pt x="1558390" y="688066"/>
                  </a:cubicBezTo>
                  <a:cubicBezTo>
                    <a:pt x="1557247" y="687971"/>
                    <a:pt x="1556104" y="687971"/>
                    <a:pt x="1554866" y="688066"/>
                  </a:cubicBezTo>
                  <a:cubicBezTo>
                    <a:pt x="1554866" y="688066"/>
                    <a:pt x="1554866" y="688066"/>
                    <a:pt x="1554866" y="688066"/>
                  </a:cubicBezTo>
                  <a:lnTo>
                    <a:pt x="1554866" y="688066"/>
                  </a:lnTo>
                  <a:cubicBezTo>
                    <a:pt x="1549436" y="688637"/>
                    <a:pt x="1543817" y="691781"/>
                    <a:pt x="1540102" y="696448"/>
                  </a:cubicBezTo>
                  <a:cubicBezTo>
                    <a:pt x="1538292" y="686637"/>
                    <a:pt x="1540959" y="672826"/>
                    <a:pt x="1549436" y="655586"/>
                  </a:cubicBezTo>
                  <a:cubicBezTo>
                    <a:pt x="1556770" y="657014"/>
                    <a:pt x="1565438" y="653300"/>
                    <a:pt x="1570105" y="645870"/>
                  </a:cubicBezTo>
                  <a:cubicBezTo>
                    <a:pt x="1570868" y="644632"/>
                    <a:pt x="1571439" y="643298"/>
                    <a:pt x="1571915" y="642060"/>
                  </a:cubicBezTo>
                  <a:cubicBezTo>
                    <a:pt x="1571915" y="641965"/>
                    <a:pt x="1572011" y="641774"/>
                    <a:pt x="1572011" y="641679"/>
                  </a:cubicBezTo>
                  <a:cubicBezTo>
                    <a:pt x="1573820" y="635774"/>
                    <a:pt x="1571820" y="629963"/>
                    <a:pt x="1567058" y="626820"/>
                  </a:cubicBezTo>
                  <a:cubicBezTo>
                    <a:pt x="1578297" y="611485"/>
                    <a:pt x="1593918" y="594340"/>
                    <a:pt x="1614492" y="576623"/>
                  </a:cubicBezTo>
                  <a:close/>
                  <a:moveTo>
                    <a:pt x="1393798" y="391172"/>
                  </a:moveTo>
                  <a:cubicBezTo>
                    <a:pt x="1393798" y="391172"/>
                    <a:pt x="1393798" y="391172"/>
                    <a:pt x="1393798" y="391172"/>
                  </a:cubicBezTo>
                  <a:cubicBezTo>
                    <a:pt x="1394845" y="391267"/>
                    <a:pt x="1395988" y="391267"/>
                    <a:pt x="1397036" y="391076"/>
                  </a:cubicBezTo>
                  <a:cubicBezTo>
                    <a:pt x="1398084" y="390981"/>
                    <a:pt x="1399132" y="390695"/>
                    <a:pt x="1400179" y="390410"/>
                  </a:cubicBezTo>
                  <a:cubicBezTo>
                    <a:pt x="1403228" y="389362"/>
                    <a:pt x="1406180" y="387552"/>
                    <a:pt x="1408466" y="384790"/>
                  </a:cubicBezTo>
                  <a:cubicBezTo>
                    <a:pt x="1409228" y="383933"/>
                    <a:pt x="1409895" y="382885"/>
                    <a:pt x="1410562" y="381837"/>
                  </a:cubicBezTo>
                  <a:cubicBezTo>
                    <a:pt x="1411324" y="380504"/>
                    <a:pt x="1411800" y="379170"/>
                    <a:pt x="1412181" y="377741"/>
                  </a:cubicBezTo>
                  <a:cubicBezTo>
                    <a:pt x="1412181" y="377551"/>
                    <a:pt x="1412276" y="377456"/>
                    <a:pt x="1412276" y="377265"/>
                  </a:cubicBezTo>
                  <a:cubicBezTo>
                    <a:pt x="1412657" y="375932"/>
                    <a:pt x="1412848" y="374598"/>
                    <a:pt x="1412848" y="373265"/>
                  </a:cubicBezTo>
                  <a:cubicBezTo>
                    <a:pt x="1412848" y="373265"/>
                    <a:pt x="1412848" y="373265"/>
                    <a:pt x="1412848" y="373265"/>
                  </a:cubicBezTo>
                  <a:cubicBezTo>
                    <a:pt x="1412848" y="373265"/>
                    <a:pt x="1412848" y="373265"/>
                    <a:pt x="1412848" y="373265"/>
                  </a:cubicBezTo>
                  <a:cubicBezTo>
                    <a:pt x="1412943" y="369550"/>
                    <a:pt x="1411991" y="365930"/>
                    <a:pt x="1409990" y="362978"/>
                  </a:cubicBezTo>
                  <a:cubicBezTo>
                    <a:pt x="1423992" y="342118"/>
                    <a:pt x="1440851" y="324211"/>
                    <a:pt x="1460663" y="310019"/>
                  </a:cubicBezTo>
                  <a:cubicBezTo>
                    <a:pt x="1464187" y="307447"/>
                    <a:pt x="1467902" y="305066"/>
                    <a:pt x="1471617" y="302780"/>
                  </a:cubicBezTo>
                  <a:cubicBezTo>
                    <a:pt x="1473046" y="306875"/>
                    <a:pt x="1475903" y="310590"/>
                    <a:pt x="1479999" y="312971"/>
                  </a:cubicBezTo>
                  <a:cubicBezTo>
                    <a:pt x="1481047" y="313638"/>
                    <a:pt x="1482190" y="314210"/>
                    <a:pt x="1483333" y="314686"/>
                  </a:cubicBezTo>
                  <a:cubicBezTo>
                    <a:pt x="1485619" y="315638"/>
                    <a:pt x="1488000" y="316019"/>
                    <a:pt x="1490381" y="316019"/>
                  </a:cubicBezTo>
                  <a:cubicBezTo>
                    <a:pt x="1491524" y="316019"/>
                    <a:pt x="1492762" y="315924"/>
                    <a:pt x="1493905" y="315638"/>
                  </a:cubicBezTo>
                  <a:cubicBezTo>
                    <a:pt x="1496192" y="315162"/>
                    <a:pt x="1498382" y="314305"/>
                    <a:pt x="1500287" y="313067"/>
                  </a:cubicBezTo>
                  <a:cubicBezTo>
                    <a:pt x="1502192" y="311828"/>
                    <a:pt x="1503907" y="310114"/>
                    <a:pt x="1505240" y="308018"/>
                  </a:cubicBezTo>
                  <a:cubicBezTo>
                    <a:pt x="1506097" y="306780"/>
                    <a:pt x="1506574" y="305351"/>
                    <a:pt x="1507050" y="304018"/>
                  </a:cubicBezTo>
                  <a:cubicBezTo>
                    <a:pt x="1507050" y="303923"/>
                    <a:pt x="1507145" y="303732"/>
                    <a:pt x="1507145" y="303637"/>
                  </a:cubicBezTo>
                  <a:cubicBezTo>
                    <a:pt x="1507526" y="302303"/>
                    <a:pt x="1507717" y="300875"/>
                    <a:pt x="1507812" y="299541"/>
                  </a:cubicBezTo>
                  <a:cubicBezTo>
                    <a:pt x="1507812" y="299541"/>
                    <a:pt x="1507812" y="299541"/>
                    <a:pt x="1507812" y="299541"/>
                  </a:cubicBezTo>
                  <a:cubicBezTo>
                    <a:pt x="1507812" y="299541"/>
                    <a:pt x="1507812" y="299541"/>
                    <a:pt x="1507812" y="299541"/>
                  </a:cubicBezTo>
                  <a:cubicBezTo>
                    <a:pt x="1507907" y="295255"/>
                    <a:pt x="1506478" y="290969"/>
                    <a:pt x="1503621" y="287349"/>
                  </a:cubicBezTo>
                  <a:cubicBezTo>
                    <a:pt x="1517623" y="282206"/>
                    <a:pt x="1532482" y="278586"/>
                    <a:pt x="1548008" y="276681"/>
                  </a:cubicBezTo>
                  <a:cubicBezTo>
                    <a:pt x="1552484" y="292302"/>
                    <a:pt x="1554675" y="308304"/>
                    <a:pt x="1555151" y="323925"/>
                  </a:cubicBezTo>
                  <a:cubicBezTo>
                    <a:pt x="1555246" y="325640"/>
                    <a:pt x="1555151" y="327449"/>
                    <a:pt x="1555151" y="329164"/>
                  </a:cubicBezTo>
                  <a:cubicBezTo>
                    <a:pt x="1554199" y="328783"/>
                    <a:pt x="1553246" y="328497"/>
                    <a:pt x="1552294" y="328307"/>
                  </a:cubicBezTo>
                  <a:cubicBezTo>
                    <a:pt x="1552103" y="328307"/>
                    <a:pt x="1552008" y="328307"/>
                    <a:pt x="1551818" y="328211"/>
                  </a:cubicBezTo>
                  <a:cubicBezTo>
                    <a:pt x="1550389" y="327926"/>
                    <a:pt x="1548865" y="327830"/>
                    <a:pt x="1547531" y="327926"/>
                  </a:cubicBezTo>
                  <a:cubicBezTo>
                    <a:pt x="1547531" y="327926"/>
                    <a:pt x="1547531" y="327926"/>
                    <a:pt x="1547531" y="327926"/>
                  </a:cubicBezTo>
                  <a:lnTo>
                    <a:pt x="1547531" y="327926"/>
                  </a:lnTo>
                  <a:cubicBezTo>
                    <a:pt x="1540959" y="328307"/>
                    <a:pt x="1535149" y="332021"/>
                    <a:pt x="1532577" y="338213"/>
                  </a:cubicBezTo>
                  <a:cubicBezTo>
                    <a:pt x="1529434" y="345737"/>
                    <a:pt x="1531910" y="354215"/>
                    <a:pt x="1538102" y="359358"/>
                  </a:cubicBezTo>
                  <a:cubicBezTo>
                    <a:pt x="1538292" y="359453"/>
                    <a:pt x="1538387" y="359644"/>
                    <a:pt x="1538578" y="359739"/>
                  </a:cubicBezTo>
                  <a:cubicBezTo>
                    <a:pt x="1539816" y="360692"/>
                    <a:pt x="1541054" y="361549"/>
                    <a:pt x="1542483" y="362216"/>
                  </a:cubicBezTo>
                  <a:cubicBezTo>
                    <a:pt x="1545531" y="363644"/>
                    <a:pt x="1548674" y="364216"/>
                    <a:pt x="1551722" y="364121"/>
                  </a:cubicBezTo>
                  <a:cubicBezTo>
                    <a:pt x="1551341" y="366121"/>
                    <a:pt x="1550960" y="368121"/>
                    <a:pt x="1550484" y="370121"/>
                  </a:cubicBezTo>
                  <a:cubicBezTo>
                    <a:pt x="1544578" y="395553"/>
                    <a:pt x="1533339" y="419461"/>
                    <a:pt x="1517813" y="441559"/>
                  </a:cubicBezTo>
                  <a:cubicBezTo>
                    <a:pt x="1517242" y="441368"/>
                    <a:pt x="1516670" y="441178"/>
                    <a:pt x="1516003" y="441083"/>
                  </a:cubicBezTo>
                  <a:cubicBezTo>
                    <a:pt x="1515813" y="441083"/>
                    <a:pt x="1515718" y="441083"/>
                    <a:pt x="1515527" y="440987"/>
                  </a:cubicBezTo>
                  <a:cubicBezTo>
                    <a:pt x="1514194" y="440797"/>
                    <a:pt x="1512860" y="440702"/>
                    <a:pt x="1511527" y="440797"/>
                  </a:cubicBezTo>
                  <a:cubicBezTo>
                    <a:pt x="1511527" y="440797"/>
                    <a:pt x="1511527" y="440797"/>
                    <a:pt x="1511527" y="440797"/>
                  </a:cubicBezTo>
                  <a:lnTo>
                    <a:pt x="1511527" y="440797"/>
                  </a:lnTo>
                  <a:cubicBezTo>
                    <a:pt x="1505526" y="441273"/>
                    <a:pt x="1499716" y="444893"/>
                    <a:pt x="1496668" y="450893"/>
                  </a:cubicBezTo>
                  <a:cubicBezTo>
                    <a:pt x="1493715" y="456608"/>
                    <a:pt x="1494001" y="462895"/>
                    <a:pt x="1496858" y="467657"/>
                  </a:cubicBezTo>
                  <a:cubicBezTo>
                    <a:pt x="1478285" y="488898"/>
                    <a:pt x="1461806" y="503757"/>
                    <a:pt x="1448090" y="514235"/>
                  </a:cubicBezTo>
                  <a:cubicBezTo>
                    <a:pt x="1447709" y="513568"/>
                    <a:pt x="1447328" y="512996"/>
                    <a:pt x="1446757" y="512425"/>
                  </a:cubicBezTo>
                  <a:cubicBezTo>
                    <a:pt x="1445900" y="511472"/>
                    <a:pt x="1444947" y="510710"/>
                    <a:pt x="1443899" y="510139"/>
                  </a:cubicBezTo>
                  <a:cubicBezTo>
                    <a:pt x="1443899" y="510139"/>
                    <a:pt x="1443804" y="510139"/>
                    <a:pt x="1443804" y="510044"/>
                  </a:cubicBezTo>
                  <a:cubicBezTo>
                    <a:pt x="1438184" y="506900"/>
                    <a:pt x="1430278" y="508424"/>
                    <a:pt x="1424659" y="514616"/>
                  </a:cubicBezTo>
                  <a:cubicBezTo>
                    <a:pt x="1419801" y="519950"/>
                    <a:pt x="1418086" y="526808"/>
                    <a:pt x="1419420" y="532427"/>
                  </a:cubicBezTo>
                  <a:cubicBezTo>
                    <a:pt x="1410181" y="537095"/>
                    <a:pt x="1401799" y="539952"/>
                    <a:pt x="1394560" y="540809"/>
                  </a:cubicBezTo>
                  <a:cubicBezTo>
                    <a:pt x="1396465" y="538428"/>
                    <a:pt x="1397989" y="535666"/>
                    <a:pt x="1398846" y="532618"/>
                  </a:cubicBezTo>
                  <a:cubicBezTo>
                    <a:pt x="1401227" y="523569"/>
                    <a:pt x="1396560" y="515473"/>
                    <a:pt x="1388464" y="515282"/>
                  </a:cubicBezTo>
                  <a:cubicBezTo>
                    <a:pt x="1387226" y="515282"/>
                    <a:pt x="1385987" y="515473"/>
                    <a:pt x="1384749" y="515854"/>
                  </a:cubicBezTo>
                  <a:cubicBezTo>
                    <a:pt x="1384654" y="515854"/>
                    <a:pt x="1384463" y="515949"/>
                    <a:pt x="1384368" y="515949"/>
                  </a:cubicBezTo>
                  <a:cubicBezTo>
                    <a:pt x="1383225" y="516330"/>
                    <a:pt x="1381987" y="516806"/>
                    <a:pt x="1380939" y="517378"/>
                  </a:cubicBezTo>
                  <a:cubicBezTo>
                    <a:pt x="1380939" y="517378"/>
                    <a:pt x="1380939" y="517378"/>
                    <a:pt x="1380939" y="517378"/>
                  </a:cubicBezTo>
                  <a:lnTo>
                    <a:pt x="1380939" y="517378"/>
                  </a:lnTo>
                  <a:cubicBezTo>
                    <a:pt x="1376081" y="520045"/>
                    <a:pt x="1372176" y="524998"/>
                    <a:pt x="1370461" y="530713"/>
                  </a:cubicBezTo>
                  <a:cubicBezTo>
                    <a:pt x="1365032" y="522331"/>
                    <a:pt x="1362461" y="508139"/>
                    <a:pt x="1363603" y="489374"/>
                  </a:cubicBezTo>
                  <a:cubicBezTo>
                    <a:pt x="1370938" y="487850"/>
                    <a:pt x="1377701" y="480802"/>
                    <a:pt x="1379034" y="472420"/>
                  </a:cubicBezTo>
                  <a:cubicBezTo>
                    <a:pt x="1379225" y="470991"/>
                    <a:pt x="1379225" y="469658"/>
                    <a:pt x="1379129" y="468324"/>
                  </a:cubicBezTo>
                  <a:cubicBezTo>
                    <a:pt x="1379129" y="468229"/>
                    <a:pt x="1379129" y="468038"/>
                    <a:pt x="1379034" y="467943"/>
                  </a:cubicBezTo>
                  <a:cubicBezTo>
                    <a:pt x="1378939" y="466705"/>
                    <a:pt x="1378653" y="465467"/>
                    <a:pt x="1378272" y="464324"/>
                  </a:cubicBezTo>
                  <a:cubicBezTo>
                    <a:pt x="1378272" y="464324"/>
                    <a:pt x="1378272" y="464324"/>
                    <a:pt x="1378272" y="464324"/>
                  </a:cubicBezTo>
                  <a:cubicBezTo>
                    <a:pt x="1378272" y="464324"/>
                    <a:pt x="1378272" y="464324"/>
                    <a:pt x="1378272" y="464324"/>
                  </a:cubicBezTo>
                  <a:cubicBezTo>
                    <a:pt x="1376748" y="460037"/>
                    <a:pt x="1373319" y="456894"/>
                    <a:pt x="1368937" y="455942"/>
                  </a:cubicBezTo>
                  <a:cubicBezTo>
                    <a:pt x="1373605" y="437273"/>
                    <a:pt x="1381511" y="415460"/>
                    <a:pt x="1393798" y="391172"/>
                  </a:cubicBezTo>
                  <a:close/>
                  <a:moveTo>
                    <a:pt x="1178152" y="433272"/>
                  </a:moveTo>
                  <a:cubicBezTo>
                    <a:pt x="1176913" y="424033"/>
                    <a:pt x="1169579" y="418223"/>
                    <a:pt x="1161959" y="421366"/>
                  </a:cubicBezTo>
                  <a:cubicBezTo>
                    <a:pt x="1160816" y="421842"/>
                    <a:pt x="1159769" y="422509"/>
                    <a:pt x="1158721" y="423271"/>
                  </a:cubicBezTo>
                  <a:cubicBezTo>
                    <a:pt x="1158626" y="423366"/>
                    <a:pt x="1158530" y="423461"/>
                    <a:pt x="1158435" y="423557"/>
                  </a:cubicBezTo>
                  <a:cubicBezTo>
                    <a:pt x="1157483" y="424319"/>
                    <a:pt x="1156625" y="425176"/>
                    <a:pt x="1155768" y="426224"/>
                  </a:cubicBezTo>
                  <a:cubicBezTo>
                    <a:pt x="1155768" y="426224"/>
                    <a:pt x="1155768" y="426224"/>
                    <a:pt x="1155768" y="426224"/>
                  </a:cubicBezTo>
                  <a:cubicBezTo>
                    <a:pt x="1155768" y="426224"/>
                    <a:pt x="1155768" y="426224"/>
                    <a:pt x="1155768" y="426224"/>
                  </a:cubicBezTo>
                  <a:cubicBezTo>
                    <a:pt x="1152339" y="430510"/>
                    <a:pt x="1150529" y="436606"/>
                    <a:pt x="1151291" y="442511"/>
                  </a:cubicBezTo>
                  <a:cubicBezTo>
                    <a:pt x="1143100" y="436892"/>
                    <a:pt x="1135289" y="424700"/>
                    <a:pt x="1129003" y="406983"/>
                  </a:cubicBezTo>
                  <a:cubicBezTo>
                    <a:pt x="1129193" y="406888"/>
                    <a:pt x="1129384" y="406793"/>
                    <a:pt x="1129574" y="406602"/>
                  </a:cubicBezTo>
                  <a:cubicBezTo>
                    <a:pt x="1132908" y="404126"/>
                    <a:pt x="1135385" y="400125"/>
                    <a:pt x="1136528" y="395744"/>
                  </a:cubicBezTo>
                  <a:cubicBezTo>
                    <a:pt x="1137385" y="392410"/>
                    <a:pt x="1137575" y="388886"/>
                    <a:pt x="1136718" y="385457"/>
                  </a:cubicBezTo>
                  <a:cubicBezTo>
                    <a:pt x="1136337" y="384028"/>
                    <a:pt x="1135861" y="382790"/>
                    <a:pt x="1135289" y="381647"/>
                  </a:cubicBezTo>
                  <a:cubicBezTo>
                    <a:pt x="1135194" y="381551"/>
                    <a:pt x="1135099" y="381361"/>
                    <a:pt x="1135099" y="381266"/>
                  </a:cubicBezTo>
                  <a:cubicBezTo>
                    <a:pt x="1134527" y="380123"/>
                    <a:pt x="1133765" y="379170"/>
                    <a:pt x="1133003" y="378313"/>
                  </a:cubicBezTo>
                  <a:cubicBezTo>
                    <a:pt x="1133003" y="378313"/>
                    <a:pt x="1133003" y="378313"/>
                    <a:pt x="1133003" y="378313"/>
                  </a:cubicBezTo>
                  <a:cubicBezTo>
                    <a:pt x="1133003" y="378313"/>
                    <a:pt x="1133003" y="378313"/>
                    <a:pt x="1133003" y="378313"/>
                  </a:cubicBezTo>
                  <a:cubicBezTo>
                    <a:pt x="1129955" y="374979"/>
                    <a:pt x="1125574" y="373360"/>
                    <a:pt x="1121192" y="374217"/>
                  </a:cubicBezTo>
                  <a:cubicBezTo>
                    <a:pt x="1118240" y="355072"/>
                    <a:pt x="1117096" y="331926"/>
                    <a:pt x="1119097" y="304780"/>
                  </a:cubicBezTo>
                  <a:cubicBezTo>
                    <a:pt x="1121097" y="304113"/>
                    <a:pt x="1123002" y="303065"/>
                    <a:pt x="1124717" y="301637"/>
                  </a:cubicBezTo>
                  <a:cubicBezTo>
                    <a:pt x="1126336" y="300208"/>
                    <a:pt x="1127765" y="298493"/>
                    <a:pt x="1128812" y="296493"/>
                  </a:cubicBezTo>
                  <a:cubicBezTo>
                    <a:pt x="1129860" y="294493"/>
                    <a:pt x="1130622" y="292207"/>
                    <a:pt x="1130908" y="289730"/>
                  </a:cubicBezTo>
                  <a:cubicBezTo>
                    <a:pt x="1131098" y="288206"/>
                    <a:pt x="1131003" y="286778"/>
                    <a:pt x="1130908" y="285349"/>
                  </a:cubicBezTo>
                  <a:cubicBezTo>
                    <a:pt x="1130908" y="285158"/>
                    <a:pt x="1130812" y="285063"/>
                    <a:pt x="1130812" y="284873"/>
                  </a:cubicBezTo>
                  <a:cubicBezTo>
                    <a:pt x="1130622" y="283539"/>
                    <a:pt x="1130241" y="282206"/>
                    <a:pt x="1129765" y="280967"/>
                  </a:cubicBezTo>
                  <a:cubicBezTo>
                    <a:pt x="1129765" y="280967"/>
                    <a:pt x="1129765" y="280967"/>
                    <a:pt x="1129765" y="280967"/>
                  </a:cubicBezTo>
                  <a:cubicBezTo>
                    <a:pt x="1129765" y="280967"/>
                    <a:pt x="1129765" y="280967"/>
                    <a:pt x="1129765" y="280967"/>
                  </a:cubicBezTo>
                  <a:cubicBezTo>
                    <a:pt x="1128431" y="277538"/>
                    <a:pt x="1126145" y="274586"/>
                    <a:pt x="1123193" y="272585"/>
                  </a:cubicBezTo>
                  <a:cubicBezTo>
                    <a:pt x="1128050" y="247916"/>
                    <a:pt x="1136718" y="224865"/>
                    <a:pt x="1149577" y="204196"/>
                  </a:cubicBezTo>
                  <a:cubicBezTo>
                    <a:pt x="1151863" y="200481"/>
                    <a:pt x="1154339" y="196862"/>
                    <a:pt x="1156911" y="193337"/>
                  </a:cubicBezTo>
                  <a:cubicBezTo>
                    <a:pt x="1159864" y="196576"/>
                    <a:pt x="1163864" y="198862"/>
                    <a:pt x="1168627" y="199529"/>
                  </a:cubicBezTo>
                  <a:cubicBezTo>
                    <a:pt x="1174913" y="200672"/>
                    <a:pt x="1181104" y="198576"/>
                    <a:pt x="1185200" y="194480"/>
                  </a:cubicBezTo>
                  <a:cubicBezTo>
                    <a:pt x="1186820" y="192861"/>
                    <a:pt x="1188153" y="190861"/>
                    <a:pt x="1189105" y="188670"/>
                  </a:cubicBezTo>
                  <a:cubicBezTo>
                    <a:pt x="1189582" y="187527"/>
                    <a:pt x="1189868" y="186384"/>
                    <a:pt x="1190153" y="185241"/>
                  </a:cubicBezTo>
                  <a:cubicBezTo>
                    <a:pt x="1190439" y="183717"/>
                    <a:pt x="1190439" y="182288"/>
                    <a:pt x="1190249" y="180860"/>
                  </a:cubicBezTo>
                  <a:cubicBezTo>
                    <a:pt x="1190249" y="180669"/>
                    <a:pt x="1190249" y="180574"/>
                    <a:pt x="1190153" y="180479"/>
                  </a:cubicBezTo>
                  <a:cubicBezTo>
                    <a:pt x="1189963" y="179050"/>
                    <a:pt x="1189677" y="177716"/>
                    <a:pt x="1189105" y="176383"/>
                  </a:cubicBezTo>
                  <a:cubicBezTo>
                    <a:pt x="1189105" y="176383"/>
                    <a:pt x="1189105" y="176383"/>
                    <a:pt x="1189105" y="176383"/>
                  </a:cubicBezTo>
                  <a:lnTo>
                    <a:pt x="1189105" y="176383"/>
                  </a:lnTo>
                  <a:cubicBezTo>
                    <a:pt x="1187582" y="172382"/>
                    <a:pt x="1184534" y="168953"/>
                    <a:pt x="1180533" y="166667"/>
                  </a:cubicBezTo>
                  <a:cubicBezTo>
                    <a:pt x="1191487" y="156476"/>
                    <a:pt x="1203774" y="147522"/>
                    <a:pt x="1217395" y="139807"/>
                  </a:cubicBezTo>
                  <a:cubicBezTo>
                    <a:pt x="1227586" y="152380"/>
                    <a:pt x="1235778" y="166477"/>
                    <a:pt x="1242160" y="180669"/>
                  </a:cubicBezTo>
                  <a:cubicBezTo>
                    <a:pt x="1242922" y="182288"/>
                    <a:pt x="1243493" y="183908"/>
                    <a:pt x="1244160" y="185527"/>
                  </a:cubicBezTo>
                  <a:cubicBezTo>
                    <a:pt x="1243208" y="185622"/>
                    <a:pt x="1242160" y="185622"/>
                    <a:pt x="1241207" y="185813"/>
                  </a:cubicBezTo>
                  <a:cubicBezTo>
                    <a:pt x="1241017" y="185813"/>
                    <a:pt x="1240921" y="185908"/>
                    <a:pt x="1240731" y="185908"/>
                  </a:cubicBezTo>
                  <a:cubicBezTo>
                    <a:pt x="1239302" y="186194"/>
                    <a:pt x="1237969" y="186670"/>
                    <a:pt x="1236635" y="187337"/>
                  </a:cubicBezTo>
                  <a:cubicBezTo>
                    <a:pt x="1236635" y="187337"/>
                    <a:pt x="1236635" y="187337"/>
                    <a:pt x="1236635" y="187337"/>
                  </a:cubicBezTo>
                  <a:cubicBezTo>
                    <a:pt x="1236635" y="187337"/>
                    <a:pt x="1236635" y="187337"/>
                    <a:pt x="1236635" y="187337"/>
                  </a:cubicBezTo>
                  <a:cubicBezTo>
                    <a:pt x="1230730" y="190194"/>
                    <a:pt x="1226729" y="195814"/>
                    <a:pt x="1226729" y="202577"/>
                  </a:cubicBezTo>
                  <a:cubicBezTo>
                    <a:pt x="1226729" y="210673"/>
                    <a:pt x="1232254" y="217626"/>
                    <a:pt x="1239874" y="220007"/>
                  </a:cubicBezTo>
                  <a:cubicBezTo>
                    <a:pt x="1240064" y="220103"/>
                    <a:pt x="1240255" y="220103"/>
                    <a:pt x="1240445" y="220198"/>
                  </a:cubicBezTo>
                  <a:cubicBezTo>
                    <a:pt x="1241874" y="220579"/>
                    <a:pt x="1243398" y="220865"/>
                    <a:pt x="1245017" y="220960"/>
                  </a:cubicBezTo>
                  <a:cubicBezTo>
                    <a:pt x="1248351" y="221055"/>
                    <a:pt x="1251494" y="220293"/>
                    <a:pt x="1254352" y="219055"/>
                  </a:cubicBezTo>
                  <a:cubicBezTo>
                    <a:pt x="1254733" y="221055"/>
                    <a:pt x="1255209" y="223055"/>
                    <a:pt x="1255495" y="225056"/>
                  </a:cubicBezTo>
                  <a:cubicBezTo>
                    <a:pt x="1259781" y="250868"/>
                    <a:pt x="1258638" y="277253"/>
                    <a:pt x="1252733" y="303637"/>
                  </a:cubicBezTo>
                  <a:cubicBezTo>
                    <a:pt x="1252161" y="303732"/>
                    <a:pt x="1251494" y="303732"/>
                    <a:pt x="1250923" y="303923"/>
                  </a:cubicBezTo>
                  <a:cubicBezTo>
                    <a:pt x="1250732" y="303923"/>
                    <a:pt x="1250637" y="304018"/>
                    <a:pt x="1250542" y="304018"/>
                  </a:cubicBezTo>
                  <a:cubicBezTo>
                    <a:pt x="1249208" y="304304"/>
                    <a:pt x="1247970" y="304780"/>
                    <a:pt x="1246827" y="305351"/>
                  </a:cubicBezTo>
                  <a:cubicBezTo>
                    <a:pt x="1246827" y="305351"/>
                    <a:pt x="1246827" y="305351"/>
                    <a:pt x="1246827" y="305351"/>
                  </a:cubicBezTo>
                  <a:cubicBezTo>
                    <a:pt x="1246827" y="305351"/>
                    <a:pt x="1246827" y="305351"/>
                    <a:pt x="1246827" y="305351"/>
                  </a:cubicBezTo>
                  <a:cubicBezTo>
                    <a:pt x="1241398" y="308114"/>
                    <a:pt x="1237493" y="313638"/>
                    <a:pt x="1237016" y="320306"/>
                  </a:cubicBezTo>
                  <a:cubicBezTo>
                    <a:pt x="1236540" y="326783"/>
                    <a:pt x="1239207" y="332498"/>
                    <a:pt x="1243588" y="335831"/>
                  </a:cubicBezTo>
                  <a:cubicBezTo>
                    <a:pt x="1234540" y="362597"/>
                    <a:pt x="1225110" y="382599"/>
                    <a:pt x="1216442" y="397553"/>
                  </a:cubicBezTo>
                  <a:cubicBezTo>
                    <a:pt x="1215871" y="397077"/>
                    <a:pt x="1215204" y="396696"/>
                    <a:pt x="1214537" y="396315"/>
                  </a:cubicBezTo>
                  <a:cubicBezTo>
                    <a:pt x="1212251" y="395172"/>
                    <a:pt x="1209775" y="394982"/>
                    <a:pt x="1207298" y="395363"/>
                  </a:cubicBezTo>
                  <a:cubicBezTo>
                    <a:pt x="1207298" y="395363"/>
                    <a:pt x="1207298" y="395363"/>
                    <a:pt x="1207298" y="395363"/>
                  </a:cubicBezTo>
                  <a:cubicBezTo>
                    <a:pt x="1207298" y="395363"/>
                    <a:pt x="1207298" y="395363"/>
                    <a:pt x="1207298" y="395363"/>
                  </a:cubicBezTo>
                  <a:cubicBezTo>
                    <a:pt x="1202155" y="396315"/>
                    <a:pt x="1197297" y="400601"/>
                    <a:pt x="1195011" y="406888"/>
                  </a:cubicBezTo>
                  <a:cubicBezTo>
                    <a:pt x="1192535" y="413746"/>
                    <a:pt x="1193582" y="420699"/>
                    <a:pt x="1197107" y="425271"/>
                  </a:cubicBezTo>
                  <a:cubicBezTo>
                    <a:pt x="1190344" y="433272"/>
                    <a:pt x="1183676" y="439082"/>
                    <a:pt x="1177390" y="442607"/>
                  </a:cubicBezTo>
                  <a:cubicBezTo>
                    <a:pt x="1178247" y="439559"/>
                    <a:pt x="1178628" y="436415"/>
                    <a:pt x="1178152" y="433272"/>
                  </a:cubicBezTo>
                  <a:close/>
                  <a:moveTo>
                    <a:pt x="938027" y="434987"/>
                  </a:moveTo>
                  <a:cubicBezTo>
                    <a:pt x="937741" y="431843"/>
                    <a:pt x="936979" y="428795"/>
                    <a:pt x="935360" y="425938"/>
                  </a:cubicBezTo>
                  <a:cubicBezTo>
                    <a:pt x="934788" y="424890"/>
                    <a:pt x="934121" y="424033"/>
                    <a:pt x="933455" y="423176"/>
                  </a:cubicBezTo>
                  <a:cubicBezTo>
                    <a:pt x="932026" y="421556"/>
                    <a:pt x="930406" y="420223"/>
                    <a:pt x="928692" y="419461"/>
                  </a:cubicBezTo>
                  <a:cubicBezTo>
                    <a:pt x="924406" y="417365"/>
                    <a:pt x="919548" y="417842"/>
                    <a:pt x="915833" y="421175"/>
                  </a:cubicBezTo>
                  <a:cubicBezTo>
                    <a:pt x="914881" y="422033"/>
                    <a:pt x="914214" y="422985"/>
                    <a:pt x="913547" y="424033"/>
                  </a:cubicBezTo>
                  <a:cubicBezTo>
                    <a:pt x="913452" y="424128"/>
                    <a:pt x="913452" y="424223"/>
                    <a:pt x="913357" y="424319"/>
                  </a:cubicBezTo>
                  <a:cubicBezTo>
                    <a:pt x="910118" y="429938"/>
                    <a:pt x="910404" y="438225"/>
                    <a:pt x="913928" y="444607"/>
                  </a:cubicBezTo>
                  <a:cubicBezTo>
                    <a:pt x="904213" y="442511"/>
                    <a:pt x="892497" y="434891"/>
                    <a:pt x="879829" y="420223"/>
                  </a:cubicBezTo>
                  <a:cubicBezTo>
                    <a:pt x="883924" y="414127"/>
                    <a:pt x="883829" y="404507"/>
                    <a:pt x="878781" y="397458"/>
                  </a:cubicBezTo>
                  <a:cubicBezTo>
                    <a:pt x="877924" y="396220"/>
                    <a:pt x="876876" y="395172"/>
                    <a:pt x="875828" y="394315"/>
                  </a:cubicBezTo>
                  <a:cubicBezTo>
                    <a:pt x="875828" y="394315"/>
                    <a:pt x="875733" y="394220"/>
                    <a:pt x="875733" y="394220"/>
                  </a:cubicBezTo>
                  <a:cubicBezTo>
                    <a:pt x="874781" y="393362"/>
                    <a:pt x="873638" y="392696"/>
                    <a:pt x="872590" y="392124"/>
                  </a:cubicBezTo>
                  <a:cubicBezTo>
                    <a:pt x="872494" y="392124"/>
                    <a:pt x="872494" y="392029"/>
                    <a:pt x="872399" y="392029"/>
                  </a:cubicBezTo>
                  <a:cubicBezTo>
                    <a:pt x="872399" y="392029"/>
                    <a:pt x="872399" y="392029"/>
                    <a:pt x="872399" y="392029"/>
                  </a:cubicBezTo>
                  <a:cubicBezTo>
                    <a:pt x="868303" y="390029"/>
                    <a:pt x="863636" y="390314"/>
                    <a:pt x="859922" y="392886"/>
                  </a:cubicBezTo>
                  <a:cubicBezTo>
                    <a:pt x="849920" y="376408"/>
                    <a:pt x="840110" y="355453"/>
                    <a:pt x="831632" y="329640"/>
                  </a:cubicBezTo>
                  <a:cubicBezTo>
                    <a:pt x="836490" y="325449"/>
                    <a:pt x="838776" y="318210"/>
                    <a:pt x="836776" y="311066"/>
                  </a:cubicBezTo>
                  <a:cubicBezTo>
                    <a:pt x="836395" y="309638"/>
                    <a:pt x="835728" y="308304"/>
                    <a:pt x="835061" y="306971"/>
                  </a:cubicBezTo>
                  <a:cubicBezTo>
                    <a:pt x="834966" y="306875"/>
                    <a:pt x="834871" y="306780"/>
                    <a:pt x="834871" y="306590"/>
                  </a:cubicBezTo>
                  <a:cubicBezTo>
                    <a:pt x="834204" y="305351"/>
                    <a:pt x="833347" y="304304"/>
                    <a:pt x="832394" y="303351"/>
                  </a:cubicBezTo>
                  <a:cubicBezTo>
                    <a:pt x="832394" y="303351"/>
                    <a:pt x="832394" y="303351"/>
                    <a:pt x="832394" y="303351"/>
                  </a:cubicBezTo>
                  <a:cubicBezTo>
                    <a:pt x="832394" y="303351"/>
                    <a:pt x="832394" y="303351"/>
                    <a:pt x="832394" y="303351"/>
                  </a:cubicBezTo>
                  <a:cubicBezTo>
                    <a:pt x="829918" y="300684"/>
                    <a:pt x="826679" y="298874"/>
                    <a:pt x="823155" y="298208"/>
                  </a:cubicBezTo>
                  <a:cubicBezTo>
                    <a:pt x="818202" y="273538"/>
                    <a:pt x="817440" y="248868"/>
                    <a:pt x="821440" y="224770"/>
                  </a:cubicBezTo>
                  <a:cubicBezTo>
                    <a:pt x="822107" y="220388"/>
                    <a:pt x="823060" y="216102"/>
                    <a:pt x="824107" y="211911"/>
                  </a:cubicBezTo>
                  <a:cubicBezTo>
                    <a:pt x="828013" y="213816"/>
                    <a:pt x="832680" y="214483"/>
                    <a:pt x="837347" y="213435"/>
                  </a:cubicBezTo>
                  <a:cubicBezTo>
                    <a:pt x="847348" y="211149"/>
                    <a:pt x="853826" y="201434"/>
                    <a:pt x="851730" y="191813"/>
                  </a:cubicBezTo>
                  <a:cubicBezTo>
                    <a:pt x="851444" y="190289"/>
                    <a:pt x="850873" y="188956"/>
                    <a:pt x="850206" y="187718"/>
                  </a:cubicBezTo>
                  <a:cubicBezTo>
                    <a:pt x="850111" y="187622"/>
                    <a:pt x="850015" y="187432"/>
                    <a:pt x="850015" y="187337"/>
                  </a:cubicBezTo>
                  <a:cubicBezTo>
                    <a:pt x="849349" y="186098"/>
                    <a:pt x="848492" y="185051"/>
                    <a:pt x="847539" y="184003"/>
                  </a:cubicBezTo>
                  <a:cubicBezTo>
                    <a:pt x="847539" y="184003"/>
                    <a:pt x="847539" y="184003"/>
                    <a:pt x="847539" y="184003"/>
                  </a:cubicBezTo>
                  <a:cubicBezTo>
                    <a:pt x="847539" y="184003"/>
                    <a:pt x="847539" y="184003"/>
                    <a:pt x="847539" y="184003"/>
                  </a:cubicBezTo>
                  <a:cubicBezTo>
                    <a:pt x="844586" y="180955"/>
                    <a:pt x="840490" y="178955"/>
                    <a:pt x="835919" y="178383"/>
                  </a:cubicBezTo>
                  <a:cubicBezTo>
                    <a:pt x="842205" y="164858"/>
                    <a:pt x="850111" y="151427"/>
                    <a:pt x="859826" y="139426"/>
                  </a:cubicBezTo>
                  <a:cubicBezTo>
                    <a:pt x="875638" y="148379"/>
                    <a:pt x="889735" y="159047"/>
                    <a:pt x="901927" y="171335"/>
                  </a:cubicBezTo>
                  <a:cubicBezTo>
                    <a:pt x="901069" y="171716"/>
                    <a:pt x="900212" y="172192"/>
                    <a:pt x="899450" y="172763"/>
                  </a:cubicBezTo>
                  <a:cubicBezTo>
                    <a:pt x="899355" y="172859"/>
                    <a:pt x="899165" y="172954"/>
                    <a:pt x="899069" y="173049"/>
                  </a:cubicBezTo>
                  <a:cubicBezTo>
                    <a:pt x="897831" y="173906"/>
                    <a:pt x="896783" y="174859"/>
                    <a:pt x="895831" y="176002"/>
                  </a:cubicBezTo>
                  <a:cubicBezTo>
                    <a:pt x="895831" y="176002"/>
                    <a:pt x="895831" y="176002"/>
                    <a:pt x="895831" y="176002"/>
                  </a:cubicBezTo>
                  <a:cubicBezTo>
                    <a:pt x="895831" y="176002"/>
                    <a:pt x="895831" y="176002"/>
                    <a:pt x="895831" y="176002"/>
                  </a:cubicBezTo>
                  <a:cubicBezTo>
                    <a:pt x="891449" y="180955"/>
                    <a:pt x="889925" y="187718"/>
                    <a:pt x="892497" y="193909"/>
                  </a:cubicBezTo>
                  <a:cubicBezTo>
                    <a:pt x="895069" y="200100"/>
                    <a:pt x="900689" y="203910"/>
                    <a:pt x="906975" y="204767"/>
                  </a:cubicBezTo>
                  <a:cubicBezTo>
                    <a:pt x="906975" y="204767"/>
                    <a:pt x="906975" y="204767"/>
                    <a:pt x="906975" y="204767"/>
                  </a:cubicBezTo>
                  <a:cubicBezTo>
                    <a:pt x="906975" y="204767"/>
                    <a:pt x="907070" y="204767"/>
                    <a:pt x="907070" y="204767"/>
                  </a:cubicBezTo>
                  <a:cubicBezTo>
                    <a:pt x="908499" y="204958"/>
                    <a:pt x="910023" y="205053"/>
                    <a:pt x="911452" y="204863"/>
                  </a:cubicBezTo>
                  <a:cubicBezTo>
                    <a:pt x="911547" y="204863"/>
                    <a:pt x="911738" y="204863"/>
                    <a:pt x="911833" y="204863"/>
                  </a:cubicBezTo>
                  <a:cubicBezTo>
                    <a:pt x="913357" y="204672"/>
                    <a:pt x="914976" y="204482"/>
                    <a:pt x="916500" y="204005"/>
                  </a:cubicBezTo>
                  <a:cubicBezTo>
                    <a:pt x="917738" y="203624"/>
                    <a:pt x="918881" y="203053"/>
                    <a:pt x="919929" y="202481"/>
                  </a:cubicBezTo>
                  <a:cubicBezTo>
                    <a:pt x="921644" y="201529"/>
                    <a:pt x="923168" y="200195"/>
                    <a:pt x="924406" y="198767"/>
                  </a:cubicBezTo>
                  <a:cubicBezTo>
                    <a:pt x="925549" y="200481"/>
                    <a:pt x="926692" y="202100"/>
                    <a:pt x="927740" y="203815"/>
                  </a:cubicBezTo>
                  <a:cubicBezTo>
                    <a:pt x="941456" y="225913"/>
                    <a:pt x="950504" y="250678"/>
                    <a:pt x="955076" y="277253"/>
                  </a:cubicBezTo>
                  <a:cubicBezTo>
                    <a:pt x="954505" y="277538"/>
                    <a:pt x="954028" y="277824"/>
                    <a:pt x="953457" y="278205"/>
                  </a:cubicBezTo>
                  <a:cubicBezTo>
                    <a:pt x="953362" y="278300"/>
                    <a:pt x="953267" y="278396"/>
                    <a:pt x="953076" y="278491"/>
                  </a:cubicBezTo>
                  <a:cubicBezTo>
                    <a:pt x="952028" y="279253"/>
                    <a:pt x="950981" y="280205"/>
                    <a:pt x="950123" y="281158"/>
                  </a:cubicBezTo>
                  <a:cubicBezTo>
                    <a:pt x="950123" y="281158"/>
                    <a:pt x="950123" y="281158"/>
                    <a:pt x="950123" y="281158"/>
                  </a:cubicBezTo>
                  <a:lnTo>
                    <a:pt x="950123" y="281158"/>
                  </a:lnTo>
                  <a:cubicBezTo>
                    <a:pt x="946218" y="285825"/>
                    <a:pt x="944694" y="292493"/>
                    <a:pt x="946694" y="298779"/>
                  </a:cubicBezTo>
                  <a:cubicBezTo>
                    <a:pt x="948694" y="304970"/>
                    <a:pt x="953362" y="309066"/>
                    <a:pt x="958601" y="310495"/>
                  </a:cubicBezTo>
                  <a:cubicBezTo>
                    <a:pt x="960506" y="338689"/>
                    <a:pt x="959363" y="360882"/>
                    <a:pt x="956981" y="378027"/>
                  </a:cubicBezTo>
                  <a:cubicBezTo>
                    <a:pt x="956219" y="377837"/>
                    <a:pt x="955552" y="377741"/>
                    <a:pt x="954790" y="377646"/>
                  </a:cubicBezTo>
                  <a:cubicBezTo>
                    <a:pt x="953552" y="377646"/>
                    <a:pt x="952409" y="377837"/>
                    <a:pt x="951266" y="378122"/>
                  </a:cubicBezTo>
                  <a:cubicBezTo>
                    <a:pt x="951171" y="378122"/>
                    <a:pt x="950981" y="378218"/>
                    <a:pt x="950885" y="378218"/>
                  </a:cubicBezTo>
                  <a:cubicBezTo>
                    <a:pt x="949742" y="378503"/>
                    <a:pt x="948790" y="379075"/>
                    <a:pt x="947837" y="379646"/>
                  </a:cubicBezTo>
                  <a:lnTo>
                    <a:pt x="947837" y="379646"/>
                  </a:lnTo>
                  <a:lnTo>
                    <a:pt x="947837" y="379646"/>
                  </a:lnTo>
                  <a:cubicBezTo>
                    <a:pt x="943361" y="382504"/>
                    <a:pt x="940503" y="388124"/>
                    <a:pt x="940789" y="394791"/>
                  </a:cubicBezTo>
                  <a:cubicBezTo>
                    <a:pt x="941074" y="401935"/>
                    <a:pt x="944789" y="408221"/>
                    <a:pt x="949742" y="411269"/>
                  </a:cubicBezTo>
                  <a:cubicBezTo>
                    <a:pt x="946504" y="421271"/>
                    <a:pt x="942598" y="429272"/>
                    <a:pt x="938027" y="434987"/>
                  </a:cubicBezTo>
                  <a:close/>
                  <a:moveTo>
                    <a:pt x="708665" y="460037"/>
                  </a:moveTo>
                  <a:cubicBezTo>
                    <a:pt x="707522" y="460514"/>
                    <a:pt x="706474" y="461085"/>
                    <a:pt x="705521" y="461847"/>
                  </a:cubicBezTo>
                  <a:cubicBezTo>
                    <a:pt x="705426" y="461942"/>
                    <a:pt x="705331" y="462038"/>
                    <a:pt x="705236" y="462133"/>
                  </a:cubicBezTo>
                  <a:cubicBezTo>
                    <a:pt x="704378" y="462895"/>
                    <a:pt x="703616" y="463657"/>
                    <a:pt x="702949" y="464609"/>
                  </a:cubicBezTo>
                  <a:cubicBezTo>
                    <a:pt x="702949" y="464609"/>
                    <a:pt x="702949" y="464609"/>
                    <a:pt x="702949" y="464609"/>
                  </a:cubicBezTo>
                  <a:lnTo>
                    <a:pt x="702949" y="464609"/>
                  </a:lnTo>
                  <a:cubicBezTo>
                    <a:pt x="699997" y="468991"/>
                    <a:pt x="699425" y="475277"/>
                    <a:pt x="702283" y="481278"/>
                  </a:cubicBezTo>
                  <a:cubicBezTo>
                    <a:pt x="705331" y="487755"/>
                    <a:pt x="711141" y="492137"/>
                    <a:pt x="716856" y="493089"/>
                  </a:cubicBezTo>
                  <a:cubicBezTo>
                    <a:pt x="717523" y="503186"/>
                    <a:pt x="716951" y="512044"/>
                    <a:pt x="715046" y="519092"/>
                  </a:cubicBezTo>
                  <a:cubicBezTo>
                    <a:pt x="713522" y="516425"/>
                    <a:pt x="711617" y="513949"/>
                    <a:pt x="709045" y="512044"/>
                  </a:cubicBezTo>
                  <a:cubicBezTo>
                    <a:pt x="705331" y="509186"/>
                    <a:pt x="701140" y="508139"/>
                    <a:pt x="697520" y="508710"/>
                  </a:cubicBezTo>
                  <a:cubicBezTo>
                    <a:pt x="696568" y="508901"/>
                    <a:pt x="695711" y="509091"/>
                    <a:pt x="694948" y="509472"/>
                  </a:cubicBezTo>
                  <a:cubicBezTo>
                    <a:pt x="693329" y="510139"/>
                    <a:pt x="691805" y="511282"/>
                    <a:pt x="690662" y="512711"/>
                  </a:cubicBezTo>
                  <a:cubicBezTo>
                    <a:pt x="690091" y="513473"/>
                    <a:pt x="689519" y="514235"/>
                    <a:pt x="689138" y="515187"/>
                  </a:cubicBezTo>
                  <a:cubicBezTo>
                    <a:pt x="688662" y="516235"/>
                    <a:pt x="688376" y="517473"/>
                    <a:pt x="688186" y="518616"/>
                  </a:cubicBezTo>
                  <a:cubicBezTo>
                    <a:pt x="688186" y="518902"/>
                    <a:pt x="688186" y="519092"/>
                    <a:pt x="688090" y="519378"/>
                  </a:cubicBezTo>
                  <a:cubicBezTo>
                    <a:pt x="687995" y="520521"/>
                    <a:pt x="687995" y="521664"/>
                    <a:pt x="688090" y="522902"/>
                  </a:cubicBezTo>
                  <a:cubicBezTo>
                    <a:pt x="688090" y="522902"/>
                    <a:pt x="688090" y="522902"/>
                    <a:pt x="688090" y="522902"/>
                  </a:cubicBezTo>
                  <a:lnTo>
                    <a:pt x="688090" y="522902"/>
                  </a:lnTo>
                  <a:cubicBezTo>
                    <a:pt x="688662" y="528332"/>
                    <a:pt x="691805" y="533951"/>
                    <a:pt x="696473" y="537666"/>
                  </a:cubicBezTo>
                  <a:cubicBezTo>
                    <a:pt x="686662" y="539476"/>
                    <a:pt x="672851" y="536809"/>
                    <a:pt x="655610" y="528332"/>
                  </a:cubicBezTo>
                  <a:cubicBezTo>
                    <a:pt x="657039" y="520997"/>
                    <a:pt x="653324" y="512330"/>
                    <a:pt x="645895" y="507662"/>
                  </a:cubicBezTo>
                  <a:cubicBezTo>
                    <a:pt x="644656" y="506900"/>
                    <a:pt x="643323" y="506329"/>
                    <a:pt x="642085" y="505853"/>
                  </a:cubicBezTo>
                  <a:cubicBezTo>
                    <a:pt x="641990" y="505853"/>
                    <a:pt x="641799" y="505757"/>
                    <a:pt x="641704" y="505757"/>
                  </a:cubicBezTo>
                  <a:cubicBezTo>
                    <a:pt x="635798" y="503948"/>
                    <a:pt x="629988" y="505948"/>
                    <a:pt x="626845" y="510710"/>
                  </a:cubicBezTo>
                  <a:cubicBezTo>
                    <a:pt x="611224" y="499280"/>
                    <a:pt x="594079" y="483755"/>
                    <a:pt x="576362" y="463181"/>
                  </a:cubicBezTo>
                  <a:cubicBezTo>
                    <a:pt x="579315" y="457466"/>
                    <a:pt x="578553" y="449941"/>
                    <a:pt x="574076" y="444131"/>
                  </a:cubicBezTo>
                  <a:cubicBezTo>
                    <a:pt x="573124" y="442892"/>
                    <a:pt x="572076" y="441940"/>
                    <a:pt x="570933" y="441083"/>
                  </a:cubicBezTo>
                  <a:cubicBezTo>
                    <a:pt x="570838" y="440987"/>
                    <a:pt x="570743" y="440892"/>
                    <a:pt x="570552" y="440797"/>
                  </a:cubicBezTo>
                  <a:cubicBezTo>
                    <a:pt x="569409" y="439940"/>
                    <a:pt x="568266" y="439273"/>
                    <a:pt x="567028" y="438701"/>
                  </a:cubicBezTo>
                  <a:cubicBezTo>
                    <a:pt x="567028" y="438701"/>
                    <a:pt x="567028" y="438701"/>
                    <a:pt x="567028" y="438701"/>
                  </a:cubicBezTo>
                  <a:cubicBezTo>
                    <a:pt x="567028" y="438701"/>
                    <a:pt x="567028" y="438701"/>
                    <a:pt x="567028" y="438701"/>
                  </a:cubicBezTo>
                  <a:cubicBezTo>
                    <a:pt x="563694" y="437177"/>
                    <a:pt x="559979" y="436796"/>
                    <a:pt x="556455" y="437463"/>
                  </a:cubicBezTo>
                  <a:cubicBezTo>
                    <a:pt x="542453" y="416603"/>
                    <a:pt x="532261" y="394124"/>
                    <a:pt x="526737" y="370312"/>
                  </a:cubicBezTo>
                  <a:cubicBezTo>
                    <a:pt x="525689" y="366026"/>
                    <a:pt x="524927" y="361739"/>
                    <a:pt x="524165" y="357358"/>
                  </a:cubicBezTo>
                  <a:cubicBezTo>
                    <a:pt x="528452" y="357548"/>
                    <a:pt x="533023" y="356405"/>
                    <a:pt x="536929" y="353643"/>
                  </a:cubicBezTo>
                  <a:cubicBezTo>
                    <a:pt x="545311" y="347642"/>
                    <a:pt x="547502" y="336308"/>
                    <a:pt x="541882" y="328211"/>
                  </a:cubicBezTo>
                  <a:cubicBezTo>
                    <a:pt x="541024" y="326973"/>
                    <a:pt x="539977" y="325925"/>
                    <a:pt x="538834" y="324973"/>
                  </a:cubicBezTo>
                  <a:cubicBezTo>
                    <a:pt x="538739" y="324878"/>
                    <a:pt x="538643" y="324782"/>
                    <a:pt x="538453" y="324687"/>
                  </a:cubicBezTo>
                  <a:cubicBezTo>
                    <a:pt x="537310" y="323830"/>
                    <a:pt x="536167" y="323068"/>
                    <a:pt x="534833" y="322496"/>
                  </a:cubicBezTo>
                  <a:cubicBezTo>
                    <a:pt x="534833" y="322496"/>
                    <a:pt x="534833" y="322496"/>
                    <a:pt x="534833" y="322496"/>
                  </a:cubicBezTo>
                  <a:lnTo>
                    <a:pt x="534833" y="322496"/>
                  </a:lnTo>
                  <a:cubicBezTo>
                    <a:pt x="530928" y="320782"/>
                    <a:pt x="526356" y="320496"/>
                    <a:pt x="521974" y="321734"/>
                  </a:cubicBezTo>
                  <a:cubicBezTo>
                    <a:pt x="522546" y="306875"/>
                    <a:pt x="524737" y="291540"/>
                    <a:pt x="529023" y="276586"/>
                  </a:cubicBezTo>
                  <a:cubicBezTo>
                    <a:pt x="547120" y="278777"/>
                    <a:pt x="564170" y="283253"/>
                    <a:pt x="580172" y="289921"/>
                  </a:cubicBezTo>
                  <a:cubicBezTo>
                    <a:pt x="579506" y="290683"/>
                    <a:pt x="578934" y="291445"/>
                    <a:pt x="578363" y="292207"/>
                  </a:cubicBezTo>
                  <a:cubicBezTo>
                    <a:pt x="578267" y="292397"/>
                    <a:pt x="578172" y="292493"/>
                    <a:pt x="578077" y="292683"/>
                  </a:cubicBezTo>
                  <a:cubicBezTo>
                    <a:pt x="577315" y="293921"/>
                    <a:pt x="576648" y="295255"/>
                    <a:pt x="576172" y="296588"/>
                  </a:cubicBezTo>
                  <a:cubicBezTo>
                    <a:pt x="576172" y="296588"/>
                    <a:pt x="576172" y="296588"/>
                    <a:pt x="576172" y="296588"/>
                  </a:cubicBezTo>
                  <a:cubicBezTo>
                    <a:pt x="576172" y="296588"/>
                    <a:pt x="576172" y="296588"/>
                    <a:pt x="576172" y="296588"/>
                  </a:cubicBezTo>
                  <a:cubicBezTo>
                    <a:pt x="574076" y="302780"/>
                    <a:pt x="575219" y="309638"/>
                    <a:pt x="579982" y="314400"/>
                  </a:cubicBezTo>
                  <a:cubicBezTo>
                    <a:pt x="584744" y="319163"/>
                    <a:pt x="591317" y="320496"/>
                    <a:pt x="597508" y="318877"/>
                  </a:cubicBezTo>
                  <a:cubicBezTo>
                    <a:pt x="597508" y="318877"/>
                    <a:pt x="597508" y="318877"/>
                    <a:pt x="597508" y="318877"/>
                  </a:cubicBezTo>
                  <a:cubicBezTo>
                    <a:pt x="597508" y="318877"/>
                    <a:pt x="597508" y="318877"/>
                    <a:pt x="597603" y="318877"/>
                  </a:cubicBezTo>
                  <a:cubicBezTo>
                    <a:pt x="599032" y="318496"/>
                    <a:pt x="600461" y="317924"/>
                    <a:pt x="601794" y="317258"/>
                  </a:cubicBezTo>
                  <a:cubicBezTo>
                    <a:pt x="601889" y="317258"/>
                    <a:pt x="601889" y="317162"/>
                    <a:pt x="601985" y="317162"/>
                  </a:cubicBezTo>
                  <a:cubicBezTo>
                    <a:pt x="603413" y="316400"/>
                    <a:pt x="604747" y="315543"/>
                    <a:pt x="605985" y="314495"/>
                  </a:cubicBezTo>
                  <a:cubicBezTo>
                    <a:pt x="608461" y="312305"/>
                    <a:pt x="610176" y="309542"/>
                    <a:pt x="611224" y="306590"/>
                  </a:cubicBezTo>
                  <a:cubicBezTo>
                    <a:pt x="612938" y="307733"/>
                    <a:pt x="614653" y="308780"/>
                    <a:pt x="616272" y="310019"/>
                  </a:cubicBezTo>
                  <a:cubicBezTo>
                    <a:pt x="637513" y="325068"/>
                    <a:pt x="655324" y="344499"/>
                    <a:pt x="669802" y="367264"/>
                  </a:cubicBezTo>
                  <a:cubicBezTo>
                    <a:pt x="669422" y="367740"/>
                    <a:pt x="669040" y="368216"/>
                    <a:pt x="668660" y="368693"/>
                  </a:cubicBezTo>
                  <a:cubicBezTo>
                    <a:pt x="668564" y="368788"/>
                    <a:pt x="668469" y="368978"/>
                    <a:pt x="668469" y="369074"/>
                  </a:cubicBezTo>
                  <a:cubicBezTo>
                    <a:pt x="667802" y="370217"/>
                    <a:pt x="667231" y="371455"/>
                    <a:pt x="666850" y="372693"/>
                  </a:cubicBezTo>
                  <a:cubicBezTo>
                    <a:pt x="666850" y="372693"/>
                    <a:pt x="666850" y="372693"/>
                    <a:pt x="666850" y="372693"/>
                  </a:cubicBezTo>
                  <a:lnTo>
                    <a:pt x="666850" y="372693"/>
                  </a:lnTo>
                  <a:cubicBezTo>
                    <a:pt x="664945" y="378503"/>
                    <a:pt x="666183" y="385266"/>
                    <a:pt x="670469" y="390314"/>
                  </a:cubicBezTo>
                  <a:cubicBezTo>
                    <a:pt x="674660" y="395267"/>
                    <a:pt x="680470" y="397268"/>
                    <a:pt x="685900" y="396506"/>
                  </a:cubicBezTo>
                  <a:cubicBezTo>
                    <a:pt x="698473" y="421842"/>
                    <a:pt x="705998" y="442702"/>
                    <a:pt x="710379" y="459466"/>
                  </a:cubicBezTo>
                  <a:cubicBezTo>
                    <a:pt x="710093" y="459656"/>
                    <a:pt x="709331" y="459847"/>
                    <a:pt x="708665" y="460037"/>
                  </a:cubicBezTo>
                  <a:close/>
                  <a:moveTo>
                    <a:pt x="512259" y="630630"/>
                  </a:moveTo>
                  <a:cubicBezTo>
                    <a:pt x="511306" y="631487"/>
                    <a:pt x="510544" y="632440"/>
                    <a:pt x="509973" y="633488"/>
                  </a:cubicBezTo>
                  <a:cubicBezTo>
                    <a:pt x="509973" y="633488"/>
                    <a:pt x="509973" y="633583"/>
                    <a:pt x="509878" y="633583"/>
                  </a:cubicBezTo>
                  <a:cubicBezTo>
                    <a:pt x="506735" y="639203"/>
                    <a:pt x="508259" y="647108"/>
                    <a:pt x="514450" y="652728"/>
                  </a:cubicBezTo>
                  <a:cubicBezTo>
                    <a:pt x="519784" y="657586"/>
                    <a:pt x="526642" y="659300"/>
                    <a:pt x="532261" y="657967"/>
                  </a:cubicBezTo>
                  <a:cubicBezTo>
                    <a:pt x="536929" y="667206"/>
                    <a:pt x="539786" y="675588"/>
                    <a:pt x="540644" y="682827"/>
                  </a:cubicBezTo>
                  <a:cubicBezTo>
                    <a:pt x="539119" y="681589"/>
                    <a:pt x="537500" y="680541"/>
                    <a:pt x="535690" y="679684"/>
                  </a:cubicBezTo>
                  <a:cubicBezTo>
                    <a:pt x="534643" y="679208"/>
                    <a:pt x="533500" y="678827"/>
                    <a:pt x="532357" y="678541"/>
                  </a:cubicBezTo>
                  <a:cubicBezTo>
                    <a:pt x="530071" y="677969"/>
                    <a:pt x="527880" y="677779"/>
                    <a:pt x="525880" y="677969"/>
                  </a:cubicBezTo>
                  <a:cubicBezTo>
                    <a:pt x="522832" y="678350"/>
                    <a:pt x="520165" y="679493"/>
                    <a:pt x="518260" y="681398"/>
                  </a:cubicBezTo>
                  <a:cubicBezTo>
                    <a:pt x="517022" y="682637"/>
                    <a:pt x="516069" y="684256"/>
                    <a:pt x="515498" y="686066"/>
                  </a:cubicBezTo>
                  <a:cubicBezTo>
                    <a:pt x="515212" y="686923"/>
                    <a:pt x="515117" y="687971"/>
                    <a:pt x="515117" y="688923"/>
                  </a:cubicBezTo>
                  <a:cubicBezTo>
                    <a:pt x="515117" y="690161"/>
                    <a:pt x="515307" y="691400"/>
                    <a:pt x="515688" y="692638"/>
                  </a:cubicBezTo>
                  <a:cubicBezTo>
                    <a:pt x="515688" y="692733"/>
                    <a:pt x="515783" y="692924"/>
                    <a:pt x="515783" y="693019"/>
                  </a:cubicBezTo>
                  <a:cubicBezTo>
                    <a:pt x="516164" y="694162"/>
                    <a:pt x="516640" y="695400"/>
                    <a:pt x="517212" y="696448"/>
                  </a:cubicBezTo>
                  <a:cubicBezTo>
                    <a:pt x="517212" y="696448"/>
                    <a:pt x="517212" y="696448"/>
                    <a:pt x="517212" y="696448"/>
                  </a:cubicBezTo>
                  <a:lnTo>
                    <a:pt x="517212" y="696448"/>
                  </a:lnTo>
                  <a:cubicBezTo>
                    <a:pt x="519879" y="701306"/>
                    <a:pt x="524832" y="705211"/>
                    <a:pt x="530547" y="706925"/>
                  </a:cubicBezTo>
                  <a:cubicBezTo>
                    <a:pt x="522165" y="712355"/>
                    <a:pt x="507973" y="714926"/>
                    <a:pt x="489209" y="713783"/>
                  </a:cubicBezTo>
                  <a:cubicBezTo>
                    <a:pt x="488923" y="712545"/>
                    <a:pt x="488542" y="711307"/>
                    <a:pt x="488065" y="710164"/>
                  </a:cubicBezTo>
                  <a:cubicBezTo>
                    <a:pt x="485780" y="705306"/>
                    <a:pt x="481207" y="701115"/>
                    <a:pt x="475683" y="699210"/>
                  </a:cubicBezTo>
                  <a:cubicBezTo>
                    <a:pt x="474540" y="698829"/>
                    <a:pt x="473492" y="698543"/>
                    <a:pt x="472254" y="698353"/>
                  </a:cubicBezTo>
                  <a:cubicBezTo>
                    <a:pt x="470825" y="698162"/>
                    <a:pt x="469492" y="698162"/>
                    <a:pt x="468158" y="698258"/>
                  </a:cubicBezTo>
                  <a:cubicBezTo>
                    <a:pt x="468063" y="698258"/>
                    <a:pt x="467873" y="698258"/>
                    <a:pt x="467777" y="698353"/>
                  </a:cubicBezTo>
                  <a:cubicBezTo>
                    <a:pt x="466539" y="698448"/>
                    <a:pt x="465301" y="698734"/>
                    <a:pt x="464158" y="699210"/>
                  </a:cubicBezTo>
                  <a:cubicBezTo>
                    <a:pt x="464158" y="699210"/>
                    <a:pt x="464158" y="699210"/>
                    <a:pt x="464158" y="699210"/>
                  </a:cubicBezTo>
                  <a:lnTo>
                    <a:pt x="464158" y="699210"/>
                  </a:lnTo>
                  <a:cubicBezTo>
                    <a:pt x="459872" y="700734"/>
                    <a:pt x="456728" y="704163"/>
                    <a:pt x="455871" y="708545"/>
                  </a:cubicBezTo>
                  <a:cubicBezTo>
                    <a:pt x="437107" y="703973"/>
                    <a:pt x="415294" y="696067"/>
                    <a:pt x="391006" y="683780"/>
                  </a:cubicBezTo>
                  <a:cubicBezTo>
                    <a:pt x="391482" y="677398"/>
                    <a:pt x="388148" y="670730"/>
                    <a:pt x="381671" y="667111"/>
                  </a:cubicBezTo>
                  <a:cubicBezTo>
                    <a:pt x="380338" y="666349"/>
                    <a:pt x="379004" y="665873"/>
                    <a:pt x="377576" y="665492"/>
                  </a:cubicBezTo>
                  <a:cubicBezTo>
                    <a:pt x="377385" y="665492"/>
                    <a:pt x="377290" y="665396"/>
                    <a:pt x="377099" y="665396"/>
                  </a:cubicBezTo>
                  <a:cubicBezTo>
                    <a:pt x="375766" y="665015"/>
                    <a:pt x="374432" y="664825"/>
                    <a:pt x="373099" y="664825"/>
                  </a:cubicBezTo>
                  <a:cubicBezTo>
                    <a:pt x="373099" y="664825"/>
                    <a:pt x="373099" y="664825"/>
                    <a:pt x="373099" y="664825"/>
                  </a:cubicBezTo>
                  <a:cubicBezTo>
                    <a:pt x="373099" y="664825"/>
                    <a:pt x="373099" y="664825"/>
                    <a:pt x="373099" y="664825"/>
                  </a:cubicBezTo>
                  <a:cubicBezTo>
                    <a:pt x="369384" y="664730"/>
                    <a:pt x="365764" y="665682"/>
                    <a:pt x="362812" y="667682"/>
                  </a:cubicBezTo>
                  <a:cubicBezTo>
                    <a:pt x="341952" y="653681"/>
                    <a:pt x="324045" y="636821"/>
                    <a:pt x="309853" y="617009"/>
                  </a:cubicBezTo>
                  <a:cubicBezTo>
                    <a:pt x="307281" y="613485"/>
                    <a:pt x="304900" y="609770"/>
                    <a:pt x="302614" y="606056"/>
                  </a:cubicBezTo>
                  <a:cubicBezTo>
                    <a:pt x="306710" y="604627"/>
                    <a:pt x="310424" y="601769"/>
                    <a:pt x="312806" y="597674"/>
                  </a:cubicBezTo>
                  <a:cubicBezTo>
                    <a:pt x="318330" y="589006"/>
                    <a:pt x="316139" y="577671"/>
                    <a:pt x="307852" y="572337"/>
                  </a:cubicBezTo>
                  <a:cubicBezTo>
                    <a:pt x="306614" y="571480"/>
                    <a:pt x="305185" y="571004"/>
                    <a:pt x="303852" y="570527"/>
                  </a:cubicBezTo>
                  <a:cubicBezTo>
                    <a:pt x="303757" y="570527"/>
                    <a:pt x="303566" y="570432"/>
                    <a:pt x="303471" y="570432"/>
                  </a:cubicBezTo>
                  <a:cubicBezTo>
                    <a:pt x="302138" y="570051"/>
                    <a:pt x="300709" y="569861"/>
                    <a:pt x="299375" y="569765"/>
                  </a:cubicBezTo>
                  <a:cubicBezTo>
                    <a:pt x="299375" y="569765"/>
                    <a:pt x="299375" y="569765"/>
                    <a:pt x="299375" y="569765"/>
                  </a:cubicBezTo>
                  <a:cubicBezTo>
                    <a:pt x="299375" y="569765"/>
                    <a:pt x="299375" y="569765"/>
                    <a:pt x="299375" y="569765"/>
                  </a:cubicBezTo>
                  <a:cubicBezTo>
                    <a:pt x="295089" y="569670"/>
                    <a:pt x="290803" y="571099"/>
                    <a:pt x="287183" y="573956"/>
                  </a:cubicBezTo>
                  <a:cubicBezTo>
                    <a:pt x="282040" y="559955"/>
                    <a:pt x="278420" y="545096"/>
                    <a:pt x="276515" y="529570"/>
                  </a:cubicBezTo>
                  <a:cubicBezTo>
                    <a:pt x="292136" y="525093"/>
                    <a:pt x="308138" y="522902"/>
                    <a:pt x="323759" y="522426"/>
                  </a:cubicBezTo>
                  <a:cubicBezTo>
                    <a:pt x="325474" y="522331"/>
                    <a:pt x="327284" y="522426"/>
                    <a:pt x="328998" y="522426"/>
                  </a:cubicBezTo>
                  <a:cubicBezTo>
                    <a:pt x="328617" y="523379"/>
                    <a:pt x="328331" y="524331"/>
                    <a:pt x="328141" y="525284"/>
                  </a:cubicBezTo>
                  <a:cubicBezTo>
                    <a:pt x="328141" y="525474"/>
                    <a:pt x="328141" y="525569"/>
                    <a:pt x="328045" y="525760"/>
                  </a:cubicBezTo>
                  <a:cubicBezTo>
                    <a:pt x="327760" y="527189"/>
                    <a:pt x="327664" y="528617"/>
                    <a:pt x="327760" y="530046"/>
                  </a:cubicBezTo>
                  <a:cubicBezTo>
                    <a:pt x="327760" y="530046"/>
                    <a:pt x="327760" y="530046"/>
                    <a:pt x="327760" y="530046"/>
                  </a:cubicBezTo>
                  <a:lnTo>
                    <a:pt x="327760" y="530046"/>
                  </a:lnTo>
                  <a:cubicBezTo>
                    <a:pt x="328141" y="536618"/>
                    <a:pt x="331856" y="542429"/>
                    <a:pt x="338047" y="545096"/>
                  </a:cubicBezTo>
                  <a:cubicBezTo>
                    <a:pt x="345572" y="548239"/>
                    <a:pt x="354049" y="545762"/>
                    <a:pt x="359192" y="539571"/>
                  </a:cubicBezTo>
                  <a:cubicBezTo>
                    <a:pt x="359288" y="539381"/>
                    <a:pt x="359478" y="539285"/>
                    <a:pt x="359573" y="539095"/>
                  </a:cubicBezTo>
                  <a:cubicBezTo>
                    <a:pt x="360526" y="537857"/>
                    <a:pt x="361383" y="536618"/>
                    <a:pt x="362050" y="535190"/>
                  </a:cubicBezTo>
                  <a:cubicBezTo>
                    <a:pt x="363193" y="532904"/>
                    <a:pt x="363764" y="530522"/>
                    <a:pt x="363955" y="528141"/>
                  </a:cubicBezTo>
                  <a:cubicBezTo>
                    <a:pt x="364050" y="527379"/>
                    <a:pt x="363955" y="526617"/>
                    <a:pt x="363860" y="525950"/>
                  </a:cubicBezTo>
                  <a:cubicBezTo>
                    <a:pt x="365860" y="526331"/>
                    <a:pt x="367860" y="526712"/>
                    <a:pt x="369860" y="527189"/>
                  </a:cubicBezTo>
                  <a:cubicBezTo>
                    <a:pt x="395292" y="533094"/>
                    <a:pt x="419200" y="544334"/>
                    <a:pt x="441298" y="559859"/>
                  </a:cubicBezTo>
                  <a:cubicBezTo>
                    <a:pt x="441107" y="560431"/>
                    <a:pt x="440917" y="561002"/>
                    <a:pt x="440822" y="561669"/>
                  </a:cubicBezTo>
                  <a:cubicBezTo>
                    <a:pt x="440822" y="561860"/>
                    <a:pt x="440822" y="561955"/>
                    <a:pt x="440726" y="562145"/>
                  </a:cubicBezTo>
                  <a:cubicBezTo>
                    <a:pt x="440536" y="563479"/>
                    <a:pt x="440440" y="564812"/>
                    <a:pt x="440536" y="566051"/>
                  </a:cubicBezTo>
                  <a:cubicBezTo>
                    <a:pt x="440536" y="566051"/>
                    <a:pt x="440536" y="566051"/>
                    <a:pt x="440536" y="566051"/>
                  </a:cubicBezTo>
                  <a:cubicBezTo>
                    <a:pt x="440536" y="566051"/>
                    <a:pt x="440536" y="566051"/>
                    <a:pt x="440536" y="566051"/>
                  </a:cubicBezTo>
                  <a:cubicBezTo>
                    <a:pt x="441012" y="572051"/>
                    <a:pt x="444631" y="577862"/>
                    <a:pt x="450632" y="580910"/>
                  </a:cubicBezTo>
                  <a:cubicBezTo>
                    <a:pt x="456347" y="583862"/>
                    <a:pt x="462634" y="583577"/>
                    <a:pt x="467396" y="580719"/>
                  </a:cubicBezTo>
                  <a:cubicBezTo>
                    <a:pt x="488637" y="599293"/>
                    <a:pt x="503496" y="615771"/>
                    <a:pt x="513973" y="629487"/>
                  </a:cubicBezTo>
                  <a:cubicBezTo>
                    <a:pt x="513402" y="629773"/>
                    <a:pt x="512735" y="630154"/>
                    <a:pt x="512259" y="630630"/>
                  </a:cubicBezTo>
                  <a:close/>
                  <a:moveTo>
                    <a:pt x="192981" y="920666"/>
                  </a:moveTo>
                  <a:cubicBezTo>
                    <a:pt x="196219" y="917714"/>
                    <a:pt x="198506" y="913713"/>
                    <a:pt x="199172" y="908951"/>
                  </a:cubicBezTo>
                  <a:cubicBezTo>
                    <a:pt x="199363" y="907712"/>
                    <a:pt x="199458" y="906474"/>
                    <a:pt x="199458" y="905236"/>
                  </a:cubicBezTo>
                  <a:cubicBezTo>
                    <a:pt x="199363" y="899045"/>
                    <a:pt x="196315" y="893425"/>
                    <a:pt x="191457" y="890186"/>
                  </a:cubicBezTo>
                  <a:cubicBezTo>
                    <a:pt x="189552" y="888853"/>
                    <a:pt x="187266" y="887996"/>
                    <a:pt x="184885" y="887519"/>
                  </a:cubicBezTo>
                  <a:cubicBezTo>
                    <a:pt x="183361" y="887234"/>
                    <a:pt x="181932" y="887234"/>
                    <a:pt x="180503" y="887424"/>
                  </a:cubicBezTo>
                  <a:cubicBezTo>
                    <a:pt x="180313" y="887424"/>
                    <a:pt x="180218" y="887424"/>
                    <a:pt x="180122" y="887519"/>
                  </a:cubicBezTo>
                  <a:cubicBezTo>
                    <a:pt x="178693" y="887710"/>
                    <a:pt x="177360" y="887996"/>
                    <a:pt x="176027" y="888567"/>
                  </a:cubicBezTo>
                  <a:cubicBezTo>
                    <a:pt x="176027" y="888567"/>
                    <a:pt x="176027" y="888567"/>
                    <a:pt x="176027" y="888567"/>
                  </a:cubicBezTo>
                  <a:cubicBezTo>
                    <a:pt x="176027" y="888567"/>
                    <a:pt x="176027" y="888567"/>
                    <a:pt x="176027" y="888567"/>
                  </a:cubicBezTo>
                  <a:cubicBezTo>
                    <a:pt x="172026" y="890091"/>
                    <a:pt x="168597" y="893139"/>
                    <a:pt x="166311" y="897140"/>
                  </a:cubicBezTo>
                  <a:cubicBezTo>
                    <a:pt x="156119" y="886186"/>
                    <a:pt x="147166" y="873899"/>
                    <a:pt x="139451" y="860278"/>
                  </a:cubicBezTo>
                  <a:cubicBezTo>
                    <a:pt x="152023" y="850086"/>
                    <a:pt x="166120" y="841895"/>
                    <a:pt x="180313" y="835513"/>
                  </a:cubicBezTo>
                  <a:cubicBezTo>
                    <a:pt x="181932" y="834751"/>
                    <a:pt x="183551" y="834179"/>
                    <a:pt x="185170" y="833513"/>
                  </a:cubicBezTo>
                  <a:cubicBezTo>
                    <a:pt x="185266" y="834465"/>
                    <a:pt x="185266" y="835513"/>
                    <a:pt x="185456" y="836465"/>
                  </a:cubicBezTo>
                  <a:cubicBezTo>
                    <a:pt x="185456" y="836656"/>
                    <a:pt x="185552" y="836751"/>
                    <a:pt x="185552" y="836942"/>
                  </a:cubicBezTo>
                  <a:cubicBezTo>
                    <a:pt x="185837" y="838370"/>
                    <a:pt x="186314" y="839704"/>
                    <a:pt x="186980" y="841037"/>
                  </a:cubicBezTo>
                  <a:cubicBezTo>
                    <a:pt x="186980" y="841037"/>
                    <a:pt x="186980" y="841037"/>
                    <a:pt x="186980" y="841037"/>
                  </a:cubicBezTo>
                  <a:cubicBezTo>
                    <a:pt x="186980" y="841037"/>
                    <a:pt x="186980" y="841037"/>
                    <a:pt x="186980" y="841037"/>
                  </a:cubicBezTo>
                  <a:cubicBezTo>
                    <a:pt x="189838" y="846943"/>
                    <a:pt x="195457" y="850943"/>
                    <a:pt x="202220" y="850943"/>
                  </a:cubicBezTo>
                  <a:cubicBezTo>
                    <a:pt x="210317" y="850943"/>
                    <a:pt x="217270" y="845419"/>
                    <a:pt x="219651" y="837799"/>
                  </a:cubicBezTo>
                  <a:cubicBezTo>
                    <a:pt x="219746" y="837608"/>
                    <a:pt x="219746" y="837418"/>
                    <a:pt x="219842" y="837227"/>
                  </a:cubicBezTo>
                  <a:cubicBezTo>
                    <a:pt x="220222" y="835799"/>
                    <a:pt x="220508" y="834275"/>
                    <a:pt x="220603" y="832655"/>
                  </a:cubicBezTo>
                  <a:cubicBezTo>
                    <a:pt x="220699" y="829322"/>
                    <a:pt x="219937" y="826178"/>
                    <a:pt x="218698" y="823321"/>
                  </a:cubicBezTo>
                  <a:cubicBezTo>
                    <a:pt x="220699" y="822940"/>
                    <a:pt x="222699" y="822464"/>
                    <a:pt x="224699" y="822178"/>
                  </a:cubicBezTo>
                  <a:cubicBezTo>
                    <a:pt x="250512" y="817892"/>
                    <a:pt x="276896" y="819035"/>
                    <a:pt x="303281" y="824940"/>
                  </a:cubicBezTo>
                  <a:cubicBezTo>
                    <a:pt x="303376" y="825512"/>
                    <a:pt x="303376" y="826178"/>
                    <a:pt x="303566" y="826750"/>
                  </a:cubicBezTo>
                  <a:cubicBezTo>
                    <a:pt x="303566" y="826940"/>
                    <a:pt x="303661" y="827036"/>
                    <a:pt x="303661" y="827226"/>
                  </a:cubicBezTo>
                  <a:cubicBezTo>
                    <a:pt x="303947" y="828560"/>
                    <a:pt x="304423" y="829798"/>
                    <a:pt x="304995" y="830941"/>
                  </a:cubicBezTo>
                  <a:cubicBezTo>
                    <a:pt x="304995" y="830941"/>
                    <a:pt x="304995" y="830941"/>
                    <a:pt x="304995" y="830941"/>
                  </a:cubicBezTo>
                  <a:lnTo>
                    <a:pt x="304995" y="830941"/>
                  </a:lnTo>
                  <a:cubicBezTo>
                    <a:pt x="307757" y="836370"/>
                    <a:pt x="313282" y="840275"/>
                    <a:pt x="319949" y="840752"/>
                  </a:cubicBezTo>
                  <a:cubicBezTo>
                    <a:pt x="326426" y="841228"/>
                    <a:pt x="332141" y="838561"/>
                    <a:pt x="335475" y="834179"/>
                  </a:cubicBezTo>
                  <a:cubicBezTo>
                    <a:pt x="362240" y="843228"/>
                    <a:pt x="382243" y="852658"/>
                    <a:pt x="397197" y="861326"/>
                  </a:cubicBezTo>
                  <a:cubicBezTo>
                    <a:pt x="396721" y="861897"/>
                    <a:pt x="396340" y="862564"/>
                    <a:pt x="395959" y="863231"/>
                  </a:cubicBezTo>
                  <a:cubicBezTo>
                    <a:pt x="394816" y="865517"/>
                    <a:pt x="394625" y="867993"/>
                    <a:pt x="395006" y="870470"/>
                  </a:cubicBezTo>
                  <a:cubicBezTo>
                    <a:pt x="395006" y="870470"/>
                    <a:pt x="395006" y="870470"/>
                    <a:pt x="395006" y="870470"/>
                  </a:cubicBezTo>
                  <a:cubicBezTo>
                    <a:pt x="395006" y="870470"/>
                    <a:pt x="395006" y="870470"/>
                    <a:pt x="395006" y="870470"/>
                  </a:cubicBezTo>
                  <a:cubicBezTo>
                    <a:pt x="395959" y="875613"/>
                    <a:pt x="400245" y="880471"/>
                    <a:pt x="406531" y="882757"/>
                  </a:cubicBezTo>
                  <a:cubicBezTo>
                    <a:pt x="413389" y="885233"/>
                    <a:pt x="420343" y="884186"/>
                    <a:pt x="424915" y="880661"/>
                  </a:cubicBezTo>
                  <a:cubicBezTo>
                    <a:pt x="432916" y="887424"/>
                    <a:pt x="438726" y="894092"/>
                    <a:pt x="442250" y="900378"/>
                  </a:cubicBezTo>
                  <a:cubicBezTo>
                    <a:pt x="439298" y="899521"/>
                    <a:pt x="436154" y="899140"/>
                    <a:pt x="433011" y="899616"/>
                  </a:cubicBezTo>
                  <a:cubicBezTo>
                    <a:pt x="431868" y="899807"/>
                    <a:pt x="430725" y="899997"/>
                    <a:pt x="429677" y="900378"/>
                  </a:cubicBezTo>
                  <a:cubicBezTo>
                    <a:pt x="428058" y="900950"/>
                    <a:pt x="426629" y="901712"/>
                    <a:pt x="425296" y="902664"/>
                  </a:cubicBezTo>
                  <a:cubicBezTo>
                    <a:pt x="421772" y="905236"/>
                    <a:pt x="419771" y="908951"/>
                    <a:pt x="420248" y="913046"/>
                  </a:cubicBezTo>
                  <a:cubicBezTo>
                    <a:pt x="420343" y="913999"/>
                    <a:pt x="420628" y="914951"/>
                    <a:pt x="421010" y="915904"/>
                  </a:cubicBezTo>
                  <a:cubicBezTo>
                    <a:pt x="421486" y="917047"/>
                    <a:pt x="422152" y="918190"/>
                    <a:pt x="422914" y="919142"/>
                  </a:cubicBezTo>
                  <a:cubicBezTo>
                    <a:pt x="423010" y="919238"/>
                    <a:pt x="423105" y="919333"/>
                    <a:pt x="423200" y="919428"/>
                  </a:cubicBezTo>
                  <a:cubicBezTo>
                    <a:pt x="423962" y="920381"/>
                    <a:pt x="424819" y="921238"/>
                    <a:pt x="425867" y="922095"/>
                  </a:cubicBezTo>
                  <a:cubicBezTo>
                    <a:pt x="425867" y="922095"/>
                    <a:pt x="425867" y="922095"/>
                    <a:pt x="425867" y="922095"/>
                  </a:cubicBezTo>
                  <a:cubicBezTo>
                    <a:pt x="425867" y="922095"/>
                    <a:pt x="425867" y="922095"/>
                    <a:pt x="425867" y="922095"/>
                  </a:cubicBezTo>
                  <a:cubicBezTo>
                    <a:pt x="430153" y="925524"/>
                    <a:pt x="436249" y="927334"/>
                    <a:pt x="442155" y="926572"/>
                  </a:cubicBezTo>
                  <a:cubicBezTo>
                    <a:pt x="436535" y="934763"/>
                    <a:pt x="424343" y="942574"/>
                    <a:pt x="406627" y="948860"/>
                  </a:cubicBezTo>
                  <a:cubicBezTo>
                    <a:pt x="404722" y="946098"/>
                    <a:pt x="401960" y="943812"/>
                    <a:pt x="398626" y="942383"/>
                  </a:cubicBezTo>
                  <a:cubicBezTo>
                    <a:pt x="394530" y="940574"/>
                    <a:pt x="389672" y="940002"/>
                    <a:pt x="385100" y="941050"/>
                  </a:cubicBezTo>
                  <a:cubicBezTo>
                    <a:pt x="383672" y="941431"/>
                    <a:pt x="382433" y="941907"/>
                    <a:pt x="381290" y="942479"/>
                  </a:cubicBezTo>
                  <a:cubicBezTo>
                    <a:pt x="381195" y="942574"/>
                    <a:pt x="381100" y="942574"/>
                    <a:pt x="380909" y="942669"/>
                  </a:cubicBezTo>
                  <a:cubicBezTo>
                    <a:pt x="379766" y="943241"/>
                    <a:pt x="378814" y="944003"/>
                    <a:pt x="377956" y="944765"/>
                  </a:cubicBezTo>
                  <a:cubicBezTo>
                    <a:pt x="377956" y="944765"/>
                    <a:pt x="377956" y="944765"/>
                    <a:pt x="377956" y="944765"/>
                  </a:cubicBezTo>
                  <a:lnTo>
                    <a:pt x="377956" y="944765"/>
                  </a:lnTo>
                  <a:cubicBezTo>
                    <a:pt x="374623" y="947813"/>
                    <a:pt x="373003" y="952194"/>
                    <a:pt x="373861" y="956576"/>
                  </a:cubicBezTo>
                  <a:cubicBezTo>
                    <a:pt x="354715" y="959528"/>
                    <a:pt x="331570" y="960671"/>
                    <a:pt x="304423" y="958671"/>
                  </a:cubicBezTo>
                  <a:cubicBezTo>
                    <a:pt x="302423" y="952575"/>
                    <a:pt x="296708" y="947717"/>
                    <a:pt x="289374" y="946860"/>
                  </a:cubicBezTo>
                  <a:cubicBezTo>
                    <a:pt x="287850" y="946670"/>
                    <a:pt x="286421" y="946765"/>
                    <a:pt x="284993" y="946860"/>
                  </a:cubicBezTo>
                  <a:cubicBezTo>
                    <a:pt x="284802" y="946860"/>
                    <a:pt x="284707" y="946955"/>
                    <a:pt x="284516" y="946955"/>
                  </a:cubicBezTo>
                  <a:cubicBezTo>
                    <a:pt x="283183" y="947146"/>
                    <a:pt x="281849" y="947527"/>
                    <a:pt x="280611" y="948003"/>
                  </a:cubicBezTo>
                  <a:cubicBezTo>
                    <a:pt x="280611" y="948003"/>
                    <a:pt x="280611" y="948003"/>
                    <a:pt x="280611" y="948003"/>
                  </a:cubicBezTo>
                  <a:cubicBezTo>
                    <a:pt x="280611" y="948003"/>
                    <a:pt x="280611" y="948003"/>
                    <a:pt x="280611" y="948003"/>
                  </a:cubicBezTo>
                  <a:cubicBezTo>
                    <a:pt x="277182" y="949337"/>
                    <a:pt x="274229" y="951623"/>
                    <a:pt x="272229" y="954575"/>
                  </a:cubicBezTo>
                  <a:cubicBezTo>
                    <a:pt x="247559" y="949718"/>
                    <a:pt x="224509" y="941050"/>
                    <a:pt x="203839" y="928191"/>
                  </a:cubicBezTo>
                  <a:cubicBezTo>
                    <a:pt x="200125" y="925715"/>
                    <a:pt x="196505" y="923238"/>
                    <a:pt x="192981" y="920666"/>
                  </a:cubicBezTo>
                  <a:close/>
                  <a:moveTo>
                    <a:pt x="224699" y="1255851"/>
                  </a:moveTo>
                  <a:cubicBezTo>
                    <a:pt x="220318" y="1255184"/>
                    <a:pt x="216031" y="1254232"/>
                    <a:pt x="211840" y="1253184"/>
                  </a:cubicBezTo>
                  <a:cubicBezTo>
                    <a:pt x="213745" y="1249279"/>
                    <a:pt x="214412" y="1244612"/>
                    <a:pt x="213364" y="1239944"/>
                  </a:cubicBezTo>
                  <a:cubicBezTo>
                    <a:pt x="212793" y="1237468"/>
                    <a:pt x="211745" y="1235182"/>
                    <a:pt x="210317" y="1233182"/>
                  </a:cubicBezTo>
                  <a:cubicBezTo>
                    <a:pt x="208221" y="1230229"/>
                    <a:pt x="205364" y="1227943"/>
                    <a:pt x="202125" y="1226609"/>
                  </a:cubicBezTo>
                  <a:cubicBezTo>
                    <a:pt x="198886" y="1225276"/>
                    <a:pt x="195267" y="1224800"/>
                    <a:pt x="191647" y="1225657"/>
                  </a:cubicBezTo>
                  <a:cubicBezTo>
                    <a:pt x="190123" y="1225943"/>
                    <a:pt x="188790" y="1226514"/>
                    <a:pt x="187552" y="1227181"/>
                  </a:cubicBezTo>
                  <a:cubicBezTo>
                    <a:pt x="187456" y="1227276"/>
                    <a:pt x="187266" y="1227371"/>
                    <a:pt x="187171" y="1227371"/>
                  </a:cubicBezTo>
                  <a:cubicBezTo>
                    <a:pt x="185932" y="1228038"/>
                    <a:pt x="184885" y="1228895"/>
                    <a:pt x="183837" y="1229848"/>
                  </a:cubicBezTo>
                  <a:cubicBezTo>
                    <a:pt x="183837" y="1229848"/>
                    <a:pt x="183837" y="1229848"/>
                    <a:pt x="183837" y="1229848"/>
                  </a:cubicBezTo>
                  <a:cubicBezTo>
                    <a:pt x="183837" y="1229848"/>
                    <a:pt x="183837" y="1229848"/>
                    <a:pt x="183837" y="1229848"/>
                  </a:cubicBezTo>
                  <a:cubicBezTo>
                    <a:pt x="180789" y="1232801"/>
                    <a:pt x="178789" y="1236896"/>
                    <a:pt x="178217" y="1241468"/>
                  </a:cubicBezTo>
                  <a:cubicBezTo>
                    <a:pt x="164692" y="1235182"/>
                    <a:pt x="151261" y="1227276"/>
                    <a:pt x="139260" y="1217561"/>
                  </a:cubicBezTo>
                  <a:cubicBezTo>
                    <a:pt x="148214" y="1201749"/>
                    <a:pt x="158881" y="1187652"/>
                    <a:pt x="171169" y="1175460"/>
                  </a:cubicBezTo>
                  <a:cubicBezTo>
                    <a:pt x="171550" y="1176317"/>
                    <a:pt x="172026" y="1177175"/>
                    <a:pt x="172597" y="1177937"/>
                  </a:cubicBezTo>
                  <a:cubicBezTo>
                    <a:pt x="172693" y="1178032"/>
                    <a:pt x="172788" y="1178222"/>
                    <a:pt x="172883" y="1178318"/>
                  </a:cubicBezTo>
                  <a:cubicBezTo>
                    <a:pt x="173740" y="1179556"/>
                    <a:pt x="174693" y="1180604"/>
                    <a:pt x="175836" y="1181556"/>
                  </a:cubicBezTo>
                  <a:cubicBezTo>
                    <a:pt x="175836" y="1181556"/>
                    <a:pt x="175836" y="1181556"/>
                    <a:pt x="175836" y="1181556"/>
                  </a:cubicBezTo>
                  <a:cubicBezTo>
                    <a:pt x="175836" y="1181556"/>
                    <a:pt x="175836" y="1181556"/>
                    <a:pt x="175836" y="1181556"/>
                  </a:cubicBezTo>
                  <a:cubicBezTo>
                    <a:pt x="180789" y="1185938"/>
                    <a:pt x="187552" y="1187462"/>
                    <a:pt x="193743" y="1184890"/>
                  </a:cubicBezTo>
                  <a:cubicBezTo>
                    <a:pt x="199934" y="1182318"/>
                    <a:pt x="203744" y="1176699"/>
                    <a:pt x="204602" y="1170412"/>
                  </a:cubicBezTo>
                  <a:cubicBezTo>
                    <a:pt x="204602" y="1170412"/>
                    <a:pt x="204602" y="1170412"/>
                    <a:pt x="204602" y="1170412"/>
                  </a:cubicBezTo>
                  <a:cubicBezTo>
                    <a:pt x="204602" y="1170412"/>
                    <a:pt x="204602" y="1170317"/>
                    <a:pt x="204602" y="1170317"/>
                  </a:cubicBezTo>
                  <a:cubicBezTo>
                    <a:pt x="204792" y="1168888"/>
                    <a:pt x="204887" y="1167364"/>
                    <a:pt x="204697" y="1165935"/>
                  </a:cubicBezTo>
                  <a:cubicBezTo>
                    <a:pt x="204697" y="1165840"/>
                    <a:pt x="204697" y="1165649"/>
                    <a:pt x="204697" y="1165554"/>
                  </a:cubicBezTo>
                  <a:cubicBezTo>
                    <a:pt x="204506" y="1164030"/>
                    <a:pt x="204316" y="1162411"/>
                    <a:pt x="203839" y="1160887"/>
                  </a:cubicBezTo>
                  <a:cubicBezTo>
                    <a:pt x="202792" y="1157744"/>
                    <a:pt x="200887" y="1155077"/>
                    <a:pt x="198601" y="1152981"/>
                  </a:cubicBezTo>
                  <a:cubicBezTo>
                    <a:pt x="200315" y="1151838"/>
                    <a:pt x="201935" y="1150695"/>
                    <a:pt x="203649" y="1149647"/>
                  </a:cubicBezTo>
                  <a:cubicBezTo>
                    <a:pt x="225747" y="1135932"/>
                    <a:pt x="250512" y="1126883"/>
                    <a:pt x="277087" y="1122311"/>
                  </a:cubicBezTo>
                  <a:cubicBezTo>
                    <a:pt x="277373" y="1122882"/>
                    <a:pt x="277658" y="1123358"/>
                    <a:pt x="278039" y="1123930"/>
                  </a:cubicBezTo>
                  <a:cubicBezTo>
                    <a:pt x="278135" y="1124025"/>
                    <a:pt x="278230" y="1124120"/>
                    <a:pt x="278325" y="1124311"/>
                  </a:cubicBezTo>
                  <a:cubicBezTo>
                    <a:pt x="279087" y="1125359"/>
                    <a:pt x="280039" y="1126407"/>
                    <a:pt x="280992" y="1127264"/>
                  </a:cubicBezTo>
                  <a:cubicBezTo>
                    <a:pt x="280992" y="1127264"/>
                    <a:pt x="280992" y="1127264"/>
                    <a:pt x="280992" y="1127264"/>
                  </a:cubicBezTo>
                  <a:lnTo>
                    <a:pt x="280992" y="1127264"/>
                  </a:lnTo>
                  <a:cubicBezTo>
                    <a:pt x="285659" y="1131169"/>
                    <a:pt x="292327" y="1132693"/>
                    <a:pt x="298613" y="1130693"/>
                  </a:cubicBezTo>
                  <a:cubicBezTo>
                    <a:pt x="304805" y="1128692"/>
                    <a:pt x="308900" y="1124025"/>
                    <a:pt x="310329" y="1118786"/>
                  </a:cubicBezTo>
                  <a:cubicBezTo>
                    <a:pt x="338523" y="1116882"/>
                    <a:pt x="360716" y="1118024"/>
                    <a:pt x="377861" y="1120406"/>
                  </a:cubicBezTo>
                  <a:cubicBezTo>
                    <a:pt x="377671" y="1121168"/>
                    <a:pt x="377576" y="1121834"/>
                    <a:pt x="377480" y="1122596"/>
                  </a:cubicBezTo>
                  <a:cubicBezTo>
                    <a:pt x="377480" y="1123835"/>
                    <a:pt x="377671" y="1124978"/>
                    <a:pt x="377956" y="1126120"/>
                  </a:cubicBezTo>
                  <a:cubicBezTo>
                    <a:pt x="377956" y="1126216"/>
                    <a:pt x="378052" y="1126407"/>
                    <a:pt x="378052" y="1126502"/>
                  </a:cubicBezTo>
                  <a:cubicBezTo>
                    <a:pt x="378338" y="1127645"/>
                    <a:pt x="378909" y="1128597"/>
                    <a:pt x="379481" y="1129550"/>
                  </a:cubicBezTo>
                  <a:cubicBezTo>
                    <a:pt x="379481" y="1129550"/>
                    <a:pt x="379481" y="1129550"/>
                    <a:pt x="379481" y="1129550"/>
                  </a:cubicBezTo>
                  <a:lnTo>
                    <a:pt x="379481" y="1129550"/>
                  </a:lnTo>
                  <a:cubicBezTo>
                    <a:pt x="382338" y="1134026"/>
                    <a:pt x="387958" y="1136884"/>
                    <a:pt x="394625" y="1136598"/>
                  </a:cubicBezTo>
                  <a:cubicBezTo>
                    <a:pt x="401769" y="1136312"/>
                    <a:pt x="408056" y="1132598"/>
                    <a:pt x="411103" y="1127645"/>
                  </a:cubicBezTo>
                  <a:cubicBezTo>
                    <a:pt x="420819" y="1130978"/>
                    <a:pt x="428820" y="1134979"/>
                    <a:pt x="434535" y="1139456"/>
                  </a:cubicBezTo>
                  <a:cubicBezTo>
                    <a:pt x="431392" y="1139741"/>
                    <a:pt x="428344" y="1140503"/>
                    <a:pt x="425486" y="1142123"/>
                  </a:cubicBezTo>
                  <a:cubicBezTo>
                    <a:pt x="417390" y="1146790"/>
                    <a:pt x="415294" y="1155743"/>
                    <a:pt x="420724" y="1161649"/>
                  </a:cubicBezTo>
                  <a:cubicBezTo>
                    <a:pt x="421581" y="1162601"/>
                    <a:pt x="422534" y="1163268"/>
                    <a:pt x="423581" y="1163935"/>
                  </a:cubicBezTo>
                  <a:cubicBezTo>
                    <a:pt x="423677" y="1164030"/>
                    <a:pt x="423772" y="1164030"/>
                    <a:pt x="423867" y="1164125"/>
                  </a:cubicBezTo>
                  <a:cubicBezTo>
                    <a:pt x="424915" y="1164697"/>
                    <a:pt x="426058" y="1165173"/>
                    <a:pt x="427296" y="1165554"/>
                  </a:cubicBezTo>
                  <a:lnTo>
                    <a:pt x="427296" y="1165554"/>
                  </a:lnTo>
                  <a:lnTo>
                    <a:pt x="427296" y="1165554"/>
                  </a:lnTo>
                  <a:cubicBezTo>
                    <a:pt x="432535" y="1167078"/>
                    <a:pt x="439012" y="1166411"/>
                    <a:pt x="444155" y="1163554"/>
                  </a:cubicBezTo>
                  <a:cubicBezTo>
                    <a:pt x="442060" y="1173269"/>
                    <a:pt x="434440" y="1184985"/>
                    <a:pt x="419771" y="1197653"/>
                  </a:cubicBezTo>
                  <a:cubicBezTo>
                    <a:pt x="413675" y="1193558"/>
                    <a:pt x="404055" y="1193653"/>
                    <a:pt x="397006" y="1198701"/>
                  </a:cubicBezTo>
                  <a:cubicBezTo>
                    <a:pt x="395768" y="1199558"/>
                    <a:pt x="394720" y="1200606"/>
                    <a:pt x="393863" y="1201654"/>
                  </a:cubicBezTo>
                  <a:cubicBezTo>
                    <a:pt x="393863" y="1201654"/>
                    <a:pt x="393768" y="1201749"/>
                    <a:pt x="393768" y="1201749"/>
                  </a:cubicBezTo>
                  <a:cubicBezTo>
                    <a:pt x="392911" y="1202702"/>
                    <a:pt x="392244" y="1203845"/>
                    <a:pt x="391673" y="1204892"/>
                  </a:cubicBezTo>
                  <a:cubicBezTo>
                    <a:pt x="391673" y="1204988"/>
                    <a:pt x="391577" y="1204988"/>
                    <a:pt x="391577" y="1205083"/>
                  </a:cubicBezTo>
                  <a:cubicBezTo>
                    <a:pt x="391577" y="1205083"/>
                    <a:pt x="391577" y="1205083"/>
                    <a:pt x="391577" y="1205083"/>
                  </a:cubicBezTo>
                  <a:cubicBezTo>
                    <a:pt x="389577" y="1209179"/>
                    <a:pt x="389863" y="1213846"/>
                    <a:pt x="392435" y="1217561"/>
                  </a:cubicBezTo>
                  <a:cubicBezTo>
                    <a:pt x="375956" y="1227562"/>
                    <a:pt x="355001" y="1237373"/>
                    <a:pt x="329189" y="1245850"/>
                  </a:cubicBezTo>
                  <a:cubicBezTo>
                    <a:pt x="329189" y="1245850"/>
                    <a:pt x="329189" y="1245850"/>
                    <a:pt x="329189" y="1245850"/>
                  </a:cubicBezTo>
                  <a:cubicBezTo>
                    <a:pt x="327760" y="1244231"/>
                    <a:pt x="326045" y="1242897"/>
                    <a:pt x="324140" y="1241945"/>
                  </a:cubicBezTo>
                  <a:cubicBezTo>
                    <a:pt x="323188" y="1241468"/>
                    <a:pt x="322140" y="1241087"/>
                    <a:pt x="321092" y="1240707"/>
                  </a:cubicBezTo>
                  <a:cubicBezTo>
                    <a:pt x="318902" y="1240135"/>
                    <a:pt x="316615" y="1239849"/>
                    <a:pt x="314234" y="1240040"/>
                  </a:cubicBezTo>
                  <a:cubicBezTo>
                    <a:pt x="313091" y="1240135"/>
                    <a:pt x="311853" y="1240325"/>
                    <a:pt x="310710" y="1240707"/>
                  </a:cubicBezTo>
                  <a:cubicBezTo>
                    <a:pt x="309281" y="1241087"/>
                    <a:pt x="307948" y="1241754"/>
                    <a:pt x="306614" y="1242421"/>
                  </a:cubicBezTo>
                  <a:cubicBezTo>
                    <a:pt x="306519" y="1242516"/>
                    <a:pt x="306424" y="1242611"/>
                    <a:pt x="306233" y="1242611"/>
                  </a:cubicBezTo>
                  <a:cubicBezTo>
                    <a:pt x="304995" y="1243278"/>
                    <a:pt x="303947" y="1244135"/>
                    <a:pt x="302995" y="1245088"/>
                  </a:cubicBezTo>
                  <a:cubicBezTo>
                    <a:pt x="302995" y="1245088"/>
                    <a:pt x="302995" y="1245088"/>
                    <a:pt x="302995" y="1245088"/>
                  </a:cubicBezTo>
                  <a:cubicBezTo>
                    <a:pt x="302995" y="1245088"/>
                    <a:pt x="302995" y="1245088"/>
                    <a:pt x="302995" y="1245088"/>
                  </a:cubicBezTo>
                  <a:cubicBezTo>
                    <a:pt x="300328" y="1247564"/>
                    <a:pt x="298518" y="1250803"/>
                    <a:pt x="297851" y="1254327"/>
                  </a:cubicBezTo>
                  <a:cubicBezTo>
                    <a:pt x="273563" y="1259090"/>
                    <a:pt x="248893" y="1259852"/>
                    <a:pt x="224699" y="1255851"/>
                  </a:cubicBezTo>
                  <a:close/>
                  <a:moveTo>
                    <a:pt x="462824" y="1501215"/>
                  </a:moveTo>
                  <a:cubicBezTo>
                    <a:pt x="459967" y="1499786"/>
                    <a:pt x="456633" y="1499215"/>
                    <a:pt x="453299" y="1499596"/>
                  </a:cubicBezTo>
                  <a:cubicBezTo>
                    <a:pt x="449965" y="1499977"/>
                    <a:pt x="446632" y="1501310"/>
                    <a:pt x="443679" y="1503501"/>
                  </a:cubicBezTo>
                  <a:cubicBezTo>
                    <a:pt x="442441" y="1504454"/>
                    <a:pt x="441488" y="1505501"/>
                    <a:pt x="440631" y="1506644"/>
                  </a:cubicBezTo>
                  <a:cubicBezTo>
                    <a:pt x="440536" y="1506740"/>
                    <a:pt x="440440" y="1506835"/>
                    <a:pt x="440345" y="1506930"/>
                  </a:cubicBezTo>
                  <a:cubicBezTo>
                    <a:pt x="439488" y="1508073"/>
                    <a:pt x="438821" y="1509216"/>
                    <a:pt x="438250" y="1510454"/>
                  </a:cubicBezTo>
                  <a:cubicBezTo>
                    <a:pt x="438250" y="1510454"/>
                    <a:pt x="438250" y="1510454"/>
                    <a:pt x="438250" y="1510454"/>
                  </a:cubicBezTo>
                  <a:cubicBezTo>
                    <a:pt x="438250" y="1510454"/>
                    <a:pt x="438250" y="1510454"/>
                    <a:pt x="438250" y="1510454"/>
                  </a:cubicBezTo>
                  <a:cubicBezTo>
                    <a:pt x="436726" y="1513788"/>
                    <a:pt x="436345" y="1517503"/>
                    <a:pt x="437011" y="1521027"/>
                  </a:cubicBezTo>
                  <a:cubicBezTo>
                    <a:pt x="416152" y="1535029"/>
                    <a:pt x="393673" y="1545220"/>
                    <a:pt x="369860" y="1550745"/>
                  </a:cubicBezTo>
                  <a:cubicBezTo>
                    <a:pt x="365574" y="1551793"/>
                    <a:pt x="361288" y="1552555"/>
                    <a:pt x="356906" y="1553317"/>
                  </a:cubicBezTo>
                  <a:cubicBezTo>
                    <a:pt x="357097" y="1549031"/>
                    <a:pt x="355954" y="1544459"/>
                    <a:pt x="353192" y="1540553"/>
                  </a:cubicBezTo>
                  <a:cubicBezTo>
                    <a:pt x="351001" y="1537410"/>
                    <a:pt x="347953" y="1535124"/>
                    <a:pt x="344619" y="1533791"/>
                  </a:cubicBezTo>
                  <a:cubicBezTo>
                    <a:pt x="343476" y="1533314"/>
                    <a:pt x="342428" y="1533029"/>
                    <a:pt x="341190" y="1532743"/>
                  </a:cubicBezTo>
                  <a:cubicBezTo>
                    <a:pt x="340047" y="1532552"/>
                    <a:pt x="338904" y="1532362"/>
                    <a:pt x="337666" y="1532362"/>
                  </a:cubicBezTo>
                  <a:cubicBezTo>
                    <a:pt x="336427" y="1532362"/>
                    <a:pt x="335380" y="1532457"/>
                    <a:pt x="334142" y="1532648"/>
                  </a:cubicBezTo>
                  <a:cubicBezTo>
                    <a:pt x="331856" y="1533124"/>
                    <a:pt x="329665" y="1533981"/>
                    <a:pt x="327569" y="1535410"/>
                  </a:cubicBezTo>
                  <a:cubicBezTo>
                    <a:pt x="326331" y="1536267"/>
                    <a:pt x="325283" y="1537315"/>
                    <a:pt x="324331" y="1538458"/>
                  </a:cubicBezTo>
                  <a:cubicBezTo>
                    <a:pt x="324235" y="1538553"/>
                    <a:pt x="324140" y="1538649"/>
                    <a:pt x="324045" y="1538839"/>
                  </a:cubicBezTo>
                  <a:cubicBezTo>
                    <a:pt x="323188" y="1539982"/>
                    <a:pt x="322426" y="1541125"/>
                    <a:pt x="321949" y="1542458"/>
                  </a:cubicBezTo>
                  <a:cubicBezTo>
                    <a:pt x="321949" y="1542458"/>
                    <a:pt x="321949" y="1542458"/>
                    <a:pt x="321949" y="1542458"/>
                  </a:cubicBezTo>
                  <a:cubicBezTo>
                    <a:pt x="321949" y="1542458"/>
                    <a:pt x="321949" y="1542458"/>
                    <a:pt x="321949" y="1542458"/>
                  </a:cubicBezTo>
                  <a:cubicBezTo>
                    <a:pt x="320235" y="1546364"/>
                    <a:pt x="319949" y="1550936"/>
                    <a:pt x="321188" y="1555317"/>
                  </a:cubicBezTo>
                  <a:cubicBezTo>
                    <a:pt x="306328" y="1554745"/>
                    <a:pt x="290993" y="1552555"/>
                    <a:pt x="276039" y="1548269"/>
                  </a:cubicBezTo>
                  <a:cubicBezTo>
                    <a:pt x="278230" y="1530171"/>
                    <a:pt x="282706" y="1513121"/>
                    <a:pt x="289374" y="1497119"/>
                  </a:cubicBezTo>
                  <a:cubicBezTo>
                    <a:pt x="290136" y="1497786"/>
                    <a:pt x="290898" y="1498358"/>
                    <a:pt x="291660" y="1498929"/>
                  </a:cubicBezTo>
                  <a:cubicBezTo>
                    <a:pt x="291851" y="1499024"/>
                    <a:pt x="291946" y="1499120"/>
                    <a:pt x="292136" y="1499215"/>
                  </a:cubicBezTo>
                  <a:cubicBezTo>
                    <a:pt x="293374" y="1499977"/>
                    <a:pt x="294708" y="1500644"/>
                    <a:pt x="296042" y="1501120"/>
                  </a:cubicBezTo>
                  <a:cubicBezTo>
                    <a:pt x="296042" y="1501120"/>
                    <a:pt x="296042" y="1501120"/>
                    <a:pt x="296042" y="1501120"/>
                  </a:cubicBezTo>
                  <a:cubicBezTo>
                    <a:pt x="296042" y="1501120"/>
                    <a:pt x="296042" y="1501120"/>
                    <a:pt x="296042" y="1501120"/>
                  </a:cubicBezTo>
                  <a:cubicBezTo>
                    <a:pt x="302233" y="1503215"/>
                    <a:pt x="309091" y="1502072"/>
                    <a:pt x="313853" y="1497310"/>
                  </a:cubicBezTo>
                  <a:cubicBezTo>
                    <a:pt x="318616" y="1492547"/>
                    <a:pt x="319949" y="1485975"/>
                    <a:pt x="318330" y="1479784"/>
                  </a:cubicBezTo>
                  <a:cubicBezTo>
                    <a:pt x="318330" y="1479784"/>
                    <a:pt x="318330" y="1479784"/>
                    <a:pt x="318330" y="1479784"/>
                  </a:cubicBezTo>
                  <a:cubicBezTo>
                    <a:pt x="318330" y="1479784"/>
                    <a:pt x="318330" y="1479784"/>
                    <a:pt x="318330" y="1479689"/>
                  </a:cubicBezTo>
                  <a:cubicBezTo>
                    <a:pt x="317949" y="1478260"/>
                    <a:pt x="317377" y="1476831"/>
                    <a:pt x="316711" y="1475498"/>
                  </a:cubicBezTo>
                  <a:cubicBezTo>
                    <a:pt x="316711" y="1475402"/>
                    <a:pt x="316615" y="1475402"/>
                    <a:pt x="316615" y="1475307"/>
                  </a:cubicBezTo>
                  <a:cubicBezTo>
                    <a:pt x="315853" y="1473878"/>
                    <a:pt x="314996" y="1472545"/>
                    <a:pt x="313948" y="1471307"/>
                  </a:cubicBezTo>
                  <a:cubicBezTo>
                    <a:pt x="311758" y="1468830"/>
                    <a:pt x="308995" y="1467116"/>
                    <a:pt x="306043" y="1466068"/>
                  </a:cubicBezTo>
                  <a:cubicBezTo>
                    <a:pt x="307186" y="1464353"/>
                    <a:pt x="308234" y="1462639"/>
                    <a:pt x="309472" y="1461020"/>
                  </a:cubicBezTo>
                  <a:cubicBezTo>
                    <a:pt x="324521" y="1439779"/>
                    <a:pt x="343952" y="1421967"/>
                    <a:pt x="366717" y="1407489"/>
                  </a:cubicBezTo>
                  <a:cubicBezTo>
                    <a:pt x="367193" y="1407870"/>
                    <a:pt x="367669" y="1408251"/>
                    <a:pt x="368146" y="1408632"/>
                  </a:cubicBezTo>
                  <a:cubicBezTo>
                    <a:pt x="368241" y="1408727"/>
                    <a:pt x="368431" y="1408823"/>
                    <a:pt x="368527" y="1408823"/>
                  </a:cubicBezTo>
                  <a:cubicBezTo>
                    <a:pt x="369670" y="1409489"/>
                    <a:pt x="370908" y="1410061"/>
                    <a:pt x="372146" y="1410442"/>
                  </a:cubicBezTo>
                  <a:cubicBezTo>
                    <a:pt x="372146" y="1410442"/>
                    <a:pt x="372146" y="1410442"/>
                    <a:pt x="372146" y="1410442"/>
                  </a:cubicBezTo>
                  <a:cubicBezTo>
                    <a:pt x="372146" y="1410442"/>
                    <a:pt x="372146" y="1410442"/>
                    <a:pt x="372146" y="1410442"/>
                  </a:cubicBezTo>
                  <a:cubicBezTo>
                    <a:pt x="377956" y="1412347"/>
                    <a:pt x="384719" y="1411109"/>
                    <a:pt x="389768" y="1406822"/>
                  </a:cubicBezTo>
                  <a:cubicBezTo>
                    <a:pt x="394720" y="1402632"/>
                    <a:pt x="396721" y="1396821"/>
                    <a:pt x="395959" y="1391392"/>
                  </a:cubicBezTo>
                  <a:cubicBezTo>
                    <a:pt x="421295" y="1378819"/>
                    <a:pt x="442155" y="1371294"/>
                    <a:pt x="458919" y="1366913"/>
                  </a:cubicBezTo>
                  <a:cubicBezTo>
                    <a:pt x="459014" y="1367675"/>
                    <a:pt x="459205" y="1368341"/>
                    <a:pt x="459395" y="1369008"/>
                  </a:cubicBezTo>
                  <a:cubicBezTo>
                    <a:pt x="459872" y="1370151"/>
                    <a:pt x="460443" y="1371199"/>
                    <a:pt x="461205" y="1372151"/>
                  </a:cubicBezTo>
                  <a:cubicBezTo>
                    <a:pt x="461300" y="1372247"/>
                    <a:pt x="461395" y="1372342"/>
                    <a:pt x="461491" y="1372437"/>
                  </a:cubicBezTo>
                  <a:cubicBezTo>
                    <a:pt x="465586" y="1377390"/>
                    <a:pt x="473302" y="1378914"/>
                    <a:pt x="480636" y="1375390"/>
                  </a:cubicBezTo>
                  <a:cubicBezTo>
                    <a:pt x="487113" y="1372342"/>
                    <a:pt x="491494" y="1366532"/>
                    <a:pt x="492447" y="1360817"/>
                  </a:cubicBezTo>
                  <a:cubicBezTo>
                    <a:pt x="502543" y="1360150"/>
                    <a:pt x="511402" y="1360721"/>
                    <a:pt x="518450" y="1362626"/>
                  </a:cubicBezTo>
                  <a:cubicBezTo>
                    <a:pt x="517784" y="1363007"/>
                    <a:pt x="517117" y="1363388"/>
                    <a:pt x="516450" y="1363769"/>
                  </a:cubicBezTo>
                  <a:cubicBezTo>
                    <a:pt x="514545" y="1365103"/>
                    <a:pt x="512831" y="1366722"/>
                    <a:pt x="511402" y="1368532"/>
                  </a:cubicBezTo>
                  <a:cubicBezTo>
                    <a:pt x="505687" y="1375961"/>
                    <a:pt x="507211" y="1385105"/>
                    <a:pt x="514450" y="1388439"/>
                  </a:cubicBezTo>
                  <a:cubicBezTo>
                    <a:pt x="515498" y="1388915"/>
                    <a:pt x="516736" y="1389201"/>
                    <a:pt x="517879" y="1389392"/>
                  </a:cubicBezTo>
                  <a:cubicBezTo>
                    <a:pt x="518164" y="1389392"/>
                    <a:pt x="518355" y="1389392"/>
                    <a:pt x="518641" y="1389487"/>
                  </a:cubicBezTo>
                  <a:cubicBezTo>
                    <a:pt x="519784" y="1389582"/>
                    <a:pt x="520927" y="1389582"/>
                    <a:pt x="522165" y="1389487"/>
                  </a:cubicBezTo>
                  <a:cubicBezTo>
                    <a:pt x="522165" y="1389487"/>
                    <a:pt x="522165" y="1389487"/>
                    <a:pt x="522165" y="1389487"/>
                  </a:cubicBezTo>
                  <a:lnTo>
                    <a:pt x="522165" y="1389487"/>
                  </a:lnTo>
                  <a:cubicBezTo>
                    <a:pt x="527594" y="1388915"/>
                    <a:pt x="533214" y="1385772"/>
                    <a:pt x="536929" y="1381105"/>
                  </a:cubicBezTo>
                  <a:cubicBezTo>
                    <a:pt x="538739" y="1390916"/>
                    <a:pt x="536072" y="1404727"/>
                    <a:pt x="527594" y="1421967"/>
                  </a:cubicBezTo>
                  <a:cubicBezTo>
                    <a:pt x="520260" y="1420538"/>
                    <a:pt x="511592" y="1424253"/>
                    <a:pt x="506925" y="1431683"/>
                  </a:cubicBezTo>
                  <a:cubicBezTo>
                    <a:pt x="506163" y="1432921"/>
                    <a:pt x="505592" y="1434254"/>
                    <a:pt x="505115" y="1435493"/>
                  </a:cubicBezTo>
                  <a:cubicBezTo>
                    <a:pt x="505115" y="1435588"/>
                    <a:pt x="505020" y="1435778"/>
                    <a:pt x="505020" y="1435874"/>
                  </a:cubicBezTo>
                  <a:cubicBezTo>
                    <a:pt x="503210" y="1441779"/>
                    <a:pt x="505210" y="1447589"/>
                    <a:pt x="509973" y="1450733"/>
                  </a:cubicBezTo>
                  <a:cubicBezTo>
                    <a:pt x="498924" y="1466354"/>
                    <a:pt x="483398" y="1483499"/>
                    <a:pt x="462824" y="1501215"/>
                  </a:cubicBezTo>
                  <a:close/>
                  <a:moveTo>
                    <a:pt x="683519" y="1686667"/>
                  </a:moveTo>
                  <a:cubicBezTo>
                    <a:pt x="677137" y="1686191"/>
                    <a:pt x="670469" y="1689524"/>
                    <a:pt x="666850" y="1696001"/>
                  </a:cubicBezTo>
                  <a:cubicBezTo>
                    <a:pt x="666088" y="1697335"/>
                    <a:pt x="665611" y="1698668"/>
                    <a:pt x="665231" y="1700097"/>
                  </a:cubicBezTo>
                  <a:cubicBezTo>
                    <a:pt x="665231" y="1700288"/>
                    <a:pt x="665135" y="1700383"/>
                    <a:pt x="665135" y="1700574"/>
                  </a:cubicBezTo>
                  <a:cubicBezTo>
                    <a:pt x="664754" y="1701907"/>
                    <a:pt x="664564" y="1703240"/>
                    <a:pt x="664564" y="1704574"/>
                  </a:cubicBezTo>
                  <a:cubicBezTo>
                    <a:pt x="664564" y="1704574"/>
                    <a:pt x="664564" y="1704574"/>
                    <a:pt x="664564" y="1704574"/>
                  </a:cubicBezTo>
                  <a:cubicBezTo>
                    <a:pt x="664564" y="1704574"/>
                    <a:pt x="664564" y="1704574"/>
                    <a:pt x="664564" y="1704574"/>
                  </a:cubicBezTo>
                  <a:cubicBezTo>
                    <a:pt x="664469" y="1708289"/>
                    <a:pt x="665421" y="1711908"/>
                    <a:pt x="667421" y="1714861"/>
                  </a:cubicBezTo>
                  <a:cubicBezTo>
                    <a:pt x="653419" y="1735720"/>
                    <a:pt x="636560" y="1753628"/>
                    <a:pt x="616748" y="1767820"/>
                  </a:cubicBezTo>
                  <a:cubicBezTo>
                    <a:pt x="613224" y="1770392"/>
                    <a:pt x="609509" y="1772773"/>
                    <a:pt x="605794" y="1775059"/>
                  </a:cubicBezTo>
                  <a:cubicBezTo>
                    <a:pt x="605128" y="1773154"/>
                    <a:pt x="604175" y="1771344"/>
                    <a:pt x="602937" y="1769725"/>
                  </a:cubicBezTo>
                  <a:cubicBezTo>
                    <a:pt x="601508" y="1767820"/>
                    <a:pt x="599603" y="1766201"/>
                    <a:pt x="597413" y="1764867"/>
                  </a:cubicBezTo>
                  <a:cubicBezTo>
                    <a:pt x="591983" y="1761438"/>
                    <a:pt x="585506" y="1760962"/>
                    <a:pt x="580172" y="1763153"/>
                  </a:cubicBezTo>
                  <a:cubicBezTo>
                    <a:pt x="577981" y="1764010"/>
                    <a:pt x="576077" y="1765343"/>
                    <a:pt x="574362" y="1766963"/>
                  </a:cubicBezTo>
                  <a:cubicBezTo>
                    <a:pt x="573505" y="1767820"/>
                    <a:pt x="572743" y="1768772"/>
                    <a:pt x="572076" y="1769820"/>
                  </a:cubicBezTo>
                  <a:cubicBezTo>
                    <a:pt x="571219" y="1771058"/>
                    <a:pt x="570743" y="1772487"/>
                    <a:pt x="570266" y="1773820"/>
                  </a:cubicBezTo>
                  <a:cubicBezTo>
                    <a:pt x="570266" y="1773916"/>
                    <a:pt x="570171" y="1774107"/>
                    <a:pt x="570171" y="1774202"/>
                  </a:cubicBezTo>
                  <a:cubicBezTo>
                    <a:pt x="569790" y="1775535"/>
                    <a:pt x="569599" y="1776964"/>
                    <a:pt x="569504" y="1778297"/>
                  </a:cubicBezTo>
                  <a:cubicBezTo>
                    <a:pt x="569504" y="1778297"/>
                    <a:pt x="569504" y="1778297"/>
                    <a:pt x="569504" y="1778297"/>
                  </a:cubicBezTo>
                  <a:lnTo>
                    <a:pt x="569504" y="1778297"/>
                  </a:lnTo>
                  <a:cubicBezTo>
                    <a:pt x="569409" y="1782584"/>
                    <a:pt x="570838" y="1786870"/>
                    <a:pt x="573695" y="1790489"/>
                  </a:cubicBezTo>
                  <a:cubicBezTo>
                    <a:pt x="559694" y="1795633"/>
                    <a:pt x="544835" y="1799252"/>
                    <a:pt x="529309" y="1801157"/>
                  </a:cubicBezTo>
                  <a:cubicBezTo>
                    <a:pt x="524832" y="1785536"/>
                    <a:pt x="522641" y="1769534"/>
                    <a:pt x="522165" y="1753913"/>
                  </a:cubicBezTo>
                  <a:cubicBezTo>
                    <a:pt x="522070" y="1752199"/>
                    <a:pt x="522165" y="1750389"/>
                    <a:pt x="522165" y="1748675"/>
                  </a:cubicBezTo>
                  <a:cubicBezTo>
                    <a:pt x="523118" y="1749056"/>
                    <a:pt x="524070" y="1749341"/>
                    <a:pt x="525023" y="1749532"/>
                  </a:cubicBezTo>
                  <a:cubicBezTo>
                    <a:pt x="525213" y="1749532"/>
                    <a:pt x="525308" y="1749532"/>
                    <a:pt x="525499" y="1749627"/>
                  </a:cubicBezTo>
                  <a:cubicBezTo>
                    <a:pt x="526927" y="1749913"/>
                    <a:pt x="528356" y="1750008"/>
                    <a:pt x="529785" y="1749913"/>
                  </a:cubicBezTo>
                  <a:cubicBezTo>
                    <a:pt x="529785" y="1749913"/>
                    <a:pt x="529785" y="1749913"/>
                    <a:pt x="529785" y="1749913"/>
                  </a:cubicBezTo>
                  <a:cubicBezTo>
                    <a:pt x="529785" y="1749913"/>
                    <a:pt x="529785" y="1749913"/>
                    <a:pt x="529785" y="1749913"/>
                  </a:cubicBezTo>
                  <a:cubicBezTo>
                    <a:pt x="536357" y="1749532"/>
                    <a:pt x="542168" y="1745817"/>
                    <a:pt x="544739" y="1739626"/>
                  </a:cubicBezTo>
                  <a:cubicBezTo>
                    <a:pt x="547882" y="1732101"/>
                    <a:pt x="545406" y="1723624"/>
                    <a:pt x="539215" y="1718480"/>
                  </a:cubicBezTo>
                  <a:cubicBezTo>
                    <a:pt x="539024" y="1718385"/>
                    <a:pt x="538929" y="1718195"/>
                    <a:pt x="538739" y="1718099"/>
                  </a:cubicBezTo>
                  <a:cubicBezTo>
                    <a:pt x="537500" y="1717147"/>
                    <a:pt x="536262" y="1716290"/>
                    <a:pt x="534833" y="1715623"/>
                  </a:cubicBezTo>
                  <a:cubicBezTo>
                    <a:pt x="531785" y="1714194"/>
                    <a:pt x="528642" y="1713623"/>
                    <a:pt x="525594" y="1713718"/>
                  </a:cubicBezTo>
                  <a:cubicBezTo>
                    <a:pt x="525975" y="1711718"/>
                    <a:pt x="526356" y="1709717"/>
                    <a:pt x="526832" y="1707717"/>
                  </a:cubicBezTo>
                  <a:cubicBezTo>
                    <a:pt x="532738" y="1682285"/>
                    <a:pt x="543977" y="1658378"/>
                    <a:pt x="559503" y="1636280"/>
                  </a:cubicBezTo>
                  <a:cubicBezTo>
                    <a:pt x="560074" y="1636470"/>
                    <a:pt x="560646" y="1636661"/>
                    <a:pt x="561313" y="1636756"/>
                  </a:cubicBezTo>
                  <a:cubicBezTo>
                    <a:pt x="561503" y="1636756"/>
                    <a:pt x="561598" y="1636756"/>
                    <a:pt x="561789" y="1636851"/>
                  </a:cubicBezTo>
                  <a:cubicBezTo>
                    <a:pt x="563123" y="1637042"/>
                    <a:pt x="564456" y="1637137"/>
                    <a:pt x="565694" y="1637042"/>
                  </a:cubicBezTo>
                  <a:cubicBezTo>
                    <a:pt x="565694" y="1637042"/>
                    <a:pt x="565694" y="1637042"/>
                    <a:pt x="565694" y="1637042"/>
                  </a:cubicBezTo>
                  <a:cubicBezTo>
                    <a:pt x="565694" y="1637042"/>
                    <a:pt x="565694" y="1637042"/>
                    <a:pt x="565694" y="1637042"/>
                  </a:cubicBezTo>
                  <a:cubicBezTo>
                    <a:pt x="571695" y="1636565"/>
                    <a:pt x="577505" y="1632946"/>
                    <a:pt x="580553" y="1626945"/>
                  </a:cubicBezTo>
                  <a:cubicBezTo>
                    <a:pt x="583506" y="1621230"/>
                    <a:pt x="583220" y="1614944"/>
                    <a:pt x="580363" y="1610181"/>
                  </a:cubicBezTo>
                  <a:cubicBezTo>
                    <a:pt x="598936" y="1588940"/>
                    <a:pt x="615415" y="1574082"/>
                    <a:pt x="629131" y="1563604"/>
                  </a:cubicBezTo>
                  <a:cubicBezTo>
                    <a:pt x="629512" y="1564270"/>
                    <a:pt x="629893" y="1564842"/>
                    <a:pt x="630464" y="1565414"/>
                  </a:cubicBezTo>
                  <a:cubicBezTo>
                    <a:pt x="631322" y="1566366"/>
                    <a:pt x="632274" y="1567128"/>
                    <a:pt x="633322" y="1567700"/>
                  </a:cubicBezTo>
                  <a:cubicBezTo>
                    <a:pt x="633322" y="1567700"/>
                    <a:pt x="633417" y="1567700"/>
                    <a:pt x="633417" y="1567795"/>
                  </a:cubicBezTo>
                  <a:cubicBezTo>
                    <a:pt x="639037" y="1570938"/>
                    <a:pt x="646943" y="1569414"/>
                    <a:pt x="652562" y="1563223"/>
                  </a:cubicBezTo>
                  <a:cubicBezTo>
                    <a:pt x="657420" y="1557889"/>
                    <a:pt x="659135" y="1551031"/>
                    <a:pt x="657801" y="1545411"/>
                  </a:cubicBezTo>
                  <a:cubicBezTo>
                    <a:pt x="667040" y="1540744"/>
                    <a:pt x="675422" y="1537886"/>
                    <a:pt x="682661" y="1537029"/>
                  </a:cubicBezTo>
                  <a:cubicBezTo>
                    <a:pt x="681423" y="1538553"/>
                    <a:pt x="680375" y="1540172"/>
                    <a:pt x="679518" y="1541982"/>
                  </a:cubicBezTo>
                  <a:cubicBezTo>
                    <a:pt x="679042" y="1543030"/>
                    <a:pt x="678661" y="1544173"/>
                    <a:pt x="678375" y="1545316"/>
                  </a:cubicBezTo>
                  <a:cubicBezTo>
                    <a:pt x="675994" y="1554365"/>
                    <a:pt x="680661" y="1562461"/>
                    <a:pt x="688757" y="1562651"/>
                  </a:cubicBezTo>
                  <a:cubicBezTo>
                    <a:pt x="689995" y="1562651"/>
                    <a:pt x="691234" y="1562461"/>
                    <a:pt x="692472" y="1562080"/>
                  </a:cubicBezTo>
                  <a:cubicBezTo>
                    <a:pt x="692567" y="1562080"/>
                    <a:pt x="692758" y="1561985"/>
                    <a:pt x="692853" y="1561985"/>
                  </a:cubicBezTo>
                  <a:cubicBezTo>
                    <a:pt x="693996" y="1561604"/>
                    <a:pt x="695234" y="1561127"/>
                    <a:pt x="696282" y="1560556"/>
                  </a:cubicBezTo>
                  <a:cubicBezTo>
                    <a:pt x="696282" y="1560556"/>
                    <a:pt x="696282" y="1560556"/>
                    <a:pt x="696282" y="1560556"/>
                  </a:cubicBezTo>
                  <a:cubicBezTo>
                    <a:pt x="696282" y="1560556"/>
                    <a:pt x="696282" y="1560556"/>
                    <a:pt x="696282" y="1560556"/>
                  </a:cubicBezTo>
                  <a:cubicBezTo>
                    <a:pt x="701140" y="1557889"/>
                    <a:pt x="705045" y="1552936"/>
                    <a:pt x="706760" y="1547221"/>
                  </a:cubicBezTo>
                  <a:cubicBezTo>
                    <a:pt x="712189" y="1555603"/>
                    <a:pt x="714761" y="1569795"/>
                    <a:pt x="713713" y="1588559"/>
                  </a:cubicBezTo>
                  <a:cubicBezTo>
                    <a:pt x="706378" y="1590083"/>
                    <a:pt x="699616" y="1597132"/>
                    <a:pt x="698282" y="1605514"/>
                  </a:cubicBezTo>
                  <a:cubicBezTo>
                    <a:pt x="698092" y="1606943"/>
                    <a:pt x="698092" y="1608276"/>
                    <a:pt x="698187" y="1609610"/>
                  </a:cubicBezTo>
                  <a:cubicBezTo>
                    <a:pt x="698187" y="1609705"/>
                    <a:pt x="698187" y="1609895"/>
                    <a:pt x="698282" y="1609991"/>
                  </a:cubicBezTo>
                  <a:cubicBezTo>
                    <a:pt x="698377" y="1611229"/>
                    <a:pt x="698663" y="1612467"/>
                    <a:pt x="699140" y="1613610"/>
                  </a:cubicBezTo>
                  <a:cubicBezTo>
                    <a:pt x="699140" y="1613610"/>
                    <a:pt x="699140" y="1613610"/>
                    <a:pt x="699140" y="1613610"/>
                  </a:cubicBezTo>
                  <a:lnTo>
                    <a:pt x="699140" y="1613610"/>
                  </a:lnTo>
                  <a:cubicBezTo>
                    <a:pt x="700664" y="1617896"/>
                    <a:pt x="704093" y="1621040"/>
                    <a:pt x="708474" y="1621897"/>
                  </a:cubicBezTo>
                  <a:cubicBezTo>
                    <a:pt x="703711" y="1640566"/>
                    <a:pt x="695806" y="1662378"/>
                    <a:pt x="683519" y="1686667"/>
                  </a:cubicBezTo>
                  <a:close/>
                  <a:moveTo>
                    <a:pt x="899165" y="1644566"/>
                  </a:moveTo>
                  <a:cubicBezTo>
                    <a:pt x="899450" y="1646852"/>
                    <a:pt x="900212" y="1648948"/>
                    <a:pt x="901165" y="1650758"/>
                  </a:cubicBezTo>
                  <a:cubicBezTo>
                    <a:pt x="903641" y="1655234"/>
                    <a:pt x="907927" y="1657901"/>
                    <a:pt x="912595" y="1657235"/>
                  </a:cubicBezTo>
                  <a:cubicBezTo>
                    <a:pt x="913547" y="1657139"/>
                    <a:pt x="914500" y="1656854"/>
                    <a:pt x="915452" y="1656473"/>
                  </a:cubicBezTo>
                  <a:cubicBezTo>
                    <a:pt x="916595" y="1655996"/>
                    <a:pt x="917738" y="1655330"/>
                    <a:pt x="918691" y="1654568"/>
                  </a:cubicBezTo>
                  <a:cubicBezTo>
                    <a:pt x="918786" y="1654472"/>
                    <a:pt x="918881" y="1654377"/>
                    <a:pt x="918977" y="1654282"/>
                  </a:cubicBezTo>
                  <a:cubicBezTo>
                    <a:pt x="919929" y="1653520"/>
                    <a:pt x="920786" y="1652663"/>
                    <a:pt x="921644" y="1651615"/>
                  </a:cubicBezTo>
                  <a:cubicBezTo>
                    <a:pt x="921644" y="1651615"/>
                    <a:pt x="921644" y="1651615"/>
                    <a:pt x="921644" y="1651615"/>
                  </a:cubicBezTo>
                  <a:cubicBezTo>
                    <a:pt x="921644" y="1651615"/>
                    <a:pt x="921644" y="1651615"/>
                    <a:pt x="921644" y="1651615"/>
                  </a:cubicBezTo>
                  <a:cubicBezTo>
                    <a:pt x="925073" y="1647329"/>
                    <a:pt x="926882" y="1641233"/>
                    <a:pt x="926120" y="1635327"/>
                  </a:cubicBezTo>
                  <a:cubicBezTo>
                    <a:pt x="934312" y="1640947"/>
                    <a:pt x="942122" y="1653139"/>
                    <a:pt x="948409" y="1670855"/>
                  </a:cubicBezTo>
                  <a:cubicBezTo>
                    <a:pt x="942218" y="1675142"/>
                    <a:pt x="938693" y="1684190"/>
                    <a:pt x="940694" y="1692477"/>
                  </a:cubicBezTo>
                  <a:cubicBezTo>
                    <a:pt x="941074" y="1693906"/>
                    <a:pt x="941551" y="1695144"/>
                    <a:pt x="942122" y="1696287"/>
                  </a:cubicBezTo>
                  <a:cubicBezTo>
                    <a:pt x="942218" y="1696382"/>
                    <a:pt x="942218" y="1696573"/>
                    <a:pt x="942313" y="1696668"/>
                  </a:cubicBezTo>
                  <a:cubicBezTo>
                    <a:pt x="942884" y="1697811"/>
                    <a:pt x="943646" y="1698764"/>
                    <a:pt x="944408" y="1699621"/>
                  </a:cubicBezTo>
                  <a:cubicBezTo>
                    <a:pt x="944408" y="1699621"/>
                    <a:pt x="944408" y="1699621"/>
                    <a:pt x="944408" y="1699621"/>
                  </a:cubicBezTo>
                  <a:cubicBezTo>
                    <a:pt x="944408" y="1699621"/>
                    <a:pt x="944408" y="1699621"/>
                    <a:pt x="944408" y="1699621"/>
                  </a:cubicBezTo>
                  <a:cubicBezTo>
                    <a:pt x="947456" y="1702955"/>
                    <a:pt x="951838" y="1704574"/>
                    <a:pt x="956219" y="1703717"/>
                  </a:cubicBezTo>
                  <a:cubicBezTo>
                    <a:pt x="959172" y="1722862"/>
                    <a:pt x="960315" y="1746008"/>
                    <a:pt x="958315" y="1773154"/>
                  </a:cubicBezTo>
                  <a:cubicBezTo>
                    <a:pt x="952219" y="1775154"/>
                    <a:pt x="947361" y="1780869"/>
                    <a:pt x="946504" y="1788203"/>
                  </a:cubicBezTo>
                  <a:cubicBezTo>
                    <a:pt x="946313" y="1789727"/>
                    <a:pt x="946409" y="1791156"/>
                    <a:pt x="946504" y="1792585"/>
                  </a:cubicBezTo>
                  <a:cubicBezTo>
                    <a:pt x="946504" y="1792775"/>
                    <a:pt x="946599" y="1792870"/>
                    <a:pt x="946599" y="1793061"/>
                  </a:cubicBezTo>
                  <a:cubicBezTo>
                    <a:pt x="946790" y="1794395"/>
                    <a:pt x="947170" y="1795728"/>
                    <a:pt x="947647" y="1796966"/>
                  </a:cubicBezTo>
                  <a:cubicBezTo>
                    <a:pt x="947647" y="1796966"/>
                    <a:pt x="947647" y="1796966"/>
                    <a:pt x="947647" y="1796966"/>
                  </a:cubicBezTo>
                  <a:cubicBezTo>
                    <a:pt x="947647" y="1796966"/>
                    <a:pt x="947647" y="1796966"/>
                    <a:pt x="947647" y="1796966"/>
                  </a:cubicBezTo>
                  <a:cubicBezTo>
                    <a:pt x="948980" y="1800395"/>
                    <a:pt x="951266" y="1803348"/>
                    <a:pt x="954219" y="1805349"/>
                  </a:cubicBezTo>
                  <a:cubicBezTo>
                    <a:pt x="949361" y="1830018"/>
                    <a:pt x="940694" y="1853069"/>
                    <a:pt x="927835" y="1873738"/>
                  </a:cubicBezTo>
                  <a:cubicBezTo>
                    <a:pt x="925549" y="1877453"/>
                    <a:pt x="923072" y="1881072"/>
                    <a:pt x="920501" y="1884596"/>
                  </a:cubicBezTo>
                  <a:cubicBezTo>
                    <a:pt x="917548" y="1881358"/>
                    <a:pt x="913547" y="1879072"/>
                    <a:pt x="908785" y="1878405"/>
                  </a:cubicBezTo>
                  <a:cubicBezTo>
                    <a:pt x="898688" y="1876595"/>
                    <a:pt x="889068" y="1882977"/>
                    <a:pt x="887353" y="1892693"/>
                  </a:cubicBezTo>
                  <a:cubicBezTo>
                    <a:pt x="887068" y="1894217"/>
                    <a:pt x="887068" y="1895645"/>
                    <a:pt x="887258" y="1897074"/>
                  </a:cubicBezTo>
                  <a:cubicBezTo>
                    <a:pt x="887258" y="1897265"/>
                    <a:pt x="887258" y="1897360"/>
                    <a:pt x="887353" y="1897455"/>
                  </a:cubicBezTo>
                  <a:cubicBezTo>
                    <a:pt x="887544" y="1898884"/>
                    <a:pt x="887830" y="1900217"/>
                    <a:pt x="888401" y="1901551"/>
                  </a:cubicBezTo>
                  <a:cubicBezTo>
                    <a:pt x="888401" y="1901551"/>
                    <a:pt x="888401" y="1901551"/>
                    <a:pt x="888401" y="1901551"/>
                  </a:cubicBezTo>
                  <a:lnTo>
                    <a:pt x="888401" y="1901551"/>
                  </a:lnTo>
                  <a:cubicBezTo>
                    <a:pt x="889925" y="1905551"/>
                    <a:pt x="892973" y="1908980"/>
                    <a:pt x="896974" y="1911266"/>
                  </a:cubicBezTo>
                  <a:cubicBezTo>
                    <a:pt x="886020" y="1921458"/>
                    <a:pt x="873733" y="1930412"/>
                    <a:pt x="860112" y="1938127"/>
                  </a:cubicBezTo>
                  <a:cubicBezTo>
                    <a:pt x="849920" y="1925554"/>
                    <a:pt x="841729" y="1911457"/>
                    <a:pt x="835347" y="1897265"/>
                  </a:cubicBezTo>
                  <a:cubicBezTo>
                    <a:pt x="834585" y="1895645"/>
                    <a:pt x="834014" y="1894026"/>
                    <a:pt x="833347" y="1892407"/>
                  </a:cubicBezTo>
                  <a:cubicBezTo>
                    <a:pt x="834299" y="1892312"/>
                    <a:pt x="835347" y="1892312"/>
                    <a:pt x="836299" y="1892121"/>
                  </a:cubicBezTo>
                  <a:cubicBezTo>
                    <a:pt x="836490" y="1892121"/>
                    <a:pt x="836585" y="1892026"/>
                    <a:pt x="836776" y="1892026"/>
                  </a:cubicBezTo>
                  <a:cubicBezTo>
                    <a:pt x="838205" y="1891740"/>
                    <a:pt x="839633" y="1891264"/>
                    <a:pt x="840872" y="1890597"/>
                  </a:cubicBezTo>
                  <a:cubicBezTo>
                    <a:pt x="840872" y="1890597"/>
                    <a:pt x="840872" y="1890597"/>
                    <a:pt x="840872" y="1890597"/>
                  </a:cubicBezTo>
                  <a:lnTo>
                    <a:pt x="840872" y="1890597"/>
                  </a:lnTo>
                  <a:cubicBezTo>
                    <a:pt x="846777" y="1887740"/>
                    <a:pt x="850777" y="1882120"/>
                    <a:pt x="850777" y="1875357"/>
                  </a:cubicBezTo>
                  <a:cubicBezTo>
                    <a:pt x="850777" y="1867261"/>
                    <a:pt x="845253" y="1860308"/>
                    <a:pt x="837633" y="1857926"/>
                  </a:cubicBezTo>
                  <a:cubicBezTo>
                    <a:pt x="837443" y="1857831"/>
                    <a:pt x="837252" y="1857831"/>
                    <a:pt x="837061" y="1857736"/>
                  </a:cubicBezTo>
                  <a:cubicBezTo>
                    <a:pt x="835633" y="1857355"/>
                    <a:pt x="834109" y="1857069"/>
                    <a:pt x="832490" y="1856974"/>
                  </a:cubicBezTo>
                  <a:cubicBezTo>
                    <a:pt x="829156" y="1856879"/>
                    <a:pt x="826013" y="1857641"/>
                    <a:pt x="823155" y="1858879"/>
                  </a:cubicBezTo>
                  <a:cubicBezTo>
                    <a:pt x="822774" y="1856879"/>
                    <a:pt x="822298" y="1854878"/>
                    <a:pt x="822012" y="1852878"/>
                  </a:cubicBezTo>
                  <a:cubicBezTo>
                    <a:pt x="817726" y="1827065"/>
                    <a:pt x="818869" y="1800681"/>
                    <a:pt x="824774" y="1774297"/>
                  </a:cubicBezTo>
                  <a:cubicBezTo>
                    <a:pt x="825346" y="1774202"/>
                    <a:pt x="826013" y="1774202"/>
                    <a:pt x="826584" y="1774011"/>
                  </a:cubicBezTo>
                  <a:cubicBezTo>
                    <a:pt x="826774" y="1774011"/>
                    <a:pt x="826870" y="1773916"/>
                    <a:pt x="827060" y="1773916"/>
                  </a:cubicBezTo>
                  <a:cubicBezTo>
                    <a:pt x="828394" y="1773630"/>
                    <a:pt x="829632" y="1773154"/>
                    <a:pt x="830775" y="1772582"/>
                  </a:cubicBezTo>
                  <a:cubicBezTo>
                    <a:pt x="830775" y="1772582"/>
                    <a:pt x="830775" y="1772582"/>
                    <a:pt x="830775" y="1772582"/>
                  </a:cubicBezTo>
                  <a:lnTo>
                    <a:pt x="830775" y="1772582"/>
                  </a:lnTo>
                  <a:cubicBezTo>
                    <a:pt x="836204" y="1769820"/>
                    <a:pt x="840110" y="1764295"/>
                    <a:pt x="840586" y="1757628"/>
                  </a:cubicBezTo>
                  <a:cubicBezTo>
                    <a:pt x="841062" y="1751151"/>
                    <a:pt x="838395" y="1745436"/>
                    <a:pt x="834014" y="1742102"/>
                  </a:cubicBezTo>
                  <a:cubicBezTo>
                    <a:pt x="843062" y="1715337"/>
                    <a:pt x="852492" y="1695335"/>
                    <a:pt x="861160" y="1680380"/>
                  </a:cubicBezTo>
                  <a:cubicBezTo>
                    <a:pt x="861731" y="1680857"/>
                    <a:pt x="862398" y="1681238"/>
                    <a:pt x="863065" y="1681619"/>
                  </a:cubicBezTo>
                  <a:cubicBezTo>
                    <a:pt x="865351" y="1682762"/>
                    <a:pt x="867827" y="1682952"/>
                    <a:pt x="870304" y="1682571"/>
                  </a:cubicBezTo>
                  <a:cubicBezTo>
                    <a:pt x="870304" y="1682571"/>
                    <a:pt x="870304" y="1682571"/>
                    <a:pt x="870304" y="1682571"/>
                  </a:cubicBezTo>
                  <a:cubicBezTo>
                    <a:pt x="870304" y="1682571"/>
                    <a:pt x="870304" y="1682571"/>
                    <a:pt x="870304" y="1682571"/>
                  </a:cubicBezTo>
                  <a:cubicBezTo>
                    <a:pt x="875447" y="1681619"/>
                    <a:pt x="880305" y="1677332"/>
                    <a:pt x="882591" y="1671046"/>
                  </a:cubicBezTo>
                  <a:cubicBezTo>
                    <a:pt x="885068" y="1664188"/>
                    <a:pt x="884020" y="1657235"/>
                    <a:pt x="880495" y="1652663"/>
                  </a:cubicBezTo>
                  <a:cubicBezTo>
                    <a:pt x="887258" y="1644662"/>
                    <a:pt x="893926" y="1638851"/>
                    <a:pt x="900212" y="1635327"/>
                  </a:cubicBezTo>
                  <a:cubicBezTo>
                    <a:pt x="899069" y="1638280"/>
                    <a:pt x="898688" y="1641423"/>
                    <a:pt x="899165" y="1644566"/>
                  </a:cubicBezTo>
                  <a:close/>
                  <a:moveTo>
                    <a:pt x="1139290" y="1642757"/>
                  </a:moveTo>
                  <a:cubicBezTo>
                    <a:pt x="1139576" y="1645900"/>
                    <a:pt x="1140337" y="1648948"/>
                    <a:pt x="1141957" y="1651805"/>
                  </a:cubicBezTo>
                  <a:cubicBezTo>
                    <a:pt x="1146624" y="1659902"/>
                    <a:pt x="1155578" y="1661997"/>
                    <a:pt x="1161483" y="1656568"/>
                  </a:cubicBezTo>
                  <a:cubicBezTo>
                    <a:pt x="1162436" y="1655711"/>
                    <a:pt x="1163102" y="1654758"/>
                    <a:pt x="1163769" y="1653710"/>
                  </a:cubicBezTo>
                  <a:cubicBezTo>
                    <a:pt x="1163864" y="1653615"/>
                    <a:pt x="1163864" y="1653520"/>
                    <a:pt x="1163960" y="1653425"/>
                  </a:cubicBezTo>
                  <a:cubicBezTo>
                    <a:pt x="1167198" y="1647805"/>
                    <a:pt x="1166912" y="1639518"/>
                    <a:pt x="1163388" y="1633136"/>
                  </a:cubicBezTo>
                  <a:cubicBezTo>
                    <a:pt x="1173103" y="1635232"/>
                    <a:pt x="1184819" y="1642852"/>
                    <a:pt x="1197487" y="1657520"/>
                  </a:cubicBezTo>
                  <a:cubicBezTo>
                    <a:pt x="1196821" y="1658568"/>
                    <a:pt x="1196154" y="1659616"/>
                    <a:pt x="1195678" y="1660854"/>
                  </a:cubicBezTo>
                  <a:cubicBezTo>
                    <a:pt x="1194916" y="1662854"/>
                    <a:pt x="1194535" y="1664950"/>
                    <a:pt x="1194535" y="1667236"/>
                  </a:cubicBezTo>
                  <a:cubicBezTo>
                    <a:pt x="1194535" y="1668379"/>
                    <a:pt x="1194535" y="1669522"/>
                    <a:pt x="1194725" y="1670570"/>
                  </a:cubicBezTo>
                  <a:cubicBezTo>
                    <a:pt x="1195202" y="1673903"/>
                    <a:pt x="1196440" y="1677332"/>
                    <a:pt x="1198535" y="1680285"/>
                  </a:cubicBezTo>
                  <a:cubicBezTo>
                    <a:pt x="1199393" y="1681524"/>
                    <a:pt x="1200440" y="1682571"/>
                    <a:pt x="1201488" y="1683428"/>
                  </a:cubicBezTo>
                  <a:cubicBezTo>
                    <a:pt x="1201488" y="1683428"/>
                    <a:pt x="1201583" y="1683524"/>
                    <a:pt x="1201583" y="1683524"/>
                  </a:cubicBezTo>
                  <a:cubicBezTo>
                    <a:pt x="1202536" y="1684381"/>
                    <a:pt x="1203679" y="1685048"/>
                    <a:pt x="1204727" y="1685619"/>
                  </a:cubicBezTo>
                  <a:cubicBezTo>
                    <a:pt x="1204822" y="1685619"/>
                    <a:pt x="1204822" y="1685714"/>
                    <a:pt x="1204917" y="1685714"/>
                  </a:cubicBezTo>
                  <a:cubicBezTo>
                    <a:pt x="1204917" y="1685714"/>
                    <a:pt x="1204917" y="1685714"/>
                    <a:pt x="1204917" y="1685714"/>
                  </a:cubicBezTo>
                  <a:cubicBezTo>
                    <a:pt x="1209013" y="1687715"/>
                    <a:pt x="1213680" y="1687429"/>
                    <a:pt x="1217395" y="1684857"/>
                  </a:cubicBezTo>
                  <a:cubicBezTo>
                    <a:pt x="1227396" y="1701335"/>
                    <a:pt x="1237207" y="1722290"/>
                    <a:pt x="1245684" y="1748103"/>
                  </a:cubicBezTo>
                  <a:cubicBezTo>
                    <a:pt x="1240826" y="1752294"/>
                    <a:pt x="1238540" y="1759533"/>
                    <a:pt x="1240541" y="1766677"/>
                  </a:cubicBezTo>
                  <a:cubicBezTo>
                    <a:pt x="1240921" y="1768106"/>
                    <a:pt x="1241588" y="1769439"/>
                    <a:pt x="1242255" y="1770773"/>
                  </a:cubicBezTo>
                  <a:cubicBezTo>
                    <a:pt x="1242350" y="1770868"/>
                    <a:pt x="1242445" y="1770963"/>
                    <a:pt x="1242445" y="1771154"/>
                  </a:cubicBezTo>
                  <a:cubicBezTo>
                    <a:pt x="1243112" y="1772392"/>
                    <a:pt x="1243970" y="1773440"/>
                    <a:pt x="1244922" y="1774392"/>
                  </a:cubicBezTo>
                  <a:cubicBezTo>
                    <a:pt x="1244922" y="1774392"/>
                    <a:pt x="1244922" y="1774392"/>
                    <a:pt x="1244922" y="1774392"/>
                  </a:cubicBezTo>
                  <a:cubicBezTo>
                    <a:pt x="1244922" y="1774392"/>
                    <a:pt x="1244922" y="1774392"/>
                    <a:pt x="1244922" y="1774392"/>
                  </a:cubicBezTo>
                  <a:cubicBezTo>
                    <a:pt x="1247399" y="1777059"/>
                    <a:pt x="1250637" y="1778869"/>
                    <a:pt x="1254161" y="1779536"/>
                  </a:cubicBezTo>
                  <a:cubicBezTo>
                    <a:pt x="1259114" y="1804205"/>
                    <a:pt x="1259876" y="1828875"/>
                    <a:pt x="1255876" y="1852974"/>
                  </a:cubicBezTo>
                  <a:cubicBezTo>
                    <a:pt x="1255209" y="1857355"/>
                    <a:pt x="1254257" y="1861641"/>
                    <a:pt x="1253209" y="1865832"/>
                  </a:cubicBezTo>
                  <a:cubicBezTo>
                    <a:pt x="1249303" y="1863927"/>
                    <a:pt x="1244636" y="1863260"/>
                    <a:pt x="1239969" y="1864308"/>
                  </a:cubicBezTo>
                  <a:cubicBezTo>
                    <a:pt x="1238731" y="1864594"/>
                    <a:pt x="1237493" y="1864975"/>
                    <a:pt x="1236350" y="1865546"/>
                  </a:cubicBezTo>
                  <a:cubicBezTo>
                    <a:pt x="1231873" y="1867547"/>
                    <a:pt x="1228349" y="1871166"/>
                    <a:pt x="1226539" y="1875452"/>
                  </a:cubicBezTo>
                  <a:cubicBezTo>
                    <a:pt x="1225205" y="1878691"/>
                    <a:pt x="1224729" y="1882310"/>
                    <a:pt x="1225586" y="1885930"/>
                  </a:cubicBezTo>
                  <a:cubicBezTo>
                    <a:pt x="1225872" y="1887454"/>
                    <a:pt x="1226444" y="1888787"/>
                    <a:pt x="1227110" y="1890026"/>
                  </a:cubicBezTo>
                  <a:cubicBezTo>
                    <a:pt x="1227205" y="1890121"/>
                    <a:pt x="1227301" y="1890311"/>
                    <a:pt x="1227301" y="1890407"/>
                  </a:cubicBezTo>
                  <a:cubicBezTo>
                    <a:pt x="1227968" y="1891645"/>
                    <a:pt x="1228825" y="1892788"/>
                    <a:pt x="1229777" y="1893740"/>
                  </a:cubicBezTo>
                  <a:cubicBezTo>
                    <a:pt x="1229777" y="1893740"/>
                    <a:pt x="1229777" y="1893740"/>
                    <a:pt x="1229777" y="1893740"/>
                  </a:cubicBezTo>
                  <a:cubicBezTo>
                    <a:pt x="1229777" y="1893740"/>
                    <a:pt x="1229777" y="1893740"/>
                    <a:pt x="1229777" y="1893740"/>
                  </a:cubicBezTo>
                  <a:cubicBezTo>
                    <a:pt x="1232730" y="1896788"/>
                    <a:pt x="1236826" y="1898789"/>
                    <a:pt x="1241398" y="1899360"/>
                  </a:cubicBezTo>
                  <a:cubicBezTo>
                    <a:pt x="1235111" y="1912886"/>
                    <a:pt x="1227205" y="1926316"/>
                    <a:pt x="1217490" y="1938317"/>
                  </a:cubicBezTo>
                  <a:cubicBezTo>
                    <a:pt x="1201678" y="1929364"/>
                    <a:pt x="1187582" y="1918696"/>
                    <a:pt x="1175390" y="1906409"/>
                  </a:cubicBezTo>
                  <a:cubicBezTo>
                    <a:pt x="1176247" y="1906028"/>
                    <a:pt x="1177104" y="1905551"/>
                    <a:pt x="1177866" y="1904980"/>
                  </a:cubicBezTo>
                  <a:cubicBezTo>
                    <a:pt x="1177961" y="1904885"/>
                    <a:pt x="1178152" y="1904789"/>
                    <a:pt x="1178247" y="1904694"/>
                  </a:cubicBezTo>
                  <a:cubicBezTo>
                    <a:pt x="1179485" y="1903837"/>
                    <a:pt x="1180533" y="1902884"/>
                    <a:pt x="1181486" y="1901741"/>
                  </a:cubicBezTo>
                  <a:cubicBezTo>
                    <a:pt x="1181486" y="1901741"/>
                    <a:pt x="1181486" y="1901741"/>
                    <a:pt x="1181486" y="1901741"/>
                  </a:cubicBezTo>
                  <a:cubicBezTo>
                    <a:pt x="1181486" y="1901741"/>
                    <a:pt x="1181486" y="1901741"/>
                    <a:pt x="1181486" y="1901741"/>
                  </a:cubicBezTo>
                  <a:cubicBezTo>
                    <a:pt x="1185867" y="1896788"/>
                    <a:pt x="1187391" y="1890026"/>
                    <a:pt x="1184819" y="1883834"/>
                  </a:cubicBezTo>
                  <a:cubicBezTo>
                    <a:pt x="1182247" y="1877643"/>
                    <a:pt x="1176628" y="1873833"/>
                    <a:pt x="1170341" y="1872976"/>
                  </a:cubicBezTo>
                  <a:cubicBezTo>
                    <a:pt x="1170341" y="1872976"/>
                    <a:pt x="1170341" y="1872976"/>
                    <a:pt x="1170341" y="1872976"/>
                  </a:cubicBezTo>
                  <a:cubicBezTo>
                    <a:pt x="1170341" y="1872976"/>
                    <a:pt x="1170246" y="1872976"/>
                    <a:pt x="1170246" y="1872976"/>
                  </a:cubicBezTo>
                  <a:cubicBezTo>
                    <a:pt x="1168817" y="1872785"/>
                    <a:pt x="1167293" y="1872690"/>
                    <a:pt x="1165865" y="1872881"/>
                  </a:cubicBezTo>
                  <a:cubicBezTo>
                    <a:pt x="1165769" y="1872881"/>
                    <a:pt x="1165579" y="1872881"/>
                    <a:pt x="1165484" y="1872881"/>
                  </a:cubicBezTo>
                  <a:cubicBezTo>
                    <a:pt x="1163960" y="1873071"/>
                    <a:pt x="1162340" y="1873262"/>
                    <a:pt x="1160816" y="1873738"/>
                  </a:cubicBezTo>
                  <a:cubicBezTo>
                    <a:pt x="1157673" y="1874786"/>
                    <a:pt x="1155006" y="1876691"/>
                    <a:pt x="1152911" y="1878977"/>
                  </a:cubicBezTo>
                  <a:cubicBezTo>
                    <a:pt x="1151768" y="1877262"/>
                    <a:pt x="1150625" y="1875643"/>
                    <a:pt x="1149577" y="1873928"/>
                  </a:cubicBezTo>
                  <a:cubicBezTo>
                    <a:pt x="1135861" y="1851830"/>
                    <a:pt x="1126812" y="1827065"/>
                    <a:pt x="1122240" y="1800491"/>
                  </a:cubicBezTo>
                  <a:cubicBezTo>
                    <a:pt x="1122811" y="1800205"/>
                    <a:pt x="1123288" y="1799919"/>
                    <a:pt x="1123859" y="1799538"/>
                  </a:cubicBezTo>
                  <a:cubicBezTo>
                    <a:pt x="1123954" y="1799443"/>
                    <a:pt x="1124050" y="1799348"/>
                    <a:pt x="1124240" y="1799252"/>
                  </a:cubicBezTo>
                  <a:cubicBezTo>
                    <a:pt x="1125288" y="1798490"/>
                    <a:pt x="1126336" y="1797538"/>
                    <a:pt x="1127193" y="1796585"/>
                  </a:cubicBezTo>
                  <a:cubicBezTo>
                    <a:pt x="1127193" y="1796585"/>
                    <a:pt x="1127193" y="1796585"/>
                    <a:pt x="1127193" y="1796585"/>
                  </a:cubicBezTo>
                  <a:cubicBezTo>
                    <a:pt x="1127193" y="1796585"/>
                    <a:pt x="1127193" y="1796585"/>
                    <a:pt x="1127193" y="1796585"/>
                  </a:cubicBezTo>
                  <a:cubicBezTo>
                    <a:pt x="1131098" y="1791918"/>
                    <a:pt x="1132622" y="1785251"/>
                    <a:pt x="1130622" y="1778964"/>
                  </a:cubicBezTo>
                  <a:cubicBezTo>
                    <a:pt x="1128622" y="1772773"/>
                    <a:pt x="1123954" y="1768677"/>
                    <a:pt x="1118716" y="1767249"/>
                  </a:cubicBezTo>
                  <a:cubicBezTo>
                    <a:pt x="1116811" y="1739054"/>
                    <a:pt x="1117954" y="1716861"/>
                    <a:pt x="1120335" y="1699716"/>
                  </a:cubicBezTo>
                  <a:cubicBezTo>
                    <a:pt x="1121097" y="1699907"/>
                    <a:pt x="1121764" y="1700002"/>
                    <a:pt x="1122526" y="1700097"/>
                  </a:cubicBezTo>
                  <a:cubicBezTo>
                    <a:pt x="1123764" y="1700097"/>
                    <a:pt x="1124907" y="1699907"/>
                    <a:pt x="1126050" y="1699621"/>
                  </a:cubicBezTo>
                  <a:cubicBezTo>
                    <a:pt x="1126145" y="1699621"/>
                    <a:pt x="1126336" y="1699526"/>
                    <a:pt x="1126431" y="1699526"/>
                  </a:cubicBezTo>
                  <a:cubicBezTo>
                    <a:pt x="1127574" y="1699240"/>
                    <a:pt x="1128527" y="1698668"/>
                    <a:pt x="1129479" y="1698097"/>
                  </a:cubicBezTo>
                  <a:cubicBezTo>
                    <a:pt x="1129479" y="1698097"/>
                    <a:pt x="1129479" y="1698097"/>
                    <a:pt x="1129479" y="1698097"/>
                  </a:cubicBezTo>
                  <a:lnTo>
                    <a:pt x="1129479" y="1698097"/>
                  </a:lnTo>
                  <a:cubicBezTo>
                    <a:pt x="1133956" y="1695239"/>
                    <a:pt x="1136813" y="1689620"/>
                    <a:pt x="1136528" y="1682952"/>
                  </a:cubicBezTo>
                  <a:cubicBezTo>
                    <a:pt x="1136242" y="1675808"/>
                    <a:pt x="1132527" y="1669522"/>
                    <a:pt x="1127574" y="1666474"/>
                  </a:cubicBezTo>
                  <a:cubicBezTo>
                    <a:pt x="1130812" y="1656568"/>
                    <a:pt x="1134718" y="1648567"/>
                    <a:pt x="1139290" y="1642757"/>
                  </a:cubicBezTo>
                  <a:close/>
                  <a:moveTo>
                    <a:pt x="1421420" y="1553412"/>
                  </a:moveTo>
                  <a:cubicBezTo>
                    <a:pt x="1421420" y="1554460"/>
                    <a:pt x="1421611" y="1555508"/>
                    <a:pt x="1421801" y="1556555"/>
                  </a:cubicBezTo>
                  <a:cubicBezTo>
                    <a:pt x="1422944" y="1561889"/>
                    <a:pt x="1426278" y="1567033"/>
                    <a:pt x="1431421" y="1570176"/>
                  </a:cubicBezTo>
                  <a:cubicBezTo>
                    <a:pt x="1432660" y="1570938"/>
                    <a:pt x="1433993" y="1571510"/>
                    <a:pt x="1435232" y="1571986"/>
                  </a:cubicBezTo>
                  <a:cubicBezTo>
                    <a:pt x="1435327" y="1571986"/>
                    <a:pt x="1435517" y="1572081"/>
                    <a:pt x="1435612" y="1572081"/>
                  </a:cubicBezTo>
                  <a:cubicBezTo>
                    <a:pt x="1441518" y="1573891"/>
                    <a:pt x="1447328" y="1571891"/>
                    <a:pt x="1450471" y="1567128"/>
                  </a:cubicBezTo>
                  <a:cubicBezTo>
                    <a:pt x="1466093" y="1578558"/>
                    <a:pt x="1483237" y="1594084"/>
                    <a:pt x="1500954" y="1614658"/>
                  </a:cubicBezTo>
                  <a:cubicBezTo>
                    <a:pt x="1498001" y="1620373"/>
                    <a:pt x="1498763" y="1627898"/>
                    <a:pt x="1503240" y="1633708"/>
                  </a:cubicBezTo>
                  <a:cubicBezTo>
                    <a:pt x="1504193" y="1634946"/>
                    <a:pt x="1505240" y="1635899"/>
                    <a:pt x="1506383" y="1636756"/>
                  </a:cubicBezTo>
                  <a:cubicBezTo>
                    <a:pt x="1506478" y="1636851"/>
                    <a:pt x="1506574" y="1636946"/>
                    <a:pt x="1506669" y="1637042"/>
                  </a:cubicBezTo>
                  <a:cubicBezTo>
                    <a:pt x="1507812" y="1637899"/>
                    <a:pt x="1508955" y="1638566"/>
                    <a:pt x="1510193" y="1639137"/>
                  </a:cubicBezTo>
                  <a:cubicBezTo>
                    <a:pt x="1510193" y="1639137"/>
                    <a:pt x="1510193" y="1639137"/>
                    <a:pt x="1510193" y="1639137"/>
                  </a:cubicBezTo>
                  <a:cubicBezTo>
                    <a:pt x="1510193" y="1639137"/>
                    <a:pt x="1510193" y="1639137"/>
                    <a:pt x="1510193" y="1639137"/>
                  </a:cubicBezTo>
                  <a:cubicBezTo>
                    <a:pt x="1513527" y="1640661"/>
                    <a:pt x="1517242" y="1641042"/>
                    <a:pt x="1520766" y="1640375"/>
                  </a:cubicBezTo>
                  <a:cubicBezTo>
                    <a:pt x="1534768" y="1661235"/>
                    <a:pt x="1544960" y="1683714"/>
                    <a:pt x="1550484" y="1707527"/>
                  </a:cubicBezTo>
                  <a:cubicBezTo>
                    <a:pt x="1551532" y="1711813"/>
                    <a:pt x="1552294" y="1716099"/>
                    <a:pt x="1553056" y="1720481"/>
                  </a:cubicBezTo>
                  <a:cubicBezTo>
                    <a:pt x="1548770" y="1720290"/>
                    <a:pt x="1544197" y="1721433"/>
                    <a:pt x="1540292" y="1724195"/>
                  </a:cubicBezTo>
                  <a:cubicBezTo>
                    <a:pt x="1531910" y="1730196"/>
                    <a:pt x="1529720" y="1741531"/>
                    <a:pt x="1535339" y="1749627"/>
                  </a:cubicBezTo>
                  <a:cubicBezTo>
                    <a:pt x="1536196" y="1750865"/>
                    <a:pt x="1537244" y="1751913"/>
                    <a:pt x="1538387" y="1752866"/>
                  </a:cubicBezTo>
                  <a:cubicBezTo>
                    <a:pt x="1538483" y="1752961"/>
                    <a:pt x="1538578" y="1753056"/>
                    <a:pt x="1538768" y="1753151"/>
                  </a:cubicBezTo>
                  <a:cubicBezTo>
                    <a:pt x="1539911" y="1754009"/>
                    <a:pt x="1541054" y="1754770"/>
                    <a:pt x="1542388" y="1755247"/>
                  </a:cubicBezTo>
                  <a:cubicBezTo>
                    <a:pt x="1542388" y="1755247"/>
                    <a:pt x="1542388" y="1755247"/>
                    <a:pt x="1542388" y="1755247"/>
                  </a:cubicBezTo>
                  <a:cubicBezTo>
                    <a:pt x="1542388" y="1755247"/>
                    <a:pt x="1542388" y="1755247"/>
                    <a:pt x="1542388" y="1755247"/>
                  </a:cubicBezTo>
                  <a:cubicBezTo>
                    <a:pt x="1546293" y="1756961"/>
                    <a:pt x="1550865" y="1757247"/>
                    <a:pt x="1555246" y="1756009"/>
                  </a:cubicBezTo>
                  <a:cubicBezTo>
                    <a:pt x="1554675" y="1770868"/>
                    <a:pt x="1552484" y="1786203"/>
                    <a:pt x="1548198" y="1801157"/>
                  </a:cubicBezTo>
                  <a:cubicBezTo>
                    <a:pt x="1530101" y="1798967"/>
                    <a:pt x="1513051" y="1794490"/>
                    <a:pt x="1497049" y="1787822"/>
                  </a:cubicBezTo>
                  <a:cubicBezTo>
                    <a:pt x="1497716" y="1787060"/>
                    <a:pt x="1498287" y="1786299"/>
                    <a:pt x="1498859" y="1785536"/>
                  </a:cubicBezTo>
                  <a:cubicBezTo>
                    <a:pt x="1498954" y="1785346"/>
                    <a:pt x="1499049" y="1785251"/>
                    <a:pt x="1499144" y="1785060"/>
                  </a:cubicBezTo>
                  <a:cubicBezTo>
                    <a:pt x="1499906" y="1783822"/>
                    <a:pt x="1500573" y="1782488"/>
                    <a:pt x="1501049" y="1781155"/>
                  </a:cubicBezTo>
                  <a:cubicBezTo>
                    <a:pt x="1501049" y="1781155"/>
                    <a:pt x="1501049" y="1781155"/>
                    <a:pt x="1501049" y="1781155"/>
                  </a:cubicBezTo>
                  <a:lnTo>
                    <a:pt x="1501049" y="1781155"/>
                  </a:lnTo>
                  <a:cubicBezTo>
                    <a:pt x="1503145" y="1774964"/>
                    <a:pt x="1502002" y="1768106"/>
                    <a:pt x="1497239" y="1763343"/>
                  </a:cubicBezTo>
                  <a:cubicBezTo>
                    <a:pt x="1492477" y="1758581"/>
                    <a:pt x="1485904" y="1757247"/>
                    <a:pt x="1479713" y="1758866"/>
                  </a:cubicBezTo>
                  <a:cubicBezTo>
                    <a:pt x="1479713" y="1758866"/>
                    <a:pt x="1479713" y="1758866"/>
                    <a:pt x="1479713" y="1758866"/>
                  </a:cubicBezTo>
                  <a:cubicBezTo>
                    <a:pt x="1479713" y="1758866"/>
                    <a:pt x="1479713" y="1758866"/>
                    <a:pt x="1479618" y="1758866"/>
                  </a:cubicBezTo>
                  <a:cubicBezTo>
                    <a:pt x="1478189" y="1759247"/>
                    <a:pt x="1476761" y="1759819"/>
                    <a:pt x="1475427" y="1760486"/>
                  </a:cubicBezTo>
                  <a:cubicBezTo>
                    <a:pt x="1475332" y="1760486"/>
                    <a:pt x="1475332" y="1760581"/>
                    <a:pt x="1475236" y="1760581"/>
                  </a:cubicBezTo>
                  <a:cubicBezTo>
                    <a:pt x="1473808" y="1761343"/>
                    <a:pt x="1472474" y="1762200"/>
                    <a:pt x="1471236" y="1763248"/>
                  </a:cubicBezTo>
                  <a:cubicBezTo>
                    <a:pt x="1468760" y="1765439"/>
                    <a:pt x="1467045" y="1768201"/>
                    <a:pt x="1465997" y="1771154"/>
                  </a:cubicBezTo>
                  <a:cubicBezTo>
                    <a:pt x="1464283" y="1770011"/>
                    <a:pt x="1462568" y="1768963"/>
                    <a:pt x="1460949" y="1767725"/>
                  </a:cubicBezTo>
                  <a:cubicBezTo>
                    <a:pt x="1439708" y="1752675"/>
                    <a:pt x="1421896" y="1733244"/>
                    <a:pt x="1407419" y="1710479"/>
                  </a:cubicBezTo>
                  <a:cubicBezTo>
                    <a:pt x="1407800" y="1710003"/>
                    <a:pt x="1408180" y="1709527"/>
                    <a:pt x="1408561" y="1709051"/>
                  </a:cubicBezTo>
                  <a:cubicBezTo>
                    <a:pt x="1408657" y="1708955"/>
                    <a:pt x="1408752" y="1708765"/>
                    <a:pt x="1408752" y="1708670"/>
                  </a:cubicBezTo>
                  <a:cubicBezTo>
                    <a:pt x="1409419" y="1707527"/>
                    <a:pt x="1409990" y="1706288"/>
                    <a:pt x="1410371" y="1705050"/>
                  </a:cubicBezTo>
                  <a:cubicBezTo>
                    <a:pt x="1410371" y="1705050"/>
                    <a:pt x="1410371" y="1705050"/>
                    <a:pt x="1410371" y="1705050"/>
                  </a:cubicBezTo>
                  <a:cubicBezTo>
                    <a:pt x="1410371" y="1705050"/>
                    <a:pt x="1410371" y="1705050"/>
                    <a:pt x="1410371" y="1705050"/>
                  </a:cubicBezTo>
                  <a:cubicBezTo>
                    <a:pt x="1412276" y="1699240"/>
                    <a:pt x="1411038" y="1692477"/>
                    <a:pt x="1406752" y="1687429"/>
                  </a:cubicBezTo>
                  <a:cubicBezTo>
                    <a:pt x="1402561" y="1682476"/>
                    <a:pt x="1396751" y="1680476"/>
                    <a:pt x="1391321" y="1681238"/>
                  </a:cubicBezTo>
                  <a:cubicBezTo>
                    <a:pt x="1378748" y="1655901"/>
                    <a:pt x="1371224" y="1635041"/>
                    <a:pt x="1366842" y="1618277"/>
                  </a:cubicBezTo>
                  <a:cubicBezTo>
                    <a:pt x="1367604" y="1618182"/>
                    <a:pt x="1368271" y="1617992"/>
                    <a:pt x="1368937" y="1617801"/>
                  </a:cubicBezTo>
                  <a:cubicBezTo>
                    <a:pt x="1370080" y="1617325"/>
                    <a:pt x="1371128" y="1616753"/>
                    <a:pt x="1372081" y="1615991"/>
                  </a:cubicBezTo>
                  <a:cubicBezTo>
                    <a:pt x="1372176" y="1615896"/>
                    <a:pt x="1372271" y="1615801"/>
                    <a:pt x="1372367" y="1615706"/>
                  </a:cubicBezTo>
                  <a:cubicBezTo>
                    <a:pt x="1373224" y="1614944"/>
                    <a:pt x="1373986" y="1614182"/>
                    <a:pt x="1374653" y="1613229"/>
                  </a:cubicBezTo>
                  <a:cubicBezTo>
                    <a:pt x="1374653" y="1613229"/>
                    <a:pt x="1374653" y="1613229"/>
                    <a:pt x="1374653" y="1613229"/>
                  </a:cubicBezTo>
                  <a:lnTo>
                    <a:pt x="1374653" y="1613229"/>
                  </a:lnTo>
                  <a:cubicBezTo>
                    <a:pt x="1377605" y="1608848"/>
                    <a:pt x="1378177" y="1602561"/>
                    <a:pt x="1375319" y="1596560"/>
                  </a:cubicBezTo>
                  <a:cubicBezTo>
                    <a:pt x="1372271" y="1590083"/>
                    <a:pt x="1366461" y="1585702"/>
                    <a:pt x="1360746" y="1584749"/>
                  </a:cubicBezTo>
                  <a:cubicBezTo>
                    <a:pt x="1360079" y="1574653"/>
                    <a:pt x="1360651" y="1565795"/>
                    <a:pt x="1362556" y="1558746"/>
                  </a:cubicBezTo>
                  <a:cubicBezTo>
                    <a:pt x="1364080" y="1561413"/>
                    <a:pt x="1365985" y="1563890"/>
                    <a:pt x="1368557" y="1565795"/>
                  </a:cubicBezTo>
                  <a:cubicBezTo>
                    <a:pt x="1375986" y="1571510"/>
                    <a:pt x="1385130" y="1569986"/>
                    <a:pt x="1388464" y="1562747"/>
                  </a:cubicBezTo>
                  <a:cubicBezTo>
                    <a:pt x="1388940" y="1561699"/>
                    <a:pt x="1389226" y="1560461"/>
                    <a:pt x="1389416" y="1559318"/>
                  </a:cubicBezTo>
                  <a:cubicBezTo>
                    <a:pt x="1389416" y="1559032"/>
                    <a:pt x="1389416" y="1558841"/>
                    <a:pt x="1389511" y="1558556"/>
                  </a:cubicBezTo>
                  <a:cubicBezTo>
                    <a:pt x="1390178" y="1552174"/>
                    <a:pt x="1386845" y="1544744"/>
                    <a:pt x="1381129" y="1540268"/>
                  </a:cubicBezTo>
                  <a:cubicBezTo>
                    <a:pt x="1390940" y="1538458"/>
                    <a:pt x="1404752" y="1541125"/>
                    <a:pt x="1421992" y="1549602"/>
                  </a:cubicBezTo>
                  <a:cubicBezTo>
                    <a:pt x="1421992" y="1549793"/>
                    <a:pt x="1421896" y="1550078"/>
                    <a:pt x="1421801" y="1550269"/>
                  </a:cubicBezTo>
                  <a:cubicBezTo>
                    <a:pt x="1421420" y="1551317"/>
                    <a:pt x="1421325" y="1552364"/>
                    <a:pt x="1421420" y="1553412"/>
                  </a:cubicBezTo>
                  <a:close/>
                  <a:moveTo>
                    <a:pt x="1565057" y="1447208"/>
                  </a:moveTo>
                  <a:cubicBezTo>
                    <a:pt x="1566010" y="1446351"/>
                    <a:pt x="1566772" y="1445399"/>
                    <a:pt x="1567343" y="1444351"/>
                  </a:cubicBezTo>
                  <a:cubicBezTo>
                    <a:pt x="1567343" y="1444351"/>
                    <a:pt x="1567343" y="1444256"/>
                    <a:pt x="1567438" y="1444256"/>
                  </a:cubicBezTo>
                  <a:cubicBezTo>
                    <a:pt x="1570582" y="1438636"/>
                    <a:pt x="1569058" y="1430730"/>
                    <a:pt x="1562867" y="1425110"/>
                  </a:cubicBezTo>
                  <a:cubicBezTo>
                    <a:pt x="1557533" y="1420253"/>
                    <a:pt x="1550675" y="1418538"/>
                    <a:pt x="1545055" y="1419872"/>
                  </a:cubicBezTo>
                  <a:cubicBezTo>
                    <a:pt x="1540387" y="1410632"/>
                    <a:pt x="1537530" y="1402250"/>
                    <a:pt x="1536673" y="1395011"/>
                  </a:cubicBezTo>
                  <a:cubicBezTo>
                    <a:pt x="1539054" y="1396916"/>
                    <a:pt x="1541816" y="1398440"/>
                    <a:pt x="1544864" y="1399298"/>
                  </a:cubicBezTo>
                  <a:cubicBezTo>
                    <a:pt x="1553913" y="1401679"/>
                    <a:pt x="1562009" y="1397012"/>
                    <a:pt x="1562200" y="1388915"/>
                  </a:cubicBezTo>
                  <a:cubicBezTo>
                    <a:pt x="1562200" y="1387677"/>
                    <a:pt x="1562009" y="1386439"/>
                    <a:pt x="1561628" y="1385201"/>
                  </a:cubicBezTo>
                  <a:cubicBezTo>
                    <a:pt x="1561628" y="1385105"/>
                    <a:pt x="1561533" y="1384915"/>
                    <a:pt x="1561533" y="1384820"/>
                  </a:cubicBezTo>
                  <a:cubicBezTo>
                    <a:pt x="1561152" y="1383582"/>
                    <a:pt x="1560676" y="1382438"/>
                    <a:pt x="1560104" y="1381391"/>
                  </a:cubicBezTo>
                  <a:cubicBezTo>
                    <a:pt x="1560104" y="1381391"/>
                    <a:pt x="1560104" y="1381391"/>
                    <a:pt x="1560104" y="1381391"/>
                  </a:cubicBezTo>
                  <a:cubicBezTo>
                    <a:pt x="1560104" y="1381391"/>
                    <a:pt x="1560104" y="1381391"/>
                    <a:pt x="1560104" y="1381391"/>
                  </a:cubicBezTo>
                  <a:cubicBezTo>
                    <a:pt x="1557437" y="1376533"/>
                    <a:pt x="1552484" y="1372628"/>
                    <a:pt x="1546769" y="1370913"/>
                  </a:cubicBezTo>
                  <a:cubicBezTo>
                    <a:pt x="1555151" y="1365484"/>
                    <a:pt x="1569344" y="1362912"/>
                    <a:pt x="1588108" y="1364055"/>
                  </a:cubicBezTo>
                  <a:cubicBezTo>
                    <a:pt x="1588394" y="1365293"/>
                    <a:pt x="1588775" y="1366532"/>
                    <a:pt x="1589251" y="1367675"/>
                  </a:cubicBezTo>
                  <a:cubicBezTo>
                    <a:pt x="1590584" y="1370627"/>
                    <a:pt x="1592775" y="1373294"/>
                    <a:pt x="1595537" y="1375295"/>
                  </a:cubicBezTo>
                  <a:cubicBezTo>
                    <a:pt x="1598300" y="1377390"/>
                    <a:pt x="1601538" y="1378914"/>
                    <a:pt x="1604967" y="1379390"/>
                  </a:cubicBezTo>
                  <a:cubicBezTo>
                    <a:pt x="1606396" y="1379581"/>
                    <a:pt x="1607729" y="1379581"/>
                    <a:pt x="1609063" y="1379486"/>
                  </a:cubicBezTo>
                  <a:cubicBezTo>
                    <a:pt x="1609158" y="1379486"/>
                    <a:pt x="1609349" y="1379486"/>
                    <a:pt x="1609444" y="1379390"/>
                  </a:cubicBezTo>
                  <a:cubicBezTo>
                    <a:pt x="1610682" y="1379295"/>
                    <a:pt x="1611920" y="1379009"/>
                    <a:pt x="1613063" y="1378533"/>
                  </a:cubicBezTo>
                  <a:cubicBezTo>
                    <a:pt x="1613063" y="1378533"/>
                    <a:pt x="1613063" y="1378533"/>
                    <a:pt x="1613063" y="1378533"/>
                  </a:cubicBezTo>
                  <a:lnTo>
                    <a:pt x="1613063" y="1378533"/>
                  </a:lnTo>
                  <a:cubicBezTo>
                    <a:pt x="1617350" y="1377009"/>
                    <a:pt x="1620493" y="1373580"/>
                    <a:pt x="1621350" y="1369199"/>
                  </a:cubicBezTo>
                  <a:cubicBezTo>
                    <a:pt x="1640114" y="1373770"/>
                    <a:pt x="1661927" y="1381676"/>
                    <a:pt x="1686215" y="1393964"/>
                  </a:cubicBezTo>
                  <a:cubicBezTo>
                    <a:pt x="1685739" y="1400345"/>
                    <a:pt x="1689073" y="1407013"/>
                    <a:pt x="1695550" y="1410632"/>
                  </a:cubicBezTo>
                  <a:cubicBezTo>
                    <a:pt x="1696883" y="1411394"/>
                    <a:pt x="1698217" y="1411870"/>
                    <a:pt x="1699645" y="1412252"/>
                  </a:cubicBezTo>
                  <a:cubicBezTo>
                    <a:pt x="1699836" y="1412252"/>
                    <a:pt x="1699931" y="1412347"/>
                    <a:pt x="1700122" y="1412347"/>
                  </a:cubicBezTo>
                  <a:cubicBezTo>
                    <a:pt x="1701455" y="1412728"/>
                    <a:pt x="1702789" y="1412918"/>
                    <a:pt x="1704122" y="1412918"/>
                  </a:cubicBezTo>
                  <a:cubicBezTo>
                    <a:pt x="1704122" y="1412918"/>
                    <a:pt x="1704122" y="1412918"/>
                    <a:pt x="1704122" y="1412918"/>
                  </a:cubicBezTo>
                  <a:cubicBezTo>
                    <a:pt x="1704122" y="1412918"/>
                    <a:pt x="1704122" y="1412918"/>
                    <a:pt x="1704122" y="1412918"/>
                  </a:cubicBezTo>
                  <a:cubicBezTo>
                    <a:pt x="1707837" y="1413014"/>
                    <a:pt x="1711457" y="1412061"/>
                    <a:pt x="1714409" y="1410061"/>
                  </a:cubicBezTo>
                  <a:cubicBezTo>
                    <a:pt x="1735269" y="1424063"/>
                    <a:pt x="1753176" y="1440922"/>
                    <a:pt x="1767368" y="1460734"/>
                  </a:cubicBezTo>
                  <a:cubicBezTo>
                    <a:pt x="1769940" y="1464258"/>
                    <a:pt x="1772321" y="1467973"/>
                    <a:pt x="1774607" y="1471688"/>
                  </a:cubicBezTo>
                  <a:cubicBezTo>
                    <a:pt x="1770511" y="1473116"/>
                    <a:pt x="1766797" y="1475974"/>
                    <a:pt x="1764416" y="1480070"/>
                  </a:cubicBezTo>
                  <a:cubicBezTo>
                    <a:pt x="1762987" y="1482260"/>
                    <a:pt x="1762129" y="1484546"/>
                    <a:pt x="1761653" y="1486928"/>
                  </a:cubicBezTo>
                  <a:cubicBezTo>
                    <a:pt x="1761463" y="1488070"/>
                    <a:pt x="1761368" y="1489309"/>
                    <a:pt x="1761368" y="1490452"/>
                  </a:cubicBezTo>
                  <a:cubicBezTo>
                    <a:pt x="1761368" y="1495214"/>
                    <a:pt x="1763177" y="1499786"/>
                    <a:pt x="1766511" y="1503120"/>
                  </a:cubicBezTo>
                  <a:cubicBezTo>
                    <a:pt x="1767368" y="1503977"/>
                    <a:pt x="1768321" y="1504739"/>
                    <a:pt x="1769369" y="1505406"/>
                  </a:cubicBezTo>
                  <a:cubicBezTo>
                    <a:pt x="1770607" y="1506263"/>
                    <a:pt x="1772036" y="1506740"/>
                    <a:pt x="1773369" y="1507216"/>
                  </a:cubicBezTo>
                  <a:cubicBezTo>
                    <a:pt x="1773464" y="1507216"/>
                    <a:pt x="1773655" y="1507311"/>
                    <a:pt x="1773750" y="1507311"/>
                  </a:cubicBezTo>
                  <a:cubicBezTo>
                    <a:pt x="1775084" y="1507692"/>
                    <a:pt x="1776512" y="1507883"/>
                    <a:pt x="1777846" y="1507978"/>
                  </a:cubicBezTo>
                  <a:cubicBezTo>
                    <a:pt x="1777846" y="1507978"/>
                    <a:pt x="1777846" y="1507978"/>
                    <a:pt x="1777846" y="1507978"/>
                  </a:cubicBezTo>
                  <a:lnTo>
                    <a:pt x="1777846" y="1507978"/>
                  </a:lnTo>
                  <a:cubicBezTo>
                    <a:pt x="1782132" y="1508073"/>
                    <a:pt x="1786418" y="1506644"/>
                    <a:pt x="1790038" y="1503787"/>
                  </a:cubicBezTo>
                  <a:cubicBezTo>
                    <a:pt x="1795181" y="1517789"/>
                    <a:pt x="1798801" y="1532648"/>
                    <a:pt x="1800706" y="1548174"/>
                  </a:cubicBezTo>
                  <a:cubicBezTo>
                    <a:pt x="1785085" y="1552650"/>
                    <a:pt x="1769083" y="1554841"/>
                    <a:pt x="1753462" y="1555317"/>
                  </a:cubicBezTo>
                  <a:cubicBezTo>
                    <a:pt x="1751747" y="1555412"/>
                    <a:pt x="1749937" y="1555317"/>
                    <a:pt x="1748223" y="1555317"/>
                  </a:cubicBezTo>
                  <a:cubicBezTo>
                    <a:pt x="1748604" y="1554365"/>
                    <a:pt x="1748890" y="1553412"/>
                    <a:pt x="1749080" y="1552460"/>
                  </a:cubicBezTo>
                  <a:cubicBezTo>
                    <a:pt x="1749080" y="1552269"/>
                    <a:pt x="1749080" y="1552174"/>
                    <a:pt x="1749176" y="1551983"/>
                  </a:cubicBezTo>
                  <a:cubicBezTo>
                    <a:pt x="1749461" y="1550555"/>
                    <a:pt x="1749461" y="1549126"/>
                    <a:pt x="1749461" y="1547697"/>
                  </a:cubicBezTo>
                  <a:cubicBezTo>
                    <a:pt x="1749461" y="1547697"/>
                    <a:pt x="1749461" y="1547697"/>
                    <a:pt x="1749461" y="1547697"/>
                  </a:cubicBezTo>
                  <a:cubicBezTo>
                    <a:pt x="1749461" y="1547697"/>
                    <a:pt x="1749461" y="1547697"/>
                    <a:pt x="1749461" y="1547697"/>
                  </a:cubicBezTo>
                  <a:cubicBezTo>
                    <a:pt x="1749080" y="1541125"/>
                    <a:pt x="1745366" y="1535315"/>
                    <a:pt x="1739174" y="1532743"/>
                  </a:cubicBezTo>
                  <a:cubicBezTo>
                    <a:pt x="1731650" y="1529600"/>
                    <a:pt x="1723172" y="1532076"/>
                    <a:pt x="1718029" y="1538267"/>
                  </a:cubicBezTo>
                  <a:cubicBezTo>
                    <a:pt x="1717934" y="1538458"/>
                    <a:pt x="1717743" y="1538553"/>
                    <a:pt x="1717648" y="1538744"/>
                  </a:cubicBezTo>
                  <a:cubicBezTo>
                    <a:pt x="1716695" y="1539982"/>
                    <a:pt x="1715838" y="1541220"/>
                    <a:pt x="1715171" y="1542649"/>
                  </a:cubicBezTo>
                  <a:cubicBezTo>
                    <a:pt x="1713743" y="1545697"/>
                    <a:pt x="1713171" y="1548840"/>
                    <a:pt x="1713266" y="1551888"/>
                  </a:cubicBezTo>
                  <a:cubicBezTo>
                    <a:pt x="1711266" y="1551507"/>
                    <a:pt x="1709266" y="1551126"/>
                    <a:pt x="1707266" y="1550650"/>
                  </a:cubicBezTo>
                  <a:cubicBezTo>
                    <a:pt x="1681834" y="1544744"/>
                    <a:pt x="1657926" y="1533505"/>
                    <a:pt x="1635828" y="1517979"/>
                  </a:cubicBezTo>
                  <a:cubicBezTo>
                    <a:pt x="1636019" y="1517408"/>
                    <a:pt x="1636209" y="1516836"/>
                    <a:pt x="1636304" y="1516169"/>
                  </a:cubicBezTo>
                  <a:cubicBezTo>
                    <a:pt x="1636304" y="1515979"/>
                    <a:pt x="1636304" y="1515884"/>
                    <a:pt x="1636400" y="1515693"/>
                  </a:cubicBezTo>
                  <a:cubicBezTo>
                    <a:pt x="1636590" y="1514360"/>
                    <a:pt x="1636685" y="1513026"/>
                    <a:pt x="1636590" y="1511788"/>
                  </a:cubicBezTo>
                  <a:cubicBezTo>
                    <a:pt x="1636590" y="1511788"/>
                    <a:pt x="1636590" y="1511788"/>
                    <a:pt x="1636590" y="1511788"/>
                  </a:cubicBezTo>
                  <a:cubicBezTo>
                    <a:pt x="1636590" y="1511788"/>
                    <a:pt x="1636590" y="1511788"/>
                    <a:pt x="1636590" y="1511788"/>
                  </a:cubicBezTo>
                  <a:cubicBezTo>
                    <a:pt x="1636114" y="1505787"/>
                    <a:pt x="1632494" y="1499977"/>
                    <a:pt x="1626494" y="1496929"/>
                  </a:cubicBezTo>
                  <a:cubicBezTo>
                    <a:pt x="1620778" y="1493976"/>
                    <a:pt x="1614492" y="1494262"/>
                    <a:pt x="1609729" y="1497119"/>
                  </a:cubicBezTo>
                  <a:cubicBezTo>
                    <a:pt x="1588489" y="1478545"/>
                    <a:pt x="1573630" y="1462067"/>
                    <a:pt x="1563152" y="1448351"/>
                  </a:cubicBezTo>
                  <a:cubicBezTo>
                    <a:pt x="1563914" y="1448066"/>
                    <a:pt x="1564486" y="1447685"/>
                    <a:pt x="1565057" y="1447208"/>
                  </a:cubicBezTo>
                  <a:close/>
                  <a:moveTo>
                    <a:pt x="1924531" y="1452733"/>
                  </a:moveTo>
                  <a:cubicBezTo>
                    <a:pt x="1921578" y="1449018"/>
                    <a:pt x="1917292" y="1446732"/>
                    <a:pt x="1912244" y="1446827"/>
                  </a:cubicBezTo>
                  <a:cubicBezTo>
                    <a:pt x="1907195" y="1446923"/>
                    <a:pt x="1902433" y="1449209"/>
                    <a:pt x="1898718" y="1452924"/>
                  </a:cubicBezTo>
                  <a:cubicBezTo>
                    <a:pt x="1896242" y="1455305"/>
                    <a:pt x="1894241" y="1458257"/>
                    <a:pt x="1892908" y="1461496"/>
                  </a:cubicBezTo>
                  <a:cubicBezTo>
                    <a:pt x="1892812" y="1461686"/>
                    <a:pt x="1892717" y="1461877"/>
                    <a:pt x="1892622" y="1462163"/>
                  </a:cubicBezTo>
                  <a:cubicBezTo>
                    <a:pt x="1892051" y="1463782"/>
                    <a:pt x="1891479" y="1465401"/>
                    <a:pt x="1891288" y="1467211"/>
                  </a:cubicBezTo>
                  <a:cubicBezTo>
                    <a:pt x="1890145" y="1475402"/>
                    <a:pt x="1893479" y="1482546"/>
                    <a:pt x="1899194" y="1486070"/>
                  </a:cubicBezTo>
                  <a:cubicBezTo>
                    <a:pt x="1898337" y="1487023"/>
                    <a:pt x="1897480" y="1488070"/>
                    <a:pt x="1896622" y="1489023"/>
                  </a:cubicBezTo>
                  <a:cubicBezTo>
                    <a:pt x="1896527" y="1489118"/>
                    <a:pt x="1896527" y="1489118"/>
                    <a:pt x="1896432" y="1489214"/>
                  </a:cubicBezTo>
                  <a:cubicBezTo>
                    <a:pt x="1889288" y="1496738"/>
                    <a:pt x="1881763" y="1503692"/>
                    <a:pt x="1873858" y="1509978"/>
                  </a:cubicBezTo>
                  <a:cubicBezTo>
                    <a:pt x="1872143" y="1511312"/>
                    <a:pt x="1870429" y="1512645"/>
                    <a:pt x="1868619" y="1513979"/>
                  </a:cubicBezTo>
                  <a:cubicBezTo>
                    <a:pt x="1865190" y="1516550"/>
                    <a:pt x="1861761" y="1519122"/>
                    <a:pt x="1858332" y="1521408"/>
                  </a:cubicBezTo>
                  <a:cubicBezTo>
                    <a:pt x="1856999" y="1514455"/>
                    <a:pt x="1855284" y="1507787"/>
                    <a:pt x="1853474" y="1501215"/>
                  </a:cubicBezTo>
                  <a:cubicBezTo>
                    <a:pt x="1858808" y="1499882"/>
                    <a:pt x="1863761" y="1496262"/>
                    <a:pt x="1867000" y="1490642"/>
                  </a:cubicBezTo>
                  <a:cubicBezTo>
                    <a:pt x="1870619" y="1483880"/>
                    <a:pt x="1870429" y="1476260"/>
                    <a:pt x="1867286" y="1470640"/>
                  </a:cubicBezTo>
                  <a:cubicBezTo>
                    <a:pt x="1867286" y="1470640"/>
                    <a:pt x="1867286" y="1470640"/>
                    <a:pt x="1867286" y="1470640"/>
                  </a:cubicBezTo>
                  <a:cubicBezTo>
                    <a:pt x="1867286" y="1470640"/>
                    <a:pt x="1867286" y="1470640"/>
                    <a:pt x="1867286" y="1470640"/>
                  </a:cubicBezTo>
                  <a:cubicBezTo>
                    <a:pt x="1866619" y="1469402"/>
                    <a:pt x="1865761" y="1468259"/>
                    <a:pt x="1864714" y="1467211"/>
                  </a:cubicBezTo>
                  <a:cubicBezTo>
                    <a:pt x="1864619" y="1467116"/>
                    <a:pt x="1864428" y="1466925"/>
                    <a:pt x="1864333" y="1466830"/>
                  </a:cubicBezTo>
                  <a:cubicBezTo>
                    <a:pt x="1863285" y="1465782"/>
                    <a:pt x="1862047" y="1464830"/>
                    <a:pt x="1860713" y="1464163"/>
                  </a:cubicBezTo>
                  <a:cubicBezTo>
                    <a:pt x="1858522" y="1463020"/>
                    <a:pt x="1856141" y="1462449"/>
                    <a:pt x="1853855" y="1462353"/>
                  </a:cubicBezTo>
                  <a:cubicBezTo>
                    <a:pt x="1851569" y="1462258"/>
                    <a:pt x="1849093" y="1462734"/>
                    <a:pt x="1846902" y="1463591"/>
                  </a:cubicBezTo>
                  <a:cubicBezTo>
                    <a:pt x="1845759" y="1464068"/>
                    <a:pt x="1844711" y="1464544"/>
                    <a:pt x="1843663" y="1465211"/>
                  </a:cubicBezTo>
                  <a:cubicBezTo>
                    <a:pt x="1842711" y="1465782"/>
                    <a:pt x="1841854" y="1466449"/>
                    <a:pt x="1840996" y="1467211"/>
                  </a:cubicBezTo>
                  <a:cubicBezTo>
                    <a:pt x="1840901" y="1467020"/>
                    <a:pt x="1840806" y="1466830"/>
                    <a:pt x="1840806" y="1466639"/>
                  </a:cubicBezTo>
                  <a:cubicBezTo>
                    <a:pt x="1832615" y="1449494"/>
                    <a:pt x="1822518" y="1433683"/>
                    <a:pt x="1810707" y="1419491"/>
                  </a:cubicBezTo>
                  <a:cubicBezTo>
                    <a:pt x="1804040" y="1411490"/>
                    <a:pt x="1796801" y="1404060"/>
                    <a:pt x="1788990" y="1397012"/>
                  </a:cubicBezTo>
                  <a:cubicBezTo>
                    <a:pt x="1791467" y="1391011"/>
                    <a:pt x="1790514" y="1384439"/>
                    <a:pt x="1787085" y="1379581"/>
                  </a:cubicBezTo>
                  <a:cubicBezTo>
                    <a:pt x="1787085" y="1379581"/>
                    <a:pt x="1787085" y="1379581"/>
                    <a:pt x="1787085" y="1379581"/>
                  </a:cubicBezTo>
                  <a:cubicBezTo>
                    <a:pt x="1787085" y="1379581"/>
                    <a:pt x="1787085" y="1379581"/>
                    <a:pt x="1787085" y="1379581"/>
                  </a:cubicBezTo>
                  <a:cubicBezTo>
                    <a:pt x="1786228" y="1378438"/>
                    <a:pt x="1785370" y="1377390"/>
                    <a:pt x="1784228" y="1376438"/>
                  </a:cubicBezTo>
                  <a:cubicBezTo>
                    <a:pt x="1784132" y="1376342"/>
                    <a:pt x="1783942" y="1376247"/>
                    <a:pt x="1783846" y="1376057"/>
                  </a:cubicBezTo>
                  <a:cubicBezTo>
                    <a:pt x="1782703" y="1375104"/>
                    <a:pt x="1781465" y="1374247"/>
                    <a:pt x="1780036" y="1373675"/>
                  </a:cubicBezTo>
                  <a:cubicBezTo>
                    <a:pt x="1778894" y="1373199"/>
                    <a:pt x="1777751" y="1372818"/>
                    <a:pt x="1776608" y="1372532"/>
                  </a:cubicBezTo>
                  <a:cubicBezTo>
                    <a:pt x="1771369" y="1371294"/>
                    <a:pt x="1766035" y="1372628"/>
                    <a:pt x="1761939" y="1375771"/>
                  </a:cubicBezTo>
                  <a:cubicBezTo>
                    <a:pt x="1748985" y="1366913"/>
                    <a:pt x="1735078" y="1359102"/>
                    <a:pt x="1720410" y="1352339"/>
                  </a:cubicBezTo>
                  <a:cubicBezTo>
                    <a:pt x="1704979" y="1345291"/>
                    <a:pt x="1690216" y="1339576"/>
                    <a:pt x="1676024" y="1334909"/>
                  </a:cubicBezTo>
                  <a:cubicBezTo>
                    <a:pt x="1674309" y="1328908"/>
                    <a:pt x="1669070" y="1324050"/>
                    <a:pt x="1662593" y="1322240"/>
                  </a:cubicBezTo>
                  <a:cubicBezTo>
                    <a:pt x="1662403" y="1322145"/>
                    <a:pt x="1662212" y="1322145"/>
                    <a:pt x="1662117" y="1322050"/>
                  </a:cubicBezTo>
                  <a:cubicBezTo>
                    <a:pt x="1660688" y="1321669"/>
                    <a:pt x="1659260" y="1321383"/>
                    <a:pt x="1657736" y="1321383"/>
                  </a:cubicBezTo>
                  <a:cubicBezTo>
                    <a:pt x="1652402" y="1321193"/>
                    <a:pt x="1648115" y="1323098"/>
                    <a:pt x="1645353" y="1326241"/>
                  </a:cubicBezTo>
                  <a:cubicBezTo>
                    <a:pt x="1642591" y="1325574"/>
                    <a:pt x="1639638" y="1324812"/>
                    <a:pt x="1636876" y="1324145"/>
                  </a:cubicBezTo>
                  <a:cubicBezTo>
                    <a:pt x="1611635" y="1318716"/>
                    <a:pt x="1588775" y="1316335"/>
                    <a:pt x="1569629" y="1316620"/>
                  </a:cubicBezTo>
                  <a:cubicBezTo>
                    <a:pt x="1550008" y="1317002"/>
                    <a:pt x="1533625" y="1319669"/>
                    <a:pt x="1520576" y="1324622"/>
                  </a:cubicBezTo>
                  <a:cubicBezTo>
                    <a:pt x="1517337" y="1321193"/>
                    <a:pt x="1512765" y="1318526"/>
                    <a:pt x="1508003" y="1317478"/>
                  </a:cubicBezTo>
                  <a:cubicBezTo>
                    <a:pt x="1502002" y="1316240"/>
                    <a:pt x="1497049" y="1317668"/>
                    <a:pt x="1494477" y="1320812"/>
                  </a:cubicBezTo>
                  <a:cubicBezTo>
                    <a:pt x="1494477" y="1320812"/>
                    <a:pt x="1494477" y="1320812"/>
                    <a:pt x="1494477" y="1320812"/>
                  </a:cubicBezTo>
                  <a:cubicBezTo>
                    <a:pt x="1494477" y="1320812"/>
                    <a:pt x="1494477" y="1320812"/>
                    <a:pt x="1494477" y="1320907"/>
                  </a:cubicBezTo>
                  <a:cubicBezTo>
                    <a:pt x="1493905" y="1321574"/>
                    <a:pt x="1493525" y="1322336"/>
                    <a:pt x="1493239" y="1323193"/>
                  </a:cubicBezTo>
                  <a:cubicBezTo>
                    <a:pt x="1493144" y="1323383"/>
                    <a:pt x="1493144" y="1323479"/>
                    <a:pt x="1493048" y="1323669"/>
                  </a:cubicBezTo>
                  <a:cubicBezTo>
                    <a:pt x="1492762" y="1324622"/>
                    <a:pt x="1492667" y="1325574"/>
                    <a:pt x="1492667" y="1326717"/>
                  </a:cubicBezTo>
                  <a:cubicBezTo>
                    <a:pt x="1492667" y="1326717"/>
                    <a:pt x="1492667" y="1326717"/>
                    <a:pt x="1492667" y="1326717"/>
                  </a:cubicBezTo>
                  <a:cubicBezTo>
                    <a:pt x="1492953" y="1330337"/>
                    <a:pt x="1494953" y="1334147"/>
                    <a:pt x="1498001" y="1337290"/>
                  </a:cubicBezTo>
                  <a:cubicBezTo>
                    <a:pt x="1498287" y="1337576"/>
                    <a:pt x="1498573" y="1337766"/>
                    <a:pt x="1498859" y="1338052"/>
                  </a:cubicBezTo>
                  <a:cubicBezTo>
                    <a:pt x="1496572" y="1340338"/>
                    <a:pt x="1494572" y="1342719"/>
                    <a:pt x="1492858" y="1345291"/>
                  </a:cubicBezTo>
                  <a:cubicBezTo>
                    <a:pt x="1478951" y="1364912"/>
                    <a:pt x="1481999" y="1394059"/>
                    <a:pt x="1498192" y="1430159"/>
                  </a:cubicBezTo>
                  <a:cubicBezTo>
                    <a:pt x="1505526" y="1446351"/>
                    <a:pt x="1516003" y="1463782"/>
                    <a:pt x="1529148" y="1481975"/>
                  </a:cubicBezTo>
                  <a:cubicBezTo>
                    <a:pt x="1524386" y="1487309"/>
                    <a:pt x="1524576" y="1496072"/>
                    <a:pt x="1530386" y="1503025"/>
                  </a:cubicBezTo>
                  <a:cubicBezTo>
                    <a:pt x="1533529" y="1506740"/>
                    <a:pt x="1537720" y="1509121"/>
                    <a:pt x="1542007" y="1509978"/>
                  </a:cubicBezTo>
                  <a:cubicBezTo>
                    <a:pt x="1544102" y="1510359"/>
                    <a:pt x="1546293" y="1510359"/>
                    <a:pt x="1548293" y="1509978"/>
                  </a:cubicBezTo>
                  <a:cubicBezTo>
                    <a:pt x="1549055" y="1509788"/>
                    <a:pt x="1549817" y="1509502"/>
                    <a:pt x="1550484" y="1509216"/>
                  </a:cubicBezTo>
                  <a:cubicBezTo>
                    <a:pt x="1561724" y="1522456"/>
                    <a:pt x="1574392" y="1535791"/>
                    <a:pt x="1588584" y="1548935"/>
                  </a:cubicBezTo>
                  <a:cubicBezTo>
                    <a:pt x="1593823" y="1553793"/>
                    <a:pt x="1599252" y="1558365"/>
                    <a:pt x="1604777" y="1562842"/>
                  </a:cubicBezTo>
                  <a:cubicBezTo>
                    <a:pt x="1604777" y="1562842"/>
                    <a:pt x="1604777" y="1562842"/>
                    <a:pt x="1604777" y="1562842"/>
                  </a:cubicBezTo>
                  <a:cubicBezTo>
                    <a:pt x="1604777" y="1562842"/>
                    <a:pt x="1604777" y="1562842"/>
                    <a:pt x="1604777" y="1562842"/>
                  </a:cubicBezTo>
                  <a:cubicBezTo>
                    <a:pt x="1607253" y="1564842"/>
                    <a:pt x="1609634" y="1566747"/>
                    <a:pt x="1612111" y="1568652"/>
                  </a:cubicBezTo>
                  <a:cubicBezTo>
                    <a:pt x="1611539" y="1569319"/>
                    <a:pt x="1610968" y="1570081"/>
                    <a:pt x="1610396" y="1570843"/>
                  </a:cubicBezTo>
                  <a:cubicBezTo>
                    <a:pt x="1608586" y="1573891"/>
                    <a:pt x="1607825" y="1577320"/>
                    <a:pt x="1607920" y="1580654"/>
                  </a:cubicBezTo>
                  <a:cubicBezTo>
                    <a:pt x="1608015" y="1582940"/>
                    <a:pt x="1608586" y="1585130"/>
                    <a:pt x="1609539" y="1587226"/>
                  </a:cubicBezTo>
                  <a:cubicBezTo>
                    <a:pt x="1610968" y="1590369"/>
                    <a:pt x="1613254" y="1593132"/>
                    <a:pt x="1616397" y="1595036"/>
                  </a:cubicBezTo>
                  <a:cubicBezTo>
                    <a:pt x="1624684" y="1600275"/>
                    <a:pt x="1635733" y="1597608"/>
                    <a:pt x="1640971" y="1589226"/>
                  </a:cubicBezTo>
                  <a:cubicBezTo>
                    <a:pt x="1641257" y="1588750"/>
                    <a:pt x="1641353" y="1588274"/>
                    <a:pt x="1641638" y="1587797"/>
                  </a:cubicBezTo>
                  <a:cubicBezTo>
                    <a:pt x="1655545" y="1595513"/>
                    <a:pt x="1670023" y="1601894"/>
                    <a:pt x="1684977" y="1606562"/>
                  </a:cubicBezTo>
                  <a:cubicBezTo>
                    <a:pt x="1696597" y="1610181"/>
                    <a:pt x="1708599" y="1612848"/>
                    <a:pt x="1720791" y="1614563"/>
                  </a:cubicBezTo>
                  <a:cubicBezTo>
                    <a:pt x="1720696" y="1614658"/>
                    <a:pt x="1720696" y="1614753"/>
                    <a:pt x="1720601" y="1614753"/>
                  </a:cubicBezTo>
                  <a:cubicBezTo>
                    <a:pt x="1715267" y="1624088"/>
                    <a:pt x="1717838" y="1635422"/>
                    <a:pt x="1726506" y="1640090"/>
                  </a:cubicBezTo>
                  <a:cubicBezTo>
                    <a:pt x="1728697" y="1641233"/>
                    <a:pt x="1731078" y="1641899"/>
                    <a:pt x="1733459" y="1641995"/>
                  </a:cubicBezTo>
                  <a:cubicBezTo>
                    <a:pt x="1735841" y="1642090"/>
                    <a:pt x="1738317" y="1641709"/>
                    <a:pt x="1740698" y="1640852"/>
                  </a:cubicBezTo>
                  <a:cubicBezTo>
                    <a:pt x="1743079" y="1639994"/>
                    <a:pt x="1745366" y="1638756"/>
                    <a:pt x="1747366" y="1637042"/>
                  </a:cubicBezTo>
                  <a:cubicBezTo>
                    <a:pt x="1749366" y="1635327"/>
                    <a:pt x="1751176" y="1633327"/>
                    <a:pt x="1752604" y="1630850"/>
                  </a:cubicBezTo>
                  <a:cubicBezTo>
                    <a:pt x="1753367" y="1629422"/>
                    <a:pt x="1753938" y="1627898"/>
                    <a:pt x="1754414" y="1626469"/>
                  </a:cubicBezTo>
                  <a:cubicBezTo>
                    <a:pt x="1754510" y="1626088"/>
                    <a:pt x="1754605" y="1625802"/>
                    <a:pt x="1754605" y="1625516"/>
                  </a:cubicBezTo>
                  <a:cubicBezTo>
                    <a:pt x="1755367" y="1622468"/>
                    <a:pt x="1755367" y="1619420"/>
                    <a:pt x="1754795" y="1616658"/>
                  </a:cubicBezTo>
                  <a:cubicBezTo>
                    <a:pt x="1762225" y="1616468"/>
                    <a:pt x="1769654" y="1615896"/>
                    <a:pt x="1777179" y="1615039"/>
                  </a:cubicBezTo>
                  <a:cubicBezTo>
                    <a:pt x="1776608" y="1617134"/>
                    <a:pt x="1776131" y="1619230"/>
                    <a:pt x="1776227" y="1621325"/>
                  </a:cubicBezTo>
                  <a:cubicBezTo>
                    <a:pt x="1776227" y="1622659"/>
                    <a:pt x="1776417" y="1623897"/>
                    <a:pt x="1776608" y="1625231"/>
                  </a:cubicBezTo>
                  <a:cubicBezTo>
                    <a:pt x="1776893" y="1626755"/>
                    <a:pt x="1777465" y="1628183"/>
                    <a:pt x="1778132" y="1629517"/>
                  </a:cubicBezTo>
                  <a:cubicBezTo>
                    <a:pt x="1778227" y="1629707"/>
                    <a:pt x="1778322" y="1629803"/>
                    <a:pt x="1778417" y="1629898"/>
                  </a:cubicBezTo>
                  <a:cubicBezTo>
                    <a:pt x="1780894" y="1634375"/>
                    <a:pt x="1785180" y="1637327"/>
                    <a:pt x="1790324" y="1637899"/>
                  </a:cubicBezTo>
                  <a:cubicBezTo>
                    <a:pt x="1779084" y="1671617"/>
                    <a:pt x="1759367" y="1704479"/>
                    <a:pt x="1731650" y="1732577"/>
                  </a:cubicBezTo>
                  <a:cubicBezTo>
                    <a:pt x="1721172" y="1742960"/>
                    <a:pt x="1709933" y="1752104"/>
                    <a:pt x="1698312" y="1760200"/>
                  </a:cubicBezTo>
                  <a:cubicBezTo>
                    <a:pt x="1697074" y="1755628"/>
                    <a:pt x="1693835" y="1751818"/>
                    <a:pt x="1689168" y="1750008"/>
                  </a:cubicBezTo>
                  <a:cubicBezTo>
                    <a:pt x="1681453" y="1747055"/>
                    <a:pt x="1671833" y="1749627"/>
                    <a:pt x="1665546" y="1756199"/>
                  </a:cubicBezTo>
                  <a:cubicBezTo>
                    <a:pt x="1665451" y="1756295"/>
                    <a:pt x="1665355" y="1756390"/>
                    <a:pt x="1665260" y="1756485"/>
                  </a:cubicBezTo>
                  <a:cubicBezTo>
                    <a:pt x="1664117" y="1757724"/>
                    <a:pt x="1662974" y="1759152"/>
                    <a:pt x="1662117" y="1760676"/>
                  </a:cubicBezTo>
                  <a:cubicBezTo>
                    <a:pt x="1660688" y="1763153"/>
                    <a:pt x="1659831" y="1765629"/>
                    <a:pt x="1659355" y="1768201"/>
                  </a:cubicBezTo>
                  <a:cubicBezTo>
                    <a:pt x="1659164" y="1769439"/>
                    <a:pt x="1659069" y="1770677"/>
                    <a:pt x="1659069" y="1771916"/>
                  </a:cubicBezTo>
                  <a:cubicBezTo>
                    <a:pt x="1659069" y="1773154"/>
                    <a:pt x="1659260" y="1774297"/>
                    <a:pt x="1659545" y="1775440"/>
                  </a:cubicBezTo>
                  <a:cubicBezTo>
                    <a:pt x="1660021" y="1777440"/>
                    <a:pt x="1660974" y="1779345"/>
                    <a:pt x="1662212" y="1781060"/>
                  </a:cubicBezTo>
                  <a:cubicBezTo>
                    <a:pt x="1656497" y="1783727"/>
                    <a:pt x="1650687" y="1786203"/>
                    <a:pt x="1644877" y="1788394"/>
                  </a:cubicBezTo>
                  <a:cubicBezTo>
                    <a:pt x="1642305" y="1789346"/>
                    <a:pt x="1639733" y="1790204"/>
                    <a:pt x="1636971" y="1791061"/>
                  </a:cubicBezTo>
                  <a:cubicBezTo>
                    <a:pt x="1634780" y="1791823"/>
                    <a:pt x="1632494" y="1792585"/>
                    <a:pt x="1630303" y="1793252"/>
                  </a:cubicBezTo>
                  <a:cubicBezTo>
                    <a:pt x="1624112" y="1795061"/>
                    <a:pt x="1617635" y="1796776"/>
                    <a:pt x="1611063" y="1798205"/>
                  </a:cubicBezTo>
                  <a:cubicBezTo>
                    <a:pt x="1612396" y="1791251"/>
                    <a:pt x="1613444" y="1784393"/>
                    <a:pt x="1614206" y="1777631"/>
                  </a:cubicBezTo>
                  <a:cubicBezTo>
                    <a:pt x="1619636" y="1778393"/>
                    <a:pt x="1625636" y="1776869"/>
                    <a:pt x="1630685" y="1772963"/>
                  </a:cubicBezTo>
                  <a:cubicBezTo>
                    <a:pt x="1636780" y="1768296"/>
                    <a:pt x="1639447" y="1761152"/>
                    <a:pt x="1638686" y="1754770"/>
                  </a:cubicBezTo>
                  <a:lnTo>
                    <a:pt x="1638686" y="1754770"/>
                  </a:lnTo>
                  <a:cubicBezTo>
                    <a:pt x="1638686" y="1754770"/>
                    <a:pt x="1638686" y="1754770"/>
                    <a:pt x="1638686" y="1754770"/>
                  </a:cubicBezTo>
                  <a:cubicBezTo>
                    <a:pt x="1638495" y="1753342"/>
                    <a:pt x="1638114" y="1751913"/>
                    <a:pt x="1637638" y="1750580"/>
                  </a:cubicBezTo>
                  <a:cubicBezTo>
                    <a:pt x="1637543" y="1750389"/>
                    <a:pt x="1637543" y="1750199"/>
                    <a:pt x="1637447" y="1750008"/>
                  </a:cubicBezTo>
                  <a:cubicBezTo>
                    <a:pt x="1636876" y="1748675"/>
                    <a:pt x="1636114" y="1747341"/>
                    <a:pt x="1635161" y="1746198"/>
                  </a:cubicBezTo>
                  <a:cubicBezTo>
                    <a:pt x="1630399" y="1740674"/>
                    <a:pt x="1622874" y="1739245"/>
                    <a:pt x="1615730" y="1741436"/>
                  </a:cubicBezTo>
                  <a:cubicBezTo>
                    <a:pt x="1615730" y="1741245"/>
                    <a:pt x="1615730" y="1741055"/>
                    <a:pt x="1615730" y="1740864"/>
                  </a:cubicBezTo>
                  <a:cubicBezTo>
                    <a:pt x="1614683" y="1721814"/>
                    <a:pt x="1611253" y="1703336"/>
                    <a:pt x="1605729" y="1685714"/>
                  </a:cubicBezTo>
                  <a:cubicBezTo>
                    <a:pt x="1602681" y="1675808"/>
                    <a:pt x="1598776" y="1666093"/>
                    <a:pt x="1594299" y="1656663"/>
                  </a:cubicBezTo>
                  <a:cubicBezTo>
                    <a:pt x="1598966" y="1652186"/>
                    <a:pt x="1600586" y="1645709"/>
                    <a:pt x="1599252" y="1639899"/>
                  </a:cubicBezTo>
                  <a:cubicBezTo>
                    <a:pt x="1599252" y="1639899"/>
                    <a:pt x="1599252" y="1639899"/>
                    <a:pt x="1599252" y="1639899"/>
                  </a:cubicBezTo>
                  <a:cubicBezTo>
                    <a:pt x="1599252" y="1639899"/>
                    <a:pt x="1599252" y="1639899"/>
                    <a:pt x="1599252" y="1639899"/>
                  </a:cubicBezTo>
                  <a:cubicBezTo>
                    <a:pt x="1598966" y="1638566"/>
                    <a:pt x="1598490" y="1637232"/>
                    <a:pt x="1597823" y="1635994"/>
                  </a:cubicBezTo>
                  <a:cubicBezTo>
                    <a:pt x="1597728" y="1635803"/>
                    <a:pt x="1597633" y="1635613"/>
                    <a:pt x="1597537" y="1635422"/>
                  </a:cubicBezTo>
                  <a:cubicBezTo>
                    <a:pt x="1596871" y="1634089"/>
                    <a:pt x="1596013" y="1632851"/>
                    <a:pt x="1594966" y="1631803"/>
                  </a:cubicBezTo>
                  <a:cubicBezTo>
                    <a:pt x="1590203" y="1626850"/>
                    <a:pt x="1583536" y="1625231"/>
                    <a:pt x="1577440" y="1626850"/>
                  </a:cubicBezTo>
                  <a:cubicBezTo>
                    <a:pt x="1569248" y="1614372"/>
                    <a:pt x="1560009" y="1602466"/>
                    <a:pt x="1549627" y="1591131"/>
                  </a:cubicBezTo>
                  <a:cubicBezTo>
                    <a:pt x="1549627" y="1591131"/>
                    <a:pt x="1549627" y="1591131"/>
                    <a:pt x="1549627" y="1591131"/>
                  </a:cubicBezTo>
                  <a:lnTo>
                    <a:pt x="1548008" y="1589321"/>
                  </a:lnTo>
                  <a:cubicBezTo>
                    <a:pt x="1536482" y="1576844"/>
                    <a:pt x="1524957" y="1565985"/>
                    <a:pt x="1513622" y="1556270"/>
                  </a:cubicBezTo>
                  <a:cubicBezTo>
                    <a:pt x="1514289" y="1549983"/>
                    <a:pt x="1511336" y="1543506"/>
                    <a:pt x="1506097" y="1539410"/>
                  </a:cubicBezTo>
                  <a:cubicBezTo>
                    <a:pt x="1506002" y="1539315"/>
                    <a:pt x="1505812" y="1539220"/>
                    <a:pt x="1505717" y="1539029"/>
                  </a:cubicBezTo>
                  <a:cubicBezTo>
                    <a:pt x="1504574" y="1538172"/>
                    <a:pt x="1503335" y="1537315"/>
                    <a:pt x="1501907" y="1536743"/>
                  </a:cubicBezTo>
                  <a:cubicBezTo>
                    <a:pt x="1497620" y="1534743"/>
                    <a:pt x="1493239" y="1534648"/>
                    <a:pt x="1489619" y="1536077"/>
                  </a:cubicBezTo>
                  <a:cubicBezTo>
                    <a:pt x="1489238" y="1536172"/>
                    <a:pt x="1488953" y="1536458"/>
                    <a:pt x="1488571" y="1536553"/>
                  </a:cubicBezTo>
                  <a:cubicBezTo>
                    <a:pt x="1486190" y="1534838"/>
                    <a:pt x="1483809" y="1533029"/>
                    <a:pt x="1481523" y="1531409"/>
                  </a:cubicBezTo>
                  <a:cubicBezTo>
                    <a:pt x="1460092" y="1516550"/>
                    <a:pt x="1440089" y="1505882"/>
                    <a:pt x="1422278" y="1498929"/>
                  </a:cubicBezTo>
                  <a:cubicBezTo>
                    <a:pt x="1404370" y="1491881"/>
                    <a:pt x="1388178" y="1487785"/>
                    <a:pt x="1374653" y="1487690"/>
                  </a:cubicBezTo>
                  <a:cubicBezTo>
                    <a:pt x="1374367" y="1487690"/>
                    <a:pt x="1374081" y="1487690"/>
                    <a:pt x="1373891" y="1487690"/>
                  </a:cubicBezTo>
                  <a:cubicBezTo>
                    <a:pt x="1372176" y="1483308"/>
                    <a:pt x="1369033" y="1479117"/>
                    <a:pt x="1364937" y="1476260"/>
                  </a:cubicBezTo>
                  <a:cubicBezTo>
                    <a:pt x="1359794" y="1472640"/>
                    <a:pt x="1354555" y="1472069"/>
                    <a:pt x="1351030" y="1474069"/>
                  </a:cubicBezTo>
                  <a:lnTo>
                    <a:pt x="1351030" y="1474069"/>
                  </a:lnTo>
                  <a:cubicBezTo>
                    <a:pt x="1351030" y="1474069"/>
                    <a:pt x="1351030" y="1474069"/>
                    <a:pt x="1351030" y="1474069"/>
                  </a:cubicBezTo>
                  <a:cubicBezTo>
                    <a:pt x="1350173" y="1474545"/>
                    <a:pt x="1349507" y="1475117"/>
                    <a:pt x="1348935" y="1475879"/>
                  </a:cubicBezTo>
                  <a:cubicBezTo>
                    <a:pt x="1348840" y="1475974"/>
                    <a:pt x="1348745" y="1476069"/>
                    <a:pt x="1348745" y="1476164"/>
                  </a:cubicBezTo>
                  <a:cubicBezTo>
                    <a:pt x="1348173" y="1476926"/>
                    <a:pt x="1347602" y="1477879"/>
                    <a:pt x="1347220" y="1478927"/>
                  </a:cubicBezTo>
                  <a:cubicBezTo>
                    <a:pt x="1345982" y="1482641"/>
                    <a:pt x="1346649" y="1487404"/>
                    <a:pt x="1348649" y="1491785"/>
                  </a:cubicBezTo>
                  <a:cubicBezTo>
                    <a:pt x="1345696" y="1493024"/>
                    <a:pt x="1342934" y="1494357"/>
                    <a:pt x="1340267" y="1496072"/>
                  </a:cubicBezTo>
                  <a:cubicBezTo>
                    <a:pt x="1330076" y="1502549"/>
                    <a:pt x="1323218" y="1513121"/>
                    <a:pt x="1318550" y="1526361"/>
                  </a:cubicBezTo>
                  <a:cubicBezTo>
                    <a:pt x="1316264" y="1533124"/>
                    <a:pt x="1314740" y="1540839"/>
                    <a:pt x="1313883" y="1549316"/>
                  </a:cubicBezTo>
                  <a:cubicBezTo>
                    <a:pt x="1312835" y="1557603"/>
                    <a:pt x="1312550" y="1566747"/>
                    <a:pt x="1312930" y="1576653"/>
                  </a:cubicBezTo>
                  <a:cubicBezTo>
                    <a:pt x="1313693" y="1594560"/>
                    <a:pt x="1316645" y="1614753"/>
                    <a:pt x="1321789" y="1636375"/>
                  </a:cubicBezTo>
                  <a:cubicBezTo>
                    <a:pt x="1315312" y="1639328"/>
                    <a:pt x="1312264" y="1647710"/>
                    <a:pt x="1314931" y="1656282"/>
                  </a:cubicBezTo>
                  <a:cubicBezTo>
                    <a:pt x="1316074" y="1659807"/>
                    <a:pt x="1317979" y="1662759"/>
                    <a:pt x="1320455" y="1665045"/>
                  </a:cubicBezTo>
                  <a:cubicBezTo>
                    <a:pt x="1322075" y="1666569"/>
                    <a:pt x="1323884" y="1667712"/>
                    <a:pt x="1325885" y="1668569"/>
                  </a:cubicBezTo>
                  <a:cubicBezTo>
                    <a:pt x="1327599" y="1669236"/>
                    <a:pt x="1329409" y="1669617"/>
                    <a:pt x="1331219" y="1669617"/>
                  </a:cubicBezTo>
                  <a:cubicBezTo>
                    <a:pt x="1336648" y="1686095"/>
                    <a:pt x="1343220" y="1703240"/>
                    <a:pt x="1351316" y="1720957"/>
                  </a:cubicBezTo>
                  <a:cubicBezTo>
                    <a:pt x="1354269" y="1727434"/>
                    <a:pt x="1357508" y="1733720"/>
                    <a:pt x="1360936" y="1739912"/>
                  </a:cubicBezTo>
                  <a:cubicBezTo>
                    <a:pt x="1360936" y="1739912"/>
                    <a:pt x="1360936" y="1739912"/>
                    <a:pt x="1360936" y="1740007"/>
                  </a:cubicBezTo>
                  <a:cubicBezTo>
                    <a:pt x="1360936" y="1740007"/>
                    <a:pt x="1360936" y="1740007"/>
                    <a:pt x="1360936" y="1740007"/>
                  </a:cubicBezTo>
                  <a:cubicBezTo>
                    <a:pt x="1362461" y="1742769"/>
                    <a:pt x="1363985" y="1745532"/>
                    <a:pt x="1365509" y="1748199"/>
                  </a:cubicBezTo>
                  <a:cubicBezTo>
                    <a:pt x="1364651" y="1748579"/>
                    <a:pt x="1363889" y="1749056"/>
                    <a:pt x="1363127" y="1749627"/>
                  </a:cubicBezTo>
                  <a:cubicBezTo>
                    <a:pt x="1355507" y="1755247"/>
                    <a:pt x="1353793" y="1766391"/>
                    <a:pt x="1359508" y="1774392"/>
                  </a:cubicBezTo>
                  <a:cubicBezTo>
                    <a:pt x="1363032" y="1779440"/>
                    <a:pt x="1368747" y="1781917"/>
                    <a:pt x="1374462" y="1781726"/>
                  </a:cubicBezTo>
                  <a:cubicBezTo>
                    <a:pt x="1377891" y="1781631"/>
                    <a:pt x="1381320" y="1780488"/>
                    <a:pt x="1384368" y="1778297"/>
                  </a:cubicBezTo>
                  <a:cubicBezTo>
                    <a:pt x="1384844" y="1778012"/>
                    <a:pt x="1385130" y="1777631"/>
                    <a:pt x="1385511" y="1777250"/>
                  </a:cubicBezTo>
                  <a:cubicBezTo>
                    <a:pt x="1395417" y="1789727"/>
                    <a:pt x="1406371" y="1801253"/>
                    <a:pt x="1418468" y="1811254"/>
                  </a:cubicBezTo>
                  <a:cubicBezTo>
                    <a:pt x="1427802" y="1819064"/>
                    <a:pt x="1437899" y="1825922"/>
                    <a:pt x="1448567" y="1832209"/>
                  </a:cubicBezTo>
                  <a:cubicBezTo>
                    <a:pt x="1448471" y="1832304"/>
                    <a:pt x="1448376" y="1832304"/>
                    <a:pt x="1448281" y="1832399"/>
                  </a:cubicBezTo>
                  <a:cubicBezTo>
                    <a:pt x="1439803" y="1838972"/>
                    <a:pt x="1437803" y="1850592"/>
                    <a:pt x="1444090" y="1858212"/>
                  </a:cubicBezTo>
                  <a:cubicBezTo>
                    <a:pt x="1450376" y="1865832"/>
                    <a:pt x="1462854" y="1866404"/>
                    <a:pt x="1471712" y="1859545"/>
                  </a:cubicBezTo>
                  <a:cubicBezTo>
                    <a:pt x="1473141" y="1858498"/>
                    <a:pt x="1474284" y="1857260"/>
                    <a:pt x="1475332" y="1856021"/>
                  </a:cubicBezTo>
                  <a:cubicBezTo>
                    <a:pt x="1475427" y="1855926"/>
                    <a:pt x="1475427" y="1855926"/>
                    <a:pt x="1475522" y="1855831"/>
                  </a:cubicBezTo>
                  <a:cubicBezTo>
                    <a:pt x="1476475" y="1854688"/>
                    <a:pt x="1477237" y="1853354"/>
                    <a:pt x="1477808" y="1852116"/>
                  </a:cubicBezTo>
                  <a:cubicBezTo>
                    <a:pt x="1477808" y="1852021"/>
                    <a:pt x="1477903" y="1852021"/>
                    <a:pt x="1477903" y="1851926"/>
                  </a:cubicBezTo>
                  <a:cubicBezTo>
                    <a:pt x="1477903" y="1851926"/>
                    <a:pt x="1477903" y="1851926"/>
                    <a:pt x="1477903" y="1851926"/>
                  </a:cubicBezTo>
                  <a:cubicBezTo>
                    <a:pt x="1478570" y="1850402"/>
                    <a:pt x="1479046" y="1848973"/>
                    <a:pt x="1479332" y="1847354"/>
                  </a:cubicBezTo>
                  <a:cubicBezTo>
                    <a:pt x="1486286" y="1850020"/>
                    <a:pt x="1493429" y="1852307"/>
                    <a:pt x="1500668" y="1854307"/>
                  </a:cubicBezTo>
                  <a:cubicBezTo>
                    <a:pt x="1500097" y="1854974"/>
                    <a:pt x="1499620" y="1855640"/>
                    <a:pt x="1499144" y="1856307"/>
                  </a:cubicBezTo>
                  <a:cubicBezTo>
                    <a:pt x="1497811" y="1858498"/>
                    <a:pt x="1496763" y="1860879"/>
                    <a:pt x="1496287" y="1863546"/>
                  </a:cubicBezTo>
                  <a:cubicBezTo>
                    <a:pt x="1496287" y="1863546"/>
                    <a:pt x="1496287" y="1863546"/>
                    <a:pt x="1496287" y="1863546"/>
                  </a:cubicBezTo>
                  <a:cubicBezTo>
                    <a:pt x="1496001" y="1865070"/>
                    <a:pt x="1496001" y="1866594"/>
                    <a:pt x="1496096" y="1868118"/>
                  </a:cubicBezTo>
                  <a:cubicBezTo>
                    <a:pt x="1496096" y="1868309"/>
                    <a:pt x="1496096" y="1868404"/>
                    <a:pt x="1496192" y="1868594"/>
                  </a:cubicBezTo>
                  <a:cubicBezTo>
                    <a:pt x="1496763" y="1873738"/>
                    <a:pt x="1499620" y="1878024"/>
                    <a:pt x="1504097" y="1880501"/>
                  </a:cubicBezTo>
                  <a:cubicBezTo>
                    <a:pt x="1480856" y="1907457"/>
                    <a:pt x="1449900" y="1930126"/>
                    <a:pt x="1413419" y="1945557"/>
                  </a:cubicBezTo>
                  <a:cubicBezTo>
                    <a:pt x="1399799" y="1951271"/>
                    <a:pt x="1385892" y="1955462"/>
                    <a:pt x="1371986" y="1958510"/>
                  </a:cubicBezTo>
                  <a:cubicBezTo>
                    <a:pt x="1372557" y="1953843"/>
                    <a:pt x="1371128" y="1949176"/>
                    <a:pt x="1367509" y="1945557"/>
                  </a:cubicBezTo>
                  <a:cubicBezTo>
                    <a:pt x="1361508" y="1939651"/>
                    <a:pt x="1351697" y="1938603"/>
                    <a:pt x="1343411" y="1942127"/>
                  </a:cubicBezTo>
                  <a:cubicBezTo>
                    <a:pt x="1343220" y="1942223"/>
                    <a:pt x="1342934" y="1942318"/>
                    <a:pt x="1342744" y="1942413"/>
                  </a:cubicBezTo>
                  <a:cubicBezTo>
                    <a:pt x="1341220" y="1943175"/>
                    <a:pt x="1339696" y="1944032"/>
                    <a:pt x="1338267" y="1945080"/>
                  </a:cubicBezTo>
                  <a:cubicBezTo>
                    <a:pt x="1331790" y="1950033"/>
                    <a:pt x="1329028" y="1957463"/>
                    <a:pt x="1330552" y="1963940"/>
                  </a:cubicBezTo>
                  <a:cubicBezTo>
                    <a:pt x="1318265" y="1964511"/>
                    <a:pt x="1306168" y="1964130"/>
                    <a:pt x="1294452" y="1962892"/>
                  </a:cubicBezTo>
                  <a:cubicBezTo>
                    <a:pt x="1293309" y="1962797"/>
                    <a:pt x="1292071" y="1962606"/>
                    <a:pt x="1290928" y="1962511"/>
                  </a:cubicBezTo>
                  <a:cubicBezTo>
                    <a:pt x="1286070" y="1961939"/>
                    <a:pt x="1281308" y="1961273"/>
                    <a:pt x="1276640" y="1960320"/>
                  </a:cubicBezTo>
                  <a:cubicBezTo>
                    <a:pt x="1280545" y="1954415"/>
                    <a:pt x="1284070" y="1948509"/>
                    <a:pt x="1287499" y="1942413"/>
                  </a:cubicBezTo>
                  <a:cubicBezTo>
                    <a:pt x="1292166" y="1945175"/>
                    <a:pt x="1298262" y="1946128"/>
                    <a:pt x="1304453" y="1944318"/>
                  </a:cubicBezTo>
                  <a:cubicBezTo>
                    <a:pt x="1313597" y="1941842"/>
                    <a:pt x="1319503" y="1934222"/>
                    <a:pt x="1319598" y="1926316"/>
                  </a:cubicBezTo>
                  <a:cubicBezTo>
                    <a:pt x="1319598" y="1926220"/>
                    <a:pt x="1319598" y="1926030"/>
                    <a:pt x="1319598" y="1925935"/>
                  </a:cubicBezTo>
                  <a:cubicBezTo>
                    <a:pt x="1319598" y="1924411"/>
                    <a:pt x="1319408" y="1922887"/>
                    <a:pt x="1318931" y="1921458"/>
                  </a:cubicBezTo>
                  <a:cubicBezTo>
                    <a:pt x="1318931" y="1921458"/>
                    <a:pt x="1318931" y="1921458"/>
                    <a:pt x="1318931" y="1921458"/>
                  </a:cubicBezTo>
                  <a:cubicBezTo>
                    <a:pt x="1317407" y="1916791"/>
                    <a:pt x="1313978" y="1913267"/>
                    <a:pt x="1309502" y="1911266"/>
                  </a:cubicBezTo>
                  <a:cubicBezTo>
                    <a:pt x="1307406" y="1910314"/>
                    <a:pt x="1305120" y="1909742"/>
                    <a:pt x="1302739" y="1909552"/>
                  </a:cubicBezTo>
                  <a:cubicBezTo>
                    <a:pt x="1302834" y="1909361"/>
                    <a:pt x="1302929" y="1909171"/>
                    <a:pt x="1302929" y="1908980"/>
                  </a:cubicBezTo>
                  <a:cubicBezTo>
                    <a:pt x="1309406" y="1891359"/>
                    <a:pt x="1313216" y="1872595"/>
                    <a:pt x="1314931" y="1854212"/>
                  </a:cubicBezTo>
                  <a:cubicBezTo>
                    <a:pt x="1315883" y="1843829"/>
                    <a:pt x="1315978" y="1833352"/>
                    <a:pt x="1315502" y="1822970"/>
                  </a:cubicBezTo>
                  <a:cubicBezTo>
                    <a:pt x="1323027" y="1820207"/>
                    <a:pt x="1327313" y="1812778"/>
                    <a:pt x="1326742" y="1805253"/>
                  </a:cubicBezTo>
                  <a:cubicBezTo>
                    <a:pt x="1326742" y="1805063"/>
                    <a:pt x="1326742" y="1804872"/>
                    <a:pt x="1326742" y="1804682"/>
                  </a:cubicBezTo>
                  <a:cubicBezTo>
                    <a:pt x="1326551" y="1803253"/>
                    <a:pt x="1326266" y="1801729"/>
                    <a:pt x="1325789" y="1800300"/>
                  </a:cubicBezTo>
                  <a:cubicBezTo>
                    <a:pt x="1323313" y="1793918"/>
                    <a:pt x="1317788" y="1789918"/>
                    <a:pt x="1311502" y="1788965"/>
                  </a:cubicBezTo>
                  <a:cubicBezTo>
                    <a:pt x="1308740" y="1774392"/>
                    <a:pt x="1304739" y="1759819"/>
                    <a:pt x="1299500" y="1745436"/>
                  </a:cubicBezTo>
                  <a:lnTo>
                    <a:pt x="1299500" y="1745436"/>
                  </a:lnTo>
                  <a:lnTo>
                    <a:pt x="1298738" y="1743150"/>
                  </a:lnTo>
                  <a:cubicBezTo>
                    <a:pt x="1292833" y="1727339"/>
                    <a:pt x="1286356" y="1712861"/>
                    <a:pt x="1279593" y="1699430"/>
                  </a:cubicBezTo>
                  <a:cubicBezTo>
                    <a:pt x="1282641" y="1694001"/>
                    <a:pt x="1282355" y="1686762"/>
                    <a:pt x="1279117" y="1680952"/>
                  </a:cubicBezTo>
                  <a:cubicBezTo>
                    <a:pt x="1279021" y="1680761"/>
                    <a:pt x="1278926" y="1680666"/>
                    <a:pt x="1278831" y="1680476"/>
                  </a:cubicBezTo>
                  <a:cubicBezTo>
                    <a:pt x="1278069" y="1679237"/>
                    <a:pt x="1277212" y="1677999"/>
                    <a:pt x="1276259" y="1676951"/>
                  </a:cubicBezTo>
                  <a:cubicBezTo>
                    <a:pt x="1272735" y="1673237"/>
                    <a:pt x="1268258" y="1671427"/>
                    <a:pt x="1264067" y="1671522"/>
                  </a:cubicBezTo>
                  <a:cubicBezTo>
                    <a:pt x="1248637" y="1646186"/>
                    <a:pt x="1232444" y="1626183"/>
                    <a:pt x="1217395" y="1611419"/>
                  </a:cubicBezTo>
                  <a:cubicBezTo>
                    <a:pt x="1203488" y="1597703"/>
                    <a:pt x="1190249" y="1588083"/>
                    <a:pt x="1177866" y="1582749"/>
                  </a:cubicBezTo>
                  <a:cubicBezTo>
                    <a:pt x="1177580" y="1582654"/>
                    <a:pt x="1177295" y="1582559"/>
                    <a:pt x="1177009" y="1582368"/>
                  </a:cubicBezTo>
                  <a:cubicBezTo>
                    <a:pt x="1177104" y="1577701"/>
                    <a:pt x="1175866" y="1572653"/>
                    <a:pt x="1173199" y="1568366"/>
                  </a:cubicBezTo>
                  <a:cubicBezTo>
                    <a:pt x="1169770" y="1563032"/>
                    <a:pt x="1165293" y="1560461"/>
                    <a:pt x="1161197" y="1560937"/>
                  </a:cubicBezTo>
                  <a:lnTo>
                    <a:pt x="1161197" y="1560937"/>
                  </a:lnTo>
                  <a:cubicBezTo>
                    <a:pt x="1161197" y="1560937"/>
                    <a:pt x="1161197" y="1560937"/>
                    <a:pt x="1161197" y="1560937"/>
                  </a:cubicBezTo>
                  <a:cubicBezTo>
                    <a:pt x="1160245" y="1561032"/>
                    <a:pt x="1159387" y="1561318"/>
                    <a:pt x="1158530" y="1561794"/>
                  </a:cubicBezTo>
                  <a:cubicBezTo>
                    <a:pt x="1158435" y="1561889"/>
                    <a:pt x="1158340" y="1561889"/>
                    <a:pt x="1158149" y="1561985"/>
                  </a:cubicBezTo>
                  <a:cubicBezTo>
                    <a:pt x="1157292" y="1562461"/>
                    <a:pt x="1156435" y="1563128"/>
                    <a:pt x="1155768" y="1563985"/>
                  </a:cubicBezTo>
                  <a:cubicBezTo>
                    <a:pt x="1153196" y="1567033"/>
                    <a:pt x="1152053" y="1571605"/>
                    <a:pt x="1152244" y="1576463"/>
                  </a:cubicBezTo>
                  <a:cubicBezTo>
                    <a:pt x="1149101" y="1576463"/>
                    <a:pt x="1145862" y="1576653"/>
                    <a:pt x="1142814" y="1577129"/>
                  </a:cubicBezTo>
                  <a:cubicBezTo>
                    <a:pt x="1130908" y="1579225"/>
                    <a:pt x="1120621" y="1586369"/>
                    <a:pt x="1111191" y="1596751"/>
                  </a:cubicBezTo>
                  <a:cubicBezTo>
                    <a:pt x="1106524" y="1602085"/>
                    <a:pt x="1102142" y="1608562"/>
                    <a:pt x="1098046" y="1616182"/>
                  </a:cubicBezTo>
                  <a:cubicBezTo>
                    <a:pt x="1093951" y="1623421"/>
                    <a:pt x="1090141" y="1631708"/>
                    <a:pt x="1086617" y="1641042"/>
                  </a:cubicBezTo>
                  <a:cubicBezTo>
                    <a:pt x="1080330" y="1657711"/>
                    <a:pt x="1075377" y="1677618"/>
                    <a:pt x="1071853" y="1699621"/>
                  </a:cubicBezTo>
                  <a:cubicBezTo>
                    <a:pt x="1064709" y="1699907"/>
                    <a:pt x="1058613" y="1706288"/>
                    <a:pt x="1057851" y="1715337"/>
                  </a:cubicBezTo>
                  <a:cubicBezTo>
                    <a:pt x="1057089" y="1723624"/>
                    <a:pt x="1061375" y="1731053"/>
                    <a:pt x="1067757" y="1733911"/>
                  </a:cubicBezTo>
                  <a:cubicBezTo>
                    <a:pt x="1066424" y="1751246"/>
                    <a:pt x="1065852" y="1769534"/>
                    <a:pt x="1066614" y="1788965"/>
                  </a:cubicBezTo>
                  <a:cubicBezTo>
                    <a:pt x="1066900" y="1796109"/>
                    <a:pt x="1067471" y="1803158"/>
                    <a:pt x="1068233" y="1810206"/>
                  </a:cubicBezTo>
                  <a:cubicBezTo>
                    <a:pt x="1068233" y="1810206"/>
                    <a:pt x="1068233" y="1810301"/>
                    <a:pt x="1068233" y="1810301"/>
                  </a:cubicBezTo>
                  <a:cubicBezTo>
                    <a:pt x="1068233" y="1810301"/>
                    <a:pt x="1068233" y="1810301"/>
                    <a:pt x="1068233" y="1810301"/>
                  </a:cubicBezTo>
                  <a:cubicBezTo>
                    <a:pt x="1068614" y="1813445"/>
                    <a:pt x="1068900" y="1816588"/>
                    <a:pt x="1069376" y="1819636"/>
                  </a:cubicBezTo>
                  <a:cubicBezTo>
                    <a:pt x="1068424" y="1819731"/>
                    <a:pt x="1067567" y="1819731"/>
                    <a:pt x="1066614" y="1820017"/>
                  </a:cubicBezTo>
                  <a:cubicBezTo>
                    <a:pt x="1057470" y="1822303"/>
                    <a:pt x="1051565" y="1831828"/>
                    <a:pt x="1053755" y="1841448"/>
                  </a:cubicBezTo>
                  <a:cubicBezTo>
                    <a:pt x="1054041" y="1842686"/>
                    <a:pt x="1054422" y="1843829"/>
                    <a:pt x="1054898" y="1844877"/>
                  </a:cubicBezTo>
                  <a:cubicBezTo>
                    <a:pt x="1056899" y="1849163"/>
                    <a:pt x="1060423" y="1852402"/>
                    <a:pt x="1064804" y="1854021"/>
                  </a:cubicBezTo>
                  <a:cubicBezTo>
                    <a:pt x="1068043" y="1855259"/>
                    <a:pt x="1071662" y="1855545"/>
                    <a:pt x="1075282" y="1854688"/>
                  </a:cubicBezTo>
                  <a:cubicBezTo>
                    <a:pt x="1075758" y="1854593"/>
                    <a:pt x="1076234" y="1854307"/>
                    <a:pt x="1076711" y="1854212"/>
                  </a:cubicBezTo>
                  <a:cubicBezTo>
                    <a:pt x="1081092" y="1869547"/>
                    <a:pt x="1086712" y="1884311"/>
                    <a:pt x="1094046" y="1898122"/>
                  </a:cubicBezTo>
                  <a:cubicBezTo>
                    <a:pt x="1099666" y="1908885"/>
                    <a:pt x="1106333" y="1919172"/>
                    <a:pt x="1113763" y="1929078"/>
                  </a:cubicBezTo>
                  <a:cubicBezTo>
                    <a:pt x="1113668" y="1929078"/>
                    <a:pt x="1113572" y="1929078"/>
                    <a:pt x="1113477" y="1929174"/>
                  </a:cubicBezTo>
                  <a:cubicBezTo>
                    <a:pt x="1108334" y="1930602"/>
                    <a:pt x="1104143" y="1933745"/>
                    <a:pt x="1101666" y="1937746"/>
                  </a:cubicBezTo>
                  <a:cubicBezTo>
                    <a:pt x="1100999" y="1938794"/>
                    <a:pt x="1100523" y="1939841"/>
                    <a:pt x="1100142" y="1940889"/>
                  </a:cubicBezTo>
                  <a:cubicBezTo>
                    <a:pt x="1099285" y="1943080"/>
                    <a:pt x="1098999" y="1945366"/>
                    <a:pt x="1099094" y="1947747"/>
                  </a:cubicBezTo>
                  <a:cubicBezTo>
                    <a:pt x="1099190" y="1948890"/>
                    <a:pt x="1099380" y="1950128"/>
                    <a:pt x="1099761" y="1951271"/>
                  </a:cubicBezTo>
                  <a:cubicBezTo>
                    <a:pt x="1100142" y="1952414"/>
                    <a:pt x="1100618" y="1953557"/>
                    <a:pt x="1101190" y="1954605"/>
                  </a:cubicBezTo>
                  <a:cubicBezTo>
                    <a:pt x="1103000" y="1957749"/>
                    <a:pt x="1105857" y="1960225"/>
                    <a:pt x="1109191" y="1961844"/>
                  </a:cubicBezTo>
                  <a:cubicBezTo>
                    <a:pt x="1110334" y="1962416"/>
                    <a:pt x="1111477" y="1962797"/>
                    <a:pt x="1112715" y="1963178"/>
                  </a:cubicBezTo>
                  <a:cubicBezTo>
                    <a:pt x="1115192" y="1963844"/>
                    <a:pt x="1117859" y="1964130"/>
                    <a:pt x="1120526" y="1963940"/>
                  </a:cubicBezTo>
                  <a:cubicBezTo>
                    <a:pt x="1121859" y="1963844"/>
                    <a:pt x="1123193" y="1963559"/>
                    <a:pt x="1124621" y="1963273"/>
                  </a:cubicBezTo>
                  <a:cubicBezTo>
                    <a:pt x="1126336" y="1962892"/>
                    <a:pt x="1127860" y="1962225"/>
                    <a:pt x="1129288" y="1961463"/>
                  </a:cubicBezTo>
                  <a:cubicBezTo>
                    <a:pt x="1129384" y="1961368"/>
                    <a:pt x="1129479" y="1961368"/>
                    <a:pt x="1129574" y="1961273"/>
                  </a:cubicBezTo>
                  <a:cubicBezTo>
                    <a:pt x="1130908" y="1960511"/>
                    <a:pt x="1132051" y="1959653"/>
                    <a:pt x="1133194" y="1958701"/>
                  </a:cubicBezTo>
                  <a:cubicBezTo>
                    <a:pt x="1133194" y="1958701"/>
                    <a:pt x="1133289" y="1958701"/>
                    <a:pt x="1133289" y="1958606"/>
                  </a:cubicBezTo>
                  <a:cubicBezTo>
                    <a:pt x="1133289" y="1958606"/>
                    <a:pt x="1133289" y="1958606"/>
                    <a:pt x="1133289" y="1958606"/>
                  </a:cubicBezTo>
                  <a:cubicBezTo>
                    <a:pt x="1134432" y="1957463"/>
                    <a:pt x="1135480" y="1956320"/>
                    <a:pt x="1136337" y="1954986"/>
                  </a:cubicBezTo>
                  <a:cubicBezTo>
                    <a:pt x="1141671" y="1960130"/>
                    <a:pt x="1147386" y="1964987"/>
                    <a:pt x="1153387" y="1969559"/>
                  </a:cubicBezTo>
                  <a:cubicBezTo>
                    <a:pt x="1150339" y="1971179"/>
                    <a:pt x="1147672" y="1973465"/>
                    <a:pt x="1145767" y="1976417"/>
                  </a:cubicBezTo>
                  <a:cubicBezTo>
                    <a:pt x="1144910" y="1977751"/>
                    <a:pt x="1144338" y="1979180"/>
                    <a:pt x="1143862" y="1980608"/>
                  </a:cubicBezTo>
                  <a:cubicBezTo>
                    <a:pt x="1143862" y="1980799"/>
                    <a:pt x="1143767" y="1980894"/>
                    <a:pt x="1143767" y="1981085"/>
                  </a:cubicBezTo>
                  <a:cubicBezTo>
                    <a:pt x="1142338" y="1986038"/>
                    <a:pt x="1143290" y="1991086"/>
                    <a:pt x="1146529" y="1995086"/>
                  </a:cubicBezTo>
                  <a:cubicBezTo>
                    <a:pt x="1114715" y="2010993"/>
                    <a:pt x="1077568" y="2020042"/>
                    <a:pt x="1038230" y="2020423"/>
                  </a:cubicBezTo>
                  <a:cubicBezTo>
                    <a:pt x="1023561" y="2020232"/>
                    <a:pt x="1009178" y="2018804"/>
                    <a:pt x="995177" y="2016327"/>
                  </a:cubicBezTo>
                  <a:cubicBezTo>
                    <a:pt x="997463" y="2012232"/>
                    <a:pt x="997939" y="2007278"/>
                    <a:pt x="995939" y="2002707"/>
                  </a:cubicBezTo>
                  <a:cubicBezTo>
                    <a:pt x="993272" y="1996610"/>
                    <a:pt x="986985" y="1992324"/>
                    <a:pt x="979936" y="1990895"/>
                  </a:cubicBezTo>
                  <a:cubicBezTo>
                    <a:pt x="979936" y="1990895"/>
                    <a:pt x="979936" y="1990895"/>
                    <a:pt x="979936" y="1990895"/>
                  </a:cubicBezTo>
                  <a:cubicBezTo>
                    <a:pt x="979936" y="1990895"/>
                    <a:pt x="979841" y="1990895"/>
                    <a:pt x="979841" y="1990895"/>
                  </a:cubicBezTo>
                  <a:cubicBezTo>
                    <a:pt x="978317" y="1990610"/>
                    <a:pt x="976698" y="1990419"/>
                    <a:pt x="975079" y="1990514"/>
                  </a:cubicBezTo>
                  <a:cubicBezTo>
                    <a:pt x="974793" y="1990514"/>
                    <a:pt x="974507" y="1990514"/>
                    <a:pt x="974317" y="1990514"/>
                  </a:cubicBezTo>
                  <a:cubicBezTo>
                    <a:pt x="972602" y="1990610"/>
                    <a:pt x="970888" y="1990800"/>
                    <a:pt x="969173" y="1991181"/>
                  </a:cubicBezTo>
                  <a:cubicBezTo>
                    <a:pt x="967840" y="1991562"/>
                    <a:pt x="966506" y="1992038"/>
                    <a:pt x="965268" y="1992610"/>
                  </a:cubicBezTo>
                  <a:cubicBezTo>
                    <a:pt x="960410" y="1994896"/>
                    <a:pt x="956981" y="1998611"/>
                    <a:pt x="955457" y="2002992"/>
                  </a:cubicBezTo>
                  <a:cubicBezTo>
                    <a:pt x="955172" y="2003849"/>
                    <a:pt x="954981" y="2004802"/>
                    <a:pt x="954886" y="2005754"/>
                  </a:cubicBezTo>
                  <a:cubicBezTo>
                    <a:pt x="943742" y="2001754"/>
                    <a:pt x="933073" y="1996991"/>
                    <a:pt x="923072" y="1991562"/>
                  </a:cubicBezTo>
                  <a:cubicBezTo>
                    <a:pt x="921263" y="1990514"/>
                    <a:pt x="919357" y="1989467"/>
                    <a:pt x="917548" y="1988419"/>
                  </a:cubicBezTo>
                  <a:cubicBezTo>
                    <a:pt x="913833" y="1986228"/>
                    <a:pt x="910118" y="1984037"/>
                    <a:pt x="906594" y="1981656"/>
                  </a:cubicBezTo>
                  <a:cubicBezTo>
                    <a:pt x="912499" y="1977751"/>
                    <a:pt x="918024" y="1973655"/>
                    <a:pt x="923358" y="1969369"/>
                  </a:cubicBezTo>
                  <a:cubicBezTo>
                    <a:pt x="926597" y="1973750"/>
                    <a:pt x="931931" y="1976989"/>
                    <a:pt x="938312" y="1977751"/>
                  </a:cubicBezTo>
                  <a:cubicBezTo>
                    <a:pt x="945932" y="1978608"/>
                    <a:pt x="952886" y="1975465"/>
                    <a:pt x="956886" y="1970321"/>
                  </a:cubicBezTo>
                  <a:cubicBezTo>
                    <a:pt x="956886" y="1970321"/>
                    <a:pt x="956886" y="1970321"/>
                    <a:pt x="956886" y="1970321"/>
                  </a:cubicBezTo>
                  <a:cubicBezTo>
                    <a:pt x="956886" y="1970321"/>
                    <a:pt x="956886" y="1970321"/>
                    <a:pt x="956886" y="1970321"/>
                  </a:cubicBezTo>
                  <a:cubicBezTo>
                    <a:pt x="957743" y="1969178"/>
                    <a:pt x="958505" y="1967940"/>
                    <a:pt x="959077" y="1966607"/>
                  </a:cubicBezTo>
                  <a:cubicBezTo>
                    <a:pt x="959172" y="1966416"/>
                    <a:pt x="959267" y="1966226"/>
                    <a:pt x="959363" y="1966035"/>
                  </a:cubicBezTo>
                  <a:cubicBezTo>
                    <a:pt x="959934" y="1964607"/>
                    <a:pt x="960315" y="1963178"/>
                    <a:pt x="960410" y="1961654"/>
                  </a:cubicBezTo>
                  <a:cubicBezTo>
                    <a:pt x="960982" y="1954415"/>
                    <a:pt x="956695" y="1947938"/>
                    <a:pt x="950028" y="1944604"/>
                  </a:cubicBezTo>
                  <a:cubicBezTo>
                    <a:pt x="950123" y="1944413"/>
                    <a:pt x="950314" y="1944318"/>
                    <a:pt x="950409" y="1944223"/>
                  </a:cubicBezTo>
                  <a:cubicBezTo>
                    <a:pt x="963077" y="1930031"/>
                    <a:pt x="973745" y="1914600"/>
                    <a:pt x="982318" y="1898217"/>
                  </a:cubicBezTo>
                  <a:cubicBezTo>
                    <a:pt x="987176" y="1889073"/>
                    <a:pt x="991271" y="1879453"/>
                    <a:pt x="994795" y="1869642"/>
                  </a:cubicBezTo>
                  <a:cubicBezTo>
                    <a:pt x="1001273" y="1869642"/>
                    <a:pt x="1006988" y="1866308"/>
                    <a:pt x="1010226" y="1861165"/>
                  </a:cubicBezTo>
                  <a:cubicBezTo>
                    <a:pt x="1010226" y="1861165"/>
                    <a:pt x="1010226" y="1861165"/>
                    <a:pt x="1010226" y="1861165"/>
                  </a:cubicBezTo>
                  <a:cubicBezTo>
                    <a:pt x="1010226" y="1861165"/>
                    <a:pt x="1010226" y="1861165"/>
                    <a:pt x="1010226" y="1861165"/>
                  </a:cubicBezTo>
                  <a:cubicBezTo>
                    <a:pt x="1010988" y="1860022"/>
                    <a:pt x="1011560" y="1858688"/>
                    <a:pt x="1012036" y="1857355"/>
                  </a:cubicBezTo>
                  <a:cubicBezTo>
                    <a:pt x="1012131" y="1857164"/>
                    <a:pt x="1012131" y="1856974"/>
                    <a:pt x="1012226" y="1856879"/>
                  </a:cubicBezTo>
                  <a:cubicBezTo>
                    <a:pt x="1012607" y="1855450"/>
                    <a:pt x="1012988" y="1854021"/>
                    <a:pt x="1012988" y="1852497"/>
                  </a:cubicBezTo>
                  <a:cubicBezTo>
                    <a:pt x="1012988" y="1852497"/>
                    <a:pt x="1012988" y="1852497"/>
                    <a:pt x="1012988" y="1852497"/>
                  </a:cubicBezTo>
                  <a:lnTo>
                    <a:pt x="1012988" y="1852497"/>
                  </a:lnTo>
                  <a:lnTo>
                    <a:pt x="1012988" y="1852497"/>
                  </a:lnTo>
                  <a:cubicBezTo>
                    <a:pt x="1013084" y="1848782"/>
                    <a:pt x="1012131" y="1845353"/>
                    <a:pt x="1010321" y="1842496"/>
                  </a:cubicBezTo>
                  <a:cubicBezTo>
                    <a:pt x="1008797" y="1840019"/>
                    <a:pt x="1006606" y="1838114"/>
                    <a:pt x="1004130" y="1836590"/>
                  </a:cubicBezTo>
                  <a:cubicBezTo>
                    <a:pt x="1007273" y="1821255"/>
                    <a:pt x="1009273" y="1805349"/>
                    <a:pt x="1009845" y="1789251"/>
                  </a:cubicBezTo>
                  <a:cubicBezTo>
                    <a:pt x="1010512" y="1772297"/>
                    <a:pt x="1010036" y="1756485"/>
                    <a:pt x="1008893" y="1741531"/>
                  </a:cubicBezTo>
                  <a:cubicBezTo>
                    <a:pt x="1013845" y="1737626"/>
                    <a:pt x="1016227" y="1730863"/>
                    <a:pt x="1015465" y="1724291"/>
                  </a:cubicBezTo>
                  <a:cubicBezTo>
                    <a:pt x="1015465" y="1724100"/>
                    <a:pt x="1015465" y="1723910"/>
                    <a:pt x="1015369" y="1723719"/>
                  </a:cubicBezTo>
                  <a:cubicBezTo>
                    <a:pt x="1015179" y="1722290"/>
                    <a:pt x="1014893" y="1720862"/>
                    <a:pt x="1014322" y="1719433"/>
                  </a:cubicBezTo>
                  <a:cubicBezTo>
                    <a:pt x="1012417" y="1714575"/>
                    <a:pt x="1008988" y="1711241"/>
                    <a:pt x="1004987" y="1709908"/>
                  </a:cubicBezTo>
                  <a:cubicBezTo>
                    <a:pt x="1004511" y="1707050"/>
                    <a:pt x="1004130" y="1704098"/>
                    <a:pt x="1003654" y="1701335"/>
                  </a:cubicBezTo>
                  <a:cubicBezTo>
                    <a:pt x="998986" y="1675713"/>
                    <a:pt x="992414" y="1653901"/>
                    <a:pt x="984699" y="1636375"/>
                  </a:cubicBezTo>
                  <a:cubicBezTo>
                    <a:pt x="976793" y="1618373"/>
                    <a:pt x="968030" y="1604276"/>
                    <a:pt x="958410" y="1594179"/>
                  </a:cubicBezTo>
                  <a:cubicBezTo>
                    <a:pt x="960315" y="1589893"/>
                    <a:pt x="960982" y="1584654"/>
                    <a:pt x="960124" y="1579796"/>
                  </a:cubicBezTo>
                  <a:cubicBezTo>
                    <a:pt x="958981" y="1573795"/>
                    <a:pt x="955743" y="1569700"/>
                    <a:pt x="951838" y="1568652"/>
                  </a:cubicBezTo>
                  <a:cubicBezTo>
                    <a:pt x="951838" y="1568652"/>
                    <a:pt x="951838" y="1568652"/>
                    <a:pt x="951838" y="1568652"/>
                  </a:cubicBezTo>
                  <a:cubicBezTo>
                    <a:pt x="951838" y="1568652"/>
                    <a:pt x="951743" y="1568652"/>
                    <a:pt x="951743" y="1568652"/>
                  </a:cubicBezTo>
                  <a:cubicBezTo>
                    <a:pt x="950885" y="1568462"/>
                    <a:pt x="950123" y="1568366"/>
                    <a:pt x="949171" y="1568366"/>
                  </a:cubicBezTo>
                  <a:cubicBezTo>
                    <a:pt x="948980" y="1568366"/>
                    <a:pt x="948790" y="1568366"/>
                    <a:pt x="948599" y="1568366"/>
                  </a:cubicBezTo>
                  <a:cubicBezTo>
                    <a:pt x="947647" y="1568462"/>
                    <a:pt x="946694" y="1568747"/>
                    <a:pt x="945647" y="1569224"/>
                  </a:cubicBezTo>
                  <a:cubicBezTo>
                    <a:pt x="942122" y="1570938"/>
                    <a:pt x="939265" y="1574748"/>
                    <a:pt x="937550" y="1579320"/>
                  </a:cubicBezTo>
                  <a:cubicBezTo>
                    <a:pt x="934598" y="1578082"/>
                    <a:pt x="931645" y="1577129"/>
                    <a:pt x="928597" y="1576558"/>
                  </a:cubicBezTo>
                  <a:cubicBezTo>
                    <a:pt x="905165" y="1571414"/>
                    <a:pt x="879638" y="1585226"/>
                    <a:pt x="852492" y="1614182"/>
                  </a:cubicBezTo>
                  <a:cubicBezTo>
                    <a:pt x="840490" y="1627136"/>
                    <a:pt x="828298" y="1643519"/>
                    <a:pt x="816583" y="1662569"/>
                  </a:cubicBezTo>
                  <a:cubicBezTo>
                    <a:pt x="816297" y="1662474"/>
                    <a:pt x="816011" y="1662283"/>
                    <a:pt x="815630" y="1662188"/>
                  </a:cubicBezTo>
                  <a:cubicBezTo>
                    <a:pt x="814678" y="1661997"/>
                    <a:pt x="813725" y="1661807"/>
                    <a:pt x="812773" y="1661807"/>
                  </a:cubicBezTo>
                  <a:cubicBezTo>
                    <a:pt x="809915" y="1661711"/>
                    <a:pt x="806963" y="1662664"/>
                    <a:pt x="804295" y="1664283"/>
                  </a:cubicBezTo>
                  <a:cubicBezTo>
                    <a:pt x="801628" y="1665902"/>
                    <a:pt x="799343" y="1668569"/>
                    <a:pt x="797628" y="1671808"/>
                  </a:cubicBezTo>
                  <a:cubicBezTo>
                    <a:pt x="795914" y="1675046"/>
                    <a:pt x="795152" y="1678570"/>
                    <a:pt x="795247" y="1681904"/>
                  </a:cubicBezTo>
                  <a:cubicBezTo>
                    <a:pt x="795342" y="1685238"/>
                    <a:pt x="796294" y="1688477"/>
                    <a:pt x="798104" y="1691049"/>
                  </a:cubicBezTo>
                  <a:cubicBezTo>
                    <a:pt x="798581" y="1691715"/>
                    <a:pt x="799057" y="1692191"/>
                    <a:pt x="799628" y="1692763"/>
                  </a:cubicBezTo>
                  <a:cubicBezTo>
                    <a:pt x="791723" y="1708289"/>
                    <a:pt x="784293" y="1725053"/>
                    <a:pt x="777435" y="1743245"/>
                  </a:cubicBezTo>
                  <a:cubicBezTo>
                    <a:pt x="773815" y="1752961"/>
                    <a:pt x="770768" y="1762676"/>
                    <a:pt x="768291" y="1772487"/>
                  </a:cubicBezTo>
                  <a:cubicBezTo>
                    <a:pt x="767434" y="1772201"/>
                    <a:pt x="766577" y="1771916"/>
                    <a:pt x="765624" y="1771820"/>
                  </a:cubicBezTo>
                  <a:cubicBezTo>
                    <a:pt x="756290" y="1770296"/>
                    <a:pt x="747241" y="1776869"/>
                    <a:pt x="745526" y="1786584"/>
                  </a:cubicBezTo>
                  <a:cubicBezTo>
                    <a:pt x="743812" y="1796204"/>
                    <a:pt x="750479" y="1805634"/>
                    <a:pt x="760290" y="1807063"/>
                  </a:cubicBezTo>
                  <a:cubicBezTo>
                    <a:pt x="760861" y="1807158"/>
                    <a:pt x="761338" y="1807063"/>
                    <a:pt x="761909" y="1807063"/>
                  </a:cubicBezTo>
                  <a:cubicBezTo>
                    <a:pt x="760099" y="1822779"/>
                    <a:pt x="759719" y="1838591"/>
                    <a:pt x="761147" y="1854307"/>
                  </a:cubicBezTo>
                  <a:cubicBezTo>
                    <a:pt x="762290" y="1866404"/>
                    <a:pt x="764386" y="1878595"/>
                    <a:pt x="767529" y="1890597"/>
                  </a:cubicBezTo>
                  <a:cubicBezTo>
                    <a:pt x="767434" y="1890597"/>
                    <a:pt x="767339" y="1890502"/>
                    <a:pt x="767243" y="1890502"/>
                  </a:cubicBezTo>
                  <a:cubicBezTo>
                    <a:pt x="761909" y="1889740"/>
                    <a:pt x="756861" y="1891074"/>
                    <a:pt x="753051" y="1893836"/>
                  </a:cubicBezTo>
                  <a:cubicBezTo>
                    <a:pt x="749241" y="1896598"/>
                    <a:pt x="746574" y="1900694"/>
                    <a:pt x="746098" y="1905647"/>
                  </a:cubicBezTo>
                  <a:cubicBezTo>
                    <a:pt x="745431" y="1912981"/>
                    <a:pt x="749908" y="1920125"/>
                    <a:pt x="756861" y="1923839"/>
                  </a:cubicBezTo>
                  <a:cubicBezTo>
                    <a:pt x="759147" y="1925078"/>
                    <a:pt x="761814" y="1925935"/>
                    <a:pt x="764576" y="1926316"/>
                  </a:cubicBezTo>
                  <a:cubicBezTo>
                    <a:pt x="764576" y="1926316"/>
                    <a:pt x="764576" y="1926316"/>
                    <a:pt x="764576" y="1926316"/>
                  </a:cubicBezTo>
                  <a:cubicBezTo>
                    <a:pt x="766291" y="1926507"/>
                    <a:pt x="767910" y="1926411"/>
                    <a:pt x="769529" y="1926220"/>
                  </a:cubicBezTo>
                  <a:cubicBezTo>
                    <a:pt x="769720" y="1926220"/>
                    <a:pt x="769910" y="1926125"/>
                    <a:pt x="770101" y="1926125"/>
                  </a:cubicBezTo>
                  <a:cubicBezTo>
                    <a:pt x="771625" y="1925935"/>
                    <a:pt x="773053" y="1925554"/>
                    <a:pt x="774482" y="1924982"/>
                  </a:cubicBezTo>
                  <a:cubicBezTo>
                    <a:pt x="774482" y="1924982"/>
                    <a:pt x="774482" y="1924982"/>
                    <a:pt x="774482" y="1924982"/>
                  </a:cubicBezTo>
                  <a:lnTo>
                    <a:pt x="774482" y="1924982"/>
                  </a:lnTo>
                  <a:cubicBezTo>
                    <a:pt x="776006" y="1924411"/>
                    <a:pt x="777435" y="1923649"/>
                    <a:pt x="778673" y="1922792"/>
                  </a:cubicBezTo>
                  <a:cubicBezTo>
                    <a:pt x="781626" y="1929554"/>
                    <a:pt x="785150" y="1936317"/>
                    <a:pt x="788865" y="1942985"/>
                  </a:cubicBezTo>
                  <a:cubicBezTo>
                    <a:pt x="785436" y="1943270"/>
                    <a:pt x="782102" y="1944318"/>
                    <a:pt x="779245" y="1946318"/>
                  </a:cubicBezTo>
                  <a:cubicBezTo>
                    <a:pt x="777911" y="1947176"/>
                    <a:pt x="776864" y="1948319"/>
                    <a:pt x="775911" y="1949366"/>
                  </a:cubicBezTo>
                  <a:cubicBezTo>
                    <a:pt x="775816" y="1949462"/>
                    <a:pt x="775720" y="1949652"/>
                    <a:pt x="775625" y="1949747"/>
                  </a:cubicBezTo>
                  <a:cubicBezTo>
                    <a:pt x="772387" y="1953748"/>
                    <a:pt x="771434" y="1958796"/>
                    <a:pt x="772768" y="1963749"/>
                  </a:cubicBezTo>
                  <a:cubicBezTo>
                    <a:pt x="737240" y="1966226"/>
                    <a:pt x="699140" y="1960987"/>
                    <a:pt x="662659" y="1945652"/>
                  </a:cubicBezTo>
                  <a:cubicBezTo>
                    <a:pt x="649038" y="1939841"/>
                    <a:pt x="636274" y="1932983"/>
                    <a:pt x="624273" y="1925363"/>
                  </a:cubicBezTo>
                  <a:cubicBezTo>
                    <a:pt x="627988" y="1922411"/>
                    <a:pt x="630274" y="1918124"/>
                    <a:pt x="630178" y="1913076"/>
                  </a:cubicBezTo>
                  <a:cubicBezTo>
                    <a:pt x="630083" y="1908028"/>
                    <a:pt x="627797" y="1903265"/>
                    <a:pt x="624082" y="1899551"/>
                  </a:cubicBezTo>
                  <a:cubicBezTo>
                    <a:pt x="621701" y="1897074"/>
                    <a:pt x="618748" y="1895074"/>
                    <a:pt x="615510" y="1893740"/>
                  </a:cubicBezTo>
                  <a:cubicBezTo>
                    <a:pt x="615319" y="1893645"/>
                    <a:pt x="615129" y="1893550"/>
                    <a:pt x="614843" y="1893455"/>
                  </a:cubicBezTo>
                  <a:cubicBezTo>
                    <a:pt x="613224" y="1892883"/>
                    <a:pt x="611605" y="1892312"/>
                    <a:pt x="609795" y="1892121"/>
                  </a:cubicBezTo>
                  <a:cubicBezTo>
                    <a:pt x="601603" y="1890978"/>
                    <a:pt x="594460" y="1894312"/>
                    <a:pt x="590936" y="1900027"/>
                  </a:cubicBezTo>
                  <a:cubicBezTo>
                    <a:pt x="589983" y="1899170"/>
                    <a:pt x="588935" y="1898312"/>
                    <a:pt x="587983" y="1897455"/>
                  </a:cubicBezTo>
                  <a:cubicBezTo>
                    <a:pt x="587888" y="1897360"/>
                    <a:pt x="587888" y="1897360"/>
                    <a:pt x="587792" y="1897265"/>
                  </a:cubicBezTo>
                  <a:cubicBezTo>
                    <a:pt x="580268" y="1890121"/>
                    <a:pt x="573314" y="1882596"/>
                    <a:pt x="567028" y="1874690"/>
                  </a:cubicBezTo>
                  <a:cubicBezTo>
                    <a:pt x="565694" y="1872976"/>
                    <a:pt x="564361" y="1871261"/>
                    <a:pt x="563027" y="1869452"/>
                  </a:cubicBezTo>
                  <a:cubicBezTo>
                    <a:pt x="560456" y="1866023"/>
                    <a:pt x="557884" y="1862594"/>
                    <a:pt x="555598" y="1859069"/>
                  </a:cubicBezTo>
                  <a:cubicBezTo>
                    <a:pt x="562551" y="1857736"/>
                    <a:pt x="569219" y="1856021"/>
                    <a:pt x="575791" y="1854212"/>
                  </a:cubicBezTo>
                  <a:cubicBezTo>
                    <a:pt x="577124" y="1859545"/>
                    <a:pt x="580744" y="1864499"/>
                    <a:pt x="586364" y="1867737"/>
                  </a:cubicBezTo>
                  <a:cubicBezTo>
                    <a:pt x="593126" y="1871357"/>
                    <a:pt x="600746" y="1871166"/>
                    <a:pt x="606366" y="1868023"/>
                  </a:cubicBezTo>
                  <a:cubicBezTo>
                    <a:pt x="606366" y="1868023"/>
                    <a:pt x="606366" y="1868023"/>
                    <a:pt x="606366" y="1868023"/>
                  </a:cubicBezTo>
                  <a:cubicBezTo>
                    <a:pt x="606366" y="1868023"/>
                    <a:pt x="606366" y="1868023"/>
                    <a:pt x="606366" y="1868023"/>
                  </a:cubicBezTo>
                  <a:cubicBezTo>
                    <a:pt x="607604" y="1867356"/>
                    <a:pt x="608747" y="1866499"/>
                    <a:pt x="609795" y="1865451"/>
                  </a:cubicBezTo>
                  <a:cubicBezTo>
                    <a:pt x="609890" y="1865356"/>
                    <a:pt x="610081" y="1865165"/>
                    <a:pt x="610176" y="1865070"/>
                  </a:cubicBezTo>
                  <a:cubicBezTo>
                    <a:pt x="611224" y="1864022"/>
                    <a:pt x="612176" y="1862784"/>
                    <a:pt x="612843" y="1861451"/>
                  </a:cubicBezTo>
                  <a:cubicBezTo>
                    <a:pt x="616177" y="1854974"/>
                    <a:pt x="614653" y="1847354"/>
                    <a:pt x="609795" y="1841639"/>
                  </a:cubicBezTo>
                  <a:cubicBezTo>
                    <a:pt x="609986" y="1841543"/>
                    <a:pt x="610176" y="1841448"/>
                    <a:pt x="610367" y="1841448"/>
                  </a:cubicBezTo>
                  <a:cubicBezTo>
                    <a:pt x="627511" y="1833257"/>
                    <a:pt x="643323" y="1823160"/>
                    <a:pt x="657515" y="1811349"/>
                  </a:cubicBezTo>
                  <a:cubicBezTo>
                    <a:pt x="665516" y="1804682"/>
                    <a:pt x="672946" y="1797443"/>
                    <a:pt x="679994" y="1789632"/>
                  </a:cubicBezTo>
                  <a:cubicBezTo>
                    <a:pt x="685995" y="1792109"/>
                    <a:pt x="692567" y="1791156"/>
                    <a:pt x="697425" y="1787727"/>
                  </a:cubicBezTo>
                  <a:cubicBezTo>
                    <a:pt x="697425" y="1787727"/>
                    <a:pt x="697425" y="1787727"/>
                    <a:pt x="697425" y="1787727"/>
                  </a:cubicBezTo>
                  <a:cubicBezTo>
                    <a:pt x="697425" y="1787727"/>
                    <a:pt x="697425" y="1787727"/>
                    <a:pt x="697425" y="1787727"/>
                  </a:cubicBezTo>
                  <a:cubicBezTo>
                    <a:pt x="698568" y="1786870"/>
                    <a:pt x="699616" y="1786013"/>
                    <a:pt x="700568" y="1784870"/>
                  </a:cubicBezTo>
                  <a:cubicBezTo>
                    <a:pt x="700664" y="1784774"/>
                    <a:pt x="700759" y="1784584"/>
                    <a:pt x="700949" y="1784489"/>
                  </a:cubicBezTo>
                  <a:cubicBezTo>
                    <a:pt x="701902" y="1783345"/>
                    <a:pt x="702759" y="1782107"/>
                    <a:pt x="703331" y="1780679"/>
                  </a:cubicBezTo>
                  <a:cubicBezTo>
                    <a:pt x="706093" y="1774487"/>
                    <a:pt x="705045" y="1767534"/>
                    <a:pt x="701235" y="1762581"/>
                  </a:cubicBezTo>
                  <a:cubicBezTo>
                    <a:pt x="709617" y="1750294"/>
                    <a:pt x="717142" y="1737054"/>
                    <a:pt x="723619" y="1723243"/>
                  </a:cubicBezTo>
                  <a:cubicBezTo>
                    <a:pt x="723619" y="1723243"/>
                    <a:pt x="723619" y="1723243"/>
                    <a:pt x="723619" y="1723243"/>
                  </a:cubicBezTo>
                  <a:lnTo>
                    <a:pt x="724667" y="1721052"/>
                  </a:lnTo>
                  <a:cubicBezTo>
                    <a:pt x="731715" y="1705622"/>
                    <a:pt x="737430" y="1690858"/>
                    <a:pt x="742097" y="1676666"/>
                  </a:cubicBezTo>
                  <a:cubicBezTo>
                    <a:pt x="748098" y="1674951"/>
                    <a:pt x="752956" y="1669712"/>
                    <a:pt x="754765" y="1663235"/>
                  </a:cubicBezTo>
                  <a:cubicBezTo>
                    <a:pt x="754861" y="1663045"/>
                    <a:pt x="754861" y="1662950"/>
                    <a:pt x="754956" y="1662759"/>
                  </a:cubicBezTo>
                  <a:cubicBezTo>
                    <a:pt x="755337" y="1661330"/>
                    <a:pt x="755623" y="1659902"/>
                    <a:pt x="755623" y="1658378"/>
                  </a:cubicBezTo>
                  <a:cubicBezTo>
                    <a:pt x="755718" y="1655996"/>
                    <a:pt x="755337" y="1653710"/>
                    <a:pt x="754670" y="1651805"/>
                  </a:cubicBezTo>
                  <a:cubicBezTo>
                    <a:pt x="754003" y="1649805"/>
                    <a:pt x="752956" y="1648186"/>
                    <a:pt x="751622" y="1646757"/>
                  </a:cubicBezTo>
                  <a:cubicBezTo>
                    <a:pt x="751336" y="1646471"/>
                    <a:pt x="751051" y="1646281"/>
                    <a:pt x="750765" y="1645995"/>
                  </a:cubicBezTo>
                  <a:cubicBezTo>
                    <a:pt x="751432" y="1643233"/>
                    <a:pt x="752194" y="1640280"/>
                    <a:pt x="752861" y="1637518"/>
                  </a:cubicBezTo>
                  <a:cubicBezTo>
                    <a:pt x="758290" y="1612277"/>
                    <a:pt x="760671" y="1589417"/>
                    <a:pt x="760385" y="1570271"/>
                  </a:cubicBezTo>
                  <a:cubicBezTo>
                    <a:pt x="760004" y="1550650"/>
                    <a:pt x="757337" y="1534267"/>
                    <a:pt x="752384" y="1521218"/>
                  </a:cubicBezTo>
                  <a:cubicBezTo>
                    <a:pt x="755813" y="1517979"/>
                    <a:pt x="758480" y="1513407"/>
                    <a:pt x="759528" y="1508645"/>
                  </a:cubicBezTo>
                  <a:cubicBezTo>
                    <a:pt x="760766" y="1502644"/>
                    <a:pt x="759338" y="1497691"/>
                    <a:pt x="756194" y="1495119"/>
                  </a:cubicBezTo>
                  <a:cubicBezTo>
                    <a:pt x="756194" y="1495119"/>
                    <a:pt x="756194" y="1495119"/>
                    <a:pt x="756194" y="1495119"/>
                  </a:cubicBezTo>
                  <a:cubicBezTo>
                    <a:pt x="756194" y="1495119"/>
                    <a:pt x="756194" y="1495119"/>
                    <a:pt x="756099" y="1495119"/>
                  </a:cubicBezTo>
                  <a:cubicBezTo>
                    <a:pt x="755432" y="1494548"/>
                    <a:pt x="754670" y="1494167"/>
                    <a:pt x="753813" y="1493881"/>
                  </a:cubicBezTo>
                  <a:cubicBezTo>
                    <a:pt x="753623" y="1493786"/>
                    <a:pt x="753432" y="1493786"/>
                    <a:pt x="753337" y="1493690"/>
                  </a:cubicBezTo>
                  <a:cubicBezTo>
                    <a:pt x="752384" y="1493405"/>
                    <a:pt x="751432" y="1493309"/>
                    <a:pt x="750289" y="1493309"/>
                  </a:cubicBezTo>
                  <a:cubicBezTo>
                    <a:pt x="746384" y="1493595"/>
                    <a:pt x="742288" y="1495976"/>
                    <a:pt x="738954" y="1499501"/>
                  </a:cubicBezTo>
                  <a:cubicBezTo>
                    <a:pt x="736668" y="1497215"/>
                    <a:pt x="734287" y="1495214"/>
                    <a:pt x="731715" y="1493500"/>
                  </a:cubicBezTo>
                  <a:cubicBezTo>
                    <a:pt x="712094" y="1479593"/>
                    <a:pt x="682947" y="1482641"/>
                    <a:pt x="646847" y="1498834"/>
                  </a:cubicBezTo>
                  <a:cubicBezTo>
                    <a:pt x="630655" y="1506168"/>
                    <a:pt x="613224" y="1516645"/>
                    <a:pt x="595031" y="1529790"/>
                  </a:cubicBezTo>
                  <a:cubicBezTo>
                    <a:pt x="589697" y="1525028"/>
                    <a:pt x="580934" y="1525218"/>
                    <a:pt x="573981" y="1531028"/>
                  </a:cubicBezTo>
                  <a:cubicBezTo>
                    <a:pt x="571123" y="1533410"/>
                    <a:pt x="569123" y="1536362"/>
                    <a:pt x="567980" y="1539506"/>
                  </a:cubicBezTo>
                  <a:cubicBezTo>
                    <a:pt x="567218" y="1541601"/>
                    <a:pt x="566837" y="1543792"/>
                    <a:pt x="566837" y="1545887"/>
                  </a:cubicBezTo>
                  <a:cubicBezTo>
                    <a:pt x="566837" y="1547697"/>
                    <a:pt x="567218" y="1549507"/>
                    <a:pt x="567885" y="1551221"/>
                  </a:cubicBezTo>
                  <a:cubicBezTo>
                    <a:pt x="554645" y="1562461"/>
                    <a:pt x="541310" y="1575129"/>
                    <a:pt x="528166" y="1589321"/>
                  </a:cubicBezTo>
                  <a:cubicBezTo>
                    <a:pt x="523308" y="1594560"/>
                    <a:pt x="518736" y="1599989"/>
                    <a:pt x="514259" y="1605514"/>
                  </a:cubicBezTo>
                  <a:cubicBezTo>
                    <a:pt x="514259" y="1605514"/>
                    <a:pt x="514259" y="1605514"/>
                    <a:pt x="514259" y="1605514"/>
                  </a:cubicBezTo>
                  <a:cubicBezTo>
                    <a:pt x="514259" y="1605514"/>
                    <a:pt x="514259" y="1605514"/>
                    <a:pt x="514259" y="1605514"/>
                  </a:cubicBezTo>
                  <a:cubicBezTo>
                    <a:pt x="512259" y="1607990"/>
                    <a:pt x="510354" y="1610372"/>
                    <a:pt x="508449" y="1612848"/>
                  </a:cubicBezTo>
                  <a:cubicBezTo>
                    <a:pt x="507782" y="1612277"/>
                    <a:pt x="507020" y="1611705"/>
                    <a:pt x="506258" y="1611134"/>
                  </a:cubicBezTo>
                  <a:cubicBezTo>
                    <a:pt x="498162" y="1606181"/>
                    <a:pt x="487303" y="1608848"/>
                    <a:pt x="482065" y="1617134"/>
                  </a:cubicBezTo>
                  <a:cubicBezTo>
                    <a:pt x="480064" y="1620278"/>
                    <a:pt x="479207" y="1623707"/>
                    <a:pt x="479398" y="1627136"/>
                  </a:cubicBezTo>
                  <a:cubicBezTo>
                    <a:pt x="479493" y="1630565"/>
                    <a:pt x="480636" y="1633899"/>
                    <a:pt x="482731" y="1636756"/>
                  </a:cubicBezTo>
                  <a:cubicBezTo>
                    <a:pt x="484065" y="1638661"/>
                    <a:pt x="485780" y="1640375"/>
                    <a:pt x="487875" y="1641614"/>
                  </a:cubicBezTo>
                  <a:cubicBezTo>
                    <a:pt x="488351" y="1641899"/>
                    <a:pt x="488827" y="1641995"/>
                    <a:pt x="489304" y="1642280"/>
                  </a:cubicBezTo>
                  <a:cubicBezTo>
                    <a:pt x="481589" y="1656187"/>
                    <a:pt x="475207" y="1670665"/>
                    <a:pt x="470539" y="1685619"/>
                  </a:cubicBezTo>
                  <a:cubicBezTo>
                    <a:pt x="466920" y="1697240"/>
                    <a:pt x="464253" y="1709241"/>
                    <a:pt x="462539" y="1721433"/>
                  </a:cubicBezTo>
                  <a:cubicBezTo>
                    <a:pt x="462443" y="1721338"/>
                    <a:pt x="462348" y="1721338"/>
                    <a:pt x="462348" y="1721243"/>
                  </a:cubicBezTo>
                  <a:cubicBezTo>
                    <a:pt x="453014" y="1715909"/>
                    <a:pt x="441679" y="1718480"/>
                    <a:pt x="437011" y="1727148"/>
                  </a:cubicBezTo>
                  <a:cubicBezTo>
                    <a:pt x="432344" y="1735816"/>
                    <a:pt x="436535" y="1747627"/>
                    <a:pt x="446156" y="1753342"/>
                  </a:cubicBezTo>
                  <a:cubicBezTo>
                    <a:pt x="447584" y="1754104"/>
                    <a:pt x="449108" y="1754675"/>
                    <a:pt x="450537" y="1755152"/>
                  </a:cubicBezTo>
                  <a:cubicBezTo>
                    <a:pt x="450918" y="1755247"/>
                    <a:pt x="451204" y="1755342"/>
                    <a:pt x="451585" y="1755342"/>
                  </a:cubicBezTo>
                  <a:cubicBezTo>
                    <a:pt x="453014" y="1755723"/>
                    <a:pt x="454347" y="1755914"/>
                    <a:pt x="455776" y="1755914"/>
                  </a:cubicBezTo>
                  <a:cubicBezTo>
                    <a:pt x="455776" y="1755914"/>
                    <a:pt x="455776" y="1755914"/>
                    <a:pt x="455776" y="1755914"/>
                  </a:cubicBezTo>
                  <a:lnTo>
                    <a:pt x="455776" y="1755914"/>
                  </a:lnTo>
                  <a:cubicBezTo>
                    <a:pt x="457395" y="1755914"/>
                    <a:pt x="459014" y="1755818"/>
                    <a:pt x="460443" y="1755533"/>
                  </a:cubicBezTo>
                  <a:cubicBezTo>
                    <a:pt x="460634" y="1762962"/>
                    <a:pt x="461205" y="1770392"/>
                    <a:pt x="462062" y="1778012"/>
                  </a:cubicBezTo>
                  <a:cubicBezTo>
                    <a:pt x="458728" y="1777059"/>
                    <a:pt x="455299" y="1776678"/>
                    <a:pt x="451870" y="1777440"/>
                  </a:cubicBezTo>
                  <a:cubicBezTo>
                    <a:pt x="450347" y="1777726"/>
                    <a:pt x="448918" y="1778297"/>
                    <a:pt x="447584" y="1778964"/>
                  </a:cubicBezTo>
                  <a:cubicBezTo>
                    <a:pt x="447489" y="1779059"/>
                    <a:pt x="447298" y="1779155"/>
                    <a:pt x="447203" y="1779250"/>
                  </a:cubicBezTo>
                  <a:cubicBezTo>
                    <a:pt x="442727" y="1781726"/>
                    <a:pt x="439774" y="1786013"/>
                    <a:pt x="439202" y="1791156"/>
                  </a:cubicBezTo>
                  <a:cubicBezTo>
                    <a:pt x="405484" y="1779917"/>
                    <a:pt x="372623" y="1760200"/>
                    <a:pt x="344524" y="1732482"/>
                  </a:cubicBezTo>
                  <a:cubicBezTo>
                    <a:pt x="334142" y="1722005"/>
                    <a:pt x="324998" y="1710765"/>
                    <a:pt x="316901" y="1699145"/>
                  </a:cubicBezTo>
                  <a:cubicBezTo>
                    <a:pt x="321473" y="1697907"/>
                    <a:pt x="325283" y="1694668"/>
                    <a:pt x="327093" y="1690001"/>
                  </a:cubicBezTo>
                  <a:cubicBezTo>
                    <a:pt x="330046" y="1682285"/>
                    <a:pt x="327474" y="1672665"/>
                    <a:pt x="320902" y="1666379"/>
                  </a:cubicBezTo>
                  <a:cubicBezTo>
                    <a:pt x="320806" y="1666283"/>
                    <a:pt x="320711" y="1666188"/>
                    <a:pt x="320616" y="1666093"/>
                  </a:cubicBezTo>
                  <a:cubicBezTo>
                    <a:pt x="319378" y="1664950"/>
                    <a:pt x="317949" y="1663807"/>
                    <a:pt x="316425" y="1662950"/>
                  </a:cubicBezTo>
                  <a:cubicBezTo>
                    <a:pt x="309377" y="1658854"/>
                    <a:pt x="301471" y="1659140"/>
                    <a:pt x="296042" y="1663045"/>
                  </a:cubicBezTo>
                  <a:cubicBezTo>
                    <a:pt x="293374" y="1657330"/>
                    <a:pt x="290898" y="1651520"/>
                    <a:pt x="288612" y="1645709"/>
                  </a:cubicBezTo>
                  <a:cubicBezTo>
                    <a:pt x="287660" y="1643138"/>
                    <a:pt x="286802" y="1640566"/>
                    <a:pt x="285945" y="1637899"/>
                  </a:cubicBezTo>
                  <a:cubicBezTo>
                    <a:pt x="285183" y="1635708"/>
                    <a:pt x="284421" y="1633422"/>
                    <a:pt x="283754" y="1631232"/>
                  </a:cubicBezTo>
                  <a:cubicBezTo>
                    <a:pt x="281944" y="1625040"/>
                    <a:pt x="280230" y="1618658"/>
                    <a:pt x="278801" y="1611991"/>
                  </a:cubicBezTo>
                  <a:cubicBezTo>
                    <a:pt x="285755" y="1613324"/>
                    <a:pt x="292613" y="1614372"/>
                    <a:pt x="299375" y="1615134"/>
                  </a:cubicBezTo>
                  <a:cubicBezTo>
                    <a:pt x="298613" y="1620563"/>
                    <a:pt x="300137" y="1626564"/>
                    <a:pt x="304043" y="1631612"/>
                  </a:cubicBezTo>
                  <a:cubicBezTo>
                    <a:pt x="308710" y="1637708"/>
                    <a:pt x="315853" y="1640375"/>
                    <a:pt x="322235" y="1639613"/>
                  </a:cubicBezTo>
                  <a:lnTo>
                    <a:pt x="322235" y="1639613"/>
                  </a:lnTo>
                  <a:cubicBezTo>
                    <a:pt x="322235" y="1639613"/>
                    <a:pt x="322235" y="1639613"/>
                    <a:pt x="322235" y="1639613"/>
                  </a:cubicBezTo>
                  <a:cubicBezTo>
                    <a:pt x="323664" y="1639423"/>
                    <a:pt x="325093" y="1639042"/>
                    <a:pt x="326426" y="1638566"/>
                  </a:cubicBezTo>
                  <a:cubicBezTo>
                    <a:pt x="326617" y="1638470"/>
                    <a:pt x="326807" y="1638470"/>
                    <a:pt x="326998" y="1638375"/>
                  </a:cubicBezTo>
                  <a:cubicBezTo>
                    <a:pt x="328331" y="1637804"/>
                    <a:pt x="329665" y="1637042"/>
                    <a:pt x="330808" y="1636089"/>
                  </a:cubicBezTo>
                  <a:cubicBezTo>
                    <a:pt x="336332" y="1631327"/>
                    <a:pt x="337761" y="1623802"/>
                    <a:pt x="335570" y="1616658"/>
                  </a:cubicBezTo>
                  <a:cubicBezTo>
                    <a:pt x="335761" y="1616658"/>
                    <a:pt x="335951" y="1616658"/>
                    <a:pt x="336142" y="1616658"/>
                  </a:cubicBezTo>
                  <a:cubicBezTo>
                    <a:pt x="355192" y="1615610"/>
                    <a:pt x="373670" y="1612182"/>
                    <a:pt x="391292" y="1606657"/>
                  </a:cubicBezTo>
                  <a:cubicBezTo>
                    <a:pt x="401198" y="1603609"/>
                    <a:pt x="410913" y="1599704"/>
                    <a:pt x="420343" y="1595227"/>
                  </a:cubicBezTo>
                  <a:cubicBezTo>
                    <a:pt x="424819" y="1599894"/>
                    <a:pt x="431297" y="1601513"/>
                    <a:pt x="437107" y="1600180"/>
                  </a:cubicBezTo>
                  <a:cubicBezTo>
                    <a:pt x="437107" y="1600180"/>
                    <a:pt x="437107" y="1600180"/>
                    <a:pt x="437107" y="1600180"/>
                  </a:cubicBezTo>
                  <a:cubicBezTo>
                    <a:pt x="437107" y="1600180"/>
                    <a:pt x="437107" y="1600180"/>
                    <a:pt x="437107" y="1600180"/>
                  </a:cubicBezTo>
                  <a:cubicBezTo>
                    <a:pt x="438440" y="1599894"/>
                    <a:pt x="439774" y="1599418"/>
                    <a:pt x="441012" y="1598751"/>
                  </a:cubicBezTo>
                  <a:cubicBezTo>
                    <a:pt x="441202" y="1598656"/>
                    <a:pt x="441393" y="1598561"/>
                    <a:pt x="441584" y="1598465"/>
                  </a:cubicBezTo>
                  <a:cubicBezTo>
                    <a:pt x="442917" y="1597799"/>
                    <a:pt x="444155" y="1596941"/>
                    <a:pt x="445203" y="1595894"/>
                  </a:cubicBezTo>
                  <a:cubicBezTo>
                    <a:pt x="450156" y="1591131"/>
                    <a:pt x="451775" y="1584464"/>
                    <a:pt x="450156" y="1578368"/>
                  </a:cubicBezTo>
                  <a:cubicBezTo>
                    <a:pt x="463301" y="1569795"/>
                    <a:pt x="475778" y="1559984"/>
                    <a:pt x="487685" y="1548935"/>
                  </a:cubicBezTo>
                  <a:cubicBezTo>
                    <a:pt x="500162" y="1537410"/>
                    <a:pt x="511021" y="1525885"/>
                    <a:pt x="520736" y="1514550"/>
                  </a:cubicBezTo>
                  <a:cubicBezTo>
                    <a:pt x="525689" y="1515122"/>
                    <a:pt x="530738" y="1513312"/>
                    <a:pt x="534643" y="1509978"/>
                  </a:cubicBezTo>
                  <a:lnTo>
                    <a:pt x="534643" y="1509978"/>
                  </a:lnTo>
                  <a:cubicBezTo>
                    <a:pt x="534643" y="1509978"/>
                    <a:pt x="534643" y="1509978"/>
                    <a:pt x="534643" y="1509978"/>
                  </a:cubicBezTo>
                  <a:cubicBezTo>
                    <a:pt x="535690" y="1509121"/>
                    <a:pt x="536738" y="1508073"/>
                    <a:pt x="537595" y="1506930"/>
                  </a:cubicBezTo>
                  <a:cubicBezTo>
                    <a:pt x="537691" y="1506835"/>
                    <a:pt x="537786" y="1506644"/>
                    <a:pt x="537977" y="1506549"/>
                  </a:cubicBezTo>
                  <a:cubicBezTo>
                    <a:pt x="538834" y="1505406"/>
                    <a:pt x="539691" y="1504168"/>
                    <a:pt x="540263" y="1502739"/>
                  </a:cubicBezTo>
                  <a:cubicBezTo>
                    <a:pt x="542263" y="1498453"/>
                    <a:pt x="542358" y="1494071"/>
                    <a:pt x="540929" y="1490452"/>
                  </a:cubicBezTo>
                  <a:cubicBezTo>
                    <a:pt x="540834" y="1490071"/>
                    <a:pt x="540548" y="1489785"/>
                    <a:pt x="540453" y="1489404"/>
                  </a:cubicBezTo>
                  <a:cubicBezTo>
                    <a:pt x="542168" y="1487023"/>
                    <a:pt x="543977" y="1484642"/>
                    <a:pt x="545597" y="1482356"/>
                  </a:cubicBezTo>
                  <a:cubicBezTo>
                    <a:pt x="560456" y="1460924"/>
                    <a:pt x="571123" y="1440922"/>
                    <a:pt x="578077" y="1423110"/>
                  </a:cubicBezTo>
                  <a:cubicBezTo>
                    <a:pt x="585125" y="1405203"/>
                    <a:pt x="589221" y="1389011"/>
                    <a:pt x="589316" y="1375485"/>
                  </a:cubicBezTo>
                  <a:cubicBezTo>
                    <a:pt x="589316" y="1375199"/>
                    <a:pt x="589316" y="1374914"/>
                    <a:pt x="589316" y="1374723"/>
                  </a:cubicBezTo>
                  <a:cubicBezTo>
                    <a:pt x="593698" y="1373009"/>
                    <a:pt x="597889" y="1369865"/>
                    <a:pt x="600746" y="1365770"/>
                  </a:cubicBezTo>
                  <a:cubicBezTo>
                    <a:pt x="604366" y="1360626"/>
                    <a:pt x="604937" y="1355387"/>
                    <a:pt x="602937" y="1351863"/>
                  </a:cubicBezTo>
                  <a:lnTo>
                    <a:pt x="602937" y="1351863"/>
                  </a:lnTo>
                  <a:lnTo>
                    <a:pt x="602937" y="1351863"/>
                  </a:lnTo>
                  <a:cubicBezTo>
                    <a:pt x="602461" y="1351006"/>
                    <a:pt x="601889" y="1350339"/>
                    <a:pt x="601127" y="1349768"/>
                  </a:cubicBezTo>
                  <a:cubicBezTo>
                    <a:pt x="601032" y="1349672"/>
                    <a:pt x="600937" y="1349577"/>
                    <a:pt x="600842" y="1349577"/>
                  </a:cubicBezTo>
                  <a:cubicBezTo>
                    <a:pt x="600080" y="1349006"/>
                    <a:pt x="599127" y="1348434"/>
                    <a:pt x="598079" y="1348053"/>
                  </a:cubicBezTo>
                  <a:cubicBezTo>
                    <a:pt x="594365" y="1346815"/>
                    <a:pt x="589602" y="1347482"/>
                    <a:pt x="585220" y="1349482"/>
                  </a:cubicBezTo>
                  <a:cubicBezTo>
                    <a:pt x="583982" y="1346529"/>
                    <a:pt x="582649" y="1343767"/>
                    <a:pt x="580934" y="1341100"/>
                  </a:cubicBezTo>
                  <a:cubicBezTo>
                    <a:pt x="574457" y="1330908"/>
                    <a:pt x="563885" y="1324050"/>
                    <a:pt x="550645" y="1319383"/>
                  </a:cubicBezTo>
                  <a:cubicBezTo>
                    <a:pt x="543882" y="1317097"/>
                    <a:pt x="536167" y="1315573"/>
                    <a:pt x="527690" y="1314716"/>
                  </a:cubicBezTo>
                  <a:cubicBezTo>
                    <a:pt x="519403" y="1313668"/>
                    <a:pt x="510259" y="1313382"/>
                    <a:pt x="500353" y="1313763"/>
                  </a:cubicBezTo>
                  <a:cubicBezTo>
                    <a:pt x="482446" y="1314525"/>
                    <a:pt x="462253" y="1317478"/>
                    <a:pt x="440631" y="1322621"/>
                  </a:cubicBezTo>
                  <a:cubicBezTo>
                    <a:pt x="437678" y="1316144"/>
                    <a:pt x="429296" y="1313096"/>
                    <a:pt x="420724" y="1315763"/>
                  </a:cubicBezTo>
                  <a:cubicBezTo>
                    <a:pt x="412818" y="1318240"/>
                    <a:pt x="407484" y="1325003"/>
                    <a:pt x="407389" y="1332051"/>
                  </a:cubicBezTo>
                  <a:cubicBezTo>
                    <a:pt x="390910" y="1337480"/>
                    <a:pt x="373765" y="1344053"/>
                    <a:pt x="356049" y="1352149"/>
                  </a:cubicBezTo>
                  <a:cubicBezTo>
                    <a:pt x="349572" y="1355102"/>
                    <a:pt x="343285" y="1358340"/>
                    <a:pt x="337094" y="1361769"/>
                  </a:cubicBezTo>
                  <a:cubicBezTo>
                    <a:pt x="337094" y="1361769"/>
                    <a:pt x="337094" y="1361769"/>
                    <a:pt x="336999" y="1361769"/>
                  </a:cubicBezTo>
                  <a:cubicBezTo>
                    <a:pt x="336999" y="1361769"/>
                    <a:pt x="336999" y="1361769"/>
                    <a:pt x="336999" y="1361769"/>
                  </a:cubicBezTo>
                  <a:cubicBezTo>
                    <a:pt x="334237" y="1363293"/>
                    <a:pt x="331474" y="1364817"/>
                    <a:pt x="328807" y="1366341"/>
                  </a:cubicBezTo>
                  <a:cubicBezTo>
                    <a:pt x="328427" y="1365484"/>
                    <a:pt x="327950" y="1364722"/>
                    <a:pt x="327379" y="1363960"/>
                  </a:cubicBezTo>
                  <a:cubicBezTo>
                    <a:pt x="321759" y="1356340"/>
                    <a:pt x="310615" y="1354625"/>
                    <a:pt x="302614" y="1360340"/>
                  </a:cubicBezTo>
                  <a:cubicBezTo>
                    <a:pt x="294613" y="1365960"/>
                    <a:pt x="292898" y="1377200"/>
                    <a:pt x="298709" y="1385201"/>
                  </a:cubicBezTo>
                  <a:cubicBezTo>
                    <a:pt x="298994" y="1385677"/>
                    <a:pt x="299375" y="1385963"/>
                    <a:pt x="299756" y="1386344"/>
                  </a:cubicBezTo>
                  <a:cubicBezTo>
                    <a:pt x="287278" y="1396250"/>
                    <a:pt x="275753" y="1407203"/>
                    <a:pt x="265752" y="1419300"/>
                  </a:cubicBezTo>
                  <a:cubicBezTo>
                    <a:pt x="257942" y="1428635"/>
                    <a:pt x="251084" y="1438731"/>
                    <a:pt x="244797" y="1449399"/>
                  </a:cubicBezTo>
                  <a:cubicBezTo>
                    <a:pt x="244702" y="1449304"/>
                    <a:pt x="244702" y="1449209"/>
                    <a:pt x="244606" y="1449113"/>
                  </a:cubicBezTo>
                  <a:cubicBezTo>
                    <a:pt x="238034" y="1440636"/>
                    <a:pt x="226414" y="1438636"/>
                    <a:pt x="218794" y="1444922"/>
                  </a:cubicBezTo>
                  <a:cubicBezTo>
                    <a:pt x="211174" y="1451209"/>
                    <a:pt x="210602" y="1463687"/>
                    <a:pt x="217460" y="1472545"/>
                  </a:cubicBezTo>
                  <a:cubicBezTo>
                    <a:pt x="218508" y="1473974"/>
                    <a:pt x="219746" y="1475117"/>
                    <a:pt x="220985" y="1476164"/>
                  </a:cubicBezTo>
                  <a:cubicBezTo>
                    <a:pt x="221080" y="1476260"/>
                    <a:pt x="221080" y="1476260"/>
                    <a:pt x="221175" y="1476355"/>
                  </a:cubicBezTo>
                  <a:cubicBezTo>
                    <a:pt x="222318" y="1477307"/>
                    <a:pt x="223652" y="1478069"/>
                    <a:pt x="224890" y="1478641"/>
                  </a:cubicBezTo>
                  <a:cubicBezTo>
                    <a:pt x="224985" y="1478641"/>
                    <a:pt x="224985" y="1478736"/>
                    <a:pt x="225080" y="1478736"/>
                  </a:cubicBezTo>
                  <a:cubicBezTo>
                    <a:pt x="225080" y="1478736"/>
                    <a:pt x="225080" y="1478736"/>
                    <a:pt x="225080" y="1478736"/>
                  </a:cubicBezTo>
                  <a:cubicBezTo>
                    <a:pt x="226604" y="1479403"/>
                    <a:pt x="228033" y="1479879"/>
                    <a:pt x="229652" y="1480165"/>
                  </a:cubicBezTo>
                  <a:cubicBezTo>
                    <a:pt x="226985" y="1487118"/>
                    <a:pt x="224699" y="1494262"/>
                    <a:pt x="222699" y="1501501"/>
                  </a:cubicBezTo>
                  <a:cubicBezTo>
                    <a:pt x="220032" y="1499310"/>
                    <a:pt x="216889" y="1497786"/>
                    <a:pt x="213460" y="1497119"/>
                  </a:cubicBezTo>
                  <a:cubicBezTo>
                    <a:pt x="211840" y="1496834"/>
                    <a:pt x="210412" y="1496834"/>
                    <a:pt x="208888" y="1496929"/>
                  </a:cubicBezTo>
                  <a:cubicBezTo>
                    <a:pt x="208697" y="1496929"/>
                    <a:pt x="208602" y="1496929"/>
                    <a:pt x="208411" y="1497024"/>
                  </a:cubicBezTo>
                  <a:cubicBezTo>
                    <a:pt x="203268" y="1497595"/>
                    <a:pt x="198982" y="1500453"/>
                    <a:pt x="196505" y="1504930"/>
                  </a:cubicBezTo>
                  <a:cubicBezTo>
                    <a:pt x="169549" y="1481689"/>
                    <a:pt x="146880" y="1450733"/>
                    <a:pt x="131449" y="1414252"/>
                  </a:cubicBezTo>
                  <a:cubicBezTo>
                    <a:pt x="125735" y="1400631"/>
                    <a:pt x="121543" y="1386725"/>
                    <a:pt x="118495" y="1372818"/>
                  </a:cubicBezTo>
                  <a:cubicBezTo>
                    <a:pt x="123163" y="1373390"/>
                    <a:pt x="127830" y="1371961"/>
                    <a:pt x="131449" y="1368341"/>
                  </a:cubicBezTo>
                  <a:cubicBezTo>
                    <a:pt x="137355" y="1362341"/>
                    <a:pt x="138403" y="1352530"/>
                    <a:pt x="134878" y="1344243"/>
                  </a:cubicBezTo>
                  <a:cubicBezTo>
                    <a:pt x="134783" y="1344053"/>
                    <a:pt x="134688" y="1343767"/>
                    <a:pt x="134593" y="1343576"/>
                  </a:cubicBezTo>
                  <a:cubicBezTo>
                    <a:pt x="133831" y="1342052"/>
                    <a:pt x="132973" y="1340528"/>
                    <a:pt x="131926" y="1339100"/>
                  </a:cubicBezTo>
                  <a:cubicBezTo>
                    <a:pt x="131068" y="1337957"/>
                    <a:pt x="130116" y="1337004"/>
                    <a:pt x="129164" y="1336052"/>
                  </a:cubicBezTo>
                  <a:cubicBezTo>
                    <a:pt x="127163" y="1334242"/>
                    <a:pt x="124972" y="1332908"/>
                    <a:pt x="122686" y="1332051"/>
                  </a:cubicBezTo>
                  <a:cubicBezTo>
                    <a:pt x="121543" y="1331575"/>
                    <a:pt x="120401" y="1331289"/>
                    <a:pt x="119162" y="1331099"/>
                  </a:cubicBezTo>
                  <a:cubicBezTo>
                    <a:pt x="118019" y="1330908"/>
                    <a:pt x="116781" y="1330813"/>
                    <a:pt x="115638" y="1330908"/>
                  </a:cubicBezTo>
                  <a:cubicBezTo>
                    <a:pt x="114781" y="1331003"/>
                    <a:pt x="113923" y="1331194"/>
                    <a:pt x="113066" y="1331384"/>
                  </a:cubicBezTo>
                  <a:cubicBezTo>
                    <a:pt x="112495" y="1319097"/>
                    <a:pt x="112876" y="1307000"/>
                    <a:pt x="114114" y="1295285"/>
                  </a:cubicBezTo>
                  <a:cubicBezTo>
                    <a:pt x="114209" y="1294046"/>
                    <a:pt x="114400" y="1292903"/>
                    <a:pt x="114495" y="1291665"/>
                  </a:cubicBezTo>
                  <a:cubicBezTo>
                    <a:pt x="115067" y="1286807"/>
                    <a:pt x="115733" y="1282045"/>
                    <a:pt x="116686" y="1277378"/>
                  </a:cubicBezTo>
                  <a:cubicBezTo>
                    <a:pt x="122591" y="1281283"/>
                    <a:pt x="128497" y="1284807"/>
                    <a:pt x="134593" y="1288236"/>
                  </a:cubicBezTo>
                  <a:cubicBezTo>
                    <a:pt x="131831" y="1292903"/>
                    <a:pt x="130878" y="1298999"/>
                    <a:pt x="132688" y="1305191"/>
                  </a:cubicBezTo>
                  <a:cubicBezTo>
                    <a:pt x="135164" y="1314335"/>
                    <a:pt x="142784" y="1320240"/>
                    <a:pt x="150690" y="1320335"/>
                  </a:cubicBezTo>
                  <a:cubicBezTo>
                    <a:pt x="150785" y="1320335"/>
                    <a:pt x="150976" y="1320335"/>
                    <a:pt x="151071" y="1320335"/>
                  </a:cubicBezTo>
                  <a:cubicBezTo>
                    <a:pt x="152595" y="1320335"/>
                    <a:pt x="154119" y="1320145"/>
                    <a:pt x="155548" y="1319669"/>
                  </a:cubicBezTo>
                  <a:cubicBezTo>
                    <a:pt x="162406" y="1317478"/>
                    <a:pt x="166787" y="1311001"/>
                    <a:pt x="167454" y="1303476"/>
                  </a:cubicBezTo>
                  <a:cubicBezTo>
                    <a:pt x="167644" y="1303571"/>
                    <a:pt x="167835" y="1303667"/>
                    <a:pt x="168026" y="1303667"/>
                  </a:cubicBezTo>
                  <a:cubicBezTo>
                    <a:pt x="185647" y="1310144"/>
                    <a:pt x="204411" y="1313954"/>
                    <a:pt x="222794" y="1315668"/>
                  </a:cubicBezTo>
                  <a:cubicBezTo>
                    <a:pt x="233177" y="1316620"/>
                    <a:pt x="243654" y="1316716"/>
                    <a:pt x="254036" y="1316240"/>
                  </a:cubicBezTo>
                  <a:cubicBezTo>
                    <a:pt x="256798" y="1323764"/>
                    <a:pt x="264228" y="1328051"/>
                    <a:pt x="271753" y="1327479"/>
                  </a:cubicBezTo>
                  <a:cubicBezTo>
                    <a:pt x="271943" y="1327479"/>
                    <a:pt x="272134" y="1327479"/>
                    <a:pt x="272324" y="1327479"/>
                  </a:cubicBezTo>
                  <a:cubicBezTo>
                    <a:pt x="273753" y="1327289"/>
                    <a:pt x="275277" y="1327003"/>
                    <a:pt x="276706" y="1326527"/>
                  </a:cubicBezTo>
                  <a:cubicBezTo>
                    <a:pt x="283088" y="1324050"/>
                    <a:pt x="287088" y="1318526"/>
                    <a:pt x="288040" y="1312239"/>
                  </a:cubicBezTo>
                  <a:cubicBezTo>
                    <a:pt x="302614" y="1309477"/>
                    <a:pt x="317187" y="1305476"/>
                    <a:pt x="331570" y="1300238"/>
                  </a:cubicBezTo>
                  <a:lnTo>
                    <a:pt x="331570" y="1300238"/>
                  </a:lnTo>
                  <a:lnTo>
                    <a:pt x="333856" y="1299476"/>
                  </a:lnTo>
                  <a:cubicBezTo>
                    <a:pt x="349667" y="1293570"/>
                    <a:pt x="364145" y="1287093"/>
                    <a:pt x="377576" y="1280330"/>
                  </a:cubicBezTo>
                  <a:cubicBezTo>
                    <a:pt x="381862" y="1282807"/>
                    <a:pt x="387196" y="1283093"/>
                    <a:pt x="392244" y="1281474"/>
                  </a:cubicBezTo>
                  <a:lnTo>
                    <a:pt x="392244" y="1281474"/>
                  </a:lnTo>
                  <a:cubicBezTo>
                    <a:pt x="392244" y="1281474"/>
                    <a:pt x="392244" y="1281474"/>
                    <a:pt x="392244" y="1281474"/>
                  </a:cubicBezTo>
                  <a:cubicBezTo>
                    <a:pt x="393577" y="1281092"/>
                    <a:pt x="394911" y="1280521"/>
                    <a:pt x="396149" y="1279759"/>
                  </a:cubicBezTo>
                  <a:cubicBezTo>
                    <a:pt x="396340" y="1279664"/>
                    <a:pt x="396435" y="1279568"/>
                    <a:pt x="396626" y="1279473"/>
                  </a:cubicBezTo>
                  <a:cubicBezTo>
                    <a:pt x="397864" y="1278711"/>
                    <a:pt x="399102" y="1277854"/>
                    <a:pt x="400150" y="1276901"/>
                  </a:cubicBezTo>
                  <a:cubicBezTo>
                    <a:pt x="400150" y="1276901"/>
                    <a:pt x="400150" y="1276901"/>
                    <a:pt x="400150" y="1276901"/>
                  </a:cubicBezTo>
                  <a:cubicBezTo>
                    <a:pt x="403864" y="1273377"/>
                    <a:pt x="405674" y="1268900"/>
                    <a:pt x="405579" y="1264709"/>
                  </a:cubicBezTo>
                  <a:cubicBezTo>
                    <a:pt x="430915" y="1249279"/>
                    <a:pt x="450918" y="1233086"/>
                    <a:pt x="465682" y="1218037"/>
                  </a:cubicBezTo>
                  <a:cubicBezTo>
                    <a:pt x="479398" y="1204130"/>
                    <a:pt x="489018" y="1190891"/>
                    <a:pt x="494352" y="1178508"/>
                  </a:cubicBezTo>
                  <a:cubicBezTo>
                    <a:pt x="494447" y="1178222"/>
                    <a:pt x="494543" y="1177937"/>
                    <a:pt x="494733" y="1177651"/>
                  </a:cubicBezTo>
                  <a:cubicBezTo>
                    <a:pt x="499400" y="1177746"/>
                    <a:pt x="504448" y="1176508"/>
                    <a:pt x="508735" y="1173841"/>
                  </a:cubicBezTo>
                  <a:cubicBezTo>
                    <a:pt x="514069" y="1170412"/>
                    <a:pt x="516640" y="1165935"/>
                    <a:pt x="516164" y="1161839"/>
                  </a:cubicBezTo>
                  <a:lnTo>
                    <a:pt x="516164" y="1161839"/>
                  </a:lnTo>
                  <a:cubicBezTo>
                    <a:pt x="516164" y="1161839"/>
                    <a:pt x="516164" y="1161839"/>
                    <a:pt x="516164" y="1161839"/>
                  </a:cubicBezTo>
                  <a:cubicBezTo>
                    <a:pt x="516069" y="1160887"/>
                    <a:pt x="515783" y="1160030"/>
                    <a:pt x="515307" y="1159172"/>
                  </a:cubicBezTo>
                  <a:cubicBezTo>
                    <a:pt x="515212" y="1159077"/>
                    <a:pt x="515212" y="1158982"/>
                    <a:pt x="515117" y="1158791"/>
                  </a:cubicBezTo>
                  <a:cubicBezTo>
                    <a:pt x="514640" y="1157934"/>
                    <a:pt x="513973" y="1157077"/>
                    <a:pt x="513116" y="1156410"/>
                  </a:cubicBezTo>
                  <a:cubicBezTo>
                    <a:pt x="510068" y="1153838"/>
                    <a:pt x="505496" y="1152695"/>
                    <a:pt x="500639" y="1152886"/>
                  </a:cubicBezTo>
                  <a:cubicBezTo>
                    <a:pt x="500639" y="1149743"/>
                    <a:pt x="500448" y="1146504"/>
                    <a:pt x="499972" y="1143456"/>
                  </a:cubicBezTo>
                  <a:cubicBezTo>
                    <a:pt x="497876" y="1131550"/>
                    <a:pt x="490732" y="1121263"/>
                    <a:pt x="480350" y="1111833"/>
                  </a:cubicBezTo>
                  <a:cubicBezTo>
                    <a:pt x="475016" y="1107166"/>
                    <a:pt x="468539" y="1102784"/>
                    <a:pt x="460919" y="1098689"/>
                  </a:cubicBezTo>
                  <a:cubicBezTo>
                    <a:pt x="453680" y="1094593"/>
                    <a:pt x="445393" y="1090783"/>
                    <a:pt x="436059" y="1087259"/>
                  </a:cubicBezTo>
                  <a:cubicBezTo>
                    <a:pt x="419390" y="1080972"/>
                    <a:pt x="399483" y="1076019"/>
                    <a:pt x="377480" y="1072495"/>
                  </a:cubicBezTo>
                  <a:cubicBezTo>
                    <a:pt x="377194" y="1065351"/>
                    <a:pt x="370813" y="1059255"/>
                    <a:pt x="361764" y="1058493"/>
                  </a:cubicBezTo>
                  <a:cubicBezTo>
                    <a:pt x="360526" y="1058398"/>
                    <a:pt x="359288" y="1058398"/>
                    <a:pt x="358144" y="1058493"/>
                  </a:cubicBezTo>
                  <a:cubicBezTo>
                    <a:pt x="355763" y="1058684"/>
                    <a:pt x="353573" y="1059255"/>
                    <a:pt x="351477" y="1060208"/>
                  </a:cubicBezTo>
                  <a:cubicBezTo>
                    <a:pt x="349477" y="1061160"/>
                    <a:pt x="347667" y="1062398"/>
                    <a:pt x="346143" y="1063922"/>
                  </a:cubicBezTo>
                  <a:cubicBezTo>
                    <a:pt x="344810" y="1065256"/>
                    <a:pt x="343857" y="1066780"/>
                    <a:pt x="343095" y="1068494"/>
                  </a:cubicBezTo>
                  <a:cubicBezTo>
                    <a:pt x="325760" y="1067161"/>
                    <a:pt x="307472" y="1066589"/>
                    <a:pt x="288040" y="1067351"/>
                  </a:cubicBezTo>
                  <a:cubicBezTo>
                    <a:pt x="280897" y="1067637"/>
                    <a:pt x="273848" y="1068209"/>
                    <a:pt x="266800" y="1068971"/>
                  </a:cubicBezTo>
                  <a:cubicBezTo>
                    <a:pt x="266800" y="1068971"/>
                    <a:pt x="266800" y="1068971"/>
                    <a:pt x="266705" y="1068971"/>
                  </a:cubicBezTo>
                  <a:cubicBezTo>
                    <a:pt x="266705" y="1068971"/>
                    <a:pt x="266705" y="1068971"/>
                    <a:pt x="266705" y="1068971"/>
                  </a:cubicBezTo>
                  <a:cubicBezTo>
                    <a:pt x="263561" y="1069352"/>
                    <a:pt x="260418" y="1069637"/>
                    <a:pt x="257370" y="1070114"/>
                  </a:cubicBezTo>
                  <a:cubicBezTo>
                    <a:pt x="257275" y="1069161"/>
                    <a:pt x="257275" y="1068304"/>
                    <a:pt x="256989" y="1067351"/>
                  </a:cubicBezTo>
                  <a:cubicBezTo>
                    <a:pt x="254703" y="1058207"/>
                    <a:pt x="245178" y="1052302"/>
                    <a:pt x="235558" y="1054493"/>
                  </a:cubicBezTo>
                  <a:cubicBezTo>
                    <a:pt x="233177" y="1055064"/>
                    <a:pt x="230986" y="1056017"/>
                    <a:pt x="229081" y="1057350"/>
                  </a:cubicBezTo>
                  <a:cubicBezTo>
                    <a:pt x="226318" y="1059350"/>
                    <a:pt x="224128" y="1062208"/>
                    <a:pt x="222889" y="1065446"/>
                  </a:cubicBezTo>
                  <a:cubicBezTo>
                    <a:pt x="222032" y="1067637"/>
                    <a:pt x="221651" y="1069923"/>
                    <a:pt x="221747" y="1072304"/>
                  </a:cubicBezTo>
                  <a:cubicBezTo>
                    <a:pt x="221747" y="1073543"/>
                    <a:pt x="221937" y="1074686"/>
                    <a:pt x="222223" y="1075924"/>
                  </a:cubicBezTo>
                  <a:cubicBezTo>
                    <a:pt x="222318" y="1076400"/>
                    <a:pt x="222604" y="1076876"/>
                    <a:pt x="222699" y="1077353"/>
                  </a:cubicBezTo>
                  <a:cubicBezTo>
                    <a:pt x="207364" y="1081734"/>
                    <a:pt x="192600" y="1087354"/>
                    <a:pt x="178789" y="1094688"/>
                  </a:cubicBezTo>
                  <a:cubicBezTo>
                    <a:pt x="168026" y="1100308"/>
                    <a:pt x="157739" y="1106975"/>
                    <a:pt x="147832" y="1114405"/>
                  </a:cubicBezTo>
                  <a:cubicBezTo>
                    <a:pt x="147832" y="1114310"/>
                    <a:pt x="147832" y="1114214"/>
                    <a:pt x="147737" y="1114119"/>
                  </a:cubicBezTo>
                  <a:cubicBezTo>
                    <a:pt x="144880" y="1103737"/>
                    <a:pt x="134974" y="1097545"/>
                    <a:pt x="125544" y="1100403"/>
                  </a:cubicBezTo>
                  <a:cubicBezTo>
                    <a:pt x="124401" y="1100784"/>
                    <a:pt x="123258" y="1101260"/>
                    <a:pt x="122210" y="1101832"/>
                  </a:cubicBezTo>
                  <a:cubicBezTo>
                    <a:pt x="119067" y="1103642"/>
                    <a:pt x="116590" y="1106499"/>
                    <a:pt x="114971" y="1109833"/>
                  </a:cubicBezTo>
                  <a:cubicBezTo>
                    <a:pt x="114400" y="1110976"/>
                    <a:pt x="114019" y="1112119"/>
                    <a:pt x="113638" y="1113357"/>
                  </a:cubicBezTo>
                  <a:cubicBezTo>
                    <a:pt x="112971" y="1115834"/>
                    <a:pt x="112685" y="1118501"/>
                    <a:pt x="112876" y="1121168"/>
                  </a:cubicBezTo>
                  <a:cubicBezTo>
                    <a:pt x="112971" y="1122501"/>
                    <a:pt x="113257" y="1123835"/>
                    <a:pt x="113543" y="1125263"/>
                  </a:cubicBezTo>
                  <a:cubicBezTo>
                    <a:pt x="113923" y="1126978"/>
                    <a:pt x="114590" y="1128502"/>
                    <a:pt x="115352" y="1129931"/>
                  </a:cubicBezTo>
                  <a:cubicBezTo>
                    <a:pt x="115447" y="1130026"/>
                    <a:pt x="115447" y="1130121"/>
                    <a:pt x="115543" y="1130216"/>
                  </a:cubicBezTo>
                  <a:cubicBezTo>
                    <a:pt x="116305" y="1131550"/>
                    <a:pt x="117162" y="1132788"/>
                    <a:pt x="118210" y="1133836"/>
                  </a:cubicBezTo>
                  <a:cubicBezTo>
                    <a:pt x="118210" y="1133836"/>
                    <a:pt x="118210" y="1133931"/>
                    <a:pt x="118305" y="1133931"/>
                  </a:cubicBezTo>
                  <a:cubicBezTo>
                    <a:pt x="118305" y="1133931"/>
                    <a:pt x="118305" y="1133931"/>
                    <a:pt x="118305" y="1133931"/>
                  </a:cubicBezTo>
                  <a:cubicBezTo>
                    <a:pt x="119448" y="1135074"/>
                    <a:pt x="120591" y="1136122"/>
                    <a:pt x="121924" y="1136979"/>
                  </a:cubicBezTo>
                  <a:cubicBezTo>
                    <a:pt x="116781" y="1142313"/>
                    <a:pt x="111923" y="1148028"/>
                    <a:pt x="107351" y="1154029"/>
                  </a:cubicBezTo>
                  <a:cubicBezTo>
                    <a:pt x="105732" y="1150981"/>
                    <a:pt x="103446" y="1148314"/>
                    <a:pt x="100493" y="1146409"/>
                  </a:cubicBezTo>
                  <a:cubicBezTo>
                    <a:pt x="99160" y="1145552"/>
                    <a:pt x="97731" y="1144980"/>
                    <a:pt x="96302" y="1144504"/>
                  </a:cubicBezTo>
                  <a:cubicBezTo>
                    <a:pt x="96112" y="1144409"/>
                    <a:pt x="96017" y="1144409"/>
                    <a:pt x="95826" y="1144409"/>
                  </a:cubicBezTo>
                  <a:cubicBezTo>
                    <a:pt x="90873" y="1142980"/>
                    <a:pt x="85825" y="1143932"/>
                    <a:pt x="81824" y="1147171"/>
                  </a:cubicBezTo>
                  <a:cubicBezTo>
                    <a:pt x="65918" y="1115357"/>
                    <a:pt x="56869" y="1078210"/>
                    <a:pt x="56488" y="1038872"/>
                  </a:cubicBezTo>
                  <a:cubicBezTo>
                    <a:pt x="56678" y="1024203"/>
                    <a:pt x="58107" y="1009820"/>
                    <a:pt x="60584" y="995819"/>
                  </a:cubicBezTo>
                  <a:cubicBezTo>
                    <a:pt x="64679" y="998105"/>
                    <a:pt x="69632" y="998581"/>
                    <a:pt x="74204" y="996581"/>
                  </a:cubicBezTo>
                  <a:cubicBezTo>
                    <a:pt x="80300" y="993914"/>
                    <a:pt x="84586" y="987627"/>
                    <a:pt x="86015" y="980579"/>
                  </a:cubicBezTo>
                  <a:cubicBezTo>
                    <a:pt x="86015" y="980579"/>
                    <a:pt x="86015" y="980579"/>
                    <a:pt x="86015" y="980579"/>
                  </a:cubicBezTo>
                  <a:cubicBezTo>
                    <a:pt x="86015" y="980579"/>
                    <a:pt x="86015" y="980483"/>
                    <a:pt x="86015" y="980483"/>
                  </a:cubicBezTo>
                  <a:cubicBezTo>
                    <a:pt x="86301" y="978959"/>
                    <a:pt x="86492" y="977340"/>
                    <a:pt x="86396" y="975721"/>
                  </a:cubicBezTo>
                  <a:cubicBezTo>
                    <a:pt x="86396" y="975435"/>
                    <a:pt x="86396" y="975149"/>
                    <a:pt x="86396" y="974864"/>
                  </a:cubicBezTo>
                  <a:cubicBezTo>
                    <a:pt x="86301" y="973149"/>
                    <a:pt x="86110" y="971435"/>
                    <a:pt x="85730" y="969720"/>
                  </a:cubicBezTo>
                  <a:cubicBezTo>
                    <a:pt x="83634" y="961814"/>
                    <a:pt x="77824" y="956385"/>
                    <a:pt x="71156" y="955433"/>
                  </a:cubicBezTo>
                  <a:cubicBezTo>
                    <a:pt x="75157" y="944288"/>
                    <a:pt x="79919" y="933620"/>
                    <a:pt x="85348" y="923619"/>
                  </a:cubicBezTo>
                  <a:cubicBezTo>
                    <a:pt x="86396" y="921809"/>
                    <a:pt x="87444" y="919904"/>
                    <a:pt x="88492" y="918095"/>
                  </a:cubicBezTo>
                  <a:cubicBezTo>
                    <a:pt x="90682" y="914380"/>
                    <a:pt x="92873" y="910665"/>
                    <a:pt x="95255" y="907141"/>
                  </a:cubicBezTo>
                  <a:cubicBezTo>
                    <a:pt x="99160" y="913046"/>
                    <a:pt x="103256" y="918571"/>
                    <a:pt x="107542" y="923905"/>
                  </a:cubicBezTo>
                  <a:cubicBezTo>
                    <a:pt x="103160" y="927143"/>
                    <a:pt x="99922" y="932477"/>
                    <a:pt x="99160" y="938859"/>
                  </a:cubicBezTo>
                  <a:cubicBezTo>
                    <a:pt x="98302" y="946479"/>
                    <a:pt x="101446" y="953432"/>
                    <a:pt x="106589" y="957433"/>
                  </a:cubicBezTo>
                  <a:cubicBezTo>
                    <a:pt x="106589" y="957433"/>
                    <a:pt x="106589" y="957433"/>
                    <a:pt x="106589" y="957433"/>
                  </a:cubicBezTo>
                  <a:cubicBezTo>
                    <a:pt x="106589" y="957433"/>
                    <a:pt x="106589" y="957433"/>
                    <a:pt x="106589" y="957433"/>
                  </a:cubicBezTo>
                  <a:cubicBezTo>
                    <a:pt x="107732" y="958290"/>
                    <a:pt x="108970" y="959052"/>
                    <a:pt x="110209" y="959624"/>
                  </a:cubicBezTo>
                  <a:cubicBezTo>
                    <a:pt x="110399" y="959719"/>
                    <a:pt x="110590" y="959814"/>
                    <a:pt x="110780" y="959909"/>
                  </a:cubicBezTo>
                  <a:cubicBezTo>
                    <a:pt x="112209" y="960481"/>
                    <a:pt x="113638" y="960862"/>
                    <a:pt x="115162" y="960957"/>
                  </a:cubicBezTo>
                  <a:cubicBezTo>
                    <a:pt x="117638" y="961148"/>
                    <a:pt x="120019" y="960767"/>
                    <a:pt x="122210" y="959909"/>
                  </a:cubicBezTo>
                  <a:cubicBezTo>
                    <a:pt x="125544" y="958671"/>
                    <a:pt x="128401" y="956385"/>
                    <a:pt x="130592" y="953337"/>
                  </a:cubicBezTo>
                  <a:cubicBezTo>
                    <a:pt x="131259" y="952480"/>
                    <a:pt x="131735" y="951527"/>
                    <a:pt x="132307" y="950480"/>
                  </a:cubicBezTo>
                  <a:cubicBezTo>
                    <a:pt x="132497" y="950575"/>
                    <a:pt x="132593" y="950765"/>
                    <a:pt x="132688" y="950861"/>
                  </a:cubicBezTo>
                  <a:cubicBezTo>
                    <a:pt x="146880" y="963529"/>
                    <a:pt x="162310" y="974197"/>
                    <a:pt x="178693" y="982769"/>
                  </a:cubicBezTo>
                  <a:cubicBezTo>
                    <a:pt x="187838" y="987627"/>
                    <a:pt x="197458" y="991723"/>
                    <a:pt x="207268" y="995247"/>
                  </a:cubicBezTo>
                  <a:cubicBezTo>
                    <a:pt x="207268" y="1001724"/>
                    <a:pt x="210602" y="1007439"/>
                    <a:pt x="215746" y="1010678"/>
                  </a:cubicBezTo>
                  <a:cubicBezTo>
                    <a:pt x="215746" y="1010678"/>
                    <a:pt x="215746" y="1010678"/>
                    <a:pt x="215746" y="1010678"/>
                  </a:cubicBezTo>
                  <a:cubicBezTo>
                    <a:pt x="215746" y="1010678"/>
                    <a:pt x="215746" y="1010678"/>
                    <a:pt x="215746" y="1010678"/>
                  </a:cubicBezTo>
                  <a:cubicBezTo>
                    <a:pt x="216889" y="1011440"/>
                    <a:pt x="218222" y="1012011"/>
                    <a:pt x="219556" y="1012487"/>
                  </a:cubicBezTo>
                  <a:cubicBezTo>
                    <a:pt x="219746" y="1012583"/>
                    <a:pt x="219937" y="1012583"/>
                    <a:pt x="220032" y="1012678"/>
                  </a:cubicBezTo>
                  <a:cubicBezTo>
                    <a:pt x="221461" y="1013059"/>
                    <a:pt x="222889" y="1013440"/>
                    <a:pt x="224414" y="1013440"/>
                  </a:cubicBezTo>
                  <a:cubicBezTo>
                    <a:pt x="226890" y="1013535"/>
                    <a:pt x="229271" y="1013059"/>
                    <a:pt x="231367" y="1012297"/>
                  </a:cubicBezTo>
                  <a:cubicBezTo>
                    <a:pt x="233462" y="1011535"/>
                    <a:pt x="235463" y="1010297"/>
                    <a:pt x="237082" y="1008677"/>
                  </a:cubicBezTo>
                  <a:cubicBezTo>
                    <a:pt x="237939" y="1007915"/>
                    <a:pt x="238701" y="1007058"/>
                    <a:pt x="239368" y="1006201"/>
                  </a:cubicBezTo>
                  <a:cubicBezTo>
                    <a:pt x="239749" y="1005725"/>
                    <a:pt x="240035" y="1005153"/>
                    <a:pt x="240320" y="1004582"/>
                  </a:cubicBezTo>
                  <a:cubicBezTo>
                    <a:pt x="254893" y="1007630"/>
                    <a:pt x="269943" y="1009439"/>
                    <a:pt x="285183" y="1010106"/>
                  </a:cubicBezTo>
                  <a:cubicBezTo>
                    <a:pt x="285183" y="1010106"/>
                    <a:pt x="285183" y="1010106"/>
                    <a:pt x="285183" y="1010106"/>
                  </a:cubicBezTo>
                  <a:lnTo>
                    <a:pt x="287564" y="1010297"/>
                  </a:lnTo>
                  <a:cubicBezTo>
                    <a:pt x="304519" y="1010963"/>
                    <a:pt x="320330" y="1010487"/>
                    <a:pt x="335285" y="1009344"/>
                  </a:cubicBezTo>
                  <a:cubicBezTo>
                    <a:pt x="338332" y="1013249"/>
                    <a:pt x="343190" y="1015535"/>
                    <a:pt x="348334" y="1016012"/>
                  </a:cubicBezTo>
                  <a:lnTo>
                    <a:pt x="348334" y="1016012"/>
                  </a:lnTo>
                  <a:cubicBezTo>
                    <a:pt x="348334" y="1016012"/>
                    <a:pt x="348334" y="1016012"/>
                    <a:pt x="348334" y="1016012"/>
                  </a:cubicBezTo>
                  <a:cubicBezTo>
                    <a:pt x="349763" y="1016107"/>
                    <a:pt x="351096" y="1016107"/>
                    <a:pt x="352525" y="1015916"/>
                  </a:cubicBezTo>
                  <a:cubicBezTo>
                    <a:pt x="352715" y="1015916"/>
                    <a:pt x="352906" y="1015916"/>
                    <a:pt x="353096" y="1015821"/>
                  </a:cubicBezTo>
                  <a:cubicBezTo>
                    <a:pt x="354525" y="1015631"/>
                    <a:pt x="355954" y="1015345"/>
                    <a:pt x="357382" y="1014773"/>
                  </a:cubicBezTo>
                  <a:cubicBezTo>
                    <a:pt x="362240" y="1012868"/>
                    <a:pt x="365574" y="1009439"/>
                    <a:pt x="366907" y="1005439"/>
                  </a:cubicBezTo>
                  <a:cubicBezTo>
                    <a:pt x="369765" y="1004963"/>
                    <a:pt x="372718" y="1004582"/>
                    <a:pt x="375480" y="1004105"/>
                  </a:cubicBezTo>
                  <a:cubicBezTo>
                    <a:pt x="401102" y="999438"/>
                    <a:pt x="422914" y="992866"/>
                    <a:pt x="440440" y="985151"/>
                  </a:cubicBezTo>
                  <a:cubicBezTo>
                    <a:pt x="458443" y="977245"/>
                    <a:pt x="472540" y="968482"/>
                    <a:pt x="482636" y="958862"/>
                  </a:cubicBezTo>
                  <a:cubicBezTo>
                    <a:pt x="486923" y="960767"/>
                    <a:pt x="492161" y="961433"/>
                    <a:pt x="497019" y="960576"/>
                  </a:cubicBezTo>
                  <a:cubicBezTo>
                    <a:pt x="503020" y="959433"/>
                    <a:pt x="507115" y="956195"/>
                    <a:pt x="508163" y="952289"/>
                  </a:cubicBezTo>
                  <a:cubicBezTo>
                    <a:pt x="508163" y="952289"/>
                    <a:pt x="508163" y="952289"/>
                    <a:pt x="508163" y="952289"/>
                  </a:cubicBezTo>
                  <a:cubicBezTo>
                    <a:pt x="508163" y="952289"/>
                    <a:pt x="508163" y="952194"/>
                    <a:pt x="508163" y="952194"/>
                  </a:cubicBezTo>
                  <a:cubicBezTo>
                    <a:pt x="508354" y="951337"/>
                    <a:pt x="508449" y="950480"/>
                    <a:pt x="508449" y="949622"/>
                  </a:cubicBezTo>
                  <a:cubicBezTo>
                    <a:pt x="508449" y="949432"/>
                    <a:pt x="508449" y="949241"/>
                    <a:pt x="508449" y="949051"/>
                  </a:cubicBezTo>
                  <a:cubicBezTo>
                    <a:pt x="508354" y="948098"/>
                    <a:pt x="508068" y="947146"/>
                    <a:pt x="507592" y="946098"/>
                  </a:cubicBezTo>
                  <a:cubicBezTo>
                    <a:pt x="505877" y="942574"/>
                    <a:pt x="502067" y="939716"/>
                    <a:pt x="497495" y="938002"/>
                  </a:cubicBezTo>
                  <a:cubicBezTo>
                    <a:pt x="498734" y="935049"/>
                    <a:pt x="499686" y="932096"/>
                    <a:pt x="500257" y="929048"/>
                  </a:cubicBezTo>
                  <a:cubicBezTo>
                    <a:pt x="505401" y="905617"/>
                    <a:pt x="491590" y="880090"/>
                    <a:pt x="462634" y="852944"/>
                  </a:cubicBezTo>
                  <a:cubicBezTo>
                    <a:pt x="449680" y="840942"/>
                    <a:pt x="433297" y="828750"/>
                    <a:pt x="414247" y="817034"/>
                  </a:cubicBezTo>
                  <a:cubicBezTo>
                    <a:pt x="416438" y="810272"/>
                    <a:pt x="412913" y="802271"/>
                    <a:pt x="404912" y="798080"/>
                  </a:cubicBezTo>
                  <a:cubicBezTo>
                    <a:pt x="397673" y="794270"/>
                    <a:pt x="388815" y="795222"/>
                    <a:pt x="383957" y="800080"/>
                  </a:cubicBezTo>
                  <a:cubicBezTo>
                    <a:pt x="368431" y="792174"/>
                    <a:pt x="351668" y="784745"/>
                    <a:pt x="333475" y="777887"/>
                  </a:cubicBezTo>
                  <a:cubicBezTo>
                    <a:pt x="323759" y="774267"/>
                    <a:pt x="314044" y="771219"/>
                    <a:pt x="304233" y="768743"/>
                  </a:cubicBezTo>
                  <a:cubicBezTo>
                    <a:pt x="304519" y="767885"/>
                    <a:pt x="304805" y="767028"/>
                    <a:pt x="304900" y="766076"/>
                  </a:cubicBezTo>
                  <a:cubicBezTo>
                    <a:pt x="305852" y="760265"/>
                    <a:pt x="303661" y="754550"/>
                    <a:pt x="299470" y="750645"/>
                  </a:cubicBezTo>
                  <a:cubicBezTo>
                    <a:pt x="297851" y="749121"/>
                    <a:pt x="295851" y="747788"/>
                    <a:pt x="293660" y="746930"/>
                  </a:cubicBezTo>
                  <a:cubicBezTo>
                    <a:pt x="292517" y="746549"/>
                    <a:pt x="291374" y="746168"/>
                    <a:pt x="290231" y="745978"/>
                  </a:cubicBezTo>
                  <a:cubicBezTo>
                    <a:pt x="288993" y="745787"/>
                    <a:pt x="287850" y="745692"/>
                    <a:pt x="286612" y="745692"/>
                  </a:cubicBezTo>
                  <a:cubicBezTo>
                    <a:pt x="285469" y="745692"/>
                    <a:pt x="284231" y="745883"/>
                    <a:pt x="283088" y="746168"/>
                  </a:cubicBezTo>
                  <a:cubicBezTo>
                    <a:pt x="281944" y="746454"/>
                    <a:pt x="280897" y="746835"/>
                    <a:pt x="279849" y="747311"/>
                  </a:cubicBezTo>
                  <a:cubicBezTo>
                    <a:pt x="277753" y="748264"/>
                    <a:pt x="275848" y="749597"/>
                    <a:pt x="274229" y="751312"/>
                  </a:cubicBezTo>
                  <a:cubicBezTo>
                    <a:pt x="271848" y="753788"/>
                    <a:pt x="270229" y="757027"/>
                    <a:pt x="269657" y="760742"/>
                  </a:cubicBezTo>
                  <a:cubicBezTo>
                    <a:pt x="269562" y="761313"/>
                    <a:pt x="269657" y="761789"/>
                    <a:pt x="269657" y="762361"/>
                  </a:cubicBezTo>
                  <a:cubicBezTo>
                    <a:pt x="253941" y="760551"/>
                    <a:pt x="238130" y="760170"/>
                    <a:pt x="222413" y="761599"/>
                  </a:cubicBezTo>
                  <a:cubicBezTo>
                    <a:pt x="210317" y="762742"/>
                    <a:pt x="198124" y="764837"/>
                    <a:pt x="186123" y="767981"/>
                  </a:cubicBezTo>
                  <a:cubicBezTo>
                    <a:pt x="186123" y="767885"/>
                    <a:pt x="186218" y="767790"/>
                    <a:pt x="186218" y="767695"/>
                  </a:cubicBezTo>
                  <a:cubicBezTo>
                    <a:pt x="187647" y="757027"/>
                    <a:pt x="180980" y="747502"/>
                    <a:pt x="171073" y="746549"/>
                  </a:cubicBezTo>
                  <a:cubicBezTo>
                    <a:pt x="161263" y="745597"/>
                    <a:pt x="151738" y="753884"/>
                    <a:pt x="150404" y="765028"/>
                  </a:cubicBezTo>
                  <a:cubicBezTo>
                    <a:pt x="150214" y="766742"/>
                    <a:pt x="150309" y="768362"/>
                    <a:pt x="150499" y="769981"/>
                  </a:cubicBezTo>
                  <a:cubicBezTo>
                    <a:pt x="150499" y="770171"/>
                    <a:pt x="150595" y="770362"/>
                    <a:pt x="150595" y="770457"/>
                  </a:cubicBezTo>
                  <a:cubicBezTo>
                    <a:pt x="150785" y="771981"/>
                    <a:pt x="151166" y="773410"/>
                    <a:pt x="151738" y="774839"/>
                  </a:cubicBezTo>
                  <a:cubicBezTo>
                    <a:pt x="151738" y="774839"/>
                    <a:pt x="151738" y="774839"/>
                    <a:pt x="151738" y="774839"/>
                  </a:cubicBezTo>
                  <a:cubicBezTo>
                    <a:pt x="151738" y="774839"/>
                    <a:pt x="151738" y="774839"/>
                    <a:pt x="151738" y="774839"/>
                  </a:cubicBezTo>
                  <a:cubicBezTo>
                    <a:pt x="152309" y="776363"/>
                    <a:pt x="153071" y="777791"/>
                    <a:pt x="153928" y="779030"/>
                  </a:cubicBezTo>
                  <a:cubicBezTo>
                    <a:pt x="147166" y="781982"/>
                    <a:pt x="140403" y="785507"/>
                    <a:pt x="133735" y="789221"/>
                  </a:cubicBezTo>
                  <a:cubicBezTo>
                    <a:pt x="133450" y="785792"/>
                    <a:pt x="132402" y="782459"/>
                    <a:pt x="130402" y="779601"/>
                  </a:cubicBezTo>
                  <a:cubicBezTo>
                    <a:pt x="129544" y="778268"/>
                    <a:pt x="128401" y="777220"/>
                    <a:pt x="127354" y="776267"/>
                  </a:cubicBezTo>
                  <a:cubicBezTo>
                    <a:pt x="127259" y="776172"/>
                    <a:pt x="127068" y="776077"/>
                    <a:pt x="126973" y="775982"/>
                  </a:cubicBezTo>
                  <a:cubicBezTo>
                    <a:pt x="122972" y="772743"/>
                    <a:pt x="117924" y="771791"/>
                    <a:pt x="112971" y="773124"/>
                  </a:cubicBezTo>
                  <a:cubicBezTo>
                    <a:pt x="110494" y="737596"/>
                    <a:pt x="115733" y="699496"/>
                    <a:pt x="131068" y="663015"/>
                  </a:cubicBezTo>
                  <a:cubicBezTo>
                    <a:pt x="136879" y="649394"/>
                    <a:pt x="143737" y="636631"/>
                    <a:pt x="151357" y="624629"/>
                  </a:cubicBezTo>
                  <a:cubicBezTo>
                    <a:pt x="154310" y="628344"/>
                    <a:pt x="158596" y="630630"/>
                    <a:pt x="163644" y="630535"/>
                  </a:cubicBezTo>
                  <a:cubicBezTo>
                    <a:pt x="168692" y="630440"/>
                    <a:pt x="173455" y="628154"/>
                    <a:pt x="177169" y="624439"/>
                  </a:cubicBezTo>
                  <a:cubicBezTo>
                    <a:pt x="179646" y="622058"/>
                    <a:pt x="181646" y="619105"/>
                    <a:pt x="182980" y="615866"/>
                  </a:cubicBezTo>
                  <a:cubicBezTo>
                    <a:pt x="183075" y="615676"/>
                    <a:pt x="183170" y="615485"/>
                    <a:pt x="183265" y="615200"/>
                  </a:cubicBezTo>
                  <a:cubicBezTo>
                    <a:pt x="183837" y="613580"/>
                    <a:pt x="184409" y="611961"/>
                    <a:pt x="184599" y="610151"/>
                  </a:cubicBezTo>
                  <a:cubicBezTo>
                    <a:pt x="184980" y="607389"/>
                    <a:pt x="184885" y="604627"/>
                    <a:pt x="184313" y="602150"/>
                  </a:cubicBezTo>
                  <a:cubicBezTo>
                    <a:pt x="183265" y="597388"/>
                    <a:pt x="180503" y="593578"/>
                    <a:pt x="176693" y="591292"/>
                  </a:cubicBezTo>
                  <a:cubicBezTo>
                    <a:pt x="177551" y="590339"/>
                    <a:pt x="178408" y="589292"/>
                    <a:pt x="179265" y="588339"/>
                  </a:cubicBezTo>
                  <a:cubicBezTo>
                    <a:pt x="179360" y="588244"/>
                    <a:pt x="179360" y="588244"/>
                    <a:pt x="179456" y="588149"/>
                  </a:cubicBezTo>
                  <a:cubicBezTo>
                    <a:pt x="186599" y="580624"/>
                    <a:pt x="194124" y="573671"/>
                    <a:pt x="202030" y="567384"/>
                  </a:cubicBezTo>
                  <a:cubicBezTo>
                    <a:pt x="203744" y="566051"/>
                    <a:pt x="205459" y="564717"/>
                    <a:pt x="207268" y="563384"/>
                  </a:cubicBezTo>
                  <a:cubicBezTo>
                    <a:pt x="210697" y="560812"/>
                    <a:pt x="214127" y="558240"/>
                    <a:pt x="217556" y="555954"/>
                  </a:cubicBezTo>
                  <a:cubicBezTo>
                    <a:pt x="218889" y="562907"/>
                    <a:pt x="220603" y="569575"/>
                    <a:pt x="222413" y="576147"/>
                  </a:cubicBezTo>
                  <a:cubicBezTo>
                    <a:pt x="217079" y="577481"/>
                    <a:pt x="212126" y="581100"/>
                    <a:pt x="208888" y="586720"/>
                  </a:cubicBezTo>
                  <a:cubicBezTo>
                    <a:pt x="205268" y="593483"/>
                    <a:pt x="205459" y="601103"/>
                    <a:pt x="208602" y="606722"/>
                  </a:cubicBezTo>
                  <a:cubicBezTo>
                    <a:pt x="208602" y="606722"/>
                    <a:pt x="208602" y="606722"/>
                    <a:pt x="208602" y="606722"/>
                  </a:cubicBezTo>
                  <a:cubicBezTo>
                    <a:pt x="208602" y="606722"/>
                    <a:pt x="208602" y="606722"/>
                    <a:pt x="208602" y="606722"/>
                  </a:cubicBezTo>
                  <a:cubicBezTo>
                    <a:pt x="209269" y="607961"/>
                    <a:pt x="210126" y="609104"/>
                    <a:pt x="211174" y="610151"/>
                  </a:cubicBezTo>
                  <a:cubicBezTo>
                    <a:pt x="211269" y="610247"/>
                    <a:pt x="211460" y="610437"/>
                    <a:pt x="211555" y="610532"/>
                  </a:cubicBezTo>
                  <a:cubicBezTo>
                    <a:pt x="212602" y="611580"/>
                    <a:pt x="213841" y="612533"/>
                    <a:pt x="215174" y="613199"/>
                  </a:cubicBezTo>
                  <a:cubicBezTo>
                    <a:pt x="221651" y="616533"/>
                    <a:pt x="229271" y="615009"/>
                    <a:pt x="234986" y="610151"/>
                  </a:cubicBezTo>
                  <a:cubicBezTo>
                    <a:pt x="235081" y="610342"/>
                    <a:pt x="235177" y="610532"/>
                    <a:pt x="235177" y="610723"/>
                  </a:cubicBezTo>
                  <a:cubicBezTo>
                    <a:pt x="243368" y="627868"/>
                    <a:pt x="253465" y="643679"/>
                    <a:pt x="265276" y="657872"/>
                  </a:cubicBezTo>
                  <a:cubicBezTo>
                    <a:pt x="271943" y="665873"/>
                    <a:pt x="279182" y="673302"/>
                    <a:pt x="286993" y="680351"/>
                  </a:cubicBezTo>
                  <a:cubicBezTo>
                    <a:pt x="284516" y="686351"/>
                    <a:pt x="285469" y="692924"/>
                    <a:pt x="288898" y="697781"/>
                  </a:cubicBezTo>
                  <a:cubicBezTo>
                    <a:pt x="288898" y="697781"/>
                    <a:pt x="288898" y="697781"/>
                    <a:pt x="288898" y="697781"/>
                  </a:cubicBezTo>
                  <a:cubicBezTo>
                    <a:pt x="288898" y="697781"/>
                    <a:pt x="288898" y="697781"/>
                    <a:pt x="288898" y="697781"/>
                  </a:cubicBezTo>
                  <a:cubicBezTo>
                    <a:pt x="289755" y="698924"/>
                    <a:pt x="290612" y="699972"/>
                    <a:pt x="291755" y="700925"/>
                  </a:cubicBezTo>
                  <a:cubicBezTo>
                    <a:pt x="291851" y="701020"/>
                    <a:pt x="292041" y="701115"/>
                    <a:pt x="292136" y="701306"/>
                  </a:cubicBezTo>
                  <a:cubicBezTo>
                    <a:pt x="293279" y="702258"/>
                    <a:pt x="294518" y="703115"/>
                    <a:pt x="295946" y="703687"/>
                  </a:cubicBezTo>
                  <a:cubicBezTo>
                    <a:pt x="297089" y="704163"/>
                    <a:pt x="298232" y="704544"/>
                    <a:pt x="299375" y="704830"/>
                  </a:cubicBezTo>
                  <a:cubicBezTo>
                    <a:pt x="300518" y="705116"/>
                    <a:pt x="301661" y="705211"/>
                    <a:pt x="302804" y="705306"/>
                  </a:cubicBezTo>
                  <a:cubicBezTo>
                    <a:pt x="305090" y="705401"/>
                    <a:pt x="307376" y="705020"/>
                    <a:pt x="309472" y="704258"/>
                  </a:cubicBezTo>
                  <a:cubicBezTo>
                    <a:pt x="311091" y="703687"/>
                    <a:pt x="312615" y="702734"/>
                    <a:pt x="314044" y="701687"/>
                  </a:cubicBezTo>
                  <a:cubicBezTo>
                    <a:pt x="326331" y="710069"/>
                    <a:pt x="339571" y="717593"/>
                    <a:pt x="353382" y="724070"/>
                  </a:cubicBezTo>
                  <a:cubicBezTo>
                    <a:pt x="353382" y="724070"/>
                    <a:pt x="353382" y="724070"/>
                    <a:pt x="353382" y="724070"/>
                  </a:cubicBezTo>
                  <a:lnTo>
                    <a:pt x="355573" y="725118"/>
                  </a:lnTo>
                  <a:cubicBezTo>
                    <a:pt x="371003" y="732167"/>
                    <a:pt x="385767" y="737882"/>
                    <a:pt x="399959" y="742549"/>
                  </a:cubicBezTo>
                  <a:cubicBezTo>
                    <a:pt x="401293" y="747311"/>
                    <a:pt x="404817" y="751312"/>
                    <a:pt x="409389" y="753693"/>
                  </a:cubicBezTo>
                  <a:lnTo>
                    <a:pt x="409389" y="753693"/>
                  </a:lnTo>
                  <a:cubicBezTo>
                    <a:pt x="409389" y="753693"/>
                    <a:pt x="409389" y="753693"/>
                    <a:pt x="409389" y="753693"/>
                  </a:cubicBezTo>
                  <a:cubicBezTo>
                    <a:pt x="410627" y="754360"/>
                    <a:pt x="411961" y="754836"/>
                    <a:pt x="413294" y="755217"/>
                  </a:cubicBezTo>
                  <a:cubicBezTo>
                    <a:pt x="413485" y="755312"/>
                    <a:pt x="413675" y="755312"/>
                    <a:pt x="413770" y="755408"/>
                  </a:cubicBezTo>
                  <a:cubicBezTo>
                    <a:pt x="415199" y="755789"/>
                    <a:pt x="416628" y="756074"/>
                    <a:pt x="418152" y="756074"/>
                  </a:cubicBezTo>
                  <a:cubicBezTo>
                    <a:pt x="423486" y="756265"/>
                    <a:pt x="427772" y="754360"/>
                    <a:pt x="430535" y="751217"/>
                  </a:cubicBezTo>
                  <a:cubicBezTo>
                    <a:pt x="433297" y="751883"/>
                    <a:pt x="436249" y="752645"/>
                    <a:pt x="439012" y="753312"/>
                  </a:cubicBezTo>
                  <a:cubicBezTo>
                    <a:pt x="464253" y="758741"/>
                    <a:pt x="487113" y="761123"/>
                    <a:pt x="506258" y="760837"/>
                  </a:cubicBezTo>
                  <a:cubicBezTo>
                    <a:pt x="525880" y="760456"/>
                    <a:pt x="542263" y="757789"/>
                    <a:pt x="555312" y="752836"/>
                  </a:cubicBezTo>
                  <a:cubicBezTo>
                    <a:pt x="558551" y="756265"/>
                    <a:pt x="563123" y="758932"/>
                    <a:pt x="567885" y="759980"/>
                  </a:cubicBezTo>
                  <a:cubicBezTo>
                    <a:pt x="573886" y="761218"/>
                    <a:pt x="578839" y="759789"/>
                    <a:pt x="581411" y="756646"/>
                  </a:cubicBezTo>
                  <a:cubicBezTo>
                    <a:pt x="581411" y="756646"/>
                    <a:pt x="581411" y="756646"/>
                    <a:pt x="581411" y="756646"/>
                  </a:cubicBezTo>
                  <a:cubicBezTo>
                    <a:pt x="581411" y="756646"/>
                    <a:pt x="581411" y="756551"/>
                    <a:pt x="581411" y="756551"/>
                  </a:cubicBezTo>
                  <a:cubicBezTo>
                    <a:pt x="581982" y="755884"/>
                    <a:pt x="582363" y="755122"/>
                    <a:pt x="582649" y="754265"/>
                  </a:cubicBezTo>
                  <a:cubicBezTo>
                    <a:pt x="582744" y="754074"/>
                    <a:pt x="582744" y="753979"/>
                    <a:pt x="582839" y="753788"/>
                  </a:cubicBezTo>
                  <a:cubicBezTo>
                    <a:pt x="583125" y="752836"/>
                    <a:pt x="583220" y="751883"/>
                    <a:pt x="583220" y="750740"/>
                  </a:cubicBezTo>
                  <a:cubicBezTo>
                    <a:pt x="582935" y="746835"/>
                    <a:pt x="580553" y="742739"/>
                    <a:pt x="577029" y="739406"/>
                  </a:cubicBezTo>
                  <a:cubicBezTo>
                    <a:pt x="579315" y="737120"/>
                    <a:pt x="581315" y="734738"/>
                    <a:pt x="583030" y="732167"/>
                  </a:cubicBezTo>
                  <a:cubicBezTo>
                    <a:pt x="596936" y="712545"/>
                    <a:pt x="593888" y="683399"/>
                    <a:pt x="577696" y="647299"/>
                  </a:cubicBezTo>
                  <a:cubicBezTo>
                    <a:pt x="570361" y="631106"/>
                    <a:pt x="559884" y="613676"/>
                    <a:pt x="546740" y="595483"/>
                  </a:cubicBezTo>
                  <a:cubicBezTo>
                    <a:pt x="549597" y="592340"/>
                    <a:pt x="550645" y="587958"/>
                    <a:pt x="549883" y="583577"/>
                  </a:cubicBezTo>
                  <a:cubicBezTo>
                    <a:pt x="549502" y="581481"/>
                    <a:pt x="548740" y="579386"/>
                    <a:pt x="547597" y="577385"/>
                  </a:cubicBezTo>
                  <a:cubicBezTo>
                    <a:pt x="547025" y="576338"/>
                    <a:pt x="546359" y="575385"/>
                    <a:pt x="545501" y="574433"/>
                  </a:cubicBezTo>
                  <a:cubicBezTo>
                    <a:pt x="544739" y="573480"/>
                    <a:pt x="543882" y="572623"/>
                    <a:pt x="542930" y="571861"/>
                  </a:cubicBezTo>
                  <a:cubicBezTo>
                    <a:pt x="540263" y="569575"/>
                    <a:pt x="537024" y="568051"/>
                    <a:pt x="533881" y="567479"/>
                  </a:cubicBezTo>
                  <a:cubicBezTo>
                    <a:pt x="530928" y="566908"/>
                    <a:pt x="527975" y="567194"/>
                    <a:pt x="525308" y="568241"/>
                  </a:cubicBezTo>
                  <a:cubicBezTo>
                    <a:pt x="514069" y="555002"/>
                    <a:pt x="501401" y="541667"/>
                    <a:pt x="487208" y="528522"/>
                  </a:cubicBezTo>
                  <a:cubicBezTo>
                    <a:pt x="481969" y="523664"/>
                    <a:pt x="476540" y="519092"/>
                    <a:pt x="471016" y="514616"/>
                  </a:cubicBezTo>
                  <a:cubicBezTo>
                    <a:pt x="471016" y="514616"/>
                    <a:pt x="471016" y="514616"/>
                    <a:pt x="471016" y="514616"/>
                  </a:cubicBezTo>
                  <a:cubicBezTo>
                    <a:pt x="471016" y="514616"/>
                    <a:pt x="471016" y="514616"/>
                    <a:pt x="471016" y="514616"/>
                  </a:cubicBezTo>
                  <a:cubicBezTo>
                    <a:pt x="468539" y="512615"/>
                    <a:pt x="466158" y="510710"/>
                    <a:pt x="463586" y="508805"/>
                  </a:cubicBezTo>
                  <a:cubicBezTo>
                    <a:pt x="464158" y="508139"/>
                    <a:pt x="464729" y="507377"/>
                    <a:pt x="465301" y="506615"/>
                  </a:cubicBezTo>
                  <a:cubicBezTo>
                    <a:pt x="467110" y="503567"/>
                    <a:pt x="467873" y="500138"/>
                    <a:pt x="467777" y="496804"/>
                  </a:cubicBezTo>
                  <a:cubicBezTo>
                    <a:pt x="467587" y="493470"/>
                    <a:pt x="466444" y="490136"/>
                    <a:pt x="464443" y="487279"/>
                  </a:cubicBezTo>
                  <a:cubicBezTo>
                    <a:pt x="463110" y="485374"/>
                    <a:pt x="461395" y="483755"/>
                    <a:pt x="459300" y="482421"/>
                  </a:cubicBezTo>
                  <a:cubicBezTo>
                    <a:pt x="456157" y="480421"/>
                    <a:pt x="452728" y="479564"/>
                    <a:pt x="449299" y="479754"/>
                  </a:cubicBezTo>
                  <a:cubicBezTo>
                    <a:pt x="446632" y="479849"/>
                    <a:pt x="443965" y="480707"/>
                    <a:pt x="441584" y="481945"/>
                  </a:cubicBezTo>
                  <a:cubicBezTo>
                    <a:pt x="439964" y="482802"/>
                    <a:pt x="438345" y="483945"/>
                    <a:pt x="437011" y="485374"/>
                  </a:cubicBezTo>
                  <a:cubicBezTo>
                    <a:pt x="436154" y="486231"/>
                    <a:pt x="435488" y="487184"/>
                    <a:pt x="434821" y="488231"/>
                  </a:cubicBezTo>
                  <a:cubicBezTo>
                    <a:pt x="434535" y="488708"/>
                    <a:pt x="434440" y="489184"/>
                    <a:pt x="434154" y="489660"/>
                  </a:cubicBezTo>
                  <a:cubicBezTo>
                    <a:pt x="420248" y="481945"/>
                    <a:pt x="405769" y="475563"/>
                    <a:pt x="390815" y="470896"/>
                  </a:cubicBezTo>
                  <a:cubicBezTo>
                    <a:pt x="379195" y="467276"/>
                    <a:pt x="367193" y="464609"/>
                    <a:pt x="355001" y="462895"/>
                  </a:cubicBezTo>
                  <a:cubicBezTo>
                    <a:pt x="355097" y="462800"/>
                    <a:pt x="355097" y="462704"/>
                    <a:pt x="355192" y="462704"/>
                  </a:cubicBezTo>
                  <a:cubicBezTo>
                    <a:pt x="357192" y="459180"/>
                    <a:pt x="358144" y="455465"/>
                    <a:pt x="357954" y="451846"/>
                  </a:cubicBezTo>
                  <a:cubicBezTo>
                    <a:pt x="357764" y="446988"/>
                    <a:pt x="355763" y="442511"/>
                    <a:pt x="352239" y="439368"/>
                  </a:cubicBezTo>
                  <a:cubicBezTo>
                    <a:pt x="351382" y="438606"/>
                    <a:pt x="350334" y="437939"/>
                    <a:pt x="349286" y="437368"/>
                  </a:cubicBezTo>
                  <a:cubicBezTo>
                    <a:pt x="347095" y="436225"/>
                    <a:pt x="344714" y="435558"/>
                    <a:pt x="342333" y="435463"/>
                  </a:cubicBezTo>
                  <a:cubicBezTo>
                    <a:pt x="339952" y="435368"/>
                    <a:pt x="337475" y="435749"/>
                    <a:pt x="335094" y="436606"/>
                  </a:cubicBezTo>
                  <a:cubicBezTo>
                    <a:pt x="333951" y="436987"/>
                    <a:pt x="332713" y="437558"/>
                    <a:pt x="331665" y="438225"/>
                  </a:cubicBezTo>
                  <a:cubicBezTo>
                    <a:pt x="329379" y="439463"/>
                    <a:pt x="327379" y="441178"/>
                    <a:pt x="325569" y="443273"/>
                  </a:cubicBezTo>
                  <a:cubicBezTo>
                    <a:pt x="324712" y="444321"/>
                    <a:pt x="323855" y="445464"/>
                    <a:pt x="323188" y="446607"/>
                  </a:cubicBezTo>
                  <a:cubicBezTo>
                    <a:pt x="322426" y="448036"/>
                    <a:pt x="321854" y="449560"/>
                    <a:pt x="321378" y="450989"/>
                  </a:cubicBezTo>
                  <a:cubicBezTo>
                    <a:pt x="321283" y="451370"/>
                    <a:pt x="321188" y="451655"/>
                    <a:pt x="321188" y="451941"/>
                  </a:cubicBezTo>
                  <a:cubicBezTo>
                    <a:pt x="320806" y="453370"/>
                    <a:pt x="320616" y="454703"/>
                    <a:pt x="320616" y="456132"/>
                  </a:cubicBezTo>
                  <a:cubicBezTo>
                    <a:pt x="320616" y="456132"/>
                    <a:pt x="320616" y="456132"/>
                    <a:pt x="320616" y="456132"/>
                  </a:cubicBezTo>
                  <a:lnTo>
                    <a:pt x="320616" y="456132"/>
                  </a:lnTo>
                  <a:cubicBezTo>
                    <a:pt x="320616" y="457751"/>
                    <a:pt x="320711" y="459371"/>
                    <a:pt x="320997" y="460799"/>
                  </a:cubicBezTo>
                  <a:cubicBezTo>
                    <a:pt x="313568" y="460990"/>
                    <a:pt x="306138" y="461561"/>
                    <a:pt x="298518" y="462419"/>
                  </a:cubicBezTo>
                  <a:cubicBezTo>
                    <a:pt x="299470" y="459085"/>
                    <a:pt x="299852" y="455656"/>
                    <a:pt x="299089" y="452227"/>
                  </a:cubicBezTo>
                  <a:cubicBezTo>
                    <a:pt x="298804" y="450703"/>
                    <a:pt x="298232" y="449274"/>
                    <a:pt x="297565" y="447941"/>
                  </a:cubicBezTo>
                  <a:cubicBezTo>
                    <a:pt x="297470" y="447750"/>
                    <a:pt x="297375" y="447655"/>
                    <a:pt x="297280" y="447560"/>
                  </a:cubicBezTo>
                  <a:cubicBezTo>
                    <a:pt x="294803" y="443083"/>
                    <a:pt x="290517" y="440130"/>
                    <a:pt x="285373" y="439559"/>
                  </a:cubicBezTo>
                  <a:cubicBezTo>
                    <a:pt x="296613" y="405840"/>
                    <a:pt x="316330" y="372979"/>
                    <a:pt x="344048" y="344880"/>
                  </a:cubicBezTo>
                  <a:cubicBezTo>
                    <a:pt x="354525" y="334498"/>
                    <a:pt x="365764" y="325354"/>
                    <a:pt x="377385" y="317258"/>
                  </a:cubicBezTo>
                  <a:cubicBezTo>
                    <a:pt x="378623" y="321830"/>
                    <a:pt x="381862" y="325640"/>
                    <a:pt x="386529" y="327449"/>
                  </a:cubicBezTo>
                  <a:cubicBezTo>
                    <a:pt x="394244" y="330402"/>
                    <a:pt x="403864" y="327830"/>
                    <a:pt x="410151" y="321258"/>
                  </a:cubicBezTo>
                  <a:cubicBezTo>
                    <a:pt x="410246" y="321163"/>
                    <a:pt x="410342" y="321068"/>
                    <a:pt x="410437" y="320972"/>
                  </a:cubicBezTo>
                  <a:cubicBezTo>
                    <a:pt x="411580" y="319734"/>
                    <a:pt x="412723" y="318305"/>
                    <a:pt x="413580" y="316781"/>
                  </a:cubicBezTo>
                  <a:cubicBezTo>
                    <a:pt x="417676" y="309733"/>
                    <a:pt x="417390" y="301827"/>
                    <a:pt x="413485" y="296398"/>
                  </a:cubicBezTo>
                  <a:cubicBezTo>
                    <a:pt x="419200" y="293731"/>
                    <a:pt x="425010" y="291254"/>
                    <a:pt x="430820" y="289064"/>
                  </a:cubicBezTo>
                  <a:cubicBezTo>
                    <a:pt x="433392" y="288111"/>
                    <a:pt x="435964" y="287254"/>
                    <a:pt x="438726" y="286301"/>
                  </a:cubicBezTo>
                  <a:cubicBezTo>
                    <a:pt x="440917" y="285539"/>
                    <a:pt x="443203" y="284777"/>
                    <a:pt x="445393" y="284111"/>
                  </a:cubicBezTo>
                  <a:cubicBezTo>
                    <a:pt x="451585" y="282301"/>
                    <a:pt x="458062" y="280586"/>
                    <a:pt x="464634" y="279158"/>
                  </a:cubicBezTo>
                  <a:cubicBezTo>
                    <a:pt x="463301" y="286111"/>
                    <a:pt x="462253" y="292969"/>
                    <a:pt x="461491" y="299732"/>
                  </a:cubicBezTo>
                  <a:cubicBezTo>
                    <a:pt x="456061" y="298970"/>
                    <a:pt x="450061" y="300494"/>
                    <a:pt x="445013" y="304399"/>
                  </a:cubicBezTo>
                  <a:cubicBezTo>
                    <a:pt x="438917" y="309066"/>
                    <a:pt x="436249" y="316210"/>
                    <a:pt x="437011" y="322592"/>
                  </a:cubicBezTo>
                  <a:lnTo>
                    <a:pt x="437011" y="322592"/>
                  </a:lnTo>
                  <a:cubicBezTo>
                    <a:pt x="437011" y="322592"/>
                    <a:pt x="437011" y="322592"/>
                    <a:pt x="437011" y="322592"/>
                  </a:cubicBezTo>
                  <a:cubicBezTo>
                    <a:pt x="437202" y="324020"/>
                    <a:pt x="437583" y="325449"/>
                    <a:pt x="438059" y="326783"/>
                  </a:cubicBezTo>
                  <a:cubicBezTo>
                    <a:pt x="438155" y="326973"/>
                    <a:pt x="438155" y="327164"/>
                    <a:pt x="438250" y="327354"/>
                  </a:cubicBezTo>
                  <a:cubicBezTo>
                    <a:pt x="438821" y="328688"/>
                    <a:pt x="439583" y="330021"/>
                    <a:pt x="440536" y="331164"/>
                  </a:cubicBezTo>
                  <a:cubicBezTo>
                    <a:pt x="441298" y="332117"/>
                    <a:pt x="442250" y="332974"/>
                    <a:pt x="443203" y="333641"/>
                  </a:cubicBezTo>
                  <a:cubicBezTo>
                    <a:pt x="446060" y="335736"/>
                    <a:pt x="449489" y="336879"/>
                    <a:pt x="453109" y="336974"/>
                  </a:cubicBezTo>
                  <a:cubicBezTo>
                    <a:pt x="455395" y="337070"/>
                    <a:pt x="457681" y="336689"/>
                    <a:pt x="459967" y="335927"/>
                  </a:cubicBezTo>
                  <a:cubicBezTo>
                    <a:pt x="459967" y="336117"/>
                    <a:pt x="459967" y="336308"/>
                    <a:pt x="459967" y="336498"/>
                  </a:cubicBezTo>
                  <a:cubicBezTo>
                    <a:pt x="461014" y="355548"/>
                    <a:pt x="464443" y="374027"/>
                    <a:pt x="469968" y="391648"/>
                  </a:cubicBezTo>
                  <a:cubicBezTo>
                    <a:pt x="473016" y="401554"/>
                    <a:pt x="476921" y="411269"/>
                    <a:pt x="481398" y="420699"/>
                  </a:cubicBezTo>
                  <a:cubicBezTo>
                    <a:pt x="476731" y="425176"/>
                    <a:pt x="475111" y="431653"/>
                    <a:pt x="476445" y="437463"/>
                  </a:cubicBezTo>
                  <a:cubicBezTo>
                    <a:pt x="476445" y="437463"/>
                    <a:pt x="476445" y="437463"/>
                    <a:pt x="476445" y="437463"/>
                  </a:cubicBezTo>
                  <a:cubicBezTo>
                    <a:pt x="476445" y="437463"/>
                    <a:pt x="476445" y="437463"/>
                    <a:pt x="476445" y="437463"/>
                  </a:cubicBezTo>
                  <a:cubicBezTo>
                    <a:pt x="476731" y="438797"/>
                    <a:pt x="477207" y="440130"/>
                    <a:pt x="477874" y="441368"/>
                  </a:cubicBezTo>
                  <a:cubicBezTo>
                    <a:pt x="477969" y="441559"/>
                    <a:pt x="478064" y="441749"/>
                    <a:pt x="478160" y="441940"/>
                  </a:cubicBezTo>
                  <a:cubicBezTo>
                    <a:pt x="478826" y="443273"/>
                    <a:pt x="479684" y="444512"/>
                    <a:pt x="480731" y="445559"/>
                  </a:cubicBezTo>
                  <a:cubicBezTo>
                    <a:pt x="480731" y="445559"/>
                    <a:pt x="480731" y="445559"/>
                    <a:pt x="480731" y="445559"/>
                  </a:cubicBezTo>
                  <a:cubicBezTo>
                    <a:pt x="482446" y="447369"/>
                    <a:pt x="484446" y="448703"/>
                    <a:pt x="486542" y="449655"/>
                  </a:cubicBezTo>
                  <a:cubicBezTo>
                    <a:pt x="490256" y="451274"/>
                    <a:pt x="494352" y="451560"/>
                    <a:pt x="498257" y="450512"/>
                  </a:cubicBezTo>
                  <a:cubicBezTo>
                    <a:pt x="506449" y="462990"/>
                    <a:pt x="515688" y="474896"/>
                    <a:pt x="526070" y="486231"/>
                  </a:cubicBezTo>
                  <a:cubicBezTo>
                    <a:pt x="526070" y="486231"/>
                    <a:pt x="526070" y="486231"/>
                    <a:pt x="526070" y="486231"/>
                  </a:cubicBezTo>
                  <a:lnTo>
                    <a:pt x="527690" y="488041"/>
                  </a:lnTo>
                  <a:cubicBezTo>
                    <a:pt x="539215" y="500519"/>
                    <a:pt x="550740" y="511377"/>
                    <a:pt x="562075" y="521093"/>
                  </a:cubicBezTo>
                  <a:cubicBezTo>
                    <a:pt x="561503" y="526046"/>
                    <a:pt x="563313" y="531094"/>
                    <a:pt x="566647" y="534999"/>
                  </a:cubicBezTo>
                  <a:lnTo>
                    <a:pt x="566647" y="534999"/>
                  </a:lnTo>
                  <a:cubicBezTo>
                    <a:pt x="566647" y="534999"/>
                    <a:pt x="566647" y="534999"/>
                    <a:pt x="566647" y="534999"/>
                  </a:cubicBezTo>
                  <a:cubicBezTo>
                    <a:pt x="567504" y="536047"/>
                    <a:pt x="568552" y="537095"/>
                    <a:pt x="569695" y="537952"/>
                  </a:cubicBezTo>
                  <a:cubicBezTo>
                    <a:pt x="569790" y="538047"/>
                    <a:pt x="569981" y="538142"/>
                    <a:pt x="570076" y="538333"/>
                  </a:cubicBezTo>
                  <a:cubicBezTo>
                    <a:pt x="571219" y="539190"/>
                    <a:pt x="572457" y="540047"/>
                    <a:pt x="573886" y="540619"/>
                  </a:cubicBezTo>
                  <a:cubicBezTo>
                    <a:pt x="578172" y="542619"/>
                    <a:pt x="582553" y="542714"/>
                    <a:pt x="586173" y="541286"/>
                  </a:cubicBezTo>
                  <a:cubicBezTo>
                    <a:pt x="586554" y="541190"/>
                    <a:pt x="586840" y="540905"/>
                    <a:pt x="587221" y="540809"/>
                  </a:cubicBezTo>
                  <a:cubicBezTo>
                    <a:pt x="589602" y="542524"/>
                    <a:pt x="591983" y="544334"/>
                    <a:pt x="594269" y="545953"/>
                  </a:cubicBezTo>
                  <a:cubicBezTo>
                    <a:pt x="615701" y="560812"/>
                    <a:pt x="635703" y="571480"/>
                    <a:pt x="653515" y="578433"/>
                  </a:cubicBezTo>
                  <a:cubicBezTo>
                    <a:pt x="671422" y="585482"/>
                    <a:pt x="687614" y="589577"/>
                    <a:pt x="701140" y="589673"/>
                  </a:cubicBezTo>
                  <a:cubicBezTo>
                    <a:pt x="701426" y="589673"/>
                    <a:pt x="701711" y="589673"/>
                    <a:pt x="701902" y="589673"/>
                  </a:cubicBezTo>
                  <a:cubicBezTo>
                    <a:pt x="703616" y="594054"/>
                    <a:pt x="706760" y="598245"/>
                    <a:pt x="710855" y="601103"/>
                  </a:cubicBezTo>
                  <a:cubicBezTo>
                    <a:pt x="717142" y="605484"/>
                    <a:pt x="723619" y="605484"/>
                    <a:pt x="726952" y="601484"/>
                  </a:cubicBezTo>
                  <a:cubicBezTo>
                    <a:pt x="727048" y="601388"/>
                    <a:pt x="727143" y="601293"/>
                    <a:pt x="727143" y="601198"/>
                  </a:cubicBezTo>
                  <a:cubicBezTo>
                    <a:pt x="727715" y="600436"/>
                    <a:pt x="728286" y="599483"/>
                    <a:pt x="728667" y="598436"/>
                  </a:cubicBezTo>
                  <a:cubicBezTo>
                    <a:pt x="728953" y="597578"/>
                    <a:pt x="729143" y="596626"/>
                    <a:pt x="729239" y="595673"/>
                  </a:cubicBezTo>
                  <a:cubicBezTo>
                    <a:pt x="729429" y="593768"/>
                    <a:pt x="729239" y="591673"/>
                    <a:pt x="728762" y="589577"/>
                  </a:cubicBezTo>
                  <a:cubicBezTo>
                    <a:pt x="728477" y="588244"/>
                    <a:pt x="727905" y="586815"/>
                    <a:pt x="727334" y="585482"/>
                  </a:cubicBezTo>
                  <a:cubicBezTo>
                    <a:pt x="730286" y="584243"/>
                    <a:pt x="733048" y="582910"/>
                    <a:pt x="735715" y="581195"/>
                  </a:cubicBezTo>
                  <a:cubicBezTo>
                    <a:pt x="745907" y="574718"/>
                    <a:pt x="752765" y="564146"/>
                    <a:pt x="757432" y="550906"/>
                  </a:cubicBezTo>
                  <a:cubicBezTo>
                    <a:pt x="759719" y="544143"/>
                    <a:pt x="761243" y="536428"/>
                    <a:pt x="762100" y="527951"/>
                  </a:cubicBezTo>
                  <a:cubicBezTo>
                    <a:pt x="763148" y="519664"/>
                    <a:pt x="763433" y="510520"/>
                    <a:pt x="763052" y="500614"/>
                  </a:cubicBezTo>
                  <a:cubicBezTo>
                    <a:pt x="762290" y="482707"/>
                    <a:pt x="759338" y="462514"/>
                    <a:pt x="754194" y="440892"/>
                  </a:cubicBezTo>
                  <a:cubicBezTo>
                    <a:pt x="760671" y="437939"/>
                    <a:pt x="763719" y="429557"/>
                    <a:pt x="761052" y="420985"/>
                  </a:cubicBezTo>
                  <a:cubicBezTo>
                    <a:pt x="760290" y="418604"/>
                    <a:pt x="759242" y="416508"/>
                    <a:pt x="757814" y="414698"/>
                  </a:cubicBezTo>
                  <a:cubicBezTo>
                    <a:pt x="757147" y="413746"/>
                    <a:pt x="756385" y="412984"/>
                    <a:pt x="755527" y="412222"/>
                  </a:cubicBezTo>
                  <a:cubicBezTo>
                    <a:pt x="752480" y="409364"/>
                    <a:pt x="748669" y="407745"/>
                    <a:pt x="744764" y="407650"/>
                  </a:cubicBezTo>
                  <a:cubicBezTo>
                    <a:pt x="739335" y="391172"/>
                    <a:pt x="732763" y="374027"/>
                    <a:pt x="724667" y="356310"/>
                  </a:cubicBezTo>
                  <a:cubicBezTo>
                    <a:pt x="721714" y="349833"/>
                    <a:pt x="718380" y="343547"/>
                    <a:pt x="715046" y="337355"/>
                  </a:cubicBezTo>
                  <a:cubicBezTo>
                    <a:pt x="715046" y="337355"/>
                    <a:pt x="715046" y="337355"/>
                    <a:pt x="715046" y="337260"/>
                  </a:cubicBezTo>
                  <a:cubicBezTo>
                    <a:pt x="715046" y="337260"/>
                    <a:pt x="715046" y="337260"/>
                    <a:pt x="715046" y="337260"/>
                  </a:cubicBezTo>
                  <a:cubicBezTo>
                    <a:pt x="713522" y="334498"/>
                    <a:pt x="711998" y="331736"/>
                    <a:pt x="710474" y="329069"/>
                  </a:cubicBezTo>
                  <a:cubicBezTo>
                    <a:pt x="711331" y="328688"/>
                    <a:pt x="712094" y="328211"/>
                    <a:pt x="712856" y="327640"/>
                  </a:cubicBezTo>
                  <a:cubicBezTo>
                    <a:pt x="720476" y="322020"/>
                    <a:pt x="722190" y="310876"/>
                    <a:pt x="716475" y="302875"/>
                  </a:cubicBezTo>
                  <a:cubicBezTo>
                    <a:pt x="715046" y="300875"/>
                    <a:pt x="713332" y="299255"/>
                    <a:pt x="711331" y="298017"/>
                  </a:cubicBezTo>
                  <a:cubicBezTo>
                    <a:pt x="706378" y="295064"/>
                    <a:pt x="700187" y="294588"/>
                    <a:pt x="694758" y="297065"/>
                  </a:cubicBezTo>
                  <a:cubicBezTo>
                    <a:pt x="693710" y="297541"/>
                    <a:pt x="692663" y="298208"/>
                    <a:pt x="691615" y="298874"/>
                  </a:cubicBezTo>
                  <a:cubicBezTo>
                    <a:pt x="691139" y="299160"/>
                    <a:pt x="690853" y="299541"/>
                    <a:pt x="690472" y="299922"/>
                  </a:cubicBezTo>
                  <a:cubicBezTo>
                    <a:pt x="680566" y="287444"/>
                    <a:pt x="669612" y="275919"/>
                    <a:pt x="657515" y="265918"/>
                  </a:cubicBezTo>
                  <a:cubicBezTo>
                    <a:pt x="648181" y="258107"/>
                    <a:pt x="638084" y="251249"/>
                    <a:pt x="627416" y="244963"/>
                  </a:cubicBezTo>
                  <a:cubicBezTo>
                    <a:pt x="627511" y="244868"/>
                    <a:pt x="627607" y="244868"/>
                    <a:pt x="627702" y="244772"/>
                  </a:cubicBezTo>
                  <a:cubicBezTo>
                    <a:pt x="636179" y="238200"/>
                    <a:pt x="638180" y="226580"/>
                    <a:pt x="631893" y="218960"/>
                  </a:cubicBezTo>
                  <a:cubicBezTo>
                    <a:pt x="628750" y="215150"/>
                    <a:pt x="624082" y="213149"/>
                    <a:pt x="619034" y="212864"/>
                  </a:cubicBezTo>
                  <a:cubicBezTo>
                    <a:pt x="617796" y="212768"/>
                    <a:pt x="616463" y="212864"/>
                    <a:pt x="615224" y="213054"/>
                  </a:cubicBezTo>
                  <a:cubicBezTo>
                    <a:pt x="611414" y="213530"/>
                    <a:pt x="607604" y="215054"/>
                    <a:pt x="604270" y="217626"/>
                  </a:cubicBezTo>
                  <a:cubicBezTo>
                    <a:pt x="602842" y="218674"/>
                    <a:pt x="601699" y="219912"/>
                    <a:pt x="600651" y="221150"/>
                  </a:cubicBezTo>
                  <a:cubicBezTo>
                    <a:pt x="600556" y="221246"/>
                    <a:pt x="600556" y="221246"/>
                    <a:pt x="600461" y="221341"/>
                  </a:cubicBezTo>
                  <a:cubicBezTo>
                    <a:pt x="599508" y="222484"/>
                    <a:pt x="598746" y="223817"/>
                    <a:pt x="598174" y="225056"/>
                  </a:cubicBezTo>
                  <a:cubicBezTo>
                    <a:pt x="598174" y="225151"/>
                    <a:pt x="598079" y="225151"/>
                    <a:pt x="598079" y="225246"/>
                  </a:cubicBezTo>
                  <a:cubicBezTo>
                    <a:pt x="598079" y="225246"/>
                    <a:pt x="598079" y="225246"/>
                    <a:pt x="598079" y="225246"/>
                  </a:cubicBezTo>
                  <a:cubicBezTo>
                    <a:pt x="597413" y="226675"/>
                    <a:pt x="596936" y="228199"/>
                    <a:pt x="596651" y="229818"/>
                  </a:cubicBezTo>
                  <a:cubicBezTo>
                    <a:pt x="589697" y="227151"/>
                    <a:pt x="582553" y="224865"/>
                    <a:pt x="575315" y="222865"/>
                  </a:cubicBezTo>
                  <a:cubicBezTo>
                    <a:pt x="577505" y="220198"/>
                    <a:pt x="579029" y="217055"/>
                    <a:pt x="579696" y="213626"/>
                  </a:cubicBezTo>
                  <a:cubicBezTo>
                    <a:pt x="579982" y="212006"/>
                    <a:pt x="579982" y="210578"/>
                    <a:pt x="579886" y="209054"/>
                  </a:cubicBezTo>
                  <a:cubicBezTo>
                    <a:pt x="579886" y="208863"/>
                    <a:pt x="579886" y="208768"/>
                    <a:pt x="579791" y="208577"/>
                  </a:cubicBezTo>
                  <a:cubicBezTo>
                    <a:pt x="579220" y="203434"/>
                    <a:pt x="576362" y="199148"/>
                    <a:pt x="571886" y="196671"/>
                  </a:cubicBezTo>
                  <a:cubicBezTo>
                    <a:pt x="595127" y="169715"/>
                    <a:pt x="626083" y="147046"/>
                    <a:pt x="662564" y="131615"/>
                  </a:cubicBezTo>
                  <a:cubicBezTo>
                    <a:pt x="676184" y="125900"/>
                    <a:pt x="690091" y="121709"/>
                    <a:pt x="703997" y="118661"/>
                  </a:cubicBezTo>
                  <a:cubicBezTo>
                    <a:pt x="703426" y="123329"/>
                    <a:pt x="704855" y="127996"/>
                    <a:pt x="708474" y="131615"/>
                  </a:cubicBezTo>
                  <a:cubicBezTo>
                    <a:pt x="714475" y="137521"/>
                    <a:pt x="724286" y="138569"/>
                    <a:pt x="732572" y="135044"/>
                  </a:cubicBezTo>
                  <a:cubicBezTo>
                    <a:pt x="732763" y="134949"/>
                    <a:pt x="733048" y="134854"/>
                    <a:pt x="733239" y="134759"/>
                  </a:cubicBezTo>
                  <a:cubicBezTo>
                    <a:pt x="734763" y="133997"/>
                    <a:pt x="736287" y="133139"/>
                    <a:pt x="737716" y="132092"/>
                  </a:cubicBezTo>
                  <a:cubicBezTo>
                    <a:pt x="744193" y="127139"/>
                    <a:pt x="746955" y="119709"/>
                    <a:pt x="745431" y="113232"/>
                  </a:cubicBezTo>
                  <a:cubicBezTo>
                    <a:pt x="757718" y="112661"/>
                    <a:pt x="769815" y="113042"/>
                    <a:pt x="781531" y="114280"/>
                  </a:cubicBezTo>
                  <a:cubicBezTo>
                    <a:pt x="782674" y="114375"/>
                    <a:pt x="783912" y="114566"/>
                    <a:pt x="785055" y="114661"/>
                  </a:cubicBezTo>
                  <a:cubicBezTo>
                    <a:pt x="789913" y="115232"/>
                    <a:pt x="794675" y="115899"/>
                    <a:pt x="799343" y="116852"/>
                  </a:cubicBezTo>
                  <a:cubicBezTo>
                    <a:pt x="795437" y="122757"/>
                    <a:pt x="791913" y="128663"/>
                    <a:pt x="788484" y="134759"/>
                  </a:cubicBezTo>
                  <a:cubicBezTo>
                    <a:pt x="783817" y="131996"/>
                    <a:pt x="777721" y="131044"/>
                    <a:pt x="771530" y="132854"/>
                  </a:cubicBezTo>
                  <a:cubicBezTo>
                    <a:pt x="762386" y="135330"/>
                    <a:pt x="756480" y="142950"/>
                    <a:pt x="756385" y="150856"/>
                  </a:cubicBezTo>
                  <a:cubicBezTo>
                    <a:pt x="756385" y="150951"/>
                    <a:pt x="756385" y="151142"/>
                    <a:pt x="756385" y="151237"/>
                  </a:cubicBezTo>
                  <a:cubicBezTo>
                    <a:pt x="756385" y="152761"/>
                    <a:pt x="756575" y="154285"/>
                    <a:pt x="757052" y="155714"/>
                  </a:cubicBezTo>
                  <a:cubicBezTo>
                    <a:pt x="759242" y="162572"/>
                    <a:pt x="765719" y="166953"/>
                    <a:pt x="773244" y="167620"/>
                  </a:cubicBezTo>
                  <a:cubicBezTo>
                    <a:pt x="773149" y="167810"/>
                    <a:pt x="773053" y="168001"/>
                    <a:pt x="773053" y="168191"/>
                  </a:cubicBezTo>
                  <a:cubicBezTo>
                    <a:pt x="766577" y="185813"/>
                    <a:pt x="762767" y="204577"/>
                    <a:pt x="761052" y="222960"/>
                  </a:cubicBezTo>
                  <a:cubicBezTo>
                    <a:pt x="760099" y="233342"/>
                    <a:pt x="760004" y="243820"/>
                    <a:pt x="760481" y="254202"/>
                  </a:cubicBezTo>
                  <a:cubicBezTo>
                    <a:pt x="752956" y="256964"/>
                    <a:pt x="748669" y="264394"/>
                    <a:pt x="749241" y="271919"/>
                  </a:cubicBezTo>
                  <a:cubicBezTo>
                    <a:pt x="749241" y="272109"/>
                    <a:pt x="749241" y="272300"/>
                    <a:pt x="749241" y="272490"/>
                  </a:cubicBezTo>
                  <a:cubicBezTo>
                    <a:pt x="749431" y="273919"/>
                    <a:pt x="749717" y="275443"/>
                    <a:pt x="750194" y="276872"/>
                  </a:cubicBezTo>
                  <a:cubicBezTo>
                    <a:pt x="752670" y="283253"/>
                    <a:pt x="758194" y="287254"/>
                    <a:pt x="764481" y="288206"/>
                  </a:cubicBezTo>
                  <a:cubicBezTo>
                    <a:pt x="767339" y="303542"/>
                    <a:pt x="771625" y="318877"/>
                    <a:pt x="777244" y="334117"/>
                  </a:cubicBezTo>
                  <a:cubicBezTo>
                    <a:pt x="783150" y="349928"/>
                    <a:pt x="789627" y="364406"/>
                    <a:pt x="796390" y="377837"/>
                  </a:cubicBezTo>
                  <a:cubicBezTo>
                    <a:pt x="793913" y="382123"/>
                    <a:pt x="793627" y="387457"/>
                    <a:pt x="795247" y="392505"/>
                  </a:cubicBezTo>
                  <a:lnTo>
                    <a:pt x="795247" y="392505"/>
                  </a:lnTo>
                  <a:cubicBezTo>
                    <a:pt x="795247" y="392505"/>
                    <a:pt x="795247" y="392505"/>
                    <a:pt x="795247" y="392505"/>
                  </a:cubicBezTo>
                  <a:cubicBezTo>
                    <a:pt x="795628" y="393839"/>
                    <a:pt x="796199" y="395172"/>
                    <a:pt x="796961" y="396410"/>
                  </a:cubicBezTo>
                  <a:cubicBezTo>
                    <a:pt x="797056" y="396601"/>
                    <a:pt x="797152" y="396696"/>
                    <a:pt x="797247" y="396887"/>
                  </a:cubicBezTo>
                  <a:cubicBezTo>
                    <a:pt x="798009" y="398125"/>
                    <a:pt x="798866" y="399363"/>
                    <a:pt x="799819" y="400411"/>
                  </a:cubicBezTo>
                  <a:cubicBezTo>
                    <a:pt x="803343" y="404126"/>
                    <a:pt x="807820" y="405935"/>
                    <a:pt x="812011" y="405840"/>
                  </a:cubicBezTo>
                  <a:cubicBezTo>
                    <a:pt x="827441" y="431177"/>
                    <a:pt x="843634" y="451179"/>
                    <a:pt x="858683" y="465943"/>
                  </a:cubicBezTo>
                  <a:cubicBezTo>
                    <a:pt x="872590" y="479659"/>
                    <a:pt x="885830" y="489279"/>
                    <a:pt x="898212" y="494613"/>
                  </a:cubicBezTo>
                  <a:cubicBezTo>
                    <a:pt x="898498" y="494708"/>
                    <a:pt x="898784" y="494804"/>
                    <a:pt x="899069" y="494994"/>
                  </a:cubicBezTo>
                  <a:cubicBezTo>
                    <a:pt x="898974" y="499661"/>
                    <a:pt x="900212" y="504710"/>
                    <a:pt x="902879" y="508996"/>
                  </a:cubicBezTo>
                  <a:cubicBezTo>
                    <a:pt x="906308" y="514330"/>
                    <a:pt x="910785" y="516902"/>
                    <a:pt x="914881" y="516425"/>
                  </a:cubicBezTo>
                  <a:lnTo>
                    <a:pt x="914881" y="516425"/>
                  </a:lnTo>
                  <a:cubicBezTo>
                    <a:pt x="914881" y="516425"/>
                    <a:pt x="914881" y="516425"/>
                    <a:pt x="914881" y="516425"/>
                  </a:cubicBezTo>
                  <a:cubicBezTo>
                    <a:pt x="915833" y="516330"/>
                    <a:pt x="916690" y="516044"/>
                    <a:pt x="917548" y="515568"/>
                  </a:cubicBezTo>
                  <a:cubicBezTo>
                    <a:pt x="917643" y="515473"/>
                    <a:pt x="917738" y="515473"/>
                    <a:pt x="917929" y="515378"/>
                  </a:cubicBezTo>
                  <a:cubicBezTo>
                    <a:pt x="918786" y="514901"/>
                    <a:pt x="919643" y="514235"/>
                    <a:pt x="920310" y="513377"/>
                  </a:cubicBezTo>
                  <a:cubicBezTo>
                    <a:pt x="922882" y="510329"/>
                    <a:pt x="924025" y="505757"/>
                    <a:pt x="923834" y="500900"/>
                  </a:cubicBezTo>
                  <a:cubicBezTo>
                    <a:pt x="926977" y="500900"/>
                    <a:pt x="930216" y="500709"/>
                    <a:pt x="933264" y="500233"/>
                  </a:cubicBezTo>
                  <a:cubicBezTo>
                    <a:pt x="945170" y="498137"/>
                    <a:pt x="955457" y="490994"/>
                    <a:pt x="964887" y="480611"/>
                  </a:cubicBezTo>
                  <a:cubicBezTo>
                    <a:pt x="969554" y="475277"/>
                    <a:pt x="973936" y="468800"/>
                    <a:pt x="978031" y="461180"/>
                  </a:cubicBezTo>
                  <a:cubicBezTo>
                    <a:pt x="982127" y="453941"/>
                    <a:pt x="985937" y="445655"/>
                    <a:pt x="989461" y="436320"/>
                  </a:cubicBezTo>
                  <a:cubicBezTo>
                    <a:pt x="995748" y="419651"/>
                    <a:pt x="1000701" y="399744"/>
                    <a:pt x="1004225" y="377741"/>
                  </a:cubicBezTo>
                  <a:cubicBezTo>
                    <a:pt x="1004511" y="377741"/>
                    <a:pt x="1004892" y="377741"/>
                    <a:pt x="1005273" y="377741"/>
                  </a:cubicBezTo>
                  <a:cubicBezTo>
                    <a:pt x="1006226" y="377646"/>
                    <a:pt x="1007178" y="377360"/>
                    <a:pt x="1008035" y="377075"/>
                  </a:cubicBezTo>
                  <a:cubicBezTo>
                    <a:pt x="1009845" y="376408"/>
                    <a:pt x="1011464" y="375360"/>
                    <a:pt x="1012988" y="373931"/>
                  </a:cubicBezTo>
                  <a:cubicBezTo>
                    <a:pt x="1014512" y="372503"/>
                    <a:pt x="1015655" y="370788"/>
                    <a:pt x="1016513" y="368788"/>
                  </a:cubicBezTo>
                  <a:cubicBezTo>
                    <a:pt x="1017465" y="366788"/>
                    <a:pt x="1018036" y="364502"/>
                    <a:pt x="1018227" y="362025"/>
                  </a:cubicBezTo>
                  <a:cubicBezTo>
                    <a:pt x="1018989" y="353738"/>
                    <a:pt x="1014703" y="346309"/>
                    <a:pt x="1008321" y="343451"/>
                  </a:cubicBezTo>
                  <a:cubicBezTo>
                    <a:pt x="1009655" y="326116"/>
                    <a:pt x="1010226" y="307828"/>
                    <a:pt x="1009464" y="288397"/>
                  </a:cubicBezTo>
                  <a:cubicBezTo>
                    <a:pt x="1009178" y="281253"/>
                    <a:pt x="1008607" y="274205"/>
                    <a:pt x="1007845" y="267156"/>
                  </a:cubicBezTo>
                  <a:cubicBezTo>
                    <a:pt x="1007845" y="267156"/>
                    <a:pt x="1007845" y="267061"/>
                    <a:pt x="1007845" y="267061"/>
                  </a:cubicBezTo>
                  <a:cubicBezTo>
                    <a:pt x="1007845" y="267061"/>
                    <a:pt x="1007845" y="267061"/>
                    <a:pt x="1007845" y="267061"/>
                  </a:cubicBezTo>
                  <a:cubicBezTo>
                    <a:pt x="1007464" y="263918"/>
                    <a:pt x="1007178" y="260774"/>
                    <a:pt x="1006702" y="257726"/>
                  </a:cubicBezTo>
                  <a:cubicBezTo>
                    <a:pt x="1007654" y="257631"/>
                    <a:pt x="1008511" y="257631"/>
                    <a:pt x="1009464" y="257345"/>
                  </a:cubicBezTo>
                  <a:cubicBezTo>
                    <a:pt x="1018608" y="255059"/>
                    <a:pt x="1024514" y="245534"/>
                    <a:pt x="1022323" y="235914"/>
                  </a:cubicBezTo>
                  <a:cubicBezTo>
                    <a:pt x="1020227" y="226294"/>
                    <a:pt x="1010512" y="220388"/>
                    <a:pt x="1000892" y="222674"/>
                  </a:cubicBezTo>
                  <a:cubicBezTo>
                    <a:pt x="1000415" y="222770"/>
                    <a:pt x="999939" y="223055"/>
                    <a:pt x="999463" y="223151"/>
                  </a:cubicBezTo>
                  <a:cubicBezTo>
                    <a:pt x="995081" y="207815"/>
                    <a:pt x="989461" y="193052"/>
                    <a:pt x="982127" y="179240"/>
                  </a:cubicBezTo>
                  <a:cubicBezTo>
                    <a:pt x="976507" y="168477"/>
                    <a:pt x="969840" y="158190"/>
                    <a:pt x="962411" y="148284"/>
                  </a:cubicBezTo>
                  <a:cubicBezTo>
                    <a:pt x="962506" y="148284"/>
                    <a:pt x="962601" y="148284"/>
                    <a:pt x="962696" y="148189"/>
                  </a:cubicBezTo>
                  <a:cubicBezTo>
                    <a:pt x="973078" y="145331"/>
                    <a:pt x="979270" y="135425"/>
                    <a:pt x="976412" y="125996"/>
                  </a:cubicBezTo>
                  <a:cubicBezTo>
                    <a:pt x="976031" y="124853"/>
                    <a:pt x="975555" y="123710"/>
                    <a:pt x="974984" y="122662"/>
                  </a:cubicBezTo>
                  <a:cubicBezTo>
                    <a:pt x="973745" y="120566"/>
                    <a:pt x="972126" y="118757"/>
                    <a:pt x="970126" y="117328"/>
                  </a:cubicBezTo>
                  <a:cubicBezTo>
                    <a:pt x="965173" y="113708"/>
                    <a:pt x="958219" y="112280"/>
                    <a:pt x="951457" y="114089"/>
                  </a:cubicBezTo>
                  <a:cubicBezTo>
                    <a:pt x="949742" y="114470"/>
                    <a:pt x="948218" y="115137"/>
                    <a:pt x="946885" y="115899"/>
                  </a:cubicBezTo>
                  <a:cubicBezTo>
                    <a:pt x="946790" y="115994"/>
                    <a:pt x="946694" y="115994"/>
                    <a:pt x="946599" y="116090"/>
                  </a:cubicBezTo>
                  <a:cubicBezTo>
                    <a:pt x="945265" y="116852"/>
                    <a:pt x="944123" y="117709"/>
                    <a:pt x="942980" y="118661"/>
                  </a:cubicBezTo>
                  <a:cubicBezTo>
                    <a:pt x="942980" y="118661"/>
                    <a:pt x="942884" y="118661"/>
                    <a:pt x="942884" y="118757"/>
                  </a:cubicBezTo>
                  <a:cubicBezTo>
                    <a:pt x="942884" y="118757"/>
                    <a:pt x="942884" y="118757"/>
                    <a:pt x="942884" y="118757"/>
                  </a:cubicBezTo>
                  <a:cubicBezTo>
                    <a:pt x="941741" y="119900"/>
                    <a:pt x="940694" y="121043"/>
                    <a:pt x="939836" y="122376"/>
                  </a:cubicBezTo>
                  <a:cubicBezTo>
                    <a:pt x="934502" y="117233"/>
                    <a:pt x="928787" y="112375"/>
                    <a:pt x="922786" y="107803"/>
                  </a:cubicBezTo>
                  <a:cubicBezTo>
                    <a:pt x="925835" y="106184"/>
                    <a:pt x="928502" y="103898"/>
                    <a:pt x="930406" y="100945"/>
                  </a:cubicBezTo>
                  <a:cubicBezTo>
                    <a:pt x="931264" y="99611"/>
                    <a:pt x="931835" y="98183"/>
                    <a:pt x="932311" y="96754"/>
                  </a:cubicBezTo>
                  <a:cubicBezTo>
                    <a:pt x="932407" y="96563"/>
                    <a:pt x="932407" y="96468"/>
                    <a:pt x="932407" y="96278"/>
                  </a:cubicBezTo>
                  <a:cubicBezTo>
                    <a:pt x="933836" y="91325"/>
                    <a:pt x="932883" y="86276"/>
                    <a:pt x="929644" y="82276"/>
                  </a:cubicBezTo>
                  <a:cubicBezTo>
                    <a:pt x="961458" y="66369"/>
                    <a:pt x="998606" y="57320"/>
                    <a:pt x="1037944" y="56939"/>
                  </a:cubicBezTo>
                  <a:cubicBezTo>
                    <a:pt x="1052612" y="57130"/>
                    <a:pt x="1066995" y="58559"/>
                    <a:pt x="1080997" y="61035"/>
                  </a:cubicBezTo>
                  <a:cubicBezTo>
                    <a:pt x="1078711" y="65131"/>
                    <a:pt x="1078235" y="70084"/>
                    <a:pt x="1080235" y="74656"/>
                  </a:cubicBezTo>
                  <a:cubicBezTo>
                    <a:pt x="1082902" y="80752"/>
                    <a:pt x="1089188" y="85038"/>
                    <a:pt x="1096237" y="86467"/>
                  </a:cubicBezTo>
                  <a:cubicBezTo>
                    <a:pt x="1096237" y="86467"/>
                    <a:pt x="1096237" y="86467"/>
                    <a:pt x="1096237" y="86467"/>
                  </a:cubicBezTo>
                  <a:cubicBezTo>
                    <a:pt x="1096237" y="86467"/>
                    <a:pt x="1096237" y="86467"/>
                    <a:pt x="1096332" y="86467"/>
                  </a:cubicBezTo>
                  <a:cubicBezTo>
                    <a:pt x="1097856" y="86753"/>
                    <a:pt x="1099475" y="86943"/>
                    <a:pt x="1101095" y="86848"/>
                  </a:cubicBezTo>
                  <a:cubicBezTo>
                    <a:pt x="1101380" y="86848"/>
                    <a:pt x="1101666" y="86848"/>
                    <a:pt x="1101857" y="86848"/>
                  </a:cubicBezTo>
                  <a:cubicBezTo>
                    <a:pt x="1103571" y="86753"/>
                    <a:pt x="1105286" y="86562"/>
                    <a:pt x="1107000" y="86181"/>
                  </a:cubicBezTo>
                  <a:cubicBezTo>
                    <a:pt x="1114906" y="84086"/>
                    <a:pt x="1120335" y="78275"/>
                    <a:pt x="1121287" y="71608"/>
                  </a:cubicBezTo>
                  <a:cubicBezTo>
                    <a:pt x="1132432" y="75608"/>
                    <a:pt x="1143100" y="80371"/>
                    <a:pt x="1153101" y="85800"/>
                  </a:cubicBezTo>
                  <a:cubicBezTo>
                    <a:pt x="1154911" y="86848"/>
                    <a:pt x="1156816" y="87896"/>
                    <a:pt x="1158626" y="88943"/>
                  </a:cubicBezTo>
                  <a:cubicBezTo>
                    <a:pt x="1162340" y="91134"/>
                    <a:pt x="1166055" y="93325"/>
                    <a:pt x="1169579" y="95706"/>
                  </a:cubicBezTo>
                  <a:cubicBezTo>
                    <a:pt x="1163674" y="99611"/>
                    <a:pt x="1158149" y="103707"/>
                    <a:pt x="1152815" y="107993"/>
                  </a:cubicBezTo>
                  <a:cubicBezTo>
                    <a:pt x="1149577" y="103612"/>
                    <a:pt x="1144243" y="100373"/>
                    <a:pt x="1137861" y="99611"/>
                  </a:cubicBezTo>
                  <a:cubicBezTo>
                    <a:pt x="1130241" y="98754"/>
                    <a:pt x="1123288" y="101897"/>
                    <a:pt x="1119287" y="107041"/>
                  </a:cubicBezTo>
                  <a:cubicBezTo>
                    <a:pt x="1119287" y="107041"/>
                    <a:pt x="1119287" y="107041"/>
                    <a:pt x="1119287" y="107041"/>
                  </a:cubicBezTo>
                  <a:cubicBezTo>
                    <a:pt x="1119287" y="107041"/>
                    <a:pt x="1119287" y="107041"/>
                    <a:pt x="1119287" y="107041"/>
                  </a:cubicBezTo>
                  <a:cubicBezTo>
                    <a:pt x="1118430" y="108184"/>
                    <a:pt x="1117668" y="109422"/>
                    <a:pt x="1117096" y="110756"/>
                  </a:cubicBezTo>
                  <a:cubicBezTo>
                    <a:pt x="1117001" y="110946"/>
                    <a:pt x="1116906" y="111137"/>
                    <a:pt x="1116811" y="111327"/>
                  </a:cubicBezTo>
                  <a:cubicBezTo>
                    <a:pt x="1116239" y="112756"/>
                    <a:pt x="1115858" y="114185"/>
                    <a:pt x="1115763" y="115709"/>
                  </a:cubicBezTo>
                  <a:cubicBezTo>
                    <a:pt x="1115763" y="115709"/>
                    <a:pt x="1115763" y="115709"/>
                    <a:pt x="1115763" y="115709"/>
                  </a:cubicBezTo>
                  <a:cubicBezTo>
                    <a:pt x="1115192" y="122948"/>
                    <a:pt x="1119478" y="129425"/>
                    <a:pt x="1126145" y="132758"/>
                  </a:cubicBezTo>
                  <a:cubicBezTo>
                    <a:pt x="1126050" y="132949"/>
                    <a:pt x="1125860" y="133044"/>
                    <a:pt x="1125764" y="133139"/>
                  </a:cubicBezTo>
                  <a:cubicBezTo>
                    <a:pt x="1113096" y="147332"/>
                    <a:pt x="1102428" y="162762"/>
                    <a:pt x="1093855" y="179145"/>
                  </a:cubicBezTo>
                  <a:cubicBezTo>
                    <a:pt x="1088998" y="188289"/>
                    <a:pt x="1084902" y="197909"/>
                    <a:pt x="1081378" y="207720"/>
                  </a:cubicBezTo>
                  <a:cubicBezTo>
                    <a:pt x="1074901" y="207720"/>
                    <a:pt x="1069186" y="211054"/>
                    <a:pt x="1065947" y="216197"/>
                  </a:cubicBezTo>
                  <a:cubicBezTo>
                    <a:pt x="1065947" y="216197"/>
                    <a:pt x="1065947" y="216197"/>
                    <a:pt x="1065947" y="216197"/>
                  </a:cubicBezTo>
                  <a:cubicBezTo>
                    <a:pt x="1065947" y="216197"/>
                    <a:pt x="1065947" y="216197"/>
                    <a:pt x="1065947" y="216197"/>
                  </a:cubicBezTo>
                  <a:cubicBezTo>
                    <a:pt x="1065185" y="217340"/>
                    <a:pt x="1064614" y="218674"/>
                    <a:pt x="1064137" y="220007"/>
                  </a:cubicBezTo>
                  <a:cubicBezTo>
                    <a:pt x="1064042" y="220198"/>
                    <a:pt x="1064042" y="220388"/>
                    <a:pt x="1063947" y="220484"/>
                  </a:cubicBezTo>
                  <a:cubicBezTo>
                    <a:pt x="1063566" y="221912"/>
                    <a:pt x="1063185" y="223341"/>
                    <a:pt x="1063185" y="224865"/>
                  </a:cubicBezTo>
                  <a:cubicBezTo>
                    <a:pt x="1062995" y="231723"/>
                    <a:pt x="1066614" y="237629"/>
                    <a:pt x="1072043" y="240772"/>
                  </a:cubicBezTo>
                  <a:cubicBezTo>
                    <a:pt x="1068900" y="256107"/>
                    <a:pt x="1066900" y="272014"/>
                    <a:pt x="1066328" y="288111"/>
                  </a:cubicBezTo>
                  <a:cubicBezTo>
                    <a:pt x="1065661" y="305066"/>
                    <a:pt x="1066138" y="320877"/>
                    <a:pt x="1067281" y="335831"/>
                  </a:cubicBezTo>
                  <a:cubicBezTo>
                    <a:pt x="1062328" y="339737"/>
                    <a:pt x="1059946" y="346499"/>
                    <a:pt x="1060709" y="353072"/>
                  </a:cubicBezTo>
                  <a:cubicBezTo>
                    <a:pt x="1060709" y="353262"/>
                    <a:pt x="1060709" y="353453"/>
                    <a:pt x="1060804" y="353643"/>
                  </a:cubicBezTo>
                  <a:cubicBezTo>
                    <a:pt x="1060994" y="355072"/>
                    <a:pt x="1061280" y="356501"/>
                    <a:pt x="1061852" y="357929"/>
                  </a:cubicBezTo>
                  <a:cubicBezTo>
                    <a:pt x="1063757" y="362787"/>
                    <a:pt x="1067186" y="366121"/>
                    <a:pt x="1071186" y="367454"/>
                  </a:cubicBezTo>
                  <a:cubicBezTo>
                    <a:pt x="1071662" y="370312"/>
                    <a:pt x="1072043" y="373265"/>
                    <a:pt x="1072520" y="376027"/>
                  </a:cubicBezTo>
                  <a:cubicBezTo>
                    <a:pt x="1077187" y="401649"/>
                    <a:pt x="1083759" y="423461"/>
                    <a:pt x="1091474" y="440987"/>
                  </a:cubicBezTo>
                  <a:cubicBezTo>
                    <a:pt x="1099380" y="458990"/>
                    <a:pt x="1108143" y="473087"/>
                    <a:pt x="1117763" y="483183"/>
                  </a:cubicBezTo>
                  <a:cubicBezTo>
                    <a:pt x="1115858" y="487469"/>
                    <a:pt x="1115192" y="492708"/>
                    <a:pt x="1116049" y="497566"/>
                  </a:cubicBezTo>
                  <a:cubicBezTo>
                    <a:pt x="1117192" y="503567"/>
                    <a:pt x="1120430" y="507662"/>
                    <a:pt x="1124336" y="508710"/>
                  </a:cubicBezTo>
                  <a:cubicBezTo>
                    <a:pt x="1124336" y="508710"/>
                    <a:pt x="1124336" y="508710"/>
                    <a:pt x="1124336" y="508710"/>
                  </a:cubicBezTo>
                  <a:cubicBezTo>
                    <a:pt x="1124336" y="508710"/>
                    <a:pt x="1124431" y="508710"/>
                    <a:pt x="1124431" y="508710"/>
                  </a:cubicBezTo>
                  <a:cubicBezTo>
                    <a:pt x="1125288" y="508901"/>
                    <a:pt x="1126145" y="508996"/>
                    <a:pt x="1127003" y="508996"/>
                  </a:cubicBezTo>
                  <a:cubicBezTo>
                    <a:pt x="1127193" y="508996"/>
                    <a:pt x="1127384" y="508996"/>
                    <a:pt x="1127574" y="508996"/>
                  </a:cubicBezTo>
                  <a:cubicBezTo>
                    <a:pt x="1128527" y="508901"/>
                    <a:pt x="1129479" y="508615"/>
                    <a:pt x="1130527" y="508139"/>
                  </a:cubicBezTo>
                  <a:cubicBezTo>
                    <a:pt x="1134051" y="506424"/>
                    <a:pt x="1136909" y="502614"/>
                    <a:pt x="1138623" y="498042"/>
                  </a:cubicBezTo>
                  <a:cubicBezTo>
                    <a:pt x="1141576" y="499280"/>
                    <a:pt x="1144528" y="500233"/>
                    <a:pt x="1147577" y="500804"/>
                  </a:cubicBezTo>
                  <a:cubicBezTo>
                    <a:pt x="1171008" y="505948"/>
                    <a:pt x="1196535" y="492137"/>
                    <a:pt x="1223681" y="463181"/>
                  </a:cubicBezTo>
                  <a:cubicBezTo>
                    <a:pt x="1235683" y="450227"/>
                    <a:pt x="1247875" y="433844"/>
                    <a:pt x="1259591" y="414794"/>
                  </a:cubicBezTo>
                  <a:cubicBezTo>
                    <a:pt x="1266353" y="416984"/>
                    <a:pt x="1274354" y="413460"/>
                    <a:pt x="1278545" y="405459"/>
                  </a:cubicBezTo>
                  <a:cubicBezTo>
                    <a:pt x="1280260" y="402221"/>
                    <a:pt x="1281022" y="398696"/>
                    <a:pt x="1280927" y="395363"/>
                  </a:cubicBezTo>
                  <a:cubicBezTo>
                    <a:pt x="1280927" y="394220"/>
                    <a:pt x="1280736" y="393172"/>
                    <a:pt x="1280545" y="392029"/>
                  </a:cubicBezTo>
                  <a:cubicBezTo>
                    <a:pt x="1279974" y="389076"/>
                    <a:pt x="1278545" y="386504"/>
                    <a:pt x="1276545" y="384504"/>
                  </a:cubicBezTo>
                  <a:cubicBezTo>
                    <a:pt x="1284451" y="368978"/>
                    <a:pt x="1291880" y="352214"/>
                    <a:pt x="1298738" y="334022"/>
                  </a:cubicBezTo>
                  <a:cubicBezTo>
                    <a:pt x="1302358" y="324306"/>
                    <a:pt x="1305406" y="314591"/>
                    <a:pt x="1307882" y="304780"/>
                  </a:cubicBezTo>
                  <a:cubicBezTo>
                    <a:pt x="1308740" y="305066"/>
                    <a:pt x="1309597" y="305351"/>
                    <a:pt x="1310549" y="305447"/>
                  </a:cubicBezTo>
                  <a:cubicBezTo>
                    <a:pt x="1319884" y="306971"/>
                    <a:pt x="1328933" y="300398"/>
                    <a:pt x="1330647" y="290683"/>
                  </a:cubicBezTo>
                  <a:cubicBezTo>
                    <a:pt x="1332361" y="281063"/>
                    <a:pt x="1325694" y="271633"/>
                    <a:pt x="1315883" y="270204"/>
                  </a:cubicBezTo>
                  <a:cubicBezTo>
                    <a:pt x="1315312" y="270109"/>
                    <a:pt x="1314836" y="270204"/>
                    <a:pt x="1314264" y="270204"/>
                  </a:cubicBezTo>
                  <a:cubicBezTo>
                    <a:pt x="1316074" y="254488"/>
                    <a:pt x="1316455" y="238676"/>
                    <a:pt x="1315026" y="222960"/>
                  </a:cubicBezTo>
                  <a:cubicBezTo>
                    <a:pt x="1313883" y="210863"/>
                    <a:pt x="1311787" y="198671"/>
                    <a:pt x="1308644" y="186670"/>
                  </a:cubicBezTo>
                  <a:cubicBezTo>
                    <a:pt x="1308740" y="186670"/>
                    <a:pt x="1308835" y="186765"/>
                    <a:pt x="1308930" y="186765"/>
                  </a:cubicBezTo>
                  <a:cubicBezTo>
                    <a:pt x="1319598" y="188194"/>
                    <a:pt x="1329123" y="181526"/>
                    <a:pt x="1330076" y="171620"/>
                  </a:cubicBezTo>
                  <a:cubicBezTo>
                    <a:pt x="1331028" y="161810"/>
                    <a:pt x="1322741" y="152285"/>
                    <a:pt x="1311597" y="150951"/>
                  </a:cubicBezTo>
                  <a:cubicBezTo>
                    <a:pt x="1309883" y="150761"/>
                    <a:pt x="1308263" y="150856"/>
                    <a:pt x="1306644" y="151046"/>
                  </a:cubicBezTo>
                  <a:cubicBezTo>
                    <a:pt x="1306453" y="151046"/>
                    <a:pt x="1306263" y="151142"/>
                    <a:pt x="1306168" y="151142"/>
                  </a:cubicBezTo>
                  <a:cubicBezTo>
                    <a:pt x="1304644" y="151332"/>
                    <a:pt x="1303120" y="151713"/>
                    <a:pt x="1301786" y="152285"/>
                  </a:cubicBezTo>
                  <a:cubicBezTo>
                    <a:pt x="1301786" y="152285"/>
                    <a:pt x="1301786" y="152285"/>
                    <a:pt x="1301786" y="152285"/>
                  </a:cubicBezTo>
                  <a:lnTo>
                    <a:pt x="1301786" y="152285"/>
                  </a:lnTo>
                  <a:cubicBezTo>
                    <a:pt x="1300262" y="152856"/>
                    <a:pt x="1298834" y="153618"/>
                    <a:pt x="1297595" y="154475"/>
                  </a:cubicBezTo>
                  <a:cubicBezTo>
                    <a:pt x="1294643" y="147713"/>
                    <a:pt x="1291118" y="140950"/>
                    <a:pt x="1287403" y="134282"/>
                  </a:cubicBezTo>
                  <a:cubicBezTo>
                    <a:pt x="1290833" y="133997"/>
                    <a:pt x="1294166" y="132949"/>
                    <a:pt x="1297024" y="130949"/>
                  </a:cubicBezTo>
                  <a:cubicBezTo>
                    <a:pt x="1298357" y="130091"/>
                    <a:pt x="1299405" y="128948"/>
                    <a:pt x="1300358" y="127901"/>
                  </a:cubicBezTo>
                  <a:cubicBezTo>
                    <a:pt x="1300453" y="127805"/>
                    <a:pt x="1300548" y="127615"/>
                    <a:pt x="1300643" y="127520"/>
                  </a:cubicBezTo>
                  <a:cubicBezTo>
                    <a:pt x="1303882" y="123519"/>
                    <a:pt x="1304834" y="118471"/>
                    <a:pt x="1303501" y="113518"/>
                  </a:cubicBezTo>
                  <a:cubicBezTo>
                    <a:pt x="1339029" y="111041"/>
                    <a:pt x="1377129" y="116280"/>
                    <a:pt x="1413610" y="131615"/>
                  </a:cubicBezTo>
                  <a:cubicBezTo>
                    <a:pt x="1427230" y="137426"/>
                    <a:pt x="1439994" y="144284"/>
                    <a:pt x="1451995" y="151904"/>
                  </a:cubicBezTo>
                  <a:cubicBezTo>
                    <a:pt x="1448281" y="154856"/>
                    <a:pt x="1445995" y="159143"/>
                    <a:pt x="1446090" y="164191"/>
                  </a:cubicBezTo>
                  <a:cubicBezTo>
                    <a:pt x="1446185" y="169239"/>
                    <a:pt x="1448471" y="174002"/>
                    <a:pt x="1452186" y="177716"/>
                  </a:cubicBezTo>
                  <a:cubicBezTo>
                    <a:pt x="1454567" y="180193"/>
                    <a:pt x="1457520" y="182193"/>
                    <a:pt x="1460759" y="183527"/>
                  </a:cubicBezTo>
                  <a:cubicBezTo>
                    <a:pt x="1460949" y="183622"/>
                    <a:pt x="1461140" y="183717"/>
                    <a:pt x="1461425" y="183812"/>
                  </a:cubicBezTo>
                  <a:cubicBezTo>
                    <a:pt x="1463045" y="184384"/>
                    <a:pt x="1464664" y="184955"/>
                    <a:pt x="1466474" y="185146"/>
                  </a:cubicBezTo>
                  <a:cubicBezTo>
                    <a:pt x="1474665" y="186289"/>
                    <a:pt x="1481809" y="182955"/>
                    <a:pt x="1485333" y="177240"/>
                  </a:cubicBezTo>
                  <a:cubicBezTo>
                    <a:pt x="1486286" y="178097"/>
                    <a:pt x="1487333" y="178955"/>
                    <a:pt x="1488286" y="179812"/>
                  </a:cubicBezTo>
                  <a:cubicBezTo>
                    <a:pt x="1488381" y="179907"/>
                    <a:pt x="1488381" y="179907"/>
                    <a:pt x="1488476" y="180002"/>
                  </a:cubicBezTo>
                  <a:cubicBezTo>
                    <a:pt x="1496001" y="187146"/>
                    <a:pt x="1502954" y="194671"/>
                    <a:pt x="1509241" y="202577"/>
                  </a:cubicBezTo>
                  <a:cubicBezTo>
                    <a:pt x="1510574" y="204291"/>
                    <a:pt x="1511908" y="206006"/>
                    <a:pt x="1513241" y="207815"/>
                  </a:cubicBezTo>
                  <a:cubicBezTo>
                    <a:pt x="1515813" y="211244"/>
                    <a:pt x="1518385" y="214673"/>
                    <a:pt x="1520671" y="218198"/>
                  </a:cubicBezTo>
                  <a:cubicBezTo>
                    <a:pt x="1513718" y="219531"/>
                    <a:pt x="1507050" y="221246"/>
                    <a:pt x="1500478" y="223055"/>
                  </a:cubicBezTo>
                  <a:cubicBezTo>
                    <a:pt x="1499144" y="217721"/>
                    <a:pt x="1495525" y="212768"/>
                    <a:pt x="1489905" y="209530"/>
                  </a:cubicBezTo>
                  <a:cubicBezTo>
                    <a:pt x="1483142" y="205910"/>
                    <a:pt x="1475522" y="206101"/>
                    <a:pt x="1469903" y="209244"/>
                  </a:cubicBezTo>
                  <a:cubicBezTo>
                    <a:pt x="1469903" y="209244"/>
                    <a:pt x="1469903" y="209244"/>
                    <a:pt x="1469903" y="209244"/>
                  </a:cubicBezTo>
                  <a:cubicBezTo>
                    <a:pt x="1469903" y="209244"/>
                    <a:pt x="1469903" y="209244"/>
                    <a:pt x="1469903" y="209244"/>
                  </a:cubicBezTo>
                  <a:cubicBezTo>
                    <a:pt x="1468664" y="209911"/>
                    <a:pt x="1467521" y="210768"/>
                    <a:pt x="1466474" y="211816"/>
                  </a:cubicBezTo>
                  <a:cubicBezTo>
                    <a:pt x="1466378" y="211911"/>
                    <a:pt x="1466188" y="212102"/>
                    <a:pt x="1466093" y="212197"/>
                  </a:cubicBezTo>
                  <a:cubicBezTo>
                    <a:pt x="1465045" y="213245"/>
                    <a:pt x="1464092" y="214483"/>
                    <a:pt x="1463426" y="215816"/>
                  </a:cubicBezTo>
                  <a:cubicBezTo>
                    <a:pt x="1460092" y="222293"/>
                    <a:pt x="1461616" y="229913"/>
                    <a:pt x="1466474" y="235628"/>
                  </a:cubicBezTo>
                  <a:cubicBezTo>
                    <a:pt x="1466283" y="235724"/>
                    <a:pt x="1466093" y="235819"/>
                    <a:pt x="1465902" y="235819"/>
                  </a:cubicBezTo>
                  <a:cubicBezTo>
                    <a:pt x="1448757" y="244010"/>
                    <a:pt x="1432945" y="254107"/>
                    <a:pt x="1418753" y="265918"/>
                  </a:cubicBezTo>
                  <a:cubicBezTo>
                    <a:pt x="1410752" y="272585"/>
                    <a:pt x="1403323" y="279824"/>
                    <a:pt x="1396274" y="287635"/>
                  </a:cubicBezTo>
                  <a:cubicBezTo>
                    <a:pt x="1390274" y="285158"/>
                    <a:pt x="1383701" y="286111"/>
                    <a:pt x="1378844" y="289540"/>
                  </a:cubicBezTo>
                  <a:cubicBezTo>
                    <a:pt x="1378844" y="289540"/>
                    <a:pt x="1378844" y="289540"/>
                    <a:pt x="1378844" y="289540"/>
                  </a:cubicBezTo>
                  <a:cubicBezTo>
                    <a:pt x="1378844" y="289540"/>
                    <a:pt x="1378844" y="289540"/>
                    <a:pt x="1378844" y="289540"/>
                  </a:cubicBezTo>
                  <a:cubicBezTo>
                    <a:pt x="1377701" y="290397"/>
                    <a:pt x="1376653" y="291254"/>
                    <a:pt x="1375700" y="292397"/>
                  </a:cubicBezTo>
                  <a:cubicBezTo>
                    <a:pt x="1375605" y="292493"/>
                    <a:pt x="1375510" y="292683"/>
                    <a:pt x="1375319" y="292778"/>
                  </a:cubicBezTo>
                  <a:cubicBezTo>
                    <a:pt x="1374367" y="293921"/>
                    <a:pt x="1373510" y="295160"/>
                    <a:pt x="1372938" y="296588"/>
                  </a:cubicBezTo>
                  <a:cubicBezTo>
                    <a:pt x="1370176" y="302780"/>
                    <a:pt x="1371224" y="309733"/>
                    <a:pt x="1375034" y="314686"/>
                  </a:cubicBezTo>
                  <a:cubicBezTo>
                    <a:pt x="1366175" y="327640"/>
                    <a:pt x="1358365" y="341546"/>
                    <a:pt x="1351602" y="356215"/>
                  </a:cubicBezTo>
                  <a:cubicBezTo>
                    <a:pt x="1344553" y="371645"/>
                    <a:pt x="1338838" y="386409"/>
                    <a:pt x="1334171" y="400601"/>
                  </a:cubicBezTo>
                  <a:cubicBezTo>
                    <a:pt x="1328170" y="402316"/>
                    <a:pt x="1323313" y="407555"/>
                    <a:pt x="1321503" y="414032"/>
                  </a:cubicBezTo>
                  <a:cubicBezTo>
                    <a:pt x="1321408" y="414222"/>
                    <a:pt x="1321408" y="414317"/>
                    <a:pt x="1321312" y="414508"/>
                  </a:cubicBezTo>
                  <a:cubicBezTo>
                    <a:pt x="1320932" y="415937"/>
                    <a:pt x="1320646" y="417365"/>
                    <a:pt x="1320646" y="418889"/>
                  </a:cubicBezTo>
                  <a:cubicBezTo>
                    <a:pt x="1320455" y="424223"/>
                    <a:pt x="1322360" y="428510"/>
                    <a:pt x="1325503" y="431272"/>
                  </a:cubicBezTo>
                  <a:cubicBezTo>
                    <a:pt x="1324837" y="434034"/>
                    <a:pt x="1324075" y="436987"/>
                    <a:pt x="1323408" y="439749"/>
                  </a:cubicBezTo>
                  <a:cubicBezTo>
                    <a:pt x="1317979" y="464990"/>
                    <a:pt x="1315597" y="487850"/>
                    <a:pt x="1315883" y="506996"/>
                  </a:cubicBezTo>
                  <a:cubicBezTo>
                    <a:pt x="1316264" y="526617"/>
                    <a:pt x="1318931" y="543000"/>
                    <a:pt x="1323884" y="556049"/>
                  </a:cubicBezTo>
                  <a:cubicBezTo>
                    <a:pt x="1320455" y="559288"/>
                    <a:pt x="1317788" y="563860"/>
                    <a:pt x="1316741" y="568622"/>
                  </a:cubicBezTo>
                  <a:cubicBezTo>
                    <a:pt x="1315502" y="574623"/>
                    <a:pt x="1316931" y="579576"/>
                    <a:pt x="1320074" y="582148"/>
                  </a:cubicBezTo>
                  <a:cubicBezTo>
                    <a:pt x="1320074" y="582148"/>
                    <a:pt x="1320074" y="582148"/>
                    <a:pt x="1320074" y="582148"/>
                  </a:cubicBezTo>
                  <a:cubicBezTo>
                    <a:pt x="1320074" y="582148"/>
                    <a:pt x="1320074" y="582148"/>
                    <a:pt x="1320170" y="582148"/>
                  </a:cubicBezTo>
                  <a:cubicBezTo>
                    <a:pt x="1320836" y="582719"/>
                    <a:pt x="1321598" y="583100"/>
                    <a:pt x="1322455" y="583386"/>
                  </a:cubicBezTo>
                  <a:cubicBezTo>
                    <a:pt x="1322646" y="583481"/>
                    <a:pt x="1322836" y="583481"/>
                    <a:pt x="1322932" y="583577"/>
                  </a:cubicBezTo>
                  <a:cubicBezTo>
                    <a:pt x="1323884" y="583862"/>
                    <a:pt x="1324837" y="583958"/>
                    <a:pt x="1325980" y="583958"/>
                  </a:cubicBezTo>
                  <a:cubicBezTo>
                    <a:pt x="1329885" y="583672"/>
                    <a:pt x="1333981" y="581291"/>
                    <a:pt x="1337315" y="577766"/>
                  </a:cubicBezTo>
                  <a:cubicBezTo>
                    <a:pt x="1339601" y="580052"/>
                    <a:pt x="1341982" y="582053"/>
                    <a:pt x="1344553" y="583767"/>
                  </a:cubicBezTo>
                  <a:cubicBezTo>
                    <a:pt x="1364175" y="597674"/>
                    <a:pt x="1393321" y="594626"/>
                    <a:pt x="1429421" y="578433"/>
                  </a:cubicBezTo>
                  <a:cubicBezTo>
                    <a:pt x="1445614" y="571099"/>
                    <a:pt x="1463140" y="560621"/>
                    <a:pt x="1481237" y="547477"/>
                  </a:cubicBezTo>
                  <a:cubicBezTo>
                    <a:pt x="1486571" y="552239"/>
                    <a:pt x="1495334" y="552049"/>
                    <a:pt x="1502287" y="546239"/>
                  </a:cubicBezTo>
                  <a:cubicBezTo>
                    <a:pt x="1508669" y="540905"/>
                    <a:pt x="1510955" y="532618"/>
                    <a:pt x="1508479" y="526046"/>
                  </a:cubicBezTo>
                  <a:cubicBezTo>
                    <a:pt x="1521719" y="514806"/>
                    <a:pt x="1535053" y="502138"/>
                    <a:pt x="1548198" y="487946"/>
                  </a:cubicBezTo>
                  <a:cubicBezTo>
                    <a:pt x="1553056" y="482707"/>
                    <a:pt x="1557628" y="477278"/>
                    <a:pt x="1562104" y="471753"/>
                  </a:cubicBezTo>
                  <a:cubicBezTo>
                    <a:pt x="1562104" y="471753"/>
                    <a:pt x="1562104" y="471753"/>
                    <a:pt x="1562104" y="471753"/>
                  </a:cubicBezTo>
                  <a:cubicBezTo>
                    <a:pt x="1562104" y="471753"/>
                    <a:pt x="1562104" y="471753"/>
                    <a:pt x="1562104" y="471753"/>
                  </a:cubicBezTo>
                  <a:cubicBezTo>
                    <a:pt x="1564105" y="469277"/>
                    <a:pt x="1566010" y="466895"/>
                    <a:pt x="1567915" y="464324"/>
                  </a:cubicBezTo>
                  <a:cubicBezTo>
                    <a:pt x="1568582" y="464895"/>
                    <a:pt x="1569344" y="465467"/>
                    <a:pt x="1570105" y="466038"/>
                  </a:cubicBezTo>
                  <a:cubicBezTo>
                    <a:pt x="1578202" y="470991"/>
                    <a:pt x="1589060" y="468324"/>
                    <a:pt x="1594299" y="460037"/>
                  </a:cubicBezTo>
                  <a:cubicBezTo>
                    <a:pt x="1599538" y="451751"/>
                    <a:pt x="1596871" y="440702"/>
                    <a:pt x="1588489" y="435463"/>
                  </a:cubicBezTo>
                  <a:cubicBezTo>
                    <a:pt x="1588012" y="435177"/>
                    <a:pt x="1587536" y="435082"/>
                    <a:pt x="1587060" y="434796"/>
                  </a:cubicBezTo>
                  <a:cubicBezTo>
                    <a:pt x="1594775" y="420890"/>
                    <a:pt x="1601157" y="406412"/>
                    <a:pt x="1605824" y="391457"/>
                  </a:cubicBezTo>
                  <a:cubicBezTo>
                    <a:pt x="1609444" y="379837"/>
                    <a:pt x="1612111" y="367835"/>
                    <a:pt x="1613825" y="355643"/>
                  </a:cubicBezTo>
                  <a:cubicBezTo>
                    <a:pt x="1613920" y="355739"/>
                    <a:pt x="1613920" y="355739"/>
                    <a:pt x="1614016" y="355834"/>
                  </a:cubicBezTo>
                  <a:cubicBezTo>
                    <a:pt x="1614016" y="355834"/>
                    <a:pt x="1614016" y="355834"/>
                    <a:pt x="1614016" y="355834"/>
                  </a:cubicBezTo>
                  <a:cubicBezTo>
                    <a:pt x="1616302" y="357167"/>
                    <a:pt x="1618778" y="358025"/>
                    <a:pt x="1621255" y="358406"/>
                  </a:cubicBezTo>
                  <a:cubicBezTo>
                    <a:pt x="1628589" y="359549"/>
                    <a:pt x="1635923" y="356405"/>
                    <a:pt x="1639352" y="349928"/>
                  </a:cubicBezTo>
                  <a:cubicBezTo>
                    <a:pt x="1641638" y="345547"/>
                    <a:pt x="1641829" y="340403"/>
                    <a:pt x="1640114" y="335736"/>
                  </a:cubicBezTo>
                  <a:cubicBezTo>
                    <a:pt x="1639257" y="333355"/>
                    <a:pt x="1638019" y="331069"/>
                    <a:pt x="1636304" y="329069"/>
                  </a:cubicBezTo>
                  <a:cubicBezTo>
                    <a:pt x="1634590" y="327068"/>
                    <a:pt x="1632590" y="325259"/>
                    <a:pt x="1630113" y="323830"/>
                  </a:cubicBezTo>
                  <a:cubicBezTo>
                    <a:pt x="1628684" y="323068"/>
                    <a:pt x="1627160" y="322496"/>
                    <a:pt x="1625732" y="322020"/>
                  </a:cubicBezTo>
                  <a:cubicBezTo>
                    <a:pt x="1625351" y="321925"/>
                    <a:pt x="1625065" y="321830"/>
                    <a:pt x="1624684" y="321830"/>
                  </a:cubicBezTo>
                  <a:cubicBezTo>
                    <a:pt x="1623255" y="321449"/>
                    <a:pt x="1621921" y="321258"/>
                    <a:pt x="1620493" y="321258"/>
                  </a:cubicBezTo>
                  <a:cubicBezTo>
                    <a:pt x="1620493" y="321258"/>
                    <a:pt x="1620493" y="321258"/>
                    <a:pt x="1620493" y="321258"/>
                  </a:cubicBezTo>
                  <a:lnTo>
                    <a:pt x="1620493" y="321258"/>
                  </a:lnTo>
                  <a:cubicBezTo>
                    <a:pt x="1618874" y="321258"/>
                    <a:pt x="1617254" y="321353"/>
                    <a:pt x="1615826" y="321639"/>
                  </a:cubicBezTo>
                  <a:cubicBezTo>
                    <a:pt x="1615635" y="314210"/>
                    <a:pt x="1615063" y="306780"/>
                    <a:pt x="1614206" y="299255"/>
                  </a:cubicBezTo>
                  <a:cubicBezTo>
                    <a:pt x="1616302" y="299827"/>
                    <a:pt x="1618397" y="300303"/>
                    <a:pt x="1620493" y="300208"/>
                  </a:cubicBezTo>
                  <a:cubicBezTo>
                    <a:pt x="1621826" y="300208"/>
                    <a:pt x="1623065" y="300017"/>
                    <a:pt x="1624398" y="299827"/>
                  </a:cubicBezTo>
                  <a:cubicBezTo>
                    <a:pt x="1625922" y="299541"/>
                    <a:pt x="1627351" y="298970"/>
                    <a:pt x="1628684" y="298303"/>
                  </a:cubicBezTo>
                  <a:cubicBezTo>
                    <a:pt x="1628875" y="298208"/>
                    <a:pt x="1628970" y="298112"/>
                    <a:pt x="1629065" y="298017"/>
                  </a:cubicBezTo>
                  <a:cubicBezTo>
                    <a:pt x="1633542" y="295541"/>
                    <a:pt x="1636495" y="291254"/>
                    <a:pt x="1637066" y="286111"/>
                  </a:cubicBezTo>
                  <a:cubicBezTo>
                    <a:pt x="1670785" y="297350"/>
                    <a:pt x="1703646" y="317067"/>
                    <a:pt x="1731745" y="344785"/>
                  </a:cubicBezTo>
                  <a:cubicBezTo>
                    <a:pt x="1742127" y="355262"/>
                    <a:pt x="1751271" y="366502"/>
                    <a:pt x="1759367" y="378122"/>
                  </a:cubicBezTo>
                  <a:cubicBezTo>
                    <a:pt x="1754795" y="379361"/>
                    <a:pt x="1750985" y="382599"/>
                    <a:pt x="1749176" y="387266"/>
                  </a:cubicBezTo>
                  <a:cubicBezTo>
                    <a:pt x="1746223" y="394982"/>
                    <a:pt x="1748795" y="404602"/>
                    <a:pt x="1755367" y="410888"/>
                  </a:cubicBezTo>
                  <a:cubicBezTo>
                    <a:pt x="1755462" y="410984"/>
                    <a:pt x="1755557" y="411079"/>
                    <a:pt x="1755653" y="411174"/>
                  </a:cubicBezTo>
                  <a:cubicBezTo>
                    <a:pt x="1756891" y="412317"/>
                    <a:pt x="1758320" y="413460"/>
                    <a:pt x="1759844" y="414317"/>
                  </a:cubicBezTo>
                  <a:cubicBezTo>
                    <a:pt x="1766892" y="418413"/>
                    <a:pt x="1774798" y="418127"/>
                    <a:pt x="1780227" y="414222"/>
                  </a:cubicBezTo>
                  <a:cubicBezTo>
                    <a:pt x="1782894" y="419937"/>
                    <a:pt x="1785370" y="425747"/>
                    <a:pt x="1787561" y="431558"/>
                  </a:cubicBezTo>
                  <a:cubicBezTo>
                    <a:pt x="1788514" y="434129"/>
                    <a:pt x="1789371" y="436701"/>
                    <a:pt x="1790228" y="439368"/>
                  </a:cubicBezTo>
                  <a:cubicBezTo>
                    <a:pt x="1790990" y="441559"/>
                    <a:pt x="1791752" y="443845"/>
                    <a:pt x="1792419" y="446131"/>
                  </a:cubicBezTo>
                  <a:cubicBezTo>
                    <a:pt x="1794229" y="452322"/>
                    <a:pt x="1795943" y="458704"/>
                    <a:pt x="1797372" y="465371"/>
                  </a:cubicBezTo>
                  <a:cubicBezTo>
                    <a:pt x="1790419" y="463943"/>
                    <a:pt x="1783561" y="462990"/>
                    <a:pt x="1776798" y="462228"/>
                  </a:cubicBezTo>
                  <a:cubicBezTo>
                    <a:pt x="1777560" y="456799"/>
                    <a:pt x="1776036" y="450798"/>
                    <a:pt x="1772131" y="445750"/>
                  </a:cubicBezTo>
                  <a:cubicBezTo>
                    <a:pt x="1767463" y="439654"/>
                    <a:pt x="1760320" y="436987"/>
                    <a:pt x="1753938" y="437749"/>
                  </a:cubicBezTo>
                  <a:lnTo>
                    <a:pt x="1753938" y="437749"/>
                  </a:lnTo>
                  <a:cubicBezTo>
                    <a:pt x="1753938" y="437749"/>
                    <a:pt x="1753938" y="437749"/>
                    <a:pt x="1753938" y="437749"/>
                  </a:cubicBezTo>
                  <a:cubicBezTo>
                    <a:pt x="1752509" y="437939"/>
                    <a:pt x="1751080" y="438320"/>
                    <a:pt x="1749747" y="438797"/>
                  </a:cubicBezTo>
                  <a:cubicBezTo>
                    <a:pt x="1749557" y="438892"/>
                    <a:pt x="1749366" y="438892"/>
                    <a:pt x="1749176" y="438987"/>
                  </a:cubicBezTo>
                  <a:cubicBezTo>
                    <a:pt x="1747842" y="439559"/>
                    <a:pt x="1746509" y="440321"/>
                    <a:pt x="1745366" y="441273"/>
                  </a:cubicBezTo>
                  <a:cubicBezTo>
                    <a:pt x="1739841" y="446036"/>
                    <a:pt x="1738412" y="453560"/>
                    <a:pt x="1740603" y="460704"/>
                  </a:cubicBezTo>
                  <a:cubicBezTo>
                    <a:pt x="1740412" y="460704"/>
                    <a:pt x="1740222" y="460704"/>
                    <a:pt x="1740032" y="460704"/>
                  </a:cubicBezTo>
                  <a:cubicBezTo>
                    <a:pt x="1720982" y="461752"/>
                    <a:pt x="1702503" y="465181"/>
                    <a:pt x="1684882" y="470705"/>
                  </a:cubicBezTo>
                  <a:cubicBezTo>
                    <a:pt x="1674976" y="473753"/>
                    <a:pt x="1665260" y="477659"/>
                    <a:pt x="1655830" y="482135"/>
                  </a:cubicBezTo>
                  <a:cubicBezTo>
                    <a:pt x="1651354" y="477468"/>
                    <a:pt x="1644877" y="475849"/>
                    <a:pt x="1639067" y="477182"/>
                  </a:cubicBezTo>
                  <a:cubicBezTo>
                    <a:pt x="1639067" y="477182"/>
                    <a:pt x="1639067" y="477182"/>
                    <a:pt x="1639067" y="477182"/>
                  </a:cubicBezTo>
                  <a:cubicBezTo>
                    <a:pt x="1639067" y="477182"/>
                    <a:pt x="1639067" y="477182"/>
                    <a:pt x="1639067" y="477182"/>
                  </a:cubicBezTo>
                  <a:cubicBezTo>
                    <a:pt x="1637733" y="477468"/>
                    <a:pt x="1636400" y="477944"/>
                    <a:pt x="1635161" y="478611"/>
                  </a:cubicBezTo>
                  <a:cubicBezTo>
                    <a:pt x="1634971" y="478706"/>
                    <a:pt x="1634780" y="478802"/>
                    <a:pt x="1634590" y="478897"/>
                  </a:cubicBezTo>
                  <a:cubicBezTo>
                    <a:pt x="1633256" y="479564"/>
                    <a:pt x="1632018" y="480421"/>
                    <a:pt x="1630970" y="481469"/>
                  </a:cubicBezTo>
                  <a:cubicBezTo>
                    <a:pt x="1630113" y="482326"/>
                    <a:pt x="1629256" y="483278"/>
                    <a:pt x="1628589" y="484231"/>
                  </a:cubicBezTo>
                  <a:cubicBezTo>
                    <a:pt x="1627255" y="486136"/>
                    <a:pt x="1626303" y="488327"/>
                    <a:pt x="1625827" y="490517"/>
                  </a:cubicBezTo>
                  <a:cubicBezTo>
                    <a:pt x="1625541" y="491660"/>
                    <a:pt x="1625446" y="492708"/>
                    <a:pt x="1625351" y="493851"/>
                  </a:cubicBezTo>
                  <a:cubicBezTo>
                    <a:pt x="1625255" y="495566"/>
                    <a:pt x="1625541" y="497280"/>
                    <a:pt x="1626017" y="498995"/>
                  </a:cubicBezTo>
                  <a:cubicBezTo>
                    <a:pt x="1613540" y="507186"/>
                    <a:pt x="1601633" y="516425"/>
                    <a:pt x="1590299" y="526808"/>
                  </a:cubicBezTo>
                  <a:cubicBezTo>
                    <a:pt x="1590299" y="526808"/>
                    <a:pt x="1590299" y="526808"/>
                    <a:pt x="1590299" y="526808"/>
                  </a:cubicBezTo>
                  <a:lnTo>
                    <a:pt x="1588489" y="528427"/>
                  </a:lnTo>
                  <a:cubicBezTo>
                    <a:pt x="1576011" y="539952"/>
                    <a:pt x="1565153" y="551477"/>
                    <a:pt x="1555437" y="562812"/>
                  </a:cubicBezTo>
                  <a:cubicBezTo>
                    <a:pt x="1550484" y="562241"/>
                    <a:pt x="1545436" y="564050"/>
                    <a:pt x="1541530" y="567384"/>
                  </a:cubicBezTo>
                  <a:lnTo>
                    <a:pt x="1541530" y="567384"/>
                  </a:lnTo>
                  <a:lnTo>
                    <a:pt x="1541530" y="567384"/>
                  </a:lnTo>
                  <a:cubicBezTo>
                    <a:pt x="1540483" y="568241"/>
                    <a:pt x="1539530" y="569289"/>
                    <a:pt x="1538578" y="570432"/>
                  </a:cubicBezTo>
                  <a:cubicBezTo>
                    <a:pt x="1538483" y="570527"/>
                    <a:pt x="1538387" y="570718"/>
                    <a:pt x="1538197" y="570813"/>
                  </a:cubicBezTo>
                  <a:cubicBezTo>
                    <a:pt x="1537340" y="571956"/>
                    <a:pt x="1536482" y="573194"/>
                    <a:pt x="1535911" y="574528"/>
                  </a:cubicBezTo>
                  <a:cubicBezTo>
                    <a:pt x="1533911" y="578814"/>
                    <a:pt x="1533815" y="583196"/>
                    <a:pt x="1535244" y="586815"/>
                  </a:cubicBezTo>
                  <a:cubicBezTo>
                    <a:pt x="1535339" y="587196"/>
                    <a:pt x="1535625" y="587482"/>
                    <a:pt x="1535720" y="587863"/>
                  </a:cubicBezTo>
                  <a:cubicBezTo>
                    <a:pt x="1534006" y="590244"/>
                    <a:pt x="1532196" y="592625"/>
                    <a:pt x="1530577" y="594911"/>
                  </a:cubicBezTo>
                  <a:cubicBezTo>
                    <a:pt x="1515718" y="616343"/>
                    <a:pt x="1505050" y="636345"/>
                    <a:pt x="1498096" y="654157"/>
                  </a:cubicBezTo>
                  <a:cubicBezTo>
                    <a:pt x="1491048" y="672064"/>
                    <a:pt x="1486952" y="688256"/>
                    <a:pt x="1486857" y="701782"/>
                  </a:cubicBezTo>
                  <a:cubicBezTo>
                    <a:pt x="1486857" y="702068"/>
                    <a:pt x="1486857" y="702353"/>
                    <a:pt x="1486857" y="702544"/>
                  </a:cubicBezTo>
                  <a:cubicBezTo>
                    <a:pt x="1482476" y="704258"/>
                    <a:pt x="1478285" y="707402"/>
                    <a:pt x="1475427" y="711497"/>
                  </a:cubicBezTo>
                  <a:cubicBezTo>
                    <a:pt x="1471045" y="717784"/>
                    <a:pt x="1471045" y="724261"/>
                    <a:pt x="1475046" y="727595"/>
                  </a:cubicBezTo>
                  <a:cubicBezTo>
                    <a:pt x="1475141" y="727690"/>
                    <a:pt x="1475236" y="727785"/>
                    <a:pt x="1475332" y="727785"/>
                  </a:cubicBezTo>
                  <a:cubicBezTo>
                    <a:pt x="1476094" y="728357"/>
                    <a:pt x="1477046" y="728928"/>
                    <a:pt x="1478094" y="729309"/>
                  </a:cubicBezTo>
                  <a:cubicBezTo>
                    <a:pt x="1481809" y="730547"/>
                    <a:pt x="1486571" y="729881"/>
                    <a:pt x="1490953" y="727880"/>
                  </a:cubicBezTo>
                  <a:cubicBezTo>
                    <a:pt x="1492191" y="730833"/>
                    <a:pt x="1493525" y="733595"/>
                    <a:pt x="1495239" y="736262"/>
                  </a:cubicBezTo>
                  <a:cubicBezTo>
                    <a:pt x="1501716" y="746454"/>
                    <a:pt x="1512289" y="753312"/>
                    <a:pt x="1525528" y="757979"/>
                  </a:cubicBezTo>
                  <a:cubicBezTo>
                    <a:pt x="1532291" y="760265"/>
                    <a:pt x="1540007" y="761789"/>
                    <a:pt x="1548484" y="762647"/>
                  </a:cubicBezTo>
                  <a:cubicBezTo>
                    <a:pt x="1556770" y="763694"/>
                    <a:pt x="1565915" y="763980"/>
                    <a:pt x="1575820" y="763599"/>
                  </a:cubicBezTo>
                  <a:cubicBezTo>
                    <a:pt x="1593728" y="762837"/>
                    <a:pt x="1613920" y="759884"/>
                    <a:pt x="1635542" y="754741"/>
                  </a:cubicBezTo>
                  <a:cubicBezTo>
                    <a:pt x="1636495" y="756836"/>
                    <a:pt x="1637924" y="758551"/>
                    <a:pt x="1639733" y="759884"/>
                  </a:cubicBezTo>
                  <a:cubicBezTo>
                    <a:pt x="1641353" y="761027"/>
                    <a:pt x="1643258" y="761789"/>
                    <a:pt x="1645258" y="762170"/>
                  </a:cubicBezTo>
                  <a:cubicBezTo>
                    <a:pt x="1648401" y="762837"/>
                    <a:pt x="1651830" y="762647"/>
                    <a:pt x="1655354" y="761599"/>
                  </a:cubicBezTo>
                  <a:cubicBezTo>
                    <a:pt x="1663260" y="759122"/>
                    <a:pt x="1668594" y="752360"/>
                    <a:pt x="1668689" y="745311"/>
                  </a:cubicBezTo>
                  <a:cubicBezTo>
                    <a:pt x="1685168" y="739882"/>
                    <a:pt x="1702312" y="733310"/>
                    <a:pt x="1720029" y="725213"/>
                  </a:cubicBezTo>
                  <a:cubicBezTo>
                    <a:pt x="1726506" y="722261"/>
                    <a:pt x="1732793" y="719022"/>
                    <a:pt x="1738984" y="715593"/>
                  </a:cubicBezTo>
                  <a:cubicBezTo>
                    <a:pt x="1738984" y="715593"/>
                    <a:pt x="1738984" y="715593"/>
                    <a:pt x="1739079" y="715593"/>
                  </a:cubicBezTo>
                  <a:cubicBezTo>
                    <a:pt x="1739079" y="715593"/>
                    <a:pt x="1739079" y="715593"/>
                    <a:pt x="1739079" y="715593"/>
                  </a:cubicBezTo>
                  <a:cubicBezTo>
                    <a:pt x="1741841" y="714069"/>
                    <a:pt x="1744603" y="712545"/>
                    <a:pt x="1747270" y="711021"/>
                  </a:cubicBezTo>
                  <a:cubicBezTo>
                    <a:pt x="1747652" y="711878"/>
                    <a:pt x="1748128" y="712640"/>
                    <a:pt x="1748699" y="713402"/>
                  </a:cubicBezTo>
                  <a:cubicBezTo>
                    <a:pt x="1749366" y="714355"/>
                    <a:pt x="1750223" y="715212"/>
                    <a:pt x="1751080" y="715974"/>
                  </a:cubicBezTo>
                  <a:cubicBezTo>
                    <a:pt x="1756224" y="720546"/>
                    <a:pt x="1763844" y="721689"/>
                    <a:pt x="1770416" y="718832"/>
                  </a:cubicBezTo>
                  <a:cubicBezTo>
                    <a:pt x="1771464" y="718355"/>
                    <a:pt x="1772512" y="717784"/>
                    <a:pt x="1773560" y="717022"/>
                  </a:cubicBezTo>
                  <a:cubicBezTo>
                    <a:pt x="1781561" y="711402"/>
                    <a:pt x="1783275" y="700163"/>
                    <a:pt x="1777465" y="692162"/>
                  </a:cubicBezTo>
                  <a:cubicBezTo>
                    <a:pt x="1777179" y="691685"/>
                    <a:pt x="1776798" y="691400"/>
                    <a:pt x="1776417" y="691019"/>
                  </a:cubicBezTo>
                  <a:cubicBezTo>
                    <a:pt x="1788895" y="681113"/>
                    <a:pt x="1800420" y="670159"/>
                    <a:pt x="1810421" y="658062"/>
                  </a:cubicBezTo>
                  <a:cubicBezTo>
                    <a:pt x="1818232" y="648728"/>
                    <a:pt x="1825090" y="638631"/>
                    <a:pt x="1831376" y="627963"/>
                  </a:cubicBezTo>
                  <a:cubicBezTo>
                    <a:pt x="1831471" y="628058"/>
                    <a:pt x="1831471" y="628154"/>
                    <a:pt x="1831567" y="628249"/>
                  </a:cubicBezTo>
                  <a:cubicBezTo>
                    <a:pt x="1838139" y="636726"/>
                    <a:pt x="1849760" y="638726"/>
                    <a:pt x="1857379" y="632440"/>
                  </a:cubicBezTo>
                  <a:cubicBezTo>
                    <a:pt x="1858332" y="631678"/>
                    <a:pt x="1859189" y="630821"/>
                    <a:pt x="1859951" y="629773"/>
                  </a:cubicBezTo>
                  <a:cubicBezTo>
                    <a:pt x="1861380" y="627868"/>
                    <a:pt x="1862428" y="625677"/>
                    <a:pt x="1862999" y="623201"/>
                  </a:cubicBezTo>
                  <a:cubicBezTo>
                    <a:pt x="1863571" y="620724"/>
                    <a:pt x="1863666" y="618248"/>
                    <a:pt x="1863380" y="615771"/>
                  </a:cubicBezTo>
                  <a:cubicBezTo>
                    <a:pt x="1863095" y="613199"/>
                    <a:pt x="1862237" y="610628"/>
                    <a:pt x="1860999" y="608246"/>
                  </a:cubicBezTo>
                  <a:cubicBezTo>
                    <a:pt x="1860332" y="607008"/>
                    <a:pt x="1859666" y="605865"/>
                    <a:pt x="1858808" y="604722"/>
                  </a:cubicBezTo>
                  <a:cubicBezTo>
                    <a:pt x="1857761" y="603293"/>
                    <a:pt x="1856522" y="602150"/>
                    <a:pt x="1855284" y="601103"/>
                  </a:cubicBezTo>
                  <a:cubicBezTo>
                    <a:pt x="1855189" y="601007"/>
                    <a:pt x="1855189" y="601007"/>
                    <a:pt x="1855094" y="600912"/>
                  </a:cubicBezTo>
                  <a:cubicBezTo>
                    <a:pt x="1853951" y="599960"/>
                    <a:pt x="1852617" y="599198"/>
                    <a:pt x="1851379" y="598626"/>
                  </a:cubicBezTo>
                  <a:cubicBezTo>
                    <a:pt x="1851284" y="598626"/>
                    <a:pt x="1851284" y="598531"/>
                    <a:pt x="1851188" y="598531"/>
                  </a:cubicBezTo>
                  <a:cubicBezTo>
                    <a:pt x="1851188" y="598531"/>
                    <a:pt x="1851188" y="598531"/>
                    <a:pt x="1851188" y="598531"/>
                  </a:cubicBezTo>
                  <a:cubicBezTo>
                    <a:pt x="1849664" y="597864"/>
                    <a:pt x="1848236" y="597388"/>
                    <a:pt x="1846616" y="597102"/>
                  </a:cubicBezTo>
                  <a:cubicBezTo>
                    <a:pt x="1849283" y="590149"/>
                    <a:pt x="1851569" y="583005"/>
                    <a:pt x="1853570" y="575766"/>
                  </a:cubicBezTo>
                  <a:cubicBezTo>
                    <a:pt x="1855284" y="577100"/>
                    <a:pt x="1857094" y="578243"/>
                    <a:pt x="1859094" y="579100"/>
                  </a:cubicBezTo>
                  <a:cubicBezTo>
                    <a:pt x="1860332" y="579576"/>
                    <a:pt x="1861570" y="579957"/>
                    <a:pt x="1862809" y="580148"/>
                  </a:cubicBezTo>
                  <a:cubicBezTo>
                    <a:pt x="1864428" y="580433"/>
                    <a:pt x="1865857" y="580433"/>
                    <a:pt x="1867381" y="580338"/>
                  </a:cubicBezTo>
                  <a:cubicBezTo>
                    <a:pt x="1867571" y="580338"/>
                    <a:pt x="1867667" y="580338"/>
                    <a:pt x="1867857" y="580243"/>
                  </a:cubicBezTo>
                  <a:cubicBezTo>
                    <a:pt x="1873001" y="579671"/>
                    <a:pt x="1877287" y="576814"/>
                    <a:pt x="1879763" y="572337"/>
                  </a:cubicBezTo>
                  <a:cubicBezTo>
                    <a:pt x="1906719" y="595578"/>
                    <a:pt x="1929388" y="626534"/>
                    <a:pt x="1944819" y="663015"/>
                  </a:cubicBezTo>
                  <a:cubicBezTo>
                    <a:pt x="1950534" y="676636"/>
                    <a:pt x="1954725" y="690542"/>
                    <a:pt x="1957773" y="704449"/>
                  </a:cubicBezTo>
                  <a:cubicBezTo>
                    <a:pt x="1953106" y="703877"/>
                    <a:pt x="1948438" y="705306"/>
                    <a:pt x="1944819" y="708926"/>
                  </a:cubicBezTo>
                  <a:cubicBezTo>
                    <a:pt x="1938913" y="714926"/>
                    <a:pt x="1937866" y="724737"/>
                    <a:pt x="1941390" y="733024"/>
                  </a:cubicBezTo>
                  <a:cubicBezTo>
                    <a:pt x="1941485" y="733214"/>
                    <a:pt x="1941580" y="733500"/>
                    <a:pt x="1941676" y="733691"/>
                  </a:cubicBezTo>
                  <a:cubicBezTo>
                    <a:pt x="1942438" y="735215"/>
                    <a:pt x="1943295" y="736739"/>
                    <a:pt x="1944343" y="738167"/>
                  </a:cubicBezTo>
                  <a:cubicBezTo>
                    <a:pt x="1949296" y="744644"/>
                    <a:pt x="1956725" y="747407"/>
                    <a:pt x="1963202" y="745883"/>
                  </a:cubicBezTo>
                  <a:cubicBezTo>
                    <a:pt x="1963774" y="758170"/>
                    <a:pt x="1963393" y="770267"/>
                    <a:pt x="1962154" y="781982"/>
                  </a:cubicBezTo>
                  <a:cubicBezTo>
                    <a:pt x="1962059" y="783125"/>
                    <a:pt x="1961869" y="784364"/>
                    <a:pt x="1961774" y="785507"/>
                  </a:cubicBezTo>
                  <a:cubicBezTo>
                    <a:pt x="1961202" y="790364"/>
                    <a:pt x="1960535" y="795127"/>
                    <a:pt x="1959583" y="799794"/>
                  </a:cubicBezTo>
                  <a:cubicBezTo>
                    <a:pt x="1953677" y="795889"/>
                    <a:pt x="1947772" y="792365"/>
                    <a:pt x="1941676" y="788936"/>
                  </a:cubicBezTo>
                  <a:cubicBezTo>
                    <a:pt x="1944438" y="784268"/>
                    <a:pt x="1945391" y="778172"/>
                    <a:pt x="1943581" y="771981"/>
                  </a:cubicBezTo>
                  <a:cubicBezTo>
                    <a:pt x="1941104" y="762742"/>
                    <a:pt x="1933484" y="756932"/>
                    <a:pt x="1925578" y="756836"/>
                  </a:cubicBezTo>
                  <a:cubicBezTo>
                    <a:pt x="1925483" y="756836"/>
                    <a:pt x="1925293" y="756836"/>
                    <a:pt x="1925197" y="756836"/>
                  </a:cubicBezTo>
                  <a:cubicBezTo>
                    <a:pt x="1923674" y="756836"/>
                    <a:pt x="1922150" y="757027"/>
                    <a:pt x="1920721" y="757503"/>
                  </a:cubicBezTo>
                  <a:cubicBezTo>
                    <a:pt x="1913863" y="759694"/>
                    <a:pt x="1909481" y="766171"/>
                    <a:pt x="1908815" y="773696"/>
                  </a:cubicBezTo>
                  <a:cubicBezTo>
                    <a:pt x="1908624" y="773600"/>
                    <a:pt x="1908434" y="773505"/>
                    <a:pt x="1908243" y="773505"/>
                  </a:cubicBezTo>
                  <a:cubicBezTo>
                    <a:pt x="1890622" y="767028"/>
                    <a:pt x="1871858" y="763218"/>
                    <a:pt x="1853474" y="761504"/>
                  </a:cubicBezTo>
                  <a:cubicBezTo>
                    <a:pt x="1843092" y="760551"/>
                    <a:pt x="1832615" y="760456"/>
                    <a:pt x="1822232" y="760932"/>
                  </a:cubicBezTo>
                  <a:cubicBezTo>
                    <a:pt x="1819470" y="753407"/>
                    <a:pt x="1812041" y="749121"/>
                    <a:pt x="1804516" y="749693"/>
                  </a:cubicBezTo>
                  <a:cubicBezTo>
                    <a:pt x="1804325" y="749693"/>
                    <a:pt x="1804135" y="749693"/>
                    <a:pt x="1803944" y="749693"/>
                  </a:cubicBezTo>
                  <a:cubicBezTo>
                    <a:pt x="1802516" y="749883"/>
                    <a:pt x="1800992" y="750169"/>
                    <a:pt x="1799563" y="750645"/>
                  </a:cubicBezTo>
                  <a:cubicBezTo>
                    <a:pt x="1793181" y="753122"/>
                    <a:pt x="1789180" y="758646"/>
                    <a:pt x="1788228" y="764933"/>
                  </a:cubicBezTo>
                  <a:cubicBezTo>
                    <a:pt x="1773655" y="767695"/>
                    <a:pt x="1759082" y="771695"/>
                    <a:pt x="1744699" y="776934"/>
                  </a:cubicBezTo>
                  <a:lnTo>
                    <a:pt x="1744699" y="776934"/>
                  </a:lnTo>
                  <a:lnTo>
                    <a:pt x="1742413" y="777696"/>
                  </a:lnTo>
                  <a:cubicBezTo>
                    <a:pt x="1726601" y="783602"/>
                    <a:pt x="1712123" y="790079"/>
                    <a:pt x="1698693" y="796841"/>
                  </a:cubicBezTo>
                  <a:cubicBezTo>
                    <a:pt x="1693264" y="793793"/>
                    <a:pt x="1686025" y="794079"/>
                    <a:pt x="1680215" y="797318"/>
                  </a:cubicBezTo>
                  <a:cubicBezTo>
                    <a:pt x="1680024" y="797413"/>
                    <a:pt x="1679929" y="797508"/>
                    <a:pt x="1679738" y="797603"/>
                  </a:cubicBezTo>
                  <a:cubicBezTo>
                    <a:pt x="1678500" y="798365"/>
                    <a:pt x="1677262" y="799223"/>
                    <a:pt x="1676214" y="800175"/>
                  </a:cubicBezTo>
                  <a:cubicBezTo>
                    <a:pt x="1672499" y="803699"/>
                    <a:pt x="1670690" y="808176"/>
                    <a:pt x="1670785" y="812367"/>
                  </a:cubicBezTo>
                  <a:cubicBezTo>
                    <a:pt x="1645448" y="827798"/>
                    <a:pt x="1625446" y="843990"/>
                    <a:pt x="1610682" y="859040"/>
                  </a:cubicBezTo>
                  <a:cubicBezTo>
                    <a:pt x="1596966" y="872946"/>
                    <a:pt x="1587346" y="886186"/>
                    <a:pt x="1582012" y="898568"/>
                  </a:cubicBezTo>
                  <a:cubicBezTo>
                    <a:pt x="1581917" y="898854"/>
                    <a:pt x="1581821" y="899140"/>
                    <a:pt x="1581631" y="899426"/>
                  </a:cubicBezTo>
                  <a:cubicBezTo>
                    <a:pt x="1576963" y="899330"/>
                    <a:pt x="1571915" y="900569"/>
                    <a:pt x="1567629" y="903236"/>
                  </a:cubicBezTo>
                  <a:cubicBezTo>
                    <a:pt x="1562295" y="906665"/>
                    <a:pt x="1559723" y="911141"/>
                    <a:pt x="1560200" y="915237"/>
                  </a:cubicBezTo>
                  <a:lnTo>
                    <a:pt x="1560200" y="915237"/>
                  </a:lnTo>
                  <a:cubicBezTo>
                    <a:pt x="1560200" y="915237"/>
                    <a:pt x="1560200" y="915237"/>
                    <a:pt x="1560200" y="915237"/>
                  </a:cubicBezTo>
                  <a:cubicBezTo>
                    <a:pt x="1560295" y="916190"/>
                    <a:pt x="1560580" y="917047"/>
                    <a:pt x="1561057" y="917904"/>
                  </a:cubicBezTo>
                  <a:cubicBezTo>
                    <a:pt x="1561152" y="917999"/>
                    <a:pt x="1561152" y="918095"/>
                    <a:pt x="1561247" y="918285"/>
                  </a:cubicBezTo>
                  <a:cubicBezTo>
                    <a:pt x="1561724" y="919142"/>
                    <a:pt x="1562390" y="920000"/>
                    <a:pt x="1563247" y="920666"/>
                  </a:cubicBezTo>
                  <a:cubicBezTo>
                    <a:pt x="1566295" y="923238"/>
                    <a:pt x="1570868" y="924381"/>
                    <a:pt x="1575725" y="924191"/>
                  </a:cubicBezTo>
                  <a:cubicBezTo>
                    <a:pt x="1575725" y="927334"/>
                    <a:pt x="1575916" y="930572"/>
                    <a:pt x="1576392" y="933620"/>
                  </a:cubicBezTo>
                  <a:cubicBezTo>
                    <a:pt x="1578487" y="945527"/>
                    <a:pt x="1585631" y="955814"/>
                    <a:pt x="1596013" y="965243"/>
                  </a:cubicBezTo>
                  <a:cubicBezTo>
                    <a:pt x="1601347" y="969911"/>
                    <a:pt x="1607825" y="974292"/>
                    <a:pt x="1615445" y="978388"/>
                  </a:cubicBezTo>
                  <a:cubicBezTo>
                    <a:pt x="1622684" y="982484"/>
                    <a:pt x="1630970" y="986294"/>
                    <a:pt x="1640305" y="989818"/>
                  </a:cubicBezTo>
                  <a:cubicBezTo>
                    <a:pt x="1656974" y="996104"/>
                    <a:pt x="1676881" y="1001057"/>
                    <a:pt x="1698884" y="1004582"/>
                  </a:cubicBezTo>
                  <a:cubicBezTo>
                    <a:pt x="1699169" y="1011725"/>
                    <a:pt x="1705551" y="1017821"/>
                    <a:pt x="1714600" y="1018583"/>
                  </a:cubicBezTo>
                  <a:cubicBezTo>
                    <a:pt x="1715838" y="1018679"/>
                    <a:pt x="1717076" y="1018679"/>
                    <a:pt x="1718219" y="1018583"/>
                  </a:cubicBezTo>
                  <a:cubicBezTo>
                    <a:pt x="1719743" y="1018488"/>
                    <a:pt x="1721077" y="1018107"/>
                    <a:pt x="1722505" y="1017726"/>
                  </a:cubicBezTo>
                  <a:cubicBezTo>
                    <a:pt x="1724029" y="1017250"/>
                    <a:pt x="1725363" y="1016583"/>
                    <a:pt x="1726696" y="1015821"/>
                  </a:cubicBezTo>
                  <a:cubicBezTo>
                    <a:pt x="1728887" y="1014488"/>
                    <a:pt x="1730792" y="1012773"/>
                    <a:pt x="1732221" y="1010678"/>
                  </a:cubicBezTo>
                  <a:cubicBezTo>
                    <a:pt x="1732602" y="1010011"/>
                    <a:pt x="1732983" y="1009344"/>
                    <a:pt x="1733269" y="1008582"/>
                  </a:cubicBezTo>
                  <a:cubicBezTo>
                    <a:pt x="1750604" y="1009916"/>
                    <a:pt x="1768892" y="1010487"/>
                    <a:pt x="1788323" y="1009725"/>
                  </a:cubicBezTo>
                  <a:cubicBezTo>
                    <a:pt x="1795467" y="1009439"/>
                    <a:pt x="1802516" y="1008868"/>
                    <a:pt x="1809564" y="1008106"/>
                  </a:cubicBezTo>
                  <a:cubicBezTo>
                    <a:pt x="1809564" y="1008106"/>
                    <a:pt x="1809659" y="1008106"/>
                    <a:pt x="1809659" y="1008106"/>
                  </a:cubicBezTo>
                  <a:cubicBezTo>
                    <a:pt x="1809659" y="1008106"/>
                    <a:pt x="1809659" y="1008106"/>
                    <a:pt x="1809659" y="1008106"/>
                  </a:cubicBezTo>
                  <a:cubicBezTo>
                    <a:pt x="1812803" y="1007725"/>
                    <a:pt x="1815946" y="1007439"/>
                    <a:pt x="1818994" y="1006963"/>
                  </a:cubicBezTo>
                  <a:cubicBezTo>
                    <a:pt x="1819089" y="1007820"/>
                    <a:pt x="1819089" y="1008773"/>
                    <a:pt x="1819375" y="1009630"/>
                  </a:cubicBezTo>
                  <a:cubicBezTo>
                    <a:pt x="1819375" y="1009630"/>
                    <a:pt x="1819375" y="1009630"/>
                    <a:pt x="1819375" y="1009630"/>
                  </a:cubicBezTo>
                  <a:cubicBezTo>
                    <a:pt x="1819946" y="1011916"/>
                    <a:pt x="1820994" y="1014011"/>
                    <a:pt x="1822328" y="1015821"/>
                  </a:cubicBezTo>
                  <a:cubicBezTo>
                    <a:pt x="1822994" y="1016678"/>
                    <a:pt x="1823756" y="1017536"/>
                    <a:pt x="1824613" y="1018298"/>
                  </a:cubicBezTo>
                  <a:cubicBezTo>
                    <a:pt x="1826328" y="1019822"/>
                    <a:pt x="1828233" y="1020965"/>
                    <a:pt x="1830424" y="1021822"/>
                  </a:cubicBezTo>
                  <a:cubicBezTo>
                    <a:pt x="1833662" y="1023060"/>
                    <a:pt x="1837186" y="1023346"/>
                    <a:pt x="1840806" y="1022584"/>
                  </a:cubicBezTo>
                  <a:cubicBezTo>
                    <a:pt x="1850426" y="1020488"/>
                    <a:pt x="1856332" y="1010773"/>
                    <a:pt x="1854046" y="1001153"/>
                  </a:cubicBezTo>
                  <a:cubicBezTo>
                    <a:pt x="1853951" y="1000676"/>
                    <a:pt x="1853665" y="1000200"/>
                    <a:pt x="1853570" y="999724"/>
                  </a:cubicBezTo>
                  <a:cubicBezTo>
                    <a:pt x="1868905" y="995342"/>
                    <a:pt x="1883669" y="989723"/>
                    <a:pt x="1897480" y="982388"/>
                  </a:cubicBezTo>
                  <a:cubicBezTo>
                    <a:pt x="1908243" y="976769"/>
                    <a:pt x="1918530" y="970101"/>
                    <a:pt x="1928436" y="962672"/>
                  </a:cubicBezTo>
                  <a:cubicBezTo>
                    <a:pt x="1928436" y="962767"/>
                    <a:pt x="1928436" y="962862"/>
                    <a:pt x="1928531" y="962957"/>
                  </a:cubicBezTo>
                  <a:cubicBezTo>
                    <a:pt x="1929198" y="965529"/>
                    <a:pt x="1930341" y="967910"/>
                    <a:pt x="1931865" y="969911"/>
                  </a:cubicBezTo>
                  <a:cubicBezTo>
                    <a:pt x="1933294" y="971911"/>
                    <a:pt x="1935103" y="973530"/>
                    <a:pt x="1937104" y="974864"/>
                  </a:cubicBezTo>
                  <a:cubicBezTo>
                    <a:pt x="1938152" y="975530"/>
                    <a:pt x="1939199" y="976007"/>
                    <a:pt x="1940247" y="976388"/>
                  </a:cubicBezTo>
                  <a:cubicBezTo>
                    <a:pt x="1942438" y="977245"/>
                    <a:pt x="1944724" y="977531"/>
                    <a:pt x="1947105" y="977435"/>
                  </a:cubicBezTo>
                  <a:cubicBezTo>
                    <a:pt x="1948248" y="977340"/>
                    <a:pt x="1949486" y="977150"/>
                    <a:pt x="1950629" y="976769"/>
                  </a:cubicBezTo>
                  <a:cubicBezTo>
                    <a:pt x="1960059" y="973911"/>
                    <a:pt x="1965393" y="962672"/>
                    <a:pt x="1962536" y="951813"/>
                  </a:cubicBezTo>
                  <a:cubicBezTo>
                    <a:pt x="1962154" y="950099"/>
                    <a:pt x="1961488" y="948575"/>
                    <a:pt x="1960726" y="947241"/>
                  </a:cubicBezTo>
                  <a:cubicBezTo>
                    <a:pt x="1960630" y="947146"/>
                    <a:pt x="1960630" y="947051"/>
                    <a:pt x="1960535" y="946955"/>
                  </a:cubicBezTo>
                  <a:cubicBezTo>
                    <a:pt x="1959773" y="945622"/>
                    <a:pt x="1958916" y="944479"/>
                    <a:pt x="1957963" y="943336"/>
                  </a:cubicBezTo>
                  <a:cubicBezTo>
                    <a:pt x="1957963" y="943336"/>
                    <a:pt x="1957963" y="943241"/>
                    <a:pt x="1957868" y="943241"/>
                  </a:cubicBezTo>
                  <a:cubicBezTo>
                    <a:pt x="1957868" y="943241"/>
                    <a:pt x="1957868" y="943241"/>
                    <a:pt x="1957868" y="943241"/>
                  </a:cubicBezTo>
                  <a:cubicBezTo>
                    <a:pt x="1956725" y="942098"/>
                    <a:pt x="1955582" y="941050"/>
                    <a:pt x="1954249" y="940193"/>
                  </a:cubicBezTo>
                  <a:cubicBezTo>
                    <a:pt x="1959392" y="934859"/>
                    <a:pt x="1964250" y="929144"/>
                    <a:pt x="1968822" y="923143"/>
                  </a:cubicBezTo>
                  <a:cubicBezTo>
                    <a:pt x="1970441" y="926191"/>
                    <a:pt x="1972727" y="928858"/>
                    <a:pt x="1975680" y="930763"/>
                  </a:cubicBezTo>
                  <a:cubicBezTo>
                    <a:pt x="1977013" y="931620"/>
                    <a:pt x="1978442" y="932192"/>
                    <a:pt x="1979871" y="932668"/>
                  </a:cubicBezTo>
                  <a:cubicBezTo>
                    <a:pt x="1980061" y="932763"/>
                    <a:pt x="1980157" y="932763"/>
                    <a:pt x="1980347" y="932763"/>
                  </a:cubicBezTo>
                  <a:cubicBezTo>
                    <a:pt x="1985300" y="934192"/>
                    <a:pt x="1990349" y="933239"/>
                    <a:pt x="1994349" y="930001"/>
                  </a:cubicBezTo>
                  <a:cubicBezTo>
                    <a:pt x="2010256" y="961814"/>
                    <a:pt x="2019304" y="998962"/>
                    <a:pt x="2019686" y="1038300"/>
                  </a:cubicBezTo>
                  <a:cubicBezTo>
                    <a:pt x="2019495" y="1052969"/>
                    <a:pt x="2018066" y="1067351"/>
                    <a:pt x="2015590" y="1081353"/>
                  </a:cubicBezTo>
                  <a:cubicBezTo>
                    <a:pt x="2011494" y="1079067"/>
                    <a:pt x="2006541" y="1078591"/>
                    <a:pt x="2001969" y="1080591"/>
                  </a:cubicBezTo>
                  <a:cubicBezTo>
                    <a:pt x="1995873" y="1083258"/>
                    <a:pt x="1991587" y="1089545"/>
                    <a:pt x="1990158" y="1096593"/>
                  </a:cubicBezTo>
                  <a:cubicBezTo>
                    <a:pt x="1990158" y="1096593"/>
                    <a:pt x="1990158" y="1096593"/>
                    <a:pt x="1990158" y="1096593"/>
                  </a:cubicBezTo>
                  <a:cubicBezTo>
                    <a:pt x="1990158" y="1096593"/>
                    <a:pt x="1990158" y="1096593"/>
                    <a:pt x="1990158" y="1096688"/>
                  </a:cubicBezTo>
                  <a:cubicBezTo>
                    <a:pt x="1989872" y="1098212"/>
                    <a:pt x="1989682" y="1099832"/>
                    <a:pt x="1989777" y="1101451"/>
                  </a:cubicBezTo>
                  <a:cubicBezTo>
                    <a:pt x="1989777" y="1101737"/>
                    <a:pt x="1989777" y="1102022"/>
                    <a:pt x="1989777" y="1102213"/>
                  </a:cubicBezTo>
                  <a:cubicBezTo>
                    <a:pt x="1989872" y="1103927"/>
                    <a:pt x="1990063" y="1105642"/>
                    <a:pt x="1990444" y="1107357"/>
                  </a:cubicBezTo>
                  <a:cubicBezTo>
                    <a:pt x="1992539" y="1115262"/>
                    <a:pt x="1998350" y="1120691"/>
                    <a:pt x="2005017" y="1121644"/>
                  </a:cubicBezTo>
                  <a:cubicBezTo>
                    <a:pt x="2001017" y="1132788"/>
                    <a:pt x="1996254" y="1143456"/>
                    <a:pt x="1990825" y="1153457"/>
                  </a:cubicBezTo>
                  <a:cubicBezTo>
                    <a:pt x="1989777" y="1155267"/>
                    <a:pt x="1988729" y="1157172"/>
                    <a:pt x="1987682" y="1158982"/>
                  </a:cubicBezTo>
                  <a:cubicBezTo>
                    <a:pt x="1985491" y="1162697"/>
                    <a:pt x="1983300" y="1166411"/>
                    <a:pt x="1980919" y="1169936"/>
                  </a:cubicBezTo>
                  <a:cubicBezTo>
                    <a:pt x="1977013" y="1164030"/>
                    <a:pt x="1972918" y="1158506"/>
                    <a:pt x="1968632" y="1153172"/>
                  </a:cubicBezTo>
                  <a:cubicBezTo>
                    <a:pt x="1973013" y="1149933"/>
                    <a:pt x="1976252" y="1144599"/>
                    <a:pt x="1977013" y="1138217"/>
                  </a:cubicBezTo>
                  <a:cubicBezTo>
                    <a:pt x="1977871" y="1130597"/>
                    <a:pt x="1974728" y="1123644"/>
                    <a:pt x="1969584" y="1119644"/>
                  </a:cubicBezTo>
                  <a:cubicBezTo>
                    <a:pt x="1969584" y="1119644"/>
                    <a:pt x="1969584" y="1119644"/>
                    <a:pt x="1969584" y="1119644"/>
                  </a:cubicBezTo>
                  <a:cubicBezTo>
                    <a:pt x="1969584" y="1119644"/>
                    <a:pt x="1969584" y="1119644"/>
                    <a:pt x="1969584" y="1119644"/>
                  </a:cubicBezTo>
                  <a:cubicBezTo>
                    <a:pt x="1968441" y="1118786"/>
                    <a:pt x="1967203" y="1118024"/>
                    <a:pt x="1965965" y="1117453"/>
                  </a:cubicBezTo>
                  <a:cubicBezTo>
                    <a:pt x="1965774" y="1117358"/>
                    <a:pt x="1965584" y="1117262"/>
                    <a:pt x="1965393" y="1117167"/>
                  </a:cubicBezTo>
                  <a:cubicBezTo>
                    <a:pt x="1963964" y="1116595"/>
                    <a:pt x="1962536" y="1116215"/>
                    <a:pt x="1961011" y="1116119"/>
                  </a:cubicBezTo>
                  <a:cubicBezTo>
                    <a:pt x="1953772" y="1115548"/>
                    <a:pt x="1947295" y="1119834"/>
                    <a:pt x="1943962" y="1126502"/>
                  </a:cubicBezTo>
                  <a:cubicBezTo>
                    <a:pt x="1943771" y="1126407"/>
                    <a:pt x="1943676" y="1126216"/>
                    <a:pt x="1943581" y="1126120"/>
                  </a:cubicBezTo>
                  <a:cubicBezTo>
                    <a:pt x="1929388" y="1113452"/>
                    <a:pt x="1913958" y="1102784"/>
                    <a:pt x="1897575" y="1094212"/>
                  </a:cubicBezTo>
                  <a:cubicBezTo>
                    <a:pt x="1888431" y="1089354"/>
                    <a:pt x="1878811" y="1085258"/>
                    <a:pt x="1869000" y="1081734"/>
                  </a:cubicBezTo>
                  <a:cubicBezTo>
                    <a:pt x="1869000" y="1075257"/>
                    <a:pt x="1865666" y="1069542"/>
                    <a:pt x="1860523" y="1066304"/>
                  </a:cubicBezTo>
                  <a:cubicBezTo>
                    <a:pt x="1860523" y="1066304"/>
                    <a:pt x="1860523" y="1066304"/>
                    <a:pt x="1860523" y="1066304"/>
                  </a:cubicBezTo>
                  <a:cubicBezTo>
                    <a:pt x="1860523" y="1066304"/>
                    <a:pt x="1860523" y="1066304"/>
                    <a:pt x="1860523" y="1066304"/>
                  </a:cubicBezTo>
                  <a:cubicBezTo>
                    <a:pt x="1859380" y="1065542"/>
                    <a:pt x="1858046" y="1064970"/>
                    <a:pt x="1856713" y="1064494"/>
                  </a:cubicBezTo>
                  <a:cubicBezTo>
                    <a:pt x="1856522" y="1064399"/>
                    <a:pt x="1856332" y="1064399"/>
                    <a:pt x="1856236" y="1064303"/>
                  </a:cubicBezTo>
                  <a:cubicBezTo>
                    <a:pt x="1854808" y="1063922"/>
                    <a:pt x="1853379" y="1063541"/>
                    <a:pt x="1851855" y="1063541"/>
                  </a:cubicBezTo>
                  <a:cubicBezTo>
                    <a:pt x="1844997" y="1063351"/>
                    <a:pt x="1839092" y="1066970"/>
                    <a:pt x="1835948" y="1072400"/>
                  </a:cubicBezTo>
                  <a:cubicBezTo>
                    <a:pt x="1821375" y="1069352"/>
                    <a:pt x="1806326" y="1067542"/>
                    <a:pt x="1791086" y="1066875"/>
                  </a:cubicBezTo>
                  <a:cubicBezTo>
                    <a:pt x="1791086" y="1066875"/>
                    <a:pt x="1791086" y="1066875"/>
                    <a:pt x="1791086" y="1066875"/>
                  </a:cubicBezTo>
                  <a:lnTo>
                    <a:pt x="1788704" y="1066685"/>
                  </a:lnTo>
                  <a:cubicBezTo>
                    <a:pt x="1771750" y="1066018"/>
                    <a:pt x="1755938" y="1066494"/>
                    <a:pt x="1740984" y="1067637"/>
                  </a:cubicBezTo>
                  <a:cubicBezTo>
                    <a:pt x="1737079" y="1062684"/>
                    <a:pt x="1730316" y="1060303"/>
                    <a:pt x="1723744" y="1061065"/>
                  </a:cubicBezTo>
                  <a:cubicBezTo>
                    <a:pt x="1723553" y="1061065"/>
                    <a:pt x="1723363" y="1061065"/>
                    <a:pt x="1723172" y="1061160"/>
                  </a:cubicBezTo>
                  <a:cubicBezTo>
                    <a:pt x="1721744" y="1061351"/>
                    <a:pt x="1720315" y="1061636"/>
                    <a:pt x="1718886" y="1062208"/>
                  </a:cubicBezTo>
                  <a:cubicBezTo>
                    <a:pt x="1714028" y="1064113"/>
                    <a:pt x="1710695" y="1067542"/>
                    <a:pt x="1709361" y="1071542"/>
                  </a:cubicBezTo>
                  <a:cubicBezTo>
                    <a:pt x="1706503" y="1072019"/>
                    <a:pt x="1703551" y="1072400"/>
                    <a:pt x="1700788" y="1072876"/>
                  </a:cubicBezTo>
                  <a:cubicBezTo>
                    <a:pt x="1675166" y="1077543"/>
                    <a:pt x="1653354" y="1084115"/>
                    <a:pt x="1635828" y="1091831"/>
                  </a:cubicBezTo>
                  <a:cubicBezTo>
                    <a:pt x="1617826" y="1099736"/>
                    <a:pt x="1603729" y="1108499"/>
                    <a:pt x="1593632" y="1118120"/>
                  </a:cubicBezTo>
                  <a:cubicBezTo>
                    <a:pt x="1589346" y="1116215"/>
                    <a:pt x="1584107" y="1115548"/>
                    <a:pt x="1579250" y="1116405"/>
                  </a:cubicBezTo>
                  <a:cubicBezTo>
                    <a:pt x="1573249" y="1117548"/>
                    <a:pt x="1569153" y="1120787"/>
                    <a:pt x="1568105" y="1124692"/>
                  </a:cubicBezTo>
                  <a:cubicBezTo>
                    <a:pt x="1568105" y="1124692"/>
                    <a:pt x="1568105" y="1124692"/>
                    <a:pt x="1568105" y="1124692"/>
                  </a:cubicBezTo>
                  <a:cubicBezTo>
                    <a:pt x="1568105" y="1124692"/>
                    <a:pt x="1568105" y="1124787"/>
                    <a:pt x="1568105" y="1124787"/>
                  </a:cubicBezTo>
                  <a:cubicBezTo>
                    <a:pt x="1567915" y="1125644"/>
                    <a:pt x="1567820" y="1126502"/>
                    <a:pt x="1567820" y="1127359"/>
                  </a:cubicBezTo>
                  <a:cubicBezTo>
                    <a:pt x="1567820" y="1127549"/>
                    <a:pt x="1567820" y="1127740"/>
                    <a:pt x="1567820" y="1127930"/>
                  </a:cubicBezTo>
                  <a:cubicBezTo>
                    <a:pt x="1567915" y="1128883"/>
                    <a:pt x="1568201" y="1129835"/>
                    <a:pt x="1568677" y="1130883"/>
                  </a:cubicBezTo>
                  <a:cubicBezTo>
                    <a:pt x="1569058" y="1131645"/>
                    <a:pt x="1569629" y="1132502"/>
                    <a:pt x="1570201" y="1133169"/>
                  </a:cubicBezTo>
                  <a:cubicBezTo>
                    <a:pt x="1572201" y="1135645"/>
                    <a:pt x="1575249" y="1137646"/>
                    <a:pt x="1578773" y="1138979"/>
                  </a:cubicBezTo>
                  <a:cubicBezTo>
                    <a:pt x="1577535" y="1141932"/>
                    <a:pt x="1576583" y="1144885"/>
                    <a:pt x="1576011" y="1147933"/>
                  </a:cubicBezTo>
                  <a:cubicBezTo>
                    <a:pt x="1570868" y="1171364"/>
                    <a:pt x="1584679" y="1196891"/>
                    <a:pt x="1613635" y="1224038"/>
                  </a:cubicBezTo>
                  <a:cubicBezTo>
                    <a:pt x="1626589" y="1236039"/>
                    <a:pt x="1642972" y="1248231"/>
                    <a:pt x="1662022" y="1259947"/>
                  </a:cubicBezTo>
                  <a:cubicBezTo>
                    <a:pt x="1659831" y="1266710"/>
                    <a:pt x="1663355" y="1274711"/>
                    <a:pt x="1671356" y="1278902"/>
                  </a:cubicBezTo>
                  <a:cubicBezTo>
                    <a:pt x="1672404" y="1279473"/>
                    <a:pt x="1673547" y="1279949"/>
                    <a:pt x="1674690" y="1280235"/>
                  </a:cubicBezTo>
                  <a:cubicBezTo>
                    <a:pt x="1676976" y="1280997"/>
                    <a:pt x="1679262" y="1281283"/>
                    <a:pt x="1681548" y="1281188"/>
                  </a:cubicBezTo>
                  <a:cubicBezTo>
                    <a:pt x="1685739" y="1281092"/>
                    <a:pt x="1689644" y="1279568"/>
                    <a:pt x="1692407" y="1276806"/>
                  </a:cubicBezTo>
                  <a:cubicBezTo>
                    <a:pt x="1707932" y="1284712"/>
                    <a:pt x="1724696" y="1292141"/>
                    <a:pt x="1742889" y="1298999"/>
                  </a:cubicBezTo>
                  <a:cubicBezTo>
                    <a:pt x="1752604" y="1302619"/>
                    <a:pt x="1762320" y="1305667"/>
                    <a:pt x="1772131" y="1308143"/>
                  </a:cubicBezTo>
                  <a:cubicBezTo>
                    <a:pt x="1771845" y="1309001"/>
                    <a:pt x="1771559" y="1309858"/>
                    <a:pt x="1771464" y="1310810"/>
                  </a:cubicBezTo>
                  <a:cubicBezTo>
                    <a:pt x="1769940" y="1320145"/>
                    <a:pt x="1776512" y="1329194"/>
                    <a:pt x="1786228" y="1330908"/>
                  </a:cubicBezTo>
                  <a:cubicBezTo>
                    <a:pt x="1787466" y="1331099"/>
                    <a:pt x="1788609" y="1331194"/>
                    <a:pt x="1789847" y="1331194"/>
                  </a:cubicBezTo>
                  <a:cubicBezTo>
                    <a:pt x="1790990" y="1331194"/>
                    <a:pt x="1792228" y="1331003"/>
                    <a:pt x="1793371" y="1330718"/>
                  </a:cubicBezTo>
                  <a:cubicBezTo>
                    <a:pt x="1794515" y="1330432"/>
                    <a:pt x="1795562" y="1330051"/>
                    <a:pt x="1796610" y="1329575"/>
                  </a:cubicBezTo>
                  <a:cubicBezTo>
                    <a:pt x="1798705" y="1328622"/>
                    <a:pt x="1800611" y="1327289"/>
                    <a:pt x="1802230" y="1325574"/>
                  </a:cubicBezTo>
                  <a:cubicBezTo>
                    <a:pt x="1804611" y="1323098"/>
                    <a:pt x="1806230" y="1319859"/>
                    <a:pt x="1806802" y="1316144"/>
                  </a:cubicBezTo>
                  <a:cubicBezTo>
                    <a:pt x="1806897" y="1315573"/>
                    <a:pt x="1806802" y="1315097"/>
                    <a:pt x="1806802" y="1314525"/>
                  </a:cubicBezTo>
                  <a:cubicBezTo>
                    <a:pt x="1822518" y="1316335"/>
                    <a:pt x="1838329" y="1316716"/>
                    <a:pt x="1854046" y="1315287"/>
                  </a:cubicBezTo>
                  <a:cubicBezTo>
                    <a:pt x="1866143" y="1314144"/>
                    <a:pt x="1878335" y="1312049"/>
                    <a:pt x="1890336" y="1308905"/>
                  </a:cubicBezTo>
                  <a:cubicBezTo>
                    <a:pt x="1890336" y="1309001"/>
                    <a:pt x="1890241" y="1309096"/>
                    <a:pt x="1890241" y="1309191"/>
                  </a:cubicBezTo>
                  <a:cubicBezTo>
                    <a:pt x="1888812" y="1319859"/>
                    <a:pt x="1895479" y="1329384"/>
                    <a:pt x="1905386" y="1330337"/>
                  </a:cubicBezTo>
                  <a:cubicBezTo>
                    <a:pt x="1915196" y="1331289"/>
                    <a:pt x="1924721" y="1323002"/>
                    <a:pt x="1926055" y="1311858"/>
                  </a:cubicBezTo>
                  <a:cubicBezTo>
                    <a:pt x="1926245" y="1310144"/>
                    <a:pt x="1926150" y="1308524"/>
                    <a:pt x="1925960" y="1306905"/>
                  </a:cubicBezTo>
                  <a:cubicBezTo>
                    <a:pt x="1925960" y="1306715"/>
                    <a:pt x="1925864" y="1306524"/>
                    <a:pt x="1925864" y="1306334"/>
                  </a:cubicBezTo>
                  <a:cubicBezTo>
                    <a:pt x="1925674" y="1304810"/>
                    <a:pt x="1925293" y="1303381"/>
                    <a:pt x="1924721" y="1301952"/>
                  </a:cubicBezTo>
                  <a:cubicBezTo>
                    <a:pt x="1924721" y="1301952"/>
                    <a:pt x="1924721" y="1301952"/>
                    <a:pt x="1924721" y="1301952"/>
                  </a:cubicBezTo>
                  <a:cubicBezTo>
                    <a:pt x="1924721" y="1301952"/>
                    <a:pt x="1924721" y="1301952"/>
                    <a:pt x="1924721" y="1301952"/>
                  </a:cubicBezTo>
                  <a:cubicBezTo>
                    <a:pt x="1924150" y="1300428"/>
                    <a:pt x="1923388" y="1298999"/>
                    <a:pt x="1922530" y="1297761"/>
                  </a:cubicBezTo>
                  <a:cubicBezTo>
                    <a:pt x="1929293" y="1294808"/>
                    <a:pt x="1936056" y="1291284"/>
                    <a:pt x="1942724" y="1287569"/>
                  </a:cubicBezTo>
                  <a:cubicBezTo>
                    <a:pt x="1942914" y="1289665"/>
                    <a:pt x="1943390" y="1291760"/>
                    <a:pt x="1944152" y="1293761"/>
                  </a:cubicBezTo>
                  <a:cubicBezTo>
                    <a:pt x="1944628" y="1294904"/>
                    <a:pt x="1945295" y="1296047"/>
                    <a:pt x="1946057" y="1297190"/>
                  </a:cubicBezTo>
                  <a:cubicBezTo>
                    <a:pt x="1946057" y="1297190"/>
                    <a:pt x="1946057" y="1297190"/>
                    <a:pt x="1946057" y="1297190"/>
                  </a:cubicBezTo>
                  <a:cubicBezTo>
                    <a:pt x="1946915" y="1298523"/>
                    <a:pt x="1948058" y="1299571"/>
                    <a:pt x="1949105" y="1300524"/>
                  </a:cubicBezTo>
                  <a:cubicBezTo>
                    <a:pt x="1949201" y="1300619"/>
                    <a:pt x="1949391" y="1300714"/>
                    <a:pt x="1949486" y="1300809"/>
                  </a:cubicBezTo>
                  <a:cubicBezTo>
                    <a:pt x="1953487" y="1304048"/>
                    <a:pt x="1958535" y="1305000"/>
                    <a:pt x="1963488" y="1303667"/>
                  </a:cubicBezTo>
                  <a:cubicBezTo>
                    <a:pt x="1965965" y="1339195"/>
                    <a:pt x="1960726" y="1377295"/>
                    <a:pt x="1945391" y="1413776"/>
                  </a:cubicBezTo>
                  <a:cubicBezTo>
                    <a:pt x="1939009" y="1427968"/>
                    <a:pt x="1932151" y="1440732"/>
                    <a:pt x="1924531" y="1452733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862" name="Forme libre : forme 11861">
              <a:extLst>
                <a:ext uri="{FF2B5EF4-FFF2-40B4-BE49-F238E27FC236}">
                  <a16:creationId xmlns:a16="http://schemas.microsoft.com/office/drawing/2014/main" id="{2535299C-15AA-40FD-A079-6F1929CFA0A5}"/>
                </a:ext>
              </a:extLst>
            </p:cNvPr>
            <p:cNvSpPr/>
            <p:nvPr/>
          </p:nvSpPr>
          <p:spPr>
            <a:xfrm>
              <a:off x="2211298" y="2478552"/>
              <a:ext cx="2077997" cy="2078048"/>
            </a:xfrm>
            <a:custGeom>
              <a:avLst/>
              <a:gdLst>
                <a:gd name="connsiteX0" fmla="*/ 2077502 w 2077997"/>
                <a:gd name="connsiteY0" fmla="*/ 1148314 h 2078048"/>
                <a:gd name="connsiteX1" fmla="*/ 2075883 w 2077997"/>
                <a:gd name="connsiteY1" fmla="*/ 1143456 h 2078048"/>
                <a:gd name="connsiteX2" fmla="*/ 2075407 w 2077997"/>
                <a:gd name="connsiteY2" fmla="*/ 1142504 h 2078048"/>
                <a:gd name="connsiteX3" fmla="*/ 2073026 w 2077997"/>
                <a:gd name="connsiteY3" fmla="*/ 1138789 h 2078048"/>
                <a:gd name="connsiteX4" fmla="*/ 2073026 w 2077997"/>
                <a:gd name="connsiteY4" fmla="*/ 1138789 h 2078048"/>
                <a:gd name="connsiteX5" fmla="*/ 2073026 w 2077997"/>
                <a:gd name="connsiteY5" fmla="*/ 1138789 h 2078048"/>
                <a:gd name="connsiteX6" fmla="*/ 2062548 w 2077997"/>
                <a:gd name="connsiteY6" fmla="*/ 1132693 h 2078048"/>
                <a:gd name="connsiteX7" fmla="*/ 2076550 w 2077997"/>
                <a:gd name="connsiteY7" fmla="*/ 1039062 h 2078048"/>
                <a:gd name="connsiteX8" fmla="*/ 2057214 w 2077997"/>
                <a:gd name="connsiteY8" fmla="*/ 929525 h 2078048"/>
                <a:gd name="connsiteX9" fmla="*/ 2069120 w 2077997"/>
                <a:gd name="connsiteY9" fmla="*/ 918761 h 2078048"/>
                <a:gd name="connsiteX10" fmla="*/ 2067882 w 2077997"/>
                <a:gd name="connsiteY10" fmla="*/ 895997 h 2078048"/>
                <a:gd name="connsiteX11" fmla="*/ 2067882 w 2077997"/>
                <a:gd name="connsiteY11" fmla="*/ 895997 h 2078048"/>
                <a:gd name="connsiteX12" fmla="*/ 2067882 w 2077997"/>
                <a:gd name="connsiteY12" fmla="*/ 895997 h 2078048"/>
                <a:gd name="connsiteX13" fmla="*/ 2065120 w 2077997"/>
                <a:gd name="connsiteY13" fmla="*/ 891806 h 2078048"/>
                <a:gd name="connsiteX14" fmla="*/ 2064739 w 2077997"/>
                <a:gd name="connsiteY14" fmla="*/ 891234 h 2078048"/>
                <a:gd name="connsiteX15" fmla="*/ 2061024 w 2077997"/>
                <a:gd name="connsiteY15" fmla="*/ 887805 h 2078048"/>
                <a:gd name="connsiteX16" fmla="*/ 2040164 w 2077997"/>
                <a:gd name="connsiteY16" fmla="*/ 891425 h 2078048"/>
                <a:gd name="connsiteX17" fmla="*/ 2009494 w 2077997"/>
                <a:gd name="connsiteY17" fmla="*/ 846086 h 2078048"/>
                <a:gd name="connsiteX18" fmla="*/ 2021686 w 2077997"/>
                <a:gd name="connsiteY18" fmla="*/ 775886 h 2078048"/>
                <a:gd name="connsiteX19" fmla="*/ 2039117 w 2077997"/>
                <a:gd name="connsiteY19" fmla="*/ 774267 h 2078048"/>
                <a:gd name="connsiteX20" fmla="*/ 2044641 w 2077997"/>
                <a:gd name="connsiteY20" fmla="*/ 764075 h 2078048"/>
                <a:gd name="connsiteX21" fmla="*/ 2045117 w 2077997"/>
                <a:gd name="connsiteY21" fmla="*/ 759884 h 2078048"/>
                <a:gd name="connsiteX22" fmla="*/ 2044165 w 2077997"/>
                <a:gd name="connsiteY22" fmla="*/ 751217 h 2078048"/>
                <a:gd name="connsiteX23" fmla="*/ 2040450 w 2077997"/>
                <a:gd name="connsiteY23" fmla="*/ 742930 h 2078048"/>
                <a:gd name="connsiteX24" fmla="*/ 2037021 w 2077997"/>
                <a:gd name="connsiteY24" fmla="*/ 738834 h 2078048"/>
                <a:gd name="connsiteX25" fmla="*/ 2036640 w 2077997"/>
                <a:gd name="connsiteY25" fmla="*/ 738453 h 2078048"/>
                <a:gd name="connsiteX26" fmla="*/ 2032830 w 2077997"/>
                <a:gd name="connsiteY26" fmla="*/ 735691 h 2078048"/>
                <a:gd name="connsiteX27" fmla="*/ 2032830 w 2077997"/>
                <a:gd name="connsiteY27" fmla="*/ 735691 h 2078048"/>
                <a:gd name="connsiteX28" fmla="*/ 2032830 w 2077997"/>
                <a:gd name="connsiteY28" fmla="*/ 735691 h 2078048"/>
                <a:gd name="connsiteX29" fmla="*/ 2020638 w 2077997"/>
                <a:gd name="connsiteY29" fmla="*/ 734072 h 2078048"/>
                <a:gd name="connsiteX30" fmla="*/ 1997683 w 2077997"/>
                <a:gd name="connsiteY30" fmla="*/ 641774 h 2078048"/>
                <a:gd name="connsiteX31" fmla="*/ 1937675 w 2077997"/>
                <a:gd name="connsiteY31" fmla="*/ 547667 h 2078048"/>
                <a:gd name="connsiteX32" fmla="*/ 1944533 w 2077997"/>
                <a:gd name="connsiteY32" fmla="*/ 533189 h 2078048"/>
                <a:gd name="connsiteX33" fmla="*/ 1934627 w 2077997"/>
                <a:gd name="connsiteY33" fmla="*/ 512711 h 2078048"/>
                <a:gd name="connsiteX34" fmla="*/ 1934627 w 2077997"/>
                <a:gd name="connsiteY34" fmla="*/ 512711 h 2078048"/>
                <a:gd name="connsiteX35" fmla="*/ 1934627 w 2077997"/>
                <a:gd name="connsiteY35" fmla="*/ 512711 h 2078048"/>
                <a:gd name="connsiteX36" fmla="*/ 1930436 w 2077997"/>
                <a:gd name="connsiteY36" fmla="*/ 509853 h 2078048"/>
                <a:gd name="connsiteX37" fmla="*/ 1929865 w 2077997"/>
                <a:gd name="connsiteY37" fmla="*/ 509567 h 2078048"/>
                <a:gd name="connsiteX38" fmla="*/ 1925102 w 2077997"/>
                <a:gd name="connsiteY38" fmla="*/ 507853 h 2078048"/>
                <a:gd name="connsiteX39" fmla="*/ 1907290 w 2077997"/>
                <a:gd name="connsiteY39" fmla="*/ 519283 h 2078048"/>
                <a:gd name="connsiteX40" fmla="*/ 1861571 w 2077997"/>
                <a:gd name="connsiteY40" fmla="*/ 489184 h 2078048"/>
                <a:gd name="connsiteX41" fmla="*/ 1845950 w 2077997"/>
                <a:gd name="connsiteY41" fmla="*/ 419842 h 2078048"/>
                <a:gd name="connsiteX42" fmla="*/ 1850426 w 2077997"/>
                <a:gd name="connsiteY42" fmla="*/ 419747 h 2078048"/>
                <a:gd name="connsiteX43" fmla="*/ 1856808 w 2077997"/>
                <a:gd name="connsiteY43" fmla="*/ 417080 h 2078048"/>
                <a:gd name="connsiteX44" fmla="*/ 1861285 w 2077997"/>
                <a:gd name="connsiteY44" fmla="*/ 411555 h 2078048"/>
                <a:gd name="connsiteX45" fmla="*/ 1850712 w 2077997"/>
                <a:gd name="connsiteY45" fmla="*/ 382123 h 2078048"/>
                <a:gd name="connsiteX46" fmla="*/ 1845950 w 2077997"/>
                <a:gd name="connsiteY46" fmla="*/ 379646 h 2078048"/>
                <a:gd name="connsiteX47" fmla="*/ 1845569 w 2077997"/>
                <a:gd name="connsiteY47" fmla="*/ 379551 h 2078048"/>
                <a:gd name="connsiteX48" fmla="*/ 1841092 w 2077997"/>
                <a:gd name="connsiteY48" fmla="*/ 378408 h 2078048"/>
                <a:gd name="connsiteX49" fmla="*/ 1840901 w 2077997"/>
                <a:gd name="connsiteY49" fmla="*/ 378408 h 2078048"/>
                <a:gd name="connsiteX50" fmla="*/ 1840901 w 2077997"/>
                <a:gd name="connsiteY50" fmla="*/ 378408 h 2078048"/>
                <a:gd name="connsiteX51" fmla="*/ 1828995 w 2077997"/>
                <a:gd name="connsiteY51" fmla="*/ 381551 h 2078048"/>
                <a:gd name="connsiteX52" fmla="*/ 1772702 w 2077997"/>
                <a:gd name="connsiteY52" fmla="*/ 305256 h 2078048"/>
                <a:gd name="connsiteX53" fmla="*/ 1681357 w 2077997"/>
                <a:gd name="connsiteY53" fmla="*/ 241534 h 2078048"/>
                <a:gd name="connsiteX54" fmla="*/ 1682215 w 2077997"/>
                <a:gd name="connsiteY54" fmla="*/ 225437 h 2078048"/>
                <a:gd name="connsiteX55" fmla="*/ 1660593 w 2077997"/>
                <a:gd name="connsiteY55" fmla="*/ 209149 h 2078048"/>
                <a:gd name="connsiteX56" fmla="*/ 1659545 w 2077997"/>
                <a:gd name="connsiteY56" fmla="*/ 209054 h 2078048"/>
                <a:gd name="connsiteX57" fmla="*/ 1654592 w 2077997"/>
                <a:gd name="connsiteY57" fmla="*/ 209339 h 2078048"/>
                <a:gd name="connsiteX58" fmla="*/ 1642496 w 2077997"/>
                <a:gd name="connsiteY58" fmla="*/ 226865 h 2078048"/>
                <a:gd name="connsiteX59" fmla="*/ 1588775 w 2077997"/>
                <a:gd name="connsiteY59" fmla="*/ 216388 h 2078048"/>
                <a:gd name="connsiteX60" fmla="*/ 1548007 w 2077997"/>
                <a:gd name="connsiteY60" fmla="*/ 158190 h 2078048"/>
                <a:gd name="connsiteX61" fmla="*/ 1558866 w 2077997"/>
                <a:gd name="connsiteY61" fmla="*/ 144760 h 2078048"/>
                <a:gd name="connsiteX62" fmla="*/ 1537911 w 2077997"/>
                <a:gd name="connsiteY62" fmla="*/ 121424 h 2078048"/>
                <a:gd name="connsiteX63" fmla="*/ 1532672 w 2077997"/>
                <a:gd name="connsiteY63" fmla="*/ 121043 h 2078048"/>
                <a:gd name="connsiteX64" fmla="*/ 1531910 w 2077997"/>
                <a:gd name="connsiteY64" fmla="*/ 121138 h 2078048"/>
                <a:gd name="connsiteX65" fmla="*/ 1527338 w 2077997"/>
                <a:gd name="connsiteY65" fmla="*/ 121900 h 2078048"/>
                <a:gd name="connsiteX66" fmla="*/ 1527338 w 2077997"/>
                <a:gd name="connsiteY66" fmla="*/ 121900 h 2078048"/>
                <a:gd name="connsiteX67" fmla="*/ 1527338 w 2077997"/>
                <a:gd name="connsiteY67" fmla="*/ 121900 h 2078048"/>
                <a:gd name="connsiteX68" fmla="*/ 1517623 w 2077997"/>
                <a:gd name="connsiteY68" fmla="*/ 129139 h 2078048"/>
                <a:gd name="connsiteX69" fmla="*/ 1436089 w 2077997"/>
                <a:gd name="connsiteY69" fmla="*/ 80276 h 2078048"/>
                <a:gd name="connsiteX70" fmla="*/ 1327028 w 2077997"/>
                <a:gd name="connsiteY70" fmla="*/ 56273 h 2078048"/>
                <a:gd name="connsiteX71" fmla="*/ 1321694 w 2077997"/>
                <a:gd name="connsiteY71" fmla="*/ 41033 h 2078048"/>
                <a:gd name="connsiteX72" fmla="*/ 1300167 w 2077997"/>
                <a:gd name="connsiteY72" fmla="*/ 33317 h 2078048"/>
                <a:gd name="connsiteX73" fmla="*/ 1300167 w 2077997"/>
                <a:gd name="connsiteY73" fmla="*/ 33317 h 2078048"/>
                <a:gd name="connsiteX74" fmla="*/ 1300072 w 2077997"/>
                <a:gd name="connsiteY74" fmla="*/ 33317 h 2078048"/>
                <a:gd name="connsiteX75" fmla="*/ 1295023 w 2077997"/>
                <a:gd name="connsiteY75" fmla="*/ 34365 h 2078048"/>
                <a:gd name="connsiteX76" fmla="*/ 1294643 w 2077997"/>
                <a:gd name="connsiteY76" fmla="*/ 34460 h 2078048"/>
                <a:gd name="connsiteX77" fmla="*/ 1289975 w 2077997"/>
                <a:gd name="connsiteY77" fmla="*/ 36746 h 2078048"/>
                <a:gd name="connsiteX78" fmla="*/ 1287022 w 2077997"/>
                <a:gd name="connsiteY78" fmla="*/ 39223 h 2078048"/>
                <a:gd name="connsiteX79" fmla="*/ 1283022 w 2077997"/>
                <a:gd name="connsiteY79" fmla="*/ 48748 h 2078048"/>
                <a:gd name="connsiteX80" fmla="*/ 1284451 w 2077997"/>
                <a:gd name="connsiteY80" fmla="*/ 55606 h 2078048"/>
                <a:gd name="connsiteX81" fmla="*/ 1285594 w 2077997"/>
                <a:gd name="connsiteY81" fmla="*/ 57511 h 2078048"/>
                <a:gd name="connsiteX82" fmla="*/ 1231873 w 2077997"/>
                <a:gd name="connsiteY82" fmla="*/ 68465 h 2078048"/>
                <a:gd name="connsiteX83" fmla="*/ 1171865 w 2077997"/>
                <a:gd name="connsiteY83" fmla="*/ 30460 h 2078048"/>
                <a:gd name="connsiteX84" fmla="*/ 1176723 w 2077997"/>
                <a:gd name="connsiteY84" fmla="*/ 13886 h 2078048"/>
                <a:gd name="connsiteX85" fmla="*/ 1169389 w 2077997"/>
                <a:gd name="connsiteY85" fmla="*/ 4838 h 2078048"/>
                <a:gd name="connsiteX86" fmla="*/ 1165769 w 2077997"/>
                <a:gd name="connsiteY86" fmla="*/ 2742 h 2078048"/>
                <a:gd name="connsiteX87" fmla="*/ 1157387 w 2077997"/>
                <a:gd name="connsiteY87" fmla="*/ 266 h 2078048"/>
                <a:gd name="connsiteX88" fmla="*/ 1148338 w 2077997"/>
                <a:gd name="connsiteY88" fmla="*/ 456 h 2078048"/>
                <a:gd name="connsiteX89" fmla="*/ 1143481 w 2077997"/>
                <a:gd name="connsiteY89" fmla="*/ 2075 h 2078048"/>
                <a:gd name="connsiteX90" fmla="*/ 1142528 w 2077997"/>
                <a:gd name="connsiteY90" fmla="*/ 2552 h 2078048"/>
                <a:gd name="connsiteX91" fmla="*/ 1138813 w 2077997"/>
                <a:gd name="connsiteY91" fmla="*/ 4933 h 2078048"/>
                <a:gd name="connsiteX92" fmla="*/ 1138813 w 2077997"/>
                <a:gd name="connsiteY92" fmla="*/ 4933 h 2078048"/>
                <a:gd name="connsiteX93" fmla="*/ 1138813 w 2077997"/>
                <a:gd name="connsiteY93" fmla="*/ 4933 h 2078048"/>
                <a:gd name="connsiteX94" fmla="*/ 1132718 w 2077997"/>
                <a:gd name="connsiteY94" fmla="*/ 15410 h 2078048"/>
                <a:gd name="connsiteX95" fmla="*/ 1039087 w 2077997"/>
                <a:gd name="connsiteY95" fmla="*/ 1409 h 2078048"/>
                <a:gd name="connsiteX96" fmla="*/ 929549 w 2077997"/>
                <a:gd name="connsiteY96" fmla="*/ 20744 h 2078048"/>
                <a:gd name="connsiteX97" fmla="*/ 918786 w 2077997"/>
                <a:gd name="connsiteY97" fmla="*/ 8838 h 2078048"/>
                <a:gd name="connsiteX98" fmla="*/ 896021 w 2077997"/>
                <a:gd name="connsiteY98" fmla="*/ 10076 h 2078048"/>
                <a:gd name="connsiteX99" fmla="*/ 896021 w 2077997"/>
                <a:gd name="connsiteY99" fmla="*/ 10076 h 2078048"/>
                <a:gd name="connsiteX100" fmla="*/ 896021 w 2077997"/>
                <a:gd name="connsiteY100" fmla="*/ 10076 h 2078048"/>
                <a:gd name="connsiteX101" fmla="*/ 891830 w 2077997"/>
                <a:gd name="connsiteY101" fmla="*/ 12839 h 2078048"/>
                <a:gd name="connsiteX102" fmla="*/ 891259 w 2077997"/>
                <a:gd name="connsiteY102" fmla="*/ 13220 h 2078048"/>
                <a:gd name="connsiteX103" fmla="*/ 887830 w 2077997"/>
                <a:gd name="connsiteY103" fmla="*/ 16934 h 2078048"/>
                <a:gd name="connsiteX104" fmla="*/ 891449 w 2077997"/>
                <a:gd name="connsiteY104" fmla="*/ 37794 h 2078048"/>
                <a:gd name="connsiteX105" fmla="*/ 846110 w 2077997"/>
                <a:gd name="connsiteY105" fmla="*/ 68465 h 2078048"/>
                <a:gd name="connsiteX106" fmla="*/ 775911 w 2077997"/>
                <a:gd name="connsiteY106" fmla="*/ 56273 h 2078048"/>
                <a:gd name="connsiteX107" fmla="*/ 774292 w 2077997"/>
                <a:gd name="connsiteY107" fmla="*/ 38842 h 2078048"/>
                <a:gd name="connsiteX108" fmla="*/ 764957 w 2077997"/>
                <a:gd name="connsiteY108" fmla="*/ 33603 h 2078048"/>
                <a:gd name="connsiteX109" fmla="*/ 759909 w 2077997"/>
                <a:gd name="connsiteY109" fmla="*/ 32841 h 2078048"/>
                <a:gd name="connsiteX110" fmla="*/ 751241 w 2077997"/>
                <a:gd name="connsiteY110" fmla="*/ 33794 h 2078048"/>
                <a:gd name="connsiteX111" fmla="*/ 742954 w 2077997"/>
                <a:gd name="connsiteY111" fmla="*/ 37508 h 2078048"/>
                <a:gd name="connsiteX112" fmla="*/ 738859 w 2077997"/>
                <a:gd name="connsiteY112" fmla="*/ 40937 h 2078048"/>
                <a:gd name="connsiteX113" fmla="*/ 738478 w 2077997"/>
                <a:gd name="connsiteY113" fmla="*/ 41318 h 2078048"/>
                <a:gd name="connsiteX114" fmla="*/ 735716 w 2077997"/>
                <a:gd name="connsiteY114" fmla="*/ 45128 h 2078048"/>
                <a:gd name="connsiteX115" fmla="*/ 735716 w 2077997"/>
                <a:gd name="connsiteY115" fmla="*/ 45128 h 2078048"/>
                <a:gd name="connsiteX116" fmla="*/ 735716 w 2077997"/>
                <a:gd name="connsiteY116" fmla="*/ 45128 h 2078048"/>
                <a:gd name="connsiteX117" fmla="*/ 734096 w 2077997"/>
                <a:gd name="connsiteY117" fmla="*/ 57320 h 2078048"/>
                <a:gd name="connsiteX118" fmla="*/ 641799 w 2077997"/>
                <a:gd name="connsiteY118" fmla="*/ 80276 h 2078048"/>
                <a:gd name="connsiteX119" fmla="*/ 547692 w 2077997"/>
                <a:gd name="connsiteY119" fmla="*/ 140283 h 2078048"/>
                <a:gd name="connsiteX120" fmla="*/ 533214 w 2077997"/>
                <a:gd name="connsiteY120" fmla="*/ 133425 h 2078048"/>
                <a:gd name="connsiteX121" fmla="*/ 512735 w 2077997"/>
                <a:gd name="connsiteY121" fmla="*/ 143331 h 2078048"/>
                <a:gd name="connsiteX122" fmla="*/ 512735 w 2077997"/>
                <a:gd name="connsiteY122" fmla="*/ 143331 h 2078048"/>
                <a:gd name="connsiteX123" fmla="*/ 512735 w 2077997"/>
                <a:gd name="connsiteY123" fmla="*/ 143331 h 2078048"/>
                <a:gd name="connsiteX124" fmla="*/ 509878 w 2077997"/>
                <a:gd name="connsiteY124" fmla="*/ 147522 h 2078048"/>
                <a:gd name="connsiteX125" fmla="*/ 509592 w 2077997"/>
                <a:gd name="connsiteY125" fmla="*/ 148094 h 2078048"/>
                <a:gd name="connsiteX126" fmla="*/ 507878 w 2077997"/>
                <a:gd name="connsiteY126" fmla="*/ 152856 h 2078048"/>
                <a:gd name="connsiteX127" fmla="*/ 519307 w 2077997"/>
                <a:gd name="connsiteY127" fmla="*/ 170668 h 2078048"/>
                <a:gd name="connsiteX128" fmla="*/ 489208 w 2077997"/>
                <a:gd name="connsiteY128" fmla="*/ 216388 h 2078048"/>
                <a:gd name="connsiteX129" fmla="*/ 419866 w 2077997"/>
                <a:gd name="connsiteY129" fmla="*/ 232009 h 2078048"/>
                <a:gd name="connsiteX130" fmla="*/ 411580 w 2077997"/>
                <a:gd name="connsiteY130" fmla="*/ 216578 h 2078048"/>
                <a:gd name="connsiteX131" fmla="*/ 407960 w 2077997"/>
                <a:gd name="connsiteY131" fmla="*/ 215340 h 2078048"/>
                <a:gd name="connsiteX132" fmla="*/ 404055 w 2077997"/>
                <a:gd name="connsiteY132" fmla="*/ 214959 h 2078048"/>
                <a:gd name="connsiteX133" fmla="*/ 395959 w 2077997"/>
                <a:gd name="connsiteY133" fmla="*/ 216388 h 2078048"/>
                <a:gd name="connsiteX134" fmla="*/ 382148 w 2077997"/>
                <a:gd name="connsiteY134" fmla="*/ 227151 h 2078048"/>
                <a:gd name="connsiteX135" fmla="*/ 379671 w 2077997"/>
                <a:gd name="connsiteY135" fmla="*/ 231914 h 2078048"/>
                <a:gd name="connsiteX136" fmla="*/ 379576 w 2077997"/>
                <a:gd name="connsiteY136" fmla="*/ 232295 h 2078048"/>
                <a:gd name="connsiteX137" fmla="*/ 378433 w 2077997"/>
                <a:gd name="connsiteY137" fmla="*/ 236771 h 2078048"/>
                <a:gd name="connsiteX138" fmla="*/ 378433 w 2077997"/>
                <a:gd name="connsiteY138" fmla="*/ 236962 h 2078048"/>
                <a:gd name="connsiteX139" fmla="*/ 378433 w 2077997"/>
                <a:gd name="connsiteY139" fmla="*/ 236962 h 2078048"/>
                <a:gd name="connsiteX140" fmla="*/ 381576 w 2077997"/>
                <a:gd name="connsiteY140" fmla="*/ 248868 h 2078048"/>
                <a:gd name="connsiteX141" fmla="*/ 305281 w 2077997"/>
                <a:gd name="connsiteY141" fmla="*/ 305161 h 2078048"/>
                <a:gd name="connsiteX142" fmla="*/ 241558 w 2077997"/>
                <a:gd name="connsiteY142" fmla="*/ 396506 h 2078048"/>
                <a:gd name="connsiteX143" fmla="*/ 225461 w 2077997"/>
                <a:gd name="connsiteY143" fmla="*/ 395648 h 2078048"/>
                <a:gd name="connsiteX144" fmla="*/ 209174 w 2077997"/>
                <a:gd name="connsiteY144" fmla="*/ 417270 h 2078048"/>
                <a:gd name="connsiteX145" fmla="*/ 209078 w 2077997"/>
                <a:gd name="connsiteY145" fmla="*/ 418318 h 2078048"/>
                <a:gd name="connsiteX146" fmla="*/ 209364 w 2077997"/>
                <a:gd name="connsiteY146" fmla="*/ 423271 h 2078048"/>
                <a:gd name="connsiteX147" fmla="*/ 226890 w 2077997"/>
                <a:gd name="connsiteY147" fmla="*/ 435368 h 2078048"/>
                <a:gd name="connsiteX148" fmla="*/ 216412 w 2077997"/>
                <a:gd name="connsiteY148" fmla="*/ 489089 h 2078048"/>
                <a:gd name="connsiteX149" fmla="*/ 158215 w 2077997"/>
                <a:gd name="connsiteY149" fmla="*/ 529856 h 2078048"/>
                <a:gd name="connsiteX150" fmla="*/ 144784 w 2077997"/>
                <a:gd name="connsiteY150" fmla="*/ 518997 h 2078048"/>
                <a:gd name="connsiteX151" fmla="*/ 140974 w 2077997"/>
                <a:gd name="connsiteY151" fmla="*/ 519283 h 2078048"/>
                <a:gd name="connsiteX152" fmla="*/ 124782 w 2077997"/>
                <a:gd name="connsiteY152" fmla="*/ 531570 h 2078048"/>
                <a:gd name="connsiteX153" fmla="*/ 121448 w 2077997"/>
                <a:gd name="connsiteY153" fmla="*/ 539952 h 2078048"/>
                <a:gd name="connsiteX154" fmla="*/ 121067 w 2077997"/>
                <a:gd name="connsiteY154" fmla="*/ 545191 h 2078048"/>
                <a:gd name="connsiteX155" fmla="*/ 121162 w 2077997"/>
                <a:gd name="connsiteY155" fmla="*/ 545953 h 2078048"/>
                <a:gd name="connsiteX156" fmla="*/ 121924 w 2077997"/>
                <a:gd name="connsiteY156" fmla="*/ 550525 h 2078048"/>
                <a:gd name="connsiteX157" fmla="*/ 121924 w 2077997"/>
                <a:gd name="connsiteY157" fmla="*/ 550525 h 2078048"/>
                <a:gd name="connsiteX158" fmla="*/ 121924 w 2077997"/>
                <a:gd name="connsiteY158" fmla="*/ 550525 h 2078048"/>
                <a:gd name="connsiteX159" fmla="*/ 129163 w 2077997"/>
                <a:gd name="connsiteY159" fmla="*/ 560240 h 2078048"/>
                <a:gd name="connsiteX160" fmla="*/ 80300 w 2077997"/>
                <a:gd name="connsiteY160" fmla="*/ 641774 h 2078048"/>
                <a:gd name="connsiteX161" fmla="*/ 56297 w 2077997"/>
                <a:gd name="connsiteY161" fmla="*/ 750836 h 2078048"/>
                <a:gd name="connsiteX162" fmla="*/ 41057 w 2077997"/>
                <a:gd name="connsiteY162" fmla="*/ 756170 h 2078048"/>
                <a:gd name="connsiteX163" fmla="*/ 33342 w 2077997"/>
                <a:gd name="connsiteY163" fmla="*/ 777696 h 2078048"/>
                <a:gd name="connsiteX164" fmla="*/ 33342 w 2077997"/>
                <a:gd name="connsiteY164" fmla="*/ 777696 h 2078048"/>
                <a:gd name="connsiteX165" fmla="*/ 33342 w 2077997"/>
                <a:gd name="connsiteY165" fmla="*/ 777791 h 2078048"/>
                <a:gd name="connsiteX166" fmla="*/ 34390 w 2077997"/>
                <a:gd name="connsiteY166" fmla="*/ 782840 h 2078048"/>
                <a:gd name="connsiteX167" fmla="*/ 34485 w 2077997"/>
                <a:gd name="connsiteY167" fmla="*/ 783316 h 2078048"/>
                <a:gd name="connsiteX168" fmla="*/ 36771 w 2077997"/>
                <a:gd name="connsiteY168" fmla="*/ 787983 h 2078048"/>
                <a:gd name="connsiteX169" fmla="*/ 57631 w 2077997"/>
                <a:gd name="connsiteY169" fmla="*/ 792460 h 2078048"/>
                <a:gd name="connsiteX170" fmla="*/ 68584 w 2077997"/>
                <a:gd name="connsiteY170" fmla="*/ 846181 h 2078048"/>
                <a:gd name="connsiteX171" fmla="*/ 30580 w 2077997"/>
                <a:gd name="connsiteY171" fmla="*/ 906188 h 2078048"/>
                <a:gd name="connsiteX172" fmla="*/ 21055 w 2077997"/>
                <a:gd name="connsiteY172" fmla="*/ 900569 h 2078048"/>
                <a:gd name="connsiteX173" fmla="*/ 17530 w 2077997"/>
                <a:gd name="connsiteY173" fmla="*/ 900473 h 2078048"/>
                <a:gd name="connsiteX174" fmla="*/ 13911 w 2077997"/>
                <a:gd name="connsiteY174" fmla="*/ 901331 h 2078048"/>
                <a:gd name="connsiteX175" fmla="*/ 481 w 2077997"/>
                <a:gd name="connsiteY175" fmla="*/ 929715 h 2078048"/>
                <a:gd name="connsiteX176" fmla="*/ 2100 w 2077997"/>
                <a:gd name="connsiteY176" fmla="*/ 934573 h 2078048"/>
                <a:gd name="connsiteX177" fmla="*/ 2576 w 2077997"/>
                <a:gd name="connsiteY177" fmla="*/ 935525 h 2078048"/>
                <a:gd name="connsiteX178" fmla="*/ 4957 w 2077997"/>
                <a:gd name="connsiteY178" fmla="*/ 939240 h 2078048"/>
                <a:gd name="connsiteX179" fmla="*/ 4957 w 2077997"/>
                <a:gd name="connsiteY179" fmla="*/ 939240 h 2078048"/>
                <a:gd name="connsiteX180" fmla="*/ 4957 w 2077997"/>
                <a:gd name="connsiteY180" fmla="*/ 939240 h 2078048"/>
                <a:gd name="connsiteX181" fmla="*/ 15435 w 2077997"/>
                <a:gd name="connsiteY181" fmla="*/ 945336 h 2078048"/>
                <a:gd name="connsiteX182" fmla="*/ 1433 w 2077997"/>
                <a:gd name="connsiteY182" fmla="*/ 1038967 h 2078048"/>
                <a:gd name="connsiteX183" fmla="*/ 20769 w 2077997"/>
                <a:gd name="connsiteY183" fmla="*/ 1148504 h 2078048"/>
                <a:gd name="connsiteX184" fmla="*/ 8863 w 2077997"/>
                <a:gd name="connsiteY184" fmla="*/ 1159268 h 2078048"/>
                <a:gd name="connsiteX185" fmla="*/ 10101 w 2077997"/>
                <a:gd name="connsiteY185" fmla="*/ 1182032 h 2078048"/>
                <a:gd name="connsiteX186" fmla="*/ 10101 w 2077997"/>
                <a:gd name="connsiteY186" fmla="*/ 1182032 h 2078048"/>
                <a:gd name="connsiteX187" fmla="*/ 10101 w 2077997"/>
                <a:gd name="connsiteY187" fmla="*/ 1182032 h 2078048"/>
                <a:gd name="connsiteX188" fmla="*/ 12863 w 2077997"/>
                <a:gd name="connsiteY188" fmla="*/ 1186224 h 2078048"/>
                <a:gd name="connsiteX189" fmla="*/ 13244 w 2077997"/>
                <a:gd name="connsiteY189" fmla="*/ 1186795 h 2078048"/>
                <a:gd name="connsiteX190" fmla="*/ 16959 w 2077997"/>
                <a:gd name="connsiteY190" fmla="*/ 1190224 h 2078048"/>
                <a:gd name="connsiteX191" fmla="*/ 37819 w 2077997"/>
                <a:gd name="connsiteY191" fmla="*/ 1186604 h 2078048"/>
                <a:gd name="connsiteX192" fmla="*/ 68489 w 2077997"/>
                <a:gd name="connsiteY192" fmla="*/ 1231943 h 2078048"/>
                <a:gd name="connsiteX193" fmla="*/ 56297 w 2077997"/>
                <a:gd name="connsiteY193" fmla="*/ 1302143 h 2078048"/>
                <a:gd name="connsiteX194" fmla="*/ 38866 w 2077997"/>
                <a:gd name="connsiteY194" fmla="*/ 1303762 h 2078048"/>
                <a:gd name="connsiteX195" fmla="*/ 37533 w 2077997"/>
                <a:gd name="connsiteY195" fmla="*/ 1335099 h 2078048"/>
                <a:gd name="connsiteX196" fmla="*/ 40962 w 2077997"/>
                <a:gd name="connsiteY196" fmla="*/ 1339195 h 2078048"/>
                <a:gd name="connsiteX197" fmla="*/ 41343 w 2077997"/>
                <a:gd name="connsiteY197" fmla="*/ 1339576 h 2078048"/>
                <a:gd name="connsiteX198" fmla="*/ 45153 w 2077997"/>
                <a:gd name="connsiteY198" fmla="*/ 1342338 h 2078048"/>
                <a:gd name="connsiteX199" fmla="*/ 45153 w 2077997"/>
                <a:gd name="connsiteY199" fmla="*/ 1342338 h 2078048"/>
                <a:gd name="connsiteX200" fmla="*/ 45153 w 2077997"/>
                <a:gd name="connsiteY200" fmla="*/ 1342338 h 2078048"/>
                <a:gd name="connsiteX201" fmla="*/ 57345 w 2077997"/>
                <a:gd name="connsiteY201" fmla="*/ 1343957 h 2078048"/>
                <a:gd name="connsiteX202" fmla="*/ 80300 w 2077997"/>
                <a:gd name="connsiteY202" fmla="*/ 1436255 h 2078048"/>
                <a:gd name="connsiteX203" fmla="*/ 140308 w 2077997"/>
                <a:gd name="connsiteY203" fmla="*/ 1530362 h 2078048"/>
                <a:gd name="connsiteX204" fmla="*/ 133450 w 2077997"/>
                <a:gd name="connsiteY204" fmla="*/ 1544840 h 2078048"/>
                <a:gd name="connsiteX205" fmla="*/ 143356 w 2077997"/>
                <a:gd name="connsiteY205" fmla="*/ 1565318 h 2078048"/>
                <a:gd name="connsiteX206" fmla="*/ 143356 w 2077997"/>
                <a:gd name="connsiteY206" fmla="*/ 1565318 h 2078048"/>
                <a:gd name="connsiteX207" fmla="*/ 143356 w 2077997"/>
                <a:gd name="connsiteY207" fmla="*/ 1565318 h 2078048"/>
                <a:gd name="connsiteX208" fmla="*/ 147547 w 2077997"/>
                <a:gd name="connsiteY208" fmla="*/ 1568176 h 2078048"/>
                <a:gd name="connsiteX209" fmla="*/ 148118 w 2077997"/>
                <a:gd name="connsiteY209" fmla="*/ 1568462 h 2078048"/>
                <a:gd name="connsiteX210" fmla="*/ 152881 w 2077997"/>
                <a:gd name="connsiteY210" fmla="*/ 1570176 h 2078048"/>
                <a:gd name="connsiteX211" fmla="*/ 170692 w 2077997"/>
                <a:gd name="connsiteY211" fmla="*/ 1558746 h 2078048"/>
                <a:gd name="connsiteX212" fmla="*/ 216412 w 2077997"/>
                <a:gd name="connsiteY212" fmla="*/ 1588845 h 2078048"/>
                <a:gd name="connsiteX213" fmla="*/ 232033 w 2077997"/>
                <a:gd name="connsiteY213" fmla="*/ 1658187 h 2078048"/>
                <a:gd name="connsiteX214" fmla="*/ 216603 w 2077997"/>
                <a:gd name="connsiteY214" fmla="*/ 1666474 h 2078048"/>
                <a:gd name="connsiteX215" fmla="*/ 220699 w 2077997"/>
                <a:gd name="connsiteY215" fmla="*/ 1689715 h 2078048"/>
                <a:gd name="connsiteX216" fmla="*/ 227271 w 2077997"/>
                <a:gd name="connsiteY216" fmla="*/ 1695906 h 2078048"/>
                <a:gd name="connsiteX217" fmla="*/ 227271 w 2077997"/>
                <a:gd name="connsiteY217" fmla="*/ 1695906 h 2078048"/>
                <a:gd name="connsiteX218" fmla="*/ 232033 w 2077997"/>
                <a:gd name="connsiteY218" fmla="*/ 1698383 h 2078048"/>
                <a:gd name="connsiteX219" fmla="*/ 232415 w 2077997"/>
                <a:gd name="connsiteY219" fmla="*/ 1698478 h 2078048"/>
                <a:gd name="connsiteX220" fmla="*/ 236891 w 2077997"/>
                <a:gd name="connsiteY220" fmla="*/ 1699621 h 2078048"/>
                <a:gd name="connsiteX221" fmla="*/ 237082 w 2077997"/>
                <a:gd name="connsiteY221" fmla="*/ 1699621 h 2078048"/>
                <a:gd name="connsiteX222" fmla="*/ 237082 w 2077997"/>
                <a:gd name="connsiteY222" fmla="*/ 1699621 h 2078048"/>
                <a:gd name="connsiteX223" fmla="*/ 248988 w 2077997"/>
                <a:gd name="connsiteY223" fmla="*/ 1696478 h 2078048"/>
                <a:gd name="connsiteX224" fmla="*/ 305281 w 2077997"/>
                <a:gd name="connsiteY224" fmla="*/ 1772773 h 2078048"/>
                <a:gd name="connsiteX225" fmla="*/ 396625 w 2077997"/>
                <a:gd name="connsiteY225" fmla="*/ 1836495 h 2078048"/>
                <a:gd name="connsiteX226" fmla="*/ 395768 w 2077997"/>
                <a:gd name="connsiteY226" fmla="*/ 1852592 h 2078048"/>
                <a:gd name="connsiteX227" fmla="*/ 417390 w 2077997"/>
                <a:gd name="connsiteY227" fmla="*/ 1868880 h 2078048"/>
                <a:gd name="connsiteX228" fmla="*/ 418438 w 2077997"/>
                <a:gd name="connsiteY228" fmla="*/ 1868975 h 2078048"/>
                <a:gd name="connsiteX229" fmla="*/ 423391 w 2077997"/>
                <a:gd name="connsiteY229" fmla="*/ 1868690 h 2078048"/>
                <a:gd name="connsiteX230" fmla="*/ 427105 w 2077997"/>
                <a:gd name="connsiteY230" fmla="*/ 1867451 h 2078048"/>
                <a:gd name="connsiteX231" fmla="*/ 435773 w 2077997"/>
                <a:gd name="connsiteY231" fmla="*/ 1853354 h 2078048"/>
                <a:gd name="connsiteX232" fmla="*/ 435487 w 2077997"/>
                <a:gd name="connsiteY232" fmla="*/ 1851164 h 2078048"/>
                <a:gd name="connsiteX233" fmla="*/ 489208 w 2077997"/>
                <a:gd name="connsiteY233" fmla="*/ 1861641 h 2078048"/>
                <a:gd name="connsiteX234" fmla="*/ 529975 w 2077997"/>
                <a:gd name="connsiteY234" fmla="*/ 1919839 h 2078048"/>
                <a:gd name="connsiteX235" fmla="*/ 519117 w 2077997"/>
                <a:gd name="connsiteY235" fmla="*/ 1933269 h 2078048"/>
                <a:gd name="connsiteX236" fmla="*/ 540072 w 2077997"/>
                <a:gd name="connsiteY236" fmla="*/ 1956605 h 2078048"/>
                <a:gd name="connsiteX237" fmla="*/ 545311 w 2077997"/>
                <a:gd name="connsiteY237" fmla="*/ 1956986 h 2078048"/>
                <a:gd name="connsiteX238" fmla="*/ 546073 w 2077997"/>
                <a:gd name="connsiteY238" fmla="*/ 1956891 h 2078048"/>
                <a:gd name="connsiteX239" fmla="*/ 550645 w 2077997"/>
                <a:gd name="connsiteY239" fmla="*/ 1956129 h 2078048"/>
                <a:gd name="connsiteX240" fmla="*/ 550645 w 2077997"/>
                <a:gd name="connsiteY240" fmla="*/ 1956129 h 2078048"/>
                <a:gd name="connsiteX241" fmla="*/ 550645 w 2077997"/>
                <a:gd name="connsiteY241" fmla="*/ 1956129 h 2078048"/>
                <a:gd name="connsiteX242" fmla="*/ 560360 w 2077997"/>
                <a:gd name="connsiteY242" fmla="*/ 1948890 h 2078048"/>
                <a:gd name="connsiteX243" fmla="*/ 641894 w 2077997"/>
                <a:gd name="connsiteY243" fmla="*/ 1997753 h 2078048"/>
                <a:gd name="connsiteX244" fmla="*/ 750955 w 2077997"/>
                <a:gd name="connsiteY244" fmla="*/ 2021757 h 2078048"/>
                <a:gd name="connsiteX245" fmla="*/ 756290 w 2077997"/>
                <a:gd name="connsiteY245" fmla="*/ 2036996 h 2078048"/>
                <a:gd name="connsiteX246" fmla="*/ 777816 w 2077997"/>
                <a:gd name="connsiteY246" fmla="*/ 2044712 h 2078048"/>
                <a:gd name="connsiteX247" fmla="*/ 777816 w 2077997"/>
                <a:gd name="connsiteY247" fmla="*/ 2044712 h 2078048"/>
                <a:gd name="connsiteX248" fmla="*/ 777911 w 2077997"/>
                <a:gd name="connsiteY248" fmla="*/ 2044712 h 2078048"/>
                <a:gd name="connsiteX249" fmla="*/ 782959 w 2077997"/>
                <a:gd name="connsiteY249" fmla="*/ 2043664 h 2078048"/>
                <a:gd name="connsiteX250" fmla="*/ 783341 w 2077997"/>
                <a:gd name="connsiteY250" fmla="*/ 2043569 h 2078048"/>
                <a:gd name="connsiteX251" fmla="*/ 788008 w 2077997"/>
                <a:gd name="connsiteY251" fmla="*/ 2041283 h 2078048"/>
                <a:gd name="connsiteX252" fmla="*/ 792484 w 2077997"/>
                <a:gd name="connsiteY252" fmla="*/ 2020423 h 2078048"/>
                <a:gd name="connsiteX253" fmla="*/ 846205 w 2077997"/>
                <a:gd name="connsiteY253" fmla="*/ 2009469 h 2078048"/>
                <a:gd name="connsiteX254" fmla="*/ 906213 w 2077997"/>
                <a:gd name="connsiteY254" fmla="*/ 2047474 h 2078048"/>
                <a:gd name="connsiteX255" fmla="*/ 901355 w 2077997"/>
                <a:gd name="connsiteY255" fmla="*/ 2064047 h 2078048"/>
                <a:gd name="connsiteX256" fmla="*/ 916309 w 2077997"/>
                <a:gd name="connsiteY256" fmla="*/ 2076811 h 2078048"/>
                <a:gd name="connsiteX257" fmla="*/ 925168 w 2077997"/>
                <a:gd name="connsiteY257" fmla="*/ 2078049 h 2078048"/>
                <a:gd name="connsiteX258" fmla="*/ 929740 w 2077997"/>
                <a:gd name="connsiteY258" fmla="*/ 2077573 h 2078048"/>
                <a:gd name="connsiteX259" fmla="*/ 929740 w 2077997"/>
                <a:gd name="connsiteY259" fmla="*/ 2077573 h 2078048"/>
                <a:gd name="connsiteX260" fmla="*/ 934598 w 2077997"/>
                <a:gd name="connsiteY260" fmla="*/ 2075954 h 2078048"/>
                <a:gd name="connsiteX261" fmla="*/ 935550 w 2077997"/>
                <a:gd name="connsiteY261" fmla="*/ 2075477 h 2078048"/>
                <a:gd name="connsiteX262" fmla="*/ 939265 w 2077997"/>
                <a:gd name="connsiteY262" fmla="*/ 2073096 h 2078048"/>
                <a:gd name="connsiteX263" fmla="*/ 939265 w 2077997"/>
                <a:gd name="connsiteY263" fmla="*/ 2073096 h 2078048"/>
                <a:gd name="connsiteX264" fmla="*/ 939265 w 2077997"/>
                <a:gd name="connsiteY264" fmla="*/ 2073096 h 2078048"/>
                <a:gd name="connsiteX265" fmla="*/ 945361 w 2077997"/>
                <a:gd name="connsiteY265" fmla="*/ 2062619 h 2078048"/>
                <a:gd name="connsiteX266" fmla="*/ 1038992 w 2077997"/>
                <a:gd name="connsiteY266" fmla="*/ 2076620 h 2078048"/>
                <a:gd name="connsiteX267" fmla="*/ 1148529 w 2077997"/>
                <a:gd name="connsiteY267" fmla="*/ 2057285 h 2078048"/>
                <a:gd name="connsiteX268" fmla="*/ 1159292 w 2077997"/>
                <a:gd name="connsiteY268" fmla="*/ 2069191 h 2078048"/>
                <a:gd name="connsiteX269" fmla="*/ 1182057 w 2077997"/>
                <a:gd name="connsiteY269" fmla="*/ 2067953 h 2078048"/>
                <a:gd name="connsiteX270" fmla="*/ 1182057 w 2077997"/>
                <a:gd name="connsiteY270" fmla="*/ 2067953 h 2078048"/>
                <a:gd name="connsiteX271" fmla="*/ 1182057 w 2077997"/>
                <a:gd name="connsiteY271" fmla="*/ 2067953 h 2078048"/>
                <a:gd name="connsiteX272" fmla="*/ 1186248 w 2077997"/>
                <a:gd name="connsiteY272" fmla="*/ 2065190 h 2078048"/>
                <a:gd name="connsiteX273" fmla="*/ 1186820 w 2077997"/>
                <a:gd name="connsiteY273" fmla="*/ 2064809 h 2078048"/>
                <a:gd name="connsiteX274" fmla="*/ 1190248 w 2077997"/>
                <a:gd name="connsiteY274" fmla="*/ 2061095 h 2078048"/>
                <a:gd name="connsiteX275" fmla="*/ 1186629 w 2077997"/>
                <a:gd name="connsiteY275" fmla="*/ 2040235 h 2078048"/>
                <a:gd name="connsiteX276" fmla="*/ 1231968 w 2077997"/>
                <a:gd name="connsiteY276" fmla="*/ 2009564 h 2078048"/>
                <a:gd name="connsiteX277" fmla="*/ 1302167 w 2077997"/>
                <a:gd name="connsiteY277" fmla="*/ 2021757 h 2078048"/>
                <a:gd name="connsiteX278" fmla="*/ 1303787 w 2077997"/>
                <a:gd name="connsiteY278" fmla="*/ 2039187 h 2078048"/>
                <a:gd name="connsiteX279" fmla="*/ 1313978 w 2077997"/>
                <a:gd name="connsiteY279" fmla="*/ 2044712 h 2078048"/>
                <a:gd name="connsiteX280" fmla="*/ 1318169 w 2077997"/>
                <a:gd name="connsiteY280" fmla="*/ 2045188 h 2078048"/>
                <a:gd name="connsiteX281" fmla="*/ 1326837 w 2077997"/>
                <a:gd name="connsiteY281" fmla="*/ 2044235 h 2078048"/>
                <a:gd name="connsiteX282" fmla="*/ 1335124 w 2077997"/>
                <a:gd name="connsiteY282" fmla="*/ 2040520 h 2078048"/>
                <a:gd name="connsiteX283" fmla="*/ 1339220 w 2077997"/>
                <a:gd name="connsiteY283" fmla="*/ 2037092 h 2078048"/>
                <a:gd name="connsiteX284" fmla="*/ 1339601 w 2077997"/>
                <a:gd name="connsiteY284" fmla="*/ 2036711 h 2078048"/>
                <a:gd name="connsiteX285" fmla="*/ 1342363 w 2077997"/>
                <a:gd name="connsiteY285" fmla="*/ 2032901 h 2078048"/>
                <a:gd name="connsiteX286" fmla="*/ 1342363 w 2077997"/>
                <a:gd name="connsiteY286" fmla="*/ 2032901 h 2078048"/>
                <a:gd name="connsiteX287" fmla="*/ 1342363 w 2077997"/>
                <a:gd name="connsiteY287" fmla="*/ 2032901 h 2078048"/>
                <a:gd name="connsiteX288" fmla="*/ 1343982 w 2077997"/>
                <a:gd name="connsiteY288" fmla="*/ 2020709 h 2078048"/>
                <a:gd name="connsiteX289" fmla="*/ 1436279 w 2077997"/>
                <a:gd name="connsiteY289" fmla="*/ 1997753 h 2078048"/>
                <a:gd name="connsiteX290" fmla="*/ 1530386 w 2077997"/>
                <a:gd name="connsiteY290" fmla="*/ 1937746 h 2078048"/>
                <a:gd name="connsiteX291" fmla="*/ 1544864 w 2077997"/>
                <a:gd name="connsiteY291" fmla="*/ 1944604 h 2078048"/>
                <a:gd name="connsiteX292" fmla="*/ 1565343 w 2077997"/>
                <a:gd name="connsiteY292" fmla="*/ 1934698 h 2078048"/>
                <a:gd name="connsiteX293" fmla="*/ 1565343 w 2077997"/>
                <a:gd name="connsiteY293" fmla="*/ 1934698 h 2078048"/>
                <a:gd name="connsiteX294" fmla="*/ 1565343 w 2077997"/>
                <a:gd name="connsiteY294" fmla="*/ 1934698 h 2078048"/>
                <a:gd name="connsiteX295" fmla="*/ 1568201 w 2077997"/>
                <a:gd name="connsiteY295" fmla="*/ 1930507 h 2078048"/>
                <a:gd name="connsiteX296" fmla="*/ 1568486 w 2077997"/>
                <a:gd name="connsiteY296" fmla="*/ 1929935 h 2078048"/>
                <a:gd name="connsiteX297" fmla="*/ 1570201 w 2077997"/>
                <a:gd name="connsiteY297" fmla="*/ 1925173 h 2078048"/>
                <a:gd name="connsiteX298" fmla="*/ 1566677 w 2077997"/>
                <a:gd name="connsiteY298" fmla="*/ 1911838 h 2078048"/>
                <a:gd name="connsiteX299" fmla="*/ 1560771 w 2077997"/>
                <a:gd name="connsiteY299" fmla="*/ 1907837 h 2078048"/>
                <a:gd name="connsiteX300" fmla="*/ 1558771 w 2077997"/>
                <a:gd name="connsiteY300" fmla="*/ 1907266 h 2078048"/>
                <a:gd name="connsiteX301" fmla="*/ 1588870 w 2077997"/>
                <a:gd name="connsiteY301" fmla="*/ 1861546 h 2078048"/>
                <a:gd name="connsiteX302" fmla="*/ 1658212 w 2077997"/>
                <a:gd name="connsiteY302" fmla="*/ 1845925 h 2078048"/>
                <a:gd name="connsiteX303" fmla="*/ 1666498 w 2077997"/>
                <a:gd name="connsiteY303" fmla="*/ 1861355 h 2078048"/>
                <a:gd name="connsiteX304" fmla="*/ 1695931 w 2077997"/>
                <a:gd name="connsiteY304" fmla="*/ 1850783 h 2078048"/>
                <a:gd name="connsiteX305" fmla="*/ 1698407 w 2077997"/>
                <a:gd name="connsiteY305" fmla="*/ 1846020 h 2078048"/>
                <a:gd name="connsiteX306" fmla="*/ 1698503 w 2077997"/>
                <a:gd name="connsiteY306" fmla="*/ 1845639 h 2078048"/>
                <a:gd name="connsiteX307" fmla="*/ 1699646 w 2077997"/>
                <a:gd name="connsiteY307" fmla="*/ 1841162 h 2078048"/>
                <a:gd name="connsiteX308" fmla="*/ 1699646 w 2077997"/>
                <a:gd name="connsiteY308" fmla="*/ 1840972 h 2078048"/>
                <a:gd name="connsiteX309" fmla="*/ 1699646 w 2077997"/>
                <a:gd name="connsiteY309" fmla="*/ 1840972 h 2078048"/>
                <a:gd name="connsiteX310" fmla="*/ 1696502 w 2077997"/>
                <a:gd name="connsiteY310" fmla="*/ 1829066 h 2078048"/>
                <a:gd name="connsiteX311" fmla="*/ 1772797 w 2077997"/>
                <a:gd name="connsiteY311" fmla="*/ 1772773 h 2078048"/>
                <a:gd name="connsiteX312" fmla="*/ 1836520 w 2077997"/>
                <a:gd name="connsiteY312" fmla="*/ 1681428 h 2078048"/>
                <a:gd name="connsiteX313" fmla="*/ 1852617 w 2077997"/>
                <a:gd name="connsiteY313" fmla="*/ 1682285 h 2078048"/>
                <a:gd name="connsiteX314" fmla="*/ 1868905 w 2077997"/>
                <a:gd name="connsiteY314" fmla="*/ 1660664 h 2078048"/>
                <a:gd name="connsiteX315" fmla="*/ 1869000 w 2077997"/>
                <a:gd name="connsiteY315" fmla="*/ 1659616 h 2078048"/>
                <a:gd name="connsiteX316" fmla="*/ 1868714 w 2077997"/>
                <a:gd name="connsiteY316" fmla="*/ 1654663 h 2078048"/>
                <a:gd name="connsiteX317" fmla="*/ 1851188 w 2077997"/>
                <a:gd name="connsiteY317" fmla="*/ 1642566 h 2078048"/>
                <a:gd name="connsiteX318" fmla="*/ 1861666 w 2077997"/>
                <a:gd name="connsiteY318" fmla="*/ 1588845 h 2078048"/>
                <a:gd name="connsiteX319" fmla="*/ 1919863 w 2077997"/>
                <a:gd name="connsiteY319" fmla="*/ 1548078 h 2078048"/>
                <a:gd name="connsiteX320" fmla="*/ 1921578 w 2077997"/>
                <a:gd name="connsiteY320" fmla="*/ 1551983 h 2078048"/>
                <a:gd name="connsiteX321" fmla="*/ 1933294 w 2077997"/>
                <a:gd name="connsiteY321" fmla="*/ 1558937 h 2078048"/>
                <a:gd name="connsiteX322" fmla="*/ 1940914 w 2077997"/>
                <a:gd name="connsiteY322" fmla="*/ 1557603 h 2078048"/>
                <a:gd name="connsiteX323" fmla="*/ 1947867 w 2077997"/>
                <a:gd name="connsiteY323" fmla="*/ 1553222 h 2078048"/>
                <a:gd name="connsiteX324" fmla="*/ 1953392 w 2077997"/>
                <a:gd name="connsiteY324" fmla="*/ 1546459 h 2078048"/>
                <a:gd name="connsiteX325" fmla="*/ 1956725 w 2077997"/>
                <a:gd name="connsiteY325" fmla="*/ 1538077 h 2078048"/>
                <a:gd name="connsiteX326" fmla="*/ 1957106 w 2077997"/>
                <a:gd name="connsiteY326" fmla="*/ 1532838 h 2078048"/>
                <a:gd name="connsiteX327" fmla="*/ 1957011 w 2077997"/>
                <a:gd name="connsiteY327" fmla="*/ 1532076 h 2078048"/>
                <a:gd name="connsiteX328" fmla="*/ 1956249 w 2077997"/>
                <a:gd name="connsiteY328" fmla="*/ 1527504 h 2078048"/>
                <a:gd name="connsiteX329" fmla="*/ 1956249 w 2077997"/>
                <a:gd name="connsiteY329" fmla="*/ 1527504 h 2078048"/>
                <a:gd name="connsiteX330" fmla="*/ 1956249 w 2077997"/>
                <a:gd name="connsiteY330" fmla="*/ 1527504 h 2078048"/>
                <a:gd name="connsiteX331" fmla="*/ 1949010 w 2077997"/>
                <a:gd name="connsiteY331" fmla="*/ 1517789 h 2078048"/>
                <a:gd name="connsiteX332" fmla="*/ 1997873 w 2077997"/>
                <a:gd name="connsiteY332" fmla="*/ 1436255 h 2078048"/>
                <a:gd name="connsiteX333" fmla="*/ 2021876 w 2077997"/>
                <a:gd name="connsiteY333" fmla="*/ 1327193 h 2078048"/>
                <a:gd name="connsiteX334" fmla="*/ 2037116 w 2077997"/>
                <a:gd name="connsiteY334" fmla="*/ 1321859 h 2078048"/>
                <a:gd name="connsiteX335" fmla="*/ 2044831 w 2077997"/>
                <a:gd name="connsiteY335" fmla="*/ 1300333 h 2078048"/>
                <a:gd name="connsiteX336" fmla="*/ 2044831 w 2077997"/>
                <a:gd name="connsiteY336" fmla="*/ 1300333 h 2078048"/>
                <a:gd name="connsiteX337" fmla="*/ 2044831 w 2077997"/>
                <a:gd name="connsiteY337" fmla="*/ 1300238 h 2078048"/>
                <a:gd name="connsiteX338" fmla="*/ 2043784 w 2077997"/>
                <a:gd name="connsiteY338" fmla="*/ 1295189 h 2078048"/>
                <a:gd name="connsiteX339" fmla="*/ 2043688 w 2077997"/>
                <a:gd name="connsiteY339" fmla="*/ 1294808 h 2078048"/>
                <a:gd name="connsiteX340" fmla="*/ 2041403 w 2077997"/>
                <a:gd name="connsiteY340" fmla="*/ 1290141 h 2078048"/>
                <a:gd name="connsiteX341" fmla="*/ 2038926 w 2077997"/>
                <a:gd name="connsiteY341" fmla="*/ 1287188 h 2078048"/>
                <a:gd name="connsiteX342" fmla="*/ 2032830 w 2077997"/>
                <a:gd name="connsiteY342" fmla="*/ 1283664 h 2078048"/>
                <a:gd name="connsiteX343" fmla="*/ 2022543 w 2077997"/>
                <a:gd name="connsiteY343" fmla="*/ 1284521 h 2078048"/>
                <a:gd name="connsiteX344" fmla="*/ 2020638 w 2077997"/>
                <a:gd name="connsiteY344" fmla="*/ 1285664 h 2078048"/>
                <a:gd name="connsiteX345" fmla="*/ 2009684 w 2077997"/>
                <a:gd name="connsiteY345" fmla="*/ 1231943 h 2078048"/>
                <a:gd name="connsiteX346" fmla="*/ 2047689 w 2077997"/>
                <a:gd name="connsiteY346" fmla="*/ 1171936 h 2078048"/>
                <a:gd name="connsiteX347" fmla="*/ 2064263 w 2077997"/>
                <a:gd name="connsiteY347" fmla="*/ 1176794 h 2078048"/>
                <a:gd name="connsiteX348" fmla="*/ 2073311 w 2077997"/>
                <a:gd name="connsiteY348" fmla="*/ 1169459 h 2078048"/>
                <a:gd name="connsiteX349" fmla="*/ 2075407 w 2077997"/>
                <a:gd name="connsiteY349" fmla="*/ 1165840 h 2078048"/>
                <a:gd name="connsiteX350" fmla="*/ 2077883 w 2077997"/>
                <a:gd name="connsiteY350" fmla="*/ 1157458 h 2078048"/>
                <a:gd name="connsiteX351" fmla="*/ 2077502 w 2077997"/>
                <a:gd name="connsiteY351" fmla="*/ 1148314 h 2078048"/>
                <a:gd name="connsiteX352" fmla="*/ 1884335 w 2077997"/>
                <a:gd name="connsiteY352" fmla="*/ 1157077 h 2078048"/>
                <a:gd name="connsiteX353" fmla="*/ 1878144 w 2077997"/>
                <a:gd name="connsiteY353" fmla="*/ 1168793 h 2078048"/>
                <a:gd name="connsiteX354" fmla="*/ 1892431 w 2077997"/>
                <a:gd name="connsiteY354" fmla="*/ 1190224 h 2078048"/>
                <a:gd name="connsiteX355" fmla="*/ 1896813 w 2077997"/>
                <a:gd name="connsiteY355" fmla="*/ 1190319 h 2078048"/>
                <a:gd name="connsiteX356" fmla="*/ 1897289 w 2077997"/>
                <a:gd name="connsiteY356" fmla="*/ 1190224 h 2078048"/>
                <a:gd name="connsiteX357" fmla="*/ 1901385 w 2077997"/>
                <a:gd name="connsiteY357" fmla="*/ 1189176 h 2078048"/>
                <a:gd name="connsiteX358" fmla="*/ 1901385 w 2077997"/>
                <a:gd name="connsiteY358" fmla="*/ 1189176 h 2078048"/>
                <a:gd name="connsiteX359" fmla="*/ 1901385 w 2077997"/>
                <a:gd name="connsiteY359" fmla="*/ 1189176 h 2078048"/>
                <a:gd name="connsiteX360" fmla="*/ 1911101 w 2077997"/>
                <a:gd name="connsiteY360" fmla="*/ 1180604 h 2078048"/>
                <a:gd name="connsiteX361" fmla="*/ 1937961 w 2077997"/>
                <a:gd name="connsiteY361" fmla="*/ 1217465 h 2078048"/>
                <a:gd name="connsiteX362" fmla="*/ 1897099 w 2077997"/>
                <a:gd name="connsiteY362" fmla="*/ 1242230 h 2078048"/>
                <a:gd name="connsiteX363" fmla="*/ 1892241 w 2077997"/>
                <a:gd name="connsiteY363" fmla="*/ 1244231 h 2078048"/>
                <a:gd name="connsiteX364" fmla="*/ 1891955 w 2077997"/>
                <a:gd name="connsiteY364" fmla="*/ 1241278 h 2078048"/>
                <a:gd name="connsiteX365" fmla="*/ 1891860 w 2077997"/>
                <a:gd name="connsiteY365" fmla="*/ 1240802 h 2078048"/>
                <a:gd name="connsiteX366" fmla="*/ 1890431 w 2077997"/>
                <a:gd name="connsiteY366" fmla="*/ 1236706 h 2078048"/>
                <a:gd name="connsiteX367" fmla="*/ 1890431 w 2077997"/>
                <a:gd name="connsiteY367" fmla="*/ 1236706 h 2078048"/>
                <a:gd name="connsiteX368" fmla="*/ 1890431 w 2077997"/>
                <a:gd name="connsiteY368" fmla="*/ 1236706 h 2078048"/>
                <a:gd name="connsiteX369" fmla="*/ 1875191 w 2077997"/>
                <a:gd name="connsiteY369" fmla="*/ 1226800 h 2078048"/>
                <a:gd name="connsiteX370" fmla="*/ 1857761 w 2077997"/>
                <a:gd name="connsiteY370" fmla="*/ 1239944 h 2078048"/>
                <a:gd name="connsiteX371" fmla="*/ 1857570 w 2077997"/>
                <a:gd name="connsiteY371" fmla="*/ 1240516 h 2078048"/>
                <a:gd name="connsiteX372" fmla="*/ 1856808 w 2077997"/>
                <a:gd name="connsiteY372" fmla="*/ 1245088 h 2078048"/>
                <a:gd name="connsiteX373" fmla="*/ 1858713 w 2077997"/>
                <a:gd name="connsiteY373" fmla="*/ 1254422 h 2078048"/>
                <a:gd name="connsiteX374" fmla="*/ 1852712 w 2077997"/>
                <a:gd name="connsiteY374" fmla="*/ 1255565 h 2078048"/>
                <a:gd name="connsiteX375" fmla="*/ 1774131 w 2077997"/>
                <a:gd name="connsiteY375" fmla="*/ 1252803 h 2078048"/>
                <a:gd name="connsiteX376" fmla="*/ 1773845 w 2077997"/>
                <a:gd name="connsiteY376" fmla="*/ 1250993 h 2078048"/>
                <a:gd name="connsiteX377" fmla="*/ 1773750 w 2077997"/>
                <a:gd name="connsiteY377" fmla="*/ 1250517 h 2078048"/>
                <a:gd name="connsiteX378" fmla="*/ 1772417 w 2077997"/>
                <a:gd name="connsiteY378" fmla="*/ 1246802 h 2078048"/>
                <a:gd name="connsiteX379" fmla="*/ 1772417 w 2077997"/>
                <a:gd name="connsiteY379" fmla="*/ 1246802 h 2078048"/>
                <a:gd name="connsiteX380" fmla="*/ 1772417 w 2077997"/>
                <a:gd name="connsiteY380" fmla="*/ 1246802 h 2078048"/>
                <a:gd name="connsiteX381" fmla="*/ 1757462 w 2077997"/>
                <a:gd name="connsiteY381" fmla="*/ 1236992 h 2078048"/>
                <a:gd name="connsiteX382" fmla="*/ 1741937 w 2077997"/>
                <a:gd name="connsiteY382" fmla="*/ 1243564 h 2078048"/>
                <a:gd name="connsiteX383" fmla="*/ 1680214 w 2077997"/>
                <a:gd name="connsiteY383" fmla="*/ 1216418 h 2078048"/>
                <a:gd name="connsiteX384" fmla="*/ 1681453 w 2077997"/>
                <a:gd name="connsiteY384" fmla="*/ 1214513 h 2078048"/>
                <a:gd name="connsiteX385" fmla="*/ 1682405 w 2077997"/>
                <a:gd name="connsiteY385" fmla="*/ 1207274 h 2078048"/>
                <a:gd name="connsiteX386" fmla="*/ 1682405 w 2077997"/>
                <a:gd name="connsiteY386" fmla="*/ 1207274 h 2078048"/>
                <a:gd name="connsiteX387" fmla="*/ 1682405 w 2077997"/>
                <a:gd name="connsiteY387" fmla="*/ 1207274 h 2078048"/>
                <a:gd name="connsiteX388" fmla="*/ 1670880 w 2077997"/>
                <a:gd name="connsiteY388" fmla="*/ 1194986 h 2078048"/>
                <a:gd name="connsiteX389" fmla="*/ 1652497 w 2077997"/>
                <a:gd name="connsiteY389" fmla="*/ 1197082 h 2078048"/>
                <a:gd name="connsiteX390" fmla="*/ 1635161 w 2077997"/>
                <a:gd name="connsiteY390" fmla="*/ 1177365 h 2078048"/>
                <a:gd name="connsiteX391" fmla="*/ 1644401 w 2077997"/>
                <a:gd name="connsiteY391" fmla="*/ 1178127 h 2078048"/>
                <a:gd name="connsiteX392" fmla="*/ 1656307 w 2077997"/>
                <a:gd name="connsiteY392" fmla="*/ 1161935 h 2078048"/>
                <a:gd name="connsiteX393" fmla="*/ 1654402 w 2077997"/>
                <a:gd name="connsiteY393" fmla="*/ 1158696 h 2078048"/>
                <a:gd name="connsiteX394" fmla="*/ 1654116 w 2077997"/>
                <a:gd name="connsiteY394" fmla="*/ 1158410 h 2078048"/>
                <a:gd name="connsiteX395" fmla="*/ 1651449 w 2077997"/>
                <a:gd name="connsiteY395" fmla="*/ 1155743 h 2078048"/>
                <a:gd name="connsiteX396" fmla="*/ 1651449 w 2077997"/>
                <a:gd name="connsiteY396" fmla="*/ 1155743 h 2078048"/>
                <a:gd name="connsiteX397" fmla="*/ 1651449 w 2077997"/>
                <a:gd name="connsiteY397" fmla="*/ 1155743 h 2078048"/>
                <a:gd name="connsiteX398" fmla="*/ 1635161 w 2077997"/>
                <a:gd name="connsiteY398" fmla="*/ 1151267 h 2078048"/>
                <a:gd name="connsiteX399" fmla="*/ 1670689 w 2077997"/>
                <a:gd name="connsiteY399" fmla="*/ 1128978 h 2078048"/>
                <a:gd name="connsiteX400" fmla="*/ 1692311 w 2077997"/>
                <a:gd name="connsiteY400" fmla="*/ 1136693 h 2078048"/>
                <a:gd name="connsiteX401" fmla="*/ 1696121 w 2077997"/>
                <a:gd name="connsiteY401" fmla="*/ 1135265 h 2078048"/>
                <a:gd name="connsiteX402" fmla="*/ 1696502 w 2077997"/>
                <a:gd name="connsiteY402" fmla="*/ 1135074 h 2078048"/>
                <a:gd name="connsiteX403" fmla="*/ 1699455 w 2077997"/>
                <a:gd name="connsiteY403" fmla="*/ 1132979 h 2078048"/>
                <a:gd name="connsiteX404" fmla="*/ 1699455 w 2077997"/>
                <a:gd name="connsiteY404" fmla="*/ 1132979 h 2078048"/>
                <a:gd name="connsiteX405" fmla="*/ 1699455 w 2077997"/>
                <a:gd name="connsiteY405" fmla="*/ 1132979 h 2078048"/>
                <a:gd name="connsiteX406" fmla="*/ 1703551 w 2077997"/>
                <a:gd name="connsiteY406" fmla="*/ 1121168 h 2078048"/>
                <a:gd name="connsiteX407" fmla="*/ 1772988 w 2077997"/>
                <a:gd name="connsiteY407" fmla="*/ 1119072 h 2078048"/>
                <a:gd name="connsiteX408" fmla="*/ 1788038 w 2077997"/>
                <a:gd name="connsiteY408" fmla="*/ 1130883 h 2078048"/>
                <a:gd name="connsiteX409" fmla="*/ 1792419 w 2077997"/>
                <a:gd name="connsiteY409" fmla="*/ 1130883 h 2078048"/>
                <a:gd name="connsiteX410" fmla="*/ 1792895 w 2077997"/>
                <a:gd name="connsiteY410" fmla="*/ 1130788 h 2078048"/>
                <a:gd name="connsiteX411" fmla="*/ 1796801 w 2077997"/>
                <a:gd name="connsiteY411" fmla="*/ 1129740 h 2078048"/>
                <a:gd name="connsiteX412" fmla="*/ 1796801 w 2077997"/>
                <a:gd name="connsiteY412" fmla="*/ 1129740 h 2078048"/>
                <a:gd name="connsiteX413" fmla="*/ 1796801 w 2077997"/>
                <a:gd name="connsiteY413" fmla="*/ 1129740 h 2078048"/>
                <a:gd name="connsiteX414" fmla="*/ 1805182 w 2077997"/>
                <a:gd name="connsiteY414" fmla="*/ 1123168 h 2078048"/>
                <a:gd name="connsiteX415" fmla="*/ 1873572 w 2077997"/>
                <a:gd name="connsiteY415" fmla="*/ 1149552 h 2078048"/>
                <a:gd name="connsiteX416" fmla="*/ 1884335 w 2077997"/>
                <a:gd name="connsiteY416" fmla="*/ 1157077 h 2078048"/>
                <a:gd name="connsiteX417" fmla="*/ 1852522 w 2077997"/>
                <a:gd name="connsiteY417" fmla="*/ 821892 h 2078048"/>
                <a:gd name="connsiteX418" fmla="*/ 1865380 w 2077997"/>
                <a:gd name="connsiteY418" fmla="*/ 824559 h 2078048"/>
                <a:gd name="connsiteX419" fmla="*/ 1863571 w 2077997"/>
                <a:gd name="connsiteY419" fmla="*/ 830369 h 2078048"/>
                <a:gd name="connsiteX420" fmla="*/ 1863380 w 2077997"/>
                <a:gd name="connsiteY420" fmla="*/ 834084 h 2078048"/>
                <a:gd name="connsiteX421" fmla="*/ 1863856 w 2077997"/>
                <a:gd name="connsiteY421" fmla="*/ 837799 h 2078048"/>
                <a:gd name="connsiteX422" fmla="*/ 1866905 w 2077997"/>
                <a:gd name="connsiteY422" fmla="*/ 844562 h 2078048"/>
                <a:gd name="connsiteX423" fmla="*/ 1881954 w 2077997"/>
                <a:gd name="connsiteY423" fmla="*/ 852563 h 2078048"/>
                <a:gd name="connsiteX424" fmla="*/ 1885573 w 2077997"/>
                <a:gd name="connsiteY424" fmla="*/ 852182 h 2078048"/>
                <a:gd name="connsiteX425" fmla="*/ 1889669 w 2077997"/>
                <a:gd name="connsiteY425" fmla="*/ 850658 h 2078048"/>
                <a:gd name="connsiteX426" fmla="*/ 1890050 w 2077997"/>
                <a:gd name="connsiteY426" fmla="*/ 850467 h 2078048"/>
                <a:gd name="connsiteX427" fmla="*/ 1893384 w 2077997"/>
                <a:gd name="connsiteY427" fmla="*/ 847991 h 2078048"/>
                <a:gd name="connsiteX428" fmla="*/ 1893384 w 2077997"/>
                <a:gd name="connsiteY428" fmla="*/ 847991 h 2078048"/>
                <a:gd name="connsiteX429" fmla="*/ 1893384 w 2077997"/>
                <a:gd name="connsiteY429" fmla="*/ 847991 h 2078048"/>
                <a:gd name="connsiteX430" fmla="*/ 1899004 w 2077997"/>
                <a:gd name="connsiteY430" fmla="*/ 836370 h 2078048"/>
                <a:gd name="connsiteX431" fmla="*/ 1937961 w 2077997"/>
                <a:gd name="connsiteY431" fmla="*/ 860278 h 2078048"/>
                <a:gd name="connsiteX432" fmla="*/ 1906052 w 2077997"/>
                <a:gd name="connsiteY432" fmla="*/ 902378 h 2078048"/>
                <a:gd name="connsiteX433" fmla="*/ 1904623 w 2077997"/>
                <a:gd name="connsiteY433" fmla="*/ 899902 h 2078048"/>
                <a:gd name="connsiteX434" fmla="*/ 1904338 w 2077997"/>
                <a:gd name="connsiteY434" fmla="*/ 899521 h 2078048"/>
                <a:gd name="connsiteX435" fmla="*/ 1901480 w 2077997"/>
                <a:gd name="connsiteY435" fmla="*/ 896282 h 2078048"/>
                <a:gd name="connsiteX436" fmla="*/ 1901480 w 2077997"/>
                <a:gd name="connsiteY436" fmla="*/ 896282 h 2078048"/>
                <a:gd name="connsiteX437" fmla="*/ 1901480 w 2077997"/>
                <a:gd name="connsiteY437" fmla="*/ 896282 h 2078048"/>
                <a:gd name="connsiteX438" fmla="*/ 1883573 w 2077997"/>
                <a:gd name="connsiteY438" fmla="*/ 892949 h 2078048"/>
                <a:gd name="connsiteX439" fmla="*/ 1872715 w 2077997"/>
                <a:gd name="connsiteY439" fmla="*/ 907427 h 2078048"/>
                <a:gd name="connsiteX440" fmla="*/ 1872715 w 2077997"/>
                <a:gd name="connsiteY440" fmla="*/ 907427 h 2078048"/>
                <a:gd name="connsiteX441" fmla="*/ 1872715 w 2077997"/>
                <a:gd name="connsiteY441" fmla="*/ 907522 h 2078048"/>
                <a:gd name="connsiteX442" fmla="*/ 1872620 w 2077997"/>
                <a:gd name="connsiteY442" fmla="*/ 911903 h 2078048"/>
                <a:gd name="connsiteX443" fmla="*/ 1872620 w 2077997"/>
                <a:gd name="connsiteY443" fmla="*/ 912284 h 2078048"/>
                <a:gd name="connsiteX444" fmla="*/ 1873477 w 2077997"/>
                <a:gd name="connsiteY444" fmla="*/ 916952 h 2078048"/>
                <a:gd name="connsiteX445" fmla="*/ 1878715 w 2077997"/>
                <a:gd name="connsiteY445" fmla="*/ 924857 h 2078048"/>
                <a:gd name="connsiteX446" fmla="*/ 1873667 w 2077997"/>
                <a:gd name="connsiteY446" fmla="*/ 928191 h 2078048"/>
                <a:gd name="connsiteX447" fmla="*/ 1800230 w 2077997"/>
                <a:gd name="connsiteY447" fmla="*/ 955528 h 2078048"/>
                <a:gd name="connsiteX448" fmla="*/ 1799277 w 2077997"/>
                <a:gd name="connsiteY448" fmla="*/ 953909 h 2078048"/>
                <a:gd name="connsiteX449" fmla="*/ 1798991 w 2077997"/>
                <a:gd name="connsiteY449" fmla="*/ 953528 h 2078048"/>
                <a:gd name="connsiteX450" fmla="*/ 1796324 w 2077997"/>
                <a:gd name="connsiteY450" fmla="*/ 950575 h 2078048"/>
                <a:gd name="connsiteX451" fmla="*/ 1796324 w 2077997"/>
                <a:gd name="connsiteY451" fmla="*/ 950575 h 2078048"/>
                <a:gd name="connsiteX452" fmla="*/ 1796324 w 2077997"/>
                <a:gd name="connsiteY452" fmla="*/ 950575 h 2078048"/>
                <a:gd name="connsiteX453" fmla="*/ 1778703 w 2077997"/>
                <a:gd name="connsiteY453" fmla="*/ 947146 h 2078048"/>
                <a:gd name="connsiteX454" fmla="*/ 1766987 w 2077997"/>
                <a:gd name="connsiteY454" fmla="*/ 959052 h 2078048"/>
                <a:gd name="connsiteX455" fmla="*/ 1699455 w 2077997"/>
                <a:gd name="connsiteY455" fmla="*/ 957433 h 2078048"/>
                <a:gd name="connsiteX456" fmla="*/ 1699836 w 2077997"/>
                <a:gd name="connsiteY456" fmla="*/ 955242 h 2078048"/>
                <a:gd name="connsiteX457" fmla="*/ 1699360 w 2077997"/>
                <a:gd name="connsiteY457" fmla="*/ 951718 h 2078048"/>
                <a:gd name="connsiteX458" fmla="*/ 1699264 w 2077997"/>
                <a:gd name="connsiteY458" fmla="*/ 951337 h 2078048"/>
                <a:gd name="connsiteX459" fmla="*/ 1682691 w 2077997"/>
                <a:gd name="connsiteY459" fmla="*/ 941240 h 2078048"/>
                <a:gd name="connsiteX460" fmla="*/ 1666213 w 2077997"/>
                <a:gd name="connsiteY460" fmla="*/ 950194 h 2078048"/>
                <a:gd name="connsiteX461" fmla="*/ 1642781 w 2077997"/>
                <a:gd name="connsiteY461" fmla="*/ 938383 h 2078048"/>
                <a:gd name="connsiteX462" fmla="*/ 1651830 w 2077997"/>
                <a:gd name="connsiteY462" fmla="*/ 935716 h 2078048"/>
                <a:gd name="connsiteX463" fmla="*/ 1654592 w 2077997"/>
                <a:gd name="connsiteY463" fmla="*/ 933811 h 2078048"/>
                <a:gd name="connsiteX464" fmla="*/ 1658307 w 2077997"/>
                <a:gd name="connsiteY464" fmla="*/ 929048 h 2078048"/>
                <a:gd name="connsiteX465" fmla="*/ 1659260 w 2077997"/>
                <a:gd name="connsiteY465" fmla="*/ 926381 h 2078048"/>
                <a:gd name="connsiteX466" fmla="*/ 1658212 w 2077997"/>
                <a:gd name="connsiteY466" fmla="*/ 918476 h 2078048"/>
                <a:gd name="connsiteX467" fmla="*/ 1656497 w 2077997"/>
                <a:gd name="connsiteY467" fmla="*/ 916094 h 2078048"/>
                <a:gd name="connsiteX468" fmla="*/ 1653640 w 2077997"/>
                <a:gd name="connsiteY468" fmla="*/ 913808 h 2078048"/>
                <a:gd name="connsiteX469" fmla="*/ 1653354 w 2077997"/>
                <a:gd name="connsiteY469" fmla="*/ 913618 h 2078048"/>
                <a:gd name="connsiteX470" fmla="*/ 1633066 w 2077997"/>
                <a:gd name="connsiteY470" fmla="*/ 914189 h 2078048"/>
                <a:gd name="connsiteX471" fmla="*/ 1657450 w 2077997"/>
                <a:gd name="connsiteY471" fmla="*/ 880090 h 2078048"/>
                <a:gd name="connsiteX472" fmla="*/ 1659831 w 2077997"/>
                <a:gd name="connsiteY472" fmla="*/ 881423 h 2078048"/>
                <a:gd name="connsiteX473" fmla="*/ 1661450 w 2077997"/>
                <a:gd name="connsiteY473" fmla="*/ 882090 h 2078048"/>
                <a:gd name="connsiteX474" fmla="*/ 1666880 w 2077997"/>
                <a:gd name="connsiteY474" fmla="*/ 883043 h 2078048"/>
                <a:gd name="connsiteX475" fmla="*/ 1667165 w 2077997"/>
                <a:gd name="connsiteY475" fmla="*/ 883043 h 2078048"/>
                <a:gd name="connsiteX476" fmla="*/ 1673928 w 2077997"/>
                <a:gd name="connsiteY476" fmla="*/ 882185 h 2078048"/>
                <a:gd name="connsiteX477" fmla="*/ 1680214 w 2077997"/>
                <a:gd name="connsiteY477" fmla="*/ 879137 h 2078048"/>
                <a:gd name="connsiteX478" fmla="*/ 1683358 w 2077997"/>
                <a:gd name="connsiteY478" fmla="*/ 876185 h 2078048"/>
                <a:gd name="connsiteX479" fmla="*/ 1683453 w 2077997"/>
                <a:gd name="connsiteY479" fmla="*/ 876089 h 2078048"/>
                <a:gd name="connsiteX480" fmla="*/ 1685548 w 2077997"/>
                <a:gd name="connsiteY480" fmla="*/ 872946 h 2078048"/>
                <a:gd name="connsiteX481" fmla="*/ 1685644 w 2077997"/>
                <a:gd name="connsiteY481" fmla="*/ 872756 h 2078048"/>
                <a:gd name="connsiteX482" fmla="*/ 1685644 w 2077997"/>
                <a:gd name="connsiteY482" fmla="*/ 872756 h 2078048"/>
                <a:gd name="connsiteX483" fmla="*/ 1684787 w 2077997"/>
                <a:gd name="connsiteY483" fmla="*/ 860278 h 2078048"/>
                <a:gd name="connsiteX484" fmla="*/ 1748032 w 2077997"/>
                <a:gd name="connsiteY484" fmla="*/ 831989 h 2078048"/>
                <a:gd name="connsiteX485" fmla="*/ 1766606 w 2077997"/>
                <a:gd name="connsiteY485" fmla="*/ 837132 h 2078048"/>
                <a:gd name="connsiteX486" fmla="*/ 1770702 w 2077997"/>
                <a:gd name="connsiteY486" fmla="*/ 835418 h 2078048"/>
                <a:gd name="connsiteX487" fmla="*/ 1771083 w 2077997"/>
                <a:gd name="connsiteY487" fmla="*/ 835227 h 2078048"/>
                <a:gd name="connsiteX488" fmla="*/ 1774321 w 2077997"/>
                <a:gd name="connsiteY488" fmla="*/ 832751 h 2078048"/>
                <a:gd name="connsiteX489" fmla="*/ 1774321 w 2077997"/>
                <a:gd name="connsiteY489" fmla="*/ 832751 h 2078048"/>
                <a:gd name="connsiteX490" fmla="*/ 1774321 w 2077997"/>
                <a:gd name="connsiteY490" fmla="*/ 832751 h 2078048"/>
                <a:gd name="connsiteX491" fmla="*/ 1779465 w 2077997"/>
                <a:gd name="connsiteY491" fmla="*/ 823511 h 2078048"/>
                <a:gd name="connsiteX492" fmla="*/ 1852522 w 2077997"/>
                <a:gd name="connsiteY492" fmla="*/ 821892 h 2078048"/>
                <a:gd name="connsiteX493" fmla="*/ 1614492 w 2077997"/>
                <a:gd name="connsiteY493" fmla="*/ 576623 h 2078048"/>
                <a:gd name="connsiteX494" fmla="*/ 1633542 w 2077997"/>
                <a:gd name="connsiteY494" fmla="*/ 574337 h 2078048"/>
                <a:gd name="connsiteX495" fmla="*/ 1636590 w 2077997"/>
                <a:gd name="connsiteY495" fmla="*/ 571194 h 2078048"/>
                <a:gd name="connsiteX496" fmla="*/ 1636876 w 2077997"/>
                <a:gd name="connsiteY496" fmla="*/ 570813 h 2078048"/>
                <a:gd name="connsiteX497" fmla="*/ 1638971 w 2077997"/>
                <a:gd name="connsiteY497" fmla="*/ 567289 h 2078048"/>
                <a:gd name="connsiteX498" fmla="*/ 1638971 w 2077997"/>
                <a:gd name="connsiteY498" fmla="*/ 567289 h 2078048"/>
                <a:gd name="connsiteX499" fmla="*/ 1638971 w 2077997"/>
                <a:gd name="connsiteY499" fmla="*/ 567289 h 2078048"/>
                <a:gd name="connsiteX500" fmla="*/ 1640210 w 2077997"/>
                <a:gd name="connsiteY500" fmla="*/ 556716 h 2078048"/>
                <a:gd name="connsiteX501" fmla="*/ 1707361 w 2077997"/>
                <a:gd name="connsiteY501" fmla="*/ 526998 h 2078048"/>
                <a:gd name="connsiteX502" fmla="*/ 1720315 w 2077997"/>
                <a:gd name="connsiteY502" fmla="*/ 524426 h 2078048"/>
                <a:gd name="connsiteX503" fmla="*/ 1724030 w 2077997"/>
                <a:gd name="connsiteY503" fmla="*/ 537190 h 2078048"/>
                <a:gd name="connsiteX504" fmla="*/ 1726506 w 2077997"/>
                <a:gd name="connsiteY504" fmla="*/ 540047 h 2078048"/>
                <a:gd name="connsiteX505" fmla="*/ 1735936 w 2077997"/>
                <a:gd name="connsiteY505" fmla="*/ 544905 h 2078048"/>
                <a:gd name="connsiteX506" fmla="*/ 1749461 w 2077997"/>
                <a:gd name="connsiteY506" fmla="*/ 542143 h 2078048"/>
                <a:gd name="connsiteX507" fmla="*/ 1752700 w 2077997"/>
                <a:gd name="connsiteY507" fmla="*/ 539095 h 2078048"/>
                <a:gd name="connsiteX508" fmla="*/ 1752986 w 2077997"/>
                <a:gd name="connsiteY508" fmla="*/ 538714 h 2078048"/>
                <a:gd name="connsiteX509" fmla="*/ 1755081 w 2077997"/>
                <a:gd name="connsiteY509" fmla="*/ 535190 h 2078048"/>
                <a:gd name="connsiteX510" fmla="*/ 1755081 w 2077997"/>
                <a:gd name="connsiteY510" fmla="*/ 535190 h 2078048"/>
                <a:gd name="connsiteX511" fmla="*/ 1755081 w 2077997"/>
                <a:gd name="connsiteY511" fmla="*/ 535190 h 2078048"/>
                <a:gd name="connsiteX512" fmla="*/ 1755843 w 2077997"/>
                <a:gd name="connsiteY512" fmla="*/ 522331 h 2078048"/>
                <a:gd name="connsiteX513" fmla="*/ 1800992 w 2077997"/>
                <a:gd name="connsiteY513" fmla="*/ 529379 h 2078048"/>
                <a:gd name="connsiteX514" fmla="*/ 1787656 w 2077997"/>
                <a:gd name="connsiteY514" fmla="*/ 580529 h 2078048"/>
                <a:gd name="connsiteX515" fmla="*/ 1785371 w 2077997"/>
                <a:gd name="connsiteY515" fmla="*/ 578719 h 2078048"/>
                <a:gd name="connsiteX516" fmla="*/ 1784894 w 2077997"/>
                <a:gd name="connsiteY516" fmla="*/ 578433 h 2078048"/>
                <a:gd name="connsiteX517" fmla="*/ 1780989 w 2077997"/>
                <a:gd name="connsiteY517" fmla="*/ 576528 h 2078048"/>
                <a:gd name="connsiteX518" fmla="*/ 1780989 w 2077997"/>
                <a:gd name="connsiteY518" fmla="*/ 576528 h 2078048"/>
                <a:gd name="connsiteX519" fmla="*/ 1780989 w 2077997"/>
                <a:gd name="connsiteY519" fmla="*/ 576528 h 2078048"/>
                <a:gd name="connsiteX520" fmla="*/ 1763177 w 2077997"/>
                <a:gd name="connsiteY520" fmla="*/ 580338 h 2078048"/>
                <a:gd name="connsiteX521" fmla="*/ 1758701 w 2077997"/>
                <a:gd name="connsiteY521" fmla="*/ 597864 h 2078048"/>
                <a:gd name="connsiteX522" fmla="*/ 1758701 w 2077997"/>
                <a:gd name="connsiteY522" fmla="*/ 597864 h 2078048"/>
                <a:gd name="connsiteX523" fmla="*/ 1758701 w 2077997"/>
                <a:gd name="connsiteY523" fmla="*/ 597959 h 2078048"/>
                <a:gd name="connsiteX524" fmla="*/ 1760320 w 2077997"/>
                <a:gd name="connsiteY524" fmla="*/ 602150 h 2078048"/>
                <a:gd name="connsiteX525" fmla="*/ 1760415 w 2077997"/>
                <a:gd name="connsiteY525" fmla="*/ 602341 h 2078048"/>
                <a:gd name="connsiteX526" fmla="*/ 1763082 w 2077997"/>
                <a:gd name="connsiteY526" fmla="*/ 606341 h 2078048"/>
                <a:gd name="connsiteX527" fmla="*/ 1770988 w 2077997"/>
                <a:gd name="connsiteY527" fmla="*/ 611580 h 2078048"/>
                <a:gd name="connsiteX528" fmla="*/ 1767559 w 2077997"/>
                <a:gd name="connsiteY528" fmla="*/ 616628 h 2078048"/>
                <a:gd name="connsiteX529" fmla="*/ 1710313 w 2077997"/>
                <a:gd name="connsiteY529" fmla="*/ 670159 h 2078048"/>
                <a:gd name="connsiteX530" fmla="*/ 1708885 w 2077997"/>
                <a:gd name="connsiteY530" fmla="*/ 669016 h 2078048"/>
                <a:gd name="connsiteX531" fmla="*/ 1708504 w 2077997"/>
                <a:gd name="connsiteY531" fmla="*/ 668825 h 2078048"/>
                <a:gd name="connsiteX532" fmla="*/ 1704884 w 2077997"/>
                <a:gd name="connsiteY532" fmla="*/ 667206 h 2078048"/>
                <a:gd name="connsiteX533" fmla="*/ 1704884 w 2077997"/>
                <a:gd name="connsiteY533" fmla="*/ 667206 h 2078048"/>
                <a:gd name="connsiteX534" fmla="*/ 1704884 w 2077997"/>
                <a:gd name="connsiteY534" fmla="*/ 667206 h 2078048"/>
                <a:gd name="connsiteX535" fmla="*/ 1687263 w 2077997"/>
                <a:gd name="connsiteY535" fmla="*/ 670826 h 2078048"/>
                <a:gd name="connsiteX536" fmla="*/ 1681072 w 2077997"/>
                <a:gd name="connsiteY536" fmla="*/ 686256 h 2078048"/>
                <a:gd name="connsiteX537" fmla="*/ 1618112 w 2077997"/>
                <a:gd name="connsiteY537" fmla="*/ 710735 h 2078048"/>
                <a:gd name="connsiteX538" fmla="*/ 1617635 w 2077997"/>
                <a:gd name="connsiteY538" fmla="*/ 708640 h 2078048"/>
                <a:gd name="connsiteX539" fmla="*/ 1615826 w 2077997"/>
                <a:gd name="connsiteY539" fmla="*/ 705497 h 2078048"/>
                <a:gd name="connsiteX540" fmla="*/ 1615540 w 2077997"/>
                <a:gd name="connsiteY540" fmla="*/ 705211 h 2078048"/>
                <a:gd name="connsiteX541" fmla="*/ 1613063 w 2077997"/>
                <a:gd name="connsiteY541" fmla="*/ 702925 h 2078048"/>
                <a:gd name="connsiteX542" fmla="*/ 1613063 w 2077997"/>
                <a:gd name="connsiteY542" fmla="*/ 702925 h 2078048"/>
                <a:gd name="connsiteX543" fmla="*/ 1613063 w 2077997"/>
                <a:gd name="connsiteY543" fmla="*/ 702925 h 2078048"/>
                <a:gd name="connsiteX544" fmla="*/ 1596395 w 2077997"/>
                <a:gd name="connsiteY544" fmla="*/ 702258 h 2078048"/>
                <a:gd name="connsiteX545" fmla="*/ 1584584 w 2077997"/>
                <a:gd name="connsiteY545" fmla="*/ 716831 h 2078048"/>
                <a:gd name="connsiteX546" fmla="*/ 1558580 w 2077997"/>
                <a:gd name="connsiteY546" fmla="*/ 715022 h 2078048"/>
                <a:gd name="connsiteX547" fmla="*/ 1565629 w 2077997"/>
                <a:gd name="connsiteY547" fmla="*/ 709021 h 2078048"/>
                <a:gd name="connsiteX548" fmla="*/ 1562581 w 2077997"/>
                <a:gd name="connsiteY548" fmla="*/ 689114 h 2078048"/>
                <a:gd name="connsiteX549" fmla="*/ 1559152 w 2077997"/>
                <a:gd name="connsiteY549" fmla="*/ 688161 h 2078048"/>
                <a:gd name="connsiteX550" fmla="*/ 1558390 w 2077997"/>
                <a:gd name="connsiteY550" fmla="*/ 688066 h 2078048"/>
                <a:gd name="connsiteX551" fmla="*/ 1554865 w 2077997"/>
                <a:gd name="connsiteY551" fmla="*/ 688066 h 2078048"/>
                <a:gd name="connsiteX552" fmla="*/ 1554865 w 2077997"/>
                <a:gd name="connsiteY552" fmla="*/ 688066 h 2078048"/>
                <a:gd name="connsiteX553" fmla="*/ 1554865 w 2077997"/>
                <a:gd name="connsiteY553" fmla="*/ 688066 h 2078048"/>
                <a:gd name="connsiteX554" fmla="*/ 1540102 w 2077997"/>
                <a:gd name="connsiteY554" fmla="*/ 696448 h 2078048"/>
                <a:gd name="connsiteX555" fmla="*/ 1549436 w 2077997"/>
                <a:gd name="connsiteY555" fmla="*/ 655586 h 2078048"/>
                <a:gd name="connsiteX556" fmla="*/ 1570105 w 2077997"/>
                <a:gd name="connsiteY556" fmla="*/ 645870 h 2078048"/>
                <a:gd name="connsiteX557" fmla="*/ 1571915 w 2077997"/>
                <a:gd name="connsiteY557" fmla="*/ 642060 h 2078048"/>
                <a:gd name="connsiteX558" fmla="*/ 1572011 w 2077997"/>
                <a:gd name="connsiteY558" fmla="*/ 641679 h 2078048"/>
                <a:gd name="connsiteX559" fmla="*/ 1567057 w 2077997"/>
                <a:gd name="connsiteY559" fmla="*/ 626820 h 2078048"/>
                <a:gd name="connsiteX560" fmla="*/ 1614492 w 2077997"/>
                <a:gd name="connsiteY560" fmla="*/ 576623 h 2078048"/>
                <a:gd name="connsiteX561" fmla="*/ 1393798 w 2077997"/>
                <a:gd name="connsiteY561" fmla="*/ 391172 h 2078048"/>
                <a:gd name="connsiteX562" fmla="*/ 1393798 w 2077997"/>
                <a:gd name="connsiteY562" fmla="*/ 391172 h 2078048"/>
                <a:gd name="connsiteX563" fmla="*/ 1397036 w 2077997"/>
                <a:gd name="connsiteY563" fmla="*/ 391076 h 2078048"/>
                <a:gd name="connsiteX564" fmla="*/ 1400180 w 2077997"/>
                <a:gd name="connsiteY564" fmla="*/ 390410 h 2078048"/>
                <a:gd name="connsiteX565" fmla="*/ 1408466 w 2077997"/>
                <a:gd name="connsiteY565" fmla="*/ 384790 h 2078048"/>
                <a:gd name="connsiteX566" fmla="*/ 1410562 w 2077997"/>
                <a:gd name="connsiteY566" fmla="*/ 381837 h 2078048"/>
                <a:gd name="connsiteX567" fmla="*/ 1412181 w 2077997"/>
                <a:gd name="connsiteY567" fmla="*/ 377741 h 2078048"/>
                <a:gd name="connsiteX568" fmla="*/ 1412276 w 2077997"/>
                <a:gd name="connsiteY568" fmla="*/ 377265 h 2078048"/>
                <a:gd name="connsiteX569" fmla="*/ 1412848 w 2077997"/>
                <a:gd name="connsiteY569" fmla="*/ 373265 h 2078048"/>
                <a:gd name="connsiteX570" fmla="*/ 1412848 w 2077997"/>
                <a:gd name="connsiteY570" fmla="*/ 373265 h 2078048"/>
                <a:gd name="connsiteX571" fmla="*/ 1412848 w 2077997"/>
                <a:gd name="connsiteY571" fmla="*/ 373265 h 2078048"/>
                <a:gd name="connsiteX572" fmla="*/ 1409990 w 2077997"/>
                <a:gd name="connsiteY572" fmla="*/ 362978 h 2078048"/>
                <a:gd name="connsiteX573" fmla="*/ 1460663 w 2077997"/>
                <a:gd name="connsiteY573" fmla="*/ 310019 h 2078048"/>
                <a:gd name="connsiteX574" fmla="*/ 1471617 w 2077997"/>
                <a:gd name="connsiteY574" fmla="*/ 302780 h 2078048"/>
                <a:gd name="connsiteX575" fmla="*/ 1479999 w 2077997"/>
                <a:gd name="connsiteY575" fmla="*/ 312971 h 2078048"/>
                <a:gd name="connsiteX576" fmla="*/ 1483333 w 2077997"/>
                <a:gd name="connsiteY576" fmla="*/ 314686 h 2078048"/>
                <a:gd name="connsiteX577" fmla="*/ 1490381 w 2077997"/>
                <a:gd name="connsiteY577" fmla="*/ 316019 h 2078048"/>
                <a:gd name="connsiteX578" fmla="*/ 1493905 w 2077997"/>
                <a:gd name="connsiteY578" fmla="*/ 315638 h 2078048"/>
                <a:gd name="connsiteX579" fmla="*/ 1500287 w 2077997"/>
                <a:gd name="connsiteY579" fmla="*/ 313067 h 2078048"/>
                <a:gd name="connsiteX580" fmla="*/ 1505240 w 2077997"/>
                <a:gd name="connsiteY580" fmla="*/ 308018 h 2078048"/>
                <a:gd name="connsiteX581" fmla="*/ 1507050 w 2077997"/>
                <a:gd name="connsiteY581" fmla="*/ 304018 h 2078048"/>
                <a:gd name="connsiteX582" fmla="*/ 1507145 w 2077997"/>
                <a:gd name="connsiteY582" fmla="*/ 303637 h 2078048"/>
                <a:gd name="connsiteX583" fmla="*/ 1507812 w 2077997"/>
                <a:gd name="connsiteY583" fmla="*/ 299541 h 2078048"/>
                <a:gd name="connsiteX584" fmla="*/ 1507812 w 2077997"/>
                <a:gd name="connsiteY584" fmla="*/ 299541 h 2078048"/>
                <a:gd name="connsiteX585" fmla="*/ 1507812 w 2077997"/>
                <a:gd name="connsiteY585" fmla="*/ 299541 h 2078048"/>
                <a:gd name="connsiteX586" fmla="*/ 1503621 w 2077997"/>
                <a:gd name="connsiteY586" fmla="*/ 287349 h 2078048"/>
                <a:gd name="connsiteX587" fmla="*/ 1548007 w 2077997"/>
                <a:gd name="connsiteY587" fmla="*/ 276681 h 2078048"/>
                <a:gd name="connsiteX588" fmla="*/ 1555151 w 2077997"/>
                <a:gd name="connsiteY588" fmla="*/ 323925 h 2078048"/>
                <a:gd name="connsiteX589" fmla="*/ 1555151 w 2077997"/>
                <a:gd name="connsiteY589" fmla="*/ 329164 h 2078048"/>
                <a:gd name="connsiteX590" fmla="*/ 1552294 w 2077997"/>
                <a:gd name="connsiteY590" fmla="*/ 328307 h 2078048"/>
                <a:gd name="connsiteX591" fmla="*/ 1551818 w 2077997"/>
                <a:gd name="connsiteY591" fmla="*/ 328211 h 2078048"/>
                <a:gd name="connsiteX592" fmla="*/ 1547531 w 2077997"/>
                <a:gd name="connsiteY592" fmla="*/ 327926 h 2078048"/>
                <a:gd name="connsiteX593" fmla="*/ 1547531 w 2077997"/>
                <a:gd name="connsiteY593" fmla="*/ 327926 h 2078048"/>
                <a:gd name="connsiteX594" fmla="*/ 1547531 w 2077997"/>
                <a:gd name="connsiteY594" fmla="*/ 327926 h 2078048"/>
                <a:gd name="connsiteX595" fmla="*/ 1532577 w 2077997"/>
                <a:gd name="connsiteY595" fmla="*/ 338213 h 2078048"/>
                <a:gd name="connsiteX596" fmla="*/ 1538102 w 2077997"/>
                <a:gd name="connsiteY596" fmla="*/ 359358 h 2078048"/>
                <a:gd name="connsiteX597" fmla="*/ 1538578 w 2077997"/>
                <a:gd name="connsiteY597" fmla="*/ 359739 h 2078048"/>
                <a:gd name="connsiteX598" fmla="*/ 1542483 w 2077997"/>
                <a:gd name="connsiteY598" fmla="*/ 362216 h 2078048"/>
                <a:gd name="connsiteX599" fmla="*/ 1551722 w 2077997"/>
                <a:gd name="connsiteY599" fmla="*/ 364121 h 2078048"/>
                <a:gd name="connsiteX600" fmla="*/ 1550484 w 2077997"/>
                <a:gd name="connsiteY600" fmla="*/ 370121 h 2078048"/>
                <a:gd name="connsiteX601" fmla="*/ 1517813 w 2077997"/>
                <a:gd name="connsiteY601" fmla="*/ 441559 h 2078048"/>
                <a:gd name="connsiteX602" fmla="*/ 1516004 w 2077997"/>
                <a:gd name="connsiteY602" fmla="*/ 441083 h 2078048"/>
                <a:gd name="connsiteX603" fmla="*/ 1515527 w 2077997"/>
                <a:gd name="connsiteY603" fmla="*/ 440987 h 2078048"/>
                <a:gd name="connsiteX604" fmla="*/ 1511527 w 2077997"/>
                <a:gd name="connsiteY604" fmla="*/ 440797 h 2078048"/>
                <a:gd name="connsiteX605" fmla="*/ 1511527 w 2077997"/>
                <a:gd name="connsiteY605" fmla="*/ 440797 h 2078048"/>
                <a:gd name="connsiteX606" fmla="*/ 1511527 w 2077997"/>
                <a:gd name="connsiteY606" fmla="*/ 440797 h 2078048"/>
                <a:gd name="connsiteX607" fmla="*/ 1496668 w 2077997"/>
                <a:gd name="connsiteY607" fmla="*/ 450893 h 2078048"/>
                <a:gd name="connsiteX608" fmla="*/ 1496858 w 2077997"/>
                <a:gd name="connsiteY608" fmla="*/ 467657 h 2078048"/>
                <a:gd name="connsiteX609" fmla="*/ 1448090 w 2077997"/>
                <a:gd name="connsiteY609" fmla="*/ 514235 h 2078048"/>
                <a:gd name="connsiteX610" fmla="*/ 1446757 w 2077997"/>
                <a:gd name="connsiteY610" fmla="*/ 512425 h 2078048"/>
                <a:gd name="connsiteX611" fmla="*/ 1443899 w 2077997"/>
                <a:gd name="connsiteY611" fmla="*/ 510139 h 2078048"/>
                <a:gd name="connsiteX612" fmla="*/ 1443804 w 2077997"/>
                <a:gd name="connsiteY612" fmla="*/ 510044 h 2078048"/>
                <a:gd name="connsiteX613" fmla="*/ 1424659 w 2077997"/>
                <a:gd name="connsiteY613" fmla="*/ 514616 h 2078048"/>
                <a:gd name="connsiteX614" fmla="*/ 1419420 w 2077997"/>
                <a:gd name="connsiteY614" fmla="*/ 532427 h 2078048"/>
                <a:gd name="connsiteX615" fmla="*/ 1394560 w 2077997"/>
                <a:gd name="connsiteY615" fmla="*/ 540809 h 2078048"/>
                <a:gd name="connsiteX616" fmla="*/ 1398846 w 2077997"/>
                <a:gd name="connsiteY616" fmla="*/ 532618 h 2078048"/>
                <a:gd name="connsiteX617" fmla="*/ 1388464 w 2077997"/>
                <a:gd name="connsiteY617" fmla="*/ 515282 h 2078048"/>
                <a:gd name="connsiteX618" fmla="*/ 1384749 w 2077997"/>
                <a:gd name="connsiteY618" fmla="*/ 515854 h 2078048"/>
                <a:gd name="connsiteX619" fmla="*/ 1384368 w 2077997"/>
                <a:gd name="connsiteY619" fmla="*/ 515949 h 2078048"/>
                <a:gd name="connsiteX620" fmla="*/ 1380939 w 2077997"/>
                <a:gd name="connsiteY620" fmla="*/ 517378 h 2078048"/>
                <a:gd name="connsiteX621" fmla="*/ 1380939 w 2077997"/>
                <a:gd name="connsiteY621" fmla="*/ 517378 h 2078048"/>
                <a:gd name="connsiteX622" fmla="*/ 1380939 w 2077997"/>
                <a:gd name="connsiteY622" fmla="*/ 517378 h 2078048"/>
                <a:gd name="connsiteX623" fmla="*/ 1370462 w 2077997"/>
                <a:gd name="connsiteY623" fmla="*/ 530713 h 2078048"/>
                <a:gd name="connsiteX624" fmla="*/ 1363604 w 2077997"/>
                <a:gd name="connsiteY624" fmla="*/ 489374 h 2078048"/>
                <a:gd name="connsiteX625" fmla="*/ 1379034 w 2077997"/>
                <a:gd name="connsiteY625" fmla="*/ 472420 h 2078048"/>
                <a:gd name="connsiteX626" fmla="*/ 1379129 w 2077997"/>
                <a:gd name="connsiteY626" fmla="*/ 468324 h 2078048"/>
                <a:gd name="connsiteX627" fmla="*/ 1379034 w 2077997"/>
                <a:gd name="connsiteY627" fmla="*/ 467943 h 2078048"/>
                <a:gd name="connsiteX628" fmla="*/ 1378272 w 2077997"/>
                <a:gd name="connsiteY628" fmla="*/ 464324 h 2078048"/>
                <a:gd name="connsiteX629" fmla="*/ 1378272 w 2077997"/>
                <a:gd name="connsiteY629" fmla="*/ 464324 h 2078048"/>
                <a:gd name="connsiteX630" fmla="*/ 1378272 w 2077997"/>
                <a:gd name="connsiteY630" fmla="*/ 464324 h 2078048"/>
                <a:gd name="connsiteX631" fmla="*/ 1368938 w 2077997"/>
                <a:gd name="connsiteY631" fmla="*/ 455942 h 2078048"/>
                <a:gd name="connsiteX632" fmla="*/ 1393798 w 2077997"/>
                <a:gd name="connsiteY632" fmla="*/ 391172 h 2078048"/>
                <a:gd name="connsiteX633" fmla="*/ 1178152 w 2077997"/>
                <a:gd name="connsiteY633" fmla="*/ 433272 h 2078048"/>
                <a:gd name="connsiteX634" fmla="*/ 1161959 w 2077997"/>
                <a:gd name="connsiteY634" fmla="*/ 421366 h 2078048"/>
                <a:gd name="connsiteX635" fmla="*/ 1158721 w 2077997"/>
                <a:gd name="connsiteY635" fmla="*/ 423271 h 2078048"/>
                <a:gd name="connsiteX636" fmla="*/ 1158435 w 2077997"/>
                <a:gd name="connsiteY636" fmla="*/ 423557 h 2078048"/>
                <a:gd name="connsiteX637" fmla="*/ 1155768 w 2077997"/>
                <a:gd name="connsiteY637" fmla="*/ 426224 h 2078048"/>
                <a:gd name="connsiteX638" fmla="*/ 1155768 w 2077997"/>
                <a:gd name="connsiteY638" fmla="*/ 426224 h 2078048"/>
                <a:gd name="connsiteX639" fmla="*/ 1155768 w 2077997"/>
                <a:gd name="connsiteY639" fmla="*/ 426224 h 2078048"/>
                <a:gd name="connsiteX640" fmla="*/ 1151291 w 2077997"/>
                <a:gd name="connsiteY640" fmla="*/ 442511 h 2078048"/>
                <a:gd name="connsiteX641" fmla="*/ 1129003 w 2077997"/>
                <a:gd name="connsiteY641" fmla="*/ 406983 h 2078048"/>
                <a:gd name="connsiteX642" fmla="*/ 1129574 w 2077997"/>
                <a:gd name="connsiteY642" fmla="*/ 406602 h 2078048"/>
                <a:gd name="connsiteX643" fmla="*/ 1136528 w 2077997"/>
                <a:gd name="connsiteY643" fmla="*/ 395744 h 2078048"/>
                <a:gd name="connsiteX644" fmla="*/ 1136718 w 2077997"/>
                <a:gd name="connsiteY644" fmla="*/ 385457 h 2078048"/>
                <a:gd name="connsiteX645" fmla="*/ 1135289 w 2077997"/>
                <a:gd name="connsiteY645" fmla="*/ 381647 h 2078048"/>
                <a:gd name="connsiteX646" fmla="*/ 1135099 w 2077997"/>
                <a:gd name="connsiteY646" fmla="*/ 381266 h 2078048"/>
                <a:gd name="connsiteX647" fmla="*/ 1133003 w 2077997"/>
                <a:gd name="connsiteY647" fmla="*/ 378313 h 2078048"/>
                <a:gd name="connsiteX648" fmla="*/ 1133003 w 2077997"/>
                <a:gd name="connsiteY648" fmla="*/ 378313 h 2078048"/>
                <a:gd name="connsiteX649" fmla="*/ 1133003 w 2077997"/>
                <a:gd name="connsiteY649" fmla="*/ 378313 h 2078048"/>
                <a:gd name="connsiteX650" fmla="*/ 1121192 w 2077997"/>
                <a:gd name="connsiteY650" fmla="*/ 374217 h 2078048"/>
                <a:gd name="connsiteX651" fmla="*/ 1119097 w 2077997"/>
                <a:gd name="connsiteY651" fmla="*/ 304780 h 2078048"/>
                <a:gd name="connsiteX652" fmla="*/ 1124717 w 2077997"/>
                <a:gd name="connsiteY652" fmla="*/ 301637 h 2078048"/>
                <a:gd name="connsiteX653" fmla="*/ 1128812 w 2077997"/>
                <a:gd name="connsiteY653" fmla="*/ 296493 h 2078048"/>
                <a:gd name="connsiteX654" fmla="*/ 1130908 w 2077997"/>
                <a:gd name="connsiteY654" fmla="*/ 289730 h 2078048"/>
                <a:gd name="connsiteX655" fmla="*/ 1130908 w 2077997"/>
                <a:gd name="connsiteY655" fmla="*/ 285349 h 2078048"/>
                <a:gd name="connsiteX656" fmla="*/ 1130813 w 2077997"/>
                <a:gd name="connsiteY656" fmla="*/ 284873 h 2078048"/>
                <a:gd name="connsiteX657" fmla="*/ 1129765 w 2077997"/>
                <a:gd name="connsiteY657" fmla="*/ 280967 h 2078048"/>
                <a:gd name="connsiteX658" fmla="*/ 1129765 w 2077997"/>
                <a:gd name="connsiteY658" fmla="*/ 280967 h 2078048"/>
                <a:gd name="connsiteX659" fmla="*/ 1129765 w 2077997"/>
                <a:gd name="connsiteY659" fmla="*/ 280967 h 2078048"/>
                <a:gd name="connsiteX660" fmla="*/ 1123193 w 2077997"/>
                <a:gd name="connsiteY660" fmla="*/ 272585 h 2078048"/>
                <a:gd name="connsiteX661" fmla="*/ 1149577 w 2077997"/>
                <a:gd name="connsiteY661" fmla="*/ 204196 h 2078048"/>
                <a:gd name="connsiteX662" fmla="*/ 1156911 w 2077997"/>
                <a:gd name="connsiteY662" fmla="*/ 193337 h 2078048"/>
                <a:gd name="connsiteX663" fmla="*/ 1168627 w 2077997"/>
                <a:gd name="connsiteY663" fmla="*/ 199529 h 2078048"/>
                <a:gd name="connsiteX664" fmla="*/ 1185200 w 2077997"/>
                <a:gd name="connsiteY664" fmla="*/ 194480 h 2078048"/>
                <a:gd name="connsiteX665" fmla="*/ 1189105 w 2077997"/>
                <a:gd name="connsiteY665" fmla="*/ 188670 h 2078048"/>
                <a:gd name="connsiteX666" fmla="*/ 1190153 w 2077997"/>
                <a:gd name="connsiteY666" fmla="*/ 185241 h 2078048"/>
                <a:gd name="connsiteX667" fmla="*/ 1190248 w 2077997"/>
                <a:gd name="connsiteY667" fmla="*/ 180860 h 2078048"/>
                <a:gd name="connsiteX668" fmla="*/ 1190153 w 2077997"/>
                <a:gd name="connsiteY668" fmla="*/ 180479 h 2078048"/>
                <a:gd name="connsiteX669" fmla="*/ 1189105 w 2077997"/>
                <a:gd name="connsiteY669" fmla="*/ 176383 h 2078048"/>
                <a:gd name="connsiteX670" fmla="*/ 1189105 w 2077997"/>
                <a:gd name="connsiteY670" fmla="*/ 176383 h 2078048"/>
                <a:gd name="connsiteX671" fmla="*/ 1189105 w 2077997"/>
                <a:gd name="connsiteY671" fmla="*/ 176383 h 2078048"/>
                <a:gd name="connsiteX672" fmla="*/ 1180533 w 2077997"/>
                <a:gd name="connsiteY672" fmla="*/ 166667 h 2078048"/>
                <a:gd name="connsiteX673" fmla="*/ 1217395 w 2077997"/>
                <a:gd name="connsiteY673" fmla="*/ 139807 h 2078048"/>
                <a:gd name="connsiteX674" fmla="*/ 1242160 w 2077997"/>
                <a:gd name="connsiteY674" fmla="*/ 180669 h 2078048"/>
                <a:gd name="connsiteX675" fmla="*/ 1244160 w 2077997"/>
                <a:gd name="connsiteY675" fmla="*/ 185527 h 2078048"/>
                <a:gd name="connsiteX676" fmla="*/ 1241207 w 2077997"/>
                <a:gd name="connsiteY676" fmla="*/ 185813 h 2078048"/>
                <a:gd name="connsiteX677" fmla="*/ 1240731 w 2077997"/>
                <a:gd name="connsiteY677" fmla="*/ 185908 h 2078048"/>
                <a:gd name="connsiteX678" fmla="*/ 1236635 w 2077997"/>
                <a:gd name="connsiteY678" fmla="*/ 187337 h 2078048"/>
                <a:gd name="connsiteX679" fmla="*/ 1236635 w 2077997"/>
                <a:gd name="connsiteY679" fmla="*/ 187337 h 2078048"/>
                <a:gd name="connsiteX680" fmla="*/ 1236635 w 2077997"/>
                <a:gd name="connsiteY680" fmla="*/ 187337 h 2078048"/>
                <a:gd name="connsiteX681" fmla="*/ 1226729 w 2077997"/>
                <a:gd name="connsiteY681" fmla="*/ 202577 h 2078048"/>
                <a:gd name="connsiteX682" fmla="*/ 1239874 w 2077997"/>
                <a:gd name="connsiteY682" fmla="*/ 220007 h 2078048"/>
                <a:gd name="connsiteX683" fmla="*/ 1240445 w 2077997"/>
                <a:gd name="connsiteY683" fmla="*/ 220198 h 2078048"/>
                <a:gd name="connsiteX684" fmla="*/ 1245017 w 2077997"/>
                <a:gd name="connsiteY684" fmla="*/ 220960 h 2078048"/>
                <a:gd name="connsiteX685" fmla="*/ 1254352 w 2077997"/>
                <a:gd name="connsiteY685" fmla="*/ 219055 h 2078048"/>
                <a:gd name="connsiteX686" fmla="*/ 1255495 w 2077997"/>
                <a:gd name="connsiteY686" fmla="*/ 225056 h 2078048"/>
                <a:gd name="connsiteX687" fmla="*/ 1252732 w 2077997"/>
                <a:gd name="connsiteY687" fmla="*/ 303637 h 2078048"/>
                <a:gd name="connsiteX688" fmla="*/ 1250923 w 2077997"/>
                <a:gd name="connsiteY688" fmla="*/ 303923 h 2078048"/>
                <a:gd name="connsiteX689" fmla="*/ 1250542 w 2077997"/>
                <a:gd name="connsiteY689" fmla="*/ 304018 h 2078048"/>
                <a:gd name="connsiteX690" fmla="*/ 1246827 w 2077997"/>
                <a:gd name="connsiteY690" fmla="*/ 305351 h 2078048"/>
                <a:gd name="connsiteX691" fmla="*/ 1246827 w 2077997"/>
                <a:gd name="connsiteY691" fmla="*/ 305351 h 2078048"/>
                <a:gd name="connsiteX692" fmla="*/ 1246827 w 2077997"/>
                <a:gd name="connsiteY692" fmla="*/ 305351 h 2078048"/>
                <a:gd name="connsiteX693" fmla="*/ 1237016 w 2077997"/>
                <a:gd name="connsiteY693" fmla="*/ 320306 h 2078048"/>
                <a:gd name="connsiteX694" fmla="*/ 1243588 w 2077997"/>
                <a:gd name="connsiteY694" fmla="*/ 335831 h 2078048"/>
                <a:gd name="connsiteX695" fmla="*/ 1216442 w 2077997"/>
                <a:gd name="connsiteY695" fmla="*/ 397553 h 2078048"/>
                <a:gd name="connsiteX696" fmla="*/ 1214537 w 2077997"/>
                <a:gd name="connsiteY696" fmla="*/ 396315 h 2078048"/>
                <a:gd name="connsiteX697" fmla="*/ 1207298 w 2077997"/>
                <a:gd name="connsiteY697" fmla="*/ 395363 h 2078048"/>
                <a:gd name="connsiteX698" fmla="*/ 1207298 w 2077997"/>
                <a:gd name="connsiteY698" fmla="*/ 395363 h 2078048"/>
                <a:gd name="connsiteX699" fmla="*/ 1207298 w 2077997"/>
                <a:gd name="connsiteY699" fmla="*/ 395363 h 2078048"/>
                <a:gd name="connsiteX700" fmla="*/ 1195011 w 2077997"/>
                <a:gd name="connsiteY700" fmla="*/ 406888 h 2078048"/>
                <a:gd name="connsiteX701" fmla="*/ 1197106 w 2077997"/>
                <a:gd name="connsiteY701" fmla="*/ 425271 h 2078048"/>
                <a:gd name="connsiteX702" fmla="*/ 1177390 w 2077997"/>
                <a:gd name="connsiteY702" fmla="*/ 442607 h 2078048"/>
                <a:gd name="connsiteX703" fmla="*/ 1178152 w 2077997"/>
                <a:gd name="connsiteY703" fmla="*/ 433272 h 2078048"/>
                <a:gd name="connsiteX704" fmla="*/ 938027 w 2077997"/>
                <a:gd name="connsiteY704" fmla="*/ 434987 h 2078048"/>
                <a:gd name="connsiteX705" fmla="*/ 935359 w 2077997"/>
                <a:gd name="connsiteY705" fmla="*/ 425938 h 2078048"/>
                <a:gd name="connsiteX706" fmla="*/ 933454 w 2077997"/>
                <a:gd name="connsiteY706" fmla="*/ 423176 h 2078048"/>
                <a:gd name="connsiteX707" fmla="*/ 928692 w 2077997"/>
                <a:gd name="connsiteY707" fmla="*/ 419461 h 2078048"/>
                <a:gd name="connsiteX708" fmla="*/ 915833 w 2077997"/>
                <a:gd name="connsiteY708" fmla="*/ 421175 h 2078048"/>
                <a:gd name="connsiteX709" fmla="*/ 913547 w 2077997"/>
                <a:gd name="connsiteY709" fmla="*/ 424033 h 2078048"/>
                <a:gd name="connsiteX710" fmla="*/ 913357 w 2077997"/>
                <a:gd name="connsiteY710" fmla="*/ 424319 h 2078048"/>
                <a:gd name="connsiteX711" fmla="*/ 913928 w 2077997"/>
                <a:gd name="connsiteY711" fmla="*/ 444607 h 2078048"/>
                <a:gd name="connsiteX712" fmla="*/ 879829 w 2077997"/>
                <a:gd name="connsiteY712" fmla="*/ 420223 h 2078048"/>
                <a:gd name="connsiteX713" fmla="*/ 878781 w 2077997"/>
                <a:gd name="connsiteY713" fmla="*/ 397458 h 2078048"/>
                <a:gd name="connsiteX714" fmla="*/ 875828 w 2077997"/>
                <a:gd name="connsiteY714" fmla="*/ 394315 h 2078048"/>
                <a:gd name="connsiteX715" fmla="*/ 875733 w 2077997"/>
                <a:gd name="connsiteY715" fmla="*/ 394220 h 2078048"/>
                <a:gd name="connsiteX716" fmla="*/ 872590 w 2077997"/>
                <a:gd name="connsiteY716" fmla="*/ 392124 h 2078048"/>
                <a:gd name="connsiteX717" fmla="*/ 872399 w 2077997"/>
                <a:gd name="connsiteY717" fmla="*/ 392029 h 2078048"/>
                <a:gd name="connsiteX718" fmla="*/ 872399 w 2077997"/>
                <a:gd name="connsiteY718" fmla="*/ 392029 h 2078048"/>
                <a:gd name="connsiteX719" fmla="*/ 859921 w 2077997"/>
                <a:gd name="connsiteY719" fmla="*/ 392886 h 2078048"/>
                <a:gd name="connsiteX720" fmla="*/ 831632 w 2077997"/>
                <a:gd name="connsiteY720" fmla="*/ 329640 h 2078048"/>
                <a:gd name="connsiteX721" fmla="*/ 836776 w 2077997"/>
                <a:gd name="connsiteY721" fmla="*/ 311066 h 2078048"/>
                <a:gd name="connsiteX722" fmla="*/ 835061 w 2077997"/>
                <a:gd name="connsiteY722" fmla="*/ 306971 h 2078048"/>
                <a:gd name="connsiteX723" fmla="*/ 834871 w 2077997"/>
                <a:gd name="connsiteY723" fmla="*/ 306590 h 2078048"/>
                <a:gd name="connsiteX724" fmla="*/ 832394 w 2077997"/>
                <a:gd name="connsiteY724" fmla="*/ 303351 h 2078048"/>
                <a:gd name="connsiteX725" fmla="*/ 832394 w 2077997"/>
                <a:gd name="connsiteY725" fmla="*/ 303351 h 2078048"/>
                <a:gd name="connsiteX726" fmla="*/ 832394 w 2077997"/>
                <a:gd name="connsiteY726" fmla="*/ 303351 h 2078048"/>
                <a:gd name="connsiteX727" fmla="*/ 823155 w 2077997"/>
                <a:gd name="connsiteY727" fmla="*/ 298208 h 2078048"/>
                <a:gd name="connsiteX728" fmla="*/ 821441 w 2077997"/>
                <a:gd name="connsiteY728" fmla="*/ 224770 h 2078048"/>
                <a:gd name="connsiteX729" fmla="*/ 824108 w 2077997"/>
                <a:gd name="connsiteY729" fmla="*/ 211911 h 2078048"/>
                <a:gd name="connsiteX730" fmla="*/ 837347 w 2077997"/>
                <a:gd name="connsiteY730" fmla="*/ 213435 h 2078048"/>
                <a:gd name="connsiteX731" fmla="*/ 851730 w 2077997"/>
                <a:gd name="connsiteY731" fmla="*/ 191813 h 2078048"/>
                <a:gd name="connsiteX732" fmla="*/ 850206 w 2077997"/>
                <a:gd name="connsiteY732" fmla="*/ 187718 h 2078048"/>
                <a:gd name="connsiteX733" fmla="*/ 850016 w 2077997"/>
                <a:gd name="connsiteY733" fmla="*/ 187337 h 2078048"/>
                <a:gd name="connsiteX734" fmla="*/ 847539 w 2077997"/>
                <a:gd name="connsiteY734" fmla="*/ 184003 h 2078048"/>
                <a:gd name="connsiteX735" fmla="*/ 847539 w 2077997"/>
                <a:gd name="connsiteY735" fmla="*/ 184003 h 2078048"/>
                <a:gd name="connsiteX736" fmla="*/ 847539 w 2077997"/>
                <a:gd name="connsiteY736" fmla="*/ 184003 h 2078048"/>
                <a:gd name="connsiteX737" fmla="*/ 835919 w 2077997"/>
                <a:gd name="connsiteY737" fmla="*/ 178383 h 2078048"/>
                <a:gd name="connsiteX738" fmla="*/ 859826 w 2077997"/>
                <a:gd name="connsiteY738" fmla="*/ 139426 h 2078048"/>
                <a:gd name="connsiteX739" fmla="*/ 901927 w 2077997"/>
                <a:gd name="connsiteY739" fmla="*/ 171335 h 2078048"/>
                <a:gd name="connsiteX740" fmla="*/ 899450 w 2077997"/>
                <a:gd name="connsiteY740" fmla="*/ 172763 h 2078048"/>
                <a:gd name="connsiteX741" fmla="*/ 899069 w 2077997"/>
                <a:gd name="connsiteY741" fmla="*/ 173049 h 2078048"/>
                <a:gd name="connsiteX742" fmla="*/ 895831 w 2077997"/>
                <a:gd name="connsiteY742" fmla="*/ 176002 h 2078048"/>
                <a:gd name="connsiteX743" fmla="*/ 895831 w 2077997"/>
                <a:gd name="connsiteY743" fmla="*/ 176002 h 2078048"/>
                <a:gd name="connsiteX744" fmla="*/ 895831 w 2077997"/>
                <a:gd name="connsiteY744" fmla="*/ 176002 h 2078048"/>
                <a:gd name="connsiteX745" fmla="*/ 892497 w 2077997"/>
                <a:gd name="connsiteY745" fmla="*/ 193909 h 2078048"/>
                <a:gd name="connsiteX746" fmla="*/ 906975 w 2077997"/>
                <a:gd name="connsiteY746" fmla="*/ 204767 h 2078048"/>
                <a:gd name="connsiteX747" fmla="*/ 906975 w 2077997"/>
                <a:gd name="connsiteY747" fmla="*/ 204767 h 2078048"/>
                <a:gd name="connsiteX748" fmla="*/ 907070 w 2077997"/>
                <a:gd name="connsiteY748" fmla="*/ 204767 h 2078048"/>
                <a:gd name="connsiteX749" fmla="*/ 911452 w 2077997"/>
                <a:gd name="connsiteY749" fmla="*/ 204863 h 2078048"/>
                <a:gd name="connsiteX750" fmla="*/ 911833 w 2077997"/>
                <a:gd name="connsiteY750" fmla="*/ 204863 h 2078048"/>
                <a:gd name="connsiteX751" fmla="*/ 916500 w 2077997"/>
                <a:gd name="connsiteY751" fmla="*/ 204005 h 2078048"/>
                <a:gd name="connsiteX752" fmla="*/ 919929 w 2077997"/>
                <a:gd name="connsiteY752" fmla="*/ 202481 h 2078048"/>
                <a:gd name="connsiteX753" fmla="*/ 924406 w 2077997"/>
                <a:gd name="connsiteY753" fmla="*/ 198767 h 2078048"/>
                <a:gd name="connsiteX754" fmla="*/ 927740 w 2077997"/>
                <a:gd name="connsiteY754" fmla="*/ 203815 h 2078048"/>
                <a:gd name="connsiteX755" fmla="*/ 955076 w 2077997"/>
                <a:gd name="connsiteY755" fmla="*/ 277253 h 2078048"/>
                <a:gd name="connsiteX756" fmla="*/ 953457 w 2077997"/>
                <a:gd name="connsiteY756" fmla="*/ 278205 h 2078048"/>
                <a:gd name="connsiteX757" fmla="*/ 953076 w 2077997"/>
                <a:gd name="connsiteY757" fmla="*/ 278491 h 2078048"/>
                <a:gd name="connsiteX758" fmla="*/ 950123 w 2077997"/>
                <a:gd name="connsiteY758" fmla="*/ 281158 h 2078048"/>
                <a:gd name="connsiteX759" fmla="*/ 950123 w 2077997"/>
                <a:gd name="connsiteY759" fmla="*/ 281158 h 2078048"/>
                <a:gd name="connsiteX760" fmla="*/ 950123 w 2077997"/>
                <a:gd name="connsiteY760" fmla="*/ 281158 h 2078048"/>
                <a:gd name="connsiteX761" fmla="*/ 946694 w 2077997"/>
                <a:gd name="connsiteY761" fmla="*/ 298779 h 2078048"/>
                <a:gd name="connsiteX762" fmla="*/ 958600 w 2077997"/>
                <a:gd name="connsiteY762" fmla="*/ 310495 h 2078048"/>
                <a:gd name="connsiteX763" fmla="*/ 956981 w 2077997"/>
                <a:gd name="connsiteY763" fmla="*/ 378027 h 2078048"/>
                <a:gd name="connsiteX764" fmla="*/ 954791 w 2077997"/>
                <a:gd name="connsiteY764" fmla="*/ 377646 h 2078048"/>
                <a:gd name="connsiteX765" fmla="*/ 951266 w 2077997"/>
                <a:gd name="connsiteY765" fmla="*/ 378122 h 2078048"/>
                <a:gd name="connsiteX766" fmla="*/ 950885 w 2077997"/>
                <a:gd name="connsiteY766" fmla="*/ 378218 h 2078048"/>
                <a:gd name="connsiteX767" fmla="*/ 947837 w 2077997"/>
                <a:gd name="connsiteY767" fmla="*/ 379646 h 2078048"/>
                <a:gd name="connsiteX768" fmla="*/ 947837 w 2077997"/>
                <a:gd name="connsiteY768" fmla="*/ 379646 h 2078048"/>
                <a:gd name="connsiteX769" fmla="*/ 947837 w 2077997"/>
                <a:gd name="connsiteY769" fmla="*/ 379646 h 2078048"/>
                <a:gd name="connsiteX770" fmla="*/ 940789 w 2077997"/>
                <a:gd name="connsiteY770" fmla="*/ 394791 h 2078048"/>
                <a:gd name="connsiteX771" fmla="*/ 949742 w 2077997"/>
                <a:gd name="connsiteY771" fmla="*/ 411269 h 2078048"/>
                <a:gd name="connsiteX772" fmla="*/ 938027 w 2077997"/>
                <a:gd name="connsiteY772" fmla="*/ 434987 h 2078048"/>
                <a:gd name="connsiteX773" fmla="*/ 708665 w 2077997"/>
                <a:gd name="connsiteY773" fmla="*/ 460037 h 2078048"/>
                <a:gd name="connsiteX774" fmla="*/ 705521 w 2077997"/>
                <a:gd name="connsiteY774" fmla="*/ 461847 h 2078048"/>
                <a:gd name="connsiteX775" fmla="*/ 705236 w 2077997"/>
                <a:gd name="connsiteY775" fmla="*/ 462133 h 2078048"/>
                <a:gd name="connsiteX776" fmla="*/ 702950 w 2077997"/>
                <a:gd name="connsiteY776" fmla="*/ 464609 h 2078048"/>
                <a:gd name="connsiteX777" fmla="*/ 702950 w 2077997"/>
                <a:gd name="connsiteY777" fmla="*/ 464609 h 2078048"/>
                <a:gd name="connsiteX778" fmla="*/ 702950 w 2077997"/>
                <a:gd name="connsiteY778" fmla="*/ 464609 h 2078048"/>
                <a:gd name="connsiteX779" fmla="*/ 702283 w 2077997"/>
                <a:gd name="connsiteY779" fmla="*/ 481278 h 2078048"/>
                <a:gd name="connsiteX780" fmla="*/ 716856 w 2077997"/>
                <a:gd name="connsiteY780" fmla="*/ 493089 h 2078048"/>
                <a:gd name="connsiteX781" fmla="*/ 715046 w 2077997"/>
                <a:gd name="connsiteY781" fmla="*/ 519092 h 2078048"/>
                <a:gd name="connsiteX782" fmla="*/ 709045 w 2077997"/>
                <a:gd name="connsiteY782" fmla="*/ 512044 h 2078048"/>
                <a:gd name="connsiteX783" fmla="*/ 697520 w 2077997"/>
                <a:gd name="connsiteY783" fmla="*/ 508710 h 2078048"/>
                <a:gd name="connsiteX784" fmla="*/ 694949 w 2077997"/>
                <a:gd name="connsiteY784" fmla="*/ 509472 h 2078048"/>
                <a:gd name="connsiteX785" fmla="*/ 690662 w 2077997"/>
                <a:gd name="connsiteY785" fmla="*/ 512711 h 2078048"/>
                <a:gd name="connsiteX786" fmla="*/ 689138 w 2077997"/>
                <a:gd name="connsiteY786" fmla="*/ 515187 h 2078048"/>
                <a:gd name="connsiteX787" fmla="*/ 688186 w 2077997"/>
                <a:gd name="connsiteY787" fmla="*/ 518616 h 2078048"/>
                <a:gd name="connsiteX788" fmla="*/ 688091 w 2077997"/>
                <a:gd name="connsiteY788" fmla="*/ 519378 h 2078048"/>
                <a:gd name="connsiteX789" fmla="*/ 688091 w 2077997"/>
                <a:gd name="connsiteY789" fmla="*/ 522902 h 2078048"/>
                <a:gd name="connsiteX790" fmla="*/ 688091 w 2077997"/>
                <a:gd name="connsiteY790" fmla="*/ 522902 h 2078048"/>
                <a:gd name="connsiteX791" fmla="*/ 688091 w 2077997"/>
                <a:gd name="connsiteY791" fmla="*/ 522902 h 2078048"/>
                <a:gd name="connsiteX792" fmla="*/ 696473 w 2077997"/>
                <a:gd name="connsiteY792" fmla="*/ 537666 h 2078048"/>
                <a:gd name="connsiteX793" fmla="*/ 655610 w 2077997"/>
                <a:gd name="connsiteY793" fmla="*/ 528332 h 2078048"/>
                <a:gd name="connsiteX794" fmla="*/ 645895 w 2077997"/>
                <a:gd name="connsiteY794" fmla="*/ 507662 h 2078048"/>
                <a:gd name="connsiteX795" fmla="*/ 642085 w 2077997"/>
                <a:gd name="connsiteY795" fmla="*/ 505853 h 2078048"/>
                <a:gd name="connsiteX796" fmla="*/ 641704 w 2077997"/>
                <a:gd name="connsiteY796" fmla="*/ 505757 h 2078048"/>
                <a:gd name="connsiteX797" fmla="*/ 626845 w 2077997"/>
                <a:gd name="connsiteY797" fmla="*/ 510710 h 2078048"/>
                <a:gd name="connsiteX798" fmla="*/ 576362 w 2077997"/>
                <a:gd name="connsiteY798" fmla="*/ 463181 h 2078048"/>
                <a:gd name="connsiteX799" fmla="*/ 574076 w 2077997"/>
                <a:gd name="connsiteY799" fmla="*/ 444131 h 2078048"/>
                <a:gd name="connsiteX800" fmla="*/ 570933 w 2077997"/>
                <a:gd name="connsiteY800" fmla="*/ 441083 h 2078048"/>
                <a:gd name="connsiteX801" fmla="*/ 570552 w 2077997"/>
                <a:gd name="connsiteY801" fmla="*/ 440797 h 2078048"/>
                <a:gd name="connsiteX802" fmla="*/ 567028 w 2077997"/>
                <a:gd name="connsiteY802" fmla="*/ 438701 h 2078048"/>
                <a:gd name="connsiteX803" fmla="*/ 567028 w 2077997"/>
                <a:gd name="connsiteY803" fmla="*/ 438701 h 2078048"/>
                <a:gd name="connsiteX804" fmla="*/ 567028 w 2077997"/>
                <a:gd name="connsiteY804" fmla="*/ 438701 h 2078048"/>
                <a:gd name="connsiteX805" fmla="*/ 556455 w 2077997"/>
                <a:gd name="connsiteY805" fmla="*/ 437463 h 2078048"/>
                <a:gd name="connsiteX806" fmla="*/ 526737 w 2077997"/>
                <a:gd name="connsiteY806" fmla="*/ 370312 h 2078048"/>
                <a:gd name="connsiteX807" fmla="*/ 524165 w 2077997"/>
                <a:gd name="connsiteY807" fmla="*/ 357358 h 2078048"/>
                <a:gd name="connsiteX808" fmla="*/ 536929 w 2077997"/>
                <a:gd name="connsiteY808" fmla="*/ 353643 h 2078048"/>
                <a:gd name="connsiteX809" fmla="*/ 541882 w 2077997"/>
                <a:gd name="connsiteY809" fmla="*/ 328211 h 2078048"/>
                <a:gd name="connsiteX810" fmla="*/ 538834 w 2077997"/>
                <a:gd name="connsiteY810" fmla="*/ 324973 h 2078048"/>
                <a:gd name="connsiteX811" fmla="*/ 538453 w 2077997"/>
                <a:gd name="connsiteY811" fmla="*/ 324687 h 2078048"/>
                <a:gd name="connsiteX812" fmla="*/ 534833 w 2077997"/>
                <a:gd name="connsiteY812" fmla="*/ 322496 h 2078048"/>
                <a:gd name="connsiteX813" fmla="*/ 534833 w 2077997"/>
                <a:gd name="connsiteY813" fmla="*/ 322496 h 2078048"/>
                <a:gd name="connsiteX814" fmla="*/ 534833 w 2077997"/>
                <a:gd name="connsiteY814" fmla="*/ 322496 h 2078048"/>
                <a:gd name="connsiteX815" fmla="*/ 521974 w 2077997"/>
                <a:gd name="connsiteY815" fmla="*/ 321734 h 2078048"/>
                <a:gd name="connsiteX816" fmla="*/ 529023 w 2077997"/>
                <a:gd name="connsiteY816" fmla="*/ 276586 h 2078048"/>
                <a:gd name="connsiteX817" fmla="*/ 580172 w 2077997"/>
                <a:gd name="connsiteY817" fmla="*/ 289921 h 2078048"/>
                <a:gd name="connsiteX818" fmla="*/ 578362 w 2077997"/>
                <a:gd name="connsiteY818" fmla="*/ 292207 h 2078048"/>
                <a:gd name="connsiteX819" fmla="*/ 578077 w 2077997"/>
                <a:gd name="connsiteY819" fmla="*/ 292683 h 2078048"/>
                <a:gd name="connsiteX820" fmla="*/ 576172 w 2077997"/>
                <a:gd name="connsiteY820" fmla="*/ 296588 h 2078048"/>
                <a:gd name="connsiteX821" fmla="*/ 576172 w 2077997"/>
                <a:gd name="connsiteY821" fmla="*/ 296588 h 2078048"/>
                <a:gd name="connsiteX822" fmla="*/ 576172 w 2077997"/>
                <a:gd name="connsiteY822" fmla="*/ 296588 h 2078048"/>
                <a:gd name="connsiteX823" fmla="*/ 579982 w 2077997"/>
                <a:gd name="connsiteY823" fmla="*/ 314400 h 2078048"/>
                <a:gd name="connsiteX824" fmla="*/ 597508 w 2077997"/>
                <a:gd name="connsiteY824" fmla="*/ 318877 h 2078048"/>
                <a:gd name="connsiteX825" fmla="*/ 597508 w 2077997"/>
                <a:gd name="connsiteY825" fmla="*/ 318877 h 2078048"/>
                <a:gd name="connsiteX826" fmla="*/ 597603 w 2077997"/>
                <a:gd name="connsiteY826" fmla="*/ 318877 h 2078048"/>
                <a:gd name="connsiteX827" fmla="*/ 601794 w 2077997"/>
                <a:gd name="connsiteY827" fmla="*/ 317258 h 2078048"/>
                <a:gd name="connsiteX828" fmla="*/ 601984 w 2077997"/>
                <a:gd name="connsiteY828" fmla="*/ 317162 h 2078048"/>
                <a:gd name="connsiteX829" fmla="*/ 605985 w 2077997"/>
                <a:gd name="connsiteY829" fmla="*/ 314495 h 2078048"/>
                <a:gd name="connsiteX830" fmla="*/ 611224 w 2077997"/>
                <a:gd name="connsiteY830" fmla="*/ 306590 h 2078048"/>
                <a:gd name="connsiteX831" fmla="*/ 616272 w 2077997"/>
                <a:gd name="connsiteY831" fmla="*/ 310019 h 2078048"/>
                <a:gd name="connsiteX832" fmla="*/ 669803 w 2077997"/>
                <a:gd name="connsiteY832" fmla="*/ 367264 h 2078048"/>
                <a:gd name="connsiteX833" fmla="*/ 668659 w 2077997"/>
                <a:gd name="connsiteY833" fmla="*/ 368693 h 2078048"/>
                <a:gd name="connsiteX834" fmla="*/ 668469 w 2077997"/>
                <a:gd name="connsiteY834" fmla="*/ 369074 h 2078048"/>
                <a:gd name="connsiteX835" fmla="*/ 666850 w 2077997"/>
                <a:gd name="connsiteY835" fmla="*/ 372693 h 2078048"/>
                <a:gd name="connsiteX836" fmla="*/ 666850 w 2077997"/>
                <a:gd name="connsiteY836" fmla="*/ 372693 h 2078048"/>
                <a:gd name="connsiteX837" fmla="*/ 666850 w 2077997"/>
                <a:gd name="connsiteY837" fmla="*/ 372693 h 2078048"/>
                <a:gd name="connsiteX838" fmla="*/ 670469 w 2077997"/>
                <a:gd name="connsiteY838" fmla="*/ 390314 h 2078048"/>
                <a:gd name="connsiteX839" fmla="*/ 685900 w 2077997"/>
                <a:gd name="connsiteY839" fmla="*/ 396506 h 2078048"/>
                <a:gd name="connsiteX840" fmla="*/ 710379 w 2077997"/>
                <a:gd name="connsiteY840" fmla="*/ 459466 h 2078048"/>
                <a:gd name="connsiteX841" fmla="*/ 708665 w 2077997"/>
                <a:gd name="connsiteY841" fmla="*/ 460037 h 2078048"/>
                <a:gd name="connsiteX842" fmla="*/ 512164 w 2077997"/>
                <a:gd name="connsiteY842" fmla="*/ 630630 h 2078048"/>
                <a:gd name="connsiteX843" fmla="*/ 509878 w 2077997"/>
                <a:gd name="connsiteY843" fmla="*/ 633488 h 2078048"/>
                <a:gd name="connsiteX844" fmla="*/ 509782 w 2077997"/>
                <a:gd name="connsiteY844" fmla="*/ 633583 h 2078048"/>
                <a:gd name="connsiteX845" fmla="*/ 514354 w 2077997"/>
                <a:gd name="connsiteY845" fmla="*/ 652728 h 2078048"/>
                <a:gd name="connsiteX846" fmla="*/ 532166 w 2077997"/>
                <a:gd name="connsiteY846" fmla="*/ 657967 h 2078048"/>
                <a:gd name="connsiteX847" fmla="*/ 540548 w 2077997"/>
                <a:gd name="connsiteY847" fmla="*/ 682827 h 2078048"/>
                <a:gd name="connsiteX848" fmla="*/ 535595 w 2077997"/>
                <a:gd name="connsiteY848" fmla="*/ 679684 h 2078048"/>
                <a:gd name="connsiteX849" fmla="*/ 532262 w 2077997"/>
                <a:gd name="connsiteY849" fmla="*/ 678541 h 2078048"/>
                <a:gd name="connsiteX850" fmla="*/ 525784 w 2077997"/>
                <a:gd name="connsiteY850" fmla="*/ 677969 h 2078048"/>
                <a:gd name="connsiteX851" fmla="*/ 518165 w 2077997"/>
                <a:gd name="connsiteY851" fmla="*/ 681398 h 2078048"/>
                <a:gd name="connsiteX852" fmla="*/ 515402 w 2077997"/>
                <a:gd name="connsiteY852" fmla="*/ 686066 h 2078048"/>
                <a:gd name="connsiteX853" fmla="*/ 515021 w 2077997"/>
                <a:gd name="connsiteY853" fmla="*/ 688923 h 2078048"/>
                <a:gd name="connsiteX854" fmla="*/ 515593 w 2077997"/>
                <a:gd name="connsiteY854" fmla="*/ 692638 h 2078048"/>
                <a:gd name="connsiteX855" fmla="*/ 515688 w 2077997"/>
                <a:gd name="connsiteY855" fmla="*/ 693019 h 2078048"/>
                <a:gd name="connsiteX856" fmla="*/ 517117 w 2077997"/>
                <a:gd name="connsiteY856" fmla="*/ 696448 h 2078048"/>
                <a:gd name="connsiteX857" fmla="*/ 517117 w 2077997"/>
                <a:gd name="connsiteY857" fmla="*/ 696448 h 2078048"/>
                <a:gd name="connsiteX858" fmla="*/ 517117 w 2077997"/>
                <a:gd name="connsiteY858" fmla="*/ 696448 h 2078048"/>
                <a:gd name="connsiteX859" fmla="*/ 530452 w 2077997"/>
                <a:gd name="connsiteY859" fmla="*/ 706925 h 2078048"/>
                <a:gd name="connsiteX860" fmla="*/ 489113 w 2077997"/>
                <a:gd name="connsiteY860" fmla="*/ 713783 h 2078048"/>
                <a:gd name="connsiteX861" fmla="*/ 487970 w 2077997"/>
                <a:gd name="connsiteY861" fmla="*/ 710164 h 2078048"/>
                <a:gd name="connsiteX862" fmla="*/ 475588 w 2077997"/>
                <a:gd name="connsiteY862" fmla="*/ 699210 h 2078048"/>
                <a:gd name="connsiteX863" fmla="*/ 472159 w 2077997"/>
                <a:gd name="connsiteY863" fmla="*/ 698353 h 2078048"/>
                <a:gd name="connsiteX864" fmla="*/ 468063 w 2077997"/>
                <a:gd name="connsiteY864" fmla="*/ 698258 h 2078048"/>
                <a:gd name="connsiteX865" fmla="*/ 467682 w 2077997"/>
                <a:gd name="connsiteY865" fmla="*/ 698353 h 2078048"/>
                <a:gd name="connsiteX866" fmla="*/ 464062 w 2077997"/>
                <a:gd name="connsiteY866" fmla="*/ 699210 h 2078048"/>
                <a:gd name="connsiteX867" fmla="*/ 464062 w 2077997"/>
                <a:gd name="connsiteY867" fmla="*/ 699210 h 2078048"/>
                <a:gd name="connsiteX868" fmla="*/ 464062 w 2077997"/>
                <a:gd name="connsiteY868" fmla="*/ 699210 h 2078048"/>
                <a:gd name="connsiteX869" fmla="*/ 455776 w 2077997"/>
                <a:gd name="connsiteY869" fmla="*/ 708545 h 2078048"/>
                <a:gd name="connsiteX870" fmla="*/ 390911 w 2077997"/>
                <a:gd name="connsiteY870" fmla="*/ 683780 h 2078048"/>
                <a:gd name="connsiteX871" fmla="*/ 381576 w 2077997"/>
                <a:gd name="connsiteY871" fmla="*/ 667111 h 2078048"/>
                <a:gd name="connsiteX872" fmla="*/ 377480 w 2077997"/>
                <a:gd name="connsiteY872" fmla="*/ 665492 h 2078048"/>
                <a:gd name="connsiteX873" fmla="*/ 377004 w 2077997"/>
                <a:gd name="connsiteY873" fmla="*/ 665396 h 2078048"/>
                <a:gd name="connsiteX874" fmla="*/ 373003 w 2077997"/>
                <a:gd name="connsiteY874" fmla="*/ 664825 h 2078048"/>
                <a:gd name="connsiteX875" fmla="*/ 373003 w 2077997"/>
                <a:gd name="connsiteY875" fmla="*/ 664825 h 2078048"/>
                <a:gd name="connsiteX876" fmla="*/ 373003 w 2077997"/>
                <a:gd name="connsiteY876" fmla="*/ 664825 h 2078048"/>
                <a:gd name="connsiteX877" fmla="*/ 362716 w 2077997"/>
                <a:gd name="connsiteY877" fmla="*/ 667682 h 2078048"/>
                <a:gd name="connsiteX878" fmla="*/ 309757 w 2077997"/>
                <a:gd name="connsiteY878" fmla="*/ 617009 h 2078048"/>
                <a:gd name="connsiteX879" fmla="*/ 302519 w 2077997"/>
                <a:gd name="connsiteY879" fmla="*/ 606056 h 2078048"/>
                <a:gd name="connsiteX880" fmla="*/ 312710 w 2077997"/>
                <a:gd name="connsiteY880" fmla="*/ 597674 h 2078048"/>
                <a:gd name="connsiteX881" fmla="*/ 307757 w 2077997"/>
                <a:gd name="connsiteY881" fmla="*/ 572337 h 2078048"/>
                <a:gd name="connsiteX882" fmla="*/ 303757 w 2077997"/>
                <a:gd name="connsiteY882" fmla="*/ 570527 h 2078048"/>
                <a:gd name="connsiteX883" fmla="*/ 303376 w 2077997"/>
                <a:gd name="connsiteY883" fmla="*/ 570432 h 2078048"/>
                <a:gd name="connsiteX884" fmla="*/ 299280 w 2077997"/>
                <a:gd name="connsiteY884" fmla="*/ 569765 h 2078048"/>
                <a:gd name="connsiteX885" fmla="*/ 299280 w 2077997"/>
                <a:gd name="connsiteY885" fmla="*/ 569765 h 2078048"/>
                <a:gd name="connsiteX886" fmla="*/ 299280 w 2077997"/>
                <a:gd name="connsiteY886" fmla="*/ 569765 h 2078048"/>
                <a:gd name="connsiteX887" fmla="*/ 287088 w 2077997"/>
                <a:gd name="connsiteY887" fmla="*/ 573956 h 2078048"/>
                <a:gd name="connsiteX888" fmla="*/ 276420 w 2077997"/>
                <a:gd name="connsiteY888" fmla="*/ 529570 h 2078048"/>
                <a:gd name="connsiteX889" fmla="*/ 323664 w 2077997"/>
                <a:gd name="connsiteY889" fmla="*/ 522426 h 2078048"/>
                <a:gd name="connsiteX890" fmla="*/ 328903 w 2077997"/>
                <a:gd name="connsiteY890" fmla="*/ 522426 h 2078048"/>
                <a:gd name="connsiteX891" fmla="*/ 328045 w 2077997"/>
                <a:gd name="connsiteY891" fmla="*/ 525284 h 2078048"/>
                <a:gd name="connsiteX892" fmla="*/ 327950 w 2077997"/>
                <a:gd name="connsiteY892" fmla="*/ 525760 h 2078048"/>
                <a:gd name="connsiteX893" fmla="*/ 327665 w 2077997"/>
                <a:gd name="connsiteY893" fmla="*/ 530046 h 2078048"/>
                <a:gd name="connsiteX894" fmla="*/ 327665 w 2077997"/>
                <a:gd name="connsiteY894" fmla="*/ 530046 h 2078048"/>
                <a:gd name="connsiteX895" fmla="*/ 327665 w 2077997"/>
                <a:gd name="connsiteY895" fmla="*/ 530046 h 2078048"/>
                <a:gd name="connsiteX896" fmla="*/ 337952 w 2077997"/>
                <a:gd name="connsiteY896" fmla="*/ 545096 h 2078048"/>
                <a:gd name="connsiteX897" fmla="*/ 359097 w 2077997"/>
                <a:gd name="connsiteY897" fmla="*/ 539571 h 2078048"/>
                <a:gd name="connsiteX898" fmla="*/ 359478 w 2077997"/>
                <a:gd name="connsiteY898" fmla="*/ 539095 h 2078048"/>
                <a:gd name="connsiteX899" fmla="*/ 361954 w 2077997"/>
                <a:gd name="connsiteY899" fmla="*/ 535190 h 2078048"/>
                <a:gd name="connsiteX900" fmla="*/ 363859 w 2077997"/>
                <a:gd name="connsiteY900" fmla="*/ 528141 h 2078048"/>
                <a:gd name="connsiteX901" fmla="*/ 363764 w 2077997"/>
                <a:gd name="connsiteY901" fmla="*/ 525950 h 2078048"/>
                <a:gd name="connsiteX902" fmla="*/ 369765 w 2077997"/>
                <a:gd name="connsiteY902" fmla="*/ 527189 h 2078048"/>
                <a:gd name="connsiteX903" fmla="*/ 441203 w 2077997"/>
                <a:gd name="connsiteY903" fmla="*/ 559859 h 2078048"/>
                <a:gd name="connsiteX904" fmla="*/ 440726 w 2077997"/>
                <a:gd name="connsiteY904" fmla="*/ 561669 h 2078048"/>
                <a:gd name="connsiteX905" fmla="*/ 440631 w 2077997"/>
                <a:gd name="connsiteY905" fmla="*/ 562145 h 2078048"/>
                <a:gd name="connsiteX906" fmla="*/ 440441 w 2077997"/>
                <a:gd name="connsiteY906" fmla="*/ 566051 h 2078048"/>
                <a:gd name="connsiteX907" fmla="*/ 440441 w 2077997"/>
                <a:gd name="connsiteY907" fmla="*/ 566051 h 2078048"/>
                <a:gd name="connsiteX908" fmla="*/ 440441 w 2077997"/>
                <a:gd name="connsiteY908" fmla="*/ 566051 h 2078048"/>
                <a:gd name="connsiteX909" fmla="*/ 450537 w 2077997"/>
                <a:gd name="connsiteY909" fmla="*/ 580910 h 2078048"/>
                <a:gd name="connsiteX910" fmla="*/ 467301 w 2077997"/>
                <a:gd name="connsiteY910" fmla="*/ 580719 h 2078048"/>
                <a:gd name="connsiteX911" fmla="*/ 513878 w 2077997"/>
                <a:gd name="connsiteY911" fmla="*/ 629487 h 2078048"/>
                <a:gd name="connsiteX912" fmla="*/ 512164 w 2077997"/>
                <a:gd name="connsiteY912" fmla="*/ 630630 h 2078048"/>
                <a:gd name="connsiteX913" fmla="*/ 192981 w 2077997"/>
                <a:gd name="connsiteY913" fmla="*/ 920666 h 2078048"/>
                <a:gd name="connsiteX914" fmla="*/ 199172 w 2077997"/>
                <a:gd name="connsiteY914" fmla="*/ 908951 h 2078048"/>
                <a:gd name="connsiteX915" fmla="*/ 199458 w 2077997"/>
                <a:gd name="connsiteY915" fmla="*/ 905236 h 2078048"/>
                <a:gd name="connsiteX916" fmla="*/ 191457 w 2077997"/>
                <a:gd name="connsiteY916" fmla="*/ 890186 h 2078048"/>
                <a:gd name="connsiteX917" fmla="*/ 184885 w 2077997"/>
                <a:gd name="connsiteY917" fmla="*/ 887519 h 2078048"/>
                <a:gd name="connsiteX918" fmla="*/ 180503 w 2077997"/>
                <a:gd name="connsiteY918" fmla="*/ 887424 h 2078048"/>
                <a:gd name="connsiteX919" fmla="*/ 180122 w 2077997"/>
                <a:gd name="connsiteY919" fmla="*/ 887519 h 2078048"/>
                <a:gd name="connsiteX920" fmla="*/ 176027 w 2077997"/>
                <a:gd name="connsiteY920" fmla="*/ 888567 h 2078048"/>
                <a:gd name="connsiteX921" fmla="*/ 176027 w 2077997"/>
                <a:gd name="connsiteY921" fmla="*/ 888567 h 2078048"/>
                <a:gd name="connsiteX922" fmla="*/ 176027 w 2077997"/>
                <a:gd name="connsiteY922" fmla="*/ 888567 h 2078048"/>
                <a:gd name="connsiteX923" fmla="*/ 166311 w 2077997"/>
                <a:gd name="connsiteY923" fmla="*/ 897140 h 2078048"/>
                <a:gd name="connsiteX924" fmla="*/ 139450 w 2077997"/>
                <a:gd name="connsiteY924" fmla="*/ 860278 h 2078048"/>
                <a:gd name="connsiteX925" fmla="*/ 180313 w 2077997"/>
                <a:gd name="connsiteY925" fmla="*/ 835513 h 2078048"/>
                <a:gd name="connsiteX926" fmla="*/ 185170 w 2077997"/>
                <a:gd name="connsiteY926" fmla="*/ 833513 h 2078048"/>
                <a:gd name="connsiteX927" fmla="*/ 185456 w 2077997"/>
                <a:gd name="connsiteY927" fmla="*/ 836465 h 2078048"/>
                <a:gd name="connsiteX928" fmla="*/ 185552 w 2077997"/>
                <a:gd name="connsiteY928" fmla="*/ 836942 h 2078048"/>
                <a:gd name="connsiteX929" fmla="*/ 186980 w 2077997"/>
                <a:gd name="connsiteY929" fmla="*/ 841037 h 2078048"/>
                <a:gd name="connsiteX930" fmla="*/ 186980 w 2077997"/>
                <a:gd name="connsiteY930" fmla="*/ 841037 h 2078048"/>
                <a:gd name="connsiteX931" fmla="*/ 186980 w 2077997"/>
                <a:gd name="connsiteY931" fmla="*/ 841037 h 2078048"/>
                <a:gd name="connsiteX932" fmla="*/ 202220 w 2077997"/>
                <a:gd name="connsiteY932" fmla="*/ 850943 h 2078048"/>
                <a:gd name="connsiteX933" fmla="*/ 219651 w 2077997"/>
                <a:gd name="connsiteY933" fmla="*/ 837799 h 2078048"/>
                <a:gd name="connsiteX934" fmla="*/ 219841 w 2077997"/>
                <a:gd name="connsiteY934" fmla="*/ 837227 h 2078048"/>
                <a:gd name="connsiteX935" fmla="*/ 220603 w 2077997"/>
                <a:gd name="connsiteY935" fmla="*/ 832655 h 2078048"/>
                <a:gd name="connsiteX936" fmla="*/ 218699 w 2077997"/>
                <a:gd name="connsiteY936" fmla="*/ 823321 h 2078048"/>
                <a:gd name="connsiteX937" fmla="*/ 224699 w 2077997"/>
                <a:gd name="connsiteY937" fmla="*/ 822178 h 2078048"/>
                <a:gd name="connsiteX938" fmla="*/ 303280 w 2077997"/>
                <a:gd name="connsiteY938" fmla="*/ 824940 h 2078048"/>
                <a:gd name="connsiteX939" fmla="*/ 303566 w 2077997"/>
                <a:gd name="connsiteY939" fmla="*/ 826750 h 2078048"/>
                <a:gd name="connsiteX940" fmla="*/ 303662 w 2077997"/>
                <a:gd name="connsiteY940" fmla="*/ 827226 h 2078048"/>
                <a:gd name="connsiteX941" fmla="*/ 304995 w 2077997"/>
                <a:gd name="connsiteY941" fmla="*/ 830941 h 2078048"/>
                <a:gd name="connsiteX942" fmla="*/ 304995 w 2077997"/>
                <a:gd name="connsiteY942" fmla="*/ 830941 h 2078048"/>
                <a:gd name="connsiteX943" fmla="*/ 304995 w 2077997"/>
                <a:gd name="connsiteY943" fmla="*/ 830941 h 2078048"/>
                <a:gd name="connsiteX944" fmla="*/ 319949 w 2077997"/>
                <a:gd name="connsiteY944" fmla="*/ 840752 h 2078048"/>
                <a:gd name="connsiteX945" fmla="*/ 335475 w 2077997"/>
                <a:gd name="connsiteY945" fmla="*/ 834179 h 2078048"/>
                <a:gd name="connsiteX946" fmla="*/ 397197 w 2077997"/>
                <a:gd name="connsiteY946" fmla="*/ 861326 h 2078048"/>
                <a:gd name="connsiteX947" fmla="*/ 395959 w 2077997"/>
                <a:gd name="connsiteY947" fmla="*/ 863231 h 2078048"/>
                <a:gd name="connsiteX948" fmla="*/ 395006 w 2077997"/>
                <a:gd name="connsiteY948" fmla="*/ 870470 h 2078048"/>
                <a:gd name="connsiteX949" fmla="*/ 395006 w 2077997"/>
                <a:gd name="connsiteY949" fmla="*/ 870470 h 2078048"/>
                <a:gd name="connsiteX950" fmla="*/ 395006 w 2077997"/>
                <a:gd name="connsiteY950" fmla="*/ 870470 h 2078048"/>
                <a:gd name="connsiteX951" fmla="*/ 406532 w 2077997"/>
                <a:gd name="connsiteY951" fmla="*/ 882757 h 2078048"/>
                <a:gd name="connsiteX952" fmla="*/ 424915 w 2077997"/>
                <a:gd name="connsiteY952" fmla="*/ 880661 h 2078048"/>
                <a:gd name="connsiteX953" fmla="*/ 442250 w 2077997"/>
                <a:gd name="connsiteY953" fmla="*/ 900378 h 2078048"/>
                <a:gd name="connsiteX954" fmla="*/ 433011 w 2077997"/>
                <a:gd name="connsiteY954" fmla="*/ 899616 h 2078048"/>
                <a:gd name="connsiteX955" fmla="*/ 429677 w 2077997"/>
                <a:gd name="connsiteY955" fmla="*/ 900378 h 2078048"/>
                <a:gd name="connsiteX956" fmla="*/ 425296 w 2077997"/>
                <a:gd name="connsiteY956" fmla="*/ 902664 h 2078048"/>
                <a:gd name="connsiteX957" fmla="*/ 420248 w 2077997"/>
                <a:gd name="connsiteY957" fmla="*/ 913046 h 2078048"/>
                <a:gd name="connsiteX958" fmla="*/ 421009 w 2077997"/>
                <a:gd name="connsiteY958" fmla="*/ 915904 h 2078048"/>
                <a:gd name="connsiteX959" fmla="*/ 422915 w 2077997"/>
                <a:gd name="connsiteY959" fmla="*/ 919142 h 2078048"/>
                <a:gd name="connsiteX960" fmla="*/ 423200 w 2077997"/>
                <a:gd name="connsiteY960" fmla="*/ 919428 h 2078048"/>
                <a:gd name="connsiteX961" fmla="*/ 425867 w 2077997"/>
                <a:gd name="connsiteY961" fmla="*/ 922095 h 2078048"/>
                <a:gd name="connsiteX962" fmla="*/ 425867 w 2077997"/>
                <a:gd name="connsiteY962" fmla="*/ 922095 h 2078048"/>
                <a:gd name="connsiteX963" fmla="*/ 425867 w 2077997"/>
                <a:gd name="connsiteY963" fmla="*/ 922095 h 2078048"/>
                <a:gd name="connsiteX964" fmla="*/ 442155 w 2077997"/>
                <a:gd name="connsiteY964" fmla="*/ 926572 h 2078048"/>
                <a:gd name="connsiteX965" fmla="*/ 406627 w 2077997"/>
                <a:gd name="connsiteY965" fmla="*/ 948860 h 2078048"/>
                <a:gd name="connsiteX966" fmla="*/ 398626 w 2077997"/>
                <a:gd name="connsiteY966" fmla="*/ 942383 h 2078048"/>
                <a:gd name="connsiteX967" fmla="*/ 385100 w 2077997"/>
                <a:gd name="connsiteY967" fmla="*/ 941050 h 2078048"/>
                <a:gd name="connsiteX968" fmla="*/ 381290 w 2077997"/>
                <a:gd name="connsiteY968" fmla="*/ 942479 h 2078048"/>
                <a:gd name="connsiteX969" fmla="*/ 380909 w 2077997"/>
                <a:gd name="connsiteY969" fmla="*/ 942669 h 2078048"/>
                <a:gd name="connsiteX970" fmla="*/ 377957 w 2077997"/>
                <a:gd name="connsiteY970" fmla="*/ 944765 h 2078048"/>
                <a:gd name="connsiteX971" fmla="*/ 377957 w 2077997"/>
                <a:gd name="connsiteY971" fmla="*/ 944765 h 2078048"/>
                <a:gd name="connsiteX972" fmla="*/ 377957 w 2077997"/>
                <a:gd name="connsiteY972" fmla="*/ 944765 h 2078048"/>
                <a:gd name="connsiteX973" fmla="*/ 373861 w 2077997"/>
                <a:gd name="connsiteY973" fmla="*/ 956576 h 2078048"/>
                <a:gd name="connsiteX974" fmla="*/ 304424 w 2077997"/>
                <a:gd name="connsiteY974" fmla="*/ 958671 h 2078048"/>
                <a:gd name="connsiteX975" fmla="*/ 289374 w 2077997"/>
                <a:gd name="connsiteY975" fmla="*/ 946860 h 2078048"/>
                <a:gd name="connsiteX976" fmla="*/ 284992 w 2077997"/>
                <a:gd name="connsiteY976" fmla="*/ 946860 h 2078048"/>
                <a:gd name="connsiteX977" fmla="*/ 284516 w 2077997"/>
                <a:gd name="connsiteY977" fmla="*/ 946955 h 2078048"/>
                <a:gd name="connsiteX978" fmla="*/ 280611 w 2077997"/>
                <a:gd name="connsiteY978" fmla="*/ 948003 h 2078048"/>
                <a:gd name="connsiteX979" fmla="*/ 280611 w 2077997"/>
                <a:gd name="connsiteY979" fmla="*/ 948003 h 2078048"/>
                <a:gd name="connsiteX980" fmla="*/ 280611 w 2077997"/>
                <a:gd name="connsiteY980" fmla="*/ 948003 h 2078048"/>
                <a:gd name="connsiteX981" fmla="*/ 272229 w 2077997"/>
                <a:gd name="connsiteY981" fmla="*/ 954575 h 2078048"/>
                <a:gd name="connsiteX982" fmla="*/ 203840 w 2077997"/>
                <a:gd name="connsiteY982" fmla="*/ 928191 h 2078048"/>
                <a:gd name="connsiteX983" fmla="*/ 192981 w 2077997"/>
                <a:gd name="connsiteY983" fmla="*/ 920666 h 2078048"/>
                <a:gd name="connsiteX984" fmla="*/ 224699 w 2077997"/>
                <a:gd name="connsiteY984" fmla="*/ 1255851 h 2078048"/>
                <a:gd name="connsiteX985" fmla="*/ 211841 w 2077997"/>
                <a:gd name="connsiteY985" fmla="*/ 1253184 h 2078048"/>
                <a:gd name="connsiteX986" fmla="*/ 213365 w 2077997"/>
                <a:gd name="connsiteY986" fmla="*/ 1239944 h 2078048"/>
                <a:gd name="connsiteX987" fmla="*/ 210316 w 2077997"/>
                <a:gd name="connsiteY987" fmla="*/ 1233182 h 2078048"/>
                <a:gd name="connsiteX988" fmla="*/ 202125 w 2077997"/>
                <a:gd name="connsiteY988" fmla="*/ 1226609 h 2078048"/>
                <a:gd name="connsiteX989" fmla="*/ 191648 w 2077997"/>
                <a:gd name="connsiteY989" fmla="*/ 1225657 h 2078048"/>
                <a:gd name="connsiteX990" fmla="*/ 187552 w 2077997"/>
                <a:gd name="connsiteY990" fmla="*/ 1227181 h 2078048"/>
                <a:gd name="connsiteX991" fmla="*/ 187171 w 2077997"/>
                <a:gd name="connsiteY991" fmla="*/ 1227371 h 2078048"/>
                <a:gd name="connsiteX992" fmla="*/ 183837 w 2077997"/>
                <a:gd name="connsiteY992" fmla="*/ 1229848 h 2078048"/>
                <a:gd name="connsiteX993" fmla="*/ 183837 w 2077997"/>
                <a:gd name="connsiteY993" fmla="*/ 1229848 h 2078048"/>
                <a:gd name="connsiteX994" fmla="*/ 183837 w 2077997"/>
                <a:gd name="connsiteY994" fmla="*/ 1229848 h 2078048"/>
                <a:gd name="connsiteX995" fmla="*/ 178217 w 2077997"/>
                <a:gd name="connsiteY995" fmla="*/ 1241468 h 2078048"/>
                <a:gd name="connsiteX996" fmla="*/ 139260 w 2077997"/>
                <a:gd name="connsiteY996" fmla="*/ 1217561 h 2078048"/>
                <a:gd name="connsiteX997" fmla="*/ 171169 w 2077997"/>
                <a:gd name="connsiteY997" fmla="*/ 1175460 h 2078048"/>
                <a:gd name="connsiteX998" fmla="*/ 172598 w 2077997"/>
                <a:gd name="connsiteY998" fmla="*/ 1177937 h 2078048"/>
                <a:gd name="connsiteX999" fmla="*/ 172883 w 2077997"/>
                <a:gd name="connsiteY999" fmla="*/ 1178318 h 2078048"/>
                <a:gd name="connsiteX1000" fmla="*/ 175836 w 2077997"/>
                <a:gd name="connsiteY1000" fmla="*/ 1181556 h 2078048"/>
                <a:gd name="connsiteX1001" fmla="*/ 175836 w 2077997"/>
                <a:gd name="connsiteY1001" fmla="*/ 1181556 h 2078048"/>
                <a:gd name="connsiteX1002" fmla="*/ 175836 w 2077997"/>
                <a:gd name="connsiteY1002" fmla="*/ 1181556 h 2078048"/>
                <a:gd name="connsiteX1003" fmla="*/ 193743 w 2077997"/>
                <a:gd name="connsiteY1003" fmla="*/ 1184890 h 2078048"/>
                <a:gd name="connsiteX1004" fmla="*/ 204602 w 2077997"/>
                <a:gd name="connsiteY1004" fmla="*/ 1170412 h 2078048"/>
                <a:gd name="connsiteX1005" fmla="*/ 204602 w 2077997"/>
                <a:gd name="connsiteY1005" fmla="*/ 1170412 h 2078048"/>
                <a:gd name="connsiteX1006" fmla="*/ 204602 w 2077997"/>
                <a:gd name="connsiteY1006" fmla="*/ 1170317 h 2078048"/>
                <a:gd name="connsiteX1007" fmla="*/ 204697 w 2077997"/>
                <a:gd name="connsiteY1007" fmla="*/ 1165935 h 2078048"/>
                <a:gd name="connsiteX1008" fmla="*/ 204697 w 2077997"/>
                <a:gd name="connsiteY1008" fmla="*/ 1165554 h 2078048"/>
                <a:gd name="connsiteX1009" fmla="*/ 203840 w 2077997"/>
                <a:gd name="connsiteY1009" fmla="*/ 1160887 h 2078048"/>
                <a:gd name="connsiteX1010" fmla="*/ 198601 w 2077997"/>
                <a:gd name="connsiteY1010" fmla="*/ 1152981 h 2078048"/>
                <a:gd name="connsiteX1011" fmla="*/ 203649 w 2077997"/>
                <a:gd name="connsiteY1011" fmla="*/ 1149647 h 2078048"/>
                <a:gd name="connsiteX1012" fmla="*/ 277087 w 2077997"/>
                <a:gd name="connsiteY1012" fmla="*/ 1122311 h 2078048"/>
                <a:gd name="connsiteX1013" fmla="*/ 278039 w 2077997"/>
                <a:gd name="connsiteY1013" fmla="*/ 1123930 h 2078048"/>
                <a:gd name="connsiteX1014" fmla="*/ 278325 w 2077997"/>
                <a:gd name="connsiteY1014" fmla="*/ 1124311 h 2078048"/>
                <a:gd name="connsiteX1015" fmla="*/ 280992 w 2077997"/>
                <a:gd name="connsiteY1015" fmla="*/ 1127264 h 2078048"/>
                <a:gd name="connsiteX1016" fmla="*/ 280992 w 2077997"/>
                <a:gd name="connsiteY1016" fmla="*/ 1127264 h 2078048"/>
                <a:gd name="connsiteX1017" fmla="*/ 280992 w 2077997"/>
                <a:gd name="connsiteY1017" fmla="*/ 1127264 h 2078048"/>
                <a:gd name="connsiteX1018" fmla="*/ 298613 w 2077997"/>
                <a:gd name="connsiteY1018" fmla="*/ 1130693 h 2078048"/>
                <a:gd name="connsiteX1019" fmla="*/ 310329 w 2077997"/>
                <a:gd name="connsiteY1019" fmla="*/ 1118786 h 2078048"/>
                <a:gd name="connsiteX1020" fmla="*/ 377861 w 2077997"/>
                <a:gd name="connsiteY1020" fmla="*/ 1120406 h 2078048"/>
                <a:gd name="connsiteX1021" fmla="*/ 377480 w 2077997"/>
                <a:gd name="connsiteY1021" fmla="*/ 1122596 h 2078048"/>
                <a:gd name="connsiteX1022" fmla="*/ 377957 w 2077997"/>
                <a:gd name="connsiteY1022" fmla="*/ 1126120 h 2078048"/>
                <a:gd name="connsiteX1023" fmla="*/ 378052 w 2077997"/>
                <a:gd name="connsiteY1023" fmla="*/ 1126502 h 2078048"/>
                <a:gd name="connsiteX1024" fmla="*/ 379480 w 2077997"/>
                <a:gd name="connsiteY1024" fmla="*/ 1129550 h 2078048"/>
                <a:gd name="connsiteX1025" fmla="*/ 379480 w 2077997"/>
                <a:gd name="connsiteY1025" fmla="*/ 1129550 h 2078048"/>
                <a:gd name="connsiteX1026" fmla="*/ 379480 w 2077997"/>
                <a:gd name="connsiteY1026" fmla="*/ 1129550 h 2078048"/>
                <a:gd name="connsiteX1027" fmla="*/ 394625 w 2077997"/>
                <a:gd name="connsiteY1027" fmla="*/ 1136598 h 2078048"/>
                <a:gd name="connsiteX1028" fmla="*/ 411103 w 2077997"/>
                <a:gd name="connsiteY1028" fmla="*/ 1127645 h 2078048"/>
                <a:gd name="connsiteX1029" fmla="*/ 434535 w 2077997"/>
                <a:gd name="connsiteY1029" fmla="*/ 1139456 h 2078048"/>
                <a:gd name="connsiteX1030" fmla="*/ 425486 w 2077997"/>
                <a:gd name="connsiteY1030" fmla="*/ 1142123 h 2078048"/>
                <a:gd name="connsiteX1031" fmla="*/ 420724 w 2077997"/>
                <a:gd name="connsiteY1031" fmla="*/ 1161649 h 2078048"/>
                <a:gd name="connsiteX1032" fmla="*/ 423581 w 2077997"/>
                <a:gd name="connsiteY1032" fmla="*/ 1163935 h 2078048"/>
                <a:gd name="connsiteX1033" fmla="*/ 423867 w 2077997"/>
                <a:gd name="connsiteY1033" fmla="*/ 1164125 h 2078048"/>
                <a:gd name="connsiteX1034" fmla="*/ 427296 w 2077997"/>
                <a:gd name="connsiteY1034" fmla="*/ 1165554 h 2078048"/>
                <a:gd name="connsiteX1035" fmla="*/ 427296 w 2077997"/>
                <a:gd name="connsiteY1035" fmla="*/ 1165554 h 2078048"/>
                <a:gd name="connsiteX1036" fmla="*/ 427296 w 2077997"/>
                <a:gd name="connsiteY1036" fmla="*/ 1165554 h 2078048"/>
                <a:gd name="connsiteX1037" fmla="*/ 444155 w 2077997"/>
                <a:gd name="connsiteY1037" fmla="*/ 1163554 h 2078048"/>
                <a:gd name="connsiteX1038" fmla="*/ 419771 w 2077997"/>
                <a:gd name="connsiteY1038" fmla="*/ 1197653 h 2078048"/>
                <a:gd name="connsiteX1039" fmla="*/ 397007 w 2077997"/>
                <a:gd name="connsiteY1039" fmla="*/ 1198701 h 2078048"/>
                <a:gd name="connsiteX1040" fmla="*/ 393863 w 2077997"/>
                <a:gd name="connsiteY1040" fmla="*/ 1201654 h 2078048"/>
                <a:gd name="connsiteX1041" fmla="*/ 393768 w 2077997"/>
                <a:gd name="connsiteY1041" fmla="*/ 1201749 h 2078048"/>
                <a:gd name="connsiteX1042" fmla="*/ 391673 w 2077997"/>
                <a:gd name="connsiteY1042" fmla="*/ 1204892 h 2078048"/>
                <a:gd name="connsiteX1043" fmla="*/ 391577 w 2077997"/>
                <a:gd name="connsiteY1043" fmla="*/ 1205083 h 2078048"/>
                <a:gd name="connsiteX1044" fmla="*/ 391577 w 2077997"/>
                <a:gd name="connsiteY1044" fmla="*/ 1205083 h 2078048"/>
                <a:gd name="connsiteX1045" fmla="*/ 392434 w 2077997"/>
                <a:gd name="connsiteY1045" fmla="*/ 1217561 h 2078048"/>
                <a:gd name="connsiteX1046" fmla="*/ 329188 w 2077997"/>
                <a:gd name="connsiteY1046" fmla="*/ 1245850 h 2078048"/>
                <a:gd name="connsiteX1047" fmla="*/ 329188 w 2077997"/>
                <a:gd name="connsiteY1047" fmla="*/ 1245850 h 2078048"/>
                <a:gd name="connsiteX1048" fmla="*/ 324140 w 2077997"/>
                <a:gd name="connsiteY1048" fmla="*/ 1241945 h 2078048"/>
                <a:gd name="connsiteX1049" fmla="*/ 321092 w 2077997"/>
                <a:gd name="connsiteY1049" fmla="*/ 1240707 h 2078048"/>
                <a:gd name="connsiteX1050" fmla="*/ 314234 w 2077997"/>
                <a:gd name="connsiteY1050" fmla="*/ 1240040 h 2078048"/>
                <a:gd name="connsiteX1051" fmla="*/ 310710 w 2077997"/>
                <a:gd name="connsiteY1051" fmla="*/ 1240707 h 2078048"/>
                <a:gd name="connsiteX1052" fmla="*/ 306614 w 2077997"/>
                <a:gd name="connsiteY1052" fmla="*/ 1242421 h 2078048"/>
                <a:gd name="connsiteX1053" fmla="*/ 306233 w 2077997"/>
                <a:gd name="connsiteY1053" fmla="*/ 1242611 h 2078048"/>
                <a:gd name="connsiteX1054" fmla="*/ 302995 w 2077997"/>
                <a:gd name="connsiteY1054" fmla="*/ 1245088 h 2078048"/>
                <a:gd name="connsiteX1055" fmla="*/ 302995 w 2077997"/>
                <a:gd name="connsiteY1055" fmla="*/ 1245088 h 2078048"/>
                <a:gd name="connsiteX1056" fmla="*/ 302995 w 2077997"/>
                <a:gd name="connsiteY1056" fmla="*/ 1245088 h 2078048"/>
                <a:gd name="connsiteX1057" fmla="*/ 297851 w 2077997"/>
                <a:gd name="connsiteY1057" fmla="*/ 1254327 h 2078048"/>
                <a:gd name="connsiteX1058" fmla="*/ 224699 w 2077997"/>
                <a:gd name="connsiteY1058" fmla="*/ 1255851 h 2078048"/>
                <a:gd name="connsiteX1059" fmla="*/ 462729 w 2077997"/>
                <a:gd name="connsiteY1059" fmla="*/ 1501215 h 2078048"/>
                <a:gd name="connsiteX1060" fmla="*/ 443679 w 2077997"/>
                <a:gd name="connsiteY1060" fmla="*/ 1503501 h 2078048"/>
                <a:gd name="connsiteX1061" fmla="*/ 440631 w 2077997"/>
                <a:gd name="connsiteY1061" fmla="*/ 1506644 h 2078048"/>
                <a:gd name="connsiteX1062" fmla="*/ 440441 w 2077997"/>
                <a:gd name="connsiteY1062" fmla="*/ 1506930 h 2078048"/>
                <a:gd name="connsiteX1063" fmla="*/ 438345 w 2077997"/>
                <a:gd name="connsiteY1063" fmla="*/ 1510454 h 2078048"/>
                <a:gd name="connsiteX1064" fmla="*/ 438345 w 2077997"/>
                <a:gd name="connsiteY1064" fmla="*/ 1510454 h 2078048"/>
                <a:gd name="connsiteX1065" fmla="*/ 438345 w 2077997"/>
                <a:gd name="connsiteY1065" fmla="*/ 1510454 h 2078048"/>
                <a:gd name="connsiteX1066" fmla="*/ 437107 w 2077997"/>
                <a:gd name="connsiteY1066" fmla="*/ 1521027 h 2078048"/>
                <a:gd name="connsiteX1067" fmla="*/ 369955 w 2077997"/>
                <a:gd name="connsiteY1067" fmla="*/ 1550745 h 2078048"/>
                <a:gd name="connsiteX1068" fmla="*/ 357002 w 2077997"/>
                <a:gd name="connsiteY1068" fmla="*/ 1553317 h 2078048"/>
                <a:gd name="connsiteX1069" fmla="*/ 357002 w 2077997"/>
                <a:gd name="connsiteY1069" fmla="*/ 1550840 h 2078048"/>
                <a:gd name="connsiteX1070" fmla="*/ 353287 w 2077997"/>
                <a:gd name="connsiteY1070" fmla="*/ 1540553 h 2078048"/>
                <a:gd name="connsiteX1071" fmla="*/ 348524 w 2077997"/>
                <a:gd name="connsiteY1071" fmla="*/ 1535982 h 2078048"/>
                <a:gd name="connsiteX1072" fmla="*/ 334332 w 2077997"/>
                <a:gd name="connsiteY1072" fmla="*/ 1532838 h 2078048"/>
                <a:gd name="connsiteX1073" fmla="*/ 327760 w 2077997"/>
                <a:gd name="connsiteY1073" fmla="*/ 1535600 h 2078048"/>
                <a:gd name="connsiteX1074" fmla="*/ 324521 w 2077997"/>
                <a:gd name="connsiteY1074" fmla="*/ 1538649 h 2078048"/>
                <a:gd name="connsiteX1075" fmla="*/ 324236 w 2077997"/>
                <a:gd name="connsiteY1075" fmla="*/ 1539029 h 2078048"/>
                <a:gd name="connsiteX1076" fmla="*/ 322140 w 2077997"/>
                <a:gd name="connsiteY1076" fmla="*/ 1542649 h 2078048"/>
                <a:gd name="connsiteX1077" fmla="*/ 322140 w 2077997"/>
                <a:gd name="connsiteY1077" fmla="*/ 1542649 h 2078048"/>
                <a:gd name="connsiteX1078" fmla="*/ 322140 w 2077997"/>
                <a:gd name="connsiteY1078" fmla="*/ 1542649 h 2078048"/>
                <a:gd name="connsiteX1079" fmla="*/ 321378 w 2077997"/>
                <a:gd name="connsiteY1079" fmla="*/ 1555508 h 2078048"/>
                <a:gd name="connsiteX1080" fmla="*/ 276229 w 2077997"/>
                <a:gd name="connsiteY1080" fmla="*/ 1548459 h 2078048"/>
                <a:gd name="connsiteX1081" fmla="*/ 289565 w 2077997"/>
                <a:gd name="connsiteY1081" fmla="*/ 1497310 h 2078048"/>
                <a:gd name="connsiteX1082" fmla="*/ 291850 w 2077997"/>
                <a:gd name="connsiteY1082" fmla="*/ 1499120 h 2078048"/>
                <a:gd name="connsiteX1083" fmla="*/ 292327 w 2077997"/>
                <a:gd name="connsiteY1083" fmla="*/ 1499405 h 2078048"/>
                <a:gd name="connsiteX1084" fmla="*/ 296232 w 2077997"/>
                <a:gd name="connsiteY1084" fmla="*/ 1501310 h 2078048"/>
                <a:gd name="connsiteX1085" fmla="*/ 296232 w 2077997"/>
                <a:gd name="connsiteY1085" fmla="*/ 1501310 h 2078048"/>
                <a:gd name="connsiteX1086" fmla="*/ 296232 w 2077997"/>
                <a:gd name="connsiteY1086" fmla="*/ 1501310 h 2078048"/>
                <a:gd name="connsiteX1087" fmla="*/ 314044 w 2077997"/>
                <a:gd name="connsiteY1087" fmla="*/ 1497500 h 2078048"/>
                <a:gd name="connsiteX1088" fmla="*/ 318520 w 2077997"/>
                <a:gd name="connsiteY1088" fmla="*/ 1479974 h 2078048"/>
                <a:gd name="connsiteX1089" fmla="*/ 318520 w 2077997"/>
                <a:gd name="connsiteY1089" fmla="*/ 1479974 h 2078048"/>
                <a:gd name="connsiteX1090" fmla="*/ 318520 w 2077997"/>
                <a:gd name="connsiteY1090" fmla="*/ 1479879 h 2078048"/>
                <a:gd name="connsiteX1091" fmla="*/ 316901 w 2077997"/>
                <a:gd name="connsiteY1091" fmla="*/ 1475688 h 2078048"/>
                <a:gd name="connsiteX1092" fmla="*/ 316806 w 2077997"/>
                <a:gd name="connsiteY1092" fmla="*/ 1475498 h 2078048"/>
                <a:gd name="connsiteX1093" fmla="*/ 314139 w 2077997"/>
                <a:gd name="connsiteY1093" fmla="*/ 1471497 h 2078048"/>
                <a:gd name="connsiteX1094" fmla="*/ 306233 w 2077997"/>
                <a:gd name="connsiteY1094" fmla="*/ 1466258 h 2078048"/>
                <a:gd name="connsiteX1095" fmla="*/ 309662 w 2077997"/>
                <a:gd name="connsiteY1095" fmla="*/ 1461210 h 2078048"/>
                <a:gd name="connsiteX1096" fmla="*/ 366907 w 2077997"/>
                <a:gd name="connsiteY1096" fmla="*/ 1407680 h 2078048"/>
                <a:gd name="connsiteX1097" fmla="*/ 368336 w 2077997"/>
                <a:gd name="connsiteY1097" fmla="*/ 1408823 h 2078048"/>
                <a:gd name="connsiteX1098" fmla="*/ 368717 w 2077997"/>
                <a:gd name="connsiteY1098" fmla="*/ 1409013 h 2078048"/>
                <a:gd name="connsiteX1099" fmla="*/ 372337 w 2077997"/>
                <a:gd name="connsiteY1099" fmla="*/ 1410632 h 2078048"/>
                <a:gd name="connsiteX1100" fmla="*/ 372337 w 2077997"/>
                <a:gd name="connsiteY1100" fmla="*/ 1410632 h 2078048"/>
                <a:gd name="connsiteX1101" fmla="*/ 372337 w 2077997"/>
                <a:gd name="connsiteY1101" fmla="*/ 1410632 h 2078048"/>
                <a:gd name="connsiteX1102" fmla="*/ 389958 w 2077997"/>
                <a:gd name="connsiteY1102" fmla="*/ 1407013 h 2078048"/>
                <a:gd name="connsiteX1103" fmla="*/ 396149 w 2077997"/>
                <a:gd name="connsiteY1103" fmla="*/ 1391582 h 2078048"/>
                <a:gd name="connsiteX1104" fmla="*/ 459109 w 2077997"/>
                <a:gd name="connsiteY1104" fmla="*/ 1367103 h 2078048"/>
                <a:gd name="connsiteX1105" fmla="*/ 459586 w 2077997"/>
                <a:gd name="connsiteY1105" fmla="*/ 1369199 h 2078048"/>
                <a:gd name="connsiteX1106" fmla="*/ 461395 w 2077997"/>
                <a:gd name="connsiteY1106" fmla="*/ 1372342 h 2078048"/>
                <a:gd name="connsiteX1107" fmla="*/ 461681 w 2077997"/>
                <a:gd name="connsiteY1107" fmla="*/ 1372628 h 2078048"/>
                <a:gd name="connsiteX1108" fmla="*/ 480827 w 2077997"/>
                <a:gd name="connsiteY1108" fmla="*/ 1375580 h 2078048"/>
                <a:gd name="connsiteX1109" fmla="*/ 492637 w 2077997"/>
                <a:gd name="connsiteY1109" fmla="*/ 1361007 h 2078048"/>
                <a:gd name="connsiteX1110" fmla="*/ 518641 w 2077997"/>
                <a:gd name="connsiteY1110" fmla="*/ 1362817 h 2078048"/>
                <a:gd name="connsiteX1111" fmla="*/ 516641 w 2077997"/>
                <a:gd name="connsiteY1111" fmla="*/ 1363960 h 2078048"/>
                <a:gd name="connsiteX1112" fmla="*/ 511592 w 2077997"/>
                <a:gd name="connsiteY1112" fmla="*/ 1368722 h 2078048"/>
                <a:gd name="connsiteX1113" fmla="*/ 514640 w 2077997"/>
                <a:gd name="connsiteY1113" fmla="*/ 1388630 h 2078048"/>
                <a:gd name="connsiteX1114" fmla="*/ 518069 w 2077997"/>
                <a:gd name="connsiteY1114" fmla="*/ 1389582 h 2078048"/>
                <a:gd name="connsiteX1115" fmla="*/ 518831 w 2077997"/>
                <a:gd name="connsiteY1115" fmla="*/ 1389677 h 2078048"/>
                <a:gd name="connsiteX1116" fmla="*/ 522355 w 2077997"/>
                <a:gd name="connsiteY1116" fmla="*/ 1389677 h 2078048"/>
                <a:gd name="connsiteX1117" fmla="*/ 522355 w 2077997"/>
                <a:gd name="connsiteY1117" fmla="*/ 1389677 h 2078048"/>
                <a:gd name="connsiteX1118" fmla="*/ 522355 w 2077997"/>
                <a:gd name="connsiteY1118" fmla="*/ 1389677 h 2078048"/>
                <a:gd name="connsiteX1119" fmla="*/ 537119 w 2077997"/>
                <a:gd name="connsiteY1119" fmla="*/ 1381295 h 2078048"/>
                <a:gd name="connsiteX1120" fmla="*/ 527785 w 2077997"/>
                <a:gd name="connsiteY1120" fmla="*/ 1422158 h 2078048"/>
                <a:gd name="connsiteX1121" fmla="*/ 507116 w 2077997"/>
                <a:gd name="connsiteY1121" fmla="*/ 1431873 h 2078048"/>
                <a:gd name="connsiteX1122" fmla="*/ 505306 w 2077997"/>
                <a:gd name="connsiteY1122" fmla="*/ 1435683 h 2078048"/>
                <a:gd name="connsiteX1123" fmla="*/ 505211 w 2077997"/>
                <a:gd name="connsiteY1123" fmla="*/ 1436064 h 2078048"/>
                <a:gd name="connsiteX1124" fmla="*/ 510163 w 2077997"/>
                <a:gd name="connsiteY1124" fmla="*/ 1450923 h 2078048"/>
                <a:gd name="connsiteX1125" fmla="*/ 462729 w 2077997"/>
                <a:gd name="connsiteY1125" fmla="*/ 1501215 h 2078048"/>
                <a:gd name="connsiteX1126" fmla="*/ 683519 w 2077997"/>
                <a:gd name="connsiteY1126" fmla="*/ 1686667 h 2078048"/>
                <a:gd name="connsiteX1127" fmla="*/ 674184 w 2077997"/>
                <a:gd name="connsiteY1127" fmla="*/ 1688762 h 2078048"/>
                <a:gd name="connsiteX1128" fmla="*/ 666850 w 2077997"/>
                <a:gd name="connsiteY1128" fmla="*/ 1696001 h 2078048"/>
                <a:gd name="connsiteX1129" fmla="*/ 665230 w 2077997"/>
                <a:gd name="connsiteY1129" fmla="*/ 1700097 h 2078048"/>
                <a:gd name="connsiteX1130" fmla="*/ 665135 w 2077997"/>
                <a:gd name="connsiteY1130" fmla="*/ 1700574 h 2078048"/>
                <a:gd name="connsiteX1131" fmla="*/ 664564 w 2077997"/>
                <a:gd name="connsiteY1131" fmla="*/ 1704574 h 2078048"/>
                <a:gd name="connsiteX1132" fmla="*/ 664564 w 2077997"/>
                <a:gd name="connsiteY1132" fmla="*/ 1704574 h 2078048"/>
                <a:gd name="connsiteX1133" fmla="*/ 664564 w 2077997"/>
                <a:gd name="connsiteY1133" fmla="*/ 1704574 h 2078048"/>
                <a:gd name="connsiteX1134" fmla="*/ 667421 w 2077997"/>
                <a:gd name="connsiteY1134" fmla="*/ 1714861 h 2078048"/>
                <a:gd name="connsiteX1135" fmla="*/ 616748 w 2077997"/>
                <a:gd name="connsiteY1135" fmla="*/ 1767820 h 2078048"/>
                <a:gd name="connsiteX1136" fmla="*/ 605795 w 2077997"/>
                <a:gd name="connsiteY1136" fmla="*/ 1775059 h 2078048"/>
                <a:gd name="connsiteX1137" fmla="*/ 602937 w 2077997"/>
                <a:gd name="connsiteY1137" fmla="*/ 1769725 h 2078048"/>
                <a:gd name="connsiteX1138" fmla="*/ 597412 w 2077997"/>
                <a:gd name="connsiteY1138" fmla="*/ 1764867 h 2078048"/>
                <a:gd name="connsiteX1139" fmla="*/ 580172 w 2077997"/>
                <a:gd name="connsiteY1139" fmla="*/ 1763153 h 2078048"/>
                <a:gd name="connsiteX1140" fmla="*/ 574362 w 2077997"/>
                <a:gd name="connsiteY1140" fmla="*/ 1766963 h 2078048"/>
                <a:gd name="connsiteX1141" fmla="*/ 572076 w 2077997"/>
                <a:gd name="connsiteY1141" fmla="*/ 1769820 h 2078048"/>
                <a:gd name="connsiteX1142" fmla="*/ 570266 w 2077997"/>
                <a:gd name="connsiteY1142" fmla="*/ 1773820 h 2078048"/>
                <a:gd name="connsiteX1143" fmla="*/ 570171 w 2077997"/>
                <a:gd name="connsiteY1143" fmla="*/ 1774202 h 2078048"/>
                <a:gd name="connsiteX1144" fmla="*/ 569504 w 2077997"/>
                <a:gd name="connsiteY1144" fmla="*/ 1778297 h 2078048"/>
                <a:gd name="connsiteX1145" fmla="*/ 569504 w 2077997"/>
                <a:gd name="connsiteY1145" fmla="*/ 1778297 h 2078048"/>
                <a:gd name="connsiteX1146" fmla="*/ 569504 w 2077997"/>
                <a:gd name="connsiteY1146" fmla="*/ 1778297 h 2078048"/>
                <a:gd name="connsiteX1147" fmla="*/ 573695 w 2077997"/>
                <a:gd name="connsiteY1147" fmla="*/ 1790489 h 2078048"/>
                <a:gd name="connsiteX1148" fmla="*/ 529309 w 2077997"/>
                <a:gd name="connsiteY1148" fmla="*/ 1801157 h 2078048"/>
                <a:gd name="connsiteX1149" fmla="*/ 522165 w 2077997"/>
                <a:gd name="connsiteY1149" fmla="*/ 1753913 h 2078048"/>
                <a:gd name="connsiteX1150" fmla="*/ 522165 w 2077997"/>
                <a:gd name="connsiteY1150" fmla="*/ 1748675 h 2078048"/>
                <a:gd name="connsiteX1151" fmla="*/ 525023 w 2077997"/>
                <a:gd name="connsiteY1151" fmla="*/ 1749532 h 2078048"/>
                <a:gd name="connsiteX1152" fmla="*/ 525499 w 2077997"/>
                <a:gd name="connsiteY1152" fmla="*/ 1749627 h 2078048"/>
                <a:gd name="connsiteX1153" fmla="*/ 529785 w 2077997"/>
                <a:gd name="connsiteY1153" fmla="*/ 1749913 h 2078048"/>
                <a:gd name="connsiteX1154" fmla="*/ 529785 w 2077997"/>
                <a:gd name="connsiteY1154" fmla="*/ 1749913 h 2078048"/>
                <a:gd name="connsiteX1155" fmla="*/ 529785 w 2077997"/>
                <a:gd name="connsiteY1155" fmla="*/ 1749913 h 2078048"/>
                <a:gd name="connsiteX1156" fmla="*/ 544739 w 2077997"/>
                <a:gd name="connsiteY1156" fmla="*/ 1739626 h 2078048"/>
                <a:gd name="connsiteX1157" fmla="*/ 539215 w 2077997"/>
                <a:gd name="connsiteY1157" fmla="*/ 1718480 h 2078048"/>
                <a:gd name="connsiteX1158" fmla="*/ 538738 w 2077997"/>
                <a:gd name="connsiteY1158" fmla="*/ 1718099 h 2078048"/>
                <a:gd name="connsiteX1159" fmla="*/ 534833 w 2077997"/>
                <a:gd name="connsiteY1159" fmla="*/ 1715623 h 2078048"/>
                <a:gd name="connsiteX1160" fmla="*/ 525594 w 2077997"/>
                <a:gd name="connsiteY1160" fmla="*/ 1713718 h 2078048"/>
                <a:gd name="connsiteX1161" fmla="*/ 526832 w 2077997"/>
                <a:gd name="connsiteY1161" fmla="*/ 1707717 h 2078048"/>
                <a:gd name="connsiteX1162" fmla="*/ 559503 w 2077997"/>
                <a:gd name="connsiteY1162" fmla="*/ 1636280 h 2078048"/>
                <a:gd name="connsiteX1163" fmla="*/ 561313 w 2077997"/>
                <a:gd name="connsiteY1163" fmla="*/ 1636756 h 2078048"/>
                <a:gd name="connsiteX1164" fmla="*/ 561789 w 2077997"/>
                <a:gd name="connsiteY1164" fmla="*/ 1636851 h 2078048"/>
                <a:gd name="connsiteX1165" fmla="*/ 565790 w 2077997"/>
                <a:gd name="connsiteY1165" fmla="*/ 1637042 h 2078048"/>
                <a:gd name="connsiteX1166" fmla="*/ 565790 w 2077997"/>
                <a:gd name="connsiteY1166" fmla="*/ 1637042 h 2078048"/>
                <a:gd name="connsiteX1167" fmla="*/ 565790 w 2077997"/>
                <a:gd name="connsiteY1167" fmla="*/ 1637042 h 2078048"/>
                <a:gd name="connsiteX1168" fmla="*/ 580649 w 2077997"/>
                <a:gd name="connsiteY1168" fmla="*/ 1626945 h 2078048"/>
                <a:gd name="connsiteX1169" fmla="*/ 580458 w 2077997"/>
                <a:gd name="connsiteY1169" fmla="*/ 1610181 h 2078048"/>
                <a:gd name="connsiteX1170" fmla="*/ 629226 w 2077997"/>
                <a:gd name="connsiteY1170" fmla="*/ 1563604 h 2078048"/>
                <a:gd name="connsiteX1171" fmla="*/ 630559 w 2077997"/>
                <a:gd name="connsiteY1171" fmla="*/ 1565414 h 2078048"/>
                <a:gd name="connsiteX1172" fmla="*/ 633417 w 2077997"/>
                <a:gd name="connsiteY1172" fmla="*/ 1567700 h 2078048"/>
                <a:gd name="connsiteX1173" fmla="*/ 633512 w 2077997"/>
                <a:gd name="connsiteY1173" fmla="*/ 1567795 h 2078048"/>
                <a:gd name="connsiteX1174" fmla="*/ 652658 w 2077997"/>
                <a:gd name="connsiteY1174" fmla="*/ 1563223 h 2078048"/>
                <a:gd name="connsiteX1175" fmla="*/ 657896 w 2077997"/>
                <a:gd name="connsiteY1175" fmla="*/ 1545411 h 2078048"/>
                <a:gd name="connsiteX1176" fmla="*/ 682757 w 2077997"/>
                <a:gd name="connsiteY1176" fmla="*/ 1537029 h 2078048"/>
                <a:gd name="connsiteX1177" fmla="*/ 678470 w 2077997"/>
                <a:gd name="connsiteY1177" fmla="*/ 1545220 h 2078048"/>
                <a:gd name="connsiteX1178" fmla="*/ 677899 w 2077997"/>
                <a:gd name="connsiteY1178" fmla="*/ 1548554 h 2078048"/>
                <a:gd name="connsiteX1179" fmla="*/ 681423 w 2077997"/>
                <a:gd name="connsiteY1179" fmla="*/ 1559318 h 2078048"/>
                <a:gd name="connsiteX1180" fmla="*/ 688948 w 2077997"/>
                <a:gd name="connsiteY1180" fmla="*/ 1562461 h 2078048"/>
                <a:gd name="connsiteX1181" fmla="*/ 692662 w 2077997"/>
                <a:gd name="connsiteY1181" fmla="*/ 1561889 h 2078048"/>
                <a:gd name="connsiteX1182" fmla="*/ 693044 w 2077997"/>
                <a:gd name="connsiteY1182" fmla="*/ 1561794 h 2078048"/>
                <a:gd name="connsiteX1183" fmla="*/ 696473 w 2077997"/>
                <a:gd name="connsiteY1183" fmla="*/ 1560365 h 2078048"/>
                <a:gd name="connsiteX1184" fmla="*/ 696473 w 2077997"/>
                <a:gd name="connsiteY1184" fmla="*/ 1560365 h 2078048"/>
                <a:gd name="connsiteX1185" fmla="*/ 696473 w 2077997"/>
                <a:gd name="connsiteY1185" fmla="*/ 1560365 h 2078048"/>
                <a:gd name="connsiteX1186" fmla="*/ 706950 w 2077997"/>
                <a:gd name="connsiteY1186" fmla="*/ 1547030 h 2078048"/>
                <a:gd name="connsiteX1187" fmla="*/ 713903 w 2077997"/>
                <a:gd name="connsiteY1187" fmla="*/ 1588369 h 2078048"/>
                <a:gd name="connsiteX1188" fmla="*/ 698473 w 2077997"/>
                <a:gd name="connsiteY1188" fmla="*/ 1605324 h 2078048"/>
                <a:gd name="connsiteX1189" fmla="*/ 698378 w 2077997"/>
                <a:gd name="connsiteY1189" fmla="*/ 1609419 h 2078048"/>
                <a:gd name="connsiteX1190" fmla="*/ 698473 w 2077997"/>
                <a:gd name="connsiteY1190" fmla="*/ 1609800 h 2078048"/>
                <a:gd name="connsiteX1191" fmla="*/ 699235 w 2077997"/>
                <a:gd name="connsiteY1191" fmla="*/ 1613420 h 2078048"/>
                <a:gd name="connsiteX1192" fmla="*/ 699235 w 2077997"/>
                <a:gd name="connsiteY1192" fmla="*/ 1613420 h 2078048"/>
                <a:gd name="connsiteX1193" fmla="*/ 699235 w 2077997"/>
                <a:gd name="connsiteY1193" fmla="*/ 1613420 h 2078048"/>
                <a:gd name="connsiteX1194" fmla="*/ 708569 w 2077997"/>
                <a:gd name="connsiteY1194" fmla="*/ 1621802 h 2078048"/>
                <a:gd name="connsiteX1195" fmla="*/ 683519 w 2077997"/>
                <a:gd name="connsiteY1195" fmla="*/ 1686667 h 2078048"/>
                <a:gd name="connsiteX1196" fmla="*/ 899355 w 2077997"/>
                <a:gd name="connsiteY1196" fmla="*/ 1637613 h 2078048"/>
                <a:gd name="connsiteX1197" fmla="*/ 899165 w 2077997"/>
                <a:gd name="connsiteY1197" fmla="*/ 1644566 h 2078048"/>
                <a:gd name="connsiteX1198" fmla="*/ 915357 w 2077997"/>
                <a:gd name="connsiteY1198" fmla="*/ 1656473 h 2078048"/>
                <a:gd name="connsiteX1199" fmla="*/ 918595 w 2077997"/>
                <a:gd name="connsiteY1199" fmla="*/ 1654568 h 2078048"/>
                <a:gd name="connsiteX1200" fmla="*/ 918881 w 2077997"/>
                <a:gd name="connsiteY1200" fmla="*/ 1654282 h 2078048"/>
                <a:gd name="connsiteX1201" fmla="*/ 921548 w 2077997"/>
                <a:gd name="connsiteY1201" fmla="*/ 1651615 h 2078048"/>
                <a:gd name="connsiteX1202" fmla="*/ 921548 w 2077997"/>
                <a:gd name="connsiteY1202" fmla="*/ 1651615 h 2078048"/>
                <a:gd name="connsiteX1203" fmla="*/ 921548 w 2077997"/>
                <a:gd name="connsiteY1203" fmla="*/ 1651615 h 2078048"/>
                <a:gd name="connsiteX1204" fmla="*/ 926025 w 2077997"/>
                <a:gd name="connsiteY1204" fmla="*/ 1635327 h 2078048"/>
                <a:gd name="connsiteX1205" fmla="*/ 948313 w 2077997"/>
                <a:gd name="connsiteY1205" fmla="*/ 1670855 h 2078048"/>
                <a:gd name="connsiteX1206" fmla="*/ 940598 w 2077997"/>
                <a:gd name="connsiteY1206" fmla="*/ 1692477 h 2078048"/>
                <a:gd name="connsiteX1207" fmla="*/ 942027 w 2077997"/>
                <a:gd name="connsiteY1207" fmla="*/ 1696287 h 2078048"/>
                <a:gd name="connsiteX1208" fmla="*/ 942217 w 2077997"/>
                <a:gd name="connsiteY1208" fmla="*/ 1696668 h 2078048"/>
                <a:gd name="connsiteX1209" fmla="*/ 944313 w 2077997"/>
                <a:gd name="connsiteY1209" fmla="*/ 1699621 h 2078048"/>
                <a:gd name="connsiteX1210" fmla="*/ 944313 w 2077997"/>
                <a:gd name="connsiteY1210" fmla="*/ 1699621 h 2078048"/>
                <a:gd name="connsiteX1211" fmla="*/ 944313 w 2077997"/>
                <a:gd name="connsiteY1211" fmla="*/ 1699621 h 2078048"/>
                <a:gd name="connsiteX1212" fmla="*/ 956124 w 2077997"/>
                <a:gd name="connsiteY1212" fmla="*/ 1703717 h 2078048"/>
                <a:gd name="connsiteX1213" fmla="*/ 958220 w 2077997"/>
                <a:gd name="connsiteY1213" fmla="*/ 1773154 h 2078048"/>
                <a:gd name="connsiteX1214" fmla="*/ 946408 w 2077997"/>
                <a:gd name="connsiteY1214" fmla="*/ 1788203 h 2078048"/>
                <a:gd name="connsiteX1215" fmla="*/ 946408 w 2077997"/>
                <a:gd name="connsiteY1215" fmla="*/ 1792585 h 2078048"/>
                <a:gd name="connsiteX1216" fmla="*/ 946504 w 2077997"/>
                <a:gd name="connsiteY1216" fmla="*/ 1793061 h 2078048"/>
                <a:gd name="connsiteX1217" fmla="*/ 947552 w 2077997"/>
                <a:gd name="connsiteY1217" fmla="*/ 1796966 h 2078048"/>
                <a:gd name="connsiteX1218" fmla="*/ 947552 w 2077997"/>
                <a:gd name="connsiteY1218" fmla="*/ 1796966 h 2078048"/>
                <a:gd name="connsiteX1219" fmla="*/ 947552 w 2077997"/>
                <a:gd name="connsiteY1219" fmla="*/ 1796966 h 2078048"/>
                <a:gd name="connsiteX1220" fmla="*/ 954124 w 2077997"/>
                <a:gd name="connsiteY1220" fmla="*/ 1805349 h 2078048"/>
                <a:gd name="connsiteX1221" fmla="*/ 927740 w 2077997"/>
                <a:gd name="connsiteY1221" fmla="*/ 1873738 h 2078048"/>
                <a:gd name="connsiteX1222" fmla="*/ 920405 w 2077997"/>
                <a:gd name="connsiteY1222" fmla="*/ 1884596 h 2078048"/>
                <a:gd name="connsiteX1223" fmla="*/ 908690 w 2077997"/>
                <a:gd name="connsiteY1223" fmla="*/ 1878405 h 2078048"/>
                <a:gd name="connsiteX1224" fmla="*/ 901355 w 2077997"/>
                <a:gd name="connsiteY1224" fmla="*/ 1878500 h 2078048"/>
                <a:gd name="connsiteX1225" fmla="*/ 889925 w 2077997"/>
                <a:gd name="connsiteY1225" fmla="*/ 1886120 h 2078048"/>
                <a:gd name="connsiteX1226" fmla="*/ 887258 w 2077997"/>
                <a:gd name="connsiteY1226" fmla="*/ 1892693 h 2078048"/>
                <a:gd name="connsiteX1227" fmla="*/ 887163 w 2077997"/>
                <a:gd name="connsiteY1227" fmla="*/ 1897074 h 2078048"/>
                <a:gd name="connsiteX1228" fmla="*/ 887258 w 2077997"/>
                <a:gd name="connsiteY1228" fmla="*/ 1897455 h 2078048"/>
                <a:gd name="connsiteX1229" fmla="*/ 888306 w 2077997"/>
                <a:gd name="connsiteY1229" fmla="*/ 1901551 h 2078048"/>
                <a:gd name="connsiteX1230" fmla="*/ 888306 w 2077997"/>
                <a:gd name="connsiteY1230" fmla="*/ 1901551 h 2078048"/>
                <a:gd name="connsiteX1231" fmla="*/ 888306 w 2077997"/>
                <a:gd name="connsiteY1231" fmla="*/ 1901551 h 2078048"/>
                <a:gd name="connsiteX1232" fmla="*/ 896879 w 2077997"/>
                <a:gd name="connsiteY1232" fmla="*/ 1911266 h 2078048"/>
                <a:gd name="connsiteX1233" fmla="*/ 860017 w 2077997"/>
                <a:gd name="connsiteY1233" fmla="*/ 1938127 h 2078048"/>
                <a:gd name="connsiteX1234" fmla="*/ 835252 w 2077997"/>
                <a:gd name="connsiteY1234" fmla="*/ 1897265 h 2078048"/>
                <a:gd name="connsiteX1235" fmla="*/ 833252 w 2077997"/>
                <a:gd name="connsiteY1235" fmla="*/ 1892407 h 2078048"/>
                <a:gd name="connsiteX1236" fmla="*/ 836204 w 2077997"/>
                <a:gd name="connsiteY1236" fmla="*/ 1892121 h 2078048"/>
                <a:gd name="connsiteX1237" fmla="*/ 836680 w 2077997"/>
                <a:gd name="connsiteY1237" fmla="*/ 1892026 h 2078048"/>
                <a:gd name="connsiteX1238" fmla="*/ 840776 w 2077997"/>
                <a:gd name="connsiteY1238" fmla="*/ 1890597 h 2078048"/>
                <a:gd name="connsiteX1239" fmla="*/ 840776 w 2077997"/>
                <a:gd name="connsiteY1239" fmla="*/ 1890597 h 2078048"/>
                <a:gd name="connsiteX1240" fmla="*/ 840776 w 2077997"/>
                <a:gd name="connsiteY1240" fmla="*/ 1890597 h 2078048"/>
                <a:gd name="connsiteX1241" fmla="*/ 850682 w 2077997"/>
                <a:gd name="connsiteY1241" fmla="*/ 1875357 h 2078048"/>
                <a:gd name="connsiteX1242" fmla="*/ 837538 w 2077997"/>
                <a:gd name="connsiteY1242" fmla="*/ 1857926 h 2078048"/>
                <a:gd name="connsiteX1243" fmla="*/ 836966 w 2077997"/>
                <a:gd name="connsiteY1243" fmla="*/ 1857736 h 2078048"/>
                <a:gd name="connsiteX1244" fmla="*/ 832394 w 2077997"/>
                <a:gd name="connsiteY1244" fmla="*/ 1856974 h 2078048"/>
                <a:gd name="connsiteX1245" fmla="*/ 823060 w 2077997"/>
                <a:gd name="connsiteY1245" fmla="*/ 1858879 h 2078048"/>
                <a:gd name="connsiteX1246" fmla="*/ 821917 w 2077997"/>
                <a:gd name="connsiteY1246" fmla="*/ 1852878 h 2078048"/>
                <a:gd name="connsiteX1247" fmla="*/ 824679 w 2077997"/>
                <a:gd name="connsiteY1247" fmla="*/ 1774297 h 2078048"/>
                <a:gd name="connsiteX1248" fmla="*/ 826489 w 2077997"/>
                <a:gd name="connsiteY1248" fmla="*/ 1774011 h 2078048"/>
                <a:gd name="connsiteX1249" fmla="*/ 826870 w 2077997"/>
                <a:gd name="connsiteY1249" fmla="*/ 1773916 h 2078048"/>
                <a:gd name="connsiteX1250" fmla="*/ 830584 w 2077997"/>
                <a:gd name="connsiteY1250" fmla="*/ 1772582 h 2078048"/>
                <a:gd name="connsiteX1251" fmla="*/ 830584 w 2077997"/>
                <a:gd name="connsiteY1251" fmla="*/ 1772582 h 2078048"/>
                <a:gd name="connsiteX1252" fmla="*/ 830584 w 2077997"/>
                <a:gd name="connsiteY1252" fmla="*/ 1772582 h 2078048"/>
                <a:gd name="connsiteX1253" fmla="*/ 840395 w 2077997"/>
                <a:gd name="connsiteY1253" fmla="*/ 1757628 h 2078048"/>
                <a:gd name="connsiteX1254" fmla="*/ 833823 w 2077997"/>
                <a:gd name="connsiteY1254" fmla="*/ 1742102 h 2078048"/>
                <a:gd name="connsiteX1255" fmla="*/ 860969 w 2077997"/>
                <a:gd name="connsiteY1255" fmla="*/ 1680380 h 2078048"/>
                <a:gd name="connsiteX1256" fmla="*/ 862874 w 2077997"/>
                <a:gd name="connsiteY1256" fmla="*/ 1681619 h 2078048"/>
                <a:gd name="connsiteX1257" fmla="*/ 870113 w 2077997"/>
                <a:gd name="connsiteY1257" fmla="*/ 1682571 h 2078048"/>
                <a:gd name="connsiteX1258" fmla="*/ 870113 w 2077997"/>
                <a:gd name="connsiteY1258" fmla="*/ 1682571 h 2078048"/>
                <a:gd name="connsiteX1259" fmla="*/ 870113 w 2077997"/>
                <a:gd name="connsiteY1259" fmla="*/ 1682571 h 2078048"/>
                <a:gd name="connsiteX1260" fmla="*/ 882400 w 2077997"/>
                <a:gd name="connsiteY1260" fmla="*/ 1671046 h 2078048"/>
                <a:gd name="connsiteX1261" fmla="*/ 880305 w 2077997"/>
                <a:gd name="connsiteY1261" fmla="*/ 1652663 h 2078048"/>
                <a:gd name="connsiteX1262" fmla="*/ 900022 w 2077997"/>
                <a:gd name="connsiteY1262" fmla="*/ 1635327 h 2078048"/>
                <a:gd name="connsiteX1263" fmla="*/ 899355 w 2077997"/>
                <a:gd name="connsiteY1263" fmla="*/ 1637613 h 2078048"/>
                <a:gd name="connsiteX1264" fmla="*/ 1139290 w 2077997"/>
                <a:gd name="connsiteY1264" fmla="*/ 1642757 h 2078048"/>
                <a:gd name="connsiteX1265" fmla="*/ 1141957 w 2077997"/>
                <a:gd name="connsiteY1265" fmla="*/ 1651805 h 2078048"/>
                <a:gd name="connsiteX1266" fmla="*/ 1161483 w 2077997"/>
                <a:gd name="connsiteY1266" fmla="*/ 1656568 h 2078048"/>
                <a:gd name="connsiteX1267" fmla="*/ 1163769 w 2077997"/>
                <a:gd name="connsiteY1267" fmla="*/ 1653710 h 2078048"/>
                <a:gd name="connsiteX1268" fmla="*/ 1163960 w 2077997"/>
                <a:gd name="connsiteY1268" fmla="*/ 1653425 h 2078048"/>
                <a:gd name="connsiteX1269" fmla="*/ 1163388 w 2077997"/>
                <a:gd name="connsiteY1269" fmla="*/ 1633136 h 2078048"/>
                <a:gd name="connsiteX1270" fmla="*/ 1197488 w 2077997"/>
                <a:gd name="connsiteY1270" fmla="*/ 1657520 h 2078048"/>
                <a:gd name="connsiteX1271" fmla="*/ 1198535 w 2077997"/>
                <a:gd name="connsiteY1271" fmla="*/ 1680285 h 2078048"/>
                <a:gd name="connsiteX1272" fmla="*/ 1201488 w 2077997"/>
                <a:gd name="connsiteY1272" fmla="*/ 1683428 h 2078048"/>
                <a:gd name="connsiteX1273" fmla="*/ 1201583 w 2077997"/>
                <a:gd name="connsiteY1273" fmla="*/ 1683524 h 2078048"/>
                <a:gd name="connsiteX1274" fmla="*/ 1204727 w 2077997"/>
                <a:gd name="connsiteY1274" fmla="*/ 1685619 h 2078048"/>
                <a:gd name="connsiteX1275" fmla="*/ 1204917 w 2077997"/>
                <a:gd name="connsiteY1275" fmla="*/ 1685714 h 2078048"/>
                <a:gd name="connsiteX1276" fmla="*/ 1204917 w 2077997"/>
                <a:gd name="connsiteY1276" fmla="*/ 1685714 h 2078048"/>
                <a:gd name="connsiteX1277" fmla="*/ 1217395 w 2077997"/>
                <a:gd name="connsiteY1277" fmla="*/ 1684857 h 2078048"/>
                <a:gd name="connsiteX1278" fmla="*/ 1245684 w 2077997"/>
                <a:gd name="connsiteY1278" fmla="*/ 1748103 h 2078048"/>
                <a:gd name="connsiteX1279" fmla="*/ 1245684 w 2077997"/>
                <a:gd name="connsiteY1279" fmla="*/ 1748103 h 2078048"/>
                <a:gd name="connsiteX1280" fmla="*/ 1241779 w 2077997"/>
                <a:gd name="connsiteY1280" fmla="*/ 1753151 h 2078048"/>
                <a:gd name="connsiteX1281" fmla="*/ 1240540 w 2077997"/>
                <a:gd name="connsiteY1281" fmla="*/ 1766582 h 2078048"/>
                <a:gd name="connsiteX1282" fmla="*/ 1242255 w 2077997"/>
                <a:gd name="connsiteY1282" fmla="*/ 1770677 h 2078048"/>
                <a:gd name="connsiteX1283" fmla="*/ 1242446 w 2077997"/>
                <a:gd name="connsiteY1283" fmla="*/ 1771058 h 2078048"/>
                <a:gd name="connsiteX1284" fmla="*/ 1244922 w 2077997"/>
                <a:gd name="connsiteY1284" fmla="*/ 1774297 h 2078048"/>
                <a:gd name="connsiteX1285" fmla="*/ 1244922 w 2077997"/>
                <a:gd name="connsiteY1285" fmla="*/ 1774297 h 2078048"/>
                <a:gd name="connsiteX1286" fmla="*/ 1244922 w 2077997"/>
                <a:gd name="connsiteY1286" fmla="*/ 1774297 h 2078048"/>
                <a:gd name="connsiteX1287" fmla="*/ 1254161 w 2077997"/>
                <a:gd name="connsiteY1287" fmla="*/ 1779440 h 2078048"/>
                <a:gd name="connsiteX1288" fmla="*/ 1255876 w 2077997"/>
                <a:gd name="connsiteY1288" fmla="*/ 1852878 h 2078048"/>
                <a:gd name="connsiteX1289" fmla="*/ 1253209 w 2077997"/>
                <a:gd name="connsiteY1289" fmla="*/ 1865737 h 2078048"/>
                <a:gd name="connsiteX1290" fmla="*/ 1239969 w 2077997"/>
                <a:gd name="connsiteY1290" fmla="*/ 1864213 h 2078048"/>
                <a:gd name="connsiteX1291" fmla="*/ 1225586 w 2077997"/>
                <a:gd name="connsiteY1291" fmla="*/ 1885835 h 2078048"/>
                <a:gd name="connsiteX1292" fmla="*/ 1227110 w 2077997"/>
                <a:gd name="connsiteY1292" fmla="*/ 1889930 h 2078048"/>
                <a:gd name="connsiteX1293" fmla="*/ 1227301 w 2077997"/>
                <a:gd name="connsiteY1293" fmla="*/ 1890311 h 2078048"/>
                <a:gd name="connsiteX1294" fmla="*/ 1229777 w 2077997"/>
                <a:gd name="connsiteY1294" fmla="*/ 1893645 h 2078048"/>
                <a:gd name="connsiteX1295" fmla="*/ 1229777 w 2077997"/>
                <a:gd name="connsiteY1295" fmla="*/ 1893645 h 2078048"/>
                <a:gd name="connsiteX1296" fmla="*/ 1229777 w 2077997"/>
                <a:gd name="connsiteY1296" fmla="*/ 1893645 h 2078048"/>
                <a:gd name="connsiteX1297" fmla="*/ 1241398 w 2077997"/>
                <a:gd name="connsiteY1297" fmla="*/ 1899265 h 2078048"/>
                <a:gd name="connsiteX1298" fmla="*/ 1217490 w 2077997"/>
                <a:gd name="connsiteY1298" fmla="*/ 1938222 h 2078048"/>
                <a:gd name="connsiteX1299" fmla="*/ 1175389 w 2077997"/>
                <a:gd name="connsiteY1299" fmla="*/ 1906313 h 2078048"/>
                <a:gd name="connsiteX1300" fmla="*/ 1177866 w 2077997"/>
                <a:gd name="connsiteY1300" fmla="*/ 1904885 h 2078048"/>
                <a:gd name="connsiteX1301" fmla="*/ 1178247 w 2077997"/>
                <a:gd name="connsiteY1301" fmla="*/ 1904599 h 2078048"/>
                <a:gd name="connsiteX1302" fmla="*/ 1181486 w 2077997"/>
                <a:gd name="connsiteY1302" fmla="*/ 1901646 h 2078048"/>
                <a:gd name="connsiteX1303" fmla="*/ 1181486 w 2077997"/>
                <a:gd name="connsiteY1303" fmla="*/ 1901646 h 2078048"/>
                <a:gd name="connsiteX1304" fmla="*/ 1181486 w 2077997"/>
                <a:gd name="connsiteY1304" fmla="*/ 1901646 h 2078048"/>
                <a:gd name="connsiteX1305" fmla="*/ 1184819 w 2077997"/>
                <a:gd name="connsiteY1305" fmla="*/ 1883739 h 2078048"/>
                <a:gd name="connsiteX1306" fmla="*/ 1170341 w 2077997"/>
                <a:gd name="connsiteY1306" fmla="*/ 1872881 h 2078048"/>
                <a:gd name="connsiteX1307" fmla="*/ 1170341 w 2077997"/>
                <a:gd name="connsiteY1307" fmla="*/ 1872881 h 2078048"/>
                <a:gd name="connsiteX1308" fmla="*/ 1170246 w 2077997"/>
                <a:gd name="connsiteY1308" fmla="*/ 1872881 h 2078048"/>
                <a:gd name="connsiteX1309" fmla="*/ 1165864 w 2077997"/>
                <a:gd name="connsiteY1309" fmla="*/ 1872785 h 2078048"/>
                <a:gd name="connsiteX1310" fmla="*/ 1165484 w 2077997"/>
                <a:gd name="connsiteY1310" fmla="*/ 1872785 h 2078048"/>
                <a:gd name="connsiteX1311" fmla="*/ 1160816 w 2077997"/>
                <a:gd name="connsiteY1311" fmla="*/ 1873643 h 2078048"/>
                <a:gd name="connsiteX1312" fmla="*/ 1152911 w 2077997"/>
                <a:gd name="connsiteY1312" fmla="*/ 1878882 h 2078048"/>
                <a:gd name="connsiteX1313" fmla="*/ 1149577 w 2077997"/>
                <a:gd name="connsiteY1313" fmla="*/ 1873833 h 2078048"/>
                <a:gd name="connsiteX1314" fmla="*/ 1122240 w 2077997"/>
                <a:gd name="connsiteY1314" fmla="*/ 1800395 h 2078048"/>
                <a:gd name="connsiteX1315" fmla="*/ 1123859 w 2077997"/>
                <a:gd name="connsiteY1315" fmla="*/ 1799443 h 2078048"/>
                <a:gd name="connsiteX1316" fmla="*/ 1124240 w 2077997"/>
                <a:gd name="connsiteY1316" fmla="*/ 1799157 h 2078048"/>
                <a:gd name="connsiteX1317" fmla="*/ 1127193 w 2077997"/>
                <a:gd name="connsiteY1317" fmla="*/ 1796490 h 2078048"/>
                <a:gd name="connsiteX1318" fmla="*/ 1127193 w 2077997"/>
                <a:gd name="connsiteY1318" fmla="*/ 1796490 h 2078048"/>
                <a:gd name="connsiteX1319" fmla="*/ 1127193 w 2077997"/>
                <a:gd name="connsiteY1319" fmla="*/ 1796490 h 2078048"/>
                <a:gd name="connsiteX1320" fmla="*/ 1130622 w 2077997"/>
                <a:gd name="connsiteY1320" fmla="*/ 1778869 h 2078048"/>
                <a:gd name="connsiteX1321" fmla="*/ 1118716 w 2077997"/>
                <a:gd name="connsiteY1321" fmla="*/ 1767153 h 2078048"/>
                <a:gd name="connsiteX1322" fmla="*/ 1120335 w 2077997"/>
                <a:gd name="connsiteY1322" fmla="*/ 1699621 h 2078048"/>
                <a:gd name="connsiteX1323" fmla="*/ 1122526 w 2077997"/>
                <a:gd name="connsiteY1323" fmla="*/ 1700002 h 2078048"/>
                <a:gd name="connsiteX1324" fmla="*/ 1126050 w 2077997"/>
                <a:gd name="connsiteY1324" fmla="*/ 1699526 h 2078048"/>
                <a:gd name="connsiteX1325" fmla="*/ 1126431 w 2077997"/>
                <a:gd name="connsiteY1325" fmla="*/ 1699430 h 2078048"/>
                <a:gd name="connsiteX1326" fmla="*/ 1129479 w 2077997"/>
                <a:gd name="connsiteY1326" fmla="*/ 1698002 h 2078048"/>
                <a:gd name="connsiteX1327" fmla="*/ 1129479 w 2077997"/>
                <a:gd name="connsiteY1327" fmla="*/ 1698002 h 2078048"/>
                <a:gd name="connsiteX1328" fmla="*/ 1129479 w 2077997"/>
                <a:gd name="connsiteY1328" fmla="*/ 1698002 h 2078048"/>
                <a:gd name="connsiteX1329" fmla="*/ 1136528 w 2077997"/>
                <a:gd name="connsiteY1329" fmla="*/ 1682857 h 2078048"/>
                <a:gd name="connsiteX1330" fmla="*/ 1127574 w 2077997"/>
                <a:gd name="connsiteY1330" fmla="*/ 1666379 h 2078048"/>
                <a:gd name="connsiteX1331" fmla="*/ 1139290 w 2077997"/>
                <a:gd name="connsiteY1331" fmla="*/ 1642757 h 2078048"/>
                <a:gd name="connsiteX1332" fmla="*/ 1431421 w 2077997"/>
                <a:gd name="connsiteY1332" fmla="*/ 1570271 h 2078048"/>
                <a:gd name="connsiteX1333" fmla="*/ 1435231 w 2077997"/>
                <a:gd name="connsiteY1333" fmla="*/ 1572081 h 2078048"/>
                <a:gd name="connsiteX1334" fmla="*/ 1435613 w 2077997"/>
                <a:gd name="connsiteY1334" fmla="*/ 1572176 h 2078048"/>
                <a:gd name="connsiteX1335" fmla="*/ 1450471 w 2077997"/>
                <a:gd name="connsiteY1335" fmla="*/ 1567224 h 2078048"/>
                <a:gd name="connsiteX1336" fmla="*/ 1500954 w 2077997"/>
                <a:gd name="connsiteY1336" fmla="*/ 1614753 h 2078048"/>
                <a:gd name="connsiteX1337" fmla="*/ 1500954 w 2077997"/>
                <a:gd name="connsiteY1337" fmla="*/ 1614753 h 2078048"/>
                <a:gd name="connsiteX1338" fmla="*/ 1499239 w 2077997"/>
                <a:gd name="connsiteY1338" fmla="*/ 1620944 h 2078048"/>
                <a:gd name="connsiteX1339" fmla="*/ 1499335 w 2077997"/>
                <a:gd name="connsiteY1339" fmla="*/ 1624278 h 2078048"/>
                <a:gd name="connsiteX1340" fmla="*/ 1501335 w 2077997"/>
                <a:gd name="connsiteY1340" fmla="*/ 1630850 h 2078048"/>
                <a:gd name="connsiteX1341" fmla="*/ 1503240 w 2077997"/>
                <a:gd name="connsiteY1341" fmla="*/ 1633899 h 2078048"/>
                <a:gd name="connsiteX1342" fmla="*/ 1506383 w 2077997"/>
                <a:gd name="connsiteY1342" fmla="*/ 1636946 h 2078048"/>
                <a:gd name="connsiteX1343" fmla="*/ 1506764 w 2077997"/>
                <a:gd name="connsiteY1343" fmla="*/ 1637232 h 2078048"/>
                <a:gd name="connsiteX1344" fmla="*/ 1510288 w 2077997"/>
                <a:gd name="connsiteY1344" fmla="*/ 1639328 h 2078048"/>
                <a:gd name="connsiteX1345" fmla="*/ 1510288 w 2077997"/>
                <a:gd name="connsiteY1345" fmla="*/ 1639328 h 2078048"/>
                <a:gd name="connsiteX1346" fmla="*/ 1510288 w 2077997"/>
                <a:gd name="connsiteY1346" fmla="*/ 1639328 h 2078048"/>
                <a:gd name="connsiteX1347" fmla="*/ 1520861 w 2077997"/>
                <a:gd name="connsiteY1347" fmla="*/ 1640566 h 2078048"/>
                <a:gd name="connsiteX1348" fmla="*/ 1550579 w 2077997"/>
                <a:gd name="connsiteY1348" fmla="*/ 1707717 h 2078048"/>
                <a:gd name="connsiteX1349" fmla="*/ 1553151 w 2077997"/>
                <a:gd name="connsiteY1349" fmla="*/ 1720671 h 2078048"/>
                <a:gd name="connsiteX1350" fmla="*/ 1540388 w 2077997"/>
                <a:gd name="connsiteY1350" fmla="*/ 1724386 h 2078048"/>
                <a:gd name="connsiteX1351" fmla="*/ 1535435 w 2077997"/>
                <a:gd name="connsiteY1351" fmla="*/ 1749818 h 2078048"/>
                <a:gd name="connsiteX1352" fmla="*/ 1538482 w 2077997"/>
                <a:gd name="connsiteY1352" fmla="*/ 1753056 h 2078048"/>
                <a:gd name="connsiteX1353" fmla="*/ 1538863 w 2077997"/>
                <a:gd name="connsiteY1353" fmla="*/ 1753342 h 2078048"/>
                <a:gd name="connsiteX1354" fmla="*/ 1542483 w 2077997"/>
                <a:gd name="connsiteY1354" fmla="*/ 1755437 h 2078048"/>
                <a:gd name="connsiteX1355" fmla="*/ 1542483 w 2077997"/>
                <a:gd name="connsiteY1355" fmla="*/ 1755437 h 2078048"/>
                <a:gd name="connsiteX1356" fmla="*/ 1542483 w 2077997"/>
                <a:gd name="connsiteY1356" fmla="*/ 1755437 h 2078048"/>
                <a:gd name="connsiteX1357" fmla="*/ 1555342 w 2077997"/>
                <a:gd name="connsiteY1357" fmla="*/ 1756199 h 2078048"/>
                <a:gd name="connsiteX1358" fmla="*/ 1548293 w 2077997"/>
                <a:gd name="connsiteY1358" fmla="*/ 1801348 h 2078048"/>
                <a:gd name="connsiteX1359" fmla="*/ 1497144 w 2077997"/>
                <a:gd name="connsiteY1359" fmla="*/ 1788013 h 2078048"/>
                <a:gd name="connsiteX1360" fmla="*/ 1498954 w 2077997"/>
                <a:gd name="connsiteY1360" fmla="*/ 1785727 h 2078048"/>
                <a:gd name="connsiteX1361" fmla="*/ 1499239 w 2077997"/>
                <a:gd name="connsiteY1361" fmla="*/ 1785251 h 2078048"/>
                <a:gd name="connsiteX1362" fmla="*/ 1501145 w 2077997"/>
                <a:gd name="connsiteY1362" fmla="*/ 1781345 h 2078048"/>
                <a:gd name="connsiteX1363" fmla="*/ 1501145 w 2077997"/>
                <a:gd name="connsiteY1363" fmla="*/ 1781345 h 2078048"/>
                <a:gd name="connsiteX1364" fmla="*/ 1501145 w 2077997"/>
                <a:gd name="connsiteY1364" fmla="*/ 1781345 h 2078048"/>
                <a:gd name="connsiteX1365" fmla="*/ 1497335 w 2077997"/>
                <a:gd name="connsiteY1365" fmla="*/ 1763534 h 2078048"/>
                <a:gd name="connsiteX1366" fmla="*/ 1479809 w 2077997"/>
                <a:gd name="connsiteY1366" fmla="*/ 1759057 h 2078048"/>
                <a:gd name="connsiteX1367" fmla="*/ 1479809 w 2077997"/>
                <a:gd name="connsiteY1367" fmla="*/ 1759057 h 2078048"/>
                <a:gd name="connsiteX1368" fmla="*/ 1479713 w 2077997"/>
                <a:gd name="connsiteY1368" fmla="*/ 1759057 h 2078048"/>
                <a:gd name="connsiteX1369" fmla="*/ 1475522 w 2077997"/>
                <a:gd name="connsiteY1369" fmla="*/ 1760676 h 2078048"/>
                <a:gd name="connsiteX1370" fmla="*/ 1475332 w 2077997"/>
                <a:gd name="connsiteY1370" fmla="*/ 1760771 h 2078048"/>
                <a:gd name="connsiteX1371" fmla="*/ 1471331 w 2077997"/>
                <a:gd name="connsiteY1371" fmla="*/ 1763438 h 2078048"/>
                <a:gd name="connsiteX1372" fmla="*/ 1466093 w 2077997"/>
                <a:gd name="connsiteY1372" fmla="*/ 1771344 h 2078048"/>
                <a:gd name="connsiteX1373" fmla="*/ 1461044 w 2077997"/>
                <a:gd name="connsiteY1373" fmla="*/ 1767915 h 2078048"/>
                <a:gd name="connsiteX1374" fmla="*/ 1407514 w 2077997"/>
                <a:gd name="connsiteY1374" fmla="*/ 1710670 h 2078048"/>
                <a:gd name="connsiteX1375" fmla="*/ 1408657 w 2077997"/>
                <a:gd name="connsiteY1375" fmla="*/ 1709241 h 2078048"/>
                <a:gd name="connsiteX1376" fmla="*/ 1408847 w 2077997"/>
                <a:gd name="connsiteY1376" fmla="*/ 1708860 h 2078048"/>
                <a:gd name="connsiteX1377" fmla="*/ 1410467 w 2077997"/>
                <a:gd name="connsiteY1377" fmla="*/ 1705241 h 2078048"/>
                <a:gd name="connsiteX1378" fmla="*/ 1410467 w 2077997"/>
                <a:gd name="connsiteY1378" fmla="*/ 1705241 h 2078048"/>
                <a:gd name="connsiteX1379" fmla="*/ 1410467 w 2077997"/>
                <a:gd name="connsiteY1379" fmla="*/ 1705241 h 2078048"/>
                <a:gd name="connsiteX1380" fmla="*/ 1406847 w 2077997"/>
                <a:gd name="connsiteY1380" fmla="*/ 1687619 h 2078048"/>
                <a:gd name="connsiteX1381" fmla="*/ 1391417 w 2077997"/>
                <a:gd name="connsiteY1381" fmla="*/ 1681428 h 2078048"/>
                <a:gd name="connsiteX1382" fmla="*/ 1366937 w 2077997"/>
                <a:gd name="connsiteY1382" fmla="*/ 1618468 h 2078048"/>
                <a:gd name="connsiteX1383" fmla="*/ 1369033 w 2077997"/>
                <a:gd name="connsiteY1383" fmla="*/ 1617992 h 2078048"/>
                <a:gd name="connsiteX1384" fmla="*/ 1372176 w 2077997"/>
                <a:gd name="connsiteY1384" fmla="*/ 1616182 h 2078048"/>
                <a:gd name="connsiteX1385" fmla="*/ 1372462 w 2077997"/>
                <a:gd name="connsiteY1385" fmla="*/ 1615896 h 2078048"/>
                <a:gd name="connsiteX1386" fmla="*/ 1374748 w 2077997"/>
                <a:gd name="connsiteY1386" fmla="*/ 1613420 h 2078048"/>
                <a:gd name="connsiteX1387" fmla="*/ 1374748 w 2077997"/>
                <a:gd name="connsiteY1387" fmla="*/ 1613420 h 2078048"/>
                <a:gd name="connsiteX1388" fmla="*/ 1374748 w 2077997"/>
                <a:gd name="connsiteY1388" fmla="*/ 1613420 h 2078048"/>
                <a:gd name="connsiteX1389" fmla="*/ 1375414 w 2077997"/>
                <a:gd name="connsiteY1389" fmla="*/ 1596751 h 2078048"/>
                <a:gd name="connsiteX1390" fmla="*/ 1360841 w 2077997"/>
                <a:gd name="connsiteY1390" fmla="*/ 1584940 h 2078048"/>
                <a:gd name="connsiteX1391" fmla="*/ 1362651 w 2077997"/>
                <a:gd name="connsiteY1391" fmla="*/ 1558937 h 2078048"/>
                <a:gd name="connsiteX1392" fmla="*/ 1368652 w 2077997"/>
                <a:gd name="connsiteY1392" fmla="*/ 1565985 h 2078048"/>
                <a:gd name="connsiteX1393" fmla="*/ 1388559 w 2077997"/>
                <a:gd name="connsiteY1393" fmla="*/ 1562937 h 2078048"/>
                <a:gd name="connsiteX1394" fmla="*/ 1389512 w 2077997"/>
                <a:gd name="connsiteY1394" fmla="*/ 1559508 h 2078048"/>
                <a:gd name="connsiteX1395" fmla="*/ 1389607 w 2077997"/>
                <a:gd name="connsiteY1395" fmla="*/ 1558746 h 2078048"/>
                <a:gd name="connsiteX1396" fmla="*/ 1381225 w 2077997"/>
                <a:gd name="connsiteY1396" fmla="*/ 1540458 h 2078048"/>
                <a:gd name="connsiteX1397" fmla="*/ 1422087 w 2077997"/>
                <a:gd name="connsiteY1397" fmla="*/ 1549793 h 2078048"/>
                <a:gd name="connsiteX1398" fmla="*/ 1431421 w 2077997"/>
                <a:gd name="connsiteY1398" fmla="*/ 1570271 h 2078048"/>
                <a:gd name="connsiteX1399" fmla="*/ 1565057 w 2077997"/>
                <a:gd name="connsiteY1399" fmla="*/ 1447208 h 2078048"/>
                <a:gd name="connsiteX1400" fmla="*/ 1567343 w 2077997"/>
                <a:gd name="connsiteY1400" fmla="*/ 1444351 h 2078048"/>
                <a:gd name="connsiteX1401" fmla="*/ 1567438 w 2077997"/>
                <a:gd name="connsiteY1401" fmla="*/ 1444256 h 2078048"/>
                <a:gd name="connsiteX1402" fmla="*/ 1562867 w 2077997"/>
                <a:gd name="connsiteY1402" fmla="*/ 1425110 h 2078048"/>
                <a:gd name="connsiteX1403" fmla="*/ 1545055 w 2077997"/>
                <a:gd name="connsiteY1403" fmla="*/ 1419872 h 2078048"/>
                <a:gd name="connsiteX1404" fmla="*/ 1536673 w 2077997"/>
                <a:gd name="connsiteY1404" fmla="*/ 1395011 h 2078048"/>
                <a:gd name="connsiteX1405" fmla="*/ 1544864 w 2077997"/>
                <a:gd name="connsiteY1405" fmla="*/ 1399298 h 2078048"/>
                <a:gd name="connsiteX1406" fmla="*/ 1562200 w 2077997"/>
                <a:gd name="connsiteY1406" fmla="*/ 1388915 h 2078048"/>
                <a:gd name="connsiteX1407" fmla="*/ 1561628 w 2077997"/>
                <a:gd name="connsiteY1407" fmla="*/ 1385201 h 2078048"/>
                <a:gd name="connsiteX1408" fmla="*/ 1561533 w 2077997"/>
                <a:gd name="connsiteY1408" fmla="*/ 1384820 h 2078048"/>
                <a:gd name="connsiteX1409" fmla="*/ 1560104 w 2077997"/>
                <a:gd name="connsiteY1409" fmla="*/ 1381391 h 2078048"/>
                <a:gd name="connsiteX1410" fmla="*/ 1560104 w 2077997"/>
                <a:gd name="connsiteY1410" fmla="*/ 1381391 h 2078048"/>
                <a:gd name="connsiteX1411" fmla="*/ 1560104 w 2077997"/>
                <a:gd name="connsiteY1411" fmla="*/ 1381391 h 2078048"/>
                <a:gd name="connsiteX1412" fmla="*/ 1546769 w 2077997"/>
                <a:gd name="connsiteY1412" fmla="*/ 1370913 h 2078048"/>
                <a:gd name="connsiteX1413" fmla="*/ 1588108 w 2077997"/>
                <a:gd name="connsiteY1413" fmla="*/ 1364055 h 2078048"/>
                <a:gd name="connsiteX1414" fmla="*/ 1589251 w 2077997"/>
                <a:gd name="connsiteY1414" fmla="*/ 1367675 h 2078048"/>
                <a:gd name="connsiteX1415" fmla="*/ 1595537 w 2077997"/>
                <a:gd name="connsiteY1415" fmla="*/ 1375295 h 2078048"/>
                <a:gd name="connsiteX1416" fmla="*/ 1604967 w 2077997"/>
                <a:gd name="connsiteY1416" fmla="*/ 1379390 h 2078048"/>
                <a:gd name="connsiteX1417" fmla="*/ 1609063 w 2077997"/>
                <a:gd name="connsiteY1417" fmla="*/ 1379486 h 2078048"/>
                <a:gd name="connsiteX1418" fmla="*/ 1609444 w 2077997"/>
                <a:gd name="connsiteY1418" fmla="*/ 1379390 h 2078048"/>
                <a:gd name="connsiteX1419" fmla="*/ 1613063 w 2077997"/>
                <a:gd name="connsiteY1419" fmla="*/ 1378533 h 2078048"/>
                <a:gd name="connsiteX1420" fmla="*/ 1613063 w 2077997"/>
                <a:gd name="connsiteY1420" fmla="*/ 1378533 h 2078048"/>
                <a:gd name="connsiteX1421" fmla="*/ 1613063 w 2077997"/>
                <a:gd name="connsiteY1421" fmla="*/ 1378533 h 2078048"/>
                <a:gd name="connsiteX1422" fmla="*/ 1621350 w 2077997"/>
                <a:gd name="connsiteY1422" fmla="*/ 1369199 h 2078048"/>
                <a:gd name="connsiteX1423" fmla="*/ 1686215 w 2077997"/>
                <a:gd name="connsiteY1423" fmla="*/ 1393964 h 2078048"/>
                <a:gd name="connsiteX1424" fmla="*/ 1695550 w 2077997"/>
                <a:gd name="connsiteY1424" fmla="*/ 1410632 h 2078048"/>
                <a:gd name="connsiteX1425" fmla="*/ 1699646 w 2077997"/>
                <a:gd name="connsiteY1425" fmla="*/ 1412252 h 2078048"/>
                <a:gd name="connsiteX1426" fmla="*/ 1700122 w 2077997"/>
                <a:gd name="connsiteY1426" fmla="*/ 1412347 h 2078048"/>
                <a:gd name="connsiteX1427" fmla="*/ 1704122 w 2077997"/>
                <a:gd name="connsiteY1427" fmla="*/ 1412918 h 2078048"/>
                <a:gd name="connsiteX1428" fmla="*/ 1704122 w 2077997"/>
                <a:gd name="connsiteY1428" fmla="*/ 1412918 h 2078048"/>
                <a:gd name="connsiteX1429" fmla="*/ 1704122 w 2077997"/>
                <a:gd name="connsiteY1429" fmla="*/ 1412918 h 2078048"/>
                <a:gd name="connsiteX1430" fmla="*/ 1714409 w 2077997"/>
                <a:gd name="connsiteY1430" fmla="*/ 1410061 h 2078048"/>
                <a:gd name="connsiteX1431" fmla="*/ 1767368 w 2077997"/>
                <a:gd name="connsiteY1431" fmla="*/ 1460734 h 2078048"/>
                <a:gd name="connsiteX1432" fmla="*/ 1774607 w 2077997"/>
                <a:gd name="connsiteY1432" fmla="*/ 1471688 h 2078048"/>
                <a:gd name="connsiteX1433" fmla="*/ 1764415 w 2077997"/>
                <a:gd name="connsiteY1433" fmla="*/ 1480070 h 2078048"/>
                <a:gd name="connsiteX1434" fmla="*/ 1761653 w 2077997"/>
                <a:gd name="connsiteY1434" fmla="*/ 1486928 h 2078048"/>
                <a:gd name="connsiteX1435" fmla="*/ 1761368 w 2077997"/>
                <a:gd name="connsiteY1435" fmla="*/ 1490452 h 2078048"/>
                <a:gd name="connsiteX1436" fmla="*/ 1764320 w 2077997"/>
                <a:gd name="connsiteY1436" fmla="*/ 1500358 h 2078048"/>
                <a:gd name="connsiteX1437" fmla="*/ 1769369 w 2077997"/>
                <a:gd name="connsiteY1437" fmla="*/ 1505311 h 2078048"/>
                <a:gd name="connsiteX1438" fmla="*/ 1773369 w 2077997"/>
                <a:gd name="connsiteY1438" fmla="*/ 1507120 h 2078048"/>
                <a:gd name="connsiteX1439" fmla="*/ 1773750 w 2077997"/>
                <a:gd name="connsiteY1439" fmla="*/ 1507216 h 2078048"/>
                <a:gd name="connsiteX1440" fmla="*/ 1777846 w 2077997"/>
                <a:gd name="connsiteY1440" fmla="*/ 1507883 h 2078048"/>
                <a:gd name="connsiteX1441" fmla="*/ 1777846 w 2077997"/>
                <a:gd name="connsiteY1441" fmla="*/ 1507883 h 2078048"/>
                <a:gd name="connsiteX1442" fmla="*/ 1777846 w 2077997"/>
                <a:gd name="connsiteY1442" fmla="*/ 1507883 h 2078048"/>
                <a:gd name="connsiteX1443" fmla="*/ 1790038 w 2077997"/>
                <a:gd name="connsiteY1443" fmla="*/ 1503692 h 2078048"/>
                <a:gd name="connsiteX1444" fmla="*/ 1800706 w 2077997"/>
                <a:gd name="connsiteY1444" fmla="*/ 1548078 h 2078048"/>
                <a:gd name="connsiteX1445" fmla="*/ 1753462 w 2077997"/>
                <a:gd name="connsiteY1445" fmla="*/ 1555222 h 2078048"/>
                <a:gd name="connsiteX1446" fmla="*/ 1748223 w 2077997"/>
                <a:gd name="connsiteY1446" fmla="*/ 1555222 h 2078048"/>
                <a:gd name="connsiteX1447" fmla="*/ 1749080 w 2077997"/>
                <a:gd name="connsiteY1447" fmla="*/ 1552364 h 2078048"/>
                <a:gd name="connsiteX1448" fmla="*/ 1749176 w 2077997"/>
                <a:gd name="connsiteY1448" fmla="*/ 1551888 h 2078048"/>
                <a:gd name="connsiteX1449" fmla="*/ 1749461 w 2077997"/>
                <a:gd name="connsiteY1449" fmla="*/ 1547602 h 2078048"/>
                <a:gd name="connsiteX1450" fmla="*/ 1749461 w 2077997"/>
                <a:gd name="connsiteY1450" fmla="*/ 1547602 h 2078048"/>
                <a:gd name="connsiteX1451" fmla="*/ 1749461 w 2077997"/>
                <a:gd name="connsiteY1451" fmla="*/ 1547602 h 2078048"/>
                <a:gd name="connsiteX1452" fmla="*/ 1739174 w 2077997"/>
                <a:gd name="connsiteY1452" fmla="*/ 1532552 h 2078048"/>
                <a:gd name="connsiteX1453" fmla="*/ 1718029 w 2077997"/>
                <a:gd name="connsiteY1453" fmla="*/ 1538077 h 2078048"/>
                <a:gd name="connsiteX1454" fmla="*/ 1717648 w 2077997"/>
                <a:gd name="connsiteY1454" fmla="*/ 1538553 h 2078048"/>
                <a:gd name="connsiteX1455" fmla="*/ 1715171 w 2077997"/>
                <a:gd name="connsiteY1455" fmla="*/ 1542458 h 2078048"/>
                <a:gd name="connsiteX1456" fmla="*/ 1713266 w 2077997"/>
                <a:gd name="connsiteY1456" fmla="*/ 1551698 h 2078048"/>
                <a:gd name="connsiteX1457" fmla="*/ 1707265 w 2077997"/>
                <a:gd name="connsiteY1457" fmla="*/ 1550459 h 2078048"/>
                <a:gd name="connsiteX1458" fmla="*/ 1635828 w 2077997"/>
                <a:gd name="connsiteY1458" fmla="*/ 1517789 h 2078048"/>
                <a:gd name="connsiteX1459" fmla="*/ 1636304 w 2077997"/>
                <a:gd name="connsiteY1459" fmla="*/ 1515979 h 2078048"/>
                <a:gd name="connsiteX1460" fmla="*/ 1636400 w 2077997"/>
                <a:gd name="connsiteY1460" fmla="*/ 1515503 h 2078048"/>
                <a:gd name="connsiteX1461" fmla="*/ 1636590 w 2077997"/>
                <a:gd name="connsiteY1461" fmla="*/ 1511597 h 2078048"/>
                <a:gd name="connsiteX1462" fmla="*/ 1636590 w 2077997"/>
                <a:gd name="connsiteY1462" fmla="*/ 1511597 h 2078048"/>
                <a:gd name="connsiteX1463" fmla="*/ 1636590 w 2077997"/>
                <a:gd name="connsiteY1463" fmla="*/ 1511597 h 2078048"/>
                <a:gd name="connsiteX1464" fmla="*/ 1626494 w 2077997"/>
                <a:gd name="connsiteY1464" fmla="*/ 1496738 h 2078048"/>
                <a:gd name="connsiteX1465" fmla="*/ 1609730 w 2077997"/>
                <a:gd name="connsiteY1465" fmla="*/ 1496929 h 2078048"/>
                <a:gd name="connsiteX1466" fmla="*/ 1563152 w 2077997"/>
                <a:gd name="connsiteY1466" fmla="*/ 1448161 h 2078048"/>
                <a:gd name="connsiteX1467" fmla="*/ 1565057 w 2077997"/>
                <a:gd name="connsiteY1467" fmla="*/ 1447208 h 2078048"/>
                <a:gd name="connsiteX1468" fmla="*/ 1924531 w 2077997"/>
                <a:gd name="connsiteY1468" fmla="*/ 1452733 h 2078048"/>
                <a:gd name="connsiteX1469" fmla="*/ 1912244 w 2077997"/>
                <a:gd name="connsiteY1469" fmla="*/ 1446827 h 2078048"/>
                <a:gd name="connsiteX1470" fmla="*/ 1898718 w 2077997"/>
                <a:gd name="connsiteY1470" fmla="*/ 1452924 h 2078048"/>
                <a:gd name="connsiteX1471" fmla="*/ 1892908 w 2077997"/>
                <a:gd name="connsiteY1471" fmla="*/ 1461496 h 2078048"/>
                <a:gd name="connsiteX1472" fmla="*/ 1892622 w 2077997"/>
                <a:gd name="connsiteY1472" fmla="*/ 1462163 h 2078048"/>
                <a:gd name="connsiteX1473" fmla="*/ 1891288 w 2077997"/>
                <a:gd name="connsiteY1473" fmla="*/ 1467211 h 2078048"/>
                <a:gd name="connsiteX1474" fmla="*/ 1899194 w 2077997"/>
                <a:gd name="connsiteY1474" fmla="*/ 1486070 h 2078048"/>
                <a:gd name="connsiteX1475" fmla="*/ 1896622 w 2077997"/>
                <a:gd name="connsiteY1475" fmla="*/ 1489023 h 2078048"/>
                <a:gd name="connsiteX1476" fmla="*/ 1896432 w 2077997"/>
                <a:gd name="connsiteY1476" fmla="*/ 1489214 h 2078048"/>
                <a:gd name="connsiteX1477" fmla="*/ 1873858 w 2077997"/>
                <a:gd name="connsiteY1477" fmla="*/ 1509978 h 2078048"/>
                <a:gd name="connsiteX1478" fmla="*/ 1868619 w 2077997"/>
                <a:gd name="connsiteY1478" fmla="*/ 1513979 h 2078048"/>
                <a:gd name="connsiteX1479" fmla="*/ 1858237 w 2077997"/>
                <a:gd name="connsiteY1479" fmla="*/ 1521408 h 2078048"/>
                <a:gd name="connsiteX1480" fmla="*/ 1853379 w 2077997"/>
                <a:gd name="connsiteY1480" fmla="*/ 1501215 h 2078048"/>
                <a:gd name="connsiteX1481" fmla="*/ 1866905 w 2077997"/>
                <a:gd name="connsiteY1481" fmla="*/ 1490642 h 2078048"/>
                <a:gd name="connsiteX1482" fmla="*/ 1867190 w 2077997"/>
                <a:gd name="connsiteY1482" fmla="*/ 1470640 h 2078048"/>
                <a:gd name="connsiteX1483" fmla="*/ 1867190 w 2077997"/>
                <a:gd name="connsiteY1483" fmla="*/ 1470640 h 2078048"/>
                <a:gd name="connsiteX1484" fmla="*/ 1867190 w 2077997"/>
                <a:gd name="connsiteY1484" fmla="*/ 1470640 h 2078048"/>
                <a:gd name="connsiteX1485" fmla="*/ 1864619 w 2077997"/>
                <a:gd name="connsiteY1485" fmla="*/ 1467211 h 2078048"/>
                <a:gd name="connsiteX1486" fmla="*/ 1864238 w 2077997"/>
                <a:gd name="connsiteY1486" fmla="*/ 1466830 h 2078048"/>
                <a:gd name="connsiteX1487" fmla="*/ 1860618 w 2077997"/>
                <a:gd name="connsiteY1487" fmla="*/ 1464163 h 2078048"/>
                <a:gd name="connsiteX1488" fmla="*/ 1853760 w 2077997"/>
                <a:gd name="connsiteY1488" fmla="*/ 1462353 h 2078048"/>
                <a:gd name="connsiteX1489" fmla="*/ 1846807 w 2077997"/>
                <a:gd name="connsiteY1489" fmla="*/ 1463591 h 2078048"/>
                <a:gd name="connsiteX1490" fmla="*/ 1843568 w 2077997"/>
                <a:gd name="connsiteY1490" fmla="*/ 1465211 h 2078048"/>
                <a:gd name="connsiteX1491" fmla="*/ 1840901 w 2077997"/>
                <a:gd name="connsiteY1491" fmla="*/ 1467211 h 2078048"/>
                <a:gd name="connsiteX1492" fmla="*/ 1840711 w 2077997"/>
                <a:gd name="connsiteY1492" fmla="*/ 1466639 h 2078048"/>
                <a:gd name="connsiteX1493" fmla="*/ 1810612 w 2077997"/>
                <a:gd name="connsiteY1493" fmla="*/ 1419491 h 2078048"/>
                <a:gd name="connsiteX1494" fmla="*/ 1788895 w 2077997"/>
                <a:gd name="connsiteY1494" fmla="*/ 1397012 h 2078048"/>
                <a:gd name="connsiteX1495" fmla="*/ 1786990 w 2077997"/>
                <a:gd name="connsiteY1495" fmla="*/ 1379581 h 2078048"/>
                <a:gd name="connsiteX1496" fmla="*/ 1786990 w 2077997"/>
                <a:gd name="connsiteY1496" fmla="*/ 1379581 h 2078048"/>
                <a:gd name="connsiteX1497" fmla="*/ 1786990 w 2077997"/>
                <a:gd name="connsiteY1497" fmla="*/ 1379581 h 2078048"/>
                <a:gd name="connsiteX1498" fmla="*/ 1784132 w 2077997"/>
                <a:gd name="connsiteY1498" fmla="*/ 1376438 h 2078048"/>
                <a:gd name="connsiteX1499" fmla="*/ 1783751 w 2077997"/>
                <a:gd name="connsiteY1499" fmla="*/ 1376057 h 2078048"/>
                <a:gd name="connsiteX1500" fmla="*/ 1779941 w 2077997"/>
                <a:gd name="connsiteY1500" fmla="*/ 1373675 h 2078048"/>
                <a:gd name="connsiteX1501" fmla="*/ 1776512 w 2077997"/>
                <a:gd name="connsiteY1501" fmla="*/ 1372532 h 2078048"/>
                <a:gd name="connsiteX1502" fmla="*/ 1761844 w 2077997"/>
                <a:gd name="connsiteY1502" fmla="*/ 1375771 h 2078048"/>
                <a:gd name="connsiteX1503" fmla="*/ 1720315 w 2077997"/>
                <a:gd name="connsiteY1503" fmla="*/ 1352339 h 2078048"/>
                <a:gd name="connsiteX1504" fmla="*/ 1675928 w 2077997"/>
                <a:gd name="connsiteY1504" fmla="*/ 1334909 h 2078048"/>
                <a:gd name="connsiteX1505" fmla="*/ 1662498 w 2077997"/>
                <a:gd name="connsiteY1505" fmla="*/ 1322240 h 2078048"/>
                <a:gd name="connsiteX1506" fmla="*/ 1662022 w 2077997"/>
                <a:gd name="connsiteY1506" fmla="*/ 1322050 h 2078048"/>
                <a:gd name="connsiteX1507" fmla="*/ 1657640 w 2077997"/>
                <a:gd name="connsiteY1507" fmla="*/ 1321383 h 2078048"/>
                <a:gd name="connsiteX1508" fmla="*/ 1645258 w 2077997"/>
                <a:gd name="connsiteY1508" fmla="*/ 1326241 h 2078048"/>
                <a:gd name="connsiteX1509" fmla="*/ 1636780 w 2077997"/>
                <a:gd name="connsiteY1509" fmla="*/ 1324145 h 2078048"/>
                <a:gd name="connsiteX1510" fmla="*/ 1569534 w 2077997"/>
                <a:gd name="connsiteY1510" fmla="*/ 1316620 h 2078048"/>
                <a:gd name="connsiteX1511" fmla="*/ 1520480 w 2077997"/>
                <a:gd name="connsiteY1511" fmla="*/ 1324622 h 2078048"/>
                <a:gd name="connsiteX1512" fmla="*/ 1507907 w 2077997"/>
                <a:gd name="connsiteY1512" fmla="*/ 1317478 h 2078048"/>
                <a:gd name="connsiteX1513" fmla="*/ 1494382 w 2077997"/>
                <a:gd name="connsiteY1513" fmla="*/ 1320812 h 2078048"/>
                <a:gd name="connsiteX1514" fmla="*/ 1494382 w 2077997"/>
                <a:gd name="connsiteY1514" fmla="*/ 1320812 h 2078048"/>
                <a:gd name="connsiteX1515" fmla="*/ 1494382 w 2077997"/>
                <a:gd name="connsiteY1515" fmla="*/ 1320907 h 2078048"/>
                <a:gd name="connsiteX1516" fmla="*/ 1493144 w 2077997"/>
                <a:gd name="connsiteY1516" fmla="*/ 1323193 h 2078048"/>
                <a:gd name="connsiteX1517" fmla="*/ 1492953 w 2077997"/>
                <a:gd name="connsiteY1517" fmla="*/ 1323669 h 2078048"/>
                <a:gd name="connsiteX1518" fmla="*/ 1492572 w 2077997"/>
                <a:gd name="connsiteY1518" fmla="*/ 1326717 h 2078048"/>
                <a:gd name="connsiteX1519" fmla="*/ 1492572 w 2077997"/>
                <a:gd name="connsiteY1519" fmla="*/ 1326717 h 2078048"/>
                <a:gd name="connsiteX1520" fmla="*/ 1497906 w 2077997"/>
                <a:gd name="connsiteY1520" fmla="*/ 1337290 h 2078048"/>
                <a:gd name="connsiteX1521" fmla="*/ 1498763 w 2077997"/>
                <a:gd name="connsiteY1521" fmla="*/ 1338052 h 2078048"/>
                <a:gd name="connsiteX1522" fmla="*/ 1492763 w 2077997"/>
                <a:gd name="connsiteY1522" fmla="*/ 1345291 h 2078048"/>
                <a:gd name="connsiteX1523" fmla="*/ 1498096 w 2077997"/>
                <a:gd name="connsiteY1523" fmla="*/ 1430159 h 2078048"/>
                <a:gd name="connsiteX1524" fmla="*/ 1529053 w 2077997"/>
                <a:gd name="connsiteY1524" fmla="*/ 1481975 h 2078048"/>
                <a:gd name="connsiteX1525" fmla="*/ 1530291 w 2077997"/>
                <a:gd name="connsiteY1525" fmla="*/ 1503025 h 2078048"/>
                <a:gd name="connsiteX1526" fmla="*/ 1550484 w 2077997"/>
                <a:gd name="connsiteY1526" fmla="*/ 1509216 h 2078048"/>
                <a:gd name="connsiteX1527" fmla="*/ 1588584 w 2077997"/>
                <a:gd name="connsiteY1527" fmla="*/ 1548935 h 2078048"/>
                <a:gd name="connsiteX1528" fmla="*/ 1604777 w 2077997"/>
                <a:gd name="connsiteY1528" fmla="*/ 1562842 h 2078048"/>
                <a:gd name="connsiteX1529" fmla="*/ 1604777 w 2077997"/>
                <a:gd name="connsiteY1529" fmla="*/ 1562842 h 2078048"/>
                <a:gd name="connsiteX1530" fmla="*/ 1604777 w 2077997"/>
                <a:gd name="connsiteY1530" fmla="*/ 1562842 h 2078048"/>
                <a:gd name="connsiteX1531" fmla="*/ 1612111 w 2077997"/>
                <a:gd name="connsiteY1531" fmla="*/ 1568652 h 2078048"/>
                <a:gd name="connsiteX1532" fmla="*/ 1610396 w 2077997"/>
                <a:gd name="connsiteY1532" fmla="*/ 1570843 h 2078048"/>
                <a:gd name="connsiteX1533" fmla="*/ 1607920 w 2077997"/>
                <a:gd name="connsiteY1533" fmla="*/ 1580654 h 2078048"/>
                <a:gd name="connsiteX1534" fmla="*/ 1609539 w 2077997"/>
                <a:gd name="connsiteY1534" fmla="*/ 1587226 h 2078048"/>
                <a:gd name="connsiteX1535" fmla="*/ 1616397 w 2077997"/>
                <a:gd name="connsiteY1535" fmla="*/ 1595036 h 2078048"/>
                <a:gd name="connsiteX1536" fmla="*/ 1640971 w 2077997"/>
                <a:gd name="connsiteY1536" fmla="*/ 1589226 h 2078048"/>
                <a:gd name="connsiteX1537" fmla="*/ 1641638 w 2077997"/>
                <a:gd name="connsiteY1537" fmla="*/ 1587797 h 2078048"/>
                <a:gd name="connsiteX1538" fmla="*/ 1684977 w 2077997"/>
                <a:gd name="connsiteY1538" fmla="*/ 1606562 h 2078048"/>
                <a:gd name="connsiteX1539" fmla="*/ 1720791 w 2077997"/>
                <a:gd name="connsiteY1539" fmla="*/ 1614563 h 2078048"/>
                <a:gd name="connsiteX1540" fmla="*/ 1720601 w 2077997"/>
                <a:gd name="connsiteY1540" fmla="*/ 1614753 h 2078048"/>
                <a:gd name="connsiteX1541" fmla="*/ 1726506 w 2077997"/>
                <a:gd name="connsiteY1541" fmla="*/ 1640090 h 2078048"/>
                <a:gd name="connsiteX1542" fmla="*/ 1752700 w 2077997"/>
                <a:gd name="connsiteY1542" fmla="*/ 1630945 h 2078048"/>
                <a:gd name="connsiteX1543" fmla="*/ 1754510 w 2077997"/>
                <a:gd name="connsiteY1543" fmla="*/ 1626564 h 2078048"/>
                <a:gd name="connsiteX1544" fmla="*/ 1754700 w 2077997"/>
                <a:gd name="connsiteY1544" fmla="*/ 1625612 h 2078048"/>
                <a:gd name="connsiteX1545" fmla="*/ 1754890 w 2077997"/>
                <a:gd name="connsiteY1545" fmla="*/ 1616753 h 2078048"/>
                <a:gd name="connsiteX1546" fmla="*/ 1777274 w 2077997"/>
                <a:gd name="connsiteY1546" fmla="*/ 1615134 h 2078048"/>
                <a:gd name="connsiteX1547" fmla="*/ 1776703 w 2077997"/>
                <a:gd name="connsiteY1547" fmla="*/ 1625326 h 2078048"/>
                <a:gd name="connsiteX1548" fmla="*/ 1778227 w 2077997"/>
                <a:gd name="connsiteY1548" fmla="*/ 1629612 h 2078048"/>
                <a:gd name="connsiteX1549" fmla="*/ 1778513 w 2077997"/>
                <a:gd name="connsiteY1549" fmla="*/ 1629993 h 2078048"/>
                <a:gd name="connsiteX1550" fmla="*/ 1790419 w 2077997"/>
                <a:gd name="connsiteY1550" fmla="*/ 1637994 h 2078048"/>
                <a:gd name="connsiteX1551" fmla="*/ 1731745 w 2077997"/>
                <a:gd name="connsiteY1551" fmla="*/ 1732673 h 2078048"/>
                <a:gd name="connsiteX1552" fmla="*/ 1698407 w 2077997"/>
                <a:gd name="connsiteY1552" fmla="*/ 1760295 h 2078048"/>
                <a:gd name="connsiteX1553" fmla="*/ 1689263 w 2077997"/>
                <a:gd name="connsiteY1553" fmla="*/ 1750103 h 2078048"/>
                <a:gd name="connsiteX1554" fmla="*/ 1665641 w 2077997"/>
                <a:gd name="connsiteY1554" fmla="*/ 1756295 h 2078048"/>
                <a:gd name="connsiteX1555" fmla="*/ 1665355 w 2077997"/>
                <a:gd name="connsiteY1555" fmla="*/ 1756580 h 2078048"/>
                <a:gd name="connsiteX1556" fmla="*/ 1662212 w 2077997"/>
                <a:gd name="connsiteY1556" fmla="*/ 1760771 h 2078048"/>
                <a:gd name="connsiteX1557" fmla="*/ 1659736 w 2077997"/>
                <a:gd name="connsiteY1557" fmla="*/ 1775535 h 2078048"/>
                <a:gd name="connsiteX1558" fmla="*/ 1662403 w 2077997"/>
                <a:gd name="connsiteY1558" fmla="*/ 1781155 h 2078048"/>
                <a:gd name="connsiteX1559" fmla="*/ 1645067 w 2077997"/>
                <a:gd name="connsiteY1559" fmla="*/ 1788489 h 2078048"/>
                <a:gd name="connsiteX1560" fmla="*/ 1637162 w 2077997"/>
                <a:gd name="connsiteY1560" fmla="*/ 1791156 h 2078048"/>
                <a:gd name="connsiteX1561" fmla="*/ 1630494 w 2077997"/>
                <a:gd name="connsiteY1561" fmla="*/ 1793347 h 2078048"/>
                <a:gd name="connsiteX1562" fmla="*/ 1611254 w 2077997"/>
                <a:gd name="connsiteY1562" fmla="*/ 1798300 h 2078048"/>
                <a:gd name="connsiteX1563" fmla="*/ 1614397 w 2077997"/>
                <a:gd name="connsiteY1563" fmla="*/ 1777726 h 2078048"/>
                <a:gd name="connsiteX1564" fmla="*/ 1630875 w 2077997"/>
                <a:gd name="connsiteY1564" fmla="*/ 1773059 h 2078048"/>
                <a:gd name="connsiteX1565" fmla="*/ 1638876 w 2077997"/>
                <a:gd name="connsiteY1565" fmla="*/ 1754866 h 2078048"/>
                <a:gd name="connsiteX1566" fmla="*/ 1638876 w 2077997"/>
                <a:gd name="connsiteY1566" fmla="*/ 1754866 h 2078048"/>
                <a:gd name="connsiteX1567" fmla="*/ 1638876 w 2077997"/>
                <a:gd name="connsiteY1567" fmla="*/ 1754866 h 2078048"/>
                <a:gd name="connsiteX1568" fmla="*/ 1637828 w 2077997"/>
                <a:gd name="connsiteY1568" fmla="*/ 1750675 h 2078048"/>
                <a:gd name="connsiteX1569" fmla="*/ 1637638 w 2077997"/>
                <a:gd name="connsiteY1569" fmla="*/ 1750103 h 2078048"/>
                <a:gd name="connsiteX1570" fmla="*/ 1635352 w 2077997"/>
                <a:gd name="connsiteY1570" fmla="*/ 1746293 h 2078048"/>
                <a:gd name="connsiteX1571" fmla="*/ 1615921 w 2077997"/>
                <a:gd name="connsiteY1571" fmla="*/ 1741531 h 2078048"/>
                <a:gd name="connsiteX1572" fmla="*/ 1615921 w 2077997"/>
                <a:gd name="connsiteY1572" fmla="*/ 1740959 h 2078048"/>
                <a:gd name="connsiteX1573" fmla="*/ 1605920 w 2077997"/>
                <a:gd name="connsiteY1573" fmla="*/ 1685810 h 2078048"/>
                <a:gd name="connsiteX1574" fmla="*/ 1594489 w 2077997"/>
                <a:gd name="connsiteY1574" fmla="*/ 1656758 h 2078048"/>
                <a:gd name="connsiteX1575" fmla="*/ 1599443 w 2077997"/>
                <a:gd name="connsiteY1575" fmla="*/ 1639994 h 2078048"/>
                <a:gd name="connsiteX1576" fmla="*/ 1599443 w 2077997"/>
                <a:gd name="connsiteY1576" fmla="*/ 1639994 h 2078048"/>
                <a:gd name="connsiteX1577" fmla="*/ 1599443 w 2077997"/>
                <a:gd name="connsiteY1577" fmla="*/ 1639994 h 2078048"/>
                <a:gd name="connsiteX1578" fmla="*/ 1598014 w 2077997"/>
                <a:gd name="connsiteY1578" fmla="*/ 1636089 h 2078048"/>
                <a:gd name="connsiteX1579" fmla="*/ 1597728 w 2077997"/>
                <a:gd name="connsiteY1579" fmla="*/ 1635518 h 2078048"/>
                <a:gd name="connsiteX1580" fmla="*/ 1595156 w 2077997"/>
                <a:gd name="connsiteY1580" fmla="*/ 1631898 h 2078048"/>
                <a:gd name="connsiteX1581" fmla="*/ 1577630 w 2077997"/>
                <a:gd name="connsiteY1581" fmla="*/ 1626945 h 2078048"/>
                <a:gd name="connsiteX1582" fmla="*/ 1549817 w 2077997"/>
                <a:gd name="connsiteY1582" fmla="*/ 1591226 h 2078048"/>
                <a:gd name="connsiteX1583" fmla="*/ 1549817 w 2077997"/>
                <a:gd name="connsiteY1583" fmla="*/ 1591226 h 2078048"/>
                <a:gd name="connsiteX1584" fmla="*/ 1548198 w 2077997"/>
                <a:gd name="connsiteY1584" fmla="*/ 1589417 h 2078048"/>
                <a:gd name="connsiteX1585" fmla="*/ 1513813 w 2077997"/>
                <a:gd name="connsiteY1585" fmla="*/ 1556365 h 2078048"/>
                <a:gd name="connsiteX1586" fmla="*/ 1506288 w 2077997"/>
                <a:gd name="connsiteY1586" fmla="*/ 1539506 h 2078048"/>
                <a:gd name="connsiteX1587" fmla="*/ 1505907 w 2077997"/>
                <a:gd name="connsiteY1587" fmla="*/ 1539125 h 2078048"/>
                <a:gd name="connsiteX1588" fmla="*/ 1502097 w 2077997"/>
                <a:gd name="connsiteY1588" fmla="*/ 1536839 h 2078048"/>
                <a:gd name="connsiteX1589" fmla="*/ 1489810 w 2077997"/>
                <a:gd name="connsiteY1589" fmla="*/ 1536172 h 2078048"/>
                <a:gd name="connsiteX1590" fmla="*/ 1488762 w 2077997"/>
                <a:gd name="connsiteY1590" fmla="*/ 1536648 h 2078048"/>
                <a:gd name="connsiteX1591" fmla="*/ 1481713 w 2077997"/>
                <a:gd name="connsiteY1591" fmla="*/ 1531505 h 2078048"/>
                <a:gd name="connsiteX1592" fmla="*/ 1422468 w 2077997"/>
                <a:gd name="connsiteY1592" fmla="*/ 1499024 h 2078048"/>
                <a:gd name="connsiteX1593" fmla="*/ 1374843 w 2077997"/>
                <a:gd name="connsiteY1593" fmla="*/ 1487785 h 2078048"/>
                <a:gd name="connsiteX1594" fmla="*/ 1374081 w 2077997"/>
                <a:gd name="connsiteY1594" fmla="*/ 1487785 h 2078048"/>
                <a:gd name="connsiteX1595" fmla="*/ 1365128 w 2077997"/>
                <a:gd name="connsiteY1595" fmla="*/ 1476355 h 2078048"/>
                <a:gd name="connsiteX1596" fmla="*/ 1351221 w 2077997"/>
                <a:gd name="connsiteY1596" fmla="*/ 1474164 h 2078048"/>
                <a:gd name="connsiteX1597" fmla="*/ 1351221 w 2077997"/>
                <a:gd name="connsiteY1597" fmla="*/ 1474164 h 2078048"/>
                <a:gd name="connsiteX1598" fmla="*/ 1351221 w 2077997"/>
                <a:gd name="connsiteY1598" fmla="*/ 1474164 h 2078048"/>
                <a:gd name="connsiteX1599" fmla="*/ 1349126 w 2077997"/>
                <a:gd name="connsiteY1599" fmla="*/ 1475974 h 2078048"/>
                <a:gd name="connsiteX1600" fmla="*/ 1348935 w 2077997"/>
                <a:gd name="connsiteY1600" fmla="*/ 1476260 h 2078048"/>
                <a:gd name="connsiteX1601" fmla="*/ 1347411 w 2077997"/>
                <a:gd name="connsiteY1601" fmla="*/ 1479022 h 2078048"/>
                <a:gd name="connsiteX1602" fmla="*/ 1348840 w 2077997"/>
                <a:gd name="connsiteY1602" fmla="*/ 1491881 h 2078048"/>
                <a:gd name="connsiteX1603" fmla="*/ 1340458 w 2077997"/>
                <a:gd name="connsiteY1603" fmla="*/ 1496167 h 2078048"/>
                <a:gd name="connsiteX1604" fmla="*/ 1318741 w 2077997"/>
                <a:gd name="connsiteY1604" fmla="*/ 1526457 h 2078048"/>
                <a:gd name="connsiteX1605" fmla="*/ 1314073 w 2077997"/>
                <a:gd name="connsiteY1605" fmla="*/ 1549412 h 2078048"/>
                <a:gd name="connsiteX1606" fmla="*/ 1313121 w 2077997"/>
                <a:gd name="connsiteY1606" fmla="*/ 1576749 h 2078048"/>
                <a:gd name="connsiteX1607" fmla="*/ 1321979 w 2077997"/>
                <a:gd name="connsiteY1607" fmla="*/ 1636470 h 2078048"/>
                <a:gd name="connsiteX1608" fmla="*/ 1318741 w 2077997"/>
                <a:gd name="connsiteY1608" fmla="*/ 1638470 h 2078048"/>
                <a:gd name="connsiteX1609" fmla="*/ 1314169 w 2077997"/>
                <a:gd name="connsiteY1609" fmla="*/ 1649424 h 2078048"/>
                <a:gd name="connsiteX1610" fmla="*/ 1315121 w 2077997"/>
                <a:gd name="connsiteY1610" fmla="*/ 1656282 h 2078048"/>
                <a:gd name="connsiteX1611" fmla="*/ 1318360 w 2077997"/>
                <a:gd name="connsiteY1611" fmla="*/ 1662569 h 2078048"/>
                <a:gd name="connsiteX1612" fmla="*/ 1320646 w 2077997"/>
                <a:gd name="connsiteY1612" fmla="*/ 1665045 h 2078048"/>
                <a:gd name="connsiteX1613" fmla="*/ 1331409 w 2077997"/>
                <a:gd name="connsiteY1613" fmla="*/ 1669617 h 2078048"/>
                <a:gd name="connsiteX1614" fmla="*/ 1351507 w 2077997"/>
                <a:gd name="connsiteY1614" fmla="*/ 1720957 h 2078048"/>
                <a:gd name="connsiteX1615" fmla="*/ 1361127 w 2077997"/>
                <a:gd name="connsiteY1615" fmla="*/ 1739912 h 2078048"/>
                <a:gd name="connsiteX1616" fmla="*/ 1361127 w 2077997"/>
                <a:gd name="connsiteY1616" fmla="*/ 1740007 h 2078048"/>
                <a:gd name="connsiteX1617" fmla="*/ 1361127 w 2077997"/>
                <a:gd name="connsiteY1617" fmla="*/ 1740007 h 2078048"/>
                <a:gd name="connsiteX1618" fmla="*/ 1365699 w 2077997"/>
                <a:gd name="connsiteY1618" fmla="*/ 1748199 h 2078048"/>
                <a:gd name="connsiteX1619" fmla="*/ 1363318 w 2077997"/>
                <a:gd name="connsiteY1619" fmla="*/ 1749627 h 2078048"/>
                <a:gd name="connsiteX1620" fmla="*/ 1359698 w 2077997"/>
                <a:gd name="connsiteY1620" fmla="*/ 1774392 h 2078048"/>
                <a:gd name="connsiteX1621" fmla="*/ 1367890 w 2077997"/>
                <a:gd name="connsiteY1621" fmla="*/ 1780679 h 2078048"/>
                <a:gd name="connsiteX1622" fmla="*/ 1384559 w 2077997"/>
                <a:gd name="connsiteY1622" fmla="*/ 1778297 h 2078048"/>
                <a:gd name="connsiteX1623" fmla="*/ 1385702 w 2077997"/>
                <a:gd name="connsiteY1623" fmla="*/ 1777250 h 2078048"/>
                <a:gd name="connsiteX1624" fmla="*/ 1418658 w 2077997"/>
                <a:gd name="connsiteY1624" fmla="*/ 1811254 h 2078048"/>
                <a:gd name="connsiteX1625" fmla="*/ 1448757 w 2077997"/>
                <a:gd name="connsiteY1625" fmla="*/ 1832209 h 2078048"/>
                <a:gd name="connsiteX1626" fmla="*/ 1448471 w 2077997"/>
                <a:gd name="connsiteY1626" fmla="*/ 1832399 h 2078048"/>
                <a:gd name="connsiteX1627" fmla="*/ 1444280 w 2077997"/>
                <a:gd name="connsiteY1627" fmla="*/ 1858212 h 2078048"/>
                <a:gd name="connsiteX1628" fmla="*/ 1471903 w 2077997"/>
                <a:gd name="connsiteY1628" fmla="*/ 1859545 h 2078048"/>
                <a:gd name="connsiteX1629" fmla="*/ 1475522 w 2077997"/>
                <a:gd name="connsiteY1629" fmla="*/ 1856021 h 2078048"/>
                <a:gd name="connsiteX1630" fmla="*/ 1475713 w 2077997"/>
                <a:gd name="connsiteY1630" fmla="*/ 1855831 h 2078048"/>
                <a:gd name="connsiteX1631" fmla="*/ 1477999 w 2077997"/>
                <a:gd name="connsiteY1631" fmla="*/ 1852116 h 2078048"/>
                <a:gd name="connsiteX1632" fmla="*/ 1478094 w 2077997"/>
                <a:gd name="connsiteY1632" fmla="*/ 1851926 h 2078048"/>
                <a:gd name="connsiteX1633" fmla="*/ 1478094 w 2077997"/>
                <a:gd name="connsiteY1633" fmla="*/ 1851926 h 2078048"/>
                <a:gd name="connsiteX1634" fmla="*/ 1479523 w 2077997"/>
                <a:gd name="connsiteY1634" fmla="*/ 1847354 h 2078048"/>
                <a:gd name="connsiteX1635" fmla="*/ 1500859 w 2077997"/>
                <a:gd name="connsiteY1635" fmla="*/ 1854307 h 2078048"/>
                <a:gd name="connsiteX1636" fmla="*/ 1499335 w 2077997"/>
                <a:gd name="connsiteY1636" fmla="*/ 1856307 h 2078048"/>
                <a:gd name="connsiteX1637" fmla="*/ 1496477 w 2077997"/>
                <a:gd name="connsiteY1637" fmla="*/ 1863546 h 2078048"/>
                <a:gd name="connsiteX1638" fmla="*/ 1496477 w 2077997"/>
                <a:gd name="connsiteY1638" fmla="*/ 1863546 h 2078048"/>
                <a:gd name="connsiteX1639" fmla="*/ 1496287 w 2077997"/>
                <a:gd name="connsiteY1639" fmla="*/ 1868118 h 2078048"/>
                <a:gd name="connsiteX1640" fmla="*/ 1496382 w 2077997"/>
                <a:gd name="connsiteY1640" fmla="*/ 1868594 h 2078048"/>
                <a:gd name="connsiteX1641" fmla="*/ 1504288 w 2077997"/>
                <a:gd name="connsiteY1641" fmla="*/ 1880501 h 2078048"/>
                <a:gd name="connsiteX1642" fmla="*/ 1413610 w 2077997"/>
                <a:gd name="connsiteY1642" fmla="*/ 1945557 h 2078048"/>
                <a:gd name="connsiteX1643" fmla="*/ 1372176 w 2077997"/>
                <a:gd name="connsiteY1643" fmla="*/ 1958510 h 2078048"/>
                <a:gd name="connsiteX1644" fmla="*/ 1367699 w 2077997"/>
                <a:gd name="connsiteY1644" fmla="*/ 1945557 h 2078048"/>
                <a:gd name="connsiteX1645" fmla="*/ 1343601 w 2077997"/>
                <a:gd name="connsiteY1645" fmla="*/ 1942127 h 2078048"/>
                <a:gd name="connsiteX1646" fmla="*/ 1342934 w 2077997"/>
                <a:gd name="connsiteY1646" fmla="*/ 1942413 h 2078048"/>
                <a:gd name="connsiteX1647" fmla="*/ 1338457 w 2077997"/>
                <a:gd name="connsiteY1647" fmla="*/ 1945080 h 2078048"/>
                <a:gd name="connsiteX1648" fmla="*/ 1330742 w 2077997"/>
                <a:gd name="connsiteY1648" fmla="*/ 1963940 h 2078048"/>
                <a:gd name="connsiteX1649" fmla="*/ 1294643 w 2077997"/>
                <a:gd name="connsiteY1649" fmla="*/ 1962892 h 2078048"/>
                <a:gd name="connsiteX1650" fmla="*/ 1291118 w 2077997"/>
                <a:gd name="connsiteY1650" fmla="*/ 1962511 h 2078048"/>
                <a:gd name="connsiteX1651" fmla="*/ 1276831 w 2077997"/>
                <a:gd name="connsiteY1651" fmla="*/ 1960320 h 2078048"/>
                <a:gd name="connsiteX1652" fmla="*/ 1287689 w 2077997"/>
                <a:gd name="connsiteY1652" fmla="*/ 1942413 h 2078048"/>
                <a:gd name="connsiteX1653" fmla="*/ 1304644 w 2077997"/>
                <a:gd name="connsiteY1653" fmla="*/ 1944318 h 2078048"/>
                <a:gd name="connsiteX1654" fmla="*/ 1319788 w 2077997"/>
                <a:gd name="connsiteY1654" fmla="*/ 1926316 h 2078048"/>
                <a:gd name="connsiteX1655" fmla="*/ 1319788 w 2077997"/>
                <a:gd name="connsiteY1655" fmla="*/ 1925935 h 2078048"/>
                <a:gd name="connsiteX1656" fmla="*/ 1319122 w 2077997"/>
                <a:gd name="connsiteY1656" fmla="*/ 1921458 h 2078048"/>
                <a:gd name="connsiteX1657" fmla="*/ 1319122 w 2077997"/>
                <a:gd name="connsiteY1657" fmla="*/ 1921458 h 2078048"/>
                <a:gd name="connsiteX1658" fmla="*/ 1302929 w 2077997"/>
                <a:gd name="connsiteY1658" fmla="*/ 1909552 h 2078048"/>
                <a:gd name="connsiteX1659" fmla="*/ 1303120 w 2077997"/>
                <a:gd name="connsiteY1659" fmla="*/ 1908980 h 2078048"/>
                <a:gd name="connsiteX1660" fmla="*/ 1315121 w 2077997"/>
                <a:gd name="connsiteY1660" fmla="*/ 1854212 h 2078048"/>
                <a:gd name="connsiteX1661" fmla="*/ 1315693 w 2077997"/>
                <a:gd name="connsiteY1661" fmla="*/ 1822970 h 2078048"/>
                <a:gd name="connsiteX1662" fmla="*/ 1326932 w 2077997"/>
                <a:gd name="connsiteY1662" fmla="*/ 1805253 h 2078048"/>
                <a:gd name="connsiteX1663" fmla="*/ 1326932 w 2077997"/>
                <a:gd name="connsiteY1663" fmla="*/ 1804682 h 2078048"/>
                <a:gd name="connsiteX1664" fmla="*/ 1325980 w 2077997"/>
                <a:gd name="connsiteY1664" fmla="*/ 1800300 h 2078048"/>
                <a:gd name="connsiteX1665" fmla="*/ 1311692 w 2077997"/>
                <a:gd name="connsiteY1665" fmla="*/ 1788965 h 2078048"/>
                <a:gd name="connsiteX1666" fmla="*/ 1299691 w 2077997"/>
                <a:gd name="connsiteY1666" fmla="*/ 1745436 h 2078048"/>
                <a:gd name="connsiteX1667" fmla="*/ 1299691 w 2077997"/>
                <a:gd name="connsiteY1667" fmla="*/ 1745436 h 2078048"/>
                <a:gd name="connsiteX1668" fmla="*/ 1298929 w 2077997"/>
                <a:gd name="connsiteY1668" fmla="*/ 1743150 h 2078048"/>
                <a:gd name="connsiteX1669" fmla="*/ 1279784 w 2077997"/>
                <a:gd name="connsiteY1669" fmla="*/ 1699430 h 2078048"/>
                <a:gd name="connsiteX1670" fmla="*/ 1279307 w 2077997"/>
                <a:gd name="connsiteY1670" fmla="*/ 1680952 h 2078048"/>
                <a:gd name="connsiteX1671" fmla="*/ 1279021 w 2077997"/>
                <a:gd name="connsiteY1671" fmla="*/ 1680476 h 2078048"/>
                <a:gd name="connsiteX1672" fmla="*/ 1276450 w 2077997"/>
                <a:gd name="connsiteY1672" fmla="*/ 1676951 h 2078048"/>
                <a:gd name="connsiteX1673" fmla="*/ 1264258 w 2077997"/>
                <a:gd name="connsiteY1673" fmla="*/ 1671522 h 2078048"/>
                <a:gd name="connsiteX1674" fmla="*/ 1217585 w 2077997"/>
                <a:gd name="connsiteY1674" fmla="*/ 1611419 h 2078048"/>
                <a:gd name="connsiteX1675" fmla="*/ 1178056 w 2077997"/>
                <a:gd name="connsiteY1675" fmla="*/ 1582749 h 2078048"/>
                <a:gd name="connsiteX1676" fmla="*/ 1177199 w 2077997"/>
                <a:gd name="connsiteY1676" fmla="*/ 1582368 h 2078048"/>
                <a:gd name="connsiteX1677" fmla="*/ 1173389 w 2077997"/>
                <a:gd name="connsiteY1677" fmla="*/ 1568366 h 2078048"/>
                <a:gd name="connsiteX1678" fmla="*/ 1161388 w 2077997"/>
                <a:gd name="connsiteY1678" fmla="*/ 1560937 h 2078048"/>
                <a:gd name="connsiteX1679" fmla="*/ 1161388 w 2077997"/>
                <a:gd name="connsiteY1679" fmla="*/ 1560937 h 2078048"/>
                <a:gd name="connsiteX1680" fmla="*/ 1161388 w 2077997"/>
                <a:gd name="connsiteY1680" fmla="*/ 1560937 h 2078048"/>
                <a:gd name="connsiteX1681" fmla="*/ 1158721 w 2077997"/>
                <a:gd name="connsiteY1681" fmla="*/ 1561794 h 2078048"/>
                <a:gd name="connsiteX1682" fmla="*/ 1158340 w 2077997"/>
                <a:gd name="connsiteY1682" fmla="*/ 1561985 h 2078048"/>
                <a:gd name="connsiteX1683" fmla="*/ 1155959 w 2077997"/>
                <a:gd name="connsiteY1683" fmla="*/ 1563985 h 2078048"/>
                <a:gd name="connsiteX1684" fmla="*/ 1152434 w 2077997"/>
                <a:gd name="connsiteY1684" fmla="*/ 1576463 h 2078048"/>
                <a:gd name="connsiteX1685" fmla="*/ 1143005 w 2077997"/>
                <a:gd name="connsiteY1685" fmla="*/ 1577129 h 2078048"/>
                <a:gd name="connsiteX1686" fmla="*/ 1111381 w 2077997"/>
                <a:gd name="connsiteY1686" fmla="*/ 1596751 h 2078048"/>
                <a:gd name="connsiteX1687" fmla="*/ 1098237 w 2077997"/>
                <a:gd name="connsiteY1687" fmla="*/ 1616182 h 2078048"/>
                <a:gd name="connsiteX1688" fmla="*/ 1086807 w 2077997"/>
                <a:gd name="connsiteY1688" fmla="*/ 1641042 h 2078048"/>
                <a:gd name="connsiteX1689" fmla="*/ 1072043 w 2077997"/>
                <a:gd name="connsiteY1689" fmla="*/ 1699621 h 2078048"/>
                <a:gd name="connsiteX1690" fmla="*/ 1058042 w 2077997"/>
                <a:gd name="connsiteY1690" fmla="*/ 1715337 h 2078048"/>
                <a:gd name="connsiteX1691" fmla="*/ 1067947 w 2077997"/>
                <a:gd name="connsiteY1691" fmla="*/ 1733911 h 2078048"/>
                <a:gd name="connsiteX1692" fmla="*/ 1066805 w 2077997"/>
                <a:gd name="connsiteY1692" fmla="*/ 1788965 h 2078048"/>
                <a:gd name="connsiteX1693" fmla="*/ 1068424 w 2077997"/>
                <a:gd name="connsiteY1693" fmla="*/ 1810206 h 2078048"/>
                <a:gd name="connsiteX1694" fmla="*/ 1068424 w 2077997"/>
                <a:gd name="connsiteY1694" fmla="*/ 1810301 h 2078048"/>
                <a:gd name="connsiteX1695" fmla="*/ 1068424 w 2077997"/>
                <a:gd name="connsiteY1695" fmla="*/ 1810301 h 2078048"/>
                <a:gd name="connsiteX1696" fmla="*/ 1069567 w 2077997"/>
                <a:gd name="connsiteY1696" fmla="*/ 1819636 h 2078048"/>
                <a:gd name="connsiteX1697" fmla="*/ 1066805 w 2077997"/>
                <a:gd name="connsiteY1697" fmla="*/ 1820017 h 2078048"/>
                <a:gd name="connsiteX1698" fmla="*/ 1053946 w 2077997"/>
                <a:gd name="connsiteY1698" fmla="*/ 1841448 h 2078048"/>
                <a:gd name="connsiteX1699" fmla="*/ 1075377 w 2077997"/>
                <a:gd name="connsiteY1699" fmla="*/ 1854688 h 2078048"/>
                <a:gd name="connsiteX1700" fmla="*/ 1076806 w 2077997"/>
                <a:gd name="connsiteY1700" fmla="*/ 1854212 h 2078048"/>
                <a:gd name="connsiteX1701" fmla="*/ 1094141 w 2077997"/>
                <a:gd name="connsiteY1701" fmla="*/ 1898122 h 2078048"/>
                <a:gd name="connsiteX1702" fmla="*/ 1113858 w 2077997"/>
                <a:gd name="connsiteY1702" fmla="*/ 1929078 h 2078048"/>
                <a:gd name="connsiteX1703" fmla="*/ 1113572 w 2077997"/>
                <a:gd name="connsiteY1703" fmla="*/ 1929174 h 2078048"/>
                <a:gd name="connsiteX1704" fmla="*/ 1101761 w 2077997"/>
                <a:gd name="connsiteY1704" fmla="*/ 1937746 h 2078048"/>
                <a:gd name="connsiteX1705" fmla="*/ 1100237 w 2077997"/>
                <a:gd name="connsiteY1705" fmla="*/ 1940889 h 2078048"/>
                <a:gd name="connsiteX1706" fmla="*/ 1099189 w 2077997"/>
                <a:gd name="connsiteY1706" fmla="*/ 1947747 h 2078048"/>
                <a:gd name="connsiteX1707" fmla="*/ 1099856 w 2077997"/>
                <a:gd name="connsiteY1707" fmla="*/ 1951271 h 2078048"/>
                <a:gd name="connsiteX1708" fmla="*/ 1124812 w 2077997"/>
                <a:gd name="connsiteY1708" fmla="*/ 1963178 h 2078048"/>
                <a:gd name="connsiteX1709" fmla="*/ 1129479 w 2077997"/>
                <a:gd name="connsiteY1709" fmla="*/ 1961368 h 2078048"/>
                <a:gd name="connsiteX1710" fmla="*/ 1129765 w 2077997"/>
                <a:gd name="connsiteY1710" fmla="*/ 1961177 h 2078048"/>
                <a:gd name="connsiteX1711" fmla="*/ 1133384 w 2077997"/>
                <a:gd name="connsiteY1711" fmla="*/ 1958606 h 2078048"/>
                <a:gd name="connsiteX1712" fmla="*/ 1133480 w 2077997"/>
                <a:gd name="connsiteY1712" fmla="*/ 1958510 h 2078048"/>
                <a:gd name="connsiteX1713" fmla="*/ 1133480 w 2077997"/>
                <a:gd name="connsiteY1713" fmla="*/ 1958510 h 2078048"/>
                <a:gd name="connsiteX1714" fmla="*/ 1136528 w 2077997"/>
                <a:gd name="connsiteY1714" fmla="*/ 1954891 h 2078048"/>
                <a:gd name="connsiteX1715" fmla="*/ 1153577 w 2077997"/>
                <a:gd name="connsiteY1715" fmla="*/ 1969464 h 2078048"/>
                <a:gd name="connsiteX1716" fmla="*/ 1145957 w 2077997"/>
                <a:gd name="connsiteY1716" fmla="*/ 1976322 h 2078048"/>
                <a:gd name="connsiteX1717" fmla="*/ 1144052 w 2077997"/>
                <a:gd name="connsiteY1717" fmla="*/ 1980513 h 2078048"/>
                <a:gd name="connsiteX1718" fmla="*/ 1143957 w 2077997"/>
                <a:gd name="connsiteY1718" fmla="*/ 1980989 h 2078048"/>
                <a:gd name="connsiteX1719" fmla="*/ 1146719 w 2077997"/>
                <a:gd name="connsiteY1719" fmla="*/ 1994991 h 2078048"/>
                <a:gd name="connsiteX1720" fmla="*/ 1038420 w 2077997"/>
                <a:gd name="connsiteY1720" fmla="*/ 2020328 h 2078048"/>
                <a:gd name="connsiteX1721" fmla="*/ 995367 w 2077997"/>
                <a:gd name="connsiteY1721" fmla="*/ 2016232 h 2078048"/>
                <a:gd name="connsiteX1722" fmla="*/ 996129 w 2077997"/>
                <a:gd name="connsiteY1722" fmla="*/ 2002611 h 2078048"/>
                <a:gd name="connsiteX1723" fmla="*/ 980127 w 2077997"/>
                <a:gd name="connsiteY1723" fmla="*/ 1990800 h 2078048"/>
                <a:gd name="connsiteX1724" fmla="*/ 980127 w 2077997"/>
                <a:gd name="connsiteY1724" fmla="*/ 1990800 h 2078048"/>
                <a:gd name="connsiteX1725" fmla="*/ 980032 w 2077997"/>
                <a:gd name="connsiteY1725" fmla="*/ 1990800 h 2078048"/>
                <a:gd name="connsiteX1726" fmla="*/ 975269 w 2077997"/>
                <a:gd name="connsiteY1726" fmla="*/ 1990419 h 2078048"/>
                <a:gd name="connsiteX1727" fmla="*/ 974507 w 2077997"/>
                <a:gd name="connsiteY1727" fmla="*/ 1990419 h 2078048"/>
                <a:gd name="connsiteX1728" fmla="*/ 969364 w 2077997"/>
                <a:gd name="connsiteY1728" fmla="*/ 1991086 h 2078048"/>
                <a:gd name="connsiteX1729" fmla="*/ 955076 w 2077997"/>
                <a:gd name="connsiteY1729" fmla="*/ 2005659 h 2078048"/>
                <a:gd name="connsiteX1730" fmla="*/ 923263 w 2077997"/>
                <a:gd name="connsiteY1730" fmla="*/ 1991467 h 2078048"/>
                <a:gd name="connsiteX1731" fmla="*/ 917738 w 2077997"/>
                <a:gd name="connsiteY1731" fmla="*/ 1988324 h 2078048"/>
                <a:gd name="connsiteX1732" fmla="*/ 906784 w 2077997"/>
                <a:gd name="connsiteY1732" fmla="*/ 1981561 h 2078048"/>
                <a:gd name="connsiteX1733" fmla="*/ 923549 w 2077997"/>
                <a:gd name="connsiteY1733" fmla="*/ 1969274 h 2078048"/>
                <a:gd name="connsiteX1734" fmla="*/ 938503 w 2077997"/>
                <a:gd name="connsiteY1734" fmla="*/ 1977656 h 2078048"/>
                <a:gd name="connsiteX1735" fmla="*/ 957077 w 2077997"/>
                <a:gd name="connsiteY1735" fmla="*/ 1970226 h 2078048"/>
                <a:gd name="connsiteX1736" fmla="*/ 957077 w 2077997"/>
                <a:gd name="connsiteY1736" fmla="*/ 1970226 h 2078048"/>
                <a:gd name="connsiteX1737" fmla="*/ 957077 w 2077997"/>
                <a:gd name="connsiteY1737" fmla="*/ 1970226 h 2078048"/>
                <a:gd name="connsiteX1738" fmla="*/ 959267 w 2077997"/>
                <a:gd name="connsiteY1738" fmla="*/ 1966511 h 2078048"/>
                <a:gd name="connsiteX1739" fmla="*/ 959553 w 2077997"/>
                <a:gd name="connsiteY1739" fmla="*/ 1965940 h 2078048"/>
                <a:gd name="connsiteX1740" fmla="*/ 960601 w 2077997"/>
                <a:gd name="connsiteY1740" fmla="*/ 1961558 h 2078048"/>
                <a:gd name="connsiteX1741" fmla="*/ 950219 w 2077997"/>
                <a:gd name="connsiteY1741" fmla="*/ 1944509 h 2078048"/>
                <a:gd name="connsiteX1742" fmla="*/ 950600 w 2077997"/>
                <a:gd name="connsiteY1742" fmla="*/ 1944128 h 2078048"/>
                <a:gd name="connsiteX1743" fmla="*/ 982508 w 2077997"/>
                <a:gd name="connsiteY1743" fmla="*/ 1898122 h 2078048"/>
                <a:gd name="connsiteX1744" fmla="*/ 994986 w 2077997"/>
                <a:gd name="connsiteY1744" fmla="*/ 1869547 h 2078048"/>
                <a:gd name="connsiteX1745" fmla="*/ 1010417 w 2077997"/>
                <a:gd name="connsiteY1745" fmla="*/ 1861070 h 2078048"/>
                <a:gd name="connsiteX1746" fmla="*/ 1010417 w 2077997"/>
                <a:gd name="connsiteY1746" fmla="*/ 1861070 h 2078048"/>
                <a:gd name="connsiteX1747" fmla="*/ 1010417 w 2077997"/>
                <a:gd name="connsiteY1747" fmla="*/ 1861070 h 2078048"/>
                <a:gd name="connsiteX1748" fmla="*/ 1012226 w 2077997"/>
                <a:gd name="connsiteY1748" fmla="*/ 1857260 h 2078048"/>
                <a:gd name="connsiteX1749" fmla="*/ 1012417 w 2077997"/>
                <a:gd name="connsiteY1749" fmla="*/ 1856783 h 2078048"/>
                <a:gd name="connsiteX1750" fmla="*/ 1013179 w 2077997"/>
                <a:gd name="connsiteY1750" fmla="*/ 1852402 h 2078048"/>
                <a:gd name="connsiteX1751" fmla="*/ 1004320 w 2077997"/>
                <a:gd name="connsiteY1751" fmla="*/ 1836495 h 2078048"/>
                <a:gd name="connsiteX1752" fmla="*/ 1010036 w 2077997"/>
                <a:gd name="connsiteY1752" fmla="*/ 1789156 h 2078048"/>
                <a:gd name="connsiteX1753" fmla="*/ 1009083 w 2077997"/>
                <a:gd name="connsiteY1753" fmla="*/ 1741436 h 2078048"/>
                <a:gd name="connsiteX1754" fmla="*/ 1015655 w 2077997"/>
                <a:gd name="connsiteY1754" fmla="*/ 1724195 h 2078048"/>
                <a:gd name="connsiteX1755" fmla="*/ 1015560 w 2077997"/>
                <a:gd name="connsiteY1755" fmla="*/ 1723624 h 2078048"/>
                <a:gd name="connsiteX1756" fmla="*/ 1014512 w 2077997"/>
                <a:gd name="connsiteY1756" fmla="*/ 1719338 h 2078048"/>
                <a:gd name="connsiteX1757" fmla="*/ 1005178 w 2077997"/>
                <a:gd name="connsiteY1757" fmla="*/ 1709813 h 2078048"/>
                <a:gd name="connsiteX1758" fmla="*/ 1003844 w 2077997"/>
                <a:gd name="connsiteY1758" fmla="*/ 1701240 h 2078048"/>
                <a:gd name="connsiteX1759" fmla="*/ 984890 w 2077997"/>
                <a:gd name="connsiteY1759" fmla="*/ 1636280 h 2078048"/>
                <a:gd name="connsiteX1760" fmla="*/ 958600 w 2077997"/>
                <a:gd name="connsiteY1760" fmla="*/ 1594084 h 2078048"/>
                <a:gd name="connsiteX1761" fmla="*/ 960315 w 2077997"/>
                <a:gd name="connsiteY1761" fmla="*/ 1579701 h 2078048"/>
                <a:gd name="connsiteX1762" fmla="*/ 952028 w 2077997"/>
                <a:gd name="connsiteY1762" fmla="*/ 1568557 h 2078048"/>
                <a:gd name="connsiteX1763" fmla="*/ 952028 w 2077997"/>
                <a:gd name="connsiteY1763" fmla="*/ 1568557 h 2078048"/>
                <a:gd name="connsiteX1764" fmla="*/ 951933 w 2077997"/>
                <a:gd name="connsiteY1764" fmla="*/ 1568557 h 2078048"/>
                <a:gd name="connsiteX1765" fmla="*/ 949361 w 2077997"/>
                <a:gd name="connsiteY1765" fmla="*/ 1568271 h 2078048"/>
                <a:gd name="connsiteX1766" fmla="*/ 948790 w 2077997"/>
                <a:gd name="connsiteY1766" fmla="*/ 1568271 h 2078048"/>
                <a:gd name="connsiteX1767" fmla="*/ 945837 w 2077997"/>
                <a:gd name="connsiteY1767" fmla="*/ 1569128 h 2078048"/>
                <a:gd name="connsiteX1768" fmla="*/ 937741 w 2077997"/>
                <a:gd name="connsiteY1768" fmla="*/ 1579225 h 2078048"/>
                <a:gd name="connsiteX1769" fmla="*/ 928787 w 2077997"/>
                <a:gd name="connsiteY1769" fmla="*/ 1576463 h 2078048"/>
                <a:gd name="connsiteX1770" fmla="*/ 852683 w 2077997"/>
                <a:gd name="connsiteY1770" fmla="*/ 1614086 h 2078048"/>
                <a:gd name="connsiteX1771" fmla="*/ 816773 w 2077997"/>
                <a:gd name="connsiteY1771" fmla="*/ 1662474 h 2078048"/>
                <a:gd name="connsiteX1772" fmla="*/ 815821 w 2077997"/>
                <a:gd name="connsiteY1772" fmla="*/ 1662092 h 2078048"/>
                <a:gd name="connsiteX1773" fmla="*/ 812963 w 2077997"/>
                <a:gd name="connsiteY1773" fmla="*/ 1661711 h 2078048"/>
                <a:gd name="connsiteX1774" fmla="*/ 804486 w 2077997"/>
                <a:gd name="connsiteY1774" fmla="*/ 1664188 h 2078048"/>
                <a:gd name="connsiteX1775" fmla="*/ 797819 w 2077997"/>
                <a:gd name="connsiteY1775" fmla="*/ 1671713 h 2078048"/>
                <a:gd name="connsiteX1776" fmla="*/ 798295 w 2077997"/>
                <a:gd name="connsiteY1776" fmla="*/ 1690953 h 2078048"/>
                <a:gd name="connsiteX1777" fmla="*/ 799819 w 2077997"/>
                <a:gd name="connsiteY1777" fmla="*/ 1692668 h 2078048"/>
                <a:gd name="connsiteX1778" fmla="*/ 777625 w 2077997"/>
                <a:gd name="connsiteY1778" fmla="*/ 1743150 h 2078048"/>
                <a:gd name="connsiteX1779" fmla="*/ 768482 w 2077997"/>
                <a:gd name="connsiteY1779" fmla="*/ 1772392 h 2078048"/>
                <a:gd name="connsiteX1780" fmla="*/ 765815 w 2077997"/>
                <a:gd name="connsiteY1780" fmla="*/ 1771725 h 2078048"/>
                <a:gd name="connsiteX1781" fmla="*/ 745717 w 2077997"/>
                <a:gd name="connsiteY1781" fmla="*/ 1786489 h 2078048"/>
                <a:gd name="connsiteX1782" fmla="*/ 760480 w 2077997"/>
                <a:gd name="connsiteY1782" fmla="*/ 1806968 h 2078048"/>
                <a:gd name="connsiteX1783" fmla="*/ 762100 w 2077997"/>
                <a:gd name="connsiteY1783" fmla="*/ 1806968 h 2078048"/>
                <a:gd name="connsiteX1784" fmla="*/ 761338 w 2077997"/>
                <a:gd name="connsiteY1784" fmla="*/ 1854212 h 2078048"/>
                <a:gd name="connsiteX1785" fmla="*/ 767720 w 2077997"/>
                <a:gd name="connsiteY1785" fmla="*/ 1890502 h 2078048"/>
                <a:gd name="connsiteX1786" fmla="*/ 767434 w 2077997"/>
                <a:gd name="connsiteY1786" fmla="*/ 1890407 h 2078048"/>
                <a:gd name="connsiteX1787" fmla="*/ 746288 w 2077997"/>
                <a:gd name="connsiteY1787" fmla="*/ 1905551 h 2078048"/>
                <a:gd name="connsiteX1788" fmla="*/ 764767 w 2077997"/>
                <a:gd name="connsiteY1788" fmla="*/ 1926220 h 2078048"/>
                <a:gd name="connsiteX1789" fmla="*/ 769720 w 2077997"/>
                <a:gd name="connsiteY1789" fmla="*/ 1926125 h 2078048"/>
                <a:gd name="connsiteX1790" fmla="*/ 770196 w 2077997"/>
                <a:gd name="connsiteY1790" fmla="*/ 1926030 h 2078048"/>
                <a:gd name="connsiteX1791" fmla="*/ 774578 w 2077997"/>
                <a:gd name="connsiteY1791" fmla="*/ 1924887 h 2078048"/>
                <a:gd name="connsiteX1792" fmla="*/ 774578 w 2077997"/>
                <a:gd name="connsiteY1792" fmla="*/ 1924887 h 2078048"/>
                <a:gd name="connsiteX1793" fmla="*/ 774578 w 2077997"/>
                <a:gd name="connsiteY1793" fmla="*/ 1924887 h 2078048"/>
                <a:gd name="connsiteX1794" fmla="*/ 778769 w 2077997"/>
                <a:gd name="connsiteY1794" fmla="*/ 1922696 h 2078048"/>
                <a:gd name="connsiteX1795" fmla="*/ 788960 w 2077997"/>
                <a:gd name="connsiteY1795" fmla="*/ 1942889 h 2078048"/>
                <a:gd name="connsiteX1796" fmla="*/ 779340 w 2077997"/>
                <a:gd name="connsiteY1796" fmla="*/ 1946223 h 2078048"/>
                <a:gd name="connsiteX1797" fmla="*/ 776006 w 2077997"/>
                <a:gd name="connsiteY1797" fmla="*/ 1949271 h 2078048"/>
                <a:gd name="connsiteX1798" fmla="*/ 775720 w 2077997"/>
                <a:gd name="connsiteY1798" fmla="*/ 1949652 h 2078048"/>
                <a:gd name="connsiteX1799" fmla="*/ 772863 w 2077997"/>
                <a:gd name="connsiteY1799" fmla="*/ 1963654 h 2078048"/>
                <a:gd name="connsiteX1800" fmla="*/ 662754 w 2077997"/>
                <a:gd name="connsiteY1800" fmla="*/ 1945557 h 2078048"/>
                <a:gd name="connsiteX1801" fmla="*/ 624368 w 2077997"/>
                <a:gd name="connsiteY1801" fmla="*/ 1925268 h 2078048"/>
                <a:gd name="connsiteX1802" fmla="*/ 630274 w 2077997"/>
                <a:gd name="connsiteY1802" fmla="*/ 1912981 h 2078048"/>
                <a:gd name="connsiteX1803" fmla="*/ 624178 w 2077997"/>
                <a:gd name="connsiteY1803" fmla="*/ 1899455 h 2078048"/>
                <a:gd name="connsiteX1804" fmla="*/ 615605 w 2077997"/>
                <a:gd name="connsiteY1804" fmla="*/ 1893645 h 2078048"/>
                <a:gd name="connsiteX1805" fmla="*/ 614938 w 2077997"/>
                <a:gd name="connsiteY1805" fmla="*/ 1893359 h 2078048"/>
                <a:gd name="connsiteX1806" fmla="*/ 609890 w 2077997"/>
                <a:gd name="connsiteY1806" fmla="*/ 1892026 h 2078048"/>
                <a:gd name="connsiteX1807" fmla="*/ 591031 w 2077997"/>
                <a:gd name="connsiteY1807" fmla="*/ 1899932 h 2078048"/>
                <a:gd name="connsiteX1808" fmla="*/ 588078 w 2077997"/>
                <a:gd name="connsiteY1808" fmla="*/ 1897360 h 2078048"/>
                <a:gd name="connsiteX1809" fmla="*/ 587887 w 2077997"/>
                <a:gd name="connsiteY1809" fmla="*/ 1897169 h 2078048"/>
                <a:gd name="connsiteX1810" fmla="*/ 567123 w 2077997"/>
                <a:gd name="connsiteY1810" fmla="*/ 1874595 h 2078048"/>
                <a:gd name="connsiteX1811" fmla="*/ 563123 w 2077997"/>
                <a:gd name="connsiteY1811" fmla="*/ 1869357 h 2078048"/>
                <a:gd name="connsiteX1812" fmla="*/ 555693 w 2077997"/>
                <a:gd name="connsiteY1812" fmla="*/ 1858974 h 2078048"/>
                <a:gd name="connsiteX1813" fmla="*/ 575886 w 2077997"/>
                <a:gd name="connsiteY1813" fmla="*/ 1854116 h 2078048"/>
                <a:gd name="connsiteX1814" fmla="*/ 586459 w 2077997"/>
                <a:gd name="connsiteY1814" fmla="*/ 1867642 h 2078048"/>
                <a:gd name="connsiteX1815" fmla="*/ 606461 w 2077997"/>
                <a:gd name="connsiteY1815" fmla="*/ 1867928 h 2078048"/>
                <a:gd name="connsiteX1816" fmla="*/ 606461 w 2077997"/>
                <a:gd name="connsiteY1816" fmla="*/ 1867928 h 2078048"/>
                <a:gd name="connsiteX1817" fmla="*/ 606461 w 2077997"/>
                <a:gd name="connsiteY1817" fmla="*/ 1867928 h 2078048"/>
                <a:gd name="connsiteX1818" fmla="*/ 609890 w 2077997"/>
                <a:gd name="connsiteY1818" fmla="*/ 1865356 h 2078048"/>
                <a:gd name="connsiteX1819" fmla="*/ 610271 w 2077997"/>
                <a:gd name="connsiteY1819" fmla="*/ 1864975 h 2078048"/>
                <a:gd name="connsiteX1820" fmla="*/ 612938 w 2077997"/>
                <a:gd name="connsiteY1820" fmla="*/ 1861355 h 2078048"/>
                <a:gd name="connsiteX1821" fmla="*/ 614748 w 2077997"/>
                <a:gd name="connsiteY1821" fmla="*/ 1854497 h 2078048"/>
                <a:gd name="connsiteX1822" fmla="*/ 613510 w 2077997"/>
                <a:gd name="connsiteY1822" fmla="*/ 1847544 h 2078048"/>
                <a:gd name="connsiteX1823" fmla="*/ 609890 w 2077997"/>
                <a:gd name="connsiteY1823" fmla="*/ 1841639 h 2078048"/>
                <a:gd name="connsiteX1824" fmla="*/ 610462 w 2077997"/>
                <a:gd name="connsiteY1824" fmla="*/ 1841448 h 2078048"/>
                <a:gd name="connsiteX1825" fmla="*/ 657611 w 2077997"/>
                <a:gd name="connsiteY1825" fmla="*/ 1811349 h 2078048"/>
                <a:gd name="connsiteX1826" fmla="*/ 680090 w 2077997"/>
                <a:gd name="connsiteY1826" fmla="*/ 1789632 h 2078048"/>
                <a:gd name="connsiteX1827" fmla="*/ 697520 w 2077997"/>
                <a:gd name="connsiteY1827" fmla="*/ 1787727 h 2078048"/>
                <a:gd name="connsiteX1828" fmla="*/ 697520 w 2077997"/>
                <a:gd name="connsiteY1828" fmla="*/ 1787727 h 2078048"/>
                <a:gd name="connsiteX1829" fmla="*/ 697520 w 2077997"/>
                <a:gd name="connsiteY1829" fmla="*/ 1787727 h 2078048"/>
                <a:gd name="connsiteX1830" fmla="*/ 700663 w 2077997"/>
                <a:gd name="connsiteY1830" fmla="*/ 1784870 h 2078048"/>
                <a:gd name="connsiteX1831" fmla="*/ 701045 w 2077997"/>
                <a:gd name="connsiteY1831" fmla="*/ 1784489 h 2078048"/>
                <a:gd name="connsiteX1832" fmla="*/ 703426 w 2077997"/>
                <a:gd name="connsiteY1832" fmla="*/ 1780679 h 2078048"/>
                <a:gd name="connsiteX1833" fmla="*/ 703426 w 2077997"/>
                <a:gd name="connsiteY1833" fmla="*/ 1780679 h 2078048"/>
                <a:gd name="connsiteX1834" fmla="*/ 705045 w 2077997"/>
                <a:gd name="connsiteY1834" fmla="*/ 1773820 h 2078048"/>
                <a:gd name="connsiteX1835" fmla="*/ 701425 w 2077997"/>
                <a:gd name="connsiteY1835" fmla="*/ 1762581 h 2078048"/>
                <a:gd name="connsiteX1836" fmla="*/ 723809 w 2077997"/>
                <a:gd name="connsiteY1836" fmla="*/ 1723243 h 2078048"/>
                <a:gd name="connsiteX1837" fmla="*/ 723809 w 2077997"/>
                <a:gd name="connsiteY1837" fmla="*/ 1723243 h 2078048"/>
                <a:gd name="connsiteX1838" fmla="*/ 724857 w 2077997"/>
                <a:gd name="connsiteY1838" fmla="*/ 1721052 h 2078048"/>
                <a:gd name="connsiteX1839" fmla="*/ 742288 w 2077997"/>
                <a:gd name="connsiteY1839" fmla="*/ 1676666 h 2078048"/>
                <a:gd name="connsiteX1840" fmla="*/ 754956 w 2077997"/>
                <a:gd name="connsiteY1840" fmla="*/ 1663235 h 2078048"/>
                <a:gd name="connsiteX1841" fmla="*/ 755146 w 2077997"/>
                <a:gd name="connsiteY1841" fmla="*/ 1662759 h 2078048"/>
                <a:gd name="connsiteX1842" fmla="*/ 755813 w 2077997"/>
                <a:gd name="connsiteY1842" fmla="*/ 1658378 h 2078048"/>
                <a:gd name="connsiteX1843" fmla="*/ 754861 w 2077997"/>
                <a:gd name="connsiteY1843" fmla="*/ 1651805 h 2078048"/>
                <a:gd name="connsiteX1844" fmla="*/ 751813 w 2077997"/>
                <a:gd name="connsiteY1844" fmla="*/ 1646757 h 2078048"/>
                <a:gd name="connsiteX1845" fmla="*/ 750955 w 2077997"/>
                <a:gd name="connsiteY1845" fmla="*/ 1645995 h 2078048"/>
                <a:gd name="connsiteX1846" fmla="*/ 753051 w 2077997"/>
                <a:gd name="connsiteY1846" fmla="*/ 1637518 h 2078048"/>
                <a:gd name="connsiteX1847" fmla="*/ 760576 w 2077997"/>
                <a:gd name="connsiteY1847" fmla="*/ 1570271 h 2078048"/>
                <a:gd name="connsiteX1848" fmla="*/ 752575 w 2077997"/>
                <a:gd name="connsiteY1848" fmla="*/ 1521218 h 2078048"/>
                <a:gd name="connsiteX1849" fmla="*/ 759719 w 2077997"/>
                <a:gd name="connsiteY1849" fmla="*/ 1508645 h 2078048"/>
                <a:gd name="connsiteX1850" fmla="*/ 756385 w 2077997"/>
                <a:gd name="connsiteY1850" fmla="*/ 1495119 h 2078048"/>
                <a:gd name="connsiteX1851" fmla="*/ 756385 w 2077997"/>
                <a:gd name="connsiteY1851" fmla="*/ 1495119 h 2078048"/>
                <a:gd name="connsiteX1852" fmla="*/ 756290 w 2077997"/>
                <a:gd name="connsiteY1852" fmla="*/ 1495119 h 2078048"/>
                <a:gd name="connsiteX1853" fmla="*/ 754004 w 2077997"/>
                <a:gd name="connsiteY1853" fmla="*/ 1493881 h 2078048"/>
                <a:gd name="connsiteX1854" fmla="*/ 753527 w 2077997"/>
                <a:gd name="connsiteY1854" fmla="*/ 1493690 h 2078048"/>
                <a:gd name="connsiteX1855" fmla="*/ 750479 w 2077997"/>
                <a:gd name="connsiteY1855" fmla="*/ 1493309 h 2078048"/>
                <a:gd name="connsiteX1856" fmla="*/ 739145 w 2077997"/>
                <a:gd name="connsiteY1856" fmla="*/ 1499501 h 2078048"/>
                <a:gd name="connsiteX1857" fmla="*/ 731905 w 2077997"/>
                <a:gd name="connsiteY1857" fmla="*/ 1493500 h 2078048"/>
                <a:gd name="connsiteX1858" fmla="*/ 647038 w 2077997"/>
                <a:gd name="connsiteY1858" fmla="*/ 1498834 h 2078048"/>
                <a:gd name="connsiteX1859" fmla="*/ 595222 w 2077997"/>
                <a:gd name="connsiteY1859" fmla="*/ 1529790 h 2078048"/>
                <a:gd name="connsiteX1860" fmla="*/ 574171 w 2077997"/>
                <a:gd name="connsiteY1860" fmla="*/ 1531028 h 2078048"/>
                <a:gd name="connsiteX1861" fmla="*/ 567980 w 2077997"/>
                <a:gd name="connsiteY1861" fmla="*/ 1551221 h 2078048"/>
                <a:gd name="connsiteX1862" fmla="*/ 528261 w 2077997"/>
                <a:gd name="connsiteY1862" fmla="*/ 1589321 h 2078048"/>
                <a:gd name="connsiteX1863" fmla="*/ 514354 w 2077997"/>
                <a:gd name="connsiteY1863" fmla="*/ 1605514 h 2078048"/>
                <a:gd name="connsiteX1864" fmla="*/ 514354 w 2077997"/>
                <a:gd name="connsiteY1864" fmla="*/ 1605514 h 2078048"/>
                <a:gd name="connsiteX1865" fmla="*/ 514354 w 2077997"/>
                <a:gd name="connsiteY1865" fmla="*/ 1605514 h 2078048"/>
                <a:gd name="connsiteX1866" fmla="*/ 508544 w 2077997"/>
                <a:gd name="connsiteY1866" fmla="*/ 1612848 h 2078048"/>
                <a:gd name="connsiteX1867" fmla="*/ 506353 w 2077997"/>
                <a:gd name="connsiteY1867" fmla="*/ 1611134 h 2078048"/>
                <a:gd name="connsiteX1868" fmla="*/ 482160 w 2077997"/>
                <a:gd name="connsiteY1868" fmla="*/ 1617134 h 2078048"/>
                <a:gd name="connsiteX1869" fmla="*/ 487970 w 2077997"/>
                <a:gd name="connsiteY1869" fmla="*/ 1641709 h 2078048"/>
                <a:gd name="connsiteX1870" fmla="*/ 489399 w 2077997"/>
                <a:gd name="connsiteY1870" fmla="*/ 1642376 h 2078048"/>
                <a:gd name="connsiteX1871" fmla="*/ 470635 w 2077997"/>
                <a:gd name="connsiteY1871" fmla="*/ 1685714 h 2078048"/>
                <a:gd name="connsiteX1872" fmla="*/ 462634 w 2077997"/>
                <a:gd name="connsiteY1872" fmla="*/ 1721528 h 2078048"/>
                <a:gd name="connsiteX1873" fmla="*/ 462443 w 2077997"/>
                <a:gd name="connsiteY1873" fmla="*/ 1721338 h 2078048"/>
                <a:gd name="connsiteX1874" fmla="*/ 437107 w 2077997"/>
                <a:gd name="connsiteY1874" fmla="*/ 1727243 h 2078048"/>
                <a:gd name="connsiteX1875" fmla="*/ 435392 w 2077997"/>
                <a:gd name="connsiteY1875" fmla="*/ 1737816 h 2078048"/>
                <a:gd name="connsiteX1876" fmla="*/ 437869 w 2077997"/>
                <a:gd name="connsiteY1876" fmla="*/ 1744865 h 2078048"/>
                <a:gd name="connsiteX1877" fmla="*/ 446251 w 2077997"/>
                <a:gd name="connsiteY1877" fmla="*/ 1753342 h 2078048"/>
                <a:gd name="connsiteX1878" fmla="*/ 450632 w 2077997"/>
                <a:gd name="connsiteY1878" fmla="*/ 1755152 h 2078048"/>
                <a:gd name="connsiteX1879" fmla="*/ 451680 w 2077997"/>
                <a:gd name="connsiteY1879" fmla="*/ 1755342 h 2078048"/>
                <a:gd name="connsiteX1880" fmla="*/ 455871 w 2077997"/>
                <a:gd name="connsiteY1880" fmla="*/ 1755914 h 2078048"/>
                <a:gd name="connsiteX1881" fmla="*/ 455871 w 2077997"/>
                <a:gd name="connsiteY1881" fmla="*/ 1755914 h 2078048"/>
                <a:gd name="connsiteX1882" fmla="*/ 455871 w 2077997"/>
                <a:gd name="connsiteY1882" fmla="*/ 1755914 h 2078048"/>
                <a:gd name="connsiteX1883" fmla="*/ 460538 w 2077997"/>
                <a:gd name="connsiteY1883" fmla="*/ 1755533 h 2078048"/>
                <a:gd name="connsiteX1884" fmla="*/ 462157 w 2077997"/>
                <a:gd name="connsiteY1884" fmla="*/ 1777916 h 2078048"/>
                <a:gd name="connsiteX1885" fmla="*/ 455871 w 2077997"/>
                <a:gd name="connsiteY1885" fmla="*/ 1776964 h 2078048"/>
                <a:gd name="connsiteX1886" fmla="*/ 451966 w 2077997"/>
                <a:gd name="connsiteY1886" fmla="*/ 1777345 h 2078048"/>
                <a:gd name="connsiteX1887" fmla="*/ 447679 w 2077997"/>
                <a:gd name="connsiteY1887" fmla="*/ 1778869 h 2078048"/>
                <a:gd name="connsiteX1888" fmla="*/ 447299 w 2077997"/>
                <a:gd name="connsiteY1888" fmla="*/ 1779155 h 2078048"/>
                <a:gd name="connsiteX1889" fmla="*/ 439298 w 2077997"/>
                <a:gd name="connsiteY1889" fmla="*/ 1791061 h 2078048"/>
                <a:gd name="connsiteX1890" fmla="*/ 344619 w 2077997"/>
                <a:gd name="connsiteY1890" fmla="*/ 1732387 h 2078048"/>
                <a:gd name="connsiteX1891" fmla="*/ 316996 w 2077997"/>
                <a:gd name="connsiteY1891" fmla="*/ 1699049 h 2078048"/>
                <a:gd name="connsiteX1892" fmla="*/ 327188 w 2077997"/>
                <a:gd name="connsiteY1892" fmla="*/ 1689905 h 2078048"/>
                <a:gd name="connsiteX1893" fmla="*/ 320997 w 2077997"/>
                <a:gd name="connsiteY1893" fmla="*/ 1666283 h 2078048"/>
                <a:gd name="connsiteX1894" fmla="*/ 320711 w 2077997"/>
                <a:gd name="connsiteY1894" fmla="*/ 1665998 h 2078048"/>
                <a:gd name="connsiteX1895" fmla="*/ 316520 w 2077997"/>
                <a:gd name="connsiteY1895" fmla="*/ 1662854 h 2078048"/>
                <a:gd name="connsiteX1896" fmla="*/ 296137 w 2077997"/>
                <a:gd name="connsiteY1896" fmla="*/ 1662950 h 2078048"/>
                <a:gd name="connsiteX1897" fmla="*/ 288707 w 2077997"/>
                <a:gd name="connsiteY1897" fmla="*/ 1645614 h 2078048"/>
                <a:gd name="connsiteX1898" fmla="*/ 286040 w 2077997"/>
                <a:gd name="connsiteY1898" fmla="*/ 1637804 h 2078048"/>
                <a:gd name="connsiteX1899" fmla="*/ 283849 w 2077997"/>
                <a:gd name="connsiteY1899" fmla="*/ 1631136 h 2078048"/>
                <a:gd name="connsiteX1900" fmla="*/ 278896 w 2077997"/>
                <a:gd name="connsiteY1900" fmla="*/ 1611895 h 2078048"/>
                <a:gd name="connsiteX1901" fmla="*/ 299470 w 2077997"/>
                <a:gd name="connsiteY1901" fmla="*/ 1615039 h 2078048"/>
                <a:gd name="connsiteX1902" fmla="*/ 304138 w 2077997"/>
                <a:gd name="connsiteY1902" fmla="*/ 1631517 h 2078048"/>
                <a:gd name="connsiteX1903" fmla="*/ 322330 w 2077997"/>
                <a:gd name="connsiteY1903" fmla="*/ 1639518 h 2078048"/>
                <a:gd name="connsiteX1904" fmla="*/ 322330 w 2077997"/>
                <a:gd name="connsiteY1904" fmla="*/ 1639518 h 2078048"/>
                <a:gd name="connsiteX1905" fmla="*/ 322330 w 2077997"/>
                <a:gd name="connsiteY1905" fmla="*/ 1639518 h 2078048"/>
                <a:gd name="connsiteX1906" fmla="*/ 326521 w 2077997"/>
                <a:gd name="connsiteY1906" fmla="*/ 1638470 h 2078048"/>
                <a:gd name="connsiteX1907" fmla="*/ 327093 w 2077997"/>
                <a:gd name="connsiteY1907" fmla="*/ 1638280 h 2078048"/>
                <a:gd name="connsiteX1908" fmla="*/ 330903 w 2077997"/>
                <a:gd name="connsiteY1908" fmla="*/ 1635994 h 2078048"/>
                <a:gd name="connsiteX1909" fmla="*/ 335189 w 2077997"/>
                <a:gd name="connsiteY1909" fmla="*/ 1630279 h 2078048"/>
                <a:gd name="connsiteX1910" fmla="*/ 336713 w 2077997"/>
                <a:gd name="connsiteY1910" fmla="*/ 1623421 h 2078048"/>
                <a:gd name="connsiteX1911" fmla="*/ 336428 w 2077997"/>
                <a:gd name="connsiteY1911" fmla="*/ 1619801 h 2078048"/>
                <a:gd name="connsiteX1912" fmla="*/ 335666 w 2077997"/>
                <a:gd name="connsiteY1912" fmla="*/ 1616563 h 2078048"/>
                <a:gd name="connsiteX1913" fmla="*/ 336237 w 2077997"/>
                <a:gd name="connsiteY1913" fmla="*/ 1616563 h 2078048"/>
                <a:gd name="connsiteX1914" fmla="*/ 391387 w 2077997"/>
                <a:gd name="connsiteY1914" fmla="*/ 1606562 h 2078048"/>
                <a:gd name="connsiteX1915" fmla="*/ 420438 w 2077997"/>
                <a:gd name="connsiteY1915" fmla="*/ 1595132 h 2078048"/>
                <a:gd name="connsiteX1916" fmla="*/ 437202 w 2077997"/>
                <a:gd name="connsiteY1916" fmla="*/ 1600085 h 2078048"/>
                <a:gd name="connsiteX1917" fmla="*/ 437202 w 2077997"/>
                <a:gd name="connsiteY1917" fmla="*/ 1600085 h 2078048"/>
                <a:gd name="connsiteX1918" fmla="*/ 437202 w 2077997"/>
                <a:gd name="connsiteY1918" fmla="*/ 1600085 h 2078048"/>
                <a:gd name="connsiteX1919" fmla="*/ 441107 w 2077997"/>
                <a:gd name="connsiteY1919" fmla="*/ 1598656 h 2078048"/>
                <a:gd name="connsiteX1920" fmla="*/ 441679 w 2077997"/>
                <a:gd name="connsiteY1920" fmla="*/ 1598370 h 2078048"/>
                <a:gd name="connsiteX1921" fmla="*/ 445298 w 2077997"/>
                <a:gd name="connsiteY1921" fmla="*/ 1595799 h 2078048"/>
                <a:gd name="connsiteX1922" fmla="*/ 449394 w 2077997"/>
                <a:gd name="connsiteY1922" fmla="*/ 1589988 h 2078048"/>
                <a:gd name="connsiteX1923" fmla="*/ 450918 w 2077997"/>
                <a:gd name="connsiteY1923" fmla="*/ 1583416 h 2078048"/>
                <a:gd name="connsiteX1924" fmla="*/ 450251 w 2077997"/>
                <a:gd name="connsiteY1924" fmla="*/ 1578272 h 2078048"/>
                <a:gd name="connsiteX1925" fmla="*/ 487780 w 2077997"/>
                <a:gd name="connsiteY1925" fmla="*/ 1548840 h 2078048"/>
                <a:gd name="connsiteX1926" fmla="*/ 520832 w 2077997"/>
                <a:gd name="connsiteY1926" fmla="*/ 1514455 h 2078048"/>
                <a:gd name="connsiteX1927" fmla="*/ 537691 w 2077997"/>
                <a:gd name="connsiteY1927" fmla="*/ 1506930 h 2078048"/>
                <a:gd name="connsiteX1928" fmla="*/ 538072 w 2077997"/>
                <a:gd name="connsiteY1928" fmla="*/ 1506549 h 2078048"/>
                <a:gd name="connsiteX1929" fmla="*/ 540358 w 2077997"/>
                <a:gd name="connsiteY1929" fmla="*/ 1502739 h 2078048"/>
                <a:gd name="connsiteX1930" fmla="*/ 541977 w 2077997"/>
                <a:gd name="connsiteY1930" fmla="*/ 1496357 h 2078048"/>
                <a:gd name="connsiteX1931" fmla="*/ 541025 w 2077997"/>
                <a:gd name="connsiteY1931" fmla="*/ 1490547 h 2078048"/>
                <a:gd name="connsiteX1932" fmla="*/ 540548 w 2077997"/>
                <a:gd name="connsiteY1932" fmla="*/ 1489499 h 2078048"/>
                <a:gd name="connsiteX1933" fmla="*/ 545692 w 2077997"/>
                <a:gd name="connsiteY1933" fmla="*/ 1482451 h 2078048"/>
                <a:gd name="connsiteX1934" fmla="*/ 578172 w 2077997"/>
                <a:gd name="connsiteY1934" fmla="*/ 1423205 h 2078048"/>
                <a:gd name="connsiteX1935" fmla="*/ 589412 w 2077997"/>
                <a:gd name="connsiteY1935" fmla="*/ 1375580 h 2078048"/>
                <a:gd name="connsiteX1936" fmla="*/ 589412 w 2077997"/>
                <a:gd name="connsiteY1936" fmla="*/ 1374818 h 2078048"/>
                <a:gd name="connsiteX1937" fmla="*/ 600841 w 2077997"/>
                <a:gd name="connsiteY1937" fmla="*/ 1365865 h 2078048"/>
                <a:gd name="connsiteX1938" fmla="*/ 603032 w 2077997"/>
                <a:gd name="connsiteY1938" fmla="*/ 1351958 h 2078048"/>
                <a:gd name="connsiteX1939" fmla="*/ 603032 w 2077997"/>
                <a:gd name="connsiteY1939" fmla="*/ 1351958 h 2078048"/>
                <a:gd name="connsiteX1940" fmla="*/ 603032 w 2077997"/>
                <a:gd name="connsiteY1940" fmla="*/ 1351958 h 2078048"/>
                <a:gd name="connsiteX1941" fmla="*/ 601223 w 2077997"/>
                <a:gd name="connsiteY1941" fmla="*/ 1349863 h 2078048"/>
                <a:gd name="connsiteX1942" fmla="*/ 600937 w 2077997"/>
                <a:gd name="connsiteY1942" fmla="*/ 1349672 h 2078048"/>
                <a:gd name="connsiteX1943" fmla="*/ 598175 w 2077997"/>
                <a:gd name="connsiteY1943" fmla="*/ 1348149 h 2078048"/>
                <a:gd name="connsiteX1944" fmla="*/ 585316 w 2077997"/>
                <a:gd name="connsiteY1944" fmla="*/ 1349577 h 2078048"/>
                <a:gd name="connsiteX1945" fmla="*/ 581029 w 2077997"/>
                <a:gd name="connsiteY1945" fmla="*/ 1341195 h 2078048"/>
                <a:gd name="connsiteX1946" fmla="*/ 550740 w 2077997"/>
                <a:gd name="connsiteY1946" fmla="*/ 1319478 h 2078048"/>
                <a:gd name="connsiteX1947" fmla="*/ 527785 w 2077997"/>
                <a:gd name="connsiteY1947" fmla="*/ 1314811 h 2078048"/>
                <a:gd name="connsiteX1948" fmla="*/ 500448 w 2077997"/>
                <a:gd name="connsiteY1948" fmla="*/ 1313858 h 2078048"/>
                <a:gd name="connsiteX1949" fmla="*/ 440726 w 2077997"/>
                <a:gd name="connsiteY1949" fmla="*/ 1322717 h 2078048"/>
                <a:gd name="connsiteX1950" fmla="*/ 420819 w 2077997"/>
                <a:gd name="connsiteY1950" fmla="*/ 1315859 h 2078048"/>
                <a:gd name="connsiteX1951" fmla="*/ 407484 w 2077997"/>
                <a:gd name="connsiteY1951" fmla="*/ 1332146 h 2078048"/>
                <a:gd name="connsiteX1952" fmla="*/ 356144 w 2077997"/>
                <a:gd name="connsiteY1952" fmla="*/ 1352244 h 2078048"/>
                <a:gd name="connsiteX1953" fmla="*/ 337190 w 2077997"/>
                <a:gd name="connsiteY1953" fmla="*/ 1361864 h 2078048"/>
                <a:gd name="connsiteX1954" fmla="*/ 337094 w 2077997"/>
                <a:gd name="connsiteY1954" fmla="*/ 1361864 h 2078048"/>
                <a:gd name="connsiteX1955" fmla="*/ 337094 w 2077997"/>
                <a:gd name="connsiteY1955" fmla="*/ 1361864 h 2078048"/>
                <a:gd name="connsiteX1956" fmla="*/ 328903 w 2077997"/>
                <a:gd name="connsiteY1956" fmla="*/ 1366436 h 2078048"/>
                <a:gd name="connsiteX1957" fmla="*/ 327474 w 2077997"/>
                <a:gd name="connsiteY1957" fmla="*/ 1364055 h 2078048"/>
                <a:gd name="connsiteX1958" fmla="*/ 302709 w 2077997"/>
                <a:gd name="connsiteY1958" fmla="*/ 1360436 h 2078048"/>
                <a:gd name="connsiteX1959" fmla="*/ 298804 w 2077997"/>
                <a:gd name="connsiteY1959" fmla="*/ 1385296 h 2078048"/>
                <a:gd name="connsiteX1960" fmla="*/ 299852 w 2077997"/>
                <a:gd name="connsiteY1960" fmla="*/ 1386439 h 2078048"/>
                <a:gd name="connsiteX1961" fmla="*/ 265847 w 2077997"/>
                <a:gd name="connsiteY1961" fmla="*/ 1419395 h 2078048"/>
                <a:gd name="connsiteX1962" fmla="*/ 244892 w 2077997"/>
                <a:gd name="connsiteY1962" fmla="*/ 1449494 h 2078048"/>
                <a:gd name="connsiteX1963" fmla="*/ 244702 w 2077997"/>
                <a:gd name="connsiteY1963" fmla="*/ 1449209 h 2078048"/>
                <a:gd name="connsiteX1964" fmla="*/ 218889 w 2077997"/>
                <a:gd name="connsiteY1964" fmla="*/ 1445018 h 2078048"/>
                <a:gd name="connsiteX1965" fmla="*/ 217555 w 2077997"/>
                <a:gd name="connsiteY1965" fmla="*/ 1472640 h 2078048"/>
                <a:gd name="connsiteX1966" fmla="*/ 221080 w 2077997"/>
                <a:gd name="connsiteY1966" fmla="*/ 1476260 h 2078048"/>
                <a:gd name="connsiteX1967" fmla="*/ 221270 w 2077997"/>
                <a:gd name="connsiteY1967" fmla="*/ 1476450 h 2078048"/>
                <a:gd name="connsiteX1968" fmla="*/ 224985 w 2077997"/>
                <a:gd name="connsiteY1968" fmla="*/ 1478736 h 2078048"/>
                <a:gd name="connsiteX1969" fmla="*/ 225175 w 2077997"/>
                <a:gd name="connsiteY1969" fmla="*/ 1478832 h 2078048"/>
                <a:gd name="connsiteX1970" fmla="*/ 225175 w 2077997"/>
                <a:gd name="connsiteY1970" fmla="*/ 1478832 h 2078048"/>
                <a:gd name="connsiteX1971" fmla="*/ 229748 w 2077997"/>
                <a:gd name="connsiteY1971" fmla="*/ 1480260 h 2078048"/>
                <a:gd name="connsiteX1972" fmla="*/ 222794 w 2077997"/>
                <a:gd name="connsiteY1972" fmla="*/ 1501596 h 2078048"/>
                <a:gd name="connsiteX1973" fmla="*/ 213555 w 2077997"/>
                <a:gd name="connsiteY1973" fmla="*/ 1497215 h 2078048"/>
                <a:gd name="connsiteX1974" fmla="*/ 208983 w 2077997"/>
                <a:gd name="connsiteY1974" fmla="*/ 1497024 h 2078048"/>
                <a:gd name="connsiteX1975" fmla="*/ 208507 w 2077997"/>
                <a:gd name="connsiteY1975" fmla="*/ 1497119 h 2078048"/>
                <a:gd name="connsiteX1976" fmla="*/ 196600 w 2077997"/>
                <a:gd name="connsiteY1976" fmla="*/ 1505025 h 2078048"/>
                <a:gd name="connsiteX1977" fmla="*/ 131545 w 2077997"/>
                <a:gd name="connsiteY1977" fmla="*/ 1414347 h 2078048"/>
                <a:gd name="connsiteX1978" fmla="*/ 118591 w 2077997"/>
                <a:gd name="connsiteY1978" fmla="*/ 1372913 h 2078048"/>
                <a:gd name="connsiteX1979" fmla="*/ 131545 w 2077997"/>
                <a:gd name="connsiteY1979" fmla="*/ 1368437 h 2078048"/>
                <a:gd name="connsiteX1980" fmla="*/ 134974 w 2077997"/>
                <a:gd name="connsiteY1980" fmla="*/ 1344338 h 2078048"/>
                <a:gd name="connsiteX1981" fmla="*/ 134688 w 2077997"/>
                <a:gd name="connsiteY1981" fmla="*/ 1343672 h 2078048"/>
                <a:gd name="connsiteX1982" fmla="*/ 132021 w 2077997"/>
                <a:gd name="connsiteY1982" fmla="*/ 1339195 h 2078048"/>
                <a:gd name="connsiteX1983" fmla="*/ 129259 w 2077997"/>
                <a:gd name="connsiteY1983" fmla="*/ 1336147 h 2078048"/>
                <a:gd name="connsiteX1984" fmla="*/ 122782 w 2077997"/>
                <a:gd name="connsiteY1984" fmla="*/ 1332146 h 2078048"/>
                <a:gd name="connsiteX1985" fmla="*/ 119257 w 2077997"/>
                <a:gd name="connsiteY1985" fmla="*/ 1331194 h 2078048"/>
                <a:gd name="connsiteX1986" fmla="*/ 115733 w 2077997"/>
                <a:gd name="connsiteY1986" fmla="*/ 1331003 h 2078048"/>
                <a:gd name="connsiteX1987" fmla="*/ 113161 w 2077997"/>
                <a:gd name="connsiteY1987" fmla="*/ 1331480 h 2078048"/>
                <a:gd name="connsiteX1988" fmla="*/ 114209 w 2077997"/>
                <a:gd name="connsiteY1988" fmla="*/ 1295380 h 2078048"/>
                <a:gd name="connsiteX1989" fmla="*/ 114590 w 2077997"/>
                <a:gd name="connsiteY1989" fmla="*/ 1291760 h 2078048"/>
                <a:gd name="connsiteX1990" fmla="*/ 116781 w 2077997"/>
                <a:gd name="connsiteY1990" fmla="*/ 1277473 h 2078048"/>
                <a:gd name="connsiteX1991" fmla="*/ 134688 w 2077997"/>
                <a:gd name="connsiteY1991" fmla="*/ 1288332 h 2078048"/>
                <a:gd name="connsiteX1992" fmla="*/ 132783 w 2077997"/>
                <a:gd name="connsiteY1992" fmla="*/ 1305286 h 2078048"/>
                <a:gd name="connsiteX1993" fmla="*/ 150785 w 2077997"/>
                <a:gd name="connsiteY1993" fmla="*/ 1320431 h 2078048"/>
                <a:gd name="connsiteX1994" fmla="*/ 151166 w 2077997"/>
                <a:gd name="connsiteY1994" fmla="*/ 1320431 h 2078048"/>
                <a:gd name="connsiteX1995" fmla="*/ 155643 w 2077997"/>
                <a:gd name="connsiteY1995" fmla="*/ 1319764 h 2078048"/>
                <a:gd name="connsiteX1996" fmla="*/ 167549 w 2077997"/>
                <a:gd name="connsiteY1996" fmla="*/ 1303571 h 2078048"/>
                <a:gd name="connsiteX1997" fmla="*/ 168121 w 2077997"/>
                <a:gd name="connsiteY1997" fmla="*/ 1303762 h 2078048"/>
                <a:gd name="connsiteX1998" fmla="*/ 222890 w 2077997"/>
                <a:gd name="connsiteY1998" fmla="*/ 1315763 h 2078048"/>
                <a:gd name="connsiteX1999" fmla="*/ 254132 w 2077997"/>
                <a:gd name="connsiteY1999" fmla="*/ 1316335 h 2078048"/>
                <a:gd name="connsiteX2000" fmla="*/ 271848 w 2077997"/>
                <a:gd name="connsiteY2000" fmla="*/ 1327574 h 2078048"/>
                <a:gd name="connsiteX2001" fmla="*/ 272420 w 2077997"/>
                <a:gd name="connsiteY2001" fmla="*/ 1327574 h 2078048"/>
                <a:gd name="connsiteX2002" fmla="*/ 276801 w 2077997"/>
                <a:gd name="connsiteY2002" fmla="*/ 1326622 h 2078048"/>
                <a:gd name="connsiteX2003" fmla="*/ 288136 w 2077997"/>
                <a:gd name="connsiteY2003" fmla="*/ 1312334 h 2078048"/>
                <a:gd name="connsiteX2004" fmla="*/ 331665 w 2077997"/>
                <a:gd name="connsiteY2004" fmla="*/ 1300333 h 2078048"/>
                <a:gd name="connsiteX2005" fmla="*/ 331665 w 2077997"/>
                <a:gd name="connsiteY2005" fmla="*/ 1300333 h 2078048"/>
                <a:gd name="connsiteX2006" fmla="*/ 333951 w 2077997"/>
                <a:gd name="connsiteY2006" fmla="*/ 1299571 h 2078048"/>
                <a:gd name="connsiteX2007" fmla="*/ 377671 w 2077997"/>
                <a:gd name="connsiteY2007" fmla="*/ 1280426 h 2078048"/>
                <a:gd name="connsiteX2008" fmla="*/ 392339 w 2077997"/>
                <a:gd name="connsiteY2008" fmla="*/ 1281569 h 2078048"/>
                <a:gd name="connsiteX2009" fmla="*/ 392339 w 2077997"/>
                <a:gd name="connsiteY2009" fmla="*/ 1281569 h 2078048"/>
                <a:gd name="connsiteX2010" fmla="*/ 392339 w 2077997"/>
                <a:gd name="connsiteY2010" fmla="*/ 1281569 h 2078048"/>
                <a:gd name="connsiteX2011" fmla="*/ 396245 w 2077997"/>
                <a:gd name="connsiteY2011" fmla="*/ 1279854 h 2078048"/>
                <a:gd name="connsiteX2012" fmla="*/ 396721 w 2077997"/>
                <a:gd name="connsiteY2012" fmla="*/ 1279568 h 2078048"/>
                <a:gd name="connsiteX2013" fmla="*/ 400245 w 2077997"/>
                <a:gd name="connsiteY2013" fmla="*/ 1276997 h 2078048"/>
                <a:gd name="connsiteX2014" fmla="*/ 400245 w 2077997"/>
                <a:gd name="connsiteY2014" fmla="*/ 1276997 h 2078048"/>
                <a:gd name="connsiteX2015" fmla="*/ 405674 w 2077997"/>
                <a:gd name="connsiteY2015" fmla="*/ 1264805 h 2078048"/>
                <a:gd name="connsiteX2016" fmla="*/ 465777 w 2077997"/>
                <a:gd name="connsiteY2016" fmla="*/ 1218132 h 2078048"/>
                <a:gd name="connsiteX2017" fmla="*/ 494447 w 2077997"/>
                <a:gd name="connsiteY2017" fmla="*/ 1178603 h 2078048"/>
                <a:gd name="connsiteX2018" fmla="*/ 494828 w 2077997"/>
                <a:gd name="connsiteY2018" fmla="*/ 1177746 h 2078048"/>
                <a:gd name="connsiteX2019" fmla="*/ 508830 w 2077997"/>
                <a:gd name="connsiteY2019" fmla="*/ 1173936 h 2078048"/>
                <a:gd name="connsiteX2020" fmla="*/ 516259 w 2077997"/>
                <a:gd name="connsiteY2020" fmla="*/ 1161935 h 2078048"/>
                <a:gd name="connsiteX2021" fmla="*/ 516259 w 2077997"/>
                <a:gd name="connsiteY2021" fmla="*/ 1161935 h 2078048"/>
                <a:gd name="connsiteX2022" fmla="*/ 516259 w 2077997"/>
                <a:gd name="connsiteY2022" fmla="*/ 1161935 h 2078048"/>
                <a:gd name="connsiteX2023" fmla="*/ 515402 w 2077997"/>
                <a:gd name="connsiteY2023" fmla="*/ 1159268 h 2078048"/>
                <a:gd name="connsiteX2024" fmla="*/ 515212 w 2077997"/>
                <a:gd name="connsiteY2024" fmla="*/ 1158887 h 2078048"/>
                <a:gd name="connsiteX2025" fmla="*/ 513212 w 2077997"/>
                <a:gd name="connsiteY2025" fmla="*/ 1156505 h 2078048"/>
                <a:gd name="connsiteX2026" fmla="*/ 500734 w 2077997"/>
                <a:gd name="connsiteY2026" fmla="*/ 1152981 h 2078048"/>
                <a:gd name="connsiteX2027" fmla="*/ 500067 w 2077997"/>
                <a:gd name="connsiteY2027" fmla="*/ 1143551 h 2078048"/>
                <a:gd name="connsiteX2028" fmla="*/ 480445 w 2077997"/>
                <a:gd name="connsiteY2028" fmla="*/ 1111928 h 2078048"/>
                <a:gd name="connsiteX2029" fmla="*/ 461015 w 2077997"/>
                <a:gd name="connsiteY2029" fmla="*/ 1098784 h 2078048"/>
                <a:gd name="connsiteX2030" fmla="*/ 436154 w 2077997"/>
                <a:gd name="connsiteY2030" fmla="*/ 1087354 h 2078048"/>
                <a:gd name="connsiteX2031" fmla="*/ 377575 w 2077997"/>
                <a:gd name="connsiteY2031" fmla="*/ 1072590 h 2078048"/>
                <a:gd name="connsiteX2032" fmla="*/ 361859 w 2077997"/>
                <a:gd name="connsiteY2032" fmla="*/ 1058588 h 2078048"/>
                <a:gd name="connsiteX2033" fmla="*/ 358240 w 2077997"/>
                <a:gd name="connsiteY2033" fmla="*/ 1058588 h 2078048"/>
                <a:gd name="connsiteX2034" fmla="*/ 351572 w 2077997"/>
                <a:gd name="connsiteY2034" fmla="*/ 1060303 h 2078048"/>
                <a:gd name="connsiteX2035" fmla="*/ 346238 w 2077997"/>
                <a:gd name="connsiteY2035" fmla="*/ 1064018 h 2078048"/>
                <a:gd name="connsiteX2036" fmla="*/ 343190 w 2077997"/>
                <a:gd name="connsiteY2036" fmla="*/ 1068590 h 2078048"/>
                <a:gd name="connsiteX2037" fmla="*/ 288136 w 2077997"/>
                <a:gd name="connsiteY2037" fmla="*/ 1067447 h 2078048"/>
                <a:gd name="connsiteX2038" fmla="*/ 266895 w 2077997"/>
                <a:gd name="connsiteY2038" fmla="*/ 1069066 h 2078048"/>
                <a:gd name="connsiteX2039" fmla="*/ 266800 w 2077997"/>
                <a:gd name="connsiteY2039" fmla="*/ 1069066 h 2078048"/>
                <a:gd name="connsiteX2040" fmla="*/ 266800 w 2077997"/>
                <a:gd name="connsiteY2040" fmla="*/ 1069066 h 2078048"/>
                <a:gd name="connsiteX2041" fmla="*/ 257465 w 2077997"/>
                <a:gd name="connsiteY2041" fmla="*/ 1070209 h 2078048"/>
                <a:gd name="connsiteX2042" fmla="*/ 257084 w 2077997"/>
                <a:gd name="connsiteY2042" fmla="*/ 1067447 h 2078048"/>
                <a:gd name="connsiteX2043" fmla="*/ 235653 w 2077997"/>
                <a:gd name="connsiteY2043" fmla="*/ 1054588 h 2078048"/>
                <a:gd name="connsiteX2044" fmla="*/ 229176 w 2077997"/>
                <a:gd name="connsiteY2044" fmla="*/ 1057445 h 2078048"/>
                <a:gd name="connsiteX2045" fmla="*/ 222985 w 2077997"/>
                <a:gd name="connsiteY2045" fmla="*/ 1065542 h 2078048"/>
                <a:gd name="connsiteX2046" fmla="*/ 221842 w 2077997"/>
                <a:gd name="connsiteY2046" fmla="*/ 1072400 h 2078048"/>
                <a:gd name="connsiteX2047" fmla="*/ 222318 w 2077997"/>
                <a:gd name="connsiteY2047" fmla="*/ 1076019 h 2078048"/>
                <a:gd name="connsiteX2048" fmla="*/ 222794 w 2077997"/>
                <a:gd name="connsiteY2048" fmla="*/ 1077448 h 2078048"/>
                <a:gd name="connsiteX2049" fmla="*/ 178884 w 2077997"/>
                <a:gd name="connsiteY2049" fmla="*/ 1094783 h 2078048"/>
                <a:gd name="connsiteX2050" fmla="*/ 147928 w 2077997"/>
                <a:gd name="connsiteY2050" fmla="*/ 1114500 h 2078048"/>
                <a:gd name="connsiteX2051" fmla="*/ 147832 w 2077997"/>
                <a:gd name="connsiteY2051" fmla="*/ 1114214 h 2078048"/>
                <a:gd name="connsiteX2052" fmla="*/ 125639 w 2077997"/>
                <a:gd name="connsiteY2052" fmla="*/ 1100499 h 2078048"/>
                <a:gd name="connsiteX2053" fmla="*/ 122305 w 2077997"/>
                <a:gd name="connsiteY2053" fmla="*/ 1101927 h 2078048"/>
                <a:gd name="connsiteX2054" fmla="*/ 115066 w 2077997"/>
                <a:gd name="connsiteY2054" fmla="*/ 1109928 h 2078048"/>
                <a:gd name="connsiteX2055" fmla="*/ 113733 w 2077997"/>
                <a:gd name="connsiteY2055" fmla="*/ 1113452 h 2078048"/>
                <a:gd name="connsiteX2056" fmla="*/ 112971 w 2077997"/>
                <a:gd name="connsiteY2056" fmla="*/ 1121263 h 2078048"/>
                <a:gd name="connsiteX2057" fmla="*/ 113638 w 2077997"/>
                <a:gd name="connsiteY2057" fmla="*/ 1125359 h 2078048"/>
                <a:gd name="connsiteX2058" fmla="*/ 115448 w 2077997"/>
                <a:gd name="connsiteY2058" fmla="*/ 1130026 h 2078048"/>
                <a:gd name="connsiteX2059" fmla="*/ 115638 w 2077997"/>
                <a:gd name="connsiteY2059" fmla="*/ 1130312 h 2078048"/>
                <a:gd name="connsiteX2060" fmla="*/ 118305 w 2077997"/>
                <a:gd name="connsiteY2060" fmla="*/ 1133931 h 2078048"/>
                <a:gd name="connsiteX2061" fmla="*/ 118400 w 2077997"/>
                <a:gd name="connsiteY2061" fmla="*/ 1134026 h 2078048"/>
                <a:gd name="connsiteX2062" fmla="*/ 118400 w 2077997"/>
                <a:gd name="connsiteY2062" fmla="*/ 1134026 h 2078048"/>
                <a:gd name="connsiteX2063" fmla="*/ 122020 w 2077997"/>
                <a:gd name="connsiteY2063" fmla="*/ 1137074 h 2078048"/>
                <a:gd name="connsiteX2064" fmla="*/ 107446 w 2077997"/>
                <a:gd name="connsiteY2064" fmla="*/ 1154124 h 2078048"/>
                <a:gd name="connsiteX2065" fmla="*/ 100588 w 2077997"/>
                <a:gd name="connsiteY2065" fmla="*/ 1146504 h 2078048"/>
                <a:gd name="connsiteX2066" fmla="*/ 96398 w 2077997"/>
                <a:gd name="connsiteY2066" fmla="*/ 1144599 h 2078048"/>
                <a:gd name="connsiteX2067" fmla="*/ 95921 w 2077997"/>
                <a:gd name="connsiteY2067" fmla="*/ 1144504 h 2078048"/>
                <a:gd name="connsiteX2068" fmla="*/ 81920 w 2077997"/>
                <a:gd name="connsiteY2068" fmla="*/ 1147266 h 2078048"/>
                <a:gd name="connsiteX2069" fmla="*/ 56583 w 2077997"/>
                <a:gd name="connsiteY2069" fmla="*/ 1038967 h 2078048"/>
                <a:gd name="connsiteX2070" fmla="*/ 60679 w 2077997"/>
                <a:gd name="connsiteY2070" fmla="*/ 995914 h 2078048"/>
                <a:gd name="connsiteX2071" fmla="*/ 74299 w 2077997"/>
                <a:gd name="connsiteY2071" fmla="*/ 996676 h 2078048"/>
                <a:gd name="connsiteX2072" fmla="*/ 86111 w 2077997"/>
                <a:gd name="connsiteY2072" fmla="*/ 980674 h 2078048"/>
                <a:gd name="connsiteX2073" fmla="*/ 86111 w 2077997"/>
                <a:gd name="connsiteY2073" fmla="*/ 980674 h 2078048"/>
                <a:gd name="connsiteX2074" fmla="*/ 86111 w 2077997"/>
                <a:gd name="connsiteY2074" fmla="*/ 980579 h 2078048"/>
                <a:gd name="connsiteX2075" fmla="*/ 86491 w 2077997"/>
                <a:gd name="connsiteY2075" fmla="*/ 975816 h 2078048"/>
                <a:gd name="connsiteX2076" fmla="*/ 86491 w 2077997"/>
                <a:gd name="connsiteY2076" fmla="*/ 974959 h 2078048"/>
                <a:gd name="connsiteX2077" fmla="*/ 85825 w 2077997"/>
                <a:gd name="connsiteY2077" fmla="*/ 969815 h 2078048"/>
                <a:gd name="connsiteX2078" fmla="*/ 71252 w 2077997"/>
                <a:gd name="connsiteY2078" fmla="*/ 955528 h 2078048"/>
                <a:gd name="connsiteX2079" fmla="*/ 85444 w 2077997"/>
                <a:gd name="connsiteY2079" fmla="*/ 923714 h 2078048"/>
                <a:gd name="connsiteX2080" fmla="*/ 88587 w 2077997"/>
                <a:gd name="connsiteY2080" fmla="*/ 918190 h 2078048"/>
                <a:gd name="connsiteX2081" fmla="*/ 95350 w 2077997"/>
                <a:gd name="connsiteY2081" fmla="*/ 907236 h 2078048"/>
                <a:gd name="connsiteX2082" fmla="*/ 107637 w 2077997"/>
                <a:gd name="connsiteY2082" fmla="*/ 924000 h 2078048"/>
                <a:gd name="connsiteX2083" fmla="*/ 99255 w 2077997"/>
                <a:gd name="connsiteY2083" fmla="*/ 938954 h 2078048"/>
                <a:gd name="connsiteX2084" fmla="*/ 106684 w 2077997"/>
                <a:gd name="connsiteY2084" fmla="*/ 957528 h 2078048"/>
                <a:gd name="connsiteX2085" fmla="*/ 106684 w 2077997"/>
                <a:gd name="connsiteY2085" fmla="*/ 957528 h 2078048"/>
                <a:gd name="connsiteX2086" fmla="*/ 106684 w 2077997"/>
                <a:gd name="connsiteY2086" fmla="*/ 957528 h 2078048"/>
                <a:gd name="connsiteX2087" fmla="*/ 110304 w 2077997"/>
                <a:gd name="connsiteY2087" fmla="*/ 959719 h 2078048"/>
                <a:gd name="connsiteX2088" fmla="*/ 110875 w 2077997"/>
                <a:gd name="connsiteY2088" fmla="*/ 960005 h 2078048"/>
                <a:gd name="connsiteX2089" fmla="*/ 115257 w 2077997"/>
                <a:gd name="connsiteY2089" fmla="*/ 961052 h 2078048"/>
                <a:gd name="connsiteX2090" fmla="*/ 122305 w 2077997"/>
                <a:gd name="connsiteY2090" fmla="*/ 960005 h 2078048"/>
                <a:gd name="connsiteX2091" fmla="*/ 130687 w 2077997"/>
                <a:gd name="connsiteY2091" fmla="*/ 953432 h 2078048"/>
                <a:gd name="connsiteX2092" fmla="*/ 132402 w 2077997"/>
                <a:gd name="connsiteY2092" fmla="*/ 950575 h 2078048"/>
                <a:gd name="connsiteX2093" fmla="*/ 132783 w 2077997"/>
                <a:gd name="connsiteY2093" fmla="*/ 950956 h 2078048"/>
                <a:gd name="connsiteX2094" fmla="*/ 178789 w 2077997"/>
                <a:gd name="connsiteY2094" fmla="*/ 982865 h 2078048"/>
                <a:gd name="connsiteX2095" fmla="*/ 207364 w 2077997"/>
                <a:gd name="connsiteY2095" fmla="*/ 995342 h 2078048"/>
                <a:gd name="connsiteX2096" fmla="*/ 215841 w 2077997"/>
                <a:gd name="connsiteY2096" fmla="*/ 1010773 h 2078048"/>
                <a:gd name="connsiteX2097" fmla="*/ 215841 w 2077997"/>
                <a:gd name="connsiteY2097" fmla="*/ 1010773 h 2078048"/>
                <a:gd name="connsiteX2098" fmla="*/ 215841 w 2077997"/>
                <a:gd name="connsiteY2098" fmla="*/ 1010773 h 2078048"/>
                <a:gd name="connsiteX2099" fmla="*/ 219651 w 2077997"/>
                <a:gd name="connsiteY2099" fmla="*/ 1012583 h 2078048"/>
                <a:gd name="connsiteX2100" fmla="*/ 220127 w 2077997"/>
                <a:gd name="connsiteY2100" fmla="*/ 1012773 h 2078048"/>
                <a:gd name="connsiteX2101" fmla="*/ 224509 w 2077997"/>
                <a:gd name="connsiteY2101" fmla="*/ 1013535 h 2078048"/>
                <a:gd name="connsiteX2102" fmla="*/ 231462 w 2077997"/>
                <a:gd name="connsiteY2102" fmla="*/ 1012392 h 2078048"/>
                <a:gd name="connsiteX2103" fmla="*/ 237177 w 2077997"/>
                <a:gd name="connsiteY2103" fmla="*/ 1008773 h 2078048"/>
                <a:gd name="connsiteX2104" fmla="*/ 239463 w 2077997"/>
                <a:gd name="connsiteY2104" fmla="*/ 1006296 h 2078048"/>
                <a:gd name="connsiteX2105" fmla="*/ 240416 w 2077997"/>
                <a:gd name="connsiteY2105" fmla="*/ 1004677 h 2078048"/>
                <a:gd name="connsiteX2106" fmla="*/ 285278 w 2077997"/>
                <a:gd name="connsiteY2106" fmla="*/ 1010201 h 2078048"/>
                <a:gd name="connsiteX2107" fmla="*/ 285278 w 2077997"/>
                <a:gd name="connsiteY2107" fmla="*/ 1010201 h 2078048"/>
                <a:gd name="connsiteX2108" fmla="*/ 287659 w 2077997"/>
                <a:gd name="connsiteY2108" fmla="*/ 1010392 h 2078048"/>
                <a:gd name="connsiteX2109" fmla="*/ 335380 w 2077997"/>
                <a:gd name="connsiteY2109" fmla="*/ 1009439 h 2078048"/>
                <a:gd name="connsiteX2110" fmla="*/ 348429 w 2077997"/>
                <a:gd name="connsiteY2110" fmla="*/ 1016107 h 2078048"/>
                <a:gd name="connsiteX2111" fmla="*/ 348429 w 2077997"/>
                <a:gd name="connsiteY2111" fmla="*/ 1016107 h 2078048"/>
                <a:gd name="connsiteX2112" fmla="*/ 348429 w 2077997"/>
                <a:gd name="connsiteY2112" fmla="*/ 1016107 h 2078048"/>
                <a:gd name="connsiteX2113" fmla="*/ 352620 w 2077997"/>
                <a:gd name="connsiteY2113" fmla="*/ 1016012 h 2078048"/>
                <a:gd name="connsiteX2114" fmla="*/ 353191 w 2077997"/>
                <a:gd name="connsiteY2114" fmla="*/ 1015916 h 2078048"/>
                <a:gd name="connsiteX2115" fmla="*/ 357478 w 2077997"/>
                <a:gd name="connsiteY2115" fmla="*/ 1014869 h 2078048"/>
                <a:gd name="connsiteX2116" fmla="*/ 367003 w 2077997"/>
                <a:gd name="connsiteY2116" fmla="*/ 1005534 h 2078048"/>
                <a:gd name="connsiteX2117" fmla="*/ 375575 w 2077997"/>
                <a:gd name="connsiteY2117" fmla="*/ 1004201 h 2078048"/>
                <a:gd name="connsiteX2118" fmla="*/ 440536 w 2077997"/>
                <a:gd name="connsiteY2118" fmla="*/ 985246 h 2078048"/>
                <a:gd name="connsiteX2119" fmla="*/ 482732 w 2077997"/>
                <a:gd name="connsiteY2119" fmla="*/ 958957 h 2078048"/>
                <a:gd name="connsiteX2120" fmla="*/ 497114 w 2077997"/>
                <a:gd name="connsiteY2120" fmla="*/ 960671 h 2078048"/>
                <a:gd name="connsiteX2121" fmla="*/ 508258 w 2077997"/>
                <a:gd name="connsiteY2121" fmla="*/ 952385 h 2078048"/>
                <a:gd name="connsiteX2122" fmla="*/ 508258 w 2077997"/>
                <a:gd name="connsiteY2122" fmla="*/ 952385 h 2078048"/>
                <a:gd name="connsiteX2123" fmla="*/ 508258 w 2077997"/>
                <a:gd name="connsiteY2123" fmla="*/ 952289 h 2078048"/>
                <a:gd name="connsiteX2124" fmla="*/ 508544 w 2077997"/>
                <a:gd name="connsiteY2124" fmla="*/ 949718 h 2078048"/>
                <a:gd name="connsiteX2125" fmla="*/ 508544 w 2077997"/>
                <a:gd name="connsiteY2125" fmla="*/ 949146 h 2078048"/>
                <a:gd name="connsiteX2126" fmla="*/ 507687 w 2077997"/>
                <a:gd name="connsiteY2126" fmla="*/ 946193 h 2078048"/>
                <a:gd name="connsiteX2127" fmla="*/ 497591 w 2077997"/>
                <a:gd name="connsiteY2127" fmla="*/ 938097 h 2078048"/>
                <a:gd name="connsiteX2128" fmla="*/ 500353 w 2077997"/>
                <a:gd name="connsiteY2128" fmla="*/ 929144 h 2078048"/>
                <a:gd name="connsiteX2129" fmla="*/ 462729 w 2077997"/>
                <a:gd name="connsiteY2129" fmla="*/ 853039 h 2078048"/>
                <a:gd name="connsiteX2130" fmla="*/ 414342 w 2077997"/>
                <a:gd name="connsiteY2130" fmla="*/ 817130 h 2078048"/>
                <a:gd name="connsiteX2131" fmla="*/ 405007 w 2077997"/>
                <a:gd name="connsiteY2131" fmla="*/ 798175 h 2078048"/>
                <a:gd name="connsiteX2132" fmla="*/ 384053 w 2077997"/>
                <a:gd name="connsiteY2132" fmla="*/ 800175 h 2078048"/>
                <a:gd name="connsiteX2133" fmla="*/ 333570 w 2077997"/>
                <a:gd name="connsiteY2133" fmla="*/ 777982 h 2078048"/>
                <a:gd name="connsiteX2134" fmla="*/ 304328 w 2077997"/>
                <a:gd name="connsiteY2134" fmla="*/ 768838 h 2078048"/>
                <a:gd name="connsiteX2135" fmla="*/ 304995 w 2077997"/>
                <a:gd name="connsiteY2135" fmla="*/ 766171 h 2078048"/>
                <a:gd name="connsiteX2136" fmla="*/ 299566 w 2077997"/>
                <a:gd name="connsiteY2136" fmla="*/ 750740 h 2078048"/>
                <a:gd name="connsiteX2137" fmla="*/ 293755 w 2077997"/>
                <a:gd name="connsiteY2137" fmla="*/ 747026 h 2078048"/>
                <a:gd name="connsiteX2138" fmla="*/ 290327 w 2077997"/>
                <a:gd name="connsiteY2138" fmla="*/ 746073 h 2078048"/>
                <a:gd name="connsiteX2139" fmla="*/ 286707 w 2077997"/>
                <a:gd name="connsiteY2139" fmla="*/ 745787 h 2078048"/>
                <a:gd name="connsiteX2140" fmla="*/ 283183 w 2077997"/>
                <a:gd name="connsiteY2140" fmla="*/ 746264 h 2078048"/>
                <a:gd name="connsiteX2141" fmla="*/ 279944 w 2077997"/>
                <a:gd name="connsiteY2141" fmla="*/ 747407 h 2078048"/>
                <a:gd name="connsiteX2142" fmla="*/ 274324 w 2077997"/>
                <a:gd name="connsiteY2142" fmla="*/ 751407 h 2078048"/>
                <a:gd name="connsiteX2143" fmla="*/ 269753 w 2077997"/>
                <a:gd name="connsiteY2143" fmla="*/ 760837 h 2078048"/>
                <a:gd name="connsiteX2144" fmla="*/ 269753 w 2077997"/>
                <a:gd name="connsiteY2144" fmla="*/ 762456 h 2078048"/>
                <a:gd name="connsiteX2145" fmla="*/ 222508 w 2077997"/>
                <a:gd name="connsiteY2145" fmla="*/ 761694 h 2078048"/>
                <a:gd name="connsiteX2146" fmla="*/ 186218 w 2077997"/>
                <a:gd name="connsiteY2146" fmla="*/ 768076 h 2078048"/>
                <a:gd name="connsiteX2147" fmla="*/ 186313 w 2077997"/>
                <a:gd name="connsiteY2147" fmla="*/ 767790 h 2078048"/>
                <a:gd name="connsiteX2148" fmla="*/ 171169 w 2077997"/>
                <a:gd name="connsiteY2148" fmla="*/ 746645 h 2078048"/>
                <a:gd name="connsiteX2149" fmla="*/ 150499 w 2077997"/>
                <a:gd name="connsiteY2149" fmla="*/ 765123 h 2078048"/>
                <a:gd name="connsiteX2150" fmla="*/ 150595 w 2077997"/>
                <a:gd name="connsiteY2150" fmla="*/ 770076 h 2078048"/>
                <a:gd name="connsiteX2151" fmla="*/ 150690 w 2077997"/>
                <a:gd name="connsiteY2151" fmla="*/ 770552 h 2078048"/>
                <a:gd name="connsiteX2152" fmla="*/ 151833 w 2077997"/>
                <a:gd name="connsiteY2152" fmla="*/ 774934 h 2078048"/>
                <a:gd name="connsiteX2153" fmla="*/ 151833 w 2077997"/>
                <a:gd name="connsiteY2153" fmla="*/ 774934 h 2078048"/>
                <a:gd name="connsiteX2154" fmla="*/ 151833 w 2077997"/>
                <a:gd name="connsiteY2154" fmla="*/ 774934 h 2078048"/>
                <a:gd name="connsiteX2155" fmla="*/ 154024 w 2077997"/>
                <a:gd name="connsiteY2155" fmla="*/ 779125 h 2078048"/>
                <a:gd name="connsiteX2156" fmla="*/ 133831 w 2077997"/>
                <a:gd name="connsiteY2156" fmla="*/ 789317 h 2078048"/>
                <a:gd name="connsiteX2157" fmla="*/ 130497 w 2077997"/>
                <a:gd name="connsiteY2157" fmla="*/ 779696 h 2078048"/>
                <a:gd name="connsiteX2158" fmla="*/ 127449 w 2077997"/>
                <a:gd name="connsiteY2158" fmla="*/ 776363 h 2078048"/>
                <a:gd name="connsiteX2159" fmla="*/ 127068 w 2077997"/>
                <a:gd name="connsiteY2159" fmla="*/ 776077 h 2078048"/>
                <a:gd name="connsiteX2160" fmla="*/ 113066 w 2077997"/>
                <a:gd name="connsiteY2160" fmla="*/ 773219 h 2078048"/>
                <a:gd name="connsiteX2161" fmla="*/ 131164 w 2077997"/>
                <a:gd name="connsiteY2161" fmla="*/ 663110 h 2078048"/>
                <a:gd name="connsiteX2162" fmla="*/ 151452 w 2077997"/>
                <a:gd name="connsiteY2162" fmla="*/ 624725 h 2078048"/>
                <a:gd name="connsiteX2163" fmla="*/ 163739 w 2077997"/>
                <a:gd name="connsiteY2163" fmla="*/ 630630 h 2078048"/>
                <a:gd name="connsiteX2164" fmla="*/ 177265 w 2077997"/>
                <a:gd name="connsiteY2164" fmla="*/ 624534 h 2078048"/>
                <a:gd name="connsiteX2165" fmla="*/ 183075 w 2077997"/>
                <a:gd name="connsiteY2165" fmla="*/ 615962 h 2078048"/>
                <a:gd name="connsiteX2166" fmla="*/ 183361 w 2077997"/>
                <a:gd name="connsiteY2166" fmla="*/ 615295 h 2078048"/>
                <a:gd name="connsiteX2167" fmla="*/ 184694 w 2077997"/>
                <a:gd name="connsiteY2167" fmla="*/ 610247 h 2078048"/>
                <a:gd name="connsiteX2168" fmla="*/ 184408 w 2077997"/>
                <a:gd name="connsiteY2168" fmla="*/ 602246 h 2078048"/>
                <a:gd name="connsiteX2169" fmla="*/ 176788 w 2077997"/>
                <a:gd name="connsiteY2169" fmla="*/ 591387 h 2078048"/>
                <a:gd name="connsiteX2170" fmla="*/ 179360 w 2077997"/>
                <a:gd name="connsiteY2170" fmla="*/ 588434 h 2078048"/>
                <a:gd name="connsiteX2171" fmla="*/ 179551 w 2077997"/>
                <a:gd name="connsiteY2171" fmla="*/ 588244 h 2078048"/>
                <a:gd name="connsiteX2172" fmla="*/ 202125 w 2077997"/>
                <a:gd name="connsiteY2172" fmla="*/ 567479 h 2078048"/>
                <a:gd name="connsiteX2173" fmla="*/ 207364 w 2077997"/>
                <a:gd name="connsiteY2173" fmla="*/ 563479 h 2078048"/>
                <a:gd name="connsiteX2174" fmla="*/ 217651 w 2077997"/>
                <a:gd name="connsiteY2174" fmla="*/ 556049 h 2078048"/>
                <a:gd name="connsiteX2175" fmla="*/ 222508 w 2077997"/>
                <a:gd name="connsiteY2175" fmla="*/ 576242 h 2078048"/>
                <a:gd name="connsiteX2176" fmla="*/ 208983 w 2077997"/>
                <a:gd name="connsiteY2176" fmla="*/ 586815 h 2078048"/>
                <a:gd name="connsiteX2177" fmla="*/ 208697 w 2077997"/>
                <a:gd name="connsiteY2177" fmla="*/ 606818 h 2078048"/>
                <a:gd name="connsiteX2178" fmla="*/ 208697 w 2077997"/>
                <a:gd name="connsiteY2178" fmla="*/ 606818 h 2078048"/>
                <a:gd name="connsiteX2179" fmla="*/ 208697 w 2077997"/>
                <a:gd name="connsiteY2179" fmla="*/ 606818 h 2078048"/>
                <a:gd name="connsiteX2180" fmla="*/ 211269 w 2077997"/>
                <a:gd name="connsiteY2180" fmla="*/ 610247 h 2078048"/>
                <a:gd name="connsiteX2181" fmla="*/ 211650 w 2077997"/>
                <a:gd name="connsiteY2181" fmla="*/ 610628 h 2078048"/>
                <a:gd name="connsiteX2182" fmla="*/ 215270 w 2077997"/>
                <a:gd name="connsiteY2182" fmla="*/ 613295 h 2078048"/>
                <a:gd name="connsiteX2183" fmla="*/ 235082 w 2077997"/>
                <a:gd name="connsiteY2183" fmla="*/ 610247 h 2078048"/>
                <a:gd name="connsiteX2184" fmla="*/ 235272 w 2077997"/>
                <a:gd name="connsiteY2184" fmla="*/ 610818 h 2078048"/>
                <a:gd name="connsiteX2185" fmla="*/ 265371 w 2077997"/>
                <a:gd name="connsiteY2185" fmla="*/ 657967 h 2078048"/>
                <a:gd name="connsiteX2186" fmla="*/ 287088 w 2077997"/>
                <a:gd name="connsiteY2186" fmla="*/ 680446 h 2078048"/>
                <a:gd name="connsiteX2187" fmla="*/ 288993 w 2077997"/>
                <a:gd name="connsiteY2187" fmla="*/ 697877 h 2078048"/>
                <a:gd name="connsiteX2188" fmla="*/ 288993 w 2077997"/>
                <a:gd name="connsiteY2188" fmla="*/ 697877 h 2078048"/>
                <a:gd name="connsiteX2189" fmla="*/ 288993 w 2077997"/>
                <a:gd name="connsiteY2189" fmla="*/ 697877 h 2078048"/>
                <a:gd name="connsiteX2190" fmla="*/ 291850 w 2077997"/>
                <a:gd name="connsiteY2190" fmla="*/ 701020 h 2078048"/>
                <a:gd name="connsiteX2191" fmla="*/ 292232 w 2077997"/>
                <a:gd name="connsiteY2191" fmla="*/ 701401 h 2078048"/>
                <a:gd name="connsiteX2192" fmla="*/ 296041 w 2077997"/>
                <a:gd name="connsiteY2192" fmla="*/ 703782 h 2078048"/>
                <a:gd name="connsiteX2193" fmla="*/ 299470 w 2077997"/>
                <a:gd name="connsiteY2193" fmla="*/ 704925 h 2078048"/>
                <a:gd name="connsiteX2194" fmla="*/ 302899 w 2077997"/>
                <a:gd name="connsiteY2194" fmla="*/ 705401 h 2078048"/>
                <a:gd name="connsiteX2195" fmla="*/ 309567 w 2077997"/>
                <a:gd name="connsiteY2195" fmla="*/ 704354 h 2078048"/>
                <a:gd name="connsiteX2196" fmla="*/ 314139 w 2077997"/>
                <a:gd name="connsiteY2196" fmla="*/ 701782 h 2078048"/>
                <a:gd name="connsiteX2197" fmla="*/ 353477 w 2077997"/>
                <a:gd name="connsiteY2197" fmla="*/ 724166 h 2078048"/>
                <a:gd name="connsiteX2198" fmla="*/ 353477 w 2077997"/>
                <a:gd name="connsiteY2198" fmla="*/ 724166 h 2078048"/>
                <a:gd name="connsiteX2199" fmla="*/ 355668 w 2077997"/>
                <a:gd name="connsiteY2199" fmla="*/ 725213 h 2078048"/>
                <a:gd name="connsiteX2200" fmla="*/ 400054 w 2077997"/>
                <a:gd name="connsiteY2200" fmla="*/ 742644 h 2078048"/>
                <a:gd name="connsiteX2201" fmla="*/ 409484 w 2077997"/>
                <a:gd name="connsiteY2201" fmla="*/ 753788 h 2078048"/>
                <a:gd name="connsiteX2202" fmla="*/ 409484 w 2077997"/>
                <a:gd name="connsiteY2202" fmla="*/ 753788 h 2078048"/>
                <a:gd name="connsiteX2203" fmla="*/ 409484 w 2077997"/>
                <a:gd name="connsiteY2203" fmla="*/ 753788 h 2078048"/>
                <a:gd name="connsiteX2204" fmla="*/ 413390 w 2077997"/>
                <a:gd name="connsiteY2204" fmla="*/ 755312 h 2078048"/>
                <a:gd name="connsiteX2205" fmla="*/ 413866 w 2077997"/>
                <a:gd name="connsiteY2205" fmla="*/ 755503 h 2078048"/>
                <a:gd name="connsiteX2206" fmla="*/ 418247 w 2077997"/>
                <a:gd name="connsiteY2206" fmla="*/ 756170 h 2078048"/>
                <a:gd name="connsiteX2207" fmla="*/ 430630 w 2077997"/>
                <a:gd name="connsiteY2207" fmla="*/ 751312 h 2078048"/>
                <a:gd name="connsiteX2208" fmla="*/ 439107 w 2077997"/>
                <a:gd name="connsiteY2208" fmla="*/ 753407 h 2078048"/>
                <a:gd name="connsiteX2209" fmla="*/ 506353 w 2077997"/>
                <a:gd name="connsiteY2209" fmla="*/ 760932 h 2078048"/>
                <a:gd name="connsiteX2210" fmla="*/ 555407 w 2077997"/>
                <a:gd name="connsiteY2210" fmla="*/ 752931 h 2078048"/>
                <a:gd name="connsiteX2211" fmla="*/ 567980 w 2077997"/>
                <a:gd name="connsiteY2211" fmla="*/ 760075 h 2078048"/>
                <a:gd name="connsiteX2212" fmla="*/ 581506 w 2077997"/>
                <a:gd name="connsiteY2212" fmla="*/ 756741 h 2078048"/>
                <a:gd name="connsiteX2213" fmla="*/ 581506 w 2077997"/>
                <a:gd name="connsiteY2213" fmla="*/ 756741 h 2078048"/>
                <a:gd name="connsiteX2214" fmla="*/ 581506 w 2077997"/>
                <a:gd name="connsiteY2214" fmla="*/ 756646 h 2078048"/>
                <a:gd name="connsiteX2215" fmla="*/ 582744 w 2077997"/>
                <a:gd name="connsiteY2215" fmla="*/ 754360 h 2078048"/>
                <a:gd name="connsiteX2216" fmla="*/ 582934 w 2077997"/>
                <a:gd name="connsiteY2216" fmla="*/ 753884 h 2078048"/>
                <a:gd name="connsiteX2217" fmla="*/ 583316 w 2077997"/>
                <a:gd name="connsiteY2217" fmla="*/ 750836 h 2078048"/>
                <a:gd name="connsiteX2218" fmla="*/ 577124 w 2077997"/>
                <a:gd name="connsiteY2218" fmla="*/ 739501 h 2078048"/>
                <a:gd name="connsiteX2219" fmla="*/ 583125 w 2077997"/>
                <a:gd name="connsiteY2219" fmla="*/ 732262 h 2078048"/>
                <a:gd name="connsiteX2220" fmla="*/ 577791 w 2077997"/>
                <a:gd name="connsiteY2220" fmla="*/ 647394 h 2078048"/>
                <a:gd name="connsiteX2221" fmla="*/ 546835 w 2077997"/>
                <a:gd name="connsiteY2221" fmla="*/ 595578 h 2078048"/>
                <a:gd name="connsiteX2222" fmla="*/ 549978 w 2077997"/>
                <a:gd name="connsiteY2222" fmla="*/ 583672 h 2078048"/>
                <a:gd name="connsiteX2223" fmla="*/ 547692 w 2077997"/>
                <a:gd name="connsiteY2223" fmla="*/ 577481 h 2078048"/>
                <a:gd name="connsiteX2224" fmla="*/ 545596 w 2077997"/>
                <a:gd name="connsiteY2224" fmla="*/ 574528 h 2078048"/>
                <a:gd name="connsiteX2225" fmla="*/ 543025 w 2077997"/>
                <a:gd name="connsiteY2225" fmla="*/ 571956 h 2078048"/>
                <a:gd name="connsiteX2226" fmla="*/ 533976 w 2077997"/>
                <a:gd name="connsiteY2226" fmla="*/ 567575 h 2078048"/>
                <a:gd name="connsiteX2227" fmla="*/ 525404 w 2077997"/>
                <a:gd name="connsiteY2227" fmla="*/ 568337 h 2078048"/>
                <a:gd name="connsiteX2228" fmla="*/ 487303 w 2077997"/>
                <a:gd name="connsiteY2228" fmla="*/ 528617 h 2078048"/>
                <a:gd name="connsiteX2229" fmla="*/ 471111 w 2077997"/>
                <a:gd name="connsiteY2229" fmla="*/ 514711 h 2078048"/>
                <a:gd name="connsiteX2230" fmla="*/ 471111 w 2077997"/>
                <a:gd name="connsiteY2230" fmla="*/ 514711 h 2078048"/>
                <a:gd name="connsiteX2231" fmla="*/ 471111 w 2077997"/>
                <a:gd name="connsiteY2231" fmla="*/ 514711 h 2078048"/>
                <a:gd name="connsiteX2232" fmla="*/ 463682 w 2077997"/>
                <a:gd name="connsiteY2232" fmla="*/ 508901 h 2078048"/>
                <a:gd name="connsiteX2233" fmla="*/ 465396 w 2077997"/>
                <a:gd name="connsiteY2233" fmla="*/ 506710 h 2078048"/>
                <a:gd name="connsiteX2234" fmla="*/ 467873 w 2077997"/>
                <a:gd name="connsiteY2234" fmla="*/ 496899 h 2078048"/>
                <a:gd name="connsiteX2235" fmla="*/ 464539 w 2077997"/>
                <a:gd name="connsiteY2235" fmla="*/ 487374 h 2078048"/>
                <a:gd name="connsiteX2236" fmla="*/ 459395 w 2077997"/>
                <a:gd name="connsiteY2236" fmla="*/ 482516 h 2078048"/>
                <a:gd name="connsiteX2237" fmla="*/ 449394 w 2077997"/>
                <a:gd name="connsiteY2237" fmla="*/ 479849 h 2078048"/>
                <a:gd name="connsiteX2238" fmla="*/ 441679 w 2077997"/>
                <a:gd name="connsiteY2238" fmla="*/ 482040 h 2078048"/>
                <a:gd name="connsiteX2239" fmla="*/ 437107 w 2077997"/>
                <a:gd name="connsiteY2239" fmla="*/ 485469 h 2078048"/>
                <a:gd name="connsiteX2240" fmla="*/ 434916 w 2077997"/>
                <a:gd name="connsiteY2240" fmla="*/ 488327 h 2078048"/>
                <a:gd name="connsiteX2241" fmla="*/ 434249 w 2077997"/>
                <a:gd name="connsiteY2241" fmla="*/ 489755 h 2078048"/>
                <a:gd name="connsiteX2242" fmla="*/ 390911 w 2077997"/>
                <a:gd name="connsiteY2242" fmla="*/ 470991 h 2078048"/>
                <a:gd name="connsiteX2243" fmla="*/ 355096 w 2077997"/>
                <a:gd name="connsiteY2243" fmla="*/ 462990 h 2078048"/>
                <a:gd name="connsiteX2244" fmla="*/ 355287 w 2077997"/>
                <a:gd name="connsiteY2244" fmla="*/ 462800 h 2078048"/>
                <a:gd name="connsiteX2245" fmla="*/ 358049 w 2077997"/>
                <a:gd name="connsiteY2245" fmla="*/ 451941 h 2078048"/>
                <a:gd name="connsiteX2246" fmla="*/ 352334 w 2077997"/>
                <a:gd name="connsiteY2246" fmla="*/ 439463 h 2078048"/>
                <a:gd name="connsiteX2247" fmla="*/ 349382 w 2077997"/>
                <a:gd name="connsiteY2247" fmla="*/ 437463 h 2078048"/>
                <a:gd name="connsiteX2248" fmla="*/ 342428 w 2077997"/>
                <a:gd name="connsiteY2248" fmla="*/ 435558 h 2078048"/>
                <a:gd name="connsiteX2249" fmla="*/ 335189 w 2077997"/>
                <a:gd name="connsiteY2249" fmla="*/ 436701 h 2078048"/>
                <a:gd name="connsiteX2250" fmla="*/ 331760 w 2077997"/>
                <a:gd name="connsiteY2250" fmla="*/ 438320 h 2078048"/>
                <a:gd name="connsiteX2251" fmla="*/ 325664 w 2077997"/>
                <a:gd name="connsiteY2251" fmla="*/ 443369 h 2078048"/>
                <a:gd name="connsiteX2252" fmla="*/ 323283 w 2077997"/>
                <a:gd name="connsiteY2252" fmla="*/ 446702 h 2078048"/>
                <a:gd name="connsiteX2253" fmla="*/ 321473 w 2077997"/>
                <a:gd name="connsiteY2253" fmla="*/ 451084 h 2078048"/>
                <a:gd name="connsiteX2254" fmla="*/ 321283 w 2077997"/>
                <a:gd name="connsiteY2254" fmla="*/ 452036 h 2078048"/>
                <a:gd name="connsiteX2255" fmla="*/ 320711 w 2077997"/>
                <a:gd name="connsiteY2255" fmla="*/ 456227 h 2078048"/>
                <a:gd name="connsiteX2256" fmla="*/ 320711 w 2077997"/>
                <a:gd name="connsiteY2256" fmla="*/ 456227 h 2078048"/>
                <a:gd name="connsiteX2257" fmla="*/ 320711 w 2077997"/>
                <a:gd name="connsiteY2257" fmla="*/ 456227 h 2078048"/>
                <a:gd name="connsiteX2258" fmla="*/ 321092 w 2077997"/>
                <a:gd name="connsiteY2258" fmla="*/ 460895 h 2078048"/>
                <a:gd name="connsiteX2259" fmla="*/ 298613 w 2077997"/>
                <a:gd name="connsiteY2259" fmla="*/ 462514 h 2078048"/>
                <a:gd name="connsiteX2260" fmla="*/ 299185 w 2077997"/>
                <a:gd name="connsiteY2260" fmla="*/ 452322 h 2078048"/>
                <a:gd name="connsiteX2261" fmla="*/ 297661 w 2077997"/>
                <a:gd name="connsiteY2261" fmla="*/ 448036 h 2078048"/>
                <a:gd name="connsiteX2262" fmla="*/ 297375 w 2077997"/>
                <a:gd name="connsiteY2262" fmla="*/ 447655 h 2078048"/>
                <a:gd name="connsiteX2263" fmla="*/ 285469 w 2077997"/>
                <a:gd name="connsiteY2263" fmla="*/ 439654 h 2078048"/>
                <a:gd name="connsiteX2264" fmla="*/ 344143 w 2077997"/>
                <a:gd name="connsiteY2264" fmla="*/ 344975 h 2078048"/>
                <a:gd name="connsiteX2265" fmla="*/ 377480 w 2077997"/>
                <a:gd name="connsiteY2265" fmla="*/ 317353 h 2078048"/>
                <a:gd name="connsiteX2266" fmla="*/ 386624 w 2077997"/>
                <a:gd name="connsiteY2266" fmla="*/ 327545 h 2078048"/>
                <a:gd name="connsiteX2267" fmla="*/ 410246 w 2077997"/>
                <a:gd name="connsiteY2267" fmla="*/ 321353 h 2078048"/>
                <a:gd name="connsiteX2268" fmla="*/ 410532 w 2077997"/>
                <a:gd name="connsiteY2268" fmla="*/ 321068 h 2078048"/>
                <a:gd name="connsiteX2269" fmla="*/ 413675 w 2077997"/>
                <a:gd name="connsiteY2269" fmla="*/ 316877 h 2078048"/>
                <a:gd name="connsiteX2270" fmla="*/ 413580 w 2077997"/>
                <a:gd name="connsiteY2270" fmla="*/ 296493 h 2078048"/>
                <a:gd name="connsiteX2271" fmla="*/ 430916 w 2077997"/>
                <a:gd name="connsiteY2271" fmla="*/ 289159 h 2078048"/>
                <a:gd name="connsiteX2272" fmla="*/ 438821 w 2077997"/>
                <a:gd name="connsiteY2272" fmla="*/ 286397 h 2078048"/>
                <a:gd name="connsiteX2273" fmla="*/ 445489 w 2077997"/>
                <a:gd name="connsiteY2273" fmla="*/ 284206 h 2078048"/>
                <a:gd name="connsiteX2274" fmla="*/ 464729 w 2077997"/>
                <a:gd name="connsiteY2274" fmla="*/ 279253 h 2078048"/>
                <a:gd name="connsiteX2275" fmla="*/ 461586 w 2077997"/>
                <a:gd name="connsiteY2275" fmla="*/ 299827 h 2078048"/>
                <a:gd name="connsiteX2276" fmla="*/ 445108 w 2077997"/>
                <a:gd name="connsiteY2276" fmla="*/ 304494 h 2078048"/>
                <a:gd name="connsiteX2277" fmla="*/ 437107 w 2077997"/>
                <a:gd name="connsiteY2277" fmla="*/ 322687 h 2078048"/>
                <a:gd name="connsiteX2278" fmla="*/ 437107 w 2077997"/>
                <a:gd name="connsiteY2278" fmla="*/ 322687 h 2078048"/>
                <a:gd name="connsiteX2279" fmla="*/ 437107 w 2077997"/>
                <a:gd name="connsiteY2279" fmla="*/ 322687 h 2078048"/>
                <a:gd name="connsiteX2280" fmla="*/ 438154 w 2077997"/>
                <a:gd name="connsiteY2280" fmla="*/ 326878 h 2078048"/>
                <a:gd name="connsiteX2281" fmla="*/ 438345 w 2077997"/>
                <a:gd name="connsiteY2281" fmla="*/ 327449 h 2078048"/>
                <a:gd name="connsiteX2282" fmla="*/ 440631 w 2077997"/>
                <a:gd name="connsiteY2282" fmla="*/ 331259 h 2078048"/>
                <a:gd name="connsiteX2283" fmla="*/ 443298 w 2077997"/>
                <a:gd name="connsiteY2283" fmla="*/ 333736 h 2078048"/>
                <a:gd name="connsiteX2284" fmla="*/ 453204 w 2077997"/>
                <a:gd name="connsiteY2284" fmla="*/ 337070 h 2078048"/>
                <a:gd name="connsiteX2285" fmla="*/ 460062 w 2077997"/>
                <a:gd name="connsiteY2285" fmla="*/ 336022 h 2078048"/>
                <a:gd name="connsiteX2286" fmla="*/ 460062 w 2077997"/>
                <a:gd name="connsiteY2286" fmla="*/ 336593 h 2078048"/>
                <a:gd name="connsiteX2287" fmla="*/ 470063 w 2077997"/>
                <a:gd name="connsiteY2287" fmla="*/ 391743 h 2078048"/>
                <a:gd name="connsiteX2288" fmla="*/ 481493 w 2077997"/>
                <a:gd name="connsiteY2288" fmla="*/ 420794 h 2078048"/>
                <a:gd name="connsiteX2289" fmla="*/ 476540 w 2077997"/>
                <a:gd name="connsiteY2289" fmla="*/ 437558 h 2078048"/>
                <a:gd name="connsiteX2290" fmla="*/ 476540 w 2077997"/>
                <a:gd name="connsiteY2290" fmla="*/ 437558 h 2078048"/>
                <a:gd name="connsiteX2291" fmla="*/ 476540 w 2077997"/>
                <a:gd name="connsiteY2291" fmla="*/ 437558 h 2078048"/>
                <a:gd name="connsiteX2292" fmla="*/ 477969 w 2077997"/>
                <a:gd name="connsiteY2292" fmla="*/ 441464 h 2078048"/>
                <a:gd name="connsiteX2293" fmla="*/ 478255 w 2077997"/>
                <a:gd name="connsiteY2293" fmla="*/ 442035 h 2078048"/>
                <a:gd name="connsiteX2294" fmla="*/ 480827 w 2077997"/>
                <a:gd name="connsiteY2294" fmla="*/ 445655 h 2078048"/>
                <a:gd name="connsiteX2295" fmla="*/ 480827 w 2077997"/>
                <a:gd name="connsiteY2295" fmla="*/ 445655 h 2078048"/>
                <a:gd name="connsiteX2296" fmla="*/ 486637 w 2077997"/>
                <a:gd name="connsiteY2296" fmla="*/ 449750 h 2078048"/>
                <a:gd name="connsiteX2297" fmla="*/ 498353 w 2077997"/>
                <a:gd name="connsiteY2297" fmla="*/ 450608 h 2078048"/>
                <a:gd name="connsiteX2298" fmla="*/ 526166 w 2077997"/>
                <a:gd name="connsiteY2298" fmla="*/ 486326 h 2078048"/>
                <a:gd name="connsiteX2299" fmla="*/ 526166 w 2077997"/>
                <a:gd name="connsiteY2299" fmla="*/ 486326 h 2078048"/>
                <a:gd name="connsiteX2300" fmla="*/ 527785 w 2077997"/>
                <a:gd name="connsiteY2300" fmla="*/ 488136 h 2078048"/>
                <a:gd name="connsiteX2301" fmla="*/ 562170 w 2077997"/>
                <a:gd name="connsiteY2301" fmla="*/ 521188 h 2078048"/>
                <a:gd name="connsiteX2302" fmla="*/ 566742 w 2077997"/>
                <a:gd name="connsiteY2302" fmla="*/ 535094 h 2078048"/>
                <a:gd name="connsiteX2303" fmla="*/ 566742 w 2077997"/>
                <a:gd name="connsiteY2303" fmla="*/ 535094 h 2078048"/>
                <a:gd name="connsiteX2304" fmla="*/ 566742 w 2077997"/>
                <a:gd name="connsiteY2304" fmla="*/ 535094 h 2078048"/>
                <a:gd name="connsiteX2305" fmla="*/ 569790 w 2077997"/>
                <a:gd name="connsiteY2305" fmla="*/ 538047 h 2078048"/>
                <a:gd name="connsiteX2306" fmla="*/ 570171 w 2077997"/>
                <a:gd name="connsiteY2306" fmla="*/ 538428 h 2078048"/>
                <a:gd name="connsiteX2307" fmla="*/ 573981 w 2077997"/>
                <a:gd name="connsiteY2307" fmla="*/ 540714 h 2078048"/>
                <a:gd name="connsiteX2308" fmla="*/ 586268 w 2077997"/>
                <a:gd name="connsiteY2308" fmla="*/ 541381 h 2078048"/>
                <a:gd name="connsiteX2309" fmla="*/ 587316 w 2077997"/>
                <a:gd name="connsiteY2309" fmla="*/ 540905 h 2078048"/>
                <a:gd name="connsiteX2310" fmla="*/ 594365 w 2077997"/>
                <a:gd name="connsiteY2310" fmla="*/ 546048 h 2078048"/>
                <a:gd name="connsiteX2311" fmla="*/ 653610 w 2077997"/>
                <a:gd name="connsiteY2311" fmla="*/ 578528 h 2078048"/>
                <a:gd name="connsiteX2312" fmla="*/ 701235 w 2077997"/>
                <a:gd name="connsiteY2312" fmla="*/ 589768 h 2078048"/>
                <a:gd name="connsiteX2313" fmla="*/ 701997 w 2077997"/>
                <a:gd name="connsiteY2313" fmla="*/ 589768 h 2078048"/>
                <a:gd name="connsiteX2314" fmla="*/ 710950 w 2077997"/>
                <a:gd name="connsiteY2314" fmla="*/ 601198 h 2078048"/>
                <a:gd name="connsiteX2315" fmla="*/ 727048 w 2077997"/>
                <a:gd name="connsiteY2315" fmla="*/ 601579 h 2078048"/>
                <a:gd name="connsiteX2316" fmla="*/ 727238 w 2077997"/>
                <a:gd name="connsiteY2316" fmla="*/ 601293 h 2078048"/>
                <a:gd name="connsiteX2317" fmla="*/ 728762 w 2077997"/>
                <a:gd name="connsiteY2317" fmla="*/ 598531 h 2078048"/>
                <a:gd name="connsiteX2318" fmla="*/ 729334 w 2077997"/>
                <a:gd name="connsiteY2318" fmla="*/ 595769 h 2078048"/>
                <a:gd name="connsiteX2319" fmla="*/ 728858 w 2077997"/>
                <a:gd name="connsiteY2319" fmla="*/ 589673 h 2078048"/>
                <a:gd name="connsiteX2320" fmla="*/ 727429 w 2077997"/>
                <a:gd name="connsiteY2320" fmla="*/ 585577 h 2078048"/>
                <a:gd name="connsiteX2321" fmla="*/ 735811 w 2077997"/>
                <a:gd name="connsiteY2321" fmla="*/ 581291 h 2078048"/>
                <a:gd name="connsiteX2322" fmla="*/ 757528 w 2077997"/>
                <a:gd name="connsiteY2322" fmla="*/ 551001 h 2078048"/>
                <a:gd name="connsiteX2323" fmla="*/ 762195 w 2077997"/>
                <a:gd name="connsiteY2323" fmla="*/ 528046 h 2078048"/>
                <a:gd name="connsiteX2324" fmla="*/ 763148 w 2077997"/>
                <a:gd name="connsiteY2324" fmla="*/ 500709 h 2078048"/>
                <a:gd name="connsiteX2325" fmla="*/ 754289 w 2077997"/>
                <a:gd name="connsiteY2325" fmla="*/ 440987 h 2078048"/>
                <a:gd name="connsiteX2326" fmla="*/ 761147 w 2077997"/>
                <a:gd name="connsiteY2326" fmla="*/ 421080 h 2078048"/>
                <a:gd name="connsiteX2327" fmla="*/ 757909 w 2077997"/>
                <a:gd name="connsiteY2327" fmla="*/ 414794 h 2078048"/>
                <a:gd name="connsiteX2328" fmla="*/ 755623 w 2077997"/>
                <a:gd name="connsiteY2328" fmla="*/ 412317 h 2078048"/>
                <a:gd name="connsiteX2329" fmla="*/ 744859 w 2077997"/>
                <a:gd name="connsiteY2329" fmla="*/ 407745 h 2078048"/>
                <a:gd name="connsiteX2330" fmla="*/ 724762 w 2077997"/>
                <a:gd name="connsiteY2330" fmla="*/ 356405 h 2078048"/>
                <a:gd name="connsiteX2331" fmla="*/ 715141 w 2077997"/>
                <a:gd name="connsiteY2331" fmla="*/ 337451 h 2078048"/>
                <a:gd name="connsiteX2332" fmla="*/ 715141 w 2077997"/>
                <a:gd name="connsiteY2332" fmla="*/ 337355 h 2078048"/>
                <a:gd name="connsiteX2333" fmla="*/ 715141 w 2077997"/>
                <a:gd name="connsiteY2333" fmla="*/ 337355 h 2078048"/>
                <a:gd name="connsiteX2334" fmla="*/ 710570 w 2077997"/>
                <a:gd name="connsiteY2334" fmla="*/ 329164 h 2078048"/>
                <a:gd name="connsiteX2335" fmla="*/ 712951 w 2077997"/>
                <a:gd name="connsiteY2335" fmla="*/ 327735 h 2078048"/>
                <a:gd name="connsiteX2336" fmla="*/ 716570 w 2077997"/>
                <a:gd name="connsiteY2336" fmla="*/ 302970 h 2078048"/>
                <a:gd name="connsiteX2337" fmla="*/ 711427 w 2077997"/>
                <a:gd name="connsiteY2337" fmla="*/ 298112 h 2078048"/>
                <a:gd name="connsiteX2338" fmla="*/ 694853 w 2077997"/>
                <a:gd name="connsiteY2338" fmla="*/ 297160 h 2078048"/>
                <a:gd name="connsiteX2339" fmla="*/ 691710 w 2077997"/>
                <a:gd name="connsiteY2339" fmla="*/ 298970 h 2078048"/>
                <a:gd name="connsiteX2340" fmla="*/ 690567 w 2077997"/>
                <a:gd name="connsiteY2340" fmla="*/ 300017 h 2078048"/>
                <a:gd name="connsiteX2341" fmla="*/ 657611 w 2077997"/>
                <a:gd name="connsiteY2341" fmla="*/ 266013 h 2078048"/>
                <a:gd name="connsiteX2342" fmla="*/ 627512 w 2077997"/>
                <a:gd name="connsiteY2342" fmla="*/ 245058 h 2078048"/>
                <a:gd name="connsiteX2343" fmla="*/ 627797 w 2077997"/>
                <a:gd name="connsiteY2343" fmla="*/ 244868 h 2078048"/>
                <a:gd name="connsiteX2344" fmla="*/ 631988 w 2077997"/>
                <a:gd name="connsiteY2344" fmla="*/ 219055 h 2078048"/>
                <a:gd name="connsiteX2345" fmla="*/ 619129 w 2077997"/>
                <a:gd name="connsiteY2345" fmla="*/ 212959 h 2078048"/>
                <a:gd name="connsiteX2346" fmla="*/ 615320 w 2077997"/>
                <a:gd name="connsiteY2346" fmla="*/ 213149 h 2078048"/>
                <a:gd name="connsiteX2347" fmla="*/ 604366 w 2077997"/>
                <a:gd name="connsiteY2347" fmla="*/ 217721 h 2078048"/>
                <a:gd name="connsiteX2348" fmla="*/ 600746 w 2077997"/>
                <a:gd name="connsiteY2348" fmla="*/ 221246 h 2078048"/>
                <a:gd name="connsiteX2349" fmla="*/ 600556 w 2077997"/>
                <a:gd name="connsiteY2349" fmla="*/ 221436 h 2078048"/>
                <a:gd name="connsiteX2350" fmla="*/ 598270 w 2077997"/>
                <a:gd name="connsiteY2350" fmla="*/ 225151 h 2078048"/>
                <a:gd name="connsiteX2351" fmla="*/ 598175 w 2077997"/>
                <a:gd name="connsiteY2351" fmla="*/ 225341 h 2078048"/>
                <a:gd name="connsiteX2352" fmla="*/ 598175 w 2077997"/>
                <a:gd name="connsiteY2352" fmla="*/ 225341 h 2078048"/>
                <a:gd name="connsiteX2353" fmla="*/ 596746 w 2077997"/>
                <a:gd name="connsiteY2353" fmla="*/ 229913 h 2078048"/>
                <a:gd name="connsiteX2354" fmla="*/ 575410 w 2077997"/>
                <a:gd name="connsiteY2354" fmla="*/ 222960 h 2078048"/>
                <a:gd name="connsiteX2355" fmla="*/ 579791 w 2077997"/>
                <a:gd name="connsiteY2355" fmla="*/ 213721 h 2078048"/>
                <a:gd name="connsiteX2356" fmla="*/ 579982 w 2077997"/>
                <a:gd name="connsiteY2356" fmla="*/ 209149 h 2078048"/>
                <a:gd name="connsiteX2357" fmla="*/ 579887 w 2077997"/>
                <a:gd name="connsiteY2357" fmla="*/ 208673 h 2078048"/>
                <a:gd name="connsiteX2358" fmla="*/ 571981 w 2077997"/>
                <a:gd name="connsiteY2358" fmla="*/ 196766 h 2078048"/>
                <a:gd name="connsiteX2359" fmla="*/ 662659 w 2077997"/>
                <a:gd name="connsiteY2359" fmla="*/ 131711 h 2078048"/>
                <a:gd name="connsiteX2360" fmla="*/ 704092 w 2077997"/>
                <a:gd name="connsiteY2360" fmla="*/ 118757 h 2078048"/>
                <a:gd name="connsiteX2361" fmla="*/ 708569 w 2077997"/>
                <a:gd name="connsiteY2361" fmla="*/ 131711 h 2078048"/>
                <a:gd name="connsiteX2362" fmla="*/ 732667 w 2077997"/>
                <a:gd name="connsiteY2362" fmla="*/ 135140 h 2078048"/>
                <a:gd name="connsiteX2363" fmla="*/ 733334 w 2077997"/>
                <a:gd name="connsiteY2363" fmla="*/ 134854 h 2078048"/>
                <a:gd name="connsiteX2364" fmla="*/ 737811 w 2077997"/>
                <a:gd name="connsiteY2364" fmla="*/ 132187 h 2078048"/>
                <a:gd name="connsiteX2365" fmla="*/ 745526 w 2077997"/>
                <a:gd name="connsiteY2365" fmla="*/ 113327 h 2078048"/>
                <a:gd name="connsiteX2366" fmla="*/ 781626 w 2077997"/>
                <a:gd name="connsiteY2366" fmla="*/ 114375 h 2078048"/>
                <a:gd name="connsiteX2367" fmla="*/ 785150 w 2077997"/>
                <a:gd name="connsiteY2367" fmla="*/ 114756 h 2078048"/>
                <a:gd name="connsiteX2368" fmla="*/ 799438 w 2077997"/>
                <a:gd name="connsiteY2368" fmla="*/ 116947 h 2078048"/>
                <a:gd name="connsiteX2369" fmla="*/ 788579 w 2077997"/>
                <a:gd name="connsiteY2369" fmla="*/ 134854 h 2078048"/>
                <a:gd name="connsiteX2370" fmla="*/ 771625 w 2077997"/>
                <a:gd name="connsiteY2370" fmla="*/ 132949 h 2078048"/>
                <a:gd name="connsiteX2371" fmla="*/ 756480 w 2077997"/>
                <a:gd name="connsiteY2371" fmla="*/ 150951 h 2078048"/>
                <a:gd name="connsiteX2372" fmla="*/ 756480 w 2077997"/>
                <a:gd name="connsiteY2372" fmla="*/ 151332 h 2078048"/>
                <a:gd name="connsiteX2373" fmla="*/ 757147 w 2077997"/>
                <a:gd name="connsiteY2373" fmla="*/ 155809 h 2078048"/>
                <a:gd name="connsiteX2374" fmla="*/ 773339 w 2077997"/>
                <a:gd name="connsiteY2374" fmla="*/ 167715 h 2078048"/>
                <a:gd name="connsiteX2375" fmla="*/ 773149 w 2077997"/>
                <a:gd name="connsiteY2375" fmla="*/ 168287 h 2078048"/>
                <a:gd name="connsiteX2376" fmla="*/ 761147 w 2077997"/>
                <a:gd name="connsiteY2376" fmla="*/ 223055 h 2078048"/>
                <a:gd name="connsiteX2377" fmla="*/ 760576 w 2077997"/>
                <a:gd name="connsiteY2377" fmla="*/ 254297 h 2078048"/>
                <a:gd name="connsiteX2378" fmla="*/ 749336 w 2077997"/>
                <a:gd name="connsiteY2378" fmla="*/ 272014 h 2078048"/>
                <a:gd name="connsiteX2379" fmla="*/ 749336 w 2077997"/>
                <a:gd name="connsiteY2379" fmla="*/ 272585 h 2078048"/>
                <a:gd name="connsiteX2380" fmla="*/ 750289 w 2077997"/>
                <a:gd name="connsiteY2380" fmla="*/ 276967 h 2078048"/>
                <a:gd name="connsiteX2381" fmla="*/ 764576 w 2077997"/>
                <a:gd name="connsiteY2381" fmla="*/ 288302 h 2078048"/>
                <a:gd name="connsiteX2382" fmla="*/ 777340 w 2077997"/>
                <a:gd name="connsiteY2382" fmla="*/ 334212 h 2078048"/>
                <a:gd name="connsiteX2383" fmla="*/ 796485 w 2077997"/>
                <a:gd name="connsiteY2383" fmla="*/ 377932 h 2078048"/>
                <a:gd name="connsiteX2384" fmla="*/ 795342 w 2077997"/>
                <a:gd name="connsiteY2384" fmla="*/ 392600 h 2078048"/>
                <a:gd name="connsiteX2385" fmla="*/ 795342 w 2077997"/>
                <a:gd name="connsiteY2385" fmla="*/ 392600 h 2078048"/>
                <a:gd name="connsiteX2386" fmla="*/ 795342 w 2077997"/>
                <a:gd name="connsiteY2386" fmla="*/ 392600 h 2078048"/>
                <a:gd name="connsiteX2387" fmla="*/ 797057 w 2077997"/>
                <a:gd name="connsiteY2387" fmla="*/ 396506 h 2078048"/>
                <a:gd name="connsiteX2388" fmla="*/ 797342 w 2077997"/>
                <a:gd name="connsiteY2388" fmla="*/ 396982 h 2078048"/>
                <a:gd name="connsiteX2389" fmla="*/ 799914 w 2077997"/>
                <a:gd name="connsiteY2389" fmla="*/ 400506 h 2078048"/>
                <a:gd name="connsiteX2390" fmla="*/ 812106 w 2077997"/>
                <a:gd name="connsiteY2390" fmla="*/ 405935 h 2078048"/>
                <a:gd name="connsiteX2391" fmla="*/ 858779 w 2077997"/>
                <a:gd name="connsiteY2391" fmla="*/ 466038 h 2078048"/>
                <a:gd name="connsiteX2392" fmla="*/ 898307 w 2077997"/>
                <a:gd name="connsiteY2392" fmla="*/ 494708 h 2078048"/>
                <a:gd name="connsiteX2393" fmla="*/ 899165 w 2077997"/>
                <a:gd name="connsiteY2393" fmla="*/ 495089 h 2078048"/>
                <a:gd name="connsiteX2394" fmla="*/ 902975 w 2077997"/>
                <a:gd name="connsiteY2394" fmla="*/ 509091 h 2078048"/>
                <a:gd name="connsiteX2395" fmla="*/ 914976 w 2077997"/>
                <a:gd name="connsiteY2395" fmla="*/ 516521 h 2078048"/>
                <a:gd name="connsiteX2396" fmla="*/ 914976 w 2077997"/>
                <a:gd name="connsiteY2396" fmla="*/ 516521 h 2078048"/>
                <a:gd name="connsiteX2397" fmla="*/ 914976 w 2077997"/>
                <a:gd name="connsiteY2397" fmla="*/ 516521 h 2078048"/>
                <a:gd name="connsiteX2398" fmla="*/ 917643 w 2077997"/>
                <a:gd name="connsiteY2398" fmla="*/ 515663 h 2078048"/>
                <a:gd name="connsiteX2399" fmla="*/ 918024 w 2077997"/>
                <a:gd name="connsiteY2399" fmla="*/ 515473 h 2078048"/>
                <a:gd name="connsiteX2400" fmla="*/ 920405 w 2077997"/>
                <a:gd name="connsiteY2400" fmla="*/ 513473 h 2078048"/>
                <a:gd name="connsiteX2401" fmla="*/ 923929 w 2077997"/>
                <a:gd name="connsiteY2401" fmla="*/ 500995 h 2078048"/>
                <a:gd name="connsiteX2402" fmla="*/ 933359 w 2077997"/>
                <a:gd name="connsiteY2402" fmla="*/ 500328 h 2078048"/>
                <a:gd name="connsiteX2403" fmla="*/ 964982 w 2077997"/>
                <a:gd name="connsiteY2403" fmla="*/ 480707 h 2078048"/>
                <a:gd name="connsiteX2404" fmla="*/ 978127 w 2077997"/>
                <a:gd name="connsiteY2404" fmla="*/ 461276 h 2078048"/>
                <a:gd name="connsiteX2405" fmla="*/ 989557 w 2077997"/>
                <a:gd name="connsiteY2405" fmla="*/ 436415 h 2078048"/>
                <a:gd name="connsiteX2406" fmla="*/ 1004320 w 2077997"/>
                <a:gd name="connsiteY2406" fmla="*/ 377837 h 2078048"/>
                <a:gd name="connsiteX2407" fmla="*/ 1005368 w 2077997"/>
                <a:gd name="connsiteY2407" fmla="*/ 377837 h 2078048"/>
                <a:gd name="connsiteX2408" fmla="*/ 1008130 w 2077997"/>
                <a:gd name="connsiteY2408" fmla="*/ 377170 h 2078048"/>
                <a:gd name="connsiteX2409" fmla="*/ 1013084 w 2077997"/>
                <a:gd name="connsiteY2409" fmla="*/ 374027 h 2078048"/>
                <a:gd name="connsiteX2410" fmla="*/ 1016608 w 2077997"/>
                <a:gd name="connsiteY2410" fmla="*/ 368883 h 2078048"/>
                <a:gd name="connsiteX2411" fmla="*/ 1018322 w 2077997"/>
                <a:gd name="connsiteY2411" fmla="*/ 362120 h 2078048"/>
                <a:gd name="connsiteX2412" fmla="*/ 1008416 w 2077997"/>
                <a:gd name="connsiteY2412" fmla="*/ 343547 h 2078048"/>
                <a:gd name="connsiteX2413" fmla="*/ 1009559 w 2077997"/>
                <a:gd name="connsiteY2413" fmla="*/ 288492 h 2078048"/>
                <a:gd name="connsiteX2414" fmla="*/ 1007940 w 2077997"/>
                <a:gd name="connsiteY2414" fmla="*/ 267251 h 2078048"/>
                <a:gd name="connsiteX2415" fmla="*/ 1007940 w 2077997"/>
                <a:gd name="connsiteY2415" fmla="*/ 267156 h 2078048"/>
                <a:gd name="connsiteX2416" fmla="*/ 1007940 w 2077997"/>
                <a:gd name="connsiteY2416" fmla="*/ 267156 h 2078048"/>
                <a:gd name="connsiteX2417" fmla="*/ 1006797 w 2077997"/>
                <a:gd name="connsiteY2417" fmla="*/ 257822 h 2078048"/>
                <a:gd name="connsiteX2418" fmla="*/ 1009559 w 2077997"/>
                <a:gd name="connsiteY2418" fmla="*/ 257441 h 2078048"/>
                <a:gd name="connsiteX2419" fmla="*/ 1022418 w 2077997"/>
                <a:gd name="connsiteY2419" fmla="*/ 236009 h 2078048"/>
                <a:gd name="connsiteX2420" fmla="*/ 1000987 w 2077997"/>
                <a:gd name="connsiteY2420" fmla="*/ 222770 h 2078048"/>
                <a:gd name="connsiteX2421" fmla="*/ 999558 w 2077997"/>
                <a:gd name="connsiteY2421" fmla="*/ 223246 h 2078048"/>
                <a:gd name="connsiteX2422" fmla="*/ 982223 w 2077997"/>
                <a:gd name="connsiteY2422" fmla="*/ 179336 h 2078048"/>
                <a:gd name="connsiteX2423" fmla="*/ 962506 w 2077997"/>
                <a:gd name="connsiteY2423" fmla="*/ 148379 h 2078048"/>
                <a:gd name="connsiteX2424" fmla="*/ 962791 w 2077997"/>
                <a:gd name="connsiteY2424" fmla="*/ 148284 h 2078048"/>
                <a:gd name="connsiteX2425" fmla="*/ 976508 w 2077997"/>
                <a:gd name="connsiteY2425" fmla="*/ 126091 h 2078048"/>
                <a:gd name="connsiteX2426" fmla="*/ 975079 w 2077997"/>
                <a:gd name="connsiteY2426" fmla="*/ 122757 h 2078048"/>
                <a:gd name="connsiteX2427" fmla="*/ 970221 w 2077997"/>
                <a:gd name="connsiteY2427" fmla="*/ 117423 h 2078048"/>
                <a:gd name="connsiteX2428" fmla="*/ 951552 w 2077997"/>
                <a:gd name="connsiteY2428" fmla="*/ 114185 h 2078048"/>
                <a:gd name="connsiteX2429" fmla="*/ 946980 w 2077997"/>
                <a:gd name="connsiteY2429" fmla="*/ 115994 h 2078048"/>
                <a:gd name="connsiteX2430" fmla="*/ 946694 w 2077997"/>
                <a:gd name="connsiteY2430" fmla="*/ 116185 h 2078048"/>
                <a:gd name="connsiteX2431" fmla="*/ 943075 w 2077997"/>
                <a:gd name="connsiteY2431" fmla="*/ 118757 h 2078048"/>
                <a:gd name="connsiteX2432" fmla="*/ 942979 w 2077997"/>
                <a:gd name="connsiteY2432" fmla="*/ 118852 h 2078048"/>
                <a:gd name="connsiteX2433" fmla="*/ 942979 w 2077997"/>
                <a:gd name="connsiteY2433" fmla="*/ 118852 h 2078048"/>
                <a:gd name="connsiteX2434" fmla="*/ 939932 w 2077997"/>
                <a:gd name="connsiteY2434" fmla="*/ 122471 h 2078048"/>
                <a:gd name="connsiteX2435" fmla="*/ 922882 w 2077997"/>
                <a:gd name="connsiteY2435" fmla="*/ 107898 h 2078048"/>
                <a:gd name="connsiteX2436" fmla="*/ 930502 w 2077997"/>
                <a:gd name="connsiteY2436" fmla="*/ 101040 h 2078048"/>
                <a:gd name="connsiteX2437" fmla="*/ 932407 w 2077997"/>
                <a:gd name="connsiteY2437" fmla="*/ 96849 h 2078048"/>
                <a:gd name="connsiteX2438" fmla="*/ 932502 w 2077997"/>
                <a:gd name="connsiteY2438" fmla="*/ 96373 h 2078048"/>
                <a:gd name="connsiteX2439" fmla="*/ 929740 w 2077997"/>
                <a:gd name="connsiteY2439" fmla="*/ 82371 h 2078048"/>
                <a:gd name="connsiteX2440" fmla="*/ 1038039 w 2077997"/>
                <a:gd name="connsiteY2440" fmla="*/ 57035 h 2078048"/>
                <a:gd name="connsiteX2441" fmla="*/ 1081092 w 2077997"/>
                <a:gd name="connsiteY2441" fmla="*/ 61130 h 2078048"/>
                <a:gd name="connsiteX2442" fmla="*/ 1080330 w 2077997"/>
                <a:gd name="connsiteY2442" fmla="*/ 74751 h 2078048"/>
                <a:gd name="connsiteX2443" fmla="*/ 1096332 w 2077997"/>
                <a:gd name="connsiteY2443" fmla="*/ 86562 h 2078048"/>
                <a:gd name="connsiteX2444" fmla="*/ 1096332 w 2077997"/>
                <a:gd name="connsiteY2444" fmla="*/ 86562 h 2078048"/>
                <a:gd name="connsiteX2445" fmla="*/ 1096427 w 2077997"/>
                <a:gd name="connsiteY2445" fmla="*/ 86562 h 2078048"/>
                <a:gd name="connsiteX2446" fmla="*/ 1101190 w 2077997"/>
                <a:gd name="connsiteY2446" fmla="*/ 86943 h 2078048"/>
                <a:gd name="connsiteX2447" fmla="*/ 1101952 w 2077997"/>
                <a:gd name="connsiteY2447" fmla="*/ 86943 h 2078048"/>
                <a:gd name="connsiteX2448" fmla="*/ 1107095 w 2077997"/>
                <a:gd name="connsiteY2448" fmla="*/ 86276 h 2078048"/>
                <a:gd name="connsiteX2449" fmla="*/ 1121383 w 2077997"/>
                <a:gd name="connsiteY2449" fmla="*/ 71703 h 2078048"/>
                <a:gd name="connsiteX2450" fmla="*/ 1153196 w 2077997"/>
                <a:gd name="connsiteY2450" fmla="*/ 85895 h 2078048"/>
                <a:gd name="connsiteX2451" fmla="*/ 1158721 w 2077997"/>
                <a:gd name="connsiteY2451" fmla="*/ 89039 h 2078048"/>
                <a:gd name="connsiteX2452" fmla="*/ 1169675 w 2077997"/>
                <a:gd name="connsiteY2452" fmla="*/ 95801 h 2078048"/>
                <a:gd name="connsiteX2453" fmla="*/ 1152911 w 2077997"/>
                <a:gd name="connsiteY2453" fmla="*/ 108089 h 2078048"/>
                <a:gd name="connsiteX2454" fmla="*/ 1137956 w 2077997"/>
                <a:gd name="connsiteY2454" fmla="*/ 99707 h 2078048"/>
                <a:gd name="connsiteX2455" fmla="*/ 1119382 w 2077997"/>
                <a:gd name="connsiteY2455" fmla="*/ 107136 h 2078048"/>
                <a:gd name="connsiteX2456" fmla="*/ 1119382 w 2077997"/>
                <a:gd name="connsiteY2456" fmla="*/ 107136 h 2078048"/>
                <a:gd name="connsiteX2457" fmla="*/ 1119382 w 2077997"/>
                <a:gd name="connsiteY2457" fmla="*/ 107136 h 2078048"/>
                <a:gd name="connsiteX2458" fmla="*/ 1117192 w 2077997"/>
                <a:gd name="connsiteY2458" fmla="*/ 110851 h 2078048"/>
                <a:gd name="connsiteX2459" fmla="*/ 1116906 w 2077997"/>
                <a:gd name="connsiteY2459" fmla="*/ 111422 h 2078048"/>
                <a:gd name="connsiteX2460" fmla="*/ 1115858 w 2077997"/>
                <a:gd name="connsiteY2460" fmla="*/ 115804 h 2078048"/>
                <a:gd name="connsiteX2461" fmla="*/ 1115858 w 2077997"/>
                <a:gd name="connsiteY2461" fmla="*/ 115804 h 2078048"/>
                <a:gd name="connsiteX2462" fmla="*/ 1126240 w 2077997"/>
                <a:gd name="connsiteY2462" fmla="*/ 132854 h 2078048"/>
                <a:gd name="connsiteX2463" fmla="*/ 1125860 w 2077997"/>
                <a:gd name="connsiteY2463" fmla="*/ 133235 h 2078048"/>
                <a:gd name="connsiteX2464" fmla="*/ 1093951 w 2077997"/>
                <a:gd name="connsiteY2464" fmla="*/ 179240 h 2078048"/>
                <a:gd name="connsiteX2465" fmla="*/ 1081473 w 2077997"/>
                <a:gd name="connsiteY2465" fmla="*/ 207815 h 2078048"/>
                <a:gd name="connsiteX2466" fmla="*/ 1066043 w 2077997"/>
                <a:gd name="connsiteY2466" fmla="*/ 216293 h 2078048"/>
                <a:gd name="connsiteX2467" fmla="*/ 1066043 w 2077997"/>
                <a:gd name="connsiteY2467" fmla="*/ 216293 h 2078048"/>
                <a:gd name="connsiteX2468" fmla="*/ 1066043 w 2077997"/>
                <a:gd name="connsiteY2468" fmla="*/ 216293 h 2078048"/>
                <a:gd name="connsiteX2469" fmla="*/ 1064233 w 2077997"/>
                <a:gd name="connsiteY2469" fmla="*/ 220103 h 2078048"/>
                <a:gd name="connsiteX2470" fmla="*/ 1064042 w 2077997"/>
                <a:gd name="connsiteY2470" fmla="*/ 220579 h 2078048"/>
                <a:gd name="connsiteX2471" fmla="*/ 1063280 w 2077997"/>
                <a:gd name="connsiteY2471" fmla="*/ 224960 h 2078048"/>
                <a:gd name="connsiteX2472" fmla="*/ 1072138 w 2077997"/>
                <a:gd name="connsiteY2472" fmla="*/ 240867 h 2078048"/>
                <a:gd name="connsiteX2473" fmla="*/ 1066423 w 2077997"/>
                <a:gd name="connsiteY2473" fmla="*/ 288206 h 2078048"/>
                <a:gd name="connsiteX2474" fmla="*/ 1067376 w 2077997"/>
                <a:gd name="connsiteY2474" fmla="*/ 335927 h 2078048"/>
                <a:gd name="connsiteX2475" fmla="*/ 1060804 w 2077997"/>
                <a:gd name="connsiteY2475" fmla="*/ 353167 h 2078048"/>
                <a:gd name="connsiteX2476" fmla="*/ 1060899 w 2077997"/>
                <a:gd name="connsiteY2476" fmla="*/ 353738 h 2078048"/>
                <a:gd name="connsiteX2477" fmla="*/ 1061947 w 2077997"/>
                <a:gd name="connsiteY2477" fmla="*/ 358025 h 2078048"/>
                <a:gd name="connsiteX2478" fmla="*/ 1071281 w 2077997"/>
                <a:gd name="connsiteY2478" fmla="*/ 367550 h 2078048"/>
                <a:gd name="connsiteX2479" fmla="*/ 1072615 w 2077997"/>
                <a:gd name="connsiteY2479" fmla="*/ 376122 h 2078048"/>
                <a:gd name="connsiteX2480" fmla="*/ 1091570 w 2077997"/>
                <a:gd name="connsiteY2480" fmla="*/ 441083 h 2078048"/>
                <a:gd name="connsiteX2481" fmla="*/ 1117859 w 2077997"/>
                <a:gd name="connsiteY2481" fmla="*/ 483278 h 2078048"/>
                <a:gd name="connsiteX2482" fmla="*/ 1116144 w 2077997"/>
                <a:gd name="connsiteY2482" fmla="*/ 497661 h 2078048"/>
                <a:gd name="connsiteX2483" fmla="*/ 1124431 w 2077997"/>
                <a:gd name="connsiteY2483" fmla="*/ 508805 h 2078048"/>
                <a:gd name="connsiteX2484" fmla="*/ 1124431 w 2077997"/>
                <a:gd name="connsiteY2484" fmla="*/ 508805 h 2078048"/>
                <a:gd name="connsiteX2485" fmla="*/ 1124526 w 2077997"/>
                <a:gd name="connsiteY2485" fmla="*/ 508805 h 2078048"/>
                <a:gd name="connsiteX2486" fmla="*/ 1127098 w 2077997"/>
                <a:gd name="connsiteY2486" fmla="*/ 509091 h 2078048"/>
                <a:gd name="connsiteX2487" fmla="*/ 1127669 w 2077997"/>
                <a:gd name="connsiteY2487" fmla="*/ 509091 h 2078048"/>
                <a:gd name="connsiteX2488" fmla="*/ 1130622 w 2077997"/>
                <a:gd name="connsiteY2488" fmla="*/ 508234 h 2078048"/>
                <a:gd name="connsiteX2489" fmla="*/ 1138718 w 2077997"/>
                <a:gd name="connsiteY2489" fmla="*/ 498137 h 2078048"/>
                <a:gd name="connsiteX2490" fmla="*/ 1147672 w 2077997"/>
                <a:gd name="connsiteY2490" fmla="*/ 500900 h 2078048"/>
                <a:gd name="connsiteX2491" fmla="*/ 1223777 w 2077997"/>
                <a:gd name="connsiteY2491" fmla="*/ 463276 h 2078048"/>
                <a:gd name="connsiteX2492" fmla="*/ 1259686 w 2077997"/>
                <a:gd name="connsiteY2492" fmla="*/ 414889 h 2078048"/>
                <a:gd name="connsiteX2493" fmla="*/ 1278640 w 2077997"/>
                <a:gd name="connsiteY2493" fmla="*/ 405554 h 2078048"/>
                <a:gd name="connsiteX2494" fmla="*/ 1281022 w 2077997"/>
                <a:gd name="connsiteY2494" fmla="*/ 395458 h 2078048"/>
                <a:gd name="connsiteX2495" fmla="*/ 1280641 w 2077997"/>
                <a:gd name="connsiteY2495" fmla="*/ 392124 h 2078048"/>
                <a:gd name="connsiteX2496" fmla="*/ 1276640 w 2077997"/>
                <a:gd name="connsiteY2496" fmla="*/ 384599 h 2078048"/>
                <a:gd name="connsiteX2497" fmla="*/ 1298834 w 2077997"/>
                <a:gd name="connsiteY2497" fmla="*/ 334117 h 2078048"/>
                <a:gd name="connsiteX2498" fmla="*/ 1307978 w 2077997"/>
                <a:gd name="connsiteY2498" fmla="*/ 304875 h 2078048"/>
                <a:gd name="connsiteX2499" fmla="*/ 1310645 w 2077997"/>
                <a:gd name="connsiteY2499" fmla="*/ 305542 h 2078048"/>
                <a:gd name="connsiteX2500" fmla="*/ 1330742 w 2077997"/>
                <a:gd name="connsiteY2500" fmla="*/ 290778 h 2078048"/>
                <a:gd name="connsiteX2501" fmla="*/ 1315979 w 2077997"/>
                <a:gd name="connsiteY2501" fmla="*/ 270299 h 2078048"/>
                <a:gd name="connsiteX2502" fmla="*/ 1314359 w 2077997"/>
                <a:gd name="connsiteY2502" fmla="*/ 270299 h 2078048"/>
                <a:gd name="connsiteX2503" fmla="*/ 1315121 w 2077997"/>
                <a:gd name="connsiteY2503" fmla="*/ 223055 h 2078048"/>
                <a:gd name="connsiteX2504" fmla="*/ 1308739 w 2077997"/>
                <a:gd name="connsiteY2504" fmla="*/ 186765 h 2078048"/>
                <a:gd name="connsiteX2505" fmla="*/ 1309025 w 2077997"/>
                <a:gd name="connsiteY2505" fmla="*/ 186860 h 2078048"/>
                <a:gd name="connsiteX2506" fmla="*/ 1330171 w 2077997"/>
                <a:gd name="connsiteY2506" fmla="*/ 171716 h 2078048"/>
                <a:gd name="connsiteX2507" fmla="*/ 1311692 w 2077997"/>
                <a:gd name="connsiteY2507" fmla="*/ 151046 h 2078048"/>
                <a:gd name="connsiteX2508" fmla="*/ 1306739 w 2077997"/>
                <a:gd name="connsiteY2508" fmla="*/ 151142 h 2078048"/>
                <a:gd name="connsiteX2509" fmla="*/ 1306263 w 2077997"/>
                <a:gd name="connsiteY2509" fmla="*/ 151237 h 2078048"/>
                <a:gd name="connsiteX2510" fmla="*/ 1301881 w 2077997"/>
                <a:gd name="connsiteY2510" fmla="*/ 152380 h 2078048"/>
                <a:gd name="connsiteX2511" fmla="*/ 1301881 w 2077997"/>
                <a:gd name="connsiteY2511" fmla="*/ 152380 h 2078048"/>
                <a:gd name="connsiteX2512" fmla="*/ 1301881 w 2077997"/>
                <a:gd name="connsiteY2512" fmla="*/ 152380 h 2078048"/>
                <a:gd name="connsiteX2513" fmla="*/ 1297690 w 2077997"/>
                <a:gd name="connsiteY2513" fmla="*/ 154571 h 2078048"/>
                <a:gd name="connsiteX2514" fmla="*/ 1287499 w 2077997"/>
                <a:gd name="connsiteY2514" fmla="*/ 134378 h 2078048"/>
                <a:gd name="connsiteX2515" fmla="*/ 1297119 w 2077997"/>
                <a:gd name="connsiteY2515" fmla="*/ 131044 h 2078048"/>
                <a:gd name="connsiteX2516" fmla="*/ 1300453 w 2077997"/>
                <a:gd name="connsiteY2516" fmla="*/ 127996 h 2078048"/>
                <a:gd name="connsiteX2517" fmla="*/ 1300738 w 2077997"/>
                <a:gd name="connsiteY2517" fmla="*/ 127615 h 2078048"/>
                <a:gd name="connsiteX2518" fmla="*/ 1303596 w 2077997"/>
                <a:gd name="connsiteY2518" fmla="*/ 113613 h 2078048"/>
                <a:gd name="connsiteX2519" fmla="*/ 1413705 w 2077997"/>
                <a:gd name="connsiteY2519" fmla="*/ 131711 h 2078048"/>
                <a:gd name="connsiteX2520" fmla="*/ 1452091 w 2077997"/>
                <a:gd name="connsiteY2520" fmla="*/ 151999 h 2078048"/>
                <a:gd name="connsiteX2521" fmla="*/ 1446185 w 2077997"/>
                <a:gd name="connsiteY2521" fmla="*/ 164286 h 2078048"/>
                <a:gd name="connsiteX2522" fmla="*/ 1452281 w 2077997"/>
                <a:gd name="connsiteY2522" fmla="*/ 177812 h 2078048"/>
                <a:gd name="connsiteX2523" fmla="*/ 1460854 w 2077997"/>
                <a:gd name="connsiteY2523" fmla="*/ 183622 h 2078048"/>
                <a:gd name="connsiteX2524" fmla="*/ 1461521 w 2077997"/>
                <a:gd name="connsiteY2524" fmla="*/ 183908 h 2078048"/>
                <a:gd name="connsiteX2525" fmla="*/ 1466569 w 2077997"/>
                <a:gd name="connsiteY2525" fmla="*/ 185241 h 2078048"/>
                <a:gd name="connsiteX2526" fmla="*/ 1485428 w 2077997"/>
                <a:gd name="connsiteY2526" fmla="*/ 177335 h 2078048"/>
                <a:gd name="connsiteX2527" fmla="*/ 1488381 w 2077997"/>
                <a:gd name="connsiteY2527" fmla="*/ 179907 h 2078048"/>
                <a:gd name="connsiteX2528" fmla="*/ 1488571 w 2077997"/>
                <a:gd name="connsiteY2528" fmla="*/ 180098 h 2078048"/>
                <a:gd name="connsiteX2529" fmla="*/ 1509336 w 2077997"/>
                <a:gd name="connsiteY2529" fmla="*/ 202672 h 2078048"/>
                <a:gd name="connsiteX2530" fmla="*/ 1513337 w 2077997"/>
                <a:gd name="connsiteY2530" fmla="*/ 207911 h 2078048"/>
                <a:gd name="connsiteX2531" fmla="*/ 1520766 w 2077997"/>
                <a:gd name="connsiteY2531" fmla="*/ 218293 h 2078048"/>
                <a:gd name="connsiteX2532" fmla="*/ 1500573 w 2077997"/>
                <a:gd name="connsiteY2532" fmla="*/ 223151 h 2078048"/>
                <a:gd name="connsiteX2533" fmla="*/ 1490000 w 2077997"/>
                <a:gd name="connsiteY2533" fmla="*/ 209625 h 2078048"/>
                <a:gd name="connsiteX2534" fmla="*/ 1469998 w 2077997"/>
                <a:gd name="connsiteY2534" fmla="*/ 209339 h 2078048"/>
                <a:gd name="connsiteX2535" fmla="*/ 1469998 w 2077997"/>
                <a:gd name="connsiteY2535" fmla="*/ 209339 h 2078048"/>
                <a:gd name="connsiteX2536" fmla="*/ 1469998 w 2077997"/>
                <a:gd name="connsiteY2536" fmla="*/ 209339 h 2078048"/>
                <a:gd name="connsiteX2537" fmla="*/ 1466569 w 2077997"/>
                <a:gd name="connsiteY2537" fmla="*/ 211911 h 2078048"/>
                <a:gd name="connsiteX2538" fmla="*/ 1466188 w 2077997"/>
                <a:gd name="connsiteY2538" fmla="*/ 212292 h 2078048"/>
                <a:gd name="connsiteX2539" fmla="*/ 1463521 w 2077997"/>
                <a:gd name="connsiteY2539" fmla="*/ 215912 h 2078048"/>
                <a:gd name="connsiteX2540" fmla="*/ 1466569 w 2077997"/>
                <a:gd name="connsiteY2540" fmla="*/ 235724 h 2078048"/>
                <a:gd name="connsiteX2541" fmla="*/ 1465997 w 2077997"/>
                <a:gd name="connsiteY2541" fmla="*/ 235914 h 2078048"/>
                <a:gd name="connsiteX2542" fmla="*/ 1418848 w 2077997"/>
                <a:gd name="connsiteY2542" fmla="*/ 266013 h 2078048"/>
                <a:gd name="connsiteX2543" fmla="*/ 1396370 w 2077997"/>
                <a:gd name="connsiteY2543" fmla="*/ 287730 h 2078048"/>
                <a:gd name="connsiteX2544" fmla="*/ 1378939 w 2077997"/>
                <a:gd name="connsiteY2544" fmla="*/ 289635 h 2078048"/>
                <a:gd name="connsiteX2545" fmla="*/ 1378939 w 2077997"/>
                <a:gd name="connsiteY2545" fmla="*/ 289635 h 2078048"/>
                <a:gd name="connsiteX2546" fmla="*/ 1378939 w 2077997"/>
                <a:gd name="connsiteY2546" fmla="*/ 289635 h 2078048"/>
                <a:gd name="connsiteX2547" fmla="*/ 1375796 w 2077997"/>
                <a:gd name="connsiteY2547" fmla="*/ 292493 h 2078048"/>
                <a:gd name="connsiteX2548" fmla="*/ 1375414 w 2077997"/>
                <a:gd name="connsiteY2548" fmla="*/ 292874 h 2078048"/>
                <a:gd name="connsiteX2549" fmla="*/ 1373033 w 2077997"/>
                <a:gd name="connsiteY2549" fmla="*/ 296684 h 2078048"/>
                <a:gd name="connsiteX2550" fmla="*/ 1375129 w 2077997"/>
                <a:gd name="connsiteY2550" fmla="*/ 314781 h 2078048"/>
                <a:gd name="connsiteX2551" fmla="*/ 1351697 w 2077997"/>
                <a:gd name="connsiteY2551" fmla="*/ 356310 h 2078048"/>
                <a:gd name="connsiteX2552" fmla="*/ 1334267 w 2077997"/>
                <a:gd name="connsiteY2552" fmla="*/ 400697 h 2078048"/>
                <a:gd name="connsiteX2553" fmla="*/ 1321598 w 2077997"/>
                <a:gd name="connsiteY2553" fmla="*/ 414127 h 2078048"/>
                <a:gd name="connsiteX2554" fmla="*/ 1321408 w 2077997"/>
                <a:gd name="connsiteY2554" fmla="*/ 414603 h 2078048"/>
                <a:gd name="connsiteX2555" fmla="*/ 1320741 w 2077997"/>
                <a:gd name="connsiteY2555" fmla="*/ 418985 h 2078048"/>
                <a:gd name="connsiteX2556" fmla="*/ 1325599 w 2077997"/>
                <a:gd name="connsiteY2556" fmla="*/ 431367 h 2078048"/>
                <a:gd name="connsiteX2557" fmla="*/ 1323503 w 2077997"/>
                <a:gd name="connsiteY2557" fmla="*/ 439844 h 2078048"/>
                <a:gd name="connsiteX2558" fmla="*/ 1315979 w 2077997"/>
                <a:gd name="connsiteY2558" fmla="*/ 507091 h 2078048"/>
                <a:gd name="connsiteX2559" fmla="*/ 1323980 w 2077997"/>
                <a:gd name="connsiteY2559" fmla="*/ 556145 h 2078048"/>
                <a:gd name="connsiteX2560" fmla="*/ 1316836 w 2077997"/>
                <a:gd name="connsiteY2560" fmla="*/ 568718 h 2078048"/>
                <a:gd name="connsiteX2561" fmla="*/ 1320170 w 2077997"/>
                <a:gd name="connsiteY2561" fmla="*/ 582243 h 2078048"/>
                <a:gd name="connsiteX2562" fmla="*/ 1320170 w 2077997"/>
                <a:gd name="connsiteY2562" fmla="*/ 582243 h 2078048"/>
                <a:gd name="connsiteX2563" fmla="*/ 1320265 w 2077997"/>
                <a:gd name="connsiteY2563" fmla="*/ 582243 h 2078048"/>
                <a:gd name="connsiteX2564" fmla="*/ 1322551 w 2077997"/>
                <a:gd name="connsiteY2564" fmla="*/ 583481 h 2078048"/>
                <a:gd name="connsiteX2565" fmla="*/ 1323027 w 2077997"/>
                <a:gd name="connsiteY2565" fmla="*/ 583672 h 2078048"/>
                <a:gd name="connsiteX2566" fmla="*/ 1326075 w 2077997"/>
                <a:gd name="connsiteY2566" fmla="*/ 584053 h 2078048"/>
                <a:gd name="connsiteX2567" fmla="*/ 1337410 w 2077997"/>
                <a:gd name="connsiteY2567" fmla="*/ 577862 h 2078048"/>
                <a:gd name="connsiteX2568" fmla="*/ 1344649 w 2077997"/>
                <a:gd name="connsiteY2568" fmla="*/ 583862 h 2078048"/>
                <a:gd name="connsiteX2569" fmla="*/ 1429517 w 2077997"/>
                <a:gd name="connsiteY2569" fmla="*/ 578528 h 2078048"/>
                <a:gd name="connsiteX2570" fmla="*/ 1481332 w 2077997"/>
                <a:gd name="connsiteY2570" fmla="*/ 547572 h 2078048"/>
                <a:gd name="connsiteX2571" fmla="*/ 1502383 w 2077997"/>
                <a:gd name="connsiteY2571" fmla="*/ 546334 h 2078048"/>
                <a:gd name="connsiteX2572" fmla="*/ 1508574 w 2077997"/>
                <a:gd name="connsiteY2572" fmla="*/ 526141 h 2078048"/>
                <a:gd name="connsiteX2573" fmla="*/ 1548293 w 2077997"/>
                <a:gd name="connsiteY2573" fmla="*/ 488041 h 2078048"/>
                <a:gd name="connsiteX2574" fmla="*/ 1562200 w 2077997"/>
                <a:gd name="connsiteY2574" fmla="*/ 471848 h 2078048"/>
                <a:gd name="connsiteX2575" fmla="*/ 1562200 w 2077997"/>
                <a:gd name="connsiteY2575" fmla="*/ 471848 h 2078048"/>
                <a:gd name="connsiteX2576" fmla="*/ 1562200 w 2077997"/>
                <a:gd name="connsiteY2576" fmla="*/ 471848 h 2078048"/>
                <a:gd name="connsiteX2577" fmla="*/ 1568010 w 2077997"/>
                <a:gd name="connsiteY2577" fmla="*/ 464419 h 2078048"/>
                <a:gd name="connsiteX2578" fmla="*/ 1570201 w 2077997"/>
                <a:gd name="connsiteY2578" fmla="*/ 466133 h 2078048"/>
                <a:gd name="connsiteX2579" fmla="*/ 1594394 w 2077997"/>
                <a:gd name="connsiteY2579" fmla="*/ 460133 h 2078048"/>
                <a:gd name="connsiteX2580" fmla="*/ 1588584 w 2077997"/>
                <a:gd name="connsiteY2580" fmla="*/ 435558 h 2078048"/>
                <a:gd name="connsiteX2581" fmla="*/ 1587155 w 2077997"/>
                <a:gd name="connsiteY2581" fmla="*/ 434891 h 2078048"/>
                <a:gd name="connsiteX2582" fmla="*/ 1605920 w 2077997"/>
                <a:gd name="connsiteY2582" fmla="*/ 391553 h 2078048"/>
                <a:gd name="connsiteX2583" fmla="*/ 1613921 w 2077997"/>
                <a:gd name="connsiteY2583" fmla="*/ 355739 h 2078048"/>
                <a:gd name="connsiteX2584" fmla="*/ 1614111 w 2077997"/>
                <a:gd name="connsiteY2584" fmla="*/ 355929 h 2078048"/>
                <a:gd name="connsiteX2585" fmla="*/ 1614111 w 2077997"/>
                <a:gd name="connsiteY2585" fmla="*/ 355929 h 2078048"/>
                <a:gd name="connsiteX2586" fmla="*/ 1621350 w 2077997"/>
                <a:gd name="connsiteY2586" fmla="*/ 358501 h 2078048"/>
                <a:gd name="connsiteX2587" fmla="*/ 1639447 w 2077997"/>
                <a:gd name="connsiteY2587" fmla="*/ 350024 h 2078048"/>
                <a:gd name="connsiteX2588" fmla="*/ 1640210 w 2077997"/>
                <a:gd name="connsiteY2588" fmla="*/ 335831 h 2078048"/>
                <a:gd name="connsiteX2589" fmla="*/ 1636400 w 2077997"/>
                <a:gd name="connsiteY2589" fmla="*/ 329164 h 2078048"/>
                <a:gd name="connsiteX2590" fmla="*/ 1630208 w 2077997"/>
                <a:gd name="connsiteY2590" fmla="*/ 323925 h 2078048"/>
                <a:gd name="connsiteX2591" fmla="*/ 1625827 w 2077997"/>
                <a:gd name="connsiteY2591" fmla="*/ 322115 h 2078048"/>
                <a:gd name="connsiteX2592" fmla="*/ 1624779 w 2077997"/>
                <a:gd name="connsiteY2592" fmla="*/ 321925 h 2078048"/>
                <a:gd name="connsiteX2593" fmla="*/ 1620588 w 2077997"/>
                <a:gd name="connsiteY2593" fmla="*/ 321353 h 2078048"/>
                <a:gd name="connsiteX2594" fmla="*/ 1620588 w 2077997"/>
                <a:gd name="connsiteY2594" fmla="*/ 321353 h 2078048"/>
                <a:gd name="connsiteX2595" fmla="*/ 1620588 w 2077997"/>
                <a:gd name="connsiteY2595" fmla="*/ 321353 h 2078048"/>
                <a:gd name="connsiteX2596" fmla="*/ 1615921 w 2077997"/>
                <a:gd name="connsiteY2596" fmla="*/ 321734 h 2078048"/>
                <a:gd name="connsiteX2597" fmla="*/ 1614302 w 2077997"/>
                <a:gd name="connsiteY2597" fmla="*/ 299351 h 2078048"/>
                <a:gd name="connsiteX2598" fmla="*/ 1620588 w 2077997"/>
                <a:gd name="connsiteY2598" fmla="*/ 300303 h 2078048"/>
                <a:gd name="connsiteX2599" fmla="*/ 1624493 w 2077997"/>
                <a:gd name="connsiteY2599" fmla="*/ 299922 h 2078048"/>
                <a:gd name="connsiteX2600" fmla="*/ 1628780 w 2077997"/>
                <a:gd name="connsiteY2600" fmla="*/ 298398 h 2078048"/>
                <a:gd name="connsiteX2601" fmla="*/ 1629161 w 2077997"/>
                <a:gd name="connsiteY2601" fmla="*/ 298112 h 2078048"/>
                <a:gd name="connsiteX2602" fmla="*/ 1637162 w 2077997"/>
                <a:gd name="connsiteY2602" fmla="*/ 286206 h 2078048"/>
                <a:gd name="connsiteX2603" fmla="*/ 1731840 w 2077997"/>
                <a:gd name="connsiteY2603" fmla="*/ 344880 h 2078048"/>
                <a:gd name="connsiteX2604" fmla="*/ 1759463 w 2077997"/>
                <a:gd name="connsiteY2604" fmla="*/ 378218 h 2078048"/>
                <a:gd name="connsiteX2605" fmla="*/ 1749271 w 2077997"/>
                <a:gd name="connsiteY2605" fmla="*/ 387362 h 2078048"/>
                <a:gd name="connsiteX2606" fmla="*/ 1755462 w 2077997"/>
                <a:gd name="connsiteY2606" fmla="*/ 410984 h 2078048"/>
                <a:gd name="connsiteX2607" fmla="*/ 1755748 w 2077997"/>
                <a:gd name="connsiteY2607" fmla="*/ 411269 h 2078048"/>
                <a:gd name="connsiteX2608" fmla="*/ 1759939 w 2077997"/>
                <a:gd name="connsiteY2608" fmla="*/ 414413 h 2078048"/>
                <a:gd name="connsiteX2609" fmla="*/ 1780322 w 2077997"/>
                <a:gd name="connsiteY2609" fmla="*/ 414317 h 2078048"/>
                <a:gd name="connsiteX2610" fmla="*/ 1787656 w 2077997"/>
                <a:gd name="connsiteY2610" fmla="*/ 431653 h 2078048"/>
                <a:gd name="connsiteX2611" fmla="*/ 1790323 w 2077997"/>
                <a:gd name="connsiteY2611" fmla="*/ 439463 h 2078048"/>
                <a:gd name="connsiteX2612" fmla="*/ 1792514 w 2077997"/>
                <a:gd name="connsiteY2612" fmla="*/ 446226 h 2078048"/>
                <a:gd name="connsiteX2613" fmla="*/ 1797467 w 2077997"/>
                <a:gd name="connsiteY2613" fmla="*/ 465467 h 2078048"/>
                <a:gd name="connsiteX2614" fmla="*/ 1776893 w 2077997"/>
                <a:gd name="connsiteY2614" fmla="*/ 462323 h 2078048"/>
                <a:gd name="connsiteX2615" fmla="*/ 1772226 w 2077997"/>
                <a:gd name="connsiteY2615" fmla="*/ 445845 h 2078048"/>
                <a:gd name="connsiteX2616" fmla="*/ 1754033 w 2077997"/>
                <a:gd name="connsiteY2616" fmla="*/ 437844 h 2078048"/>
                <a:gd name="connsiteX2617" fmla="*/ 1754033 w 2077997"/>
                <a:gd name="connsiteY2617" fmla="*/ 437844 h 2078048"/>
                <a:gd name="connsiteX2618" fmla="*/ 1754033 w 2077997"/>
                <a:gd name="connsiteY2618" fmla="*/ 437844 h 2078048"/>
                <a:gd name="connsiteX2619" fmla="*/ 1749842 w 2077997"/>
                <a:gd name="connsiteY2619" fmla="*/ 438892 h 2078048"/>
                <a:gd name="connsiteX2620" fmla="*/ 1749271 w 2077997"/>
                <a:gd name="connsiteY2620" fmla="*/ 439082 h 2078048"/>
                <a:gd name="connsiteX2621" fmla="*/ 1745461 w 2077997"/>
                <a:gd name="connsiteY2621" fmla="*/ 441368 h 2078048"/>
                <a:gd name="connsiteX2622" fmla="*/ 1740698 w 2077997"/>
                <a:gd name="connsiteY2622" fmla="*/ 460799 h 2078048"/>
                <a:gd name="connsiteX2623" fmla="*/ 1740127 w 2077997"/>
                <a:gd name="connsiteY2623" fmla="*/ 460799 h 2078048"/>
                <a:gd name="connsiteX2624" fmla="*/ 1684977 w 2077997"/>
                <a:gd name="connsiteY2624" fmla="*/ 470801 h 2078048"/>
                <a:gd name="connsiteX2625" fmla="*/ 1655926 w 2077997"/>
                <a:gd name="connsiteY2625" fmla="*/ 482231 h 2078048"/>
                <a:gd name="connsiteX2626" fmla="*/ 1639162 w 2077997"/>
                <a:gd name="connsiteY2626" fmla="*/ 477278 h 2078048"/>
                <a:gd name="connsiteX2627" fmla="*/ 1639162 w 2077997"/>
                <a:gd name="connsiteY2627" fmla="*/ 477278 h 2078048"/>
                <a:gd name="connsiteX2628" fmla="*/ 1639162 w 2077997"/>
                <a:gd name="connsiteY2628" fmla="*/ 477278 h 2078048"/>
                <a:gd name="connsiteX2629" fmla="*/ 1635256 w 2077997"/>
                <a:gd name="connsiteY2629" fmla="*/ 478706 h 2078048"/>
                <a:gd name="connsiteX2630" fmla="*/ 1634685 w 2077997"/>
                <a:gd name="connsiteY2630" fmla="*/ 478992 h 2078048"/>
                <a:gd name="connsiteX2631" fmla="*/ 1631065 w 2077997"/>
                <a:gd name="connsiteY2631" fmla="*/ 481564 h 2078048"/>
                <a:gd name="connsiteX2632" fmla="*/ 1628684 w 2077997"/>
                <a:gd name="connsiteY2632" fmla="*/ 484326 h 2078048"/>
                <a:gd name="connsiteX2633" fmla="*/ 1625922 w 2077997"/>
                <a:gd name="connsiteY2633" fmla="*/ 490613 h 2078048"/>
                <a:gd name="connsiteX2634" fmla="*/ 1625446 w 2077997"/>
                <a:gd name="connsiteY2634" fmla="*/ 493946 h 2078048"/>
                <a:gd name="connsiteX2635" fmla="*/ 1626113 w 2077997"/>
                <a:gd name="connsiteY2635" fmla="*/ 499090 h 2078048"/>
                <a:gd name="connsiteX2636" fmla="*/ 1590394 w 2077997"/>
                <a:gd name="connsiteY2636" fmla="*/ 526903 h 2078048"/>
                <a:gd name="connsiteX2637" fmla="*/ 1590394 w 2077997"/>
                <a:gd name="connsiteY2637" fmla="*/ 526903 h 2078048"/>
                <a:gd name="connsiteX2638" fmla="*/ 1588584 w 2077997"/>
                <a:gd name="connsiteY2638" fmla="*/ 528522 h 2078048"/>
                <a:gd name="connsiteX2639" fmla="*/ 1555532 w 2077997"/>
                <a:gd name="connsiteY2639" fmla="*/ 562907 h 2078048"/>
                <a:gd name="connsiteX2640" fmla="*/ 1541626 w 2077997"/>
                <a:gd name="connsiteY2640" fmla="*/ 567479 h 2078048"/>
                <a:gd name="connsiteX2641" fmla="*/ 1541626 w 2077997"/>
                <a:gd name="connsiteY2641" fmla="*/ 567479 h 2078048"/>
                <a:gd name="connsiteX2642" fmla="*/ 1541626 w 2077997"/>
                <a:gd name="connsiteY2642" fmla="*/ 567479 h 2078048"/>
                <a:gd name="connsiteX2643" fmla="*/ 1538673 w 2077997"/>
                <a:gd name="connsiteY2643" fmla="*/ 570527 h 2078048"/>
                <a:gd name="connsiteX2644" fmla="*/ 1538292 w 2077997"/>
                <a:gd name="connsiteY2644" fmla="*/ 570908 h 2078048"/>
                <a:gd name="connsiteX2645" fmla="*/ 1536006 w 2077997"/>
                <a:gd name="connsiteY2645" fmla="*/ 574623 h 2078048"/>
                <a:gd name="connsiteX2646" fmla="*/ 1535339 w 2077997"/>
                <a:gd name="connsiteY2646" fmla="*/ 586910 h 2078048"/>
                <a:gd name="connsiteX2647" fmla="*/ 1535815 w 2077997"/>
                <a:gd name="connsiteY2647" fmla="*/ 587958 h 2078048"/>
                <a:gd name="connsiteX2648" fmla="*/ 1530672 w 2077997"/>
                <a:gd name="connsiteY2648" fmla="*/ 595007 h 2078048"/>
                <a:gd name="connsiteX2649" fmla="*/ 1498192 w 2077997"/>
                <a:gd name="connsiteY2649" fmla="*/ 654252 h 2078048"/>
                <a:gd name="connsiteX2650" fmla="*/ 1486952 w 2077997"/>
                <a:gd name="connsiteY2650" fmla="*/ 701877 h 2078048"/>
                <a:gd name="connsiteX2651" fmla="*/ 1486952 w 2077997"/>
                <a:gd name="connsiteY2651" fmla="*/ 702639 h 2078048"/>
                <a:gd name="connsiteX2652" fmla="*/ 1475522 w 2077997"/>
                <a:gd name="connsiteY2652" fmla="*/ 711593 h 2078048"/>
                <a:gd name="connsiteX2653" fmla="*/ 1475141 w 2077997"/>
                <a:gd name="connsiteY2653" fmla="*/ 727690 h 2078048"/>
                <a:gd name="connsiteX2654" fmla="*/ 1475427 w 2077997"/>
                <a:gd name="connsiteY2654" fmla="*/ 727880 h 2078048"/>
                <a:gd name="connsiteX2655" fmla="*/ 1478189 w 2077997"/>
                <a:gd name="connsiteY2655" fmla="*/ 729404 h 2078048"/>
                <a:gd name="connsiteX2656" fmla="*/ 1491048 w 2077997"/>
                <a:gd name="connsiteY2656" fmla="*/ 727976 h 2078048"/>
                <a:gd name="connsiteX2657" fmla="*/ 1495334 w 2077997"/>
                <a:gd name="connsiteY2657" fmla="*/ 736358 h 2078048"/>
                <a:gd name="connsiteX2658" fmla="*/ 1525624 w 2077997"/>
                <a:gd name="connsiteY2658" fmla="*/ 758075 h 2078048"/>
                <a:gd name="connsiteX2659" fmla="*/ 1548579 w 2077997"/>
                <a:gd name="connsiteY2659" fmla="*/ 762742 h 2078048"/>
                <a:gd name="connsiteX2660" fmla="*/ 1575916 w 2077997"/>
                <a:gd name="connsiteY2660" fmla="*/ 763694 h 2078048"/>
                <a:gd name="connsiteX2661" fmla="*/ 1635638 w 2077997"/>
                <a:gd name="connsiteY2661" fmla="*/ 754836 h 2078048"/>
                <a:gd name="connsiteX2662" fmla="*/ 1639829 w 2077997"/>
                <a:gd name="connsiteY2662" fmla="*/ 759980 h 2078048"/>
                <a:gd name="connsiteX2663" fmla="*/ 1645353 w 2077997"/>
                <a:gd name="connsiteY2663" fmla="*/ 762266 h 2078048"/>
                <a:gd name="connsiteX2664" fmla="*/ 1655450 w 2077997"/>
                <a:gd name="connsiteY2664" fmla="*/ 761694 h 2078048"/>
                <a:gd name="connsiteX2665" fmla="*/ 1668785 w 2077997"/>
                <a:gd name="connsiteY2665" fmla="*/ 745406 h 2078048"/>
                <a:gd name="connsiteX2666" fmla="*/ 1720124 w 2077997"/>
                <a:gd name="connsiteY2666" fmla="*/ 725309 h 2078048"/>
                <a:gd name="connsiteX2667" fmla="*/ 1739079 w 2077997"/>
                <a:gd name="connsiteY2667" fmla="*/ 715688 h 2078048"/>
                <a:gd name="connsiteX2668" fmla="*/ 1739174 w 2077997"/>
                <a:gd name="connsiteY2668" fmla="*/ 715688 h 2078048"/>
                <a:gd name="connsiteX2669" fmla="*/ 1739174 w 2077997"/>
                <a:gd name="connsiteY2669" fmla="*/ 715688 h 2078048"/>
                <a:gd name="connsiteX2670" fmla="*/ 1747366 w 2077997"/>
                <a:gd name="connsiteY2670" fmla="*/ 711116 h 2078048"/>
                <a:gd name="connsiteX2671" fmla="*/ 1748795 w 2077997"/>
                <a:gd name="connsiteY2671" fmla="*/ 713498 h 2078048"/>
                <a:gd name="connsiteX2672" fmla="*/ 1751176 w 2077997"/>
                <a:gd name="connsiteY2672" fmla="*/ 716069 h 2078048"/>
                <a:gd name="connsiteX2673" fmla="*/ 1770512 w 2077997"/>
                <a:gd name="connsiteY2673" fmla="*/ 718927 h 2078048"/>
                <a:gd name="connsiteX2674" fmla="*/ 1773655 w 2077997"/>
                <a:gd name="connsiteY2674" fmla="*/ 717117 h 2078048"/>
                <a:gd name="connsiteX2675" fmla="*/ 1777560 w 2077997"/>
                <a:gd name="connsiteY2675" fmla="*/ 692257 h 2078048"/>
                <a:gd name="connsiteX2676" fmla="*/ 1776512 w 2077997"/>
                <a:gd name="connsiteY2676" fmla="*/ 691114 h 2078048"/>
                <a:gd name="connsiteX2677" fmla="*/ 1810517 w 2077997"/>
                <a:gd name="connsiteY2677" fmla="*/ 658157 h 2078048"/>
                <a:gd name="connsiteX2678" fmla="*/ 1831471 w 2077997"/>
                <a:gd name="connsiteY2678" fmla="*/ 628058 h 2078048"/>
                <a:gd name="connsiteX2679" fmla="*/ 1831662 w 2077997"/>
                <a:gd name="connsiteY2679" fmla="*/ 628344 h 2078048"/>
                <a:gd name="connsiteX2680" fmla="*/ 1857475 w 2077997"/>
                <a:gd name="connsiteY2680" fmla="*/ 632535 h 2078048"/>
                <a:gd name="connsiteX2681" fmla="*/ 1860046 w 2077997"/>
                <a:gd name="connsiteY2681" fmla="*/ 629868 h 2078048"/>
                <a:gd name="connsiteX2682" fmla="*/ 1863095 w 2077997"/>
                <a:gd name="connsiteY2682" fmla="*/ 623296 h 2078048"/>
                <a:gd name="connsiteX2683" fmla="*/ 1863476 w 2077997"/>
                <a:gd name="connsiteY2683" fmla="*/ 615866 h 2078048"/>
                <a:gd name="connsiteX2684" fmla="*/ 1861094 w 2077997"/>
                <a:gd name="connsiteY2684" fmla="*/ 608342 h 2078048"/>
                <a:gd name="connsiteX2685" fmla="*/ 1858904 w 2077997"/>
                <a:gd name="connsiteY2685" fmla="*/ 604817 h 2078048"/>
                <a:gd name="connsiteX2686" fmla="*/ 1855379 w 2077997"/>
                <a:gd name="connsiteY2686" fmla="*/ 601198 h 2078048"/>
                <a:gd name="connsiteX2687" fmla="*/ 1855189 w 2077997"/>
                <a:gd name="connsiteY2687" fmla="*/ 601007 h 2078048"/>
                <a:gd name="connsiteX2688" fmla="*/ 1851474 w 2077997"/>
                <a:gd name="connsiteY2688" fmla="*/ 598721 h 2078048"/>
                <a:gd name="connsiteX2689" fmla="*/ 1851284 w 2077997"/>
                <a:gd name="connsiteY2689" fmla="*/ 598626 h 2078048"/>
                <a:gd name="connsiteX2690" fmla="*/ 1851284 w 2077997"/>
                <a:gd name="connsiteY2690" fmla="*/ 598626 h 2078048"/>
                <a:gd name="connsiteX2691" fmla="*/ 1846712 w 2077997"/>
                <a:gd name="connsiteY2691" fmla="*/ 597197 h 2078048"/>
                <a:gd name="connsiteX2692" fmla="*/ 1853665 w 2077997"/>
                <a:gd name="connsiteY2692" fmla="*/ 575861 h 2078048"/>
                <a:gd name="connsiteX2693" fmla="*/ 1859189 w 2077997"/>
                <a:gd name="connsiteY2693" fmla="*/ 579195 h 2078048"/>
                <a:gd name="connsiteX2694" fmla="*/ 1862904 w 2077997"/>
                <a:gd name="connsiteY2694" fmla="*/ 580243 h 2078048"/>
                <a:gd name="connsiteX2695" fmla="*/ 1867476 w 2077997"/>
                <a:gd name="connsiteY2695" fmla="*/ 580433 h 2078048"/>
                <a:gd name="connsiteX2696" fmla="*/ 1867952 w 2077997"/>
                <a:gd name="connsiteY2696" fmla="*/ 580338 h 2078048"/>
                <a:gd name="connsiteX2697" fmla="*/ 1879859 w 2077997"/>
                <a:gd name="connsiteY2697" fmla="*/ 572432 h 2078048"/>
                <a:gd name="connsiteX2698" fmla="*/ 1944914 w 2077997"/>
                <a:gd name="connsiteY2698" fmla="*/ 663110 h 2078048"/>
                <a:gd name="connsiteX2699" fmla="*/ 1957868 w 2077997"/>
                <a:gd name="connsiteY2699" fmla="*/ 704544 h 2078048"/>
                <a:gd name="connsiteX2700" fmla="*/ 1944914 w 2077997"/>
                <a:gd name="connsiteY2700" fmla="*/ 709021 h 2078048"/>
                <a:gd name="connsiteX2701" fmla="*/ 1941485 w 2077997"/>
                <a:gd name="connsiteY2701" fmla="*/ 733119 h 2078048"/>
                <a:gd name="connsiteX2702" fmla="*/ 1941771 w 2077997"/>
                <a:gd name="connsiteY2702" fmla="*/ 733786 h 2078048"/>
                <a:gd name="connsiteX2703" fmla="*/ 1944438 w 2077997"/>
                <a:gd name="connsiteY2703" fmla="*/ 738263 h 2078048"/>
                <a:gd name="connsiteX2704" fmla="*/ 1963297 w 2077997"/>
                <a:gd name="connsiteY2704" fmla="*/ 745978 h 2078048"/>
                <a:gd name="connsiteX2705" fmla="*/ 1962250 w 2077997"/>
                <a:gd name="connsiteY2705" fmla="*/ 782078 h 2078048"/>
                <a:gd name="connsiteX2706" fmla="*/ 1961869 w 2077997"/>
                <a:gd name="connsiteY2706" fmla="*/ 785602 h 2078048"/>
                <a:gd name="connsiteX2707" fmla="*/ 1959678 w 2077997"/>
                <a:gd name="connsiteY2707" fmla="*/ 799889 h 2078048"/>
                <a:gd name="connsiteX2708" fmla="*/ 1941771 w 2077997"/>
                <a:gd name="connsiteY2708" fmla="*/ 789031 h 2078048"/>
                <a:gd name="connsiteX2709" fmla="*/ 1943676 w 2077997"/>
                <a:gd name="connsiteY2709" fmla="*/ 772076 h 2078048"/>
                <a:gd name="connsiteX2710" fmla="*/ 1925674 w 2077997"/>
                <a:gd name="connsiteY2710" fmla="*/ 756932 h 2078048"/>
                <a:gd name="connsiteX2711" fmla="*/ 1925293 w 2077997"/>
                <a:gd name="connsiteY2711" fmla="*/ 756932 h 2078048"/>
                <a:gd name="connsiteX2712" fmla="*/ 1920816 w 2077997"/>
                <a:gd name="connsiteY2712" fmla="*/ 757598 h 2078048"/>
                <a:gd name="connsiteX2713" fmla="*/ 1908910 w 2077997"/>
                <a:gd name="connsiteY2713" fmla="*/ 773791 h 2078048"/>
                <a:gd name="connsiteX2714" fmla="*/ 1908338 w 2077997"/>
                <a:gd name="connsiteY2714" fmla="*/ 773600 h 2078048"/>
                <a:gd name="connsiteX2715" fmla="*/ 1853570 w 2077997"/>
                <a:gd name="connsiteY2715" fmla="*/ 761599 h 2078048"/>
                <a:gd name="connsiteX2716" fmla="*/ 1822328 w 2077997"/>
                <a:gd name="connsiteY2716" fmla="*/ 761027 h 2078048"/>
                <a:gd name="connsiteX2717" fmla="*/ 1804611 w 2077997"/>
                <a:gd name="connsiteY2717" fmla="*/ 749788 h 2078048"/>
                <a:gd name="connsiteX2718" fmla="*/ 1804039 w 2077997"/>
                <a:gd name="connsiteY2718" fmla="*/ 749788 h 2078048"/>
                <a:gd name="connsiteX2719" fmla="*/ 1799658 w 2077997"/>
                <a:gd name="connsiteY2719" fmla="*/ 750740 h 2078048"/>
                <a:gd name="connsiteX2720" fmla="*/ 1788323 w 2077997"/>
                <a:gd name="connsiteY2720" fmla="*/ 765028 h 2078048"/>
                <a:gd name="connsiteX2721" fmla="*/ 1744794 w 2077997"/>
                <a:gd name="connsiteY2721" fmla="*/ 777029 h 2078048"/>
                <a:gd name="connsiteX2722" fmla="*/ 1744794 w 2077997"/>
                <a:gd name="connsiteY2722" fmla="*/ 777029 h 2078048"/>
                <a:gd name="connsiteX2723" fmla="*/ 1742508 w 2077997"/>
                <a:gd name="connsiteY2723" fmla="*/ 777791 h 2078048"/>
                <a:gd name="connsiteX2724" fmla="*/ 1698788 w 2077997"/>
                <a:gd name="connsiteY2724" fmla="*/ 796937 h 2078048"/>
                <a:gd name="connsiteX2725" fmla="*/ 1680310 w 2077997"/>
                <a:gd name="connsiteY2725" fmla="*/ 797413 h 2078048"/>
                <a:gd name="connsiteX2726" fmla="*/ 1679834 w 2077997"/>
                <a:gd name="connsiteY2726" fmla="*/ 797699 h 2078048"/>
                <a:gd name="connsiteX2727" fmla="*/ 1676309 w 2077997"/>
                <a:gd name="connsiteY2727" fmla="*/ 800270 h 2078048"/>
                <a:gd name="connsiteX2728" fmla="*/ 1670880 w 2077997"/>
                <a:gd name="connsiteY2728" fmla="*/ 812462 h 2078048"/>
                <a:gd name="connsiteX2729" fmla="*/ 1610777 w 2077997"/>
                <a:gd name="connsiteY2729" fmla="*/ 859135 h 2078048"/>
                <a:gd name="connsiteX2730" fmla="*/ 1582107 w 2077997"/>
                <a:gd name="connsiteY2730" fmla="*/ 898664 h 2078048"/>
                <a:gd name="connsiteX2731" fmla="*/ 1581726 w 2077997"/>
                <a:gd name="connsiteY2731" fmla="*/ 899521 h 2078048"/>
                <a:gd name="connsiteX2732" fmla="*/ 1567724 w 2077997"/>
                <a:gd name="connsiteY2732" fmla="*/ 903331 h 2078048"/>
                <a:gd name="connsiteX2733" fmla="*/ 1560295 w 2077997"/>
                <a:gd name="connsiteY2733" fmla="*/ 915332 h 2078048"/>
                <a:gd name="connsiteX2734" fmla="*/ 1560295 w 2077997"/>
                <a:gd name="connsiteY2734" fmla="*/ 915332 h 2078048"/>
                <a:gd name="connsiteX2735" fmla="*/ 1560295 w 2077997"/>
                <a:gd name="connsiteY2735" fmla="*/ 915332 h 2078048"/>
                <a:gd name="connsiteX2736" fmla="*/ 1561152 w 2077997"/>
                <a:gd name="connsiteY2736" fmla="*/ 917999 h 2078048"/>
                <a:gd name="connsiteX2737" fmla="*/ 1561343 w 2077997"/>
                <a:gd name="connsiteY2737" fmla="*/ 918380 h 2078048"/>
                <a:gd name="connsiteX2738" fmla="*/ 1563343 w 2077997"/>
                <a:gd name="connsiteY2738" fmla="*/ 920762 h 2078048"/>
                <a:gd name="connsiteX2739" fmla="*/ 1575821 w 2077997"/>
                <a:gd name="connsiteY2739" fmla="*/ 924286 h 2078048"/>
                <a:gd name="connsiteX2740" fmla="*/ 1576487 w 2077997"/>
                <a:gd name="connsiteY2740" fmla="*/ 933716 h 2078048"/>
                <a:gd name="connsiteX2741" fmla="*/ 1596109 w 2077997"/>
                <a:gd name="connsiteY2741" fmla="*/ 965339 h 2078048"/>
                <a:gd name="connsiteX2742" fmla="*/ 1615540 w 2077997"/>
                <a:gd name="connsiteY2742" fmla="*/ 978483 h 2078048"/>
                <a:gd name="connsiteX2743" fmla="*/ 1640400 w 2077997"/>
                <a:gd name="connsiteY2743" fmla="*/ 989913 h 2078048"/>
                <a:gd name="connsiteX2744" fmla="*/ 1698979 w 2077997"/>
                <a:gd name="connsiteY2744" fmla="*/ 1004677 h 2078048"/>
                <a:gd name="connsiteX2745" fmla="*/ 1714695 w 2077997"/>
                <a:gd name="connsiteY2745" fmla="*/ 1018679 h 2078048"/>
                <a:gd name="connsiteX2746" fmla="*/ 1718314 w 2077997"/>
                <a:gd name="connsiteY2746" fmla="*/ 1018679 h 2078048"/>
                <a:gd name="connsiteX2747" fmla="*/ 1722601 w 2077997"/>
                <a:gd name="connsiteY2747" fmla="*/ 1017821 h 2078048"/>
                <a:gd name="connsiteX2748" fmla="*/ 1726792 w 2077997"/>
                <a:gd name="connsiteY2748" fmla="*/ 1015916 h 2078048"/>
                <a:gd name="connsiteX2749" fmla="*/ 1732316 w 2077997"/>
                <a:gd name="connsiteY2749" fmla="*/ 1010773 h 2078048"/>
                <a:gd name="connsiteX2750" fmla="*/ 1733364 w 2077997"/>
                <a:gd name="connsiteY2750" fmla="*/ 1008677 h 2078048"/>
                <a:gd name="connsiteX2751" fmla="*/ 1788419 w 2077997"/>
                <a:gd name="connsiteY2751" fmla="*/ 1009820 h 2078048"/>
                <a:gd name="connsiteX2752" fmla="*/ 1809659 w 2077997"/>
                <a:gd name="connsiteY2752" fmla="*/ 1008201 h 2078048"/>
                <a:gd name="connsiteX2753" fmla="*/ 1809755 w 2077997"/>
                <a:gd name="connsiteY2753" fmla="*/ 1008201 h 2078048"/>
                <a:gd name="connsiteX2754" fmla="*/ 1809755 w 2077997"/>
                <a:gd name="connsiteY2754" fmla="*/ 1008201 h 2078048"/>
                <a:gd name="connsiteX2755" fmla="*/ 1819089 w 2077997"/>
                <a:gd name="connsiteY2755" fmla="*/ 1007058 h 2078048"/>
                <a:gd name="connsiteX2756" fmla="*/ 1819470 w 2077997"/>
                <a:gd name="connsiteY2756" fmla="*/ 1009725 h 2078048"/>
                <a:gd name="connsiteX2757" fmla="*/ 1819470 w 2077997"/>
                <a:gd name="connsiteY2757" fmla="*/ 1009725 h 2078048"/>
                <a:gd name="connsiteX2758" fmla="*/ 1822423 w 2077997"/>
                <a:gd name="connsiteY2758" fmla="*/ 1015916 h 2078048"/>
                <a:gd name="connsiteX2759" fmla="*/ 1824709 w 2077997"/>
                <a:gd name="connsiteY2759" fmla="*/ 1018393 h 2078048"/>
                <a:gd name="connsiteX2760" fmla="*/ 1830519 w 2077997"/>
                <a:gd name="connsiteY2760" fmla="*/ 1021917 h 2078048"/>
                <a:gd name="connsiteX2761" fmla="*/ 1840901 w 2077997"/>
                <a:gd name="connsiteY2761" fmla="*/ 1022679 h 2078048"/>
                <a:gd name="connsiteX2762" fmla="*/ 1854141 w 2077997"/>
                <a:gd name="connsiteY2762" fmla="*/ 1001248 h 2078048"/>
                <a:gd name="connsiteX2763" fmla="*/ 1853665 w 2077997"/>
                <a:gd name="connsiteY2763" fmla="*/ 999819 h 2078048"/>
                <a:gd name="connsiteX2764" fmla="*/ 1897575 w 2077997"/>
                <a:gd name="connsiteY2764" fmla="*/ 982484 h 2078048"/>
                <a:gd name="connsiteX2765" fmla="*/ 1928531 w 2077997"/>
                <a:gd name="connsiteY2765" fmla="*/ 962767 h 2078048"/>
                <a:gd name="connsiteX2766" fmla="*/ 1928627 w 2077997"/>
                <a:gd name="connsiteY2766" fmla="*/ 963053 h 2078048"/>
                <a:gd name="connsiteX2767" fmla="*/ 1931960 w 2077997"/>
                <a:gd name="connsiteY2767" fmla="*/ 970006 h 2078048"/>
                <a:gd name="connsiteX2768" fmla="*/ 1937199 w 2077997"/>
                <a:gd name="connsiteY2768" fmla="*/ 974959 h 2078048"/>
                <a:gd name="connsiteX2769" fmla="*/ 1940342 w 2077997"/>
                <a:gd name="connsiteY2769" fmla="*/ 976483 h 2078048"/>
                <a:gd name="connsiteX2770" fmla="*/ 1947200 w 2077997"/>
                <a:gd name="connsiteY2770" fmla="*/ 977531 h 2078048"/>
                <a:gd name="connsiteX2771" fmla="*/ 1950725 w 2077997"/>
                <a:gd name="connsiteY2771" fmla="*/ 976864 h 2078048"/>
                <a:gd name="connsiteX2772" fmla="*/ 1962631 w 2077997"/>
                <a:gd name="connsiteY2772" fmla="*/ 951908 h 2078048"/>
                <a:gd name="connsiteX2773" fmla="*/ 1960821 w 2077997"/>
                <a:gd name="connsiteY2773" fmla="*/ 947336 h 2078048"/>
                <a:gd name="connsiteX2774" fmla="*/ 1960630 w 2077997"/>
                <a:gd name="connsiteY2774" fmla="*/ 947051 h 2078048"/>
                <a:gd name="connsiteX2775" fmla="*/ 1958059 w 2077997"/>
                <a:gd name="connsiteY2775" fmla="*/ 943431 h 2078048"/>
                <a:gd name="connsiteX2776" fmla="*/ 1957963 w 2077997"/>
                <a:gd name="connsiteY2776" fmla="*/ 943336 h 2078048"/>
                <a:gd name="connsiteX2777" fmla="*/ 1957963 w 2077997"/>
                <a:gd name="connsiteY2777" fmla="*/ 943336 h 2078048"/>
                <a:gd name="connsiteX2778" fmla="*/ 1954344 w 2077997"/>
                <a:gd name="connsiteY2778" fmla="*/ 940288 h 2078048"/>
                <a:gd name="connsiteX2779" fmla="*/ 1968917 w 2077997"/>
                <a:gd name="connsiteY2779" fmla="*/ 923238 h 2078048"/>
                <a:gd name="connsiteX2780" fmla="*/ 1975775 w 2077997"/>
                <a:gd name="connsiteY2780" fmla="*/ 930858 h 2078048"/>
                <a:gd name="connsiteX2781" fmla="*/ 1979966 w 2077997"/>
                <a:gd name="connsiteY2781" fmla="*/ 932763 h 2078048"/>
                <a:gd name="connsiteX2782" fmla="*/ 1980443 w 2077997"/>
                <a:gd name="connsiteY2782" fmla="*/ 932858 h 2078048"/>
                <a:gd name="connsiteX2783" fmla="*/ 1994444 w 2077997"/>
                <a:gd name="connsiteY2783" fmla="*/ 930096 h 2078048"/>
                <a:gd name="connsiteX2784" fmla="*/ 2019781 w 2077997"/>
                <a:gd name="connsiteY2784" fmla="*/ 1038395 h 2078048"/>
                <a:gd name="connsiteX2785" fmla="*/ 2015685 w 2077997"/>
                <a:gd name="connsiteY2785" fmla="*/ 1081448 h 2078048"/>
                <a:gd name="connsiteX2786" fmla="*/ 2002064 w 2077997"/>
                <a:gd name="connsiteY2786" fmla="*/ 1080686 h 2078048"/>
                <a:gd name="connsiteX2787" fmla="*/ 1990253 w 2077997"/>
                <a:gd name="connsiteY2787" fmla="*/ 1096688 h 2078048"/>
                <a:gd name="connsiteX2788" fmla="*/ 1990253 w 2077997"/>
                <a:gd name="connsiteY2788" fmla="*/ 1096688 h 2078048"/>
                <a:gd name="connsiteX2789" fmla="*/ 1990253 w 2077997"/>
                <a:gd name="connsiteY2789" fmla="*/ 1096784 h 2078048"/>
                <a:gd name="connsiteX2790" fmla="*/ 1989872 w 2077997"/>
                <a:gd name="connsiteY2790" fmla="*/ 1101546 h 2078048"/>
                <a:gd name="connsiteX2791" fmla="*/ 1989872 w 2077997"/>
                <a:gd name="connsiteY2791" fmla="*/ 1102308 h 2078048"/>
                <a:gd name="connsiteX2792" fmla="*/ 1990539 w 2077997"/>
                <a:gd name="connsiteY2792" fmla="*/ 1107452 h 2078048"/>
                <a:gd name="connsiteX2793" fmla="*/ 2005112 w 2077997"/>
                <a:gd name="connsiteY2793" fmla="*/ 1121739 h 2078048"/>
                <a:gd name="connsiteX2794" fmla="*/ 1990920 w 2077997"/>
                <a:gd name="connsiteY2794" fmla="*/ 1153553 h 2078048"/>
                <a:gd name="connsiteX2795" fmla="*/ 1987777 w 2077997"/>
                <a:gd name="connsiteY2795" fmla="*/ 1159077 h 2078048"/>
                <a:gd name="connsiteX2796" fmla="*/ 1981014 w 2077997"/>
                <a:gd name="connsiteY2796" fmla="*/ 1170031 h 2078048"/>
                <a:gd name="connsiteX2797" fmla="*/ 1968727 w 2077997"/>
                <a:gd name="connsiteY2797" fmla="*/ 1153267 h 2078048"/>
                <a:gd name="connsiteX2798" fmla="*/ 1977109 w 2077997"/>
                <a:gd name="connsiteY2798" fmla="*/ 1138313 h 2078048"/>
                <a:gd name="connsiteX2799" fmla="*/ 1969679 w 2077997"/>
                <a:gd name="connsiteY2799" fmla="*/ 1119739 h 2078048"/>
                <a:gd name="connsiteX2800" fmla="*/ 1969679 w 2077997"/>
                <a:gd name="connsiteY2800" fmla="*/ 1119739 h 2078048"/>
                <a:gd name="connsiteX2801" fmla="*/ 1969679 w 2077997"/>
                <a:gd name="connsiteY2801" fmla="*/ 1119739 h 2078048"/>
                <a:gd name="connsiteX2802" fmla="*/ 1966060 w 2077997"/>
                <a:gd name="connsiteY2802" fmla="*/ 1117548 h 2078048"/>
                <a:gd name="connsiteX2803" fmla="*/ 1965488 w 2077997"/>
                <a:gd name="connsiteY2803" fmla="*/ 1117262 h 2078048"/>
                <a:gd name="connsiteX2804" fmla="*/ 1961107 w 2077997"/>
                <a:gd name="connsiteY2804" fmla="*/ 1116215 h 2078048"/>
                <a:gd name="connsiteX2805" fmla="*/ 1944057 w 2077997"/>
                <a:gd name="connsiteY2805" fmla="*/ 1126597 h 2078048"/>
                <a:gd name="connsiteX2806" fmla="*/ 1943676 w 2077997"/>
                <a:gd name="connsiteY2806" fmla="*/ 1126216 h 2078048"/>
                <a:gd name="connsiteX2807" fmla="*/ 1897670 w 2077997"/>
                <a:gd name="connsiteY2807" fmla="*/ 1094307 h 2078048"/>
                <a:gd name="connsiteX2808" fmla="*/ 1869095 w 2077997"/>
                <a:gd name="connsiteY2808" fmla="*/ 1081829 h 2078048"/>
                <a:gd name="connsiteX2809" fmla="*/ 1860618 w 2077997"/>
                <a:gd name="connsiteY2809" fmla="*/ 1066399 h 2078048"/>
                <a:gd name="connsiteX2810" fmla="*/ 1860618 w 2077997"/>
                <a:gd name="connsiteY2810" fmla="*/ 1066399 h 2078048"/>
                <a:gd name="connsiteX2811" fmla="*/ 1860618 w 2077997"/>
                <a:gd name="connsiteY2811" fmla="*/ 1066399 h 2078048"/>
                <a:gd name="connsiteX2812" fmla="*/ 1856808 w 2077997"/>
                <a:gd name="connsiteY2812" fmla="*/ 1064589 h 2078048"/>
                <a:gd name="connsiteX2813" fmla="*/ 1856332 w 2077997"/>
                <a:gd name="connsiteY2813" fmla="*/ 1064399 h 2078048"/>
                <a:gd name="connsiteX2814" fmla="*/ 1851950 w 2077997"/>
                <a:gd name="connsiteY2814" fmla="*/ 1063637 h 2078048"/>
                <a:gd name="connsiteX2815" fmla="*/ 1836044 w 2077997"/>
                <a:gd name="connsiteY2815" fmla="*/ 1072495 h 2078048"/>
                <a:gd name="connsiteX2816" fmla="*/ 1791181 w 2077997"/>
                <a:gd name="connsiteY2816" fmla="*/ 1066970 h 2078048"/>
                <a:gd name="connsiteX2817" fmla="*/ 1791181 w 2077997"/>
                <a:gd name="connsiteY2817" fmla="*/ 1066970 h 2078048"/>
                <a:gd name="connsiteX2818" fmla="*/ 1788800 w 2077997"/>
                <a:gd name="connsiteY2818" fmla="*/ 1066780 h 2078048"/>
                <a:gd name="connsiteX2819" fmla="*/ 1741079 w 2077997"/>
                <a:gd name="connsiteY2819" fmla="*/ 1067732 h 2078048"/>
                <a:gd name="connsiteX2820" fmla="*/ 1723839 w 2077997"/>
                <a:gd name="connsiteY2820" fmla="*/ 1061160 h 2078048"/>
                <a:gd name="connsiteX2821" fmla="*/ 1723268 w 2077997"/>
                <a:gd name="connsiteY2821" fmla="*/ 1061255 h 2078048"/>
                <a:gd name="connsiteX2822" fmla="*/ 1718981 w 2077997"/>
                <a:gd name="connsiteY2822" fmla="*/ 1062303 h 2078048"/>
                <a:gd name="connsiteX2823" fmla="*/ 1709456 w 2077997"/>
                <a:gd name="connsiteY2823" fmla="*/ 1071638 h 2078048"/>
                <a:gd name="connsiteX2824" fmla="*/ 1700884 w 2077997"/>
                <a:gd name="connsiteY2824" fmla="*/ 1072971 h 2078048"/>
                <a:gd name="connsiteX2825" fmla="*/ 1635923 w 2077997"/>
                <a:gd name="connsiteY2825" fmla="*/ 1091926 h 2078048"/>
                <a:gd name="connsiteX2826" fmla="*/ 1593728 w 2077997"/>
                <a:gd name="connsiteY2826" fmla="*/ 1118215 h 2078048"/>
                <a:gd name="connsiteX2827" fmla="*/ 1579345 w 2077997"/>
                <a:gd name="connsiteY2827" fmla="*/ 1116500 h 2078048"/>
                <a:gd name="connsiteX2828" fmla="*/ 1568201 w 2077997"/>
                <a:gd name="connsiteY2828" fmla="*/ 1124787 h 2078048"/>
                <a:gd name="connsiteX2829" fmla="*/ 1568201 w 2077997"/>
                <a:gd name="connsiteY2829" fmla="*/ 1124787 h 2078048"/>
                <a:gd name="connsiteX2830" fmla="*/ 1568201 w 2077997"/>
                <a:gd name="connsiteY2830" fmla="*/ 1124882 h 2078048"/>
                <a:gd name="connsiteX2831" fmla="*/ 1567915 w 2077997"/>
                <a:gd name="connsiteY2831" fmla="*/ 1127454 h 2078048"/>
                <a:gd name="connsiteX2832" fmla="*/ 1567915 w 2077997"/>
                <a:gd name="connsiteY2832" fmla="*/ 1128026 h 2078048"/>
                <a:gd name="connsiteX2833" fmla="*/ 1568772 w 2077997"/>
                <a:gd name="connsiteY2833" fmla="*/ 1130978 h 2078048"/>
                <a:gd name="connsiteX2834" fmla="*/ 1570296 w 2077997"/>
                <a:gd name="connsiteY2834" fmla="*/ 1133264 h 2078048"/>
                <a:gd name="connsiteX2835" fmla="*/ 1578869 w 2077997"/>
                <a:gd name="connsiteY2835" fmla="*/ 1139075 h 2078048"/>
                <a:gd name="connsiteX2836" fmla="*/ 1576106 w 2077997"/>
                <a:gd name="connsiteY2836" fmla="*/ 1148028 h 2078048"/>
                <a:gd name="connsiteX2837" fmla="*/ 1613730 w 2077997"/>
                <a:gd name="connsiteY2837" fmla="*/ 1224133 h 2078048"/>
                <a:gd name="connsiteX2838" fmla="*/ 1662117 w 2077997"/>
                <a:gd name="connsiteY2838" fmla="*/ 1260042 h 2078048"/>
                <a:gd name="connsiteX2839" fmla="*/ 1671452 w 2077997"/>
                <a:gd name="connsiteY2839" fmla="*/ 1278997 h 2078048"/>
                <a:gd name="connsiteX2840" fmla="*/ 1674785 w 2077997"/>
                <a:gd name="connsiteY2840" fmla="*/ 1280330 h 2078048"/>
                <a:gd name="connsiteX2841" fmla="*/ 1681643 w 2077997"/>
                <a:gd name="connsiteY2841" fmla="*/ 1281283 h 2078048"/>
                <a:gd name="connsiteX2842" fmla="*/ 1692502 w 2077997"/>
                <a:gd name="connsiteY2842" fmla="*/ 1276901 h 2078048"/>
                <a:gd name="connsiteX2843" fmla="*/ 1742984 w 2077997"/>
                <a:gd name="connsiteY2843" fmla="*/ 1299095 h 2078048"/>
                <a:gd name="connsiteX2844" fmla="*/ 1772226 w 2077997"/>
                <a:gd name="connsiteY2844" fmla="*/ 1308239 h 2078048"/>
                <a:gd name="connsiteX2845" fmla="*/ 1771559 w 2077997"/>
                <a:gd name="connsiteY2845" fmla="*/ 1310906 h 2078048"/>
                <a:gd name="connsiteX2846" fmla="*/ 1786323 w 2077997"/>
                <a:gd name="connsiteY2846" fmla="*/ 1331003 h 2078048"/>
                <a:gd name="connsiteX2847" fmla="*/ 1789943 w 2077997"/>
                <a:gd name="connsiteY2847" fmla="*/ 1331289 h 2078048"/>
                <a:gd name="connsiteX2848" fmla="*/ 1793467 w 2077997"/>
                <a:gd name="connsiteY2848" fmla="*/ 1330813 h 2078048"/>
                <a:gd name="connsiteX2849" fmla="*/ 1796705 w 2077997"/>
                <a:gd name="connsiteY2849" fmla="*/ 1329670 h 2078048"/>
                <a:gd name="connsiteX2850" fmla="*/ 1802325 w 2077997"/>
                <a:gd name="connsiteY2850" fmla="*/ 1325669 h 2078048"/>
                <a:gd name="connsiteX2851" fmla="*/ 1806897 w 2077997"/>
                <a:gd name="connsiteY2851" fmla="*/ 1316240 h 2078048"/>
                <a:gd name="connsiteX2852" fmla="*/ 1806897 w 2077997"/>
                <a:gd name="connsiteY2852" fmla="*/ 1314620 h 2078048"/>
                <a:gd name="connsiteX2853" fmla="*/ 1854141 w 2077997"/>
                <a:gd name="connsiteY2853" fmla="*/ 1315382 h 2078048"/>
                <a:gd name="connsiteX2854" fmla="*/ 1890431 w 2077997"/>
                <a:gd name="connsiteY2854" fmla="*/ 1309001 h 2078048"/>
                <a:gd name="connsiteX2855" fmla="*/ 1890336 w 2077997"/>
                <a:gd name="connsiteY2855" fmla="*/ 1309286 h 2078048"/>
                <a:gd name="connsiteX2856" fmla="*/ 1905481 w 2077997"/>
                <a:gd name="connsiteY2856" fmla="*/ 1330432 h 2078048"/>
                <a:gd name="connsiteX2857" fmla="*/ 1926150 w 2077997"/>
                <a:gd name="connsiteY2857" fmla="*/ 1311953 h 2078048"/>
                <a:gd name="connsiteX2858" fmla="*/ 1926055 w 2077997"/>
                <a:gd name="connsiteY2858" fmla="*/ 1307000 h 2078048"/>
                <a:gd name="connsiteX2859" fmla="*/ 1925960 w 2077997"/>
                <a:gd name="connsiteY2859" fmla="*/ 1306429 h 2078048"/>
                <a:gd name="connsiteX2860" fmla="*/ 1924817 w 2077997"/>
                <a:gd name="connsiteY2860" fmla="*/ 1302047 h 2078048"/>
                <a:gd name="connsiteX2861" fmla="*/ 1924817 w 2077997"/>
                <a:gd name="connsiteY2861" fmla="*/ 1302047 h 2078048"/>
                <a:gd name="connsiteX2862" fmla="*/ 1924817 w 2077997"/>
                <a:gd name="connsiteY2862" fmla="*/ 1302047 h 2078048"/>
                <a:gd name="connsiteX2863" fmla="*/ 1922626 w 2077997"/>
                <a:gd name="connsiteY2863" fmla="*/ 1297857 h 2078048"/>
                <a:gd name="connsiteX2864" fmla="*/ 1942819 w 2077997"/>
                <a:gd name="connsiteY2864" fmla="*/ 1287665 h 2078048"/>
                <a:gd name="connsiteX2865" fmla="*/ 1944247 w 2077997"/>
                <a:gd name="connsiteY2865" fmla="*/ 1293856 h 2078048"/>
                <a:gd name="connsiteX2866" fmla="*/ 1946153 w 2077997"/>
                <a:gd name="connsiteY2866" fmla="*/ 1297285 h 2078048"/>
                <a:gd name="connsiteX2867" fmla="*/ 1946153 w 2077997"/>
                <a:gd name="connsiteY2867" fmla="*/ 1297285 h 2078048"/>
                <a:gd name="connsiteX2868" fmla="*/ 1949201 w 2077997"/>
                <a:gd name="connsiteY2868" fmla="*/ 1300619 h 2078048"/>
                <a:gd name="connsiteX2869" fmla="*/ 1949581 w 2077997"/>
                <a:gd name="connsiteY2869" fmla="*/ 1300904 h 2078048"/>
                <a:gd name="connsiteX2870" fmla="*/ 1963583 w 2077997"/>
                <a:gd name="connsiteY2870" fmla="*/ 1303762 h 2078048"/>
                <a:gd name="connsiteX2871" fmla="*/ 1945486 w 2077997"/>
                <a:gd name="connsiteY2871" fmla="*/ 1413871 h 2078048"/>
                <a:gd name="connsiteX2872" fmla="*/ 1924531 w 2077997"/>
                <a:gd name="connsiteY2872" fmla="*/ 1452733 h 207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</a:cxnLst>
              <a:rect l="l" t="t" r="r" b="b"/>
              <a:pathLst>
                <a:path w="2077997" h="2078048">
                  <a:moveTo>
                    <a:pt x="2077502" y="1148314"/>
                  </a:moveTo>
                  <a:cubicBezTo>
                    <a:pt x="2077121" y="1146504"/>
                    <a:pt x="2076550" y="1144980"/>
                    <a:pt x="2075883" y="1143456"/>
                  </a:cubicBezTo>
                  <a:cubicBezTo>
                    <a:pt x="2075693" y="1143075"/>
                    <a:pt x="2075597" y="1142789"/>
                    <a:pt x="2075407" y="1142504"/>
                  </a:cubicBezTo>
                  <a:cubicBezTo>
                    <a:pt x="2074740" y="1141170"/>
                    <a:pt x="2073978" y="1139932"/>
                    <a:pt x="2073026" y="1138789"/>
                  </a:cubicBezTo>
                  <a:cubicBezTo>
                    <a:pt x="2073026" y="1138789"/>
                    <a:pt x="2073026" y="1138789"/>
                    <a:pt x="2073026" y="1138789"/>
                  </a:cubicBezTo>
                  <a:lnTo>
                    <a:pt x="2073026" y="1138789"/>
                  </a:lnTo>
                  <a:cubicBezTo>
                    <a:pt x="2070263" y="1135360"/>
                    <a:pt x="2066548" y="1133074"/>
                    <a:pt x="2062548" y="1132693"/>
                  </a:cubicBezTo>
                  <a:cubicBezTo>
                    <a:pt x="2071502" y="1103451"/>
                    <a:pt x="2076550" y="1071828"/>
                    <a:pt x="2076550" y="1039062"/>
                  </a:cubicBezTo>
                  <a:cubicBezTo>
                    <a:pt x="2076550" y="1000295"/>
                    <a:pt x="2069501" y="963148"/>
                    <a:pt x="2057214" y="929525"/>
                  </a:cubicBezTo>
                  <a:cubicBezTo>
                    <a:pt x="2062167" y="928477"/>
                    <a:pt x="2066644" y="924857"/>
                    <a:pt x="2069120" y="918761"/>
                  </a:cubicBezTo>
                  <a:cubicBezTo>
                    <a:pt x="2072073" y="911522"/>
                    <a:pt x="2071311" y="902759"/>
                    <a:pt x="2067882" y="895997"/>
                  </a:cubicBezTo>
                  <a:cubicBezTo>
                    <a:pt x="2067882" y="895997"/>
                    <a:pt x="2067882" y="895997"/>
                    <a:pt x="2067882" y="895997"/>
                  </a:cubicBezTo>
                  <a:cubicBezTo>
                    <a:pt x="2067882" y="895997"/>
                    <a:pt x="2067882" y="895997"/>
                    <a:pt x="2067882" y="895997"/>
                  </a:cubicBezTo>
                  <a:cubicBezTo>
                    <a:pt x="2067120" y="894473"/>
                    <a:pt x="2066168" y="893044"/>
                    <a:pt x="2065120" y="891806"/>
                  </a:cubicBezTo>
                  <a:cubicBezTo>
                    <a:pt x="2065025" y="891615"/>
                    <a:pt x="2064834" y="891425"/>
                    <a:pt x="2064739" y="891234"/>
                  </a:cubicBezTo>
                  <a:cubicBezTo>
                    <a:pt x="2063596" y="889901"/>
                    <a:pt x="2062357" y="888758"/>
                    <a:pt x="2061024" y="887805"/>
                  </a:cubicBezTo>
                  <a:cubicBezTo>
                    <a:pt x="2053785" y="882852"/>
                    <a:pt x="2045403" y="884852"/>
                    <a:pt x="2040164" y="891425"/>
                  </a:cubicBezTo>
                  <a:cubicBezTo>
                    <a:pt x="2031306" y="874946"/>
                    <a:pt x="2021019" y="859611"/>
                    <a:pt x="2009494" y="846086"/>
                  </a:cubicBezTo>
                  <a:cubicBezTo>
                    <a:pt x="2016447" y="824178"/>
                    <a:pt x="2020543" y="800461"/>
                    <a:pt x="2021686" y="775886"/>
                  </a:cubicBezTo>
                  <a:cubicBezTo>
                    <a:pt x="2027591" y="778934"/>
                    <a:pt x="2034163" y="778744"/>
                    <a:pt x="2039117" y="774267"/>
                  </a:cubicBezTo>
                  <a:cubicBezTo>
                    <a:pt x="2041974" y="771695"/>
                    <a:pt x="2043784" y="768076"/>
                    <a:pt x="2044641" y="764075"/>
                  </a:cubicBezTo>
                  <a:cubicBezTo>
                    <a:pt x="2044927" y="762742"/>
                    <a:pt x="2045117" y="761313"/>
                    <a:pt x="2045117" y="759884"/>
                  </a:cubicBezTo>
                  <a:cubicBezTo>
                    <a:pt x="2045213" y="757027"/>
                    <a:pt x="2044927" y="754074"/>
                    <a:pt x="2044165" y="751217"/>
                  </a:cubicBezTo>
                  <a:cubicBezTo>
                    <a:pt x="2043403" y="748359"/>
                    <a:pt x="2042164" y="745502"/>
                    <a:pt x="2040450" y="742930"/>
                  </a:cubicBezTo>
                  <a:cubicBezTo>
                    <a:pt x="2039402" y="741311"/>
                    <a:pt x="2038259" y="740072"/>
                    <a:pt x="2037021" y="738834"/>
                  </a:cubicBezTo>
                  <a:cubicBezTo>
                    <a:pt x="2036926" y="738739"/>
                    <a:pt x="2036735" y="738548"/>
                    <a:pt x="2036640" y="738453"/>
                  </a:cubicBezTo>
                  <a:cubicBezTo>
                    <a:pt x="2035402" y="737310"/>
                    <a:pt x="2034163" y="736453"/>
                    <a:pt x="2032830" y="735691"/>
                  </a:cubicBezTo>
                  <a:cubicBezTo>
                    <a:pt x="2032830" y="735691"/>
                    <a:pt x="2032830" y="735691"/>
                    <a:pt x="2032830" y="735691"/>
                  </a:cubicBezTo>
                  <a:cubicBezTo>
                    <a:pt x="2032830" y="735691"/>
                    <a:pt x="2032830" y="735691"/>
                    <a:pt x="2032830" y="735691"/>
                  </a:cubicBezTo>
                  <a:cubicBezTo>
                    <a:pt x="2028925" y="733405"/>
                    <a:pt x="2024543" y="732833"/>
                    <a:pt x="2020638" y="734072"/>
                  </a:cubicBezTo>
                  <a:cubicBezTo>
                    <a:pt x="2017780" y="703496"/>
                    <a:pt x="2010256" y="672254"/>
                    <a:pt x="1997683" y="641774"/>
                  </a:cubicBezTo>
                  <a:cubicBezTo>
                    <a:pt x="1982824" y="605675"/>
                    <a:pt x="1962059" y="573956"/>
                    <a:pt x="1937675" y="547667"/>
                  </a:cubicBezTo>
                  <a:cubicBezTo>
                    <a:pt x="1941866" y="544810"/>
                    <a:pt x="1944629" y="539762"/>
                    <a:pt x="1944533" y="533189"/>
                  </a:cubicBezTo>
                  <a:cubicBezTo>
                    <a:pt x="1944438" y="525284"/>
                    <a:pt x="1940438" y="517568"/>
                    <a:pt x="1934627" y="512711"/>
                  </a:cubicBezTo>
                  <a:lnTo>
                    <a:pt x="1934627" y="512711"/>
                  </a:lnTo>
                  <a:cubicBezTo>
                    <a:pt x="1934627" y="512711"/>
                    <a:pt x="1934627" y="512711"/>
                    <a:pt x="1934627" y="512711"/>
                  </a:cubicBezTo>
                  <a:cubicBezTo>
                    <a:pt x="1933294" y="511568"/>
                    <a:pt x="1931960" y="510615"/>
                    <a:pt x="1930436" y="509853"/>
                  </a:cubicBezTo>
                  <a:cubicBezTo>
                    <a:pt x="1930246" y="509758"/>
                    <a:pt x="1930055" y="509663"/>
                    <a:pt x="1929865" y="509567"/>
                  </a:cubicBezTo>
                  <a:cubicBezTo>
                    <a:pt x="1928341" y="508805"/>
                    <a:pt x="1926721" y="508139"/>
                    <a:pt x="1925102" y="507853"/>
                  </a:cubicBezTo>
                  <a:cubicBezTo>
                    <a:pt x="1916530" y="506138"/>
                    <a:pt x="1909481" y="511091"/>
                    <a:pt x="1907290" y="519283"/>
                  </a:cubicBezTo>
                  <a:cubicBezTo>
                    <a:pt x="1892717" y="507472"/>
                    <a:pt x="1877382" y="497375"/>
                    <a:pt x="1861571" y="489184"/>
                  </a:cubicBezTo>
                  <a:cubicBezTo>
                    <a:pt x="1859570" y="466324"/>
                    <a:pt x="1854331" y="442988"/>
                    <a:pt x="1845950" y="419842"/>
                  </a:cubicBezTo>
                  <a:cubicBezTo>
                    <a:pt x="1847473" y="419937"/>
                    <a:pt x="1848997" y="419937"/>
                    <a:pt x="1850426" y="419747"/>
                  </a:cubicBezTo>
                  <a:cubicBezTo>
                    <a:pt x="1852807" y="419366"/>
                    <a:pt x="1854998" y="418508"/>
                    <a:pt x="1856808" y="417080"/>
                  </a:cubicBezTo>
                  <a:cubicBezTo>
                    <a:pt x="1858713" y="415746"/>
                    <a:pt x="1860237" y="413841"/>
                    <a:pt x="1861285" y="411555"/>
                  </a:cubicBezTo>
                  <a:cubicBezTo>
                    <a:pt x="1865666" y="402316"/>
                    <a:pt x="1860809" y="388981"/>
                    <a:pt x="1850712" y="382123"/>
                  </a:cubicBezTo>
                  <a:cubicBezTo>
                    <a:pt x="1849188" y="381075"/>
                    <a:pt x="1847569" y="380313"/>
                    <a:pt x="1845950" y="379646"/>
                  </a:cubicBezTo>
                  <a:cubicBezTo>
                    <a:pt x="1845854" y="379551"/>
                    <a:pt x="1845664" y="379551"/>
                    <a:pt x="1845569" y="379551"/>
                  </a:cubicBezTo>
                  <a:cubicBezTo>
                    <a:pt x="1844045" y="378980"/>
                    <a:pt x="1842616" y="378599"/>
                    <a:pt x="1841092" y="378408"/>
                  </a:cubicBezTo>
                  <a:cubicBezTo>
                    <a:pt x="1840996" y="378408"/>
                    <a:pt x="1840996" y="378408"/>
                    <a:pt x="1840901" y="378408"/>
                  </a:cubicBezTo>
                  <a:cubicBezTo>
                    <a:pt x="1840901" y="378408"/>
                    <a:pt x="1840901" y="378408"/>
                    <a:pt x="1840901" y="378408"/>
                  </a:cubicBezTo>
                  <a:cubicBezTo>
                    <a:pt x="1836425" y="377932"/>
                    <a:pt x="1832138" y="378980"/>
                    <a:pt x="1828995" y="381551"/>
                  </a:cubicBezTo>
                  <a:cubicBezTo>
                    <a:pt x="1814707" y="354500"/>
                    <a:pt x="1795848" y="328497"/>
                    <a:pt x="1772702" y="305256"/>
                  </a:cubicBezTo>
                  <a:cubicBezTo>
                    <a:pt x="1745175" y="277729"/>
                    <a:pt x="1713838" y="256488"/>
                    <a:pt x="1681357" y="241534"/>
                  </a:cubicBezTo>
                  <a:cubicBezTo>
                    <a:pt x="1684215" y="237248"/>
                    <a:pt x="1684787" y="231533"/>
                    <a:pt x="1682215" y="225437"/>
                  </a:cubicBezTo>
                  <a:cubicBezTo>
                    <a:pt x="1678500" y="216674"/>
                    <a:pt x="1669546" y="210101"/>
                    <a:pt x="1660593" y="209149"/>
                  </a:cubicBezTo>
                  <a:cubicBezTo>
                    <a:pt x="1660212" y="209149"/>
                    <a:pt x="1659926" y="209054"/>
                    <a:pt x="1659545" y="209054"/>
                  </a:cubicBezTo>
                  <a:cubicBezTo>
                    <a:pt x="1657831" y="208958"/>
                    <a:pt x="1656212" y="208958"/>
                    <a:pt x="1654592" y="209339"/>
                  </a:cubicBezTo>
                  <a:cubicBezTo>
                    <a:pt x="1645829" y="211149"/>
                    <a:pt x="1641257" y="218483"/>
                    <a:pt x="1642496" y="226865"/>
                  </a:cubicBezTo>
                  <a:cubicBezTo>
                    <a:pt x="1624493" y="221436"/>
                    <a:pt x="1606491" y="217912"/>
                    <a:pt x="1588775" y="216388"/>
                  </a:cubicBezTo>
                  <a:cubicBezTo>
                    <a:pt x="1578297" y="196004"/>
                    <a:pt x="1564581" y="176383"/>
                    <a:pt x="1548007" y="158190"/>
                  </a:cubicBezTo>
                  <a:cubicBezTo>
                    <a:pt x="1554199" y="156190"/>
                    <a:pt x="1558580" y="151332"/>
                    <a:pt x="1558866" y="144760"/>
                  </a:cubicBezTo>
                  <a:cubicBezTo>
                    <a:pt x="1559438" y="134568"/>
                    <a:pt x="1549913" y="123995"/>
                    <a:pt x="1537911" y="121424"/>
                  </a:cubicBezTo>
                  <a:cubicBezTo>
                    <a:pt x="1536101" y="121043"/>
                    <a:pt x="1534292" y="121043"/>
                    <a:pt x="1532672" y="121043"/>
                  </a:cubicBezTo>
                  <a:cubicBezTo>
                    <a:pt x="1532387" y="121043"/>
                    <a:pt x="1532101" y="121043"/>
                    <a:pt x="1531910" y="121138"/>
                  </a:cubicBezTo>
                  <a:cubicBezTo>
                    <a:pt x="1530291" y="121233"/>
                    <a:pt x="1528767" y="121519"/>
                    <a:pt x="1527338" y="121900"/>
                  </a:cubicBezTo>
                  <a:cubicBezTo>
                    <a:pt x="1527338" y="121900"/>
                    <a:pt x="1527338" y="121900"/>
                    <a:pt x="1527338" y="121900"/>
                  </a:cubicBezTo>
                  <a:cubicBezTo>
                    <a:pt x="1527338" y="121900"/>
                    <a:pt x="1527338" y="121900"/>
                    <a:pt x="1527338" y="121900"/>
                  </a:cubicBezTo>
                  <a:cubicBezTo>
                    <a:pt x="1523052" y="123138"/>
                    <a:pt x="1519623" y="125615"/>
                    <a:pt x="1517623" y="129139"/>
                  </a:cubicBezTo>
                  <a:cubicBezTo>
                    <a:pt x="1494001" y="109517"/>
                    <a:pt x="1466569" y="92753"/>
                    <a:pt x="1436089" y="80276"/>
                  </a:cubicBezTo>
                  <a:cubicBezTo>
                    <a:pt x="1400084" y="65321"/>
                    <a:pt x="1362842" y="57606"/>
                    <a:pt x="1327028" y="56273"/>
                  </a:cubicBezTo>
                  <a:cubicBezTo>
                    <a:pt x="1327980" y="51224"/>
                    <a:pt x="1326361" y="45700"/>
                    <a:pt x="1321694" y="41033"/>
                  </a:cubicBezTo>
                  <a:cubicBezTo>
                    <a:pt x="1316074" y="35508"/>
                    <a:pt x="1307787" y="32746"/>
                    <a:pt x="1300167" y="33317"/>
                  </a:cubicBezTo>
                  <a:cubicBezTo>
                    <a:pt x="1300167" y="33317"/>
                    <a:pt x="1300167" y="33317"/>
                    <a:pt x="1300167" y="33317"/>
                  </a:cubicBezTo>
                  <a:cubicBezTo>
                    <a:pt x="1300167" y="33317"/>
                    <a:pt x="1300072" y="33317"/>
                    <a:pt x="1300072" y="33317"/>
                  </a:cubicBezTo>
                  <a:cubicBezTo>
                    <a:pt x="1298357" y="33508"/>
                    <a:pt x="1296643" y="33794"/>
                    <a:pt x="1295023" y="34365"/>
                  </a:cubicBezTo>
                  <a:cubicBezTo>
                    <a:pt x="1294928" y="34365"/>
                    <a:pt x="1294738" y="34460"/>
                    <a:pt x="1294643" y="34460"/>
                  </a:cubicBezTo>
                  <a:cubicBezTo>
                    <a:pt x="1293023" y="35032"/>
                    <a:pt x="1291404" y="35794"/>
                    <a:pt x="1289975" y="36746"/>
                  </a:cubicBezTo>
                  <a:cubicBezTo>
                    <a:pt x="1288832" y="37508"/>
                    <a:pt x="1287880" y="38366"/>
                    <a:pt x="1287022" y="39223"/>
                  </a:cubicBezTo>
                  <a:cubicBezTo>
                    <a:pt x="1284451" y="41985"/>
                    <a:pt x="1283117" y="45319"/>
                    <a:pt x="1283022" y="48748"/>
                  </a:cubicBezTo>
                  <a:cubicBezTo>
                    <a:pt x="1282927" y="51034"/>
                    <a:pt x="1283403" y="53415"/>
                    <a:pt x="1284451" y="55606"/>
                  </a:cubicBezTo>
                  <a:cubicBezTo>
                    <a:pt x="1284737" y="56273"/>
                    <a:pt x="1285213" y="56844"/>
                    <a:pt x="1285594" y="57511"/>
                  </a:cubicBezTo>
                  <a:cubicBezTo>
                    <a:pt x="1266830" y="59416"/>
                    <a:pt x="1248827" y="63035"/>
                    <a:pt x="1231873" y="68465"/>
                  </a:cubicBezTo>
                  <a:cubicBezTo>
                    <a:pt x="1214347" y="53701"/>
                    <a:pt x="1194059" y="40842"/>
                    <a:pt x="1171865" y="30460"/>
                  </a:cubicBezTo>
                  <a:cubicBezTo>
                    <a:pt x="1176818" y="26269"/>
                    <a:pt x="1178914" y="20078"/>
                    <a:pt x="1176723" y="13886"/>
                  </a:cubicBezTo>
                  <a:cubicBezTo>
                    <a:pt x="1175485" y="10267"/>
                    <a:pt x="1172818" y="7124"/>
                    <a:pt x="1169389" y="4838"/>
                  </a:cubicBezTo>
                  <a:cubicBezTo>
                    <a:pt x="1168246" y="4076"/>
                    <a:pt x="1167007" y="3314"/>
                    <a:pt x="1165769" y="2742"/>
                  </a:cubicBezTo>
                  <a:cubicBezTo>
                    <a:pt x="1163197" y="1504"/>
                    <a:pt x="1160340" y="647"/>
                    <a:pt x="1157387" y="266"/>
                  </a:cubicBezTo>
                  <a:cubicBezTo>
                    <a:pt x="1154435" y="-115"/>
                    <a:pt x="1151387" y="-115"/>
                    <a:pt x="1148338" y="456"/>
                  </a:cubicBezTo>
                  <a:cubicBezTo>
                    <a:pt x="1146529" y="837"/>
                    <a:pt x="1145005" y="1409"/>
                    <a:pt x="1143481" y="2075"/>
                  </a:cubicBezTo>
                  <a:cubicBezTo>
                    <a:pt x="1143100" y="2266"/>
                    <a:pt x="1142814" y="2361"/>
                    <a:pt x="1142528" y="2552"/>
                  </a:cubicBezTo>
                  <a:cubicBezTo>
                    <a:pt x="1141195" y="3218"/>
                    <a:pt x="1139956" y="3980"/>
                    <a:pt x="1138813" y="4933"/>
                  </a:cubicBezTo>
                  <a:cubicBezTo>
                    <a:pt x="1138813" y="4933"/>
                    <a:pt x="1138813" y="4933"/>
                    <a:pt x="1138813" y="4933"/>
                  </a:cubicBezTo>
                  <a:lnTo>
                    <a:pt x="1138813" y="4933"/>
                  </a:lnTo>
                  <a:cubicBezTo>
                    <a:pt x="1135385" y="7695"/>
                    <a:pt x="1133098" y="11410"/>
                    <a:pt x="1132718" y="15410"/>
                  </a:cubicBezTo>
                  <a:cubicBezTo>
                    <a:pt x="1103476" y="6457"/>
                    <a:pt x="1071853" y="1409"/>
                    <a:pt x="1039087" y="1409"/>
                  </a:cubicBezTo>
                  <a:cubicBezTo>
                    <a:pt x="1000320" y="1409"/>
                    <a:pt x="963173" y="8457"/>
                    <a:pt x="929549" y="20744"/>
                  </a:cubicBezTo>
                  <a:cubicBezTo>
                    <a:pt x="928502" y="15791"/>
                    <a:pt x="924882" y="11315"/>
                    <a:pt x="918786" y="8838"/>
                  </a:cubicBezTo>
                  <a:cubicBezTo>
                    <a:pt x="911547" y="5885"/>
                    <a:pt x="902784" y="6647"/>
                    <a:pt x="896021" y="10076"/>
                  </a:cubicBezTo>
                  <a:cubicBezTo>
                    <a:pt x="896021" y="10076"/>
                    <a:pt x="896021" y="10076"/>
                    <a:pt x="896021" y="10076"/>
                  </a:cubicBezTo>
                  <a:cubicBezTo>
                    <a:pt x="896021" y="10076"/>
                    <a:pt x="896021" y="10076"/>
                    <a:pt x="896021" y="10076"/>
                  </a:cubicBezTo>
                  <a:cubicBezTo>
                    <a:pt x="894497" y="10838"/>
                    <a:pt x="893069" y="11791"/>
                    <a:pt x="891830" y="12839"/>
                  </a:cubicBezTo>
                  <a:cubicBezTo>
                    <a:pt x="891640" y="12934"/>
                    <a:pt x="891449" y="13124"/>
                    <a:pt x="891259" y="13220"/>
                  </a:cubicBezTo>
                  <a:cubicBezTo>
                    <a:pt x="889925" y="14363"/>
                    <a:pt x="888782" y="15601"/>
                    <a:pt x="887830" y="16934"/>
                  </a:cubicBezTo>
                  <a:cubicBezTo>
                    <a:pt x="882877" y="24173"/>
                    <a:pt x="884877" y="32555"/>
                    <a:pt x="891449" y="37794"/>
                  </a:cubicBezTo>
                  <a:cubicBezTo>
                    <a:pt x="874971" y="46652"/>
                    <a:pt x="859636" y="56939"/>
                    <a:pt x="846110" y="68465"/>
                  </a:cubicBezTo>
                  <a:cubicBezTo>
                    <a:pt x="824203" y="61511"/>
                    <a:pt x="800486" y="57416"/>
                    <a:pt x="775911" y="56273"/>
                  </a:cubicBezTo>
                  <a:cubicBezTo>
                    <a:pt x="778959" y="50367"/>
                    <a:pt x="778769" y="43795"/>
                    <a:pt x="774292" y="38842"/>
                  </a:cubicBezTo>
                  <a:cubicBezTo>
                    <a:pt x="771911" y="36270"/>
                    <a:pt x="768672" y="34460"/>
                    <a:pt x="764957" y="33603"/>
                  </a:cubicBezTo>
                  <a:cubicBezTo>
                    <a:pt x="763338" y="33222"/>
                    <a:pt x="761624" y="32841"/>
                    <a:pt x="759909" y="32841"/>
                  </a:cubicBezTo>
                  <a:cubicBezTo>
                    <a:pt x="757052" y="32746"/>
                    <a:pt x="754099" y="33032"/>
                    <a:pt x="751241" y="33794"/>
                  </a:cubicBezTo>
                  <a:cubicBezTo>
                    <a:pt x="748384" y="34556"/>
                    <a:pt x="745526" y="35794"/>
                    <a:pt x="742954" y="37508"/>
                  </a:cubicBezTo>
                  <a:cubicBezTo>
                    <a:pt x="741335" y="38556"/>
                    <a:pt x="740097" y="39699"/>
                    <a:pt x="738859" y="40937"/>
                  </a:cubicBezTo>
                  <a:cubicBezTo>
                    <a:pt x="738763" y="41033"/>
                    <a:pt x="738573" y="41223"/>
                    <a:pt x="738478" y="41318"/>
                  </a:cubicBezTo>
                  <a:cubicBezTo>
                    <a:pt x="737335" y="42557"/>
                    <a:pt x="736478" y="43795"/>
                    <a:pt x="735716" y="45128"/>
                  </a:cubicBezTo>
                  <a:cubicBezTo>
                    <a:pt x="735716" y="45128"/>
                    <a:pt x="735716" y="45128"/>
                    <a:pt x="735716" y="45128"/>
                  </a:cubicBezTo>
                  <a:cubicBezTo>
                    <a:pt x="735716" y="45128"/>
                    <a:pt x="735716" y="45128"/>
                    <a:pt x="735716" y="45128"/>
                  </a:cubicBezTo>
                  <a:cubicBezTo>
                    <a:pt x="733429" y="49034"/>
                    <a:pt x="732858" y="53415"/>
                    <a:pt x="734096" y="57320"/>
                  </a:cubicBezTo>
                  <a:cubicBezTo>
                    <a:pt x="703521" y="60178"/>
                    <a:pt x="672279" y="67703"/>
                    <a:pt x="641799" y="80276"/>
                  </a:cubicBezTo>
                  <a:cubicBezTo>
                    <a:pt x="605699" y="95135"/>
                    <a:pt x="573981" y="115899"/>
                    <a:pt x="547692" y="140283"/>
                  </a:cubicBezTo>
                  <a:cubicBezTo>
                    <a:pt x="544834" y="136092"/>
                    <a:pt x="539786" y="133330"/>
                    <a:pt x="533214" y="133425"/>
                  </a:cubicBezTo>
                  <a:cubicBezTo>
                    <a:pt x="525308" y="133520"/>
                    <a:pt x="517593" y="137521"/>
                    <a:pt x="512735" y="143331"/>
                  </a:cubicBezTo>
                  <a:lnTo>
                    <a:pt x="512735" y="143331"/>
                  </a:lnTo>
                  <a:cubicBezTo>
                    <a:pt x="512735" y="143331"/>
                    <a:pt x="512735" y="143331"/>
                    <a:pt x="512735" y="143331"/>
                  </a:cubicBezTo>
                  <a:cubicBezTo>
                    <a:pt x="511592" y="144665"/>
                    <a:pt x="510640" y="145998"/>
                    <a:pt x="509878" y="147522"/>
                  </a:cubicBezTo>
                  <a:cubicBezTo>
                    <a:pt x="509782" y="147713"/>
                    <a:pt x="509687" y="147903"/>
                    <a:pt x="509592" y="148094"/>
                  </a:cubicBezTo>
                  <a:cubicBezTo>
                    <a:pt x="508830" y="149618"/>
                    <a:pt x="508163" y="151237"/>
                    <a:pt x="507878" y="152856"/>
                  </a:cubicBezTo>
                  <a:cubicBezTo>
                    <a:pt x="506163" y="161429"/>
                    <a:pt x="511116" y="168477"/>
                    <a:pt x="519307" y="170668"/>
                  </a:cubicBezTo>
                  <a:cubicBezTo>
                    <a:pt x="507496" y="185241"/>
                    <a:pt x="497400" y="200576"/>
                    <a:pt x="489208" y="216388"/>
                  </a:cubicBezTo>
                  <a:cubicBezTo>
                    <a:pt x="466349" y="218388"/>
                    <a:pt x="443012" y="223627"/>
                    <a:pt x="419866" y="232009"/>
                  </a:cubicBezTo>
                  <a:cubicBezTo>
                    <a:pt x="420438" y="225437"/>
                    <a:pt x="417580" y="219436"/>
                    <a:pt x="411580" y="216578"/>
                  </a:cubicBezTo>
                  <a:cubicBezTo>
                    <a:pt x="410437" y="216007"/>
                    <a:pt x="409199" y="215626"/>
                    <a:pt x="407960" y="215340"/>
                  </a:cubicBezTo>
                  <a:cubicBezTo>
                    <a:pt x="406722" y="215054"/>
                    <a:pt x="405388" y="214959"/>
                    <a:pt x="404055" y="214959"/>
                  </a:cubicBezTo>
                  <a:cubicBezTo>
                    <a:pt x="401388" y="214959"/>
                    <a:pt x="398626" y="215435"/>
                    <a:pt x="395959" y="216388"/>
                  </a:cubicBezTo>
                  <a:cubicBezTo>
                    <a:pt x="390625" y="218293"/>
                    <a:pt x="385577" y="222103"/>
                    <a:pt x="382148" y="227151"/>
                  </a:cubicBezTo>
                  <a:cubicBezTo>
                    <a:pt x="381100" y="228675"/>
                    <a:pt x="380338" y="230294"/>
                    <a:pt x="379671" y="231914"/>
                  </a:cubicBezTo>
                  <a:cubicBezTo>
                    <a:pt x="379576" y="232009"/>
                    <a:pt x="379576" y="232199"/>
                    <a:pt x="379576" y="232295"/>
                  </a:cubicBezTo>
                  <a:cubicBezTo>
                    <a:pt x="379004" y="233819"/>
                    <a:pt x="378623" y="235247"/>
                    <a:pt x="378433" y="236771"/>
                  </a:cubicBezTo>
                  <a:cubicBezTo>
                    <a:pt x="378433" y="236867"/>
                    <a:pt x="378433" y="236867"/>
                    <a:pt x="378433" y="236962"/>
                  </a:cubicBezTo>
                  <a:cubicBezTo>
                    <a:pt x="378433" y="236962"/>
                    <a:pt x="378433" y="236962"/>
                    <a:pt x="378433" y="236962"/>
                  </a:cubicBezTo>
                  <a:cubicBezTo>
                    <a:pt x="377957" y="241439"/>
                    <a:pt x="379004" y="245725"/>
                    <a:pt x="381576" y="248868"/>
                  </a:cubicBezTo>
                  <a:cubicBezTo>
                    <a:pt x="354525" y="263156"/>
                    <a:pt x="328522" y="282015"/>
                    <a:pt x="305281" y="305161"/>
                  </a:cubicBezTo>
                  <a:cubicBezTo>
                    <a:pt x="277753" y="332688"/>
                    <a:pt x="256513" y="364025"/>
                    <a:pt x="241558" y="396506"/>
                  </a:cubicBezTo>
                  <a:cubicBezTo>
                    <a:pt x="237272" y="393648"/>
                    <a:pt x="231557" y="393077"/>
                    <a:pt x="225461" y="395648"/>
                  </a:cubicBezTo>
                  <a:cubicBezTo>
                    <a:pt x="216698" y="399363"/>
                    <a:pt x="210126" y="408317"/>
                    <a:pt x="209174" y="417270"/>
                  </a:cubicBezTo>
                  <a:cubicBezTo>
                    <a:pt x="209174" y="417651"/>
                    <a:pt x="209078" y="417937"/>
                    <a:pt x="209078" y="418318"/>
                  </a:cubicBezTo>
                  <a:cubicBezTo>
                    <a:pt x="208983" y="420032"/>
                    <a:pt x="208983" y="421652"/>
                    <a:pt x="209364" y="423271"/>
                  </a:cubicBezTo>
                  <a:cubicBezTo>
                    <a:pt x="211174" y="432034"/>
                    <a:pt x="218508" y="436606"/>
                    <a:pt x="226890" y="435368"/>
                  </a:cubicBezTo>
                  <a:cubicBezTo>
                    <a:pt x="221461" y="453370"/>
                    <a:pt x="217936" y="471372"/>
                    <a:pt x="216412" y="489089"/>
                  </a:cubicBezTo>
                  <a:cubicBezTo>
                    <a:pt x="196029" y="499566"/>
                    <a:pt x="176407" y="513282"/>
                    <a:pt x="158215" y="529856"/>
                  </a:cubicBezTo>
                  <a:cubicBezTo>
                    <a:pt x="156215" y="523664"/>
                    <a:pt x="151357" y="519283"/>
                    <a:pt x="144784" y="518997"/>
                  </a:cubicBezTo>
                  <a:cubicBezTo>
                    <a:pt x="143546" y="518902"/>
                    <a:pt x="142213" y="518997"/>
                    <a:pt x="140974" y="519283"/>
                  </a:cubicBezTo>
                  <a:cubicBezTo>
                    <a:pt x="134593" y="520426"/>
                    <a:pt x="128497" y="525188"/>
                    <a:pt x="124782" y="531570"/>
                  </a:cubicBezTo>
                  <a:cubicBezTo>
                    <a:pt x="123258" y="534142"/>
                    <a:pt x="122115" y="536999"/>
                    <a:pt x="121448" y="539952"/>
                  </a:cubicBezTo>
                  <a:cubicBezTo>
                    <a:pt x="121067" y="541762"/>
                    <a:pt x="121067" y="543572"/>
                    <a:pt x="121067" y="545191"/>
                  </a:cubicBezTo>
                  <a:cubicBezTo>
                    <a:pt x="121067" y="545477"/>
                    <a:pt x="121067" y="545762"/>
                    <a:pt x="121162" y="545953"/>
                  </a:cubicBezTo>
                  <a:cubicBezTo>
                    <a:pt x="121258" y="547572"/>
                    <a:pt x="121544" y="549096"/>
                    <a:pt x="121924" y="550525"/>
                  </a:cubicBezTo>
                  <a:cubicBezTo>
                    <a:pt x="121924" y="550525"/>
                    <a:pt x="121924" y="550525"/>
                    <a:pt x="121924" y="550525"/>
                  </a:cubicBezTo>
                  <a:cubicBezTo>
                    <a:pt x="121924" y="550525"/>
                    <a:pt x="121924" y="550525"/>
                    <a:pt x="121924" y="550525"/>
                  </a:cubicBezTo>
                  <a:cubicBezTo>
                    <a:pt x="123163" y="554811"/>
                    <a:pt x="125639" y="558240"/>
                    <a:pt x="129163" y="560240"/>
                  </a:cubicBezTo>
                  <a:cubicBezTo>
                    <a:pt x="109542" y="583862"/>
                    <a:pt x="92778" y="611294"/>
                    <a:pt x="80300" y="641774"/>
                  </a:cubicBezTo>
                  <a:cubicBezTo>
                    <a:pt x="65346" y="677779"/>
                    <a:pt x="57631" y="715022"/>
                    <a:pt x="56297" y="750836"/>
                  </a:cubicBezTo>
                  <a:cubicBezTo>
                    <a:pt x="51249" y="749883"/>
                    <a:pt x="45724" y="751502"/>
                    <a:pt x="41057" y="756170"/>
                  </a:cubicBezTo>
                  <a:cubicBezTo>
                    <a:pt x="35533" y="761789"/>
                    <a:pt x="32770" y="770076"/>
                    <a:pt x="33342" y="777696"/>
                  </a:cubicBezTo>
                  <a:cubicBezTo>
                    <a:pt x="33342" y="777696"/>
                    <a:pt x="33342" y="777696"/>
                    <a:pt x="33342" y="777696"/>
                  </a:cubicBezTo>
                  <a:cubicBezTo>
                    <a:pt x="33342" y="777696"/>
                    <a:pt x="33342" y="777791"/>
                    <a:pt x="33342" y="777791"/>
                  </a:cubicBezTo>
                  <a:cubicBezTo>
                    <a:pt x="33532" y="779506"/>
                    <a:pt x="33818" y="781220"/>
                    <a:pt x="34390" y="782840"/>
                  </a:cubicBezTo>
                  <a:cubicBezTo>
                    <a:pt x="34390" y="783030"/>
                    <a:pt x="34485" y="783125"/>
                    <a:pt x="34485" y="783316"/>
                  </a:cubicBezTo>
                  <a:cubicBezTo>
                    <a:pt x="35057" y="784935"/>
                    <a:pt x="35819" y="786554"/>
                    <a:pt x="36771" y="787983"/>
                  </a:cubicBezTo>
                  <a:cubicBezTo>
                    <a:pt x="41819" y="795413"/>
                    <a:pt x="50392" y="796746"/>
                    <a:pt x="57631" y="792460"/>
                  </a:cubicBezTo>
                  <a:cubicBezTo>
                    <a:pt x="59536" y="811224"/>
                    <a:pt x="63155" y="829226"/>
                    <a:pt x="68584" y="846181"/>
                  </a:cubicBezTo>
                  <a:cubicBezTo>
                    <a:pt x="53821" y="863707"/>
                    <a:pt x="40962" y="883995"/>
                    <a:pt x="30580" y="906188"/>
                  </a:cubicBezTo>
                  <a:cubicBezTo>
                    <a:pt x="28008" y="903140"/>
                    <a:pt x="24674" y="901140"/>
                    <a:pt x="21055" y="900569"/>
                  </a:cubicBezTo>
                  <a:cubicBezTo>
                    <a:pt x="19912" y="900378"/>
                    <a:pt x="18769" y="900378"/>
                    <a:pt x="17530" y="900473"/>
                  </a:cubicBezTo>
                  <a:cubicBezTo>
                    <a:pt x="16387" y="900569"/>
                    <a:pt x="15149" y="900854"/>
                    <a:pt x="13911" y="901331"/>
                  </a:cubicBezTo>
                  <a:cubicBezTo>
                    <a:pt x="4291" y="904760"/>
                    <a:pt x="-1805" y="917618"/>
                    <a:pt x="481" y="929715"/>
                  </a:cubicBezTo>
                  <a:cubicBezTo>
                    <a:pt x="862" y="931525"/>
                    <a:pt x="1433" y="933049"/>
                    <a:pt x="2100" y="934573"/>
                  </a:cubicBezTo>
                  <a:cubicBezTo>
                    <a:pt x="2290" y="934954"/>
                    <a:pt x="2481" y="935240"/>
                    <a:pt x="2576" y="935525"/>
                  </a:cubicBezTo>
                  <a:cubicBezTo>
                    <a:pt x="3243" y="936859"/>
                    <a:pt x="4005" y="938097"/>
                    <a:pt x="4957" y="939240"/>
                  </a:cubicBezTo>
                  <a:cubicBezTo>
                    <a:pt x="4957" y="939240"/>
                    <a:pt x="4957" y="939240"/>
                    <a:pt x="4957" y="939240"/>
                  </a:cubicBezTo>
                  <a:lnTo>
                    <a:pt x="4957" y="939240"/>
                  </a:lnTo>
                  <a:cubicBezTo>
                    <a:pt x="7720" y="942669"/>
                    <a:pt x="11434" y="944955"/>
                    <a:pt x="15435" y="945336"/>
                  </a:cubicBezTo>
                  <a:cubicBezTo>
                    <a:pt x="6482" y="974578"/>
                    <a:pt x="1433" y="1006201"/>
                    <a:pt x="1433" y="1038967"/>
                  </a:cubicBezTo>
                  <a:cubicBezTo>
                    <a:pt x="1433" y="1077734"/>
                    <a:pt x="8482" y="1114881"/>
                    <a:pt x="20769" y="1148504"/>
                  </a:cubicBezTo>
                  <a:cubicBezTo>
                    <a:pt x="15816" y="1149552"/>
                    <a:pt x="11339" y="1153172"/>
                    <a:pt x="8863" y="1159268"/>
                  </a:cubicBezTo>
                  <a:cubicBezTo>
                    <a:pt x="5910" y="1166507"/>
                    <a:pt x="6672" y="1175270"/>
                    <a:pt x="10101" y="1182032"/>
                  </a:cubicBezTo>
                  <a:cubicBezTo>
                    <a:pt x="10101" y="1182032"/>
                    <a:pt x="10101" y="1182032"/>
                    <a:pt x="10101" y="1182032"/>
                  </a:cubicBezTo>
                  <a:cubicBezTo>
                    <a:pt x="10101" y="1182032"/>
                    <a:pt x="10101" y="1182032"/>
                    <a:pt x="10101" y="1182032"/>
                  </a:cubicBezTo>
                  <a:cubicBezTo>
                    <a:pt x="10863" y="1183557"/>
                    <a:pt x="11815" y="1184985"/>
                    <a:pt x="12863" y="1186224"/>
                  </a:cubicBezTo>
                  <a:cubicBezTo>
                    <a:pt x="12958" y="1186414"/>
                    <a:pt x="13149" y="1186604"/>
                    <a:pt x="13244" y="1186795"/>
                  </a:cubicBezTo>
                  <a:cubicBezTo>
                    <a:pt x="14387" y="1188128"/>
                    <a:pt x="15625" y="1189271"/>
                    <a:pt x="16959" y="1190224"/>
                  </a:cubicBezTo>
                  <a:cubicBezTo>
                    <a:pt x="24198" y="1195177"/>
                    <a:pt x="32580" y="1193177"/>
                    <a:pt x="37819" y="1186604"/>
                  </a:cubicBezTo>
                  <a:cubicBezTo>
                    <a:pt x="46677" y="1203083"/>
                    <a:pt x="56964" y="1218418"/>
                    <a:pt x="68489" y="1231943"/>
                  </a:cubicBezTo>
                  <a:cubicBezTo>
                    <a:pt x="61536" y="1253851"/>
                    <a:pt x="57440" y="1277568"/>
                    <a:pt x="56297" y="1302143"/>
                  </a:cubicBezTo>
                  <a:cubicBezTo>
                    <a:pt x="50392" y="1299095"/>
                    <a:pt x="43820" y="1299285"/>
                    <a:pt x="38866" y="1303762"/>
                  </a:cubicBezTo>
                  <a:cubicBezTo>
                    <a:pt x="31342" y="1310620"/>
                    <a:pt x="30675" y="1324812"/>
                    <a:pt x="37533" y="1335099"/>
                  </a:cubicBezTo>
                  <a:cubicBezTo>
                    <a:pt x="38581" y="1336718"/>
                    <a:pt x="39724" y="1337957"/>
                    <a:pt x="40962" y="1339195"/>
                  </a:cubicBezTo>
                  <a:cubicBezTo>
                    <a:pt x="41057" y="1339290"/>
                    <a:pt x="41248" y="1339481"/>
                    <a:pt x="41343" y="1339576"/>
                  </a:cubicBezTo>
                  <a:cubicBezTo>
                    <a:pt x="42581" y="1340719"/>
                    <a:pt x="43820" y="1341576"/>
                    <a:pt x="45153" y="1342338"/>
                  </a:cubicBezTo>
                  <a:cubicBezTo>
                    <a:pt x="45153" y="1342338"/>
                    <a:pt x="45153" y="1342338"/>
                    <a:pt x="45153" y="1342338"/>
                  </a:cubicBezTo>
                  <a:cubicBezTo>
                    <a:pt x="45153" y="1342338"/>
                    <a:pt x="45153" y="1342338"/>
                    <a:pt x="45153" y="1342338"/>
                  </a:cubicBezTo>
                  <a:cubicBezTo>
                    <a:pt x="49058" y="1344624"/>
                    <a:pt x="53440" y="1345195"/>
                    <a:pt x="57345" y="1343957"/>
                  </a:cubicBezTo>
                  <a:cubicBezTo>
                    <a:pt x="60203" y="1374533"/>
                    <a:pt x="67727" y="1405775"/>
                    <a:pt x="80300" y="1436255"/>
                  </a:cubicBezTo>
                  <a:cubicBezTo>
                    <a:pt x="95159" y="1472354"/>
                    <a:pt x="115924" y="1504073"/>
                    <a:pt x="140308" y="1530362"/>
                  </a:cubicBezTo>
                  <a:cubicBezTo>
                    <a:pt x="136117" y="1533219"/>
                    <a:pt x="133354" y="1538267"/>
                    <a:pt x="133450" y="1544840"/>
                  </a:cubicBezTo>
                  <a:cubicBezTo>
                    <a:pt x="133545" y="1552745"/>
                    <a:pt x="137545" y="1560461"/>
                    <a:pt x="143356" y="1565318"/>
                  </a:cubicBezTo>
                  <a:lnTo>
                    <a:pt x="143356" y="1565318"/>
                  </a:lnTo>
                  <a:cubicBezTo>
                    <a:pt x="143356" y="1565318"/>
                    <a:pt x="143356" y="1565318"/>
                    <a:pt x="143356" y="1565318"/>
                  </a:cubicBezTo>
                  <a:cubicBezTo>
                    <a:pt x="144689" y="1566461"/>
                    <a:pt x="146023" y="1567414"/>
                    <a:pt x="147547" y="1568176"/>
                  </a:cubicBezTo>
                  <a:cubicBezTo>
                    <a:pt x="147737" y="1568271"/>
                    <a:pt x="147928" y="1568366"/>
                    <a:pt x="148118" y="1568462"/>
                  </a:cubicBezTo>
                  <a:cubicBezTo>
                    <a:pt x="149642" y="1569224"/>
                    <a:pt x="151261" y="1569890"/>
                    <a:pt x="152881" y="1570176"/>
                  </a:cubicBezTo>
                  <a:cubicBezTo>
                    <a:pt x="161453" y="1571891"/>
                    <a:pt x="168502" y="1566938"/>
                    <a:pt x="170692" y="1558746"/>
                  </a:cubicBezTo>
                  <a:cubicBezTo>
                    <a:pt x="185266" y="1570557"/>
                    <a:pt x="200601" y="1580654"/>
                    <a:pt x="216412" y="1588845"/>
                  </a:cubicBezTo>
                  <a:cubicBezTo>
                    <a:pt x="218413" y="1611705"/>
                    <a:pt x="223652" y="1635041"/>
                    <a:pt x="232033" y="1658187"/>
                  </a:cubicBezTo>
                  <a:cubicBezTo>
                    <a:pt x="225461" y="1657616"/>
                    <a:pt x="219461" y="1660473"/>
                    <a:pt x="216603" y="1666474"/>
                  </a:cubicBezTo>
                  <a:cubicBezTo>
                    <a:pt x="213269" y="1673427"/>
                    <a:pt x="215174" y="1682571"/>
                    <a:pt x="220699" y="1689715"/>
                  </a:cubicBezTo>
                  <a:cubicBezTo>
                    <a:pt x="222508" y="1692096"/>
                    <a:pt x="224699" y="1694192"/>
                    <a:pt x="227271" y="1695906"/>
                  </a:cubicBezTo>
                  <a:cubicBezTo>
                    <a:pt x="227271" y="1695906"/>
                    <a:pt x="227271" y="1695906"/>
                    <a:pt x="227271" y="1695906"/>
                  </a:cubicBezTo>
                  <a:cubicBezTo>
                    <a:pt x="228795" y="1696954"/>
                    <a:pt x="230414" y="1697716"/>
                    <a:pt x="232033" y="1698383"/>
                  </a:cubicBezTo>
                  <a:cubicBezTo>
                    <a:pt x="232129" y="1698478"/>
                    <a:pt x="232319" y="1698478"/>
                    <a:pt x="232415" y="1698478"/>
                  </a:cubicBezTo>
                  <a:cubicBezTo>
                    <a:pt x="233938" y="1699049"/>
                    <a:pt x="235367" y="1699430"/>
                    <a:pt x="236891" y="1699621"/>
                  </a:cubicBezTo>
                  <a:cubicBezTo>
                    <a:pt x="236986" y="1699621"/>
                    <a:pt x="236986" y="1699621"/>
                    <a:pt x="237082" y="1699621"/>
                  </a:cubicBezTo>
                  <a:cubicBezTo>
                    <a:pt x="237082" y="1699621"/>
                    <a:pt x="237082" y="1699621"/>
                    <a:pt x="237082" y="1699621"/>
                  </a:cubicBezTo>
                  <a:cubicBezTo>
                    <a:pt x="241558" y="1700097"/>
                    <a:pt x="245845" y="1699049"/>
                    <a:pt x="248988" y="1696478"/>
                  </a:cubicBezTo>
                  <a:cubicBezTo>
                    <a:pt x="263275" y="1723529"/>
                    <a:pt x="282135" y="1749532"/>
                    <a:pt x="305281" y="1772773"/>
                  </a:cubicBezTo>
                  <a:cubicBezTo>
                    <a:pt x="332808" y="1800300"/>
                    <a:pt x="364145" y="1821541"/>
                    <a:pt x="396625" y="1836495"/>
                  </a:cubicBezTo>
                  <a:cubicBezTo>
                    <a:pt x="393768" y="1840782"/>
                    <a:pt x="393196" y="1846496"/>
                    <a:pt x="395768" y="1852592"/>
                  </a:cubicBezTo>
                  <a:cubicBezTo>
                    <a:pt x="399483" y="1861355"/>
                    <a:pt x="408437" y="1867928"/>
                    <a:pt x="417390" y="1868880"/>
                  </a:cubicBezTo>
                  <a:cubicBezTo>
                    <a:pt x="417771" y="1868880"/>
                    <a:pt x="418057" y="1868975"/>
                    <a:pt x="418438" y="1868975"/>
                  </a:cubicBezTo>
                  <a:cubicBezTo>
                    <a:pt x="420152" y="1869070"/>
                    <a:pt x="421771" y="1869070"/>
                    <a:pt x="423391" y="1868690"/>
                  </a:cubicBezTo>
                  <a:cubicBezTo>
                    <a:pt x="424724" y="1868404"/>
                    <a:pt x="425962" y="1868023"/>
                    <a:pt x="427105" y="1867451"/>
                  </a:cubicBezTo>
                  <a:cubicBezTo>
                    <a:pt x="432820" y="1864880"/>
                    <a:pt x="435964" y="1859545"/>
                    <a:pt x="435773" y="1853354"/>
                  </a:cubicBezTo>
                  <a:cubicBezTo>
                    <a:pt x="435773" y="1852688"/>
                    <a:pt x="435583" y="1851926"/>
                    <a:pt x="435487" y="1851164"/>
                  </a:cubicBezTo>
                  <a:cubicBezTo>
                    <a:pt x="453490" y="1856593"/>
                    <a:pt x="471492" y="1860117"/>
                    <a:pt x="489208" y="1861641"/>
                  </a:cubicBezTo>
                  <a:cubicBezTo>
                    <a:pt x="499686" y="1882025"/>
                    <a:pt x="513402" y="1901646"/>
                    <a:pt x="529975" y="1919839"/>
                  </a:cubicBezTo>
                  <a:cubicBezTo>
                    <a:pt x="523784" y="1921839"/>
                    <a:pt x="519403" y="1926697"/>
                    <a:pt x="519117" y="1933269"/>
                  </a:cubicBezTo>
                  <a:cubicBezTo>
                    <a:pt x="518545" y="1943461"/>
                    <a:pt x="528070" y="1954034"/>
                    <a:pt x="540072" y="1956605"/>
                  </a:cubicBezTo>
                  <a:cubicBezTo>
                    <a:pt x="541882" y="1956986"/>
                    <a:pt x="543691" y="1956986"/>
                    <a:pt x="545311" y="1956986"/>
                  </a:cubicBezTo>
                  <a:cubicBezTo>
                    <a:pt x="545596" y="1956986"/>
                    <a:pt x="545882" y="1956986"/>
                    <a:pt x="546073" y="1956891"/>
                  </a:cubicBezTo>
                  <a:cubicBezTo>
                    <a:pt x="547692" y="1956796"/>
                    <a:pt x="549216" y="1956510"/>
                    <a:pt x="550645" y="1956129"/>
                  </a:cubicBezTo>
                  <a:cubicBezTo>
                    <a:pt x="550645" y="1956129"/>
                    <a:pt x="550645" y="1956129"/>
                    <a:pt x="550645" y="1956129"/>
                  </a:cubicBezTo>
                  <a:cubicBezTo>
                    <a:pt x="550645" y="1956129"/>
                    <a:pt x="550645" y="1956129"/>
                    <a:pt x="550645" y="1956129"/>
                  </a:cubicBezTo>
                  <a:cubicBezTo>
                    <a:pt x="554931" y="1954891"/>
                    <a:pt x="558360" y="1952414"/>
                    <a:pt x="560360" y="1948890"/>
                  </a:cubicBezTo>
                  <a:cubicBezTo>
                    <a:pt x="583982" y="1968512"/>
                    <a:pt x="611414" y="1985276"/>
                    <a:pt x="641894" y="1997753"/>
                  </a:cubicBezTo>
                  <a:cubicBezTo>
                    <a:pt x="677899" y="2012708"/>
                    <a:pt x="715141" y="2020423"/>
                    <a:pt x="750955" y="2021757"/>
                  </a:cubicBezTo>
                  <a:cubicBezTo>
                    <a:pt x="750003" y="2026805"/>
                    <a:pt x="751622" y="2032329"/>
                    <a:pt x="756290" y="2036996"/>
                  </a:cubicBezTo>
                  <a:cubicBezTo>
                    <a:pt x="761909" y="2042521"/>
                    <a:pt x="770196" y="2045283"/>
                    <a:pt x="777816" y="2044712"/>
                  </a:cubicBezTo>
                  <a:cubicBezTo>
                    <a:pt x="777816" y="2044712"/>
                    <a:pt x="777816" y="2044712"/>
                    <a:pt x="777816" y="2044712"/>
                  </a:cubicBezTo>
                  <a:cubicBezTo>
                    <a:pt x="777816" y="2044712"/>
                    <a:pt x="777911" y="2044712"/>
                    <a:pt x="777911" y="2044712"/>
                  </a:cubicBezTo>
                  <a:cubicBezTo>
                    <a:pt x="779626" y="2044521"/>
                    <a:pt x="781340" y="2044235"/>
                    <a:pt x="782959" y="2043664"/>
                  </a:cubicBezTo>
                  <a:cubicBezTo>
                    <a:pt x="783055" y="2043664"/>
                    <a:pt x="783245" y="2043569"/>
                    <a:pt x="783341" y="2043569"/>
                  </a:cubicBezTo>
                  <a:cubicBezTo>
                    <a:pt x="784960" y="2042997"/>
                    <a:pt x="786579" y="2042235"/>
                    <a:pt x="788008" y="2041283"/>
                  </a:cubicBezTo>
                  <a:cubicBezTo>
                    <a:pt x="795437" y="2036234"/>
                    <a:pt x="796771" y="2027662"/>
                    <a:pt x="792484" y="2020423"/>
                  </a:cubicBezTo>
                  <a:cubicBezTo>
                    <a:pt x="811249" y="2018518"/>
                    <a:pt x="829251" y="2014899"/>
                    <a:pt x="846205" y="2009469"/>
                  </a:cubicBezTo>
                  <a:cubicBezTo>
                    <a:pt x="863732" y="2024233"/>
                    <a:pt x="884020" y="2037092"/>
                    <a:pt x="906213" y="2047474"/>
                  </a:cubicBezTo>
                  <a:cubicBezTo>
                    <a:pt x="901260" y="2051665"/>
                    <a:pt x="899165" y="2057856"/>
                    <a:pt x="901355" y="2064047"/>
                  </a:cubicBezTo>
                  <a:cubicBezTo>
                    <a:pt x="903451" y="2070048"/>
                    <a:pt x="909356" y="2074715"/>
                    <a:pt x="916309" y="2076811"/>
                  </a:cubicBezTo>
                  <a:cubicBezTo>
                    <a:pt x="919072" y="2077668"/>
                    <a:pt x="922120" y="2078049"/>
                    <a:pt x="925168" y="2078049"/>
                  </a:cubicBezTo>
                  <a:cubicBezTo>
                    <a:pt x="926692" y="2078049"/>
                    <a:pt x="928216" y="2077859"/>
                    <a:pt x="929740" y="2077573"/>
                  </a:cubicBezTo>
                  <a:cubicBezTo>
                    <a:pt x="929740" y="2077573"/>
                    <a:pt x="929740" y="2077573"/>
                    <a:pt x="929740" y="2077573"/>
                  </a:cubicBezTo>
                  <a:cubicBezTo>
                    <a:pt x="931550" y="2077192"/>
                    <a:pt x="933074" y="2076620"/>
                    <a:pt x="934598" y="2075954"/>
                  </a:cubicBezTo>
                  <a:cubicBezTo>
                    <a:pt x="934979" y="2075763"/>
                    <a:pt x="935264" y="2075668"/>
                    <a:pt x="935550" y="2075477"/>
                  </a:cubicBezTo>
                  <a:cubicBezTo>
                    <a:pt x="936883" y="2074811"/>
                    <a:pt x="938122" y="2074049"/>
                    <a:pt x="939265" y="2073096"/>
                  </a:cubicBezTo>
                  <a:cubicBezTo>
                    <a:pt x="939265" y="2073096"/>
                    <a:pt x="939265" y="2073096"/>
                    <a:pt x="939265" y="2073096"/>
                  </a:cubicBezTo>
                  <a:lnTo>
                    <a:pt x="939265" y="2073096"/>
                  </a:lnTo>
                  <a:cubicBezTo>
                    <a:pt x="942694" y="2070334"/>
                    <a:pt x="944980" y="2066619"/>
                    <a:pt x="945361" y="2062619"/>
                  </a:cubicBezTo>
                  <a:cubicBezTo>
                    <a:pt x="974603" y="2071572"/>
                    <a:pt x="1006226" y="2076620"/>
                    <a:pt x="1038992" y="2076620"/>
                  </a:cubicBezTo>
                  <a:cubicBezTo>
                    <a:pt x="1077758" y="2076620"/>
                    <a:pt x="1114906" y="2069572"/>
                    <a:pt x="1148529" y="2057285"/>
                  </a:cubicBezTo>
                  <a:cubicBezTo>
                    <a:pt x="1149577" y="2062238"/>
                    <a:pt x="1153196" y="2066714"/>
                    <a:pt x="1159292" y="2069191"/>
                  </a:cubicBezTo>
                  <a:cubicBezTo>
                    <a:pt x="1166531" y="2072144"/>
                    <a:pt x="1175294" y="2071382"/>
                    <a:pt x="1182057" y="2067953"/>
                  </a:cubicBezTo>
                  <a:cubicBezTo>
                    <a:pt x="1182057" y="2067953"/>
                    <a:pt x="1182057" y="2067953"/>
                    <a:pt x="1182057" y="2067953"/>
                  </a:cubicBezTo>
                  <a:cubicBezTo>
                    <a:pt x="1182057" y="2067953"/>
                    <a:pt x="1182057" y="2067953"/>
                    <a:pt x="1182057" y="2067953"/>
                  </a:cubicBezTo>
                  <a:cubicBezTo>
                    <a:pt x="1183581" y="2067191"/>
                    <a:pt x="1185010" y="2066238"/>
                    <a:pt x="1186248" y="2065190"/>
                  </a:cubicBezTo>
                  <a:cubicBezTo>
                    <a:pt x="1186438" y="2065095"/>
                    <a:pt x="1186629" y="2064905"/>
                    <a:pt x="1186820" y="2064809"/>
                  </a:cubicBezTo>
                  <a:cubicBezTo>
                    <a:pt x="1188153" y="2063666"/>
                    <a:pt x="1189296" y="2062428"/>
                    <a:pt x="1190248" y="2061095"/>
                  </a:cubicBezTo>
                  <a:cubicBezTo>
                    <a:pt x="1195202" y="2053856"/>
                    <a:pt x="1193201" y="2045474"/>
                    <a:pt x="1186629" y="2040235"/>
                  </a:cubicBezTo>
                  <a:cubicBezTo>
                    <a:pt x="1203107" y="2031377"/>
                    <a:pt x="1218443" y="2021090"/>
                    <a:pt x="1231968" y="2009564"/>
                  </a:cubicBezTo>
                  <a:cubicBezTo>
                    <a:pt x="1253876" y="2016518"/>
                    <a:pt x="1277593" y="2020613"/>
                    <a:pt x="1302167" y="2021757"/>
                  </a:cubicBezTo>
                  <a:cubicBezTo>
                    <a:pt x="1299119" y="2027662"/>
                    <a:pt x="1299310" y="2034234"/>
                    <a:pt x="1303787" y="2039187"/>
                  </a:cubicBezTo>
                  <a:cubicBezTo>
                    <a:pt x="1306358" y="2042045"/>
                    <a:pt x="1309978" y="2043854"/>
                    <a:pt x="1313978" y="2044712"/>
                  </a:cubicBezTo>
                  <a:cubicBezTo>
                    <a:pt x="1315312" y="2044997"/>
                    <a:pt x="1316740" y="2045188"/>
                    <a:pt x="1318169" y="2045188"/>
                  </a:cubicBezTo>
                  <a:cubicBezTo>
                    <a:pt x="1321027" y="2045283"/>
                    <a:pt x="1323980" y="2044997"/>
                    <a:pt x="1326837" y="2044235"/>
                  </a:cubicBezTo>
                  <a:cubicBezTo>
                    <a:pt x="1329695" y="2043474"/>
                    <a:pt x="1332552" y="2042235"/>
                    <a:pt x="1335124" y="2040520"/>
                  </a:cubicBezTo>
                  <a:cubicBezTo>
                    <a:pt x="1336743" y="2039473"/>
                    <a:pt x="1337981" y="2038330"/>
                    <a:pt x="1339220" y="2037092"/>
                  </a:cubicBezTo>
                  <a:cubicBezTo>
                    <a:pt x="1339315" y="2036996"/>
                    <a:pt x="1339505" y="2036806"/>
                    <a:pt x="1339601" y="2036711"/>
                  </a:cubicBezTo>
                  <a:cubicBezTo>
                    <a:pt x="1340744" y="2035472"/>
                    <a:pt x="1341601" y="2034234"/>
                    <a:pt x="1342363" y="2032901"/>
                  </a:cubicBezTo>
                  <a:cubicBezTo>
                    <a:pt x="1342363" y="2032901"/>
                    <a:pt x="1342363" y="2032901"/>
                    <a:pt x="1342363" y="2032901"/>
                  </a:cubicBezTo>
                  <a:cubicBezTo>
                    <a:pt x="1342363" y="2032901"/>
                    <a:pt x="1342363" y="2032901"/>
                    <a:pt x="1342363" y="2032901"/>
                  </a:cubicBezTo>
                  <a:cubicBezTo>
                    <a:pt x="1344649" y="2028995"/>
                    <a:pt x="1345220" y="2024614"/>
                    <a:pt x="1343982" y="2020709"/>
                  </a:cubicBezTo>
                  <a:cubicBezTo>
                    <a:pt x="1374557" y="2017851"/>
                    <a:pt x="1405799" y="2010326"/>
                    <a:pt x="1436279" y="1997753"/>
                  </a:cubicBezTo>
                  <a:cubicBezTo>
                    <a:pt x="1472379" y="1982894"/>
                    <a:pt x="1504097" y="1962130"/>
                    <a:pt x="1530386" y="1937746"/>
                  </a:cubicBezTo>
                  <a:cubicBezTo>
                    <a:pt x="1533244" y="1941937"/>
                    <a:pt x="1538292" y="1944699"/>
                    <a:pt x="1544864" y="1944604"/>
                  </a:cubicBezTo>
                  <a:cubicBezTo>
                    <a:pt x="1552770" y="1944509"/>
                    <a:pt x="1560485" y="1940508"/>
                    <a:pt x="1565343" y="1934698"/>
                  </a:cubicBezTo>
                  <a:cubicBezTo>
                    <a:pt x="1565343" y="1934698"/>
                    <a:pt x="1565343" y="1934698"/>
                    <a:pt x="1565343" y="1934698"/>
                  </a:cubicBezTo>
                  <a:cubicBezTo>
                    <a:pt x="1565343" y="1934698"/>
                    <a:pt x="1565343" y="1934698"/>
                    <a:pt x="1565343" y="1934698"/>
                  </a:cubicBezTo>
                  <a:cubicBezTo>
                    <a:pt x="1566486" y="1933364"/>
                    <a:pt x="1567438" y="1932031"/>
                    <a:pt x="1568201" y="1930507"/>
                  </a:cubicBezTo>
                  <a:cubicBezTo>
                    <a:pt x="1568296" y="1930316"/>
                    <a:pt x="1568391" y="1930126"/>
                    <a:pt x="1568486" y="1929935"/>
                  </a:cubicBezTo>
                  <a:cubicBezTo>
                    <a:pt x="1569248" y="1928411"/>
                    <a:pt x="1569915" y="1926792"/>
                    <a:pt x="1570201" y="1925173"/>
                  </a:cubicBezTo>
                  <a:cubicBezTo>
                    <a:pt x="1571248" y="1919934"/>
                    <a:pt x="1569820" y="1915172"/>
                    <a:pt x="1566677" y="1911838"/>
                  </a:cubicBezTo>
                  <a:cubicBezTo>
                    <a:pt x="1565057" y="1910124"/>
                    <a:pt x="1563057" y="1908790"/>
                    <a:pt x="1560771" y="1907837"/>
                  </a:cubicBezTo>
                  <a:cubicBezTo>
                    <a:pt x="1560104" y="1907552"/>
                    <a:pt x="1559438" y="1907457"/>
                    <a:pt x="1558771" y="1907266"/>
                  </a:cubicBezTo>
                  <a:cubicBezTo>
                    <a:pt x="1570582" y="1892693"/>
                    <a:pt x="1580678" y="1877357"/>
                    <a:pt x="1588870" y="1861546"/>
                  </a:cubicBezTo>
                  <a:cubicBezTo>
                    <a:pt x="1611730" y="1859545"/>
                    <a:pt x="1635066" y="1854307"/>
                    <a:pt x="1658212" y="1845925"/>
                  </a:cubicBezTo>
                  <a:cubicBezTo>
                    <a:pt x="1657640" y="1852497"/>
                    <a:pt x="1660498" y="1858498"/>
                    <a:pt x="1666498" y="1861355"/>
                  </a:cubicBezTo>
                  <a:cubicBezTo>
                    <a:pt x="1675738" y="1865737"/>
                    <a:pt x="1689073" y="1860879"/>
                    <a:pt x="1695931" y="1850783"/>
                  </a:cubicBezTo>
                  <a:cubicBezTo>
                    <a:pt x="1696979" y="1849259"/>
                    <a:pt x="1697740" y="1847639"/>
                    <a:pt x="1698407" y="1846020"/>
                  </a:cubicBezTo>
                  <a:cubicBezTo>
                    <a:pt x="1698503" y="1845925"/>
                    <a:pt x="1698503" y="1845734"/>
                    <a:pt x="1698503" y="1845639"/>
                  </a:cubicBezTo>
                  <a:cubicBezTo>
                    <a:pt x="1699074" y="1844115"/>
                    <a:pt x="1699455" y="1842686"/>
                    <a:pt x="1699646" y="1841162"/>
                  </a:cubicBezTo>
                  <a:cubicBezTo>
                    <a:pt x="1699646" y="1841067"/>
                    <a:pt x="1699646" y="1841067"/>
                    <a:pt x="1699646" y="1840972"/>
                  </a:cubicBezTo>
                  <a:cubicBezTo>
                    <a:pt x="1699646" y="1840972"/>
                    <a:pt x="1699646" y="1840972"/>
                    <a:pt x="1699646" y="1840972"/>
                  </a:cubicBezTo>
                  <a:cubicBezTo>
                    <a:pt x="1700122" y="1836495"/>
                    <a:pt x="1699074" y="1832209"/>
                    <a:pt x="1696502" y="1829066"/>
                  </a:cubicBezTo>
                  <a:cubicBezTo>
                    <a:pt x="1723553" y="1814778"/>
                    <a:pt x="1749556" y="1795919"/>
                    <a:pt x="1772797" y="1772773"/>
                  </a:cubicBezTo>
                  <a:cubicBezTo>
                    <a:pt x="1800325" y="1745245"/>
                    <a:pt x="1821565" y="1713908"/>
                    <a:pt x="1836520" y="1681428"/>
                  </a:cubicBezTo>
                  <a:cubicBezTo>
                    <a:pt x="1840806" y="1684286"/>
                    <a:pt x="1846521" y="1684857"/>
                    <a:pt x="1852617" y="1682285"/>
                  </a:cubicBezTo>
                  <a:cubicBezTo>
                    <a:pt x="1861380" y="1678570"/>
                    <a:pt x="1867952" y="1669617"/>
                    <a:pt x="1868905" y="1660664"/>
                  </a:cubicBezTo>
                  <a:cubicBezTo>
                    <a:pt x="1868905" y="1660283"/>
                    <a:pt x="1869000" y="1659997"/>
                    <a:pt x="1869000" y="1659616"/>
                  </a:cubicBezTo>
                  <a:cubicBezTo>
                    <a:pt x="1869095" y="1657901"/>
                    <a:pt x="1869095" y="1656282"/>
                    <a:pt x="1868714" y="1654663"/>
                  </a:cubicBezTo>
                  <a:cubicBezTo>
                    <a:pt x="1866905" y="1645900"/>
                    <a:pt x="1859570" y="1641328"/>
                    <a:pt x="1851188" y="1642566"/>
                  </a:cubicBezTo>
                  <a:cubicBezTo>
                    <a:pt x="1856618" y="1624564"/>
                    <a:pt x="1860142" y="1606562"/>
                    <a:pt x="1861666" y="1588845"/>
                  </a:cubicBezTo>
                  <a:cubicBezTo>
                    <a:pt x="1882049" y="1578368"/>
                    <a:pt x="1901671" y="1564652"/>
                    <a:pt x="1919863" y="1548078"/>
                  </a:cubicBezTo>
                  <a:cubicBezTo>
                    <a:pt x="1920340" y="1549507"/>
                    <a:pt x="1920816" y="1550745"/>
                    <a:pt x="1921578" y="1551983"/>
                  </a:cubicBezTo>
                  <a:cubicBezTo>
                    <a:pt x="1924055" y="1556079"/>
                    <a:pt x="1928150" y="1558746"/>
                    <a:pt x="1933294" y="1558937"/>
                  </a:cubicBezTo>
                  <a:cubicBezTo>
                    <a:pt x="1935865" y="1559032"/>
                    <a:pt x="1938437" y="1558556"/>
                    <a:pt x="1940914" y="1557603"/>
                  </a:cubicBezTo>
                  <a:cubicBezTo>
                    <a:pt x="1943390" y="1556651"/>
                    <a:pt x="1945771" y="1555127"/>
                    <a:pt x="1947867" y="1553222"/>
                  </a:cubicBezTo>
                  <a:cubicBezTo>
                    <a:pt x="1949963" y="1551317"/>
                    <a:pt x="1951868" y="1549031"/>
                    <a:pt x="1953392" y="1546459"/>
                  </a:cubicBezTo>
                  <a:cubicBezTo>
                    <a:pt x="1954915" y="1543887"/>
                    <a:pt x="1956059" y="1541030"/>
                    <a:pt x="1956725" y="1538077"/>
                  </a:cubicBezTo>
                  <a:cubicBezTo>
                    <a:pt x="1957106" y="1536267"/>
                    <a:pt x="1957106" y="1534457"/>
                    <a:pt x="1957106" y="1532838"/>
                  </a:cubicBezTo>
                  <a:cubicBezTo>
                    <a:pt x="1957106" y="1532552"/>
                    <a:pt x="1957106" y="1532267"/>
                    <a:pt x="1957011" y="1532076"/>
                  </a:cubicBezTo>
                  <a:cubicBezTo>
                    <a:pt x="1956916" y="1530457"/>
                    <a:pt x="1956630" y="1528933"/>
                    <a:pt x="1956249" y="1527504"/>
                  </a:cubicBezTo>
                  <a:cubicBezTo>
                    <a:pt x="1956249" y="1527504"/>
                    <a:pt x="1956249" y="1527504"/>
                    <a:pt x="1956249" y="1527504"/>
                  </a:cubicBezTo>
                  <a:lnTo>
                    <a:pt x="1956249" y="1527504"/>
                  </a:lnTo>
                  <a:cubicBezTo>
                    <a:pt x="1955011" y="1523218"/>
                    <a:pt x="1952534" y="1519789"/>
                    <a:pt x="1949010" y="1517789"/>
                  </a:cubicBezTo>
                  <a:cubicBezTo>
                    <a:pt x="1968631" y="1494167"/>
                    <a:pt x="1985396" y="1466735"/>
                    <a:pt x="1997873" y="1436255"/>
                  </a:cubicBezTo>
                  <a:cubicBezTo>
                    <a:pt x="2012828" y="1400250"/>
                    <a:pt x="2020543" y="1363007"/>
                    <a:pt x="2021876" y="1327193"/>
                  </a:cubicBezTo>
                  <a:cubicBezTo>
                    <a:pt x="2026925" y="1328146"/>
                    <a:pt x="2032449" y="1326527"/>
                    <a:pt x="2037116" y="1321859"/>
                  </a:cubicBezTo>
                  <a:cubicBezTo>
                    <a:pt x="2042641" y="1316240"/>
                    <a:pt x="2045403" y="1307953"/>
                    <a:pt x="2044831" y="1300333"/>
                  </a:cubicBezTo>
                  <a:cubicBezTo>
                    <a:pt x="2044831" y="1300333"/>
                    <a:pt x="2044831" y="1300333"/>
                    <a:pt x="2044831" y="1300333"/>
                  </a:cubicBezTo>
                  <a:cubicBezTo>
                    <a:pt x="2044831" y="1300333"/>
                    <a:pt x="2044831" y="1300238"/>
                    <a:pt x="2044831" y="1300238"/>
                  </a:cubicBezTo>
                  <a:cubicBezTo>
                    <a:pt x="2044641" y="1298523"/>
                    <a:pt x="2044355" y="1296809"/>
                    <a:pt x="2043784" y="1295189"/>
                  </a:cubicBezTo>
                  <a:cubicBezTo>
                    <a:pt x="2043784" y="1295094"/>
                    <a:pt x="2043688" y="1294904"/>
                    <a:pt x="2043688" y="1294808"/>
                  </a:cubicBezTo>
                  <a:cubicBezTo>
                    <a:pt x="2043117" y="1293189"/>
                    <a:pt x="2042355" y="1291570"/>
                    <a:pt x="2041403" y="1290141"/>
                  </a:cubicBezTo>
                  <a:cubicBezTo>
                    <a:pt x="2040640" y="1288998"/>
                    <a:pt x="2039783" y="1288045"/>
                    <a:pt x="2038926" y="1287188"/>
                  </a:cubicBezTo>
                  <a:cubicBezTo>
                    <a:pt x="2037116" y="1285474"/>
                    <a:pt x="2035021" y="1284331"/>
                    <a:pt x="2032830" y="1283664"/>
                  </a:cubicBezTo>
                  <a:cubicBezTo>
                    <a:pt x="2029496" y="1282712"/>
                    <a:pt x="2025972" y="1282997"/>
                    <a:pt x="2022543" y="1284521"/>
                  </a:cubicBezTo>
                  <a:cubicBezTo>
                    <a:pt x="2021876" y="1284807"/>
                    <a:pt x="2021305" y="1285283"/>
                    <a:pt x="2020638" y="1285664"/>
                  </a:cubicBezTo>
                  <a:cubicBezTo>
                    <a:pt x="2018733" y="1266900"/>
                    <a:pt x="2015113" y="1248898"/>
                    <a:pt x="2009684" y="1231943"/>
                  </a:cubicBezTo>
                  <a:cubicBezTo>
                    <a:pt x="2024448" y="1214417"/>
                    <a:pt x="2037307" y="1194129"/>
                    <a:pt x="2047689" y="1171936"/>
                  </a:cubicBezTo>
                  <a:cubicBezTo>
                    <a:pt x="2051880" y="1176889"/>
                    <a:pt x="2058071" y="1178984"/>
                    <a:pt x="2064263" y="1176794"/>
                  </a:cubicBezTo>
                  <a:cubicBezTo>
                    <a:pt x="2067882" y="1175555"/>
                    <a:pt x="2071025" y="1172888"/>
                    <a:pt x="2073311" y="1169459"/>
                  </a:cubicBezTo>
                  <a:cubicBezTo>
                    <a:pt x="2074073" y="1168316"/>
                    <a:pt x="2074835" y="1167078"/>
                    <a:pt x="2075407" y="1165840"/>
                  </a:cubicBezTo>
                  <a:cubicBezTo>
                    <a:pt x="2076645" y="1163268"/>
                    <a:pt x="2077502" y="1160411"/>
                    <a:pt x="2077883" y="1157458"/>
                  </a:cubicBezTo>
                  <a:cubicBezTo>
                    <a:pt x="2078074" y="1154410"/>
                    <a:pt x="2078074" y="1151267"/>
                    <a:pt x="2077502" y="1148314"/>
                  </a:cubicBezTo>
                  <a:close/>
                  <a:moveTo>
                    <a:pt x="1884335" y="1157077"/>
                  </a:moveTo>
                  <a:cubicBezTo>
                    <a:pt x="1881097" y="1160030"/>
                    <a:pt x="1878811" y="1164030"/>
                    <a:pt x="1878144" y="1168793"/>
                  </a:cubicBezTo>
                  <a:cubicBezTo>
                    <a:pt x="1876334" y="1178889"/>
                    <a:pt x="1882716" y="1188509"/>
                    <a:pt x="1892431" y="1190224"/>
                  </a:cubicBezTo>
                  <a:cubicBezTo>
                    <a:pt x="1893955" y="1190510"/>
                    <a:pt x="1895384" y="1190510"/>
                    <a:pt x="1896813" y="1190319"/>
                  </a:cubicBezTo>
                  <a:cubicBezTo>
                    <a:pt x="1897004" y="1190319"/>
                    <a:pt x="1897099" y="1190319"/>
                    <a:pt x="1897289" y="1190224"/>
                  </a:cubicBezTo>
                  <a:cubicBezTo>
                    <a:pt x="1898718" y="1190033"/>
                    <a:pt x="1900052" y="1189748"/>
                    <a:pt x="1901385" y="1189176"/>
                  </a:cubicBezTo>
                  <a:cubicBezTo>
                    <a:pt x="1901385" y="1189176"/>
                    <a:pt x="1901385" y="1189176"/>
                    <a:pt x="1901385" y="1189176"/>
                  </a:cubicBezTo>
                  <a:cubicBezTo>
                    <a:pt x="1901385" y="1189176"/>
                    <a:pt x="1901385" y="1189176"/>
                    <a:pt x="1901385" y="1189176"/>
                  </a:cubicBezTo>
                  <a:cubicBezTo>
                    <a:pt x="1905386" y="1187652"/>
                    <a:pt x="1908814" y="1184604"/>
                    <a:pt x="1911101" y="1180604"/>
                  </a:cubicBezTo>
                  <a:cubicBezTo>
                    <a:pt x="1921292" y="1191557"/>
                    <a:pt x="1930246" y="1203845"/>
                    <a:pt x="1937961" y="1217465"/>
                  </a:cubicBezTo>
                  <a:cubicBezTo>
                    <a:pt x="1925388" y="1227657"/>
                    <a:pt x="1911291" y="1235849"/>
                    <a:pt x="1897099" y="1242230"/>
                  </a:cubicBezTo>
                  <a:cubicBezTo>
                    <a:pt x="1895480" y="1242992"/>
                    <a:pt x="1893860" y="1243564"/>
                    <a:pt x="1892241" y="1244231"/>
                  </a:cubicBezTo>
                  <a:cubicBezTo>
                    <a:pt x="1892146" y="1243278"/>
                    <a:pt x="1892146" y="1242230"/>
                    <a:pt x="1891955" y="1241278"/>
                  </a:cubicBezTo>
                  <a:cubicBezTo>
                    <a:pt x="1891955" y="1241087"/>
                    <a:pt x="1891860" y="1240992"/>
                    <a:pt x="1891860" y="1240802"/>
                  </a:cubicBezTo>
                  <a:cubicBezTo>
                    <a:pt x="1891574" y="1239373"/>
                    <a:pt x="1891098" y="1238039"/>
                    <a:pt x="1890431" y="1236706"/>
                  </a:cubicBezTo>
                  <a:cubicBezTo>
                    <a:pt x="1890431" y="1236706"/>
                    <a:pt x="1890431" y="1236706"/>
                    <a:pt x="1890431" y="1236706"/>
                  </a:cubicBezTo>
                  <a:cubicBezTo>
                    <a:pt x="1890431" y="1236706"/>
                    <a:pt x="1890431" y="1236706"/>
                    <a:pt x="1890431" y="1236706"/>
                  </a:cubicBezTo>
                  <a:cubicBezTo>
                    <a:pt x="1887574" y="1230800"/>
                    <a:pt x="1881954" y="1226800"/>
                    <a:pt x="1875191" y="1226800"/>
                  </a:cubicBezTo>
                  <a:cubicBezTo>
                    <a:pt x="1867095" y="1226800"/>
                    <a:pt x="1860142" y="1232324"/>
                    <a:pt x="1857761" y="1239944"/>
                  </a:cubicBezTo>
                  <a:cubicBezTo>
                    <a:pt x="1857665" y="1240135"/>
                    <a:pt x="1857665" y="1240325"/>
                    <a:pt x="1857570" y="1240516"/>
                  </a:cubicBezTo>
                  <a:cubicBezTo>
                    <a:pt x="1857189" y="1241945"/>
                    <a:pt x="1856903" y="1243469"/>
                    <a:pt x="1856808" y="1245088"/>
                  </a:cubicBezTo>
                  <a:cubicBezTo>
                    <a:pt x="1856713" y="1248422"/>
                    <a:pt x="1857475" y="1251565"/>
                    <a:pt x="1858713" y="1254422"/>
                  </a:cubicBezTo>
                  <a:cubicBezTo>
                    <a:pt x="1856713" y="1254803"/>
                    <a:pt x="1854713" y="1255280"/>
                    <a:pt x="1852712" y="1255565"/>
                  </a:cubicBezTo>
                  <a:cubicBezTo>
                    <a:pt x="1826900" y="1259852"/>
                    <a:pt x="1800515" y="1258709"/>
                    <a:pt x="1774131" y="1252803"/>
                  </a:cubicBezTo>
                  <a:cubicBezTo>
                    <a:pt x="1774036" y="1252232"/>
                    <a:pt x="1774036" y="1251565"/>
                    <a:pt x="1773845" y="1250993"/>
                  </a:cubicBezTo>
                  <a:cubicBezTo>
                    <a:pt x="1773845" y="1250803"/>
                    <a:pt x="1773750" y="1250708"/>
                    <a:pt x="1773750" y="1250517"/>
                  </a:cubicBezTo>
                  <a:cubicBezTo>
                    <a:pt x="1773464" y="1249184"/>
                    <a:pt x="1772988" y="1247945"/>
                    <a:pt x="1772417" y="1246802"/>
                  </a:cubicBezTo>
                  <a:cubicBezTo>
                    <a:pt x="1772417" y="1246802"/>
                    <a:pt x="1772417" y="1246802"/>
                    <a:pt x="1772417" y="1246802"/>
                  </a:cubicBezTo>
                  <a:lnTo>
                    <a:pt x="1772417" y="1246802"/>
                  </a:lnTo>
                  <a:cubicBezTo>
                    <a:pt x="1769654" y="1241373"/>
                    <a:pt x="1764130" y="1237468"/>
                    <a:pt x="1757462" y="1236992"/>
                  </a:cubicBezTo>
                  <a:cubicBezTo>
                    <a:pt x="1750985" y="1236515"/>
                    <a:pt x="1745270" y="1239182"/>
                    <a:pt x="1741937" y="1243564"/>
                  </a:cubicBezTo>
                  <a:cubicBezTo>
                    <a:pt x="1715171" y="1234515"/>
                    <a:pt x="1695169" y="1225085"/>
                    <a:pt x="1680214" y="1216418"/>
                  </a:cubicBezTo>
                  <a:cubicBezTo>
                    <a:pt x="1680691" y="1215846"/>
                    <a:pt x="1681072" y="1215179"/>
                    <a:pt x="1681453" y="1214513"/>
                  </a:cubicBezTo>
                  <a:cubicBezTo>
                    <a:pt x="1682596" y="1212227"/>
                    <a:pt x="1682786" y="1209750"/>
                    <a:pt x="1682405" y="1207274"/>
                  </a:cubicBezTo>
                  <a:cubicBezTo>
                    <a:pt x="1682405" y="1207274"/>
                    <a:pt x="1682405" y="1207274"/>
                    <a:pt x="1682405" y="1207274"/>
                  </a:cubicBezTo>
                  <a:cubicBezTo>
                    <a:pt x="1682405" y="1207274"/>
                    <a:pt x="1682405" y="1207274"/>
                    <a:pt x="1682405" y="1207274"/>
                  </a:cubicBezTo>
                  <a:cubicBezTo>
                    <a:pt x="1681453" y="1202130"/>
                    <a:pt x="1677167" y="1197272"/>
                    <a:pt x="1670880" y="1194986"/>
                  </a:cubicBezTo>
                  <a:cubicBezTo>
                    <a:pt x="1664022" y="1192510"/>
                    <a:pt x="1657069" y="1193558"/>
                    <a:pt x="1652497" y="1197082"/>
                  </a:cubicBezTo>
                  <a:cubicBezTo>
                    <a:pt x="1644496" y="1190319"/>
                    <a:pt x="1638686" y="1183652"/>
                    <a:pt x="1635161" y="1177365"/>
                  </a:cubicBezTo>
                  <a:cubicBezTo>
                    <a:pt x="1638114" y="1178222"/>
                    <a:pt x="1641257" y="1178603"/>
                    <a:pt x="1644401" y="1178127"/>
                  </a:cubicBezTo>
                  <a:cubicBezTo>
                    <a:pt x="1653640" y="1176889"/>
                    <a:pt x="1659450" y="1169555"/>
                    <a:pt x="1656307" y="1161935"/>
                  </a:cubicBezTo>
                  <a:cubicBezTo>
                    <a:pt x="1655830" y="1160792"/>
                    <a:pt x="1655164" y="1159744"/>
                    <a:pt x="1654402" y="1158696"/>
                  </a:cubicBezTo>
                  <a:cubicBezTo>
                    <a:pt x="1654306" y="1158601"/>
                    <a:pt x="1654211" y="1158506"/>
                    <a:pt x="1654116" y="1158410"/>
                  </a:cubicBezTo>
                  <a:cubicBezTo>
                    <a:pt x="1653354" y="1157458"/>
                    <a:pt x="1652497" y="1156601"/>
                    <a:pt x="1651449" y="1155743"/>
                  </a:cubicBezTo>
                  <a:cubicBezTo>
                    <a:pt x="1651449" y="1155743"/>
                    <a:pt x="1651449" y="1155743"/>
                    <a:pt x="1651449" y="1155743"/>
                  </a:cubicBezTo>
                  <a:cubicBezTo>
                    <a:pt x="1651449" y="1155743"/>
                    <a:pt x="1651449" y="1155743"/>
                    <a:pt x="1651449" y="1155743"/>
                  </a:cubicBezTo>
                  <a:cubicBezTo>
                    <a:pt x="1647163" y="1152314"/>
                    <a:pt x="1641067" y="1150505"/>
                    <a:pt x="1635161" y="1151267"/>
                  </a:cubicBezTo>
                  <a:cubicBezTo>
                    <a:pt x="1640781" y="1143075"/>
                    <a:pt x="1652973" y="1135265"/>
                    <a:pt x="1670689" y="1128978"/>
                  </a:cubicBezTo>
                  <a:cubicBezTo>
                    <a:pt x="1674976" y="1135169"/>
                    <a:pt x="1684025" y="1138694"/>
                    <a:pt x="1692311" y="1136693"/>
                  </a:cubicBezTo>
                  <a:cubicBezTo>
                    <a:pt x="1693740" y="1136312"/>
                    <a:pt x="1694978" y="1135836"/>
                    <a:pt x="1696121" y="1135265"/>
                  </a:cubicBezTo>
                  <a:cubicBezTo>
                    <a:pt x="1696217" y="1135169"/>
                    <a:pt x="1696407" y="1135169"/>
                    <a:pt x="1696502" y="1135074"/>
                  </a:cubicBezTo>
                  <a:cubicBezTo>
                    <a:pt x="1697645" y="1134503"/>
                    <a:pt x="1698598" y="1133741"/>
                    <a:pt x="1699455" y="1132979"/>
                  </a:cubicBezTo>
                  <a:cubicBezTo>
                    <a:pt x="1699455" y="1132979"/>
                    <a:pt x="1699455" y="1132979"/>
                    <a:pt x="1699455" y="1132979"/>
                  </a:cubicBezTo>
                  <a:cubicBezTo>
                    <a:pt x="1699455" y="1132979"/>
                    <a:pt x="1699455" y="1132979"/>
                    <a:pt x="1699455" y="1132979"/>
                  </a:cubicBezTo>
                  <a:cubicBezTo>
                    <a:pt x="1702789" y="1129931"/>
                    <a:pt x="1704408" y="1125549"/>
                    <a:pt x="1703551" y="1121168"/>
                  </a:cubicBezTo>
                  <a:cubicBezTo>
                    <a:pt x="1722696" y="1118215"/>
                    <a:pt x="1745842" y="1117072"/>
                    <a:pt x="1772988" y="1119072"/>
                  </a:cubicBezTo>
                  <a:cubicBezTo>
                    <a:pt x="1774988" y="1125168"/>
                    <a:pt x="1780703" y="1130026"/>
                    <a:pt x="1788038" y="1130883"/>
                  </a:cubicBezTo>
                  <a:cubicBezTo>
                    <a:pt x="1789562" y="1131074"/>
                    <a:pt x="1790990" y="1130978"/>
                    <a:pt x="1792419" y="1130883"/>
                  </a:cubicBezTo>
                  <a:cubicBezTo>
                    <a:pt x="1792610" y="1130883"/>
                    <a:pt x="1792705" y="1130788"/>
                    <a:pt x="1792895" y="1130788"/>
                  </a:cubicBezTo>
                  <a:cubicBezTo>
                    <a:pt x="1794229" y="1130597"/>
                    <a:pt x="1795562" y="1130216"/>
                    <a:pt x="1796801" y="1129740"/>
                  </a:cubicBezTo>
                  <a:cubicBezTo>
                    <a:pt x="1796801" y="1129740"/>
                    <a:pt x="1796801" y="1129740"/>
                    <a:pt x="1796801" y="1129740"/>
                  </a:cubicBezTo>
                  <a:cubicBezTo>
                    <a:pt x="1796801" y="1129740"/>
                    <a:pt x="1796801" y="1129740"/>
                    <a:pt x="1796801" y="1129740"/>
                  </a:cubicBezTo>
                  <a:cubicBezTo>
                    <a:pt x="1800230" y="1128407"/>
                    <a:pt x="1803182" y="1126120"/>
                    <a:pt x="1805182" y="1123168"/>
                  </a:cubicBezTo>
                  <a:cubicBezTo>
                    <a:pt x="1829852" y="1128026"/>
                    <a:pt x="1852903" y="1136693"/>
                    <a:pt x="1873572" y="1149552"/>
                  </a:cubicBezTo>
                  <a:cubicBezTo>
                    <a:pt x="1877192" y="1152124"/>
                    <a:pt x="1880811" y="1154600"/>
                    <a:pt x="1884335" y="1157077"/>
                  </a:cubicBezTo>
                  <a:close/>
                  <a:moveTo>
                    <a:pt x="1852522" y="821892"/>
                  </a:moveTo>
                  <a:cubicBezTo>
                    <a:pt x="1856903" y="822559"/>
                    <a:pt x="1861189" y="823511"/>
                    <a:pt x="1865380" y="824559"/>
                  </a:cubicBezTo>
                  <a:cubicBezTo>
                    <a:pt x="1864523" y="826369"/>
                    <a:pt x="1863856" y="828274"/>
                    <a:pt x="1863571" y="830369"/>
                  </a:cubicBezTo>
                  <a:cubicBezTo>
                    <a:pt x="1863380" y="831608"/>
                    <a:pt x="1863285" y="832751"/>
                    <a:pt x="1863380" y="834084"/>
                  </a:cubicBezTo>
                  <a:cubicBezTo>
                    <a:pt x="1863380" y="835322"/>
                    <a:pt x="1863571" y="836561"/>
                    <a:pt x="1863856" y="837799"/>
                  </a:cubicBezTo>
                  <a:cubicBezTo>
                    <a:pt x="1864428" y="840275"/>
                    <a:pt x="1865476" y="842561"/>
                    <a:pt x="1866905" y="844562"/>
                  </a:cubicBezTo>
                  <a:cubicBezTo>
                    <a:pt x="1870334" y="849515"/>
                    <a:pt x="1875953" y="852563"/>
                    <a:pt x="1881954" y="852563"/>
                  </a:cubicBezTo>
                  <a:cubicBezTo>
                    <a:pt x="1883097" y="852563"/>
                    <a:pt x="1884335" y="852467"/>
                    <a:pt x="1885573" y="852182"/>
                  </a:cubicBezTo>
                  <a:cubicBezTo>
                    <a:pt x="1887097" y="851896"/>
                    <a:pt x="1888431" y="851324"/>
                    <a:pt x="1889669" y="850658"/>
                  </a:cubicBezTo>
                  <a:cubicBezTo>
                    <a:pt x="1889764" y="850562"/>
                    <a:pt x="1889955" y="850467"/>
                    <a:pt x="1890050" y="850467"/>
                  </a:cubicBezTo>
                  <a:cubicBezTo>
                    <a:pt x="1891288" y="849800"/>
                    <a:pt x="1892431" y="848943"/>
                    <a:pt x="1893384" y="847991"/>
                  </a:cubicBezTo>
                  <a:cubicBezTo>
                    <a:pt x="1893384" y="847991"/>
                    <a:pt x="1893384" y="847991"/>
                    <a:pt x="1893384" y="847991"/>
                  </a:cubicBezTo>
                  <a:lnTo>
                    <a:pt x="1893384" y="847991"/>
                  </a:lnTo>
                  <a:cubicBezTo>
                    <a:pt x="1896432" y="845038"/>
                    <a:pt x="1898432" y="840942"/>
                    <a:pt x="1899004" y="836370"/>
                  </a:cubicBezTo>
                  <a:cubicBezTo>
                    <a:pt x="1912529" y="842657"/>
                    <a:pt x="1925960" y="850562"/>
                    <a:pt x="1937961" y="860278"/>
                  </a:cubicBezTo>
                  <a:cubicBezTo>
                    <a:pt x="1929007" y="876089"/>
                    <a:pt x="1918339" y="890186"/>
                    <a:pt x="1906052" y="902378"/>
                  </a:cubicBezTo>
                  <a:cubicBezTo>
                    <a:pt x="1905671" y="901521"/>
                    <a:pt x="1905195" y="900664"/>
                    <a:pt x="1904623" y="899902"/>
                  </a:cubicBezTo>
                  <a:cubicBezTo>
                    <a:pt x="1904528" y="899807"/>
                    <a:pt x="1904433" y="899616"/>
                    <a:pt x="1904338" y="899521"/>
                  </a:cubicBezTo>
                  <a:cubicBezTo>
                    <a:pt x="1903480" y="898283"/>
                    <a:pt x="1902528" y="897235"/>
                    <a:pt x="1901480" y="896282"/>
                  </a:cubicBezTo>
                  <a:cubicBezTo>
                    <a:pt x="1901480" y="896282"/>
                    <a:pt x="1901480" y="896282"/>
                    <a:pt x="1901480" y="896282"/>
                  </a:cubicBezTo>
                  <a:cubicBezTo>
                    <a:pt x="1901480" y="896282"/>
                    <a:pt x="1901480" y="896282"/>
                    <a:pt x="1901480" y="896282"/>
                  </a:cubicBezTo>
                  <a:cubicBezTo>
                    <a:pt x="1896527" y="891901"/>
                    <a:pt x="1889764" y="890377"/>
                    <a:pt x="1883573" y="892949"/>
                  </a:cubicBezTo>
                  <a:cubicBezTo>
                    <a:pt x="1877382" y="895520"/>
                    <a:pt x="1873572" y="901140"/>
                    <a:pt x="1872715" y="907427"/>
                  </a:cubicBezTo>
                  <a:cubicBezTo>
                    <a:pt x="1872715" y="907427"/>
                    <a:pt x="1872715" y="907427"/>
                    <a:pt x="1872715" y="907427"/>
                  </a:cubicBezTo>
                  <a:cubicBezTo>
                    <a:pt x="1872715" y="907427"/>
                    <a:pt x="1872715" y="907522"/>
                    <a:pt x="1872715" y="907522"/>
                  </a:cubicBezTo>
                  <a:cubicBezTo>
                    <a:pt x="1872524" y="908951"/>
                    <a:pt x="1872429" y="910475"/>
                    <a:pt x="1872620" y="911903"/>
                  </a:cubicBezTo>
                  <a:cubicBezTo>
                    <a:pt x="1872620" y="911999"/>
                    <a:pt x="1872620" y="912189"/>
                    <a:pt x="1872620" y="912284"/>
                  </a:cubicBezTo>
                  <a:cubicBezTo>
                    <a:pt x="1872810" y="913808"/>
                    <a:pt x="1873001" y="915428"/>
                    <a:pt x="1873477" y="916952"/>
                  </a:cubicBezTo>
                  <a:cubicBezTo>
                    <a:pt x="1874525" y="920095"/>
                    <a:pt x="1876430" y="922762"/>
                    <a:pt x="1878715" y="924857"/>
                  </a:cubicBezTo>
                  <a:cubicBezTo>
                    <a:pt x="1877001" y="926000"/>
                    <a:pt x="1875382" y="927143"/>
                    <a:pt x="1873667" y="928191"/>
                  </a:cubicBezTo>
                  <a:cubicBezTo>
                    <a:pt x="1851569" y="941907"/>
                    <a:pt x="1826804" y="950956"/>
                    <a:pt x="1800230" y="955528"/>
                  </a:cubicBezTo>
                  <a:cubicBezTo>
                    <a:pt x="1799944" y="954956"/>
                    <a:pt x="1799658" y="954480"/>
                    <a:pt x="1799277" y="953909"/>
                  </a:cubicBezTo>
                  <a:cubicBezTo>
                    <a:pt x="1799182" y="953813"/>
                    <a:pt x="1799087" y="953718"/>
                    <a:pt x="1798991" y="953528"/>
                  </a:cubicBezTo>
                  <a:cubicBezTo>
                    <a:pt x="1798229" y="952480"/>
                    <a:pt x="1797277" y="951432"/>
                    <a:pt x="1796324" y="950575"/>
                  </a:cubicBezTo>
                  <a:cubicBezTo>
                    <a:pt x="1796324" y="950575"/>
                    <a:pt x="1796324" y="950575"/>
                    <a:pt x="1796324" y="950575"/>
                  </a:cubicBezTo>
                  <a:cubicBezTo>
                    <a:pt x="1796324" y="950575"/>
                    <a:pt x="1796324" y="950575"/>
                    <a:pt x="1796324" y="950575"/>
                  </a:cubicBezTo>
                  <a:cubicBezTo>
                    <a:pt x="1791657" y="946670"/>
                    <a:pt x="1784989" y="945146"/>
                    <a:pt x="1778703" y="947146"/>
                  </a:cubicBezTo>
                  <a:cubicBezTo>
                    <a:pt x="1772512" y="949146"/>
                    <a:pt x="1768416" y="953813"/>
                    <a:pt x="1766987" y="959052"/>
                  </a:cubicBezTo>
                  <a:cubicBezTo>
                    <a:pt x="1738793" y="960957"/>
                    <a:pt x="1716600" y="959814"/>
                    <a:pt x="1699455" y="957433"/>
                  </a:cubicBezTo>
                  <a:cubicBezTo>
                    <a:pt x="1699646" y="956671"/>
                    <a:pt x="1699741" y="956004"/>
                    <a:pt x="1699836" y="955242"/>
                  </a:cubicBezTo>
                  <a:cubicBezTo>
                    <a:pt x="1699836" y="954004"/>
                    <a:pt x="1699646" y="952861"/>
                    <a:pt x="1699360" y="951718"/>
                  </a:cubicBezTo>
                  <a:cubicBezTo>
                    <a:pt x="1699360" y="951623"/>
                    <a:pt x="1699264" y="951432"/>
                    <a:pt x="1699264" y="951337"/>
                  </a:cubicBezTo>
                  <a:cubicBezTo>
                    <a:pt x="1697360" y="945241"/>
                    <a:pt x="1690787" y="940859"/>
                    <a:pt x="1682691" y="941240"/>
                  </a:cubicBezTo>
                  <a:cubicBezTo>
                    <a:pt x="1675547" y="941526"/>
                    <a:pt x="1669261" y="945241"/>
                    <a:pt x="1666213" y="950194"/>
                  </a:cubicBezTo>
                  <a:cubicBezTo>
                    <a:pt x="1656497" y="946860"/>
                    <a:pt x="1648496" y="942860"/>
                    <a:pt x="1642781" y="938383"/>
                  </a:cubicBezTo>
                  <a:cubicBezTo>
                    <a:pt x="1645925" y="938097"/>
                    <a:pt x="1648972" y="937335"/>
                    <a:pt x="1651830" y="935716"/>
                  </a:cubicBezTo>
                  <a:cubicBezTo>
                    <a:pt x="1652878" y="935144"/>
                    <a:pt x="1653735" y="934478"/>
                    <a:pt x="1654592" y="933811"/>
                  </a:cubicBezTo>
                  <a:cubicBezTo>
                    <a:pt x="1656212" y="932382"/>
                    <a:pt x="1657545" y="930763"/>
                    <a:pt x="1658307" y="929048"/>
                  </a:cubicBezTo>
                  <a:cubicBezTo>
                    <a:pt x="1658688" y="928191"/>
                    <a:pt x="1659069" y="927334"/>
                    <a:pt x="1659260" y="926381"/>
                  </a:cubicBezTo>
                  <a:cubicBezTo>
                    <a:pt x="1659926" y="923714"/>
                    <a:pt x="1659640" y="920952"/>
                    <a:pt x="1658212" y="918476"/>
                  </a:cubicBezTo>
                  <a:cubicBezTo>
                    <a:pt x="1657736" y="917618"/>
                    <a:pt x="1657164" y="916856"/>
                    <a:pt x="1656497" y="916094"/>
                  </a:cubicBezTo>
                  <a:cubicBezTo>
                    <a:pt x="1655640" y="915142"/>
                    <a:pt x="1654688" y="914475"/>
                    <a:pt x="1653640" y="913808"/>
                  </a:cubicBezTo>
                  <a:cubicBezTo>
                    <a:pt x="1653545" y="913713"/>
                    <a:pt x="1653449" y="913713"/>
                    <a:pt x="1653354" y="913618"/>
                  </a:cubicBezTo>
                  <a:cubicBezTo>
                    <a:pt x="1647734" y="910379"/>
                    <a:pt x="1639447" y="910665"/>
                    <a:pt x="1633066" y="914189"/>
                  </a:cubicBezTo>
                  <a:cubicBezTo>
                    <a:pt x="1635161" y="904474"/>
                    <a:pt x="1642781" y="892758"/>
                    <a:pt x="1657450" y="880090"/>
                  </a:cubicBezTo>
                  <a:cubicBezTo>
                    <a:pt x="1658212" y="880566"/>
                    <a:pt x="1658974" y="881042"/>
                    <a:pt x="1659831" y="881423"/>
                  </a:cubicBezTo>
                  <a:cubicBezTo>
                    <a:pt x="1660307" y="881614"/>
                    <a:pt x="1660879" y="881900"/>
                    <a:pt x="1661450" y="882090"/>
                  </a:cubicBezTo>
                  <a:cubicBezTo>
                    <a:pt x="1663165" y="882662"/>
                    <a:pt x="1664975" y="882947"/>
                    <a:pt x="1666880" y="883043"/>
                  </a:cubicBezTo>
                  <a:cubicBezTo>
                    <a:pt x="1666975" y="883043"/>
                    <a:pt x="1667070" y="883043"/>
                    <a:pt x="1667165" y="883043"/>
                  </a:cubicBezTo>
                  <a:cubicBezTo>
                    <a:pt x="1669356" y="883138"/>
                    <a:pt x="1671642" y="882757"/>
                    <a:pt x="1673928" y="882185"/>
                  </a:cubicBezTo>
                  <a:cubicBezTo>
                    <a:pt x="1676214" y="881614"/>
                    <a:pt x="1678310" y="880471"/>
                    <a:pt x="1680214" y="879137"/>
                  </a:cubicBezTo>
                  <a:cubicBezTo>
                    <a:pt x="1681453" y="878280"/>
                    <a:pt x="1682501" y="877232"/>
                    <a:pt x="1683358" y="876185"/>
                  </a:cubicBezTo>
                  <a:cubicBezTo>
                    <a:pt x="1683358" y="876185"/>
                    <a:pt x="1683358" y="876089"/>
                    <a:pt x="1683453" y="876089"/>
                  </a:cubicBezTo>
                  <a:cubicBezTo>
                    <a:pt x="1684310" y="875137"/>
                    <a:pt x="1684977" y="873994"/>
                    <a:pt x="1685548" y="872946"/>
                  </a:cubicBezTo>
                  <a:cubicBezTo>
                    <a:pt x="1685548" y="872851"/>
                    <a:pt x="1685644" y="872851"/>
                    <a:pt x="1685644" y="872756"/>
                  </a:cubicBezTo>
                  <a:cubicBezTo>
                    <a:pt x="1685644" y="872756"/>
                    <a:pt x="1685644" y="872756"/>
                    <a:pt x="1685644" y="872756"/>
                  </a:cubicBezTo>
                  <a:cubicBezTo>
                    <a:pt x="1687644" y="868660"/>
                    <a:pt x="1687454" y="863993"/>
                    <a:pt x="1684787" y="860278"/>
                  </a:cubicBezTo>
                  <a:cubicBezTo>
                    <a:pt x="1701265" y="850277"/>
                    <a:pt x="1722220" y="840466"/>
                    <a:pt x="1748032" y="831989"/>
                  </a:cubicBezTo>
                  <a:cubicBezTo>
                    <a:pt x="1752223" y="836846"/>
                    <a:pt x="1759463" y="839132"/>
                    <a:pt x="1766606" y="837132"/>
                  </a:cubicBezTo>
                  <a:cubicBezTo>
                    <a:pt x="1768035" y="836751"/>
                    <a:pt x="1769369" y="836084"/>
                    <a:pt x="1770702" y="835418"/>
                  </a:cubicBezTo>
                  <a:cubicBezTo>
                    <a:pt x="1770797" y="835322"/>
                    <a:pt x="1770893" y="835227"/>
                    <a:pt x="1771083" y="835227"/>
                  </a:cubicBezTo>
                  <a:cubicBezTo>
                    <a:pt x="1772321" y="834560"/>
                    <a:pt x="1773369" y="833703"/>
                    <a:pt x="1774321" y="832751"/>
                  </a:cubicBezTo>
                  <a:cubicBezTo>
                    <a:pt x="1774321" y="832751"/>
                    <a:pt x="1774321" y="832751"/>
                    <a:pt x="1774321" y="832751"/>
                  </a:cubicBezTo>
                  <a:cubicBezTo>
                    <a:pt x="1774321" y="832751"/>
                    <a:pt x="1774321" y="832751"/>
                    <a:pt x="1774321" y="832751"/>
                  </a:cubicBezTo>
                  <a:cubicBezTo>
                    <a:pt x="1776988" y="830274"/>
                    <a:pt x="1778798" y="827036"/>
                    <a:pt x="1779465" y="823511"/>
                  </a:cubicBezTo>
                  <a:cubicBezTo>
                    <a:pt x="1803754" y="818654"/>
                    <a:pt x="1828423" y="817892"/>
                    <a:pt x="1852522" y="821892"/>
                  </a:cubicBezTo>
                  <a:close/>
                  <a:moveTo>
                    <a:pt x="1614492" y="576623"/>
                  </a:moveTo>
                  <a:cubicBezTo>
                    <a:pt x="1620207" y="579576"/>
                    <a:pt x="1627732" y="578814"/>
                    <a:pt x="1633542" y="574337"/>
                  </a:cubicBezTo>
                  <a:cubicBezTo>
                    <a:pt x="1634780" y="573385"/>
                    <a:pt x="1635733" y="572337"/>
                    <a:pt x="1636590" y="571194"/>
                  </a:cubicBezTo>
                  <a:cubicBezTo>
                    <a:pt x="1636685" y="571099"/>
                    <a:pt x="1636780" y="571004"/>
                    <a:pt x="1636876" y="570813"/>
                  </a:cubicBezTo>
                  <a:cubicBezTo>
                    <a:pt x="1637733" y="569670"/>
                    <a:pt x="1638400" y="568527"/>
                    <a:pt x="1638971" y="567289"/>
                  </a:cubicBezTo>
                  <a:cubicBezTo>
                    <a:pt x="1638971" y="567289"/>
                    <a:pt x="1638971" y="567289"/>
                    <a:pt x="1638971" y="567289"/>
                  </a:cubicBezTo>
                  <a:cubicBezTo>
                    <a:pt x="1638971" y="567289"/>
                    <a:pt x="1638971" y="567289"/>
                    <a:pt x="1638971" y="567289"/>
                  </a:cubicBezTo>
                  <a:cubicBezTo>
                    <a:pt x="1640495" y="563955"/>
                    <a:pt x="1640876" y="560240"/>
                    <a:pt x="1640210" y="556716"/>
                  </a:cubicBezTo>
                  <a:cubicBezTo>
                    <a:pt x="1661069" y="542714"/>
                    <a:pt x="1683548" y="532523"/>
                    <a:pt x="1707361" y="526998"/>
                  </a:cubicBezTo>
                  <a:cubicBezTo>
                    <a:pt x="1711647" y="525950"/>
                    <a:pt x="1715933" y="525188"/>
                    <a:pt x="1720315" y="524426"/>
                  </a:cubicBezTo>
                  <a:cubicBezTo>
                    <a:pt x="1720124" y="528713"/>
                    <a:pt x="1721267" y="533285"/>
                    <a:pt x="1724030" y="537190"/>
                  </a:cubicBezTo>
                  <a:cubicBezTo>
                    <a:pt x="1724792" y="538238"/>
                    <a:pt x="1725649" y="539190"/>
                    <a:pt x="1726506" y="540047"/>
                  </a:cubicBezTo>
                  <a:cubicBezTo>
                    <a:pt x="1729173" y="542619"/>
                    <a:pt x="1732507" y="544238"/>
                    <a:pt x="1735936" y="544905"/>
                  </a:cubicBezTo>
                  <a:cubicBezTo>
                    <a:pt x="1740508" y="545762"/>
                    <a:pt x="1745365" y="545000"/>
                    <a:pt x="1749461" y="542143"/>
                  </a:cubicBezTo>
                  <a:cubicBezTo>
                    <a:pt x="1750700" y="541286"/>
                    <a:pt x="1751747" y="540238"/>
                    <a:pt x="1752700" y="539095"/>
                  </a:cubicBezTo>
                  <a:cubicBezTo>
                    <a:pt x="1752795" y="539000"/>
                    <a:pt x="1752890" y="538904"/>
                    <a:pt x="1752986" y="538714"/>
                  </a:cubicBezTo>
                  <a:cubicBezTo>
                    <a:pt x="1753843" y="537571"/>
                    <a:pt x="1754605" y="536428"/>
                    <a:pt x="1755081" y="535190"/>
                  </a:cubicBezTo>
                  <a:cubicBezTo>
                    <a:pt x="1755081" y="535190"/>
                    <a:pt x="1755081" y="535190"/>
                    <a:pt x="1755081" y="535190"/>
                  </a:cubicBezTo>
                  <a:cubicBezTo>
                    <a:pt x="1755081" y="535190"/>
                    <a:pt x="1755081" y="535190"/>
                    <a:pt x="1755081" y="535190"/>
                  </a:cubicBezTo>
                  <a:cubicBezTo>
                    <a:pt x="1756796" y="531284"/>
                    <a:pt x="1757081" y="526712"/>
                    <a:pt x="1755843" y="522331"/>
                  </a:cubicBezTo>
                  <a:cubicBezTo>
                    <a:pt x="1770702" y="522902"/>
                    <a:pt x="1786037" y="525093"/>
                    <a:pt x="1800992" y="529379"/>
                  </a:cubicBezTo>
                  <a:cubicBezTo>
                    <a:pt x="1798801" y="547477"/>
                    <a:pt x="1794324" y="564527"/>
                    <a:pt x="1787656" y="580529"/>
                  </a:cubicBezTo>
                  <a:cubicBezTo>
                    <a:pt x="1786895" y="579862"/>
                    <a:pt x="1786132" y="579290"/>
                    <a:pt x="1785371" y="578719"/>
                  </a:cubicBezTo>
                  <a:cubicBezTo>
                    <a:pt x="1785180" y="578624"/>
                    <a:pt x="1785085" y="578528"/>
                    <a:pt x="1784894" y="578433"/>
                  </a:cubicBezTo>
                  <a:cubicBezTo>
                    <a:pt x="1783656" y="577671"/>
                    <a:pt x="1782322" y="577004"/>
                    <a:pt x="1780989" y="576528"/>
                  </a:cubicBezTo>
                  <a:cubicBezTo>
                    <a:pt x="1780989" y="576528"/>
                    <a:pt x="1780989" y="576528"/>
                    <a:pt x="1780989" y="576528"/>
                  </a:cubicBezTo>
                  <a:cubicBezTo>
                    <a:pt x="1780989" y="576528"/>
                    <a:pt x="1780989" y="576528"/>
                    <a:pt x="1780989" y="576528"/>
                  </a:cubicBezTo>
                  <a:cubicBezTo>
                    <a:pt x="1774798" y="574433"/>
                    <a:pt x="1767940" y="575576"/>
                    <a:pt x="1763177" y="580338"/>
                  </a:cubicBezTo>
                  <a:cubicBezTo>
                    <a:pt x="1758415" y="585101"/>
                    <a:pt x="1757081" y="591673"/>
                    <a:pt x="1758701" y="597864"/>
                  </a:cubicBezTo>
                  <a:cubicBezTo>
                    <a:pt x="1758701" y="597864"/>
                    <a:pt x="1758701" y="597864"/>
                    <a:pt x="1758701" y="597864"/>
                  </a:cubicBezTo>
                  <a:cubicBezTo>
                    <a:pt x="1758701" y="597864"/>
                    <a:pt x="1758701" y="597864"/>
                    <a:pt x="1758701" y="597959"/>
                  </a:cubicBezTo>
                  <a:cubicBezTo>
                    <a:pt x="1759081" y="599388"/>
                    <a:pt x="1759653" y="600817"/>
                    <a:pt x="1760320" y="602150"/>
                  </a:cubicBezTo>
                  <a:cubicBezTo>
                    <a:pt x="1760320" y="602246"/>
                    <a:pt x="1760415" y="602246"/>
                    <a:pt x="1760415" y="602341"/>
                  </a:cubicBezTo>
                  <a:cubicBezTo>
                    <a:pt x="1761177" y="603770"/>
                    <a:pt x="1762034" y="605103"/>
                    <a:pt x="1763082" y="606341"/>
                  </a:cubicBezTo>
                  <a:cubicBezTo>
                    <a:pt x="1765273" y="608818"/>
                    <a:pt x="1768035" y="610532"/>
                    <a:pt x="1770988" y="611580"/>
                  </a:cubicBezTo>
                  <a:cubicBezTo>
                    <a:pt x="1769845" y="613295"/>
                    <a:pt x="1768797" y="615009"/>
                    <a:pt x="1767559" y="616628"/>
                  </a:cubicBezTo>
                  <a:cubicBezTo>
                    <a:pt x="1752509" y="637869"/>
                    <a:pt x="1733078" y="655681"/>
                    <a:pt x="1710313" y="670159"/>
                  </a:cubicBezTo>
                  <a:cubicBezTo>
                    <a:pt x="1709837" y="669778"/>
                    <a:pt x="1709361" y="669397"/>
                    <a:pt x="1708885" y="669016"/>
                  </a:cubicBezTo>
                  <a:cubicBezTo>
                    <a:pt x="1708789" y="668921"/>
                    <a:pt x="1708599" y="668825"/>
                    <a:pt x="1708504" y="668825"/>
                  </a:cubicBezTo>
                  <a:cubicBezTo>
                    <a:pt x="1707361" y="668159"/>
                    <a:pt x="1706122" y="667587"/>
                    <a:pt x="1704884" y="667206"/>
                  </a:cubicBezTo>
                  <a:cubicBezTo>
                    <a:pt x="1704884" y="667206"/>
                    <a:pt x="1704884" y="667206"/>
                    <a:pt x="1704884" y="667206"/>
                  </a:cubicBezTo>
                  <a:cubicBezTo>
                    <a:pt x="1704884" y="667206"/>
                    <a:pt x="1704884" y="667206"/>
                    <a:pt x="1704884" y="667206"/>
                  </a:cubicBezTo>
                  <a:cubicBezTo>
                    <a:pt x="1699074" y="665301"/>
                    <a:pt x="1692311" y="666539"/>
                    <a:pt x="1687263" y="670826"/>
                  </a:cubicBezTo>
                  <a:cubicBezTo>
                    <a:pt x="1682310" y="675017"/>
                    <a:pt x="1680310" y="680827"/>
                    <a:pt x="1681072" y="686256"/>
                  </a:cubicBezTo>
                  <a:cubicBezTo>
                    <a:pt x="1655735" y="698829"/>
                    <a:pt x="1634876" y="706354"/>
                    <a:pt x="1618112" y="710735"/>
                  </a:cubicBezTo>
                  <a:cubicBezTo>
                    <a:pt x="1618016" y="709973"/>
                    <a:pt x="1617826" y="709307"/>
                    <a:pt x="1617635" y="708640"/>
                  </a:cubicBezTo>
                  <a:cubicBezTo>
                    <a:pt x="1617159" y="707497"/>
                    <a:pt x="1616588" y="706449"/>
                    <a:pt x="1615826" y="705497"/>
                  </a:cubicBezTo>
                  <a:cubicBezTo>
                    <a:pt x="1615730" y="705401"/>
                    <a:pt x="1615635" y="705306"/>
                    <a:pt x="1615540" y="705211"/>
                  </a:cubicBezTo>
                  <a:cubicBezTo>
                    <a:pt x="1614778" y="704354"/>
                    <a:pt x="1614016" y="703592"/>
                    <a:pt x="1613063" y="702925"/>
                  </a:cubicBezTo>
                  <a:lnTo>
                    <a:pt x="1613063" y="702925"/>
                  </a:lnTo>
                  <a:lnTo>
                    <a:pt x="1613063" y="702925"/>
                  </a:lnTo>
                  <a:cubicBezTo>
                    <a:pt x="1608682" y="699972"/>
                    <a:pt x="1602395" y="699401"/>
                    <a:pt x="1596395" y="702258"/>
                  </a:cubicBezTo>
                  <a:cubicBezTo>
                    <a:pt x="1589918" y="705306"/>
                    <a:pt x="1585536" y="711116"/>
                    <a:pt x="1584584" y="716831"/>
                  </a:cubicBezTo>
                  <a:cubicBezTo>
                    <a:pt x="1574487" y="717498"/>
                    <a:pt x="1565629" y="716927"/>
                    <a:pt x="1558580" y="715022"/>
                  </a:cubicBezTo>
                  <a:cubicBezTo>
                    <a:pt x="1561247" y="713498"/>
                    <a:pt x="1563724" y="711593"/>
                    <a:pt x="1565629" y="709021"/>
                  </a:cubicBezTo>
                  <a:cubicBezTo>
                    <a:pt x="1571344" y="701591"/>
                    <a:pt x="1569820" y="692447"/>
                    <a:pt x="1562581" y="689114"/>
                  </a:cubicBezTo>
                  <a:cubicBezTo>
                    <a:pt x="1561533" y="688637"/>
                    <a:pt x="1560295" y="688352"/>
                    <a:pt x="1559152" y="688161"/>
                  </a:cubicBezTo>
                  <a:cubicBezTo>
                    <a:pt x="1558866" y="688161"/>
                    <a:pt x="1558676" y="688161"/>
                    <a:pt x="1558390" y="688066"/>
                  </a:cubicBezTo>
                  <a:cubicBezTo>
                    <a:pt x="1557247" y="687971"/>
                    <a:pt x="1556104" y="687971"/>
                    <a:pt x="1554865" y="688066"/>
                  </a:cubicBezTo>
                  <a:cubicBezTo>
                    <a:pt x="1554865" y="688066"/>
                    <a:pt x="1554865" y="688066"/>
                    <a:pt x="1554865" y="688066"/>
                  </a:cubicBezTo>
                  <a:lnTo>
                    <a:pt x="1554865" y="688066"/>
                  </a:lnTo>
                  <a:cubicBezTo>
                    <a:pt x="1549436" y="688637"/>
                    <a:pt x="1543817" y="691781"/>
                    <a:pt x="1540102" y="696448"/>
                  </a:cubicBezTo>
                  <a:cubicBezTo>
                    <a:pt x="1538292" y="686637"/>
                    <a:pt x="1540959" y="672826"/>
                    <a:pt x="1549436" y="655586"/>
                  </a:cubicBezTo>
                  <a:cubicBezTo>
                    <a:pt x="1556771" y="657014"/>
                    <a:pt x="1565438" y="653300"/>
                    <a:pt x="1570105" y="645870"/>
                  </a:cubicBezTo>
                  <a:cubicBezTo>
                    <a:pt x="1570868" y="644632"/>
                    <a:pt x="1571439" y="643298"/>
                    <a:pt x="1571915" y="642060"/>
                  </a:cubicBezTo>
                  <a:cubicBezTo>
                    <a:pt x="1571915" y="641965"/>
                    <a:pt x="1572011" y="641774"/>
                    <a:pt x="1572011" y="641679"/>
                  </a:cubicBezTo>
                  <a:cubicBezTo>
                    <a:pt x="1573820" y="635774"/>
                    <a:pt x="1571820" y="629963"/>
                    <a:pt x="1567057" y="626820"/>
                  </a:cubicBezTo>
                  <a:cubicBezTo>
                    <a:pt x="1578297" y="611485"/>
                    <a:pt x="1593918" y="594340"/>
                    <a:pt x="1614492" y="576623"/>
                  </a:cubicBezTo>
                  <a:close/>
                  <a:moveTo>
                    <a:pt x="1393798" y="391172"/>
                  </a:moveTo>
                  <a:cubicBezTo>
                    <a:pt x="1393798" y="391172"/>
                    <a:pt x="1393798" y="391172"/>
                    <a:pt x="1393798" y="391172"/>
                  </a:cubicBezTo>
                  <a:cubicBezTo>
                    <a:pt x="1394846" y="391267"/>
                    <a:pt x="1395988" y="391267"/>
                    <a:pt x="1397036" y="391076"/>
                  </a:cubicBezTo>
                  <a:cubicBezTo>
                    <a:pt x="1398084" y="390981"/>
                    <a:pt x="1399132" y="390695"/>
                    <a:pt x="1400180" y="390410"/>
                  </a:cubicBezTo>
                  <a:cubicBezTo>
                    <a:pt x="1403228" y="389362"/>
                    <a:pt x="1406180" y="387552"/>
                    <a:pt x="1408466" y="384790"/>
                  </a:cubicBezTo>
                  <a:cubicBezTo>
                    <a:pt x="1409228" y="383933"/>
                    <a:pt x="1409895" y="382885"/>
                    <a:pt x="1410562" y="381837"/>
                  </a:cubicBezTo>
                  <a:cubicBezTo>
                    <a:pt x="1411324" y="380504"/>
                    <a:pt x="1411800" y="379170"/>
                    <a:pt x="1412181" y="377741"/>
                  </a:cubicBezTo>
                  <a:cubicBezTo>
                    <a:pt x="1412181" y="377551"/>
                    <a:pt x="1412276" y="377456"/>
                    <a:pt x="1412276" y="377265"/>
                  </a:cubicBezTo>
                  <a:cubicBezTo>
                    <a:pt x="1412657" y="375932"/>
                    <a:pt x="1412848" y="374598"/>
                    <a:pt x="1412848" y="373265"/>
                  </a:cubicBezTo>
                  <a:cubicBezTo>
                    <a:pt x="1412848" y="373265"/>
                    <a:pt x="1412848" y="373265"/>
                    <a:pt x="1412848" y="373265"/>
                  </a:cubicBezTo>
                  <a:cubicBezTo>
                    <a:pt x="1412848" y="373265"/>
                    <a:pt x="1412848" y="373265"/>
                    <a:pt x="1412848" y="373265"/>
                  </a:cubicBezTo>
                  <a:cubicBezTo>
                    <a:pt x="1412943" y="369550"/>
                    <a:pt x="1411990" y="365930"/>
                    <a:pt x="1409990" y="362978"/>
                  </a:cubicBezTo>
                  <a:cubicBezTo>
                    <a:pt x="1423992" y="342118"/>
                    <a:pt x="1440851" y="324211"/>
                    <a:pt x="1460663" y="310019"/>
                  </a:cubicBezTo>
                  <a:cubicBezTo>
                    <a:pt x="1464188" y="307447"/>
                    <a:pt x="1467902" y="305066"/>
                    <a:pt x="1471617" y="302780"/>
                  </a:cubicBezTo>
                  <a:cubicBezTo>
                    <a:pt x="1473046" y="306875"/>
                    <a:pt x="1475903" y="310590"/>
                    <a:pt x="1479999" y="312971"/>
                  </a:cubicBezTo>
                  <a:cubicBezTo>
                    <a:pt x="1481047" y="313638"/>
                    <a:pt x="1482190" y="314210"/>
                    <a:pt x="1483333" y="314686"/>
                  </a:cubicBezTo>
                  <a:cubicBezTo>
                    <a:pt x="1485619" y="315638"/>
                    <a:pt x="1488000" y="316019"/>
                    <a:pt x="1490381" y="316019"/>
                  </a:cubicBezTo>
                  <a:cubicBezTo>
                    <a:pt x="1491524" y="316019"/>
                    <a:pt x="1492763" y="315924"/>
                    <a:pt x="1493905" y="315638"/>
                  </a:cubicBezTo>
                  <a:cubicBezTo>
                    <a:pt x="1496192" y="315162"/>
                    <a:pt x="1498382" y="314305"/>
                    <a:pt x="1500287" y="313067"/>
                  </a:cubicBezTo>
                  <a:cubicBezTo>
                    <a:pt x="1502192" y="311828"/>
                    <a:pt x="1503907" y="310114"/>
                    <a:pt x="1505240" y="308018"/>
                  </a:cubicBezTo>
                  <a:cubicBezTo>
                    <a:pt x="1506097" y="306780"/>
                    <a:pt x="1506574" y="305351"/>
                    <a:pt x="1507050" y="304018"/>
                  </a:cubicBezTo>
                  <a:cubicBezTo>
                    <a:pt x="1507050" y="303923"/>
                    <a:pt x="1507145" y="303732"/>
                    <a:pt x="1507145" y="303637"/>
                  </a:cubicBezTo>
                  <a:cubicBezTo>
                    <a:pt x="1507526" y="302303"/>
                    <a:pt x="1507717" y="300875"/>
                    <a:pt x="1507812" y="299541"/>
                  </a:cubicBezTo>
                  <a:cubicBezTo>
                    <a:pt x="1507812" y="299541"/>
                    <a:pt x="1507812" y="299541"/>
                    <a:pt x="1507812" y="299541"/>
                  </a:cubicBezTo>
                  <a:cubicBezTo>
                    <a:pt x="1507812" y="299541"/>
                    <a:pt x="1507812" y="299541"/>
                    <a:pt x="1507812" y="299541"/>
                  </a:cubicBezTo>
                  <a:cubicBezTo>
                    <a:pt x="1507907" y="295255"/>
                    <a:pt x="1506479" y="290969"/>
                    <a:pt x="1503621" y="287349"/>
                  </a:cubicBezTo>
                  <a:cubicBezTo>
                    <a:pt x="1517623" y="282206"/>
                    <a:pt x="1532482" y="278586"/>
                    <a:pt x="1548007" y="276681"/>
                  </a:cubicBezTo>
                  <a:cubicBezTo>
                    <a:pt x="1552484" y="292302"/>
                    <a:pt x="1554675" y="308304"/>
                    <a:pt x="1555151" y="323925"/>
                  </a:cubicBezTo>
                  <a:cubicBezTo>
                    <a:pt x="1555246" y="325640"/>
                    <a:pt x="1555151" y="327449"/>
                    <a:pt x="1555151" y="329164"/>
                  </a:cubicBezTo>
                  <a:cubicBezTo>
                    <a:pt x="1554199" y="328783"/>
                    <a:pt x="1553246" y="328497"/>
                    <a:pt x="1552294" y="328307"/>
                  </a:cubicBezTo>
                  <a:cubicBezTo>
                    <a:pt x="1552103" y="328307"/>
                    <a:pt x="1552008" y="328307"/>
                    <a:pt x="1551818" y="328211"/>
                  </a:cubicBezTo>
                  <a:cubicBezTo>
                    <a:pt x="1550389" y="327926"/>
                    <a:pt x="1548865" y="327830"/>
                    <a:pt x="1547531" y="327926"/>
                  </a:cubicBezTo>
                  <a:cubicBezTo>
                    <a:pt x="1547531" y="327926"/>
                    <a:pt x="1547531" y="327926"/>
                    <a:pt x="1547531" y="327926"/>
                  </a:cubicBezTo>
                  <a:lnTo>
                    <a:pt x="1547531" y="327926"/>
                  </a:lnTo>
                  <a:cubicBezTo>
                    <a:pt x="1540959" y="328307"/>
                    <a:pt x="1535149" y="332021"/>
                    <a:pt x="1532577" y="338213"/>
                  </a:cubicBezTo>
                  <a:cubicBezTo>
                    <a:pt x="1529434" y="345737"/>
                    <a:pt x="1531910" y="354215"/>
                    <a:pt x="1538102" y="359358"/>
                  </a:cubicBezTo>
                  <a:cubicBezTo>
                    <a:pt x="1538292" y="359453"/>
                    <a:pt x="1538387" y="359644"/>
                    <a:pt x="1538578" y="359739"/>
                  </a:cubicBezTo>
                  <a:cubicBezTo>
                    <a:pt x="1539816" y="360692"/>
                    <a:pt x="1541054" y="361549"/>
                    <a:pt x="1542483" y="362216"/>
                  </a:cubicBezTo>
                  <a:cubicBezTo>
                    <a:pt x="1545531" y="363644"/>
                    <a:pt x="1548674" y="364216"/>
                    <a:pt x="1551722" y="364121"/>
                  </a:cubicBezTo>
                  <a:cubicBezTo>
                    <a:pt x="1551341" y="366121"/>
                    <a:pt x="1550960" y="368121"/>
                    <a:pt x="1550484" y="370121"/>
                  </a:cubicBezTo>
                  <a:cubicBezTo>
                    <a:pt x="1544579" y="395553"/>
                    <a:pt x="1533339" y="419461"/>
                    <a:pt x="1517813" y="441559"/>
                  </a:cubicBezTo>
                  <a:cubicBezTo>
                    <a:pt x="1517242" y="441368"/>
                    <a:pt x="1516670" y="441178"/>
                    <a:pt x="1516004" y="441083"/>
                  </a:cubicBezTo>
                  <a:cubicBezTo>
                    <a:pt x="1515813" y="441083"/>
                    <a:pt x="1515718" y="441083"/>
                    <a:pt x="1515527" y="440987"/>
                  </a:cubicBezTo>
                  <a:cubicBezTo>
                    <a:pt x="1514194" y="440797"/>
                    <a:pt x="1512860" y="440702"/>
                    <a:pt x="1511527" y="440797"/>
                  </a:cubicBezTo>
                  <a:cubicBezTo>
                    <a:pt x="1511527" y="440797"/>
                    <a:pt x="1511527" y="440797"/>
                    <a:pt x="1511527" y="440797"/>
                  </a:cubicBezTo>
                  <a:lnTo>
                    <a:pt x="1511527" y="440797"/>
                  </a:lnTo>
                  <a:cubicBezTo>
                    <a:pt x="1505526" y="441273"/>
                    <a:pt x="1499716" y="444893"/>
                    <a:pt x="1496668" y="450893"/>
                  </a:cubicBezTo>
                  <a:cubicBezTo>
                    <a:pt x="1493715" y="456608"/>
                    <a:pt x="1494001" y="462895"/>
                    <a:pt x="1496858" y="467657"/>
                  </a:cubicBezTo>
                  <a:cubicBezTo>
                    <a:pt x="1478285" y="488898"/>
                    <a:pt x="1461806" y="503757"/>
                    <a:pt x="1448090" y="514235"/>
                  </a:cubicBezTo>
                  <a:cubicBezTo>
                    <a:pt x="1447709" y="513568"/>
                    <a:pt x="1447328" y="512996"/>
                    <a:pt x="1446757" y="512425"/>
                  </a:cubicBezTo>
                  <a:cubicBezTo>
                    <a:pt x="1445900" y="511472"/>
                    <a:pt x="1444947" y="510710"/>
                    <a:pt x="1443899" y="510139"/>
                  </a:cubicBezTo>
                  <a:cubicBezTo>
                    <a:pt x="1443899" y="510139"/>
                    <a:pt x="1443804" y="510139"/>
                    <a:pt x="1443804" y="510044"/>
                  </a:cubicBezTo>
                  <a:cubicBezTo>
                    <a:pt x="1438184" y="506900"/>
                    <a:pt x="1430279" y="508424"/>
                    <a:pt x="1424659" y="514616"/>
                  </a:cubicBezTo>
                  <a:cubicBezTo>
                    <a:pt x="1419801" y="519950"/>
                    <a:pt x="1418087" y="526808"/>
                    <a:pt x="1419420" y="532427"/>
                  </a:cubicBezTo>
                  <a:cubicBezTo>
                    <a:pt x="1410181" y="537095"/>
                    <a:pt x="1401799" y="539952"/>
                    <a:pt x="1394560" y="540809"/>
                  </a:cubicBezTo>
                  <a:cubicBezTo>
                    <a:pt x="1396465" y="538428"/>
                    <a:pt x="1397989" y="535666"/>
                    <a:pt x="1398846" y="532618"/>
                  </a:cubicBezTo>
                  <a:cubicBezTo>
                    <a:pt x="1401227" y="523569"/>
                    <a:pt x="1396560" y="515473"/>
                    <a:pt x="1388464" y="515282"/>
                  </a:cubicBezTo>
                  <a:cubicBezTo>
                    <a:pt x="1387226" y="515282"/>
                    <a:pt x="1385987" y="515473"/>
                    <a:pt x="1384749" y="515854"/>
                  </a:cubicBezTo>
                  <a:cubicBezTo>
                    <a:pt x="1384654" y="515854"/>
                    <a:pt x="1384463" y="515949"/>
                    <a:pt x="1384368" y="515949"/>
                  </a:cubicBezTo>
                  <a:cubicBezTo>
                    <a:pt x="1383225" y="516330"/>
                    <a:pt x="1381987" y="516806"/>
                    <a:pt x="1380939" y="517378"/>
                  </a:cubicBezTo>
                  <a:cubicBezTo>
                    <a:pt x="1380939" y="517378"/>
                    <a:pt x="1380939" y="517378"/>
                    <a:pt x="1380939" y="517378"/>
                  </a:cubicBezTo>
                  <a:lnTo>
                    <a:pt x="1380939" y="517378"/>
                  </a:lnTo>
                  <a:cubicBezTo>
                    <a:pt x="1376081" y="520045"/>
                    <a:pt x="1372176" y="524998"/>
                    <a:pt x="1370462" y="530713"/>
                  </a:cubicBezTo>
                  <a:cubicBezTo>
                    <a:pt x="1365032" y="522331"/>
                    <a:pt x="1362461" y="508139"/>
                    <a:pt x="1363604" y="489374"/>
                  </a:cubicBezTo>
                  <a:cubicBezTo>
                    <a:pt x="1370938" y="487850"/>
                    <a:pt x="1377701" y="480802"/>
                    <a:pt x="1379034" y="472420"/>
                  </a:cubicBezTo>
                  <a:cubicBezTo>
                    <a:pt x="1379225" y="470991"/>
                    <a:pt x="1379225" y="469658"/>
                    <a:pt x="1379129" y="468324"/>
                  </a:cubicBezTo>
                  <a:cubicBezTo>
                    <a:pt x="1379129" y="468229"/>
                    <a:pt x="1379129" y="468038"/>
                    <a:pt x="1379034" y="467943"/>
                  </a:cubicBezTo>
                  <a:cubicBezTo>
                    <a:pt x="1378939" y="466705"/>
                    <a:pt x="1378653" y="465467"/>
                    <a:pt x="1378272" y="464324"/>
                  </a:cubicBezTo>
                  <a:cubicBezTo>
                    <a:pt x="1378272" y="464324"/>
                    <a:pt x="1378272" y="464324"/>
                    <a:pt x="1378272" y="464324"/>
                  </a:cubicBezTo>
                  <a:cubicBezTo>
                    <a:pt x="1378272" y="464324"/>
                    <a:pt x="1378272" y="464324"/>
                    <a:pt x="1378272" y="464324"/>
                  </a:cubicBezTo>
                  <a:cubicBezTo>
                    <a:pt x="1376748" y="460037"/>
                    <a:pt x="1373319" y="456894"/>
                    <a:pt x="1368938" y="455942"/>
                  </a:cubicBezTo>
                  <a:cubicBezTo>
                    <a:pt x="1373605" y="437273"/>
                    <a:pt x="1381511" y="415460"/>
                    <a:pt x="1393798" y="391172"/>
                  </a:cubicBezTo>
                  <a:close/>
                  <a:moveTo>
                    <a:pt x="1178152" y="433272"/>
                  </a:moveTo>
                  <a:cubicBezTo>
                    <a:pt x="1176913" y="424033"/>
                    <a:pt x="1169579" y="418223"/>
                    <a:pt x="1161959" y="421366"/>
                  </a:cubicBezTo>
                  <a:cubicBezTo>
                    <a:pt x="1160816" y="421842"/>
                    <a:pt x="1159769" y="422509"/>
                    <a:pt x="1158721" y="423271"/>
                  </a:cubicBezTo>
                  <a:cubicBezTo>
                    <a:pt x="1158626" y="423366"/>
                    <a:pt x="1158530" y="423461"/>
                    <a:pt x="1158435" y="423557"/>
                  </a:cubicBezTo>
                  <a:cubicBezTo>
                    <a:pt x="1157482" y="424319"/>
                    <a:pt x="1156625" y="425176"/>
                    <a:pt x="1155768" y="426224"/>
                  </a:cubicBezTo>
                  <a:cubicBezTo>
                    <a:pt x="1155768" y="426224"/>
                    <a:pt x="1155768" y="426224"/>
                    <a:pt x="1155768" y="426224"/>
                  </a:cubicBezTo>
                  <a:cubicBezTo>
                    <a:pt x="1155768" y="426224"/>
                    <a:pt x="1155768" y="426224"/>
                    <a:pt x="1155768" y="426224"/>
                  </a:cubicBezTo>
                  <a:cubicBezTo>
                    <a:pt x="1152339" y="430510"/>
                    <a:pt x="1150529" y="436606"/>
                    <a:pt x="1151291" y="442511"/>
                  </a:cubicBezTo>
                  <a:cubicBezTo>
                    <a:pt x="1143100" y="436892"/>
                    <a:pt x="1135289" y="424700"/>
                    <a:pt x="1129003" y="406983"/>
                  </a:cubicBezTo>
                  <a:cubicBezTo>
                    <a:pt x="1129193" y="406888"/>
                    <a:pt x="1129384" y="406793"/>
                    <a:pt x="1129574" y="406602"/>
                  </a:cubicBezTo>
                  <a:cubicBezTo>
                    <a:pt x="1132908" y="404126"/>
                    <a:pt x="1135385" y="400125"/>
                    <a:pt x="1136528" y="395744"/>
                  </a:cubicBezTo>
                  <a:cubicBezTo>
                    <a:pt x="1137385" y="392410"/>
                    <a:pt x="1137575" y="388886"/>
                    <a:pt x="1136718" y="385457"/>
                  </a:cubicBezTo>
                  <a:cubicBezTo>
                    <a:pt x="1136337" y="384028"/>
                    <a:pt x="1135861" y="382790"/>
                    <a:pt x="1135289" y="381647"/>
                  </a:cubicBezTo>
                  <a:cubicBezTo>
                    <a:pt x="1135194" y="381551"/>
                    <a:pt x="1135099" y="381361"/>
                    <a:pt x="1135099" y="381266"/>
                  </a:cubicBezTo>
                  <a:cubicBezTo>
                    <a:pt x="1134527" y="380123"/>
                    <a:pt x="1133765" y="379170"/>
                    <a:pt x="1133003" y="378313"/>
                  </a:cubicBezTo>
                  <a:cubicBezTo>
                    <a:pt x="1133003" y="378313"/>
                    <a:pt x="1133003" y="378313"/>
                    <a:pt x="1133003" y="378313"/>
                  </a:cubicBezTo>
                  <a:cubicBezTo>
                    <a:pt x="1133003" y="378313"/>
                    <a:pt x="1133003" y="378313"/>
                    <a:pt x="1133003" y="378313"/>
                  </a:cubicBezTo>
                  <a:cubicBezTo>
                    <a:pt x="1129955" y="374979"/>
                    <a:pt x="1125574" y="373360"/>
                    <a:pt x="1121192" y="374217"/>
                  </a:cubicBezTo>
                  <a:cubicBezTo>
                    <a:pt x="1118239" y="355072"/>
                    <a:pt x="1117096" y="331926"/>
                    <a:pt x="1119097" y="304780"/>
                  </a:cubicBezTo>
                  <a:cubicBezTo>
                    <a:pt x="1121097" y="304113"/>
                    <a:pt x="1123002" y="303065"/>
                    <a:pt x="1124717" y="301637"/>
                  </a:cubicBezTo>
                  <a:cubicBezTo>
                    <a:pt x="1126336" y="300208"/>
                    <a:pt x="1127764" y="298493"/>
                    <a:pt x="1128812" y="296493"/>
                  </a:cubicBezTo>
                  <a:cubicBezTo>
                    <a:pt x="1129860" y="294493"/>
                    <a:pt x="1130622" y="292207"/>
                    <a:pt x="1130908" y="289730"/>
                  </a:cubicBezTo>
                  <a:cubicBezTo>
                    <a:pt x="1131098" y="288206"/>
                    <a:pt x="1131003" y="286778"/>
                    <a:pt x="1130908" y="285349"/>
                  </a:cubicBezTo>
                  <a:cubicBezTo>
                    <a:pt x="1130908" y="285158"/>
                    <a:pt x="1130813" y="285063"/>
                    <a:pt x="1130813" y="284873"/>
                  </a:cubicBezTo>
                  <a:cubicBezTo>
                    <a:pt x="1130622" y="283539"/>
                    <a:pt x="1130241" y="282206"/>
                    <a:pt x="1129765" y="280967"/>
                  </a:cubicBezTo>
                  <a:cubicBezTo>
                    <a:pt x="1129765" y="280967"/>
                    <a:pt x="1129765" y="280967"/>
                    <a:pt x="1129765" y="280967"/>
                  </a:cubicBezTo>
                  <a:cubicBezTo>
                    <a:pt x="1129765" y="280967"/>
                    <a:pt x="1129765" y="280967"/>
                    <a:pt x="1129765" y="280967"/>
                  </a:cubicBezTo>
                  <a:cubicBezTo>
                    <a:pt x="1128431" y="277538"/>
                    <a:pt x="1126145" y="274586"/>
                    <a:pt x="1123193" y="272585"/>
                  </a:cubicBezTo>
                  <a:cubicBezTo>
                    <a:pt x="1128050" y="247916"/>
                    <a:pt x="1136718" y="224865"/>
                    <a:pt x="1149577" y="204196"/>
                  </a:cubicBezTo>
                  <a:cubicBezTo>
                    <a:pt x="1151863" y="200481"/>
                    <a:pt x="1154339" y="196862"/>
                    <a:pt x="1156911" y="193337"/>
                  </a:cubicBezTo>
                  <a:cubicBezTo>
                    <a:pt x="1159864" y="196576"/>
                    <a:pt x="1163864" y="198862"/>
                    <a:pt x="1168627" y="199529"/>
                  </a:cubicBezTo>
                  <a:cubicBezTo>
                    <a:pt x="1174913" y="200672"/>
                    <a:pt x="1181105" y="198576"/>
                    <a:pt x="1185200" y="194480"/>
                  </a:cubicBezTo>
                  <a:cubicBezTo>
                    <a:pt x="1186820" y="192861"/>
                    <a:pt x="1188153" y="190861"/>
                    <a:pt x="1189105" y="188670"/>
                  </a:cubicBezTo>
                  <a:cubicBezTo>
                    <a:pt x="1189582" y="187527"/>
                    <a:pt x="1189868" y="186384"/>
                    <a:pt x="1190153" y="185241"/>
                  </a:cubicBezTo>
                  <a:cubicBezTo>
                    <a:pt x="1190439" y="183717"/>
                    <a:pt x="1190439" y="182288"/>
                    <a:pt x="1190248" y="180860"/>
                  </a:cubicBezTo>
                  <a:cubicBezTo>
                    <a:pt x="1190248" y="180669"/>
                    <a:pt x="1190248" y="180574"/>
                    <a:pt x="1190153" y="180479"/>
                  </a:cubicBezTo>
                  <a:cubicBezTo>
                    <a:pt x="1189963" y="179050"/>
                    <a:pt x="1189677" y="177716"/>
                    <a:pt x="1189105" y="176383"/>
                  </a:cubicBezTo>
                  <a:cubicBezTo>
                    <a:pt x="1189105" y="176383"/>
                    <a:pt x="1189105" y="176383"/>
                    <a:pt x="1189105" y="176383"/>
                  </a:cubicBezTo>
                  <a:lnTo>
                    <a:pt x="1189105" y="176383"/>
                  </a:lnTo>
                  <a:cubicBezTo>
                    <a:pt x="1187581" y="172382"/>
                    <a:pt x="1184534" y="168953"/>
                    <a:pt x="1180533" y="166667"/>
                  </a:cubicBezTo>
                  <a:cubicBezTo>
                    <a:pt x="1191487" y="156476"/>
                    <a:pt x="1203774" y="147522"/>
                    <a:pt x="1217395" y="139807"/>
                  </a:cubicBezTo>
                  <a:cubicBezTo>
                    <a:pt x="1227587" y="152380"/>
                    <a:pt x="1235778" y="166477"/>
                    <a:pt x="1242160" y="180669"/>
                  </a:cubicBezTo>
                  <a:cubicBezTo>
                    <a:pt x="1242922" y="182288"/>
                    <a:pt x="1243493" y="183908"/>
                    <a:pt x="1244160" y="185527"/>
                  </a:cubicBezTo>
                  <a:cubicBezTo>
                    <a:pt x="1243207" y="185622"/>
                    <a:pt x="1242160" y="185622"/>
                    <a:pt x="1241207" y="185813"/>
                  </a:cubicBezTo>
                  <a:cubicBezTo>
                    <a:pt x="1241017" y="185813"/>
                    <a:pt x="1240921" y="185908"/>
                    <a:pt x="1240731" y="185908"/>
                  </a:cubicBezTo>
                  <a:cubicBezTo>
                    <a:pt x="1239302" y="186194"/>
                    <a:pt x="1237969" y="186670"/>
                    <a:pt x="1236635" y="187337"/>
                  </a:cubicBezTo>
                  <a:cubicBezTo>
                    <a:pt x="1236635" y="187337"/>
                    <a:pt x="1236635" y="187337"/>
                    <a:pt x="1236635" y="187337"/>
                  </a:cubicBezTo>
                  <a:cubicBezTo>
                    <a:pt x="1236635" y="187337"/>
                    <a:pt x="1236635" y="187337"/>
                    <a:pt x="1236635" y="187337"/>
                  </a:cubicBezTo>
                  <a:cubicBezTo>
                    <a:pt x="1230730" y="190194"/>
                    <a:pt x="1226729" y="195814"/>
                    <a:pt x="1226729" y="202577"/>
                  </a:cubicBezTo>
                  <a:cubicBezTo>
                    <a:pt x="1226729" y="210673"/>
                    <a:pt x="1232254" y="217626"/>
                    <a:pt x="1239874" y="220007"/>
                  </a:cubicBezTo>
                  <a:cubicBezTo>
                    <a:pt x="1240064" y="220103"/>
                    <a:pt x="1240255" y="220103"/>
                    <a:pt x="1240445" y="220198"/>
                  </a:cubicBezTo>
                  <a:cubicBezTo>
                    <a:pt x="1241874" y="220579"/>
                    <a:pt x="1243398" y="220865"/>
                    <a:pt x="1245017" y="220960"/>
                  </a:cubicBezTo>
                  <a:cubicBezTo>
                    <a:pt x="1248351" y="221055"/>
                    <a:pt x="1251494" y="220293"/>
                    <a:pt x="1254352" y="219055"/>
                  </a:cubicBezTo>
                  <a:cubicBezTo>
                    <a:pt x="1254733" y="221055"/>
                    <a:pt x="1255209" y="223055"/>
                    <a:pt x="1255495" y="225056"/>
                  </a:cubicBezTo>
                  <a:cubicBezTo>
                    <a:pt x="1259781" y="250868"/>
                    <a:pt x="1258638" y="277253"/>
                    <a:pt x="1252732" y="303637"/>
                  </a:cubicBezTo>
                  <a:cubicBezTo>
                    <a:pt x="1252161" y="303732"/>
                    <a:pt x="1251494" y="303732"/>
                    <a:pt x="1250923" y="303923"/>
                  </a:cubicBezTo>
                  <a:cubicBezTo>
                    <a:pt x="1250732" y="303923"/>
                    <a:pt x="1250637" y="304018"/>
                    <a:pt x="1250542" y="304018"/>
                  </a:cubicBezTo>
                  <a:cubicBezTo>
                    <a:pt x="1249208" y="304304"/>
                    <a:pt x="1247970" y="304780"/>
                    <a:pt x="1246827" y="305351"/>
                  </a:cubicBezTo>
                  <a:cubicBezTo>
                    <a:pt x="1246827" y="305351"/>
                    <a:pt x="1246827" y="305351"/>
                    <a:pt x="1246827" y="305351"/>
                  </a:cubicBezTo>
                  <a:cubicBezTo>
                    <a:pt x="1246827" y="305351"/>
                    <a:pt x="1246827" y="305351"/>
                    <a:pt x="1246827" y="305351"/>
                  </a:cubicBezTo>
                  <a:cubicBezTo>
                    <a:pt x="1241398" y="308114"/>
                    <a:pt x="1237493" y="313638"/>
                    <a:pt x="1237016" y="320306"/>
                  </a:cubicBezTo>
                  <a:cubicBezTo>
                    <a:pt x="1236540" y="326783"/>
                    <a:pt x="1239207" y="332498"/>
                    <a:pt x="1243588" y="335831"/>
                  </a:cubicBezTo>
                  <a:cubicBezTo>
                    <a:pt x="1234540" y="362597"/>
                    <a:pt x="1225110" y="382599"/>
                    <a:pt x="1216442" y="397553"/>
                  </a:cubicBezTo>
                  <a:cubicBezTo>
                    <a:pt x="1215871" y="397077"/>
                    <a:pt x="1215204" y="396696"/>
                    <a:pt x="1214537" y="396315"/>
                  </a:cubicBezTo>
                  <a:cubicBezTo>
                    <a:pt x="1212251" y="395172"/>
                    <a:pt x="1209775" y="394982"/>
                    <a:pt x="1207298" y="395363"/>
                  </a:cubicBezTo>
                  <a:cubicBezTo>
                    <a:pt x="1207298" y="395363"/>
                    <a:pt x="1207298" y="395363"/>
                    <a:pt x="1207298" y="395363"/>
                  </a:cubicBezTo>
                  <a:cubicBezTo>
                    <a:pt x="1207298" y="395363"/>
                    <a:pt x="1207298" y="395363"/>
                    <a:pt x="1207298" y="395363"/>
                  </a:cubicBezTo>
                  <a:cubicBezTo>
                    <a:pt x="1202155" y="396315"/>
                    <a:pt x="1197297" y="400601"/>
                    <a:pt x="1195011" y="406888"/>
                  </a:cubicBezTo>
                  <a:cubicBezTo>
                    <a:pt x="1192535" y="413746"/>
                    <a:pt x="1193582" y="420699"/>
                    <a:pt x="1197106" y="425271"/>
                  </a:cubicBezTo>
                  <a:cubicBezTo>
                    <a:pt x="1190344" y="433272"/>
                    <a:pt x="1183676" y="439082"/>
                    <a:pt x="1177390" y="442607"/>
                  </a:cubicBezTo>
                  <a:cubicBezTo>
                    <a:pt x="1178247" y="439559"/>
                    <a:pt x="1178628" y="436415"/>
                    <a:pt x="1178152" y="433272"/>
                  </a:cubicBezTo>
                  <a:close/>
                  <a:moveTo>
                    <a:pt x="938027" y="434987"/>
                  </a:moveTo>
                  <a:cubicBezTo>
                    <a:pt x="937741" y="431843"/>
                    <a:pt x="936979" y="428795"/>
                    <a:pt x="935359" y="425938"/>
                  </a:cubicBezTo>
                  <a:cubicBezTo>
                    <a:pt x="934788" y="424890"/>
                    <a:pt x="934121" y="424033"/>
                    <a:pt x="933454" y="423176"/>
                  </a:cubicBezTo>
                  <a:cubicBezTo>
                    <a:pt x="932026" y="421556"/>
                    <a:pt x="930407" y="420223"/>
                    <a:pt x="928692" y="419461"/>
                  </a:cubicBezTo>
                  <a:cubicBezTo>
                    <a:pt x="924406" y="417365"/>
                    <a:pt x="919548" y="417842"/>
                    <a:pt x="915833" y="421175"/>
                  </a:cubicBezTo>
                  <a:cubicBezTo>
                    <a:pt x="914881" y="422033"/>
                    <a:pt x="914214" y="422985"/>
                    <a:pt x="913547" y="424033"/>
                  </a:cubicBezTo>
                  <a:cubicBezTo>
                    <a:pt x="913452" y="424128"/>
                    <a:pt x="913452" y="424223"/>
                    <a:pt x="913357" y="424319"/>
                  </a:cubicBezTo>
                  <a:cubicBezTo>
                    <a:pt x="910118" y="429938"/>
                    <a:pt x="910404" y="438225"/>
                    <a:pt x="913928" y="444607"/>
                  </a:cubicBezTo>
                  <a:cubicBezTo>
                    <a:pt x="904213" y="442511"/>
                    <a:pt x="892497" y="434891"/>
                    <a:pt x="879829" y="420223"/>
                  </a:cubicBezTo>
                  <a:cubicBezTo>
                    <a:pt x="883925" y="414127"/>
                    <a:pt x="883829" y="404507"/>
                    <a:pt x="878781" y="397458"/>
                  </a:cubicBezTo>
                  <a:cubicBezTo>
                    <a:pt x="877924" y="396220"/>
                    <a:pt x="876876" y="395172"/>
                    <a:pt x="875828" y="394315"/>
                  </a:cubicBezTo>
                  <a:cubicBezTo>
                    <a:pt x="875828" y="394315"/>
                    <a:pt x="875733" y="394220"/>
                    <a:pt x="875733" y="394220"/>
                  </a:cubicBezTo>
                  <a:cubicBezTo>
                    <a:pt x="874780" y="393362"/>
                    <a:pt x="873637" y="392696"/>
                    <a:pt x="872590" y="392124"/>
                  </a:cubicBezTo>
                  <a:cubicBezTo>
                    <a:pt x="872495" y="392124"/>
                    <a:pt x="872495" y="392029"/>
                    <a:pt x="872399" y="392029"/>
                  </a:cubicBezTo>
                  <a:cubicBezTo>
                    <a:pt x="872399" y="392029"/>
                    <a:pt x="872399" y="392029"/>
                    <a:pt x="872399" y="392029"/>
                  </a:cubicBezTo>
                  <a:cubicBezTo>
                    <a:pt x="868304" y="390029"/>
                    <a:pt x="863636" y="390314"/>
                    <a:pt x="859921" y="392886"/>
                  </a:cubicBezTo>
                  <a:cubicBezTo>
                    <a:pt x="849920" y="376408"/>
                    <a:pt x="840109" y="355453"/>
                    <a:pt x="831632" y="329640"/>
                  </a:cubicBezTo>
                  <a:cubicBezTo>
                    <a:pt x="836490" y="325449"/>
                    <a:pt x="838776" y="318210"/>
                    <a:pt x="836776" y="311066"/>
                  </a:cubicBezTo>
                  <a:cubicBezTo>
                    <a:pt x="836395" y="309638"/>
                    <a:pt x="835728" y="308304"/>
                    <a:pt x="835061" y="306971"/>
                  </a:cubicBezTo>
                  <a:cubicBezTo>
                    <a:pt x="834966" y="306875"/>
                    <a:pt x="834871" y="306780"/>
                    <a:pt x="834871" y="306590"/>
                  </a:cubicBezTo>
                  <a:cubicBezTo>
                    <a:pt x="834204" y="305351"/>
                    <a:pt x="833347" y="304304"/>
                    <a:pt x="832394" y="303351"/>
                  </a:cubicBezTo>
                  <a:cubicBezTo>
                    <a:pt x="832394" y="303351"/>
                    <a:pt x="832394" y="303351"/>
                    <a:pt x="832394" y="303351"/>
                  </a:cubicBezTo>
                  <a:cubicBezTo>
                    <a:pt x="832394" y="303351"/>
                    <a:pt x="832394" y="303351"/>
                    <a:pt x="832394" y="303351"/>
                  </a:cubicBezTo>
                  <a:cubicBezTo>
                    <a:pt x="829918" y="300684"/>
                    <a:pt x="826679" y="298874"/>
                    <a:pt x="823155" y="298208"/>
                  </a:cubicBezTo>
                  <a:cubicBezTo>
                    <a:pt x="818202" y="273538"/>
                    <a:pt x="817440" y="248868"/>
                    <a:pt x="821441" y="224770"/>
                  </a:cubicBezTo>
                  <a:cubicBezTo>
                    <a:pt x="822107" y="220388"/>
                    <a:pt x="823060" y="216102"/>
                    <a:pt x="824108" y="211911"/>
                  </a:cubicBezTo>
                  <a:cubicBezTo>
                    <a:pt x="828013" y="213816"/>
                    <a:pt x="832680" y="214483"/>
                    <a:pt x="837347" y="213435"/>
                  </a:cubicBezTo>
                  <a:cubicBezTo>
                    <a:pt x="847349" y="211149"/>
                    <a:pt x="853825" y="201434"/>
                    <a:pt x="851730" y="191813"/>
                  </a:cubicBezTo>
                  <a:cubicBezTo>
                    <a:pt x="851444" y="190289"/>
                    <a:pt x="850873" y="188956"/>
                    <a:pt x="850206" y="187718"/>
                  </a:cubicBezTo>
                  <a:cubicBezTo>
                    <a:pt x="850111" y="187622"/>
                    <a:pt x="850016" y="187432"/>
                    <a:pt x="850016" y="187337"/>
                  </a:cubicBezTo>
                  <a:cubicBezTo>
                    <a:pt x="849349" y="186098"/>
                    <a:pt x="848491" y="185051"/>
                    <a:pt x="847539" y="184003"/>
                  </a:cubicBezTo>
                  <a:cubicBezTo>
                    <a:pt x="847539" y="184003"/>
                    <a:pt x="847539" y="184003"/>
                    <a:pt x="847539" y="184003"/>
                  </a:cubicBezTo>
                  <a:cubicBezTo>
                    <a:pt x="847539" y="184003"/>
                    <a:pt x="847539" y="184003"/>
                    <a:pt x="847539" y="184003"/>
                  </a:cubicBezTo>
                  <a:cubicBezTo>
                    <a:pt x="844586" y="180955"/>
                    <a:pt x="840491" y="178955"/>
                    <a:pt x="835919" y="178383"/>
                  </a:cubicBezTo>
                  <a:cubicBezTo>
                    <a:pt x="842205" y="164858"/>
                    <a:pt x="850111" y="151427"/>
                    <a:pt x="859826" y="139426"/>
                  </a:cubicBezTo>
                  <a:cubicBezTo>
                    <a:pt x="875638" y="148379"/>
                    <a:pt x="889735" y="159047"/>
                    <a:pt x="901927" y="171335"/>
                  </a:cubicBezTo>
                  <a:cubicBezTo>
                    <a:pt x="901070" y="171716"/>
                    <a:pt x="900212" y="172192"/>
                    <a:pt x="899450" y="172763"/>
                  </a:cubicBezTo>
                  <a:cubicBezTo>
                    <a:pt x="899355" y="172859"/>
                    <a:pt x="899165" y="172954"/>
                    <a:pt x="899069" y="173049"/>
                  </a:cubicBezTo>
                  <a:cubicBezTo>
                    <a:pt x="897831" y="173906"/>
                    <a:pt x="896783" y="174859"/>
                    <a:pt x="895831" y="176002"/>
                  </a:cubicBezTo>
                  <a:cubicBezTo>
                    <a:pt x="895831" y="176002"/>
                    <a:pt x="895831" y="176002"/>
                    <a:pt x="895831" y="176002"/>
                  </a:cubicBezTo>
                  <a:cubicBezTo>
                    <a:pt x="895831" y="176002"/>
                    <a:pt x="895831" y="176002"/>
                    <a:pt x="895831" y="176002"/>
                  </a:cubicBezTo>
                  <a:cubicBezTo>
                    <a:pt x="891449" y="180955"/>
                    <a:pt x="889925" y="187718"/>
                    <a:pt x="892497" y="193909"/>
                  </a:cubicBezTo>
                  <a:cubicBezTo>
                    <a:pt x="895069" y="200100"/>
                    <a:pt x="900688" y="203910"/>
                    <a:pt x="906975" y="204767"/>
                  </a:cubicBezTo>
                  <a:cubicBezTo>
                    <a:pt x="906975" y="204767"/>
                    <a:pt x="906975" y="204767"/>
                    <a:pt x="906975" y="204767"/>
                  </a:cubicBezTo>
                  <a:cubicBezTo>
                    <a:pt x="906975" y="204767"/>
                    <a:pt x="907070" y="204767"/>
                    <a:pt x="907070" y="204767"/>
                  </a:cubicBezTo>
                  <a:cubicBezTo>
                    <a:pt x="908499" y="204958"/>
                    <a:pt x="910023" y="205053"/>
                    <a:pt x="911452" y="204863"/>
                  </a:cubicBezTo>
                  <a:cubicBezTo>
                    <a:pt x="911547" y="204863"/>
                    <a:pt x="911737" y="204863"/>
                    <a:pt x="911833" y="204863"/>
                  </a:cubicBezTo>
                  <a:cubicBezTo>
                    <a:pt x="913357" y="204672"/>
                    <a:pt x="914976" y="204482"/>
                    <a:pt x="916500" y="204005"/>
                  </a:cubicBezTo>
                  <a:cubicBezTo>
                    <a:pt x="917738" y="203624"/>
                    <a:pt x="918881" y="203053"/>
                    <a:pt x="919929" y="202481"/>
                  </a:cubicBezTo>
                  <a:cubicBezTo>
                    <a:pt x="921644" y="201529"/>
                    <a:pt x="923167" y="200195"/>
                    <a:pt x="924406" y="198767"/>
                  </a:cubicBezTo>
                  <a:cubicBezTo>
                    <a:pt x="925549" y="200481"/>
                    <a:pt x="926692" y="202100"/>
                    <a:pt x="927740" y="203815"/>
                  </a:cubicBezTo>
                  <a:cubicBezTo>
                    <a:pt x="941455" y="225913"/>
                    <a:pt x="950504" y="250678"/>
                    <a:pt x="955076" y="277253"/>
                  </a:cubicBezTo>
                  <a:cubicBezTo>
                    <a:pt x="954505" y="277538"/>
                    <a:pt x="954029" y="277824"/>
                    <a:pt x="953457" y="278205"/>
                  </a:cubicBezTo>
                  <a:cubicBezTo>
                    <a:pt x="953362" y="278300"/>
                    <a:pt x="953266" y="278396"/>
                    <a:pt x="953076" y="278491"/>
                  </a:cubicBezTo>
                  <a:cubicBezTo>
                    <a:pt x="952028" y="279253"/>
                    <a:pt x="950980" y="280205"/>
                    <a:pt x="950123" y="281158"/>
                  </a:cubicBezTo>
                  <a:cubicBezTo>
                    <a:pt x="950123" y="281158"/>
                    <a:pt x="950123" y="281158"/>
                    <a:pt x="950123" y="281158"/>
                  </a:cubicBezTo>
                  <a:lnTo>
                    <a:pt x="950123" y="281158"/>
                  </a:lnTo>
                  <a:cubicBezTo>
                    <a:pt x="946218" y="285825"/>
                    <a:pt x="944694" y="292493"/>
                    <a:pt x="946694" y="298779"/>
                  </a:cubicBezTo>
                  <a:cubicBezTo>
                    <a:pt x="948695" y="304970"/>
                    <a:pt x="953362" y="309066"/>
                    <a:pt x="958600" y="310495"/>
                  </a:cubicBezTo>
                  <a:cubicBezTo>
                    <a:pt x="960505" y="338689"/>
                    <a:pt x="959362" y="360882"/>
                    <a:pt x="956981" y="378027"/>
                  </a:cubicBezTo>
                  <a:cubicBezTo>
                    <a:pt x="956219" y="377837"/>
                    <a:pt x="955553" y="377741"/>
                    <a:pt x="954791" y="377646"/>
                  </a:cubicBezTo>
                  <a:cubicBezTo>
                    <a:pt x="953552" y="377646"/>
                    <a:pt x="952409" y="377837"/>
                    <a:pt x="951266" y="378122"/>
                  </a:cubicBezTo>
                  <a:cubicBezTo>
                    <a:pt x="951171" y="378122"/>
                    <a:pt x="950980" y="378218"/>
                    <a:pt x="950885" y="378218"/>
                  </a:cubicBezTo>
                  <a:cubicBezTo>
                    <a:pt x="949742" y="378503"/>
                    <a:pt x="948790" y="379075"/>
                    <a:pt x="947837" y="379646"/>
                  </a:cubicBezTo>
                  <a:lnTo>
                    <a:pt x="947837" y="379646"/>
                  </a:lnTo>
                  <a:lnTo>
                    <a:pt x="947837" y="379646"/>
                  </a:lnTo>
                  <a:cubicBezTo>
                    <a:pt x="943361" y="382504"/>
                    <a:pt x="940503" y="388124"/>
                    <a:pt x="940789" y="394791"/>
                  </a:cubicBezTo>
                  <a:cubicBezTo>
                    <a:pt x="941075" y="401935"/>
                    <a:pt x="944789" y="408221"/>
                    <a:pt x="949742" y="411269"/>
                  </a:cubicBezTo>
                  <a:cubicBezTo>
                    <a:pt x="946504" y="421271"/>
                    <a:pt x="942599" y="429272"/>
                    <a:pt x="938027" y="434987"/>
                  </a:cubicBezTo>
                  <a:close/>
                  <a:moveTo>
                    <a:pt x="708665" y="460037"/>
                  </a:moveTo>
                  <a:cubicBezTo>
                    <a:pt x="707521" y="460514"/>
                    <a:pt x="706474" y="461085"/>
                    <a:pt x="705521" y="461847"/>
                  </a:cubicBezTo>
                  <a:cubicBezTo>
                    <a:pt x="705426" y="461942"/>
                    <a:pt x="705331" y="462038"/>
                    <a:pt x="705236" y="462133"/>
                  </a:cubicBezTo>
                  <a:cubicBezTo>
                    <a:pt x="704378" y="462895"/>
                    <a:pt x="703616" y="463657"/>
                    <a:pt x="702950" y="464609"/>
                  </a:cubicBezTo>
                  <a:cubicBezTo>
                    <a:pt x="702950" y="464609"/>
                    <a:pt x="702950" y="464609"/>
                    <a:pt x="702950" y="464609"/>
                  </a:cubicBezTo>
                  <a:lnTo>
                    <a:pt x="702950" y="464609"/>
                  </a:lnTo>
                  <a:cubicBezTo>
                    <a:pt x="699997" y="468991"/>
                    <a:pt x="699425" y="475277"/>
                    <a:pt x="702283" y="481278"/>
                  </a:cubicBezTo>
                  <a:cubicBezTo>
                    <a:pt x="705331" y="487755"/>
                    <a:pt x="711141" y="492137"/>
                    <a:pt x="716856" y="493089"/>
                  </a:cubicBezTo>
                  <a:cubicBezTo>
                    <a:pt x="717523" y="503186"/>
                    <a:pt x="716951" y="512044"/>
                    <a:pt x="715046" y="519092"/>
                  </a:cubicBezTo>
                  <a:cubicBezTo>
                    <a:pt x="713522" y="516425"/>
                    <a:pt x="711617" y="513949"/>
                    <a:pt x="709045" y="512044"/>
                  </a:cubicBezTo>
                  <a:cubicBezTo>
                    <a:pt x="705331" y="509186"/>
                    <a:pt x="701140" y="508139"/>
                    <a:pt x="697520" y="508710"/>
                  </a:cubicBezTo>
                  <a:cubicBezTo>
                    <a:pt x="696568" y="508901"/>
                    <a:pt x="695711" y="509091"/>
                    <a:pt x="694949" y="509472"/>
                  </a:cubicBezTo>
                  <a:cubicBezTo>
                    <a:pt x="693329" y="510139"/>
                    <a:pt x="691805" y="511282"/>
                    <a:pt x="690662" y="512711"/>
                  </a:cubicBezTo>
                  <a:cubicBezTo>
                    <a:pt x="690091" y="513473"/>
                    <a:pt x="689519" y="514235"/>
                    <a:pt x="689138" y="515187"/>
                  </a:cubicBezTo>
                  <a:cubicBezTo>
                    <a:pt x="688662" y="516235"/>
                    <a:pt x="688376" y="517473"/>
                    <a:pt x="688186" y="518616"/>
                  </a:cubicBezTo>
                  <a:cubicBezTo>
                    <a:pt x="688186" y="518902"/>
                    <a:pt x="688186" y="519092"/>
                    <a:pt x="688091" y="519378"/>
                  </a:cubicBezTo>
                  <a:cubicBezTo>
                    <a:pt x="687995" y="520521"/>
                    <a:pt x="687995" y="521664"/>
                    <a:pt x="688091" y="522902"/>
                  </a:cubicBezTo>
                  <a:cubicBezTo>
                    <a:pt x="688091" y="522902"/>
                    <a:pt x="688091" y="522902"/>
                    <a:pt x="688091" y="522902"/>
                  </a:cubicBezTo>
                  <a:lnTo>
                    <a:pt x="688091" y="522902"/>
                  </a:lnTo>
                  <a:cubicBezTo>
                    <a:pt x="688662" y="528332"/>
                    <a:pt x="691805" y="533951"/>
                    <a:pt x="696473" y="537666"/>
                  </a:cubicBezTo>
                  <a:cubicBezTo>
                    <a:pt x="686662" y="539476"/>
                    <a:pt x="672850" y="536809"/>
                    <a:pt x="655610" y="528332"/>
                  </a:cubicBezTo>
                  <a:cubicBezTo>
                    <a:pt x="657039" y="520997"/>
                    <a:pt x="653324" y="512330"/>
                    <a:pt x="645895" y="507662"/>
                  </a:cubicBezTo>
                  <a:cubicBezTo>
                    <a:pt x="644657" y="506900"/>
                    <a:pt x="643323" y="506329"/>
                    <a:pt x="642085" y="505853"/>
                  </a:cubicBezTo>
                  <a:cubicBezTo>
                    <a:pt x="641990" y="505853"/>
                    <a:pt x="641799" y="505757"/>
                    <a:pt x="641704" y="505757"/>
                  </a:cubicBezTo>
                  <a:cubicBezTo>
                    <a:pt x="635798" y="503948"/>
                    <a:pt x="629988" y="505948"/>
                    <a:pt x="626845" y="510710"/>
                  </a:cubicBezTo>
                  <a:cubicBezTo>
                    <a:pt x="611224" y="499280"/>
                    <a:pt x="594079" y="483755"/>
                    <a:pt x="576362" y="463181"/>
                  </a:cubicBezTo>
                  <a:cubicBezTo>
                    <a:pt x="579315" y="457466"/>
                    <a:pt x="578553" y="449941"/>
                    <a:pt x="574076" y="444131"/>
                  </a:cubicBezTo>
                  <a:cubicBezTo>
                    <a:pt x="573124" y="442892"/>
                    <a:pt x="572076" y="441940"/>
                    <a:pt x="570933" y="441083"/>
                  </a:cubicBezTo>
                  <a:cubicBezTo>
                    <a:pt x="570838" y="440987"/>
                    <a:pt x="570742" y="440892"/>
                    <a:pt x="570552" y="440797"/>
                  </a:cubicBezTo>
                  <a:cubicBezTo>
                    <a:pt x="569409" y="439940"/>
                    <a:pt x="568266" y="439273"/>
                    <a:pt x="567028" y="438701"/>
                  </a:cubicBezTo>
                  <a:cubicBezTo>
                    <a:pt x="567028" y="438701"/>
                    <a:pt x="567028" y="438701"/>
                    <a:pt x="567028" y="438701"/>
                  </a:cubicBezTo>
                  <a:cubicBezTo>
                    <a:pt x="567028" y="438701"/>
                    <a:pt x="567028" y="438701"/>
                    <a:pt x="567028" y="438701"/>
                  </a:cubicBezTo>
                  <a:cubicBezTo>
                    <a:pt x="563694" y="437177"/>
                    <a:pt x="559979" y="436796"/>
                    <a:pt x="556455" y="437463"/>
                  </a:cubicBezTo>
                  <a:cubicBezTo>
                    <a:pt x="542453" y="416603"/>
                    <a:pt x="532262" y="394124"/>
                    <a:pt x="526737" y="370312"/>
                  </a:cubicBezTo>
                  <a:cubicBezTo>
                    <a:pt x="525689" y="366026"/>
                    <a:pt x="524927" y="361739"/>
                    <a:pt x="524165" y="357358"/>
                  </a:cubicBezTo>
                  <a:cubicBezTo>
                    <a:pt x="528452" y="357548"/>
                    <a:pt x="533024" y="356405"/>
                    <a:pt x="536929" y="353643"/>
                  </a:cubicBezTo>
                  <a:cubicBezTo>
                    <a:pt x="545311" y="347642"/>
                    <a:pt x="547502" y="336308"/>
                    <a:pt x="541882" y="328211"/>
                  </a:cubicBezTo>
                  <a:cubicBezTo>
                    <a:pt x="541025" y="326973"/>
                    <a:pt x="539977" y="325925"/>
                    <a:pt x="538834" y="324973"/>
                  </a:cubicBezTo>
                  <a:cubicBezTo>
                    <a:pt x="538738" y="324878"/>
                    <a:pt x="538643" y="324782"/>
                    <a:pt x="538453" y="324687"/>
                  </a:cubicBezTo>
                  <a:cubicBezTo>
                    <a:pt x="537310" y="323830"/>
                    <a:pt x="536167" y="323068"/>
                    <a:pt x="534833" y="322496"/>
                  </a:cubicBezTo>
                  <a:cubicBezTo>
                    <a:pt x="534833" y="322496"/>
                    <a:pt x="534833" y="322496"/>
                    <a:pt x="534833" y="322496"/>
                  </a:cubicBezTo>
                  <a:lnTo>
                    <a:pt x="534833" y="322496"/>
                  </a:lnTo>
                  <a:cubicBezTo>
                    <a:pt x="530928" y="320782"/>
                    <a:pt x="526356" y="320496"/>
                    <a:pt x="521974" y="321734"/>
                  </a:cubicBezTo>
                  <a:cubicBezTo>
                    <a:pt x="522546" y="306875"/>
                    <a:pt x="524737" y="291540"/>
                    <a:pt x="529023" y="276586"/>
                  </a:cubicBezTo>
                  <a:cubicBezTo>
                    <a:pt x="547120" y="278777"/>
                    <a:pt x="564170" y="283253"/>
                    <a:pt x="580172" y="289921"/>
                  </a:cubicBezTo>
                  <a:cubicBezTo>
                    <a:pt x="579505" y="290683"/>
                    <a:pt x="578934" y="291445"/>
                    <a:pt x="578362" y="292207"/>
                  </a:cubicBezTo>
                  <a:cubicBezTo>
                    <a:pt x="578267" y="292397"/>
                    <a:pt x="578172" y="292493"/>
                    <a:pt x="578077" y="292683"/>
                  </a:cubicBezTo>
                  <a:cubicBezTo>
                    <a:pt x="577315" y="293921"/>
                    <a:pt x="576648" y="295255"/>
                    <a:pt x="576172" y="296588"/>
                  </a:cubicBezTo>
                  <a:cubicBezTo>
                    <a:pt x="576172" y="296588"/>
                    <a:pt x="576172" y="296588"/>
                    <a:pt x="576172" y="296588"/>
                  </a:cubicBezTo>
                  <a:cubicBezTo>
                    <a:pt x="576172" y="296588"/>
                    <a:pt x="576172" y="296588"/>
                    <a:pt x="576172" y="296588"/>
                  </a:cubicBezTo>
                  <a:cubicBezTo>
                    <a:pt x="574076" y="302780"/>
                    <a:pt x="575219" y="309638"/>
                    <a:pt x="579982" y="314400"/>
                  </a:cubicBezTo>
                  <a:cubicBezTo>
                    <a:pt x="584744" y="319163"/>
                    <a:pt x="591316" y="320496"/>
                    <a:pt x="597508" y="318877"/>
                  </a:cubicBezTo>
                  <a:cubicBezTo>
                    <a:pt x="597508" y="318877"/>
                    <a:pt x="597508" y="318877"/>
                    <a:pt x="597508" y="318877"/>
                  </a:cubicBezTo>
                  <a:cubicBezTo>
                    <a:pt x="597508" y="318877"/>
                    <a:pt x="597508" y="318877"/>
                    <a:pt x="597603" y="318877"/>
                  </a:cubicBezTo>
                  <a:cubicBezTo>
                    <a:pt x="599032" y="318496"/>
                    <a:pt x="600461" y="317924"/>
                    <a:pt x="601794" y="317258"/>
                  </a:cubicBezTo>
                  <a:cubicBezTo>
                    <a:pt x="601889" y="317258"/>
                    <a:pt x="601889" y="317162"/>
                    <a:pt x="601984" y="317162"/>
                  </a:cubicBezTo>
                  <a:cubicBezTo>
                    <a:pt x="603413" y="316400"/>
                    <a:pt x="604747" y="315543"/>
                    <a:pt x="605985" y="314495"/>
                  </a:cubicBezTo>
                  <a:cubicBezTo>
                    <a:pt x="608462" y="312305"/>
                    <a:pt x="610176" y="309542"/>
                    <a:pt x="611224" y="306590"/>
                  </a:cubicBezTo>
                  <a:cubicBezTo>
                    <a:pt x="612938" y="307733"/>
                    <a:pt x="614653" y="308780"/>
                    <a:pt x="616272" y="310019"/>
                  </a:cubicBezTo>
                  <a:cubicBezTo>
                    <a:pt x="637513" y="325068"/>
                    <a:pt x="655325" y="344499"/>
                    <a:pt x="669803" y="367264"/>
                  </a:cubicBezTo>
                  <a:cubicBezTo>
                    <a:pt x="669421" y="367740"/>
                    <a:pt x="669041" y="368216"/>
                    <a:pt x="668659" y="368693"/>
                  </a:cubicBezTo>
                  <a:cubicBezTo>
                    <a:pt x="668564" y="368788"/>
                    <a:pt x="668469" y="368978"/>
                    <a:pt x="668469" y="369074"/>
                  </a:cubicBezTo>
                  <a:cubicBezTo>
                    <a:pt x="667802" y="370217"/>
                    <a:pt x="667231" y="371455"/>
                    <a:pt x="666850" y="372693"/>
                  </a:cubicBezTo>
                  <a:cubicBezTo>
                    <a:pt x="666850" y="372693"/>
                    <a:pt x="666850" y="372693"/>
                    <a:pt x="666850" y="372693"/>
                  </a:cubicBezTo>
                  <a:lnTo>
                    <a:pt x="666850" y="372693"/>
                  </a:lnTo>
                  <a:cubicBezTo>
                    <a:pt x="664945" y="378503"/>
                    <a:pt x="666183" y="385266"/>
                    <a:pt x="670469" y="390314"/>
                  </a:cubicBezTo>
                  <a:cubicBezTo>
                    <a:pt x="674660" y="395267"/>
                    <a:pt x="680470" y="397268"/>
                    <a:pt x="685900" y="396506"/>
                  </a:cubicBezTo>
                  <a:cubicBezTo>
                    <a:pt x="698473" y="421842"/>
                    <a:pt x="705998" y="442702"/>
                    <a:pt x="710379" y="459466"/>
                  </a:cubicBezTo>
                  <a:cubicBezTo>
                    <a:pt x="710093" y="459656"/>
                    <a:pt x="709331" y="459847"/>
                    <a:pt x="708665" y="460037"/>
                  </a:cubicBezTo>
                  <a:close/>
                  <a:moveTo>
                    <a:pt x="512164" y="630630"/>
                  </a:moveTo>
                  <a:cubicBezTo>
                    <a:pt x="511211" y="631487"/>
                    <a:pt x="510449" y="632440"/>
                    <a:pt x="509878" y="633488"/>
                  </a:cubicBezTo>
                  <a:cubicBezTo>
                    <a:pt x="509878" y="633488"/>
                    <a:pt x="509878" y="633583"/>
                    <a:pt x="509782" y="633583"/>
                  </a:cubicBezTo>
                  <a:cubicBezTo>
                    <a:pt x="506639" y="639203"/>
                    <a:pt x="508163" y="647108"/>
                    <a:pt x="514354" y="652728"/>
                  </a:cubicBezTo>
                  <a:cubicBezTo>
                    <a:pt x="519688" y="657586"/>
                    <a:pt x="526546" y="659300"/>
                    <a:pt x="532166" y="657967"/>
                  </a:cubicBezTo>
                  <a:cubicBezTo>
                    <a:pt x="536833" y="667206"/>
                    <a:pt x="539691" y="675588"/>
                    <a:pt x="540548" y="682827"/>
                  </a:cubicBezTo>
                  <a:cubicBezTo>
                    <a:pt x="539024" y="681589"/>
                    <a:pt x="537405" y="680541"/>
                    <a:pt x="535595" y="679684"/>
                  </a:cubicBezTo>
                  <a:cubicBezTo>
                    <a:pt x="534548" y="679208"/>
                    <a:pt x="533404" y="678827"/>
                    <a:pt x="532262" y="678541"/>
                  </a:cubicBezTo>
                  <a:cubicBezTo>
                    <a:pt x="529975" y="677969"/>
                    <a:pt x="527785" y="677779"/>
                    <a:pt x="525784" y="677969"/>
                  </a:cubicBezTo>
                  <a:cubicBezTo>
                    <a:pt x="522737" y="678350"/>
                    <a:pt x="520070" y="679493"/>
                    <a:pt x="518165" y="681398"/>
                  </a:cubicBezTo>
                  <a:cubicBezTo>
                    <a:pt x="516926" y="682637"/>
                    <a:pt x="515974" y="684256"/>
                    <a:pt x="515402" y="686066"/>
                  </a:cubicBezTo>
                  <a:cubicBezTo>
                    <a:pt x="515116" y="686923"/>
                    <a:pt x="515021" y="687971"/>
                    <a:pt x="515021" y="688923"/>
                  </a:cubicBezTo>
                  <a:cubicBezTo>
                    <a:pt x="515021" y="690161"/>
                    <a:pt x="515212" y="691400"/>
                    <a:pt x="515593" y="692638"/>
                  </a:cubicBezTo>
                  <a:cubicBezTo>
                    <a:pt x="515593" y="692733"/>
                    <a:pt x="515688" y="692924"/>
                    <a:pt x="515688" y="693019"/>
                  </a:cubicBezTo>
                  <a:cubicBezTo>
                    <a:pt x="516069" y="694162"/>
                    <a:pt x="516545" y="695400"/>
                    <a:pt x="517117" y="696448"/>
                  </a:cubicBezTo>
                  <a:cubicBezTo>
                    <a:pt x="517117" y="696448"/>
                    <a:pt x="517117" y="696448"/>
                    <a:pt x="517117" y="696448"/>
                  </a:cubicBezTo>
                  <a:lnTo>
                    <a:pt x="517117" y="696448"/>
                  </a:lnTo>
                  <a:cubicBezTo>
                    <a:pt x="519784" y="701306"/>
                    <a:pt x="524737" y="705211"/>
                    <a:pt x="530452" y="706925"/>
                  </a:cubicBezTo>
                  <a:cubicBezTo>
                    <a:pt x="522070" y="712355"/>
                    <a:pt x="507878" y="714926"/>
                    <a:pt x="489113" y="713783"/>
                  </a:cubicBezTo>
                  <a:cubicBezTo>
                    <a:pt x="488828" y="712545"/>
                    <a:pt x="488446" y="711307"/>
                    <a:pt x="487970" y="710164"/>
                  </a:cubicBezTo>
                  <a:cubicBezTo>
                    <a:pt x="485684" y="705306"/>
                    <a:pt x="481112" y="701115"/>
                    <a:pt x="475588" y="699210"/>
                  </a:cubicBezTo>
                  <a:cubicBezTo>
                    <a:pt x="474445" y="698829"/>
                    <a:pt x="473397" y="698543"/>
                    <a:pt x="472159" y="698353"/>
                  </a:cubicBezTo>
                  <a:cubicBezTo>
                    <a:pt x="470730" y="698162"/>
                    <a:pt x="469396" y="698162"/>
                    <a:pt x="468063" y="698258"/>
                  </a:cubicBezTo>
                  <a:cubicBezTo>
                    <a:pt x="467968" y="698258"/>
                    <a:pt x="467777" y="698258"/>
                    <a:pt x="467682" y="698353"/>
                  </a:cubicBezTo>
                  <a:cubicBezTo>
                    <a:pt x="466444" y="698448"/>
                    <a:pt x="465205" y="698734"/>
                    <a:pt x="464062" y="699210"/>
                  </a:cubicBezTo>
                  <a:cubicBezTo>
                    <a:pt x="464062" y="699210"/>
                    <a:pt x="464062" y="699210"/>
                    <a:pt x="464062" y="699210"/>
                  </a:cubicBezTo>
                  <a:lnTo>
                    <a:pt x="464062" y="699210"/>
                  </a:lnTo>
                  <a:cubicBezTo>
                    <a:pt x="459776" y="700734"/>
                    <a:pt x="456633" y="704163"/>
                    <a:pt x="455776" y="708545"/>
                  </a:cubicBezTo>
                  <a:cubicBezTo>
                    <a:pt x="437012" y="703973"/>
                    <a:pt x="415199" y="696067"/>
                    <a:pt x="390911" y="683780"/>
                  </a:cubicBezTo>
                  <a:cubicBezTo>
                    <a:pt x="391387" y="677398"/>
                    <a:pt x="388053" y="670730"/>
                    <a:pt x="381576" y="667111"/>
                  </a:cubicBezTo>
                  <a:cubicBezTo>
                    <a:pt x="380242" y="666349"/>
                    <a:pt x="378909" y="665873"/>
                    <a:pt x="377480" y="665492"/>
                  </a:cubicBezTo>
                  <a:cubicBezTo>
                    <a:pt x="377290" y="665492"/>
                    <a:pt x="377195" y="665396"/>
                    <a:pt x="377004" y="665396"/>
                  </a:cubicBezTo>
                  <a:cubicBezTo>
                    <a:pt x="375670" y="665015"/>
                    <a:pt x="374337" y="664825"/>
                    <a:pt x="373003" y="664825"/>
                  </a:cubicBezTo>
                  <a:cubicBezTo>
                    <a:pt x="373003" y="664825"/>
                    <a:pt x="373003" y="664825"/>
                    <a:pt x="373003" y="664825"/>
                  </a:cubicBezTo>
                  <a:cubicBezTo>
                    <a:pt x="373003" y="664825"/>
                    <a:pt x="373003" y="664825"/>
                    <a:pt x="373003" y="664825"/>
                  </a:cubicBezTo>
                  <a:cubicBezTo>
                    <a:pt x="369289" y="664730"/>
                    <a:pt x="365669" y="665682"/>
                    <a:pt x="362716" y="667682"/>
                  </a:cubicBezTo>
                  <a:cubicBezTo>
                    <a:pt x="341857" y="653681"/>
                    <a:pt x="323950" y="636821"/>
                    <a:pt x="309757" y="617009"/>
                  </a:cubicBezTo>
                  <a:cubicBezTo>
                    <a:pt x="307186" y="613485"/>
                    <a:pt x="304804" y="609770"/>
                    <a:pt x="302519" y="606056"/>
                  </a:cubicBezTo>
                  <a:cubicBezTo>
                    <a:pt x="306614" y="604627"/>
                    <a:pt x="310329" y="601769"/>
                    <a:pt x="312710" y="597674"/>
                  </a:cubicBezTo>
                  <a:cubicBezTo>
                    <a:pt x="318235" y="589006"/>
                    <a:pt x="316044" y="577671"/>
                    <a:pt x="307757" y="572337"/>
                  </a:cubicBezTo>
                  <a:cubicBezTo>
                    <a:pt x="306519" y="571480"/>
                    <a:pt x="305090" y="571004"/>
                    <a:pt x="303757" y="570527"/>
                  </a:cubicBezTo>
                  <a:cubicBezTo>
                    <a:pt x="303662" y="570527"/>
                    <a:pt x="303471" y="570432"/>
                    <a:pt x="303376" y="570432"/>
                  </a:cubicBezTo>
                  <a:cubicBezTo>
                    <a:pt x="302042" y="570051"/>
                    <a:pt x="300613" y="569861"/>
                    <a:pt x="299280" y="569765"/>
                  </a:cubicBezTo>
                  <a:cubicBezTo>
                    <a:pt x="299280" y="569765"/>
                    <a:pt x="299280" y="569765"/>
                    <a:pt x="299280" y="569765"/>
                  </a:cubicBezTo>
                  <a:cubicBezTo>
                    <a:pt x="299280" y="569765"/>
                    <a:pt x="299280" y="569765"/>
                    <a:pt x="299280" y="569765"/>
                  </a:cubicBezTo>
                  <a:cubicBezTo>
                    <a:pt x="294994" y="569670"/>
                    <a:pt x="290707" y="571099"/>
                    <a:pt x="287088" y="573956"/>
                  </a:cubicBezTo>
                  <a:cubicBezTo>
                    <a:pt x="281945" y="559955"/>
                    <a:pt x="278325" y="545096"/>
                    <a:pt x="276420" y="529570"/>
                  </a:cubicBezTo>
                  <a:cubicBezTo>
                    <a:pt x="292041" y="525093"/>
                    <a:pt x="308043" y="522902"/>
                    <a:pt x="323664" y="522426"/>
                  </a:cubicBezTo>
                  <a:cubicBezTo>
                    <a:pt x="325378" y="522331"/>
                    <a:pt x="327188" y="522426"/>
                    <a:pt x="328903" y="522426"/>
                  </a:cubicBezTo>
                  <a:cubicBezTo>
                    <a:pt x="328522" y="523379"/>
                    <a:pt x="328236" y="524331"/>
                    <a:pt x="328045" y="525284"/>
                  </a:cubicBezTo>
                  <a:cubicBezTo>
                    <a:pt x="328045" y="525474"/>
                    <a:pt x="328045" y="525569"/>
                    <a:pt x="327950" y="525760"/>
                  </a:cubicBezTo>
                  <a:cubicBezTo>
                    <a:pt x="327665" y="527189"/>
                    <a:pt x="327569" y="528617"/>
                    <a:pt x="327665" y="530046"/>
                  </a:cubicBezTo>
                  <a:cubicBezTo>
                    <a:pt x="327665" y="530046"/>
                    <a:pt x="327665" y="530046"/>
                    <a:pt x="327665" y="530046"/>
                  </a:cubicBezTo>
                  <a:lnTo>
                    <a:pt x="327665" y="530046"/>
                  </a:lnTo>
                  <a:cubicBezTo>
                    <a:pt x="328045" y="536618"/>
                    <a:pt x="331760" y="542429"/>
                    <a:pt x="337952" y="545096"/>
                  </a:cubicBezTo>
                  <a:cubicBezTo>
                    <a:pt x="345476" y="548239"/>
                    <a:pt x="353953" y="545762"/>
                    <a:pt x="359097" y="539571"/>
                  </a:cubicBezTo>
                  <a:cubicBezTo>
                    <a:pt x="359192" y="539381"/>
                    <a:pt x="359383" y="539285"/>
                    <a:pt x="359478" y="539095"/>
                  </a:cubicBezTo>
                  <a:cubicBezTo>
                    <a:pt x="360430" y="537857"/>
                    <a:pt x="361288" y="536618"/>
                    <a:pt x="361954" y="535190"/>
                  </a:cubicBezTo>
                  <a:cubicBezTo>
                    <a:pt x="363098" y="532904"/>
                    <a:pt x="363669" y="530522"/>
                    <a:pt x="363859" y="528141"/>
                  </a:cubicBezTo>
                  <a:cubicBezTo>
                    <a:pt x="363955" y="527379"/>
                    <a:pt x="363859" y="526617"/>
                    <a:pt x="363764" y="525950"/>
                  </a:cubicBezTo>
                  <a:cubicBezTo>
                    <a:pt x="365765" y="526331"/>
                    <a:pt x="367765" y="526712"/>
                    <a:pt x="369765" y="527189"/>
                  </a:cubicBezTo>
                  <a:cubicBezTo>
                    <a:pt x="395197" y="533094"/>
                    <a:pt x="419104" y="544334"/>
                    <a:pt x="441203" y="559859"/>
                  </a:cubicBezTo>
                  <a:cubicBezTo>
                    <a:pt x="441012" y="560431"/>
                    <a:pt x="440821" y="561002"/>
                    <a:pt x="440726" y="561669"/>
                  </a:cubicBezTo>
                  <a:cubicBezTo>
                    <a:pt x="440726" y="561860"/>
                    <a:pt x="440726" y="561955"/>
                    <a:pt x="440631" y="562145"/>
                  </a:cubicBezTo>
                  <a:cubicBezTo>
                    <a:pt x="440441" y="563479"/>
                    <a:pt x="440345" y="564812"/>
                    <a:pt x="440441" y="566051"/>
                  </a:cubicBezTo>
                  <a:cubicBezTo>
                    <a:pt x="440441" y="566051"/>
                    <a:pt x="440441" y="566051"/>
                    <a:pt x="440441" y="566051"/>
                  </a:cubicBezTo>
                  <a:cubicBezTo>
                    <a:pt x="440441" y="566051"/>
                    <a:pt x="440441" y="566051"/>
                    <a:pt x="440441" y="566051"/>
                  </a:cubicBezTo>
                  <a:cubicBezTo>
                    <a:pt x="440917" y="572051"/>
                    <a:pt x="444536" y="577862"/>
                    <a:pt x="450537" y="580910"/>
                  </a:cubicBezTo>
                  <a:cubicBezTo>
                    <a:pt x="456252" y="583862"/>
                    <a:pt x="462538" y="583577"/>
                    <a:pt x="467301" y="580719"/>
                  </a:cubicBezTo>
                  <a:cubicBezTo>
                    <a:pt x="488542" y="599293"/>
                    <a:pt x="503401" y="615771"/>
                    <a:pt x="513878" y="629487"/>
                  </a:cubicBezTo>
                  <a:cubicBezTo>
                    <a:pt x="513402" y="629773"/>
                    <a:pt x="512735" y="630154"/>
                    <a:pt x="512164" y="630630"/>
                  </a:cubicBezTo>
                  <a:close/>
                  <a:moveTo>
                    <a:pt x="192981" y="920666"/>
                  </a:moveTo>
                  <a:cubicBezTo>
                    <a:pt x="196220" y="917714"/>
                    <a:pt x="198505" y="913713"/>
                    <a:pt x="199172" y="908951"/>
                  </a:cubicBezTo>
                  <a:cubicBezTo>
                    <a:pt x="199363" y="907712"/>
                    <a:pt x="199458" y="906474"/>
                    <a:pt x="199458" y="905236"/>
                  </a:cubicBezTo>
                  <a:cubicBezTo>
                    <a:pt x="199363" y="899045"/>
                    <a:pt x="196315" y="893425"/>
                    <a:pt x="191457" y="890186"/>
                  </a:cubicBezTo>
                  <a:cubicBezTo>
                    <a:pt x="189552" y="888853"/>
                    <a:pt x="187266" y="887996"/>
                    <a:pt x="184885" y="887519"/>
                  </a:cubicBezTo>
                  <a:cubicBezTo>
                    <a:pt x="183361" y="887234"/>
                    <a:pt x="181932" y="887234"/>
                    <a:pt x="180503" y="887424"/>
                  </a:cubicBezTo>
                  <a:cubicBezTo>
                    <a:pt x="180313" y="887424"/>
                    <a:pt x="180217" y="887424"/>
                    <a:pt x="180122" y="887519"/>
                  </a:cubicBezTo>
                  <a:cubicBezTo>
                    <a:pt x="178694" y="887710"/>
                    <a:pt x="177360" y="887996"/>
                    <a:pt x="176027" y="888567"/>
                  </a:cubicBezTo>
                  <a:cubicBezTo>
                    <a:pt x="176027" y="888567"/>
                    <a:pt x="176027" y="888567"/>
                    <a:pt x="176027" y="888567"/>
                  </a:cubicBezTo>
                  <a:cubicBezTo>
                    <a:pt x="176027" y="888567"/>
                    <a:pt x="176027" y="888567"/>
                    <a:pt x="176027" y="888567"/>
                  </a:cubicBezTo>
                  <a:cubicBezTo>
                    <a:pt x="172026" y="890091"/>
                    <a:pt x="168597" y="893139"/>
                    <a:pt x="166311" y="897140"/>
                  </a:cubicBezTo>
                  <a:cubicBezTo>
                    <a:pt x="156119" y="886186"/>
                    <a:pt x="147166" y="873899"/>
                    <a:pt x="139450" y="860278"/>
                  </a:cubicBezTo>
                  <a:cubicBezTo>
                    <a:pt x="152024" y="850086"/>
                    <a:pt x="166120" y="841895"/>
                    <a:pt x="180313" y="835513"/>
                  </a:cubicBezTo>
                  <a:cubicBezTo>
                    <a:pt x="181932" y="834751"/>
                    <a:pt x="183551" y="834179"/>
                    <a:pt x="185170" y="833513"/>
                  </a:cubicBezTo>
                  <a:cubicBezTo>
                    <a:pt x="185266" y="834465"/>
                    <a:pt x="185266" y="835513"/>
                    <a:pt x="185456" y="836465"/>
                  </a:cubicBezTo>
                  <a:cubicBezTo>
                    <a:pt x="185456" y="836656"/>
                    <a:pt x="185552" y="836751"/>
                    <a:pt x="185552" y="836942"/>
                  </a:cubicBezTo>
                  <a:cubicBezTo>
                    <a:pt x="185837" y="838370"/>
                    <a:pt x="186313" y="839704"/>
                    <a:pt x="186980" y="841037"/>
                  </a:cubicBezTo>
                  <a:cubicBezTo>
                    <a:pt x="186980" y="841037"/>
                    <a:pt x="186980" y="841037"/>
                    <a:pt x="186980" y="841037"/>
                  </a:cubicBezTo>
                  <a:cubicBezTo>
                    <a:pt x="186980" y="841037"/>
                    <a:pt x="186980" y="841037"/>
                    <a:pt x="186980" y="841037"/>
                  </a:cubicBezTo>
                  <a:cubicBezTo>
                    <a:pt x="189838" y="846943"/>
                    <a:pt x="195457" y="850943"/>
                    <a:pt x="202220" y="850943"/>
                  </a:cubicBezTo>
                  <a:cubicBezTo>
                    <a:pt x="210316" y="850943"/>
                    <a:pt x="217270" y="845419"/>
                    <a:pt x="219651" y="837799"/>
                  </a:cubicBezTo>
                  <a:cubicBezTo>
                    <a:pt x="219746" y="837608"/>
                    <a:pt x="219746" y="837418"/>
                    <a:pt x="219841" y="837227"/>
                  </a:cubicBezTo>
                  <a:cubicBezTo>
                    <a:pt x="220223" y="835799"/>
                    <a:pt x="220508" y="834275"/>
                    <a:pt x="220603" y="832655"/>
                  </a:cubicBezTo>
                  <a:cubicBezTo>
                    <a:pt x="220699" y="829322"/>
                    <a:pt x="219937" y="826178"/>
                    <a:pt x="218699" y="823321"/>
                  </a:cubicBezTo>
                  <a:cubicBezTo>
                    <a:pt x="220699" y="822940"/>
                    <a:pt x="222699" y="822464"/>
                    <a:pt x="224699" y="822178"/>
                  </a:cubicBezTo>
                  <a:cubicBezTo>
                    <a:pt x="250512" y="817892"/>
                    <a:pt x="276896" y="819035"/>
                    <a:pt x="303280" y="824940"/>
                  </a:cubicBezTo>
                  <a:cubicBezTo>
                    <a:pt x="303376" y="825512"/>
                    <a:pt x="303376" y="826178"/>
                    <a:pt x="303566" y="826750"/>
                  </a:cubicBezTo>
                  <a:cubicBezTo>
                    <a:pt x="303566" y="826940"/>
                    <a:pt x="303662" y="827036"/>
                    <a:pt x="303662" y="827226"/>
                  </a:cubicBezTo>
                  <a:cubicBezTo>
                    <a:pt x="303947" y="828560"/>
                    <a:pt x="304424" y="829798"/>
                    <a:pt x="304995" y="830941"/>
                  </a:cubicBezTo>
                  <a:cubicBezTo>
                    <a:pt x="304995" y="830941"/>
                    <a:pt x="304995" y="830941"/>
                    <a:pt x="304995" y="830941"/>
                  </a:cubicBezTo>
                  <a:lnTo>
                    <a:pt x="304995" y="830941"/>
                  </a:lnTo>
                  <a:cubicBezTo>
                    <a:pt x="307757" y="836370"/>
                    <a:pt x="313282" y="840275"/>
                    <a:pt x="319949" y="840752"/>
                  </a:cubicBezTo>
                  <a:cubicBezTo>
                    <a:pt x="326426" y="841228"/>
                    <a:pt x="332141" y="838561"/>
                    <a:pt x="335475" y="834179"/>
                  </a:cubicBezTo>
                  <a:cubicBezTo>
                    <a:pt x="362240" y="843228"/>
                    <a:pt x="382243" y="852658"/>
                    <a:pt x="397197" y="861326"/>
                  </a:cubicBezTo>
                  <a:cubicBezTo>
                    <a:pt x="396721" y="861897"/>
                    <a:pt x="396340" y="862564"/>
                    <a:pt x="395959" y="863231"/>
                  </a:cubicBezTo>
                  <a:cubicBezTo>
                    <a:pt x="394816" y="865517"/>
                    <a:pt x="394625" y="867993"/>
                    <a:pt x="395006" y="870470"/>
                  </a:cubicBezTo>
                  <a:cubicBezTo>
                    <a:pt x="395006" y="870470"/>
                    <a:pt x="395006" y="870470"/>
                    <a:pt x="395006" y="870470"/>
                  </a:cubicBezTo>
                  <a:cubicBezTo>
                    <a:pt x="395006" y="870470"/>
                    <a:pt x="395006" y="870470"/>
                    <a:pt x="395006" y="870470"/>
                  </a:cubicBezTo>
                  <a:cubicBezTo>
                    <a:pt x="395959" y="875613"/>
                    <a:pt x="400245" y="880471"/>
                    <a:pt x="406532" y="882757"/>
                  </a:cubicBezTo>
                  <a:cubicBezTo>
                    <a:pt x="413390" y="885233"/>
                    <a:pt x="420343" y="884186"/>
                    <a:pt x="424915" y="880661"/>
                  </a:cubicBezTo>
                  <a:cubicBezTo>
                    <a:pt x="432916" y="887424"/>
                    <a:pt x="438726" y="894092"/>
                    <a:pt x="442250" y="900378"/>
                  </a:cubicBezTo>
                  <a:cubicBezTo>
                    <a:pt x="439298" y="899521"/>
                    <a:pt x="436154" y="899140"/>
                    <a:pt x="433011" y="899616"/>
                  </a:cubicBezTo>
                  <a:cubicBezTo>
                    <a:pt x="431868" y="899807"/>
                    <a:pt x="430725" y="899997"/>
                    <a:pt x="429677" y="900378"/>
                  </a:cubicBezTo>
                  <a:cubicBezTo>
                    <a:pt x="428058" y="900950"/>
                    <a:pt x="426629" y="901712"/>
                    <a:pt x="425296" y="902664"/>
                  </a:cubicBezTo>
                  <a:cubicBezTo>
                    <a:pt x="421771" y="905236"/>
                    <a:pt x="419771" y="908951"/>
                    <a:pt x="420248" y="913046"/>
                  </a:cubicBezTo>
                  <a:cubicBezTo>
                    <a:pt x="420343" y="913999"/>
                    <a:pt x="420628" y="914951"/>
                    <a:pt x="421009" y="915904"/>
                  </a:cubicBezTo>
                  <a:cubicBezTo>
                    <a:pt x="421486" y="917047"/>
                    <a:pt x="422153" y="918190"/>
                    <a:pt x="422915" y="919142"/>
                  </a:cubicBezTo>
                  <a:cubicBezTo>
                    <a:pt x="423010" y="919238"/>
                    <a:pt x="423105" y="919333"/>
                    <a:pt x="423200" y="919428"/>
                  </a:cubicBezTo>
                  <a:cubicBezTo>
                    <a:pt x="423962" y="920381"/>
                    <a:pt x="424820" y="921238"/>
                    <a:pt x="425867" y="922095"/>
                  </a:cubicBezTo>
                  <a:cubicBezTo>
                    <a:pt x="425867" y="922095"/>
                    <a:pt x="425867" y="922095"/>
                    <a:pt x="425867" y="922095"/>
                  </a:cubicBezTo>
                  <a:cubicBezTo>
                    <a:pt x="425867" y="922095"/>
                    <a:pt x="425867" y="922095"/>
                    <a:pt x="425867" y="922095"/>
                  </a:cubicBezTo>
                  <a:cubicBezTo>
                    <a:pt x="430153" y="925524"/>
                    <a:pt x="436249" y="927334"/>
                    <a:pt x="442155" y="926572"/>
                  </a:cubicBezTo>
                  <a:cubicBezTo>
                    <a:pt x="436535" y="934763"/>
                    <a:pt x="424343" y="942574"/>
                    <a:pt x="406627" y="948860"/>
                  </a:cubicBezTo>
                  <a:cubicBezTo>
                    <a:pt x="404722" y="946098"/>
                    <a:pt x="401959" y="943812"/>
                    <a:pt x="398626" y="942383"/>
                  </a:cubicBezTo>
                  <a:cubicBezTo>
                    <a:pt x="394530" y="940574"/>
                    <a:pt x="389672" y="940002"/>
                    <a:pt x="385100" y="941050"/>
                  </a:cubicBezTo>
                  <a:cubicBezTo>
                    <a:pt x="383671" y="941431"/>
                    <a:pt x="382433" y="941907"/>
                    <a:pt x="381290" y="942479"/>
                  </a:cubicBezTo>
                  <a:cubicBezTo>
                    <a:pt x="381195" y="942574"/>
                    <a:pt x="381100" y="942574"/>
                    <a:pt x="380909" y="942669"/>
                  </a:cubicBezTo>
                  <a:cubicBezTo>
                    <a:pt x="379766" y="943241"/>
                    <a:pt x="378814" y="944003"/>
                    <a:pt x="377957" y="944765"/>
                  </a:cubicBezTo>
                  <a:cubicBezTo>
                    <a:pt x="377957" y="944765"/>
                    <a:pt x="377957" y="944765"/>
                    <a:pt x="377957" y="944765"/>
                  </a:cubicBezTo>
                  <a:lnTo>
                    <a:pt x="377957" y="944765"/>
                  </a:lnTo>
                  <a:cubicBezTo>
                    <a:pt x="374623" y="947813"/>
                    <a:pt x="373003" y="952194"/>
                    <a:pt x="373861" y="956576"/>
                  </a:cubicBezTo>
                  <a:cubicBezTo>
                    <a:pt x="354716" y="959528"/>
                    <a:pt x="331570" y="960671"/>
                    <a:pt x="304424" y="958671"/>
                  </a:cubicBezTo>
                  <a:cubicBezTo>
                    <a:pt x="302423" y="952575"/>
                    <a:pt x="296708" y="947717"/>
                    <a:pt x="289374" y="946860"/>
                  </a:cubicBezTo>
                  <a:cubicBezTo>
                    <a:pt x="287850" y="946670"/>
                    <a:pt x="286421" y="946765"/>
                    <a:pt x="284992" y="946860"/>
                  </a:cubicBezTo>
                  <a:cubicBezTo>
                    <a:pt x="284802" y="946860"/>
                    <a:pt x="284707" y="946955"/>
                    <a:pt x="284516" y="946955"/>
                  </a:cubicBezTo>
                  <a:cubicBezTo>
                    <a:pt x="283183" y="947146"/>
                    <a:pt x="281849" y="947527"/>
                    <a:pt x="280611" y="948003"/>
                  </a:cubicBezTo>
                  <a:cubicBezTo>
                    <a:pt x="280611" y="948003"/>
                    <a:pt x="280611" y="948003"/>
                    <a:pt x="280611" y="948003"/>
                  </a:cubicBezTo>
                  <a:cubicBezTo>
                    <a:pt x="280611" y="948003"/>
                    <a:pt x="280611" y="948003"/>
                    <a:pt x="280611" y="948003"/>
                  </a:cubicBezTo>
                  <a:cubicBezTo>
                    <a:pt x="277182" y="949337"/>
                    <a:pt x="274229" y="951623"/>
                    <a:pt x="272229" y="954575"/>
                  </a:cubicBezTo>
                  <a:cubicBezTo>
                    <a:pt x="247559" y="949718"/>
                    <a:pt x="224509" y="941050"/>
                    <a:pt x="203840" y="928191"/>
                  </a:cubicBezTo>
                  <a:cubicBezTo>
                    <a:pt x="200125" y="925715"/>
                    <a:pt x="196505" y="923238"/>
                    <a:pt x="192981" y="920666"/>
                  </a:cubicBezTo>
                  <a:close/>
                  <a:moveTo>
                    <a:pt x="224699" y="1255851"/>
                  </a:moveTo>
                  <a:cubicBezTo>
                    <a:pt x="220318" y="1255184"/>
                    <a:pt x="216032" y="1254232"/>
                    <a:pt x="211841" y="1253184"/>
                  </a:cubicBezTo>
                  <a:cubicBezTo>
                    <a:pt x="213745" y="1249279"/>
                    <a:pt x="214412" y="1244612"/>
                    <a:pt x="213365" y="1239944"/>
                  </a:cubicBezTo>
                  <a:cubicBezTo>
                    <a:pt x="212793" y="1237468"/>
                    <a:pt x="211745" y="1235182"/>
                    <a:pt x="210316" y="1233182"/>
                  </a:cubicBezTo>
                  <a:cubicBezTo>
                    <a:pt x="208221" y="1230229"/>
                    <a:pt x="205363" y="1227943"/>
                    <a:pt x="202125" y="1226609"/>
                  </a:cubicBezTo>
                  <a:cubicBezTo>
                    <a:pt x="198886" y="1225276"/>
                    <a:pt x="195267" y="1224800"/>
                    <a:pt x="191648" y="1225657"/>
                  </a:cubicBezTo>
                  <a:cubicBezTo>
                    <a:pt x="190124" y="1225943"/>
                    <a:pt x="188790" y="1226514"/>
                    <a:pt x="187552" y="1227181"/>
                  </a:cubicBezTo>
                  <a:cubicBezTo>
                    <a:pt x="187457" y="1227276"/>
                    <a:pt x="187266" y="1227371"/>
                    <a:pt x="187171" y="1227371"/>
                  </a:cubicBezTo>
                  <a:cubicBezTo>
                    <a:pt x="185932" y="1228038"/>
                    <a:pt x="184885" y="1228895"/>
                    <a:pt x="183837" y="1229848"/>
                  </a:cubicBezTo>
                  <a:cubicBezTo>
                    <a:pt x="183837" y="1229848"/>
                    <a:pt x="183837" y="1229848"/>
                    <a:pt x="183837" y="1229848"/>
                  </a:cubicBezTo>
                  <a:cubicBezTo>
                    <a:pt x="183837" y="1229848"/>
                    <a:pt x="183837" y="1229848"/>
                    <a:pt x="183837" y="1229848"/>
                  </a:cubicBezTo>
                  <a:cubicBezTo>
                    <a:pt x="180789" y="1232801"/>
                    <a:pt x="178789" y="1236896"/>
                    <a:pt x="178217" y="1241468"/>
                  </a:cubicBezTo>
                  <a:cubicBezTo>
                    <a:pt x="164692" y="1235182"/>
                    <a:pt x="151261" y="1227276"/>
                    <a:pt x="139260" y="1217561"/>
                  </a:cubicBezTo>
                  <a:cubicBezTo>
                    <a:pt x="148213" y="1201749"/>
                    <a:pt x="158882" y="1187652"/>
                    <a:pt x="171169" y="1175460"/>
                  </a:cubicBezTo>
                  <a:cubicBezTo>
                    <a:pt x="171550" y="1176317"/>
                    <a:pt x="172026" y="1177175"/>
                    <a:pt x="172598" y="1177937"/>
                  </a:cubicBezTo>
                  <a:cubicBezTo>
                    <a:pt x="172693" y="1178032"/>
                    <a:pt x="172788" y="1178222"/>
                    <a:pt x="172883" y="1178318"/>
                  </a:cubicBezTo>
                  <a:cubicBezTo>
                    <a:pt x="173741" y="1179556"/>
                    <a:pt x="174693" y="1180604"/>
                    <a:pt x="175836" y="1181556"/>
                  </a:cubicBezTo>
                  <a:cubicBezTo>
                    <a:pt x="175836" y="1181556"/>
                    <a:pt x="175836" y="1181556"/>
                    <a:pt x="175836" y="1181556"/>
                  </a:cubicBezTo>
                  <a:cubicBezTo>
                    <a:pt x="175836" y="1181556"/>
                    <a:pt x="175836" y="1181556"/>
                    <a:pt x="175836" y="1181556"/>
                  </a:cubicBezTo>
                  <a:cubicBezTo>
                    <a:pt x="180789" y="1185938"/>
                    <a:pt x="187552" y="1187462"/>
                    <a:pt x="193743" y="1184890"/>
                  </a:cubicBezTo>
                  <a:cubicBezTo>
                    <a:pt x="199934" y="1182318"/>
                    <a:pt x="203744" y="1176699"/>
                    <a:pt x="204602" y="1170412"/>
                  </a:cubicBezTo>
                  <a:cubicBezTo>
                    <a:pt x="204602" y="1170412"/>
                    <a:pt x="204602" y="1170412"/>
                    <a:pt x="204602" y="1170412"/>
                  </a:cubicBezTo>
                  <a:cubicBezTo>
                    <a:pt x="204602" y="1170412"/>
                    <a:pt x="204602" y="1170317"/>
                    <a:pt x="204602" y="1170317"/>
                  </a:cubicBezTo>
                  <a:cubicBezTo>
                    <a:pt x="204792" y="1168888"/>
                    <a:pt x="204887" y="1167364"/>
                    <a:pt x="204697" y="1165935"/>
                  </a:cubicBezTo>
                  <a:cubicBezTo>
                    <a:pt x="204697" y="1165840"/>
                    <a:pt x="204697" y="1165649"/>
                    <a:pt x="204697" y="1165554"/>
                  </a:cubicBezTo>
                  <a:cubicBezTo>
                    <a:pt x="204506" y="1164030"/>
                    <a:pt x="204316" y="1162411"/>
                    <a:pt x="203840" y="1160887"/>
                  </a:cubicBezTo>
                  <a:cubicBezTo>
                    <a:pt x="202792" y="1157744"/>
                    <a:pt x="200887" y="1155077"/>
                    <a:pt x="198601" y="1152981"/>
                  </a:cubicBezTo>
                  <a:cubicBezTo>
                    <a:pt x="200315" y="1151838"/>
                    <a:pt x="201934" y="1150695"/>
                    <a:pt x="203649" y="1149647"/>
                  </a:cubicBezTo>
                  <a:cubicBezTo>
                    <a:pt x="225747" y="1135932"/>
                    <a:pt x="250512" y="1126883"/>
                    <a:pt x="277087" y="1122311"/>
                  </a:cubicBezTo>
                  <a:cubicBezTo>
                    <a:pt x="277373" y="1122882"/>
                    <a:pt x="277658" y="1123358"/>
                    <a:pt x="278039" y="1123930"/>
                  </a:cubicBezTo>
                  <a:cubicBezTo>
                    <a:pt x="278134" y="1124025"/>
                    <a:pt x="278230" y="1124120"/>
                    <a:pt x="278325" y="1124311"/>
                  </a:cubicBezTo>
                  <a:cubicBezTo>
                    <a:pt x="279087" y="1125359"/>
                    <a:pt x="280040" y="1126407"/>
                    <a:pt x="280992" y="1127264"/>
                  </a:cubicBezTo>
                  <a:cubicBezTo>
                    <a:pt x="280992" y="1127264"/>
                    <a:pt x="280992" y="1127264"/>
                    <a:pt x="280992" y="1127264"/>
                  </a:cubicBezTo>
                  <a:lnTo>
                    <a:pt x="280992" y="1127264"/>
                  </a:lnTo>
                  <a:cubicBezTo>
                    <a:pt x="285659" y="1131169"/>
                    <a:pt x="292327" y="1132693"/>
                    <a:pt x="298613" y="1130693"/>
                  </a:cubicBezTo>
                  <a:cubicBezTo>
                    <a:pt x="304804" y="1128692"/>
                    <a:pt x="308900" y="1124025"/>
                    <a:pt x="310329" y="1118786"/>
                  </a:cubicBezTo>
                  <a:cubicBezTo>
                    <a:pt x="338523" y="1116882"/>
                    <a:pt x="360716" y="1118024"/>
                    <a:pt x="377861" y="1120406"/>
                  </a:cubicBezTo>
                  <a:cubicBezTo>
                    <a:pt x="377671" y="1121168"/>
                    <a:pt x="377575" y="1121834"/>
                    <a:pt x="377480" y="1122596"/>
                  </a:cubicBezTo>
                  <a:cubicBezTo>
                    <a:pt x="377480" y="1123835"/>
                    <a:pt x="377671" y="1124978"/>
                    <a:pt x="377957" y="1126120"/>
                  </a:cubicBezTo>
                  <a:cubicBezTo>
                    <a:pt x="377957" y="1126216"/>
                    <a:pt x="378052" y="1126407"/>
                    <a:pt x="378052" y="1126502"/>
                  </a:cubicBezTo>
                  <a:cubicBezTo>
                    <a:pt x="378337" y="1127645"/>
                    <a:pt x="378909" y="1128597"/>
                    <a:pt x="379480" y="1129550"/>
                  </a:cubicBezTo>
                  <a:cubicBezTo>
                    <a:pt x="379480" y="1129550"/>
                    <a:pt x="379480" y="1129550"/>
                    <a:pt x="379480" y="1129550"/>
                  </a:cubicBezTo>
                  <a:lnTo>
                    <a:pt x="379480" y="1129550"/>
                  </a:lnTo>
                  <a:cubicBezTo>
                    <a:pt x="382338" y="1134026"/>
                    <a:pt x="387958" y="1136884"/>
                    <a:pt x="394625" y="1136598"/>
                  </a:cubicBezTo>
                  <a:cubicBezTo>
                    <a:pt x="401769" y="1136312"/>
                    <a:pt x="408055" y="1132598"/>
                    <a:pt x="411103" y="1127645"/>
                  </a:cubicBezTo>
                  <a:cubicBezTo>
                    <a:pt x="420819" y="1130978"/>
                    <a:pt x="428820" y="1134979"/>
                    <a:pt x="434535" y="1139456"/>
                  </a:cubicBezTo>
                  <a:cubicBezTo>
                    <a:pt x="431392" y="1139741"/>
                    <a:pt x="428344" y="1140503"/>
                    <a:pt x="425486" y="1142123"/>
                  </a:cubicBezTo>
                  <a:cubicBezTo>
                    <a:pt x="417390" y="1146790"/>
                    <a:pt x="415295" y="1155743"/>
                    <a:pt x="420724" y="1161649"/>
                  </a:cubicBezTo>
                  <a:cubicBezTo>
                    <a:pt x="421581" y="1162601"/>
                    <a:pt x="422533" y="1163268"/>
                    <a:pt x="423581" y="1163935"/>
                  </a:cubicBezTo>
                  <a:cubicBezTo>
                    <a:pt x="423677" y="1164030"/>
                    <a:pt x="423772" y="1164030"/>
                    <a:pt x="423867" y="1164125"/>
                  </a:cubicBezTo>
                  <a:cubicBezTo>
                    <a:pt x="424915" y="1164697"/>
                    <a:pt x="426058" y="1165173"/>
                    <a:pt x="427296" y="1165554"/>
                  </a:cubicBezTo>
                  <a:lnTo>
                    <a:pt x="427296" y="1165554"/>
                  </a:lnTo>
                  <a:lnTo>
                    <a:pt x="427296" y="1165554"/>
                  </a:lnTo>
                  <a:cubicBezTo>
                    <a:pt x="432535" y="1167078"/>
                    <a:pt x="439012" y="1166411"/>
                    <a:pt x="444155" y="1163554"/>
                  </a:cubicBezTo>
                  <a:cubicBezTo>
                    <a:pt x="442060" y="1173269"/>
                    <a:pt x="434440" y="1184985"/>
                    <a:pt x="419771" y="1197653"/>
                  </a:cubicBezTo>
                  <a:cubicBezTo>
                    <a:pt x="413675" y="1193558"/>
                    <a:pt x="404055" y="1193653"/>
                    <a:pt x="397007" y="1198701"/>
                  </a:cubicBezTo>
                  <a:cubicBezTo>
                    <a:pt x="395768" y="1199558"/>
                    <a:pt x="394720" y="1200606"/>
                    <a:pt x="393863" y="1201654"/>
                  </a:cubicBezTo>
                  <a:cubicBezTo>
                    <a:pt x="393863" y="1201654"/>
                    <a:pt x="393768" y="1201749"/>
                    <a:pt x="393768" y="1201749"/>
                  </a:cubicBezTo>
                  <a:cubicBezTo>
                    <a:pt x="392911" y="1202702"/>
                    <a:pt x="392244" y="1203845"/>
                    <a:pt x="391673" y="1204892"/>
                  </a:cubicBezTo>
                  <a:cubicBezTo>
                    <a:pt x="391673" y="1204988"/>
                    <a:pt x="391577" y="1204988"/>
                    <a:pt x="391577" y="1205083"/>
                  </a:cubicBezTo>
                  <a:cubicBezTo>
                    <a:pt x="391577" y="1205083"/>
                    <a:pt x="391577" y="1205083"/>
                    <a:pt x="391577" y="1205083"/>
                  </a:cubicBezTo>
                  <a:cubicBezTo>
                    <a:pt x="389577" y="1209179"/>
                    <a:pt x="389863" y="1213846"/>
                    <a:pt x="392434" y="1217561"/>
                  </a:cubicBezTo>
                  <a:cubicBezTo>
                    <a:pt x="375956" y="1227562"/>
                    <a:pt x="355001" y="1237373"/>
                    <a:pt x="329188" y="1245850"/>
                  </a:cubicBezTo>
                  <a:cubicBezTo>
                    <a:pt x="329188" y="1245850"/>
                    <a:pt x="329188" y="1245850"/>
                    <a:pt x="329188" y="1245850"/>
                  </a:cubicBezTo>
                  <a:cubicBezTo>
                    <a:pt x="327760" y="1244231"/>
                    <a:pt x="326045" y="1242897"/>
                    <a:pt x="324140" y="1241945"/>
                  </a:cubicBezTo>
                  <a:cubicBezTo>
                    <a:pt x="323188" y="1241468"/>
                    <a:pt x="322140" y="1241087"/>
                    <a:pt x="321092" y="1240707"/>
                  </a:cubicBezTo>
                  <a:cubicBezTo>
                    <a:pt x="318902" y="1240135"/>
                    <a:pt x="316616" y="1239849"/>
                    <a:pt x="314234" y="1240040"/>
                  </a:cubicBezTo>
                  <a:cubicBezTo>
                    <a:pt x="313091" y="1240135"/>
                    <a:pt x="311853" y="1240325"/>
                    <a:pt x="310710" y="1240707"/>
                  </a:cubicBezTo>
                  <a:cubicBezTo>
                    <a:pt x="309281" y="1241087"/>
                    <a:pt x="307948" y="1241754"/>
                    <a:pt x="306614" y="1242421"/>
                  </a:cubicBezTo>
                  <a:cubicBezTo>
                    <a:pt x="306519" y="1242516"/>
                    <a:pt x="306424" y="1242611"/>
                    <a:pt x="306233" y="1242611"/>
                  </a:cubicBezTo>
                  <a:cubicBezTo>
                    <a:pt x="304995" y="1243278"/>
                    <a:pt x="303947" y="1244135"/>
                    <a:pt x="302995" y="1245088"/>
                  </a:cubicBezTo>
                  <a:cubicBezTo>
                    <a:pt x="302995" y="1245088"/>
                    <a:pt x="302995" y="1245088"/>
                    <a:pt x="302995" y="1245088"/>
                  </a:cubicBezTo>
                  <a:cubicBezTo>
                    <a:pt x="302995" y="1245088"/>
                    <a:pt x="302995" y="1245088"/>
                    <a:pt x="302995" y="1245088"/>
                  </a:cubicBezTo>
                  <a:cubicBezTo>
                    <a:pt x="300328" y="1247564"/>
                    <a:pt x="298518" y="1250803"/>
                    <a:pt x="297851" y="1254327"/>
                  </a:cubicBezTo>
                  <a:cubicBezTo>
                    <a:pt x="273562" y="1259090"/>
                    <a:pt x="248893" y="1259852"/>
                    <a:pt x="224699" y="1255851"/>
                  </a:cubicBezTo>
                  <a:close/>
                  <a:moveTo>
                    <a:pt x="462729" y="1501215"/>
                  </a:moveTo>
                  <a:cubicBezTo>
                    <a:pt x="457014" y="1498262"/>
                    <a:pt x="449489" y="1499024"/>
                    <a:pt x="443679" y="1503501"/>
                  </a:cubicBezTo>
                  <a:cubicBezTo>
                    <a:pt x="442441" y="1504454"/>
                    <a:pt x="441488" y="1505501"/>
                    <a:pt x="440631" y="1506644"/>
                  </a:cubicBezTo>
                  <a:cubicBezTo>
                    <a:pt x="440536" y="1506740"/>
                    <a:pt x="440441" y="1506835"/>
                    <a:pt x="440441" y="1506930"/>
                  </a:cubicBezTo>
                  <a:cubicBezTo>
                    <a:pt x="439583" y="1508073"/>
                    <a:pt x="438916" y="1509216"/>
                    <a:pt x="438345" y="1510454"/>
                  </a:cubicBezTo>
                  <a:cubicBezTo>
                    <a:pt x="438345" y="1510454"/>
                    <a:pt x="438345" y="1510454"/>
                    <a:pt x="438345" y="1510454"/>
                  </a:cubicBezTo>
                  <a:lnTo>
                    <a:pt x="438345" y="1510454"/>
                  </a:lnTo>
                  <a:cubicBezTo>
                    <a:pt x="436821" y="1513788"/>
                    <a:pt x="436440" y="1517503"/>
                    <a:pt x="437107" y="1521027"/>
                  </a:cubicBezTo>
                  <a:cubicBezTo>
                    <a:pt x="416247" y="1535029"/>
                    <a:pt x="393768" y="1545220"/>
                    <a:pt x="369955" y="1550745"/>
                  </a:cubicBezTo>
                  <a:cubicBezTo>
                    <a:pt x="365669" y="1551793"/>
                    <a:pt x="361383" y="1552555"/>
                    <a:pt x="357002" y="1553317"/>
                  </a:cubicBezTo>
                  <a:cubicBezTo>
                    <a:pt x="357002" y="1552460"/>
                    <a:pt x="357097" y="1551698"/>
                    <a:pt x="357002" y="1550840"/>
                  </a:cubicBezTo>
                  <a:cubicBezTo>
                    <a:pt x="356716" y="1547316"/>
                    <a:pt x="355478" y="1543792"/>
                    <a:pt x="353287" y="1540553"/>
                  </a:cubicBezTo>
                  <a:cubicBezTo>
                    <a:pt x="351953" y="1538649"/>
                    <a:pt x="350334" y="1537220"/>
                    <a:pt x="348524" y="1535982"/>
                  </a:cubicBezTo>
                  <a:cubicBezTo>
                    <a:pt x="344333" y="1533029"/>
                    <a:pt x="339190" y="1531886"/>
                    <a:pt x="334332" y="1532838"/>
                  </a:cubicBezTo>
                  <a:cubicBezTo>
                    <a:pt x="332046" y="1533314"/>
                    <a:pt x="329855" y="1534172"/>
                    <a:pt x="327760" y="1535600"/>
                  </a:cubicBezTo>
                  <a:cubicBezTo>
                    <a:pt x="326521" y="1536458"/>
                    <a:pt x="325474" y="1537505"/>
                    <a:pt x="324521" y="1538649"/>
                  </a:cubicBezTo>
                  <a:cubicBezTo>
                    <a:pt x="324426" y="1538744"/>
                    <a:pt x="324331" y="1538839"/>
                    <a:pt x="324236" y="1539029"/>
                  </a:cubicBezTo>
                  <a:cubicBezTo>
                    <a:pt x="323378" y="1540172"/>
                    <a:pt x="322616" y="1541315"/>
                    <a:pt x="322140" y="1542649"/>
                  </a:cubicBezTo>
                  <a:cubicBezTo>
                    <a:pt x="322140" y="1542649"/>
                    <a:pt x="322140" y="1542649"/>
                    <a:pt x="322140" y="1542649"/>
                  </a:cubicBezTo>
                  <a:cubicBezTo>
                    <a:pt x="322140" y="1542649"/>
                    <a:pt x="322140" y="1542649"/>
                    <a:pt x="322140" y="1542649"/>
                  </a:cubicBezTo>
                  <a:cubicBezTo>
                    <a:pt x="320425" y="1546554"/>
                    <a:pt x="320140" y="1551126"/>
                    <a:pt x="321378" y="1555508"/>
                  </a:cubicBezTo>
                  <a:cubicBezTo>
                    <a:pt x="306519" y="1554936"/>
                    <a:pt x="291184" y="1552745"/>
                    <a:pt x="276229" y="1548459"/>
                  </a:cubicBezTo>
                  <a:cubicBezTo>
                    <a:pt x="278420" y="1530362"/>
                    <a:pt x="282897" y="1513312"/>
                    <a:pt x="289565" y="1497310"/>
                  </a:cubicBezTo>
                  <a:cubicBezTo>
                    <a:pt x="290327" y="1497977"/>
                    <a:pt x="291088" y="1498548"/>
                    <a:pt x="291850" y="1499120"/>
                  </a:cubicBezTo>
                  <a:cubicBezTo>
                    <a:pt x="292041" y="1499215"/>
                    <a:pt x="292136" y="1499310"/>
                    <a:pt x="292327" y="1499405"/>
                  </a:cubicBezTo>
                  <a:cubicBezTo>
                    <a:pt x="293565" y="1500167"/>
                    <a:pt x="294899" y="1500834"/>
                    <a:pt x="296232" y="1501310"/>
                  </a:cubicBezTo>
                  <a:cubicBezTo>
                    <a:pt x="296232" y="1501310"/>
                    <a:pt x="296232" y="1501310"/>
                    <a:pt x="296232" y="1501310"/>
                  </a:cubicBezTo>
                  <a:cubicBezTo>
                    <a:pt x="296232" y="1501310"/>
                    <a:pt x="296232" y="1501310"/>
                    <a:pt x="296232" y="1501310"/>
                  </a:cubicBezTo>
                  <a:cubicBezTo>
                    <a:pt x="302423" y="1503406"/>
                    <a:pt x="309281" y="1502263"/>
                    <a:pt x="314044" y="1497500"/>
                  </a:cubicBezTo>
                  <a:cubicBezTo>
                    <a:pt x="318806" y="1492738"/>
                    <a:pt x="320140" y="1486166"/>
                    <a:pt x="318520" y="1479974"/>
                  </a:cubicBezTo>
                  <a:cubicBezTo>
                    <a:pt x="318520" y="1479974"/>
                    <a:pt x="318520" y="1479974"/>
                    <a:pt x="318520" y="1479974"/>
                  </a:cubicBezTo>
                  <a:cubicBezTo>
                    <a:pt x="318520" y="1479974"/>
                    <a:pt x="318520" y="1479974"/>
                    <a:pt x="318520" y="1479879"/>
                  </a:cubicBezTo>
                  <a:cubicBezTo>
                    <a:pt x="318140" y="1478450"/>
                    <a:pt x="317568" y="1477022"/>
                    <a:pt x="316901" y="1475688"/>
                  </a:cubicBezTo>
                  <a:cubicBezTo>
                    <a:pt x="316901" y="1475593"/>
                    <a:pt x="316806" y="1475593"/>
                    <a:pt x="316806" y="1475498"/>
                  </a:cubicBezTo>
                  <a:cubicBezTo>
                    <a:pt x="316044" y="1474069"/>
                    <a:pt x="315187" y="1472735"/>
                    <a:pt x="314139" y="1471497"/>
                  </a:cubicBezTo>
                  <a:cubicBezTo>
                    <a:pt x="311948" y="1469020"/>
                    <a:pt x="309186" y="1467306"/>
                    <a:pt x="306233" y="1466258"/>
                  </a:cubicBezTo>
                  <a:cubicBezTo>
                    <a:pt x="307376" y="1464544"/>
                    <a:pt x="308424" y="1462829"/>
                    <a:pt x="309662" y="1461210"/>
                  </a:cubicBezTo>
                  <a:cubicBezTo>
                    <a:pt x="324712" y="1439969"/>
                    <a:pt x="344143" y="1422158"/>
                    <a:pt x="366907" y="1407680"/>
                  </a:cubicBezTo>
                  <a:cubicBezTo>
                    <a:pt x="367384" y="1408061"/>
                    <a:pt x="367860" y="1408442"/>
                    <a:pt x="368336" y="1408823"/>
                  </a:cubicBezTo>
                  <a:cubicBezTo>
                    <a:pt x="368432" y="1408918"/>
                    <a:pt x="368622" y="1409013"/>
                    <a:pt x="368717" y="1409013"/>
                  </a:cubicBezTo>
                  <a:cubicBezTo>
                    <a:pt x="369860" y="1409680"/>
                    <a:pt x="371099" y="1410251"/>
                    <a:pt x="372337" y="1410632"/>
                  </a:cubicBezTo>
                  <a:cubicBezTo>
                    <a:pt x="372337" y="1410632"/>
                    <a:pt x="372337" y="1410632"/>
                    <a:pt x="372337" y="1410632"/>
                  </a:cubicBezTo>
                  <a:cubicBezTo>
                    <a:pt x="372337" y="1410632"/>
                    <a:pt x="372337" y="1410632"/>
                    <a:pt x="372337" y="1410632"/>
                  </a:cubicBezTo>
                  <a:cubicBezTo>
                    <a:pt x="378147" y="1412537"/>
                    <a:pt x="384910" y="1411299"/>
                    <a:pt x="389958" y="1407013"/>
                  </a:cubicBezTo>
                  <a:cubicBezTo>
                    <a:pt x="394911" y="1402822"/>
                    <a:pt x="396911" y="1397012"/>
                    <a:pt x="396149" y="1391582"/>
                  </a:cubicBezTo>
                  <a:cubicBezTo>
                    <a:pt x="421486" y="1379009"/>
                    <a:pt x="442345" y="1371485"/>
                    <a:pt x="459109" y="1367103"/>
                  </a:cubicBezTo>
                  <a:cubicBezTo>
                    <a:pt x="459205" y="1367865"/>
                    <a:pt x="459395" y="1368532"/>
                    <a:pt x="459586" y="1369199"/>
                  </a:cubicBezTo>
                  <a:cubicBezTo>
                    <a:pt x="460062" y="1370342"/>
                    <a:pt x="460633" y="1371389"/>
                    <a:pt x="461395" y="1372342"/>
                  </a:cubicBezTo>
                  <a:cubicBezTo>
                    <a:pt x="461491" y="1372437"/>
                    <a:pt x="461586" y="1372532"/>
                    <a:pt x="461681" y="1372628"/>
                  </a:cubicBezTo>
                  <a:cubicBezTo>
                    <a:pt x="465777" y="1377581"/>
                    <a:pt x="473492" y="1379105"/>
                    <a:pt x="480827" y="1375580"/>
                  </a:cubicBezTo>
                  <a:cubicBezTo>
                    <a:pt x="487303" y="1372532"/>
                    <a:pt x="491685" y="1366722"/>
                    <a:pt x="492637" y="1361007"/>
                  </a:cubicBezTo>
                  <a:cubicBezTo>
                    <a:pt x="502734" y="1360340"/>
                    <a:pt x="511592" y="1360912"/>
                    <a:pt x="518641" y="1362817"/>
                  </a:cubicBezTo>
                  <a:cubicBezTo>
                    <a:pt x="517974" y="1363198"/>
                    <a:pt x="517307" y="1363579"/>
                    <a:pt x="516641" y="1363960"/>
                  </a:cubicBezTo>
                  <a:cubicBezTo>
                    <a:pt x="514736" y="1365293"/>
                    <a:pt x="513021" y="1366913"/>
                    <a:pt x="511592" y="1368722"/>
                  </a:cubicBezTo>
                  <a:cubicBezTo>
                    <a:pt x="505877" y="1376152"/>
                    <a:pt x="507401" y="1385296"/>
                    <a:pt x="514640" y="1388630"/>
                  </a:cubicBezTo>
                  <a:cubicBezTo>
                    <a:pt x="515688" y="1389106"/>
                    <a:pt x="516926" y="1389392"/>
                    <a:pt x="518069" y="1389582"/>
                  </a:cubicBezTo>
                  <a:cubicBezTo>
                    <a:pt x="518355" y="1389582"/>
                    <a:pt x="518545" y="1389582"/>
                    <a:pt x="518831" y="1389677"/>
                  </a:cubicBezTo>
                  <a:cubicBezTo>
                    <a:pt x="519974" y="1389773"/>
                    <a:pt x="521117" y="1389773"/>
                    <a:pt x="522355" y="1389677"/>
                  </a:cubicBezTo>
                  <a:cubicBezTo>
                    <a:pt x="522355" y="1389677"/>
                    <a:pt x="522355" y="1389677"/>
                    <a:pt x="522355" y="1389677"/>
                  </a:cubicBezTo>
                  <a:lnTo>
                    <a:pt x="522355" y="1389677"/>
                  </a:lnTo>
                  <a:cubicBezTo>
                    <a:pt x="527785" y="1389106"/>
                    <a:pt x="533404" y="1385963"/>
                    <a:pt x="537119" y="1381295"/>
                  </a:cubicBezTo>
                  <a:cubicBezTo>
                    <a:pt x="538929" y="1391106"/>
                    <a:pt x="536262" y="1404917"/>
                    <a:pt x="527785" y="1422158"/>
                  </a:cubicBezTo>
                  <a:cubicBezTo>
                    <a:pt x="520450" y="1420729"/>
                    <a:pt x="511783" y="1424444"/>
                    <a:pt x="507116" y="1431873"/>
                  </a:cubicBezTo>
                  <a:cubicBezTo>
                    <a:pt x="506353" y="1433111"/>
                    <a:pt x="505782" y="1434445"/>
                    <a:pt x="505306" y="1435683"/>
                  </a:cubicBezTo>
                  <a:cubicBezTo>
                    <a:pt x="505306" y="1435778"/>
                    <a:pt x="505211" y="1435969"/>
                    <a:pt x="505211" y="1436064"/>
                  </a:cubicBezTo>
                  <a:cubicBezTo>
                    <a:pt x="503401" y="1441970"/>
                    <a:pt x="505401" y="1447780"/>
                    <a:pt x="510163" y="1450923"/>
                  </a:cubicBezTo>
                  <a:cubicBezTo>
                    <a:pt x="498924" y="1466354"/>
                    <a:pt x="483398" y="1483499"/>
                    <a:pt x="462729" y="1501215"/>
                  </a:cubicBezTo>
                  <a:close/>
                  <a:moveTo>
                    <a:pt x="683519" y="1686667"/>
                  </a:moveTo>
                  <a:cubicBezTo>
                    <a:pt x="680280" y="1686381"/>
                    <a:pt x="677041" y="1687143"/>
                    <a:pt x="674184" y="1688762"/>
                  </a:cubicBezTo>
                  <a:cubicBezTo>
                    <a:pt x="671231" y="1690382"/>
                    <a:pt x="668659" y="1692763"/>
                    <a:pt x="666850" y="1696001"/>
                  </a:cubicBezTo>
                  <a:cubicBezTo>
                    <a:pt x="666088" y="1697335"/>
                    <a:pt x="665612" y="1698668"/>
                    <a:pt x="665230" y="1700097"/>
                  </a:cubicBezTo>
                  <a:cubicBezTo>
                    <a:pt x="665230" y="1700288"/>
                    <a:pt x="665135" y="1700383"/>
                    <a:pt x="665135" y="1700574"/>
                  </a:cubicBezTo>
                  <a:cubicBezTo>
                    <a:pt x="664754" y="1701907"/>
                    <a:pt x="664564" y="1703240"/>
                    <a:pt x="664564" y="1704574"/>
                  </a:cubicBezTo>
                  <a:cubicBezTo>
                    <a:pt x="664564" y="1704574"/>
                    <a:pt x="664564" y="1704574"/>
                    <a:pt x="664564" y="1704574"/>
                  </a:cubicBezTo>
                  <a:cubicBezTo>
                    <a:pt x="664564" y="1704574"/>
                    <a:pt x="664564" y="1704574"/>
                    <a:pt x="664564" y="1704574"/>
                  </a:cubicBezTo>
                  <a:cubicBezTo>
                    <a:pt x="664469" y="1708289"/>
                    <a:pt x="665421" y="1711908"/>
                    <a:pt x="667421" y="1714861"/>
                  </a:cubicBezTo>
                  <a:cubicBezTo>
                    <a:pt x="653420" y="1735720"/>
                    <a:pt x="636560" y="1753628"/>
                    <a:pt x="616748" y="1767820"/>
                  </a:cubicBezTo>
                  <a:cubicBezTo>
                    <a:pt x="613224" y="1770392"/>
                    <a:pt x="609509" y="1772773"/>
                    <a:pt x="605795" y="1775059"/>
                  </a:cubicBezTo>
                  <a:cubicBezTo>
                    <a:pt x="605128" y="1773154"/>
                    <a:pt x="604175" y="1771344"/>
                    <a:pt x="602937" y="1769725"/>
                  </a:cubicBezTo>
                  <a:cubicBezTo>
                    <a:pt x="601508" y="1767820"/>
                    <a:pt x="599603" y="1766201"/>
                    <a:pt x="597412" y="1764867"/>
                  </a:cubicBezTo>
                  <a:cubicBezTo>
                    <a:pt x="591983" y="1761438"/>
                    <a:pt x="585506" y="1760962"/>
                    <a:pt x="580172" y="1763153"/>
                  </a:cubicBezTo>
                  <a:cubicBezTo>
                    <a:pt x="577982" y="1764010"/>
                    <a:pt x="576077" y="1765343"/>
                    <a:pt x="574362" y="1766963"/>
                  </a:cubicBezTo>
                  <a:cubicBezTo>
                    <a:pt x="573505" y="1767820"/>
                    <a:pt x="572743" y="1768772"/>
                    <a:pt x="572076" y="1769820"/>
                  </a:cubicBezTo>
                  <a:cubicBezTo>
                    <a:pt x="571219" y="1771058"/>
                    <a:pt x="570742" y="1772487"/>
                    <a:pt x="570266" y="1773820"/>
                  </a:cubicBezTo>
                  <a:cubicBezTo>
                    <a:pt x="570266" y="1773916"/>
                    <a:pt x="570171" y="1774107"/>
                    <a:pt x="570171" y="1774202"/>
                  </a:cubicBezTo>
                  <a:cubicBezTo>
                    <a:pt x="569790" y="1775535"/>
                    <a:pt x="569600" y="1776964"/>
                    <a:pt x="569504" y="1778297"/>
                  </a:cubicBezTo>
                  <a:cubicBezTo>
                    <a:pt x="569504" y="1778297"/>
                    <a:pt x="569504" y="1778297"/>
                    <a:pt x="569504" y="1778297"/>
                  </a:cubicBezTo>
                  <a:lnTo>
                    <a:pt x="569504" y="1778297"/>
                  </a:lnTo>
                  <a:cubicBezTo>
                    <a:pt x="569409" y="1782584"/>
                    <a:pt x="570838" y="1786870"/>
                    <a:pt x="573695" y="1790489"/>
                  </a:cubicBezTo>
                  <a:cubicBezTo>
                    <a:pt x="559694" y="1795633"/>
                    <a:pt x="544834" y="1799252"/>
                    <a:pt x="529309" y="1801157"/>
                  </a:cubicBezTo>
                  <a:cubicBezTo>
                    <a:pt x="524832" y="1785536"/>
                    <a:pt x="522641" y="1769534"/>
                    <a:pt x="522165" y="1753913"/>
                  </a:cubicBezTo>
                  <a:cubicBezTo>
                    <a:pt x="522070" y="1752199"/>
                    <a:pt x="522165" y="1750389"/>
                    <a:pt x="522165" y="1748675"/>
                  </a:cubicBezTo>
                  <a:cubicBezTo>
                    <a:pt x="523117" y="1749056"/>
                    <a:pt x="524070" y="1749341"/>
                    <a:pt x="525023" y="1749532"/>
                  </a:cubicBezTo>
                  <a:cubicBezTo>
                    <a:pt x="525213" y="1749532"/>
                    <a:pt x="525308" y="1749532"/>
                    <a:pt x="525499" y="1749627"/>
                  </a:cubicBezTo>
                  <a:cubicBezTo>
                    <a:pt x="526928" y="1749913"/>
                    <a:pt x="528356" y="1749913"/>
                    <a:pt x="529785" y="1749913"/>
                  </a:cubicBezTo>
                  <a:cubicBezTo>
                    <a:pt x="529785" y="1749913"/>
                    <a:pt x="529785" y="1749913"/>
                    <a:pt x="529785" y="1749913"/>
                  </a:cubicBezTo>
                  <a:lnTo>
                    <a:pt x="529785" y="1749913"/>
                  </a:lnTo>
                  <a:cubicBezTo>
                    <a:pt x="536357" y="1749532"/>
                    <a:pt x="542167" y="1745817"/>
                    <a:pt x="544739" y="1739626"/>
                  </a:cubicBezTo>
                  <a:cubicBezTo>
                    <a:pt x="547883" y="1732101"/>
                    <a:pt x="545406" y="1723624"/>
                    <a:pt x="539215" y="1718480"/>
                  </a:cubicBezTo>
                  <a:cubicBezTo>
                    <a:pt x="539024" y="1718385"/>
                    <a:pt x="538929" y="1718195"/>
                    <a:pt x="538738" y="1718099"/>
                  </a:cubicBezTo>
                  <a:cubicBezTo>
                    <a:pt x="537500" y="1717147"/>
                    <a:pt x="536262" y="1716290"/>
                    <a:pt x="534833" y="1715623"/>
                  </a:cubicBezTo>
                  <a:cubicBezTo>
                    <a:pt x="531785" y="1714194"/>
                    <a:pt x="528642" y="1713623"/>
                    <a:pt x="525594" y="1713718"/>
                  </a:cubicBezTo>
                  <a:cubicBezTo>
                    <a:pt x="525975" y="1711718"/>
                    <a:pt x="526356" y="1709717"/>
                    <a:pt x="526832" y="1707717"/>
                  </a:cubicBezTo>
                  <a:cubicBezTo>
                    <a:pt x="532738" y="1682285"/>
                    <a:pt x="543977" y="1658378"/>
                    <a:pt x="559503" y="1636280"/>
                  </a:cubicBezTo>
                  <a:cubicBezTo>
                    <a:pt x="560075" y="1636470"/>
                    <a:pt x="560646" y="1636661"/>
                    <a:pt x="561313" y="1636756"/>
                  </a:cubicBezTo>
                  <a:cubicBezTo>
                    <a:pt x="561503" y="1636756"/>
                    <a:pt x="561599" y="1636756"/>
                    <a:pt x="561789" y="1636851"/>
                  </a:cubicBezTo>
                  <a:cubicBezTo>
                    <a:pt x="563123" y="1637042"/>
                    <a:pt x="564456" y="1637137"/>
                    <a:pt x="565790" y="1637042"/>
                  </a:cubicBezTo>
                  <a:cubicBezTo>
                    <a:pt x="565790" y="1637042"/>
                    <a:pt x="565790" y="1637042"/>
                    <a:pt x="565790" y="1637042"/>
                  </a:cubicBezTo>
                  <a:lnTo>
                    <a:pt x="565790" y="1637042"/>
                  </a:lnTo>
                  <a:cubicBezTo>
                    <a:pt x="571790" y="1636565"/>
                    <a:pt x="577600" y="1632946"/>
                    <a:pt x="580649" y="1626945"/>
                  </a:cubicBezTo>
                  <a:cubicBezTo>
                    <a:pt x="583601" y="1621230"/>
                    <a:pt x="583316" y="1614849"/>
                    <a:pt x="580458" y="1610181"/>
                  </a:cubicBezTo>
                  <a:cubicBezTo>
                    <a:pt x="599032" y="1588940"/>
                    <a:pt x="615510" y="1574082"/>
                    <a:pt x="629226" y="1563604"/>
                  </a:cubicBezTo>
                  <a:cubicBezTo>
                    <a:pt x="629607" y="1564270"/>
                    <a:pt x="629988" y="1564842"/>
                    <a:pt x="630559" y="1565414"/>
                  </a:cubicBezTo>
                  <a:cubicBezTo>
                    <a:pt x="631417" y="1566366"/>
                    <a:pt x="632369" y="1567128"/>
                    <a:pt x="633417" y="1567700"/>
                  </a:cubicBezTo>
                  <a:cubicBezTo>
                    <a:pt x="633417" y="1567700"/>
                    <a:pt x="633512" y="1567700"/>
                    <a:pt x="633512" y="1567795"/>
                  </a:cubicBezTo>
                  <a:cubicBezTo>
                    <a:pt x="639132" y="1570938"/>
                    <a:pt x="647038" y="1569414"/>
                    <a:pt x="652658" y="1563223"/>
                  </a:cubicBezTo>
                  <a:cubicBezTo>
                    <a:pt x="657515" y="1557889"/>
                    <a:pt x="659230" y="1551031"/>
                    <a:pt x="657896" y="1545411"/>
                  </a:cubicBezTo>
                  <a:cubicBezTo>
                    <a:pt x="667136" y="1540744"/>
                    <a:pt x="675517" y="1537886"/>
                    <a:pt x="682757" y="1537029"/>
                  </a:cubicBezTo>
                  <a:cubicBezTo>
                    <a:pt x="680852" y="1539410"/>
                    <a:pt x="679328" y="1542173"/>
                    <a:pt x="678470" y="1545220"/>
                  </a:cubicBezTo>
                  <a:cubicBezTo>
                    <a:pt x="678184" y="1546364"/>
                    <a:pt x="677994" y="1547507"/>
                    <a:pt x="677899" y="1548554"/>
                  </a:cubicBezTo>
                  <a:cubicBezTo>
                    <a:pt x="677518" y="1552936"/>
                    <a:pt x="678851" y="1556746"/>
                    <a:pt x="681423" y="1559318"/>
                  </a:cubicBezTo>
                  <a:cubicBezTo>
                    <a:pt x="683328" y="1561223"/>
                    <a:pt x="685900" y="1562461"/>
                    <a:pt x="688948" y="1562461"/>
                  </a:cubicBezTo>
                  <a:cubicBezTo>
                    <a:pt x="690186" y="1562461"/>
                    <a:pt x="691424" y="1562270"/>
                    <a:pt x="692662" y="1561889"/>
                  </a:cubicBezTo>
                  <a:cubicBezTo>
                    <a:pt x="692758" y="1561889"/>
                    <a:pt x="692948" y="1561794"/>
                    <a:pt x="693044" y="1561794"/>
                  </a:cubicBezTo>
                  <a:cubicBezTo>
                    <a:pt x="694187" y="1561413"/>
                    <a:pt x="695425" y="1560937"/>
                    <a:pt x="696473" y="1560365"/>
                  </a:cubicBezTo>
                  <a:cubicBezTo>
                    <a:pt x="696473" y="1560365"/>
                    <a:pt x="696473" y="1560365"/>
                    <a:pt x="696473" y="1560365"/>
                  </a:cubicBezTo>
                  <a:cubicBezTo>
                    <a:pt x="696473" y="1560365"/>
                    <a:pt x="696473" y="1560365"/>
                    <a:pt x="696473" y="1560365"/>
                  </a:cubicBezTo>
                  <a:cubicBezTo>
                    <a:pt x="701330" y="1557699"/>
                    <a:pt x="705236" y="1552745"/>
                    <a:pt x="706950" y="1547030"/>
                  </a:cubicBezTo>
                  <a:cubicBezTo>
                    <a:pt x="712379" y="1555412"/>
                    <a:pt x="714951" y="1569605"/>
                    <a:pt x="713903" y="1588369"/>
                  </a:cubicBezTo>
                  <a:cubicBezTo>
                    <a:pt x="706569" y="1589893"/>
                    <a:pt x="699806" y="1596941"/>
                    <a:pt x="698473" y="1605324"/>
                  </a:cubicBezTo>
                  <a:cubicBezTo>
                    <a:pt x="698282" y="1606752"/>
                    <a:pt x="698282" y="1608086"/>
                    <a:pt x="698378" y="1609419"/>
                  </a:cubicBezTo>
                  <a:cubicBezTo>
                    <a:pt x="698378" y="1609514"/>
                    <a:pt x="698378" y="1609705"/>
                    <a:pt x="698473" y="1609800"/>
                  </a:cubicBezTo>
                  <a:cubicBezTo>
                    <a:pt x="698568" y="1611038"/>
                    <a:pt x="698854" y="1612277"/>
                    <a:pt x="699235" y="1613420"/>
                  </a:cubicBezTo>
                  <a:cubicBezTo>
                    <a:pt x="699235" y="1613420"/>
                    <a:pt x="699235" y="1613420"/>
                    <a:pt x="699235" y="1613420"/>
                  </a:cubicBezTo>
                  <a:cubicBezTo>
                    <a:pt x="699235" y="1613420"/>
                    <a:pt x="699235" y="1613420"/>
                    <a:pt x="699235" y="1613420"/>
                  </a:cubicBezTo>
                  <a:cubicBezTo>
                    <a:pt x="700759" y="1617706"/>
                    <a:pt x="704188" y="1620849"/>
                    <a:pt x="708569" y="1621802"/>
                  </a:cubicBezTo>
                  <a:cubicBezTo>
                    <a:pt x="703712" y="1640566"/>
                    <a:pt x="695806" y="1662378"/>
                    <a:pt x="683519" y="1686667"/>
                  </a:cubicBezTo>
                  <a:close/>
                  <a:moveTo>
                    <a:pt x="899355" y="1637613"/>
                  </a:moveTo>
                  <a:cubicBezTo>
                    <a:pt x="898974" y="1639899"/>
                    <a:pt x="898879" y="1642280"/>
                    <a:pt x="899165" y="1644566"/>
                  </a:cubicBezTo>
                  <a:cubicBezTo>
                    <a:pt x="900403" y="1653806"/>
                    <a:pt x="907737" y="1659616"/>
                    <a:pt x="915357" y="1656473"/>
                  </a:cubicBezTo>
                  <a:cubicBezTo>
                    <a:pt x="916500" y="1655996"/>
                    <a:pt x="917548" y="1655330"/>
                    <a:pt x="918595" y="1654568"/>
                  </a:cubicBezTo>
                  <a:cubicBezTo>
                    <a:pt x="918691" y="1654472"/>
                    <a:pt x="918786" y="1654377"/>
                    <a:pt x="918881" y="1654282"/>
                  </a:cubicBezTo>
                  <a:cubicBezTo>
                    <a:pt x="919834" y="1653520"/>
                    <a:pt x="920691" y="1652663"/>
                    <a:pt x="921548" y="1651615"/>
                  </a:cubicBezTo>
                  <a:cubicBezTo>
                    <a:pt x="921548" y="1651615"/>
                    <a:pt x="921548" y="1651615"/>
                    <a:pt x="921548" y="1651615"/>
                  </a:cubicBezTo>
                  <a:cubicBezTo>
                    <a:pt x="921548" y="1651615"/>
                    <a:pt x="921548" y="1651615"/>
                    <a:pt x="921548" y="1651615"/>
                  </a:cubicBezTo>
                  <a:cubicBezTo>
                    <a:pt x="924977" y="1647329"/>
                    <a:pt x="926787" y="1641233"/>
                    <a:pt x="926025" y="1635327"/>
                  </a:cubicBezTo>
                  <a:cubicBezTo>
                    <a:pt x="934216" y="1640947"/>
                    <a:pt x="942027" y="1653139"/>
                    <a:pt x="948313" y="1670855"/>
                  </a:cubicBezTo>
                  <a:cubicBezTo>
                    <a:pt x="942122" y="1675142"/>
                    <a:pt x="938598" y="1684190"/>
                    <a:pt x="940598" y="1692477"/>
                  </a:cubicBezTo>
                  <a:cubicBezTo>
                    <a:pt x="940979" y="1693906"/>
                    <a:pt x="941455" y="1695144"/>
                    <a:pt x="942027" y="1696287"/>
                  </a:cubicBezTo>
                  <a:cubicBezTo>
                    <a:pt x="942122" y="1696382"/>
                    <a:pt x="942217" y="1696573"/>
                    <a:pt x="942217" y="1696668"/>
                  </a:cubicBezTo>
                  <a:cubicBezTo>
                    <a:pt x="942789" y="1697811"/>
                    <a:pt x="943551" y="1698764"/>
                    <a:pt x="944313" y="1699621"/>
                  </a:cubicBezTo>
                  <a:cubicBezTo>
                    <a:pt x="944313" y="1699621"/>
                    <a:pt x="944313" y="1699621"/>
                    <a:pt x="944313" y="1699621"/>
                  </a:cubicBezTo>
                  <a:cubicBezTo>
                    <a:pt x="944313" y="1699621"/>
                    <a:pt x="944313" y="1699621"/>
                    <a:pt x="944313" y="1699621"/>
                  </a:cubicBezTo>
                  <a:cubicBezTo>
                    <a:pt x="947361" y="1702955"/>
                    <a:pt x="951742" y="1704574"/>
                    <a:pt x="956124" y="1703717"/>
                  </a:cubicBezTo>
                  <a:cubicBezTo>
                    <a:pt x="959077" y="1722862"/>
                    <a:pt x="960220" y="1746008"/>
                    <a:pt x="958220" y="1773154"/>
                  </a:cubicBezTo>
                  <a:cubicBezTo>
                    <a:pt x="952124" y="1775154"/>
                    <a:pt x="947266" y="1780869"/>
                    <a:pt x="946408" y="1788203"/>
                  </a:cubicBezTo>
                  <a:cubicBezTo>
                    <a:pt x="946218" y="1789727"/>
                    <a:pt x="946313" y="1791156"/>
                    <a:pt x="946408" y="1792585"/>
                  </a:cubicBezTo>
                  <a:cubicBezTo>
                    <a:pt x="946408" y="1792775"/>
                    <a:pt x="946504" y="1792870"/>
                    <a:pt x="946504" y="1793061"/>
                  </a:cubicBezTo>
                  <a:cubicBezTo>
                    <a:pt x="946694" y="1794395"/>
                    <a:pt x="947075" y="1795728"/>
                    <a:pt x="947552" y="1796966"/>
                  </a:cubicBezTo>
                  <a:cubicBezTo>
                    <a:pt x="947552" y="1796966"/>
                    <a:pt x="947552" y="1796966"/>
                    <a:pt x="947552" y="1796966"/>
                  </a:cubicBezTo>
                  <a:cubicBezTo>
                    <a:pt x="947552" y="1796966"/>
                    <a:pt x="947552" y="1796966"/>
                    <a:pt x="947552" y="1796966"/>
                  </a:cubicBezTo>
                  <a:cubicBezTo>
                    <a:pt x="948885" y="1800395"/>
                    <a:pt x="951171" y="1803348"/>
                    <a:pt x="954124" y="1805349"/>
                  </a:cubicBezTo>
                  <a:cubicBezTo>
                    <a:pt x="949266" y="1830018"/>
                    <a:pt x="940598" y="1853069"/>
                    <a:pt x="927740" y="1873738"/>
                  </a:cubicBezTo>
                  <a:cubicBezTo>
                    <a:pt x="925454" y="1877453"/>
                    <a:pt x="922977" y="1881072"/>
                    <a:pt x="920405" y="1884596"/>
                  </a:cubicBezTo>
                  <a:cubicBezTo>
                    <a:pt x="917453" y="1881358"/>
                    <a:pt x="913452" y="1879072"/>
                    <a:pt x="908690" y="1878405"/>
                  </a:cubicBezTo>
                  <a:cubicBezTo>
                    <a:pt x="906118" y="1877929"/>
                    <a:pt x="903641" y="1878024"/>
                    <a:pt x="901355" y="1878500"/>
                  </a:cubicBezTo>
                  <a:cubicBezTo>
                    <a:pt x="896688" y="1879453"/>
                    <a:pt x="892497" y="1882215"/>
                    <a:pt x="889925" y="1886120"/>
                  </a:cubicBezTo>
                  <a:cubicBezTo>
                    <a:pt x="888592" y="1888025"/>
                    <a:pt x="887734" y="1890311"/>
                    <a:pt x="887258" y="1892693"/>
                  </a:cubicBezTo>
                  <a:cubicBezTo>
                    <a:pt x="886973" y="1894217"/>
                    <a:pt x="886973" y="1895645"/>
                    <a:pt x="887163" y="1897074"/>
                  </a:cubicBezTo>
                  <a:cubicBezTo>
                    <a:pt x="887163" y="1897265"/>
                    <a:pt x="887163" y="1897360"/>
                    <a:pt x="887258" y="1897455"/>
                  </a:cubicBezTo>
                  <a:cubicBezTo>
                    <a:pt x="887449" y="1898884"/>
                    <a:pt x="887734" y="1900217"/>
                    <a:pt x="888306" y="1901551"/>
                  </a:cubicBezTo>
                  <a:cubicBezTo>
                    <a:pt x="888306" y="1901551"/>
                    <a:pt x="888306" y="1901551"/>
                    <a:pt x="888306" y="1901551"/>
                  </a:cubicBezTo>
                  <a:lnTo>
                    <a:pt x="888306" y="1901551"/>
                  </a:lnTo>
                  <a:cubicBezTo>
                    <a:pt x="889830" y="1905551"/>
                    <a:pt x="892878" y="1908980"/>
                    <a:pt x="896879" y="1911266"/>
                  </a:cubicBezTo>
                  <a:cubicBezTo>
                    <a:pt x="885925" y="1921458"/>
                    <a:pt x="873637" y="1930412"/>
                    <a:pt x="860017" y="1938127"/>
                  </a:cubicBezTo>
                  <a:cubicBezTo>
                    <a:pt x="849825" y="1925554"/>
                    <a:pt x="841633" y="1911457"/>
                    <a:pt x="835252" y="1897265"/>
                  </a:cubicBezTo>
                  <a:cubicBezTo>
                    <a:pt x="834490" y="1895645"/>
                    <a:pt x="833918" y="1894026"/>
                    <a:pt x="833252" y="1892407"/>
                  </a:cubicBezTo>
                  <a:cubicBezTo>
                    <a:pt x="834204" y="1892312"/>
                    <a:pt x="835252" y="1892312"/>
                    <a:pt x="836204" y="1892121"/>
                  </a:cubicBezTo>
                  <a:cubicBezTo>
                    <a:pt x="836395" y="1892121"/>
                    <a:pt x="836490" y="1892026"/>
                    <a:pt x="836680" y="1892026"/>
                  </a:cubicBezTo>
                  <a:cubicBezTo>
                    <a:pt x="838109" y="1891740"/>
                    <a:pt x="839538" y="1891264"/>
                    <a:pt x="840776" y="1890597"/>
                  </a:cubicBezTo>
                  <a:cubicBezTo>
                    <a:pt x="840776" y="1890597"/>
                    <a:pt x="840776" y="1890597"/>
                    <a:pt x="840776" y="1890597"/>
                  </a:cubicBezTo>
                  <a:lnTo>
                    <a:pt x="840776" y="1890597"/>
                  </a:lnTo>
                  <a:cubicBezTo>
                    <a:pt x="846682" y="1887740"/>
                    <a:pt x="850682" y="1882120"/>
                    <a:pt x="850682" y="1875357"/>
                  </a:cubicBezTo>
                  <a:cubicBezTo>
                    <a:pt x="850682" y="1867261"/>
                    <a:pt x="845158" y="1860308"/>
                    <a:pt x="837538" y="1857926"/>
                  </a:cubicBezTo>
                  <a:cubicBezTo>
                    <a:pt x="837347" y="1857831"/>
                    <a:pt x="837157" y="1857831"/>
                    <a:pt x="836966" y="1857736"/>
                  </a:cubicBezTo>
                  <a:cubicBezTo>
                    <a:pt x="835537" y="1857355"/>
                    <a:pt x="834013" y="1857069"/>
                    <a:pt x="832394" y="1856974"/>
                  </a:cubicBezTo>
                  <a:cubicBezTo>
                    <a:pt x="829061" y="1856879"/>
                    <a:pt x="825917" y="1857641"/>
                    <a:pt x="823060" y="1858879"/>
                  </a:cubicBezTo>
                  <a:cubicBezTo>
                    <a:pt x="822679" y="1856879"/>
                    <a:pt x="822203" y="1854878"/>
                    <a:pt x="821917" y="1852878"/>
                  </a:cubicBezTo>
                  <a:cubicBezTo>
                    <a:pt x="817630" y="1827065"/>
                    <a:pt x="818774" y="1800681"/>
                    <a:pt x="824679" y="1774297"/>
                  </a:cubicBezTo>
                  <a:cubicBezTo>
                    <a:pt x="825250" y="1774202"/>
                    <a:pt x="825917" y="1774202"/>
                    <a:pt x="826489" y="1774011"/>
                  </a:cubicBezTo>
                  <a:cubicBezTo>
                    <a:pt x="826679" y="1774011"/>
                    <a:pt x="826775" y="1773916"/>
                    <a:pt x="826870" y="1773916"/>
                  </a:cubicBezTo>
                  <a:cubicBezTo>
                    <a:pt x="828203" y="1773630"/>
                    <a:pt x="829441" y="1773154"/>
                    <a:pt x="830584" y="1772582"/>
                  </a:cubicBezTo>
                  <a:cubicBezTo>
                    <a:pt x="830584" y="1772582"/>
                    <a:pt x="830584" y="1772582"/>
                    <a:pt x="830584" y="1772582"/>
                  </a:cubicBezTo>
                  <a:cubicBezTo>
                    <a:pt x="830584" y="1772582"/>
                    <a:pt x="830584" y="1772582"/>
                    <a:pt x="830584" y="1772582"/>
                  </a:cubicBezTo>
                  <a:cubicBezTo>
                    <a:pt x="836014" y="1769820"/>
                    <a:pt x="839919" y="1764295"/>
                    <a:pt x="840395" y="1757628"/>
                  </a:cubicBezTo>
                  <a:cubicBezTo>
                    <a:pt x="840871" y="1751151"/>
                    <a:pt x="838204" y="1745436"/>
                    <a:pt x="833823" y="1742102"/>
                  </a:cubicBezTo>
                  <a:cubicBezTo>
                    <a:pt x="842872" y="1715337"/>
                    <a:pt x="852302" y="1695335"/>
                    <a:pt x="860969" y="1680380"/>
                  </a:cubicBezTo>
                  <a:cubicBezTo>
                    <a:pt x="861541" y="1680857"/>
                    <a:pt x="862208" y="1681238"/>
                    <a:pt x="862874" y="1681619"/>
                  </a:cubicBezTo>
                  <a:cubicBezTo>
                    <a:pt x="865160" y="1682762"/>
                    <a:pt x="867637" y="1682952"/>
                    <a:pt x="870113" y="1682571"/>
                  </a:cubicBezTo>
                  <a:cubicBezTo>
                    <a:pt x="870113" y="1682571"/>
                    <a:pt x="870113" y="1682571"/>
                    <a:pt x="870113" y="1682571"/>
                  </a:cubicBezTo>
                  <a:cubicBezTo>
                    <a:pt x="870113" y="1682571"/>
                    <a:pt x="870113" y="1682571"/>
                    <a:pt x="870113" y="1682571"/>
                  </a:cubicBezTo>
                  <a:cubicBezTo>
                    <a:pt x="875257" y="1681619"/>
                    <a:pt x="880115" y="1677332"/>
                    <a:pt x="882400" y="1671046"/>
                  </a:cubicBezTo>
                  <a:cubicBezTo>
                    <a:pt x="884877" y="1664188"/>
                    <a:pt x="883829" y="1657235"/>
                    <a:pt x="880305" y="1652663"/>
                  </a:cubicBezTo>
                  <a:cubicBezTo>
                    <a:pt x="887068" y="1644662"/>
                    <a:pt x="893735" y="1638851"/>
                    <a:pt x="900022" y="1635327"/>
                  </a:cubicBezTo>
                  <a:cubicBezTo>
                    <a:pt x="899736" y="1636089"/>
                    <a:pt x="899450" y="1636756"/>
                    <a:pt x="899355" y="1637613"/>
                  </a:cubicBezTo>
                  <a:close/>
                  <a:moveTo>
                    <a:pt x="1139290" y="1642757"/>
                  </a:moveTo>
                  <a:cubicBezTo>
                    <a:pt x="1139576" y="1645900"/>
                    <a:pt x="1140338" y="1648948"/>
                    <a:pt x="1141957" y="1651805"/>
                  </a:cubicBezTo>
                  <a:cubicBezTo>
                    <a:pt x="1146624" y="1659902"/>
                    <a:pt x="1155578" y="1661997"/>
                    <a:pt x="1161483" y="1656568"/>
                  </a:cubicBezTo>
                  <a:cubicBezTo>
                    <a:pt x="1162436" y="1655711"/>
                    <a:pt x="1163102" y="1654758"/>
                    <a:pt x="1163769" y="1653710"/>
                  </a:cubicBezTo>
                  <a:cubicBezTo>
                    <a:pt x="1163864" y="1653615"/>
                    <a:pt x="1163864" y="1653520"/>
                    <a:pt x="1163960" y="1653425"/>
                  </a:cubicBezTo>
                  <a:cubicBezTo>
                    <a:pt x="1167198" y="1647805"/>
                    <a:pt x="1166912" y="1639518"/>
                    <a:pt x="1163388" y="1633136"/>
                  </a:cubicBezTo>
                  <a:cubicBezTo>
                    <a:pt x="1173104" y="1635232"/>
                    <a:pt x="1184819" y="1642852"/>
                    <a:pt x="1197488" y="1657520"/>
                  </a:cubicBezTo>
                  <a:cubicBezTo>
                    <a:pt x="1193392" y="1663616"/>
                    <a:pt x="1193487" y="1673237"/>
                    <a:pt x="1198535" y="1680285"/>
                  </a:cubicBezTo>
                  <a:cubicBezTo>
                    <a:pt x="1199393" y="1681524"/>
                    <a:pt x="1200440" y="1682571"/>
                    <a:pt x="1201488" y="1683428"/>
                  </a:cubicBezTo>
                  <a:cubicBezTo>
                    <a:pt x="1201488" y="1683428"/>
                    <a:pt x="1201583" y="1683428"/>
                    <a:pt x="1201583" y="1683524"/>
                  </a:cubicBezTo>
                  <a:cubicBezTo>
                    <a:pt x="1202631" y="1684381"/>
                    <a:pt x="1203679" y="1685048"/>
                    <a:pt x="1204727" y="1685619"/>
                  </a:cubicBezTo>
                  <a:cubicBezTo>
                    <a:pt x="1204822" y="1685619"/>
                    <a:pt x="1204822" y="1685714"/>
                    <a:pt x="1204917" y="1685714"/>
                  </a:cubicBezTo>
                  <a:cubicBezTo>
                    <a:pt x="1204917" y="1685714"/>
                    <a:pt x="1204917" y="1685714"/>
                    <a:pt x="1204917" y="1685714"/>
                  </a:cubicBezTo>
                  <a:cubicBezTo>
                    <a:pt x="1209013" y="1687715"/>
                    <a:pt x="1213680" y="1687429"/>
                    <a:pt x="1217395" y="1684857"/>
                  </a:cubicBezTo>
                  <a:cubicBezTo>
                    <a:pt x="1227396" y="1701335"/>
                    <a:pt x="1237207" y="1722290"/>
                    <a:pt x="1245684" y="1748103"/>
                  </a:cubicBezTo>
                  <a:cubicBezTo>
                    <a:pt x="1245684" y="1748103"/>
                    <a:pt x="1245684" y="1748103"/>
                    <a:pt x="1245684" y="1748103"/>
                  </a:cubicBezTo>
                  <a:cubicBezTo>
                    <a:pt x="1244065" y="1749532"/>
                    <a:pt x="1242731" y="1751246"/>
                    <a:pt x="1241779" y="1753151"/>
                  </a:cubicBezTo>
                  <a:cubicBezTo>
                    <a:pt x="1239779" y="1757057"/>
                    <a:pt x="1239207" y="1761819"/>
                    <a:pt x="1240540" y="1766582"/>
                  </a:cubicBezTo>
                  <a:cubicBezTo>
                    <a:pt x="1240921" y="1768010"/>
                    <a:pt x="1241588" y="1769344"/>
                    <a:pt x="1242255" y="1770677"/>
                  </a:cubicBezTo>
                  <a:cubicBezTo>
                    <a:pt x="1242350" y="1770773"/>
                    <a:pt x="1242446" y="1770868"/>
                    <a:pt x="1242446" y="1771058"/>
                  </a:cubicBezTo>
                  <a:cubicBezTo>
                    <a:pt x="1243112" y="1772297"/>
                    <a:pt x="1243970" y="1773344"/>
                    <a:pt x="1244922" y="1774297"/>
                  </a:cubicBezTo>
                  <a:cubicBezTo>
                    <a:pt x="1244922" y="1774297"/>
                    <a:pt x="1244922" y="1774297"/>
                    <a:pt x="1244922" y="1774297"/>
                  </a:cubicBezTo>
                  <a:cubicBezTo>
                    <a:pt x="1244922" y="1774297"/>
                    <a:pt x="1244922" y="1774297"/>
                    <a:pt x="1244922" y="1774297"/>
                  </a:cubicBezTo>
                  <a:cubicBezTo>
                    <a:pt x="1247398" y="1776964"/>
                    <a:pt x="1250637" y="1778774"/>
                    <a:pt x="1254161" y="1779440"/>
                  </a:cubicBezTo>
                  <a:cubicBezTo>
                    <a:pt x="1259114" y="1804110"/>
                    <a:pt x="1259876" y="1828780"/>
                    <a:pt x="1255876" y="1852878"/>
                  </a:cubicBezTo>
                  <a:cubicBezTo>
                    <a:pt x="1255209" y="1857260"/>
                    <a:pt x="1254256" y="1861546"/>
                    <a:pt x="1253209" y="1865737"/>
                  </a:cubicBezTo>
                  <a:cubicBezTo>
                    <a:pt x="1249304" y="1863832"/>
                    <a:pt x="1244636" y="1863165"/>
                    <a:pt x="1239969" y="1864213"/>
                  </a:cubicBezTo>
                  <a:cubicBezTo>
                    <a:pt x="1229968" y="1866499"/>
                    <a:pt x="1223491" y="1876214"/>
                    <a:pt x="1225586" y="1885835"/>
                  </a:cubicBezTo>
                  <a:cubicBezTo>
                    <a:pt x="1225872" y="1887359"/>
                    <a:pt x="1226444" y="1888692"/>
                    <a:pt x="1227110" y="1889930"/>
                  </a:cubicBezTo>
                  <a:cubicBezTo>
                    <a:pt x="1227205" y="1890026"/>
                    <a:pt x="1227301" y="1890216"/>
                    <a:pt x="1227301" y="1890311"/>
                  </a:cubicBezTo>
                  <a:cubicBezTo>
                    <a:pt x="1227968" y="1891550"/>
                    <a:pt x="1228825" y="1892693"/>
                    <a:pt x="1229777" y="1893645"/>
                  </a:cubicBezTo>
                  <a:cubicBezTo>
                    <a:pt x="1229777" y="1893645"/>
                    <a:pt x="1229777" y="1893645"/>
                    <a:pt x="1229777" y="1893645"/>
                  </a:cubicBezTo>
                  <a:cubicBezTo>
                    <a:pt x="1229777" y="1893645"/>
                    <a:pt x="1229777" y="1893645"/>
                    <a:pt x="1229777" y="1893645"/>
                  </a:cubicBezTo>
                  <a:cubicBezTo>
                    <a:pt x="1232730" y="1896693"/>
                    <a:pt x="1236826" y="1898693"/>
                    <a:pt x="1241398" y="1899265"/>
                  </a:cubicBezTo>
                  <a:cubicBezTo>
                    <a:pt x="1235111" y="1912790"/>
                    <a:pt x="1227205" y="1926220"/>
                    <a:pt x="1217490" y="1938222"/>
                  </a:cubicBezTo>
                  <a:cubicBezTo>
                    <a:pt x="1201679" y="1929269"/>
                    <a:pt x="1187581" y="1918601"/>
                    <a:pt x="1175389" y="1906313"/>
                  </a:cubicBezTo>
                  <a:cubicBezTo>
                    <a:pt x="1176247" y="1905932"/>
                    <a:pt x="1177104" y="1905456"/>
                    <a:pt x="1177866" y="1904885"/>
                  </a:cubicBezTo>
                  <a:cubicBezTo>
                    <a:pt x="1177961" y="1904789"/>
                    <a:pt x="1178152" y="1904694"/>
                    <a:pt x="1178247" y="1904599"/>
                  </a:cubicBezTo>
                  <a:cubicBezTo>
                    <a:pt x="1179485" y="1903742"/>
                    <a:pt x="1180533" y="1902789"/>
                    <a:pt x="1181486" y="1901646"/>
                  </a:cubicBezTo>
                  <a:cubicBezTo>
                    <a:pt x="1181486" y="1901646"/>
                    <a:pt x="1181486" y="1901646"/>
                    <a:pt x="1181486" y="1901646"/>
                  </a:cubicBezTo>
                  <a:cubicBezTo>
                    <a:pt x="1181486" y="1901646"/>
                    <a:pt x="1181486" y="1901646"/>
                    <a:pt x="1181486" y="1901646"/>
                  </a:cubicBezTo>
                  <a:cubicBezTo>
                    <a:pt x="1185867" y="1896693"/>
                    <a:pt x="1187391" y="1889930"/>
                    <a:pt x="1184819" y="1883739"/>
                  </a:cubicBezTo>
                  <a:cubicBezTo>
                    <a:pt x="1182247" y="1877548"/>
                    <a:pt x="1176628" y="1873738"/>
                    <a:pt x="1170341" y="1872881"/>
                  </a:cubicBezTo>
                  <a:cubicBezTo>
                    <a:pt x="1170341" y="1872881"/>
                    <a:pt x="1170341" y="1872881"/>
                    <a:pt x="1170341" y="1872881"/>
                  </a:cubicBezTo>
                  <a:cubicBezTo>
                    <a:pt x="1170341" y="1872881"/>
                    <a:pt x="1170246" y="1872881"/>
                    <a:pt x="1170246" y="1872881"/>
                  </a:cubicBezTo>
                  <a:cubicBezTo>
                    <a:pt x="1168817" y="1872690"/>
                    <a:pt x="1167293" y="1872595"/>
                    <a:pt x="1165864" y="1872785"/>
                  </a:cubicBezTo>
                  <a:cubicBezTo>
                    <a:pt x="1165769" y="1872785"/>
                    <a:pt x="1165579" y="1872785"/>
                    <a:pt x="1165484" y="1872785"/>
                  </a:cubicBezTo>
                  <a:cubicBezTo>
                    <a:pt x="1163960" y="1872976"/>
                    <a:pt x="1162340" y="1873166"/>
                    <a:pt x="1160816" y="1873643"/>
                  </a:cubicBezTo>
                  <a:cubicBezTo>
                    <a:pt x="1157673" y="1874690"/>
                    <a:pt x="1155006" y="1876595"/>
                    <a:pt x="1152911" y="1878882"/>
                  </a:cubicBezTo>
                  <a:cubicBezTo>
                    <a:pt x="1151768" y="1877167"/>
                    <a:pt x="1150625" y="1875548"/>
                    <a:pt x="1149577" y="1873833"/>
                  </a:cubicBezTo>
                  <a:cubicBezTo>
                    <a:pt x="1135861" y="1851735"/>
                    <a:pt x="1126812" y="1826970"/>
                    <a:pt x="1122240" y="1800395"/>
                  </a:cubicBezTo>
                  <a:cubicBezTo>
                    <a:pt x="1122812" y="1800110"/>
                    <a:pt x="1123288" y="1799824"/>
                    <a:pt x="1123859" y="1799443"/>
                  </a:cubicBezTo>
                  <a:cubicBezTo>
                    <a:pt x="1123955" y="1799348"/>
                    <a:pt x="1124050" y="1799252"/>
                    <a:pt x="1124240" y="1799157"/>
                  </a:cubicBezTo>
                  <a:cubicBezTo>
                    <a:pt x="1125288" y="1798395"/>
                    <a:pt x="1126336" y="1797443"/>
                    <a:pt x="1127193" y="1796490"/>
                  </a:cubicBezTo>
                  <a:cubicBezTo>
                    <a:pt x="1127193" y="1796490"/>
                    <a:pt x="1127193" y="1796490"/>
                    <a:pt x="1127193" y="1796490"/>
                  </a:cubicBezTo>
                  <a:cubicBezTo>
                    <a:pt x="1127193" y="1796490"/>
                    <a:pt x="1127193" y="1796490"/>
                    <a:pt x="1127193" y="1796490"/>
                  </a:cubicBezTo>
                  <a:cubicBezTo>
                    <a:pt x="1131098" y="1791823"/>
                    <a:pt x="1132622" y="1785155"/>
                    <a:pt x="1130622" y="1778869"/>
                  </a:cubicBezTo>
                  <a:cubicBezTo>
                    <a:pt x="1128622" y="1772678"/>
                    <a:pt x="1123955" y="1768582"/>
                    <a:pt x="1118716" y="1767153"/>
                  </a:cubicBezTo>
                  <a:cubicBezTo>
                    <a:pt x="1116811" y="1738959"/>
                    <a:pt x="1117954" y="1716766"/>
                    <a:pt x="1120335" y="1699621"/>
                  </a:cubicBezTo>
                  <a:cubicBezTo>
                    <a:pt x="1121097" y="1699811"/>
                    <a:pt x="1121764" y="1699907"/>
                    <a:pt x="1122526" y="1700002"/>
                  </a:cubicBezTo>
                  <a:cubicBezTo>
                    <a:pt x="1123764" y="1700002"/>
                    <a:pt x="1124907" y="1699811"/>
                    <a:pt x="1126050" y="1699526"/>
                  </a:cubicBezTo>
                  <a:cubicBezTo>
                    <a:pt x="1126145" y="1699526"/>
                    <a:pt x="1126336" y="1699430"/>
                    <a:pt x="1126431" y="1699430"/>
                  </a:cubicBezTo>
                  <a:cubicBezTo>
                    <a:pt x="1127574" y="1699145"/>
                    <a:pt x="1128527" y="1698573"/>
                    <a:pt x="1129479" y="1698002"/>
                  </a:cubicBezTo>
                  <a:cubicBezTo>
                    <a:pt x="1129479" y="1698002"/>
                    <a:pt x="1129479" y="1698002"/>
                    <a:pt x="1129479" y="1698002"/>
                  </a:cubicBezTo>
                  <a:lnTo>
                    <a:pt x="1129479" y="1698002"/>
                  </a:lnTo>
                  <a:cubicBezTo>
                    <a:pt x="1133956" y="1695144"/>
                    <a:pt x="1136813" y="1689524"/>
                    <a:pt x="1136528" y="1682857"/>
                  </a:cubicBezTo>
                  <a:cubicBezTo>
                    <a:pt x="1136242" y="1675713"/>
                    <a:pt x="1132527" y="1669427"/>
                    <a:pt x="1127574" y="1666379"/>
                  </a:cubicBezTo>
                  <a:cubicBezTo>
                    <a:pt x="1130717" y="1656568"/>
                    <a:pt x="1134718" y="1648567"/>
                    <a:pt x="1139290" y="1642757"/>
                  </a:cubicBezTo>
                  <a:close/>
                  <a:moveTo>
                    <a:pt x="1431421" y="1570271"/>
                  </a:moveTo>
                  <a:cubicBezTo>
                    <a:pt x="1432660" y="1571033"/>
                    <a:pt x="1433993" y="1571605"/>
                    <a:pt x="1435231" y="1572081"/>
                  </a:cubicBezTo>
                  <a:cubicBezTo>
                    <a:pt x="1435327" y="1572081"/>
                    <a:pt x="1435517" y="1572176"/>
                    <a:pt x="1435613" y="1572176"/>
                  </a:cubicBezTo>
                  <a:cubicBezTo>
                    <a:pt x="1441518" y="1573986"/>
                    <a:pt x="1447328" y="1571986"/>
                    <a:pt x="1450471" y="1567224"/>
                  </a:cubicBezTo>
                  <a:cubicBezTo>
                    <a:pt x="1466093" y="1578653"/>
                    <a:pt x="1483238" y="1594179"/>
                    <a:pt x="1500954" y="1614753"/>
                  </a:cubicBezTo>
                  <a:cubicBezTo>
                    <a:pt x="1500954" y="1614753"/>
                    <a:pt x="1500954" y="1614753"/>
                    <a:pt x="1500954" y="1614753"/>
                  </a:cubicBezTo>
                  <a:cubicBezTo>
                    <a:pt x="1500002" y="1616658"/>
                    <a:pt x="1499430" y="1618754"/>
                    <a:pt x="1499239" y="1620944"/>
                  </a:cubicBezTo>
                  <a:cubicBezTo>
                    <a:pt x="1499144" y="1621992"/>
                    <a:pt x="1499144" y="1623135"/>
                    <a:pt x="1499335" y="1624278"/>
                  </a:cubicBezTo>
                  <a:cubicBezTo>
                    <a:pt x="1499621" y="1626469"/>
                    <a:pt x="1500287" y="1628755"/>
                    <a:pt x="1501335" y="1630850"/>
                  </a:cubicBezTo>
                  <a:cubicBezTo>
                    <a:pt x="1501906" y="1631898"/>
                    <a:pt x="1502478" y="1632946"/>
                    <a:pt x="1503240" y="1633899"/>
                  </a:cubicBezTo>
                  <a:cubicBezTo>
                    <a:pt x="1504193" y="1635137"/>
                    <a:pt x="1505240" y="1636089"/>
                    <a:pt x="1506383" y="1636946"/>
                  </a:cubicBezTo>
                  <a:cubicBezTo>
                    <a:pt x="1506479" y="1637042"/>
                    <a:pt x="1506574" y="1637137"/>
                    <a:pt x="1506764" y="1637232"/>
                  </a:cubicBezTo>
                  <a:cubicBezTo>
                    <a:pt x="1507907" y="1638089"/>
                    <a:pt x="1509050" y="1638756"/>
                    <a:pt x="1510288" y="1639328"/>
                  </a:cubicBezTo>
                  <a:cubicBezTo>
                    <a:pt x="1510288" y="1639328"/>
                    <a:pt x="1510288" y="1639328"/>
                    <a:pt x="1510288" y="1639328"/>
                  </a:cubicBezTo>
                  <a:cubicBezTo>
                    <a:pt x="1510288" y="1639328"/>
                    <a:pt x="1510288" y="1639328"/>
                    <a:pt x="1510288" y="1639328"/>
                  </a:cubicBezTo>
                  <a:cubicBezTo>
                    <a:pt x="1513622" y="1640852"/>
                    <a:pt x="1517337" y="1641233"/>
                    <a:pt x="1520861" y="1640566"/>
                  </a:cubicBezTo>
                  <a:cubicBezTo>
                    <a:pt x="1534863" y="1661426"/>
                    <a:pt x="1545055" y="1683905"/>
                    <a:pt x="1550579" y="1707717"/>
                  </a:cubicBezTo>
                  <a:cubicBezTo>
                    <a:pt x="1551627" y="1712003"/>
                    <a:pt x="1552389" y="1716290"/>
                    <a:pt x="1553151" y="1720671"/>
                  </a:cubicBezTo>
                  <a:cubicBezTo>
                    <a:pt x="1548865" y="1720481"/>
                    <a:pt x="1544293" y="1721624"/>
                    <a:pt x="1540388" y="1724386"/>
                  </a:cubicBezTo>
                  <a:cubicBezTo>
                    <a:pt x="1532005" y="1730387"/>
                    <a:pt x="1529815" y="1741721"/>
                    <a:pt x="1535435" y="1749818"/>
                  </a:cubicBezTo>
                  <a:cubicBezTo>
                    <a:pt x="1536292" y="1751056"/>
                    <a:pt x="1537339" y="1752104"/>
                    <a:pt x="1538482" y="1753056"/>
                  </a:cubicBezTo>
                  <a:cubicBezTo>
                    <a:pt x="1538578" y="1753151"/>
                    <a:pt x="1538673" y="1753247"/>
                    <a:pt x="1538863" y="1753342"/>
                  </a:cubicBezTo>
                  <a:cubicBezTo>
                    <a:pt x="1540006" y="1754199"/>
                    <a:pt x="1541150" y="1754961"/>
                    <a:pt x="1542483" y="1755437"/>
                  </a:cubicBezTo>
                  <a:cubicBezTo>
                    <a:pt x="1542483" y="1755437"/>
                    <a:pt x="1542483" y="1755437"/>
                    <a:pt x="1542483" y="1755437"/>
                  </a:cubicBezTo>
                  <a:cubicBezTo>
                    <a:pt x="1542483" y="1755437"/>
                    <a:pt x="1542483" y="1755437"/>
                    <a:pt x="1542483" y="1755437"/>
                  </a:cubicBezTo>
                  <a:cubicBezTo>
                    <a:pt x="1546388" y="1757152"/>
                    <a:pt x="1550960" y="1757438"/>
                    <a:pt x="1555342" y="1756199"/>
                  </a:cubicBezTo>
                  <a:cubicBezTo>
                    <a:pt x="1554770" y="1771058"/>
                    <a:pt x="1552580" y="1786394"/>
                    <a:pt x="1548293" y="1801348"/>
                  </a:cubicBezTo>
                  <a:cubicBezTo>
                    <a:pt x="1530196" y="1799157"/>
                    <a:pt x="1513146" y="1794680"/>
                    <a:pt x="1497144" y="1788013"/>
                  </a:cubicBezTo>
                  <a:cubicBezTo>
                    <a:pt x="1497811" y="1787251"/>
                    <a:pt x="1498382" y="1786489"/>
                    <a:pt x="1498954" y="1785727"/>
                  </a:cubicBezTo>
                  <a:cubicBezTo>
                    <a:pt x="1499049" y="1785536"/>
                    <a:pt x="1499144" y="1785441"/>
                    <a:pt x="1499239" y="1785251"/>
                  </a:cubicBezTo>
                  <a:cubicBezTo>
                    <a:pt x="1500002" y="1784012"/>
                    <a:pt x="1500668" y="1782679"/>
                    <a:pt x="1501145" y="1781345"/>
                  </a:cubicBezTo>
                  <a:cubicBezTo>
                    <a:pt x="1501145" y="1781345"/>
                    <a:pt x="1501145" y="1781345"/>
                    <a:pt x="1501145" y="1781345"/>
                  </a:cubicBezTo>
                  <a:lnTo>
                    <a:pt x="1501145" y="1781345"/>
                  </a:lnTo>
                  <a:cubicBezTo>
                    <a:pt x="1503240" y="1775154"/>
                    <a:pt x="1502097" y="1768296"/>
                    <a:pt x="1497335" y="1763534"/>
                  </a:cubicBezTo>
                  <a:cubicBezTo>
                    <a:pt x="1492572" y="1758771"/>
                    <a:pt x="1486000" y="1757438"/>
                    <a:pt x="1479809" y="1759057"/>
                  </a:cubicBezTo>
                  <a:cubicBezTo>
                    <a:pt x="1479809" y="1759057"/>
                    <a:pt x="1479809" y="1759057"/>
                    <a:pt x="1479809" y="1759057"/>
                  </a:cubicBezTo>
                  <a:cubicBezTo>
                    <a:pt x="1479809" y="1759057"/>
                    <a:pt x="1479809" y="1759057"/>
                    <a:pt x="1479713" y="1759057"/>
                  </a:cubicBezTo>
                  <a:cubicBezTo>
                    <a:pt x="1478285" y="1759438"/>
                    <a:pt x="1476856" y="1760009"/>
                    <a:pt x="1475522" y="1760676"/>
                  </a:cubicBezTo>
                  <a:cubicBezTo>
                    <a:pt x="1475427" y="1760676"/>
                    <a:pt x="1475427" y="1760771"/>
                    <a:pt x="1475332" y="1760771"/>
                  </a:cubicBezTo>
                  <a:cubicBezTo>
                    <a:pt x="1473903" y="1761533"/>
                    <a:pt x="1472570" y="1762391"/>
                    <a:pt x="1471331" y="1763438"/>
                  </a:cubicBezTo>
                  <a:cubicBezTo>
                    <a:pt x="1468855" y="1765629"/>
                    <a:pt x="1467140" y="1768391"/>
                    <a:pt x="1466093" y="1771344"/>
                  </a:cubicBezTo>
                  <a:cubicBezTo>
                    <a:pt x="1464378" y="1770201"/>
                    <a:pt x="1462663" y="1769153"/>
                    <a:pt x="1461044" y="1767915"/>
                  </a:cubicBezTo>
                  <a:cubicBezTo>
                    <a:pt x="1439804" y="1752866"/>
                    <a:pt x="1421992" y="1733435"/>
                    <a:pt x="1407514" y="1710670"/>
                  </a:cubicBezTo>
                  <a:cubicBezTo>
                    <a:pt x="1407895" y="1710194"/>
                    <a:pt x="1408276" y="1709717"/>
                    <a:pt x="1408657" y="1709241"/>
                  </a:cubicBezTo>
                  <a:cubicBezTo>
                    <a:pt x="1408752" y="1709146"/>
                    <a:pt x="1408847" y="1708955"/>
                    <a:pt x="1408847" y="1708860"/>
                  </a:cubicBezTo>
                  <a:cubicBezTo>
                    <a:pt x="1409514" y="1707717"/>
                    <a:pt x="1410086" y="1706479"/>
                    <a:pt x="1410467" y="1705241"/>
                  </a:cubicBezTo>
                  <a:cubicBezTo>
                    <a:pt x="1410467" y="1705241"/>
                    <a:pt x="1410467" y="1705241"/>
                    <a:pt x="1410467" y="1705241"/>
                  </a:cubicBezTo>
                  <a:lnTo>
                    <a:pt x="1410467" y="1705241"/>
                  </a:lnTo>
                  <a:cubicBezTo>
                    <a:pt x="1412371" y="1699430"/>
                    <a:pt x="1411133" y="1692668"/>
                    <a:pt x="1406847" y="1687619"/>
                  </a:cubicBezTo>
                  <a:cubicBezTo>
                    <a:pt x="1402656" y="1682666"/>
                    <a:pt x="1396846" y="1680666"/>
                    <a:pt x="1391417" y="1681428"/>
                  </a:cubicBezTo>
                  <a:cubicBezTo>
                    <a:pt x="1378844" y="1656092"/>
                    <a:pt x="1371319" y="1635232"/>
                    <a:pt x="1366937" y="1618468"/>
                  </a:cubicBezTo>
                  <a:cubicBezTo>
                    <a:pt x="1367699" y="1618373"/>
                    <a:pt x="1368366" y="1618182"/>
                    <a:pt x="1369033" y="1617992"/>
                  </a:cubicBezTo>
                  <a:cubicBezTo>
                    <a:pt x="1370176" y="1617515"/>
                    <a:pt x="1371223" y="1616944"/>
                    <a:pt x="1372176" y="1616182"/>
                  </a:cubicBezTo>
                  <a:cubicBezTo>
                    <a:pt x="1372271" y="1616087"/>
                    <a:pt x="1372367" y="1615991"/>
                    <a:pt x="1372462" y="1615896"/>
                  </a:cubicBezTo>
                  <a:cubicBezTo>
                    <a:pt x="1373319" y="1615134"/>
                    <a:pt x="1374081" y="1614372"/>
                    <a:pt x="1374748" y="1613420"/>
                  </a:cubicBezTo>
                  <a:cubicBezTo>
                    <a:pt x="1374748" y="1613420"/>
                    <a:pt x="1374748" y="1613420"/>
                    <a:pt x="1374748" y="1613420"/>
                  </a:cubicBezTo>
                  <a:lnTo>
                    <a:pt x="1374748" y="1613420"/>
                  </a:lnTo>
                  <a:cubicBezTo>
                    <a:pt x="1377701" y="1609038"/>
                    <a:pt x="1378272" y="1602752"/>
                    <a:pt x="1375414" y="1596751"/>
                  </a:cubicBezTo>
                  <a:cubicBezTo>
                    <a:pt x="1372367" y="1590274"/>
                    <a:pt x="1366556" y="1585892"/>
                    <a:pt x="1360841" y="1584940"/>
                  </a:cubicBezTo>
                  <a:cubicBezTo>
                    <a:pt x="1360175" y="1574843"/>
                    <a:pt x="1360746" y="1565985"/>
                    <a:pt x="1362651" y="1558937"/>
                  </a:cubicBezTo>
                  <a:cubicBezTo>
                    <a:pt x="1364175" y="1561604"/>
                    <a:pt x="1366080" y="1564080"/>
                    <a:pt x="1368652" y="1565985"/>
                  </a:cubicBezTo>
                  <a:cubicBezTo>
                    <a:pt x="1376081" y="1571700"/>
                    <a:pt x="1385225" y="1570176"/>
                    <a:pt x="1388559" y="1562937"/>
                  </a:cubicBezTo>
                  <a:cubicBezTo>
                    <a:pt x="1389035" y="1561889"/>
                    <a:pt x="1389321" y="1560651"/>
                    <a:pt x="1389512" y="1559508"/>
                  </a:cubicBezTo>
                  <a:cubicBezTo>
                    <a:pt x="1389512" y="1559222"/>
                    <a:pt x="1389512" y="1559032"/>
                    <a:pt x="1389607" y="1558746"/>
                  </a:cubicBezTo>
                  <a:cubicBezTo>
                    <a:pt x="1390273" y="1552364"/>
                    <a:pt x="1386940" y="1544935"/>
                    <a:pt x="1381225" y="1540458"/>
                  </a:cubicBezTo>
                  <a:cubicBezTo>
                    <a:pt x="1391036" y="1538649"/>
                    <a:pt x="1404847" y="1541315"/>
                    <a:pt x="1422087" y="1549793"/>
                  </a:cubicBezTo>
                  <a:cubicBezTo>
                    <a:pt x="1420277" y="1556936"/>
                    <a:pt x="1423992" y="1565604"/>
                    <a:pt x="1431421" y="1570271"/>
                  </a:cubicBezTo>
                  <a:close/>
                  <a:moveTo>
                    <a:pt x="1565057" y="1447208"/>
                  </a:moveTo>
                  <a:cubicBezTo>
                    <a:pt x="1566010" y="1446351"/>
                    <a:pt x="1566772" y="1445399"/>
                    <a:pt x="1567343" y="1444351"/>
                  </a:cubicBezTo>
                  <a:cubicBezTo>
                    <a:pt x="1567343" y="1444351"/>
                    <a:pt x="1567343" y="1444256"/>
                    <a:pt x="1567438" y="1444256"/>
                  </a:cubicBezTo>
                  <a:cubicBezTo>
                    <a:pt x="1570582" y="1438636"/>
                    <a:pt x="1569058" y="1430730"/>
                    <a:pt x="1562867" y="1425110"/>
                  </a:cubicBezTo>
                  <a:cubicBezTo>
                    <a:pt x="1557532" y="1420253"/>
                    <a:pt x="1550675" y="1418538"/>
                    <a:pt x="1545055" y="1419872"/>
                  </a:cubicBezTo>
                  <a:cubicBezTo>
                    <a:pt x="1540388" y="1410632"/>
                    <a:pt x="1537530" y="1402250"/>
                    <a:pt x="1536673" y="1395011"/>
                  </a:cubicBezTo>
                  <a:cubicBezTo>
                    <a:pt x="1539054" y="1396916"/>
                    <a:pt x="1541816" y="1398440"/>
                    <a:pt x="1544864" y="1399298"/>
                  </a:cubicBezTo>
                  <a:cubicBezTo>
                    <a:pt x="1553913" y="1401679"/>
                    <a:pt x="1562009" y="1397012"/>
                    <a:pt x="1562200" y="1388915"/>
                  </a:cubicBezTo>
                  <a:cubicBezTo>
                    <a:pt x="1562200" y="1387677"/>
                    <a:pt x="1562009" y="1386439"/>
                    <a:pt x="1561628" y="1385201"/>
                  </a:cubicBezTo>
                  <a:cubicBezTo>
                    <a:pt x="1561628" y="1385105"/>
                    <a:pt x="1561533" y="1384915"/>
                    <a:pt x="1561533" y="1384820"/>
                  </a:cubicBezTo>
                  <a:cubicBezTo>
                    <a:pt x="1561152" y="1383582"/>
                    <a:pt x="1560676" y="1382438"/>
                    <a:pt x="1560104" y="1381391"/>
                  </a:cubicBezTo>
                  <a:cubicBezTo>
                    <a:pt x="1560104" y="1381391"/>
                    <a:pt x="1560104" y="1381391"/>
                    <a:pt x="1560104" y="1381391"/>
                  </a:cubicBezTo>
                  <a:cubicBezTo>
                    <a:pt x="1560104" y="1381391"/>
                    <a:pt x="1560104" y="1381391"/>
                    <a:pt x="1560104" y="1381391"/>
                  </a:cubicBezTo>
                  <a:cubicBezTo>
                    <a:pt x="1557437" y="1376533"/>
                    <a:pt x="1552484" y="1372628"/>
                    <a:pt x="1546769" y="1370913"/>
                  </a:cubicBezTo>
                  <a:cubicBezTo>
                    <a:pt x="1555151" y="1365484"/>
                    <a:pt x="1569344" y="1362912"/>
                    <a:pt x="1588108" y="1364055"/>
                  </a:cubicBezTo>
                  <a:cubicBezTo>
                    <a:pt x="1588394" y="1365293"/>
                    <a:pt x="1588775" y="1366532"/>
                    <a:pt x="1589251" y="1367675"/>
                  </a:cubicBezTo>
                  <a:cubicBezTo>
                    <a:pt x="1590584" y="1370627"/>
                    <a:pt x="1592775" y="1373294"/>
                    <a:pt x="1595537" y="1375295"/>
                  </a:cubicBezTo>
                  <a:cubicBezTo>
                    <a:pt x="1598300" y="1377390"/>
                    <a:pt x="1601538" y="1378914"/>
                    <a:pt x="1604967" y="1379390"/>
                  </a:cubicBezTo>
                  <a:cubicBezTo>
                    <a:pt x="1606396" y="1379581"/>
                    <a:pt x="1607729" y="1379581"/>
                    <a:pt x="1609063" y="1379486"/>
                  </a:cubicBezTo>
                  <a:cubicBezTo>
                    <a:pt x="1609158" y="1379486"/>
                    <a:pt x="1609348" y="1379486"/>
                    <a:pt x="1609444" y="1379390"/>
                  </a:cubicBezTo>
                  <a:cubicBezTo>
                    <a:pt x="1610682" y="1379295"/>
                    <a:pt x="1611920" y="1379009"/>
                    <a:pt x="1613063" y="1378533"/>
                  </a:cubicBezTo>
                  <a:cubicBezTo>
                    <a:pt x="1613063" y="1378533"/>
                    <a:pt x="1613063" y="1378533"/>
                    <a:pt x="1613063" y="1378533"/>
                  </a:cubicBezTo>
                  <a:lnTo>
                    <a:pt x="1613063" y="1378533"/>
                  </a:lnTo>
                  <a:cubicBezTo>
                    <a:pt x="1617350" y="1377009"/>
                    <a:pt x="1620493" y="1373580"/>
                    <a:pt x="1621350" y="1369199"/>
                  </a:cubicBezTo>
                  <a:cubicBezTo>
                    <a:pt x="1640114" y="1373770"/>
                    <a:pt x="1661927" y="1381676"/>
                    <a:pt x="1686215" y="1393964"/>
                  </a:cubicBezTo>
                  <a:cubicBezTo>
                    <a:pt x="1685739" y="1400345"/>
                    <a:pt x="1689073" y="1407013"/>
                    <a:pt x="1695550" y="1410632"/>
                  </a:cubicBezTo>
                  <a:cubicBezTo>
                    <a:pt x="1696883" y="1411394"/>
                    <a:pt x="1698217" y="1411870"/>
                    <a:pt x="1699646" y="1412252"/>
                  </a:cubicBezTo>
                  <a:cubicBezTo>
                    <a:pt x="1699836" y="1412252"/>
                    <a:pt x="1699931" y="1412347"/>
                    <a:pt x="1700122" y="1412347"/>
                  </a:cubicBezTo>
                  <a:cubicBezTo>
                    <a:pt x="1701455" y="1412728"/>
                    <a:pt x="1702789" y="1412918"/>
                    <a:pt x="1704122" y="1412918"/>
                  </a:cubicBezTo>
                  <a:cubicBezTo>
                    <a:pt x="1704122" y="1412918"/>
                    <a:pt x="1704122" y="1412918"/>
                    <a:pt x="1704122" y="1412918"/>
                  </a:cubicBezTo>
                  <a:cubicBezTo>
                    <a:pt x="1704122" y="1412918"/>
                    <a:pt x="1704122" y="1412918"/>
                    <a:pt x="1704122" y="1412918"/>
                  </a:cubicBezTo>
                  <a:cubicBezTo>
                    <a:pt x="1707837" y="1413014"/>
                    <a:pt x="1711456" y="1412061"/>
                    <a:pt x="1714409" y="1410061"/>
                  </a:cubicBezTo>
                  <a:cubicBezTo>
                    <a:pt x="1735269" y="1424063"/>
                    <a:pt x="1753176" y="1440922"/>
                    <a:pt x="1767368" y="1460734"/>
                  </a:cubicBezTo>
                  <a:cubicBezTo>
                    <a:pt x="1769940" y="1464258"/>
                    <a:pt x="1772321" y="1467973"/>
                    <a:pt x="1774607" y="1471688"/>
                  </a:cubicBezTo>
                  <a:cubicBezTo>
                    <a:pt x="1770512" y="1473116"/>
                    <a:pt x="1766797" y="1475974"/>
                    <a:pt x="1764415" y="1480070"/>
                  </a:cubicBezTo>
                  <a:cubicBezTo>
                    <a:pt x="1762987" y="1482260"/>
                    <a:pt x="1762130" y="1484546"/>
                    <a:pt x="1761653" y="1486928"/>
                  </a:cubicBezTo>
                  <a:cubicBezTo>
                    <a:pt x="1761463" y="1488070"/>
                    <a:pt x="1761368" y="1489309"/>
                    <a:pt x="1761368" y="1490452"/>
                  </a:cubicBezTo>
                  <a:cubicBezTo>
                    <a:pt x="1761368" y="1493976"/>
                    <a:pt x="1762415" y="1497500"/>
                    <a:pt x="1764320" y="1500358"/>
                  </a:cubicBezTo>
                  <a:cubicBezTo>
                    <a:pt x="1765559" y="1502263"/>
                    <a:pt x="1767273" y="1503977"/>
                    <a:pt x="1769369" y="1505311"/>
                  </a:cubicBezTo>
                  <a:cubicBezTo>
                    <a:pt x="1770607" y="1506168"/>
                    <a:pt x="1772036" y="1506644"/>
                    <a:pt x="1773369" y="1507120"/>
                  </a:cubicBezTo>
                  <a:cubicBezTo>
                    <a:pt x="1773464" y="1507120"/>
                    <a:pt x="1773655" y="1507216"/>
                    <a:pt x="1773750" y="1507216"/>
                  </a:cubicBezTo>
                  <a:cubicBezTo>
                    <a:pt x="1775084" y="1507597"/>
                    <a:pt x="1776512" y="1507787"/>
                    <a:pt x="1777846" y="1507883"/>
                  </a:cubicBezTo>
                  <a:cubicBezTo>
                    <a:pt x="1777846" y="1507883"/>
                    <a:pt x="1777846" y="1507883"/>
                    <a:pt x="1777846" y="1507883"/>
                  </a:cubicBezTo>
                  <a:lnTo>
                    <a:pt x="1777846" y="1507883"/>
                  </a:lnTo>
                  <a:cubicBezTo>
                    <a:pt x="1782132" y="1507978"/>
                    <a:pt x="1786418" y="1506549"/>
                    <a:pt x="1790038" y="1503692"/>
                  </a:cubicBezTo>
                  <a:cubicBezTo>
                    <a:pt x="1795181" y="1517693"/>
                    <a:pt x="1798801" y="1532552"/>
                    <a:pt x="1800706" y="1548078"/>
                  </a:cubicBezTo>
                  <a:cubicBezTo>
                    <a:pt x="1785085" y="1552555"/>
                    <a:pt x="1769083" y="1554745"/>
                    <a:pt x="1753462" y="1555222"/>
                  </a:cubicBezTo>
                  <a:cubicBezTo>
                    <a:pt x="1751747" y="1555317"/>
                    <a:pt x="1749938" y="1555222"/>
                    <a:pt x="1748223" y="1555222"/>
                  </a:cubicBezTo>
                  <a:cubicBezTo>
                    <a:pt x="1748604" y="1554269"/>
                    <a:pt x="1748890" y="1553317"/>
                    <a:pt x="1749080" y="1552364"/>
                  </a:cubicBezTo>
                  <a:cubicBezTo>
                    <a:pt x="1749080" y="1552174"/>
                    <a:pt x="1749080" y="1552079"/>
                    <a:pt x="1749176" y="1551888"/>
                  </a:cubicBezTo>
                  <a:cubicBezTo>
                    <a:pt x="1749461" y="1550459"/>
                    <a:pt x="1749461" y="1549031"/>
                    <a:pt x="1749461" y="1547602"/>
                  </a:cubicBezTo>
                  <a:cubicBezTo>
                    <a:pt x="1749461" y="1547602"/>
                    <a:pt x="1749461" y="1547602"/>
                    <a:pt x="1749461" y="1547602"/>
                  </a:cubicBezTo>
                  <a:cubicBezTo>
                    <a:pt x="1749461" y="1547602"/>
                    <a:pt x="1749461" y="1547602"/>
                    <a:pt x="1749461" y="1547602"/>
                  </a:cubicBezTo>
                  <a:cubicBezTo>
                    <a:pt x="1749080" y="1541030"/>
                    <a:pt x="1745365" y="1535219"/>
                    <a:pt x="1739174" y="1532552"/>
                  </a:cubicBezTo>
                  <a:cubicBezTo>
                    <a:pt x="1731650" y="1529409"/>
                    <a:pt x="1723172" y="1531886"/>
                    <a:pt x="1718029" y="1538077"/>
                  </a:cubicBezTo>
                  <a:cubicBezTo>
                    <a:pt x="1717934" y="1538267"/>
                    <a:pt x="1717743" y="1538363"/>
                    <a:pt x="1717648" y="1538553"/>
                  </a:cubicBezTo>
                  <a:cubicBezTo>
                    <a:pt x="1716695" y="1539791"/>
                    <a:pt x="1715838" y="1541030"/>
                    <a:pt x="1715171" y="1542458"/>
                  </a:cubicBezTo>
                  <a:cubicBezTo>
                    <a:pt x="1713743" y="1545507"/>
                    <a:pt x="1713171" y="1548650"/>
                    <a:pt x="1713266" y="1551698"/>
                  </a:cubicBezTo>
                  <a:cubicBezTo>
                    <a:pt x="1711266" y="1551317"/>
                    <a:pt x="1709266" y="1550936"/>
                    <a:pt x="1707265" y="1550459"/>
                  </a:cubicBezTo>
                  <a:cubicBezTo>
                    <a:pt x="1681834" y="1544554"/>
                    <a:pt x="1657926" y="1533314"/>
                    <a:pt x="1635828" y="1517789"/>
                  </a:cubicBezTo>
                  <a:cubicBezTo>
                    <a:pt x="1636019" y="1517217"/>
                    <a:pt x="1636209" y="1516645"/>
                    <a:pt x="1636304" y="1515979"/>
                  </a:cubicBezTo>
                  <a:cubicBezTo>
                    <a:pt x="1636304" y="1515788"/>
                    <a:pt x="1636304" y="1515693"/>
                    <a:pt x="1636400" y="1515503"/>
                  </a:cubicBezTo>
                  <a:cubicBezTo>
                    <a:pt x="1636590" y="1514169"/>
                    <a:pt x="1636685" y="1512836"/>
                    <a:pt x="1636590" y="1511597"/>
                  </a:cubicBezTo>
                  <a:cubicBezTo>
                    <a:pt x="1636590" y="1511597"/>
                    <a:pt x="1636590" y="1511597"/>
                    <a:pt x="1636590" y="1511597"/>
                  </a:cubicBezTo>
                  <a:cubicBezTo>
                    <a:pt x="1636590" y="1511597"/>
                    <a:pt x="1636590" y="1511597"/>
                    <a:pt x="1636590" y="1511597"/>
                  </a:cubicBezTo>
                  <a:cubicBezTo>
                    <a:pt x="1636114" y="1505597"/>
                    <a:pt x="1632494" y="1499786"/>
                    <a:pt x="1626494" y="1496738"/>
                  </a:cubicBezTo>
                  <a:cubicBezTo>
                    <a:pt x="1620779" y="1493786"/>
                    <a:pt x="1614397" y="1494071"/>
                    <a:pt x="1609730" y="1496929"/>
                  </a:cubicBezTo>
                  <a:cubicBezTo>
                    <a:pt x="1588489" y="1478355"/>
                    <a:pt x="1573630" y="1461877"/>
                    <a:pt x="1563152" y="1448161"/>
                  </a:cubicBezTo>
                  <a:cubicBezTo>
                    <a:pt x="1563914" y="1448066"/>
                    <a:pt x="1564486" y="1447685"/>
                    <a:pt x="1565057" y="1447208"/>
                  </a:cubicBezTo>
                  <a:close/>
                  <a:moveTo>
                    <a:pt x="1924531" y="1452733"/>
                  </a:moveTo>
                  <a:cubicBezTo>
                    <a:pt x="1921578" y="1449018"/>
                    <a:pt x="1917292" y="1446732"/>
                    <a:pt x="1912244" y="1446827"/>
                  </a:cubicBezTo>
                  <a:cubicBezTo>
                    <a:pt x="1907195" y="1446923"/>
                    <a:pt x="1902433" y="1449209"/>
                    <a:pt x="1898718" y="1452924"/>
                  </a:cubicBezTo>
                  <a:cubicBezTo>
                    <a:pt x="1896242" y="1455305"/>
                    <a:pt x="1894241" y="1458257"/>
                    <a:pt x="1892908" y="1461496"/>
                  </a:cubicBezTo>
                  <a:cubicBezTo>
                    <a:pt x="1892813" y="1461686"/>
                    <a:pt x="1892717" y="1461877"/>
                    <a:pt x="1892622" y="1462163"/>
                  </a:cubicBezTo>
                  <a:cubicBezTo>
                    <a:pt x="1892051" y="1463782"/>
                    <a:pt x="1891479" y="1465401"/>
                    <a:pt x="1891288" y="1467211"/>
                  </a:cubicBezTo>
                  <a:cubicBezTo>
                    <a:pt x="1890146" y="1475402"/>
                    <a:pt x="1893479" y="1482546"/>
                    <a:pt x="1899194" y="1486070"/>
                  </a:cubicBezTo>
                  <a:cubicBezTo>
                    <a:pt x="1898337" y="1487023"/>
                    <a:pt x="1897480" y="1488070"/>
                    <a:pt x="1896622" y="1489023"/>
                  </a:cubicBezTo>
                  <a:cubicBezTo>
                    <a:pt x="1896527" y="1489118"/>
                    <a:pt x="1896527" y="1489118"/>
                    <a:pt x="1896432" y="1489214"/>
                  </a:cubicBezTo>
                  <a:cubicBezTo>
                    <a:pt x="1889288" y="1496834"/>
                    <a:pt x="1881763" y="1503692"/>
                    <a:pt x="1873858" y="1509978"/>
                  </a:cubicBezTo>
                  <a:cubicBezTo>
                    <a:pt x="1872143" y="1511312"/>
                    <a:pt x="1870429" y="1512645"/>
                    <a:pt x="1868619" y="1513979"/>
                  </a:cubicBezTo>
                  <a:cubicBezTo>
                    <a:pt x="1865190" y="1516550"/>
                    <a:pt x="1861761" y="1519122"/>
                    <a:pt x="1858237" y="1521408"/>
                  </a:cubicBezTo>
                  <a:cubicBezTo>
                    <a:pt x="1856903" y="1514455"/>
                    <a:pt x="1855189" y="1507787"/>
                    <a:pt x="1853379" y="1501215"/>
                  </a:cubicBezTo>
                  <a:cubicBezTo>
                    <a:pt x="1858713" y="1499882"/>
                    <a:pt x="1863666" y="1496262"/>
                    <a:pt x="1866905" y="1490642"/>
                  </a:cubicBezTo>
                  <a:cubicBezTo>
                    <a:pt x="1870524" y="1483880"/>
                    <a:pt x="1870334" y="1476260"/>
                    <a:pt x="1867190" y="1470640"/>
                  </a:cubicBezTo>
                  <a:cubicBezTo>
                    <a:pt x="1867190" y="1470640"/>
                    <a:pt x="1867190" y="1470640"/>
                    <a:pt x="1867190" y="1470640"/>
                  </a:cubicBezTo>
                  <a:cubicBezTo>
                    <a:pt x="1867190" y="1470640"/>
                    <a:pt x="1867190" y="1470640"/>
                    <a:pt x="1867190" y="1470640"/>
                  </a:cubicBezTo>
                  <a:cubicBezTo>
                    <a:pt x="1866523" y="1469402"/>
                    <a:pt x="1865666" y="1468259"/>
                    <a:pt x="1864619" y="1467211"/>
                  </a:cubicBezTo>
                  <a:cubicBezTo>
                    <a:pt x="1864523" y="1467116"/>
                    <a:pt x="1864333" y="1466925"/>
                    <a:pt x="1864238" y="1466830"/>
                  </a:cubicBezTo>
                  <a:cubicBezTo>
                    <a:pt x="1863190" y="1465782"/>
                    <a:pt x="1861952" y="1464830"/>
                    <a:pt x="1860618" y="1464163"/>
                  </a:cubicBezTo>
                  <a:cubicBezTo>
                    <a:pt x="1858427" y="1463020"/>
                    <a:pt x="1856046" y="1462449"/>
                    <a:pt x="1853760" y="1462353"/>
                  </a:cubicBezTo>
                  <a:cubicBezTo>
                    <a:pt x="1851474" y="1462258"/>
                    <a:pt x="1848997" y="1462734"/>
                    <a:pt x="1846807" y="1463591"/>
                  </a:cubicBezTo>
                  <a:cubicBezTo>
                    <a:pt x="1845664" y="1464068"/>
                    <a:pt x="1844616" y="1464544"/>
                    <a:pt x="1843568" y="1465211"/>
                  </a:cubicBezTo>
                  <a:cubicBezTo>
                    <a:pt x="1842616" y="1465782"/>
                    <a:pt x="1841759" y="1466449"/>
                    <a:pt x="1840901" y="1467211"/>
                  </a:cubicBezTo>
                  <a:cubicBezTo>
                    <a:pt x="1840806" y="1467020"/>
                    <a:pt x="1840711" y="1466830"/>
                    <a:pt x="1840711" y="1466639"/>
                  </a:cubicBezTo>
                  <a:cubicBezTo>
                    <a:pt x="1832519" y="1449494"/>
                    <a:pt x="1822423" y="1433683"/>
                    <a:pt x="1810612" y="1419491"/>
                  </a:cubicBezTo>
                  <a:cubicBezTo>
                    <a:pt x="1803944" y="1411490"/>
                    <a:pt x="1796705" y="1404060"/>
                    <a:pt x="1788895" y="1397012"/>
                  </a:cubicBezTo>
                  <a:cubicBezTo>
                    <a:pt x="1791371" y="1391011"/>
                    <a:pt x="1790419" y="1384439"/>
                    <a:pt x="1786990" y="1379581"/>
                  </a:cubicBezTo>
                  <a:cubicBezTo>
                    <a:pt x="1786990" y="1379581"/>
                    <a:pt x="1786990" y="1379581"/>
                    <a:pt x="1786990" y="1379581"/>
                  </a:cubicBezTo>
                  <a:cubicBezTo>
                    <a:pt x="1786990" y="1379581"/>
                    <a:pt x="1786990" y="1379581"/>
                    <a:pt x="1786990" y="1379581"/>
                  </a:cubicBezTo>
                  <a:cubicBezTo>
                    <a:pt x="1786132" y="1378438"/>
                    <a:pt x="1785275" y="1377390"/>
                    <a:pt x="1784132" y="1376438"/>
                  </a:cubicBezTo>
                  <a:cubicBezTo>
                    <a:pt x="1784037" y="1376342"/>
                    <a:pt x="1783846" y="1376247"/>
                    <a:pt x="1783751" y="1376057"/>
                  </a:cubicBezTo>
                  <a:cubicBezTo>
                    <a:pt x="1782608" y="1375104"/>
                    <a:pt x="1781370" y="1374247"/>
                    <a:pt x="1779941" y="1373675"/>
                  </a:cubicBezTo>
                  <a:cubicBezTo>
                    <a:pt x="1778798" y="1373199"/>
                    <a:pt x="1777655" y="1372818"/>
                    <a:pt x="1776512" y="1372532"/>
                  </a:cubicBezTo>
                  <a:cubicBezTo>
                    <a:pt x="1771273" y="1371294"/>
                    <a:pt x="1765939" y="1372628"/>
                    <a:pt x="1761844" y="1375771"/>
                  </a:cubicBezTo>
                  <a:cubicBezTo>
                    <a:pt x="1748890" y="1366913"/>
                    <a:pt x="1734983" y="1359102"/>
                    <a:pt x="1720315" y="1352339"/>
                  </a:cubicBezTo>
                  <a:cubicBezTo>
                    <a:pt x="1704884" y="1345291"/>
                    <a:pt x="1690121" y="1339576"/>
                    <a:pt x="1675928" y="1334909"/>
                  </a:cubicBezTo>
                  <a:cubicBezTo>
                    <a:pt x="1674214" y="1328908"/>
                    <a:pt x="1668975" y="1324050"/>
                    <a:pt x="1662498" y="1322240"/>
                  </a:cubicBezTo>
                  <a:cubicBezTo>
                    <a:pt x="1662307" y="1322145"/>
                    <a:pt x="1662117" y="1322145"/>
                    <a:pt x="1662022" y="1322050"/>
                  </a:cubicBezTo>
                  <a:cubicBezTo>
                    <a:pt x="1660593" y="1321669"/>
                    <a:pt x="1659164" y="1321383"/>
                    <a:pt x="1657640" y="1321383"/>
                  </a:cubicBezTo>
                  <a:cubicBezTo>
                    <a:pt x="1652306" y="1321193"/>
                    <a:pt x="1648020" y="1323098"/>
                    <a:pt x="1645258" y="1326241"/>
                  </a:cubicBezTo>
                  <a:cubicBezTo>
                    <a:pt x="1642496" y="1325574"/>
                    <a:pt x="1639543" y="1324812"/>
                    <a:pt x="1636780" y="1324145"/>
                  </a:cubicBezTo>
                  <a:cubicBezTo>
                    <a:pt x="1611539" y="1318716"/>
                    <a:pt x="1588679" y="1316335"/>
                    <a:pt x="1569534" y="1316620"/>
                  </a:cubicBezTo>
                  <a:cubicBezTo>
                    <a:pt x="1549913" y="1317002"/>
                    <a:pt x="1533530" y="1319669"/>
                    <a:pt x="1520480" y="1324622"/>
                  </a:cubicBezTo>
                  <a:cubicBezTo>
                    <a:pt x="1517242" y="1321193"/>
                    <a:pt x="1512670" y="1318526"/>
                    <a:pt x="1507907" y="1317478"/>
                  </a:cubicBezTo>
                  <a:cubicBezTo>
                    <a:pt x="1501906" y="1316240"/>
                    <a:pt x="1496954" y="1317668"/>
                    <a:pt x="1494382" y="1320812"/>
                  </a:cubicBezTo>
                  <a:cubicBezTo>
                    <a:pt x="1494382" y="1320812"/>
                    <a:pt x="1494382" y="1320812"/>
                    <a:pt x="1494382" y="1320812"/>
                  </a:cubicBezTo>
                  <a:cubicBezTo>
                    <a:pt x="1494382" y="1320812"/>
                    <a:pt x="1494382" y="1320812"/>
                    <a:pt x="1494382" y="1320907"/>
                  </a:cubicBezTo>
                  <a:cubicBezTo>
                    <a:pt x="1493810" y="1321574"/>
                    <a:pt x="1493429" y="1322336"/>
                    <a:pt x="1493144" y="1323193"/>
                  </a:cubicBezTo>
                  <a:cubicBezTo>
                    <a:pt x="1493048" y="1323383"/>
                    <a:pt x="1493048" y="1323479"/>
                    <a:pt x="1492953" y="1323669"/>
                  </a:cubicBezTo>
                  <a:cubicBezTo>
                    <a:pt x="1492667" y="1324622"/>
                    <a:pt x="1492572" y="1325574"/>
                    <a:pt x="1492572" y="1326717"/>
                  </a:cubicBezTo>
                  <a:cubicBezTo>
                    <a:pt x="1492572" y="1326717"/>
                    <a:pt x="1492572" y="1326717"/>
                    <a:pt x="1492572" y="1326717"/>
                  </a:cubicBezTo>
                  <a:cubicBezTo>
                    <a:pt x="1492858" y="1330337"/>
                    <a:pt x="1494858" y="1334147"/>
                    <a:pt x="1497906" y="1337290"/>
                  </a:cubicBezTo>
                  <a:cubicBezTo>
                    <a:pt x="1498192" y="1337576"/>
                    <a:pt x="1498478" y="1337766"/>
                    <a:pt x="1498763" y="1338052"/>
                  </a:cubicBezTo>
                  <a:cubicBezTo>
                    <a:pt x="1496477" y="1340338"/>
                    <a:pt x="1494477" y="1342719"/>
                    <a:pt x="1492763" y="1345291"/>
                  </a:cubicBezTo>
                  <a:cubicBezTo>
                    <a:pt x="1478856" y="1364912"/>
                    <a:pt x="1481904" y="1394059"/>
                    <a:pt x="1498096" y="1430159"/>
                  </a:cubicBezTo>
                  <a:cubicBezTo>
                    <a:pt x="1505431" y="1446351"/>
                    <a:pt x="1515908" y="1463782"/>
                    <a:pt x="1529053" y="1481975"/>
                  </a:cubicBezTo>
                  <a:cubicBezTo>
                    <a:pt x="1524290" y="1487309"/>
                    <a:pt x="1524481" y="1496072"/>
                    <a:pt x="1530291" y="1503025"/>
                  </a:cubicBezTo>
                  <a:cubicBezTo>
                    <a:pt x="1535625" y="1509407"/>
                    <a:pt x="1543912" y="1511693"/>
                    <a:pt x="1550484" y="1509216"/>
                  </a:cubicBezTo>
                  <a:cubicBezTo>
                    <a:pt x="1561723" y="1522456"/>
                    <a:pt x="1574392" y="1535791"/>
                    <a:pt x="1588584" y="1548935"/>
                  </a:cubicBezTo>
                  <a:cubicBezTo>
                    <a:pt x="1593823" y="1553793"/>
                    <a:pt x="1599252" y="1558365"/>
                    <a:pt x="1604777" y="1562842"/>
                  </a:cubicBezTo>
                  <a:cubicBezTo>
                    <a:pt x="1604777" y="1562842"/>
                    <a:pt x="1604777" y="1562842"/>
                    <a:pt x="1604777" y="1562842"/>
                  </a:cubicBezTo>
                  <a:cubicBezTo>
                    <a:pt x="1604777" y="1562842"/>
                    <a:pt x="1604777" y="1562842"/>
                    <a:pt x="1604777" y="1562842"/>
                  </a:cubicBezTo>
                  <a:cubicBezTo>
                    <a:pt x="1607253" y="1564842"/>
                    <a:pt x="1609634" y="1566747"/>
                    <a:pt x="1612111" y="1568652"/>
                  </a:cubicBezTo>
                  <a:cubicBezTo>
                    <a:pt x="1611539" y="1569319"/>
                    <a:pt x="1610968" y="1570081"/>
                    <a:pt x="1610396" y="1570843"/>
                  </a:cubicBezTo>
                  <a:cubicBezTo>
                    <a:pt x="1608587" y="1573891"/>
                    <a:pt x="1607825" y="1577320"/>
                    <a:pt x="1607920" y="1580654"/>
                  </a:cubicBezTo>
                  <a:cubicBezTo>
                    <a:pt x="1608015" y="1582940"/>
                    <a:pt x="1608587" y="1585130"/>
                    <a:pt x="1609539" y="1587226"/>
                  </a:cubicBezTo>
                  <a:cubicBezTo>
                    <a:pt x="1610968" y="1590369"/>
                    <a:pt x="1613254" y="1593132"/>
                    <a:pt x="1616397" y="1595036"/>
                  </a:cubicBezTo>
                  <a:cubicBezTo>
                    <a:pt x="1624684" y="1600275"/>
                    <a:pt x="1635733" y="1597608"/>
                    <a:pt x="1640971" y="1589226"/>
                  </a:cubicBezTo>
                  <a:cubicBezTo>
                    <a:pt x="1641257" y="1588750"/>
                    <a:pt x="1641353" y="1588274"/>
                    <a:pt x="1641638" y="1587797"/>
                  </a:cubicBezTo>
                  <a:cubicBezTo>
                    <a:pt x="1655545" y="1595513"/>
                    <a:pt x="1670023" y="1601894"/>
                    <a:pt x="1684977" y="1606562"/>
                  </a:cubicBezTo>
                  <a:cubicBezTo>
                    <a:pt x="1696597" y="1610181"/>
                    <a:pt x="1708599" y="1612848"/>
                    <a:pt x="1720791" y="1614563"/>
                  </a:cubicBezTo>
                  <a:cubicBezTo>
                    <a:pt x="1720696" y="1614658"/>
                    <a:pt x="1720696" y="1614753"/>
                    <a:pt x="1720601" y="1614753"/>
                  </a:cubicBezTo>
                  <a:cubicBezTo>
                    <a:pt x="1715267" y="1624088"/>
                    <a:pt x="1717838" y="1635422"/>
                    <a:pt x="1726506" y="1640090"/>
                  </a:cubicBezTo>
                  <a:cubicBezTo>
                    <a:pt x="1735174" y="1644757"/>
                    <a:pt x="1746985" y="1640566"/>
                    <a:pt x="1752700" y="1630945"/>
                  </a:cubicBezTo>
                  <a:cubicBezTo>
                    <a:pt x="1753462" y="1629517"/>
                    <a:pt x="1754033" y="1627993"/>
                    <a:pt x="1754510" y="1626564"/>
                  </a:cubicBezTo>
                  <a:cubicBezTo>
                    <a:pt x="1754605" y="1626183"/>
                    <a:pt x="1754700" y="1625897"/>
                    <a:pt x="1754700" y="1625612"/>
                  </a:cubicBezTo>
                  <a:cubicBezTo>
                    <a:pt x="1755462" y="1622564"/>
                    <a:pt x="1755462" y="1619516"/>
                    <a:pt x="1754890" y="1616753"/>
                  </a:cubicBezTo>
                  <a:cubicBezTo>
                    <a:pt x="1762320" y="1616563"/>
                    <a:pt x="1769750" y="1615991"/>
                    <a:pt x="1777274" y="1615134"/>
                  </a:cubicBezTo>
                  <a:cubicBezTo>
                    <a:pt x="1776322" y="1618468"/>
                    <a:pt x="1775941" y="1621897"/>
                    <a:pt x="1776703" y="1625326"/>
                  </a:cubicBezTo>
                  <a:cubicBezTo>
                    <a:pt x="1776988" y="1626850"/>
                    <a:pt x="1777560" y="1628279"/>
                    <a:pt x="1778227" y="1629612"/>
                  </a:cubicBezTo>
                  <a:cubicBezTo>
                    <a:pt x="1778322" y="1629803"/>
                    <a:pt x="1778417" y="1629898"/>
                    <a:pt x="1778513" y="1629993"/>
                  </a:cubicBezTo>
                  <a:cubicBezTo>
                    <a:pt x="1780989" y="1634470"/>
                    <a:pt x="1785275" y="1637423"/>
                    <a:pt x="1790419" y="1637994"/>
                  </a:cubicBezTo>
                  <a:cubicBezTo>
                    <a:pt x="1779179" y="1671713"/>
                    <a:pt x="1759463" y="1704574"/>
                    <a:pt x="1731745" y="1732673"/>
                  </a:cubicBezTo>
                  <a:cubicBezTo>
                    <a:pt x="1721267" y="1743055"/>
                    <a:pt x="1710028" y="1752199"/>
                    <a:pt x="1698407" y="1760295"/>
                  </a:cubicBezTo>
                  <a:cubicBezTo>
                    <a:pt x="1697169" y="1755723"/>
                    <a:pt x="1693930" y="1751913"/>
                    <a:pt x="1689263" y="1750103"/>
                  </a:cubicBezTo>
                  <a:cubicBezTo>
                    <a:pt x="1681548" y="1747151"/>
                    <a:pt x="1671928" y="1749722"/>
                    <a:pt x="1665641" y="1756295"/>
                  </a:cubicBezTo>
                  <a:cubicBezTo>
                    <a:pt x="1665546" y="1756390"/>
                    <a:pt x="1665451" y="1756485"/>
                    <a:pt x="1665355" y="1756580"/>
                  </a:cubicBezTo>
                  <a:cubicBezTo>
                    <a:pt x="1664213" y="1757819"/>
                    <a:pt x="1663070" y="1759247"/>
                    <a:pt x="1662212" y="1760771"/>
                  </a:cubicBezTo>
                  <a:cubicBezTo>
                    <a:pt x="1659355" y="1765629"/>
                    <a:pt x="1658593" y="1770963"/>
                    <a:pt x="1659736" y="1775535"/>
                  </a:cubicBezTo>
                  <a:cubicBezTo>
                    <a:pt x="1660212" y="1777535"/>
                    <a:pt x="1661164" y="1779440"/>
                    <a:pt x="1662403" y="1781155"/>
                  </a:cubicBezTo>
                  <a:cubicBezTo>
                    <a:pt x="1656688" y="1783822"/>
                    <a:pt x="1650878" y="1786299"/>
                    <a:pt x="1645067" y="1788489"/>
                  </a:cubicBezTo>
                  <a:cubicBezTo>
                    <a:pt x="1642496" y="1789442"/>
                    <a:pt x="1639924" y="1790299"/>
                    <a:pt x="1637162" y="1791156"/>
                  </a:cubicBezTo>
                  <a:cubicBezTo>
                    <a:pt x="1634971" y="1791918"/>
                    <a:pt x="1632685" y="1792680"/>
                    <a:pt x="1630494" y="1793347"/>
                  </a:cubicBezTo>
                  <a:cubicBezTo>
                    <a:pt x="1624303" y="1795157"/>
                    <a:pt x="1617826" y="1796871"/>
                    <a:pt x="1611254" y="1798300"/>
                  </a:cubicBezTo>
                  <a:cubicBezTo>
                    <a:pt x="1612587" y="1791347"/>
                    <a:pt x="1613635" y="1784489"/>
                    <a:pt x="1614397" y="1777726"/>
                  </a:cubicBezTo>
                  <a:cubicBezTo>
                    <a:pt x="1619826" y="1778488"/>
                    <a:pt x="1625827" y="1776964"/>
                    <a:pt x="1630875" y="1773059"/>
                  </a:cubicBezTo>
                  <a:cubicBezTo>
                    <a:pt x="1636971" y="1768391"/>
                    <a:pt x="1639638" y="1761248"/>
                    <a:pt x="1638876" y="1754866"/>
                  </a:cubicBezTo>
                  <a:lnTo>
                    <a:pt x="1638876" y="1754866"/>
                  </a:lnTo>
                  <a:lnTo>
                    <a:pt x="1638876" y="1754866"/>
                  </a:lnTo>
                  <a:cubicBezTo>
                    <a:pt x="1638686" y="1753437"/>
                    <a:pt x="1638305" y="1752008"/>
                    <a:pt x="1637828" y="1750675"/>
                  </a:cubicBezTo>
                  <a:cubicBezTo>
                    <a:pt x="1637733" y="1750484"/>
                    <a:pt x="1637733" y="1750294"/>
                    <a:pt x="1637638" y="1750103"/>
                  </a:cubicBezTo>
                  <a:cubicBezTo>
                    <a:pt x="1637066" y="1748770"/>
                    <a:pt x="1636304" y="1747436"/>
                    <a:pt x="1635352" y="1746293"/>
                  </a:cubicBezTo>
                  <a:cubicBezTo>
                    <a:pt x="1630589" y="1740769"/>
                    <a:pt x="1623064" y="1739340"/>
                    <a:pt x="1615921" y="1741531"/>
                  </a:cubicBezTo>
                  <a:cubicBezTo>
                    <a:pt x="1615921" y="1741340"/>
                    <a:pt x="1615921" y="1741150"/>
                    <a:pt x="1615921" y="1740959"/>
                  </a:cubicBezTo>
                  <a:cubicBezTo>
                    <a:pt x="1614873" y="1721909"/>
                    <a:pt x="1611444" y="1703431"/>
                    <a:pt x="1605920" y="1685810"/>
                  </a:cubicBezTo>
                  <a:cubicBezTo>
                    <a:pt x="1602871" y="1675904"/>
                    <a:pt x="1598966" y="1666188"/>
                    <a:pt x="1594489" y="1656758"/>
                  </a:cubicBezTo>
                  <a:cubicBezTo>
                    <a:pt x="1599157" y="1652282"/>
                    <a:pt x="1600776" y="1645805"/>
                    <a:pt x="1599443" y="1639994"/>
                  </a:cubicBezTo>
                  <a:cubicBezTo>
                    <a:pt x="1599443" y="1639994"/>
                    <a:pt x="1599443" y="1639994"/>
                    <a:pt x="1599443" y="1639994"/>
                  </a:cubicBezTo>
                  <a:cubicBezTo>
                    <a:pt x="1599443" y="1639994"/>
                    <a:pt x="1599443" y="1639994"/>
                    <a:pt x="1599443" y="1639994"/>
                  </a:cubicBezTo>
                  <a:cubicBezTo>
                    <a:pt x="1599157" y="1638661"/>
                    <a:pt x="1598680" y="1637327"/>
                    <a:pt x="1598014" y="1636089"/>
                  </a:cubicBezTo>
                  <a:cubicBezTo>
                    <a:pt x="1597919" y="1635899"/>
                    <a:pt x="1597823" y="1635708"/>
                    <a:pt x="1597728" y="1635518"/>
                  </a:cubicBezTo>
                  <a:cubicBezTo>
                    <a:pt x="1597061" y="1634184"/>
                    <a:pt x="1596204" y="1632946"/>
                    <a:pt x="1595156" y="1631898"/>
                  </a:cubicBezTo>
                  <a:cubicBezTo>
                    <a:pt x="1590394" y="1626945"/>
                    <a:pt x="1583726" y="1625326"/>
                    <a:pt x="1577630" y="1626945"/>
                  </a:cubicBezTo>
                  <a:cubicBezTo>
                    <a:pt x="1569439" y="1614467"/>
                    <a:pt x="1560200" y="1602561"/>
                    <a:pt x="1549817" y="1591226"/>
                  </a:cubicBezTo>
                  <a:cubicBezTo>
                    <a:pt x="1549817" y="1591226"/>
                    <a:pt x="1549817" y="1591226"/>
                    <a:pt x="1549817" y="1591226"/>
                  </a:cubicBezTo>
                  <a:lnTo>
                    <a:pt x="1548198" y="1589417"/>
                  </a:lnTo>
                  <a:cubicBezTo>
                    <a:pt x="1536673" y="1576939"/>
                    <a:pt x="1525147" y="1566080"/>
                    <a:pt x="1513813" y="1556365"/>
                  </a:cubicBezTo>
                  <a:cubicBezTo>
                    <a:pt x="1514480" y="1550078"/>
                    <a:pt x="1511527" y="1543601"/>
                    <a:pt x="1506288" y="1539506"/>
                  </a:cubicBezTo>
                  <a:cubicBezTo>
                    <a:pt x="1506193" y="1539410"/>
                    <a:pt x="1506002" y="1539315"/>
                    <a:pt x="1505907" y="1539125"/>
                  </a:cubicBezTo>
                  <a:cubicBezTo>
                    <a:pt x="1504764" y="1538267"/>
                    <a:pt x="1503526" y="1537410"/>
                    <a:pt x="1502097" y="1536839"/>
                  </a:cubicBezTo>
                  <a:cubicBezTo>
                    <a:pt x="1497811" y="1534838"/>
                    <a:pt x="1493429" y="1534743"/>
                    <a:pt x="1489810" y="1536172"/>
                  </a:cubicBezTo>
                  <a:cubicBezTo>
                    <a:pt x="1489429" y="1536267"/>
                    <a:pt x="1489143" y="1536553"/>
                    <a:pt x="1488762" y="1536648"/>
                  </a:cubicBezTo>
                  <a:cubicBezTo>
                    <a:pt x="1486381" y="1534934"/>
                    <a:pt x="1484000" y="1533124"/>
                    <a:pt x="1481713" y="1531505"/>
                  </a:cubicBezTo>
                  <a:cubicBezTo>
                    <a:pt x="1460282" y="1516645"/>
                    <a:pt x="1440280" y="1505978"/>
                    <a:pt x="1422468" y="1499024"/>
                  </a:cubicBezTo>
                  <a:cubicBezTo>
                    <a:pt x="1404561" y="1491976"/>
                    <a:pt x="1388369" y="1487880"/>
                    <a:pt x="1374843" y="1487785"/>
                  </a:cubicBezTo>
                  <a:cubicBezTo>
                    <a:pt x="1374557" y="1487785"/>
                    <a:pt x="1374271" y="1487785"/>
                    <a:pt x="1374081" y="1487785"/>
                  </a:cubicBezTo>
                  <a:cubicBezTo>
                    <a:pt x="1372367" y="1483403"/>
                    <a:pt x="1369223" y="1479212"/>
                    <a:pt x="1365128" y="1476355"/>
                  </a:cubicBezTo>
                  <a:cubicBezTo>
                    <a:pt x="1359984" y="1472735"/>
                    <a:pt x="1354745" y="1472164"/>
                    <a:pt x="1351221" y="1474164"/>
                  </a:cubicBezTo>
                  <a:lnTo>
                    <a:pt x="1351221" y="1474164"/>
                  </a:lnTo>
                  <a:lnTo>
                    <a:pt x="1351221" y="1474164"/>
                  </a:lnTo>
                  <a:cubicBezTo>
                    <a:pt x="1350364" y="1474640"/>
                    <a:pt x="1349697" y="1475212"/>
                    <a:pt x="1349126" y="1475974"/>
                  </a:cubicBezTo>
                  <a:cubicBezTo>
                    <a:pt x="1349030" y="1476069"/>
                    <a:pt x="1348935" y="1476164"/>
                    <a:pt x="1348935" y="1476260"/>
                  </a:cubicBezTo>
                  <a:cubicBezTo>
                    <a:pt x="1348363" y="1477022"/>
                    <a:pt x="1347792" y="1477974"/>
                    <a:pt x="1347411" y="1479022"/>
                  </a:cubicBezTo>
                  <a:cubicBezTo>
                    <a:pt x="1346173" y="1482737"/>
                    <a:pt x="1346839" y="1487499"/>
                    <a:pt x="1348840" y="1491881"/>
                  </a:cubicBezTo>
                  <a:cubicBezTo>
                    <a:pt x="1345887" y="1493119"/>
                    <a:pt x="1343125" y="1494452"/>
                    <a:pt x="1340458" y="1496167"/>
                  </a:cubicBezTo>
                  <a:cubicBezTo>
                    <a:pt x="1330266" y="1502644"/>
                    <a:pt x="1323408" y="1513217"/>
                    <a:pt x="1318741" y="1526457"/>
                  </a:cubicBezTo>
                  <a:cubicBezTo>
                    <a:pt x="1316455" y="1533219"/>
                    <a:pt x="1314931" y="1540934"/>
                    <a:pt x="1314073" y="1549412"/>
                  </a:cubicBezTo>
                  <a:cubicBezTo>
                    <a:pt x="1313026" y="1557699"/>
                    <a:pt x="1312740" y="1566842"/>
                    <a:pt x="1313121" y="1576749"/>
                  </a:cubicBezTo>
                  <a:cubicBezTo>
                    <a:pt x="1313883" y="1594655"/>
                    <a:pt x="1316836" y="1614849"/>
                    <a:pt x="1321979" y="1636470"/>
                  </a:cubicBezTo>
                  <a:cubicBezTo>
                    <a:pt x="1320836" y="1637042"/>
                    <a:pt x="1319693" y="1637613"/>
                    <a:pt x="1318741" y="1638470"/>
                  </a:cubicBezTo>
                  <a:cubicBezTo>
                    <a:pt x="1315883" y="1641042"/>
                    <a:pt x="1314264" y="1645043"/>
                    <a:pt x="1314169" y="1649424"/>
                  </a:cubicBezTo>
                  <a:cubicBezTo>
                    <a:pt x="1314073" y="1651615"/>
                    <a:pt x="1314455" y="1653996"/>
                    <a:pt x="1315121" y="1656282"/>
                  </a:cubicBezTo>
                  <a:cubicBezTo>
                    <a:pt x="1315883" y="1658663"/>
                    <a:pt x="1316931" y="1660759"/>
                    <a:pt x="1318360" y="1662569"/>
                  </a:cubicBezTo>
                  <a:cubicBezTo>
                    <a:pt x="1319027" y="1663521"/>
                    <a:pt x="1319788" y="1664283"/>
                    <a:pt x="1320646" y="1665045"/>
                  </a:cubicBezTo>
                  <a:cubicBezTo>
                    <a:pt x="1323694" y="1667903"/>
                    <a:pt x="1327504" y="1669522"/>
                    <a:pt x="1331409" y="1669617"/>
                  </a:cubicBezTo>
                  <a:cubicBezTo>
                    <a:pt x="1336838" y="1686095"/>
                    <a:pt x="1343411" y="1703240"/>
                    <a:pt x="1351507" y="1720957"/>
                  </a:cubicBezTo>
                  <a:cubicBezTo>
                    <a:pt x="1354460" y="1727434"/>
                    <a:pt x="1357698" y="1733720"/>
                    <a:pt x="1361127" y="1739912"/>
                  </a:cubicBezTo>
                  <a:cubicBezTo>
                    <a:pt x="1361127" y="1739912"/>
                    <a:pt x="1361127" y="1739912"/>
                    <a:pt x="1361127" y="1740007"/>
                  </a:cubicBezTo>
                  <a:cubicBezTo>
                    <a:pt x="1361127" y="1740007"/>
                    <a:pt x="1361127" y="1740007"/>
                    <a:pt x="1361127" y="1740007"/>
                  </a:cubicBezTo>
                  <a:cubicBezTo>
                    <a:pt x="1362651" y="1742769"/>
                    <a:pt x="1364175" y="1745532"/>
                    <a:pt x="1365699" y="1748199"/>
                  </a:cubicBezTo>
                  <a:cubicBezTo>
                    <a:pt x="1364842" y="1748579"/>
                    <a:pt x="1364080" y="1749056"/>
                    <a:pt x="1363318" y="1749627"/>
                  </a:cubicBezTo>
                  <a:cubicBezTo>
                    <a:pt x="1355698" y="1755247"/>
                    <a:pt x="1353983" y="1766391"/>
                    <a:pt x="1359698" y="1774392"/>
                  </a:cubicBezTo>
                  <a:cubicBezTo>
                    <a:pt x="1361794" y="1777440"/>
                    <a:pt x="1364746" y="1779536"/>
                    <a:pt x="1367890" y="1780679"/>
                  </a:cubicBezTo>
                  <a:cubicBezTo>
                    <a:pt x="1373224" y="1782584"/>
                    <a:pt x="1379510" y="1781917"/>
                    <a:pt x="1384559" y="1778297"/>
                  </a:cubicBezTo>
                  <a:cubicBezTo>
                    <a:pt x="1385035" y="1778012"/>
                    <a:pt x="1385321" y="1777631"/>
                    <a:pt x="1385702" y="1777250"/>
                  </a:cubicBezTo>
                  <a:cubicBezTo>
                    <a:pt x="1395607" y="1789727"/>
                    <a:pt x="1406561" y="1801253"/>
                    <a:pt x="1418658" y="1811254"/>
                  </a:cubicBezTo>
                  <a:cubicBezTo>
                    <a:pt x="1427993" y="1819064"/>
                    <a:pt x="1438089" y="1825922"/>
                    <a:pt x="1448757" y="1832209"/>
                  </a:cubicBezTo>
                  <a:cubicBezTo>
                    <a:pt x="1448662" y="1832304"/>
                    <a:pt x="1448567" y="1832304"/>
                    <a:pt x="1448471" y="1832399"/>
                  </a:cubicBezTo>
                  <a:cubicBezTo>
                    <a:pt x="1439994" y="1838972"/>
                    <a:pt x="1437994" y="1850592"/>
                    <a:pt x="1444280" y="1858212"/>
                  </a:cubicBezTo>
                  <a:cubicBezTo>
                    <a:pt x="1450567" y="1865832"/>
                    <a:pt x="1463045" y="1866404"/>
                    <a:pt x="1471903" y="1859545"/>
                  </a:cubicBezTo>
                  <a:cubicBezTo>
                    <a:pt x="1473331" y="1858498"/>
                    <a:pt x="1474475" y="1857260"/>
                    <a:pt x="1475522" y="1856021"/>
                  </a:cubicBezTo>
                  <a:cubicBezTo>
                    <a:pt x="1475618" y="1855926"/>
                    <a:pt x="1475618" y="1855926"/>
                    <a:pt x="1475713" y="1855831"/>
                  </a:cubicBezTo>
                  <a:cubicBezTo>
                    <a:pt x="1476665" y="1854688"/>
                    <a:pt x="1477427" y="1853354"/>
                    <a:pt x="1477999" y="1852116"/>
                  </a:cubicBezTo>
                  <a:cubicBezTo>
                    <a:pt x="1477999" y="1852021"/>
                    <a:pt x="1478094" y="1852021"/>
                    <a:pt x="1478094" y="1851926"/>
                  </a:cubicBezTo>
                  <a:cubicBezTo>
                    <a:pt x="1478094" y="1851926"/>
                    <a:pt x="1478094" y="1851926"/>
                    <a:pt x="1478094" y="1851926"/>
                  </a:cubicBezTo>
                  <a:cubicBezTo>
                    <a:pt x="1478761" y="1850402"/>
                    <a:pt x="1479237" y="1848973"/>
                    <a:pt x="1479523" y="1847354"/>
                  </a:cubicBezTo>
                  <a:cubicBezTo>
                    <a:pt x="1486476" y="1850020"/>
                    <a:pt x="1493620" y="1852307"/>
                    <a:pt x="1500859" y="1854307"/>
                  </a:cubicBezTo>
                  <a:cubicBezTo>
                    <a:pt x="1500287" y="1854974"/>
                    <a:pt x="1499811" y="1855640"/>
                    <a:pt x="1499335" y="1856307"/>
                  </a:cubicBezTo>
                  <a:cubicBezTo>
                    <a:pt x="1498001" y="1858498"/>
                    <a:pt x="1496954" y="1860879"/>
                    <a:pt x="1496477" y="1863546"/>
                  </a:cubicBezTo>
                  <a:cubicBezTo>
                    <a:pt x="1496477" y="1863546"/>
                    <a:pt x="1496477" y="1863546"/>
                    <a:pt x="1496477" y="1863546"/>
                  </a:cubicBezTo>
                  <a:cubicBezTo>
                    <a:pt x="1496192" y="1865070"/>
                    <a:pt x="1496192" y="1866594"/>
                    <a:pt x="1496287" y="1868118"/>
                  </a:cubicBezTo>
                  <a:cubicBezTo>
                    <a:pt x="1496287" y="1868309"/>
                    <a:pt x="1496287" y="1868404"/>
                    <a:pt x="1496382" y="1868594"/>
                  </a:cubicBezTo>
                  <a:cubicBezTo>
                    <a:pt x="1496954" y="1873738"/>
                    <a:pt x="1499811" y="1878024"/>
                    <a:pt x="1504288" y="1880501"/>
                  </a:cubicBezTo>
                  <a:cubicBezTo>
                    <a:pt x="1481047" y="1907457"/>
                    <a:pt x="1450090" y="1930126"/>
                    <a:pt x="1413610" y="1945557"/>
                  </a:cubicBezTo>
                  <a:cubicBezTo>
                    <a:pt x="1399989" y="1951271"/>
                    <a:pt x="1386082" y="1955462"/>
                    <a:pt x="1372176" y="1958510"/>
                  </a:cubicBezTo>
                  <a:cubicBezTo>
                    <a:pt x="1372747" y="1953843"/>
                    <a:pt x="1371319" y="1949176"/>
                    <a:pt x="1367699" y="1945557"/>
                  </a:cubicBezTo>
                  <a:cubicBezTo>
                    <a:pt x="1361698" y="1939651"/>
                    <a:pt x="1351888" y="1938603"/>
                    <a:pt x="1343601" y="1942127"/>
                  </a:cubicBezTo>
                  <a:cubicBezTo>
                    <a:pt x="1343411" y="1942223"/>
                    <a:pt x="1343125" y="1942318"/>
                    <a:pt x="1342934" y="1942413"/>
                  </a:cubicBezTo>
                  <a:cubicBezTo>
                    <a:pt x="1341410" y="1943175"/>
                    <a:pt x="1339886" y="1944032"/>
                    <a:pt x="1338457" y="1945080"/>
                  </a:cubicBezTo>
                  <a:cubicBezTo>
                    <a:pt x="1331980" y="1950033"/>
                    <a:pt x="1329218" y="1957463"/>
                    <a:pt x="1330742" y="1963940"/>
                  </a:cubicBezTo>
                  <a:cubicBezTo>
                    <a:pt x="1318455" y="1964511"/>
                    <a:pt x="1306358" y="1964130"/>
                    <a:pt x="1294643" y="1962892"/>
                  </a:cubicBezTo>
                  <a:cubicBezTo>
                    <a:pt x="1293500" y="1962797"/>
                    <a:pt x="1292261" y="1962606"/>
                    <a:pt x="1291118" y="1962511"/>
                  </a:cubicBezTo>
                  <a:cubicBezTo>
                    <a:pt x="1286261" y="1961939"/>
                    <a:pt x="1281498" y="1961273"/>
                    <a:pt x="1276831" y="1960320"/>
                  </a:cubicBezTo>
                  <a:cubicBezTo>
                    <a:pt x="1280736" y="1954415"/>
                    <a:pt x="1284260" y="1948509"/>
                    <a:pt x="1287689" y="1942413"/>
                  </a:cubicBezTo>
                  <a:cubicBezTo>
                    <a:pt x="1292356" y="1945175"/>
                    <a:pt x="1298453" y="1946128"/>
                    <a:pt x="1304644" y="1944318"/>
                  </a:cubicBezTo>
                  <a:cubicBezTo>
                    <a:pt x="1313788" y="1941842"/>
                    <a:pt x="1319693" y="1934222"/>
                    <a:pt x="1319788" y="1926316"/>
                  </a:cubicBezTo>
                  <a:cubicBezTo>
                    <a:pt x="1319788" y="1926220"/>
                    <a:pt x="1319788" y="1926030"/>
                    <a:pt x="1319788" y="1925935"/>
                  </a:cubicBezTo>
                  <a:cubicBezTo>
                    <a:pt x="1319788" y="1924411"/>
                    <a:pt x="1319598" y="1922887"/>
                    <a:pt x="1319122" y="1921458"/>
                  </a:cubicBezTo>
                  <a:cubicBezTo>
                    <a:pt x="1319122" y="1921458"/>
                    <a:pt x="1319122" y="1921458"/>
                    <a:pt x="1319122" y="1921458"/>
                  </a:cubicBezTo>
                  <a:cubicBezTo>
                    <a:pt x="1316931" y="1914600"/>
                    <a:pt x="1310454" y="1910219"/>
                    <a:pt x="1302929" y="1909552"/>
                  </a:cubicBezTo>
                  <a:cubicBezTo>
                    <a:pt x="1303025" y="1909361"/>
                    <a:pt x="1303120" y="1909171"/>
                    <a:pt x="1303120" y="1908980"/>
                  </a:cubicBezTo>
                  <a:cubicBezTo>
                    <a:pt x="1309597" y="1891359"/>
                    <a:pt x="1313407" y="1872595"/>
                    <a:pt x="1315121" y="1854212"/>
                  </a:cubicBezTo>
                  <a:cubicBezTo>
                    <a:pt x="1316074" y="1843829"/>
                    <a:pt x="1316169" y="1833352"/>
                    <a:pt x="1315693" y="1822970"/>
                  </a:cubicBezTo>
                  <a:cubicBezTo>
                    <a:pt x="1323218" y="1820207"/>
                    <a:pt x="1327504" y="1812778"/>
                    <a:pt x="1326932" y="1805253"/>
                  </a:cubicBezTo>
                  <a:cubicBezTo>
                    <a:pt x="1326932" y="1805063"/>
                    <a:pt x="1326932" y="1804872"/>
                    <a:pt x="1326932" y="1804682"/>
                  </a:cubicBezTo>
                  <a:cubicBezTo>
                    <a:pt x="1326742" y="1803253"/>
                    <a:pt x="1326456" y="1801729"/>
                    <a:pt x="1325980" y="1800300"/>
                  </a:cubicBezTo>
                  <a:cubicBezTo>
                    <a:pt x="1323503" y="1793918"/>
                    <a:pt x="1317979" y="1789918"/>
                    <a:pt x="1311692" y="1788965"/>
                  </a:cubicBezTo>
                  <a:cubicBezTo>
                    <a:pt x="1308930" y="1774392"/>
                    <a:pt x="1304930" y="1759819"/>
                    <a:pt x="1299691" y="1745436"/>
                  </a:cubicBezTo>
                  <a:lnTo>
                    <a:pt x="1299691" y="1745436"/>
                  </a:lnTo>
                  <a:lnTo>
                    <a:pt x="1298929" y="1743150"/>
                  </a:lnTo>
                  <a:cubicBezTo>
                    <a:pt x="1293023" y="1727339"/>
                    <a:pt x="1286546" y="1712861"/>
                    <a:pt x="1279784" y="1699430"/>
                  </a:cubicBezTo>
                  <a:cubicBezTo>
                    <a:pt x="1282831" y="1694001"/>
                    <a:pt x="1282546" y="1686762"/>
                    <a:pt x="1279307" y="1680952"/>
                  </a:cubicBezTo>
                  <a:cubicBezTo>
                    <a:pt x="1279212" y="1680761"/>
                    <a:pt x="1279117" y="1680666"/>
                    <a:pt x="1279021" y="1680476"/>
                  </a:cubicBezTo>
                  <a:cubicBezTo>
                    <a:pt x="1278260" y="1679237"/>
                    <a:pt x="1277402" y="1677999"/>
                    <a:pt x="1276450" y="1676951"/>
                  </a:cubicBezTo>
                  <a:cubicBezTo>
                    <a:pt x="1272926" y="1673237"/>
                    <a:pt x="1268449" y="1671427"/>
                    <a:pt x="1264258" y="1671522"/>
                  </a:cubicBezTo>
                  <a:cubicBezTo>
                    <a:pt x="1248827" y="1646186"/>
                    <a:pt x="1232635" y="1626183"/>
                    <a:pt x="1217585" y="1611419"/>
                  </a:cubicBezTo>
                  <a:cubicBezTo>
                    <a:pt x="1203679" y="1597703"/>
                    <a:pt x="1190439" y="1588083"/>
                    <a:pt x="1178056" y="1582749"/>
                  </a:cubicBezTo>
                  <a:cubicBezTo>
                    <a:pt x="1177771" y="1582654"/>
                    <a:pt x="1177485" y="1582559"/>
                    <a:pt x="1177199" y="1582368"/>
                  </a:cubicBezTo>
                  <a:cubicBezTo>
                    <a:pt x="1177295" y="1577701"/>
                    <a:pt x="1176056" y="1572653"/>
                    <a:pt x="1173389" y="1568366"/>
                  </a:cubicBezTo>
                  <a:cubicBezTo>
                    <a:pt x="1169960" y="1563032"/>
                    <a:pt x="1165484" y="1560461"/>
                    <a:pt x="1161388" y="1560937"/>
                  </a:cubicBezTo>
                  <a:lnTo>
                    <a:pt x="1161388" y="1560937"/>
                  </a:lnTo>
                  <a:cubicBezTo>
                    <a:pt x="1161388" y="1560937"/>
                    <a:pt x="1161388" y="1560937"/>
                    <a:pt x="1161388" y="1560937"/>
                  </a:cubicBezTo>
                  <a:cubicBezTo>
                    <a:pt x="1160435" y="1561032"/>
                    <a:pt x="1159578" y="1561318"/>
                    <a:pt x="1158721" y="1561794"/>
                  </a:cubicBezTo>
                  <a:cubicBezTo>
                    <a:pt x="1158626" y="1561889"/>
                    <a:pt x="1158530" y="1561889"/>
                    <a:pt x="1158340" y="1561985"/>
                  </a:cubicBezTo>
                  <a:cubicBezTo>
                    <a:pt x="1157482" y="1562461"/>
                    <a:pt x="1156625" y="1563128"/>
                    <a:pt x="1155959" y="1563985"/>
                  </a:cubicBezTo>
                  <a:cubicBezTo>
                    <a:pt x="1153387" y="1567033"/>
                    <a:pt x="1152244" y="1571605"/>
                    <a:pt x="1152434" y="1576463"/>
                  </a:cubicBezTo>
                  <a:cubicBezTo>
                    <a:pt x="1149291" y="1576463"/>
                    <a:pt x="1146053" y="1576653"/>
                    <a:pt x="1143005" y="1577129"/>
                  </a:cubicBezTo>
                  <a:cubicBezTo>
                    <a:pt x="1131098" y="1579225"/>
                    <a:pt x="1120811" y="1586369"/>
                    <a:pt x="1111381" y="1596751"/>
                  </a:cubicBezTo>
                  <a:cubicBezTo>
                    <a:pt x="1106714" y="1602085"/>
                    <a:pt x="1102333" y="1608562"/>
                    <a:pt x="1098237" y="1616182"/>
                  </a:cubicBezTo>
                  <a:cubicBezTo>
                    <a:pt x="1094141" y="1623421"/>
                    <a:pt x="1090331" y="1631708"/>
                    <a:pt x="1086807" y="1641042"/>
                  </a:cubicBezTo>
                  <a:cubicBezTo>
                    <a:pt x="1080521" y="1657711"/>
                    <a:pt x="1075568" y="1677618"/>
                    <a:pt x="1072043" y="1699621"/>
                  </a:cubicBezTo>
                  <a:cubicBezTo>
                    <a:pt x="1064900" y="1699907"/>
                    <a:pt x="1058804" y="1706288"/>
                    <a:pt x="1058042" y="1715337"/>
                  </a:cubicBezTo>
                  <a:cubicBezTo>
                    <a:pt x="1057280" y="1723624"/>
                    <a:pt x="1061566" y="1731053"/>
                    <a:pt x="1067947" y="1733911"/>
                  </a:cubicBezTo>
                  <a:cubicBezTo>
                    <a:pt x="1066614" y="1751246"/>
                    <a:pt x="1066043" y="1769534"/>
                    <a:pt x="1066805" y="1788965"/>
                  </a:cubicBezTo>
                  <a:cubicBezTo>
                    <a:pt x="1067090" y="1796109"/>
                    <a:pt x="1067662" y="1803158"/>
                    <a:pt x="1068424" y="1810206"/>
                  </a:cubicBezTo>
                  <a:cubicBezTo>
                    <a:pt x="1068424" y="1810206"/>
                    <a:pt x="1068424" y="1810301"/>
                    <a:pt x="1068424" y="1810301"/>
                  </a:cubicBezTo>
                  <a:cubicBezTo>
                    <a:pt x="1068424" y="1810301"/>
                    <a:pt x="1068424" y="1810301"/>
                    <a:pt x="1068424" y="1810301"/>
                  </a:cubicBezTo>
                  <a:cubicBezTo>
                    <a:pt x="1068805" y="1813445"/>
                    <a:pt x="1069090" y="1816588"/>
                    <a:pt x="1069567" y="1819636"/>
                  </a:cubicBezTo>
                  <a:cubicBezTo>
                    <a:pt x="1068614" y="1819731"/>
                    <a:pt x="1067757" y="1819731"/>
                    <a:pt x="1066805" y="1820017"/>
                  </a:cubicBezTo>
                  <a:cubicBezTo>
                    <a:pt x="1057661" y="1822303"/>
                    <a:pt x="1051755" y="1831828"/>
                    <a:pt x="1053946" y="1841448"/>
                  </a:cubicBezTo>
                  <a:cubicBezTo>
                    <a:pt x="1056041" y="1851068"/>
                    <a:pt x="1065757" y="1856974"/>
                    <a:pt x="1075377" y="1854688"/>
                  </a:cubicBezTo>
                  <a:cubicBezTo>
                    <a:pt x="1075853" y="1854593"/>
                    <a:pt x="1076330" y="1854307"/>
                    <a:pt x="1076806" y="1854212"/>
                  </a:cubicBezTo>
                  <a:cubicBezTo>
                    <a:pt x="1081187" y="1869547"/>
                    <a:pt x="1086807" y="1884311"/>
                    <a:pt x="1094141" y="1898122"/>
                  </a:cubicBezTo>
                  <a:cubicBezTo>
                    <a:pt x="1099761" y="1908885"/>
                    <a:pt x="1106429" y="1919172"/>
                    <a:pt x="1113858" y="1929078"/>
                  </a:cubicBezTo>
                  <a:cubicBezTo>
                    <a:pt x="1113763" y="1929078"/>
                    <a:pt x="1113668" y="1929078"/>
                    <a:pt x="1113572" y="1929174"/>
                  </a:cubicBezTo>
                  <a:cubicBezTo>
                    <a:pt x="1108429" y="1930602"/>
                    <a:pt x="1104238" y="1933745"/>
                    <a:pt x="1101761" y="1937746"/>
                  </a:cubicBezTo>
                  <a:cubicBezTo>
                    <a:pt x="1101095" y="1938794"/>
                    <a:pt x="1100618" y="1939841"/>
                    <a:pt x="1100237" y="1940889"/>
                  </a:cubicBezTo>
                  <a:cubicBezTo>
                    <a:pt x="1099380" y="1943080"/>
                    <a:pt x="1099094" y="1945366"/>
                    <a:pt x="1099189" y="1947747"/>
                  </a:cubicBezTo>
                  <a:cubicBezTo>
                    <a:pt x="1099285" y="1948890"/>
                    <a:pt x="1099475" y="1950128"/>
                    <a:pt x="1099856" y="1951271"/>
                  </a:cubicBezTo>
                  <a:cubicBezTo>
                    <a:pt x="1102714" y="1960701"/>
                    <a:pt x="1113953" y="1966035"/>
                    <a:pt x="1124812" y="1963178"/>
                  </a:cubicBezTo>
                  <a:cubicBezTo>
                    <a:pt x="1126526" y="1962797"/>
                    <a:pt x="1128050" y="1962130"/>
                    <a:pt x="1129479" y="1961368"/>
                  </a:cubicBezTo>
                  <a:cubicBezTo>
                    <a:pt x="1129574" y="1961273"/>
                    <a:pt x="1129670" y="1961273"/>
                    <a:pt x="1129765" y="1961177"/>
                  </a:cubicBezTo>
                  <a:cubicBezTo>
                    <a:pt x="1131098" y="1960415"/>
                    <a:pt x="1132241" y="1959558"/>
                    <a:pt x="1133384" y="1958606"/>
                  </a:cubicBezTo>
                  <a:cubicBezTo>
                    <a:pt x="1133384" y="1958606"/>
                    <a:pt x="1133480" y="1958606"/>
                    <a:pt x="1133480" y="1958510"/>
                  </a:cubicBezTo>
                  <a:cubicBezTo>
                    <a:pt x="1133480" y="1958510"/>
                    <a:pt x="1133480" y="1958510"/>
                    <a:pt x="1133480" y="1958510"/>
                  </a:cubicBezTo>
                  <a:cubicBezTo>
                    <a:pt x="1134622" y="1957367"/>
                    <a:pt x="1135670" y="1956224"/>
                    <a:pt x="1136528" y="1954891"/>
                  </a:cubicBezTo>
                  <a:cubicBezTo>
                    <a:pt x="1141862" y="1960034"/>
                    <a:pt x="1147577" y="1964892"/>
                    <a:pt x="1153577" y="1969464"/>
                  </a:cubicBezTo>
                  <a:cubicBezTo>
                    <a:pt x="1150529" y="1971083"/>
                    <a:pt x="1147862" y="1973369"/>
                    <a:pt x="1145957" y="1976322"/>
                  </a:cubicBezTo>
                  <a:cubicBezTo>
                    <a:pt x="1145100" y="1977656"/>
                    <a:pt x="1144529" y="1979084"/>
                    <a:pt x="1144052" y="1980513"/>
                  </a:cubicBezTo>
                  <a:cubicBezTo>
                    <a:pt x="1144052" y="1980704"/>
                    <a:pt x="1143957" y="1980799"/>
                    <a:pt x="1143957" y="1980989"/>
                  </a:cubicBezTo>
                  <a:cubicBezTo>
                    <a:pt x="1142528" y="1985942"/>
                    <a:pt x="1143481" y="1990991"/>
                    <a:pt x="1146719" y="1994991"/>
                  </a:cubicBezTo>
                  <a:cubicBezTo>
                    <a:pt x="1114906" y="2010898"/>
                    <a:pt x="1077758" y="2019947"/>
                    <a:pt x="1038420" y="2020328"/>
                  </a:cubicBezTo>
                  <a:cubicBezTo>
                    <a:pt x="1023752" y="2020137"/>
                    <a:pt x="1009369" y="2018708"/>
                    <a:pt x="995367" y="2016232"/>
                  </a:cubicBezTo>
                  <a:cubicBezTo>
                    <a:pt x="997653" y="2012136"/>
                    <a:pt x="998129" y="2007183"/>
                    <a:pt x="996129" y="2002611"/>
                  </a:cubicBezTo>
                  <a:cubicBezTo>
                    <a:pt x="993462" y="1996515"/>
                    <a:pt x="987175" y="1992229"/>
                    <a:pt x="980127" y="1990800"/>
                  </a:cubicBezTo>
                  <a:cubicBezTo>
                    <a:pt x="980127" y="1990800"/>
                    <a:pt x="980127" y="1990800"/>
                    <a:pt x="980127" y="1990800"/>
                  </a:cubicBezTo>
                  <a:cubicBezTo>
                    <a:pt x="980127" y="1990800"/>
                    <a:pt x="980127" y="1990800"/>
                    <a:pt x="980032" y="1990800"/>
                  </a:cubicBezTo>
                  <a:cubicBezTo>
                    <a:pt x="978508" y="1990514"/>
                    <a:pt x="976888" y="1990324"/>
                    <a:pt x="975269" y="1990419"/>
                  </a:cubicBezTo>
                  <a:cubicBezTo>
                    <a:pt x="974983" y="1990419"/>
                    <a:pt x="974698" y="1990419"/>
                    <a:pt x="974507" y="1990419"/>
                  </a:cubicBezTo>
                  <a:cubicBezTo>
                    <a:pt x="972793" y="1990514"/>
                    <a:pt x="971078" y="1990705"/>
                    <a:pt x="969364" y="1991086"/>
                  </a:cubicBezTo>
                  <a:cubicBezTo>
                    <a:pt x="961458" y="1993182"/>
                    <a:pt x="956029" y="1998992"/>
                    <a:pt x="955076" y="2005659"/>
                  </a:cubicBezTo>
                  <a:cubicBezTo>
                    <a:pt x="943932" y="2001659"/>
                    <a:pt x="933264" y="1996896"/>
                    <a:pt x="923263" y="1991467"/>
                  </a:cubicBezTo>
                  <a:cubicBezTo>
                    <a:pt x="921453" y="1990419"/>
                    <a:pt x="919548" y="1989371"/>
                    <a:pt x="917738" y="1988324"/>
                  </a:cubicBezTo>
                  <a:cubicBezTo>
                    <a:pt x="914024" y="1986133"/>
                    <a:pt x="910309" y="1983942"/>
                    <a:pt x="906784" y="1981561"/>
                  </a:cubicBezTo>
                  <a:cubicBezTo>
                    <a:pt x="912690" y="1977656"/>
                    <a:pt x="918215" y="1973560"/>
                    <a:pt x="923549" y="1969274"/>
                  </a:cubicBezTo>
                  <a:cubicBezTo>
                    <a:pt x="926787" y="1973655"/>
                    <a:pt x="932121" y="1976894"/>
                    <a:pt x="938503" y="1977656"/>
                  </a:cubicBezTo>
                  <a:cubicBezTo>
                    <a:pt x="946123" y="1978513"/>
                    <a:pt x="953076" y="1975370"/>
                    <a:pt x="957077" y="1970226"/>
                  </a:cubicBezTo>
                  <a:cubicBezTo>
                    <a:pt x="957077" y="1970226"/>
                    <a:pt x="957077" y="1970226"/>
                    <a:pt x="957077" y="1970226"/>
                  </a:cubicBezTo>
                  <a:cubicBezTo>
                    <a:pt x="957077" y="1970226"/>
                    <a:pt x="957077" y="1970226"/>
                    <a:pt x="957077" y="1970226"/>
                  </a:cubicBezTo>
                  <a:cubicBezTo>
                    <a:pt x="957934" y="1969083"/>
                    <a:pt x="958696" y="1967845"/>
                    <a:pt x="959267" y="1966511"/>
                  </a:cubicBezTo>
                  <a:cubicBezTo>
                    <a:pt x="959362" y="1966321"/>
                    <a:pt x="959458" y="1966130"/>
                    <a:pt x="959553" y="1965940"/>
                  </a:cubicBezTo>
                  <a:cubicBezTo>
                    <a:pt x="960125" y="1964511"/>
                    <a:pt x="960505" y="1963082"/>
                    <a:pt x="960601" y="1961558"/>
                  </a:cubicBezTo>
                  <a:cubicBezTo>
                    <a:pt x="961172" y="1954319"/>
                    <a:pt x="956886" y="1947842"/>
                    <a:pt x="950219" y="1944509"/>
                  </a:cubicBezTo>
                  <a:cubicBezTo>
                    <a:pt x="950314" y="1944318"/>
                    <a:pt x="950504" y="1944223"/>
                    <a:pt x="950600" y="1944128"/>
                  </a:cubicBezTo>
                  <a:cubicBezTo>
                    <a:pt x="963268" y="1929935"/>
                    <a:pt x="973936" y="1914505"/>
                    <a:pt x="982508" y="1898122"/>
                  </a:cubicBezTo>
                  <a:cubicBezTo>
                    <a:pt x="987366" y="1888978"/>
                    <a:pt x="991462" y="1879358"/>
                    <a:pt x="994986" y="1869547"/>
                  </a:cubicBezTo>
                  <a:cubicBezTo>
                    <a:pt x="1001463" y="1869547"/>
                    <a:pt x="1007178" y="1866213"/>
                    <a:pt x="1010417" y="1861070"/>
                  </a:cubicBezTo>
                  <a:cubicBezTo>
                    <a:pt x="1010417" y="1861070"/>
                    <a:pt x="1010417" y="1861070"/>
                    <a:pt x="1010417" y="1861070"/>
                  </a:cubicBezTo>
                  <a:cubicBezTo>
                    <a:pt x="1010417" y="1861070"/>
                    <a:pt x="1010417" y="1861070"/>
                    <a:pt x="1010417" y="1861070"/>
                  </a:cubicBezTo>
                  <a:cubicBezTo>
                    <a:pt x="1011179" y="1859927"/>
                    <a:pt x="1011750" y="1858593"/>
                    <a:pt x="1012226" y="1857260"/>
                  </a:cubicBezTo>
                  <a:cubicBezTo>
                    <a:pt x="1012321" y="1857069"/>
                    <a:pt x="1012321" y="1856879"/>
                    <a:pt x="1012417" y="1856783"/>
                  </a:cubicBezTo>
                  <a:cubicBezTo>
                    <a:pt x="1012798" y="1855355"/>
                    <a:pt x="1013179" y="1853926"/>
                    <a:pt x="1013179" y="1852402"/>
                  </a:cubicBezTo>
                  <a:cubicBezTo>
                    <a:pt x="1013369" y="1845544"/>
                    <a:pt x="1009750" y="1839638"/>
                    <a:pt x="1004320" y="1836495"/>
                  </a:cubicBezTo>
                  <a:cubicBezTo>
                    <a:pt x="1007464" y="1821160"/>
                    <a:pt x="1009464" y="1805253"/>
                    <a:pt x="1010036" y="1789156"/>
                  </a:cubicBezTo>
                  <a:cubicBezTo>
                    <a:pt x="1010702" y="1772201"/>
                    <a:pt x="1010226" y="1756390"/>
                    <a:pt x="1009083" y="1741436"/>
                  </a:cubicBezTo>
                  <a:cubicBezTo>
                    <a:pt x="1014036" y="1737530"/>
                    <a:pt x="1016417" y="1730768"/>
                    <a:pt x="1015655" y="1724195"/>
                  </a:cubicBezTo>
                  <a:cubicBezTo>
                    <a:pt x="1015655" y="1724005"/>
                    <a:pt x="1015655" y="1723814"/>
                    <a:pt x="1015560" y="1723624"/>
                  </a:cubicBezTo>
                  <a:cubicBezTo>
                    <a:pt x="1015370" y="1722195"/>
                    <a:pt x="1015084" y="1720766"/>
                    <a:pt x="1014512" y="1719338"/>
                  </a:cubicBezTo>
                  <a:cubicBezTo>
                    <a:pt x="1012607" y="1714480"/>
                    <a:pt x="1009178" y="1711146"/>
                    <a:pt x="1005178" y="1709813"/>
                  </a:cubicBezTo>
                  <a:cubicBezTo>
                    <a:pt x="1004702" y="1706955"/>
                    <a:pt x="1004320" y="1704002"/>
                    <a:pt x="1003844" y="1701240"/>
                  </a:cubicBezTo>
                  <a:cubicBezTo>
                    <a:pt x="999177" y="1675618"/>
                    <a:pt x="992605" y="1653806"/>
                    <a:pt x="984890" y="1636280"/>
                  </a:cubicBezTo>
                  <a:cubicBezTo>
                    <a:pt x="976984" y="1618277"/>
                    <a:pt x="968221" y="1604180"/>
                    <a:pt x="958600" y="1594084"/>
                  </a:cubicBezTo>
                  <a:cubicBezTo>
                    <a:pt x="960505" y="1589798"/>
                    <a:pt x="961172" y="1584559"/>
                    <a:pt x="960315" y="1579701"/>
                  </a:cubicBezTo>
                  <a:cubicBezTo>
                    <a:pt x="959172" y="1573700"/>
                    <a:pt x="955933" y="1569605"/>
                    <a:pt x="952028" y="1568557"/>
                  </a:cubicBezTo>
                  <a:cubicBezTo>
                    <a:pt x="952028" y="1568557"/>
                    <a:pt x="952028" y="1568557"/>
                    <a:pt x="952028" y="1568557"/>
                  </a:cubicBezTo>
                  <a:cubicBezTo>
                    <a:pt x="952028" y="1568557"/>
                    <a:pt x="951933" y="1568557"/>
                    <a:pt x="951933" y="1568557"/>
                  </a:cubicBezTo>
                  <a:cubicBezTo>
                    <a:pt x="951076" y="1568366"/>
                    <a:pt x="950314" y="1568271"/>
                    <a:pt x="949361" y="1568271"/>
                  </a:cubicBezTo>
                  <a:cubicBezTo>
                    <a:pt x="949171" y="1568271"/>
                    <a:pt x="948980" y="1568271"/>
                    <a:pt x="948790" y="1568271"/>
                  </a:cubicBezTo>
                  <a:cubicBezTo>
                    <a:pt x="947837" y="1568366"/>
                    <a:pt x="946885" y="1568652"/>
                    <a:pt x="945837" y="1569128"/>
                  </a:cubicBezTo>
                  <a:cubicBezTo>
                    <a:pt x="942313" y="1570843"/>
                    <a:pt x="939455" y="1574653"/>
                    <a:pt x="937741" y="1579225"/>
                  </a:cubicBezTo>
                  <a:cubicBezTo>
                    <a:pt x="934788" y="1577987"/>
                    <a:pt x="931835" y="1577034"/>
                    <a:pt x="928787" y="1576463"/>
                  </a:cubicBezTo>
                  <a:cubicBezTo>
                    <a:pt x="905356" y="1571319"/>
                    <a:pt x="879829" y="1585130"/>
                    <a:pt x="852683" y="1614086"/>
                  </a:cubicBezTo>
                  <a:cubicBezTo>
                    <a:pt x="840681" y="1627040"/>
                    <a:pt x="828489" y="1643424"/>
                    <a:pt x="816773" y="1662474"/>
                  </a:cubicBezTo>
                  <a:cubicBezTo>
                    <a:pt x="816487" y="1662378"/>
                    <a:pt x="816202" y="1662188"/>
                    <a:pt x="815821" y="1662092"/>
                  </a:cubicBezTo>
                  <a:cubicBezTo>
                    <a:pt x="814868" y="1661902"/>
                    <a:pt x="813916" y="1661711"/>
                    <a:pt x="812963" y="1661711"/>
                  </a:cubicBezTo>
                  <a:cubicBezTo>
                    <a:pt x="810106" y="1661616"/>
                    <a:pt x="807153" y="1662569"/>
                    <a:pt x="804486" y="1664188"/>
                  </a:cubicBezTo>
                  <a:cubicBezTo>
                    <a:pt x="801819" y="1665807"/>
                    <a:pt x="799533" y="1668474"/>
                    <a:pt x="797819" y="1671713"/>
                  </a:cubicBezTo>
                  <a:cubicBezTo>
                    <a:pt x="794485" y="1678190"/>
                    <a:pt x="794770" y="1685905"/>
                    <a:pt x="798295" y="1690953"/>
                  </a:cubicBezTo>
                  <a:cubicBezTo>
                    <a:pt x="798771" y="1691620"/>
                    <a:pt x="799247" y="1692096"/>
                    <a:pt x="799819" y="1692668"/>
                  </a:cubicBezTo>
                  <a:cubicBezTo>
                    <a:pt x="791913" y="1708193"/>
                    <a:pt x="784483" y="1724957"/>
                    <a:pt x="777625" y="1743150"/>
                  </a:cubicBezTo>
                  <a:cubicBezTo>
                    <a:pt x="774006" y="1752866"/>
                    <a:pt x="770958" y="1762581"/>
                    <a:pt x="768482" y="1772392"/>
                  </a:cubicBezTo>
                  <a:cubicBezTo>
                    <a:pt x="767624" y="1772106"/>
                    <a:pt x="766767" y="1771820"/>
                    <a:pt x="765815" y="1771725"/>
                  </a:cubicBezTo>
                  <a:cubicBezTo>
                    <a:pt x="756480" y="1770201"/>
                    <a:pt x="747431" y="1776774"/>
                    <a:pt x="745717" y="1786489"/>
                  </a:cubicBezTo>
                  <a:cubicBezTo>
                    <a:pt x="744002" y="1796109"/>
                    <a:pt x="750670" y="1805539"/>
                    <a:pt x="760480" y="1806968"/>
                  </a:cubicBezTo>
                  <a:cubicBezTo>
                    <a:pt x="761052" y="1807063"/>
                    <a:pt x="761528" y="1806968"/>
                    <a:pt x="762100" y="1806968"/>
                  </a:cubicBezTo>
                  <a:cubicBezTo>
                    <a:pt x="760290" y="1822684"/>
                    <a:pt x="759909" y="1838495"/>
                    <a:pt x="761338" y="1854212"/>
                  </a:cubicBezTo>
                  <a:cubicBezTo>
                    <a:pt x="762481" y="1866308"/>
                    <a:pt x="764576" y="1878500"/>
                    <a:pt x="767720" y="1890502"/>
                  </a:cubicBezTo>
                  <a:cubicBezTo>
                    <a:pt x="767624" y="1890502"/>
                    <a:pt x="767529" y="1890407"/>
                    <a:pt x="767434" y="1890407"/>
                  </a:cubicBezTo>
                  <a:cubicBezTo>
                    <a:pt x="756766" y="1888978"/>
                    <a:pt x="747241" y="1895645"/>
                    <a:pt x="746288" y="1905551"/>
                  </a:cubicBezTo>
                  <a:cubicBezTo>
                    <a:pt x="745336" y="1915362"/>
                    <a:pt x="753623" y="1924887"/>
                    <a:pt x="764767" y="1926220"/>
                  </a:cubicBezTo>
                  <a:cubicBezTo>
                    <a:pt x="766481" y="1926411"/>
                    <a:pt x="768100" y="1926316"/>
                    <a:pt x="769720" y="1926125"/>
                  </a:cubicBezTo>
                  <a:cubicBezTo>
                    <a:pt x="769910" y="1926125"/>
                    <a:pt x="770101" y="1926030"/>
                    <a:pt x="770196" y="1926030"/>
                  </a:cubicBezTo>
                  <a:cubicBezTo>
                    <a:pt x="771720" y="1925840"/>
                    <a:pt x="773149" y="1925459"/>
                    <a:pt x="774578" y="1924887"/>
                  </a:cubicBezTo>
                  <a:cubicBezTo>
                    <a:pt x="774578" y="1924887"/>
                    <a:pt x="774578" y="1924887"/>
                    <a:pt x="774578" y="1924887"/>
                  </a:cubicBezTo>
                  <a:lnTo>
                    <a:pt x="774578" y="1924887"/>
                  </a:lnTo>
                  <a:cubicBezTo>
                    <a:pt x="776102" y="1924316"/>
                    <a:pt x="777530" y="1923554"/>
                    <a:pt x="778769" y="1922696"/>
                  </a:cubicBezTo>
                  <a:cubicBezTo>
                    <a:pt x="781721" y="1929459"/>
                    <a:pt x="785245" y="1936222"/>
                    <a:pt x="788960" y="1942889"/>
                  </a:cubicBezTo>
                  <a:cubicBezTo>
                    <a:pt x="785531" y="1943175"/>
                    <a:pt x="782198" y="1944223"/>
                    <a:pt x="779340" y="1946223"/>
                  </a:cubicBezTo>
                  <a:cubicBezTo>
                    <a:pt x="778007" y="1947080"/>
                    <a:pt x="776959" y="1948224"/>
                    <a:pt x="776006" y="1949271"/>
                  </a:cubicBezTo>
                  <a:cubicBezTo>
                    <a:pt x="775911" y="1949366"/>
                    <a:pt x="775816" y="1949557"/>
                    <a:pt x="775720" y="1949652"/>
                  </a:cubicBezTo>
                  <a:cubicBezTo>
                    <a:pt x="772482" y="1953653"/>
                    <a:pt x="771529" y="1958701"/>
                    <a:pt x="772863" y="1963654"/>
                  </a:cubicBezTo>
                  <a:cubicBezTo>
                    <a:pt x="737335" y="1966130"/>
                    <a:pt x="699235" y="1960892"/>
                    <a:pt x="662754" y="1945557"/>
                  </a:cubicBezTo>
                  <a:cubicBezTo>
                    <a:pt x="649133" y="1939746"/>
                    <a:pt x="636370" y="1932888"/>
                    <a:pt x="624368" y="1925268"/>
                  </a:cubicBezTo>
                  <a:cubicBezTo>
                    <a:pt x="628083" y="1922315"/>
                    <a:pt x="630369" y="1918029"/>
                    <a:pt x="630274" y="1912981"/>
                  </a:cubicBezTo>
                  <a:cubicBezTo>
                    <a:pt x="630179" y="1907933"/>
                    <a:pt x="627892" y="1903170"/>
                    <a:pt x="624178" y="1899455"/>
                  </a:cubicBezTo>
                  <a:cubicBezTo>
                    <a:pt x="621796" y="1896979"/>
                    <a:pt x="618844" y="1894979"/>
                    <a:pt x="615605" y="1893645"/>
                  </a:cubicBezTo>
                  <a:cubicBezTo>
                    <a:pt x="615415" y="1893550"/>
                    <a:pt x="615224" y="1893455"/>
                    <a:pt x="614938" y="1893359"/>
                  </a:cubicBezTo>
                  <a:cubicBezTo>
                    <a:pt x="613319" y="1892788"/>
                    <a:pt x="611700" y="1892216"/>
                    <a:pt x="609890" y="1892026"/>
                  </a:cubicBezTo>
                  <a:cubicBezTo>
                    <a:pt x="601699" y="1890883"/>
                    <a:pt x="594555" y="1894217"/>
                    <a:pt x="591031" y="1899932"/>
                  </a:cubicBezTo>
                  <a:cubicBezTo>
                    <a:pt x="590078" y="1899074"/>
                    <a:pt x="589030" y="1898217"/>
                    <a:pt x="588078" y="1897360"/>
                  </a:cubicBezTo>
                  <a:cubicBezTo>
                    <a:pt x="587983" y="1897265"/>
                    <a:pt x="587983" y="1897265"/>
                    <a:pt x="587887" y="1897169"/>
                  </a:cubicBezTo>
                  <a:cubicBezTo>
                    <a:pt x="580363" y="1890026"/>
                    <a:pt x="573409" y="1882501"/>
                    <a:pt x="567123" y="1874595"/>
                  </a:cubicBezTo>
                  <a:cubicBezTo>
                    <a:pt x="565790" y="1872881"/>
                    <a:pt x="564456" y="1871166"/>
                    <a:pt x="563123" y="1869357"/>
                  </a:cubicBezTo>
                  <a:cubicBezTo>
                    <a:pt x="560551" y="1865927"/>
                    <a:pt x="557979" y="1862499"/>
                    <a:pt x="555693" y="1858974"/>
                  </a:cubicBezTo>
                  <a:cubicBezTo>
                    <a:pt x="562646" y="1857641"/>
                    <a:pt x="569314" y="1855926"/>
                    <a:pt x="575886" y="1854116"/>
                  </a:cubicBezTo>
                  <a:cubicBezTo>
                    <a:pt x="577220" y="1859450"/>
                    <a:pt x="580839" y="1864403"/>
                    <a:pt x="586459" y="1867642"/>
                  </a:cubicBezTo>
                  <a:cubicBezTo>
                    <a:pt x="593221" y="1871261"/>
                    <a:pt x="600841" y="1871071"/>
                    <a:pt x="606461" y="1867928"/>
                  </a:cubicBezTo>
                  <a:cubicBezTo>
                    <a:pt x="606461" y="1867928"/>
                    <a:pt x="606461" y="1867928"/>
                    <a:pt x="606461" y="1867928"/>
                  </a:cubicBezTo>
                  <a:cubicBezTo>
                    <a:pt x="606461" y="1867928"/>
                    <a:pt x="606461" y="1867928"/>
                    <a:pt x="606461" y="1867928"/>
                  </a:cubicBezTo>
                  <a:cubicBezTo>
                    <a:pt x="607700" y="1867261"/>
                    <a:pt x="608842" y="1866404"/>
                    <a:pt x="609890" y="1865356"/>
                  </a:cubicBezTo>
                  <a:cubicBezTo>
                    <a:pt x="609986" y="1865261"/>
                    <a:pt x="610176" y="1865070"/>
                    <a:pt x="610271" y="1864975"/>
                  </a:cubicBezTo>
                  <a:cubicBezTo>
                    <a:pt x="611319" y="1863927"/>
                    <a:pt x="612271" y="1862689"/>
                    <a:pt x="612938" y="1861355"/>
                  </a:cubicBezTo>
                  <a:cubicBezTo>
                    <a:pt x="614081" y="1859165"/>
                    <a:pt x="614653" y="1856783"/>
                    <a:pt x="614748" y="1854497"/>
                  </a:cubicBezTo>
                  <a:cubicBezTo>
                    <a:pt x="614843" y="1852116"/>
                    <a:pt x="614367" y="1849735"/>
                    <a:pt x="613510" y="1847544"/>
                  </a:cubicBezTo>
                  <a:cubicBezTo>
                    <a:pt x="612653" y="1845449"/>
                    <a:pt x="611509" y="1843449"/>
                    <a:pt x="609890" y="1841639"/>
                  </a:cubicBezTo>
                  <a:cubicBezTo>
                    <a:pt x="610081" y="1841543"/>
                    <a:pt x="610271" y="1841448"/>
                    <a:pt x="610462" y="1841448"/>
                  </a:cubicBezTo>
                  <a:cubicBezTo>
                    <a:pt x="627607" y="1833257"/>
                    <a:pt x="643418" y="1823160"/>
                    <a:pt x="657611" y="1811349"/>
                  </a:cubicBezTo>
                  <a:cubicBezTo>
                    <a:pt x="665612" y="1804682"/>
                    <a:pt x="673041" y="1797443"/>
                    <a:pt x="680090" y="1789632"/>
                  </a:cubicBezTo>
                  <a:cubicBezTo>
                    <a:pt x="686090" y="1792109"/>
                    <a:pt x="692662" y="1791156"/>
                    <a:pt x="697520" y="1787727"/>
                  </a:cubicBezTo>
                  <a:cubicBezTo>
                    <a:pt x="697520" y="1787727"/>
                    <a:pt x="697520" y="1787727"/>
                    <a:pt x="697520" y="1787727"/>
                  </a:cubicBezTo>
                  <a:cubicBezTo>
                    <a:pt x="697520" y="1787727"/>
                    <a:pt x="697520" y="1787727"/>
                    <a:pt x="697520" y="1787727"/>
                  </a:cubicBezTo>
                  <a:cubicBezTo>
                    <a:pt x="698663" y="1786870"/>
                    <a:pt x="699711" y="1786013"/>
                    <a:pt x="700663" y="1784870"/>
                  </a:cubicBezTo>
                  <a:cubicBezTo>
                    <a:pt x="700759" y="1784774"/>
                    <a:pt x="700854" y="1784584"/>
                    <a:pt x="701045" y="1784489"/>
                  </a:cubicBezTo>
                  <a:cubicBezTo>
                    <a:pt x="701997" y="1783345"/>
                    <a:pt x="702854" y="1782107"/>
                    <a:pt x="703426" y="1780679"/>
                  </a:cubicBezTo>
                  <a:cubicBezTo>
                    <a:pt x="703426" y="1780679"/>
                    <a:pt x="703426" y="1780679"/>
                    <a:pt x="703426" y="1780679"/>
                  </a:cubicBezTo>
                  <a:cubicBezTo>
                    <a:pt x="704474" y="1778393"/>
                    <a:pt x="704950" y="1776107"/>
                    <a:pt x="705045" y="1773820"/>
                  </a:cubicBezTo>
                  <a:cubicBezTo>
                    <a:pt x="705140" y="1769725"/>
                    <a:pt x="703807" y="1765820"/>
                    <a:pt x="701425" y="1762581"/>
                  </a:cubicBezTo>
                  <a:cubicBezTo>
                    <a:pt x="709808" y="1750294"/>
                    <a:pt x="717332" y="1737054"/>
                    <a:pt x="723809" y="1723243"/>
                  </a:cubicBezTo>
                  <a:cubicBezTo>
                    <a:pt x="723809" y="1723243"/>
                    <a:pt x="723809" y="1723243"/>
                    <a:pt x="723809" y="1723243"/>
                  </a:cubicBezTo>
                  <a:lnTo>
                    <a:pt x="724857" y="1721052"/>
                  </a:lnTo>
                  <a:cubicBezTo>
                    <a:pt x="731905" y="1705622"/>
                    <a:pt x="737620" y="1690858"/>
                    <a:pt x="742288" y="1676666"/>
                  </a:cubicBezTo>
                  <a:cubicBezTo>
                    <a:pt x="748288" y="1674951"/>
                    <a:pt x="753146" y="1669712"/>
                    <a:pt x="754956" y="1663235"/>
                  </a:cubicBezTo>
                  <a:cubicBezTo>
                    <a:pt x="755051" y="1663045"/>
                    <a:pt x="755051" y="1662854"/>
                    <a:pt x="755146" y="1662759"/>
                  </a:cubicBezTo>
                  <a:cubicBezTo>
                    <a:pt x="755528" y="1661330"/>
                    <a:pt x="755813" y="1659902"/>
                    <a:pt x="755813" y="1658378"/>
                  </a:cubicBezTo>
                  <a:cubicBezTo>
                    <a:pt x="755908" y="1655996"/>
                    <a:pt x="755528" y="1653710"/>
                    <a:pt x="754861" y="1651805"/>
                  </a:cubicBezTo>
                  <a:cubicBezTo>
                    <a:pt x="754194" y="1649805"/>
                    <a:pt x="753146" y="1648186"/>
                    <a:pt x="751813" y="1646757"/>
                  </a:cubicBezTo>
                  <a:cubicBezTo>
                    <a:pt x="751527" y="1646471"/>
                    <a:pt x="751241" y="1646281"/>
                    <a:pt x="750955" y="1645995"/>
                  </a:cubicBezTo>
                  <a:cubicBezTo>
                    <a:pt x="751622" y="1643233"/>
                    <a:pt x="752384" y="1640280"/>
                    <a:pt x="753051" y="1637518"/>
                  </a:cubicBezTo>
                  <a:cubicBezTo>
                    <a:pt x="758480" y="1612277"/>
                    <a:pt x="760862" y="1589417"/>
                    <a:pt x="760576" y="1570271"/>
                  </a:cubicBezTo>
                  <a:cubicBezTo>
                    <a:pt x="760195" y="1550650"/>
                    <a:pt x="757528" y="1534267"/>
                    <a:pt x="752575" y="1521218"/>
                  </a:cubicBezTo>
                  <a:cubicBezTo>
                    <a:pt x="756004" y="1517979"/>
                    <a:pt x="758671" y="1513407"/>
                    <a:pt x="759719" y="1508645"/>
                  </a:cubicBezTo>
                  <a:cubicBezTo>
                    <a:pt x="760957" y="1502644"/>
                    <a:pt x="759528" y="1497691"/>
                    <a:pt x="756385" y="1495119"/>
                  </a:cubicBezTo>
                  <a:cubicBezTo>
                    <a:pt x="756385" y="1495119"/>
                    <a:pt x="756385" y="1495119"/>
                    <a:pt x="756385" y="1495119"/>
                  </a:cubicBezTo>
                  <a:cubicBezTo>
                    <a:pt x="756385" y="1495119"/>
                    <a:pt x="756385" y="1495119"/>
                    <a:pt x="756290" y="1495119"/>
                  </a:cubicBezTo>
                  <a:cubicBezTo>
                    <a:pt x="755623" y="1494548"/>
                    <a:pt x="754861" y="1494167"/>
                    <a:pt x="754004" y="1493881"/>
                  </a:cubicBezTo>
                  <a:cubicBezTo>
                    <a:pt x="753813" y="1493786"/>
                    <a:pt x="753623" y="1493786"/>
                    <a:pt x="753527" y="1493690"/>
                  </a:cubicBezTo>
                  <a:cubicBezTo>
                    <a:pt x="752575" y="1493405"/>
                    <a:pt x="751622" y="1493309"/>
                    <a:pt x="750479" y="1493309"/>
                  </a:cubicBezTo>
                  <a:cubicBezTo>
                    <a:pt x="746574" y="1493595"/>
                    <a:pt x="742478" y="1495976"/>
                    <a:pt x="739145" y="1499501"/>
                  </a:cubicBezTo>
                  <a:cubicBezTo>
                    <a:pt x="736858" y="1497215"/>
                    <a:pt x="734477" y="1495214"/>
                    <a:pt x="731905" y="1493500"/>
                  </a:cubicBezTo>
                  <a:cubicBezTo>
                    <a:pt x="712284" y="1479593"/>
                    <a:pt x="683137" y="1482641"/>
                    <a:pt x="647038" y="1498834"/>
                  </a:cubicBezTo>
                  <a:cubicBezTo>
                    <a:pt x="630845" y="1506168"/>
                    <a:pt x="613415" y="1516645"/>
                    <a:pt x="595222" y="1529790"/>
                  </a:cubicBezTo>
                  <a:cubicBezTo>
                    <a:pt x="589888" y="1525028"/>
                    <a:pt x="581125" y="1525218"/>
                    <a:pt x="574171" y="1531028"/>
                  </a:cubicBezTo>
                  <a:cubicBezTo>
                    <a:pt x="567790" y="1536362"/>
                    <a:pt x="565504" y="1544649"/>
                    <a:pt x="567980" y="1551221"/>
                  </a:cubicBezTo>
                  <a:cubicBezTo>
                    <a:pt x="554741" y="1562461"/>
                    <a:pt x="541405" y="1575129"/>
                    <a:pt x="528261" y="1589321"/>
                  </a:cubicBezTo>
                  <a:cubicBezTo>
                    <a:pt x="523403" y="1594560"/>
                    <a:pt x="518831" y="1599989"/>
                    <a:pt x="514354" y="1605514"/>
                  </a:cubicBezTo>
                  <a:cubicBezTo>
                    <a:pt x="514354" y="1605514"/>
                    <a:pt x="514354" y="1605514"/>
                    <a:pt x="514354" y="1605514"/>
                  </a:cubicBezTo>
                  <a:cubicBezTo>
                    <a:pt x="514354" y="1605514"/>
                    <a:pt x="514354" y="1605514"/>
                    <a:pt x="514354" y="1605514"/>
                  </a:cubicBezTo>
                  <a:cubicBezTo>
                    <a:pt x="512354" y="1607990"/>
                    <a:pt x="510449" y="1610372"/>
                    <a:pt x="508544" y="1612848"/>
                  </a:cubicBezTo>
                  <a:cubicBezTo>
                    <a:pt x="507878" y="1612277"/>
                    <a:pt x="507116" y="1611705"/>
                    <a:pt x="506353" y="1611134"/>
                  </a:cubicBezTo>
                  <a:cubicBezTo>
                    <a:pt x="498257" y="1606181"/>
                    <a:pt x="487399" y="1608848"/>
                    <a:pt x="482160" y="1617134"/>
                  </a:cubicBezTo>
                  <a:cubicBezTo>
                    <a:pt x="476921" y="1625421"/>
                    <a:pt x="479588" y="1636470"/>
                    <a:pt x="487970" y="1641709"/>
                  </a:cubicBezTo>
                  <a:cubicBezTo>
                    <a:pt x="488446" y="1641995"/>
                    <a:pt x="488923" y="1642090"/>
                    <a:pt x="489399" y="1642376"/>
                  </a:cubicBezTo>
                  <a:cubicBezTo>
                    <a:pt x="481684" y="1656282"/>
                    <a:pt x="475302" y="1670760"/>
                    <a:pt x="470635" y="1685714"/>
                  </a:cubicBezTo>
                  <a:cubicBezTo>
                    <a:pt x="467015" y="1697335"/>
                    <a:pt x="464348" y="1709336"/>
                    <a:pt x="462634" y="1721528"/>
                  </a:cubicBezTo>
                  <a:cubicBezTo>
                    <a:pt x="462538" y="1721433"/>
                    <a:pt x="462443" y="1721433"/>
                    <a:pt x="462443" y="1721338"/>
                  </a:cubicBezTo>
                  <a:cubicBezTo>
                    <a:pt x="453109" y="1716004"/>
                    <a:pt x="441774" y="1718576"/>
                    <a:pt x="437107" y="1727243"/>
                  </a:cubicBezTo>
                  <a:cubicBezTo>
                    <a:pt x="435392" y="1730482"/>
                    <a:pt x="434821" y="1734197"/>
                    <a:pt x="435392" y="1737816"/>
                  </a:cubicBezTo>
                  <a:cubicBezTo>
                    <a:pt x="435773" y="1740293"/>
                    <a:pt x="436630" y="1742674"/>
                    <a:pt x="437869" y="1744865"/>
                  </a:cubicBezTo>
                  <a:cubicBezTo>
                    <a:pt x="439774" y="1748199"/>
                    <a:pt x="442631" y="1751246"/>
                    <a:pt x="446251" y="1753342"/>
                  </a:cubicBezTo>
                  <a:cubicBezTo>
                    <a:pt x="447679" y="1754104"/>
                    <a:pt x="449203" y="1754675"/>
                    <a:pt x="450632" y="1755152"/>
                  </a:cubicBezTo>
                  <a:cubicBezTo>
                    <a:pt x="451013" y="1755247"/>
                    <a:pt x="451299" y="1755342"/>
                    <a:pt x="451680" y="1755342"/>
                  </a:cubicBezTo>
                  <a:cubicBezTo>
                    <a:pt x="453109" y="1755723"/>
                    <a:pt x="454442" y="1755914"/>
                    <a:pt x="455871" y="1755914"/>
                  </a:cubicBezTo>
                  <a:cubicBezTo>
                    <a:pt x="455871" y="1755914"/>
                    <a:pt x="455871" y="1755914"/>
                    <a:pt x="455871" y="1755914"/>
                  </a:cubicBezTo>
                  <a:lnTo>
                    <a:pt x="455871" y="1755914"/>
                  </a:lnTo>
                  <a:cubicBezTo>
                    <a:pt x="457490" y="1755914"/>
                    <a:pt x="459109" y="1755818"/>
                    <a:pt x="460538" y="1755533"/>
                  </a:cubicBezTo>
                  <a:cubicBezTo>
                    <a:pt x="460729" y="1762962"/>
                    <a:pt x="461300" y="1770392"/>
                    <a:pt x="462157" y="1777916"/>
                  </a:cubicBezTo>
                  <a:cubicBezTo>
                    <a:pt x="460062" y="1777345"/>
                    <a:pt x="457966" y="1776869"/>
                    <a:pt x="455871" y="1776964"/>
                  </a:cubicBezTo>
                  <a:cubicBezTo>
                    <a:pt x="454537" y="1776964"/>
                    <a:pt x="453299" y="1777154"/>
                    <a:pt x="451966" y="1777345"/>
                  </a:cubicBezTo>
                  <a:cubicBezTo>
                    <a:pt x="450442" y="1777631"/>
                    <a:pt x="449013" y="1778202"/>
                    <a:pt x="447679" y="1778869"/>
                  </a:cubicBezTo>
                  <a:cubicBezTo>
                    <a:pt x="447489" y="1778964"/>
                    <a:pt x="447394" y="1779059"/>
                    <a:pt x="447299" y="1779155"/>
                  </a:cubicBezTo>
                  <a:cubicBezTo>
                    <a:pt x="442822" y="1781631"/>
                    <a:pt x="439869" y="1785917"/>
                    <a:pt x="439298" y="1791061"/>
                  </a:cubicBezTo>
                  <a:cubicBezTo>
                    <a:pt x="405579" y="1779821"/>
                    <a:pt x="372718" y="1760105"/>
                    <a:pt x="344619" y="1732387"/>
                  </a:cubicBezTo>
                  <a:cubicBezTo>
                    <a:pt x="334237" y="1721909"/>
                    <a:pt x="325093" y="1710670"/>
                    <a:pt x="316996" y="1699049"/>
                  </a:cubicBezTo>
                  <a:cubicBezTo>
                    <a:pt x="321569" y="1697811"/>
                    <a:pt x="325378" y="1694573"/>
                    <a:pt x="327188" y="1689905"/>
                  </a:cubicBezTo>
                  <a:cubicBezTo>
                    <a:pt x="330141" y="1682190"/>
                    <a:pt x="327569" y="1672570"/>
                    <a:pt x="320997" y="1666283"/>
                  </a:cubicBezTo>
                  <a:cubicBezTo>
                    <a:pt x="320902" y="1666188"/>
                    <a:pt x="320807" y="1666093"/>
                    <a:pt x="320711" y="1665998"/>
                  </a:cubicBezTo>
                  <a:cubicBezTo>
                    <a:pt x="319473" y="1664855"/>
                    <a:pt x="318044" y="1663712"/>
                    <a:pt x="316520" y="1662854"/>
                  </a:cubicBezTo>
                  <a:cubicBezTo>
                    <a:pt x="309472" y="1658759"/>
                    <a:pt x="301566" y="1659044"/>
                    <a:pt x="296137" y="1662950"/>
                  </a:cubicBezTo>
                  <a:cubicBezTo>
                    <a:pt x="293470" y="1657235"/>
                    <a:pt x="290993" y="1651424"/>
                    <a:pt x="288707" y="1645614"/>
                  </a:cubicBezTo>
                  <a:cubicBezTo>
                    <a:pt x="287755" y="1643042"/>
                    <a:pt x="286898" y="1640470"/>
                    <a:pt x="286040" y="1637804"/>
                  </a:cubicBezTo>
                  <a:cubicBezTo>
                    <a:pt x="285278" y="1635613"/>
                    <a:pt x="284516" y="1633327"/>
                    <a:pt x="283849" y="1631136"/>
                  </a:cubicBezTo>
                  <a:cubicBezTo>
                    <a:pt x="282040" y="1624945"/>
                    <a:pt x="280325" y="1618563"/>
                    <a:pt x="278896" y="1611895"/>
                  </a:cubicBezTo>
                  <a:cubicBezTo>
                    <a:pt x="285850" y="1613229"/>
                    <a:pt x="292708" y="1614277"/>
                    <a:pt x="299470" y="1615039"/>
                  </a:cubicBezTo>
                  <a:cubicBezTo>
                    <a:pt x="298708" y="1620468"/>
                    <a:pt x="300232" y="1626469"/>
                    <a:pt x="304138" y="1631517"/>
                  </a:cubicBezTo>
                  <a:cubicBezTo>
                    <a:pt x="308805" y="1637613"/>
                    <a:pt x="315949" y="1640280"/>
                    <a:pt x="322330" y="1639518"/>
                  </a:cubicBezTo>
                  <a:lnTo>
                    <a:pt x="322330" y="1639518"/>
                  </a:lnTo>
                  <a:cubicBezTo>
                    <a:pt x="322330" y="1639518"/>
                    <a:pt x="322330" y="1639518"/>
                    <a:pt x="322330" y="1639518"/>
                  </a:cubicBezTo>
                  <a:cubicBezTo>
                    <a:pt x="323759" y="1639328"/>
                    <a:pt x="325188" y="1638947"/>
                    <a:pt x="326521" y="1638470"/>
                  </a:cubicBezTo>
                  <a:cubicBezTo>
                    <a:pt x="326712" y="1638375"/>
                    <a:pt x="326903" y="1638375"/>
                    <a:pt x="327093" y="1638280"/>
                  </a:cubicBezTo>
                  <a:cubicBezTo>
                    <a:pt x="328427" y="1637708"/>
                    <a:pt x="329760" y="1636946"/>
                    <a:pt x="330903" y="1635994"/>
                  </a:cubicBezTo>
                  <a:cubicBezTo>
                    <a:pt x="332808" y="1634375"/>
                    <a:pt x="334237" y="1632470"/>
                    <a:pt x="335189" y="1630279"/>
                  </a:cubicBezTo>
                  <a:cubicBezTo>
                    <a:pt x="336142" y="1628183"/>
                    <a:pt x="336618" y="1625802"/>
                    <a:pt x="336713" y="1623421"/>
                  </a:cubicBezTo>
                  <a:cubicBezTo>
                    <a:pt x="336713" y="1622183"/>
                    <a:pt x="336618" y="1621040"/>
                    <a:pt x="336428" y="1619801"/>
                  </a:cubicBezTo>
                  <a:cubicBezTo>
                    <a:pt x="336237" y="1618754"/>
                    <a:pt x="335951" y="1617706"/>
                    <a:pt x="335666" y="1616563"/>
                  </a:cubicBezTo>
                  <a:cubicBezTo>
                    <a:pt x="335856" y="1616563"/>
                    <a:pt x="336046" y="1616563"/>
                    <a:pt x="336237" y="1616563"/>
                  </a:cubicBezTo>
                  <a:cubicBezTo>
                    <a:pt x="355287" y="1615515"/>
                    <a:pt x="373766" y="1612086"/>
                    <a:pt x="391387" y="1606562"/>
                  </a:cubicBezTo>
                  <a:cubicBezTo>
                    <a:pt x="401293" y="1603514"/>
                    <a:pt x="411008" y="1599608"/>
                    <a:pt x="420438" y="1595132"/>
                  </a:cubicBezTo>
                  <a:cubicBezTo>
                    <a:pt x="424915" y="1599799"/>
                    <a:pt x="431392" y="1601418"/>
                    <a:pt x="437202" y="1600085"/>
                  </a:cubicBezTo>
                  <a:cubicBezTo>
                    <a:pt x="437202" y="1600085"/>
                    <a:pt x="437202" y="1600085"/>
                    <a:pt x="437202" y="1600085"/>
                  </a:cubicBezTo>
                  <a:cubicBezTo>
                    <a:pt x="437202" y="1600085"/>
                    <a:pt x="437202" y="1600085"/>
                    <a:pt x="437202" y="1600085"/>
                  </a:cubicBezTo>
                  <a:cubicBezTo>
                    <a:pt x="438536" y="1599799"/>
                    <a:pt x="439869" y="1599323"/>
                    <a:pt x="441107" y="1598656"/>
                  </a:cubicBezTo>
                  <a:cubicBezTo>
                    <a:pt x="441298" y="1598561"/>
                    <a:pt x="441488" y="1598465"/>
                    <a:pt x="441679" y="1598370"/>
                  </a:cubicBezTo>
                  <a:cubicBezTo>
                    <a:pt x="443012" y="1597703"/>
                    <a:pt x="444250" y="1596846"/>
                    <a:pt x="445298" y="1595799"/>
                  </a:cubicBezTo>
                  <a:cubicBezTo>
                    <a:pt x="447108" y="1594084"/>
                    <a:pt x="448441" y="1592084"/>
                    <a:pt x="449394" y="1589988"/>
                  </a:cubicBezTo>
                  <a:cubicBezTo>
                    <a:pt x="450346" y="1587893"/>
                    <a:pt x="450823" y="1585702"/>
                    <a:pt x="450918" y="1583416"/>
                  </a:cubicBezTo>
                  <a:cubicBezTo>
                    <a:pt x="451013" y="1581701"/>
                    <a:pt x="450728" y="1579987"/>
                    <a:pt x="450251" y="1578272"/>
                  </a:cubicBezTo>
                  <a:cubicBezTo>
                    <a:pt x="463396" y="1569700"/>
                    <a:pt x="475874" y="1559889"/>
                    <a:pt x="487780" y="1548840"/>
                  </a:cubicBezTo>
                  <a:cubicBezTo>
                    <a:pt x="500257" y="1537315"/>
                    <a:pt x="511116" y="1525790"/>
                    <a:pt x="520832" y="1514455"/>
                  </a:cubicBezTo>
                  <a:cubicBezTo>
                    <a:pt x="527118" y="1515122"/>
                    <a:pt x="533595" y="1512169"/>
                    <a:pt x="537691" y="1506930"/>
                  </a:cubicBezTo>
                  <a:cubicBezTo>
                    <a:pt x="537786" y="1506835"/>
                    <a:pt x="537881" y="1506644"/>
                    <a:pt x="538072" y="1506549"/>
                  </a:cubicBezTo>
                  <a:cubicBezTo>
                    <a:pt x="538929" y="1505406"/>
                    <a:pt x="539786" y="1504168"/>
                    <a:pt x="540358" y="1502739"/>
                  </a:cubicBezTo>
                  <a:cubicBezTo>
                    <a:pt x="541310" y="1500549"/>
                    <a:pt x="541882" y="1498358"/>
                    <a:pt x="541977" y="1496357"/>
                  </a:cubicBezTo>
                  <a:cubicBezTo>
                    <a:pt x="542072" y="1494262"/>
                    <a:pt x="541787" y="1492262"/>
                    <a:pt x="541025" y="1490547"/>
                  </a:cubicBezTo>
                  <a:cubicBezTo>
                    <a:pt x="540929" y="1490166"/>
                    <a:pt x="540644" y="1489880"/>
                    <a:pt x="540548" y="1489499"/>
                  </a:cubicBezTo>
                  <a:cubicBezTo>
                    <a:pt x="542263" y="1487118"/>
                    <a:pt x="544073" y="1484737"/>
                    <a:pt x="545692" y="1482451"/>
                  </a:cubicBezTo>
                  <a:cubicBezTo>
                    <a:pt x="560551" y="1461020"/>
                    <a:pt x="571219" y="1441017"/>
                    <a:pt x="578172" y="1423205"/>
                  </a:cubicBezTo>
                  <a:cubicBezTo>
                    <a:pt x="585220" y="1405299"/>
                    <a:pt x="589316" y="1389106"/>
                    <a:pt x="589412" y="1375580"/>
                  </a:cubicBezTo>
                  <a:cubicBezTo>
                    <a:pt x="589412" y="1375295"/>
                    <a:pt x="589412" y="1375009"/>
                    <a:pt x="589412" y="1374818"/>
                  </a:cubicBezTo>
                  <a:cubicBezTo>
                    <a:pt x="593793" y="1373104"/>
                    <a:pt x="597984" y="1369961"/>
                    <a:pt x="600841" y="1365865"/>
                  </a:cubicBezTo>
                  <a:cubicBezTo>
                    <a:pt x="604461" y="1360721"/>
                    <a:pt x="605033" y="1355483"/>
                    <a:pt x="603032" y="1351958"/>
                  </a:cubicBezTo>
                  <a:lnTo>
                    <a:pt x="603032" y="1351958"/>
                  </a:lnTo>
                  <a:lnTo>
                    <a:pt x="603032" y="1351958"/>
                  </a:lnTo>
                  <a:cubicBezTo>
                    <a:pt x="602556" y="1351101"/>
                    <a:pt x="601984" y="1350434"/>
                    <a:pt x="601223" y="1349863"/>
                  </a:cubicBezTo>
                  <a:cubicBezTo>
                    <a:pt x="601127" y="1349768"/>
                    <a:pt x="601032" y="1349672"/>
                    <a:pt x="600937" y="1349672"/>
                  </a:cubicBezTo>
                  <a:cubicBezTo>
                    <a:pt x="600175" y="1349101"/>
                    <a:pt x="599222" y="1348529"/>
                    <a:pt x="598175" y="1348149"/>
                  </a:cubicBezTo>
                  <a:cubicBezTo>
                    <a:pt x="594460" y="1346910"/>
                    <a:pt x="589697" y="1347577"/>
                    <a:pt x="585316" y="1349577"/>
                  </a:cubicBezTo>
                  <a:cubicBezTo>
                    <a:pt x="584078" y="1346624"/>
                    <a:pt x="582744" y="1343862"/>
                    <a:pt x="581029" y="1341195"/>
                  </a:cubicBezTo>
                  <a:cubicBezTo>
                    <a:pt x="574553" y="1331003"/>
                    <a:pt x="563980" y="1324145"/>
                    <a:pt x="550740" y="1319478"/>
                  </a:cubicBezTo>
                  <a:cubicBezTo>
                    <a:pt x="543977" y="1317192"/>
                    <a:pt x="536262" y="1315668"/>
                    <a:pt x="527785" y="1314811"/>
                  </a:cubicBezTo>
                  <a:cubicBezTo>
                    <a:pt x="519498" y="1313763"/>
                    <a:pt x="510354" y="1313477"/>
                    <a:pt x="500448" y="1313858"/>
                  </a:cubicBezTo>
                  <a:cubicBezTo>
                    <a:pt x="482541" y="1314620"/>
                    <a:pt x="462348" y="1317573"/>
                    <a:pt x="440726" y="1322717"/>
                  </a:cubicBezTo>
                  <a:cubicBezTo>
                    <a:pt x="437774" y="1316240"/>
                    <a:pt x="429391" y="1313192"/>
                    <a:pt x="420819" y="1315859"/>
                  </a:cubicBezTo>
                  <a:cubicBezTo>
                    <a:pt x="412913" y="1318335"/>
                    <a:pt x="407579" y="1325098"/>
                    <a:pt x="407484" y="1332146"/>
                  </a:cubicBezTo>
                  <a:cubicBezTo>
                    <a:pt x="391006" y="1337576"/>
                    <a:pt x="373861" y="1344148"/>
                    <a:pt x="356144" y="1352244"/>
                  </a:cubicBezTo>
                  <a:cubicBezTo>
                    <a:pt x="349667" y="1355197"/>
                    <a:pt x="343381" y="1358435"/>
                    <a:pt x="337190" y="1361864"/>
                  </a:cubicBezTo>
                  <a:cubicBezTo>
                    <a:pt x="337190" y="1361864"/>
                    <a:pt x="337190" y="1361864"/>
                    <a:pt x="337094" y="1361864"/>
                  </a:cubicBezTo>
                  <a:cubicBezTo>
                    <a:pt x="337094" y="1361864"/>
                    <a:pt x="337094" y="1361864"/>
                    <a:pt x="337094" y="1361864"/>
                  </a:cubicBezTo>
                  <a:cubicBezTo>
                    <a:pt x="334332" y="1363388"/>
                    <a:pt x="331570" y="1364912"/>
                    <a:pt x="328903" y="1366436"/>
                  </a:cubicBezTo>
                  <a:cubicBezTo>
                    <a:pt x="328522" y="1365579"/>
                    <a:pt x="328045" y="1364817"/>
                    <a:pt x="327474" y="1364055"/>
                  </a:cubicBezTo>
                  <a:cubicBezTo>
                    <a:pt x="321854" y="1356435"/>
                    <a:pt x="310710" y="1354720"/>
                    <a:pt x="302709" y="1360436"/>
                  </a:cubicBezTo>
                  <a:cubicBezTo>
                    <a:pt x="294708" y="1366055"/>
                    <a:pt x="292994" y="1377295"/>
                    <a:pt x="298804" y="1385296"/>
                  </a:cubicBezTo>
                  <a:cubicBezTo>
                    <a:pt x="299090" y="1385772"/>
                    <a:pt x="299470" y="1386058"/>
                    <a:pt x="299852" y="1386439"/>
                  </a:cubicBezTo>
                  <a:cubicBezTo>
                    <a:pt x="287374" y="1396345"/>
                    <a:pt x="275849" y="1407299"/>
                    <a:pt x="265847" y="1419395"/>
                  </a:cubicBezTo>
                  <a:cubicBezTo>
                    <a:pt x="258037" y="1428730"/>
                    <a:pt x="251179" y="1438826"/>
                    <a:pt x="244892" y="1449494"/>
                  </a:cubicBezTo>
                  <a:cubicBezTo>
                    <a:pt x="244797" y="1449399"/>
                    <a:pt x="244797" y="1449304"/>
                    <a:pt x="244702" y="1449209"/>
                  </a:cubicBezTo>
                  <a:cubicBezTo>
                    <a:pt x="238129" y="1440732"/>
                    <a:pt x="226509" y="1438731"/>
                    <a:pt x="218889" y="1445018"/>
                  </a:cubicBezTo>
                  <a:cubicBezTo>
                    <a:pt x="211269" y="1451304"/>
                    <a:pt x="210698" y="1463782"/>
                    <a:pt x="217555" y="1472640"/>
                  </a:cubicBezTo>
                  <a:cubicBezTo>
                    <a:pt x="218603" y="1474069"/>
                    <a:pt x="219841" y="1475212"/>
                    <a:pt x="221080" y="1476260"/>
                  </a:cubicBezTo>
                  <a:cubicBezTo>
                    <a:pt x="221175" y="1476355"/>
                    <a:pt x="221175" y="1476355"/>
                    <a:pt x="221270" y="1476450"/>
                  </a:cubicBezTo>
                  <a:cubicBezTo>
                    <a:pt x="222413" y="1477403"/>
                    <a:pt x="223747" y="1478165"/>
                    <a:pt x="224985" y="1478736"/>
                  </a:cubicBezTo>
                  <a:cubicBezTo>
                    <a:pt x="225080" y="1478736"/>
                    <a:pt x="225080" y="1478832"/>
                    <a:pt x="225175" y="1478832"/>
                  </a:cubicBezTo>
                  <a:cubicBezTo>
                    <a:pt x="225175" y="1478832"/>
                    <a:pt x="225175" y="1478832"/>
                    <a:pt x="225175" y="1478832"/>
                  </a:cubicBezTo>
                  <a:cubicBezTo>
                    <a:pt x="226699" y="1479498"/>
                    <a:pt x="228128" y="1479974"/>
                    <a:pt x="229748" y="1480260"/>
                  </a:cubicBezTo>
                  <a:cubicBezTo>
                    <a:pt x="227080" y="1487213"/>
                    <a:pt x="224795" y="1494357"/>
                    <a:pt x="222794" y="1501596"/>
                  </a:cubicBezTo>
                  <a:cubicBezTo>
                    <a:pt x="220127" y="1499405"/>
                    <a:pt x="216984" y="1497882"/>
                    <a:pt x="213555" y="1497215"/>
                  </a:cubicBezTo>
                  <a:cubicBezTo>
                    <a:pt x="211936" y="1496929"/>
                    <a:pt x="210507" y="1496929"/>
                    <a:pt x="208983" y="1497024"/>
                  </a:cubicBezTo>
                  <a:cubicBezTo>
                    <a:pt x="208792" y="1497024"/>
                    <a:pt x="208697" y="1497024"/>
                    <a:pt x="208507" y="1497119"/>
                  </a:cubicBezTo>
                  <a:cubicBezTo>
                    <a:pt x="203363" y="1497691"/>
                    <a:pt x="199077" y="1500549"/>
                    <a:pt x="196600" y="1505025"/>
                  </a:cubicBezTo>
                  <a:cubicBezTo>
                    <a:pt x="169645" y="1481784"/>
                    <a:pt x="146975" y="1450828"/>
                    <a:pt x="131545" y="1414347"/>
                  </a:cubicBezTo>
                  <a:cubicBezTo>
                    <a:pt x="125830" y="1400726"/>
                    <a:pt x="121639" y="1386820"/>
                    <a:pt x="118591" y="1372913"/>
                  </a:cubicBezTo>
                  <a:cubicBezTo>
                    <a:pt x="123258" y="1373485"/>
                    <a:pt x="127925" y="1372056"/>
                    <a:pt x="131545" y="1368437"/>
                  </a:cubicBezTo>
                  <a:cubicBezTo>
                    <a:pt x="137450" y="1362436"/>
                    <a:pt x="138498" y="1352625"/>
                    <a:pt x="134974" y="1344338"/>
                  </a:cubicBezTo>
                  <a:cubicBezTo>
                    <a:pt x="134878" y="1344148"/>
                    <a:pt x="134783" y="1343862"/>
                    <a:pt x="134688" y="1343672"/>
                  </a:cubicBezTo>
                  <a:cubicBezTo>
                    <a:pt x="133926" y="1342148"/>
                    <a:pt x="133069" y="1340624"/>
                    <a:pt x="132021" y="1339195"/>
                  </a:cubicBezTo>
                  <a:cubicBezTo>
                    <a:pt x="131164" y="1338052"/>
                    <a:pt x="130211" y="1337099"/>
                    <a:pt x="129259" y="1336147"/>
                  </a:cubicBezTo>
                  <a:cubicBezTo>
                    <a:pt x="127258" y="1334337"/>
                    <a:pt x="125068" y="1333004"/>
                    <a:pt x="122782" y="1332146"/>
                  </a:cubicBezTo>
                  <a:cubicBezTo>
                    <a:pt x="121639" y="1331670"/>
                    <a:pt x="120496" y="1331384"/>
                    <a:pt x="119257" y="1331194"/>
                  </a:cubicBezTo>
                  <a:cubicBezTo>
                    <a:pt x="118115" y="1331003"/>
                    <a:pt x="116876" y="1330908"/>
                    <a:pt x="115733" y="1331003"/>
                  </a:cubicBezTo>
                  <a:cubicBezTo>
                    <a:pt x="114876" y="1331099"/>
                    <a:pt x="114019" y="1331289"/>
                    <a:pt x="113161" y="1331480"/>
                  </a:cubicBezTo>
                  <a:cubicBezTo>
                    <a:pt x="112590" y="1319192"/>
                    <a:pt x="112971" y="1307095"/>
                    <a:pt x="114209" y="1295380"/>
                  </a:cubicBezTo>
                  <a:cubicBezTo>
                    <a:pt x="114304" y="1294142"/>
                    <a:pt x="114495" y="1292999"/>
                    <a:pt x="114590" y="1291760"/>
                  </a:cubicBezTo>
                  <a:cubicBezTo>
                    <a:pt x="115162" y="1286903"/>
                    <a:pt x="115828" y="1282140"/>
                    <a:pt x="116781" y="1277473"/>
                  </a:cubicBezTo>
                  <a:cubicBezTo>
                    <a:pt x="122686" y="1281378"/>
                    <a:pt x="128592" y="1284902"/>
                    <a:pt x="134688" y="1288332"/>
                  </a:cubicBezTo>
                  <a:cubicBezTo>
                    <a:pt x="131926" y="1292999"/>
                    <a:pt x="130973" y="1299095"/>
                    <a:pt x="132783" y="1305286"/>
                  </a:cubicBezTo>
                  <a:cubicBezTo>
                    <a:pt x="135259" y="1314430"/>
                    <a:pt x="142879" y="1320335"/>
                    <a:pt x="150785" y="1320431"/>
                  </a:cubicBezTo>
                  <a:cubicBezTo>
                    <a:pt x="150880" y="1320431"/>
                    <a:pt x="151071" y="1320431"/>
                    <a:pt x="151166" y="1320431"/>
                  </a:cubicBezTo>
                  <a:cubicBezTo>
                    <a:pt x="152690" y="1320431"/>
                    <a:pt x="154214" y="1320240"/>
                    <a:pt x="155643" y="1319764"/>
                  </a:cubicBezTo>
                  <a:cubicBezTo>
                    <a:pt x="162501" y="1317573"/>
                    <a:pt x="166882" y="1311096"/>
                    <a:pt x="167549" y="1303571"/>
                  </a:cubicBezTo>
                  <a:cubicBezTo>
                    <a:pt x="167740" y="1303667"/>
                    <a:pt x="167930" y="1303762"/>
                    <a:pt x="168121" y="1303762"/>
                  </a:cubicBezTo>
                  <a:cubicBezTo>
                    <a:pt x="185742" y="1310239"/>
                    <a:pt x="204506" y="1314049"/>
                    <a:pt x="222890" y="1315763"/>
                  </a:cubicBezTo>
                  <a:cubicBezTo>
                    <a:pt x="233272" y="1316716"/>
                    <a:pt x="243749" y="1316811"/>
                    <a:pt x="254132" y="1316335"/>
                  </a:cubicBezTo>
                  <a:cubicBezTo>
                    <a:pt x="256894" y="1323860"/>
                    <a:pt x="264323" y="1328146"/>
                    <a:pt x="271848" y="1327574"/>
                  </a:cubicBezTo>
                  <a:cubicBezTo>
                    <a:pt x="272038" y="1327574"/>
                    <a:pt x="272229" y="1327574"/>
                    <a:pt x="272420" y="1327574"/>
                  </a:cubicBezTo>
                  <a:cubicBezTo>
                    <a:pt x="273848" y="1327384"/>
                    <a:pt x="275372" y="1327098"/>
                    <a:pt x="276801" y="1326622"/>
                  </a:cubicBezTo>
                  <a:cubicBezTo>
                    <a:pt x="283183" y="1324145"/>
                    <a:pt x="287183" y="1318621"/>
                    <a:pt x="288136" y="1312334"/>
                  </a:cubicBezTo>
                  <a:cubicBezTo>
                    <a:pt x="302709" y="1309572"/>
                    <a:pt x="317282" y="1305572"/>
                    <a:pt x="331665" y="1300333"/>
                  </a:cubicBezTo>
                  <a:lnTo>
                    <a:pt x="331665" y="1300333"/>
                  </a:lnTo>
                  <a:lnTo>
                    <a:pt x="333951" y="1299571"/>
                  </a:lnTo>
                  <a:cubicBezTo>
                    <a:pt x="349762" y="1293665"/>
                    <a:pt x="364241" y="1287188"/>
                    <a:pt x="377671" y="1280426"/>
                  </a:cubicBezTo>
                  <a:cubicBezTo>
                    <a:pt x="381957" y="1282902"/>
                    <a:pt x="387291" y="1283188"/>
                    <a:pt x="392339" y="1281569"/>
                  </a:cubicBezTo>
                  <a:lnTo>
                    <a:pt x="392339" y="1281569"/>
                  </a:lnTo>
                  <a:cubicBezTo>
                    <a:pt x="392339" y="1281569"/>
                    <a:pt x="392339" y="1281569"/>
                    <a:pt x="392339" y="1281569"/>
                  </a:cubicBezTo>
                  <a:cubicBezTo>
                    <a:pt x="393673" y="1281188"/>
                    <a:pt x="395006" y="1280616"/>
                    <a:pt x="396245" y="1279854"/>
                  </a:cubicBezTo>
                  <a:cubicBezTo>
                    <a:pt x="396435" y="1279759"/>
                    <a:pt x="396530" y="1279664"/>
                    <a:pt x="396721" y="1279568"/>
                  </a:cubicBezTo>
                  <a:cubicBezTo>
                    <a:pt x="397959" y="1278807"/>
                    <a:pt x="399197" y="1277949"/>
                    <a:pt x="400245" y="1276997"/>
                  </a:cubicBezTo>
                  <a:cubicBezTo>
                    <a:pt x="400245" y="1276997"/>
                    <a:pt x="400245" y="1276997"/>
                    <a:pt x="400245" y="1276997"/>
                  </a:cubicBezTo>
                  <a:cubicBezTo>
                    <a:pt x="403960" y="1273472"/>
                    <a:pt x="405770" y="1268995"/>
                    <a:pt x="405674" y="1264805"/>
                  </a:cubicBezTo>
                  <a:cubicBezTo>
                    <a:pt x="431011" y="1249374"/>
                    <a:pt x="451013" y="1233182"/>
                    <a:pt x="465777" y="1218132"/>
                  </a:cubicBezTo>
                  <a:cubicBezTo>
                    <a:pt x="479493" y="1204226"/>
                    <a:pt x="489113" y="1190986"/>
                    <a:pt x="494447" y="1178603"/>
                  </a:cubicBezTo>
                  <a:cubicBezTo>
                    <a:pt x="494542" y="1178318"/>
                    <a:pt x="494638" y="1178032"/>
                    <a:pt x="494828" y="1177746"/>
                  </a:cubicBezTo>
                  <a:cubicBezTo>
                    <a:pt x="499495" y="1177841"/>
                    <a:pt x="504544" y="1176603"/>
                    <a:pt x="508830" y="1173936"/>
                  </a:cubicBezTo>
                  <a:cubicBezTo>
                    <a:pt x="514164" y="1170507"/>
                    <a:pt x="516736" y="1166030"/>
                    <a:pt x="516259" y="1161935"/>
                  </a:cubicBezTo>
                  <a:lnTo>
                    <a:pt x="516259" y="1161935"/>
                  </a:lnTo>
                  <a:cubicBezTo>
                    <a:pt x="516259" y="1161935"/>
                    <a:pt x="516259" y="1161935"/>
                    <a:pt x="516259" y="1161935"/>
                  </a:cubicBezTo>
                  <a:cubicBezTo>
                    <a:pt x="516164" y="1160982"/>
                    <a:pt x="515878" y="1160125"/>
                    <a:pt x="515402" y="1159268"/>
                  </a:cubicBezTo>
                  <a:cubicBezTo>
                    <a:pt x="515307" y="1159172"/>
                    <a:pt x="515307" y="1159077"/>
                    <a:pt x="515212" y="1158887"/>
                  </a:cubicBezTo>
                  <a:cubicBezTo>
                    <a:pt x="514736" y="1158029"/>
                    <a:pt x="514069" y="1157172"/>
                    <a:pt x="513212" y="1156505"/>
                  </a:cubicBezTo>
                  <a:cubicBezTo>
                    <a:pt x="510163" y="1153934"/>
                    <a:pt x="505591" y="1152791"/>
                    <a:pt x="500734" y="1152981"/>
                  </a:cubicBezTo>
                  <a:cubicBezTo>
                    <a:pt x="500734" y="1149838"/>
                    <a:pt x="500543" y="1146599"/>
                    <a:pt x="500067" y="1143551"/>
                  </a:cubicBezTo>
                  <a:cubicBezTo>
                    <a:pt x="497971" y="1131645"/>
                    <a:pt x="490828" y="1121358"/>
                    <a:pt x="480445" y="1111928"/>
                  </a:cubicBezTo>
                  <a:cubicBezTo>
                    <a:pt x="475112" y="1107261"/>
                    <a:pt x="468634" y="1102880"/>
                    <a:pt x="461015" y="1098784"/>
                  </a:cubicBezTo>
                  <a:cubicBezTo>
                    <a:pt x="453775" y="1094688"/>
                    <a:pt x="445489" y="1090878"/>
                    <a:pt x="436154" y="1087354"/>
                  </a:cubicBezTo>
                  <a:cubicBezTo>
                    <a:pt x="419486" y="1081067"/>
                    <a:pt x="399578" y="1076114"/>
                    <a:pt x="377575" y="1072590"/>
                  </a:cubicBezTo>
                  <a:cubicBezTo>
                    <a:pt x="377290" y="1065446"/>
                    <a:pt x="370908" y="1059350"/>
                    <a:pt x="361859" y="1058588"/>
                  </a:cubicBezTo>
                  <a:cubicBezTo>
                    <a:pt x="360621" y="1058493"/>
                    <a:pt x="359383" y="1058493"/>
                    <a:pt x="358240" y="1058588"/>
                  </a:cubicBezTo>
                  <a:cubicBezTo>
                    <a:pt x="355858" y="1058779"/>
                    <a:pt x="353668" y="1059350"/>
                    <a:pt x="351572" y="1060303"/>
                  </a:cubicBezTo>
                  <a:cubicBezTo>
                    <a:pt x="349572" y="1061255"/>
                    <a:pt x="347762" y="1062494"/>
                    <a:pt x="346238" y="1064018"/>
                  </a:cubicBezTo>
                  <a:cubicBezTo>
                    <a:pt x="344905" y="1065351"/>
                    <a:pt x="343952" y="1066875"/>
                    <a:pt x="343190" y="1068590"/>
                  </a:cubicBezTo>
                  <a:cubicBezTo>
                    <a:pt x="325855" y="1067256"/>
                    <a:pt x="307567" y="1066685"/>
                    <a:pt x="288136" y="1067447"/>
                  </a:cubicBezTo>
                  <a:cubicBezTo>
                    <a:pt x="280992" y="1067732"/>
                    <a:pt x="273944" y="1068304"/>
                    <a:pt x="266895" y="1069066"/>
                  </a:cubicBezTo>
                  <a:cubicBezTo>
                    <a:pt x="266895" y="1069066"/>
                    <a:pt x="266895" y="1069066"/>
                    <a:pt x="266800" y="1069066"/>
                  </a:cubicBezTo>
                  <a:cubicBezTo>
                    <a:pt x="266800" y="1069066"/>
                    <a:pt x="266800" y="1069066"/>
                    <a:pt x="266800" y="1069066"/>
                  </a:cubicBezTo>
                  <a:cubicBezTo>
                    <a:pt x="263657" y="1069447"/>
                    <a:pt x="260513" y="1069733"/>
                    <a:pt x="257465" y="1070209"/>
                  </a:cubicBezTo>
                  <a:cubicBezTo>
                    <a:pt x="257370" y="1069256"/>
                    <a:pt x="257370" y="1068399"/>
                    <a:pt x="257084" y="1067447"/>
                  </a:cubicBezTo>
                  <a:cubicBezTo>
                    <a:pt x="254798" y="1058303"/>
                    <a:pt x="245273" y="1052397"/>
                    <a:pt x="235653" y="1054588"/>
                  </a:cubicBezTo>
                  <a:cubicBezTo>
                    <a:pt x="233272" y="1055159"/>
                    <a:pt x="231081" y="1056112"/>
                    <a:pt x="229176" y="1057445"/>
                  </a:cubicBezTo>
                  <a:cubicBezTo>
                    <a:pt x="226414" y="1059446"/>
                    <a:pt x="224223" y="1062303"/>
                    <a:pt x="222985" y="1065542"/>
                  </a:cubicBezTo>
                  <a:cubicBezTo>
                    <a:pt x="222128" y="1067732"/>
                    <a:pt x="221746" y="1070018"/>
                    <a:pt x="221842" y="1072400"/>
                  </a:cubicBezTo>
                  <a:cubicBezTo>
                    <a:pt x="221842" y="1073638"/>
                    <a:pt x="222032" y="1074781"/>
                    <a:pt x="222318" y="1076019"/>
                  </a:cubicBezTo>
                  <a:cubicBezTo>
                    <a:pt x="222413" y="1076495"/>
                    <a:pt x="222699" y="1076972"/>
                    <a:pt x="222794" y="1077448"/>
                  </a:cubicBezTo>
                  <a:cubicBezTo>
                    <a:pt x="207459" y="1081829"/>
                    <a:pt x="192695" y="1087449"/>
                    <a:pt x="178884" y="1094783"/>
                  </a:cubicBezTo>
                  <a:cubicBezTo>
                    <a:pt x="168121" y="1100403"/>
                    <a:pt x="157834" y="1107070"/>
                    <a:pt x="147928" y="1114500"/>
                  </a:cubicBezTo>
                  <a:cubicBezTo>
                    <a:pt x="147928" y="1114405"/>
                    <a:pt x="147928" y="1114310"/>
                    <a:pt x="147832" y="1114214"/>
                  </a:cubicBezTo>
                  <a:cubicBezTo>
                    <a:pt x="144975" y="1103832"/>
                    <a:pt x="135069" y="1097641"/>
                    <a:pt x="125639" y="1100499"/>
                  </a:cubicBezTo>
                  <a:cubicBezTo>
                    <a:pt x="124496" y="1100879"/>
                    <a:pt x="123353" y="1101356"/>
                    <a:pt x="122305" y="1101927"/>
                  </a:cubicBezTo>
                  <a:cubicBezTo>
                    <a:pt x="119162" y="1103737"/>
                    <a:pt x="116686" y="1106594"/>
                    <a:pt x="115066" y="1109928"/>
                  </a:cubicBezTo>
                  <a:cubicBezTo>
                    <a:pt x="114495" y="1111071"/>
                    <a:pt x="114114" y="1112214"/>
                    <a:pt x="113733" y="1113452"/>
                  </a:cubicBezTo>
                  <a:cubicBezTo>
                    <a:pt x="113066" y="1115929"/>
                    <a:pt x="112780" y="1118596"/>
                    <a:pt x="112971" y="1121263"/>
                  </a:cubicBezTo>
                  <a:cubicBezTo>
                    <a:pt x="113066" y="1122596"/>
                    <a:pt x="113352" y="1123930"/>
                    <a:pt x="113638" y="1125359"/>
                  </a:cubicBezTo>
                  <a:cubicBezTo>
                    <a:pt x="114019" y="1127073"/>
                    <a:pt x="114686" y="1128597"/>
                    <a:pt x="115448" y="1130026"/>
                  </a:cubicBezTo>
                  <a:cubicBezTo>
                    <a:pt x="115543" y="1130121"/>
                    <a:pt x="115543" y="1130216"/>
                    <a:pt x="115638" y="1130312"/>
                  </a:cubicBezTo>
                  <a:cubicBezTo>
                    <a:pt x="116400" y="1131645"/>
                    <a:pt x="117257" y="1132883"/>
                    <a:pt x="118305" y="1133931"/>
                  </a:cubicBezTo>
                  <a:cubicBezTo>
                    <a:pt x="118305" y="1133931"/>
                    <a:pt x="118305" y="1134026"/>
                    <a:pt x="118400" y="1134026"/>
                  </a:cubicBezTo>
                  <a:cubicBezTo>
                    <a:pt x="118400" y="1134026"/>
                    <a:pt x="118400" y="1134026"/>
                    <a:pt x="118400" y="1134026"/>
                  </a:cubicBezTo>
                  <a:cubicBezTo>
                    <a:pt x="119543" y="1135169"/>
                    <a:pt x="120686" y="1136217"/>
                    <a:pt x="122020" y="1137074"/>
                  </a:cubicBezTo>
                  <a:cubicBezTo>
                    <a:pt x="116876" y="1142408"/>
                    <a:pt x="112019" y="1148124"/>
                    <a:pt x="107446" y="1154124"/>
                  </a:cubicBezTo>
                  <a:cubicBezTo>
                    <a:pt x="105827" y="1151076"/>
                    <a:pt x="103541" y="1148409"/>
                    <a:pt x="100588" y="1146504"/>
                  </a:cubicBezTo>
                  <a:cubicBezTo>
                    <a:pt x="99255" y="1145647"/>
                    <a:pt x="97826" y="1145075"/>
                    <a:pt x="96398" y="1144599"/>
                  </a:cubicBezTo>
                  <a:cubicBezTo>
                    <a:pt x="96207" y="1144504"/>
                    <a:pt x="96112" y="1144504"/>
                    <a:pt x="95921" y="1144504"/>
                  </a:cubicBezTo>
                  <a:cubicBezTo>
                    <a:pt x="90968" y="1143075"/>
                    <a:pt x="85920" y="1144028"/>
                    <a:pt x="81920" y="1147266"/>
                  </a:cubicBezTo>
                  <a:cubicBezTo>
                    <a:pt x="66013" y="1115453"/>
                    <a:pt x="56964" y="1078305"/>
                    <a:pt x="56583" y="1038967"/>
                  </a:cubicBezTo>
                  <a:cubicBezTo>
                    <a:pt x="56774" y="1024298"/>
                    <a:pt x="58202" y="1009916"/>
                    <a:pt x="60679" y="995914"/>
                  </a:cubicBezTo>
                  <a:cubicBezTo>
                    <a:pt x="64774" y="998200"/>
                    <a:pt x="69728" y="998676"/>
                    <a:pt x="74299" y="996676"/>
                  </a:cubicBezTo>
                  <a:cubicBezTo>
                    <a:pt x="80395" y="994009"/>
                    <a:pt x="84682" y="987722"/>
                    <a:pt x="86111" y="980674"/>
                  </a:cubicBezTo>
                  <a:cubicBezTo>
                    <a:pt x="86111" y="980674"/>
                    <a:pt x="86111" y="980674"/>
                    <a:pt x="86111" y="980674"/>
                  </a:cubicBezTo>
                  <a:cubicBezTo>
                    <a:pt x="86111" y="980674"/>
                    <a:pt x="86111" y="980579"/>
                    <a:pt x="86111" y="980579"/>
                  </a:cubicBezTo>
                  <a:cubicBezTo>
                    <a:pt x="86396" y="979055"/>
                    <a:pt x="86587" y="977435"/>
                    <a:pt x="86491" y="975816"/>
                  </a:cubicBezTo>
                  <a:cubicBezTo>
                    <a:pt x="86491" y="975530"/>
                    <a:pt x="86491" y="975245"/>
                    <a:pt x="86491" y="974959"/>
                  </a:cubicBezTo>
                  <a:cubicBezTo>
                    <a:pt x="86396" y="973244"/>
                    <a:pt x="86206" y="971530"/>
                    <a:pt x="85825" y="969815"/>
                  </a:cubicBezTo>
                  <a:cubicBezTo>
                    <a:pt x="83729" y="961910"/>
                    <a:pt x="77919" y="956480"/>
                    <a:pt x="71252" y="955528"/>
                  </a:cubicBezTo>
                  <a:cubicBezTo>
                    <a:pt x="75252" y="944384"/>
                    <a:pt x="80015" y="933716"/>
                    <a:pt x="85444" y="923714"/>
                  </a:cubicBezTo>
                  <a:cubicBezTo>
                    <a:pt x="86491" y="921905"/>
                    <a:pt x="87539" y="920000"/>
                    <a:pt x="88587" y="918190"/>
                  </a:cubicBezTo>
                  <a:cubicBezTo>
                    <a:pt x="90778" y="914475"/>
                    <a:pt x="92969" y="910760"/>
                    <a:pt x="95350" y="907236"/>
                  </a:cubicBezTo>
                  <a:cubicBezTo>
                    <a:pt x="99255" y="913142"/>
                    <a:pt x="103351" y="918666"/>
                    <a:pt x="107637" y="924000"/>
                  </a:cubicBezTo>
                  <a:cubicBezTo>
                    <a:pt x="103255" y="927239"/>
                    <a:pt x="100017" y="932573"/>
                    <a:pt x="99255" y="938954"/>
                  </a:cubicBezTo>
                  <a:cubicBezTo>
                    <a:pt x="98398" y="946574"/>
                    <a:pt x="101541" y="953528"/>
                    <a:pt x="106684" y="957528"/>
                  </a:cubicBezTo>
                  <a:cubicBezTo>
                    <a:pt x="106684" y="957528"/>
                    <a:pt x="106684" y="957528"/>
                    <a:pt x="106684" y="957528"/>
                  </a:cubicBezTo>
                  <a:cubicBezTo>
                    <a:pt x="106684" y="957528"/>
                    <a:pt x="106684" y="957528"/>
                    <a:pt x="106684" y="957528"/>
                  </a:cubicBezTo>
                  <a:cubicBezTo>
                    <a:pt x="107828" y="958385"/>
                    <a:pt x="109066" y="959147"/>
                    <a:pt x="110304" y="959719"/>
                  </a:cubicBezTo>
                  <a:cubicBezTo>
                    <a:pt x="110495" y="959814"/>
                    <a:pt x="110685" y="959909"/>
                    <a:pt x="110875" y="960005"/>
                  </a:cubicBezTo>
                  <a:cubicBezTo>
                    <a:pt x="112304" y="960576"/>
                    <a:pt x="113733" y="960957"/>
                    <a:pt x="115257" y="961052"/>
                  </a:cubicBezTo>
                  <a:cubicBezTo>
                    <a:pt x="117733" y="961243"/>
                    <a:pt x="120115" y="960862"/>
                    <a:pt x="122305" y="960005"/>
                  </a:cubicBezTo>
                  <a:cubicBezTo>
                    <a:pt x="125639" y="958766"/>
                    <a:pt x="128497" y="956480"/>
                    <a:pt x="130687" y="953432"/>
                  </a:cubicBezTo>
                  <a:cubicBezTo>
                    <a:pt x="131354" y="952575"/>
                    <a:pt x="131830" y="951623"/>
                    <a:pt x="132402" y="950575"/>
                  </a:cubicBezTo>
                  <a:cubicBezTo>
                    <a:pt x="132592" y="950670"/>
                    <a:pt x="132688" y="950861"/>
                    <a:pt x="132783" y="950956"/>
                  </a:cubicBezTo>
                  <a:cubicBezTo>
                    <a:pt x="146975" y="963624"/>
                    <a:pt x="162406" y="974292"/>
                    <a:pt x="178789" y="982865"/>
                  </a:cubicBezTo>
                  <a:cubicBezTo>
                    <a:pt x="187933" y="987722"/>
                    <a:pt x="197553" y="991818"/>
                    <a:pt x="207364" y="995342"/>
                  </a:cubicBezTo>
                  <a:cubicBezTo>
                    <a:pt x="207364" y="1001819"/>
                    <a:pt x="210698" y="1007534"/>
                    <a:pt x="215841" y="1010773"/>
                  </a:cubicBezTo>
                  <a:cubicBezTo>
                    <a:pt x="215841" y="1010773"/>
                    <a:pt x="215841" y="1010773"/>
                    <a:pt x="215841" y="1010773"/>
                  </a:cubicBezTo>
                  <a:cubicBezTo>
                    <a:pt x="215841" y="1010773"/>
                    <a:pt x="215841" y="1010773"/>
                    <a:pt x="215841" y="1010773"/>
                  </a:cubicBezTo>
                  <a:cubicBezTo>
                    <a:pt x="216984" y="1011535"/>
                    <a:pt x="218317" y="1012106"/>
                    <a:pt x="219651" y="1012583"/>
                  </a:cubicBezTo>
                  <a:cubicBezTo>
                    <a:pt x="219841" y="1012678"/>
                    <a:pt x="220032" y="1012678"/>
                    <a:pt x="220127" y="1012773"/>
                  </a:cubicBezTo>
                  <a:cubicBezTo>
                    <a:pt x="221556" y="1013154"/>
                    <a:pt x="222985" y="1013535"/>
                    <a:pt x="224509" y="1013535"/>
                  </a:cubicBezTo>
                  <a:cubicBezTo>
                    <a:pt x="226985" y="1013630"/>
                    <a:pt x="229366" y="1013154"/>
                    <a:pt x="231462" y="1012392"/>
                  </a:cubicBezTo>
                  <a:cubicBezTo>
                    <a:pt x="233557" y="1011630"/>
                    <a:pt x="235558" y="1010392"/>
                    <a:pt x="237177" y="1008773"/>
                  </a:cubicBezTo>
                  <a:cubicBezTo>
                    <a:pt x="238034" y="1008011"/>
                    <a:pt x="238796" y="1007153"/>
                    <a:pt x="239463" y="1006296"/>
                  </a:cubicBezTo>
                  <a:cubicBezTo>
                    <a:pt x="239844" y="1005820"/>
                    <a:pt x="240130" y="1005248"/>
                    <a:pt x="240416" y="1004677"/>
                  </a:cubicBezTo>
                  <a:cubicBezTo>
                    <a:pt x="254989" y="1007725"/>
                    <a:pt x="270038" y="1009535"/>
                    <a:pt x="285278" y="1010201"/>
                  </a:cubicBezTo>
                  <a:cubicBezTo>
                    <a:pt x="285278" y="1010201"/>
                    <a:pt x="285278" y="1010201"/>
                    <a:pt x="285278" y="1010201"/>
                  </a:cubicBezTo>
                  <a:lnTo>
                    <a:pt x="287659" y="1010392"/>
                  </a:lnTo>
                  <a:cubicBezTo>
                    <a:pt x="304614" y="1011059"/>
                    <a:pt x="320425" y="1010582"/>
                    <a:pt x="335380" y="1009439"/>
                  </a:cubicBezTo>
                  <a:cubicBezTo>
                    <a:pt x="338428" y="1013345"/>
                    <a:pt x="343286" y="1015631"/>
                    <a:pt x="348429" y="1016107"/>
                  </a:cubicBezTo>
                  <a:lnTo>
                    <a:pt x="348429" y="1016107"/>
                  </a:lnTo>
                  <a:cubicBezTo>
                    <a:pt x="348429" y="1016107"/>
                    <a:pt x="348429" y="1016107"/>
                    <a:pt x="348429" y="1016107"/>
                  </a:cubicBezTo>
                  <a:cubicBezTo>
                    <a:pt x="349858" y="1016202"/>
                    <a:pt x="351191" y="1016202"/>
                    <a:pt x="352620" y="1016012"/>
                  </a:cubicBezTo>
                  <a:cubicBezTo>
                    <a:pt x="352811" y="1016012"/>
                    <a:pt x="353001" y="1016012"/>
                    <a:pt x="353191" y="1015916"/>
                  </a:cubicBezTo>
                  <a:cubicBezTo>
                    <a:pt x="354620" y="1015726"/>
                    <a:pt x="356049" y="1015440"/>
                    <a:pt x="357478" y="1014869"/>
                  </a:cubicBezTo>
                  <a:cubicBezTo>
                    <a:pt x="362336" y="1012964"/>
                    <a:pt x="365669" y="1009535"/>
                    <a:pt x="367003" y="1005534"/>
                  </a:cubicBezTo>
                  <a:cubicBezTo>
                    <a:pt x="369860" y="1005058"/>
                    <a:pt x="372813" y="1004677"/>
                    <a:pt x="375575" y="1004201"/>
                  </a:cubicBezTo>
                  <a:cubicBezTo>
                    <a:pt x="401198" y="999533"/>
                    <a:pt x="423010" y="992961"/>
                    <a:pt x="440536" y="985246"/>
                  </a:cubicBezTo>
                  <a:cubicBezTo>
                    <a:pt x="458538" y="977340"/>
                    <a:pt x="472635" y="968577"/>
                    <a:pt x="482732" y="958957"/>
                  </a:cubicBezTo>
                  <a:cubicBezTo>
                    <a:pt x="487018" y="960862"/>
                    <a:pt x="492257" y="961529"/>
                    <a:pt x="497114" y="960671"/>
                  </a:cubicBezTo>
                  <a:cubicBezTo>
                    <a:pt x="503115" y="959528"/>
                    <a:pt x="507211" y="956290"/>
                    <a:pt x="508258" y="952385"/>
                  </a:cubicBezTo>
                  <a:cubicBezTo>
                    <a:pt x="508258" y="952385"/>
                    <a:pt x="508258" y="952385"/>
                    <a:pt x="508258" y="952385"/>
                  </a:cubicBezTo>
                  <a:cubicBezTo>
                    <a:pt x="508258" y="952385"/>
                    <a:pt x="508258" y="952289"/>
                    <a:pt x="508258" y="952289"/>
                  </a:cubicBezTo>
                  <a:cubicBezTo>
                    <a:pt x="508449" y="951432"/>
                    <a:pt x="508544" y="950575"/>
                    <a:pt x="508544" y="949718"/>
                  </a:cubicBezTo>
                  <a:cubicBezTo>
                    <a:pt x="508544" y="949527"/>
                    <a:pt x="508544" y="949337"/>
                    <a:pt x="508544" y="949146"/>
                  </a:cubicBezTo>
                  <a:cubicBezTo>
                    <a:pt x="508449" y="948194"/>
                    <a:pt x="508163" y="947241"/>
                    <a:pt x="507687" y="946193"/>
                  </a:cubicBezTo>
                  <a:cubicBezTo>
                    <a:pt x="505973" y="942669"/>
                    <a:pt x="502162" y="939812"/>
                    <a:pt x="497591" y="938097"/>
                  </a:cubicBezTo>
                  <a:cubicBezTo>
                    <a:pt x="498829" y="935144"/>
                    <a:pt x="499781" y="932192"/>
                    <a:pt x="500353" y="929144"/>
                  </a:cubicBezTo>
                  <a:cubicBezTo>
                    <a:pt x="505496" y="905712"/>
                    <a:pt x="491685" y="880185"/>
                    <a:pt x="462729" y="853039"/>
                  </a:cubicBezTo>
                  <a:cubicBezTo>
                    <a:pt x="449775" y="841037"/>
                    <a:pt x="433392" y="828845"/>
                    <a:pt x="414342" y="817130"/>
                  </a:cubicBezTo>
                  <a:cubicBezTo>
                    <a:pt x="416533" y="810367"/>
                    <a:pt x="413008" y="802366"/>
                    <a:pt x="405007" y="798175"/>
                  </a:cubicBezTo>
                  <a:cubicBezTo>
                    <a:pt x="397769" y="794365"/>
                    <a:pt x="388910" y="795317"/>
                    <a:pt x="384053" y="800175"/>
                  </a:cubicBezTo>
                  <a:cubicBezTo>
                    <a:pt x="368527" y="792269"/>
                    <a:pt x="351763" y="784840"/>
                    <a:pt x="333570" y="777982"/>
                  </a:cubicBezTo>
                  <a:cubicBezTo>
                    <a:pt x="323854" y="774362"/>
                    <a:pt x="314139" y="771314"/>
                    <a:pt x="304328" y="768838"/>
                  </a:cubicBezTo>
                  <a:cubicBezTo>
                    <a:pt x="304614" y="767981"/>
                    <a:pt x="304900" y="767123"/>
                    <a:pt x="304995" y="766171"/>
                  </a:cubicBezTo>
                  <a:cubicBezTo>
                    <a:pt x="305948" y="760361"/>
                    <a:pt x="303757" y="754646"/>
                    <a:pt x="299566" y="750740"/>
                  </a:cubicBezTo>
                  <a:cubicBezTo>
                    <a:pt x="297946" y="749216"/>
                    <a:pt x="295946" y="747883"/>
                    <a:pt x="293755" y="747026"/>
                  </a:cubicBezTo>
                  <a:cubicBezTo>
                    <a:pt x="292612" y="746645"/>
                    <a:pt x="291470" y="746264"/>
                    <a:pt x="290327" y="746073"/>
                  </a:cubicBezTo>
                  <a:cubicBezTo>
                    <a:pt x="289088" y="745883"/>
                    <a:pt x="287945" y="745787"/>
                    <a:pt x="286707" y="745787"/>
                  </a:cubicBezTo>
                  <a:cubicBezTo>
                    <a:pt x="285564" y="745787"/>
                    <a:pt x="284326" y="745978"/>
                    <a:pt x="283183" y="746264"/>
                  </a:cubicBezTo>
                  <a:cubicBezTo>
                    <a:pt x="282040" y="746549"/>
                    <a:pt x="280992" y="746930"/>
                    <a:pt x="279944" y="747407"/>
                  </a:cubicBezTo>
                  <a:cubicBezTo>
                    <a:pt x="277849" y="748359"/>
                    <a:pt x="275944" y="749693"/>
                    <a:pt x="274324" y="751407"/>
                  </a:cubicBezTo>
                  <a:cubicBezTo>
                    <a:pt x="271943" y="753884"/>
                    <a:pt x="270324" y="757122"/>
                    <a:pt x="269753" y="760837"/>
                  </a:cubicBezTo>
                  <a:cubicBezTo>
                    <a:pt x="269657" y="761408"/>
                    <a:pt x="269753" y="761885"/>
                    <a:pt x="269753" y="762456"/>
                  </a:cubicBezTo>
                  <a:cubicBezTo>
                    <a:pt x="254036" y="760646"/>
                    <a:pt x="238225" y="760265"/>
                    <a:pt x="222508" y="761694"/>
                  </a:cubicBezTo>
                  <a:cubicBezTo>
                    <a:pt x="210412" y="762837"/>
                    <a:pt x="198220" y="764933"/>
                    <a:pt x="186218" y="768076"/>
                  </a:cubicBezTo>
                  <a:cubicBezTo>
                    <a:pt x="186218" y="767981"/>
                    <a:pt x="186313" y="767885"/>
                    <a:pt x="186313" y="767790"/>
                  </a:cubicBezTo>
                  <a:cubicBezTo>
                    <a:pt x="187742" y="757122"/>
                    <a:pt x="181075" y="747597"/>
                    <a:pt x="171169" y="746645"/>
                  </a:cubicBezTo>
                  <a:cubicBezTo>
                    <a:pt x="161358" y="745692"/>
                    <a:pt x="151833" y="753979"/>
                    <a:pt x="150499" y="765123"/>
                  </a:cubicBezTo>
                  <a:cubicBezTo>
                    <a:pt x="150309" y="766838"/>
                    <a:pt x="150404" y="768457"/>
                    <a:pt x="150595" y="770076"/>
                  </a:cubicBezTo>
                  <a:cubicBezTo>
                    <a:pt x="150595" y="770267"/>
                    <a:pt x="150690" y="770457"/>
                    <a:pt x="150690" y="770552"/>
                  </a:cubicBezTo>
                  <a:cubicBezTo>
                    <a:pt x="150880" y="772076"/>
                    <a:pt x="151261" y="773505"/>
                    <a:pt x="151833" y="774934"/>
                  </a:cubicBezTo>
                  <a:cubicBezTo>
                    <a:pt x="151833" y="774934"/>
                    <a:pt x="151833" y="774934"/>
                    <a:pt x="151833" y="774934"/>
                  </a:cubicBezTo>
                  <a:cubicBezTo>
                    <a:pt x="151833" y="774934"/>
                    <a:pt x="151833" y="774934"/>
                    <a:pt x="151833" y="774934"/>
                  </a:cubicBezTo>
                  <a:cubicBezTo>
                    <a:pt x="152404" y="776458"/>
                    <a:pt x="153166" y="777887"/>
                    <a:pt x="154024" y="779125"/>
                  </a:cubicBezTo>
                  <a:cubicBezTo>
                    <a:pt x="147261" y="782078"/>
                    <a:pt x="140498" y="785602"/>
                    <a:pt x="133831" y="789317"/>
                  </a:cubicBezTo>
                  <a:cubicBezTo>
                    <a:pt x="133545" y="785888"/>
                    <a:pt x="132497" y="782554"/>
                    <a:pt x="130497" y="779696"/>
                  </a:cubicBezTo>
                  <a:cubicBezTo>
                    <a:pt x="129640" y="778363"/>
                    <a:pt x="128497" y="777315"/>
                    <a:pt x="127449" y="776363"/>
                  </a:cubicBezTo>
                  <a:cubicBezTo>
                    <a:pt x="127354" y="776267"/>
                    <a:pt x="127163" y="776172"/>
                    <a:pt x="127068" y="776077"/>
                  </a:cubicBezTo>
                  <a:cubicBezTo>
                    <a:pt x="123067" y="772838"/>
                    <a:pt x="118019" y="771886"/>
                    <a:pt x="113066" y="773219"/>
                  </a:cubicBezTo>
                  <a:cubicBezTo>
                    <a:pt x="110590" y="737691"/>
                    <a:pt x="115828" y="699591"/>
                    <a:pt x="131164" y="663110"/>
                  </a:cubicBezTo>
                  <a:cubicBezTo>
                    <a:pt x="136974" y="649490"/>
                    <a:pt x="143832" y="636726"/>
                    <a:pt x="151452" y="624725"/>
                  </a:cubicBezTo>
                  <a:cubicBezTo>
                    <a:pt x="154405" y="628439"/>
                    <a:pt x="158691" y="630725"/>
                    <a:pt x="163739" y="630630"/>
                  </a:cubicBezTo>
                  <a:cubicBezTo>
                    <a:pt x="168787" y="630535"/>
                    <a:pt x="173550" y="628249"/>
                    <a:pt x="177265" y="624534"/>
                  </a:cubicBezTo>
                  <a:cubicBezTo>
                    <a:pt x="179741" y="622153"/>
                    <a:pt x="181741" y="619200"/>
                    <a:pt x="183075" y="615962"/>
                  </a:cubicBezTo>
                  <a:cubicBezTo>
                    <a:pt x="183170" y="615771"/>
                    <a:pt x="183266" y="615581"/>
                    <a:pt x="183361" y="615295"/>
                  </a:cubicBezTo>
                  <a:cubicBezTo>
                    <a:pt x="183932" y="613676"/>
                    <a:pt x="184504" y="612056"/>
                    <a:pt x="184694" y="610247"/>
                  </a:cubicBezTo>
                  <a:cubicBezTo>
                    <a:pt x="185075" y="607484"/>
                    <a:pt x="184980" y="604722"/>
                    <a:pt x="184408" y="602246"/>
                  </a:cubicBezTo>
                  <a:cubicBezTo>
                    <a:pt x="183361" y="597483"/>
                    <a:pt x="180599" y="593673"/>
                    <a:pt x="176788" y="591387"/>
                  </a:cubicBezTo>
                  <a:cubicBezTo>
                    <a:pt x="177646" y="590435"/>
                    <a:pt x="178503" y="589387"/>
                    <a:pt x="179360" y="588434"/>
                  </a:cubicBezTo>
                  <a:cubicBezTo>
                    <a:pt x="179455" y="588339"/>
                    <a:pt x="179455" y="588339"/>
                    <a:pt x="179551" y="588244"/>
                  </a:cubicBezTo>
                  <a:cubicBezTo>
                    <a:pt x="186695" y="580719"/>
                    <a:pt x="194219" y="573766"/>
                    <a:pt x="202125" y="567479"/>
                  </a:cubicBezTo>
                  <a:cubicBezTo>
                    <a:pt x="203840" y="566146"/>
                    <a:pt x="205554" y="564812"/>
                    <a:pt x="207364" y="563479"/>
                  </a:cubicBezTo>
                  <a:cubicBezTo>
                    <a:pt x="210793" y="560907"/>
                    <a:pt x="214222" y="558335"/>
                    <a:pt x="217651" y="556049"/>
                  </a:cubicBezTo>
                  <a:cubicBezTo>
                    <a:pt x="218984" y="563003"/>
                    <a:pt x="220699" y="569670"/>
                    <a:pt x="222508" y="576242"/>
                  </a:cubicBezTo>
                  <a:cubicBezTo>
                    <a:pt x="217174" y="577576"/>
                    <a:pt x="212221" y="581195"/>
                    <a:pt x="208983" y="586815"/>
                  </a:cubicBezTo>
                  <a:cubicBezTo>
                    <a:pt x="205363" y="593578"/>
                    <a:pt x="205554" y="601198"/>
                    <a:pt x="208697" y="606818"/>
                  </a:cubicBezTo>
                  <a:cubicBezTo>
                    <a:pt x="208697" y="606818"/>
                    <a:pt x="208697" y="606818"/>
                    <a:pt x="208697" y="606818"/>
                  </a:cubicBezTo>
                  <a:cubicBezTo>
                    <a:pt x="208697" y="606818"/>
                    <a:pt x="208697" y="606818"/>
                    <a:pt x="208697" y="606818"/>
                  </a:cubicBezTo>
                  <a:cubicBezTo>
                    <a:pt x="209364" y="608056"/>
                    <a:pt x="210221" y="609199"/>
                    <a:pt x="211269" y="610247"/>
                  </a:cubicBezTo>
                  <a:cubicBezTo>
                    <a:pt x="211364" y="610342"/>
                    <a:pt x="211555" y="610532"/>
                    <a:pt x="211650" y="610628"/>
                  </a:cubicBezTo>
                  <a:cubicBezTo>
                    <a:pt x="212698" y="611675"/>
                    <a:pt x="213936" y="612628"/>
                    <a:pt x="215270" y="613295"/>
                  </a:cubicBezTo>
                  <a:cubicBezTo>
                    <a:pt x="221746" y="616628"/>
                    <a:pt x="229366" y="615104"/>
                    <a:pt x="235082" y="610247"/>
                  </a:cubicBezTo>
                  <a:cubicBezTo>
                    <a:pt x="235177" y="610437"/>
                    <a:pt x="235272" y="610628"/>
                    <a:pt x="235272" y="610818"/>
                  </a:cubicBezTo>
                  <a:cubicBezTo>
                    <a:pt x="243463" y="627963"/>
                    <a:pt x="253560" y="643775"/>
                    <a:pt x="265371" y="657967"/>
                  </a:cubicBezTo>
                  <a:cubicBezTo>
                    <a:pt x="272038" y="665968"/>
                    <a:pt x="279278" y="673397"/>
                    <a:pt x="287088" y="680446"/>
                  </a:cubicBezTo>
                  <a:cubicBezTo>
                    <a:pt x="284612" y="686447"/>
                    <a:pt x="285564" y="693019"/>
                    <a:pt x="288993" y="697877"/>
                  </a:cubicBezTo>
                  <a:cubicBezTo>
                    <a:pt x="288993" y="697877"/>
                    <a:pt x="288993" y="697877"/>
                    <a:pt x="288993" y="697877"/>
                  </a:cubicBezTo>
                  <a:cubicBezTo>
                    <a:pt x="288993" y="697877"/>
                    <a:pt x="288993" y="697877"/>
                    <a:pt x="288993" y="697877"/>
                  </a:cubicBezTo>
                  <a:cubicBezTo>
                    <a:pt x="289850" y="699020"/>
                    <a:pt x="290707" y="700067"/>
                    <a:pt x="291850" y="701020"/>
                  </a:cubicBezTo>
                  <a:cubicBezTo>
                    <a:pt x="291946" y="701115"/>
                    <a:pt x="292136" y="701210"/>
                    <a:pt x="292232" y="701401"/>
                  </a:cubicBezTo>
                  <a:cubicBezTo>
                    <a:pt x="293374" y="702353"/>
                    <a:pt x="294613" y="703211"/>
                    <a:pt x="296041" y="703782"/>
                  </a:cubicBezTo>
                  <a:cubicBezTo>
                    <a:pt x="297184" y="704258"/>
                    <a:pt x="298328" y="704639"/>
                    <a:pt x="299470" y="704925"/>
                  </a:cubicBezTo>
                  <a:cubicBezTo>
                    <a:pt x="300613" y="705211"/>
                    <a:pt x="301757" y="705306"/>
                    <a:pt x="302899" y="705401"/>
                  </a:cubicBezTo>
                  <a:cubicBezTo>
                    <a:pt x="305186" y="705497"/>
                    <a:pt x="307471" y="705116"/>
                    <a:pt x="309567" y="704354"/>
                  </a:cubicBezTo>
                  <a:cubicBezTo>
                    <a:pt x="311186" y="703782"/>
                    <a:pt x="312710" y="702830"/>
                    <a:pt x="314139" y="701782"/>
                  </a:cubicBezTo>
                  <a:cubicBezTo>
                    <a:pt x="326426" y="710164"/>
                    <a:pt x="339666" y="717689"/>
                    <a:pt x="353477" y="724166"/>
                  </a:cubicBezTo>
                  <a:cubicBezTo>
                    <a:pt x="353477" y="724166"/>
                    <a:pt x="353477" y="724166"/>
                    <a:pt x="353477" y="724166"/>
                  </a:cubicBezTo>
                  <a:lnTo>
                    <a:pt x="355668" y="725213"/>
                  </a:lnTo>
                  <a:cubicBezTo>
                    <a:pt x="371099" y="732262"/>
                    <a:pt x="385862" y="737977"/>
                    <a:pt x="400054" y="742644"/>
                  </a:cubicBezTo>
                  <a:cubicBezTo>
                    <a:pt x="401388" y="747407"/>
                    <a:pt x="404912" y="751407"/>
                    <a:pt x="409484" y="753788"/>
                  </a:cubicBezTo>
                  <a:lnTo>
                    <a:pt x="409484" y="753788"/>
                  </a:lnTo>
                  <a:cubicBezTo>
                    <a:pt x="409484" y="753788"/>
                    <a:pt x="409484" y="753788"/>
                    <a:pt x="409484" y="753788"/>
                  </a:cubicBezTo>
                  <a:cubicBezTo>
                    <a:pt x="410723" y="754455"/>
                    <a:pt x="412056" y="754931"/>
                    <a:pt x="413390" y="755312"/>
                  </a:cubicBezTo>
                  <a:cubicBezTo>
                    <a:pt x="413580" y="755408"/>
                    <a:pt x="413770" y="755408"/>
                    <a:pt x="413866" y="755503"/>
                  </a:cubicBezTo>
                  <a:cubicBezTo>
                    <a:pt x="415295" y="755884"/>
                    <a:pt x="416723" y="756170"/>
                    <a:pt x="418247" y="756170"/>
                  </a:cubicBezTo>
                  <a:cubicBezTo>
                    <a:pt x="423581" y="756360"/>
                    <a:pt x="427867" y="754455"/>
                    <a:pt x="430630" y="751312"/>
                  </a:cubicBezTo>
                  <a:cubicBezTo>
                    <a:pt x="433392" y="751979"/>
                    <a:pt x="436345" y="752741"/>
                    <a:pt x="439107" y="753407"/>
                  </a:cubicBezTo>
                  <a:cubicBezTo>
                    <a:pt x="464348" y="758837"/>
                    <a:pt x="487208" y="761218"/>
                    <a:pt x="506353" y="760932"/>
                  </a:cubicBezTo>
                  <a:cubicBezTo>
                    <a:pt x="525975" y="760551"/>
                    <a:pt x="542358" y="757884"/>
                    <a:pt x="555407" y="752931"/>
                  </a:cubicBezTo>
                  <a:cubicBezTo>
                    <a:pt x="558646" y="756360"/>
                    <a:pt x="563218" y="759027"/>
                    <a:pt x="567980" y="760075"/>
                  </a:cubicBezTo>
                  <a:cubicBezTo>
                    <a:pt x="573981" y="761313"/>
                    <a:pt x="578934" y="759884"/>
                    <a:pt x="581506" y="756741"/>
                  </a:cubicBezTo>
                  <a:cubicBezTo>
                    <a:pt x="581506" y="756741"/>
                    <a:pt x="581506" y="756741"/>
                    <a:pt x="581506" y="756741"/>
                  </a:cubicBezTo>
                  <a:cubicBezTo>
                    <a:pt x="581506" y="756741"/>
                    <a:pt x="581506" y="756646"/>
                    <a:pt x="581506" y="756646"/>
                  </a:cubicBezTo>
                  <a:cubicBezTo>
                    <a:pt x="582077" y="755979"/>
                    <a:pt x="582458" y="755217"/>
                    <a:pt x="582744" y="754360"/>
                  </a:cubicBezTo>
                  <a:cubicBezTo>
                    <a:pt x="582839" y="754169"/>
                    <a:pt x="582839" y="754074"/>
                    <a:pt x="582934" y="753884"/>
                  </a:cubicBezTo>
                  <a:cubicBezTo>
                    <a:pt x="583220" y="752931"/>
                    <a:pt x="583316" y="751979"/>
                    <a:pt x="583316" y="750836"/>
                  </a:cubicBezTo>
                  <a:cubicBezTo>
                    <a:pt x="583030" y="746930"/>
                    <a:pt x="580649" y="742835"/>
                    <a:pt x="577124" y="739501"/>
                  </a:cubicBezTo>
                  <a:cubicBezTo>
                    <a:pt x="579410" y="737215"/>
                    <a:pt x="581411" y="734834"/>
                    <a:pt x="583125" y="732262"/>
                  </a:cubicBezTo>
                  <a:cubicBezTo>
                    <a:pt x="597032" y="712640"/>
                    <a:pt x="593983" y="683494"/>
                    <a:pt x="577791" y="647394"/>
                  </a:cubicBezTo>
                  <a:cubicBezTo>
                    <a:pt x="570457" y="631202"/>
                    <a:pt x="559979" y="613771"/>
                    <a:pt x="546835" y="595578"/>
                  </a:cubicBezTo>
                  <a:cubicBezTo>
                    <a:pt x="549692" y="592435"/>
                    <a:pt x="550740" y="588053"/>
                    <a:pt x="549978" y="583672"/>
                  </a:cubicBezTo>
                  <a:cubicBezTo>
                    <a:pt x="549597" y="581576"/>
                    <a:pt x="548835" y="579481"/>
                    <a:pt x="547692" y="577481"/>
                  </a:cubicBezTo>
                  <a:cubicBezTo>
                    <a:pt x="547120" y="576433"/>
                    <a:pt x="546454" y="575480"/>
                    <a:pt x="545596" y="574528"/>
                  </a:cubicBezTo>
                  <a:cubicBezTo>
                    <a:pt x="544834" y="573575"/>
                    <a:pt x="543977" y="572718"/>
                    <a:pt x="543025" y="571956"/>
                  </a:cubicBezTo>
                  <a:cubicBezTo>
                    <a:pt x="540358" y="569670"/>
                    <a:pt x="537119" y="568146"/>
                    <a:pt x="533976" y="567575"/>
                  </a:cubicBezTo>
                  <a:cubicBezTo>
                    <a:pt x="531023" y="567003"/>
                    <a:pt x="528070" y="567289"/>
                    <a:pt x="525404" y="568337"/>
                  </a:cubicBezTo>
                  <a:cubicBezTo>
                    <a:pt x="514164" y="555097"/>
                    <a:pt x="501496" y="541762"/>
                    <a:pt x="487303" y="528617"/>
                  </a:cubicBezTo>
                  <a:cubicBezTo>
                    <a:pt x="482065" y="523760"/>
                    <a:pt x="476636" y="519188"/>
                    <a:pt x="471111" y="514711"/>
                  </a:cubicBezTo>
                  <a:cubicBezTo>
                    <a:pt x="471111" y="514711"/>
                    <a:pt x="471111" y="514711"/>
                    <a:pt x="471111" y="514711"/>
                  </a:cubicBezTo>
                  <a:cubicBezTo>
                    <a:pt x="471111" y="514711"/>
                    <a:pt x="471111" y="514711"/>
                    <a:pt x="471111" y="514711"/>
                  </a:cubicBezTo>
                  <a:cubicBezTo>
                    <a:pt x="468634" y="512711"/>
                    <a:pt x="466253" y="510806"/>
                    <a:pt x="463682" y="508901"/>
                  </a:cubicBezTo>
                  <a:cubicBezTo>
                    <a:pt x="464253" y="508234"/>
                    <a:pt x="464824" y="507472"/>
                    <a:pt x="465396" y="506710"/>
                  </a:cubicBezTo>
                  <a:cubicBezTo>
                    <a:pt x="467206" y="503662"/>
                    <a:pt x="467968" y="500233"/>
                    <a:pt x="467873" y="496899"/>
                  </a:cubicBezTo>
                  <a:cubicBezTo>
                    <a:pt x="467682" y="493565"/>
                    <a:pt x="466539" y="490232"/>
                    <a:pt x="464539" y="487374"/>
                  </a:cubicBezTo>
                  <a:cubicBezTo>
                    <a:pt x="463205" y="485469"/>
                    <a:pt x="461491" y="483850"/>
                    <a:pt x="459395" y="482516"/>
                  </a:cubicBezTo>
                  <a:cubicBezTo>
                    <a:pt x="456252" y="480516"/>
                    <a:pt x="452823" y="479659"/>
                    <a:pt x="449394" y="479849"/>
                  </a:cubicBezTo>
                  <a:cubicBezTo>
                    <a:pt x="446727" y="479945"/>
                    <a:pt x="444060" y="480802"/>
                    <a:pt x="441679" y="482040"/>
                  </a:cubicBezTo>
                  <a:cubicBezTo>
                    <a:pt x="440059" y="482897"/>
                    <a:pt x="438440" y="484040"/>
                    <a:pt x="437107" y="485469"/>
                  </a:cubicBezTo>
                  <a:cubicBezTo>
                    <a:pt x="436249" y="486326"/>
                    <a:pt x="435583" y="487279"/>
                    <a:pt x="434916" y="488327"/>
                  </a:cubicBezTo>
                  <a:cubicBezTo>
                    <a:pt x="434630" y="488803"/>
                    <a:pt x="434535" y="489279"/>
                    <a:pt x="434249" y="489755"/>
                  </a:cubicBezTo>
                  <a:cubicBezTo>
                    <a:pt x="420343" y="482040"/>
                    <a:pt x="405865" y="475658"/>
                    <a:pt x="390911" y="470991"/>
                  </a:cubicBezTo>
                  <a:cubicBezTo>
                    <a:pt x="379290" y="467372"/>
                    <a:pt x="367288" y="464705"/>
                    <a:pt x="355096" y="462990"/>
                  </a:cubicBezTo>
                  <a:cubicBezTo>
                    <a:pt x="355192" y="462895"/>
                    <a:pt x="355192" y="462800"/>
                    <a:pt x="355287" y="462800"/>
                  </a:cubicBezTo>
                  <a:cubicBezTo>
                    <a:pt x="357287" y="459275"/>
                    <a:pt x="358240" y="455561"/>
                    <a:pt x="358049" y="451941"/>
                  </a:cubicBezTo>
                  <a:cubicBezTo>
                    <a:pt x="357859" y="447083"/>
                    <a:pt x="355858" y="442607"/>
                    <a:pt x="352334" y="439463"/>
                  </a:cubicBezTo>
                  <a:cubicBezTo>
                    <a:pt x="351477" y="438701"/>
                    <a:pt x="350429" y="438035"/>
                    <a:pt x="349382" y="437463"/>
                  </a:cubicBezTo>
                  <a:cubicBezTo>
                    <a:pt x="347191" y="436320"/>
                    <a:pt x="344809" y="435653"/>
                    <a:pt x="342428" y="435558"/>
                  </a:cubicBezTo>
                  <a:cubicBezTo>
                    <a:pt x="340047" y="435463"/>
                    <a:pt x="337570" y="435844"/>
                    <a:pt x="335189" y="436701"/>
                  </a:cubicBezTo>
                  <a:cubicBezTo>
                    <a:pt x="334046" y="437082"/>
                    <a:pt x="332808" y="437654"/>
                    <a:pt x="331760" y="438320"/>
                  </a:cubicBezTo>
                  <a:cubicBezTo>
                    <a:pt x="329474" y="439559"/>
                    <a:pt x="327474" y="441273"/>
                    <a:pt x="325664" y="443369"/>
                  </a:cubicBezTo>
                  <a:cubicBezTo>
                    <a:pt x="324807" y="444416"/>
                    <a:pt x="323950" y="445559"/>
                    <a:pt x="323283" y="446702"/>
                  </a:cubicBezTo>
                  <a:cubicBezTo>
                    <a:pt x="322521" y="448131"/>
                    <a:pt x="321949" y="449655"/>
                    <a:pt x="321473" y="451084"/>
                  </a:cubicBezTo>
                  <a:cubicBezTo>
                    <a:pt x="321378" y="451465"/>
                    <a:pt x="321283" y="451751"/>
                    <a:pt x="321283" y="452036"/>
                  </a:cubicBezTo>
                  <a:cubicBezTo>
                    <a:pt x="320902" y="453465"/>
                    <a:pt x="320711" y="454799"/>
                    <a:pt x="320711" y="456227"/>
                  </a:cubicBezTo>
                  <a:cubicBezTo>
                    <a:pt x="320711" y="456227"/>
                    <a:pt x="320711" y="456227"/>
                    <a:pt x="320711" y="456227"/>
                  </a:cubicBezTo>
                  <a:lnTo>
                    <a:pt x="320711" y="456227"/>
                  </a:lnTo>
                  <a:cubicBezTo>
                    <a:pt x="320711" y="457847"/>
                    <a:pt x="320807" y="459466"/>
                    <a:pt x="321092" y="460895"/>
                  </a:cubicBezTo>
                  <a:cubicBezTo>
                    <a:pt x="313663" y="461085"/>
                    <a:pt x="306233" y="461657"/>
                    <a:pt x="298613" y="462514"/>
                  </a:cubicBezTo>
                  <a:cubicBezTo>
                    <a:pt x="299566" y="459180"/>
                    <a:pt x="299947" y="455751"/>
                    <a:pt x="299185" y="452322"/>
                  </a:cubicBezTo>
                  <a:cubicBezTo>
                    <a:pt x="298899" y="450798"/>
                    <a:pt x="298328" y="449369"/>
                    <a:pt x="297661" y="448036"/>
                  </a:cubicBezTo>
                  <a:cubicBezTo>
                    <a:pt x="297566" y="447845"/>
                    <a:pt x="297470" y="447750"/>
                    <a:pt x="297375" y="447655"/>
                  </a:cubicBezTo>
                  <a:cubicBezTo>
                    <a:pt x="294899" y="443178"/>
                    <a:pt x="290612" y="440225"/>
                    <a:pt x="285469" y="439654"/>
                  </a:cubicBezTo>
                  <a:cubicBezTo>
                    <a:pt x="296708" y="405935"/>
                    <a:pt x="316425" y="373074"/>
                    <a:pt x="344143" y="344975"/>
                  </a:cubicBezTo>
                  <a:cubicBezTo>
                    <a:pt x="354620" y="334593"/>
                    <a:pt x="365860" y="325449"/>
                    <a:pt x="377480" y="317353"/>
                  </a:cubicBezTo>
                  <a:cubicBezTo>
                    <a:pt x="378719" y="321925"/>
                    <a:pt x="381957" y="325735"/>
                    <a:pt x="386624" y="327545"/>
                  </a:cubicBezTo>
                  <a:cubicBezTo>
                    <a:pt x="394340" y="330497"/>
                    <a:pt x="403960" y="327926"/>
                    <a:pt x="410246" y="321353"/>
                  </a:cubicBezTo>
                  <a:cubicBezTo>
                    <a:pt x="410341" y="321258"/>
                    <a:pt x="410437" y="321163"/>
                    <a:pt x="410532" y="321068"/>
                  </a:cubicBezTo>
                  <a:cubicBezTo>
                    <a:pt x="411675" y="319829"/>
                    <a:pt x="412818" y="318401"/>
                    <a:pt x="413675" y="316877"/>
                  </a:cubicBezTo>
                  <a:cubicBezTo>
                    <a:pt x="417771" y="309828"/>
                    <a:pt x="417485" y="301922"/>
                    <a:pt x="413580" y="296493"/>
                  </a:cubicBezTo>
                  <a:cubicBezTo>
                    <a:pt x="419295" y="293826"/>
                    <a:pt x="425105" y="291350"/>
                    <a:pt x="430916" y="289159"/>
                  </a:cubicBezTo>
                  <a:cubicBezTo>
                    <a:pt x="433487" y="288206"/>
                    <a:pt x="436059" y="287349"/>
                    <a:pt x="438821" y="286397"/>
                  </a:cubicBezTo>
                  <a:cubicBezTo>
                    <a:pt x="441012" y="285635"/>
                    <a:pt x="443298" y="284873"/>
                    <a:pt x="445489" y="284206"/>
                  </a:cubicBezTo>
                  <a:cubicBezTo>
                    <a:pt x="451680" y="282396"/>
                    <a:pt x="458157" y="280682"/>
                    <a:pt x="464729" y="279253"/>
                  </a:cubicBezTo>
                  <a:cubicBezTo>
                    <a:pt x="463396" y="286206"/>
                    <a:pt x="462348" y="293064"/>
                    <a:pt x="461586" y="299827"/>
                  </a:cubicBezTo>
                  <a:cubicBezTo>
                    <a:pt x="456157" y="299065"/>
                    <a:pt x="450156" y="300589"/>
                    <a:pt x="445108" y="304494"/>
                  </a:cubicBezTo>
                  <a:cubicBezTo>
                    <a:pt x="439012" y="309161"/>
                    <a:pt x="436345" y="316305"/>
                    <a:pt x="437107" y="322687"/>
                  </a:cubicBezTo>
                  <a:lnTo>
                    <a:pt x="437107" y="322687"/>
                  </a:lnTo>
                  <a:cubicBezTo>
                    <a:pt x="437107" y="322687"/>
                    <a:pt x="437107" y="322687"/>
                    <a:pt x="437107" y="322687"/>
                  </a:cubicBezTo>
                  <a:cubicBezTo>
                    <a:pt x="437297" y="324116"/>
                    <a:pt x="437678" y="325544"/>
                    <a:pt x="438154" y="326878"/>
                  </a:cubicBezTo>
                  <a:cubicBezTo>
                    <a:pt x="438250" y="327068"/>
                    <a:pt x="438250" y="327259"/>
                    <a:pt x="438345" y="327449"/>
                  </a:cubicBezTo>
                  <a:cubicBezTo>
                    <a:pt x="438916" y="328783"/>
                    <a:pt x="439678" y="330116"/>
                    <a:pt x="440631" y="331259"/>
                  </a:cubicBezTo>
                  <a:cubicBezTo>
                    <a:pt x="441393" y="332212"/>
                    <a:pt x="442345" y="333069"/>
                    <a:pt x="443298" y="333736"/>
                  </a:cubicBezTo>
                  <a:cubicBezTo>
                    <a:pt x="446155" y="335831"/>
                    <a:pt x="449584" y="336974"/>
                    <a:pt x="453204" y="337070"/>
                  </a:cubicBezTo>
                  <a:cubicBezTo>
                    <a:pt x="455490" y="337165"/>
                    <a:pt x="457776" y="336784"/>
                    <a:pt x="460062" y="336022"/>
                  </a:cubicBezTo>
                  <a:cubicBezTo>
                    <a:pt x="460062" y="336212"/>
                    <a:pt x="460062" y="336403"/>
                    <a:pt x="460062" y="336593"/>
                  </a:cubicBezTo>
                  <a:cubicBezTo>
                    <a:pt x="461110" y="355643"/>
                    <a:pt x="464539" y="374122"/>
                    <a:pt x="470063" y="391743"/>
                  </a:cubicBezTo>
                  <a:cubicBezTo>
                    <a:pt x="473111" y="401649"/>
                    <a:pt x="477016" y="411365"/>
                    <a:pt x="481493" y="420794"/>
                  </a:cubicBezTo>
                  <a:cubicBezTo>
                    <a:pt x="476826" y="425271"/>
                    <a:pt x="475207" y="431748"/>
                    <a:pt x="476540" y="437558"/>
                  </a:cubicBezTo>
                  <a:cubicBezTo>
                    <a:pt x="476540" y="437558"/>
                    <a:pt x="476540" y="437558"/>
                    <a:pt x="476540" y="437558"/>
                  </a:cubicBezTo>
                  <a:cubicBezTo>
                    <a:pt x="476540" y="437558"/>
                    <a:pt x="476540" y="437558"/>
                    <a:pt x="476540" y="437558"/>
                  </a:cubicBezTo>
                  <a:cubicBezTo>
                    <a:pt x="476826" y="438892"/>
                    <a:pt x="477302" y="440225"/>
                    <a:pt x="477969" y="441464"/>
                  </a:cubicBezTo>
                  <a:cubicBezTo>
                    <a:pt x="478064" y="441654"/>
                    <a:pt x="478159" y="441845"/>
                    <a:pt x="478255" y="442035"/>
                  </a:cubicBezTo>
                  <a:cubicBezTo>
                    <a:pt x="478921" y="443369"/>
                    <a:pt x="479779" y="444607"/>
                    <a:pt x="480827" y="445655"/>
                  </a:cubicBezTo>
                  <a:cubicBezTo>
                    <a:pt x="480827" y="445655"/>
                    <a:pt x="480827" y="445655"/>
                    <a:pt x="480827" y="445655"/>
                  </a:cubicBezTo>
                  <a:cubicBezTo>
                    <a:pt x="482541" y="447464"/>
                    <a:pt x="484541" y="448798"/>
                    <a:pt x="486637" y="449750"/>
                  </a:cubicBezTo>
                  <a:cubicBezTo>
                    <a:pt x="490352" y="451370"/>
                    <a:pt x="494447" y="451655"/>
                    <a:pt x="498353" y="450608"/>
                  </a:cubicBezTo>
                  <a:cubicBezTo>
                    <a:pt x="506544" y="463085"/>
                    <a:pt x="515783" y="474992"/>
                    <a:pt x="526166" y="486326"/>
                  </a:cubicBezTo>
                  <a:cubicBezTo>
                    <a:pt x="526166" y="486326"/>
                    <a:pt x="526166" y="486326"/>
                    <a:pt x="526166" y="486326"/>
                  </a:cubicBezTo>
                  <a:lnTo>
                    <a:pt x="527785" y="488136"/>
                  </a:lnTo>
                  <a:cubicBezTo>
                    <a:pt x="539310" y="500614"/>
                    <a:pt x="550835" y="511472"/>
                    <a:pt x="562170" y="521188"/>
                  </a:cubicBezTo>
                  <a:cubicBezTo>
                    <a:pt x="561599" y="526141"/>
                    <a:pt x="563408" y="531189"/>
                    <a:pt x="566742" y="535094"/>
                  </a:cubicBezTo>
                  <a:lnTo>
                    <a:pt x="566742" y="535094"/>
                  </a:lnTo>
                  <a:cubicBezTo>
                    <a:pt x="566742" y="535094"/>
                    <a:pt x="566742" y="535094"/>
                    <a:pt x="566742" y="535094"/>
                  </a:cubicBezTo>
                  <a:cubicBezTo>
                    <a:pt x="567599" y="536142"/>
                    <a:pt x="568647" y="537190"/>
                    <a:pt x="569790" y="538047"/>
                  </a:cubicBezTo>
                  <a:cubicBezTo>
                    <a:pt x="569885" y="538142"/>
                    <a:pt x="570076" y="538238"/>
                    <a:pt x="570171" y="538428"/>
                  </a:cubicBezTo>
                  <a:cubicBezTo>
                    <a:pt x="571314" y="539285"/>
                    <a:pt x="572552" y="540143"/>
                    <a:pt x="573981" y="540714"/>
                  </a:cubicBezTo>
                  <a:cubicBezTo>
                    <a:pt x="578267" y="542714"/>
                    <a:pt x="582649" y="542810"/>
                    <a:pt x="586268" y="541381"/>
                  </a:cubicBezTo>
                  <a:cubicBezTo>
                    <a:pt x="586649" y="541286"/>
                    <a:pt x="586935" y="541000"/>
                    <a:pt x="587316" y="540905"/>
                  </a:cubicBezTo>
                  <a:cubicBezTo>
                    <a:pt x="589697" y="542619"/>
                    <a:pt x="592079" y="544429"/>
                    <a:pt x="594365" y="546048"/>
                  </a:cubicBezTo>
                  <a:cubicBezTo>
                    <a:pt x="615796" y="560907"/>
                    <a:pt x="635798" y="571575"/>
                    <a:pt x="653610" y="578528"/>
                  </a:cubicBezTo>
                  <a:cubicBezTo>
                    <a:pt x="671517" y="585577"/>
                    <a:pt x="687709" y="589673"/>
                    <a:pt x="701235" y="589768"/>
                  </a:cubicBezTo>
                  <a:cubicBezTo>
                    <a:pt x="701521" y="589768"/>
                    <a:pt x="701807" y="589768"/>
                    <a:pt x="701997" y="589768"/>
                  </a:cubicBezTo>
                  <a:cubicBezTo>
                    <a:pt x="703712" y="594149"/>
                    <a:pt x="706855" y="598340"/>
                    <a:pt x="710950" y="601198"/>
                  </a:cubicBezTo>
                  <a:cubicBezTo>
                    <a:pt x="717237" y="605579"/>
                    <a:pt x="723714" y="605579"/>
                    <a:pt x="727048" y="601579"/>
                  </a:cubicBezTo>
                  <a:cubicBezTo>
                    <a:pt x="727143" y="601484"/>
                    <a:pt x="727238" y="601388"/>
                    <a:pt x="727238" y="601293"/>
                  </a:cubicBezTo>
                  <a:cubicBezTo>
                    <a:pt x="727810" y="600531"/>
                    <a:pt x="728381" y="599579"/>
                    <a:pt x="728762" y="598531"/>
                  </a:cubicBezTo>
                  <a:cubicBezTo>
                    <a:pt x="729048" y="597674"/>
                    <a:pt x="729238" y="596721"/>
                    <a:pt x="729334" y="595769"/>
                  </a:cubicBezTo>
                  <a:cubicBezTo>
                    <a:pt x="729524" y="593864"/>
                    <a:pt x="729334" y="591768"/>
                    <a:pt x="728858" y="589673"/>
                  </a:cubicBezTo>
                  <a:cubicBezTo>
                    <a:pt x="728572" y="588339"/>
                    <a:pt x="728000" y="586910"/>
                    <a:pt x="727429" y="585577"/>
                  </a:cubicBezTo>
                  <a:cubicBezTo>
                    <a:pt x="730382" y="584339"/>
                    <a:pt x="733144" y="583005"/>
                    <a:pt x="735811" y="581291"/>
                  </a:cubicBezTo>
                  <a:cubicBezTo>
                    <a:pt x="746003" y="574814"/>
                    <a:pt x="752861" y="564241"/>
                    <a:pt x="757528" y="551001"/>
                  </a:cubicBezTo>
                  <a:cubicBezTo>
                    <a:pt x="759814" y="544238"/>
                    <a:pt x="761338" y="536523"/>
                    <a:pt x="762195" y="528046"/>
                  </a:cubicBezTo>
                  <a:cubicBezTo>
                    <a:pt x="763243" y="519759"/>
                    <a:pt x="763529" y="510615"/>
                    <a:pt x="763148" y="500709"/>
                  </a:cubicBezTo>
                  <a:cubicBezTo>
                    <a:pt x="762386" y="482802"/>
                    <a:pt x="759433" y="462609"/>
                    <a:pt x="754289" y="440987"/>
                  </a:cubicBezTo>
                  <a:cubicBezTo>
                    <a:pt x="760766" y="438035"/>
                    <a:pt x="763814" y="429653"/>
                    <a:pt x="761147" y="421080"/>
                  </a:cubicBezTo>
                  <a:cubicBezTo>
                    <a:pt x="760385" y="418699"/>
                    <a:pt x="759337" y="416603"/>
                    <a:pt x="757909" y="414794"/>
                  </a:cubicBezTo>
                  <a:cubicBezTo>
                    <a:pt x="757242" y="413841"/>
                    <a:pt x="756480" y="413079"/>
                    <a:pt x="755623" y="412317"/>
                  </a:cubicBezTo>
                  <a:cubicBezTo>
                    <a:pt x="752575" y="409460"/>
                    <a:pt x="748765" y="407840"/>
                    <a:pt x="744859" y="407745"/>
                  </a:cubicBezTo>
                  <a:cubicBezTo>
                    <a:pt x="739430" y="391267"/>
                    <a:pt x="732858" y="374122"/>
                    <a:pt x="724762" y="356405"/>
                  </a:cubicBezTo>
                  <a:cubicBezTo>
                    <a:pt x="721809" y="349928"/>
                    <a:pt x="718475" y="343642"/>
                    <a:pt x="715141" y="337451"/>
                  </a:cubicBezTo>
                  <a:cubicBezTo>
                    <a:pt x="715141" y="337451"/>
                    <a:pt x="715141" y="337451"/>
                    <a:pt x="715141" y="337355"/>
                  </a:cubicBezTo>
                  <a:cubicBezTo>
                    <a:pt x="715141" y="337355"/>
                    <a:pt x="715141" y="337355"/>
                    <a:pt x="715141" y="337355"/>
                  </a:cubicBezTo>
                  <a:cubicBezTo>
                    <a:pt x="713617" y="334593"/>
                    <a:pt x="712094" y="331831"/>
                    <a:pt x="710570" y="329164"/>
                  </a:cubicBezTo>
                  <a:cubicBezTo>
                    <a:pt x="711427" y="328783"/>
                    <a:pt x="712189" y="328307"/>
                    <a:pt x="712951" y="327735"/>
                  </a:cubicBezTo>
                  <a:cubicBezTo>
                    <a:pt x="720571" y="322115"/>
                    <a:pt x="722285" y="310971"/>
                    <a:pt x="716570" y="302970"/>
                  </a:cubicBezTo>
                  <a:cubicBezTo>
                    <a:pt x="715141" y="300970"/>
                    <a:pt x="713427" y="299351"/>
                    <a:pt x="711427" y="298112"/>
                  </a:cubicBezTo>
                  <a:cubicBezTo>
                    <a:pt x="706474" y="295160"/>
                    <a:pt x="700283" y="294683"/>
                    <a:pt x="694853" y="297160"/>
                  </a:cubicBezTo>
                  <a:cubicBezTo>
                    <a:pt x="693805" y="297636"/>
                    <a:pt x="692758" y="298303"/>
                    <a:pt x="691710" y="298970"/>
                  </a:cubicBezTo>
                  <a:cubicBezTo>
                    <a:pt x="691234" y="299255"/>
                    <a:pt x="690948" y="299636"/>
                    <a:pt x="690567" y="300017"/>
                  </a:cubicBezTo>
                  <a:cubicBezTo>
                    <a:pt x="680661" y="287540"/>
                    <a:pt x="669707" y="276014"/>
                    <a:pt x="657611" y="266013"/>
                  </a:cubicBezTo>
                  <a:cubicBezTo>
                    <a:pt x="648276" y="258203"/>
                    <a:pt x="638179" y="251345"/>
                    <a:pt x="627512" y="245058"/>
                  </a:cubicBezTo>
                  <a:cubicBezTo>
                    <a:pt x="627607" y="244963"/>
                    <a:pt x="627702" y="244963"/>
                    <a:pt x="627797" y="244868"/>
                  </a:cubicBezTo>
                  <a:cubicBezTo>
                    <a:pt x="636275" y="238295"/>
                    <a:pt x="638275" y="226675"/>
                    <a:pt x="631988" y="219055"/>
                  </a:cubicBezTo>
                  <a:cubicBezTo>
                    <a:pt x="628845" y="215245"/>
                    <a:pt x="624178" y="213245"/>
                    <a:pt x="619129" y="212959"/>
                  </a:cubicBezTo>
                  <a:cubicBezTo>
                    <a:pt x="617891" y="212864"/>
                    <a:pt x="616558" y="212959"/>
                    <a:pt x="615320" y="213149"/>
                  </a:cubicBezTo>
                  <a:cubicBezTo>
                    <a:pt x="611509" y="213626"/>
                    <a:pt x="607700" y="215150"/>
                    <a:pt x="604366" y="217721"/>
                  </a:cubicBezTo>
                  <a:cubicBezTo>
                    <a:pt x="602937" y="218769"/>
                    <a:pt x="601794" y="220007"/>
                    <a:pt x="600746" y="221246"/>
                  </a:cubicBezTo>
                  <a:cubicBezTo>
                    <a:pt x="600651" y="221341"/>
                    <a:pt x="600651" y="221341"/>
                    <a:pt x="600556" y="221436"/>
                  </a:cubicBezTo>
                  <a:cubicBezTo>
                    <a:pt x="599603" y="222579"/>
                    <a:pt x="598841" y="223913"/>
                    <a:pt x="598270" y="225151"/>
                  </a:cubicBezTo>
                  <a:cubicBezTo>
                    <a:pt x="598270" y="225246"/>
                    <a:pt x="598175" y="225246"/>
                    <a:pt x="598175" y="225341"/>
                  </a:cubicBezTo>
                  <a:cubicBezTo>
                    <a:pt x="598175" y="225341"/>
                    <a:pt x="598175" y="225341"/>
                    <a:pt x="598175" y="225341"/>
                  </a:cubicBezTo>
                  <a:cubicBezTo>
                    <a:pt x="597508" y="226770"/>
                    <a:pt x="597032" y="228294"/>
                    <a:pt x="596746" y="229913"/>
                  </a:cubicBezTo>
                  <a:cubicBezTo>
                    <a:pt x="589792" y="227246"/>
                    <a:pt x="582649" y="224960"/>
                    <a:pt x="575410" y="222960"/>
                  </a:cubicBezTo>
                  <a:cubicBezTo>
                    <a:pt x="577600" y="220293"/>
                    <a:pt x="579125" y="217150"/>
                    <a:pt x="579791" y="213721"/>
                  </a:cubicBezTo>
                  <a:cubicBezTo>
                    <a:pt x="580077" y="212102"/>
                    <a:pt x="580077" y="210673"/>
                    <a:pt x="579982" y="209149"/>
                  </a:cubicBezTo>
                  <a:cubicBezTo>
                    <a:pt x="579982" y="208958"/>
                    <a:pt x="579982" y="208863"/>
                    <a:pt x="579887" y="208673"/>
                  </a:cubicBezTo>
                  <a:cubicBezTo>
                    <a:pt x="579315" y="203529"/>
                    <a:pt x="576458" y="199243"/>
                    <a:pt x="571981" y="196766"/>
                  </a:cubicBezTo>
                  <a:cubicBezTo>
                    <a:pt x="595222" y="169811"/>
                    <a:pt x="626178" y="147141"/>
                    <a:pt x="662659" y="131711"/>
                  </a:cubicBezTo>
                  <a:cubicBezTo>
                    <a:pt x="676279" y="125996"/>
                    <a:pt x="690186" y="121805"/>
                    <a:pt x="704092" y="118757"/>
                  </a:cubicBezTo>
                  <a:cubicBezTo>
                    <a:pt x="703521" y="123424"/>
                    <a:pt x="704950" y="128091"/>
                    <a:pt x="708569" y="131711"/>
                  </a:cubicBezTo>
                  <a:cubicBezTo>
                    <a:pt x="714570" y="137616"/>
                    <a:pt x="724381" y="138664"/>
                    <a:pt x="732667" y="135140"/>
                  </a:cubicBezTo>
                  <a:cubicBezTo>
                    <a:pt x="732858" y="135044"/>
                    <a:pt x="733144" y="134949"/>
                    <a:pt x="733334" y="134854"/>
                  </a:cubicBezTo>
                  <a:cubicBezTo>
                    <a:pt x="734858" y="134092"/>
                    <a:pt x="736382" y="133235"/>
                    <a:pt x="737811" y="132187"/>
                  </a:cubicBezTo>
                  <a:cubicBezTo>
                    <a:pt x="744288" y="127234"/>
                    <a:pt x="747050" y="119804"/>
                    <a:pt x="745526" y="113327"/>
                  </a:cubicBezTo>
                  <a:cubicBezTo>
                    <a:pt x="757813" y="112756"/>
                    <a:pt x="769910" y="113137"/>
                    <a:pt x="781626" y="114375"/>
                  </a:cubicBezTo>
                  <a:cubicBezTo>
                    <a:pt x="782769" y="114470"/>
                    <a:pt x="784007" y="114661"/>
                    <a:pt x="785150" y="114756"/>
                  </a:cubicBezTo>
                  <a:cubicBezTo>
                    <a:pt x="790008" y="115328"/>
                    <a:pt x="794770" y="115994"/>
                    <a:pt x="799438" y="116947"/>
                  </a:cubicBezTo>
                  <a:cubicBezTo>
                    <a:pt x="795533" y="122852"/>
                    <a:pt x="792008" y="128758"/>
                    <a:pt x="788579" y="134854"/>
                  </a:cubicBezTo>
                  <a:cubicBezTo>
                    <a:pt x="783912" y="132092"/>
                    <a:pt x="777816" y="131139"/>
                    <a:pt x="771625" y="132949"/>
                  </a:cubicBezTo>
                  <a:cubicBezTo>
                    <a:pt x="762481" y="135425"/>
                    <a:pt x="756575" y="143045"/>
                    <a:pt x="756480" y="150951"/>
                  </a:cubicBezTo>
                  <a:cubicBezTo>
                    <a:pt x="756480" y="151046"/>
                    <a:pt x="756480" y="151237"/>
                    <a:pt x="756480" y="151332"/>
                  </a:cubicBezTo>
                  <a:cubicBezTo>
                    <a:pt x="756480" y="152856"/>
                    <a:pt x="756670" y="154380"/>
                    <a:pt x="757147" y="155809"/>
                  </a:cubicBezTo>
                  <a:cubicBezTo>
                    <a:pt x="759337" y="162667"/>
                    <a:pt x="765815" y="167048"/>
                    <a:pt x="773339" y="167715"/>
                  </a:cubicBezTo>
                  <a:cubicBezTo>
                    <a:pt x="773244" y="167906"/>
                    <a:pt x="773149" y="168096"/>
                    <a:pt x="773149" y="168287"/>
                  </a:cubicBezTo>
                  <a:cubicBezTo>
                    <a:pt x="766672" y="185908"/>
                    <a:pt x="762862" y="204672"/>
                    <a:pt x="761147" y="223055"/>
                  </a:cubicBezTo>
                  <a:cubicBezTo>
                    <a:pt x="760195" y="233438"/>
                    <a:pt x="760100" y="243915"/>
                    <a:pt x="760576" y="254297"/>
                  </a:cubicBezTo>
                  <a:cubicBezTo>
                    <a:pt x="753051" y="257060"/>
                    <a:pt x="748765" y="264489"/>
                    <a:pt x="749336" y="272014"/>
                  </a:cubicBezTo>
                  <a:cubicBezTo>
                    <a:pt x="749336" y="272204"/>
                    <a:pt x="749336" y="272395"/>
                    <a:pt x="749336" y="272585"/>
                  </a:cubicBezTo>
                  <a:cubicBezTo>
                    <a:pt x="749527" y="274014"/>
                    <a:pt x="749812" y="275538"/>
                    <a:pt x="750289" y="276967"/>
                  </a:cubicBezTo>
                  <a:cubicBezTo>
                    <a:pt x="752765" y="283349"/>
                    <a:pt x="758290" y="287349"/>
                    <a:pt x="764576" y="288302"/>
                  </a:cubicBezTo>
                  <a:cubicBezTo>
                    <a:pt x="767434" y="303637"/>
                    <a:pt x="771720" y="318972"/>
                    <a:pt x="777340" y="334212"/>
                  </a:cubicBezTo>
                  <a:cubicBezTo>
                    <a:pt x="783245" y="350024"/>
                    <a:pt x="789722" y="364502"/>
                    <a:pt x="796485" y="377932"/>
                  </a:cubicBezTo>
                  <a:cubicBezTo>
                    <a:pt x="794008" y="382218"/>
                    <a:pt x="793723" y="387552"/>
                    <a:pt x="795342" y="392600"/>
                  </a:cubicBezTo>
                  <a:lnTo>
                    <a:pt x="795342" y="392600"/>
                  </a:lnTo>
                  <a:cubicBezTo>
                    <a:pt x="795342" y="392600"/>
                    <a:pt x="795342" y="392600"/>
                    <a:pt x="795342" y="392600"/>
                  </a:cubicBezTo>
                  <a:cubicBezTo>
                    <a:pt x="795723" y="393934"/>
                    <a:pt x="796295" y="395267"/>
                    <a:pt x="797057" y="396506"/>
                  </a:cubicBezTo>
                  <a:cubicBezTo>
                    <a:pt x="797152" y="396696"/>
                    <a:pt x="797247" y="396791"/>
                    <a:pt x="797342" y="396982"/>
                  </a:cubicBezTo>
                  <a:cubicBezTo>
                    <a:pt x="798104" y="398220"/>
                    <a:pt x="798962" y="399458"/>
                    <a:pt x="799914" y="400506"/>
                  </a:cubicBezTo>
                  <a:cubicBezTo>
                    <a:pt x="803438" y="404221"/>
                    <a:pt x="807915" y="406031"/>
                    <a:pt x="812106" y="405935"/>
                  </a:cubicBezTo>
                  <a:cubicBezTo>
                    <a:pt x="827537" y="431272"/>
                    <a:pt x="843729" y="451274"/>
                    <a:pt x="858779" y="466038"/>
                  </a:cubicBezTo>
                  <a:cubicBezTo>
                    <a:pt x="872685" y="479754"/>
                    <a:pt x="885925" y="489374"/>
                    <a:pt x="898307" y="494708"/>
                  </a:cubicBezTo>
                  <a:cubicBezTo>
                    <a:pt x="898593" y="494804"/>
                    <a:pt x="898879" y="494899"/>
                    <a:pt x="899165" y="495089"/>
                  </a:cubicBezTo>
                  <a:cubicBezTo>
                    <a:pt x="899069" y="499757"/>
                    <a:pt x="900308" y="504805"/>
                    <a:pt x="902975" y="509091"/>
                  </a:cubicBezTo>
                  <a:cubicBezTo>
                    <a:pt x="906404" y="514425"/>
                    <a:pt x="910880" y="516997"/>
                    <a:pt x="914976" y="516521"/>
                  </a:cubicBezTo>
                  <a:lnTo>
                    <a:pt x="914976" y="516521"/>
                  </a:lnTo>
                  <a:cubicBezTo>
                    <a:pt x="914976" y="516521"/>
                    <a:pt x="914976" y="516521"/>
                    <a:pt x="914976" y="516521"/>
                  </a:cubicBezTo>
                  <a:cubicBezTo>
                    <a:pt x="915929" y="516425"/>
                    <a:pt x="916786" y="516140"/>
                    <a:pt x="917643" y="515663"/>
                  </a:cubicBezTo>
                  <a:cubicBezTo>
                    <a:pt x="917738" y="515568"/>
                    <a:pt x="917833" y="515568"/>
                    <a:pt x="918024" y="515473"/>
                  </a:cubicBezTo>
                  <a:cubicBezTo>
                    <a:pt x="918881" y="514997"/>
                    <a:pt x="919738" y="514330"/>
                    <a:pt x="920405" y="513473"/>
                  </a:cubicBezTo>
                  <a:cubicBezTo>
                    <a:pt x="922977" y="510425"/>
                    <a:pt x="924120" y="505853"/>
                    <a:pt x="923929" y="500995"/>
                  </a:cubicBezTo>
                  <a:cubicBezTo>
                    <a:pt x="927073" y="500995"/>
                    <a:pt x="930311" y="500804"/>
                    <a:pt x="933359" y="500328"/>
                  </a:cubicBezTo>
                  <a:cubicBezTo>
                    <a:pt x="945266" y="498233"/>
                    <a:pt x="955553" y="491089"/>
                    <a:pt x="964982" y="480707"/>
                  </a:cubicBezTo>
                  <a:cubicBezTo>
                    <a:pt x="969650" y="475373"/>
                    <a:pt x="974031" y="468896"/>
                    <a:pt x="978127" y="461276"/>
                  </a:cubicBezTo>
                  <a:cubicBezTo>
                    <a:pt x="982223" y="454037"/>
                    <a:pt x="986033" y="445750"/>
                    <a:pt x="989557" y="436415"/>
                  </a:cubicBezTo>
                  <a:cubicBezTo>
                    <a:pt x="995843" y="419747"/>
                    <a:pt x="1000796" y="399839"/>
                    <a:pt x="1004320" y="377837"/>
                  </a:cubicBezTo>
                  <a:cubicBezTo>
                    <a:pt x="1004606" y="377837"/>
                    <a:pt x="1004987" y="377837"/>
                    <a:pt x="1005368" y="377837"/>
                  </a:cubicBezTo>
                  <a:cubicBezTo>
                    <a:pt x="1006321" y="377741"/>
                    <a:pt x="1007273" y="377456"/>
                    <a:pt x="1008130" y="377170"/>
                  </a:cubicBezTo>
                  <a:cubicBezTo>
                    <a:pt x="1009940" y="376503"/>
                    <a:pt x="1011560" y="375455"/>
                    <a:pt x="1013084" y="374027"/>
                  </a:cubicBezTo>
                  <a:cubicBezTo>
                    <a:pt x="1014607" y="372598"/>
                    <a:pt x="1015751" y="370883"/>
                    <a:pt x="1016608" y="368883"/>
                  </a:cubicBezTo>
                  <a:cubicBezTo>
                    <a:pt x="1017560" y="366883"/>
                    <a:pt x="1018132" y="364597"/>
                    <a:pt x="1018322" y="362120"/>
                  </a:cubicBezTo>
                  <a:cubicBezTo>
                    <a:pt x="1019084" y="353834"/>
                    <a:pt x="1014798" y="346404"/>
                    <a:pt x="1008416" y="343547"/>
                  </a:cubicBezTo>
                  <a:cubicBezTo>
                    <a:pt x="1009750" y="326211"/>
                    <a:pt x="1010321" y="307923"/>
                    <a:pt x="1009559" y="288492"/>
                  </a:cubicBezTo>
                  <a:cubicBezTo>
                    <a:pt x="1009273" y="281348"/>
                    <a:pt x="1008702" y="274300"/>
                    <a:pt x="1007940" y="267251"/>
                  </a:cubicBezTo>
                  <a:cubicBezTo>
                    <a:pt x="1007940" y="267251"/>
                    <a:pt x="1007940" y="267156"/>
                    <a:pt x="1007940" y="267156"/>
                  </a:cubicBezTo>
                  <a:cubicBezTo>
                    <a:pt x="1007940" y="267156"/>
                    <a:pt x="1007940" y="267156"/>
                    <a:pt x="1007940" y="267156"/>
                  </a:cubicBezTo>
                  <a:cubicBezTo>
                    <a:pt x="1007559" y="264013"/>
                    <a:pt x="1007273" y="260870"/>
                    <a:pt x="1006797" y="257822"/>
                  </a:cubicBezTo>
                  <a:cubicBezTo>
                    <a:pt x="1007750" y="257726"/>
                    <a:pt x="1008607" y="257726"/>
                    <a:pt x="1009559" y="257441"/>
                  </a:cubicBezTo>
                  <a:cubicBezTo>
                    <a:pt x="1018703" y="255155"/>
                    <a:pt x="1024609" y="245630"/>
                    <a:pt x="1022418" y="236009"/>
                  </a:cubicBezTo>
                  <a:cubicBezTo>
                    <a:pt x="1020322" y="226389"/>
                    <a:pt x="1010607" y="220484"/>
                    <a:pt x="1000987" y="222770"/>
                  </a:cubicBezTo>
                  <a:cubicBezTo>
                    <a:pt x="1000511" y="222865"/>
                    <a:pt x="1000034" y="223151"/>
                    <a:pt x="999558" y="223246"/>
                  </a:cubicBezTo>
                  <a:cubicBezTo>
                    <a:pt x="995177" y="207911"/>
                    <a:pt x="989557" y="193147"/>
                    <a:pt x="982223" y="179336"/>
                  </a:cubicBezTo>
                  <a:cubicBezTo>
                    <a:pt x="976603" y="168572"/>
                    <a:pt x="969935" y="158285"/>
                    <a:pt x="962506" y="148379"/>
                  </a:cubicBezTo>
                  <a:cubicBezTo>
                    <a:pt x="962601" y="148379"/>
                    <a:pt x="962696" y="148379"/>
                    <a:pt x="962791" y="148284"/>
                  </a:cubicBezTo>
                  <a:cubicBezTo>
                    <a:pt x="973174" y="145427"/>
                    <a:pt x="979365" y="135521"/>
                    <a:pt x="976508" y="126091"/>
                  </a:cubicBezTo>
                  <a:cubicBezTo>
                    <a:pt x="976127" y="124948"/>
                    <a:pt x="975650" y="123805"/>
                    <a:pt x="975079" y="122757"/>
                  </a:cubicBezTo>
                  <a:cubicBezTo>
                    <a:pt x="973841" y="120662"/>
                    <a:pt x="972221" y="118852"/>
                    <a:pt x="970221" y="117423"/>
                  </a:cubicBezTo>
                  <a:cubicBezTo>
                    <a:pt x="965268" y="113804"/>
                    <a:pt x="958315" y="112375"/>
                    <a:pt x="951552" y="114185"/>
                  </a:cubicBezTo>
                  <a:cubicBezTo>
                    <a:pt x="949837" y="114566"/>
                    <a:pt x="948313" y="115232"/>
                    <a:pt x="946980" y="115994"/>
                  </a:cubicBezTo>
                  <a:cubicBezTo>
                    <a:pt x="946885" y="116090"/>
                    <a:pt x="946790" y="116090"/>
                    <a:pt x="946694" y="116185"/>
                  </a:cubicBezTo>
                  <a:cubicBezTo>
                    <a:pt x="945361" y="116947"/>
                    <a:pt x="944218" y="117804"/>
                    <a:pt x="943075" y="118757"/>
                  </a:cubicBezTo>
                  <a:cubicBezTo>
                    <a:pt x="943075" y="118757"/>
                    <a:pt x="942979" y="118757"/>
                    <a:pt x="942979" y="118852"/>
                  </a:cubicBezTo>
                  <a:cubicBezTo>
                    <a:pt x="942979" y="118852"/>
                    <a:pt x="942979" y="118852"/>
                    <a:pt x="942979" y="118852"/>
                  </a:cubicBezTo>
                  <a:cubicBezTo>
                    <a:pt x="941837" y="119995"/>
                    <a:pt x="940789" y="121138"/>
                    <a:pt x="939932" y="122471"/>
                  </a:cubicBezTo>
                  <a:cubicBezTo>
                    <a:pt x="934598" y="117328"/>
                    <a:pt x="928883" y="112470"/>
                    <a:pt x="922882" y="107898"/>
                  </a:cubicBezTo>
                  <a:cubicBezTo>
                    <a:pt x="925930" y="106279"/>
                    <a:pt x="928597" y="103993"/>
                    <a:pt x="930502" y="101040"/>
                  </a:cubicBezTo>
                  <a:cubicBezTo>
                    <a:pt x="931359" y="99707"/>
                    <a:pt x="931930" y="98278"/>
                    <a:pt x="932407" y="96849"/>
                  </a:cubicBezTo>
                  <a:cubicBezTo>
                    <a:pt x="932502" y="96659"/>
                    <a:pt x="932502" y="96563"/>
                    <a:pt x="932502" y="96373"/>
                  </a:cubicBezTo>
                  <a:cubicBezTo>
                    <a:pt x="933931" y="91420"/>
                    <a:pt x="932978" y="86372"/>
                    <a:pt x="929740" y="82371"/>
                  </a:cubicBezTo>
                  <a:cubicBezTo>
                    <a:pt x="961553" y="66464"/>
                    <a:pt x="998701" y="57416"/>
                    <a:pt x="1038039" y="57035"/>
                  </a:cubicBezTo>
                  <a:cubicBezTo>
                    <a:pt x="1052707" y="57225"/>
                    <a:pt x="1067090" y="58654"/>
                    <a:pt x="1081092" y="61130"/>
                  </a:cubicBezTo>
                  <a:cubicBezTo>
                    <a:pt x="1078806" y="65226"/>
                    <a:pt x="1078330" y="70179"/>
                    <a:pt x="1080330" y="74751"/>
                  </a:cubicBezTo>
                  <a:cubicBezTo>
                    <a:pt x="1082997" y="80847"/>
                    <a:pt x="1089284" y="85133"/>
                    <a:pt x="1096332" y="86562"/>
                  </a:cubicBezTo>
                  <a:cubicBezTo>
                    <a:pt x="1096332" y="86562"/>
                    <a:pt x="1096332" y="86562"/>
                    <a:pt x="1096332" y="86562"/>
                  </a:cubicBezTo>
                  <a:cubicBezTo>
                    <a:pt x="1096332" y="86562"/>
                    <a:pt x="1096332" y="86562"/>
                    <a:pt x="1096427" y="86562"/>
                  </a:cubicBezTo>
                  <a:cubicBezTo>
                    <a:pt x="1097951" y="86848"/>
                    <a:pt x="1099571" y="87038"/>
                    <a:pt x="1101190" y="86943"/>
                  </a:cubicBezTo>
                  <a:cubicBezTo>
                    <a:pt x="1101476" y="86943"/>
                    <a:pt x="1101761" y="86943"/>
                    <a:pt x="1101952" y="86943"/>
                  </a:cubicBezTo>
                  <a:cubicBezTo>
                    <a:pt x="1103666" y="86848"/>
                    <a:pt x="1105381" y="86657"/>
                    <a:pt x="1107095" y="86276"/>
                  </a:cubicBezTo>
                  <a:cubicBezTo>
                    <a:pt x="1115001" y="84181"/>
                    <a:pt x="1120430" y="78371"/>
                    <a:pt x="1121383" y="71703"/>
                  </a:cubicBezTo>
                  <a:cubicBezTo>
                    <a:pt x="1132527" y="75704"/>
                    <a:pt x="1143195" y="80466"/>
                    <a:pt x="1153196" y="85895"/>
                  </a:cubicBezTo>
                  <a:cubicBezTo>
                    <a:pt x="1155006" y="86943"/>
                    <a:pt x="1156911" y="87991"/>
                    <a:pt x="1158721" y="89039"/>
                  </a:cubicBezTo>
                  <a:cubicBezTo>
                    <a:pt x="1162436" y="91229"/>
                    <a:pt x="1166150" y="93420"/>
                    <a:pt x="1169675" y="95801"/>
                  </a:cubicBezTo>
                  <a:cubicBezTo>
                    <a:pt x="1163769" y="99707"/>
                    <a:pt x="1158245" y="103802"/>
                    <a:pt x="1152911" y="108089"/>
                  </a:cubicBezTo>
                  <a:cubicBezTo>
                    <a:pt x="1149672" y="103707"/>
                    <a:pt x="1144338" y="100469"/>
                    <a:pt x="1137956" y="99707"/>
                  </a:cubicBezTo>
                  <a:cubicBezTo>
                    <a:pt x="1130336" y="98849"/>
                    <a:pt x="1123383" y="101993"/>
                    <a:pt x="1119382" y="107136"/>
                  </a:cubicBezTo>
                  <a:cubicBezTo>
                    <a:pt x="1119382" y="107136"/>
                    <a:pt x="1119382" y="107136"/>
                    <a:pt x="1119382" y="107136"/>
                  </a:cubicBezTo>
                  <a:cubicBezTo>
                    <a:pt x="1119382" y="107136"/>
                    <a:pt x="1119382" y="107136"/>
                    <a:pt x="1119382" y="107136"/>
                  </a:cubicBezTo>
                  <a:cubicBezTo>
                    <a:pt x="1118525" y="108279"/>
                    <a:pt x="1117763" y="109517"/>
                    <a:pt x="1117192" y="110851"/>
                  </a:cubicBezTo>
                  <a:cubicBezTo>
                    <a:pt x="1117096" y="111041"/>
                    <a:pt x="1117001" y="111232"/>
                    <a:pt x="1116906" y="111422"/>
                  </a:cubicBezTo>
                  <a:cubicBezTo>
                    <a:pt x="1116335" y="112851"/>
                    <a:pt x="1115954" y="114280"/>
                    <a:pt x="1115858" y="115804"/>
                  </a:cubicBezTo>
                  <a:cubicBezTo>
                    <a:pt x="1115858" y="115804"/>
                    <a:pt x="1115858" y="115804"/>
                    <a:pt x="1115858" y="115804"/>
                  </a:cubicBezTo>
                  <a:cubicBezTo>
                    <a:pt x="1115287" y="123043"/>
                    <a:pt x="1119573" y="129520"/>
                    <a:pt x="1126240" y="132854"/>
                  </a:cubicBezTo>
                  <a:cubicBezTo>
                    <a:pt x="1126145" y="133044"/>
                    <a:pt x="1125955" y="133139"/>
                    <a:pt x="1125860" y="133235"/>
                  </a:cubicBezTo>
                  <a:cubicBezTo>
                    <a:pt x="1113191" y="147427"/>
                    <a:pt x="1102523" y="162857"/>
                    <a:pt x="1093951" y="179240"/>
                  </a:cubicBezTo>
                  <a:cubicBezTo>
                    <a:pt x="1089093" y="188384"/>
                    <a:pt x="1084997" y="198005"/>
                    <a:pt x="1081473" y="207815"/>
                  </a:cubicBezTo>
                  <a:cubicBezTo>
                    <a:pt x="1074996" y="207815"/>
                    <a:pt x="1069281" y="211149"/>
                    <a:pt x="1066043" y="216293"/>
                  </a:cubicBezTo>
                  <a:cubicBezTo>
                    <a:pt x="1066043" y="216293"/>
                    <a:pt x="1066043" y="216293"/>
                    <a:pt x="1066043" y="216293"/>
                  </a:cubicBezTo>
                  <a:cubicBezTo>
                    <a:pt x="1066043" y="216293"/>
                    <a:pt x="1066043" y="216293"/>
                    <a:pt x="1066043" y="216293"/>
                  </a:cubicBezTo>
                  <a:cubicBezTo>
                    <a:pt x="1065280" y="217436"/>
                    <a:pt x="1064709" y="218769"/>
                    <a:pt x="1064233" y="220103"/>
                  </a:cubicBezTo>
                  <a:cubicBezTo>
                    <a:pt x="1064138" y="220293"/>
                    <a:pt x="1064138" y="220484"/>
                    <a:pt x="1064042" y="220579"/>
                  </a:cubicBezTo>
                  <a:cubicBezTo>
                    <a:pt x="1063661" y="222008"/>
                    <a:pt x="1063280" y="223436"/>
                    <a:pt x="1063280" y="224960"/>
                  </a:cubicBezTo>
                  <a:cubicBezTo>
                    <a:pt x="1063090" y="231818"/>
                    <a:pt x="1066709" y="237724"/>
                    <a:pt x="1072138" y="240867"/>
                  </a:cubicBezTo>
                  <a:cubicBezTo>
                    <a:pt x="1068995" y="256202"/>
                    <a:pt x="1066995" y="272109"/>
                    <a:pt x="1066423" y="288206"/>
                  </a:cubicBezTo>
                  <a:cubicBezTo>
                    <a:pt x="1065757" y="305161"/>
                    <a:pt x="1066233" y="320972"/>
                    <a:pt x="1067376" y="335927"/>
                  </a:cubicBezTo>
                  <a:cubicBezTo>
                    <a:pt x="1062423" y="339832"/>
                    <a:pt x="1060042" y="346595"/>
                    <a:pt x="1060804" y="353167"/>
                  </a:cubicBezTo>
                  <a:cubicBezTo>
                    <a:pt x="1060804" y="353357"/>
                    <a:pt x="1060804" y="353548"/>
                    <a:pt x="1060899" y="353738"/>
                  </a:cubicBezTo>
                  <a:cubicBezTo>
                    <a:pt x="1061089" y="355167"/>
                    <a:pt x="1061375" y="356596"/>
                    <a:pt x="1061947" y="358025"/>
                  </a:cubicBezTo>
                  <a:cubicBezTo>
                    <a:pt x="1063852" y="362882"/>
                    <a:pt x="1067281" y="366216"/>
                    <a:pt x="1071281" y="367550"/>
                  </a:cubicBezTo>
                  <a:cubicBezTo>
                    <a:pt x="1071757" y="370407"/>
                    <a:pt x="1072138" y="373360"/>
                    <a:pt x="1072615" y="376122"/>
                  </a:cubicBezTo>
                  <a:cubicBezTo>
                    <a:pt x="1077282" y="401744"/>
                    <a:pt x="1083854" y="423557"/>
                    <a:pt x="1091570" y="441083"/>
                  </a:cubicBezTo>
                  <a:cubicBezTo>
                    <a:pt x="1099475" y="459085"/>
                    <a:pt x="1108238" y="473182"/>
                    <a:pt x="1117859" y="483278"/>
                  </a:cubicBezTo>
                  <a:cubicBezTo>
                    <a:pt x="1115954" y="487565"/>
                    <a:pt x="1115287" y="492803"/>
                    <a:pt x="1116144" y="497661"/>
                  </a:cubicBezTo>
                  <a:cubicBezTo>
                    <a:pt x="1117287" y="503662"/>
                    <a:pt x="1120526" y="507758"/>
                    <a:pt x="1124431" y="508805"/>
                  </a:cubicBezTo>
                  <a:cubicBezTo>
                    <a:pt x="1124431" y="508805"/>
                    <a:pt x="1124431" y="508805"/>
                    <a:pt x="1124431" y="508805"/>
                  </a:cubicBezTo>
                  <a:cubicBezTo>
                    <a:pt x="1124431" y="508805"/>
                    <a:pt x="1124526" y="508805"/>
                    <a:pt x="1124526" y="508805"/>
                  </a:cubicBezTo>
                  <a:cubicBezTo>
                    <a:pt x="1125383" y="508996"/>
                    <a:pt x="1126240" y="509091"/>
                    <a:pt x="1127098" y="509091"/>
                  </a:cubicBezTo>
                  <a:cubicBezTo>
                    <a:pt x="1127288" y="509091"/>
                    <a:pt x="1127479" y="509091"/>
                    <a:pt x="1127669" y="509091"/>
                  </a:cubicBezTo>
                  <a:cubicBezTo>
                    <a:pt x="1128622" y="508996"/>
                    <a:pt x="1129574" y="508710"/>
                    <a:pt x="1130622" y="508234"/>
                  </a:cubicBezTo>
                  <a:cubicBezTo>
                    <a:pt x="1134146" y="506519"/>
                    <a:pt x="1137004" y="502709"/>
                    <a:pt x="1138718" y="498137"/>
                  </a:cubicBezTo>
                  <a:cubicBezTo>
                    <a:pt x="1141671" y="499376"/>
                    <a:pt x="1144624" y="500328"/>
                    <a:pt x="1147672" y="500900"/>
                  </a:cubicBezTo>
                  <a:cubicBezTo>
                    <a:pt x="1171103" y="506043"/>
                    <a:pt x="1196630" y="492232"/>
                    <a:pt x="1223777" y="463276"/>
                  </a:cubicBezTo>
                  <a:cubicBezTo>
                    <a:pt x="1235778" y="450322"/>
                    <a:pt x="1247970" y="433939"/>
                    <a:pt x="1259686" y="414889"/>
                  </a:cubicBezTo>
                  <a:cubicBezTo>
                    <a:pt x="1266448" y="417080"/>
                    <a:pt x="1274450" y="413555"/>
                    <a:pt x="1278640" y="405554"/>
                  </a:cubicBezTo>
                  <a:cubicBezTo>
                    <a:pt x="1280355" y="402316"/>
                    <a:pt x="1281117" y="398792"/>
                    <a:pt x="1281022" y="395458"/>
                  </a:cubicBezTo>
                  <a:cubicBezTo>
                    <a:pt x="1281022" y="394315"/>
                    <a:pt x="1280831" y="393267"/>
                    <a:pt x="1280641" y="392124"/>
                  </a:cubicBezTo>
                  <a:cubicBezTo>
                    <a:pt x="1280069" y="389171"/>
                    <a:pt x="1278640" y="386600"/>
                    <a:pt x="1276640" y="384599"/>
                  </a:cubicBezTo>
                  <a:cubicBezTo>
                    <a:pt x="1284546" y="369074"/>
                    <a:pt x="1291976" y="352310"/>
                    <a:pt x="1298834" y="334117"/>
                  </a:cubicBezTo>
                  <a:cubicBezTo>
                    <a:pt x="1302453" y="324401"/>
                    <a:pt x="1305501" y="314686"/>
                    <a:pt x="1307978" y="304875"/>
                  </a:cubicBezTo>
                  <a:cubicBezTo>
                    <a:pt x="1308835" y="305161"/>
                    <a:pt x="1309692" y="305447"/>
                    <a:pt x="1310645" y="305542"/>
                  </a:cubicBezTo>
                  <a:cubicBezTo>
                    <a:pt x="1319979" y="307066"/>
                    <a:pt x="1329028" y="300494"/>
                    <a:pt x="1330742" y="290778"/>
                  </a:cubicBezTo>
                  <a:cubicBezTo>
                    <a:pt x="1332457" y="281158"/>
                    <a:pt x="1325789" y="271728"/>
                    <a:pt x="1315979" y="270299"/>
                  </a:cubicBezTo>
                  <a:cubicBezTo>
                    <a:pt x="1315407" y="270204"/>
                    <a:pt x="1314931" y="270299"/>
                    <a:pt x="1314359" y="270299"/>
                  </a:cubicBezTo>
                  <a:cubicBezTo>
                    <a:pt x="1316169" y="254583"/>
                    <a:pt x="1316550" y="238772"/>
                    <a:pt x="1315121" y="223055"/>
                  </a:cubicBezTo>
                  <a:cubicBezTo>
                    <a:pt x="1313978" y="210959"/>
                    <a:pt x="1311883" y="198767"/>
                    <a:pt x="1308739" y="186765"/>
                  </a:cubicBezTo>
                  <a:cubicBezTo>
                    <a:pt x="1308835" y="186765"/>
                    <a:pt x="1308930" y="186860"/>
                    <a:pt x="1309025" y="186860"/>
                  </a:cubicBezTo>
                  <a:cubicBezTo>
                    <a:pt x="1319693" y="188289"/>
                    <a:pt x="1329218" y="181622"/>
                    <a:pt x="1330171" y="171716"/>
                  </a:cubicBezTo>
                  <a:cubicBezTo>
                    <a:pt x="1331123" y="161905"/>
                    <a:pt x="1322837" y="152380"/>
                    <a:pt x="1311692" y="151046"/>
                  </a:cubicBezTo>
                  <a:cubicBezTo>
                    <a:pt x="1309978" y="150856"/>
                    <a:pt x="1308359" y="150951"/>
                    <a:pt x="1306739" y="151142"/>
                  </a:cubicBezTo>
                  <a:cubicBezTo>
                    <a:pt x="1306549" y="151142"/>
                    <a:pt x="1306358" y="151237"/>
                    <a:pt x="1306263" y="151237"/>
                  </a:cubicBezTo>
                  <a:cubicBezTo>
                    <a:pt x="1304739" y="151427"/>
                    <a:pt x="1303215" y="151808"/>
                    <a:pt x="1301881" y="152380"/>
                  </a:cubicBezTo>
                  <a:cubicBezTo>
                    <a:pt x="1301881" y="152380"/>
                    <a:pt x="1301881" y="152380"/>
                    <a:pt x="1301881" y="152380"/>
                  </a:cubicBezTo>
                  <a:lnTo>
                    <a:pt x="1301881" y="152380"/>
                  </a:lnTo>
                  <a:cubicBezTo>
                    <a:pt x="1300357" y="152951"/>
                    <a:pt x="1298929" y="153713"/>
                    <a:pt x="1297690" y="154571"/>
                  </a:cubicBezTo>
                  <a:cubicBezTo>
                    <a:pt x="1294738" y="147808"/>
                    <a:pt x="1291213" y="141045"/>
                    <a:pt x="1287499" y="134378"/>
                  </a:cubicBezTo>
                  <a:cubicBezTo>
                    <a:pt x="1290928" y="134092"/>
                    <a:pt x="1294262" y="133044"/>
                    <a:pt x="1297119" y="131044"/>
                  </a:cubicBezTo>
                  <a:cubicBezTo>
                    <a:pt x="1298453" y="130187"/>
                    <a:pt x="1299500" y="129044"/>
                    <a:pt x="1300453" y="127996"/>
                  </a:cubicBezTo>
                  <a:cubicBezTo>
                    <a:pt x="1300548" y="127901"/>
                    <a:pt x="1300643" y="127710"/>
                    <a:pt x="1300738" y="127615"/>
                  </a:cubicBezTo>
                  <a:cubicBezTo>
                    <a:pt x="1303977" y="123614"/>
                    <a:pt x="1304930" y="118566"/>
                    <a:pt x="1303596" y="113613"/>
                  </a:cubicBezTo>
                  <a:cubicBezTo>
                    <a:pt x="1339124" y="111137"/>
                    <a:pt x="1377224" y="116375"/>
                    <a:pt x="1413705" y="131711"/>
                  </a:cubicBezTo>
                  <a:cubicBezTo>
                    <a:pt x="1427326" y="137521"/>
                    <a:pt x="1440089" y="144379"/>
                    <a:pt x="1452091" y="151999"/>
                  </a:cubicBezTo>
                  <a:cubicBezTo>
                    <a:pt x="1448376" y="154952"/>
                    <a:pt x="1446090" y="159238"/>
                    <a:pt x="1446185" y="164286"/>
                  </a:cubicBezTo>
                  <a:cubicBezTo>
                    <a:pt x="1446280" y="169334"/>
                    <a:pt x="1448567" y="174097"/>
                    <a:pt x="1452281" y="177812"/>
                  </a:cubicBezTo>
                  <a:cubicBezTo>
                    <a:pt x="1454663" y="180288"/>
                    <a:pt x="1457615" y="182288"/>
                    <a:pt x="1460854" y="183622"/>
                  </a:cubicBezTo>
                  <a:cubicBezTo>
                    <a:pt x="1461044" y="183717"/>
                    <a:pt x="1461235" y="183812"/>
                    <a:pt x="1461521" y="183908"/>
                  </a:cubicBezTo>
                  <a:cubicBezTo>
                    <a:pt x="1463140" y="184479"/>
                    <a:pt x="1464759" y="185051"/>
                    <a:pt x="1466569" y="185241"/>
                  </a:cubicBezTo>
                  <a:cubicBezTo>
                    <a:pt x="1474760" y="186384"/>
                    <a:pt x="1481904" y="183050"/>
                    <a:pt x="1485428" y="177335"/>
                  </a:cubicBezTo>
                  <a:cubicBezTo>
                    <a:pt x="1486381" y="178193"/>
                    <a:pt x="1487429" y="179050"/>
                    <a:pt x="1488381" y="179907"/>
                  </a:cubicBezTo>
                  <a:cubicBezTo>
                    <a:pt x="1488476" y="180002"/>
                    <a:pt x="1488476" y="180002"/>
                    <a:pt x="1488571" y="180098"/>
                  </a:cubicBezTo>
                  <a:cubicBezTo>
                    <a:pt x="1496096" y="187241"/>
                    <a:pt x="1503050" y="194766"/>
                    <a:pt x="1509336" y="202672"/>
                  </a:cubicBezTo>
                  <a:cubicBezTo>
                    <a:pt x="1510670" y="204386"/>
                    <a:pt x="1512003" y="206101"/>
                    <a:pt x="1513337" y="207911"/>
                  </a:cubicBezTo>
                  <a:cubicBezTo>
                    <a:pt x="1515908" y="211340"/>
                    <a:pt x="1518480" y="214769"/>
                    <a:pt x="1520766" y="218293"/>
                  </a:cubicBezTo>
                  <a:cubicBezTo>
                    <a:pt x="1513813" y="219626"/>
                    <a:pt x="1507145" y="221341"/>
                    <a:pt x="1500573" y="223151"/>
                  </a:cubicBezTo>
                  <a:cubicBezTo>
                    <a:pt x="1499239" y="217817"/>
                    <a:pt x="1495620" y="212864"/>
                    <a:pt x="1490000" y="209625"/>
                  </a:cubicBezTo>
                  <a:cubicBezTo>
                    <a:pt x="1483238" y="206006"/>
                    <a:pt x="1475618" y="206196"/>
                    <a:pt x="1469998" y="209339"/>
                  </a:cubicBezTo>
                  <a:cubicBezTo>
                    <a:pt x="1469998" y="209339"/>
                    <a:pt x="1469998" y="209339"/>
                    <a:pt x="1469998" y="209339"/>
                  </a:cubicBezTo>
                  <a:cubicBezTo>
                    <a:pt x="1469998" y="209339"/>
                    <a:pt x="1469998" y="209339"/>
                    <a:pt x="1469998" y="209339"/>
                  </a:cubicBezTo>
                  <a:cubicBezTo>
                    <a:pt x="1468760" y="210006"/>
                    <a:pt x="1467617" y="210863"/>
                    <a:pt x="1466569" y="211911"/>
                  </a:cubicBezTo>
                  <a:cubicBezTo>
                    <a:pt x="1466473" y="212006"/>
                    <a:pt x="1466283" y="212197"/>
                    <a:pt x="1466188" y="212292"/>
                  </a:cubicBezTo>
                  <a:cubicBezTo>
                    <a:pt x="1465140" y="213340"/>
                    <a:pt x="1464188" y="214578"/>
                    <a:pt x="1463521" y="215912"/>
                  </a:cubicBezTo>
                  <a:cubicBezTo>
                    <a:pt x="1460187" y="222389"/>
                    <a:pt x="1461711" y="230009"/>
                    <a:pt x="1466569" y="235724"/>
                  </a:cubicBezTo>
                  <a:cubicBezTo>
                    <a:pt x="1466378" y="235819"/>
                    <a:pt x="1466188" y="235914"/>
                    <a:pt x="1465997" y="235914"/>
                  </a:cubicBezTo>
                  <a:cubicBezTo>
                    <a:pt x="1448852" y="244106"/>
                    <a:pt x="1433041" y="254202"/>
                    <a:pt x="1418848" y="266013"/>
                  </a:cubicBezTo>
                  <a:cubicBezTo>
                    <a:pt x="1410847" y="272681"/>
                    <a:pt x="1403418" y="279920"/>
                    <a:pt x="1396370" y="287730"/>
                  </a:cubicBezTo>
                  <a:cubicBezTo>
                    <a:pt x="1390369" y="285254"/>
                    <a:pt x="1383796" y="286206"/>
                    <a:pt x="1378939" y="289635"/>
                  </a:cubicBezTo>
                  <a:cubicBezTo>
                    <a:pt x="1378939" y="289635"/>
                    <a:pt x="1378939" y="289635"/>
                    <a:pt x="1378939" y="289635"/>
                  </a:cubicBezTo>
                  <a:cubicBezTo>
                    <a:pt x="1378939" y="289635"/>
                    <a:pt x="1378939" y="289635"/>
                    <a:pt x="1378939" y="289635"/>
                  </a:cubicBezTo>
                  <a:cubicBezTo>
                    <a:pt x="1377796" y="290492"/>
                    <a:pt x="1376748" y="291350"/>
                    <a:pt x="1375796" y="292493"/>
                  </a:cubicBezTo>
                  <a:cubicBezTo>
                    <a:pt x="1375700" y="292588"/>
                    <a:pt x="1375605" y="292778"/>
                    <a:pt x="1375414" y="292874"/>
                  </a:cubicBezTo>
                  <a:cubicBezTo>
                    <a:pt x="1374462" y="294017"/>
                    <a:pt x="1373605" y="295255"/>
                    <a:pt x="1373033" y="296684"/>
                  </a:cubicBezTo>
                  <a:cubicBezTo>
                    <a:pt x="1370271" y="302875"/>
                    <a:pt x="1371319" y="309828"/>
                    <a:pt x="1375129" y="314781"/>
                  </a:cubicBezTo>
                  <a:cubicBezTo>
                    <a:pt x="1366271" y="327735"/>
                    <a:pt x="1358460" y="341642"/>
                    <a:pt x="1351697" y="356310"/>
                  </a:cubicBezTo>
                  <a:cubicBezTo>
                    <a:pt x="1344649" y="371741"/>
                    <a:pt x="1338934" y="386504"/>
                    <a:pt x="1334267" y="400697"/>
                  </a:cubicBezTo>
                  <a:cubicBezTo>
                    <a:pt x="1328266" y="402411"/>
                    <a:pt x="1323408" y="407650"/>
                    <a:pt x="1321598" y="414127"/>
                  </a:cubicBezTo>
                  <a:cubicBezTo>
                    <a:pt x="1321503" y="414317"/>
                    <a:pt x="1321503" y="414413"/>
                    <a:pt x="1321408" y="414603"/>
                  </a:cubicBezTo>
                  <a:cubicBezTo>
                    <a:pt x="1321027" y="416032"/>
                    <a:pt x="1320741" y="417461"/>
                    <a:pt x="1320741" y="418985"/>
                  </a:cubicBezTo>
                  <a:cubicBezTo>
                    <a:pt x="1320551" y="424319"/>
                    <a:pt x="1322455" y="428605"/>
                    <a:pt x="1325599" y="431367"/>
                  </a:cubicBezTo>
                  <a:cubicBezTo>
                    <a:pt x="1324932" y="434129"/>
                    <a:pt x="1324170" y="437082"/>
                    <a:pt x="1323503" y="439844"/>
                  </a:cubicBezTo>
                  <a:cubicBezTo>
                    <a:pt x="1318074" y="465086"/>
                    <a:pt x="1315693" y="487946"/>
                    <a:pt x="1315979" y="507091"/>
                  </a:cubicBezTo>
                  <a:cubicBezTo>
                    <a:pt x="1316360" y="526712"/>
                    <a:pt x="1319027" y="543095"/>
                    <a:pt x="1323980" y="556145"/>
                  </a:cubicBezTo>
                  <a:cubicBezTo>
                    <a:pt x="1320551" y="559383"/>
                    <a:pt x="1317884" y="563955"/>
                    <a:pt x="1316836" y="568718"/>
                  </a:cubicBezTo>
                  <a:cubicBezTo>
                    <a:pt x="1315597" y="574718"/>
                    <a:pt x="1317026" y="579671"/>
                    <a:pt x="1320170" y="582243"/>
                  </a:cubicBezTo>
                  <a:cubicBezTo>
                    <a:pt x="1320170" y="582243"/>
                    <a:pt x="1320170" y="582243"/>
                    <a:pt x="1320170" y="582243"/>
                  </a:cubicBezTo>
                  <a:cubicBezTo>
                    <a:pt x="1320170" y="582243"/>
                    <a:pt x="1320170" y="582243"/>
                    <a:pt x="1320265" y="582243"/>
                  </a:cubicBezTo>
                  <a:cubicBezTo>
                    <a:pt x="1320931" y="582815"/>
                    <a:pt x="1321694" y="583196"/>
                    <a:pt x="1322551" y="583481"/>
                  </a:cubicBezTo>
                  <a:cubicBezTo>
                    <a:pt x="1322741" y="583577"/>
                    <a:pt x="1322932" y="583577"/>
                    <a:pt x="1323027" y="583672"/>
                  </a:cubicBezTo>
                  <a:cubicBezTo>
                    <a:pt x="1323980" y="583958"/>
                    <a:pt x="1324932" y="584053"/>
                    <a:pt x="1326075" y="584053"/>
                  </a:cubicBezTo>
                  <a:cubicBezTo>
                    <a:pt x="1329980" y="583767"/>
                    <a:pt x="1334076" y="581386"/>
                    <a:pt x="1337410" y="577862"/>
                  </a:cubicBezTo>
                  <a:cubicBezTo>
                    <a:pt x="1339696" y="580148"/>
                    <a:pt x="1342077" y="582148"/>
                    <a:pt x="1344649" y="583862"/>
                  </a:cubicBezTo>
                  <a:cubicBezTo>
                    <a:pt x="1364270" y="597769"/>
                    <a:pt x="1393417" y="594721"/>
                    <a:pt x="1429517" y="578528"/>
                  </a:cubicBezTo>
                  <a:cubicBezTo>
                    <a:pt x="1445709" y="571194"/>
                    <a:pt x="1463235" y="560717"/>
                    <a:pt x="1481332" y="547572"/>
                  </a:cubicBezTo>
                  <a:cubicBezTo>
                    <a:pt x="1486667" y="552335"/>
                    <a:pt x="1495430" y="552144"/>
                    <a:pt x="1502383" y="546334"/>
                  </a:cubicBezTo>
                  <a:cubicBezTo>
                    <a:pt x="1508764" y="541000"/>
                    <a:pt x="1511051" y="532713"/>
                    <a:pt x="1508574" y="526141"/>
                  </a:cubicBezTo>
                  <a:cubicBezTo>
                    <a:pt x="1521814" y="514901"/>
                    <a:pt x="1535149" y="502233"/>
                    <a:pt x="1548293" y="488041"/>
                  </a:cubicBezTo>
                  <a:cubicBezTo>
                    <a:pt x="1553151" y="482802"/>
                    <a:pt x="1557723" y="477373"/>
                    <a:pt x="1562200" y="471848"/>
                  </a:cubicBezTo>
                  <a:cubicBezTo>
                    <a:pt x="1562200" y="471848"/>
                    <a:pt x="1562200" y="471848"/>
                    <a:pt x="1562200" y="471848"/>
                  </a:cubicBezTo>
                  <a:cubicBezTo>
                    <a:pt x="1562200" y="471848"/>
                    <a:pt x="1562200" y="471848"/>
                    <a:pt x="1562200" y="471848"/>
                  </a:cubicBezTo>
                  <a:cubicBezTo>
                    <a:pt x="1564200" y="469372"/>
                    <a:pt x="1566105" y="466991"/>
                    <a:pt x="1568010" y="464419"/>
                  </a:cubicBezTo>
                  <a:cubicBezTo>
                    <a:pt x="1568677" y="464990"/>
                    <a:pt x="1569439" y="465562"/>
                    <a:pt x="1570201" y="466133"/>
                  </a:cubicBezTo>
                  <a:cubicBezTo>
                    <a:pt x="1578297" y="471086"/>
                    <a:pt x="1589155" y="468419"/>
                    <a:pt x="1594394" y="460133"/>
                  </a:cubicBezTo>
                  <a:cubicBezTo>
                    <a:pt x="1599633" y="451846"/>
                    <a:pt x="1596966" y="440797"/>
                    <a:pt x="1588584" y="435558"/>
                  </a:cubicBezTo>
                  <a:cubicBezTo>
                    <a:pt x="1588108" y="435272"/>
                    <a:pt x="1587631" y="435177"/>
                    <a:pt x="1587155" y="434891"/>
                  </a:cubicBezTo>
                  <a:cubicBezTo>
                    <a:pt x="1594871" y="420985"/>
                    <a:pt x="1601252" y="406507"/>
                    <a:pt x="1605920" y="391553"/>
                  </a:cubicBezTo>
                  <a:cubicBezTo>
                    <a:pt x="1609539" y="379932"/>
                    <a:pt x="1612206" y="367931"/>
                    <a:pt x="1613921" y="355739"/>
                  </a:cubicBezTo>
                  <a:cubicBezTo>
                    <a:pt x="1614016" y="355834"/>
                    <a:pt x="1614016" y="355834"/>
                    <a:pt x="1614111" y="355929"/>
                  </a:cubicBezTo>
                  <a:cubicBezTo>
                    <a:pt x="1614111" y="355929"/>
                    <a:pt x="1614111" y="355929"/>
                    <a:pt x="1614111" y="355929"/>
                  </a:cubicBezTo>
                  <a:cubicBezTo>
                    <a:pt x="1616397" y="357263"/>
                    <a:pt x="1618873" y="358120"/>
                    <a:pt x="1621350" y="358501"/>
                  </a:cubicBezTo>
                  <a:cubicBezTo>
                    <a:pt x="1628684" y="359644"/>
                    <a:pt x="1636019" y="356501"/>
                    <a:pt x="1639447" y="350024"/>
                  </a:cubicBezTo>
                  <a:cubicBezTo>
                    <a:pt x="1641734" y="345642"/>
                    <a:pt x="1641924" y="340499"/>
                    <a:pt x="1640210" y="335831"/>
                  </a:cubicBezTo>
                  <a:cubicBezTo>
                    <a:pt x="1639352" y="333450"/>
                    <a:pt x="1638114" y="331164"/>
                    <a:pt x="1636400" y="329164"/>
                  </a:cubicBezTo>
                  <a:cubicBezTo>
                    <a:pt x="1634685" y="327164"/>
                    <a:pt x="1632685" y="325354"/>
                    <a:pt x="1630208" y="323925"/>
                  </a:cubicBezTo>
                  <a:cubicBezTo>
                    <a:pt x="1628780" y="323163"/>
                    <a:pt x="1627255" y="322592"/>
                    <a:pt x="1625827" y="322115"/>
                  </a:cubicBezTo>
                  <a:cubicBezTo>
                    <a:pt x="1625446" y="322020"/>
                    <a:pt x="1625160" y="321925"/>
                    <a:pt x="1624779" y="321925"/>
                  </a:cubicBezTo>
                  <a:cubicBezTo>
                    <a:pt x="1623350" y="321544"/>
                    <a:pt x="1622017" y="321353"/>
                    <a:pt x="1620588" y="321353"/>
                  </a:cubicBezTo>
                  <a:cubicBezTo>
                    <a:pt x="1620588" y="321353"/>
                    <a:pt x="1620588" y="321353"/>
                    <a:pt x="1620588" y="321353"/>
                  </a:cubicBezTo>
                  <a:lnTo>
                    <a:pt x="1620588" y="321353"/>
                  </a:lnTo>
                  <a:cubicBezTo>
                    <a:pt x="1618969" y="321353"/>
                    <a:pt x="1617350" y="321449"/>
                    <a:pt x="1615921" y="321734"/>
                  </a:cubicBezTo>
                  <a:cubicBezTo>
                    <a:pt x="1615730" y="314305"/>
                    <a:pt x="1615159" y="306875"/>
                    <a:pt x="1614302" y="299351"/>
                  </a:cubicBezTo>
                  <a:cubicBezTo>
                    <a:pt x="1616397" y="299922"/>
                    <a:pt x="1618493" y="300398"/>
                    <a:pt x="1620588" y="300303"/>
                  </a:cubicBezTo>
                  <a:cubicBezTo>
                    <a:pt x="1621921" y="300303"/>
                    <a:pt x="1623160" y="300113"/>
                    <a:pt x="1624493" y="299922"/>
                  </a:cubicBezTo>
                  <a:cubicBezTo>
                    <a:pt x="1626017" y="299636"/>
                    <a:pt x="1627446" y="299065"/>
                    <a:pt x="1628780" y="298398"/>
                  </a:cubicBezTo>
                  <a:cubicBezTo>
                    <a:pt x="1628970" y="298303"/>
                    <a:pt x="1629065" y="298208"/>
                    <a:pt x="1629161" y="298112"/>
                  </a:cubicBezTo>
                  <a:cubicBezTo>
                    <a:pt x="1633637" y="295636"/>
                    <a:pt x="1636590" y="291350"/>
                    <a:pt x="1637162" y="286206"/>
                  </a:cubicBezTo>
                  <a:cubicBezTo>
                    <a:pt x="1670880" y="297446"/>
                    <a:pt x="1703741" y="317162"/>
                    <a:pt x="1731840" y="344880"/>
                  </a:cubicBezTo>
                  <a:cubicBezTo>
                    <a:pt x="1742222" y="355358"/>
                    <a:pt x="1751366" y="366597"/>
                    <a:pt x="1759463" y="378218"/>
                  </a:cubicBezTo>
                  <a:cubicBezTo>
                    <a:pt x="1754890" y="379456"/>
                    <a:pt x="1751080" y="382694"/>
                    <a:pt x="1749271" y="387362"/>
                  </a:cubicBezTo>
                  <a:cubicBezTo>
                    <a:pt x="1746318" y="395077"/>
                    <a:pt x="1748890" y="404697"/>
                    <a:pt x="1755462" y="410984"/>
                  </a:cubicBezTo>
                  <a:cubicBezTo>
                    <a:pt x="1755557" y="411079"/>
                    <a:pt x="1755653" y="411174"/>
                    <a:pt x="1755748" y="411269"/>
                  </a:cubicBezTo>
                  <a:cubicBezTo>
                    <a:pt x="1756986" y="412412"/>
                    <a:pt x="1758415" y="413555"/>
                    <a:pt x="1759939" y="414413"/>
                  </a:cubicBezTo>
                  <a:cubicBezTo>
                    <a:pt x="1766987" y="418508"/>
                    <a:pt x="1774893" y="418223"/>
                    <a:pt x="1780322" y="414317"/>
                  </a:cubicBezTo>
                  <a:cubicBezTo>
                    <a:pt x="1782989" y="420032"/>
                    <a:pt x="1785466" y="425843"/>
                    <a:pt x="1787656" y="431653"/>
                  </a:cubicBezTo>
                  <a:cubicBezTo>
                    <a:pt x="1788609" y="434225"/>
                    <a:pt x="1789466" y="436796"/>
                    <a:pt x="1790323" y="439463"/>
                  </a:cubicBezTo>
                  <a:cubicBezTo>
                    <a:pt x="1791086" y="441654"/>
                    <a:pt x="1791847" y="443940"/>
                    <a:pt x="1792514" y="446226"/>
                  </a:cubicBezTo>
                  <a:cubicBezTo>
                    <a:pt x="1794324" y="452417"/>
                    <a:pt x="1796038" y="458799"/>
                    <a:pt x="1797467" y="465467"/>
                  </a:cubicBezTo>
                  <a:cubicBezTo>
                    <a:pt x="1790514" y="464038"/>
                    <a:pt x="1783656" y="463085"/>
                    <a:pt x="1776893" y="462323"/>
                  </a:cubicBezTo>
                  <a:cubicBezTo>
                    <a:pt x="1777655" y="456894"/>
                    <a:pt x="1776131" y="450893"/>
                    <a:pt x="1772226" y="445845"/>
                  </a:cubicBezTo>
                  <a:cubicBezTo>
                    <a:pt x="1767559" y="439749"/>
                    <a:pt x="1760415" y="437082"/>
                    <a:pt x="1754033" y="437844"/>
                  </a:cubicBezTo>
                  <a:lnTo>
                    <a:pt x="1754033" y="437844"/>
                  </a:lnTo>
                  <a:cubicBezTo>
                    <a:pt x="1754033" y="437844"/>
                    <a:pt x="1754033" y="437844"/>
                    <a:pt x="1754033" y="437844"/>
                  </a:cubicBezTo>
                  <a:cubicBezTo>
                    <a:pt x="1752605" y="438035"/>
                    <a:pt x="1751176" y="438416"/>
                    <a:pt x="1749842" y="438892"/>
                  </a:cubicBezTo>
                  <a:cubicBezTo>
                    <a:pt x="1749652" y="438987"/>
                    <a:pt x="1749461" y="438987"/>
                    <a:pt x="1749271" y="439082"/>
                  </a:cubicBezTo>
                  <a:cubicBezTo>
                    <a:pt x="1747937" y="439654"/>
                    <a:pt x="1746604" y="440416"/>
                    <a:pt x="1745461" y="441368"/>
                  </a:cubicBezTo>
                  <a:cubicBezTo>
                    <a:pt x="1739936" y="446131"/>
                    <a:pt x="1738507" y="453656"/>
                    <a:pt x="1740698" y="460799"/>
                  </a:cubicBezTo>
                  <a:cubicBezTo>
                    <a:pt x="1740508" y="460799"/>
                    <a:pt x="1740317" y="460799"/>
                    <a:pt x="1740127" y="460799"/>
                  </a:cubicBezTo>
                  <a:cubicBezTo>
                    <a:pt x="1721077" y="461847"/>
                    <a:pt x="1702598" y="465276"/>
                    <a:pt x="1684977" y="470801"/>
                  </a:cubicBezTo>
                  <a:cubicBezTo>
                    <a:pt x="1675071" y="473849"/>
                    <a:pt x="1665355" y="477754"/>
                    <a:pt x="1655926" y="482231"/>
                  </a:cubicBezTo>
                  <a:cubicBezTo>
                    <a:pt x="1651449" y="477563"/>
                    <a:pt x="1644972" y="475944"/>
                    <a:pt x="1639162" y="477278"/>
                  </a:cubicBezTo>
                  <a:cubicBezTo>
                    <a:pt x="1639162" y="477278"/>
                    <a:pt x="1639162" y="477278"/>
                    <a:pt x="1639162" y="477278"/>
                  </a:cubicBezTo>
                  <a:cubicBezTo>
                    <a:pt x="1639162" y="477278"/>
                    <a:pt x="1639162" y="477278"/>
                    <a:pt x="1639162" y="477278"/>
                  </a:cubicBezTo>
                  <a:cubicBezTo>
                    <a:pt x="1637828" y="477563"/>
                    <a:pt x="1636495" y="478040"/>
                    <a:pt x="1635256" y="478706"/>
                  </a:cubicBezTo>
                  <a:cubicBezTo>
                    <a:pt x="1635066" y="478802"/>
                    <a:pt x="1634876" y="478897"/>
                    <a:pt x="1634685" y="478992"/>
                  </a:cubicBezTo>
                  <a:cubicBezTo>
                    <a:pt x="1633352" y="479659"/>
                    <a:pt x="1632113" y="480516"/>
                    <a:pt x="1631065" y="481564"/>
                  </a:cubicBezTo>
                  <a:cubicBezTo>
                    <a:pt x="1630208" y="482421"/>
                    <a:pt x="1629351" y="483374"/>
                    <a:pt x="1628684" y="484326"/>
                  </a:cubicBezTo>
                  <a:cubicBezTo>
                    <a:pt x="1627351" y="486231"/>
                    <a:pt x="1626398" y="488422"/>
                    <a:pt x="1625922" y="490613"/>
                  </a:cubicBezTo>
                  <a:cubicBezTo>
                    <a:pt x="1625636" y="491756"/>
                    <a:pt x="1625541" y="492803"/>
                    <a:pt x="1625446" y="493946"/>
                  </a:cubicBezTo>
                  <a:cubicBezTo>
                    <a:pt x="1625351" y="495661"/>
                    <a:pt x="1625636" y="497375"/>
                    <a:pt x="1626113" y="499090"/>
                  </a:cubicBezTo>
                  <a:cubicBezTo>
                    <a:pt x="1613635" y="507281"/>
                    <a:pt x="1601729" y="516521"/>
                    <a:pt x="1590394" y="526903"/>
                  </a:cubicBezTo>
                  <a:cubicBezTo>
                    <a:pt x="1590394" y="526903"/>
                    <a:pt x="1590394" y="526903"/>
                    <a:pt x="1590394" y="526903"/>
                  </a:cubicBezTo>
                  <a:lnTo>
                    <a:pt x="1588584" y="528522"/>
                  </a:lnTo>
                  <a:cubicBezTo>
                    <a:pt x="1576106" y="540047"/>
                    <a:pt x="1565248" y="551573"/>
                    <a:pt x="1555532" y="562907"/>
                  </a:cubicBezTo>
                  <a:cubicBezTo>
                    <a:pt x="1550579" y="562336"/>
                    <a:pt x="1545531" y="564146"/>
                    <a:pt x="1541626" y="567479"/>
                  </a:cubicBezTo>
                  <a:lnTo>
                    <a:pt x="1541626" y="567479"/>
                  </a:lnTo>
                  <a:lnTo>
                    <a:pt x="1541626" y="567479"/>
                  </a:lnTo>
                  <a:cubicBezTo>
                    <a:pt x="1540578" y="568337"/>
                    <a:pt x="1539626" y="569384"/>
                    <a:pt x="1538673" y="570527"/>
                  </a:cubicBezTo>
                  <a:cubicBezTo>
                    <a:pt x="1538578" y="570623"/>
                    <a:pt x="1538482" y="570813"/>
                    <a:pt x="1538292" y="570908"/>
                  </a:cubicBezTo>
                  <a:cubicBezTo>
                    <a:pt x="1537435" y="572051"/>
                    <a:pt x="1536578" y="573290"/>
                    <a:pt x="1536006" y="574623"/>
                  </a:cubicBezTo>
                  <a:cubicBezTo>
                    <a:pt x="1534006" y="578909"/>
                    <a:pt x="1533911" y="583291"/>
                    <a:pt x="1535339" y="586910"/>
                  </a:cubicBezTo>
                  <a:cubicBezTo>
                    <a:pt x="1535435" y="587291"/>
                    <a:pt x="1535720" y="587577"/>
                    <a:pt x="1535815" y="587958"/>
                  </a:cubicBezTo>
                  <a:cubicBezTo>
                    <a:pt x="1534101" y="590339"/>
                    <a:pt x="1532291" y="592721"/>
                    <a:pt x="1530672" y="595007"/>
                  </a:cubicBezTo>
                  <a:cubicBezTo>
                    <a:pt x="1515813" y="616438"/>
                    <a:pt x="1505145" y="636440"/>
                    <a:pt x="1498192" y="654252"/>
                  </a:cubicBezTo>
                  <a:cubicBezTo>
                    <a:pt x="1491143" y="672159"/>
                    <a:pt x="1487047" y="688352"/>
                    <a:pt x="1486952" y="701877"/>
                  </a:cubicBezTo>
                  <a:cubicBezTo>
                    <a:pt x="1486952" y="702163"/>
                    <a:pt x="1486952" y="702449"/>
                    <a:pt x="1486952" y="702639"/>
                  </a:cubicBezTo>
                  <a:cubicBezTo>
                    <a:pt x="1482571" y="704354"/>
                    <a:pt x="1478380" y="707497"/>
                    <a:pt x="1475522" y="711593"/>
                  </a:cubicBezTo>
                  <a:cubicBezTo>
                    <a:pt x="1471141" y="717879"/>
                    <a:pt x="1471141" y="724356"/>
                    <a:pt x="1475141" y="727690"/>
                  </a:cubicBezTo>
                  <a:cubicBezTo>
                    <a:pt x="1475237" y="727785"/>
                    <a:pt x="1475332" y="727880"/>
                    <a:pt x="1475427" y="727880"/>
                  </a:cubicBezTo>
                  <a:cubicBezTo>
                    <a:pt x="1476189" y="728452"/>
                    <a:pt x="1477142" y="729023"/>
                    <a:pt x="1478189" y="729404"/>
                  </a:cubicBezTo>
                  <a:cubicBezTo>
                    <a:pt x="1481904" y="730643"/>
                    <a:pt x="1486667" y="729976"/>
                    <a:pt x="1491048" y="727976"/>
                  </a:cubicBezTo>
                  <a:cubicBezTo>
                    <a:pt x="1492286" y="730928"/>
                    <a:pt x="1493620" y="733691"/>
                    <a:pt x="1495334" y="736358"/>
                  </a:cubicBezTo>
                  <a:cubicBezTo>
                    <a:pt x="1501811" y="746549"/>
                    <a:pt x="1512384" y="753407"/>
                    <a:pt x="1525624" y="758075"/>
                  </a:cubicBezTo>
                  <a:cubicBezTo>
                    <a:pt x="1532387" y="760361"/>
                    <a:pt x="1540102" y="761885"/>
                    <a:pt x="1548579" y="762742"/>
                  </a:cubicBezTo>
                  <a:cubicBezTo>
                    <a:pt x="1556866" y="763790"/>
                    <a:pt x="1566010" y="764075"/>
                    <a:pt x="1575916" y="763694"/>
                  </a:cubicBezTo>
                  <a:cubicBezTo>
                    <a:pt x="1593823" y="762932"/>
                    <a:pt x="1614016" y="759980"/>
                    <a:pt x="1635638" y="754836"/>
                  </a:cubicBezTo>
                  <a:cubicBezTo>
                    <a:pt x="1636590" y="756932"/>
                    <a:pt x="1638019" y="758646"/>
                    <a:pt x="1639829" y="759980"/>
                  </a:cubicBezTo>
                  <a:cubicBezTo>
                    <a:pt x="1641448" y="761123"/>
                    <a:pt x="1643353" y="761885"/>
                    <a:pt x="1645353" y="762266"/>
                  </a:cubicBezTo>
                  <a:cubicBezTo>
                    <a:pt x="1648496" y="762932"/>
                    <a:pt x="1651925" y="762742"/>
                    <a:pt x="1655450" y="761694"/>
                  </a:cubicBezTo>
                  <a:cubicBezTo>
                    <a:pt x="1663355" y="759218"/>
                    <a:pt x="1668689" y="752455"/>
                    <a:pt x="1668785" y="745406"/>
                  </a:cubicBezTo>
                  <a:cubicBezTo>
                    <a:pt x="1685263" y="739977"/>
                    <a:pt x="1702408" y="733405"/>
                    <a:pt x="1720124" y="725309"/>
                  </a:cubicBezTo>
                  <a:cubicBezTo>
                    <a:pt x="1726601" y="722356"/>
                    <a:pt x="1732888" y="719117"/>
                    <a:pt x="1739079" y="715688"/>
                  </a:cubicBezTo>
                  <a:cubicBezTo>
                    <a:pt x="1739079" y="715688"/>
                    <a:pt x="1739079" y="715688"/>
                    <a:pt x="1739174" y="715688"/>
                  </a:cubicBezTo>
                  <a:cubicBezTo>
                    <a:pt x="1739174" y="715688"/>
                    <a:pt x="1739174" y="715688"/>
                    <a:pt x="1739174" y="715688"/>
                  </a:cubicBezTo>
                  <a:cubicBezTo>
                    <a:pt x="1741937" y="714164"/>
                    <a:pt x="1744699" y="712640"/>
                    <a:pt x="1747366" y="711116"/>
                  </a:cubicBezTo>
                  <a:cubicBezTo>
                    <a:pt x="1747747" y="711974"/>
                    <a:pt x="1748223" y="712736"/>
                    <a:pt x="1748795" y="713498"/>
                  </a:cubicBezTo>
                  <a:cubicBezTo>
                    <a:pt x="1749461" y="714450"/>
                    <a:pt x="1750319" y="715307"/>
                    <a:pt x="1751176" y="716069"/>
                  </a:cubicBezTo>
                  <a:cubicBezTo>
                    <a:pt x="1756319" y="720641"/>
                    <a:pt x="1763939" y="721784"/>
                    <a:pt x="1770512" y="718927"/>
                  </a:cubicBezTo>
                  <a:cubicBezTo>
                    <a:pt x="1771559" y="718451"/>
                    <a:pt x="1772607" y="717879"/>
                    <a:pt x="1773655" y="717117"/>
                  </a:cubicBezTo>
                  <a:cubicBezTo>
                    <a:pt x="1781656" y="711497"/>
                    <a:pt x="1783370" y="700258"/>
                    <a:pt x="1777560" y="692257"/>
                  </a:cubicBezTo>
                  <a:cubicBezTo>
                    <a:pt x="1777274" y="691781"/>
                    <a:pt x="1776893" y="691495"/>
                    <a:pt x="1776512" y="691114"/>
                  </a:cubicBezTo>
                  <a:cubicBezTo>
                    <a:pt x="1788990" y="681208"/>
                    <a:pt x="1800515" y="670254"/>
                    <a:pt x="1810517" y="658157"/>
                  </a:cubicBezTo>
                  <a:cubicBezTo>
                    <a:pt x="1818327" y="648823"/>
                    <a:pt x="1825185" y="638726"/>
                    <a:pt x="1831471" y="628058"/>
                  </a:cubicBezTo>
                  <a:cubicBezTo>
                    <a:pt x="1831567" y="628154"/>
                    <a:pt x="1831567" y="628249"/>
                    <a:pt x="1831662" y="628344"/>
                  </a:cubicBezTo>
                  <a:cubicBezTo>
                    <a:pt x="1838234" y="636821"/>
                    <a:pt x="1849855" y="638822"/>
                    <a:pt x="1857475" y="632535"/>
                  </a:cubicBezTo>
                  <a:cubicBezTo>
                    <a:pt x="1858427" y="631773"/>
                    <a:pt x="1859285" y="630916"/>
                    <a:pt x="1860046" y="629868"/>
                  </a:cubicBezTo>
                  <a:cubicBezTo>
                    <a:pt x="1861475" y="627963"/>
                    <a:pt x="1862523" y="625772"/>
                    <a:pt x="1863095" y="623296"/>
                  </a:cubicBezTo>
                  <a:cubicBezTo>
                    <a:pt x="1863666" y="620819"/>
                    <a:pt x="1863761" y="618343"/>
                    <a:pt x="1863476" y="615866"/>
                  </a:cubicBezTo>
                  <a:cubicBezTo>
                    <a:pt x="1863190" y="613295"/>
                    <a:pt x="1862332" y="610723"/>
                    <a:pt x="1861094" y="608342"/>
                  </a:cubicBezTo>
                  <a:cubicBezTo>
                    <a:pt x="1860428" y="607103"/>
                    <a:pt x="1859761" y="605960"/>
                    <a:pt x="1858904" y="604817"/>
                  </a:cubicBezTo>
                  <a:cubicBezTo>
                    <a:pt x="1857856" y="603389"/>
                    <a:pt x="1856618" y="602246"/>
                    <a:pt x="1855379" y="601198"/>
                  </a:cubicBezTo>
                  <a:cubicBezTo>
                    <a:pt x="1855284" y="601103"/>
                    <a:pt x="1855284" y="601103"/>
                    <a:pt x="1855189" y="601007"/>
                  </a:cubicBezTo>
                  <a:cubicBezTo>
                    <a:pt x="1854046" y="600055"/>
                    <a:pt x="1852712" y="599293"/>
                    <a:pt x="1851474" y="598721"/>
                  </a:cubicBezTo>
                  <a:cubicBezTo>
                    <a:pt x="1851379" y="598721"/>
                    <a:pt x="1851379" y="598626"/>
                    <a:pt x="1851284" y="598626"/>
                  </a:cubicBezTo>
                  <a:cubicBezTo>
                    <a:pt x="1851284" y="598626"/>
                    <a:pt x="1851284" y="598626"/>
                    <a:pt x="1851284" y="598626"/>
                  </a:cubicBezTo>
                  <a:cubicBezTo>
                    <a:pt x="1849760" y="597959"/>
                    <a:pt x="1848331" y="597483"/>
                    <a:pt x="1846712" y="597197"/>
                  </a:cubicBezTo>
                  <a:cubicBezTo>
                    <a:pt x="1849379" y="590244"/>
                    <a:pt x="1851664" y="583100"/>
                    <a:pt x="1853665" y="575861"/>
                  </a:cubicBezTo>
                  <a:cubicBezTo>
                    <a:pt x="1855379" y="577195"/>
                    <a:pt x="1857189" y="578338"/>
                    <a:pt x="1859189" y="579195"/>
                  </a:cubicBezTo>
                  <a:cubicBezTo>
                    <a:pt x="1860428" y="579671"/>
                    <a:pt x="1861666" y="580052"/>
                    <a:pt x="1862904" y="580243"/>
                  </a:cubicBezTo>
                  <a:cubicBezTo>
                    <a:pt x="1864523" y="580529"/>
                    <a:pt x="1865952" y="580529"/>
                    <a:pt x="1867476" y="580433"/>
                  </a:cubicBezTo>
                  <a:cubicBezTo>
                    <a:pt x="1867667" y="580433"/>
                    <a:pt x="1867762" y="580433"/>
                    <a:pt x="1867952" y="580338"/>
                  </a:cubicBezTo>
                  <a:cubicBezTo>
                    <a:pt x="1873096" y="579767"/>
                    <a:pt x="1877382" y="576909"/>
                    <a:pt x="1879859" y="572432"/>
                  </a:cubicBezTo>
                  <a:cubicBezTo>
                    <a:pt x="1906814" y="595673"/>
                    <a:pt x="1929484" y="626630"/>
                    <a:pt x="1944914" y="663110"/>
                  </a:cubicBezTo>
                  <a:cubicBezTo>
                    <a:pt x="1950629" y="676731"/>
                    <a:pt x="1954820" y="690638"/>
                    <a:pt x="1957868" y="704544"/>
                  </a:cubicBezTo>
                  <a:cubicBezTo>
                    <a:pt x="1953201" y="703973"/>
                    <a:pt x="1948534" y="705401"/>
                    <a:pt x="1944914" y="709021"/>
                  </a:cubicBezTo>
                  <a:cubicBezTo>
                    <a:pt x="1939009" y="715022"/>
                    <a:pt x="1937961" y="724832"/>
                    <a:pt x="1941485" y="733119"/>
                  </a:cubicBezTo>
                  <a:cubicBezTo>
                    <a:pt x="1941580" y="733310"/>
                    <a:pt x="1941676" y="733595"/>
                    <a:pt x="1941771" y="733786"/>
                  </a:cubicBezTo>
                  <a:cubicBezTo>
                    <a:pt x="1942533" y="735310"/>
                    <a:pt x="1943390" y="736834"/>
                    <a:pt x="1944438" y="738263"/>
                  </a:cubicBezTo>
                  <a:cubicBezTo>
                    <a:pt x="1949391" y="744740"/>
                    <a:pt x="1956821" y="747502"/>
                    <a:pt x="1963297" y="745978"/>
                  </a:cubicBezTo>
                  <a:cubicBezTo>
                    <a:pt x="1963869" y="758265"/>
                    <a:pt x="1963488" y="770362"/>
                    <a:pt x="1962250" y="782078"/>
                  </a:cubicBezTo>
                  <a:cubicBezTo>
                    <a:pt x="1962155" y="783221"/>
                    <a:pt x="1961964" y="784459"/>
                    <a:pt x="1961869" y="785602"/>
                  </a:cubicBezTo>
                  <a:cubicBezTo>
                    <a:pt x="1961297" y="790460"/>
                    <a:pt x="1960630" y="795222"/>
                    <a:pt x="1959678" y="799889"/>
                  </a:cubicBezTo>
                  <a:cubicBezTo>
                    <a:pt x="1953772" y="795984"/>
                    <a:pt x="1947867" y="792460"/>
                    <a:pt x="1941771" y="789031"/>
                  </a:cubicBezTo>
                  <a:cubicBezTo>
                    <a:pt x="1944533" y="784364"/>
                    <a:pt x="1945486" y="778268"/>
                    <a:pt x="1943676" y="772076"/>
                  </a:cubicBezTo>
                  <a:cubicBezTo>
                    <a:pt x="1941200" y="762837"/>
                    <a:pt x="1933580" y="757027"/>
                    <a:pt x="1925674" y="756932"/>
                  </a:cubicBezTo>
                  <a:cubicBezTo>
                    <a:pt x="1925579" y="756932"/>
                    <a:pt x="1925388" y="756932"/>
                    <a:pt x="1925293" y="756932"/>
                  </a:cubicBezTo>
                  <a:cubicBezTo>
                    <a:pt x="1923769" y="756932"/>
                    <a:pt x="1922245" y="757122"/>
                    <a:pt x="1920816" y="757598"/>
                  </a:cubicBezTo>
                  <a:cubicBezTo>
                    <a:pt x="1913958" y="759789"/>
                    <a:pt x="1909577" y="766266"/>
                    <a:pt x="1908910" y="773791"/>
                  </a:cubicBezTo>
                  <a:cubicBezTo>
                    <a:pt x="1908719" y="773696"/>
                    <a:pt x="1908529" y="773600"/>
                    <a:pt x="1908338" y="773600"/>
                  </a:cubicBezTo>
                  <a:cubicBezTo>
                    <a:pt x="1890717" y="767123"/>
                    <a:pt x="1871953" y="763313"/>
                    <a:pt x="1853570" y="761599"/>
                  </a:cubicBezTo>
                  <a:cubicBezTo>
                    <a:pt x="1843187" y="760646"/>
                    <a:pt x="1832710" y="760551"/>
                    <a:pt x="1822328" y="761027"/>
                  </a:cubicBezTo>
                  <a:cubicBezTo>
                    <a:pt x="1819565" y="753503"/>
                    <a:pt x="1812136" y="749216"/>
                    <a:pt x="1804611" y="749788"/>
                  </a:cubicBezTo>
                  <a:cubicBezTo>
                    <a:pt x="1804421" y="749788"/>
                    <a:pt x="1804230" y="749788"/>
                    <a:pt x="1804039" y="749788"/>
                  </a:cubicBezTo>
                  <a:cubicBezTo>
                    <a:pt x="1802611" y="749978"/>
                    <a:pt x="1801087" y="750264"/>
                    <a:pt x="1799658" y="750740"/>
                  </a:cubicBezTo>
                  <a:cubicBezTo>
                    <a:pt x="1793276" y="753217"/>
                    <a:pt x="1789276" y="758741"/>
                    <a:pt x="1788323" y="765028"/>
                  </a:cubicBezTo>
                  <a:cubicBezTo>
                    <a:pt x="1773750" y="767790"/>
                    <a:pt x="1759177" y="771791"/>
                    <a:pt x="1744794" y="777029"/>
                  </a:cubicBezTo>
                  <a:lnTo>
                    <a:pt x="1744794" y="777029"/>
                  </a:lnTo>
                  <a:lnTo>
                    <a:pt x="1742508" y="777791"/>
                  </a:lnTo>
                  <a:cubicBezTo>
                    <a:pt x="1726696" y="783697"/>
                    <a:pt x="1712219" y="790174"/>
                    <a:pt x="1698788" y="796937"/>
                  </a:cubicBezTo>
                  <a:cubicBezTo>
                    <a:pt x="1693359" y="793889"/>
                    <a:pt x="1686120" y="794174"/>
                    <a:pt x="1680310" y="797413"/>
                  </a:cubicBezTo>
                  <a:cubicBezTo>
                    <a:pt x="1680119" y="797508"/>
                    <a:pt x="1680024" y="797603"/>
                    <a:pt x="1679834" y="797699"/>
                  </a:cubicBezTo>
                  <a:cubicBezTo>
                    <a:pt x="1678595" y="798461"/>
                    <a:pt x="1677357" y="799318"/>
                    <a:pt x="1676309" y="800270"/>
                  </a:cubicBezTo>
                  <a:cubicBezTo>
                    <a:pt x="1672595" y="803795"/>
                    <a:pt x="1670785" y="808271"/>
                    <a:pt x="1670880" y="812462"/>
                  </a:cubicBezTo>
                  <a:cubicBezTo>
                    <a:pt x="1645544" y="827893"/>
                    <a:pt x="1625541" y="844085"/>
                    <a:pt x="1610777" y="859135"/>
                  </a:cubicBezTo>
                  <a:cubicBezTo>
                    <a:pt x="1597061" y="873041"/>
                    <a:pt x="1587441" y="886281"/>
                    <a:pt x="1582107" y="898664"/>
                  </a:cubicBezTo>
                  <a:cubicBezTo>
                    <a:pt x="1582012" y="898949"/>
                    <a:pt x="1581917" y="899235"/>
                    <a:pt x="1581726" y="899521"/>
                  </a:cubicBezTo>
                  <a:cubicBezTo>
                    <a:pt x="1577059" y="899426"/>
                    <a:pt x="1572011" y="900664"/>
                    <a:pt x="1567724" y="903331"/>
                  </a:cubicBezTo>
                  <a:cubicBezTo>
                    <a:pt x="1562390" y="906760"/>
                    <a:pt x="1559819" y="911237"/>
                    <a:pt x="1560295" y="915332"/>
                  </a:cubicBezTo>
                  <a:lnTo>
                    <a:pt x="1560295" y="915332"/>
                  </a:lnTo>
                  <a:cubicBezTo>
                    <a:pt x="1560295" y="915332"/>
                    <a:pt x="1560295" y="915332"/>
                    <a:pt x="1560295" y="915332"/>
                  </a:cubicBezTo>
                  <a:cubicBezTo>
                    <a:pt x="1560390" y="916285"/>
                    <a:pt x="1560676" y="917142"/>
                    <a:pt x="1561152" y="917999"/>
                  </a:cubicBezTo>
                  <a:cubicBezTo>
                    <a:pt x="1561247" y="918095"/>
                    <a:pt x="1561247" y="918190"/>
                    <a:pt x="1561343" y="918380"/>
                  </a:cubicBezTo>
                  <a:cubicBezTo>
                    <a:pt x="1561819" y="919238"/>
                    <a:pt x="1562486" y="920095"/>
                    <a:pt x="1563343" y="920762"/>
                  </a:cubicBezTo>
                  <a:cubicBezTo>
                    <a:pt x="1566391" y="923333"/>
                    <a:pt x="1570963" y="924476"/>
                    <a:pt x="1575821" y="924286"/>
                  </a:cubicBezTo>
                  <a:cubicBezTo>
                    <a:pt x="1575821" y="927429"/>
                    <a:pt x="1576011" y="930668"/>
                    <a:pt x="1576487" y="933716"/>
                  </a:cubicBezTo>
                  <a:cubicBezTo>
                    <a:pt x="1578583" y="945622"/>
                    <a:pt x="1585727" y="955909"/>
                    <a:pt x="1596109" y="965339"/>
                  </a:cubicBezTo>
                  <a:cubicBezTo>
                    <a:pt x="1601443" y="970006"/>
                    <a:pt x="1607920" y="974387"/>
                    <a:pt x="1615540" y="978483"/>
                  </a:cubicBezTo>
                  <a:cubicBezTo>
                    <a:pt x="1622779" y="982579"/>
                    <a:pt x="1631065" y="986389"/>
                    <a:pt x="1640400" y="989913"/>
                  </a:cubicBezTo>
                  <a:cubicBezTo>
                    <a:pt x="1657069" y="996200"/>
                    <a:pt x="1676976" y="1001153"/>
                    <a:pt x="1698979" y="1004677"/>
                  </a:cubicBezTo>
                  <a:cubicBezTo>
                    <a:pt x="1699264" y="1011821"/>
                    <a:pt x="1705646" y="1017917"/>
                    <a:pt x="1714695" y="1018679"/>
                  </a:cubicBezTo>
                  <a:cubicBezTo>
                    <a:pt x="1715933" y="1018774"/>
                    <a:pt x="1717171" y="1018774"/>
                    <a:pt x="1718314" y="1018679"/>
                  </a:cubicBezTo>
                  <a:cubicBezTo>
                    <a:pt x="1719838" y="1018583"/>
                    <a:pt x="1721172" y="1018202"/>
                    <a:pt x="1722601" y="1017821"/>
                  </a:cubicBezTo>
                  <a:cubicBezTo>
                    <a:pt x="1724125" y="1017345"/>
                    <a:pt x="1725458" y="1016678"/>
                    <a:pt x="1726792" y="1015916"/>
                  </a:cubicBezTo>
                  <a:cubicBezTo>
                    <a:pt x="1728982" y="1014583"/>
                    <a:pt x="1730888" y="1012868"/>
                    <a:pt x="1732316" y="1010773"/>
                  </a:cubicBezTo>
                  <a:cubicBezTo>
                    <a:pt x="1732697" y="1010106"/>
                    <a:pt x="1733078" y="1009439"/>
                    <a:pt x="1733364" y="1008677"/>
                  </a:cubicBezTo>
                  <a:cubicBezTo>
                    <a:pt x="1750700" y="1010011"/>
                    <a:pt x="1768988" y="1010582"/>
                    <a:pt x="1788419" y="1009820"/>
                  </a:cubicBezTo>
                  <a:cubicBezTo>
                    <a:pt x="1795562" y="1009535"/>
                    <a:pt x="1802611" y="1008963"/>
                    <a:pt x="1809659" y="1008201"/>
                  </a:cubicBezTo>
                  <a:cubicBezTo>
                    <a:pt x="1809659" y="1008201"/>
                    <a:pt x="1809755" y="1008201"/>
                    <a:pt x="1809755" y="1008201"/>
                  </a:cubicBezTo>
                  <a:cubicBezTo>
                    <a:pt x="1809755" y="1008201"/>
                    <a:pt x="1809755" y="1008201"/>
                    <a:pt x="1809755" y="1008201"/>
                  </a:cubicBezTo>
                  <a:cubicBezTo>
                    <a:pt x="1812898" y="1007820"/>
                    <a:pt x="1816041" y="1007534"/>
                    <a:pt x="1819089" y="1007058"/>
                  </a:cubicBezTo>
                  <a:cubicBezTo>
                    <a:pt x="1819184" y="1007915"/>
                    <a:pt x="1819184" y="1008868"/>
                    <a:pt x="1819470" y="1009725"/>
                  </a:cubicBezTo>
                  <a:cubicBezTo>
                    <a:pt x="1819470" y="1009725"/>
                    <a:pt x="1819470" y="1009725"/>
                    <a:pt x="1819470" y="1009725"/>
                  </a:cubicBezTo>
                  <a:cubicBezTo>
                    <a:pt x="1820042" y="1012011"/>
                    <a:pt x="1821089" y="1014107"/>
                    <a:pt x="1822423" y="1015916"/>
                  </a:cubicBezTo>
                  <a:cubicBezTo>
                    <a:pt x="1823089" y="1016774"/>
                    <a:pt x="1823852" y="1017631"/>
                    <a:pt x="1824709" y="1018393"/>
                  </a:cubicBezTo>
                  <a:cubicBezTo>
                    <a:pt x="1826423" y="1019917"/>
                    <a:pt x="1828328" y="1021060"/>
                    <a:pt x="1830519" y="1021917"/>
                  </a:cubicBezTo>
                  <a:cubicBezTo>
                    <a:pt x="1833757" y="1023155"/>
                    <a:pt x="1837282" y="1023441"/>
                    <a:pt x="1840901" y="1022679"/>
                  </a:cubicBezTo>
                  <a:cubicBezTo>
                    <a:pt x="1850521" y="1020584"/>
                    <a:pt x="1856427" y="1010868"/>
                    <a:pt x="1854141" y="1001248"/>
                  </a:cubicBezTo>
                  <a:cubicBezTo>
                    <a:pt x="1854046" y="1000772"/>
                    <a:pt x="1853760" y="1000295"/>
                    <a:pt x="1853665" y="999819"/>
                  </a:cubicBezTo>
                  <a:cubicBezTo>
                    <a:pt x="1869000" y="995438"/>
                    <a:pt x="1883764" y="989818"/>
                    <a:pt x="1897575" y="982484"/>
                  </a:cubicBezTo>
                  <a:cubicBezTo>
                    <a:pt x="1908338" y="976864"/>
                    <a:pt x="1918625" y="970196"/>
                    <a:pt x="1928531" y="962767"/>
                  </a:cubicBezTo>
                  <a:cubicBezTo>
                    <a:pt x="1928531" y="962862"/>
                    <a:pt x="1928531" y="962957"/>
                    <a:pt x="1928627" y="963053"/>
                  </a:cubicBezTo>
                  <a:cubicBezTo>
                    <a:pt x="1929293" y="965624"/>
                    <a:pt x="1930436" y="968006"/>
                    <a:pt x="1931960" y="970006"/>
                  </a:cubicBezTo>
                  <a:cubicBezTo>
                    <a:pt x="1933389" y="972006"/>
                    <a:pt x="1935199" y="973625"/>
                    <a:pt x="1937199" y="974959"/>
                  </a:cubicBezTo>
                  <a:cubicBezTo>
                    <a:pt x="1938247" y="975626"/>
                    <a:pt x="1939295" y="976102"/>
                    <a:pt x="1940342" y="976483"/>
                  </a:cubicBezTo>
                  <a:cubicBezTo>
                    <a:pt x="1942533" y="977340"/>
                    <a:pt x="1944819" y="977626"/>
                    <a:pt x="1947200" y="977531"/>
                  </a:cubicBezTo>
                  <a:cubicBezTo>
                    <a:pt x="1948343" y="977435"/>
                    <a:pt x="1949581" y="977245"/>
                    <a:pt x="1950725" y="976864"/>
                  </a:cubicBezTo>
                  <a:cubicBezTo>
                    <a:pt x="1960154" y="974006"/>
                    <a:pt x="1965488" y="962767"/>
                    <a:pt x="1962631" y="951908"/>
                  </a:cubicBezTo>
                  <a:cubicBezTo>
                    <a:pt x="1962250" y="950194"/>
                    <a:pt x="1961583" y="948670"/>
                    <a:pt x="1960821" y="947336"/>
                  </a:cubicBezTo>
                  <a:cubicBezTo>
                    <a:pt x="1960726" y="947241"/>
                    <a:pt x="1960726" y="947146"/>
                    <a:pt x="1960630" y="947051"/>
                  </a:cubicBezTo>
                  <a:cubicBezTo>
                    <a:pt x="1959869" y="945717"/>
                    <a:pt x="1959011" y="944574"/>
                    <a:pt x="1958059" y="943431"/>
                  </a:cubicBezTo>
                  <a:cubicBezTo>
                    <a:pt x="1958059" y="943431"/>
                    <a:pt x="1958059" y="943336"/>
                    <a:pt x="1957963" y="943336"/>
                  </a:cubicBezTo>
                  <a:cubicBezTo>
                    <a:pt x="1957963" y="943336"/>
                    <a:pt x="1957963" y="943336"/>
                    <a:pt x="1957963" y="943336"/>
                  </a:cubicBezTo>
                  <a:cubicBezTo>
                    <a:pt x="1956821" y="942193"/>
                    <a:pt x="1955678" y="941145"/>
                    <a:pt x="1954344" y="940288"/>
                  </a:cubicBezTo>
                  <a:cubicBezTo>
                    <a:pt x="1959488" y="934954"/>
                    <a:pt x="1964345" y="929239"/>
                    <a:pt x="1968917" y="923238"/>
                  </a:cubicBezTo>
                  <a:cubicBezTo>
                    <a:pt x="1970537" y="926286"/>
                    <a:pt x="1972822" y="928953"/>
                    <a:pt x="1975775" y="930858"/>
                  </a:cubicBezTo>
                  <a:cubicBezTo>
                    <a:pt x="1977109" y="931715"/>
                    <a:pt x="1978538" y="932287"/>
                    <a:pt x="1979966" y="932763"/>
                  </a:cubicBezTo>
                  <a:cubicBezTo>
                    <a:pt x="1980157" y="932858"/>
                    <a:pt x="1980252" y="932858"/>
                    <a:pt x="1980443" y="932858"/>
                  </a:cubicBezTo>
                  <a:cubicBezTo>
                    <a:pt x="1985396" y="934287"/>
                    <a:pt x="1990444" y="933335"/>
                    <a:pt x="1994444" y="930096"/>
                  </a:cubicBezTo>
                  <a:cubicBezTo>
                    <a:pt x="2010351" y="961910"/>
                    <a:pt x="2019400" y="999057"/>
                    <a:pt x="2019781" y="1038395"/>
                  </a:cubicBezTo>
                  <a:cubicBezTo>
                    <a:pt x="2019590" y="1053064"/>
                    <a:pt x="2018162" y="1067447"/>
                    <a:pt x="2015685" y="1081448"/>
                  </a:cubicBezTo>
                  <a:cubicBezTo>
                    <a:pt x="2011589" y="1079162"/>
                    <a:pt x="2006636" y="1078686"/>
                    <a:pt x="2002064" y="1080686"/>
                  </a:cubicBezTo>
                  <a:cubicBezTo>
                    <a:pt x="1995968" y="1083353"/>
                    <a:pt x="1991682" y="1089640"/>
                    <a:pt x="1990253" y="1096688"/>
                  </a:cubicBezTo>
                  <a:cubicBezTo>
                    <a:pt x="1990253" y="1096688"/>
                    <a:pt x="1990253" y="1096688"/>
                    <a:pt x="1990253" y="1096688"/>
                  </a:cubicBezTo>
                  <a:cubicBezTo>
                    <a:pt x="1990253" y="1096688"/>
                    <a:pt x="1990253" y="1096688"/>
                    <a:pt x="1990253" y="1096784"/>
                  </a:cubicBezTo>
                  <a:cubicBezTo>
                    <a:pt x="1989968" y="1098308"/>
                    <a:pt x="1989777" y="1099927"/>
                    <a:pt x="1989872" y="1101546"/>
                  </a:cubicBezTo>
                  <a:cubicBezTo>
                    <a:pt x="1989872" y="1101832"/>
                    <a:pt x="1989872" y="1102118"/>
                    <a:pt x="1989872" y="1102308"/>
                  </a:cubicBezTo>
                  <a:cubicBezTo>
                    <a:pt x="1989968" y="1104023"/>
                    <a:pt x="1990158" y="1105737"/>
                    <a:pt x="1990539" y="1107452"/>
                  </a:cubicBezTo>
                  <a:cubicBezTo>
                    <a:pt x="1992635" y="1115357"/>
                    <a:pt x="1998445" y="1120787"/>
                    <a:pt x="2005112" y="1121739"/>
                  </a:cubicBezTo>
                  <a:cubicBezTo>
                    <a:pt x="2001112" y="1132883"/>
                    <a:pt x="1996349" y="1143551"/>
                    <a:pt x="1990920" y="1153553"/>
                  </a:cubicBezTo>
                  <a:cubicBezTo>
                    <a:pt x="1989872" y="1155362"/>
                    <a:pt x="1988825" y="1157267"/>
                    <a:pt x="1987777" y="1159077"/>
                  </a:cubicBezTo>
                  <a:cubicBezTo>
                    <a:pt x="1985586" y="1162792"/>
                    <a:pt x="1983395" y="1166507"/>
                    <a:pt x="1981014" y="1170031"/>
                  </a:cubicBezTo>
                  <a:cubicBezTo>
                    <a:pt x="1977109" y="1164125"/>
                    <a:pt x="1973013" y="1158601"/>
                    <a:pt x="1968727" y="1153267"/>
                  </a:cubicBezTo>
                  <a:cubicBezTo>
                    <a:pt x="1973108" y="1150028"/>
                    <a:pt x="1976347" y="1144694"/>
                    <a:pt x="1977109" y="1138313"/>
                  </a:cubicBezTo>
                  <a:cubicBezTo>
                    <a:pt x="1977966" y="1130693"/>
                    <a:pt x="1974823" y="1123739"/>
                    <a:pt x="1969679" y="1119739"/>
                  </a:cubicBezTo>
                  <a:cubicBezTo>
                    <a:pt x="1969679" y="1119739"/>
                    <a:pt x="1969679" y="1119739"/>
                    <a:pt x="1969679" y="1119739"/>
                  </a:cubicBezTo>
                  <a:cubicBezTo>
                    <a:pt x="1969679" y="1119739"/>
                    <a:pt x="1969679" y="1119739"/>
                    <a:pt x="1969679" y="1119739"/>
                  </a:cubicBezTo>
                  <a:cubicBezTo>
                    <a:pt x="1968536" y="1118882"/>
                    <a:pt x="1967298" y="1118120"/>
                    <a:pt x="1966060" y="1117548"/>
                  </a:cubicBezTo>
                  <a:cubicBezTo>
                    <a:pt x="1965869" y="1117453"/>
                    <a:pt x="1965679" y="1117358"/>
                    <a:pt x="1965488" y="1117262"/>
                  </a:cubicBezTo>
                  <a:cubicBezTo>
                    <a:pt x="1964060" y="1116691"/>
                    <a:pt x="1962631" y="1116310"/>
                    <a:pt x="1961107" y="1116215"/>
                  </a:cubicBezTo>
                  <a:cubicBezTo>
                    <a:pt x="1953868" y="1115643"/>
                    <a:pt x="1947391" y="1119929"/>
                    <a:pt x="1944057" y="1126597"/>
                  </a:cubicBezTo>
                  <a:cubicBezTo>
                    <a:pt x="1943867" y="1126502"/>
                    <a:pt x="1943771" y="1126311"/>
                    <a:pt x="1943676" y="1126216"/>
                  </a:cubicBezTo>
                  <a:cubicBezTo>
                    <a:pt x="1929484" y="1113548"/>
                    <a:pt x="1914053" y="1102880"/>
                    <a:pt x="1897670" y="1094307"/>
                  </a:cubicBezTo>
                  <a:cubicBezTo>
                    <a:pt x="1888526" y="1089449"/>
                    <a:pt x="1878906" y="1085354"/>
                    <a:pt x="1869095" y="1081829"/>
                  </a:cubicBezTo>
                  <a:cubicBezTo>
                    <a:pt x="1869095" y="1075352"/>
                    <a:pt x="1865762" y="1069637"/>
                    <a:pt x="1860618" y="1066399"/>
                  </a:cubicBezTo>
                  <a:cubicBezTo>
                    <a:pt x="1860618" y="1066399"/>
                    <a:pt x="1860618" y="1066399"/>
                    <a:pt x="1860618" y="1066399"/>
                  </a:cubicBezTo>
                  <a:cubicBezTo>
                    <a:pt x="1860618" y="1066399"/>
                    <a:pt x="1860618" y="1066399"/>
                    <a:pt x="1860618" y="1066399"/>
                  </a:cubicBezTo>
                  <a:cubicBezTo>
                    <a:pt x="1859475" y="1065637"/>
                    <a:pt x="1858142" y="1065065"/>
                    <a:pt x="1856808" y="1064589"/>
                  </a:cubicBezTo>
                  <a:cubicBezTo>
                    <a:pt x="1856618" y="1064494"/>
                    <a:pt x="1856427" y="1064494"/>
                    <a:pt x="1856332" y="1064399"/>
                  </a:cubicBezTo>
                  <a:cubicBezTo>
                    <a:pt x="1854903" y="1064018"/>
                    <a:pt x="1853474" y="1063637"/>
                    <a:pt x="1851950" y="1063637"/>
                  </a:cubicBezTo>
                  <a:cubicBezTo>
                    <a:pt x="1845092" y="1063446"/>
                    <a:pt x="1839187" y="1067066"/>
                    <a:pt x="1836044" y="1072495"/>
                  </a:cubicBezTo>
                  <a:cubicBezTo>
                    <a:pt x="1821470" y="1069447"/>
                    <a:pt x="1806421" y="1067637"/>
                    <a:pt x="1791181" y="1066970"/>
                  </a:cubicBezTo>
                  <a:cubicBezTo>
                    <a:pt x="1791181" y="1066970"/>
                    <a:pt x="1791181" y="1066970"/>
                    <a:pt x="1791181" y="1066970"/>
                  </a:cubicBezTo>
                  <a:lnTo>
                    <a:pt x="1788800" y="1066780"/>
                  </a:lnTo>
                  <a:cubicBezTo>
                    <a:pt x="1771845" y="1066113"/>
                    <a:pt x="1756034" y="1066589"/>
                    <a:pt x="1741079" y="1067732"/>
                  </a:cubicBezTo>
                  <a:cubicBezTo>
                    <a:pt x="1737174" y="1062779"/>
                    <a:pt x="1730411" y="1060398"/>
                    <a:pt x="1723839" y="1061160"/>
                  </a:cubicBezTo>
                  <a:cubicBezTo>
                    <a:pt x="1723648" y="1061160"/>
                    <a:pt x="1723458" y="1061160"/>
                    <a:pt x="1723268" y="1061255"/>
                  </a:cubicBezTo>
                  <a:cubicBezTo>
                    <a:pt x="1721839" y="1061446"/>
                    <a:pt x="1720410" y="1061732"/>
                    <a:pt x="1718981" y="1062303"/>
                  </a:cubicBezTo>
                  <a:cubicBezTo>
                    <a:pt x="1714123" y="1064208"/>
                    <a:pt x="1710790" y="1067637"/>
                    <a:pt x="1709456" y="1071638"/>
                  </a:cubicBezTo>
                  <a:cubicBezTo>
                    <a:pt x="1706599" y="1072114"/>
                    <a:pt x="1703646" y="1072495"/>
                    <a:pt x="1700884" y="1072971"/>
                  </a:cubicBezTo>
                  <a:cubicBezTo>
                    <a:pt x="1675262" y="1077638"/>
                    <a:pt x="1653449" y="1084211"/>
                    <a:pt x="1635923" y="1091926"/>
                  </a:cubicBezTo>
                  <a:cubicBezTo>
                    <a:pt x="1617921" y="1099832"/>
                    <a:pt x="1603824" y="1108595"/>
                    <a:pt x="1593728" y="1118215"/>
                  </a:cubicBezTo>
                  <a:cubicBezTo>
                    <a:pt x="1589441" y="1116310"/>
                    <a:pt x="1584203" y="1115643"/>
                    <a:pt x="1579345" y="1116500"/>
                  </a:cubicBezTo>
                  <a:cubicBezTo>
                    <a:pt x="1573344" y="1117643"/>
                    <a:pt x="1569248" y="1120882"/>
                    <a:pt x="1568201" y="1124787"/>
                  </a:cubicBezTo>
                  <a:cubicBezTo>
                    <a:pt x="1568201" y="1124787"/>
                    <a:pt x="1568201" y="1124787"/>
                    <a:pt x="1568201" y="1124787"/>
                  </a:cubicBezTo>
                  <a:cubicBezTo>
                    <a:pt x="1568201" y="1124787"/>
                    <a:pt x="1568201" y="1124882"/>
                    <a:pt x="1568201" y="1124882"/>
                  </a:cubicBezTo>
                  <a:cubicBezTo>
                    <a:pt x="1568010" y="1125740"/>
                    <a:pt x="1567915" y="1126597"/>
                    <a:pt x="1567915" y="1127454"/>
                  </a:cubicBezTo>
                  <a:cubicBezTo>
                    <a:pt x="1567915" y="1127645"/>
                    <a:pt x="1567915" y="1127835"/>
                    <a:pt x="1567915" y="1128026"/>
                  </a:cubicBezTo>
                  <a:cubicBezTo>
                    <a:pt x="1568010" y="1128978"/>
                    <a:pt x="1568296" y="1129931"/>
                    <a:pt x="1568772" y="1130978"/>
                  </a:cubicBezTo>
                  <a:cubicBezTo>
                    <a:pt x="1569153" y="1131740"/>
                    <a:pt x="1569725" y="1132598"/>
                    <a:pt x="1570296" y="1133264"/>
                  </a:cubicBezTo>
                  <a:cubicBezTo>
                    <a:pt x="1572296" y="1135741"/>
                    <a:pt x="1575344" y="1137741"/>
                    <a:pt x="1578869" y="1139075"/>
                  </a:cubicBezTo>
                  <a:cubicBezTo>
                    <a:pt x="1577630" y="1142027"/>
                    <a:pt x="1576678" y="1144980"/>
                    <a:pt x="1576106" y="1148028"/>
                  </a:cubicBezTo>
                  <a:cubicBezTo>
                    <a:pt x="1570963" y="1171460"/>
                    <a:pt x="1584774" y="1196987"/>
                    <a:pt x="1613730" y="1224133"/>
                  </a:cubicBezTo>
                  <a:cubicBezTo>
                    <a:pt x="1626684" y="1236134"/>
                    <a:pt x="1643067" y="1248326"/>
                    <a:pt x="1662117" y="1260042"/>
                  </a:cubicBezTo>
                  <a:cubicBezTo>
                    <a:pt x="1659926" y="1266805"/>
                    <a:pt x="1663451" y="1274806"/>
                    <a:pt x="1671452" y="1278997"/>
                  </a:cubicBezTo>
                  <a:cubicBezTo>
                    <a:pt x="1672499" y="1279568"/>
                    <a:pt x="1673642" y="1280045"/>
                    <a:pt x="1674785" y="1280330"/>
                  </a:cubicBezTo>
                  <a:cubicBezTo>
                    <a:pt x="1677071" y="1281092"/>
                    <a:pt x="1679357" y="1281378"/>
                    <a:pt x="1681643" y="1281283"/>
                  </a:cubicBezTo>
                  <a:cubicBezTo>
                    <a:pt x="1685834" y="1281188"/>
                    <a:pt x="1689739" y="1279664"/>
                    <a:pt x="1692502" y="1276901"/>
                  </a:cubicBezTo>
                  <a:cubicBezTo>
                    <a:pt x="1708028" y="1284807"/>
                    <a:pt x="1724792" y="1292237"/>
                    <a:pt x="1742984" y="1299095"/>
                  </a:cubicBezTo>
                  <a:cubicBezTo>
                    <a:pt x="1752700" y="1302714"/>
                    <a:pt x="1762415" y="1305762"/>
                    <a:pt x="1772226" y="1308239"/>
                  </a:cubicBezTo>
                  <a:cubicBezTo>
                    <a:pt x="1771940" y="1309096"/>
                    <a:pt x="1771655" y="1309953"/>
                    <a:pt x="1771559" y="1310906"/>
                  </a:cubicBezTo>
                  <a:cubicBezTo>
                    <a:pt x="1770035" y="1320240"/>
                    <a:pt x="1776607" y="1329289"/>
                    <a:pt x="1786323" y="1331003"/>
                  </a:cubicBezTo>
                  <a:cubicBezTo>
                    <a:pt x="1787561" y="1331194"/>
                    <a:pt x="1788704" y="1331289"/>
                    <a:pt x="1789943" y="1331289"/>
                  </a:cubicBezTo>
                  <a:cubicBezTo>
                    <a:pt x="1791086" y="1331289"/>
                    <a:pt x="1792324" y="1331099"/>
                    <a:pt x="1793467" y="1330813"/>
                  </a:cubicBezTo>
                  <a:cubicBezTo>
                    <a:pt x="1794610" y="1330527"/>
                    <a:pt x="1795657" y="1330146"/>
                    <a:pt x="1796705" y="1329670"/>
                  </a:cubicBezTo>
                  <a:cubicBezTo>
                    <a:pt x="1798801" y="1328717"/>
                    <a:pt x="1800706" y="1327384"/>
                    <a:pt x="1802325" y="1325669"/>
                  </a:cubicBezTo>
                  <a:cubicBezTo>
                    <a:pt x="1804706" y="1323193"/>
                    <a:pt x="1806326" y="1319954"/>
                    <a:pt x="1806897" y="1316240"/>
                  </a:cubicBezTo>
                  <a:cubicBezTo>
                    <a:pt x="1806992" y="1315668"/>
                    <a:pt x="1806897" y="1315192"/>
                    <a:pt x="1806897" y="1314620"/>
                  </a:cubicBezTo>
                  <a:cubicBezTo>
                    <a:pt x="1822613" y="1316430"/>
                    <a:pt x="1838425" y="1316811"/>
                    <a:pt x="1854141" y="1315382"/>
                  </a:cubicBezTo>
                  <a:cubicBezTo>
                    <a:pt x="1866238" y="1314239"/>
                    <a:pt x="1878430" y="1312144"/>
                    <a:pt x="1890431" y="1309001"/>
                  </a:cubicBezTo>
                  <a:cubicBezTo>
                    <a:pt x="1890431" y="1309096"/>
                    <a:pt x="1890336" y="1309191"/>
                    <a:pt x="1890336" y="1309286"/>
                  </a:cubicBezTo>
                  <a:cubicBezTo>
                    <a:pt x="1888907" y="1319954"/>
                    <a:pt x="1895575" y="1329479"/>
                    <a:pt x="1905481" y="1330432"/>
                  </a:cubicBezTo>
                  <a:cubicBezTo>
                    <a:pt x="1915292" y="1331384"/>
                    <a:pt x="1924817" y="1323098"/>
                    <a:pt x="1926150" y="1311953"/>
                  </a:cubicBezTo>
                  <a:cubicBezTo>
                    <a:pt x="1926340" y="1310239"/>
                    <a:pt x="1926245" y="1308620"/>
                    <a:pt x="1926055" y="1307000"/>
                  </a:cubicBezTo>
                  <a:cubicBezTo>
                    <a:pt x="1926055" y="1306810"/>
                    <a:pt x="1925960" y="1306619"/>
                    <a:pt x="1925960" y="1306429"/>
                  </a:cubicBezTo>
                  <a:cubicBezTo>
                    <a:pt x="1925769" y="1304905"/>
                    <a:pt x="1925388" y="1303476"/>
                    <a:pt x="1924817" y="1302047"/>
                  </a:cubicBezTo>
                  <a:cubicBezTo>
                    <a:pt x="1924817" y="1302047"/>
                    <a:pt x="1924817" y="1302047"/>
                    <a:pt x="1924817" y="1302047"/>
                  </a:cubicBezTo>
                  <a:cubicBezTo>
                    <a:pt x="1924817" y="1302047"/>
                    <a:pt x="1924817" y="1302047"/>
                    <a:pt x="1924817" y="1302047"/>
                  </a:cubicBezTo>
                  <a:cubicBezTo>
                    <a:pt x="1924245" y="1300524"/>
                    <a:pt x="1923483" y="1299095"/>
                    <a:pt x="1922626" y="1297857"/>
                  </a:cubicBezTo>
                  <a:cubicBezTo>
                    <a:pt x="1929388" y="1294904"/>
                    <a:pt x="1936151" y="1291379"/>
                    <a:pt x="1942819" y="1287665"/>
                  </a:cubicBezTo>
                  <a:cubicBezTo>
                    <a:pt x="1943009" y="1289760"/>
                    <a:pt x="1943486" y="1291856"/>
                    <a:pt x="1944247" y="1293856"/>
                  </a:cubicBezTo>
                  <a:cubicBezTo>
                    <a:pt x="1944724" y="1294999"/>
                    <a:pt x="1945390" y="1296142"/>
                    <a:pt x="1946153" y="1297285"/>
                  </a:cubicBezTo>
                  <a:cubicBezTo>
                    <a:pt x="1946153" y="1297285"/>
                    <a:pt x="1946153" y="1297285"/>
                    <a:pt x="1946153" y="1297285"/>
                  </a:cubicBezTo>
                  <a:cubicBezTo>
                    <a:pt x="1947010" y="1298618"/>
                    <a:pt x="1948153" y="1299666"/>
                    <a:pt x="1949201" y="1300619"/>
                  </a:cubicBezTo>
                  <a:cubicBezTo>
                    <a:pt x="1949296" y="1300714"/>
                    <a:pt x="1949486" y="1300809"/>
                    <a:pt x="1949581" y="1300904"/>
                  </a:cubicBezTo>
                  <a:cubicBezTo>
                    <a:pt x="1953582" y="1304143"/>
                    <a:pt x="1958630" y="1305095"/>
                    <a:pt x="1963583" y="1303762"/>
                  </a:cubicBezTo>
                  <a:cubicBezTo>
                    <a:pt x="1966060" y="1339290"/>
                    <a:pt x="1960821" y="1377390"/>
                    <a:pt x="1945486" y="1413871"/>
                  </a:cubicBezTo>
                  <a:cubicBezTo>
                    <a:pt x="1939009" y="1427968"/>
                    <a:pt x="1932151" y="1440732"/>
                    <a:pt x="1924531" y="1452733"/>
                  </a:cubicBezTo>
                  <a:close/>
                </a:path>
              </a:pathLst>
            </a:custGeom>
            <a:solidFill>
              <a:srgbClr val="333333">
                <a:alpha val="20000"/>
              </a:srgbClr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11863" name="Graphique 5">
              <a:extLst>
                <a:ext uri="{FF2B5EF4-FFF2-40B4-BE49-F238E27FC236}">
                  <a16:creationId xmlns:a16="http://schemas.microsoft.com/office/drawing/2014/main" id="{B9D07F48-FA05-46C7-82C9-F6987A501747}"/>
                </a:ext>
              </a:extLst>
            </p:cNvPr>
            <p:cNvGrpSpPr/>
            <p:nvPr/>
          </p:nvGrpSpPr>
          <p:grpSpPr>
            <a:xfrm>
              <a:off x="2162054" y="2478146"/>
              <a:ext cx="2078649" cy="2078649"/>
              <a:chOff x="2162054" y="2478146"/>
              <a:chExt cx="2078649" cy="2078649"/>
            </a:xfrm>
            <a:solidFill>
              <a:schemeClr val="accent1"/>
            </a:solidFill>
          </p:grpSpPr>
          <p:grpSp>
            <p:nvGrpSpPr>
              <p:cNvPr id="11864" name="Graphique 5">
                <a:extLst>
                  <a:ext uri="{FF2B5EF4-FFF2-40B4-BE49-F238E27FC236}">
                    <a16:creationId xmlns:a16="http://schemas.microsoft.com/office/drawing/2014/main" id="{BDB4D08D-0127-4F18-801E-D6E7CDD7BCA8}"/>
                  </a:ext>
                </a:extLst>
              </p:cNvPr>
              <p:cNvGrpSpPr/>
              <p:nvPr/>
            </p:nvGrpSpPr>
            <p:grpSpPr>
              <a:xfrm>
                <a:off x="3729906" y="3517423"/>
                <a:ext cx="510796" cy="397287"/>
                <a:chOff x="3729906" y="3517423"/>
                <a:chExt cx="510796" cy="397287"/>
              </a:xfrm>
              <a:solidFill>
                <a:schemeClr val="accent1"/>
              </a:solidFill>
            </p:grpSpPr>
            <p:sp>
              <p:nvSpPr>
                <p:cNvPr id="11865" name="Forme libre : forme 11864">
                  <a:extLst>
                    <a:ext uri="{FF2B5EF4-FFF2-40B4-BE49-F238E27FC236}">
                      <a16:creationId xmlns:a16="http://schemas.microsoft.com/office/drawing/2014/main" id="{B1652744-0014-4878-989A-4331BCED3CFC}"/>
                    </a:ext>
                  </a:extLst>
                </p:cNvPr>
                <p:cNvSpPr/>
                <p:nvPr/>
              </p:nvSpPr>
              <p:spPr>
                <a:xfrm>
                  <a:off x="3737198" y="3517423"/>
                  <a:ext cx="502071" cy="397287"/>
                </a:xfrm>
                <a:custGeom>
                  <a:avLst/>
                  <a:gdLst>
                    <a:gd name="connsiteX0" fmla="*/ 444922 w 502071"/>
                    <a:gd name="connsiteY0" fmla="*/ 0 h 397287"/>
                    <a:gd name="connsiteX1" fmla="*/ 406060 w 502071"/>
                    <a:gd name="connsiteY1" fmla="*/ 131731 h 397287"/>
                    <a:gd name="connsiteX2" fmla="*/ 368722 w 502071"/>
                    <a:gd name="connsiteY2" fmla="*/ 87821 h 397287"/>
                    <a:gd name="connsiteX3" fmla="*/ 322716 w 502071"/>
                    <a:gd name="connsiteY3" fmla="*/ 55912 h 397287"/>
                    <a:gd name="connsiteX4" fmla="*/ 213655 w 502071"/>
                    <a:gd name="connsiteY4" fmla="*/ 28480 h 397287"/>
                    <a:gd name="connsiteX5" fmla="*/ 125834 w 502071"/>
                    <a:gd name="connsiteY5" fmla="*/ 34576 h 397287"/>
                    <a:gd name="connsiteX6" fmla="*/ 60874 w 502071"/>
                    <a:gd name="connsiteY6" fmla="*/ 53531 h 397287"/>
                    <a:gd name="connsiteX7" fmla="*/ 1057 w 502071"/>
                    <a:gd name="connsiteY7" fmla="*/ 109538 h 397287"/>
                    <a:gd name="connsiteX8" fmla="*/ 38680 w 502071"/>
                    <a:gd name="connsiteY8" fmla="*/ 185642 h 397287"/>
                    <a:gd name="connsiteX9" fmla="*/ 167935 w 502071"/>
                    <a:gd name="connsiteY9" fmla="*/ 260604 h 397287"/>
                    <a:gd name="connsiteX10" fmla="*/ 278996 w 502071"/>
                    <a:gd name="connsiteY10" fmla="*/ 276892 h 397287"/>
                    <a:gd name="connsiteX11" fmla="*/ 333765 w 502071"/>
                    <a:gd name="connsiteY11" fmla="*/ 264890 h 397287"/>
                    <a:gd name="connsiteX12" fmla="*/ 385200 w 502071"/>
                    <a:gd name="connsiteY12" fmla="*/ 238506 h 397287"/>
                    <a:gd name="connsiteX13" fmla="*/ 370341 w 502071"/>
                    <a:gd name="connsiteY13" fmla="*/ 375380 h 397287"/>
                    <a:gd name="connsiteX14" fmla="*/ 423109 w 502071"/>
                    <a:gd name="connsiteY14" fmla="*/ 397288 h 397287"/>
                    <a:gd name="connsiteX15" fmla="*/ 434920 w 502071"/>
                    <a:gd name="connsiteY15" fmla="*/ 192881 h 397287"/>
                    <a:gd name="connsiteX16" fmla="*/ 502072 w 502071"/>
                    <a:gd name="connsiteY16" fmla="*/ 0 h 397287"/>
                    <a:gd name="connsiteX17" fmla="*/ 444922 w 502071"/>
                    <a:gd name="connsiteY17" fmla="*/ 0 h 397287"/>
                    <a:gd name="connsiteX18" fmla="*/ 184318 w 502071"/>
                    <a:gd name="connsiteY18" fmla="*/ 210407 h 397287"/>
                    <a:gd name="connsiteX19" fmla="*/ 78209 w 502071"/>
                    <a:gd name="connsiteY19" fmla="*/ 158782 h 397287"/>
                    <a:gd name="connsiteX20" fmla="*/ 57064 w 502071"/>
                    <a:gd name="connsiteY20" fmla="*/ 120967 h 397287"/>
                    <a:gd name="connsiteX21" fmla="*/ 97831 w 502071"/>
                    <a:gd name="connsiteY21" fmla="*/ 89725 h 397287"/>
                    <a:gd name="connsiteX22" fmla="*/ 210035 w 502071"/>
                    <a:gd name="connsiteY22" fmla="*/ 81343 h 397287"/>
                    <a:gd name="connsiteX23" fmla="*/ 298999 w 502071"/>
                    <a:gd name="connsiteY23" fmla="*/ 110966 h 397287"/>
                    <a:gd name="connsiteX24" fmla="*/ 363388 w 502071"/>
                    <a:gd name="connsiteY24" fmla="*/ 178784 h 397287"/>
                    <a:gd name="connsiteX25" fmla="*/ 322525 w 502071"/>
                    <a:gd name="connsiteY25" fmla="*/ 203549 h 397287"/>
                    <a:gd name="connsiteX26" fmla="*/ 278044 w 502071"/>
                    <a:gd name="connsiteY26" fmla="*/ 216980 h 397287"/>
                    <a:gd name="connsiteX27" fmla="*/ 184318 w 502071"/>
                    <a:gd name="connsiteY27" fmla="*/ 210407 h 397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02071" h="397287">
                      <a:moveTo>
                        <a:pt x="444922" y="0"/>
                      </a:moveTo>
                      <a:cubicBezTo>
                        <a:pt x="444350" y="49435"/>
                        <a:pt x="430444" y="95631"/>
                        <a:pt x="406060" y="131731"/>
                      </a:cubicBezTo>
                      <a:cubicBezTo>
                        <a:pt x="395011" y="115157"/>
                        <a:pt x="382914" y="100584"/>
                        <a:pt x="368722" y="87821"/>
                      </a:cubicBezTo>
                      <a:cubicBezTo>
                        <a:pt x="354529" y="75152"/>
                        <a:pt x="339099" y="64484"/>
                        <a:pt x="322716" y="55912"/>
                      </a:cubicBezTo>
                      <a:cubicBezTo>
                        <a:pt x="290140" y="38767"/>
                        <a:pt x="252612" y="29908"/>
                        <a:pt x="213655" y="28480"/>
                      </a:cubicBezTo>
                      <a:cubicBezTo>
                        <a:pt x="180412" y="27242"/>
                        <a:pt x="151171" y="29908"/>
                        <a:pt x="125834" y="34576"/>
                      </a:cubicBezTo>
                      <a:cubicBezTo>
                        <a:pt x="100212" y="39243"/>
                        <a:pt x="78399" y="45815"/>
                        <a:pt x="60874" y="53531"/>
                      </a:cubicBezTo>
                      <a:cubicBezTo>
                        <a:pt x="25536" y="68961"/>
                        <a:pt x="5057" y="87916"/>
                        <a:pt x="1057" y="109538"/>
                      </a:cubicBezTo>
                      <a:cubicBezTo>
                        <a:pt x="-4087" y="132969"/>
                        <a:pt x="9724" y="158496"/>
                        <a:pt x="38680" y="185642"/>
                      </a:cubicBezTo>
                      <a:cubicBezTo>
                        <a:pt x="67350" y="212217"/>
                        <a:pt x="111737" y="239649"/>
                        <a:pt x="167935" y="260604"/>
                      </a:cubicBezTo>
                      <a:cubicBezTo>
                        <a:pt x="204701" y="274225"/>
                        <a:pt x="242039" y="280225"/>
                        <a:pt x="278996" y="276892"/>
                      </a:cubicBezTo>
                      <a:cubicBezTo>
                        <a:pt x="297379" y="275177"/>
                        <a:pt x="316144" y="271367"/>
                        <a:pt x="333765" y="264890"/>
                      </a:cubicBezTo>
                      <a:cubicBezTo>
                        <a:pt x="351386" y="258413"/>
                        <a:pt x="368626" y="249650"/>
                        <a:pt x="385200" y="238506"/>
                      </a:cubicBezTo>
                      <a:cubicBezTo>
                        <a:pt x="393201" y="280988"/>
                        <a:pt x="389581" y="329565"/>
                        <a:pt x="370341" y="375380"/>
                      </a:cubicBezTo>
                      <a:lnTo>
                        <a:pt x="423109" y="397288"/>
                      </a:lnTo>
                      <a:cubicBezTo>
                        <a:pt x="452161" y="327469"/>
                        <a:pt x="453970" y="253270"/>
                        <a:pt x="434920" y="192881"/>
                      </a:cubicBezTo>
                      <a:cubicBezTo>
                        <a:pt x="475878" y="144399"/>
                        <a:pt x="502072" y="75152"/>
                        <a:pt x="502072" y="0"/>
                      </a:cubicBezTo>
                      <a:lnTo>
                        <a:pt x="444922" y="0"/>
                      </a:lnTo>
                      <a:close/>
                      <a:moveTo>
                        <a:pt x="184318" y="210407"/>
                      </a:moveTo>
                      <a:cubicBezTo>
                        <a:pt x="124405" y="192596"/>
                        <a:pt x="93735" y="171926"/>
                        <a:pt x="78209" y="158782"/>
                      </a:cubicBezTo>
                      <a:cubicBezTo>
                        <a:pt x="62016" y="145066"/>
                        <a:pt x="54492" y="132112"/>
                        <a:pt x="57064" y="120967"/>
                      </a:cubicBezTo>
                      <a:cubicBezTo>
                        <a:pt x="58778" y="109538"/>
                        <a:pt x="73066" y="98108"/>
                        <a:pt x="97831" y="89725"/>
                      </a:cubicBezTo>
                      <a:cubicBezTo>
                        <a:pt x="122786" y="81534"/>
                        <a:pt x="160219" y="76105"/>
                        <a:pt x="210035" y="81343"/>
                      </a:cubicBezTo>
                      <a:cubicBezTo>
                        <a:pt x="242515" y="84773"/>
                        <a:pt x="272710" y="94583"/>
                        <a:pt x="298999" y="110966"/>
                      </a:cubicBezTo>
                      <a:cubicBezTo>
                        <a:pt x="325669" y="127349"/>
                        <a:pt x="347290" y="150305"/>
                        <a:pt x="363388" y="178784"/>
                      </a:cubicBezTo>
                      <a:cubicBezTo>
                        <a:pt x="350815" y="188976"/>
                        <a:pt x="336718" y="197167"/>
                        <a:pt x="322525" y="203549"/>
                      </a:cubicBezTo>
                      <a:cubicBezTo>
                        <a:pt x="308238" y="209931"/>
                        <a:pt x="293569" y="214503"/>
                        <a:pt x="278044" y="216980"/>
                      </a:cubicBezTo>
                      <a:cubicBezTo>
                        <a:pt x="247373" y="222123"/>
                        <a:pt x="215655" y="219551"/>
                        <a:pt x="184318" y="210407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66" name="Forme libre : forme 11865">
                  <a:extLst>
                    <a:ext uri="{FF2B5EF4-FFF2-40B4-BE49-F238E27FC236}">
                      <a16:creationId xmlns:a16="http://schemas.microsoft.com/office/drawing/2014/main" id="{DAA7D612-F37F-4416-B2A7-AE19D2CDA8FD}"/>
                    </a:ext>
                  </a:extLst>
                </p:cNvPr>
                <p:cNvSpPr/>
                <p:nvPr/>
              </p:nvSpPr>
              <p:spPr>
                <a:xfrm>
                  <a:off x="3737389" y="3545696"/>
                  <a:ext cx="216035" cy="239094"/>
                </a:xfrm>
                <a:custGeom>
                  <a:avLst/>
                  <a:gdLst>
                    <a:gd name="connsiteX0" fmla="*/ 65065 w 216035"/>
                    <a:gd name="connsiteY0" fmla="*/ 165371 h 239094"/>
                    <a:gd name="connsiteX1" fmla="*/ 33822 w 216035"/>
                    <a:gd name="connsiteY1" fmla="*/ 124604 h 239094"/>
                    <a:gd name="connsiteX2" fmla="*/ 28108 w 216035"/>
                    <a:gd name="connsiteY2" fmla="*/ 86313 h 239094"/>
                    <a:gd name="connsiteX3" fmla="*/ 44681 w 216035"/>
                    <a:gd name="connsiteY3" fmla="*/ 56309 h 239094"/>
                    <a:gd name="connsiteX4" fmla="*/ 81638 w 216035"/>
                    <a:gd name="connsiteY4" fmla="*/ 30401 h 239094"/>
                    <a:gd name="connsiteX5" fmla="*/ 138788 w 216035"/>
                    <a:gd name="connsiteY5" fmla="*/ 10304 h 239094"/>
                    <a:gd name="connsiteX6" fmla="*/ 216036 w 216035"/>
                    <a:gd name="connsiteY6" fmla="*/ 493 h 239094"/>
                    <a:gd name="connsiteX7" fmla="*/ 213654 w 216035"/>
                    <a:gd name="connsiteY7" fmla="*/ 302 h 239094"/>
                    <a:gd name="connsiteX8" fmla="*/ 125834 w 216035"/>
                    <a:gd name="connsiteY8" fmla="*/ 6398 h 239094"/>
                    <a:gd name="connsiteX9" fmla="*/ 60874 w 216035"/>
                    <a:gd name="connsiteY9" fmla="*/ 25353 h 239094"/>
                    <a:gd name="connsiteX10" fmla="*/ 1057 w 216035"/>
                    <a:gd name="connsiteY10" fmla="*/ 81360 h 239094"/>
                    <a:gd name="connsiteX11" fmla="*/ 38680 w 216035"/>
                    <a:gd name="connsiteY11" fmla="*/ 157465 h 239094"/>
                    <a:gd name="connsiteX12" fmla="*/ 167934 w 216035"/>
                    <a:gd name="connsiteY12" fmla="*/ 232427 h 239094"/>
                    <a:gd name="connsiteX13" fmla="*/ 188223 w 216035"/>
                    <a:gd name="connsiteY13" fmla="*/ 239094 h 239094"/>
                    <a:gd name="connsiteX14" fmla="*/ 65065 w 216035"/>
                    <a:gd name="connsiteY14" fmla="*/ 165371 h 239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16035" h="239094">
                      <a:moveTo>
                        <a:pt x="65065" y="165371"/>
                      </a:moveTo>
                      <a:cubicBezTo>
                        <a:pt x="50967" y="151559"/>
                        <a:pt x="39728" y="137653"/>
                        <a:pt x="33822" y="124604"/>
                      </a:cubicBezTo>
                      <a:cubicBezTo>
                        <a:pt x="27726" y="111459"/>
                        <a:pt x="25155" y="98600"/>
                        <a:pt x="28108" y="86313"/>
                      </a:cubicBezTo>
                      <a:cubicBezTo>
                        <a:pt x="29727" y="75550"/>
                        <a:pt x="35918" y="65739"/>
                        <a:pt x="44681" y="56309"/>
                      </a:cubicBezTo>
                      <a:cubicBezTo>
                        <a:pt x="53253" y="46880"/>
                        <a:pt x="66208" y="38307"/>
                        <a:pt x="81638" y="30401"/>
                      </a:cubicBezTo>
                      <a:cubicBezTo>
                        <a:pt x="97068" y="22591"/>
                        <a:pt x="116214" y="15638"/>
                        <a:pt x="138788" y="10304"/>
                      </a:cubicBezTo>
                      <a:cubicBezTo>
                        <a:pt x="161362" y="4970"/>
                        <a:pt x="186794" y="1255"/>
                        <a:pt x="216036" y="493"/>
                      </a:cubicBezTo>
                      <a:lnTo>
                        <a:pt x="213654" y="302"/>
                      </a:lnTo>
                      <a:cubicBezTo>
                        <a:pt x="180412" y="-936"/>
                        <a:pt x="151170" y="1731"/>
                        <a:pt x="125834" y="6398"/>
                      </a:cubicBezTo>
                      <a:cubicBezTo>
                        <a:pt x="100212" y="11066"/>
                        <a:pt x="78400" y="17638"/>
                        <a:pt x="60874" y="25353"/>
                      </a:cubicBezTo>
                      <a:cubicBezTo>
                        <a:pt x="25536" y="40784"/>
                        <a:pt x="5057" y="59739"/>
                        <a:pt x="1057" y="81360"/>
                      </a:cubicBezTo>
                      <a:cubicBezTo>
                        <a:pt x="-4087" y="104792"/>
                        <a:pt x="9724" y="130319"/>
                        <a:pt x="38680" y="157465"/>
                      </a:cubicBezTo>
                      <a:cubicBezTo>
                        <a:pt x="67350" y="184040"/>
                        <a:pt x="111737" y="211472"/>
                        <a:pt x="167934" y="232427"/>
                      </a:cubicBezTo>
                      <a:cubicBezTo>
                        <a:pt x="174697" y="234903"/>
                        <a:pt x="181460" y="237094"/>
                        <a:pt x="188223" y="239094"/>
                      </a:cubicBezTo>
                      <a:cubicBezTo>
                        <a:pt x="134692" y="218330"/>
                        <a:pt x="92401" y="191660"/>
                        <a:pt x="65065" y="165371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67" name="Forme libre : forme 11866">
                  <a:extLst>
                    <a:ext uri="{FF2B5EF4-FFF2-40B4-BE49-F238E27FC236}">
                      <a16:creationId xmlns:a16="http://schemas.microsoft.com/office/drawing/2014/main" id="{18344ABD-0811-4800-A1DE-5FFF90F3B029}"/>
                    </a:ext>
                  </a:extLst>
                </p:cNvPr>
                <p:cNvSpPr/>
                <p:nvPr/>
              </p:nvSpPr>
              <p:spPr>
                <a:xfrm>
                  <a:off x="4041341" y="3578384"/>
                  <a:ext cx="136006" cy="247554"/>
                </a:xfrm>
                <a:custGeom>
                  <a:avLst/>
                  <a:gdLst>
                    <a:gd name="connsiteX0" fmla="*/ 135446 w 136006"/>
                    <a:gd name="connsiteY0" fmla="*/ 247555 h 247554"/>
                    <a:gd name="connsiteX1" fmla="*/ 135922 w 136006"/>
                    <a:gd name="connsiteY1" fmla="*/ 239363 h 247554"/>
                    <a:gd name="connsiteX2" fmla="*/ 135731 w 136006"/>
                    <a:gd name="connsiteY2" fmla="*/ 217075 h 247554"/>
                    <a:gd name="connsiteX3" fmla="*/ 132779 w 136006"/>
                    <a:gd name="connsiteY3" fmla="*/ 184309 h 247554"/>
                    <a:gd name="connsiteX4" fmla="*/ 124015 w 136006"/>
                    <a:gd name="connsiteY4" fmla="*/ 144780 h 247554"/>
                    <a:gd name="connsiteX5" fmla="*/ 107537 w 136006"/>
                    <a:gd name="connsiteY5" fmla="*/ 102584 h 247554"/>
                    <a:gd name="connsiteX6" fmla="*/ 96203 w 136006"/>
                    <a:gd name="connsiteY6" fmla="*/ 81820 h 247554"/>
                    <a:gd name="connsiteX7" fmla="*/ 82010 w 136006"/>
                    <a:gd name="connsiteY7" fmla="*/ 61913 h 247554"/>
                    <a:gd name="connsiteX8" fmla="*/ 46482 w 136006"/>
                    <a:gd name="connsiteY8" fmla="*/ 26670 h 247554"/>
                    <a:gd name="connsiteX9" fmla="*/ 0 w 136006"/>
                    <a:gd name="connsiteY9" fmla="*/ 0 h 247554"/>
                    <a:gd name="connsiteX10" fmla="*/ 19145 w 136006"/>
                    <a:gd name="connsiteY10" fmla="*/ 11430 h 247554"/>
                    <a:gd name="connsiteX11" fmla="*/ 63722 w 136006"/>
                    <a:gd name="connsiteY11" fmla="*/ 50578 h 247554"/>
                    <a:gd name="connsiteX12" fmla="*/ 89059 w 136006"/>
                    <a:gd name="connsiteY12" fmla="*/ 83534 h 247554"/>
                    <a:gd name="connsiteX13" fmla="*/ 111728 w 136006"/>
                    <a:gd name="connsiteY13" fmla="*/ 126873 h 247554"/>
                    <a:gd name="connsiteX14" fmla="*/ 128588 w 136006"/>
                    <a:gd name="connsiteY14" fmla="*/ 181451 h 247554"/>
                    <a:gd name="connsiteX15" fmla="*/ 135446 w 136006"/>
                    <a:gd name="connsiteY15" fmla="*/ 247555 h 247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36006" h="247554">
                      <a:moveTo>
                        <a:pt x="135446" y="247555"/>
                      </a:moveTo>
                      <a:cubicBezTo>
                        <a:pt x="135446" y="247555"/>
                        <a:pt x="135922" y="244697"/>
                        <a:pt x="135922" y="239363"/>
                      </a:cubicBezTo>
                      <a:cubicBezTo>
                        <a:pt x="136017" y="234124"/>
                        <a:pt x="136112" y="226409"/>
                        <a:pt x="135731" y="217075"/>
                      </a:cubicBezTo>
                      <a:cubicBezTo>
                        <a:pt x="135255" y="207645"/>
                        <a:pt x="134779" y="196596"/>
                        <a:pt x="132779" y="184309"/>
                      </a:cubicBezTo>
                      <a:cubicBezTo>
                        <a:pt x="130778" y="172021"/>
                        <a:pt x="127921" y="158591"/>
                        <a:pt x="124015" y="144780"/>
                      </a:cubicBezTo>
                      <a:cubicBezTo>
                        <a:pt x="120205" y="130969"/>
                        <a:pt x="114300" y="116586"/>
                        <a:pt x="107537" y="102584"/>
                      </a:cubicBezTo>
                      <a:cubicBezTo>
                        <a:pt x="104108" y="95536"/>
                        <a:pt x="100394" y="88678"/>
                        <a:pt x="96203" y="81820"/>
                      </a:cubicBezTo>
                      <a:cubicBezTo>
                        <a:pt x="91821" y="74962"/>
                        <a:pt x="87058" y="68294"/>
                        <a:pt x="82010" y="61913"/>
                      </a:cubicBezTo>
                      <a:cubicBezTo>
                        <a:pt x="71723" y="49054"/>
                        <a:pt x="60198" y="37147"/>
                        <a:pt x="46482" y="26670"/>
                      </a:cubicBezTo>
                      <a:cubicBezTo>
                        <a:pt x="32671" y="16192"/>
                        <a:pt x="17240" y="7144"/>
                        <a:pt x="0" y="0"/>
                      </a:cubicBezTo>
                      <a:cubicBezTo>
                        <a:pt x="0" y="0"/>
                        <a:pt x="7429" y="3429"/>
                        <a:pt x="19145" y="11430"/>
                      </a:cubicBezTo>
                      <a:cubicBezTo>
                        <a:pt x="30956" y="19431"/>
                        <a:pt x="47149" y="31909"/>
                        <a:pt x="63722" y="50578"/>
                      </a:cubicBezTo>
                      <a:cubicBezTo>
                        <a:pt x="72009" y="59912"/>
                        <a:pt x="80772" y="70866"/>
                        <a:pt x="89059" y="83534"/>
                      </a:cubicBezTo>
                      <a:cubicBezTo>
                        <a:pt x="96964" y="96107"/>
                        <a:pt x="104680" y="110490"/>
                        <a:pt x="111728" y="126873"/>
                      </a:cubicBezTo>
                      <a:cubicBezTo>
                        <a:pt x="118777" y="143161"/>
                        <a:pt x="124015" y="161258"/>
                        <a:pt x="128588" y="181451"/>
                      </a:cubicBezTo>
                      <a:cubicBezTo>
                        <a:pt x="132779" y="201644"/>
                        <a:pt x="135064" y="223647"/>
                        <a:pt x="135446" y="2475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68" name="Forme libre : forme 11867">
                  <a:extLst>
                    <a:ext uri="{FF2B5EF4-FFF2-40B4-BE49-F238E27FC236}">
                      <a16:creationId xmlns:a16="http://schemas.microsoft.com/office/drawing/2014/main" id="{37632AA9-B0DB-4C43-8762-D43E1AF8D1E1}"/>
                    </a:ext>
                  </a:extLst>
                </p:cNvPr>
                <p:cNvSpPr/>
                <p:nvPr/>
              </p:nvSpPr>
              <p:spPr>
                <a:xfrm>
                  <a:off x="3885797" y="3696208"/>
                  <a:ext cx="236505" cy="64607"/>
                </a:xfrm>
                <a:custGeom>
                  <a:avLst/>
                  <a:gdLst>
                    <a:gd name="connsiteX0" fmla="*/ 236506 w 236505"/>
                    <a:gd name="connsiteY0" fmla="*/ 59817 h 64607"/>
                    <a:gd name="connsiteX1" fmla="*/ 230600 w 236505"/>
                    <a:gd name="connsiteY1" fmla="*/ 36290 h 64607"/>
                    <a:gd name="connsiteX2" fmla="*/ 214789 w 236505"/>
                    <a:gd name="connsiteY2" fmla="*/ 0 h 64607"/>
                    <a:gd name="connsiteX3" fmla="*/ 198787 w 236505"/>
                    <a:gd name="connsiteY3" fmla="*/ 12097 h 64607"/>
                    <a:gd name="connsiteX4" fmla="*/ 153829 w 236505"/>
                    <a:gd name="connsiteY4" fmla="*/ 33242 h 64607"/>
                    <a:gd name="connsiteX5" fmla="*/ 85344 w 236505"/>
                    <a:gd name="connsiteY5" fmla="*/ 41148 h 64607"/>
                    <a:gd name="connsiteX6" fmla="*/ 0 w 236505"/>
                    <a:gd name="connsiteY6" fmla="*/ 19526 h 64607"/>
                    <a:gd name="connsiteX7" fmla="*/ 57817 w 236505"/>
                    <a:gd name="connsiteY7" fmla="*/ 49149 h 64607"/>
                    <a:gd name="connsiteX8" fmla="*/ 202882 w 236505"/>
                    <a:gd name="connsiteY8" fmla="*/ 52959 h 64607"/>
                    <a:gd name="connsiteX9" fmla="*/ 226409 w 236505"/>
                    <a:gd name="connsiteY9" fmla="*/ 53816 h 64607"/>
                    <a:gd name="connsiteX10" fmla="*/ 236506 w 236505"/>
                    <a:gd name="connsiteY10" fmla="*/ 59817 h 64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6505" h="64607">
                      <a:moveTo>
                        <a:pt x="236506" y="59817"/>
                      </a:moveTo>
                      <a:cubicBezTo>
                        <a:pt x="236506" y="59817"/>
                        <a:pt x="234315" y="49054"/>
                        <a:pt x="230600" y="36290"/>
                      </a:cubicBezTo>
                      <a:cubicBezTo>
                        <a:pt x="226695" y="23431"/>
                        <a:pt x="221551" y="8763"/>
                        <a:pt x="214789" y="0"/>
                      </a:cubicBezTo>
                      <a:cubicBezTo>
                        <a:pt x="214789" y="0"/>
                        <a:pt x="209455" y="5334"/>
                        <a:pt x="198787" y="12097"/>
                      </a:cubicBezTo>
                      <a:cubicBezTo>
                        <a:pt x="188214" y="18955"/>
                        <a:pt x="172974" y="27241"/>
                        <a:pt x="153829" y="33242"/>
                      </a:cubicBezTo>
                      <a:cubicBezTo>
                        <a:pt x="134683" y="39243"/>
                        <a:pt x="111157" y="42767"/>
                        <a:pt x="85344" y="41148"/>
                      </a:cubicBezTo>
                      <a:cubicBezTo>
                        <a:pt x="59436" y="39624"/>
                        <a:pt x="30766" y="32766"/>
                        <a:pt x="0" y="19526"/>
                      </a:cubicBezTo>
                      <a:cubicBezTo>
                        <a:pt x="0" y="19526"/>
                        <a:pt x="21907" y="35433"/>
                        <a:pt x="57817" y="49149"/>
                      </a:cubicBezTo>
                      <a:cubicBezTo>
                        <a:pt x="93821" y="62389"/>
                        <a:pt x="143637" y="74200"/>
                        <a:pt x="202882" y="52959"/>
                      </a:cubicBezTo>
                      <a:cubicBezTo>
                        <a:pt x="211836" y="49721"/>
                        <a:pt x="220123" y="51245"/>
                        <a:pt x="226409" y="53816"/>
                      </a:cubicBezTo>
                      <a:cubicBezTo>
                        <a:pt x="232505" y="56388"/>
                        <a:pt x="236506" y="59817"/>
                        <a:pt x="236506" y="59817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69" name="Forme libre : forme 11868">
                  <a:extLst>
                    <a:ext uri="{FF2B5EF4-FFF2-40B4-BE49-F238E27FC236}">
                      <a16:creationId xmlns:a16="http://schemas.microsoft.com/office/drawing/2014/main" id="{63E1DA6F-4998-410E-93C4-9ED338ACBC41}"/>
                    </a:ext>
                  </a:extLst>
                </p:cNvPr>
                <p:cNvSpPr/>
                <p:nvPr/>
              </p:nvSpPr>
              <p:spPr>
                <a:xfrm>
                  <a:off x="4143258" y="3546951"/>
                  <a:ext cx="37690" cy="120110"/>
                </a:xfrm>
                <a:custGeom>
                  <a:avLst/>
                  <a:gdLst>
                    <a:gd name="connsiteX0" fmla="*/ 0 w 37690"/>
                    <a:gd name="connsiteY0" fmla="*/ 102203 h 120110"/>
                    <a:gd name="connsiteX1" fmla="*/ 11716 w 37690"/>
                    <a:gd name="connsiteY1" fmla="*/ 120110 h 120110"/>
                    <a:gd name="connsiteX2" fmla="*/ 16288 w 37690"/>
                    <a:gd name="connsiteY2" fmla="*/ 111347 h 120110"/>
                    <a:gd name="connsiteX3" fmla="*/ 26194 w 37690"/>
                    <a:gd name="connsiteY3" fmla="*/ 86487 h 120110"/>
                    <a:gd name="connsiteX4" fmla="*/ 31432 w 37690"/>
                    <a:gd name="connsiteY4" fmla="*/ 68866 h 120110"/>
                    <a:gd name="connsiteX5" fmla="*/ 35242 w 37690"/>
                    <a:gd name="connsiteY5" fmla="*/ 48196 h 120110"/>
                    <a:gd name="connsiteX6" fmla="*/ 36862 w 37690"/>
                    <a:gd name="connsiteY6" fmla="*/ 0 h 120110"/>
                    <a:gd name="connsiteX7" fmla="*/ 35814 w 37690"/>
                    <a:gd name="connsiteY7" fmla="*/ 8954 h 120110"/>
                    <a:gd name="connsiteX8" fmla="*/ 30956 w 37690"/>
                    <a:gd name="connsiteY8" fmla="*/ 32480 h 120110"/>
                    <a:gd name="connsiteX9" fmla="*/ 19907 w 37690"/>
                    <a:gd name="connsiteY9" fmla="*/ 65437 h 120110"/>
                    <a:gd name="connsiteX10" fmla="*/ 0 w 37690"/>
                    <a:gd name="connsiteY10" fmla="*/ 102203 h 120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690" h="120110">
                      <a:moveTo>
                        <a:pt x="0" y="102203"/>
                      </a:moveTo>
                      <a:cubicBezTo>
                        <a:pt x="0" y="102203"/>
                        <a:pt x="7239" y="110966"/>
                        <a:pt x="11716" y="120110"/>
                      </a:cubicBezTo>
                      <a:cubicBezTo>
                        <a:pt x="11716" y="120110"/>
                        <a:pt x="13716" y="117062"/>
                        <a:pt x="16288" y="111347"/>
                      </a:cubicBezTo>
                      <a:cubicBezTo>
                        <a:pt x="18955" y="105632"/>
                        <a:pt x="22574" y="97155"/>
                        <a:pt x="26194" y="86487"/>
                      </a:cubicBezTo>
                      <a:cubicBezTo>
                        <a:pt x="28003" y="81153"/>
                        <a:pt x="29908" y="75248"/>
                        <a:pt x="31432" y="68866"/>
                      </a:cubicBezTo>
                      <a:cubicBezTo>
                        <a:pt x="32861" y="62484"/>
                        <a:pt x="34195" y="55531"/>
                        <a:pt x="35242" y="48196"/>
                      </a:cubicBezTo>
                      <a:cubicBezTo>
                        <a:pt x="37433" y="33528"/>
                        <a:pt x="38576" y="17240"/>
                        <a:pt x="36862" y="0"/>
                      </a:cubicBezTo>
                      <a:cubicBezTo>
                        <a:pt x="36862" y="0"/>
                        <a:pt x="36671" y="3238"/>
                        <a:pt x="35814" y="8954"/>
                      </a:cubicBezTo>
                      <a:cubicBezTo>
                        <a:pt x="35052" y="14668"/>
                        <a:pt x="33718" y="22765"/>
                        <a:pt x="30956" y="32480"/>
                      </a:cubicBezTo>
                      <a:cubicBezTo>
                        <a:pt x="28289" y="42196"/>
                        <a:pt x="24670" y="53531"/>
                        <a:pt x="19907" y="65437"/>
                      </a:cubicBezTo>
                      <a:cubicBezTo>
                        <a:pt x="14954" y="77343"/>
                        <a:pt x="8096" y="89916"/>
                        <a:pt x="0" y="102203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1870" name="Graphique 5">
                  <a:extLst>
                    <a:ext uri="{FF2B5EF4-FFF2-40B4-BE49-F238E27FC236}">
                      <a16:creationId xmlns:a16="http://schemas.microsoft.com/office/drawing/2014/main" id="{835BE93A-2FEF-432C-A3F4-C1CF71E84043}"/>
                    </a:ext>
                  </a:extLst>
                </p:cNvPr>
                <p:cNvGrpSpPr/>
                <p:nvPr/>
              </p:nvGrpSpPr>
              <p:grpSpPr>
                <a:xfrm>
                  <a:off x="4040558" y="3595289"/>
                  <a:ext cx="99023" cy="73764"/>
                  <a:chOff x="4040558" y="3595289"/>
                  <a:chExt cx="99023" cy="73764"/>
                </a:xfrm>
                <a:solidFill>
                  <a:schemeClr val="accent1"/>
                </a:solidFill>
              </p:grpSpPr>
              <p:grpSp>
                <p:nvGrpSpPr>
                  <p:cNvPr id="11871" name="Graphique 5">
                    <a:extLst>
                      <a:ext uri="{FF2B5EF4-FFF2-40B4-BE49-F238E27FC236}">
                        <a16:creationId xmlns:a16="http://schemas.microsoft.com/office/drawing/2014/main" id="{27CED623-9EE0-472D-8105-6AAD4F3BDCCF}"/>
                      </a:ext>
                    </a:extLst>
                  </p:cNvPr>
                  <p:cNvGrpSpPr/>
                  <p:nvPr/>
                </p:nvGrpSpPr>
                <p:grpSpPr>
                  <a:xfrm>
                    <a:off x="4103827" y="3595289"/>
                    <a:ext cx="35755" cy="40577"/>
                    <a:chOff x="4103827" y="3595289"/>
                    <a:chExt cx="35755" cy="40577"/>
                  </a:xfrm>
                  <a:solidFill>
                    <a:schemeClr val="accent1"/>
                  </a:solidFill>
                </p:grpSpPr>
                <p:sp>
                  <p:nvSpPr>
                    <p:cNvPr id="11872" name="Forme libre : forme 11871">
                      <a:extLst>
                        <a:ext uri="{FF2B5EF4-FFF2-40B4-BE49-F238E27FC236}">
                          <a16:creationId xmlns:a16="http://schemas.microsoft.com/office/drawing/2014/main" id="{DD0F466D-506F-463D-90C3-AC53406B52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3827" y="3595289"/>
                      <a:ext cx="35755" cy="40576"/>
                    </a:xfrm>
                    <a:custGeom>
                      <a:avLst/>
                      <a:gdLst>
                        <a:gd name="connsiteX0" fmla="*/ 15333 w 35755"/>
                        <a:gd name="connsiteY0" fmla="*/ 40435 h 40576"/>
                        <a:gd name="connsiteX1" fmla="*/ 188 w 35755"/>
                        <a:gd name="connsiteY1" fmla="*/ 18432 h 40576"/>
                        <a:gd name="connsiteX2" fmla="*/ 19619 w 35755"/>
                        <a:gd name="connsiteY2" fmla="*/ 49 h 40576"/>
                        <a:gd name="connsiteX3" fmla="*/ 35621 w 35755"/>
                        <a:gd name="connsiteY3" fmla="*/ 22147 h 40576"/>
                        <a:gd name="connsiteX4" fmla="*/ 15333 w 35755"/>
                        <a:gd name="connsiteY4" fmla="*/ 40435 h 405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55" h="40576">
                          <a:moveTo>
                            <a:pt x="15333" y="40435"/>
                          </a:moveTo>
                          <a:cubicBezTo>
                            <a:pt x="5618" y="39101"/>
                            <a:pt x="-1240" y="29290"/>
                            <a:pt x="188" y="18432"/>
                          </a:cubicBezTo>
                          <a:cubicBezTo>
                            <a:pt x="1332" y="7573"/>
                            <a:pt x="9809" y="-714"/>
                            <a:pt x="19619" y="49"/>
                          </a:cubicBezTo>
                          <a:cubicBezTo>
                            <a:pt x="29335" y="811"/>
                            <a:pt x="36860" y="10717"/>
                            <a:pt x="35621" y="22147"/>
                          </a:cubicBezTo>
                          <a:cubicBezTo>
                            <a:pt x="34193" y="33577"/>
                            <a:pt x="25144" y="41768"/>
                            <a:pt x="15333" y="4043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73" name="Forme libre : forme 11872">
                      <a:extLst>
                        <a:ext uri="{FF2B5EF4-FFF2-40B4-BE49-F238E27FC236}">
                          <a16:creationId xmlns:a16="http://schemas.microsoft.com/office/drawing/2014/main" id="{329A515D-AEC4-4983-818D-E5E34C6BA2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3847" y="3595289"/>
                      <a:ext cx="28171" cy="40550"/>
                    </a:xfrm>
                    <a:custGeom>
                      <a:avLst/>
                      <a:gdLst>
                        <a:gd name="connsiteX0" fmla="*/ 17408 w 28171"/>
                        <a:gd name="connsiteY0" fmla="*/ 20432 h 40550"/>
                        <a:gd name="connsiteX1" fmla="*/ 28171 w 28171"/>
                        <a:gd name="connsiteY1" fmla="*/ 3573 h 40550"/>
                        <a:gd name="connsiteX2" fmla="*/ 19599 w 28171"/>
                        <a:gd name="connsiteY2" fmla="*/ 49 h 40550"/>
                        <a:gd name="connsiteX3" fmla="*/ 168 w 28171"/>
                        <a:gd name="connsiteY3" fmla="*/ 18432 h 40550"/>
                        <a:gd name="connsiteX4" fmla="*/ 15313 w 28171"/>
                        <a:gd name="connsiteY4" fmla="*/ 40435 h 40550"/>
                        <a:gd name="connsiteX5" fmla="*/ 24171 w 28171"/>
                        <a:gd name="connsiteY5" fmla="*/ 38911 h 40550"/>
                        <a:gd name="connsiteX6" fmla="*/ 17408 w 28171"/>
                        <a:gd name="connsiteY6" fmla="*/ 20432 h 405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171" h="40550">
                          <a:moveTo>
                            <a:pt x="17408" y="20432"/>
                          </a:moveTo>
                          <a:cubicBezTo>
                            <a:pt x="18360" y="12813"/>
                            <a:pt x="22361" y="6621"/>
                            <a:pt x="28171" y="3573"/>
                          </a:cubicBezTo>
                          <a:cubicBezTo>
                            <a:pt x="25695" y="1668"/>
                            <a:pt x="22837" y="335"/>
                            <a:pt x="19599" y="49"/>
                          </a:cubicBezTo>
                          <a:cubicBezTo>
                            <a:pt x="9693" y="-713"/>
                            <a:pt x="1311" y="7479"/>
                            <a:pt x="168" y="18432"/>
                          </a:cubicBezTo>
                          <a:cubicBezTo>
                            <a:pt x="-1166" y="29291"/>
                            <a:pt x="5597" y="39197"/>
                            <a:pt x="15313" y="40435"/>
                          </a:cubicBezTo>
                          <a:cubicBezTo>
                            <a:pt x="18456" y="40816"/>
                            <a:pt x="21409" y="40245"/>
                            <a:pt x="24171" y="38911"/>
                          </a:cubicBezTo>
                          <a:cubicBezTo>
                            <a:pt x="19313" y="34720"/>
                            <a:pt x="16551" y="27862"/>
                            <a:pt x="17408" y="2043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74" name="Forme libre : forme 11873">
                      <a:extLst>
                        <a:ext uri="{FF2B5EF4-FFF2-40B4-BE49-F238E27FC236}">
                          <a16:creationId xmlns:a16="http://schemas.microsoft.com/office/drawing/2014/main" id="{06FF5795-AE47-4481-99CF-63C0BA691E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5230" y="3614986"/>
                      <a:ext cx="16942" cy="17347"/>
                    </a:xfrm>
                    <a:custGeom>
                      <a:avLst/>
                      <a:gdLst>
                        <a:gd name="connsiteX0" fmla="*/ 10788 w 16942"/>
                        <a:gd name="connsiteY0" fmla="*/ 16642 h 17347"/>
                        <a:gd name="connsiteX1" fmla="*/ 311 w 16942"/>
                        <a:gd name="connsiteY1" fmla="*/ 12070 h 17347"/>
                        <a:gd name="connsiteX2" fmla="*/ 6121 w 16942"/>
                        <a:gd name="connsiteY2" fmla="*/ 735 h 17347"/>
                        <a:gd name="connsiteX3" fmla="*/ 16598 w 16942"/>
                        <a:gd name="connsiteY3" fmla="*/ 5212 h 17347"/>
                        <a:gd name="connsiteX4" fmla="*/ 10788 w 16942"/>
                        <a:gd name="connsiteY4" fmla="*/ 16642 h 17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42" h="17347">
                          <a:moveTo>
                            <a:pt x="10788" y="16642"/>
                          </a:moveTo>
                          <a:cubicBezTo>
                            <a:pt x="6311" y="18547"/>
                            <a:pt x="1644" y="16451"/>
                            <a:pt x="311" y="12070"/>
                          </a:cubicBezTo>
                          <a:cubicBezTo>
                            <a:pt x="-928" y="7688"/>
                            <a:pt x="1644" y="2735"/>
                            <a:pt x="6121" y="735"/>
                          </a:cubicBezTo>
                          <a:cubicBezTo>
                            <a:pt x="10597" y="-1170"/>
                            <a:pt x="15360" y="735"/>
                            <a:pt x="16598" y="5212"/>
                          </a:cubicBezTo>
                          <a:cubicBezTo>
                            <a:pt x="17932" y="9593"/>
                            <a:pt x="15265" y="14737"/>
                            <a:pt x="10788" y="1664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75" name="Forme libre : forme 11874">
                      <a:extLst>
                        <a:ext uri="{FF2B5EF4-FFF2-40B4-BE49-F238E27FC236}">
                          <a16:creationId xmlns:a16="http://schemas.microsoft.com/office/drawing/2014/main" id="{61B3F5CE-1E9D-4A81-82D1-8D300EA34D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6260" y="3614752"/>
                      <a:ext cx="5897" cy="6701"/>
                    </a:xfrm>
                    <a:custGeom>
                      <a:avLst/>
                      <a:gdLst>
                        <a:gd name="connsiteX0" fmla="*/ 2520 w 5897"/>
                        <a:gd name="connsiteY0" fmla="*/ 6684 h 6701"/>
                        <a:gd name="connsiteX1" fmla="*/ 44 w 5897"/>
                        <a:gd name="connsiteY1" fmla="*/ 3065 h 6701"/>
                        <a:gd name="connsiteX2" fmla="*/ 3377 w 5897"/>
                        <a:gd name="connsiteY2" fmla="*/ 17 h 6701"/>
                        <a:gd name="connsiteX3" fmla="*/ 5854 w 5897"/>
                        <a:gd name="connsiteY3" fmla="*/ 3636 h 6701"/>
                        <a:gd name="connsiteX4" fmla="*/ 2520 w 5897"/>
                        <a:gd name="connsiteY4" fmla="*/ 6684 h 6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97" h="6701">
                          <a:moveTo>
                            <a:pt x="2520" y="6684"/>
                          </a:moveTo>
                          <a:cubicBezTo>
                            <a:pt x="901" y="6494"/>
                            <a:pt x="-242" y="4875"/>
                            <a:pt x="44" y="3065"/>
                          </a:cubicBezTo>
                          <a:cubicBezTo>
                            <a:pt x="234" y="1255"/>
                            <a:pt x="1758" y="-174"/>
                            <a:pt x="3377" y="17"/>
                          </a:cubicBezTo>
                          <a:cubicBezTo>
                            <a:pt x="4997" y="207"/>
                            <a:pt x="6140" y="1827"/>
                            <a:pt x="5854" y="3636"/>
                          </a:cubicBezTo>
                          <a:cubicBezTo>
                            <a:pt x="5568" y="5446"/>
                            <a:pt x="4140" y="6875"/>
                            <a:pt x="2520" y="66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876" name="Graphique 5">
                    <a:extLst>
                      <a:ext uri="{FF2B5EF4-FFF2-40B4-BE49-F238E27FC236}">
                        <a16:creationId xmlns:a16="http://schemas.microsoft.com/office/drawing/2014/main" id="{262CD282-6DCF-45A5-9646-3F5B0BD8C8FF}"/>
                      </a:ext>
                    </a:extLst>
                  </p:cNvPr>
                  <p:cNvGrpSpPr/>
                  <p:nvPr/>
                </p:nvGrpSpPr>
                <p:grpSpPr>
                  <a:xfrm>
                    <a:off x="4069579" y="3608132"/>
                    <a:ext cx="35672" cy="39284"/>
                    <a:chOff x="4069579" y="3608132"/>
                    <a:chExt cx="35672" cy="39284"/>
                  </a:xfrm>
                  <a:solidFill>
                    <a:schemeClr val="accent1"/>
                  </a:solidFill>
                </p:grpSpPr>
                <p:sp>
                  <p:nvSpPr>
                    <p:cNvPr id="11877" name="Forme libre : forme 11876">
                      <a:extLst>
                        <a:ext uri="{FF2B5EF4-FFF2-40B4-BE49-F238E27FC236}">
                          <a16:creationId xmlns:a16="http://schemas.microsoft.com/office/drawing/2014/main" id="{4A756445-7C7E-454F-97C3-D9C9DEE6AE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9579" y="3608132"/>
                      <a:ext cx="35672" cy="39214"/>
                    </a:xfrm>
                    <a:custGeom>
                      <a:avLst/>
                      <a:gdLst>
                        <a:gd name="connsiteX0" fmla="*/ 15386 w 35672"/>
                        <a:gd name="connsiteY0" fmla="*/ 39022 h 39214"/>
                        <a:gd name="connsiteX1" fmla="*/ 146 w 35672"/>
                        <a:gd name="connsiteY1" fmla="*/ 17400 h 39214"/>
                        <a:gd name="connsiteX2" fmla="*/ 20244 w 35672"/>
                        <a:gd name="connsiteY2" fmla="*/ 65 h 39214"/>
                        <a:gd name="connsiteX3" fmla="*/ 35484 w 35672"/>
                        <a:gd name="connsiteY3" fmla="*/ 21687 h 39214"/>
                        <a:gd name="connsiteX4" fmla="*/ 15386 w 35672"/>
                        <a:gd name="connsiteY4" fmla="*/ 39022 h 39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72" h="39214">
                          <a:moveTo>
                            <a:pt x="15386" y="39022"/>
                          </a:moveTo>
                          <a:cubicBezTo>
                            <a:pt x="5671" y="37594"/>
                            <a:pt x="-1092" y="27878"/>
                            <a:pt x="146" y="17400"/>
                          </a:cubicBezTo>
                          <a:cubicBezTo>
                            <a:pt x="1480" y="6923"/>
                            <a:pt x="10528" y="-792"/>
                            <a:pt x="20244" y="65"/>
                          </a:cubicBezTo>
                          <a:cubicBezTo>
                            <a:pt x="30055" y="1017"/>
                            <a:pt x="36913" y="10733"/>
                            <a:pt x="35484" y="21687"/>
                          </a:cubicBezTo>
                          <a:cubicBezTo>
                            <a:pt x="34150" y="32831"/>
                            <a:pt x="25102" y="40546"/>
                            <a:pt x="15386" y="3902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78" name="Forme libre : forme 11877">
                      <a:extLst>
                        <a:ext uri="{FF2B5EF4-FFF2-40B4-BE49-F238E27FC236}">
                          <a16:creationId xmlns:a16="http://schemas.microsoft.com/office/drawing/2014/main" id="{8B9BE8DC-C721-4323-80F6-BB583B7CA5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9653" y="3608212"/>
                      <a:ext cx="28742" cy="39203"/>
                    </a:xfrm>
                    <a:custGeom>
                      <a:avLst/>
                      <a:gdLst>
                        <a:gd name="connsiteX0" fmla="*/ 17408 w 28742"/>
                        <a:gd name="connsiteY0" fmla="*/ 19606 h 39203"/>
                        <a:gd name="connsiteX1" fmla="*/ 28743 w 28742"/>
                        <a:gd name="connsiteY1" fmla="*/ 3604 h 39203"/>
                        <a:gd name="connsiteX2" fmla="*/ 20266 w 28742"/>
                        <a:gd name="connsiteY2" fmla="*/ 79 h 39203"/>
                        <a:gd name="connsiteX3" fmla="*/ 168 w 28742"/>
                        <a:gd name="connsiteY3" fmla="*/ 17415 h 39203"/>
                        <a:gd name="connsiteX4" fmla="*/ 15408 w 28742"/>
                        <a:gd name="connsiteY4" fmla="*/ 39037 h 39203"/>
                        <a:gd name="connsiteX5" fmla="*/ 24266 w 28742"/>
                        <a:gd name="connsiteY5" fmla="*/ 37703 h 39203"/>
                        <a:gd name="connsiteX6" fmla="*/ 17408 w 28742"/>
                        <a:gd name="connsiteY6" fmla="*/ 19606 h 39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42" h="39203">
                          <a:moveTo>
                            <a:pt x="17408" y="19606"/>
                          </a:moveTo>
                          <a:cubicBezTo>
                            <a:pt x="18360" y="12271"/>
                            <a:pt x="22837" y="6366"/>
                            <a:pt x="28743" y="3604"/>
                          </a:cubicBezTo>
                          <a:cubicBezTo>
                            <a:pt x="26361" y="1699"/>
                            <a:pt x="23504" y="365"/>
                            <a:pt x="20266" y="79"/>
                          </a:cubicBezTo>
                          <a:cubicBezTo>
                            <a:pt x="10550" y="-873"/>
                            <a:pt x="1501" y="6842"/>
                            <a:pt x="168" y="17415"/>
                          </a:cubicBezTo>
                          <a:cubicBezTo>
                            <a:pt x="-1166" y="27893"/>
                            <a:pt x="5597" y="37608"/>
                            <a:pt x="15408" y="39037"/>
                          </a:cubicBezTo>
                          <a:cubicBezTo>
                            <a:pt x="18551" y="39513"/>
                            <a:pt x="21504" y="38942"/>
                            <a:pt x="24266" y="37703"/>
                          </a:cubicBezTo>
                          <a:cubicBezTo>
                            <a:pt x="19313" y="33512"/>
                            <a:pt x="16456" y="26845"/>
                            <a:pt x="17408" y="1960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79" name="Forme libre : forme 11878">
                      <a:extLst>
                        <a:ext uri="{FF2B5EF4-FFF2-40B4-BE49-F238E27FC236}">
                          <a16:creationId xmlns:a16="http://schemas.microsoft.com/office/drawing/2014/main" id="{A1246E33-FD5F-4731-9C92-17A5E6C15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0940" y="3627247"/>
                      <a:ext cx="16949" cy="16695"/>
                    </a:xfrm>
                    <a:custGeom>
                      <a:avLst/>
                      <a:gdLst>
                        <a:gd name="connsiteX0" fmla="*/ 10788 w 16949"/>
                        <a:gd name="connsiteY0" fmla="*/ 16097 h 16695"/>
                        <a:gd name="connsiteX1" fmla="*/ 311 w 16949"/>
                        <a:gd name="connsiteY1" fmla="*/ 11430 h 16695"/>
                        <a:gd name="connsiteX2" fmla="*/ 6121 w 16949"/>
                        <a:gd name="connsiteY2" fmla="*/ 667 h 16695"/>
                        <a:gd name="connsiteX3" fmla="*/ 16598 w 16949"/>
                        <a:gd name="connsiteY3" fmla="*/ 5143 h 16695"/>
                        <a:gd name="connsiteX4" fmla="*/ 10788 w 16949"/>
                        <a:gd name="connsiteY4" fmla="*/ 16097 h 166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49" h="16695">
                          <a:moveTo>
                            <a:pt x="10788" y="16097"/>
                          </a:moveTo>
                          <a:cubicBezTo>
                            <a:pt x="6311" y="17812"/>
                            <a:pt x="1644" y="15716"/>
                            <a:pt x="311" y="11430"/>
                          </a:cubicBezTo>
                          <a:cubicBezTo>
                            <a:pt x="-928" y="7239"/>
                            <a:pt x="1644" y="2381"/>
                            <a:pt x="6121" y="667"/>
                          </a:cubicBezTo>
                          <a:cubicBezTo>
                            <a:pt x="10597" y="-1143"/>
                            <a:pt x="15265" y="857"/>
                            <a:pt x="16598" y="5143"/>
                          </a:cubicBezTo>
                          <a:cubicBezTo>
                            <a:pt x="17932" y="9525"/>
                            <a:pt x="15360" y="14383"/>
                            <a:pt x="10788" y="160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80" name="Forme libre : forme 11879">
                      <a:extLst>
                        <a:ext uri="{FF2B5EF4-FFF2-40B4-BE49-F238E27FC236}">
                          <a16:creationId xmlns:a16="http://schemas.microsoft.com/office/drawing/2014/main" id="{FFCA9D7B-DB3B-43CC-ACCF-71A3A8C19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2065" y="3627037"/>
                      <a:ext cx="5898" cy="6535"/>
                    </a:xfrm>
                    <a:custGeom>
                      <a:avLst/>
                      <a:gdLst>
                        <a:gd name="connsiteX0" fmla="*/ 2520 w 5898"/>
                        <a:gd name="connsiteY0" fmla="*/ 6497 h 6535"/>
                        <a:gd name="connsiteX1" fmla="*/ 44 w 5898"/>
                        <a:gd name="connsiteY1" fmla="*/ 2877 h 6535"/>
                        <a:gd name="connsiteX2" fmla="*/ 3378 w 5898"/>
                        <a:gd name="connsiteY2" fmla="*/ 19 h 6535"/>
                        <a:gd name="connsiteX3" fmla="*/ 5854 w 5898"/>
                        <a:gd name="connsiteY3" fmla="*/ 3639 h 6535"/>
                        <a:gd name="connsiteX4" fmla="*/ 2520 w 5898"/>
                        <a:gd name="connsiteY4" fmla="*/ 6497 h 6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98" h="6535">
                          <a:moveTo>
                            <a:pt x="2520" y="6497"/>
                          </a:moveTo>
                          <a:cubicBezTo>
                            <a:pt x="901" y="6306"/>
                            <a:pt x="-242" y="4687"/>
                            <a:pt x="44" y="2877"/>
                          </a:cubicBezTo>
                          <a:cubicBezTo>
                            <a:pt x="235" y="1067"/>
                            <a:pt x="1759" y="-171"/>
                            <a:pt x="3378" y="19"/>
                          </a:cubicBezTo>
                          <a:cubicBezTo>
                            <a:pt x="4997" y="210"/>
                            <a:pt x="6140" y="1829"/>
                            <a:pt x="5854" y="3639"/>
                          </a:cubicBezTo>
                          <a:cubicBezTo>
                            <a:pt x="5569" y="5449"/>
                            <a:pt x="4044" y="6782"/>
                            <a:pt x="2520" y="64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881" name="Graphique 5">
                    <a:extLst>
                      <a:ext uri="{FF2B5EF4-FFF2-40B4-BE49-F238E27FC236}">
                        <a16:creationId xmlns:a16="http://schemas.microsoft.com/office/drawing/2014/main" id="{3614247D-4409-4C18-A56D-1238B9224721}"/>
                      </a:ext>
                    </a:extLst>
                  </p:cNvPr>
                  <p:cNvGrpSpPr/>
                  <p:nvPr/>
                </p:nvGrpSpPr>
                <p:grpSpPr>
                  <a:xfrm>
                    <a:off x="4040558" y="3631014"/>
                    <a:ext cx="35737" cy="38038"/>
                    <a:chOff x="4040558" y="3631014"/>
                    <a:chExt cx="35737" cy="38038"/>
                  </a:xfrm>
                  <a:solidFill>
                    <a:schemeClr val="accent1"/>
                  </a:solidFill>
                </p:grpSpPr>
                <p:sp>
                  <p:nvSpPr>
                    <p:cNvPr id="11882" name="Forme libre : forme 11881">
                      <a:extLst>
                        <a:ext uri="{FF2B5EF4-FFF2-40B4-BE49-F238E27FC236}">
                          <a16:creationId xmlns:a16="http://schemas.microsoft.com/office/drawing/2014/main" id="{91F02D11-506A-4E15-9B82-5C9FFF340A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0558" y="3631014"/>
                      <a:ext cx="35737" cy="38038"/>
                    </a:xfrm>
                    <a:custGeom>
                      <a:avLst/>
                      <a:gdLst>
                        <a:gd name="connsiteX0" fmla="*/ 14594 w 35737"/>
                        <a:gd name="connsiteY0" fmla="*/ 37761 h 38038"/>
                        <a:gd name="connsiteX1" fmla="*/ 307 w 35737"/>
                        <a:gd name="connsiteY1" fmla="*/ 16330 h 38038"/>
                        <a:gd name="connsiteX2" fmla="*/ 20404 w 35737"/>
                        <a:gd name="connsiteY2" fmla="*/ 138 h 38038"/>
                        <a:gd name="connsiteX3" fmla="*/ 35549 w 35737"/>
                        <a:gd name="connsiteY3" fmla="*/ 21760 h 38038"/>
                        <a:gd name="connsiteX4" fmla="*/ 14594 w 35737"/>
                        <a:gd name="connsiteY4" fmla="*/ 37761 h 380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37" h="38038">
                          <a:moveTo>
                            <a:pt x="14594" y="37761"/>
                          </a:moveTo>
                          <a:cubicBezTo>
                            <a:pt x="4879" y="36047"/>
                            <a:pt x="-1503" y="26427"/>
                            <a:pt x="307" y="16330"/>
                          </a:cubicBezTo>
                          <a:cubicBezTo>
                            <a:pt x="1640" y="6138"/>
                            <a:pt x="10594" y="-1100"/>
                            <a:pt x="20404" y="138"/>
                          </a:cubicBezTo>
                          <a:cubicBezTo>
                            <a:pt x="30120" y="1376"/>
                            <a:pt x="36978" y="11092"/>
                            <a:pt x="35549" y="21760"/>
                          </a:cubicBezTo>
                          <a:cubicBezTo>
                            <a:pt x="33644" y="32332"/>
                            <a:pt x="24310" y="39571"/>
                            <a:pt x="14594" y="3776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83" name="Forme libre : forme 11882">
                      <a:extLst>
                        <a:ext uri="{FF2B5EF4-FFF2-40B4-BE49-F238E27FC236}">
                          <a16:creationId xmlns:a16="http://schemas.microsoft.com/office/drawing/2014/main" id="{247F7332-E0D2-46AB-ACF8-57383B46E2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0653" y="3631014"/>
                      <a:ext cx="28786" cy="38005"/>
                    </a:xfrm>
                    <a:custGeom>
                      <a:avLst/>
                      <a:gdLst>
                        <a:gd name="connsiteX0" fmla="*/ 17452 w 28786"/>
                        <a:gd name="connsiteY0" fmla="*/ 19093 h 38005"/>
                        <a:gd name="connsiteX1" fmla="*/ 28787 w 28786"/>
                        <a:gd name="connsiteY1" fmla="*/ 3852 h 38005"/>
                        <a:gd name="connsiteX2" fmla="*/ 20405 w 28786"/>
                        <a:gd name="connsiteY2" fmla="*/ 138 h 38005"/>
                        <a:gd name="connsiteX3" fmla="*/ 307 w 28786"/>
                        <a:gd name="connsiteY3" fmla="*/ 16330 h 38005"/>
                        <a:gd name="connsiteX4" fmla="*/ 14594 w 28786"/>
                        <a:gd name="connsiteY4" fmla="*/ 37761 h 38005"/>
                        <a:gd name="connsiteX5" fmla="*/ 23452 w 28786"/>
                        <a:gd name="connsiteY5" fmla="*/ 36809 h 38005"/>
                        <a:gd name="connsiteX6" fmla="*/ 17452 w 28786"/>
                        <a:gd name="connsiteY6" fmla="*/ 19093 h 38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86" h="38005">
                          <a:moveTo>
                            <a:pt x="17452" y="19093"/>
                          </a:moveTo>
                          <a:cubicBezTo>
                            <a:pt x="18404" y="12044"/>
                            <a:pt x="22881" y="6424"/>
                            <a:pt x="28787" y="3852"/>
                          </a:cubicBezTo>
                          <a:cubicBezTo>
                            <a:pt x="26405" y="1852"/>
                            <a:pt x="23548" y="519"/>
                            <a:pt x="20405" y="138"/>
                          </a:cubicBezTo>
                          <a:cubicBezTo>
                            <a:pt x="10594" y="-1100"/>
                            <a:pt x="1735" y="6138"/>
                            <a:pt x="307" y="16330"/>
                          </a:cubicBezTo>
                          <a:cubicBezTo>
                            <a:pt x="-1503" y="26427"/>
                            <a:pt x="4879" y="36047"/>
                            <a:pt x="14594" y="37761"/>
                          </a:cubicBezTo>
                          <a:cubicBezTo>
                            <a:pt x="17642" y="38333"/>
                            <a:pt x="20690" y="37857"/>
                            <a:pt x="23452" y="36809"/>
                          </a:cubicBezTo>
                          <a:cubicBezTo>
                            <a:pt x="18690" y="32618"/>
                            <a:pt x="16214" y="26046"/>
                            <a:pt x="17452" y="1909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84" name="Forme libre : forme 11883">
                      <a:extLst>
                        <a:ext uri="{FF2B5EF4-FFF2-40B4-BE49-F238E27FC236}">
                          <a16:creationId xmlns:a16="http://schemas.microsoft.com/office/drawing/2014/main" id="{63FA1304-5771-4D0F-B777-960C3A0061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1566" y="3649695"/>
                      <a:ext cx="17077" cy="16137"/>
                    </a:xfrm>
                    <a:custGeom>
                      <a:avLst/>
                      <a:gdLst>
                        <a:gd name="connsiteX0" fmla="*/ 10539 w 17077"/>
                        <a:gd name="connsiteY0" fmla="*/ 15652 h 16137"/>
                        <a:gd name="connsiteX1" fmla="*/ 252 w 17077"/>
                        <a:gd name="connsiteY1" fmla="*/ 10794 h 16137"/>
                        <a:gd name="connsiteX2" fmla="*/ 6539 w 17077"/>
                        <a:gd name="connsiteY2" fmla="*/ 508 h 16137"/>
                        <a:gd name="connsiteX3" fmla="*/ 16825 w 17077"/>
                        <a:gd name="connsiteY3" fmla="*/ 5270 h 16137"/>
                        <a:gd name="connsiteX4" fmla="*/ 10539 w 17077"/>
                        <a:gd name="connsiteY4" fmla="*/ 15652 h 161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77" h="16137">
                          <a:moveTo>
                            <a:pt x="10539" y="15652"/>
                          </a:moveTo>
                          <a:cubicBezTo>
                            <a:pt x="5967" y="17176"/>
                            <a:pt x="1395" y="14985"/>
                            <a:pt x="252" y="10794"/>
                          </a:cubicBezTo>
                          <a:cubicBezTo>
                            <a:pt x="-891" y="6699"/>
                            <a:pt x="1966" y="2127"/>
                            <a:pt x="6539" y="508"/>
                          </a:cubicBezTo>
                          <a:cubicBezTo>
                            <a:pt x="11110" y="-1016"/>
                            <a:pt x="15778" y="984"/>
                            <a:pt x="16825" y="5270"/>
                          </a:cubicBezTo>
                          <a:cubicBezTo>
                            <a:pt x="17968" y="9461"/>
                            <a:pt x="15111" y="14128"/>
                            <a:pt x="10539" y="1565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85" name="Forme libre : forme 11884">
                      <a:extLst>
                        <a:ext uri="{FF2B5EF4-FFF2-40B4-BE49-F238E27FC236}">
                          <a16:creationId xmlns:a16="http://schemas.microsoft.com/office/drawing/2014/main" id="{55B1EE56-001D-405C-838C-F0AB7E97D0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2915" y="3649685"/>
                      <a:ext cx="5904" cy="6273"/>
                    </a:xfrm>
                    <a:custGeom>
                      <a:avLst/>
                      <a:gdLst>
                        <a:gd name="connsiteX0" fmla="*/ 2428 w 5904"/>
                        <a:gd name="connsiteY0" fmla="*/ 6232 h 6273"/>
                        <a:gd name="connsiteX1" fmla="*/ 47 w 5904"/>
                        <a:gd name="connsiteY1" fmla="*/ 2708 h 6273"/>
                        <a:gd name="connsiteX2" fmla="*/ 3476 w 5904"/>
                        <a:gd name="connsiteY2" fmla="*/ 41 h 6273"/>
                        <a:gd name="connsiteX3" fmla="*/ 5857 w 5904"/>
                        <a:gd name="connsiteY3" fmla="*/ 3565 h 6273"/>
                        <a:gd name="connsiteX4" fmla="*/ 2428 w 5904"/>
                        <a:gd name="connsiteY4" fmla="*/ 6232 h 6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4" h="6273">
                          <a:moveTo>
                            <a:pt x="2428" y="6232"/>
                          </a:moveTo>
                          <a:cubicBezTo>
                            <a:pt x="809" y="5947"/>
                            <a:pt x="-239" y="4423"/>
                            <a:pt x="47" y="2708"/>
                          </a:cubicBezTo>
                          <a:cubicBezTo>
                            <a:pt x="333" y="994"/>
                            <a:pt x="1857" y="-245"/>
                            <a:pt x="3476" y="41"/>
                          </a:cubicBezTo>
                          <a:cubicBezTo>
                            <a:pt x="5095" y="327"/>
                            <a:pt x="6143" y="1851"/>
                            <a:pt x="5857" y="3565"/>
                          </a:cubicBezTo>
                          <a:cubicBezTo>
                            <a:pt x="5572" y="5280"/>
                            <a:pt x="4048" y="6518"/>
                            <a:pt x="2428" y="62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1886" name="Graphique 5">
                  <a:extLst>
                    <a:ext uri="{FF2B5EF4-FFF2-40B4-BE49-F238E27FC236}">
                      <a16:creationId xmlns:a16="http://schemas.microsoft.com/office/drawing/2014/main" id="{51F4323F-2DF7-42C5-9618-13C837BA760B}"/>
                    </a:ext>
                  </a:extLst>
                </p:cNvPr>
                <p:cNvGrpSpPr/>
                <p:nvPr/>
              </p:nvGrpSpPr>
              <p:grpSpPr>
                <a:xfrm>
                  <a:off x="3934858" y="3542752"/>
                  <a:ext cx="96501" cy="67023"/>
                  <a:chOff x="3934858" y="3542752"/>
                  <a:chExt cx="96501" cy="67023"/>
                </a:xfrm>
                <a:solidFill>
                  <a:schemeClr val="accent1"/>
                </a:solidFill>
              </p:grpSpPr>
              <p:grpSp>
                <p:nvGrpSpPr>
                  <p:cNvPr id="11887" name="Graphique 5">
                    <a:extLst>
                      <a:ext uri="{FF2B5EF4-FFF2-40B4-BE49-F238E27FC236}">
                        <a16:creationId xmlns:a16="http://schemas.microsoft.com/office/drawing/2014/main" id="{37D430CB-6CD5-460C-8241-C7239E8F5577}"/>
                      </a:ext>
                    </a:extLst>
                  </p:cNvPr>
                  <p:cNvGrpSpPr/>
                  <p:nvPr/>
                </p:nvGrpSpPr>
                <p:grpSpPr>
                  <a:xfrm>
                    <a:off x="3995769" y="3542752"/>
                    <a:ext cx="35590" cy="35779"/>
                    <a:chOff x="3995769" y="3542752"/>
                    <a:chExt cx="35590" cy="35779"/>
                  </a:xfrm>
                  <a:solidFill>
                    <a:schemeClr val="accent1"/>
                  </a:solidFill>
                </p:grpSpPr>
                <p:sp>
                  <p:nvSpPr>
                    <p:cNvPr id="11888" name="Forme libre : forme 11887">
                      <a:extLst>
                        <a:ext uri="{FF2B5EF4-FFF2-40B4-BE49-F238E27FC236}">
                          <a16:creationId xmlns:a16="http://schemas.microsoft.com/office/drawing/2014/main" id="{317FD7F3-E24D-4CE5-B80C-68EBE1BE2A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5769" y="3542756"/>
                      <a:ext cx="35590" cy="35775"/>
                    </a:xfrm>
                    <a:custGeom>
                      <a:avLst/>
                      <a:gdLst>
                        <a:gd name="connsiteX0" fmla="*/ 16520 w 35590"/>
                        <a:gd name="connsiteY0" fmla="*/ 35722 h 35775"/>
                        <a:gd name="connsiteX1" fmla="*/ 42 w 35590"/>
                        <a:gd name="connsiteY1" fmla="*/ 16958 h 35775"/>
                        <a:gd name="connsiteX2" fmla="*/ 18330 w 35590"/>
                        <a:gd name="connsiteY2" fmla="*/ 4 h 35775"/>
                        <a:gd name="connsiteX3" fmla="*/ 35570 w 35590"/>
                        <a:gd name="connsiteY3" fmla="*/ 18768 h 35775"/>
                        <a:gd name="connsiteX4" fmla="*/ 16520 w 35590"/>
                        <a:gd name="connsiteY4" fmla="*/ 35722 h 357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90" h="35775">
                          <a:moveTo>
                            <a:pt x="16520" y="35722"/>
                          </a:moveTo>
                          <a:cubicBezTo>
                            <a:pt x="6710" y="34960"/>
                            <a:pt x="-625" y="26578"/>
                            <a:pt x="42" y="16958"/>
                          </a:cubicBezTo>
                          <a:cubicBezTo>
                            <a:pt x="423" y="7338"/>
                            <a:pt x="8519" y="-187"/>
                            <a:pt x="18330" y="4"/>
                          </a:cubicBezTo>
                          <a:cubicBezTo>
                            <a:pt x="28141" y="289"/>
                            <a:pt x="36047" y="8671"/>
                            <a:pt x="35570" y="18768"/>
                          </a:cubicBezTo>
                          <a:cubicBezTo>
                            <a:pt x="34904" y="28959"/>
                            <a:pt x="26331" y="36484"/>
                            <a:pt x="16520" y="3572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89" name="Forme libre : forme 11888">
                      <a:extLst>
                        <a:ext uri="{FF2B5EF4-FFF2-40B4-BE49-F238E27FC236}">
                          <a16:creationId xmlns:a16="http://schemas.microsoft.com/office/drawing/2014/main" id="{43872F83-2863-4519-B169-41C6D50EC7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5853" y="3542752"/>
                      <a:ext cx="27104" cy="35758"/>
                    </a:xfrm>
                    <a:custGeom>
                      <a:avLst/>
                      <a:gdLst>
                        <a:gd name="connsiteX0" fmla="*/ 17389 w 27104"/>
                        <a:gd name="connsiteY0" fmla="*/ 18010 h 35758"/>
                        <a:gd name="connsiteX1" fmla="*/ 27105 w 27104"/>
                        <a:gd name="connsiteY1" fmla="*/ 2770 h 35758"/>
                        <a:gd name="connsiteX2" fmla="*/ 18342 w 27104"/>
                        <a:gd name="connsiteY2" fmla="*/ 8 h 35758"/>
                        <a:gd name="connsiteX3" fmla="*/ 54 w 27104"/>
                        <a:gd name="connsiteY3" fmla="*/ 16962 h 35758"/>
                        <a:gd name="connsiteX4" fmla="*/ 16532 w 27104"/>
                        <a:gd name="connsiteY4" fmla="*/ 35726 h 35758"/>
                        <a:gd name="connsiteX5" fmla="*/ 25295 w 27104"/>
                        <a:gd name="connsiteY5" fmla="*/ 34012 h 35758"/>
                        <a:gd name="connsiteX6" fmla="*/ 17389 w 27104"/>
                        <a:gd name="connsiteY6" fmla="*/ 18010 h 357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104" h="35758">
                          <a:moveTo>
                            <a:pt x="17389" y="18010"/>
                          </a:moveTo>
                          <a:cubicBezTo>
                            <a:pt x="17675" y="11343"/>
                            <a:pt x="21485" y="5723"/>
                            <a:pt x="27105" y="2770"/>
                          </a:cubicBezTo>
                          <a:cubicBezTo>
                            <a:pt x="24533" y="1151"/>
                            <a:pt x="21580" y="103"/>
                            <a:pt x="18342" y="8"/>
                          </a:cubicBezTo>
                          <a:cubicBezTo>
                            <a:pt x="8436" y="-278"/>
                            <a:pt x="435" y="7342"/>
                            <a:pt x="54" y="16962"/>
                          </a:cubicBezTo>
                          <a:cubicBezTo>
                            <a:pt x="-708" y="26582"/>
                            <a:pt x="6721" y="34965"/>
                            <a:pt x="16532" y="35726"/>
                          </a:cubicBezTo>
                          <a:cubicBezTo>
                            <a:pt x="19675" y="35917"/>
                            <a:pt x="22628" y="35250"/>
                            <a:pt x="25295" y="34012"/>
                          </a:cubicBezTo>
                          <a:cubicBezTo>
                            <a:pt x="20056" y="30583"/>
                            <a:pt x="16818" y="24678"/>
                            <a:pt x="17389" y="1801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90" name="Forme libre : forme 11889">
                      <a:extLst>
                        <a:ext uri="{FF2B5EF4-FFF2-40B4-BE49-F238E27FC236}">
                          <a16:creationId xmlns:a16="http://schemas.microsoft.com/office/drawing/2014/main" id="{85D12A62-EB61-465B-B1FC-645540BFC8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7626" y="3560135"/>
                      <a:ext cx="16803" cy="15274"/>
                    </a:xfrm>
                    <a:custGeom>
                      <a:avLst/>
                      <a:gdLst>
                        <a:gd name="connsiteX0" fmla="*/ 11140 w 16803"/>
                        <a:gd name="connsiteY0" fmla="*/ 14534 h 15274"/>
                        <a:gd name="connsiteX1" fmla="*/ 472 w 16803"/>
                        <a:gd name="connsiteY1" fmla="*/ 10914 h 15274"/>
                        <a:gd name="connsiteX2" fmla="*/ 5615 w 16803"/>
                        <a:gd name="connsiteY2" fmla="*/ 818 h 15274"/>
                        <a:gd name="connsiteX3" fmla="*/ 16283 w 16803"/>
                        <a:gd name="connsiteY3" fmla="*/ 4342 h 15274"/>
                        <a:gd name="connsiteX4" fmla="*/ 11140 w 16803"/>
                        <a:gd name="connsiteY4" fmla="*/ 14534 h 152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03" h="15274">
                          <a:moveTo>
                            <a:pt x="11140" y="14534"/>
                          </a:moveTo>
                          <a:cubicBezTo>
                            <a:pt x="6758" y="16343"/>
                            <a:pt x="1996" y="14724"/>
                            <a:pt x="472" y="10914"/>
                          </a:cubicBezTo>
                          <a:cubicBezTo>
                            <a:pt x="-1052" y="7104"/>
                            <a:pt x="1234" y="2628"/>
                            <a:pt x="5615" y="818"/>
                          </a:cubicBezTo>
                          <a:cubicBezTo>
                            <a:pt x="9997" y="-1087"/>
                            <a:pt x="14759" y="437"/>
                            <a:pt x="16283" y="4342"/>
                          </a:cubicBezTo>
                          <a:cubicBezTo>
                            <a:pt x="17903" y="8057"/>
                            <a:pt x="15617" y="12724"/>
                            <a:pt x="11140" y="1453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91" name="Forme libre : forme 11890">
                      <a:extLst>
                        <a:ext uri="{FF2B5EF4-FFF2-40B4-BE49-F238E27FC236}">
                          <a16:creationId xmlns:a16="http://schemas.microsoft.com/office/drawing/2014/main" id="{513301F8-5E3D-40E6-BEFC-18436F23CB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8366" y="3559614"/>
                      <a:ext cx="5849" cy="5915"/>
                    </a:xfrm>
                    <a:custGeom>
                      <a:avLst/>
                      <a:gdLst>
                        <a:gd name="connsiteX0" fmla="*/ 2686 w 5849"/>
                        <a:gd name="connsiteY0" fmla="*/ 5911 h 5915"/>
                        <a:gd name="connsiteX1" fmla="*/ 19 w 5849"/>
                        <a:gd name="connsiteY1" fmla="*/ 2767 h 5915"/>
                        <a:gd name="connsiteX2" fmla="*/ 3163 w 5849"/>
                        <a:gd name="connsiteY2" fmla="*/ 5 h 5915"/>
                        <a:gd name="connsiteX3" fmla="*/ 5830 w 5849"/>
                        <a:gd name="connsiteY3" fmla="*/ 3148 h 5915"/>
                        <a:gd name="connsiteX4" fmla="*/ 2686 w 5849"/>
                        <a:gd name="connsiteY4" fmla="*/ 5911 h 5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9" h="5915">
                          <a:moveTo>
                            <a:pt x="2686" y="5911"/>
                          </a:moveTo>
                          <a:cubicBezTo>
                            <a:pt x="1067" y="5815"/>
                            <a:pt x="-171" y="4387"/>
                            <a:pt x="19" y="2767"/>
                          </a:cubicBezTo>
                          <a:cubicBezTo>
                            <a:pt x="115" y="1148"/>
                            <a:pt x="1543" y="-90"/>
                            <a:pt x="3163" y="5"/>
                          </a:cubicBezTo>
                          <a:cubicBezTo>
                            <a:pt x="4782" y="100"/>
                            <a:pt x="6020" y="1434"/>
                            <a:pt x="5830" y="3148"/>
                          </a:cubicBezTo>
                          <a:cubicBezTo>
                            <a:pt x="5639" y="4768"/>
                            <a:pt x="4306" y="6006"/>
                            <a:pt x="2686" y="59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892" name="Graphique 5">
                    <a:extLst>
                      <a:ext uri="{FF2B5EF4-FFF2-40B4-BE49-F238E27FC236}">
                        <a16:creationId xmlns:a16="http://schemas.microsoft.com/office/drawing/2014/main" id="{63B56EA9-A482-43A8-82C4-FAB08435FA85}"/>
                      </a:ext>
                    </a:extLst>
                  </p:cNvPr>
                  <p:cNvGrpSpPr/>
                  <p:nvPr/>
                </p:nvGrpSpPr>
                <p:grpSpPr>
                  <a:xfrm>
                    <a:off x="3962336" y="3555509"/>
                    <a:ext cx="35624" cy="34472"/>
                    <a:chOff x="3962336" y="3555509"/>
                    <a:chExt cx="35624" cy="34472"/>
                  </a:xfrm>
                  <a:solidFill>
                    <a:schemeClr val="accent1"/>
                  </a:solidFill>
                </p:grpSpPr>
                <p:sp>
                  <p:nvSpPr>
                    <p:cNvPr id="11893" name="Forme libre : forme 11892">
                      <a:extLst>
                        <a:ext uri="{FF2B5EF4-FFF2-40B4-BE49-F238E27FC236}">
                          <a16:creationId xmlns:a16="http://schemas.microsoft.com/office/drawing/2014/main" id="{CFA3CA7A-DF89-4A1D-8164-D18FBE891E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2336" y="3555509"/>
                      <a:ext cx="35624" cy="34389"/>
                    </a:xfrm>
                    <a:custGeom>
                      <a:avLst/>
                      <a:gdLst>
                        <a:gd name="connsiteX0" fmla="*/ 16520 w 35624"/>
                        <a:gd name="connsiteY0" fmla="*/ 34305 h 34389"/>
                        <a:gd name="connsiteX1" fmla="*/ 42 w 35624"/>
                        <a:gd name="connsiteY1" fmla="*/ 15921 h 34389"/>
                        <a:gd name="connsiteX2" fmla="*/ 18997 w 35624"/>
                        <a:gd name="connsiteY2" fmla="*/ 15 h 34389"/>
                        <a:gd name="connsiteX3" fmla="*/ 35570 w 35624"/>
                        <a:gd name="connsiteY3" fmla="*/ 18398 h 34389"/>
                        <a:gd name="connsiteX4" fmla="*/ 16520 w 35624"/>
                        <a:gd name="connsiteY4" fmla="*/ 34305 h 34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24" h="34389">
                          <a:moveTo>
                            <a:pt x="16520" y="34305"/>
                          </a:moveTo>
                          <a:cubicBezTo>
                            <a:pt x="6710" y="33352"/>
                            <a:pt x="-625" y="25161"/>
                            <a:pt x="42" y="15921"/>
                          </a:cubicBezTo>
                          <a:cubicBezTo>
                            <a:pt x="709" y="6682"/>
                            <a:pt x="9281" y="-366"/>
                            <a:pt x="18997" y="15"/>
                          </a:cubicBezTo>
                          <a:cubicBezTo>
                            <a:pt x="28998" y="491"/>
                            <a:pt x="36332" y="8682"/>
                            <a:pt x="35570" y="18398"/>
                          </a:cubicBezTo>
                          <a:cubicBezTo>
                            <a:pt x="34808" y="28113"/>
                            <a:pt x="26331" y="35257"/>
                            <a:pt x="16520" y="3430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94" name="Forme libre : forme 11893">
                      <a:extLst>
                        <a:ext uri="{FF2B5EF4-FFF2-40B4-BE49-F238E27FC236}">
                          <a16:creationId xmlns:a16="http://schemas.microsoft.com/office/drawing/2014/main" id="{9EC469FA-3A93-4E3A-BC8B-C3D8515F78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2336" y="3555604"/>
                      <a:ext cx="27759" cy="34377"/>
                    </a:xfrm>
                    <a:custGeom>
                      <a:avLst/>
                      <a:gdLst>
                        <a:gd name="connsiteX0" fmla="*/ 17378 w 27759"/>
                        <a:gd name="connsiteY0" fmla="*/ 17160 h 34377"/>
                        <a:gd name="connsiteX1" fmla="*/ 27760 w 27759"/>
                        <a:gd name="connsiteY1" fmla="*/ 2777 h 34377"/>
                        <a:gd name="connsiteX2" fmla="*/ 18997 w 27759"/>
                        <a:gd name="connsiteY2" fmla="*/ 15 h 34377"/>
                        <a:gd name="connsiteX3" fmla="*/ 42 w 27759"/>
                        <a:gd name="connsiteY3" fmla="*/ 15921 h 34377"/>
                        <a:gd name="connsiteX4" fmla="*/ 16520 w 27759"/>
                        <a:gd name="connsiteY4" fmla="*/ 34305 h 34377"/>
                        <a:gd name="connsiteX5" fmla="*/ 25283 w 27759"/>
                        <a:gd name="connsiteY5" fmla="*/ 32876 h 34377"/>
                        <a:gd name="connsiteX6" fmla="*/ 17378 w 27759"/>
                        <a:gd name="connsiteY6" fmla="*/ 17160 h 343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759" h="34377">
                          <a:moveTo>
                            <a:pt x="17378" y="17160"/>
                          </a:moveTo>
                          <a:cubicBezTo>
                            <a:pt x="17854" y="10683"/>
                            <a:pt x="22045" y="5444"/>
                            <a:pt x="27760" y="2777"/>
                          </a:cubicBezTo>
                          <a:cubicBezTo>
                            <a:pt x="25188" y="1158"/>
                            <a:pt x="22236" y="110"/>
                            <a:pt x="18997" y="15"/>
                          </a:cubicBezTo>
                          <a:cubicBezTo>
                            <a:pt x="9281" y="-366"/>
                            <a:pt x="709" y="6682"/>
                            <a:pt x="42" y="15921"/>
                          </a:cubicBezTo>
                          <a:cubicBezTo>
                            <a:pt x="-625" y="25161"/>
                            <a:pt x="6710" y="33352"/>
                            <a:pt x="16520" y="34305"/>
                          </a:cubicBezTo>
                          <a:cubicBezTo>
                            <a:pt x="19664" y="34590"/>
                            <a:pt x="22616" y="34019"/>
                            <a:pt x="25283" y="32876"/>
                          </a:cubicBezTo>
                          <a:cubicBezTo>
                            <a:pt x="20140" y="29256"/>
                            <a:pt x="16902" y="23541"/>
                            <a:pt x="17378" y="1716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95" name="Forme libre : forme 11894">
                      <a:extLst>
                        <a:ext uri="{FF2B5EF4-FFF2-40B4-BE49-F238E27FC236}">
                          <a16:creationId xmlns:a16="http://schemas.microsoft.com/office/drawing/2014/main" id="{F850D2A7-5DA2-45AA-8A89-DE69EF3221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4194" y="3572157"/>
                      <a:ext cx="16792" cy="14663"/>
                    </a:xfrm>
                    <a:custGeom>
                      <a:avLst/>
                      <a:gdLst>
                        <a:gd name="connsiteX0" fmla="*/ 11140 w 16792"/>
                        <a:gd name="connsiteY0" fmla="*/ 14037 h 14663"/>
                        <a:gd name="connsiteX1" fmla="*/ 472 w 16792"/>
                        <a:gd name="connsiteY1" fmla="*/ 10322 h 14663"/>
                        <a:gd name="connsiteX2" fmla="*/ 5616 w 16792"/>
                        <a:gd name="connsiteY2" fmla="*/ 702 h 14663"/>
                        <a:gd name="connsiteX3" fmla="*/ 16283 w 16792"/>
                        <a:gd name="connsiteY3" fmla="*/ 4226 h 14663"/>
                        <a:gd name="connsiteX4" fmla="*/ 11140 w 16792"/>
                        <a:gd name="connsiteY4" fmla="*/ 14037 h 146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792" h="14663">
                          <a:moveTo>
                            <a:pt x="11140" y="14037"/>
                          </a:moveTo>
                          <a:cubicBezTo>
                            <a:pt x="6758" y="15656"/>
                            <a:pt x="1996" y="14037"/>
                            <a:pt x="472" y="10322"/>
                          </a:cubicBezTo>
                          <a:cubicBezTo>
                            <a:pt x="-1052" y="6702"/>
                            <a:pt x="1234" y="2416"/>
                            <a:pt x="5616" y="702"/>
                          </a:cubicBezTo>
                          <a:cubicBezTo>
                            <a:pt x="9997" y="-1013"/>
                            <a:pt x="14759" y="511"/>
                            <a:pt x="16283" y="4226"/>
                          </a:cubicBezTo>
                          <a:cubicBezTo>
                            <a:pt x="17903" y="7941"/>
                            <a:pt x="15521" y="12417"/>
                            <a:pt x="11140" y="1403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96" name="Forme libre : forme 11895">
                      <a:extLst>
                        <a:ext uri="{FF2B5EF4-FFF2-40B4-BE49-F238E27FC236}">
                          <a16:creationId xmlns:a16="http://schemas.microsoft.com/office/drawing/2014/main" id="{72365770-5C5C-43D5-A3A8-07F0FEAD5B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4838" y="3571806"/>
                      <a:ext cx="5848" cy="5725"/>
                    </a:xfrm>
                    <a:custGeom>
                      <a:avLst/>
                      <a:gdLst>
                        <a:gd name="connsiteX0" fmla="*/ 2686 w 5848"/>
                        <a:gd name="connsiteY0" fmla="*/ 5720 h 5725"/>
                        <a:gd name="connsiteX1" fmla="*/ 19 w 5848"/>
                        <a:gd name="connsiteY1" fmla="*/ 2672 h 5725"/>
                        <a:gd name="connsiteX2" fmla="*/ 3163 w 5848"/>
                        <a:gd name="connsiteY2" fmla="*/ 5 h 5725"/>
                        <a:gd name="connsiteX3" fmla="*/ 5830 w 5848"/>
                        <a:gd name="connsiteY3" fmla="*/ 3053 h 5725"/>
                        <a:gd name="connsiteX4" fmla="*/ 2686 w 5848"/>
                        <a:gd name="connsiteY4" fmla="*/ 5720 h 5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8" h="5725">
                          <a:moveTo>
                            <a:pt x="2686" y="5720"/>
                          </a:moveTo>
                          <a:cubicBezTo>
                            <a:pt x="1067" y="5625"/>
                            <a:pt x="-171" y="4196"/>
                            <a:pt x="19" y="2672"/>
                          </a:cubicBezTo>
                          <a:cubicBezTo>
                            <a:pt x="114" y="1148"/>
                            <a:pt x="1543" y="-90"/>
                            <a:pt x="3163" y="5"/>
                          </a:cubicBezTo>
                          <a:cubicBezTo>
                            <a:pt x="4782" y="101"/>
                            <a:pt x="6020" y="1434"/>
                            <a:pt x="5830" y="3053"/>
                          </a:cubicBezTo>
                          <a:cubicBezTo>
                            <a:pt x="5734" y="4672"/>
                            <a:pt x="4305" y="5815"/>
                            <a:pt x="2686" y="57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897" name="Graphique 5">
                    <a:extLst>
                      <a:ext uri="{FF2B5EF4-FFF2-40B4-BE49-F238E27FC236}">
                        <a16:creationId xmlns:a16="http://schemas.microsoft.com/office/drawing/2014/main" id="{EB38935A-317A-4DE9-8E32-7A072EA4D5CE}"/>
                      </a:ext>
                    </a:extLst>
                  </p:cNvPr>
                  <p:cNvGrpSpPr/>
                  <p:nvPr/>
                </p:nvGrpSpPr>
                <p:grpSpPr>
                  <a:xfrm>
                    <a:off x="3934858" y="3576610"/>
                    <a:ext cx="35563" cy="33165"/>
                    <a:chOff x="3934858" y="3576610"/>
                    <a:chExt cx="35563" cy="33165"/>
                  </a:xfrm>
                  <a:solidFill>
                    <a:schemeClr val="accent1"/>
                  </a:solidFill>
                </p:grpSpPr>
                <p:sp>
                  <p:nvSpPr>
                    <p:cNvPr id="11898" name="Forme libre : forme 11897">
                      <a:extLst>
                        <a:ext uri="{FF2B5EF4-FFF2-40B4-BE49-F238E27FC236}">
                          <a16:creationId xmlns:a16="http://schemas.microsoft.com/office/drawing/2014/main" id="{53CD59F6-8654-4D1A-8856-BB761BE991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4858" y="3576610"/>
                      <a:ext cx="35563" cy="33165"/>
                    </a:xfrm>
                    <a:custGeom>
                      <a:avLst/>
                      <a:gdLst>
                        <a:gd name="connsiteX0" fmla="*/ 15805 w 35563"/>
                        <a:gd name="connsiteY0" fmla="*/ 33016 h 33165"/>
                        <a:gd name="connsiteX1" fmla="*/ 88 w 35563"/>
                        <a:gd name="connsiteY1" fmla="*/ 14823 h 33165"/>
                        <a:gd name="connsiteX2" fmla="*/ 19043 w 35563"/>
                        <a:gd name="connsiteY2" fmla="*/ 59 h 33165"/>
                        <a:gd name="connsiteX3" fmla="*/ 35521 w 35563"/>
                        <a:gd name="connsiteY3" fmla="*/ 18347 h 33165"/>
                        <a:gd name="connsiteX4" fmla="*/ 15805 w 35563"/>
                        <a:gd name="connsiteY4" fmla="*/ 33016 h 331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63" h="33165">
                          <a:moveTo>
                            <a:pt x="15805" y="33016"/>
                          </a:moveTo>
                          <a:cubicBezTo>
                            <a:pt x="5994" y="31777"/>
                            <a:pt x="-864" y="23681"/>
                            <a:pt x="88" y="14823"/>
                          </a:cubicBezTo>
                          <a:cubicBezTo>
                            <a:pt x="755" y="5965"/>
                            <a:pt x="9232" y="-703"/>
                            <a:pt x="19043" y="59"/>
                          </a:cubicBezTo>
                          <a:cubicBezTo>
                            <a:pt x="28854" y="821"/>
                            <a:pt x="36188" y="9013"/>
                            <a:pt x="35521" y="18347"/>
                          </a:cubicBezTo>
                          <a:cubicBezTo>
                            <a:pt x="34474" y="27682"/>
                            <a:pt x="25520" y="34254"/>
                            <a:pt x="15805" y="3301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99" name="Forme libre : forme 11898">
                      <a:extLst>
                        <a:ext uri="{FF2B5EF4-FFF2-40B4-BE49-F238E27FC236}">
                          <a16:creationId xmlns:a16="http://schemas.microsoft.com/office/drawing/2014/main" id="{6F450A81-36F6-43A5-B7BA-CFC9BCDBD3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4858" y="3576610"/>
                      <a:ext cx="27710" cy="33146"/>
                    </a:xfrm>
                    <a:custGeom>
                      <a:avLst/>
                      <a:gdLst>
                        <a:gd name="connsiteX0" fmla="*/ 17424 w 27710"/>
                        <a:gd name="connsiteY0" fmla="*/ 16633 h 33146"/>
                        <a:gd name="connsiteX1" fmla="*/ 27711 w 27710"/>
                        <a:gd name="connsiteY1" fmla="*/ 3012 h 33146"/>
                        <a:gd name="connsiteX2" fmla="*/ 19043 w 27710"/>
                        <a:gd name="connsiteY2" fmla="*/ 59 h 33146"/>
                        <a:gd name="connsiteX3" fmla="*/ 88 w 27710"/>
                        <a:gd name="connsiteY3" fmla="*/ 14823 h 33146"/>
                        <a:gd name="connsiteX4" fmla="*/ 15805 w 27710"/>
                        <a:gd name="connsiteY4" fmla="*/ 33016 h 33146"/>
                        <a:gd name="connsiteX5" fmla="*/ 24568 w 27710"/>
                        <a:gd name="connsiteY5" fmla="*/ 31873 h 33146"/>
                        <a:gd name="connsiteX6" fmla="*/ 17424 w 27710"/>
                        <a:gd name="connsiteY6" fmla="*/ 16633 h 33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710" h="33146">
                          <a:moveTo>
                            <a:pt x="17424" y="16633"/>
                          </a:moveTo>
                          <a:cubicBezTo>
                            <a:pt x="17900" y="10442"/>
                            <a:pt x="21996" y="5393"/>
                            <a:pt x="27711" y="3012"/>
                          </a:cubicBezTo>
                          <a:cubicBezTo>
                            <a:pt x="25234" y="1393"/>
                            <a:pt x="22282" y="250"/>
                            <a:pt x="19043" y="59"/>
                          </a:cubicBezTo>
                          <a:cubicBezTo>
                            <a:pt x="9232" y="-703"/>
                            <a:pt x="755" y="5965"/>
                            <a:pt x="88" y="14823"/>
                          </a:cubicBezTo>
                          <a:cubicBezTo>
                            <a:pt x="-864" y="23681"/>
                            <a:pt x="5994" y="31777"/>
                            <a:pt x="15805" y="33016"/>
                          </a:cubicBezTo>
                          <a:cubicBezTo>
                            <a:pt x="18948" y="33397"/>
                            <a:pt x="21901" y="32920"/>
                            <a:pt x="24568" y="31873"/>
                          </a:cubicBezTo>
                          <a:cubicBezTo>
                            <a:pt x="19615" y="28444"/>
                            <a:pt x="16757" y="22729"/>
                            <a:pt x="17424" y="1663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00" name="Forme libre : forme 11899">
                      <a:extLst>
                        <a:ext uri="{FF2B5EF4-FFF2-40B4-BE49-F238E27FC236}">
                          <a16:creationId xmlns:a16="http://schemas.microsoft.com/office/drawing/2014/main" id="{2BF5F245-3FCB-4CB9-B879-DB6A6CC6C3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369" y="3592781"/>
                      <a:ext cx="16940" cy="14108"/>
                    </a:xfrm>
                    <a:custGeom>
                      <a:avLst/>
                      <a:gdLst>
                        <a:gd name="connsiteX0" fmla="*/ 10961 w 16940"/>
                        <a:gd name="connsiteY0" fmla="*/ 13606 h 14108"/>
                        <a:gd name="connsiteX1" fmla="*/ 388 w 16940"/>
                        <a:gd name="connsiteY1" fmla="*/ 9701 h 14108"/>
                        <a:gd name="connsiteX2" fmla="*/ 5912 w 16940"/>
                        <a:gd name="connsiteY2" fmla="*/ 557 h 14108"/>
                        <a:gd name="connsiteX3" fmla="*/ 16580 w 16940"/>
                        <a:gd name="connsiteY3" fmla="*/ 4367 h 14108"/>
                        <a:gd name="connsiteX4" fmla="*/ 10961 w 16940"/>
                        <a:gd name="connsiteY4" fmla="*/ 13606 h 14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40" h="14108">
                          <a:moveTo>
                            <a:pt x="10961" y="13606"/>
                          </a:moveTo>
                          <a:cubicBezTo>
                            <a:pt x="6484" y="15035"/>
                            <a:pt x="1817" y="13320"/>
                            <a:pt x="388" y="9701"/>
                          </a:cubicBezTo>
                          <a:cubicBezTo>
                            <a:pt x="-1041" y="6081"/>
                            <a:pt x="1626" y="2080"/>
                            <a:pt x="5912" y="557"/>
                          </a:cubicBezTo>
                          <a:cubicBezTo>
                            <a:pt x="10199" y="-967"/>
                            <a:pt x="15152" y="747"/>
                            <a:pt x="16580" y="4367"/>
                          </a:cubicBezTo>
                          <a:cubicBezTo>
                            <a:pt x="17914" y="7986"/>
                            <a:pt x="15437" y="12177"/>
                            <a:pt x="10961" y="1360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01" name="Forme libre : forme 11900">
                      <a:extLst>
                        <a:ext uri="{FF2B5EF4-FFF2-40B4-BE49-F238E27FC236}">
                          <a16:creationId xmlns:a16="http://schemas.microsoft.com/office/drawing/2014/main" id="{9C672FA4-89FA-4F17-838C-8121679E48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7309" y="3592570"/>
                      <a:ext cx="5850" cy="5551"/>
                    </a:xfrm>
                    <a:custGeom>
                      <a:avLst/>
                      <a:gdLst>
                        <a:gd name="connsiteX0" fmla="*/ 2593 w 5850"/>
                        <a:gd name="connsiteY0" fmla="*/ 5531 h 5551"/>
                        <a:gd name="connsiteX1" fmla="*/ 21 w 5850"/>
                        <a:gd name="connsiteY1" fmla="*/ 2483 h 5551"/>
                        <a:gd name="connsiteX2" fmla="*/ 3164 w 5850"/>
                        <a:gd name="connsiteY2" fmla="*/ 6 h 5551"/>
                        <a:gd name="connsiteX3" fmla="*/ 5831 w 5850"/>
                        <a:gd name="connsiteY3" fmla="*/ 3054 h 5551"/>
                        <a:gd name="connsiteX4" fmla="*/ 2593 w 5850"/>
                        <a:gd name="connsiteY4" fmla="*/ 5531 h 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0" h="5551">
                          <a:moveTo>
                            <a:pt x="2593" y="5531"/>
                          </a:moveTo>
                          <a:cubicBezTo>
                            <a:pt x="973" y="5340"/>
                            <a:pt x="-170" y="4007"/>
                            <a:pt x="21" y="2483"/>
                          </a:cubicBezTo>
                          <a:cubicBezTo>
                            <a:pt x="116" y="959"/>
                            <a:pt x="1545" y="-89"/>
                            <a:pt x="3164" y="6"/>
                          </a:cubicBezTo>
                          <a:cubicBezTo>
                            <a:pt x="4783" y="101"/>
                            <a:pt x="6022" y="1530"/>
                            <a:pt x="5831" y="3054"/>
                          </a:cubicBezTo>
                          <a:cubicBezTo>
                            <a:pt x="5640" y="4578"/>
                            <a:pt x="4212" y="5721"/>
                            <a:pt x="2593" y="55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1902" name="Graphique 5">
                  <a:extLst>
                    <a:ext uri="{FF2B5EF4-FFF2-40B4-BE49-F238E27FC236}">
                      <a16:creationId xmlns:a16="http://schemas.microsoft.com/office/drawing/2014/main" id="{A5BC2352-C6D4-4F86-939D-E9FD578DE735}"/>
                    </a:ext>
                  </a:extLst>
                </p:cNvPr>
                <p:cNvGrpSpPr/>
                <p:nvPr/>
              </p:nvGrpSpPr>
              <p:grpSpPr>
                <a:xfrm>
                  <a:off x="3830855" y="3540141"/>
                  <a:ext cx="75586" cy="75939"/>
                  <a:chOff x="3830855" y="3540141"/>
                  <a:chExt cx="75586" cy="75939"/>
                </a:xfrm>
                <a:solidFill>
                  <a:schemeClr val="accent1"/>
                </a:solidFill>
              </p:grpSpPr>
              <p:grpSp>
                <p:nvGrpSpPr>
                  <p:cNvPr id="11903" name="Graphique 5">
                    <a:extLst>
                      <a:ext uri="{FF2B5EF4-FFF2-40B4-BE49-F238E27FC236}">
                        <a16:creationId xmlns:a16="http://schemas.microsoft.com/office/drawing/2014/main" id="{CBABDD07-11AD-40CC-98C0-E7E074250F7E}"/>
                      </a:ext>
                    </a:extLst>
                  </p:cNvPr>
                  <p:cNvGrpSpPr/>
                  <p:nvPr/>
                </p:nvGrpSpPr>
                <p:grpSpPr>
                  <a:xfrm>
                    <a:off x="3870762" y="3540141"/>
                    <a:ext cx="35678" cy="30327"/>
                    <a:chOff x="3870762" y="3540141"/>
                    <a:chExt cx="35678" cy="30327"/>
                  </a:xfrm>
                  <a:solidFill>
                    <a:schemeClr val="accent1"/>
                  </a:solidFill>
                </p:grpSpPr>
                <p:sp>
                  <p:nvSpPr>
                    <p:cNvPr id="11904" name="Forme libre : forme 11903">
                      <a:extLst>
                        <a:ext uri="{FF2B5EF4-FFF2-40B4-BE49-F238E27FC236}">
                          <a16:creationId xmlns:a16="http://schemas.microsoft.com/office/drawing/2014/main" id="{6ABD36ED-4208-45BE-8B9C-6CF89AF109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0803" y="3540141"/>
                      <a:ext cx="35637" cy="30327"/>
                    </a:xfrm>
                    <a:custGeom>
                      <a:avLst/>
                      <a:gdLst>
                        <a:gd name="connsiteX0" fmla="*/ 24614 w 35637"/>
                        <a:gd name="connsiteY0" fmla="*/ 29289 h 30327"/>
                        <a:gd name="connsiteX1" fmla="*/ 1373 w 35637"/>
                        <a:gd name="connsiteY1" fmla="*/ 20811 h 30327"/>
                        <a:gd name="connsiteX2" fmla="*/ 10422 w 35637"/>
                        <a:gd name="connsiteY2" fmla="*/ 1285 h 30327"/>
                        <a:gd name="connsiteX3" fmla="*/ 34139 w 35637"/>
                        <a:gd name="connsiteY3" fmla="*/ 9191 h 30327"/>
                        <a:gd name="connsiteX4" fmla="*/ 24614 w 35637"/>
                        <a:gd name="connsiteY4" fmla="*/ 29289 h 303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37" h="30327">
                          <a:moveTo>
                            <a:pt x="24614" y="29289"/>
                          </a:moveTo>
                          <a:cubicBezTo>
                            <a:pt x="15565" y="32337"/>
                            <a:pt x="5088" y="28431"/>
                            <a:pt x="1373" y="20811"/>
                          </a:cubicBezTo>
                          <a:cubicBezTo>
                            <a:pt x="-2247" y="13286"/>
                            <a:pt x="1468" y="4714"/>
                            <a:pt x="10422" y="1285"/>
                          </a:cubicBezTo>
                          <a:cubicBezTo>
                            <a:pt x="19375" y="-2049"/>
                            <a:pt x="29948" y="1285"/>
                            <a:pt x="34139" y="9191"/>
                          </a:cubicBezTo>
                          <a:cubicBezTo>
                            <a:pt x="38235" y="17001"/>
                            <a:pt x="33568" y="26145"/>
                            <a:pt x="24614" y="2928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05" name="Forme libre : forme 11904">
                      <a:extLst>
                        <a:ext uri="{FF2B5EF4-FFF2-40B4-BE49-F238E27FC236}">
                          <a16:creationId xmlns:a16="http://schemas.microsoft.com/office/drawing/2014/main" id="{A6920894-91AC-44F4-B2DD-870E4F7A3D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0762" y="3540192"/>
                      <a:ext cx="31608" cy="30265"/>
                    </a:xfrm>
                    <a:custGeom>
                      <a:avLst/>
                      <a:gdLst>
                        <a:gd name="connsiteX0" fmla="*/ 17511 w 31608"/>
                        <a:gd name="connsiteY0" fmla="*/ 15332 h 30265"/>
                        <a:gd name="connsiteX1" fmla="*/ 19416 w 31608"/>
                        <a:gd name="connsiteY1" fmla="*/ 92 h 30265"/>
                        <a:gd name="connsiteX2" fmla="*/ 10367 w 31608"/>
                        <a:gd name="connsiteY2" fmla="*/ 1235 h 30265"/>
                        <a:gd name="connsiteX3" fmla="*/ 1319 w 31608"/>
                        <a:gd name="connsiteY3" fmla="*/ 20761 h 30265"/>
                        <a:gd name="connsiteX4" fmla="*/ 24560 w 31608"/>
                        <a:gd name="connsiteY4" fmla="*/ 29238 h 30265"/>
                        <a:gd name="connsiteX5" fmla="*/ 31608 w 31608"/>
                        <a:gd name="connsiteY5" fmla="*/ 24666 h 30265"/>
                        <a:gd name="connsiteX6" fmla="*/ 17511 w 31608"/>
                        <a:gd name="connsiteY6" fmla="*/ 15332 h 30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08" h="30265">
                          <a:moveTo>
                            <a:pt x="17511" y="15332"/>
                          </a:moveTo>
                          <a:cubicBezTo>
                            <a:pt x="14940" y="10093"/>
                            <a:pt x="15701" y="4378"/>
                            <a:pt x="19416" y="92"/>
                          </a:cubicBezTo>
                          <a:cubicBezTo>
                            <a:pt x="16368" y="-194"/>
                            <a:pt x="13320" y="187"/>
                            <a:pt x="10367" y="1235"/>
                          </a:cubicBezTo>
                          <a:cubicBezTo>
                            <a:pt x="1509" y="4664"/>
                            <a:pt x="-2206" y="13236"/>
                            <a:pt x="1319" y="20761"/>
                          </a:cubicBezTo>
                          <a:cubicBezTo>
                            <a:pt x="5129" y="28286"/>
                            <a:pt x="15511" y="32286"/>
                            <a:pt x="24560" y="29238"/>
                          </a:cubicBezTo>
                          <a:cubicBezTo>
                            <a:pt x="27417" y="28286"/>
                            <a:pt x="29799" y="26667"/>
                            <a:pt x="31608" y="24666"/>
                          </a:cubicBezTo>
                          <a:cubicBezTo>
                            <a:pt x="25608" y="23904"/>
                            <a:pt x="19988" y="20475"/>
                            <a:pt x="17511" y="1533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06" name="Forme libre : forme 11905">
                      <a:extLst>
                        <a:ext uri="{FF2B5EF4-FFF2-40B4-BE49-F238E27FC236}">
                          <a16:creationId xmlns:a16="http://schemas.microsoft.com/office/drawing/2014/main" id="{D9905DD0-97C1-4C72-9F39-DFDA5CA319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5999" y="3552752"/>
                      <a:ext cx="15883" cy="13824"/>
                    </a:xfrm>
                    <a:custGeom>
                      <a:avLst/>
                      <a:gdLst>
                        <a:gd name="connsiteX0" fmla="*/ 13514 w 15883"/>
                        <a:gd name="connsiteY0" fmla="*/ 11153 h 13824"/>
                        <a:gd name="connsiteX1" fmla="*/ 2274 w 15883"/>
                        <a:gd name="connsiteY1" fmla="*/ 12391 h 13824"/>
                        <a:gd name="connsiteX2" fmla="*/ 2370 w 15883"/>
                        <a:gd name="connsiteY2" fmla="*/ 2771 h 13824"/>
                        <a:gd name="connsiteX3" fmla="*/ 13609 w 15883"/>
                        <a:gd name="connsiteY3" fmla="*/ 1438 h 13824"/>
                        <a:gd name="connsiteX4" fmla="*/ 13514 w 15883"/>
                        <a:gd name="connsiteY4" fmla="*/ 11153 h 13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3" h="13824">
                          <a:moveTo>
                            <a:pt x="13514" y="11153"/>
                          </a:moveTo>
                          <a:cubicBezTo>
                            <a:pt x="10371" y="14201"/>
                            <a:pt x="5418" y="14678"/>
                            <a:pt x="2274" y="12391"/>
                          </a:cubicBezTo>
                          <a:cubicBezTo>
                            <a:pt x="-774" y="10010"/>
                            <a:pt x="-774" y="5819"/>
                            <a:pt x="2370" y="2771"/>
                          </a:cubicBezTo>
                          <a:cubicBezTo>
                            <a:pt x="5513" y="-277"/>
                            <a:pt x="10466" y="-943"/>
                            <a:pt x="13609" y="1438"/>
                          </a:cubicBezTo>
                          <a:cubicBezTo>
                            <a:pt x="16657" y="3724"/>
                            <a:pt x="16657" y="8201"/>
                            <a:pt x="13514" y="1115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07" name="Forme libre : forme 11906">
                      <a:extLst>
                        <a:ext uri="{FF2B5EF4-FFF2-40B4-BE49-F238E27FC236}">
                          <a16:creationId xmlns:a16="http://schemas.microsoft.com/office/drawing/2014/main" id="{2CF3C88D-30D4-415B-B9EA-BCD1F3E094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3390" y="3551316"/>
                      <a:ext cx="5889" cy="5081"/>
                    </a:xfrm>
                    <a:custGeom>
                      <a:avLst/>
                      <a:gdLst>
                        <a:gd name="connsiteX0" fmla="*/ 4027 w 5889"/>
                        <a:gd name="connsiteY0" fmla="*/ 4874 h 5081"/>
                        <a:gd name="connsiteX1" fmla="*/ 217 w 5889"/>
                        <a:gd name="connsiteY1" fmla="*/ 3541 h 5081"/>
                        <a:gd name="connsiteX2" fmla="*/ 1741 w 5889"/>
                        <a:gd name="connsiteY2" fmla="*/ 207 h 5081"/>
                        <a:gd name="connsiteX3" fmla="*/ 5647 w 5889"/>
                        <a:gd name="connsiteY3" fmla="*/ 1540 h 5081"/>
                        <a:gd name="connsiteX4" fmla="*/ 4027 w 5889"/>
                        <a:gd name="connsiteY4" fmla="*/ 4874 h 50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9" h="5081">
                          <a:moveTo>
                            <a:pt x="4027" y="4874"/>
                          </a:moveTo>
                          <a:cubicBezTo>
                            <a:pt x="2504" y="5446"/>
                            <a:pt x="789" y="4779"/>
                            <a:pt x="217" y="3541"/>
                          </a:cubicBezTo>
                          <a:cubicBezTo>
                            <a:pt x="-354" y="2302"/>
                            <a:pt x="217" y="778"/>
                            <a:pt x="1741" y="207"/>
                          </a:cubicBezTo>
                          <a:cubicBezTo>
                            <a:pt x="3170" y="-365"/>
                            <a:pt x="4980" y="302"/>
                            <a:pt x="5647" y="1540"/>
                          </a:cubicBezTo>
                          <a:cubicBezTo>
                            <a:pt x="6314" y="2874"/>
                            <a:pt x="5551" y="4398"/>
                            <a:pt x="4027" y="487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908" name="Graphique 5">
                    <a:extLst>
                      <a:ext uri="{FF2B5EF4-FFF2-40B4-BE49-F238E27FC236}">
                        <a16:creationId xmlns:a16="http://schemas.microsoft.com/office/drawing/2014/main" id="{2F9507C2-D60A-430F-93C6-44DF172A8AB8}"/>
                      </a:ext>
                    </a:extLst>
                  </p:cNvPr>
                  <p:cNvGrpSpPr/>
                  <p:nvPr/>
                </p:nvGrpSpPr>
                <p:grpSpPr>
                  <a:xfrm>
                    <a:off x="3846292" y="3561629"/>
                    <a:ext cx="35546" cy="29372"/>
                    <a:chOff x="3846292" y="3561629"/>
                    <a:chExt cx="35546" cy="29372"/>
                  </a:xfrm>
                  <a:solidFill>
                    <a:schemeClr val="accent1"/>
                  </a:solidFill>
                </p:grpSpPr>
                <p:sp>
                  <p:nvSpPr>
                    <p:cNvPr id="11909" name="Forme libre : forme 11908">
                      <a:extLst>
                        <a:ext uri="{FF2B5EF4-FFF2-40B4-BE49-F238E27FC236}">
                          <a16:creationId xmlns:a16="http://schemas.microsoft.com/office/drawing/2014/main" id="{512B2B02-0AC5-4381-BCCA-916FC0BE7F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6292" y="3561642"/>
                      <a:ext cx="35546" cy="29321"/>
                    </a:xfrm>
                    <a:custGeom>
                      <a:avLst/>
                      <a:gdLst>
                        <a:gd name="connsiteX0" fmla="*/ 24455 w 35546"/>
                        <a:gd name="connsiteY0" fmla="*/ 28552 h 29321"/>
                        <a:gd name="connsiteX1" fmla="*/ 1405 w 35546"/>
                        <a:gd name="connsiteY1" fmla="*/ 19599 h 29321"/>
                        <a:gd name="connsiteX2" fmla="*/ 10930 w 35546"/>
                        <a:gd name="connsiteY2" fmla="*/ 1025 h 29321"/>
                        <a:gd name="connsiteX3" fmla="*/ 34171 w 35546"/>
                        <a:gd name="connsiteY3" fmla="*/ 9407 h 29321"/>
                        <a:gd name="connsiteX4" fmla="*/ 24455 w 35546"/>
                        <a:gd name="connsiteY4" fmla="*/ 28552 h 29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46" h="29321">
                          <a:moveTo>
                            <a:pt x="24455" y="28552"/>
                          </a:moveTo>
                          <a:cubicBezTo>
                            <a:pt x="15121" y="31124"/>
                            <a:pt x="5120" y="27028"/>
                            <a:pt x="1405" y="19599"/>
                          </a:cubicBezTo>
                          <a:cubicBezTo>
                            <a:pt x="-2405" y="12169"/>
                            <a:pt x="1786" y="3978"/>
                            <a:pt x="10930" y="1025"/>
                          </a:cubicBezTo>
                          <a:cubicBezTo>
                            <a:pt x="19979" y="-1928"/>
                            <a:pt x="30456" y="1692"/>
                            <a:pt x="34171" y="9407"/>
                          </a:cubicBezTo>
                          <a:cubicBezTo>
                            <a:pt x="37886" y="17217"/>
                            <a:pt x="33885" y="25981"/>
                            <a:pt x="24455" y="2855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10" name="Forme libre : forme 11909">
                      <a:extLst>
                        <a:ext uri="{FF2B5EF4-FFF2-40B4-BE49-F238E27FC236}">
                          <a16:creationId xmlns:a16="http://schemas.microsoft.com/office/drawing/2014/main" id="{E33AA9A3-E84E-4FF6-90DA-EAFDCBC820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6306" y="3561629"/>
                      <a:ext cx="31681" cy="29372"/>
                    </a:xfrm>
                    <a:custGeom>
                      <a:avLst/>
                      <a:gdLst>
                        <a:gd name="connsiteX0" fmla="*/ 17489 w 31681"/>
                        <a:gd name="connsiteY0" fmla="*/ 14849 h 29372"/>
                        <a:gd name="connsiteX1" fmla="*/ 19965 w 31681"/>
                        <a:gd name="connsiteY1" fmla="*/ 181 h 29372"/>
                        <a:gd name="connsiteX2" fmla="*/ 10917 w 31681"/>
                        <a:gd name="connsiteY2" fmla="*/ 1038 h 29372"/>
                        <a:gd name="connsiteX3" fmla="*/ 1392 w 31681"/>
                        <a:gd name="connsiteY3" fmla="*/ 19612 h 29372"/>
                        <a:gd name="connsiteX4" fmla="*/ 24442 w 31681"/>
                        <a:gd name="connsiteY4" fmla="*/ 28565 h 29372"/>
                        <a:gd name="connsiteX5" fmla="*/ 31681 w 31681"/>
                        <a:gd name="connsiteY5" fmla="*/ 24374 h 29372"/>
                        <a:gd name="connsiteX6" fmla="*/ 17489 w 31681"/>
                        <a:gd name="connsiteY6" fmla="*/ 14849 h 293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81" h="29372">
                          <a:moveTo>
                            <a:pt x="17489" y="14849"/>
                          </a:moveTo>
                          <a:cubicBezTo>
                            <a:pt x="14917" y="9706"/>
                            <a:pt x="16155" y="4182"/>
                            <a:pt x="19965" y="181"/>
                          </a:cubicBezTo>
                          <a:cubicBezTo>
                            <a:pt x="17013" y="-200"/>
                            <a:pt x="13869" y="-10"/>
                            <a:pt x="10917" y="1038"/>
                          </a:cubicBezTo>
                          <a:cubicBezTo>
                            <a:pt x="1868" y="3991"/>
                            <a:pt x="-2418" y="12087"/>
                            <a:pt x="1392" y="19612"/>
                          </a:cubicBezTo>
                          <a:cubicBezTo>
                            <a:pt x="5106" y="27041"/>
                            <a:pt x="15107" y="31232"/>
                            <a:pt x="24442" y="28565"/>
                          </a:cubicBezTo>
                          <a:cubicBezTo>
                            <a:pt x="27395" y="27708"/>
                            <a:pt x="29871" y="26280"/>
                            <a:pt x="31681" y="24374"/>
                          </a:cubicBezTo>
                          <a:cubicBezTo>
                            <a:pt x="25585" y="23422"/>
                            <a:pt x="20061" y="19993"/>
                            <a:pt x="17489" y="1484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11" name="Forme libre : forme 11910">
                      <a:extLst>
                        <a:ext uri="{FF2B5EF4-FFF2-40B4-BE49-F238E27FC236}">
                          <a16:creationId xmlns:a16="http://schemas.microsoft.com/office/drawing/2014/main" id="{19328820-A28C-48B8-BE2A-A3EE987674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1604" y="3574041"/>
                      <a:ext cx="15787" cy="13375"/>
                    </a:xfrm>
                    <a:custGeom>
                      <a:avLst/>
                      <a:gdLst>
                        <a:gd name="connsiteX0" fmla="*/ 13430 w 15787"/>
                        <a:gd name="connsiteY0" fmla="*/ 11010 h 13375"/>
                        <a:gd name="connsiteX1" fmla="*/ 2286 w 15787"/>
                        <a:gd name="connsiteY1" fmla="*/ 11772 h 13375"/>
                        <a:gd name="connsiteX2" fmla="*/ 2286 w 15787"/>
                        <a:gd name="connsiteY2" fmla="*/ 2437 h 13375"/>
                        <a:gd name="connsiteX3" fmla="*/ 13430 w 15787"/>
                        <a:gd name="connsiteY3" fmla="*/ 1485 h 13375"/>
                        <a:gd name="connsiteX4" fmla="*/ 13430 w 15787"/>
                        <a:gd name="connsiteY4" fmla="*/ 11010 h 13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87" h="13375">
                          <a:moveTo>
                            <a:pt x="13430" y="11010"/>
                          </a:moveTo>
                          <a:cubicBezTo>
                            <a:pt x="10382" y="13867"/>
                            <a:pt x="5144" y="14153"/>
                            <a:pt x="2286" y="11772"/>
                          </a:cubicBezTo>
                          <a:cubicBezTo>
                            <a:pt x="-762" y="9391"/>
                            <a:pt x="-762" y="5295"/>
                            <a:pt x="2286" y="2437"/>
                          </a:cubicBezTo>
                          <a:cubicBezTo>
                            <a:pt x="5334" y="-420"/>
                            <a:pt x="10382" y="-801"/>
                            <a:pt x="13430" y="1485"/>
                          </a:cubicBezTo>
                          <a:cubicBezTo>
                            <a:pt x="16574" y="3961"/>
                            <a:pt x="16574" y="8248"/>
                            <a:pt x="13430" y="110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12" name="Forme libre : forme 11911">
                      <a:extLst>
                        <a:ext uri="{FF2B5EF4-FFF2-40B4-BE49-F238E27FC236}">
                          <a16:creationId xmlns:a16="http://schemas.microsoft.com/office/drawing/2014/main" id="{C1414325-1BE4-4906-B05D-96F54B612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8885" y="3572800"/>
                      <a:ext cx="5836" cy="4880"/>
                    </a:xfrm>
                    <a:custGeom>
                      <a:avLst/>
                      <a:gdLst>
                        <a:gd name="connsiteX0" fmla="*/ 4054 w 5836"/>
                        <a:gd name="connsiteY0" fmla="*/ 4727 h 4880"/>
                        <a:gd name="connsiteX1" fmla="*/ 244 w 5836"/>
                        <a:gd name="connsiteY1" fmla="*/ 3298 h 4880"/>
                        <a:gd name="connsiteX2" fmla="*/ 1768 w 5836"/>
                        <a:gd name="connsiteY2" fmla="*/ 154 h 4880"/>
                        <a:gd name="connsiteX3" fmla="*/ 5578 w 5836"/>
                        <a:gd name="connsiteY3" fmla="*/ 1583 h 4880"/>
                        <a:gd name="connsiteX4" fmla="*/ 4054 w 5836"/>
                        <a:gd name="connsiteY4" fmla="*/ 4727 h 4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6" h="4880">
                          <a:moveTo>
                            <a:pt x="4054" y="4727"/>
                          </a:moveTo>
                          <a:cubicBezTo>
                            <a:pt x="2530" y="5203"/>
                            <a:pt x="816" y="4536"/>
                            <a:pt x="244" y="3298"/>
                          </a:cubicBezTo>
                          <a:cubicBezTo>
                            <a:pt x="-423" y="2060"/>
                            <a:pt x="339" y="631"/>
                            <a:pt x="1768" y="154"/>
                          </a:cubicBezTo>
                          <a:cubicBezTo>
                            <a:pt x="3292" y="-322"/>
                            <a:pt x="5007" y="345"/>
                            <a:pt x="5578" y="1583"/>
                          </a:cubicBezTo>
                          <a:cubicBezTo>
                            <a:pt x="6245" y="2821"/>
                            <a:pt x="5578" y="4250"/>
                            <a:pt x="4054" y="47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913" name="Graphique 5">
                    <a:extLst>
                      <a:ext uri="{FF2B5EF4-FFF2-40B4-BE49-F238E27FC236}">
                        <a16:creationId xmlns:a16="http://schemas.microsoft.com/office/drawing/2014/main" id="{0E49AB00-1573-427F-9E7E-A92A7E6B34E7}"/>
                      </a:ext>
                    </a:extLst>
                  </p:cNvPr>
                  <p:cNvGrpSpPr/>
                  <p:nvPr/>
                </p:nvGrpSpPr>
                <p:grpSpPr>
                  <a:xfrm>
                    <a:off x="3830855" y="3587264"/>
                    <a:ext cx="35533" cy="28817"/>
                    <a:chOff x="3830855" y="3587264"/>
                    <a:chExt cx="35533" cy="28817"/>
                  </a:xfrm>
                  <a:solidFill>
                    <a:schemeClr val="accent1"/>
                  </a:solidFill>
                </p:grpSpPr>
                <p:sp>
                  <p:nvSpPr>
                    <p:cNvPr id="11914" name="Forme libre : forme 11913">
                      <a:extLst>
                        <a:ext uri="{FF2B5EF4-FFF2-40B4-BE49-F238E27FC236}">
                          <a16:creationId xmlns:a16="http://schemas.microsoft.com/office/drawing/2014/main" id="{50A89132-D1B3-4FBD-8845-DA924CB909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0855" y="3587264"/>
                      <a:ext cx="35533" cy="28817"/>
                    </a:xfrm>
                    <a:custGeom>
                      <a:avLst/>
                      <a:gdLst>
                        <a:gd name="connsiteX0" fmla="*/ 23986 w 35533"/>
                        <a:gd name="connsiteY0" fmla="*/ 28267 h 28817"/>
                        <a:gd name="connsiteX1" fmla="*/ 1126 w 35533"/>
                        <a:gd name="connsiteY1" fmla="*/ 18457 h 28817"/>
                        <a:gd name="connsiteX2" fmla="*/ 11508 w 35533"/>
                        <a:gd name="connsiteY2" fmla="*/ 740 h 28817"/>
                        <a:gd name="connsiteX3" fmla="*/ 34369 w 35533"/>
                        <a:gd name="connsiteY3" fmla="*/ 9979 h 28817"/>
                        <a:gd name="connsiteX4" fmla="*/ 23986 w 35533"/>
                        <a:gd name="connsiteY4" fmla="*/ 28267 h 28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33" h="28817">
                          <a:moveTo>
                            <a:pt x="23986" y="28267"/>
                          </a:moveTo>
                          <a:cubicBezTo>
                            <a:pt x="14842" y="30458"/>
                            <a:pt x="4650" y="25886"/>
                            <a:pt x="1126" y="18457"/>
                          </a:cubicBezTo>
                          <a:cubicBezTo>
                            <a:pt x="-2303" y="11027"/>
                            <a:pt x="2365" y="3216"/>
                            <a:pt x="11508" y="740"/>
                          </a:cubicBezTo>
                          <a:cubicBezTo>
                            <a:pt x="20748" y="-1736"/>
                            <a:pt x="30940" y="2169"/>
                            <a:pt x="34369" y="9979"/>
                          </a:cubicBezTo>
                          <a:cubicBezTo>
                            <a:pt x="37893" y="17695"/>
                            <a:pt x="33130" y="26076"/>
                            <a:pt x="23986" y="2826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15" name="Forme libre : forme 11914">
                      <a:extLst>
                        <a:ext uri="{FF2B5EF4-FFF2-40B4-BE49-F238E27FC236}">
                          <a16:creationId xmlns:a16="http://schemas.microsoft.com/office/drawing/2014/main" id="{6E486F89-2764-41B8-89BD-4504C6A301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0900" y="3587332"/>
                      <a:ext cx="31275" cy="28749"/>
                    </a:xfrm>
                    <a:custGeom>
                      <a:avLst/>
                      <a:gdLst>
                        <a:gd name="connsiteX0" fmla="*/ 17464 w 31275"/>
                        <a:gd name="connsiteY0" fmla="*/ 14483 h 28749"/>
                        <a:gd name="connsiteX1" fmla="*/ 20702 w 31275"/>
                        <a:gd name="connsiteY1" fmla="*/ 291 h 28749"/>
                        <a:gd name="connsiteX2" fmla="*/ 11558 w 31275"/>
                        <a:gd name="connsiteY2" fmla="*/ 672 h 28749"/>
                        <a:gd name="connsiteX3" fmla="*/ 1176 w 31275"/>
                        <a:gd name="connsiteY3" fmla="*/ 18389 h 28749"/>
                        <a:gd name="connsiteX4" fmla="*/ 24036 w 31275"/>
                        <a:gd name="connsiteY4" fmla="*/ 28199 h 28749"/>
                        <a:gd name="connsiteX5" fmla="*/ 31275 w 31275"/>
                        <a:gd name="connsiteY5" fmla="*/ 24389 h 28749"/>
                        <a:gd name="connsiteX6" fmla="*/ 17464 w 31275"/>
                        <a:gd name="connsiteY6" fmla="*/ 14483 h 28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275" h="28749">
                          <a:moveTo>
                            <a:pt x="17464" y="14483"/>
                          </a:moveTo>
                          <a:cubicBezTo>
                            <a:pt x="15082" y="9340"/>
                            <a:pt x="16607" y="4006"/>
                            <a:pt x="20702" y="291"/>
                          </a:cubicBezTo>
                          <a:cubicBezTo>
                            <a:pt x="17749" y="-185"/>
                            <a:pt x="14606" y="-90"/>
                            <a:pt x="11558" y="672"/>
                          </a:cubicBezTo>
                          <a:cubicBezTo>
                            <a:pt x="2319" y="3149"/>
                            <a:pt x="-2348" y="10959"/>
                            <a:pt x="1176" y="18389"/>
                          </a:cubicBezTo>
                          <a:cubicBezTo>
                            <a:pt x="4605" y="25818"/>
                            <a:pt x="14892" y="30390"/>
                            <a:pt x="24036" y="28199"/>
                          </a:cubicBezTo>
                          <a:cubicBezTo>
                            <a:pt x="26989" y="27533"/>
                            <a:pt x="29370" y="26104"/>
                            <a:pt x="31275" y="24389"/>
                          </a:cubicBezTo>
                          <a:cubicBezTo>
                            <a:pt x="25084" y="23247"/>
                            <a:pt x="19750" y="19532"/>
                            <a:pt x="17464" y="144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16" name="Forme libre : forme 11915">
                      <a:extLst>
                        <a:ext uri="{FF2B5EF4-FFF2-40B4-BE49-F238E27FC236}">
                          <a16:creationId xmlns:a16="http://schemas.microsoft.com/office/drawing/2014/main" id="{7A4D937A-9CE2-438F-B7BB-A356888A67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5893" y="3599676"/>
                      <a:ext cx="15896" cy="13071"/>
                    </a:xfrm>
                    <a:custGeom>
                      <a:avLst/>
                      <a:gdLst>
                        <a:gd name="connsiteX0" fmla="*/ 13330 w 15896"/>
                        <a:gd name="connsiteY0" fmla="*/ 10998 h 13071"/>
                        <a:gd name="connsiteX1" fmla="*/ 2090 w 15896"/>
                        <a:gd name="connsiteY1" fmla="*/ 11283 h 13071"/>
                        <a:gd name="connsiteX2" fmla="*/ 2567 w 15896"/>
                        <a:gd name="connsiteY2" fmla="*/ 2139 h 13071"/>
                        <a:gd name="connsiteX3" fmla="*/ 13806 w 15896"/>
                        <a:gd name="connsiteY3" fmla="*/ 1663 h 13071"/>
                        <a:gd name="connsiteX4" fmla="*/ 13330 w 15896"/>
                        <a:gd name="connsiteY4" fmla="*/ 10998 h 130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96" h="13071">
                          <a:moveTo>
                            <a:pt x="13330" y="10998"/>
                          </a:moveTo>
                          <a:cubicBezTo>
                            <a:pt x="10091" y="13665"/>
                            <a:pt x="5138" y="13760"/>
                            <a:pt x="2090" y="11283"/>
                          </a:cubicBezTo>
                          <a:cubicBezTo>
                            <a:pt x="-863" y="8807"/>
                            <a:pt x="-672" y="4806"/>
                            <a:pt x="2567" y="2139"/>
                          </a:cubicBezTo>
                          <a:cubicBezTo>
                            <a:pt x="5805" y="-528"/>
                            <a:pt x="10853" y="-718"/>
                            <a:pt x="13806" y="1663"/>
                          </a:cubicBezTo>
                          <a:cubicBezTo>
                            <a:pt x="16759" y="4140"/>
                            <a:pt x="16568" y="8331"/>
                            <a:pt x="13330" y="1099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17" name="Forme libre : forme 11916">
                      <a:extLst>
                        <a:ext uri="{FF2B5EF4-FFF2-40B4-BE49-F238E27FC236}">
                          <a16:creationId xmlns:a16="http://schemas.microsoft.com/office/drawing/2014/main" id="{2EE9CD6E-02E6-4EF5-94B5-98B6504509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3508" y="3598470"/>
                      <a:ext cx="5808" cy="4785"/>
                    </a:xfrm>
                    <a:custGeom>
                      <a:avLst/>
                      <a:gdLst>
                        <a:gd name="connsiteX0" fmla="*/ 3905 w 5808"/>
                        <a:gd name="connsiteY0" fmla="*/ 4679 h 4785"/>
                        <a:gd name="connsiteX1" fmla="*/ 190 w 5808"/>
                        <a:gd name="connsiteY1" fmla="*/ 3060 h 4785"/>
                        <a:gd name="connsiteX2" fmla="*/ 1904 w 5808"/>
                        <a:gd name="connsiteY2" fmla="*/ 107 h 4785"/>
                        <a:gd name="connsiteX3" fmla="*/ 5619 w 5808"/>
                        <a:gd name="connsiteY3" fmla="*/ 1631 h 4785"/>
                        <a:gd name="connsiteX4" fmla="*/ 3905 w 5808"/>
                        <a:gd name="connsiteY4" fmla="*/ 4679 h 4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8" h="4785">
                          <a:moveTo>
                            <a:pt x="3905" y="4679"/>
                          </a:moveTo>
                          <a:cubicBezTo>
                            <a:pt x="2381" y="5060"/>
                            <a:pt x="666" y="4393"/>
                            <a:pt x="190" y="3060"/>
                          </a:cubicBezTo>
                          <a:cubicBezTo>
                            <a:pt x="-382" y="1821"/>
                            <a:pt x="380" y="488"/>
                            <a:pt x="1904" y="107"/>
                          </a:cubicBezTo>
                          <a:cubicBezTo>
                            <a:pt x="3428" y="-274"/>
                            <a:pt x="5143" y="393"/>
                            <a:pt x="5619" y="1631"/>
                          </a:cubicBezTo>
                          <a:cubicBezTo>
                            <a:pt x="6191" y="2964"/>
                            <a:pt x="5429" y="4298"/>
                            <a:pt x="3905" y="467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1918" name="Graphique 5">
                  <a:extLst>
                    <a:ext uri="{FF2B5EF4-FFF2-40B4-BE49-F238E27FC236}">
                      <a16:creationId xmlns:a16="http://schemas.microsoft.com/office/drawing/2014/main" id="{6F69A83C-A056-4FDB-9BCA-C3D183A512B4}"/>
                    </a:ext>
                  </a:extLst>
                </p:cNvPr>
                <p:cNvGrpSpPr/>
                <p:nvPr/>
              </p:nvGrpSpPr>
              <p:grpSpPr>
                <a:xfrm>
                  <a:off x="3729906" y="3595069"/>
                  <a:ext cx="89980" cy="62080"/>
                  <a:chOff x="3729906" y="3595069"/>
                  <a:chExt cx="89980" cy="62080"/>
                </a:xfrm>
                <a:solidFill>
                  <a:schemeClr val="accent1"/>
                </a:solidFill>
              </p:grpSpPr>
              <p:grpSp>
                <p:nvGrpSpPr>
                  <p:cNvPr id="11919" name="Graphique 5">
                    <a:extLst>
                      <a:ext uri="{FF2B5EF4-FFF2-40B4-BE49-F238E27FC236}">
                        <a16:creationId xmlns:a16="http://schemas.microsoft.com/office/drawing/2014/main" id="{76F0ECEE-A280-4DA4-925D-92AEF1E60B98}"/>
                      </a:ext>
                    </a:extLst>
                  </p:cNvPr>
                  <p:cNvGrpSpPr/>
                  <p:nvPr/>
                </p:nvGrpSpPr>
                <p:grpSpPr>
                  <a:xfrm>
                    <a:off x="3729906" y="3595069"/>
                    <a:ext cx="35487" cy="24698"/>
                    <a:chOff x="3729906" y="3595069"/>
                    <a:chExt cx="35487" cy="24698"/>
                  </a:xfrm>
                  <a:solidFill>
                    <a:schemeClr val="accent1"/>
                  </a:solidFill>
                </p:grpSpPr>
                <p:sp>
                  <p:nvSpPr>
                    <p:cNvPr id="11920" name="Forme libre : forme 11919">
                      <a:extLst>
                        <a:ext uri="{FF2B5EF4-FFF2-40B4-BE49-F238E27FC236}">
                          <a16:creationId xmlns:a16="http://schemas.microsoft.com/office/drawing/2014/main" id="{2A09F04F-E337-4709-BEA3-B758A357FF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9952" y="3595069"/>
                      <a:ext cx="35441" cy="24698"/>
                    </a:xfrm>
                    <a:custGeom>
                      <a:avLst/>
                      <a:gdLst>
                        <a:gd name="connsiteX0" fmla="*/ 34497 w 35441"/>
                        <a:gd name="connsiteY0" fmla="*/ 9508 h 24698"/>
                        <a:gd name="connsiteX1" fmla="*/ 23448 w 35441"/>
                        <a:gd name="connsiteY1" fmla="*/ 24463 h 24698"/>
                        <a:gd name="connsiteX2" fmla="*/ 969 w 35441"/>
                        <a:gd name="connsiteY2" fmla="*/ 14842 h 24698"/>
                        <a:gd name="connsiteX3" fmla="*/ 11541 w 35441"/>
                        <a:gd name="connsiteY3" fmla="*/ 365 h 24698"/>
                        <a:gd name="connsiteX4" fmla="*/ 34497 w 35441"/>
                        <a:gd name="connsiteY4" fmla="*/ 9508 h 246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41" h="24698">
                          <a:moveTo>
                            <a:pt x="34497" y="9508"/>
                          </a:moveTo>
                          <a:cubicBezTo>
                            <a:pt x="37640" y="16271"/>
                            <a:pt x="32687" y="23129"/>
                            <a:pt x="23448" y="24463"/>
                          </a:cubicBezTo>
                          <a:cubicBezTo>
                            <a:pt x="14208" y="25796"/>
                            <a:pt x="4207" y="21319"/>
                            <a:pt x="969" y="14842"/>
                          </a:cubicBezTo>
                          <a:cubicBezTo>
                            <a:pt x="-2175" y="8366"/>
                            <a:pt x="2588" y="2079"/>
                            <a:pt x="11541" y="365"/>
                          </a:cubicBezTo>
                          <a:cubicBezTo>
                            <a:pt x="20590" y="-1255"/>
                            <a:pt x="30877" y="2650"/>
                            <a:pt x="34497" y="950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21" name="Forme libre : forme 11920">
                      <a:extLst>
                        <a:ext uri="{FF2B5EF4-FFF2-40B4-BE49-F238E27FC236}">
                          <a16:creationId xmlns:a16="http://schemas.microsoft.com/office/drawing/2014/main" id="{E3233AB6-4F80-4357-A652-9DF5663295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9906" y="3599053"/>
                      <a:ext cx="35355" cy="20714"/>
                    </a:xfrm>
                    <a:custGeom>
                      <a:avLst/>
                      <a:gdLst>
                        <a:gd name="connsiteX0" fmla="*/ 17969 w 35355"/>
                        <a:gd name="connsiteY0" fmla="*/ 8573 h 20714"/>
                        <a:gd name="connsiteX1" fmla="*/ 347 w 35355"/>
                        <a:gd name="connsiteY1" fmla="*/ 4763 h 20714"/>
                        <a:gd name="connsiteX2" fmla="*/ 919 w 35355"/>
                        <a:gd name="connsiteY2" fmla="*/ 10859 h 20714"/>
                        <a:gd name="connsiteX3" fmla="*/ 23398 w 35355"/>
                        <a:gd name="connsiteY3" fmla="*/ 20479 h 20714"/>
                        <a:gd name="connsiteX4" fmla="*/ 34447 w 35355"/>
                        <a:gd name="connsiteY4" fmla="*/ 5525 h 20714"/>
                        <a:gd name="connsiteX5" fmla="*/ 29208 w 35355"/>
                        <a:gd name="connsiteY5" fmla="*/ 0 h 20714"/>
                        <a:gd name="connsiteX6" fmla="*/ 17969 w 35355"/>
                        <a:gd name="connsiteY6" fmla="*/ 8573 h 20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355" h="20714">
                          <a:moveTo>
                            <a:pt x="17969" y="8573"/>
                          </a:moveTo>
                          <a:cubicBezTo>
                            <a:pt x="11682" y="9620"/>
                            <a:pt x="5015" y="7906"/>
                            <a:pt x="347" y="4763"/>
                          </a:cubicBezTo>
                          <a:cubicBezTo>
                            <a:pt x="-224" y="6668"/>
                            <a:pt x="-129" y="8763"/>
                            <a:pt x="919" y="10859"/>
                          </a:cubicBezTo>
                          <a:cubicBezTo>
                            <a:pt x="4157" y="17336"/>
                            <a:pt x="14254" y="21812"/>
                            <a:pt x="23398" y="20479"/>
                          </a:cubicBezTo>
                          <a:cubicBezTo>
                            <a:pt x="32637" y="19145"/>
                            <a:pt x="37495" y="12287"/>
                            <a:pt x="34447" y="5525"/>
                          </a:cubicBezTo>
                          <a:cubicBezTo>
                            <a:pt x="33304" y="3334"/>
                            <a:pt x="31494" y="1524"/>
                            <a:pt x="29208" y="0"/>
                          </a:cubicBezTo>
                          <a:cubicBezTo>
                            <a:pt x="28446" y="4191"/>
                            <a:pt x="24160" y="7620"/>
                            <a:pt x="17969" y="85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22" name="Forme libre : forme 11921">
                      <a:extLst>
                        <a:ext uri="{FF2B5EF4-FFF2-40B4-BE49-F238E27FC236}">
                          <a16:creationId xmlns:a16="http://schemas.microsoft.com/office/drawing/2014/main" id="{E72D26E5-643E-42CD-84EE-F8DC6F885A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5093" y="3598728"/>
                      <a:ext cx="15961" cy="11257"/>
                    </a:xfrm>
                    <a:custGeom>
                      <a:avLst/>
                      <a:gdLst>
                        <a:gd name="connsiteX0" fmla="*/ 13069 w 15961"/>
                        <a:gd name="connsiteY0" fmla="*/ 2325 h 11257"/>
                        <a:gd name="connsiteX1" fmla="*/ 14022 w 15961"/>
                        <a:gd name="connsiteY1" fmla="*/ 10231 h 11257"/>
                        <a:gd name="connsiteX2" fmla="*/ 2782 w 15961"/>
                        <a:gd name="connsiteY2" fmla="*/ 8897 h 11257"/>
                        <a:gd name="connsiteX3" fmla="*/ 1830 w 15961"/>
                        <a:gd name="connsiteY3" fmla="*/ 1087 h 11257"/>
                        <a:gd name="connsiteX4" fmla="*/ 13069 w 15961"/>
                        <a:gd name="connsiteY4" fmla="*/ 2325 h 11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61" h="11257">
                          <a:moveTo>
                            <a:pt x="13069" y="2325"/>
                          </a:moveTo>
                          <a:cubicBezTo>
                            <a:pt x="16594" y="4897"/>
                            <a:pt x="16880" y="8421"/>
                            <a:pt x="14022" y="10231"/>
                          </a:cubicBezTo>
                          <a:cubicBezTo>
                            <a:pt x="11165" y="12040"/>
                            <a:pt x="6116" y="11374"/>
                            <a:pt x="2782" y="8897"/>
                          </a:cubicBezTo>
                          <a:cubicBezTo>
                            <a:pt x="-647" y="6325"/>
                            <a:pt x="-837" y="2992"/>
                            <a:pt x="1830" y="1087"/>
                          </a:cubicBezTo>
                          <a:cubicBezTo>
                            <a:pt x="4592" y="-723"/>
                            <a:pt x="9640" y="-247"/>
                            <a:pt x="13069" y="232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23" name="Forme libre : forme 11922">
                      <a:extLst>
                        <a:ext uri="{FF2B5EF4-FFF2-40B4-BE49-F238E27FC236}">
                          <a16:creationId xmlns:a16="http://schemas.microsoft.com/office/drawing/2014/main" id="{A8E7F844-D314-441B-93D3-E7461EA603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3533" y="3599993"/>
                      <a:ext cx="5853" cy="4078"/>
                    </a:xfrm>
                    <a:custGeom>
                      <a:avLst/>
                      <a:gdLst>
                        <a:gd name="connsiteX0" fmla="*/ 5676 w 5853"/>
                        <a:gd name="connsiteY0" fmla="*/ 1536 h 4078"/>
                        <a:gd name="connsiteX1" fmla="*/ 3866 w 5853"/>
                        <a:gd name="connsiteY1" fmla="*/ 4013 h 4078"/>
                        <a:gd name="connsiteX2" fmla="*/ 151 w 5853"/>
                        <a:gd name="connsiteY2" fmla="*/ 2489 h 4078"/>
                        <a:gd name="connsiteX3" fmla="*/ 1866 w 5853"/>
                        <a:gd name="connsiteY3" fmla="*/ 108 h 4078"/>
                        <a:gd name="connsiteX4" fmla="*/ 5676 w 5853"/>
                        <a:gd name="connsiteY4" fmla="*/ 1536 h 4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3" h="4078">
                          <a:moveTo>
                            <a:pt x="5676" y="1536"/>
                          </a:moveTo>
                          <a:cubicBezTo>
                            <a:pt x="6247" y="2679"/>
                            <a:pt x="5390" y="3727"/>
                            <a:pt x="3866" y="4013"/>
                          </a:cubicBezTo>
                          <a:cubicBezTo>
                            <a:pt x="2342" y="4299"/>
                            <a:pt x="723" y="3632"/>
                            <a:pt x="151" y="2489"/>
                          </a:cubicBezTo>
                          <a:cubicBezTo>
                            <a:pt x="-325" y="1441"/>
                            <a:pt x="342" y="298"/>
                            <a:pt x="1866" y="108"/>
                          </a:cubicBezTo>
                          <a:cubicBezTo>
                            <a:pt x="3390" y="-273"/>
                            <a:pt x="5104" y="393"/>
                            <a:pt x="5676" y="153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924" name="Graphique 5">
                    <a:extLst>
                      <a:ext uri="{FF2B5EF4-FFF2-40B4-BE49-F238E27FC236}">
                        <a16:creationId xmlns:a16="http://schemas.microsoft.com/office/drawing/2014/main" id="{07AA3784-93AE-4B0E-AF75-F85E606DF4A5}"/>
                      </a:ext>
                    </a:extLst>
                  </p:cNvPr>
                  <p:cNvGrpSpPr/>
                  <p:nvPr/>
                </p:nvGrpSpPr>
                <p:grpSpPr>
                  <a:xfrm>
                    <a:off x="3753825" y="3614938"/>
                    <a:ext cx="35389" cy="25931"/>
                    <a:chOff x="3753825" y="3614938"/>
                    <a:chExt cx="35389" cy="25931"/>
                  </a:xfrm>
                  <a:solidFill>
                    <a:schemeClr val="accent1"/>
                  </a:solidFill>
                </p:grpSpPr>
                <p:sp>
                  <p:nvSpPr>
                    <p:cNvPr id="11925" name="Forme libre : forme 11924">
                      <a:extLst>
                        <a:ext uri="{FF2B5EF4-FFF2-40B4-BE49-F238E27FC236}">
                          <a16:creationId xmlns:a16="http://schemas.microsoft.com/office/drawing/2014/main" id="{ECC289B4-374E-4B48-BE56-F4C44C9AE9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3825" y="3614938"/>
                      <a:ext cx="35294" cy="25931"/>
                    </a:xfrm>
                    <a:custGeom>
                      <a:avLst/>
                      <a:gdLst>
                        <a:gd name="connsiteX0" fmla="*/ 34341 w 35294"/>
                        <a:gd name="connsiteY0" fmla="*/ 10213 h 25931"/>
                        <a:gd name="connsiteX1" fmla="*/ 23101 w 35294"/>
                        <a:gd name="connsiteY1" fmla="*/ 25739 h 25931"/>
                        <a:gd name="connsiteX2" fmla="*/ 1004 w 35294"/>
                        <a:gd name="connsiteY2" fmla="*/ 15261 h 25931"/>
                        <a:gd name="connsiteX3" fmla="*/ 11862 w 35294"/>
                        <a:gd name="connsiteY3" fmla="*/ 307 h 25931"/>
                        <a:gd name="connsiteX4" fmla="*/ 34341 w 35294"/>
                        <a:gd name="connsiteY4" fmla="*/ 10213 h 259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94" h="25931">
                          <a:moveTo>
                            <a:pt x="34341" y="10213"/>
                          </a:moveTo>
                          <a:cubicBezTo>
                            <a:pt x="37484" y="17357"/>
                            <a:pt x="32626" y="24595"/>
                            <a:pt x="23101" y="25739"/>
                          </a:cubicBezTo>
                          <a:cubicBezTo>
                            <a:pt x="13672" y="26977"/>
                            <a:pt x="3956" y="22119"/>
                            <a:pt x="1004" y="15261"/>
                          </a:cubicBezTo>
                          <a:cubicBezTo>
                            <a:pt x="-2235" y="8403"/>
                            <a:pt x="2623" y="1831"/>
                            <a:pt x="11862" y="307"/>
                          </a:cubicBezTo>
                          <a:cubicBezTo>
                            <a:pt x="21197" y="-1217"/>
                            <a:pt x="31293" y="3069"/>
                            <a:pt x="34341" y="1021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26" name="Forme libre : forme 11925">
                      <a:extLst>
                        <a:ext uri="{FF2B5EF4-FFF2-40B4-BE49-F238E27FC236}">
                          <a16:creationId xmlns:a16="http://schemas.microsoft.com/office/drawing/2014/main" id="{E4B9058A-D512-4355-88AC-2B1CAE7056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3915" y="3619341"/>
                      <a:ext cx="35299" cy="21529"/>
                    </a:xfrm>
                    <a:custGeom>
                      <a:avLst/>
                      <a:gdLst>
                        <a:gd name="connsiteX0" fmla="*/ 17868 w 35299"/>
                        <a:gd name="connsiteY0" fmla="*/ 8763 h 21529"/>
                        <a:gd name="connsiteX1" fmla="*/ 342 w 35299"/>
                        <a:gd name="connsiteY1" fmla="*/ 4381 h 21529"/>
                        <a:gd name="connsiteX2" fmla="*/ 1009 w 35299"/>
                        <a:gd name="connsiteY2" fmla="*/ 10859 h 21529"/>
                        <a:gd name="connsiteX3" fmla="*/ 23107 w 35299"/>
                        <a:gd name="connsiteY3" fmla="*/ 21336 h 21529"/>
                        <a:gd name="connsiteX4" fmla="*/ 34346 w 35299"/>
                        <a:gd name="connsiteY4" fmla="*/ 5810 h 21529"/>
                        <a:gd name="connsiteX5" fmla="*/ 29489 w 35299"/>
                        <a:gd name="connsiteY5" fmla="*/ 0 h 21529"/>
                        <a:gd name="connsiteX6" fmla="*/ 17868 w 35299"/>
                        <a:gd name="connsiteY6" fmla="*/ 8763 h 21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9" h="21529">
                          <a:moveTo>
                            <a:pt x="17868" y="8763"/>
                          </a:moveTo>
                          <a:cubicBezTo>
                            <a:pt x="11582" y="9716"/>
                            <a:pt x="5009" y="7811"/>
                            <a:pt x="342" y="4381"/>
                          </a:cubicBezTo>
                          <a:cubicBezTo>
                            <a:pt x="-230" y="6382"/>
                            <a:pt x="-134" y="8572"/>
                            <a:pt x="1009" y="10859"/>
                          </a:cubicBezTo>
                          <a:cubicBezTo>
                            <a:pt x="3961" y="17717"/>
                            <a:pt x="13677" y="22574"/>
                            <a:pt x="23107" y="21336"/>
                          </a:cubicBezTo>
                          <a:cubicBezTo>
                            <a:pt x="32632" y="20193"/>
                            <a:pt x="37490" y="12954"/>
                            <a:pt x="34346" y="5810"/>
                          </a:cubicBezTo>
                          <a:cubicBezTo>
                            <a:pt x="33394" y="3524"/>
                            <a:pt x="31584" y="1619"/>
                            <a:pt x="29489" y="0"/>
                          </a:cubicBezTo>
                          <a:cubicBezTo>
                            <a:pt x="28155" y="4381"/>
                            <a:pt x="24059" y="7906"/>
                            <a:pt x="17868" y="876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27" name="Forme libre : forme 11926">
                      <a:extLst>
                        <a:ext uri="{FF2B5EF4-FFF2-40B4-BE49-F238E27FC236}">
                          <a16:creationId xmlns:a16="http://schemas.microsoft.com/office/drawing/2014/main" id="{93B485A1-38BF-4B18-8121-06C121695E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9105" y="3618823"/>
                      <a:ext cx="15834" cy="11928"/>
                    </a:xfrm>
                    <a:custGeom>
                      <a:avLst/>
                      <a:gdLst>
                        <a:gd name="connsiteX0" fmla="*/ 13061 w 15834"/>
                        <a:gd name="connsiteY0" fmla="*/ 2518 h 11928"/>
                        <a:gd name="connsiteX1" fmla="*/ 13918 w 15834"/>
                        <a:gd name="connsiteY1" fmla="*/ 10900 h 11928"/>
                        <a:gd name="connsiteX2" fmla="*/ 2773 w 15834"/>
                        <a:gd name="connsiteY2" fmla="*/ 9281 h 11928"/>
                        <a:gd name="connsiteX3" fmla="*/ 1916 w 15834"/>
                        <a:gd name="connsiteY3" fmla="*/ 1089 h 11928"/>
                        <a:gd name="connsiteX4" fmla="*/ 13061 w 15834"/>
                        <a:gd name="connsiteY4" fmla="*/ 2518 h 11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34" h="11928">
                          <a:moveTo>
                            <a:pt x="13061" y="2518"/>
                          </a:moveTo>
                          <a:cubicBezTo>
                            <a:pt x="16394" y="5185"/>
                            <a:pt x="16775" y="8995"/>
                            <a:pt x="13918" y="10900"/>
                          </a:cubicBezTo>
                          <a:cubicBezTo>
                            <a:pt x="11060" y="12805"/>
                            <a:pt x="6107" y="11948"/>
                            <a:pt x="2773" y="9281"/>
                          </a:cubicBezTo>
                          <a:cubicBezTo>
                            <a:pt x="-560" y="6519"/>
                            <a:pt x="-941" y="2899"/>
                            <a:pt x="1916" y="1089"/>
                          </a:cubicBezTo>
                          <a:cubicBezTo>
                            <a:pt x="4679" y="-816"/>
                            <a:pt x="9727" y="-149"/>
                            <a:pt x="13061" y="251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28" name="Forme libre : forme 11927">
                      <a:extLst>
                        <a:ext uri="{FF2B5EF4-FFF2-40B4-BE49-F238E27FC236}">
                          <a16:creationId xmlns:a16="http://schemas.microsoft.com/office/drawing/2014/main" id="{320A448A-DA24-4B37-974C-A2F3D7C7F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7414" y="3620043"/>
                      <a:ext cx="5843" cy="4188"/>
                    </a:xfrm>
                    <a:custGeom>
                      <a:avLst/>
                      <a:gdLst>
                        <a:gd name="connsiteX0" fmla="*/ 5702 w 5843"/>
                        <a:gd name="connsiteY0" fmla="*/ 1679 h 4188"/>
                        <a:gd name="connsiteX1" fmla="*/ 3893 w 5843"/>
                        <a:gd name="connsiteY1" fmla="*/ 4156 h 4188"/>
                        <a:gd name="connsiteX2" fmla="*/ 178 w 5843"/>
                        <a:gd name="connsiteY2" fmla="*/ 2537 h 4188"/>
                        <a:gd name="connsiteX3" fmla="*/ 1988 w 5843"/>
                        <a:gd name="connsiteY3" fmla="*/ 60 h 4188"/>
                        <a:gd name="connsiteX4" fmla="*/ 5702 w 5843"/>
                        <a:gd name="connsiteY4" fmla="*/ 1679 h 4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3" h="4188">
                          <a:moveTo>
                            <a:pt x="5702" y="1679"/>
                          </a:moveTo>
                          <a:cubicBezTo>
                            <a:pt x="6179" y="2822"/>
                            <a:pt x="5417" y="3966"/>
                            <a:pt x="3893" y="4156"/>
                          </a:cubicBezTo>
                          <a:cubicBezTo>
                            <a:pt x="2369" y="4346"/>
                            <a:pt x="750" y="3680"/>
                            <a:pt x="178" y="2537"/>
                          </a:cubicBezTo>
                          <a:cubicBezTo>
                            <a:pt x="-393" y="1394"/>
                            <a:pt x="464" y="251"/>
                            <a:pt x="1988" y="60"/>
                          </a:cubicBezTo>
                          <a:cubicBezTo>
                            <a:pt x="3512" y="-225"/>
                            <a:pt x="5226" y="536"/>
                            <a:pt x="5702" y="167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929" name="Graphique 5">
                    <a:extLst>
                      <a:ext uri="{FF2B5EF4-FFF2-40B4-BE49-F238E27FC236}">
                        <a16:creationId xmlns:a16="http://schemas.microsoft.com/office/drawing/2014/main" id="{04E7D412-D280-4535-A0B2-AC5F9AB830D8}"/>
                      </a:ext>
                    </a:extLst>
                  </p:cNvPr>
                  <p:cNvGrpSpPr/>
                  <p:nvPr/>
                </p:nvGrpSpPr>
                <p:grpSpPr>
                  <a:xfrm>
                    <a:off x="3784425" y="3629812"/>
                    <a:ext cx="35461" cy="27336"/>
                    <a:chOff x="3784425" y="3629812"/>
                    <a:chExt cx="35461" cy="27336"/>
                  </a:xfrm>
                  <a:solidFill>
                    <a:schemeClr val="accent1"/>
                  </a:solidFill>
                </p:grpSpPr>
                <p:sp>
                  <p:nvSpPr>
                    <p:cNvPr id="11930" name="Forme libre : forme 11929">
                      <a:extLst>
                        <a:ext uri="{FF2B5EF4-FFF2-40B4-BE49-F238E27FC236}">
                          <a16:creationId xmlns:a16="http://schemas.microsoft.com/office/drawing/2014/main" id="{3B897B00-6E8B-43D9-A778-622B2A56CD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4425" y="3629812"/>
                      <a:ext cx="35366" cy="27336"/>
                    </a:xfrm>
                    <a:custGeom>
                      <a:avLst/>
                      <a:gdLst>
                        <a:gd name="connsiteX0" fmla="*/ 34506 w 35366"/>
                        <a:gd name="connsiteY0" fmla="*/ 10960 h 27336"/>
                        <a:gd name="connsiteX1" fmla="*/ 22600 w 35366"/>
                        <a:gd name="connsiteY1" fmla="*/ 27153 h 27336"/>
                        <a:gd name="connsiteX2" fmla="*/ 693 w 35366"/>
                        <a:gd name="connsiteY2" fmla="*/ 16008 h 27336"/>
                        <a:gd name="connsiteX3" fmla="*/ 12122 w 35366"/>
                        <a:gd name="connsiteY3" fmla="*/ 292 h 27336"/>
                        <a:gd name="connsiteX4" fmla="*/ 34506 w 35366"/>
                        <a:gd name="connsiteY4" fmla="*/ 10960 h 27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66" h="27336">
                          <a:moveTo>
                            <a:pt x="34506" y="10960"/>
                          </a:moveTo>
                          <a:cubicBezTo>
                            <a:pt x="37650" y="18580"/>
                            <a:pt x="31839" y="25914"/>
                            <a:pt x="22600" y="27153"/>
                          </a:cubicBezTo>
                          <a:cubicBezTo>
                            <a:pt x="13266" y="28391"/>
                            <a:pt x="3455" y="23247"/>
                            <a:pt x="693" y="16008"/>
                          </a:cubicBezTo>
                          <a:cubicBezTo>
                            <a:pt x="-1879" y="8769"/>
                            <a:pt x="2883" y="1911"/>
                            <a:pt x="12122" y="292"/>
                          </a:cubicBezTo>
                          <a:cubicBezTo>
                            <a:pt x="21362" y="-1232"/>
                            <a:pt x="31458" y="3340"/>
                            <a:pt x="34506" y="1096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31" name="Forme libre : forme 11930">
                      <a:extLst>
                        <a:ext uri="{FF2B5EF4-FFF2-40B4-BE49-F238E27FC236}">
                          <a16:creationId xmlns:a16="http://schemas.microsoft.com/office/drawing/2014/main" id="{29D7A9C1-3E97-4DE4-B1E6-A192444A52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4510" y="3634581"/>
                      <a:ext cx="35376" cy="22568"/>
                    </a:xfrm>
                    <a:custGeom>
                      <a:avLst/>
                      <a:gdLst>
                        <a:gd name="connsiteX0" fmla="*/ 17848 w 35376"/>
                        <a:gd name="connsiteY0" fmla="*/ 9144 h 22568"/>
                        <a:gd name="connsiteX1" fmla="*/ 512 w 35376"/>
                        <a:gd name="connsiteY1" fmla="*/ 4477 h 22568"/>
                        <a:gd name="connsiteX2" fmla="*/ 703 w 35376"/>
                        <a:gd name="connsiteY2" fmla="*/ 11239 h 22568"/>
                        <a:gd name="connsiteX3" fmla="*/ 22611 w 35376"/>
                        <a:gd name="connsiteY3" fmla="*/ 22384 h 22568"/>
                        <a:gd name="connsiteX4" fmla="*/ 34517 w 35376"/>
                        <a:gd name="connsiteY4" fmla="*/ 6191 h 22568"/>
                        <a:gd name="connsiteX5" fmla="*/ 29659 w 35376"/>
                        <a:gd name="connsiteY5" fmla="*/ 0 h 22568"/>
                        <a:gd name="connsiteX6" fmla="*/ 17848 w 35376"/>
                        <a:gd name="connsiteY6" fmla="*/ 9144 h 22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376" h="22568">
                          <a:moveTo>
                            <a:pt x="17848" y="9144"/>
                          </a:moveTo>
                          <a:cubicBezTo>
                            <a:pt x="11466" y="10096"/>
                            <a:pt x="4894" y="8001"/>
                            <a:pt x="512" y="4477"/>
                          </a:cubicBezTo>
                          <a:cubicBezTo>
                            <a:pt x="-154" y="6572"/>
                            <a:pt x="-249" y="8858"/>
                            <a:pt x="703" y="11239"/>
                          </a:cubicBezTo>
                          <a:cubicBezTo>
                            <a:pt x="3465" y="18479"/>
                            <a:pt x="13276" y="23622"/>
                            <a:pt x="22611" y="22384"/>
                          </a:cubicBezTo>
                          <a:cubicBezTo>
                            <a:pt x="31850" y="21146"/>
                            <a:pt x="37660" y="13811"/>
                            <a:pt x="34517" y="6191"/>
                          </a:cubicBezTo>
                          <a:cubicBezTo>
                            <a:pt x="33564" y="3810"/>
                            <a:pt x="31754" y="1714"/>
                            <a:pt x="29659" y="0"/>
                          </a:cubicBezTo>
                          <a:cubicBezTo>
                            <a:pt x="28326" y="4572"/>
                            <a:pt x="24230" y="8287"/>
                            <a:pt x="17848" y="914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32" name="Forme libre : forme 11931">
                      <a:extLst>
                        <a:ext uri="{FF2B5EF4-FFF2-40B4-BE49-F238E27FC236}">
                          <a16:creationId xmlns:a16="http://schemas.microsoft.com/office/drawing/2014/main" id="{0CB26F33-27E6-4BAF-901D-A2E76A9FF2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9885" y="3633911"/>
                      <a:ext cx="15756" cy="12642"/>
                    </a:xfrm>
                    <a:custGeom>
                      <a:avLst/>
                      <a:gdLst>
                        <a:gd name="connsiteX0" fmla="*/ 13046 w 15756"/>
                        <a:gd name="connsiteY0" fmla="*/ 2765 h 12642"/>
                        <a:gd name="connsiteX1" fmla="*/ 13713 w 15756"/>
                        <a:gd name="connsiteY1" fmla="*/ 11624 h 12642"/>
                        <a:gd name="connsiteX2" fmla="*/ 2569 w 15756"/>
                        <a:gd name="connsiteY2" fmla="*/ 9814 h 12642"/>
                        <a:gd name="connsiteX3" fmla="*/ 1902 w 15756"/>
                        <a:gd name="connsiteY3" fmla="*/ 1146 h 12642"/>
                        <a:gd name="connsiteX4" fmla="*/ 13046 w 15756"/>
                        <a:gd name="connsiteY4" fmla="*/ 2765 h 12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56" h="12642">
                          <a:moveTo>
                            <a:pt x="13046" y="2765"/>
                          </a:moveTo>
                          <a:cubicBezTo>
                            <a:pt x="16284" y="5623"/>
                            <a:pt x="16761" y="9719"/>
                            <a:pt x="13713" y="11624"/>
                          </a:cubicBezTo>
                          <a:cubicBezTo>
                            <a:pt x="10665" y="13529"/>
                            <a:pt x="5712" y="12671"/>
                            <a:pt x="2569" y="9814"/>
                          </a:cubicBezTo>
                          <a:cubicBezTo>
                            <a:pt x="-479" y="6956"/>
                            <a:pt x="-956" y="3051"/>
                            <a:pt x="1902" y="1146"/>
                          </a:cubicBezTo>
                          <a:cubicBezTo>
                            <a:pt x="4759" y="-854"/>
                            <a:pt x="9712" y="-187"/>
                            <a:pt x="13046" y="276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33" name="Forme libre : forme 11932">
                      <a:extLst>
                        <a:ext uri="{FF2B5EF4-FFF2-40B4-BE49-F238E27FC236}">
                          <a16:creationId xmlns:a16="http://schemas.microsoft.com/office/drawing/2014/main" id="{5C045277-B170-4303-9E47-1FAB1A4325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8312" y="3635123"/>
                      <a:ext cx="5806" cy="4560"/>
                    </a:xfrm>
                    <a:custGeom>
                      <a:avLst/>
                      <a:gdLst>
                        <a:gd name="connsiteX0" fmla="*/ 5665 w 5806"/>
                        <a:gd name="connsiteY0" fmla="*/ 1839 h 4560"/>
                        <a:gd name="connsiteX1" fmla="*/ 3856 w 5806"/>
                        <a:gd name="connsiteY1" fmla="*/ 4506 h 4560"/>
                        <a:gd name="connsiteX2" fmla="*/ 141 w 5806"/>
                        <a:gd name="connsiteY2" fmla="*/ 2696 h 4560"/>
                        <a:gd name="connsiteX3" fmla="*/ 1951 w 5806"/>
                        <a:gd name="connsiteY3" fmla="*/ 29 h 4560"/>
                        <a:gd name="connsiteX4" fmla="*/ 5665 w 5806"/>
                        <a:gd name="connsiteY4" fmla="*/ 1839 h 4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6" h="4560">
                          <a:moveTo>
                            <a:pt x="5665" y="1839"/>
                          </a:moveTo>
                          <a:cubicBezTo>
                            <a:pt x="6142" y="3077"/>
                            <a:pt x="5380" y="4220"/>
                            <a:pt x="3856" y="4506"/>
                          </a:cubicBezTo>
                          <a:cubicBezTo>
                            <a:pt x="2332" y="4792"/>
                            <a:pt x="712" y="3934"/>
                            <a:pt x="141" y="2696"/>
                          </a:cubicBezTo>
                          <a:cubicBezTo>
                            <a:pt x="-335" y="1458"/>
                            <a:pt x="427" y="315"/>
                            <a:pt x="1951" y="29"/>
                          </a:cubicBezTo>
                          <a:cubicBezTo>
                            <a:pt x="3475" y="-161"/>
                            <a:pt x="5094" y="601"/>
                            <a:pt x="5665" y="18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1934" name="Graphique 5">
                  <a:extLst>
                    <a:ext uri="{FF2B5EF4-FFF2-40B4-BE49-F238E27FC236}">
                      <a16:creationId xmlns:a16="http://schemas.microsoft.com/office/drawing/2014/main" id="{B7B0EA6F-751D-46E5-B481-9E3F3D63C12B}"/>
                    </a:ext>
                  </a:extLst>
                </p:cNvPr>
                <p:cNvGrpSpPr/>
                <p:nvPr/>
              </p:nvGrpSpPr>
              <p:grpSpPr>
                <a:xfrm>
                  <a:off x="3809949" y="3672486"/>
                  <a:ext cx="48483" cy="87873"/>
                  <a:chOff x="3809949" y="3672486"/>
                  <a:chExt cx="48483" cy="87873"/>
                </a:xfrm>
                <a:solidFill>
                  <a:schemeClr val="accent1"/>
                </a:solidFill>
              </p:grpSpPr>
              <p:grpSp>
                <p:nvGrpSpPr>
                  <p:cNvPr id="11935" name="Graphique 5">
                    <a:extLst>
                      <a:ext uri="{FF2B5EF4-FFF2-40B4-BE49-F238E27FC236}">
                        <a16:creationId xmlns:a16="http://schemas.microsoft.com/office/drawing/2014/main" id="{194A014C-7C8C-4010-A4DD-2F57B4197353}"/>
                      </a:ext>
                    </a:extLst>
                  </p:cNvPr>
                  <p:cNvGrpSpPr/>
                  <p:nvPr/>
                </p:nvGrpSpPr>
                <p:grpSpPr>
                  <a:xfrm>
                    <a:off x="3809949" y="3672486"/>
                    <a:ext cx="35354" cy="29029"/>
                    <a:chOff x="3809949" y="3672486"/>
                    <a:chExt cx="35354" cy="29029"/>
                  </a:xfrm>
                  <a:solidFill>
                    <a:schemeClr val="accent1"/>
                  </a:solidFill>
                </p:grpSpPr>
                <p:sp>
                  <p:nvSpPr>
                    <p:cNvPr id="11936" name="Forme libre : forme 11935">
                      <a:extLst>
                        <a:ext uri="{FF2B5EF4-FFF2-40B4-BE49-F238E27FC236}">
                          <a16:creationId xmlns:a16="http://schemas.microsoft.com/office/drawing/2014/main" id="{365939C2-06C7-4246-8D34-51D0CEEBC5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9949" y="3672486"/>
                      <a:ext cx="35317" cy="28934"/>
                    </a:xfrm>
                    <a:custGeom>
                      <a:avLst/>
                      <a:gdLst>
                        <a:gd name="connsiteX0" fmla="*/ 34129 w 35317"/>
                        <a:gd name="connsiteY0" fmla="*/ 20865 h 28934"/>
                        <a:gd name="connsiteX1" fmla="*/ 11459 w 35317"/>
                        <a:gd name="connsiteY1" fmla="*/ 27246 h 28934"/>
                        <a:gd name="connsiteX2" fmla="*/ 1077 w 35317"/>
                        <a:gd name="connsiteY2" fmla="*/ 8006 h 28934"/>
                        <a:gd name="connsiteX3" fmla="*/ 23461 w 35317"/>
                        <a:gd name="connsiteY3" fmla="*/ 1338 h 28934"/>
                        <a:gd name="connsiteX4" fmla="*/ 34129 w 35317"/>
                        <a:gd name="connsiteY4" fmla="*/ 20865 h 289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17" h="28934">
                          <a:moveTo>
                            <a:pt x="34129" y="20865"/>
                          </a:moveTo>
                          <a:cubicBezTo>
                            <a:pt x="30605" y="28199"/>
                            <a:pt x="20508" y="31056"/>
                            <a:pt x="11459" y="27246"/>
                          </a:cubicBezTo>
                          <a:cubicBezTo>
                            <a:pt x="2410" y="23436"/>
                            <a:pt x="-2257" y="14864"/>
                            <a:pt x="1077" y="8006"/>
                          </a:cubicBezTo>
                          <a:cubicBezTo>
                            <a:pt x="4601" y="1148"/>
                            <a:pt x="14126" y="-1995"/>
                            <a:pt x="23461" y="1338"/>
                          </a:cubicBezTo>
                          <a:cubicBezTo>
                            <a:pt x="32795" y="4672"/>
                            <a:pt x="37748" y="13530"/>
                            <a:pt x="34129" y="2086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37" name="Forme libre : forme 11936">
                      <a:extLst>
                        <a:ext uri="{FF2B5EF4-FFF2-40B4-BE49-F238E27FC236}">
                          <a16:creationId xmlns:a16="http://schemas.microsoft.com/office/drawing/2014/main" id="{A108037E-6499-4538-9750-E18DE84A08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0044" y="3675158"/>
                      <a:ext cx="35259" cy="26357"/>
                    </a:xfrm>
                    <a:custGeom>
                      <a:avLst/>
                      <a:gdLst>
                        <a:gd name="connsiteX0" fmla="*/ 17555 w 35259"/>
                        <a:gd name="connsiteY0" fmla="*/ 12097 h 26357"/>
                        <a:gd name="connsiteX1" fmla="*/ 6316 w 35259"/>
                        <a:gd name="connsiteY1" fmla="*/ 0 h 26357"/>
                        <a:gd name="connsiteX2" fmla="*/ 1077 w 35259"/>
                        <a:gd name="connsiteY2" fmla="*/ 5429 h 26357"/>
                        <a:gd name="connsiteX3" fmla="*/ 11459 w 35259"/>
                        <a:gd name="connsiteY3" fmla="*/ 24670 h 26357"/>
                        <a:gd name="connsiteX4" fmla="*/ 34129 w 35259"/>
                        <a:gd name="connsiteY4" fmla="*/ 18288 h 26357"/>
                        <a:gd name="connsiteX5" fmla="*/ 35081 w 35259"/>
                        <a:gd name="connsiteY5" fmla="*/ 11049 h 26357"/>
                        <a:gd name="connsiteX6" fmla="*/ 17555 w 35259"/>
                        <a:gd name="connsiteY6" fmla="*/ 12097 h 26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59" h="26357">
                          <a:moveTo>
                            <a:pt x="17555" y="12097"/>
                          </a:moveTo>
                          <a:cubicBezTo>
                            <a:pt x="11269" y="9620"/>
                            <a:pt x="7364" y="4953"/>
                            <a:pt x="6316" y="0"/>
                          </a:cubicBezTo>
                          <a:cubicBezTo>
                            <a:pt x="4125" y="1333"/>
                            <a:pt x="2125" y="3143"/>
                            <a:pt x="1077" y="5429"/>
                          </a:cubicBezTo>
                          <a:cubicBezTo>
                            <a:pt x="-2257" y="12287"/>
                            <a:pt x="2411" y="20860"/>
                            <a:pt x="11459" y="24670"/>
                          </a:cubicBezTo>
                          <a:cubicBezTo>
                            <a:pt x="20508" y="28480"/>
                            <a:pt x="30605" y="25622"/>
                            <a:pt x="34129" y="18288"/>
                          </a:cubicBezTo>
                          <a:cubicBezTo>
                            <a:pt x="35272" y="15907"/>
                            <a:pt x="35462" y="13430"/>
                            <a:pt x="35081" y="11049"/>
                          </a:cubicBezTo>
                          <a:cubicBezTo>
                            <a:pt x="30223" y="13906"/>
                            <a:pt x="23651" y="14478"/>
                            <a:pt x="17555" y="12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38" name="Forme libre : forme 11937">
                      <a:extLst>
                        <a:ext uri="{FF2B5EF4-FFF2-40B4-BE49-F238E27FC236}">
                          <a16:creationId xmlns:a16="http://schemas.microsoft.com/office/drawing/2014/main" id="{04E09E92-F044-4F00-8DE6-5794B0FAA5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7644" y="3680206"/>
                      <a:ext cx="14674" cy="14001"/>
                    </a:xfrm>
                    <a:custGeom>
                      <a:avLst/>
                      <a:gdLst>
                        <a:gd name="connsiteX0" fmla="*/ 14624 w 14674"/>
                        <a:gd name="connsiteY0" fmla="*/ 6953 h 14001"/>
                        <a:gd name="connsiteX1" fmla="*/ 8147 w 14674"/>
                        <a:gd name="connsiteY1" fmla="*/ 14002 h 14001"/>
                        <a:gd name="connsiteX2" fmla="*/ 50 w 14674"/>
                        <a:gd name="connsiteY2" fmla="*/ 6953 h 14001"/>
                        <a:gd name="connsiteX3" fmla="*/ 6527 w 14674"/>
                        <a:gd name="connsiteY3" fmla="*/ 0 h 14001"/>
                        <a:gd name="connsiteX4" fmla="*/ 14624 w 14674"/>
                        <a:gd name="connsiteY4" fmla="*/ 6953 h 14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74" h="14001">
                          <a:moveTo>
                            <a:pt x="14624" y="6953"/>
                          </a:moveTo>
                          <a:cubicBezTo>
                            <a:pt x="15100" y="10858"/>
                            <a:pt x="12147" y="14002"/>
                            <a:pt x="8147" y="14002"/>
                          </a:cubicBezTo>
                          <a:cubicBezTo>
                            <a:pt x="4146" y="14002"/>
                            <a:pt x="527" y="10763"/>
                            <a:pt x="50" y="6953"/>
                          </a:cubicBezTo>
                          <a:cubicBezTo>
                            <a:pt x="-426" y="3143"/>
                            <a:pt x="2527" y="95"/>
                            <a:pt x="6527" y="0"/>
                          </a:cubicBezTo>
                          <a:cubicBezTo>
                            <a:pt x="10528" y="0"/>
                            <a:pt x="14243" y="3048"/>
                            <a:pt x="14624" y="695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39" name="Forme libre : forme 11938">
                      <a:extLst>
                        <a:ext uri="{FF2B5EF4-FFF2-40B4-BE49-F238E27FC236}">
                          <a16:creationId xmlns:a16="http://schemas.microsoft.com/office/drawing/2014/main" id="{F84E4DC5-A7E1-4374-866C-01C28D762B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8838" y="3679505"/>
                      <a:ext cx="5798" cy="4734"/>
                    </a:xfrm>
                    <a:custGeom>
                      <a:avLst/>
                      <a:gdLst>
                        <a:gd name="connsiteX0" fmla="*/ 5619 w 5798"/>
                        <a:gd name="connsiteY0" fmla="*/ 3368 h 4734"/>
                        <a:gd name="connsiteX1" fmla="*/ 1904 w 5798"/>
                        <a:gd name="connsiteY1" fmla="*/ 4511 h 4734"/>
                        <a:gd name="connsiteX2" fmla="*/ 190 w 5798"/>
                        <a:gd name="connsiteY2" fmla="*/ 1367 h 4734"/>
                        <a:gd name="connsiteX3" fmla="*/ 3905 w 5798"/>
                        <a:gd name="connsiteY3" fmla="*/ 224 h 4734"/>
                        <a:gd name="connsiteX4" fmla="*/ 5619 w 5798"/>
                        <a:gd name="connsiteY4" fmla="*/ 3368 h 4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8" h="4734">
                          <a:moveTo>
                            <a:pt x="5619" y="3368"/>
                          </a:moveTo>
                          <a:cubicBezTo>
                            <a:pt x="5048" y="4511"/>
                            <a:pt x="3333" y="5082"/>
                            <a:pt x="1904" y="4511"/>
                          </a:cubicBezTo>
                          <a:cubicBezTo>
                            <a:pt x="380" y="3939"/>
                            <a:pt x="-382" y="2510"/>
                            <a:pt x="190" y="1367"/>
                          </a:cubicBezTo>
                          <a:cubicBezTo>
                            <a:pt x="761" y="224"/>
                            <a:pt x="2381" y="-347"/>
                            <a:pt x="3905" y="224"/>
                          </a:cubicBezTo>
                          <a:cubicBezTo>
                            <a:pt x="5333" y="701"/>
                            <a:pt x="6191" y="2129"/>
                            <a:pt x="5619" y="336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940" name="Graphique 5">
                    <a:extLst>
                      <a:ext uri="{FF2B5EF4-FFF2-40B4-BE49-F238E27FC236}">
                        <a16:creationId xmlns:a16="http://schemas.microsoft.com/office/drawing/2014/main" id="{F62C8480-471B-4C36-80C4-2028CAE70643}"/>
                      </a:ext>
                    </a:extLst>
                  </p:cNvPr>
                  <p:cNvGrpSpPr/>
                  <p:nvPr/>
                </p:nvGrpSpPr>
                <p:grpSpPr>
                  <a:xfrm>
                    <a:off x="3811767" y="3701124"/>
                    <a:ext cx="35176" cy="29698"/>
                    <a:chOff x="3811767" y="3701124"/>
                    <a:chExt cx="35176" cy="29698"/>
                  </a:xfrm>
                  <a:solidFill>
                    <a:schemeClr val="accent1"/>
                  </a:solidFill>
                </p:grpSpPr>
                <p:sp>
                  <p:nvSpPr>
                    <p:cNvPr id="11941" name="Forme libre : forme 11940">
                      <a:extLst>
                        <a:ext uri="{FF2B5EF4-FFF2-40B4-BE49-F238E27FC236}">
                          <a16:creationId xmlns:a16="http://schemas.microsoft.com/office/drawing/2014/main" id="{73631514-20F8-43C5-B088-DDCED64FD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1767" y="3701124"/>
                      <a:ext cx="35154" cy="29624"/>
                    </a:xfrm>
                    <a:custGeom>
                      <a:avLst/>
                      <a:gdLst>
                        <a:gd name="connsiteX0" fmla="*/ 33739 w 35154"/>
                        <a:gd name="connsiteY0" fmla="*/ 22040 h 29624"/>
                        <a:gd name="connsiteX1" fmla="*/ 10689 w 35154"/>
                        <a:gd name="connsiteY1" fmla="*/ 27564 h 29624"/>
                        <a:gd name="connsiteX2" fmla="*/ 1355 w 35154"/>
                        <a:gd name="connsiteY2" fmla="*/ 7657 h 29624"/>
                        <a:gd name="connsiteX3" fmla="*/ 23929 w 35154"/>
                        <a:gd name="connsiteY3" fmla="*/ 1656 h 29624"/>
                        <a:gd name="connsiteX4" fmla="*/ 33739 w 35154"/>
                        <a:gd name="connsiteY4" fmla="*/ 22040 h 29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54" h="29624">
                          <a:moveTo>
                            <a:pt x="33739" y="22040"/>
                          </a:moveTo>
                          <a:cubicBezTo>
                            <a:pt x="29834" y="29374"/>
                            <a:pt x="19547" y="31755"/>
                            <a:pt x="10689" y="27564"/>
                          </a:cubicBezTo>
                          <a:cubicBezTo>
                            <a:pt x="1831" y="23373"/>
                            <a:pt x="-2360" y="14515"/>
                            <a:pt x="1355" y="7657"/>
                          </a:cubicBezTo>
                          <a:cubicBezTo>
                            <a:pt x="4783" y="704"/>
                            <a:pt x="14785" y="-2058"/>
                            <a:pt x="23929" y="1656"/>
                          </a:cubicBezTo>
                          <a:cubicBezTo>
                            <a:pt x="32882" y="5466"/>
                            <a:pt x="37740" y="14801"/>
                            <a:pt x="33739" y="220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42" name="Forme libre : forme 11941">
                      <a:extLst>
                        <a:ext uri="{FF2B5EF4-FFF2-40B4-BE49-F238E27FC236}">
                          <a16:creationId xmlns:a16="http://schemas.microsoft.com/office/drawing/2014/main" id="{1E16AF31-602E-4383-827C-2DA54FB98E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1862" y="3703542"/>
                      <a:ext cx="35080" cy="27280"/>
                    </a:xfrm>
                    <a:custGeom>
                      <a:avLst/>
                      <a:gdLst>
                        <a:gd name="connsiteX0" fmla="*/ 17452 w 35080"/>
                        <a:gd name="connsiteY0" fmla="*/ 12763 h 27280"/>
                        <a:gd name="connsiteX1" fmla="*/ 6593 w 35080"/>
                        <a:gd name="connsiteY1" fmla="*/ 0 h 27280"/>
                        <a:gd name="connsiteX2" fmla="*/ 1354 w 35080"/>
                        <a:gd name="connsiteY2" fmla="*/ 5334 h 27280"/>
                        <a:gd name="connsiteX3" fmla="*/ 10689 w 35080"/>
                        <a:gd name="connsiteY3" fmla="*/ 25241 h 27280"/>
                        <a:gd name="connsiteX4" fmla="*/ 33740 w 35080"/>
                        <a:gd name="connsiteY4" fmla="*/ 19717 h 27280"/>
                        <a:gd name="connsiteX5" fmla="*/ 34883 w 35080"/>
                        <a:gd name="connsiteY5" fmla="*/ 12383 h 27280"/>
                        <a:gd name="connsiteX6" fmla="*/ 17452 w 35080"/>
                        <a:gd name="connsiteY6" fmla="*/ 12763 h 27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080" h="27280">
                          <a:moveTo>
                            <a:pt x="17452" y="12763"/>
                          </a:moveTo>
                          <a:cubicBezTo>
                            <a:pt x="11451" y="10096"/>
                            <a:pt x="7546" y="5144"/>
                            <a:pt x="6593" y="0"/>
                          </a:cubicBezTo>
                          <a:cubicBezTo>
                            <a:pt x="4307" y="1238"/>
                            <a:pt x="2498" y="3048"/>
                            <a:pt x="1354" y="5334"/>
                          </a:cubicBezTo>
                          <a:cubicBezTo>
                            <a:pt x="-2360" y="12192"/>
                            <a:pt x="1831" y="21050"/>
                            <a:pt x="10689" y="25241"/>
                          </a:cubicBezTo>
                          <a:cubicBezTo>
                            <a:pt x="19547" y="29432"/>
                            <a:pt x="29834" y="26956"/>
                            <a:pt x="33740" y="19717"/>
                          </a:cubicBezTo>
                          <a:cubicBezTo>
                            <a:pt x="34978" y="17431"/>
                            <a:pt x="35359" y="14954"/>
                            <a:pt x="34883" y="12383"/>
                          </a:cubicBezTo>
                          <a:cubicBezTo>
                            <a:pt x="30215" y="15145"/>
                            <a:pt x="23357" y="15430"/>
                            <a:pt x="17452" y="1276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43" name="Forme libre : forme 11942">
                      <a:extLst>
                        <a:ext uri="{FF2B5EF4-FFF2-40B4-BE49-F238E27FC236}">
                          <a16:creationId xmlns:a16="http://schemas.microsoft.com/office/drawing/2014/main" id="{88F82FDD-92D6-468C-AAEF-B68B7B7884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9495" y="3709445"/>
                      <a:ext cx="14600" cy="14298"/>
                    </a:xfrm>
                    <a:custGeom>
                      <a:avLst/>
                      <a:gdLst>
                        <a:gd name="connsiteX0" fmla="*/ 14583 w 14600"/>
                        <a:gd name="connsiteY0" fmla="*/ 7432 h 14298"/>
                        <a:gd name="connsiteX1" fmla="*/ 7725 w 14600"/>
                        <a:gd name="connsiteY1" fmla="*/ 14290 h 14298"/>
                        <a:gd name="connsiteX2" fmla="*/ 9 w 14600"/>
                        <a:gd name="connsiteY2" fmla="*/ 6860 h 14298"/>
                        <a:gd name="connsiteX3" fmla="*/ 6582 w 14600"/>
                        <a:gd name="connsiteY3" fmla="*/ 2 h 14298"/>
                        <a:gd name="connsiteX4" fmla="*/ 14583 w 14600"/>
                        <a:gd name="connsiteY4" fmla="*/ 7432 h 14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00" h="14298">
                          <a:moveTo>
                            <a:pt x="14583" y="7432"/>
                          </a:moveTo>
                          <a:cubicBezTo>
                            <a:pt x="14868" y="11432"/>
                            <a:pt x="11725" y="14480"/>
                            <a:pt x="7725" y="14290"/>
                          </a:cubicBezTo>
                          <a:cubicBezTo>
                            <a:pt x="3724" y="14099"/>
                            <a:pt x="200" y="10765"/>
                            <a:pt x="9" y="6860"/>
                          </a:cubicBezTo>
                          <a:cubicBezTo>
                            <a:pt x="-181" y="3050"/>
                            <a:pt x="2581" y="-93"/>
                            <a:pt x="6582" y="2"/>
                          </a:cubicBezTo>
                          <a:cubicBezTo>
                            <a:pt x="10487" y="97"/>
                            <a:pt x="14106" y="3336"/>
                            <a:pt x="14583" y="743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44" name="Forme libre : forme 11943">
                      <a:extLst>
                        <a:ext uri="{FF2B5EF4-FFF2-40B4-BE49-F238E27FC236}">
                          <a16:creationId xmlns:a16="http://schemas.microsoft.com/office/drawing/2014/main" id="{16815C93-6938-4EF8-9D89-6AE1131056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0687" y="3708443"/>
                      <a:ext cx="5770" cy="4948"/>
                    </a:xfrm>
                    <a:custGeom>
                      <a:avLst/>
                      <a:gdLst>
                        <a:gd name="connsiteX0" fmla="*/ 5581 w 5770"/>
                        <a:gd name="connsiteY0" fmla="*/ 3671 h 4948"/>
                        <a:gd name="connsiteX1" fmla="*/ 1866 w 5770"/>
                        <a:gd name="connsiteY1" fmla="*/ 4624 h 4948"/>
                        <a:gd name="connsiteX2" fmla="*/ 151 w 5770"/>
                        <a:gd name="connsiteY2" fmla="*/ 1290 h 4948"/>
                        <a:gd name="connsiteX3" fmla="*/ 3866 w 5770"/>
                        <a:gd name="connsiteY3" fmla="*/ 242 h 4948"/>
                        <a:gd name="connsiteX4" fmla="*/ 5581 w 5770"/>
                        <a:gd name="connsiteY4" fmla="*/ 3671 h 4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70" h="4948">
                          <a:moveTo>
                            <a:pt x="5581" y="3671"/>
                          </a:moveTo>
                          <a:cubicBezTo>
                            <a:pt x="5009" y="4909"/>
                            <a:pt x="3390" y="5290"/>
                            <a:pt x="1866" y="4624"/>
                          </a:cubicBezTo>
                          <a:cubicBezTo>
                            <a:pt x="342" y="3957"/>
                            <a:pt x="-325" y="2528"/>
                            <a:pt x="151" y="1290"/>
                          </a:cubicBezTo>
                          <a:cubicBezTo>
                            <a:pt x="723" y="147"/>
                            <a:pt x="2342" y="-329"/>
                            <a:pt x="3866" y="242"/>
                          </a:cubicBezTo>
                          <a:cubicBezTo>
                            <a:pt x="5390" y="814"/>
                            <a:pt x="6152" y="2433"/>
                            <a:pt x="5581" y="367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945" name="Graphique 5">
                    <a:extLst>
                      <a:ext uri="{FF2B5EF4-FFF2-40B4-BE49-F238E27FC236}">
                        <a16:creationId xmlns:a16="http://schemas.microsoft.com/office/drawing/2014/main" id="{919BC527-89E7-4135-A0AF-BBFCAD03C9B9}"/>
                      </a:ext>
                    </a:extLst>
                  </p:cNvPr>
                  <p:cNvGrpSpPr/>
                  <p:nvPr/>
                </p:nvGrpSpPr>
                <p:grpSpPr>
                  <a:xfrm>
                    <a:off x="3823524" y="3729756"/>
                    <a:ext cx="34908" cy="30602"/>
                    <a:chOff x="3823524" y="3729756"/>
                    <a:chExt cx="34908" cy="30602"/>
                  </a:xfrm>
                  <a:solidFill>
                    <a:schemeClr val="accent1"/>
                  </a:solidFill>
                </p:grpSpPr>
                <p:sp>
                  <p:nvSpPr>
                    <p:cNvPr id="11946" name="Forme libre : forme 11945">
                      <a:extLst>
                        <a:ext uri="{FF2B5EF4-FFF2-40B4-BE49-F238E27FC236}">
                          <a16:creationId xmlns:a16="http://schemas.microsoft.com/office/drawing/2014/main" id="{1404937A-17B0-4C4A-8848-86B391649E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3565" y="3729756"/>
                      <a:ext cx="34867" cy="30507"/>
                    </a:xfrm>
                    <a:custGeom>
                      <a:avLst/>
                      <a:gdLst>
                        <a:gd name="connsiteX0" fmla="*/ 33371 w 34867"/>
                        <a:gd name="connsiteY0" fmla="*/ 23030 h 30507"/>
                        <a:gd name="connsiteX1" fmla="*/ 10035 w 34867"/>
                        <a:gd name="connsiteY1" fmla="*/ 28173 h 30507"/>
                        <a:gd name="connsiteX2" fmla="*/ 1367 w 34867"/>
                        <a:gd name="connsiteY2" fmla="*/ 7409 h 30507"/>
                        <a:gd name="connsiteX3" fmla="*/ 24418 w 34867"/>
                        <a:gd name="connsiteY3" fmla="*/ 1980 h 30507"/>
                        <a:gd name="connsiteX4" fmla="*/ 33371 w 34867"/>
                        <a:gd name="connsiteY4" fmla="*/ 23030 h 30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867" h="30507">
                          <a:moveTo>
                            <a:pt x="33371" y="23030"/>
                          </a:moveTo>
                          <a:cubicBezTo>
                            <a:pt x="29466" y="30555"/>
                            <a:pt x="18608" y="32650"/>
                            <a:pt x="10035" y="28173"/>
                          </a:cubicBezTo>
                          <a:cubicBezTo>
                            <a:pt x="1272" y="23601"/>
                            <a:pt x="-2157" y="14553"/>
                            <a:pt x="1367" y="7409"/>
                          </a:cubicBezTo>
                          <a:cubicBezTo>
                            <a:pt x="5177" y="360"/>
                            <a:pt x="15464" y="-2116"/>
                            <a:pt x="24418" y="1980"/>
                          </a:cubicBezTo>
                          <a:cubicBezTo>
                            <a:pt x="33276" y="6075"/>
                            <a:pt x="37276" y="15600"/>
                            <a:pt x="33371" y="2303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47" name="Forme libre : forme 11946">
                      <a:extLst>
                        <a:ext uri="{FF2B5EF4-FFF2-40B4-BE49-F238E27FC236}">
                          <a16:creationId xmlns:a16="http://schemas.microsoft.com/office/drawing/2014/main" id="{9676A981-33A6-46EC-B93E-C32A0DAF63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3524" y="3731927"/>
                      <a:ext cx="34835" cy="28432"/>
                    </a:xfrm>
                    <a:custGeom>
                      <a:avLst/>
                      <a:gdLst>
                        <a:gd name="connsiteX0" fmla="*/ 17410 w 34835"/>
                        <a:gd name="connsiteY0" fmla="*/ 13430 h 28432"/>
                        <a:gd name="connsiteX1" fmla="*/ 7028 w 34835"/>
                        <a:gd name="connsiteY1" fmla="*/ 0 h 28432"/>
                        <a:gd name="connsiteX2" fmla="*/ 1408 w 34835"/>
                        <a:gd name="connsiteY2" fmla="*/ 5334 h 28432"/>
                        <a:gd name="connsiteX3" fmla="*/ 10076 w 34835"/>
                        <a:gd name="connsiteY3" fmla="*/ 26098 h 28432"/>
                        <a:gd name="connsiteX4" fmla="*/ 33412 w 34835"/>
                        <a:gd name="connsiteY4" fmla="*/ 20955 h 28432"/>
                        <a:gd name="connsiteX5" fmla="*/ 34746 w 34835"/>
                        <a:gd name="connsiteY5" fmla="*/ 13430 h 28432"/>
                        <a:gd name="connsiteX6" fmla="*/ 17410 w 34835"/>
                        <a:gd name="connsiteY6" fmla="*/ 13430 h 28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835" h="28432">
                          <a:moveTo>
                            <a:pt x="17410" y="13430"/>
                          </a:moveTo>
                          <a:cubicBezTo>
                            <a:pt x="11409" y="10478"/>
                            <a:pt x="7695" y="5239"/>
                            <a:pt x="7028" y="0"/>
                          </a:cubicBezTo>
                          <a:cubicBezTo>
                            <a:pt x="4647" y="1238"/>
                            <a:pt x="2646" y="3048"/>
                            <a:pt x="1408" y="5334"/>
                          </a:cubicBezTo>
                          <a:cubicBezTo>
                            <a:pt x="-2211" y="12478"/>
                            <a:pt x="1313" y="21527"/>
                            <a:pt x="10076" y="26098"/>
                          </a:cubicBezTo>
                          <a:cubicBezTo>
                            <a:pt x="18648" y="30575"/>
                            <a:pt x="29507" y="28480"/>
                            <a:pt x="33412" y="20955"/>
                          </a:cubicBezTo>
                          <a:cubicBezTo>
                            <a:pt x="34650" y="18574"/>
                            <a:pt x="35031" y="16002"/>
                            <a:pt x="34746" y="13430"/>
                          </a:cubicBezTo>
                          <a:cubicBezTo>
                            <a:pt x="29888" y="16097"/>
                            <a:pt x="23315" y="16288"/>
                            <a:pt x="17410" y="1343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48" name="Forme libre : forme 11947">
                      <a:extLst>
                        <a:ext uri="{FF2B5EF4-FFF2-40B4-BE49-F238E27FC236}">
                          <a16:creationId xmlns:a16="http://schemas.microsoft.com/office/drawing/2014/main" id="{1022A369-0CC4-419C-AC03-CC3D6CA0E3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1117" y="3738385"/>
                      <a:ext cx="14494" cy="14800"/>
                    </a:xfrm>
                    <a:custGeom>
                      <a:avLst/>
                      <a:gdLst>
                        <a:gd name="connsiteX0" fmla="*/ 14486 w 14494"/>
                        <a:gd name="connsiteY0" fmla="*/ 7829 h 14800"/>
                        <a:gd name="connsiteX1" fmla="*/ 7628 w 14494"/>
                        <a:gd name="connsiteY1" fmla="*/ 14782 h 14800"/>
                        <a:gd name="connsiteX2" fmla="*/ 8 w 14494"/>
                        <a:gd name="connsiteY2" fmla="*/ 6877 h 14800"/>
                        <a:gd name="connsiteX3" fmla="*/ 6866 w 14494"/>
                        <a:gd name="connsiteY3" fmla="*/ 19 h 14800"/>
                        <a:gd name="connsiteX4" fmla="*/ 14486 w 14494"/>
                        <a:gd name="connsiteY4" fmla="*/ 7829 h 148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94" h="14800">
                          <a:moveTo>
                            <a:pt x="14486" y="7829"/>
                          </a:moveTo>
                          <a:cubicBezTo>
                            <a:pt x="14677" y="11925"/>
                            <a:pt x="11629" y="15068"/>
                            <a:pt x="7628" y="14782"/>
                          </a:cubicBezTo>
                          <a:cubicBezTo>
                            <a:pt x="3628" y="14497"/>
                            <a:pt x="199" y="10972"/>
                            <a:pt x="8" y="6877"/>
                          </a:cubicBezTo>
                          <a:cubicBezTo>
                            <a:pt x="-182" y="2781"/>
                            <a:pt x="2866" y="-267"/>
                            <a:pt x="6866" y="19"/>
                          </a:cubicBezTo>
                          <a:cubicBezTo>
                            <a:pt x="10867" y="209"/>
                            <a:pt x="14296" y="3733"/>
                            <a:pt x="14486" y="782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49" name="Forme libre : forme 11948">
                      <a:extLst>
                        <a:ext uri="{FF2B5EF4-FFF2-40B4-BE49-F238E27FC236}">
                          <a16:creationId xmlns:a16="http://schemas.microsoft.com/office/drawing/2014/main" id="{E2E65208-781C-4045-A1A9-C97B6AED7F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2445" y="3737412"/>
                      <a:ext cx="5796" cy="5030"/>
                    </a:xfrm>
                    <a:custGeom>
                      <a:avLst/>
                      <a:gdLst>
                        <a:gd name="connsiteX0" fmla="*/ 5538 w 5796"/>
                        <a:gd name="connsiteY0" fmla="*/ 3754 h 5030"/>
                        <a:gd name="connsiteX1" fmla="*/ 1728 w 5796"/>
                        <a:gd name="connsiteY1" fmla="*/ 4706 h 5030"/>
                        <a:gd name="connsiteX2" fmla="*/ 204 w 5796"/>
                        <a:gd name="connsiteY2" fmla="*/ 1277 h 5030"/>
                        <a:gd name="connsiteX3" fmla="*/ 4014 w 5796"/>
                        <a:gd name="connsiteY3" fmla="*/ 325 h 5030"/>
                        <a:gd name="connsiteX4" fmla="*/ 5538 w 5796"/>
                        <a:gd name="connsiteY4" fmla="*/ 3754 h 5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6" h="5030">
                          <a:moveTo>
                            <a:pt x="5538" y="3754"/>
                          </a:moveTo>
                          <a:cubicBezTo>
                            <a:pt x="4872" y="4992"/>
                            <a:pt x="3252" y="5373"/>
                            <a:pt x="1728" y="4706"/>
                          </a:cubicBezTo>
                          <a:cubicBezTo>
                            <a:pt x="299" y="4039"/>
                            <a:pt x="-367" y="2420"/>
                            <a:pt x="204" y="1277"/>
                          </a:cubicBezTo>
                          <a:cubicBezTo>
                            <a:pt x="871" y="39"/>
                            <a:pt x="2490" y="-342"/>
                            <a:pt x="4014" y="325"/>
                          </a:cubicBezTo>
                          <a:cubicBezTo>
                            <a:pt x="5538" y="991"/>
                            <a:pt x="6205" y="2515"/>
                            <a:pt x="5538" y="37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1950" name="Graphique 5">
                  <a:extLst>
                    <a:ext uri="{FF2B5EF4-FFF2-40B4-BE49-F238E27FC236}">
                      <a16:creationId xmlns:a16="http://schemas.microsoft.com/office/drawing/2014/main" id="{64C6D7CE-D2C8-4421-8C1F-BCBE23A74F2C}"/>
                    </a:ext>
                  </a:extLst>
                </p:cNvPr>
                <p:cNvGrpSpPr/>
                <p:nvPr/>
              </p:nvGrpSpPr>
              <p:grpSpPr>
                <a:xfrm>
                  <a:off x="3901593" y="3715877"/>
                  <a:ext cx="67486" cy="94328"/>
                  <a:chOff x="3901593" y="3715877"/>
                  <a:chExt cx="67486" cy="94328"/>
                </a:xfrm>
                <a:solidFill>
                  <a:schemeClr val="accent1"/>
                </a:solidFill>
              </p:grpSpPr>
              <p:grpSp>
                <p:nvGrpSpPr>
                  <p:cNvPr id="11951" name="Graphique 5">
                    <a:extLst>
                      <a:ext uri="{FF2B5EF4-FFF2-40B4-BE49-F238E27FC236}">
                        <a16:creationId xmlns:a16="http://schemas.microsoft.com/office/drawing/2014/main" id="{EDCCE5F6-A587-46AA-9226-6F94D12DB4A3}"/>
                      </a:ext>
                    </a:extLst>
                  </p:cNvPr>
                  <p:cNvGrpSpPr/>
                  <p:nvPr/>
                </p:nvGrpSpPr>
                <p:grpSpPr>
                  <a:xfrm>
                    <a:off x="3901593" y="3715877"/>
                    <a:ext cx="35288" cy="33152"/>
                    <a:chOff x="3901593" y="3715877"/>
                    <a:chExt cx="35288" cy="33152"/>
                  </a:xfrm>
                  <a:solidFill>
                    <a:schemeClr val="accent1"/>
                  </a:solidFill>
                </p:grpSpPr>
                <p:sp>
                  <p:nvSpPr>
                    <p:cNvPr id="11952" name="Forme libre : forme 11951">
                      <a:extLst>
                        <a:ext uri="{FF2B5EF4-FFF2-40B4-BE49-F238E27FC236}">
                          <a16:creationId xmlns:a16="http://schemas.microsoft.com/office/drawing/2014/main" id="{0C1161A4-1ECF-4115-A3CA-6B81A9BA18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1593" y="3715877"/>
                      <a:ext cx="35288" cy="33152"/>
                    </a:xfrm>
                    <a:custGeom>
                      <a:avLst/>
                      <a:gdLst>
                        <a:gd name="connsiteX0" fmla="*/ 35258 w 35288"/>
                        <a:gd name="connsiteY0" fmla="*/ 18145 h 33152"/>
                        <a:gd name="connsiteX1" fmla="*/ 16303 w 35288"/>
                        <a:gd name="connsiteY1" fmla="*/ 33004 h 33152"/>
                        <a:gd name="connsiteX2" fmla="*/ 15 w 35288"/>
                        <a:gd name="connsiteY2" fmla="*/ 14716 h 33152"/>
                        <a:gd name="connsiteX3" fmla="*/ 18494 w 35288"/>
                        <a:gd name="connsiteY3" fmla="*/ 48 h 33152"/>
                        <a:gd name="connsiteX4" fmla="*/ 35258 w 35288"/>
                        <a:gd name="connsiteY4" fmla="*/ 18145 h 33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88" h="33152">
                          <a:moveTo>
                            <a:pt x="35258" y="18145"/>
                          </a:moveTo>
                          <a:cubicBezTo>
                            <a:pt x="34877" y="27575"/>
                            <a:pt x="26114" y="34243"/>
                            <a:pt x="16303" y="33004"/>
                          </a:cubicBezTo>
                          <a:cubicBezTo>
                            <a:pt x="6397" y="31766"/>
                            <a:pt x="-365" y="23575"/>
                            <a:pt x="15" y="14716"/>
                          </a:cubicBezTo>
                          <a:cubicBezTo>
                            <a:pt x="396" y="5763"/>
                            <a:pt x="8683" y="-619"/>
                            <a:pt x="18494" y="48"/>
                          </a:cubicBezTo>
                          <a:cubicBezTo>
                            <a:pt x="28305" y="810"/>
                            <a:pt x="35829" y="8811"/>
                            <a:pt x="35258" y="1814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53" name="Forme libre : forme 11952">
                      <a:extLst>
                        <a:ext uri="{FF2B5EF4-FFF2-40B4-BE49-F238E27FC236}">
                          <a16:creationId xmlns:a16="http://schemas.microsoft.com/office/drawing/2014/main" id="{3EBC6639-592C-4A59-840F-5F8526B003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1594" y="3722783"/>
                      <a:ext cx="35286" cy="26246"/>
                    </a:xfrm>
                    <a:custGeom>
                      <a:avLst/>
                      <a:gdLst>
                        <a:gd name="connsiteX0" fmla="*/ 17732 w 35286"/>
                        <a:gd name="connsiteY0" fmla="*/ 10001 h 26246"/>
                        <a:gd name="connsiteX1" fmla="*/ 2777 w 35286"/>
                        <a:gd name="connsiteY1" fmla="*/ 0 h 26246"/>
                        <a:gd name="connsiteX2" fmla="*/ 15 w 35286"/>
                        <a:gd name="connsiteY2" fmla="*/ 7810 h 26246"/>
                        <a:gd name="connsiteX3" fmla="*/ 16303 w 35286"/>
                        <a:gd name="connsiteY3" fmla="*/ 26098 h 26246"/>
                        <a:gd name="connsiteX4" fmla="*/ 35258 w 35286"/>
                        <a:gd name="connsiteY4" fmla="*/ 11239 h 26246"/>
                        <a:gd name="connsiteX5" fmla="*/ 33448 w 35286"/>
                        <a:gd name="connsiteY5" fmla="*/ 2953 h 26246"/>
                        <a:gd name="connsiteX6" fmla="*/ 17732 w 35286"/>
                        <a:gd name="connsiteY6" fmla="*/ 10001 h 26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86" h="26246">
                          <a:moveTo>
                            <a:pt x="17732" y="10001"/>
                          </a:moveTo>
                          <a:cubicBezTo>
                            <a:pt x="11064" y="9334"/>
                            <a:pt x="5540" y="5239"/>
                            <a:pt x="2777" y="0"/>
                          </a:cubicBezTo>
                          <a:cubicBezTo>
                            <a:pt x="1158" y="2191"/>
                            <a:pt x="110" y="4858"/>
                            <a:pt x="15" y="7810"/>
                          </a:cubicBezTo>
                          <a:cubicBezTo>
                            <a:pt x="-366" y="16764"/>
                            <a:pt x="6492" y="24860"/>
                            <a:pt x="16303" y="26098"/>
                          </a:cubicBezTo>
                          <a:cubicBezTo>
                            <a:pt x="26114" y="27337"/>
                            <a:pt x="34877" y="20669"/>
                            <a:pt x="35258" y="11239"/>
                          </a:cubicBezTo>
                          <a:cubicBezTo>
                            <a:pt x="35448" y="8287"/>
                            <a:pt x="34686" y="5429"/>
                            <a:pt x="33448" y="2953"/>
                          </a:cubicBezTo>
                          <a:cubicBezTo>
                            <a:pt x="30114" y="7715"/>
                            <a:pt x="24209" y="10668"/>
                            <a:pt x="17732" y="1000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54" name="Forme libre : forme 11953">
                      <a:extLst>
                        <a:ext uri="{FF2B5EF4-FFF2-40B4-BE49-F238E27FC236}">
                          <a16:creationId xmlns:a16="http://schemas.microsoft.com/office/drawing/2014/main" id="{2691420D-5C64-4243-9D45-37B0F5C745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642" y="3722342"/>
                      <a:ext cx="15065" cy="15765"/>
                    </a:xfrm>
                    <a:custGeom>
                      <a:avLst/>
                      <a:gdLst>
                        <a:gd name="connsiteX0" fmla="*/ 14304 w 15065"/>
                        <a:gd name="connsiteY0" fmla="*/ 5393 h 15765"/>
                        <a:gd name="connsiteX1" fmla="*/ 10875 w 15065"/>
                        <a:gd name="connsiteY1" fmla="*/ 15394 h 15765"/>
                        <a:gd name="connsiteX2" fmla="*/ 778 w 15065"/>
                        <a:gd name="connsiteY2" fmla="*/ 10251 h 15765"/>
                        <a:gd name="connsiteX3" fmla="*/ 4207 w 15065"/>
                        <a:gd name="connsiteY3" fmla="*/ 345 h 15765"/>
                        <a:gd name="connsiteX4" fmla="*/ 14304 w 15065"/>
                        <a:gd name="connsiteY4" fmla="*/ 5393 h 157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65" h="15765">
                          <a:moveTo>
                            <a:pt x="14304" y="5393"/>
                          </a:moveTo>
                          <a:cubicBezTo>
                            <a:pt x="16113" y="9584"/>
                            <a:pt x="14589" y="14061"/>
                            <a:pt x="10875" y="15394"/>
                          </a:cubicBezTo>
                          <a:cubicBezTo>
                            <a:pt x="7160" y="16728"/>
                            <a:pt x="2683" y="14347"/>
                            <a:pt x="778" y="10251"/>
                          </a:cubicBezTo>
                          <a:cubicBezTo>
                            <a:pt x="-1031" y="6155"/>
                            <a:pt x="397" y="1679"/>
                            <a:pt x="4207" y="345"/>
                          </a:cubicBezTo>
                          <a:cubicBezTo>
                            <a:pt x="7827" y="-893"/>
                            <a:pt x="12399" y="1297"/>
                            <a:pt x="14304" y="539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55" name="Forme libre : forme 11954">
                      <a:extLst>
                        <a:ext uri="{FF2B5EF4-FFF2-40B4-BE49-F238E27FC236}">
                          <a16:creationId xmlns:a16="http://schemas.microsoft.com/office/drawing/2014/main" id="{9C288C20-E18D-4DEF-A2BA-01D973DD0A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177" y="3722586"/>
                      <a:ext cx="5820" cy="5441"/>
                    </a:xfrm>
                    <a:custGeom>
                      <a:avLst/>
                      <a:gdLst>
                        <a:gd name="connsiteX0" fmla="*/ 5815 w 5820"/>
                        <a:gd name="connsiteY0" fmla="*/ 2959 h 5441"/>
                        <a:gd name="connsiteX1" fmla="*/ 2767 w 5820"/>
                        <a:gd name="connsiteY1" fmla="*/ 5435 h 5441"/>
                        <a:gd name="connsiteX2" fmla="*/ 5 w 5820"/>
                        <a:gd name="connsiteY2" fmla="*/ 2483 h 5441"/>
                        <a:gd name="connsiteX3" fmla="*/ 3053 w 5820"/>
                        <a:gd name="connsiteY3" fmla="*/ 6 h 5441"/>
                        <a:gd name="connsiteX4" fmla="*/ 5815 w 5820"/>
                        <a:gd name="connsiteY4" fmla="*/ 2959 h 5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0" h="5441">
                          <a:moveTo>
                            <a:pt x="5815" y="2959"/>
                          </a:moveTo>
                          <a:cubicBezTo>
                            <a:pt x="5720" y="4483"/>
                            <a:pt x="4387" y="5531"/>
                            <a:pt x="2767" y="5435"/>
                          </a:cubicBezTo>
                          <a:cubicBezTo>
                            <a:pt x="1148" y="5245"/>
                            <a:pt x="-90" y="3911"/>
                            <a:pt x="5" y="2483"/>
                          </a:cubicBezTo>
                          <a:cubicBezTo>
                            <a:pt x="100" y="959"/>
                            <a:pt x="1434" y="-89"/>
                            <a:pt x="3053" y="6"/>
                          </a:cubicBezTo>
                          <a:cubicBezTo>
                            <a:pt x="4672" y="101"/>
                            <a:pt x="5911" y="1530"/>
                            <a:pt x="5815" y="29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956" name="Graphique 5">
                    <a:extLst>
                      <a:ext uri="{FF2B5EF4-FFF2-40B4-BE49-F238E27FC236}">
                        <a16:creationId xmlns:a16="http://schemas.microsoft.com/office/drawing/2014/main" id="{2684BA3E-9AF6-41D4-B3FC-96306C3BDFB6}"/>
                      </a:ext>
                    </a:extLst>
                  </p:cNvPr>
                  <p:cNvGrpSpPr/>
                  <p:nvPr/>
                </p:nvGrpSpPr>
                <p:grpSpPr>
                  <a:xfrm>
                    <a:off x="3912857" y="3747435"/>
                    <a:ext cx="35446" cy="34048"/>
                    <a:chOff x="3912857" y="3747435"/>
                    <a:chExt cx="35446" cy="34048"/>
                  </a:xfrm>
                  <a:solidFill>
                    <a:schemeClr val="accent1"/>
                  </a:solidFill>
                </p:grpSpPr>
                <p:sp>
                  <p:nvSpPr>
                    <p:cNvPr id="11957" name="Forme libre : forme 11956">
                      <a:extLst>
                        <a:ext uri="{FF2B5EF4-FFF2-40B4-BE49-F238E27FC236}">
                          <a16:creationId xmlns:a16="http://schemas.microsoft.com/office/drawing/2014/main" id="{9BED27EF-9188-4D23-8E0B-F5B5E1B713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857" y="3747435"/>
                      <a:ext cx="35431" cy="34048"/>
                    </a:xfrm>
                    <a:custGeom>
                      <a:avLst/>
                      <a:gdLst>
                        <a:gd name="connsiteX0" fmla="*/ 35329 w 35431"/>
                        <a:gd name="connsiteY0" fmla="*/ 19163 h 34048"/>
                        <a:gd name="connsiteX1" fmla="*/ 15803 w 35431"/>
                        <a:gd name="connsiteY1" fmla="*/ 33831 h 34048"/>
                        <a:gd name="connsiteX2" fmla="*/ 86 w 35431"/>
                        <a:gd name="connsiteY2" fmla="*/ 14495 h 34048"/>
                        <a:gd name="connsiteX3" fmla="*/ 19517 w 35431"/>
                        <a:gd name="connsiteY3" fmla="*/ 113 h 34048"/>
                        <a:gd name="connsiteX4" fmla="*/ 35329 w 35431"/>
                        <a:gd name="connsiteY4" fmla="*/ 19163 h 34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31" h="34048">
                          <a:moveTo>
                            <a:pt x="35329" y="19163"/>
                          </a:moveTo>
                          <a:cubicBezTo>
                            <a:pt x="34186" y="28688"/>
                            <a:pt x="25423" y="35355"/>
                            <a:pt x="15803" y="33831"/>
                          </a:cubicBezTo>
                          <a:cubicBezTo>
                            <a:pt x="6182" y="32307"/>
                            <a:pt x="-866" y="23639"/>
                            <a:pt x="86" y="14495"/>
                          </a:cubicBezTo>
                          <a:cubicBezTo>
                            <a:pt x="1039" y="5447"/>
                            <a:pt x="9707" y="-935"/>
                            <a:pt x="19517" y="113"/>
                          </a:cubicBezTo>
                          <a:cubicBezTo>
                            <a:pt x="29328" y="1160"/>
                            <a:pt x="36376" y="9638"/>
                            <a:pt x="35329" y="1916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58" name="Forme libre : forme 11957">
                      <a:extLst>
                        <a:ext uri="{FF2B5EF4-FFF2-40B4-BE49-F238E27FC236}">
                          <a16:creationId xmlns:a16="http://schemas.microsoft.com/office/drawing/2014/main" id="{868B65BD-C683-4287-B474-161A0845E1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857" y="3754025"/>
                      <a:ext cx="35446" cy="27363"/>
                    </a:xfrm>
                    <a:custGeom>
                      <a:avLst/>
                      <a:gdLst>
                        <a:gd name="connsiteX0" fmla="*/ 17707 w 35446"/>
                        <a:gd name="connsiteY0" fmla="*/ 10668 h 27363"/>
                        <a:gd name="connsiteX1" fmla="*/ 3325 w 35446"/>
                        <a:gd name="connsiteY1" fmla="*/ 0 h 27363"/>
                        <a:gd name="connsiteX2" fmla="*/ 86 w 35446"/>
                        <a:gd name="connsiteY2" fmla="*/ 7810 h 27363"/>
                        <a:gd name="connsiteX3" fmla="*/ 15803 w 35446"/>
                        <a:gd name="connsiteY3" fmla="*/ 27146 h 27363"/>
                        <a:gd name="connsiteX4" fmla="*/ 35329 w 35446"/>
                        <a:gd name="connsiteY4" fmla="*/ 12478 h 27363"/>
                        <a:gd name="connsiteX5" fmla="*/ 33995 w 35446"/>
                        <a:gd name="connsiteY5" fmla="*/ 3905 h 27363"/>
                        <a:gd name="connsiteX6" fmla="*/ 17707 w 35446"/>
                        <a:gd name="connsiteY6" fmla="*/ 10668 h 273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46" h="27363">
                          <a:moveTo>
                            <a:pt x="17707" y="10668"/>
                          </a:moveTo>
                          <a:cubicBezTo>
                            <a:pt x="11040" y="9811"/>
                            <a:pt x="5801" y="5524"/>
                            <a:pt x="3325" y="0"/>
                          </a:cubicBezTo>
                          <a:cubicBezTo>
                            <a:pt x="1610" y="2191"/>
                            <a:pt x="372" y="4858"/>
                            <a:pt x="86" y="7810"/>
                          </a:cubicBezTo>
                          <a:cubicBezTo>
                            <a:pt x="-866" y="16859"/>
                            <a:pt x="6182" y="25622"/>
                            <a:pt x="15803" y="27146"/>
                          </a:cubicBezTo>
                          <a:cubicBezTo>
                            <a:pt x="25423" y="28670"/>
                            <a:pt x="34281" y="22003"/>
                            <a:pt x="35329" y="12478"/>
                          </a:cubicBezTo>
                          <a:cubicBezTo>
                            <a:pt x="35710" y="9430"/>
                            <a:pt x="35138" y="6572"/>
                            <a:pt x="33995" y="3905"/>
                          </a:cubicBezTo>
                          <a:cubicBezTo>
                            <a:pt x="30376" y="8858"/>
                            <a:pt x="24280" y="11621"/>
                            <a:pt x="17707" y="106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59" name="Forme libre : forme 11958">
                      <a:extLst>
                        <a:ext uri="{FF2B5EF4-FFF2-40B4-BE49-F238E27FC236}">
                          <a16:creationId xmlns:a16="http://schemas.microsoft.com/office/drawing/2014/main" id="{AA7601F5-7535-4AFC-91E1-7B646E5D29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0161" y="3754269"/>
                      <a:ext cx="14999" cy="16171"/>
                    </a:xfrm>
                    <a:custGeom>
                      <a:avLst/>
                      <a:gdLst>
                        <a:gd name="connsiteX0" fmla="*/ 14405 w 14999"/>
                        <a:gd name="connsiteY0" fmla="*/ 5756 h 16171"/>
                        <a:gd name="connsiteX1" fmla="*/ 10405 w 14999"/>
                        <a:gd name="connsiteY1" fmla="*/ 15853 h 16171"/>
                        <a:gd name="connsiteX2" fmla="*/ 594 w 14999"/>
                        <a:gd name="connsiteY2" fmla="*/ 10328 h 16171"/>
                        <a:gd name="connsiteX3" fmla="*/ 4594 w 14999"/>
                        <a:gd name="connsiteY3" fmla="*/ 327 h 16171"/>
                        <a:gd name="connsiteX4" fmla="*/ 14405 w 14999"/>
                        <a:gd name="connsiteY4" fmla="*/ 5756 h 16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99" h="16171">
                          <a:moveTo>
                            <a:pt x="14405" y="5756"/>
                          </a:moveTo>
                          <a:cubicBezTo>
                            <a:pt x="16024" y="10042"/>
                            <a:pt x="14215" y="14614"/>
                            <a:pt x="10405" y="15853"/>
                          </a:cubicBezTo>
                          <a:cubicBezTo>
                            <a:pt x="6595" y="17091"/>
                            <a:pt x="2213" y="14614"/>
                            <a:pt x="594" y="10328"/>
                          </a:cubicBezTo>
                          <a:cubicBezTo>
                            <a:pt x="-1025" y="6042"/>
                            <a:pt x="784" y="1660"/>
                            <a:pt x="4594" y="327"/>
                          </a:cubicBezTo>
                          <a:cubicBezTo>
                            <a:pt x="8404" y="-911"/>
                            <a:pt x="12786" y="1470"/>
                            <a:pt x="14405" y="575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60" name="Forme libre : forme 11959">
                      <a:extLst>
                        <a:ext uri="{FF2B5EF4-FFF2-40B4-BE49-F238E27FC236}">
                          <a16:creationId xmlns:a16="http://schemas.microsoft.com/office/drawing/2014/main" id="{3EAFB72A-A2E5-45B0-A743-5A49530613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9877" y="3754383"/>
                      <a:ext cx="5851" cy="5569"/>
                    </a:xfrm>
                    <a:custGeom>
                      <a:avLst/>
                      <a:gdLst>
                        <a:gd name="connsiteX0" fmla="*/ 5831 w 5851"/>
                        <a:gd name="connsiteY0" fmla="*/ 3166 h 5569"/>
                        <a:gd name="connsiteX1" fmla="*/ 2593 w 5851"/>
                        <a:gd name="connsiteY1" fmla="*/ 5547 h 5569"/>
                        <a:gd name="connsiteX2" fmla="*/ 21 w 5851"/>
                        <a:gd name="connsiteY2" fmla="*/ 2404 h 5569"/>
                        <a:gd name="connsiteX3" fmla="*/ 3259 w 5851"/>
                        <a:gd name="connsiteY3" fmla="*/ 22 h 5569"/>
                        <a:gd name="connsiteX4" fmla="*/ 5831 w 5851"/>
                        <a:gd name="connsiteY4" fmla="*/ 3166 h 5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1" h="5569">
                          <a:moveTo>
                            <a:pt x="5831" y="3166"/>
                          </a:moveTo>
                          <a:cubicBezTo>
                            <a:pt x="5640" y="4690"/>
                            <a:pt x="4212" y="5737"/>
                            <a:pt x="2593" y="5547"/>
                          </a:cubicBezTo>
                          <a:cubicBezTo>
                            <a:pt x="973" y="5357"/>
                            <a:pt x="-170" y="3928"/>
                            <a:pt x="21" y="2404"/>
                          </a:cubicBezTo>
                          <a:cubicBezTo>
                            <a:pt x="211" y="880"/>
                            <a:pt x="1640" y="-168"/>
                            <a:pt x="3259" y="22"/>
                          </a:cubicBezTo>
                          <a:cubicBezTo>
                            <a:pt x="4879" y="213"/>
                            <a:pt x="6022" y="1642"/>
                            <a:pt x="5831" y="316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961" name="Graphique 5">
                    <a:extLst>
                      <a:ext uri="{FF2B5EF4-FFF2-40B4-BE49-F238E27FC236}">
                        <a16:creationId xmlns:a16="http://schemas.microsoft.com/office/drawing/2014/main" id="{B9B64EBD-F28B-4C71-AFAD-93F03E3AEEA3}"/>
                      </a:ext>
                    </a:extLst>
                  </p:cNvPr>
                  <p:cNvGrpSpPr/>
                  <p:nvPr/>
                </p:nvGrpSpPr>
                <p:grpSpPr>
                  <a:xfrm>
                    <a:off x="3933489" y="3775020"/>
                    <a:ext cx="35590" cy="35184"/>
                    <a:chOff x="3933489" y="3775020"/>
                    <a:chExt cx="35590" cy="35184"/>
                  </a:xfrm>
                  <a:solidFill>
                    <a:schemeClr val="accent1"/>
                  </a:solidFill>
                </p:grpSpPr>
                <p:sp>
                  <p:nvSpPr>
                    <p:cNvPr id="11962" name="Forme libre : forme 11961">
                      <a:extLst>
                        <a:ext uri="{FF2B5EF4-FFF2-40B4-BE49-F238E27FC236}">
                          <a16:creationId xmlns:a16="http://schemas.microsoft.com/office/drawing/2014/main" id="{7D15F701-D3EC-4083-A3E6-E696AA1356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3489" y="3775020"/>
                      <a:ext cx="35584" cy="35184"/>
                    </a:xfrm>
                    <a:custGeom>
                      <a:avLst/>
                      <a:gdLst>
                        <a:gd name="connsiteX0" fmla="*/ 35462 w 35584"/>
                        <a:gd name="connsiteY0" fmla="*/ 20152 h 35184"/>
                        <a:gd name="connsiteX1" fmla="*/ 14983 w 35584"/>
                        <a:gd name="connsiteY1" fmla="*/ 34916 h 35184"/>
                        <a:gd name="connsiteX2" fmla="*/ 219 w 35584"/>
                        <a:gd name="connsiteY2" fmla="*/ 14818 h 35184"/>
                        <a:gd name="connsiteX3" fmla="*/ 19936 w 35584"/>
                        <a:gd name="connsiteY3" fmla="*/ 150 h 35184"/>
                        <a:gd name="connsiteX4" fmla="*/ 35462 w 35584"/>
                        <a:gd name="connsiteY4" fmla="*/ 20152 h 351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84" h="35184">
                          <a:moveTo>
                            <a:pt x="35462" y="20152"/>
                          </a:moveTo>
                          <a:cubicBezTo>
                            <a:pt x="34033" y="29963"/>
                            <a:pt x="24603" y="36630"/>
                            <a:pt x="14983" y="34916"/>
                          </a:cubicBezTo>
                          <a:cubicBezTo>
                            <a:pt x="5268" y="33202"/>
                            <a:pt x="-1305" y="24153"/>
                            <a:pt x="219" y="14818"/>
                          </a:cubicBezTo>
                          <a:cubicBezTo>
                            <a:pt x="1648" y="5484"/>
                            <a:pt x="10125" y="-1088"/>
                            <a:pt x="19936" y="150"/>
                          </a:cubicBezTo>
                          <a:cubicBezTo>
                            <a:pt x="29652" y="1388"/>
                            <a:pt x="36605" y="10246"/>
                            <a:pt x="35462" y="2015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63" name="Forme libre : forme 11962">
                      <a:extLst>
                        <a:ext uri="{FF2B5EF4-FFF2-40B4-BE49-F238E27FC236}">
                          <a16:creationId xmlns:a16="http://schemas.microsoft.com/office/drawing/2014/main" id="{F54526ED-EB95-4D58-83BC-DD61A23AF6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3489" y="3781742"/>
                      <a:ext cx="35590" cy="28462"/>
                    </a:xfrm>
                    <a:custGeom>
                      <a:avLst/>
                      <a:gdLst>
                        <a:gd name="connsiteX0" fmla="*/ 17936 w 35590"/>
                        <a:gd name="connsiteY0" fmla="*/ 11239 h 28462"/>
                        <a:gd name="connsiteX1" fmla="*/ 3744 w 35590"/>
                        <a:gd name="connsiteY1" fmla="*/ 0 h 28462"/>
                        <a:gd name="connsiteX2" fmla="*/ 219 w 35590"/>
                        <a:gd name="connsiteY2" fmla="*/ 8096 h 28462"/>
                        <a:gd name="connsiteX3" fmla="*/ 14983 w 35590"/>
                        <a:gd name="connsiteY3" fmla="*/ 28194 h 28462"/>
                        <a:gd name="connsiteX4" fmla="*/ 35462 w 35590"/>
                        <a:gd name="connsiteY4" fmla="*/ 13430 h 28462"/>
                        <a:gd name="connsiteX5" fmla="*/ 34224 w 35590"/>
                        <a:gd name="connsiteY5" fmla="*/ 4572 h 28462"/>
                        <a:gd name="connsiteX6" fmla="*/ 17936 w 35590"/>
                        <a:gd name="connsiteY6" fmla="*/ 11239 h 28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90" h="28462">
                          <a:moveTo>
                            <a:pt x="17936" y="11239"/>
                          </a:moveTo>
                          <a:cubicBezTo>
                            <a:pt x="11268" y="10192"/>
                            <a:pt x="6220" y="5715"/>
                            <a:pt x="3744" y="0"/>
                          </a:cubicBezTo>
                          <a:cubicBezTo>
                            <a:pt x="2029" y="2286"/>
                            <a:pt x="696" y="5048"/>
                            <a:pt x="219" y="8096"/>
                          </a:cubicBezTo>
                          <a:cubicBezTo>
                            <a:pt x="-1305" y="17431"/>
                            <a:pt x="5268" y="26479"/>
                            <a:pt x="14983" y="28194"/>
                          </a:cubicBezTo>
                          <a:cubicBezTo>
                            <a:pt x="24603" y="29908"/>
                            <a:pt x="34033" y="23241"/>
                            <a:pt x="35462" y="13430"/>
                          </a:cubicBezTo>
                          <a:cubicBezTo>
                            <a:pt x="35843" y="10287"/>
                            <a:pt x="35366" y="7239"/>
                            <a:pt x="34224" y="4572"/>
                          </a:cubicBezTo>
                          <a:cubicBezTo>
                            <a:pt x="30509" y="9430"/>
                            <a:pt x="24508" y="12287"/>
                            <a:pt x="17936" y="1123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64" name="Forme libre : forme 11963">
                      <a:extLst>
                        <a:ext uri="{FF2B5EF4-FFF2-40B4-BE49-F238E27FC236}">
                          <a16:creationId xmlns:a16="http://schemas.microsoft.com/office/drawing/2014/main" id="{E08E9406-7EE0-4DCB-97B1-21B52E6890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0981" y="3782247"/>
                      <a:ext cx="14981" cy="16848"/>
                    </a:xfrm>
                    <a:custGeom>
                      <a:avLst/>
                      <a:gdLst>
                        <a:gd name="connsiteX0" fmla="*/ 14445 w 14981"/>
                        <a:gd name="connsiteY0" fmla="*/ 6067 h 16848"/>
                        <a:gd name="connsiteX1" fmla="*/ 10158 w 14981"/>
                        <a:gd name="connsiteY1" fmla="*/ 16545 h 16848"/>
                        <a:gd name="connsiteX2" fmla="*/ 538 w 14981"/>
                        <a:gd name="connsiteY2" fmla="*/ 10734 h 16848"/>
                        <a:gd name="connsiteX3" fmla="*/ 4729 w 14981"/>
                        <a:gd name="connsiteY3" fmla="*/ 352 h 16848"/>
                        <a:gd name="connsiteX4" fmla="*/ 14445 w 14981"/>
                        <a:gd name="connsiteY4" fmla="*/ 6067 h 168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81" h="16848">
                          <a:moveTo>
                            <a:pt x="14445" y="6067"/>
                          </a:moveTo>
                          <a:cubicBezTo>
                            <a:pt x="15969" y="10544"/>
                            <a:pt x="14159" y="15306"/>
                            <a:pt x="10158" y="16545"/>
                          </a:cubicBezTo>
                          <a:cubicBezTo>
                            <a:pt x="6253" y="17783"/>
                            <a:pt x="1872" y="15116"/>
                            <a:pt x="538" y="10734"/>
                          </a:cubicBezTo>
                          <a:cubicBezTo>
                            <a:pt x="-986" y="6258"/>
                            <a:pt x="824" y="1686"/>
                            <a:pt x="4729" y="352"/>
                          </a:cubicBezTo>
                          <a:cubicBezTo>
                            <a:pt x="8539" y="-981"/>
                            <a:pt x="12921" y="1591"/>
                            <a:pt x="14445" y="606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65" name="Forme libre : forme 11964">
                      <a:extLst>
                        <a:ext uri="{FF2B5EF4-FFF2-40B4-BE49-F238E27FC236}">
                          <a16:creationId xmlns:a16="http://schemas.microsoft.com/office/drawing/2014/main" id="{7FE0DA64-E5FD-4370-8BC7-A5229D8B88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0832" y="3782387"/>
                      <a:ext cx="5851" cy="5759"/>
                    </a:xfrm>
                    <a:custGeom>
                      <a:avLst/>
                      <a:gdLst>
                        <a:gd name="connsiteX0" fmla="*/ 5831 w 5851"/>
                        <a:gd name="connsiteY0" fmla="*/ 3261 h 5759"/>
                        <a:gd name="connsiteX1" fmla="*/ 2592 w 5851"/>
                        <a:gd name="connsiteY1" fmla="*/ 5737 h 5759"/>
                        <a:gd name="connsiteX2" fmla="*/ 21 w 5851"/>
                        <a:gd name="connsiteY2" fmla="*/ 2499 h 5759"/>
                        <a:gd name="connsiteX3" fmla="*/ 3259 w 5851"/>
                        <a:gd name="connsiteY3" fmla="*/ 22 h 5759"/>
                        <a:gd name="connsiteX4" fmla="*/ 5831 w 5851"/>
                        <a:gd name="connsiteY4" fmla="*/ 3261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1" h="5759">
                          <a:moveTo>
                            <a:pt x="5831" y="3261"/>
                          </a:moveTo>
                          <a:cubicBezTo>
                            <a:pt x="5640" y="4880"/>
                            <a:pt x="4212" y="5928"/>
                            <a:pt x="2592" y="5737"/>
                          </a:cubicBezTo>
                          <a:cubicBezTo>
                            <a:pt x="973" y="5547"/>
                            <a:pt x="-170" y="4023"/>
                            <a:pt x="21" y="2499"/>
                          </a:cubicBezTo>
                          <a:cubicBezTo>
                            <a:pt x="211" y="879"/>
                            <a:pt x="1640" y="-168"/>
                            <a:pt x="3259" y="22"/>
                          </a:cubicBezTo>
                          <a:cubicBezTo>
                            <a:pt x="4879" y="213"/>
                            <a:pt x="6022" y="1642"/>
                            <a:pt x="5831" y="32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1966" name="Graphique 5">
                  <a:extLst>
                    <a:ext uri="{FF2B5EF4-FFF2-40B4-BE49-F238E27FC236}">
                      <a16:creationId xmlns:a16="http://schemas.microsoft.com/office/drawing/2014/main" id="{E43897B6-62D5-4F65-B31D-2ABD997DF3CB}"/>
                    </a:ext>
                  </a:extLst>
                </p:cNvPr>
                <p:cNvGrpSpPr/>
                <p:nvPr/>
              </p:nvGrpSpPr>
              <p:grpSpPr>
                <a:xfrm>
                  <a:off x="4019323" y="3705637"/>
                  <a:ext cx="69093" cy="103801"/>
                  <a:chOff x="4019323" y="3705637"/>
                  <a:chExt cx="69093" cy="103801"/>
                </a:xfrm>
                <a:solidFill>
                  <a:schemeClr val="accent1"/>
                </a:solidFill>
              </p:grpSpPr>
              <p:grpSp>
                <p:nvGrpSpPr>
                  <p:cNvPr id="11967" name="Graphique 5">
                    <a:extLst>
                      <a:ext uri="{FF2B5EF4-FFF2-40B4-BE49-F238E27FC236}">
                        <a16:creationId xmlns:a16="http://schemas.microsoft.com/office/drawing/2014/main" id="{B3C178DD-025A-4BB9-A204-CD876C35DDF7}"/>
                      </a:ext>
                    </a:extLst>
                  </p:cNvPr>
                  <p:cNvGrpSpPr/>
                  <p:nvPr/>
                </p:nvGrpSpPr>
                <p:grpSpPr>
                  <a:xfrm>
                    <a:off x="4019323" y="3705637"/>
                    <a:ext cx="35651" cy="37738"/>
                    <a:chOff x="4019323" y="3705637"/>
                    <a:chExt cx="35651" cy="37738"/>
                  </a:xfrm>
                  <a:solidFill>
                    <a:schemeClr val="accent1"/>
                  </a:solidFill>
                </p:grpSpPr>
                <p:sp>
                  <p:nvSpPr>
                    <p:cNvPr id="11968" name="Forme libre : forme 11967">
                      <a:extLst>
                        <a:ext uri="{FF2B5EF4-FFF2-40B4-BE49-F238E27FC236}">
                          <a16:creationId xmlns:a16="http://schemas.microsoft.com/office/drawing/2014/main" id="{E01DA330-6F5F-451A-850C-64EF59CC60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9323" y="3705637"/>
                      <a:ext cx="35651" cy="37738"/>
                    </a:xfrm>
                    <a:custGeom>
                      <a:avLst/>
                      <a:gdLst>
                        <a:gd name="connsiteX0" fmla="*/ 35638 w 35651"/>
                        <a:gd name="connsiteY0" fmla="*/ 19145 h 37738"/>
                        <a:gd name="connsiteX1" fmla="*/ 16683 w 35651"/>
                        <a:gd name="connsiteY1" fmla="*/ 37719 h 37738"/>
                        <a:gd name="connsiteX2" fmla="*/ 15 w 35651"/>
                        <a:gd name="connsiteY2" fmla="*/ 18383 h 37738"/>
                        <a:gd name="connsiteX3" fmla="*/ 18398 w 35651"/>
                        <a:gd name="connsiteY3" fmla="*/ 0 h 37738"/>
                        <a:gd name="connsiteX4" fmla="*/ 35638 w 35651"/>
                        <a:gd name="connsiteY4" fmla="*/ 19145 h 377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51" h="37738">
                          <a:moveTo>
                            <a:pt x="35638" y="19145"/>
                          </a:moveTo>
                          <a:cubicBezTo>
                            <a:pt x="35352" y="29909"/>
                            <a:pt x="26590" y="38195"/>
                            <a:pt x="16683" y="37719"/>
                          </a:cubicBezTo>
                          <a:cubicBezTo>
                            <a:pt x="6682" y="37243"/>
                            <a:pt x="-366" y="28575"/>
                            <a:pt x="15" y="18383"/>
                          </a:cubicBezTo>
                          <a:cubicBezTo>
                            <a:pt x="300" y="8192"/>
                            <a:pt x="8492" y="0"/>
                            <a:pt x="18398" y="0"/>
                          </a:cubicBezTo>
                          <a:cubicBezTo>
                            <a:pt x="28304" y="0"/>
                            <a:pt x="36019" y="8477"/>
                            <a:pt x="35638" y="1914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69" name="Forme libre : forme 11968">
                      <a:extLst>
                        <a:ext uri="{FF2B5EF4-FFF2-40B4-BE49-F238E27FC236}">
                          <a16:creationId xmlns:a16="http://schemas.microsoft.com/office/drawing/2014/main" id="{D4D8F9F4-025A-4AF1-9DBC-34C4EA28BA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9323" y="3714877"/>
                      <a:ext cx="35646" cy="28499"/>
                    </a:xfrm>
                    <a:custGeom>
                      <a:avLst/>
                      <a:gdLst>
                        <a:gd name="connsiteX0" fmla="*/ 17922 w 35646"/>
                        <a:gd name="connsiteY0" fmla="*/ 10001 h 28499"/>
                        <a:gd name="connsiteX1" fmla="*/ 2682 w 35646"/>
                        <a:gd name="connsiteY1" fmla="*/ 0 h 28499"/>
                        <a:gd name="connsiteX2" fmla="*/ 15 w 35646"/>
                        <a:gd name="connsiteY2" fmla="*/ 9144 h 28499"/>
                        <a:gd name="connsiteX3" fmla="*/ 16683 w 35646"/>
                        <a:gd name="connsiteY3" fmla="*/ 28480 h 28499"/>
                        <a:gd name="connsiteX4" fmla="*/ 35638 w 35646"/>
                        <a:gd name="connsiteY4" fmla="*/ 9906 h 28499"/>
                        <a:gd name="connsiteX5" fmla="*/ 33638 w 35646"/>
                        <a:gd name="connsiteY5" fmla="*/ 571 h 28499"/>
                        <a:gd name="connsiteX6" fmla="*/ 17922 w 35646"/>
                        <a:gd name="connsiteY6" fmla="*/ 10001 h 28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46" h="28499">
                          <a:moveTo>
                            <a:pt x="17922" y="10001"/>
                          </a:moveTo>
                          <a:cubicBezTo>
                            <a:pt x="11254" y="9811"/>
                            <a:pt x="5634" y="5715"/>
                            <a:pt x="2682" y="0"/>
                          </a:cubicBezTo>
                          <a:cubicBezTo>
                            <a:pt x="1062" y="2667"/>
                            <a:pt x="110" y="5810"/>
                            <a:pt x="15" y="9144"/>
                          </a:cubicBezTo>
                          <a:cubicBezTo>
                            <a:pt x="-366" y="19336"/>
                            <a:pt x="6682" y="28004"/>
                            <a:pt x="16683" y="28480"/>
                          </a:cubicBezTo>
                          <a:cubicBezTo>
                            <a:pt x="26590" y="28956"/>
                            <a:pt x="35448" y="20669"/>
                            <a:pt x="35638" y="9906"/>
                          </a:cubicBezTo>
                          <a:cubicBezTo>
                            <a:pt x="35733" y="6477"/>
                            <a:pt x="34971" y="3334"/>
                            <a:pt x="33638" y="571"/>
                          </a:cubicBezTo>
                          <a:cubicBezTo>
                            <a:pt x="30400" y="6382"/>
                            <a:pt x="24494" y="10192"/>
                            <a:pt x="17922" y="1000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70" name="Forme libre : forme 11969">
                      <a:extLst>
                        <a:ext uri="{FF2B5EF4-FFF2-40B4-BE49-F238E27FC236}">
                          <a16:creationId xmlns:a16="http://schemas.microsoft.com/office/drawing/2014/main" id="{C3121052-E48A-4ED8-8FDE-9D69176098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6402" y="3712514"/>
                      <a:ext cx="15303" cy="17895"/>
                    </a:xfrm>
                    <a:custGeom>
                      <a:avLst/>
                      <a:gdLst>
                        <a:gd name="connsiteX0" fmla="*/ 14463 w 15303"/>
                        <a:gd name="connsiteY0" fmla="*/ 5506 h 17895"/>
                        <a:gd name="connsiteX1" fmla="*/ 11130 w 15303"/>
                        <a:gd name="connsiteY1" fmla="*/ 17221 h 17895"/>
                        <a:gd name="connsiteX2" fmla="*/ 843 w 15303"/>
                        <a:gd name="connsiteY2" fmla="*/ 12269 h 17895"/>
                        <a:gd name="connsiteX3" fmla="*/ 4081 w 15303"/>
                        <a:gd name="connsiteY3" fmla="*/ 648 h 17895"/>
                        <a:gd name="connsiteX4" fmla="*/ 14463 w 15303"/>
                        <a:gd name="connsiteY4" fmla="*/ 5506 h 178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03" h="17895">
                          <a:moveTo>
                            <a:pt x="14463" y="5506"/>
                          </a:moveTo>
                          <a:cubicBezTo>
                            <a:pt x="16369" y="10078"/>
                            <a:pt x="14940" y="15412"/>
                            <a:pt x="11130" y="17221"/>
                          </a:cubicBezTo>
                          <a:cubicBezTo>
                            <a:pt x="7415" y="19127"/>
                            <a:pt x="2843" y="16841"/>
                            <a:pt x="843" y="12269"/>
                          </a:cubicBezTo>
                          <a:cubicBezTo>
                            <a:pt x="-1062" y="7696"/>
                            <a:pt x="366" y="2553"/>
                            <a:pt x="4081" y="648"/>
                          </a:cubicBezTo>
                          <a:cubicBezTo>
                            <a:pt x="7987" y="-1162"/>
                            <a:pt x="12558" y="934"/>
                            <a:pt x="14463" y="550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71" name="Forme libre : forme 11970">
                      <a:extLst>
                        <a:ext uri="{FF2B5EF4-FFF2-40B4-BE49-F238E27FC236}">
                          <a16:creationId xmlns:a16="http://schemas.microsoft.com/office/drawing/2014/main" id="{4E566B7C-DB4B-4096-AD3F-EC06887952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5911" y="3713162"/>
                      <a:ext cx="5910" cy="6195"/>
                    </a:xfrm>
                    <a:custGeom>
                      <a:avLst/>
                      <a:gdLst>
                        <a:gd name="connsiteX0" fmla="*/ 5905 w 5910"/>
                        <a:gd name="connsiteY0" fmla="*/ 3143 h 6195"/>
                        <a:gd name="connsiteX1" fmla="*/ 2858 w 5910"/>
                        <a:gd name="connsiteY1" fmla="*/ 6191 h 6195"/>
                        <a:gd name="connsiteX2" fmla="*/ 0 w 5910"/>
                        <a:gd name="connsiteY2" fmla="*/ 3048 h 6195"/>
                        <a:gd name="connsiteX3" fmla="*/ 3048 w 5910"/>
                        <a:gd name="connsiteY3" fmla="*/ 0 h 6195"/>
                        <a:gd name="connsiteX4" fmla="*/ 5905 w 5910"/>
                        <a:gd name="connsiteY4" fmla="*/ 3143 h 6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0" h="6195">
                          <a:moveTo>
                            <a:pt x="5905" y="3143"/>
                          </a:moveTo>
                          <a:cubicBezTo>
                            <a:pt x="5810" y="4858"/>
                            <a:pt x="4477" y="6287"/>
                            <a:pt x="2858" y="6191"/>
                          </a:cubicBezTo>
                          <a:cubicBezTo>
                            <a:pt x="1238" y="6191"/>
                            <a:pt x="0" y="4763"/>
                            <a:pt x="0" y="3048"/>
                          </a:cubicBezTo>
                          <a:cubicBezTo>
                            <a:pt x="95" y="1334"/>
                            <a:pt x="1429" y="0"/>
                            <a:pt x="3048" y="0"/>
                          </a:cubicBezTo>
                          <a:cubicBezTo>
                            <a:pt x="4763" y="0"/>
                            <a:pt x="6001" y="1429"/>
                            <a:pt x="5905" y="31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972" name="Graphique 5">
                    <a:extLst>
                      <a:ext uri="{FF2B5EF4-FFF2-40B4-BE49-F238E27FC236}">
                        <a16:creationId xmlns:a16="http://schemas.microsoft.com/office/drawing/2014/main" id="{422A8098-4D95-4D70-85FF-12ED77897D4D}"/>
                      </a:ext>
                    </a:extLst>
                  </p:cNvPr>
                  <p:cNvGrpSpPr/>
                  <p:nvPr/>
                </p:nvGrpSpPr>
                <p:grpSpPr>
                  <a:xfrm>
                    <a:off x="4031079" y="3740486"/>
                    <a:ext cx="35871" cy="38637"/>
                    <a:chOff x="4031079" y="3740486"/>
                    <a:chExt cx="35871" cy="38637"/>
                  </a:xfrm>
                  <a:solidFill>
                    <a:schemeClr val="accent1"/>
                  </a:solidFill>
                </p:grpSpPr>
                <p:sp>
                  <p:nvSpPr>
                    <p:cNvPr id="11973" name="Forme libre : forme 11972">
                      <a:extLst>
                        <a:ext uri="{FF2B5EF4-FFF2-40B4-BE49-F238E27FC236}">
                          <a16:creationId xmlns:a16="http://schemas.microsoft.com/office/drawing/2014/main" id="{E67FF8A7-6A58-4778-BBF3-423AF28563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1079" y="3740486"/>
                      <a:ext cx="35871" cy="38554"/>
                    </a:xfrm>
                    <a:custGeom>
                      <a:avLst/>
                      <a:gdLst>
                        <a:gd name="connsiteX0" fmla="*/ 35788 w 35871"/>
                        <a:gd name="connsiteY0" fmla="*/ 20111 h 38554"/>
                        <a:gd name="connsiteX1" fmla="*/ 16167 w 35871"/>
                        <a:gd name="connsiteY1" fmla="*/ 38494 h 38554"/>
                        <a:gd name="connsiteX2" fmla="*/ 70 w 35871"/>
                        <a:gd name="connsiteY2" fmla="*/ 18110 h 38554"/>
                        <a:gd name="connsiteX3" fmla="*/ 19501 w 35871"/>
                        <a:gd name="connsiteY3" fmla="*/ 13 h 38554"/>
                        <a:gd name="connsiteX4" fmla="*/ 35788 w 35871"/>
                        <a:gd name="connsiteY4" fmla="*/ 20111 h 385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71" h="38554">
                          <a:moveTo>
                            <a:pt x="35788" y="20111"/>
                          </a:moveTo>
                          <a:cubicBezTo>
                            <a:pt x="34836" y="30969"/>
                            <a:pt x="25978" y="39351"/>
                            <a:pt x="16167" y="38494"/>
                          </a:cubicBezTo>
                          <a:cubicBezTo>
                            <a:pt x="6356" y="37732"/>
                            <a:pt x="-787" y="28493"/>
                            <a:pt x="70" y="18110"/>
                          </a:cubicBezTo>
                          <a:cubicBezTo>
                            <a:pt x="927" y="7728"/>
                            <a:pt x="9595" y="-368"/>
                            <a:pt x="19501" y="13"/>
                          </a:cubicBezTo>
                          <a:cubicBezTo>
                            <a:pt x="29407" y="394"/>
                            <a:pt x="36741" y="9252"/>
                            <a:pt x="35788" y="2011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74" name="Forme libre : forme 11973">
                      <a:extLst>
                        <a:ext uri="{FF2B5EF4-FFF2-40B4-BE49-F238E27FC236}">
                          <a16:creationId xmlns:a16="http://schemas.microsoft.com/office/drawing/2014/main" id="{A0E3E1D6-50B0-49E7-BE0A-61D3C4684D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1079" y="3749452"/>
                      <a:ext cx="35861" cy="29671"/>
                    </a:xfrm>
                    <a:custGeom>
                      <a:avLst/>
                      <a:gdLst>
                        <a:gd name="connsiteX0" fmla="*/ 17977 w 35861"/>
                        <a:gd name="connsiteY0" fmla="*/ 10668 h 29671"/>
                        <a:gd name="connsiteX1" fmla="*/ 3308 w 35861"/>
                        <a:gd name="connsiteY1" fmla="*/ 0 h 29671"/>
                        <a:gd name="connsiteX2" fmla="*/ 70 w 35861"/>
                        <a:gd name="connsiteY2" fmla="*/ 9239 h 29671"/>
                        <a:gd name="connsiteX3" fmla="*/ 16167 w 35861"/>
                        <a:gd name="connsiteY3" fmla="*/ 29623 h 29671"/>
                        <a:gd name="connsiteX4" fmla="*/ 35788 w 35861"/>
                        <a:gd name="connsiteY4" fmla="*/ 11239 h 29671"/>
                        <a:gd name="connsiteX5" fmla="*/ 34360 w 35861"/>
                        <a:gd name="connsiteY5" fmla="*/ 1714 h 29671"/>
                        <a:gd name="connsiteX6" fmla="*/ 17977 w 35861"/>
                        <a:gd name="connsiteY6" fmla="*/ 10668 h 29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61" h="29671">
                          <a:moveTo>
                            <a:pt x="17977" y="10668"/>
                          </a:moveTo>
                          <a:cubicBezTo>
                            <a:pt x="11214" y="10287"/>
                            <a:pt x="5785" y="5905"/>
                            <a:pt x="3308" y="0"/>
                          </a:cubicBezTo>
                          <a:cubicBezTo>
                            <a:pt x="1594" y="2667"/>
                            <a:pt x="355" y="5810"/>
                            <a:pt x="70" y="9239"/>
                          </a:cubicBezTo>
                          <a:cubicBezTo>
                            <a:pt x="-787" y="19621"/>
                            <a:pt x="6356" y="28861"/>
                            <a:pt x="16167" y="29623"/>
                          </a:cubicBezTo>
                          <a:cubicBezTo>
                            <a:pt x="25978" y="30385"/>
                            <a:pt x="34741" y="22098"/>
                            <a:pt x="35788" y="11239"/>
                          </a:cubicBezTo>
                          <a:cubicBezTo>
                            <a:pt x="36074" y="7811"/>
                            <a:pt x="35503" y="4572"/>
                            <a:pt x="34360" y="1714"/>
                          </a:cubicBezTo>
                          <a:cubicBezTo>
                            <a:pt x="30645" y="7334"/>
                            <a:pt x="24644" y="11049"/>
                            <a:pt x="17977" y="106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75" name="Forme libre : forme 11974">
                      <a:extLst>
                        <a:ext uri="{FF2B5EF4-FFF2-40B4-BE49-F238E27FC236}">
                          <a16:creationId xmlns:a16="http://schemas.microsoft.com/office/drawing/2014/main" id="{B4CB12AA-AF3D-4E73-AB0B-105787C782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8582" y="3747741"/>
                      <a:ext cx="15219" cy="18212"/>
                    </a:xfrm>
                    <a:custGeom>
                      <a:avLst/>
                      <a:gdLst>
                        <a:gd name="connsiteX0" fmla="*/ 14570 w 15219"/>
                        <a:gd name="connsiteY0" fmla="*/ 5807 h 18212"/>
                        <a:gd name="connsiteX1" fmla="*/ 10665 w 15219"/>
                        <a:gd name="connsiteY1" fmla="*/ 17618 h 18212"/>
                        <a:gd name="connsiteX2" fmla="*/ 664 w 15219"/>
                        <a:gd name="connsiteY2" fmla="*/ 12284 h 18212"/>
                        <a:gd name="connsiteX3" fmla="*/ 4569 w 15219"/>
                        <a:gd name="connsiteY3" fmla="*/ 568 h 18212"/>
                        <a:gd name="connsiteX4" fmla="*/ 14570 w 15219"/>
                        <a:gd name="connsiteY4" fmla="*/ 5807 h 18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19" h="18212">
                          <a:moveTo>
                            <a:pt x="14570" y="5807"/>
                          </a:moveTo>
                          <a:cubicBezTo>
                            <a:pt x="16285" y="10569"/>
                            <a:pt x="14475" y="15903"/>
                            <a:pt x="10665" y="17618"/>
                          </a:cubicBezTo>
                          <a:cubicBezTo>
                            <a:pt x="6760" y="19428"/>
                            <a:pt x="2378" y="16951"/>
                            <a:pt x="664" y="12284"/>
                          </a:cubicBezTo>
                          <a:cubicBezTo>
                            <a:pt x="-1051" y="7617"/>
                            <a:pt x="664" y="2378"/>
                            <a:pt x="4569" y="568"/>
                          </a:cubicBezTo>
                          <a:cubicBezTo>
                            <a:pt x="8284" y="-1146"/>
                            <a:pt x="12856" y="1140"/>
                            <a:pt x="14570" y="580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76" name="Forme libre : forme 11975">
                      <a:extLst>
                        <a:ext uri="{FF2B5EF4-FFF2-40B4-BE49-F238E27FC236}">
                          <a16:creationId xmlns:a16="http://schemas.microsoft.com/office/drawing/2014/main" id="{11A0FA4D-65E0-4672-8DB9-9197E69B51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8179" y="3748214"/>
                      <a:ext cx="5944" cy="6386"/>
                    </a:xfrm>
                    <a:custGeom>
                      <a:avLst/>
                      <a:gdLst>
                        <a:gd name="connsiteX0" fmla="*/ 5925 w 5944"/>
                        <a:gd name="connsiteY0" fmla="*/ 3334 h 6386"/>
                        <a:gd name="connsiteX1" fmla="*/ 2686 w 5944"/>
                        <a:gd name="connsiteY1" fmla="*/ 6382 h 6386"/>
                        <a:gd name="connsiteX2" fmla="*/ 19 w 5944"/>
                        <a:gd name="connsiteY2" fmla="*/ 3048 h 6386"/>
                        <a:gd name="connsiteX3" fmla="*/ 3258 w 5944"/>
                        <a:gd name="connsiteY3" fmla="*/ 0 h 6386"/>
                        <a:gd name="connsiteX4" fmla="*/ 5925 w 5944"/>
                        <a:gd name="connsiteY4" fmla="*/ 3334 h 6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44" h="6386">
                          <a:moveTo>
                            <a:pt x="5925" y="3334"/>
                          </a:moveTo>
                          <a:cubicBezTo>
                            <a:pt x="5734" y="5048"/>
                            <a:pt x="4306" y="6477"/>
                            <a:pt x="2686" y="6382"/>
                          </a:cubicBezTo>
                          <a:cubicBezTo>
                            <a:pt x="1067" y="6287"/>
                            <a:pt x="-171" y="4858"/>
                            <a:pt x="19" y="3048"/>
                          </a:cubicBezTo>
                          <a:cubicBezTo>
                            <a:pt x="210" y="1334"/>
                            <a:pt x="1638" y="0"/>
                            <a:pt x="3258" y="0"/>
                          </a:cubicBezTo>
                          <a:cubicBezTo>
                            <a:pt x="4877" y="95"/>
                            <a:pt x="6115" y="1619"/>
                            <a:pt x="5925" y="333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977" name="Graphique 5">
                    <a:extLst>
                      <a:ext uri="{FF2B5EF4-FFF2-40B4-BE49-F238E27FC236}">
                        <a16:creationId xmlns:a16="http://schemas.microsoft.com/office/drawing/2014/main" id="{4B92BAA9-411F-44A7-9B71-9BF9A2A4EE11}"/>
                      </a:ext>
                    </a:extLst>
                  </p:cNvPr>
                  <p:cNvGrpSpPr/>
                  <p:nvPr/>
                </p:nvGrpSpPr>
                <p:grpSpPr>
                  <a:xfrm>
                    <a:off x="4052104" y="3769808"/>
                    <a:ext cx="36312" cy="39631"/>
                    <a:chOff x="4052104" y="3769808"/>
                    <a:chExt cx="36312" cy="39631"/>
                  </a:xfrm>
                  <a:solidFill>
                    <a:schemeClr val="accent1"/>
                  </a:solidFill>
                </p:grpSpPr>
                <p:sp>
                  <p:nvSpPr>
                    <p:cNvPr id="11978" name="Forme libre : forme 11977">
                      <a:extLst>
                        <a:ext uri="{FF2B5EF4-FFF2-40B4-BE49-F238E27FC236}">
                          <a16:creationId xmlns:a16="http://schemas.microsoft.com/office/drawing/2014/main" id="{82250F30-A8C0-4B0C-A005-BBD839AE4F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2104" y="3769808"/>
                      <a:ext cx="36124" cy="39631"/>
                    </a:xfrm>
                    <a:custGeom>
                      <a:avLst/>
                      <a:gdLst>
                        <a:gd name="connsiteX0" fmla="*/ 36005 w 36124"/>
                        <a:gd name="connsiteY0" fmla="*/ 21078 h 39631"/>
                        <a:gd name="connsiteX1" fmla="*/ 15335 w 36124"/>
                        <a:gd name="connsiteY1" fmla="*/ 39557 h 39631"/>
                        <a:gd name="connsiteX2" fmla="*/ 190 w 36124"/>
                        <a:gd name="connsiteY2" fmla="*/ 18411 h 39631"/>
                        <a:gd name="connsiteX3" fmla="*/ 20098 w 36124"/>
                        <a:gd name="connsiteY3" fmla="*/ 28 h 39631"/>
                        <a:gd name="connsiteX4" fmla="*/ 36005 w 36124"/>
                        <a:gd name="connsiteY4" fmla="*/ 21078 h 39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124" h="39631">
                          <a:moveTo>
                            <a:pt x="36005" y="21078"/>
                          </a:moveTo>
                          <a:cubicBezTo>
                            <a:pt x="34671" y="32222"/>
                            <a:pt x="25146" y="40509"/>
                            <a:pt x="15335" y="39557"/>
                          </a:cubicBezTo>
                          <a:cubicBezTo>
                            <a:pt x="5524" y="38604"/>
                            <a:pt x="-1238" y="29079"/>
                            <a:pt x="190" y="18411"/>
                          </a:cubicBezTo>
                          <a:cubicBezTo>
                            <a:pt x="1714" y="7743"/>
                            <a:pt x="10097" y="-544"/>
                            <a:pt x="20098" y="28"/>
                          </a:cubicBezTo>
                          <a:cubicBezTo>
                            <a:pt x="30004" y="504"/>
                            <a:pt x="37147" y="9839"/>
                            <a:pt x="36005" y="2107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79" name="Forme libre : forme 11978">
                      <a:extLst>
                        <a:ext uri="{FF2B5EF4-FFF2-40B4-BE49-F238E27FC236}">
                          <a16:creationId xmlns:a16="http://schemas.microsoft.com/office/drawing/2014/main" id="{B36195C9-D269-4396-94E0-6AC7571573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2292" y="3778790"/>
                      <a:ext cx="36124" cy="30649"/>
                    </a:xfrm>
                    <a:custGeom>
                      <a:avLst/>
                      <a:gdLst>
                        <a:gd name="connsiteX0" fmla="*/ 18099 w 36124"/>
                        <a:gd name="connsiteY0" fmla="*/ 11334 h 30649"/>
                        <a:gd name="connsiteX1" fmla="*/ 3717 w 36124"/>
                        <a:gd name="connsiteY1" fmla="*/ 0 h 30649"/>
                        <a:gd name="connsiteX2" fmla="*/ 193 w 36124"/>
                        <a:gd name="connsiteY2" fmla="*/ 9430 h 30649"/>
                        <a:gd name="connsiteX3" fmla="*/ 15337 w 36124"/>
                        <a:gd name="connsiteY3" fmla="*/ 30575 h 30649"/>
                        <a:gd name="connsiteX4" fmla="*/ 36006 w 36124"/>
                        <a:gd name="connsiteY4" fmla="*/ 12097 h 30649"/>
                        <a:gd name="connsiteX5" fmla="*/ 34673 w 36124"/>
                        <a:gd name="connsiteY5" fmla="*/ 2191 h 30649"/>
                        <a:gd name="connsiteX6" fmla="*/ 18099 w 36124"/>
                        <a:gd name="connsiteY6" fmla="*/ 11334 h 30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124" h="30649">
                          <a:moveTo>
                            <a:pt x="18099" y="11334"/>
                          </a:moveTo>
                          <a:cubicBezTo>
                            <a:pt x="11337" y="10858"/>
                            <a:pt x="6193" y="6286"/>
                            <a:pt x="3717" y="0"/>
                          </a:cubicBezTo>
                          <a:cubicBezTo>
                            <a:pt x="2002" y="2762"/>
                            <a:pt x="669" y="5905"/>
                            <a:pt x="193" y="9430"/>
                          </a:cubicBezTo>
                          <a:cubicBezTo>
                            <a:pt x="-1236" y="20098"/>
                            <a:pt x="5431" y="29623"/>
                            <a:pt x="15337" y="30575"/>
                          </a:cubicBezTo>
                          <a:cubicBezTo>
                            <a:pt x="25148" y="31528"/>
                            <a:pt x="34673" y="23241"/>
                            <a:pt x="36006" y="12097"/>
                          </a:cubicBezTo>
                          <a:cubicBezTo>
                            <a:pt x="36388" y="8572"/>
                            <a:pt x="35816" y="5143"/>
                            <a:pt x="34673" y="2191"/>
                          </a:cubicBezTo>
                          <a:cubicBezTo>
                            <a:pt x="30863" y="8096"/>
                            <a:pt x="24767" y="11811"/>
                            <a:pt x="18099" y="1133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80" name="Forme libre : forme 11979">
                      <a:extLst>
                        <a:ext uri="{FF2B5EF4-FFF2-40B4-BE49-F238E27FC236}">
                          <a16:creationId xmlns:a16="http://schemas.microsoft.com/office/drawing/2014/main" id="{A6EAC018-1EC8-4C69-A7D9-1F68389582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9974" y="3777424"/>
                      <a:ext cx="15199" cy="18757"/>
                    </a:xfrm>
                    <a:custGeom>
                      <a:avLst/>
                      <a:gdLst>
                        <a:gd name="connsiteX0" fmla="*/ 14610 w 15199"/>
                        <a:gd name="connsiteY0" fmla="*/ 6128 h 18757"/>
                        <a:gd name="connsiteX1" fmla="*/ 10323 w 15199"/>
                        <a:gd name="connsiteY1" fmla="*/ 18225 h 18757"/>
                        <a:gd name="connsiteX2" fmla="*/ 513 w 15199"/>
                        <a:gd name="connsiteY2" fmla="*/ 12605 h 18757"/>
                        <a:gd name="connsiteX3" fmla="*/ 4608 w 15199"/>
                        <a:gd name="connsiteY3" fmla="*/ 604 h 18757"/>
                        <a:gd name="connsiteX4" fmla="*/ 14610 w 15199"/>
                        <a:gd name="connsiteY4" fmla="*/ 6128 h 187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99" h="18757">
                          <a:moveTo>
                            <a:pt x="14610" y="6128"/>
                          </a:moveTo>
                          <a:cubicBezTo>
                            <a:pt x="16229" y="11081"/>
                            <a:pt x="14419" y="16510"/>
                            <a:pt x="10323" y="18225"/>
                          </a:cubicBezTo>
                          <a:cubicBezTo>
                            <a:pt x="6323" y="19939"/>
                            <a:pt x="1941" y="17368"/>
                            <a:pt x="513" y="12605"/>
                          </a:cubicBezTo>
                          <a:cubicBezTo>
                            <a:pt x="-916" y="7747"/>
                            <a:pt x="703" y="2413"/>
                            <a:pt x="4608" y="604"/>
                          </a:cubicBezTo>
                          <a:cubicBezTo>
                            <a:pt x="8514" y="-1206"/>
                            <a:pt x="12990" y="1175"/>
                            <a:pt x="14610" y="612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81" name="Forme libre : forme 11980">
                      <a:extLst>
                        <a:ext uri="{FF2B5EF4-FFF2-40B4-BE49-F238E27FC236}">
                          <a16:creationId xmlns:a16="http://schemas.microsoft.com/office/drawing/2014/main" id="{DDFC888F-E45F-4520-B0AD-ECA0DF5158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9799" y="3777832"/>
                      <a:ext cx="5850" cy="6498"/>
                    </a:xfrm>
                    <a:custGeom>
                      <a:avLst/>
                      <a:gdLst>
                        <a:gd name="connsiteX0" fmla="*/ 5831 w 5850"/>
                        <a:gd name="connsiteY0" fmla="*/ 3434 h 6498"/>
                        <a:gd name="connsiteX1" fmla="*/ 2593 w 5850"/>
                        <a:gd name="connsiteY1" fmla="*/ 6482 h 6498"/>
                        <a:gd name="connsiteX2" fmla="*/ 21 w 5850"/>
                        <a:gd name="connsiteY2" fmla="*/ 3053 h 6498"/>
                        <a:gd name="connsiteX3" fmla="*/ 3259 w 5850"/>
                        <a:gd name="connsiteY3" fmla="*/ 5 h 6498"/>
                        <a:gd name="connsiteX4" fmla="*/ 5831 w 5850"/>
                        <a:gd name="connsiteY4" fmla="*/ 3434 h 6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0" h="6498">
                          <a:moveTo>
                            <a:pt x="5831" y="3434"/>
                          </a:moveTo>
                          <a:cubicBezTo>
                            <a:pt x="5640" y="5243"/>
                            <a:pt x="4212" y="6672"/>
                            <a:pt x="2593" y="6482"/>
                          </a:cubicBezTo>
                          <a:cubicBezTo>
                            <a:pt x="973" y="6386"/>
                            <a:pt x="-170" y="4862"/>
                            <a:pt x="21" y="3053"/>
                          </a:cubicBezTo>
                          <a:cubicBezTo>
                            <a:pt x="211" y="1243"/>
                            <a:pt x="1640" y="-91"/>
                            <a:pt x="3259" y="5"/>
                          </a:cubicBezTo>
                          <a:cubicBezTo>
                            <a:pt x="4783" y="100"/>
                            <a:pt x="6022" y="1624"/>
                            <a:pt x="5831" y="343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1982" name="Graphique 5">
                  <a:extLst>
                    <a:ext uri="{FF2B5EF4-FFF2-40B4-BE49-F238E27FC236}">
                      <a16:creationId xmlns:a16="http://schemas.microsoft.com/office/drawing/2014/main" id="{C4A384A9-0D92-43DD-8550-FD2E5EF6F02D}"/>
                    </a:ext>
                  </a:extLst>
                </p:cNvPr>
                <p:cNvGrpSpPr/>
                <p:nvPr/>
              </p:nvGrpSpPr>
              <p:grpSpPr>
                <a:xfrm>
                  <a:off x="4104544" y="3741795"/>
                  <a:ext cx="102862" cy="64241"/>
                  <a:chOff x="4104544" y="3741795"/>
                  <a:chExt cx="102862" cy="64241"/>
                </a:xfrm>
                <a:solidFill>
                  <a:schemeClr val="accent1"/>
                </a:solidFill>
              </p:grpSpPr>
              <p:grpSp>
                <p:nvGrpSpPr>
                  <p:cNvPr id="11983" name="Graphique 5">
                    <a:extLst>
                      <a:ext uri="{FF2B5EF4-FFF2-40B4-BE49-F238E27FC236}">
                        <a16:creationId xmlns:a16="http://schemas.microsoft.com/office/drawing/2014/main" id="{675AF827-E744-42C6-9379-7272B574F2C6}"/>
                      </a:ext>
                    </a:extLst>
                  </p:cNvPr>
                  <p:cNvGrpSpPr/>
                  <p:nvPr/>
                </p:nvGrpSpPr>
                <p:grpSpPr>
                  <a:xfrm>
                    <a:off x="4170878" y="3761518"/>
                    <a:ext cx="36528" cy="44517"/>
                    <a:chOff x="4170878" y="3761518"/>
                    <a:chExt cx="36528" cy="44517"/>
                  </a:xfrm>
                  <a:solidFill>
                    <a:schemeClr val="accent1"/>
                  </a:solidFill>
                </p:grpSpPr>
                <p:sp>
                  <p:nvSpPr>
                    <p:cNvPr id="11984" name="Forme libre : forme 11983">
                      <a:extLst>
                        <a:ext uri="{FF2B5EF4-FFF2-40B4-BE49-F238E27FC236}">
                          <a16:creationId xmlns:a16="http://schemas.microsoft.com/office/drawing/2014/main" id="{15BB1328-C5C6-4B5B-B693-7083C6C917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0905" y="3761614"/>
                      <a:ext cx="36502" cy="44422"/>
                    </a:xfrm>
                    <a:custGeom>
                      <a:avLst/>
                      <a:gdLst>
                        <a:gd name="connsiteX0" fmla="*/ 3310 w 36502"/>
                        <a:gd name="connsiteY0" fmla="*/ 36988 h 44422"/>
                        <a:gd name="connsiteX1" fmla="*/ 7596 w 36502"/>
                        <a:gd name="connsiteY1" fmla="*/ 6032 h 44422"/>
                        <a:gd name="connsiteX2" fmla="*/ 32932 w 36502"/>
                        <a:gd name="connsiteY2" fmla="*/ 6984 h 44422"/>
                        <a:gd name="connsiteX3" fmla="*/ 28646 w 36502"/>
                        <a:gd name="connsiteY3" fmla="*/ 38702 h 44422"/>
                        <a:gd name="connsiteX4" fmla="*/ 3310 w 36502"/>
                        <a:gd name="connsiteY4" fmla="*/ 36988 h 44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502" h="44422">
                          <a:moveTo>
                            <a:pt x="3310" y="36988"/>
                          </a:moveTo>
                          <a:cubicBezTo>
                            <a:pt x="-2501" y="27844"/>
                            <a:pt x="-405" y="14223"/>
                            <a:pt x="7596" y="6032"/>
                          </a:cubicBezTo>
                          <a:cubicBezTo>
                            <a:pt x="15406" y="-2255"/>
                            <a:pt x="26741" y="-2065"/>
                            <a:pt x="32932" y="6984"/>
                          </a:cubicBezTo>
                          <a:cubicBezTo>
                            <a:pt x="39219" y="16033"/>
                            <a:pt x="36838" y="30416"/>
                            <a:pt x="28646" y="38702"/>
                          </a:cubicBezTo>
                          <a:cubicBezTo>
                            <a:pt x="20359" y="47084"/>
                            <a:pt x="9120" y="46037"/>
                            <a:pt x="3310" y="369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85" name="Forme libre : forme 11984">
                      <a:extLst>
                        <a:ext uri="{FF2B5EF4-FFF2-40B4-BE49-F238E27FC236}">
                          <a16:creationId xmlns:a16="http://schemas.microsoft.com/office/drawing/2014/main" id="{32A7FE1E-CEBF-4B80-811D-F657F6FA94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0878" y="3761518"/>
                      <a:ext cx="36387" cy="43084"/>
                    </a:xfrm>
                    <a:custGeom>
                      <a:avLst/>
                      <a:gdLst>
                        <a:gd name="connsiteX0" fmla="*/ 17909 w 36387"/>
                        <a:gd name="connsiteY0" fmla="*/ 22034 h 43084"/>
                        <a:gd name="connsiteX1" fmla="*/ 36388 w 36387"/>
                        <a:gd name="connsiteY1" fmla="*/ 17271 h 43084"/>
                        <a:gd name="connsiteX2" fmla="*/ 32959 w 36387"/>
                        <a:gd name="connsiteY2" fmla="*/ 6984 h 43084"/>
                        <a:gd name="connsiteX3" fmla="*/ 7622 w 36387"/>
                        <a:gd name="connsiteY3" fmla="*/ 6032 h 43084"/>
                        <a:gd name="connsiteX4" fmla="*/ 3336 w 36387"/>
                        <a:gd name="connsiteY4" fmla="*/ 36988 h 43084"/>
                        <a:gd name="connsiteX5" fmla="*/ 10289 w 36387"/>
                        <a:gd name="connsiteY5" fmla="*/ 43084 h 43084"/>
                        <a:gd name="connsiteX6" fmla="*/ 17909 w 36387"/>
                        <a:gd name="connsiteY6" fmla="*/ 22034 h 430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387" h="43084">
                          <a:moveTo>
                            <a:pt x="17909" y="22034"/>
                          </a:moveTo>
                          <a:cubicBezTo>
                            <a:pt x="23529" y="16414"/>
                            <a:pt x="30577" y="14890"/>
                            <a:pt x="36388" y="17271"/>
                          </a:cubicBezTo>
                          <a:cubicBezTo>
                            <a:pt x="36102" y="13556"/>
                            <a:pt x="34959" y="9937"/>
                            <a:pt x="32959" y="6984"/>
                          </a:cubicBezTo>
                          <a:cubicBezTo>
                            <a:pt x="26863" y="-2065"/>
                            <a:pt x="15433" y="-2255"/>
                            <a:pt x="7622" y="6032"/>
                          </a:cubicBezTo>
                          <a:cubicBezTo>
                            <a:pt x="-474" y="14223"/>
                            <a:pt x="-2474" y="27844"/>
                            <a:pt x="3336" y="36988"/>
                          </a:cubicBezTo>
                          <a:cubicBezTo>
                            <a:pt x="5145" y="39846"/>
                            <a:pt x="7622" y="41846"/>
                            <a:pt x="10289" y="43084"/>
                          </a:cubicBezTo>
                          <a:cubicBezTo>
                            <a:pt x="9813" y="35655"/>
                            <a:pt x="12385" y="27558"/>
                            <a:pt x="17909" y="2203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86" name="Forme libre : forme 11985">
                      <a:extLst>
                        <a:ext uri="{FF2B5EF4-FFF2-40B4-BE49-F238E27FC236}">
                          <a16:creationId xmlns:a16="http://schemas.microsoft.com/office/drawing/2014/main" id="{38EB1B5B-6F3A-4778-A84E-2E34B4345F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6637" y="3782834"/>
                      <a:ext cx="16982" cy="18883"/>
                    </a:xfrm>
                    <a:custGeom>
                      <a:avLst/>
                      <a:gdLst>
                        <a:gd name="connsiteX0" fmla="*/ 4816 w 16982"/>
                        <a:gd name="connsiteY0" fmla="*/ 17958 h 18883"/>
                        <a:gd name="connsiteX1" fmla="*/ 816 w 16982"/>
                        <a:gd name="connsiteY1" fmla="*/ 5481 h 18883"/>
                        <a:gd name="connsiteX2" fmla="*/ 12150 w 16982"/>
                        <a:gd name="connsiteY2" fmla="*/ 813 h 18883"/>
                        <a:gd name="connsiteX3" fmla="*/ 16151 w 16982"/>
                        <a:gd name="connsiteY3" fmla="*/ 13291 h 18883"/>
                        <a:gd name="connsiteX4" fmla="*/ 4816 w 16982"/>
                        <a:gd name="connsiteY4" fmla="*/ 17958 h 18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82" h="18883">
                          <a:moveTo>
                            <a:pt x="4816" y="17958"/>
                          </a:moveTo>
                          <a:cubicBezTo>
                            <a:pt x="625" y="15767"/>
                            <a:pt x="-1185" y="10148"/>
                            <a:pt x="816" y="5481"/>
                          </a:cubicBezTo>
                          <a:cubicBezTo>
                            <a:pt x="2816" y="813"/>
                            <a:pt x="7864" y="-1282"/>
                            <a:pt x="12150" y="813"/>
                          </a:cubicBezTo>
                          <a:cubicBezTo>
                            <a:pt x="16437" y="2909"/>
                            <a:pt x="18151" y="8528"/>
                            <a:pt x="16151" y="13291"/>
                          </a:cubicBezTo>
                          <a:cubicBezTo>
                            <a:pt x="14151" y="18149"/>
                            <a:pt x="9102" y="20244"/>
                            <a:pt x="4816" y="1795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87" name="Forme libre : forme 11986">
                      <a:extLst>
                        <a:ext uri="{FF2B5EF4-FFF2-40B4-BE49-F238E27FC236}">
                          <a16:creationId xmlns:a16="http://schemas.microsoft.com/office/drawing/2014/main" id="{4ACEDE1F-78D7-41CB-BFB7-48850AB289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9497" y="3788619"/>
                      <a:ext cx="6011" cy="7263"/>
                    </a:xfrm>
                    <a:custGeom>
                      <a:avLst/>
                      <a:gdLst>
                        <a:gd name="connsiteX0" fmla="*/ 529 w 6011"/>
                        <a:gd name="connsiteY0" fmla="*/ 6077 h 7263"/>
                        <a:gd name="connsiteX1" fmla="*/ 1291 w 6011"/>
                        <a:gd name="connsiteY1" fmla="*/ 933 h 7263"/>
                        <a:gd name="connsiteX2" fmla="*/ 5482 w 6011"/>
                        <a:gd name="connsiteY2" fmla="*/ 1219 h 7263"/>
                        <a:gd name="connsiteX3" fmla="*/ 4720 w 6011"/>
                        <a:gd name="connsiteY3" fmla="*/ 6363 h 7263"/>
                        <a:gd name="connsiteX4" fmla="*/ 529 w 6011"/>
                        <a:gd name="connsiteY4" fmla="*/ 6077 h 7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11" h="7263">
                          <a:moveTo>
                            <a:pt x="529" y="6077"/>
                          </a:moveTo>
                          <a:cubicBezTo>
                            <a:pt x="-423" y="4553"/>
                            <a:pt x="-42" y="2267"/>
                            <a:pt x="1291" y="933"/>
                          </a:cubicBezTo>
                          <a:cubicBezTo>
                            <a:pt x="2625" y="-400"/>
                            <a:pt x="4530" y="-305"/>
                            <a:pt x="5482" y="1219"/>
                          </a:cubicBezTo>
                          <a:cubicBezTo>
                            <a:pt x="6435" y="2743"/>
                            <a:pt x="6054" y="5029"/>
                            <a:pt x="4720" y="6363"/>
                          </a:cubicBezTo>
                          <a:cubicBezTo>
                            <a:pt x="3291" y="7696"/>
                            <a:pt x="1482" y="7506"/>
                            <a:pt x="529" y="60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988" name="Graphique 5">
                    <a:extLst>
                      <a:ext uri="{FF2B5EF4-FFF2-40B4-BE49-F238E27FC236}">
                        <a16:creationId xmlns:a16="http://schemas.microsoft.com/office/drawing/2014/main" id="{CE3C2818-CA2F-4D4C-803D-A5ED89DD6476}"/>
                      </a:ext>
                    </a:extLst>
                  </p:cNvPr>
                  <p:cNvGrpSpPr/>
                  <p:nvPr/>
                </p:nvGrpSpPr>
                <p:grpSpPr>
                  <a:xfrm>
                    <a:off x="4139718" y="3744683"/>
                    <a:ext cx="36354" cy="43100"/>
                    <a:chOff x="4139718" y="3744683"/>
                    <a:chExt cx="36354" cy="43100"/>
                  </a:xfrm>
                  <a:solidFill>
                    <a:schemeClr val="accent1"/>
                  </a:solidFill>
                </p:grpSpPr>
                <p:sp>
                  <p:nvSpPr>
                    <p:cNvPr id="11989" name="Forme libre : forme 11988">
                      <a:extLst>
                        <a:ext uri="{FF2B5EF4-FFF2-40B4-BE49-F238E27FC236}">
                          <a16:creationId xmlns:a16="http://schemas.microsoft.com/office/drawing/2014/main" id="{79E8D5C5-8A05-4544-8FD7-0DDBD8EF35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9814" y="3744778"/>
                      <a:ext cx="36259" cy="43004"/>
                    </a:xfrm>
                    <a:custGeom>
                      <a:avLst/>
                      <a:gdLst>
                        <a:gd name="connsiteX0" fmla="*/ 3445 w 36259"/>
                        <a:gd name="connsiteY0" fmla="*/ 35821 h 43004"/>
                        <a:gd name="connsiteX1" fmla="*/ 7064 w 36259"/>
                        <a:gd name="connsiteY1" fmla="*/ 5818 h 43004"/>
                        <a:gd name="connsiteX2" fmla="*/ 32400 w 36259"/>
                        <a:gd name="connsiteY2" fmla="*/ 6770 h 43004"/>
                        <a:gd name="connsiteX3" fmla="*/ 28781 w 36259"/>
                        <a:gd name="connsiteY3" fmla="*/ 37536 h 43004"/>
                        <a:gd name="connsiteX4" fmla="*/ 3445 w 36259"/>
                        <a:gd name="connsiteY4" fmla="*/ 35821 h 43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259" h="43004">
                          <a:moveTo>
                            <a:pt x="3445" y="35821"/>
                          </a:moveTo>
                          <a:cubicBezTo>
                            <a:pt x="-2461" y="26963"/>
                            <a:pt x="-461" y="13914"/>
                            <a:pt x="7064" y="5818"/>
                          </a:cubicBezTo>
                          <a:cubicBezTo>
                            <a:pt x="14779" y="-2183"/>
                            <a:pt x="26209" y="-1993"/>
                            <a:pt x="32400" y="6770"/>
                          </a:cubicBezTo>
                          <a:cubicBezTo>
                            <a:pt x="38687" y="15533"/>
                            <a:pt x="37163" y="29535"/>
                            <a:pt x="28781" y="37536"/>
                          </a:cubicBezTo>
                          <a:cubicBezTo>
                            <a:pt x="20589" y="45537"/>
                            <a:pt x="9255" y="44584"/>
                            <a:pt x="3445" y="3582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90" name="Forme libre : forme 11989">
                      <a:extLst>
                        <a:ext uri="{FF2B5EF4-FFF2-40B4-BE49-F238E27FC236}">
                          <a16:creationId xmlns:a16="http://schemas.microsoft.com/office/drawing/2014/main" id="{BF1A5804-A32E-4D12-8D1A-F09E32B70D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9718" y="3744683"/>
                      <a:ext cx="36019" cy="41726"/>
                    </a:xfrm>
                    <a:custGeom>
                      <a:avLst/>
                      <a:gdLst>
                        <a:gd name="connsiteX0" fmla="*/ 17922 w 36019"/>
                        <a:gd name="connsiteY0" fmla="*/ 21343 h 41726"/>
                        <a:gd name="connsiteX1" fmla="*/ 36020 w 36019"/>
                        <a:gd name="connsiteY1" fmla="*/ 16676 h 41726"/>
                        <a:gd name="connsiteX2" fmla="*/ 32400 w 36019"/>
                        <a:gd name="connsiteY2" fmla="*/ 6770 h 41726"/>
                        <a:gd name="connsiteX3" fmla="*/ 7064 w 36019"/>
                        <a:gd name="connsiteY3" fmla="*/ 5818 h 41726"/>
                        <a:gd name="connsiteX4" fmla="*/ 3444 w 36019"/>
                        <a:gd name="connsiteY4" fmla="*/ 35821 h 41726"/>
                        <a:gd name="connsiteX5" fmla="*/ 10398 w 36019"/>
                        <a:gd name="connsiteY5" fmla="*/ 41727 h 41726"/>
                        <a:gd name="connsiteX6" fmla="*/ 17922 w 36019"/>
                        <a:gd name="connsiteY6" fmla="*/ 21343 h 41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019" h="41726">
                          <a:moveTo>
                            <a:pt x="17922" y="21343"/>
                          </a:moveTo>
                          <a:cubicBezTo>
                            <a:pt x="23352" y="15914"/>
                            <a:pt x="30210" y="14390"/>
                            <a:pt x="36020" y="16676"/>
                          </a:cubicBezTo>
                          <a:cubicBezTo>
                            <a:pt x="35544" y="13057"/>
                            <a:pt x="34401" y="9628"/>
                            <a:pt x="32400" y="6770"/>
                          </a:cubicBezTo>
                          <a:cubicBezTo>
                            <a:pt x="26209" y="-1993"/>
                            <a:pt x="14874" y="-2184"/>
                            <a:pt x="7064" y="5818"/>
                          </a:cubicBezTo>
                          <a:cubicBezTo>
                            <a:pt x="-461" y="13914"/>
                            <a:pt x="-2461" y="26963"/>
                            <a:pt x="3444" y="35821"/>
                          </a:cubicBezTo>
                          <a:cubicBezTo>
                            <a:pt x="5349" y="38583"/>
                            <a:pt x="7730" y="40489"/>
                            <a:pt x="10398" y="41727"/>
                          </a:cubicBezTo>
                          <a:cubicBezTo>
                            <a:pt x="9921" y="34488"/>
                            <a:pt x="12493" y="26677"/>
                            <a:pt x="17922" y="2134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91" name="Forme libre : forme 11990">
                      <a:extLst>
                        <a:ext uri="{FF2B5EF4-FFF2-40B4-BE49-F238E27FC236}">
                          <a16:creationId xmlns:a16="http://schemas.microsoft.com/office/drawing/2014/main" id="{87845E7D-9BF7-49B9-8310-55216DA078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5698" y="3765305"/>
                      <a:ext cx="16946" cy="18278"/>
                    </a:xfrm>
                    <a:custGeom>
                      <a:avLst/>
                      <a:gdLst>
                        <a:gd name="connsiteX0" fmla="*/ 4894 w 16946"/>
                        <a:gd name="connsiteY0" fmla="*/ 17390 h 18278"/>
                        <a:gd name="connsiteX1" fmla="*/ 798 w 16946"/>
                        <a:gd name="connsiteY1" fmla="*/ 5293 h 18278"/>
                        <a:gd name="connsiteX2" fmla="*/ 12038 w 16946"/>
                        <a:gd name="connsiteY2" fmla="*/ 817 h 18278"/>
                        <a:gd name="connsiteX3" fmla="*/ 16133 w 16946"/>
                        <a:gd name="connsiteY3" fmla="*/ 12913 h 18278"/>
                        <a:gd name="connsiteX4" fmla="*/ 4894 w 16946"/>
                        <a:gd name="connsiteY4" fmla="*/ 17390 h 18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46" h="18278">
                          <a:moveTo>
                            <a:pt x="4894" y="17390"/>
                          </a:moveTo>
                          <a:cubicBezTo>
                            <a:pt x="703" y="15200"/>
                            <a:pt x="-1202" y="9866"/>
                            <a:pt x="798" y="5293"/>
                          </a:cubicBezTo>
                          <a:cubicBezTo>
                            <a:pt x="2703" y="817"/>
                            <a:pt x="7751" y="-1279"/>
                            <a:pt x="12038" y="817"/>
                          </a:cubicBezTo>
                          <a:cubicBezTo>
                            <a:pt x="16324" y="2912"/>
                            <a:pt x="18133" y="8341"/>
                            <a:pt x="16133" y="12913"/>
                          </a:cubicBezTo>
                          <a:cubicBezTo>
                            <a:pt x="14133" y="17581"/>
                            <a:pt x="9085" y="19581"/>
                            <a:pt x="4894" y="1739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92" name="Forme libre : forme 11991">
                      <a:extLst>
                        <a:ext uri="{FF2B5EF4-FFF2-40B4-BE49-F238E27FC236}">
                          <a16:creationId xmlns:a16="http://schemas.microsoft.com/office/drawing/2014/main" id="{C81DECE4-27AB-4995-890C-5AEEF8C10C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8413" y="3770893"/>
                      <a:ext cx="5979" cy="7044"/>
                    </a:xfrm>
                    <a:custGeom>
                      <a:avLst/>
                      <a:gdLst>
                        <a:gd name="connsiteX0" fmla="*/ 561 w 5979"/>
                        <a:gd name="connsiteY0" fmla="*/ 5896 h 7044"/>
                        <a:gd name="connsiteX1" fmla="*/ 1228 w 5979"/>
                        <a:gd name="connsiteY1" fmla="*/ 943 h 7044"/>
                        <a:gd name="connsiteX2" fmla="*/ 5418 w 5979"/>
                        <a:gd name="connsiteY2" fmla="*/ 1134 h 7044"/>
                        <a:gd name="connsiteX3" fmla="*/ 4752 w 5979"/>
                        <a:gd name="connsiteY3" fmla="*/ 6182 h 7044"/>
                        <a:gd name="connsiteX4" fmla="*/ 561 w 5979"/>
                        <a:gd name="connsiteY4" fmla="*/ 5896 h 7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9" h="7044">
                          <a:moveTo>
                            <a:pt x="561" y="5896"/>
                          </a:moveTo>
                          <a:cubicBezTo>
                            <a:pt x="-392" y="4468"/>
                            <a:pt x="-106" y="2182"/>
                            <a:pt x="1228" y="943"/>
                          </a:cubicBezTo>
                          <a:cubicBezTo>
                            <a:pt x="2561" y="-390"/>
                            <a:pt x="4466" y="-295"/>
                            <a:pt x="5418" y="1134"/>
                          </a:cubicBezTo>
                          <a:cubicBezTo>
                            <a:pt x="6371" y="2563"/>
                            <a:pt x="6085" y="4849"/>
                            <a:pt x="4752" y="6182"/>
                          </a:cubicBezTo>
                          <a:cubicBezTo>
                            <a:pt x="3418" y="7420"/>
                            <a:pt x="1513" y="7325"/>
                            <a:pt x="561" y="589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993" name="Graphique 5">
                    <a:extLst>
                      <a:ext uri="{FF2B5EF4-FFF2-40B4-BE49-F238E27FC236}">
                        <a16:creationId xmlns:a16="http://schemas.microsoft.com/office/drawing/2014/main" id="{B27F4C3D-0DDB-4E81-B691-07C8C6E3CA3A}"/>
                      </a:ext>
                    </a:extLst>
                  </p:cNvPr>
                  <p:cNvGrpSpPr/>
                  <p:nvPr/>
                </p:nvGrpSpPr>
                <p:grpSpPr>
                  <a:xfrm>
                    <a:off x="4104544" y="3741795"/>
                    <a:ext cx="36318" cy="41619"/>
                    <a:chOff x="4104544" y="3741795"/>
                    <a:chExt cx="36318" cy="41619"/>
                  </a:xfrm>
                  <a:solidFill>
                    <a:schemeClr val="accent1"/>
                  </a:solidFill>
                </p:grpSpPr>
                <p:sp>
                  <p:nvSpPr>
                    <p:cNvPr id="11994" name="Forme libre : forme 11993">
                      <a:extLst>
                        <a:ext uri="{FF2B5EF4-FFF2-40B4-BE49-F238E27FC236}">
                          <a16:creationId xmlns:a16="http://schemas.microsoft.com/office/drawing/2014/main" id="{B9FD1A0F-5DEB-40D1-ABAC-48D0FD6BD5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4598" y="3741795"/>
                      <a:ext cx="36264" cy="41619"/>
                    </a:xfrm>
                    <a:custGeom>
                      <a:avLst/>
                      <a:gdLst>
                        <a:gd name="connsiteX0" fmla="*/ 3513 w 36264"/>
                        <a:gd name="connsiteY0" fmla="*/ 34423 h 41619"/>
                        <a:gd name="connsiteX1" fmla="*/ 7132 w 36264"/>
                        <a:gd name="connsiteY1" fmla="*/ 5466 h 41619"/>
                        <a:gd name="connsiteX2" fmla="*/ 32374 w 36264"/>
                        <a:gd name="connsiteY2" fmla="*/ 6705 h 41619"/>
                        <a:gd name="connsiteX3" fmla="*/ 28849 w 36264"/>
                        <a:gd name="connsiteY3" fmla="*/ 36423 h 41619"/>
                        <a:gd name="connsiteX4" fmla="*/ 3513 w 36264"/>
                        <a:gd name="connsiteY4" fmla="*/ 34423 h 41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264" h="41619">
                          <a:moveTo>
                            <a:pt x="3513" y="34423"/>
                          </a:moveTo>
                          <a:cubicBezTo>
                            <a:pt x="-2488" y="25755"/>
                            <a:pt x="-488" y="13182"/>
                            <a:pt x="7132" y="5466"/>
                          </a:cubicBezTo>
                          <a:cubicBezTo>
                            <a:pt x="14752" y="-2153"/>
                            <a:pt x="26087" y="-1868"/>
                            <a:pt x="32374" y="6705"/>
                          </a:cubicBezTo>
                          <a:cubicBezTo>
                            <a:pt x="38851" y="15277"/>
                            <a:pt x="36945" y="28707"/>
                            <a:pt x="28849" y="36423"/>
                          </a:cubicBezTo>
                          <a:cubicBezTo>
                            <a:pt x="20658" y="44138"/>
                            <a:pt x="9418" y="43090"/>
                            <a:pt x="3513" y="3442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95" name="Forme libre : forme 11994">
                      <a:extLst>
                        <a:ext uri="{FF2B5EF4-FFF2-40B4-BE49-F238E27FC236}">
                          <a16:creationId xmlns:a16="http://schemas.microsoft.com/office/drawing/2014/main" id="{1C8BD8F4-6728-4329-8FC9-6BB538421F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4544" y="3741891"/>
                      <a:ext cx="36047" cy="40232"/>
                    </a:xfrm>
                    <a:custGeom>
                      <a:avLst/>
                      <a:gdLst>
                        <a:gd name="connsiteX0" fmla="*/ 17759 w 36047"/>
                        <a:gd name="connsiteY0" fmla="*/ 20516 h 40232"/>
                        <a:gd name="connsiteX1" fmla="*/ 36047 w 36047"/>
                        <a:gd name="connsiteY1" fmla="*/ 16325 h 40232"/>
                        <a:gd name="connsiteX2" fmla="*/ 32332 w 36047"/>
                        <a:gd name="connsiteY2" fmla="*/ 6705 h 40232"/>
                        <a:gd name="connsiteX3" fmla="*/ 7091 w 36047"/>
                        <a:gd name="connsiteY3" fmla="*/ 5466 h 40232"/>
                        <a:gd name="connsiteX4" fmla="*/ 3472 w 36047"/>
                        <a:gd name="connsiteY4" fmla="*/ 34423 h 40232"/>
                        <a:gd name="connsiteX5" fmla="*/ 10520 w 36047"/>
                        <a:gd name="connsiteY5" fmla="*/ 40233 h 40232"/>
                        <a:gd name="connsiteX6" fmla="*/ 17759 w 36047"/>
                        <a:gd name="connsiteY6" fmla="*/ 20516 h 402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047" h="40232">
                          <a:moveTo>
                            <a:pt x="17759" y="20516"/>
                          </a:moveTo>
                          <a:cubicBezTo>
                            <a:pt x="23284" y="15373"/>
                            <a:pt x="30237" y="13944"/>
                            <a:pt x="36047" y="16325"/>
                          </a:cubicBezTo>
                          <a:cubicBezTo>
                            <a:pt x="35571" y="12801"/>
                            <a:pt x="34428" y="9467"/>
                            <a:pt x="32332" y="6705"/>
                          </a:cubicBezTo>
                          <a:cubicBezTo>
                            <a:pt x="26046" y="-1868"/>
                            <a:pt x="14711" y="-2153"/>
                            <a:pt x="7091" y="5466"/>
                          </a:cubicBezTo>
                          <a:cubicBezTo>
                            <a:pt x="-529" y="13087"/>
                            <a:pt x="-2434" y="25755"/>
                            <a:pt x="3472" y="34423"/>
                          </a:cubicBezTo>
                          <a:cubicBezTo>
                            <a:pt x="5377" y="37185"/>
                            <a:pt x="7758" y="39090"/>
                            <a:pt x="10520" y="40233"/>
                          </a:cubicBezTo>
                          <a:cubicBezTo>
                            <a:pt x="9949" y="33089"/>
                            <a:pt x="12425" y="25659"/>
                            <a:pt x="17759" y="2051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96" name="Forme libre : forme 11995">
                      <a:extLst>
                        <a:ext uri="{FF2B5EF4-FFF2-40B4-BE49-F238E27FC236}">
                          <a16:creationId xmlns:a16="http://schemas.microsoft.com/office/drawing/2014/main" id="{AE963B6E-D517-47CF-A8E3-65A38877F5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0404" y="3761744"/>
                      <a:ext cx="16886" cy="17630"/>
                    </a:xfrm>
                    <a:custGeom>
                      <a:avLst/>
                      <a:gdLst>
                        <a:gd name="connsiteX0" fmla="*/ 4946 w 16886"/>
                        <a:gd name="connsiteY0" fmla="*/ 16759 h 17630"/>
                        <a:gd name="connsiteX1" fmla="*/ 755 w 16886"/>
                        <a:gd name="connsiteY1" fmla="*/ 5044 h 17630"/>
                        <a:gd name="connsiteX2" fmla="*/ 11899 w 16886"/>
                        <a:gd name="connsiteY2" fmla="*/ 853 h 17630"/>
                        <a:gd name="connsiteX3" fmla="*/ 16090 w 16886"/>
                        <a:gd name="connsiteY3" fmla="*/ 12664 h 17630"/>
                        <a:gd name="connsiteX4" fmla="*/ 4946 w 16886"/>
                        <a:gd name="connsiteY4" fmla="*/ 16759 h 17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86" h="17630">
                          <a:moveTo>
                            <a:pt x="4946" y="16759"/>
                          </a:moveTo>
                          <a:cubicBezTo>
                            <a:pt x="660" y="14664"/>
                            <a:pt x="-1150" y="9425"/>
                            <a:pt x="755" y="5044"/>
                          </a:cubicBezTo>
                          <a:cubicBezTo>
                            <a:pt x="2660" y="662"/>
                            <a:pt x="7708" y="-1243"/>
                            <a:pt x="11899" y="853"/>
                          </a:cubicBezTo>
                          <a:cubicBezTo>
                            <a:pt x="16186" y="2853"/>
                            <a:pt x="18090" y="8187"/>
                            <a:pt x="16090" y="12664"/>
                          </a:cubicBezTo>
                          <a:cubicBezTo>
                            <a:pt x="14185" y="17045"/>
                            <a:pt x="9232" y="18855"/>
                            <a:pt x="4946" y="1675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97" name="Forme libre : forme 11996">
                      <a:extLst>
                        <a:ext uri="{FF2B5EF4-FFF2-40B4-BE49-F238E27FC236}">
                          <a16:creationId xmlns:a16="http://schemas.microsoft.com/office/drawing/2014/main" id="{9D834367-3C2E-431D-910E-CAF11FDF39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3171" y="3767069"/>
                      <a:ext cx="5979" cy="6906"/>
                    </a:xfrm>
                    <a:custGeom>
                      <a:avLst/>
                      <a:gdLst>
                        <a:gd name="connsiteX0" fmla="*/ 561 w 5979"/>
                        <a:gd name="connsiteY0" fmla="*/ 5720 h 6906"/>
                        <a:gd name="connsiteX1" fmla="*/ 1228 w 5979"/>
                        <a:gd name="connsiteY1" fmla="*/ 862 h 6906"/>
                        <a:gd name="connsiteX2" fmla="*/ 5419 w 5979"/>
                        <a:gd name="connsiteY2" fmla="*/ 1148 h 6906"/>
                        <a:gd name="connsiteX3" fmla="*/ 4752 w 5979"/>
                        <a:gd name="connsiteY3" fmla="*/ 6006 h 6906"/>
                        <a:gd name="connsiteX4" fmla="*/ 561 w 5979"/>
                        <a:gd name="connsiteY4" fmla="*/ 5720 h 6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9" h="6906">
                          <a:moveTo>
                            <a:pt x="561" y="5720"/>
                          </a:moveTo>
                          <a:cubicBezTo>
                            <a:pt x="-392" y="4291"/>
                            <a:pt x="-106" y="2101"/>
                            <a:pt x="1228" y="862"/>
                          </a:cubicBezTo>
                          <a:cubicBezTo>
                            <a:pt x="2561" y="-376"/>
                            <a:pt x="4466" y="-281"/>
                            <a:pt x="5419" y="1148"/>
                          </a:cubicBezTo>
                          <a:cubicBezTo>
                            <a:pt x="6371" y="2577"/>
                            <a:pt x="6086" y="4768"/>
                            <a:pt x="4752" y="6006"/>
                          </a:cubicBezTo>
                          <a:cubicBezTo>
                            <a:pt x="3419" y="7339"/>
                            <a:pt x="1513" y="7149"/>
                            <a:pt x="561" y="57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1998" name="Graphique 5">
                  <a:extLst>
                    <a:ext uri="{FF2B5EF4-FFF2-40B4-BE49-F238E27FC236}">
                      <a16:creationId xmlns:a16="http://schemas.microsoft.com/office/drawing/2014/main" id="{FDE6D90F-D8DB-40FA-9D49-8C000404DD03}"/>
                    </a:ext>
                  </a:extLst>
                </p:cNvPr>
                <p:cNvGrpSpPr/>
                <p:nvPr/>
              </p:nvGrpSpPr>
              <p:grpSpPr>
                <a:xfrm>
                  <a:off x="4152105" y="3558440"/>
                  <a:ext cx="88598" cy="97687"/>
                  <a:chOff x="4152105" y="3558440"/>
                  <a:chExt cx="88598" cy="97687"/>
                </a:xfrm>
                <a:solidFill>
                  <a:schemeClr val="accent1"/>
                </a:solidFill>
              </p:grpSpPr>
              <p:grpSp>
                <p:nvGrpSpPr>
                  <p:cNvPr id="11999" name="Graphique 5">
                    <a:extLst>
                      <a:ext uri="{FF2B5EF4-FFF2-40B4-BE49-F238E27FC236}">
                        <a16:creationId xmlns:a16="http://schemas.microsoft.com/office/drawing/2014/main" id="{330F130F-F181-4890-AC7E-7C7C0C0D33D0}"/>
                      </a:ext>
                    </a:extLst>
                  </p:cNvPr>
                  <p:cNvGrpSpPr/>
                  <p:nvPr/>
                </p:nvGrpSpPr>
                <p:grpSpPr>
                  <a:xfrm>
                    <a:off x="4152105" y="3558440"/>
                    <a:ext cx="35738" cy="42601"/>
                    <a:chOff x="4152105" y="3558440"/>
                    <a:chExt cx="35738" cy="42601"/>
                  </a:xfrm>
                  <a:solidFill>
                    <a:schemeClr val="accent1"/>
                  </a:solidFill>
                </p:grpSpPr>
                <p:sp>
                  <p:nvSpPr>
                    <p:cNvPr id="12000" name="Forme libre : forme 11999">
                      <a:extLst>
                        <a:ext uri="{FF2B5EF4-FFF2-40B4-BE49-F238E27FC236}">
                          <a16:creationId xmlns:a16="http://schemas.microsoft.com/office/drawing/2014/main" id="{0604858C-FC79-491B-B6A7-20AFC8DD75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2105" y="3558440"/>
                      <a:ext cx="35643" cy="42601"/>
                    </a:xfrm>
                    <a:custGeom>
                      <a:avLst/>
                      <a:gdLst>
                        <a:gd name="connsiteX0" fmla="*/ 34873 w 35643"/>
                        <a:gd name="connsiteY0" fmla="*/ 14229 h 42601"/>
                        <a:gd name="connsiteX1" fmla="*/ 22967 w 35643"/>
                        <a:gd name="connsiteY1" fmla="*/ 41565 h 42601"/>
                        <a:gd name="connsiteX2" fmla="*/ 773 w 35643"/>
                        <a:gd name="connsiteY2" fmla="*/ 28040 h 42601"/>
                        <a:gd name="connsiteX3" fmla="*/ 12299 w 35643"/>
                        <a:gd name="connsiteY3" fmla="*/ 1275 h 42601"/>
                        <a:gd name="connsiteX4" fmla="*/ 34873 w 35643"/>
                        <a:gd name="connsiteY4" fmla="*/ 14229 h 42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43" h="42601">
                          <a:moveTo>
                            <a:pt x="34873" y="14229"/>
                          </a:moveTo>
                          <a:cubicBezTo>
                            <a:pt x="37730" y="25563"/>
                            <a:pt x="32396" y="37851"/>
                            <a:pt x="22967" y="41565"/>
                          </a:cubicBezTo>
                          <a:cubicBezTo>
                            <a:pt x="13537" y="45185"/>
                            <a:pt x="3631" y="38994"/>
                            <a:pt x="773" y="28040"/>
                          </a:cubicBezTo>
                          <a:cubicBezTo>
                            <a:pt x="-2084" y="17086"/>
                            <a:pt x="3250" y="5275"/>
                            <a:pt x="12299" y="1275"/>
                          </a:cubicBezTo>
                          <a:cubicBezTo>
                            <a:pt x="21443" y="-2726"/>
                            <a:pt x="31920" y="2989"/>
                            <a:pt x="34873" y="1422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01" name="Forme libre : forme 12000">
                      <a:extLst>
                        <a:ext uri="{FF2B5EF4-FFF2-40B4-BE49-F238E27FC236}">
                          <a16:creationId xmlns:a16="http://schemas.microsoft.com/office/drawing/2014/main" id="{7982BE0E-9A6F-4FCF-BDA4-A9C625838C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2219" y="3563810"/>
                      <a:ext cx="35625" cy="37230"/>
                    </a:xfrm>
                    <a:custGeom>
                      <a:avLst/>
                      <a:gdLst>
                        <a:gd name="connsiteX0" fmla="*/ 17995 w 35625"/>
                        <a:gd name="connsiteY0" fmla="*/ 16288 h 37230"/>
                        <a:gd name="connsiteX1" fmla="*/ 469 w 35625"/>
                        <a:gd name="connsiteY1" fmla="*/ 11906 h 37230"/>
                        <a:gd name="connsiteX2" fmla="*/ 755 w 35625"/>
                        <a:gd name="connsiteY2" fmla="*/ 22670 h 37230"/>
                        <a:gd name="connsiteX3" fmla="*/ 22948 w 35625"/>
                        <a:gd name="connsiteY3" fmla="*/ 36195 h 37230"/>
                        <a:gd name="connsiteX4" fmla="*/ 34854 w 35625"/>
                        <a:gd name="connsiteY4" fmla="*/ 8858 h 37230"/>
                        <a:gd name="connsiteX5" fmla="*/ 29997 w 35625"/>
                        <a:gd name="connsiteY5" fmla="*/ 0 h 37230"/>
                        <a:gd name="connsiteX6" fmla="*/ 17995 w 35625"/>
                        <a:gd name="connsiteY6" fmla="*/ 16288 h 372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25" h="37230">
                          <a:moveTo>
                            <a:pt x="17995" y="16288"/>
                          </a:moveTo>
                          <a:cubicBezTo>
                            <a:pt x="11613" y="18859"/>
                            <a:pt x="4946" y="16859"/>
                            <a:pt x="469" y="11906"/>
                          </a:cubicBezTo>
                          <a:cubicBezTo>
                            <a:pt x="-198" y="15335"/>
                            <a:pt x="-198" y="19050"/>
                            <a:pt x="755" y="22670"/>
                          </a:cubicBezTo>
                          <a:cubicBezTo>
                            <a:pt x="3612" y="33623"/>
                            <a:pt x="13518" y="39814"/>
                            <a:pt x="22948" y="36195"/>
                          </a:cubicBezTo>
                          <a:cubicBezTo>
                            <a:pt x="32378" y="32575"/>
                            <a:pt x="37712" y="20193"/>
                            <a:pt x="34854" y="8858"/>
                          </a:cubicBezTo>
                          <a:cubicBezTo>
                            <a:pt x="33997" y="5239"/>
                            <a:pt x="32187" y="2286"/>
                            <a:pt x="29997" y="0"/>
                          </a:cubicBezTo>
                          <a:cubicBezTo>
                            <a:pt x="28854" y="7334"/>
                            <a:pt x="24186" y="13811"/>
                            <a:pt x="17995" y="1628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02" name="Forme libre : forme 12001">
                      <a:extLst>
                        <a:ext uri="{FF2B5EF4-FFF2-40B4-BE49-F238E27FC236}">
                          <a16:creationId xmlns:a16="http://schemas.microsoft.com/office/drawing/2014/main" id="{C096DBAA-EC79-4C57-A614-13E8DA9FD6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7742" y="3564118"/>
                      <a:ext cx="15930" cy="19208"/>
                    </a:xfrm>
                    <a:custGeom>
                      <a:avLst/>
                      <a:gdLst>
                        <a:gd name="connsiteX0" fmla="*/ 13330 w 15930"/>
                        <a:gd name="connsiteY0" fmla="*/ 3217 h 19208"/>
                        <a:gd name="connsiteX1" fmla="*/ 13806 w 15930"/>
                        <a:gd name="connsiteY1" fmla="*/ 16837 h 19208"/>
                        <a:gd name="connsiteX2" fmla="*/ 2567 w 15930"/>
                        <a:gd name="connsiteY2" fmla="*/ 15885 h 19208"/>
                        <a:gd name="connsiteX3" fmla="*/ 2090 w 15930"/>
                        <a:gd name="connsiteY3" fmla="*/ 2454 h 19208"/>
                        <a:gd name="connsiteX4" fmla="*/ 13330 w 15930"/>
                        <a:gd name="connsiteY4" fmla="*/ 3217 h 19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30" h="19208">
                          <a:moveTo>
                            <a:pt x="13330" y="3217"/>
                          </a:moveTo>
                          <a:cubicBezTo>
                            <a:pt x="16663" y="7217"/>
                            <a:pt x="16759" y="13313"/>
                            <a:pt x="13806" y="16837"/>
                          </a:cubicBezTo>
                          <a:cubicBezTo>
                            <a:pt x="10853" y="20361"/>
                            <a:pt x="5805" y="19885"/>
                            <a:pt x="2567" y="15885"/>
                          </a:cubicBezTo>
                          <a:cubicBezTo>
                            <a:pt x="-672" y="11884"/>
                            <a:pt x="-863" y="5884"/>
                            <a:pt x="2090" y="2454"/>
                          </a:cubicBezTo>
                          <a:cubicBezTo>
                            <a:pt x="4853" y="-1070"/>
                            <a:pt x="9901" y="-784"/>
                            <a:pt x="13330" y="321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03" name="Forme libre : forme 12002">
                      <a:extLst>
                        <a:ext uri="{FF2B5EF4-FFF2-40B4-BE49-F238E27FC236}">
                          <a16:creationId xmlns:a16="http://schemas.microsoft.com/office/drawing/2014/main" id="{1C9A1071-81BF-474C-A968-67CF04651C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6177" y="3566931"/>
                      <a:ext cx="5883" cy="6998"/>
                    </a:xfrm>
                    <a:custGeom>
                      <a:avLst/>
                      <a:gdLst>
                        <a:gd name="connsiteX0" fmla="*/ 5751 w 5883"/>
                        <a:gd name="connsiteY0" fmla="*/ 2309 h 6998"/>
                        <a:gd name="connsiteX1" fmla="*/ 3846 w 5883"/>
                        <a:gd name="connsiteY1" fmla="*/ 6785 h 6998"/>
                        <a:gd name="connsiteX2" fmla="*/ 132 w 5883"/>
                        <a:gd name="connsiteY2" fmla="*/ 4690 h 6998"/>
                        <a:gd name="connsiteX3" fmla="*/ 2037 w 5883"/>
                        <a:gd name="connsiteY3" fmla="*/ 213 h 6998"/>
                        <a:gd name="connsiteX4" fmla="*/ 5751 w 5883"/>
                        <a:gd name="connsiteY4" fmla="*/ 2309 h 6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3" h="6998">
                          <a:moveTo>
                            <a:pt x="5751" y="2309"/>
                          </a:moveTo>
                          <a:cubicBezTo>
                            <a:pt x="6228" y="4118"/>
                            <a:pt x="5371" y="6119"/>
                            <a:pt x="3846" y="6785"/>
                          </a:cubicBezTo>
                          <a:cubicBezTo>
                            <a:pt x="2322" y="7452"/>
                            <a:pt x="608" y="6499"/>
                            <a:pt x="132" y="4690"/>
                          </a:cubicBezTo>
                          <a:cubicBezTo>
                            <a:pt x="-345" y="2880"/>
                            <a:pt x="513" y="880"/>
                            <a:pt x="2037" y="213"/>
                          </a:cubicBezTo>
                          <a:cubicBezTo>
                            <a:pt x="3561" y="-454"/>
                            <a:pt x="5275" y="499"/>
                            <a:pt x="5751" y="23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004" name="Graphique 5">
                    <a:extLst>
                      <a:ext uri="{FF2B5EF4-FFF2-40B4-BE49-F238E27FC236}">
                        <a16:creationId xmlns:a16="http://schemas.microsoft.com/office/drawing/2014/main" id="{E30F001B-4C2C-498A-8957-684BE76A26C3}"/>
                      </a:ext>
                    </a:extLst>
                  </p:cNvPr>
                  <p:cNvGrpSpPr/>
                  <p:nvPr/>
                </p:nvGrpSpPr>
                <p:grpSpPr>
                  <a:xfrm>
                    <a:off x="4175010" y="3589775"/>
                    <a:ext cx="35876" cy="43803"/>
                    <a:chOff x="4175010" y="3589775"/>
                    <a:chExt cx="35876" cy="43803"/>
                  </a:xfrm>
                  <a:solidFill>
                    <a:schemeClr val="accent1"/>
                  </a:solidFill>
                </p:grpSpPr>
                <p:sp>
                  <p:nvSpPr>
                    <p:cNvPr id="12005" name="Forme libre : forme 12004">
                      <a:extLst>
                        <a:ext uri="{FF2B5EF4-FFF2-40B4-BE49-F238E27FC236}">
                          <a16:creationId xmlns:a16="http://schemas.microsoft.com/office/drawing/2014/main" id="{8709B1F7-512C-4F05-A56D-170ED1084A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5010" y="3589775"/>
                      <a:ext cx="35781" cy="43620"/>
                    </a:xfrm>
                    <a:custGeom>
                      <a:avLst/>
                      <a:gdLst>
                        <a:gd name="connsiteX0" fmla="*/ 35018 w 35781"/>
                        <a:gd name="connsiteY0" fmla="*/ 15088 h 43620"/>
                        <a:gd name="connsiteX1" fmla="*/ 22350 w 35781"/>
                        <a:gd name="connsiteY1" fmla="*/ 42710 h 43620"/>
                        <a:gd name="connsiteX2" fmla="*/ 728 w 35781"/>
                        <a:gd name="connsiteY2" fmla="*/ 28232 h 43620"/>
                        <a:gd name="connsiteX3" fmla="*/ 12730 w 35781"/>
                        <a:gd name="connsiteY3" fmla="*/ 1086 h 43620"/>
                        <a:gd name="connsiteX4" fmla="*/ 35018 w 35781"/>
                        <a:gd name="connsiteY4" fmla="*/ 15088 h 43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81" h="43620">
                          <a:moveTo>
                            <a:pt x="35018" y="15088"/>
                          </a:moveTo>
                          <a:cubicBezTo>
                            <a:pt x="37971" y="26803"/>
                            <a:pt x="32065" y="39281"/>
                            <a:pt x="22350" y="42710"/>
                          </a:cubicBezTo>
                          <a:cubicBezTo>
                            <a:pt x="12730" y="46139"/>
                            <a:pt x="3109" y="39567"/>
                            <a:pt x="728" y="28232"/>
                          </a:cubicBezTo>
                          <a:cubicBezTo>
                            <a:pt x="-2034" y="16898"/>
                            <a:pt x="3300" y="4896"/>
                            <a:pt x="12730" y="1086"/>
                          </a:cubicBezTo>
                          <a:cubicBezTo>
                            <a:pt x="22255" y="-2629"/>
                            <a:pt x="32256" y="3467"/>
                            <a:pt x="35018" y="150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06" name="Forme libre : forme 12005">
                      <a:extLst>
                        <a:ext uri="{FF2B5EF4-FFF2-40B4-BE49-F238E27FC236}">
                          <a16:creationId xmlns:a16="http://schemas.microsoft.com/office/drawing/2014/main" id="{D3C7B583-46D5-4B48-82B0-DEE33A0E42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5165" y="3595814"/>
                      <a:ext cx="35722" cy="37764"/>
                    </a:xfrm>
                    <a:custGeom>
                      <a:avLst/>
                      <a:gdLst>
                        <a:gd name="connsiteX0" fmla="*/ 18005 w 35722"/>
                        <a:gd name="connsiteY0" fmla="*/ 16288 h 37764"/>
                        <a:gd name="connsiteX1" fmla="*/ 479 w 35722"/>
                        <a:gd name="connsiteY1" fmla="*/ 11335 h 37764"/>
                        <a:gd name="connsiteX2" fmla="*/ 669 w 35722"/>
                        <a:gd name="connsiteY2" fmla="*/ 22384 h 37764"/>
                        <a:gd name="connsiteX3" fmla="*/ 22291 w 35722"/>
                        <a:gd name="connsiteY3" fmla="*/ 36862 h 37764"/>
                        <a:gd name="connsiteX4" fmla="*/ 34959 w 35722"/>
                        <a:gd name="connsiteY4" fmla="*/ 9239 h 37764"/>
                        <a:gd name="connsiteX5" fmla="*/ 30292 w 35722"/>
                        <a:gd name="connsiteY5" fmla="*/ 0 h 37764"/>
                        <a:gd name="connsiteX6" fmla="*/ 18005 w 35722"/>
                        <a:gd name="connsiteY6" fmla="*/ 16288 h 37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22" h="37764">
                          <a:moveTo>
                            <a:pt x="18005" y="16288"/>
                          </a:moveTo>
                          <a:cubicBezTo>
                            <a:pt x="11528" y="18764"/>
                            <a:pt x="4955" y="16478"/>
                            <a:pt x="479" y="11335"/>
                          </a:cubicBezTo>
                          <a:cubicBezTo>
                            <a:pt x="-188" y="14859"/>
                            <a:pt x="-188" y="18669"/>
                            <a:pt x="669" y="22384"/>
                          </a:cubicBezTo>
                          <a:cubicBezTo>
                            <a:pt x="2955" y="33623"/>
                            <a:pt x="12671" y="40291"/>
                            <a:pt x="22291" y="36862"/>
                          </a:cubicBezTo>
                          <a:cubicBezTo>
                            <a:pt x="32006" y="33433"/>
                            <a:pt x="37912" y="20860"/>
                            <a:pt x="34959" y="9239"/>
                          </a:cubicBezTo>
                          <a:cubicBezTo>
                            <a:pt x="34102" y="5525"/>
                            <a:pt x="32387" y="2477"/>
                            <a:pt x="30292" y="0"/>
                          </a:cubicBezTo>
                          <a:cubicBezTo>
                            <a:pt x="28768" y="7334"/>
                            <a:pt x="24386" y="13811"/>
                            <a:pt x="18005" y="1628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07" name="Forme libre : forme 12006">
                      <a:extLst>
                        <a:ext uri="{FF2B5EF4-FFF2-40B4-BE49-F238E27FC236}">
                          <a16:creationId xmlns:a16="http://schemas.microsoft.com/office/drawing/2014/main" id="{EAC080E0-8766-49A9-BFFB-1CE03B9AC7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0749" y="3595738"/>
                      <a:ext cx="15889" cy="19725"/>
                    </a:xfrm>
                    <a:custGeom>
                      <a:avLst/>
                      <a:gdLst>
                        <a:gd name="connsiteX0" fmla="*/ 13374 w 15889"/>
                        <a:gd name="connsiteY0" fmla="*/ 3410 h 19725"/>
                        <a:gd name="connsiteX1" fmla="*/ 13755 w 15889"/>
                        <a:gd name="connsiteY1" fmla="*/ 17412 h 19725"/>
                        <a:gd name="connsiteX2" fmla="*/ 2516 w 15889"/>
                        <a:gd name="connsiteY2" fmla="*/ 16173 h 19725"/>
                        <a:gd name="connsiteX3" fmla="*/ 2135 w 15889"/>
                        <a:gd name="connsiteY3" fmla="*/ 2362 h 19725"/>
                        <a:gd name="connsiteX4" fmla="*/ 13374 w 15889"/>
                        <a:gd name="connsiteY4" fmla="*/ 3410 h 19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9" h="19725">
                          <a:moveTo>
                            <a:pt x="13374" y="3410"/>
                          </a:moveTo>
                          <a:cubicBezTo>
                            <a:pt x="16613" y="7601"/>
                            <a:pt x="16708" y="13887"/>
                            <a:pt x="13755" y="17412"/>
                          </a:cubicBezTo>
                          <a:cubicBezTo>
                            <a:pt x="10707" y="20936"/>
                            <a:pt x="5659" y="20364"/>
                            <a:pt x="2516" y="16173"/>
                          </a:cubicBezTo>
                          <a:cubicBezTo>
                            <a:pt x="-723" y="11982"/>
                            <a:pt x="-818" y="5886"/>
                            <a:pt x="2135" y="2362"/>
                          </a:cubicBezTo>
                          <a:cubicBezTo>
                            <a:pt x="5087" y="-1162"/>
                            <a:pt x="10136" y="-686"/>
                            <a:pt x="13374" y="34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08" name="Forme libre : forme 12007">
                      <a:extLst>
                        <a:ext uri="{FF2B5EF4-FFF2-40B4-BE49-F238E27FC236}">
                          <a16:creationId xmlns:a16="http://schemas.microsoft.com/office/drawing/2014/main" id="{4CD0FEAD-3EAA-42D5-928F-840DEE0440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9228" y="3598517"/>
                      <a:ext cx="5881" cy="7214"/>
                    </a:xfrm>
                    <a:custGeom>
                      <a:avLst/>
                      <a:gdLst>
                        <a:gd name="connsiteX0" fmla="*/ 5751 w 5881"/>
                        <a:gd name="connsiteY0" fmla="*/ 2441 h 7214"/>
                        <a:gd name="connsiteX1" fmla="*/ 3751 w 5881"/>
                        <a:gd name="connsiteY1" fmla="*/ 7013 h 7214"/>
                        <a:gd name="connsiteX2" fmla="*/ 131 w 5881"/>
                        <a:gd name="connsiteY2" fmla="*/ 4727 h 7214"/>
                        <a:gd name="connsiteX3" fmla="*/ 2131 w 5881"/>
                        <a:gd name="connsiteY3" fmla="*/ 250 h 7214"/>
                        <a:gd name="connsiteX4" fmla="*/ 5751 w 5881"/>
                        <a:gd name="connsiteY4" fmla="*/ 2441 h 7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1" h="7214">
                          <a:moveTo>
                            <a:pt x="5751" y="2441"/>
                          </a:moveTo>
                          <a:cubicBezTo>
                            <a:pt x="6227" y="4346"/>
                            <a:pt x="5370" y="6346"/>
                            <a:pt x="3751" y="7013"/>
                          </a:cubicBezTo>
                          <a:cubicBezTo>
                            <a:pt x="2131" y="7680"/>
                            <a:pt x="607" y="6632"/>
                            <a:pt x="131" y="4727"/>
                          </a:cubicBezTo>
                          <a:cubicBezTo>
                            <a:pt x="-345" y="2822"/>
                            <a:pt x="512" y="822"/>
                            <a:pt x="2131" y="250"/>
                          </a:cubicBezTo>
                          <a:cubicBezTo>
                            <a:pt x="3655" y="-512"/>
                            <a:pt x="5274" y="536"/>
                            <a:pt x="5751" y="24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009" name="Graphique 5">
                    <a:extLst>
                      <a:ext uri="{FF2B5EF4-FFF2-40B4-BE49-F238E27FC236}">
                        <a16:creationId xmlns:a16="http://schemas.microsoft.com/office/drawing/2014/main" id="{4E7DF148-1F4C-40A6-A781-820CA00FB8CA}"/>
                      </a:ext>
                    </a:extLst>
                  </p:cNvPr>
                  <p:cNvGrpSpPr/>
                  <p:nvPr/>
                </p:nvGrpSpPr>
                <p:grpSpPr>
                  <a:xfrm>
                    <a:off x="4204865" y="3611062"/>
                    <a:ext cx="35838" cy="45065"/>
                    <a:chOff x="4204865" y="3611062"/>
                    <a:chExt cx="35838" cy="45065"/>
                  </a:xfrm>
                  <a:solidFill>
                    <a:schemeClr val="accent1"/>
                  </a:solidFill>
                </p:grpSpPr>
                <p:sp>
                  <p:nvSpPr>
                    <p:cNvPr id="12010" name="Forme libre : forme 12009">
                      <a:extLst>
                        <a:ext uri="{FF2B5EF4-FFF2-40B4-BE49-F238E27FC236}">
                          <a16:creationId xmlns:a16="http://schemas.microsoft.com/office/drawing/2014/main" id="{598261BA-C558-414E-AA5E-DDCF25812B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4899" y="3611062"/>
                      <a:ext cx="35804" cy="45065"/>
                    </a:xfrm>
                    <a:custGeom>
                      <a:avLst/>
                      <a:gdLst>
                        <a:gd name="connsiteX0" fmla="*/ 35324 w 35804"/>
                        <a:gd name="connsiteY0" fmla="*/ 15804 h 45065"/>
                        <a:gd name="connsiteX1" fmla="*/ 21893 w 35804"/>
                        <a:gd name="connsiteY1" fmla="*/ 44189 h 45065"/>
                        <a:gd name="connsiteX2" fmla="*/ 462 w 35804"/>
                        <a:gd name="connsiteY2" fmla="*/ 28949 h 45065"/>
                        <a:gd name="connsiteX3" fmla="*/ 13416 w 35804"/>
                        <a:gd name="connsiteY3" fmla="*/ 1136 h 45065"/>
                        <a:gd name="connsiteX4" fmla="*/ 35324 w 35804"/>
                        <a:gd name="connsiteY4" fmla="*/ 15804 h 45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04" h="45065">
                          <a:moveTo>
                            <a:pt x="35324" y="15804"/>
                          </a:moveTo>
                          <a:cubicBezTo>
                            <a:pt x="37610" y="27901"/>
                            <a:pt x="31514" y="40760"/>
                            <a:pt x="21893" y="44189"/>
                          </a:cubicBezTo>
                          <a:cubicBezTo>
                            <a:pt x="12273" y="47618"/>
                            <a:pt x="2653" y="40664"/>
                            <a:pt x="462" y="28949"/>
                          </a:cubicBezTo>
                          <a:cubicBezTo>
                            <a:pt x="-1729" y="17233"/>
                            <a:pt x="4082" y="4946"/>
                            <a:pt x="13416" y="1136"/>
                          </a:cubicBezTo>
                          <a:cubicBezTo>
                            <a:pt x="22751" y="-2770"/>
                            <a:pt x="32847" y="3708"/>
                            <a:pt x="35324" y="1580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11" name="Forme libre : forme 12010">
                      <a:extLst>
                        <a:ext uri="{FF2B5EF4-FFF2-40B4-BE49-F238E27FC236}">
                          <a16:creationId xmlns:a16="http://schemas.microsoft.com/office/drawing/2014/main" id="{351F8374-A25B-4DBB-912F-EA5031E157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4865" y="3617055"/>
                      <a:ext cx="35743" cy="38881"/>
                    </a:xfrm>
                    <a:custGeom>
                      <a:avLst/>
                      <a:gdLst>
                        <a:gd name="connsiteX0" fmla="*/ 18118 w 35743"/>
                        <a:gd name="connsiteY0" fmla="*/ 16859 h 38881"/>
                        <a:gd name="connsiteX1" fmla="*/ 782 w 35743"/>
                        <a:gd name="connsiteY1" fmla="*/ 11430 h 38881"/>
                        <a:gd name="connsiteX2" fmla="*/ 401 w 35743"/>
                        <a:gd name="connsiteY2" fmla="*/ 22765 h 38881"/>
                        <a:gd name="connsiteX3" fmla="*/ 21832 w 35743"/>
                        <a:gd name="connsiteY3" fmla="*/ 38005 h 38881"/>
                        <a:gd name="connsiteX4" fmla="*/ 35262 w 35743"/>
                        <a:gd name="connsiteY4" fmla="*/ 9620 h 38881"/>
                        <a:gd name="connsiteX5" fmla="*/ 30786 w 35743"/>
                        <a:gd name="connsiteY5" fmla="*/ 0 h 38881"/>
                        <a:gd name="connsiteX6" fmla="*/ 18118 w 35743"/>
                        <a:gd name="connsiteY6" fmla="*/ 16859 h 38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43" h="38881">
                          <a:moveTo>
                            <a:pt x="18118" y="16859"/>
                          </a:moveTo>
                          <a:cubicBezTo>
                            <a:pt x="11545" y="19336"/>
                            <a:pt x="5068" y="16859"/>
                            <a:pt x="782" y="11430"/>
                          </a:cubicBezTo>
                          <a:cubicBezTo>
                            <a:pt x="-75" y="15049"/>
                            <a:pt x="-266" y="18955"/>
                            <a:pt x="401" y="22765"/>
                          </a:cubicBezTo>
                          <a:cubicBezTo>
                            <a:pt x="2687" y="34480"/>
                            <a:pt x="12212" y="41434"/>
                            <a:pt x="21832" y="38005"/>
                          </a:cubicBezTo>
                          <a:cubicBezTo>
                            <a:pt x="31453" y="34576"/>
                            <a:pt x="37548" y="21717"/>
                            <a:pt x="35262" y="9620"/>
                          </a:cubicBezTo>
                          <a:cubicBezTo>
                            <a:pt x="34596" y="5810"/>
                            <a:pt x="32786" y="2572"/>
                            <a:pt x="30786" y="0"/>
                          </a:cubicBezTo>
                          <a:cubicBezTo>
                            <a:pt x="29547" y="7906"/>
                            <a:pt x="24499" y="14478"/>
                            <a:pt x="18118" y="168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12" name="Forme libre : forme 12011">
                      <a:extLst>
                        <a:ext uri="{FF2B5EF4-FFF2-40B4-BE49-F238E27FC236}">
                          <a16:creationId xmlns:a16="http://schemas.microsoft.com/office/drawing/2014/main" id="{42F108C8-C1AC-4383-B3A9-F22E050E7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0919" y="3617156"/>
                      <a:ext cx="15889" cy="20486"/>
                    </a:xfrm>
                    <a:custGeom>
                      <a:avLst/>
                      <a:gdLst>
                        <a:gd name="connsiteX0" fmla="*/ 13589 w 15889"/>
                        <a:gd name="connsiteY0" fmla="*/ 3709 h 20486"/>
                        <a:gd name="connsiteX1" fmla="*/ 13398 w 15889"/>
                        <a:gd name="connsiteY1" fmla="*/ 18187 h 20486"/>
                        <a:gd name="connsiteX2" fmla="*/ 2158 w 15889"/>
                        <a:gd name="connsiteY2" fmla="*/ 16664 h 20486"/>
                        <a:gd name="connsiteX3" fmla="*/ 2349 w 15889"/>
                        <a:gd name="connsiteY3" fmla="*/ 2376 h 20486"/>
                        <a:gd name="connsiteX4" fmla="*/ 13589 w 15889"/>
                        <a:gd name="connsiteY4" fmla="*/ 3709 h 204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9" h="20486">
                          <a:moveTo>
                            <a:pt x="13589" y="3709"/>
                          </a:moveTo>
                          <a:cubicBezTo>
                            <a:pt x="16827" y="8091"/>
                            <a:pt x="16541" y="14568"/>
                            <a:pt x="13398" y="18187"/>
                          </a:cubicBezTo>
                          <a:cubicBezTo>
                            <a:pt x="10160" y="21807"/>
                            <a:pt x="5206" y="21045"/>
                            <a:pt x="2158" y="16664"/>
                          </a:cubicBezTo>
                          <a:cubicBezTo>
                            <a:pt x="-889" y="12282"/>
                            <a:pt x="-604" y="5995"/>
                            <a:pt x="2349" y="2376"/>
                          </a:cubicBezTo>
                          <a:cubicBezTo>
                            <a:pt x="5302" y="-1243"/>
                            <a:pt x="10350" y="-672"/>
                            <a:pt x="13589" y="370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13" name="Forme libre : forme 12012">
                      <a:extLst>
                        <a:ext uri="{FF2B5EF4-FFF2-40B4-BE49-F238E27FC236}">
                          <a16:creationId xmlns:a16="http://schemas.microsoft.com/office/drawing/2014/main" id="{EDF0B564-B609-4F7E-84AE-930E27C75D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9564" y="3619860"/>
                      <a:ext cx="5882" cy="7446"/>
                    </a:xfrm>
                    <a:custGeom>
                      <a:avLst/>
                      <a:gdLst>
                        <a:gd name="connsiteX0" fmla="*/ 5799 w 5882"/>
                        <a:gd name="connsiteY0" fmla="*/ 2624 h 7446"/>
                        <a:gd name="connsiteX1" fmla="*/ 3608 w 5882"/>
                        <a:gd name="connsiteY1" fmla="*/ 7291 h 7446"/>
                        <a:gd name="connsiteX2" fmla="*/ 84 w 5882"/>
                        <a:gd name="connsiteY2" fmla="*/ 4815 h 7446"/>
                        <a:gd name="connsiteX3" fmla="*/ 2180 w 5882"/>
                        <a:gd name="connsiteY3" fmla="*/ 148 h 7446"/>
                        <a:gd name="connsiteX4" fmla="*/ 5799 w 5882"/>
                        <a:gd name="connsiteY4" fmla="*/ 2624 h 74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2" h="7446">
                          <a:moveTo>
                            <a:pt x="5799" y="2624"/>
                          </a:moveTo>
                          <a:cubicBezTo>
                            <a:pt x="6180" y="4529"/>
                            <a:pt x="5228" y="6625"/>
                            <a:pt x="3608" y="7291"/>
                          </a:cubicBezTo>
                          <a:cubicBezTo>
                            <a:pt x="1989" y="7863"/>
                            <a:pt x="465" y="6815"/>
                            <a:pt x="84" y="4815"/>
                          </a:cubicBezTo>
                          <a:cubicBezTo>
                            <a:pt x="-297" y="2910"/>
                            <a:pt x="656" y="814"/>
                            <a:pt x="2180" y="148"/>
                          </a:cubicBezTo>
                          <a:cubicBezTo>
                            <a:pt x="3704" y="-424"/>
                            <a:pt x="5323" y="719"/>
                            <a:pt x="5799" y="262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2014" name="Graphique 5">
                <a:extLst>
                  <a:ext uri="{FF2B5EF4-FFF2-40B4-BE49-F238E27FC236}">
                    <a16:creationId xmlns:a16="http://schemas.microsoft.com/office/drawing/2014/main" id="{3573FE44-4E5A-4652-BF1E-D50E6FA7261E}"/>
                  </a:ext>
                </a:extLst>
              </p:cNvPr>
              <p:cNvGrpSpPr/>
              <p:nvPr/>
            </p:nvGrpSpPr>
            <p:grpSpPr>
              <a:xfrm>
                <a:off x="3646931" y="3794864"/>
                <a:ext cx="513472" cy="456365"/>
                <a:chOff x="3646931" y="3794864"/>
                <a:chExt cx="513472" cy="456365"/>
              </a:xfrm>
              <a:solidFill>
                <a:schemeClr val="accent1"/>
              </a:solidFill>
            </p:grpSpPr>
            <p:sp>
              <p:nvSpPr>
                <p:cNvPr id="12015" name="Forme libre : forme 12014">
                  <a:extLst>
                    <a:ext uri="{FF2B5EF4-FFF2-40B4-BE49-F238E27FC236}">
                      <a16:creationId xmlns:a16="http://schemas.microsoft.com/office/drawing/2014/main" id="{6C4AF5DB-58C9-4F9A-A6A2-E955D9D5B648}"/>
                    </a:ext>
                  </a:extLst>
                </p:cNvPr>
                <p:cNvSpPr/>
                <p:nvPr/>
              </p:nvSpPr>
              <p:spPr>
                <a:xfrm>
                  <a:off x="3646931" y="3794959"/>
                  <a:ext cx="513472" cy="456270"/>
                </a:xfrm>
                <a:custGeom>
                  <a:avLst/>
                  <a:gdLst>
                    <a:gd name="connsiteX0" fmla="*/ 460609 w 513472"/>
                    <a:gd name="connsiteY0" fmla="*/ 97940 h 456270"/>
                    <a:gd name="connsiteX1" fmla="*/ 374121 w 513472"/>
                    <a:gd name="connsiteY1" fmla="*/ 205001 h 456270"/>
                    <a:gd name="connsiteX2" fmla="*/ 356500 w 513472"/>
                    <a:gd name="connsiteY2" fmla="*/ 150137 h 456270"/>
                    <a:gd name="connsiteX3" fmla="*/ 326401 w 513472"/>
                    <a:gd name="connsiteY3" fmla="*/ 102988 h 456270"/>
                    <a:gd name="connsiteX4" fmla="*/ 236199 w 513472"/>
                    <a:gd name="connsiteY4" fmla="*/ 35742 h 456270"/>
                    <a:gd name="connsiteX5" fmla="*/ 152761 w 513472"/>
                    <a:gd name="connsiteY5" fmla="*/ 7548 h 456270"/>
                    <a:gd name="connsiteX6" fmla="*/ 85514 w 513472"/>
                    <a:gd name="connsiteY6" fmla="*/ 23 h 456270"/>
                    <a:gd name="connsiteX7" fmla="*/ 8838 w 513472"/>
                    <a:gd name="connsiteY7" fmla="*/ 28788 h 456270"/>
                    <a:gd name="connsiteX8" fmla="*/ 14172 w 513472"/>
                    <a:gd name="connsiteY8" fmla="*/ 113656 h 456270"/>
                    <a:gd name="connsiteX9" fmla="*/ 49224 w 513472"/>
                    <a:gd name="connsiteY9" fmla="*/ 171092 h 456270"/>
                    <a:gd name="connsiteX10" fmla="*/ 104754 w 513472"/>
                    <a:gd name="connsiteY10" fmla="*/ 232338 h 456270"/>
                    <a:gd name="connsiteX11" fmla="*/ 201243 w 513472"/>
                    <a:gd name="connsiteY11" fmla="*/ 289964 h 456270"/>
                    <a:gd name="connsiteX12" fmla="*/ 256393 w 513472"/>
                    <a:gd name="connsiteY12" fmla="*/ 299965 h 456270"/>
                    <a:gd name="connsiteX13" fmla="*/ 313828 w 513472"/>
                    <a:gd name="connsiteY13" fmla="*/ 295298 h 456270"/>
                    <a:gd name="connsiteX14" fmla="*/ 248011 w 513472"/>
                    <a:gd name="connsiteY14" fmla="*/ 415884 h 456270"/>
                    <a:gd name="connsiteX15" fmla="*/ 288396 w 513472"/>
                    <a:gd name="connsiteY15" fmla="*/ 456270 h 456270"/>
                    <a:gd name="connsiteX16" fmla="*/ 377360 w 513472"/>
                    <a:gd name="connsiteY16" fmla="*/ 272343 h 456270"/>
                    <a:gd name="connsiteX17" fmla="*/ 513472 w 513472"/>
                    <a:gd name="connsiteY17" fmla="*/ 119657 h 456270"/>
                    <a:gd name="connsiteX18" fmla="*/ 460609 w 513472"/>
                    <a:gd name="connsiteY18" fmla="*/ 97940 h 456270"/>
                    <a:gd name="connsiteX19" fmla="*/ 139235 w 513472"/>
                    <a:gd name="connsiteY19" fmla="*/ 192333 h 456270"/>
                    <a:gd name="connsiteX20" fmla="*/ 61035 w 513472"/>
                    <a:gd name="connsiteY20" fmla="*/ 103845 h 456270"/>
                    <a:gd name="connsiteX21" fmla="*/ 56177 w 513472"/>
                    <a:gd name="connsiteY21" fmla="*/ 60792 h 456270"/>
                    <a:gd name="connsiteX22" fmla="*/ 105802 w 513472"/>
                    <a:gd name="connsiteY22" fmla="*/ 47553 h 456270"/>
                    <a:gd name="connsiteX23" fmla="*/ 212578 w 513472"/>
                    <a:gd name="connsiteY23" fmla="*/ 82986 h 456270"/>
                    <a:gd name="connsiteX24" fmla="*/ 283348 w 513472"/>
                    <a:gd name="connsiteY24" fmla="*/ 144517 h 456270"/>
                    <a:gd name="connsiteX25" fmla="*/ 316686 w 513472"/>
                    <a:gd name="connsiteY25" fmla="*/ 231861 h 456270"/>
                    <a:gd name="connsiteX26" fmla="*/ 269442 w 513472"/>
                    <a:gd name="connsiteY26" fmla="*/ 239005 h 456270"/>
                    <a:gd name="connsiteX27" fmla="*/ 223245 w 513472"/>
                    <a:gd name="connsiteY27" fmla="*/ 234338 h 456270"/>
                    <a:gd name="connsiteX28" fmla="*/ 139235 w 513472"/>
                    <a:gd name="connsiteY28" fmla="*/ 192333 h 456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13472" h="456270">
                      <a:moveTo>
                        <a:pt x="460609" y="97940"/>
                      </a:moveTo>
                      <a:cubicBezTo>
                        <a:pt x="441273" y="143660"/>
                        <a:pt x="410507" y="181093"/>
                        <a:pt x="374121" y="205001"/>
                      </a:cubicBezTo>
                      <a:cubicBezTo>
                        <a:pt x="370311" y="185475"/>
                        <a:pt x="364787" y="167282"/>
                        <a:pt x="356500" y="150137"/>
                      </a:cubicBezTo>
                      <a:cubicBezTo>
                        <a:pt x="348309" y="132992"/>
                        <a:pt x="338212" y="117181"/>
                        <a:pt x="326401" y="102988"/>
                      </a:cubicBezTo>
                      <a:cubicBezTo>
                        <a:pt x="302874" y="74508"/>
                        <a:pt x="271537" y="52029"/>
                        <a:pt x="236199" y="35742"/>
                      </a:cubicBezTo>
                      <a:cubicBezTo>
                        <a:pt x="206005" y="21835"/>
                        <a:pt x="177906" y="13072"/>
                        <a:pt x="152761" y="7548"/>
                      </a:cubicBezTo>
                      <a:cubicBezTo>
                        <a:pt x="127519" y="2118"/>
                        <a:pt x="104659" y="-263"/>
                        <a:pt x="85514" y="23"/>
                      </a:cubicBezTo>
                      <a:cubicBezTo>
                        <a:pt x="47128" y="690"/>
                        <a:pt x="20839" y="10215"/>
                        <a:pt x="8838" y="28788"/>
                      </a:cubicBezTo>
                      <a:cubicBezTo>
                        <a:pt x="-5069" y="48410"/>
                        <a:pt x="-2021" y="77557"/>
                        <a:pt x="14172" y="113656"/>
                      </a:cubicBezTo>
                      <a:cubicBezTo>
                        <a:pt x="22268" y="131563"/>
                        <a:pt x="34079" y="150994"/>
                        <a:pt x="49224" y="171092"/>
                      </a:cubicBezTo>
                      <a:cubicBezTo>
                        <a:pt x="64273" y="191094"/>
                        <a:pt x="82656" y="211859"/>
                        <a:pt x="104754" y="232338"/>
                      </a:cubicBezTo>
                      <a:cubicBezTo>
                        <a:pt x="133329" y="258912"/>
                        <a:pt x="165905" y="279010"/>
                        <a:pt x="201243" y="289964"/>
                      </a:cubicBezTo>
                      <a:cubicBezTo>
                        <a:pt x="218959" y="295488"/>
                        <a:pt x="237438" y="298917"/>
                        <a:pt x="256393" y="299965"/>
                      </a:cubicBezTo>
                      <a:cubicBezTo>
                        <a:pt x="275061" y="300727"/>
                        <a:pt x="294302" y="299203"/>
                        <a:pt x="313828" y="295298"/>
                      </a:cubicBezTo>
                      <a:cubicBezTo>
                        <a:pt x="305256" y="337779"/>
                        <a:pt x="282872" y="380642"/>
                        <a:pt x="248011" y="415884"/>
                      </a:cubicBezTo>
                      <a:lnTo>
                        <a:pt x="288396" y="456270"/>
                      </a:lnTo>
                      <a:cubicBezTo>
                        <a:pt x="341736" y="402931"/>
                        <a:pt x="371740" y="335398"/>
                        <a:pt x="377360" y="272343"/>
                      </a:cubicBezTo>
                      <a:cubicBezTo>
                        <a:pt x="433748" y="243387"/>
                        <a:pt x="484707" y="189666"/>
                        <a:pt x="513472" y="119657"/>
                      </a:cubicBezTo>
                      <a:lnTo>
                        <a:pt x="460609" y="97940"/>
                      </a:lnTo>
                      <a:close/>
                      <a:moveTo>
                        <a:pt x="139235" y="192333"/>
                      </a:moveTo>
                      <a:cubicBezTo>
                        <a:pt x="90753" y="152994"/>
                        <a:pt x="70274" y="121943"/>
                        <a:pt x="61035" y="103845"/>
                      </a:cubicBezTo>
                      <a:cubicBezTo>
                        <a:pt x="51605" y="85176"/>
                        <a:pt x="49414" y="70032"/>
                        <a:pt x="56177" y="60792"/>
                      </a:cubicBezTo>
                      <a:cubicBezTo>
                        <a:pt x="62178" y="50886"/>
                        <a:pt x="79704" y="45743"/>
                        <a:pt x="105802" y="47553"/>
                      </a:cubicBezTo>
                      <a:cubicBezTo>
                        <a:pt x="131996" y="49648"/>
                        <a:pt x="168572" y="58983"/>
                        <a:pt x="212578" y="82986"/>
                      </a:cubicBezTo>
                      <a:cubicBezTo>
                        <a:pt x="241248" y="98702"/>
                        <a:pt x="265346" y="119276"/>
                        <a:pt x="283348" y="144517"/>
                      </a:cubicBezTo>
                      <a:cubicBezTo>
                        <a:pt x="301636" y="169949"/>
                        <a:pt x="312780" y="199381"/>
                        <a:pt x="316686" y="231861"/>
                      </a:cubicBezTo>
                      <a:cubicBezTo>
                        <a:pt x="301065" y="236338"/>
                        <a:pt x="285063" y="238529"/>
                        <a:pt x="269442" y="239005"/>
                      </a:cubicBezTo>
                      <a:cubicBezTo>
                        <a:pt x="253916" y="239482"/>
                        <a:pt x="238390" y="237862"/>
                        <a:pt x="223245" y="234338"/>
                      </a:cubicBezTo>
                      <a:cubicBezTo>
                        <a:pt x="192861" y="227290"/>
                        <a:pt x="164667" y="212811"/>
                        <a:pt x="139235" y="192333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016" name="Forme libre : forme 12015">
                  <a:extLst>
                    <a:ext uri="{FF2B5EF4-FFF2-40B4-BE49-F238E27FC236}">
                      <a16:creationId xmlns:a16="http://schemas.microsoft.com/office/drawing/2014/main" id="{55EA642D-48C4-473D-B1A3-79693AAD15C2}"/>
                    </a:ext>
                  </a:extLst>
                </p:cNvPr>
                <p:cNvSpPr/>
                <p:nvPr/>
              </p:nvSpPr>
              <p:spPr>
                <a:xfrm>
                  <a:off x="3646931" y="3794864"/>
                  <a:ext cx="238390" cy="246244"/>
                </a:xfrm>
                <a:custGeom>
                  <a:avLst/>
                  <a:gdLst>
                    <a:gd name="connsiteX0" fmla="*/ 35603 w 238390"/>
                    <a:gd name="connsiteY0" fmla="*/ 131182 h 246244"/>
                    <a:gd name="connsiteX1" fmla="*/ 32079 w 238390"/>
                    <a:gd name="connsiteY1" fmla="*/ 43838 h 246244"/>
                    <a:gd name="connsiteX2" fmla="*/ 58939 w 238390"/>
                    <a:gd name="connsiteY2" fmla="*/ 22407 h 246244"/>
                    <a:gd name="connsiteX3" fmla="*/ 102945 w 238390"/>
                    <a:gd name="connsiteY3" fmla="*/ 12691 h 246244"/>
                    <a:gd name="connsiteX4" fmla="*/ 163428 w 238390"/>
                    <a:gd name="connsiteY4" fmla="*/ 16216 h 246244"/>
                    <a:gd name="connsiteX5" fmla="*/ 238390 w 238390"/>
                    <a:gd name="connsiteY5" fmla="*/ 36790 h 246244"/>
                    <a:gd name="connsiteX6" fmla="*/ 236199 w 238390"/>
                    <a:gd name="connsiteY6" fmla="*/ 35742 h 246244"/>
                    <a:gd name="connsiteX7" fmla="*/ 152761 w 238390"/>
                    <a:gd name="connsiteY7" fmla="*/ 7548 h 246244"/>
                    <a:gd name="connsiteX8" fmla="*/ 85514 w 238390"/>
                    <a:gd name="connsiteY8" fmla="*/ 23 h 246244"/>
                    <a:gd name="connsiteX9" fmla="*/ 8838 w 238390"/>
                    <a:gd name="connsiteY9" fmla="*/ 28789 h 246244"/>
                    <a:gd name="connsiteX10" fmla="*/ 14172 w 238390"/>
                    <a:gd name="connsiteY10" fmla="*/ 113656 h 246244"/>
                    <a:gd name="connsiteX11" fmla="*/ 49224 w 238390"/>
                    <a:gd name="connsiteY11" fmla="*/ 171092 h 246244"/>
                    <a:gd name="connsiteX12" fmla="*/ 104754 w 238390"/>
                    <a:gd name="connsiteY12" fmla="*/ 232338 h 246244"/>
                    <a:gd name="connsiteX13" fmla="*/ 120947 w 238390"/>
                    <a:gd name="connsiteY13" fmla="*/ 246244 h 246244"/>
                    <a:gd name="connsiteX14" fmla="*/ 35603 w 238390"/>
                    <a:gd name="connsiteY14" fmla="*/ 131182 h 246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38390" h="246244">
                      <a:moveTo>
                        <a:pt x="35603" y="131182"/>
                      </a:moveTo>
                      <a:cubicBezTo>
                        <a:pt x="19887" y="94416"/>
                        <a:pt x="17505" y="64507"/>
                        <a:pt x="32079" y="43838"/>
                      </a:cubicBezTo>
                      <a:cubicBezTo>
                        <a:pt x="37794" y="34599"/>
                        <a:pt x="47223" y="27741"/>
                        <a:pt x="58939" y="22407"/>
                      </a:cubicBezTo>
                      <a:cubicBezTo>
                        <a:pt x="70464" y="16977"/>
                        <a:pt x="85800" y="14025"/>
                        <a:pt x="102945" y="12691"/>
                      </a:cubicBezTo>
                      <a:cubicBezTo>
                        <a:pt x="120280" y="11453"/>
                        <a:pt x="140569" y="12406"/>
                        <a:pt x="163428" y="16216"/>
                      </a:cubicBezTo>
                      <a:cubicBezTo>
                        <a:pt x="186003" y="19835"/>
                        <a:pt x="211149" y="26312"/>
                        <a:pt x="238390" y="36790"/>
                      </a:cubicBezTo>
                      <a:lnTo>
                        <a:pt x="236199" y="35742"/>
                      </a:lnTo>
                      <a:cubicBezTo>
                        <a:pt x="206005" y="21835"/>
                        <a:pt x="177906" y="13072"/>
                        <a:pt x="152761" y="7548"/>
                      </a:cubicBezTo>
                      <a:cubicBezTo>
                        <a:pt x="127519" y="2118"/>
                        <a:pt x="104659" y="-263"/>
                        <a:pt x="85514" y="23"/>
                      </a:cubicBezTo>
                      <a:cubicBezTo>
                        <a:pt x="47128" y="690"/>
                        <a:pt x="20839" y="10215"/>
                        <a:pt x="8838" y="28789"/>
                      </a:cubicBezTo>
                      <a:cubicBezTo>
                        <a:pt x="-5069" y="48410"/>
                        <a:pt x="-2021" y="77557"/>
                        <a:pt x="14172" y="113656"/>
                      </a:cubicBezTo>
                      <a:cubicBezTo>
                        <a:pt x="22268" y="131563"/>
                        <a:pt x="34079" y="150994"/>
                        <a:pt x="49224" y="171092"/>
                      </a:cubicBezTo>
                      <a:cubicBezTo>
                        <a:pt x="64273" y="191095"/>
                        <a:pt x="82656" y="211859"/>
                        <a:pt x="104754" y="232338"/>
                      </a:cubicBezTo>
                      <a:cubicBezTo>
                        <a:pt x="109993" y="237196"/>
                        <a:pt x="115422" y="241767"/>
                        <a:pt x="120947" y="246244"/>
                      </a:cubicBezTo>
                      <a:cubicBezTo>
                        <a:pt x="79513" y="206811"/>
                        <a:pt x="50938" y="166234"/>
                        <a:pt x="35603" y="131182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017" name="Forme libre : forme 12016">
                  <a:extLst>
                    <a:ext uri="{FF2B5EF4-FFF2-40B4-BE49-F238E27FC236}">
                      <a16:creationId xmlns:a16="http://schemas.microsoft.com/office/drawing/2014/main" id="{CB11C90C-2909-4094-A936-365976E20454}"/>
                    </a:ext>
                  </a:extLst>
                </p:cNvPr>
                <p:cNvSpPr/>
                <p:nvPr/>
              </p:nvSpPr>
              <p:spPr>
                <a:xfrm>
                  <a:off x="3954282" y="3895471"/>
                  <a:ext cx="60326" cy="280225"/>
                </a:xfrm>
                <a:custGeom>
                  <a:avLst/>
                  <a:gdLst>
                    <a:gd name="connsiteX0" fmla="*/ 29909 w 60326"/>
                    <a:gd name="connsiteY0" fmla="*/ 280225 h 280225"/>
                    <a:gd name="connsiteX1" fmla="*/ 41910 w 60326"/>
                    <a:gd name="connsiteY1" fmla="*/ 252317 h 280225"/>
                    <a:gd name="connsiteX2" fmla="*/ 51721 w 60326"/>
                    <a:gd name="connsiteY2" fmla="*/ 220980 h 280225"/>
                    <a:gd name="connsiteX3" fmla="*/ 58769 w 60326"/>
                    <a:gd name="connsiteY3" fmla="*/ 181165 h 280225"/>
                    <a:gd name="connsiteX4" fmla="*/ 59817 w 60326"/>
                    <a:gd name="connsiteY4" fmla="*/ 136017 h 280225"/>
                    <a:gd name="connsiteX5" fmla="*/ 57341 w 60326"/>
                    <a:gd name="connsiteY5" fmla="*/ 112490 h 280225"/>
                    <a:gd name="connsiteX6" fmla="*/ 51911 w 60326"/>
                    <a:gd name="connsiteY6" fmla="*/ 88678 h 280225"/>
                    <a:gd name="connsiteX7" fmla="*/ 0 w 60326"/>
                    <a:gd name="connsiteY7" fmla="*/ 0 h 280225"/>
                    <a:gd name="connsiteX8" fmla="*/ 13240 w 60326"/>
                    <a:gd name="connsiteY8" fmla="*/ 17907 h 280225"/>
                    <a:gd name="connsiteX9" fmla="*/ 39243 w 60326"/>
                    <a:gd name="connsiteY9" fmla="*/ 71247 h 280225"/>
                    <a:gd name="connsiteX10" fmla="*/ 49911 w 60326"/>
                    <a:gd name="connsiteY10" fmla="*/ 111347 h 280225"/>
                    <a:gd name="connsiteX11" fmla="*/ 54293 w 60326"/>
                    <a:gd name="connsiteY11" fmla="*/ 160020 h 280225"/>
                    <a:gd name="connsiteX12" fmla="*/ 48959 w 60326"/>
                    <a:gd name="connsiteY12" fmla="*/ 216884 h 280225"/>
                    <a:gd name="connsiteX13" fmla="*/ 29909 w 60326"/>
                    <a:gd name="connsiteY13" fmla="*/ 280225 h 280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0326" h="280225">
                      <a:moveTo>
                        <a:pt x="29909" y="280225"/>
                      </a:moveTo>
                      <a:cubicBezTo>
                        <a:pt x="29909" y="280225"/>
                        <a:pt x="35624" y="270129"/>
                        <a:pt x="41910" y="252317"/>
                      </a:cubicBezTo>
                      <a:cubicBezTo>
                        <a:pt x="45053" y="243459"/>
                        <a:pt x="48578" y="232981"/>
                        <a:pt x="51721" y="220980"/>
                      </a:cubicBezTo>
                      <a:cubicBezTo>
                        <a:pt x="54578" y="208883"/>
                        <a:pt x="57055" y="195358"/>
                        <a:pt x="58769" y="181165"/>
                      </a:cubicBezTo>
                      <a:cubicBezTo>
                        <a:pt x="60674" y="167068"/>
                        <a:pt x="60579" y="151447"/>
                        <a:pt x="59817" y="136017"/>
                      </a:cubicBezTo>
                      <a:cubicBezTo>
                        <a:pt x="59341" y="128206"/>
                        <a:pt x="58579" y="120396"/>
                        <a:pt x="57341" y="112490"/>
                      </a:cubicBezTo>
                      <a:cubicBezTo>
                        <a:pt x="55912" y="104489"/>
                        <a:pt x="54102" y="96583"/>
                        <a:pt x="51911" y="88678"/>
                      </a:cubicBezTo>
                      <a:cubicBezTo>
                        <a:pt x="43244" y="57150"/>
                        <a:pt x="26384" y="26384"/>
                        <a:pt x="0" y="0"/>
                      </a:cubicBezTo>
                      <a:cubicBezTo>
                        <a:pt x="0" y="0"/>
                        <a:pt x="5525" y="6001"/>
                        <a:pt x="13240" y="17907"/>
                      </a:cubicBezTo>
                      <a:cubicBezTo>
                        <a:pt x="21050" y="29813"/>
                        <a:pt x="31242" y="47625"/>
                        <a:pt x="39243" y="71247"/>
                      </a:cubicBezTo>
                      <a:cubicBezTo>
                        <a:pt x="43339" y="83058"/>
                        <a:pt x="47149" y="96488"/>
                        <a:pt x="49911" y="111347"/>
                      </a:cubicBezTo>
                      <a:cubicBezTo>
                        <a:pt x="52388" y="126016"/>
                        <a:pt x="54007" y="142303"/>
                        <a:pt x="54293" y="160020"/>
                      </a:cubicBezTo>
                      <a:cubicBezTo>
                        <a:pt x="54388" y="177736"/>
                        <a:pt x="52483" y="196501"/>
                        <a:pt x="48959" y="216884"/>
                      </a:cubicBezTo>
                      <a:cubicBezTo>
                        <a:pt x="44768" y="236791"/>
                        <a:pt x="38958" y="258318"/>
                        <a:pt x="29909" y="28022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018" name="Forme libre : forme 12017">
                  <a:extLst>
                    <a:ext uri="{FF2B5EF4-FFF2-40B4-BE49-F238E27FC236}">
                      <a16:creationId xmlns:a16="http://schemas.microsoft.com/office/drawing/2014/main" id="{ED715C92-6C46-4F70-8327-0A10DC2BCCD0}"/>
                    </a:ext>
                  </a:extLst>
                </p:cNvPr>
                <p:cNvSpPr/>
                <p:nvPr/>
              </p:nvSpPr>
              <p:spPr>
                <a:xfrm>
                  <a:off x="3757686" y="3962527"/>
                  <a:ext cx="207799" cy="127825"/>
                </a:xfrm>
                <a:custGeom>
                  <a:avLst/>
                  <a:gdLst>
                    <a:gd name="connsiteX0" fmla="*/ 202978 w 207799"/>
                    <a:gd name="connsiteY0" fmla="*/ 127826 h 127825"/>
                    <a:gd name="connsiteX1" fmla="*/ 204311 w 207799"/>
                    <a:gd name="connsiteY1" fmla="*/ 120872 h 127825"/>
                    <a:gd name="connsiteX2" fmla="*/ 206597 w 207799"/>
                    <a:gd name="connsiteY2" fmla="*/ 103918 h 127825"/>
                    <a:gd name="connsiteX3" fmla="*/ 205930 w 207799"/>
                    <a:gd name="connsiteY3" fmla="*/ 64389 h 127825"/>
                    <a:gd name="connsiteX4" fmla="*/ 200882 w 207799"/>
                    <a:gd name="connsiteY4" fmla="*/ 66104 h 127825"/>
                    <a:gd name="connsiteX5" fmla="*/ 186404 w 207799"/>
                    <a:gd name="connsiteY5" fmla="*/ 69437 h 127825"/>
                    <a:gd name="connsiteX6" fmla="*/ 136874 w 207799"/>
                    <a:gd name="connsiteY6" fmla="*/ 71723 h 127825"/>
                    <a:gd name="connsiteX7" fmla="*/ 70580 w 207799"/>
                    <a:gd name="connsiteY7" fmla="*/ 52673 h 127825"/>
                    <a:gd name="connsiteX8" fmla="*/ 0 w 207799"/>
                    <a:gd name="connsiteY8" fmla="*/ 0 h 127825"/>
                    <a:gd name="connsiteX9" fmla="*/ 42005 w 207799"/>
                    <a:gd name="connsiteY9" fmla="*/ 49530 h 127825"/>
                    <a:gd name="connsiteX10" fmla="*/ 174403 w 207799"/>
                    <a:gd name="connsiteY10" fmla="*/ 108680 h 127825"/>
                    <a:gd name="connsiteX11" fmla="*/ 202978 w 207799"/>
                    <a:gd name="connsiteY11" fmla="*/ 127826 h 127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07799" h="127825">
                      <a:moveTo>
                        <a:pt x="202978" y="127826"/>
                      </a:moveTo>
                      <a:cubicBezTo>
                        <a:pt x="202978" y="127826"/>
                        <a:pt x="203645" y="125254"/>
                        <a:pt x="204311" y="120872"/>
                      </a:cubicBezTo>
                      <a:cubicBezTo>
                        <a:pt x="204978" y="116491"/>
                        <a:pt x="205835" y="110490"/>
                        <a:pt x="206597" y="103918"/>
                      </a:cubicBezTo>
                      <a:cubicBezTo>
                        <a:pt x="207931" y="90583"/>
                        <a:pt x="208693" y="74962"/>
                        <a:pt x="205930" y="64389"/>
                      </a:cubicBezTo>
                      <a:cubicBezTo>
                        <a:pt x="205930" y="64389"/>
                        <a:pt x="204216" y="65056"/>
                        <a:pt x="200882" y="66104"/>
                      </a:cubicBezTo>
                      <a:cubicBezTo>
                        <a:pt x="197548" y="67056"/>
                        <a:pt x="192596" y="68294"/>
                        <a:pt x="186404" y="69437"/>
                      </a:cubicBezTo>
                      <a:cubicBezTo>
                        <a:pt x="174117" y="71723"/>
                        <a:pt x="156781" y="73438"/>
                        <a:pt x="136874" y="71723"/>
                      </a:cubicBezTo>
                      <a:cubicBezTo>
                        <a:pt x="116681" y="69723"/>
                        <a:pt x="93821" y="64103"/>
                        <a:pt x="70580" y="52673"/>
                      </a:cubicBezTo>
                      <a:cubicBezTo>
                        <a:pt x="47244" y="41243"/>
                        <a:pt x="23431" y="24003"/>
                        <a:pt x="0" y="0"/>
                      </a:cubicBezTo>
                      <a:cubicBezTo>
                        <a:pt x="0" y="0"/>
                        <a:pt x="14192" y="23241"/>
                        <a:pt x="42005" y="49530"/>
                      </a:cubicBezTo>
                      <a:cubicBezTo>
                        <a:pt x="70104" y="75533"/>
                        <a:pt x="111728" y="105537"/>
                        <a:pt x="174403" y="108680"/>
                      </a:cubicBezTo>
                      <a:cubicBezTo>
                        <a:pt x="193357" y="109347"/>
                        <a:pt x="202978" y="127826"/>
                        <a:pt x="202978" y="127826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019" name="Forme libre : forme 12018">
                  <a:extLst>
                    <a:ext uri="{FF2B5EF4-FFF2-40B4-BE49-F238E27FC236}">
                      <a16:creationId xmlns:a16="http://schemas.microsoft.com/office/drawing/2014/main" id="{CE6DDD01-B0B9-42AE-B8DA-D83633199E58}"/>
                    </a:ext>
                  </a:extLst>
                </p:cNvPr>
                <p:cNvSpPr/>
                <p:nvPr/>
              </p:nvSpPr>
              <p:spPr>
                <a:xfrm>
                  <a:off x="4021052" y="3919474"/>
                  <a:ext cx="73342" cy="101441"/>
                </a:xfrm>
                <a:custGeom>
                  <a:avLst/>
                  <a:gdLst>
                    <a:gd name="connsiteX0" fmla="*/ 0 w 73342"/>
                    <a:gd name="connsiteY0" fmla="*/ 80391 h 101441"/>
                    <a:gd name="connsiteX1" fmla="*/ 3905 w 73342"/>
                    <a:gd name="connsiteY1" fmla="*/ 101441 h 101441"/>
                    <a:gd name="connsiteX2" fmla="*/ 11525 w 73342"/>
                    <a:gd name="connsiteY2" fmla="*/ 95060 h 101441"/>
                    <a:gd name="connsiteX3" fmla="*/ 30289 w 73342"/>
                    <a:gd name="connsiteY3" fmla="*/ 75914 h 101441"/>
                    <a:gd name="connsiteX4" fmla="*/ 53340 w 73342"/>
                    <a:gd name="connsiteY4" fmla="*/ 44005 h 101441"/>
                    <a:gd name="connsiteX5" fmla="*/ 64389 w 73342"/>
                    <a:gd name="connsiteY5" fmla="*/ 23527 h 101441"/>
                    <a:gd name="connsiteX6" fmla="*/ 73343 w 73342"/>
                    <a:gd name="connsiteY6" fmla="*/ 0 h 101441"/>
                    <a:gd name="connsiteX7" fmla="*/ 68961 w 73342"/>
                    <a:gd name="connsiteY7" fmla="*/ 7811 h 101441"/>
                    <a:gd name="connsiteX8" fmla="*/ 55436 w 73342"/>
                    <a:gd name="connsiteY8" fmla="*/ 27718 h 101441"/>
                    <a:gd name="connsiteX9" fmla="*/ 32385 w 73342"/>
                    <a:gd name="connsiteY9" fmla="*/ 53912 h 101441"/>
                    <a:gd name="connsiteX10" fmla="*/ 0 w 73342"/>
                    <a:gd name="connsiteY10" fmla="*/ 80391 h 101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3342" h="101441">
                      <a:moveTo>
                        <a:pt x="0" y="80391"/>
                      </a:moveTo>
                      <a:cubicBezTo>
                        <a:pt x="0" y="80391"/>
                        <a:pt x="3238" y="91249"/>
                        <a:pt x="3905" y="101441"/>
                      </a:cubicBezTo>
                      <a:cubicBezTo>
                        <a:pt x="3905" y="101441"/>
                        <a:pt x="6953" y="99346"/>
                        <a:pt x="11525" y="95060"/>
                      </a:cubicBezTo>
                      <a:cubicBezTo>
                        <a:pt x="16193" y="90773"/>
                        <a:pt x="22765" y="84391"/>
                        <a:pt x="30289" y="75914"/>
                      </a:cubicBezTo>
                      <a:cubicBezTo>
                        <a:pt x="37910" y="67532"/>
                        <a:pt x="45815" y="56769"/>
                        <a:pt x="53340" y="44005"/>
                      </a:cubicBezTo>
                      <a:cubicBezTo>
                        <a:pt x="57150" y="37624"/>
                        <a:pt x="60865" y="30766"/>
                        <a:pt x="64389" y="23527"/>
                      </a:cubicBezTo>
                      <a:cubicBezTo>
                        <a:pt x="67628" y="16097"/>
                        <a:pt x="70676" y="8191"/>
                        <a:pt x="73343" y="0"/>
                      </a:cubicBezTo>
                      <a:cubicBezTo>
                        <a:pt x="73343" y="0"/>
                        <a:pt x="71819" y="2857"/>
                        <a:pt x="68961" y="7811"/>
                      </a:cubicBezTo>
                      <a:cubicBezTo>
                        <a:pt x="65913" y="12763"/>
                        <a:pt x="61817" y="19907"/>
                        <a:pt x="55436" y="27718"/>
                      </a:cubicBezTo>
                      <a:cubicBezTo>
                        <a:pt x="49244" y="35719"/>
                        <a:pt x="41529" y="44767"/>
                        <a:pt x="32385" y="53912"/>
                      </a:cubicBezTo>
                      <a:cubicBezTo>
                        <a:pt x="23431" y="63246"/>
                        <a:pt x="12192" y="72104"/>
                        <a:pt x="0" y="80391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2020" name="Graphique 5">
                  <a:extLst>
                    <a:ext uri="{FF2B5EF4-FFF2-40B4-BE49-F238E27FC236}">
                      <a16:creationId xmlns:a16="http://schemas.microsoft.com/office/drawing/2014/main" id="{5899AA7C-A62B-4E06-B685-486E937AA9FE}"/>
                    </a:ext>
                  </a:extLst>
                </p:cNvPr>
                <p:cNvGrpSpPr/>
                <p:nvPr/>
              </p:nvGrpSpPr>
              <p:grpSpPr>
                <a:xfrm>
                  <a:off x="3924185" y="3939598"/>
                  <a:ext cx="108361" cy="47175"/>
                  <a:chOff x="3924185" y="3939598"/>
                  <a:chExt cx="108361" cy="47175"/>
                </a:xfrm>
                <a:solidFill>
                  <a:schemeClr val="accent1"/>
                </a:solidFill>
              </p:grpSpPr>
              <p:grpSp>
                <p:nvGrpSpPr>
                  <p:cNvPr id="12021" name="Graphique 5">
                    <a:extLst>
                      <a:ext uri="{FF2B5EF4-FFF2-40B4-BE49-F238E27FC236}">
                        <a16:creationId xmlns:a16="http://schemas.microsoft.com/office/drawing/2014/main" id="{DFA4B93C-7085-4584-B7D2-82F7FD3B4022}"/>
                      </a:ext>
                    </a:extLst>
                  </p:cNvPr>
                  <p:cNvGrpSpPr/>
                  <p:nvPr/>
                </p:nvGrpSpPr>
                <p:grpSpPr>
                  <a:xfrm>
                    <a:off x="3995504" y="3940749"/>
                    <a:ext cx="37043" cy="39597"/>
                    <a:chOff x="3995504" y="3940749"/>
                    <a:chExt cx="37043" cy="39597"/>
                  </a:xfrm>
                  <a:solidFill>
                    <a:schemeClr val="accent1"/>
                  </a:solidFill>
                </p:grpSpPr>
                <p:sp>
                  <p:nvSpPr>
                    <p:cNvPr id="12022" name="Forme libre : forme 12021">
                      <a:extLst>
                        <a:ext uri="{FF2B5EF4-FFF2-40B4-BE49-F238E27FC236}">
                          <a16:creationId xmlns:a16="http://schemas.microsoft.com/office/drawing/2014/main" id="{409B8429-4BA0-4BE9-9DAA-8A5EEF4582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5599" y="3940749"/>
                      <a:ext cx="36948" cy="39597"/>
                    </a:xfrm>
                    <a:custGeom>
                      <a:avLst/>
                      <a:gdLst>
                        <a:gd name="connsiteX0" fmla="*/ 8403 w 36948"/>
                        <a:gd name="connsiteY0" fmla="*/ 37494 h 39597"/>
                        <a:gd name="connsiteX1" fmla="*/ 2879 w 36948"/>
                        <a:gd name="connsiteY1" fmla="*/ 11300 h 39597"/>
                        <a:gd name="connsiteX2" fmla="*/ 27930 w 36948"/>
                        <a:gd name="connsiteY2" fmla="*/ 1775 h 39597"/>
                        <a:gd name="connsiteX3" fmla="*/ 34216 w 36948"/>
                        <a:gd name="connsiteY3" fmla="*/ 28350 h 39597"/>
                        <a:gd name="connsiteX4" fmla="*/ 8403 w 36948"/>
                        <a:gd name="connsiteY4" fmla="*/ 37494 h 395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948" h="39597">
                          <a:moveTo>
                            <a:pt x="8403" y="37494"/>
                          </a:moveTo>
                          <a:cubicBezTo>
                            <a:pt x="-74" y="32541"/>
                            <a:pt x="-2551" y="20825"/>
                            <a:pt x="2879" y="11300"/>
                          </a:cubicBezTo>
                          <a:cubicBezTo>
                            <a:pt x="8117" y="1585"/>
                            <a:pt x="19071" y="-2701"/>
                            <a:pt x="27930" y="1775"/>
                          </a:cubicBezTo>
                          <a:cubicBezTo>
                            <a:pt x="36692" y="6252"/>
                            <a:pt x="39645" y="18254"/>
                            <a:pt x="34216" y="28350"/>
                          </a:cubicBezTo>
                          <a:cubicBezTo>
                            <a:pt x="28406" y="38352"/>
                            <a:pt x="16881" y="42447"/>
                            <a:pt x="8403" y="3749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23" name="Forme libre : forme 12022">
                      <a:extLst>
                        <a:ext uri="{FF2B5EF4-FFF2-40B4-BE49-F238E27FC236}">
                          <a16:creationId xmlns:a16="http://schemas.microsoft.com/office/drawing/2014/main" id="{A017CD32-C869-42CA-B21F-4C089C0143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5504" y="3940749"/>
                      <a:ext cx="34501" cy="39504"/>
                    </a:xfrm>
                    <a:custGeom>
                      <a:avLst/>
                      <a:gdLst>
                        <a:gd name="connsiteX0" fmla="*/ 18119 w 34501"/>
                        <a:gd name="connsiteY0" fmla="*/ 19778 h 39504"/>
                        <a:gd name="connsiteX1" fmla="*/ 34502 w 34501"/>
                        <a:gd name="connsiteY1" fmla="*/ 8348 h 39504"/>
                        <a:gd name="connsiteX2" fmla="*/ 27929 w 34501"/>
                        <a:gd name="connsiteY2" fmla="*/ 1775 h 39504"/>
                        <a:gd name="connsiteX3" fmla="*/ 2879 w 34501"/>
                        <a:gd name="connsiteY3" fmla="*/ 11300 h 39504"/>
                        <a:gd name="connsiteX4" fmla="*/ 8403 w 34501"/>
                        <a:gd name="connsiteY4" fmla="*/ 37494 h 39504"/>
                        <a:gd name="connsiteX5" fmla="*/ 17166 w 34501"/>
                        <a:gd name="connsiteY5" fmla="*/ 39495 h 39504"/>
                        <a:gd name="connsiteX6" fmla="*/ 18119 w 34501"/>
                        <a:gd name="connsiteY6" fmla="*/ 19778 h 395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01" h="39504">
                          <a:moveTo>
                            <a:pt x="18119" y="19778"/>
                          </a:moveTo>
                          <a:cubicBezTo>
                            <a:pt x="21834" y="13110"/>
                            <a:pt x="28025" y="8919"/>
                            <a:pt x="34502" y="8348"/>
                          </a:cubicBezTo>
                          <a:cubicBezTo>
                            <a:pt x="32978" y="5586"/>
                            <a:pt x="30787" y="3299"/>
                            <a:pt x="27929" y="1775"/>
                          </a:cubicBezTo>
                          <a:cubicBezTo>
                            <a:pt x="19167" y="-2701"/>
                            <a:pt x="8118" y="1585"/>
                            <a:pt x="2879" y="11300"/>
                          </a:cubicBezTo>
                          <a:cubicBezTo>
                            <a:pt x="-2550" y="20825"/>
                            <a:pt x="-74" y="32541"/>
                            <a:pt x="8403" y="37494"/>
                          </a:cubicBezTo>
                          <a:cubicBezTo>
                            <a:pt x="11165" y="39018"/>
                            <a:pt x="14118" y="39590"/>
                            <a:pt x="17166" y="39495"/>
                          </a:cubicBezTo>
                          <a:cubicBezTo>
                            <a:pt x="14404" y="33684"/>
                            <a:pt x="14404" y="26350"/>
                            <a:pt x="18119" y="197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24" name="Forme libre : forme 12023">
                      <a:extLst>
                        <a:ext uri="{FF2B5EF4-FFF2-40B4-BE49-F238E27FC236}">
                          <a16:creationId xmlns:a16="http://schemas.microsoft.com/office/drawing/2014/main" id="{5800840C-7020-4C84-B0DD-93CBB19396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3864" y="3960622"/>
                      <a:ext cx="17801" cy="16384"/>
                    </a:xfrm>
                    <a:custGeom>
                      <a:avLst/>
                      <a:gdLst>
                        <a:gd name="connsiteX0" fmla="*/ 7949 w 17801"/>
                        <a:gd name="connsiteY0" fmla="*/ 16383 h 16384"/>
                        <a:gd name="connsiteX1" fmla="*/ 43 w 17801"/>
                        <a:gd name="connsiteY1" fmla="*/ 8191 h 16384"/>
                        <a:gd name="connsiteX2" fmla="*/ 9759 w 17801"/>
                        <a:gd name="connsiteY2" fmla="*/ 0 h 16384"/>
                        <a:gd name="connsiteX3" fmla="*/ 17759 w 17801"/>
                        <a:gd name="connsiteY3" fmla="*/ 8096 h 16384"/>
                        <a:gd name="connsiteX4" fmla="*/ 7949 w 17801"/>
                        <a:gd name="connsiteY4" fmla="*/ 16383 h 16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01" h="16384">
                          <a:moveTo>
                            <a:pt x="7949" y="16383"/>
                          </a:moveTo>
                          <a:cubicBezTo>
                            <a:pt x="3091" y="16383"/>
                            <a:pt x="-433" y="12668"/>
                            <a:pt x="43" y="8191"/>
                          </a:cubicBezTo>
                          <a:cubicBezTo>
                            <a:pt x="519" y="3715"/>
                            <a:pt x="4901" y="95"/>
                            <a:pt x="9759" y="0"/>
                          </a:cubicBezTo>
                          <a:cubicBezTo>
                            <a:pt x="14616" y="0"/>
                            <a:pt x="18236" y="3524"/>
                            <a:pt x="17759" y="8096"/>
                          </a:cubicBezTo>
                          <a:cubicBezTo>
                            <a:pt x="17283" y="12668"/>
                            <a:pt x="12902" y="16478"/>
                            <a:pt x="7949" y="1638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25" name="Forme libre : forme 12024">
                      <a:extLst>
                        <a:ext uri="{FF2B5EF4-FFF2-40B4-BE49-F238E27FC236}">
                          <a16:creationId xmlns:a16="http://schemas.microsoft.com/office/drawing/2014/main" id="{B499A3C1-FD49-4C50-88B9-57CDF3B5CE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7004" y="3962498"/>
                      <a:ext cx="6191" cy="6534"/>
                    </a:xfrm>
                    <a:custGeom>
                      <a:avLst/>
                      <a:gdLst>
                        <a:gd name="connsiteX0" fmla="*/ 1381 w 6191"/>
                        <a:gd name="connsiteY0" fmla="*/ 6220 h 6534"/>
                        <a:gd name="connsiteX1" fmla="*/ 524 w 6191"/>
                        <a:gd name="connsiteY1" fmla="*/ 1838 h 6534"/>
                        <a:gd name="connsiteX2" fmla="*/ 4810 w 6191"/>
                        <a:gd name="connsiteY2" fmla="*/ 314 h 6534"/>
                        <a:gd name="connsiteX3" fmla="*/ 5668 w 6191"/>
                        <a:gd name="connsiteY3" fmla="*/ 4696 h 6534"/>
                        <a:gd name="connsiteX4" fmla="*/ 1381 w 6191"/>
                        <a:gd name="connsiteY4" fmla="*/ 6220 h 6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1" h="6534">
                          <a:moveTo>
                            <a:pt x="1381" y="6220"/>
                          </a:moveTo>
                          <a:cubicBezTo>
                            <a:pt x="-47" y="5458"/>
                            <a:pt x="-428" y="3458"/>
                            <a:pt x="524" y="1838"/>
                          </a:cubicBezTo>
                          <a:cubicBezTo>
                            <a:pt x="1477" y="219"/>
                            <a:pt x="3382" y="-447"/>
                            <a:pt x="4810" y="314"/>
                          </a:cubicBezTo>
                          <a:cubicBezTo>
                            <a:pt x="6239" y="1077"/>
                            <a:pt x="6620" y="3077"/>
                            <a:pt x="5668" y="4696"/>
                          </a:cubicBezTo>
                          <a:cubicBezTo>
                            <a:pt x="4715" y="6315"/>
                            <a:pt x="2810" y="6982"/>
                            <a:pt x="1381" y="62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026" name="Graphique 5">
                    <a:extLst>
                      <a:ext uri="{FF2B5EF4-FFF2-40B4-BE49-F238E27FC236}">
                        <a16:creationId xmlns:a16="http://schemas.microsoft.com/office/drawing/2014/main" id="{4180E87A-0F4E-4019-BB0B-B337CF21ADCB}"/>
                      </a:ext>
                    </a:extLst>
                  </p:cNvPr>
                  <p:cNvGrpSpPr/>
                  <p:nvPr/>
                </p:nvGrpSpPr>
                <p:grpSpPr>
                  <a:xfrm>
                    <a:off x="3959544" y="3939598"/>
                    <a:ext cx="36603" cy="38349"/>
                    <a:chOff x="3959544" y="3939598"/>
                    <a:chExt cx="36603" cy="38349"/>
                  </a:xfrm>
                  <a:solidFill>
                    <a:schemeClr val="accent1"/>
                  </a:solidFill>
                </p:grpSpPr>
                <p:sp>
                  <p:nvSpPr>
                    <p:cNvPr id="12027" name="Forme libre : forme 12026">
                      <a:extLst>
                        <a:ext uri="{FF2B5EF4-FFF2-40B4-BE49-F238E27FC236}">
                          <a16:creationId xmlns:a16="http://schemas.microsoft.com/office/drawing/2014/main" id="{C9E4AE1B-A0EC-46A2-B76A-82BB41914A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9567" y="3939615"/>
                      <a:ext cx="36580" cy="38331"/>
                    </a:xfrm>
                    <a:custGeom>
                      <a:avLst/>
                      <a:gdLst>
                        <a:gd name="connsiteX0" fmla="*/ 8431 w 36580"/>
                        <a:gd name="connsiteY0" fmla="*/ 36056 h 38331"/>
                        <a:gd name="connsiteX1" fmla="*/ 2716 w 36580"/>
                        <a:gd name="connsiteY1" fmla="*/ 10243 h 38331"/>
                        <a:gd name="connsiteX2" fmla="*/ 27862 w 36580"/>
                        <a:gd name="connsiteY2" fmla="*/ 1957 h 38331"/>
                        <a:gd name="connsiteX3" fmla="*/ 33672 w 36580"/>
                        <a:gd name="connsiteY3" fmla="*/ 27865 h 38331"/>
                        <a:gd name="connsiteX4" fmla="*/ 8431 w 36580"/>
                        <a:gd name="connsiteY4" fmla="*/ 36056 h 383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580" h="38331">
                          <a:moveTo>
                            <a:pt x="8431" y="36056"/>
                          </a:moveTo>
                          <a:cubicBezTo>
                            <a:pt x="49" y="31008"/>
                            <a:pt x="-2523" y="19387"/>
                            <a:pt x="2716" y="10243"/>
                          </a:cubicBezTo>
                          <a:cubicBezTo>
                            <a:pt x="7955" y="1099"/>
                            <a:pt x="19290" y="-2615"/>
                            <a:pt x="27862" y="1957"/>
                          </a:cubicBezTo>
                          <a:cubicBezTo>
                            <a:pt x="36625" y="6624"/>
                            <a:pt x="39197" y="18244"/>
                            <a:pt x="33672" y="27865"/>
                          </a:cubicBezTo>
                          <a:cubicBezTo>
                            <a:pt x="28148" y="37485"/>
                            <a:pt x="16813" y="41104"/>
                            <a:pt x="8431" y="3605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28" name="Forme libre : forme 12027">
                      <a:extLst>
                        <a:ext uri="{FF2B5EF4-FFF2-40B4-BE49-F238E27FC236}">
                          <a16:creationId xmlns:a16="http://schemas.microsoft.com/office/drawing/2014/main" id="{27151EAC-5BF7-4F54-98E2-AFA89F08B4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9544" y="3939598"/>
                      <a:ext cx="34361" cy="38272"/>
                    </a:xfrm>
                    <a:custGeom>
                      <a:avLst/>
                      <a:gdLst>
                        <a:gd name="connsiteX0" fmla="*/ 17789 w 34361"/>
                        <a:gd name="connsiteY0" fmla="*/ 18928 h 38272"/>
                        <a:gd name="connsiteX1" fmla="*/ 34362 w 34361"/>
                        <a:gd name="connsiteY1" fmla="*/ 8546 h 38272"/>
                        <a:gd name="connsiteX2" fmla="*/ 27885 w 34361"/>
                        <a:gd name="connsiteY2" fmla="*/ 1974 h 38272"/>
                        <a:gd name="connsiteX3" fmla="*/ 2739 w 34361"/>
                        <a:gd name="connsiteY3" fmla="*/ 10261 h 38272"/>
                        <a:gd name="connsiteX4" fmla="*/ 8454 w 34361"/>
                        <a:gd name="connsiteY4" fmla="*/ 36073 h 38272"/>
                        <a:gd name="connsiteX5" fmla="*/ 17122 w 34361"/>
                        <a:gd name="connsiteY5" fmla="*/ 38264 h 38272"/>
                        <a:gd name="connsiteX6" fmla="*/ 17789 w 34361"/>
                        <a:gd name="connsiteY6" fmla="*/ 18928 h 38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361" h="38272">
                          <a:moveTo>
                            <a:pt x="17789" y="18928"/>
                          </a:moveTo>
                          <a:cubicBezTo>
                            <a:pt x="21503" y="12546"/>
                            <a:pt x="27885" y="8832"/>
                            <a:pt x="34362" y="8546"/>
                          </a:cubicBezTo>
                          <a:cubicBezTo>
                            <a:pt x="32933" y="5879"/>
                            <a:pt x="30647" y="3498"/>
                            <a:pt x="27885" y="1974"/>
                          </a:cubicBezTo>
                          <a:cubicBezTo>
                            <a:pt x="19313" y="-2598"/>
                            <a:pt x="7978" y="1021"/>
                            <a:pt x="2739" y="10261"/>
                          </a:cubicBezTo>
                          <a:cubicBezTo>
                            <a:pt x="-2500" y="19404"/>
                            <a:pt x="-23" y="31025"/>
                            <a:pt x="8454" y="36073"/>
                          </a:cubicBezTo>
                          <a:cubicBezTo>
                            <a:pt x="11121" y="37693"/>
                            <a:pt x="14074" y="38359"/>
                            <a:pt x="17122" y="38264"/>
                          </a:cubicBezTo>
                          <a:cubicBezTo>
                            <a:pt x="14169" y="32549"/>
                            <a:pt x="14169" y="25310"/>
                            <a:pt x="17789" y="1892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29" name="Forme libre : forme 12028">
                      <a:extLst>
                        <a:ext uri="{FF2B5EF4-FFF2-40B4-BE49-F238E27FC236}">
                          <a16:creationId xmlns:a16="http://schemas.microsoft.com/office/drawing/2014/main" id="{BC96E47A-8A30-44F1-82DE-F8C34B2B3C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7860" y="3958715"/>
                      <a:ext cx="17516" cy="16011"/>
                    </a:xfrm>
                    <a:custGeom>
                      <a:avLst/>
                      <a:gdLst>
                        <a:gd name="connsiteX0" fmla="*/ 7853 w 17516"/>
                        <a:gd name="connsiteY0" fmla="*/ 16004 h 16011"/>
                        <a:gd name="connsiteX1" fmla="*/ 43 w 17516"/>
                        <a:gd name="connsiteY1" fmla="*/ 7717 h 16011"/>
                        <a:gd name="connsiteX2" fmla="*/ 9568 w 17516"/>
                        <a:gd name="connsiteY2" fmla="*/ 2 h 16011"/>
                        <a:gd name="connsiteX3" fmla="*/ 17474 w 17516"/>
                        <a:gd name="connsiteY3" fmla="*/ 8194 h 16011"/>
                        <a:gd name="connsiteX4" fmla="*/ 7853 w 17516"/>
                        <a:gd name="connsiteY4" fmla="*/ 16004 h 16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16" h="16011">
                          <a:moveTo>
                            <a:pt x="7853" y="16004"/>
                          </a:moveTo>
                          <a:cubicBezTo>
                            <a:pt x="3091" y="15813"/>
                            <a:pt x="-433" y="12099"/>
                            <a:pt x="43" y="7717"/>
                          </a:cubicBezTo>
                          <a:cubicBezTo>
                            <a:pt x="519" y="3336"/>
                            <a:pt x="4710" y="-93"/>
                            <a:pt x="9568" y="2"/>
                          </a:cubicBezTo>
                          <a:cubicBezTo>
                            <a:pt x="14426" y="97"/>
                            <a:pt x="17950" y="3717"/>
                            <a:pt x="17474" y="8194"/>
                          </a:cubicBezTo>
                          <a:cubicBezTo>
                            <a:pt x="16998" y="12575"/>
                            <a:pt x="12711" y="16195"/>
                            <a:pt x="7853" y="1600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30" name="Forme libre : forme 12029">
                      <a:extLst>
                        <a:ext uri="{FF2B5EF4-FFF2-40B4-BE49-F238E27FC236}">
                          <a16:creationId xmlns:a16="http://schemas.microsoft.com/office/drawing/2014/main" id="{5858968E-DF6A-4C54-A617-98E758808F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0689" y="3960720"/>
                      <a:ext cx="6050" cy="6375"/>
                    </a:xfrm>
                    <a:custGeom>
                      <a:avLst/>
                      <a:gdLst>
                        <a:gd name="connsiteX0" fmla="*/ 1406 w 6050"/>
                        <a:gd name="connsiteY0" fmla="*/ 5998 h 6375"/>
                        <a:gd name="connsiteX1" fmla="*/ 453 w 6050"/>
                        <a:gd name="connsiteY1" fmla="*/ 1712 h 6375"/>
                        <a:gd name="connsiteX2" fmla="*/ 4644 w 6050"/>
                        <a:gd name="connsiteY2" fmla="*/ 378 h 6375"/>
                        <a:gd name="connsiteX3" fmla="*/ 5597 w 6050"/>
                        <a:gd name="connsiteY3" fmla="*/ 4664 h 6375"/>
                        <a:gd name="connsiteX4" fmla="*/ 1406 w 6050"/>
                        <a:gd name="connsiteY4" fmla="*/ 5998 h 6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0" h="6375">
                          <a:moveTo>
                            <a:pt x="1406" y="5998"/>
                          </a:moveTo>
                          <a:cubicBezTo>
                            <a:pt x="-23" y="5236"/>
                            <a:pt x="-404" y="3235"/>
                            <a:pt x="453" y="1712"/>
                          </a:cubicBezTo>
                          <a:cubicBezTo>
                            <a:pt x="1311" y="188"/>
                            <a:pt x="3216" y="-479"/>
                            <a:pt x="4644" y="378"/>
                          </a:cubicBezTo>
                          <a:cubicBezTo>
                            <a:pt x="6073" y="1140"/>
                            <a:pt x="6454" y="3045"/>
                            <a:pt x="5597" y="4664"/>
                          </a:cubicBezTo>
                          <a:cubicBezTo>
                            <a:pt x="4644" y="6188"/>
                            <a:pt x="2739" y="6855"/>
                            <a:pt x="1406" y="599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031" name="Graphique 5">
                    <a:extLst>
                      <a:ext uri="{FF2B5EF4-FFF2-40B4-BE49-F238E27FC236}">
                        <a16:creationId xmlns:a16="http://schemas.microsoft.com/office/drawing/2014/main" id="{B46194D9-2E8E-4274-AFC6-2E317E42B4E6}"/>
                      </a:ext>
                    </a:extLst>
                  </p:cNvPr>
                  <p:cNvGrpSpPr/>
                  <p:nvPr/>
                </p:nvGrpSpPr>
                <p:grpSpPr>
                  <a:xfrm>
                    <a:off x="3924185" y="3949273"/>
                    <a:ext cx="36323" cy="37500"/>
                    <a:chOff x="3924185" y="3949273"/>
                    <a:chExt cx="36323" cy="37500"/>
                  </a:xfrm>
                  <a:solidFill>
                    <a:schemeClr val="accent1"/>
                  </a:solidFill>
                </p:grpSpPr>
                <p:sp>
                  <p:nvSpPr>
                    <p:cNvPr id="12032" name="Forme libre : forme 12031">
                      <a:extLst>
                        <a:ext uri="{FF2B5EF4-FFF2-40B4-BE49-F238E27FC236}">
                          <a16:creationId xmlns:a16="http://schemas.microsoft.com/office/drawing/2014/main" id="{C7C43B9B-BA96-499B-BE03-FD2E0A4404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4185" y="3949315"/>
                      <a:ext cx="36323" cy="37458"/>
                    </a:xfrm>
                    <a:custGeom>
                      <a:avLst/>
                      <a:gdLst>
                        <a:gd name="connsiteX0" fmla="*/ 7999 w 36323"/>
                        <a:gd name="connsiteY0" fmla="*/ 34834 h 37458"/>
                        <a:gd name="connsiteX1" fmla="*/ 3046 w 36323"/>
                        <a:gd name="connsiteY1" fmla="*/ 9497 h 37458"/>
                        <a:gd name="connsiteX2" fmla="*/ 27811 w 36323"/>
                        <a:gd name="connsiteY2" fmla="*/ 2258 h 37458"/>
                        <a:gd name="connsiteX3" fmla="*/ 33430 w 36323"/>
                        <a:gd name="connsiteY3" fmla="*/ 27976 h 37458"/>
                        <a:gd name="connsiteX4" fmla="*/ 7999 w 36323"/>
                        <a:gd name="connsiteY4" fmla="*/ 34834 h 374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323" h="37458">
                          <a:moveTo>
                            <a:pt x="7999" y="34834"/>
                          </a:moveTo>
                          <a:cubicBezTo>
                            <a:pt x="-288" y="29500"/>
                            <a:pt x="-2479" y="18165"/>
                            <a:pt x="3046" y="9497"/>
                          </a:cubicBezTo>
                          <a:cubicBezTo>
                            <a:pt x="8285" y="639"/>
                            <a:pt x="19238" y="-2600"/>
                            <a:pt x="27811" y="2258"/>
                          </a:cubicBezTo>
                          <a:cubicBezTo>
                            <a:pt x="36288" y="7116"/>
                            <a:pt x="38955" y="18736"/>
                            <a:pt x="33430" y="27976"/>
                          </a:cubicBezTo>
                          <a:cubicBezTo>
                            <a:pt x="27715" y="37120"/>
                            <a:pt x="16285" y="40168"/>
                            <a:pt x="7999" y="3483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33" name="Forme libre : forme 12032">
                      <a:extLst>
                        <a:ext uri="{FF2B5EF4-FFF2-40B4-BE49-F238E27FC236}">
                          <a16:creationId xmlns:a16="http://schemas.microsoft.com/office/drawing/2014/main" id="{460674B3-4F42-4624-86A7-2F16D3224A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4185" y="3949273"/>
                      <a:ext cx="34097" cy="37447"/>
                    </a:xfrm>
                    <a:custGeom>
                      <a:avLst/>
                      <a:gdLst>
                        <a:gd name="connsiteX0" fmla="*/ 17810 w 34097"/>
                        <a:gd name="connsiteY0" fmla="*/ 18683 h 37447"/>
                        <a:gd name="connsiteX1" fmla="*/ 34097 w 34097"/>
                        <a:gd name="connsiteY1" fmla="*/ 8968 h 37447"/>
                        <a:gd name="connsiteX2" fmla="*/ 27811 w 34097"/>
                        <a:gd name="connsiteY2" fmla="*/ 2300 h 37447"/>
                        <a:gd name="connsiteX3" fmla="*/ 3046 w 34097"/>
                        <a:gd name="connsiteY3" fmla="*/ 9539 h 37447"/>
                        <a:gd name="connsiteX4" fmla="*/ 7999 w 34097"/>
                        <a:gd name="connsiteY4" fmla="*/ 34876 h 37447"/>
                        <a:gd name="connsiteX5" fmla="*/ 16571 w 34097"/>
                        <a:gd name="connsiteY5" fmla="*/ 37447 h 37447"/>
                        <a:gd name="connsiteX6" fmla="*/ 17810 w 34097"/>
                        <a:gd name="connsiteY6" fmla="*/ 18683 h 374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097" h="37447">
                          <a:moveTo>
                            <a:pt x="17810" y="18683"/>
                          </a:moveTo>
                          <a:cubicBezTo>
                            <a:pt x="21524" y="12492"/>
                            <a:pt x="27715" y="9063"/>
                            <a:pt x="34097" y="8968"/>
                          </a:cubicBezTo>
                          <a:cubicBezTo>
                            <a:pt x="32668" y="6205"/>
                            <a:pt x="30573" y="3920"/>
                            <a:pt x="27811" y="2300"/>
                          </a:cubicBezTo>
                          <a:cubicBezTo>
                            <a:pt x="19238" y="-2653"/>
                            <a:pt x="8285" y="681"/>
                            <a:pt x="3046" y="9539"/>
                          </a:cubicBezTo>
                          <a:cubicBezTo>
                            <a:pt x="-2479" y="18207"/>
                            <a:pt x="-288" y="29542"/>
                            <a:pt x="7999" y="34876"/>
                          </a:cubicBezTo>
                          <a:cubicBezTo>
                            <a:pt x="10666" y="36590"/>
                            <a:pt x="13618" y="37352"/>
                            <a:pt x="16571" y="37447"/>
                          </a:cubicBezTo>
                          <a:cubicBezTo>
                            <a:pt x="13809" y="31732"/>
                            <a:pt x="14000" y="24684"/>
                            <a:pt x="17810" y="186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34" name="Forme libre : forme 12033">
                      <a:extLst>
                        <a:ext uri="{FF2B5EF4-FFF2-40B4-BE49-F238E27FC236}">
                          <a16:creationId xmlns:a16="http://schemas.microsoft.com/office/drawing/2014/main" id="{83092EE7-31D8-4654-BAF5-9E65E35161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2217" y="3968128"/>
                      <a:ext cx="17555" cy="15479"/>
                    </a:xfrm>
                    <a:custGeom>
                      <a:avLst/>
                      <a:gdLst>
                        <a:gd name="connsiteX0" fmla="*/ 7682 w 17555"/>
                        <a:gd name="connsiteY0" fmla="*/ 15449 h 15479"/>
                        <a:gd name="connsiteX1" fmla="*/ 62 w 17555"/>
                        <a:gd name="connsiteY1" fmla="*/ 7067 h 15479"/>
                        <a:gd name="connsiteX2" fmla="*/ 9778 w 17555"/>
                        <a:gd name="connsiteY2" fmla="*/ 19 h 15479"/>
                        <a:gd name="connsiteX3" fmla="*/ 17493 w 17555"/>
                        <a:gd name="connsiteY3" fmla="*/ 8306 h 15479"/>
                        <a:gd name="connsiteX4" fmla="*/ 7682 w 17555"/>
                        <a:gd name="connsiteY4" fmla="*/ 15449 h 15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55" h="15479">
                          <a:moveTo>
                            <a:pt x="7682" y="15449"/>
                          </a:moveTo>
                          <a:cubicBezTo>
                            <a:pt x="2920" y="15068"/>
                            <a:pt x="-509" y="11258"/>
                            <a:pt x="62" y="7067"/>
                          </a:cubicBezTo>
                          <a:cubicBezTo>
                            <a:pt x="634" y="2781"/>
                            <a:pt x="4920" y="-267"/>
                            <a:pt x="9778" y="19"/>
                          </a:cubicBezTo>
                          <a:cubicBezTo>
                            <a:pt x="14635" y="304"/>
                            <a:pt x="18065" y="4019"/>
                            <a:pt x="17493" y="8306"/>
                          </a:cubicBezTo>
                          <a:cubicBezTo>
                            <a:pt x="16922" y="12592"/>
                            <a:pt x="12540" y="15830"/>
                            <a:pt x="7682" y="1544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35" name="Forme libre : forme 12034">
                      <a:extLst>
                        <a:ext uri="{FF2B5EF4-FFF2-40B4-BE49-F238E27FC236}">
                          <a16:creationId xmlns:a16="http://schemas.microsoft.com/office/drawing/2014/main" id="{8E7F3E7E-B880-4657-8006-FD49775473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5180" y="3970411"/>
                      <a:ext cx="6101" cy="6139"/>
                    </a:xfrm>
                    <a:custGeom>
                      <a:avLst/>
                      <a:gdLst>
                        <a:gd name="connsiteX0" fmla="*/ 1291 w 6101"/>
                        <a:gd name="connsiteY0" fmla="*/ 5737 h 6139"/>
                        <a:gd name="connsiteX1" fmla="*/ 529 w 6101"/>
                        <a:gd name="connsiteY1" fmla="*/ 1546 h 6139"/>
                        <a:gd name="connsiteX2" fmla="*/ 4720 w 6101"/>
                        <a:gd name="connsiteY2" fmla="*/ 403 h 6139"/>
                        <a:gd name="connsiteX3" fmla="*/ 5577 w 6101"/>
                        <a:gd name="connsiteY3" fmla="*/ 4594 h 6139"/>
                        <a:gd name="connsiteX4" fmla="*/ 1291 w 6101"/>
                        <a:gd name="connsiteY4" fmla="*/ 5737 h 6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01" h="6139">
                          <a:moveTo>
                            <a:pt x="1291" y="5737"/>
                          </a:moveTo>
                          <a:cubicBezTo>
                            <a:pt x="-42" y="4880"/>
                            <a:pt x="-423" y="2975"/>
                            <a:pt x="529" y="1546"/>
                          </a:cubicBezTo>
                          <a:cubicBezTo>
                            <a:pt x="1482" y="117"/>
                            <a:pt x="3387" y="-454"/>
                            <a:pt x="4720" y="403"/>
                          </a:cubicBezTo>
                          <a:cubicBezTo>
                            <a:pt x="6149" y="1260"/>
                            <a:pt x="6530" y="3165"/>
                            <a:pt x="5577" y="4594"/>
                          </a:cubicBezTo>
                          <a:cubicBezTo>
                            <a:pt x="4530" y="6023"/>
                            <a:pt x="2720" y="6594"/>
                            <a:pt x="1291" y="57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036" name="Graphique 5">
                  <a:extLst>
                    <a:ext uri="{FF2B5EF4-FFF2-40B4-BE49-F238E27FC236}">
                      <a16:creationId xmlns:a16="http://schemas.microsoft.com/office/drawing/2014/main" id="{195166DD-9A63-4A29-92DA-2232B40DCB59}"/>
                    </a:ext>
                  </a:extLst>
                </p:cNvPr>
                <p:cNvGrpSpPr/>
                <p:nvPr/>
              </p:nvGrpSpPr>
              <p:grpSpPr>
                <a:xfrm>
                  <a:off x="3848997" y="3849428"/>
                  <a:ext cx="104111" cy="42301"/>
                  <a:chOff x="3848997" y="3849428"/>
                  <a:chExt cx="104111" cy="42301"/>
                </a:xfrm>
                <a:solidFill>
                  <a:schemeClr val="accent1"/>
                </a:solidFill>
              </p:grpSpPr>
              <p:grpSp>
                <p:nvGrpSpPr>
                  <p:cNvPr id="12037" name="Graphique 5">
                    <a:extLst>
                      <a:ext uri="{FF2B5EF4-FFF2-40B4-BE49-F238E27FC236}">
                        <a16:creationId xmlns:a16="http://schemas.microsoft.com/office/drawing/2014/main" id="{16E110CE-9161-46B0-A110-24990500A89C}"/>
                      </a:ext>
                    </a:extLst>
                  </p:cNvPr>
                  <p:cNvGrpSpPr/>
                  <p:nvPr/>
                </p:nvGrpSpPr>
                <p:grpSpPr>
                  <a:xfrm>
                    <a:off x="3917546" y="3850353"/>
                    <a:ext cx="35563" cy="35795"/>
                    <a:chOff x="3917546" y="3850353"/>
                    <a:chExt cx="35563" cy="35795"/>
                  </a:xfrm>
                  <a:solidFill>
                    <a:schemeClr val="accent1"/>
                  </a:solidFill>
                </p:grpSpPr>
                <p:sp>
                  <p:nvSpPr>
                    <p:cNvPr id="12038" name="Forme libre : forme 12037">
                      <a:extLst>
                        <a:ext uri="{FF2B5EF4-FFF2-40B4-BE49-F238E27FC236}">
                          <a16:creationId xmlns:a16="http://schemas.microsoft.com/office/drawing/2014/main" id="{AC4A8277-3CE0-495F-84A1-32BB9C1166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7546" y="3850448"/>
                      <a:ext cx="35563" cy="35700"/>
                    </a:xfrm>
                    <a:custGeom>
                      <a:avLst/>
                      <a:gdLst>
                        <a:gd name="connsiteX0" fmla="*/ 9781 w 35563"/>
                        <a:gd name="connsiteY0" fmla="*/ 33783 h 35700"/>
                        <a:gd name="connsiteX1" fmla="*/ 1780 w 35563"/>
                        <a:gd name="connsiteY1" fmla="*/ 10161 h 35700"/>
                        <a:gd name="connsiteX2" fmla="*/ 25211 w 35563"/>
                        <a:gd name="connsiteY2" fmla="*/ 1588 h 35700"/>
                        <a:gd name="connsiteX3" fmla="*/ 33879 w 35563"/>
                        <a:gd name="connsiteY3" fmla="*/ 25592 h 35700"/>
                        <a:gd name="connsiteX4" fmla="*/ 9781 w 35563"/>
                        <a:gd name="connsiteY4" fmla="*/ 33783 h 35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63" h="35700">
                          <a:moveTo>
                            <a:pt x="9781" y="33783"/>
                          </a:moveTo>
                          <a:cubicBezTo>
                            <a:pt x="1017" y="29306"/>
                            <a:pt x="-2411" y="18734"/>
                            <a:pt x="1780" y="10161"/>
                          </a:cubicBezTo>
                          <a:cubicBezTo>
                            <a:pt x="5780" y="1398"/>
                            <a:pt x="16257" y="-2412"/>
                            <a:pt x="25211" y="1588"/>
                          </a:cubicBezTo>
                          <a:cubicBezTo>
                            <a:pt x="34165" y="5589"/>
                            <a:pt x="38070" y="16352"/>
                            <a:pt x="33879" y="25592"/>
                          </a:cubicBezTo>
                          <a:cubicBezTo>
                            <a:pt x="29402" y="34640"/>
                            <a:pt x="18448" y="38260"/>
                            <a:pt x="9781" y="3378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39" name="Forme libre : forme 12038">
                      <a:extLst>
                        <a:ext uri="{FF2B5EF4-FFF2-40B4-BE49-F238E27FC236}">
                          <a16:creationId xmlns:a16="http://schemas.microsoft.com/office/drawing/2014/main" id="{BEA55B53-7A57-4D9F-B328-04AD16012F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7546" y="3850353"/>
                      <a:ext cx="32259" cy="35604"/>
                    </a:xfrm>
                    <a:custGeom>
                      <a:avLst/>
                      <a:gdLst>
                        <a:gd name="connsiteX0" fmla="*/ 17400 w 32259"/>
                        <a:gd name="connsiteY0" fmla="*/ 17876 h 35604"/>
                        <a:gd name="connsiteX1" fmla="*/ 32259 w 32259"/>
                        <a:gd name="connsiteY1" fmla="*/ 7494 h 35604"/>
                        <a:gd name="connsiteX2" fmla="*/ 25211 w 32259"/>
                        <a:gd name="connsiteY2" fmla="*/ 1589 h 35604"/>
                        <a:gd name="connsiteX3" fmla="*/ 1780 w 32259"/>
                        <a:gd name="connsiteY3" fmla="*/ 10161 h 35604"/>
                        <a:gd name="connsiteX4" fmla="*/ 9781 w 32259"/>
                        <a:gd name="connsiteY4" fmla="*/ 33783 h 35604"/>
                        <a:gd name="connsiteX5" fmla="*/ 18544 w 32259"/>
                        <a:gd name="connsiteY5" fmla="*/ 35593 h 35604"/>
                        <a:gd name="connsiteX6" fmla="*/ 17400 w 32259"/>
                        <a:gd name="connsiteY6" fmla="*/ 17876 h 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259" h="35604">
                          <a:moveTo>
                            <a:pt x="17400" y="17876"/>
                          </a:moveTo>
                          <a:cubicBezTo>
                            <a:pt x="20163" y="11780"/>
                            <a:pt x="25973" y="8066"/>
                            <a:pt x="32259" y="7494"/>
                          </a:cubicBezTo>
                          <a:cubicBezTo>
                            <a:pt x="30545" y="5017"/>
                            <a:pt x="28164" y="2922"/>
                            <a:pt x="25211" y="1589"/>
                          </a:cubicBezTo>
                          <a:cubicBezTo>
                            <a:pt x="16257" y="-2412"/>
                            <a:pt x="5780" y="1398"/>
                            <a:pt x="1780" y="10161"/>
                          </a:cubicBezTo>
                          <a:cubicBezTo>
                            <a:pt x="-2411" y="18829"/>
                            <a:pt x="1017" y="29306"/>
                            <a:pt x="9781" y="33783"/>
                          </a:cubicBezTo>
                          <a:cubicBezTo>
                            <a:pt x="12543" y="35212"/>
                            <a:pt x="15591" y="35688"/>
                            <a:pt x="18544" y="35593"/>
                          </a:cubicBezTo>
                          <a:cubicBezTo>
                            <a:pt x="15115" y="30544"/>
                            <a:pt x="14543" y="23877"/>
                            <a:pt x="17400" y="1787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40" name="Forme libre : forme 12039">
                      <a:extLst>
                        <a:ext uri="{FF2B5EF4-FFF2-40B4-BE49-F238E27FC236}">
                          <a16:creationId xmlns:a16="http://schemas.microsoft.com/office/drawing/2014/main" id="{4AEDD125-347B-434E-A5EF-C6DE3BF669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6372" y="3868323"/>
                      <a:ext cx="17337" cy="14860"/>
                    </a:xfrm>
                    <a:custGeom>
                      <a:avLst/>
                      <a:gdLst>
                        <a:gd name="connsiteX0" fmla="*/ 8479 w 17337"/>
                        <a:gd name="connsiteY0" fmla="*/ 14861 h 14860"/>
                        <a:gd name="connsiteX1" fmla="*/ 2 w 17337"/>
                        <a:gd name="connsiteY1" fmla="*/ 7431 h 14860"/>
                        <a:gd name="connsiteX2" fmla="*/ 8670 w 17337"/>
                        <a:gd name="connsiteY2" fmla="*/ 2 h 14860"/>
                        <a:gd name="connsiteX3" fmla="*/ 17337 w 17337"/>
                        <a:gd name="connsiteY3" fmla="*/ 7336 h 14860"/>
                        <a:gd name="connsiteX4" fmla="*/ 8479 w 17337"/>
                        <a:gd name="connsiteY4" fmla="*/ 14861 h 14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37" h="14860">
                          <a:moveTo>
                            <a:pt x="8479" y="14861"/>
                          </a:moveTo>
                          <a:cubicBezTo>
                            <a:pt x="3717" y="14861"/>
                            <a:pt x="-93" y="11527"/>
                            <a:pt x="2" y="7431"/>
                          </a:cubicBezTo>
                          <a:cubicBezTo>
                            <a:pt x="2" y="3336"/>
                            <a:pt x="4002" y="97"/>
                            <a:pt x="8670" y="2"/>
                          </a:cubicBezTo>
                          <a:cubicBezTo>
                            <a:pt x="13337" y="-93"/>
                            <a:pt x="17337" y="3240"/>
                            <a:pt x="17337" y="7336"/>
                          </a:cubicBezTo>
                          <a:cubicBezTo>
                            <a:pt x="17147" y="11527"/>
                            <a:pt x="13242" y="14861"/>
                            <a:pt x="8479" y="1486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41" name="Forme libre : forme 12040">
                      <a:extLst>
                        <a:ext uri="{FF2B5EF4-FFF2-40B4-BE49-F238E27FC236}">
                          <a16:creationId xmlns:a16="http://schemas.microsoft.com/office/drawing/2014/main" id="{F25C9CDC-13B4-43C1-B277-7D62284E71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8765" y="3870050"/>
                      <a:ext cx="5870" cy="5928"/>
                    </a:xfrm>
                    <a:custGeom>
                      <a:avLst/>
                      <a:gdLst>
                        <a:gd name="connsiteX0" fmla="*/ 1611 w 5870"/>
                        <a:gd name="connsiteY0" fmla="*/ 5609 h 5928"/>
                        <a:gd name="connsiteX1" fmla="*/ 277 w 5870"/>
                        <a:gd name="connsiteY1" fmla="*/ 1704 h 5928"/>
                        <a:gd name="connsiteX2" fmla="*/ 4183 w 5870"/>
                        <a:gd name="connsiteY2" fmla="*/ 275 h 5928"/>
                        <a:gd name="connsiteX3" fmla="*/ 5611 w 5870"/>
                        <a:gd name="connsiteY3" fmla="*/ 4276 h 5928"/>
                        <a:gd name="connsiteX4" fmla="*/ 1611 w 5870"/>
                        <a:gd name="connsiteY4" fmla="*/ 5609 h 5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70" h="5928">
                          <a:moveTo>
                            <a:pt x="1611" y="5609"/>
                          </a:moveTo>
                          <a:cubicBezTo>
                            <a:pt x="182" y="4942"/>
                            <a:pt x="-390" y="3133"/>
                            <a:pt x="277" y="1704"/>
                          </a:cubicBezTo>
                          <a:cubicBezTo>
                            <a:pt x="944" y="180"/>
                            <a:pt x="2659" y="-392"/>
                            <a:pt x="4183" y="275"/>
                          </a:cubicBezTo>
                          <a:cubicBezTo>
                            <a:pt x="5611" y="942"/>
                            <a:pt x="6278" y="2752"/>
                            <a:pt x="5611" y="4276"/>
                          </a:cubicBezTo>
                          <a:cubicBezTo>
                            <a:pt x="4944" y="5704"/>
                            <a:pt x="3039" y="6371"/>
                            <a:pt x="1611" y="56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042" name="Graphique 5">
                    <a:extLst>
                      <a:ext uri="{FF2B5EF4-FFF2-40B4-BE49-F238E27FC236}">
                        <a16:creationId xmlns:a16="http://schemas.microsoft.com/office/drawing/2014/main" id="{63409FD5-AB6A-46EA-BF48-1989A28A935A}"/>
                      </a:ext>
                    </a:extLst>
                  </p:cNvPr>
                  <p:cNvGrpSpPr/>
                  <p:nvPr/>
                </p:nvGrpSpPr>
                <p:grpSpPr>
                  <a:xfrm>
                    <a:off x="3882243" y="3849428"/>
                    <a:ext cx="35515" cy="34493"/>
                    <a:chOff x="3882243" y="3849428"/>
                    <a:chExt cx="35515" cy="34493"/>
                  </a:xfrm>
                  <a:solidFill>
                    <a:schemeClr val="accent1"/>
                  </a:solidFill>
                </p:grpSpPr>
                <p:sp>
                  <p:nvSpPr>
                    <p:cNvPr id="12043" name="Forme libre : forme 12042">
                      <a:extLst>
                        <a:ext uri="{FF2B5EF4-FFF2-40B4-BE49-F238E27FC236}">
                          <a16:creationId xmlns:a16="http://schemas.microsoft.com/office/drawing/2014/main" id="{6EE8B187-014B-43A1-ABF6-FD9EDF0380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2243" y="3849428"/>
                      <a:ext cx="35515" cy="34493"/>
                    </a:xfrm>
                    <a:custGeom>
                      <a:avLst/>
                      <a:gdLst>
                        <a:gd name="connsiteX0" fmla="*/ 9840 w 35515"/>
                        <a:gd name="connsiteY0" fmla="*/ 32422 h 34493"/>
                        <a:gd name="connsiteX1" fmla="*/ 1744 w 35515"/>
                        <a:gd name="connsiteY1" fmla="*/ 9181 h 34493"/>
                        <a:gd name="connsiteX2" fmla="*/ 25271 w 35515"/>
                        <a:gd name="connsiteY2" fmla="*/ 1752 h 34493"/>
                        <a:gd name="connsiteX3" fmla="*/ 33653 w 35515"/>
                        <a:gd name="connsiteY3" fmla="*/ 25088 h 34493"/>
                        <a:gd name="connsiteX4" fmla="*/ 9840 w 35515"/>
                        <a:gd name="connsiteY4" fmla="*/ 32422 h 34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15" h="34493">
                          <a:moveTo>
                            <a:pt x="9840" y="32422"/>
                          </a:moveTo>
                          <a:cubicBezTo>
                            <a:pt x="1173" y="27755"/>
                            <a:pt x="-2447" y="17373"/>
                            <a:pt x="1744" y="9181"/>
                          </a:cubicBezTo>
                          <a:cubicBezTo>
                            <a:pt x="6030" y="990"/>
                            <a:pt x="16412" y="-2344"/>
                            <a:pt x="25271" y="1752"/>
                          </a:cubicBezTo>
                          <a:cubicBezTo>
                            <a:pt x="34224" y="5943"/>
                            <a:pt x="38129" y="16515"/>
                            <a:pt x="33653" y="25088"/>
                          </a:cubicBezTo>
                          <a:cubicBezTo>
                            <a:pt x="29176" y="33756"/>
                            <a:pt x="18508" y="36994"/>
                            <a:pt x="9840" y="3242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44" name="Forme libre : forme 12043">
                      <a:extLst>
                        <a:ext uri="{FF2B5EF4-FFF2-40B4-BE49-F238E27FC236}">
                          <a16:creationId xmlns:a16="http://schemas.microsoft.com/office/drawing/2014/main" id="{D8443498-295F-4B6B-B1C6-4EAB8B1968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2243" y="3849428"/>
                      <a:ext cx="32319" cy="34431"/>
                    </a:xfrm>
                    <a:custGeom>
                      <a:avLst/>
                      <a:gdLst>
                        <a:gd name="connsiteX0" fmla="*/ 17270 w 32319"/>
                        <a:gd name="connsiteY0" fmla="*/ 17087 h 34431"/>
                        <a:gd name="connsiteX1" fmla="*/ 32319 w 32319"/>
                        <a:gd name="connsiteY1" fmla="*/ 7657 h 34431"/>
                        <a:gd name="connsiteX2" fmla="*/ 25271 w 32319"/>
                        <a:gd name="connsiteY2" fmla="*/ 1752 h 34431"/>
                        <a:gd name="connsiteX3" fmla="*/ 1744 w 32319"/>
                        <a:gd name="connsiteY3" fmla="*/ 9181 h 34431"/>
                        <a:gd name="connsiteX4" fmla="*/ 9840 w 32319"/>
                        <a:gd name="connsiteY4" fmla="*/ 32422 h 34431"/>
                        <a:gd name="connsiteX5" fmla="*/ 18413 w 32319"/>
                        <a:gd name="connsiteY5" fmla="*/ 34422 h 34431"/>
                        <a:gd name="connsiteX6" fmla="*/ 17270 w 32319"/>
                        <a:gd name="connsiteY6" fmla="*/ 17087 h 34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319" h="34431">
                          <a:moveTo>
                            <a:pt x="17270" y="17087"/>
                          </a:moveTo>
                          <a:cubicBezTo>
                            <a:pt x="20127" y="11372"/>
                            <a:pt x="26223" y="8133"/>
                            <a:pt x="32319" y="7657"/>
                          </a:cubicBezTo>
                          <a:cubicBezTo>
                            <a:pt x="30605" y="5181"/>
                            <a:pt x="28224" y="3085"/>
                            <a:pt x="25271" y="1752"/>
                          </a:cubicBezTo>
                          <a:cubicBezTo>
                            <a:pt x="16412" y="-2344"/>
                            <a:pt x="6126" y="990"/>
                            <a:pt x="1744" y="9181"/>
                          </a:cubicBezTo>
                          <a:cubicBezTo>
                            <a:pt x="-2447" y="17373"/>
                            <a:pt x="1173" y="27755"/>
                            <a:pt x="9840" y="32422"/>
                          </a:cubicBezTo>
                          <a:cubicBezTo>
                            <a:pt x="12603" y="33851"/>
                            <a:pt x="15555" y="34518"/>
                            <a:pt x="18413" y="34422"/>
                          </a:cubicBezTo>
                          <a:cubicBezTo>
                            <a:pt x="15079" y="29279"/>
                            <a:pt x="14317" y="22707"/>
                            <a:pt x="17270" y="170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45" name="Forme libre : forme 12044">
                      <a:extLst>
                        <a:ext uri="{FF2B5EF4-FFF2-40B4-BE49-F238E27FC236}">
                          <a16:creationId xmlns:a16="http://schemas.microsoft.com/office/drawing/2014/main" id="{CF574AE9-BBF1-462F-9FF4-19BE6A407E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1036" y="3866513"/>
                      <a:ext cx="16956" cy="14488"/>
                    </a:xfrm>
                    <a:custGeom>
                      <a:avLst/>
                      <a:gdLst>
                        <a:gd name="connsiteX0" fmla="*/ 8477 w 16956"/>
                        <a:gd name="connsiteY0" fmla="*/ 14480 h 14488"/>
                        <a:gd name="connsiteX1" fmla="*/ 0 w 16956"/>
                        <a:gd name="connsiteY1" fmla="*/ 6955 h 14488"/>
                        <a:gd name="connsiteX2" fmla="*/ 8477 w 16956"/>
                        <a:gd name="connsiteY2" fmla="*/ 2 h 14488"/>
                        <a:gd name="connsiteX3" fmla="*/ 16954 w 16956"/>
                        <a:gd name="connsiteY3" fmla="*/ 7432 h 14488"/>
                        <a:gd name="connsiteX4" fmla="*/ 8477 w 16956"/>
                        <a:gd name="connsiteY4" fmla="*/ 14480 h 144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56" h="14488">
                          <a:moveTo>
                            <a:pt x="8477" y="14480"/>
                          </a:moveTo>
                          <a:cubicBezTo>
                            <a:pt x="3810" y="14290"/>
                            <a:pt x="0" y="10956"/>
                            <a:pt x="0" y="6955"/>
                          </a:cubicBezTo>
                          <a:cubicBezTo>
                            <a:pt x="0" y="2955"/>
                            <a:pt x="3810" y="-93"/>
                            <a:pt x="8477" y="2"/>
                          </a:cubicBezTo>
                          <a:cubicBezTo>
                            <a:pt x="13145" y="97"/>
                            <a:pt x="17050" y="3431"/>
                            <a:pt x="16954" y="7432"/>
                          </a:cubicBezTo>
                          <a:cubicBezTo>
                            <a:pt x="16954" y="11432"/>
                            <a:pt x="13145" y="14671"/>
                            <a:pt x="8477" y="1448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46" name="Forme libre : forme 12045">
                      <a:extLst>
                        <a:ext uri="{FF2B5EF4-FFF2-40B4-BE49-F238E27FC236}">
                          <a16:creationId xmlns:a16="http://schemas.microsoft.com/office/drawing/2014/main" id="{A93F9D12-02F5-4AE2-8B9A-6881EF58FC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3237" y="3868504"/>
                      <a:ext cx="5793" cy="5683"/>
                    </a:xfrm>
                    <a:custGeom>
                      <a:avLst/>
                      <a:gdLst>
                        <a:gd name="connsiteX0" fmla="*/ 1611 w 5793"/>
                        <a:gd name="connsiteY0" fmla="*/ 5345 h 5683"/>
                        <a:gd name="connsiteX1" fmla="*/ 277 w 5793"/>
                        <a:gd name="connsiteY1" fmla="*/ 1535 h 5683"/>
                        <a:gd name="connsiteX2" fmla="*/ 4183 w 5793"/>
                        <a:gd name="connsiteY2" fmla="*/ 297 h 5683"/>
                        <a:gd name="connsiteX3" fmla="*/ 5516 w 5793"/>
                        <a:gd name="connsiteY3" fmla="*/ 4107 h 5683"/>
                        <a:gd name="connsiteX4" fmla="*/ 1611 w 5793"/>
                        <a:gd name="connsiteY4" fmla="*/ 5345 h 5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3" h="5683">
                          <a:moveTo>
                            <a:pt x="1611" y="5345"/>
                          </a:moveTo>
                          <a:cubicBezTo>
                            <a:pt x="182" y="4583"/>
                            <a:pt x="-390" y="2868"/>
                            <a:pt x="277" y="1535"/>
                          </a:cubicBezTo>
                          <a:cubicBezTo>
                            <a:pt x="944" y="106"/>
                            <a:pt x="2754" y="-370"/>
                            <a:pt x="4183" y="297"/>
                          </a:cubicBezTo>
                          <a:cubicBezTo>
                            <a:pt x="5611" y="1059"/>
                            <a:pt x="6183" y="2773"/>
                            <a:pt x="5516" y="4107"/>
                          </a:cubicBezTo>
                          <a:cubicBezTo>
                            <a:pt x="4849" y="5536"/>
                            <a:pt x="3040" y="6107"/>
                            <a:pt x="1611" y="53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047" name="Graphique 5">
                    <a:extLst>
                      <a:ext uri="{FF2B5EF4-FFF2-40B4-BE49-F238E27FC236}">
                        <a16:creationId xmlns:a16="http://schemas.microsoft.com/office/drawing/2014/main" id="{9C4185CD-3631-42AF-9613-07106FFDA631}"/>
                      </a:ext>
                    </a:extLst>
                  </p:cNvPr>
                  <p:cNvGrpSpPr/>
                  <p:nvPr/>
                </p:nvGrpSpPr>
                <p:grpSpPr>
                  <a:xfrm>
                    <a:off x="3848997" y="3857918"/>
                    <a:ext cx="35077" cy="33810"/>
                    <a:chOff x="3848997" y="3857918"/>
                    <a:chExt cx="35077" cy="33810"/>
                  </a:xfrm>
                  <a:solidFill>
                    <a:schemeClr val="accent1"/>
                  </a:solidFill>
                </p:grpSpPr>
                <p:sp>
                  <p:nvSpPr>
                    <p:cNvPr id="12048" name="Forme libre : forme 12047">
                      <a:extLst>
                        <a:ext uri="{FF2B5EF4-FFF2-40B4-BE49-F238E27FC236}">
                          <a16:creationId xmlns:a16="http://schemas.microsoft.com/office/drawing/2014/main" id="{7DC83037-5076-4E87-866D-4069DEF857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9093" y="3858013"/>
                      <a:ext cx="34982" cy="33715"/>
                    </a:xfrm>
                    <a:custGeom>
                      <a:avLst/>
                      <a:gdLst>
                        <a:gd name="connsiteX0" fmla="*/ 9368 w 34982"/>
                        <a:gd name="connsiteY0" fmla="*/ 31266 h 33715"/>
                        <a:gd name="connsiteX1" fmla="*/ 1843 w 34982"/>
                        <a:gd name="connsiteY1" fmla="*/ 8406 h 33715"/>
                        <a:gd name="connsiteX2" fmla="*/ 25084 w 34982"/>
                        <a:gd name="connsiteY2" fmla="*/ 2120 h 33715"/>
                        <a:gd name="connsiteX3" fmla="*/ 33180 w 34982"/>
                        <a:gd name="connsiteY3" fmla="*/ 25361 h 33715"/>
                        <a:gd name="connsiteX4" fmla="*/ 9368 w 34982"/>
                        <a:gd name="connsiteY4" fmla="*/ 31266 h 33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82" h="33715">
                          <a:moveTo>
                            <a:pt x="9368" y="31266"/>
                          </a:moveTo>
                          <a:cubicBezTo>
                            <a:pt x="795" y="26313"/>
                            <a:pt x="-2348" y="16217"/>
                            <a:pt x="1843" y="8406"/>
                          </a:cubicBezTo>
                          <a:cubicBezTo>
                            <a:pt x="5844" y="500"/>
                            <a:pt x="16321" y="-2357"/>
                            <a:pt x="25084" y="2120"/>
                          </a:cubicBezTo>
                          <a:cubicBezTo>
                            <a:pt x="33847" y="6596"/>
                            <a:pt x="37467" y="16978"/>
                            <a:pt x="33180" y="25361"/>
                          </a:cubicBezTo>
                          <a:cubicBezTo>
                            <a:pt x="28704" y="33552"/>
                            <a:pt x="17845" y="36124"/>
                            <a:pt x="9368" y="3126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49" name="Forme libre : forme 12048">
                      <a:extLst>
                        <a:ext uri="{FF2B5EF4-FFF2-40B4-BE49-F238E27FC236}">
                          <a16:creationId xmlns:a16="http://schemas.microsoft.com/office/drawing/2014/main" id="{91BA1E21-D646-4AC0-A935-644579A434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8997" y="3857918"/>
                      <a:ext cx="31942" cy="33647"/>
                    </a:xfrm>
                    <a:custGeom>
                      <a:avLst/>
                      <a:gdLst>
                        <a:gd name="connsiteX0" fmla="*/ 17178 w 31942"/>
                        <a:gd name="connsiteY0" fmla="*/ 16883 h 33647"/>
                        <a:gd name="connsiteX1" fmla="*/ 31942 w 31942"/>
                        <a:gd name="connsiteY1" fmla="*/ 8215 h 33647"/>
                        <a:gd name="connsiteX2" fmla="*/ 25084 w 31942"/>
                        <a:gd name="connsiteY2" fmla="*/ 2120 h 33647"/>
                        <a:gd name="connsiteX3" fmla="*/ 1843 w 31942"/>
                        <a:gd name="connsiteY3" fmla="*/ 8406 h 33647"/>
                        <a:gd name="connsiteX4" fmla="*/ 9368 w 31942"/>
                        <a:gd name="connsiteY4" fmla="*/ 31266 h 33647"/>
                        <a:gd name="connsiteX5" fmla="*/ 17941 w 31942"/>
                        <a:gd name="connsiteY5" fmla="*/ 33647 h 33647"/>
                        <a:gd name="connsiteX6" fmla="*/ 17178 w 31942"/>
                        <a:gd name="connsiteY6" fmla="*/ 16883 h 336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942" h="33647">
                          <a:moveTo>
                            <a:pt x="17178" y="16883"/>
                          </a:moveTo>
                          <a:cubicBezTo>
                            <a:pt x="20036" y="11359"/>
                            <a:pt x="25751" y="8311"/>
                            <a:pt x="31942" y="8215"/>
                          </a:cubicBezTo>
                          <a:cubicBezTo>
                            <a:pt x="30228" y="5739"/>
                            <a:pt x="28037" y="3643"/>
                            <a:pt x="25084" y="2120"/>
                          </a:cubicBezTo>
                          <a:cubicBezTo>
                            <a:pt x="16321" y="-2357"/>
                            <a:pt x="5844" y="500"/>
                            <a:pt x="1843" y="8406"/>
                          </a:cubicBezTo>
                          <a:cubicBezTo>
                            <a:pt x="-2348" y="16216"/>
                            <a:pt x="795" y="26408"/>
                            <a:pt x="9368" y="31266"/>
                          </a:cubicBezTo>
                          <a:cubicBezTo>
                            <a:pt x="12130" y="32790"/>
                            <a:pt x="14988" y="33552"/>
                            <a:pt x="17941" y="33647"/>
                          </a:cubicBezTo>
                          <a:cubicBezTo>
                            <a:pt x="14702" y="28599"/>
                            <a:pt x="14321" y="22313"/>
                            <a:pt x="17178" y="168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50" name="Forme libre : forme 12049">
                      <a:extLst>
                        <a:ext uri="{FF2B5EF4-FFF2-40B4-BE49-F238E27FC236}">
                          <a16:creationId xmlns:a16="http://schemas.microsoft.com/office/drawing/2014/main" id="{50E0A1F6-8B22-440D-ADE2-984DB28C85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7692" y="3874888"/>
                      <a:ext cx="16961" cy="14044"/>
                    </a:xfrm>
                    <a:custGeom>
                      <a:avLst/>
                      <a:gdLst>
                        <a:gd name="connsiteX0" fmla="*/ 8198 w 16961"/>
                        <a:gd name="connsiteY0" fmla="*/ 14011 h 14044"/>
                        <a:gd name="connsiteX1" fmla="*/ 7 w 16961"/>
                        <a:gd name="connsiteY1" fmla="*/ 6391 h 14044"/>
                        <a:gd name="connsiteX2" fmla="*/ 8579 w 16961"/>
                        <a:gd name="connsiteY2" fmla="*/ 9 h 14044"/>
                        <a:gd name="connsiteX3" fmla="*/ 16961 w 16961"/>
                        <a:gd name="connsiteY3" fmla="*/ 7629 h 14044"/>
                        <a:gd name="connsiteX4" fmla="*/ 8198 w 16961"/>
                        <a:gd name="connsiteY4" fmla="*/ 14011 h 14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61" h="14044">
                          <a:moveTo>
                            <a:pt x="8198" y="14011"/>
                          </a:moveTo>
                          <a:cubicBezTo>
                            <a:pt x="3531" y="13630"/>
                            <a:pt x="-183" y="10201"/>
                            <a:pt x="7" y="6391"/>
                          </a:cubicBezTo>
                          <a:cubicBezTo>
                            <a:pt x="102" y="2581"/>
                            <a:pt x="4007" y="-181"/>
                            <a:pt x="8579" y="9"/>
                          </a:cubicBezTo>
                          <a:cubicBezTo>
                            <a:pt x="13152" y="295"/>
                            <a:pt x="16961" y="3629"/>
                            <a:pt x="16961" y="7629"/>
                          </a:cubicBezTo>
                          <a:cubicBezTo>
                            <a:pt x="16771" y="11439"/>
                            <a:pt x="12866" y="14392"/>
                            <a:pt x="8198" y="1401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51" name="Forme libre : forme 12050">
                      <a:extLst>
                        <a:ext uri="{FF2B5EF4-FFF2-40B4-BE49-F238E27FC236}">
                          <a16:creationId xmlns:a16="http://schemas.microsoft.com/office/drawing/2014/main" id="{F392E4B8-4A1A-46B9-B8A0-6E88A07024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9880" y="3877010"/>
                      <a:ext cx="5717" cy="5585"/>
                    </a:xfrm>
                    <a:custGeom>
                      <a:avLst/>
                      <a:gdLst>
                        <a:gd name="connsiteX0" fmla="*/ 1535 w 5717"/>
                        <a:gd name="connsiteY0" fmla="*/ 5221 h 5585"/>
                        <a:gd name="connsiteX1" fmla="*/ 297 w 5717"/>
                        <a:gd name="connsiteY1" fmla="*/ 1411 h 5585"/>
                        <a:gd name="connsiteX2" fmla="*/ 4107 w 5717"/>
                        <a:gd name="connsiteY2" fmla="*/ 364 h 5585"/>
                        <a:gd name="connsiteX3" fmla="*/ 5440 w 5717"/>
                        <a:gd name="connsiteY3" fmla="*/ 4174 h 5585"/>
                        <a:gd name="connsiteX4" fmla="*/ 1535 w 5717"/>
                        <a:gd name="connsiteY4" fmla="*/ 5221 h 55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17" h="5585">
                          <a:moveTo>
                            <a:pt x="1535" y="5221"/>
                          </a:moveTo>
                          <a:cubicBezTo>
                            <a:pt x="106" y="4460"/>
                            <a:pt x="-370" y="2745"/>
                            <a:pt x="297" y="1411"/>
                          </a:cubicBezTo>
                          <a:cubicBezTo>
                            <a:pt x="963" y="78"/>
                            <a:pt x="2678" y="-398"/>
                            <a:pt x="4107" y="364"/>
                          </a:cubicBezTo>
                          <a:cubicBezTo>
                            <a:pt x="5535" y="1126"/>
                            <a:pt x="6107" y="2840"/>
                            <a:pt x="5440" y="4174"/>
                          </a:cubicBezTo>
                          <a:cubicBezTo>
                            <a:pt x="4773" y="5507"/>
                            <a:pt x="2964" y="5983"/>
                            <a:pt x="1535" y="52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052" name="Graphique 5">
                  <a:extLst>
                    <a:ext uri="{FF2B5EF4-FFF2-40B4-BE49-F238E27FC236}">
                      <a16:creationId xmlns:a16="http://schemas.microsoft.com/office/drawing/2014/main" id="{88E0CB45-5723-46A7-AB9A-CAB9524AA392}"/>
                    </a:ext>
                  </a:extLst>
                </p:cNvPr>
                <p:cNvGrpSpPr/>
                <p:nvPr/>
              </p:nvGrpSpPr>
              <p:grpSpPr>
                <a:xfrm>
                  <a:off x="3750439" y="3799545"/>
                  <a:ext cx="88955" cy="58610"/>
                  <a:chOff x="3750439" y="3799545"/>
                  <a:chExt cx="88955" cy="58610"/>
                </a:xfrm>
                <a:solidFill>
                  <a:schemeClr val="accent1"/>
                </a:solidFill>
              </p:grpSpPr>
              <p:grpSp>
                <p:nvGrpSpPr>
                  <p:cNvPr id="12053" name="Graphique 5">
                    <a:extLst>
                      <a:ext uri="{FF2B5EF4-FFF2-40B4-BE49-F238E27FC236}">
                        <a16:creationId xmlns:a16="http://schemas.microsoft.com/office/drawing/2014/main" id="{A4F9DBE0-886B-499D-8B4B-D041CF8C4C69}"/>
                      </a:ext>
                    </a:extLst>
                  </p:cNvPr>
                  <p:cNvGrpSpPr/>
                  <p:nvPr/>
                </p:nvGrpSpPr>
                <p:grpSpPr>
                  <a:xfrm>
                    <a:off x="3804724" y="3799545"/>
                    <a:ext cx="34670" cy="31477"/>
                    <a:chOff x="3804724" y="3799545"/>
                    <a:chExt cx="34670" cy="31477"/>
                  </a:xfrm>
                  <a:solidFill>
                    <a:schemeClr val="accent1"/>
                  </a:solidFill>
                </p:grpSpPr>
                <p:sp>
                  <p:nvSpPr>
                    <p:cNvPr id="12054" name="Forme libre : forme 12053">
                      <a:extLst>
                        <a:ext uri="{FF2B5EF4-FFF2-40B4-BE49-F238E27FC236}">
                          <a16:creationId xmlns:a16="http://schemas.microsoft.com/office/drawing/2014/main" id="{2B65BF68-3B33-4F32-834D-35E2036174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724" y="3799545"/>
                      <a:ext cx="34670" cy="31391"/>
                    </a:xfrm>
                    <a:custGeom>
                      <a:avLst/>
                      <a:gdLst>
                        <a:gd name="connsiteX0" fmla="*/ 18209 w 34670"/>
                        <a:gd name="connsiteY0" fmla="*/ 31346 h 31391"/>
                        <a:gd name="connsiteX1" fmla="*/ 16 w 34670"/>
                        <a:gd name="connsiteY1" fmla="*/ 14582 h 31391"/>
                        <a:gd name="connsiteX2" fmla="*/ 15732 w 34670"/>
                        <a:gd name="connsiteY2" fmla="*/ 9 h 31391"/>
                        <a:gd name="connsiteX3" fmla="*/ 34592 w 34670"/>
                        <a:gd name="connsiteY3" fmla="*/ 16297 h 31391"/>
                        <a:gd name="connsiteX4" fmla="*/ 18209 w 34670"/>
                        <a:gd name="connsiteY4" fmla="*/ 31346 h 31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670" h="31391">
                          <a:moveTo>
                            <a:pt x="18209" y="31346"/>
                          </a:moveTo>
                          <a:cubicBezTo>
                            <a:pt x="8684" y="30679"/>
                            <a:pt x="587" y="23059"/>
                            <a:pt x="16" y="14582"/>
                          </a:cubicBezTo>
                          <a:cubicBezTo>
                            <a:pt x="-365" y="6296"/>
                            <a:pt x="6112" y="-277"/>
                            <a:pt x="15732" y="9"/>
                          </a:cubicBezTo>
                          <a:cubicBezTo>
                            <a:pt x="25257" y="295"/>
                            <a:pt x="33735" y="7438"/>
                            <a:pt x="34592" y="16297"/>
                          </a:cubicBezTo>
                          <a:cubicBezTo>
                            <a:pt x="35544" y="25346"/>
                            <a:pt x="27734" y="32013"/>
                            <a:pt x="18209" y="3134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55" name="Forme libre : forme 12054">
                      <a:extLst>
                        <a:ext uri="{FF2B5EF4-FFF2-40B4-BE49-F238E27FC236}">
                          <a16:creationId xmlns:a16="http://schemas.microsoft.com/office/drawing/2014/main" id="{1DD0D3C3-453B-48FD-B87D-C5C3ACBEE7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724" y="3799633"/>
                      <a:ext cx="26495" cy="31389"/>
                    </a:xfrm>
                    <a:custGeom>
                      <a:avLst/>
                      <a:gdLst>
                        <a:gd name="connsiteX0" fmla="*/ 16970 w 26495"/>
                        <a:gd name="connsiteY0" fmla="*/ 15732 h 31389"/>
                        <a:gd name="connsiteX1" fmla="*/ 24495 w 26495"/>
                        <a:gd name="connsiteY1" fmla="*/ 2397 h 31389"/>
                        <a:gd name="connsiteX2" fmla="*/ 15732 w 26495"/>
                        <a:gd name="connsiteY2" fmla="*/ 16 h 31389"/>
                        <a:gd name="connsiteX3" fmla="*/ 16 w 26495"/>
                        <a:gd name="connsiteY3" fmla="*/ 14589 h 31389"/>
                        <a:gd name="connsiteX4" fmla="*/ 18209 w 26495"/>
                        <a:gd name="connsiteY4" fmla="*/ 31353 h 31389"/>
                        <a:gd name="connsiteX5" fmla="*/ 26495 w 26495"/>
                        <a:gd name="connsiteY5" fmla="*/ 29829 h 31389"/>
                        <a:gd name="connsiteX6" fmla="*/ 16970 w 26495"/>
                        <a:gd name="connsiteY6" fmla="*/ 15732 h 31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495" h="31389">
                          <a:moveTo>
                            <a:pt x="16970" y="15732"/>
                          </a:moveTo>
                          <a:cubicBezTo>
                            <a:pt x="16399" y="9826"/>
                            <a:pt x="19447" y="4874"/>
                            <a:pt x="24495" y="2397"/>
                          </a:cubicBezTo>
                          <a:cubicBezTo>
                            <a:pt x="21828" y="968"/>
                            <a:pt x="18875" y="111"/>
                            <a:pt x="15732" y="16"/>
                          </a:cubicBezTo>
                          <a:cubicBezTo>
                            <a:pt x="6112" y="-365"/>
                            <a:pt x="-365" y="6207"/>
                            <a:pt x="16" y="14589"/>
                          </a:cubicBezTo>
                          <a:cubicBezTo>
                            <a:pt x="587" y="22971"/>
                            <a:pt x="8684" y="30686"/>
                            <a:pt x="18209" y="31353"/>
                          </a:cubicBezTo>
                          <a:cubicBezTo>
                            <a:pt x="21257" y="31544"/>
                            <a:pt x="24019" y="30972"/>
                            <a:pt x="26495" y="29829"/>
                          </a:cubicBezTo>
                          <a:cubicBezTo>
                            <a:pt x="21066" y="26781"/>
                            <a:pt x="17352" y="21542"/>
                            <a:pt x="16970" y="1573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56" name="Forme libre : forme 12055">
                      <a:extLst>
                        <a:ext uri="{FF2B5EF4-FFF2-40B4-BE49-F238E27FC236}">
                          <a16:creationId xmlns:a16="http://schemas.microsoft.com/office/drawing/2014/main" id="{00D5193E-24E3-4DB2-8E39-9B61AA8712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7185" y="3814661"/>
                      <a:ext cx="16288" cy="13451"/>
                    </a:xfrm>
                    <a:custGeom>
                      <a:avLst/>
                      <a:gdLst>
                        <a:gd name="connsiteX0" fmla="*/ 11653 w 16288"/>
                        <a:gd name="connsiteY0" fmla="*/ 12801 h 13451"/>
                        <a:gd name="connsiteX1" fmla="*/ 794 w 16288"/>
                        <a:gd name="connsiteY1" fmla="*/ 9562 h 13451"/>
                        <a:gd name="connsiteX2" fmla="*/ 4604 w 16288"/>
                        <a:gd name="connsiteY2" fmla="*/ 704 h 13451"/>
                        <a:gd name="connsiteX3" fmla="*/ 15367 w 16288"/>
                        <a:gd name="connsiteY3" fmla="*/ 3752 h 13451"/>
                        <a:gd name="connsiteX4" fmla="*/ 11653 w 16288"/>
                        <a:gd name="connsiteY4" fmla="*/ 12801 h 134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88" h="13451">
                          <a:moveTo>
                            <a:pt x="11653" y="12801"/>
                          </a:moveTo>
                          <a:cubicBezTo>
                            <a:pt x="7557" y="14420"/>
                            <a:pt x="2795" y="12896"/>
                            <a:pt x="794" y="9562"/>
                          </a:cubicBezTo>
                          <a:cubicBezTo>
                            <a:pt x="-1111" y="6229"/>
                            <a:pt x="509" y="2323"/>
                            <a:pt x="4604" y="704"/>
                          </a:cubicBezTo>
                          <a:cubicBezTo>
                            <a:pt x="8509" y="-915"/>
                            <a:pt x="13367" y="323"/>
                            <a:pt x="15367" y="3752"/>
                          </a:cubicBezTo>
                          <a:cubicBezTo>
                            <a:pt x="17558" y="7277"/>
                            <a:pt x="15653" y="11277"/>
                            <a:pt x="11653" y="1280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57" name="Forme libre : forme 12056">
                      <a:extLst>
                        <a:ext uri="{FF2B5EF4-FFF2-40B4-BE49-F238E27FC236}">
                          <a16:creationId xmlns:a16="http://schemas.microsoft.com/office/drawing/2014/main" id="{CD08738A-EAD3-4B11-B581-5B2E049607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6832" y="3814312"/>
                      <a:ext cx="5645" cy="5250"/>
                    </a:xfrm>
                    <a:custGeom>
                      <a:avLst/>
                      <a:gdLst>
                        <a:gd name="connsiteX0" fmla="*/ 3053 w 5645"/>
                        <a:gd name="connsiteY0" fmla="*/ 5244 h 5250"/>
                        <a:gd name="connsiteX1" fmla="*/ 6 w 5645"/>
                        <a:gd name="connsiteY1" fmla="*/ 2482 h 5250"/>
                        <a:gd name="connsiteX2" fmla="*/ 2577 w 5645"/>
                        <a:gd name="connsiteY2" fmla="*/ 6 h 5250"/>
                        <a:gd name="connsiteX3" fmla="*/ 5625 w 5645"/>
                        <a:gd name="connsiteY3" fmla="*/ 2768 h 5250"/>
                        <a:gd name="connsiteX4" fmla="*/ 3053 w 5645"/>
                        <a:gd name="connsiteY4" fmla="*/ 5244 h 52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5" h="5250">
                          <a:moveTo>
                            <a:pt x="3053" y="5244"/>
                          </a:moveTo>
                          <a:cubicBezTo>
                            <a:pt x="1434" y="5149"/>
                            <a:pt x="101" y="3911"/>
                            <a:pt x="6" y="2482"/>
                          </a:cubicBezTo>
                          <a:cubicBezTo>
                            <a:pt x="-90" y="1053"/>
                            <a:pt x="1053" y="-90"/>
                            <a:pt x="2577" y="6"/>
                          </a:cubicBezTo>
                          <a:cubicBezTo>
                            <a:pt x="4101" y="101"/>
                            <a:pt x="5530" y="1244"/>
                            <a:pt x="5625" y="2768"/>
                          </a:cubicBezTo>
                          <a:cubicBezTo>
                            <a:pt x="5816" y="4197"/>
                            <a:pt x="4673" y="5340"/>
                            <a:pt x="3053" y="52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058" name="Graphique 5">
                    <a:extLst>
                      <a:ext uri="{FF2B5EF4-FFF2-40B4-BE49-F238E27FC236}">
                        <a16:creationId xmlns:a16="http://schemas.microsoft.com/office/drawing/2014/main" id="{35ADFE13-9743-4409-B781-056D8194E840}"/>
                      </a:ext>
                    </a:extLst>
                  </p:cNvPr>
                  <p:cNvGrpSpPr/>
                  <p:nvPr/>
                </p:nvGrpSpPr>
                <p:grpSpPr>
                  <a:xfrm>
                    <a:off x="3774216" y="3809965"/>
                    <a:ext cx="34260" cy="30792"/>
                    <a:chOff x="3774216" y="3809965"/>
                    <a:chExt cx="34260" cy="30792"/>
                  </a:xfrm>
                  <a:solidFill>
                    <a:schemeClr val="accent1"/>
                  </a:solidFill>
                </p:grpSpPr>
                <p:sp>
                  <p:nvSpPr>
                    <p:cNvPr id="12059" name="Forme libre : forme 12058">
                      <a:extLst>
                        <a:ext uri="{FF2B5EF4-FFF2-40B4-BE49-F238E27FC236}">
                          <a16:creationId xmlns:a16="http://schemas.microsoft.com/office/drawing/2014/main" id="{6D878BF4-A777-4358-B979-324C2D696D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4216" y="3809965"/>
                      <a:ext cx="34260" cy="30792"/>
                    </a:xfrm>
                    <a:custGeom>
                      <a:avLst/>
                      <a:gdLst>
                        <a:gd name="connsiteX0" fmla="*/ 17951 w 34260"/>
                        <a:gd name="connsiteY0" fmla="*/ 30642 h 30792"/>
                        <a:gd name="connsiteX1" fmla="*/ 44 w 34260"/>
                        <a:gd name="connsiteY1" fmla="*/ 13497 h 30792"/>
                        <a:gd name="connsiteX2" fmla="*/ 15951 w 34260"/>
                        <a:gd name="connsiteY2" fmla="*/ 67 h 30792"/>
                        <a:gd name="connsiteX3" fmla="*/ 34238 w 34260"/>
                        <a:gd name="connsiteY3" fmla="*/ 16736 h 30792"/>
                        <a:gd name="connsiteX4" fmla="*/ 17951 w 34260"/>
                        <a:gd name="connsiteY4" fmla="*/ 30642 h 30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60" h="30792">
                          <a:moveTo>
                            <a:pt x="17951" y="30642"/>
                          </a:moveTo>
                          <a:cubicBezTo>
                            <a:pt x="8330" y="29499"/>
                            <a:pt x="806" y="21784"/>
                            <a:pt x="44" y="13497"/>
                          </a:cubicBezTo>
                          <a:cubicBezTo>
                            <a:pt x="-623" y="5115"/>
                            <a:pt x="6426" y="-695"/>
                            <a:pt x="15951" y="67"/>
                          </a:cubicBezTo>
                          <a:cubicBezTo>
                            <a:pt x="25476" y="829"/>
                            <a:pt x="33762" y="8163"/>
                            <a:pt x="34238" y="16736"/>
                          </a:cubicBezTo>
                          <a:cubicBezTo>
                            <a:pt x="34715" y="25308"/>
                            <a:pt x="27571" y="31881"/>
                            <a:pt x="17951" y="3064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60" name="Forme libre : forme 12059">
                      <a:extLst>
                        <a:ext uri="{FF2B5EF4-FFF2-40B4-BE49-F238E27FC236}">
                          <a16:creationId xmlns:a16="http://schemas.microsoft.com/office/drawing/2014/main" id="{41D865C8-44A9-478C-BE43-038B497618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4311" y="3809965"/>
                      <a:ext cx="26142" cy="30772"/>
                    </a:xfrm>
                    <a:custGeom>
                      <a:avLst/>
                      <a:gdLst>
                        <a:gd name="connsiteX0" fmla="*/ 16617 w 26142"/>
                        <a:gd name="connsiteY0" fmla="*/ 15307 h 30772"/>
                        <a:gd name="connsiteX1" fmla="*/ 24618 w 26142"/>
                        <a:gd name="connsiteY1" fmla="*/ 2829 h 30772"/>
                        <a:gd name="connsiteX2" fmla="*/ 15950 w 26142"/>
                        <a:gd name="connsiteY2" fmla="*/ 67 h 30772"/>
                        <a:gd name="connsiteX3" fmla="*/ 44 w 26142"/>
                        <a:gd name="connsiteY3" fmla="*/ 13497 h 30772"/>
                        <a:gd name="connsiteX4" fmla="*/ 17951 w 26142"/>
                        <a:gd name="connsiteY4" fmla="*/ 30642 h 30772"/>
                        <a:gd name="connsiteX5" fmla="*/ 26142 w 26142"/>
                        <a:gd name="connsiteY5" fmla="*/ 29499 h 30772"/>
                        <a:gd name="connsiteX6" fmla="*/ 16617 w 26142"/>
                        <a:gd name="connsiteY6" fmla="*/ 15307 h 30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42" h="30772">
                          <a:moveTo>
                            <a:pt x="16617" y="15307"/>
                          </a:moveTo>
                          <a:cubicBezTo>
                            <a:pt x="16236" y="9497"/>
                            <a:pt x="19475" y="5020"/>
                            <a:pt x="24618" y="2829"/>
                          </a:cubicBezTo>
                          <a:cubicBezTo>
                            <a:pt x="21951" y="1400"/>
                            <a:pt x="18998" y="353"/>
                            <a:pt x="15950" y="67"/>
                          </a:cubicBezTo>
                          <a:cubicBezTo>
                            <a:pt x="6425" y="-695"/>
                            <a:pt x="-623" y="5115"/>
                            <a:pt x="44" y="13497"/>
                          </a:cubicBezTo>
                          <a:cubicBezTo>
                            <a:pt x="710" y="21879"/>
                            <a:pt x="8235" y="29499"/>
                            <a:pt x="17951" y="30642"/>
                          </a:cubicBezTo>
                          <a:cubicBezTo>
                            <a:pt x="20999" y="31023"/>
                            <a:pt x="23856" y="30547"/>
                            <a:pt x="26142" y="29499"/>
                          </a:cubicBezTo>
                          <a:cubicBezTo>
                            <a:pt x="20808" y="26356"/>
                            <a:pt x="17093" y="21022"/>
                            <a:pt x="16617" y="153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61" name="Forme libre : forme 12060">
                      <a:extLst>
                        <a:ext uri="{FF2B5EF4-FFF2-40B4-BE49-F238E27FC236}">
                          <a16:creationId xmlns:a16="http://schemas.microsoft.com/office/drawing/2014/main" id="{0ECDDB37-3E29-4491-B86B-3F2C4D1F64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6684" y="3824831"/>
                      <a:ext cx="15883" cy="13247"/>
                    </a:xfrm>
                    <a:custGeom>
                      <a:avLst/>
                      <a:gdLst>
                        <a:gd name="connsiteX0" fmla="*/ 11388 w 15883"/>
                        <a:gd name="connsiteY0" fmla="*/ 12728 h 13247"/>
                        <a:gd name="connsiteX1" fmla="*/ 816 w 15883"/>
                        <a:gd name="connsiteY1" fmla="*/ 9108 h 13247"/>
                        <a:gd name="connsiteX2" fmla="*/ 4435 w 15883"/>
                        <a:gd name="connsiteY2" fmla="*/ 536 h 13247"/>
                        <a:gd name="connsiteX3" fmla="*/ 15103 w 15883"/>
                        <a:gd name="connsiteY3" fmla="*/ 3965 h 13247"/>
                        <a:gd name="connsiteX4" fmla="*/ 11388 w 15883"/>
                        <a:gd name="connsiteY4" fmla="*/ 12728 h 13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3" h="13247">
                          <a:moveTo>
                            <a:pt x="11388" y="12728"/>
                          </a:moveTo>
                          <a:cubicBezTo>
                            <a:pt x="7483" y="14157"/>
                            <a:pt x="2720" y="12537"/>
                            <a:pt x="816" y="9108"/>
                          </a:cubicBezTo>
                          <a:cubicBezTo>
                            <a:pt x="-1090" y="5775"/>
                            <a:pt x="434" y="1965"/>
                            <a:pt x="4435" y="536"/>
                          </a:cubicBezTo>
                          <a:cubicBezTo>
                            <a:pt x="8340" y="-893"/>
                            <a:pt x="13198" y="631"/>
                            <a:pt x="15103" y="3965"/>
                          </a:cubicBezTo>
                          <a:cubicBezTo>
                            <a:pt x="17008" y="7394"/>
                            <a:pt x="15293" y="11299"/>
                            <a:pt x="11388" y="1272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62" name="Forme libre : forme 12061">
                      <a:extLst>
                        <a:ext uri="{FF2B5EF4-FFF2-40B4-BE49-F238E27FC236}">
                          <a16:creationId xmlns:a16="http://schemas.microsoft.com/office/drawing/2014/main" id="{4877EA87-A0AB-4194-9C13-B4673CB68B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6067" y="3824693"/>
                      <a:ext cx="5630" cy="5077"/>
                    </a:xfrm>
                    <a:custGeom>
                      <a:avLst/>
                      <a:gdLst>
                        <a:gd name="connsiteX0" fmla="*/ 2958 w 5630"/>
                        <a:gd name="connsiteY0" fmla="*/ 5055 h 5077"/>
                        <a:gd name="connsiteX1" fmla="*/ 5 w 5630"/>
                        <a:gd name="connsiteY1" fmla="*/ 2293 h 5077"/>
                        <a:gd name="connsiteX2" fmla="*/ 2672 w 5630"/>
                        <a:gd name="connsiteY2" fmla="*/ 7 h 5077"/>
                        <a:gd name="connsiteX3" fmla="*/ 5625 w 5630"/>
                        <a:gd name="connsiteY3" fmla="*/ 2769 h 5077"/>
                        <a:gd name="connsiteX4" fmla="*/ 2958 w 5630"/>
                        <a:gd name="connsiteY4" fmla="*/ 5055 h 5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30" h="5077">
                          <a:moveTo>
                            <a:pt x="2958" y="5055"/>
                          </a:moveTo>
                          <a:cubicBezTo>
                            <a:pt x="1434" y="4864"/>
                            <a:pt x="101" y="3626"/>
                            <a:pt x="5" y="2293"/>
                          </a:cubicBezTo>
                          <a:cubicBezTo>
                            <a:pt x="-90" y="864"/>
                            <a:pt x="1148" y="-89"/>
                            <a:pt x="2672" y="7"/>
                          </a:cubicBezTo>
                          <a:cubicBezTo>
                            <a:pt x="4196" y="102"/>
                            <a:pt x="5530" y="1340"/>
                            <a:pt x="5625" y="2769"/>
                          </a:cubicBezTo>
                          <a:cubicBezTo>
                            <a:pt x="5720" y="4198"/>
                            <a:pt x="4577" y="5245"/>
                            <a:pt x="2958" y="505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063" name="Graphique 5">
                    <a:extLst>
                      <a:ext uri="{FF2B5EF4-FFF2-40B4-BE49-F238E27FC236}">
                        <a16:creationId xmlns:a16="http://schemas.microsoft.com/office/drawing/2014/main" id="{757BD264-6881-44B9-A495-32865DFE13BA}"/>
                      </a:ext>
                    </a:extLst>
                  </p:cNvPr>
                  <p:cNvGrpSpPr/>
                  <p:nvPr/>
                </p:nvGrpSpPr>
                <p:grpSpPr>
                  <a:xfrm>
                    <a:off x="3750439" y="3827475"/>
                    <a:ext cx="34016" cy="30681"/>
                    <a:chOff x="3750439" y="3827475"/>
                    <a:chExt cx="34016" cy="30681"/>
                  </a:xfrm>
                  <a:solidFill>
                    <a:schemeClr val="accent1"/>
                  </a:solidFill>
                </p:grpSpPr>
                <p:sp>
                  <p:nvSpPr>
                    <p:cNvPr id="12064" name="Forme libre : forme 12063">
                      <a:extLst>
                        <a:ext uri="{FF2B5EF4-FFF2-40B4-BE49-F238E27FC236}">
                          <a16:creationId xmlns:a16="http://schemas.microsoft.com/office/drawing/2014/main" id="{FD18CBD7-D547-4F8C-BA1F-A3EBBDADE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439" y="3827665"/>
                      <a:ext cx="34016" cy="30490"/>
                    </a:xfrm>
                    <a:custGeom>
                      <a:avLst/>
                      <a:gdLst>
                        <a:gd name="connsiteX0" fmla="*/ 17344 w 34016"/>
                        <a:gd name="connsiteY0" fmla="*/ 30277 h 30490"/>
                        <a:gd name="connsiteX1" fmla="*/ 8 w 34016"/>
                        <a:gd name="connsiteY1" fmla="*/ 12465 h 30490"/>
                        <a:gd name="connsiteX2" fmla="*/ 16487 w 34016"/>
                        <a:gd name="connsiteY2" fmla="*/ 178 h 30490"/>
                        <a:gd name="connsiteX3" fmla="*/ 34012 w 34016"/>
                        <a:gd name="connsiteY3" fmla="*/ 17418 h 30490"/>
                        <a:gd name="connsiteX4" fmla="*/ 17344 w 34016"/>
                        <a:gd name="connsiteY4" fmla="*/ 30277 h 304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16" h="30490">
                          <a:moveTo>
                            <a:pt x="17344" y="30277"/>
                          </a:moveTo>
                          <a:cubicBezTo>
                            <a:pt x="8009" y="28753"/>
                            <a:pt x="389" y="20657"/>
                            <a:pt x="8" y="12465"/>
                          </a:cubicBezTo>
                          <a:cubicBezTo>
                            <a:pt x="-278" y="4274"/>
                            <a:pt x="6962" y="-1060"/>
                            <a:pt x="16487" y="178"/>
                          </a:cubicBezTo>
                          <a:cubicBezTo>
                            <a:pt x="26012" y="1417"/>
                            <a:pt x="33917" y="9036"/>
                            <a:pt x="34012" y="17418"/>
                          </a:cubicBezTo>
                          <a:cubicBezTo>
                            <a:pt x="34203" y="25800"/>
                            <a:pt x="26678" y="31706"/>
                            <a:pt x="17344" y="3027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65" name="Forme libre : forme 12064">
                      <a:extLst>
                        <a:ext uri="{FF2B5EF4-FFF2-40B4-BE49-F238E27FC236}">
                          <a16:creationId xmlns:a16="http://schemas.microsoft.com/office/drawing/2014/main" id="{217FD424-9952-403F-8F52-14256F70CC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439" y="3827475"/>
                      <a:ext cx="25440" cy="30484"/>
                    </a:xfrm>
                    <a:custGeom>
                      <a:avLst/>
                      <a:gdLst>
                        <a:gd name="connsiteX0" fmla="*/ 16582 w 25440"/>
                        <a:gd name="connsiteY0" fmla="*/ 15228 h 30484"/>
                        <a:gd name="connsiteX1" fmla="*/ 25059 w 25440"/>
                        <a:gd name="connsiteY1" fmla="*/ 3322 h 30484"/>
                        <a:gd name="connsiteX2" fmla="*/ 16487 w 25440"/>
                        <a:gd name="connsiteY2" fmla="*/ 178 h 30484"/>
                        <a:gd name="connsiteX3" fmla="*/ 8 w 25440"/>
                        <a:gd name="connsiteY3" fmla="*/ 12465 h 30484"/>
                        <a:gd name="connsiteX4" fmla="*/ 17344 w 25440"/>
                        <a:gd name="connsiteY4" fmla="*/ 30277 h 30484"/>
                        <a:gd name="connsiteX5" fmla="*/ 25440 w 25440"/>
                        <a:gd name="connsiteY5" fmla="*/ 29515 h 30484"/>
                        <a:gd name="connsiteX6" fmla="*/ 16582 w 25440"/>
                        <a:gd name="connsiteY6" fmla="*/ 15228 h 304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440" h="30484">
                          <a:moveTo>
                            <a:pt x="16582" y="15228"/>
                          </a:moveTo>
                          <a:cubicBezTo>
                            <a:pt x="16391" y="9513"/>
                            <a:pt x="19820" y="5226"/>
                            <a:pt x="25059" y="3322"/>
                          </a:cubicBezTo>
                          <a:cubicBezTo>
                            <a:pt x="22487" y="1702"/>
                            <a:pt x="19630" y="559"/>
                            <a:pt x="16487" y="178"/>
                          </a:cubicBezTo>
                          <a:cubicBezTo>
                            <a:pt x="6962" y="-1060"/>
                            <a:pt x="-278" y="4274"/>
                            <a:pt x="8" y="12465"/>
                          </a:cubicBezTo>
                          <a:cubicBezTo>
                            <a:pt x="294" y="20657"/>
                            <a:pt x="8009" y="28848"/>
                            <a:pt x="17344" y="30277"/>
                          </a:cubicBezTo>
                          <a:cubicBezTo>
                            <a:pt x="20296" y="30754"/>
                            <a:pt x="23059" y="30373"/>
                            <a:pt x="25440" y="29515"/>
                          </a:cubicBezTo>
                          <a:cubicBezTo>
                            <a:pt x="20296" y="26277"/>
                            <a:pt x="16772" y="20848"/>
                            <a:pt x="16582" y="1522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66" name="Forme libre : forme 12065">
                      <a:extLst>
                        <a:ext uri="{FF2B5EF4-FFF2-40B4-BE49-F238E27FC236}">
                          <a16:creationId xmlns:a16="http://schemas.microsoft.com/office/drawing/2014/main" id="{43402B55-8945-4F3B-AD35-157516647C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2396" y="3842444"/>
                      <a:ext cx="15941" cy="13020"/>
                    </a:xfrm>
                    <a:custGeom>
                      <a:avLst/>
                      <a:gdLst>
                        <a:gd name="connsiteX0" fmla="*/ 11197 w 15941"/>
                        <a:gd name="connsiteY0" fmla="*/ 12641 h 13020"/>
                        <a:gd name="connsiteX1" fmla="*/ 720 w 15941"/>
                        <a:gd name="connsiteY1" fmla="*/ 8545 h 13020"/>
                        <a:gd name="connsiteX2" fmla="*/ 4625 w 15941"/>
                        <a:gd name="connsiteY2" fmla="*/ 353 h 13020"/>
                        <a:gd name="connsiteX3" fmla="*/ 15197 w 15941"/>
                        <a:gd name="connsiteY3" fmla="*/ 4259 h 13020"/>
                        <a:gd name="connsiteX4" fmla="*/ 11197 w 15941"/>
                        <a:gd name="connsiteY4" fmla="*/ 12641 h 13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41" h="13020">
                          <a:moveTo>
                            <a:pt x="11197" y="12641"/>
                          </a:moveTo>
                          <a:cubicBezTo>
                            <a:pt x="7196" y="13879"/>
                            <a:pt x="2529" y="11974"/>
                            <a:pt x="720" y="8545"/>
                          </a:cubicBezTo>
                          <a:cubicBezTo>
                            <a:pt x="-1090" y="5116"/>
                            <a:pt x="624" y="1497"/>
                            <a:pt x="4625" y="353"/>
                          </a:cubicBezTo>
                          <a:cubicBezTo>
                            <a:pt x="8625" y="-789"/>
                            <a:pt x="13388" y="925"/>
                            <a:pt x="15197" y="4259"/>
                          </a:cubicBezTo>
                          <a:cubicBezTo>
                            <a:pt x="17103" y="7688"/>
                            <a:pt x="15197" y="11403"/>
                            <a:pt x="11197" y="1264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67" name="Forme libre : forme 12066">
                      <a:extLst>
                        <a:ext uri="{FF2B5EF4-FFF2-40B4-BE49-F238E27FC236}">
                          <a16:creationId xmlns:a16="http://schemas.microsoft.com/office/drawing/2014/main" id="{0C7FD8BD-C589-4864-9D6C-3214F64D77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2069" y="3842487"/>
                      <a:ext cx="5619" cy="5028"/>
                    </a:xfrm>
                    <a:custGeom>
                      <a:avLst/>
                      <a:gdLst>
                        <a:gd name="connsiteX0" fmla="*/ 2857 w 5619"/>
                        <a:gd name="connsiteY0" fmla="*/ 4977 h 5028"/>
                        <a:gd name="connsiteX1" fmla="*/ 0 w 5619"/>
                        <a:gd name="connsiteY1" fmla="*/ 2120 h 5028"/>
                        <a:gd name="connsiteX2" fmla="*/ 2762 w 5619"/>
                        <a:gd name="connsiteY2" fmla="*/ 24 h 5028"/>
                        <a:gd name="connsiteX3" fmla="*/ 5620 w 5619"/>
                        <a:gd name="connsiteY3" fmla="*/ 2882 h 5028"/>
                        <a:gd name="connsiteX4" fmla="*/ 2857 w 5619"/>
                        <a:gd name="connsiteY4" fmla="*/ 4977 h 50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19" h="5028">
                          <a:moveTo>
                            <a:pt x="2857" y="4977"/>
                          </a:moveTo>
                          <a:cubicBezTo>
                            <a:pt x="1333" y="4787"/>
                            <a:pt x="0" y="3453"/>
                            <a:pt x="0" y="2120"/>
                          </a:cubicBezTo>
                          <a:cubicBezTo>
                            <a:pt x="0" y="786"/>
                            <a:pt x="1238" y="-166"/>
                            <a:pt x="2762" y="24"/>
                          </a:cubicBezTo>
                          <a:cubicBezTo>
                            <a:pt x="4286" y="215"/>
                            <a:pt x="5620" y="1548"/>
                            <a:pt x="5620" y="2882"/>
                          </a:cubicBezTo>
                          <a:cubicBezTo>
                            <a:pt x="5620" y="4311"/>
                            <a:pt x="4381" y="5263"/>
                            <a:pt x="2857" y="49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068" name="Graphique 5">
                  <a:extLst>
                    <a:ext uri="{FF2B5EF4-FFF2-40B4-BE49-F238E27FC236}">
                      <a16:creationId xmlns:a16="http://schemas.microsoft.com/office/drawing/2014/main" id="{80380C17-BB4D-4620-A5BB-5F247AC3360A}"/>
                    </a:ext>
                  </a:extLst>
                </p:cNvPr>
                <p:cNvGrpSpPr/>
                <p:nvPr/>
              </p:nvGrpSpPr>
              <p:grpSpPr>
                <a:xfrm>
                  <a:off x="3655460" y="3795359"/>
                  <a:ext cx="69461" cy="83112"/>
                  <a:chOff x="3655460" y="3795359"/>
                  <a:chExt cx="69461" cy="83112"/>
                </a:xfrm>
                <a:solidFill>
                  <a:schemeClr val="accent1"/>
                </a:solidFill>
              </p:grpSpPr>
              <p:grpSp>
                <p:nvGrpSpPr>
                  <p:cNvPr id="12069" name="Graphique 5">
                    <a:extLst>
                      <a:ext uri="{FF2B5EF4-FFF2-40B4-BE49-F238E27FC236}">
                        <a16:creationId xmlns:a16="http://schemas.microsoft.com/office/drawing/2014/main" id="{59B56BD9-14BD-42DB-8E7F-7EE8FB0B7142}"/>
                      </a:ext>
                    </a:extLst>
                  </p:cNvPr>
                  <p:cNvGrpSpPr/>
                  <p:nvPr/>
                </p:nvGrpSpPr>
                <p:grpSpPr>
                  <a:xfrm>
                    <a:off x="3655460" y="3795359"/>
                    <a:ext cx="32988" cy="27844"/>
                    <a:chOff x="3655460" y="3795359"/>
                    <a:chExt cx="32988" cy="27844"/>
                  </a:xfrm>
                  <a:solidFill>
                    <a:schemeClr val="accent1"/>
                  </a:solidFill>
                </p:grpSpPr>
                <p:sp>
                  <p:nvSpPr>
                    <p:cNvPr id="12070" name="Forme libre : forme 12069">
                      <a:extLst>
                        <a:ext uri="{FF2B5EF4-FFF2-40B4-BE49-F238E27FC236}">
                          <a16:creationId xmlns:a16="http://schemas.microsoft.com/office/drawing/2014/main" id="{3593DF1D-DAE6-4025-91A4-283EEA2AD7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5460" y="3795359"/>
                      <a:ext cx="32987" cy="27844"/>
                    </a:xfrm>
                    <a:custGeom>
                      <a:avLst/>
                      <a:gdLst>
                        <a:gd name="connsiteX0" fmla="*/ 32980 w 32987"/>
                        <a:gd name="connsiteY0" fmla="*/ 17625 h 27844"/>
                        <a:gd name="connsiteX1" fmla="*/ 17073 w 32987"/>
                        <a:gd name="connsiteY1" fmla="*/ 27245 h 27844"/>
                        <a:gd name="connsiteX2" fmla="*/ 23 w 32987"/>
                        <a:gd name="connsiteY2" fmla="*/ 9719 h 27844"/>
                        <a:gd name="connsiteX3" fmla="*/ 15358 w 32987"/>
                        <a:gd name="connsiteY3" fmla="*/ 480 h 27844"/>
                        <a:gd name="connsiteX4" fmla="*/ 32980 w 32987"/>
                        <a:gd name="connsiteY4" fmla="*/ 17625 h 278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987" h="27844">
                          <a:moveTo>
                            <a:pt x="32980" y="17625"/>
                          </a:moveTo>
                          <a:cubicBezTo>
                            <a:pt x="33266" y="25055"/>
                            <a:pt x="26026" y="29531"/>
                            <a:pt x="17073" y="27245"/>
                          </a:cubicBezTo>
                          <a:cubicBezTo>
                            <a:pt x="8024" y="24959"/>
                            <a:pt x="499" y="16958"/>
                            <a:pt x="23" y="9719"/>
                          </a:cubicBezTo>
                          <a:cubicBezTo>
                            <a:pt x="-453" y="2480"/>
                            <a:pt x="6500" y="-1425"/>
                            <a:pt x="15358" y="480"/>
                          </a:cubicBezTo>
                          <a:cubicBezTo>
                            <a:pt x="24407" y="2385"/>
                            <a:pt x="32408" y="9910"/>
                            <a:pt x="32980" y="1762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71" name="Forme libre : forme 12070">
                      <a:extLst>
                        <a:ext uri="{FF2B5EF4-FFF2-40B4-BE49-F238E27FC236}">
                          <a16:creationId xmlns:a16="http://schemas.microsoft.com/office/drawing/2014/main" id="{C7A158E4-A5DB-45FC-A041-9578374173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5474" y="3799173"/>
                      <a:ext cx="32973" cy="24030"/>
                    </a:xfrm>
                    <a:custGeom>
                      <a:avLst/>
                      <a:gdLst>
                        <a:gd name="connsiteX0" fmla="*/ 16583 w 32973"/>
                        <a:gd name="connsiteY0" fmla="*/ 10287 h 24030"/>
                        <a:gd name="connsiteX1" fmla="*/ 1819 w 32973"/>
                        <a:gd name="connsiteY1" fmla="*/ 0 h 24030"/>
                        <a:gd name="connsiteX2" fmla="*/ 9 w 32973"/>
                        <a:gd name="connsiteY2" fmla="*/ 5905 h 24030"/>
                        <a:gd name="connsiteX3" fmla="*/ 17059 w 32973"/>
                        <a:gd name="connsiteY3" fmla="*/ 23431 h 24030"/>
                        <a:gd name="connsiteX4" fmla="*/ 32966 w 32973"/>
                        <a:gd name="connsiteY4" fmla="*/ 13811 h 24030"/>
                        <a:gd name="connsiteX5" fmla="*/ 30299 w 32973"/>
                        <a:gd name="connsiteY5" fmla="*/ 6763 h 24030"/>
                        <a:gd name="connsiteX6" fmla="*/ 16583 w 32973"/>
                        <a:gd name="connsiteY6" fmla="*/ 10287 h 24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973" h="24030">
                          <a:moveTo>
                            <a:pt x="16583" y="10287"/>
                          </a:moveTo>
                          <a:cubicBezTo>
                            <a:pt x="10391" y="8763"/>
                            <a:pt x="4867" y="4667"/>
                            <a:pt x="1819" y="0"/>
                          </a:cubicBezTo>
                          <a:cubicBezTo>
                            <a:pt x="580" y="1524"/>
                            <a:pt x="-86" y="3524"/>
                            <a:pt x="9" y="5905"/>
                          </a:cubicBezTo>
                          <a:cubicBezTo>
                            <a:pt x="485" y="13145"/>
                            <a:pt x="8105" y="21146"/>
                            <a:pt x="17059" y="23431"/>
                          </a:cubicBezTo>
                          <a:cubicBezTo>
                            <a:pt x="26108" y="25718"/>
                            <a:pt x="33251" y="21241"/>
                            <a:pt x="32966" y="13811"/>
                          </a:cubicBezTo>
                          <a:cubicBezTo>
                            <a:pt x="32775" y="11430"/>
                            <a:pt x="31727" y="8954"/>
                            <a:pt x="30299" y="6763"/>
                          </a:cubicBezTo>
                          <a:cubicBezTo>
                            <a:pt x="27917" y="10287"/>
                            <a:pt x="22678" y="11811"/>
                            <a:pt x="16583" y="102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72" name="Forme libre : forme 12071">
                      <a:extLst>
                        <a:ext uri="{FF2B5EF4-FFF2-40B4-BE49-F238E27FC236}">
                          <a16:creationId xmlns:a16="http://schemas.microsoft.com/office/drawing/2014/main" id="{BF685895-7CD1-4C38-A113-6BAD985C4C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0924" y="3801684"/>
                      <a:ext cx="14327" cy="13379"/>
                    </a:xfrm>
                    <a:custGeom>
                      <a:avLst/>
                      <a:gdLst>
                        <a:gd name="connsiteX0" fmla="*/ 13134 w 14327"/>
                        <a:gd name="connsiteY0" fmla="*/ 5585 h 13379"/>
                        <a:gd name="connsiteX1" fmla="*/ 10943 w 14327"/>
                        <a:gd name="connsiteY1" fmla="*/ 13300 h 13379"/>
                        <a:gd name="connsiteX2" fmla="*/ 1133 w 14327"/>
                        <a:gd name="connsiteY2" fmla="*/ 7681 h 13379"/>
                        <a:gd name="connsiteX3" fmla="*/ 3228 w 14327"/>
                        <a:gd name="connsiteY3" fmla="*/ 60 h 13379"/>
                        <a:gd name="connsiteX4" fmla="*/ 13134 w 14327"/>
                        <a:gd name="connsiteY4" fmla="*/ 5585 h 13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27" h="13379">
                          <a:moveTo>
                            <a:pt x="13134" y="5585"/>
                          </a:moveTo>
                          <a:cubicBezTo>
                            <a:pt x="15420" y="9300"/>
                            <a:pt x="14277" y="12729"/>
                            <a:pt x="10943" y="13300"/>
                          </a:cubicBezTo>
                          <a:cubicBezTo>
                            <a:pt x="7609" y="13872"/>
                            <a:pt x="3228" y="11300"/>
                            <a:pt x="1133" y="7681"/>
                          </a:cubicBezTo>
                          <a:cubicBezTo>
                            <a:pt x="-1058" y="4061"/>
                            <a:pt x="85" y="823"/>
                            <a:pt x="3228" y="60"/>
                          </a:cubicBezTo>
                          <a:cubicBezTo>
                            <a:pt x="6466" y="-416"/>
                            <a:pt x="10943" y="1966"/>
                            <a:pt x="13134" y="558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73" name="Forme libre : forme 12072">
                      <a:extLst>
                        <a:ext uri="{FF2B5EF4-FFF2-40B4-BE49-F238E27FC236}">
                          <a16:creationId xmlns:a16="http://schemas.microsoft.com/office/drawing/2014/main" id="{864F3756-2F49-48DB-9F64-D7DE966DF1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0247" y="3801399"/>
                      <a:ext cx="5434" cy="4548"/>
                    </a:xfrm>
                    <a:custGeom>
                      <a:avLst/>
                      <a:gdLst>
                        <a:gd name="connsiteX0" fmla="*/ 5429 w 5434"/>
                        <a:gd name="connsiteY0" fmla="*/ 2918 h 4548"/>
                        <a:gd name="connsiteX1" fmla="*/ 2857 w 5434"/>
                        <a:gd name="connsiteY1" fmla="*/ 4442 h 4548"/>
                        <a:gd name="connsiteX2" fmla="*/ 0 w 5434"/>
                        <a:gd name="connsiteY2" fmla="*/ 1680 h 4548"/>
                        <a:gd name="connsiteX3" fmla="*/ 2572 w 5434"/>
                        <a:gd name="connsiteY3" fmla="*/ 60 h 4548"/>
                        <a:gd name="connsiteX4" fmla="*/ 5429 w 5434"/>
                        <a:gd name="connsiteY4" fmla="*/ 2918 h 4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34" h="4548">
                          <a:moveTo>
                            <a:pt x="5429" y="2918"/>
                          </a:moveTo>
                          <a:cubicBezTo>
                            <a:pt x="5524" y="4156"/>
                            <a:pt x="4381" y="4823"/>
                            <a:pt x="2857" y="4442"/>
                          </a:cubicBezTo>
                          <a:cubicBezTo>
                            <a:pt x="1333" y="4061"/>
                            <a:pt x="95" y="2823"/>
                            <a:pt x="0" y="1680"/>
                          </a:cubicBezTo>
                          <a:cubicBezTo>
                            <a:pt x="0" y="537"/>
                            <a:pt x="1048" y="-225"/>
                            <a:pt x="2572" y="60"/>
                          </a:cubicBezTo>
                          <a:cubicBezTo>
                            <a:pt x="4000" y="441"/>
                            <a:pt x="5239" y="1680"/>
                            <a:pt x="5429" y="291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074" name="Graphique 5">
                    <a:extLst>
                      <a:ext uri="{FF2B5EF4-FFF2-40B4-BE49-F238E27FC236}">
                        <a16:creationId xmlns:a16="http://schemas.microsoft.com/office/drawing/2014/main" id="{3B7F06D1-C824-4DA7-BE44-89627CEF1179}"/>
                      </a:ext>
                    </a:extLst>
                  </p:cNvPr>
                  <p:cNvGrpSpPr/>
                  <p:nvPr/>
                </p:nvGrpSpPr>
                <p:grpSpPr>
                  <a:xfrm>
                    <a:off x="3669762" y="3822829"/>
                    <a:ext cx="32777" cy="29060"/>
                    <a:chOff x="3669762" y="3822829"/>
                    <a:chExt cx="32777" cy="29060"/>
                  </a:xfrm>
                  <a:solidFill>
                    <a:schemeClr val="accent1"/>
                  </a:solidFill>
                </p:grpSpPr>
                <p:sp>
                  <p:nvSpPr>
                    <p:cNvPr id="12075" name="Forme libre : forme 12074">
                      <a:extLst>
                        <a:ext uri="{FF2B5EF4-FFF2-40B4-BE49-F238E27FC236}">
                          <a16:creationId xmlns:a16="http://schemas.microsoft.com/office/drawing/2014/main" id="{D4A6EC87-AC7F-45A8-B97D-C8A5A7F1CD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9851" y="3822829"/>
                      <a:ext cx="32689" cy="29060"/>
                    </a:xfrm>
                    <a:custGeom>
                      <a:avLst/>
                      <a:gdLst>
                        <a:gd name="connsiteX0" fmla="*/ 32685 w 32689"/>
                        <a:gd name="connsiteY0" fmla="*/ 18350 h 29060"/>
                        <a:gd name="connsiteX1" fmla="*/ 16302 w 32689"/>
                        <a:gd name="connsiteY1" fmla="*/ 28351 h 29060"/>
                        <a:gd name="connsiteX2" fmla="*/ 15 w 32689"/>
                        <a:gd name="connsiteY2" fmla="*/ 10253 h 29060"/>
                        <a:gd name="connsiteX3" fmla="*/ 15826 w 32689"/>
                        <a:gd name="connsiteY3" fmla="*/ 538 h 29060"/>
                        <a:gd name="connsiteX4" fmla="*/ 32685 w 32689"/>
                        <a:gd name="connsiteY4" fmla="*/ 18350 h 290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689" h="29060">
                          <a:moveTo>
                            <a:pt x="32685" y="18350"/>
                          </a:moveTo>
                          <a:cubicBezTo>
                            <a:pt x="32876" y="26255"/>
                            <a:pt x="25542" y="30923"/>
                            <a:pt x="16302" y="28351"/>
                          </a:cubicBezTo>
                          <a:cubicBezTo>
                            <a:pt x="7254" y="25874"/>
                            <a:pt x="15" y="17587"/>
                            <a:pt x="15" y="10253"/>
                          </a:cubicBezTo>
                          <a:cubicBezTo>
                            <a:pt x="-366" y="2633"/>
                            <a:pt x="6682" y="-1558"/>
                            <a:pt x="15826" y="538"/>
                          </a:cubicBezTo>
                          <a:cubicBezTo>
                            <a:pt x="24875" y="2728"/>
                            <a:pt x="32495" y="10539"/>
                            <a:pt x="32685" y="1835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76" name="Forme libre : forme 12075">
                      <a:extLst>
                        <a:ext uri="{FF2B5EF4-FFF2-40B4-BE49-F238E27FC236}">
                          <a16:creationId xmlns:a16="http://schemas.microsoft.com/office/drawing/2014/main" id="{F88126D9-DD50-46CC-A475-DD7F7E4785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9762" y="3826795"/>
                      <a:ext cx="32682" cy="25093"/>
                    </a:xfrm>
                    <a:custGeom>
                      <a:avLst/>
                      <a:gdLst>
                        <a:gd name="connsiteX0" fmla="*/ 16391 w 32682"/>
                        <a:gd name="connsiteY0" fmla="*/ 10763 h 25093"/>
                        <a:gd name="connsiteX1" fmla="*/ 1913 w 32682"/>
                        <a:gd name="connsiteY1" fmla="*/ 0 h 25093"/>
                        <a:gd name="connsiteX2" fmla="*/ 8 w 32682"/>
                        <a:gd name="connsiteY2" fmla="*/ 6287 h 25093"/>
                        <a:gd name="connsiteX3" fmla="*/ 16296 w 32682"/>
                        <a:gd name="connsiteY3" fmla="*/ 24384 h 25093"/>
                        <a:gd name="connsiteX4" fmla="*/ 32679 w 32682"/>
                        <a:gd name="connsiteY4" fmla="*/ 14383 h 25093"/>
                        <a:gd name="connsiteX5" fmla="*/ 30393 w 32682"/>
                        <a:gd name="connsiteY5" fmla="*/ 7049 h 25093"/>
                        <a:gd name="connsiteX6" fmla="*/ 16391 w 32682"/>
                        <a:gd name="connsiteY6" fmla="*/ 10763 h 250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82" h="25093">
                          <a:moveTo>
                            <a:pt x="16391" y="10763"/>
                          </a:moveTo>
                          <a:cubicBezTo>
                            <a:pt x="10200" y="9239"/>
                            <a:pt x="4866" y="4953"/>
                            <a:pt x="1913" y="0"/>
                          </a:cubicBezTo>
                          <a:cubicBezTo>
                            <a:pt x="675" y="1619"/>
                            <a:pt x="-87" y="3715"/>
                            <a:pt x="8" y="6287"/>
                          </a:cubicBezTo>
                          <a:cubicBezTo>
                            <a:pt x="8" y="13716"/>
                            <a:pt x="7247" y="22003"/>
                            <a:pt x="16296" y="24384"/>
                          </a:cubicBezTo>
                          <a:cubicBezTo>
                            <a:pt x="25535" y="26956"/>
                            <a:pt x="32869" y="22288"/>
                            <a:pt x="32679" y="14383"/>
                          </a:cubicBezTo>
                          <a:cubicBezTo>
                            <a:pt x="32679" y="11906"/>
                            <a:pt x="31726" y="9430"/>
                            <a:pt x="30393" y="7049"/>
                          </a:cubicBezTo>
                          <a:cubicBezTo>
                            <a:pt x="27726" y="10668"/>
                            <a:pt x="22487" y="12287"/>
                            <a:pt x="16391" y="1076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77" name="Forme libre : forme 12076">
                      <a:extLst>
                        <a:ext uri="{FF2B5EF4-FFF2-40B4-BE49-F238E27FC236}">
                          <a16:creationId xmlns:a16="http://schemas.microsoft.com/office/drawing/2014/main" id="{E83CE589-8B50-4190-9143-46430BF0EA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5235" y="3829614"/>
                      <a:ext cx="14192" cy="13952"/>
                    </a:xfrm>
                    <a:custGeom>
                      <a:avLst/>
                      <a:gdLst>
                        <a:gd name="connsiteX0" fmla="*/ 13205 w 14192"/>
                        <a:gd name="connsiteY0" fmla="*/ 5754 h 13952"/>
                        <a:gd name="connsiteX1" fmla="*/ 10729 w 14192"/>
                        <a:gd name="connsiteY1" fmla="*/ 13850 h 13952"/>
                        <a:gd name="connsiteX2" fmla="*/ 1013 w 14192"/>
                        <a:gd name="connsiteY2" fmla="*/ 8040 h 13952"/>
                        <a:gd name="connsiteX3" fmla="*/ 3394 w 14192"/>
                        <a:gd name="connsiteY3" fmla="*/ 134 h 13952"/>
                        <a:gd name="connsiteX4" fmla="*/ 13205 w 14192"/>
                        <a:gd name="connsiteY4" fmla="*/ 5754 h 13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92" h="13952">
                          <a:moveTo>
                            <a:pt x="13205" y="5754"/>
                          </a:moveTo>
                          <a:cubicBezTo>
                            <a:pt x="15205" y="9564"/>
                            <a:pt x="14062" y="13183"/>
                            <a:pt x="10729" y="13850"/>
                          </a:cubicBezTo>
                          <a:cubicBezTo>
                            <a:pt x="7395" y="14517"/>
                            <a:pt x="3109" y="11850"/>
                            <a:pt x="1013" y="8040"/>
                          </a:cubicBezTo>
                          <a:cubicBezTo>
                            <a:pt x="-987" y="4230"/>
                            <a:pt x="61" y="705"/>
                            <a:pt x="3394" y="134"/>
                          </a:cubicBezTo>
                          <a:cubicBezTo>
                            <a:pt x="6728" y="-628"/>
                            <a:pt x="11110" y="1944"/>
                            <a:pt x="13205" y="575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78" name="Forme libre : forme 12077">
                      <a:extLst>
                        <a:ext uri="{FF2B5EF4-FFF2-40B4-BE49-F238E27FC236}">
                          <a16:creationId xmlns:a16="http://schemas.microsoft.com/office/drawing/2014/main" id="{93D2E9A7-03F8-40B3-93BF-C3F94F4B7C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4534" y="3829078"/>
                      <a:ext cx="5429" cy="4769"/>
                    </a:xfrm>
                    <a:custGeom>
                      <a:avLst/>
                      <a:gdLst>
                        <a:gd name="connsiteX0" fmla="*/ 5429 w 5429"/>
                        <a:gd name="connsiteY0" fmla="*/ 3051 h 4769"/>
                        <a:gd name="connsiteX1" fmla="*/ 2762 w 5429"/>
                        <a:gd name="connsiteY1" fmla="*/ 4671 h 4769"/>
                        <a:gd name="connsiteX2" fmla="*/ 0 w 5429"/>
                        <a:gd name="connsiteY2" fmla="*/ 1718 h 4769"/>
                        <a:gd name="connsiteX3" fmla="*/ 2667 w 5429"/>
                        <a:gd name="connsiteY3" fmla="*/ 99 h 4769"/>
                        <a:gd name="connsiteX4" fmla="*/ 5429 w 5429"/>
                        <a:gd name="connsiteY4" fmla="*/ 3051 h 4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29" h="4769">
                          <a:moveTo>
                            <a:pt x="5429" y="3051"/>
                          </a:moveTo>
                          <a:cubicBezTo>
                            <a:pt x="5429" y="4290"/>
                            <a:pt x="4286" y="5052"/>
                            <a:pt x="2762" y="4671"/>
                          </a:cubicBezTo>
                          <a:cubicBezTo>
                            <a:pt x="1238" y="4290"/>
                            <a:pt x="0" y="2956"/>
                            <a:pt x="0" y="1718"/>
                          </a:cubicBezTo>
                          <a:cubicBezTo>
                            <a:pt x="0" y="480"/>
                            <a:pt x="1143" y="-282"/>
                            <a:pt x="2667" y="99"/>
                          </a:cubicBezTo>
                          <a:cubicBezTo>
                            <a:pt x="4096" y="480"/>
                            <a:pt x="5429" y="1813"/>
                            <a:pt x="5429" y="305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079" name="Graphique 5">
                    <a:extLst>
                      <a:ext uri="{FF2B5EF4-FFF2-40B4-BE49-F238E27FC236}">
                        <a16:creationId xmlns:a16="http://schemas.microsoft.com/office/drawing/2014/main" id="{08B81DF7-9457-4951-B5C3-8AAC0D2CDC43}"/>
                      </a:ext>
                    </a:extLst>
                  </p:cNvPr>
                  <p:cNvGrpSpPr/>
                  <p:nvPr/>
                </p:nvGrpSpPr>
                <p:grpSpPr>
                  <a:xfrm>
                    <a:off x="3691669" y="3848411"/>
                    <a:ext cx="33251" cy="30060"/>
                    <a:chOff x="3691669" y="3848411"/>
                    <a:chExt cx="33251" cy="30060"/>
                  </a:xfrm>
                  <a:solidFill>
                    <a:schemeClr val="accent1"/>
                  </a:solidFill>
                </p:grpSpPr>
                <p:sp>
                  <p:nvSpPr>
                    <p:cNvPr id="12080" name="Forme libre : forme 12079">
                      <a:extLst>
                        <a:ext uri="{FF2B5EF4-FFF2-40B4-BE49-F238E27FC236}">
                          <a16:creationId xmlns:a16="http://schemas.microsoft.com/office/drawing/2014/main" id="{C200CEAD-BD3A-4C90-8D55-565A878E23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669" y="3848411"/>
                      <a:ext cx="33251" cy="30007"/>
                    </a:xfrm>
                    <a:custGeom>
                      <a:avLst/>
                      <a:gdLst>
                        <a:gd name="connsiteX0" fmla="*/ 33251 w 33251"/>
                        <a:gd name="connsiteY0" fmla="*/ 18961 h 30007"/>
                        <a:gd name="connsiteX1" fmla="*/ 15915 w 33251"/>
                        <a:gd name="connsiteY1" fmla="*/ 29343 h 30007"/>
                        <a:gd name="connsiteX2" fmla="*/ 8 w 33251"/>
                        <a:gd name="connsiteY2" fmla="*/ 10579 h 30007"/>
                        <a:gd name="connsiteX3" fmla="*/ 16677 w 33251"/>
                        <a:gd name="connsiteY3" fmla="*/ 483 h 30007"/>
                        <a:gd name="connsiteX4" fmla="*/ 33251 w 33251"/>
                        <a:gd name="connsiteY4" fmla="*/ 18961 h 30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251" h="30007">
                          <a:moveTo>
                            <a:pt x="33251" y="18961"/>
                          </a:moveTo>
                          <a:cubicBezTo>
                            <a:pt x="33060" y="27153"/>
                            <a:pt x="24964" y="31820"/>
                            <a:pt x="15915" y="29343"/>
                          </a:cubicBezTo>
                          <a:cubicBezTo>
                            <a:pt x="6771" y="26962"/>
                            <a:pt x="-277" y="18390"/>
                            <a:pt x="8" y="10579"/>
                          </a:cubicBezTo>
                          <a:cubicBezTo>
                            <a:pt x="389" y="2864"/>
                            <a:pt x="7628" y="-1518"/>
                            <a:pt x="16677" y="483"/>
                          </a:cubicBezTo>
                          <a:cubicBezTo>
                            <a:pt x="25821" y="2673"/>
                            <a:pt x="33346" y="10769"/>
                            <a:pt x="33251" y="1896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81" name="Forme libre : forme 12080">
                      <a:extLst>
                        <a:ext uri="{FF2B5EF4-FFF2-40B4-BE49-F238E27FC236}">
                          <a16:creationId xmlns:a16="http://schemas.microsoft.com/office/drawing/2014/main" id="{2070D2DF-6F7F-45C6-A64B-BFC9F480FA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674" y="3852703"/>
                      <a:ext cx="33245" cy="25768"/>
                    </a:xfrm>
                    <a:custGeom>
                      <a:avLst/>
                      <a:gdLst>
                        <a:gd name="connsiteX0" fmla="*/ 16673 w 33245"/>
                        <a:gd name="connsiteY0" fmla="*/ 11049 h 25768"/>
                        <a:gd name="connsiteX1" fmla="*/ 2480 w 33245"/>
                        <a:gd name="connsiteY1" fmla="*/ 0 h 25768"/>
                        <a:gd name="connsiteX2" fmla="*/ 4 w 33245"/>
                        <a:gd name="connsiteY2" fmla="*/ 6382 h 25768"/>
                        <a:gd name="connsiteX3" fmla="*/ 15910 w 33245"/>
                        <a:gd name="connsiteY3" fmla="*/ 25146 h 25768"/>
                        <a:gd name="connsiteX4" fmla="*/ 33246 w 33245"/>
                        <a:gd name="connsiteY4" fmla="*/ 14764 h 25768"/>
                        <a:gd name="connsiteX5" fmla="*/ 31150 w 33245"/>
                        <a:gd name="connsiteY5" fmla="*/ 7144 h 25768"/>
                        <a:gd name="connsiteX6" fmla="*/ 16673 w 33245"/>
                        <a:gd name="connsiteY6" fmla="*/ 11049 h 25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45" h="25768">
                          <a:moveTo>
                            <a:pt x="16673" y="11049"/>
                          </a:moveTo>
                          <a:cubicBezTo>
                            <a:pt x="10386" y="9430"/>
                            <a:pt x="5147" y="5048"/>
                            <a:pt x="2480" y="0"/>
                          </a:cubicBezTo>
                          <a:cubicBezTo>
                            <a:pt x="1051" y="1714"/>
                            <a:pt x="99" y="3810"/>
                            <a:pt x="4" y="6382"/>
                          </a:cubicBezTo>
                          <a:cubicBezTo>
                            <a:pt x="-187" y="14192"/>
                            <a:pt x="6862" y="22670"/>
                            <a:pt x="15910" y="25146"/>
                          </a:cubicBezTo>
                          <a:cubicBezTo>
                            <a:pt x="24959" y="27527"/>
                            <a:pt x="33056" y="22860"/>
                            <a:pt x="33246" y="14764"/>
                          </a:cubicBezTo>
                          <a:cubicBezTo>
                            <a:pt x="33246" y="12192"/>
                            <a:pt x="32484" y="9525"/>
                            <a:pt x="31150" y="7144"/>
                          </a:cubicBezTo>
                          <a:cubicBezTo>
                            <a:pt x="28293" y="10859"/>
                            <a:pt x="22959" y="12668"/>
                            <a:pt x="16673" y="1104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82" name="Forme libre : forme 12081">
                      <a:extLst>
                        <a:ext uri="{FF2B5EF4-FFF2-40B4-BE49-F238E27FC236}">
                          <a16:creationId xmlns:a16="http://schemas.microsoft.com/office/drawing/2014/main" id="{7AEFCAE7-76A1-4053-AE40-FD529F3505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7651" y="3855361"/>
                      <a:ext cx="14179" cy="14396"/>
                    </a:xfrm>
                    <a:custGeom>
                      <a:avLst/>
                      <a:gdLst>
                        <a:gd name="connsiteX0" fmla="*/ 13268 w 14179"/>
                        <a:gd name="connsiteY0" fmla="*/ 5915 h 14396"/>
                        <a:gd name="connsiteX1" fmla="*/ 10411 w 14179"/>
                        <a:gd name="connsiteY1" fmla="*/ 14297 h 14396"/>
                        <a:gd name="connsiteX2" fmla="*/ 791 w 14179"/>
                        <a:gd name="connsiteY2" fmla="*/ 8297 h 14396"/>
                        <a:gd name="connsiteX3" fmla="*/ 3553 w 14179"/>
                        <a:gd name="connsiteY3" fmla="*/ 105 h 14396"/>
                        <a:gd name="connsiteX4" fmla="*/ 13268 w 14179"/>
                        <a:gd name="connsiteY4" fmla="*/ 5915 h 14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79" h="14396">
                          <a:moveTo>
                            <a:pt x="13268" y="5915"/>
                          </a:moveTo>
                          <a:cubicBezTo>
                            <a:pt x="15173" y="9821"/>
                            <a:pt x="14030" y="13726"/>
                            <a:pt x="10411" y="14297"/>
                          </a:cubicBezTo>
                          <a:cubicBezTo>
                            <a:pt x="6887" y="14964"/>
                            <a:pt x="2600" y="12202"/>
                            <a:pt x="791" y="8297"/>
                          </a:cubicBezTo>
                          <a:cubicBezTo>
                            <a:pt x="-924" y="4487"/>
                            <a:pt x="219" y="772"/>
                            <a:pt x="3553" y="105"/>
                          </a:cubicBezTo>
                          <a:cubicBezTo>
                            <a:pt x="6982" y="-562"/>
                            <a:pt x="11363" y="2010"/>
                            <a:pt x="13268" y="591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83" name="Forme libre : forme 12082">
                      <a:extLst>
                        <a:ext uri="{FF2B5EF4-FFF2-40B4-BE49-F238E27FC236}">
                          <a16:creationId xmlns:a16="http://schemas.microsoft.com/office/drawing/2014/main" id="{8FD717B1-A2F0-417D-890D-8998AF9B35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7204" y="3855082"/>
                      <a:ext cx="5333" cy="4920"/>
                    </a:xfrm>
                    <a:custGeom>
                      <a:avLst/>
                      <a:gdLst>
                        <a:gd name="connsiteX0" fmla="*/ 5334 w 5333"/>
                        <a:gd name="connsiteY0" fmla="*/ 3051 h 4920"/>
                        <a:gd name="connsiteX1" fmla="*/ 2667 w 5333"/>
                        <a:gd name="connsiteY1" fmla="*/ 4861 h 4920"/>
                        <a:gd name="connsiteX2" fmla="*/ 0 w 5333"/>
                        <a:gd name="connsiteY2" fmla="*/ 1813 h 4920"/>
                        <a:gd name="connsiteX3" fmla="*/ 2667 w 5333"/>
                        <a:gd name="connsiteY3" fmla="*/ 98 h 4920"/>
                        <a:gd name="connsiteX4" fmla="*/ 5334 w 5333"/>
                        <a:gd name="connsiteY4" fmla="*/ 3051 h 4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33" h="4920">
                          <a:moveTo>
                            <a:pt x="5334" y="3051"/>
                          </a:moveTo>
                          <a:cubicBezTo>
                            <a:pt x="5334" y="4384"/>
                            <a:pt x="4096" y="5146"/>
                            <a:pt x="2667" y="4861"/>
                          </a:cubicBezTo>
                          <a:cubicBezTo>
                            <a:pt x="1143" y="4480"/>
                            <a:pt x="0" y="3146"/>
                            <a:pt x="0" y="1813"/>
                          </a:cubicBezTo>
                          <a:cubicBezTo>
                            <a:pt x="0" y="479"/>
                            <a:pt x="1238" y="-283"/>
                            <a:pt x="2667" y="98"/>
                          </a:cubicBezTo>
                          <a:cubicBezTo>
                            <a:pt x="4096" y="384"/>
                            <a:pt x="5334" y="1717"/>
                            <a:pt x="5334" y="305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084" name="Graphique 5">
                  <a:extLst>
                    <a:ext uri="{FF2B5EF4-FFF2-40B4-BE49-F238E27FC236}">
                      <a16:creationId xmlns:a16="http://schemas.microsoft.com/office/drawing/2014/main" id="{652184EF-CF7E-4BC9-A271-45F5B1E51B0D}"/>
                    </a:ext>
                  </a:extLst>
                </p:cNvPr>
                <p:cNvGrpSpPr/>
                <p:nvPr/>
              </p:nvGrpSpPr>
              <p:grpSpPr>
                <a:xfrm>
                  <a:off x="3688629" y="3897847"/>
                  <a:ext cx="43158" cy="90714"/>
                  <a:chOff x="3688629" y="3897847"/>
                  <a:chExt cx="43158" cy="90714"/>
                </a:xfrm>
                <a:solidFill>
                  <a:schemeClr val="accent1"/>
                </a:solidFill>
              </p:grpSpPr>
              <p:grpSp>
                <p:nvGrpSpPr>
                  <p:cNvPr id="12085" name="Graphique 5">
                    <a:extLst>
                      <a:ext uri="{FF2B5EF4-FFF2-40B4-BE49-F238E27FC236}">
                        <a16:creationId xmlns:a16="http://schemas.microsoft.com/office/drawing/2014/main" id="{8F96E33B-11D0-4EEA-A8B8-ED00AD613153}"/>
                      </a:ext>
                    </a:extLst>
                  </p:cNvPr>
                  <p:cNvGrpSpPr/>
                  <p:nvPr/>
                </p:nvGrpSpPr>
                <p:grpSpPr>
                  <a:xfrm>
                    <a:off x="3698483" y="3897847"/>
                    <a:ext cx="33304" cy="31366"/>
                    <a:chOff x="3698483" y="3897847"/>
                    <a:chExt cx="33304" cy="31366"/>
                  </a:xfrm>
                  <a:solidFill>
                    <a:schemeClr val="accent1"/>
                  </a:solidFill>
                </p:grpSpPr>
                <p:sp>
                  <p:nvSpPr>
                    <p:cNvPr id="12086" name="Forme libre : forme 12085">
                      <a:extLst>
                        <a:ext uri="{FF2B5EF4-FFF2-40B4-BE49-F238E27FC236}">
                          <a16:creationId xmlns:a16="http://schemas.microsoft.com/office/drawing/2014/main" id="{9333E5EF-6ADD-4C59-905F-B5F4B39124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8483" y="3897847"/>
                      <a:ext cx="33304" cy="31366"/>
                    </a:xfrm>
                    <a:custGeom>
                      <a:avLst/>
                      <a:gdLst>
                        <a:gd name="connsiteX0" fmla="*/ 29295 w 33304"/>
                        <a:gd name="connsiteY0" fmla="*/ 27914 h 31366"/>
                        <a:gd name="connsiteX1" fmla="*/ 5959 w 33304"/>
                        <a:gd name="connsiteY1" fmla="*/ 25151 h 31366"/>
                        <a:gd name="connsiteX2" fmla="*/ 3768 w 33304"/>
                        <a:gd name="connsiteY2" fmla="*/ 3244 h 31366"/>
                        <a:gd name="connsiteX3" fmla="*/ 27104 w 33304"/>
                        <a:gd name="connsiteY3" fmla="*/ 5720 h 31366"/>
                        <a:gd name="connsiteX4" fmla="*/ 29295 w 33304"/>
                        <a:gd name="connsiteY4" fmla="*/ 27914 h 31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304" h="31366">
                          <a:moveTo>
                            <a:pt x="29295" y="27914"/>
                          </a:moveTo>
                          <a:cubicBezTo>
                            <a:pt x="23294" y="33438"/>
                            <a:pt x="12817" y="32200"/>
                            <a:pt x="5959" y="25151"/>
                          </a:cubicBezTo>
                          <a:cubicBezTo>
                            <a:pt x="-995" y="18198"/>
                            <a:pt x="-2042" y="8387"/>
                            <a:pt x="3768" y="3244"/>
                          </a:cubicBezTo>
                          <a:cubicBezTo>
                            <a:pt x="9578" y="-1804"/>
                            <a:pt x="19865" y="-947"/>
                            <a:pt x="27104" y="5720"/>
                          </a:cubicBezTo>
                          <a:cubicBezTo>
                            <a:pt x="34438" y="12388"/>
                            <a:pt x="35391" y="22389"/>
                            <a:pt x="29295" y="2791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87" name="Forme libre : forme 12086">
                      <a:extLst>
                        <a:ext uri="{FF2B5EF4-FFF2-40B4-BE49-F238E27FC236}">
                          <a16:creationId xmlns:a16="http://schemas.microsoft.com/office/drawing/2014/main" id="{EC538051-5513-401C-A6AE-98BFEDC506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8553" y="3898138"/>
                      <a:ext cx="32843" cy="31045"/>
                    </a:xfrm>
                    <a:custGeom>
                      <a:avLst/>
                      <a:gdLst>
                        <a:gd name="connsiteX0" fmla="*/ 16366 w 32843"/>
                        <a:gd name="connsiteY0" fmla="*/ 15526 h 31045"/>
                        <a:gd name="connsiteX1" fmla="*/ 10651 w 32843"/>
                        <a:gd name="connsiteY1" fmla="*/ 0 h 31045"/>
                        <a:gd name="connsiteX2" fmla="*/ 3697 w 32843"/>
                        <a:gd name="connsiteY2" fmla="*/ 2953 h 31045"/>
                        <a:gd name="connsiteX3" fmla="*/ 5888 w 32843"/>
                        <a:gd name="connsiteY3" fmla="*/ 24860 h 31045"/>
                        <a:gd name="connsiteX4" fmla="*/ 29224 w 32843"/>
                        <a:gd name="connsiteY4" fmla="*/ 27622 h 31045"/>
                        <a:gd name="connsiteX5" fmla="*/ 32844 w 32843"/>
                        <a:gd name="connsiteY5" fmla="*/ 21241 h 31045"/>
                        <a:gd name="connsiteX6" fmla="*/ 16366 w 32843"/>
                        <a:gd name="connsiteY6" fmla="*/ 15526 h 31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843" h="31045">
                          <a:moveTo>
                            <a:pt x="16366" y="15526"/>
                          </a:moveTo>
                          <a:cubicBezTo>
                            <a:pt x="11603" y="10858"/>
                            <a:pt x="9603" y="4953"/>
                            <a:pt x="10651" y="0"/>
                          </a:cubicBezTo>
                          <a:cubicBezTo>
                            <a:pt x="7984" y="381"/>
                            <a:pt x="5603" y="1333"/>
                            <a:pt x="3697" y="2953"/>
                          </a:cubicBezTo>
                          <a:cubicBezTo>
                            <a:pt x="-2018" y="8096"/>
                            <a:pt x="-970" y="17812"/>
                            <a:pt x="5888" y="24860"/>
                          </a:cubicBezTo>
                          <a:cubicBezTo>
                            <a:pt x="12841" y="31813"/>
                            <a:pt x="23224" y="33147"/>
                            <a:pt x="29224" y="27622"/>
                          </a:cubicBezTo>
                          <a:cubicBezTo>
                            <a:pt x="31129" y="25908"/>
                            <a:pt x="32272" y="23622"/>
                            <a:pt x="32844" y="21241"/>
                          </a:cubicBezTo>
                          <a:cubicBezTo>
                            <a:pt x="27415" y="22098"/>
                            <a:pt x="21128" y="20098"/>
                            <a:pt x="16366" y="1552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88" name="Forme libre : forme 12087">
                      <a:extLst>
                        <a:ext uri="{FF2B5EF4-FFF2-40B4-BE49-F238E27FC236}">
                          <a16:creationId xmlns:a16="http://schemas.microsoft.com/office/drawing/2014/main" id="{C1B2D868-3E23-4F1C-9191-F5872532C2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4785" y="3909217"/>
                      <a:ext cx="14016" cy="14701"/>
                    </a:xfrm>
                    <a:custGeom>
                      <a:avLst/>
                      <a:gdLst>
                        <a:gd name="connsiteX0" fmla="*/ 13755 w 14016"/>
                        <a:gd name="connsiteY0" fmla="*/ 10066 h 14701"/>
                        <a:gd name="connsiteX1" fmla="*/ 5087 w 14016"/>
                        <a:gd name="connsiteY1" fmla="*/ 14162 h 14701"/>
                        <a:gd name="connsiteX2" fmla="*/ 229 w 14016"/>
                        <a:gd name="connsiteY2" fmla="*/ 4541 h 14701"/>
                        <a:gd name="connsiteX3" fmla="*/ 8897 w 14016"/>
                        <a:gd name="connsiteY3" fmla="*/ 541 h 14701"/>
                        <a:gd name="connsiteX4" fmla="*/ 13755 w 14016"/>
                        <a:gd name="connsiteY4" fmla="*/ 10066 h 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16" h="14701">
                          <a:moveTo>
                            <a:pt x="13755" y="10066"/>
                          </a:moveTo>
                          <a:cubicBezTo>
                            <a:pt x="12707" y="13876"/>
                            <a:pt x="8801" y="15686"/>
                            <a:pt x="5087" y="14162"/>
                          </a:cubicBezTo>
                          <a:cubicBezTo>
                            <a:pt x="1372" y="12638"/>
                            <a:pt x="-724" y="8256"/>
                            <a:pt x="229" y="4541"/>
                          </a:cubicBezTo>
                          <a:cubicBezTo>
                            <a:pt x="1277" y="827"/>
                            <a:pt x="5087" y="-983"/>
                            <a:pt x="8897" y="541"/>
                          </a:cubicBezTo>
                          <a:cubicBezTo>
                            <a:pt x="12612" y="1970"/>
                            <a:pt x="14802" y="6256"/>
                            <a:pt x="13755" y="1006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89" name="Forme libre : forme 12088">
                      <a:extLst>
                        <a:ext uri="{FF2B5EF4-FFF2-40B4-BE49-F238E27FC236}">
                          <a16:creationId xmlns:a16="http://schemas.microsoft.com/office/drawing/2014/main" id="{1BC08D46-9B38-4CF5-B165-FA90CF2C85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8024" y="3907694"/>
                      <a:ext cx="5536" cy="5080"/>
                    </a:xfrm>
                    <a:custGeom>
                      <a:avLst/>
                      <a:gdLst>
                        <a:gd name="connsiteX0" fmla="*/ 4896 w 5536"/>
                        <a:gd name="connsiteY0" fmla="*/ 4540 h 5080"/>
                        <a:gd name="connsiteX1" fmla="*/ 991 w 5536"/>
                        <a:gd name="connsiteY1" fmla="*/ 4159 h 5080"/>
                        <a:gd name="connsiteX2" fmla="*/ 610 w 5536"/>
                        <a:gd name="connsiteY2" fmla="*/ 540 h 5080"/>
                        <a:gd name="connsiteX3" fmla="*/ 4515 w 5536"/>
                        <a:gd name="connsiteY3" fmla="*/ 921 h 5080"/>
                        <a:gd name="connsiteX4" fmla="*/ 4896 w 5536"/>
                        <a:gd name="connsiteY4" fmla="*/ 4540 h 5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6" h="5080">
                          <a:moveTo>
                            <a:pt x="4896" y="4540"/>
                          </a:moveTo>
                          <a:cubicBezTo>
                            <a:pt x="3944" y="5397"/>
                            <a:pt x="2229" y="5207"/>
                            <a:pt x="991" y="4159"/>
                          </a:cubicBezTo>
                          <a:cubicBezTo>
                            <a:pt x="-152" y="3016"/>
                            <a:pt x="-343" y="1397"/>
                            <a:pt x="610" y="540"/>
                          </a:cubicBezTo>
                          <a:cubicBezTo>
                            <a:pt x="1562" y="-317"/>
                            <a:pt x="3277" y="-127"/>
                            <a:pt x="4515" y="921"/>
                          </a:cubicBezTo>
                          <a:cubicBezTo>
                            <a:pt x="5753" y="1969"/>
                            <a:pt x="5849" y="3588"/>
                            <a:pt x="4896" y="45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090" name="Graphique 5">
                    <a:extLst>
                      <a:ext uri="{FF2B5EF4-FFF2-40B4-BE49-F238E27FC236}">
                        <a16:creationId xmlns:a16="http://schemas.microsoft.com/office/drawing/2014/main" id="{F7FD0FA9-C0F4-4D14-9F12-ADA7510FD130}"/>
                      </a:ext>
                    </a:extLst>
                  </p:cNvPr>
                  <p:cNvGrpSpPr/>
                  <p:nvPr/>
                </p:nvGrpSpPr>
                <p:grpSpPr>
                  <a:xfrm>
                    <a:off x="3688860" y="3925015"/>
                    <a:ext cx="33208" cy="31959"/>
                    <a:chOff x="3688860" y="3925015"/>
                    <a:chExt cx="33208" cy="31959"/>
                  </a:xfrm>
                  <a:solidFill>
                    <a:schemeClr val="accent1"/>
                  </a:solidFill>
                </p:grpSpPr>
                <p:sp>
                  <p:nvSpPr>
                    <p:cNvPr id="12091" name="Forme libre : forme 12090">
                      <a:extLst>
                        <a:ext uri="{FF2B5EF4-FFF2-40B4-BE49-F238E27FC236}">
                          <a16:creationId xmlns:a16="http://schemas.microsoft.com/office/drawing/2014/main" id="{20D3CB05-BD51-4FD6-9F9A-FB041AA9B3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860" y="3925015"/>
                      <a:ext cx="33208" cy="31864"/>
                    </a:xfrm>
                    <a:custGeom>
                      <a:avLst/>
                      <a:gdLst>
                        <a:gd name="connsiteX0" fmla="*/ 28726 w 33208"/>
                        <a:gd name="connsiteY0" fmla="*/ 28749 h 31864"/>
                        <a:gd name="connsiteX1" fmla="*/ 5294 w 33208"/>
                        <a:gd name="connsiteY1" fmla="*/ 25129 h 31864"/>
                        <a:gd name="connsiteX2" fmla="*/ 4246 w 33208"/>
                        <a:gd name="connsiteY2" fmla="*/ 3031 h 31864"/>
                        <a:gd name="connsiteX3" fmla="*/ 27487 w 33208"/>
                        <a:gd name="connsiteY3" fmla="*/ 6270 h 31864"/>
                        <a:gd name="connsiteX4" fmla="*/ 28726 w 33208"/>
                        <a:gd name="connsiteY4" fmla="*/ 28749 h 31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208" h="31864">
                          <a:moveTo>
                            <a:pt x="28726" y="28749"/>
                          </a:moveTo>
                          <a:cubicBezTo>
                            <a:pt x="22344" y="34083"/>
                            <a:pt x="11961" y="32368"/>
                            <a:pt x="5294" y="25129"/>
                          </a:cubicBezTo>
                          <a:cubicBezTo>
                            <a:pt x="-1278" y="17890"/>
                            <a:pt x="-1850" y="7984"/>
                            <a:pt x="4246" y="3031"/>
                          </a:cubicBezTo>
                          <a:cubicBezTo>
                            <a:pt x="10342" y="-1922"/>
                            <a:pt x="20439" y="-779"/>
                            <a:pt x="27487" y="6270"/>
                          </a:cubicBezTo>
                          <a:cubicBezTo>
                            <a:pt x="34440" y="13223"/>
                            <a:pt x="35298" y="23605"/>
                            <a:pt x="28726" y="2874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92" name="Forme libre : forme 12091">
                      <a:extLst>
                        <a:ext uri="{FF2B5EF4-FFF2-40B4-BE49-F238E27FC236}">
                          <a16:creationId xmlns:a16="http://schemas.microsoft.com/office/drawing/2014/main" id="{7B3BFC11-42B6-4B63-8FFC-95114BC179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956" y="3925284"/>
                      <a:ext cx="32725" cy="31690"/>
                    </a:xfrm>
                    <a:custGeom>
                      <a:avLst/>
                      <a:gdLst>
                        <a:gd name="connsiteX0" fmla="*/ 16343 w 32725"/>
                        <a:gd name="connsiteY0" fmla="*/ 15907 h 31690"/>
                        <a:gd name="connsiteX1" fmla="*/ 11295 w 32725"/>
                        <a:gd name="connsiteY1" fmla="*/ 0 h 31690"/>
                        <a:gd name="connsiteX2" fmla="*/ 4246 w 32725"/>
                        <a:gd name="connsiteY2" fmla="*/ 2858 h 31690"/>
                        <a:gd name="connsiteX3" fmla="*/ 5294 w 32725"/>
                        <a:gd name="connsiteY3" fmla="*/ 24956 h 31690"/>
                        <a:gd name="connsiteX4" fmla="*/ 28725 w 32725"/>
                        <a:gd name="connsiteY4" fmla="*/ 28575 h 31690"/>
                        <a:gd name="connsiteX5" fmla="*/ 32726 w 32725"/>
                        <a:gd name="connsiteY5" fmla="*/ 22288 h 31690"/>
                        <a:gd name="connsiteX6" fmla="*/ 16343 w 32725"/>
                        <a:gd name="connsiteY6" fmla="*/ 15907 h 31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725" h="31690">
                          <a:moveTo>
                            <a:pt x="16343" y="15907"/>
                          </a:moveTo>
                          <a:cubicBezTo>
                            <a:pt x="11676" y="11049"/>
                            <a:pt x="10247" y="5048"/>
                            <a:pt x="11295" y="0"/>
                          </a:cubicBezTo>
                          <a:cubicBezTo>
                            <a:pt x="8723" y="381"/>
                            <a:pt x="6246" y="1238"/>
                            <a:pt x="4246" y="2858"/>
                          </a:cubicBezTo>
                          <a:cubicBezTo>
                            <a:pt x="-1850" y="7811"/>
                            <a:pt x="-1278" y="17621"/>
                            <a:pt x="5294" y="24956"/>
                          </a:cubicBezTo>
                          <a:cubicBezTo>
                            <a:pt x="11866" y="32195"/>
                            <a:pt x="22344" y="33909"/>
                            <a:pt x="28725" y="28575"/>
                          </a:cubicBezTo>
                          <a:cubicBezTo>
                            <a:pt x="30726" y="26861"/>
                            <a:pt x="32059" y="24670"/>
                            <a:pt x="32726" y="22288"/>
                          </a:cubicBezTo>
                          <a:cubicBezTo>
                            <a:pt x="27106" y="22955"/>
                            <a:pt x="20820" y="20765"/>
                            <a:pt x="16343" y="159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93" name="Forme libre : forme 12092">
                      <a:extLst>
                        <a:ext uri="{FF2B5EF4-FFF2-40B4-BE49-F238E27FC236}">
                          <a16:creationId xmlns:a16="http://schemas.microsoft.com/office/drawing/2014/main" id="{F4635710-884C-48D6-B118-063A311222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5027" y="3936850"/>
                      <a:ext cx="14096" cy="14929"/>
                    </a:xfrm>
                    <a:custGeom>
                      <a:avLst/>
                      <a:gdLst>
                        <a:gd name="connsiteX0" fmla="*/ 13702 w 14096"/>
                        <a:gd name="connsiteY0" fmla="*/ 10532 h 14929"/>
                        <a:gd name="connsiteX1" fmla="*/ 4749 w 14096"/>
                        <a:gd name="connsiteY1" fmla="*/ 14247 h 14929"/>
                        <a:gd name="connsiteX2" fmla="*/ 367 w 14096"/>
                        <a:gd name="connsiteY2" fmla="*/ 4341 h 14929"/>
                        <a:gd name="connsiteX3" fmla="*/ 9226 w 14096"/>
                        <a:gd name="connsiteY3" fmla="*/ 626 h 14929"/>
                        <a:gd name="connsiteX4" fmla="*/ 13702 w 14096"/>
                        <a:gd name="connsiteY4" fmla="*/ 10532 h 14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96" h="14929">
                          <a:moveTo>
                            <a:pt x="13702" y="10532"/>
                          </a:moveTo>
                          <a:cubicBezTo>
                            <a:pt x="12369" y="14342"/>
                            <a:pt x="8368" y="15962"/>
                            <a:pt x="4749" y="14247"/>
                          </a:cubicBezTo>
                          <a:cubicBezTo>
                            <a:pt x="1129" y="12533"/>
                            <a:pt x="-871" y="8056"/>
                            <a:pt x="367" y="4341"/>
                          </a:cubicBezTo>
                          <a:cubicBezTo>
                            <a:pt x="1605" y="626"/>
                            <a:pt x="5606" y="-993"/>
                            <a:pt x="9226" y="626"/>
                          </a:cubicBezTo>
                          <a:cubicBezTo>
                            <a:pt x="12845" y="2246"/>
                            <a:pt x="15036" y="6818"/>
                            <a:pt x="13702" y="1053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94" name="Forme libre : forme 12093">
                      <a:extLst>
                        <a:ext uri="{FF2B5EF4-FFF2-40B4-BE49-F238E27FC236}">
                          <a16:creationId xmlns:a16="http://schemas.microsoft.com/office/drawing/2014/main" id="{1DCE5840-EDFD-4972-B29A-F1FC83DEF6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8607" y="3935324"/>
                      <a:ext cx="5476" cy="5222"/>
                    </a:xfrm>
                    <a:custGeom>
                      <a:avLst/>
                      <a:gdLst>
                        <a:gd name="connsiteX0" fmla="*/ 4788 w 5476"/>
                        <a:gd name="connsiteY0" fmla="*/ 4724 h 5222"/>
                        <a:gd name="connsiteX1" fmla="*/ 883 w 5476"/>
                        <a:gd name="connsiteY1" fmla="*/ 4152 h 5222"/>
                        <a:gd name="connsiteX2" fmla="*/ 692 w 5476"/>
                        <a:gd name="connsiteY2" fmla="*/ 533 h 5222"/>
                        <a:gd name="connsiteX3" fmla="*/ 4502 w 5476"/>
                        <a:gd name="connsiteY3" fmla="*/ 1009 h 5222"/>
                        <a:gd name="connsiteX4" fmla="*/ 4788 w 5476"/>
                        <a:gd name="connsiteY4" fmla="*/ 4724 h 5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76" h="5222">
                          <a:moveTo>
                            <a:pt x="4788" y="4724"/>
                          </a:moveTo>
                          <a:cubicBezTo>
                            <a:pt x="3740" y="5581"/>
                            <a:pt x="2026" y="5295"/>
                            <a:pt x="883" y="4152"/>
                          </a:cubicBezTo>
                          <a:cubicBezTo>
                            <a:pt x="-260" y="3009"/>
                            <a:pt x="-260" y="1390"/>
                            <a:pt x="692" y="533"/>
                          </a:cubicBezTo>
                          <a:cubicBezTo>
                            <a:pt x="1645" y="-324"/>
                            <a:pt x="3359" y="-134"/>
                            <a:pt x="4502" y="1009"/>
                          </a:cubicBezTo>
                          <a:cubicBezTo>
                            <a:pt x="5645" y="2152"/>
                            <a:pt x="5836" y="3867"/>
                            <a:pt x="4788" y="472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095" name="Graphique 5">
                    <a:extLst>
                      <a:ext uri="{FF2B5EF4-FFF2-40B4-BE49-F238E27FC236}">
                        <a16:creationId xmlns:a16="http://schemas.microsoft.com/office/drawing/2014/main" id="{3603FA1D-FED8-4039-A8EE-34B29CCB3813}"/>
                      </a:ext>
                    </a:extLst>
                  </p:cNvPr>
                  <p:cNvGrpSpPr/>
                  <p:nvPr/>
                </p:nvGrpSpPr>
                <p:grpSpPr>
                  <a:xfrm>
                    <a:off x="3688629" y="3956002"/>
                    <a:ext cx="33089" cy="32558"/>
                    <a:chOff x="3688629" y="3956002"/>
                    <a:chExt cx="33089" cy="32558"/>
                  </a:xfrm>
                  <a:solidFill>
                    <a:schemeClr val="accent1"/>
                  </a:solidFill>
                </p:grpSpPr>
                <p:sp>
                  <p:nvSpPr>
                    <p:cNvPr id="12096" name="Forme libre : forme 12095">
                      <a:extLst>
                        <a:ext uri="{FF2B5EF4-FFF2-40B4-BE49-F238E27FC236}">
                          <a16:creationId xmlns:a16="http://schemas.microsoft.com/office/drawing/2014/main" id="{02D61F97-5BFD-467F-9784-2367E6A104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629" y="3956002"/>
                      <a:ext cx="33089" cy="32558"/>
                    </a:xfrm>
                    <a:custGeom>
                      <a:avLst/>
                      <a:gdLst>
                        <a:gd name="connsiteX0" fmla="*/ 28290 w 33089"/>
                        <a:gd name="connsiteY0" fmla="*/ 29670 h 32558"/>
                        <a:gd name="connsiteX1" fmla="*/ 4668 w 33089"/>
                        <a:gd name="connsiteY1" fmla="*/ 25384 h 32558"/>
                        <a:gd name="connsiteX2" fmla="*/ 4764 w 33089"/>
                        <a:gd name="connsiteY2" fmla="*/ 3000 h 32558"/>
                        <a:gd name="connsiteX3" fmla="*/ 28100 w 33089"/>
                        <a:gd name="connsiteY3" fmla="*/ 6715 h 32558"/>
                        <a:gd name="connsiteX4" fmla="*/ 28290 w 33089"/>
                        <a:gd name="connsiteY4" fmla="*/ 29670 h 32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089" h="32558">
                          <a:moveTo>
                            <a:pt x="28290" y="29670"/>
                          </a:moveTo>
                          <a:cubicBezTo>
                            <a:pt x="21432" y="34814"/>
                            <a:pt x="10955" y="32909"/>
                            <a:pt x="4668" y="25384"/>
                          </a:cubicBezTo>
                          <a:cubicBezTo>
                            <a:pt x="-1713" y="17764"/>
                            <a:pt x="-1428" y="8048"/>
                            <a:pt x="4764" y="3000"/>
                          </a:cubicBezTo>
                          <a:cubicBezTo>
                            <a:pt x="10955" y="-2144"/>
                            <a:pt x="21432" y="-524"/>
                            <a:pt x="28100" y="6715"/>
                          </a:cubicBezTo>
                          <a:cubicBezTo>
                            <a:pt x="34672" y="13859"/>
                            <a:pt x="34767" y="24241"/>
                            <a:pt x="28290" y="2967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97" name="Forme libre : forme 12096">
                      <a:extLst>
                        <a:ext uri="{FF2B5EF4-FFF2-40B4-BE49-F238E27FC236}">
                          <a16:creationId xmlns:a16="http://schemas.microsoft.com/office/drawing/2014/main" id="{C9311EDC-BA93-455D-84B8-776C1E1AAF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629" y="3956145"/>
                      <a:ext cx="32385" cy="32415"/>
                    </a:xfrm>
                    <a:custGeom>
                      <a:avLst/>
                      <a:gdLst>
                        <a:gd name="connsiteX0" fmla="*/ 16384 w 32385"/>
                        <a:gd name="connsiteY0" fmla="*/ 16478 h 32415"/>
                        <a:gd name="connsiteX1" fmla="*/ 11907 w 32385"/>
                        <a:gd name="connsiteY1" fmla="*/ 0 h 32415"/>
                        <a:gd name="connsiteX2" fmla="*/ 4764 w 32385"/>
                        <a:gd name="connsiteY2" fmla="*/ 2857 h 32415"/>
                        <a:gd name="connsiteX3" fmla="*/ 4668 w 32385"/>
                        <a:gd name="connsiteY3" fmla="*/ 25241 h 32415"/>
                        <a:gd name="connsiteX4" fmla="*/ 28290 w 32385"/>
                        <a:gd name="connsiteY4" fmla="*/ 29527 h 32415"/>
                        <a:gd name="connsiteX5" fmla="*/ 32386 w 32385"/>
                        <a:gd name="connsiteY5" fmla="*/ 23050 h 32415"/>
                        <a:gd name="connsiteX6" fmla="*/ 16384 w 32385"/>
                        <a:gd name="connsiteY6" fmla="*/ 16478 h 324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385" h="32415">
                          <a:moveTo>
                            <a:pt x="16384" y="16478"/>
                          </a:moveTo>
                          <a:cubicBezTo>
                            <a:pt x="11907" y="11430"/>
                            <a:pt x="10479" y="5143"/>
                            <a:pt x="11907" y="0"/>
                          </a:cubicBezTo>
                          <a:cubicBezTo>
                            <a:pt x="9240" y="286"/>
                            <a:pt x="6764" y="1143"/>
                            <a:pt x="4764" y="2857"/>
                          </a:cubicBezTo>
                          <a:cubicBezTo>
                            <a:pt x="-1428" y="8001"/>
                            <a:pt x="-1713" y="17716"/>
                            <a:pt x="4668" y="25241"/>
                          </a:cubicBezTo>
                          <a:cubicBezTo>
                            <a:pt x="10955" y="32766"/>
                            <a:pt x="21528" y="34671"/>
                            <a:pt x="28290" y="29527"/>
                          </a:cubicBezTo>
                          <a:cubicBezTo>
                            <a:pt x="30386" y="27813"/>
                            <a:pt x="31624" y="25527"/>
                            <a:pt x="32386" y="23050"/>
                          </a:cubicBezTo>
                          <a:cubicBezTo>
                            <a:pt x="26862" y="23717"/>
                            <a:pt x="20765" y="21431"/>
                            <a:pt x="16384" y="164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98" name="Forme libre : forme 12097">
                      <a:extLst>
                        <a:ext uri="{FF2B5EF4-FFF2-40B4-BE49-F238E27FC236}">
                          <a16:creationId xmlns:a16="http://schemas.microsoft.com/office/drawing/2014/main" id="{B6114523-97F5-4511-8293-67E2154F71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4645" y="3968148"/>
                      <a:ext cx="13989" cy="15352"/>
                    </a:xfrm>
                    <a:custGeom>
                      <a:avLst/>
                      <a:gdLst>
                        <a:gd name="connsiteX0" fmla="*/ 13513 w 13989"/>
                        <a:gd name="connsiteY0" fmla="*/ 10857 h 15352"/>
                        <a:gd name="connsiteX1" fmla="*/ 4368 w 13989"/>
                        <a:gd name="connsiteY1" fmla="*/ 14572 h 15352"/>
                        <a:gd name="connsiteX2" fmla="*/ 463 w 13989"/>
                        <a:gd name="connsiteY2" fmla="*/ 4475 h 15352"/>
                        <a:gd name="connsiteX3" fmla="*/ 9417 w 13989"/>
                        <a:gd name="connsiteY3" fmla="*/ 665 h 15352"/>
                        <a:gd name="connsiteX4" fmla="*/ 13513 w 13989"/>
                        <a:gd name="connsiteY4" fmla="*/ 10857 h 15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89" h="15352">
                          <a:moveTo>
                            <a:pt x="13513" y="10857"/>
                          </a:moveTo>
                          <a:cubicBezTo>
                            <a:pt x="12179" y="14763"/>
                            <a:pt x="7988" y="16477"/>
                            <a:pt x="4368" y="14572"/>
                          </a:cubicBezTo>
                          <a:cubicBezTo>
                            <a:pt x="749" y="12667"/>
                            <a:pt x="-870" y="8286"/>
                            <a:pt x="463" y="4475"/>
                          </a:cubicBezTo>
                          <a:cubicBezTo>
                            <a:pt x="1797" y="665"/>
                            <a:pt x="5797" y="-1049"/>
                            <a:pt x="9417" y="665"/>
                          </a:cubicBezTo>
                          <a:cubicBezTo>
                            <a:pt x="13036" y="2380"/>
                            <a:pt x="14941" y="6952"/>
                            <a:pt x="13513" y="1085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99" name="Forme libre : forme 12098">
                      <a:extLst>
                        <a:ext uri="{FF2B5EF4-FFF2-40B4-BE49-F238E27FC236}">
                          <a16:creationId xmlns:a16="http://schemas.microsoft.com/office/drawing/2014/main" id="{BF97D0ED-E620-4F59-AFF9-6B20457DA3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8464" y="3966464"/>
                      <a:ext cx="5419" cy="5419"/>
                    </a:xfrm>
                    <a:custGeom>
                      <a:avLst/>
                      <a:gdLst>
                        <a:gd name="connsiteX0" fmla="*/ 4645 w 5419"/>
                        <a:gd name="connsiteY0" fmla="*/ 4921 h 5419"/>
                        <a:gd name="connsiteX1" fmla="*/ 835 w 5419"/>
                        <a:gd name="connsiteY1" fmla="*/ 4350 h 5419"/>
                        <a:gd name="connsiteX2" fmla="*/ 740 w 5419"/>
                        <a:gd name="connsiteY2" fmla="*/ 540 h 5419"/>
                        <a:gd name="connsiteX3" fmla="*/ 4550 w 5419"/>
                        <a:gd name="connsiteY3" fmla="*/ 1111 h 5419"/>
                        <a:gd name="connsiteX4" fmla="*/ 4645 w 5419"/>
                        <a:gd name="connsiteY4" fmla="*/ 4921 h 54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19" h="5419">
                          <a:moveTo>
                            <a:pt x="4645" y="4921"/>
                          </a:moveTo>
                          <a:cubicBezTo>
                            <a:pt x="3597" y="5779"/>
                            <a:pt x="1883" y="5493"/>
                            <a:pt x="835" y="4350"/>
                          </a:cubicBezTo>
                          <a:cubicBezTo>
                            <a:pt x="-213" y="3207"/>
                            <a:pt x="-308" y="1492"/>
                            <a:pt x="740" y="540"/>
                          </a:cubicBezTo>
                          <a:cubicBezTo>
                            <a:pt x="1788" y="-413"/>
                            <a:pt x="3502" y="-32"/>
                            <a:pt x="4550" y="1111"/>
                          </a:cubicBezTo>
                          <a:cubicBezTo>
                            <a:pt x="5693" y="2350"/>
                            <a:pt x="5693" y="4064"/>
                            <a:pt x="4645" y="49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100" name="Graphique 5">
                  <a:extLst>
                    <a:ext uri="{FF2B5EF4-FFF2-40B4-BE49-F238E27FC236}">
                      <a16:creationId xmlns:a16="http://schemas.microsoft.com/office/drawing/2014/main" id="{B7C16358-DCE4-4E75-A595-85E674F6EC5B}"/>
                    </a:ext>
                  </a:extLst>
                </p:cNvPr>
                <p:cNvGrpSpPr/>
                <p:nvPr/>
              </p:nvGrpSpPr>
              <p:grpSpPr>
                <a:xfrm>
                  <a:off x="3763162" y="3973558"/>
                  <a:ext cx="43335" cy="102529"/>
                  <a:chOff x="3763162" y="3973558"/>
                  <a:chExt cx="43335" cy="102529"/>
                </a:xfrm>
                <a:solidFill>
                  <a:schemeClr val="accent1"/>
                </a:solidFill>
              </p:grpSpPr>
              <p:grpSp>
                <p:nvGrpSpPr>
                  <p:cNvPr id="12101" name="Graphique 5">
                    <a:extLst>
                      <a:ext uri="{FF2B5EF4-FFF2-40B4-BE49-F238E27FC236}">
                        <a16:creationId xmlns:a16="http://schemas.microsoft.com/office/drawing/2014/main" id="{EA4BBE5C-38A1-46F2-960B-5FA92F0DF15D}"/>
                      </a:ext>
                    </a:extLst>
                  </p:cNvPr>
                  <p:cNvGrpSpPr/>
                  <p:nvPr/>
                </p:nvGrpSpPr>
                <p:grpSpPr>
                  <a:xfrm>
                    <a:off x="3764916" y="3973558"/>
                    <a:ext cx="34596" cy="34103"/>
                    <a:chOff x="3764916" y="3973558"/>
                    <a:chExt cx="34596" cy="34103"/>
                  </a:xfrm>
                  <a:solidFill>
                    <a:schemeClr val="accent1"/>
                  </a:solidFill>
                </p:grpSpPr>
                <p:sp>
                  <p:nvSpPr>
                    <p:cNvPr id="12102" name="Forme libre : forme 12101">
                      <a:extLst>
                        <a:ext uri="{FF2B5EF4-FFF2-40B4-BE49-F238E27FC236}">
                          <a16:creationId xmlns:a16="http://schemas.microsoft.com/office/drawing/2014/main" id="{497BB2B9-D054-4197-B3DA-7BAA30598A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5011" y="3973558"/>
                      <a:ext cx="34501" cy="34103"/>
                    </a:xfrm>
                    <a:custGeom>
                      <a:avLst/>
                      <a:gdLst>
                        <a:gd name="connsiteX0" fmla="*/ 32870 w 34501"/>
                        <a:gd name="connsiteY0" fmla="*/ 25354 h 34103"/>
                        <a:gd name="connsiteX1" fmla="*/ 9629 w 34501"/>
                        <a:gd name="connsiteY1" fmla="*/ 31736 h 34103"/>
                        <a:gd name="connsiteX2" fmla="*/ 1724 w 34501"/>
                        <a:gd name="connsiteY2" fmla="*/ 8590 h 34103"/>
                        <a:gd name="connsiteX3" fmla="*/ 24393 w 34501"/>
                        <a:gd name="connsiteY3" fmla="*/ 2113 h 34103"/>
                        <a:gd name="connsiteX4" fmla="*/ 32870 w 34501"/>
                        <a:gd name="connsiteY4" fmla="*/ 25354 h 34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01" h="34103">
                          <a:moveTo>
                            <a:pt x="32870" y="25354"/>
                          </a:moveTo>
                          <a:cubicBezTo>
                            <a:pt x="28965" y="33927"/>
                            <a:pt x="18106" y="36499"/>
                            <a:pt x="9629" y="31736"/>
                          </a:cubicBezTo>
                          <a:cubicBezTo>
                            <a:pt x="1057" y="26878"/>
                            <a:pt x="-2372" y="16496"/>
                            <a:pt x="1724" y="8590"/>
                          </a:cubicBezTo>
                          <a:cubicBezTo>
                            <a:pt x="5533" y="494"/>
                            <a:pt x="15630" y="-2364"/>
                            <a:pt x="24393" y="2113"/>
                          </a:cubicBezTo>
                          <a:cubicBezTo>
                            <a:pt x="33061" y="6590"/>
                            <a:pt x="36966" y="16877"/>
                            <a:pt x="32870" y="2535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03" name="Forme libre : forme 12102">
                      <a:extLst>
                        <a:ext uri="{FF2B5EF4-FFF2-40B4-BE49-F238E27FC236}">
                          <a16:creationId xmlns:a16="http://schemas.microsoft.com/office/drawing/2014/main" id="{C9D5321B-E1A2-4CC5-B61E-85E834B23D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4916" y="3976052"/>
                      <a:ext cx="34440" cy="31608"/>
                    </a:xfrm>
                    <a:custGeom>
                      <a:avLst/>
                      <a:gdLst>
                        <a:gd name="connsiteX0" fmla="*/ 17249 w 34440"/>
                        <a:gd name="connsiteY0" fmla="*/ 14954 h 31608"/>
                        <a:gd name="connsiteX1" fmla="*/ 7248 w 34440"/>
                        <a:gd name="connsiteY1" fmla="*/ 0 h 31608"/>
                        <a:gd name="connsiteX2" fmla="*/ 1723 w 34440"/>
                        <a:gd name="connsiteY2" fmla="*/ 6096 h 31608"/>
                        <a:gd name="connsiteX3" fmla="*/ 9629 w 34440"/>
                        <a:gd name="connsiteY3" fmla="*/ 29242 h 31608"/>
                        <a:gd name="connsiteX4" fmla="*/ 32870 w 34440"/>
                        <a:gd name="connsiteY4" fmla="*/ 22860 h 31608"/>
                        <a:gd name="connsiteX5" fmla="*/ 34394 w 34440"/>
                        <a:gd name="connsiteY5" fmla="*/ 14478 h 31608"/>
                        <a:gd name="connsiteX6" fmla="*/ 17249 w 34440"/>
                        <a:gd name="connsiteY6" fmla="*/ 14954 h 31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40" h="31608">
                          <a:moveTo>
                            <a:pt x="17249" y="14954"/>
                          </a:moveTo>
                          <a:cubicBezTo>
                            <a:pt x="11344" y="11811"/>
                            <a:pt x="7819" y="5905"/>
                            <a:pt x="7248" y="0"/>
                          </a:cubicBezTo>
                          <a:cubicBezTo>
                            <a:pt x="4962" y="1429"/>
                            <a:pt x="2962" y="3429"/>
                            <a:pt x="1723" y="6096"/>
                          </a:cubicBezTo>
                          <a:cubicBezTo>
                            <a:pt x="-2372" y="14002"/>
                            <a:pt x="1057" y="24289"/>
                            <a:pt x="9629" y="29242"/>
                          </a:cubicBezTo>
                          <a:cubicBezTo>
                            <a:pt x="18106" y="34004"/>
                            <a:pt x="28965" y="31432"/>
                            <a:pt x="32870" y="22860"/>
                          </a:cubicBezTo>
                          <a:cubicBezTo>
                            <a:pt x="34204" y="20193"/>
                            <a:pt x="34584" y="17336"/>
                            <a:pt x="34394" y="14478"/>
                          </a:cubicBezTo>
                          <a:cubicBezTo>
                            <a:pt x="29536" y="17621"/>
                            <a:pt x="23059" y="18002"/>
                            <a:pt x="17249" y="1495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04" name="Forme libre : forme 12103">
                      <a:extLst>
                        <a:ext uri="{FF2B5EF4-FFF2-40B4-BE49-F238E27FC236}">
                          <a16:creationId xmlns:a16="http://schemas.microsoft.com/office/drawing/2014/main" id="{A8AA26B7-C541-4BC9-A0DC-EB0216E43A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2354" y="3983003"/>
                      <a:ext cx="14291" cy="16582"/>
                    </a:xfrm>
                    <a:custGeom>
                      <a:avLst/>
                      <a:gdLst>
                        <a:gd name="connsiteX0" fmla="*/ 14290 w 14291"/>
                        <a:gd name="connsiteY0" fmla="*/ 8575 h 16582"/>
                        <a:gd name="connsiteX1" fmla="*/ 7336 w 14291"/>
                        <a:gd name="connsiteY1" fmla="*/ 16576 h 16582"/>
                        <a:gd name="connsiteX2" fmla="*/ 2 w 14291"/>
                        <a:gd name="connsiteY2" fmla="*/ 7908 h 16582"/>
                        <a:gd name="connsiteX3" fmla="*/ 6860 w 14291"/>
                        <a:gd name="connsiteY3" fmla="*/ 2 h 16582"/>
                        <a:gd name="connsiteX4" fmla="*/ 14290 w 14291"/>
                        <a:gd name="connsiteY4" fmla="*/ 8575 h 16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91" h="16582">
                          <a:moveTo>
                            <a:pt x="14290" y="8575"/>
                          </a:moveTo>
                          <a:cubicBezTo>
                            <a:pt x="14385" y="13146"/>
                            <a:pt x="11242" y="16766"/>
                            <a:pt x="7336" y="16576"/>
                          </a:cubicBezTo>
                          <a:cubicBezTo>
                            <a:pt x="3431" y="16385"/>
                            <a:pt x="98" y="12480"/>
                            <a:pt x="2" y="7908"/>
                          </a:cubicBezTo>
                          <a:cubicBezTo>
                            <a:pt x="-93" y="3336"/>
                            <a:pt x="2955" y="-93"/>
                            <a:pt x="6860" y="2"/>
                          </a:cubicBezTo>
                          <a:cubicBezTo>
                            <a:pt x="10861" y="288"/>
                            <a:pt x="14194" y="4003"/>
                            <a:pt x="14290" y="857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05" name="Forme libre : forme 12104">
                      <a:extLst>
                        <a:ext uri="{FF2B5EF4-FFF2-40B4-BE49-F238E27FC236}">
                          <a16:creationId xmlns:a16="http://schemas.microsoft.com/office/drawing/2014/main" id="{20D1ECF5-B283-413D-BA47-2C0B1DB0D3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3810" y="3982040"/>
                      <a:ext cx="5663" cy="5593"/>
                    </a:xfrm>
                    <a:custGeom>
                      <a:avLst/>
                      <a:gdLst>
                        <a:gd name="connsiteX0" fmla="*/ 5403 w 5663"/>
                        <a:gd name="connsiteY0" fmla="*/ 4109 h 5593"/>
                        <a:gd name="connsiteX1" fmla="*/ 1688 w 5663"/>
                        <a:gd name="connsiteY1" fmla="*/ 5252 h 5593"/>
                        <a:gd name="connsiteX2" fmla="*/ 260 w 5663"/>
                        <a:gd name="connsiteY2" fmla="*/ 1442 h 5593"/>
                        <a:gd name="connsiteX3" fmla="*/ 3975 w 5663"/>
                        <a:gd name="connsiteY3" fmla="*/ 299 h 5593"/>
                        <a:gd name="connsiteX4" fmla="*/ 5403 w 5663"/>
                        <a:gd name="connsiteY4" fmla="*/ 4109 h 55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63" h="5593">
                          <a:moveTo>
                            <a:pt x="5403" y="4109"/>
                          </a:moveTo>
                          <a:cubicBezTo>
                            <a:pt x="4736" y="5443"/>
                            <a:pt x="3117" y="6014"/>
                            <a:pt x="1688" y="5252"/>
                          </a:cubicBezTo>
                          <a:cubicBezTo>
                            <a:pt x="260" y="4490"/>
                            <a:pt x="-407" y="2776"/>
                            <a:pt x="260" y="1442"/>
                          </a:cubicBezTo>
                          <a:cubicBezTo>
                            <a:pt x="926" y="109"/>
                            <a:pt x="2546" y="-368"/>
                            <a:pt x="3975" y="299"/>
                          </a:cubicBezTo>
                          <a:cubicBezTo>
                            <a:pt x="5403" y="1061"/>
                            <a:pt x="6070" y="2681"/>
                            <a:pt x="5403" y="41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106" name="Graphique 5">
                    <a:extLst>
                      <a:ext uri="{FF2B5EF4-FFF2-40B4-BE49-F238E27FC236}">
                        <a16:creationId xmlns:a16="http://schemas.microsoft.com/office/drawing/2014/main" id="{444DFA26-4F22-4461-B489-7FB8A55AA591}"/>
                      </a:ext>
                    </a:extLst>
                  </p:cNvPr>
                  <p:cNvGrpSpPr/>
                  <p:nvPr/>
                </p:nvGrpSpPr>
                <p:grpSpPr>
                  <a:xfrm>
                    <a:off x="3763162" y="4007290"/>
                    <a:ext cx="34771" cy="34714"/>
                    <a:chOff x="3763162" y="4007290"/>
                    <a:chExt cx="34771" cy="34714"/>
                  </a:xfrm>
                  <a:solidFill>
                    <a:schemeClr val="accent1"/>
                  </a:solidFill>
                </p:grpSpPr>
                <p:sp>
                  <p:nvSpPr>
                    <p:cNvPr id="12107" name="Forme libre : forme 12106">
                      <a:extLst>
                        <a:ext uri="{FF2B5EF4-FFF2-40B4-BE49-F238E27FC236}">
                          <a16:creationId xmlns:a16="http://schemas.microsoft.com/office/drawing/2014/main" id="{D16EF169-FFDD-40F0-89E9-F75639C638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3162" y="4007290"/>
                      <a:ext cx="34771" cy="34714"/>
                    </a:xfrm>
                    <a:custGeom>
                      <a:avLst/>
                      <a:gdLst>
                        <a:gd name="connsiteX0" fmla="*/ 32719 w 34771"/>
                        <a:gd name="connsiteY0" fmla="*/ 26007 h 34714"/>
                        <a:gd name="connsiteX1" fmla="*/ 9002 w 34771"/>
                        <a:gd name="connsiteY1" fmla="*/ 32103 h 34714"/>
                        <a:gd name="connsiteX2" fmla="*/ 1953 w 34771"/>
                        <a:gd name="connsiteY2" fmla="*/ 8291 h 34714"/>
                        <a:gd name="connsiteX3" fmla="*/ 25385 w 34771"/>
                        <a:gd name="connsiteY3" fmla="*/ 2385 h 34714"/>
                        <a:gd name="connsiteX4" fmla="*/ 32719 w 34771"/>
                        <a:gd name="connsiteY4" fmla="*/ 26007 h 34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771" h="34714">
                          <a:moveTo>
                            <a:pt x="32719" y="26007"/>
                          </a:moveTo>
                          <a:cubicBezTo>
                            <a:pt x="28052" y="34389"/>
                            <a:pt x="17574" y="37342"/>
                            <a:pt x="9002" y="32103"/>
                          </a:cubicBezTo>
                          <a:cubicBezTo>
                            <a:pt x="620" y="26960"/>
                            <a:pt x="-2333" y="16387"/>
                            <a:pt x="1953" y="8291"/>
                          </a:cubicBezTo>
                          <a:cubicBezTo>
                            <a:pt x="6240" y="195"/>
                            <a:pt x="16717" y="-2377"/>
                            <a:pt x="25385" y="2385"/>
                          </a:cubicBezTo>
                          <a:cubicBezTo>
                            <a:pt x="33957" y="7053"/>
                            <a:pt x="37291" y="17530"/>
                            <a:pt x="32719" y="2600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08" name="Forme libre : forme 12107">
                      <a:extLst>
                        <a:ext uri="{FF2B5EF4-FFF2-40B4-BE49-F238E27FC236}">
                          <a16:creationId xmlns:a16="http://schemas.microsoft.com/office/drawing/2014/main" id="{7C885B0E-6AF8-40D8-9F6A-5B109238E8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3223" y="4009485"/>
                      <a:ext cx="34667" cy="32424"/>
                    </a:xfrm>
                    <a:custGeom>
                      <a:avLst/>
                      <a:gdLst>
                        <a:gd name="connsiteX0" fmla="*/ 17133 w 34667"/>
                        <a:gd name="connsiteY0" fmla="*/ 15335 h 32424"/>
                        <a:gd name="connsiteX1" fmla="*/ 7893 w 34667"/>
                        <a:gd name="connsiteY1" fmla="*/ 0 h 32424"/>
                        <a:gd name="connsiteX2" fmla="*/ 1892 w 34667"/>
                        <a:gd name="connsiteY2" fmla="*/ 6001 h 32424"/>
                        <a:gd name="connsiteX3" fmla="*/ 8941 w 34667"/>
                        <a:gd name="connsiteY3" fmla="*/ 29813 h 32424"/>
                        <a:gd name="connsiteX4" fmla="*/ 32658 w 34667"/>
                        <a:gd name="connsiteY4" fmla="*/ 23717 h 32424"/>
                        <a:gd name="connsiteX5" fmla="*/ 34659 w 34667"/>
                        <a:gd name="connsiteY5" fmla="*/ 15335 h 32424"/>
                        <a:gd name="connsiteX6" fmla="*/ 17133 w 34667"/>
                        <a:gd name="connsiteY6" fmla="*/ 15335 h 324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667" h="32424">
                          <a:moveTo>
                            <a:pt x="17133" y="15335"/>
                          </a:moveTo>
                          <a:cubicBezTo>
                            <a:pt x="11322" y="12002"/>
                            <a:pt x="8084" y="6001"/>
                            <a:pt x="7893" y="0"/>
                          </a:cubicBezTo>
                          <a:cubicBezTo>
                            <a:pt x="5417" y="1429"/>
                            <a:pt x="3321" y="3429"/>
                            <a:pt x="1892" y="6001"/>
                          </a:cubicBezTo>
                          <a:cubicBezTo>
                            <a:pt x="-2299" y="14097"/>
                            <a:pt x="654" y="24765"/>
                            <a:pt x="8941" y="29813"/>
                          </a:cubicBezTo>
                          <a:cubicBezTo>
                            <a:pt x="17418" y="35052"/>
                            <a:pt x="27991" y="32099"/>
                            <a:pt x="32658" y="23717"/>
                          </a:cubicBezTo>
                          <a:cubicBezTo>
                            <a:pt x="34087" y="21050"/>
                            <a:pt x="34754" y="18193"/>
                            <a:pt x="34659" y="15335"/>
                          </a:cubicBezTo>
                          <a:cubicBezTo>
                            <a:pt x="29420" y="18383"/>
                            <a:pt x="22848" y="18669"/>
                            <a:pt x="17133" y="1533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09" name="Forme libre : forme 12108">
                      <a:extLst>
                        <a:ext uri="{FF2B5EF4-FFF2-40B4-BE49-F238E27FC236}">
                          <a16:creationId xmlns:a16="http://schemas.microsoft.com/office/drawing/2014/main" id="{7327C09B-A630-4848-98E1-5AF64B8095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0538" y="4017184"/>
                      <a:ext cx="14488" cy="16605"/>
                    </a:xfrm>
                    <a:custGeom>
                      <a:avLst/>
                      <a:gdLst>
                        <a:gd name="connsiteX0" fmla="*/ 14486 w 14488"/>
                        <a:gd name="connsiteY0" fmla="*/ 8684 h 16605"/>
                        <a:gd name="connsiteX1" fmla="*/ 6962 w 14488"/>
                        <a:gd name="connsiteY1" fmla="*/ 16590 h 16605"/>
                        <a:gd name="connsiteX2" fmla="*/ 8 w 14488"/>
                        <a:gd name="connsiteY2" fmla="*/ 7732 h 16605"/>
                        <a:gd name="connsiteX3" fmla="*/ 7438 w 14488"/>
                        <a:gd name="connsiteY3" fmla="*/ 17 h 16605"/>
                        <a:gd name="connsiteX4" fmla="*/ 14486 w 14488"/>
                        <a:gd name="connsiteY4" fmla="*/ 8684 h 166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88" h="16605">
                          <a:moveTo>
                            <a:pt x="14486" y="8684"/>
                          </a:moveTo>
                          <a:cubicBezTo>
                            <a:pt x="14391" y="13256"/>
                            <a:pt x="10962" y="16876"/>
                            <a:pt x="6962" y="16590"/>
                          </a:cubicBezTo>
                          <a:cubicBezTo>
                            <a:pt x="2961" y="16304"/>
                            <a:pt x="-182" y="12304"/>
                            <a:pt x="8" y="7732"/>
                          </a:cubicBezTo>
                          <a:cubicBezTo>
                            <a:pt x="104" y="3160"/>
                            <a:pt x="3437" y="-269"/>
                            <a:pt x="7438" y="17"/>
                          </a:cubicBezTo>
                          <a:cubicBezTo>
                            <a:pt x="11438" y="207"/>
                            <a:pt x="14581" y="4112"/>
                            <a:pt x="14486" y="868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10" name="Forme libre : forme 12109">
                      <a:extLst>
                        <a:ext uri="{FF2B5EF4-FFF2-40B4-BE49-F238E27FC236}">
                          <a16:creationId xmlns:a16="http://schemas.microsoft.com/office/drawing/2014/main" id="{97EA6333-C3FE-4E61-95B7-8E3B546EF4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2345" y="4015884"/>
                      <a:ext cx="5778" cy="5680"/>
                    </a:xfrm>
                    <a:custGeom>
                      <a:avLst/>
                      <a:gdLst>
                        <a:gd name="connsiteX0" fmla="*/ 5440 w 5778"/>
                        <a:gd name="connsiteY0" fmla="*/ 4269 h 5680"/>
                        <a:gd name="connsiteX1" fmla="*/ 1535 w 5778"/>
                        <a:gd name="connsiteY1" fmla="*/ 5317 h 5680"/>
                        <a:gd name="connsiteX2" fmla="*/ 297 w 5778"/>
                        <a:gd name="connsiteY2" fmla="*/ 1411 h 5680"/>
                        <a:gd name="connsiteX3" fmla="*/ 4202 w 5778"/>
                        <a:gd name="connsiteY3" fmla="*/ 364 h 5680"/>
                        <a:gd name="connsiteX4" fmla="*/ 5440 w 5778"/>
                        <a:gd name="connsiteY4" fmla="*/ 4269 h 56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78" h="5680">
                          <a:moveTo>
                            <a:pt x="5440" y="4269"/>
                          </a:moveTo>
                          <a:cubicBezTo>
                            <a:pt x="4678" y="5602"/>
                            <a:pt x="2964" y="6079"/>
                            <a:pt x="1535" y="5317"/>
                          </a:cubicBezTo>
                          <a:cubicBezTo>
                            <a:pt x="106" y="4555"/>
                            <a:pt x="-370" y="2745"/>
                            <a:pt x="297" y="1411"/>
                          </a:cubicBezTo>
                          <a:cubicBezTo>
                            <a:pt x="963" y="78"/>
                            <a:pt x="2773" y="-398"/>
                            <a:pt x="4202" y="364"/>
                          </a:cubicBezTo>
                          <a:cubicBezTo>
                            <a:pt x="5631" y="1126"/>
                            <a:pt x="6202" y="2935"/>
                            <a:pt x="5440" y="42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111" name="Graphique 5">
                    <a:extLst>
                      <a:ext uri="{FF2B5EF4-FFF2-40B4-BE49-F238E27FC236}">
                        <a16:creationId xmlns:a16="http://schemas.microsoft.com/office/drawing/2014/main" id="{EBCA6497-70A4-4BFC-B68E-C40FBE6EF797}"/>
                      </a:ext>
                    </a:extLst>
                  </p:cNvPr>
                  <p:cNvGrpSpPr/>
                  <p:nvPr/>
                </p:nvGrpSpPr>
                <p:grpSpPr>
                  <a:xfrm>
                    <a:off x="3771009" y="4040872"/>
                    <a:ext cx="35487" cy="35215"/>
                    <a:chOff x="3771009" y="4040872"/>
                    <a:chExt cx="35487" cy="35215"/>
                  </a:xfrm>
                  <a:solidFill>
                    <a:schemeClr val="accent1"/>
                  </a:solidFill>
                </p:grpSpPr>
                <p:sp>
                  <p:nvSpPr>
                    <p:cNvPr id="12112" name="Forme libre : forme 12111">
                      <a:extLst>
                        <a:ext uri="{FF2B5EF4-FFF2-40B4-BE49-F238E27FC236}">
                          <a16:creationId xmlns:a16="http://schemas.microsoft.com/office/drawing/2014/main" id="{C06DBE39-9BCB-4784-BEDE-ACBEE5BF3F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1009" y="4040872"/>
                      <a:ext cx="35487" cy="35215"/>
                    </a:xfrm>
                    <a:custGeom>
                      <a:avLst/>
                      <a:gdLst>
                        <a:gd name="connsiteX0" fmla="*/ 33063 w 35487"/>
                        <a:gd name="connsiteY0" fmla="*/ 26716 h 35215"/>
                        <a:gd name="connsiteX1" fmla="*/ 8489 w 35487"/>
                        <a:gd name="connsiteY1" fmla="*/ 32526 h 35215"/>
                        <a:gd name="connsiteX2" fmla="*/ 2488 w 35487"/>
                        <a:gd name="connsiteY2" fmla="*/ 8333 h 35215"/>
                        <a:gd name="connsiteX3" fmla="*/ 26491 w 35487"/>
                        <a:gd name="connsiteY3" fmla="*/ 2427 h 35215"/>
                        <a:gd name="connsiteX4" fmla="*/ 33063 w 35487"/>
                        <a:gd name="connsiteY4" fmla="*/ 26716 h 352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87" h="35215">
                          <a:moveTo>
                            <a:pt x="33063" y="26716"/>
                          </a:moveTo>
                          <a:cubicBezTo>
                            <a:pt x="27825" y="35098"/>
                            <a:pt x="16776" y="37765"/>
                            <a:pt x="8489" y="32526"/>
                          </a:cubicBezTo>
                          <a:cubicBezTo>
                            <a:pt x="202" y="27287"/>
                            <a:pt x="-2465" y="16333"/>
                            <a:pt x="2488" y="8333"/>
                          </a:cubicBezTo>
                          <a:cubicBezTo>
                            <a:pt x="7536" y="427"/>
                            <a:pt x="17823" y="-2526"/>
                            <a:pt x="26491" y="2427"/>
                          </a:cubicBezTo>
                          <a:cubicBezTo>
                            <a:pt x="34968" y="7190"/>
                            <a:pt x="38112" y="18143"/>
                            <a:pt x="33063" y="2671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13" name="Forme libre : forme 12112">
                      <a:extLst>
                        <a:ext uri="{FF2B5EF4-FFF2-40B4-BE49-F238E27FC236}">
                          <a16:creationId xmlns:a16="http://schemas.microsoft.com/office/drawing/2014/main" id="{37503FBA-4BE4-4F8D-9735-D7C7E799EE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1009" y="4043203"/>
                      <a:ext cx="35349" cy="32883"/>
                    </a:xfrm>
                    <a:custGeom>
                      <a:avLst/>
                      <a:gdLst>
                        <a:gd name="connsiteX0" fmla="*/ 17633 w 35349"/>
                        <a:gd name="connsiteY0" fmla="*/ 15621 h 32883"/>
                        <a:gd name="connsiteX1" fmla="*/ 8965 w 35349"/>
                        <a:gd name="connsiteY1" fmla="*/ 0 h 32883"/>
                        <a:gd name="connsiteX2" fmla="*/ 2488 w 35349"/>
                        <a:gd name="connsiteY2" fmla="*/ 6001 h 32883"/>
                        <a:gd name="connsiteX3" fmla="*/ 8489 w 35349"/>
                        <a:gd name="connsiteY3" fmla="*/ 30194 h 32883"/>
                        <a:gd name="connsiteX4" fmla="*/ 33063 w 35349"/>
                        <a:gd name="connsiteY4" fmla="*/ 24384 h 32883"/>
                        <a:gd name="connsiteX5" fmla="*/ 35349 w 35349"/>
                        <a:gd name="connsiteY5" fmla="*/ 15716 h 32883"/>
                        <a:gd name="connsiteX6" fmla="*/ 17633 w 35349"/>
                        <a:gd name="connsiteY6" fmla="*/ 15621 h 32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349" h="32883">
                          <a:moveTo>
                            <a:pt x="17633" y="15621"/>
                          </a:moveTo>
                          <a:cubicBezTo>
                            <a:pt x="11918" y="12097"/>
                            <a:pt x="8870" y="6001"/>
                            <a:pt x="8965" y="0"/>
                          </a:cubicBezTo>
                          <a:cubicBezTo>
                            <a:pt x="6393" y="1334"/>
                            <a:pt x="4107" y="3334"/>
                            <a:pt x="2488" y="6001"/>
                          </a:cubicBezTo>
                          <a:cubicBezTo>
                            <a:pt x="-2465" y="14097"/>
                            <a:pt x="202" y="24955"/>
                            <a:pt x="8489" y="30194"/>
                          </a:cubicBezTo>
                          <a:cubicBezTo>
                            <a:pt x="16776" y="35433"/>
                            <a:pt x="27825" y="32766"/>
                            <a:pt x="33063" y="24384"/>
                          </a:cubicBezTo>
                          <a:cubicBezTo>
                            <a:pt x="34778" y="21717"/>
                            <a:pt x="35349" y="18669"/>
                            <a:pt x="35349" y="15716"/>
                          </a:cubicBezTo>
                          <a:cubicBezTo>
                            <a:pt x="30206" y="18955"/>
                            <a:pt x="23253" y="19050"/>
                            <a:pt x="17633" y="156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14" name="Forme libre : forme 12113">
                      <a:extLst>
                        <a:ext uri="{FF2B5EF4-FFF2-40B4-BE49-F238E27FC236}">
                          <a16:creationId xmlns:a16="http://schemas.microsoft.com/office/drawing/2014/main" id="{DF59F4BE-93E7-4A0A-A1C0-33A6160843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8705" y="4050998"/>
                      <a:ext cx="14814" cy="16987"/>
                    </a:xfrm>
                    <a:custGeom>
                      <a:avLst/>
                      <a:gdLst>
                        <a:gd name="connsiteX0" fmla="*/ 14797 w 14814"/>
                        <a:gd name="connsiteY0" fmla="*/ 9065 h 16987"/>
                        <a:gd name="connsiteX1" fmla="*/ 6700 w 14814"/>
                        <a:gd name="connsiteY1" fmla="*/ 16971 h 16987"/>
                        <a:gd name="connsiteX2" fmla="*/ 33 w 14814"/>
                        <a:gd name="connsiteY2" fmla="*/ 7827 h 16987"/>
                        <a:gd name="connsiteX3" fmla="*/ 7939 w 14814"/>
                        <a:gd name="connsiteY3" fmla="*/ 16 h 16987"/>
                        <a:gd name="connsiteX4" fmla="*/ 14797 w 14814"/>
                        <a:gd name="connsiteY4" fmla="*/ 9065 h 16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14" h="16987">
                          <a:moveTo>
                            <a:pt x="14797" y="9065"/>
                          </a:moveTo>
                          <a:cubicBezTo>
                            <a:pt x="14606" y="13923"/>
                            <a:pt x="10796" y="17256"/>
                            <a:pt x="6700" y="16971"/>
                          </a:cubicBezTo>
                          <a:cubicBezTo>
                            <a:pt x="2605" y="16590"/>
                            <a:pt x="-348" y="12494"/>
                            <a:pt x="33" y="7827"/>
                          </a:cubicBezTo>
                          <a:cubicBezTo>
                            <a:pt x="509" y="3255"/>
                            <a:pt x="3938" y="-270"/>
                            <a:pt x="7939" y="16"/>
                          </a:cubicBezTo>
                          <a:cubicBezTo>
                            <a:pt x="11939" y="207"/>
                            <a:pt x="15082" y="4303"/>
                            <a:pt x="14797" y="906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15" name="Forme libre : forme 12114">
                      <a:extLst>
                        <a:ext uri="{FF2B5EF4-FFF2-40B4-BE49-F238E27FC236}">
                          <a16:creationId xmlns:a16="http://schemas.microsoft.com/office/drawing/2014/main" id="{EB0C1729-30C1-437F-BAED-45FFEDCBE7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1115" y="4049730"/>
                      <a:ext cx="5701" cy="5902"/>
                    </a:xfrm>
                    <a:custGeom>
                      <a:avLst/>
                      <a:gdLst>
                        <a:gd name="connsiteX0" fmla="*/ 5338 w 5701"/>
                        <a:gd name="connsiteY0" fmla="*/ 4427 h 5902"/>
                        <a:gd name="connsiteX1" fmla="*/ 1432 w 5701"/>
                        <a:gd name="connsiteY1" fmla="*/ 5475 h 5902"/>
                        <a:gd name="connsiteX2" fmla="*/ 384 w 5701"/>
                        <a:gd name="connsiteY2" fmla="*/ 1475 h 5902"/>
                        <a:gd name="connsiteX3" fmla="*/ 4290 w 5701"/>
                        <a:gd name="connsiteY3" fmla="*/ 427 h 5902"/>
                        <a:gd name="connsiteX4" fmla="*/ 5338 w 5701"/>
                        <a:gd name="connsiteY4" fmla="*/ 4427 h 5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01" h="5902">
                          <a:moveTo>
                            <a:pt x="5338" y="4427"/>
                          </a:moveTo>
                          <a:cubicBezTo>
                            <a:pt x="4576" y="5856"/>
                            <a:pt x="2766" y="6332"/>
                            <a:pt x="1432" y="5475"/>
                          </a:cubicBezTo>
                          <a:cubicBezTo>
                            <a:pt x="4" y="4618"/>
                            <a:pt x="-377" y="2904"/>
                            <a:pt x="384" y="1475"/>
                          </a:cubicBezTo>
                          <a:cubicBezTo>
                            <a:pt x="1147" y="46"/>
                            <a:pt x="2861" y="-430"/>
                            <a:pt x="4290" y="427"/>
                          </a:cubicBezTo>
                          <a:cubicBezTo>
                            <a:pt x="5623" y="1189"/>
                            <a:pt x="6100" y="2999"/>
                            <a:pt x="5338" y="44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116" name="Graphique 5">
                  <a:extLst>
                    <a:ext uri="{FF2B5EF4-FFF2-40B4-BE49-F238E27FC236}">
                      <a16:creationId xmlns:a16="http://schemas.microsoft.com/office/drawing/2014/main" id="{0827F691-F941-418F-92D9-A7160DBBED1C}"/>
                    </a:ext>
                  </a:extLst>
                </p:cNvPr>
                <p:cNvGrpSpPr/>
                <p:nvPr/>
              </p:nvGrpSpPr>
              <p:grpSpPr>
                <a:xfrm>
                  <a:off x="3873311" y="4010017"/>
                  <a:ext cx="45167" cy="110441"/>
                  <a:chOff x="3873311" y="4010017"/>
                  <a:chExt cx="45167" cy="110441"/>
                </a:xfrm>
                <a:solidFill>
                  <a:schemeClr val="accent1"/>
                </a:solidFill>
              </p:grpSpPr>
              <p:grpSp>
                <p:nvGrpSpPr>
                  <p:cNvPr id="12117" name="Graphique 5">
                    <a:extLst>
                      <a:ext uri="{FF2B5EF4-FFF2-40B4-BE49-F238E27FC236}">
                        <a16:creationId xmlns:a16="http://schemas.microsoft.com/office/drawing/2014/main" id="{1CBFA35D-695D-4DE6-B509-F2CD2688E9E6}"/>
                      </a:ext>
                    </a:extLst>
                  </p:cNvPr>
                  <p:cNvGrpSpPr/>
                  <p:nvPr/>
                </p:nvGrpSpPr>
                <p:grpSpPr>
                  <a:xfrm>
                    <a:off x="3875974" y="4010017"/>
                    <a:ext cx="36350" cy="37104"/>
                    <a:chOff x="3875974" y="4010017"/>
                    <a:chExt cx="36350" cy="37104"/>
                  </a:xfrm>
                  <a:solidFill>
                    <a:schemeClr val="accent1"/>
                  </a:solidFill>
                </p:grpSpPr>
                <p:sp>
                  <p:nvSpPr>
                    <p:cNvPr id="12118" name="Forme libre : forme 12117">
                      <a:extLst>
                        <a:ext uri="{FF2B5EF4-FFF2-40B4-BE49-F238E27FC236}">
                          <a16:creationId xmlns:a16="http://schemas.microsoft.com/office/drawing/2014/main" id="{661EC56D-8A63-4B76-BBEC-E9CE93BC25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5974" y="4010017"/>
                      <a:ext cx="36350" cy="37049"/>
                    </a:xfrm>
                    <a:custGeom>
                      <a:avLst/>
                      <a:gdLst>
                        <a:gd name="connsiteX0" fmla="*/ 34493 w 36350"/>
                        <a:gd name="connsiteY0" fmla="*/ 25662 h 37049"/>
                        <a:gd name="connsiteX1" fmla="*/ 9823 w 36350"/>
                        <a:gd name="connsiteY1" fmla="*/ 35473 h 37049"/>
                        <a:gd name="connsiteX2" fmla="*/ 1917 w 36350"/>
                        <a:gd name="connsiteY2" fmla="*/ 11279 h 37049"/>
                        <a:gd name="connsiteX3" fmla="*/ 25920 w 36350"/>
                        <a:gd name="connsiteY3" fmla="*/ 1373 h 37049"/>
                        <a:gd name="connsiteX4" fmla="*/ 34493 w 36350"/>
                        <a:gd name="connsiteY4" fmla="*/ 25662 h 37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350" h="37049">
                          <a:moveTo>
                            <a:pt x="34493" y="25662"/>
                          </a:moveTo>
                          <a:cubicBezTo>
                            <a:pt x="30206" y="35473"/>
                            <a:pt x="18681" y="39568"/>
                            <a:pt x="9823" y="35473"/>
                          </a:cubicBezTo>
                          <a:cubicBezTo>
                            <a:pt x="870" y="31186"/>
                            <a:pt x="-2464" y="20423"/>
                            <a:pt x="1917" y="11279"/>
                          </a:cubicBezTo>
                          <a:cubicBezTo>
                            <a:pt x="6108" y="1944"/>
                            <a:pt x="16776" y="-2437"/>
                            <a:pt x="25920" y="1373"/>
                          </a:cubicBezTo>
                          <a:cubicBezTo>
                            <a:pt x="35064" y="5183"/>
                            <a:pt x="38970" y="15946"/>
                            <a:pt x="34493" y="2566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19" name="Forme libre : forme 12118">
                      <a:extLst>
                        <a:ext uri="{FF2B5EF4-FFF2-40B4-BE49-F238E27FC236}">
                          <a16:creationId xmlns:a16="http://schemas.microsoft.com/office/drawing/2014/main" id="{24897C52-1677-44F2-B132-EE5DFE7557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6028" y="4013867"/>
                      <a:ext cx="36289" cy="33255"/>
                    </a:xfrm>
                    <a:custGeom>
                      <a:avLst/>
                      <a:gdLst>
                        <a:gd name="connsiteX0" fmla="*/ 18151 w 36289"/>
                        <a:gd name="connsiteY0" fmla="*/ 15145 h 33255"/>
                        <a:gd name="connsiteX1" fmla="*/ 7960 w 36289"/>
                        <a:gd name="connsiteY1" fmla="*/ 0 h 33255"/>
                        <a:gd name="connsiteX2" fmla="*/ 1959 w 36289"/>
                        <a:gd name="connsiteY2" fmla="*/ 7429 h 33255"/>
                        <a:gd name="connsiteX3" fmla="*/ 9865 w 36289"/>
                        <a:gd name="connsiteY3" fmla="*/ 31623 h 33255"/>
                        <a:gd name="connsiteX4" fmla="*/ 34534 w 36289"/>
                        <a:gd name="connsiteY4" fmla="*/ 21812 h 33255"/>
                        <a:gd name="connsiteX5" fmla="*/ 36249 w 36289"/>
                        <a:gd name="connsiteY5" fmla="*/ 12478 h 33255"/>
                        <a:gd name="connsiteX6" fmla="*/ 18151 w 36289"/>
                        <a:gd name="connsiteY6" fmla="*/ 15145 h 332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289" h="33255">
                          <a:moveTo>
                            <a:pt x="18151" y="15145"/>
                          </a:moveTo>
                          <a:cubicBezTo>
                            <a:pt x="12056" y="12382"/>
                            <a:pt x="8436" y="6477"/>
                            <a:pt x="7960" y="0"/>
                          </a:cubicBezTo>
                          <a:cubicBezTo>
                            <a:pt x="5483" y="1905"/>
                            <a:pt x="3388" y="4286"/>
                            <a:pt x="1959" y="7429"/>
                          </a:cubicBezTo>
                          <a:cubicBezTo>
                            <a:pt x="-2518" y="16573"/>
                            <a:pt x="911" y="27432"/>
                            <a:pt x="9865" y="31623"/>
                          </a:cubicBezTo>
                          <a:cubicBezTo>
                            <a:pt x="18723" y="35814"/>
                            <a:pt x="30248" y="31718"/>
                            <a:pt x="34534" y="21812"/>
                          </a:cubicBezTo>
                          <a:cubicBezTo>
                            <a:pt x="35963" y="18764"/>
                            <a:pt x="36440" y="15526"/>
                            <a:pt x="36249" y="12478"/>
                          </a:cubicBezTo>
                          <a:cubicBezTo>
                            <a:pt x="31010" y="16573"/>
                            <a:pt x="24152" y="17812"/>
                            <a:pt x="18151" y="1514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20" name="Forme libre : forme 12119">
                      <a:extLst>
                        <a:ext uri="{FF2B5EF4-FFF2-40B4-BE49-F238E27FC236}">
                          <a16:creationId xmlns:a16="http://schemas.microsoft.com/office/drawing/2014/main" id="{F1EA606F-AA61-4DD3-9E81-378CF5C991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4179" y="4019471"/>
                      <a:ext cx="15144" cy="17937"/>
                    </a:xfrm>
                    <a:custGeom>
                      <a:avLst/>
                      <a:gdLst>
                        <a:gd name="connsiteX0" fmla="*/ 15145 w 15144"/>
                        <a:gd name="connsiteY0" fmla="*/ 8397 h 17937"/>
                        <a:gd name="connsiteX1" fmla="*/ 7620 w 15144"/>
                        <a:gd name="connsiteY1" fmla="*/ 17922 h 17937"/>
                        <a:gd name="connsiteX2" fmla="*/ 0 w 15144"/>
                        <a:gd name="connsiteY2" fmla="*/ 9445 h 17937"/>
                        <a:gd name="connsiteX3" fmla="*/ 7429 w 15144"/>
                        <a:gd name="connsiteY3" fmla="*/ 15 h 17937"/>
                        <a:gd name="connsiteX4" fmla="*/ 15145 w 15144"/>
                        <a:gd name="connsiteY4" fmla="*/ 8397 h 17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44" h="17937">
                          <a:moveTo>
                            <a:pt x="15145" y="8397"/>
                          </a:moveTo>
                          <a:cubicBezTo>
                            <a:pt x="15145" y="13350"/>
                            <a:pt x="11811" y="17637"/>
                            <a:pt x="7620" y="17922"/>
                          </a:cubicBezTo>
                          <a:cubicBezTo>
                            <a:pt x="3429" y="18208"/>
                            <a:pt x="95" y="14398"/>
                            <a:pt x="0" y="9445"/>
                          </a:cubicBezTo>
                          <a:cubicBezTo>
                            <a:pt x="0" y="4492"/>
                            <a:pt x="3238" y="301"/>
                            <a:pt x="7429" y="15"/>
                          </a:cubicBezTo>
                          <a:cubicBezTo>
                            <a:pt x="11621" y="-270"/>
                            <a:pt x="15145" y="3444"/>
                            <a:pt x="15145" y="83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21" name="Forme libre : forme 12120">
                      <a:extLst>
                        <a:ext uri="{FF2B5EF4-FFF2-40B4-BE49-F238E27FC236}">
                          <a16:creationId xmlns:a16="http://schemas.microsoft.com/office/drawing/2014/main" id="{BD159561-22FC-430C-8F71-9845447393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5904" y="4018672"/>
                      <a:ext cx="6020" cy="6052"/>
                    </a:xfrm>
                    <a:custGeom>
                      <a:avLst/>
                      <a:gdLst>
                        <a:gd name="connsiteX0" fmla="*/ 5704 w 6020"/>
                        <a:gd name="connsiteY0" fmla="*/ 4148 h 6052"/>
                        <a:gd name="connsiteX1" fmla="*/ 1704 w 6020"/>
                        <a:gd name="connsiteY1" fmla="*/ 5862 h 6052"/>
                        <a:gd name="connsiteX2" fmla="*/ 275 w 6020"/>
                        <a:gd name="connsiteY2" fmla="*/ 1862 h 6052"/>
                        <a:gd name="connsiteX3" fmla="*/ 4276 w 6020"/>
                        <a:gd name="connsiteY3" fmla="*/ 243 h 6052"/>
                        <a:gd name="connsiteX4" fmla="*/ 5704 w 6020"/>
                        <a:gd name="connsiteY4" fmla="*/ 4148 h 6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20" h="6052">
                          <a:moveTo>
                            <a:pt x="5704" y="4148"/>
                          </a:moveTo>
                          <a:cubicBezTo>
                            <a:pt x="5038" y="5672"/>
                            <a:pt x="3228" y="6434"/>
                            <a:pt x="1704" y="5862"/>
                          </a:cubicBezTo>
                          <a:cubicBezTo>
                            <a:pt x="180" y="5291"/>
                            <a:pt x="-392" y="3386"/>
                            <a:pt x="275" y="1862"/>
                          </a:cubicBezTo>
                          <a:cubicBezTo>
                            <a:pt x="942" y="338"/>
                            <a:pt x="2751" y="-424"/>
                            <a:pt x="4276" y="243"/>
                          </a:cubicBezTo>
                          <a:cubicBezTo>
                            <a:pt x="5800" y="814"/>
                            <a:pt x="6466" y="2529"/>
                            <a:pt x="5704" y="41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122" name="Graphique 5">
                    <a:extLst>
                      <a:ext uri="{FF2B5EF4-FFF2-40B4-BE49-F238E27FC236}">
                        <a16:creationId xmlns:a16="http://schemas.microsoft.com/office/drawing/2014/main" id="{0F5B7EF8-3249-4582-AD82-115854BCD5E9}"/>
                      </a:ext>
                    </a:extLst>
                  </p:cNvPr>
                  <p:cNvGrpSpPr/>
                  <p:nvPr/>
                </p:nvGrpSpPr>
                <p:grpSpPr>
                  <a:xfrm>
                    <a:off x="3873311" y="4046857"/>
                    <a:ext cx="36752" cy="37830"/>
                    <a:chOff x="3873311" y="4046857"/>
                    <a:chExt cx="36752" cy="37830"/>
                  </a:xfrm>
                  <a:solidFill>
                    <a:schemeClr val="accent1"/>
                  </a:solidFill>
                </p:grpSpPr>
                <p:sp>
                  <p:nvSpPr>
                    <p:cNvPr id="12123" name="Forme libre : forme 12122">
                      <a:extLst>
                        <a:ext uri="{FF2B5EF4-FFF2-40B4-BE49-F238E27FC236}">
                          <a16:creationId xmlns:a16="http://schemas.microsoft.com/office/drawing/2014/main" id="{6D818AEB-C7C0-4B98-B42B-02FD2AE70F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3311" y="4046857"/>
                      <a:ext cx="36752" cy="37734"/>
                    </a:xfrm>
                    <a:custGeom>
                      <a:avLst/>
                      <a:gdLst>
                        <a:gd name="connsiteX0" fmla="*/ 34394 w 36752"/>
                        <a:gd name="connsiteY0" fmla="*/ 26446 h 37734"/>
                        <a:gd name="connsiteX1" fmla="*/ 9247 w 36752"/>
                        <a:gd name="connsiteY1" fmla="*/ 35875 h 37734"/>
                        <a:gd name="connsiteX2" fmla="*/ 2199 w 36752"/>
                        <a:gd name="connsiteY2" fmla="*/ 10920 h 37734"/>
                        <a:gd name="connsiteX3" fmla="*/ 27059 w 36752"/>
                        <a:gd name="connsiteY3" fmla="*/ 1586 h 37734"/>
                        <a:gd name="connsiteX4" fmla="*/ 34394 w 36752"/>
                        <a:gd name="connsiteY4" fmla="*/ 26446 h 37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752" h="37734">
                          <a:moveTo>
                            <a:pt x="34394" y="26446"/>
                          </a:moveTo>
                          <a:cubicBezTo>
                            <a:pt x="29345" y="36066"/>
                            <a:pt x="18106" y="40543"/>
                            <a:pt x="9247" y="35875"/>
                          </a:cubicBezTo>
                          <a:cubicBezTo>
                            <a:pt x="485" y="31399"/>
                            <a:pt x="-2468" y="20254"/>
                            <a:pt x="2199" y="10920"/>
                          </a:cubicBezTo>
                          <a:cubicBezTo>
                            <a:pt x="6962" y="1586"/>
                            <a:pt x="18011" y="-2510"/>
                            <a:pt x="27059" y="1586"/>
                          </a:cubicBezTo>
                          <a:cubicBezTo>
                            <a:pt x="36108" y="5777"/>
                            <a:pt x="39442" y="16730"/>
                            <a:pt x="34394" y="2644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24" name="Forme libre : forme 12123">
                      <a:extLst>
                        <a:ext uri="{FF2B5EF4-FFF2-40B4-BE49-F238E27FC236}">
                          <a16:creationId xmlns:a16="http://schemas.microsoft.com/office/drawing/2014/main" id="{121A615E-F323-4F70-93BB-02822CBA7D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3311" y="4050538"/>
                      <a:ext cx="36679" cy="34149"/>
                    </a:xfrm>
                    <a:custGeom>
                      <a:avLst/>
                      <a:gdLst>
                        <a:gd name="connsiteX0" fmla="*/ 18201 w 36679"/>
                        <a:gd name="connsiteY0" fmla="*/ 15526 h 34149"/>
                        <a:gd name="connsiteX1" fmla="*/ 8676 w 36679"/>
                        <a:gd name="connsiteY1" fmla="*/ 0 h 34149"/>
                        <a:gd name="connsiteX2" fmla="*/ 2199 w 36679"/>
                        <a:gd name="connsiteY2" fmla="*/ 7334 h 34149"/>
                        <a:gd name="connsiteX3" fmla="*/ 9247 w 36679"/>
                        <a:gd name="connsiteY3" fmla="*/ 32290 h 34149"/>
                        <a:gd name="connsiteX4" fmla="*/ 34394 w 36679"/>
                        <a:gd name="connsiteY4" fmla="*/ 22860 h 34149"/>
                        <a:gd name="connsiteX5" fmla="*/ 36679 w 36679"/>
                        <a:gd name="connsiteY5" fmla="*/ 13525 h 34149"/>
                        <a:gd name="connsiteX6" fmla="*/ 18201 w 36679"/>
                        <a:gd name="connsiteY6" fmla="*/ 15526 h 3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679" h="34149">
                          <a:moveTo>
                            <a:pt x="18201" y="15526"/>
                          </a:moveTo>
                          <a:cubicBezTo>
                            <a:pt x="12105" y="12573"/>
                            <a:pt x="8771" y="6477"/>
                            <a:pt x="8676" y="0"/>
                          </a:cubicBezTo>
                          <a:cubicBezTo>
                            <a:pt x="6009" y="1809"/>
                            <a:pt x="3818" y="4286"/>
                            <a:pt x="2199" y="7334"/>
                          </a:cubicBezTo>
                          <a:cubicBezTo>
                            <a:pt x="-2468" y="16669"/>
                            <a:pt x="485" y="27813"/>
                            <a:pt x="9247" y="32290"/>
                          </a:cubicBezTo>
                          <a:cubicBezTo>
                            <a:pt x="18201" y="36957"/>
                            <a:pt x="29345" y="32480"/>
                            <a:pt x="34394" y="22860"/>
                          </a:cubicBezTo>
                          <a:cubicBezTo>
                            <a:pt x="36013" y="19812"/>
                            <a:pt x="36679" y="16573"/>
                            <a:pt x="36679" y="13525"/>
                          </a:cubicBezTo>
                          <a:cubicBezTo>
                            <a:pt x="31155" y="17335"/>
                            <a:pt x="24106" y="18383"/>
                            <a:pt x="18201" y="1552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25" name="Forme libre : forme 12124">
                      <a:extLst>
                        <a:ext uri="{FF2B5EF4-FFF2-40B4-BE49-F238E27FC236}">
                          <a16:creationId xmlns:a16="http://schemas.microsoft.com/office/drawing/2014/main" id="{8F3F3CC5-9795-4828-B5A9-81FF02358D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1600" y="4056722"/>
                      <a:ext cx="15360" cy="18110"/>
                    </a:xfrm>
                    <a:custGeom>
                      <a:avLst/>
                      <a:gdLst>
                        <a:gd name="connsiteX0" fmla="*/ 15343 w 15360"/>
                        <a:gd name="connsiteY0" fmla="*/ 8675 h 18110"/>
                        <a:gd name="connsiteX1" fmla="*/ 7247 w 15360"/>
                        <a:gd name="connsiteY1" fmla="*/ 18104 h 18110"/>
                        <a:gd name="connsiteX2" fmla="*/ 8 w 15360"/>
                        <a:gd name="connsiteY2" fmla="*/ 9341 h 18110"/>
                        <a:gd name="connsiteX3" fmla="*/ 8009 w 15360"/>
                        <a:gd name="connsiteY3" fmla="*/ 7 h 18110"/>
                        <a:gd name="connsiteX4" fmla="*/ 15343 w 15360"/>
                        <a:gd name="connsiteY4" fmla="*/ 8675 h 18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60" h="18110">
                          <a:moveTo>
                            <a:pt x="15343" y="8675"/>
                          </a:moveTo>
                          <a:cubicBezTo>
                            <a:pt x="15153" y="13723"/>
                            <a:pt x="11438" y="17914"/>
                            <a:pt x="7247" y="18104"/>
                          </a:cubicBezTo>
                          <a:cubicBezTo>
                            <a:pt x="3056" y="18295"/>
                            <a:pt x="-182" y="14294"/>
                            <a:pt x="8" y="9341"/>
                          </a:cubicBezTo>
                          <a:cubicBezTo>
                            <a:pt x="198" y="4388"/>
                            <a:pt x="3818" y="197"/>
                            <a:pt x="8009" y="7"/>
                          </a:cubicBezTo>
                          <a:cubicBezTo>
                            <a:pt x="12295" y="-184"/>
                            <a:pt x="15629" y="3626"/>
                            <a:pt x="15343" y="867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26" name="Forme libre : forme 12125">
                      <a:extLst>
                        <a:ext uri="{FF2B5EF4-FFF2-40B4-BE49-F238E27FC236}">
                          <a16:creationId xmlns:a16="http://schemas.microsoft.com/office/drawing/2014/main" id="{229115E6-8763-413D-894F-391465B1E4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3745" y="4055668"/>
                      <a:ext cx="6072" cy="6217"/>
                    </a:xfrm>
                    <a:custGeom>
                      <a:avLst/>
                      <a:gdLst>
                        <a:gd name="connsiteX0" fmla="*/ 5673 w 6072"/>
                        <a:gd name="connsiteY0" fmla="*/ 4395 h 6217"/>
                        <a:gd name="connsiteX1" fmla="*/ 1577 w 6072"/>
                        <a:gd name="connsiteY1" fmla="*/ 5919 h 6217"/>
                        <a:gd name="connsiteX2" fmla="*/ 339 w 6072"/>
                        <a:gd name="connsiteY2" fmla="*/ 1823 h 6217"/>
                        <a:gd name="connsiteX3" fmla="*/ 4434 w 6072"/>
                        <a:gd name="connsiteY3" fmla="*/ 299 h 6217"/>
                        <a:gd name="connsiteX4" fmla="*/ 5673 w 6072"/>
                        <a:gd name="connsiteY4" fmla="*/ 4395 h 6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2" h="6217">
                          <a:moveTo>
                            <a:pt x="5673" y="4395"/>
                          </a:moveTo>
                          <a:cubicBezTo>
                            <a:pt x="4911" y="5919"/>
                            <a:pt x="3006" y="6681"/>
                            <a:pt x="1577" y="5919"/>
                          </a:cubicBezTo>
                          <a:cubicBezTo>
                            <a:pt x="148" y="5252"/>
                            <a:pt x="-423" y="3442"/>
                            <a:pt x="339" y="1823"/>
                          </a:cubicBezTo>
                          <a:cubicBezTo>
                            <a:pt x="1101" y="299"/>
                            <a:pt x="3006" y="-463"/>
                            <a:pt x="4434" y="299"/>
                          </a:cubicBezTo>
                          <a:cubicBezTo>
                            <a:pt x="5958" y="966"/>
                            <a:pt x="6530" y="2775"/>
                            <a:pt x="5673" y="439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127" name="Graphique 5">
                    <a:extLst>
                      <a:ext uri="{FF2B5EF4-FFF2-40B4-BE49-F238E27FC236}">
                        <a16:creationId xmlns:a16="http://schemas.microsoft.com/office/drawing/2014/main" id="{2FD07462-6A2E-4B84-8587-017CC8EC9D21}"/>
                      </a:ext>
                    </a:extLst>
                  </p:cNvPr>
                  <p:cNvGrpSpPr/>
                  <p:nvPr/>
                </p:nvGrpSpPr>
                <p:grpSpPr>
                  <a:xfrm>
                    <a:off x="3880864" y="4082278"/>
                    <a:ext cx="37615" cy="38180"/>
                    <a:chOff x="3880864" y="4082278"/>
                    <a:chExt cx="37615" cy="38180"/>
                  </a:xfrm>
                  <a:solidFill>
                    <a:schemeClr val="accent1"/>
                  </a:solidFill>
                </p:grpSpPr>
                <p:sp>
                  <p:nvSpPr>
                    <p:cNvPr id="12128" name="Forme libre : forme 12127">
                      <a:extLst>
                        <a:ext uri="{FF2B5EF4-FFF2-40B4-BE49-F238E27FC236}">
                          <a16:creationId xmlns:a16="http://schemas.microsoft.com/office/drawing/2014/main" id="{461BB34B-9E41-4D12-AD69-D0546F804F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0864" y="4082278"/>
                      <a:ext cx="37615" cy="38180"/>
                    </a:xfrm>
                    <a:custGeom>
                      <a:avLst/>
                      <a:gdLst>
                        <a:gd name="connsiteX0" fmla="*/ 34937 w 37615"/>
                        <a:gd name="connsiteY0" fmla="*/ 27124 h 38180"/>
                        <a:gd name="connsiteX1" fmla="*/ 8744 w 37615"/>
                        <a:gd name="connsiteY1" fmla="*/ 36268 h 38180"/>
                        <a:gd name="connsiteX2" fmla="*/ 2838 w 37615"/>
                        <a:gd name="connsiteY2" fmla="*/ 10932 h 38180"/>
                        <a:gd name="connsiteX3" fmla="*/ 28365 w 37615"/>
                        <a:gd name="connsiteY3" fmla="*/ 1597 h 38180"/>
                        <a:gd name="connsiteX4" fmla="*/ 34937 w 37615"/>
                        <a:gd name="connsiteY4" fmla="*/ 27124 h 38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615" h="38180">
                          <a:moveTo>
                            <a:pt x="34937" y="27124"/>
                          </a:moveTo>
                          <a:cubicBezTo>
                            <a:pt x="29318" y="36744"/>
                            <a:pt x="17507" y="40935"/>
                            <a:pt x="8744" y="36268"/>
                          </a:cubicBezTo>
                          <a:cubicBezTo>
                            <a:pt x="-19" y="31601"/>
                            <a:pt x="-2591" y="20171"/>
                            <a:pt x="2838" y="10932"/>
                          </a:cubicBezTo>
                          <a:cubicBezTo>
                            <a:pt x="8363" y="1788"/>
                            <a:pt x="19316" y="-2594"/>
                            <a:pt x="28365" y="1597"/>
                          </a:cubicBezTo>
                          <a:cubicBezTo>
                            <a:pt x="37223" y="5788"/>
                            <a:pt x="40367" y="17314"/>
                            <a:pt x="34937" y="2712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29" name="Forme libre : forme 12128">
                      <a:extLst>
                        <a:ext uri="{FF2B5EF4-FFF2-40B4-BE49-F238E27FC236}">
                          <a16:creationId xmlns:a16="http://schemas.microsoft.com/office/drawing/2014/main" id="{F03FF6AF-7550-4F47-99B7-8188707700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0929" y="4085971"/>
                      <a:ext cx="37443" cy="34487"/>
                    </a:xfrm>
                    <a:custGeom>
                      <a:avLst/>
                      <a:gdLst>
                        <a:gd name="connsiteX0" fmla="*/ 18680 w 37443"/>
                        <a:gd name="connsiteY0" fmla="*/ 15811 h 34487"/>
                        <a:gd name="connsiteX1" fmla="*/ 9822 w 37443"/>
                        <a:gd name="connsiteY1" fmla="*/ 0 h 34487"/>
                        <a:gd name="connsiteX2" fmla="*/ 2773 w 37443"/>
                        <a:gd name="connsiteY2" fmla="*/ 7239 h 34487"/>
                        <a:gd name="connsiteX3" fmla="*/ 8679 w 37443"/>
                        <a:gd name="connsiteY3" fmla="*/ 32575 h 34487"/>
                        <a:gd name="connsiteX4" fmla="*/ 34872 w 37443"/>
                        <a:gd name="connsiteY4" fmla="*/ 23431 h 34487"/>
                        <a:gd name="connsiteX5" fmla="*/ 37444 w 37443"/>
                        <a:gd name="connsiteY5" fmla="*/ 13811 h 34487"/>
                        <a:gd name="connsiteX6" fmla="*/ 18680 w 37443"/>
                        <a:gd name="connsiteY6" fmla="*/ 15811 h 34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43" h="34487">
                          <a:moveTo>
                            <a:pt x="18680" y="15811"/>
                          </a:moveTo>
                          <a:cubicBezTo>
                            <a:pt x="12679" y="12763"/>
                            <a:pt x="9536" y="6477"/>
                            <a:pt x="9822" y="0"/>
                          </a:cubicBezTo>
                          <a:cubicBezTo>
                            <a:pt x="7059" y="1809"/>
                            <a:pt x="4583" y="4191"/>
                            <a:pt x="2773" y="7239"/>
                          </a:cubicBezTo>
                          <a:cubicBezTo>
                            <a:pt x="-2561" y="16573"/>
                            <a:pt x="11" y="27908"/>
                            <a:pt x="8679" y="32575"/>
                          </a:cubicBezTo>
                          <a:cubicBezTo>
                            <a:pt x="17346" y="37242"/>
                            <a:pt x="29157" y="33051"/>
                            <a:pt x="34872" y="23431"/>
                          </a:cubicBezTo>
                          <a:cubicBezTo>
                            <a:pt x="36682" y="20383"/>
                            <a:pt x="37349" y="17050"/>
                            <a:pt x="37444" y="13811"/>
                          </a:cubicBezTo>
                          <a:cubicBezTo>
                            <a:pt x="31920" y="17907"/>
                            <a:pt x="24585" y="18859"/>
                            <a:pt x="18680" y="1581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30" name="Forme libre : forme 12129">
                      <a:extLst>
                        <a:ext uri="{FF2B5EF4-FFF2-40B4-BE49-F238E27FC236}">
                          <a16:creationId xmlns:a16="http://schemas.microsoft.com/office/drawing/2014/main" id="{D407F1E6-2A3D-452F-9169-0A18088F7D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655" y="4092346"/>
                      <a:ext cx="15700" cy="18391"/>
                    </a:xfrm>
                    <a:custGeom>
                      <a:avLst/>
                      <a:gdLst>
                        <a:gd name="connsiteX0" fmla="*/ 15670 w 15700"/>
                        <a:gd name="connsiteY0" fmla="*/ 8960 h 18391"/>
                        <a:gd name="connsiteX1" fmla="*/ 7002 w 15700"/>
                        <a:gd name="connsiteY1" fmla="*/ 18390 h 18391"/>
                        <a:gd name="connsiteX2" fmla="*/ 49 w 15700"/>
                        <a:gd name="connsiteY2" fmla="*/ 9436 h 18391"/>
                        <a:gd name="connsiteX3" fmla="*/ 8526 w 15700"/>
                        <a:gd name="connsiteY3" fmla="*/ 7 h 18391"/>
                        <a:gd name="connsiteX4" fmla="*/ 15670 w 15700"/>
                        <a:gd name="connsiteY4" fmla="*/ 8960 h 18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00" h="18391">
                          <a:moveTo>
                            <a:pt x="15670" y="8960"/>
                          </a:moveTo>
                          <a:cubicBezTo>
                            <a:pt x="15384" y="14199"/>
                            <a:pt x="11288" y="18295"/>
                            <a:pt x="7002" y="18390"/>
                          </a:cubicBezTo>
                          <a:cubicBezTo>
                            <a:pt x="2621" y="18485"/>
                            <a:pt x="-427" y="14390"/>
                            <a:pt x="49" y="9436"/>
                          </a:cubicBezTo>
                          <a:cubicBezTo>
                            <a:pt x="620" y="4483"/>
                            <a:pt x="4335" y="292"/>
                            <a:pt x="8526" y="7"/>
                          </a:cubicBezTo>
                          <a:cubicBezTo>
                            <a:pt x="12812" y="-184"/>
                            <a:pt x="16051" y="3722"/>
                            <a:pt x="15670" y="896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31" name="Forme libre : forme 12130">
                      <a:extLst>
                        <a:ext uri="{FF2B5EF4-FFF2-40B4-BE49-F238E27FC236}">
                          <a16:creationId xmlns:a16="http://schemas.microsoft.com/office/drawing/2014/main" id="{AFE93A6B-BCB4-47B1-A727-891A5B8CEA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2325" y="4091334"/>
                      <a:ext cx="6114" cy="6363"/>
                    </a:xfrm>
                    <a:custGeom>
                      <a:avLst/>
                      <a:gdLst>
                        <a:gd name="connsiteX0" fmla="*/ 5666 w 6114"/>
                        <a:gd name="connsiteY0" fmla="*/ 4447 h 6363"/>
                        <a:gd name="connsiteX1" fmla="*/ 1475 w 6114"/>
                        <a:gd name="connsiteY1" fmla="*/ 6066 h 6363"/>
                        <a:gd name="connsiteX2" fmla="*/ 427 w 6114"/>
                        <a:gd name="connsiteY2" fmla="*/ 1875 h 6363"/>
                        <a:gd name="connsiteX3" fmla="*/ 4618 w 6114"/>
                        <a:gd name="connsiteY3" fmla="*/ 256 h 6363"/>
                        <a:gd name="connsiteX4" fmla="*/ 5666 w 6114"/>
                        <a:gd name="connsiteY4" fmla="*/ 4447 h 63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14" h="6363">
                          <a:moveTo>
                            <a:pt x="5666" y="4447"/>
                          </a:moveTo>
                          <a:cubicBezTo>
                            <a:pt x="4808" y="6066"/>
                            <a:pt x="2999" y="6829"/>
                            <a:pt x="1475" y="6066"/>
                          </a:cubicBezTo>
                          <a:cubicBezTo>
                            <a:pt x="46" y="5305"/>
                            <a:pt x="-430" y="3495"/>
                            <a:pt x="427" y="1875"/>
                          </a:cubicBezTo>
                          <a:cubicBezTo>
                            <a:pt x="1284" y="256"/>
                            <a:pt x="3094" y="-410"/>
                            <a:pt x="4618" y="256"/>
                          </a:cubicBezTo>
                          <a:cubicBezTo>
                            <a:pt x="6142" y="923"/>
                            <a:pt x="6523" y="2828"/>
                            <a:pt x="5666" y="444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132" name="Graphique 5">
                  <a:extLst>
                    <a:ext uri="{FF2B5EF4-FFF2-40B4-BE49-F238E27FC236}">
                      <a16:creationId xmlns:a16="http://schemas.microsoft.com/office/drawing/2014/main" id="{67A6B422-F061-4A1F-BE74-2580780C1B71}"/>
                    </a:ext>
                  </a:extLst>
                </p:cNvPr>
                <p:cNvGrpSpPr/>
                <p:nvPr/>
              </p:nvGrpSpPr>
              <p:grpSpPr>
                <a:xfrm>
                  <a:off x="3939374" y="4076777"/>
                  <a:ext cx="92250" cy="85761"/>
                  <a:chOff x="3939374" y="4076777"/>
                  <a:chExt cx="92250" cy="85761"/>
                </a:xfrm>
                <a:solidFill>
                  <a:schemeClr val="accent1"/>
                </a:solidFill>
              </p:grpSpPr>
              <p:grpSp>
                <p:nvGrpSpPr>
                  <p:cNvPr id="12133" name="Graphique 5">
                    <a:extLst>
                      <a:ext uri="{FF2B5EF4-FFF2-40B4-BE49-F238E27FC236}">
                        <a16:creationId xmlns:a16="http://schemas.microsoft.com/office/drawing/2014/main" id="{BE79CA4C-920E-4390-B2CB-A8533FD62D03}"/>
                      </a:ext>
                    </a:extLst>
                  </p:cNvPr>
                  <p:cNvGrpSpPr/>
                  <p:nvPr/>
                </p:nvGrpSpPr>
                <p:grpSpPr>
                  <a:xfrm>
                    <a:off x="3992096" y="4120862"/>
                    <a:ext cx="39528" cy="41675"/>
                    <a:chOff x="3992096" y="4120862"/>
                    <a:chExt cx="39528" cy="41675"/>
                  </a:xfrm>
                  <a:solidFill>
                    <a:schemeClr val="accent1"/>
                  </a:solidFill>
                </p:grpSpPr>
                <p:sp>
                  <p:nvSpPr>
                    <p:cNvPr id="12134" name="Forme libre : forme 12133">
                      <a:extLst>
                        <a:ext uri="{FF2B5EF4-FFF2-40B4-BE49-F238E27FC236}">
                          <a16:creationId xmlns:a16="http://schemas.microsoft.com/office/drawing/2014/main" id="{4CFFAE4E-830D-4BD7-BA39-EF5CDD8A91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2096" y="4120862"/>
                      <a:ext cx="39528" cy="41675"/>
                    </a:xfrm>
                    <a:custGeom>
                      <a:avLst/>
                      <a:gdLst>
                        <a:gd name="connsiteX0" fmla="*/ 286 w 39528"/>
                        <a:gd name="connsiteY0" fmla="*/ 28736 h 41675"/>
                        <a:gd name="connsiteX1" fmla="*/ 16098 w 39528"/>
                        <a:gd name="connsiteY1" fmla="*/ 1780 h 41675"/>
                        <a:gd name="connsiteX2" fmla="*/ 39148 w 39528"/>
                        <a:gd name="connsiteY2" fmla="*/ 12448 h 41675"/>
                        <a:gd name="connsiteX3" fmla="*/ 23051 w 39528"/>
                        <a:gd name="connsiteY3" fmla="*/ 40070 h 41675"/>
                        <a:gd name="connsiteX4" fmla="*/ 286 w 39528"/>
                        <a:gd name="connsiteY4" fmla="*/ 28736 h 416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28" h="41675">
                          <a:moveTo>
                            <a:pt x="286" y="28736"/>
                          </a:moveTo>
                          <a:cubicBezTo>
                            <a:pt x="-1523" y="18163"/>
                            <a:pt x="5430" y="6257"/>
                            <a:pt x="16098" y="1780"/>
                          </a:cubicBezTo>
                          <a:cubicBezTo>
                            <a:pt x="26575" y="-2792"/>
                            <a:pt x="36862" y="1685"/>
                            <a:pt x="39148" y="12448"/>
                          </a:cubicBezTo>
                          <a:cubicBezTo>
                            <a:pt x="41339" y="23116"/>
                            <a:pt x="33814" y="35498"/>
                            <a:pt x="23051" y="40070"/>
                          </a:cubicBezTo>
                          <a:cubicBezTo>
                            <a:pt x="12097" y="44547"/>
                            <a:pt x="2096" y="39308"/>
                            <a:pt x="286" y="2873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35" name="Forme libre : forme 12134">
                      <a:extLst>
                        <a:ext uri="{FF2B5EF4-FFF2-40B4-BE49-F238E27FC236}">
                          <a16:creationId xmlns:a16="http://schemas.microsoft.com/office/drawing/2014/main" id="{B3F2C4C1-3FE1-408C-8E2D-6EBD85B949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2096" y="4120972"/>
                      <a:ext cx="39518" cy="37008"/>
                    </a:xfrm>
                    <a:custGeom>
                      <a:avLst/>
                      <a:gdLst>
                        <a:gd name="connsiteX0" fmla="*/ 19431 w 39518"/>
                        <a:gd name="connsiteY0" fmla="*/ 20339 h 37008"/>
                        <a:gd name="connsiteX1" fmla="*/ 38291 w 39518"/>
                        <a:gd name="connsiteY1" fmla="*/ 23101 h 37008"/>
                        <a:gd name="connsiteX2" fmla="*/ 39148 w 39518"/>
                        <a:gd name="connsiteY2" fmla="*/ 12433 h 37008"/>
                        <a:gd name="connsiteX3" fmla="*/ 16098 w 39518"/>
                        <a:gd name="connsiteY3" fmla="*/ 1765 h 37008"/>
                        <a:gd name="connsiteX4" fmla="*/ 286 w 39518"/>
                        <a:gd name="connsiteY4" fmla="*/ 28721 h 37008"/>
                        <a:gd name="connsiteX5" fmla="*/ 4382 w 39518"/>
                        <a:gd name="connsiteY5" fmla="*/ 37008 h 37008"/>
                        <a:gd name="connsiteX6" fmla="*/ 19431 w 39518"/>
                        <a:gd name="connsiteY6" fmla="*/ 20339 h 370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518" h="37008">
                          <a:moveTo>
                            <a:pt x="19431" y="20339"/>
                          </a:moveTo>
                          <a:cubicBezTo>
                            <a:pt x="26766" y="17291"/>
                            <a:pt x="33814" y="18625"/>
                            <a:pt x="38291" y="23101"/>
                          </a:cubicBezTo>
                          <a:cubicBezTo>
                            <a:pt x="39434" y="19577"/>
                            <a:pt x="39910" y="15958"/>
                            <a:pt x="39148" y="12433"/>
                          </a:cubicBezTo>
                          <a:cubicBezTo>
                            <a:pt x="36957" y="1765"/>
                            <a:pt x="26575" y="-2807"/>
                            <a:pt x="16098" y="1765"/>
                          </a:cubicBezTo>
                          <a:cubicBezTo>
                            <a:pt x="5430" y="6147"/>
                            <a:pt x="-1523" y="18053"/>
                            <a:pt x="286" y="28721"/>
                          </a:cubicBezTo>
                          <a:cubicBezTo>
                            <a:pt x="858" y="32055"/>
                            <a:pt x="2382" y="34817"/>
                            <a:pt x="4382" y="37008"/>
                          </a:cubicBezTo>
                          <a:cubicBezTo>
                            <a:pt x="6763" y="29769"/>
                            <a:pt x="12192" y="23292"/>
                            <a:pt x="19431" y="2033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36" name="Forme libre : forme 12135">
                      <a:extLst>
                        <a:ext uri="{FF2B5EF4-FFF2-40B4-BE49-F238E27FC236}">
                          <a16:creationId xmlns:a16="http://schemas.microsoft.com/office/drawing/2014/main" id="{040127E4-5774-4CD1-8DF3-21B9BC2D5B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6183" y="4138763"/>
                      <a:ext cx="17328" cy="18455"/>
                    </a:xfrm>
                    <a:custGeom>
                      <a:avLst/>
                      <a:gdLst>
                        <a:gd name="connsiteX0" fmla="*/ 2009 w 17328"/>
                        <a:gd name="connsiteY0" fmla="*/ 15692 h 18455"/>
                        <a:gd name="connsiteX1" fmla="*/ 3057 w 17328"/>
                        <a:gd name="connsiteY1" fmla="*/ 2643 h 18455"/>
                        <a:gd name="connsiteX2" fmla="*/ 15249 w 17328"/>
                        <a:gd name="connsiteY2" fmla="*/ 2643 h 18455"/>
                        <a:gd name="connsiteX3" fmla="*/ 14201 w 17328"/>
                        <a:gd name="connsiteY3" fmla="*/ 15788 h 18455"/>
                        <a:gd name="connsiteX4" fmla="*/ 2009 w 17328"/>
                        <a:gd name="connsiteY4" fmla="*/ 15692 h 18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28" h="18455">
                          <a:moveTo>
                            <a:pt x="2009" y="15692"/>
                          </a:moveTo>
                          <a:cubicBezTo>
                            <a:pt x="-1039" y="12073"/>
                            <a:pt x="-563" y="6167"/>
                            <a:pt x="3057" y="2643"/>
                          </a:cubicBezTo>
                          <a:cubicBezTo>
                            <a:pt x="6676" y="-881"/>
                            <a:pt x="12106" y="-881"/>
                            <a:pt x="15249" y="2643"/>
                          </a:cubicBezTo>
                          <a:cubicBezTo>
                            <a:pt x="18392" y="6263"/>
                            <a:pt x="17916" y="12073"/>
                            <a:pt x="14201" y="15788"/>
                          </a:cubicBezTo>
                          <a:cubicBezTo>
                            <a:pt x="10486" y="19407"/>
                            <a:pt x="5057" y="19312"/>
                            <a:pt x="2009" y="1569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37" name="Forme libre : forme 12136">
                      <a:extLst>
                        <a:ext uri="{FF2B5EF4-FFF2-40B4-BE49-F238E27FC236}">
                          <a16:creationId xmlns:a16="http://schemas.microsoft.com/office/drawing/2014/main" id="{00F705D5-310D-48F1-B4B1-373FA33B84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8340" y="4147222"/>
                      <a:ext cx="6468" cy="6860"/>
                    </a:xfrm>
                    <a:custGeom>
                      <a:avLst/>
                      <a:gdLst>
                        <a:gd name="connsiteX0" fmla="*/ 44 w 6468"/>
                        <a:gd name="connsiteY0" fmla="*/ 4757 h 6860"/>
                        <a:gd name="connsiteX1" fmla="*/ 2711 w 6468"/>
                        <a:gd name="connsiteY1" fmla="*/ 280 h 6860"/>
                        <a:gd name="connsiteX2" fmla="*/ 6425 w 6468"/>
                        <a:gd name="connsiteY2" fmla="*/ 2090 h 6860"/>
                        <a:gd name="connsiteX3" fmla="*/ 3758 w 6468"/>
                        <a:gd name="connsiteY3" fmla="*/ 6566 h 6860"/>
                        <a:gd name="connsiteX4" fmla="*/ 44 w 6468"/>
                        <a:gd name="connsiteY4" fmla="*/ 4757 h 6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68" h="6860">
                          <a:moveTo>
                            <a:pt x="44" y="4757"/>
                          </a:moveTo>
                          <a:cubicBezTo>
                            <a:pt x="-242" y="3042"/>
                            <a:pt x="901" y="1042"/>
                            <a:pt x="2711" y="280"/>
                          </a:cubicBezTo>
                          <a:cubicBezTo>
                            <a:pt x="4520" y="-482"/>
                            <a:pt x="6140" y="375"/>
                            <a:pt x="6425" y="2090"/>
                          </a:cubicBezTo>
                          <a:cubicBezTo>
                            <a:pt x="6711" y="3804"/>
                            <a:pt x="5568" y="5900"/>
                            <a:pt x="3758" y="6566"/>
                          </a:cubicBezTo>
                          <a:cubicBezTo>
                            <a:pt x="2044" y="7328"/>
                            <a:pt x="329" y="6566"/>
                            <a:pt x="44" y="475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138" name="Graphique 5">
                    <a:extLst>
                      <a:ext uri="{FF2B5EF4-FFF2-40B4-BE49-F238E27FC236}">
                        <a16:creationId xmlns:a16="http://schemas.microsoft.com/office/drawing/2014/main" id="{5CF1DB30-5856-48FC-A660-44EEC649F6AF}"/>
                      </a:ext>
                    </a:extLst>
                  </p:cNvPr>
                  <p:cNvGrpSpPr/>
                  <p:nvPr/>
                </p:nvGrpSpPr>
                <p:grpSpPr>
                  <a:xfrm>
                    <a:off x="3970287" y="4093062"/>
                    <a:ext cx="38722" cy="40796"/>
                    <a:chOff x="3970287" y="4093062"/>
                    <a:chExt cx="38722" cy="40796"/>
                  </a:xfrm>
                  <a:solidFill>
                    <a:schemeClr val="accent1"/>
                  </a:solidFill>
                </p:grpSpPr>
                <p:sp>
                  <p:nvSpPr>
                    <p:cNvPr id="12139" name="Forme libre : forme 12138">
                      <a:extLst>
                        <a:ext uri="{FF2B5EF4-FFF2-40B4-BE49-F238E27FC236}">
                          <a16:creationId xmlns:a16="http://schemas.microsoft.com/office/drawing/2014/main" id="{28C8C0F8-968B-4524-B2CB-97EB65E1BD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0287" y="4093158"/>
                      <a:ext cx="38722" cy="40700"/>
                    </a:xfrm>
                    <a:custGeom>
                      <a:avLst/>
                      <a:gdLst>
                        <a:gd name="connsiteX0" fmla="*/ 378 w 38722"/>
                        <a:gd name="connsiteY0" fmla="*/ 27865 h 40700"/>
                        <a:gd name="connsiteX1" fmla="*/ 15237 w 38722"/>
                        <a:gd name="connsiteY1" fmla="*/ 1672 h 40700"/>
                        <a:gd name="connsiteX2" fmla="*/ 38192 w 38722"/>
                        <a:gd name="connsiteY2" fmla="*/ 12244 h 40700"/>
                        <a:gd name="connsiteX3" fmla="*/ 23047 w 38722"/>
                        <a:gd name="connsiteY3" fmla="*/ 39200 h 40700"/>
                        <a:gd name="connsiteX4" fmla="*/ 378 w 38722"/>
                        <a:gd name="connsiteY4" fmla="*/ 27865 h 40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722" h="40700">
                          <a:moveTo>
                            <a:pt x="378" y="27865"/>
                          </a:moveTo>
                          <a:cubicBezTo>
                            <a:pt x="-1718" y="17388"/>
                            <a:pt x="5140" y="6148"/>
                            <a:pt x="15237" y="1672"/>
                          </a:cubicBezTo>
                          <a:cubicBezTo>
                            <a:pt x="25428" y="-2710"/>
                            <a:pt x="35811" y="1767"/>
                            <a:pt x="38192" y="12244"/>
                          </a:cubicBezTo>
                          <a:cubicBezTo>
                            <a:pt x="40764" y="22817"/>
                            <a:pt x="33715" y="34914"/>
                            <a:pt x="23047" y="39200"/>
                          </a:cubicBezTo>
                          <a:cubicBezTo>
                            <a:pt x="12474" y="43486"/>
                            <a:pt x="2378" y="38248"/>
                            <a:pt x="378" y="2786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40" name="Forme libre : forme 12139">
                      <a:extLst>
                        <a:ext uri="{FF2B5EF4-FFF2-40B4-BE49-F238E27FC236}">
                          <a16:creationId xmlns:a16="http://schemas.microsoft.com/office/drawing/2014/main" id="{0308E9F8-0EB0-49B3-AD30-FA2300B85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0287" y="4093062"/>
                      <a:ext cx="38627" cy="35961"/>
                    </a:xfrm>
                    <a:custGeom>
                      <a:avLst/>
                      <a:gdLst>
                        <a:gd name="connsiteX0" fmla="*/ 19142 w 38627"/>
                        <a:gd name="connsiteY0" fmla="*/ 20055 h 35961"/>
                        <a:gd name="connsiteX1" fmla="*/ 37716 w 38627"/>
                        <a:gd name="connsiteY1" fmla="*/ 22817 h 35961"/>
                        <a:gd name="connsiteX2" fmla="*/ 38192 w 38627"/>
                        <a:gd name="connsiteY2" fmla="*/ 12244 h 35961"/>
                        <a:gd name="connsiteX3" fmla="*/ 15237 w 38627"/>
                        <a:gd name="connsiteY3" fmla="*/ 1671 h 35961"/>
                        <a:gd name="connsiteX4" fmla="*/ 378 w 38627"/>
                        <a:gd name="connsiteY4" fmla="*/ 27865 h 35961"/>
                        <a:gd name="connsiteX5" fmla="*/ 4569 w 38627"/>
                        <a:gd name="connsiteY5" fmla="*/ 35961 h 35961"/>
                        <a:gd name="connsiteX6" fmla="*/ 19142 w 38627"/>
                        <a:gd name="connsiteY6" fmla="*/ 20055 h 35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627" h="35961">
                          <a:moveTo>
                            <a:pt x="19142" y="20055"/>
                          </a:moveTo>
                          <a:cubicBezTo>
                            <a:pt x="26381" y="17197"/>
                            <a:pt x="33239" y="18435"/>
                            <a:pt x="37716" y="22817"/>
                          </a:cubicBezTo>
                          <a:cubicBezTo>
                            <a:pt x="38668" y="19293"/>
                            <a:pt x="38954" y="15673"/>
                            <a:pt x="38192" y="12244"/>
                          </a:cubicBezTo>
                          <a:cubicBezTo>
                            <a:pt x="35811" y="1767"/>
                            <a:pt x="25428" y="-2710"/>
                            <a:pt x="15237" y="1671"/>
                          </a:cubicBezTo>
                          <a:cubicBezTo>
                            <a:pt x="5140" y="6148"/>
                            <a:pt x="-1718" y="17483"/>
                            <a:pt x="378" y="27865"/>
                          </a:cubicBezTo>
                          <a:cubicBezTo>
                            <a:pt x="1044" y="31199"/>
                            <a:pt x="2568" y="33866"/>
                            <a:pt x="4569" y="35961"/>
                          </a:cubicBezTo>
                          <a:cubicBezTo>
                            <a:pt x="6759" y="29103"/>
                            <a:pt x="12093" y="22912"/>
                            <a:pt x="19142" y="2005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41" name="Forme libre : forme 12140">
                      <a:extLst>
                        <a:ext uri="{FF2B5EF4-FFF2-40B4-BE49-F238E27FC236}">
                          <a16:creationId xmlns:a16="http://schemas.microsoft.com/office/drawing/2014/main" id="{5ED761C4-0282-411C-9FF0-1255937AF8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4376" y="4110604"/>
                      <a:ext cx="17095" cy="18017"/>
                    </a:xfrm>
                    <a:custGeom>
                      <a:avLst/>
                      <a:gdLst>
                        <a:gd name="connsiteX0" fmla="*/ 2099 w 17095"/>
                        <a:gd name="connsiteY0" fmla="*/ 15277 h 18017"/>
                        <a:gd name="connsiteX1" fmla="*/ 2861 w 17095"/>
                        <a:gd name="connsiteY1" fmla="*/ 2513 h 18017"/>
                        <a:gd name="connsiteX2" fmla="*/ 14958 w 17095"/>
                        <a:gd name="connsiteY2" fmla="*/ 2704 h 18017"/>
                        <a:gd name="connsiteX3" fmla="*/ 14196 w 17095"/>
                        <a:gd name="connsiteY3" fmla="*/ 15467 h 18017"/>
                        <a:gd name="connsiteX4" fmla="*/ 2099 w 17095"/>
                        <a:gd name="connsiteY4" fmla="*/ 15277 h 180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95" h="18017">
                          <a:moveTo>
                            <a:pt x="2099" y="15277"/>
                          </a:moveTo>
                          <a:cubicBezTo>
                            <a:pt x="-949" y="11657"/>
                            <a:pt x="-663" y="5942"/>
                            <a:pt x="2861" y="2513"/>
                          </a:cubicBezTo>
                          <a:cubicBezTo>
                            <a:pt x="6385" y="-916"/>
                            <a:pt x="11815" y="-820"/>
                            <a:pt x="14958" y="2704"/>
                          </a:cubicBezTo>
                          <a:cubicBezTo>
                            <a:pt x="18101" y="6228"/>
                            <a:pt x="17720" y="11943"/>
                            <a:pt x="14196" y="15467"/>
                          </a:cubicBezTo>
                          <a:cubicBezTo>
                            <a:pt x="10672" y="18992"/>
                            <a:pt x="5242" y="18801"/>
                            <a:pt x="2099" y="1527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42" name="Forme libre : forme 12141">
                      <a:extLst>
                        <a:ext uri="{FF2B5EF4-FFF2-40B4-BE49-F238E27FC236}">
                          <a16:creationId xmlns:a16="http://schemas.microsoft.com/office/drawing/2014/main" id="{92E2B785-BFA7-41B5-95F2-76027B7573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6499" y="4118973"/>
                      <a:ext cx="6528" cy="6710"/>
                    </a:xfrm>
                    <a:custGeom>
                      <a:avLst/>
                      <a:gdLst>
                        <a:gd name="connsiteX0" fmla="*/ 73 w 6528"/>
                        <a:gd name="connsiteY0" fmla="*/ 4621 h 6710"/>
                        <a:gd name="connsiteX1" fmla="*/ 2645 w 6528"/>
                        <a:gd name="connsiteY1" fmla="*/ 240 h 6710"/>
                        <a:gd name="connsiteX2" fmla="*/ 6455 w 6528"/>
                        <a:gd name="connsiteY2" fmla="*/ 2050 h 6710"/>
                        <a:gd name="connsiteX3" fmla="*/ 3883 w 6528"/>
                        <a:gd name="connsiteY3" fmla="*/ 6431 h 6710"/>
                        <a:gd name="connsiteX4" fmla="*/ 73 w 6528"/>
                        <a:gd name="connsiteY4" fmla="*/ 4621 h 6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28" h="6710">
                          <a:moveTo>
                            <a:pt x="73" y="4621"/>
                          </a:moveTo>
                          <a:cubicBezTo>
                            <a:pt x="-308" y="2907"/>
                            <a:pt x="835" y="1002"/>
                            <a:pt x="2645" y="240"/>
                          </a:cubicBezTo>
                          <a:cubicBezTo>
                            <a:pt x="4360" y="-427"/>
                            <a:pt x="6074" y="335"/>
                            <a:pt x="6455" y="2050"/>
                          </a:cubicBezTo>
                          <a:cubicBezTo>
                            <a:pt x="6836" y="3764"/>
                            <a:pt x="5693" y="5669"/>
                            <a:pt x="3883" y="6431"/>
                          </a:cubicBezTo>
                          <a:cubicBezTo>
                            <a:pt x="2073" y="7193"/>
                            <a:pt x="359" y="6336"/>
                            <a:pt x="73" y="46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143" name="Graphique 5">
                    <a:extLst>
                      <a:ext uri="{FF2B5EF4-FFF2-40B4-BE49-F238E27FC236}">
                        <a16:creationId xmlns:a16="http://schemas.microsoft.com/office/drawing/2014/main" id="{2E11A344-2510-4626-8BE5-A648FFD6B8FE}"/>
                      </a:ext>
                    </a:extLst>
                  </p:cNvPr>
                  <p:cNvGrpSpPr/>
                  <p:nvPr/>
                </p:nvGrpSpPr>
                <p:grpSpPr>
                  <a:xfrm>
                    <a:off x="3939374" y="4076777"/>
                    <a:ext cx="38173" cy="39718"/>
                    <a:chOff x="3939374" y="4076777"/>
                    <a:chExt cx="38173" cy="39718"/>
                  </a:xfrm>
                  <a:solidFill>
                    <a:schemeClr val="accent1"/>
                  </a:solidFill>
                </p:grpSpPr>
                <p:sp>
                  <p:nvSpPr>
                    <p:cNvPr id="12144" name="Forme libre : forme 12143">
                      <a:extLst>
                        <a:ext uri="{FF2B5EF4-FFF2-40B4-BE49-F238E27FC236}">
                          <a16:creationId xmlns:a16="http://schemas.microsoft.com/office/drawing/2014/main" id="{6A28D0EB-062B-43F3-B58B-2054B656BE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9374" y="4076872"/>
                      <a:ext cx="38144" cy="39623"/>
                    </a:xfrm>
                    <a:custGeom>
                      <a:avLst/>
                      <a:gdLst>
                        <a:gd name="connsiteX0" fmla="*/ 430 w 38144"/>
                        <a:gd name="connsiteY0" fmla="*/ 26720 h 39623"/>
                        <a:gd name="connsiteX1" fmla="*/ 14813 w 38144"/>
                        <a:gd name="connsiteY1" fmla="*/ 1479 h 39623"/>
                        <a:gd name="connsiteX2" fmla="*/ 37578 w 38144"/>
                        <a:gd name="connsiteY2" fmla="*/ 12337 h 39623"/>
                        <a:gd name="connsiteX3" fmla="*/ 22910 w 38144"/>
                        <a:gd name="connsiteY3" fmla="*/ 38340 h 39623"/>
                        <a:gd name="connsiteX4" fmla="*/ 430 w 38144"/>
                        <a:gd name="connsiteY4" fmla="*/ 26720 h 396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44" h="39623">
                          <a:moveTo>
                            <a:pt x="430" y="26720"/>
                          </a:moveTo>
                          <a:cubicBezTo>
                            <a:pt x="-1760" y="16528"/>
                            <a:pt x="4621" y="5384"/>
                            <a:pt x="14813" y="1479"/>
                          </a:cubicBezTo>
                          <a:cubicBezTo>
                            <a:pt x="24814" y="-2617"/>
                            <a:pt x="35102" y="2050"/>
                            <a:pt x="37578" y="12337"/>
                          </a:cubicBezTo>
                          <a:cubicBezTo>
                            <a:pt x="40245" y="22719"/>
                            <a:pt x="33196" y="34245"/>
                            <a:pt x="22910" y="38340"/>
                          </a:cubicBezTo>
                          <a:cubicBezTo>
                            <a:pt x="12622" y="42246"/>
                            <a:pt x="2621" y="36912"/>
                            <a:pt x="430" y="267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45" name="Forme libre : forme 12144">
                      <a:extLst>
                        <a:ext uri="{FF2B5EF4-FFF2-40B4-BE49-F238E27FC236}">
                          <a16:creationId xmlns:a16="http://schemas.microsoft.com/office/drawing/2014/main" id="{308502FE-6F39-4B84-A29B-9EBD07AFDA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9469" y="4076777"/>
                      <a:ext cx="38077" cy="34720"/>
                    </a:xfrm>
                    <a:custGeom>
                      <a:avLst/>
                      <a:gdLst>
                        <a:gd name="connsiteX0" fmla="*/ 18718 w 38077"/>
                        <a:gd name="connsiteY0" fmla="*/ 19481 h 34720"/>
                        <a:gd name="connsiteX1" fmla="*/ 37197 w 38077"/>
                        <a:gd name="connsiteY1" fmla="*/ 22624 h 34720"/>
                        <a:gd name="connsiteX2" fmla="*/ 37578 w 38077"/>
                        <a:gd name="connsiteY2" fmla="*/ 12337 h 34720"/>
                        <a:gd name="connsiteX3" fmla="*/ 14813 w 38077"/>
                        <a:gd name="connsiteY3" fmla="*/ 1479 h 34720"/>
                        <a:gd name="connsiteX4" fmla="*/ 430 w 38077"/>
                        <a:gd name="connsiteY4" fmla="*/ 26720 h 34720"/>
                        <a:gd name="connsiteX5" fmla="*/ 4717 w 38077"/>
                        <a:gd name="connsiteY5" fmla="*/ 34721 h 34720"/>
                        <a:gd name="connsiteX6" fmla="*/ 18718 w 38077"/>
                        <a:gd name="connsiteY6" fmla="*/ 19481 h 34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077" h="34720">
                          <a:moveTo>
                            <a:pt x="18718" y="19481"/>
                          </a:moveTo>
                          <a:cubicBezTo>
                            <a:pt x="25767" y="16814"/>
                            <a:pt x="32720" y="18243"/>
                            <a:pt x="37197" y="22624"/>
                          </a:cubicBezTo>
                          <a:cubicBezTo>
                            <a:pt x="38245" y="19291"/>
                            <a:pt x="38340" y="15671"/>
                            <a:pt x="37578" y="12337"/>
                          </a:cubicBezTo>
                          <a:cubicBezTo>
                            <a:pt x="35101" y="2050"/>
                            <a:pt x="24719" y="-2617"/>
                            <a:pt x="14813" y="1479"/>
                          </a:cubicBezTo>
                          <a:cubicBezTo>
                            <a:pt x="4621" y="5384"/>
                            <a:pt x="-1760" y="16528"/>
                            <a:pt x="430" y="26720"/>
                          </a:cubicBezTo>
                          <a:cubicBezTo>
                            <a:pt x="1097" y="29958"/>
                            <a:pt x="2621" y="32625"/>
                            <a:pt x="4717" y="34721"/>
                          </a:cubicBezTo>
                          <a:cubicBezTo>
                            <a:pt x="6717" y="28053"/>
                            <a:pt x="11860" y="22148"/>
                            <a:pt x="18718" y="1948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46" name="Forme libre : forme 12145">
                      <a:extLst>
                        <a:ext uri="{FF2B5EF4-FFF2-40B4-BE49-F238E27FC236}">
                          <a16:creationId xmlns:a16="http://schemas.microsoft.com/office/drawing/2014/main" id="{BA2FF1F8-8519-45A7-A5EF-F764B62C97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3520" y="4093586"/>
                      <a:ext cx="16856" cy="17667"/>
                    </a:xfrm>
                    <a:custGeom>
                      <a:avLst/>
                      <a:gdLst>
                        <a:gd name="connsiteX0" fmla="*/ 2189 w 16856"/>
                        <a:gd name="connsiteY0" fmla="*/ 14864 h 17667"/>
                        <a:gd name="connsiteX1" fmla="*/ 2761 w 16856"/>
                        <a:gd name="connsiteY1" fmla="*/ 2386 h 17667"/>
                        <a:gd name="connsiteX2" fmla="*/ 14667 w 16856"/>
                        <a:gd name="connsiteY2" fmla="*/ 2767 h 17667"/>
                        <a:gd name="connsiteX3" fmla="*/ 14095 w 16856"/>
                        <a:gd name="connsiteY3" fmla="*/ 15245 h 17667"/>
                        <a:gd name="connsiteX4" fmla="*/ 2189 w 16856"/>
                        <a:gd name="connsiteY4" fmla="*/ 14864 h 17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56" h="17667">
                          <a:moveTo>
                            <a:pt x="2189" y="14864"/>
                          </a:moveTo>
                          <a:cubicBezTo>
                            <a:pt x="-954" y="11244"/>
                            <a:pt x="-668" y="5720"/>
                            <a:pt x="2761" y="2386"/>
                          </a:cubicBezTo>
                          <a:cubicBezTo>
                            <a:pt x="6190" y="-948"/>
                            <a:pt x="11524" y="-758"/>
                            <a:pt x="14667" y="2767"/>
                          </a:cubicBezTo>
                          <a:cubicBezTo>
                            <a:pt x="17810" y="6291"/>
                            <a:pt x="17525" y="11911"/>
                            <a:pt x="14095" y="15245"/>
                          </a:cubicBezTo>
                          <a:cubicBezTo>
                            <a:pt x="10571" y="18673"/>
                            <a:pt x="5237" y="18388"/>
                            <a:pt x="2189" y="1486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47" name="Forme libre : forme 12146">
                      <a:extLst>
                        <a:ext uri="{FF2B5EF4-FFF2-40B4-BE49-F238E27FC236}">
                          <a16:creationId xmlns:a16="http://schemas.microsoft.com/office/drawing/2014/main" id="{E9478606-E330-418F-9871-385750523B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5447" y="4102032"/>
                      <a:ext cx="6337" cy="6499"/>
                    </a:xfrm>
                    <a:custGeom>
                      <a:avLst/>
                      <a:gdLst>
                        <a:gd name="connsiteX0" fmla="*/ 73 w 6337"/>
                        <a:gd name="connsiteY0" fmla="*/ 4417 h 6499"/>
                        <a:gd name="connsiteX1" fmla="*/ 2550 w 6337"/>
                        <a:gd name="connsiteY1" fmla="*/ 226 h 6499"/>
                        <a:gd name="connsiteX2" fmla="*/ 6265 w 6337"/>
                        <a:gd name="connsiteY2" fmla="*/ 2131 h 6499"/>
                        <a:gd name="connsiteX3" fmla="*/ 3788 w 6337"/>
                        <a:gd name="connsiteY3" fmla="*/ 6322 h 6499"/>
                        <a:gd name="connsiteX4" fmla="*/ 73 w 6337"/>
                        <a:gd name="connsiteY4" fmla="*/ 4417 h 6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37" h="6499">
                          <a:moveTo>
                            <a:pt x="73" y="4417"/>
                          </a:moveTo>
                          <a:cubicBezTo>
                            <a:pt x="-307" y="2703"/>
                            <a:pt x="836" y="893"/>
                            <a:pt x="2550" y="226"/>
                          </a:cubicBezTo>
                          <a:cubicBezTo>
                            <a:pt x="4264" y="-440"/>
                            <a:pt x="5884" y="417"/>
                            <a:pt x="6265" y="2131"/>
                          </a:cubicBezTo>
                          <a:cubicBezTo>
                            <a:pt x="6646" y="3846"/>
                            <a:pt x="5503" y="5751"/>
                            <a:pt x="3788" y="6322"/>
                          </a:cubicBezTo>
                          <a:cubicBezTo>
                            <a:pt x="2074" y="6894"/>
                            <a:pt x="454" y="6036"/>
                            <a:pt x="73" y="441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148" name="Graphique 5">
                  <a:extLst>
                    <a:ext uri="{FF2B5EF4-FFF2-40B4-BE49-F238E27FC236}">
                      <a16:creationId xmlns:a16="http://schemas.microsoft.com/office/drawing/2014/main" id="{93D7C0D9-13D9-47B3-9945-01FCF5280BFF}"/>
                    </a:ext>
                  </a:extLst>
                </p:cNvPr>
                <p:cNvGrpSpPr/>
                <p:nvPr/>
              </p:nvGrpSpPr>
              <p:grpSpPr>
                <a:xfrm>
                  <a:off x="4053769" y="3925376"/>
                  <a:ext cx="65835" cy="112231"/>
                  <a:chOff x="4053769" y="3925376"/>
                  <a:chExt cx="65835" cy="112231"/>
                </a:xfrm>
                <a:solidFill>
                  <a:schemeClr val="accent1"/>
                </a:solidFill>
              </p:grpSpPr>
              <p:grpSp>
                <p:nvGrpSpPr>
                  <p:cNvPr id="12149" name="Graphique 5">
                    <a:extLst>
                      <a:ext uri="{FF2B5EF4-FFF2-40B4-BE49-F238E27FC236}">
                        <a16:creationId xmlns:a16="http://schemas.microsoft.com/office/drawing/2014/main" id="{35904D89-3BC2-4E0F-87DE-1A6CB3BA4674}"/>
                      </a:ext>
                    </a:extLst>
                  </p:cNvPr>
                  <p:cNvGrpSpPr/>
                  <p:nvPr/>
                </p:nvGrpSpPr>
                <p:grpSpPr>
                  <a:xfrm>
                    <a:off x="4053769" y="3925376"/>
                    <a:ext cx="37364" cy="41347"/>
                    <a:chOff x="4053769" y="3925376"/>
                    <a:chExt cx="37364" cy="41347"/>
                  </a:xfrm>
                  <a:solidFill>
                    <a:schemeClr val="accent1"/>
                  </a:solidFill>
                </p:grpSpPr>
                <p:sp>
                  <p:nvSpPr>
                    <p:cNvPr id="12150" name="Forme libre : forme 12149">
                      <a:extLst>
                        <a:ext uri="{FF2B5EF4-FFF2-40B4-BE49-F238E27FC236}">
                          <a16:creationId xmlns:a16="http://schemas.microsoft.com/office/drawing/2014/main" id="{2EC0CC88-5644-4D36-9FFD-91268F8F92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3794" y="3925376"/>
                      <a:ext cx="37327" cy="41347"/>
                    </a:xfrm>
                    <a:custGeom>
                      <a:avLst/>
                      <a:gdLst>
                        <a:gd name="connsiteX0" fmla="*/ 37171 w 37327"/>
                        <a:gd name="connsiteY0" fmla="*/ 20672 h 41347"/>
                        <a:gd name="connsiteX1" fmla="*/ 15550 w 37327"/>
                        <a:gd name="connsiteY1" fmla="*/ 41341 h 41347"/>
                        <a:gd name="connsiteX2" fmla="*/ 214 w 37327"/>
                        <a:gd name="connsiteY2" fmla="*/ 20387 h 41347"/>
                        <a:gd name="connsiteX3" fmla="*/ 7644 w 37327"/>
                        <a:gd name="connsiteY3" fmla="*/ 6099 h 41347"/>
                        <a:gd name="connsiteX4" fmla="*/ 21169 w 37327"/>
                        <a:gd name="connsiteY4" fmla="*/ 3 h 41347"/>
                        <a:gd name="connsiteX5" fmla="*/ 37171 w 37327"/>
                        <a:gd name="connsiteY5" fmla="*/ 20672 h 41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327" h="41347">
                          <a:moveTo>
                            <a:pt x="37171" y="20672"/>
                          </a:moveTo>
                          <a:cubicBezTo>
                            <a:pt x="35457" y="32197"/>
                            <a:pt x="25741" y="41627"/>
                            <a:pt x="15550" y="41341"/>
                          </a:cubicBezTo>
                          <a:cubicBezTo>
                            <a:pt x="5453" y="41056"/>
                            <a:pt x="-1310" y="31531"/>
                            <a:pt x="214" y="20387"/>
                          </a:cubicBezTo>
                          <a:cubicBezTo>
                            <a:pt x="976" y="14767"/>
                            <a:pt x="3739" y="9718"/>
                            <a:pt x="7644" y="6099"/>
                          </a:cubicBezTo>
                          <a:cubicBezTo>
                            <a:pt x="11359" y="2384"/>
                            <a:pt x="16121" y="3"/>
                            <a:pt x="21169" y="3"/>
                          </a:cubicBezTo>
                          <a:cubicBezTo>
                            <a:pt x="31170" y="-187"/>
                            <a:pt x="38505" y="8956"/>
                            <a:pt x="37171" y="2067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51" name="Forme libre : forme 12150">
                      <a:extLst>
                        <a:ext uri="{FF2B5EF4-FFF2-40B4-BE49-F238E27FC236}">
                          <a16:creationId xmlns:a16="http://schemas.microsoft.com/office/drawing/2014/main" id="{D7E93D82-26B7-489F-B6BC-ECD31BFF7D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3769" y="3935666"/>
                      <a:ext cx="37364" cy="30962"/>
                    </a:xfrm>
                    <a:custGeom>
                      <a:avLst/>
                      <a:gdLst>
                        <a:gd name="connsiteX0" fmla="*/ 18718 w 37364"/>
                        <a:gd name="connsiteY0" fmla="*/ 10763 h 30962"/>
                        <a:gd name="connsiteX1" fmla="*/ 4145 w 37364"/>
                        <a:gd name="connsiteY1" fmla="*/ 0 h 30962"/>
                        <a:gd name="connsiteX2" fmla="*/ 239 w 37364"/>
                        <a:gd name="connsiteY2" fmla="*/ 10001 h 30962"/>
                        <a:gd name="connsiteX3" fmla="*/ 15575 w 37364"/>
                        <a:gd name="connsiteY3" fmla="*/ 30956 h 30962"/>
                        <a:gd name="connsiteX4" fmla="*/ 37196 w 37364"/>
                        <a:gd name="connsiteY4" fmla="*/ 10287 h 30962"/>
                        <a:gd name="connsiteX5" fmla="*/ 35958 w 37364"/>
                        <a:gd name="connsiteY5" fmla="*/ 95 h 30962"/>
                        <a:gd name="connsiteX6" fmla="*/ 18718 w 37364"/>
                        <a:gd name="connsiteY6" fmla="*/ 10763 h 30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364" h="30962">
                          <a:moveTo>
                            <a:pt x="18718" y="10763"/>
                          </a:moveTo>
                          <a:cubicBezTo>
                            <a:pt x="11765" y="10668"/>
                            <a:pt x="6431" y="6287"/>
                            <a:pt x="4145" y="0"/>
                          </a:cubicBezTo>
                          <a:cubicBezTo>
                            <a:pt x="2144" y="2953"/>
                            <a:pt x="716" y="6287"/>
                            <a:pt x="239" y="10001"/>
                          </a:cubicBezTo>
                          <a:cubicBezTo>
                            <a:pt x="-1380" y="21241"/>
                            <a:pt x="5383" y="30766"/>
                            <a:pt x="15575" y="30956"/>
                          </a:cubicBezTo>
                          <a:cubicBezTo>
                            <a:pt x="25671" y="31242"/>
                            <a:pt x="35482" y="21812"/>
                            <a:pt x="37196" y="10287"/>
                          </a:cubicBezTo>
                          <a:cubicBezTo>
                            <a:pt x="37673" y="6572"/>
                            <a:pt x="37101" y="3143"/>
                            <a:pt x="35958" y="95"/>
                          </a:cubicBezTo>
                          <a:cubicBezTo>
                            <a:pt x="32148" y="6668"/>
                            <a:pt x="25576" y="10859"/>
                            <a:pt x="18718" y="1076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52" name="Forme libre : forme 12151">
                      <a:extLst>
                        <a:ext uri="{FF2B5EF4-FFF2-40B4-BE49-F238E27FC236}">
                          <a16:creationId xmlns:a16="http://schemas.microsoft.com/office/drawing/2014/main" id="{506669EB-A344-41FA-A223-685D800E6A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2133" y="3932872"/>
                      <a:ext cx="15788" cy="19464"/>
                    </a:xfrm>
                    <a:custGeom>
                      <a:avLst/>
                      <a:gdLst>
                        <a:gd name="connsiteX0" fmla="*/ 15213 w 15788"/>
                        <a:gd name="connsiteY0" fmla="*/ 5842 h 19464"/>
                        <a:gd name="connsiteX1" fmla="*/ 10546 w 15788"/>
                        <a:gd name="connsiteY1" fmla="*/ 18701 h 19464"/>
                        <a:gd name="connsiteX2" fmla="*/ 450 w 15788"/>
                        <a:gd name="connsiteY2" fmla="*/ 13558 h 19464"/>
                        <a:gd name="connsiteX3" fmla="*/ 5022 w 15788"/>
                        <a:gd name="connsiteY3" fmla="*/ 890 h 19464"/>
                        <a:gd name="connsiteX4" fmla="*/ 15213 w 15788"/>
                        <a:gd name="connsiteY4" fmla="*/ 5842 h 19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88" h="19464">
                          <a:moveTo>
                            <a:pt x="15213" y="5842"/>
                          </a:moveTo>
                          <a:cubicBezTo>
                            <a:pt x="16928" y="10891"/>
                            <a:pt x="14642" y="16606"/>
                            <a:pt x="10546" y="18701"/>
                          </a:cubicBezTo>
                          <a:cubicBezTo>
                            <a:pt x="6451" y="20797"/>
                            <a:pt x="1974" y="18416"/>
                            <a:pt x="450" y="13558"/>
                          </a:cubicBezTo>
                          <a:cubicBezTo>
                            <a:pt x="-979" y="8605"/>
                            <a:pt x="1117" y="3080"/>
                            <a:pt x="5022" y="890"/>
                          </a:cubicBezTo>
                          <a:cubicBezTo>
                            <a:pt x="9022" y="-1396"/>
                            <a:pt x="13594" y="890"/>
                            <a:pt x="15213" y="584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53" name="Forme libre : forme 12152">
                      <a:extLst>
                        <a:ext uri="{FF2B5EF4-FFF2-40B4-BE49-F238E27FC236}">
                          <a16:creationId xmlns:a16="http://schemas.microsoft.com/office/drawing/2014/main" id="{CEDEAB1A-EC05-4326-9F6B-A380F71FC4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2158" y="3933571"/>
                      <a:ext cx="6065" cy="6857"/>
                    </a:xfrm>
                    <a:custGeom>
                      <a:avLst/>
                      <a:gdLst>
                        <a:gd name="connsiteX0" fmla="*/ 6045 w 6065"/>
                        <a:gd name="connsiteY0" fmla="*/ 3429 h 6857"/>
                        <a:gd name="connsiteX1" fmla="*/ 2616 w 6065"/>
                        <a:gd name="connsiteY1" fmla="*/ 6858 h 6857"/>
                        <a:gd name="connsiteX2" fmla="*/ 44 w 6065"/>
                        <a:gd name="connsiteY2" fmla="*/ 3429 h 6857"/>
                        <a:gd name="connsiteX3" fmla="*/ 3378 w 6065"/>
                        <a:gd name="connsiteY3" fmla="*/ 0 h 6857"/>
                        <a:gd name="connsiteX4" fmla="*/ 6045 w 6065"/>
                        <a:gd name="connsiteY4" fmla="*/ 3429 h 6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65" h="6857">
                          <a:moveTo>
                            <a:pt x="6045" y="3429"/>
                          </a:moveTo>
                          <a:cubicBezTo>
                            <a:pt x="5854" y="5334"/>
                            <a:pt x="4235" y="6858"/>
                            <a:pt x="2616" y="6858"/>
                          </a:cubicBezTo>
                          <a:cubicBezTo>
                            <a:pt x="901" y="6858"/>
                            <a:pt x="-242" y="5334"/>
                            <a:pt x="44" y="3429"/>
                          </a:cubicBezTo>
                          <a:cubicBezTo>
                            <a:pt x="234" y="1524"/>
                            <a:pt x="1758" y="0"/>
                            <a:pt x="3378" y="0"/>
                          </a:cubicBezTo>
                          <a:cubicBezTo>
                            <a:pt x="5092" y="0"/>
                            <a:pt x="6235" y="1524"/>
                            <a:pt x="6045" y="34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154" name="Graphique 5">
                    <a:extLst>
                      <a:ext uri="{FF2B5EF4-FFF2-40B4-BE49-F238E27FC236}">
                        <a16:creationId xmlns:a16="http://schemas.microsoft.com/office/drawing/2014/main" id="{39422793-3E6D-41CD-8113-60E17028D228}"/>
                      </a:ext>
                    </a:extLst>
                  </p:cNvPr>
                  <p:cNvGrpSpPr/>
                  <p:nvPr/>
                </p:nvGrpSpPr>
                <p:grpSpPr>
                  <a:xfrm>
                    <a:off x="4062655" y="3963288"/>
                    <a:ext cx="37408" cy="42125"/>
                    <a:chOff x="4062655" y="3963288"/>
                    <a:chExt cx="37408" cy="42125"/>
                  </a:xfrm>
                  <a:solidFill>
                    <a:schemeClr val="accent1"/>
                  </a:solidFill>
                </p:grpSpPr>
                <p:sp>
                  <p:nvSpPr>
                    <p:cNvPr id="12155" name="Forme libre : forme 12154">
                      <a:extLst>
                        <a:ext uri="{FF2B5EF4-FFF2-40B4-BE49-F238E27FC236}">
                          <a16:creationId xmlns:a16="http://schemas.microsoft.com/office/drawing/2014/main" id="{5007271C-5D79-4CF7-980A-5B499558F2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2655" y="3963288"/>
                      <a:ext cx="37394" cy="42125"/>
                    </a:xfrm>
                    <a:custGeom>
                      <a:avLst/>
                      <a:gdLst>
                        <a:gd name="connsiteX0" fmla="*/ 37073 w 37394"/>
                        <a:gd name="connsiteY0" fmla="*/ 21337 h 42125"/>
                        <a:gd name="connsiteX1" fmla="*/ 14785 w 37394"/>
                        <a:gd name="connsiteY1" fmla="*/ 42101 h 42125"/>
                        <a:gd name="connsiteX2" fmla="*/ 402 w 37394"/>
                        <a:gd name="connsiteY2" fmla="*/ 20479 h 42125"/>
                        <a:gd name="connsiteX3" fmla="*/ 22024 w 37394"/>
                        <a:gd name="connsiteY3" fmla="*/ 1 h 42125"/>
                        <a:gd name="connsiteX4" fmla="*/ 37073 w 37394"/>
                        <a:gd name="connsiteY4" fmla="*/ 21337 h 42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394" h="42125">
                          <a:moveTo>
                            <a:pt x="37073" y="21337"/>
                          </a:moveTo>
                          <a:cubicBezTo>
                            <a:pt x="35264" y="33243"/>
                            <a:pt x="25072" y="42673"/>
                            <a:pt x="14785" y="42101"/>
                          </a:cubicBezTo>
                          <a:cubicBezTo>
                            <a:pt x="4593" y="41625"/>
                            <a:pt x="-1693" y="31814"/>
                            <a:pt x="402" y="20479"/>
                          </a:cubicBezTo>
                          <a:cubicBezTo>
                            <a:pt x="2212" y="8954"/>
                            <a:pt x="11832" y="-95"/>
                            <a:pt x="22024" y="1"/>
                          </a:cubicBezTo>
                          <a:cubicBezTo>
                            <a:pt x="32216" y="1"/>
                            <a:pt x="38978" y="9526"/>
                            <a:pt x="37073" y="2133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56" name="Forme libre : forme 12155">
                      <a:extLst>
                        <a:ext uri="{FF2B5EF4-FFF2-40B4-BE49-F238E27FC236}">
                          <a16:creationId xmlns:a16="http://schemas.microsoft.com/office/drawing/2014/main" id="{4DAC2DC1-48E0-4C2F-A5CD-130CC1D310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2655" y="3973480"/>
                      <a:ext cx="37408" cy="31933"/>
                    </a:xfrm>
                    <a:custGeom>
                      <a:avLst/>
                      <a:gdLst>
                        <a:gd name="connsiteX0" fmla="*/ 18690 w 37408"/>
                        <a:gd name="connsiteY0" fmla="*/ 11335 h 31933"/>
                        <a:gd name="connsiteX1" fmla="*/ 4498 w 37408"/>
                        <a:gd name="connsiteY1" fmla="*/ 0 h 31933"/>
                        <a:gd name="connsiteX2" fmla="*/ 402 w 37408"/>
                        <a:gd name="connsiteY2" fmla="*/ 10287 h 31933"/>
                        <a:gd name="connsiteX3" fmla="*/ 14785 w 37408"/>
                        <a:gd name="connsiteY3" fmla="*/ 31909 h 31933"/>
                        <a:gd name="connsiteX4" fmla="*/ 37073 w 37408"/>
                        <a:gd name="connsiteY4" fmla="*/ 11144 h 31933"/>
                        <a:gd name="connsiteX5" fmla="*/ 36407 w 37408"/>
                        <a:gd name="connsiteY5" fmla="*/ 858 h 31933"/>
                        <a:gd name="connsiteX6" fmla="*/ 18690 w 37408"/>
                        <a:gd name="connsiteY6" fmla="*/ 11335 h 31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08" h="31933">
                          <a:moveTo>
                            <a:pt x="18690" y="11335"/>
                          </a:moveTo>
                          <a:cubicBezTo>
                            <a:pt x="11737" y="11144"/>
                            <a:pt x="6593" y="6477"/>
                            <a:pt x="4498" y="0"/>
                          </a:cubicBezTo>
                          <a:cubicBezTo>
                            <a:pt x="2498" y="3048"/>
                            <a:pt x="974" y="6477"/>
                            <a:pt x="402" y="10287"/>
                          </a:cubicBezTo>
                          <a:cubicBezTo>
                            <a:pt x="-1693" y="21622"/>
                            <a:pt x="4593" y="31433"/>
                            <a:pt x="14785" y="31909"/>
                          </a:cubicBezTo>
                          <a:cubicBezTo>
                            <a:pt x="25167" y="32480"/>
                            <a:pt x="35264" y="23146"/>
                            <a:pt x="37073" y="11144"/>
                          </a:cubicBezTo>
                          <a:cubicBezTo>
                            <a:pt x="37740" y="7334"/>
                            <a:pt x="37359" y="3905"/>
                            <a:pt x="36407" y="858"/>
                          </a:cubicBezTo>
                          <a:cubicBezTo>
                            <a:pt x="32120" y="7239"/>
                            <a:pt x="25548" y="11525"/>
                            <a:pt x="18690" y="1133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57" name="Forme libre : forme 12156">
                      <a:extLst>
                        <a:ext uri="{FF2B5EF4-FFF2-40B4-BE49-F238E27FC236}">
                          <a16:creationId xmlns:a16="http://schemas.microsoft.com/office/drawing/2014/main" id="{4DB86DE3-340E-454A-90F7-2C4BEE8C8A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051" y="3970964"/>
                      <a:ext cx="15818" cy="19930"/>
                    </a:xfrm>
                    <a:custGeom>
                      <a:avLst/>
                      <a:gdLst>
                        <a:gd name="connsiteX0" fmla="*/ 15439 w 15818"/>
                        <a:gd name="connsiteY0" fmla="*/ 6136 h 19930"/>
                        <a:gd name="connsiteX1" fmla="*/ 10295 w 15818"/>
                        <a:gd name="connsiteY1" fmla="*/ 19185 h 19930"/>
                        <a:gd name="connsiteX2" fmla="*/ 389 w 15818"/>
                        <a:gd name="connsiteY2" fmla="*/ 13661 h 19930"/>
                        <a:gd name="connsiteX3" fmla="*/ 5438 w 15818"/>
                        <a:gd name="connsiteY3" fmla="*/ 707 h 19930"/>
                        <a:gd name="connsiteX4" fmla="*/ 15439 w 15818"/>
                        <a:gd name="connsiteY4" fmla="*/ 6136 h 199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18" h="19930">
                          <a:moveTo>
                            <a:pt x="15439" y="6136"/>
                          </a:moveTo>
                          <a:cubicBezTo>
                            <a:pt x="16772" y="11184"/>
                            <a:pt x="14486" y="17090"/>
                            <a:pt x="10295" y="19185"/>
                          </a:cubicBezTo>
                          <a:cubicBezTo>
                            <a:pt x="6104" y="21281"/>
                            <a:pt x="1723" y="18804"/>
                            <a:pt x="389" y="13661"/>
                          </a:cubicBezTo>
                          <a:cubicBezTo>
                            <a:pt x="-944" y="8613"/>
                            <a:pt x="1247" y="2802"/>
                            <a:pt x="5438" y="707"/>
                          </a:cubicBezTo>
                          <a:cubicBezTo>
                            <a:pt x="9629" y="-1294"/>
                            <a:pt x="14105" y="1088"/>
                            <a:pt x="15439" y="613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58" name="Forme libre : forme 12157">
                      <a:extLst>
                        <a:ext uri="{FF2B5EF4-FFF2-40B4-BE49-F238E27FC236}">
                          <a16:creationId xmlns:a16="http://schemas.microsoft.com/office/drawing/2014/main" id="{02B1D99C-7909-4713-A76A-03AC041902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204" y="3971671"/>
                      <a:ext cx="6189" cy="6953"/>
                    </a:xfrm>
                    <a:custGeom>
                      <a:avLst/>
                      <a:gdLst>
                        <a:gd name="connsiteX0" fmla="*/ 6143 w 6189"/>
                        <a:gd name="connsiteY0" fmla="*/ 3524 h 6953"/>
                        <a:gd name="connsiteX1" fmla="*/ 2523 w 6189"/>
                        <a:gd name="connsiteY1" fmla="*/ 6953 h 6953"/>
                        <a:gd name="connsiteX2" fmla="*/ 47 w 6189"/>
                        <a:gd name="connsiteY2" fmla="*/ 3429 h 6953"/>
                        <a:gd name="connsiteX3" fmla="*/ 3666 w 6189"/>
                        <a:gd name="connsiteY3" fmla="*/ 0 h 6953"/>
                        <a:gd name="connsiteX4" fmla="*/ 6143 w 6189"/>
                        <a:gd name="connsiteY4" fmla="*/ 3524 h 6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89" h="6953">
                          <a:moveTo>
                            <a:pt x="6143" y="3524"/>
                          </a:moveTo>
                          <a:cubicBezTo>
                            <a:pt x="5857" y="5429"/>
                            <a:pt x="4238" y="6953"/>
                            <a:pt x="2523" y="6953"/>
                          </a:cubicBezTo>
                          <a:cubicBezTo>
                            <a:pt x="809" y="6953"/>
                            <a:pt x="-239" y="5334"/>
                            <a:pt x="47" y="3429"/>
                          </a:cubicBezTo>
                          <a:cubicBezTo>
                            <a:pt x="333" y="1524"/>
                            <a:pt x="1952" y="0"/>
                            <a:pt x="3666" y="0"/>
                          </a:cubicBezTo>
                          <a:cubicBezTo>
                            <a:pt x="5381" y="0"/>
                            <a:pt x="6428" y="1619"/>
                            <a:pt x="6143" y="352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159" name="Graphique 5">
                    <a:extLst>
                      <a:ext uri="{FF2B5EF4-FFF2-40B4-BE49-F238E27FC236}">
                        <a16:creationId xmlns:a16="http://schemas.microsoft.com/office/drawing/2014/main" id="{47E347F5-8323-4E8A-9B48-B2FA55096C29}"/>
                      </a:ext>
                    </a:extLst>
                  </p:cNvPr>
                  <p:cNvGrpSpPr/>
                  <p:nvPr/>
                </p:nvGrpSpPr>
                <p:grpSpPr>
                  <a:xfrm>
                    <a:off x="4081372" y="3994435"/>
                    <a:ext cx="38233" cy="43172"/>
                    <a:chOff x="4081372" y="3994435"/>
                    <a:chExt cx="38233" cy="43172"/>
                  </a:xfrm>
                  <a:solidFill>
                    <a:schemeClr val="accent1"/>
                  </a:solidFill>
                </p:grpSpPr>
                <p:sp>
                  <p:nvSpPr>
                    <p:cNvPr id="12160" name="Forme libre : forme 12159">
                      <a:extLst>
                        <a:ext uri="{FF2B5EF4-FFF2-40B4-BE49-F238E27FC236}">
                          <a16:creationId xmlns:a16="http://schemas.microsoft.com/office/drawing/2014/main" id="{A9CEF78C-A41F-4777-94DD-74BEE063D0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372" y="3994435"/>
                      <a:ext cx="38233" cy="43077"/>
                    </a:xfrm>
                    <a:custGeom>
                      <a:avLst/>
                      <a:gdLst>
                        <a:gd name="connsiteX0" fmla="*/ 37788 w 38233"/>
                        <a:gd name="connsiteY0" fmla="*/ 22098 h 43077"/>
                        <a:gd name="connsiteX1" fmla="*/ 14452 w 38233"/>
                        <a:gd name="connsiteY1" fmla="*/ 43053 h 43077"/>
                        <a:gd name="connsiteX2" fmla="*/ 545 w 38233"/>
                        <a:gd name="connsiteY2" fmla="*/ 20764 h 43077"/>
                        <a:gd name="connsiteX3" fmla="*/ 23214 w 38233"/>
                        <a:gd name="connsiteY3" fmla="*/ 0 h 43077"/>
                        <a:gd name="connsiteX4" fmla="*/ 37788 w 38233"/>
                        <a:gd name="connsiteY4" fmla="*/ 22098 h 43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233" h="43077">
                          <a:moveTo>
                            <a:pt x="37788" y="22098"/>
                          </a:moveTo>
                          <a:cubicBezTo>
                            <a:pt x="35216" y="34099"/>
                            <a:pt x="24643" y="43624"/>
                            <a:pt x="14452" y="43053"/>
                          </a:cubicBezTo>
                          <a:cubicBezTo>
                            <a:pt x="4260" y="42481"/>
                            <a:pt x="-1931" y="32385"/>
                            <a:pt x="545" y="20764"/>
                          </a:cubicBezTo>
                          <a:cubicBezTo>
                            <a:pt x="3117" y="9144"/>
                            <a:pt x="13118" y="0"/>
                            <a:pt x="23214" y="0"/>
                          </a:cubicBezTo>
                          <a:cubicBezTo>
                            <a:pt x="33311" y="95"/>
                            <a:pt x="40074" y="9906"/>
                            <a:pt x="37788" y="2209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61" name="Forme libre : forme 12160">
                      <a:extLst>
                        <a:ext uri="{FF2B5EF4-FFF2-40B4-BE49-F238E27FC236}">
                          <a16:creationId xmlns:a16="http://schemas.microsoft.com/office/drawing/2014/main" id="{75623462-6158-4917-9710-9393C3EC53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372" y="4004913"/>
                      <a:ext cx="38223" cy="32695"/>
                    </a:xfrm>
                    <a:custGeom>
                      <a:avLst/>
                      <a:gdLst>
                        <a:gd name="connsiteX0" fmla="*/ 19119 w 38223"/>
                        <a:gd name="connsiteY0" fmla="*/ 11621 h 32695"/>
                        <a:gd name="connsiteX1" fmla="*/ 5212 w 38223"/>
                        <a:gd name="connsiteY1" fmla="*/ 0 h 32695"/>
                        <a:gd name="connsiteX2" fmla="*/ 545 w 38223"/>
                        <a:gd name="connsiteY2" fmla="*/ 10382 h 32695"/>
                        <a:gd name="connsiteX3" fmla="*/ 14452 w 38223"/>
                        <a:gd name="connsiteY3" fmla="*/ 32671 h 32695"/>
                        <a:gd name="connsiteX4" fmla="*/ 37788 w 38223"/>
                        <a:gd name="connsiteY4" fmla="*/ 11716 h 32695"/>
                        <a:gd name="connsiteX5" fmla="*/ 37312 w 38223"/>
                        <a:gd name="connsiteY5" fmla="*/ 1048 h 32695"/>
                        <a:gd name="connsiteX6" fmla="*/ 19119 w 38223"/>
                        <a:gd name="connsiteY6" fmla="*/ 11621 h 326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223" h="32695">
                          <a:moveTo>
                            <a:pt x="19119" y="11621"/>
                          </a:moveTo>
                          <a:cubicBezTo>
                            <a:pt x="12070" y="11335"/>
                            <a:pt x="7022" y="6572"/>
                            <a:pt x="5212" y="0"/>
                          </a:cubicBezTo>
                          <a:cubicBezTo>
                            <a:pt x="3021" y="3048"/>
                            <a:pt x="1307" y="6572"/>
                            <a:pt x="545" y="10382"/>
                          </a:cubicBezTo>
                          <a:cubicBezTo>
                            <a:pt x="-1931" y="22003"/>
                            <a:pt x="4260" y="32195"/>
                            <a:pt x="14452" y="32671"/>
                          </a:cubicBezTo>
                          <a:cubicBezTo>
                            <a:pt x="24643" y="33242"/>
                            <a:pt x="35216" y="23717"/>
                            <a:pt x="37788" y="11716"/>
                          </a:cubicBezTo>
                          <a:cubicBezTo>
                            <a:pt x="38550" y="7906"/>
                            <a:pt x="38264" y="4286"/>
                            <a:pt x="37312" y="1048"/>
                          </a:cubicBezTo>
                          <a:cubicBezTo>
                            <a:pt x="33025" y="7620"/>
                            <a:pt x="25977" y="11811"/>
                            <a:pt x="19119" y="116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62" name="Forme libre : forme 12161">
                      <a:extLst>
                        <a:ext uri="{FF2B5EF4-FFF2-40B4-BE49-F238E27FC236}">
                          <a16:creationId xmlns:a16="http://schemas.microsoft.com/office/drawing/2014/main" id="{92B92B4B-B0D1-4B7E-9879-09A433532A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0320" y="4002455"/>
                      <a:ext cx="16129" cy="20333"/>
                    </a:xfrm>
                    <a:custGeom>
                      <a:avLst/>
                      <a:gdLst>
                        <a:gd name="connsiteX0" fmla="*/ 15792 w 16129"/>
                        <a:gd name="connsiteY0" fmla="*/ 6363 h 20333"/>
                        <a:gd name="connsiteX1" fmla="*/ 10077 w 16129"/>
                        <a:gd name="connsiteY1" fmla="*/ 19603 h 20333"/>
                        <a:gd name="connsiteX2" fmla="*/ 266 w 16129"/>
                        <a:gd name="connsiteY2" fmla="*/ 13888 h 20333"/>
                        <a:gd name="connsiteX3" fmla="*/ 5886 w 16129"/>
                        <a:gd name="connsiteY3" fmla="*/ 744 h 20333"/>
                        <a:gd name="connsiteX4" fmla="*/ 15792 w 16129"/>
                        <a:gd name="connsiteY4" fmla="*/ 6363 h 203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29" h="20333">
                          <a:moveTo>
                            <a:pt x="15792" y="6363"/>
                          </a:moveTo>
                          <a:cubicBezTo>
                            <a:pt x="17125" y="11697"/>
                            <a:pt x="14363" y="17508"/>
                            <a:pt x="10077" y="19603"/>
                          </a:cubicBezTo>
                          <a:cubicBezTo>
                            <a:pt x="5790" y="21699"/>
                            <a:pt x="1409" y="19127"/>
                            <a:pt x="266" y="13888"/>
                          </a:cubicBezTo>
                          <a:cubicBezTo>
                            <a:pt x="-877" y="8745"/>
                            <a:pt x="1790" y="2934"/>
                            <a:pt x="5886" y="744"/>
                          </a:cubicBezTo>
                          <a:cubicBezTo>
                            <a:pt x="10077" y="-1352"/>
                            <a:pt x="14553" y="1125"/>
                            <a:pt x="15792" y="636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63" name="Forme libre : forme 12162">
                      <a:extLst>
                        <a:ext uri="{FF2B5EF4-FFF2-40B4-BE49-F238E27FC236}">
                          <a16:creationId xmlns:a16="http://schemas.microsoft.com/office/drawing/2014/main" id="{ED4DDDDD-59A2-4F2B-B742-06BBF6E0E0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0794" y="4003103"/>
                      <a:ext cx="6252" cy="7147"/>
                    </a:xfrm>
                    <a:custGeom>
                      <a:avLst/>
                      <a:gdLst>
                        <a:gd name="connsiteX0" fmla="*/ 6174 w 6252"/>
                        <a:gd name="connsiteY0" fmla="*/ 3715 h 7147"/>
                        <a:gd name="connsiteX1" fmla="*/ 2459 w 6252"/>
                        <a:gd name="connsiteY1" fmla="*/ 7144 h 7147"/>
                        <a:gd name="connsiteX2" fmla="*/ 78 w 6252"/>
                        <a:gd name="connsiteY2" fmla="*/ 3524 h 7147"/>
                        <a:gd name="connsiteX3" fmla="*/ 3793 w 6252"/>
                        <a:gd name="connsiteY3" fmla="*/ 0 h 7147"/>
                        <a:gd name="connsiteX4" fmla="*/ 6174 w 6252"/>
                        <a:gd name="connsiteY4" fmla="*/ 3715 h 7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52" h="7147">
                          <a:moveTo>
                            <a:pt x="6174" y="3715"/>
                          </a:moveTo>
                          <a:cubicBezTo>
                            <a:pt x="5888" y="5715"/>
                            <a:pt x="4079" y="7239"/>
                            <a:pt x="2459" y="7144"/>
                          </a:cubicBezTo>
                          <a:cubicBezTo>
                            <a:pt x="745" y="7048"/>
                            <a:pt x="-303" y="5429"/>
                            <a:pt x="78" y="3524"/>
                          </a:cubicBezTo>
                          <a:cubicBezTo>
                            <a:pt x="459" y="1619"/>
                            <a:pt x="2078" y="0"/>
                            <a:pt x="3793" y="0"/>
                          </a:cubicBezTo>
                          <a:cubicBezTo>
                            <a:pt x="5507" y="95"/>
                            <a:pt x="6555" y="1714"/>
                            <a:pt x="6174" y="37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2164" name="Graphique 5">
                <a:extLst>
                  <a:ext uri="{FF2B5EF4-FFF2-40B4-BE49-F238E27FC236}">
                    <a16:creationId xmlns:a16="http://schemas.microsoft.com/office/drawing/2014/main" id="{B4462EE0-C2CC-4621-A63E-CEA89A9DE00A}"/>
                  </a:ext>
                </a:extLst>
              </p:cNvPr>
              <p:cNvGrpSpPr/>
              <p:nvPr/>
            </p:nvGrpSpPr>
            <p:grpSpPr>
              <a:xfrm>
                <a:off x="3475871" y="3951242"/>
                <a:ext cx="459361" cy="525254"/>
                <a:chOff x="3475871" y="3951242"/>
                <a:chExt cx="459361" cy="525254"/>
              </a:xfrm>
              <a:solidFill>
                <a:schemeClr val="accent1"/>
              </a:solidFill>
            </p:grpSpPr>
            <p:sp>
              <p:nvSpPr>
                <p:cNvPr id="12165" name="Forme libre : forme 12164">
                  <a:extLst>
                    <a:ext uri="{FF2B5EF4-FFF2-40B4-BE49-F238E27FC236}">
                      <a16:creationId xmlns:a16="http://schemas.microsoft.com/office/drawing/2014/main" id="{0C2243AA-BAAC-4238-BD51-E510729D746C}"/>
                    </a:ext>
                  </a:extLst>
                </p:cNvPr>
                <p:cNvSpPr/>
                <p:nvPr/>
              </p:nvSpPr>
              <p:spPr>
                <a:xfrm>
                  <a:off x="3475966" y="3965843"/>
                  <a:ext cx="459266" cy="510652"/>
                </a:xfrm>
                <a:custGeom>
                  <a:avLst/>
                  <a:gdLst>
                    <a:gd name="connsiteX0" fmla="*/ 418880 w 459266"/>
                    <a:gd name="connsiteY0" fmla="*/ 245095 h 510652"/>
                    <a:gd name="connsiteX1" fmla="*/ 298294 w 459266"/>
                    <a:gd name="connsiteY1" fmla="*/ 310913 h 510652"/>
                    <a:gd name="connsiteX2" fmla="*/ 302961 w 459266"/>
                    <a:gd name="connsiteY2" fmla="*/ 253478 h 510652"/>
                    <a:gd name="connsiteX3" fmla="*/ 292960 w 459266"/>
                    <a:gd name="connsiteY3" fmla="*/ 198328 h 510652"/>
                    <a:gd name="connsiteX4" fmla="*/ 235333 w 459266"/>
                    <a:gd name="connsiteY4" fmla="*/ 101839 h 510652"/>
                    <a:gd name="connsiteX5" fmla="*/ 168849 w 459266"/>
                    <a:gd name="connsiteY5" fmla="*/ 43832 h 510652"/>
                    <a:gd name="connsiteX6" fmla="*/ 109603 w 459266"/>
                    <a:gd name="connsiteY6" fmla="*/ 11352 h 510652"/>
                    <a:gd name="connsiteX7" fmla="*/ 61978 w 459266"/>
                    <a:gd name="connsiteY7" fmla="*/ 112 h 510652"/>
                    <a:gd name="connsiteX8" fmla="*/ 27498 w 459266"/>
                    <a:gd name="connsiteY8" fmla="*/ 8590 h 510652"/>
                    <a:gd name="connsiteX9" fmla="*/ 5781 w 459266"/>
                    <a:gd name="connsiteY9" fmla="*/ 38879 h 510652"/>
                    <a:gd name="connsiteX10" fmla="*/ 1114 w 459266"/>
                    <a:gd name="connsiteY10" fmla="*/ 61834 h 510652"/>
                    <a:gd name="connsiteX11" fmla="*/ 161 w 459266"/>
                    <a:gd name="connsiteY11" fmla="*/ 89171 h 510652"/>
                    <a:gd name="connsiteX12" fmla="*/ 38547 w 459266"/>
                    <a:gd name="connsiteY12" fmla="*/ 233475 h 510652"/>
                    <a:gd name="connsiteX13" fmla="*/ 105793 w 459266"/>
                    <a:gd name="connsiteY13" fmla="*/ 323677 h 510652"/>
                    <a:gd name="connsiteX14" fmla="*/ 152942 w 459266"/>
                    <a:gd name="connsiteY14" fmla="*/ 353776 h 510652"/>
                    <a:gd name="connsiteX15" fmla="*/ 207806 w 459266"/>
                    <a:gd name="connsiteY15" fmla="*/ 371397 h 510652"/>
                    <a:gd name="connsiteX16" fmla="*/ 100745 w 459266"/>
                    <a:gd name="connsiteY16" fmla="*/ 457884 h 510652"/>
                    <a:gd name="connsiteX17" fmla="*/ 122653 w 459266"/>
                    <a:gd name="connsiteY17" fmla="*/ 510653 h 510652"/>
                    <a:gd name="connsiteX18" fmla="*/ 275338 w 459266"/>
                    <a:gd name="connsiteY18" fmla="*/ 374540 h 510652"/>
                    <a:gd name="connsiteX19" fmla="*/ 459266 w 459266"/>
                    <a:gd name="connsiteY19" fmla="*/ 285577 h 510652"/>
                    <a:gd name="connsiteX20" fmla="*/ 418880 w 459266"/>
                    <a:gd name="connsiteY20" fmla="*/ 245095 h 510652"/>
                    <a:gd name="connsiteX21" fmla="*/ 85886 w 459266"/>
                    <a:gd name="connsiteY21" fmla="*/ 209662 h 510652"/>
                    <a:gd name="connsiteX22" fmla="*/ 47215 w 459266"/>
                    <a:gd name="connsiteY22" fmla="*/ 97839 h 510652"/>
                    <a:gd name="connsiteX23" fmla="*/ 59121 w 459266"/>
                    <a:gd name="connsiteY23" fmla="*/ 56120 h 510652"/>
                    <a:gd name="connsiteX24" fmla="*/ 110175 w 459266"/>
                    <a:gd name="connsiteY24" fmla="*/ 62978 h 510652"/>
                    <a:gd name="connsiteX25" fmla="*/ 195233 w 459266"/>
                    <a:gd name="connsiteY25" fmla="*/ 136225 h 510652"/>
                    <a:gd name="connsiteX26" fmla="*/ 237238 w 459266"/>
                    <a:gd name="connsiteY26" fmla="*/ 220235 h 510652"/>
                    <a:gd name="connsiteX27" fmla="*/ 241906 w 459266"/>
                    <a:gd name="connsiteY27" fmla="*/ 266431 h 510652"/>
                    <a:gd name="connsiteX28" fmla="*/ 234762 w 459266"/>
                    <a:gd name="connsiteY28" fmla="*/ 313675 h 510652"/>
                    <a:gd name="connsiteX29" fmla="*/ 147418 w 459266"/>
                    <a:gd name="connsiteY29" fmla="*/ 280338 h 510652"/>
                    <a:gd name="connsiteX30" fmla="*/ 85886 w 459266"/>
                    <a:gd name="connsiteY30" fmla="*/ 209662 h 51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59266" h="510652">
                      <a:moveTo>
                        <a:pt x="418880" y="245095"/>
                      </a:moveTo>
                      <a:cubicBezTo>
                        <a:pt x="383638" y="279957"/>
                        <a:pt x="340680" y="302245"/>
                        <a:pt x="298294" y="310913"/>
                      </a:cubicBezTo>
                      <a:cubicBezTo>
                        <a:pt x="302199" y="291387"/>
                        <a:pt x="303723" y="272146"/>
                        <a:pt x="302961" y="253478"/>
                      </a:cubicBezTo>
                      <a:cubicBezTo>
                        <a:pt x="301913" y="234428"/>
                        <a:pt x="298484" y="215949"/>
                        <a:pt x="292960" y="198328"/>
                      </a:cubicBezTo>
                      <a:cubicBezTo>
                        <a:pt x="282006" y="163085"/>
                        <a:pt x="261908" y="130510"/>
                        <a:pt x="235333" y="101839"/>
                      </a:cubicBezTo>
                      <a:cubicBezTo>
                        <a:pt x="212664" y="77455"/>
                        <a:pt x="190185" y="58691"/>
                        <a:pt x="168849" y="43832"/>
                      </a:cubicBezTo>
                      <a:cubicBezTo>
                        <a:pt x="147418" y="28973"/>
                        <a:pt x="127415" y="18305"/>
                        <a:pt x="109603" y="11352"/>
                      </a:cubicBezTo>
                      <a:cubicBezTo>
                        <a:pt x="91696" y="4303"/>
                        <a:pt x="75504" y="208"/>
                        <a:pt x="61978" y="112"/>
                      </a:cubicBezTo>
                      <a:cubicBezTo>
                        <a:pt x="48072" y="-650"/>
                        <a:pt x="36737" y="2494"/>
                        <a:pt x="27498" y="8590"/>
                      </a:cubicBezTo>
                      <a:cubicBezTo>
                        <a:pt x="17306" y="15066"/>
                        <a:pt x="10448" y="25639"/>
                        <a:pt x="5781" y="38879"/>
                      </a:cubicBezTo>
                      <a:cubicBezTo>
                        <a:pt x="3495" y="45642"/>
                        <a:pt x="1971" y="53357"/>
                        <a:pt x="1114" y="61834"/>
                      </a:cubicBezTo>
                      <a:cubicBezTo>
                        <a:pt x="66" y="70121"/>
                        <a:pt x="-220" y="79265"/>
                        <a:pt x="161" y="89171"/>
                      </a:cubicBezTo>
                      <a:cubicBezTo>
                        <a:pt x="1876" y="128700"/>
                        <a:pt x="13496" y="178611"/>
                        <a:pt x="38547" y="233475"/>
                      </a:cubicBezTo>
                      <a:cubicBezTo>
                        <a:pt x="54739" y="268813"/>
                        <a:pt x="77314" y="300150"/>
                        <a:pt x="105793" y="323677"/>
                      </a:cubicBezTo>
                      <a:cubicBezTo>
                        <a:pt x="119986" y="335488"/>
                        <a:pt x="135797" y="345584"/>
                        <a:pt x="152942" y="353776"/>
                      </a:cubicBezTo>
                      <a:cubicBezTo>
                        <a:pt x="170182" y="362062"/>
                        <a:pt x="188280" y="367587"/>
                        <a:pt x="207806" y="371397"/>
                      </a:cubicBezTo>
                      <a:cubicBezTo>
                        <a:pt x="183899" y="407782"/>
                        <a:pt x="146465" y="438453"/>
                        <a:pt x="100745" y="457884"/>
                      </a:cubicBezTo>
                      <a:lnTo>
                        <a:pt x="122653" y="510653"/>
                      </a:lnTo>
                      <a:cubicBezTo>
                        <a:pt x="192566" y="481887"/>
                        <a:pt x="246382" y="430928"/>
                        <a:pt x="275338" y="374540"/>
                      </a:cubicBezTo>
                      <a:cubicBezTo>
                        <a:pt x="338394" y="369016"/>
                        <a:pt x="405926" y="338916"/>
                        <a:pt x="459266" y="285577"/>
                      </a:cubicBezTo>
                      <a:lnTo>
                        <a:pt x="418880" y="245095"/>
                      </a:lnTo>
                      <a:close/>
                      <a:moveTo>
                        <a:pt x="85886" y="209662"/>
                      </a:moveTo>
                      <a:cubicBezTo>
                        <a:pt x="56073" y="154798"/>
                        <a:pt x="48929" y="118222"/>
                        <a:pt x="47215" y="97839"/>
                      </a:cubicBezTo>
                      <a:cubicBezTo>
                        <a:pt x="45881" y="77360"/>
                        <a:pt x="49310" y="62120"/>
                        <a:pt x="59121" y="56120"/>
                      </a:cubicBezTo>
                      <a:cubicBezTo>
                        <a:pt x="68836" y="49833"/>
                        <a:pt x="86362" y="50881"/>
                        <a:pt x="110175" y="62978"/>
                      </a:cubicBezTo>
                      <a:cubicBezTo>
                        <a:pt x="133607" y="74788"/>
                        <a:pt x="163705" y="97363"/>
                        <a:pt x="195233" y="136225"/>
                      </a:cubicBezTo>
                      <a:cubicBezTo>
                        <a:pt x="215712" y="161656"/>
                        <a:pt x="230190" y="189946"/>
                        <a:pt x="237238" y="220235"/>
                      </a:cubicBezTo>
                      <a:cubicBezTo>
                        <a:pt x="240858" y="235475"/>
                        <a:pt x="242477" y="250906"/>
                        <a:pt x="241906" y="266431"/>
                      </a:cubicBezTo>
                      <a:cubicBezTo>
                        <a:pt x="241429" y="281957"/>
                        <a:pt x="239239" y="298054"/>
                        <a:pt x="234762" y="313675"/>
                      </a:cubicBezTo>
                      <a:cubicBezTo>
                        <a:pt x="202282" y="309675"/>
                        <a:pt x="172754" y="298626"/>
                        <a:pt x="147418" y="280338"/>
                      </a:cubicBezTo>
                      <a:cubicBezTo>
                        <a:pt x="122176" y="262431"/>
                        <a:pt x="101602" y="238333"/>
                        <a:pt x="85886" y="209662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166" name="Forme libre : forme 12165">
                  <a:extLst>
                    <a:ext uri="{FF2B5EF4-FFF2-40B4-BE49-F238E27FC236}">
                      <a16:creationId xmlns:a16="http://schemas.microsoft.com/office/drawing/2014/main" id="{D6BD6DCA-C2CC-46CA-93C4-DF5663C2AB81}"/>
                    </a:ext>
                  </a:extLst>
                </p:cNvPr>
                <p:cNvSpPr/>
                <p:nvPr/>
              </p:nvSpPr>
              <p:spPr>
                <a:xfrm>
                  <a:off x="3475871" y="3965748"/>
                  <a:ext cx="236952" cy="252524"/>
                </a:xfrm>
                <a:custGeom>
                  <a:avLst/>
                  <a:gdLst>
                    <a:gd name="connsiteX0" fmla="*/ 13496 w 236952"/>
                    <a:gd name="connsiteY0" fmla="*/ 113555 h 252524"/>
                    <a:gd name="connsiteX1" fmla="*/ 15020 w 236952"/>
                    <a:gd name="connsiteY1" fmla="*/ 85933 h 252524"/>
                    <a:gd name="connsiteX2" fmla="*/ 20259 w 236952"/>
                    <a:gd name="connsiteY2" fmla="*/ 62596 h 252524"/>
                    <a:gd name="connsiteX3" fmla="*/ 43405 w 236952"/>
                    <a:gd name="connsiteY3" fmla="*/ 31354 h 252524"/>
                    <a:gd name="connsiteX4" fmla="*/ 76552 w 236952"/>
                    <a:gd name="connsiteY4" fmla="*/ 22020 h 252524"/>
                    <a:gd name="connsiteX5" fmla="*/ 120938 w 236952"/>
                    <a:gd name="connsiteY5" fmla="*/ 29735 h 252524"/>
                    <a:gd name="connsiteX6" fmla="*/ 236953 w 236952"/>
                    <a:gd name="connsiteY6" fmla="*/ 103649 h 252524"/>
                    <a:gd name="connsiteX7" fmla="*/ 235333 w 236952"/>
                    <a:gd name="connsiteY7" fmla="*/ 101839 h 252524"/>
                    <a:gd name="connsiteX8" fmla="*/ 168849 w 236952"/>
                    <a:gd name="connsiteY8" fmla="*/ 43832 h 252524"/>
                    <a:gd name="connsiteX9" fmla="*/ 109603 w 236952"/>
                    <a:gd name="connsiteY9" fmla="*/ 11352 h 252524"/>
                    <a:gd name="connsiteX10" fmla="*/ 61978 w 236952"/>
                    <a:gd name="connsiteY10" fmla="*/ 112 h 252524"/>
                    <a:gd name="connsiteX11" fmla="*/ 27498 w 236952"/>
                    <a:gd name="connsiteY11" fmla="*/ 8590 h 252524"/>
                    <a:gd name="connsiteX12" fmla="*/ 5781 w 236952"/>
                    <a:gd name="connsiteY12" fmla="*/ 38879 h 252524"/>
                    <a:gd name="connsiteX13" fmla="*/ 1114 w 236952"/>
                    <a:gd name="connsiteY13" fmla="*/ 61834 h 252524"/>
                    <a:gd name="connsiteX14" fmla="*/ 161 w 236952"/>
                    <a:gd name="connsiteY14" fmla="*/ 89171 h 252524"/>
                    <a:gd name="connsiteX15" fmla="*/ 38547 w 236952"/>
                    <a:gd name="connsiteY15" fmla="*/ 233475 h 252524"/>
                    <a:gd name="connsiteX16" fmla="*/ 48167 w 236952"/>
                    <a:gd name="connsiteY16" fmla="*/ 252525 h 252524"/>
                    <a:gd name="connsiteX17" fmla="*/ 13496 w 236952"/>
                    <a:gd name="connsiteY17" fmla="*/ 113555 h 25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36952" h="252524">
                      <a:moveTo>
                        <a:pt x="13496" y="113555"/>
                      </a:moveTo>
                      <a:cubicBezTo>
                        <a:pt x="13306" y="103554"/>
                        <a:pt x="13782" y="94315"/>
                        <a:pt x="15020" y="85933"/>
                      </a:cubicBezTo>
                      <a:cubicBezTo>
                        <a:pt x="16068" y="77265"/>
                        <a:pt x="17782" y="69550"/>
                        <a:pt x="20259" y="62596"/>
                      </a:cubicBezTo>
                      <a:cubicBezTo>
                        <a:pt x="25402" y="49166"/>
                        <a:pt x="32641" y="38212"/>
                        <a:pt x="43405" y="31354"/>
                      </a:cubicBezTo>
                      <a:cubicBezTo>
                        <a:pt x="52549" y="25449"/>
                        <a:pt x="63312" y="21925"/>
                        <a:pt x="76552" y="22020"/>
                      </a:cubicBezTo>
                      <a:cubicBezTo>
                        <a:pt x="89315" y="21448"/>
                        <a:pt x="104269" y="24115"/>
                        <a:pt x="120938" y="29735"/>
                      </a:cubicBezTo>
                      <a:cubicBezTo>
                        <a:pt x="153704" y="40594"/>
                        <a:pt x="194852" y="63835"/>
                        <a:pt x="236953" y="103649"/>
                      </a:cubicBezTo>
                      <a:lnTo>
                        <a:pt x="235333" y="101839"/>
                      </a:lnTo>
                      <a:cubicBezTo>
                        <a:pt x="212664" y="77455"/>
                        <a:pt x="190185" y="58691"/>
                        <a:pt x="168849" y="43832"/>
                      </a:cubicBezTo>
                      <a:cubicBezTo>
                        <a:pt x="147418" y="28973"/>
                        <a:pt x="127415" y="18305"/>
                        <a:pt x="109603" y="11352"/>
                      </a:cubicBezTo>
                      <a:cubicBezTo>
                        <a:pt x="91697" y="4303"/>
                        <a:pt x="75504" y="208"/>
                        <a:pt x="61978" y="112"/>
                      </a:cubicBezTo>
                      <a:cubicBezTo>
                        <a:pt x="48072" y="-649"/>
                        <a:pt x="36737" y="2494"/>
                        <a:pt x="27498" y="8590"/>
                      </a:cubicBezTo>
                      <a:cubicBezTo>
                        <a:pt x="17306" y="15067"/>
                        <a:pt x="10448" y="25639"/>
                        <a:pt x="5781" y="38879"/>
                      </a:cubicBezTo>
                      <a:cubicBezTo>
                        <a:pt x="3495" y="45642"/>
                        <a:pt x="1971" y="53357"/>
                        <a:pt x="1114" y="61834"/>
                      </a:cubicBezTo>
                      <a:cubicBezTo>
                        <a:pt x="66" y="70121"/>
                        <a:pt x="-220" y="79265"/>
                        <a:pt x="161" y="89171"/>
                      </a:cubicBezTo>
                      <a:cubicBezTo>
                        <a:pt x="1876" y="128700"/>
                        <a:pt x="13496" y="178611"/>
                        <a:pt x="38547" y="233475"/>
                      </a:cubicBezTo>
                      <a:cubicBezTo>
                        <a:pt x="41500" y="239952"/>
                        <a:pt x="44833" y="246334"/>
                        <a:pt x="48167" y="252525"/>
                      </a:cubicBezTo>
                      <a:cubicBezTo>
                        <a:pt x="25117" y="199947"/>
                        <a:pt x="14544" y="152036"/>
                        <a:pt x="13496" y="113555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167" name="Forme libre : forme 12166">
                  <a:extLst>
                    <a:ext uri="{FF2B5EF4-FFF2-40B4-BE49-F238E27FC236}">
                      <a16:creationId xmlns:a16="http://schemas.microsoft.com/office/drawing/2014/main" id="{1F732A32-21B1-4CCB-AF9D-BEF86FA0809B}"/>
                    </a:ext>
                  </a:extLst>
                </p:cNvPr>
                <p:cNvSpPr/>
                <p:nvPr/>
              </p:nvSpPr>
              <p:spPr>
                <a:xfrm>
                  <a:off x="3673009" y="4154741"/>
                  <a:ext cx="94619" cy="270414"/>
                </a:xfrm>
                <a:custGeom>
                  <a:avLst/>
                  <a:gdLst>
                    <a:gd name="connsiteX0" fmla="*/ 0 w 94619"/>
                    <a:gd name="connsiteY0" fmla="*/ 270415 h 270414"/>
                    <a:gd name="connsiteX1" fmla="*/ 6096 w 94619"/>
                    <a:gd name="connsiteY1" fmla="*/ 265081 h 270414"/>
                    <a:gd name="connsiteX2" fmla="*/ 21717 w 94619"/>
                    <a:gd name="connsiteY2" fmla="*/ 249365 h 270414"/>
                    <a:gd name="connsiteX3" fmla="*/ 64389 w 94619"/>
                    <a:gd name="connsiteY3" fmla="*/ 189929 h 270414"/>
                    <a:gd name="connsiteX4" fmla="*/ 74295 w 94619"/>
                    <a:gd name="connsiteY4" fmla="*/ 170212 h 270414"/>
                    <a:gd name="connsiteX5" fmla="*/ 82582 w 94619"/>
                    <a:gd name="connsiteY5" fmla="*/ 148590 h 270414"/>
                    <a:gd name="connsiteX6" fmla="*/ 93250 w 94619"/>
                    <a:gd name="connsiteY6" fmla="*/ 101822 h 270414"/>
                    <a:gd name="connsiteX7" fmla="*/ 93059 w 94619"/>
                    <a:gd name="connsiteY7" fmla="*/ 51721 h 270414"/>
                    <a:gd name="connsiteX8" fmla="*/ 79058 w 94619"/>
                    <a:gd name="connsiteY8" fmla="*/ 0 h 270414"/>
                    <a:gd name="connsiteX9" fmla="*/ 84582 w 94619"/>
                    <a:gd name="connsiteY9" fmla="*/ 21622 h 270414"/>
                    <a:gd name="connsiteX10" fmla="*/ 88297 w 94619"/>
                    <a:gd name="connsiteY10" fmla="*/ 80772 h 270414"/>
                    <a:gd name="connsiteX11" fmla="*/ 68390 w 94619"/>
                    <a:gd name="connsiteY11" fmla="*/ 168593 h 270414"/>
                    <a:gd name="connsiteX12" fmla="*/ 41720 w 94619"/>
                    <a:gd name="connsiteY12" fmla="*/ 219075 h 270414"/>
                    <a:gd name="connsiteX13" fmla="*/ 0 w 94619"/>
                    <a:gd name="connsiteY13" fmla="*/ 270415 h 270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19" h="270414">
                      <a:moveTo>
                        <a:pt x="0" y="270415"/>
                      </a:moveTo>
                      <a:cubicBezTo>
                        <a:pt x="0" y="270415"/>
                        <a:pt x="2096" y="268605"/>
                        <a:pt x="6096" y="265081"/>
                      </a:cubicBezTo>
                      <a:cubicBezTo>
                        <a:pt x="10001" y="261652"/>
                        <a:pt x="15526" y="256413"/>
                        <a:pt x="21717" y="249365"/>
                      </a:cubicBezTo>
                      <a:cubicBezTo>
                        <a:pt x="34385" y="235458"/>
                        <a:pt x="50673" y="215456"/>
                        <a:pt x="64389" y="189929"/>
                      </a:cubicBezTo>
                      <a:cubicBezTo>
                        <a:pt x="67818" y="183642"/>
                        <a:pt x="71247" y="177070"/>
                        <a:pt x="74295" y="170212"/>
                      </a:cubicBezTo>
                      <a:cubicBezTo>
                        <a:pt x="77248" y="163259"/>
                        <a:pt x="80105" y="156020"/>
                        <a:pt x="82582" y="148590"/>
                      </a:cubicBezTo>
                      <a:cubicBezTo>
                        <a:pt x="87535" y="133731"/>
                        <a:pt x="91631" y="118396"/>
                        <a:pt x="93250" y="101822"/>
                      </a:cubicBezTo>
                      <a:cubicBezTo>
                        <a:pt x="95060" y="85439"/>
                        <a:pt x="95155" y="68675"/>
                        <a:pt x="93059" y="51721"/>
                      </a:cubicBezTo>
                      <a:cubicBezTo>
                        <a:pt x="90869" y="34671"/>
                        <a:pt x="86201" y="17241"/>
                        <a:pt x="79058" y="0"/>
                      </a:cubicBezTo>
                      <a:cubicBezTo>
                        <a:pt x="79058" y="0"/>
                        <a:pt x="81820" y="7716"/>
                        <a:pt x="84582" y="21622"/>
                      </a:cubicBezTo>
                      <a:cubicBezTo>
                        <a:pt x="87344" y="35719"/>
                        <a:pt x="89726" y="55721"/>
                        <a:pt x="88297" y="80772"/>
                      </a:cubicBezTo>
                      <a:cubicBezTo>
                        <a:pt x="87154" y="106109"/>
                        <a:pt x="81439" y="135541"/>
                        <a:pt x="68390" y="168593"/>
                      </a:cubicBezTo>
                      <a:cubicBezTo>
                        <a:pt x="61532" y="184595"/>
                        <a:pt x="52959" y="201835"/>
                        <a:pt x="41720" y="219075"/>
                      </a:cubicBezTo>
                      <a:cubicBezTo>
                        <a:pt x="30290" y="235744"/>
                        <a:pt x="16954" y="253841"/>
                        <a:pt x="0" y="2704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168" name="Forme libre : forme 12167">
                  <a:extLst>
                    <a:ext uri="{FF2B5EF4-FFF2-40B4-BE49-F238E27FC236}">
                      <a16:creationId xmlns:a16="http://schemas.microsoft.com/office/drawing/2014/main" id="{7FC2FBDB-8AE2-46E3-AB6C-970FF8FE6670}"/>
                    </a:ext>
                  </a:extLst>
                </p:cNvPr>
                <p:cNvSpPr/>
                <p:nvPr/>
              </p:nvSpPr>
              <p:spPr>
                <a:xfrm>
                  <a:off x="3544898" y="4141597"/>
                  <a:ext cx="165830" cy="195548"/>
                </a:xfrm>
                <a:custGeom>
                  <a:avLst/>
                  <a:gdLst>
                    <a:gd name="connsiteX0" fmla="*/ 138874 w 165830"/>
                    <a:gd name="connsiteY0" fmla="*/ 195548 h 195548"/>
                    <a:gd name="connsiteX1" fmla="*/ 142780 w 165830"/>
                    <a:gd name="connsiteY1" fmla="*/ 189643 h 195548"/>
                    <a:gd name="connsiteX2" fmla="*/ 151447 w 165830"/>
                    <a:gd name="connsiteY2" fmla="*/ 174879 h 195548"/>
                    <a:gd name="connsiteX3" fmla="*/ 165830 w 165830"/>
                    <a:gd name="connsiteY3" fmla="*/ 138017 h 195548"/>
                    <a:gd name="connsiteX4" fmla="*/ 145828 w 165830"/>
                    <a:gd name="connsiteY4" fmla="*/ 135160 h 195548"/>
                    <a:gd name="connsiteX5" fmla="*/ 99155 w 165830"/>
                    <a:gd name="connsiteY5" fmla="*/ 118396 h 195548"/>
                    <a:gd name="connsiteX6" fmla="*/ 45148 w 165830"/>
                    <a:gd name="connsiteY6" fmla="*/ 75629 h 195548"/>
                    <a:gd name="connsiteX7" fmla="*/ 0 w 165830"/>
                    <a:gd name="connsiteY7" fmla="*/ 0 h 195548"/>
                    <a:gd name="connsiteX8" fmla="*/ 4096 w 165830"/>
                    <a:gd name="connsiteY8" fmla="*/ 17812 h 195548"/>
                    <a:gd name="connsiteX9" fmla="*/ 19812 w 165830"/>
                    <a:gd name="connsiteY9" fmla="*/ 61627 h 195548"/>
                    <a:gd name="connsiteX10" fmla="*/ 119634 w 165830"/>
                    <a:gd name="connsiteY10" fmla="*/ 166783 h 195548"/>
                    <a:gd name="connsiteX11" fmla="*/ 135636 w 165830"/>
                    <a:gd name="connsiteY11" fmla="*/ 184023 h 195548"/>
                    <a:gd name="connsiteX12" fmla="*/ 138874 w 165830"/>
                    <a:gd name="connsiteY12" fmla="*/ 195548 h 195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65830" h="195548">
                      <a:moveTo>
                        <a:pt x="138874" y="195548"/>
                      </a:moveTo>
                      <a:cubicBezTo>
                        <a:pt x="138874" y="195548"/>
                        <a:pt x="140303" y="193357"/>
                        <a:pt x="142780" y="189643"/>
                      </a:cubicBezTo>
                      <a:cubicBezTo>
                        <a:pt x="145161" y="186023"/>
                        <a:pt x="148304" y="180880"/>
                        <a:pt x="151447" y="174879"/>
                      </a:cubicBezTo>
                      <a:cubicBezTo>
                        <a:pt x="157734" y="163068"/>
                        <a:pt x="164211" y="148685"/>
                        <a:pt x="165830" y="138017"/>
                      </a:cubicBezTo>
                      <a:cubicBezTo>
                        <a:pt x="165830" y="138017"/>
                        <a:pt x="158115" y="137731"/>
                        <a:pt x="145828" y="135160"/>
                      </a:cubicBezTo>
                      <a:cubicBezTo>
                        <a:pt x="133540" y="132493"/>
                        <a:pt x="117157" y="128016"/>
                        <a:pt x="99155" y="118396"/>
                      </a:cubicBezTo>
                      <a:cubicBezTo>
                        <a:pt x="81248" y="108871"/>
                        <a:pt x="62294" y="95059"/>
                        <a:pt x="45148" y="75629"/>
                      </a:cubicBezTo>
                      <a:cubicBezTo>
                        <a:pt x="27908" y="56293"/>
                        <a:pt x="12573" y="31242"/>
                        <a:pt x="0" y="0"/>
                      </a:cubicBezTo>
                      <a:cubicBezTo>
                        <a:pt x="0" y="0"/>
                        <a:pt x="1143" y="6667"/>
                        <a:pt x="4096" y="17812"/>
                      </a:cubicBezTo>
                      <a:cubicBezTo>
                        <a:pt x="7048" y="28765"/>
                        <a:pt x="11906" y="44196"/>
                        <a:pt x="19812" y="61627"/>
                      </a:cubicBezTo>
                      <a:cubicBezTo>
                        <a:pt x="35814" y="96298"/>
                        <a:pt x="63055" y="140398"/>
                        <a:pt x="119634" y="166783"/>
                      </a:cubicBezTo>
                      <a:cubicBezTo>
                        <a:pt x="128206" y="170783"/>
                        <a:pt x="133064" y="177832"/>
                        <a:pt x="135636" y="184023"/>
                      </a:cubicBezTo>
                      <a:cubicBezTo>
                        <a:pt x="138494" y="190309"/>
                        <a:pt x="138874" y="195548"/>
                        <a:pt x="138874" y="195548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169" name="Forme libre : forme 12168">
                  <a:extLst>
                    <a:ext uri="{FF2B5EF4-FFF2-40B4-BE49-F238E27FC236}">
                      <a16:creationId xmlns:a16="http://schemas.microsoft.com/office/drawing/2014/main" id="{47B73729-150E-482F-AE51-D0D9862A7AF8}"/>
                    </a:ext>
                  </a:extLst>
                </p:cNvPr>
                <p:cNvSpPr/>
                <p:nvPr/>
              </p:nvSpPr>
              <p:spPr>
                <a:xfrm>
                  <a:off x="3769783" y="4230655"/>
                  <a:ext cx="102965" cy="66865"/>
                </a:xfrm>
                <a:custGeom>
                  <a:avLst/>
                  <a:gdLst>
                    <a:gd name="connsiteX0" fmla="*/ 4477 w 102965"/>
                    <a:gd name="connsiteY0" fmla="*/ 46101 h 66865"/>
                    <a:gd name="connsiteX1" fmla="*/ 3524 w 102965"/>
                    <a:gd name="connsiteY1" fmla="*/ 52959 h 66865"/>
                    <a:gd name="connsiteX2" fmla="*/ 0 w 102965"/>
                    <a:gd name="connsiteY2" fmla="*/ 66866 h 66865"/>
                    <a:gd name="connsiteX3" fmla="*/ 9620 w 102965"/>
                    <a:gd name="connsiteY3" fmla="*/ 64103 h 66865"/>
                    <a:gd name="connsiteX4" fmla="*/ 34100 w 102965"/>
                    <a:gd name="connsiteY4" fmla="*/ 53531 h 66865"/>
                    <a:gd name="connsiteX5" fmla="*/ 67628 w 102965"/>
                    <a:gd name="connsiteY5" fmla="*/ 32957 h 66865"/>
                    <a:gd name="connsiteX6" fmla="*/ 102965 w 102965"/>
                    <a:gd name="connsiteY6" fmla="*/ 0 h 66865"/>
                    <a:gd name="connsiteX7" fmla="*/ 95917 w 102965"/>
                    <a:gd name="connsiteY7" fmla="*/ 5620 h 66865"/>
                    <a:gd name="connsiteX8" fmla="*/ 75819 w 102965"/>
                    <a:gd name="connsiteY8" fmla="*/ 18764 h 66865"/>
                    <a:gd name="connsiteX9" fmla="*/ 44672 w 102965"/>
                    <a:gd name="connsiteY9" fmla="*/ 34290 h 66865"/>
                    <a:gd name="connsiteX10" fmla="*/ 4477 w 102965"/>
                    <a:gd name="connsiteY10" fmla="*/ 46101 h 66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2965" h="66865">
                      <a:moveTo>
                        <a:pt x="4477" y="46101"/>
                      </a:moveTo>
                      <a:cubicBezTo>
                        <a:pt x="4477" y="46101"/>
                        <a:pt x="4191" y="48863"/>
                        <a:pt x="3524" y="52959"/>
                      </a:cubicBezTo>
                      <a:cubicBezTo>
                        <a:pt x="2762" y="56864"/>
                        <a:pt x="1619" y="62103"/>
                        <a:pt x="0" y="66866"/>
                      </a:cubicBezTo>
                      <a:cubicBezTo>
                        <a:pt x="0" y="66866"/>
                        <a:pt x="3524" y="66008"/>
                        <a:pt x="9620" y="64103"/>
                      </a:cubicBezTo>
                      <a:cubicBezTo>
                        <a:pt x="15621" y="62008"/>
                        <a:pt x="24098" y="58484"/>
                        <a:pt x="34100" y="53531"/>
                      </a:cubicBezTo>
                      <a:cubicBezTo>
                        <a:pt x="44196" y="48483"/>
                        <a:pt x="55912" y="42005"/>
                        <a:pt x="67628" y="32957"/>
                      </a:cubicBezTo>
                      <a:cubicBezTo>
                        <a:pt x="79438" y="24003"/>
                        <a:pt x="91916" y="13430"/>
                        <a:pt x="102965" y="0"/>
                      </a:cubicBezTo>
                      <a:cubicBezTo>
                        <a:pt x="102965" y="0"/>
                        <a:pt x="100489" y="2096"/>
                        <a:pt x="95917" y="5620"/>
                      </a:cubicBezTo>
                      <a:cubicBezTo>
                        <a:pt x="91440" y="9144"/>
                        <a:pt x="84487" y="13811"/>
                        <a:pt x="75819" y="18764"/>
                      </a:cubicBezTo>
                      <a:cubicBezTo>
                        <a:pt x="67056" y="23717"/>
                        <a:pt x="56674" y="29337"/>
                        <a:pt x="44672" y="34290"/>
                      </a:cubicBezTo>
                      <a:cubicBezTo>
                        <a:pt x="32385" y="38767"/>
                        <a:pt x="18860" y="43053"/>
                        <a:pt x="4477" y="46101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2170" name="Graphique 5">
                  <a:extLst>
                    <a:ext uri="{FF2B5EF4-FFF2-40B4-BE49-F238E27FC236}">
                      <a16:creationId xmlns:a16="http://schemas.microsoft.com/office/drawing/2014/main" id="{AE4B95D3-C8E1-41EA-A4DD-A5D148647E2B}"/>
                    </a:ext>
                  </a:extLst>
                </p:cNvPr>
                <p:cNvGrpSpPr/>
                <p:nvPr/>
              </p:nvGrpSpPr>
              <p:grpSpPr>
                <a:xfrm>
                  <a:off x="3694947" y="4198981"/>
                  <a:ext cx="107089" cy="57405"/>
                  <a:chOff x="3694947" y="4198981"/>
                  <a:chExt cx="107089" cy="57405"/>
                </a:xfrm>
                <a:solidFill>
                  <a:schemeClr val="accent1"/>
                </a:solidFill>
              </p:grpSpPr>
              <p:grpSp>
                <p:nvGrpSpPr>
                  <p:cNvPr id="12171" name="Graphique 5">
                    <a:extLst>
                      <a:ext uri="{FF2B5EF4-FFF2-40B4-BE49-F238E27FC236}">
                        <a16:creationId xmlns:a16="http://schemas.microsoft.com/office/drawing/2014/main" id="{CD9CBD2F-B836-40A3-ACF1-506236B76C86}"/>
                      </a:ext>
                    </a:extLst>
                  </p:cNvPr>
                  <p:cNvGrpSpPr/>
                  <p:nvPr/>
                </p:nvGrpSpPr>
                <p:grpSpPr>
                  <a:xfrm>
                    <a:off x="3763248" y="4218791"/>
                    <a:ext cx="38788" cy="37595"/>
                    <a:chOff x="3763248" y="4218791"/>
                    <a:chExt cx="38788" cy="37595"/>
                  </a:xfrm>
                  <a:solidFill>
                    <a:schemeClr val="accent1"/>
                  </a:solidFill>
                </p:grpSpPr>
                <p:sp>
                  <p:nvSpPr>
                    <p:cNvPr id="12172" name="Forme libre : forme 12171">
                      <a:extLst>
                        <a:ext uri="{FF2B5EF4-FFF2-40B4-BE49-F238E27FC236}">
                          <a16:creationId xmlns:a16="http://schemas.microsoft.com/office/drawing/2014/main" id="{8E17DE7D-7A2F-4A4F-98A0-3FC3D99B25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3248" y="4218815"/>
                      <a:ext cx="38788" cy="37571"/>
                    </a:xfrm>
                    <a:custGeom>
                      <a:avLst/>
                      <a:gdLst>
                        <a:gd name="connsiteX0" fmla="*/ 3392 w 38788"/>
                        <a:gd name="connsiteY0" fmla="*/ 31272 h 37571"/>
                        <a:gd name="connsiteX1" fmla="*/ 8154 w 38788"/>
                        <a:gd name="connsiteY1" fmla="*/ 4888 h 37571"/>
                        <a:gd name="connsiteX2" fmla="*/ 35015 w 38788"/>
                        <a:gd name="connsiteY2" fmla="*/ 5840 h 37571"/>
                        <a:gd name="connsiteX3" fmla="*/ 30538 w 38788"/>
                        <a:gd name="connsiteY3" fmla="*/ 32605 h 37571"/>
                        <a:gd name="connsiteX4" fmla="*/ 3392 w 38788"/>
                        <a:gd name="connsiteY4" fmla="*/ 31272 h 37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788" h="37571">
                          <a:moveTo>
                            <a:pt x="3392" y="31272"/>
                          </a:moveTo>
                          <a:cubicBezTo>
                            <a:pt x="-2609" y="23461"/>
                            <a:pt x="-418" y="11650"/>
                            <a:pt x="8154" y="4888"/>
                          </a:cubicBezTo>
                          <a:cubicBezTo>
                            <a:pt x="16917" y="-1780"/>
                            <a:pt x="28538" y="-1780"/>
                            <a:pt x="35015" y="5840"/>
                          </a:cubicBezTo>
                          <a:cubicBezTo>
                            <a:pt x="41301" y="13270"/>
                            <a:pt x="39682" y="25652"/>
                            <a:pt x="30538" y="32605"/>
                          </a:cubicBezTo>
                          <a:cubicBezTo>
                            <a:pt x="21585" y="39749"/>
                            <a:pt x="9393" y="39082"/>
                            <a:pt x="3392" y="3127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73" name="Forme libre : forme 12172">
                      <a:extLst>
                        <a:ext uri="{FF2B5EF4-FFF2-40B4-BE49-F238E27FC236}">
                          <a16:creationId xmlns:a16="http://schemas.microsoft.com/office/drawing/2014/main" id="{ACE8B858-99ED-4F2F-A30F-CE8CEF8C86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3248" y="4218791"/>
                      <a:ext cx="38634" cy="36343"/>
                    </a:xfrm>
                    <a:custGeom>
                      <a:avLst/>
                      <a:gdLst>
                        <a:gd name="connsiteX0" fmla="*/ 19013 w 38634"/>
                        <a:gd name="connsiteY0" fmla="*/ 18532 h 36343"/>
                        <a:gd name="connsiteX1" fmla="*/ 38634 w 38634"/>
                        <a:gd name="connsiteY1" fmla="*/ 14341 h 36343"/>
                        <a:gd name="connsiteX2" fmla="*/ 35015 w 38634"/>
                        <a:gd name="connsiteY2" fmla="*/ 5769 h 36343"/>
                        <a:gd name="connsiteX3" fmla="*/ 8154 w 38634"/>
                        <a:gd name="connsiteY3" fmla="*/ 4816 h 36343"/>
                        <a:gd name="connsiteX4" fmla="*/ 3392 w 38634"/>
                        <a:gd name="connsiteY4" fmla="*/ 31200 h 36343"/>
                        <a:gd name="connsiteX5" fmla="*/ 10726 w 38634"/>
                        <a:gd name="connsiteY5" fmla="*/ 36344 h 36343"/>
                        <a:gd name="connsiteX6" fmla="*/ 19013 w 38634"/>
                        <a:gd name="connsiteY6" fmla="*/ 18532 h 36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634" h="36343">
                          <a:moveTo>
                            <a:pt x="19013" y="18532"/>
                          </a:moveTo>
                          <a:cubicBezTo>
                            <a:pt x="25109" y="13865"/>
                            <a:pt x="32443" y="12531"/>
                            <a:pt x="38634" y="14341"/>
                          </a:cubicBezTo>
                          <a:cubicBezTo>
                            <a:pt x="38253" y="11198"/>
                            <a:pt x="37110" y="8245"/>
                            <a:pt x="35015" y="5769"/>
                          </a:cubicBezTo>
                          <a:cubicBezTo>
                            <a:pt x="28538" y="-1756"/>
                            <a:pt x="16917" y="-1756"/>
                            <a:pt x="8154" y="4816"/>
                          </a:cubicBezTo>
                          <a:cubicBezTo>
                            <a:pt x="-418" y="11579"/>
                            <a:pt x="-2609" y="23390"/>
                            <a:pt x="3392" y="31200"/>
                          </a:cubicBezTo>
                          <a:cubicBezTo>
                            <a:pt x="5297" y="33677"/>
                            <a:pt x="7869" y="35391"/>
                            <a:pt x="10726" y="36344"/>
                          </a:cubicBezTo>
                          <a:cubicBezTo>
                            <a:pt x="10250" y="30057"/>
                            <a:pt x="13107" y="23199"/>
                            <a:pt x="19013" y="1853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74" name="Forme libre : forme 12173">
                      <a:extLst>
                        <a:ext uri="{FF2B5EF4-FFF2-40B4-BE49-F238E27FC236}">
                          <a16:creationId xmlns:a16="http://schemas.microsoft.com/office/drawing/2014/main" id="{C9162B46-3A98-448E-B83E-FE86DD16B7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9253" y="4236699"/>
                      <a:ext cx="18201" cy="16051"/>
                    </a:xfrm>
                    <a:custGeom>
                      <a:avLst/>
                      <a:gdLst>
                        <a:gd name="connsiteX0" fmla="*/ 5101 w 18201"/>
                        <a:gd name="connsiteY0" fmla="*/ 15293 h 16051"/>
                        <a:gd name="connsiteX1" fmla="*/ 910 w 18201"/>
                        <a:gd name="connsiteY1" fmla="*/ 4625 h 16051"/>
                        <a:gd name="connsiteX2" fmla="*/ 13007 w 18201"/>
                        <a:gd name="connsiteY2" fmla="*/ 720 h 16051"/>
                        <a:gd name="connsiteX3" fmla="*/ 17293 w 18201"/>
                        <a:gd name="connsiteY3" fmla="*/ 11292 h 16051"/>
                        <a:gd name="connsiteX4" fmla="*/ 5101 w 18201"/>
                        <a:gd name="connsiteY4" fmla="*/ 15293 h 160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01" h="16051">
                          <a:moveTo>
                            <a:pt x="5101" y="15293"/>
                          </a:moveTo>
                          <a:cubicBezTo>
                            <a:pt x="625" y="13388"/>
                            <a:pt x="-1280" y="8625"/>
                            <a:pt x="910" y="4625"/>
                          </a:cubicBezTo>
                          <a:cubicBezTo>
                            <a:pt x="3101" y="624"/>
                            <a:pt x="8435" y="-1090"/>
                            <a:pt x="13007" y="720"/>
                          </a:cubicBezTo>
                          <a:cubicBezTo>
                            <a:pt x="17579" y="2529"/>
                            <a:pt x="19484" y="7292"/>
                            <a:pt x="17293" y="11292"/>
                          </a:cubicBezTo>
                          <a:cubicBezTo>
                            <a:pt x="15103" y="15388"/>
                            <a:pt x="9578" y="17198"/>
                            <a:pt x="5101" y="1529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75" name="Forme libre : forme 12174">
                      <a:extLst>
                        <a:ext uri="{FF2B5EF4-FFF2-40B4-BE49-F238E27FC236}">
                          <a16:creationId xmlns:a16="http://schemas.microsoft.com/office/drawing/2014/main" id="{974F716F-6D60-41A4-934E-7A550CD193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2902" y="4241570"/>
                      <a:ext cx="6431" cy="6173"/>
                    </a:xfrm>
                    <a:custGeom>
                      <a:avLst/>
                      <a:gdLst>
                        <a:gd name="connsiteX0" fmla="*/ 597 w 6431"/>
                        <a:gd name="connsiteY0" fmla="*/ 5182 h 6173"/>
                        <a:gd name="connsiteX1" fmla="*/ 1359 w 6431"/>
                        <a:gd name="connsiteY1" fmla="*/ 801 h 6173"/>
                        <a:gd name="connsiteX2" fmla="*/ 5835 w 6431"/>
                        <a:gd name="connsiteY2" fmla="*/ 991 h 6173"/>
                        <a:gd name="connsiteX3" fmla="*/ 5073 w 6431"/>
                        <a:gd name="connsiteY3" fmla="*/ 5373 h 6173"/>
                        <a:gd name="connsiteX4" fmla="*/ 597 w 6431"/>
                        <a:gd name="connsiteY4" fmla="*/ 5182 h 6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31" h="6173">
                          <a:moveTo>
                            <a:pt x="597" y="5182"/>
                          </a:moveTo>
                          <a:cubicBezTo>
                            <a:pt x="-451" y="3944"/>
                            <a:pt x="-70" y="1944"/>
                            <a:pt x="1359" y="801"/>
                          </a:cubicBezTo>
                          <a:cubicBezTo>
                            <a:pt x="2787" y="-342"/>
                            <a:pt x="4788" y="-247"/>
                            <a:pt x="5835" y="991"/>
                          </a:cubicBezTo>
                          <a:cubicBezTo>
                            <a:pt x="6883" y="2230"/>
                            <a:pt x="6502" y="4230"/>
                            <a:pt x="5073" y="5373"/>
                          </a:cubicBezTo>
                          <a:cubicBezTo>
                            <a:pt x="3645" y="6516"/>
                            <a:pt x="1644" y="6421"/>
                            <a:pt x="597" y="51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176" name="Graphique 5">
                    <a:extLst>
                      <a:ext uri="{FF2B5EF4-FFF2-40B4-BE49-F238E27FC236}">
                        <a16:creationId xmlns:a16="http://schemas.microsoft.com/office/drawing/2014/main" id="{1F929495-CD7E-4D8D-8C6A-2546E695CE73}"/>
                      </a:ext>
                    </a:extLst>
                  </p:cNvPr>
                  <p:cNvGrpSpPr/>
                  <p:nvPr/>
                </p:nvGrpSpPr>
                <p:grpSpPr>
                  <a:xfrm>
                    <a:off x="3731098" y="4203566"/>
                    <a:ext cx="37967" cy="37103"/>
                    <a:chOff x="3731098" y="4203566"/>
                    <a:chExt cx="37967" cy="37103"/>
                  </a:xfrm>
                  <a:solidFill>
                    <a:schemeClr val="accent1"/>
                  </a:solidFill>
                </p:grpSpPr>
                <p:sp>
                  <p:nvSpPr>
                    <p:cNvPr id="12177" name="Forme libre : forme 12176">
                      <a:extLst>
                        <a:ext uri="{FF2B5EF4-FFF2-40B4-BE49-F238E27FC236}">
                          <a16:creationId xmlns:a16="http://schemas.microsoft.com/office/drawing/2014/main" id="{BDEEC5C4-FB0B-4CFA-95FB-B3C73C171C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126" y="4203566"/>
                      <a:ext cx="37940" cy="37103"/>
                    </a:xfrm>
                    <a:custGeom>
                      <a:avLst/>
                      <a:gdLst>
                        <a:gd name="connsiteX0" fmla="*/ 3319 w 37940"/>
                        <a:gd name="connsiteY0" fmla="*/ 30518 h 37103"/>
                        <a:gd name="connsiteX1" fmla="*/ 7891 w 37940"/>
                        <a:gd name="connsiteY1" fmla="*/ 4420 h 37103"/>
                        <a:gd name="connsiteX2" fmla="*/ 34275 w 37940"/>
                        <a:gd name="connsiteY2" fmla="*/ 6325 h 37103"/>
                        <a:gd name="connsiteX3" fmla="*/ 29799 w 37940"/>
                        <a:gd name="connsiteY3" fmla="*/ 32519 h 37103"/>
                        <a:gd name="connsiteX4" fmla="*/ 3319 w 37940"/>
                        <a:gd name="connsiteY4" fmla="*/ 30518 h 37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940" h="37103">
                          <a:moveTo>
                            <a:pt x="3319" y="30518"/>
                          </a:moveTo>
                          <a:cubicBezTo>
                            <a:pt x="-2491" y="22708"/>
                            <a:pt x="-491" y="10992"/>
                            <a:pt x="7891" y="4420"/>
                          </a:cubicBezTo>
                          <a:cubicBezTo>
                            <a:pt x="16178" y="-2152"/>
                            <a:pt x="27989" y="-1295"/>
                            <a:pt x="34275" y="6325"/>
                          </a:cubicBezTo>
                          <a:cubicBezTo>
                            <a:pt x="40562" y="13945"/>
                            <a:pt x="38562" y="25661"/>
                            <a:pt x="29799" y="32519"/>
                          </a:cubicBezTo>
                          <a:cubicBezTo>
                            <a:pt x="20940" y="39281"/>
                            <a:pt x="9225" y="38519"/>
                            <a:pt x="3319" y="3051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78" name="Forme libre : forme 12177">
                      <a:extLst>
                        <a:ext uri="{FF2B5EF4-FFF2-40B4-BE49-F238E27FC236}">
                          <a16:creationId xmlns:a16="http://schemas.microsoft.com/office/drawing/2014/main" id="{4F8D6BB9-C09E-4122-AFC9-AF77207DC2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098" y="4203566"/>
                      <a:ext cx="37636" cy="35852"/>
                    </a:xfrm>
                    <a:custGeom>
                      <a:avLst/>
                      <a:gdLst>
                        <a:gd name="connsiteX0" fmla="*/ 18396 w 37636"/>
                        <a:gd name="connsiteY0" fmla="*/ 18231 h 35852"/>
                        <a:gd name="connsiteX1" fmla="*/ 37637 w 37636"/>
                        <a:gd name="connsiteY1" fmla="*/ 14802 h 35852"/>
                        <a:gd name="connsiteX2" fmla="*/ 34208 w 37636"/>
                        <a:gd name="connsiteY2" fmla="*/ 6325 h 35852"/>
                        <a:gd name="connsiteX3" fmla="*/ 7824 w 37636"/>
                        <a:gd name="connsiteY3" fmla="*/ 4420 h 35852"/>
                        <a:gd name="connsiteX4" fmla="*/ 3251 w 37636"/>
                        <a:gd name="connsiteY4" fmla="*/ 30518 h 35852"/>
                        <a:gd name="connsiteX5" fmla="*/ 10395 w 37636"/>
                        <a:gd name="connsiteY5" fmla="*/ 35852 h 35852"/>
                        <a:gd name="connsiteX6" fmla="*/ 18396 w 37636"/>
                        <a:gd name="connsiteY6" fmla="*/ 18231 h 35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636" h="35852">
                          <a:moveTo>
                            <a:pt x="18396" y="18231"/>
                          </a:moveTo>
                          <a:cubicBezTo>
                            <a:pt x="24207" y="13659"/>
                            <a:pt x="31541" y="12707"/>
                            <a:pt x="37637" y="14802"/>
                          </a:cubicBezTo>
                          <a:cubicBezTo>
                            <a:pt x="37351" y="11754"/>
                            <a:pt x="36208" y="8801"/>
                            <a:pt x="34208" y="6325"/>
                          </a:cubicBezTo>
                          <a:cubicBezTo>
                            <a:pt x="27921" y="-1295"/>
                            <a:pt x="16206" y="-2152"/>
                            <a:pt x="7824" y="4420"/>
                          </a:cubicBezTo>
                          <a:cubicBezTo>
                            <a:pt x="-463" y="10897"/>
                            <a:pt x="-2463" y="22708"/>
                            <a:pt x="3251" y="30518"/>
                          </a:cubicBezTo>
                          <a:cubicBezTo>
                            <a:pt x="5157" y="32995"/>
                            <a:pt x="7633" y="34805"/>
                            <a:pt x="10395" y="35852"/>
                          </a:cubicBezTo>
                          <a:cubicBezTo>
                            <a:pt x="10014" y="29470"/>
                            <a:pt x="12681" y="22708"/>
                            <a:pt x="18396" y="1823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79" name="Forme libre : forme 12178">
                      <a:extLst>
                        <a:ext uri="{FF2B5EF4-FFF2-40B4-BE49-F238E27FC236}">
                          <a16:creationId xmlns:a16="http://schemas.microsoft.com/office/drawing/2014/main" id="{4027A032-2D1B-434B-A543-D60696152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7003" y="4221094"/>
                      <a:ext cx="17630" cy="15924"/>
                    </a:xfrm>
                    <a:custGeom>
                      <a:avLst/>
                      <a:gdLst>
                        <a:gd name="connsiteX0" fmla="*/ 4967 w 17630"/>
                        <a:gd name="connsiteY0" fmla="*/ 15086 h 15924"/>
                        <a:gd name="connsiteX1" fmla="*/ 871 w 17630"/>
                        <a:gd name="connsiteY1" fmla="*/ 4418 h 15924"/>
                        <a:gd name="connsiteX2" fmla="*/ 12587 w 17630"/>
                        <a:gd name="connsiteY2" fmla="*/ 799 h 15924"/>
                        <a:gd name="connsiteX3" fmla="*/ 16778 w 17630"/>
                        <a:gd name="connsiteY3" fmla="*/ 11371 h 15924"/>
                        <a:gd name="connsiteX4" fmla="*/ 4967 w 17630"/>
                        <a:gd name="connsiteY4" fmla="*/ 15086 h 159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30" h="15924">
                          <a:moveTo>
                            <a:pt x="4967" y="15086"/>
                          </a:moveTo>
                          <a:cubicBezTo>
                            <a:pt x="585" y="13086"/>
                            <a:pt x="-1224" y="8324"/>
                            <a:pt x="871" y="4418"/>
                          </a:cubicBezTo>
                          <a:cubicBezTo>
                            <a:pt x="2966" y="513"/>
                            <a:pt x="8110" y="-1106"/>
                            <a:pt x="12587" y="799"/>
                          </a:cubicBezTo>
                          <a:cubicBezTo>
                            <a:pt x="16968" y="2704"/>
                            <a:pt x="18873" y="7466"/>
                            <a:pt x="16778" y="11371"/>
                          </a:cubicBezTo>
                          <a:cubicBezTo>
                            <a:pt x="14587" y="15372"/>
                            <a:pt x="9348" y="17086"/>
                            <a:pt x="4967" y="1508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80" name="Forme libre : forme 12179">
                      <a:extLst>
                        <a:ext uri="{FF2B5EF4-FFF2-40B4-BE49-F238E27FC236}">
                          <a16:creationId xmlns:a16="http://schemas.microsoft.com/office/drawing/2014/main" id="{E23F72D4-03F1-4CA9-BF49-36A5CA89C9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273" y="4226086"/>
                      <a:ext cx="6253" cy="6122"/>
                    </a:xfrm>
                    <a:custGeom>
                      <a:avLst/>
                      <a:gdLst>
                        <a:gd name="connsiteX0" fmla="*/ 555 w 6253"/>
                        <a:gd name="connsiteY0" fmla="*/ 5045 h 6122"/>
                        <a:gd name="connsiteX1" fmla="*/ 1317 w 6253"/>
                        <a:gd name="connsiteY1" fmla="*/ 759 h 6122"/>
                        <a:gd name="connsiteX2" fmla="*/ 5699 w 6253"/>
                        <a:gd name="connsiteY2" fmla="*/ 1045 h 6122"/>
                        <a:gd name="connsiteX3" fmla="*/ 4937 w 6253"/>
                        <a:gd name="connsiteY3" fmla="*/ 5331 h 6122"/>
                        <a:gd name="connsiteX4" fmla="*/ 555 w 6253"/>
                        <a:gd name="connsiteY4" fmla="*/ 5045 h 61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53" h="6122">
                          <a:moveTo>
                            <a:pt x="555" y="5045"/>
                          </a:moveTo>
                          <a:cubicBezTo>
                            <a:pt x="-397" y="3807"/>
                            <a:pt x="-112" y="1807"/>
                            <a:pt x="1317" y="759"/>
                          </a:cubicBezTo>
                          <a:cubicBezTo>
                            <a:pt x="2746" y="-384"/>
                            <a:pt x="4651" y="-194"/>
                            <a:pt x="5699" y="1045"/>
                          </a:cubicBezTo>
                          <a:cubicBezTo>
                            <a:pt x="6651" y="2283"/>
                            <a:pt x="6365" y="4283"/>
                            <a:pt x="4937" y="5331"/>
                          </a:cubicBezTo>
                          <a:cubicBezTo>
                            <a:pt x="3412" y="6474"/>
                            <a:pt x="1508" y="6379"/>
                            <a:pt x="555" y="50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181" name="Graphique 5">
                    <a:extLst>
                      <a:ext uri="{FF2B5EF4-FFF2-40B4-BE49-F238E27FC236}">
                        <a16:creationId xmlns:a16="http://schemas.microsoft.com/office/drawing/2014/main" id="{36E244CA-323E-4610-867F-E0C6DFEF6D73}"/>
                      </a:ext>
                    </a:extLst>
                  </p:cNvPr>
                  <p:cNvGrpSpPr/>
                  <p:nvPr/>
                </p:nvGrpSpPr>
                <p:grpSpPr>
                  <a:xfrm>
                    <a:off x="3694947" y="4198981"/>
                    <a:ext cx="37285" cy="36411"/>
                    <a:chOff x="3694947" y="4198981"/>
                    <a:chExt cx="37285" cy="36411"/>
                  </a:xfrm>
                  <a:solidFill>
                    <a:schemeClr val="accent1"/>
                  </a:solidFill>
                </p:grpSpPr>
                <p:sp>
                  <p:nvSpPr>
                    <p:cNvPr id="12182" name="Forme libre : forme 12181">
                      <a:extLst>
                        <a:ext uri="{FF2B5EF4-FFF2-40B4-BE49-F238E27FC236}">
                          <a16:creationId xmlns:a16="http://schemas.microsoft.com/office/drawing/2014/main" id="{943227CA-C1F3-4F85-9F44-5772722A9B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4972" y="4198981"/>
                      <a:ext cx="37260" cy="36411"/>
                    </a:xfrm>
                    <a:custGeom>
                      <a:avLst/>
                      <a:gdLst>
                        <a:gd name="connsiteX0" fmla="*/ 3088 w 37260"/>
                        <a:gd name="connsiteY0" fmla="*/ 29198 h 36411"/>
                        <a:gd name="connsiteX1" fmla="*/ 8041 w 37260"/>
                        <a:gd name="connsiteY1" fmla="*/ 3766 h 36411"/>
                        <a:gd name="connsiteX2" fmla="*/ 33758 w 37260"/>
                        <a:gd name="connsiteY2" fmla="*/ 6719 h 36411"/>
                        <a:gd name="connsiteX3" fmla="*/ 29091 w 37260"/>
                        <a:gd name="connsiteY3" fmla="*/ 32532 h 36411"/>
                        <a:gd name="connsiteX4" fmla="*/ 3088 w 37260"/>
                        <a:gd name="connsiteY4" fmla="*/ 29198 h 36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260" h="36411">
                          <a:moveTo>
                            <a:pt x="3088" y="29198"/>
                          </a:moveTo>
                          <a:cubicBezTo>
                            <a:pt x="-2532" y="21102"/>
                            <a:pt x="-246" y="9767"/>
                            <a:pt x="8041" y="3766"/>
                          </a:cubicBezTo>
                          <a:cubicBezTo>
                            <a:pt x="16518" y="-2044"/>
                            <a:pt x="27662" y="-1187"/>
                            <a:pt x="33758" y="6719"/>
                          </a:cubicBezTo>
                          <a:cubicBezTo>
                            <a:pt x="39759" y="14434"/>
                            <a:pt x="37949" y="26436"/>
                            <a:pt x="29091" y="32532"/>
                          </a:cubicBezTo>
                          <a:cubicBezTo>
                            <a:pt x="20328" y="38818"/>
                            <a:pt x="8707" y="37295"/>
                            <a:pt x="3088" y="2919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83" name="Forme libre : forme 12182">
                      <a:extLst>
                        <a:ext uri="{FF2B5EF4-FFF2-40B4-BE49-F238E27FC236}">
                          <a16:creationId xmlns:a16="http://schemas.microsoft.com/office/drawing/2014/main" id="{594A6D96-DDFD-414A-B2FE-FA6E71010D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4947" y="4198981"/>
                      <a:ext cx="37116" cy="34817"/>
                    </a:xfrm>
                    <a:custGeom>
                      <a:avLst/>
                      <a:gdLst>
                        <a:gd name="connsiteX0" fmla="*/ 18257 w 37116"/>
                        <a:gd name="connsiteY0" fmla="*/ 17959 h 34817"/>
                        <a:gd name="connsiteX1" fmla="*/ 37117 w 37116"/>
                        <a:gd name="connsiteY1" fmla="*/ 15387 h 34817"/>
                        <a:gd name="connsiteX2" fmla="*/ 33783 w 37116"/>
                        <a:gd name="connsiteY2" fmla="*/ 6719 h 34817"/>
                        <a:gd name="connsiteX3" fmla="*/ 8066 w 37116"/>
                        <a:gd name="connsiteY3" fmla="*/ 3766 h 34817"/>
                        <a:gd name="connsiteX4" fmla="*/ 3113 w 37116"/>
                        <a:gd name="connsiteY4" fmla="*/ 29198 h 34817"/>
                        <a:gd name="connsiteX5" fmla="*/ 10066 w 37116"/>
                        <a:gd name="connsiteY5" fmla="*/ 34818 h 34817"/>
                        <a:gd name="connsiteX6" fmla="*/ 18257 w 37116"/>
                        <a:gd name="connsiteY6" fmla="*/ 17959 h 34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116" h="34817">
                          <a:moveTo>
                            <a:pt x="18257" y="17959"/>
                          </a:moveTo>
                          <a:cubicBezTo>
                            <a:pt x="24163" y="13863"/>
                            <a:pt x="31211" y="13101"/>
                            <a:pt x="37117" y="15387"/>
                          </a:cubicBezTo>
                          <a:cubicBezTo>
                            <a:pt x="36831" y="12339"/>
                            <a:pt x="35783" y="9291"/>
                            <a:pt x="33783" y="6719"/>
                          </a:cubicBezTo>
                          <a:cubicBezTo>
                            <a:pt x="27687" y="-1187"/>
                            <a:pt x="16543" y="-2044"/>
                            <a:pt x="8066" y="3766"/>
                          </a:cubicBezTo>
                          <a:cubicBezTo>
                            <a:pt x="-316" y="9767"/>
                            <a:pt x="-2507" y="21102"/>
                            <a:pt x="3113" y="29198"/>
                          </a:cubicBezTo>
                          <a:cubicBezTo>
                            <a:pt x="4922" y="31770"/>
                            <a:pt x="7304" y="33580"/>
                            <a:pt x="10066" y="34818"/>
                          </a:cubicBezTo>
                          <a:cubicBezTo>
                            <a:pt x="9685" y="28531"/>
                            <a:pt x="12542" y="22055"/>
                            <a:pt x="18257" y="179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84" name="Forme libre : forme 12183">
                      <a:extLst>
                        <a:ext uri="{FF2B5EF4-FFF2-40B4-BE49-F238E27FC236}">
                          <a16:creationId xmlns:a16="http://schemas.microsoft.com/office/drawing/2014/main" id="{3A557BA1-F9BE-4EBA-A6EC-37636B5662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0630" y="4216071"/>
                      <a:ext cx="17413" cy="15579"/>
                    </a:xfrm>
                    <a:custGeom>
                      <a:avLst/>
                      <a:gdLst>
                        <a:gd name="connsiteX0" fmla="*/ 4764 w 17413"/>
                        <a:gd name="connsiteY0" fmla="*/ 14584 h 15579"/>
                        <a:gd name="connsiteX1" fmla="*/ 953 w 17413"/>
                        <a:gd name="connsiteY1" fmla="*/ 3916 h 15579"/>
                        <a:gd name="connsiteX2" fmla="*/ 12574 w 17413"/>
                        <a:gd name="connsiteY2" fmla="*/ 1059 h 15579"/>
                        <a:gd name="connsiteX3" fmla="*/ 16479 w 17413"/>
                        <a:gd name="connsiteY3" fmla="*/ 11727 h 15579"/>
                        <a:gd name="connsiteX4" fmla="*/ 4764 w 17413"/>
                        <a:gd name="connsiteY4" fmla="*/ 14584 h 15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13" h="15579">
                          <a:moveTo>
                            <a:pt x="4764" y="14584"/>
                          </a:moveTo>
                          <a:cubicBezTo>
                            <a:pt x="477" y="12393"/>
                            <a:pt x="-1237" y="7631"/>
                            <a:pt x="953" y="3916"/>
                          </a:cubicBezTo>
                          <a:cubicBezTo>
                            <a:pt x="3049" y="201"/>
                            <a:pt x="8288" y="-1132"/>
                            <a:pt x="12574" y="1059"/>
                          </a:cubicBezTo>
                          <a:cubicBezTo>
                            <a:pt x="16860" y="3154"/>
                            <a:pt x="18670" y="7917"/>
                            <a:pt x="16479" y="11727"/>
                          </a:cubicBezTo>
                          <a:cubicBezTo>
                            <a:pt x="14289" y="15346"/>
                            <a:pt x="9050" y="16679"/>
                            <a:pt x="4764" y="1458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85" name="Forme libre : forme 12184">
                      <a:extLst>
                        <a:ext uri="{FF2B5EF4-FFF2-40B4-BE49-F238E27FC236}">
                          <a16:creationId xmlns:a16="http://schemas.microsoft.com/office/drawing/2014/main" id="{CC2ACA65-42D9-4310-9A0D-1EA5F121A9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3728" y="4221352"/>
                      <a:ext cx="6191" cy="5993"/>
                    </a:xfrm>
                    <a:custGeom>
                      <a:avLst/>
                      <a:gdLst>
                        <a:gd name="connsiteX0" fmla="*/ 524 w 6191"/>
                        <a:gd name="connsiteY0" fmla="*/ 4827 h 5993"/>
                        <a:gd name="connsiteX1" fmla="*/ 1381 w 6191"/>
                        <a:gd name="connsiteY1" fmla="*/ 636 h 5993"/>
                        <a:gd name="connsiteX2" fmla="*/ 5668 w 6191"/>
                        <a:gd name="connsiteY2" fmla="*/ 1208 h 5993"/>
                        <a:gd name="connsiteX3" fmla="*/ 4810 w 6191"/>
                        <a:gd name="connsiteY3" fmla="*/ 5399 h 5993"/>
                        <a:gd name="connsiteX4" fmla="*/ 524 w 6191"/>
                        <a:gd name="connsiteY4" fmla="*/ 4827 h 59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1" h="5993">
                          <a:moveTo>
                            <a:pt x="524" y="4827"/>
                          </a:moveTo>
                          <a:cubicBezTo>
                            <a:pt x="-428" y="3493"/>
                            <a:pt x="-47" y="1588"/>
                            <a:pt x="1381" y="636"/>
                          </a:cubicBezTo>
                          <a:cubicBezTo>
                            <a:pt x="2810" y="-412"/>
                            <a:pt x="4715" y="-126"/>
                            <a:pt x="5668" y="1208"/>
                          </a:cubicBezTo>
                          <a:cubicBezTo>
                            <a:pt x="6620" y="2541"/>
                            <a:pt x="6239" y="4351"/>
                            <a:pt x="4810" y="5399"/>
                          </a:cubicBezTo>
                          <a:cubicBezTo>
                            <a:pt x="3382" y="6351"/>
                            <a:pt x="1477" y="6160"/>
                            <a:pt x="524" y="48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186" name="Graphique 5">
                  <a:extLst>
                    <a:ext uri="{FF2B5EF4-FFF2-40B4-BE49-F238E27FC236}">
                      <a16:creationId xmlns:a16="http://schemas.microsoft.com/office/drawing/2014/main" id="{47449ABE-4652-4247-8930-EA3A5102E30F}"/>
                    </a:ext>
                  </a:extLst>
                </p:cNvPr>
                <p:cNvGrpSpPr/>
                <p:nvPr/>
              </p:nvGrpSpPr>
              <p:grpSpPr>
                <a:xfrm>
                  <a:off x="3661924" y="4084917"/>
                  <a:ext cx="101036" cy="55175"/>
                  <a:chOff x="3661924" y="4084917"/>
                  <a:chExt cx="101036" cy="55175"/>
                </a:xfrm>
                <a:solidFill>
                  <a:schemeClr val="accent1"/>
                </a:solidFill>
              </p:grpSpPr>
              <p:grpSp>
                <p:nvGrpSpPr>
                  <p:cNvPr id="12187" name="Graphique 5">
                    <a:extLst>
                      <a:ext uri="{FF2B5EF4-FFF2-40B4-BE49-F238E27FC236}">
                        <a16:creationId xmlns:a16="http://schemas.microsoft.com/office/drawing/2014/main" id="{3FEAD426-5210-440A-82C6-ED9B4E723BE9}"/>
                      </a:ext>
                    </a:extLst>
                  </p:cNvPr>
                  <p:cNvGrpSpPr/>
                  <p:nvPr/>
                </p:nvGrpSpPr>
                <p:grpSpPr>
                  <a:xfrm>
                    <a:off x="3727218" y="4104461"/>
                    <a:ext cx="35742" cy="35631"/>
                    <a:chOff x="3727218" y="4104461"/>
                    <a:chExt cx="35742" cy="35631"/>
                  </a:xfrm>
                  <a:solidFill>
                    <a:schemeClr val="accent1"/>
                  </a:solidFill>
                </p:grpSpPr>
                <p:sp>
                  <p:nvSpPr>
                    <p:cNvPr id="12188" name="Forme libre : forme 12187">
                      <a:extLst>
                        <a:ext uri="{FF2B5EF4-FFF2-40B4-BE49-F238E27FC236}">
                          <a16:creationId xmlns:a16="http://schemas.microsoft.com/office/drawing/2014/main" id="{98598420-F524-4831-B353-BA7C57D133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7218" y="4104461"/>
                      <a:ext cx="35742" cy="35631"/>
                    </a:xfrm>
                    <a:custGeom>
                      <a:avLst/>
                      <a:gdLst>
                        <a:gd name="connsiteX0" fmla="*/ 4370 w 35742"/>
                        <a:gd name="connsiteY0" fmla="*/ 29516 h 35631"/>
                        <a:gd name="connsiteX1" fmla="*/ 5989 w 35742"/>
                        <a:gd name="connsiteY1" fmla="*/ 4560 h 35631"/>
                        <a:gd name="connsiteX2" fmla="*/ 30944 w 35742"/>
                        <a:gd name="connsiteY2" fmla="*/ 5608 h 35631"/>
                        <a:gd name="connsiteX3" fmla="*/ 29801 w 35742"/>
                        <a:gd name="connsiteY3" fmla="*/ 31040 h 35631"/>
                        <a:gd name="connsiteX4" fmla="*/ 4370 w 35742"/>
                        <a:gd name="connsiteY4" fmla="*/ 29516 h 35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42" h="35631">
                          <a:moveTo>
                            <a:pt x="4370" y="29516"/>
                          </a:moveTo>
                          <a:cubicBezTo>
                            <a:pt x="-2012" y="21991"/>
                            <a:pt x="-1345" y="10847"/>
                            <a:pt x="5989" y="4560"/>
                          </a:cubicBezTo>
                          <a:cubicBezTo>
                            <a:pt x="13228" y="-1821"/>
                            <a:pt x="24182" y="-1535"/>
                            <a:pt x="30944" y="5608"/>
                          </a:cubicBezTo>
                          <a:cubicBezTo>
                            <a:pt x="37612" y="12657"/>
                            <a:pt x="37421" y="24373"/>
                            <a:pt x="29801" y="31040"/>
                          </a:cubicBezTo>
                          <a:cubicBezTo>
                            <a:pt x="22181" y="37707"/>
                            <a:pt x="10751" y="37041"/>
                            <a:pt x="4370" y="2951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89" name="Forme libre : forme 12188">
                      <a:extLst>
                        <a:ext uri="{FF2B5EF4-FFF2-40B4-BE49-F238E27FC236}">
                          <a16:creationId xmlns:a16="http://schemas.microsoft.com/office/drawing/2014/main" id="{6D2DA8CA-CC04-48E2-9260-7E15C760EE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7250" y="4104522"/>
                      <a:ext cx="35198" cy="34502"/>
                    </a:xfrm>
                    <a:custGeom>
                      <a:avLst/>
                      <a:gdLst>
                        <a:gd name="connsiteX0" fmla="*/ 17482 w 35198"/>
                        <a:gd name="connsiteY0" fmla="*/ 17548 h 34502"/>
                        <a:gd name="connsiteX1" fmla="*/ 35198 w 35198"/>
                        <a:gd name="connsiteY1" fmla="*/ 13738 h 34502"/>
                        <a:gd name="connsiteX2" fmla="*/ 30912 w 35198"/>
                        <a:gd name="connsiteY2" fmla="*/ 5642 h 34502"/>
                        <a:gd name="connsiteX3" fmla="*/ 5956 w 35198"/>
                        <a:gd name="connsiteY3" fmla="*/ 4595 h 34502"/>
                        <a:gd name="connsiteX4" fmla="*/ 4337 w 35198"/>
                        <a:gd name="connsiteY4" fmla="*/ 29550 h 34502"/>
                        <a:gd name="connsiteX5" fmla="*/ 11671 w 35198"/>
                        <a:gd name="connsiteY5" fmla="*/ 34503 h 34502"/>
                        <a:gd name="connsiteX6" fmla="*/ 17482 w 35198"/>
                        <a:gd name="connsiteY6" fmla="*/ 17548 h 34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198" h="34502">
                          <a:moveTo>
                            <a:pt x="17482" y="17548"/>
                          </a:moveTo>
                          <a:cubicBezTo>
                            <a:pt x="22625" y="13262"/>
                            <a:pt x="29102" y="11738"/>
                            <a:pt x="35198" y="13738"/>
                          </a:cubicBezTo>
                          <a:cubicBezTo>
                            <a:pt x="34531" y="10786"/>
                            <a:pt x="33103" y="7928"/>
                            <a:pt x="30912" y="5642"/>
                          </a:cubicBezTo>
                          <a:cubicBezTo>
                            <a:pt x="24054" y="-1597"/>
                            <a:pt x="13195" y="-1787"/>
                            <a:pt x="5956" y="4595"/>
                          </a:cubicBezTo>
                          <a:cubicBezTo>
                            <a:pt x="-1283" y="10881"/>
                            <a:pt x="-2045" y="22025"/>
                            <a:pt x="4337" y="29550"/>
                          </a:cubicBezTo>
                          <a:cubicBezTo>
                            <a:pt x="6337" y="31931"/>
                            <a:pt x="8909" y="33550"/>
                            <a:pt x="11671" y="34503"/>
                          </a:cubicBezTo>
                          <a:cubicBezTo>
                            <a:pt x="10528" y="28407"/>
                            <a:pt x="12433" y="21930"/>
                            <a:pt x="17482" y="1754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90" name="Forme libre : forme 12189">
                      <a:extLst>
                        <a:ext uri="{FF2B5EF4-FFF2-40B4-BE49-F238E27FC236}">
                          <a16:creationId xmlns:a16="http://schemas.microsoft.com/office/drawing/2014/main" id="{B7D17CF1-BCA3-41DF-B2CC-1BE8701AB5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3391" y="4121518"/>
                      <a:ext cx="16899" cy="15106"/>
                    </a:xfrm>
                    <a:custGeom>
                      <a:avLst/>
                      <a:gdLst>
                        <a:gd name="connsiteX0" fmla="*/ 5531 w 16899"/>
                        <a:gd name="connsiteY0" fmla="*/ 14364 h 15106"/>
                        <a:gd name="connsiteX1" fmla="*/ 483 w 16899"/>
                        <a:gd name="connsiteY1" fmla="*/ 4267 h 15106"/>
                        <a:gd name="connsiteX2" fmla="*/ 11246 w 16899"/>
                        <a:gd name="connsiteY2" fmla="*/ 743 h 15106"/>
                        <a:gd name="connsiteX3" fmla="*/ 16390 w 16899"/>
                        <a:gd name="connsiteY3" fmla="*/ 10839 h 15106"/>
                        <a:gd name="connsiteX4" fmla="*/ 5531 w 16899"/>
                        <a:gd name="connsiteY4" fmla="*/ 14364 h 151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99" h="15106">
                          <a:moveTo>
                            <a:pt x="5531" y="14364"/>
                          </a:moveTo>
                          <a:cubicBezTo>
                            <a:pt x="1150" y="12554"/>
                            <a:pt x="-1041" y="7982"/>
                            <a:pt x="483" y="4267"/>
                          </a:cubicBezTo>
                          <a:cubicBezTo>
                            <a:pt x="2007" y="552"/>
                            <a:pt x="6865" y="-1067"/>
                            <a:pt x="11246" y="743"/>
                          </a:cubicBezTo>
                          <a:cubicBezTo>
                            <a:pt x="15628" y="2553"/>
                            <a:pt x="18009" y="7029"/>
                            <a:pt x="16390" y="10839"/>
                          </a:cubicBezTo>
                          <a:cubicBezTo>
                            <a:pt x="14866" y="14554"/>
                            <a:pt x="9913" y="16173"/>
                            <a:pt x="5531" y="1436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91" name="Forme libre : forme 12190">
                      <a:extLst>
                        <a:ext uri="{FF2B5EF4-FFF2-40B4-BE49-F238E27FC236}">
                          <a16:creationId xmlns:a16="http://schemas.microsoft.com/office/drawing/2014/main" id="{63CD5ED5-01F5-422D-8C10-FBFE6A5578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6202" y="4126198"/>
                      <a:ext cx="5917" cy="5817"/>
                    </a:xfrm>
                    <a:custGeom>
                      <a:avLst/>
                      <a:gdLst>
                        <a:gd name="connsiteX0" fmla="*/ 720 w 5917"/>
                        <a:gd name="connsiteY0" fmla="*/ 4826 h 5817"/>
                        <a:gd name="connsiteX1" fmla="*/ 1006 w 5917"/>
                        <a:gd name="connsiteY1" fmla="*/ 730 h 5817"/>
                        <a:gd name="connsiteX2" fmla="*/ 5197 w 5917"/>
                        <a:gd name="connsiteY2" fmla="*/ 920 h 5817"/>
                        <a:gd name="connsiteX3" fmla="*/ 4911 w 5917"/>
                        <a:gd name="connsiteY3" fmla="*/ 5016 h 5817"/>
                        <a:gd name="connsiteX4" fmla="*/ 720 w 5917"/>
                        <a:gd name="connsiteY4" fmla="*/ 4826 h 5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7" h="5817">
                          <a:moveTo>
                            <a:pt x="720" y="4826"/>
                          </a:moveTo>
                          <a:cubicBezTo>
                            <a:pt x="-327" y="3587"/>
                            <a:pt x="-232" y="1777"/>
                            <a:pt x="1006" y="730"/>
                          </a:cubicBezTo>
                          <a:cubicBezTo>
                            <a:pt x="2244" y="-318"/>
                            <a:pt x="4149" y="-223"/>
                            <a:pt x="5197" y="920"/>
                          </a:cubicBezTo>
                          <a:cubicBezTo>
                            <a:pt x="6245" y="2159"/>
                            <a:pt x="6150" y="3968"/>
                            <a:pt x="4911" y="5016"/>
                          </a:cubicBezTo>
                          <a:cubicBezTo>
                            <a:pt x="3673" y="6159"/>
                            <a:pt x="1768" y="6064"/>
                            <a:pt x="720" y="48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192" name="Graphique 5">
                    <a:extLst>
                      <a:ext uri="{FF2B5EF4-FFF2-40B4-BE49-F238E27FC236}">
                        <a16:creationId xmlns:a16="http://schemas.microsoft.com/office/drawing/2014/main" id="{D2A73B74-DC0A-4A26-992E-316AD2777A4F}"/>
                      </a:ext>
                    </a:extLst>
                  </p:cNvPr>
                  <p:cNvGrpSpPr/>
                  <p:nvPr/>
                </p:nvGrpSpPr>
                <p:grpSpPr>
                  <a:xfrm>
                    <a:off x="3695581" y="4089707"/>
                    <a:ext cx="35125" cy="35099"/>
                    <a:chOff x="3695581" y="4089707"/>
                    <a:chExt cx="35125" cy="35099"/>
                  </a:xfrm>
                  <a:solidFill>
                    <a:schemeClr val="accent1"/>
                  </a:solidFill>
                </p:grpSpPr>
                <p:sp>
                  <p:nvSpPr>
                    <p:cNvPr id="12193" name="Forme libre : forme 12192">
                      <a:extLst>
                        <a:ext uri="{FF2B5EF4-FFF2-40B4-BE49-F238E27FC236}">
                          <a16:creationId xmlns:a16="http://schemas.microsoft.com/office/drawing/2014/main" id="{F7211D8E-9A17-4A8A-9576-3C049984C5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5700" y="4089747"/>
                      <a:ext cx="35006" cy="35060"/>
                    </a:xfrm>
                    <a:custGeom>
                      <a:avLst/>
                      <a:gdLst>
                        <a:gd name="connsiteX0" fmla="*/ 4359 w 35006"/>
                        <a:gd name="connsiteY0" fmla="*/ 28609 h 35060"/>
                        <a:gd name="connsiteX1" fmla="*/ 5693 w 35006"/>
                        <a:gd name="connsiteY1" fmla="*/ 3939 h 35060"/>
                        <a:gd name="connsiteX2" fmla="*/ 30362 w 35006"/>
                        <a:gd name="connsiteY2" fmla="*/ 6130 h 35060"/>
                        <a:gd name="connsiteX3" fmla="*/ 29029 w 35006"/>
                        <a:gd name="connsiteY3" fmla="*/ 30800 h 35060"/>
                        <a:gd name="connsiteX4" fmla="*/ 4359 w 35006"/>
                        <a:gd name="connsiteY4" fmla="*/ 28609 h 350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006" h="35060">
                          <a:moveTo>
                            <a:pt x="4359" y="28609"/>
                          </a:moveTo>
                          <a:cubicBezTo>
                            <a:pt x="-1927" y="20989"/>
                            <a:pt x="-1356" y="9940"/>
                            <a:pt x="5693" y="3939"/>
                          </a:cubicBezTo>
                          <a:cubicBezTo>
                            <a:pt x="12646" y="-2061"/>
                            <a:pt x="23695" y="-1109"/>
                            <a:pt x="30362" y="6130"/>
                          </a:cubicBezTo>
                          <a:cubicBezTo>
                            <a:pt x="37030" y="13369"/>
                            <a:pt x="36459" y="24418"/>
                            <a:pt x="29029" y="30800"/>
                          </a:cubicBezTo>
                          <a:cubicBezTo>
                            <a:pt x="21600" y="37277"/>
                            <a:pt x="10551" y="36229"/>
                            <a:pt x="4359" y="2860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94" name="Forme libre : forme 12193">
                      <a:extLst>
                        <a:ext uri="{FF2B5EF4-FFF2-40B4-BE49-F238E27FC236}">
                          <a16:creationId xmlns:a16="http://schemas.microsoft.com/office/drawing/2014/main" id="{A9E67403-90A3-4097-A90B-D80DB43FF2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5581" y="4089707"/>
                      <a:ext cx="34482" cy="33791"/>
                    </a:xfrm>
                    <a:custGeom>
                      <a:avLst/>
                      <a:gdLst>
                        <a:gd name="connsiteX0" fmla="*/ 17052 w 34482"/>
                        <a:gd name="connsiteY0" fmla="*/ 17218 h 33791"/>
                        <a:gd name="connsiteX1" fmla="*/ 34483 w 34482"/>
                        <a:gd name="connsiteY1" fmla="*/ 14266 h 33791"/>
                        <a:gd name="connsiteX2" fmla="*/ 30292 w 34482"/>
                        <a:gd name="connsiteY2" fmla="*/ 6169 h 33791"/>
                        <a:gd name="connsiteX3" fmla="*/ 5622 w 34482"/>
                        <a:gd name="connsiteY3" fmla="*/ 3979 h 33791"/>
                        <a:gd name="connsiteX4" fmla="*/ 4288 w 34482"/>
                        <a:gd name="connsiteY4" fmla="*/ 28649 h 33791"/>
                        <a:gd name="connsiteX5" fmla="*/ 11432 w 34482"/>
                        <a:gd name="connsiteY5" fmla="*/ 33792 h 33791"/>
                        <a:gd name="connsiteX6" fmla="*/ 17052 w 34482"/>
                        <a:gd name="connsiteY6" fmla="*/ 17218 h 337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82" h="33791">
                          <a:moveTo>
                            <a:pt x="17052" y="17218"/>
                          </a:moveTo>
                          <a:cubicBezTo>
                            <a:pt x="21910" y="13027"/>
                            <a:pt x="28577" y="12170"/>
                            <a:pt x="34483" y="14266"/>
                          </a:cubicBezTo>
                          <a:cubicBezTo>
                            <a:pt x="33816" y="11408"/>
                            <a:pt x="32482" y="8551"/>
                            <a:pt x="30292" y="6169"/>
                          </a:cubicBezTo>
                          <a:cubicBezTo>
                            <a:pt x="23624" y="-1069"/>
                            <a:pt x="12575" y="-2117"/>
                            <a:pt x="5622" y="3979"/>
                          </a:cubicBezTo>
                          <a:cubicBezTo>
                            <a:pt x="-1331" y="9979"/>
                            <a:pt x="-1903" y="21028"/>
                            <a:pt x="4288" y="28649"/>
                          </a:cubicBezTo>
                          <a:cubicBezTo>
                            <a:pt x="6288" y="31030"/>
                            <a:pt x="8765" y="32744"/>
                            <a:pt x="11432" y="33792"/>
                          </a:cubicBezTo>
                          <a:cubicBezTo>
                            <a:pt x="10479" y="27791"/>
                            <a:pt x="12289" y="21409"/>
                            <a:pt x="17052" y="1721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95" name="Forme libre : forme 12194">
                      <a:extLst>
                        <a:ext uri="{FF2B5EF4-FFF2-40B4-BE49-F238E27FC236}">
                          <a16:creationId xmlns:a16="http://schemas.microsoft.com/office/drawing/2014/main" id="{F7659585-8E30-48F1-AE96-C6D9BB1A43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1767" y="4106178"/>
                      <a:ext cx="16387" cy="15113"/>
                    </a:xfrm>
                    <a:custGeom>
                      <a:avLst/>
                      <a:gdLst>
                        <a:gd name="connsiteX0" fmla="*/ 5437 w 16387"/>
                        <a:gd name="connsiteY0" fmla="*/ 14273 h 15113"/>
                        <a:gd name="connsiteX1" fmla="*/ 484 w 16387"/>
                        <a:gd name="connsiteY1" fmla="*/ 4081 h 15113"/>
                        <a:gd name="connsiteX2" fmla="*/ 10866 w 16387"/>
                        <a:gd name="connsiteY2" fmla="*/ 843 h 15113"/>
                        <a:gd name="connsiteX3" fmla="*/ 15914 w 16387"/>
                        <a:gd name="connsiteY3" fmla="*/ 10939 h 15113"/>
                        <a:gd name="connsiteX4" fmla="*/ 5437 w 16387"/>
                        <a:gd name="connsiteY4" fmla="*/ 14273 h 151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87" h="15113">
                          <a:moveTo>
                            <a:pt x="5437" y="14273"/>
                          </a:moveTo>
                          <a:cubicBezTo>
                            <a:pt x="1151" y="12368"/>
                            <a:pt x="-1040" y="7796"/>
                            <a:pt x="484" y="4081"/>
                          </a:cubicBezTo>
                          <a:cubicBezTo>
                            <a:pt x="2008" y="366"/>
                            <a:pt x="6580" y="-1062"/>
                            <a:pt x="10866" y="843"/>
                          </a:cubicBezTo>
                          <a:cubicBezTo>
                            <a:pt x="15153" y="2748"/>
                            <a:pt x="17438" y="7224"/>
                            <a:pt x="15914" y="10939"/>
                          </a:cubicBezTo>
                          <a:cubicBezTo>
                            <a:pt x="14390" y="14749"/>
                            <a:pt x="9628" y="16178"/>
                            <a:pt x="5437" y="1427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96" name="Forme libre : forme 12195">
                      <a:extLst>
                        <a:ext uri="{FF2B5EF4-FFF2-40B4-BE49-F238E27FC236}">
                          <a16:creationId xmlns:a16="http://schemas.microsoft.com/office/drawing/2014/main" id="{EC727231-54D7-4D41-A7A2-45BCCDD36C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4094" y="4111103"/>
                      <a:ext cx="5745" cy="5766"/>
                    </a:xfrm>
                    <a:custGeom>
                      <a:avLst/>
                      <a:gdLst>
                        <a:gd name="connsiteX0" fmla="*/ 730 w 5745"/>
                        <a:gd name="connsiteY0" fmla="*/ 4776 h 5766"/>
                        <a:gd name="connsiteX1" fmla="*/ 920 w 5745"/>
                        <a:gd name="connsiteY1" fmla="*/ 680 h 5766"/>
                        <a:gd name="connsiteX2" fmla="*/ 5016 w 5745"/>
                        <a:gd name="connsiteY2" fmla="*/ 1061 h 5766"/>
                        <a:gd name="connsiteX3" fmla="*/ 4826 w 5745"/>
                        <a:gd name="connsiteY3" fmla="*/ 5157 h 5766"/>
                        <a:gd name="connsiteX4" fmla="*/ 730 w 5745"/>
                        <a:gd name="connsiteY4" fmla="*/ 4776 h 5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45" h="5766">
                          <a:moveTo>
                            <a:pt x="730" y="4776"/>
                          </a:moveTo>
                          <a:cubicBezTo>
                            <a:pt x="-318" y="3538"/>
                            <a:pt x="-223" y="1728"/>
                            <a:pt x="920" y="680"/>
                          </a:cubicBezTo>
                          <a:cubicBezTo>
                            <a:pt x="2063" y="-368"/>
                            <a:pt x="3968" y="-177"/>
                            <a:pt x="5016" y="1061"/>
                          </a:cubicBezTo>
                          <a:cubicBezTo>
                            <a:pt x="6064" y="2299"/>
                            <a:pt x="5968" y="4109"/>
                            <a:pt x="4826" y="5157"/>
                          </a:cubicBezTo>
                          <a:cubicBezTo>
                            <a:pt x="3587" y="6109"/>
                            <a:pt x="1777" y="5919"/>
                            <a:pt x="730" y="47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197" name="Graphique 5">
                    <a:extLst>
                      <a:ext uri="{FF2B5EF4-FFF2-40B4-BE49-F238E27FC236}">
                        <a16:creationId xmlns:a16="http://schemas.microsoft.com/office/drawing/2014/main" id="{4B338FEE-F3A3-4EF9-B98B-F8495F9EE297}"/>
                      </a:ext>
                    </a:extLst>
                  </p:cNvPr>
                  <p:cNvGrpSpPr/>
                  <p:nvPr/>
                </p:nvGrpSpPr>
                <p:grpSpPr>
                  <a:xfrm>
                    <a:off x="3661924" y="4084917"/>
                    <a:ext cx="34250" cy="34569"/>
                    <a:chOff x="3661924" y="4084917"/>
                    <a:chExt cx="34250" cy="34569"/>
                  </a:xfrm>
                  <a:solidFill>
                    <a:schemeClr val="accent1"/>
                  </a:solidFill>
                </p:grpSpPr>
                <p:sp>
                  <p:nvSpPr>
                    <p:cNvPr id="12198" name="Forme libre : forme 12197">
                      <a:extLst>
                        <a:ext uri="{FF2B5EF4-FFF2-40B4-BE49-F238E27FC236}">
                          <a16:creationId xmlns:a16="http://schemas.microsoft.com/office/drawing/2014/main" id="{ED318DB2-0B78-4F24-82D5-C7F6C64ED0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1924" y="4084917"/>
                      <a:ext cx="34250" cy="34569"/>
                    </a:xfrm>
                    <a:custGeom>
                      <a:avLst/>
                      <a:gdLst>
                        <a:gd name="connsiteX0" fmla="*/ 4036 w 34250"/>
                        <a:gd name="connsiteY0" fmla="*/ 27533 h 34569"/>
                        <a:gd name="connsiteX1" fmla="*/ 5846 w 34250"/>
                        <a:gd name="connsiteY1" fmla="*/ 3530 h 34569"/>
                        <a:gd name="connsiteX2" fmla="*/ 29754 w 34250"/>
                        <a:gd name="connsiteY2" fmla="*/ 6578 h 34569"/>
                        <a:gd name="connsiteX3" fmla="*/ 28420 w 34250"/>
                        <a:gd name="connsiteY3" fmla="*/ 31153 h 34569"/>
                        <a:gd name="connsiteX4" fmla="*/ 4036 w 34250"/>
                        <a:gd name="connsiteY4" fmla="*/ 27533 h 34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50" h="34569">
                          <a:moveTo>
                            <a:pt x="4036" y="27533"/>
                          </a:moveTo>
                          <a:cubicBezTo>
                            <a:pt x="-1965" y="19723"/>
                            <a:pt x="-1203" y="8960"/>
                            <a:pt x="5846" y="3530"/>
                          </a:cubicBezTo>
                          <a:cubicBezTo>
                            <a:pt x="12799" y="-2089"/>
                            <a:pt x="23276" y="-947"/>
                            <a:pt x="29754" y="6578"/>
                          </a:cubicBezTo>
                          <a:cubicBezTo>
                            <a:pt x="36135" y="14008"/>
                            <a:pt x="35754" y="25247"/>
                            <a:pt x="28420" y="31153"/>
                          </a:cubicBezTo>
                          <a:cubicBezTo>
                            <a:pt x="20991" y="36868"/>
                            <a:pt x="10132" y="35249"/>
                            <a:pt x="4036" y="2753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99" name="Forme libre : forme 12198">
                      <a:extLst>
                        <a:ext uri="{FF2B5EF4-FFF2-40B4-BE49-F238E27FC236}">
                          <a16:creationId xmlns:a16="http://schemas.microsoft.com/office/drawing/2014/main" id="{E3B72C18-57AA-47A9-9AD6-4E889FDAF4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1924" y="4084917"/>
                      <a:ext cx="33753" cy="32962"/>
                    </a:xfrm>
                    <a:custGeom>
                      <a:avLst/>
                      <a:gdLst>
                        <a:gd name="connsiteX0" fmla="*/ 16799 w 33753"/>
                        <a:gd name="connsiteY0" fmla="*/ 17056 h 32962"/>
                        <a:gd name="connsiteX1" fmla="*/ 33754 w 33753"/>
                        <a:gd name="connsiteY1" fmla="*/ 14770 h 32962"/>
                        <a:gd name="connsiteX2" fmla="*/ 29754 w 33753"/>
                        <a:gd name="connsiteY2" fmla="*/ 6578 h 32962"/>
                        <a:gd name="connsiteX3" fmla="*/ 5846 w 33753"/>
                        <a:gd name="connsiteY3" fmla="*/ 3530 h 32962"/>
                        <a:gd name="connsiteX4" fmla="*/ 4036 w 33753"/>
                        <a:gd name="connsiteY4" fmla="*/ 27533 h 32962"/>
                        <a:gd name="connsiteX5" fmla="*/ 10989 w 33753"/>
                        <a:gd name="connsiteY5" fmla="*/ 32962 h 32962"/>
                        <a:gd name="connsiteX6" fmla="*/ 16799 w 33753"/>
                        <a:gd name="connsiteY6" fmla="*/ 17056 h 32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753" h="32962">
                          <a:moveTo>
                            <a:pt x="16799" y="17056"/>
                          </a:moveTo>
                          <a:cubicBezTo>
                            <a:pt x="21753" y="13246"/>
                            <a:pt x="28039" y="12388"/>
                            <a:pt x="33754" y="14770"/>
                          </a:cubicBezTo>
                          <a:cubicBezTo>
                            <a:pt x="33087" y="11817"/>
                            <a:pt x="31849" y="9055"/>
                            <a:pt x="29754" y="6578"/>
                          </a:cubicBezTo>
                          <a:cubicBezTo>
                            <a:pt x="23276" y="-947"/>
                            <a:pt x="12799" y="-2089"/>
                            <a:pt x="5846" y="3530"/>
                          </a:cubicBezTo>
                          <a:cubicBezTo>
                            <a:pt x="-1203" y="9055"/>
                            <a:pt x="-1965" y="19818"/>
                            <a:pt x="4036" y="27533"/>
                          </a:cubicBezTo>
                          <a:cubicBezTo>
                            <a:pt x="5941" y="30010"/>
                            <a:pt x="8417" y="31820"/>
                            <a:pt x="10989" y="32962"/>
                          </a:cubicBezTo>
                          <a:cubicBezTo>
                            <a:pt x="10037" y="26962"/>
                            <a:pt x="11942" y="20770"/>
                            <a:pt x="16799" y="1705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00" name="Forme libre : forme 12199">
                      <a:extLst>
                        <a:ext uri="{FF2B5EF4-FFF2-40B4-BE49-F238E27FC236}">
                          <a16:creationId xmlns:a16="http://schemas.microsoft.com/office/drawing/2014/main" id="{24DC4A47-222A-4240-8885-05FC72FE00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7794" y="4101020"/>
                      <a:ext cx="16227" cy="14859"/>
                    </a:xfrm>
                    <a:custGeom>
                      <a:avLst/>
                      <a:gdLst>
                        <a:gd name="connsiteX0" fmla="*/ 5215 w 16227"/>
                        <a:gd name="connsiteY0" fmla="*/ 13812 h 14859"/>
                        <a:gd name="connsiteX1" fmla="*/ 547 w 16227"/>
                        <a:gd name="connsiteY1" fmla="*/ 3620 h 14859"/>
                        <a:gd name="connsiteX2" fmla="*/ 10930 w 16227"/>
                        <a:gd name="connsiteY2" fmla="*/ 1048 h 14859"/>
                        <a:gd name="connsiteX3" fmla="*/ 15692 w 16227"/>
                        <a:gd name="connsiteY3" fmla="*/ 11240 h 14859"/>
                        <a:gd name="connsiteX4" fmla="*/ 5215 w 16227"/>
                        <a:gd name="connsiteY4" fmla="*/ 13812 h 14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27" h="14859">
                          <a:moveTo>
                            <a:pt x="5215" y="13812"/>
                          </a:moveTo>
                          <a:cubicBezTo>
                            <a:pt x="1024" y="11716"/>
                            <a:pt x="-1072" y="7144"/>
                            <a:pt x="547" y="3620"/>
                          </a:cubicBezTo>
                          <a:cubicBezTo>
                            <a:pt x="2071" y="96"/>
                            <a:pt x="6739" y="-1048"/>
                            <a:pt x="10930" y="1048"/>
                          </a:cubicBezTo>
                          <a:cubicBezTo>
                            <a:pt x="15121" y="3143"/>
                            <a:pt x="17311" y="7620"/>
                            <a:pt x="15692" y="11240"/>
                          </a:cubicBezTo>
                          <a:cubicBezTo>
                            <a:pt x="14073" y="14764"/>
                            <a:pt x="9406" y="15907"/>
                            <a:pt x="5215" y="1381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01" name="Forme libre : forme 12200">
                      <a:extLst>
                        <a:ext uri="{FF2B5EF4-FFF2-40B4-BE49-F238E27FC236}">
                          <a16:creationId xmlns:a16="http://schemas.microsoft.com/office/drawing/2014/main" id="{F3B9A536-BC54-408A-A267-8F9B26F22E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9940" y="4106168"/>
                      <a:ext cx="5662" cy="5705"/>
                    </a:xfrm>
                    <a:custGeom>
                      <a:avLst/>
                      <a:gdLst>
                        <a:gd name="connsiteX0" fmla="*/ 688 w 5662"/>
                        <a:gd name="connsiteY0" fmla="*/ 4567 h 5705"/>
                        <a:gd name="connsiteX1" fmla="*/ 974 w 5662"/>
                        <a:gd name="connsiteY1" fmla="*/ 567 h 5705"/>
                        <a:gd name="connsiteX2" fmla="*/ 4974 w 5662"/>
                        <a:gd name="connsiteY2" fmla="*/ 1138 h 5705"/>
                        <a:gd name="connsiteX3" fmla="*/ 4689 w 5662"/>
                        <a:gd name="connsiteY3" fmla="*/ 5139 h 5705"/>
                        <a:gd name="connsiteX4" fmla="*/ 688 w 5662"/>
                        <a:gd name="connsiteY4" fmla="*/ 4567 h 5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62" h="5705">
                          <a:moveTo>
                            <a:pt x="688" y="4567"/>
                          </a:moveTo>
                          <a:cubicBezTo>
                            <a:pt x="-360" y="3329"/>
                            <a:pt x="-169" y="1520"/>
                            <a:pt x="974" y="567"/>
                          </a:cubicBezTo>
                          <a:cubicBezTo>
                            <a:pt x="2212" y="-386"/>
                            <a:pt x="3927" y="-100"/>
                            <a:pt x="4974" y="1138"/>
                          </a:cubicBezTo>
                          <a:cubicBezTo>
                            <a:pt x="6022" y="2377"/>
                            <a:pt x="5832" y="4187"/>
                            <a:pt x="4689" y="5139"/>
                          </a:cubicBezTo>
                          <a:cubicBezTo>
                            <a:pt x="3546" y="6091"/>
                            <a:pt x="1736" y="5806"/>
                            <a:pt x="688" y="45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202" name="Graphique 5">
                  <a:extLst>
                    <a:ext uri="{FF2B5EF4-FFF2-40B4-BE49-F238E27FC236}">
                      <a16:creationId xmlns:a16="http://schemas.microsoft.com/office/drawing/2014/main" id="{8E41D656-9A64-416C-AD38-0FC0B6A3465E}"/>
                    </a:ext>
                  </a:extLst>
                </p:cNvPr>
                <p:cNvGrpSpPr/>
                <p:nvPr/>
              </p:nvGrpSpPr>
              <p:grpSpPr>
                <a:xfrm>
                  <a:off x="3584094" y="4011050"/>
                  <a:ext cx="92859" cy="40364"/>
                  <a:chOff x="3584094" y="4011050"/>
                  <a:chExt cx="92859" cy="40364"/>
                </a:xfrm>
                <a:solidFill>
                  <a:schemeClr val="accent1"/>
                </a:solidFill>
              </p:grpSpPr>
              <p:grpSp>
                <p:nvGrpSpPr>
                  <p:cNvPr id="12203" name="Graphique 5">
                    <a:extLst>
                      <a:ext uri="{FF2B5EF4-FFF2-40B4-BE49-F238E27FC236}">
                        <a16:creationId xmlns:a16="http://schemas.microsoft.com/office/drawing/2014/main" id="{9340D769-672A-4D08-A7A6-36EFD369B7F0}"/>
                      </a:ext>
                    </a:extLst>
                  </p:cNvPr>
                  <p:cNvGrpSpPr/>
                  <p:nvPr/>
                </p:nvGrpSpPr>
                <p:grpSpPr>
                  <a:xfrm>
                    <a:off x="3644152" y="4013470"/>
                    <a:ext cx="32801" cy="33256"/>
                    <a:chOff x="3644152" y="4013470"/>
                    <a:chExt cx="32801" cy="33256"/>
                  </a:xfrm>
                  <a:solidFill>
                    <a:schemeClr val="accent1"/>
                  </a:solidFill>
                </p:grpSpPr>
                <p:sp>
                  <p:nvSpPr>
                    <p:cNvPr id="12204" name="Forme libre : forme 12203">
                      <a:extLst>
                        <a:ext uri="{FF2B5EF4-FFF2-40B4-BE49-F238E27FC236}">
                          <a16:creationId xmlns:a16="http://schemas.microsoft.com/office/drawing/2014/main" id="{1AD94C93-62E7-44FC-BF4A-6B4FDB39FA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4152" y="4013501"/>
                      <a:ext cx="32801" cy="33225"/>
                    </a:xfrm>
                    <a:custGeom>
                      <a:avLst/>
                      <a:gdLst>
                        <a:gd name="connsiteX0" fmla="*/ 11236 w 32801"/>
                        <a:gd name="connsiteY0" fmla="*/ 31417 h 33225"/>
                        <a:gd name="connsiteX1" fmla="*/ 759 w 32801"/>
                        <a:gd name="connsiteY1" fmla="*/ 8938 h 33225"/>
                        <a:gd name="connsiteX2" fmla="*/ 8664 w 32801"/>
                        <a:gd name="connsiteY2" fmla="*/ 937 h 33225"/>
                        <a:gd name="connsiteX3" fmla="*/ 20952 w 32801"/>
                        <a:gd name="connsiteY3" fmla="*/ 1604 h 33225"/>
                        <a:gd name="connsiteX4" fmla="*/ 32096 w 32801"/>
                        <a:gd name="connsiteY4" fmla="*/ 23893 h 33225"/>
                        <a:gd name="connsiteX5" fmla="*/ 11236 w 32801"/>
                        <a:gd name="connsiteY5" fmla="*/ 31417 h 33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801" h="33225">
                          <a:moveTo>
                            <a:pt x="11236" y="31417"/>
                          </a:moveTo>
                          <a:cubicBezTo>
                            <a:pt x="2663" y="27131"/>
                            <a:pt x="-1908" y="16939"/>
                            <a:pt x="759" y="8938"/>
                          </a:cubicBezTo>
                          <a:cubicBezTo>
                            <a:pt x="2092" y="4938"/>
                            <a:pt x="5045" y="2176"/>
                            <a:pt x="8664" y="937"/>
                          </a:cubicBezTo>
                          <a:cubicBezTo>
                            <a:pt x="12188" y="-491"/>
                            <a:pt x="16570" y="-301"/>
                            <a:pt x="20952" y="1604"/>
                          </a:cubicBezTo>
                          <a:cubicBezTo>
                            <a:pt x="29619" y="5509"/>
                            <a:pt x="34763" y="15415"/>
                            <a:pt x="32096" y="23893"/>
                          </a:cubicBezTo>
                          <a:cubicBezTo>
                            <a:pt x="29429" y="32275"/>
                            <a:pt x="19809" y="35608"/>
                            <a:pt x="11236" y="3141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05" name="Forme libre : forme 12204">
                      <a:extLst>
                        <a:ext uri="{FF2B5EF4-FFF2-40B4-BE49-F238E27FC236}">
                          <a16:creationId xmlns:a16="http://schemas.microsoft.com/office/drawing/2014/main" id="{1344C85E-9F07-47AE-9020-B1950CF371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4152" y="4013470"/>
                      <a:ext cx="28190" cy="33174"/>
                    </a:xfrm>
                    <a:custGeom>
                      <a:avLst/>
                      <a:gdLst>
                        <a:gd name="connsiteX0" fmla="*/ 15999 w 28190"/>
                        <a:gd name="connsiteY0" fmla="*/ 16494 h 33174"/>
                        <a:gd name="connsiteX1" fmla="*/ 28191 w 28190"/>
                        <a:gd name="connsiteY1" fmla="*/ 7160 h 33174"/>
                        <a:gd name="connsiteX2" fmla="*/ 20952 w 28190"/>
                        <a:gd name="connsiteY2" fmla="*/ 1635 h 33174"/>
                        <a:gd name="connsiteX3" fmla="*/ 8664 w 28190"/>
                        <a:gd name="connsiteY3" fmla="*/ 968 h 33174"/>
                        <a:gd name="connsiteX4" fmla="*/ 759 w 28190"/>
                        <a:gd name="connsiteY4" fmla="*/ 8969 h 33174"/>
                        <a:gd name="connsiteX5" fmla="*/ 11236 w 28190"/>
                        <a:gd name="connsiteY5" fmla="*/ 31448 h 33174"/>
                        <a:gd name="connsiteX6" fmla="*/ 19427 w 28190"/>
                        <a:gd name="connsiteY6" fmla="*/ 33163 h 33174"/>
                        <a:gd name="connsiteX7" fmla="*/ 15999 w 28190"/>
                        <a:gd name="connsiteY7" fmla="*/ 16494 h 331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190" h="33174">
                          <a:moveTo>
                            <a:pt x="15999" y="16494"/>
                          </a:moveTo>
                          <a:cubicBezTo>
                            <a:pt x="17999" y="11065"/>
                            <a:pt x="22571" y="7541"/>
                            <a:pt x="28191" y="7160"/>
                          </a:cubicBezTo>
                          <a:cubicBezTo>
                            <a:pt x="26285" y="4874"/>
                            <a:pt x="23809" y="2873"/>
                            <a:pt x="20952" y="1635"/>
                          </a:cubicBezTo>
                          <a:cubicBezTo>
                            <a:pt x="16665" y="-365"/>
                            <a:pt x="12284" y="-460"/>
                            <a:pt x="8664" y="968"/>
                          </a:cubicBezTo>
                          <a:cubicBezTo>
                            <a:pt x="4950" y="2207"/>
                            <a:pt x="2092" y="4969"/>
                            <a:pt x="759" y="8969"/>
                          </a:cubicBezTo>
                          <a:cubicBezTo>
                            <a:pt x="-1908" y="16970"/>
                            <a:pt x="2663" y="27162"/>
                            <a:pt x="11236" y="31448"/>
                          </a:cubicBezTo>
                          <a:cubicBezTo>
                            <a:pt x="13998" y="32782"/>
                            <a:pt x="16760" y="33258"/>
                            <a:pt x="19427" y="33163"/>
                          </a:cubicBezTo>
                          <a:cubicBezTo>
                            <a:pt x="15713" y="28305"/>
                            <a:pt x="14189" y="21923"/>
                            <a:pt x="15999" y="1649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06" name="Forme libre : forme 12205">
                      <a:extLst>
                        <a:ext uri="{FF2B5EF4-FFF2-40B4-BE49-F238E27FC236}">
                          <a16:creationId xmlns:a16="http://schemas.microsoft.com/office/drawing/2014/main" id="{D46B6894-022E-41CC-9176-D98768E14A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3318" y="4030152"/>
                      <a:ext cx="15852" cy="13813"/>
                    </a:xfrm>
                    <a:custGeom>
                      <a:avLst/>
                      <a:gdLst>
                        <a:gd name="connsiteX0" fmla="*/ 8832 w 15852"/>
                        <a:gd name="connsiteY0" fmla="*/ 13814 h 13813"/>
                        <a:gd name="connsiteX1" fmla="*/ 69 w 15852"/>
                        <a:gd name="connsiteY1" fmla="*/ 6765 h 13813"/>
                        <a:gd name="connsiteX2" fmla="*/ 6927 w 15852"/>
                        <a:gd name="connsiteY2" fmla="*/ 2 h 13813"/>
                        <a:gd name="connsiteX3" fmla="*/ 15785 w 15852"/>
                        <a:gd name="connsiteY3" fmla="*/ 6956 h 13813"/>
                        <a:gd name="connsiteX4" fmla="*/ 8832 w 15852"/>
                        <a:gd name="connsiteY4" fmla="*/ 13814 h 138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52" h="13813">
                          <a:moveTo>
                            <a:pt x="8832" y="13814"/>
                          </a:moveTo>
                          <a:cubicBezTo>
                            <a:pt x="4451" y="13814"/>
                            <a:pt x="640" y="10575"/>
                            <a:pt x="69" y="6765"/>
                          </a:cubicBezTo>
                          <a:cubicBezTo>
                            <a:pt x="-503" y="2955"/>
                            <a:pt x="2545" y="-93"/>
                            <a:pt x="6927" y="2"/>
                          </a:cubicBezTo>
                          <a:cubicBezTo>
                            <a:pt x="11213" y="98"/>
                            <a:pt x="15309" y="3145"/>
                            <a:pt x="15785" y="6956"/>
                          </a:cubicBezTo>
                          <a:cubicBezTo>
                            <a:pt x="16357" y="10765"/>
                            <a:pt x="13213" y="13814"/>
                            <a:pt x="8832" y="1381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07" name="Forme libre : forme 12206">
                      <a:extLst>
                        <a:ext uri="{FF2B5EF4-FFF2-40B4-BE49-F238E27FC236}">
                          <a16:creationId xmlns:a16="http://schemas.microsoft.com/office/drawing/2014/main" id="{2BA9B777-DEA9-47ED-9979-94D3743936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4294" y="4031875"/>
                      <a:ext cx="5478" cy="5416"/>
                    </a:xfrm>
                    <a:custGeom>
                      <a:avLst/>
                      <a:gdLst>
                        <a:gd name="connsiteX0" fmla="*/ 1856 w 5478"/>
                        <a:gd name="connsiteY0" fmla="*/ 5137 h 5416"/>
                        <a:gd name="connsiteX1" fmla="*/ 142 w 5478"/>
                        <a:gd name="connsiteY1" fmla="*/ 1518 h 5416"/>
                        <a:gd name="connsiteX2" fmla="*/ 3571 w 5478"/>
                        <a:gd name="connsiteY2" fmla="*/ 279 h 5416"/>
                        <a:gd name="connsiteX3" fmla="*/ 5381 w 5478"/>
                        <a:gd name="connsiteY3" fmla="*/ 3899 h 5416"/>
                        <a:gd name="connsiteX4" fmla="*/ 1856 w 5478"/>
                        <a:gd name="connsiteY4" fmla="*/ 5137 h 5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78" h="5416">
                          <a:moveTo>
                            <a:pt x="1856" y="5137"/>
                          </a:moveTo>
                          <a:cubicBezTo>
                            <a:pt x="427" y="4470"/>
                            <a:pt x="-334" y="2851"/>
                            <a:pt x="142" y="1518"/>
                          </a:cubicBezTo>
                          <a:cubicBezTo>
                            <a:pt x="618" y="184"/>
                            <a:pt x="2142" y="-387"/>
                            <a:pt x="3571" y="279"/>
                          </a:cubicBezTo>
                          <a:cubicBezTo>
                            <a:pt x="5000" y="946"/>
                            <a:pt x="5761" y="2565"/>
                            <a:pt x="5381" y="3899"/>
                          </a:cubicBezTo>
                          <a:cubicBezTo>
                            <a:pt x="4809" y="5232"/>
                            <a:pt x="3285" y="5804"/>
                            <a:pt x="1856" y="51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208" name="Graphique 5">
                    <a:extLst>
                      <a:ext uri="{FF2B5EF4-FFF2-40B4-BE49-F238E27FC236}">
                        <a16:creationId xmlns:a16="http://schemas.microsoft.com/office/drawing/2014/main" id="{603F2B9B-AE94-4BD9-960A-1CE78602E750}"/>
                      </a:ext>
                    </a:extLst>
                  </p:cNvPr>
                  <p:cNvGrpSpPr/>
                  <p:nvPr/>
                </p:nvGrpSpPr>
                <p:grpSpPr>
                  <a:xfrm>
                    <a:off x="3612546" y="4011050"/>
                    <a:ext cx="32092" cy="33290"/>
                    <a:chOff x="3612546" y="4011050"/>
                    <a:chExt cx="32092" cy="33290"/>
                  </a:xfrm>
                  <a:solidFill>
                    <a:schemeClr val="accent1"/>
                  </a:solidFill>
                </p:grpSpPr>
                <p:sp>
                  <p:nvSpPr>
                    <p:cNvPr id="12209" name="Forme libre : forme 12208">
                      <a:extLst>
                        <a:ext uri="{FF2B5EF4-FFF2-40B4-BE49-F238E27FC236}">
                          <a16:creationId xmlns:a16="http://schemas.microsoft.com/office/drawing/2014/main" id="{1BF56A17-B314-489C-8A53-049341C157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2594" y="4011050"/>
                      <a:ext cx="32044" cy="33290"/>
                    </a:xfrm>
                    <a:custGeom>
                      <a:avLst/>
                      <a:gdLst>
                        <a:gd name="connsiteX0" fmla="*/ 10694 w 32044"/>
                        <a:gd name="connsiteY0" fmla="*/ 31010 h 33290"/>
                        <a:gd name="connsiteX1" fmla="*/ 883 w 32044"/>
                        <a:gd name="connsiteY1" fmla="*/ 8436 h 33290"/>
                        <a:gd name="connsiteX2" fmla="*/ 20695 w 32044"/>
                        <a:gd name="connsiteY2" fmla="*/ 2054 h 33290"/>
                        <a:gd name="connsiteX3" fmla="*/ 31268 w 32044"/>
                        <a:gd name="connsiteY3" fmla="*/ 24533 h 33290"/>
                        <a:gd name="connsiteX4" fmla="*/ 10694 w 32044"/>
                        <a:gd name="connsiteY4" fmla="*/ 31010 h 332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044" h="33290">
                          <a:moveTo>
                            <a:pt x="10694" y="31010"/>
                          </a:moveTo>
                          <a:cubicBezTo>
                            <a:pt x="2312" y="26343"/>
                            <a:pt x="-1974" y="16151"/>
                            <a:pt x="883" y="8436"/>
                          </a:cubicBezTo>
                          <a:cubicBezTo>
                            <a:pt x="3550" y="530"/>
                            <a:pt x="12123" y="-2327"/>
                            <a:pt x="20695" y="2054"/>
                          </a:cubicBezTo>
                          <a:cubicBezTo>
                            <a:pt x="29173" y="6341"/>
                            <a:pt x="34030" y="16342"/>
                            <a:pt x="31268" y="24533"/>
                          </a:cubicBezTo>
                          <a:cubicBezTo>
                            <a:pt x="28411" y="32820"/>
                            <a:pt x="19076" y="35773"/>
                            <a:pt x="10694" y="3101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10" name="Forme libre : forme 12209">
                      <a:extLst>
                        <a:ext uri="{FF2B5EF4-FFF2-40B4-BE49-F238E27FC236}">
                          <a16:creationId xmlns:a16="http://schemas.microsoft.com/office/drawing/2014/main" id="{45F19EC9-B5D2-4F2B-AF5E-173788773F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2546" y="4011050"/>
                      <a:ext cx="27601" cy="33201"/>
                    </a:xfrm>
                    <a:custGeom>
                      <a:avLst/>
                      <a:gdLst>
                        <a:gd name="connsiteX0" fmla="*/ 15505 w 27601"/>
                        <a:gd name="connsiteY0" fmla="*/ 16532 h 33201"/>
                        <a:gd name="connsiteX1" fmla="*/ 27602 w 27601"/>
                        <a:gd name="connsiteY1" fmla="*/ 7865 h 33201"/>
                        <a:gd name="connsiteX2" fmla="*/ 20648 w 27601"/>
                        <a:gd name="connsiteY2" fmla="*/ 2054 h 33201"/>
                        <a:gd name="connsiteX3" fmla="*/ 836 w 27601"/>
                        <a:gd name="connsiteY3" fmla="*/ 8436 h 33201"/>
                        <a:gd name="connsiteX4" fmla="*/ 10647 w 27601"/>
                        <a:gd name="connsiteY4" fmla="*/ 31010 h 33201"/>
                        <a:gd name="connsiteX5" fmla="*/ 18743 w 27601"/>
                        <a:gd name="connsiteY5" fmla="*/ 33201 h 33201"/>
                        <a:gd name="connsiteX6" fmla="*/ 15505 w 27601"/>
                        <a:gd name="connsiteY6" fmla="*/ 16532 h 33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601" h="33201">
                          <a:moveTo>
                            <a:pt x="15505" y="16532"/>
                          </a:moveTo>
                          <a:cubicBezTo>
                            <a:pt x="17314" y="11008"/>
                            <a:pt x="22077" y="7960"/>
                            <a:pt x="27602" y="7865"/>
                          </a:cubicBezTo>
                          <a:cubicBezTo>
                            <a:pt x="25697" y="5483"/>
                            <a:pt x="23411" y="3483"/>
                            <a:pt x="20648" y="2054"/>
                          </a:cubicBezTo>
                          <a:cubicBezTo>
                            <a:pt x="12171" y="-2327"/>
                            <a:pt x="3503" y="530"/>
                            <a:pt x="836" y="8436"/>
                          </a:cubicBezTo>
                          <a:cubicBezTo>
                            <a:pt x="-1926" y="16151"/>
                            <a:pt x="2360" y="26343"/>
                            <a:pt x="10647" y="31010"/>
                          </a:cubicBezTo>
                          <a:cubicBezTo>
                            <a:pt x="13314" y="32534"/>
                            <a:pt x="16076" y="33106"/>
                            <a:pt x="18743" y="33201"/>
                          </a:cubicBezTo>
                          <a:cubicBezTo>
                            <a:pt x="15124" y="28248"/>
                            <a:pt x="13790" y="22057"/>
                            <a:pt x="15505" y="1653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11" name="Forme libre : forme 12210">
                      <a:extLst>
                        <a:ext uri="{FF2B5EF4-FFF2-40B4-BE49-F238E27FC236}">
                          <a16:creationId xmlns:a16="http://schemas.microsoft.com/office/drawing/2014/main" id="{31B4FC59-5CCC-44D4-A4D8-228876AE08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1446" y="4027675"/>
                      <a:ext cx="15401" cy="13939"/>
                    </a:xfrm>
                    <a:custGeom>
                      <a:avLst/>
                      <a:gdLst>
                        <a:gd name="connsiteX0" fmla="*/ 8510 w 15401"/>
                        <a:gd name="connsiteY0" fmla="*/ 13909 h 13939"/>
                        <a:gd name="connsiteX1" fmla="*/ 33 w 15401"/>
                        <a:gd name="connsiteY1" fmla="*/ 6480 h 13939"/>
                        <a:gd name="connsiteX2" fmla="*/ 6796 w 15401"/>
                        <a:gd name="connsiteY2" fmla="*/ 2 h 13939"/>
                        <a:gd name="connsiteX3" fmla="*/ 15368 w 15401"/>
                        <a:gd name="connsiteY3" fmla="*/ 7241 h 13939"/>
                        <a:gd name="connsiteX4" fmla="*/ 8510 w 15401"/>
                        <a:gd name="connsiteY4" fmla="*/ 13909 h 13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01" h="13939">
                          <a:moveTo>
                            <a:pt x="8510" y="13909"/>
                          </a:moveTo>
                          <a:cubicBezTo>
                            <a:pt x="4224" y="13623"/>
                            <a:pt x="414" y="10289"/>
                            <a:pt x="33" y="6480"/>
                          </a:cubicBezTo>
                          <a:cubicBezTo>
                            <a:pt x="-348" y="2765"/>
                            <a:pt x="2605" y="-93"/>
                            <a:pt x="6796" y="2"/>
                          </a:cubicBezTo>
                          <a:cubicBezTo>
                            <a:pt x="10987" y="193"/>
                            <a:pt x="14797" y="3431"/>
                            <a:pt x="15368" y="7241"/>
                          </a:cubicBezTo>
                          <a:cubicBezTo>
                            <a:pt x="15749" y="11051"/>
                            <a:pt x="12797" y="14290"/>
                            <a:pt x="8510" y="1390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12" name="Forme libre : forme 12211">
                      <a:extLst>
                        <a:ext uri="{FF2B5EF4-FFF2-40B4-BE49-F238E27FC236}">
                          <a16:creationId xmlns:a16="http://schemas.microsoft.com/office/drawing/2014/main" id="{EEE0816F-823A-4968-BF3A-008D63F3DF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2048" y="4029665"/>
                      <a:ext cx="5288" cy="5456"/>
                    </a:xfrm>
                    <a:custGeom>
                      <a:avLst/>
                      <a:gdLst>
                        <a:gd name="connsiteX0" fmla="*/ 1813 w 5288"/>
                        <a:gd name="connsiteY0" fmla="*/ 5157 h 5456"/>
                        <a:gd name="connsiteX1" fmla="*/ 98 w 5288"/>
                        <a:gd name="connsiteY1" fmla="*/ 1442 h 5456"/>
                        <a:gd name="connsiteX2" fmla="*/ 3432 w 5288"/>
                        <a:gd name="connsiteY2" fmla="*/ 299 h 5456"/>
                        <a:gd name="connsiteX3" fmla="*/ 5146 w 5288"/>
                        <a:gd name="connsiteY3" fmla="*/ 4014 h 5456"/>
                        <a:gd name="connsiteX4" fmla="*/ 1813 w 5288"/>
                        <a:gd name="connsiteY4" fmla="*/ 5157 h 5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88" h="5456">
                          <a:moveTo>
                            <a:pt x="1813" y="5157"/>
                          </a:moveTo>
                          <a:cubicBezTo>
                            <a:pt x="479" y="4395"/>
                            <a:pt x="-283" y="2776"/>
                            <a:pt x="98" y="1442"/>
                          </a:cubicBezTo>
                          <a:cubicBezTo>
                            <a:pt x="574" y="109"/>
                            <a:pt x="2003" y="-368"/>
                            <a:pt x="3432" y="299"/>
                          </a:cubicBezTo>
                          <a:cubicBezTo>
                            <a:pt x="4861" y="1061"/>
                            <a:pt x="5622" y="2681"/>
                            <a:pt x="5146" y="4014"/>
                          </a:cubicBezTo>
                          <a:cubicBezTo>
                            <a:pt x="4670" y="5348"/>
                            <a:pt x="3146" y="5824"/>
                            <a:pt x="1813" y="515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213" name="Graphique 5">
                    <a:extLst>
                      <a:ext uri="{FF2B5EF4-FFF2-40B4-BE49-F238E27FC236}">
                        <a16:creationId xmlns:a16="http://schemas.microsoft.com/office/drawing/2014/main" id="{A15A5692-82D3-4CE1-AF35-3791989794F6}"/>
                      </a:ext>
                    </a:extLst>
                  </p:cNvPr>
                  <p:cNvGrpSpPr/>
                  <p:nvPr/>
                </p:nvGrpSpPr>
                <p:grpSpPr>
                  <a:xfrm>
                    <a:off x="3584094" y="4017963"/>
                    <a:ext cx="31390" cy="33451"/>
                    <a:chOff x="3584094" y="4017963"/>
                    <a:chExt cx="31390" cy="33451"/>
                  </a:xfrm>
                  <a:solidFill>
                    <a:schemeClr val="accent1"/>
                  </a:solidFill>
                </p:grpSpPr>
                <p:sp>
                  <p:nvSpPr>
                    <p:cNvPr id="12214" name="Forme libre : forme 12213">
                      <a:extLst>
                        <a:ext uri="{FF2B5EF4-FFF2-40B4-BE49-F238E27FC236}">
                          <a16:creationId xmlns:a16="http://schemas.microsoft.com/office/drawing/2014/main" id="{D012C3E9-9913-40D2-9588-4D409BAA09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4094" y="4018101"/>
                      <a:ext cx="31390" cy="33314"/>
                    </a:xfrm>
                    <a:custGeom>
                      <a:avLst/>
                      <a:gdLst>
                        <a:gd name="connsiteX0" fmla="*/ 10048 w 31390"/>
                        <a:gd name="connsiteY0" fmla="*/ 30723 h 33314"/>
                        <a:gd name="connsiteX1" fmla="*/ 904 w 31390"/>
                        <a:gd name="connsiteY1" fmla="*/ 7767 h 33314"/>
                        <a:gd name="connsiteX2" fmla="*/ 20716 w 31390"/>
                        <a:gd name="connsiteY2" fmla="*/ 2433 h 33314"/>
                        <a:gd name="connsiteX3" fmla="*/ 30432 w 31390"/>
                        <a:gd name="connsiteY3" fmla="*/ 25198 h 33314"/>
                        <a:gd name="connsiteX4" fmla="*/ 10048 w 31390"/>
                        <a:gd name="connsiteY4" fmla="*/ 30723 h 33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390" h="33314">
                          <a:moveTo>
                            <a:pt x="10048" y="30723"/>
                          </a:moveTo>
                          <a:cubicBezTo>
                            <a:pt x="1857" y="25579"/>
                            <a:pt x="-1858" y="15483"/>
                            <a:pt x="904" y="7767"/>
                          </a:cubicBezTo>
                          <a:cubicBezTo>
                            <a:pt x="3666" y="-43"/>
                            <a:pt x="12429" y="-2234"/>
                            <a:pt x="20716" y="2433"/>
                          </a:cubicBezTo>
                          <a:cubicBezTo>
                            <a:pt x="29003" y="7196"/>
                            <a:pt x="33480" y="17197"/>
                            <a:pt x="30432" y="25198"/>
                          </a:cubicBezTo>
                          <a:cubicBezTo>
                            <a:pt x="27288" y="33009"/>
                            <a:pt x="18240" y="35866"/>
                            <a:pt x="10048" y="3072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15" name="Forme libre : forme 12214">
                      <a:extLst>
                        <a:ext uri="{FF2B5EF4-FFF2-40B4-BE49-F238E27FC236}">
                          <a16:creationId xmlns:a16="http://schemas.microsoft.com/office/drawing/2014/main" id="{3668CEE4-7079-447A-9D9E-4EB2B82843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4094" y="4017963"/>
                      <a:ext cx="27478" cy="33241"/>
                    </a:xfrm>
                    <a:custGeom>
                      <a:avLst/>
                      <a:gdLst>
                        <a:gd name="connsiteX0" fmla="*/ 15191 w 27478"/>
                        <a:gd name="connsiteY0" fmla="*/ 16573 h 33241"/>
                        <a:gd name="connsiteX1" fmla="*/ 27479 w 27478"/>
                        <a:gd name="connsiteY1" fmla="*/ 8667 h 33241"/>
                        <a:gd name="connsiteX2" fmla="*/ 20716 w 27478"/>
                        <a:gd name="connsiteY2" fmla="*/ 2476 h 33241"/>
                        <a:gd name="connsiteX3" fmla="*/ 904 w 27478"/>
                        <a:gd name="connsiteY3" fmla="*/ 7810 h 33241"/>
                        <a:gd name="connsiteX4" fmla="*/ 10048 w 27478"/>
                        <a:gd name="connsiteY4" fmla="*/ 30765 h 33241"/>
                        <a:gd name="connsiteX5" fmla="*/ 17954 w 27478"/>
                        <a:gd name="connsiteY5" fmla="*/ 33241 h 33241"/>
                        <a:gd name="connsiteX6" fmla="*/ 15191 w 27478"/>
                        <a:gd name="connsiteY6" fmla="*/ 16573 h 332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478" h="33241">
                          <a:moveTo>
                            <a:pt x="15191" y="16573"/>
                          </a:moveTo>
                          <a:cubicBezTo>
                            <a:pt x="17192" y="11239"/>
                            <a:pt x="21954" y="8476"/>
                            <a:pt x="27479" y="8667"/>
                          </a:cubicBezTo>
                          <a:cubicBezTo>
                            <a:pt x="25669" y="6190"/>
                            <a:pt x="23478" y="4095"/>
                            <a:pt x="20716" y="2476"/>
                          </a:cubicBezTo>
                          <a:cubicBezTo>
                            <a:pt x="12429" y="-2287"/>
                            <a:pt x="3666" y="-1"/>
                            <a:pt x="904" y="7810"/>
                          </a:cubicBezTo>
                          <a:cubicBezTo>
                            <a:pt x="-1858" y="15525"/>
                            <a:pt x="1857" y="25717"/>
                            <a:pt x="10048" y="30765"/>
                          </a:cubicBezTo>
                          <a:cubicBezTo>
                            <a:pt x="12620" y="32384"/>
                            <a:pt x="15382" y="33241"/>
                            <a:pt x="17954" y="33241"/>
                          </a:cubicBezTo>
                          <a:cubicBezTo>
                            <a:pt x="14430" y="28288"/>
                            <a:pt x="13191" y="21811"/>
                            <a:pt x="15191" y="165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16" name="Forme libre : forme 12215">
                      <a:extLst>
                        <a:ext uri="{FF2B5EF4-FFF2-40B4-BE49-F238E27FC236}">
                          <a16:creationId xmlns:a16="http://schemas.microsoft.com/office/drawing/2014/main" id="{300F6D30-6036-426E-AC43-77504978D0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2585" y="4034596"/>
                      <a:ext cx="15018" cy="13975"/>
                    </a:xfrm>
                    <a:custGeom>
                      <a:avLst/>
                      <a:gdLst>
                        <a:gd name="connsiteX0" fmla="*/ 8129 w 15018"/>
                        <a:gd name="connsiteY0" fmla="*/ 13942 h 13975"/>
                        <a:gd name="connsiteX1" fmla="*/ 33 w 15018"/>
                        <a:gd name="connsiteY1" fmla="*/ 6226 h 13975"/>
                        <a:gd name="connsiteX2" fmla="*/ 6796 w 15018"/>
                        <a:gd name="connsiteY2" fmla="*/ 35 h 13975"/>
                        <a:gd name="connsiteX3" fmla="*/ 14987 w 15018"/>
                        <a:gd name="connsiteY3" fmla="*/ 7655 h 13975"/>
                        <a:gd name="connsiteX4" fmla="*/ 8129 w 15018"/>
                        <a:gd name="connsiteY4" fmla="*/ 13942 h 13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18" h="13975">
                          <a:moveTo>
                            <a:pt x="8129" y="13942"/>
                          </a:moveTo>
                          <a:cubicBezTo>
                            <a:pt x="4034" y="13561"/>
                            <a:pt x="319" y="10036"/>
                            <a:pt x="33" y="6226"/>
                          </a:cubicBezTo>
                          <a:cubicBezTo>
                            <a:pt x="-348" y="2416"/>
                            <a:pt x="2605" y="-346"/>
                            <a:pt x="6796" y="35"/>
                          </a:cubicBezTo>
                          <a:cubicBezTo>
                            <a:pt x="10892" y="416"/>
                            <a:pt x="14607" y="3845"/>
                            <a:pt x="14987" y="7655"/>
                          </a:cubicBezTo>
                          <a:cubicBezTo>
                            <a:pt x="15368" y="11465"/>
                            <a:pt x="12225" y="14323"/>
                            <a:pt x="8129" y="1394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17" name="Forme libre : forme 12216">
                      <a:extLst>
                        <a:ext uri="{FF2B5EF4-FFF2-40B4-BE49-F238E27FC236}">
                          <a16:creationId xmlns:a16="http://schemas.microsoft.com/office/drawing/2014/main" id="{9D7B9CB3-1316-4575-8B27-A324954FBC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3037" y="4036814"/>
                      <a:ext cx="5203" cy="5539"/>
                    </a:xfrm>
                    <a:custGeom>
                      <a:avLst/>
                      <a:gdLst>
                        <a:gd name="connsiteX0" fmla="*/ 1677 w 5203"/>
                        <a:gd name="connsiteY0" fmla="*/ 5151 h 5539"/>
                        <a:gd name="connsiteX1" fmla="*/ 153 w 5203"/>
                        <a:gd name="connsiteY1" fmla="*/ 1341 h 5539"/>
                        <a:gd name="connsiteX2" fmla="*/ 3487 w 5203"/>
                        <a:gd name="connsiteY2" fmla="*/ 388 h 5539"/>
                        <a:gd name="connsiteX3" fmla="*/ 5011 w 5203"/>
                        <a:gd name="connsiteY3" fmla="*/ 4198 h 5539"/>
                        <a:gd name="connsiteX4" fmla="*/ 1677 w 5203"/>
                        <a:gd name="connsiteY4" fmla="*/ 5151 h 55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03" h="5539">
                          <a:moveTo>
                            <a:pt x="1677" y="5151"/>
                          </a:moveTo>
                          <a:cubicBezTo>
                            <a:pt x="344" y="4389"/>
                            <a:pt x="-323" y="2674"/>
                            <a:pt x="153" y="1341"/>
                          </a:cubicBezTo>
                          <a:cubicBezTo>
                            <a:pt x="630" y="7"/>
                            <a:pt x="2154" y="-374"/>
                            <a:pt x="3487" y="388"/>
                          </a:cubicBezTo>
                          <a:cubicBezTo>
                            <a:pt x="4821" y="1150"/>
                            <a:pt x="5583" y="2865"/>
                            <a:pt x="5011" y="4198"/>
                          </a:cubicBezTo>
                          <a:cubicBezTo>
                            <a:pt x="4535" y="5532"/>
                            <a:pt x="3011" y="5913"/>
                            <a:pt x="1677" y="515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218" name="Graphique 5">
                  <a:extLst>
                    <a:ext uri="{FF2B5EF4-FFF2-40B4-BE49-F238E27FC236}">
                      <a16:creationId xmlns:a16="http://schemas.microsoft.com/office/drawing/2014/main" id="{EF09007C-10D1-479B-BD59-87F0BDC32615}"/>
                    </a:ext>
                  </a:extLst>
                </p:cNvPr>
                <p:cNvGrpSpPr/>
                <p:nvPr/>
              </p:nvGrpSpPr>
              <p:grpSpPr>
                <a:xfrm>
                  <a:off x="3509775" y="3951242"/>
                  <a:ext cx="42308" cy="96617"/>
                  <a:chOff x="3509775" y="3951242"/>
                  <a:chExt cx="42308" cy="96617"/>
                </a:xfrm>
                <a:solidFill>
                  <a:schemeClr val="accent1"/>
                </a:solidFill>
              </p:grpSpPr>
              <p:grpSp>
                <p:nvGrpSpPr>
                  <p:cNvPr id="12219" name="Graphique 5">
                    <a:extLst>
                      <a:ext uri="{FF2B5EF4-FFF2-40B4-BE49-F238E27FC236}">
                        <a16:creationId xmlns:a16="http://schemas.microsoft.com/office/drawing/2014/main" id="{C17B599B-65B5-4085-8C15-D2BB284CF018}"/>
                      </a:ext>
                    </a:extLst>
                  </p:cNvPr>
                  <p:cNvGrpSpPr/>
                  <p:nvPr/>
                </p:nvGrpSpPr>
                <p:grpSpPr>
                  <a:xfrm>
                    <a:off x="3509775" y="3951242"/>
                    <a:ext cx="28785" cy="32185"/>
                    <a:chOff x="3509775" y="3951242"/>
                    <a:chExt cx="28785" cy="32185"/>
                  </a:xfrm>
                  <a:solidFill>
                    <a:schemeClr val="accent1"/>
                  </a:solidFill>
                </p:grpSpPr>
                <p:sp>
                  <p:nvSpPr>
                    <p:cNvPr id="12220" name="Forme libre : forme 12219">
                      <a:extLst>
                        <a:ext uri="{FF2B5EF4-FFF2-40B4-BE49-F238E27FC236}">
                          <a16:creationId xmlns:a16="http://schemas.microsoft.com/office/drawing/2014/main" id="{65825466-0FC6-403F-A783-00155679F7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09775" y="3951242"/>
                      <a:ext cx="28785" cy="32156"/>
                    </a:xfrm>
                    <a:custGeom>
                      <a:avLst/>
                      <a:gdLst>
                        <a:gd name="connsiteX0" fmla="*/ 28074 w 28785"/>
                        <a:gd name="connsiteY0" fmla="*/ 25763 h 32156"/>
                        <a:gd name="connsiteX1" fmla="*/ 9786 w 28785"/>
                        <a:gd name="connsiteY1" fmla="*/ 28811 h 32156"/>
                        <a:gd name="connsiteX2" fmla="*/ 642 w 28785"/>
                        <a:gd name="connsiteY2" fmla="*/ 6046 h 32156"/>
                        <a:gd name="connsiteX3" fmla="*/ 18454 w 28785"/>
                        <a:gd name="connsiteY3" fmla="*/ 3379 h 32156"/>
                        <a:gd name="connsiteX4" fmla="*/ 28074 w 28785"/>
                        <a:gd name="connsiteY4" fmla="*/ 25763 h 32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785" h="32156">
                          <a:moveTo>
                            <a:pt x="28074" y="25763"/>
                          </a:moveTo>
                          <a:cubicBezTo>
                            <a:pt x="25502" y="32812"/>
                            <a:pt x="17215" y="34336"/>
                            <a:pt x="9786" y="28811"/>
                          </a:cubicBezTo>
                          <a:cubicBezTo>
                            <a:pt x="2356" y="23287"/>
                            <a:pt x="-1644" y="12999"/>
                            <a:pt x="642" y="6046"/>
                          </a:cubicBezTo>
                          <a:cubicBezTo>
                            <a:pt x="2928" y="-907"/>
                            <a:pt x="10738" y="-1955"/>
                            <a:pt x="18454" y="3379"/>
                          </a:cubicBezTo>
                          <a:cubicBezTo>
                            <a:pt x="25978" y="8523"/>
                            <a:pt x="30646" y="18714"/>
                            <a:pt x="28074" y="2576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21" name="Forme libre : forme 12220">
                      <a:extLst>
                        <a:ext uri="{FF2B5EF4-FFF2-40B4-BE49-F238E27FC236}">
                          <a16:creationId xmlns:a16="http://schemas.microsoft.com/office/drawing/2014/main" id="{7135EB8B-A3BE-4411-AF6B-79D8364538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09775" y="3952430"/>
                      <a:ext cx="28745" cy="30996"/>
                    </a:xfrm>
                    <a:custGeom>
                      <a:avLst/>
                      <a:gdLst>
                        <a:gd name="connsiteX0" fmla="*/ 14263 w 28745"/>
                        <a:gd name="connsiteY0" fmla="*/ 15145 h 30996"/>
                        <a:gd name="connsiteX1" fmla="*/ 4547 w 28745"/>
                        <a:gd name="connsiteY1" fmla="*/ 0 h 30996"/>
                        <a:gd name="connsiteX2" fmla="*/ 642 w 28745"/>
                        <a:gd name="connsiteY2" fmla="*/ 4858 h 30996"/>
                        <a:gd name="connsiteX3" fmla="*/ 9786 w 28745"/>
                        <a:gd name="connsiteY3" fmla="*/ 27622 h 30996"/>
                        <a:gd name="connsiteX4" fmla="*/ 28074 w 28745"/>
                        <a:gd name="connsiteY4" fmla="*/ 24575 h 30996"/>
                        <a:gd name="connsiteX5" fmla="*/ 28455 w 28745"/>
                        <a:gd name="connsiteY5" fmla="*/ 17145 h 30996"/>
                        <a:gd name="connsiteX6" fmla="*/ 14263 w 28745"/>
                        <a:gd name="connsiteY6" fmla="*/ 15145 h 30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45" h="30996">
                          <a:moveTo>
                            <a:pt x="14263" y="15145"/>
                          </a:moveTo>
                          <a:cubicBezTo>
                            <a:pt x="9119" y="11430"/>
                            <a:pt x="5595" y="5525"/>
                            <a:pt x="4547" y="0"/>
                          </a:cubicBezTo>
                          <a:cubicBezTo>
                            <a:pt x="2832" y="953"/>
                            <a:pt x="1404" y="2572"/>
                            <a:pt x="642" y="4858"/>
                          </a:cubicBezTo>
                          <a:cubicBezTo>
                            <a:pt x="-1644" y="11811"/>
                            <a:pt x="2356" y="22098"/>
                            <a:pt x="9786" y="27622"/>
                          </a:cubicBezTo>
                          <a:cubicBezTo>
                            <a:pt x="17215" y="33147"/>
                            <a:pt x="25502" y="31718"/>
                            <a:pt x="28074" y="24575"/>
                          </a:cubicBezTo>
                          <a:cubicBezTo>
                            <a:pt x="28836" y="22288"/>
                            <a:pt x="28931" y="19812"/>
                            <a:pt x="28455" y="17145"/>
                          </a:cubicBezTo>
                          <a:cubicBezTo>
                            <a:pt x="24645" y="19241"/>
                            <a:pt x="19311" y="18764"/>
                            <a:pt x="14263" y="1514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22" name="Forme libre : forme 12221">
                      <a:extLst>
                        <a:ext uri="{FF2B5EF4-FFF2-40B4-BE49-F238E27FC236}">
                          <a16:creationId xmlns:a16="http://schemas.microsoft.com/office/drawing/2014/main" id="{92535064-6CCA-47F0-B030-40766E2194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4039" y="3961162"/>
                      <a:ext cx="12087" cy="15370"/>
                    </a:xfrm>
                    <a:custGeom>
                      <a:avLst/>
                      <a:gdLst>
                        <a:gd name="connsiteX0" fmla="*/ 12000 w 12087"/>
                        <a:gd name="connsiteY0" fmla="*/ 8985 h 15370"/>
                        <a:gd name="connsiteX1" fmla="*/ 7047 w 12087"/>
                        <a:gd name="connsiteY1" fmla="*/ 15271 h 15370"/>
                        <a:gd name="connsiteX2" fmla="*/ 94 w 12087"/>
                        <a:gd name="connsiteY2" fmla="*/ 6318 h 15370"/>
                        <a:gd name="connsiteX3" fmla="*/ 4951 w 12087"/>
                        <a:gd name="connsiteY3" fmla="*/ 126 h 15370"/>
                        <a:gd name="connsiteX4" fmla="*/ 12000 w 12087"/>
                        <a:gd name="connsiteY4" fmla="*/ 8985 h 15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87" h="15370">
                          <a:moveTo>
                            <a:pt x="12000" y="8985"/>
                          </a:moveTo>
                          <a:cubicBezTo>
                            <a:pt x="12571" y="13176"/>
                            <a:pt x="10285" y="15938"/>
                            <a:pt x="7047" y="15271"/>
                          </a:cubicBezTo>
                          <a:cubicBezTo>
                            <a:pt x="3713" y="14509"/>
                            <a:pt x="665" y="10509"/>
                            <a:pt x="94" y="6318"/>
                          </a:cubicBezTo>
                          <a:cubicBezTo>
                            <a:pt x="-478" y="2127"/>
                            <a:pt x="1618" y="-636"/>
                            <a:pt x="4951" y="126"/>
                          </a:cubicBezTo>
                          <a:cubicBezTo>
                            <a:pt x="8190" y="888"/>
                            <a:pt x="11428" y="4794"/>
                            <a:pt x="12000" y="898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23" name="Forme libre : forme 12222">
                      <a:extLst>
                        <a:ext uri="{FF2B5EF4-FFF2-40B4-BE49-F238E27FC236}">
                          <a16:creationId xmlns:a16="http://schemas.microsoft.com/office/drawing/2014/main" id="{C168AB09-887F-43D4-91ED-8F784ED2F9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4693" y="3959899"/>
                      <a:ext cx="4727" cy="5256"/>
                    </a:xfrm>
                    <a:custGeom>
                      <a:avLst/>
                      <a:gdLst>
                        <a:gd name="connsiteX0" fmla="*/ 4584 w 4727"/>
                        <a:gd name="connsiteY0" fmla="*/ 4248 h 5256"/>
                        <a:gd name="connsiteX1" fmla="*/ 1631 w 4727"/>
                        <a:gd name="connsiteY1" fmla="*/ 4724 h 5256"/>
                        <a:gd name="connsiteX2" fmla="*/ 107 w 4727"/>
                        <a:gd name="connsiteY2" fmla="*/ 1009 h 5256"/>
                        <a:gd name="connsiteX3" fmla="*/ 3060 w 4727"/>
                        <a:gd name="connsiteY3" fmla="*/ 533 h 5256"/>
                        <a:gd name="connsiteX4" fmla="*/ 4584 w 4727"/>
                        <a:gd name="connsiteY4" fmla="*/ 4248 h 5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27" h="5256">
                          <a:moveTo>
                            <a:pt x="4584" y="4248"/>
                          </a:moveTo>
                          <a:cubicBezTo>
                            <a:pt x="4203" y="5390"/>
                            <a:pt x="2869" y="5581"/>
                            <a:pt x="1631" y="4724"/>
                          </a:cubicBezTo>
                          <a:cubicBezTo>
                            <a:pt x="393" y="3866"/>
                            <a:pt x="-274" y="2152"/>
                            <a:pt x="107" y="1009"/>
                          </a:cubicBezTo>
                          <a:cubicBezTo>
                            <a:pt x="488" y="-134"/>
                            <a:pt x="1822" y="-325"/>
                            <a:pt x="3060" y="533"/>
                          </a:cubicBezTo>
                          <a:cubicBezTo>
                            <a:pt x="4298" y="1390"/>
                            <a:pt x="5060" y="3105"/>
                            <a:pt x="4584" y="42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224" name="Graphique 5">
                    <a:extLst>
                      <a:ext uri="{FF2B5EF4-FFF2-40B4-BE49-F238E27FC236}">
                        <a16:creationId xmlns:a16="http://schemas.microsoft.com/office/drawing/2014/main" id="{FEDF363F-410B-49C0-B548-AA09E139F7B9}"/>
                      </a:ext>
                    </a:extLst>
                  </p:cNvPr>
                  <p:cNvGrpSpPr/>
                  <p:nvPr/>
                </p:nvGrpSpPr>
                <p:grpSpPr>
                  <a:xfrm>
                    <a:off x="3512051" y="3982275"/>
                    <a:ext cx="29043" cy="32846"/>
                    <a:chOff x="3512051" y="3982275"/>
                    <a:chExt cx="29043" cy="32846"/>
                  </a:xfrm>
                  <a:solidFill>
                    <a:schemeClr val="accent1"/>
                  </a:solidFill>
                </p:grpSpPr>
                <p:sp>
                  <p:nvSpPr>
                    <p:cNvPr id="12225" name="Forme libre : forme 12224">
                      <a:extLst>
                        <a:ext uri="{FF2B5EF4-FFF2-40B4-BE49-F238E27FC236}">
                          <a16:creationId xmlns:a16="http://schemas.microsoft.com/office/drawing/2014/main" id="{7E628FF6-8B46-4EB1-8FE2-EB574448F5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2051" y="3982275"/>
                      <a:ext cx="29043" cy="32777"/>
                    </a:xfrm>
                    <a:custGeom>
                      <a:avLst/>
                      <a:gdLst>
                        <a:gd name="connsiteX0" fmla="*/ 28179 w 29043"/>
                        <a:gd name="connsiteY0" fmla="*/ 26257 h 32777"/>
                        <a:gd name="connsiteX1" fmla="*/ 9129 w 29043"/>
                        <a:gd name="connsiteY1" fmla="*/ 29210 h 32777"/>
                        <a:gd name="connsiteX2" fmla="*/ 937 w 29043"/>
                        <a:gd name="connsiteY2" fmla="*/ 6160 h 32777"/>
                        <a:gd name="connsiteX3" fmla="*/ 19320 w 29043"/>
                        <a:gd name="connsiteY3" fmla="*/ 3302 h 32777"/>
                        <a:gd name="connsiteX4" fmla="*/ 28179 w 29043"/>
                        <a:gd name="connsiteY4" fmla="*/ 26257 h 32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043" h="32777">
                          <a:moveTo>
                            <a:pt x="28179" y="26257"/>
                          </a:moveTo>
                          <a:cubicBezTo>
                            <a:pt x="25417" y="33782"/>
                            <a:pt x="16558" y="34830"/>
                            <a:pt x="9129" y="29210"/>
                          </a:cubicBezTo>
                          <a:cubicBezTo>
                            <a:pt x="1699" y="23495"/>
                            <a:pt x="-1825" y="13018"/>
                            <a:pt x="937" y="6160"/>
                          </a:cubicBezTo>
                          <a:cubicBezTo>
                            <a:pt x="3890" y="-508"/>
                            <a:pt x="11605" y="-2222"/>
                            <a:pt x="19320" y="3302"/>
                          </a:cubicBezTo>
                          <a:cubicBezTo>
                            <a:pt x="26845" y="8732"/>
                            <a:pt x="30941" y="18923"/>
                            <a:pt x="28179" y="2625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26" name="Forme libre : forme 12225">
                      <a:extLst>
                        <a:ext uri="{FF2B5EF4-FFF2-40B4-BE49-F238E27FC236}">
                          <a16:creationId xmlns:a16="http://schemas.microsoft.com/office/drawing/2014/main" id="{97BAAA50-19A3-41A8-969B-CF9BA5E509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2051" y="3983577"/>
                      <a:ext cx="29032" cy="31544"/>
                    </a:xfrm>
                    <a:custGeom>
                      <a:avLst/>
                      <a:gdLst>
                        <a:gd name="connsiteX0" fmla="*/ 14463 w 29032"/>
                        <a:gd name="connsiteY0" fmla="*/ 15526 h 31544"/>
                        <a:gd name="connsiteX1" fmla="*/ 5224 w 29032"/>
                        <a:gd name="connsiteY1" fmla="*/ 0 h 31544"/>
                        <a:gd name="connsiteX2" fmla="*/ 937 w 29032"/>
                        <a:gd name="connsiteY2" fmla="*/ 4858 h 31544"/>
                        <a:gd name="connsiteX3" fmla="*/ 9129 w 29032"/>
                        <a:gd name="connsiteY3" fmla="*/ 27908 h 31544"/>
                        <a:gd name="connsiteX4" fmla="*/ 28179 w 29032"/>
                        <a:gd name="connsiteY4" fmla="*/ 24955 h 31544"/>
                        <a:gd name="connsiteX5" fmla="*/ 28845 w 29032"/>
                        <a:gd name="connsiteY5" fmla="*/ 17335 h 31544"/>
                        <a:gd name="connsiteX6" fmla="*/ 14463 w 29032"/>
                        <a:gd name="connsiteY6" fmla="*/ 15526 h 315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032" h="31544">
                          <a:moveTo>
                            <a:pt x="14463" y="15526"/>
                          </a:moveTo>
                          <a:cubicBezTo>
                            <a:pt x="9319" y="11716"/>
                            <a:pt x="6081" y="5715"/>
                            <a:pt x="5224" y="0"/>
                          </a:cubicBezTo>
                          <a:cubicBezTo>
                            <a:pt x="3414" y="1143"/>
                            <a:pt x="1795" y="2572"/>
                            <a:pt x="937" y="4858"/>
                          </a:cubicBezTo>
                          <a:cubicBezTo>
                            <a:pt x="-1825" y="11716"/>
                            <a:pt x="1699" y="22193"/>
                            <a:pt x="9129" y="27908"/>
                          </a:cubicBezTo>
                          <a:cubicBezTo>
                            <a:pt x="16558" y="33623"/>
                            <a:pt x="25417" y="32575"/>
                            <a:pt x="28179" y="24955"/>
                          </a:cubicBezTo>
                          <a:cubicBezTo>
                            <a:pt x="29036" y="22574"/>
                            <a:pt x="29227" y="20002"/>
                            <a:pt x="28845" y="17335"/>
                          </a:cubicBezTo>
                          <a:cubicBezTo>
                            <a:pt x="24845" y="19621"/>
                            <a:pt x="19511" y="19240"/>
                            <a:pt x="14463" y="1552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27" name="Forme libre : forme 12226">
                      <a:extLst>
                        <a:ext uri="{FF2B5EF4-FFF2-40B4-BE49-F238E27FC236}">
                          <a16:creationId xmlns:a16="http://schemas.microsoft.com/office/drawing/2014/main" id="{D695E07E-908F-4512-AD76-8C41ED66E1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6471" y="3992506"/>
                      <a:ext cx="12198" cy="15739"/>
                    </a:xfrm>
                    <a:custGeom>
                      <a:avLst/>
                      <a:gdLst>
                        <a:gd name="connsiteX0" fmla="*/ 12140 w 12198"/>
                        <a:gd name="connsiteY0" fmla="*/ 9073 h 15739"/>
                        <a:gd name="connsiteX1" fmla="*/ 6806 w 12198"/>
                        <a:gd name="connsiteY1" fmla="*/ 15646 h 15739"/>
                        <a:gd name="connsiteX2" fmla="*/ 43 w 12198"/>
                        <a:gd name="connsiteY2" fmla="*/ 6597 h 15739"/>
                        <a:gd name="connsiteX3" fmla="*/ 5186 w 12198"/>
                        <a:gd name="connsiteY3" fmla="*/ 120 h 15739"/>
                        <a:gd name="connsiteX4" fmla="*/ 12140 w 12198"/>
                        <a:gd name="connsiteY4" fmla="*/ 9073 h 15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98" h="15739">
                          <a:moveTo>
                            <a:pt x="12140" y="9073"/>
                          </a:moveTo>
                          <a:cubicBezTo>
                            <a:pt x="12616" y="13360"/>
                            <a:pt x="10139" y="16313"/>
                            <a:pt x="6806" y="15646"/>
                          </a:cubicBezTo>
                          <a:cubicBezTo>
                            <a:pt x="3472" y="14979"/>
                            <a:pt x="424" y="10788"/>
                            <a:pt x="43" y="6597"/>
                          </a:cubicBezTo>
                          <a:cubicBezTo>
                            <a:pt x="-338" y="2311"/>
                            <a:pt x="1852" y="-642"/>
                            <a:pt x="5186" y="120"/>
                          </a:cubicBezTo>
                          <a:cubicBezTo>
                            <a:pt x="8615" y="787"/>
                            <a:pt x="11663" y="4787"/>
                            <a:pt x="12140" y="907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28" name="Forme libre : forme 12227">
                      <a:extLst>
                        <a:ext uri="{FF2B5EF4-FFF2-40B4-BE49-F238E27FC236}">
                          <a16:creationId xmlns:a16="http://schemas.microsoft.com/office/drawing/2014/main" id="{B38BAC64-8C94-4D34-8464-E4D2A9FF4C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7408" y="3991147"/>
                      <a:ext cx="4747" cy="5433"/>
                    </a:xfrm>
                    <a:custGeom>
                      <a:avLst/>
                      <a:gdLst>
                        <a:gd name="connsiteX0" fmla="*/ 4631 w 4747"/>
                        <a:gd name="connsiteY0" fmla="*/ 4336 h 5433"/>
                        <a:gd name="connsiteX1" fmla="*/ 1583 w 4747"/>
                        <a:gd name="connsiteY1" fmla="*/ 4908 h 5433"/>
                        <a:gd name="connsiteX2" fmla="*/ 154 w 4747"/>
                        <a:gd name="connsiteY2" fmla="*/ 1097 h 5433"/>
                        <a:gd name="connsiteX3" fmla="*/ 3202 w 4747"/>
                        <a:gd name="connsiteY3" fmla="*/ 526 h 5433"/>
                        <a:gd name="connsiteX4" fmla="*/ 4631 w 4747"/>
                        <a:gd name="connsiteY4" fmla="*/ 4336 h 5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7" h="5433">
                          <a:moveTo>
                            <a:pt x="4631" y="4336"/>
                          </a:moveTo>
                          <a:cubicBezTo>
                            <a:pt x="4155" y="5574"/>
                            <a:pt x="2821" y="5765"/>
                            <a:pt x="1583" y="4908"/>
                          </a:cubicBezTo>
                          <a:cubicBezTo>
                            <a:pt x="345" y="4050"/>
                            <a:pt x="-322" y="2336"/>
                            <a:pt x="154" y="1097"/>
                          </a:cubicBezTo>
                          <a:cubicBezTo>
                            <a:pt x="631" y="-141"/>
                            <a:pt x="1964" y="-331"/>
                            <a:pt x="3202" y="526"/>
                          </a:cubicBezTo>
                          <a:cubicBezTo>
                            <a:pt x="4441" y="1383"/>
                            <a:pt x="5012" y="3098"/>
                            <a:pt x="4631" y="433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229" name="Graphique 5">
                    <a:extLst>
                      <a:ext uri="{FF2B5EF4-FFF2-40B4-BE49-F238E27FC236}">
                        <a16:creationId xmlns:a16="http://schemas.microsoft.com/office/drawing/2014/main" id="{D1569C3F-E8FF-478E-8614-46D75F93D98C}"/>
                      </a:ext>
                    </a:extLst>
                  </p:cNvPr>
                  <p:cNvGrpSpPr/>
                  <p:nvPr/>
                </p:nvGrpSpPr>
                <p:grpSpPr>
                  <a:xfrm>
                    <a:off x="3522095" y="4014703"/>
                    <a:ext cx="29988" cy="33155"/>
                    <a:chOff x="3522095" y="4014703"/>
                    <a:chExt cx="29988" cy="33155"/>
                  </a:xfrm>
                  <a:solidFill>
                    <a:schemeClr val="accent1"/>
                  </a:solidFill>
                </p:grpSpPr>
                <p:sp>
                  <p:nvSpPr>
                    <p:cNvPr id="12230" name="Forme libre : forme 12229">
                      <a:extLst>
                        <a:ext uri="{FF2B5EF4-FFF2-40B4-BE49-F238E27FC236}">
                          <a16:creationId xmlns:a16="http://schemas.microsoft.com/office/drawing/2014/main" id="{76B43938-80F1-4131-B6E3-4FA7AFC069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2190" y="4014703"/>
                      <a:ext cx="29893" cy="33155"/>
                    </a:xfrm>
                    <a:custGeom>
                      <a:avLst/>
                      <a:gdLst>
                        <a:gd name="connsiteX0" fmla="*/ 28708 w 29893"/>
                        <a:gd name="connsiteY0" fmla="*/ 26595 h 33155"/>
                        <a:gd name="connsiteX1" fmla="*/ 8801 w 29893"/>
                        <a:gd name="connsiteY1" fmla="*/ 29643 h 33155"/>
                        <a:gd name="connsiteX2" fmla="*/ 1181 w 29893"/>
                        <a:gd name="connsiteY2" fmla="*/ 6212 h 33155"/>
                        <a:gd name="connsiteX3" fmla="*/ 20516 w 29893"/>
                        <a:gd name="connsiteY3" fmla="*/ 3354 h 33155"/>
                        <a:gd name="connsiteX4" fmla="*/ 28708 w 29893"/>
                        <a:gd name="connsiteY4" fmla="*/ 26595 h 33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893" h="33155">
                          <a:moveTo>
                            <a:pt x="28708" y="26595"/>
                          </a:moveTo>
                          <a:cubicBezTo>
                            <a:pt x="25279" y="33930"/>
                            <a:pt x="16230" y="35358"/>
                            <a:pt x="8801" y="29643"/>
                          </a:cubicBezTo>
                          <a:cubicBezTo>
                            <a:pt x="1371" y="23928"/>
                            <a:pt x="-1963" y="13355"/>
                            <a:pt x="1181" y="6212"/>
                          </a:cubicBezTo>
                          <a:cubicBezTo>
                            <a:pt x="4229" y="-1027"/>
                            <a:pt x="12991" y="-1885"/>
                            <a:pt x="20516" y="3354"/>
                          </a:cubicBezTo>
                          <a:cubicBezTo>
                            <a:pt x="28041" y="8688"/>
                            <a:pt x="32041" y="19261"/>
                            <a:pt x="28708" y="2659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31" name="Forme libre : forme 12230">
                      <a:extLst>
                        <a:ext uri="{FF2B5EF4-FFF2-40B4-BE49-F238E27FC236}">
                          <a16:creationId xmlns:a16="http://schemas.microsoft.com/office/drawing/2014/main" id="{20C97064-4D6B-4A28-B9E1-78152A11A3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2095" y="4015867"/>
                      <a:ext cx="29873" cy="31963"/>
                    </a:xfrm>
                    <a:custGeom>
                      <a:avLst/>
                      <a:gdLst>
                        <a:gd name="connsiteX0" fmla="*/ 14801 w 29873"/>
                        <a:gd name="connsiteY0" fmla="*/ 15621 h 31963"/>
                        <a:gd name="connsiteX1" fmla="*/ 5848 w 29873"/>
                        <a:gd name="connsiteY1" fmla="*/ 0 h 31963"/>
                        <a:gd name="connsiteX2" fmla="*/ 1180 w 29873"/>
                        <a:gd name="connsiteY2" fmla="*/ 5048 h 31963"/>
                        <a:gd name="connsiteX3" fmla="*/ 8801 w 29873"/>
                        <a:gd name="connsiteY3" fmla="*/ 28480 h 31963"/>
                        <a:gd name="connsiteX4" fmla="*/ 28708 w 29873"/>
                        <a:gd name="connsiteY4" fmla="*/ 25432 h 31963"/>
                        <a:gd name="connsiteX5" fmla="*/ 29755 w 29873"/>
                        <a:gd name="connsiteY5" fmla="*/ 17717 h 31963"/>
                        <a:gd name="connsiteX6" fmla="*/ 14801 w 29873"/>
                        <a:gd name="connsiteY6" fmla="*/ 15621 h 31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873" h="31963">
                          <a:moveTo>
                            <a:pt x="14801" y="15621"/>
                          </a:moveTo>
                          <a:cubicBezTo>
                            <a:pt x="9658" y="11811"/>
                            <a:pt x="6419" y="5715"/>
                            <a:pt x="5848" y="0"/>
                          </a:cubicBezTo>
                          <a:cubicBezTo>
                            <a:pt x="3847" y="1048"/>
                            <a:pt x="2228" y="2667"/>
                            <a:pt x="1180" y="5048"/>
                          </a:cubicBezTo>
                          <a:cubicBezTo>
                            <a:pt x="-1963" y="12192"/>
                            <a:pt x="1371" y="22765"/>
                            <a:pt x="8801" y="28480"/>
                          </a:cubicBezTo>
                          <a:cubicBezTo>
                            <a:pt x="16230" y="34195"/>
                            <a:pt x="25374" y="32671"/>
                            <a:pt x="28708" y="25432"/>
                          </a:cubicBezTo>
                          <a:cubicBezTo>
                            <a:pt x="29851" y="23146"/>
                            <a:pt x="30041" y="20479"/>
                            <a:pt x="29755" y="17717"/>
                          </a:cubicBezTo>
                          <a:cubicBezTo>
                            <a:pt x="25755" y="20098"/>
                            <a:pt x="19945" y="19431"/>
                            <a:pt x="14801" y="156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32" name="Forme libre : forme 12231">
                      <a:extLst>
                        <a:ext uri="{FF2B5EF4-FFF2-40B4-BE49-F238E27FC236}">
                          <a16:creationId xmlns:a16="http://schemas.microsoft.com/office/drawing/2014/main" id="{203A9885-F21B-42C1-98EC-9457B30BA6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6982" y="4025078"/>
                      <a:ext cx="12592" cy="15768"/>
                    </a:xfrm>
                    <a:custGeom>
                      <a:avLst/>
                      <a:gdLst>
                        <a:gd name="connsiteX0" fmla="*/ 12583 w 12592"/>
                        <a:gd name="connsiteY0" fmla="*/ 9172 h 15768"/>
                        <a:gd name="connsiteX1" fmla="*/ 6582 w 12592"/>
                        <a:gd name="connsiteY1" fmla="*/ 15649 h 15768"/>
                        <a:gd name="connsiteX2" fmla="*/ 10 w 12592"/>
                        <a:gd name="connsiteY2" fmla="*/ 6505 h 15768"/>
                        <a:gd name="connsiteX3" fmla="*/ 5820 w 12592"/>
                        <a:gd name="connsiteY3" fmla="*/ 123 h 15768"/>
                        <a:gd name="connsiteX4" fmla="*/ 12583 w 12592"/>
                        <a:gd name="connsiteY4" fmla="*/ 9172 h 15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92" h="15768">
                          <a:moveTo>
                            <a:pt x="12583" y="9172"/>
                          </a:moveTo>
                          <a:cubicBezTo>
                            <a:pt x="12773" y="13458"/>
                            <a:pt x="10106" y="16411"/>
                            <a:pt x="6582" y="15649"/>
                          </a:cubicBezTo>
                          <a:cubicBezTo>
                            <a:pt x="3058" y="14887"/>
                            <a:pt x="201" y="10791"/>
                            <a:pt x="10" y="6505"/>
                          </a:cubicBezTo>
                          <a:cubicBezTo>
                            <a:pt x="-180" y="2219"/>
                            <a:pt x="2391" y="-639"/>
                            <a:pt x="5820" y="123"/>
                          </a:cubicBezTo>
                          <a:cubicBezTo>
                            <a:pt x="9249" y="790"/>
                            <a:pt x="12297" y="4790"/>
                            <a:pt x="12583" y="917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33" name="Forme libre : forme 12232">
                      <a:extLst>
                        <a:ext uri="{FF2B5EF4-FFF2-40B4-BE49-F238E27FC236}">
                          <a16:creationId xmlns:a16="http://schemas.microsoft.com/office/drawing/2014/main" id="{0FEB2304-013B-4B22-AFC2-1B3C6DE116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8253" y="4023580"/>
                      <a:ext cx="4906" cy="5433"/>
                    </a:xfrm>
                    <a:custGeom>
                      <a:avLst/>
                      <a:gdLst>
                        <a:gd name="connsiteX0" fmla="*/ 4739 w 4906"/>
                        <a:gd name="connsiteY0" fmla="*/ 4383 h 5433"/>
                        <a:gd name="connsiteX1" fmla="*/ 1501 w 4906"/>
                        <a:gd name="connsiteY1" fmla="*/ 4860 h 5433"/>
                        <a:gd name="connsiteX2" fmla="*/ 167 w 4906"/>
                        <a:gd name="connsiteY2" fmla="*/ 1050 h 5433"/>
                        <a:gd name="connsiteX3" fmla="*/ 3406 w 4906"/>
                        <a:gd name="connsiteY3" fmla="*/ 573 h 5433"/>
                        <a:gd name="connsiteX4" fmla="*/ 4739 w 4906"/>
                        <a:gd name="connsiteY4" fmla="*/ 4383 h 5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06" h="5433">
                          <a:moveTo>
                            <a:pt x="4739" y="4383"/>
                          </a:moveTo>
                          <a:cubicBezTo>
                            <a:pt x="4168" y="5527"/>
                            <a:pt x="2739" y="5812"/>
                            <a:pt x="1501" y="4860"/>
                          </a:cubicBezTo>
                          <a:cubicBezTo>
                            <a:pt x="262" y="3907"/>
                            <a:pt x="-309" y="2193"/>
                            <a:pt x="167" y="1050"/>
                          </a:cubicBezTo>
                          <a:cubicBezTo>
                            <a:pt x="739" y="-93"/>
                            <a:pt x="2167" y="-379"/>
                            <a:pt x="3406" y="573"/>
                          </a:cubicBezTo>
                          <a:cubicBezTo>
                            <a:pt x="4644" y="1526"/>
                            <a:pt x="5215" y="3240"/>
                            <a:pt x="4739" y="43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234" name="Graphique 5">
                  <a:extLst>
                    <a:ext uri="{FF2B5EF4-FFF2-40B4-BE49-F238E27FC236}">
                      <a16:creationId xmlns:a16="http://schemas.microsoft.com/office/drawing/2014/main" id="{A8D0CDF6-6799-4335-95C1-0BF164E48796}"/>
                    </a:ext>
                  </a:extLst>
                </p:cNvPr>
                <p:cNvGrpSpPr/>
                <p:nvPr/>
              </p:nvGrpSpPr>
              <p:grpSpPr>
                <a:xfrm>
                  <a:off x="3477225" y="4063099"/>
                  <a:ext cx="62440" cy="84805"/>
                  <a:chOff x="3477225" y="4063099"/>
                  <a:chExt cx="62440" cy="84805"/>
                </a:xfrm>
                <a:solidFill>
                  <a:schemeClr val="accent1"/>
                </a:solidFill>
              </p:grpSpPr>
              <p:grpSp>
                <p:nvGrpSpPr>
                  <p:cNvPr id="12235" name="Graphique 5">
                    <a:extLst>
                      <a:ext uri="{FF2B5EF4-FFF2-40B4-BE49-F238E27FC236}">
                        <a16:creationId xmlns:a16="http://schemas.microsoft.com/office/drawing/2014/main" id="{DE8F8C86-7640-47AD-AF49-541F822C9B71}"/>
                      </a:ext>
                    </a:extLst>
                  </p:cNvPr>
                  <p:cNvGrpSpPr/>
                  <p:nvPr/>
                </p:nvGrpSpPr>
                <p:grpSpPr>
                  <a:xfrm>
                    <a:off x="3509224" y="4063099"/>
                    <a:ext cx="30441" cy="33957"/>
                    <a:chOff x="3509224" y="4063099"/>
                    <a:chExt cx="30441" cy="33957"/>
                  </a:xfrm>
                  <a:solidFill>
                    <a:schemeClr val="accent1"/>
                  </a:solidFill>
                </p:grpSpPr>
                <p:sp>
                  <p:nvSpPr>
                    <p:cNvPr id="12236" name="Forme libre : forme 12235">
                      <a:extLst>
                        <a:ext uri="{FF2B5EF4-FFF2-40B4-BE49-F238E27FC236}">
                          <a16:creationId xmlns:a16="http://schemas.microsoft.com/office/drawing/2014/main" id="{58CA58FE-25BF-4FC3-9E52-934F0E516B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09224" y="4063099"/>
                      <a:ext cx="30441" cy="33957"/>
                    </a:xfrm>
                    <a:custGeom>
                      <a:avLst/>
                      <a:gdLst>
                        <a:gd name="connsiteX0" fmla="*/ 22148 w 30441"/>
                        <a:gd name="connsiteY0" fmla="*/ 33159 h 33957"/>
                        <a:gd name="connsiteX1" fmla="*/ 1669 w 30441"/>
                        <a:gd name="connsiteY1" fmla="*/ 21824 h 33957"/>
                        <a:gd name="connsiteX2" fmla="*/ 7860 w 30441"/>
                        <a:gd name="connsiteY2" fmla="*/ 678 h 33957"/>
                        <a:gd name="connsiteX3" fmla="*/ 28530 w 30441"/>
                        <a:gd name="connsiteY3" fmla="*/ 11918 h 33957"/>
                        <a:gd name="connsiteX4" fmla="*/ 22148 w 30441"/>
                        <a:gd name="connsiteY4" fmla="*/ 33159 h 33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41" h="33957">
                          <a:moveTo>
                            <a:pt x="22148" y="33159"/>
                          </a:moveTo>
                          <a:cubicBezTo>
                            <a:pt x="14528" y="36016"/>
                            <a:pt x="5384" y="30968"/>
                            <a:pt x="1669" y="21824"/>
                          </a:cubicBezTo>
                          <a:cubicBezTo>
                            <a:pt x="-2045" y="12680"/>
                            <a:pt x="622" y="3250"/>
                            <a:pt x="7860" y="678"/>
                          </a:cubicBezTo>
                          <a:cubicBezTo>
                            <a:pt x="15100" y="-1893"/>
                            <a:pt x="24434" y="3060"/>
                            <a:pt x="28530" y="11918"/>
                          </a:cubicBezTo>
                          <a:cubicBezTo>
                            <a:pt x="32721" y="20776"/>
                            <a:pt x="29768" y="30301"/>
                            <a:pt x="22148" y="3315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37" name="Forme libre : forme 12236">
                      <a:extLst>
                        <a:ext uri="{FF2B5EF4-FFF2-40B4-BE49-F238E27FC236}">
                          <a16:creationId xmlns:a16="http://schemas.microsoft.com/office/drawing/2014/main" id="{0DF0ABFF-C505-4768-BFD9-D18D4BF923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09224" y="4063109"/>
                      <a:ext cx="27863" cy="33947"/>
                    </a:xfrm>
                    <a:custGeom>
                      <a:avLst/>
                      <a:gdLst>
                        <a:gd name="connsiteX0" fmla="*/ 14814 w 27863"/>
                        <a:gd name="connsiteY0" fmla="*/ 17147 h 33947"/>
                        <a:gd name="connsiteX1" fmla="*/ 15385 w 27863"/>
                        <a:gd name="connsiteY1" fmla="*/ 479 h 33947"/>
                        <a:gd name="connsiteX2" fmla="*/ 7860 w 27863"/>
                        <a:gd name="connsiteY2" fmla="*/ 669 h 33947"/>
                        <a:gd name="connsiteX3" fmla="*/ 1669 w 27863"/>
                        <a:gd name="connsiteY3" fmla="*/ 21814 h 33947"/>
                        <a:gd name="connsiteX4" fmla="*/ 22148 w 27863"/>
                        <a:gd name="connsiteY4" fmla="*/ 33149 h 33947"/>
                        <a:gd name="connsiteX5" fmla="*/ 27863 w 27863"/>
                        <a:gd name="connsiteY5" fmla="*/ 28577 h 33947"/>
                        <a:gd name="connsiteX6" fmla="*/ 14814 w 27863"/>
                        <a:gd name="connsiteY6" fmla="*/ 17147 h 33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863" h="33947">
                          <a:moveTo>
                            <a:pt x="14814" y="17147"/>
                          </a:moveTo>
                          <a:cubicBezTo>
                            <a:pt x="12147" y="11051"/>
                            <a:pt x="12623" y="4765"/>
                            <a:pt x="15385" y="479"/>
                          </a:cubicBezTo>
                          <a:cubicBezTo>
                            <a:pt x="12814" y="-188"/>
                            <a:pt x="10242" y="-188"/>
                            <a:pt x="7860" y="669"/>
                          </a:cubicBezTo>
                          <a:cubicBezTo>
                            <a:pt x="622" y="3241"/>
                            <a:pt x="-2045" y="12766"/>
                            <a:pt x="1669" y="21814"/>
                          </a:cubicBezTo>
                          <a:cubicBezTo>
                            <a:pt x="5384" y="30958"/>
                            <a:pt x="14528" y="36007"/>
                            <a:pt x="22148" y="33149"/>
                          </a:cubicBezTo>
                          <a:cubicBezTo>
                            <a:pt x="24529" y="32197"/>
                            <a:pt x="26434" y="30578"/>
                            <a:pt x="27863" y="28577"/>
                          </a:cubicBezTo>
                          <a:cubicBezTo>
                            <a:pt x="22434" y="27339"/>
                            <a:pt x="17385" y="23148"/>
                            <a:pt x="14814" y="1714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38" name="Forme libre : forme 12237">
                      <a:extLst>
                        <a:ext uri="{FF2B5EF4-FFF2-40B4-BE49-F238E27FC236}">
                          <a16:creationId xmlns:a16="http://schemas.microsoft.com/office/drawing/2014/main" id="{391DF04C-A6AC-4F0B-9309-92526B9C55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2530" y="4077832"/>
                      <a:ext cx="13492" cy="15206"/>
                    </a:xfrm>
                    <a:custGeom>
                      <a:avLst/>
                      <a:gdLst>
                        <a:gd name="connsiteX0" fmla="*/ 11890 w 13492"/>
                        <a:gd name="connsiteY0" fmla="*/ 12711 h 15206"/>
                        <a:gd name="connsiteX1" fmla="*/ 2365 w 13492"/>
                        <a:gd name="connsiteY1" fmla="*/ 13187 h 15206"/>
                        <a:gd name="connsiteX2" fmla="*/ 1603 w 13492"/>
                        <a:gd name="connsiteY2" fmla="*/ 2424 h 15206"/>
                        <a:gd name="connsiteX3" fmla="*/ 11033 w 13492"/>
                        <a:gd name="connsiteY3" fmla="*/ 1948 h 15206"/>
                        <a:gd name="connsiteX4" fmla="*/ 11890 w 13492"/>
                        <a:gd name="connsiteY4" fmla="*/ 12711 h 15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92" h="15206">
                          <a:moveTo>
                            <a:pt x="11890" y="12711"/>
                          </a:moveTo>
                          <a:cubicBezTo>
                            <a:pt x="9509" y="15854"/>
                            <a:pt x="5127" y="16045"/>
                            <a:pt x="2365" y="13187"/>
                          </a:cubicBezTo>
                          <a:cubicBezTo>
                            <a:pt x="-492" y="10330"/>
                            <a:pt x="-778" y="5472"/>
                            <a:pt x="1603" y="2424"/>
                          </a:cubicBezTo>
                          <a:cubicBezTo>
                            <a:pt x="3984" y="-624"/>
                            <a:pt x="8175" y="-814"/>
                            <a:pt x="11033" y="1948"/>
                          </a:cubicBezTo>
                          <a:cubicBezTo>
                            <a:pt x="13890" y="4805"/>
                            <a:pt x="14367" y="9568"/>
                            <a:pt x="11890" y="1271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39" name="Forme libre : forme 12238">
                      <a:extLst>
                        <a:ext uri="{FF2B5EF4-FFF2-40B4-BE49-F238E27FC236}">
                          <a16:creationId xmlns:a16="http://schemas.microsoft.com/office/drawing/2014/main" id="{3083E28A-65DF-4474-92FA-DB44CDFD64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8213" y="4076409"/>
                      <a:ext cx="5080" cy="5598"/>
                    </a:xfrm>
                    <a:custGeom>
                      <a:avLst/>
                      <a:gdLst>
                        <a:gd name="connsiteX0" fmla="*/ 3731 w 5080"/>
                        <a:gd name="connsiteY0" fmla="*/ 5466 h 5598"/>
                        <a:gd name="connsiteX1" fmla="*/ 302 w 5080"/>
                        <a:gd name="connsiteY1" fmla="*/ 3656 h 5598"/>
                        <a:gd name="connsiteX2" fmla="*/ 1350 w 5080"/>
                        <a:gd name="connsiteY2" fmla="*/ 132 h 5598"/>
                        <a:gd name="connsiteX3" fmla="*/ 4779 w 5080"/>
                        <a:gd name="connsiteY3" fmla="*/ 1942 h 5598"/>
                        <a:gd name="connsiteX4" fmla="*/ 3731 w 5080"/>
                        <a:gd name="connsiteY4" fmla="*/ 5466 h 5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80" h="5598">
                          <a:moveTo>
                            <a:pt x="3731" y="5466"/>
                          </a:moveTo>
                          <a:cubicBezTo>
                            <a:pt x="2493" y="5943"/>
                            <a:pt x="969" y="5085"/>
                            <a:pt x="302" y="3656"/>
                          </a:cubicBezTo>
                          <a:cubicBezTo>
                            <a:pt x="-365" y="2228"/>
                            <a:pt x="111" y="609"/>
                            <a:pt x="1350" y="132"/>
                          </a:cubicBezTo>
                          <a:cubicBezTo>
                            <a:pt x="2588" y="-344"/>
                            <a:pt x="4112" y="513"/>
                            <a:pt x="4779" y="1942"/>
                          </a:cubicBezTo>
                          <a:cubicBezTo>
                            <a:pt x="5446" y="3371"/>
                            <a:pt x="4969" y="4990"/>
                            <a:pt x="3731" y="546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240" name="Graphique 5">
                    <a:extLst>
                      <a:ext uri="{FF2B5EF4-FFF2-40B4-BE49-F238E27FC236}">
                        <a16:creationId xmlns:a16="http://schemas.microsoft.com/office/drawing/2014/main" id="{ED67AD3E-DF9E-4EAD-B52D-7481C6ECEC06}"/>
                      </a:ext>
                    </a:extLst>
                  </p:cNvPr>
                  <p:cNvGrpSpPr/>
                  <p:nvPr/>
                </p:nvGrpSpPr>
                <p:grpSpPr>
                  <a:xfrm>
                    <a:off x="3489771" y="4084706"/>
                    <a:ext cx="30534" cy="34281"/>
                    <a:chOff x="3489771" y="4084706"/>
                    <a:chExt cx="30534" cy="34281"/>
                  </a:xfrm>
                  <a:solidFill>
                    <a:schemeClr val="accent1"/>
                  </a:solidFill>
                </p:grpSpPr>
                <p:sp>
                  <p:nvSpPr>
                    <p:cNvPr id="12241" name="Forme libre : forme 12240">
                      <a:extLst>
                        <a:ext uri="{FF2B5EF4-FFF2-40B4-BE49-F238E27FC236}">
                          <a16:creationId xmlns:a16="http://schemas.microsoft.com/office/drawing/2014/main" id="{1945F010-9083-477D-9249-44160E6DB4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9771" y="4084706"/>
                      <a:ext cx="30534" cy="34281"/>
                    </a:xfrm>
                    <a:custGeom>
                      <a:avLst/>
                      <a:gdLst>
                        <a:gd name="connsiteX0" fmla="*/ 21503 w 30534"/>
                        <a:gd name="connsiteY0" fmla="*/ 33650 h 34281"/>
                        <a:gd name="connsiteX1" fmla="*/ 1310 w 30534"/>
                        <a:gd name="connsiteY1" fmla="*/ 21458 h 34281"/>
                        <a:gd name="connsiteX2" fmla="*/ 8644 w 30534"/>
                        <a:gd name="connsiteY2" fmla="*/ 503 h 34281"/>
                        <a:gd name="connsiteX3" fmla="*/ 28933 w 30534"/>
                        <a:gd name="connsiteY3" fmla="*/ 12504 h 34281"/>
                        <a:gd name="connsiteX4" fmla="*/ 21503 w 30534"/>
                        <a:gd name="connsiteY4" fmla="*/ 33650 h 342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534" h="34281">
                          <a:moveTo>
                            <a:pt x="21503" y="33650"/>
                          </a:moveTo>
                          <a:cubicBezTo>
                            <a:pt x="13597" y="36222"/>
                            <a:pt x="4644" y="30697"/>
                            <a:pt x="1310" y="21458"/>
                          </a:cubicBezTo>
                          <a:cubicBezTo>
                            <a:pt x="-2024" y="12219"/>
                            <a:pt x="1215" y="2884"/>
                            <a:pt x="8644" y="503"/>
                          </a:cubicBezTo>
                          <a:cubicBezTo>
                            <a:pt x="16169" y="-1688"/>
                            <a:pt x="25218" y="3456"/>
                            <a:pt x="28933" y="12504"/>
                          </a:cubicBezTo>
                          <a:cubicBezTo>
                            <a:pt x="32838" y="21744"/>
                            <a:pt x="29314" y="31078"/>
                            <a:pt x="21503" y="3365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42" name="Forme libre : forme 12241">
                      <a:extLst>
                        <a:ext uri="{FF2B5EF4-FFF2-40B4-BE49-F238E27FC236}">
                          <a16:creationId xmlns:a16="http://schemas.microsoft.com/office/drawing/2014/main" id="{426B60BE-4330-49CF-8658-4BE766F343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9771" y="4084724"/>
                      <a:ext cx="27503" cy="34263"/>
                    </a:xfrm>
                    <a:custGeom>
                      <a:avLst/>
                      <a:gdLst>
                        <a:gd name="connsiteX0" fmla="*/ 14835 w 27503"/>
                        <a:gd name="connsiteY0" fmla="*/ 17249 h 34263"/>
                        <a:gd name="connsiteX1" fmla="*/ 16264 w 27503"/>
                        <a:gd name="connsiteY1" fmla="*/ 675 h 34263"/>
                        <a:gd name="connsiteX2" fmla="*/ 8644 w 27503"/>
                        <a:gd name="connsiteY2" fmla="*/ 485 h 34263"/>
                        <a:gd name="connsiteX3" fmla="*/ 1310 w 27503"/>
                        <a:gd name="connsiteY3" fmla="*/ 21440 h 34263"/>
                        <a:gd name="connsiteX4" fmla="*/ 21503 w 27503"/>
                        <a:gd name="connsiteY4" fmla="*/ 33632 h 34263"/>
                        <a:gd name="connsiteX5" fmla="*/ 27504 w 27503"/>
                        <a:gd name="connsiteY5" fmla="*/ 29346 h 34263"/>
                        <a:gd name="connsiteX6" fmla="*/ 14835 w 27503"/>
                        <a:gd name="connsiteY6" fmla="*/ 17249 h 34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503" h="34263">
                          <a:moveTo>
                            <a:pt x="14835" y="17249"/>
                          </a:moveTo>
                          <a:cubicBezTo>
                            <a:pt x="12454" y="11058"/>
                            <a:pt x="13216" y="4771"/>
                            <a:pt x="16264" y="675"/>
                          </a:cubicBezTo>
                          <a:cubicBezTo>
                            <a:pt x="13693" y="-86"/>
                            <a:pt x="11121" y="-277"/>
                            <a:pt x="8644" y="485"/>
                          </a:cubicBezTo>
                          <a:cubicBezTo>
                            <a:pt x="1215" y="2771"/>
                            <a:pt x="-2024" y="12106"/>
                            <a:pt x="1310" y="21440"/>
                          </a:cubicBezTo>
                          <a:cubicBezTo>
                            <a:pt x="4644" y="30679"/>
                            <a:pt x="13597" y="36204"/>
                            <a:pt x="21503" y="33632"/>
                          </a:cubicBezTo>
                          <a:cubicBezTo>
                            <a:pt x="23979" y="32870"/>
                            <a:pt x="25980" y="31251"/>
                            <a:pt x="27504" y="29346"/>
                          </a:cubicBezTo>
                          <a:cubicBezTo>
                            <a:pt x="22075" y="27822"/>
                            <a:pt x="17217" y="23345"/>
                            <a:pt x="14835" y="1724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43" name="Forme libre : forme 12242">
                      <a:extLst>
                        <a:ext uri="{FF2B5EF4-FFF2-40B4-BE49-F238E27FC236}">
                          <a16:creationId xmlns:a16="http://schemas.microsoft.com/office/drawing/2014/main" id="{5969FC30-585C-4683-9A55-997500BA01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02876" y="4099841"/>
                      <a:ext cx="13642" cy="15192"/>
                    </a:xfrm>
                    <a:custGeom>
                      <a:avLst/>
                      <a:gdLst>
                        <a:gd name="connsiteX0" fmla="*/ 11827 w 13642"/>
                        <a:gd name="connsiteY0" fmla="*/ 12895 h 15192"/>
                        <a:gd name="connsiteX1" fmla="*/ 2112 w 13642"/>
                        <a:gd name="connsiteY1" fmla="*/ 12990 h 15192"/>
                        <a:gd name="connsiteX2" fmla="*/ 1826 w 13642"/>
                        <a:gd name="connsiteY2" fmla="*/ 2227 h 15192"/>
                        <a:gd name="connsiteX3" fmla="*/ 11446 w 13642"/>
                        <a:gd name="connsiteY3" fmla="*/ 2132 h 15192"/>
                        <a:gd name="connsiteX4" fmla="*/ 11827 w 13642"/>
                        <a:gd name="connsiteY4" fmla="*/ 12895 h 15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42" h="15192">
                          <a:moveTo>
                            <a:pt x="11827" y="12895"/>
                          </a:moveTo>
                          <a:cubicBezTo>
                            <a:pt x="9255" y="15943"/>
                            <a:pt x="4874" y="15943"/>
                            <a:pt x="2112" y="12990"/>
                          </a:cubicBezTo>
                          <a:cubicBezTo>
                            <a:pt x="-555" y="10037"/>
                            <a:pt x="-746" y="5180"/>
                            <a:pt x="1826" y="2227"/>
                          </a:cubicBezTo>
                          <a:cubicBezTo>
                            <a:pt x="4397" y="-726"/>
                            <a:pt x="8684" y="-726"/>
                            <a:pt x="11446" y="2132"/>
                          </a:cubicBezTo>
                          <a:cubicBezTo>
                            <a:pt x="14208" y="5084"/>
                            <a:pt x="14399" y="9847"/>
                            <a:pt x="11827" y="1289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44" name="Forme libre : forme 12243">
                      <a:extLst>
                        <a:ext uri="{FF2B5EF4-FFF2-40B4-BE49-F238E27FC236}">
                          <a16:creationId xmlns:a16="http://schemas.microsoft.com/office/drawing/2014/main" id="{5E42BE05-D4FE-4669-AFA7-92886989BC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08941" y="4098454"/>
                      <a:ext cx="5047" cy="5609"/>
                    </a:xfrm>
                    <a:custGeom>
                      <a:avLst/>
                      <a:gdLst>
                        <a:gd name="connsiteX0" fmla="*/ 3572 w 5047"/>
                        <a:gd name="connsiteY0" fmla="*/ 5519 h 5609"/>
                        <a:gd name="connsiteX1" fmla="*/ 238 w 5047"/>
                        <a:gd name="connsiteY1" fmla="*/ 3519 h 5609"/>
                        <a:gd name="connsiteX2" fmla="*/ 1476 w 5047"/>
                        <a:gd name="connsiteY2" fmla="*/ 90 h 5609"/>
                        <a:gd name="connsiteX3" fmla="*/ 4810 w 5047"/>
                        <a:gd name="connsiteY3" fmla="*/ 2091 h 5609"/>
                        <a:gd name="connsiteX4" fmla="*/ 3572 w 5047"/>
                        <a:gd name="connsiteY4" fmla="*/ 5519 h 5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47" h="5609">
                          <a:moveTo>
                            <a:pt x="3572" y="5519"/>
                          </a:moveTo>
                          <a:cubicBezTo>
                            <a:pt x="2333" y="5900"/>
                            <a:pt x="809" y="5043"/>
                            <a:pt x="238" y="3519"/>
                          </a:cubicBezTo>
                          <a:cubicBezTo>
                            <a:pt x="-334" y="1995"/>
                            <a:pt x="142" y="471"/>
                            <a:pt x="1476" y="90"/>
                          </a:cubicBezTo>
                          <a:cubicBezTo>
                            <a:pt x="2714" y="-291"/>
                            <a:pt x="4238" y="566"/>
                            <a:pt x="4810" y="2091"/>
                          </a:cubicBezTo>
                          <a:cubicBezTo>
                            <a:pt x="5381" y="3614"/>
                            <a:pt x="4905" y="5043"/>
                            <a:pt x="3572" y="55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245" name="Graphique 5">
                    <a:extLst>
                      <a:ext uri="{FF2B5EF4-FFF2-40B4-BE49-F238E27FC236}">
                        <a16:creationId xmlns:a16="http://schemas.microsoft.com/office/drawing/2014/main" id="{1AFEA6A2-1644-442A-9C92-EAEE4F7F3E5D}"/>
                      </a:ext>
                    </a:extLst>
                  </p:cNvPr>
                  <p:cNvGrpSpPr/>
                  <p:nvPr/>
                </p:nvGrpSpPr>
                <p:grpSpPr>
                  <a:xfrm>
                    <a:off x="3477225" y="4113351"/>
                    <a:ext cx="30995" cy="34553"/>
                    <a:chOff x="3477225" y="4113351"/>
                    <a:chExt cx="30995" cy="34553"/>
                  </a:xfrm>
                  <a:solidFill>
                    <a:schemeClr val="accent1"/>
                  </a:solidFill>
                </p:grpSpPr>
                <p:sp>
                  <p:nvSpPr>
                    <p:cNvPr id="12246" name="Forme libre : forme 12245">
                      <a:extLst>
                        <a:ext uri="{FF2B5EF4-FFF2-40B4-BE49-F238E27FC236}">
                          <a16:creationId xmlns:a16="http://schemas.microsoft.com/office/drawing/2014/main" id="{C5DAD538-CDEB-4A25-87E8-2CDD67CF98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7225" y="4113351"/>
                      <a:ext cx="30995" cy="34553"/>
                    </a:xfrm>
                    <a:custGeom>
                      <a:avLst/>
                      <a:gdLst>
                        <a:gd name="connsiteX0" fmla="*/ 21191 w 30995"/>
                        <a:gd name="connsiteY0" fmla="*/ 34056 h 34553"/>
                        <a:gd name="connsiteX1" fmla="*/ 998 w 30995"/>
                        <a:gd name="connsiteY1" fmla="*/ 21102 h 34553"/>
                        <a:gd name="connsiteX2" fmla="*/ 9666 w 30995"/>
                        <a:gd name="connsiteY2" fmla="*/ 528 h 34553"/>
                        <a:gd name="connsiteX3" fmla="*/ 29763 w 30995"/>
                        <a:gd name="connsiteY3" fmla="*/ 12815 h 34553"/>
                        <a:gd name="connsiteX4" fmla="*/ 21191 w 30995"/>
                        <a:gd name="connsiteY4" fmla="*/ 34056 h 34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995" h="34553">
                          <a:moveTo>
                            <a:pt x="21191" y="34056"/>
                          </a:moveTo>
                          <a:cubicBezTo>
                            <a:pt x="12999" y="36341"/>
                            <a:pt x="3950" y="30531"/>
                            <a:pt x="998" y="21102"/>
                          </a:cubicBezTo>
                          <a:cubicBezTo>
                            <a:pt x="-1955" y="11767"/>
                            <a:pt x="1855" y="2528"/>
                            <a:pt x="9666" y="528"/>
                          </a:cubicBezTo>
                          <a:cubicBezTo>
                            <a:pt x="17285" y="-1759"/>
                            <a:pt x="26334" y="3576"/>
                            <a:pt x="29763" y="12815"/>
                          </a:cubicBezTo>
                          <a:cubicBezTo>
                            <a:pt x="33097" y="21959"/>
                            <a:pt x="29477" y="31960"/>
                            <a:pt x="21191" y="3405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47" name="Forme libre : forme 12246">
                      <a:extLst>
                        <a:ext uri="{FF2B5EF4-FFF2-40B4-BE49-F238E27FC236}">
                          <a16:creationId xmlns:a16="http://schemas.microsoft.com/office/drawing/2014/main" id="{A45602A0-E78C-407E-8587-7FCD04394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7225" y="4113353"/>
                      <a:ext cx="27572" cy="34516"/>
                    </a:xfrm>
                    <a:custGeom>
                      <a:avLst/>
                      <a:gdLst>
                        <a:gd name="connsiteX0" fmla="*/ 15190 w 27572"/>
                        <a:gd name="connsiteY0" fmla="*/ 17481 h 34516"/>
                        <a:gd name="connsiteX1" fmla="*/ 17381 w 27572"/>
                        <a:gd name="connsiteY1" fmla="*/ 621 h 34516"/>
                        <a:gd name="connsiteX2" fmla="*/ 9666 w 27572"/>
                        <a:gd name="connsiteY2" fmla="*/ 526 h 34516"/>
                        <a:gd name="connsiteX3" fmla="*/ 998 w 27572"/>
                        <a:gd name="connsiteY3" fmla="*/ 21100 h 34516"/>
                        <a:gd name="connsiteX4" fmla="*/ 21191 w 27572"/>
                        <a:gd name="connsiteY4" fmla="*/ 34054 h 34516"/>
                        <a:gd name="connsiteX5" fmla="*/ 27573 w 27572"/>
                        <a:gd name="connsiteY5" fmla="*/ 29863 h 34516"/>
                        <a:gd name="connsiteX6" fmla="*/ 15190 w 27572"/>
                        <a:gd name="connsiteY6" fmla="*/ 17481 h 34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572" h="34516">
                          <a:moveTo>
                            <a:pt x="15190" y="17481"/>
                          </a:moveTo>
                          <a:cubicBezTo>
                            <a:pt x="13094" y="11194"/>
                            <a:pt x="14142" y="5003"/>
                            <a:pt x="17381" y="621"/>
                          </a:cubicBezTo>
                          <a:cubicBezTo>
                            <a:pt x="14809" y="-141"/>
                            <a:pt x="12237" y="-236"/>
                            <a:pt x="9666" y="526"/>
                          </a:cubicBezTo>
                          <a:cubicBezTo>
                            <a:pt x="1855" y="2526"/>
                            <a:pt x="-1955" y="11766"/>
                            <a:pt x="998" y="21100"/>
                          </a:cubicBezTo>
                          <a:cubicBezTo>
                            <a:pt x="3950" y="30435"/>
                            <a:pt x="12904" y="36245"/>
                            <a:pt x="21191" y="34054"/>
                          </a:cubicBezTo>
                          <a:cubicBezTo>
                            <a:pt x="23762" y="33292"/>
                            <a:pt x="25953" y="31959"/>
                            <a:pt x="27573" y="29863"/>
                          </a:cubicBezTo>
                          <a:cubicBezTo>
                            <a:pt x="22143" y="28434"/>
                            <a:pt x="17285" y="23672"/>
                            <a:pt x="15190" y="1748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48" name="Forme libre : forme 12247">
                      <a:extLst>
                        <a:ext uri="{FF2B5EF4-FFF2-40B4-BE49-F238E27FC236}">
                          <a16:creationId xmlns:a16="http://schemas.microsoft.com/office/drawing/2014/main" id="{E644D08E-A30A-41DE-B060-878FEB979D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0327" y="4128880"/>
                      <a:ext cx="13981" cy="15253"/>
                    </a:xfrm>
                    <a:custGeom>
                      <a:avLst/>
                      <a:gdLst>
                        <a:gd name="connsiteX0" fmla="*/ 11898 w 13981"/>
                        <a:gd name="connsiteY0" fmla="*/ 13097 h 15253"/>
                        <a:gd name="connsiteX1" fmla="*/ 1897 w 13981"/>
                        <a:gd name="connsiteY1" fmla="*/ 12907 h 15253"/>
                        <a:gd name="connsiteX2" fmla="*/ 2183 w 13981"/>
                        <a:gd name="connsiteY2" fmla="*/ 2144 h 15253"/>
                        <a:gd name="connsiteX3" fmla="*/ 11994 w 13981"/>
                        <a:gd name="connsiteY3" fmla="*/ 2144 h 15253"/>
                        <a:gd name="connsiteX4" fmla="*/ 11898 w 13981"/>
                        <a:gd name="connsiteY4" fmla="*/ 13097 h 15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81" h="15253">
                          <a:moveTo>
                            <a:pt x="11898" y="13097"/>
                          </a:moveTo>
                          <a:cubicBezTo>
                            <a:pt x="9041" y="16050"/>
                            <a:pt x="4564" y="15955"/>
                            <a:pt x="1897" y="12907"/>
                          </a:cubicBezTo>
                          <a:cubicBezTo>
                            <a:pt x="-770" y="9859"/>
                            <a:pt x="-580" y="5001"/>
                            <a:pt x="2183" y="2144"/>
                          </a:cubicBezTo>
                          <a:cubicBezTo>
                            <a:pt x="5040" y="-619"/>
                            <a:pt x="9231" y="-809"/>
                            <a:pt x="11994" y="2144"/>
                          </a:cubicBezTo>
                          <a:cubicBezTo>
                            <a:pt x="14661" y="5096"/>
                            <a:pt x="14661" y="9954"/>
                            <a:pt x="11898" y="130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49" name="Forme libre : forme 12248">
                      <a:extLst>
                        <a:ext uri="{FF2B5EF4-FFF2-40B4-BE49-F238E27FC236}">
                          <a16:creationId xmlns:a16="http://schemas.microsoft.com/office/drawing/2014/main" id="{986D6D5B-7C5F-47BF-9D02-B790086CFF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6875" y="4127410"/>
                      <a:ext cx="5094" cy="5704"/>
                    </a:xfrm>
                    <a:custGeom>
                      <a:avLst/>
                      <a:gdLst>
                        <a:gd name="connsiteX0" fmla="*/ 3541 w 5094"/>
                        <a:gd name="connsiteY0" fmla="*/ 5615 h 5704"/>
                        <a:gd name="connsiteX1" fmla="*/ 207 w 5094"/>
                        <a:gd name="connsiteY1" fmla="*/ 3614 h 5704"/>
                        <a:gd name="connsiteX2" fmla="*/ 1541 w 5094"/>
                        <a:gd name="connsiteY2" fmla="*/ 90 h 5704"/>
                        <a:gd name="connsiteX3" fmla="*/ 4874 w 5094"/>
                        <a:gd name="connsiteY3" fmla="*/ 2090 h 5704"/>
                        <a:gd name="connsiteX4" fmla="*/ 3541 w 5094"/>
                        <a:gd name="connsiteY4" fmla="*/ 5615 h 57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94" h="5704">
                          <a:moveTo>
                            <a:pt x="3541" y="5615"/>
                          </a:moveTo>
                          <a:cubicBezTo>
                            <a:pt x="2207" y="5996"/>
                            <a:pt x="779" y="5138"/>
                            <a:pt x="207" y="3614"/>
                          </a:cubicBezTo>
                          <a:cubicBezTo>
                            <a:pt x="-365" y="2090"/>
                            <a:pt x="302" y="471"/>
                            <a:pt x="1541" y="90"/>
                          </a:cubicBezTo>
                          <a:cubicBezTo>
                            <a:pt x="2874" y="-291"/>
                            <a:pt x="4303" y="566"/>
                            <a:pt x="4874" y="2090"/>
                          </a:cubicBezTo>
                          <a:cubicBezTo>
                            <a:pt x="5446" y="3519"/>
                            <a:pt x="4874" y="5138"/>
                            <a:pt x="3541" y="56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250" name="Graphique 5">
                  <a:extLst>
                    <a:ext uri="{FF2B5EF4-FFF2-40B4-BE49-F238E27FC236}">
                      <a16:creationId xmlns:a16="http://schemas.microsoft.com/office/drawing/2014/main" id="{EC9CD9DA-1467-4860-9EBA-4422F1CD0260}"/>
                    </a:ext>
                  </a:extLst>
                </p:cNvPr>
                <p:cNvGrpSpPr/>
                <p:nvPr/>
              </p:nvGrpSpPr>
              <p:grpSpPr>
                <a:xfrm>
                  <a:off x="3519479" y="4159547"/>
                  <a:ext cx="54288" cy="100361"/>
                  <a:chOff x="3519479" y="4159547"/>
                  <a:chExt cx="54288" cy="100361"/>
                </a:xfrm>
                <a:solidFill>
                  <a:schemeClr val="accent1"/>
                </a:solidFill>
              </p:grpSpPr>
              <p:grpSp>
                <p:nvGrpSpPr>
                  <p:cNvPr id="12251" name="Graphique 5">
                    <a:extLst>
                      <a:ext uri="{FF2B5EF4-FFF2-40B4-BE49-F238E27FC236}">
                        <a16:creationId xmlns:a16="http://schemas.microsoft.com/office/drawing/2014/main" id="{A017B060-8973-4A6F-855B-3C73605AF1CF}"/>
                      </a:ext>
                    </a:extLst>
                  </p:cNvPr>
                  <p:cNvGrpSpPr/>
                  <p:nvPr/>
                </p:nvGrpSpPr>
                <p:grpSpPr>
                  <a:xfrm>
                    <a:off x="3540183" y="4159547"/>
                    <a:ext cx="33584" cy="34953"/>
                    <a:chOff x="3540183" y="4159547"/>
                    <a:chExt cx="33584" cy="34953"/>
                  </a:xfrm>
                  <a:solidFill>
                    <a:schemeClr val="accent1"/>
                  </a:solidFill>
                </p:grpSpPr>
                <p:sp>
                  <p:nvSpPr>
                    <p:cNvPr id="12252" name="Forme libre : forme 12251">
                      <a:extLst>
                        <a:ext uri="{FF2B5EF4-FFF2-40B4-BE49-F238E27FC236}">
                          <a16:creationId xmlns:a16="http://schemas.microsoft.com/office/drawing/2014/main" id="{EAAEDD40-CEB3-46D5-BBC3-2FE9F3BAE8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0222" y="4159547"/>
                      <a:ext cx="33545" cy="34953"/>
                    </a:xfrm>
                    <a:custGeom>
                      <a:avLst/>
                      <a:gdLst>
                        <a:gd name="connsiteX0" fmla="*/ 28107 w 33545"/>
                        <a:gd name="connsiteY0" fmla="*/ 31199 h 34953"/>
                        <a:gd name="connsiteX1" fmla="*/ 4104 w 33545"/>
                        <a:gd name="connsiteY1" fmla="*/ 28056 h 34953"/>
                        <a:gd name="connsiteX2" fmla="*/ 5533 w 33545"/>
                        <a:gd name="connsiteY2" fmla="*/ 3672 h 34953"/>
                        <a:gd name="connsiteX3" fmla="*/ 28964 w 33545"/>
                        <a:gd name="connsiteY3" fmla="*/ 6434 h 34953"/>
                        <a:gd name="connsiteX4" fmla="*/ 28107 w 33545"/>
                        <a:gd name="connsiteY4" fmla="*/ 31199 h 34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545" h="34953">
                          <a:moveTo>
                            <a:pt x="28107" y="31199"/>
                          </a:moveTo>
                          <a:cubicBezTo>
                            <a:pt x="21059" y="37295"/>
                            <a:pt x="10105" y="35771"/>
                            <a:pt x="4104" y="28056"/>
                          </a:cubicBezTo>
                          <a:cubicBezTo>
                            <a:pt x="-1897" y="20341"/>
                            <a:pt x="-1230" y="9292"/>
                            <a:pt x="5533" y="3672"/>
                          </a:cubicBezTo>
                          <a:cubicBezTo>
                            <a:pt x="12296" y="-1948"/>
                            <a:pt x="22487" y="-1186"/>
                            <a:pt x="28964" y="6434"/>
                          </a:cubicBezTo>
                          <a:cubicBezTo>
                            <a:pt x="35346" y="13864"/>
                            <a:pt x="35060" y="24913"/>
                            <a:pt x="28107" y="3119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53" name="Forme libre : forme 12252">
                      <a:extLst>
                        <a:ext uri="{FF2B5EF4-FFF2-40B4-BE49-F238E27FC236}">
                          <a16:creationId xmlns:a16="http://schemas.microsoft.com/office/drawing/2014/main" id="{4E728F8B-D521-408E-97DF-1A36D1E5A1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0183" y="4159790"/>
                      <a:ext cx="32717" cy="34710"/>
                    </a:xfrm>
                    <a:custGeom>
                      <a:avLst/>
                      <a:gdLst>
                        <a:gd name="connsiteX0" fmla="*/ 16620 w 32717"/>
                        <a:gd name="connsiteY0" fmla="*/ 17621 h 34710"/>
                        <a:gd name="connsiteX1" fmla="*/ 13096 w 32717"/>
                        <a:gd name="connsiteY1" fmla="*/ 0 h 34710"/>
                        <a:gd name="connsiteX2" fmla="*/ 5571 w 32717"/>
                        <a:gd name="connsiteY2" fmla="*/ 3429 h 34710"/>
                        <a:gd name="connsiteX3" fmla="*/ 4143 w 32717"/>
                        <a:gd name="connsiteY3" fmla="*/ 27813 h 34710"/>
                        <a:gd name="connsiteX4" fmla="*/ 28146 w 32717"/>
                        <a:gd name="connsiteY4" fmla="*/ 30956 h 34710"/>
                        <a:gd name="connsiteX5" fmla="*/ 32718 w 32717"/>
                        <a:gd name="connsiteY5" fmla="*/ 23717 h 34710"/>
                        <a:gd name="connsiteX6" fmla="*/ 16620 w 32717"/>
                        <a:gd name="connsiteY6" fmla="*/ 17621 h 34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717" h="34710">
                          <a:moveTo>
                            <a:pt x="16620" y="17621"/>
                          </a:moveTo>
                          <a:cubicBezTo>
                            <a:pt x="12334" y="12382"/>
                            <a:pt x="11477" y="5810"/>
                            <a:pt x="13096" y="0"/>
                          </a:cubicBezTo>
                          <a:cubicBezTo>
                            <a:pt x="10429" y="476"/>
                            <a:pt x="7762" y="1524"/>
                            <a:pt x="5571" y="3429"/>
                          </a:cubicBezTo>
                          <a:cubicBezTo>
                            <a:pt x="-1191" y="9144"/>
                            <a:pt x="-1954" y="20098"/>
                            <a:pt x="4143" y="27813"/>
                          </a:cubicBezTo>
                          <a:cubicBezTo>
                            <a:pt x="10143" y="35528"/>
                            <a:pt x="21002" y="37052"/>
                            <a:pt x="28146" y="30956"/>
                          </a:cubicBezTo>
                          <a:cubicBezTo>
                            <a:pt x="30336" y="28956"/>
                            <a:pt x="31860" y="26384"/>
                            <a:pt x="32718" y="23717"/>
                          </a:cubicBezTo>
                          <a:cubicBezTo>
                            <a:pt x="26907" y="24765"/>
                            <a:pt x="20811" y="22765"/>
                            <a:pt x="16620" y="176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54" name="Forme libre : forme 12253">
                      <a:extLst>
                        <a:ext uri="{FF2B5EF4-FFF2-40B4-BE49-F238E27FC236}">
                          <a16:creationId xmlns:a16="http://schemas.microsoft.com/office/drawing/2014/main" id="{CBD5D429-9186-484C-A55B-6975A9BFE1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6291" y="4172303"/>
                      <a:ext cx="14271" cy="16509"/>
                    </a:xfrm>
                    <a:custGeom>
                      <a:avLst/>
                      <a:gdLst>
                        <a:gd name="connsiteX0" fmla="*/ 13658 w 14271"/>
                        <a:gd name="connsiteY0" fmla="*/ 11204 h 16509"/>
                        <a:gd name="connsiteX1" fmla="*/ 4133 w 14271"/>
                        <a:gd name="connsiteY1" fmla="*/ 15871 h 16509"/>
                        <a:gd name="connsiteX2" fmla="*/ 704 w 14271"/>
                        <a:gd name="connsiteY2" fmla="*/ 5203 h 16509"/>
                        <a:gd name="connsiteX3" fmla="*/ 10038 w 14271"/>
                        <a:gd name="connsiteY3" fmla="*/ 536 h 16509"/>
                        <a:gd name="connsiteX4" fmla="*/ 13658 w 14271"/>
                        <a:gd name="connsiteY4" fmla="*/ 11204 h 165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71" h="16509">
                          <a:moveTo>
                            <a:pt x="13658" y="11204"/>
                          </a:moveTo>
                          <a:cubicBezTo>
                            <a:pt x="12038" y="15490"/>
                            <a:pt x="7752" y="17681"/>
                            <a:pt x="4133" y="15871"/>
                          </a:cubicBezTo>
                          <a:cubicBezTo>
                            <a:pt x="513" y="14061"/>
                            <a:pt x="-1011" y="9299"/>
                            <a:pt x="704" y="5203"/>
                          </a:cubicBezTo>
                          <a:cubicBezTo>
                            <a:pt x="2418" y="1108"/>
                            <a:pt x="6419" y="-1083"/>
                            <a:pt x="10038" y="536"/>
                          </a:cubicBezTo>
                          <a:cubicBezTo>
                            <a:pt x="13562" y="2155"/>
                            <a:pt x="15277" y="6918"/>
                            <a:pt x="13658" y="1120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55" name="Forme libre : forme 12254">
                      <a:extLst>
                        <a:ext uri="{FF2B5EF4-FFF2-40B4-BE49-F238E27FC236}">
                          <a16:creationId xmlns:a16="http://schemas.microsoft.com/office/drawing/2014/main" id="{84DEA221-01AE-4405-BCCB-ABB2DCFA15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0541" y="4170444"/>
                      <a:ext cx="5480" cy="5837"/>
                    </a:xfrm>
                    <a:custGeom>
                      <a:avLst/>
                      <a:gdLst>
                        <a:gd name="connsiteX0" fmla="*/ 4645 w 5480"/>
                        <a:gd name="connsiteY0" fmla="*/ 5157 h 5837"/>
                        <a:gd name="connsiteX1" fmla="*/ 740 w 5480"/>
                        <a:gd name="connsiteY1" fmla="*/ 4776 h 5837"/>
                        <a:gd name="connsiteX2" fmla="*/ 835 w 5480"/>
                        <a:gd name="connsiteY2" fmla="*/ 680 h 5837"/>
                        <a:gd name="connsiteX3" fmla="*/ 4740 w 5480"/>
                        <a:gd name="connsiteY3" fmla="*/ 1061 h 5837"/>
                        <a:gd name="connsiteX4" fmla="*/ 4645 w 5480"/>
                        <a:gd name="connsiteY4" fmla="*/ 5157 h 5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80" h="5837">
                          <a:moveTo>
                            <a:pt x="4645" y="5157"/>
                          </a:moveTo>
                          <a:cubicBezTo>
                            <a:pt x="3502" y="6205"/>
                            <a:pt x="1788" y="6014"/>
                            <a:pt x="740" y="4776"/>
                          </a:cubicBezTo>
                          <a:cubicBezTo>
                            <a:pt x="-308" y="3538"/>
                            <a:pt x="-213" y="1728"/>
                            <a:pt x="835" y="680"/>
                          </a:cubicBezTo>
                          <a:cubicBezTo>
                            <a:pt x="1978" y="-368"/>
                            <a:pt x="3693" y="-177"/>
                            <a:pt x="4740" y="1061"/>
                          </a:cubicBezTo>
                          <a:cubicBezTo>
                            <a:pt x="5788" y="2299"/>
                            <a:pt x="5693" y="4109"/>
                            <a:pt x="4645" y="515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256" name="Graphique 5">
                    <a:extLst>
                      <a:ext uri="{FF2B5EF4-FFF2-40B4-BE49-F238E27FC236}">
                        <a16:creationId xmlns:a16="http://schemas.microsoft.com/office/drawing/2014/main" id="{EF924ECF-E01A-419F-9BAC-A9815A6F9C0F}"/>
                      </a:ext>
                    </a:extLst>
                  </p:cNvPr>
                  <p:cNvGrpSpPr/>
                  <p:nvPr/>
                </p:nvGrpSpPr>
                <p:grpSpPr>
                  <a:xfrm>
                    <a:off x="3525285" y="4190001"/>
                    <a:ext cx="34225" cy="35441"/>
                    <a:chOff x="3525285" y="4190001"/>
                    <a:chExt cx="34225" cy="35441"/>
                  </a:xfrm>
                  <a:solidFill>
                    <a:schemeClr val="accent1"/>
                  </a:solidFill>
                </p:grpSpPr>
                <p:sp>
                  <p:nvSpPr>
                    <p:cNvPr id="12257" name="Forme libre : forme 12256">
                      <a:extLst>
                        <a:ext uri="{FF2B5EF4-FFF2-40B4-BE49-F238E27FC236}">
                          <a16:creationId xmlns:a16="http://schemas.microsoft.com/office/drawing/2014/main" id="{65A83B4B-3D9A-4CE5-B676-D4A2F2421E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5381" y="4190001"/>
                      <a:ext cx="34130" cy="35441"/>
                    </a:xfrm>
                    <a:custGeom>
                      <a:avLst/>
                      <a:gdLst>
                        <a:gd name="connsiteX0" fmla="*/ 27899 w 34130"/>
                        <a:gd name="connsiteY0" fmla="*/ 31701 h 35441"/>
                        <a:gd name="connsiteX1" fmla="*/ 3610 w 34130"/>
                        <a:gd name="connsiteY1" fmla="*/ 28177 h 35441"/>
                        <a:gd name="connsiteX2" fmla="*/ 6277 w 34130"/>
                        <a:gd name="connsiteY2" fmla="*/ 3602 h 35441"/>
                        <a:gd name="connsiteX3" fmla="*/ 30089 w 34130"/>
                        <a:gd name="connsiteY3" fmla="*/ 6936 h 35441"/>
                        <a:gd name="connsiteX4" fmla="*/ 27899 w 34130"/>
                        <a:gd name="connsiteY4" fmla="*/ 31701 h 35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130" h="35441">
                          <a:moveTo>
                            <a:pt x="27899" y="31701"/>
                          </a:moveTo>
                          <a:cubicBezTo>
                            <a:pt x="20469" y="37892"/>
                            <a:pt x="9515" y="36178"/>
                            <a:pt x="3610" y="28177"/>
                          </a:cubicBezTo>
                          <a:cubicBezTo>
                            <a:pt x="-2200" y="20176"/>
                            <a:pt x="-771" y="9508"/>
                            <a:pt x="6277" y="3602"/>
                          </a:cubicBezTo>
                          <a:cubicBezTo>
                            <a:pt x="13326" y="-2303"/>
                            <a:pt x="23898" y="-779"/>
                            <a:pt x="30089" y="6936"/>
                          </a:cubicBezTo>
                          <a:cubicBezTo>
                            <a:pt x="36186" y="14556"/>
                            <a:pt x="35328" y="25605"/>
                            <a:pt x="27899" y="3170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58" name="Forme libre : forme 12257">
                      <a:extLst>
                        <a:ext uri="{FF2B5EF4-FFF2-40B4-BE49-F238E27FC236}">
                          <a16:creationId xmlns:a16="http://schemas.microsoft.com/office/drawing/2014/main" id="{23BD6A0B-7D03-402C-9E67-33EBF1D49A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5285" y="4190174"/>
                      <a:ext cx="32947" cy="35213"/>
                    </a:xfrm>
                    <a:custGeom>
                      <a:avLst/>
                      <a:gdLst>
                        <a:gd name="connsiteX0" fmla="*/ 16850 w 32947"/>
                        <a:gd name="connsiteY0" fmla="*/ 17812 h 35213"/>
                        <a:gd name="connsiteX1" fmla="*/ 14087 w 32947"/>
                        <a:gd name="connsiteY1" fmla="*/ 0 h 35213"/>
                        <a:gd name="connsiteX2" fmla="*/ 6277 w 32947"/>
                        <a:gd name="connsiteY2" fmla="*/ 3334 h 35213"/>
                        <a:gd name="connsiteX3" fmla="*/ 3610 w 32947"/>
                        <a:gd name="connsiteY3" fmla="*/ 27908 h 35213"/>
                        <a:gd name="connsiteX4" fmla="*/ 27899 w 32947"/>
                        <a:gd name="connsiteY4" fmla="*/ 31433 h 35213"/>
                        <a:gd name="connsiteX5" fmla="*/ 32947 w 32947"/>
                        <a:gd name="connsiteY5" fmla="*/ 24384 h 35213"/>
                        <a:gd name="connsiteX6" fmla="*/ 16850 w 32947"/>
                        <a:gd name="connsiteY6" fmla="*/ 17812 h 35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947" h="35213">
                          <a:moveTo>
                            <a:pt x="16850" y="17812"/>
                          </a:moveTo>
                          <a:cubicBezTo>
                            <a:pt x="12754" y="12478"/>
                            <a:pt x="12087" y="5715"/>
                            <a:pt x="14087" y="0"/>
                          </a:cubicBezTo>
                          <a:cubicBezTo>
                            <a:pt x="11325" y="381"/>
                            <a:pt x="8563" y="1429"/>
                            <a:pt x="6277" y="3334"/>
                          </a:cubicBezTo>
                          <a:cubicBezTo>
                            <a:pt x="-772" y="9239"/>
                            <a:pt x="-2200" y="19812"/>
                            <a:pt x="3610" y="27908"/>
                          </a:cubicBezTo>
                          <a:cubicBezTo>
                            <a:pt x="9420" y="35909"/>
                            <a:pt x="20469" y="37719"/>
                            <a:pt x="27899" y="31433"/>
                          </a:cubicBezTo>
                          <a:cubicBezTo>
                            <a:pt x="30280" y="29528"/>
                            <a:pt x="31899" y="27051"/>
                            <a:pt x="32947" y="24384"/>
                          </a:cubicBezTo>
                          <a:cubicBezTo>
                            <a:pt x="27042" y="25337"/>
                            <a:pt x="20850" y="23051"/>
                            <a:pt x="16850" y="17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59" name="Forme libre : forme 12258">
                      <a:extLst>
                        <a:ext uri="{FF2B5EF4-FFF2-40B4-BE49-F238E27FC236}">
                          <a16:creationId xmlns:a16="http://schemas.microsoft.com/office/drawing/2014/main" id="{8A7CD0C7-CA87-4B4D-875D-97F2D09B24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1459" y="4202936"/>
                      <a:ext cx="14647" cy="16657"/>
                    </a:xfrm>
                    <a:custGeom>
                      <a:avLst/>
                      <a:gdLst>
                        <a:gd name="connsiteX0" fmla="*/ 13820 w 14647"/>
                        <a:gd name="connsiteY0" fmla="*/ 11527 h 16657"/>
                        <a:gd name="connsiteX1" fmla="*/ 3914 w 14647"/>
                        <a:gd name="connsiteY1" fmla="*/ 16004 h 16657"/>
                        <a:gd name="connsiteX2" fmla="*/ 866 w 14647"/>
                        <a:gd name="connsiteY2" fmla="*/ 5050 h 16657"/>
                        <a:gd name="connsiteX3" fmla="*/ 10677 w 14647"/>
                        <a:gd name="connsiteY3" fmla="*/ 668 h 16657"/>
                        <a:gd name="connsiteX4" fmla="*/ 13820 w 14647"/>
                        <a:gd name="connsiteY4" fmla="*/ 11527 h 166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47" h="16657">
                          <a:moveTo>
                            <a:pt x="13820" y="11527"/>
                          </a:moveTo>
                          <a:cubicBezTo>
                            <a:pt x="11915" y="15718"/>
                            <a:pt x="7439" y="17813"/>
                            <a:pt x="3914" y="16004"/>
                          </a:cubicBezTo>
                          <a:cubicBezTo>
                            <a:pt x="295" y="14194"/>
                            <a:pt x="-1039" y="9336"/>
                            <a:pt x="866" y="5050"/>
                          </a:cubicBezTo>
                          <a:cubicBezTo>
                            <a:pt x="2676" y="859"/>
                            <a:pt x="7058" y="-1142"/>
                            <a:pt x="10677" y="668"/>
                          </a:cubicBezTo>
                          <a:cubicBezTo>
                            <a:pt x="14202" y="2478"/>
                            <a:pt x="15726" y="7336"/>
                            <a:pt x="13820" y="1152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60" name="Forme libre : forme 12259">
                      <a:extLst>
                        <a:ext uri="{FF2B5EF4-FFF2-40B4-BE49-F238E27FC236}">
                          <a16:creationId xmlns:a16="http://schemas.microsoft.com/office/drawing/2014/main" id="{CB0D57D2-D810-4237-92E5-850FD444CA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6162" y="4201295"/>
                      <a:ext cx="5647" cy="5769"/>
                    </a:xfrm>
                    <a:custGeom>
                      <a:avLst/>
                      <a:gdLst>
                        <a:gd name="connsiteX0" fmla="*/ 4641 w 5647"/>
                        <a:gd name="connsiteY0" fmla="*/ 5167 h 5769"/>
                        <a:gd name="connsiteX1" fmla="*/ 641 w 5647"/>
                        <a:gd name="connsiteY1" fmla="*/ 4691 h 5769"/>
                        <a:gd name="connsiteX2" fmla="*/ 1022 w 5647"/>
                        <a:gd name="connsiteY2" fmla="*/ 595 h 5769"/>
                        <a:gd name="connsiteX3" fmla="*/ 4927 w 5647"/>
                        <a:gd name="connsiteY3" fmla="*/ 1167 h 5769"/>
                        <a:gd name="connsiteX4" fmla="*/ 4641 w 5647"/>
                        <a:gd name="connsiteY4" fmla="*/ 5167 h 5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7" h="5769">
                          <a:moveTo>
                            <a:pt x="4641" y="5167"/>
                          </a:moveTo>
                          <a:cubicBezTo>
                            <a:pt x="3403" y="6120"/>
                            <a:pt x="1689" y="5929"/>
                            <a:pt x="641" y="4691"/>
                          </a:cubicBezTo>
                          <a:cubicBezTo>
                            <a:pt x="-312" y="3453"/>
                            <a:pt x="-217" y="1548"/>
                            <a:pt x="1022" y="595"/>
                          </a:cubicBezTo>
                          <a:cubicBezTo>
                            <a:pt x="2165" y="-357"/>
                            <a:pt x="3974" y="-167"/>
                            <a:pt x="4927" y="1167"/>
                          </a:cubicBezTo>
                          <a:cubicBezTo>
                            <a:pt x="5975" y="2310"/>
                            <a:pt x="5880" y="4120"/>
                            <a:pt x="4641" y="51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261" name="Graphique 5">
                    <a:extLst>
                      <a:ext uri="{FF2B5EF4-FFF2-40B4-BE49-F238E27FC236}">
                        <a16:creationId xmlns:a16="http://schemas.microsoft.com/office/drawing/2014/main" id="{C42A8F2F-9EF0-4138-8A87-6456A0E93C08}"/>
                      </a:ext>
                    </a:extLst>
                  </p:cNvPr>
                  <p:cNvGrpSpPr/>
                  <p:nvPr/>
                </p:nvGrpSpPr>
                <p:grpSpPr>
                  <a:xfrm>
                    <a:off x="3519479" y="4224516"/>
                    <a:ext cx="35214" cy="35391"/>
                    <a:chOff x="3519479" y="4224516"/>
                    <a:chExt cx="35214" cy="35391"/>
                  </a:xfrm>
                  <a:solidFill>
                    <a:schemeClr val="accent1"/>
                  </a:solidFill>
                </p:grpSpPr>
                <p:sp>
                  <p:nvSpPr>
                    <p:cNvPr id="12262" name="Forme libre : forme 12261">
                      <a:extLst>
                        <a:ext uri="{FF2B5EF4-FFF2-40B4-BE49-F238E27FC236}">
                          <a16:creationId xmlns:a16="http://schemas.microsoft.com/office/drawing/2014/main" id="{C91B6956-891D-4494-A0F3-A975ED9E3A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9479" y="4224516"/>
                      <a:ext cx="35214" cy="35391"/>
                    </a:xfrm>
                    <a:custGeom>
                      <a:avLst/>
                      <a:gdLst>
                        <a:gd name="connsiteX0" fmla="*/ 28181 w 35214"/>
                        <a:gd name="connsiteY0" fmla="*/ 31952 h 35391"/>
                        <a:gd name="connsiteX1" fmla="*/ 3321 w 35214"/>
                        <a:gd name="connsiteY1" fmla="*/ 28047 h 35391"/>
                        <a:gd name="connsiteX2" fmla="*/ 6940 w 35214"/>
                        <a:gd name="connsiteY2" fmla="*/ 3282 h 35391"/>
                        <a:gd name="connsiteX3" fmla="*/ 31420 w 35214"/>
                        <a:gd name="connsiteY3" fmla="*/ 7092 h 35391"/>
                        <a:gd name="connsiteX4" fmla="*/ 28181 w 35214"/>
                        <a:gd name="connsiteY4" fmla="*/ 31952 h 35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14" h="35391">
                          <a:moveTo>
                            <a:pt x="28181" y="31952"/>
                          </a:moveTo>
                          <a:cubicBezTo>
                            <a:pt x="20180" y="37762"/>
                            <a:pt x="8941" y="36048"/>
                            <a:pt x="3321" y="28047"/>
                          </a:cubicBezTo>
                          <a:cubicBezTo>
                            <a:pt x="-2299" y="20046"/>
                            <a:pt x="-584" y="8901"/>
                            <a:pt x="6940" y="3282"/>
                          </a:cubicBezTo>
                          <a:cubicBezTo>
                            <a:pt x="14560" y="-2338"/>
                            <a:pt x="25419" y="-528"/>
                            <a:pt x="31420" y="7092"/>
                          </a:cubicBezTo>
                          <a:cubicBezTo>
                            <a:pt x="37420" y="14712"/>
                            <a:pt x="36277" y="26237"/>
                            <a:pt x="28181" y="3195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63" name="Forme libre : forme 12262">
                      <a:extLst>
                        <a:ext uri="{FF2B5EF4-FFF2-40B4-BE49-F238E27FC236}">
                          <a16:creationId xmlns:a16="http://schemas.microsoft.com/office/drawing/2014/main" id="{B75E6066-CB49-43D8-ACC5-9EFF63D690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9505" y="4224655"/>
                      <a:ext cx="33774" cy="35253"/>
                    </a:xfrm>
                    <a:custGeom>
                      <a:avLst/>
                      <a:gdLst>
                        <a:gd name="connsiteX0" fmla="*/ 17296 w 33774"/>
                        <a:gd name="connsiteY0" fmla="*/ 17812 h 35253"/>
                        <a:gd name="connsiteX1" fmla="*/ 15296 w 33774"/>
                        <a:gd name="connsiteY1" fmla="*/ 0 h 35253"/>
                        <a:gd name="connsiteX2" fmla="*/ 7009 w 33774"/>
                        <a:gd name="connsiteY2" fmla="*/ 3143 h 35253"/>
                        <a:gd name="connsiteX3" fmla="*/ 3389 w 33774"/>
                        <a:gd name="connsiteY3" fmla="*/ 27908 h 35253"/>
                        <a:gd name="connsiteX4" fmla="*/ 28250 w 33774"/>
                        <a:gd name="connsiteY4" fmla="*/ 31813 h 35253"/>
                        <a:gd name="connsiteX5" fmla="*/ 33774 w 33774"/>
                        <a:gd name="connsiteY5" fmla="*/ 24955 h 35253"/>
                        <a:gd name="connsiteX6" fmla="*/ 17296 w 33774"/>
                        <a:gd name="connsiteY6" fmla="*/ 17812 h 35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774" h="35253">
                          <a:moveTo>
                            <a:pt x="17296" y="17812"/>
                          </a:moveTo>
                          <a:cubicBezTo>
                            <a:pt x="13295" y="12382"/>
                            <a:pt x="12819" y="5524"/>
                            <a:pt x="15296" y="0"/>
                          </a:cubicBezTo>
                          <a:cubicBezTo>
                            <a:pt x="12343" y="286"/>
                            <a:pt x="9485" y="1238"/>
                            <a:pt x="7009" y="3143"/>
                          </a:cubicBezTo>
                          <a:cubicBezTo>
                            <a:pt x="-611" y="8763"/>
                            <a:pt x="-2326" y="19907"/>
                            <a:pt x="3389" y="27908"/>
                          </a:cubicBezTo>
                          <a:cubicBezTo>
                            <a:pt x="9009" y="35909"/>
                            <a:pt x="20249" y="37624"/>
                            <a:pt x="28250" y="31813"/>
                          </a:cubicBezTo>
                          <a:cubicBezTo>
                            <a:pt x="30822" y="30004"/>
                            <a:pt x="32631" y="27527"/>
                            <a:pt x="33774" y="24955"/>
                          </a:cubicBezTo>
                          <a:cubicBezTo>
                            <a:pt x="27583" y="25622"/>
                            <a:pt x="21201" y="23146"/>
                            <a:pt x="17296" y="17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64" name="Forme libre : forme 12263">
                      <a:extLst>
                        <a:ext uri="{FF2B5EF4-FFF2-40B4-BE49-F238E27FC236}">
                          <a16:creationId xmlns:a16="http://schemas.microsoft.com/office/drawing/2014/main" id="{9AADA595-4418-4F4B-8F68-402E0C6270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5810" y="4237614"/>
                      <a:ext cx="15322" cy="16563"/>
                    </a:xfrm>
                    <a:custGeom>
                      <a:avLst/>
                      <a:gdLst>
                        <a:gd name="connsiteX0" fmla="*/ 14326 w 15322"/>
                        <a:gd name="connsiteY0" fmla="*/ 11711 h 16563"/>
                        <a:gd name="connsiteX1" fmla="*/ 3754 w 15322"/>
                        <a:gd name="connsiteY1" fmla="*/ 15806 h 16563"/>
                        <a:gd name="connsiteX2" fmla="*/ 1087 w 15322"/>
                        <a:gd name="connsiteY2" fmla="*/ 4853 h 16563"/>
                        <a:gd name="connsiteX3" fmla="*/ 11469 w 15322"/>
                        <a:gd name="connsiteY3" fmla="*/ 757 h 16563"/>
                        <a:gd name="connsiteX4" fmla="*/ 14326 w 15322"/>
                        <a:gd name="connsiteY4" fmla="*/ 11711 h 16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22" h="16563">
                          <a:moveTo>
                            <a:pt x="14326" y="11711"/>
                          </a:moveTo>
                          <a:cubicBezTo>
                            <a:pt x="12231" y="15902"/>
                            <a:pt x="7468" y="17711"/>
                            <a:pt x="3754" y="15806"/>
                          </a:cubicBezTo>
                          <a:cubicBezTo>
                            <a:pt x="134" y="13901"/>
                            <a:pt x="-1104" y="8948"/>
                            <a:pt x="1087" y="4853"/>
                          </a:cubicBezTo>
                          <a:cubicBezTo>
                            <a:pt x="3182" y="662"/>
                            <a:pt x="7849" y="-1148"/>
                            <a:pt x="11469" y="757"/>
                          </a:cubicBezTo>
                          <a:cubicBezTo>
                            <a:pt x="15088" y="2566"/>
                            <a:pt x="16422" y="7520"/>
                            <a:pt x="14326" y="1171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65" name="Forme libre : forme 12264">
                      <a:extLst>
                        <a:ext uri="{FF2B5EF4-FFF2-40B4-BE49-F238E27FC236}">
                          <a16:creationId xmlns:a16="http://schemas.microsoft.com/office/drawing/2014/main" id="{628ACC03-AAF5-4504-9536-4F6C6E3ED7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1159" y="4235810"/>
                      <a:ext cx="5829" cy="5884"/>
                    </a:xfrm>
                    <a:custGeom>
                      <a:avLst/>
                      <a:gdLst>
                        <a:gd name="connsiteX0" fmla="*/ 4691 w 5829"/>
                        <a:gd name="connsiteY0" fmla="*/ 5323 h 5884"/>
                        <a:gd name="connsiteX1" fmla="*/ 595 w 5829"/>
                        <a:gd name="connsiteY1" fmla="*/ 4657 h 5884"/>
                        <a:gd name="connsiteX2" fmla="*/ 1167 w 5829"/>
                        <a:gd name="connsiteY2" fmla="*/ 561 h 5884"/>
                        <a:gd name="connsiteX3" fmla="*/ 5263 w 5829"/>
                        <a:gd name="connsiteY3" fmla="*/ 1228 h 5884"/>
                        <a:gd name="connsiteX4" fmla="*/ 4691 w 5829"/>
                        <a:gd name="connsiteY4" fmla="*/ 5323 h 5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9" h="5884">
                          <a:moveTo>
                            <a:pt x="4691" y="5323"/>
                          </a:moveTo>
                          <a:cubicBezTo>
                            <a:pt x="3453" y="6276"/>
                            <a:pt x="1548" y="5990"/>
                            <a:pt x="595" y="4657"/>
                          </a:cubicBezTo>
                          <a:cubicBezTo>
                            <a:pt x="-357" y="3323"/>
                            <a:pt x="-167" y="1513"/>
                            <a:pt x="1167" y="561"/>
                          </a:cubicBezTo>
                          <a:cubicBezTo>
                            <a:pt x="2405" y="-392"/>
                            <a:pt x="4310" y="-106"/>
                            <a:pt x="5263" y="1228"/>
                          </a:cubicBezTo>
                          <a:cubicBezTo>
                            <a:pt x="6215" y="2561"/>
                            <a:pt x="5929" y="4371"/>
                            <a:pt x="4691" y="53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266" name="Graphique 5">
                  <a:extLst>
                    <a:ext uri="{FF2B5EF4-FFF2-40B4-BE49-F238E27FC236}">
                      <a16:creationId xmlns:a16="http://schemas.microsoft.com/office/drawing/2014/main" id="{EAB35BE3-17A0-4CD5-9A9B-4B3558487E43}"/>
                    </a:ext>
                  </a:extLst>
                </p:cNvPr>
                <p:cNvGrpSpPr/>
                <p:nvPr/>
              </p:nvGrpSpPr>
              <p:grpSpPr>
                <a:xfrm>
                  <a:off x="3603699" y="4236704"/>
                  <a:ext cx="60912" cy="105703"/>
                  <a:chOff x="3603699" y="4236704"/>
                  <a:chExt cx="60912" cy="105703"/>
                </a:xfrm>
                <a:solidFill>
                  <a:schemeClr val="accent1"/>
                </a:solidFill>
              </p:grpSpPr>
              <p:grpSp>
                <p:nvGrpSpPr>
                  <p:cNvPr id="12267" name="Graphique 5">
                    <a:extLst>
                      <a:ext uri="{FF2B5EF4-FFF2-40B4-BE49-F238E27FC236}">
                        <a16:creationId xmlns:a16="http://schemas.microsoft.com/office/drawing/2014/main" id="{9870B59D-EA71-4942-A301-CA2ADDFDCB0A}"/>
                      </a:ext>
                    </a:extLst>
                  </p:cNvPr>
                  <p:cNvGrpSpPr/>
                  <p:nvPr/>
                </p:nvGrpSpPr>
                <p:grpSpPr>
                  <a:xfrm>
                    <a:off x="3627307" y="4236704"/>
                    <a:ext cx="37305" cy="36164"/>
                    <a:chOff x="3627307" y="4236704"/>
                    <a:chExt cx="37305" cy="36164"/>
                  </a:xfrm>
                  <a:solidFill>
                    <a:schemeClr val="accent1"/>
                  </a:solidFill>
                </p:grpSpPr>
                <p:sp>
                  <p:nvSpPr>
                    <p:cNvPr id="12268" name="Forme libre : forme 12267">
                      <a:extLst>
                        <a:ext uri="{FF2B5EF4-FFF2-40B4-BE49-F238E27FC236}">
                          <a16:creationId xmlns:a16="http://schemas.microsoft.com/office/drawing/2014/main" id="{2A63021B-F44B-43A2-88B6-B57FA06375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7307" y="4236704"/>
                      <a:ext cx="37305" cy="36127"/>
                    </a:xfrm>
                    <a:custGeom>
                      <a:avLst/>
                      <a:gdLst>
                        <a:gd name="connsiteX0" fmla="*/ 31129 w 37305"/>
                        <a:gd name="connsiteY0" fmla="*/ 31004 h 36127"/>
                        <a:gd name="connsiteX1" fmla="*/ 4459 w 37305"/>
                        <a:gd name="connsiteY1" fmla="*/ 30528 h 36127"/>
                        <a:gd name="connsiteX2" fmla="*/ 6364 w 37305"/>
                        <a:gd name="connsiteY2" fmla="*/ 5096 h 36127"/>
                        <a:gd name="connsiteX3" fmla="*/ 32367 w 37305"/>
                        <a:gd name="connsiteY3" fmla="*/ 5192 h 36127"/>
                        <a:gd name="connsiteX4" fmla="*/ 31129 w 37305"/>
                        <a:gd name="connsiteY4" fmla="*/ 31004 h 36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305" h="36127">
                          <a:moveTo>
                            <a:pt x="31129" y="31004"/>
                          </a:moveTo>
                          <a:cubicBezTo>
                            <a:pt x="23223" y="38053"/>
                            <a:pt x="11126" y="37767"/>
                            <a:pt x="4459" y="30528"/>
                          </a:cubicBezTo>
                          <a:cubicBezTo>
                            <a:pt x="-2209" y="23194"/>
                            <a:pt x="-1256" y="11764"/>
                            <a:pt x="6364" y="5096"/>
                          </a:cubicBezTo>
                          <a:cubicBezTo>
                            <a:pt x="13984" y="-1571"/>
                            <a:pt x="25319" y="-1857"/>
                            <a:pt x="32367" y="5192"/>
                          </a:cubicBezTo>
                          <a:cubicBezTo>
                            <a:pt x="39416" y="12145"/>
                            <a:pt x="38844" y="23670"/>
                            <a:pt x="31129" y="3100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69" name="Forme libre : forme 12268">
                      <a:extLst>
                        <a:ext uri="{FF2B5EF4-FFF2-40B4-BE49-F238E27FC236}">
                          <a16:creationId xmlns:a16="http://schemas.microsoft.com/office/drawing/2014/main" id="{939AA17E-997B-4FB7-9F1B-86262AE2B2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7307" y="4237418"/>
                      <a:ext cx="36272" cy="35449"/>
                    </a:xfrm>
                    <a:custGeom>
                      <a:avLst/>
                      <a:gdLst>
                        <a:gd name="connsiteX0" fmla="*/ 18461 w 36272"/>
                        <a:gd name="connsiteY0" fmla="*/ 17812 h 35449"/>
                        <a:gd name="connsiteX1" fmla="*/ 14841 w 36272"/>
                        <a:gd name="connsiteY1" fmla="*/ 0 h 35449"/>
                        <a:gd name="connsiteX2" fmla="*/ 6364 w 36272"/>
                        <a:gd name="connsiteY2" fmla="*/ 4381 h 35449"/>
                        <a:gd name="connsiteX3" fmla="*/ 4459 w 36272"/>
                        <a:gd name="connsiteY3" fmla="*/ 29813 h 35449"/>
                        <a:gd name="connsiteX4" fmla="*/ 31129 w 36272"/>
                        <a:gd name="connsiteY4" fmla="*/ 30289 h 35449"/>
                        <a:gd name="connsiteX5" fmla="*/ 36272 w 36272"/>
                        <a:gd name="connsiteY5" fmla="*/ 22288 h 35449"/>
                        <a:gd name="connsiteX6" fmla="*/ 18461 w 36272"/>
                        <a:gd name="connsiteY6" fmla="*/ 17812 h 35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272" h="35449">
                          <a:moveTo>
                            <a:pt x="18461" y="17812"/>
                          </a:moveTo>
                          <a:cubicBezTo>
                            <a:pt x="13793" y="12859"/>
                            <a:pt x="12841" y="6191"/>
                            <a:pt x="14841" y="0"/>
                          </a:cubicBezTo>
                          <a:cubicBezTo>
                            <a:pt x="11888" y="857"/>
                            <a:pt x="8936" y="2191"/>
                            <a:pt x="6364" y="4381"/>
                          </a:cubicBezTo>
                          <a:cubicBezTo>
                            <a:pt x="-1256" y="11049"/>
                            <a:pt x="-2209" y="22479"/>
                            <a:pt x="4459" y="29813"/>
                          </a:cubicBezTo>
                          <a:cubicBezTo>
                            <a:pt x="11031" y="37052"/>
                            <a:pt x="23128" y="37433"/>
                            <a:pt x="31129" y="30289"/>
                          </a:cubicBezTo>
                          <a:cubicBezTo>
                            <a:pt x="33605" y="28004"/>
                            <a:pt x="35225" y="25146"/>
                            <a:pt x="36272" y="22288"/>
                          </a:cubicBezTo>
                          <a:cubicBezTo>
                            <a:pt x="29891" y="24098"/>
                            <a:pt x="23128" y="22670"/>
                            <a:pt x="18461" y="17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70" name="Forme libre : forme 12269">
                      <a:extLst>
                        <a:ext uri="{FF2B5EF4-FFF2-40B4-BE49-F238E27FC236}">
                          <a16:creationId xmlns:a16="http://schemas.microsoft.com/office/drawing/2014/main" id="{DC5C1F4D-10AE-4DC2-8870-4564D4586A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5066" y="4248988"/>
                      <a:ext cx="15939" cy="17295"/>
                    </a:xfrm>
                    <a:custGeom>
                      <a:avLst/>
                      <a:gdLst>
                        <a:gd name="connsiteX0" fmla="*/ 15179 w 15939"/>
                        <a:gd name="connsiteY0" fmla="*/ 11005 h 17295"/>
                        <a:gd name="connsiteX1" fmla="*/ 4511 w 15939"/>
                        <a:gd name="connsiteY1" fmla="*/ 16910 h 17295"/>
                        <a:gd name="connsiteX2" fmla="*/ 797 w 15939"/>
                        <a:gd name="connsiteY2" fmla="*/ 6242 h 17295"/>
                        <a:gd name="connsiteX3" fmla="*/ 11274 w 15939"/>
                        <a:gd name="connsiteY3" fmla="*/ 337 h 17295"/>
                        <a:gd name="connsiteX4" fmla="*/ 15179 w 15939"/>
                        <a:gd name="connsiteY4" fmla="*/ 11005 h 17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39" h="17295">
                          <a:moveTo>
                            <a:pt x="15179" y="11005"/>
                          </a:moveTo>
                          <a:cubicBezTo>
                            <a:pt x="13369" y="15672"/>
                            <a:pt x="8607" y="18339"/>
                            <a:pt x="4511" y="16910"/>
                          </a:cubicBezTo>
                          <a:cubicBezTo>
                            <a:pt x="511" y="15481"/>
                            <a:pt x="-1109" y="10719"/>
                            <a:pt x="797" y="6242"/>
                          </a:cubicBezTo>
                          <a:cubicBezTo>
                            <a:pt x="2701" y="1765"/>
                            <a:pt x="7273" y="-997"/>
                            <a:pt x="11274" y="337"/>
                          </a:cubicBezTo>
                          <a:cubicBezTo>
                            <a:pt x="15274" y="1575"/>
                            <a:pt x="17084" y="6338"/>
                            <a:pt x="15179" y="1100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71" name="Forme libre : forme 12270">
                      <a:extLst>
                        <a:ext uri="{FF2B5EF4-FFF2-40B4-BE49-F238E27FC236}">
                          <a16:creationId xmlns:a16="http://schemas.microsoft.com/office/drawing/2014/main" id="{D008826B-9F76-4718-8A69-83D30741F9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0015" y="4247275"/>
                      <a:ext cx="6078" cy="6003"/>
                    </a:xfrm>
                    <a:custGeom>
                      <a:avLst/>
                      <a:gdLst>
                        <a:gd name="connsiteX0" fmla="*/ 5087 w 6078"/>
                        <a:gd name="connsiteY0" fmla="*/ 5097 h 6003"/>
                        <a:gd name="connsiteX1" fmla="*/ 801 w 6078"/>
                        <a:gd name="connsiteY1" fmla="*/ 5193 h 6003"/>
                        <a:gd name="connsiteX2" fmla="*/ 991 w 6078"/>
                        <a:gd name="connsiteY2" fmla="*/ 906 h 6003"/>
                        <a:gd name="connsiteX3" fmla="*/ 5278 w 6078"/>
                        <a:gd name="connsiteY3" fmla="*/ 811 h 6003"/>
                        <a:gd name="connsiteX4" fmla="*/ 5087 w 6078"/>
                        <a:gd name="connsiteY4" fmla="*/ 5097 h 6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8" h="6003">
                          <a:moveTo>
                            <a:pt x="5087" y="5097"/>
                          </a:moveTo>
                          <a:cubicBezTo>
                            <a:pt x="3849" y="6240"/>
                            <a:pt x="1944" y="6336"/>
                            <a:pt x="801" y="5193"/>
                          </a:cubicBezTo>
                          <a:cubicBezTo>
                            <a:pt x="-342" y="4050"/>
                            <a:pt x="-247" y="2144"/>
                            <a:pt x="991" y="906"/>
                          </a:cubicBezTo>
                          <a:cubicBezTo>
                            <a:pt x="2230" y="-237"/>
                            <a:pt x="4135" y="-332"/>
                            <a:pt x="5278" y="811"/>
                          </a:cubicBezTo>
                          <a:cubicBezTo>
                            <a:pt x="6421" y="2049"/>
                            <a:pt x="6325" y="3954"/>
                            <a:pt x="5087" y="50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272" name="Graphique 5">
                    <a:extLst>
                      <a:ext uri="{FF2B5EF4-FFF2-40B4-BE49-F238E27FC236}">
                        <a16:creationId xmlns:a16="http://schemas.microsoft.com/office/drawing/2014/main" id="{998D1C2B-3EFA-4FB8-B72E-7C495E51662C}"/>
                      </a:ext>
                    </a:extLst>
                  </p:cNvPr>
                  <p:cNvGrpSpPr/>
                  <p:nvPr/>
                </p:nvGrpSpPr>
                <p:grpSpPr>
                  <a:xfrm>
                    <a:off x="3610455" y="4269937"/>
                    <a:ext cx="38028" cy="36504"/>
                    <a:chOff x="3610455" y="4269937"/>
                    <a:chExt cx="38028" cy="36504"/>
                  </a:xfrm>
                  <a:solidFill>
                    <a:schemeClr val="accent1"/>
                  </a:solidFill>
                </p:grpSpPr>
                <p:sp>
                  <p:nvSpPr>
                    <p:cNvPr id="12273" name="Forme libre : forme 12272">
                      <a:extLst>
                        <a:ext uri="{FF2B5EF4-FFF2-40B4-BE49-F238E27FC236}">
                          <a16:creationId xmlns:a16="http://schemas.microsoft.com/office/drawing/2014/main" id="{53AB5DBA-56A3-4ADE-8E8B-7C6800403D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0455" y="4269937"/>
                      <a:ext cx="38028" cy="36470"/>
                    </a:xfrm>
                    <a:custGeom>
                      <a:avLst/>
                      <a:gdLst>
                        <a:gd name="connsiteX0" fmla="*/ 30930 w 38028"/>
                        <a:gd name="connsiteY0" fmla="*/ 31394 h 36470"/>
                        <a:gd name="connsiteX1" fmla="*/ 3974 w 38028"/>
                        <a:gd name="connsiteY1" fmla="*/ 30441 h 36470"/>
                        <a:gd name="connsiteX2" fmla="*/ 7118 w 38028"/>
                        <a:gd name="connsiteY2" fmla="*/ 4914 h 36470"/>
                        <a:gd name="connsiteX3" fmla="*/ 33597 w 38028"/>
                        <a:gd name="connsiteY3" fmla="*/ 5676 h 36470"/>
                        <a:gd name="connsiteX4" fmla="*/ 30930 w 38028"/>
                        <a:gd name="connsiteY4" fmla="*/ 31394 h 36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028" h="36470">
                          <a:moveTo>
                            <a:pt x="30930" y="31394"/>
                          </a:moveTo>
                          <a:cubicBezTo>
                            <a:pt x="22739" y="38633"/>
                            <a:pt x="10451" y="37966"/>
                            <a:pt x="3974" y="30441"/>
                          </a:cubicBezTo>
                          <a:cubicBezTo>
                            <a:pt x="-2502" y="22821"/>
                            <a:pt x="-788" y="11677"/>
                            <a:pt x="7118" y="4914"/>
                          </a:cubicBezTo>
                          <a:cubicBezTo>
                            <a:pt x="15024" y="-1944"/>
                            <a:pt x="26739" y="-1563"/>
                            <a:pt x="33597" y="5676"/>
                          </a:cubicBezTo>
                          <a:cubicBezTo>
                            <a:pt x="40360" y="12820"/>
                            <a:pt x="39312" y="24345"/>
                            <a:pt x="30930" y="3139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74" name="Forme libre : forme 12273">
                      <a:extLst>
                        <a:ext uri="{FF2B5EF4-FFF2-40B4-BE49-F238E27FC236}">
                          <a16:creationId xmlns:a16="http://schemas.microsoft.com/office/drawing/2014/main" id="{A1534C6A-729E-47CA-9963-48C794BC09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0455" y="4270470"/>
                      <a:ext cx="36550" cy="35971"/>
                    </a:xfrm>
                    <a:custGeom>
                      <a:avLst/>
                      <a:gdLst>
                        <a:gd name="connsiteX0" fmla="*/ 18738 w 36550"/>
                        <a:gd name="connsiteY0" fmla="*/ 18002 h 35971"/>
                        <a:gd name="connsiteX1" fmla="*/ 15881 w 36550"/>
                        <a:gd name="connsiteY1" fmla="*/ 0 h 35971"/>
                        <a:gd name="connsiteX2" fmla="*/ 7118 w 36550"/>
                        <a:gd name="connsiteY2" fmla="*/ 4381 h 35971"/>
                        <a:gd name="connsiteX3" fmla="*/ 3974 w 36550"/>
                        <a:gd name="connsiteY3" fmla="*/ 29908 h 35971"/>
                        <a:gd name="connsiteX4" fmla="*/ 30930 w 36550"/>
                        <a:gd name="connsiteY4" fmla="*/ 30861 h 35971"/>
                        <a:gd name="connsiteX5" fmla="*/ 36550 w 36550"/>
                        <a:gd name="connsiteY5" fmla="*/ 23050 h 35971"/>
                        <a:gd name="connsiteX6" fmla="*/ 18738 w 36550"/>
                        <a:gd name="connsiteY6" fmla="*/ 18002 h 35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550" h="35971">
                          <a:moveTo>
                            <a:pt x="18738" y="18002"/>
                          </a:moveTo>
                          <a:cubicBezTo>
                            <a:pt x="14262" y="12954"/>
                            <a:pt x="13499" y="6001"/>
                            <a:pt x="15881" y="0"/>
                          </a:cubicBezTo>
                          <a:cubicBezTo>
                            <a:pt x="12738" y="667"/>
                            <a:pt x="9785" y="2096"/>
                            <a:pt x="7118" y="4381"/>
                          </a:cubicBezTo>
                          <a:cubicBezTo>
                            <a:pt x="-788" y="11239"/>
                            <a:pt x="-2502" y="22288"/>
                            <a:pt x="3974" y="29908"/>
                          </a:cubicBezTo>
                          <a:cubicBezTo>
                            <a:pt x="10451" y="37529"/>
                            <a:pt x="22739" y="38100"/>
                            <a:pt x="30930" y="30861"/>
                          </a:cubicBezTo>
                          <a:cubicBezTo>
                            <a:pt x="33597" y="28575"/>
                            <a:pt x="35407" y="25908"/>
                            <a:pt x="36550" y="23050"/>
                          </a:cubicBezTo>
                          <a:cubicBezTo>
                            <a:pt x="30073" y="24574"/>
                            <a:pt x="23120" y="22955"/>
                            <a:pt x="18738" y="1800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75" name="Forme libre : forme 12274">
                      <a:extLst>
                        <a:ext uri="{FF2B5EF4-FFF2-40B4-BE49-F238E27FC236}">
                          <a16:creationId xmlns:a16="http://schemas.microsoft.com/office/drawing/2014/main" id="{6D7AAC99-0EF6-41E6-8890-350D7FCE04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8423" y="4282544"/>
                      <a:ext cx="16265" cy="17276"/>
                    </a:xfrm>
                    <a:custGeom>
                      <a:avLst/>
                      <a:gdLst>
                        <a:gd name="connsiteX0" fmla="*/ 15344 w 16265"/>
                        <a:gd name="connsiteY0" fmla="*/ 11167 h 17276"/>
                        <a:gd name="connsiteX1" fmla="*/ 4295 w 16265"/>
                        <a:gd name="connsiteY1" fmla="*/ 16882 h 17276"/>
                        <a:gd name="connsiteX2" fmla="*/ 961 w 16265"/>
                        <a:gd name="connsiteY2" fmla="*/ 6024 h 17276"/>
                        <a:gd name="connsiteX3" fmla="*/ 11915 w 16265"/>
                        <a:gd name="connsiteY3" fmla="*/ 404 h 17276"/>
                        <a:gd name="connsiteX4" fmla="*/ 15344 w 16265"/>
                        <a:gd name="connsiteY4" fmla="*/ 11167 h 17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65" h="17276">
                          <a:moveTo>
                            <a:pt x="15344" y="11167"/>
                          </a:moveTo>
                          <a:cubicBezTo>
                            <a:pt x="13248" y="15739"/>
                            <a:pt x="8200" y="18311"/>
                            <a:pt x="4295" y="16882"/>
                          </a:cubicBezTo>
                          <a:cubicBezTo>
                            <a:pt x="294" y="15453"/>
                            <a:pt x="-1134" y="10500"/>
                            <a:pt x="961" y="6024"/>
                          </a:cubicBezTo>
                          <a:cubicBezTo>
                            <a:pt x="3057" y="1451"/>
                            <a:pt x="7915" y="-1025"/>
                            <a:pt x="11915" y="404"/>
                          </a:cubicBezTo>
                          <a:cubicBezTo>
                            <a:pt x="15820" y="1737"/>
                            <a:pt x="17440" y="6595"/>
                            <a:pt x="15344" y="1116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76" name="Forme libre : forme 12275">
                      <a:extLst>
                        <a:ext uri="{FF2B5EF4-FFF2-40B4-BE49-F238E27FC236}">
                          <a16:creationId xmlns:a16="http://schemas.microsoft.com/office/drawing/2014/main" id="{C175C357-11D3-480F-A24D-393CB84875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3752" y="4280673"/>
                      <a:ext cx="6193" cy="6072"/>
                    </a:xfrm>
                    <a:custGeom>
                      <a:avLst/>
                      <a:gdLst>
                        <a:gd name="connsiteX0" fmla="*/ 5061 w 6193"/>
                        <a:gd name="connsiteY0" fmla="*/ 5227 h 6072"/>
                        <a:gd name="connsiteX1" fmla="*/ 680 w 6193"/>
                        <a:gd name="connsiteY1" fmla="*/ 5132 h 6072"/>
                        <a:gd name="connsiteX2" fmla="*/ 1061 w 6193"/>
                        <a:gd name="connsiteY2" fmla="*/ 846 h 6072"/>
                        <a:gd name="connsiteX3" fmla="*/ 5443 w 6193"/>
                        <a:gd name="connsiteY3" fmla="*/ 941 h 6072"/>
                        <a:gd name="connsiteX4" fmla="*/ 5061 w 6193"/>
                        <a:gd name="connsiteY4" fmla="*/ 5227 h 6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3" h="6072">
                          <a:moveTo>
                            <a:pt x="5061" y="5227"/>
                          </a:moveTo>
                          <a:cubicBezTo>
                            <a:pt x="3728" y="6370"/>
                            <a:pt x="1728" y="6370"/>
                            <a:pt x="680" y="5132"/>
                          </a:cubicBezTo>
                          <a:cubicBezTo>
                            <a:pt x="-368" y="3894"/>
                            <a:pt x="-177" y="1989"/>
                            <a:pt x="1061" y="846"/>
                          </a:cubicBezTo>
                          <a:cubicBezTo>
                            <a:pt x="2394" y="-297"/>
                            <a:pt x="4395" y="-297"/>
                            <a:pt x="5443" y="941"/>
                          </a:cubicBezTo>
                          <a:cubicBezTo>
                            <a:pt x="6585" y="2179"/>
                            <a:pt x="6395" y="4084"/>
                            <a:pt x="5061" y="52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277" name="Graphique 5">
                    <a:extLst>
                      <a:ext uri="{FF2B5EF4-FFF2-40B4-BE49-F238E27FC236}">
                        <a16:creationId xmlns:a16="http://schemas.microsoft.com/office/drawing/2014/main" id="{0E72EFE5-AFFE-4C73-AB74-16F6952723BE}"/>
                      </a:ext>
                    </a:extLst>
                  </p:cNvPr>
                  <p:cNvGrpSpPr/>
                  <p:nvPr/>
                </p:nvGrpSpPr>
                <p:grpSpPr>
                  <a:xfrm>
                    <a:off x="3603699" y="4305926"/>
                    <a:ext cx="39252" cy="36481"/>
                    <a:chOff x="3603699" y="4305926"/>
                    <a:chExt cx="39252" cy="36481"/>
                  </a:xfrm>
                  <a:solidFill>
                    <a:schemeClr val="accent1"/>
                  </a:solidFill>
                </p:grpSpPr>
                <p:sp>
                  <p:nvSpPr>
                    <p:cNvPr id="12278" name="Forme libre : forme 12277">
                      <a:extLst>
                        <a:ext uri="{FF2B5EF4-FFF2-40B4-BE49-F238E27FC236}">
                          <a16:creationId xmlns:a16="http://schemas.microsoft.com/office/drawing/2014/main" id="{C6FC57C9-B7D6-4C29-A035-2AE7E96BB5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3795" y="4305926"/>
                      <a:ext cx="39156" cy="36481"/>
                    </a:xfrm>
                    <a:custGeom>
                      <a:avLst/>
                      <a:gdLst>
                        <a:gd name="connsiteX0" fmla="*/ 31305 w 39156"/>
                        <a:gd name="connsiteY0" fmla="*/ 31695 h 36481"/>
                        <a:gd name="connsiteX1" fmla="*/ 3682 w 39156"/>
                        <a:gd name="connsiteY1" fmla="*/ 30362 h 36481"/>
                        <a:gd name="connsiteX2" fmla="*/ 7873 w 39156"/>
                        <a:gd name="connsiteY2" fmla="*/ 4549 h 36481"/>
                        <a:gd name="connsiteX3" fmla="*/ 35115 w 39156"/>
                        <a:gd name="connsiteY3" fmla="*/ 5787 h 36481"/>
                        <a:gd name="connsiteX4" fmla="*/ 31305 w 39156"/>
                        <a:gd name="connsiteY4" fmla="*/ 31695 h 36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56" h="36481">
                          <a:moveTo>
                            <a:pt x="31305" y="31695"/>
                          </a:moveTo>
                          <a:cubicBezTo>
                            <a:pt x="22447" y="38553"/>
                            <a:pt x="9969" y="37982"/>
                            <a:pt x="3682" y="30362"/>
                          </a:cubicBezTo>
                          <a:cubicBezTo>
                            <a:pt x="-2604" y="22742"/>
                            <a:pt x="-604" y="11121"/>
                            <a:pt x="7873" y="4549"/>
                          </a:cubicBezTo>
                          <a:cubicBezTo>
                            <a:pt x="16350" y="-2023"/>
                            <a:pt x="28542" y="-1356"/>
                            <a:pt x="35115" y="5787"/>
                          </a:cubicBezTo>
                          <a:cubicBezTo>
                            <a:pt x="41592" y="13027"/>
                            <a:pt x="40258" y="25028"/>
                            <a:pt x="31305" y="3169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79" name="Forme libre : forme 12278">
                      <a:extLst>
                        <a:ext uri="{FF2B5EF4-FFF2-40B4-BE49-F238E27FC236}">
                          <a16:creationId xmlns:a16="http://schemas.microsoft.com/office/drawing/2014/main" id="{2622E4C3-DAA5-4029-8D1A-B5E0FBDDAB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3699" y="4306379"/>
                      <a:ext cx="37495" cy="36028"/>
                    </a:xfrm>
                    <a:custGeom>
                      <a:avLst/>
                      <a:gdLst>
                        <a:gd name="connsiteX0" fmla="*/ 19303 w 37495"/>
                        <a:gd name="connsiteY0" fmla="*/ 18097 h 36028"/>
                        <a:gd name="connsiteX1" fmla="*/ 17113 w 37495"/>
                        <a:gd name="connsiteY1" fmla="*/ 0 h 36028"/>
                        <a:gd name="connsiteX2" fmla="*/ 7873 w 37495"/>
                        <a:gd name="connsiteY2" fmla="*/ 4096 h 36028"/>
                        <a:gd name="connsiteX3" fmla="*/ 3682 w 37495"/>
                        <a:gd name="connsiteY3" fmla="*/ 29909 h 36028"/>
                        <a:gd name="connsiteX4" fmla="*/ 31305 w 37495"/>
                        <a:gd name="connsiteY4" fmla="*/ 31242 h 36028"/>
                        <a:gd name="connsiteX5" fmla="*/ 37496 w 37495"/>
                        <a:gd name="connsiteY5" fmla="*/ 23527 h 36028"/>
                        <a:gd name="connsiteX6" fmla="*/ 19303 w 37495"/>
                        <a:gd name="connsiteY6" fmla="*/ 18097 h 360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95" h="36028">
                          <a:moveTo>
                            <a:pt x="19303" y="18097"/>
                          </a:moveTo>
                          <a:cubicBezTo>
                            <a:pt x="14922" y="12954"/>
                            <a:pt x="14446" y="6001"/>
                            <a:pt x="17113" y="0"/>
                          </a:cubicBezTo>
                          <a:cubicBezTo>
                            <a:pt x="13874" y="571"/>
                            <a:pt x="10636" y="1905"/>
                            <a:pt x="7873" y="4096"/>
                          </a:cubicBezTo>
                          <a:cubicBezTo>
                            <a:pt x="-604" y="10668"/>
                            <a:pt x="-2604" y="22288"/>
                            <a:pt x="3682" y="29909"/>
                          </a:cubicBezTo>
                          <a:cubicBezTo>
                            <a:pt x="9969" y="37529"/>
                            <a:pt x="22447" y="38100"/>
                            <a:pt x="31305" y="31242"/>
                          </a:cubicBezTo>
                          <a:cubicBezTo>
                            <a:pt x="34162" y="29051"/>
                            <a:pt x="36163" y="26384"/>
                            <a:pt x="37496" y="23527"/>
                          </a:cubicBezTo>
                          <a:cubicBezTo>
                            <a:pt x="30638" y="24955"/>
                            <a:pt x="23685" y="23146"/>
                            <a:pt x="19303" y="18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80" name="Forme libre : forme 12279">
                      <a:extLst>
                        <a:ext uri="{FF2B5EF4-FFF2-40B4-BE49-F238E27FC236}">
                          <a16:creationId xmlns:a16="http://schemas.microsoft.com/office/drawing/2014/main" id="{151871C5-6ECC-42E0-B29F-4D070B5EC3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1916" y="4318778"/>
                      <a:ext cx="17004" cy="17198"/>
                    </a:xfrm>
                    <a:custGeom>
                      <a:avLst/>
                      <a:gdLst>
                        <a:gd name="connsiteX0" fmla="*/ 15850 w 17004"/>
                        <a:gd name="connsiteY0" fmla="*/ 11319 h 17198"/>
                        <a:gd name="connsiteX1" fmla="*/ 4135 w 17004"/>
                        <a:gd name="connsiteY1" fmla="*/ 16748 h 17198"/>
                        <a:gd name="connsiteX2" fmla="*/ 1182 w 17004"/>
                        <a:gd name="connsiteY2" fmla="*/ 5794 h 17198"/>
                        <a:gd name="connsiteX3" fmla="*/ 12707 w 17004"/>
                        <a:gd name="connsiteY3" fmla="*/ 461 h 17198"/>
                        <a:gd name="connsiteX4" fmla="*/ 15850 w 17004"/>
                        <a:gd name="connsiteY4" fmla="*/ 11319 h 1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04" h="17198">
                          <a:moveTo>
                            <a:pt x="15850" y="11319"/>
                          </a:moveTo>
                          <a:cubicBezTo>
                            <a:pt x="13469" y="15796"/>
                            <a:pt x="8230" y="18272"/>
                            <a:pt x="4135" y="16748"/>
                          </a:cubicBezTo>
                          <a:cubicBezTo>
                            <a:pt x="134" y="15224"/>
                            <a:pt x="-1199" y="10271"/>
                            <a:pt x="1182" y="5794"/>
                          </a:cubicBezTo>
                          <a:cubicBezTo>
                            <a:pt x="3563" y="1318"/>
                            <a:pt x="8707" y="-1064"/>
                            <a:pt x="12707" y="461"/>
                          </a:cubicBezTo>
                          <a:cubicBezTo>
                            <a:pt x="16803" y="1889"/>
                            <a:pt x="18232" y="6842"/>
                            <a:pt x="15850" y="1131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81" name="Forme libre : forme 12280">
                      <a:extLst>
                        <a:ext uri="{FF2B5EF4-FFF2-40B4-BE49-F238E27FC236}">
                          <a16:creationId xmlns:a16="http://schemas.microsoft.com/office/drawing/2014/main" id="{21C22BE5-5AE4-494A-B4D0-025E86C9EC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7802" y="4317046"/>
                      <a:ext cx="6497" cy="5945"/>
                    </a:xfrm>
                    <a:custGeom>
                      <a:avLst/>
                      <a:gdLst>
                        <a:gd name="connsiteX0" fmla="*/ 5201 w 6497"/>
                        <a:gd name="connsiteY0" fmla="*/ 5145 h 5945"/>
                        <a:gd name="connsiteX1" fmla="*/ 629 w 6497"/>
                        <a:gd name="connsiteY1" fmla="*/ 4955 h 5945"/>
                        <a:gd name="connsiteX2" fmla="*/ 1296 w 6497"/>
                        <a:gd name="connsiteY2" fmla="*/ 764 h 5945"/>
                        <a:gd name="connsiteX3" fmla="*/ 5868 w 6497"/>
                        <a:gd name="connsiteY3" fmla="*/ 954 h 5945"/>
                        <a:gd name="connsiteX4" fmla="*/ 5201 w 6497"/>
                        <a:gd name="connsiteY4" fmla="*/ 5145 h 5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97" h="5945">
                          <a:moveTo>
                            <a:pt x="5201" y="5145"/>
                          </a:moveTo>
                          <a:cubicBezTo>
                            <a:pt x="3773" y="6288"/>
                            <a:pt x="1772" y="6193"/>
                            <a:pt x="629" y="4955"/>
                          </a:cubicBezTo>
                          <a:cubicBezTo>
                            <a:pt x="-418" y="3716"/>
                            <a:pt x="-132" y="1811"/>
                            <a:pt x="1296" y="764"/>
                          </a:cubicBezTo>
                          <a:cubicBezTo>
                            <a:pt x="2725" y="-284"/>
                            <a:pt x="4725" y="-284"/>
                            <a:pt x="5868" y="954"/>
                          </a:cubicBezTo>
                          <a:cubicBezTo>
                            <a:pt x="6916" y="2097"/>
                            <a:pt x="6630" y="4002"/>
                            <a:pt x="5201" y="51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282" name="Graphique 5">
                  <a:extLst>
                    <a:ext uri="{FF2B5EF4-FFF2-40B4-BE49-F238E27FC236}">
                      <a16:creationId xmlns:a16="http://schemas.microsoft.com/office/drawing/2014/main" id="{C0842FC5-1776-4EFB-909D-50FF6B1D70F3}"/>
                    </a:ext>
                  </a:extLst>
                </p:cNvPr>
                <p:cNvGrpSpPr/>
                <p:nvPr/>
              </p:nvGrpSpPr>
              <p:grpSpPr>
                <a:xfrm>
                  <a:off x="3659218" y="4323517"/>
                  <a:ext cx="73782" cy="99734"/>
                  <a:chOff x="3659218" y="4323517"/>
                  <a:chExt cx="73782" cy="99734"/>
                </a:xfrm>
                <a:solidFill>
                  <a:schemeClr val="accent1"/>
                </a:solidFill>
              </p:grpSpPr>
              <p:grpSp>
                <p:nvGrpSpPr>
                  <p:cNvPr id="12283" name="Graphique 5">
                    <a:extLst>
                      <a:ext uri="{FF2B5EF4-FFF2-40B4-BE49-F238E27FC236}">
                        <a16:creationId xmlns:a16="http://schemas.microsoft.com/office/drawing/2014/main" id="{A6D25A09-9C89-44E2-9C37-DA439749B515}"/>
                      </a:ext>
                    </a:extLst>
                  </p:cNvPr>
                  <p:cNvGrpSpPr/>
                  <p:nvPr/>
                </p:nvGrpSpPr>
                <p:grpSpPr>
                  <a:xfrm>
                    <a:off x="3690182" y="4385150"/>
                    <a:ext cx="42818" cy="38101"/>
                    <a:chOff x="3690182" y="4385150"/>
                    <a:chExt cx="42818" cy="38101"/>
                  </a:xfrm>
                  <a:solidFill>
                    <a:schemeClr val="accent1"/>
                  </a:solidFill>
                </p:grpSpPr>
                <p:sp>
                  <p:nvSpPr>
                    <p:cNvPr id="12284" name="Forme libre : forme 12283">
                      <a:extLst>
                        <a:ext uri="{FF2B5EF4-FFF2-40B4-BE49-F238E27FC236}">
                          <a16:creationId xmlns:a16="http://schemas.microsoft.com/office/drawing/2014/main" id="{1DA0E0BA-540F-44BB-849D-B8F3EBC634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0182" y="4385150"/>
                      <a:ext cx="42818" cy="38101"/>
                    </a:xfrm>
                    <a:custGeom>
                      <a:avLst/>
                      <a:gdLst>
                        <a:gd name="connsiteX0" fmla="*/ 448 w 42818"/>
                        <a:gd name="connsiteY0" fmla="*/ 19051 h 38101"/>
                        <a:gd name="connsiteX1" fmla="*/ 25213 w 42818"/>
                        <a:gd name="connsiteY1" fmla="*/ 1 h 38101"/>
                        <a:gd name="connsiteX2" fmla="*/ 42454 w 42818"/>
                        <a:gd name="connsiteY2" fmla="*/ 18670 h 38101"/>
                        <a:gd name="connsiteX3" fmla="*/ 17022 w 42818"/>
                        <a:gd name="connsiteY3" fmla="*/ 38101 h 38101"/>
                        <a:gd name="connsiteX4" fmla="*/ 448 w 42818"/>
                        <a:gd name="connsiteY4" fmla="*/ 19051 h 38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818" h="38101">
                          <a:moveTo>
                            <a:pt x="448" y="19051"/>
                          </a:moveTo>
                          <a:cubicBezTo>
                            <a:pt x="2830" y="8478"/>
                            <a:pt x="13688" y="96"/>
                            <a:pt x="25213" y="1"/>
                          </a:cubicBezTo>
                          <a:cubicBezTo>
                            <a:pt x="36738" y="-94"/>
                            <a:pt x="44644" y="8192"/>
                            <a:pt x="42454" y="18670"/>
                          </a:cubicBezTo>
                          <a:cubicBezTo>
                            <a:pt x="40263" y="29147"/>
                            <a:pt x="28738" y="38006"/>
                            <a:pt x="17022" y="38101"/>
                          </a:cubicBezTo>
                          <a:cubicBezTo>
                            <a:pt x="5401" y="38196"/>
                            <a:pt x="-1933" y="29528"/>
                            <a:pt x="448" y="1905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85" name="Forme libre : forme 12284">
                      <a:extLst>
                        <a:ext uri="{FF2B5EF4-FFF2-40B4-BE49-F238E27FC236}">
                          <a16:creationId xmlns:a16="http://schemas.microsoft.com/office/drawing/2014/main" id="{40C1DDBF-9F72-41FB-B746-03625978B3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0229" y="4385150"/>
                      <a:ext cx="42771" cy="28290"/>
                    </a:xfrm>
                    <a:custGeom>
                      <a:avLst/>
                      <a:gdLst>
                        <a:gd name="connsiteX0" fmla="*/ 21165 w 42771"/>
                        <a:gd name="connsiteY0" fmla="*/ 18575 h 28290"/>
                        <a:gd name="connsiteX1" fmla="*/ 37548 w 42771"/>
                        <a:gd name="connsiteY1" fmla="*/ 28195 h 28290"/>
                        <a:gd name="connsiteX2" fmla="*/ 42406 w 42771"/>
                        <a:gd name="connsiteY2" fmla="*/ 18670 h 28290"/>
                        <a:gd name="connsiteX3" fmla="*/ 25166 w 42771"/>
                        <a:gd name="connsiteY3" fmla="*/ 1 h 28290"/>
                        <a:gd name="connsiteX4" fmla="*/ 401 w 42771"/>
                        <a:gd name="connsiteY4" fmla="*/ 19051 h 28290"/>
                        <a:gd name="connsiteX5" fmla="*/ 1068 w 42771"/>
                        <a:gd name="connsiteY5" fmla="*/ 28290 h 28290"/>
                        <a:gd name="connsiteX6" fmla="*/ 21165 w 42771"/>
                        <a:gd name="connsiteY6" fmla="*/ 18575 h 282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771" h="28290">
                          <a:moveTo>
                            <a:pt x="21165" y="18575"/>
                          </a:moveTo>
                          <a:cubicBezTo>
                            <a:pt x="29071" y="18479"/>
                            <a:pt x="35167" y="22385"/>
                            <a:pt x="37548" y="28195"/>
                          </a:cubicBezTo>
                          <a:cubicBezTo>
                            <a:pt x="39929" y="25337"/>
                            <a:pt x="41739" y="22099"/>
                            <a:pt x="42406" y="18670"/>
                          </a:cubicBezTo>
                          <a:cubicBezTo>
                            <a:pt x="44597" y="8097"/>
                            <a:pt x="36691" y="-94"/>
                            <a:pt x="25166" y="1"/>
                          </a:cubicBezTo>
                          <a:cubicBezTo>
                            <a:pt x="13641" y="96"/>
                            <a:pt x="2687" y="8478"/>
                            <a:pt x="401" y="19051"/>
                          </a:cubicBezTo>
                          <a:cubicBezTo>
                            <a:pt x="-361" y="22385"/>
                            <a:pt x="20" y="25528"/>
                            <a:pt x="1068" y="28290"/>
                          </a:cubicBezTo>
                          <a:cubicBezTo>
                            <a:pt x="5925" y="22480"/>
                            <a:pt x="13450" y="18575"/>
                            <a:pt x="21165" y="1857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86" name="Forme libre : forme 12285">
                      <a:extLst>
                        <a:ext uri="{FF2B5EF4-FFF2-40B4-BE49-F238E27FC236}">
                          <a16:creationId xmlns:a16="http://schemas.microsoft.com/office/drawing/2014/main" id="{7A819861-FDE4-4467-9ACA-7181EAA806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3768" y="4398435"/>
                      <a:ext cx="17960" cy="17898"/>
                    </a:xfrm>
                    <a:custGeom>
                      <a:avLst/>
                      <a:gdLst>
                        <a:gd name="connsiteX0" fmla="*/ 386 w 17960"/>
                        <a:gd name="connsiteY0" fmla="*/ 12433 h 17898"/>
                        <a:gd name="connsiteX1" fmla="*/ 6291 w 17960"/>
                        <a:gd name="connsiteY1" fmla="*/ 718 h 17898"/>
                        <a:gd name="connsiteX2" fmla="*/ 17531 w 17960"/>
                        <a:gd name="connsiteY2" fmla="*/ 5385 h 17898"/>
                        <a:gd name="connsiteX3" fmla="*/ 11625 w 17960"/>
                        <a:gd name="connsiteY3" fmla="*/ 17196 h 17898"/>
                        <a:gd name="connsiteX4" fmla="*/ 386 w 17960"/>
                        <a:gd name="connsiteY4" fmla="*/ 12433 h 17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60" h="17898">
                          <a:moveTo>
                            <a:pt x="386" y="12433"/>
                          </a:moveTo>
                          <a:cubicBezTo>
                            <a:pt x="-1043" y="7861"/>
                            <a:pt x="1624" y="2623"/>
                            <a:pt x="6291" y="718"/>
                          </a:cubicBezTo>
                          <a:cubicBezTo>
                            <a:pt x="10959" y="-1187"/>
                            <a:pt x="16007" y="813"/>
                            <a:pt x="17531" y="5385"/>
                          </a:cubicBezTo>
                          <a:cubicBezTo>
                            <a:pt x="19055" y="9862"/>
                            <a:pt x="16388" y="15196"/>
                            <a:pt x="11625" y="17196"/>
                          </a:cubicBezTo>
                          <a:cubicBezTo>
                            <a:pt x="6863" y="19101"/>
                            <a:pt x="1815" y="17005"/>
                            <a:pt x="386" y="1243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87" name="Forme libre : forme 12286">
                      <a:extLst>
                        <a:ext uri="{FF2B5EF4-FFF2-40B4-BE49-F238E27FC236}">
                          <a16:creationId xmlns:a16="http://schemas.microsoft.com/office/drawing/2014/main" id="{8AC0E5D1-CD38-4F8C-AF00-0C429A3510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4372" y="4409344"/>
                      <a:ext cx="7090" cy="6286"/>
                    </a:xfrm>
                    <a:custGeom>
                      <a:avLst/>
                      <a:gdLst>
                        <a:gd name="connsiteX0" fmla="*/ 69 w 7090"/>
                        <a:gd name="connsiteY0" fmla="*/ 3143 h 6286"/>
                        <a:gd name="connsiteX1" fmla="*/ 4260 w 7090"/>
                        <a:gd name="connsiteY1" fmla="*/ 0 h 6286"/>
                        <a:gd name="connsiteX2" fmla="*/ 7022 w 7090"/>
                        <a:gd name="connsiteY2" fmla="*/ 3143 h 6286"/>
                        <a:gd name="connsiteX3" fmla="*/ 2831 w 7090"/>
                        <a:gd name="connsiteY3" fmla="*/ 6287 h 6286"/>
                        <a:gd name="connsiteX4" fmla="*/ 69 w 7090"/>
                        <a:gd name="connsiteY4" fmla="*/ 3143 h 6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0" h="6286">
                          <a:moveTo>
                            <a:pt x="69" y="3143"/>
                          </a:moveTo>
                          <a:cubicBezTo>
                            <a:pt x="450" y="1429"/>
                            <a:pt x="2355" y="0"/>
                            <a:pt x="4260" y="0"/>
                          </a:cubicBezTo>
                          <a:cubicBezTo>
                            <a:pt x="6165" y="0"/>
                            <a:pt x="7403" y="1334"/>
                            <a:pt x="7022" y="3143"/>
                          </a:cubicBezTo>
                          <a:cubicBezTo>
                            <a:pt x="6641" y="4858"/>
                            <a:pt x="4736" y="6287"/>
                            <a:pt x="2831" y="6287"/>
                          </a:cubicBezTo>
                          <a:cubicBezTo>
                            <a:pt x="926" y="6287"/>
                            <a:pt x="-312" y="4858"/>
                            <a:pt x="69" y="31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288" name="Graphique 5">
                    <a:extLst>
                      <a:ext uri="{FF2B5EF4-FFF2-40B4-BE49-F238E27FC236}">
                        <a16:creationId xmlns:a16="http://schemas.microsoft.com/office/drawing/2014/main" id="{8681F63A-D1BD-4865-A55B-65A807BFEE24}"/>
                      </a:ext>
                    </a:extLst>
                  </p:cNvPr>
                  <p:cNvGrpSpPr/>
                  <p:nvPr/>
                </p:nvGrpSpPr>
                <p:grpSpPr>
                  <a:xfrm>
                    <a:off x="3681059" y="4350858"/>
                    <a:ext cx="41620" cy="37626"/>
                    <a:chOff x="3681059" y="4350858"/>
                    <a:chExt cx="41620" cy="37626"/>
                  </a:xfrm>
                  <a:solidFill>
                    <a:schemeClr val="accent1"/>
                  </a:solidFill>
                </p:grpSpPr>
                <p:sp>
                  <p:nvSpPr>
                    <p:cNvPr id="12289" name="Forme libre : forme 12288">
                      <a:extLst>
                        <a:ext uri="{FF2B5EF4-FFF2-40B4-BE49-F238E27FC236}">
                          <a16:creationId xmlns:a16="http://schemas.microsoft.com/office/drawing/2014/main" id="{CB82A88B-727F-45AD-BB33-917DFD5B1C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1059" y="4350858"/>
                      <a:ext cx="41620" cy="37626"/>
                    </a:xfrm>
                    <a:custGeom>
                      <a:avLst/>
                      <a:gdLst>
                        <a:gd name="connsiteX0" fmla="*/ 331 w 41620"/>
                        <a:gd name="connsiteY0" fmla="*/ 18577 h 37626"/>
                        <a:gd name="connsiteX1" fmla="*/ 24144 w 41620"/>
                        <a:gd name="connsiteY1" fmla="*/ 3 h 37626"/>
                        <a:gd name="connsiteX2" fmla="*/ 41384 w 41620"/>
                        <a:gd name="connsiteY2" fmla="*/ 18577 h 37626"/>
                        <a:gd name="connsiteX3" fmla="*/ 17000 w 41620"/>
                        <a:gd name="connsiteY3" fmla="*/ 37627 h 37626"/>
                        <a:gd name="connsiteX4" fmla="*/ 331 w 41620"/>
                        <a:gd name="connsiteY4" fmla="*/ 18577 h 37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620" h="37626">
                          <a:moveTo>
                            <a:pt x="331" y="18577"/>
                          </a:moveTo>
                          <a:cubicBezTo>
                            <a:pt x="2427" y="8195"/>
                            <a:pt x="12905" y="3"/>
                            <a:pt x="24144" y="3"/>
                          </a:cubicBezTo>
                          <a:cubicBezTo>
                            <a:pt x="35288" y="-187"/>
                            <a:pt x="43099" y="7909"/>
                            <a:pt x="41384" y="18577"/>
                          </a:cubicBezTo>
                          <a:cubicBezTo>
                            <a:pt x="39670" y="29150"/>
                            <a:pt x="28430" y="37627"/>
                            <a:pt x="17000" y="37627"/>
                          </a:cubicBezTo>
                          <a:cubicBezTo>
                            <a:pt x="5570" y="37627"/>
                            <a:pt x="-1669" y="29054"/>
                            <a:pt x="331" y="1857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90" name="Forme libre : forme 12289">
                      <a:extLst>
                        <a:ext uri="{FF2B5EF4-FFF2-40B4-BE49-F238E27FC236}">
                          <a16:creationId xmlns:a16="http://schemas.microsoft.com/office/drawing/2014/main" id="{FE202EEC-13D1-4F9C-AE79-B10B68B5C6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1059" y="4350953"/>
                      <a:ext cx="41620" cy="28006"/>
                    </a:xfrm>
                    <a:custGeom>
                      <a:avLst/>
                      <a:gdLst>
                        <a:gd name="connsiteX0" fmla="*/ 20715 w 41620"/>
                        <a:gd name="connsiteY0" fmla="*/ 18291 h 28006"/>
                        <a:gd name="connsiteX1" fmla="*/ 36908 w 41620"/>
                        <a:gd name="connsiteY1" fmla="*/ 28007 h 28006"/>
                        <a:gd name="connsiteX2" fmla="*/ 41384 w 41620"/>
                        <a:gd name="connsiteY2" fmla="*/ 18577 h 28006"/>
                        <a:gd name="connsiteX3" fmla="*/ 24144 w 41620"/>
                        <a:gd name="connsiteY3" fmla="*/ 3 h 28006"/>
                        <a:gd name="connsiteX4" fmla="*/ 332 w 41620"/>
                        <a:gd name="connsiteY4" fmla="*/ 18577 h 28006"/>
                        <a:gd name="connsiteX5" fmla="*/ 1094 w 41620"/>
                        <a:gd name="connsiteY5" fmla="*/ 27721 h 28006"/>
                        <a:gd name="connsiteX6" fmla="*/ 20715 w 41620"/>
                        <a:gd name="connsiteY6" fmla="*/ 18291 h 28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620" h="28006">
                          <a:moveTo>
                            <a:pt x="20715" y="18291"/>
                          </a:moveTo>
                          <a:cubicBezTo>
                            <a:pt x="28431" y="18291"/>
                            <a:pt x="34431" y="22197"/>
                            <a:pt x="36908" y="28007"/>
                          </a:cubicBezTo>
                          <a:cubicBezTo>
                            <a:pt x="39194" y="25244"/>
                            <a:pt x="40908" y="22006"/>
                            <a:pt x="41384" y="18577"/>
                          </a:cubicBezTo>
                          <a:cubicBezTo>
                            <a:pt x="43099" y="7909"/>
                            <a:pt x="35289" y="-187"/>
                            <a:pt x="24144" y="3"/>
                          </a:cubicBezTo>
                          <a:cubicBezTo>
                            <a:pt x="12905" y="-92"/>
                            <a:pt x="2427" y="8100"/>
                            <a:pt x="332" y="18577"/>
                          </a:cubicBezTo>
                          <a:cubicBezTo>
                            <a:pt x="-335" y="21911"/>
                            <a:pt x="46" y="24959"/>
                            <a:pt x="1094" y="27721"/>
                          </a:cubicBezTo>
                          <a:cubicBezTo>
                            <a:pt x="5761" y="22006"/>
                            <a:pt x="13095" y="18291"/>
                            <a:pt x="20715" y="182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91" name="Forme libre : forme 12290">
                      <a:extLst>
                        <a:ext uri="{FF2B5EF4-FFF2-40B4-BE49-F238E27FC236}">
                          <a16:creationId xmlns:a16="http://schemas.microsoft.com/office/drawing/2014/main" id="{5EF2300A-6481-4170-B989-03369C79D6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4561" y="4363873"/>
                      <a:ext cx="17604" cy="17694"/>
                    </a:xfrm>
                    <a:custGeom>
                      <a:avLst/>
                      <a:gdLst>
                        <a:gd name="connsiteX0" fmla="*/ 450 w 17604"/>
                        <a:gd name="connsiteY0" fmla="*/ 12229 h 17694"/>
                        <a:gd name="connsiteX1" fmla="*/ 5974 w 17604"/>
                        <a:gd name="connsiteY1" fmla="*/ 704 h 17694"/>
                        <a:gd name="connsiteX2" fmla="*/ 17118 w 17604"/>
                        <a:gd name="connsiteY2" fmla="*/ 5371 h 17694"/>
                        <a:gd name="connsiteX3" fmla="*/ 11594 w 17604"/>
                        <a:gd name="connsiteY3" fmla="*/ 16992 h 17694"/>
                        <a:gd name="connsiteX4" fmla="*/ 450 w 17604"/>
                        <a:gd name="connsiteY4" fmla="*/ 12229 h 17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04" h="17694">
                          <a:moveTo>
                            <a:pt x="450" y="12229"/>
                          </a:moveTo>
                          <a:cubicBezTo>
                            <a:pt x="-1074" y="7752"/>
                            <a:pt x="1402" y="2514"/>
                            <a:pt x="5974" y="704"/>
                          </a:cubicBezTo>
                          <a:cubicBezTo>
                            <a:pt x="10546" y="-1201"/>
                            <a:pt x="15499" y="894"/>
                            <a:pt x="17118" y="5371"/>
                          </a:cubicBezTo>
                          <a:cubicBezTo>
                            <a:pt x="18738" y="9848"/>
                            <a:pt x="16166" y="15087"/>
                            <a:pt x="11594" y="16992"/>
                          </a:cubicBezTo>
                          <a:cubicBezTo>
                            <a:pt x="6831" y="18897"/>
                            <a:pt x="1878" y="16801"/>
                            <a:pt x="450" y="1222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92" name="Forme libre : forme 12291">
                      <a:extLst>
                        <a:ext uri="{FF2B5EF4-FFF2-40B4-BE49-F238E27FC236}">
                          <a16:creationId xmlns:a16="http://schemas.microsoft.com/office/drawing/2014/main" id="{1A66B7A8-947D-485E-A1C0-69F8A5AE86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5038" y="4374769"/>
                      <a:ext cx="6900" cy="6286"/>
                    </a:xfrm>
                    <a:custGeom>
                      <a:avLst/>
                      <a:gdLst>
                        <a:gd name="connsiteX0" fmla="*/ 69 w 6900"/>
                        <a:gd name="connsiteY0" fmla="*/ 3048 h 6286"/>
                        <a:gd name="connsiteX1" fmla="*/ 4070 w 6900"/>
                        <a:gd name="connsiteY1" fmla="*/ 0 h 6286"/>
                        <a:gd name="connsiteX2" fmla="*/ 6832 w 6900"/>
                        <a:gd name="connsiteY2" fmla="*/ 3143 h 6286"/>
                        <a:gd name="connsiteX3" fmla="*/ 2831 w 6900"/>
                        <a:gd name="connsiteY3" fmla="*/ 6287 h 6286"/>
                        <a:gd name="connsiteX4" fmla="*/ 69 w 6900"/>
                        <a:gd name="connsiteY4" fmla="*/ 3048 h 6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0" h="6286">
                          <a:moveTo>
                            <a:pt x="69" y="3048"/>
                          </a:moveTo>
                          <a:cubicBezTo>
                            <a:pt x="450" y="1334"/>
                            <a:pt x="2164" y="0"/>
                            <a:pt x="4070" y="0"/>
                          </a:cubicBezTo>
                          <a:cubicBezTo>
                            <a:pt x="5974" y="0"/>
                            <a:pt x="7213" y="1429"/>
                            <a:pt x="6832" y="3143"/>
                          </a:cubicBezTo>
                          <a:cubicBezTo>
                            <a:pt x="6451" y="4858"/>
                            <a:pt x="4736" y="6287"/>
                            <a:pt x="2831" y="6287"/>
                          </a:cubicBezTo>
                          <a:cubicBezTo>
                            <a:pt x="926" y="6191"/>
                            <a:pt x="-312" y="4763"/>
                            <a:pt x="69" y="30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293" name="Graphique 5">
                    <a:extLst>
                      <a:ext uri="{FF2B5EF4-FFF2-40B4-BE49-F238E27FC236}">
                        <a16:creationId xmlns:a16="http://schemas.microsoft.com/office/drawing/2014/main" id="{4E5CC336-31F3-40BA-AEEB-775CD51B5DD6}"/>
                      </a:ext>
                    </a:extLst>
                  </p:cNvPr>
                  <p:cNvGrpSpPr/>
                  <p:nvPr/>
                </p:nvGrpSpPr>
                <p:grpSpPr>
                  <a:xfrm>
                    <a:off x="3659218" y="4323517"/>
                    <a:ext cx="40580" cy="37348"/>
                    <a:chOff x="3659218" y="4323517"/>
                    <a:chExt cx="40580" cy="37348"/>
                  </a:xfrm>
                  <a:solidFill>
                    <a:schemeClr val="accent1"/>
                  </a:solidFill>
                </p:grpSpPr>
                <p:sp>
                  <p:nvSpPr>
                    <p:cNvPr id="12294" name="Forme libre : forme 12293">
                      <a:extLst>
                        <a:ext uri="{FF2B5EF4-FFF2-40B4-BE49-F238E27FC236}">
                          <a16:creationId xmlns:a16="http://schemas.microsoft.com/office/drawing/2014/main" id="{0FC1FDFD-B838-402C-B8A3-211254E829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9275" y="4323612"/>
                      <a:ext cx="40523" cy="37253"/>
                    </a:xfrm>
                    <a:custGeom>
                      <a:avLst/>
                      <a:gdLst>
                        <a:gd name="connsiteX0" fmla="*/ 304 w 40523"/>
                        <a:gd name="connsiteY0" fmla="*/ 18010 h 37253"/>
                        <a:gd name="connsiteX1" fmla="*/ 23259 w 40523"/>
                        <a:gd name="connsiteY1" fmla="*/ 7 h 37253"/>
                        <a:gd name="connsiteX2" fmla="*/ 40309 w 40523"/>
                        <a:gd name="connsiteY2" fmla="*/ 18867 h 37253"/>
                        <a:gd name="connsiteX3" fmla="*/ 16782 w 40523"/>
                        <a:gd name="connsiteY3" fmla="*/ 37250 h 37253"/>
                        <a:gd name="connsiteX4" fmla="*/ 304 w 40523"/>
                        <a:gd name="connsiteY4" fmla="*/ 18010 h 37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523" h="37253">
                          <a:moveTo>
                            <a:pt x="304" y="18010"/>
                          </a:moveTo>
                          <a:cubicBezTo>
                            <a:pt x="2209" y="7723"/>
                            <a:pt x="12305" y="-278"/>
                            <a:pt x="23259" y="7"/>
                          </a:cubicBezTo>
                          <a:cubicBezTo>
                            <a:pt x="34213" y="293"/>
                            <a:pt x="41928" y="8389"/>
                            <a:pt x="40309" y="18867"/>
                          </a:cubicBezTo>
                          <a:cubicBezTo>
                            <a:pt x="38594" y="29154"/>
                            <a:pt x="27926" y="37441"/>
                            <a:pt x="16782" y="37250"/>
                          </a:cubicBezTo>
                          <a:cubicBezTo>
                            <a:pt x="5638" y="37060"/>
                            <a:pt x="-1601" y="28297"/>
                            <a:pt x="304" y="1801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95" name="Forme libre : forme 12294">
                      <a:extLst>
                        <a:ext uri="{FF2B5EF4-FFF2-40B4-BE49-F238E27FC236}">
                          <a16:creationId xmlns:a16="http://schemas.microsoft.com/office/drawing/2014/main" id="{9FD0F1CB-C2C0-4288-9B96-80C2E53118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9218" y="4323517"/>
                      <a:ext cx="40485" cy="28106"/>
                    </a:xfrm>
                    <a:custGeom>
                      <a:avLst/>
                      <a:gdLst>
                        <a:gd name="connsiteX0" fmla="*/ 20077 w 40485"/>
                        <a:gd name="connsiteY0" fmla="*/ 18200 h 28106"/>
                        <a:gd name="connsiteX1" fmla="*/ 35889 w 40485"/>
                        <a:gd name="connsiteY1" fmla="*/ 28106 h 28106"/>
                        <a:gd name="connsiteX2" fmla="*/ 40270 w 40485"/>
                        <a:gd name="connsiteY2" fmla="*/ 18867 h 28106"/>
                        <a:gd name="connsiteX3" fmla="*/ 23221 w 40485"/>
                        <a:gd name="connsiteY3" fmla="*/ 7 h 28106"/>
                        <a:gd name="connsiteX4" fmla="*/ 265 w 40485"/>
                        <a:gd name="connsiteY4" fmla="*/ 18010 h 28106"/>
                        <a:gd name="connsiteX5" fmla="*/ 1123 w 40485"/>
                        <a:gd name="connsiteY5" fmla="*/ 27059 h 28106"/>
                        <a:gd name="connsiteX6" fmla="*/ 20077 w 40485"/>
                        <a:gd name="connsiteY6" fmla="*/ 18200 h 281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485" h="28106">
                          <a:moveTo>
                            <a:pt x="20077" y="18200"/>
                          </a:moveTo>
                          <a:cubicBezTo>
                            <a:pt x="27602" y="18391"/>
                            <a:pt x="33508" y="22391"/>
                            <a:pt x="35889" y="28106"/>
                          </a:cubicBezTo>
                          <a:cubicBezTo>
                            <a:pt x="38080" y="25344"/>
                            <a:pt x="39699" y="22296"/>
                            <a:pt x="40270" y="18867"/>
                          </a:cubicBezTo>
                          <a:cubicBezTo>
                            <a:pt x="41890" y="8485"/>
                            <a:pt x="34174" y="293"/>
                            <a:pt x="23221" y="7"/>
                          </a:cubicBezTo>
                          <a:cubicBezTo>
                            <a:pt x="12267" y="-278"/>
                            <a:pt x="2170" y="7723"/>
                            <a:pt x="265" y="18010"/>
                          </a:cubicBezTo>
                          <a:cubicBezTo>
                            <a:pt x="-306" y="21248"/>
                            <a:pt x="75" y="24392"/>
                            <a:pt x="1123" y="27059"/>
                          </a:cubicBezTo>
                          <a:cubicBezTo>
                            <a:pt x="5695" y="21629"/>
                            <a:pt x="12743" y="18105"/>
                            <a:pt x="20077" y="1820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96" name="Forme libre : forme 12295">
                      <a:extLst>
                        <a:ext uri="{FF2B5EF4-FFF2-40B4-BE49-F238E27FC236}">
                          <a16:creationId xmlns:a16="http://schemas.microsoft.com/office/drawing/2014/main" id="{9B66629F-FB76-41F3-963C-00A308F761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2737" y="4336319"/>
                      <a:ext cx="17067" cy="17557"/>
                    </a:xfrm>
                    <a:custGeom>
                      <a:avLst/>
                      <a:gdLst>
                        <a:gd name="connsiteX0" fmla="*/ 461 w 17067"/>
                        <a:gd name="connsiteY0" fmla="*/ 11970 h 17557"/>
                        <a:gd name="connsiteX1" fmla="*/ 5700 w 17067"/>
                        <a:gd name="connsiteY1" fmla="*/ 635 h 17557"/>
                        <a:gd name="connsiteX2" fmla="*/ 16559 w 17067"/>
                        <a:gd name="connsiteY2" fmla="*/ 5493 h 17557"/>
                        <a:gd name="connsiteX3" fmla="*/ 11320 w 17067"/>
                        <a:gd name="connsiteY3" fmla="*/ 16923 h 17557"/>
                        <a:gd name="connsiteX4" fmla="*/ 461 w 17067"/>
                        <a:gd name="connsiteY4" fmla="*/ 11970 h 17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67" h="17557">
                          <a:moveTo>
                            <a:pt x="461" y="11970"/>
                          </a:moveTo>
                          <a:cubicBezTo>
                            <a:pt x="-1063" y="7493"/>
                            <a:pt x="1319" y="2350"/>
                            <a:pt x="5700" y="635"/>
                          </a:cubicBezTo>
                          <a:cubicBezTo>
                            <a:pt x="10082" y="-1174"/>
                            <a:pt x="14940" y="1017"/>
                            <a:pt x="16559" y="5493"/>
                          </a:cubicBezTo>
                          <a:cubicBezTo>
                            <a:pt x="18178" y="9970"/>
                            <a:pt x="15797" y="15114"/>
                            <a:pt x="11320" y="16923"/>
                          </a:cubicBezTo>
                          <a:cubicBezTo>
                            <a:pt x="6748" y="18733"/>
                            <a:pt x="1890" y="16542"/>
                            <a:pt x="461" y="1197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97" name="Forme libre : forme 12296">
                      <a:extLst>
                        <a:ext uri="{FF2B5EF4-FFF2-40B4-BE49-F238E27FC236}">
                          <a16:creationId xmlns:a16="http://schemas.microsoft.com/office/drawing/2014/main" id="{74C90B2D-6D4D-41E0-98EF-5F3AF592C0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2965" y="4347237"/>
                      <a:ext cx="6656" cy="6196"/>
                    </a:xfrm>
                    <a:custGeom>
                      <a:avLst/>
                      <a:gdLst>
                        <a:gd name="connsiteX0" fmla="*/ 44 w 6656"/>
                        <a:gd name="connsiteY0" fmla="*/ 2958 h 6196"/>
                        <a:gd name="connsiteX1" fmla="*/ 3854 w 6656"/>
                        <a:gd name="connsiteY1" fmla="*/ 5 h 6196"/>
                        <a:gd name="connsiteX2" fmla="*/ 6616 w 6656"/>
                        <a:gd name="connsiteY2" fmla="*/ 3148 h 6196"/>
                        <a:gd name="connsiteX3" fmla="*/ 2711 w 6656"/>
                        <a:gd name="connsiteY3" fmla="*/ 6196 h 6196"/>
                        <a:gd name="connsiteX4" fmla="*/ 44 w 6656"/>
                        <a:gd name="connsiteY4" fmla="*/ 2958 h 6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56" h="6196">
                          <a:moveTo>
                            <a:pt x="44" y="2958"/>
                          </a:moveTo>
                          <a:cubicBezTo>
                            <a:pt x="329" y="1243"/>
                            <a:pt x="2044" y="-91"/>
                            <a:pt x="3854" y="5"/>
                          </a:cubicBezTo>
                          <a:cubicBezTo>
                            <a:pt x="5664" y="5"/>
                            <a:pt x="6902" y="1434"/>
                            <a:pt x="6616" y="3148"/>
                          </a:cubicBezTo>
                          <a:cubicBezTo>
                            <a:pt x="6330" y="4862"/>
                            <a:pt x="4616" y="6196"/>
                            <a:pt x="2711" y="6196"/>
                          </a:cubicBezTo>
                          <a:cubicBezTo>
                            <a:pt x="901" y="6006"/>
                            <a:pt x="-242" y="4577"/>
                            <a:pt x="44" y="29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298" name="Graphique 5">
                  <a:extLst>
                    <a:ext uri="{FF2B5EF4-FFF2-40B4-BE49-F238E27FC236}">
                      <a16:creationId xmlns:a16="http://schemas.microsoft.com/office/drawing/2014/main" id="{BD3C32A2-0454-45EE-A10F-5E5117971DCB}"/>
                    </a:ext>
                  </a:extLst>
                </p:cNvPr>
                <p:cNvGrpSpPr/>
                <p:nvPr/>
              </p:nvGrpSpPr>
              <p:grpSpPr>
                <a:xfrm>
                  <a:off x="3815518" y="4227136"/>
                  <a:ext cx="46841" cy="114401"/>
                  <a:chOff x="3815518" y="4227136"/>
                  <a:chExt cx="46841" cy="114401"/>
                </a:xfrm>
                <a:solidFill>
                  <a:schemeClr val="accent1"/>
                </a:solidFill>
              </p:grpSpPr>
              <p:grpSp>
                <p:nvGrpSpPr>
                  <p:cNvPr id="12299" name="Graphique 5">
                    <a:extLst>
                      <a:ext uri="{FF2B5EF4-FFF2-40B4-BE49-F238E27FC236}">
                        <a16:creationId xmlns:a16="http://schemas.microsoft.com/office/drawing/2014/main" id="{B52863BE-D419-4EB6-A567-26461D20B09B}"/>
                      </a:ext>
                    </a:extLst>
                  </p:cNvPr>
                  <p:cNvGrpSpPr/>
                  <p:nvPr/>
                </p:nvGrpSpPr>
                <p:grpSpPr>
                  <a:xfrm>
                    <a:off x="3822315" y="4227136"/>
                    <a:ext cx="39804" cy="38772"/>
                    <a:chOff x="3822315" y="4227136"/>
                    <a:chExt cx="39804" cy="38772"/>
                  </a:xfrm>
                  <a:solidFill>
                    <a:schemeClr val="accent1"/>
                  </a:solidFill>
                </p:grpSpPr>
                <p:sp>
                  <p:nvSpPr>
                    <p:cNvPr id="12300" name="Forme libre : forme 12299">
                      <a:extLst>
                        <a:ext uri="{FF2B5EF4-FFF2-40B4-BE49-F238E27FC236}">
                          <a16:creationId xmlns:a16="http://schemas.microsoft.com/office/drawing/2014/main" id="{5A96A627-72CA-45E0-AF67-73D85D1A57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2315" y="4227136"/>
                      <a:ext cx="39804" cy="38772"/>
                    </a:xfrm>
                    <a:custGeom>
                      <a:avLst/>
                      <a:gdLst>
                        <a:gd name="connsiteX0" fmla="*/ 36812 w 39804"/>
                        <a:gd name="connsiteY0" fmla="*/ 26380 h 38772"/>
                        <a:gd name="connsiteX1" fmla="*/ 9190 w 39804"/>
                        <a:gd name="connsiteY1" fmla="*/ 37333 h 38772"/>
                        <a:gd name="connsiteX2" fmla="*/ 2998 w 39804"/>
                        <a:gd name="connsiteY2" fmla="*/ 11997 h 38772"/>
                        <a:gd name="connsiteX3" fmla="*/ 30145 w 39804"/>
                        <a:gd name="connsiteY3" fmla="*/ 1233 h 38772"/>
                        <a:gd name="connsiteX4" fmla="*/ 36812 w 39804"/>
                        <a:gd name="connsiteY4" fmla="*/ 26380 h 38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04" h="38772">
                          <a:moveTo>
                            <a:pt x="36812" y="26380"/>
                          </a:moveTo>
                          <a:cubicBezTo>
                            <a:pt x="30907" y="36476"/>
                            <a:pt x="18334" y="41429"/>
                            <a:pt x="9190" y="37333"/>
                          </a:cubicBezTo>
                          <a:cubicBezTo>
                            <a:pt x="-50" y="33238"/>
                            <a:pt x="-2717" y="21807"/>
                            <a:pt x="2998" y="11997"/>
                          </a:cubicBezTo>
                          <a:cubicBezTo>
                            <a:pt x="8618" y="2186"/>
                            <a:pt x="20810" y="-2386"/>
                            <a:pt x="30145" y="1233"/>
                          </a:cubicBezTo>
                          <a:cubicBezTo>
                            <a:pt x="39384" y="4948"/>
                            <a:pt x="42813" y="16378"/>
                            <a:pt x="36812" y="2638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01" name="Forme libre : forme 12300">
                      <a:extLst>
                        <a:ext uri="{FF2B5EF4-FFF2-40B4-BE49-F238E27FC236}">
                          <a16:creationId xmlns:a16="http://schemas.microsoft.com/office/drawing/2014/main" id="{0BCE8639-DAC4-41C8-9954-BA95FE9DBD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2315" y="4231322"/>
                      <a:ext cx="39669" cy="34586"/>
                    </a:xfrm>
                    <a:custGeom>
                      <a:avLst/>
                      <a:gdLst>
                        <a:gd name="connsiteX0" fmla="*/ 19667 w 39669"/>
                        <a:gd name="connsiteY0" fmla="*/ 15526 h 34586"/>
                        <a:gd name="connsiteX1" fmla="*/ 10333 w 39669"/>
                        <a:gd name="connsiteY1" fmla="*/ 0 h 34586"/>
                        <a:gd name="connsiteX2" fmla="*/ 2998 w 39669"/>
                        <a:gd name="connsiteY2" fmla="*/ 7811 h 34586"/>
                        <a:gd name="connsiteX3" fmla="*/ 9190 w 39669"/>
                        <a:gd name="connsiteY3" fmla="*/ 33147 h 34586"/>
                        <a:gd name="connsiteX4" fmla="*/ 36812 w 39669"/>
                        <a:gd name="connsiteY4" fmla="*/ 22193 h 34586"/>
                        <a:gd name="connsiteX5" fmla="*/ 39670 w 39669"/>
                        <a:gd name="connsiteY5" fmla="*/ 12573 h 34586"/>
                        <a:gd name="connsiteX6" fmla="*/ 19667 w 39669"/>
                        <a:gd name="connsiteY6" fmla="*/ 15526 h 345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669" h="34586">
                          <a:moveTo>
                            <a:pt x="19667" y="15526"/>
                          </a:moveTo>
                          <a:cubicBezTo>
                            <a:pt x="13285" y="12859"/>
                            <a:pt x="10047" y="6668"/>
                            <a:pt x="10333" y="0"/>
                          </a:cubicBezTo>
                          <a:cubicBezTo>
                            <a:pt x="7380" y="2000"/>
                            <a:pt x="4808" y="4572"/>
                            <a:pt x="2998" y="7811"/>
                          </a:cubicBezTo>
                          <a:cubicBezTo>
                            <a:pt x="-2717" y="17621"/>
                            <a:pt x="-50" y="29051"/>
                            <a:pt x="9190" y="33147"/>
                          </a:cubicBezTo>
                          <a:cubicBezTo>
                            <a:pt x="18429" y="37243"/>
                            <a:pt x="30907" y="32290"/>
                            <a:pt x="36812" y="22193"/>
                          </a:cubicBezTo>
                          <a:cubicBezTo>
                            <a:pt x="38717" y="18955"/>
                            <a:pt x="39574" y="15716"/>
                            <a:pt x="39670" y="12573"/>
                          </a:cubicBezTo>
                          <a:cubicBezTo>
                            <a:pt x="33574" y="16764"/>
                            <a:pt x="25954" y="18193"/>
                            <a:pt x="19667" y="1552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02" name="Forme libre : forme 12301">
                      <a:extLst>
                        <a:ext uri="{FF2B5EF4-FFF2-40B4-BE49-F238E27FC236}">
                          <a16:creationId xmlns:a16="http://schemas.microsoft.com/office/drawing/2014/main" id="{CC9FBBCA-AA49-413C-B99A-4F2066B416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2126" y="4236832"/>
                      <a:ext cx="16665" cy="18614"/>
                    </a:xfrm>
                    <a:custGeom>
                      <a:avLst/>
                      <a:gdLst>
                        <a:gd name="connsiteX0" fmla="*/ 16620 w 16665"/>
                        <a:gd name="connsiteY0" fmla="*/ 8588 h 18614"/>
                        <a:gd name="connsiteX1" fmla="*/ 7381 w 16665"/>
                        <a:gd name="connsiteY1" fmla="*/ 18589 h 18614"/>
                        <a:gd name="connsiteX2" fmla="*/ 46 w 16665"/>
                        <a:gd name="connsiteY2" fmla="*/ 9921 h 18614"/>
                        <a:gd name="connsiteX3" fmla="*/ 9190 w 16665"/>
                        <a:gd name="connsiteY3" fmla="*/ 15 h 18614"/>
                        <a:gd name="connsiteX4" fmla="*/ 16620 w 16665"/>
                        <a:gd name="connsiteY4" fmla="*/ 8588 h 186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65" h="18614">
                          <a:moveTo>
                            <a:pt x="16620" y="8588"/>
                          </a:moveTo>
                          <a:cubicBezTo>
                            <a:pt x="16144" y="13731"/>
                            <a:pt x="11953" y="18208"/>
                            <a:pt x="7381" y="18589"/>
                          </a:cubicBezTo>
                          <a:cubicBezTo>
                            <a:pt x="2809" y="18970"/>
                            <a:pt x="-430" y="15064"/>
                            <a:pt x="46" y="9921"/>
                          </a:cubicBezTo>
                          <a:cubicBezTo>
                            <a:pt x="523" y="4778"/>
                            <a:pt x="4619" y="396"/>
                            <a:pt x="9190" y="15"/>
                          </a:cubicBezTo>
                          <a:cubicBezTo>
                            <a:pt x="13762" y="-271"/>
                            <a:pt x="17096" y="3539"/>
                            <a:pt x="16620" y="85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03" name="Forme libre : forme 12302">
                      <a:extLst>
                        <a:ext uri="{FF2B5EF4-FFF2-40B4-BE49-F238E27FC236}">
                          <a16:creationId xmlns:a16="http://schemas.microsoft.com/office/drawing/2014/main" id="{975259F1-36E6-42EA-AC9E-DFE1F4BAFA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4920" y="4236087"/>
                      <a:ext cx="6507" cy="6321"/>
                    </a:xfrm>
                    <a:custGeom>
                      <a:avLst/>
                      <a:gdLst>
                        <a:gd name="connsiteX0" fmla="*/ 6016 w 6507"/>
                        <a:gd name="connsiteY0" fmla="*/ 4284 h 6321"/>
                        <a:gd name="connsiteX1" fmla="*/ 1539 w 6507"/>
                        <a:gd name="connsiteY1" fmla="*/ 6094 h 6321"/>
                        <a:gd name="connsiteX2" fmla="*/ 491 w 6507"/>
                        <a:gd name="connsiteY2" fmla="*/ 1998 h 6321"/>
                        <a:gd name="connsiteX3" fmla="*/ 4968 w 6507"/>
                        <a:gd name="connsiteY3" fmla="*/ 189 h 6321"/>
                        <a:gd name="connsiteX4" fmla="*/ 6016 w 6507"/>
                        <a:gd name="connsiteY4" fmla="*/ 4284 h 6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07" h="6321">
                          <a:moveTo>
                            <a:pt x="6016" y="4284"/>
                          </a:moveTo>
                          <a:cubicBezTo>
                            <a:pt x="5063" y="5904"/>
                            <a:pt x="3063" y="6761"/>
                            <a:pt x="1539" y="6094"/>
                          </a:cubicBezTo>
                          <a:cubicBezTo>
                            <a:pt x="15" y="5427"/>
                            <a:pt x="-461" y="3618"/>
                            <a:pt x="491" y="1998"/>
                          </a:cubicBezTo>
                          <a:cubicBezTo>
                            <a:pt x="1444" y="379"/>
                            <a:pt x="3444" y="-383"/>
                            <a:pt x="4968" y="189"/>
                          </a:cubicBezTo>
                          <a:cubicBezTo>
                            <a:pt x="6492" y="760"/>
                            <a:pt x="6968" y="2665"/>
                            <a:pt x="6016" y="42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304" name="Graphique 5">
                    <a:extLst>
                      <a:ext uri="{FF2B5EF4-FFF2-40B4-BE49-F238E27FC236}">
                        <a16:creationId xmlns:a16="http://schemas.microsoft.com/office/drawing/2014/main" id="{DFC85180-F677-4726-BFBE-9D5EB9BC4BD8}"/>
                      </a:ext>
                    </a:extLst>
                  </p:cNvPr>
                  <p:cNvGrpSpPr/>
                  <p:nvPr/>
                </p:nvGrpSpPr>
                <p:grpSpPr>
                  <a:xfrm>
                    <a:off x="3815518" y="4265704"/>
                    <a:ext cx="40615" cy="39108"/>
                    <a:chOff x="3815518" y="4265704"/>
                    <a:chExt cx="40615" cy="39108"/>
                  </a:xfrm>
                  <a:solidFill>
                    <a:schemeClr val="accent1"/>
                  </a:solidFill>
                </p:grpSpPr>
                <p:sp>
                  <p:nvSpPr>
                    <p:cNvPr id="12305" name="Forme libre : forme 12304">
                      <a:extLst>
                        <a:ext uri="{FF2B5EF4-FFF2-40B4-BE49-F238E27FC236}">
                          <a16:creationId xmlns:a16="http://schemas.microsoft.com/office/drawing/2014/main" id="{0A5FA371-088F-4525-A69C-223740851C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5518" y="4265704"/>
                      <a:ext cx="40615" cy="39108"/>
                    </a:xfrm>
                    <a:custGeom>
                      <a:avLst/>
                      <a:gdLst>
                        <a:gd name="connsiteX0" fmla="*/ 37228 w 40615"/>
                        <a:gd name="connsiteY0" fmla="*/ 26959 h 39108"/>
                        <a:gd name="connsiteX1" fmla="*/ 8653 w 40615"/>
                        <a:gd name="connsiteY1" fmla="*/ 37532 h 39108"/>
                        <a:gd name="connsiteX2" fmla="*/ 3604 w 40615"/>
                        <a:gd name="connsiteY2" fmla="*/ 12005 h 39108"/>
                        <a:gd name="connsiteX3" fmla="*/ 31417 w 40615"/>
                        <a:gd name="connsiteY3" fmla="*/ 1432 h 39108"/>
                        <a:gd name="connsiteX4" fmla="*/ 37228 w 40615"/>
                        <a:gd name="connsiteY4" fmla="*/ 26959 h 39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615" h="39108">
                          <a:moveTo>
                            <a:pt x="37228" y="26959"/>
                          </a:moveTo>
                          <a:cubicBezTo>
                            <a:pt x="31131" y="37341"/>
                            <a:pt x="17797" y="41723"/>
                            <a:pt x="8653" y="37532"/>
                          </a:cubicBezTo>
                          <a:cubicBezTo>
                            <a:pt x="-587" y="33150"/>
                            <a:pt x="-2682" y="21625"/>
                            <a:pt x="3604" y="12005"/>
                          </a:cubicBezTo>
                          <a:cubicBezTo>
                            <a:pt x="9986" y="2385"/>
                            <a:pt x="21988" y="-2664"/>
                            <a:pt x="31417" y="1432"/>
                          </a:cubicBezTo>
                          <a:cubicBezTo>
                            <a:pt x="40752" y="5337"/>
                            <a:pt x="43514" y="16672"/>
                            <a:pt x="37228" y="2695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06" name="Forme libre : forme 12305">
                      <a:extLst>
                        <a:ext uri="{FF2B5EF4-FFF2-40B4-BE49-F238E27FC236}">
                          <a16:creationId xmlns:a16="http://schemas.microsoft.com/office/drawing/2014/main" id="{545147F0-1AA0-40B1-B141-3B100296CD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5518" y="4269899"/>
                      <a:ext cx="40466" cy="34873"/>
                    </a:xfrm>
                    <a:custGeom>
                      <a:avLst/>
                      <a:gdLst>
                        <a:gd name="connsiteX0" fmla="*/ 20273 w 40466"/>
                        <a:gd name="connsiteY0" fmla="*/ 15907 h 34873"/>
                        <a:gd name="connsiteX1" fmla="*/ 11415 w 40466"/>
                        <a:gd name="connsiteY1" fmla="*/ 0 h 34873"/>
                        <a:gd name="connsiteX2" fmla="*/ 3604 w 40466"/>
                        <a:gd name="connsiteY2" fmla="*/ 7715 h 34873"/>
                        <a:gd name="connsiteX3" fmla="*/ 8653 w 40466"/>
                        <a:gd name="connsiteY3" fmla="*/ 33242 h 34873"/>
                        <a:gd name="connsiteX4" fmla="*/ 37228 w 40466"/>
                        <a:gd name="connsiteY4" fmla="*/ 22669 h 34873"/>
                        <a:gd name="connsiteX5" fmla="*/ 40466 w 40466"/>
                        <a:gd name="connsiteY5" fmla="*/ 12859 h 34873"/>
                        <a:gd name="connsiteX6" fmla="*/ 20273 w 40466"/>
                        <a:gd name="connsiteY6" fmla="*/ 15907 h 348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466" h="34873">
                          <a:moveTo>
                            <a:pt x="20273" y="15907"/>
                          </a:moveTo>
                          <a:cubicBezTo>
                            <a:pt x="13891" y="13049"/>
                            <a:pt x="10938" y="6858"/>
                            <a:pt x="11415" y="0"/>
                          </a:cubicBezTo>
                          <a:cubicBezTo>
                            <a:pt x="8462" y="2096"/>
                            <a:pt x="5605" y="4572"/>
                            <a:pt x="3604" y="7715"/>
                          </a:cubicBezTo>
                          <a:cubicBezTo>
                            <a:pt x="-2682" y="17431"/>
                            <a:pt x="-587" y="28861"/>
                            <a:pt x="8653" y="33242"/>
                          </a:cubicBezTo>
                          <a:cubicBezTo>
                            <a:pt x="17797" y="37529"/>
                            <a:pt x="31131" y="33147"/>
                            <a:pt x="37228" y="22669"/>
                          </a:cubicBezTo>
                          <a:cubicBezTo>
                            <a:pt x="39228" y="19431"/>
                            <a:pt x="40180" y="16002"/>
                            <a:pt x="40466" y="12859"/>
                          </a:cubicBezTo>
                          <a:cubicBezTo>
                            <a:pt x="34084" y="17240"/>
                            <a:pt x="26464" y="18669"/>
                            <a:pt x="20273" y="159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07" name="Forme libre : forme 12306">
                      <a:extLst>
                        <a:ext uri="{FF2B5EF4-FFF2-40B4-BE49-F238E27FC236}">
                          <a16:creationId xmlns:a16="http://schemas.microsoft.com/office/drawing/2014/main" id="{634AA9D1-11A0-49B5-B1E5-004330C1D1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5772" y="4275598"/>
                      <a:ext cx="16869" cy="18984"/>
                    </a:xfrm>
                    <a:custGeom>
                      <a:avLst/>
                      <a:gdLst>
                        <a:gd name="connsiteX0" fmla="*/ 16783 w 16869"/>
                        <a:gd name="connsiteY0" fmla="*/ 8778 h 18984"/>
                        <a:gd name="connsiteX1" fmla="*/ 7162 w 16869"/>
                        <a:gd name="connsiteY1" fmla="*/ 18970 h 18984"/>
                        <a:gd name="connsiteX2" fmla="*/ 114 w 16869"/>
                        <a:gd name="connsiteY2" fmla="*/ 10112 h 18984"/>
                        <a:gd name="connsiteX3" fmla="*/ 9639 w 16869"/>
                        <a:gd name="connsiteY3" fmla="*/ 15 h 18984"/>
                        <a:gd name="connsiteX4" fmla="*/ 16783 w 16869"/>
                        <a:gd name="connsiteY4" fmla="*/ 8778 h 18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69" h="18984">
                          <a:moveTo>
                            <a:pt x="16783" y="8778"/>
                          </a:moveTo>
                          <a:cubicBezTo>
                            <a:pt x="16116" y="14017"/>
                            <a:pt x="11734" y="18589"/>
                            <a:pt x="7162" y="18970"/>
                          </a:cubicBezTo>
                          <a:cubicBezTo>
                            <a:pt x="2495" y="19256"/>
                            <a:pt x="-648" y="15255"/>
                            <a:pt x="114" y="10112"/>
                          </a:cubicBezTo>
                          <a:cubicBezTo>
                            <a:pt x="781" y="4873"/>
                            <a:pt x="5067" y="396"/>
                            <a:pt x="9639" y="15"/>
                          </a:cubicBezTo>
                          <a:cubicBezTo>
                            <a:pt x="14211" y="-271"/>
                            <a:pt x="17449" y="3540"/>
                            <a:pt x="16783" y="877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08" name="Forme libre : forme 12307">
                      <a:extLst>
                        <a:ext uri="{FF2B5EF4-FFF2-40B4-BE49-F238E27FC236}">
                          <a16:creationId xmlns:a16="http://schemas.microsoft.com/office/drawing/2014/main" id="{E913B611-AEDC-4BEC-BD25-FB39588882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8796" y="4274719"/>
                      <a:ext cx="6605" cy="6455"/>
                    </a:xfrm>
                    <a:custGeom>
                      <a:avLst/>
                      <a:gdLst>
                        <a:gd name="connsiteX0" fmla="*/ 6044 w 6605"/>
                        <a:gd name="connsiteY0" fmla="*/ 4419 h 6455"/>
                        <a:gd name="connsiteX1" fmla="*/ 1472 w 6605"/>
                        <a:gd name="connsiteY1" fmla="*/ 6228 h 6455"/>
                        <a:gd name="connsiteX2" fmla="*/ 519 w 6605"/>
                        <a:gd name="connsiteY2" fmla="*/ 2037 h 6455"/>
                        <a:gd name="connsiteX3" fmla="*/ 5091 w 6605"/>
                        <a:gd name="connsiteY3" fmla="*/ 228 h 6455"/>
                        <a:gd name="connsiteX4" fmla="*/ 6044 w 6605"/>
                        <a:gd name="connsiteY4" fmla="*/ 4419 h 6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05" h="6455">
                          <a:moveTo>
                            <a:pt x="6044" y="4419"/>
                          </a:moveTo>
                          <a:cubicBezTo>
                            <a:pt x="4996" y="6038"/>
                            <a:pt x="2996" y="6895"/>
                            <a:pt x="1472" y="6228"/>
                          </a:cubicBezTo>
                          <a:cubicBezTo>
                            <a:pt x="-52" y="5562"/>
                            <a:pt x="-433" y="3656"/>
                            <a:pt x="519" y="2037"/>
                          </a:cubicBezTo>
                          <a:cubicBezTo>
                            <a:pt x="1472" y="418"/>
                            <a:pt x="3567" y="-439"/>
                            <a:pt x="5091" y="228"/>
                          </a:cubicBezTo>
                          <a:cubicBezTo>
                            <a:pt x="6615" y="894"/>
                            <a:pt x="7092" y="2799"/>
                            <a:pt x="6044" y="44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309" name="Graphique 5">
                    <a:extLst>
                      <a:ext uri="{FF2B5EF4-FFF2-40B4-BE49-F238E27FC236}">
                        <a16:creationId xmlns:a16="http://schemas.microsoft.com/office/drawing/2014/main" id="{D9BD249F-6C2F-4673-8219-E05F49777AB4}"/>
                      </a:ext>
                    </a:extLst>
                  </p:cNvPr>
                  <p:cNvGrpSpPr/>
                  <p:nvPr/>
                </p:nvGrpSpPr>
                <p:grpSpPr>
                  <a:xfrm>
                    <a:off x="3820485" y="4302063"/>
                    <a:ext cx="41875" cy="39474"/>
                    <a:chOff x="3820485" y="4302063"/>
                    <a:chExt cx="41875" cy="39474"/>
                  </a:xfrm>
                  <a:solidFill>
                    <a:schemeClr val="accent1"/>
                  </a:solidFill>
                </p:grpSpPr>
                <p:sp>
                  <p:nvSpPr>
                    <p:cNvPr id="12310" name="Forme libre : forme 12309">
                      <a:extLst>
                        <a:ext uri="{FF2B5EF4-FFF2-40B4-BE49-F238E27FC236}">
                          <a16:creationId xmlns:a16="http://schemas.microsoft.com/office/drawing/2014/main" id="{D7920A45-3E3E-4CAD-904B-C1260139D7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0552" y="4302063"/>
                      <a:ext cx="41807" cy="39474"/>
                    </a:xfrm>
                    <a:custGeom>
                      <a:avLst/>
                      <a:gdLst>
                        <a:gd name="connsiteX0" fmla="*/ 37813 w 41807"/>
                        <a:gd name="connsiteY0" fmla="*/ 27271 h 39474"/>
                        <a:gd name="connsiteX1" fmla="*/ 8381 w 41807"/>
                        <a:gd name="connsiteY1" fmla="*/ 37844 h 39474"/>
                        <a:gd name="connsiteX2" fmla="*/ 3999 w 41807"/>
                        <a:gd name="connsiteY2" fmla="*/ 11841 h 39474"/>
                        <a:gd name="connsiteX3" fmla="*/ 32860 w 41807"/>
                        <a:gd name="connsiteY3" fmla="*/ 1459 h 39474"/>
                        <a:gd name="connsiteX4" fmla="*/ 37813 w 41807"/>
                        <a:gd name="connsiteY4" fmla="*/ 27271 h 394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807" h="39474">
                          <a:moveTo>
                            <a:pt x="37813" y="27271"/>
                          </a:moveTo>
                          <a:cubicBezTo>
                            <a:pt x="30955" y="37463"/>
                            <a:pt x="17620" y="42226"/>
                            <a:pt x="8381" y="37844"/>
                          </a:cubicBezTo>
                          <a:cubicBezTo>
                            <a:pt x="-858" y="33463"/>
                            <a:pt x="-2668" y="21747"/>
                            <a:pt x="3999" y="11841"/>
                          </a:cubicBezTo>
                          <a:cubicBezTo>
                            <a:pt x="10667" y="1935"/>
                            <a:pt x="23526" y="-2542"/>
                            <a:pt x="32860" y="1459"/>
                          </a:cubicBezTo>
                          <a:cubicBezTo>
                            <a:pt x="42194" y="5459"/>
                            <a:pt x="44861" y="17175"/>
                            <a:pt x="37813" y="272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11" name="Forme libre : forme 12310">
                      <a:extLst>
                        <a:ext uri="{FF2B5EF4-FFF2-40B4-BE49-F238E27FC236}">
                          <a16:creationId xmlns:a16="http://schemas.microsoft.com/office/drawing/2014/main" id="{A600B1D0-D27F-4AAD-B0BE-323CC912E1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0485" y="4306094"/>
                      <a:ext cx="41500" cy="35430"/>
                    </a:xfrm>
                    <a:custGeom>
                      <a:avLst/>
                      <a:gdLst>
                        <a:gd name="connsiteX0" fmla="*/ 20735 w 41500"/>
                        <a:gd name="connsiteY0" fmla="*/ 16097 h 35430"/>
                        <a:gd name="connsiteX1" fmla="*/ 12258 w 41500"/>
                        <a:gd name="connsiteY1" fmla="*/ 0 h 35430"/>
                        <a:gd name="connsiteX2" fmla="*/ 3972 w 41500"/>
                        <a:gd name="connsiteY2" fmla="*/ 7811 h 35430"/>
                        <a:gd name="connsiteX3" fmla="*/ 8353 w 41500"/>
                        <a:gd name="connsiteY3" fmla="*/ 33814 h 35430"/>
                        <a:gd name="connsiteX4" fmla="*/ 37785 w 41500"/>
                        <a:gd name="connsiteY4" fmla="*/ 23241 h 35430"/>
                        <a:gd name="connsiteX5" fmla="*/ 41500 w 41500"/>
                        <a:gd name="connsiteY5" fmla="*/ 13430 h 35430"/>
                        <a:gd name="connsiteX6" fmla="*/ 20735 w 41500"/>
                        <a:gd name="connsiteY6" fmla="*/ 16097 h 35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500" h="35430">
                          <a:moveTo>
                            <a:pt x="20735" y="16097"/>
                          </a:moveTo>
                          <a:cubicBezTo>
                            <a:pt x="14354" y="13240"/>
                            <a:pt x="11496" y="6858"/>
                            <a:pt x="12258" y="0"/>
                          </a:cubicBezTo>
                          <a:cubicBezTo>
                            <a:pt x="9115" y="2000"/>
                            <a:pt x="6162" y="4572"/>
                            <a:pt x="3972" y="7811"/>
                          </a:cubicBezTo>
                          <a:cubicBezTo>
                            <a:pt x="-2696" y="17716"/>
                            <a:pt x="-791" y="29432"/>
                            <a:pt x="8353" y="33814"/>
                          </a:cubicBezTo>
                          <a:cubicBezTo>
                            <a:pt x="17592" y="38195"/>
                            <a:pt x="30927" y="33338"/>
                            <a:pt x="37785" y="23241"/>
                          </a:cubicBezTo>
                          <a:cubicBezTo>
                            <a:pt x="39976" y="20003"/>
                            <a:pt x="41119" y="16669"/>
                            <a:pt x="41500" y="13430"/>
                          </a:cubicBezTo>
                          <a:cubicBezTo>
                            <a:pt x="35023" y="17716"/>
                            <a:pt x="27022" y="18955"/>
                            <a:pt x="20735" y="16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12" name="Forme libre : forme 12311">
                      <a:extLst>
                        <a:ext uri="{FF2B5EF4-FFF2-40B4-BE49-F238E27FC236}">
                          <a16:creationId xmlns:a16="http://schemas.microsoft.com/office/drawing/2014/main" id="{0B0A20EB-31AC-429B-BAAE-BC21934B6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1237" y="4312270"/>
                      <a:ext cx="17555" cy="18888"/>
                    </a:xfrm>
                    <a:custGeom>
                      <a:avLst/>
                      <a:gdLst>
                        <a:gd name="connsiteX0" fmla="*/ 17414 w 17555"/>
                        <a:gd name="connsiteY0" fmla="*/ 8873 h 18888"/>
                        <a:gd name="connsiteX1" fmla="*/ 7032 w 17555"/>
                        <a:gd name="connsiteY1" fmla="*/ 18874 h 18888"/>
                        <a:gd name="connsiteX2" fmla="*/ 174 w 17555"/>
                        <a:gd name="connsiteY2" fmla="*/ 9921 h 18888"/>
                        <a:gd name="connsiteX3" fmla="*/ 10461 w 17555"/>
                        <a:gd name="connsiteY3" fmla="*/ 15 h 18888"/>
                        <a:gd name="connsiteX4" fmla="*/ 17414 w 17555"/>
                        <a:gd name="connsiteY4" fmla="*/ 8873 h 18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55" h="18888">
                          <a:moveTo>
                            <a:pt x="17414" y="8873"/>
                          </a:moveTo>
                          <a:cubicBezTo>
                            <a:pt x="16462" y="14112"/>
                            <a:pt x="11795" y="18589"/>
                            <a:pt x="7032" y="18874"/>
                          </a:cubicBezTo>
                          <a:cubicBezTo>
                            <a:pt x="2270" y="19160"/>
                            <a:pt x="-778" y="15064"/>
                            <a:pt x="174" y="9921"/>
                          </a:cubicBezTo>
                          <a:cubicBezTo>
                            <a:pt x="1126" y="4682"/>
                            <a:pt x="5699" y="300"/>
                            <a:pt x="10461" y="15"/>
                          </a:cubicBezTo>
                          <a:cubicBezTo>
                            <a:pt x="15128" y="-271"/>
                            <a:pt x="18272" y="3634"/>
                            <a:pt x="17414" y="887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13" name="Forme libre : forme 12312">
                      <a:extLst>
                        <a:ext uri="{FF2B5EF4-FFF2-40B4-BE49-F238E27FC236}">
                          <a16:creationId xmlns:a16="http://schemas.microsoft.com/office/drawing/2014/main" id="{A0373CDC-F7E0-429E-B35F-00A0969B20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4747" y="4311282"/>
                      <a:ext cx="6853" cy="6427"/>
                    </a:xfrm>
                    <a:custGeom>
                      <a:avLst/>
                      <a:gdLst>
                        <a:gd name="connsiteX0" fmla="*/ 6189 w 6853"/>
                        <a:gd name="connsiteY0" fmla="*/ 4432 h 6427"/>
                        <a:gd name="connsiteX1" fmla="*/ 1427 w 6853"/>
                        <a:gd name="connsiteY1" fmla="*/ 6147 h 6427"/>
                        <a:gd name="connsiteX2" fmla="*/ 665 w 6853"/>
                        <a:gd name="connsiteY2" fmla="*/ 1956 h 6427"/>
                        <a:gd name="connsiteX3" fmla="*/ 5427 w 6853"/>
                        <a:gd name="connsiteY3" fmla="*/ 241 h 6427"/>
                        <a:gd name="connsiteX4" fmla="*/ 6189 w 6853"/>
                        <a:gd name="connsiteY4" fmla="*/ 4432 h 64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53" h="6427">
                          <a:moveTo>
                            <a:pt x="6189" y="4432"/>
                          </a:moveTo>
                          <a:cubicBezTo>
                            <a:pt x="5046" y="6051"/>
                            <a:pt x="2951" y="6909"/>
                            <a:pt x="1427" y="6147"/>
                          </a:cubicBezTo>
                          <a:cubicBezTo>
                            <a:pt x="-97" y="5480"/>
                            <a:pt x="-478" y="3575"/>
                            <a:pt x="665" y="1956"/>
                          </a:cubicBezTo>
                          <a:cubicBezTo>
                            <a:pt x="1807" y="336"/>
                            <a:pt x="3903" y="-426"/>
                            <a:pt x="5427" y="241"/>
                          </a:cubicBezTo>
                          <a:cubicBezTo>
                            <a:pt x="6951" y="908"/>
                            <a:pt x="7332" y="2813"/>
                            <a:pt x="6189" y="44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2314" name="Graphique 5">
                <a:extLst>
                  <a:ext uri="{FF2B5EF4-FFF2-40B4-BE49-F238E27FC236}">
                    <a16:creationId xmlns:a16="http://schemas.microsoft.com/office/drawing/2014/main" id="{AF77BE39-21AA-4A5A-83C4-DE1F20F656B0}"/>
                  </a:ext>
                </a:extLst>
              </p:cNvPr>
              <p:cNvGrpSpPr/>
              <p:nvPr/>
            </p:nvGrpSpPr>
            <p:grpSpPr>
              <a:xfrm>
                <a:off x="3201521" y="4038838"/>
                <a:ext cx="397287" cy="516810"/>
                <a:chOff x="3201521" y="4038838"/>
                <a:chExt cx="397287" cy="516810"/>
              </a:xfrm>
              <a:solidFill>
                <a:schemeClr val="accent1"/>
              </a:solidFill>
            </p:grpSpPr>
            <p:sp>
              <p:nvSpPr>
                <p:cNvPr id="12315" name="Forme libre : forme 12314">
                  <a:extLst>
                    <a:ext uri="{FF2B5EF4-FFF2-40B4-BE49-F238E27FC236}">
                      <a16:creationId xmlns:a16="http://schemas.microsoft.com/office/drawing/2014/main" id="{99BE583F-5035-429E-BE7F-B08A4474EDC0}"/>
                    </a:ext>
                  </a:extLst>
                </p:cNvPr>
                <p:cNvSpPr/>
                <p:nvPr/>
              </p:nvSpPr>
              <p:spPr>
                <a:xfrm>
                  <a:off x="3201521" y="4054521"/>
                  <a:ext cx="397287" cy="501127"/>
                </a:xfrm>
                <a:custGeom>
                  <a:avLst/>
                  <a:gdLst>
                    <a:gd name="connsiteX0" fmla="*/ 375285 w 397287"/>
                    <a:gd name="connsiteY0" fmla="*/ 369111 h 501127"/>
                    <a:gd name="connsiteX1" fmla="*/ 238411 w 397287"/>
                    <a:gd name="connsiteY1" fmla="*/ 383970 h 501127"/>
                    <a:gd name="connsiteX2" fmla="*/ 264795 w 397287"/>
                    <a:gd name="connsiteY2" fmla="*/ 332535 h 501127"/>
                    <a:gd name="connsiteX3" fmla="*/ 276796 w 397287"/>
                    <a:gd name="connsiteY3" fmla="*/ 277767 h 501127"/>
                    <a:gd name="connsiteX4" fmla="*/ 260509 w 397287"/>
                    <a:gd name="connsiteY4" fmla="*/ 166705 h 501127"/>
                    <a:gd name="connsiteX5" fmla="*/ 179165 w 397287"/>
                    <a:gd name="connsiteY5" fmla="*/ 34974 h 501127"/>
                    <a:gd name="connsiteX6" fmla="*/ 139636 w 397287"/>
                    <a:gd name="connsiteY6" fmla="*/ 6304 h 501127"/>
                    <a:gd name="connsiteX7" fmla="*/ 104680 w 397287"/>
                    <a:gd name="connsiteY7" fmla="*/ 780 h 501127"/>
                    <a:gd name="connsiteX8" fmla="*/ 73057 w 397287"/>
                    <a:gd name="connsiteY8" fmla="*/ 20401 h 501127"/>
                    <a:gd name="connsiteX9" fmla="*/ 59912 w 397287"/>
                    <a:gd name="connsiteY9" fmla="*/ 39832 h 501127"/>
                    <a:gd name="connsiteX10" fmla="*/ 48482 w 397287"/>
                    <a:gd name="connsiteY10" fmla="*/ 64692 h 501127"/>
                    <a:gd name="connsiteX11" fmla="*/ 32575 w 397287"/>
                    <a:gd name="connsiteY11" fmla="*/ 130129 h 501127"/>
                    <a:gd name="connsiteX12" fmla="*/ 28480 w 397287"/>
                    <a:gd name="connsiteY12" fmla="*/ 212711 h 501127"/>
                    <a:gd name="connsiteX13" fmla="*/ 55912 w 397287"/>
                    <a:gd name="connsiteY13" fmla="*/ 321772 h 501127"/>
                    <a:gd name="connsiteX14" fmla="*/ 87820 w 397287"/>
                    <a:gd name="connsiteY14" fmla="*/ 367778 h 501127"/>
                    <a:gd name="connsiteX15" fmla="*/ 131731 w 397287"/>
                    <a:gd name="connsiteY15" fmla="*/ 405116 h 501127"/>
                    <a:gd name="connsiteX16" fmla="*/ 0 w 397287"/>
                    <a:gd name="connsiteY16" fmla="*/ 443978 h 501127"/>
                    <a:gd name="connsiteX17" fmla="*/ 0 w 397287"/>
                    <a:gd name="connsiteY17" fmla="*/ 501128 h 501127"/>
                    <a:gd name="connsiteX18" fmla="*/ 192881 w 397287"/>
                    <a:gd name="connsiteY18" fmla="*/ 433977 h 501127"/>
                    <a:gd name="connsiteX19" fmla="*/ 397288 w 397287"/>
                    <a:gd name="connsiteY19" fmla="*/ 422166 h 501127"/>
                    <a:gd name="connsiteX20" fmla="*/ 375285 w 397287"/>
                    <a:gd name="connsiteY20" fmla="*/ 369111 h 501127"/>
                    <a:gd name="connsiteX21" fmla="*/ 81153 w 397287"/>
                    <a:gd name="connsiteY21" fmla="*/ 208710 h 501127"/>
                    <a:gd name="connsiteX22" fmla="*/ 88487 w 397287"/>
                    <a:gd name="connsiteY22" fmla="*/ 90600 h 501127"/>
                    <a:gd name="connsiteX23" fmla="*/ 115443 w 397287"/>
                    <a:gd name="connsiteY23" fmla="*/ 56691 h 501127"/>
                    <a:gd name="connsiteX24" fmla="*/ 159829 w 397287"/>
                    <a:gd name="connsiteY24" fmla="*/ 82790 h 501127"/>
                    <a:gd name="connsiteX25" fmla="*/ 210217 w 397287"/>
                    <a:gd name="connsiteY25" fmla="*/ 182993 h 501127"/>
                    <a:gd name="connsiteX26" fmla="*/ 216789 w 397287"/>
                    <a:gd name="connsiteY26" fmla="*/ 276719 h 501127"/>
                    <a:gd name="connsiteX27" fmla="*/ 203359 w 397287"/>
                    <a:gd name="connsiteY27" fmla="*/ 321201 h 501127"/>
                    <a:gd name="connsiteX28" fmla="*/ 178594 w 397287"/>
                    <a:gd name="connsiteY28" fmla="*/ 362063 h 501127"/>
                    <a:gd name="connsiteX29" fmla="*/ 110776 w 397287"/>
                    <a:gd name="connsiteY29" fmla="*/ 297674 h 501127"/>
                    <a:gd name="connsiteX30" fmla="*/ 81153 w 397287"/>
                    <a:gd name="connsiteY30" fmla="*/ 208710 h 50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97287" h="501127">
                      <a:moveTo>
                        <a:pt x="375285" y="369111"/>
                      </a:moveTo>
                      <a:cubicBezTo>
                        <a:pt x="329470" y="388352"/>
                        <a:pt x="280892" y="391876"/>
                        <a:pt x="238411" y="383970"/>
                      </a:cubicBezTo>
                      <a:cubicBezTo>
                        <a:pt x="249460" y="367397"/>
                        <a:pt x="258318" y="350157"/>
                        <a:pt x="264795" y="332535"/>
                      </a:cubicBezTo>
                      <a:cubicBezTo>
                        <a:pt x="271272" y="314914"/>
                        <a:pt x="275082" y="296150"/>
                        <a:pt x="276796" y="277767"/>
                      </a:cubicBezTo>
                      <a:cubicBezTo>
                        <a:pt x="280130" y="240810"/>
                        <a:pt x="274129" y="203376"/>
                        <a:pt x="260509" y="166705"/>
                      </a:cubicBezTo>
                      <a:cubicBezTo>
                        <a:pt x="237268" y="104793"/>
                        <a:pt x="206311" y="61454"/>
                        <a:pt x="179165" y="34974"/>
                      </a:cubicBezTo>
                      <a:cubicBezTo>
                        <a:pt x="165259" y="21258"/>
                        <a:pt x="152019" y="11638"/>
                        <a:pt x="139636" y="6304"/>
                      </a:cubicBezTo>
                      <a:cubicBezTo>
                        <a:pt x="127064" y="113"/>
                        <a:pt x="115538" y="-1030"/>
                        <a:pt x="104680" y="780"/>
                      </a:cubicBezTo>
                      <a:cubicBezTo>
                        <a:pt x="92774" y="2875"/>
                        <a:pt x="82486" y="10019"/>
                        <a:pt x="73057" y="20401"/>
                      </a:cubicBezTo>
                      <a:cubicBezTo>
                        <a:pt x="68390" y="25735"/>
                        <a:pt x="64008" y="32212"/>
                        <a:pt x="59912" y="39832"/>
                      </a:cubicBezTo>
                      <a:cubicBezTo>
                        <a:pt x="55817" y="47071"/>
                        <a:pt x="52007" y="55358"/>
                        <a:pt x="48482" y="64692"/>
                      </a:cubicBezTo>
                      <a:cubicBezTo>
                        <a:pt x="41529" y="83076"/>
                        <a:pt x="36195" y="105364"/>
                        <a:pt x="32575" y="130129"/>
                      </a:cubicBezTo>
                      <a:cubicBezTo>
                        <a:pt x="29051" y="154894"/>
                        <a:pt x="27337" y="182612"/>
                        <a:pt x="28480" y="212711"/>
                      </a:cubicBezTo>
                      <a:cubicBezTo>
                        <a:pt x="29908" y="251573"/>
                        <a:pt x="38671" y="289197"/>
                        <a:pt x="55912" y="321772"/>
                      </a:cubicBezTo>
                      <a:cubicBezTo>
                        <a:pt x="64484" y="338155"/>
                        <a:pt x="75152" y="353586"/>
                        <a:pt x="87820" y="367778"/>
                      </a:cubicBezTo>
                      <a:cubicBezTo>
                        <a:pt x="100489" y="381970"/>
                        <a:pt x="115157" y="394067"/>
                        <a:pt x="131731" y="405116"/>
                      </a:cubicBezTo>
                      <a:cubicBezTo>
                        <a:pt x="95631" y="429500"/>
                        <a:pt x="49435" y="443407"/>
                        <a:pt x="0" y="443978"/>
                      </a:cubicBezTo>
                      <a:lnTo>
                        <a:pt x="0" y="501128"/>
                      </a:lnTo>
                      <a:cubicBezTo>
                        <a:pt x="75152" y="501128"/>
                        <a:pt x="144399" y="474934"/>
                        <a:pt x="192881" y="433977"/>
                      </a:cubicBezTo>
                      <a:cubicBezTo>
                        <a:pt x="253270" y="453027"/>
                        <a:pt x="327469" y="451122"/>
                        <a:pt x="397288" y="422166"/>
                      </a:cubicBezTo>
                      <a:lnTo>
                        <a:pt x="375285" y="369111"/>
                      </a:lnTo>
                      <a:close/>
                      <a:moveTo>
                        <a:pt x="81153" y="208710"/>
                      </a:moveTo>
                      <a:cubicBezTo>
                        <a:pt x="74771" y="146607"/>
                        <a:pt x="82201" y="110127"/>
                        <a:pt x="88487" y="90600"/>
                      </a:cubicBezTo>
                      <a:cubicBezTo>
                        <a:pt x="95155" y="71169"/>
                        <a:pt x="104108" y="58501"/>
                        <a:pt x="115443" y="56691"/>
                      </a:cubicBezTo>
                      <a:cubicBezTo>
                        <a:pt x="126873" y="54786"/>
                        <a:pt x="142494" y="62120"/>
                        <a:pt x="159829" y="82790"/>
                      </a:cubicBezTo>
                      <a:cubicBezTo>
                        <a:pt x="176879" y="102602"/>
                        <a:pt x="196025" y="134987"/>
                        <a:pt x="210217" y="182993"/>
                      </a:cubicBezTo>
                      <a:cubicBezTo>
                        <a:pt x="219361" y="214330"/>
                        <a:pt x="221933" y="246048"/>
                        <a:pt x="216789" y="276719"/>
                      </a:cubicBezTo>
                      <a:cubicBezTo>
                        <a:pt x="214312" y="292245"/>
                        <a:pt x="209741" y="306818"/>
                        <a:pt x="203359" y="321201"/>
                      </a:cubicBezTo>
                      <a:cubicBezTo>
                        <a:pt x="196977" y="335393"/>
                        <a:pt x="188690" y="349490"/>
                        <a:pt x="178594" y="362063"/>
                      </a:cubicBezTo>
                      <a:cubicBezTo>
                        <a:pt x="150114" y="345966"/>
                        <a:pt x="127159" y="324344"/>
                        <a:pt x="110776" y="297674"/>
                      </a:cubicBezTo>
                      <a:cubicBezTo>
                        <a:pt x="94298" y="271385"/>
                        <a:pt x="84582" y="241286"/>
                        <a:pt x="81153" y="208710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316" name="Forme libre : forme 12315">
                  <a:extLst>
                    <a:ext uri="{FF2B5EF4-FFF2-40B4-BE49-F238E27FC236}">
                      <a16:creationId xmlns:a16="http://schemas.microsoft.com/office/drawing/2014/main" id="{76BDC61B-9F28-4942-9DA4-58E7D7E725D7}"/>
                    </a:ext>
                  </a:extLst>
                </p:cNvPr>
                <p:cNvSpPr/>
                <p:nvPr/>
              </p:nvSpPr>
              <p:spPr>
                <a:xfrm>
                  <a:off x="3229649" y="4054521"/>
                  <a:ext cx="233142" cy="233951"/>
                </a:xfrm>
                <a:custGeom>
                  <a:avLst/>
                  <a:gdLst>
                    <a:gd name="connsiteX0" fmla="*/ 23116 w 233142"/>
                    <a:gd name="connsiteY0" fmla="*/ 92029 h 233951"/>
                    <a:gd name="connsiteX1" fmla="*/ 35118 w 233142"/>
                    <a:gd name="connsiteY1" fmla="*/ 67074 h 233951"/>
                    <a:gd name="connsiteX2" fmla="*/ 48929 w 233142"/>
                    <a:gd name="connsiteY2" fmla="*/ 47643 h 233951"/>
                    <a:gd name="connsiteX3" fmla="*/ 82267 w 233142"/>
                    <a:gd name="connsiteY3" fmla="*/ 27735 h 233951"/>
                    <a:gd name="connsiteX4" fmla="*/ 116366 w 233142"/>
                    <a:gd name="connsiteY4" fmla="*/ 31831 h 233951"/>
                    <a:gd name="connsiteX5" fmla="*/ 154276 w 233142"/>
                    <a:gd name="connsiteY5" fmla="*/ 56120 h 233951"/>
                    <a:gd name="connsiteX6" fmla="*/ 233143 w 233142"/>
                    <a:gd name="connsiteY6" fmla="*/ 168991 h 233951"/>
                    <a:gd name="connsiteX7" fmla="*/ 232381 w 233142"/>
                    <a:gd name="connsiteY7" fmla="*/ 166705 h 233951"/>
                    <a:gd name="connsiteX8" fmla="*/ 151037 w 233142"/>
                    <a:gd name="connsiteY8" fmla="*/ 34974 h 233951"/>
                    <a:gd name="connsiteX9" fmla="*/ 111508 w 233142"/>
                    <a:gd name="connsiteY9" fmla="*/ 6304 h 233951"/>
                    <a:gd name="connsiteX10" fmla="*/ 76552 w 233142"/>
                    <a:gd name="connsiteY10" fmla="*/ 780 h 233951"/>
                    <a:gd name="connsiteX11" fmla="*/ 44929 w 233142"/>
                    <a:gd name="connsiteY11" fmla="*/ 20401 h 233951"/>
                    <a:gd name="connsiteX12" fmla="*/ 31784 w 233142"/>
                    <a:gd name="connsiteY12" fmla="*/ 39832 h 233951"/>
                    <a:gd name="connsiteX13" fmla="*/ 20354 w 233142"/>
                    <a:gd name="connsiteY13" fmla="*/ 64692 h 233951"/>
                    <a:gd name="connsiteX14" fmla="*/ 4447 w 233142"/>
                    <a:gd name="connsiteY14" fmla="*/ 130129 h 233951"/>
                    <a:gd name="connsiteX15" fmla="*/ 352 w 233142"/>
                    <a:gd name="connsiteY15" fmla="*/ 212711 h 233951"/>
                    <a:gd name="connsiteX16" fmla="*/ 1971 w 233142"/>
                    <a:gd name="connsiteY16" fmla="*/ 233952 h 233951"/>
                    <a:gd name="connsiteX17" fmla="*/ 6924 w 233142"/>
                    <a:gd name="connsiteY17" fmla="*/ 155180 h 233951"/>
                    <a:gd name="connsiteX18" fmla="*/ 23116 w 233142"/>
                    <a:gd name="connsiteY18" fmla="*/ 92029 h 233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33142" h="233951">
                      <a:moveTo>
                        <a:pt x="23116" y="92029"/>
                      </a:moveTo>
                      <a:cubicBezTo>
                        <a:pt x="26831" y="82695"/>
                        <a:pt x="30832" y="74503"/>
                        <a:pt x="35118" y="67074"/>
                      </a:cubicBezTo>
                      <a:cubicBezTo>
                        <a:pt x="39404" y="59549"/>
                        <a:pt x="44071" y="52977"/>
                        <a:pt x="48929" y="47643"/>
                      </a:cubicBezTo>
                      <a:cubicBezTo>
                        <a:pt x="58835" y="37165"/>
                        <a:pt x="69694" y="29926"/>
                        <a:pt x="82267" y="27735"/>
                      </a:cubicBezTo>
                      <a:cubicBezTo>
                        <a:pt x="92935" y="25926"/>
                        <a:pt x="104174" y="26592"/>
                        <a:pt x="116366" y="31831"/>
                      </a:cubicBezTo>
                      <a:cubicBezTo>
                        <a:pt x="128368" y="36403"/>
                        <a:pt x="141036" y="44309"/>
                        <a:pt x="154276" y="56120"/>
                      </a:cubicBezTo>
                      <a:cubicBezTo>
                        <a:pt x="180279" y="78789"/>
                        <a:pt x="209330" y="115842"/>
                        <a:pt x="233143" y="168991"/>
                      </a:cubicBezTo>
                      <a:lnTo>
                        <a:pt x="232381" y="166705"/>
                      </a:lnTo>
                      <a:cubicBezTo>
                        <a:pt x="209140" y="104793"/>
                        <a:pt x="178183" y="61454"/>
                        <a:pt x="151037" y="34974"/>
                      </a:cubicBezTo>
                      <a:cubicBezTo>
                        <a:pt x="137131" y="21258"/>
                        <a:pt x="123891" y="11638"/>
                        <a:pt x="111508" y="6304"/>
                      </a:cubicBezTo>
                      <a:cubicBezTo>
                        <a:pt x="98936" y="113"/>
                        <a:pt x="87410" y="-1030"/>
                        <a:pt x="76552" y="780"/>
                      </a:cubicBezTo>
                      <a:cubicBezTo>
                        <a:pt x="64646" y="2875"/>
                        <a:pt x="54358" y="10019"/>
                        <a:pt x="44929" y="20401"/>
                      </a:cubicBezTo>
                      <a:cubicBezTo>
                        <a:pt x="40262" y="25735"/>
                        <a:pt x="35880" y="32212"/>
                        <a:pt x="31784" y="39832"/>
                      </a:cubicBezTo>
                      <a:cubicBezTo>
                        <a:pt x="27688" y="47071"/>
                        <a:pt x="23879" y="55358"/>
                        <a:pt x="20354" y="64692"/>
                      </a:cubicBezTo>
                      <a:cubicBezTo>
                        <a:pt x="13401" y="83076"/>
                        <a:pt x="8067" y="105364"/>
                        <a:pt x="4447" y="130129"/>
                      </a:cubicBezTo>
                      <a:cubicBezTo>
                        <a:pt x="923" y="154894"/>
                        <a:pt x="-791" y="182612"/>
                        <a:pt x="352" y="212711"/>
                      </a:cubicBezTo>
                      <a:cubicBezTo>
                        <a:pt x="638" y="219855"/>
                        <a:pt x="1209" y="226998"/>
                        <a:pt x="1971" y="233952"/>
                      </a:cubicBezTo>
                      <a:cubicBezTo>
                        <a:pt x="1304" y="205282"/>
                        <a:pt x="3114" y="178802"/>
                        <a:pt x="6924" y="155180"/>
                      </a:cubicBezTo>
                      <a:cubicBezTo>
                        <a:pt x="10543" y="131082"/>
                        <a:pt x="16068" y="109841"/>
                        <a:pt x="23116" y="92029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317" name="Forme libre : forme 12316">
                  <a:extLst>
                    <a:ext uri="{FF2B5EF4-FFF2-40B4-BE49-F238E27FC236}">
                      <a16:creationId xmlns:a16="http://schemas.microsoft.com/office/drawing/2014/main" id="{F541AC5E-AADE-4D40-8E58-ECAF34DB365B}"/>
                    </a:ext>
                  </a:extLst>
                </p:cNvPr>
                <p:cNvSpPr/>
                <p:nvPr/>
              </p:nvSpPr>
              <p:spPr>
                <a:xfrm>
                  <a:off x="3289342" y="4317047"/>
                  <a:ext cx="177165" cy="219360"/>
                </a:xfrm>
                <a:custGeom>
                  <a:avLst/>
                  <a:gdLst>
                    <a:gd name="connsiteX0" fmla="*/ 0 w 177165"/>
                    <a:gd name="connsiteY0" fmla="*/ 219361 h 219360"/>
                    <a:gd name="connsiteX1" fmla="*/ 7715 w 177165"/>
                    <a:gd name="connsiteY1" fmla="*/ 216789 h 219360"/>
                    <a:gd name="connsiteX2" fmla="*/ 28194 w 177165"/>
                    <a:gd name="connsiteY2" fmla="*/ 208217 h 219360"/>
                    <a:gd name="connsiteX3" fmla="*/ 90488 w 177165"/>
                    <a:gd name="connsiteY3" fmla="*/ 169736 h 219360"/>
                    <a:gd name="connsiteX4" fmla="*/ 107252 w 177165"/>
                    <a:gd name="connsiteY4" fmla="*/ 155353 h 219360"/>
                    <a:gd name="connsiteX5" fmla="*/ 123254 w 177165"/>
                    <a:gd name="connsiteY5" fmla="*/ 138589 h 219360"/>
                    <a:gd name="connsiteX6" fmla="*/ 151162 w 177165"/>
                    <a:gd name="connsiteY6" fmla="*/ 99536 h 219360"/>
                    <a:gd name="connsiteX7" fmla="*/ 177165 w 177165"/>
                    <a:gd name="connsiteY7" fmla="*/ 0 h 219360"/>
                    <a:gd name="connsiteX8" fmla="*/ 173927 w 177165"/>
                    <a:gd name="connsiteY8" fmla="*/ 22193 h 219360"/>
                    <a:gd name="connsiteX9" fmla="*/ 154591 w 177165"/>
                    <a:gd name="connsiteY9" fmla="*/ 78200 h 219360"/>
                    <a:gd name="connsiteX10" fmla="*/ 102299 w 177165"/>
                    <a:gd name="connsiteY10" fmla="*/ 151638 h 219360"/>
                    <a:gd name="connsiteX11" fmla="*/ 58293 w 177165"/>
                    <a:gd name="connsiteY11" fmla="*/ 188024 h 219360"/>
                    <a:gd name="connsiteX12" fmla="*/ 31052 w 177165"/>
                    <a:gd name="connsiteY12" fmla="*/ 204502 h 219360"/>
                    <a:gd name="connsiteX13" fmla="*/ 16097 w 177165"/>
                    <a:gd name="connsiteY13" fmla="*/ 212408 h 219360"/>
                    <a:gd name="connsiteX14" fmla="*/ 0 w 177165"/>
                    <a:gd name="connsiteY14" fmla="*/ 219361 h 219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77165" h="219360">
                      <a:moveTo>
                        <a:pt x="0" y="219361"/>
                      </a:moveTo>
                      <a:cubicBezTo>
                        <a:pt x="0" y="219361"/>
                        <a:pt x="2667" y="218504"/>
                        <a:pt x="7715" y="216789"/>
                      </a:cubicBezTo>
                      <a:cubicBezTo>
                        <a:pt x="12668" y="215170"/>
                        <a:pt x="19717" y="212312"/>
                        <a:pt x="28194" y="208217"/>
                      </a:cubicBezTo>
                      <a:cubicBezTo>
                        <a:pt x="45149" y="200216"/>
                        <a:pt x="68009" y="188119"/>
                        <a:pt x="90488" y="169736"/>
                      </a:cubicBezTo>
                      <a:cubicBezTo>
                        <a:pt x="96107" y="165259"/>
                        <a:pt x="101727" y="160496"/>
                        <a:pt x="107252" y="155353"/>
                      </a:cubicBezTo>
                      <a:cubicBezTo>
                        <a:pt x="112681" y="150114"/>
                        <a:pt x="118110" y="144399"/>
                        <a:pt x="123254" y="138589"/>
                      </a:cubicBezTo>
                      <a:cubicBezTo>
                        <a:pt x="133541" y="126683"/>
                        <a:pt x="143161" y="114110"/>
                        <a:pt x="151162" y="99536"/>
                      </a:cubicBezTo>
                      <a:cubicBezTo>
                        <a:pt x="167164" y="70580"/>
                        <a:pt x="177260" y="37624"/>
                        <a:pt x="177165" y="0"/>
                      </a:cubicBezTo>
                      <a:cubicBezTo>
                        <a:pt x="177165" y="0"/>
                        <a:pt x="176784" y="8192"/>
                        <a:pt x="173927" y="22193"/>
                      </a:cubicBezTo>
                      <a:cubicBezTo>
                        <a:pt x="171164" y="36386"/>
                        <a:pt x="165450" y="55340"/>
                        <a:pt x="154591" y="78200"/>
                      </a:cubicBezTo>
                      <a:cubicBezTo>
                        <a:pt x="143828" y="101251"/>
                        <a:pt x="127159" y="126111"/>
                        <a:pt x="102299" y="151638"/>
                      </a:cubicBezTo>
                      <a:cubicBezTo>
                        <a:pt x="89821" y="163830"/>
                        <a:pt x="75248" y="176498"/>
                        <a:pt x="58293" y="188024"/>
                      </a:cubicBezTo>
                      <a:cubicBezTo>
                        <a:pt x="49816" y="193643"/>
                        <a:pt x="40672" y="199168"/>
                        <a:pt x="31052" y="204502"/>
                      </a:cubicBezTo>
                      <a:cubicBezTo>
                        <a:pt x="26194" y="207169"/>
                        <a:pt x="21241" y="209836"/>
                        <a:pt x="16097" y="212408"/>
                      </a:cubicBezTo>
                      <a:cubicBezTo>
                        <a:pt x="10763" y="214789"/>
                        <a:pt x="5429" y="217075"/>
                        <a:pt x="0" y="219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318" name="Forme libre : forme 12317">
                  <a:extLst>
                    <a:ext uri="{FF2B5EF4-FFF2-40B4-BE49-F238E27FC236}">
                      <a16:creationId xmlns:a16="http://schemas.microsoft.com/office/drawing/2014/main" id="{D96A37D7-3F53-4C63-B61C-A92450775AEC}"/>
                    </a:ext>
                  </a:extLst>
                </p:cNvPr>
                <p:cNvSpPr/>
                <p:nvPr/>
              </p:nvSpPr>
              <p:spPr>
                <a:xfrm>
                  <a:off x="3274645" y="4225512"/>
                  <a:ext cx="105469" cy="233838"/>
                </a:xfrm>
                <a:custGeom>
                  <a:avLst/>
                  <a:gdLst>
                    <a:gd name="connsiteX0" fmla="*/ 58416 w 105469"/>
                    <a:gd name="connsiteY0" fmla="*/ 233839 h 233838"/>
                    <a:gd name="connsiteX1" fmla="*/ 64322 w 105469"/>
                    <a:gd name="connsiteY1" fmla="*/ 229933 h 233838"/>
                    <a:gd name="connsiteX2" fmla="*/ 77943 w 105469"/>
                    <a:gd name="connsiteY2" fmla="*/ 219646 h 233838"/>
                    <a:gd name="connsiteX3" fmla="*/ 105470 w 105469"/>
                    <a:gd name="connsiteY3" fmla="*/ 191071 h 233838"/>
                    <a:gd name="connsiteX4" fmla="*/ 88134 w 105469"/>
                    <a:gd name="connsiteY4" fmla="*/ 180784 h 233838"/>
                    <a:gd name="connsiteX5" fmla="*/ 51558 w 105469"/>
                    <a:gd name="connsiteY5" fmla="*/ 147352 h 233838"/>
                    <a:gd name="connsiteX6" fmla="*/ 18126 w 105469"/>
                    <a:gd name="connsiteY6" fmla="*/ 87154 h 233838"/>
                    <a:gd name="connsiteX7" fmla="*/ 5552 w 105469"/>
                    <a:gd name="connsiteY7" fmla="*/ 0 h 233838"/>
                    <a:gd name="connsiteX8" fmla="*/ 2504 w 105469"/>
                    <a:gd name="connsiteY8" fmla="*/ 18002 h 233838"/>
                    <a:gd name="connsiteX9" fmla="*/ 123 w 105469"/>
                    <a:gd name="connsiteY9" fmla="*/ 64579 h 233838"/>
                    <a:gd name="connsiteX10" fmla="*/ 51844 w 105469"/>
                    <a:gd name="connsiteY10" fmla="*/ 200025 h 233838"/>
                    <a:gd name="connsiteX11" fmla="*/ 58416 w 105469"/>
                    <a:gd name="connsiteY11" fmla="*/ 233839 h 233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5469" h="233838">
                      <a:moveTo>
                        <a:pt x="58416" y="233839"/>
                      </a:moveTo>
                      <a:cubicBezTo>
                        <a:pt x="58416" y="233839"/>
                        <a:pt x="60607" y="232410"/>
                        <a:pt x="64322" y="229933"/>
                      </a:cubicBezTo>
                      <a:cubicBezTo>
                        <a:pt x="67941" y="227552"/>
                        <a:pt x="72799" y="224028"/>
                        <a:pt x="77943" y="219646"/>
                      </a:cubicBezTo>
                      <a:cubicBezTo>
                        <a:pt x="88325" y="211169"/>
                        <a:pt x="99850" y="200311"/>
                        <a:pt x="105470" y="191071"/>
                      </a:cubicBezTo>
                      <a:cubicBezTo>
                        <a:pt x="105470" y="191071"/>
                        <a:pt x="98421" y="187833"/>
                        <a:pt x="88134" y="180784"/>
                      </a:cubicBezTo>
                      <a:cubicBezTo>
                        <a:pt x="77847" y="173641"/>
                        <a:pt x="64417" y="163163"/>
                        <a:pt x="51558" y="147352"/>
                      </a:cubicBezTo>
                      <a:cubicBezTo>
                        <a:pt x="38700" y="131635"/>
                        <a:pt x="26508" y="111633"/>
                        <a:pt x="18126" y="87154"/>
                      </a:cubicBezTo>
                      <a:cubicBezTo>
                        <a:pt x="9743" y="62674"/>
                        <a:pt x="5076" y="33623"/>
                        <a:pt x="5552" y="0"/>
                      </a:cubicBezTo>
                      <a:cubicBezTo>
                        <a:pt x="5552" y="0"/>
                        <a:pt x="4028" y="6572"/>
                        <a:pt x="2504" y="18002"/>
                      </a:cubicBezTo>
                      <a:cubicBezTo>
                        <a:pt x="1076" y="29432"/>
                        <a:pt x="-448" y="45339"/>
                        <a:pt x="123" y="64579"/>
                      </a:cubicBezTo>
                      <a:cubicBezTo>
                        <a:pt x="1552" y="102775"/>
                        <a:pt x="9743" y="153924"/>
                        <a:pt x="51844" y="200025"/>
                      </a:cubicBezTo>
                      <a:cubicBezTo>
                        <a:pt x="64703" y="214027"/>
                        <a:pt x="58416" y="233839"/>
                        <a:pt x="58416" y="233839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319" name="Forme libre : forme 12318">
                  <a:extLst>
                    <a:ext uri="{FF2B5EF4-FFF2-40B4-BE49-F238E27FC236}">
                      <a16:creationId xmlns:a16="http://schemas.microsoft.com/office/drawing/2014/main" id="{5AD302F9-B0D3-472A-B542-A605CDDF815B}"/>
                    </a:ext>
                  </a:extLst>
                </p:cNvPr>
                <p:cNvSpPr/>
                <p:nvPr/>
              </p:nvSpPr>
              <p:spPr>
                <a:xfrm>
                  <a:off x="3427740" y="4433347"/>
                  <a:ext cx="121062" cy="23831"/>
                </a:xfrm>
                <a:custGeom>
                  <a:avLst/>
                  <a:gdLst>
                    <a:gd name="connsiteX0" fmla="*/ 12192 w 121062"/>
                    <a:gd name="connsiteY0" fmla="*/ 5049 h 23831"/>
                    <a:gd name="connsiteX1" fmla="*/ 0 w 121062"/>
                    <a:gd name="connsiteY1" fmla="*/ 22384 h 23831"/>
                    <a:gd name="connsiteX2" fmla="*/ 36767 w 121062"/>
                    <a:gd name="connsiteY2" fmla="*/ 23146 h 23831"/>
                    <a:gd name="connsiteX3" fmla="*/ 121063 w 121062"/>
                    <a:gd name="connsiteY3" fmla="*/ 0 h 23831"/>
                    <a:gd name="connsiteX4" fmla="*/ 112395 w 121062"/>
                    <a:gd name="connsiteY4" fmla="*/ 2572 h 23831"/>
                    <a:gd name="connsiteX5" fmla="*/ 88678 w 121062"/>
                    <a:gd name="connsiteY5" fmla="*/ 6858 h 23831"/>
                    <a:gd name="connsiteX6" fmla="*/ 53912 w 121062"/>
                    <a:gd name="connsiteY6" fmla="*/ 9239 h 23831"/>
                    <a:gd name="connsiteX7" fmla="*/ 12192 w 121062"/>
                    <a:gd name="connsiteY7" fmla="*/ 5049 h 23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1062" h="23831">
                      <a:moveTo>
                        <a:pt x="12192" y="5049"/>
                      </a:moveTo>
                      <a:cubicBezTo>
                        <a:pt x="12192" y="5049"/>
                        <a:pt x="6763" y="14669"/>
                        <a:pt x="0" y="22384"/>
                      </a:cubicBezTo>
                      <a:cubicBezTo>
                        <a:pt x="0" y="22384"/>
                        <a:pt x="14288" y="25051"/>
                        <a:pt x="36767" y="23146"/>
                      </a:cubicBezTo>
                      <a:cubicBezTo>
                        <a:pt x="59246" y="21812"/>
                        <a:pt x="90011" y="15716"/>
                        <a:pt x="121063" y="0"/>
                      </a:cubicBezTo>
                      <a:cubicBezTo>
                        <a:pt x="121063" y="0"/>
                        <a:pt x="118015" y="1048"/>
                        <a:pt x="112395" y="2572"/>
                      </a:cubicBezTo>
                      <a:cubicBezTo>
                        <a:pt x="106871" y="4001"/>
                        <a:pt x="98584" y="5525"/>
                        <a:pt x="88678" y="6858"/>
                      </a:cubicBezTo>
                      <a:cubicBezTo>
                        <a:pt x="78677" y="8096"/>
                        <a:pt x="66961" y="9620"/>
                        <a:pt x="53912" y="9239"/>
                      </a:cubicBezTo>
                      <a:cubicBezTo>
                        <a:pt x="40767" y="8954"/>
                        <a:pt x="26670" y="7716"/>
                        <a:pt x="12192" y="5049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2320" name="Graphique 5">
                  <a:extLst>
                    <a:ext uri="{FF2B5EF4-FFF2-40B4-BE49-F238E27FC236}">
                      <a16:creationId xmlns:a16="http://schemas.microsoft.com/office/drawing/2014/main" id="{C8CA3CBB-9EFC-46A3-BD3C-22F225DC1D39}"/>
                    </a:ext>
                  </a:extLst>
                </p:cNvPr>
                <p:cNvGrpSpPr/>
                <p:nvPr/>
              </p:nvGrpSpPr>
              <p:grpSpPr>
                <a:xfrm>
                  <a:off x="3387722" y="4342180"/>
                  <a:ext cx="95275" cy="81172"/>
                  <a:chOff x="3387722" y="4342180"/>
                  <a:chExt cx="95275" cy="81172"/>
                </a:xfrm>
                <a:solidFill>
                  <a:schemeClr val="accent1"/>
                </a:solidFill>
              </p:grpSpPr>
              <p:grpSp>
                <p:nvGrpSpPr>
                  <p:cNvPr id="12321" name="Graphique 5">
                    <a:extLst>
                      <a:ext uri="{FF2B5EF4-FFF2-40B4-BE49-F238E27FC236}">
                        <a16:creationId xmlns:a16="http://schemas.microsoft.com/office/drawing/2014/main" id="{D6431281-42EE-4408-B4AD-CAEC06180255}"/>
                      </a:ext>
                    </a:extLst>
                  </p:cNvPr>
                  <p:cNvGrpSpPr/>
                  <p:nvPr/>
                </p:nvGrpSpPr>
                <p:grpSpPr>
                  <a:xfrm>
                    <a:off x="3442613" y="4387383"/>
                    <a:ext cx="40384" cy="35970"/>
                    <a:chOff x="3442613" y="4387383"/>
                    <a:chExt cx="40384" cy="35970"/>
                  </a:xfrm>
                  <a:solidFill>
                    <a:schemeClr val="accent1"/>
                  </a:solidFill>
                </p:grpSpPr>
                <p:sp>
                  <p:nvSpPr>
                    <p:cNvPr id="12322" name="Forme libre : forme 12321">
                      <a:extLst>
                        <a:ext uri="{FF2B5EF4-FFF2-40B4-BE49-F238E27FC236}">
                          <a16:creationId xmlns:a16="http://schemas.microsoft.com/office/drawing/2014/main" id="{46DAC841-4AD5-4C18-B4BD-FBF9D3A6DD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2613" y="4387383"/>
                      <a:ext cx="40369" cy="35970"/>
                    </a:xfrm>
                    <a:custGeom>
                      <a:avLst/>
                      <a:gdLst>
                        <a:gd name="connsiteX0" fmla="*/ 558 w 40369"/>
                        <a:gd name="connsiteY0" fmla="*/ 23486 h 35970"/>
                        <a:gd name="connsiteX1" fmla="*/ 15131 w 40369"/>
                        <a:gd name="connsiteY1" fmla="*/ 816 h 35970"/>
                        <a:gd name="connsiteX2" fmla="*/ 39610 w 40369"/>
                        <a:gd name="connsiteY2" fmla="*/ 12056 h 35970"/>
                        <a:gd name="connsiteX3" fmla="*/ 25132 w 40369"/>
                        <a:gd name="connsiteY3" fmla="*/ 35011 h 35970"/>
                        <a:gd name="connsiteX4" fmla="*/ 558 w 40369"/>
                        <a:gd name="connsiteY4" fmla="*/ 23486 h 359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369" h="35970">
                          <a:moveTo>
                            <a:pt x="558" y="23486"/>
                          </a:moveTo>
                          <a:cubicBezTo>
                            <a:pt x="-2014" y="13961"/>
                            <a:pt x="4558" y="3864"/>
                            <a:pt x="15131" y="816"/>
                          </a:cubicBezTo>
                          <a:cubicBezTo>
                            <a:pt x="25704" y="-2041"/>
                            <a:pt x="36657" y="2816"/>
                            <a:pt x="39610" y="12056"/>
                          </a:cubicBezTo>
                          <a:cubicBezTo>
                            <a:pt x="42658" y="21486"/>
                            <a:pt x="36277" y="31963"/>
                            <a:pt x="25132" y="35011"/>
                          </a:cubicBezTo>
                          <a:cubicBezTo>
                            <a:pt x="14083" y="38249"/>
                            <a:pt x="3034" y="33011"/>
                            <a:pt x="558" y="234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23" name="Forme libre : forme 12322">
                      <a:extLst>
                        <a:ext uri="{FF2B5EF4-FFF2-40B4-BE49-F238E27FC236}">
                          <a16:creationId xmlns:a16="http://schemas.microsoft.com/office/drawing/2014/main" id="{E5F761DB-CD63-4EBB-8680-E0542C048C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2738" y="4387383"/>
                      <a:ext cx="40258" cy="31105"/>
                    </a:xfrm>
                    <a:custGeom>
                      <a:avLst/>
                      <a:gdLst>
                        <a:gd name="connsiteX0" fmla="*/ 19768 w 40258"/>
                        <a:gd name="connsiteY0" fmla="*/ 17580 h 31105"/>
                        <a:gd name="connsiteX1" fmla="*/ 39580 w 40258"/>
                        <a:gd name="connsiteY1" fmla="*/ 21390 h 31105"/>
                        <a:gd name="connsiteX2" fmla="*/ 39580 w 40258"/>
                        <a:gd name="connsiteY2" fmla="*/ 12056 h 31105"/>
                        <a:gd name="connsiteX3" fmla="*/ 15101 w 40258"/>
                        <a:gd name="connsiteY3" fmla="*/ 816 h 31105"/>
                        <a:gd name="connsiteX4" fmla="*/ 527 w 40258"/>
                        <a:gd name="connsiteY4" fmla="*/ 23486 h 31105"/>
                        <a:gd name="connsiteX5" fmla="*/ 5290 w 40258"/>
                        <a:gd name="connsiteY5" fmla="*/ 31106 h 31105"/>
                        <a:gd name="connsiteX6" fmla="*/ 19768 w 40258"/>
                        <a:gd name="connsiteY6" fmla="*/ 17580 h 31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258" h="31105">
                          <a:moveTo>
                            <a:pt x="19768" y="17580"/>
                          </a:moveTo>
                          <a:cubicBezTo>
                            <a:pt x="27102" y="15390"/>
                            <a:pt x="34627" y="17390"/>
                            <a:pt x="39580" y="21390"/>
                          </a:cubicBezTo>
                          <a:cubicBezTo>
                            <a:pt x="40437" y="18342"/>
                            <a:pt x="40532" y="15199"/>
                            <a:pt x="39580" y="12056"/>
                          </a:cubicBezTo>
                          <a:cubicBezTo>
                            <a:pt x="36627" y="2816"/>
                            <a:pt x="25673" y="-2041"/>
                            <a:pt x="15101" y="816"/>
                          </a:cubicBezTo>
                          <a:cubicBezTo>
                            <a:pt x="4528" y="3864"/>
                            <a:pt x="-1949" y="13961"/>
                            <a:pt x="527" y="23486"/>
                          </a:cubicBezTo>
                          <a:cubicBezTo>
                            <a:pt x="1385" y="26534"/>
                            <a:pt x="3099" y="29010"/>
                            <a:pt x="5290" y="31106"/>
                          </a:cubicBezTo>
                          <a:cubicBezTo>
                            <a:pt x="7195" y="25010"/>
                            <a:pt x="12529" y="19676"/>
                            <a:pt x="19768" y="1758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24" name="Forme libre : forme 12323">
                      <a:extLst>
                        <a:ext uri="{FF2B5EF4-FFF2-40B4-BE49-F238E27FC236}">
                          <a16:creationId xmlns:a16="http://schemas.microsoft.com/office/drawing/2014/main" id="{4F97CEE1-B7AA-4EA7-BABB-85D77285A3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7039" y="4402198"/>
                      <a:ext cx="18003" cy="16268"/>
                    </a:xfrm>
                    <a:custGeom>
                      <a:avLst/>
                      <a:gdLst>
                        <a:gd name="connsiteX0" fmla="*/ 2513 w 18003"/>
                        <a:gd name="connsiteY0" fmla="*/ 13338 h 16268"/>
                        <a:gd name="connsiteX1" fmla="*/ 2704 w 18003"/>
                        <a:gd name="connsiteY1" fmla="*/ 1908 h 16268"/>
                        <a:gd name="connsiteX2" fmla="*/ 15372 w 18003"/>
                        <a:gd name="connsiteY2" fmla="*/ 2860 h 16268"/>
                        <a:gd name="connsiteX3" fmla="*/ 15277 w 18003"/>
                        <a:gd name="connsiteY3" fmla="*/ 14290 h 16268"/>
                        <a:gd name="connsiteX4" fmla="*/ 2513 w 18003"/>
                        <a:gd name="connsiteY4" fmla="*/ 13338 h 162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03" h="16268">
                          <a:moveTo>
                            <a:pt x="2513" y="13338"/>
                          </a:moveTo>
                          <a:cubicBezTo>
                            <a:pt x="-916" y="9909"/>
                            <a:pt x="-821" y="4765"/>
                            <a:pt x="2704" y="1908"/>
                          </a:cubicBezTo>
                          <a:cubicBezTo>
                            <a:pt x="6228" y="-950"/>
                            <a:pt x="11848" y="-569"/>
                            <a:pt x="15372" y="2860"/>
                          </a:cubicBezTo>
                          <a:cubicBezTo>
                            <a:pt x="18896" y="6289"/>
                            <a:pt x="18896" y="11337"/>
                            <a:pt x="15277" y="14290"/>
                          </a:cubicBezTo>
                          <a:cubicBezTo>
                            <a:pt x="11657" y="17243"/>
                            <a:pt x="5942" y="16862"/>
                            <a:pt x="2513" y="1333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25" name="Forme libre : forme 12324">
                      <a:extLst>
                        <a:ext uri="{FF2B5EF4-FFF2-40B4-BE49-F238E27FC236}">
                          <a16:creationId xmlns:a16="http://schemas.microsoft.com/office/drawing/2014/main" id="{0C1D8168-3447-40A8-88A6-CE6FE70F31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9921" y="4410356"/>
                      <a:ext cx="6694" cy="5883"/>
                    </a:xfrm>
                    <a:custGeom>
                      <a:avLst/>
                      <a:gdLst>
                        <a:gd name="connsiteX0" fmla="*/ 109 w 6694"/>
                        <a:gd name="connsiteY0" fmla="*/ 3846 h 5883"/>
                        <a:gd name="connsiteX1" fmla="*/ 2490 w 6694"/>
                        <a:gd name="connsiteY1" fmla="*/ 132 h 5883"/>
                        <a:gd name="connsiteX2" fmla="*/ 6586 w 6694"/>
                        <a:gd name="connsiteY2" fmla="*/ 2037 h 5883"/>
                        <a:gd name="connsiteX3" fmla="*/ 4204 w 6694"/>
                        <a:gd name="connsiteY3" fmla="*/ 5751 h 5883"/>
                        <a:gd name="connsiteX4" fmla="*/ 109 w 6694"/>
                        <a:gd name="connsiteY4" fmla="*/ 3846 h 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94" h="5883">
                          <a:moveTo>
                            <a:pt x="109" y="3846"/>
                          </a:moveTo>
                          <a:cubicBezTo>
                            <a:pt x="-368" y="2322"/>
                            <a:pt x="775" y="608"/>
                            <a:pt x="2490" y="132"/>
                          </a:cubicBezTo>
                          <a:cubicBezTo>
                            <a:pt x="4204" y="-345"/>
                            <a:pt x="6109" y="513"/>
                            <a:pt x="6586" y="2037"/>
                          </a:cubicBezTo>
                          <a:cubicBezTo>
                            <a:pt x="7062" y="3561"/>
                            <a:pt x="5919" y="5275"/>
                            <a:pt x="4204" y="5751"/>
                          </a:cubicBezTo>
                          <a:cubicBezTo>
                            <a:pt x="2490" y="6228"/>
                            <a:pt x="490" y="5371"/>
                            <a:pt x="109" y="38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326" name="Graphique 5">
                    <a:extLst>
                      <a:ext uri="{FF2B5EF4-FFF2-40B4-BE49-F238E27FC236}">
                        <a16:creationId xmlns:a16="http://schemas.microsoft.com/office/drawing/2014/main" id="{2AE4400F-6D2B-41F9-93BE-5380F7531C26}"/>
                      </a:ext>
                    </a:extLst>
                  </p:cNvPr>
                  <p:cNvGrpSpPr/>
                  <p:nvPr/>
                </p:nvGrpSpPr>
                <p:grpSpPr>
                  <a:xfrm>
                    <a:off x="3418989" y="4360464"/>
                    <a:ext cx="38971" cy="36099"/>
                    <a:chOff x="3418989" y="4360464"/>
                    <a:chExt cx="38971" cy="36099"/>
                  </a:xfrm>
                  <a:solidFill>
                    <a:schemeClr val="accent1"/>
                  </a:solidFill>
                </p:grpSpPr>
                <p:sp>
                  <p:nvSpPr>
                    <p:cNvPr id="12327" name="Forme libre : forme 12326">
                      <a:extLst>
                        <a:ext uri="{FF2B5EF4-FFF2-40B4-BE49-F238E27FC236}">
                          <a16:creationId xmlns:a16="http://schemas.microsoft.com/office/drawing/2014/main" id="{15ECEEA8-50D4-4F42-934F-8F28560A96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8989" y="4360559"/>
                      <a:ext cx="38960" cy="36004"/>
                    </a:xfrm>
                    <a:custGeom>
                      <a:avLst/>
                      <a:gdLst>
                        <a:gd name="connsiteX0" fmla="*/ 464 w 38960"/>
                        <a:gd name="connsiteY0" fmla="*/ 23068 h 36004"/>
                        <a:gd name="connsiteX1" fmla="*/ 14657 w 38960"/>
                        <a:gd name="connsiteY1" fmla="*/ 779 h 36004"/>
                        <a:gd name="connsiteX2" fmla="*/ 38278 w 38960"/>
                        <a:gd name="connsiteY2" fmla="*/ 12591 h 36004"/>
                        <a:gd name="connsiteX3" fmla="*/ 24086 w 38960"/>
                        <a:gd name="connsiteY3" fmla="*/ 35165 h 36004"/>
                        <a:gd name="connsiteX4" fmla="*/ 464 w 38960"/>
                        <a:gd name="connsiteY4" fmla="*/ 23068 h 36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960" h="36004">
                          <a:moveTo>
                            <a:pt x="464" y="23068"/>
                          </a:moveTo>
                          <a:cubicBezTo>
                            <a:pt x="-1822" y="13638"/>
                            <a:pt x="4560" y="3732"/>
                            <a:pt x="14657" y="779"/>
                          </a:cubicBezTo>
                          <a:cubicBezTo>
                            <a:pt x="24848" y="-2078"/>
                            <a:pt x="35421" y="3161"/>
                            <a:pt x="38278" y="12591"/>
                          </a:cubicBezTo>
                          <a:cubicBezTo>
                            <a:pt x="41136" y="22020"/>
                            <a:pt x="34754" y="32117"/>
                            <a:pt x="24086" y="35165"/>
                          </a:cubicBezTo>
                          <a:cubicBezTo>
                            <a:pt x="13513" y="38213"/>
                            <a:pt x="2845" y="32688"/>
                            <a:pt x="464" y="2306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28" name="Forme libre : forme 12327">
                      <a:extLst>
                        <a:ext uri="{FF2B5EF4-FFF2-40B4-BE49-F238E27FC236}">
                          <a16:creationId xmlns:a16="http://schemas.microsoft.com/office/drawing/2014/main" id="{CA4B31DF-011B-4B5A-ADEB-9626DF2D65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9050" y="4360464"/>
                      <a:ext cx="38910" cy="30783"/>
                    </a:xfrm>
                    <a:custGeom>
                      <a:avLst/>
                      <a:gdLst>
                        <a:gd name="connsiteX0" fmla="*/ 19167 w 38910"/>
                        <a:gd name="connsiteY0" fmla="*/ 17639 h 30783"/>
                        <a:gd name="connsiteX1" fmla="*/ 38217 w 38910"/>
                        <a:gd name="connsiteY1" fmla="*/ 21830 h 30783"/>
                        <a:gd name="connsiteX2" fmla="*/ 38313 w 38910"/>
                        <a:gd name="connsiteY2" fmla="*/ 12590 h 30783"/>
                        <a:gd name="connsiteX3" fmla="*/ 14691 w 38910"/>
                        <a:gd name="connsiteY3" fmla="*/ 779 h 30783"/>
                        <a:gd name="connsiteX4" fmla="*/ 499 w 38910"/>
                        <a:gd name="connsiteY4" fmla="*/ 23068 h 30783"/>
                        <a:gd name="connsiteX5" fmla="*/ 5071 w 38910"/>
                        <a:gd name="connsiteY5" fmla="*/ 30783 h 30783"/>
                        <a:gd name="connsiteX6" fmla="*/ 19167 w 38910"/>
                        <a:gd name="connsiteY6" fmla="*/ 17639 h 30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910" h="30783">
                          <a:moveTo>
                            <a:pt x="19167" y="17639"/>
                          </a:moveTo>
                          <a:cubicBezTo>
                            <a:pt x="26311" y="15638"/>
                            <a:pt x="33455" y="17448"/>
                            <a:pt x="38217" y="21830"/>
                          </a:cubicBezTo>
                          <a:cubicBezTo>
                            <a:pt x="39075" y="18877"/>
                            <a:pt x="39170" y="15733"/>
                            <a:pt x="38313" y="12590"/>
                          </a:cubicBezTo>
                          <a:cubicBezTo>
                            <a:pt x="35455" y="3161"/>
                            <a:pt x="24882" y="-2078"/>
                            <a:pt x="14691" y="779"/>
                          </a:cubicBezTo>
                          <a:cubicBezTo>
                            <a:pt x="4499" y="3732"/>
                            <a:pt x="-1883" y="13638"/>
                            <a:pt x="499" y="23068"/>
                          </a:cubicBezTo>
                          <a:cubicBezTo>
                            <a:pt x="1260" y="26116"/>
                            <a:pt x="2880" y="28688"/>
                            <a:pt x="5071" y="30783"/>
                          </a:cubicBezTo>
                          <a:cubicBezTo>
                            <a:pt x="7071" y="24973"/>
                            <a:pt x="12119" y="19639"/>
                            <a:pt x="19167" y="1763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29" name="Forme libre : forme 12328">
                      <a:extLst>
                        <a:ext uri="{FF2B5EF4-FFF2-40B4-BE49-F238E27FC236}">
                          <a16:creationId xmlns:a16="http://schemas.microsoft.com/office/drawing/2014/main" id="{74DE7980-5E2D-463D-AE06-F92F447477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3248" y="4375320"/>
                      <a:ext cx="17350" cy="16223"/>
                    </a:xfrm>
                    <a:custGeom>
                      <a:avLst/>
                      <a:gdLst>
                        <a:gd name="connsiteX0" fmla="*/ 2396 w 17350"/>
                        <a:gd name="connsiteY0" fmla="*/ 13260 h 16223"/>
                        <a:gd name="connsiteX1" fmla="*/ 2682 w 17350"/>
                        <a:gd name="connsiteY1" fmla="*/ 1830 h 16223"/>
                        <a:gd name="connsiteX2" fmla="*/ 14874 w 17350"/>
                        <a:gd name="connsiteY2" fmla="*/ 2972 h 16223"/>
                        <a:gd name="connsiteX3" fmla="*/ 14683 w 17350"/>
                        <a:gd name="connsiteY3" fmla="*/ 14403 h 16223"/>
                        <a:gd name="connsiteX4" fmla="*/ 2396 w 17350"/>
                        <a:gd name="connsiteY4" fmla="*/ 13260 h 16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50" h="16223">
                          <a:moveTo>
                            <a:pt x="2396" y="13260"/>
                          </a:moveTo>
                          <a:cubicBezTo>
                            <a:pt x="-937" y="9640"/>
                            <a:pt x="-747" y="4687"/>
                            <a:pt x="2682" y="1830"/>
                          </a:cubicBezTo>
                          <a:cubicBezTo>
                            <a:pt x="6111" y="-1028"/>
                            <a:pt x="11540" y="-456"/>
                            <a:pt x="14874" y="2972"/>
                          </a:cubicBezTo>
                          <a:cubicBezTo>
                            <a:pt x="18208" y="6402"/>
                            <a:pt x="18208" y="11545"/>
                            <a:pt x="14683" y="14403"/>
                          </a:cubicBezTo>
                          <a:cubicBezTo>
                            <a:pt x="11255" y="17165"/>
                            <a:pt x="5730" y="16784"/>
                            <a:pt x="2396" y="1326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30" name="Forme libre : forme 12329">
                      <a:extLst>
                        <a:ext uri="{FF2B5EF4-FFF2-40B4-BE49-F238E27FC236}">
                          <a16:creationId xmlns:a16="http://schemas.microsoft.com/office/drawing/2014/main" id="{B3014717-BBDF-43E2-8A18-3F6ACFBBFB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5663" y="4383495"/>
                      <a:ext cx="6473" cy="5883"/>
                    </a:xfrm>
                    <a:custGeom>
                      <a:avLst/>
                      <a:gdLst>
                        <a:gd name="connsiteX0" fmla="*/ 78 w 6473"/>
                        <a:gd name="connsiteY0" fmla="*/ 3846 h 5883"/>
                        <a:gd name="connsiteX1" fmla="*/ 2459 w 6473"/>
                        <a:gd name="connsiteY1" fmla="*/ 132 h 5883"/>
                        <a:gd name="connsiteX2" fmla="*/ 6364 w 6473"/>
                        <a:gd name="connsiteY2" fmla="*/ 2037 h 5883"/>
                        <a:gd name="connsiteX3" fmla="*/ 3983 w 6473"/>
                        <a:gd name="connsiteY3" fmla="*/ 5751 h 5883"/>
                        <a:gd name="connsiteX4" fmla="*/ 78 w 6473"/>
                        <a:gd name="connsiteY4" fmla="*/ 3846 h 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3" h="5883">
                          <a:moveTo>
                            <a:pt x="78" y="3846"/>
                          </a:moveTo>
                          <a:cubicBezTo>
                            <a:pt x="-303" y="2322"/>
                            <a:pt x="745" y="608"/>
                            <a:pt x="2459" y="132"/>
                          </a:cubicBezTo>
                          <a:cubicBezTo>
                            <a:pt x="4174" y="-345"/>
                            <a:pt x="5888" y="513"/>
                            <a:pt x="6364" y="2037"/>
                          </a:cubicBezTo>
                          <a:cubicBezTo>
                            <a:pt x="6841" y="3561"/>
                            <a:pt x="5698" y="5275"/>
                            <a:pt x="3983" y="5751"/>
                          </a:cubicBezTo>
                          <a:cubicBezTo>
                            <a:pt x="2269" y="6228"/>
                            <a:pt x="554" y="5370"/>
                            <a:pt x="78" y="38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331" name="Graphique 5">
                    <a:extLst>
                      <a:ext uri="{FF2B5EF4-FFF2-40B4-BE49-F238E27FC236}">
                        <a16:creationId xmlns:a16="http://schemas.microsoft.com/office/drawing/2014/main" id="{EE647258-ABC8-4627-BED0-9B3CCDE30206}"/>
                      </a:ext>
                    </a:extLst>
                  </p:cNvPr>
                  <p:cNvGrpSpPr/>
                  <p:nvPr/>
                </p:nvGrpSpPr>
                <p:grpSpPr>
                  <a:xfrm>
                    <a:off x="3387722" y="4342180"/>
                    <a:ext cx="38020" cy="35693"/>
                    <a:chOff x="3387722" y="4342180"/>
                    <a:chExt cx="38020" cy="35693"/>
                  </a:xfrm>
                  <a:solidFill>
                    <a:schemeClr val="accent1"/>
                  </a:solidFill>
                </p:grpSpPr>
                <p:sp>
                  <p:nvSpPr>
                    <p:cNvPr id="12332" name="Forme libre : forme 12331">
                      <a:extLst>
                        <a:ext uri="{FF2B5EF4-FFF2-40B4-BE49-F238E27FC236}">
                          <a16:creationId xmlns:a16="http://schemas.microsoft.com/office/drawing/2014/main" id="{A625CE32-ABCC-4FB6-8699-5A65CA3461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7722" y="4342180"/>
                      <a:ext cx="38020" cy="35693"/>
                    </a:xfrm>
                    <a:custGeom>
                      <a:avLst/>
                      <a:gdLst>
                        <a:gd name="connsiteX0" fmla="*/ 394 w 38020"/>
                        <a:gd name="connsiteY0" fmla="*/ 22111 h 35693"/>
                        <a:gd name="connsiteX1" fmla="*/ 14776 w 38020"/>
                        <a:gd name="connsiteY1" fmla="*/ 489 h 35693"/>
                        <a:gd name="connsiteX2" fmla="*/ 37446 w 38020"/>
                        <a:gd name="connsiteY2" fmla="*/ 13158 h 35693"/>
                        <a:gd name="connsiteX3" fmla="*/ 23159 w 38020"/>
                        <a:gd name="connsiteY3" fmla="*/ 35160 h 35693"/>
                        <a:gd name="connsiteX4" fmla="*/ 394 w 38020"/>
                        <a:gd name="connsiteY4" fmla="*/ 22111 h 35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020" h="35693">
                          <a:moveTo>
                            <a:pt x="394" y="22111"/>
                          </a:moveTo>
                          <a:cubicBezTo>
                            <a:pt x="-1702" y="12491"/>
                            <a:pt x="4775" y="2870"/>
                            <a:pt x="14776" y="489"/>
                          </a:cubicBezTo>
                          <a:cubicBezTo>
                            <a:pt x="24778" y="-1702"/>
                            <a:pt x="34874" y="3633"/>
                            <a:pt x="37446" y="13158"/>
                          </a:cubicBezTo>
                          <a:cubicBezTo>
                            <a:pt x="40018" y="22683"/>
                            <a:pt x="33731" y="32874"/>
                            <a:pt x="23159" y="35160"/>
                          </a:cubicBezTo>
                          <a:cubicBezTo>
                            <a:pt x="12681" y="37542"/>
                            <a:pt x="2489" y="31731"/>
                            <a:pt x="394" y="2211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33" name="Forme libre : forme 12332">
                      <a:extLst>
                        <a:ext uri="{FF2B5EF4-FFF2-40B4-BE49-F238E27FC236}">
                          <a16:creationId xmlns:a16="http://schemas.microsoft.com/office/drawing/2014/main" id="{CB287EAE-1C82-4D67-8E1F-41A06A2D1E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7817" y="4342180"/>
                      <a:ext cx="37923" cy="29921"/>
                    </a:xfrm>
                    <a:custGeom>
                      <a:avLst/>
                      <a:gdLst>
                        <a:gd name="connsiteX0" fmla="*/ 18682 w 37923"/>
                        <a:gd name="connsiteY0" fmla="*/ 17444 h 29921"/>
                        <a:gd name="connsiteX1" fmla="*/ 37161 w 37923"/>
                        <a:gd name="connsiteY1" fmla="*/ 22397 h 29921"/>
                        <a:gd name="connsiteX2" fmla="*/ 37446 w 37923"/>
                        <a:gd name="connsiteY2" fmla="*/ 13158 h 29921"/>
                        <a:gd name="connsiteX3" fmla="*/ 14777 w 37923"/>
                        <a:gd name="connsiteY3" fmla="*/ 489 h 29921"/>
                        <a:gd name="connsiteX4" fmla="*/ 394 w 37923"/>
                        <a:gd name="connsiteY4" fmla="*/ 22111 h 29921"/>
                        <a:gd name="connsiteX5" fmla="*/ 4680 w 37923"/>
                        <a:gd name="connsiteY5" fmla="*/ 29921 h 29921"/>
                        <a:gd name="connsiteX6" fmla="*/ 18682 w 37923"/>
                        <a:gd name="connsiteY6" fmla="*/ 17444 h 299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923" h="29921">
                          <a:moveTo>
                            <a:pt x="18682" y="17444"/>
                          </a:moveTo>
                          <a:cubicBezTo>
                            <a:pt x="25635" y="15825"/>
                            <a:pt x="32588" y="18111"/>
                            <a:pt x="37161" y="22397"/>
                          </a:cubicBezTo>
                          <a:cubicBezTo>
                            <a:pt x="38018" y="19444"/>
                            <a:pt x="38208" y="16301"/>
                            <a:pt x="37446" y="13158"/>
                          </a:cubicBezTo>
                          <a:cubicBezTo>
                            <a:pt x="34874" y="3633"/>
                            <a:pt x="24778" y="-1702"/>
                            <a:pt x="14777" y="489"/>
                          </a:cubicBezTo>
                          <a:cubicBezTo>
                            <a:pt x="4775" y="2775"/>
                            <a:pt x="-1702" y="12491"/>
                            <a:pt x="394" y="22111"/>
                          </a:cubicBezTo>
                          <a:cubicBezTo>
                            <a:pt x="1061" y="25159"/>
                            <a:pt x="2585" y="27826"/>
                            <a:pt x="4680" y="29921"/>
                          </a:cubicBezTo>
                          <a:cubicBezTo>
                            <a:pt x="6680" y="24016"/>
                            <a:pt x="11824" y="19063"/>
                            <a:pt x="18682" y="1744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34" name="Forme libre : forme 12333">
                      <a:extLst>
                        <a:ext uri="{FF2B5EF4-FFF2-40B4-BE49-F238E27FC236}">
                          <a16:creationId xmlns:a16="http://schemas.microsoft.com/office/drawing/2014/main" id="{39E0A98E-278B-4738-9A1C-B00D67CD0B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1832" y="4356447"/>
                      <a:ext cx="16838" cy="16218"/>
                    </a:xfrm>
                    <a:custGeom>
                      <a:avLst/>
                      <a:gdLst>
                        <a:gd name="connsiteX0" fmla="*/ 2189 w 16838"/>
                        <a:gd name="connsiteY0" fmla="*/ 12893 h 16218"/>
                        <a:gd name="connsiteX1" fmla="*/ 2761 w 16838"/>
                        <a:gd name="connsiteY1" fmla="*/ 1558 h 16218"/>
                        <a:gd name="connsiteX2" fmla="*/ 14572 w 16838"/>
                        <a:gd name="connsiteY2" fmla="*/ 3368 h 16218"/>
                        <a:gd name="connsiteX3" fmla="*/ 14096 w 16838"/>
                        <a:gd name="connsiteY3" fmla="*/ 14702 h 16218"/>
                        <a:gd name="connsiteX4" fmla="*/ 2189 w 16838"/>
                        <a:gd name="connsiteY4" fmla="*/ 12893 h 16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38" h="16218">
                          <a:moveTo>
                            <a:pt x="2189" y="12893"/>
                          </a:moveTo>
                          <a:cubicBezTo>
                            <a:pt x="-954" y="9273"/>
                            <a:pt x="-668" y="4129"/>
                            <a:pt x="2761" y="1558"/>
                          </a:cubicBezTo>
                          <a:cubicBezTo>
                            <a:pt x="6190" y="-1109"/>
                            <a:pt x="11429" y="-252"/>
                            <a:pt x="14572" y="3368"/>
                          </a:cubicBezTo>
                          <a:cubicBezTo>
                            <a:pt x="17715" y="6987"/>
                            <a:pt x="17620" y="12035"/>
                            <a:pt x="14096" y="14702"/>
                          </a:cubicBezTo>
                          <a:cubicBezTo>
                            <a:pt x="10667" y="17274"/>
                            <a:pt x="5333" y="16512"/>
                            <a:pt x="2189" y="1289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35" name="Forme libre : forme 12334">
                      <a:extLst>
                        <a:ext uri="{FF2B5EF4-FFF2-40B4-BE49-F238E27FC236}">
                          <a16:creationId xmlns:a16="http://schemas.microsoft.com/office/drawing/2014/main" id="{ECDDD428-513D-4669-A683-4ADCD84C92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3849" y="4364969"/>
                      <a:ext cx="6347" cy="5826"/>
                    </a:xfrm>
                    <a:custGeom>
                      <a:avLst/>
                      <a:gdLst>
                        <a:gd name="connsiteX0" fmla="*/ 78 w 6347"/>
                        <a:gd name="connsiteY0" fmla="*/ 3608 h 5826"/>
                        <a:gd name="connsiteX1" fmla="*/ 2459 w 6347"/>
                        <a:gd name="connsiteY1" fmla="*/ 84 h 5826"/>
                        <a:gd name="connsiteX2" fmla="*/ 6270 w 6347"/>
                        <a:gd name="connsiteY2" fmla="*/ 2180 h 5826"/>
                        <a:gd name="connsiteX3" fmla="*/ 3888 w 6347"/>
                        <a:gd name="connsiteY3" fmla="*/ 5704 h 5826"/>
                        <a:gd name="connsiteX4" fmla="*/ 78 w 6347"/>
                        <a:gd name="connsiteY4" fmla="*/ 3608 h 5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47" h="5826">
                          <a:moveTo>
                            <a:pt x="78" y="3608"/>
                          </a:moveTo>
                          <a:cubicBezTo>
                            <a:pt x="-303" y="1989"/>
                            <a:pt x="745" y="465"/>
                            <a:pt x="2459" y="84"/>
                          </a:cubicBezTo>
                          <a:cubicBezTo>
                            <a:pt x="4174" y="-297"/>
                            <a:pt x="5888" y="656"/>
                            <a:pt x="6270" y="2180"/>
                          </a:cubicBezTo>
                          <a:cubicBezTo>
                            <a:pt x="6650" y="3704"/>
                            <a:pt x="5603" y="5323"/>
                            <a:pt x="3888" y="5704"/>
                          </a:cubicBezTo>
                          <a:cubicBezTo>
                            <a:pt x="2079" y="6180"/>
                            <a:pt x="459" y="5228"/>
                            <a:pt x="78" y="360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336" name="Graphique 5">
                  <a:extLst>
                    <a:ext uri="{FF2B5EF4-FFF2-40B4-BE49-F238E27FC236}">
                      <a16:creationId xmlns:a16="http://schemas.microsoft.com/office/drawing/2014/main" id="{A12E2173-6B53-4751-A4F4-51EE478E8410}"/>
                    </a:ext>
                  </a:extLst>
                </p:cNvPr>
                <p:cNvGrpSpPr/>
                <p:nvPr/>
              </p:nvGrpSpPr>
              <p:grpSpPr>
                <a:xfrm>
                  <a:off x="3402287" y="4222864"/>
                  <a:ext cx="87953" cy="79363"/>
                  <a:chOff x="3402287" y="4222864"/>
                  <a:chExt cx="87953" cy="79363"/>
                </a:xfrm>
                <a:solidFill>
                  <a:schemeClr val="accent1"/>
                </a:solidFill>
              </p:grpSpPr>
              <p:grpSp>
                <p:nvGrpSpPr>
                  <p:cNvPr id="12337" name="Graphique 5">
                    <a:extLst>
                      <a:ext uri="{FF2B5EF4-FFF2-40B4-BE49-F238E27FC236}">
                        <a16:creationId xmlns:a16="http://schemas.microsoft.com/office/drawing/2014/main" id="{189F3DE0-DD00-45D8-A83B-98C73E0DCAF6}"/>
                      </a:ext>
                    </a:extLst>
                  </p:cNvPr>
                  <p:cNvGrpSpPr/>
                  <p:nvPr/>
                </p:nvGrpSpPr>
                <p:grpSpPr>
                  <a:xfrm>
                    <a:off x="3454453" y="4266700"/>
                    <a:ext cx="35786" cy="35528"/>
                    <a:chOff x="3454453" y="4266700"/>
                    <a:chExt cx="35786" cy="35528"/>
                  </a:xfrm>
                  <a:solidFill>
                    <a:schemeClr val="accent1"/>
                  </a:solidFill>
                </p:grpSpPr>
                <p:sp>
                  <p:nvSpPr>
                    <p:cNvPr id="12338" name="Forme libre : forme 12337">
                      <a:extLst>
                        <a:ext uri="{FF2B5EF4-FFF2-40B4-BE49-F238E27FC236}">
                          <a16:creationId xmlns:a16="http://schemas.microsoft.com/office/drawing/2014/main" id="{5CFB4CA7-68F6-416B-B419-1FA8C478FA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4463" y="4266700"/>
                      <a:ext cx="35777" cy="35528"/>
                    </a:xfrm>
                    <a:custGeom>
                      <a:avLst/>
                      <a:gdLst>
                        <a:gd name="connsiteX0" fmla="*/ 900 w 35777"/>
                        <a:gd name="connsiteY0" fmla="*/ 23487 h 35528"/>
                        <a:gd name="connsiteX1" fmla="*/ 11854 w 35777"/>
                        <a:gd name="connsiteY1" fmla="*/ 913 h 35528"/>
                        <a:gd name="connsiteX2" fmla="*/ 34618 w 35777"/>
                        <a:gd name="connsiteY2" fmla="*/ 11581 h 35528"/>
                        <a:gd name="connsiteX3" fmla="*/ 23760 w 35777"/>
                        <a:gd name="connsiteY3" fmla="*/ 34536 h 35528"/>
                        <a:gd name="connsiteX4" fmla="*/ 900 w 35777"/>
                        <a:gd name="connsiteY4" fmla="*/ 23487 h 35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77" h="35528">
                          <a:moveTo>
                            <a:pt x="900" y="23487"/>
                          </a:moveTo>
                          <a:cubicBezTo>
                            <a:pt x="-2148" y="14153"/>
                            <a:pt x="2805" y="4056"/>
                            <a:pt x="11854" y="913"/>
                          </a:cubicBezTo>
                          <a:cubicBezTo>
                            <a:pt x="20998" y="-2040"/>
                            <a:pt x="30999" y="2342"/>
                            <a:pt x="34618" y="11581"/>
                          </a:cubicBezTo>
                          <a:cubicBezTo>
                            <a:pt x="38142" y="20725"/>
                            <a:pt x="33380" y="31393"/>
                            <a:pt x="23760" y="34536"/>
                          </a:cubicBezTo>
                          <a:cubicBezTo>
                            <a:pt x="14140" y="37775"/>
                            <a:pt x="3948" y="32822"/>
                            <a:pt x="900" y="2348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39" name="Forme libre : forme 12338">
                      <a:extLst>
                        <a:ext uri="{FF2B5EF4-FFF2-40B4-BE49-F238E27FC236}">
                          <a16:creationId xmlns:a16="http://schemas.microsoft.com/office/drawing/2014/main" id="{13809698-9836-4538-9739-0C4D49BC82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4453" y="4266700"/>
                      <a:ext cx="35728" cy="30916"/>
                    </a:xfrm>
                    <a:custGeom>
                      <a:avLst/>
                      <a:gdLst>
                        <a:gd name="connsiteX0" fmla="*/ 17578 w 35728"/>
                        <a:gd name="connsiteY0" fmla="*/ 17391 h 30916"/>
                        <a:gd name="connsiteX1" fmla="*/ 35485 w 35728"/>
                        <a:gd name="connsiteY1" fmla="*/ 20725 h 30916"/>
                        <a:gd name="connsiteX2" fmla="*/ 34627 w 35728"/>
                        <a:gd name="connsiteY2" fmla="*/ 11581 h 30916"/>
                        <a:gd name="connsiteX3" fmla="*/ 11863 w 35728"/>
                        <a:gd name="connsiteY3" fmla="*/ 913 h 30916"/>
                        <a:gd name="connsiteX4" fmla="*/ 909 w 35728"/>
                        <a:gd name="connsiteY4" fmla="*/ 23487 h 30916"/>
                        <a:gd name="connsiteX5" fmla="*/ 5767 w 35728"/>
                        <a:gd name="connsiteY5" fmla="*/ 30917 h 30916"/>
                        <a:gd name="connsiteX6" fmla="*/ 17578 w 35728"/>
                        <a:gd name="connsiteY6" fmla="*/ 17391 h 309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28" h="30916">
                          <a:moveTo>
                            <a:pt x="17578" y="17391"/>
                          </a:moveTo>
                          <a:cubicBezTo>
                            <a:pt x="23960" y="15296"/>
                            <a:pt x="30722" y="16820"/>
                            <a:pt x="35485" y="20725"/>
                          </a:cubicBezTo>
                          <a:cubicBezTo>
                            <a:pt x="35961" y="17677"/>
                            <a:pt x="35770" y="14629"/>
                            <a:pt x="34627" y="11581"/>
                          </a:cubicBezTo>
                          <a:cubicBezTo>
                            <a:pt x="31103" y="2342"/>
                            <a:pt x="21102" y="-2040"/>
                            <a:pt x="11863" y="913"/>
                          </a:cubicBezTo>
                          <a:cubicBezTo>
                            <a:pt x="2719" y="3961"/>
                            <a:pt x="-2139" y="14057"/>
                            <a:pt x="909" y="23487"/>
                          </a:cubicBezTo>
                          <a:cubicBezTo>
                            <a:pt x="1861" y="26440"/>
                            <a:pt x="3671" y="28916"/>
                            <a:pt x="5767" y="30917"/>
                          </a:cubicBezTo>
                          <a:cubicBezTo>
                            <a:pt x="7005" y="24821"/>
                            <a:pt x="11291" y="19582"/>
                            <a:pt x="17578" y="173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40" name="Forme libre : forme 12339">
                      <a:extLst>
                        <a:ext uri="{FF2B5EF4-FFF2-40B4-BE49-F238E27FC236}">
                          <a16:creationId xmlns:a16="http://schemas.microsoft.com/office/drawing/2014/main" id="{698E6AC4-3410-421D-8451-DC17031981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8644" y="4281499"/>
                      <a:ext cx="16136" cy="15964"/>
                    </a:xfrm>
                    <a:custGeom>
                      <a:avLst/>
                      <a:gdLst>
                        <a:gd name="connsiteX0" fmla="*/ 2719 w 16136"/>
                        <a:gd name="connsiteY0" fmla="*/ 13260 h 15964"/>
                        <a:gd name="connsiteX1" fmla="*/ 1957 w 16136"/>
                        <a:gd name="connsiteY1" fmla="*/ 1925 h 15964"/>
                        <a:gd name="connsiteX2" fmla="*/ 13292 w 16136"/>
                        <a:gd name="connsiteY2" fmla="*/ 2687 h 15964"/>
                        <a:gd name="connsiteX3" fmla="*/ 14149 w 16136"/>
                        <a:gd name="connsiteY3" fmla="*/ 13927 h 15964"/>
                        <a:gd name="connsiteX4" fmla="*/ 2719 w 16136"/>
                        <a:gd name="connsiteY4" fmla="*/ 13260 h 159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36" h="15964">
                          <a:moveTo>
                            <a:pt x="2719" y="13260"/>
                          </a:moveTo>
                          <a:cubicBezTo>
                            <a:pt x="-614" y="9926"/>
                            <a:pt x="-900" y="4878"/>
                            <a:pt x="1957" y="1925"/>
                          </a:cubicBezTo>
                          <a:cubicBezTo>
                            <a:pt x="4815" y="-932"/>
                            <a:pt x="9863" y="-552"/>
                            <a:pt x="13292" y="2687"/>
                          </a:cubicBezTo>
                          <a:cubicBezTo>
                            <a:pt x="16721" y="6021"/>
                            <a:pt x="17102" y="11069"/>
                            <a:pt x="14149" y="13927"/>
                          </a:cubicBezTo>
                          <a:cubicBezTo>
                            <a:pt x="11292" y="16879"/>
                            <a:pt x="6148" y="16594"/>
                            <a:pt x="2719" y="1326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41" name="Forme libre : forme 12340">
                      <a:extLst>
                        <a:ext uri="{FF2B5EF4-FFF2-40B4-BE49-F238E27FC236}">
                          <a16:creationId xmlns:a16="http://schemas.microsoft.com/office/drawing/2014/main" id="{2446D1C5-0C75-41D7-8F0D-926D316EF8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0424" y="4289379"/>
                      <a:ext cx="5976" cy="5806"/>
                    </a:xfrm>
                    <a:custGeom>
                      <a:avLst/>
                      <a:gdLst>
                        <a:gd name="connsiteX0" fmla="*/ 178 w 5976"/>
                        <a:gd name="connsiteY0" fmla="*/ 3856 h 5806"/>
                        <a:gd name="connsiteX1" fmla="*/ 1988 w 5976"/>
                        <a:gd name="connsiteY1" fmla="*/ 141 h 5806"/>
                        <a:gd name="connsiteX2" fmla="*/ 5798 w 5976"/>
                        <a:gd name="connsiteY2" fmla="*/ 1951 h 5806"/>
                        <a:gd name="connsiteX3" fmla="*/ 3988 w 5976"/>
                        <a:gd name="connsiteY3" fmla="*/ 5665 h 5806"/>
                        <a:gd name="connsiteX4" fmla="*/ 178 w 5976"/>
                        <a:gd name="connsiteY4" fmla="*/ 3856 h 5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6" h="5806">
                          <a:moveTo>
                            <a:pt x="178" y="3856"/>
                          </a:moveTo>
                          <a:cubicBezTo>
                            <a:pt x="-393" y="2332"/>
                            <a:pt x="464" y="617"/>
                            <a:pt x="1988" y="141"/>
                          </a:cubicBezTo>
                          <a:cubicBezTo>
                            <a:pt x="3512" y="-335"/>
                            <a:pt x="5226" y="427"/>
                            <a:pt x="5798" y="1951"/>
                          </a:cubicBezTo>
                          <a:cubicBezTo>
                            <a:pt x="6370" y="3475"/>
                            <a:pt x="5512" y="5094"/>
                            <a:pt x="3988" y="5665"/>
                          </a:cubicBezTo>
                          <a:cubicBezTo>
                            <a:pt x="2369" y="6142"/>
                            <a:pt x="750" y="5380"/>
                            <a:pt x="178" y="385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342" name="Graphique 5">
                    <a:extLst>
                      <a:ext uri="{FF2B5EF4-FFF2-40B4-BE49-F238E27FC236}">
                        <a16:creationId xmlns:a16="http://schemas.microsoft.com/office/drawing/2014/main" id="{8DD158D5-2687-4E44-B6BB-6AF7B5885D1D}"/>
                      </a:ext>
                    </a:extLst>
                  </p:cNvPr>
                  <p:cNvGrpSpPr/>
                  <p:nvPr/>
                </p:nvGrpSpPr>
                <p:grpSpPr>
                  <a:xfrm>
                    <a:off x="3431328" y="4240490"/>
                    <a:ext cx="34528" cy="35629"/>
                    <a:chOff x="3431328" y="4240490"/>
                    <a:chExt cx="34528" cy="35629"/>
                  </a:xfrm>
                  <a:solidFill>
                    <a:schemeClr val="accent1"/>
                  </a:solidFill>
                </p:grpSpPr>
                <p:sp>
                  <p:nvSpPr>
                    <p:cNvPr id="12343" name="Forme libre : forme 12342">
                      <a:extLst>
                        <a:ext uri="{FF2B5EF4-FFF2-40B4-BE49-F238E27FC236}">
                          <a16:creationId xmlns:a16="http://schemas.microsoft.com/office/drawing/2014/main" id="{A1B3406B-93E1-46BF-8303-B3B0427409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387" y="4240585"/>
                      <a:ext cx="34469" cy="35533"/>
                    </a:xfrm>
                    <a:custGeom>
                      <a:avLst/>
                      <a:gdLst>
                        <a:gd name="connsiteX0" fmla="*/ 829 w 34469"/>
                        <a:gd name="connsiteY0" fmla="*/ 23122 h 35533"/>
                        <a:gd name="connsiteX1" fmla="*/ 11497 w 34469"/>
                        <a:gd name="connsiteY1" fmla="*/ 834 h 35533"/>
                        <a:gd name="connsiteX2" fmla="*/ 33405 w 34469"/>
                        <a:gd name="connsiteY2" fmla="*/ 12264 h 35533"/>
                        <a:gd name="connsiteX3" fmla="*/ 22832 w 34469"/>
                        <a:gd name="connsiteY3" fmla="*/ 34648 h 35533"/>
                        <a:gd name="connsiteX4" fmla="*/ 829 w 34469"/>
                        <a:gd name="connsiteY4" fmla="*/ 23122 h 35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469" h="35533">
                          <a:moveTo>
                            <a:pt x="829" y="23122"/>
                          </a:moveTo>
                          <a:cubicBezTo>
                            <a:pt x="-2028" y="13883"/>
                            <a:pt x="2734" y="3691"/>
                            <a:pt x="11497" y="834"/>
                          </a:cubicBezTo>
                          <a:cubicBezTo>
                            <a:pt x="20260" y="-2119"/>
                            <a:pt x="30071" y="3025"/>
                            <a:pt x="33405" y="12264"/>
                          </a:cubicBezTo>
                          <a:cubicBezTo>
                            <a:pt x="36739" y="21503"/>
                            <a:pt x="31976" y="31504"/>
                            <a:pt x="22832" y="34648"/>
                          </a:cubicBezTo>
                          <a:cubicBezTo>
                            <a:pt x="13498" y="37695"/>
                            <a:pt x="3687" y="32647"/>
                            <a:pt x="829" y="2312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44" name="Forme libre : forme 12343">
                      <a:extLst>
                        <a:ext uri="{FF2B5EF4-FFF2-40B4-BE49-F238E27FC236}">
                          <a16:creationId xmlns:a16="http://schemas.microsoft.com/office/drawing/2014/main" id="{0C6E94B3-0FCC-4863-BB5E-B8590A2593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328" y="4240490"/>
                      <a:ext cx="34400" cy="30646"/>
                    </a:xfrm>
                    <a:custGeom>
                      <a:avLst/>
                      <a:gdLst>
                        <a:gd name="connsiteX0" fmla="*/ 16890 w 34400"/>
                        <a:gd name="connsiteY0" fmla="*/ 17407 h 30646"/>
                        <a:gd name="connsiteX1" fmla="*/ 34131 w 34400"/>
                        <a:gd name="connsiteY1" fmla="*/ 21312 h 30646"/>
                        <a:gd name="connsiteX2" fmla="*/ 33369 w 34400"/>
                        <a:gd name="connsiteY2" fmla="*/ 12264 h 30646"/>
                        <a:gd name="connsiteX3" fmla="*/ 11461 w 34400"/>
                        <a:gd name="connsiteY3" fmla="*/ 834 h 30646"/>
                        <a:gd name="connsiteX4" fmla="*/ 793 w 34400"/>
                        <a:gd name="connsiteY4" fmla="*/ 23122 h 30646"/>
                        <a:gd name="connsiteX5" fmla="*/ 5460 w 34400"/>
                        <a:gd name="connsiteY5" fmla="*/ 30647 h 30646"/>
                        <a:gd name="connsiteX6" fmla="*/ 16890 w 34400"/>
                        <a:gd name="connsiteY6" fmla="*/ 17407 h 30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00" h="30646">
                          <a:moveTo>
                            <a:pt x="16890" y="17407"/>
                          </a:moveTo>
                          <a:cubicBezTo>
                            <a:pt x="22986" y="15312"/>
                            <a:pt x="29463" y="17121"/>
                            <a:pt x="34131" y="21312"/>
                          </a:cubicBezTo>
                          <a:cubicBezTo>
                            <a:pt x="34607" y="18360"/>
                            <a:pt x="34511" y="15312"/>
                            <a:pt x="33369" y="12264"/>
                          </a:cubicBezTo>
                          <a:cubicBezTo>
                            <a:pt x="30035" y="3024"/>
                            <a:pt x="20224" y="-2119"/>
                            <a:pt x="11461" y="834"/>
                          </a:cubicBezTo>
                          <a:cubicBezTo>
                            <a:pt x="2698" y="3786"/>
                            <a:pt x="-1969" y="13883"/>
                            <a:pt x="793" y="23122"/>
                          </a:cubicBezTo>
                          <a:cubicBezTo>
                            <a:pt x="1745" y="26075"/>
                            <a:pt x="3365" y="28647"/>
                            <a:pt x="5460" y="30647"/>
                          </a:cubicBezTo>
                          <a:cubicBezTo>
                            <a:pt x="6794" y="24646"/>
                            <a:pt x="10890" y="19407"/>
                            <a:pt x="16890" y="174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45" name="Forme libre : forme 12344">
                      <a:extLst>
                        <a:ext uri="{FF2B5EF4-FFF2-40B4-BE49-F238E27FC236}">
                          <a16:creationId xmlns:a16="http://schemas.microsoft.com/office/drawing/2014/main" id="{2F48D021-01DE-4FA3-B84E-C5E936013A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5465" y="4255163"/>
                      <a:ext cx="15456" cy="16055"/>
                    </a:xfrm>
                    <a:custGeom>
                      <a:avLst/>
                      <a:gdLst>
                        <a:gd name="connsiteX0" fmla="*/ 2562 w 15456"/>
                        <a:gd name="connsiteY0" fmla="*/ 13211 h 16055"/>
                        <a:gd name="connsiteX1" fmla="*/ 1896 w 15456"/>
                        <a:gd name="connsiteY1" fmla="*/ 1876 h 16055"/>
                        <a:gd name="connsiteX2" fmla="*/ 12754 w 15456"/>
                        <a:gd name="connsiteY2" fmla="*/ 2829 h 16055"/>
                        <a:gd name="connsiteX3" fmla="*/ 13611 w 15456"/>
                        <a:gd name="connsiteY3" fmla="*/ 14068 h 16055"/>
                        <a:gd name="connsiteX4" fmla="*/ 2562 w 15456"/>
                        <a:gd name="connsiteY4" fmla="*/ 13211 h 16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56" h="16055">
                          <a:moveTo>
                            <a:pt x="2562" y="13211"/>
                          </a:moveTo>
                          <a:cubicBezTo>
                            <a:pt x="-581" y="9782"/>
                            <a:pt x="-867" y="4734"/>
                            <a:pt x="1896" y="1876"/>
                          </a:cubicBezTo>
                          <a:cubicBezTo>
                            <a:pt x="4658" y="-981"/>
                            <a:pt x="9516" y="-505"/>
                            <a:pt x="12754" y="2829"/>
                          </a:cubicBezTo>
                          <a:cubicBezTo>
                            <a:pt x="15993" y="6162"/>
                            <a:pt x="16374" y="11211"/>
                            <a:pt x="13611" y="14068"/>
                          </a:cubicBezTo>
                          <a:cubicBezTo>
                            <a:pt x="10659" y="17021"/>
                            <a:pt x="5706" y="16640"/>
                            <a:pt x="2562" y="1321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46" name="Forme libre : forme 12345">
                      <a:extLst>
                        <a:ext uri="{FF2B5EF4-FFF2-40B4-BE49-F238E27FC236}">
                          <a16:creationId xmlns:a16="http://schemas.microsoft.com/office/drawing/2014/main" id="{A8E7143A-5E5C-4678-93A0-9A2E25DEC3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6649" y="4263099"/>
                      <a:ext cx="5711" cy="5891"/>
                    </a:xfrm>
                    <a:custGeom>
                      <a:avLst/>
                      <a:gdLst>
                        <a:gd name="connsiteX0" fmla="*/ 141 w 5711"/>
                        <a:gd name="connsiteY0" fmla="*/ 3846 h 5891"/>
                        <a:gd name="connsiteX1" fmla="*/ 1951 w 5711"/>
                        <a:gd name="connsiteY1" fmla="*/ 132 h 5891"/>
                        <a:gd name="connsiteX2" fmla="*/ 5570 w 5711"/>
                        <a:gd name="connsiteY2" fmla="*/ 2037 h 5891"/>
                        <a:gd name="connsiteX3" fmla="*/ 3760 w 5711"/>
                        <a:gd name="connsiteY3" fmla="*/ 5751 h 5891"/>
                        <a:gd name="connsiteX4" fmla="*/ 141 w 5711"/>
                        <a:gd name="connsiteY4" fmla="*/ 3846 h 58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11" h="5891">
                          <a:moveTo>
                            <a:pt x="141" y="3846"/>
                          </a:moveTo>
                          <a:cubicBezTo>
                            <a:pt x="-335" y="2322"/>
                            <a:pt x="427" y="608"/>
                            <a:pt x="1951" y="132"/>
                          </a:cubicBezTo>
                          <a:cubicBezTo>
                            <a:pt x="3475" y="-345"/>
                            <a:pt x="5094" y="513"/>
                            <a:pt x="5570" y="2037"/>
                          </a:cubicBezTo>
                          <a:cubicBezTo>
                            <a:pt x="6047" y="3560"/>
                            <a:pt x="5285" y="5180"/>
                            <a:pt x="3760" y="5751"/>
                          </a:cubicBezTo>
                          <a:cubicBezTo>
                            <a:pt x="2332" y="6228"/>
                            <a:pt x="712" y="5466"/>
                            <a:pt x="141" y="38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347" name="Graphique 5">
                    <a:extLst>
                      <a:ext uri="{FF2B5EF4-FFF2-40B4-BE49-F238E27FC236}">
                        <a16:creationId xmlns:a16="http://schemas.microsoft.com/office/drawing/2014/main" id="{73EE13E4-EF32-47E9-AA09-F2362A62BDB0}"/>
                      </a:ext>
                    </a:extLst>
                  </p:cNvPr>
                  <p:cNvGrpSpPr/>
                  <p:nvPr/>
                </p:nvGrpSpPr>
                <p:grpSpPr>
                  <a:xfrm>
                    <a:off x="3402287" y="4222864"/>
                    <a:ext cx="33527" cy="35315"/>
                    <a:chOff x="3402287" y="4222864"/>
                    <a:chExt cx="33527" cy="35315"/>
                  </a:xfrm>
                  <a:solidFill>
                    <a:schemeClr val="accent1"/>
                  </a:solidFill>
                </p:grpSpPr>
                <p:sp>
                  <p:nvSpPr>
                    <p:cNvPr id="12348" name="Forme libre : forme 12347">
                      <a:extLst>
                        <a:ext uri="{FF2B5EF4-FFF2-40B4-BE49-F238E27FC236}">
                          <a16:creationId xmlns:a16="http://schemas.microsoft.com/office/drawing/2014/main" id="{95B99CEF-FA98-41CF-9906-55D7C15DCE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382" y="4222864"/>
                      <a:ext cx="33432" cy="35315"/>
                    </a:xfrm>
                    <a:custGeom>
                      <a:avLst/>
                      <a:gdLst>
                        <a:gd name="connsiteX0" fmla="*/ 688 w 33432"/>
                        <a:gd name="connsiteY0" fmla="*/ 22175 h 35315"/>
                        <a:gd name="connsiteX1" fmla="*/ 11547 w 33432"/>
                        <a:gd name="connsiteY1" fmla="*/ 553 h 35315"/>
                        <a:gd name="connsiteX2" fmla="*/ 32502 w 33432"/>
                        <a:gd name="connsiteY2" fmla="*/ 12650 h 35315"/>
                        <a:gd name="connsiteX3" fmla="*/ 21834 w 33432"/>
                        <a:gd name="connsiteY3" fmla="*/ 34652 h 35315"/>
                        <a:gd name="connsiteX4" fmla="*/ 688 w 33432"/>
                        <a:gd name="connsiteY4" fmla="*/ 22175 h 35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432" h="35315">
                          <a:moveTo>
                            <a:pt x="688" y="22175"/>
                          </a:moveTo>
                          <a:cubicBezTo>
                            <a:pt x="-1883" y="12650"/>
                            <a:pt x="2974" y="3029"/>
                            <a:pt x="11547" y="553"/>
                          </a:cubicBezTo>
                          <a:cubicBezTo>
                            <a:pt x="20215" y="-1733"/>
                            <a:pt x="29359" y="3220"/>
                            <a:pt x="32502" y="12650"/>
                          </a:cubicBezTo>
                          <a:cubicBezTo>
                            <a:pt x="35550" y="21889"/>
                            <a:pt x="30883" y="32271"/>
                            <a:pt x="21834" y="34652"/>
                          </a:cubicBezTo>
                          <a:cubicBezTo>
                            <a:pt x="12690" y="37319"/>
                            <a:pt x="3260" y="31700"/>
                            <a:pt x="688" y="2217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49" name="Forme libre : forme 12348">
                      <a:extLst>
                        <a:ext uri="{FF2B5EF4-FFF2-40B4-BE49-F238E27FC236}">
                          <a16:creationId xmlns:a16="http://schemas.microsoft.com/office/drawing/2014/main" id="{6B8112B5-1E1F-4960-A001-D09DAFD483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287" y="4222896"/>
                      <a:ext cx="33420" cy="29857"/>
                    </a:xfrm>
                    <a:custGeom>
                      <a:avLst/>
                      <a:gdLst>
                        <a:gd name="connsiteX0" fmla="*/ 16500 w 33420"/>
                        <a:gd name="connsiteY0" fmla="*/ 17284 h 29857"/>
                        <a:gd name="connsiteX1" fmla="*/ 33073 w 33420"/>
                        <a:gd name="connsiteY1" fmla="*/ 21761 h 29857"/>
                        <a:gd name="connsiteX2" fmla="*/ 32502 w 33420"/>
                        <a:gd name="connsiteY2" fmla="*/ 12617 h 29857"/>
                        <a:gd name="connsiteX3" fmla="*/ 11547 w 33420"/>
                        <a:gd name="connsiteY3" fmla="*/ 520 h 29857"/>
                        <a:gd name="connsiteX4" fmla="*/ 688 w 33420"/>
                        <a:gd name="connsiteY4" fmla="*/ 22142 h 29857"/>
                        <a:gd name="connsiteX5" fmla="*/ 5070 w 33420"/>
                        <a:gd name="connsiteY5" fmla="*/ 29857 h 29857"/>
                        <a:gd name="connsiteX6" fmla="*/ 16500 w 33420"/>
                        <a:gd name="connsiteY6" fmla="*/ 17284 h 29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420" h="29857">
                          <a:moveTo>
                            <a:pt x="16500" y="17284"/>
                          </a:moveTo>
                          <a:cubicBezTo>
                            <a:pt x="22500" y="15665"/>
                            <a:pt x="28692" y="17475"/>
                            <a:pt x="33073" y="21761"/>
                          </a:cubicBezTo>
                          <a:cubicBezTo>
                            <a:pt x="33645" y="18808"/>
                            <a:pt x="33549" y="15665"/>
                            <a:pt x="32502" y="12617"/>
                          </a:cubicBezTo>
                          <a:cubicBezTo>
                            <a:pt x="29358" y="3187"/>
                            <a:pt x="20215" y="-1670"/>
                            <a:pt x="11547" y="520"/>
                          </a:cubicBezTo>
                          <a:cubicBezTo>
                            <a:pt x="2974" y="2902"/>
                            <a:pt x="-1884" y="12617"/>
                            <a:pt x="688" y="22142"/>
                          </a:cubicBezTo>
                          <a:cubicBezTo>
                            <a:pt x="1546" y="25190"/>
                            <a:pt x="3070" y="27762"/>
                            <a:pt x="5070" y="29857"/>
                          </a:cubicBezTo>
                          <a:cubicBezTo>
                            <a:pt x="6498" y="23952"/>
                            <a:pt x="10594" y="18999"/>
                            <a:pt x="16500" y="1728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50" name="Forme libre : forme 12349">
                      <a:extLst>
                        <a:ext uri="{FF2B5EF4-FFF2-40B4-BE49-F238E27FC236}">
                          <a16:creationId xmlns:a16="http://schemas.microsoft.com/office/drawing/2014/main" id="{2348B8F3-2CF9-4295-8212-309E71D6F5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6222" y="4237154"/>
                      <a:ext cx="15041" cy="16012"/>
                    </a:xfrm>
                    <a:custGeom>
                      <a:avLst/>
                      <a:gdLst>
                        <a:gd name="connsiteX0" fmla="*/ 2373 w 15041"/>
                        <a:gd name="connsiteY0" fmla="*/ 12837 h 16012"/>
                        <a:gd name="connsiteX1" fmla="*/ 1992 w 15041"/>
                        <a:gd name="connsiteY1" fmla="*/ 1597 h 16012"/>
                        <a:gd name="connsiteX2" fmla="*/ 12565 w 15041"/>
                        <a:gd name="connsiteY2" fmla="*/ 3217 h 16012"/>
                        <a:gd name="connsiteX3" fmla="*/ 13136 w 15041"/>
                        <a:gd name="connsiteY3" fmla="*/ 14456 h 16012"/>
                        <a:gd name="connsiteX4" fmla="*/ 2373 w 15041"/>
                        <a:gd name="connsiteY4" fmla="*/ 12837 h 16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41" h="16012">
                          <a:moveTo>
                            <a:pt x="2373" y="12837"/>
                          </a:moveTo>
                          <a:cubicBezTo>
                            <a:pt x="-675" y="9313"/>
                            <a:pt x="-770" y="4264"/>
                            <a:pt x="1992" y="1597"/>
                          </a:cubicBezTo>
                          <a:cubicBezTo>
                            <a:pt x="4754" y="-1070"/>
                            <a:pt x="9422" y="-308"/>
                            <a:pt x="12565" y="3217"/>
                          </a:cubicBezTo>
                          <a:cubicBezTo>
                            <a:pt x="15613" y="6741"/>
                            <a:pt x="15898" y="11789"/>
                            <a:pt x="13136" y="14456"/>
                          </a:cubicBezTo>
                          <a:cubicBezTo>
                            <a:pt x="10183" y="17028"/>
                            <a:pt x="5421" y="16361"/>
                            <a:pt x="2373" y="1283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51" name="Forme libre : forme 12350">
                      <a:extLst>
                        <a:ext uri="{FF2B5EF4-FFF2-40B4-BE49-F238E27FC236}">
                          <a16:creationId xmlns:a16="http://schemas.microsoft.com/office/drawing/2014/main" id="{0135A1A4-FF79-4C47-AB69-D57BA12204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7130" y="4245520"/>
                      <a:ext cx="5598" cy="5793"/>
                    </a:xfrm>
                    <a:custGeom>
                      <a:avLst/>
                      <a:gdLst>
                        <a:gd name="connsiteX0" fmla="*/ 132 w 5598"/>
                        <a:gd name="connsiteY0" fmla="*/ 3614 h 5793"/>
                        <a:gd name="connsiteX1" fmla="*/ 1942 w 5598"/>
                        <a:gd name="connsiteY1" fmla="*/ 90 h 5793"/>
                        <a:gd name="connsiteX2" fmla="*/ 5466 w 5598"/>
                        <a:gd name="connsiteY2" fmla="*/ 2185 h 5793"/>
                        <a:gd name="connsiteX3" fmla="*/ 3657 w 5598"/>
                        <a:gd name="connsiteY3" fmla="*/ 5709 h 5793"/>
                        <a:gd name="connsiteX4" fmla="*/ 132 w 5598"/>
                        <a:gd name="connsiteY4" fmla="*/ 3614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98" h="5793">
                          <a:moveTo>
                            <a:pt x="132" y="3614"/>
                          </a:moveTo>
                          <a:cubicBezTo>
                            <a:pt x="-344" y="2090"/>
                            <a:pt x="513" y="471"/>
                            <a:pt x="1942" y="90"/>
                          </a:cubicBezTo>
                          <a:cubicBezTo>
                            <a:pt x="3371" y="-291"/>
                            <a:pt x="4990" y="566"/>
                            <a:pt x="5466" y="2185"/>
                          </a:cubicBezTo>
                          <a:cubicBezTo>
                            <a:pt x="5942" y="3709"/>
                            <a:pt x="5085" y="5329"/>
                            <a:pt x="3657" y="5709"/>
                          </a:cubicBezTo>
                          <a:cubicBezTo>
                            <a:pt x="2133" y="6091"/>
                            <a:pt x="513" y="5138"/>
                            <a:pt x="132" y="361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352" name="Graphique 5">
                  <a:extLst>
                    <a:ext uri="{FF2B5EF4-FFF2-40B4-BE49-F238E27FC236}">
                      <a16:creationId xmlns:a16="http://schemas.microsoft.com/office/drawing/2014/main" id="{4F10ED71-1AE9-48A6-BB99-4236EE9B5D01}"/>
                    </a:ext>
                  </a:extLst>
                </p:cNvPr>
                <p:cNvGrpSpPr/>
                <p:nvPr/>
              </p:nvGrpSpPr>
              <p:grpSpPr>
                <a:xfrm>
                  <a:off x="3357118" y="4130193"/>
                  <a:ext cx="87877" cy="54172"/>
                  <a:chOff x="3357118" y="4130193"/>
                  <a:chExt cx="87877" cy="54172"/>
                </a:xfrm>
                <a:solidFill>
                  <a:schemeClr val="accent1"/>
                </a:solidFill>
              </p:grpSpPr>
              <p:grpSp>
                <p:nvGrpSpPr>
                  <p:cNvPr id="12353" name="Graphique 5">
                    <a:extLst>
                      <a:ext uri="{FF2B5EF4-FFF2-40B4-BE49-F238E27FC236}">
                        <a16:creationId xmlns:a16="http://schemas.microsoft.com/office/drawing/2014/main" id="{BC514B12-0642-4C7D-AA53-466853212010}"/>
                      </a:ext>
                    </a:extLst>
                  </p:cNvPr>
                  <p:cNvGrpSpPr/>
                  <p:nvPr/>
                </p:nvGrpSpPr>
                <p:grpSpPr>
                  <a:xfrm>
                    <a:off x="3414186" y="4149358"/>
                    <a:ext cx="30808" cy="35008"/>
                    <a:chOff x="3414186" y="4149358"/>
                    <a:chExt cx="30808" cy="35008"/>
                  </a:xfrm>
                  <a:solidFill>
                    <a:schemeClr val="accent1"/>
                  </a:solidFill>
                </p:grpSpPr>
                <p:sp>
                  <p:nvSpPr>
                    <p:cNvPr id="12354" name="Forme libre : forme 12353">
                      <a:extLst>
                        <a:ext uri="{FF2B5EF4-FFF2-40B4-BE49-F238E27FC236}">
                          <a16:creationId xmlns:a16="http://schemas.microsoft.com/office/drawing/2014/main" id="{3046BDC5-5956-47F1-940C-04CE07543F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4186" y="4149358"/>
                      <a:ext cx="30808" cy="35008"/>
                    </a:xfrm>
                    <a:custGeom>
                      <a:avLst/>
                      <a:gdLst>
                        <a:gd name="connsiteX0" fmla="*/ 4981 w 30808"/>
                        <a:gd name="connsiteY0" fmla="*/ 29291 h 35008"/>
                        <a:gd name="connsiteX1" fmla="*/ 3838 w 30808"/>
                        <a:gd name="connsiteY1" fmla="*/ 4431 h 35008"/>
                        <a:gd name="connsiteX2" fmla="*/ 25270 w 30808"/>
                        <a:gd name="connsiteY2" fmla="*/ 5479 h 35008"/>
                        <a:gd name="connsiteX3" fmla="*/ 27079 w 30808"/>
                        <a:gd name="connsiteY3" fmla="*/ 30339 h 35008"/>
                        <a:gd name="connsiteX4" fmla="*/ 4981 w 30808"/>
                        <a:gd name="connsiteY4" fmla="*/ 29291 h 350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808" h="35008">
                          <a:moveTo>
                            <a:pt x="4981" y="29291"/>
                          </a:moveTo>
                          <a:cubicBezTo>
                            <a:pt x="-1305" y="22148"/>
                            <a:pt x="-1591" y="10908"/>
                            <a:pt x="3838" y="4431"/>
                          </a:cubicBezTo>
                          <a:cubicBezTo>
                            <a:pt x="9363" y="-2046"/>
                            <a:pt x="18888" y="-1189"/>
                            <a:pt x="25270" y="5479"/>
                          </a:cubicBezTo>
                          <a:cubicBezTo>
                            <a:pt x="31746" y="12337"/>
                            <a:pt x="32794" y="23576"/>
                            <a:pt x="27079" y="30339"/>
                          </a:cubicBezTo>
                          <a:cubicBezTo>
                            <a:pt x="21364" y="36912"/>
                            <a:pt x="11268" y="36530"/>
                            <a:pt x="4981" y="2929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55" name="Forme libre : forme 12354">
                      <a:extLst>
                        <a:ext uri="{FF2B5EF4-FFF2-40B4-BE49-F238E27FC236}">
                          <a16:creationId xmlns:a16="http://schemas.microsoft.com/office/drawing/2014/main" id="{6B3F6E9D-CB07-459A-B8EC-AA6AC8900B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4244" y="4149420"/>
                      <a:ext cx="29784" cy="34086"/>
                    </a:xfrm>
                    <a:custGeom>
                      <a:avLst/>
                      <a:gdLst>
                        <a:gd name="connsiteX0" fmla="*/ 14925 w 29784"/>
                        <a:gd name="connsiteY0" fmla="*/ 17228 h 34086"/>
                        <a:gd name="connsiteX1" fmla="*/ 29784 w 29784"/>
                        <a:gd name="connsiteY1" fmla="*/ 13418 h 34086"/>
                        <a:gd name="connsiteX2" fmla="*/ 25307 w 29784"/>
                        <a:gd name="connsiteY2" fmla="*/ 5512 h 34086"/>
                        <a:gd name="connsiteX3" fmla="*/ 3876 w 29784"/>
                        <a:gd name="connsiteY3" fmla="*/ 4464 h 34086"/>
                        <a:gd name="connsiteX4" fmla="*/ 5019 w 29784"/>
                        <a:gd name="connsiteY4" fmla="*/ 29324 h 34086"/>
                        <a:gd name="connsiteX5" fmla="*/ 11877 w 29784"/>
                        <a:gd name="connsiteY5" fmla="*/ 34087 h 34086"/>
                        <a:gd name="connsiteX6" fmla="*/ 14925 w 29784"/>
                        <a:gd name="connsiteY6" fmla="*/ 17228 h 340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784" h="34086">
                          <a:moveTo>
                            <a:pt x="14925" y="17228"/>
                          </a:moveTo>
                          <a:cubicBezTo>
                            <a:pt x="18830" y="12846"/>
                            <a:pt x="24450" y="11798"/>
                            <a:pt x="29784" y="13418"/>
                          </a:cubicBezTo>
                          <a:cubicBezTo>
                            <a:pt x="28832" y="10560"/>
                            <a:pt x="27403" y="7798"/>
                            <a:pt x="25307" y="5512"/>
                          </a:cubicBezTo>
                          <a:cubicBezTo>
                            <a:pt x="18830" y="-1251"/>
                            <a:pt x="9305" y="-2013"/>
                            <a:pt x="3876" y="4464"/>
                          </a:cubicBezTo>
                          <a:cubicBezTo>
                            <a:pt x="-1649" y="10941"/>
                            <a:pt x="-1267" y="22085"/>
                            <a:pt x="5019" y="29324"/>
                          </a:cubicBezTo>
                          <a:cubicBezTo>
                            <a:pt x="7019" y="31610"/>
                            <a:pt x="9401" y="33134"/>
                            <a:pt x="11877" y="34087"/>
                          </a:cubicBezTo>
                          <a:cubicBezTo>
                            <a:pt x="10163" y="27991"/>
                            <a:pt x="11115" y="21609"/>
                            <a:pt x="14925" y="1722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56" name="Forme libre : forme 12355">
                      <a:extLst>
                        <a:ext uri="{FF2B5EF4-FFF2-40B4-BE49-F238E27FC236}">
                          <a16:creationId xmlns:a16="http://schemas.microsoft.com/office/drawing/2014/main" id="{1482AD03-799C-44F7-ACE2-16A1C420E3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0159" y="4166076"/>
                      <a:ext cx="14833" cy="14953"/>
                    </a:xfrm>
                    <a:custGeom>
                      <a:avLst/>
                      <a:gdLst>
                        <a:gd name="connsiteX0" fmla="*/ 5581 w 14833"/>
                        <a:gd name="connsiteY0" fmla="*/ 14288 h 14953"/>
                        <a:gd name="connsiteX1" fmla="*/ 247 w 14833"/>
                        <a:gd name="connsiteY1" fmla="*/ 4382 h 14953"/>
                        <a:gd name="connsiteX2" fmla="*/ 9105 w 14833"/>
                        <a:gd name="connsiteY2" fmla="*/ 667 h 14953"/>
                        <a:gd name="connsiteX3" fmla="*/ 14630 w 14833"/>
                        <a:gd name="connsiteY3" fmla="*/ 10478 h 14953"/>
                        <a:gd name="connsiteX4" fmla="*/ 5581 w 14833"/>
                        <a:gd name="connsiteY4" fmla="*/ 14288 h 14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33" h="14953">
                          <a:moveTo>
                            <a:pt x="5581" y="14288"/>
                          </a:moveTo>
                          <a:cubicBezTo>
                            <a:pt x="1581" y="12573"/>
                            <a:pt x="-801" y="8192"/>
                            <a:pt x="247" y="4382"/>
                          </a:cubicBezTo>
                          <a:cubicBezTo>
                            <a:pt x="1199" y="667"/>
                            <a:pt x="5105" y="-1047"/>
                            <a:pt x="9105" y="667"/>
                          </a:cubicBezTo>
                          <a:cubicBezTo>
                            <a:pt x="13106" y="2382"/>
                            <a:pt x="15582" y="6763"/>
                            <a:pt x="14630" y="10478"/>
                          </a:cubicBezTo>
                          <a:cubicBezTo>
                            <a:pt x="13582" y="14288"/>
                            <a:pt x="9582" y="16003"/>
                            <a:pt x="5581" y="142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57" name="Forme libre : forme 12356">
                      <a:extLst>
                        <a:ext uri="{FF2B5EF4-FFF2-40B4-BE49-F238E27FC236}">
                          <a16:creationId xmlns:a16="http://schemas.microsoft.com/office/drawing/2014/main" id="{27D07917-14C7-415D-81C9-F73719BDA5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177" y="4170585"/>
                      <a:ext cx="5127" cy="5745"/>
                    </a:xfrm>
                    <a:custGeom>
                      <a:avLst/>
                      <a:gdLst>
                        <a:gd name="connsiteX0" fmla="*/ 849 w 5127"/>
                        <a:gd name="connsiteY0" fmla="*/ 4826 h 5745"/>
                        <a:gd name="connsiteX1" fmla="*/ 659 w 5127"/>
                        <a:gd name="connsiteY1" fmla="*/ 730 h 5745"/>
                        <a:gd name="connsiteX2" fmla="*/ 4278 w 5127"/>
                        <a:gd name="connsiteY2" fmla="*/ 920 h 5745"/>
                        <a:gd name="connsiteX3" fmla="*/ 4469 w 5127"/>
                        <a:gd name="connsiteY3" fmla="*/ 5016 h 5745"/>
                        <a:gd name="connsiteX4" fmla="*/ 849 w 5127"/>
                        <a:gd name="connsiteY4" fmla="*/ 4826 h 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27" h="5745">
                          <a:moveTo>
                            <a:pt x="849" y="4826"/>
                          </a:moveTo>
                          <a:cubicBezTo>
                            <a:pt x="-199" y="3683"/>
                            <a:pt x="-294" y="1873"/>
                            <a:pt x="659" y="730"/>
                          </a:cubicBezTo>
                          <a:cubicBezTo>
                            <a:pt x="1611" y="-318"/>
                            <a:pt x="3230" y="-223"/>
                            <a:pt x="4278" y="920"/>
                          </a:cubicBezTo>
                          <a:cubicBezTo>
                            <a:pt x="5326" y="2063"/>
                            <a:pt x="5421" y="3873"/>
                            <a:pt x="4469" y="5016"/>
                          </a:cubicBezTo>
                          <a:cubicBezTo>
                            <a:pt x="3516" y="6064"/>
                            <a:pt x="1897" y="5968"/>
                            <a:pt x="849" y="48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358" name="Graphique 5">
                    <a:extLst>
                      <a:ext uri="{FF2B5EF4-FFF2-40B4-BE49-F238E27FC236}">
                        <a16:creationId xmlns:a16="http://schemas.microsoft.com/office/drawing/2014/main" id="{B82A7F88-C95D-45F3-ABF8-1063404AC2DB}"/>
                      </a:ext>
                    </a:extLst>
                  </p:cNvPr>
                  <p:cNvGrpSpPr/>
                  <p:nvPr/>
                </p:nvGrpSpPr>
                <p:grpSpPr>
                  <a:xfrm>
                    <a:off x="3385970" y="4134851"/>
                    <a:ext cx="29782" cy="35128"/>
                    <a:chOff x="3385970" y="4134851"/>
                    <a:chExt cx="29782" cy="35128"/>
                  </a:xfrm>
                  <a:solidFill>
                    <a:schemeClr val="accent1"/>
                  </a:solidFill>
                </p:grpSpPr>
                <p:sp>
                  <p:nvSpPr>
                    <p:cNvPr id="12359" name="Forme libre : forme 12358">
                      <a:extLst>
                        <a:ext uri="{FF2B5EF4-FFF2-40B4-BE49-F238E27FC236}">
                          <a16:creationId xmlns:a16="http://schemas.microsoft.com/office/drawing/2014/main" id="{7B20825C-D876-4914-B66D-111162F9E7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5970" y="4134889"/>
                      <a:ext cx="29782" cy="35090"/>
                    </a:xfrm>
                    <a:custGeom>
                      <a:avLst/>
                      <a:gdLst>
                        <a:gd name="connsiteX0" fmla="*/ 4527 w 29782"/>
                        <a:gd name="connsiteY0" fmla="*/ 28806 h 35090"/>
                        <a:gd name="connsiteX1" fmla="*/ 4051 w 29782"/>
                        <a:gd name="connsiteY1" fmla="*/ 4136 h 35090"/>
                        <a:gd name="connsiteX2" fmla="*/ 24720 w 29782"/>
                        <a:gd name="connsiteY2" fmla="*/ 5851 h 35090"/>
                        <a:gd name="connsiteX3" fmla="*/ 25863 w 29782"/>
                        <a:gd name="connsiteY3" fmla="*/ 30615 h 35090"/>
                        <a:gd name="connsiteX4" fmla="*/ 4527 w 29782"/>
                        <a:gd name="connsiteY4" fmla="*/ 28806 h 35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782" h="35090">
                          <a:moveTo>
                            <a:pt x="4527" y="28806"/>
                          </a:moveTo>
                          <a:cubicBezTo>
                            <a:pt x="-1379" y="21281"/>
                            <a:pt x="-1474" y="10232"/>
                            <a:pt x="4051" y="4136"/>
                          </a:cubicBezTo>
                          <a:cubicBezTo>
                            <a:pt x="9575" y="-1769"/>
                            <a:pt x="18529" y="-1484"/>
                            <a:pt x="24720" y="5851"/>
                          </a:cubicBezTo>
                          <a:cubicBezTo>
                            <a:pt x="30911" y="13090"/>
                            <a:pt x="31578" y="24139"/>
                            <a:pt x="25863" y="30615"/>
                          </a:cubicBezTo>
                          <a:cubicBezTo>
                            <a:pt x="20338" y="37378"/>
                            <a:pt x="10433" y="36235"/>
                            <a:pt x="4527" y="2880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60" name="Forme libre : forme 12359">
                      <a:extLst>
                        <a:ext uri="{FF2B5EF4-FFF2-40B4-BE49-F238E27FC236}">
                          <a16:creationId xmlns:a16="http://schemas.microsoft.com/office/drawing/2014/main" id="{83AD3D4F-E3E4-433A-BF78-55E9B15FE1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6065" y="4134851"/>
                      <a:ext cx="28911" cy="33892"/>
                    </a:xfrm>
                    <a:custGeom>
                      <a:avLst/>
                      <a:gdLst>
                        <a:gd name="connsiteX0" fmla="*/ 14528 w 28911"/>
                        <a:gd name="connsiteY0" fmla="*/ 17414 h 33892"/>
                        <a:gd name="connsiteX1" fmla="*/ 28911 w 28911"/>
                        <a:gd name="connsiteY1" fmla="*/ 13985 h 33892"/>
                        <a:gd name="connsiteX2" fmla="*/ 24720 w 28911"/>
                        <a:gd name="connsiteY2" fmla="*/ 5889 h 33892"/>
                        <a:gd name="connsiteX3" fmla="*/ 4051 w 28911"/>
                        <a:gd name="connsiteY3" fmla="*/ 4174 h 33892"/>
                        <a:gd name="connsiteX4" fmla="*/ 4527 w 28911"/>
                        <a:gd name="connsiteY4" fmla="*/ 28844 h 33892"/>
                        <a:gd name="connsiteX5" fmla="*/ 11099 w 28911"/>
                        <a:gd name="connsiteY5" fmla="*/ 33892 h 33892"/>
                        <a:gd name="connsiteX6" fmla="*/ 14528 w 28911"/>
                        <a:gd name="connsiteY6" fmla="*/ 17414 h 33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911" h="33892">
                          <a:moveTo>
                            <a:pt x="14528" y="17414"/>
                          </a:moveTo>
                          <a:cubicBezTo>
                            <a:pt x="18338" y="12937"/>
                            <a:pt x="23768" y="11985"/>
                            <a:pt x="28911" y="13985"/>
                          </a:cubicBezTo>
                          <a:cubicBezTo>
                            <a:pt x="28054" y="11128"/>
                            <a:pt x="26720" y="8270"/>
                            <a:pt x="24720" y="5889"/>
                          </a:cubicBezTo>
                          <a:cubicBezTo>
                            <a:pt x="18529" y="-1445"/>
                            <a:pt x="9575" y="-1827"/>
                            <a:pt x="4051" y="4174"/>
                          </a:cubicBezTo>
                          <a:cubicBezTo>
                            <a:pt x="-1474" y="10270"/>
                            <a:pt x="-1378" y="21319"/>
                            <a:pt x="4527" y="28844"/>
                          </a:cubicBezTo>
                          <a:cubicBezTo>
                            <a:pt x="6432" y="31225"/>
                            <a:pt x="8718" y="32845"/>
                            <a:pt x="11099" y="33892"/>
                          </a:cubicBezTo>
                          <a:cubicBezTo>
                            <a:pt x="9575" y="27892"/>
                            <a:pt x="10814" y="21700"/>
                            <a:pt x="14528" y="1741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61" name="Forme libre : forme 12360">
                      <a:extLst>
                        <a:ext uri="{FF2B5EF4-FFF2-40B4-BE49-F238E27FC236}">
                          <a16:creationId xmlns:a16="http://schemas.microsoft.com/office/drawing/2014/main" id="{6521AB3D-892B-4356-81F1-B66DC1EB35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1664" y="4151601"/>
                      <a:ext cx="14283" cy="14975"/>
                    </a:xfrm>
                    <a:custGeom>
                      <a:avLst/>
                      <a:gdLst>
                        <a:gd name="connsiteX0" fmla="*/ 5214 w 14283"/>
                        <a:gd name="connsiteY0" fmla="*/ 14094 h 14975"/>
                        <a:gd name="connsiteX1" fmla="*/ 262 w 14283"/>
                        <a:gd name="connsiteY1" fmla="*/ 3997 h 14975"/>
                        <a:gd name="connsiteX2" fmla="*/ 8929 w 14283"/>
                        <a:gd name="connsiteY2" fmla="*/ 759 h 14975"/>
                        <a:gd name="connsiteX3" fmla="*/ 14073 w 14283"/>
                        <a:gd name="connsiteY3" fmla="*/ 10760 h 14975"/>
                        <a:gd name="connsiteX4" fmla="*/ 5214 w 14283"/>
                        <a:gd name="connsiteY4" fmla="*/ 14094 h 14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83" h="14975">
                          <a:moveTo>
                            <a:pt x="5214" y="14094"/>
                          </a:moveTo>
                          <a:cubicBezTo>
                            <a:pt x="1405" y="12189"/>
                            <a:pt x="-786" y="7617"/>
                            <a:pt x="262" y="3997"/>
                          </a:cubicBezTo>
                          <a:cubicBezTo>
                            <a:pt x="1309" y="283"/>
                            <a:pt x="5214" y="-956"/>
                            <a:pt x="8929" y="759"/>
                          </a:cubicBezTo>
                          <a:cubicBezTo>
                            <a:pt x="12644" y="2473"/>
                            <a:pt x="15025" y="6950"/>
                            <a:pt x="14073" y="10760"/>
                          </a:cubicBezTo>
                          <a:cubicBezTo>
                            <a:pt x="13120" y="14570"/>
                            <a:pt x="9024" y="16094"/>
                            <a:pt x="5214" y="140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62" name="Forme libre : forme 12361">
                      <a:extLst>
                        <a:ext uri="{FF2B5EF4-FFF2-40B4-BE49-F238E27FC236}">
                          <a16:creationId xmlns:a16="http://schemas.microsoft.com/office/drawing/2014/main" id="{582F54D7-B054-4EE7-B80A-CDAD011914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402" y="4156297"/>
                      <a:ext cx="4908" cy="5817"/>
                    </a:xfrm>
                    <a:custGeom>
                      <a:avLst/>
                      <a:gdLst>
                        <a:gd name="connsiteX0" fmla="*/ 764 w 4908"/>
                        <a:gd name="connsiteY0" fmla="*/ 4826 h 5817"/>
                        <a:gd name="connsiteX1" fmla="*/ 669 w 4908"/>
                        <a:gd name="connsiteY1" fmla="*/ 730 h 5817"/>
                        <a:gd name="connsiteX2" fmla="*/ 4098 w 4908"/>
                        <a:gd name="connsiteY2" fmla="*/ 920 h 5817"/>
                        <a:gd name="connsiteX3" fmla="*/ 4288 w 4908"/>
                        <a:gd name="connsiteY3" fmla="*/ 5016 h 5817"/>
                        <a:gd name="connsiteX4" fmla="*/ 764 w 4908"/>
                        <a:gd name="connsiteY4" fmla="*/ 4826 h 5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08" h="5817">
                          <a:moveTo>
                            <a:pt x="764" y="4826"/>
                          </a:moveTo>
                          <a:cubicBezTo>
                            <a:pt x="-189" y="3587"/>
                            <a:pt x="-284" y="1777"/>
                            <a:pt x="669" y="730"/>
                          </a:cubicBezTo>
                          <a:cubicBezTo>
                            <a:pt x="1621" y="-318"/>
                            <a:pt x="3145" y="-223"/>
                            <a:pt x="4098" y="920"/>
                          </a:cubicBezTo>
                          <a:cubicBezTo>
                            <a:pt x="5145" y="2063"/>
                            <a:pt x="5145" y="3968"/>
                            <a:pt x="4288" y="5016"/>
                          </a:cubicBezTo>
                          <a:cubicBezTo>
                            <a:pt x="3336" y="6159"/>
                            <a:pt x="1716" y="6064"/>
                            <a:pt x="764" y="48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363" name="Graphique 5">
                    <a:extLst>
                      <a:ext uri="{FF2B5EF4-FFF2-40B4-BE49-F238E27FC236}">
                        <a16:creationId xmlns:a16="http://schemas.microsoft.com/office/drawing/2014/main" id="{2ED8D99B-4914-411A-9FD9-E7E692A82051}"/>
                      </a:ext>
                    </a:extLst>
                  </p:cNvPr>
                  <p:cNvGrpSpPr/>
                  <p:nvPr/>
                </p:nvGrpSpPr>
                <p:grpSpPr>
                  <a:xfrm>
                    <a:off x="3357118" y="4130193"/>
                    <a:ext cx="29310" cy="35265"/>
                    <a:chOff x="3357118" y="4130193"/>
                    <a:chExt cx="29310" cy="35265"/>
                  </a:xfrm>
                  <a:solidFill>
                    <a:schemeClr val="accent1"/>
                  </a:solidFill>
                </p:grpSpPr>
                <p:sp>
                  <p:nvSpPr>
                    <p:cNvPr id="12364" name="Forme libre : forme 12363">
                      <a:extLst>
                        <a:ext uri="{FF2B5EF4-FFF2-40B4-BE49-F238E27FC236}">
                          <a16:creationId xmlns:a16="http://schemas.microsoft.com/office/drawing/2014/main" id="{C812A9E3-2CE9-4B7A-BEF0-C68A9C12F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7213" y="4130193"/>
                      <a:ext cx="29214" cy="35265"/>
                    </a:xfrm>
                    <a:custGeom>
                      <a:avLst/>
                      <a:gdLst>
                        <a:gd name="connsiteX0" fmla="*/ 3947 w 29214"/>
                        <a:gd name="connsiteY0" fmla="*/ 28453 h 35265"/>
                        <a:gd name="connsiteX1" fmla="*/ 4423 w 29214"/>
                        <a:gd name="connsiteY1" fmla="*/ 3879 h 35265"/>
                        <a:gd name="connsiteX2" fmla="*/ 24712 w 29214"/>
                        <a:gd name="connsiteY2" fmla="*/ 6546 h 35265"/>
                        <a:gd name="connsiteX3" fmla="*/ 24997 w 29214"/>
                        <a:gd name="connsiteY3" fmla="*/ 31311 h 35265"/>
                        <a:gd name="connsiteX4" fmla="*/ 3947 w 29214"/>
                        <a:gd name="connsiteY4" fmla="*/ 28453 h 35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214" h="35265">
                          <a:moveTo>
                            <a:pt x="3947" y="28453"/>
                          </a:moveTo>
                          <a:cubicBezTo>
                            <a:pt x="-1577" y="20643"/>
                            <a:pt x="-1196" y="9689"/>
                            <a:pt x="4423" y="3879"/>
                          </a:cubicBezTo>
                          <a:cubicBezTo>
                            <a:pt x="9948" y="-2217"/>
                            <a:pt x="18806" y="-979"/>
                            <a:pt x="24712" y="6546"/>
                          </a:cubicBezTo>
                          <a:cubicBezTo>
                            <a:pt x="30522" y="14071"/>
                            <a:pt x="30808" y="25120"/>
                            <a:pt x="24997" y="31311"/>
                          </a:cubicBezTo>
                          <a:cubicBezTo>
                            <a:pt x="18997" y="37407"/>
                            <a:pt x="9472" y="36454"/>
                            <a:pt x="3947" y="284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65" name="Forme libre : forme 12364">
                      <a:extLst>
                        <a:ext uri="{FF2B5EF4-FFF2-40B4-BE49-F238E27FC236}">
                          <a16:creationId xmlns:a16="http://schemas.microsoft.com/office/drawing/2014/main" id="{CC9F926D-4C45-4CEC-82C6-16ED9E4E6A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7118" y="4130193"/>
                      <a:ext cx="28521" cy="33882"/>
                    </a:xfrm>
                    <a:custGeom>
                      <a:avLst/>
                      <a:gdLst>
                        <a:gd name="connsiteX0" fmla="*/ 14234 w 28521"/>
                        <a:gd name="connsiteY0" fmla="*/ 17404 h 33882"/>
                        <a:gd name="connsiteX1" fmla="*/ 28522 w 28521"/>
                        <a:gd name="connsiteY1" fmla="*/ 14833 h 33882"/>
                        <a:gd name="connsiteX2" fmla="*/ 24712 w 28521"/>
                        <a:gd name="connsiteY2" fmla="*/ 6546 h 33882"/>
                        <a:gd name="connsiteX3" fmla="*/ 4423 w 28521"/>
                        <a:gd name="connsiteY3" fmla="*/ 3879 h 33882"/>
                        <a:gd name="connsiteX4" fmla="*/ 3947 w 28521"/>
                        <a:gd name="connsiteY4" fmla="*/ 28453 h 33882"/>
                        <a:gd name="connsiteX5" fmla="*/ 10234 w 28521"/>
                        <a:gd name="connsiteY5" fmla="*/ 33883 h 33882"/>
                        <a:gd name="connsiteX6" fmla="*/ 14234 w 28521"/>
                        <a:gd name="connsiteY6" fmla="*/ 17404 h 33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521" h="33882">
                          <a:moveTo>
                            <a:pt x="14234" y="17404"/>
                          </a:moveTo>
                          <a:cubicBezTo>
                            <a:pt x="18139" y="13214"/>
                            <a:pt x="23568" y="12547"/>
                            <a:pt x="28522" y="14833"/>
                          </a:cubicBezTo>
                          <a:cubicBezTo>
                            <a:pt x="27855" y="11880"/>
                            <a:pt x="26617" y="9023"/>
                            <a:pt x="24712" y="6546"/>
                          </a:cubicBezTo>
                          <a:cubicBezTo>
                            <a:pt x="18901" y="-979"/>
                            <a:pt x="10043" y="-2217"/>
                            <a:pt x="4423" y="3879"/>
                          </a:cubicBezTo>
                          <a:cubicBezTo>
                            <a:pt x="-1196" y="9689"/>
                            <a:pt x="-1577" y="20643"/>
                            <a:pt x="3947" y="28453"/>
                          </a:cubicBezTo>
                          <a:cubicBezTo>
                            <a:pt x="5757" y="30930"/>
                            <a:pt x="7948" y="32740"/>
                            <a:pt x="10234" y="33883"/>
                          </a:cubicBezTo>
                          <a:cubicBezTo>
                            <a:pt x="9091" y="27977"/>
                            <a:pt x="10424" y="21500"/>
                            <a:pt x="14234" y="1740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66" name="Forme libre : forme 12365">
                      <a:extLst>
                        <a:ext uri="{FF2B5EF4-FFF2-40B4-BE49-F238E27FC236}">
                          <a16:creationId xmlns:a16="http://schemas.microsoft.com/office/drawing/2014/main" id="{68E30131-AC06-4DE5-941C-746C6EF17B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2363" y="4146898"/>
                      <a:ext cx="13864" cy="15070"/>
                    </a:xfrm>
                    <a:custGeom>
                      <a:avLst/>
                      <a:gdLst>
                        <a:gd name="connsiteX0" fmla="*/ 4893 w 13864"/>
                        <a:gd name="connsiteY0" fmla="*/ 14225 h 15070"/>
                        <a:gd name="connsiteX1" fmla="*/ 321 w 13864"/>
                        <a:gd name="connsiteY1" fmla="*/ 3938 h 15070"/>
                        <a:gd name="connsiteX2" fmla="*/ 8893 w 13864"/>
                        <a:gd name="connsiteY2" fmla="*/ 890 h 15070"/>
                        <a:gd name="connsiteX3" fmla="*/ 13560 w 13864"/>
                        <a:gd name="connsiteY3" fmla="*/ 11082 h 15070"/>
                        <a:gd name="connsiteX4" fmla="*/ 4893 w 13864"/>
                        <a:gd name="connsiteY4" fmla="*/ 14225 h 15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64" h="15070">
                          <a:moveTo>
                            <a:pt x="4893" y="14225"/>
                          </a:moveTo>
                          <a:cubicBezTo>
                            <a:pt x="1178" y="12129"/>
                            <a:pt x="-822" y="7462"/>
                            <a:pt x="321" y="3938"/>
                          </a:cubicBezTo>
                          <a:cubicBezTo>
                            <a:pt x="1464" y="414"/>
                            <a:pt x="5274" y="-1110"/>
                            <a:pt x="8893" y="890"/>
                          </a:cubicBezTo>
                          <a:cubicBezTo>
                            <a:pt x="12513" y="2795"/>
                            <a:pt x="14704" y="7367"/>
                            <a:pt x="13560" y="11082"/>
                          </a:cubicBezTo>
                          <a:cubicBezTo>
                            <a:pt x="12513" y="14701"/>
                            <a:pt x="8608" y="16130"/>
                            <a:pt x="4893" y="1422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67" name="Forme libre : forme 12366">
                      <a:extLst>
                        <a:ext uri="{FF2B5EF4-FFF2-40B4-BE49-F238E27FC236}">
                          <a16:creationId xmlns:a16="http://schemas.microsoft.com/office/drawing/2014/main" id="{216891E9-0FFC-482E-8105-D5BC86EF4B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2828" y="4151775"/>
                      <a:ext cx="4857" cy="5836"/>
                    </a:xfrm>
                    <a:custGeom>
                      <a:avLst/>
                      <a:gdLst>
                        <a:gd name="connsiteX0" fmla="*/ 714 w 4857"/>
                        <a:gd name="connsiteY0" fmla="*/ 4776 h 5836"/>
                        <a:gd name="connsiteX1" fmla="*/ 714 w 4857"/>
                        <a:gd name="connsiteY1" fmla="*/ 680 h 5836"/>
                        <a:gd name="connsiteX2" fmla="*/ 4143 w 4857"/>
                        <a:gd name="connsiteY2" fmla="*/ 1061 h 5836"/>
                        <a:gd name="connsiteX3" fmla="*/ 4143 w 4857"/>
                        <a:gd name="connsiteY3" fmla="*/ 5157 h 5836"/>
                        <a:gd name="connsiteX4" fmla="*/ 714 w 4857"/>
                        <a:gd name="connsiteY4" fmla="*/ 4776 h 5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57" h="5836">
                          <a:moveTo>
                            <a:pt x="714" y="4776"/>
                          </a:moveTo>
                          <a:cubicBezTo>
                            <a:pt x="-238" y="3538"/>
                            <a:pt x="-238" y="1728"/>
                            <a:pt x="714" y="680"/>
                          </a:cubicBezTo>
                          <a:cubicBezTo>
                            <a:pt x="1667" y="-368"/>
                            <a:pt x="3191" y="-177"/>
                            <a:pt x="4143" y="1061"/>
                          </a:cubicBezTo>
                          <a:cubicBezTo>
                            <a:pt x="5096" y="2299"/>
                            <a:pt x="5096" y="4109"/>
                            <a:pt x="4143" y="5157"/>
                          </a:cubicBezTo>
                          <a:cubicBezTo>
                            <a:pt x="3191" y="6205"/>
                            <a:pt x="1667" y="6014"/>
                            <a:pt x="714" y="47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368" name="Graphique 5">
                  <a:extLst>
                    <a:ext uri="{FF2B5EF4-FFF2-40B4-BE49-F238E27FC236}">
                      <a16:creationId xmlns:a16="http://schemas.microsoft.com/office/drawing/2014/main" id="{424AEAB0-E3B4-4AA8-8B33-C605F1BA8310}"/>
                    </a:ext>
                  </a:extLst>
                </p:cNvPr>
                <p:cNvGrpSpPr/>
                <p:nvPr/>
              </p:nvGrpSpPr>
              <p:grpSpPr>
                <a:xfrm>
                  <a:off x="3301640" y="4038838"/>
                  <a:ext cx="38771" cy="99295"/>
                  <a:chOff x="3301640" y="4038838"/>
                  <a:chExt cx="38771" cy="99295"/>
                </a:xfrm>
                <a:solidFill>
                  <a:schemeClr val="accent1"/>
                </a:solidFill>
              </p:grpSpPr>
              <p:grpSp>
                <p:nvGrpSpPr>
                  <p:cNvPr id="12369" name="Graphique 5">
                    <a:extLst>
                      <a:ext uri="{FF2B5EF4-FFF2-40B4-BE49-F238E27FC236}">
                        <a16:creationId xmlns:a16="http://schemas.microsoft.com/office/drawing/2014/main" id="{AD7ECAA0-247D-4EC6-9BDA-0D98819D935A}"/>
                      </a:ext>
                    </a:extLst>
                  </p:cNvPr>
                  <p:cNvGrpSpPr/>
                  <p:nvPr/>
                </p:nvGrpSpPr>
                <p:grpSpPr>
                  <a:xfrm>
                    <a:off x="3315342" y="4038838"/>
                    <a:ext cx="25069" cy="35178"/>
                    <a:chOff x="3315342" y="4038838"/>
                    <a:chExt cx="25069" cy="35178"/>
                  </a:xfrm>
                  <a:solidFill>
                    <a:schemeClr val="accent1"/>
                  </a:solidFill>
                </p:grpSpPr>
                <p:sp>
                  <p:nvSpPr>
                    <p:cNvPr id="12370" name="Forme libre : forme 12369">
                      <a:extLst>
                        <a:ext uri="{FF2B5EF4-FFF2-40B4-BE49-F238E27FC236}">
                          <a16:creationId xmlns:a16="http://schemas.microsoft.com/office/drawing/2014/main" id="{02D39676-3B73-430B-B44E-A42809EBFD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5342" y="4038838"/>
                      <a:ext cx="25069" cy="35151"/>
                    </a:xfrm>
                    <a:custGeom>
                      <a:avLst/>
                      <a:gdLst>
                        <a:gd name="connsiteX0" fmla="*/ 21434 w 25069"/>
                        <a:gd name="connsiteY0" fmla="*/ 31893 h 35151"/>
                        <a:gd name="connsiteX1" fmla="*/ 3432 w 25069"/>
                        <a:gd name="connsiteY1" fmla="*/ 27702 h 35151"/>
                        <a:gd name="connsiteX2" fmla="*/ 3718 w 25069"/>
                        <a:gd name="connsiteY2" fmla="*/ 3127 h 35151"/>
                        <a:gd name="connsiteX3" fmla="*/ 21053 w 25069"/>
                        <a:gd name="connsiteY3" fmla="*/ 7509 h 35151"/>
                        <a:gd name="connsiteX4" fmla="*/ 21434 w 25069"/>
                        <a:gd name="connsiteY4" fmla="*/ 31893 h 351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069" h="35151">
                          <a:moveTo>
                            <a:pt x="21434" y="31893"/>
                          </a:moveTo>
                          <a:cubicBezTo>
                            <a:pt x="16386" y="37513"/>
                            <a:pt x="8195" y="35703"/>
                            <a:pt x="3432" y="27702"/>
                          </a:cubicBezTo>
                          <a:cubicBezTo>
                            <a:pt x="-1330" y="19796"/>
                            <a:pt x="-1044" y="8747"/>
                            <a:pt x="3718" y="3127"/>
                          </a:cubicBezTo>
                          <a:cubicBezTo>
                            <a:pt x="8481" y="-2397"/>
                            <a:pt x="16005" y="-397"/>
                            <a:pt x="21053" y="7509"/>
                          </a:cubicBezTo>
                          <a:cubicBezTo>
                            <a:pt x="26197" y="15510"/>
                            <a:pt x="26483" y="26368"/>
                            <a:pt x="21434" y="3189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71" name="Forme libre : forme 12370">
                      <a:extLst>
                        <a:ext uri="{FF2B5EF4-FFF2-40B4-BE49-F238E27FC236}">
                          <a16:creationId xmlns:a16="http://schemas.microsoft.com/office/drawing/2014/main" id="{B6311BF4-63C1-41BA-987F-25A21D2524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5376" y="4039012"/>
                      <a:ext cx="24543" cy="35004"/>
                    </a:xfrm>
                    <a:custGeom>
                      <a:avLst/>
                      <a:gdLst>
                        <a:gd name="connsiteX0" fmla="*/ 12256 w 24543"/>
                        <a:gd name="connsiteY0" fmla="*/ 17717 h 35004"/>
                        <a:gd name="connsiteX1" fmla="*/ 9113 w 24543"/>
                        <a:gd name="connsiteY1" fmla="*/ 0 h 35004"/>
                        <a:gd name="connsiteX2" fmla="*/ 3684 w 24543"/>
                        <a:gd name="connsiteY2" fmla="*/ 3048 h 35004"/>
                        <a:gd name="connsiteX3" fmla="*/ 3398 w 24543"/>
                        <a:gd name="connsiteY3" fmla="*/ 27622 h 35004"/>
                        <a:gd name="connsiteX4" fmla="*/ 21400 w 24543"/>
                        <a:gd name="connsiteY4" fmla="*/ 31813 h 35004"/>
                        <a:gd name="connsiteX5" fmla="*/ 24543 w 24543"/>
                        <a:gd name="connsiteY5" fmla="*/ 25146 h 35004"/>
                        <a:gd name="connsiteX6" fmla="*/ 12256 w 24543"/>
                        <a:gd name="connsiteY6" fmla="*/ 17717 h 35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543" h="35004">
                          <a:moveTo>
                            <a:pt x="12256" y="17717"/>
                          </a:moveTo>
                          <a:cubicBezTo>
                            <a:pt x="8922" y="12287"/>
                            <a:pt x="7970" y="5525"/>
                            <a:pt x="9113" y="0"/>
                          </a:cubicBezTo>
                          <a:cubicBezTo>
                            <a:pt x="7113" y="286"/>
                            <a:pt x="5303" y="1143"/>
                            <a:pt x="3684" y="3048"/>
                          </a:cubicBezTo>
                          <a:cubicBezTo>
                            <a:pt x="-984" y="8572"/>
                            <a:pt x="-1365" y="19717"/>
                            <a:pt x="3398" y="27622"/>
                          </a:cubicBezTo>
                          <a:cubicBezTo>
                            <a:pt x="8160" y="35528"/>
                            <a:pt x="16352" y="37338"/>
                            <a:pt x="21400" y="31813"/>
                          </a:cubicBezTo>
                          <a:cubicBezTo>
                            <a:pt x="23019" y="30004"/>
                            <a:pt x="23972" y="27718"/>
                            <a:pt x="24543" y="25146"/>
                          </a:cubicBezTo>
                          <a:cubicBezTo>
                            <a:pt x="20257" y="25527"/>
                            <a:pt x="15495" y="23051"/>
                            <a:pt x="12256" y="177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72" name="Forme libre : forme 12371">
                      <a:extLst>
                        <a:ext uri="{FF2B5EF4-FFF2-40B4-BE49-F238E27FC236}">
                          <a16:creationId xmlns:a16="http://schemas.microsoft.com/office/drawing/2014/main" id="{E8F975BF-72D8-4EF9-BB48-1A6820C2ED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7371" y="4052143"/>
                      <a:ext cx="10691" cy="16316"/>
                    </a:xfrm>
                    <a:custGeom>
                      <a:avLst/>
                      <a:gdLst>
                        <a:gd name="connsiteX0" fmla="*/ 10358 w 10691"/>
                        <a:gd name="connsiteY0" fmla="*/ 11635 h 16316"/>
                        <a:gd name="connsiteX1" fmla="*/ 3405 w 10691"/>
                        <a:gd name="connsiteY1" fmla="*/ 15540 h 16316"/>
                        <a:gd name="connsiteX2" fmla="*/ 357 w 10691"/>
                        <a:gd name="connsiteY2" fmla="*/ 4681 h 16316"/>
                        <a:gd name="connsiteX3" fmla="*/ 7215 w 10691"/>
                        <a:gd name="connsiteY3" fmla="*/ 776 h 16316"/>
                        <a:gd name="connsiteX4" fmla="*/ 10358 w 10691"/>
                        <a:gd name="connsiteY4" fmla="*/ 11635 h 163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91" h="16316">
                          <a:moveTo>
                            <a:pt x="10358" y="11635"/>
                          </a:moveTo>
                          <a:cubicBezTo>
                            <a:pt x="9310" y="15730"/>
                            <a:pt x="6167" y="17445"/>
                            <a:pt x="3405" y="15540"/>
                          </a:cubicBezTo>
                          <a:cubicBezTo>
                            <a:pt x="642" y="13635"/>
                            <a:pt x="-691" y="8682"/>
                            <a:pt x="357" y="4681"/>
                          </a:cubicBezTo>
                          <a:cubicBezTo>
                            <a:pt x="1404" y="586"/>
                            <a:pt x="4453" y="-1129"/>
                            <a:pt x="7215" y="776"/>
                          </a:cubicBezTo>
                          <a:cubicBezTo>
                            <a:pt x="9882" y="2681"/>
                            <a:pt x="11406" y="7539"/>
                            <a:pt x="10358" y="1163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73" name="Forme libre : forme 12372">
                      <a:extLst>
                        <a:ext uri="{FF2B5EF4-FFF2-40B4-BE49-F238E27FC236}">
                          <a16:creationId xmlns:a16="http://schemas.microsoft.com/office/drawing/2014/main" id="{D7BC3707-AA36-41EB-AF46-B6A4D4F618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0228" y="4050390"/>
                      <a:ext cx="4155" cy="5730"/>
                    </a:xfrm>
                    <a:custGeom>
                      <a:avLst/>
                      <a:gdLst>
                        <a:gd name="connsiteX0" fmla="*/ 3596 w 4155"/>
                        <a:gd name="connsiteY0" fmla="*/ 5197 h 5730"/>
                        <a:gd name="connsiteX1" fmla="*/ 643 w 4155"/>
                        <a:gd name="connsiteY1" fmla="*/ 4530 h 5730"/>
                        <a:gd name="connsiteX2" fmla="*/ 643 w 4155"/>
                        <a:gd name="connsiteY2" fmla="*/ 529 h 5730"/>
                        <a:gd name="connsiteX3" fmla="*/ 3500 w 4155"/>
                        <a:gd name="connsiteY3" fmla="*/ 1291 h 5730"/>
                        <a:gd name="connsiteX4" fmla="*/ 3596 w 4155"/>
                        <a:gd name="connsiteY4" fmla="*/ 5197 h 57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5" h="5730">
                          <a:moveTo>
                            <a:pt x="3596" y="5197"/>
                          </a:moveTo>
                          <a:cubicBezTo>
                            <a:pt x="2833" y="6149"/>
                            <a:pt x="1500" y="5768"/>
                            <a:pt x="643" y="4530"/>
                          </a:cubicBezTo>
                          <a:cubicBezTo>
                            <a:pt x="-214" y="3196"/>
                            <a:pt x="-214" y="1386"/>
                            <a:pt x="643" y="529"/>
                          </a:cubicBezTo>
                          <a:cubicBezTo>
                            <a:pt x="1405" y="-423"/>
                            <a:pt x="2738" y="-42"/>
                            <a:pt x="3500" y="1291"/>
                          </a:cubicBezTo>
                          <a:cubicBezTo>
                            <a:pt x="4358" y="2530"/>
                            <a:pt x="4358" y="4339"/>
                            <a:pt x="3596" y="51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374" name="Graphique 5">
                    <a:extLst>
                      <a:ext uri="{FF2B5EF4-FFF2-40B4-BE49-F238E27FC236}">
                        <a16:creationId xmlns:a16="http://schemas.microsoft.com/office/drawing/2014/main" id="{557BCEB2-A9A1-4B0F-9A6C-20ABFAFBEED7}"/>
                      </a:ext>
                    </a:extLst>
                  </p:cNvPr>
                  <p:cNvGrpSpPr/>
                  <p:nvPr/>
                </p:nvGrpSpPr>
                <p:grpSpPr>
                  <a:xfrm>
                    <a:off x="3305103" y="4068728"/>
                    <a:ext cx="25950" cy="35466"/>
                    <a:chOff x="3305103" y="4068728"/>
                    <a:chExt cx="25950" cy="35466"/>
                  </a:xfrm>
                  <a:solidFill>
                    <a:schemeClr val="accent1"/>
                  </a:solidFill>
                </p:grpSpPr>
                <p:sp>
                  <p:nvSpPr>
                    <p:cNvPr id="12375" name="Forme libre : forme 12374">
                      <a:extLst>
                        <a:ext uri="{FF2B5EF4-FFF2-40B4-BE49-F238E27FC236}">
                          <a16:creationId xmlns:a16="http://schemas.microsoft.com/office/drawing/2014/main" id="{8B54980E-7541-44ED-8BD7-7408E392EE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5103" y="4068728"/>
                      <a:ext cx="25950" cy="35371"/>
                    </a:xfrm>
                    <a:custGeom>
                      <a:avLst/>
                      <a:gdLst>
                        <a:gd name="connsiteX0" fmla="*/ 21767 w 25950"/>
                        <a:gd name="connsiteY0" fmla="*/ 32102 h 35371"/>
                        <a:gd name="connsiteX1" fmla="*/ 3098 w 25950"/>
                        <a:gd name="connsiteY1" fmla="*/ 27434 h 35371"/>
                        <a:gd name="connsiteX2" fmla="*/ 4336 w 25950"/>
                        <a:gd name="connsiteY2" fmla="*/ 2955 h 35371"/>
                        <a:gd name="connsiteX3" fmla="*/ 22338 w 25950"/>
                        <a:gd name="connsiteY3" fmla="*/ 7432 h 35371"/>
                        <a:gd name="connsiteX4" fmla="*/ 21767 w 25950"/>
                        <a:gd name="connsiteY4" fmla="*/ 32102 h 353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50" h="35371">
                          <a:moveTo>
                            <a:pt x="21767" y="32102"/>
                          </a:moveTo>
                          <a:cubicBezTo>
                            <a:pt x="16433" y="38102"/>
                            <a:pt x="7765" y="35435"/>
                            <a:pt x="3098" y="27434"/>
                          </a:cubicBezTo>
                          <a:cubicBezTo>
                            <a:pt x="-1569" y="19338"/>
                            <a:pt x="-807" y="8289"/>
                            <a:pt x="4336" y="2955"/>
                          </a:cubicBezTo>
                          <a:cubicBezTo>
                            <a:pt x="9575" y="-2188"/>
                            <a:pt x="17385" y="-569"/>
                            <a:pt x="22338" y="7432"/>
                          </a:cubicBezTo>
                          <a:cubicBezTo>
                            <a:pt x="27292" y="15433"/>
                            <a:pt x="27196" y="26387"/>
                            <a:pt x="21767" y="3210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76" name="Forme libre : forme 12375">
                      <a:extLst>
                        <a:ext uri="{FF2B5EF4-FFF2-40B4-BE49-F238E27FC236}">
                          <a16:creationId xmlns:a16="http://schemas.microsoft.com/office/drawing/2014/main" id="{29E4876C-7DEF-44AC-900C-C25D2B5A06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5167" y="4069016"/>
                      <a:ext cx="25323" cy="35178"/>
                    </a:xfrm>
                    <a:custGeom>
                      <a:avLst/>
                      <a:gdLst>
                        <a:gd name="connsiteX0" fmla="*/ 12750 w 25323"/>
                        <a:gd name="connsiteY0" fmla="*/ 17812 h 35178"/>
                        <a:gd name="connsiteX1" fmla="*/ 10178 w 25323"/>
                        <a:gd name="connsiteY1" fmla="*/ 0 h 35178"/>
                        <a:gd name="connsiteX2" fmla="*/ 4368 w 25323"/>
                        <a:gd name="connsiteY2" fmla="*/ 2762 h 35178"/>
                        <a:gd name="connsiteX3" fmla="*/ 3130 w 25323"/>
                        <a:gd name="connsiteY3" fmla="*/ 27242 h 35178"/>
                        <a:gd name="connsiteX4" fmla="*/ 21799 w 25323"/>
                        <a:gd name="connsiteY4" fmla="*/ 31909 h 35178"/>
                        <a:gd name="connsiteX5" fmla="*/ 25323 w 25323"/>
                        <a:gd name="connsiteY5" fmla="*/ 25051 h 35178"/>
                        <a:gd name="connsiteX6" fmla="*/ 12750 w 25323"/>
                        <a:gd name="connsiteY6" fmla="*/ 17812 h 351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23" h="35178">
                          <a:moveTo>
                            <a:pt x="12750" y="17812"/>
                          </a:moveTo>
                          <a:cubicBezTo>
                            <a:pt x="9512" y="12287"/>
                            <a:pt x="8750" y="5429"/>
                            <a:pt x="10178" y="0"/>
                          </a:cubicBezTo>
                          <a:cubicBezTo>
                            <a:pt x="8083" y="191"/>
                            <a:pt x="6083" y="953"/>
                            <a:pt x="4368" y="2762"/>
                          </a:cubicBezTo>
                          <a:cubicBezTo>
                            <a:pt x="-871" y="8096"/>
                            <a:pt x="-1537" y="19050"/>
                            <a:pt x="3130" y="27242"/>
                          </a:cubicBezTo>
                          <a:cubicBezTo>
                            <a:pt x="7797" y="35243"/>
                            <a:pt x="16465" y="37910"/>
                            <a:pt x="21799" y="31909"/>
                          </a:cubicBezTo>
                          <a:cubicBezTo>
                            <a:pt x="23513" y="30099"/>
                            <a:pt x="24656" y="27718"/>
                            <a:pt x="25323" y="25051"/>
                          </a:cubicBezTo>
                          <a:cubicBezTo>
                            <a:pt x="20751" y="25622"/>
                            <a:pt x="15893" y="23241"/>
                            <a:pt x="12750" y="17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77" name="Forme libre : forme 12376">
                      <a:extLst>
                        <a:ext uri="{FF2B5EF4-FFF2-40B4-BE49-F238E27FC236}">
                          <a16:creationId xmlns:a16="http://schemas.microsoft.com/office/drawing/2014/main" id="{5AC4C2A1-EC1E-4286-BBBC-794A3E2134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21" y="4082164"/>
                      <a:ext cx="11149" cy="16455"/>
                    </a:xfrm>
                    <a:custGeom>
                      <a:avLst/>
                      <a:gdLst>
                        <a:gd name="connsiteX0" fmla="*/ 10687 w 11149"/>
                        <a:gd name="connsiteY0" fmla="*/ 11617 h 16455"/>
                        <a:gd name="connsiteX1" fmla="*/ 3258 w 11149"/>
                        <a:gd name="connsiteY1" fmla="*/ 15713 h 16455"/>
                        <a:gd name="connsiteX2" fmla="*/ 495 w 11149"/>
                        <a:gd name="connsiteY2" fmla="*/ 4759 h 16455"/>
                        <a:gd name="connsiteX3" fmla="*/ 7734 w 11149"/>
                        <a:gd name="connsiteY3" fmla="*/ 759 h 16455"/>
                        <a:gd name="connsiteX4" fmla="*/ 10687 w 11149"/>
                        <a:gd name="connsiteY4" fmla="*/ 11617 h 16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49" h="16455">
                          <a:moveTo>
                            <a:pt x="10687" y="11617"/>
                          </a:moveTo>
                          <a:cubicBezTo>
                            <a:pt x="9449" y="15713"/>
                            <a:pt x="6115" y="17618"/>
                            <a:pt x="3258" y="15713"/>
                          </a:cubicBezTo>
                          <a:cubicBezTo>
                            <a:pt x="400" y="13713"/>
                            <a:pt x="-743" y="8760"/>
                            <a:pt x="495" y="4759"/>
                          </a:cubicBezTo>
                          <a:cubicBezTo>
                            <a:pt x="1733" y="663"/>
                            <a:pt x="4972" y="-1146"/>
                            <a:pt x="7734" y="759"/>
                          </a:cubicBezTo>
                          <a:cubicBezTo>
                            <a:pt x="10592" y="2569"/>
                            <a:pt x="11925" y="7521"/>
                            <a:pt x="10687" y="1161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78" name="Forme libre : forme 12377">
                      <a:extLst>
                        <a:ext uri="{FF2B5EF4-FFF2-40B4-BE49-F238E27FC236}">
                          <a16:creationId xmlns:a16="http://schemas.microsoft.com/office/drawing/2014/main" id="{49F9B70F-7ECA-4C5B-8AEC-BBBAFC3B6A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0786" y="4080266"/>
                      <a:ext cx="4251" cy="5884"/>
                    </a:xfrm>
                    <a:custGeom>
                      <a:avLst/>
                      <a:gdLst>
                        <a:gd name="connsiteX0" fmla="*/ 3608 w 4251"/>
                        <a:gd name="connsiteY0" fmla="*/ 5323 h 5884"/>
                        <a:gd name="connsiteX1" fmla="*/ 560 w 4251"/>
                        <a:gd name="connsiteY1" fmla="*/ 4657 h 5884"/>
                        <a:gd name="connsiteX2" fmla="*/ 656 w 4251"/>
                        <a:gd name="connsiteY2" fmla="*/ 561 h 5884"/>
                        <a:gd name="connsiteX3" fmla="*/ 3608 w 4251"/>
                        <a:gd name="connsiteY3" fmla="*/ 1228 h 5884"/>
                        <a:gd name="connsiteX4" fmla="*/ 3608 w 4251"/>
                        <a:gd name="connsiteY4" fmla="*/ 5323 h 5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51" h="5884">
                          <a:moveTo>
                            <a:pt x="3608" y="5323"/>
                          </a:moveTo>
                          <a:cubicBezTo>
                            <a:pt x="2751" y="6276"/>
                            <a:pt x="1417" y="5990"/>
                            <a:pt x="560" y="4657"/>
                          </a:cubicBezTo>
                          <a:cubicBezTo>
                            <a:pt x="-202" y="3323"/>
                            <a:pt x="-202" y="1513"/>
                            <a:pt x="656" y="561"/>
                          </a:cubicBezTo>
                          <a:cubicBezTo>
                            <a:pt x="1513" y="-392"/>
                            <a:pt x="2846" y="-106"/>
                            <a:pt x="3608" y="1228"/>
                          </a:cubicBezTo>
                          <a:cubicBezTo>
                            <a:pt x="4466" y="2561"/>
                            <a:pt x="4466" y="4371"/>
                            <a:pt x="3608" y="53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379" name="Graphique 5">
                    <a:extLst>
                      <a:ext uri="{FF2B5EF4-FFF2-40B4-BE49-F238E27FC236}">
                        <a16:creationId xmlns:a16="http://schemas.microsoft.com/office/drawing/2014/main" id="{C5AFB6BC-89C1-4E1E-99BE-09BBFE6A2254}"/>
                      </a:ext>
                    </a:extLst>
                  </p:cNvPr>
                  <p:cNvGrpSpPr/>
                  <p:nvPr/>
                </p:nvGrpSpPr>
                <p:grpSpPr>
                  <a:xfrm>
                    <a:off x="3301640" y="4102830"/>
                    <a:ext cx="27303" cy="35303"/>
                    <a:chOff x="3301640" y="4102830"/>
                    <a:chExt cx="27303" cy="35303"/>
                  </a:xfrm>
                  <a:solidFill>
                    <a:schemeClr val="accent1"/>
                  </a:solidFill>
                </p:grpSpPr>
                <p:sp>
                  <p:nvSpPr>
                    <p:cNvPr id="12380" name="Forme libre : forme 12379">
                      <a:extLst>
                        <a:ext uri="{FF2B5EF4-FFF2-40B4-BE49-F238E27FC236}">
                          <a16:creationId xmlns:a16="http://schemas.microsoft.com/office/drawing/2014/main" id="{86CF388C-CF76-4341-911F-045FD4B398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35" y="4102848"/>
                      <a:ext cx="27208" cy="35285"/>
                    </a:xfrm>
                    <a:custGeom>
                      <a:avLst/>
                      <a:gdLst>
                        <a:gd name="connsiteX0" fmla="*/ 22468 w 27208"/>
                        <a:gd name="connsiteY0" fmla="*/ 32272 h 35285"/>
                        <a:gd name="connsiteX1" fmla="*/ 2942 w 27208"/>
                        <a:gd name="connsiteY1" fmla="*/ 27509 h 35285"/>
                        <a:gd name="connsiteX2" fmla="*/ 4942 w 27208"/>
                        <a:gd name="connsiteY2" fmla="*/ 2935 h 35285"/>
                        <a:gd name="connsiteX3" fmla="*/ 23897 w 27208"/>
                        <a:gd name="connsiteY3" fmla="*/ 7793 h 35285"/>
                        <a:gd name="connsiteX4" fmla="*/ 22468 w 27208"/>
                        <a:gd name="connsiteY4" fmla="*/ 32272 h 35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208" h="35285">
                          <a:moveTo>
                            <a:pt x="22468" y="32272"/>
                          </a:moveTo>
                          <a:cubicBezTo>
                            <a:pt x="16562" y="37701"/>
                            <a:pt x="7609" y="35605"/>
                            <a:pt x="2942" y="27509"/>
                          </a:cubicBezTo>
                          <a:cubicBezTo>
                            <a:pt x="-1725" y="19413"/>
                            <a:pt x="-678" y="8364"/>
                            <a:pt x="4942" y="2935"/>
                          </a:cubicBezTo>
                          <a:cubicBezTo>
                            <a:pt x="10562" y="-2495"/>
                            <a:pt x="18944" y="-113"/>
                            <a:pt x="23897" y="7793"/>
                          </a:cubicBezTo>
                          <a:cubicBezTo>
                            <a:pt x="28659" y="15508"/>
                            <a:pt x="28373" y="26938"/>
                            <a:pt x="22468" y="3227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81" name="Forme libre : forme 12380">
                      <a:extLst>
                        <a:ext uri="{FF2B5EF4-FFF2-40B4-BE49-F238E27FC236}">
                          <a16:creationId xmlns:a16="http://schemas.microsoft.com/office/drawing/2014/main" id="{28AB47D8-25BA-4FDE-9541-DC18D30FBB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640" y="4102830"/>
                      <a:ext cx="26373" cy="35208"/>
                    </a:xfrm>
                    <a:custGeom>
                      <a:avLst/>
                      <a:gdLst>
                        <a:gd name="connsiteX0" fmla="*/ 13419 w 26373"/>
                        <a:gd name="connsiteY0" fmla="*/ 17907 h 35208"/>
                        <a:gd name="connsiteX1" fmla="*/ 11133 w 26373"/>
                        <a:gd name="connsiteY1" fmla="*/ 0 h 35208"/>
                        <a:gd name="connsiteX2" fmla="*/ 4942 w 26373"/>
                        <a:gd name="connsiteY2" fmla="*/ 2857 h 35208"/>
                        <a:gd name="connsiteX3" fmla="*/ 2942 w 26373"/>
                        <a:gd name="connsiteY3" fmla="*/ 27432 h 35208"/>
                        <a:gd name="connsiteX4" fmla="*/ 22468 w 26373"/>
                        <a:gd name="connsiteY4" fmla="*/ 32195 h 35208"/>
                        <a:gd name="connsiteX5" fmla="*/ 26373 w 26373"/>
                        <a:gd name="connsiteY5" fmla="*/ 25527 h 35208"/>
                        <a:gd name="connsiteX6" fmla="*/ 13419 w 26373"/>
                        <a:gd name="connsiteY6" fmla="*/ 17907 h 35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373" h="35208">
                          <a:moveTo>
                            <a:pt x="13419" y="17907"/>
                          </a:moveTo>
                          <a:cubicBezTo>
                            <a:pt x="10085" y="12382"/>
                            <a:pt x="9514" y="5524"/>
                            <a:pt x="11133" y="0"/>
                          </a:cubicBezTo>
                          <a:cubicBezTo>
                            <a:pt x="8942" y="190"/>
                            <a:pt x="6752" y="1048"/>
                            <a:pt x="4942" y="2857"/>
                          </a:cubicBezTo>
                          <a:cubicBezTo>
                            <a:pt x="-678" y="8287"/>
                            <a:pt x="-1725" y="19336"/>
                            <a:pt x="2942" y="27432"/>
                          </a:cubicBezTo>
                          <a:cubicBezTo>
                            <a:pt x="7609" y="35528"/>
                            <a:pt x="16562" y="37624"/>
                            <a:pt x="22468" y="32195"/>
                          </a:cubicBezTo>
                          <a:cubicBezTo>
                            <a:pt x="24373" y="30480"/>
                            <a:pt x="25611" y="28194"/>
                            <a:pt x="26373" y="25527"/>
                          </a:cubicBezTo>
                          <a:cubicBezTo>
                            <a:pt x="21706" y="26098"/>
                            <a:pt x="16658" y="23336"/>
                            <a:pt x="13419" y="179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82" name="Forme libre : forme 12381">
                      <a:extLst>
                        <a:ext uri="{FF2B5EF4-FFF2-40B4-BE49-F238E27FC236}">
                          <a16:creationId xmlns:a16="http://schemas.microsoft.com/office/drawing/2014/main" id="{A33AF44C-4BF4-4E9B-BC67-F4FE762750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4522" y="4116296"/>
                      <a:ext cx="11783" cy="16423"/>
                    </a:xfrm>
                    <a:custGeom>
                      <a:avLst/>
                      <a:gdLst>
                        <a:gd name="connsiteX0" fmla="*/ 11205 w 11783"/>
                        <a:gd name="connsiteY0" fmla="*/ 11870 h 16423"/>
                        <a:gd name="connsiteX1" fmla="*/ 3204 w 11783"/>
                        <a:gd name="connsiteY1" fmla="*/ 15585 h 16423"/>
                        <a:gd name="connsiteX2" fmla="*/ 633 w 11783"/>
                        <a:gd name="connsiteY2" fmla="*/ 4536 h 16423"/>
                        <a:gd name="connsiteX3" fmla="*/ 8443 w 11783"/>
                        <a:gd name="connsiteY3" fmla="*/ 917 h 16423"/>
                        <a:gd name="connsiteX4" fmla="*/ 11205 w 11783"/>
                        <a:gd name="connsiteY4" fmla="*/ 11870 h 164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83" h="16423">
                          <a:moveTo>
                            <a:pt x="11205" y="11870"/>
                          </a:moveTo>
                          <a:cubicBezTo>
                            <a:pt x="9777" y="15871"/>
                            <a:pt x="6157" y="17585"/>
                            <a:pt x="3204" y="15585"/>
                          </a:cubicBezTo>
                          <a:cubicBezTo>
                            <a:pt x="252" y="13585"/>
                            <a:pt x="-796" y="8632"/>
                            <a:pt x="633" y="4536"/>
                          </a:cubicBezTo>
                          <a:cubicBezTo>
                            <a:pt x="2061" y="440"/>
                            <a:pt x="5586" y="-1179"/>
                            <a:pt x="8443" y="917"/>
                          </a:cubicBezTo>
                          <a:cubicBezTo>
                            <a:pt x="11301" y="2917"/>
                            <a:pt x="12634" y="7775"/>
                            <a:pt x="11205" y="1187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83" name="Forme libre : forme 12382">
                      <a:extLst>
                        <a:ext uri="{FF2B5EF4-FFF2-40B4-BE49-F238E27FC236}">
                          <a16:creationId xmlns:a16="http://schemas.microsoft.com/office/drawing/2014/main" id="{BE488131-5A55-47D9-9312-465F3AF116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8266" y="4114560"/>
                      <a:ext cx="4444" cy="5712"/>
                    </a:xfrm>
                    <a:custGeom>
                      <a:avLst/>
                      <a:gdLst>
                        <a:gd name="connsiteX0" fmla="*/ 3651 w 4444"/>
                        <a:gd name="connsiteY0" fmla="*/ 5225 h 5712"/>
                        <a:gd name="connsiteX1" fmla="*/ 508 w 4444"/>
                        <a:gd name="connsiteY1" fmla="*/ 4463 h 5712"/>
                        <a:gd name="connsiteX2" fmla="*/ 794 w 4444"/>
                        <a:gd name="connsiteY2" fmla="*/ 462 h 5712"/>
                        <a:gd name="connsiteX3" fmla="*/ 3937 w 4444"/>
                        <a:gd name="connsiteY3" fmla="*/ 1224 h 5712"/>
                        <a:gd name="connsiteX4" fmla="*/ 3651 w 4444"/>
                        <a:gd name="connsiteY4" fmla="*/ 5225 h 57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44" h="5712">
                          <a:moveTo>
                            <a:pt x="3651" y="5225"/>
                          </a:moveTo>
                          <a:cubicBezTo>
                            <a:pt x="2699" y="6082"/>
                            <a:pt x="1270" y="5796"/>
                            <a:pt x="508" y="4463"/>
                          </a:cubicBezTo>
                          <a:cubicBezTo>
                            <a:pt x="-254" y="3129"/>
                            <a:pt x="-159" y="1320"/>
                            <a:pt x="794" y="462"/>
                          </a:cubicBezTo>
                          <a:cubicBezTo>
                            <a:pt x="1746" y="-395"/>
                            <a:pt x="3175" y="-14"/>
                            <a:pt x="3937" y="1224"/>
                          </a:cubicBezTo>
                          <a:cubicBezTo>
                            <a:pt x="4699" y="2558"/>
                            <a:pt x="4604" y="4368"/>
                            <a:pt x="3651" y="522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384" name="Graphique 5">
                  <a:extLst>
                    <a:ext uri="{FF2B5EF4-FFF2-40B4-BE49-F238E27FC236}">
                      <a16:creationId xmlns:a16="http://schemas.microsoft.com/office/drawing/2014/main" id="{5CB6B8C0-6A81-4D75-9346-3A5C7034C7F5}"/>
                    </a:ext>
                  </a:extLst>
                </p:cNvPr>
                <p:cNvGrpSpPr/>
                <p:nvPr/>
              </p:nvGrpSpPr>
              <p:grpSpPr>
                <a:xfrm>
                  <a:off x="3221062" y="4142821"/>
                  <a:ext cx="78020" cy="70346"/>
                  <a:chOff x="3221062" y="4142821"/>
                  <a:chExt cx="78020" cy="70346"/>
                </a:xfrm>
                <a:solidFill>
                  <a:schemeClr val="accent1"/>
                </a:solidFill>
              </p:grpSpPr>
              <p:grpSp>
                <p:nvGrpSpPr>
                  <p:cNvPr id="12385" name="Graphique 5">
                    <a:extLst>
                      <a:ext uri="{FF2B5EF4-FFF2-40B4-BE49-F238E27FC236}">
                        <a16:creationId xmlns:a16="http://schemas.microsoft.com/office/drawing/2014/main" id="{6F90297C-7410-43CF-BC72-D8B5D6812CEF}"/>
                      </a:ext>
                    </a:extLst>
                  </p:cNvPr>
                  <p:cNvGrpSpPr/>
                  <p:nvPr/>
                </p:nvGrpSpPr>
                <p:grpSpPr>
                  <a:xfrm>
                    <a:off x="3270386" y="4142821"/>
                    <a:ext cx="28696" cy="35549"/>
                    <a:chOff x="3270386" y="4142821"/>
                    <a:chExt cx="28696" cy="35549"/>
                  </a:xfrm>
                  <a:solidFill>
                    <a:schemeClr val="accent1"/>
                  </a:solidFill>
                </p:grpSpPr>
                <p:sp>
                  <p:nvSpPr>
                    <p:cNvPr id="12386" name="Forme libre : forme 12385">
                      <a:extLst>
                        <a:ext uri="{FF2B5EF4-FFF2-40B4-BE49-F238E27FC236}">
                          <a16:creationId xmlns:a16="http://schemas.microsoft.com/office/drawing/2014/main" id="{FB9713AE-6970-478B-BCFB-A7CC3F003D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0387" y="4142821"/>
                      <a:ext cx="28695" cy="35549"/>
                    </a:xfrm>
                    <a:custGeom>
                      <a:avLst/>
                      <a:gdLst>
                        <a:gd name="connsiteX0" fmla="*/ 14573 w 28695"/>
                        <a:gd name="connsiteY0" fmla="*/ 35542 h 35549"/>
                        <a:gd name="connsiteX1" fmla="*/ 0 w 28695"/>
                        <a:gd name="connsiteY1" fmla="*/ 17159 h 35549"/>
                        <a:gd name="connsiteX2" fmla="*/ 13906 w 28695"/>
                        <a:gd name="connsiteY2" fmla="*/ 14 h 35549"/>
                        <a:gd name="connsiteX3" fmla="*/ 28670 w 28695"/>
                        <a:gd name="connsiteY3" fmla="*/ 18397 h 35549"/>
                        <a:gd name="connsiteX4" fmla="*/ 14573 w 28695"/>
                        <a:gd name="connsiteY4" fmla="*/ 35542 h 35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695" h="35549">
                          <a:moveTo>
                            <a:pt x="14573" y="35542"/>
                          </a:moveTo>
                          <a:cubicBezTo>
                            <a:pt x="6382" y="35256"/>
                            <a:pt x="0" y="27065"/>
                            <a:pt x="0" y="17159"/>
                          </a:cubicBezTo>
                          <a:cubicBezTo>
                            <a:pt x="95" y="7348"/>
                            <a:pt x="6191" y="-367"/>
                            <a:pt x="13906" y="14"/>
                          </a:cubicBezTo>
                          <a:cubicBezTo>
                            <a:pt x="21527" y="395"/>
                            <a:pt x="28289" y="8586"/>
                            <a:pt x="28670" y="18397"/>
                          </a:cubicBezTo>
                          <a:cubicBezTo>
                            <a:pt x="29146" y="28208"/>
                            <a:pt x="22765" y="35828"/>
                            <a:pt x="14573" y="3554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87" name="Forme libre : forme 12386">
                      <a:extLst>
                        <a:ext uri="{FF2B5EF4-FFF2-40B4-BE49-F238E27FC236}">
                          <a16:creationId xmlns:a16="http://schemas.microsoft.com/office/drawing/2014/main" id="{664D7DFC-D2C0-4516-B395-87162ED77C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0386" y="4142821"/>
                      <a:ext cx="21622" cy="35549"/>
                    </a:xfrm>
                    <a:custGeom>
                      <a:avLst/>
                      <a:gdLst>
                        <a:gd name="connsiteX0" fmla="*/ 14003 w 21622"/>
                        <a:gd name="connsiteY0" fmla="*/ 17921 h 35549"/>
                        <a:gd name="connsiteX1" fmla="*/ 20956 w 21622"/>
                        <a:gd name="connsiteY1" fmla="*/ 2776 h 35549"/>
                        <a:gd name="connsiteX2" fmla="*/ 13907 w 21622"/>
                        <a:gd name="connsiteY2" fmla="*/ 14 h 35549"/>
                        <a:gd name="connsiteX3" fmla="*/ 1 w 21622"/>
                        <a:gd name="connsiteY3" fmla="*/ 17159 h 35549"/>
                        <a:gd name="connsiteX4" fmla="*/ 14574 w 21622"/>
                        <a:gd name="connsiteY4" fmla="*/ 35542 h 35549"/>
                        <a:gd name="connsiteX5" fmla="*/ 21623 w 21622"/>
                        <a:gd name="connsiteY5" fmla="*/ 33542 h 35549"/>
                        <a:gd name="connsiteX6" fmla="*/ 14003 w 21622"/>
                        <a:gd name="connsiteY6" fmla="*/ 17921 h 35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622" h="35549">
                          <a:moveTo>
                            <a:pt x="14003" y="17921"/>
                          </a:moveTo>
                          <a:cubicBezTo>
                            <a:pt x="13907" y="11253"/>
                            <a:pt x="16765" y="5634"/>
                            <a:pt x="20956" y="2776"/>
                          </a:cubicBezTo>
                          <a:cubicBezTo>
                            <a:pt x="18861" y="1157"/>
                            <a:pt x="16479" y="109"/>
                            <a:pt x="13907" y="14"/>
                          </a:cubicBezTo>
                          <a:cubicBezTo>
                            <a:pt x="6288" y="-367"/>
                            <a:pt x="96" y="7348"/>
                            <a:pt x="1" y="17159"/>
                          </a:cubicBezTo>
                          <a:cubicBezTo>
                            <a:pt x="-94" y="26969"/>
                            <a:pt x="6383" y="35161"/>
                            <a:pt x="14574" y="35542"/>
                          </a:cubicBezTo>
                          <a:cubicBezTo>
                            <a:pt x="17146" y="35637"/>
                            <a:pt x="19527" y="34875"/>
                            <a:pt x="21623" y="33542"/>
                          </a:cubicBezTo>
                          <a:cubicBezTo>
                            <a:pt x="17146" y="30303"/>
                            <a:pt x="14098" y="24493"/>
                            <a:pt x="14003" y="179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88" name="Forme libre : forme 12387">
                      <a:extLst>
                        <a:ext uri="{FF2B5EF4-FFF2-40B4-BE49-F238E27FC236}">
                          <a16:creationId xmlns:a16="http://schemas.microsoft.com/office/drawing/2014/main" id="{9A364EBC-75FD-4D9F-A51A-FE8E7917D5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0464" y="4159899"/>
                      <a:ext cx="13580" cy="15210"/>
                    </a:xfrm>
                    <a:custGeom>
                      <a:avLst/>
                      <a:gdLst>
                        <a:gd name="connsiteX0" fmla="*/ 9640 w 13580"/>
                        <a:gd name="connsiteY0" fmla="*/ 14368 h 15210"/>
                        <a:gd name="connsiteX1" fmla="*/ 591 w 13580"/>
                        <a:gd name="connsiteY1" fmla="*/ 11130 h 15210"/>
                        <a:gd name="connsiteX2" fmla="*/ 4020 w 13580"/>
                        <a:gd name="connsiteY2" fmla="*/ 843 h 15210"/>
                        <a:gd name="connsiteX3" fmla="*/ 12973 w 13580"/>
                        <a:gd name="connsiteY3" fmla="*/ 4081 h 15210"/>
                        <a:gd name="connsiteX4" fmla="*/ 9640 w 13580"/>
                        <a:gd name="connsiteY4" fmla="*/ 14368 h 15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80" h="15210">
                          <a:moveTo>
                            <a:pt x="9640" y="14368"/>
                          </a:moveTo>
                          <a:cubicBezTo>
                            <a:pt x="6210" y="16273"/>
                            <a:pt x="2115" y="14844"/>
                            <a:pt x="591" y="11130"/>
                          </a:cubicBezTo>
                          <a:cubicBezTo>
                            <a:pt x="-933" y="7415"/>
                            <a:pt x="591" y="2843"/>
                            <a:pt x="4020" y="843"/>
                          </a:cubicBezTo>
                          <a:cubicBezTo>
                            <a:pt x="7353" y="-1062"/>
                            <a:pt x="11354" y="366"/>
                            <a:pt x="12973" y="4081"/>
                          </a:cubicBezTo>
                          <a:cubicBezTo>
                            <a:pt x="14497" y="7891"/>
                            <a:pt x="13068" y="12463"/>
                            <a:pt x="9640" y="1436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89" name="Forme libre : forme 12388">
                      <a:extLst>
                        <a:ext uri="{FF2B5EF4-FFF2-40B4-BE49-F238E27FC236}">
                          <a16:creationId xmlns:a16="http://schemas.microsoft.com/office/drawing/2014/main" id="{ACF19D51-66BD-4D5D-99AA-97F59B26C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8574" y="4159409"/>
                      <a:ext cx="4774" cy="5905"/>
                    </a:xfrm>
                    <a:custGeom>
                      <a:avLst/>
                      <a:gdLst>
                        <a:gd name="connsiteX0" fmla="*/ 2483 w 4774"/>
                        <a:gd name="connsiteY0" fmla="*/ 5905 h 5905"/>
                        <a:gd name="connsiteX1" fmla="*/ 6 w 4774"/>
                        <a:gd name="connsiteY1" fmla="*/ 2857 h 5905"/>
                        <a:gd name="connsiteX2" fmla="*/ 2292 w 4774"/>
                        <a:gd name="connsiteY2" fmla="*/ 0 h 5905"/>
                        <a:gd name="connsiteX3" fmla="*/ 4769 w 4774"/>
                        <a:gd name="connsiteY3" fmla="*/ 3048 h 5905"/>
                        <a:gd name="connsiteX4" fmla="*/ 2483 w 4774"/>
                        <a:gd name="connsiteY4" fmla="*/ 5905 h 5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74" h="5905">
                          <a:moveTo>
                            <a:pt x="2483" y="5905"/>
                          </a:moveTo>
                          <a:cubicBezTo>
                            <a:pt x="1149" y="5810"/>
                            <a:pt x="101" y="4477"/>
                            <a:pt x="6" y="2857"/>
                          </a:cubicBezTo>
                          <a:cubicBezTo>
                            <a:pt x="-89" y="1238"/>
                            <a:pt x="959" y="0"/>
                            <a:pt x="2292" y="0"/>
                          </a:cubicBezTo>
                          <a:cubicBezTo>
                            <a:pt x="3626" y="0"/>
                            <a:pt x="4673" y="1429"/>
                            <a:pt x="4769" y="3048"/>
                          </a:cubicBezTo>
                          <a:cubicBezTo>
                            <a:pt x="4864" y="4667"/>
                            <a:pt x="3816" y="5905"/>
                            <a:pt x="2483" y="59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390" name="Graphique 5">
                    <a:extLst>
                      <a:ext uri="{FF2B5EF4-FFF2-40B4-BE49-F238E27FC236}">
                        <a16:creationId xmlns:a16="http://schemas.microsoft.com/office/drawing/2014/main" id="{EEFFD162-000B-4DD1-A57A-7893719BB943}"/>
                      </a:ext>
                    </a:extLst>
                  </p:cNvPr>
                  <p:cNvGrpSpPr/>
                  <p:nvPr/>
                </p:nvGrpSpPr>
                <p:grpSpPr>
                  <a:xfrm>
                    <a:off x="3243882" y="4155449"/>
                    <a:ext cx="29076" cy="35636"/>
                    <a:chOff x="3243882" y="4155449"/>
                    <a:chExt cx="29076" cy="35636"/>
                  </a:xfrm>
                  <a:solidFill>
                    <a:schemeClr val="accent1"/>
                  </a:solidFill>
                </p:grpSpPr>
                <p:sp>
                  <p:nvSpPr>
                    <p:cNvPr id="12391" name="Forme libre : forme 12390">
                      <a:extLst>
                        <a:ext uri="{FF2B5EF4-FFF2-40B4-BE49-F238E27FC236}">
                          <a16:creationId xmlns:a16="http://schemas.microsoft.com/office/drawing/2014/main" id="{0F13D8DA-C76C-49ED-992C-22E654D318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882" y="4155544"/>
                      <a:ext cx="29076" cy="35541"/>
                    </a:xfrm>
                    <a:custGeom>
                      <a:avLst/>
                      <a:gdLst>
                        <a:gd name="connsiteX0" fmla="*/ 14027 w 29076"/>
                        <a:gd name="connsiteY0" fmla="*/ 35487 h 35541"/>
                        <a:gd name="connsiteX1" fmla="*/ 26 w 29076"/>
                        <a:gd name="connsiteY1" fmla="*/ 16437 h 35541"/>
                        <a:gd name="connsiteX2" fmla="*/ 14885 w 29076"/>
                        <a:gd name="connsiteY2" fmla="*/ 54 h 35541"/>
                        <a:gd name="connsiteX3" fmla="*/ 29077 w 29076"/>
                        <a:gd name="connsiteY3" fmla="*/ 18914 h 35541"/>
                        <a:gd name="connsiteX4" fmla="*/ 14027 w 29076"/>
                        <a:gd name="connsiteY4" fmla="*/ 35487 h 35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076" h="35541">
                          <a:moveTo>
                            <a:pt x="14027" y="35487"/>
                          </a:moveTo>
                          <a:cubicBezTo>
                            <a:pt x="5741" y="34821"/>
                            <a:pt x="-450" y="26248"/>
                            <a:pt x="26" y="16437"/>
                          </a:cubicBezTo>
                          <a:cubicBezTo>
                            <a:pt x="502" y="6627"/>
                            <a:pt x="7074" y="-708"/>
                            <a:pt x="14885" y="54"/>
                          </a:cubicBezTo>
                          <a:cubicBezTo>
                            <a:pt x="22695" y="912"/>
                            <a:pt x="29077" y="9103"/>
                            <a:pt x="29077" y="18914"/>
                          </a:cubicBezTo>
                          <a:cubicBezTo>
                            <a:pt x="29077" y="28820"/>
                            <a:pt x="22314" y="36249"/>
                            <a:pt x="14027" y="3548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92" name="Forme libre : forme 12391">
                      <a:extLst>
                        <a:ext uri="{FF2B5EF4-FFF2-40B4-BE49-F238E27FC236}">
                          <a16:creationId xmlns:a16="http://schemas.microsoft.com/office/drawing/2014/main" id="{72B08070-9CBB-4E24-AA15-399010E8F9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882" y="4155449"/>
                      <a:ext cx="21933" cy="35519"/>
                    </a:xfrm>
                    <a:custGeom>
                      <a:avLst/>
                      <a:gdLst>
                        <a:gd name="connsiteX0" fmla="*/ 14218 w 21933"/>
                        <a:gd name="connsiteY0" fmla="*/ 17961 h 35519"/>
                        <a:gd name="connsiteX1" fmla="*/ 21933 w 21933"/>
                        <a:gd name="connsiteY1" fmla="*/ 3198 h 35519"/>
                        <a:gd name="connsiteX2" fmla="*/ 14885 w 21933"/>
                        <a:gd name="connsiteY2" fmla="*/ 54 h 35519"/>
                        <a:gd name="connsiteX3" fmla="*/ 26 w 21933"/>
                        <a:gd name="connsiteY3" fmla="*/ 16437 h 35519"/>
                        <a:gd name="connsiteX4" fmla="*/ 14027 w 21933"/>
                        <a:gd name="connsiteY4" fmla="*/ 35487 h 35519"/>
                        <a:gd name="connsiteX5" fmla="*/ 21267 w 21933"/>
                        <a:gd name="connsiteY5" fmla="*/ 33868 h 35519"/>
                        <a:gd name="connsiteX6" fmla="*/ 14218 w 21933"/>
                        <a:gd name="connsiteY6" fmla="*/ 17961 h 35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933" h="35519">
                          <a:moveTo>
                            <a:pt x="14218" y="17961"/>
                          </a:moveTo>
                          <a:cubicBezTo>
                            <a:pt x="14409" y="11294"/>
                            <a:pt x="17552" y="5865"/>
                            <a:pt x="21933" y="3198"/>
                          </a:cubicBezTo>
                          <a:cubicBezTo>
                            <a:pt x="19838" y="1483"/>
                            <a:pt x="17456" y="340"/>
                            <a:pt x="14885" y="54"/>
                          </a:cubicBezTo>
                          <a:cubicBezTo>
                            <a:pt x="7074" y="-708"/>
                            <a:pt x="502" y="6627"/>
                            <a:pt x="26" y="16437"/>
                          </a:cubicBezTo>
                          <a:cubicBezTo>
                            <a:pt x="-450" y="26248"/>
                            <a:pt x="5741" y="34725"/>
                            <a:pt x="14027" y="35487"/>
                          </a:cubicBezTo>
                          <a:cubicBezTo>
                            <a:pt x="16599" y="35678"/>
                            <a:pt x="19076" y="35011"/>
                            <a:pt x="21267" y="33868"/>
                          </a:cubicBezTo>
                          <a:cubicBezTo>
                            <a:pt x="16885" y="30439"/>
                            <a:pt x="14027" y="24534"/>
                            <a:pt x="14218" y="1796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93" name="Forme libre : forme 12392">
                      <a:extLst>
                        <a:ext uri="{FF2B5EF4-FFF2-40B4-BE49-F238E27FC236}">
                          <a16:creationId xmlns:a16="http://schemas.microsoft.com/office/drawing/2014/main" id="{1A654D59-94F2-4176-95D1-9F72EE0DFC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3743" y="4172782"/>
                      <a:ext cx="13826" cy="15164"/>
                    </a:xfrm>
                    <a:custGeom>
                      <a:avLst/>
                      <a:gdLst>
                        <a:gd name="connsiteX0" fmla="*/ 9500 w 13826"/>
                        <a:gd name="connsiteY0" fmla="*/ 14439 h 15164"/>
                        <a:gd name="connsiteX1" fmla="*/ 451 w 13826"/>
                        <a:gd name="connsiteY1" fmla="*/ 10820 h 15164"/>
                        <a:gd name="connsiteX2" fmla="*/ 4357 w 13826"/>
                        <a:gd name="connsiteY2" fmla="*/ 723 h 15164"/>
                        <a:gd name="connsiteX3" fmla="*/ 13310 w 13826"/>
                        <a:gd name="connsiteY3" fmla="*/ 4438 h 15164"/>
                        <a:gd name="connsiteX4" fmla="*/ 9500 w 13826"/>
                        <a:gd name="connsiteY4" fmla="*/ 14439 h 15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26" h="15164">
                          <a:moveTo>
                            <a:pt x="9500" y="14439"/>
                          </a:moveTo>
                          <a:cubicBezTo>
                            <a:pt x="5881" y="16249"/>
                            <a:pt x="1880" y="14535"/>
                            <a:pt x="451" y="10820"/>
                          </a:cubicBezTo>
                          <a:cubicBezTo>
                            <a:pt x="-882" y="7010"/>
                            <a:pt x="832" y="2533"/>
                            <a:pt x="4357" y="723"/>
                          </a:cubicBezTo>
                          <a:cubicBezTo>
                            <a:pt x="7881" y="-1086"/>
                            <a:pt x="11786" y="628"/>
                            <a:pt x="13310" y="4438"/>
                          </a:cubicBezTo>
                          <a:cubicBezTo>
                            <a:pt x="14739" y="8153"/>
                            <a:pt x="13120" y="12629"/>
                            <a:pt x="9500" y="1443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94" name="Forme libre : forme 12393">
                      <a:extLst>
                        <a:ext uri="{FF2B5EF4-FFF2-40B4-BE49-F238E27FC236}">
                          <a16:creationId xmlns:a16="http://schemas.microsoft.com/office/drawing/2014/main" id="{3A4E2DFB-ED40-4D31-93BD-583A8F5F45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2291" y="4172438"/>
                      <a:ext cx="4857" cy="5835"/>
                    </a:xfrm>
                    <a:custGeom>
                      <a:avLst/>
                      <a:gdLst>
                        <a:gd name="connsiteX0" fmla="*/ 2381 w 4857"/>
                        <a:gd name="connsiteY0" fmla="*/ 5829 h 5835"/>
                        <a:gd name="connsiteX1" fmla="*/ 0 w 4857"/>
                        <a:gd name="connsiteY1" fmla="*/ 2686 h 5835"/>
                        <a:gd name="connsiteX2" fmla="*/ 2477 w 4857"/>
                        <a:gd name="connsiteY2" fmla="*/ 19 h 5835"/>
                        <a:gd name="connsiteX3" fmla="*/ 4858 w 4857"/>
                        <a:gd name="connsiteY3" fmla="*/ 3162 h 5835"/>
                        <a:gd name="connsiteX4" fmla="*/ 2381 w 4857"/>
                        <a:gd name="connsiteY4" fmla="*/ 5829 h 5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57" h="5835">
                          <a:moveTo>
                            <a:pt x="2381" y="5829"/>
                          </a:moveTo>
                          <a:cubicBezTo>
                            <a:pt x="1048" y="5734"/>
                            <a:pt x="0" y="4306"/>
                            <a:pt x="0" y="2686"/>
                          </a:cubicBezTo>
                          <a:cubicBezTo>
                            <a:pt x="0" y="1067"/>
                            <a:pt x="1143" y="-171"/>
                            <a:pt x="2477" y="19"/>
                          </a:cubicBezTo>
                          <a:cubicBezTo>
                            <a:pt x="3810" y="115"/>
                            <a:pt x="4858" y="1543"/>
                            <a:pt x="4858" y="3162"/>
                          </a:cubicBezTo>
                          <a:cubicBezTo>
                            <a:pt x="4858" y="4782"/>
                            <a:pt x="3715" y="5925"/>
                            <a:pt x="2381" y="58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395" name="Graphique 5">
                    <a:extLst>
                      <a:ext uri="{FF2B5EF4-FFF2-40B4-BE49-F238E27FC236}">
                        <a16:creationId xmlns:a16="http://schemas.microsoft.com/office/drawing/2014/main" id="{3206A949-070D-4226-A0E4-4C5D42C6894A}"/>
                      </a:ext>
                    </a:extLst>
                  </p:cNvPr>
                  <p:cNvGrpSpPr/>
                  <p:nvPr/>
                </p:nvGrpSpPr>
                <p:grpSpPr>
                  <a:xfrm>
                    <a:off x="3221062" y="4177513"/>
                    <a:ext cx="29815" cy="35654"/>
                    <a:chOff x="3221062" y="4177513"/>
                    <a:chExt cx="29815" cy="35654"/>
                  </a:xfrm>
                  <a:solidFill>
                    <a:schemeClr val="accent1"/>
                  </a:solidFill>
                </p:grpSpPr>
                <p:sp>
                  <p:nvSpPr>
                    <p:cNvPr id="12396" name="Forme libre : forme 12395">
                      <a:extLst>
                        <a:ext uri="{FF2B5EF4-FFF2-40B4-BE49-F238E27FC236}">
                          <a16:creationId xmlns:a16="http://schemas.microsoft.com/office/drawing/2014/main" id="{E78ED968-F3CF-4545-A4CE-250F5C083E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1062" y="4177513"/>
                      <a:ext cx="29815" cy="35601"/>
                    </a:xfrm>
                    <a:custGeom>
                      <a:avLst/>
                      <a:gdLst>
                        <a:gd name="connsiteX0" fmla="*/ 13796 w 29815"/>
                        <a:gd name="connsiteY0" fmla="*/ 35521 h 35601"/>
                        <a:gd name="connsiteX1" fmla="*/ 80 w 29815"/>
                        <a:gd name="connsiteY1" fmla="*/ 15804 h 35601"/>
                        <a:gd name="connsiteX2" fmla="*/ 15987 w 29815"/>
                        <a:gd name="connsiteY2" fmla="*/ 88 h 35601"/>
                        <a:gd name="connsiteX3" fmla="*/ 29799 w 29815"/>
                        <a:gd name="connsiteY3" fmla="*/ 19138 h 35601"/>
                        <a:gd name="connsiteX4" fmla="*/ 13796 w 29815"/>
                        <a:gd name="connsiteY4" fmla="*/ 35521 h 35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815" h="35601">
                          <a:moveTo>
                            <a:pt x="13796" y="35521"/>
                          </a:moveTo>
                          <a:cubicBezTo>
                            <a:pt x="5319" y="34378"/>
                            <a:pt x="-777" y="25520"/>
                            <a:pt x="80" y="15804"/>
                          </a:cubicBezTo>
                          <a:cubicBezTo>
                            <a:pt x="938" y="5994"/>
                            <a:pt x="8082" y="-864"/>
                            <a:pt x="15987" y="88"/>
                          </a:cubicBezTo>
                          <a:cubicBezTo>
                            <a:pt x="23988" y="755"/>
                            <a:pt x="30179" y="9328"/>
                            <a:pt x="29799" y="19138"/>
                          </a:cubicBezTo>
                          <a:cubicBezTo>
                            <a:pt x="29513" y="28854"/>
                            <a:pt x="22274" y="36474"/>
                            <a:pt x="13796" y="3552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97" name="Forme libre : forme 12396">
                      <a:extLst>
                        <a:ext uri="{FF2B5EF4-FFF2-40B4-BE49-F238E27FC236}">
                          <a16:creationId xmlns:a16="http://schemas.microsoft.com/office/drawing/2014/main" id="{201757A5-1E19-4414-91D6-1A0662F05A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1158" y="4177513"/>
                      <a:ext cx="23035" cy="35654"/>
                    </a:xfrm>
                    <a:custGeom>
                      <a:avLst/>
                      <a:gdLst>
                        <a:gd name="connsiteX0" fmla="*/ 14559 w 23035"/>
                        <a:gd name="connsiteY0" fmla="*/ 17900 h 35654"/>
                        <a:gd name="connsiteX1" fmla="*/ 23036 w 23035"/>
                        <a:gd name="connsiteY1" fmla="*/ 3136 h 35654"/>
                        <a:gd name="connsiteX2" fmla="*/ 15987 w 23035"/>
                        <a:gd name="connsiteY2" fmla="*/ 88 h 35654"/>
                        <a:gd name="connsiteX3" fmla="*/ 80 w 23035"/>
                        <a:gd name="connsiteY3" fmla="*/ 15804 h 35654"/>
                        <a:gd name="connsiteX4" fmla="*/ 13796 w 23035"/>
                        <a:gd name="connsiteY4" fmla="*/ 35521 h 35654"/>
                        <a:gd name="connsiteX5" fmla="*/ 21321 w 23035"/>
                        <a:gd name="connsiteY5" fmla="*/ 33902 h 35654"/>
                        <a:gd name="connsiteX6" fmla="*/ 14559 w 23035"/>
                        <a:gd name="connsiteY6" fmla="*/ 17900 h 35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3035" h="35654">
                          <a:moveTo>
                            <a:pt x="14559" y="17900"/>
                          </a:moveTo>
                          <a:cubicBezTo>
                            <a:pt x="15035" y="11328"/>
                            <a:pt x="18464" y="5708"/>
                            <a:pt x="23036" y="3136"/>
                          </a:cubicBezTo>
                          <a:cubicBezTo>
                            <a:pt x="20940" y="1422"/>
                            <a:pt x="18559" y="279"/>
                            <a:pt x="15987" y="88"/>
                          </a:cubicBezTo>
                          <a:cubicBezTo>
                            <a:pt x="7986" y="-864"/>
                            <a:pt x="938" y="5994"/>
                            <a:pt x="80" y="15804"/>
                          </a:cubicBezTo>
                          <a:cubicBezTo>
                            <a:pt x="-777" y="25615"/>
                            <a:pt x="5319" y="34378"/>
                            <a:pt x="13796" y="35521"/>
                          </a:cubicBezTo>
                          <a:cubicBezTo>
                            <a:pt x="16463" y="35997"/>
                            <a:pt x="19035" y="35140"/>
                            <a:pt x="21321" y="33902"/>
                          </a:cubicBezTo>
                          <a:cubicBezTo>
                            <a:pt x="16844" y="30568"/>
                            <a:pt x="14082" y="24567"/>
                            <a:pt x="14559" y="1790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98" name="Forme libre : forme 12397">
                      <a:extLst>
                        <a:ext uri="{FF2B5EF4-FFF2-40B4-BE49-F238E27FC236}">
                          <a16:creationId xmlns:a16="http://schemas.microsoft.com/office/drawing/2014/main" id="{32B86F3D-29DD-4319-BCCA-E05C0D509E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0967" y="4194904"/>
                      <a:ext cx="14222" cy="15146"/>
                    </a:xfrm>
                    <a:custGeom>
                      <a:avLst/>
                      <a:gdLst>
                        <a:gd name="connsiteX0" fmla="*/ 9512 w 14222"/>
                        <a:gd name="connsiteY0" fmla="*/ 14416 h 15146"/>
                        <a:gd name="connsiteX1" fmla="*/ 367 w 14222"/>
                        <a:gd name="connsiteY1" fmla="*/ 10510 h 15146"/>
                        <a:gd name="connsiteX2" fmla="*/ 4749 w 14222"/>
                        <a:gd name="connsiteY2" fmla="*/ 699 h 15146"/>
                        <a:gd name="connsiteX3" fmla="*/ 13798 w 14222"/>
                        <a:gd name="connsiteY3" fmla="*/ 4319 h 15146"/>
                        <a:gd name="connsiteX4" fmla="*/ 9512 w 14222"/>
                        <a:gd name="connsiteY4" fmla="*/ 14416 h 15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22" h="15146">
                          <a:moveTo>
                            <a:pt x="9512" y="14416"/>
                          </a:moveTo>
                          <a:cubicBezTo>
                            <a:pt x="5797" y="16321"/>
                            <a:pt x="1606" y="14320"/>
                            <a:pt x="367" y="10510"/>
                          </a:cubicBezTo>
                          <a:cubicBezTo>
                            <a:pt x="-871" y="6700"/>
                            <a:pt x="1129" y="2224"/>
                            <a:pt x="4749" y="699"/>
                          </a:cubicBezTo>
                          <a:cubicBezTo>
                            <a:pt x="8464" y="-1015"/>
                            <a:pt x="12464" y="509"/>
                            <a:pt x="13798" y="4319"/>
                          </a:cubicBezTo>
                          <a:cubicBezTo>
                            <a:pt x="15131" y="8034"/>
                            <a:pt x="13226" y="12606"/>
                            <a:pt x="9512" y="1441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99" name="Forme libre : forme 12398">
                      <a:extLst>
                        <a:ext uri="{FF2B5EF4-FFF2-40B4-BE49-F238E27FC236}">
                          <a16:creationId xmlns:a16="http://schemas.microsoft.com/office/drawing/2014/main" id="{65E15EE9-33AD-43BF-8E3D-F8296B9209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9996" y="4194455"/>
                      <a:ext cx="4869" cy="5915"/>
                    </a:xfrm>
                    <a:custGeom>
                      <a:avLst/>
                      <a:gdLst>
                        <a:gd name="connsiteX0" fmla="*/ 2292 w 4869"/>
                        <a:gd name="connsiteY0" fmla="*/ 5911 h 5915"/>
                        <a:gd name="connsiteX1" fmla="*/ 6 w 4869"/>
                        <a:gd name="connsiteY1" fmla="*/ 2767 h 5915"/>
                        <a:gd name="connsiteX2" fmla="*/ 2578 w 4869"/>
                        <a:gd name="connsiteY2" fmla="*/ 5 h 5915"/>
                        <a:gd name="connsiteX3" fmla="*/ 4864 w 4869"/>
                        <a:gd name="connsiteY3" fmla="*/ 3148 h 5915"/>
                        <a:gd name="connsiteX4" fmla="*/ 2292 w 4869"/>
                        <a:gd name="connsiteY4" fmla="*/ 5911 h 5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69" h="5915">
                          <a:moveTo>
                            <a:pt x="2292" y="5911"/>
                          </a:moveTo>
                          <a:cubicBezTo>
                            <a:pt x="959" y="5816"/>
                            <a:pt x="-89" y="4387"/>
                            <a:pt x="6" y="2767"/>
                          </a:cubicBezTo>
                          <a:cubicBezTo>
                            <a:pt x="101" y="1148"/>
                            <a:pt x="1244" y="-90"/>
                            <a:pt x="2578" y="5"/>
                          </a:cubicBezTo>
                          <a:cubicBezTo>
                            <a:pt x="3911" y="100"/>
                            <a:pt x="4959" y="1529"/>
                            <a:pt x="4864" y="3148"/>
                          </a:cubicBezTo>
                          <a:cubicBezTo>
                            <a:pt x="4864" y="4768"/>
                            <a:pt x="3626" y="6006"/>
                            <a:pt x="2292" y="59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400" name="Graphique 5">
                  <a:extLst>
                    <a:ext uri="{FF2B5EF4-FFF2-40B4-BE49-F238E27FC236}">
                      <a16:creationId xmlns:a16="http://schemas.microsoft.com/office/drawing/2014/main" id="{93E64DD7-399E-4EEA-BD19-89693A2D83BD}"/>
                    </a:ext>
                  </a:extLst>
                </p:cNvPr>
                <p:cNvGrpSpPr/>
                <p:nvPr/>
              </p:nvGrpSpPr>
              <p:grpSpPr>
                <a:xfrm>
                  <a:off x="3216590" y="4245065"/>
                  <a:ext cx="77505" cy="87999"/>
                  <a:chOff x="3216590" y="4245065"/>
                  <a:chExt cx="77505" cy="87999"/>
                </a:xfrm>
                <a:solidFill>
                  <a:schemeClr val="accent1"/>
                </a:solidFill>
              </p:grpSpPr>
              <p:grpSp>
                <p:nvGrpSpPr>
                  <p:cNvPr id="12401" name="Graphique 5">
                    <a:extLst>
                      <a:ext uri="{FF2B5EF4-FFF2-40B4-BE49-F238E27FC236}">
                        <a16:creationId xmlns:a16="http://schemas.microsoft.com/office/drawing/2014/main" id="{88629598-9259-4C6A-86C0-E9395F9BFDC6}"/>
                      </a:ext>
                    </a:extLst>
                  </p:cNvPr>
                  <p:cNvGrpSpPr/>
                  <p:nvPr/>
                </p:nvGrpSpPr>
                <p:grpSpPr>
                  <a:xfrm>
                    <a:off x="3261030" y="4245065"/>
                    <a:ext cx="33064" cy="35528"/>
                    <a:chOff x="3261030" y="4245065"/>
                    <a:chExt cx="33064" cy="35528"/>
                  </a:xfrm>
                  <a:solidFill>
                    <a:schemeClr val="accent1"/>
                  </a:solidFill>
                </p:grpSpPr>
                <p:sp>
                  <p:nvSpPr>
                    <p:cNvPr id="12402" name="Forme libre : forme 12401">
                      <a:extLst>
                        <a:ext uri="{FF2B5EF4-FFF2-40B4-BE49-F238E27FC236}">
                          <a16:creationId xmlns:a16="http://schemas.microsoft.com/office/drawing/2014/main" id="{69AA853A-4C1A-4F87-AF1E-33D16B21C9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1126" y="4245065"/>
                      <a:ext cx="32969" cy="35528"/>
                    </a:xfrm>
                    <a:custGeom>
                      <a:avLst/>
                      <a:gdLst>
                        <a:gd name="connsiteX0" fmla="*/ 21644 w 32969"/>
                        <a:gd name="connsiteY0" fmla="*/ 34740 h 35528"/>
                        <a:gd name="connsiteX1" fmla="*/ 689 w 32969"/>
                        <a:gd name="connsiteY1" fmla="*/ 22643 h 35528"/>
                        <a:gd name="connsiteX2" fmla="*/ 11452 w 32969"/>
                        <a:gd name="connsiteY2" fmla="*/ 735 h 35528"/>
                        <a:gd name="connsiteX3" fmla="*/ 32026 w 32969"/>
                        <a:gd name="connsiteY3" fmla="*/ 12165 h 35528"/>
                        <a:gd name="connsiteX4" fmla="*/ 21644 w 32969"/>
                        <a:gd name="connsiteY4" fmla="*/ 34740 h 35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969" h="35528">
                          <a:moveTo>
                            <a:pt x="21644" y="34740"/>
                          </a:moveTo>
                          <a:cubicBezTo>
                            <a:pt x="12786" y="37692"/>
                            <a:pt x="3261" y="32073"/>
                            <a:pt x="689" y="22643"/>
                          </a:cubicBezTo>
                          <a:cubicBezTo>
                            <a:pt x="-1883" y="13213"/>
                            <a:pt x="2975" y="3307"/>
                            <a:pt x="11452" y="735"/>
                          </a:cubicBezTo>
                          <a:cubicBezTo>
                            <a:pt x="19929" y="-1932"/>
                            <a:pt x="28978" y="2831"/>
                            <a:pt x="32026" y="12165"/>
                          </a:cubicBezTo>
                          <a:cubicBezTo>
                            <a:pt x="35074" y="21500"/>
                            <a:pt x="30502" y="31596"/>
                            <a:pt x="21644" y="347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03" name="Forme libre : forme 12402">
                      <a:extLst>
                        <a:ext uri="{FF2B5EF4-FFF2-40B4-BE49-F238E27FC236}">
                          <a16:creationId xmlns:a16="http://schemas.microsoft.com/office/drawing/2014/main" id="{A7A78BDA-2404-4B75-B387-01DB07EE14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1030" y="4245116"/>
                      <a:ext cx="28597" cy="35477"/>
                    </a:xfrm>
                    <a:custGeom>
                      <a:avLst/>
                      <a:gdLst>
                        <a:gd name="connsiteX0" fmla="*/ 16215 w 28597"/>
                        <a:gd name="connsiteY0" fmla="*/ 18020 h 35477"/>
                        <a:gd name="connsiteX1" fmla="*/ 19739 w 28597"/>
                        <a:gd name="connsiteY1" fmla="*/ 398 h 35477"/>
                        <a:gd name="connsiteX2" fmla="*/ 11452 w 28597"/>
                        <a:gd name="connsiteY2" fmla="*/ 684 h 35477"/>
                        <a:gd name="connsiteX3" fmla="*/ 689 w 28597"/>
                        <a:gd name="connsiteY3" fmla="*/ 22592 h 35477"/>
                        <a:gd name="connsiteX4" fmla="*/ 21644 w 28597"/>
                        <a:gd name="connsiteY4" fmla="*/ 34688 h 35477"/>
                        <a:gd name="connsiteX5" fmla="*/ 28597 w 28597"/>
                        <a:gd name="connsiteY5" fmla="*/ 29735 h 35477"/>
                        <a:gd name="connsiteX6" fmla="*/ 16215 w 28597"/>
                        <a:gd name="connsiteY6" fmla="*/ 18020 h 35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597" h="35477">
                          <a:moveTo>
                            <a:pt x="16215" y="18020"/>
                          </a:moveTo>
                          <a:cubicBezTo>
                            <a:pt x="14310" y="11638"/>
                            <a:pt x="15929" y="5066"/>
                            <a:pt x="19739" y="398"/>
                          </a:cubicBezTo>
                          <a:cubicBezTo>
                            <a:pt x="17072" y="-173"/>
                            <a:pt x="14310" y="-173"/>
                            <a:pt x="11452" y="684"/>
                          </a:cubicBezTo>
                          <a:cubicBezTo>
                            <a:pt x="2975" y="3351"/>
                            <a:pt x="-1883" y="13162"/>
                            <a:pt x="689" y="22592"/>
                          </a:cubicBezTo>
                          <a:cubicBezTo>
                            <a:pt x="3261" y="32021"/>
                            <a:pt x="12786" y="37641"/>
                            <a:pt x="21644" y="34688"/>
                          </a:cubicBezTo>
                          <a:cubicBezTo>
                            <a:pt x="24406" y="33641"/>
                            <a:pt x="26787" y="31926"/>
                            <a:pt x="28597" y="29735"/>
                          </a:cubicBezTo>
                          <a:cubicBezTo>
                            <a:pt x="22977" y="28497"/>
                            <a:pt x="18120" y="24306"/>
                            <a:pt x="16215" y="1802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04" name="Forme libre : forme 12403">
                      <a:extLst>
                        <a:ext uri="{FF2B5EF4-FFF2-40B4-BE49-F238E27FC236}">
                          <a16:creationId xmlns:a16="http://schemas.microsoft.com/office/drawing/2014/main" id="{65AC955C-5E9A-4F2E-A532-58DC0A9B6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4748" y="4260449"/>
                      <a:ext cx="14901" cy="16041"/>
                    </a:xfrm>
                    <a:custGeom>
                      <a:avLst/>
                      <a:gdLst>
                        <a:gd name="connsiteX0" fmla="*/ 12308 w 14901"/>
                        <a:gd name="connsiteY0" fmla="*/ 13260 h 16041"/>
                        <a:gd name="connsiteX1" fmla="*/ 1735 w 14901"/>
                        <a:gd name="connsiteY1" fmla="*/ 13927 h 16041"/>
                        <a:gd name="connsiteX2" fmla="*/ 2688 w 14901"/>
                        <a:gd name="connsiteY2" fmla="*/ 2687 h 16041"/>
                        <a:gd name="connsiteX3" fmla="*/ 13165 w 14901"/>
                        <a:gd name="connsiteY3" fmla="*/ 1925 h 16041"/>
                        <a:gd name="connsiteX4" fmla="*/ 12308 w 14901"/>
                        <a:gd name="connsiteY4" fmla="*/ 13260 h 16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01" h="16041">
                          <a:moveTo>
                            <a:pt x="12308" y="13260"/>
                          </a:moveTo>
                          <a:cubicBezTo>
                            <a:pt x="9165" y="16594"/>
                            <a:pt x="4402" y="17070"/>
                            <a:pt x="1735" y="13927"/>
                          </a:cubicBezTo>
                          <a:cubicBezTo>
                            <a:pt x="-932" y="10879"/>
                            <a:pt x="-455" y="5830"/>
                            <a:pt x="2688" y="2687"/>
                          </a:cubicBezTo>
                          <a:cubicBezTo>
                            <a:pt x="5831" y="-551"/>
                            <a:pt x="10403" y="-933"/>
                            <a:pt x="13165" y="1925"/>
                          </a:cubicBezTo>
                          <a:cubicBezTo>
                            <a:pt x="15737" y="4878"/>
                            <a:pt x="15451" y="9926"/>
                            <a:pt x="12308" y="1326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05" name="Forme libre : forme 12404">
                      <a:extLst>
                        <a:ext uri="{FF2B5EF4-FFF2-40B4-BE49-F238E27FC236}">
                          <a16:creationId xmlns:a16="http://schemas.microsoft.com/office/drawing/2014/main" id="{E70EE814-EEFC-4340-A58D-8F78211E0F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2152" y="4258994"/>
                      <a:ext cx="5426" cy="5806"/>
                    </a:xfrm>
                    <a:custGeom>
                      <a:avLst/>
                      <a:gdLst>
                        <a:gd name="connsiteX0" fmla="*/ 3571 w 5426"/>
                        <a:gd name="connsiteY0" fmla="*/ 5665 h 5806"/>
                        <a:gd name="connsiteX1" fmla="*/ 142 w 5426"/>
                        <a:gd name="connsiteY1" fmla="*/ 3856 h 5806"/>
                        <a:gd name="connsiteX2" fmla="*/ 1856 w 5426"/>
                        <a:gd name="connsiteY2" fmla="*/ 141 h 5806"/>
                        <a:gd name="connsiteX3" fmla="*/ 5285 w 5426"/>
                        <a:gd name="connsiteY3" fmla="*/ 1951 h 5806"/>
                        <a:gd name="connsiteX4" fmla="*/ 3571 w 5426"/>
                        <a:gd name="connsiteY4" fmla="*/ 5665 h 5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26" h="5806">
                          <a:moveTo>
                            <a:pt x="3571" y="5665"/>
                          </a:moveTo>
                          <a:cubicBezTo>
                            <a:pt x="2142" y="6142"/>
                            <a:pt x="618" y="5380"/>
                            <a:pt x="142" y="3856"/>
                          </a:cubicBezTo>
                          <a:cubicBezTo>
                            <a:pt x="-334" y="2332"/>
                            <a:pt x="427" y="617"/>
                            <a:pt x="1856" y="141"/>
                          </a:cubicBezTo>
                          <a:cubicBezTo>
                            <a:pt x="3285" y="-335"/>
                            <a:pt x="4809" y="427"/>
                            <a:pt x="5285" y="1951"/>
                          </a:cubicBezTo>
                          <a:cubicBezTo>
                            <a:pt x="5761" y="3475"/>
                            <a:pt x="5000" y="5094"/>
                            <a:pt x="3571" y="56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406" name="Graphique 5">
                    <a:extLst>
                      <a:ext uri="{FF2B5EF4-FFF2-40B4-BE49-F238E27FC236}">
                        <a16:creationId xmlns:a16="http://schemas.microsoft.com/office/drawing/2014/main" id="{449F3D90-12D2-46C5-B734-B5A4D7C51054}"/>
                      </a:ext>
                    </a:extLst>
                  </p:cNvPr>
                  <p:cNvGrpSpPr/>
                  <p:nvPr/>
                </p:nvGrpSpPr>
                <p:grpSpPr>
                  <a:xfrm>
                    <a:off x="3235383" y="4267608"/>
                    <a:ext cx="33852" cy="35671"/>
                    <a:chOff x="3235383" y="4267608"/>
                    <a:chExt cx="33852" cy="35671"/>
                  </a:xfrm>
                  <a:solidFill>
                    <a:schemeClr val="accent1"/>
                  </a:solidFill>
                </p:grpSpPr>
                <p:sp>
                  <p:nvSpPr>
                    <p:cNvPr id="12407" name="Forme libre : forme 12406">
                      <a:extLst>
                        <a:ext uri="{FF2B5EF4-FFF2-40B4-BE49-F238E27FC236}">
                          <a16:creationId xmlns:a16="http://schemas.microsoft.com/office/drawing/2014/main" id="{4A689244-CE3A-47BE-959F-352AA6CA95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5383" y="4267608"/>
                      <a:ext cx="33852" cy="35671"/>
                    </a:xfrm>
                    <a:custGeom>
                      <a:avLst/>
                      <a:gdLst>
                        <a:gd name="connsiteX0" fmla="*/ 21573 w 33852"/>
                        <a:gd name="connsiteY0" fmla="*/ 34961 h 35671"/>
                        <a:gd name="connsiteX1" fmla="*/ 523 w 33852"/>
                        <a:gd name="connsiteY1" fmla="*/ 22483 h 35671"/>
                        <a:gd name="connsiteX2" fmla="*/ 12429 w 33852"/>
                        <a:gd name="connsiteY2" fmla="*/ 671 h 35671"/>
                        <a:gd name="connsiteX3" fmla="*/ 33099 w 33852"/>
                        <a:gd name="connsiteY3" fmla="*/ 12958 h 35671"/>
                        <a:gd name="connsiteX4" fmla="*/ 21573 w 33852"/>
                        <a:gd name="connsiteY4" fmla="*/ 34961 h 35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852" h="35671">
                          <a:moveTo>
                            <a:pt x="21573" y="34961"/>
                          </a:moveTo>
                          <a:cubicBezTo>
                            <a:pt x="12334" y="37723"/>
                            <a:pt x="2809" y="32199"/>
                            <a:pt x="523" y="22483"/>
                          </a:cubicBezTo>
                          <a:cubicBezTo>
                            <a:pt x="-1763" y="12863"/>
                            <a:pt x="3666" y="3528"/>
                            <a:pt x="12429" y="671"/>
                          </a:cubicBezTo>
                          <a:cubicBezTo>
                            <a:pt x="21192" y="-1996"/>
                            <a:pt x="30337" y="3528"/>
                            <a:pt x="33099" y="12958"/>
                          </a:cubicBezTo>
                          <a:cubicBezTo>
                            <a:pt x="35861" y="22388"/>
                            <a:pt x="30813" y="32199"/>
                            <a:pt x="21573" y="3496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08" name="Forme libre : forme 12407">
                      <a:extLst>
                        <a:ext uri="{FF2B5EF4-FFF2-40B4-BE49-F238E27FC236}">
                          <a16:creationId xmlns:a16="http://schemas.microsoft.com/office/drawing/2014/main" id="{5D094BB5-8757-4828-8955-DC5B394AA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5383" y="4267624"/>
                      <a:ext cx="28907" cy="35656"/>
                    </a:xfrm>
                    <a:custGeom>
                      <a:avLst/>
                      <a:gdLst>
                        <a:gd name="connsiteX0" fmla="*/ 16620 w 28907"/>
                        <a:gd name="connsiteY0" fmla="*/ 17991 h 35656"/>
                        <a:gd name="connsiteX1" fmla="*/ 20907 w 28907"/>
                        <a:gd name="connsiteY1" fmla="*/ 560 h 35656"/>
                        <a:gd name="connsiteX2" fmla="*/ 12429 w 28907"/>
                        <a:gd name="connsiteY2" fmla="*/ 655 h 35656"/>
                        <a:gd name="connsiteX3" fmla="*/ 523 w 28907"/>
                        <a:gd name="connsiteY3" fmla="*/ 22468 h 35656"/>
                        <a:gd name="connsiteX4" fmla="*/ 21573 w 28907"/>
                        <a:gd name="connsiteY4" fmla="*/ 34945 h 35656"/>
                        <a:gd name="connsiteX5" fmla="*/ 28908 w 28907"/>
                        <a:gd name="connsiteY5" fmla="*/ 30373 h 35656"/>
                        <a:gd name="connsiteX6" fmla="*/ 16620 w 28907"/>
                        <a:gd name="connsiteY6" fmla="*/ 17991 h 35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907" h="35656">
                          <a:moveTo>
                            <a:pt x="16620" y="17991"/>
                          </a:moveTo>
                          <a:cubicBezTo>
                            <a:pt x="14906" y="11514"/>
                            <a:pt x="16811" y="4942"/>
                            <a:pt x="20907" y="560"/>
                          </a:cubicBezTo>
                          <a:cubicBezTo>
                            <a:pt x="18145" y="-202"/>
                            <a:pt x="15287" y="-202"/>
                            <a:pt x="12429" y="655"/>
                          </a:cubicBezTo>
                          <a:cubicBezTo>
                            <a:pt x="3666" y="3513"/>
                            <a:pt x="-1763" y="12752"/>
                            <a:pt x="523" y="22468"/>
                          </a:cubicBezTo>
                          <a:cubicBezTo>
                            <a:pt x="2809" y="32183"/>
                            <a:pt x="12334" y="37708"/>
                            <a:pt x="21573" y="34945"/>
                          </a:cubicBezTo>
                          <a:cubicBezTo>
                            <a:pt x="24526" y="34088"/>
                            <a:pt x="27003" y="32469"/>
                            <a:pt x="28908" y="30373"/>
                          </a:cubicBezTo>
                          <a:cubicBezTo>
                            <a:pt x="23193" y="28849"/>
                            <a:pt x="18335" y="24373"/>
                            <a:pt x="16620" y="179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09" name="Forme libre : forme 12408">
                      <a:extLst>
                        <a:ext uri="{FF2B5EF4-FFF2-40B4-BE49-F238E27FC236}">
                          <a16:creationId xmlns:a16="http://schemas.microsoft.com/office/drawing/2014/main" id="{ECF6E087-1F0C-402C-A334-224930986F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9120" y="4283279"/>
                      <a:ext cx="15424" cy="15852"/>
                    </a:xfrm>
                    <a:custGeom>
                      <a:avLst/>
                      <a:gdLst>
                        <a:gd name="connsiteX0" fmla="*/ 12504 w 15424"/>
                        <a:gd name="connsiteY0" fmla="*/ 13385 h 15852"/>
                        <a:gd name="connsiteX1" fmla="*/ 1646 w 15424"/>
                        <a:gd name="connsiteY1" fmla="*/ 13671 h 15852"/>
                        <a:gd name="connsiteX2" fmla="*/ 2979 w 15424"/>
                        <a:gd name="connsiteY2" fmla="*/ 2431 h 15852"/>
                        <a:gd name="connsiteX3" fmla="*/ 13742 w 15424"/>
                        <a:gd name="connsiteY3" fmla="*/ 2145 h 15852"/>
                        <a:gd name="connsiteX4" fmla="*/ 12504 w 15424"/>
                        <a:gd name="connsiteY4" fmla="*/ 13385 h 15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24" h="15852">
                          <a:moveTo>
                            <a:pt x="12504" y="13385"/>
                          </a:moveTo>
                          <a:cubicBezTo>
                            <a:pt x="9170" y="16528"/>
                            <a:pt x="4217" y="16719"/>
                            <a:pt x="1646" y="13671"/>
                          </a:cubicBezTo>
                          <a:cubicBezTo>
                            <a:pt x="-1021" y="10623"/>
                            <a:pt x="-355" y="5574"/>
                            <a:pt x="2979" y="2431"/>
                          </a:cubicBezTo>
                          <a:cubicBezTo>
                            <a:pt x="6313" y="-712"/>
                            <a:pt x="11075" y="-807"/>
                            <a:pt x="13742" y="2145"/>
                          </a:cubicBezTo>
                          <a:cubicBezTo>
                            <a:pt x="16409" y="5193"/>
                            <a:pt x="15838" y="10242"/>
                            <a:pt x="12504" y="1338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10" name="Forme libre : forme 12409">
                      <a:extLst>
                        <a:ext uri="{FF2B5EF4-FFF2-40B4-BE49-F238E27FC236}">
                          <a16:creationId xmlns:a16="http://schemas.microsoft.com/office/drawing/2014/main" id="{7ED31403-6D38-424E-915A-0386E8E006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50" y="4281777"/>
                      <a:ext cx="5528" cy="5866"/>
                    </a:xfrm>
                    <a:custGeom>
                      <a:avLst/>
                      <a:gdLst>
                        <a:gd name="connsiteX0" fmla="*/ 3526 w 5528"/>
                        <a:gd name="connsiteY0" fmla="*/ 5743 h 5866"/>
                        <a:gd name="connsiteX1" fmla="*/ 97 w 5528"/>
                        <a:gd name="connsiteY1" fmla="*/ 3743 h 5866"/>
                        <a:gd name="connsiteX2" fmla="*/ 2002 w 5528"/>
                        <a:gd name="connsiteY2" fmla="*/ 123 h 5866"/>
                        <a:gd name="connsiteX3" fmla="*/ 5431 w 5528"/>
                        <a:gd name="connsiteY3" fmla="*/ 2124 h 5866"/>
                        <a:gd name="connsiteX4" fmla="*/ 3526 w 5528"/>
                        <a:gd name="connsiteY4" fmla="*/ 5743 h 5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28" h="5866">
                          <a:moveTo>
                            <a:pt x="3526" y="5743"/>
                          </a:moveTo>
                          <a:cubicBezTo>
                            <a:pt x="2002" y="6219"/>
                            <a:pt x="478" y="5267"/>
                            <a:pt x="97" y="3743"/>
                          </a:cubicBezTo>
                          <a:cubicBezTo>
                            <a:pt x="-284" y="2219"/>
                            <a:pt x="478" y="600"/>
                            <a:pt x="2002" y="123"/>
                          </a:cubicBezTo>
                          <a:cubicBezTo>
                            <a:pt x="3431" y="-353"/>
                            <a:pt x="5050" y="600"/>
                            <a:pt x="5431" y="2124"/>
                          </a:cubicBezTo>
                          <a:cubicBezTo>
                            <a:pt x="5812" y="3743"/>
                            <a:pt x="5050" y="5362"/>
                            <a:pt x="3526" y="57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411" name="Graphique 5">
                    <a:extLst>
                      <a:ext uri="{FF2B5EF4-FFF2-40B4-BE49-F238E27FC236}">
                        <a16:creationId xmlns:a16="http://schemas.microsoft.com/office/drawing/2014/main" id="{DDDD274E-B227-4909-B7B4-FA6906EC1563}"/>
                      </a:ext>
                    </a:extLst>
                  </p:cNvPr>
                  <p:cNvGrpSpPr/>
                  <p:nvPr/>
                </p:nvGrpSpPr>
                <p:grpSpPr>
                  <a:xfrm>
                    <a:off x="3216590" y="4297460"/>
                    <a:ext cx="35091" cy="35604"/>
                    <a:chOff x="3216590" y="4297460"/>
                    <a:chExt cx="35091" cy="35604"/>
                  </a:xfrm>
                  <a:solidFill>
                    <a:schemeClr val="accent1"/>
                  </a:solidFill>
                </p:grpSpPr>
                <p:sp>
                  <p:nvSpPr>
                    <p:cNvPr id="12412" name="Forme libre : forme 12411">
                      <a:extLst>
                        <a:ext uri="{FF2B5EF4-FFF2-40B4-BE49-F238E27FC236}">
                          <a16:creationId xmlns:a16="http://schemas.microsoft.com/office/drawing/2014/main" id="{7D8423F7-94F4-4BDD-91E9-A3549E19F9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6619" y="4297460"/>
                      <a:ext cx="35061" cy="35599"/>
                    </a:xfrm>
                    <a:custGeom>
                      <a:avLst/>
                      <a:gdLst>
                        <a:gd name="connsiteX0" fmla="*/ 21859 w 35061"/>
                        <a:gd name="connsiteY0" fmla="*/ 35113 h 35599"/>
                        <a:gd name="connsiteX1" fmla="*/ 428 w 35061"/>
                        <a:gd name="connsiteY1" fmla="*/ 21874 h 35599"/>
                        <a:gd name="connsiteX2" fmla="*/ 13287 w 35061"/>
                        <a:gd name="connsiteY2" fmla="*/ 442 h 35599"/>
                        <a:gd name="connsiteX3" fmla="*/ 34432 w 35061"/>
                        <a:gd name="connsiteY3" fmla="*/ 13301 h 35599"/>
                        <a:gd name="connsiteX4" fmla="*/ 21859 w 35061"/>
                        <a:gd name="connsiteY4" fmla="*/ 35113 h 35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061" h="35599">
                          <a:moveTo>
                            <a:pt x="21859" y="35113"/>
                          </a:moveTo>
                          <a:cubicBezTo>
                            <a:pt x="12239" y="37399"/>
                            <a:pt x="2523" y="31399"/>
                            <a:pt x="428" y="21874"/>
                          </a:cubicBezTo>
                          <a:cubicBezTo>
                            <a:pt x="-1668" y="12253"/>
                            <a:pt x="4143" y="2728"/>
                            <a:pt x="13287" y="442"/>
                          </a:cubicBezTo>
                          <a:cubicBezTo>
                            <a:pt x="22431" y="-1653"/>
                            <a:pt x="31861" y="3871"/>
                            <a:pt x="34432" y="13301"/>
                          </a:cubicBezTo>
                          <a:cubicBezTo>
                            <a:pt x="37004" y="22636"/>
                            <a:pt x="31479" y="32827"/>
                            <a:pt x="21859" y="3511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13" name="Forme libre : forme 12412">
                      <a:extLst>
                        <a:ext uri="{FF2B5EF4-FFF2-40B4-BE49-F238E27FC236}">
                          <a16:creationId xmlns:a16="http://schemas.microsoft.com/office/drawing/2014/main" id="{FB3159C8-2C8D-4D71-9FDA-8C8E288B10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6590" y="4297501"/>
                      <a:ext cx="29603" cy="35563"/>
                    </a:xfrm>
                    <a:custGeom>
                      <a:avLst/>
                      <a:gdLst>
                        <a:gd name="connsiteX0" fmla="*/ 17221 w 29603"/>
                        <a:gd name="connsiteY0" fmla="*/ 18022 h 35563"/>
                        <a:gd name="connsiteX1" fmla="*/ 22174 w 29603"/>
                        <a:gd name="connsiteY1" fmla="*/ 782 h 35563"/>
                        <a:gd name="connsiteX2" fmla="*/ 13316 w 29603"/>
                        <a:gd name="connsiteY2" fmla="*/ 401 h 35563"/>
                        <a:gd name="connsiteX3" fmla="*/ 457 w 29603"/>
                        <a:gd name="connsiteY3" fmla="*/ 21832 h 35563"/>
                        <a:gd name="connsiteX4" fmla="*/ 21889 w 29603"/>
                        <a:gd name="connsiteY4" fmla="*/ 35072 h 35563"/>
                        <a:gd name="connsiteX5" fmla="*/ 29604 w 29603"/>
                        <a:gd name="connsiteY5" fmla="*/ 30690 h 35563"/>
                        <a:gd name="connsiteX6" fmla="*/ 17221 w 29603"/>
                        <a:gd name="connsiteY6" fmla="*/ 18022 h 35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603" h="35563">
                          <a:moveTo>
                            <a:pt x="17221" y="18022"/>
                          </a:moveTo>
                          <a:cubicBezTo>
                            <a:pt x="15602" y="11450"/>
                            <a:pt x="17793" y="5068"/>
                            <a:pt x="22174" y="782"/>
                          </a:cubicBezTo>
                          <a:cubicBezTo>
                            <a:pt x="19412" y="-75"/>
                            <a:pt x="16364" y="-266"/>
                            <a:pt x="13316" y="401"/>
                          </a:cubicBezTo>
                          <a:cubicBezTo>
                            <a:pt x="4172" y="2687"/>
                            <a:pt x="-1733" y="12212"/>
                            <a:pt x="457" y="21832"/>
                          </a:cubicBezTo>
                          <a:cubicBezTo>
                            <a:pt x="2553" y="31452"/>
                            <a:pt x="12269" y="37358"/>
                            <a:pt x="21889" y="35072"/>
                          </a:cubicBezTo>
                          <a:cubicBezTo>
                            <a:pt x="24937" y="34405"/>
                            <a:pt x="27508" y="32881"/>
                            <a:pt x="29604" y="30690"/>
                          </a:cubicBezTo>
                          <a:cubicBezTo>
                            <a:pt x="23698" y="29262"/>
                            <a:pt x="18745" y="24309"/>
                            <a:pt x="17221" y="1802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14" name="Forme libre : forme 12413">
                      <a:extLst>
                        <a:ext uri="{FF2B5EF4-FFF2-40B4-BE49-F238E27FC236}">
                          <a16:creationId xmlns:a16="http://schemas.microsoft.com/office/drawing/2014/main" id="{1D085BC9-448A-4ACE-AC55-793E6CE635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0628" y="4313365"/>
                      <a:ext cx="16054" cy="15770"/>
                    </a:xfrm>
                    <a:custGeom>
                      <a:avLst/>
                      <a:gdLst>
                        <a:gd name="connsiteX0" fmla="*/ 12898 w 16054"/>
                        <a:gd name="connsiteY0" fmla="*/ 13589 h 15770"/>
                        <a:gd name="connsiteX1" fmla="*/ 1564 w 16054"/>
                        <a:gd name="connsiteY1" fmla="*/ 13303 h 15770"/>
                        <a:gd name="connsiteX2" fmla="*/ 3278 w 16054"/>
                        <a:gd name="connsiteY2" fmla="*/ 2158 h 15770"/>
                        <a:gd name="connsiteX3" fmla="*/ 14422 w 16054"/>
                        <a:gd name="connsiteY3" fmla="*/ 2349 h 15770"/>
                        <a:gd name="connsiteX4" fmla="*/ 12898 w 16054"/>
                        <a:gd name="connsiteY4" fmla="*/ 13589 h 15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54" h="15770">
                          <a:moveTo>
                            <a:pt x="12898" y="13589"/>
                          </a:moveTo>
                          <a:cubicBezTo>
                            <a:pt x="9374" y="16637"/>
                            <a:pt x="4231" y="16446"/>
                            <a:pt x="1564" y="13303"/>
                          </a:cubicBezTo>
                          <a:cubicBezTo>
                            <a:pt x="-1103" y="10159"/>
                            <a:pt x="-246" y="5111"/>
                            <a:pt x="3278" y="2158"/>
                          </a:cubicBezTo>
                          <a:cubicBezTo>
                            <a:pt x="6803" y="-889"/>
                            <a:pt x="11755" y="-604"/>
                            <a:pt x="14422" y="2349"/>
                          </a:cubicBezTo>
                          <a:cubicBezTo>
                            <a:pt x="17089" y="5397"/>
                            <a:pt x="16423" y="10445"/>
                            <a:pt x="12898" y="1358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15" name="Forme libre : forme 12414">
                      <a:extLst>
                        <a:ext uri="{FF2B5EF4-FFF2-40B4-BE49-F238E27FC236}">
                          <a16:creationId xmlns:a16="http://schemas.microsoft.com/office/drawing/2014/main" id="{B6A4F1D6-E33D-41F6-98B0-0F284B100F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9061" y="4312005"/>
                      <a:ext cx="5787" cy="5888"/>
                    </a:xfrm>
                    <a:custGeom>
                      <a:avLst/>
                      <a:gdLst>
                        <a:gd name="connsiteX0" fmla="*/ 3608 w 5787"/>
                        <a:gd name="connsiteY0" fmla="*/ 5805 h 5888"/>
                        <a:gd name="connsiteX1" fmla="*/ 84 w 5787"/>
                        <a:gd name="connsiteY1" fmla="*/ 3614 h 5888"/>
                        <a:gd name="connsiteX2" fmla="*/ 2180 w 5787"/>
                        <a:gd name="connsiteY2" fmla="*/ 90 h 5888"/>
                        <a:gd name="connsiteX3" fmla="*/ 5704 w 5787"/>
                        <a:gd name="connsiteY3" fmla="*/ 2185 h 5888"/>
                        <a:gd name="connsiteX4" fmla="*/ 3608 w 5787"/>
                        <a:gd name="connsiteY4" fmla="*/ 5805 h 5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87" h="5888">
                          <a:moveTo>
                            <a:pt x="3608" y="5805"/>
                          </a:moveTo>
                          <a:cubicBezTo>
                            <a:pt x="2084" y="6186"/>
                            <a:pt x="465" y="5233"/>
                            <a:pt x="84" y="3614"/>
                          </a:cubicBezTo>
                          <a:cubicBezTo>
                            <a:pt x="-297" y="1995"/>
                            <a:pt x="656" y="471"/>
                            <a:pt x="2180" y="90"/>
                          </a:cubicBezTo>
                          <a:cubicBezTo>
                            <a:pt x="3704" y="-291"/>
                            <a:pt x="5323" y="566"/>
                            <a:pt x="5704" y="2185"/>
                          </a:cubicBezTo>
                          <a:cubicBezTo>
                            <a:pt x="6085" y="3709"/>
                            <a:pt x="5132" y="5328"/>
                            <a:pt x="3608" y="58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416" name="Graphique 5">
                  <a:extLst>
                    <a:ext uri="{FF2B5EF4-FFF2-40B4-BE49-F238E27FC236}">
                      <a16:creationId xmlns:a16="http://schemas.microsoft.com/office/drawing/2014/main" id="{08647C25-5756-4B36-99A5-1F3AF56DCAD2}"/>
                    </a:ext>
                  </a:extLst>
                </p:cNvPr>
                <p:cNvGrpSpPr/>
                <p:nvPr/>
              </p:nvGrpSpPr>
              <p:grpSpPr>
                <a:xfrm>
                  <a:off x="3262260" y="4350945"/>
                  <a:ext cx="86467" cy="90983"/>
                  <a:chOff x="3262260" y="4350945"/>
                  <a:chExt cx="86467" cy="90983"/>
                </a:xfrm>
                <a:solidFill>
                  <a:schemeClr val="accent1"/>
                </a:solidFill>
              </p:grpSpPr>
              <p:grpSp>
                <p:nvGrpSpPr>
                  <p:cNvPr id="12417" name="Graphique 5">
                    <a:extLst>
                      <a:ext uri="{FF2B5EF4-FFF2-40B4-BE49-F238E27FC236}">
                        <a16:creationId xmlns:a16="http://schemas.microsoft.com/office/drawing/2014/main" id="{E7082A3D-3A72-4723-9426-34FC38676919}"/>
                      </a:ext>
                    </a:extLst>
                  </p:cNvPr>
                  <p:cNvGrpSpPr/>
                  <p:nvPr/>
                </p:nvGrpSpPr>
                <p:grpSpPr>
                  <a:xfrm>
                    <a:off x="3310920" y="4350945"/>
                    <a:ext cx="37807" cy="35771"/>
                    <a:chOff x="3310920" y="4350945"/>
                    <a:chExt cx="37807" cy="35771"/>
                  </a:xfrm>
                  <a:solidFill>
                    <a:schemeClr val="accent1"/>
                  </a:solidFill>
                </p:grpSpPr>
                <p:sp>
                  <p:nvSpPr>
                    <p:cNvPr id="12418" name="Forme libre : forme 12417">
                      <a:extLst>
                        <a:ext uri="{FF2B5EF4-FFF2-40B4-BE49-F238E27FC236}">
                          <a16:creationId xmlns:a16="http://schemas.microsoft.com/office/drawing/2014/main" id="{F1FB14A8-7935-4FBE-8894-8FC1C767E7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0920" y="4350945"/>
                      <a:ext cx="37807" cy="35687"/>
                    </a:xfrm>
                    <a:custGeom>
                      <a:avLst/>
                      <a:gdLst>
                        <a:gd name="connsiteX0" fmla="*/ 25380 w 37807"/>
                        <a:gd name="connsiteY0" fmla="*/ 34586 h 35687"/>
                        <a:gd name="connsiteX1" fmla="*/ 996 w 37807"/>
                        <a:gd name="connsiteY1" fmla="*/ 23823 h 35687"/>
                        <a:gd name="connsiteX2" fmla="*/ 12521 w 37807"/>
                        <a:gd name="connsiteY2" fmla="*/ 1059 h 35687"/>
                        <a:gd name="connsiteX3" fmla="*/ 36524 w 37807"/>
                        <a:gd name="connsiteY3" fmla="*/ 11155 h 35687"/>
                        <a:gd name="connsiteX4" fmla="*/ 25380 w 37807"/>
                        <a:gd name="connsiteY4" fmla="*/ 34586 h 35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807" h="35687">
                          <a:moveTo>
                            <a:pt x="25380" y="34586"/>
                          </a:moveTo>
                          <a:cubicBezTo>
                            <a:pt x="15284" y="38016"/>
                            <a:pt x="4330" y="33158"/>
                            <a:pt x="996" y="23823"/>
                          </a:cubicBezTo>
                          <a:cubicBezTo>
                            <a:pt x="-2338" y="14489"/>
                            <a:pt x="2996" y="4392"/>
                            <a:pt x="12521" y="1059"/>
                          </a:cubicBezTo>
                          <a:cubicBezTo>
                            <a:pt x="22141" y="-2085"/>
                            <a:pt x="32714" y="1916"/>
                            <a:pt x="36524" y="11155"/>
                          </a:cubicBezTo>
                          <a:cubicBezTo>
                            <a:pt x="40334" y="20299"/>
                            <a:pt x="35381" y="30777"/>
                            <a:pt x="25380" y="345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19" name="Forme libre : forme 12418">
                      <a:extLst>
                        <a:ext uri="{FF2B5EF4-FFF2-40B4-BE49-F238E27FC236}">
                          <a16:creationId xmlns:a16="http://schemas.microsoft.com/office/drawing/2014/main" id="{26D02C18-8D13-491E-9FBB-B6D42A83EC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1006" y="4351132"/>
                      <a:ext cx="33200" cy="35584"/>
                    </a:xfrm>
                    <a:custGeom>
                      <a:avLst/>
                      <a:gdLst>
                        <a:gd name="connsiteX0" fmla="*/ 18532 w 33200"/>
                        <a:gd name="connsiteY0" fmla="*/ 18016 h 35584"/>
                        <a:gd name="connsiteX1" fmla="*/ 22056 w 33200"/>
                        <a:gd name="connsiteY1" fmla="*/ 205 h 35584"/>
                        <a:gd name="connsiteX2" fmla="*/ 12531 w 33200"/>
                        <a:gd name="connsiteY2" fmla="*/ 967 h 35584"/>
                        <a:gd name="connsiteX3" fmla="*/ 1006 w 33200"/>
                        <a:gd name="connsiteY3" fmla="*/ 23732 h 35584"/>
                        <a:gd name="connsiteX4" fmla="*/ 25390 w 33200"/>
                        <a:gd name="connsiteY4" fmla="*/ 34495 h 35584"/>
                        <a:gd name="connsiteX5" fmla="*/ 33200 w 33200"/>
                        <a:gd name="connsiteY5" fmla="*/ 29066 h 35584"/>
                        <a:gd name="connsiteX6" fmla="*/ 18532 w 33200"/>
                        <a:gd name="connsiteY6" fmla="*/ 18016 h 35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00" h="35584">
                          <a:moveTo>
                            <a:pt x="18532" y="18016"/>
                          </a:moveTo>
                          <a:cubicBezTo>
                            <a:pt x="16150" y="11635"/>
                            <a:pt x="17865" y="5158"/>
                            <a:pt x="22056" y="205"/>
                          </a:cubicBezTo>
                          <a:cubicBezTo>
                            <a:pt x="19008" y="-176"/>
                            <a:pt x="15770" y="-81"/>
                            <a:pt x="12531" y="967"/>
                          </a:cubicBezTo>
                          <a:cubicBezTo>
                            <a:pt x="2911" y="4205"/>
                            <a:pt x="-2328" y="14397"/>
                            <a:pt x="1006" y="23732"/>
                          </a:cubicBezTo>
                          <a:cubicBezTo>
                            <a:pt x="4339" y="32971"/>
                            <a:pt x="15388" y="37924"/>
                            <a:pt x="25390" y="34495"/>
                          </a:cubicBezTo>
                          <a:cubicBezTo>
                            <a:pt x="28533" y="33257"/>
                            <a:pt x="31200" y="31351"/>
                            <a:pt x="33200" y="29066"/>
                          </a:cubicBezTo>
                          <a:cubicBezTo>
                            <a:pt x="26628" y="28208"/>
                            <a:pt x="20913" y="24303"/>
                            <a:pt x="18532" y="1801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20" name="Forme libre : forme 12419">
                      <a:extLst>
                        <a:ext uri="{FF2B5EF4-FFF2-40B4-BE49-F238E27FC236}">
                          <a16:creationId xmlns:a16="http://schemas.microsoft.com/office/drawing/2014/main" id="{9F13B9AB-CE4F-4D26-8E31-1DDFAAFC03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6786" y="4366164"/>
                      <a:ext cx="16985" cy="16133"/>
                    </a:xfrm>
                    <a:custGeom>
                      <a:avLst/>
                      <a:gdLst>
                        <a:gd name="connsiteX0" fmla="*/ 14277 w 16985"/>
                        <a:gd name="connsiteY0" fmla="*/ 12986 h 16133"/>
                        <a:gd name="connsiteX1" fmla="*/ 2180 w 16985"/>
                        <a:gd name="connsiteY1" fmla="*/ 14319 h 16133"/>
                        <a:gd name="connsiteX2" fmla="*/ 2846 w 16985"/>
                        <a:gd name="connsiteY2" fmla="*/ 3080 h 16133"/>
                        <a:gd name="connsiteX3" fmla="*/ 14753 w 16985"/>
                        <a:gd name="connsiteY3" fmla="*/ 1651 h 16133"/>
                        <a:gd name="connsiteX4" fmla="*/ 14277 w 16985"/>
                        <a:gd name="connsiteY4" fmla="*/ 12986 h 16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85" h="16133">
                          <a:moveTo>
                            <a:pt x="14277" y="12986"/>
                          </a:moveTo>
                          <a:cubicBezTo>
                            <a:pt x="10847" y="16605"/>
                            <a:pt x="5323" y="17177"/>
                            <a:pt x="2180" y="14319"/>
                          </a:cubicBezTo>
                          <a:cubicBezTo>
                            <a:pt x="-964" y="11462"/>
                            <a:pt x="-678" y="6414"/>
                            <a:pt x="2846" y="3080"/>
                          </a:cubicBezTo>
                          <a:cubicBezTo>
                            <a:pt x="6371" y="-254"/>
                            <a:pt x="11610" y="-1111"/>
                            <a:pt x="14753" y="1651"/>
                          </a:cubicBezTo>
                          <a:cubicBezTo>
                            <a:pt x="17896" y="4318"/>
                            <a:pt x="17705" y="9366"/>
                            <a:pt x="14277" y="1298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21" name="Forme libre : forme 12420">
                      <a:extLst>
                        <a:ext uri="{FF2B5EF4-FFF2-40B4-BE49-F238E27FC236}">
                          <a16:creationId xmlns:a16="http://schemas.microsoft.com/office/drawing/2014/main" id="{4C327077-9E56-4404-B3F6-236CFB977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4968" y="4364469"/>
                      <a:ext cx="6226" cy="5874"/>
                    </a:xfrm>
                    <a:custGeom>
                      <a:avLst/>
                      <a:gdLst>
                        <a:gd name="connsiteX0" fmla="*/ 4189 w 6226"/>
                        <a:gd name="connsiteY0" fmla="*/ 5632 h 5874"/>
                        <a:gd name="connsiteX1" fmla="*/ 189 w 6226"/>
                        <a:gd name="connsiteY1" fmla="*/ 4013 h 5874"/>
                        <a:gd name="connsiteX2" fmla="*/ 1998 w 6226"/>
                        <a:gd name="connsiteY2" fmla="*/ 203 h 5874"/>
                        <a:gd name="connsiteX3" fmla="*/ 5999 w 6226"/>
                        <a:gd name="connsiteY3" fmla="*/ 1822 h 5874"/>
                        <a:gd name="connsiteX4" fmla="*/ 4189 w 6226"/>
                        <a:gd name="connsiteY4" fmla="*/ 5632 h 5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6" h="5874">
                          <a:moveTo>
                            <a:pt x="4189" y="5632"/>
                          </a:moveTo>
                          <a:cubicBezTo>
                            <a:pt x="2570" y="6299"/>
                            <a:pt x="760" y="5537"/>
                            <a:pt x="189" y="4013"/>
                          </a:cubicBezTo>
                          <a:cubicBezTo>
                            <a:pt x="-383" y="2489"/>
                            <a:pt x="379" y="774"/>
                            <a:pt x="1998" y="203"/>
                          </a:cubicBezTo>
                          <a:cubicBezTo>
                            <a:pt x="3618" y="-369"/>
                            <a:pt x="5332" y="298"/>
                            <a:pt x="5999" y="1822"/>
                          </a:cubicBezTo>
                          <a:cubicBezTo>
                            <a:pt x="6666" y="3346"/>
                            <a:pt x="5809" y="5061"/>
                            <a:pt x="4189" y="56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422" name="Graphique 5">
                    <a:extLst>
                      <a:ext uri="{FF2B5EF4-FFF2-40B4-BE49-F238E27FC236}">
                        <a16:creationId xmlns:a16="http://schemas.microsoft.com/office/drawing/2014/main" id="{E3830751-6588-461B-BB88-901FD666F3F6}"/>
                      </a:ext>
                    </a:extLst>
                  </p:cNvPr>
                  <p:cNvGrpSpPr/>
                  <p:nvPr/>
                </p:nvGrpSpPr>
                <p:grpSpPr>
                  <a:xfrm>
                    <a:off x="3282433" y="4375385"/>
                    <a:ext cx="38652" cy="35729"/>
                    <a:chOff x="3282433" y="4375385"/>
                    <a:chExt cx="38652" cy="35729"/>
                  </a:xfrm>
                  <a:solidFill>
                    <a:schemeClr val="accent1"/>
                  </a:solidFill>
                </p:grpSpPr>
                <p:sp>
                  <p:nvSpPr>
                    <p:cNvPr id="12423" name="Forme libre : forme 12422">
                      <a:extLst>
                        <a:ext uri="{FF2B5EF4-FFF2-40B4-BE49-F238E27FC236}">
                          <a16:creationId xmlns:a16="http://schemas.microsoft.com/office/drawing/2014/main" id="{40C22A9A-6938-48FF-AA39-3E357E4E3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2433" y="4375385"/>
                      <a:ext cx="38652" cy="35729"/>
                    </a:xfrm>
                    <a:custGeom>
                      <a:avLst/>
                      <a:gdLst>
                        <a:gd name="connsiteX0" fmla="*/ 25292 w 38652"/>
                        <a:gd name="connsiteY0" fmla="*/ 34627 h 35729"/>
                        <a:gd name="connsiteX1" fmla="*/ 813 w 38652"/>
                        <a:gd name="connsiteY1" fmla="*/ 23387 h 35729"/>
                        <a:gd name="connsiteX2" fmla="*/ 13481 w 38652"/>
                        <a:gd name="connsiteY2" fmla="*/ 1004 h 35729"/>
                        <a:gd name="connsiteX3" fmla="*/ 37579 w 38652"/>
                        <a:gd name="connsiteY3" fmla="*/ 11862 h 35729"/>
                        <a:gd name="connsiteX4" fmla="*/ 25292 w 38652"/>
                        <a:gd name="connsiteY4" fmla="*/ 34627 h 357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652" h="35729">
                          <a:moveTo>
                            <a:pt x="25292" y="34627"/>
                          </a:moveTo>
                          <a:cubicBezTo>
                            <a:pt x="14910" y="38151"/>
                            <a:pt x="3861" y="32912"/>
                            <a:pt x="813" y="23387"/>
                          </a:cubicBezTo>
                          <a:cubicBezTo>
                            <a:pt x="-2235" y="13862"/>
                            <a:pt x="3575" y="4337"/>
                            <a:pt x="13481" y="1004"/>
                          </a:cubicBezTo>
                          <a:cubicBezTo>
                            <a:pt x="23387" y="-2235"/>
                            <a:pt x="34150" y="2623"/>
                            <a:pt x="37579" y="11862"/>
                          </a:cubicBezTo>
                          <a:cubicBezTo>
                            <a:pt x="41103" y="21101"/>
                            <a:pt x="35674" y="31293"/>
                            <a:pt x="25292" y="3462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24" name="Forme libre : forme 12423">
                      <a:extLst>
                        <a:ext uri="{FF2B5EF4-FFF2-40B4-BE49-F238E27FC236}">
                          <a16:creationId xmlns:a16="http://schemas.microsoft.com/office/drawing/2014/main" id="{6D89A215-4EC3-4821-916F-99E0F0C3EF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2528" y="4375405"/>
                      <a:ext cx="33483" cy="35709"/>
                    </a:xfrm>
                    <a:custGeom>
                      <a:avLst/>
                      <a:gdLst>
                        <a:gd name="connsiteX0" fmla="*/ 18910 w 33483"/>
                        <a:gd name="connsiteY0" fmla="*/ 18033 h 35709"/>
                        <a:gd name="connsiteX1" fmla="*/ 23196 w 33483"/>
                        <a:gd name="connsiteY1" fmla="*/ 317 h 35709"/>
                        <a:gd name="connsiteX2" fmla="*/ 13481 w 33483"/>
                        <a:gd name="connsiteY2" fmla="*/ 983 h 35709"/>
                        <a:gd name="connsiteX3" fmla="*/ 813 w 33483"/>
                        <a:gd name="connsiteY3" fmla="*/ 23367 h 35709"/>
                        <a:gd name="connsiteX4" fmla="*/ 25292 w 33483"/>
                        <a:gd name="connsiteY4" fmla="*/ 34607 h 35709"/>
                        <a:gd name="connsiteX5" fmla="*/ 33483 w 33483"/>
                        <a:gd name="connsiteY5" fmla="*/ 29558 h 35709"/>
                        <a:gd name="connsiteX6" fmla="*/ 18910 w 33483"/>
                        <a:gd name="connsiteY6" fmla="*/ 18033 h 35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483" h="35709">
                          <a:moveTo>
                            <a:pt x="18910" y="18033"/>
                          </a:moveTo>
                          <a:cubicBezTo>
                            <a:pt x="16719" y="11651"/>
                            <a:pt x="18719" y="4984"/>
                            <a:pt x="23196" y="317"/>
                          </a:cubicBezTo>
                          <a:cubicBezTo>
                            <a:pt x="20053" y="-255"/>
                            <a:pt x="16719" y="-64"/>
                            <a:pt x="13481" y="983"/>
                          </a:cubicBezTo>
                          <a:cubicBezTo>
                            <a:pt x="3575" y="4412"/>
                            <a:pt x="-2235" y="13842"/>
                            <a:pt x="813" y="23367"/>
                          </a:cubicBezTo>
                          <a:cubicBezTo>
                            <a:pt x="3861" y="32892"/>
                            <a:pt x="14910" y="38131"/>
                            <a:pt x="25292" y="34607"/>
                          </a:cubicBezTo>
                          <a:cubicBezTo>
                            <a:pt x="28626" y="33559"/>
                            <a:pt x="31293" y="31749"/>
                            <a:pt x="33483" y="29558"/>
                          </a:cubicBezTo>
                          <a:cubicBezTo>
                            <a:pt x="26720" y="28415"/>
                            <a:pt x="21006" y="24320"/>
                            <a:pt x="18910" y="1803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25" name="Forme libre : forme 12424">
                      <a:extLst>
                        <a:ext uri="{FF2B5EF4-FFF2-40B4-BE49-F238E27FC236}">
                          <a16:creationId xmlns:a16="http://schemas.microsoft.com/office/drawing/2014/main" id="{FC7BFC6E-C1CA-4553-B469-36FAEE3479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8350" y="4390578"/>
                      <a:ext cx="17510" cy="16102"/>
                    </a:xfrm>
                    <a:custGeom>
                      <a:avLst/>
                      <a:gdLst>
                        <a:gd name="connsiteX0" fmla="*/ 14423 w 17510"/>
                        <a:gd name="connsiteY0" fmla="*/ 13243 h 16102"/>
                        <a:gd name="connsiteX1" fmla="*/ 2040 w 17510"/>
                        <a:gd name="connsiteY1" fmla="*/ 14195 h 16102"/>
                        <a:gd name="connsiteX2" fmla="*/ 3183 w 17510"/>
                        <a:gd name="connsiteY2" fmla="*/ 2860 h 16102"/>
                        <a:gd name="connsiteX3" fmla="*/ 15470 w 17510"/>
                        <a:gd name="connsiteY3" fmla="*/ 1908 h 16102"/>
                        <a:gd name="connsiteX4" fmla="*/ 14423 w 17510"/>
                        <a:gd name="connsiteY4" fmla="*/ 13243 h 16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10" h="16102">
                          <a:moveTo>
                            <a:pt x="14423" y="13243"/>
                          </a:moveTo>
                          <a:cubicBezTo>
                            <a:pt x="10708" y="16671"/>
                            <a:pt x="5088" y="17052"/>
                            <a:pt x="2040" y="14195"/>
                          </a:cubicBezTo>
                          <a:cubicBezTo>
                            <a:pt x="-1103" y="11337"/>
                            <a:pt x="-531" y="6289"/>
                            <a:pt x="3183" y="2860"/>
                          </a:cubicBezTo>
                          <a:cubicBezTo>
                            <a:pt x="6898" y="-569"/>
                            <a:pt x="12327" y="-950"/>
                            <a:pt x="15470" y="1908"/>
                          </a:cubicBezTo>
                          <a:cubicBezTo>
                            <a:pt x="18519" y="4765"/>
                            <a:pt x="18137" y="9813"/>
                            <a:pt x="14423" y="1324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26" name="Forme libre : forme 12425">
                      <a:extLst>
                        <a:ext uri="{FF2B5EF4-FFF2-40B4-BE49-F238E27FC236}">
                          <a16:creationId xmlns:a16="http://schemas.microsoft.com/office/drawing/2014/main" id="{68FEB1D0-282A-4970-B636-7D9438F1D7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7082" y="4389069"/>
                      <a:ext cx="6343" cy="5880"/>
                    </a:xfrm>
                    <a:custGeom>
                      <a:avLst/>
                      <a:gdLst>
                        <a:gd name="connsiteX0" fmla="*/ 4167 w 6343"/>
                        <a:gd name="connsiteY0" fmla="*/ 5702 h 5880"/>
                        <a:gd name="connsiteX1" fmla="*/ 167 w 6343"/>
                        <a:gd name="connsiteY1" fmla="*/ 3893 h 5880"/>
                        <a:gd name="connsiteX2" fmla="*/ 2167 w 6343"/>
                        <a:gd name="connsiteY2" fmla="*/ 178 h 5880"/>
                        <a:gd name="connsiteX3" fmla="*/ 6168 w 6343"/>
                        <a:gd name="connsiteY3" fmla="*/ 1988 h 5880"/>
                        <a:gd name="connsiteX4" fmla="*/ 4167 w 6343"/>
                        <a:gd name="connsiteY4" fmla="*/ 5702 h 5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43" h="5880">
                          <a:moveTo>
                            <a:pt x="4167" y="5702"/>
                          </a:moveTo>
                          <a:cubicBezTo>
                            <a:pt x="2453" y="6274"/>
                            <a:pt x="738" y="5417"/>
                            <a:pt x="167" y="3893"/>
                          </a:cubicBezTo>
                          <a:cubicBezTo>
                            <a:pt x="-405" y="2369"/>
                            <a:pt x="548" y="654"/>
                            <a:pt x="2167" y="178"/>
                          </a:cubicBezTo>
                          <a:cubicBezTo>
                            <a:pt x="3786" y="-393"/>
                            <a:pt x="5596" y="464"/>
                            <a:pt x="6168" y="1988"/>
                          </a:cubicBezTo>
                          <a:cubicBezTo>
                            <a:pt x="6739" y="3417"/>
                            <a:pt x="5882" y="5131"/>
                            <a:pt x="4167" y="570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427" name="Graphique 5">
                    <a:extLst>
                      <a:ext uri="{FF2B5EF4-FFF2-40B4-BE49-F238E27FC236}">
                        <a16:creationId xmlns:a16="http://schemas.microsoft.com/office/drawing/2014/main" id="{056151A1-1A14-4902-98EF-3159E0AD2A7C}"/>
                      </a:ext>
                    </a:extLst>
                  </p:cNvPr>
                  <p:cNvGrpSpPr/>
                  <p:nvPr/>
                </p:nvGrpSpPr>
                <p:grpSpPr>
                  <a:xfrm>
                    <a:off x="3262260" y="4406260"/>
                    <a:ext cx="39925" cy="35668"/>
                    <a:chOff x="3262260" y="4406260"/>
                    <a:chExt cx="39925" cy="35668"/>
                  </a:xfrm>
                  <a:solidFill>
                    <a:schemeClr val="accent1"/>
                  </a:solidFill>
                </p:grpSpPr>
                <p:sp>
                  <p:nvSpPr>
                    <p:cNvPr id="12428" name="Forme libre : forme 12427">
                      <a:extLst>
                        <a:ext uri="{FF2B5EF4-FFF2-40B4-BE49-F238E27FC236}">
                          <a16:creationId xmlns:a16="http://schemas.microsoft.com/office/drawing/2014/main" id="{E356D94F-0CDB-4057-80E7-66D5190737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2260" y="4406348"/>
                      <a:ext cx="39925" cy="35581"/>
                    </a:xfrm>
                    <a:custGeom>
                      <a:avLst/>
                      <a:gdLst>
                        <a:gd name="connsiteX0" fmla="*/ 25653 w 39925"/>
                        <a:gd name="connsiteY0" fmla="*/ 34810 h 35581"/>
                        <a:gd name="connsiteX1" fmla="*/ 697 w 39925"/>
                        <a:gd name="connsiteY1" fmla="*/ 22904 h 35581"/>
                        <a:gd name="connsiteX2" fmla="*/ 14413 w 39925"/>
                        <a:gd name="connsiteY2" fmla="*/ 711 h 35581"/>
                        <a:gd name="connsiteX3" fmla="*/ 38988 w 39925"/>
                        <a:gd name="connsiteY3" fmla="*/ 12331 h 35581"/>
                        <a:gd name="connsiteX4" fmla="*/ 25653 w 39925"/>
                        <a:gd name="connsiteY4" fmla="*/ 34810 h 355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925" h="35581">
                          <a:moveTo>
                            <a:pt x="25653" y="34810"/>
                          </a:moveTo>
                          <a:cubicBezTo>
                            <a:pt x="14794" y="37668"/>
                            <a:pt x="3555" y="32334"/>
                            <a:pt x="697" y="22904"/>
                          </a:cubicBezTo>
                          <a:cubicBezTo>
                            <a:pt x="-2160" y="13474"/>
                            <a:pt x="4031" y="3568"/>
                            <a:pt x="14413" y="711"/>
                          </a:cubicBezTo>
                          <a:cubicBezTo>
                            <a:pt x="24795" y="-1956"/>
                            <a:pt x="35749" y="3092"/>
                            <a:pt x="38988" y="12331"/>
                          </a:cubicBezTo>
                          <a:cubicBezTo>
                            <a:pt x="42321" y="21380"/>
                            <a:pt x="36511" y="32048"/>
                            <a:pt x="25653" y="3481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29" name="Forme libre : forme 12428">
                      <a:extLst>
                        <a:ext uri="{FF2B5EF4-FFF2-40B4-BE49-F238E27FC236}">
                          <a16:creationId xmlns:a16="http://schemas.microsoft.com/office/drawing/2014/main" id="{67BB7C9E-3535-4260-BD41-F8621BE4DD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2260" y="4406260"/>
                      <a:ext cx="34320" cy="35573"/>
                    </a:xfrm>
                    <a:custGeom>
                      <a:avLst/>
                      <a:gdLst>
                        <a:gd name="connsiteX0" fmla="*/ 19557 w 34320"/>
                        <a:gd name="connsiteY0" fmla="*/ 18039 h 35573"/>
                        <a:gd name="connsiteX1" fmla="*/ 24510 w 34320"/>
                        <a:gd name="connsiteY1" fmla="*/ 513 h 35573"/>
                        <a:gd name="connsiteX2" fmla="*/ 14413 w 34320"/>
                        <a:gd name="connsiteY2" fmla="*/ 703 h 35573"/>
                        <a:gd name="connsiteX3" fmla="*/ 697 w 34320"/>
                        <a:gd name="connsiteY3" fmla="*/ 22896 h 35573"/>
                        <a:gd name="connsiteX4" fmla="*/ 25653 w 34320"/>
                        <a:gd name="connsiteY4" fmla="*/ 34803 h 35573"/>
                        <a:gd name="connsiteX5" fmla="*/ 34320 w 34320"/>
                        <a:gd name="connsiteY5" fmla="*/ 30040 h 35573"/>
                        <a:gd name="connsiteX6" fmla="*/ 19557 w 34320"/>
                        <a:gd name="connsiteY6" fmla="*/ 18039 h 35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320" h="35573">
                          <a:moveTo>
                            <a:pt x="19557" y="18039"/>
                          </a:moveTo>
                          <a:cubicBezTo>
                            <a:pt x="17461" y="11657"/>
                            <a:pt x="19652" y="4989"/>
                            <a:pt x="24510" y="513"/>
                          </a:cubicBezTo>
                          <a:cubicBezTo>
                            <a:pt x="21271" y="-154"/>
                            <a:pt x="17842" y="-250"/>
                            <a:pt x="14413" y="703"/>
                          </a:cubicBezTo>
                          <a:cubicBezTo>
                            <a:pt x="4031" y="3561"/>
                            <a:pt x="-2160" y="13466"/>
                            <a:pt x="697" y="22896"/>
                          </a:cubicBezTo>
                          <a:cubicBezTo>
                            <a:pt x="3555" y="32326"/>
                            <a:pt x="14794" y="37660"/>
                            <a:pt x="25653" y="34803"/>
                          </a:cubicBezTo>
                          <a:cubicBezTo>
                            <a:pt x="29082" y="33850"/>
                            <a:pt x="31939" y="32231"/>
                            <a:pt x="34320" y="30040"/>
                          </a:cubicBezTo>
                          <a:cubicBezTo>
                            <a:pt x="27462" y="28802"/>
                            <a:pt x="21652" y="24325"/>
                            <a:pt x="19557" y="1803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30" name="Forme libre : forme 12429">
                      <a:extLst>
                        <a:ext uri="{FF2B5EF4-FFF2-40B4-BE49-F238E27FC236}">
                          <a16:creationId xmlns:a16="http://schemas.microsoft.com/office/drawing/2014/main" id="{8D9AAD69-12F3-4FA8-93F8-7B5E2C529F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8533" y="4421827"/>
                      <a:ext cx="18167" cy="15896"/>
                    </a:xfrm>
                    <a:custGeom>
                      <a:avLst/>
                      <a:gdLst>
                        <a:gd name="connsiteX0" fmla="*/ 14809 w 18167"/>
                        <a:gd name="connsiteY0" fmla="*/ 13330 h 15896"/>
                        <a:gd name="connsiteX1" fmla="*/ 1950 w 18167"/>
                        <a:gd name="connsiteY1" fmla="*/ 13806 h 15896"/>
                        <a:gd name="connsiteX2" fmla="*/ 3474 w 18167"/>
                        <a:gd name="connsiteY2" fmla="*/ 2567 h 15896"/>
                        <a:gd name="connsiteX3" fmla="*/ 16142 w 18167"/>
                        <a:gd name="connsiteY3" fmla="*/ 2090 h 15896"/>
                        <a:gd name="connsiteX4" fmla="*/ 14809 w 18167"/>
                        <a:gd name="connsiteY4" fmla="*/ 13330 h 1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167" h="15896">
                          <a:moveTo>
                            <a:pt x="14809" y="13330"/>
                          </a:moveTo>
                          <a:cubicBezTo>
                            <a:pt x="10904" y="16569"/>
                            <a:pt x="5094" y="16759"/>
                            <a:pt x="1950" y="13806"/>
                          </a:cubicBezTo>
                          <a:cubicBezTo>
                            <a:pt x="-1193" y="10853"/>
                            <a:pt x="-431" y="5805"/>
                            <a:pt x="3474" y="2567"/>
                          </a:cubicBezTo>
                          <a:cubicBezTo>
                            <a:pt x="7380" y="-672"/>
                            <a:pt x="12999" y="-862"/>
                            <a:pt x="16142" y="2090"/>
                          </a:cubicBezTo>
                          <a:cubicBezTo>
                            <a:pt x="19286" y="4948"/>
                            <a:pt x="18714" y="10091"/>
                            <a:pt x="14809" y="1333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31" name="Forme libre : forme 12430">
                      <a:extLst>
                        <a:ext uri="{FF2B5EF4-FFF2-40B4-BE49-F238E27FC236}">
                          <a16:creationId xmlns:a16="http://schemas.microsoft.com/office/drawing/2014/main" id="{D1B18534-44E9-4D2C-AD2A-B2F2BF7258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7791" y="4420357"/>
                      <a:ext cx="6565" cy="5882"/>
                    </a:xfrm>
                    <a:custGeom>
                      <a:avLst/>
                      <a:gdLst>
                        <a:gd name="connsiteX0" fmla="*/ 4218 w 6565"/>
                        <a:gd name="connsiteY0" fmla="*/ 5751 h 5882"/>
                        <a:gd name="connsiteX1" fmla="*/ 122 w 6565"/>
                        <a:gd name="connsiteY1" fmla="*/ 3751 h 5882"/>
                        <a:gd name="connsiteX2" fmla="*/ 2313 w 6565"/>
                        <a:gd name="connsiteY2" fmla="*/ 132 h 5882"/>
                        <a:gd name="connsiteX3" fmla="*/ 6409 w 6565"/>
                        <a:gd name="connsiteY3" fmla="*/ 2037 h 5882"/>
                        <a:gd name="connsiteX4" fmla="*/ 4218 w 6565"/>
                        <a:gd name="connsiteY4" fmla="*/ 5751 h 5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65" h="5882">
                          <a:moveTo>
                            <a:pt x="4218" y="5751"/>
                          </a:moveTo>
                          <a:cubicBezTo>
                            <a:pt x="2504" y="6228"/>
                            <a:pt x="599" y="5370"/>
                            <a:pt x="122" y="3751"/>
                          </a:cubicBezTo>
                          <a:cubicBezTo>
                            <a:pt x="-354" y="2227"/>
                            <a:pt x="599" y="608"/>
                            <a:pt x="2313" y="132"/>
                          </a:cubicBezTo>
                          <a:cubicBezTo>
                            <a:pt x="4028" y="-345"/>
                            <a:pt x="5837" y="513"/>
                            <a:pt x="6409" y="2037"/>
                          </a:cubicBezTo>
                          <a:cubicBezTo>
                            <a:pt x="6980" y="3561"/>
                            <a:pt x="5933" y="5275"/>
                            <a:pt x="4218" y="575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432" name="Graphique 5">
                  <a:extLst>
                    <a:ext uri="{FF2B5EF4-FFF2-40B4-BE49-F238E27FC236}">
                      <a16:creationId xmlns:a16="http://schemas.microsoft.com/office/drawing/2014/main" id="{789157A2-89D9-4E03-8CE3-71989E3B641B}"/>
                    </a:ext>
                  </a:extLst>
                </p:cNvPr>
                <p:cNvGrpSpPr/>
                <p:nvPr/>
              </p:nvGrpSpPr>
              <p:grpSpPr>
                <a:xfrm>
                  <a:off x="3306201" y="4444435"/>
                  <a:ext cx="52674" cy="105339"/>
                  <a:chOff x="3306201" y="4444435"/>
                  <a:chExt cx="52674" cy="105339"/>
                </a:xfrm>
                <a:solidFill>
                  <a:schemeClr val="accent1"/>
                </a:solidFill>
              </p:grpSpPr>
              <p:grpSp>
                <p:nvGrpSpPr>
                  <p:cNvPr id="12433" name="Graphique 5">
                    <a:extLst>
                      <a:ext uri="{FF2B5EF4-FFF2-40B4-BE49-F238E27FC236}">
                        <a16:creationId xmlns:a16="http://schemas.microsoft.com/office/drawing/2014/main" id="{F4726C78-4C09-4D8B-8159-71E8BE371573}"/>
                      </a:ext>
                    </a:extLst>
                  </p:cNvPr>
                  <p:cNvGrpSpPr/>
                  <p:nvPr/>
                </p:nvGrpSpPr>
                <p:grpSpPr>
                  <a:xfrm>
                    <a:off x="3310540" y="4513954"/>
                    <a:ext cx="44823" cy="35821"/>
                    <a:chOff x="3310540" y="4513954"/>
                    <a:chExt cx="44823" cy="35821"/>
                  </a:xfrm>
                  <a:solidFill>
                    <a:schemeClr val="accent1"/>
                  </a:solidFill>
                </p:grpSpPr>
                <p:sp>
                  <p:nvSpPr>
                    <p:cNvPr id="12434" name="Forme libre : forme 12433">
                      <a:extLst>
                        <a:ext uri="{FF2B5EF4-FFF2-40B4-BE49-F238E27FC236}">
                          <a16:creationId xmlns:a16="http://schemas.microsoft.com/office/drawing/2014/main" id="{0BE5A3CC-687C-474B-97D1-7BECCD3800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0540" y="4513954"/>
                      <a:ext cx="44823" cy="35821"/>
                    </a:xfrm>
                    <a:custGeom>
                      <a:avLst/>
                      <a:gdLst>
                        <a:gd name="connsiteX0" fmla="*/ 3091 w 44823"/>
                        <a:gd name="connsiteY0" fmla="*/ 9881 h 35821"/>
                        <a:gd name="connsiteX1" fmla="*/ 33285 w 44823"/>
                        <a:gd name="connsiteY1" fmla="*/ 1880 h 35821"/>
                        <a:gd name="connsiteX2" fmla="*/ 42048 w 44823"/>
                        <a:gd name="connsiteY2" fmla="*/ 25788 h 35821"/>
                        <a:gd name="connsiteX3" fmla="*/ 11092 w 44823"/>
                        <a:gd name="connsiteY3" fmla="*/ 33979 h 35821"/>
                        <a:gd name="connsiteX4" fmla="*/ 3091 w 44823"/>
                        <a:gd name="connsiteY4" fmla="*/ 9881 h 35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823" h="35821">
                          <a:moveTo>
                            <a:pt x="3091" y="9881"/>
                          </a:moveTo>
                          <a:cubicBezTo>
                            <a:pt x="9282" y="1023"/>
                            <a:pt x="22617" y="-2501"/>
                            <a:pt x="33285" y="1880"/>
                          </a:cubicBezTo>
                          <a:cubicBezTo>
                            <a:pt x="43953" y="6262"/>
                            <a:pt x="48049" y="16930"/>
                            <a:pt x="42048" y="25788"/>
                          </a:cubicBezTo>
                          <a:cubicBezTo>
                            <a:pt x="36047" y="34646"/>
                            <a:pt x="21950" y="38361"/>
                            <a:pt x="11092" y="33979"/>
                          </a:cubicBezTo>
                          <a:cubicBezTo>
                            <a:pt x="233" y="29503"/>
                            <a:pt x="-3101" y="18739"/>
                            <a:pt x="3091" y="988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35" name="Forme libre : forme 12434">
                      <a:extLst>
                        <a:ext uri="{FF2B5EF4-FFF2-40B4-BE49-F238E27FC236}">
                          <a16:creationId xmlns:a16="http://schemas.microsoft.com/office/drawing/2014/main" id="{D2AD2890-81C6-4C4C-9A75-57FF17E60E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0583" y="4514066"/>
                      <a:ext cx="44685" cy="32628"/>
                    </a:xfrm>
                    <a:custGeom>
                      <a:avLst/>
                      <a:gdLst>
                        <a:gd name="connsiteX0" fmla="*/ 22384 w 44685"/>
                        <a:gd name="connsiteY0" fmla="*/ 17389 h 32628"/>
                        <a:gd name="connsiteX1" fmla="*/ 33719 w 44685"/>
                        <a:gd name="connsiteY1" fmla="*/ 32629 h 32628"/>
                        <a:gd name="connsiteX2" fmla="*/ 41910 w 44685"/>
                        <a:gd name="connsiteY2" fmla="*/ 25771 h 32628"/>
                        <a:gd name="connsiteX3" fmla="*/ 33147 w 44685"/>
                        <a:gd name="connsiteY3" fmla="*/ 1863 h 32628"/>
                        <a:gd name="connsiteX4" fmla="*/ 2953 w 44685"/>
                        <a:gd name="connsiteY4" fmla="*/ 9864 h 32628"/>
                        <a:gd name="connsiteX5" fmla="*/ 0 w 44685"/>
                        <a:gd name="connsiteY5" fmla="*/ 18627 h 32628"/>
                        <a:gd name="connsiteX6" fmla="*/ 22384 w 44685"/>
                        <a:gd name="connsiteY6" fmla="*/ 17389 h 326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685" h="32628">
                          <a:moveTo>
                            <a:pt x="22384" y="17389"/>
                          </a:moveTo>
                          <a:cubicBezTo>
                            <a:pt x="29718" y="20341"/>
                            <a:pt x="33814" y="26342"/>
                            <a:pt x="33719" y="32629"/>
                          </a:cubicBezTo>
                          <a:cubicBezTo>
                            <a:pt x="37052" y="30914"/>
                            <a:pt x="39910" y="28628"/>
                            <a:pt x="41910" y="25771"/>
                          </a:cubicBezTo>
                          <a:cubicBezTo>
                            <a:pt x="47911" y="16912"/>
                            <a:pt x="43815" y="6244"/>
                            <a:pt x="33147" y="1863"/>
                          </a:cubicBezTo>
                          <a:cubicBezTo>
                            <a:pt x="22479" y="-2518"/>
                            <a:pt x="9144" y="1101"/>
                            <a:pt x="2953" y="9864"/>
                          </a:cubicBezTo>
                          <a:cubicBezTo>
                            <a:pt x="953" y="12722"/>
                            <a:pt x="95" y="15674"/>
                            <a:pt x="0" y="18627"/>
                          </a:cubicBezTo>
                          <a:cubicBezTo>
                            <a:pt x="6763" y="15103"/>
                            <a:pt x="15145" y="14436"/>
                            <a:pt x="22384" y="1738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36" name="Forme libre : forme 12435">
                      <a:extLst>
                        <a:ext uri="{FF2B5EF4-FFF2-40B4-BE49-F238E27FC236}">
                          <a16:creationId xmlns:a16="http://schemas.microsoft.com/office/drawing/2014/main" id="{8A876369-0F40-4C23-B391-AD83461EF9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4257" y="4522787"/>
                      <a:ext cx="18639" cy="17146"/>
                    </a:xfrm>
                    <a:custGeom>
                      <a:avLst/>
                      <a:gdLst>
                        <a:gd name="connsiteX0" fmla="*/ 40 w 18639"/>
                        <a:gd name="connsiteY0" fmla="*/ 8572 h 17146"/>
                        <a:gd name="connsiteX1" fmla="*/ 10041 w 18639"/>
                        <a:gd name="connsiteY1" fmla="*/ 0 h 17146"/>
                        <a:gd name="connsiteX2" fmla="*/ 18614 w 18639"/>
                        <a:gd name="connsiteY2" fmla="*/ 8572 h 17146"/>
                        <a:gd name="connsiteX3" fmla="*/ 8613 w 18639"/>
                        <a:gd name="connsiteY3" fmla="*/ 17145 h 17146"/>
                        <a:gd name="connsiteX4" fmla="*/ 40 w 18639"/>
                        <a:gd name="connsiteY4" fmla="*/ 8572 h 17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639" h="17146">
                          <a:moveTo>
                            <a:pt x="40" y="8572"/>
                          </a:moveTo>
                          <a:cubicBezTo>
                            <a:pt x="516" y="3810"/>
                            <a:pt x="4898" y="0"/>
                            <a:pt x="10041" y="0"/>
                          </a:cubicBezTo>
                          <a:cubicBezTo>
                            <a:pt x="15090" y="0"/>
                            <a:pt x="18995" y="3905"/>
                            <a:pt x="18614" y="8572"/>
                          </a:cubicBezTo>
                          <a:cubicBezTo>
                            <a:pt x="18233" y="13335"/>
                            <a:pt x="13756" y="17145"/>
                            <a:pt x="8613" y="17145"/>
                          </a:cubicBezTo>
                          <a:cubicBezTo>
                            <a:pt x="3374" y="17240"/>
                            <a:pt x="-436" y="13335"/>
                            <a:pt x="40" y="857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37" name="Forme libre : forme 12436">
                      <a:extLst>
                        <a:ext uri="{FF2B5EF4-FFF2-40B4-BE49-F238E27FC236}">
                          <a16:creationId xmlns:a16="http://schemas.microsoft.com/office/drawing/2014/main" id="{AE4798A9-E481-49B9-A51B-765ACF9894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2697" y="4535232"/>
                      <a:ext cx="7362" cy="5876"/>
                    </a:xfrm>
                    <a:custGeom>
                      <a:avLst/>
                      <a:gdLst>
                        <a:gd name="connsiteX0" fmla="*/ 459 w 7362"/>
                        <a:gd name="connsiteY0" fmla="*/ 1652 h 5876"/>
                        <a:gd name="connsiteX1" fmla="*/ 5507 w 7362"/>
                        <a:gd name="connsiteY1" fmla="*/ 319 h 5876"/>
                        <a:gd name="connsiteX2" fmla="*/ 6840 w 7362"/>
                        <a:gd name="connsiteY2" fmla="*/ 4224 h 5876"/>
                        <a:gd name="connsiteX3" fmla="*/ 1792 w 7362"/>
                        <a:gd name="connsiteY3" fmla="*/ 5558 h 5876"/>
                        <a:gd name="connsiteX4" fmla="*/ 459 w 7362"/>
                        <a:gd name="connsiteY4" fmla="*/ 1652 h 5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62" h="5876">
                          <a:moveTo>
                            <a:pt x="459" y="1652"/>
                          </a:moveTo>
                          <a:cubicBezTo>
                            <a:pt x="1507" y="223"/>
                            <a:pt x="3697" y="-443"/>
                            <a:pt x="5507" y="319"/>
                          </a:cubicBezTo>
                          <a:cubicBezTo>
                            <a:pt x="7317" y="1081"/>
                            <a:pt x="7888" y="2795"/>
                            <a:pt x="6840" y="4224"/>
                          </a:cubicBezTo>
                          <a:cubicBezTo>
                            <a:pt x="5793" y="5653"/>
                            <a:pt x="3507" y="6320"/>
                            <a:pt x="1792" y="5558"/>
                          </a:cubicBezTo>
                          <a:cubicBezTo>
                            <a:pt x="78" y="4796"/>
                            <a:pt x="-494" y="3081"/>
                            <a:pt x="459" y="165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438" name="Graphique 5">
                    <a:extLst>
                      <a:ext uri="{FF2B5EF4-FFF2-40B4-BE49-F238E27FC236}">
                        <a16:creationId xmlns:a16="http://schemas.microsoft.com/office/drawing/2014/main" id="{B3DCB2D0-362D-43A4-8E25-A0F4D25C5EF2}"/>
                      </a:ext>
                    </a:extLst>
                  </p:cNvPr>
                  <p:cNvGrpSpPr/>
                  <p:nvPr/>
                </p:nvGrpSpPr>
                <p:grpSpPr>
                  <a:xfrm>
                    <a:off x="3315556" y="4478423"/>
                    <a:ext cx="43318" cy="35874"/>
                    <a:chOff x="3315556" y="4478423"/>
                    <a:chExt cx="43318" cy="35874"/>
                  </a:xfrm>
                  <a:solidFill>
                    <a:schemeClr val="accent1"/>
                  </a:solidFill>
                </p:grpSpPr>
                <p:sp>
                  <p:nvSpPr>
                    <p:cNvPr id="12439" name="Forme libre : forme 12438">
                      <a:extLst>
                        <a:ext uri="{FF2B5EF4-FFF2-40B4-BE49-F238E27FC236}">
                          <a16:creationId xmlns:a16="http://schemas.microsoft.com/office/drawing/2014/main" id="{D44D43F8-71EC-49B8-9ACF-3ABBB81236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5556" y="4478459"/>
                      <a:ext cx="43242" cy="35838"/>
                    </a:xfrm>
                    <a:custGeom>
                      <a:avLst/>
                      <a:gdLst>
                        <a:gd name="connsiteX0" fmla="*/ 2837 w 43242"/>
                        <a:gd name="connsiteY0" fmla="*/ 9847 h 35838"/>
                        <a:gd name="connsiteX1" fmla="*/ 31888 w 43242"/>
                        <a:gd name="connsiteY1" fmla="*/ 1942 h 35838"/>
                        <a:gd name="connsiteX2" fmla="*/ 40651 w 43242"/>
                        <a:gd name="connsiteY2" fmla="*/ 25754 h 35838"/>
                        <a:gd name="connsiteX3" fmla="*/ 10838 w 43242"/>
                        <a:gd name="connsiteY3" fmla="*/ 33946 h 35838"/>
                        <a:gd name="connsiteX4" fmla="*/ 2837 w 43242"/>
                        <a:gd name="connsiteY4" fmla="*/ 9847 h 358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242" h="35838">
                          <a:moveTo>
                            <a:pt x="2837" y="9847"/>
                          </a:moveTo>
                          <a:cubicBezTo>
                            <a:pt x="8742" y="989"/>
                            <a:pt x="21506" y="-2535"/>
                            <a:pt x="31888" y="1942"/>
                          </a:cubicBezTo>
                          <a:cubicBezTo>
                            <a:pt x="42270" y="6133"/>
                            <a:pt x="46366" y="16515"/>
                            <a:pt x="40651" y="25754"/>
                          </a:cubicBezTo>
                          <a:cubicBezTo>
                            <a:pt x="34936" y="34898"/>
                            <a:pt x="21410" y="38327"/>
                            <a:pt x="10838" y="33946"/>
                          </a:cubicBezTo>
                          <a:cubicBezTo>
                            <a:pt x="360" y="29374"/>
                            <a:pt x="-2974" y="18610"/>
                            <a:pt x="2837" y="984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40" name="Forme libre : forme 12439">
                      <a:extLst>
                        <a:ext uri="{FF2B5EF4-FFF2-40B4-BE49-F238E27FC236}">
                          <a16:creationId xmlns:a16="http://schemas.microsoft.com/office/drawing/2014/main" id="{0C0DEE12-445C-4169-9ACA-EA495282DE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5726" y="4478423"/>
                      <a:ext cx="43149" cy="32648"/>
                    </a:xfrm>
                    <a:custGeom>
                      <a:avLst/>
                      <a:gdLst>
                        <a:gd name="connsiteX0" fmla="*/ 21526 w 43149"/>
                        <a:gd name="connsiteY0" fmla="*/ 17408 h 32648"/>
                        <a:gd name="connsiteX1" fmla="*/ 32766 w 43149"/>
                        <a:gd name="connsiteY1" fmla="*/ 32648 h 32648"/>
                        <a:gd name="connsiteX2" fmla="*/ 40576 w 43149"/>
                        <a:gd name="connsiteY2" fmla="*/ 25695 h 32648"/>
                        <a:gd name="connsiteX3" fmla="*/ 31813 w 43149"/>
                        <a:gd name="connsiteY3" fmla="*/ 1882 h 32648"/>
                        <a:gd name="connsiteX4" fmla="*/ 2762 w 43149"/>
                        <a:gd name="connsiteY4" fmla="*/ 9788 h 32648"/>
                        <a:gd name="connsiteX5" fmla="*/ 0 w 43149"/>
                        <a:gd name="connsiteY5" fmla="*/ 18551 h 32648"/>
                        <a:gd name="connsiteX6" fmla="*/ 21526 w 43149"/>
                        <a:gd name="connsiteY6" fmla="*/ 17408 h 32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149" h="32648">
                          <a:moveTo>
                            <a:pt x="21526" y="17408"/>
                          </a:moveTo>
                          <a:cubicBezTo>
                            <a:pt x="28670" y="20456"/>
                            <a:pt x="32671" y="26361"/>
                            <a:pt x="32766" y="32648"/>
                          </a:cubicBezTo>
                          <a:cubicBezTo>
                            <a:pt x="35909" y="30934"/>
                            <a:pt x="38671" y="28743"/>
                            <a:pt x="40576" y="25695"/>
                          </a:cubicBezTo>
                          <a:cubicBezTo>
                            <a:pt x="46291" y="16551"/>
                            <a:pt x="42100" y="6073"/>
                            <a:pt x="31813" y="1882"/>
                          </a:cubicBezTo>
                          <a:cubicBezTo>
                            <a:pt x="21431" y="-2499"/>
                            <a:pt x="8572" y="1025"/>
                            <a:pt x="2762" y="9788"/>
                          </a:cubicBezTo>
                          <a:cubicBezTo>
                            <a:pt x="857" y="12550"/>
                            <a:pt x="95" y="15598"/>
                            <a:pt x="0" y="18551"/>
                          </a:cubicBezTo>
                          <a:cubicBezTo>
                            <a:pt x="6382" y="15217"/>
                            <a:pt x="14573" y="14455"/>
                            <a:pt x="21526" y="1740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41" name="Forme libre : forme 12440">
                      <a:extLst>
                        <a:ext uri="{FF2B5EF4-FFF2-40B4-BE49-F238E27FC236}">
                          <a16:creationId xmlns:a16="http://schemas.microsoft.com/office/drawing/2014/main" id="{B957EFE6-8CEC-4248-9C10-A752E3F47A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9129" y="4487352"/>
                      <a:ext cx="18035" cy="17241"/>
                    </a:xfrm>
                    <a:custGeom>
                      <a:avLst/>
                      <a:gdLst>
                        <a:gd name="connsiteX0" fmla="*/ 26 w 18035"/>
                        <a:gd name="connsiteY0" fmla="*/ 8479 h 17241"/>
                        <a:gd name="connsiteX1" fmla="*/ 9551 w 18035"/>
                        <a:gd name="connsiteY1" fmla="*/ 2 h 17241"/>
                        <a:gd name="connsiteX2" fmla="*/ 18029 w 18035"/>
                        <a:gd name="connsiteY2" fmla="*/ 8670 h 17241"/>
                        <a:gd name="connsiteX3" fmla="*/ 8408 w 18035"/>
                        <a:gd name="connsiteY3" fmla="*/ 17242 h 17241"/>
                        <a:gd name="connsiteX4" fmla="*/ 26 w 18035"/>
                        <a:gd name="connsiteY4" fmla="*/ 8479 h 172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35" h="17241">
                          <a:moveTo>
                            <a:pt x="26" y="8479"/>
                          </a:moveTo>
                          <a:cubicBezTo>
                            <a:pt x="407" y="3717"/>
                            <a:pt x="4694" y="-94"/>
                            <a:pt x="9551" y="2"/>
                          </a:cubicBezTo>
                          <a:cubicBezTo>
                            <a:pt x="14504" y="2"/>
                            <a:pt x="18219" y="3907"/>
                            <a:pt x="18029" y="8670"/>
                          </a:cubicBezTo>
                          <a:cubicBezTo>
                            <a:pt x="17743" y="13432"/>
                            <a:pt x="13457" y="17242"/>
                            <a:pt x="8408" y="17242"/>
                          </a:cubicBezTo>
                          <a:cubicBezTo>
                            <a:pt x="3455" y="17052"/>
                            <a:pt x="-355" y="13242"/>
                            <a:pt x="26" y="847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42" name="Forme libre : forme 12441">
                      <a:extLst>
                        <a:ext uri="{FF2B5EF4-FFF2-40B4-BE49-F238E27FC236}">
                          <a16:creationId xmlns:a16="http://schemas.microsoft.com/office/drawing/2014/main" id="{8EB4A835-6935-454F-AE7D-A93C6E0C46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7417" y="4499650"/>
                      <a:ext cx="7193" cy="5793"/>
                    </a:xfrm>
                    <a:custGeom>
                      <a:avLst/>
                      <a:gdLst>
                        <a:gd name="connsiteX0" fmla="*/ 501 w 7193"/>
                        <a:gd name="connsiteY0" fmla="*/ 1611 h 5793"/>
                        <a:gd name="connsiteX1" fmla="*/ 5359 w 7193"/>
                        <a:gd name="connsiteY1" fmla="*/ 277 h 5793"/>
                        <a:gd name="connsiteX2" fmla="*/ 6692 w 7193"/>
                        <a:gd name="connsiteY2" fmla="*/ 4183 h 5793"/>
                        <a:gd name="connsiteX3" fmla="*/ 1835 w 7193"/>
                        <a:gd name="connsiteY3" fmla="*/ 5516 h 5793"/>
                        <a:gd name="connsiteX4" fmla="*/ 501 w 7193"/>
                        <a:gd name="connsiteY4" fmla="*/ 1611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93" h="5793">
                          <a:moveTo>
                            <a:pt x="501" y="1611"/>
                          </a:moveTo>
                          <a:cubicBezTo>
                            <a:pt x="1454" y="182"/>
                            <a:pt x="3644" y="-390"/>
                            <a:pt x="5359" y="277"/>
                          </a:cubicBezTo>
                          <a:cubicBezTo>
                            <a:pt x="7074" y="1039"/>
                            <a:pt x="7740" y="2754"/>
                            <a:pt x="6692" y="4183"/>
                          </a:cubicBezTo>
                          <a:cubicBezTo>
                            <a:pt x="5740" y="5611"/>
                            <a:pt x="3549" y="6183"/>
                            <a:pt x="1835" y="5516"/>
                          </a:cubicBezTo>
                          <a:cubicBezTo>
                            <a:pt x="120" y="4849"/>
                            <a:pt x="-547" y="3040"/>
                            <a:pt x="501" y="16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443" name="Graphique 5">
                    <a:extLst>
                      <a:ext uri="{FF2B5EF4-FFF2-40B4-BE49-F238E27FC236}">
                        <a16:creationId xmlns:a16="http://schemas.microsoft.com/office/drawing/2014/main" id="{E330BFA6-3A56-45E1-9645-FC7EC073D4A7}"/>
                      </a:ext>
                    </a:extLst>
                  </p:cNvPr>
                  <p:cNvGrpSpPr/>
                  <p:nvPr/>
                </p:nvGrpSpPr>
                <p:grpSpPr>
                  <a:xfrm>
                    <a:off x="3306201" y="4444435"/>
                    <a:ext cx="41930" cy="35699"/>
                    <a:chOff x="3306201" y="4444435"/>
                    <a:chExt cx="41930" cy="35699"/>
                  </a:xfrm>
                  <a:solidFill>
                    <a:schemeClr val="accent1"/>
                  </a:solidFill>
                </p:grpSpPr>
                <p:sp>
                  <p:nvSpPr>
                    <p:cNvPr id="12444" name="Forme libre : forme 12443">
                      <a:extLst>
                        <a:ext uri="{FF2B5EF4-FFF2-40B4-BE49-F238E27FC236}">
                          <a16:creationId xmlns:a16="http://schemas.microsoft.com/office/drawing/2014/main" id="{77863C4E-B821-4369-BA3E-C65D25FF6F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6257" y="4444495"/>
                      <a:ext cx="41874" cy="35639"/>
                    </a:xfrm>
                    <a:custGeom>
                      <a:avLst/>
                      <a:gdLst>
                        <a:gd name="connsiteX0" fmla="*/ 2801 w 41874"/>
                        <a:gd name="connsiteY0" fmla="*/ 9712 h 35639"/>
                        <a:gd name="connsiteX1" fmla="*/ 30900 w 41874"/>
                        <a:gd name="connsiteY1" fmla="*/ 1902 h 35639"/>
                        <a:gd name="connsiteX2" fmla="*/ 39377 w 41874"/>
                        <a:gd name="connsiteY2" fmla="*/ 25810 h 35639"/>
                        <a:gd name="connsiteX3" fmla="*/ 10612 w 41874"/>
                        <a:gd name="connsiteY3" fmla="*/ 33716 h 35639"/>
                        <a:gd name="connsiteX4" fmla="*/ 2801 w 41874"/>
                        <a:gd name="connsiteY4" fmla="*/ 9712 h 35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874" h="35639">
                          <a:moveTo>
                            <a:pt x="2801" y="9712"/>
                          </a:moveTo>
                          <a:cubicBezTo>
                            <a:pt x="8516" y="950"/>
                            <a:pt x="20804" y="-2480"/>
                            <a:pt x="30900" y="1902"/>
                          </a:cubicBezTo>
                          <a:cubicBezTo>
                            <a:pt x="40901" y="6379"/>
                            <a:pt x="44902" y="16952"/>
                            <a:pt x="39377" y="25810"/>
                          </a:cubicBezTo>
                          <a:cubicBezTo>
                            <a:pt x="33853" y="34573"/>
                            <a:pt x="20804" y="38192"/>
                            <a:pt x="10612" y="33716"/>
                          </a:cubicBezTo>
                          <a:cubicBezTo>
                            <a:pt x="325" y="29239"/>
                            <a:pt x="-2914" y="18476"/>
                            <a:pt x="2801" y="971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45" name="Forme libre : forme 12444">
                      <a:extLst>
                        <a:ext uri="{FF2B5EF4-FFF2-40B4-BE49-F238E27FC236}">
                          <a16:creationId xmlns:a16="http://schemas.microsoft.com/office/drawing/2014/main" id="{F9F6BCCF-E9CF-4F2A-9007-3F0352F22E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6201" y="4444435"/>
                      <a:ext cx="41739" cy="32727"/>
                    </a:xfrm>
                    <a:custGeom>
                      <a:avLst/>
                      <a:gdLst>
                        <a:gd name="connsiteX0" fmla="*/ 20955 w 41739"/>
                        <a:gd name="connsiteY0" fmla="*/ 17487 h 32727"/>
                        <a:gd name="connsiteX1" fmla="*/ 31718 w 41739"/>
                        <a:gd name="connsiteY1" fmla="*/ 32727 h 32727"/>
                        <a:gd name="connsiteX2" fmla="*/ 39243 w 41739"/>
                        <a:gd name="connsiteY2" fmla="*/ 25869 h 32727"/>
                        <a:gd name="connsiteX3" fmla="*/ 30766 w 41739"/>
                        <a:gd name="connsiteY3" fmla="*/ 1962 h 32727"/>
                        <a:gd name="connsiteX4" fmla="*/ 2667 w 41739"/>
                        <a:gd name="connsiteY4" fmla="*/ 9772 h 32727"/>
                        <a:gd name="connsiteX5" fmla="*/ 0 w 41739"/>
                        <a:gd name="connsiteY5" fmla="*/ 18535 h 32727"/>
                        <a:gd name="connsiteX6" fmla="*/ 20955 w 41739"/>
                        <a:gd name="connsiteY6" fmla="*/ 17487 h 32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739" h="32727">
                          <a:moveTo>
                            <a:pt x="20955" y="17487"/>
                          </a:moveTo>
                          <a:cubicBezTo>
                            <a:pt x="27813" y="20535"/>
                            <a:pt x="31718" y="26441"/>
                            <a:pt x="31718" y="32727"/>
                          </a:cubicBezTo>
                          <a:cubicBezTo>
                            <a:pt x="34766" y="31108"/>
                            <a:pt x="37433" y="28822"/>
                            <a:pt x="39243" y="25869"/>
                          </a:cubicBezTo>
                          <a:cubicBezTo>
                            <a:pt x="44767" y="16916"/>
                            <a:pt x="40767" y="6438"/>
                            <a:pt x="30766" y="1962"/>
                          </a:cubicBezTo>
                          <a:cubicBezTo>
                            <a:pt x="20764" y="-2515"/>
                            <a:pt x="8382" y="914"/>
                            <a:pt x="2667" y="9772"/>
                          </a:cubicBezTo>
                          <a:cubicBezTo>
                            <a:pt x="857" y="12534"/>
                            <a:pt x="95" y="15582"/>
                            <a:pt x="0" y="18535"/>
                          </a:cubicBezTo>
                          <a:cubicBezTo>
                            <a:pt x="6382" y="15106"/>
                            <a:pt x="14192" y="14439"/>
                            <a:pt x="20955" y="174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46" name="Forme libre : forme 12445">
                      <a:extLst>
                        <a:ext uri="{FF2B5EF4-FFF2-40B4-BE49-F238E27FC236}">
                          <a16:creationId xmlns:a16="http://schemas.microsoft.com/office/drawing/2014/main" id="{2D658FE4-AAC6-4A74-9997-D81DB4EE78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9698" y="4453253"/>
                      <a:ext cx="17378" cy="17148"/>
                    </a:xfrm>
                    <a:custGeom>
                      <a:avLst/>
                      <a:gdLst>
                        <a:gd name="connsiteX0" fmla="*/ 28 w 17378"/>
                        <a:gd name="connsiteY0" fmla="*/ 8479 h 17148"/>
                        <a:gd name="connsiteX1" fmla="*/ 9267 w 17378"/>
                        <a:gd name="connsiteY1" fmla="*/ 2 h 17148"/>
                        <a:gd name="connsiteX2" fmla="*/ 17363 w 17378"/>
                        <a:gd name="connsiteY2" fmla="*/ 8669 h 17148"/>
                        <a:gd name="connsiteX3" fmla="*/ 8124 w 17378"/>
                        <a:gd name="connsiteY3" fmla="*/ 17147 h 17148"/>
                        <a:gd name="connsiteX4" fmla="*/ 28 w 17378"/>
                        <a:gd name="connsiteY4" fmla="*/ 8479 h 17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78" h="17148">
                          <a:moveTo>
                            <a:pt x="28" y="8479"/>
                          </a:moveTo>
                          <a:cubicBezTo>
                            <a:pt x="409" y="3716"/>
                            <a:pt x="4504" y="-94"/>
                            <a:pt x="9267" y="2"/>
                          </a:cubicBezTo>
                          <a:cubicBezTo>
                            <a:pt x="14029" y="97"/>
                            <a:pt x="17649" y="3907"/>
                            <a:pt x="17363" y="8669"/>
                          </a:cubicBezTo>
                          <a:cubicBezTo>
                            <a:pt x="17077" y="13432"/>
                            <a:pt x="12981" y="17242"/>
                            <a:pt x="8124" y="17147"/>
                          </a:cubicBezTo>
                          <a:cubicBezTo>
                            <a:pt x="3266" y="17147"/>
                            <a:pt x="-354" y="13241"/>
                            <a:pt x="28" y="847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47" name="Forme libre : forme 12446">
                      <a:extLst>
                        <a:ext uri="{FF2B5EF4-FFF2-40B4-BE49-F238E27FC236}">
                          <a16:creationId xmlns:a16="http://schemas.microsoft.com/office/drawing/2014/main" id="{9E7C036B-B787-488D-BF6F-9C5DAB3F90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645" y="4465646"/>
                      <a:ext cx="6901" cy="5793"/>
                    </a:xfrm>
                    <a:custGeom>
                      <a:avLst/>
                      <a:gdLst>
                        <a:gd name="connsiteX0" fmla="*/ 462 w 6901"/>
                        <a:gd name="connsiteY0" fmla="*/ 1611 h 5793"/>
                        <a:gd name="connsiteX1" fmla="*/ 5129 w 6901"/>
                        <a:gd name="connsiteY1" fmla="*/ 277 h 5793"/>
                        <a:gd name="connsiteX2" fmla="*/ 6463 w 6901"/>
                        <a:gd name="connsiteY2" fmla="*/ 4183 h 5793"/>
                        <a:gd name="connsiteX3" fmla="*/ 1701 w 6901"/>
                        <a:gd name="connsiteY3" fmla="*/ 5516 h 5793"/>
                        <a:gd name="connsiteX4" fmla="*/ 462 w 6901"/>
                        <a:gd name="connsiteY4" fmla="*/ 1611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1" h="5793">
                          <a:moveTo>
                            <a:pt x="462" y="1611"/>
                          </a:moveTo>
                          <a:cubicBezTo>
                            <a:pt x="1415" y="182"/>
                            <a:pt x="3510" y="-390"/>
                            <a:pt x="5129" y="277"/>
                          </a:cubicBezTo>
                          <a:cubicBezTo>
                            <a:pt x="6749" y="1039"/>
                            <a:pt x="7415" y="2754"/>
                            <a:pt x="6463" y="4183"/>
                          </a:cubicBezTo>
                          <a:cubicBezTo>
                            <a:pt x="5510" y="5611"/>
                            <a:pt x="3415" y="6183"/>
                            <a:pt x="1701" y="5516"/>
                          </a:cubicBezTo>
                          <a:cubicBezTo>
                            <a:pt x="81" y="4754"/>
                            <a:pt x="-490" y="3040"/>
                            <a:pt x="462" y="16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448" name="Graphique 5">
                  <a:extLst>
                    <a:ext uri="{FF2B5EF4-FFF2-40B4-BE49-F238E27FC236}">
                      <a16:creationId xmlns:a16="http://schemas.microsoft.com/office/drawing/2014/main" id="{650C3491-5979-4A58-A274-9D41EBF1F209}"/>
                    </a:ext>
                  </a:extLst>
                </p:cNvPr>
                <p:cNvGrpSpPr/>
                <p:nvPr/>
              </p:nvGrpSpPr>
              <p:grpSpPr>
                <a:xfrm>
                  <a:off x="3462343" y="4418104"/>
                  <a:ext cx="73125" cy="105778"/>
                  <a:chOff x="3462343" y="4418104"/>
                  <a:chExt cx="73125" cy="105778"/>
                </a:xfrm>
                <a:solidFill>
                  <a:schemeClr val="accent1"/>
                </a:solidFill>
              </p:grpSpPr>
              <p:grpSp>
                <p:nvGrpSpPr>
                  <p:cNvPr id="12449" name="Graphique 5">
                    <a:extLst>
                      <a:ext uri="{FF2B5EF4-FFF2-40B4-BE49-F238E27FC236}">
                        <a16:creationId xmlns:a16="http://schemas.microsoft.com/office/drawing/2014/main" id="{7E173680-4FEC-45FD-A47C-CA31FC4F9802}"/>
                      </a:ext>
                    </a:extLst>
                  </p:cNvPr>
                  <p:cNvGrpSpPr/>
                  <p:nvPr/>
                </p:nvGrpSpPr>
                <p:grpSpPr>
                  <a:xfrm>
                    <a:off x="3493355" y="4418104"/>
                    <a:ext cx="42114" cy="36545"/>
                    <a:chOff x="3493355" y="4418104"/>
                    <a:chExt cx="42114" cy="36545"/>
                  </a:xfrm>
                  <a:solidFill>
                    <a:schemeClr val="accent1"/>
                  </a:solidFill>
                </p:grpSpPr>
                <p:sp>
                  <p:nvSpPr>
                    <p:cNvPr id="12450" name="Forme libre : forme 12449">
                      <a:extLst>
                        <a:ext uri="{FF2B5EF4-FFF2-40B4-BE49-F238E27FC236}">
                          <a16:creationId xmlns:a16="http://schemas.microsoft.com/office/drawing/2014/main" id="{1EEE3325-804B-415B-B623-7A8A6A875D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3355" y="4418104"/>
                      <a:ext cx="42114" cy="36450"/>
                    </a:xfrm>
                    <a:custGeom>
                      <a:avLst/>
                      <a:gdLst>
                        <a:gd name="connsiteX0" fmla="*/ 34017 w 42114"/>
                        <a:gd name="connsiteY0" fmla="*/ 31246 h 36450"/>
                        <a:gd name="connsiteX1" fmla="*/ 4204 w 42114"/>
                        <a:gd name="connsiteY1" fmla="*/ 30865 h 36450"/>
                        <a:gd name="connsiteX2" fmla="*/ 8204 w 42114"/>
                        <a:gd name="connsiteY2" fmla="*/ 5052 h 36450"/>
                        <a:gd name="connsiteX3" fmla="*/ 37446 w 42114"/>
                        <a:gd name="connsiteY3" fmla="*/ 5528 h 36450"/>
                        <a:gd name="connsiteX4" fmla="*/ 34017 w 42114"/>
                        <a:gd name="connsiteY4" fmla="*/ 31246 h 364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14" h="36450">
                          <a:moveTo>
                            <a:pt x="34017" y="31246"/>
                          </a:moveTo>
                          <a:cubicBezTo>
                            <a:pt x="24682" y="38294"/>
                            <a:pt x="11157" y="38199"/>
                            <a:pt x="4204" y="30865"/>
                          </a:cubicBezTo>
                          <a:cubicBezTo>
                            <a:pt x="-2750" y="23531"/>
                            <a:pt x="-845" y="12005"/>
                            <a:pt x="8204" y="5052"/>
                          </a:cubicBezTo>
                          <a:cubicBezTo>
                            <a:pt x="17253" y="-1901"/>
                            <a:pt x="30112" y="-1615"/>
                            <a:pt x="37446" y="5528"/>
                          </a:cubicBezTo>
                          <a:cubicBezTo>
                            <a:pt x="44780" y="12672"/>
                            <a:pt x="43351" y="24197"/>
                            <a:pt x="34017" y="3124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51" name="Forme libre : forme 12450">
                      <a:extLst>
                        <a:ext uri="{FF2B5EF4-FFF2-40B4-BE49-F238E27FC236}">
                          <a16:creationId xmlns:a16="http://schemas.microsoft.com/office/drawing/2014/main" id="{04CB28E6-F8A0-4581-9222-5BA2A00066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3383" y="4418774"/>
                      <a:ext cx="40370" cy="35875"/>
                    </a:xfrm>
                    <a:custGeom>
                      <a:avLst/>
                      <a:gdLst>
                        <a:gd name="connsiteX0" fmla="*/ 20654 w 40370"/>
                        <a:gd name="connsiteY0" fmla="*/ 17907 h 35875"/>
                        <a:gd name="connsiteX1" fmla="*/ 17987 w 40370"/>
                        <a:gd name="connsiteY1" fmla="*/ 0 h 35875"/>
                        <a:gd name="connsiteX2" fmla="*/ 8176 w 40370"/>
                        <a:gd name="connsiteY2" fmla="*/ 4477 h 35875"/>
                        <a:gd name="connsiteX3" fmla="*/ 4175 w 40370"/>
                        <a:gd name="connsiteY3" fmla="*/ 30290 h 35875"/>
                        <a:gd name="connsiteX4" fmla="*/ 33989 w 40370"/>
                        <a:gd name="connsiteY4" fmla="*/ 30671 h 35875"/>
                        <a:gd name="connsiteX5" fmla="*/ 40370 w 40370"/>
                        <a:gd name="connsiteY5" fmla="*/ 22860 h 35875"/>
                        <a:gd name="connsiteX6" fmla="*/ 20654 w 40370"/>
                        <a:gd name="connsiteY6" fmla="*/ 17907 h 358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370" h="35875">
                          <a:moveTo>
                            <a:pt x="20654" y="17907"/>
                          </a:moveTo>
                          <a:cubicBezTo>
                            <a:pt x="15796" y="12954"/>
                            <a:pt x="15129" y="6096"/>
                            <a:pt x="17987" y="0"/>
                          </a:cubicBezTo>
                          <a:cubicBezTo>
                            <a:pt x="14558" y="762"/>
                            <a:pt x="11129" y="2191"/>
                            <a:pt x="8176" y="4477"/>
                          </a:cubicBezTo>
                          <a:cubicBezTo>
                            <a:pt x="-778" y="11430"/>
                            <a:pt x="-2778" y="22955"/>
                            <a:pt x="4175" y="30290"/>
                          </a:cubicBezTo>
                          <a:cubicBezTo>
                            <a:pt x="11129" y="37624"/>
                            <a:pt x="24654" y="37719"/>
                            <a:pt x="33989" y="30671"/>
                          </a:cubicBezTo>
                          <a:cubicBezTo>
                            <a:pt x="36941" y="28385"/>
                            <a:pt x="39037" y="25718"/>
                            <a:pt x="40370" y="22860"/>
                          </a:cubicBezTo>
                          <a:cubicBezTo>
                            <a:pt x="33132" y="24289"/>
                            <a:pt x="25511" y="22765"/>
                            <a:pt x="20654" y="179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52" name="Forme libre : forme 12451">
                      <a:extLst>
                        <a:ext uri="{FF2B5EF4-FFF2-40B4-BE49-F238E27FC236}">
                          <a16:creationId xmlns:a16="http://schemas.microsoft.com/office/drawing/2014/main" id="{2900D82A-45A7-4B28-A833-4A1B5C1D98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3041" y="4430606"/>
                      <a:ext cx="18160" cy="17233"/>
                    </a:xfrm>
                    <a:custGeom>
                      <a:avLst/>
                      <a:gdLst>
                        <a:gd name="connsiteX0" fmla="*/ 16998 w 18160"/>
                        <a:gd name="connsiteY0" fmla="*/ 11123 h 17233"/>
                        <a:gd name="connsiteX1" fmla="*/ 4615 w 18160"/>
                        <a:gd name="connsiteY1" fmla="*/ 16838 h 17233"/>
                        <a:gd name="connsiteX2" fmla="*/ 1186 w 18160"/>
                        <a:gd name="connsiteY2" fmla="*/ 6075 h 17233"/>
                        <a:gd name="connsiteX3" fmla="*/ 13474 w 18160"/>
                        <a:gd name="connsiteY3" fmla="*/ 360 h 17233"/>
                        <a:gd name="connsiteX4" fmla="*/ 16998 w 18160"/>
                        <a:gd name="connsiteY4" fmla="*/ 11123 h 17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160" h="17233">
                          <a:moveTo>
                            <a:pt x="16998" y="11123"/>
                          </a:moveTo>
                          <a:cubicBezTo>
                            <a:pt x="14617" y="15695"/>
                            <a:pt x="8997" y="18267"/>
                            <a:pt x="4615" y="16838"/>
                          </a:cubicBezTo>
                          <a:cubicBezTo>
                            <a:pt x="234" y="15409"/>
                            <a:pt x="-1290" y="10647"/>
                            <a:pt x="1186" y="6075"/>
                          </a:cubicBezTo>
                          <a:cubicBezTo>
                            <a:pt x="3663" y="1503"/>
                            <a:pt x="9092" y="-974"/>
                            <a:pt x="13474" y="360"/>
                          </a:cubicBezTo>
                          <a:cubicBezTo>
                            <a:pt x="17855" y="1789"/>
                            <a:pt x="19474" y="6551"/>
                            <a:pt x="16998" y="1112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53" name="Forme libre : forme 12452">
                      <a:extLst>
                        <a:ext uri="{FF2B5EF4-FFF2-40B4-BE49-F238E27FC236}">
                          <a16:creationId xmlns:a16="http://schemas.microsoft.com/office/drawing/2014/main" id="{C850540F-C954-4629-BDE8-D10A22BCC6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9207" y="4428882"/>
                      <a:ext cx="6898" cy="5977"/>
                    </a:xfrm>
                    <a:custGeom>
                      <a:avLst/>
                      <a:gdLst>
                        <a:gd name="connsiteX0" fmla="*/ 5592 w 6898"/>
                        <a:gd name="connsiteY0" fmla="*/ 5132 h 5977"/>
                        <a:gd name="connsiteX1" fmla="*/ 735 w 6898"/>
                        <a:gd name="connsiteY1" fmla="*/ 5037 h 5977"/>
                        <a:gd name="connsiteX2" fmla="*/ 1306 w 6898"/>
                        <a:gd name="connsiteY2" fmla="*/ 846 h 5977"/>
                        <a:gd name="connsiteX3" fmla="*/ 6164 w 6898"/>
                        <a:gd name="connsiteY3" fmla="*/ 941 h 5977"/>
                        <a:gd name="connsiteX4" fmla="*/ 5592 w 6898"/>
                        <a:gd name="connsiteY4" fmla="*/ 5132 h 5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98" h="5977">
                          <a:moveTo>
                            <a:pt x="5592" y="5132"/>
                          </a:moveTo>
                          <a:cubicBezTo>
                            <a:pt x="4068" y="6275"/>
                            <a:pt x="1878" y="6275"/>
                            <a:pt x="735" y="5037"/>
                          </a:cubicBezTo>
                          <a:cubicBezTo>
                            <a:pt x="-408" y="3894"/>
                            <a:pt x="-218" y="1989"/>
                            <a:pt x="1306" y="846"/>
                          </a:cubicBezTo>
                          <a:cubicBezTo>
                            <a:pt x="2830" y="-297"/>
                            <a:pt x="4926" y="-297"/>
                            <a:pt x="6164" y="941"/>
                          </a:cubicBezTo>
                          <a:cubicBezTo>
                            <a:pt x="7307" y="2084"/>
                            <a:pt x="7116" y="3989"/>
                            <a:pt x="5592" y="51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454" name="Graphique 5">
                    <a:extLst>
                      <a:ext uri="{FF2B5EF4-FFF2-40B4-BE49-F238E27FC236}">
                        <a16:creationId xmlns:a16="http://schemas.microsoft.com/office/drawing/2014/main" id="{6D2562C4-D8D6-403A-BEC6-D8CCAC99AAB2}"/>
                      </a:ext>
                    </a:extLst>
                  </p:cNvPr>
                  <p:cNvGrpSpPr/>
                  <p:nvPr/>
                </p:nvGrpSpPr>
                <p:grpSpPr>
                  <a:xfrm>
                    <a:off x="3471941" y="4451568"/>
                    <a:ext cx="43220" cy="36448"/>
                    <a:chOff x="3471941" y="4451568"/>
                    <a:chExt cx="43220" cy="36448"/>
                  </a:xfrm>
                  <a:solidFill>
                    <a:schemeClr val="accent1"/>
                  </a:solidFill>
                </p:grpSpPr>
                <p:sp>
                  <p:nvSpPr>
                    <p:cNvPr id="12455" name="Forme libre : forme 12454">
                      <a:extLst>
                        <a:ext uri="{FF2B5EF4-FFF2-40B4-BE49-F238E27FC236}">
                          <a16:creationId xmlns:a16="http://schemas.microsoft.com/office/drawing/2014/main" id="{E274291D-4BEA-47F9-91B6-F3D1CC0DB1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2036" y="4451568"/>
                      <a:ext cx="43125" cy="36423"/>
                    </a:xfrm>
                    <a:custGeom>
                      <a:avLst/>
                      <a:gdLst>
                        <a:gd name="connsiteX0" fmla="*/ 34381 w 43125"/>
                        <a:gd name="connsiteY0" fmla="*/ 31595 h 36423"/>
                        <a:gd name="connsiteX1" fmla="*/ 3900 w 43125"/>
                        <a:gd name="connsiteY1" fmla="*/ 30261 h 36423"/>
                        <a:gd name="connsiteX2" fmla="*/ 9044 w 43125"/>
                        <a:gd name="connsiteY2" fmla="*/ 4639 h 36423"/>
                        <a:gd name="connsiteX3" fmla="*/ 38857 w 43125"/>
                        <a:gd name="connsiteY3" fmla="*/ 5591 h 36423"/>
                        <a:gd name="connsiteX4" fmla="*/ 34381 w 43125"/>
                        <a:gd name="connsiteY4" fmla="*/ 31595 h 364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125" h="36423">
                          <a:moveTo>
                            <a:pt x="34381" y="31595"/>
                          </a:moveTo>
                          <a:cubicBezTo>
                            <a:pt x="24570" y="38643"/>
                            <a:pt x="10663" y="37786"/>
                            <a:pt x="3900" y="30261"/>
                          </a:cubicBezTo>
                          <a:cubicBezTo>
                            <a:pt x="-2957" y="22737"/>
                            <a:pt x="-481" y="11211"/>
                            <a:pt x="9044" y="4639"/>
                          </a:cubicBezTo>
                          <a:cubicBezTo>
                            <a:pt x="18664" y="-1743"/>
                            <a:pt x="31714" y="-1647"/>
                            <a:pt x="38857" y="5591"/>
                          </a:cubicBezTo>
                          <a:cubicBezTo>
                            <a:pt x="45906" y="12926"/>
                            <a:pt x="44096" y="24451"/>
                            <a:pt x="34381" y="3159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56" name="Forme libre : forme 12455">
                      <a:extLst>
                        <a:ext uri="{FF2B5EF4-FFF2-40B4-BE49-F238E27FC236}">
                          <a16:creationId xmlns:a16="http://schemas.microsoft.com/office/drawing/2014/main" id="{CA8768AE-17DC-4315-A700-B424497B75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1941" y="4452207"/>
                      <a:ext cx="41143" cy="35809"/>
                    </a:xfrm>
                    <a:custGeom>
                      <a:avLst/>
                      <a:gdLst>
                        <a:gd name="connsiteX0" fmla="*/ 21331 w 41143"/>
                        <a:gd name="connsiteY0" fmla="*/ 18002 h 35809"/>
                        <a:gd name="connsiteX1" fmla="*/ 19331 w 41143"/>
                        <a:gd name="connsiteY1" fmla="*/ 0 h 35809"/>
                        <a:gd name="connsiteX2" fmla="*/ 9044 w 41143"/>
                        <a:gd name="connsiteY2" fmla="*/ 4096 h 35809"/>
                        <a:gd name="connsiteX3" fmla="*/ 3901 w 41143"/>
                        <a:gd name="connsiteY3" fmla="*/ 29718 h 35809"/>
                        <a:gd name="connsiteX4" fmla="*/ 34380 w 41143"/>
                        <a:gd name="connsiteY4" fmla="*/ 31052 h 35809"/>
                        <a:gd name="connsiteX5" fmla="*/ 41143 w 41143"/>
                        <a:gd name="connsiteY5" fmla="*/ 23146 h 35809"/>
                        <a:gd name="connsiteX6" fmla="*/ 21331 w 41143"/>
                        <a:gd name="connsiteY6" fmla="*/ 18002 h 35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143" h="35809">
                          <a:moveTo>
                            <a:pt x="21331" y="18002"/>
                          </a:moveTo>
                          <a:cubicBezTo>
                            <a:pt x="16569" y="12954"/>
                            <a:pt x="16188" y="6001"/>
                            <a:pt x="19331" y="0"/>
                          </a:cubicBezTo>
                          <a:cubicBezTo>
                            <a:pt x="15712" y="571"/>
                            <a:pt x="12187" y="1905"/>
                            <a:pt x="9044" y="4096"/>
                          </a:cubicBezTo>
                          <a:cubicBezTo>
                            <a:pt x="-481" y="10668"/>
                            <a:pt x="-2957" y="22098"/>
                            <a:pt x="3901" y="29718"/>
                          </a:cubicBezTo>
                          <a:cubicBezTo>
                            <a:pt x="10759" y="37147"/>
                            <a:pt x="24665" y="38005"/>
                            <a:pt x="34380" y="31052"/>
                          </a:cubicBezTo>
                          <a:cubicBezTo>
                            <a:pt x="37429" y="28765"/>
                            <a:pt x="39714" y="26003"/>
                            <a:pt x="41143" y="23146"/>
                          </a:cubicBezTo>
                          <a:cubicBezTo>
                            <a:pt x="33809" y="24670"/>
                            <a:pt x="26094" y="23146"/>
                            <a:pt x="21331" y="1800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57" name="Forme libre : forme 12456">
                      <a:extLst>
                        <a:ext uri="{FF2B5EF4-FFF2-40B4-BE49-F238E27FC236}">
                          <a16:creationId xmlns:a16="http://schemas.microsoft.com/office/drawing/2014/main" id="{6809ADE5-E3CB-425A-98DC-0176781AB1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2095" y="4464297"/>
                      <a:ext cx="18621" cy="17342"/>
                    </a:xfrm>
                    <a:custGeom>
                      <a:avLst/>
                      <a:gdLst>
                        <a:gd name="connsiteX0" fmla="*/ 17369 w 18621"/>
                        <a:gd name="connsiteY0" fmla="*/ 11246 h 17342"/>
                        <a:gd name="connsiteX1" fmla="*/ 4510 w 18621"/>
                        <a:gd name="connsiteY1" fmla="*/ 16866 h 17342"/>
                        <a:gd name="connsiteX2" fmla="*/ 1367 w 18621"/>
                        <a:gd name="connsiteY2" fmla="*/ 6007 h 17342"/>
                        <a:gd name="connsiteX3" fmla="*/ 14035 w 18621"/>
                        <a:gd name="connsiteY3" fmla="*/ 387 h 17342"/>
                        <a:gd name="connsiteX4" fmla="*/ 17369 w 18621"/>
                        <a:gd name="connsiteY4" fmla="*/ 11246 h 17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621" h="17342">
                          <a:moveTo>
                            <a:pt x="17369" y="11246"/>
                          </a:moveTo>
                          <a:cubicBezTo>
                            <a:pt x="14702" y="15818"/>
                            <a:pt x="8987" y="18485"/>
                            <a:pt x="4510" y="16866"/>
                          </a:cubicBezTo>
                          <a:cubicBezTo>
                            <a:pt x="33" y="15342"/>
                            <a:pt x="-1300" y="10389"/>
                            <a:pt x="1367" y="6007"/>
                          </a:cubicBezTo>
                          <a:cubicBezTo>
                            <a:pt x="4129" y="1626"/>
                            <a:pt x="9654" y="-1041"/>
                            <a:pt x="14035" y="387"/>
                          </a:cubicBezTo>
                          <a:cubicBezTo>
                            <a:pt x="18417" y="1721"/>
                            <a:pt x="19941" y="6579"/>
                            <a:pt x="17369" y="1124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58" name="Forme libre : forme 12457">
                      <a:extLst>
                        <a:ext uri="{FF2B5EF4-FFF2-40B4-BE49-F238E27FC236}">
                          <a16:creationId xmlns:a16="http://schemas.microsoft.com/office/drawing/2014/main" id="{7E67A3B8-D6A3-48FF-B695-5E80E1ED46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8676" y="4462506"/>
                      <a:ext cx="7139" cy="6072"/>
                    </a:xfrm>
                    <a:custGeom>
                      <a:avLst/>
                      <a:gdLst>
                        <a:gd name="connsiteX0" fmla="*/ 5645 w 7139"/>
                        <a:gd name="connsiteY0" fmla="*/ 5227 h 6072"/>
                        <a:gd name="connsiteX1" fmla="*/ 692 w 7139"/>
                        <a:gd name="connsiteY1" fmla="*/ 5132 h 6072"/>
                        <a:gd name="connsiteX2" fmla="*/ 1454 w 7139"/>
                        <a:gd name="connsiteY2" fmla="*/ 846 h 6072"/>
                        <a:gd name="connsiteX3" fmla="*/ 6407 w 7139"/>
                        <a:gd name="connsiteY3" fmla="*/ 941 h 6072"/>
                        <a:gd name="connsiteX4" fmla="*/ 5645 w 7139"/>
                        <a:gd name="connsiteY4" fmla="*/ 5227 h 6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9" h="6072">
                          <a:moveTo>
                            <a:pt x="5645" y="5227"/>
                          </a:moveTo>
                          <a:cubicBezTo>
                            <a:pt x="4121" y="6370"/>
                            <a:pt x="1835" y="6370"/>
                            <a:pt x="692" y="5132"/>
                          </a:cubicBezTo>
                          <a:cubicBezTo>
                            <a:pt x="-451" y="3893"/>
                            <a:pt x="-165" y="1989"/>
                            <a:pt x="1454" y="846"/>
                          </a:cubicBezTo>
                          <a:cubicBezTo>
                            <a:pt x="2978" y="-297"/>
                            <a:pt x="5169" y="-297"/>
                            <a:pt x="6407" y="941"/>
                          </a:cubicBezTo>
                          <a:cubicBezTo>
                            <a:pt x="7645" y="2179"/>
                            <a:pt x="7264" y="4084"/>
                            <a:pt x="5645" y="52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459" name="Graphique 5">
                    <a:extLst>
                      <a:ext uri="{FF2B5EF4-FFF2-40B4-BE49-F238E27FC236}">
                        <a16:creationId xmlns:a16="http://schemas.microsoft.com/office/drawing/2014/main" id="{EC3E8611-1E27-4C51-80BE-281400756C5F}"/>
                      </a:ext>
                    </a:extLst>
                  </p:cNvPr>
                  <p:cNvGrpSpPr/>
                  <p:nvPr/>
                </p:nvGrpSpPr>
                <p:grpSpPr>
                  <a:xfrm>
                    <a:off x="3462343" y="4487515"/>
                    <a:ext cx="44667" cy="36367"/>
                    <a:chOff x="3462343" y="4487515"/>
                    <a:chExt cx="44667" cy="36367"/>
                  </a:xfrm>
                  <a:solidFill>
                    <a:schemeClr val="accent1"/>
                  </a:solidFill>
                </p:grpSpPr>
                <p:sp>
                  <p:nvSpPr>
                    <p:cNvPr id="12460" name="Forme libre : forme 12459">
                      <a:extLst>
                        <a:ext uri="{FF2B5EF4-FFF2-40B4-BE49-F238E27FC236}">
                          <a16:creationId xmlns:a16="http://schemas.microsoft.com/office/drawing/2014/main" id="{279E4ACC-64D9-4EB9-A023-D5D171D4D1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2368" y="4487515"/>
                      <a:ext cx="44642" cy="36367"/>
                    </a:xfrm>
                    <a:custGeom>
                      <a:avLst/>
                      <a:gdLst>
                        <a:gd name="connsiteX0" fmla="*/ 35095 w 44642"/>
                        <a:gd name="connsiteY0" fmla="*/ 31652 h 36367"/>
                        <a:gd name="connsiteX1" fmla="*/ 3757 w 44642"/>
                        <a:gd name="connsiteY1" fmla="*/ 30319 h 36367"/>
                        <a:gd name="connsiteX2" fmla="*/ 9663 w 44642"/>
                        <a:gd name="connsiteY2" fmla="*/ 4601 h 36367"/>
                        <a:gd name="connsiteX3" fmla="*/ 40429 w 44642"/>
                        <a:gd name="connsiteY3" fmla="*/ 6030 h 36367"/>
                        <a:gd name="connsiteX4" fmla="*/ 35095 w 44642"/>
                        <a:gd name="connsiteY4" fmla="*/ 31652 h 36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642" h="36367">
                          <a:moveTo>
                            <a:pt x="35095" y="31652"/>
                          </a:moveTo>
                          <a:cubicBezTo>
                            <a:pt x="24808" y="38415"/>
                            <a:pt x="10615" y="37843"/>
                            <a:pt x="3757" y="30319"/>
                          </a:cubicBezTo>
                          <a:cubicBezTo>
                            <a:pt x="-3101" y="22794"/>
                            <a:pt x="-243" y="11174"/>
                            <a:pt x="9663" y="4601"/>
                          </a:cubicBezTo>
                          <a:cubicBezTo>
                            <a:pt x="19664" y="-2066"/>
                            <a:pt x="33285" y="-1400"/>
                            <a:pt x="40429" y="6030"/>
                          </a:cubicBezTo>
                          <a:cubicBezTo>
                            <a:pt x="47668" y="13364"/>
                            <a:pt x="45382" y="24890"/>
                            <a:pt x="35095" y="3165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61" name="Forme libre : forme 12460">
                      <a:extLst>
                        <a:ext uri="{FF2B5EF4-FFF2-40B4-BE49-F238E27FC236}">
                          <a16:creationId xmlns:a16="http://schemas.microsoft.com/office/drawing/2014/main" id="{FFEFDE09-799D-4724-ACD9-4DCAEE095D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2343" y="4487926"/>
                      <a:ext cx="42358" cy="35899"/>
                    </a:xfrm>
                    <a:custGeom>
                      <a:avLst/>
                      <a:gdLst>
                        <a:gd name="connsiteX0" fmla="*/ 21975 w 42358"/>
                        <a:gd name="connsiteY0" fmla="*/ 18097 h 35899"/>
                        <a:gd name="connsiteX1" fmla="*/ 20356 w 42358"/>
                        <a:gd name="connsiteY1" fmla="*/ 0 h 35899"/>
                        <a:gd name="connsiteX2" fmla="*/ 9688 w 42358"/>
                        <a:gd name="connsiteY2" fmla="*/ 4096 h 35899"/>
                        <a:gd name="connsiteX3" fmla="*/ 3782 w 42358"/>
                        <a:gd name="connsiteY3" fmla="*/ 29813 h 35899"/>
                        <a:gd name="connsiteX4" fmla="*/ 35120 w 42358"/>
                        <a:gd name="connsiteY4" fmla="*/ 31147 h 35899"/>
                        <a:gd name="connsiteX5" fmla="*/ 42359 w 42358"/>
                        <a:gd name="connsiteY5" fmla="*/ 23527 h 35899"/>
                        <a:gd name="connsiteX6" fmla="*/ 21975 w 42358"/>
                        <a:gd name="connsiteY6" fmla="*/ 18097 h 35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358" h="35899">
                          <a:moveTo>
                            <a:pt x="21975" y="18097"/>
                          </a:moveTo>
                          <a:cubicBezTo>
                            <a:pt x="17213" y="12954"/>
                            <a:pt x="17022" y="6001"/>
                            <a:pt x="20356" y="0"/>
                          </a:cubicBezTo>
                          <a:cubicBezTo>
                            <a:pt x="16641" y="667"/>
                            <a:pt x="13022" y="1905"/>
                            <a:pt x="9688" y="4096"/>
                          </a:cubicBezTo>
                          <a:cubicBezTo>
                            <a:pt x="-313" y="10763"/>
                            <a:pt x="-3076" y="22288"/>
                            <a:pt x="3782" y="29813"/>
                          </a:cubicBezTo>
                          <a:cubicBezTo>
                            <a:pt x="10640" y="37338"/>
                            <a:pt x="24833" y="38005"/>
                            <a:pt x="35120" y="31147"/>
                          </a:cubicBezTo>
                          <a:cubicBezTo>
                            <a:pt x="38358" y="28956"/>
                            <a:pt x="40739" y="26289"/>
                            <a:pt x="42359" y="23527"/>
                          </a:cubicBezTo>
                          <a:cubicBezTo>
                            <a:pt x="34643" y="24955"/>
                            <a:pt x="26738" y="23146"/>
                            <a:pt x="21975" y="18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62" name="Forme libre : forme 12461">
                      <a:extLst>
                        <a:ext uri="{FF2B5EF4-FFF2-40B4-BE49-F238E27FC236}">
                          <a16:creationId xmlns:a16="http://schemas.microsoft.com/office/drawing/2014/main" id="{26622F88-CE7A-4AEA-BC18-BF1CD0B431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2980" y="4500229"/>
                      <a:ext cx="19390" cy="17208"/>
                    </a:xfrm>
                    <a:custGeom>
                      <a:avLst/>
                      <a:gdLst>
                        <a:gd name="connsiteX0" fmla="*/ 17912 w 19390"/>
                        <a:gd name="connsiteY0" fmla="*/ 11414 h 17208"/>
                        <a:gd name="connsiteX1" fmla="*/ 4482 w 19390"/>
                        <a:gd name="connsiteY1" fmla="*/ 16748 h 17208"/>
                        <a:gd name="connsiteX2" fmla="*/ 1529 w 19390"/>
                        <a:gd name="connsiteY2" fmla="*/ 5794 h 17208"/>
                        <a:gd name="connsiteX3" fmla="*/ 14864 w 19390"/>
                        <a:gd name="connsiteY3" fmla="*/ 461 h 17208"/>
                        <a:gd name="connsiteX4" fmla="*/ 17912 w 19390"/>
                        <a:gd name="connsiteY4" fmla="*/ 11414 h 17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390" h="17208">
                          <a:moveTo>
                            <a:pt x="17912" y="11414"/>
                          </a:moveTo>
                          <a:cubicBezTo>
                            <a:pt x="15055" y="15891"/>
                            <a:pt x="8959" y="18272"/>
                            <a:pt x="4482" y="16748"/>
                          </a:cubicBezTo>
                          <a:cubicBezTo>
                            <a:pt x="-90" y="15224"/>
                            <a:pt x="-1328" y="10271"/>
                            <a:pt x="1529" y="5794"/>
                          </a:cubicBezTo>
                          <a:cubicBezTo>
                            <a:pt x="4387" y="1318"/>
                            <a:pt x="10292" y="-1064"/>
                            <a:pt x="14864" y="461"/>
                          </a:cubicBezTo>
                          <a:cubicBezTo>
                            <a:pt x="19341" y="2080"/>
                            <a:pt x="20770" y="6937"/>
                            <a:pt x="17912" y="1141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63" name="Forme libre : forme 12462">
                      <a:extLst>
                        <a:ext uri="{FF2B5EF4-FFF2-40B4-BE49-F238E27FC236}">
                          <a16:creationId xmlns:a16="http://schemas.microsoft.com/office/drawing/2014/main" id="{E5EF2A00-E985-4C20-A09E-C1CE9C852B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0041" y="4498555"/>
                      <a:ext cx="7360" cy="5983"/>
                    </a:xfrm>
                    <a:custGeom>
                      <a:avLst/>
                      <a:gdLst>
                        <a:gd name="connsiteX0" fmla="*/ 5802 w 7360"/>
                        <a:gd name="connsiteY0" fmla="*/ 5182 h 5983"/>
                        <a:gd name="connsiteX1" fmla="*/ 659 w 7360"/>
                        <a:gd name="connsiteY1" fmla="*/ 4992 h 5983"/>
                        <a:gd name="connsiteX2" fmla="*/ 1516 w 7360"/>
                        <a:gd name="connsiteY2" fmla="*/ 801 h 5983"/>
                        <a:gd name="connsiteX3" fmla="*/ 6660 w 7360"/>
                        <a:gd name="connsiteY3" fmla="*/ 991 h 5983"/>
                        <a:gd name="connsiteX4" fmla="*/ 5802 w 7360"/>
                        <a:gd name="connsiteY4" fmla="*/ 5182 h 5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60" h="5983">
                          <a:moveTo>
                            <a:pt x="5802" y="5182"/>
                          </a:moveTo>
                          <a:cubicBezTo>
                            <a:pt x="4183" y="6325"/>
                            <a:pt x="1802" y="6230"/>
                            <a:pt x="659" y="4992"/>
                          </a:cubicBezTo>
                          <a:cubicBezTo>
                            <a:pt x="-484" y="3754"/>
                            <a:pt x="-103" y="1849"/>
                            <a:pt x="1516" y="801"/>
                          </a:cubicBezTo>
                          <a:cubicBezTo>
                            <a:pt x="3135" y="-342"/>
                            <a:pt x="5421" y="-247"/>
                            <a:pt x="6660" y="991"/>
                          </a:cubicBezTo>
                          <a:cubicBezTo>
                            <a:pt x="7898" y="2230"/>
                            <a:pt x="7422" y="4039"/>
                            <a:pt x="5802" y="51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2464" name="Graphique 5">
                <a:extLst>
                  <a:ext uri="{FF2B5EF4-FFF2-40B4-BE49-F238E27FC236}">
                    <a16:creationId xmlns:a16="http://schemas.microsoft.com/office/drawing/2014/main" id="{94E4F067-3396-436F-8F80-B0BF26D7465D}"/>
                  </a:ext>
                </a:extLst>
              </p:cNvPr>
              <p:cNvGrpSpPr/>
              <p:nvPr/>
            </p:nvGrpSpPr>
            <p:grpSpPr>
              <a:xfrm>
                <a:off x="2804043" y="4045950"/>
                <a:ext cx="397287" cy="510846"/>
                <a:chOff x="2804043" y="4045950"/>
                <a:chExt cx="397287" cy="510846"/>
              </a:xfrm>
              <a:solidFill>
                <a:schemeClr val="accent1"/>
              </a:solidFill>
            </p:grpSpPr>
            <p:sp>
              <p:nvSpPr>
                <p:cNvPr id="12465" name="Forme libre : forme 12464">
                  <a:extLst>
                    <a:ext uri="{FF2B5EF4-FFF2-40B4-BE49-F238E27FC236}">
                      <a16:creationId xmlns:a16="http://schemas.microsoft.com/office/drawing/2014/main" id="{A7324E5A-64D3-429D-B39C-06CE7C84D3F6}"/>
                    </a:ext>
                  </a:extLst>
                </p:cNvPr>
                <p:cNvSpPr/>
                <p:nvPr/>
              </p:nvSpPr>
              <p:spPr>
                <a:xfrm>
                  <a:off x="2804043" y="4053291"/>
                  <a:ext cx="397287" cy="502071"/>
                </a:xfrm>
                <a:custGeom>
                  <a:avLst/>
                  <a:gdLst>
                    <a:gd name="connsiteX0" fmla="*/ 397288 w 397287"/>
                    <a:gd name="connsiteY0" fmla="*/ 444922 h 502071"/>
                    <a:gd name="connsiteX1" fmla="*/ 265557 w 397287"/>
                    <a:gd name="connsiteY1" fmla="*/ 406059 h 502071"/>
                    <a:gd name="connsiteX2" fmla="*/ 309467 w 397287"/>
                    <a:gd name="connsiteY2" fmla="*/ 368722 h 502071"/>
                    <a:gd name="connsiteX3" fmla="*/ 341376 w 397287"/>
                    <a:gd name="connsiteY3" fmla="*/ 322716 h 502071"/>
                    <a:gd name="connsiteX4" fmla="*/ 368808 w 397287"/>
                    <a:gd name="connsiteY4" fmla="*/ 213655 h 502071"/>
                    <a:gd name="connsiteX5" fmla="*/ 362712 w 397287"/>
                    <a:gd name="connsiteY5" fmla="*/ 125834 h 502071"/>
                    <a:gd name="connsiteX6" fmla="*/ 343757 w 397287"/>
                    <a:gd name="connsiteY6" fmla="*/ 60874 h 502071"/>
                    <a:gd name="connsiteX7" fmla="*/ 287750 w 397287"/>
                    <a:gd name="connsiteY7" fmla="*/ 1057 h 502071"/>
                    <a:gd name="connsiteX8" fmla="*/ 211645 w 397287"/>
                    <a:gd name="connsiteY8" fmla="*/ 38680 h 502071"/>
                    <a:gd name="connsiteX9" fmla="*/ 136684 w 397287"/>
                    <a:gd name="connsiteY9" fmla="*/ 167934 h 502071"/>
                    <a:gd name="connsiteX10" fmla="*/ 120396 w 397287"/>
                    <a:gd name="connsiteY10" fmla="*/ 278996 h 502071"/>
                    <a:gd name="connsiteX11" fmla="*/ 132397 w 397287"/>
                    <a:gd name="connsiteY11" fmla="*/ 333765 h 502071"/>
                    <a:gd name="connsiteX12" fmla="*/ 158782 w 397287"/>
                    <a:gd name="connsiteY12" fmla="*/ 385200 h 502071"/>
                    <a:gd name="connsiteX13" fmla="*/ 21907 w 397287"/>
                    <a:gd name="connsiteY13" fmla="*/ 370341 h 502071"/>
                    <a:gd name="connsiteX14" fmla="*/ 0 w 397287"/>
                    <a:gd name="connsiteY14" fmla="*/ 423109 h 502071"/>
                    <a:gd name="connsiteX15" fmla="*/ 204406 w 397287"/>
                    <a:gd name="connsiteY15" fmla="*/ 434920 h 502071"/>
                    <a:gd name="connsiteX16" fmla="*/ 397288 w 397287"/>
                    <a:gd name="connsiteY16" fmla="*/ 502072 h 502071"/>
                    <a:gd name="connsiteX17" fmla="*/ 397288 w 397287"/>
                    <a:gd name="connsiteY17" fmla="*/ 444922 h 502071"/>
                    <a:gd name="connsiteX18" fmla="*/ 186976 w 397287"/>
                    <a:gd name="connsiteY18" fmla="*/ 184317 h 502071"/>
                    <a:gd name="connsiteX19" fmla="*/ 238601 w 397287"/>
                    <a:gd name="connsiteY19" fmla="*/ 78209 h 502071"/>
                    <a:gd name="connsiteX20" fmla="*/ 276415 w 397287"/>
                    <a:gd name="connsiteY20" fmla="*/ 57064 h 502071"/>
                    <a:gd name="connsiteX21" fmla="*/ 307657 w 397287"/>
                    <a:gd name="connsiteY21" fmla="*/ 97831 h 502071"/>
                    <a:gd name="connsiteX22" fmla="*/ 316039 w 397287"/>
                    <a:gd name="connsiteY22" fmla="*/ 210035 h 502071"/>
                    <a:gd name="connsiteX23" fmla="*/ 286417 w 397287"/>
                    <a:gd name="connsiteY23" fmla="*/ 298999 h 502071"/>
                    <a:gd name="connsiteX24" fmla="*/ 218599 w 397287"/>
                    <a:gd name="connsiteY24" fmla="*/ 363387 h 502071"/>
                    <a:gd name="connsiteX25" fmla="*/ 193834 w 397287"/>
                    <a:gd name="connsiteY25" fmla="*/ 322525 h 502071"/>
                    <a:gd name="connsiteX26" fmla="*/ 180403 w 397287"/>
                    <a:gd name="connsiteY26" fmla="*/ 278043 h 502071"/>
                    <a:gd name="connsiteX27" fmla="*/ 186976 w 397287"/>
                    <a:gd name="connsiteY27" fmla="*/ 184317 h 502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97287" h="502071">
                      <a:moveTo>
                        <a:pt x="397288" y="444922"/>
                      </a:moveTo>
                      <a:cubicBezTo>
                        <a:pt x="347853" y="444350"/>
                        <a:pt x="301657" y="430443"/>
                        <a:pt x="265557" y="406059"/>
                      </a:cubicBezTo>
                      <a:cubicBezTo>
                        <a:pt x="282130" y="395010"/>
                        <a:pt x="296704" y="382914"/>
                        <a:pt x="309467" y="368722"/>
                      </a:cubicBezTo>
                      <a:cubicBezTo>
                        <a:pt x="322135" y="354529"/>
                        <a:pt x="332803" y="339099"/>
                        <a:pt x="341376" y="322716"/>
                      </a:cubicBezTo>
                      <a:cubicBezTo>
                        <a:pt x="358521" y="290140"/>
                        <a:pt x="367379" y="252612"/>
                        <a:pt x="368808" y="213655"/>
                      </a:cubicBezTo>
                      <a:cubicBezTo>
                        <a:pt x="370046" y="180412"/>
                        <a:pt x="367379" y="151170"/>
                        <a:pt x="362712" y="125834"/>
                      </a:cubicBezTo>
                      <a:cubicBezTo>
                        <a:pt x="358045" y="100212"/>
                        <a:pt x="351472" y="78399"/>
                        <a:pt x="343757" y="60874"/>
                      </a:cubicBezTo>
                      <a:cubicBezTo>
                        <a:pt x="328327" y="25536"/>
                        <a:pt x="309372" y="5057"/>
                        <a:pt x="287750" y="1057"/>
                      </a:cubicBezTo>
                      <a:cubicBezTo>
                        <a:pt x="264319" y="-4087"/>
                        <a:pt x="238792" y="9724"/>
                        <a:pt x="211645" y="38680"/>
                      </a:cubicBezTo>
                      <a:cubicBezTo>
                        <a:pt x="185071" y="67350"/>
                        <a:pt x="157639" y="111737"/>
                        <a:pt x="136684" y="167934"/>
                      </a:cubicBezTo>
                      <a:cubicBezTo>
                        <a:pt x="123063" y="204701"/>
                        <a:pt x="117062" y="242039"/>
                        <a:pt x="120396" y="278996"/>
                      </a:cubicBezTo>
                      <a:cubicBezTo>
                        <a:pt x="122110" y="297379"/>
                        <a:pt x="125920" y="316143"/>
                        <a:pt x="132397" y="333765"/>
                      </a:cubicBezTo>
                      <a:cubicBezTo>
                        <a:pt x="138874" y="351386"/>
                        <a:pt x="147638" y="368626"/>
                        <a:pt x="158782" y="385200"/>
                      </a:cubicBezTo>
                      <a:cubicBezTo>
                        <a:pt x="116300" y="393201"/>
                        <a:pt x="67723" y="389581"/>
                        <a:pt x="21907" y="370341"/>
                      </a:cubicBezTo>
                      <a:lnTo>
                        <a:pt x="0" y="423109"/>
                      </a:lnTo>
                      <a:cubicBezTo>
                        <a:pt x="69818" y="452160"/>
                        <a:pt x="144018" y="453970"/>
                        <a:pt x="204406" y="434920"/>
                      </a:cubicBezTo>
                      <a:cubicBezTo>
                        <a:pt x="252889" y="475878"/>
                        <a:pt x="322135" y="502072"/>
                        <a:pt x="397288" y="502072"/>
                      </a:cubicBezTo>
                      <a:lnTo>
                        <a:pt x="397288" y="444922"/>
                      </a:lnTo>
                      <a:close/>
                      <a:moveTo>
                        <a:pt x="186976" y="184317"/>
                      </a:moveTo>
                      <a:cubicBezTo>
                        <a:pt x="204788" y="124405"/>
                        <a:pt x="225457" y="93735"/>
                        <a:pt x="238601" y="78209"/>
                      </a:cubicBezTo>
                      <a:cubicBezTo>
                        <a:pt x="252317" y="62016"/>
                        <a:pt x="265271" y="54492"/>
                        <a:pt x="276415" y="57064"/>
                      </a:cubicBezTo>
                      <a:cubicBezTo>
                        <a:pt x="287845" y="58778"/>
                        <a:pt x="299275" y="73066"/>
                        <a:pt x="307657" y="97831"/>
                      </a:cubicBezTo>
                      <a:cubicBezTo>
                        <a:pt x="315849" y="122786"/>
                        <a:pt x="321278" y="160219"/>
                        <a:pt x="316039" y="210035"/>
                      </a:cubicBezTo>
                      <a:cubicBezTo>
                        <a:pt x="312610" y="242515"/>
                        <a:pt x="302800" y="272709"/>
                        <a:pt x="286417" y="298999"/>
                      </a:cubicBezTo>
                      <a:cubicBezTo>
                        <a:pt x="270034" y="325668"/>
                        <a:pt x="247078" y="347290"/>
                        <a:pt x="218599" y="363387"/>
                      </a:cubicBezTo>
                      <a:cubicBezTo>
                        <a:pt x="208407" y="350815"/>
                        <a:pt x="200215" y="336717"/>
                        <a:pt x="193834" y="322525"/>
                      </a:cubicBezTo>
                      <a:cubicBezTo>
                        <a:pt x="187452" y="308238"/>
                        <a:pt x="182880" y="293569"/>
                        <a:pt x="180403" y="278043"/>
                      </a:cubicBezTo>
                      <a:cubicBezTo>
                        <a:pt x="175260" y="247373"/>
                        <a:pt x="177736" y="215655"/>
                        <a:pt x="186976" y="184317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466" name="Forme libre : forme 12465">
                  <a:extLst>
                    <a:ext uri="{FF2B5EF4-FFF2-40B4-BE49-F238E27FC236}">
                      <a16:creationId xmlns:a16="http://schemas.microsoft.com/office/drawing/2014/main" id="{3F324662-648B-45CF-B77B-3867D5942E45}"/>
                    </a:ext>
                  </a:extLst>
                </p:cNvPr>
                <p:cNvSpPr/>
                <p:nvPr/>
              </p:nvSpPr>
              <p:spPr>
                <a:xfrm>
                  <a:off x="2934059" y="4053482"/>
                  <a:ext cx="239094" cy="216035"/>
                </a:xfrm>
                <a:custGeom>
                  <a:avLst/>
                  <a:gdLst>
                    <a:gd name="connsiteX0" fmla="*/ 73724 w 239094"/>
                    <a:gd name="connsiteY0" fmla="*/ 65065 h 216035"/>
                    <a:gd name="connsiteX1" fmla="*/ 114491 w 239094"/>
                    <a:gd name="connsiteY1" fmla="*/ 33823 h 216035"/>
                    <a:gd name="connsiteX2" fmla="*/ 152781 w 239094"/>
                    <a:gd name="connsiteY2" fmla="*/ 28107 h 216035"/>
                    <a:gd name="connsiteX3" fmla="*/ 182785 w 239094"/>
                    <a:gd name="connsiteY3" fmla="*/ 44681 h 216035"/>
                    <a:gd name="connsiteX4" fmla="*/ 208693 w 239094"/>
                    <a:gd name="connsiteY4" fmla="*/ 81638 h 216035"/>
                    <a:gd name="connsiteX5" fmla="*/ 228791 w 239094"/>
                    <a:gd name="connsiteY5" fmla="*/ 138788 h 216035"/>
                    <a:gd name="connsiteX6" fmla="*/ 238601 w 239094"/>
                    <a:gd name="connsiteY6" fmla="*/ 216036 h 216035"/>
                    <a:gd name="connsiteX7" fmla="*/ 238792 w 239094"/>
                    <a:gd name="connsiteY7" fmla="*/ 213655 h 216035"/>
                    <a:gd name="connsiteX8" fmla="*/ 232696 w 239094"/>
                    <a:gd name="connsiteY8" fmla="*/ 125834 h 216035"/>
                    <a:gd name="connsiteX9" fmla="*/ 213741 w 239094"/>
                    <a:gd name="connsiteY9" fmla="*/ 60874 h 216035"/>
                    <a:gd name="connsiteX10" fmla="*/ 157734 w 239094"/>
                    <a:gd name="connsiteY10" fmla="*/ 1057 h 216035"/>
                    <a:gd name="connsiteX11" fmla="*/ 81629 w 239094"/>
                    <a:gd name="connsiteY11" fmla="*/ 38680 h 216035"/>
                    <a:gd name="connsiteX12" fmla="*/ 6667 w 239094"/>
                    <a:gd name="connsiteY12" fmla="*/ 167934 h 216035"/>
                    <a:gd name="connsiteX13" fmla="*/ 0 w 239094"/>
                    <a:gd name="connsiteY13" fmla="*/ 188223 h 216035"/>
                    <a:gd name="connsiteX14" fmla="*/ 73724 w 239094"/>
                    <a:gd name="connsiteY14" fmla="*/ 65065 h 216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39094" h="216035">
                      <a:moveTo>
                        <a:pt x="73724" y="65065"/>
                      </a:moveTo>
                      <a:cubicBezTo>
                        <a:pt x="87535" y="50967"/>
                        <a:pt x="101441" y="39728"/>
                        <a:pt x="114491" y="33823"/>
                      </a:cubicBezTo>
                      <a:cubicBezTo>
                        <a:pt x="127635" y="27727"/>
                        <a:pt x="140494" y="25155"/>
                        <a:pt x="152781" y="28107"/>
                      </a:cubicBezTo>
                      <a:cubicBezTo>
                        <a:pt x="163544" y="29727"/>
                        <a:pt x="173355" y="35918"/>
                        <a:pt x="182785" y="44681"/>
                      </a:cubicBezTo>
                      <a:cubicBezTo>
                        <a:pt x="192214" y="53254"/>
                        <a:pt x="200787" y="66208"/>
                        <a:pt x="208693" y="81638"/>
                      </a:cubicBezTo>
                      <a:cubicBezTo>
                        <a:pt x="216503" y="97069"/>
                        <a:pt x="223456" y="116214"/>
                        <a:pt x="228791" y="138788"/>
                      </a:cubicBezTo>
                      <a:cubicBezTo>
                        <a:pt x="234125" y="161362"/>
                        <a:pt x="237839" y="186794"/>
                        <a:pt x="238601" y="216036"/>
                      </a:cubicBezTo>
                      <a:lnTo>
                        <a:pt x="238792" y="213655"/>
                      </a:lnTo>
                      <a:cubicBezTo>
                        <a:pt x="240030" y="180412"/>
                        <a:pt x="237363" y="151171"/>
                        <a:pt x="232696" y="125834"/>
                      </a:cubicBezTo>
                      <a:cubicBezTo>
                        <a:pt x="228029" y="100212"/>
                        <a:pt x="221456" y="78399"/>
                        <a:pt x="213741" y="60874"/>
                      </a:cubicBezTo>
                      <a:cubicBezTo>
                        <a:pt x="198310" y="25536"/>
                        <a:pt x="179356" y="5057"/>
                        <a:pt x="157734" y="1057"/>
                      </a:cubicBezTo>
                      <a:cubicBezTo>
                        <a:pt x="134303" y="-4087"/>
                        <a:pt x="108775" y="9724"/>
                        <a:pt x="81629" y="38680"/>
                      </a:cubicBezTo>
                      <a:cubicBezTo>
                        <a:pt x="55054" y="67350"/>
                        <a:pt x="27622" y="111737"/>
                        <a:pt x="6667" y="167934"/>
                      </a:cubicBezTo>
                      <a:cubicBezTo>
                        <a:pt x="4191" y="174697"/>
                        <a:pt x="2000" y="181460"/>
                        <a:pt x="0" y="188223"/>
                      </a:cubicBezTo>
                      <a:cubicBezTo>
                        <a:pt x="20764" y="134692"/>
                        <a:pt x="47434" y="92401"/>
                        <a:pt x="73724" y="65065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467" name="Forme libre : forme 12466">
                  <a:extLst>
                    <a:ext uri="{FF2B5EF4-FFF2-40B4-BE49-F238E27FC236}">
                      <a16:creationId xmlns:a16="http://schemas.microsoft.com/office/drawing/2014/main" id="{1A292EDA-F0F7-4D34-9CAE-196CB6D8530B}"/>
                    </a:ext>
                  </a:extLst>
                </p:cNvPr>
                <p:cNvSpPr/>
                <p:nvPr/>
              </p:nvSpPr>
              <p:spPr>
                <a:xfrm>
                  <a:off x="2892911" y="4357433"/>
                  <a:ext cx="247554" cy="136006"/>
                </a:xfrm>
                <a:custGeom>
                  <a:avLst/>
                  <a:gdLst>
                    <a:gd name="connsiteX0" fmla="*/ 0 w 247554"/>
                    <a:gd name="connsiteY0" fmla="*/ 135445 h 136006"/>
                    <a:gd name="connsiteX1" fmla="*/ 8192 w 247554"/>
                    <a:gd name="connsiteY1" fmla="*/ 135922 h 136006"/>
                    <a:gd name="connsiteX2" fmla="*/ 30480 w 247554"/>
                    <a:gd name="connsiteY2" fmla="*/ 135731 h 136006"/>
                    <a:gd name="connsiteX3" fmla="*/ 63246 w 247554"/>
                    <a:gd name="connsiteY3" fmla="*/ 132778 h 136006"/>
                    <a:gd name="connsiteX4" fmla="*/ 102775 w 247554"/>
                    <a:gd name="connsiteY4" fmla="*/ 124015 h 136006"/>
                    <a:gd name="connsiteX5" fmla="*/ 144971 w 247554"/>
                    <a:gd name="connsiteY5" fmla="*/ 107537 h 136006"/>
                    <a:gd name="connsiteX6" fmla="*/ 165735 w 247554"/>
                    <a:gd name="connsiteY6" fmla="*/ 96202 h 136006"/>
                    <a:gd name="connsiteX7" fmla="*/ 185642 w 247554"/>
                    <a:gd name="connsiteY7" fmla="*/ 82010 h 136006"/>
                    <a:gd name="connsiteX8" fmla="*/ 220885 w 247554"/>
                    <a:gd name="connsiteY8" fmla="*/ 46482 h 136006"/>
                    <a:gd name="connsiteX9" fmla="*/ 247555 w 247554"/>
                    <a:gd name="connsiteY9" fmla="*/ 0 h 136006"/>
                    <a:gd name="connsiteX10" fmla="*/ 236125 w 247554"/>
                    <a:gd name="connsiteY10" fmla="*/ 19145 h 136006"/>
                    <a:gd name="connsiteX11" fmla="*/ 196977 w 247554"/>
                    <a:gd name="connsiteY11" fmla="*/ 63722 h 136006"/>
                    <a:gd name="connsiteX12" fmla="*/ 164021 w 247554"/>
                    <a:gd name="connsiteY12" fmla="*/ 89059 h 136006"/>
                    <a:gd name="connsiteX13" fmla="*/ 120682 w 247554"/>
                    <a:gd name="connsiteY13" fmla="*/ 111728 h 136006"/>
                    <a:gd name="connsiteX14" fmla="*/ 66104 w 247554"/>
                    <a:gd name="connsiteY14" fmla="*/ 128588 h 136006"/>
                    <a:gd name="connsiteX15" fmla="*/ 0 w 247554"/>
                    <a:gd name="connsiteY15" fmla="*/ 135445 h 136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47554" h="136006">
                      <a:moveTo>
                        <a:pt x="0" y="135445"/>
                      </a:moveTo>
                      <a:cubicBezTo>
                        <a:pt x="0" y="135445"/>
                        <a:pt x="2858" y="135922"/>
                        <a:pt x="8192" y="135922"/>
                      </a:cubicBezTo>
                      <a:cubicBezTo>
                        <a:pt x="13430" y="136017"/>
                        <a:pt x="21146" y="136112"/>
                        <a:pt x="30480" y="135731"/>
                      </a:cubicBezTo>
                      <a:cubicBezTo>
                        <a:pt x="39910" y="135255"/>
                        <a:pt x="50959" y="134779"/>
                        <a:pt x="63246" y="132778"/>
                      </a:cubicBezTo>
                      <a:cubicBezTo>
                        <a:pt x="75533" y="130778"/>
                        <a:pt x="88964" y="127921"/>
                        <a:pt x="102775" y="124015"/>
                      </a:cubicBezTo>
                      <a:cubicBezTo>
                        <a:pt x="116586" y="120205"/>
                        <a:pt x="130969" y="114300"/>
                        <a:pt x="144971" y="107537"/>
                      </a:cubicBezTo>
                      <a:cubicBezTo>
                        <a:pt x="152019" y="104108"/>
                        <a:pt x="158877" y="100393"/>
                        <a:pt x="165735" y="96202"/>
                      </a:cubicBezTo>
                      <a:cubicBezTo>
                        <a:pt x="172593" y="91821"/>
                        <a:pt x="179261" y="87058"/>
                        <a:pt x="185642" y="82010"/>
                      </a:cubicBezTo>
                      <a:cubicBezTo>
                        <a:pt x="198501" y="71723"/>
                        <a:pt x="210407" y="60198"/>
                        <a:pt x="220885" y="46482"/>
                      </a:cubicBezTo>
                      <a:cubicBezTo>
                        <a:pt x="231362" y="32671"/>
                        <a:pt x="240411" y="17240"/>
                        <a:pt x="247555" y="0"/>
                      </a:cubicBezTo>
                      <a:cubicBezTo>
                        <a:pt x="247555" y="0"/>
                        <a:pt x="244126" y="7429"/>
                        <a:pt x="236125" y="19145"/>
                      </a:cubicBezTo>
                      <a:cubicBezTo>
                        <a:pt x="228124" y="30956"/>
                        <a:pt x="215646" y="47149"/>
                        <a:pt x="196977" y="63722"/>
                      </a:cubicBezTo>
                      <a:cubicBezTo>
                        <a:pt x="187643" y="72009"/>
                        <a:pt x="176689" y="80772"/>
                        <a:pt x="164021" y="89059"/>
                      </a:cubicBezTo>
                      <a:cubicBezTo>
                        <a:pt x="151448" y="96964"/>
                        <a:pt x="137065" y="104680"/>
                        <a:pt x="120682" y="111728"/>
                      </a:cubicBezTo>
                      <a:cubicBezTo>
                        <a:pt x="104394" y="118776"/>
                        <a:pt x="86297" y="124015"/>
                        <a:pt x="66104" y="128588"/>
                      </a:cubicBezTo>
                      <a:cubicBezTo>
                        <a:pt x="45815" y="132778"/>
                        <a:pt x="23908" y="135064"/>
                        <a:pt x="0" y="1354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468" name="Forme libre : forme 12467">
                  <a:extLst>
                    <a:ext uri="{FF2B5EF4-FFF2-40B4-BE49-F238E27FC236}">
                      <a16:creationId xmlns:a16="http://schemas.microsoft.com/office/drawing/2014/main" id="{CDD645EF-BC9C-490E-88AD-454733388DE2}"/>
                    </a:ext>
                  </a:extLst>
                </p:cNvPr>
                <p:cNvSpPr/>
                <p:nvPr/>
              </p:nvSpPr>
              <p:spPr>
                <a:xfrm>
                  <a:off x="2958034" y="4201890"/>
                  <a:ext cx="64607" cy="236505"/>
                </a:xfrm>
                <a:custGeom>
                  <a:avLst/>
                  <a:gdLst>
                    <a:gd name="connsiteX0" fmla="*/ 4791 w 64607"/>
                    <a:gd name="connsiteY0" fmla="*/ 236506 h 236505"/>
                    <a:gd name="connsiteX1" fmla="*/ 28317 w 64607"/>
                    <a:gd name="connsiteY1" fmla="*/ 230600 h 236505"/>
                    <a:gd name="connsiteX2" fmla="*/ 64608 w 64607"/>
                    <a:gd name="connsiteY2" fmla="*/ 214789 h 236505"/>
                    <a:gd name="connsiteX3" fmla="*/ 52511 w 64607"/>
                    <a:gd name="connsiteY3" fmla="*/ 198787 h 236505"/>
                    <a:gd name="connsiteX4" fmla="*/ 31365 w 64607"/>
                    <a:gd name="connsiteY4" fmla="*/ 153829 h 236505"/>
                    <a:gd name="connsiteX5" fmla="*/ 23460 w 64607"/>
                    <a:gd name="connsiteY5" fmla="*/ 85344 h 236505"/>
                    <a:gd name="connsiteX6" fmla="*/ 45081 w 64607"/>
                    <a:gd name="connsiteY6" fmla="*/ 0 h 236505"/>
                    <a:gd name="connsiteX7" fmla="*/ 15459 w 64607"/>
                    <a:gd name="connsiteY7" fmla="*/ 57817 h 236505"/>
                    <a:gd name="connsiteX8" fmla="*/ 11649 w 64607"/>
                    <a:gd name="connsiteY8" fmla="*/ 202882 h 236505"/>
                    <a:gd name="connsiteX9" fmla="*/ 10791 w 64607"/>
                    <a:gd name="connsiteY9" fmla="*/ 226409 h 236505"/>
                    <a:gd name="connsiteX10" fmla="*/ 4791 w 64607"/>
                    <a:gd name="connsiteY10" fmla="*/ 236506 h 23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4607" h="236505">
                      <a:moveTo>
                        <a:pt x="4791" y="236506"/>
                      </a:moveTo>
                      <a:cubicBezTo>
                        <a:pt x="4791" y="236506"/>
                        <a:pt x="15554" y="234315"/>
                        <a:pt x="28317" y="230600"/>
                      </a:cubicBezTo>
                      <a:cubicBezTo>
                        <a:pt x="41176" y="226695"/>
                        <a:pt x="55845" y="221552"/>
                        <a:pt x="64608" y="214789"/>
                      </a:cubicBezTo>
                      <a:cubicBezTo>
                        <a:pt x="64608" y="214789"/>
                        <a:pt x="59274" y="209455"/>
                        <a:pt x="52511" y="198787"/>
                      </a:cubicBezTo>
                      <a:cubicBezTo>
                        <a:pt x="45653" y="188214"/>
                        <a:pt x="37366" y="172974"/>
                        <a:pt x="31365" y="153829"/>
                      </a:cubicBezTo>
                      <a:cubicBezTo>
                        <a:pt x="25365" y="134684"/>
                        <a:pt x="21840" y="111157"/>
                        <a:pt x="23460" y="85344"/>
                      </a:cubicBezTo>
                      <a:cubicBezTo>
                        <a:pt x="24984" y="59436"/>
                        <a:pt x="31842" y="30766"/>
                        <a:pt x="45081" y="0"/>
                      </a:cubicBezTo>
                      <a:cubicBezTo>
                        <a:pt x="45081" y="0"/>
                        <a:pt x="29175" y="21907"/>
                        <a:pt x="15459" y="57817"/>
                      </a:cubicBezTo>
                      <a:cubicBezTo>
                        <a:pt x="2219" y="93821"/>
                        <a:pt x="-9592" y="143637"/>
                        <a:pt x="11649" y="202882"/>
                      </a:cubicBezTo>
                      <a:cubicBezTo>
                        <a:pt x="14887" y="211836"/>
                        <a:pt x="13363" y="220123"/>
                        <a:pt x="10791" y="226409"/>
                      </a:cubicBezTo>
                      <a:cubicBezTo>
                        <a:pt x="8220" y="232505"/>
                        <a:pt x="4791" y="236506"/>
                        <a:pt x="4791" y="236506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469" name="Forme libre : forme 12468">
                  <a:extLst>
                    <a:ext uri="{FF2B5EF4-FFF2-40B4-BE49-F238E27FC236}">
                      <a16:creationId xmlns:a16="http://schemas.microsoft.com/office/drawing/2014/main" id="{5943AA1D-1AC7-4DAB-B36F-EBA74DF1DB9A}"/>
                    </a:ext>
                  </a:extLst>
                </p:cNvPr>
                <p:cNvSpPr/>
                <p:nvPr/>
              </p:nvSpPr>
              <p:spPr>
                <a:xfrm>
                  <a:off x="3051788" y="4459351"/>
                  <a:ext cx="120110" cy="37690"/>
                </a:xfrm>
                <a:custGeom>
                  <a:avLst/>
                  <a:gdLst>
                    <a:gd name="connsiteX0" fmla="*/ 17907 w 120110"/>
                    <a:gd name="connsiteY0" fmla="*/ 0 h 37690"/>
                    <a:gd name="connsiteX1" fmla="*/ 0 w 120110"/>
                    <a:gd name="connsiteY1" fmla="*/ 11716 h 37690"/>
                    <a:gd name="connsiteX2" fmla="*/ 8763 w 120110"/>
                    <a:gd name="connsiteY2" fmla="*/ 16288 h 37690"/>
                    <a:gd name="connsiteX3" fmla="*/ 33623 w 120110"/>
                    <a:gd name="connsiteY3" fmla="*/ 26194 h 37690"/>
                    <a:gd name="connsiteX4" fmla="*/ 51245 w 120110"/>
                    <a:gd name="connsiteY4" fmla="*/ 31433 h 37690"/>
                    <a:gd name="connsiteX5" fmla="*/ 71914 w 120110"/>
                    <a:gd name="connsiteY5" fmla="*/ 35243 h 37690"/>
                    <a:gd name="connsiteX6" fmla="*/ 120110 w 120110"/>
                    <a:gd name="connsiteY6" fmla="*/ 36862 h 37690"/>
                    <a:gd name="connsiteX7" fmla="*/ 111157 w 120110"/>
                    <a:gd name="connsiteY7" fmla="*/ 35814 h 37690"/>
                    <a:gd name="connsiteX8" fmla="*/ 87630 w 120110"/>
                    <a:gd name="connsiteY8" fmla="*/ 30956 h 37690"/>
                    <a:gd name="connsiteX9" fmla="*/ 54674 w 120110"/>
                    <a:gd name="connsiteY9" fmla="*/ 19907 h 37690"/>
                    <a:gd name="connsiteX10" fmla="*/ 17907 w 120110"/>
                    <a:gd name="connsiteY10" fmla="*/ 0 h 37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0110" h="37690">
                      <a:moveTo>
                        <a:pt x="17907" y="0"/>
                      </a:moveTo>
                      <a:cubicBezTo>
                        <a:pt x="17907" y="0"/>
                        <a:pt x="9144" y="7239"/>
                        <a:pt x="0" y="11716"/>
                      </a:cubicBezTo>
                      <a:cubicBezTo>
                        <a:pt x="0" y="11716"/>
                        <a:pt x="3048" y="13716"/>
                        <a:pt x="8763" y="16288"/>
                      </a:cubicBezTo>
                      <a:cubicBezTo>
                        <a:pt x="14478" y="18955"/>
                        <a:pt x="22955" y="22574"/>
                        <a:pt x="33623" y="26194"/>
                      </a:cubicBezTo>
                      <a:cubicBezTo>
                        <a:pt x="38957" y="28004"/>
                        <a:pt x="44863" y="29909"/>
                        <a:pt x="51245" y="31433"/>
                      </a:cubicBezTo>
                      <a:cubicBezTo>
                        <a:pt x="57626" y="32861"/>
                        <a:pt x="64579" y="34195"/>
                        <a:pt x="71914" y="35243"/>
                      </a:cubicBezTo>
                      <a:cubicBezTo>
                        <a:pt x="86582" y="37433"/>
                        <a:pt x="102870" y="38576"/>
                        <a:pt x="120110" y="36862"/>
                      </a:cubicBezTo>
                      <a:cubicBezTo>
                        <a:pt x="120110" y="36862"/>
                        <a:pt x="116872" y="36671"/>
                        <a:pt x="111157" y="35814"/>
                      </a:cubicBezTo>
                      <a:cubicBezTo>
                        <a:pt x="105442" y="35052"/>
                        <a:pt x="97346" y="33719"/>
                        <a:pt x="87630" y="30956"/>
                      </a:cubicBezTo>
                      <a:cubicBezTo>
                        <a:pt x="77914" y="28289"/>
                        <a:pt x="66580" y="24670"/>
                        <a:pt x="54674" y="19907"/>
                      </a:cubicBezTo>
                      <a:cubicBezTo>
                        <a:pt x="42767" y="14954"/>
                        <a:pt x="30194" y="8096"/>
                        <a:pt x="17907" y="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2470" name="Graphique 5">
                  <a:extLst>
                    <a:ext uri="{FF2B5EF4-FFF2-40B4-BE49-F238E27FC236}">
                      <a16:creationId xmlns:a16="http://schemas.microsoft.com/office/drawing/2014/main" id="{2FE34DC9-6DE6-491E-ACEF-294B810194FC}"/>
                    </a:ext>
                  </a:extLst>
                </p:cNvPr>
                <p:cNvGrpSpPr/>
                <p:nvPr/>
              </p:nvGrpSpPr>
              <p:grpSpPr>
                <a:xfrm>
                  <a:off x="3049727" y="4356650"/>
                  <a:ext cx="73833" cy="99024"/>
                  <a:chOff x="3049727" y="4356650"/>
                  <a:chExt cx="73833" cy="99024"/>
                </a:xfrm>
                <a:solidFill>
                  <a:schemeClr val="accent1"/>
                </a:solidFill>
              </p:grpSpPr>
              <p:grpSp>
                <p:nvGrpSpPr>
                  <p:cNvPr id="12471" name="Graphique 5">
                    <a:extLst>
                      <a:ext uri="{FF2B5EF4-FFF2-40B4-BE49-F238E27FC236}">
                        <a16:creationId xmlns:a16="http://schemas.microsoft.com/office/drawing/2014/main" id="{29D73B46-DEBD-4283-81B8-84F4B14FBD51}"/>
                      </a:ext>
                    </a:extLst>
                  </p:cNvPr>
                  <p:cNvGrpSpPr/>
                  <p:nvPr/>
                </p:nvGrpSpPr>
                <p:grpSpPr>
                  <a:xfrm>
                    <a:off x="3082983" y="4419919"/>
                    <a:ext cx="40577" cy="35755"/>
                    <a:chOff x="3082983" y="4419919"/>
                    <a:chExt cx="40577" cy="35755"/>
                  </a:xfrm>
                  <a:solidFill>
                    <a:schemeClr val="accent1"/>
                  </a:solidFill>
                </p:grpSpPr>
                <p:sp>
                  <p:nvSpPr>
                    <p:cNvPr id="12472" name="Forme libre : forme 12471">
                      <a:extLst>
                        <a:ext uri="{FF2B5EF4-FFF2-40B4-BE49-F238E27FC236}">
                          <a16:creationId xmlns:a16="http://schemas.microsoft.com/office/drawing/2014/main" id="{D385E956-B625-46BE-BDF6-F355C1DFEB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2983" y="4419919"/>
                      <a:ext cx="40576" cy="35755"/>
                    </a:xfrm>
                    <a:custGeom>
                      <a:avLst/>
                      <a:gdLst>
                        <a:gd name="connsiteX0" fmla="*/ 142 w 40576"/>
                        <a:gd name="connsiteY0" fmla="*/ 15333 h 35755"/>
                        <a:gd name="connsiteX1" fmla="*/ 22145 w 40576"/>
                        <a:gd name="connsiteY1" fmla="*/ 188 h 35755"/>
                        <a:gd name="connsiteX2" fmla="*/ 40528 w 40576"/>
                        <a:gd name="connsiteY2" fmla="*/ 19619 h 35755"/>
                        <a:gd name="connsiteX3" fmla="*/ 18430 w 40576"/>
                        <a:gd name="connsiteY3" fmla="*/ 35621 h 35755"/>
                        <a:gd name="connsiteX4" fmla="*/ 142 w 40576"/>
                        <a:gd name="connsiteY4" fmla="*/ 15333 h 35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576" h="35755">
                          <a:moveTo>
                            <a:pt x="142" y="15333"/>
                          </a:moveTo>
                          <a:cubicBezTo>
                            <a:pt x="1476" y="5618"/>
                            <a:pt x="11286" y="-1240"/>
                            <a:pt x="22145" y="188"/>
                          </a:cubicBezTo>
                          <a:cubicBezTo>
                            <a:pt x="33004" y="1331"/>
                            <a:pt x="41290" y="9809"/>
                            <a:pt x="40528" y="19619"/>
                          </a:cubicBezTo>
                          <a:cubicBezTo>
                            <a:pt x="39766" y="29335"/>
                            <a:pt x="29860" y="36860"/>
                            <a:pt x="18430" y="35621"/>
                          </a:cubicBezTo>
                          <a:cubicBezTo>
                            <a:pt x="7000" y="34193"/>
                            <a:pt x="-1191" y="25048"/>
                            <a:pt x="142" y="1533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73" name="Forme libre : forme 12472">
                      <a:extLst>
                        <a:ext uri="{FF2B5EF4-FFF2-40B4-BE49-F238E27FC236}">
                          <a16:creationId xmlns:a16="http://schemas.microsoft.com/office/drawing/2014/main" id="{99FAF47B-B2E9-4DA9-9DF1-122DA02829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3010" y="4419940"/>
                      <a:ext cx="40551" cy="28171"/>
                    </a:xfrm>
                    <a:custGeom>
                      <a:avLst/>
                      <a:gdLst>
                        <a:gd name="connsiteX0" fmla="*/ 20118 w 40551"/>
                        <a:gd name="connsiteY0" fmla="*/ 17408 h 28171"/>
                        <a:gd name="connsiteX1" fmla="*/ 36978 w 40551"/>
                        <a:gd name="connsiteY1" fmla="*/ 28171 h 28171"/>
                        <a:gd name="connsiteX2" fmla="*/ 40502 w 40551"/>
                        <a:gd name="connsiteY2" fmla="*/ 19599 h 28171"/>
                        <a:gd name="connsiteX3" fmla="*/ 22119 w 40551"/>
                        <a:gd name="connsiteY3" fmla="*/ 168 h 28171"/>
                        <a:gd name="connsiteX4" fmla="*/ 116 w 40551"/>
                        <a:gd name="connsiteY4" fmla="*/ 15312 h 28171"/>
                        <a:gd name="connsiteX5" fmla="*/ 1640 w 40551"/>
                        <a:gd name="connsiteY5" fmla="*/ 24171 h 28171"/>
                        <a:gd name="connsiteX6" fmla="*/ 20118 w 40551"/>
                        <a:gd name="connsiteY6" fmla="*/ 17408 h 28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551" h="28171">
                          <a:moveTo>
                            <a:pt x="20118" y="17408"/>
                          </a:moveTo>
                          <a:cubicBezTo>
                            <a:pt x="27738" y="18361"/>
                            <a:pt x="33930" y="22361"/>
                            <a:pt x="36978" y="28171"/>
                          </a:cubicBezTo>
                          <a:cubicBezTo>
                            <a:pt x="38883" y="25695"/>
                            <a:pt x="40216" y="22837"/>
                            <a:pt x="40502" y="19599"/>
                          </a:cubicBezTo>
                          <a:cubicBezTo>
                            <a:pt x="41264" y="9693"/>
                            <a:pt x="33072" y="1311"/>
                            <a:pt x="22119" y="168"/>
                          </a:cubicBezTo>
                          <a:cubicBezTo>
                            <a:pt x="11260" y="-1166"/>
                            <a:pt x="1354" y="5597"/>
                            <a:pt x="116" y="15312"/>
                          </a:cubicBezTo>
                          <a:cubicBezTo>
                            <a:pt x="-265" y="18456"/>
                            <a:pt x="306" y="21409"/>
                            <a:pt x="1640" y="24171"/>
                          </a:cubicBezTo>
                          <a:cubicBezTo>
                            <a:pt x="5831" y="19313"/>
                            <a:pt x="12689" y="16551"/>
                            <a:pt x="20118" y="1740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74" name="Forme libre : forme 12473">
                      <a:extLst>
                        <a:ext uri="{FF2B5EF4-FFF2-40B4-BE49-F238E27FC236}">
                          <a16:creationId xmlns:a16="http://schemas.microsoft.com/office/drawing/2014/main" id="{33422E6B-17BB-429D-A3F1-BFF6AAF357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6516" y="4431322"/>
                      <a:ext cx="17347" cy="16908"/>
                    </a:xfrm>
                    <a:custGeom>
                      <a:avLst/>
                      <a:gdLst>
                        <a:gd name="connsiteX0" fmla="*/ 705 w 17347"/>
                        <a:gd name="connsiteY0" fmla="*/ 10788 h 16908"/>
                        <a:gd name="connsiteX1" fmla="*/ 5277 w 17347"/>
                        <a:gd name="connsiteY1" fmla="*/ 311 h 16908"/>
                        <a:gd name="connsiteX2" fmla="*/ 16612 w 17347"/>
                        <a:gd name="connsiteY2" fmla="*/ 6121 h 16908"/>
                        <a:gd name="connsiteX3" fmla="*/ 12135 w 17347"/>
                        <a:gd name="connsiteY3" fmla="*/ 16599 h 16908"/>
                        <a:gd name="connsiteX4" fmla="*/ 705 w 17347"/>
                        <a:gd name="connsiteY4" fmla="*/ 10788 h 16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47" h="16908">
                          <a:moveTo>
                            <a:pt x="705" y="10788"/>
                          </a:moveTo>
                          <a:cubicBezTo>
                            <a:pt x="-1200" y="6311"/>
                            <a:pt x="896" y="1644"/>
                            <a:pt x="5277" y="311"/>
                          </a:cubicBezTo>
                          <a:cubicBezTo>
                            <a:pt x="9659" y="-928"/>
                            <a:pt x="14612" y="1644"/>
                            <a:pt x="16612" y="6121"/>
                          </a:cubicBezTo>
                          <a:cubicBezTo>
                            <a:pt x="18517" y="10598"/>
                            <a:pt x="16612" y="15360"/>
                            <a:pt x="12135" y="16599"/>
                          </a:cubicBezTo>
                          <a:cubicBezTo>
                            <a:pt x="7659" y="17837"/>
                            <a:pt x="2515" y="15265"/>
                            <a:pt x="705" y="107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75" name="Forme libre : forme 12474">
                      <a:extLst>
                        <a:ext uri="{FF2B5EF4-FFF2-40B4-BE49-F238E27FC236}">
                          <a16:creationId xmlns:a16="http://schemas.microsoft.com/office/drawing/2014/main" id="{6E3E1D47-1C12-4879-9C71-89B71A9554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7395" y="4442352"/>
                      <a:ext cx="6702" cy="5898"/>
                    </a:xfrm>
                    <a:custGeom>
                      <a:avLst/>
                      <a:gdLst>
                        <a:gd name="connsiteX0" fmla="*/ 18 w 6702"/>
                        <a:gd name="connsiteY0" fmla="*/ 2520 h 5898"/>
                        <a:gd name="connsiteX1" fmla="*/ 3638 w 6702"/>
                        <a:gd name="connsiteY1" fmla="*/ 44 h 5898"/>
                        <a:gd name="connsiteX2" fmla="*/ 6686 w 6702"/>
                        <a:gd name="connsiteY2" fmla="*/ 3378 h 5898"/>
                        <a:gd name="connsiteX3" fmla="*/ 3066 w 6702"/>
                        <a:gd name="connsiteY3" fmla="*/ 5854 h 5898"/>
                        <a:gd name="connsiteX4" fmla="*/ 18 w 6702"/>
                        <a:gd name="connsiteY4" fmla="*/ 2520 h 5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02" h="5898">
                          <a:moveTo>
                            <a:pt x="18" y="2520"/>
                          </a:moveTo>
                          <a:cubicBezTo>
                            <a:pt x="209" y="901"/>
                            <a:pt x="1828" y="-242"/>
                            <a:pt x="3638" y="44"/>
                          </a:cubicBezTo>
                          <a:cubicBezTo>
                            <a:pt x="5447" y="234"/>
                            <a:pt x="6876" y="1758"/>
                            <a:pt x="6686" y="3378"/>
                          </a:cubicBezTo>
                          <a:cubicBezTo>
                            <a:pt x="6495" y="4997"/>
                            <a:pt x="4876" y="6140"/>
                            <a:pt x="3066" y="5854"/>
                          </a:cubicBezTo>
                          <a:cubicBezTo>
                            <a:pt x="1161" y="5664"/>
                            <a:pt x="-172" y="4140"/>
                            <a:pt x="18" y="25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476" name="Graphique 5">
                    <a:extLst>
                      <a:ext uri="{FF2B5EF4-FFF2-40B4-BE49-F238E27FC236}">
                        <a16:creationId xmlns:a16="http://schemas.microsoft.com/office/drawing/2014/main" id="{68FBDD25-9EA3-4685-AB47-D06F5FBCD2AD}"/>
                      </a:ext>
                    </a:extLst>
                  </p:cNvPr>
                  <p:cNvGrpSpPr/>
                  <p:nvPr/>
                </p:nvGrpSpPr>
                <p:grpSpPr>
                  <a:xfrm>
                    <a:off x="3071430" y="4385672"/>
                    <a:ext cx="39207" cy="35672"/>
                    <a:chOff x="3071430" y="4385672"/>
                    <a:chExt cx="39207" cy="35672"/>
                  </a:xfrm>
                  <a:solidFill>
                    <a:schemeClr val="accent1"/>
                  </a:solidFill>
                </p:grpSpPr>
                <p:sp>
                  <p:nvSpPr>
                    <p:cNvPr id="12477" name="Forme libre : forme 12476">
                      <a:extLst>
                        <a:ext uri="{FF2B5EF4-FFF2-40B4-BE49-F238E27FC236}">
                          <a16:creationId xmlns:a16="http://schemas.microsoft.com/office/drawing/2014/main" id="{175DF566-05FB-463F-8125-10CC625414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1430" y="4385672"/>
                      <a:ext cx="39192" cy="35672"/>
                    </a:xfrm>
                    <a:custGeom>
                      <a:avLst/>
                      <a:gdLst>
                        <a:gd name="connsiteX0" fmla="*/ 170 w 39192"/>
                        <a:gd name="connsiteY0" fmla="*/ 15386 h 35672"/>
                        <a:gd name="connsiteX1" fmla="*/ 21792 w 39192"/>
                        <a:gd name="connsiteY1" fmla="*/ 146 h 35672"/>
                        <a:gd name="connsiteX2" fmla="*/ 39128 w 39192"/>
                        <a:gd name="connsiteY2" fmla="*/ 20244 h 35672"/>
                        <a:gd name="connsiteX3" fmla="*/ 17506 w 39192"/>
                        <a:gd name="connsiteY3" fmla="*/ 35484 h 35672"/>
                        <a:gd name="connsiteX4" fmla="*/ 170 w 39192"/>
                        <a:gd name="connsiteY4" fmla="*/ 15386 h 35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92" h="35672">
                          <a:moveTo>
                            <a:pt x="170" y="15386"/>
                          </a:moveTo>
                          <a:cubicBezTo>
                            <a:pt x="1599" y="5671"/>
                            <a:pt x="11315" y="-1092"/>
                            <a:pt x="21792" y="146"/>
                          </a:cubicBezTo>
                          <a:cubicBezTo>
                            <a:pt x="32270" y="1480"/>
                            <a:pt x="39985" y="10528"/>
                            <a:pt x="39128" y="20244"/>
                          </a:cubicBezTo>
                          <a:cubicBezTo>
                            <a:pt x="38175" y="30055"/>
                            <a:pt x="28460" y="36913"/>
                            <a:pt x="17506" y="35484"/>
                          </a:cubicBezTo>
                          <a:cubicBezTo>
                            <a:pt x="6457" y="34150"/>
                            <a:pt x="-1259" y="25102"/>
                            <a:pt x="170" y="153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78" name="Forme libre : forme 12477">
                      <a:extLst>
                        <a:ext uri="{FF2B5EF4-FFF2-40B4-BE49-F238E27FC236}">
                          <a16:creationId xmlns:a16="http://schemas.microsoft.com/office/drawing/2014/main" id="{997B966F-3F88-4649-A2C4-57C6F3125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1433" y="4385745"/>
                      <a:ext cx="39203" cy="28742"/>
                    </a:xfrm>
                    <a:custGeom>
                      <a:avLst/>
                      <a:gdLst>
                        <a:gd name="connsiteX0" fmla="*/ 19598 w 39203"/>
                        <a:gd name="connsiteY0" fmla="*/ 17408 h 28742"/>
                        <a:gd name="connsiteX1" fmla="*/ 35600 w 39203"/>
                        <a:gd name="connsiteY1" fmla="*/ 28743 h 28742"/>
                        <a:gd name="connsiteX2" fmla="*/ 39124 w 39203"/>
                        <a:gd name="connsiteY2" fmla="*/ 20265 h 28742"/>
                        <a:gd name="connsiteX3" fmla="*/ 21789 w 39203"/>
                        <a:gd name="connsiteY3" fmla="*/ 168 h 28742"/>
                        <a:gd name="connsiteX4" fmla="*/ 167 w 39203"/>
                        <a:gd name="connsiteY4" fmla="*/ 15408 h 28742"/>
                        <a:gd name="connsiteX5" fmla="*/ 1501 w 39203"/>
                        <a:gd name="connsiteY5" fmla="*/ 24266 h 28742"/>
                        <a:gd name="connsiteX6" fmla="*/ 19598 w 39203"/>
                        <a:gd name="connsiteY6" fmla="*/ 17408 h 28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203" h="28742">
                          <a:moveTo>
                            <a:pt x="19598" y="17408"/>
                          </a:moveTo>
                          <a:cubicBezTo>
                            <a:pt x="26932" y="18360"/>
                            <a:pt x="32838" y="22837"/>
                            <a:pt x="35600" y="28743"/>
                          </a:cubicBezTo>
                          <a:cubicBezTo>
                            <a:pt x="37505" y="26361"/>
                            <a:pt x="38839" y="23504"/>
                            <a:pt x="39124" y="20265"/>
                          </a:cubicBezTo>
                          <a:cubicBezTo>
                            <a:pt x="40077" y="10550"/>
                            <a:pt x="32362" y="1501"/>
                            <a:pt x="21789" y="168"/>
                          </a:cubicBezTo>
                          <a:cubicBezTo>
                            <a:pt x="11311" y="-1166"/>
                            <a:pt x="1596" y="5597"/>
                            <a:pt x="167" y="15408"/>
                          </a:cubicBezTo>
                          <a:cubicBezTo>
                            <a:pt x="-309" y="18551"/>
                            <a:pt x="262" y="21504"/>
                            <a:pt x="1501" y="24266"/>
                          </a:cubicBezTo>
                          <a:cubicBezTo>
                            <a:pt x="5692" y="19313"/>
                            <a:pt x="12359" y="16455"/>
                            <a:pt x="19598" y="1740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79" name="Forme libre : forme 12478">
                      <a:extLst>
                        <a:ext uri="{FF2B5EF4-FFF2-40B4-BE49-F238E27FC236}">
                          <a16:creationId xmlns:a16="http://schemas.microsoft.com/office/drawing/2014/main" id="{7A3F43C1-A24C-42FD-B235-0F0B5050D6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4907" y="4397032"/>
                      <a:ext cx="16695" cy="16942"/>
                    </a:xfrm>
                    <a:custGeom>
                      <a:avLst/>
                      <a:gdLst>
                        <a:gd name="connsiteX0" fmla="*/ 599 w 16695"/>
                        <a:gd name="connsiteY0" fmla="*/ 10788 h 16942"/>
                        <a:gd name="connsiteX1" fmla="*/ 5266 w 16695"/>
                        <a:gd name="connsiteY1" fmla="*/ 310 h 16942"/>
                        <a:gd name="connsiteX2" fmla="*/ 16029 w 16695"/>
                        <a:gd name="connsiteY2" fmla="*/ 6121 h 16942"/>
                        <a:gd name="connsiteX3" fmla="*/ 11552 w 16695"/>
                        <a:gd name="connsiteY3" fmla="*/ 16598 h 16942"/>
                        <a:gd name="connsiteX4" fmla="*/ 599 w 16695"/>
                        <a:gd name="connsiteY4" fmla="*/ 10788 h 16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95" h="16942">
                          <a:moveTo>
                            <a:pt x="599" y="10788"/>
                          </a:moveTo>
                          <a:cubicBezTo>
                            <a:pt x="-1116" y="6311"/>
                            <a:pt x="980" y="1644"/>
                            <a:pt x="5266" y="310"/>
                          </a:cubicBezTo>
                          <a:cubicBezTo>
                            <a:pt x="9457" y="-928"/>
                            <a:pt x="14314" y="1644"/>
                            <a:pt x="16029" y="6121"/>
                          </a:cubicBezTo>
                          <a:cubicBezTo>
                            <a:pt x="17839" y="10598"/>
                            <a:pt x="15839" y="15265"/>
                            <a:pt x="11552" y="16598"/>
                          </a:cubicBezTo>
                          <a:cubicBezTo>
                            <a:pt x="7171" y="17932"/>
                            <a:pt x="2218" y="15265"/>
                            <a:pt x="599" y="107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80" name="Forme libre : forme 12479">
                      <a:extLst>
                        <a:ext uri="{FF2B5EF4-FFF2-40B4-BE49-F238E27FC236}">
                          <a16:creationId xmlns:a16="http://schemas.microsoft.com/office/drawing/2014/main" id="{93D7C4BD-B05D-48D8-B3CB-D8204BD47F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5203" y="4408062"/>
                      <a:ext cx="6514" cy="5898"/>
                    </a:xfrm>
                    <a:custGeom>
                      <a:avLst/>
                      <a:gdLst>
                        <a:gd name="connsiteX0" fmla="*/ 18 w 6514"/>
                        <a:gd name="connsiteY0" fmla="*/ 2520 h 5898"/>
                        <a:gd name="connsiteX1" fmla="*/ 3638 w 6514"/>
                        <a:gd name="connsiteY1" fmla="*/ 44 h 5898"/>
                        <a:gd name="connsiteX2" fmla="*/ 6495 w 6514"/>
                        <a:gd name="connsiteY2" fmla="*/ 3378 h 5898"/>
                        <a:gd name="connsiteX3" fmla="*/ 2876 w 6514"/>
                        <a:gd name="connsiteY3" fmla="*/ 5854 h 5898"/>
                        <a:gd name="connsiteX4" fmla="*/ 18 w 6514"/>
                        <a:gd name="connsiteY4" fmla="*/ 2520 h 5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14" h="5898">
                          <a:moveTo>
                            <a:pt x="18" y="2520"/>
                          </a:moveTo>
                          <a:cubicBezTo>
                            <a:pt x="209" y="901"/>
                            <a:pt x="1828" y="-242"/>
                            <a:pt x="3638" y="44"/>
                          </a:cubicBezTo>
                          <a:cubicBezTo>
                            <a:pt x="5447" y="235"/>
                            <a:pt x="6686" y="1759"/>
                            <a:pt x="6495" y="3378"/>
                          </a:cubicBezTo>
                          <a:cubicBezTo>
                            <a:pt x="6305" y="4997"/>
                            <a:pt x="4685" y="6140"/>
                            <a:pt x="2876" y="5854"/>
                          </a:cubicBezTo>
                          <a:cubicBezTo>
                            <a:pt x="1161" y="5664"/>
                            <a:pt x="-172" y="4140"/>
                            <a:pt x="18" y="25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481" name="Graphique 5">
                    <a:extLst>
                      <a:ext uri="{FF2B5EF4-FFF2-40B4-BE49-F238E27FC236}">
                        <a16:creationId xmlns:a16="http://schemas.microsoft.com/office/drawing/2014/main" id="{AFBCB476-067E-43E5-B0F9-B650E0FDA956}"/>
                      </a:ext>
                    </a:extLst>
                  </p:cNvPr>
                  <p:cNvGrpSpPr/>
                  <p:nvPr/>
                </p:nvGrpSpPr>
                <p:grpSpPr>
                  <a:xfrm>
                    <a:off x="3049727" y="4356650"/>
                    <a:ext cx="38108" cy="35737"/>
                    <a:chOff x="3049727" y="4356650"/>
                    <a:chExt cx="38108" cy="35737"/>
                  </a:xfrm>
                  <a:solidFill>
                    <a:schemeClr val="accent1"/>
                  </a:solidFill>
                </p:grpSpPr>
                <p:sp>
                  <p:nvSpPr>
                    <p:cNvPr id="12482" name="Forme libre : forme 12481">
                      <a:extLst>
                        <a:ext uri="{FF2B5EF4-FFF2-40B4-BE49-F238E27FC236}">
                          <a16:creationId xmlns:a16="http://schemas.microsoft.com/office/drawing/2014/main" id="{880D10B4-A596-4B79-B758-9414A8CEDC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727" y="4356650"/>
                      <a:ext cx="38013" cy="35737"/>
                    </a:xfrm>
                    <a:custGeom>
                      <a:avLst/>
                      <a:gdLst>
                        <a:gd name="connsiteX0" fmla="*/ 251 w 38013"/>
                        <a:gd name="connsiteY0" fmla="*/ 14594 h 35737"/>
                        <a:gd name="connsiteX1" fmla="*/ 21683 w 38013"/>
                        <a:gd name="connsiteY1" fmla="*/ 307 h 35737"/>
                        <a:gd name="connsiteX2" fmla="*/ 37875 w 38013"/>
                        <a:gd name="connsiteY2" fmla="*/ 20405 h 35737"/>
                        <a:gd name="connsiteX3" fmla="*/ 16254 w 38013"/>
                        <a:gd name="connsiteY3" fmla="*/ 35549 h 35737"/>
                        <a:gd name="connsiteX4" fmla="*/ 251 w 38013"/>
                        <a:gd name="connsiteY4" fmla="*/ 14594 h 357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013" h="35737">
                          <a:moveTo>
                            <a:pt x="251" y="14594"/>
                          </a:moveTo>
                          <a:cubicBezTo>
                            <a:pt x="1966" y="4879"/>
                            <a:pt x="11586" y="-1503"/>
                            <a:pt x="21683" y="307"/>
                          </a:cubicBezTo>
                          <a:cubicBezTo>
                            <a:pt x="31875" y="1640"/>
                            <a:pt x="39113" y="10594"/>
                            <a:pt x="37875" y="20405"/>
                          </a:cubicBezTo>
                          <a:cubicBezTo>
                            <a:pt x="36637" y="30120"/>
                            <a:pt x="26922" y="36978"/>
                            <a:pt x="16254" y="35549"/>
                          </a:cubicBezTo>
                          <a:cubicBezTo>
                            <a:pt x="5776" y="33644"/>
                            <a:pt x="-1463" y="24310"/>
                            <a:pt x="251" y="1459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83" name="Forme libre : forme 12482">
                      <a:extLst>
                        <a:ext uri="{FF2B5EF4-FFF2-40B4-BE49-F238E27FC236}">
                          <a16:creationId xmlns:a16="http://schemas.microsoft.com/office/drawing/2014/main" id="{56A1F71A-E187-444D-A019-F68F940B1F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829" y="4356746"/>
                      <a:ext cx="38006" cy="28786"/>
                    </a:xfrm>
                    <a:custGeom>
                      <a:avLst/>
                      <a:gdLst>
                        <a:gd name="connsiteX0" fmla="*/ 18914 w 38006"/>
                        <a:gd name="connsiteY0" fmla="*/ 17452 h 28786"/>
                        <a:gd name="connsiteX1" fmla="*/ 34154 w 38006"/>
                        <a:gd name="connsiteY1" fmla="*/ 28786 h 28786"/>
                        <a:gd name="connsiteX2" fmla="*/ 37868 w 38006"/>
                        <a:gd name="connsiteY2" fmla="*/ 20404 h 28786"/>
                        <a:gd name="connsiteX3" fmla="*/ 21676 w 38006"/>
                        <a:gd name="connsiteY3" fmla="*/ 307 h 28786"/>
                        <a:gd name="connsiteX4" fmla="*/ 244 w 38006"/>
                        <a:gd name="connsiteY4" fmla="*/ 14594 h 28786"/>
                        <a:gd name="connsiteX5" fmla="*/ 1197 w 38006"/>
                        <a:gd name="connsiteY5" fmla="*/ 23452 h 28786"/>
                        <a:gd name="connsiteX6" fmla="*/ 18914 w 38006"/>
                        <a:gd name="connsiteY6" fmla="*/ 17452 h 28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006" h="28786">
                          <a:moveTo>
                            <a:pt x="18914" y="17452"/>
                          </a:moveTo>
                          <a:cubicBezTo>
                            <a:pt x="25962" y="18404"/>
                            <a:pt x="31582" y="22881"/>
                            <a:pt x="34154" y="28786"/>
                          </a:cubicBezTo>
                          <a:cubicBezTo>
                            <a:pt x="36154" y="26405"/>
                            <a:pt x="37487" y="23548"/>
                            <a:pt x="37868" y="20404"/>
                          </a:cubicBezTo>
                          <a:cubicBezTo>
                            <a:pt x="39106" y="10594"/>
                            <a:pt x="31868" y="1735"/>
                            <a:pt x="21676" y="307"/>
                          </a:cubicBezTo>
                          <a:cubicBezTo>
                            <a:pt x="11579" y="-1503"/>
                            <a:pt x="1959" y="4879"/>
                            <a:pt x="244" y="14594"/>
                          </a:cubicBezTo>
                          <a:cubicBezTo>
                            <a:pt x="-327" y="17642"/>
                            <a:pt x="149" y="20690"/>
                            <a:pt x="1197" y="23452"/>
                          </a:cubicBezTo>
                          <a:cubicBezTo>
                            <a:pt x="5293" y="18690"/>
                            <a:pt x="11960" y="16213"/>
                            <a:pt x="18914" y="1745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84" name="Forme libre : forme 12483">
                      <a:extLst>
                        <a:ext uri="{FF2B5EF4-FFF2-40B4-BE49-F238E27FC236}">
                          <a16:creationId xmlns:a16="http://schemas.microsoft.com/office/drawing/2014/main" id="{D0E53B6B-6EB4-4C80-9732-D84110D2ED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3018" y="4367659"/>
                      <a:ext cx="16137" cy="17077"/>
                    </a:xfrm>
                    <a:custGeom>
                      <a:avLst/>
                      <a:gdLst>
                        <a:gd name="connsiteX0" fmla="*/ 485 w 16137"/>
                        <a:gd name="connsiteY0" fmla="*/ 10539 h 17077"/>
                        <a:gd name="connsiteX1" fmla="*/ 5343 w 16137"/>
                        <a:gd name="connsiteY1" fmla="*/ 252 h 17077"/>
                        <a:gd name="connsiteX2" fmla="*/ 15630 w 16137"/>
                        <a:gd name="connsiteY2" fmla="*/ 6539 h 17077"/>
                        <a:gd name="connsiteX3" fmla="*/ 10867 w 16137"/>
                        <a:gd name="connsiteY3" fmla="*/ 16826 h 17077"/>
                        <a:gd name="connsiteX4" fmla="*/ 485 w 16137"/>
                        <a:gd name="connsiteY4" fmla="*/ 10539 h 17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37" h="17077">
                          <a:moveTo>
                            <a:pt x="485" y="10539"/>
                          </a:moveTo>
                          <a:cubicBezTo>
                            <a:pt x="-1039" y="5967"/>
                            <a:pt x="1152" y="1395"/>
                            <a:pt x="5343" y="252"/>
                          </a:cubicBezTo>
                          <a:cubicBezTo>
                            <a:pt x="9438" y="-891"/>
                            <a:pt x="14010" y="1967"/>
                            <a:pt x="15630" y="6539"/>
                          </a:cubicBezTo>
                          <a:cubicBezTo>
                            <a:pt x="17154" y="11111"/>
                            <a:pt x="15153" y="15778"/>
                            <a:pt x="10867" y="16826"/>
                          </a:cubicBezTo>
                          <a:cubicBezTo>
                            <a:pt x="6676" y="17969"/>
                            <a:pt x="2009" y="15111"/>
                            <a:pt x="485" y="1053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85" name="Forme libre : forme 12484">
                      <a:extLst>
                        <a:ext uri="{FF2B5EF4-FFF2-40B4-BE49-F238E27FC236}">
                          <a16:creationId xmlns:a16="http://schemas.microsoft.com/office/drawing/2014/main" id="{58C18C20-67FA-449D-A256-46EC49BD01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2889" y="4379008"/>
                      <a:ext cx="6275" cy="5903"/>
                    </a:xfrm>
                    <a:custGeom>
                      <a:avLst/>
                      <a:gdLst>
                        <a:gd name="connsiteX0" fmla="*/ 44 w 6275"/>
                        <a:gd name="connsiteY0" fmla="*/ 2428 h 5903"/>
                        <a:gd name="connsiteX1" fmla="*/ 3568 w 6275"/>
                        <a:gd name="connsiteY1" fmla="*/ 47 h 5903"/>
                        <a:gd name="connsiteX2" fmla="*/ 6235 w 6275"/>
                        <a:gd name="connsiteY2" fmla="*/ 3476 h 5903"/>
                        <a:gd name="connsiteX3" fmla="*/ 2711 w 6275"/>
                        <a:gd name="connsiteY3" fmla="*/ 5857 h 5903"/>
                        <a:gd name="connsiteX4" fmla="*/ 44 w 6275"/>
                        <a:gd name="connsiteY4" fmla="*/ 2428 h 5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75" h="5903">
                          <a:moveTo>
                            <a:pt x="44" y="2428"/>
                          </a:moveTo>
                          <a:cubicBezTo>
                            <a:pt x="329" y="809"/>
                            <a:pt x="1853" y="-239"/>
                            <a:pt x="3568" y="47"/>
                          </a:cubicBezTo>
                          <a:cubicBezTo>
                            <a:pt x="5282" y="333"/>
                            <a:pt x="6521" y="1857"/>
                            <a:pt x="6235" y="3476"/>
                          </a:cubicBezTo>
                          <a:cubicBezTo>
                            <a:pt x="5949" y="5095"/>
                            <a:pt x="4425" y="6143"/>
                            <a:pt x="2711" y="5857"/>
                          </a:cubicBezTo>
                          <a:cubicBezTo>
                            <a:pt x="901" y="5571"/>
                            <a:pt x="-242" y="4047"/>
                            <a:pt x="44" y="24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486" name="Graphique 5">
                  <a:extLst>
                    <a:ext uri="{FF2B5EF4-FFF2-40B4-BE49-F238E27FC236}">
                      <a16:creationId xmlns:a16="http://schemas.microsoft.com/office/drawing/2014/main" id="{6EB475AE-9704-4655-AFC2-2A77943FFBFB}"/>
                    </a:ext>
                  </a:extLst>
                </p:cNvPr>
                <p:cNvGrpSpPr/>
                <p:nvPr/>
              </p:nvGrpSpPr>
              <p:grpSpPr>
                <a:xfrm>
                  <a:off x="3109074" y="4250855"/>
                  <a:ext cx="67018" cy="96501"/>
                  <a:chOff x="3109074" y="4250855"/>
                  <a:chExt cx="67018" cy="96501"/>
                </a:xfrm>
                <a:solidFill>
                  <a:schemeClr val="accent1"/>
                </a:solidFill>
              </p:grpSpPr>
              <p:grpSp>
                <p:nvGrpSpPr>
                  <p:cNvPr id="12487" name="Graphique 5">
                    <a:extLst>
                      <a:ext uri="{FF2B5EF4-FFF2-40B4-BE49-F238E27FC236}">
                        <a16:creationId xmlns:a16="http://schemas.microsoft.com/office/drawing/2014/main" id="{99A1E88C-9A73-4DEB-AE6E-D489ECEF61A1}"/>
                      </a:ext>
                    </a:extLst>
                  </p:cNvPr>
                  <p:cNvGrpSpPr/>
                  <p:nvPr/>
                </p:nvGrpSpPr>
                <p:grpSpPr>
                  <a:xfrm>
                    <a:off x="3140243" y="4311766"/>
                    <a:ext cx="35849" cy="35590"/>
                    <a:chOff x="3140243" y="4311766"/>
                    <a:chExt cx="35849" cy="35590"/>
                  </a:xfrm>
                  <a:solidFill>
                    <a:schemeClr val="accent1"/>
                  </a:solidFill>
                </p:grpSpPr>
                <p:sp>
                  <p:nvSpPr>
                    <p:cNvPr id="12488" name="Forme libre : forme 12487">
                      <a:extLst>
                        <a:ext uri="{FF2B5EF4-FFF2-40B4-BE49-F238E27FC236}">
                          <a16:creationId xmlns:a16="http://schemas.microsoft.com/office/drawing/2014/main" id="{D84AD5CD-4849-4733-BB91-9055026737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0305" y="4311766"/>
                      <a:ext cx="35788" cy="35590"/>
                    </a:xfrm>
                    <a:custGeom>
                      <a:avLst/>
                      <a:gdLst>
                        <a:gd name="connsiteX0" fmla="*/ 66 w 35788"/>
                        <a:gd name="connsiteY0" fmla="*/ 16520 h 35590"/>
                        <a:gd name="connsiteX1" fmla="*/ 18830 w 35788"/>
                        <a:gd name="connsiteY1" fmla="*/ 42 h 35590"/>
                        <a:gd name="connsiteX2" fmla="*/ 35785 w 35788"/>
                        <a:gd name="connsiteY2" fmla="*/ 18330 h 35590"/>
                        <a:gd name="connsiteX3" fmla="*/ 17020 w 35788"/>
                        <a:gd name="connsiteY3" fmla="*/ 35570 h 35590"/>
                        <a:gd name="connsiteX4" fmla="*/ 66 w 35788"/>
                        <a:gd name="connsiteY4" fmla="*/ 16520 h 35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88" h="35590">
                          <a:moveTo>
                            <a:pt x="66" y="16520"/>
                          </a:moveTo>
                          <a:cubicBezTo>
                            <a:pt x="828" y="6709"/>
                            <a:pt x="9210" y="-625"/>
                            <a:pt x="18830" y="42"/>
                          </a:cubicBezTo>
                          <a:cubicBezTo>
                            <a:pt x="28450" y="423"/>
                            <a:pt x="35975" y="8519"/>
                            <a:pt x="35785" y="18330"/>
                          </a:cubicBezTo>
                          <a:cubicBezTo>
                            <a:pt x="35499" y="28141"/>
                            <a:pt x="27117" y="36047"/>
                            <a:pt x="17020" y="35570"/>
                          </a:cubicBezTo>
                          <a:cubicBezTo>
                            <a:pt x="6828" y="34999"/>
                            <a:pt x="-792" y="26331"/>
                            <a:pt x="66" y="165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89" name="Forme libre : forme 12488">
                      <a:extLst>
                        <a:ext uri="{FF2B5EF4-FFF2-40B4-BE49-F238E27FC236}">
                          <a16:creationId xmlns:a16="http://schemas.microsoft.com/office/drawing/2014/main" id="{37AD981E-11D5-4DA5-8703-BFB8820595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0243" y="4311850"/>
                      <a:ext cx="35758" cy="27105"/>
                    </a:xfrm>
                    <a:custGeom>
                      <a:avLst/>
                      <a:gdLst>
                        <a:gd name="connsiteX0" fmla="*/ 17749 w 35758"/>
                        <a:gd name="connsiteY0" fmla="*/ 17389 h 27105"/>
                        <a:gd name="connsiteX1" fmla="*/ 32989 w 35758"/>
                        <a:gd name="connsiteY1" fmla="*/ 27105 h 27105"/>
                        <a:gd name="connsiteX2" fmla="*/ 35751 w 35758"/>
                        <a:gd name="connsiteY2" fmla="*/ 18342 h 27105"/>
                        <a:gd name="connsiteX3" fmla="*/ 18796 w 35758"/>
                        <a:gd name="connsiteY3" fmla="*/ 54 h 27105"/>
                        <a:gd name="connsiteX4" fmla="*/ 32 w 35758"/>
                        <a:gd name="connsiteY4" fmla="*/ 16532 h 27105"/>
                        <a:gd name="connsiteX5" fmla="*/ 1747 w 35758"/>
                        <a:gd name="connsiteY5" fmla="*/ 25295 h 27105"/>
                        <a:gd name="connsiteX6" fmla="*/ 17749 w 35758"/>
                        <a:gd name="connsiteY6" fmla="*/ 17389 h 27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58" h="27105">
                          <a:moveTo>
                            <a:pt x="17749" y="17389"/>
                          </a:moveTo>
                          <a:cubicBezTo>
                            <a:pt x="24416" y="17675"/>
                            <a:pt x="30036" y="21485"/>
                            <a:pt x="32989" y="27105"/>
                          </a:cubicBezTo>
                          <a:cubicBezTo>
                            <a:pt x="34608" y="24533"/>
                            <a:pt x="35656" y="21580"/>
                            <a:pt x="35751" y="18342"/>
                          </a:cubicBezTo>
                          <a:cubicBezTo>
                            <a:pt x="36037" y="8436"/>
                            <a:pt x="28417" y="435"/>
                            <a:pt x="18796" y="54"/>
                          </a:cubicBezTo>
                          <a:cubicBezTo>
                            <a:pt x="9176" y="-708"/>
                            <a:pt x="794" y="6721"/>
                            <a:pt x="32" y="16532"/>
                          </a:cubicBezTo>
                          <a:cubicBezTo>
                            <a:pt x="-158" y="19676"/>
                            <a:pt x="508" y="22628"/>
                            <a:pt x="1747" y="25295"/>
                          </a:cubicBezTo>
                          <a:cubicBezTo>
                            <a:pt x="5271" y="20152"/>
                            <a:pt x="11176" y="16913"/>
                            <a:pt x="17749" y="1738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90" name="Forme libre : forme 12489">
                      <a:extLst>
                        <a:ext uri="{FF2B5EF4-FFF2-40B4-BE49-F238E27FC236}">
                          <a16:creationId xmlns:a16="http://schemas.microsoft.com/office/drawing/2014/main" id="{74E4B059-ABF5-49FA-BC6E-78DFA8301A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3440" y="4323719"/>
                      <a:ext cx="15274" cy="16793"/>
                    </a:xfrm>
                    <a:custGeom>
                      <a:avLst/>
                      <a:gdLst>
                        <a:gd name="connsiteX0" fmla="*/ 741 w 15274"/>
                        <a:gd name="connsiteY0" fmla="*/ 11140 h 16793"/>
                        <a:gd name="connsiteX1" fmla="*/ 4360 w 15274"/>
                        <a:gd name="connsiteY1" fmla="*/ 472 h 16793"/>
                        <a:gd name="connsiteX2" fmla="*/ 14457 w 15274"/>
                        <a:gd name="connsiteY2" fmla="*/ 5616 h 16793"/>
                        <a:gd name="connsiteX3" fmla="*/ 10933 w 15274"/>
                        <a:gd name="connsiteY3" fmla="*/ 16283 h 16793"/>
                        <a:gd name="connsiteX4" fmla="*/ 741 w 15274"/>
                        <a:gd name="connsiteY4" fmla="*/ 11140 h 16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74" h="16793">
                          <a:moveTo>
                            <a:pt x="741" y="11140"/>
                          </a:moveTo>
                          <a:cubicBezTo>
                            <a:pt x="-1069" y="6758"/>
                            <a:pt x="550" y="1996"/>
                            <a:pt x="4360" y="472"/>
                          </a:cubicBezTo>
                          <a:cubicBezTo>
                            <a:pt x="8170" y="-1052"/>
                            <a:pt x="12647" y="1234"/>
                            <a:pt x="14457" y="5616"/>
                          </a:cubicBezTo>
                          <a:cubicBezTo>
                            <a:pt x="16362" y="9997"/>
                            <a:pt x="14838" y="14759"/>
                            <a:pt x="10933" y="16283"/>
                          </a:cubicBezTo>
                          <a:cubicBezTo>
                            <a:pt x="7218" y="17903"/>
                            <a:pt x="2551" y="15522"/>
                            <a:pt x="741" y="111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91" name="Forme libre : forme 12490">
                      <a:extLst>
                        <a:ext uri="{FF2B5EF4-FFF2-40B4-BE49-F238E27FC236}">
                          <a16:creationId xmlns:a16="http://schemas.microsoft.com/office/drawing/2014/main" id="{C5C101D4-0E2F-4137-A398-0884CC7866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3225" y="4334363"/>
                      <a:ext cx="5915" cy="5848"/>
                    </a:xfrm>
                    <a:custGeom>
                      <a:avLst/>
                      <a:gdLst>
                        <a:gd name="connsiteX0" fmla="*/ 5 w 5915"/>
                        <a:gd name="connsiteY0" fmla="*/ 2686 h 5848"/>
                        <a:gd name="connsiteX1" fmla="*/ 3148 w 5915"/>
                        <a:gd name="connsiteY1" fmla="*/ 19 h 5848"/>
                        <a:gd name="connsiteX2" fmla="*/ 5910 w 5915"/>
                        <a:gd name="connsiteY2" fmla="*/ 3162 h 5848"/>
                        <a:gd name="connsiteX3" fmla="*/ 2767 w 5915"/>
                        <a:gd name="connsiteY3" fmla="*/ 5829 h 5848"/>
                        <a:gd name="connsiteX4" fmla="*/ 5 w 5915"/>
                        <a:gd name="connsiteY4" fmla="*/ 2686 h 58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5" h="5848">
                          <a:moveTo>
                            <a:pt x="5" y="2686"/>
                          </a:moveTo>
                          <a:cubicBezTo>
                            <a:pt x="100" y="1067"/>
                            <a:pt x="1529" y="-171"/>
                            <a:pt x="3148" y="19"/>
                          </a:cubicBezTo>
                          <a:cubicBezTo>
                            <a:pt x="4767" y="115"/>
                            <a:pt x="6006" y="1543"/>
                            <a:pt x="5910" y="3162"/>
                          </a:cubicBezTo>
                          <a:cubicBezTo>
                            <a:pt x="5815" y="4782"/>
                            <a:pt x="4482" y="6020"/>
                            <a:pt x="2767" y="5829"/>
                          </a:cubicBezTo>
                          <a:cubicBezTo>
                            <a:pt x="1243" y="5734"/>
                            <a:pt x="-90" y="4306"/>
                            <a:pt x="5" y="26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492" name="Graphique 5">
                    <a:extLst>
                      <a:ext uri="{FF2B5EF4-FFF2-40B4-BE49-F238E27FC236}">
                        <a16:creationId xmlns:a16="http://schemas.microsoft.com/office/drawing/2014/main" id="{8FE9EDA0-2BCF-4306-912C-FEADA477B6D8}"/>
                      </a:ext>
                    </a:extLst>
                  </p:cNvPr>
                  <p:cNvGrpSpPr/>
                  <p:nvPr/>
                </p:nvGrpSpPr>
                <p:grpSpPr>
                  <a:xfrm>
                    <a:off x="3128868" y="4278429"/>
                    <a:ext cx="34472" cy="35624"/>
                    <a:chOff x="3128868" y="4278429"/>
                    <a:chExt cx="34472" cy="35624"/>
                  </a:xfrm>
                  <a:solidFill>
                    <a:schemeClr val="accent1"/>
                  </a:solidFill>
                </p:grpSpPr>
                <p:sp>
                  <p:nvSpPr>
                    <p:cNvPr id="12493" name="Forme libre : forme 12492">
                      <a:extLst>
                        <a:ext uri="{FF2B5EF4-FFF2-40B4-BE49-F238E27FC236}">
                          <a16:creationId xmlns:a16="http://schemas.microsoft.com/office/drawing/2014/main" id="{629148C8-F2C4-44B7-8421-21B9D60FC2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8951" y="4278429"/>
                      <a:ext cx="34389" cy="35624"/>
                    </a:xfrm>
                    <a:custGeom>
                      <a:avLst/>
                      <a:gdLst>
                        <a:gd name="connsiteX0" fmla="*/ 85 w 34389"/>
                        <a:gd name="connsiteY0" fmla="*/ 16520 h 35624"/>
                        <a:gd name="connsiteX1" fmla="*/ 18468 w 34389"/>
                        <a:gd name="connsiteY1" fmla="*/ 42 h 35624"/>
                        <a:gd name="connsiteX2" fmla="*/ 34375 w 34389"/>
                        <a:gd name="connsiteY2" fmla="*/ 18997 h 35624"/>
                        <a:gd name="connsiteX3" fmla="*/ 15992 w 34389"/>
                        <a:gd name="connsiteY3" fmla="*/ 35570 h 35624"/>
                        <a:gd name="connsiteX4" fmla="*/ 85 w 34389"/>
                        <a:gd name="connsiteY4" fmla="*/ 16520 h 35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389" h="35624">
                          <a:moveTo>
                            <a:pt x="85" y="16520"/>
                          </a:moveTo>
                          <a:cubicBezTo>
                            <a:pt x="1038" y="6709"/>
                            <a:pt x="9229" y="-625"/>
                            <a:pt x="18468" y="42"/>
                          </a:cubicBezTo>
                          <a:cubicBezTo>
                            <a:pt x="27708" y="709"/>
                            <a:pt x="34756" y="9281"/>
                            <a:pt x="34375" y="18997"/>
                          </a:cubicBezTo>
                          <a:cubicBezTo>
                            <a:pt x="33899" y="28998"/>
                            <a:pt x="25707" y="36332"/>
                            <a:pt x="15992" y="35570"/>
                          </a:cubicBezTo>
                          <a:cubicBezTo>
                            <a:pt x="6276" y="34808"/>
                            <a:pt x="-867" y="26236"/>
                            <a:pt x="85" y="165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94" name="Forme libre : forme 12493">
                      <a:extLst>
                        <a:ext uri="{FF2B5EF4-FFF2-40B4-BE49-F238E27FC236}">
                          <a16:creationId xmlns:a16="http://schemas.microsoft.com/office/drawing/2014/main" id="{AD22E503-B5CD-4589-9617-BA049C27CE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8868" y="4278429"/>
                      <a:ext cx="34377" cy="27759"/>
                    </a:xfrm>
                    <a:custGeom>
                      <a:avLst/>
                      <a:gdLst>
                        <a:gd name="connsiteX0" fmla="*/ 17218 w 34377"/>
                        <a:gd name="connsiteY0" fmla="*/ 17378 h 27759"/>
                        <a:gd name="connsiteX1" fmla="*/ 31601 w 34377"/>
                        <a:gd name="connsiteY1" fmla="*/ 27760 h 27759"/>
                        <a:gd name="connsiteX2" fmla="*/ 34363 w 34377"/>
                        <a:gd name="connsiteY2" fmla="*/ 18997 h 27759"/>
                        <a:gd name="connsiteX3" fmla="*/ 18456 w 34377"/>
                        <a:gd name="connsiteY3" fmla="*/ 42 h 27759"/>
                        <a:gd name="connsiteX4" fmla="*/ 73 w 34377"/>
                        <a:gd name="connsiteY4" fmla="*/ 16520 h 27759"/>
                        <a:gd name="connsiteX5" fmla="*/ 1502 w 34377"/>
                        <a:gd name="connsiteY5" fmla="*/ 25283 h 27759"/>
                        <a:gd name="connsiteX6" fmla="*/ 17218 w 34377"/>
                        <a:gd name="connsiteY6" fmla="*/ 17378 h 27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377" h="27759">
                          <a:moveTo>
                            <a:pt x="17218" y="17378"/>
                          </a:moveTo>
                          <a:cubicBezTo>
                            <a:pt x="23695" y="17854"/>
                            <a:pt x="28934" y="22045"/>
                            <a:pt x="31601" y="27760"/>
                          </a:cubicBezTo>
                          <a:cubicBezTo>
                            <a:pt x="33220" y="25188"/>
                            <a:pt x="34268" y="22235"/>
                            <a:pt x="34363" y="18997"/>
                          </a:cubicBezTo>
                          <a:cubicBezTo>
                            <a:pt x="34744" y="9281"/>
                            <a:pt x="27695" y="709"/>
                            <a:pt x="18456" y="42"/>
                          </a:cubicBezTo>
                          <a:cubicBezTo>
                            <a:pt x="9217" y="-625"/>
                            <a:pt x="1025" y="6709"/>
                            <a:pt x="73" y="16520"/>
                          </a:cubicBezTo>
                          <a:cubicBezTo>
                            <a:pt x="-213" y="19664"/>
                            <a:pt x="359" y="22616"/>
                            <a:pt x="1502" y="25283"/>
                          </a:cubicBezTo>
                          <a:cubicBezTo>
                            <a:pt x="5121" y="20140"/>
                            <a:pt x="10836" y="16901"/>
                            <a:pt x="17218" y="173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95" name="Forme libre : forme 12494">
                      <a:extLst>
                        <a:ext uri="{FF2B5EF4-FFF2-40B4-BE49-F238E27FC236}">
                          <a16:creationId xmlns:a16="http://schemas.microsoft.com/office/drawing/2014/main" id="{15699406-BE11-4FC4-BF77-5EF2D1CE50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2029" y="4290286"/>
                      <a:ext cx="14662" cy="16755"/>
                    </a:xfrm>
                    <a:custGeom>
                      <a:avLst/>
                      <a:gdLst>
                        <a:gd name="connsiteX0" fmla="*/ 626 w 14662"/>
                        <a:gd name="connsiteY0" fmla="*/ 11140 h 16755"/>
                        <a:gd name="connsiteX1" fmla="*/ 4341 w 14662"/>
                        <a:gd name="connsiteY1" fmla="*/ 472 h 16755"/>
                        <a:gd name="connsiteX2" fmla="*/ 13961 w 14662"/>
                        <a:gd name="connsiteY2" fmla="*/ 5615 h 16755"/>
                        <a:gd name="connsiteX3" fmla="*/ 10437 w 14662"/>
                        <a:gd name="connsiteY3" fmla="*/ 16283 h 16755"/>
                        <a:gd name="connsiteX4" fmla="*/ 626 w 14662"/>
                        <a:gd name="connsiteY4" fmla="*/ 11140 h 16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62" h="16755">
                          <a:moveTo>
                            <a:pt x="626" y="11140"/>
                          </a:moveTo>
                          <a:cubicBezTo>
                            <a:pt x="-993" y="6758"/>
                            <a:pt x="626" y="1996"/>
                            <a:pt x="4341" y="472"/>
                          </a:cubicBezTo>
                          <a:cubicBezTo>
                            <a:pt x="7961" y="-1052"/>
                            <a:pt x="12247" y="1234"/>
                            <a:pt x="13961" y="5615"/>
                          </a:cubicBezTo>
                          <a:cubicBezTo>
                            <a:pt x="15676" y="9997"/>
                            <a:pt x="14152" y="14759"/>
                            <a:pt x="10437" y="16283"/>
                          </a:cubicBezTo>
                          <a:cubicBezTo>
                            <a:pt x="6722" y="17807"/>
                            <a:pt x="2246" y="15521"/>
                            <a:pt x="626" y="111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96" name="Forme libre : forme 12495">
                      <a:extLst>
                        <a:ext uri="{FF2B5EF4-FFF2-40B4-BE49-F238E27FC236}">
                          <a16:creationId xmlns:a16="http://schemas.microsoft.com/office/drawing/2014/main" id="{89089B8C-CFC3-45AB-95FD-41C270628B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1318" y="4300931"/>
                      <a:ext cx="5725" cy="5849"/>
                    </a:xfrm>
                    <a:custGeom>
                      <a:avLst/>
                      <a:gdLst>
                        <a:gd name="connsiteX0" fmla="*/ 6 w 5725"/>
                        <a:gd name="connsiteY0" fmla="*/ 2686 h 5849"/>
                        <a:gd name="connsiteX1" fmla="*/ 3054 w 5725"/>
                        <a:gd name="connsiteY1" fmla="*/ 19 h 5849"/>
                        <a:gd name="connsiteX2" fmla="*/ 5721 w 5725"/>
                        <a:gd name="connsiteY2" fmla="*/ 3163 h 5849"/>
                        <a:gd name="connsiteX3" fmla="*/ 2673 w 5725"/>
                        <a:gd name="connsiteY3" fmla="*/ 5830 h 5849"/>
                        <a:gd name="connsiteX4" fmla="*/ 6 w 5725"/>
                        <a:gd name="connsiteY4" fmla="*/ 2686 h 5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25" h="5849">
                          <a:moveTo>
                            <a:pt x="6" y="2686"/>
                          </a:moveTo>
                          <a:cubicBezTo>
                            <a:pt x="101" y="1067"/>
                            <a:pt x="1530" y="-171"/>
                            <a:pt x="3054" y="19"/>
                          </a:cubicBezTo>
                          <a:cubicBezTo>
                            <a:pt x="4578" y="115"/>
                            <a:pt x="5816" y="1543"/>
                            <a:pt x="5721" y="3163"/>
                          </a:cubicBezTo>
                          <a:cubicBezTo>
                            <a:pt x="5625" y="4782"/>
                            <a:pt x="4292" y="6020"/>
                            <a:pt x="2673" y="5830"/>
                          </a:cubicBezTo>
                          <a:cubicBezTo>
                            <a:pt x="1053" y="5734"/>
                            <a:pt x="-90" y="4306"/>
                            <a:pt x="6" y="26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497" name="Graphique 5">
                    <a:extLst>
                      <a:ext uri="{FF2B5EF4-FFF2-40B4-BE49-F238E27FC236}">
                        <a16:creationId xmlns:a16="http://schemas.microsoft.com/office/drawing/2014/main" id="{3032DC54-2307-4208-8ED2-1990BB698597}"/>
                      </a:ext>
                    </a:extLst>
                  </p:cNvPr>
                  <p:cNvGrpSpPr/>
                  <p:nvPr/>
                </p:nvGrpSpPr>
                <p:grpSpPr>
                  <a:xfrm>
                    <a:off x="3109074" y="4250855"/>
                    <a:ext cx="33165" cy="35563"/>
                    <a:chOff x="3109074" y="4250855"/>
                    <a:chExt cx="33165" cy="35563"/>
                  </a:xfrm>
                  <a:solidFill>
                    <a:schemeClr val="accent1"/>
                  </a:solidFill>
                </p:grpSpPr>
                <p:sp>
                  <p:nvSpPr>
                    <p:cNvPr id="12498" name="Forme libre : forme 12497">
                      <a:extLst>
                        <a:ext uri="{FF2B5EF4-FFF2-40B4-BE49-F238E27FC236}">
                          <a16:creationId xmlns:a16="http://schemas.microsoft.com/office/drawing/2014/main" id="{D04DA5E5-D181-4A8A-A0B5-DFC47604A3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9074" y="4250855"/>
                      <a:ext cx="33165" cy="35563"/>
                    </a:xfrm>
                    <a:custGeom>
                      <a:avLst/>
                      <a:gdLst>
                        <a:gd name="connsiteX0" fmla="*/ 150 w 33165"/>
                        <a:gd name="connsiteY0" fmla="*/ 15804 h 35563"/>
                        <a:gd name="connsiteX1" fmla="*/ 18343 w 33165"/>
                        <a:gd name="connsiteY1" fmla="*/ 88 h 35563"/>
                        <a:gd name="connsiteX2" fmla="*/ 33106 w 33165"/>
                        <a:gd name="connsiteY2" fmla="*/ 19043 h 35563"/>
                        <a:gd name="connsiteX3" fmla="*/ 14818 w 33165"/>
                        <a:gd name="connsiteY3" fmla="*/ 35521 h 35563"/>
                        <a:gd name="connsiteX4" fmla="*/ 150 w 33165"/>
                        <a:gd name="connsiteY4" fmla="*/ 15804 h 35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165" h="35563">
                          <a:moveTo>
                            <a:pt x="150" y="15804"/>
                          </a:moveTo>
                          <a:cubicBezTo>
                            <a:pt x="1388" y="5994"/>
                            <a:pt x="9484" y="-864"/>
                            <a:pt x="18343" y="88"/>
                          </a:cubicBezTo>
                          <a:cubicBezTo>
                            <a:pt x="27201" y="755"/>
                            <a:pt x="33868" y="9232"/>
                            <a:pt x="33106" y="19043"/>
                          </a:cubicBezTo>
                          <a:cubicBezTo>
                            <a:pt x="32344" y="28854"/>
                            <a:pt x="24153" y="36188"/>
                            <a:pt x="14818" y="35521"/>
                          </a:cubicBezTo>
                          <a:cubicBezTo>
                            <a:pt x="5484" y="34569"/>
                            <a:pt x="-1088" y="25615"/>
                            <a:pt x="150" y="1580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99" name="Forme libre : forme 12498">
                      <a:extLst>
                        <a:ext uri="{FF2B5EF4-FFF2-40B4-BE49-F238E27FC236}">
                          <a16:creationId xmlns:a16="http://schemas.microsoft.com/office/drawing/2014/main" id="{C2D0A361-8C7D-48BD-8111-4E4B5A8B1A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9094" y="4250855"/>
                      <a:ext cx="33146" cy="27710"/>
                    </a:xfrm>
                    <a:custGeom>
                      <a:avLst/>
                      <a:gdLst>
                        <a:gd name="connsiteX0" fmla="*/ 16513 w 33146"/>
                        <a:gd name="connsiteY0" fmla="*/ 17424 h 27710"/>
                        <a:gd name="connsiteX1" fmla="*/ 30134 w 33146"/>
                        <a:gd name="connsiteY1" fmla="*/ 27711 h 27710"/>
                        <a:gd name="connsiteX2" fmla="*/ 33087 w 33146"/>
                        <a:gd name="connsiteY2" fmla="*/ 19043 h 27710"/>
                        <a:gd name="connsiteX3" fmla="*/ 18323 w 33146"/>
                        <a:gd name="connsiteY3" fmla="*/ 88 h 27710"/>
                        <a:gd name="connsiteX4" fmla="*/ 130 w 33146"/>
                        <a:gd name="connsiteY4" fmla="*/ 15804 h 27710"/>
                        <a:gd name="connsiteX5" fmla="*/ 1273 w 33146"/>
                        <a:gd name="connsiteY5" fmla="*/ 24568 h 27710"/>
                        <a:gd name="connsiteX6" fmla="*/ 16513 w 33146"/>
                        <a:gd name="connsiteY6" fmla="*/ 17424 h 27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146" h="27710">
                          <a:moveTo>
                            <a:pt x="16513" y="17424"/>
                          </a:moveTo>
                          <a:cubicBezTo>
                            <a:pt x="22705" y="17900"/>
                            <a:pt x="27753" y="21996"/>
                            <a:pt x="30134" y="27711"/>
                          </a:cubicBezTo>
                          <a:cubicBezTo>
                            <a:pt x="31753" y="25234"/>
                            <a:pt x="32896" y="22282"/>
                            <a:pt x="33087" y="19043"/>
                          </a:cubicBezTo>
                          <a:cubicBezTo>
                            <a:pt x="33849" y="9232"/>
                            <a:pt x="27181" y="755"/>
                            <a:pt x="18323" y="88"/>
                          </a:cubicBezTo>
                          <a:cubicBezTo>
                            <a:pt x="9465" y="-864"/>
                            <a:pt x="1369" y="5994"/>
                            <a:pt x="130" y="15804"/>
                          </a:cubicBezTo>
                          <a:cubicBezTo>
                            <a:pt x="-251" y="18948"/>
                            <a:pt x="226" y="21901"/>
                            <a:pt x="1273" y="24568"/>
                          </a:cubicBezTo>
                          <a:cubicBezTo>
                            <a:pt x="4702" y="19710"/>
                            <a:pt x="10322" y="16852"/>
                            <a:pt x="16513" y="1742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00" name="Forme libre : forme 12499">
                      <a:extLst>
                        <a:ext uri="{FF2B5EF4-FFF2-40B4-BE49-F238E27FC236}">
                          <a16:creationId xmlns:a16="http://schemas.microsoft.com/office/drawing/2014/main" id="{22EE16CA-357E-48B7-8B4C-F15B8734E3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1960" y="4262462"/>
                      <a:ext cx="14108" cy="16941"/>
                    </a:xfrm>
                    <a:custGeom>
                      <a:avLst/>
                      <a:gdLst>
                        <a:gd name="connsiteX0" fmla="*/ 503 w 14108"/>
                        <a:gd name="connsiteY0" fmla="*/ 10961 h 16941"/>
                        <a:gd name="connsiteX1" fmla="*/ 4408 w 14108"/>
                        <a:gd name="connsiteY1" fmla="*/ 388 h 16941"/>
                        <a:gd name="connsiteX2" fmla="*/ 13552 w 14108"/>
                        <a:gd name="connsiteY2" fmla="*/ 5913 h 16941"/>
                        <a:gd name="connsiteX3" fmla="*/ 9742 w 14108"/>
                        <a:gd name="connsiteY3" fmla="*/ 16581 h 16941"/>
                        <a:gd name="connsiteX4" fmla="*/ 503 w 14108"/>
                        <a:gd name="connsiteY4" fmla="*/ 10961 h 16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08" h="16941">
                          <a:moveTo>
                            <a:pt x="503" y="10961"/>
                          </a:moveTo>
                          <a:cubicBezTo>
                            <a:pt x="-926" y="6484"/>
                            <a:pt x="788" y="1817"/>
                            <a:pt x="4408" y="388"/>
                          </a:cubicBezTo>
                          <a:cubicBezTo>
                            <a:pt x="8027" y="-1041"/>
                            <a:pt x="12028" y="1626"/>
                            <a:pt x="13552" y="5913"/>
                          </a:cubicBezTo>
                          <a:cubicBezTo>
                            <a:pt x="15076" y="10199"/>
                            <a:pt x="13361" y="15152"/>
                            <a:pt x="9742" y="16581"/>
                          </a:cubicBezTo>
                          <a:cubicBezTo>
                            <a:pt x="6122" y="17914"/>
                            <a:pt x="1931" y="15438"/>
                            <a:pt x="503" y="1096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01" name="Forme libre : forme 12500">
                      <a:extLst>
                        <a:ext uri="{FF2B5EF4-FFF2-40B4-BE49-F238E27FC236}">
                          <a16:creationId xmlns:a16="http://schemas.microsoft.com/office/drawing/2014/main" id="{823FFA8E-B5D1-4D6D-B4F5-9D14768279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0729" y="4273402"/>
                      <a:ext cx="5551" cy="5850"/>
                    </a:xfrm>
                    <a:custGeom>
                      <a:avLst/>
                      <a:gdLst>
                        <a:gd name="connsiteX0" fmla="*/ 21 w 5551"/>
                        <a:gd name="connsiteY0" fmla="*/ 2592 h 5850"/>
                        <a:gd name="connsiteX1" fmla="*/ 3069 w 5551"/>
                        <a:gd name="connsiteY1" fmla="*/ 21 h 5850"/>
                        <a:gd name="connsiteX2" fmla="*/ 5545 w 5551"/>
                        <a:gd name="connsiteY2" fmla="*/ 3164 h 5850"/>
                        <a:gd name="connsiteX3" fmla="*/ 2497 w 5551"/>
                        <a:gd name="connsiteY3" fmla="*/ 5831 h 5850"/>
                        <a:gd name="connsiteX4" fmla="*/ 21 w 5551"/>
                        <a:gd name="connsiteY4" fmla="*/ 2592 h 5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51" h="5850">
                          <a:moveTo>
                            <a:pt x="21" y="2592"/>
                          </a:moveTo>
                          <a:cubicBezTo>
                            <a:pt x="211" y="973"/>
                            <a:pt x="1545" y="-170"/>
                            <a:pt x="3069" y="21"/>
                          </a:cubicBezTo>
                          <a:cubicBezTo>
                            <a:pt x="4593" y="116"/>
                            <a:pt x="5640" y="1545"/>
                            <a:pt x="5545" y="3164"/>
                          </a:cubicBezTo>
                          <a:cubicBezTo>
                            <a:pt x="5355" y="4783"/>
                            <a:pt x="4021" y="6022"/>
                            <a:pt x="2497" y="5831"/>
                          </a:cubicBezTo>
                          <a:cubicBezTo>
                            <a:pt x="973" y="5640"/>
                            <a:pt x="-170" y="4212"/>
                            <a:pt x="21" y="25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502" name="Graphique 5">
                  <a:extLst>
                    <a:ext uri="{FF2B5EF4-FFF2-40B4-BE49-F238E27FC236}">
                      <a16:creationId xmlns:a16="http://schemas.microsoft.com/office/drawing/2014/main" id="{DD1A749F-9747-496A-9494-08D98421CAA2}"/>
                    </a:ext>
                  </a:extLst>
                </p:cNvPr>
                <p:cNvGrpSpPr/>
                <p:nvPr/>
              </p:nvGrpSpPr>
              <p:grpSpPr>
                <a:xfrm>
                  <a:off x="3102768" y="4146947"/>
                  <a:ext cx="75939" cy="75545"/>
                  <a:chOff x="3102768" y="4146947"/>
                  <a:chExt cx="75939" cy="75545"/>
                </a:xfrm>
                <a:solidFill>
                  <a:schemeClr val="accent1"/>
                </a:solidFill>
              </p:grpSpPr>
              <p:grpSp>
                <p:nvGrpSpPr>
                  <p:cNvPr id="12503" name="Graphique 5">
                    <a:extLst>
                      <a:ext uri="{FF2B5EF4-FFF2-40B4-BE49-F238E27FC236}">
                        <a16:creationId xmlns:a16="http://schemas.microsoft.com/office/drawing/2014/main" id="{C9700628-C77E-44D5-A2A3-C6AC436D0477}"/>
                      </a:ext>
                    </a:extLst>
                  </p:cNvPr>
                  <p:cNvGrpSpPr/>
                  <p:nvPr/>
                </p:nvGrpSpPr>
                <p:grpSpPr>
                  <a:xfrm>
                    <a:off x="3148380" y="4186801"/>
                    <a:ext cx="30327" cy="35691"/>
                    <a:chOff x="3148380" y="4186801"/>
                    <a:chExt cx="30327" cy="35691"/>
                  </a:xfrm>
                  <a:solidFill>
                    <a:schemeClr val="accent1"/>
                  </a:solidFill>
                </p:grpSpPr>
                <p:sp>
                  <p:nvSpPr>
                    <p:cNvPr id="12504" name="Forme libre : forme 12503">
                      <a:extLst>
                        <a:ext uri="{FF2B5EF4-FFF2-40B4-BE49-F238E27FC236}">
                          <a16:creationId xmlns:a16="http://schemas.microsoft.com/office/drawing/2014/main" id="{E756F2A4-CACF-45CA-AFCC-82689D5CFF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8380" y="4186801"/>
                      <a:ext cx="30327" cy="35691"/>
                    </a:xfrm>
                    <a:custGeom>
                      <a:avLst/>
                      <a:gdLst>
                        <a:gd name="connsiteX0" fmla="*/ 1039 w 30327"/>
                        <a:gd name="connsiteY0" fmla="*/ 24614 h 35691"/>
                        <a:gd name="connsiteX1" fmla="*/ 9516 w 30327"/>
                        <a:gd name="connsiteY1" fmla="*/ 1373 h 35691"/>
                        <a:gd name="connsiteX2" fmla="*/ 29043 w 30327"/>
                        <a:gd name="connsiteY2" fmla="*/ 10422 h 35691"/>
                        <a:gd name="connsiteX3" fmla="*/ 21137 w 30327"/>
                        <a:gd name="connsiteY3" fmla="*/ 34139 h 35691"/>
                        <a:gd name="connsiteX4" fmla="*/ 1039 w 30327"/>
                        <a:gd name="connsiteY4" fmla="*/ 24614 h 35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27" h="35691">
                          <a:moveTo>
                            <a:pt x="1039" y="24614"/>
                          </a:moveTo>
                          <a:cubicBezTo>
                            <a:pt x="-2009" y="15565"/>
                            <a:pt x="1896" y="5088"/>
                            <a:pt x="9516" y="1373"/>
                          </a:cubicBezTo>
                          <a:cubicBezTo>
                            <a:pt x="17041" y="-2247"/>
                            <a:pt x="25614" y="1468"/>
                            <a:pt x="29043" y="10422"/>
                          </a:cubicBezTo>
                          <a:cubicBezTo>
                            <a:pt x="32376" y="19375"/>
                            <a:pt x="29043" y="29948"/>
                            <a:pt x="21137" y="34139"/>
                          </a:cubicBezTo>
                          <a:cubicBezTo>
                            <a:pt x="13231" y="38330"/>
                            <a:pt x="4087" y="33663"/>
                            <a:pt x="1039" y="2461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05" name="Forme libre : forme 12504">
                      <a:extLst>
                        <a:ext uri="{FF2B5EF4-FFF2-40B4-BE49-F238E27FC236}">
                          <a16:creationId xmlns:a16="http://schemas.microsoft.com/office/drawing/2014/main" id="{5605D9A0-8FF4-41CC-9C16-A072CE2682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8392" y="4186855"/>
                      <a:ext cx="30265" cy="31608"/>
                    </a:xfrm>
                    <a:custGeom>
                      <a:avLst/>
                      <a:gdLst>
                        <a:gd name="connsiteX0" fmla="*/ 14934 w 30265"/>
                        <a:gd name="connsiteY0" fmla="*/ 17511 h 31608"/>
                        <a:gd name="connsiteX1" fmla="*/ 30174 w 30265"/>
                        <a:gd name="connsiteY1" fmla="*/ 19416 h 31608"/>
                        <a:gd name="connsiteX2" fmla="*/ 29031 w 30265"/>
                        <a:gd name="connsiteY2" fmla="*/ 10368 h 31608"/>
                        <a:gd name="connsiteX3" fmla="*/ 9505 w 30265"/>
                        <a:gd name="connsiteY3" fmla="*/ 1319 h 31608"/>
                        <a:gd name="connsiteX4" fmla="*/ 1027 w 30265"/>
                        <a:gd name="connsiteY4" fmla="*/ 24560 h 31608"/>
                        <a:gd name="connsiteX5" fmla="*/ 5599 w 30265"/>
                        <a:gd name="connsiteY5" fmla="*/ 31608 h 31608"/>
                        <a:gd name="connsiteX6" fmla="*/ 14934 w 30265"/>
                        <a:gd name="connsiteY6" fmla="*/ 17511 h 31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265" h="31608">
                          <a:moveTo>
                            <a:pt x="14934" y="17511"/>
                          </a:moveTo>
                          <a:cubicBezTo>
                            <a:pt x="20173" y="14939"/>
                            <a:pt x="25888" y="15702"/>
                            <a:pt x="30174" y="19416"/>
                          </a:cubicBezTo>
                          <a:cubicBezTo>
                            <a:pt x="30460" y="16368"/>
                            <a:pt x="30079" y="13320"/>
                            <a:pt x="29031" y="10368"/>
                          </a:cubicBezTo>
                          <a:cubicBezTo>
                            <a:pt x="25602" y="1509"/>
                            <a:pt x="17029" y="-2205"/>
                            <a:pt x="9505" y="1319"/>
                          </a:cubicBezTo>
                          <a:cubicBezTo>
                            <a:pt x="1980" y="5129"/>
                            <a:pt x="-2021" y="15511"/>
                            <a:pt x="1027" y="24560"/>
                          </a:cubicBezTo>
                          <a:cubicBezTo>
                            <a:pt x="1980" y="27417"/>
                            <a:pt x="3599" y="29798"/>
                            <a:pt x="5599" y="31608"/>
                          </a:cubicBezTo>
                          <a:cubicBezTo>
                            <a:pt x="6361" y="25512"/>
                            <a:pt x="9790" y="19988"/>
                            <a:pt x="14934" y="1751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06" name="Forme libre : forme 12505">
                      <a:extLst>
                        <a:ext uri="{FF2B5EF4-FFF2-40B4-BE49-F238E27FC236}">
                          <a16:creationId xmlns:a16="http://schemas.microsoft.com/office/drawing/2014/main" id="{8CC42262-11BE-46A2-B9CB-A9A68D9C6C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2178" y="4202092"/>
                      <a:ext cx="13824" cy="15883"/>
                    </a:xfrm>
                    <a:custGeom>
                      <a:avLst/>
                      <a:gdLst>
                        <a:gd name="connsiteX0" fmla="*/ 2671 w 13824"/>
                        <a:gd name="connsiteY0" fmla="*/ 13514 h 15883"/>
                        <a:gd name="connsiteX1" fmla="*/ 1433 w 13824"/>
                        <a:gd name="connsiteY1" fmla="*/ 2274 h 15883"/>
                        <a:gd name="connsiteX2" fmla="*/ 11053 w 13824"/>
                        <a:gd name="connsiteY2" fmla="*/ 2369 h 15883"/>
                        <a:gd name="connsiteX3" fmla="*/ 12386 w 13824"/>
                        <a:gd name="connsiteY3" fmla="*/ 13609 h 15883"/>
                        <a:gd name="connsiteX4" fmla="*/ 2671 w 13824"/>
                        <a:gd name="connsiteY4" fmla="*/ 13514 h 1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24" h="15883">
                          <a:moveTo>
                            <a:pt x="2671" y="13514"/>
                          </a:moveTo>
                          <a:cubicBezTo>
                            <a:pt x="-377" y="10371"/>
                            <a:pt x="-853" y="5417"/>
                            <a:pt x="1433" y="2274"/>
                          </a:cubicBezTo>
                          <a:cubicBezTo>
                            <a:pt x="3814" y="-774"/>
                            <a:pt x="8005" y="-774"/>
                            <a:pt x="11053" y="2369"/>
                          </a:cubicBezTo>
                          <a:cubicBezTo>
                            <a:pt x="14101" y="5513"/>
                            <a:pt x="14768" y="10466"/>
                            <a:pt x="12386" y="13609"/>
                          </a:cubicBezTo>
                          <a:cubicBezTo>
                            <a:pt x="10196" y="16657"/>
                            <a:pt x="5719" y="16657"/>
                            <a:pt x="2671" y="1351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07" name="Forme libre : forme 12506">
                      <a:extLst>
                        <a:ext uri="{FF2B5EF4-FFF2-40B4-BE49-F238E27FC236}">
                          <a16:creationId xmlns:a16="http://schemas.microsoft.com/office/drawing/2014/main" id="{CD1F7F6F-FEF7-43D4-834A-6C29CFB9EE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357" y="4209483"/>
                      <a:ext cx="5081" cy="5889"/>
                    </a:xfrm>
                    <a:custGeom>
                      <a:avLst/>
                      <a:gdLst>
                        <a:gd name="connsiteX0" fmla="*/ 207 w 5081"/>
                        <a:gd name="connsiteY0" fmla="*/ 4027 h 5889"/>
                        <a:gd name="connsiteX1" fmla="*/ 1540 w 5081"/>
                        <a:gd name="connsiteY1" fmla="*/ 217 h 5889"/>
                        <a:gd name="connsiteX2" fmla="*/ 4874 w 5081"/>
                        <a:gd name="connsiteY2" fmla="*/ 1741 h 5889"/>
                        <a:gd name="connsiteX3" fmla="*/ 3541 w 5081"/>
                        <a:gd name="connsiteY3" fmla="*/ 5647 h 5889"/>
                        <a:gd name="connsiteX4" fmla="*/ 207 w 5081"/>
                        <a:gd name="connsiteY4" fmla="*/ 4027 h 5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81" h="5889">
                          <a:moveTo>
                            <a:pt x="207" y="4027"/>
                          </a:moveTo>
                          <a:cubicBezTo>
                            <a:pt x="-365" y="2503"/>
                            <a:pt x="302" y="789"/>
                            <a:pt x="1540" y="217"/>
                          </a:cubicBezTo>
                          <a:cubicBezTo>
                            <a:pt x="2779" y="-354"/>
                            <a:pt x="4303" y="217"/>
                            <a:pt x="4874" y="1741"/>
                          </a:cubicBezTo>
                          <a:cubicBezTo>
                            <a:pt x="5446" y="3170"/>
                            <a:pt x="4779" y="4980"/>
                            <a:pt x="3541" y="5647"/>
                          </a:cubicBezTo>
                          <a:cubicBezTo>
                            <a:pt x="2302" y="6313"/>
                            <a:pt x="778" y="5551"/>
                            <a:pt x="207" y="40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508" name="Graphique 5">
                    <a:extLst>
                      <a:ext uri="{FF2B5EF4-FFF2-40B4-BE49-F238E27FC236}">
                        <a16:creationId xmlns:a16="http://schemas.microsoft.com/office/drawing/2014/main" id="{C9509CD8-A680-444E-B620-834284DEADAE}"/>
                      </a:ext>
                    </a:extLst>
                  </p:cNvPr>
                  <p:cNvGrpSpPr/>
                  <p:nvPr/>
                </p:nvGrpSpPr>
                <p:grpSpPr>
                  <a:xfrm>
                    <a:off x="3127848" y="4162385"/>
                    <a:ext cx="29372" cy="35546"/>
                    <a:chOff x="3127848" y="4162385"/>
                    <a:chExt cx="29372" cy="35546"/>
                  </a:xfrm>
                  <a:solidFill>
                    <a:schemeClr val="accent1"/>
                  </a:solidFill>
                </p:grpSpPr>
                <p:sp>
                  <p:nvSpPr>
                    <p:cNvPr id="12509" name="Forme libre : forme 12508">
                      <a:extLst>
                        <a:ext uri="{FF2B5EF4-FFF2-40B4-BE49-F238E27FC236}">
                          <a16:creationId xmlns:a16="http://schemas.microsoft.com/office/drawing/2014/main" id="{F0D0997E-4842-465E-9548-D5428147F8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7885" y="4162385"/>
                      <a:ext cx="29322" cy="35546"/>
                    </a:xfrm>
                    <a:custGeom>
                      <a:avLst/>
                      <a:gdLst>
                        <a:gd name="connsiteX0" fmla="*/ 770 w 29322"/>
                        <a:gd name="connsiteY0" fmla="*/ 24456 h 35546"/>
                        <a:gd name="connsiteX1" fmla="*/ 9723 w 29322"/>
                        <a:gd name="connsiteY1" fmla="*/ 1405 h 35546"/>
                        <a:gd name="connsiteX2" fmla="*/ 28297 w 29322"/>
                        <a:gd name="connsiteY2" fmla="*/ 10930 h 35546"/>
                        <a:gd name="connsiteX3" fmla="*/ 19915 w 29322"/>
                        <a:gd name="connsiteY3" fmla="*/ 34171 h 35546"/>
                        <a:gd name="connsiteX4" fmla="*/ 770 w 29322"/>
                        <a:gd name="connsiteY4" fmla="*/ 24456 h 35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322" h="35546">
                          <a:moveTo>
                            <a:pt x="770" y="24456"/>
                          </a:moveTo>
                          <a:cubicBezTo>
                            <a:pt x="-1802" y="15121"/>
                            <a:pt x="2294" y="5120"/>
                            <a:pt x="9723" y="1405"/>
                          </a:cubicBezTo>
                          <a:cubicBezTo>
                            <a:pt x="17153" y="-2405"/>
                            <a:pt x="25344" y="1786"/>
                            <a:pt x="28297" y="10930"/>
                          </a:cubicBezTo>
                          <a:cubicBezTo>
                            <a:pt x="31250" y="19979"/>
                            <a:pt x="27630" y="30456"/>
                            <a:pt x="19915" y="34171"/>
                          </a:cubicBezTo>
                          <a:cubicBezTo>
                            <a:pt x="12105" y="37886"/>
                            <a:pt x="3342" y="33885"/>
                            <a:pt x="770" y="2445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10" name="Forme libre : forme 12509">
                      <a:extLst>
                        <a:ext uri="{FF2B5EF4-FFF2-40B4-BE49-F238E27FC236}">
                          <a16:creationId xmlns:a16="http://schemas.microsoft.com/office/drawing/2014/main" id="{727CAD06-678E-45E9-B764-09A1BC3EC9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7848" y="4162398"/>
                      <a:ext cx="29372" cy="31681"/>
                    </a:xfrm>
                    <a:custGeom>
                      <a:avLst/>
                      <a:gdLst>
                        <a:gd name="connsiteX0" fmla="*/ 14523 w 29372"/>
                        <a:gd name="connsiteY0" fmla="*/ 17489 h 31681"/>
                        <a:gd name="connsiteX1" fmla="*/ 29191 w 29372"/>
                        <a:gd name="connsiteY1" fmla="*/ 19965 h 31681"/>
                        <a:gd name="connsiteX2" fmla="*/ 28334 w 29372"/>
                        <a:gd name="connsiteY2" fmla="*/ 10917 h 31681"/>
                        <a:gd name="connsiteX3" fmla="*/ 9760 w 29372"/>
                        <a:gd name="connsiteY3" fmla="*/ 1392 h 31681"/>
                        <a:gd name="connsiteX4" fmla="*/ 807 w 29372"/>
                        <a:gd name="connsiteY4" fmla="*/ 24442 h 31681"/>
                        <a:gd name="connsiteX5" fmla="*/ 4998 w 29372"/>
                        <a:gd name="connsiteY5" fmla="*/ 31681 h 31681"/>
                        <a:gd name="connsiteX6" fmla="*/ 14523 w 29372"/>
                        <a:gd name="connsiteY6" fmla="*/ 17489 h 31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372" h="31681">
                          <a:moveTo>
                            <a:pt x="14523" y="17489"/>
                          </a:moveTo>
                          <a:cubicBezTo>
                            <a:pt x="19666" y="14917"/>
                            <a:pt x="25191" y="16155"/>
                            <a:pt x="29191" y="19965"/>
                          </a:cubicBezTo>
                          <a:cubicBezTo>
                            <a:pt x="29572" y="17013"/>
                            <a:pt x="29382" y="13869"/>
                            <a:pt x="28334" y="10917"/>
                          </a:cubicBezTo>
                          <a:cubicBezTo>
                            <a:pt x="25381" y="1868"/>
                            <a:pt x="17285" y="-2418"/>
                            <a:pt x="9760" y="1392"/>
                          </a:cubicBezTo>
                          <a:cubicBezTo>
                            <a:pt x="2331" y="5107"/>
                            <a:pt x="-1860" y="15108"/>
                            <a:pt x="807" y="24442"/>
                          </a:cubicBezTo>
                          <a:cubicBezTo>
                            <a:pt x="1664" y="27395"/>
                            <a:pt x="3093" y="29871"/>
                            <a:pt x="4998" y="31681"/>
                          </a:cubicBezTo>
                          <a:cubicBezTo>
                            <a:pt x="5855" y="25585"/>
                            <a:pt x="9379" y="19965"/>
                            <a:pt x="14523" y="1748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11" name="Forme libre : forme 12510">
                      <a:extLst>
                        <a:ext uri="{FF2B5EF4-FFF2-40B4-BE49-F238E27FC236}">
                          <a16:creationId xmlns:a16="http://schemas.microsoft.com/office/drawing/2014/main" id="{7357AC36-B172-4C90-95B7-331E9F023D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1338" y="4177697"/>
                      <a:ext cx="13375" cy="15752"/>
                    </a:xfrm>
                    <a:custGeom>
                      <a:avLst/>
                      <a:gdLst>
                        <a:gd name="connsiteX0" fmla="*/ 2365 w 13375"/>
                        <a:gd name="connsiteY0" fmla="*/ 13430 h 15752"/>
                        <a:gd name="connsiteX1" fmla="*/ 1603 w 13375"/>
                        <a:gd name="connsiteY1" fmla="*/ 2286 h 15752"/>
                        <a:gd name="connsiteX2" fmla="*/ 10938 w 13375"/>
                        <a:gd name="connsiteY2" fmla="*/ 2286 h 15752"/>
                        <a:gd name="connsiteX3" fmla="*/ 11890 w 13375"/>
                        <a:gd name="connsiteY3" fmla="*/ 13430 h 15752"/>
                        <a:gd name="connsiteX4" fmla="*/ 2365 w 13375"/>
                        <a:gd name="connsiteY4" fmla="*/ 13430 h 15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75" h="15752">
                          <a:moveTo>
                            <a:pt x="2365" y="13430"/>
                          </a:moveTo>
                          <a:cubicBezTo>
                            <a:pt x="-492" y="10382"/>
                            <a:pt x="-778" y="5143"/>
                            <a:pt x="1603" y="2286"/>
                          </a:cubicBezTo>
                          <a:cubicBezTo>
                            <a:pt x="3984" y="-762"/>
                            <a:pt x="8080" y="-762"/>
                            <a:pt x="10938" y="2286"/>
                          </a:cubicBezTo>
                          <a:cubicBezTo>
                            <a:pt x="13795" y="5334"/>
                            <a:pt x="14176" y="10382"/>
                            <a:pt x="11890" y="13430"/>
                          </a:cubicBezTo>
                          <a:cubicBezTo>
                            <a:pt x="9509" y="16574"/>
                            <a:pt x="5223" y="16478"/>
                            <a:pt x="2365" y="1343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12" name="Forme libre : forme 12511">
                      <a:extLst>
                        <a:ext uri="{FF2B5EF4-FFF2-40B4-BE49-F238E27FC236}">
                          <a16:creationId xmlns:a16="http://schemas.microsoft.com/office/drawing/2014/main" id="{2221291D-EF55-4CEA-8798-5DF1183B29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1169" y="4184977"/>
                      <a:ext cx="4880" cy="5822"/>
                    </a:xfrm>
                    <a:custGeom>
                      <a:avLst/>
                      <a:gdLst>
                        <a:gd name="connsiteX0" fmla="*/ 154 w 4880"/>
                        <a:gd name="connsiteY0" fmla="*/ 4054 h 5822"/>
                        <a:gd name="connsiteX1" fmla="*/ 1583 w 4880"/>
                        <a:gd name="connsiteY1" fmla="*/ 244 h 5822"/>
                        <a:gd name="connsiteX2" fmla="*/ 4727 w 4880"/>
                        <a:gd name="connsiteY2" fmla="*/ 1768 h 5822"/>
                        <a:gd name="connsiteX3" fmla="*/ 3298 w 4880"/>
                        <a:gd name="connsiteY3" fmla="*/ 5578 h 5822"/>
                        <a:gd name="connsiteX4" fmla="*/ 154 w 4880"/>
                        <a:gd name="connsiteY4" fmla="*/ 4054 h 58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80" h="5822">
                          <a:moveTo>
                            <a:pt x="154" y="4054"/>
                          </a:moveTo>
                          <a:cubicBezTo>
                            <a:pt x="-322" y="2530"/>
                            <a:pt x="345" y="816"/>
                            <a:pt x="1583" y="244"/>
                          </a:cubicBezTo>
                          <a:cubicBezTo>
                            <a:pt x="2821" y="-423"/>
                            <a:pt x="4250" y="339"/>
                            <a:pt x="4727" y="1768"/>
                          </a:cubicBezTo>
                          <a:cubicBezTo>
                            <a:pt x="5203" y="3292"/>
                            <a:pt x="4536" y="5007"/>
                            <a:pt x="3298" y="5578"/>
                          </a:cubicBezTo>
                          <a:cubicBezTo>
                            <a:pt x="2059" y="6245"/>
                            <a:pt x="631" y="5483"/>
                            <a:pt x="154" y="40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513" name="Graphique 5">
                    <a:extLst>
                      <a:ext uri="{FF2B5EF4-FFF2-40B4-BE49-F238E27FC236}">
                        <a16:creationId xmlns:a16="http://schemas.microsoft.com/office/drawing/2014/main" id="{ABCA1B02-104D-4D92-BD32-ED88C7EBFCC1}"/>
                      </a:ext>
                    </a:extLst>
                  </p:cNvPr>
                  <p:cNvGrpSpPr/>
                  <p:nvPr/>
                </p:nvGrpSpPr>
                <p:grpSpPr>
                  <a:xfrm>
                    <a:off x="3102768" y="4146947"/>
                    <a:ext cx="28817" cy="35533"/>
                    <a:chOff x="3102768" y="4146947"/>
                    <a:chExt cx="28817" cy="35533"/>
                  </a:xfrm>
                  <a:solidFill>
                    <a:schemeClr val="accent1"/>
                  </a:solidFill>
                </p:grpSpPr>
                <p:sp>
                  <p:nvSpPr>
                    <p:cNvPr id="12514" name="Forme libre : forme 12513">
                      <a:extLst>
                        <a:ext uri="{FF2B5EF4-FFF2-40B4-BE49-F238E27FC236}">
                          <a16:creationId xmlns:a16="http://schemas.microsoft.com/office/drawing/2014/main" id="{4B72B11A-ADA5-403A-8C76-95D2837A13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2768" y="4146947"/>
                      <a:ext cx="28817" cy="35533"/>
                    </a:xfrm>
                    <a:custGeom>
                      <a:avLst/>
                      <a:gdLst>
                        <a:gd name="connsiteX0" fmla="*/ 550 w 28817"/>
                        <a:gd name="connsiteY0" fmla="*/ 23986 h 35533"/>
                        <a:gd name="connsiteX1" fmla="*/ 10361 w 28817"/>
                        <a:gd name="connsiteY1" fmla="*/ 1126 h 35533"/>
                        <a:gd name="connsiteX2" fmla="*/ 28077 w 28817"/>
                        <a:gd name="connsiteY2" fmla="*/ 11509 h 35533"/>
                        <a:gd name="connsiteX3" fmla="*/ 18838 w 28817"/>
                        <a:gd name="connsiteY3" fmla="*/ 34368 h 35533"/>
                        <a:gd name="connsiteX4" fmla="*/ 550 w 28817"/>
                        <a:gd name="connsiteY4" fmla="*/ 23986 h 35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817" h="35533">
                          <a:moveTo>
                            <a:pt x="550" y="23986"/>
                          </a:moveTo>
                          <a:cubicBezTo>
                            <a:pt x="-1641" y="14842"/>
                            <a:pt x="2931" y="4651"/>
                            <a:pt x="10361" y="1126"/>
                          </a:cubicBezTo>
                          <a:cubicBezTo>
                            <a:pt x="17790" y="-2303"/>
                            <a:pt x="25601" y="2365"/>
                            <a:pt x="28077" y="11509"/>
                          </a:cubicBezTo>
                          <a:cubicBezTo>
                            <a:pt x="30554" y="20748"/>
                            <a:pt x="26649" y="30940"/>
                            <a:pt x="18838" y="34368"/>
                          </a:cubicBezTo>
                          <a:cubicBezTo>
                            <a:pt x="11123" y="37893"/>
                            <a:pt x="2741" y="33130"/>
                            <a:pt x="550" y="239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15" name="Forme libre : forme 12514">
                      <a:extLst>
                        <a:ext uri="{FF2B5EF4-FFF2-40B4-BE49-F238E27FC236}">
                          <a16:creationId xmlns:a16="http://schemas.microsoft.com/office/drawing/2014/main" id="{CAC16510-9F0B-4C11-9C13-2EDE6FDE45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2768" y="4146993"/>
                      <a:ext cx="28749" cy="31274"/>
                    </a:xfrm>
                    <a:custGeom>
                      <a:avLst/>
                      <a:gdLst>
                        <a:gd name="connsiteX0" fmla="*/ 14266 w 28749"/>
                        <a:gd name="connsiteY0" fmla="*/ 17464 h 31274"/>
                        <a:gd name="connsiteX1" fmla="*/ 28458 w 28749"/>
                        <a:gd name="connsiteY1" fmla="*/ 20702 h 31274"/>
                        <a:gd name="connsiteX2" fmla="*/ 28077 w 28749"/>
                        <a:gd name="connsiteY2" fmla="*/ 11558 h 31274"/>
                        <a:gd name="connsiteX3" fmla="*/ 10361 w 28749"/>
                        <a:gd name="connsiteY3" fmla="*/ 1176 h 31274"/>
                        <a:gd name="connsiteX4" fmla="*/ 550 w 28749"/>
                        <a:gd name="connsiteY4" fmla="*/ 24036 h 31274"/>
                        <a:gd name="connsiteX5" fmla="*/ 4360 w 28749"/>
                        <a:gd name="connsiteY5" fmla="*/ 31275 h 31274"/>
                        <a:gd name="connsiteX6" fmla="*/ 14266 w 28749"/>
                        <a:gd name="connsiteY6" fmla="*/ 17464 h 312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49" h="31274">
                          <a:moveTo>
                            <a:pt x="14266" y="17464"/>
                          </a:moveTo>
                          <a:cubicBezTo>
                            <a:pt x="19410" y="15083"/>
                            <a:pt x="24744" y="16607"/>
                            <a:pt x="28458" y="20702"/>
                          </a:cubicBezTo>
                          <a:cubicBezTo>
                            <a:pt x="28935" y="17750"/>
                            <a:pt x="28839" y="14606"/>
                            <a:pt x="28077" y="11558"/>
                          </a:cubicBezTo>
                          <a:cubicBezTo>
                            <a:pt x="25601" y="2319"/>
                            <a:pt x="17790" y="-2348"/>
                            <a:pt x="10361" y="1176"/>
                          </a:cubicBezTo>
                          <a:cubicBezTo>
                            <a:pt x="2931" y="4605"/>
                            <a:pt x="-1641" y="14892"/>
                            <a:pt x="550" y="24036"/>
                          </a:cubicBezTo>
                          <a:cubicBezTo>
                            <a:pt x="1217" y="26989"/>
                            <a:pt x="2646" y="29370"/>
                            <a:pt x="4360" y="31275"/>
                          </a:cubicBezTo>
                          <a:cubicBezTo>
                            <a:pt x="5503" y="25084"/>
                            <a:pt x="9123" y="19750"/>
                            <a:pt x="14266" y="1746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16" name="Forme libre : forme 12515">
                      <a:extLst>
                        <a:ext uri="{FF2B5EF4-FFF2-40B4-BE49-F238E27FC236}">
                          <a16:creationId xmlns:a16="http://schemas.microsoft.com/office/drawing/2014/main" id="{1421F20B-27B7-4645-9DDE-689B5918B1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6102" y="4161985"/>
                      <a:ext cx="13072" cy="15862"/>
                    </a:xfrm>
                    <a:custGeom>
                      <a:avLst/>
                      <a:gdLst>
                        <a:gd name="connsiteX0" fmla="*/ 2074 w 13072"/>
                        <a:gd name="connsiteY0" fmla="*/ 13330 h 15862"/>
                        <a:gd name="connsiteX1" fmla="*/ 1789 w 13072"/>
                        <a:gd name="connsiteY1" fmla="*/ 2090 h 15862"/>
                        <a:gd name="connsiteX2" fmla="*/ 10932 w 13072"/>
                        <a:gd name="connsiteY2" fmla="*/ 2567 h 15862"/>
                        <a:gd name="connsiteX3" fmla="*/ 11409 w 13072"/>
                        <a:gd name="connsiteY3" fmla="*/ 13806 h 15862"/>
                        <a:gd name="connsiteX4" fmla="*/ 2074 w 13072"/>
                        <a:gd name="connsiteY4" fmla="*/ 13330 h 15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72" h="15862">
                          <a:moveTo>
                            <a:pt x="2074" y="13330"/>
                          </a:moveTo>
                          <a:cubicBezTo>
                            <a:pt x="-593" y="10091"/>
                            <a:pt x="-688" y="5138"/>
                            <a:pt x="1789" y="2090"/>
                          </a:cubicBezTo>
                          <a:cubicBezTo>
                            <a:pt x="4265" y="-862"/>
                            <a:pt x="8265" y="-672"/>
                            <a:pt x="10932" y="2567"/>
                          </a:cubicBezTo>
                          <a:cubicBezTo>
                            <a:pt x="13600" y="5805"/>
                            <a:pt x="13790" y="10853"/>
                            <a:pt x="11409" y="13806"/>
                          </a:cubicBezTo>
                          <a:cubicBezTo>
                            <a:pt x="8932" y="16759"/>
                            <a:pt x="4646" y="16473"/>
                            <a:pt x="2074" y="1333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17" name="Forme libre : forme 12516">
                      <a:extLst>
                        <a:ext uri="{FF2B5EF4-FFF2-40B4-BE49-F238E27FC236}">
                          <a16:creationId xmlns:a16="http://schemas.microsoft.com/office/drawing/2014/main" id="{AF76179D-C546-45EB-92DE-48240659BE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5499" y="4169601"/>
                      <a:ext cx="4785" cy="5770"/>
                    </a:xfrm>
                    <a:custGeom>
                      <a:avLst/>
                      <a:gdLst>
                        <a:gd name="connsiteX0" fmla="*/ 106 w 4785"/>
                        <a:gd name="connsiteY0" fmla="*/ 3904 h 5770"/>
                        <a:gd name="connsiteX1" fmla="*/ 1726 w 4785"/>
                        <a:gd name="connsiteY1" fmla="*/ 190 h 5770"/>
                        <a:gd name="connsiteX2" fmla="*/ 4678 w 4785"/>
                        <a:gd name="connsiteY2" fmla="*/ 1904 h 5770"/>
                        <a:gd name="connsiteX3" fmla="*/ 3154 w 4785"/>
                        <a:gd name="connsiteY3" fmla="*/ 5619 h 5770"/>
                        <a:gd name="connsiteX4" fmla="*/ 106 w 4785"/>
                        <a:gd name="connsiteY4" fmla="*/ 3904 h 5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5" h="5770">
                          <a:moveTo>
                            <a:pt x="106" y="3904"/>
                          </a:moveTo>
                          <a:cubicBezTo>
                            <a:pt x="-275" y="2381"/>
                            <a:pt x="392" y="666"/>
                            <a:pt x="1726" y="190"/>
                          </a:cubicBezTo>
                          <a:cubicBezTo>
                            <a:pt x="2964" y="-382"/>
                            <a:pt x="4297" y="380"/>
                            <a:pt x="4678" y="1904"/>
                          </a:cubicBezTo>
                          <a:cubicBezTo>
                            <a:pt x="5059" y="3428"/>
                            <a:pt x="4393" y="5143"/>
                            <a:pt x="3154" y="5619"/>
                          </a:cubicBezTo>
                          <a:cubicBezTo>
                            <a:pt x="1916" y="6095"/>
                            <a:pt x="583" y="5428"/>
                            <a:pt x="106" y="39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518" name="Graphique 5">
                  <a:extLst>
                    <a:ext uri="{FF2B5EF4-FFF2-40B4-BE49-F238E27FC236}">
                      <a16:creationId xmlns:a16="http://schemas.microsoft.com/office/drawing/2014/main" id="{88F5C594-ADA1-4C2F-B45A-E02A21CD2A54}"/>
                    </a:ext>
                  </a:extLst>
                </p:cNvPr>
                <p:cNvGrpSpPr/>
                <p:nvPr/>
              </p:nvGrpSpPr>
              <p:grpSpPr>
                <a:xfrm>
                  <a:off x="3061700" y="4045950"/>
                  <a:ext cx="62049" cy="90030"/>
                  <a:chOff x="3061700" y="4045950"/>
                  <a:chExt cx="62049" cy="90030"/>
                </a:xfrm>
                <a:solidFill>
                  <a:schemeClr val="accent1"/>
                </a:solidFill>
              </p:grpSpPr>
              <p:grpSp>
                <p:nvGrpSpPr>
                  <p:cNvPr id="12519" name="Graphique 5">
                    <a:extLst>
                      <a:ext uri="{FF2B5EF4-FFF2-40B4-BE49-F238E27FC236}">
                        <a16:creationId xmlns:a16="http://schemas.microsoft.com/office/drawing/2014/main" id="{F2E550E2-D934-4690-BF9A-16782BE74E70}"/>
                      </a:ext>
                    </a:extLst>
                  </p:cNvPr>
                  <p:cNvGrpSpPr/>
                  <p:nvPr/>
                </p:nvGrpSpPr>
                <p:grpSpPr>
                  <a:xfrm>
                    <a:off x="3098987" y="4045950"/>
                    <a:ext cx="24762" cy="35441"/>
                    <a:chOff x="3098987" y="4045950"/>
                    <a:chExt cx="24762" cy="35441"/>
                  </a:xfrm>
                  <a:solidFill>
                    <a:schemeClr val="accent1"/>
                  </a:solidFill>
                </p:grpSpPr>
                <p:sp>
                  <p:nvSpPr>
                    <p:cNvPr id="12520" name="Forme libre : forme 12519">
                      <a:extLst>
                        <a:ext uri="{FF2B5EF4-FFF2-40B4-BE49-F238E27FC236}">
                          <a16:creationId xmlns:a16="http://schemas.microsoft.com/office/drawing/2014/main" id="{2F3E02FB-5B60-468A-BB0A-E1B0C4DEFD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9082" y="4045950"/>
                      <a:ext cx="24667" cy="35441"/>
                    </a:xfrm>
                    <a:custGeom>
                      <a:avLst/>
                      <a:gdLst>
                        <a:gd name="connsiteX0" fmla="*/ 15190 w 24667"/>
                        <a:gd name="connsiteY0" fmla="*/ 34497 h 35441"/>
                        <a:gd name="connsiteX1" fmla="*/ 236 w 24667"/>
                        <a:gd name="connsiteY1" fmla="*/ 23448 h 35441"/>
                        <a:gd name="connsiteX2" fmla="*/ 9856 w 24667"/>
                        <a:gd name="connsiteY2" fmla="*/ 969 h 35441"/>
                        <a:gd name="connsiteX3" fmla="*/ 24334 w 24667"/>
                        <a:gd name="connsiteY3" fmla="*/ 11541 h 35441"/>
                        <a:gd name="connsiteX4" fmla="*/ 15190 w 24667"/>
                        <a:gd name="connsiteY4" fmla="*/ 34497 h 35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667" h="35441">
                          <a:moveTo>
                            <a:pt x="15190" y="34497"/>
                          </a:moveTo>
                          <a:cubicBezTo>
                            <a:pt x="8427" y="37640"/>
                            <a:pt x="1569" y="32687"/>
                            <a:pt x="236" y="23448"/>
                          </a:cubicBezTo>
                          <a:cubicBezTo>
                            <a:pt x="-1098" y="14208"/>
                            <a:pt x="3379" y="4207"/>
                            <a:pt x="9856" y="969"/>
                          </a:cubicBezTo>
                          <a:cubicBezTo>
                            <a:pt x="16333" y="-2175"/>
                            <a:pt x="22619" y="2588"/>
                            <a:pt x="24334" y="11541"/>
                          </a:cubicBezTo>
                          <a:cubicBezTo>
                            <a:pt x="25858" y="20685"/>
                            <a:pt x="22048" y="30973"/>
                            <a:pt x="15190" y="3449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21" name="Forme libre : forme 12520">
                      <a:extLst>
                        <a:ext uri="{FF2B5EF4-FFF2-40B4-BE49-F238E27FC236}">
                          <a16:creationId xmlns:a16="http://schemas.microsoft.com/office/drawing/2014/main" id="{9461833F-87F0-43FE-B231-D41259180B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8987" y="4045999"/>
                      <a:ext cx="20714" cy="35355"/>
                    </a:xfrm>
                    <a:custGeom>
                      <a:avLst/>
                      <a:gdLst>
                        <a:gd name="connsiteX0" fmla="*/ 12142 w 20714"/>
                        <a:gd name="connsiteY0" fmla="*/ 17969 h 35355"/>
                        <a:gd name="connsiteX1" fmla="*/ 15952 w 20714"/>
                        <a:gd name="connsiteY1" fmla="*/ 348 h 35355"/>
                        <a:gd name="connsiteX2" fmla="*/ 9856 w 20714"/>
                        <a:gd name="connsiteY2" fmla="*/ 919 h 35355"/>
                        <a:gd name="connsiteX3" fmla="*/ 236 w 20714"/>
                        <a:gd name="connsiteY3" fmla="*/ 23398 h 35355"/>
                        <a:gd name="connsiteX4" fmla="*/ 15190 w 20714"/>
                        <a:gd name="connsiteY4" fmla="*/ 34447 h 35355"/>
                        <a:gd name="connsiteX5" fmla="*/ 20714 w 20714"/>
                        <a:gd name="connsiteY5" fmla="*/ 29208 h 35355"/>
                        <a:gd name="connsiteX6" fmla="*/ 12142 w 20714"/>
                        <a:gd name="connsiteY6" fmla="*/ 17969 h 35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714" h="35355">
                          <a:moveTo>
                            <a:pt x="12142" y="17969"/>
                          </a:moveTo>
                          <a:cubicBezTo>
                            <a:pt x="11094" y="11682"/>
                            <a:pt x="12809" y="5015"/>
                            <a:pt x="15952" y="348"/>
                          </a:cubicBezTo>
                          <a:cubicBezTo>
                            <a:pt x="14047" y="-224"/>
                            <a:pt x="11951" y="-129"/>
                            <a:pt x="9856" y="919"/>
                          </a:cubicBezTo>
                          <a:cubicBezTo>
                            <a:pt x="3379" y="4158"/>
                            <a:pt x="-1098" y="14254"/>
                            <a:pt x="236" y="23398"/>
                          </a:cubicBezTo>
                          <a:cubicBezTo>
                            <a:pt x="1569" y="32637"/>
                            <a:pt x="8427" y="37495"/>
                            <a:pt x="15190" y="34447"/>
                          </a:cubicBezTo>
                          <a:cubicBezTo>
                            <a:pt x="17381" y="33304"/>
                            <a:pt x="19190" y="31494"/>
                            <a:pt x="20714" y="29208"/>
                          </a:cubicBezTo>
                          <a:cubicBezTo>
                            <a:pt x="16523" y="28446"/>
                            <a:pt x="13190" y="24160"/>
                            <a:pt x="12142" y="1796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22" name="Forme libre : forme 12521">
                      <a:extLst>
                        <a:ext uri="{FF2B5EF4-FFF2-40B4-BE49-F238E27FC236}">
                          <a16:creationId xmlns:a16="http://schemas.microsoft.com/office/drawing/2014/main" id="{A54CA48E-5589-478B-A4F7-8485108D96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8864" y="4061186"/>
                      <a:ext cx="11257" cy="15961"/>
                    </a:xfrm>
                    <a:custGeom>
                      <a:avLst/>
                      <a:gdLst>
                        <a:gd name="connsiteX0" fmla="*/ 8933 w 11257"/>
                        <a:gd name="connsiteY0" fmla="*/ 13069 h 15961"/>
                        <a:gd name="connsiteX1" fmla="*/ 1027 w 11257"/>
                        <a:gd name="connsiteY1" fmla="*/ 14022 h 15961"/>
                        <a:gd name="connsiteX2" fmla="*/ 2361 w 11257"/>
                        <a:gd name="connsiteY2" fmla="*/ 2782 h 15961"/>
                        <a:gd name="connsiteX3" fmla="*/ 10171 w 11257"/>
                        <a:gd name="connsiteY3" fmla="*/ 1830 h 15961"/>
                        <a:gd name="connsiteX4" fmla="*/ 8933 w 11257"/>
                        <a:gd name="connsiteY4" fmla="*/ 13069 h 15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57" h="15961">
                          <a:moveTo>
                            <a:pt x="8933" y="13069"/>
                          </a:moveTo>
                          <a:cubicBezTo>
                            <a:pt x="6361" y="16594"/>
                            <a:pt x="2837" y="16879"/>
                            <a:pt x="1027" y="14022"/>
                          </a:cubicBezTo>
                          <a:cubicBezTo>
                            <a:pt x="-783" y="11164"/>
                            <a:pt x="-116" y="6116"/>
                            <a:pt x="2361" y="2782"/>
                          </a:cubicBezTo>
                          <a:cubicBezTo>
                            <a:pt x="4932" y="-647"/>
                            <a:pt x="8266" y="-837"/>
                            <a:pt x="10171" y="1830"/>
                          </a:cubicBezTo>
                          <a:cubicBezTo>
                            <a:pt x="11981" y="4592"/>
                            <a:pt x="11505" y="9640"/>
                            <a:pt x="8933" y="1306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23" name="Forme libre : forme 12522">
                      <a:extLst>
                        <a:ext uri="{FF2B5EF4-FFF2-40B4-BE49-F238E27FC236}">
                          <a16:creationId xmlns:a16="http://schemas.microsoft.com/office/drawing/2014/main" id="{E961912E-CCA3-4E59-87BF-3153F059CB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4778" y="4059626"/>
                      <a:ext cx="4037" cy="5854"/>
                    </a:xfrm>
                    <a:custGeom>
                      <a:avLst/>
                      <a:gdLst>
                        <a:gd name="connsiteX0" fmla="*/ 2543 w 4037"/>
                        <a:gd name="connsiteY0" fmla="*/ 5676 h 5854"/>
                        <a:gd name="connsiteX1" fmla="*/ 66 w 4037"/>
                        <a:gd name="connsiteY1" fmla="*/ 3866 h 5854"/>
                        <a:gd name="connsiteX2" fmla="*/ 1590 w 4037"/>
                        <a:gd name="connsiteY2" fmla="*/ 152 h 5854"/>
                        <a:gd name="connsiteX3" fmla="*/ 3971 w 4037"/>
                        <a:gd name="connsiteY3" fmla="*/ 1866 h 5854"/>
                        <a:gd name="connsiteX4" fmla="*/ 2543 w 4037"/>
                        <a:gd name="connsiteY4" fmla="*/ 5676 h 58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37" h="5854">
                          <a:moveTo>
                            <a:pt x="2543" y="5676"/>
                          </a:moveTo>
                          <a:cubicBezTo>
                            <a:pt x="1399" y="6247"/>
                            <a:pt x="352" y="5390"/>
                            <a:pt x="66" y="3866"/>
                          </a:cubicBezTo>
                          <a:cubicBezTo>
                            <a:pt x="-220" y="2342"/>
                            <a:pt x="447" y="723"/>
                            <a:pt x="1590" y="152"/>
                          </a:cubicBezTo>
                          <a:cubicBezTo>
                            <a:pt x="2638" y="-325"/>
                            <a:pt x="3781" y="342"/>
                            <a:pt x="3971" y="1866"/>
                          </a:cubicBezTo>
                          <a:cubicBezTo>
                            <a:pt x="4257" y="3390"/>
                            <a:pt x="3590" y="5104"/>
                            <a:pt x="2543" y="56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524" name="Graphique 5">
                    <a:extLst>
                      <a:ext uri="{FF2B5EF4-FFF2-40B4-BE49-F238E27FC236}">
                        <a16:creationId xmlns:a16="http://schemas.microsoft.com/office/drawing/2014/main" id="{CF2C125C-5B36-4696-8A0F-2B37CD3CFBA5}"/>
                      </a:ext>
                    </a:extLst>
                  </p:cNvPr>
                  <p:cNvGrpSpPr/>
                  <p:nvPr/>
                </p:nvGrpSpPr>
                <p:grpSpPr>
                  <a:xfrm>
                    <a:off x="3077884" y="4069918"/>
                    <a:ext cx="25965" cy="35389"/>
                    <a:chOff x="3077884" y="4069918"/>
                    <a:chExt cx="25965" cy="35389"/>
                  </a:xfrm>
                  <a:solidFill>
                    <a:schemeClr val="accent1"/>
                  </a:solidFill>
                </p:grpSpPr>
                <p:sp>
                  <p:nvSpPr>
                    <p:cNvPr id="12525" name="Forme libre : forme 12524">
                      <a:extLst>
                        <a:ext uri="{FF2B5EF4-FFF2-40B4-BE49-F238E27FC236}">
                          <a16:creationId xmlns:a16="http://schemas.microsoft.com/office/drawing/2014/main" id="{E9692BDB-F6B2-4E12-86E3-0DD408B33C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7884" y="4069918"/>
                      <a:ext cx="25965" cy="35294"/>
                    </a:xfrm>
                    <a:custGeom>
                      <a:avLst/>
                      <a:gdLst>
                        <a:gd name="connsiteX0" fmla="*/ 15719 w 25965"/>
                        <a:gd name="connsiteY0" fmla="*/ 34341 h 35294"/>
                        <a:gd name="connsiteX1" fmla="*/ 193 w 25965"/>
                        <a:gd name="connsiteY1" fmla="*/ 23102 h 35294"/>
                        <a:gd name="connsiteX2" fmla="*/ 10671 w 25965"/>
                        <a:gd name="connsiteY2" fmla="*/ 1003 h 35294"/>
                        <a:gd name="connsiteX3" fmla="*/ 25625 w 25965"/>
                        <a:gd name="connsiteY3" fmla="*/ 11862 h 35294"/>
                        <a:gd name="connsiteX4" fmla="*/ 15719 w 25965"/>
                        <a:gd name="connsiteY4" fmla="*/ 34341 h 35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65" h="35294">
                          <a:moveTo>
                            <a:pt x="15719" y="34341"/>
                          </a:moveTo>
                          <a:cubicBezTo>
                            <a:pt x="8575" y="37484"/>
                            <a:pt x="1336" y="32627"/>
                            <a:pt x="193" y="23102"/>
                          </a:cubicBezTo>
                          <a:cubicBezTo>
                            <a:pt x="-1045" y="13672"/>
                            <a:pt x="3813" y="3956"/>
                            <a:pt x="10671" y="1003"/>
                          </a:cubicBezTo>
                          <a:cubicBezTo>
                            <a:pt x="17529" y="-2235"/>
                            <a:pt x="24101" y="2623"/>
                            <a:pt x="25625" y="11862"/>
                          </a:cubicBezTo>
                          <a:cubicBezTo>
                            <a:pt x="27244" y="21196"/>
                            <a:pt x="22958" y="31198"/>
                            <a:pt x="15719" y="3434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26" name="Forme libre : forme 12525">
                      <a:extLst>
                        <a:ext uri="{FF2B5EF4-FFF2-40B4-BE49-F238E27FC236}">
                          <a16:creationId xmlns:a16="http://schemas.microsoft.com/office/drawing/2014/main" id="{2AFCE7B8-9266-44AD-AF7E-E62331772B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7884" y="4070008"/>
                      <a:ext cx="21529" cy="35299"/>
                    </a:xfrm>
                    <a:custGeom>
                      <a:avLst/>
                      <a:gdLst>
                        <a:gd name="connsiteX0" fmla="*/ 12766 w 21529"/>
                        <a:gd name="connsiteY0" fmla="*/ 17868 h 35299"/>
                        <a:gd name="connsiteX1" fmla="*/ 17148 w 21529"/>
                        <a:gd name="connsiteY1" fmla="*/ 342 h 35299"/>
                        <a:gd name="connsiteX2" fmla="*/ 10671 w 21529"/>
                        <a:gd name="connsiteY2" fmla="*/ 1009 h 35299"/>
                        <a:gd name="connsiteX3" fmla="*/ 193 w 21529"/>
                        <a:gd name="connsiteY3" fmla="*/ 23107 h 35299"/>
                        <a:gd name="connsiteX4" fmla="*/ 15719 w 21529"/>
                        <a:gd name="connsiteY4" fmla="*/ 34346 h 35299"/>
                        <a:gd name="connsiteX5" fmla="*/ 21529 w 21529"/>
                        <a:gd name="connsiteY5" fmla="*/ 29488 h 35299"/>
                        <a:gd name="connsiteX6" fmla="*/ 12766 w 21529"/>
                        <a:gd name="connsiteY6" fmla="*/ 17868 h 352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529" h="35299">
                          <a:moveTo>
                            <a:pt x="12766" y="17868"/>
                          </a:moveTo>
                          <a:cubicBezTo>
                            <a:pt x="11814" y="11581"/>
                            <a:pt x="13719" y="5009"/>
                            <a:pt x="17148" y="342"/>
                          </a:cubicBezTo>
                          <a:cubicBezTo>
                            <a:pt x="15147" y="-230"/>
                            <a:pt x="12957" y="-134"/>
                            <a:pt x="10671" y="1009"/>
                          </a:cubicBezTo>
                          <a:cubicBezTo>
                            <a:pt x="3813" y="3961"/>
                            <a:pt x="-1045" y="13677"/>
                            <a:pt x="193" y="23107"/>
                          </a:cubicBezTo>
                          <a:cubicBezTo>
                            <a:pt x="1336" y="32632"/>
                            <a:pt x="8575" y="37489"/>
                            <a:pt x="15719" y="34346"/>
                          </a:cubicBezTo>
                          <a:cubicBezTo>
                            <a:pt x="18005" y="33394"/>
                            <a:pt x="19910" y="31584"/>
                            <a:pt x="21529" y="29488"/>
                          </a:cubicBezTo>
                          <a:cubicBezTo>
                            <a:pt x="17243" y="28155"/>
                            <a:pt x="13719" y="23964"/>
                            <a:pt x="12766" y="178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27" name="Forme libre : forme 12526">
                      <a:extLst>
                        <a:ext uri="{FF2B5EF4-FFF2-40B4-BE49-F238E27FC236}">
                          <a16:creationId xmlns:a16="http://schemas.microsoft.com/office/drawing/2014/main" id="{CE6609C3-6CED-4BC7-AE8B-EAC9506250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8098" y="4085197"/>
                      <a:ext cx="11928" cy="15834"/>
                    </a:xfrm>
                    <a:custGeom>
                      <a:avLst/>
                      <a:gdLst>
                        <a:gd name="connsiteX0" fmla="*/ 9410 w 11928"/>
                        <a:gd name="connsiteY0" fmla="*/ 13060 h 15834"/>
                        <a:gd name="connsiteX1" fmla="*/ 1028 w 11928"/>
                        <a:gd name="connsiteY1" fmla="*/ 13918 h 15834"/>
                        <a:gd name="connsiteX2" fmla="*/ 2648 w 11928"/>
                        <a:gd name="connsiteY2" fmla="*/ 2774 h 15834"/>
                        <a:gd name="connsiteX3" fmla="*/ 10839 w 11928"/>
                        <a:gd name="connsiteY3" fmla="*/ 1916 h 15834"/>
                        <a:gd name="connsiteX4" fmla="*/ 9410 w 11928"/>
                        <a:gd name="connsiteY4" fmla="*/ 13060 h 158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28" h="15834">
                          <a:moveTo>
                            <a:pt x="9410" y="13060"/>
                          </a:moveTo>
                          <a:cubicBezTo>
                            <a:pt x="6743" y="16394"/>
                            <a:pt x="2933" y="16775"/>
                            <a:pt x="1028" y="13918"/>
                          </a:cubicBezTo>
                          <a:cubicBezTo>
                            <a:pt x="-877" y="11060"/>
                            <a:pt x="-19" y="6107"/>
                            <a:pt x="2648" y="2774"/>
                          </a:cubicBezTo>
                          <a:cubicBezTo>
                            <a:pt x="5410" y="-560"/>
                            <a:pt x="9029" y="-941"/>
                            <a:pt x="10839" y="1916"/>
                          </a:cubicBezTo>
                          <a:cubicBezTo>
                            <a:pt x="12744" y="4678"/>
                            <a:pt x="12077" y="9727"/>
                            <a:pt x="9410" y="1306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28" name="Forme libre : forme 12527">
                      <a:extLst>
                        <a:ext uri="{FF2B5EF4-FFF2-40B4-BE49-F238E27FC236}">
                          <a16:creationId xmlns:a16="http://schemas.microsoft.com/office/drawing/2014/main" id="{E53BE878-69DC-4F9D-8A3A-9F8CC33F71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4618" y="4083544"/>
                      <a:ext cx="4188" cy="5806"/>
                    </a:xfrm>
                    <a:custGeom>
                      <a:avLst/>
                      <a:gdLst>
                        <a:gd name="connsiteX0" fmla="*/ 2509 w 4188"/>
                        <a:gd name="connsiteY0" fmla="*/ 5666 h 5806"/>
                        <a:gd name="connsiteX1" fmla="*/ 32 w 4188"/>
                        <a:gd name="connsiteY1" fmla="*/ 3856 h 5806"/>
                        <a:gd name="connsiteX2" fmla="*/ 1652 w 4188"/>
                        <a:gd name="connsiteY2" fmla="*/ 141 h 5806"/>
                        <a:gd name="connsiteX3" fmla="*/ 4128 w 4188"/>
                        <a:gd name="connsiteY3" fmla="*/ 1951 h 5806"/>
                        <a:gd name="connsiteX4" fmla="*/ 2509 w 4188"/>
                        <a:gd name="connsiteY4" fmla="*/ 5666 h 5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88" h="5806">
                          <a:moveTo>
                            <a:pt x="2509" y="5666"/>
                          </a:moveTo>
                          <a:cubicBezTo>
                            <a:pt x="1366" y="6142"/>
                            <a:pt x="223" y="5380"/>
                            <a:pt x="32" y="3856"/>
                          </a:cubicBezTo>
                          <a:cubicBezTo>
                            <a:pt x="-158" y="2332"/>
                            <a:pt x="509" y="712"/>
                            <a:pt x="1652" y="141"/>
                          </a:cubicBezTo>
                          <a:cubicBezTo>
                            <a:pt x="2794" y="-335"/>
                            <a:pt x="3938" y="427"/>
                            <a:pt x="4128" y="1951"/>
                          </a:cubicBezTo>
                          <a:cubicBezTo>
                            <a:pt x="4414" y="3475"/>
                            <a:pt x="3652" y="5189"/>
                            <a:pt x="2509" y="566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529" name="Graphique 5">
                    <a:extLst>
                      <a:ext uri="{FF2B5EF4-FFF2-40B4-BE49-F238E27FC236}">
                        <a16:creationId xmlns:a16="http://schemas.microsoft.com/office/drawing/2014/main" id="{A8CF2E00-C2D0-47CF-87F0-013A4303DED7}"/>
                      </a:ext>
                    </a:extLst>
                  </p:cNvPr>
                  <p:cNvGrpSpPr/>
                  <p:nvPr/>
                </p:nvGrpSpPr>
                <p:grpSpPr>
                  <a:xfrm>
                    <a:off x="3061700" y="4100518"/>
                    <a:ext cx="27336" cy="35461"/>
                    <a:chOff x="3061700" y="4100518"/>
                    <a:chExt cx="27336" cy="35461"/>
                  </a:xfrm>
                  <a:solidFill>
                    <a:schemeClr val="accent1"/>
                  </a:solidFill>
                </p:grpSpPr>
                <p:sp>
                  <p:nvSpPr>
                    <p:cNvPr id="12530" name="Forme libre : forme 12529">
                      <a:extLst>
                        <a:ext uri="{FF2B5EF4-FFF2-40B4-BE49-F238E27FC236}">
                          <a16:creationId xmlns:a16="http://schemas.microsoft.com/office/drawing/2014/main" id="{B7A59B07-F35E-4402-A73F-6F2CC4D96E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1700" y="4100518"/>
                      <a:ext cx="27336" cy="35366"/>
                    </a:xfrm>
                    <a:custGeom>
                      <a:avLst/>
                      <a:gdLst>
                        <a:gd name="connsiteX0" fmla="*/ 16377 w 27336"/>
                        <a:gd name="connsiteY0" fmla="*/ 34506 h 35366"/>
                        <a:gd name="connsiteX1" fmla="*/ 184 w 27336"/>
                        <a:gd name="connsiteY1" fmla="*/ 22600 h 35366"/>
                        <a:gd name="connsiteX2" fmla="*/ 11329 w 27336"/>
                        <a:gd name="connsiteY2" fmla="*/ 693 h 35366"/>
                        <a:gd name="connsiteX3" fmla="*/ 27045 w 27336"/>
                        <a:gd name="connsiteY3" fmla="*/ 12123 h 35366"/>
                        <a:gd name="connsiteX4" fmla="*/ 16377 w 27336"/>
                        <a:gd name="connsiteY4" fmla="*/ 34506 h 35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336" h="35366">
                          <a:moveTo>
                            <a:pt x="16377" y="34506"/>
                          </a:moveTo>
                          <a:cubicBezTo>
                            <a:pt x="8757" y="37650"/>
                            <a:pt x="1423" y="31839"/>
                            <a:pt x="184" y="22600"/>
                          </a:cubicBezTo>
                          <a:cubicBezTo>
                            <a:pt x="-1054" y="13266"/>
                            <a:pt x="4090" y="3455"/>
                            <a:pt x="11329" y="693"/>
                          </a:cubicBezTo>
                          <a:cubicBezTo>
                            <a:pt x="18568" y="-1879"/>
                            <a:pt x="25426" y="2883"/>
                            <a:pt x="27045" y="12123"/>
                          </a:cubicBezTo>
                          <a:cubicBezTo>
                            <a:pt x="28569" y="21362"/>
                            <a:pt x="23997" y="31458"/>
                            <a:pt x="16377" y="3450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31" name="Forme libre : forme 12530">
                      <a:extLst>
                        <a:ext uri="{FF2B5EF4-FFF2-40B4-BE49-F238E27FC236}">
                          <a16:creationId xmlns:a16="http://schemas.microsoft.com/office/drawing/2014/main" id="{667A4359-C4A9-4C3F-BC43-25E48660CE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1700" y="4100603"/>
                      <a:ext cx="22568" cy="35376"/>
                    </a:xfrm>
                    <a:custGeom>
                      <a:avLst/>
                      <a:gdLst>
                        <a:gd name="connsiteX0" fmla="*/ 13424 w 22568"/>
                        <a:gd name="connsiteY0" fmla="*/ 17848 h 35376"/>
                        <a:gd name="connsiteX1" fmla="*/ 18091 w 22568"/>
                        <a:gd name="connsiteY1" fmla="*/ 513 h 35376"/>
                        <a:gd name="connsiteX2" fmla="*/ 11329 w 22568"/>
                        <a:gd name="connsiteY2" fmla="*/ 703 h 35376"/>
                        <a:gd name="connsiteX3" fmla="*/ 184 w 22568"/>
                        <a:gd name="connsiteY3" fmla="*/ 22610 h 35376"/>
                        <a:gd name="connsiteX4" fmla="*/ 16377 w 22568"/>
                        <a:gd name="connsiteY4" fmla="*/ 34517 h 35376"/>
                        <a:gd name="connsiteX5" fmla="*/ 22568 w 22568"/>
                        <a:gd name="connsiteY5" fmla="*/ 29659 h 35376"/>
                        <a:gd name="connsiteX6" fmla="*/ 13424 w 22568"/>
                        <a:gd name="connsiteY6" fmla="*/ 17848 h 35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2568" h="35376">
                          <a:moveTo>
                            <a:pt x="13424" y="17848"/>
                          </a:moveTo>
                          <a:cubicBezTo>
                            <a:pt x="12472" y="11466"/>
                            <a:pt x="14567" y="4894"/>
                            <a:pt x="18091" y="513"/>
                          </a:cubicBezTo>
                          <a:cubicBezTo>
                            <a:pt x="15996" y="-154"/>
                            <a:pt x="13710" y="-250"/>
                            <a:pt x="11329" y="703"/>
                          </a:cubicBezTo>
                          <a:cubicBezTo>
                            <a:pt x="4090" y="3465"/>
                            <a:pt x="-1054" y="13276"/>
                            <a:pt x="184" y="22610"/>
                          </a:cubicBezTo>
                          <a:cubicBezTo>
                            <a:pt x="1423" y="31850"/>
                            <a:pt x="8757" y="37660"/>
                            <a:pt x="16377" y="34517"/>
                          </a:cubicBezTo>
                          <a:cubicBezTo>
                            <a:pt x="18758" y="33564"/>
                            <a:pt x="20854" y="31755"/>
                            <a:pt x="22568" y="29659"/>
                          </a:cubicBezTo>
                          <a:cubicBezTo>
                            <a:pt x="17996" y="28325"/>
                            <a:pt x="14281" y="24230"/>
                            <a:pt x="13424" y="1784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32" name="Forme libre : forme 12531">
                      <a:extLst>
                        <a:ext uri="{FF2B5EF4-FFF2-40B4-BE49-F238E27FC236}">
                          <a16:creationId xmlns:a16="http://schemas.microsoft.com/office/drawing/2014/main" id="{53058408-3A3E-4D15-9395-7FEC23020B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2296" y="4115978"/>
                      <a:ext cx="12616" cy="15756"/>
                    </a:xfrm>
                    <a:custGeom>
                      <a:avLst/>
                      <a:gdLst>
                        <a:gd name="connsiteX0" fmla="*/ 9877 w 12616"/>
                        <a:gd name="connsiteY0" fmla="*/ 13046 h 15756"/>
                        <a:gd name="connsiteX1" fmla="*/ 1019 w 12616"/>
                        <a:gd name="connsiteY1" fmla="*/ 13713 h 15756"/>
                        <a:gd name="connsiteX2" fmla="*/ 2829 w 12616"/>
                        <a:gd name="connsiteY2" fmla="*/ 2569 h 15756"/>
                        <a:gd name="connsiteX3" fmla="*/ 11497 w 12616"/>
                        <a:gd name="connsiteY3" fmla="*/ 1902 h 15756"/>
                        <a:gd name="connsiteX4" fmla="*/ 9877 w 12616"/>
                        <a:gd name="connsiteY4" fmla="*/ 13046 h 15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16" h="15756">
                          <a:moveTo>
                            <a:pt x="9877" y="13046"/>
                          </a:moveTo>
                          <a:cubicBezTo>
                            <a:pt x="7020" y="16285"/>
                            <a:pt x="2924" y="16761"/>
                            <a:pt x="1019" y="13713"/>
                          </a:cubicBezTo>
                          <a:cubicBezTo>
                            <a:pt x="-886" y="10665"/>
                            <a:pt x="-29" y="5712"/>
                            <a:pt x="2829" y="2569"/>
                          </a:cubicBezTo>
                          <a:cubicBezTo>
                            <a:pt x="5686" y="-479"/>
                            <a:pt x="9592" y="-956"/>
                            <a:pt x="11497" y="1902"/>
                          </a:cubicBezTo>
                          <a:cubicBezTo>
                            <a:pt x="13497" y="4759"/>
                            <a:pt x="12735" y="9712"/>
                            <a:pt x="9877" y="1304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33" name="Forme libre : forme 12532">
                      <a:extLst>
                        <a:ext uri="{FF2B5EF4-FFF2-40B4-BE49-F238E27FC236}">
                          <a16:creationId xmlns:a16="http://schemas.microsoft.com/office/drawing/2014/main" id="{FC1C1702-7151-4163-B4BB-5584077374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9165" y="4114272"/>
                      <a:ext cx="4560" cy="5843"/>
                    </a:xfrm>
                    <a:custGeom>
                      <a:avLst/>
                      <a:gdLst>
                        <a:gd name="connsiteX0" fmla="*/ 2722 w 4560"/>
                        <a:gd name="connsiteY0" fmla="*/ 5702 h 5843"/>
                        <a:gd name="connsiteX1" fmla="*/ 55 w 4560"/>
                        <a:gd name="connsiteY1" fmla="*/ 3893 h 5843"/>
                        <a:gd name="connsiteX2" fmla="*/ 1865 w 4560"/>
                        <a:gd name="connsiteY2" fmla="*/ 178 h 5843"/>
                        <a:gd name="connsiteX3" fmla="*/ 4532 w 4560"/>
                        <a:gd name="connsiteY3" fmla="*/ 1988 h 5843"/>
                        <a:gd name="connsiteX4" fmla="*/ 2722 w 4560"/>
                        <a:gd name="connsiteY4" fmla="*/ 5702 h 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60" h="5843">
                          <a:moveTo>
                            <a:pt x="2722" y="5702"/>
                          </a:moveTo>
                          <a:cubicBezTo>
                            <a:pt x="1484" y="6179"/>
                            <a:pt x="341" y="5417"/>
                            <a:pt x="55" y="3893"/>
                          </a:cubicBezTo>
                          <a:cubicBezTo>
                            <a:pt x="-231" y="2369"/>
                            <a:pt x="627" y="750"/>
                            <a:pt x="1865" y="178"/>
                          </a:cubicBezTo>
                          <a:cubicBezTo>
                            <a:pt x="3103" y="-393"/>
                            <a:pt x="4246" y="464"/>
                            <a:pt x="4532" y="1988"/>
                          </a:cubicBezTo>
                          <a:cubicBezTo>
                            <a:pt x="4722" y="3607"/>
                            <a:pt x="3960" y="5226"/>
                            <a:pt x="2722" y="570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534" name="Graphique 5">
                  <a:extLst>
                    <a:ext uri="{FF2B5EF4-FFF2-40B4-BE49-F238E27FC236}">
                      <a16:creationId xmlns:a16="http://schemas.microsoft.com/office/drawing/2014/main" id="{686C709A-AC95-4B1B-A294-8FDC2234EBC6}"/>
                    </a:ext>
                  </a:extLst>
                </p:cNvPr>
                <p:cNvGrpSpPr/>
                <p:nvPr/>
              </p:nvGrpSpPr>
              <p:grpSpPr>
                <a:xfrm>
                  <a:off x="2958490" y="4126042"/>
                  <a:ext cx="87778" cy="48484"/>
                  <a:chOff x="2958490" y="4126042"/>
                  <a:chExt cx="87778" cy="48484"/>
                </a:xfrm>
                <a:solidFill>
                  <a:schemeClr val="accent1"/>
                </a:solidFill>
              </p:grpSpPr>
              <p:grpSp>
                <p:nvGrpSpPr>
                  <p:cNvPr id="12535" name="Graphique 5">
                    <a:extLst>
                      <a:ext uri="{FF2B5EF4-FFF2-40B4-BE49-F238E27FC236}">
                        <a16:creationId xmlns:a16="http://schemas.microsoft.com/office/drawing/2014/main" id="{E9D73500-6252-4061-A13C-2C1F0D503C4C}"/>
                      </a:ext>
                    </a:extLst>
                  </p:cNvPr>
                  <p:cNvGrpSpPr/>
                  <p:nvPr/>
                </p:nvGrpSpPr>
                <p:grpSpPr>
                  <a:xfrm>
                    <a:off x="3017334" y="4126042"/>
                    <a:ext cx="28934" cy="35354"/>
                    <a:chOff x="3017334" y="4126042"/>
                    <a:chExt cx="28934" cy="35354"/>
                  </a:xfrm>
                  <a:solidFill>
                    <a:schemeClr val="accent1"/>
                  </a:solidFill>
                </p:grpSpPr>
                <p:sp>
                  <p:nvSpPr>
                    <p:cNvPr id="12536" name="Forme libre : forme 12535">
                      <a:extLst>
                        <a:ext uri="{FF2B5EF4-FFF2-40B4-BE49-F238E27FC236}">
                          <a16:creationId xmlns:a16="http://schemas.microsoft.com/office/drawing/2014/main" id="{B8558F74-7DE5-43C1-A462-1B242E4F3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7334" y="4126042"/>
                      <a:ext cx="28934" cy="35317"/>
                    </a:xfrm>
                    <a:custGeom>
                      <a:avLst/>
                      <a:gdLst>
                        <a:gd name="connsiteX0" fmla="*/ 8070 w 28934"/>
                        <a:gd name="connsiteY0" fmla="*/ 34129 h 35317"/>
                        <a:gd name="connsiteX1" fmla="*/ 1688 w 28934"/>
                        <a:gd name="connsiteY1" fmla="*/ 11459 h 35317"/>
                        <a:gd name="connsiteX2" fmla="*/ 20928 w 28934"/>
                        <a:gd name="connsiteY2" fmla="*/ 1077 h 35317"/>
                        <a:gd name="connsiteX3" fmla="*/ 27596 w 28934"/>
                        <a:gd name="connsiteY3" fmla="*/ 23461 h 35317"/>
                        <a:gd name="connsiteX4" fmla="*/ 8070 w 28934"/>
                        <a:gd name="connsiteY4" fmla="*/ 34129 h 35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934" h="35317">
                          <a:moveTo>
                            <a:pt x="8070" y="34129"/>
                          </a:moveTo>
                          <a:cubicBezTo>
                            <a:pt x="735" y="30605"/>
                            <a:pt x="-2122" y="20508"/>
                            <a:pt x="1688" y="11459"/>
                          </a:cubicBezTo>
                          <a:cubicBezTo>
                            <a:pt x="5498" y="2411"/>
                            <a:pt x="14070" y="-2257"/>
                            <a:pt x="20928" y="1077"/>
                          </a:cubicBezTo>
                          <a:cubicBezTo>
                            <a:pt x="27786" y="4601"/>
                            <a:pt x="30930" y="14126"/>
                            <a:pt x="27596" y="23461"/>
                          </a:cubicBezTo>
                          <a:cubicBezTo>
                            <a:pt x="24357" y="32796"/>
                            <a:pt x="15404" y="37748"/>
                            <a:pt x="8070" y="3412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37" name="Forme libre : forme 12536">
                      <a:extLst>
                        <a:ext uri="{FF2B5EF4-FFF2-40B4-BE49-F238E27FC236}">
                          <a16:creationId xmlns:a16="http://schemas.microsoft.com/office/drawing/2014/main" id="{F2AE784F-72E6-4EC1-B072-7D8720ECB4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7334" y="4126137"/>
                      <a:ext cx="26357" cy="35259"/>
                    </a:xfrm>
                    <a:custGeom>
                      <a:avLst/>
                      <a:gdLst>
                        <a:gd name="connsiteX0" fmla="*/ 14261 w 26357"/>
                        <a:gd name="connsiteY0" fmla="*/ 17555 h 35259"/>
                        <a:gd name="connsiteX1" fmla="*/ 26358 w 26357"/>
                        <a:gd name="connsiteY1" fmla="*/ 6316 h 35259"/>
                        <a:gd name="connsiteX2" fmla="*/ 20928 w 26357"/>
                        <a:gd name="connsiteY2" fmla="*/ 1077 h 35259"/>
                        <a:gd name="connsiteX3" fmla="*/ 1688 w 26357"/>
                        <a:gd name="connsiteY3" fmla="*/ 11459 h 35259"/>
                        <a:gd name="connsiteX4" fmla="*/ 8070 w 26357"/>
                        <a:gd name="connsiteY4" fmla="*/ 34129 h 35259"/>
                        <a:gd name="connsiteX5" fmla="*/ 15309 w 26357"/>
                        <a:gd name="connsiteY5" fmla="*/ 35081 h 35259"/>
                        <a:gd name="connsiteX6" fmla="*/ 14261 w 26357"/>
                        <a:gd name="connsiteY6" fmla="*/ 17555 h 35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357" h="35259">
                          <a:moveTo>
                            <a:pt x="14261" y="17555"/>
                          </a:moveTo>
                          <a:cubicBezTo>
                            <a:pt x="16737" y="11269"/>
                            <a:pt x="21405" y="7364"/>
                            <a:pt x="26358" y="6316"/>
                          </a:cubicBezTo>
                          <a:cubicBezTo>
                            <a:pt x="25024" y="4125"/>
                            <a:pt x="23214" y="2125"/>
                            <a:pt x="20928" y="1077"/>
                          </a:cubicBezTo>
                          <a:cubicBezTo>
                            <a:pt x="14070" y="-2257"/>
                            <a:pt x="5498" y="2410"/>
                            <a:pt x="1688" y="11459"/>
                          </a:cubicBezTo>
                          <a:cubicBezTo>
                            <a:pt x="-2122" y="20508"/>
                            <a:pt x="735" y="30605"/>
                            <a:pt x="8070" y="34129"/>
                          </a:cubicBezTo>
                          <a:cubicBezTo>
                            <a:pt x="10451" y="35272"/>
                            <a:pt x="12927" y="35462"/>
                            <a:pt x="15309" y="35081"/>
                          </a:cubicBezTo>
                          <a:cubicBezTo>
                            <a:pt x="12451" y="30224"/>
                            <a:pt x="11880" y="23651"/>
                            <a:pt x="14261" y="1755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38" name="Forme libre : forme 12537">
                      <a:extLst>
                        <a:ext uri="{FF2B5EF4-FFF2-40B4-BE49-F238E27FC236}">
                          <a16:creationId xmlns:a16="http://schemas.microsoft.com/office/drawing/2014/main" id="{35E566AE-2032-4411-9C02-8BA519A004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4642" y="4143737"/>
                      <a:ext cx="14001" cy="14674"/>
                    </a:xfrm>
                    <a:custGeom>
                      <a:avLst/>
                      <a:gdLst>
                        <a:gd name="connsiteX0" fmla="*/ 7049 w 14001"/>
                        <a:gd name="connsiteY0" fmla="*/ 14624 h 14674"/>
                        <a:gd name="connsiteX1" fmla="*/ 0 w 14001"/>
                        <a:gd name="connsiteY1" fmla="*/ 8147 h 14674"/>
                        <a:gd name="connsiteX2" fmla="*/ 7049 w 14001"/>
                        <a:gd name="connsiteY2" fmla="*/ 50 h 14674"/>
                        <a:gd name="connsiteX3" fmla="*/ 14002 w 14001"/>
                        <a:gd name="connsiteY3" fmla="*/ 6528 h 14674"/>
                        <a:gd name="connsiteX4" fmla="*/ 7049 w 14001"/>
                        <a:gd name="connsiteY4" fmla="*/ 14624 h 14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01" h="14674">
                          <a:moveTo>
                            <a:pt x="7049" y="14624"/>
                          </a:moveTo>
                          <a:cubicBezTo>
                            <a:pt x="3143" y="15100"/>
                            <a:pt x="0" y="12147"/>
                            <a:pt x="0" y="8147"/>
                          </a:cubicBezTo>
                          <a:cubicBezTo>
                            <a:pt x="0" y="4146"/>
                            <a:pt x="3239" y="527"/>
                            <a:pt x="7049" y="50"/>
                          </a:cubicBezTo>
                          <a:cubicBezTo>
                            <a:pt x="10858" y="-426"/>
                            <a:pt x="13907" y="2527"/>
                            <a:pt x="14002" y="6528"/>
                          </a:cubicBezTo>
                          <a:cubicBezTo>
                            <a:pt x="14002" y="10528"/>
                            <a:pt x="10858" y="14243"/>
                            <a:pt x="7049" y="1462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39" name="Forme libre : forme 12538">
                      <a:extLst>
                        <a:ext uri="{FF2B5EF4-FFF2-40B4-BE49-F238E27FC236}">
                          <a16:creationId xmlns:a16="http://schemas.microsoft.com/office/drawing/2014/main" id="{4C830F85-1D8C-47A9-8A3E-5361F8E123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4610" y="4144847"/>
                      <a:ext cx="4734" cy="5837"/>
                    </a:xfrm>
                    <a:custGeom>
                      <a:avLst/>
                      <a:gdLst>
                        <a:gd name="connsiteX0" fmla="*/ 1367 w 4734"/>
                        <a:gd name="connsiteY0" fmla="*/ 5608 h 5837"/>
                        <a:gd name="connsiteX1" fmla="*/ 224 w 4734"/>
                        <a:gd name="connsiteY1" fmla="*/ 1893 h 5837"/>
                        <a:gd name="connsiteX2" fmla="*/ 3367 w 4734"/>
                        <a:gd name="connsiteY2" fmla="*/ 179 h 5837"/>
                        <a:gd name="connsiteX3" fmla="*/ 4510 w 4734"/>
                        <a:gd name="connsiteY3" fmla="*/ 3894 h 5837"/>
                        <a:gd name="connsiteX4" fmla="*/ 1367 w 4734"/>
                        <a:gd name="connsiteY4" fmla="*/ 5608 h 5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34" h="5837">
                          <a:moveTo>
                            <a:pt x="1367" y="5608"/>
                          </a:moveTo>
                          <a:cubicBezTo>
                            <a:pt x="224" y="5037"/>
                            <a:pt x="-347" y="3322"/>
                            <a:pt x="224" y="1893"/>
                          </a:cubicBezTo>
                          <a:cubicBezTo>
                            <a:pt x="796" y="465"/>
                            <a:pt x="2224" y="-392"/>
                            <a:pt x="3367" y="179"/>
                          </a:cubicBezTo>
                          <a:cubicBezTo>
                            <a:pt x="4510" y="750"/>
                            <a:pt x="5082" y="2370"/>
                            <a:pt x="4510" y="3894"/>
                          </a:cubicBezTo>
                          <a:cubicBezTo>
                            <a:pt x="4034" y="5418"/>
                            <a:pt x="2605" y="6275"/>
                            <a:pt x="1367" y="560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540" name="Graphique 5">
                    <a:extLst>
                      <a:ext uri="{FF2B5EF4-FFF2-40B4-BE49-F238E27FC236}">
                        <a16:creationId xmlns:a16="http://schemas.microsoft.com/office/drawing/2014/main" id="{CCF4EC25-B6A6-4359-9A93-E833732CD69C}"/>
                      </a:ext>
                    </a:extLst>
                  </p:cNvPr>
                  <p:cNvGrpSpPr/>
                  <p:nvPr/>
                </p:nvGrpSpPr>
                <p:grpSpPr>
                  <a:xfrm>
                    <a:off x="2988006" y="4127860"/>
                    <a:ext cx="29624" cy="35176"/>
                    <a:chOff x="2988006" y="4127860"/>
                    <a:chExt cx="29624" cy="35176"/>
                  </a:xfrm>
                  <a:solidFill>
                    <a:schemeClr val="accent1"/>
                  </a:solidFill>
                </p:grpSpPr>
                <p:sp>
                  <p:nvSpPr>
                    <p:cNvPr id="12541" name="Forme libre : forme 12540">
                      <a:extLst>
                        <a:ext uri="{FF2B5EF4-FFF2-40B4-BE49-F238E27FC236}">
                          <a16:creationId xmlns:a16="http://schemas.microsoft.com/office/drawing/2014/main" id="{74EAE89C-C0C9-44F6-84F4-7AE74A49ED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8006" y="4127860"/>
                      <a:ext cx="29624" cy="35154"/>
                    </a:xfrm>
                    <a:custGeom>
                      <a:avLst/>
                      <a:gdLst>
                        <a:gd name="connsiteX0" fmla="*/ 7585 w 29624"/>
                        <a:gd name="connsiteY0" fmla="*/ 33739 h 35154"/>
                        <a:gd name="connsiteX1" fmla="*/ 2060 w 29624"/>
                        <a:gd name="connsiteY1" fmla="*/ 10689 h 35154"/>
                        <a:gd name="connsiteX2" fmla="*/ 21967 w 29624"/>
                        <a:gd name="connsiteY2" fmla="*/ 1354 h 35154"/>
                        <a:gd name="connsiteX3" fmla="*/ 27968 w 29624"/>
                        <a:gd name="connsiteY3" fmla="*/ 23929 h 35154"/>
                        <a:gd name="connsiteX4" fmla="*/ 7585 w 29624"/>
                        <a:gd name="connsiteY4" fmla="*/ 33739 h 35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624" h="35154">
                          <a:moveTo>
                            <a:pt x="7585" y="33739"/>
                          </a:moveTo>
                          <a:cubicBezTo>
                            <a:pt x="250" y="29834"/>
                            <a:pt x="-2131" y="19547"/>
                            <a:pt x="2060" y="10689"/>
                          </a:cubicBezTo>
                          <a:cubicBezTo>
                            <a:pt x="6251" y="1831"/>
                            <a:pt x="15109" y="-2360"/>
                            <a:pt x="21967" y="1354"/>
                          </a:cubicBezTo>
                          <a:cubicBezTo>
                            <a:pt x="28921" y="4784"/>
                            <a:pt x="31683" y="14785"/>
                            <a:pt x="27968" y="23929"/>
                          </a:cubicBezTo>
                          <a:cubicBezTo>
                            <a:pt x="24158" y="32882"/>
                            <a:pt x="14919" y="37740"/>
                            <a:pt x="7585" y="3373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42" name="Forme libre : forme 12541">
                      <a:extLst>
                        <a:ext uri="{FF2B5EF4-FFF2-40B4-BE49-F238E27FC236}">
                          <a16:creationId xmlns:a16="http://schemas.microsoft.com/office/drawing/2014/main" id="{4D180AB9-2615-460C-A74F-3043EBA472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8027" y="4127955"/>
                      <a:ext cx="27280" cy="35080"/>
                    </a:xfrm>
                    <a:custGeom>
                      <a:avLst/>
                      <a:gdLst>
                        <a:gd name="connsiteX0" fmla="*/ 14517 w 27280"/>
                        <a:gd name="connsiteY0" fmla="*/ 17452 h 35080"/>
                        <a:gd name="connsiteX1" fmla="*/ 27281 w 27280"/>
                        <a:gd name="connsiteY1" fmla="*/ 6593 h 35080"/>
                        <a:gd name="connsiteX2" fmla="*/ 21947 w 27280"/>
                        <a:gd name="connsiteY2" fmla="*/ 1355 h 35080"/>
                        <a:gd name="connsiteX3" fmla="*/ 2039 w 27280"/>
                        <a:gd name="connsiteY3" fmla="*/ 10689 h 35080"/>
                        <a:gd name="connsiteX4" fmla="*/ 7564 w 27280"/>
                        <a:gd name="connsiteY4" fmla="*/ 33739 h 35080"/>
                        <a:gd name="connsiteX5" fmla="*/ 14898 w 27280"/>
                        <a:gd name="connsiteY5" fmla="*/ 34882 h 35080"/>
                        <a:gd name="connsiteX6" fmla="*/ 14517 w 27280"/>
                        <a:gd name="connsiteY6" fmla="*/ 17452 h 35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280" h="35080">
                          <a:moveTo>
                            <a:pt x="14517" y="17452"/>
                          </a:moveTo>
                          <a:cubicBezTo>
                            <a:pt x="17184" y="11451"/>
                            <a:pt x="22137" y="7546"/>
                            <a:pt x="27281" y="6593"/>
                          </a:cubicBezTo>
                          <a:cubicBezTo>
                            <a:pt x="26042" y="4307"/>
                            <a:pt x="24232" y="2497"/>
                            <a:pt x="21947" y="1355"/>
                          </a:cubicBezTo>
                          <a:cubicBezTo>
                            <a:pt x="15089" y="-2360"/>
                            <a:pt x="6230" y="1831"/>
                            <a:pt x="2039" y="10689"/>
                          </a:cubicBezTo>
                          <a:cubicBezTo>
                            <a:pt x="-2152" y="19547"/>
                            <a:pt x="325" y="29834"/>
                            <a:pt x="7564" y="33739"/>
                          </a:cubicBezTo>
                          <a:cubicBezTo>
                            <a:pt x="9850" y="34978"/>
                            <a:pt x="12326" y="35359"/>
                            <a:pt x="14898" y="34882"/>
                          </a:cubicBezTo>
                          <a:cubicBezTo>
                            <a:pt x="12136" y="30215"/>
                            <a:pt x="11850" y="23357"/>
                            <a:pt x="14517" y="1745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43" name="Forme libre : forme 12542">
                      <a:extLst>
                        <a:ext uri="{FF2B5EF4-FFF2-40B4-BE49-F238E27FC236}">
                          <a16:creationId xmlns:a16="http://schemas.microsoft.com/office/drawing/2014/main" id="{F879B6BC-A496-40F7-9C85-3D3925A7C7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5106" y="4145493"/>
                      <a:ext cx="14298" cy="14600"/>
                    </a:xfrm>
                    <a:custGeom>
                      <a:avLst/>
                      <a:gdLst>
                        <a:gd name="connsiteX0" fmla="*/ 6866 w 14298"/>
                        <a:gd name="connsiteY0" fmla="*/ 14583 h 14600"/>
                        <a:gd name="connsiteX1" fmla="*/ 8 w 14298"/>
                        <a:gd name="connsiteY1" fmla="*/ 7725 h 14600"/>
                        <a:gd name="connsiteX2" fmla="*/ 7438 w 14298"/>
                        <a:gd name="connsiteY2" fmla="*/ 9 h 14600"/>
                        <a:gd name="connsiteX3" fmla="*/ 14296 w 14298"/>
                        <a:gd name="connsiteY3" fmla="*/ 6581 h 14600"/>
                        <a:gd name="connsiteX4" fmla="*/ 6866 w 14298"/>
                        <a:gd name="connsiteY4" fmla="*/ 14583 h 14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98" h="14600">
                          <a:moveTo>
                            <a:pt x="6866" y="14583"/>
                          </a:moveTo>
                          <a:cubicBezTo>
                            <a:pt x="2866" y="14868"/>
                            <a:pt x="-182" y="11725"/>
                            <a:pt x="8" y="7725"/>
                          </a:cubicBezTo>
                          <a:cubicBezTo>
                            <a:pt x="199" y="3724"/>
                            <a:pt x="3533" y="200"/>
                            <a:pt x="7438" y="9"/>
                          </a:cubicBezTo>
                          <a:cubicBezTo>
                            <a:pt x="11248" y="-181"/>
                            <a:pt x="14391" y="2581"/>
                            <a:pt x="14296" y="6581"/>
                          </a:cubicBezTo>
                          <a:cubicBezTo>
                            <a:pt x="14201" y="10582"/>
                            <a:pt x="10867" y="14201"/>
                            <a:pt x="6866" y="1458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44" name="Forme libre : forme 12543">
                      <a:extLst>
                        <a:ext uri="{FF2B5EF4-FFF2-40B4-BE49-F238E27FC236}">
                          <a16:creationId xmlns:a16="http://schemas.microsoft.com/office/drawing/2014/main" id="{C018122F-4136-42AB-B294-744684B497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5458" y="4146779"/>
                      <a:ext cx="4966" cy="5732"/>
                    </a:xfrm>
                    <a:custGeom>
                      <a:avLst/>
                      <a:gdLst>
                        <a:gd name="connsiteX0" fmla="*/ 1277 w 4966"/>
                        <a:gd name="connsiteY0" fmla="*/ 5581 h 5732"/>
                        <a:gd name="connsiteX1" fmla="*/ 325 w 4966"/>
                        <a:gd name="connsiteY1" fmla="*/ 1866 h 5732"/>
                        <a:gd name="connsiteX2" fmla="*/ 3658 w 4966"/>
                        <a:gd name="connsiteY2" fmla="*/ 152 h 5732"/>
                        <a:gd name="connsiteX3" fmla="*/ 4706 w 4966"/>
                        <a:gd name="connsiteY3" fmla="*/ 3866 h 5732"/>
                        <a:gd name="connsiteX4" fmla="*/ 1277 w 4966"/>
                        <a:gd name="connsiteY4" fmla="*/ 5581 h 5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66" h="5732">
                          <a:moveTo>
                            <a:pt x="1277" y="5581"/>
                          </a:moveTo>
                          <a:cubicBezTo>
                            <a:pt x="39" y="5009"/>
                            <a:pt x="-342" y="3390"/>
                            <a:pt x="325" y="1866"/>
                          </a:cubicBezTo>
                          <a:cubicBezTo>
                            <a:pt x="991" y="342"/>
                            <a:pt x="2420" y="-325"/>
                            <a:pt x="3658" y="152"/>
                          </a:cubicBezTo>
                          <a:cubicBezTo>
                            <a:pt x="4897" y="628"/>
                            <a:pt x="5278" y="2342"/>
                            <a:pt x="4706" y="3866"/>
                          </a:cubicBezTo>
                          <a:cubicBezTo>
                            <a:pt x="3944" y="5390"/>
                            <a:pt x="2515" y="6057"/>
                            <a:pt x="1277" y="558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545" name="Graphique 5">
                    <a:extLst>
                      <a:ext uri="{FF2B5EF4-FFF2-40B4-BE49-F238E27FC236}">
                        <a16:creationId xmlns:a16="http://schemas.microsoft.com/office/drawing/2014/main" id="{5BF162C0-3339-4107-B1EA-A0FF65B53B25}"/>
                      </a:ext>
                    </a:extLst>
                  </p:cNvPr>
                  <p:cNvGrpSpPr/>
                  <p:nvPr/>
                </p:nvGrpSpPr>
                <p:grpSpPr>
                  <a:xfrm>
                    <a:off x="2958490" y="4139617"/>
                    <a:ext cx="30507" cy="34908"/>
                    <a:chOff x="2958490" y="4139617"/>
                    <a:chExt cx="30507" cy="34908"/>
                  </a:xfrm>
                  <a:solidFill>
                    <a:schemeClr val="accent1"/>
                  </a:solidFill>
                </p:grpSpPr>
                <p:sp>
                  <p:nvSpPr>
                    <p:cNvPr id="12546" name="Forme libre : forme 12545">
                      <a:extLst>
                        <a:ext uri="{FF2B5EF4-FFF2-40B4-BE49-F238E27FC236}">
                          <a16:creationId xmlns:a16="http://schemas.microsoft.com/office/drawing/2014/main" id="{12AF9E29-2E33-4075-B07B-C7159D41AF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8490" y="4139658"/>
                      <a:ext cx="30507" cy="34867"/>
                    </a:xfrm>
                    <a:custGeom>
                      <a:avLst/>
                      <a:gdLst>
                        <a:gd name="connsiteX0" fmla="*/ 7478 w 30507"/>
                        <a:gd name="connsiteY0" fmla="*/ 33371 h 34867"/>
                        <a:gd name="connsiteX1" fmla="*/ 2334 w 30507"/>
                        <a:gd name="connsiteY1" fmla="*/ 10035 h 34867"/>
                        <a:gd name="connsiteX2" fmla="*/ 23099 w 30507"/>
                        <a:gd name="connsiteY2" fmla="*/ 1367 h 34867"/>
                        <a:gd name="connsiteX3" fmla="*/ 28528 w 30507"/>
                        <a:gd name="connsiteY3" fmla="*/ 24418 h 34867"/>
                        <a:gd name="connsiteX4" fmla="*/ 7478 w 30507"/>
                        <a:gd name="connsiteY4" fmla="*/ 33371 h 34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507" h="34867">
                          <a:moveTo>
                            <a:pt x="7478" y="33371"/>
                          </a:moveTo>
                          <a:cubicBezTo>
                            <a:pt x="-47" y="29466"/>
                            <a:pt x="-2142" y="18608"/>
                            <a:pt x="2334" y="10035"/>
                          </a:cubicBezTo>
                          <a:cubicBezTo>
                            <a:pt x="6906" y="1272"/>
                            <a:pt x="15955" y="-2157"/>
                            <a:pt x="23099" y="1367"/>
                          </a:cubicBezTo>
                          <a:cubicBezTo>
                            <a:pt x="30147" y="5177"/>
                            <a:pt x="32624" y="15464"/>
                            <a:pt x="28528" y="24418"/>
                          </a:cubicBezTo>
                          <a:cubicBezTo>
                            <a:pt x="24528" y="33276"/>
                            <a:pt x="15003" y="37277"/>
                            <a:pt x="7478" y="333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47" name="Forme libre : forme 12546">
                      <a:extLst>
                        <a:ext uri="{FF2B5EF4-FFF2-40B4-BE49-F238E27FC236}">
                          <a16:creationId xmlns:a16="http://schemas.microsoft.com/office/drawing/2014/main" id="{386F5AB0-16A3-41A5-A03D-01AEE0D164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8490" y="4139617"/>
                      <a:ext cx="28432" cy="34835"/>
                    </a:xfrm>
                    <a:custGeom>
                      <a:avLst/>
                      <a:gdLst>
                        <a:gd name="connsiteX0" fmla="*/ 15003 w 28432"/>
                        <a:gd name="connsiteY0" fmla="*/ 17410 h 34835"/>
                        <a:gd name="connsiteX1" fmla="*/ 28433 w 28432"/>
                        <a:gd name="connsiteY1" fmla="*/ 7028 h 34835"/>
                        <a:gd name="connsiteX2" fmla="*/ 23099 w 28432"/>
                        <a:gd name="connsiteY2" fmla="*/ 1408 h 34835"/>
                        <a:gd name="connsiteX3" fmla="*/ 2334 w 28432"/>
                        <a:gd name="connsiteY3" fmla="*/ 10076 h 34835"/>
                        <a:gd name="connsiteX4" fmla="*/ 7478 w 28432"/>
                        <a:gd name="connsiteY4" fmla="*/ 33412 h 34835"/>
                        <a:gd name="connsiteX5" fmla="*/ 15003 w 28432"/>
                        <a:gd name="connsiteY5" fmla="*/ 34746 h 34835"/>
                        <a:gd name="connsiteX6" fmla="*/ 15003 w 28432"/>
                        <a:gd name="connsiteY6" fmla="*/ 17410 h 34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432" h="34835">
                          <a:moveTo>
                            <a:pt x="15003" y="17410"/>
                          </a:moveTo>
                          <a:cubicBezTo>
                            <a:pt x="17955" y="11409"/>
                            <a:pt x="23194" y="7694"/>
                            <a:pt x="28433" y="7028"/>
                          </a:cubicBezTo>
                          <a:cubicBezTo>
                            <a:pt x="27195" y="4647"/>
                            <a:pt x="25385" y="2646"/>
                            <a:pt x="23099" y="1408"/>
                          </a:cubicBezTo>
                          <a:cubicBezTo>
                            <a:pt x="15955" y="-2211"/>
                            <a:pt x="6906" y="1313"/>
                            <a:pt x="2334" y="10076"/>
                          </a:cubicBezTo>
                          <a:cubicBezTo>
                            <a:pt x="-2142" y="18648"/>
                            <a:pt x="-47" y="29507"/>
                            <a:pt x="7478" y="33412"/>
                          </a:cubicBezTo>
                          <a:cubicBezTo>
                            <a:pt x="9859" y="34650"/>
                            <a:pt x="12431" y="35031"/>
                            <a:pt x="15003" y="34746"/>
                          </a:cubicBezTo>
                          <a:cubicBezTo>
                            <a:pt x="12336" y="29888"/>
                            <a:pt x="12145" y="23315"/>
                            <a:pt x="15003" y="1741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48" name="Forme libre : forme 12547">
                      <a:extLst>
                        <a:ext uri="{FF2B5EF4-FFF2-40B4-BE49-F238E27FC236}">
                          <a16:creationId xmlns:a16="http://schemas.microsoft.com/office/drawing/2014/main" id="{E3B4E81F-4B4F-4B3F-8AA7-F33E3BC96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5664" y="4157114"/>
                      <a:ext cx="14800" cy="14495"/>
                    </a:xfrm>
                    <a:custGeom>
                      <a:avLst/>
                      <a:gdLst>
                        <a:gd name="connsiteX0" fmla="*/ 6971 w 14800"/>
                        <a:gd name="connsiteY0" fmla="*/ 14487 h 14495"/>
                        <a:gd name="connsiteX1" fmla="*/ 18 w 14800"/>
                        <a:gd name="connsiteY1" fmla="*/ 7629 h 14495"/>
                        <a:gd name="connsiteX2" fmla="*/ 7924 w 14800"/>
                        <a:gd name="connsiteY2" fmla="*/ 8 h 14495"/>
                        <a:gd name="connsiteX3" fmla="*/ 14782 w 14800"/>
                        <a:gd name="connsiteY3" fmla="*/ 6866 h 14495"/>
                        <a:gd name="connsiteX4" fmla="*/ 6971 w 14800"/>
                        <a:gd name="connsiteY4" fmla="*/ 14487 h 144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00" h="14495">
                          <a:moveTo>
                            <a:pt x="6971" y="14487"/>
                          </a:moveTo>
                          <a:cubicBezTo>
                            <a:pt x="2876" y="14677"/>
                            <a:pt x="-268" y="11629"/>
                            <a:pt x="18" y="7629"/>
                          </a:cubicBezTo>
                          <a:cubicBezTo>
                            <a:pt x="304" y="3628"/>
                            <a:pt x="3828" y="199"/>
                            <a:pt x="7924" y="8"/>
                          </a:cubicBezTo>
                          <a:cubicBezTo>
                            <a:pt x="12020" y="-182"/>
                            <a:pt x="15068" y="2866"/>
                            <a:pt x="14782" y="6866"/>
                          </a:cubicBezTo>
                          <a:cubicBezTo>
                            <a:pt x="14591" y="10867"/>
                            <a:pt x="11067" y="14296"/>
                            <a:pt x="6971" y="1448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49" name="Forme libre : forme 12548">
                      <a:extLst>
                        <a:ext uri="{FF2B5EF4-FFF2-40B4-BE49-F238E27FC236}">
                          <a16:creationId xmlns:a16="http://schemas.microsoft.com/office/drawing/2014/main" id="{285D7524-C6AD-4124-BCDC-E5868BE415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6407" y="4158538"/>
                      <a:ext cx="5010" cy="5796"/>
                    </a:xfrm>
                    <a:custGeom>
                      <a:avLst/>
                      <a:gdLst>
                        <a:gd name="connsiteX0" fmla="*/ 1277 w 5010"/>
                        <a:gd name="connsiteY0" fmla="*/ 5538 h 5796"/>
                        <a:gd name="connsiteX1" fmla="*/ 325 w 5010"/>
                        <a:gd name="connsiteY1" fmla="*/ 1728 h 5796"/>
                        <a:gd name="connsiteX2" fmla="*/ 3754 w 5010"/>
                        <a:gd name="connsiteY2" fmla="*/ 204 h 5796"/>
                        <a:gd name="connsiteX3" fmla="*/ 4706 w 5010"/>
                        <a:gd name="connsiteY3" fmla="*/ 4014 h 5796"/>
                        <a:gd name="connsiteX4" fmla="*/ 1277 w 5010"/>
                        <a:gd name="connsiteY4" fmla="*/ 5538 h 5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10" h="5796">
                          <a:moveTo>
                            <a:pt x="1277" y="5538"/>
                          </a:moveTo>
                          <a:cubicBezTo>
                            <a:pt x="39" y="4871"/>
                            <a:pt x="-342" y="3252"/>
                            <a:pt x="325" y="1728"/>
                          </a:cubicBezTo>
                          <a:cubicBezTo>
                            <a:pt x="991" y="299"/>
                            <a:pt x="2611" y="-367"/>
                            <a:pt x="3754" y="204"/>
                          </a:cubicBezTo>
                          <a:cubicBezTo>
                            <a:pt x="4897" y="776"/>
                            <a:pt x="5373" y="2490"/>
                            <a:pt x="4706" y="4014"/>
                          </a:cubicBezTo>
                          <a:cubicBezTo>
                            <a:pt x="4039" y="5538"/>
                            <a:pt x="2515" y="6205"/>
                            <a:pt x="1277" y="553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550" name="Graphique 5">
                  <a:extLst>
                    <a:ext uri="{FF2B5EF4-FFF2-40B4-BE49-F238E27FC236}">
                      <a16:creationId xmlns:a16="http://schemas.microsoft.com/office/drawing/2014/main" id="{C13FFF86-AF07-4AC9-928E-21D51DF35ABA}"/>
                    </a:ext>
                  </a:extLst>
                </p:cNvPr>
                <p:cNvGrpSpPr/>
                <p:nvPr/>
              </p:nvGrpSpPr>
              <p:grpSpPr>
                <a:xfrm>
                  <a:off x="2908549" y="4217686"/>
                  <a:ext cx="94328" cy="67486"/>
                  <a:chOff x="2908549" y="4217686"/>
                  <a:chExt cx="94328" cy="67486"/>
                </a:xfrm>
                <a:solidFill>
                  <a:schemeClr val="accent1"/>
                </a:solidFill>
              </p:grpSpPr>
              <p:grpSp>
                <p:nvGrpSpPr>
                  <p:cNvPr id="12551" name="Graphique 5">
                    <a:extLst>
                      <a:ext uri="{FF2B5EF4-FFF2-40B4-BE49-F238E27FC236}">
                        <a16:creationId xmlns:a16="http://schemas.microsoft.com/office/drawing/2014/main" id="{2259FB1F-0F2D-4C16-B9BE-A407E8296537}"/>
                      </a:ext>
                    </a:extLst>
                  </p:cNvPr>
                  <p:cNvGrpSpPr/>
                  <p:nvPr/>
                </p:nvGrpSpPr>
                <p:grpSpPr>
                  <a:xfrm>
                    <a:off x="2969725" y="4217686"/>
                    <a:ext cx="33152" cy="35288"/>
                    <a:chOff x="2969725" y="4217686"/>
                    <a:chExt cx="33152" cy="35288"/>
                  </a:xfrm>
                  <a:solidFill>
                    <a:schemeClr val="accent1"/>
                  </a:solidFill>
                </p:grpSpPr>
                <p:sp>
                  <p:nvSpPr>
                    <p:cNvPr id="12552" name="Forme libre : forme 12551">
                      <a:extLst>
                        <a:ext uri="{FF2B5EF4-FFF2-40B4-BE49-F238E27FC236}">
                          <a16:creationId xmlns:a16="http://schemas.microsoft.com/office/drawing/2014/main" id="{F1DD3E72-DFA2-4E1A-9C54-47E9BD77BD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9725" y="4217686"/>
                      <a:ext cx="33152" cy="35288"/>
                    </a:xfrm>
                    <a:custGeom>
                      <a:avLst/>
                      <a:gdLst>
                        <a:gd name="connsiteX0" fmla="*/ 15007 w 33152"/>
                        <a:gd name="connsiteY0" fmla="*/ 35258 h 35288"/>
                        <a:gd name="connsiteX1" fmla="*/ 148 w 33152"/>
                        <a:gd name="connsiteY1" fmla="*/ 16303 h 35288"/>
                        <a:gd name="connsiteX2" fmla="*/ 18436 w 33152"/>
                        <a:gd name="connsiteY2" fmla="*/ 15 h 35288"/>
                        <a:gd name="connsiteX3" fmla="*/ 33105 w 33152"/>
                        <a:gd name="connsiteY3" fmla="*/ 18494 h 35288"/>
                        <a:gd name="connsiteX4" fmla="*/ 15007 w 33152"/>
                        <a:gd name="connsiteY4" fmla="*/ 35258 h 35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152" h="35288">
                          <a:moveTo>
                            <a:pt x="15007" y="35258"/>
                          </a:moveTo>
                          <a:cubicBezTo>
                            <a:pt x="5577" y="34877"/>
                            <a:pt x="-1090" y="26114"/>
                            <a:pt x="148" y="16303"/>
                          </a:cubicBezTo>
                          <a:cubicBezTo>
                            <a:pt x="1386" y="6397"/>
                            <a:pt x="9578" y="-366"/>
                            <a:pt x="18436" y="15"/>
                          </a:cubicBezTo>
                          <a:cubicBezTo>
                            <a:pt x="27390" y="396"/>
                            <a:pt x="33771" y="8683"/>
                            <a:pt x="33105" y="18494"/>
                          </a:cubicBezTo>
                          <a:cubicBezTo>
                            <a:pt x="32438" y="28305"/>
                            <a:pt x="24437" y="35829"/>
                            <a:pt x="15007" y="3525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53" name="Forme libre : forme 12552">
                      <a:extLst>
                        <a:ext uri="{FF2B5EF4-FFF2-40B4-BE49-F238E27FC236}">
                          <a16:creationId xmlns:a16="http://schemas.microsoft.com/office/drawing/2014/main" id="{DBA8076D-9B46-4FEE-8C3E-9161F44EA8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9821" y="4217686"/>
                      <a:ext cx="26246" cy="35286"/>
                    </a:xfrm>
                    <a:custGeom>
                      <a:avLst/>
                      <a:gdLst>
                        <a:gd name="connsiteX0" fmla="*/ 16245 w 26246"/>
                        <a:gd name="connsiteY0" fmla="*/ 17731 h 35286"/>
                        <a:gd name="connsiteX1" fmla="*/ 26246 w 26246"/>
                        <a:gd name="connsiteY1" fmla="*/ 2777 h 35286"/>
                        <a:gd name="connsiteX2" fmla="*/ 18436 w 26246"/>
                        <a:gd name="connsiteY2" fmla="*/ 15 h 35286"/>
                        <a:gd name="connsiteX3" fmla="*/ 148 w 26246"/>
                        <a:gd name="connsiteY3" fmla="*/ 16303 h 35286"/>
                        <a:gd name="connsiteX4" fmla="*/ 15007 w 26246"/>
                        <a:gd name="connsiteY4" fmla="*/ 35258 h 35286"/>
                        <a:gd name="connsiteX5" fmla="*/ 23294 w 26246"/>
                        <a:gd name="connsiteY5" fmla="*/ 33448 h 35286"/>
                        <a:gd name="connsiteX6" fmla="*/ 16245 w 26246"/>
                        <a:gd name="connsiteY6" fmla="*/ 17731 h 35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246" h="35286">
                          <a:moveTo>
                            <a:pt x="16245" y="17731"/>
                          </a:moveTo>
                          <a:cubicBezTo>
                            <a:pt x="16912" y="11064"/>
                            <a:pt x="21008" y="5539"/>
                            <a:pt x="26246" y="2777"/>
                          </a:cubicBezTo>
                          <a:cubicBezTo>
                            <a:pt x="24056" y="1158"/>
                            <a:pt x="21389" y="110"/>
                            <a:pt x="18436" y="15"/>
                          </a:cubicBezTo>
                          <a:cubicBezTo>
                            <a:pt x="9482" y="-366"/>
                            <a:pt x="1386" y="6492"/>
                            <a:pt x="148" y="16303"/>
                          </a:cubicBezTo>
                          <a:cubicBezTo>
                            <a:pt x="-1090" y="26114"/>
                            <a:pt x="5577" y="34877"/>
                            <a:pt x="15007" y="35258"/>
                          </a:cubicBezTo>
                          <a:cubicBezTo>
                            <a:pt x="17960" y="35448"/>
                            <a:pt x="20817" y="34686"/>
                            <a:pt x="23294" y="33448"/>
                          </a:cubicBezTo>
                          <a:cubicBezTo>
                            <a:pt x="18436" y="30114"/>
                            <a:pt x="15578" y="24209"/>
                            <a:pt x="16245" y="1773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54" name="Forme libre : forme 12553">
                      <a:extLst>
                        <a:ext uri="{FF2B5EF4-FFF2-40B4-BE49-F238E27FC236}">
                          <a16:creationId xmlns:a16="http://schemas.microsoft.com/office/drawing/2014/main" id="{BB12078E-B434-4475-BC4F-4DE9EDA825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0646" y="4234640"/>
                      <a:ext cx="15810" cy="15065"/>
                    </a:xfrm>
                    <a:custGeom>
                      <a:avLst/>
                      <a:gdLst>
                        <a:gd name="connsiteX0" fmla="*/ 10373 w 15810"/>
                        <a:gd name="connsiteY0" fmla="*/ 14304 h 15065"/>
                        <a:gd name="connsiteX1" fmla="*/ 372 w 15810"/>
                        <a:gd name="connsiteY1" fmla="*/ 10875 h 15065"/>
                        <a:gd name="connsiteX2" fmla="*/ 5515 w 15810"/>
                        <a:gd name="connsiteY2" fmla="*/ 778 h 15065"/>
                        <a:gd name="connsiteX3" fmla="*/ 15421 w 15810"/>
                        <a:gd name="connsiteY3" fmla="*/ 4207 h 15065"/>
                        <a:gd name="connsiteX4" fmla="*/ 10373 w 15810"/>
                        <a:gd name="connsiteY4" fmla="*/ 14304 h 15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10" h="15065">
                          <a:moveTo>
                            <a:pt x="10373" y="14304"/>
                          </a:moveTo>
                          <a:cubicBezTo>
                            <a:pt x="6182" y="16114"/>
                            <a:pt x="1705" y="14590"/>
                            <a:pt x="372" y="10875"/>
                          </a:cubicBezTo>
                          <a:cubicBezTo>
                            <a:pt x="-962" y="7160"/>
                            <a:pt x="1419" y="2683"/>
                            <a:pt x="5515" y="778"/>
                          </a:cubicBezTo>
                          <a:cubicBezTo>
                            <a:pt x="9611" y="-1031"/>
                            <a:pt x="14088" y="397"/>
                            <a:pt x="15421" y="4207"/>
                          </a:cubicBezTo>
                          <a:cubicBezTo>
                            <a:pt x="16755" y="7922"/>
                            <a:pt x="14564" y="12494"/>
                            <a:pt x="10373" y="1430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55" name="Forme libre : forme 12554">
                      <a:extLst>
                        <a:ext uri="{FF2B5EF4-FFF2-40B4-BE49-F238E27FC236}">
                          <a16:creationId xmlns:a16="http://schemas.microsoft.com/office/drawing/2014/main" id="{28F5FAD5-BF30-45E8-9446-150435C981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0727" y="4234270"/>
                      <a:ext cx="5441" cy="5815"/>
                    </a:xfrm>
                    <a:custGeom>
                      <a:avLst/>
                      <a:gdLst>
                        <a:gd name="connsiteX0" fmla="*/ 2482 w 5441"/>
                        <a:gd name="connsiteY0" fmla="*/ 5816 h 5815"/>
                        <a:gd name="connsiteX1" fmla="*/ 6 w 5441"/>
                        <a:gd name="connsiteY1" fmla="*/ 2767 h 5815"/>
                        <a:gd name="connsiteX2" fmla="*/ 2959 w 5441"/>
                        <a:gd name="connsiteY2" fmla="*/ 5 h 5815"/>
                        <a:gd name="connsiteX3" fmla="*/ 5435 w 5441"/>
                        <a:gd name="connsiteY3" fmla="*/ 3053 h 5815"/>
                        <a:gd name="connsiteX4" fmla="*/ 2482 w 5441"/>
                        <a:gd name="connsiteY4" fmla="*/ 5816 h 5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41" h="5815">
                          <a:moveTo>
                            <a:pt x="2482" y="5816"/>
                          </a:moveTo>
                          <a:cubicBezTo>
                            <a:pt x="959" y="5720"/>
                            <a:pt x="-89" y="4387"/>
                            <a:pt x="6" y="2767"/>
                          </a:cubicBezTo>
                          <a:cubicBezTo>
                            <a:pt x="197" y="1148"/>
                            <a:pt x="1530" y="-90"/>
                            <a:pt x="2959" y="5"/>
                          </a:cubicBezTo>
                          <a:cubicBezTo>
                            <a:pt x="4483" y="100"/>
                            <a:pt x="5531" y="1434"/>
                            <a:pt x="5435" y="3053"/>
                          </a:cubicBezTo>
                          <a:cubicBezTo>
                            <a:pt x="5340" y="4673"/>
                            <a:pt x="4006" y="5816"/>
                            <a:pt x="2482" y="58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556" name="Graphique 5">
                    <a:extLst>
                      <a:ext uri="{FF2B5EF4-FFF2-40B4-BE49-F238E27FC236}">
                        <a16:creationId xmlns:a16="http://schemas.microsoft.com/office/drawing/2014/main" id="{6F71EDD6-0C8B-4E27-9B80-3ABD35378DD4}"/>
                      </a:ext>
                    </a:extLst>
                  </p:cNvPr>
                  <p:cNvGrpSpPr/>
                  <p:nvPr/>
                </p:nvGrpSpPr>
                <p:grpSpPr>
                  <a:xfrm>
                    <a:off x="2937366" y="4228950"/>
                    <a:ext cx="34048" cy="35446"/>
                    <a:chOff x="2937366" y="4228950"/>
                    <a:chExt cx="34048" cy="35446"/>
                  </a:xfrm>
                  <a:solidFill>
                    <a:schemeClr val="accent1"/>
                  </a:solidFill>
                </p:grpSpPr>
                <p:sp>
                  <p:nvSpPr>
                    <p:cNvPr id="12557" name="Forme libre : forme 12556">
                      <a:extLst>
                        <a:ext uri="{FF2B5EF4-FFF2-40B4-BE49-F238E27FC236}">
                          <a16:creationId xmlns:a16="http://schemas.microsoft.com/office/drawing/2014/main" id="{A29126FF-3215-4F53-98D6-4F704A150D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7366" y="4228950"/>
                      <a:ext cx="34048" cy="35431"/>
                    </a:xfrm>
                    <a:custGeom>
                      <a:avLst/>
                      <a:gdLst>
                        <a:gd name="connsiteX0" fmla="*/ 14886 w 34048"/>
                        <a:gd name="connsiteY0" fmla="*/ 35329 h 35431"/>
                        <a:gd name="connsiteX1" fmla="*/ 217 w 34048"/>
                        <a:gd name="connsiteY1" fmla="*/ 15802 h 35431"/>
                        <a:gd name="connsiteX2" fmla="*/ 19553 w 34048"/>
                        <a:gd name="connsiteY2" fmla="*/ 86 h 35431"/>
                        <a:gd name="connsiteX3" fmla="*/ 33936 w 34048"/>
                        <a:gd name="connsiteY3" fmla="*/ 19517 h 35431"/>
                        <a:gd name="connsiteX4" fmla="*/ 14886 w 34048"/>
                        <a:gd name="connsiteY4" fmla="*/ 35329 h 35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48" h="35431">
                          <a:moveTo>
                            <a:pt x="14886" y="35329"/>
                          </a:moveTo>
                          <a:cubicBezTo>
                            <a:pt x="5361" y="34186"/>
                            <a:pt x="-1307" y="25423"/>
                            <a:pt x="217" y="15802"/>
                          </a:cubicBezTo>
                          <a:cubicBezTo>
                            <a:pt x="1741" y="6182"/>
                            <a:pt x="10409" y="-866"/>
                            <a:pt x="19553" y="86"/>
                          </a:cubicBezTo>
                          <a:cubicBezTo>
                            <a:pt x="28602" y="1039"/>
                            <a:pt x="34983" y="9707"/>
                            <a:pt x="33936" y="19517"/>
                          </a:cubicBezTo>
                          <a:cubicBezTo>
                            <a:pt x="32793" y="29328"/>
                            <a:pt x="24411" y="36376"/>
                            <a:pt x="14886" y="3532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58" name="Forme libre : forme 12557">
                      <a:extLst>
                        <a:ext uri="{FF2B5EF4-FFF2-40B4-BE49-F238E27FC236}">
                          <a16:creationId xmlns:a16="http://schemas.microsoft.com/office/drawing/2014/main" id="{E7AE0681-6984-429D-8154-86A3B1A89F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7366" y="4228950"/>
                      <a:ext cx="27363" cy="35446"/>
                    </a:xfrm>
                    <a:custGeom>
                      <a:avLst/>
                      <a:gdLst>
                        <a:gd name="connsiteX0" fmla="*/ 16696 w 27363"/>
                        <a:gd name="connsiteY0" fmla="*/ 17708 h 35446"/>
                        <a:gd name="connsiteX1" fmla="*/ 27363 w 27363"/>
                        <a:gd name="connsiteY1" fmla="*/ 3325 h 35446"/>
                        <a:gd name="connsiteX2" fmla="*/ 19553 w 27363"/>
                        <a:gd name="connsiteY2" fmla="*/ 86 h 35446"/>
                        <a:gd name="connsiteX3" fmla="*/ 217 w 27363"/>
                        <a:gd name="connsiteY3" fmla="*/ 15802 h 35446"/>
                        <a:gd name="connsiteX4" fmla="*/ 14886 w 27363"/>
                        <a:gd name="connsiteY4" fmla="*/ 35329 h 35446"/>
                        <a:gd name="connsiteX5" fmla="*/ 23458 w 27363"/>
                        <a:gd name="connsiteY5" fmla="*/ 33995 h 35446"/>
                        <a:gd name="connsiteX6" fmla="*/ 16696 w 27363"/>
                        <a:gd name="connsiteY6" fmla="*/ 17708 h 354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363" h="35446">
                          <a:moveTo>
                            <a:pt x="16696" y="17708"/>
                          </a:moveTo>
                          <a:cubicBezTo>
                            <a:pt x="17553" y="11040"/>
                            <a:pt x="21839" y="5801"/>
                            <a:pt x="27363" y="3325"/>
                          </a:cubicBezTo>
                          <a:cubicBezTo>
                            <a:pt x="25173" y="1610"/>
                            <a:pt x="22506" y="372"/>
                            <a:pt x="19553" y="86"/>
                          </a:cubicBezTo>
                          <a:cubicBezTo>
                            <a:pt x="10504" y="-866"/>
                            <a:pt x="1741" y="6182"/>
                            <a:pt x="217" y="15802"/>
                          </a:cubicBezTo>
                          <a:cubicBezTo>
                            <a:pt x="-1307" y="25423"/>
                            <a:pt x="5361" y="34281"/>
                            <a:pt x="14886" y="35329"/>
                          </a:cubicBezTo>
                          <a:cubicBezTo>
                            <a:pt x="17934" y="35710"/>
                            <a:pt x="20791" y="35138"/>
                            <a:pt x="23458" y="33995"/>
                          </a:cubicBezTo>
                          <a:cubicBezTo>
                            <a:pt x="18600" y="30280"/>
                            <a:pt x="15838" y="24280"/>
                            <a:pt x="16696" y="1770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59" name="Forme libre : forme 12558">
                      <a:extLst>
                        <a:ext uri="{FF2B5EF4-FFF2-40B4-BE49-F238E27FC236}">
                          <a16:creationId xmlns:a16="http://schemas.microsoft.com/office/drawing/2014/main" id="{B4D42905-D0F1-431E-80A6-3B2FB315A3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8313" y="4246254"/>
                      <a:ext cx="16171" cy="14999"/>
                    </a:xfrm>
                    <a:custGeom>
                      <a:avLst/>
                      <a:gdLst>
                        <a:gd name="connsiteX0" fmla="*/ 10415 w 16171"/>
                        <a:gd name="connsiteY0" fmla="*/ 14405 h 14999"/>
                        <a:gd name="connsiteX1" fmla="*/ 319 w 16171"/>
                        <a:gd name="connsiteY1" fmla="*/ 10405 h 14999"/>
                        <a:gd name="connsiteX2" fmla="*/ 5844 w 16171"/>
                        <a:gd name="connsiteY2" fmla="*/ 594 h 14999"/>
                        <a:gd name="connsiteX3" fmla="*/ 15845 w 16171"/>
                        <a:gd name="connsiteY3" fmla="*/ 4595 h 14999"/>
                        <a:gd name="connsiteX4" fmla="*/ 10415 w 16171"/>
                        <a:gd name="connsiteY4" fmla="*/ 14405 h 14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71" h="14999">
                          <a:moveTo>
                            <a:pt x="10415" y="14405"/>
                          </a:moveTo>
                          <a:cubicBezTo>
                            <a:pt x="6129" y="16024"/>
                            <a:pt x="1557" y="14215"/>
                            <a:pt x="319" y="10405"/>
                          </a:cubicBezTo>
                          <a:cubicBezTo>
                            <a:pt x="-919" y="6595"/>
                            <a:pt x="1557" y="2213"/>
                            <a:pt x="5844" y="594"/>
                          </a:cubicBezTo>
                          <a:cubicBezTo>
                            <a:pt x="10130" y="-1025"/>
                            <a:pt x="14511" y="784"/>
                            <a:pt x="15845" y="4595"/>
                          </a:cubicBezTo>
                          <a:cubicBezTo>
                            <a:pt x="17083" y="8309"/>
                            <a:pt x="14702" y="12786"/>
                            <a:pt x="10415" y="1440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60" name="Forme libre : forme 12559">
                      <a:extLst>
                        <a:ext uri="{FF2B5EF4-FFF2-40B4-BE49-F238E27FC236}">
                          <a16:creationId xmlns:a16="http://schemas.microsoft.com/office/drawing/2014/main" id="{831A81B4-4385-48E3-8A21-E7CB586073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8897" y="4245970"/>
                      <a:ext cx="5569" cy="5851"/>
                    </a:xfrm>
                    <a:custGeom>
                      <a:avLst/>
                      <a:gdLst>
                        <a:gd name="connsiteX0" fmla="*/ 2404 w 5569"/>
                        <a:gd name="connsiteY0" fmla="*/ 5831 h 5851"/>
                        <a:gd name="connsiteX1" fmla="*/ 22 w 5569"/>
                        <a:gd name="connsiteY1" fmla="*/ 2592 h 5851"/>
                        <a:gd name="connsiteX2" fmla="*/ 3166 w 5569"/>
                        <a:gd name="connsiteY2" fmla="*/ 21 h 5851"/>
                        <a:gd name="connsiteX3" fmla="*/ 5547 w 5569"/>
                        <a:gd name="connsiteY3" fmla="*/ 3259 h 5851"/>
                        <a:gd name="connsiteX4" fmla="*/ 2404 w 5569"/>
                        <a:gd name="connsiteY4" fmla="*/ 5831 h 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9" h="5851">
                          <a:moveTo>
                            <a:pt x="2404" y="5831"/>
                          </a:moveTo>
                          <a:cubicBezTo>
                            <a:pt x="880" y="5640"/>
                            <a:pt x="-168" y="4212"/>
                            <a:pt x="22" y="2592"/>
                          </a:cubicBezTo>
                          <a:cubicBezTo>
                            <a:pt x="213" y="973"/>
                            <a:pt x="1642" y="-170"/>
                            <a:pt x="3166" y="21"/>
                          </a:cubicBezTo>
                          <a:cubicBezTo>
                            <a:pt x="4690" y="211"/>
                            <a:pt x="5737" y="1640"/>
                            <a:pt x="5547" y="3259"/>
                          </a:cubicBezTo>
                          <a:cubicBezTo>
                            <a:pt x="5261" y="4879"/>
                            <a:pt x="3928" y="6022"/>
                            <a:pt x="2404" y="58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561" name="Graphique 5">
                    <a:extLst>
                      <a:ext uri="{FF2B5EF4-FFF2-40B4-BE49-F238E27FC236}">
                        <a16:creationId xmlns:a16="http://schemas.microsoft.com/office/drawing/2014/main" id="{35F7D4A5-7972-496E-B124-A8B1952696A1}"/>
                      </a:ext>
                    </a:extLst>
                  </p:cNvPr>
                  <p:cNvGrpSpPr/>
                  <p:nvPr/>
                </p:nvGrpSpPr>
                <p:grpSpPr>
                  <a:xfrm>
                    <a:off x="2908549" y="4249486"/>
                    <a:ext cx="35280" cy="35686"/>
                    <a:chOff x="2908549" y="4249486"/>
                    <a:chExt cx="35280" cy="35686"/>
                  </a:xfrm>
                  <a:solidFill>
                    <a:schemeClr val="accent1"/>
                  </a:solidFill>
                </p:grpSpPr>
                <p:sp>
                  <p:nvSpPr>
                    <p:cNvPr id="12562" name="Forme libre : forme 12561">
                      <a:extLst>
                        <a:ext uri="{FF2B5EF4-FFF2-40B4-BE49-F238E27FC236}">
                          <a16:creationId xmlns:a16="http://schemas.microsoft.com/office/drawing/2014/main" id="{B384FF75-FD11-4606-A361-13A1E2F3C3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8644" y="4249486"/>
                      <a:ext cx="35184" cy="35604"/>
                    </a:xfrm>
                    <a:custGeom>
                      <a:avLst/>
                      <a:gdLst>
                        <a:gd name="connsiteX0" fmla="*/ 15033 w 35184"/>
                        <a:gd name="connsiteY0" fmla="*/ 35462 h 35604"/>
                        <a:gd name="connsiteX1" fmla="*/ 269 w 35184"/>
                        <a:gd name="connsiteY1" fmla="*/ 14983 h 35604"/>
                        <a:gd name="connsiteX2" fmla="*/ 20367 w 35184"/>
                        <a:gd name="connsiteY2" fmla="*/ 219 h 35604"/>
                        <a:gd name="connsiteX3" fmla="*/ 35035 w 35184"/>
                        <a:gd name="connsiteY3" fmla="*/ 19936 h 35604"/>
                        <a:gd name="connsiteX4" fmla="*/ 15033 w 35184"/>
                        <a:gd name="connsiteY4" fmla="*/ 35462 h 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84" h="35604">
                          <a:moveTo>
                            <a:pt x="15033" y="35462"/>
                          </a:moveTo>
                          <a:cubicBezTo>
                            <a:pt x="5222" y="34033"/>
                            <a:pt x="-1446" y="24604"/>
                            <a:pt x="269" y="14983"/>
                          </a:cubicBezTo>
                          <a:cubicBezTo>
                            <a:pt x="1983" y="5268"/>
                            <a:pt x="11032" y="-1304"/>
                            <a:pt x="20367" y="219"/>
                          </a:cubicBezTo>
                          <a:cubicBezTo>
                            <a:pt x="29701" y="1648"/>
                            <a:pt x="36273" y="10125"/>
                            <a:pt x="35035" y="19936"/>
                          </a:cubicBezTo>
                          <a:cubicBezTo>
                            <a:pt x="33797" y="29747"/>
                            <a:pt x="24939" y="36700"/>
                            <a:pt x="15033" y="3546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63" name="Forme libre : forme 12562">
                      <a:extLst>
                        <a:ext uri="{FF2B5EF4-FFF2-40B4-BE49-F238E27FC236}">
                          <a16:creationId xmlns:a16="http://schemas.microsoft.com/office/drawing/2014/main" id="{88A7E2DF-941B-4F75-A9B6-14F5D74124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8549" y="4249581"/>
                      <a:ext cx="28462" cy="35591"/>
                    </a:xfrm>
                    <a:custGeom>
                      <a:avLst/>
                      <a:gdLst>
                        <a:gd name="connsiteX0" fmla="*/ 17223 w 28462"/>
                        <a:gd name="connsiteY0" fmla="*/ 17936 h 35591"/>
                        <a:gd name="connsiteX1" fmla="*/ 28463 w 28462"/>
                        <a:gd name="connsiteY1" fmla="*/ 3744 h 35591"/>
                        <a:gd name="connsiteX2" fmla="*/ 20367 w 28462"/>
                        <a:gd name="connsiteY2" fmla="*/ 219 h 35591"/>
                        <a:gd name="connsiteX3" fmla="*/ 269 w 28462"/>
                        <a:gd name="connsiteY3" fmla="*/ 14983 h 35591"/>
                        <a:gd name="connsiteX4" fmla="*/ 15033 w 28462"/>
                        <a:gd name="connsiteY4" fmla="*/ 35462 h 35591"/>
                        <a:gd name="connsiteX5" fmla="*/ 23891 w 28462"/>
                        <a:gd name="connsiteY5" fmla="*/ 34224 h 35591"/>
                        <a:gd name="connsiteX6" fmla="*/ 17223 w 28462"/>
                        <a:gd name="connsiteY6" fmla="*/ 17936 h 35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462" h="35591">
                          <a:moveTo>
                            <a:pt x="17223" y="17936"/>
                          </a:moveTo>
                          <a:cubicBezTo>
                            <a:pt x="18271" y="11269"/>
                            <a:pt x="22748" y="6220"/>
                            <a:pt x="28463" y="3744"/>
                          </a:cubicBezTo>
                          <a:cubicBezTo>
                            <a:pt x="26177" y="2029"/>
                            <a:pt x="23415" y="696"/>
                            <a:pt x="20367" y="219"/>
                          </a:cubicBezTo>
                          <a:cubicBezTo>
                            <a:pt x="11032" y="-1305"/>
                            <a:pt x="1983" y="5268"/>
                            <a:pt x="269" y="14983"/>
                          </a:cubicBezTo>
                          <a:cubicBezTo>
                            <a:pt x="-1446" y="24603"/>
                            <a:pt x="5222" y="34033"/>
                            <a:pt x="15033" y="35462"/>
                          </a:cubicBezTo>
                          <a:cubicBezTo>
                            <a:pt x="18176" y="35843"/>
                            <a:pt x="21224" y="35367"/>
                            <a:pt x="23891" y="34224"/>
                          </a:cubicBezTo>
                          <a:cubicBezTo>
                            <a:pt x="19128" y="30509"/>
                            <a:pt x="16271" y="24508"/>
                            <a:pt x="17223" y="1793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64" name="Forme libre : forme 12563">
                      <a:extLst>
                        <a:ext uri="{FF2B5EF4-FFF2-40B4-BE49-F238E27FC236}">
                          <a16:creationId xmlns:a16="http://schemas.microsoft.com/office/drawing/2014/main" id="{D4FA79A4-7E9E-4986-BCB8-D2BB9CA259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9754" y="4267074"/>
                      <a:ext cx="16814" cy="14981"/>
                    </a:xfrm>
                    <a:custGeom>
                      <a:avLst/>
                      <a:gdLst>
                        <a:gd name="connsiteX0" fmla="*/ 10781 w 16814"/>
                        <a:gd name="connsiteY0" fmla="*/ 14445 h 14981"/>
                        <a:gd name="connsiteX1" fmla="*/ 304 w 16814"/>
                        <a:gd name="connsiteY1" fmla="*/ 10159 h 14981"/>
                        <a:gd name="connsiteX2" fmla="*/ 6114 w 16814"/>
                        <a:gd name="connsiteY2" fmla="*/ 538 h 14981"/>
                        <a:gd name="connsiteX3" fmla="*/ 16496 w 16814"/>
                        <a:gd name="connsiteY3" fmla="*/ 4729 h 14981"/>
                        <a:gd name="connsiteX4" fmla="*/ 10781 w 16814"/>
                        <a:gd name="connsiteY4" fmla="*/ 14445 h 14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14" h="14981">
                          <a:moveTo>
                            <a:pt x="10781" y="14445"/>
                          </a:moveTo>
                          <a:cubicBezTo>
                            <a:pt x="6305" y="15969"/>
                            <a:pt x="1542" y="14159"/>
                            <a:pt x="304" y="10159"/>
                          </a:cubicBezTo>
                          <a:cubicBezTo>
                            <a:pt x="-934" y="6253"/>
                            <a:pt x="1733" y="1872"/>
                            <a:pt x="6114" y="538"/>
                          </a:cubicBezTo>
                          <a:cubicBezTo>
                            <a:pt x="10591" y="-986"/>
                            <a:pt x="15163" y="824"/>
                            <a:pt x="16496" y="4729"/>
                          </a:cubicBezTo>
                          <a:cubicBezTo>
                            <a:pt x="17735" y="8444"/>
                            <a:pt x="15258" y="12921"/>
                            <a:pt x="10781" y="1444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65" name="Forme libre : forme 12564">
                      <a:extLst>
                        <a:ext uri="{FF2B5EF4-FFF2-40B4-BE49-F238E27FC236}">
                          <a16:creationId xmlns:a16="http://schemas.microsoft.com/office/drawing/2014/main" id="{95AC84E2-995D-4D64-B127-B8EA98E20F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0703" y="4266925"/>
                      <a:ext cx="5758" cy="5851"/>
                    </a:xfrm>
                    <a:custGeom>
                      <a:avLst/>
                      <a:gdLst>
                        <a:gd name="connsiteX0" fmla="*/ 2499 w 5758"/>
                        <a:gd name="connsiteY0" fmla="*/ 5831 h 5851"/>
                        <a:gd name="connsiteX1" fmla="*/ 22 w 5758"/>
                        <a:gd name="connsiteY1" fmla="*/ 2592 h 5851"/>
                        <a:gd name="connsiteX2" fmla="*/ 3261 w 5758"/>
                        <a:gd name="connsiteY2" fmla="*/ 21 h 5851"/>
                        <a:gd name="connsiteX3" fmla="*/ 5737 w 5758"/>
                        <a:gd name="connsiteY3" fmla="*/ 3259 h 5851"/>
                        <a:gd name="connsiteX4" fmla="*/ 2499 w 5758"/>
                        <a:gd name="connsiteY4" fmla="*/ 5831 h 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58" h="5851">
                          <a:moveTo>
                            <a:pt x="2499" y="5831"/>
                          </a:moveTo>
                          <a:cubicBezTo>
                            <a:pt x="880" y="5640"/>
                            <a:pt x="-168" y="4212"/>
                            <a:pt x="22" y="2592"/>
                          </a:cubicBezTo>
                          <a:cubicBezTo>
                            <a:pt x="213" y="973"/>
                            <a:pt x="1737" y="-170"/>
                            <a:pt x="3261" y="21"/>
                          </a:cubicBezTo>
                          <a:cubicBezTo>
                            <a:pt x="4785" y="211"/>
                            <a:pt x="5928" y="1640"/>
                            <a:pt x="5737" y="3259"/>
                          </a:cubicBezTo>
                          <a:cubicBezTo>
                            <a:pt x="5547" y="4878"/>
                            <a:pt x="4118" y="6021"/>
                            <a:pt x="2499" y="58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566" name="Graphique 5">
                  <a:extLst>
                    <a:ext uri="{FF2B5EF4-FFF2-40B4-BE49-F238E27FC236}">
                      <a16:creationId xmlns:a16="http://schemas.microsoft.com/office/drawing/2014/main" id="{6D9EA024-1BEC-4311-827D-21EA206CEA85}"/>
                    </a:ext>
                  </a:extLst>
                </p:cNvPr>
                <p:cNvGrpSpPr/>
                <p:nvPr/>
              </p:nvGrpSpPr>
              <p:grpSpPr>
                <a:xfrm>
                  <a:off x="2909410" y="4335416"/>
                  <a:ext cx="103801" cy="68998"/>
                  <a:chOff x="2909410" y="4335416"/>
                  <a:chExt cx="103801" cy="68998"/>
                </a:xfrm>
                <a:solidFill>
                  <a:schemeClr val="accent1"/>
                </a:solidFill>
              </p:grpSpPr>
              <p:grpSp>
                <p:nvGrpSpPr>
                  <p:cNvPr id="12567" name="Graphique 5">
                    <a:extLst>
                      <a:ext uri="{FF2B5EF4-FFF2-40B4-BE49-F238E27FC236}">
                        <a16:creationId xmlns:a16="http://schemas.microsoft.com/office/drawing/2014/main" id="{E87A255A-249B-40EC-A81C-191D9CB239AD}"/>
                      </a:ext>
                    </a:extLst>
                  </p:cNvPr>
                  <p:cNvGrpSpPr/>
                  <p:nvPr/>
                </p:nvGrpSpPr>
                <p:grpSpPr>
                  <a:xfrm>
                    <a:off x="2975474" y="4335416"/>
                    <a:ext cx="37738" cy="35651"/>
                    <a:chOff x="2975474" y="4335416"/>
                    <a:chExt cx="37738" cy="35651"/>
                  </a:xfrm>
                  <a:solidFill>
                    <a:schemeClr val="accent1"/>
                  </a:solidFill>
                </p:grpSpPr>
                <p:sp>
                  <p:nvSpPr>
                    <p:cNvPr id="12568" name="Forme libre : forme 12567">
                      <a:extLst>
                        <a:ext uri="{FF2B5EF4-FFF2-40B4-BE49-F238E27FC236}">
                          <a16:creationId xmlns:a16="http://schemas.microsoft.com/office/drawing/2014/main" id="{D5D041E9-C988-485B-812F-66AFDE1AC7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5474" y="4335416"/>
                      <a:ext cx="37738" cy="35651"/>
                    </a:xfrm>
                    <a:custGeom>
                      <a:avLst/>
                      <a:gdLst>
                        <a:gd name="connsiteX0" fmla="*/ 18593 w 37738"/>
                        <a:gd name="connsiteY0" fmla="*/ 35638 h 35651"/>
                        <a:gd name="connsiteX1" fmla="*/ 20 w 37738"/>
                        <a:gd name="connsiteY1" fmla="*/ 16683 h 35651"/>
                        <a:gd name="connsiteX2" fmla="*/ 19355 w 37738"/>
                        <a:gd name="connsiteY2" fmla="*/ 15 h 35651"/>
                        <a:gd name="connsiteX3" fmla="*/ 37738 w 37738"/>
                        <a:gd name="connsiteY3" fmla="*/ 18398 h 35651"/>
                        <a:gd name="connsiteX4" fmla="*/ 18593 w 37738"/>
                        <a:gd name="connsiteY4" fmla="*/ 35638 h 356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738" h="35651">
                          <a:moveTo>
                            <a:pt x="18593" y="35638"/>
                          </a:moveTo>
                          <a:cubicBezTo>
                            <a:pt x="7830" y="35353"/>
                            <a:pt x="-457" y="26590"/>
                            <a:pt x="20" y="16683"/>
                          </a:cubicBezTo>
                          <a:cubicBezTo>
                            <a:pt x="496" y="6682"/>
                            <a:pt x="9163" y="-366"/>
                            <a:pt x="19355" y="15"/>
                          </a:cubicBezTo>
                          <a:cubicBezTo>
                            <a:pt x="29547" y="300"/>
                            <a:pt x="37738" y="8492"/>
                            <a:pt x="37738" y="18398"/>
                          </a:cubicBezTo>
                          <a:cubicBezTo>
                            <a:pt x="37738" y="28304"/>
                            <a:pt x="29261" y="36019"/>
                            <a:pt x="18593" y="3563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69" name="Forme libre : forme 12568">
                      <a:extLst>
                        <a:ext uri="{FF2B5EF4-FFF2-40B4-BE49-F238E27FC236}">
                          <a16:creationId xmlns:a16="http://schemas.microsoft.com/office/drawing/2014/main" id="{65B0686C-A77A-434A-85E1-5B223698A9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5474" y="4335416"/>
                      <a:ext cx="28499" cy="35646"/>
                    </a:xfrm>
                    <a:custGeom>
                      <a:avLst/>
                      <a:gdLst>
                        <a:gd name="connsiteX0" fmla="*/ 18498 w 28499"/>
                        <a:gd name="connsiteY0" fmla="*/ 17922 h 35646"/>
                        <a:gd name="connsiteX1" fmla="*/ 28499 w 28499"/>
                        <a:gd name="connsiteY1" fmla="*/ 2682 h 35646"/>
                        <a:gd name="connsiteX2" fmla="*/ 19355 w 28499"/>
                        <a:gd name="connsiteY2" fmla="*/ 15 h 35646"/>
                        <a:gd name="connsiteX3" fmla="*/ 20 w 28499"/>
                        <a:gd name="connsiteY3" fmla="*/ 16683 h 35646"/>
                        <a:gd name="connsiteX4" fmla="*/ 18593 w 28499"/>
                        <a:gd name="connsiteY4" fmla="*/ 35638 h 35646"/>
                        <a:gd name="connsiteX5" fmla="*/ 27928 w 28499"/>
                        <a:gd name="connsiteY5" fmla="*/ 33638 h 35646"/>
                        <a:gd name="connsiteX6" fmla="*/ 18498 w 28499"/>
                        <a:gd name="connsiteY6" fmla="*/ 17922 h 35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499" h="35646">
                          <a:moveTo>
                            <a:pt x="18498" y="17922"/>
                          </a:moveTo>
                          <a:cubicBezTo>
                            <a:pt x="18688" y="11254"/>
                            <a:pt x="22784" y="5635"/>
                            <a:pt x="28499" y="2682"/>
                          </a:cubicBezTo>
                          <a:cubicBezTo>
                            <a:pt x="25832" y="1063"/>
                            <a:pt x="22689" y="110"/>
                            <a:pt x="19355" y="15"/>
                          </a:cubicBezTo>
                          <a:cubicBezTo>
                            <a:pt x="9163" y="-366"/>
                            <a:pt x="496" y="6682"/>
                            <a:pt x="20" y="16683"/>
                          </a:cubicBezTo>
                          <a:cubicBezTo>
                            <a:pt x="-457" y="26590"/>
                            <a:pt x="7830" y="35448"/>
                            <a:pt x="18593" y="35638"/>
                          </a:cubicBezTo>
                          <a:cubicBezTo>
                            <a:pt x="22022" y="35733"/>
                            <a:pt x="25166" y="34972"/>
                            <a:pt x="27928" y="33638"/>
                          </a:cubicBezTo>
                          <a:cubicBezTo>
                            <a:pt x="22117" y="30399"/>
                            <a:pt x="18308" y="24494"/>
                            <a:pt x="18498" y="1792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70" name="Forme libre : forme 12569">
                      <a:extLst>
                        <a:ext uri="{FF2B5EF4-FFF2-40B4-BE49-F238E27FC236}">
                          <a16:creationId xmlns:a16="http://schemas.microsoft.com/office/drawing/2014/main" id="{2F7EEB6B-9210-414B-A680-A878B2548D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8440" y="4352495"/>
                      <a:ext cx="17895" cy="15303"/>
                    </a:xfrm>
                    <a:custGeom>
                      <a:avLst/>
                      <a:gdLst>
                        <a:gd name="connsiteX0" fmla="*/ 12389 w 17895"/>
                        <a:gd name="connsiteY0" fmla="*/ 14464 h 15303"/>
                        <a:gd name="connsiteX1" fmla="*/ 674 w 17895"/>
                        <a:gd name="connsiteY1" fmla="*/ 11130 h 15303"/>
                        <a:gd name="connsiteX2" fmla="*/ 5627 w 17895"/>
                        <a:gd name="connsiteY2" fmla="*/ 843 h 15303"/>
                        <a:gd name="connsiteX3" fmla="*/ 17247 w 17895"/>
                        <a:gd name="connsiteY3" fmla="*/ 4081 h 15303"/>
                        <a:gd name="connsiteX4" fmla="*/ 12389 w 17895"/>
                        <a:gd name="connsiteY4" fmla="*/ 14464 h 15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95" h="15303">
                          <a:moveTo>
                            <a:pt x="12389" y="14464"/>
                          </a:moveTo>
                          <a:cubicBezTo>
                            <a:pt x="7817" y="16368"/>
                            <a:pt x="2484" y="14940"/>
                            <a:pt x="674" y="11130"/>
                          </a:cubicBezTo>
                          <a:cubicBezTo>
                            <a:pt x="-1231" y="7415"/>
                            <a:pt x="1055" y="2843"/>
                            <a:pt x="5627" y="843"/>
                          </a:cubicBezTo>
                          <a:cubicBezTo>
                            <a:pt x="10199" y="-1062"/>
                            <a:pt x="15342" y="366"/>
                            <a:pt x="17247" y="4081"/>
                          </a:cubicBezTo>
                          <a:cubicBezTo>
                            <a:pt x="19057" y="7891"/>
                            <a:pt x="16962" y="12558"/>
                            <a:pt x="12389" y="1446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71" name="Forme libre : forme 12570">
                      <a:extLst>
                        <a:ext uri="{FF2B5EF4-FFF2-40B4-BE49-F238E27FC236}">
                          <a16:creationId xmlns:a16="http://schemas.microsoft.com/office/drawing/2014/main" id="{BEDC5BAC-3111-426B-A3CE-0673EDA145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9491" y="4352004"/>
                      <a:ext cx="6195" cy="5910"/>
                    </a:xfrm>
                    <a:custGeom>
                      <a:avLst/>
                      <a:gdLst>
                        <a:gd name="connsiteX0" fmla="*/ 3053 w 6195"/>
                        <a:gd name="connsiteY0" fmla="*/ 5905 h 5910"/>
                        <a:gd name="connsiteX1" fmla="*/ 4 w 6195"/>
                        <a:gd name="connsiteY1" fmla="*/ 2857 h 5910"/>
                        <a:gd name="connsiteX2" fmla="*/ 3148 w 6195"/>
                        <a:gd name="connsiteY2" fmla="*/ 0 h 5910"/>
                        <a:gd name="connsiteX3" fmla="*/ 6196 w 6195"/>
                        <a:gd name="connsiteY3" fmla="*/ 3048 h 5910"/>
                        <a:gd name="connsiteX4" fmla="*/ 3053 w 6195"/>
                        <a:gd name="connsiteY4" fmla="*/ 5905 h 5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5" h="5910">
                          <a:moveTo>
                            <a:pt x="3053" y="5905"/>
                          </a:moveTo>
                          <a:cubicBezTo>
                            <a:pt x="1338" y="5810"/>
                            <a:pt x="-91" y="4477"/>
                            <a:pt x="4" y="2857"/>
                          </a:cubicBezTo>
                          <a:cubicBezTo>
                            <a:pt x="4" y="1238"/>
                            <a:pt x="1433" y="0"/>
                            <a:pt x="3148" y="0"/>
                          </a:cubicBezTo>
                          <a:cubicBezTo>
                            <a:pt x="4862" y="95"/>
                            <a:pt x="6196" y="1429"/>
                            <a:pt x="6196" y="3048"/>
                          </a:cubicBezTo>
                          <a:cubicBezTo>
                            <a:pt x="6196" y="4667"/>
                            <a:pt x="4767" y="6001"/>
                            <a:pt x="3053" y="59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572" name="Graphique 5">
                    <a:extLst>
                      <a:ext uri="{FF2B5EF4-FFF2-40B4-BE49-F238E27FC236}">
                        <a16:creationId xmlns:a16="http://schemas.microsoft.com/office/drawing/2014/main" id="{6B9F8EDC-6AF0-4A93-BB72-C155A8FE0097}"/>
                      </a:ext>
                    </a:extLst>
                  </p:cNvPr>
                  <p:cNvGrpSpPr/>
                  <p:nvPr/>
                </p:nvGrpSpPr>
                <p:grpSpPr>
                  <a:xfrm>
                    <a:off x="2939630" y="4347172"/>
                    <a:ext cx="38733" cy="35871"/>
                    <a:chOff x="2939630" y="4347172"/>
                    <a:chExt cx="38733" cy="35871"/>
                  </a:xfrm>
                  <a:solidFill>
                    <a:schemeClr val="accent1"/>
                  </a:solidFill>
                </p:grpSpPr>
                <p:sp>
                  <p:nvSpPr>
                    <p:cNvPr id="12573" name="Forme libre : forme 12572">
                      <a:extLst>
                        <a:ext uri="{FF2B5EF4-FFF2-40B4-BE49-F238E27FC236}">
                          <a16:creationId xmlns:a16="http://schemas.microsoft.com/office/drawing/2014/main" id="{75B109F6-3B64-4F2C-911A-011EB7EC59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9809" y="4347172"/>
                      <a:ext cx="38554" cy="35871"/>
                    </a:xfrm>
                    <a:custGeom>
                      <a:avLst/>
                      <a:gdLst>
                        <a:gd name="connsiteX0" fmla="*/ 18444 w 38554"/>
                        <a:gd name="connsiteY0" fmla="*/ 35788 h 35871"/>
                        <a:gd name="connsiteX1" fmla="*/ 60 w 38554"/>
                        <a:gd name="connsiteY1" fmla="*/ 16167 h 35871"/>
                        <a:gd name="connsiteX2" fmla="*/ 20444 w 38554"/>
                        <a:gd name="connsiteY2" fmla="*/ 70 h 35871"/>
                        <a:gd name="connsiteX3" fmla="*/ 38541 w 38554"/>
                        <a:gd name="connsiteY3" fmla="*/ 19501 h 35871"/>
                        <a:gd name="connsiteX4" fmla="*/ 18444 w 38554"/>
                        <a:gd name="connsiteY4" fmla="*/ 35788 h 358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554" h="35871">
                          <a:moveTo>
                            <a:pt x="18444" y="35788"/>
                          </a:moveTo>
                          <a:cubicBezTo>
                            <a:pt x="7585" y="34836"/>
                            <a:pt x="-797" y="25978"/>
                            <a:pt x="60" y="16167"/>
                          </a:cubicBezTo>
                          <a:cubicBezTo>
                            <a:pt x="822" y="6356"/>
                            <a:pt x="10062" y="-787"/>
                            <a:pt x="20444" y="70"/>
                          </a:cubicBezTo>
                          <a:cubicBezTo>
                            <a:pt x="30826" y="927"/>
                            <a:pt x="38922" y="9595"/>
                            <a:pt x="38541" y="19501"/>
                          </a:cubicBezTo>
                          <a:cubicBezTo>
                            <a:pt x="38160" y="29407"/>
                            <a:pt x="29302" y="36741"/>
                            <a:pt x="18444" y="357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74" name="Forme libre : forme 12573">
                      <a:extLst>
                        <a:ext uri="{FF2B5EF4-FFF2-40B4-BE49-F238E27FC236}">
                          <a16:creationId xmlns:a16="http://schemas.microsoft.com/office/drawing/2014/main" id="{EBAAD9A5-9AB1-42B1-8C57-74B269C070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9630" y="4347172"/>
                      <a:ext cx="29671" cy="35861"/>
                    </a:xfrm>
                    <a:custGeom>
                      <a:avLst/>
                      <a:gdLst>
                        <a:gd name="connsiteX0" fmla="*/ 19003 w 29671"/>
                        <a:gd name="connsiteY0" fmla="*/ 17977 h 35861"/>
                        <a:gd name="connsiteX1" fmla="*/ 29671 w 29671"/>
                        <a:gd name="connsiteY1" fmla="*/ 3308 h 35861"/>
                        <a:gd name="connsiteX2" fmla="*/ 20432 w 29671"/>
                        <a:gd name="connsiteY2" fmla="*/ 70 h 35861"/>
                        <a:gd name="connsiteX3" fmla="*/ 49 w 29671"/>
                        <a:gd name="connsiteY3" fmla="*/ 16167 h 35861"/>
                        <a:gd name="connsiteX4" fmla="*/ 18432 w 29671"/>
                        <a:gd name="connsiteY4" fmla="*/ 35788 h 35861"/>
                        <a:gd name="connsiteX5" fmla="*/ 27957 w 29671"/>
                        <a:gd name="connsiteY5" fmla="*/ 34360 h 35861"/>
                        <a:gd name="connsiteX6" fmla="*/ 19003 w 29671"/>
                        <a:gd name="connsiteY6" fmla="*/ 17977 h 35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671" h="35861">
                          <a:moveTo>
                            <a:pt x="19003" y="17977"/>
                          </a:moveTo>
                          <a:cubicBezTo>
                            <a:pt x="19384" y="11214"/>
                            <a:pt x="23766" y="5785"/>
                            <a:pt x="29671" y="3308"/>
                          </a:cubicBezTo>
                          <a:cubicBezTo>
                            <a:pt x="27004" y="1594"/>
                            <a:pt x="23861" y="355"/>
                            <a:pt x="20432" y="70"/>
                          </a:cubicBezTo>
                          <a:cubicBezTo>
                            <a:pt x="10050" y="-787"/>
                            <a:pt x="811" y="6356"/>
                            <a:pt x="49" y="16167"/>
                          </a:cubicBezTo>
                          <a:cubicBezTo>
                            <a:pt x="-713" y="25978"/>
                            <a:pt x="7573" y="34741"/>
                            <a:pt x="18432" y="35788"/>
                          </a:cubicBezTo>
                          <a:cubicBezTo>
                            <a:pt x="21861" y="36074"/>
                            <a:pt x="25099" y="35503"/>
                            <a:pt x="27957" y="34360"/>
                          </a:cubicBezTo>
                          <a:cubicBezTo>
                            <a:pt x="22337" y="30645"/>
                            <a:pt x="18718" y="24549"/>
                            <a:pt x="19003" y="1797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75" name="Forme libre : forme 12574">
                      <a:extLst>
                        <a:ext uri="{FF2B5EF4-FFF2-40B4-BE49-F238E27FC236}">
                          <a16:creationId xmlns:a16="http://schemas.microsoft.com/office/drawing/2014/main" id="{944D4D85-94AB-4DDD-85A8-D35B452C24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2896" y="4364675"/>
                      <a:ext cx="18212" cy="15219"/>
                    </a:xfrm>
                    <a:custGeom>
                      <a:avLst/>
                      <a:gdLst>
                        <a:gd name="connsiteX0" fmla="*/ 12406 w 18212"/>
                        <a:gd name="connsiteY0" fmla="*/ 14570 h 15219"/>
                        <a:gd name="connsiteX1" fmla="*/ 594 w 18212"/>
                        <a:gd name="connsiteY1" fmla="*/ 10665 h 15219"/>
                        <a:gd name="connsiteX2" fmla="*/ 5929 w 18212"/>
                        <a:gd name="connsiteY2" fmla="*/ 664 h 15219"/>
                        <a:gd name="connsiteX3" fmla="*/ 17644 w 18212"/>
                        <a:gd name="connsiteY3" fmla="*/ 4569 h 15219"/>
                        <a:gd name="connsiteX4" fmla="*/ 12406 w 18212"/>
                        <a:gd name="connsiteY4" fmla="*/ 14570 h 15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12" h="15219">
                          <a:moveTo>
                            <a:pt x="12406" y="14570"/>
                          </a:moveTo>
                          <a:cubicBezTo>
                            <a:pt x="7643" y="16285"/>
                            <a:pt x="2309" y="14475"/>
                            <a:pt x="594" y="10665"/>
                          </a:cubicBezTo>
                          <a:cubicBezTo>
                            <a:pt x="-1215" y="6760"/>
                            <a:pt x="1261" y="2378"/>
                            <a:pt x="5929" y="664"/>
                          </a:cubicBezTo>
                          <a:cubicBezTo>
                            <a:pt x="10596" y="-1051"/>
                            <a:pt x="15835" y="664"/>
                            <a:pt x="17644" y="4569"/>
                          </a:cubicBezTo>
                          <a:cubicBezTo>
                            <a:pt x="19359" y="8284"/>
                            <a:pt x="17073" y="12856"/>
                            <a:pt x="12406" y="1457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76" name="Forme libre : forme 12575">
                      <a:extLst>
                        <a:ext uri="{FF2B5EF4-FFF2-40B4-BE49-F238E27FC236}">
                          <a16:creationId xmlns:a16="http://schemas.microsoft.com/office/drawing/2014/main" id="{42E51B26-2424-4984-8C3E-54218C722C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4249" y="4364272"/>
                      <a:ext cx="6386" cy="5944"/>
                    </a:xfrm>
                    <a:custGeom>
                      <a:avLst/>
                      <a:gdLst>
                        <a:gd name="connsiteX0" fmla="*/ 3053 w 6386"/>
                        <a:gd name="connsiteY0" fmla="*/ 5925 h 5944"/>
                        <a:gd name="connsiteX1" fmla="*/ 4 w 6386"/>
                        <a:gd name="connsiteY1" fmla="*/ 2687 h 5944"/>
                        <a:gd name="connsiteX2" fmla="*/ 3338 w 6386"/>
                        <a:gd name="connsiteY2" fmla="*/ 19 h 5944"/>
                        <a:gd name="connsiteX3" fmla="*/ 6386 w 6386"/>
                        <a:gd name="connsiteY3" fmla="*/ 3258 h 5944"/>
                        <a:gd name="connsiteX4" fmla="*/ 3053 w 6386"/>
                        <a:gd name="connsiteY4" fmla="*/ 5925 h 59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86" h="5944">
                          <a:moveTo>
                            <a:pt x="3053" y="5925"/>
                          </a:moveTo>
                          <a:cubicBezTo>
                            <a:pt x="1338" y="5734"/>
                            <a:pt x="-91" y="4306"/>
                            <a:pt x="4" y="2687"/>
                          </a:cubicBezTo>
                          <a:cubicBezTo>
                            <a:pt x="100" y="1067"/>
                            <a:pt x="1529" y="-171"/>
                            <a:pt x="3338" y="19"/>
                          </a:cubicBezTo>
                          <a:cubicBezTo>
                            <a:pt x="5148" y="210"/>
                            <a:pt x="6386" y="1639"/>
                            <a:pt x="6386" y="3258"/>
                          </a:cubicBezTo>
                          <a:cubicBezTo>
                            <a:pt x="6291" y="4877"/>
                            <a:pt x="4767" y="6115"/>
                            <a:pt x="3053" y="592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577" name="Graphique 5">
                    <a:extLst>
                      <a:ext uri="{FF2B5EF4-FFF2-40B4-BE49-F238E27FC236}">
                        <a16:creationId xmlns:a16="http://schemas.microsoft.com/office/drawing/2014/main" id="{2A88525A-8B11-4EF3-A989-38312B02D826}"/>
                      </a:ext>
                    </a:extLst>
                  </p:cNvPr>
                  <p:cNvGrpSpPr/>
                  <p:nvPr/>
                </p:nvGrpSpPr>
                <p:grpSpPr>
                  <a:xfrm>
                    <a:off x="2909410" y="4368197"/>
                    <a:ext cx="39631" cy="36217"/>
                    <a:chOff x="2909410" y="4368197"/>
                    <a:chExt cx="39631" cy="36217"/>
                  </a:xfrm>
                  <a:solidFill>
                    <a:schemeClr val="accent1"/>
                  </a:solidFill>
                </p:grpSpPr>
                <p:sp>
                  <p:nvSpPr>
                    <p:cNvPr id="12578" name="Forme libre : forme 12577">
                      <a:extLst>
                        <a:ext uri="{FF2B5EF4-FFF2-40B4-BE49-F238E27FC236}">
                          <a16:creationId xmlns:a16="http://schemas.microsoft.com/office/drawing/2014/main" id="{7E105F6E-240F-4A84-9517-D9CF620ACE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9410" y="4368197"/>
                      <a:ext cx="39631" cy="36124"/>
                    </a:xfrm>
                    <a:custGeom>
                      <a:avLst/>
                      <a:gdLst>
                        <a:gd name="connsiteX0" fmla="*/ 18553 w 39631"/>
                        <a:gd name="connsiteY0" fmla="*/ 36004 h 36124"/>
                        <a:gd name="connsiteX1" fmla="*/ 75 w 39631"/>
                        <a:gd name="connsiteY1" fmla="*/ 15335 h 36124"/>
                        <a:gd name="connsiteX2" fmla="*/ 21220 w 39631"/>
                        <a:gd name="connsiteY2" fmla="*/ 190 h 36124"/>
                        <a:gd name="connsiteX3" fmla="*/ 39603 w 39631"/>
                        <a:gd name="connsiteY3" fmla="*/ 20098 h 36124"/>
                        <a:gd name="connsiteX4" fmla="*/ 18553 w 39631"/>
                        <a:gd name="connsiteY4" fmla="*/ 36004 h 3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631" h="36124">
                          <a:moveTo>
                            <a:pt x="18553" y="36004"/>
                          </a:moveTo>
                          <a:cubicBezTo>
                            <a:pt x="7409" y="34671"/>
                            <a:pt x="-878" y="25146"/>
                            <a:pt x="75" y="15335"/>
                          </a:cubicBezTo>
                          <a:cubicBezTo>
                            <a:pt x="1027" y="5524"/>
                            <a:pt x="10552" y="-1238"/>
                            <a:pt x="21220" y="190"/>
                          </a:cubicBezTo>
                          <a:cubicBezTo>
                            <a:pt x="31888" y="1714"/>
                            <a:pt x="40175" y="10096"/>
                            <a:pt x="39603" y="20098"/>
                          </a:cubicBezTo>
                          <a:cubicBezTo>
                            <a:pt x="39127" y="30004"/>
                            <a:pt x="29793" y="37147"/>
                            <a:pt x="18553" y="3600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79" name="Forme libre : forme 12578">
                      <a:extLst>
                        <a:ext uri="{FF2B5EF4-FFF2-40B4-BE49-F238E27FC236}">
                          <a16:creationId xmlns:a16="http://schemas.microsoft.com/office/drawing/2014/main" id="{FC240A75-882E-469C-B388-6C757A6AE1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9410" y="4368290"/>
                      <a:ext cx="30649" cy="36124"/>
                    </a:xfrm>
                    <a:custGeom>
                      <a:avLst/>
                      <a:gdLst>
                        <a:gd name="connsiteX0" fmla="*/ 19315 w 30649"/>
                        <a:gd name="connsiteY0" fmla="*/ 18100 h 36124"/>
                        <a:gd name="connsiteX1" fmla="*/ 30650 w 30649"/>
                        <a:gd name="connsiteY1" fmla="*/ 3717 h 36124"/>
                        <a:gd name="connsiteX2" fmla="*/ 21220 w 30649"/>
                        <a:gd name="connsiteY2" fmla="*/ 193 h 36124"/>
                        <a:gd name="connsiteX3" fmla="*/ 75 w 30649"/>
                        <a:gd name="connsiteY3" fmla="*/ 15338 h 36124"/>
                        <a:gd name="connsiteX4" fmla="*/ 18553 w 30649"/>
                        <a:gd name="connsiteY4" fmla="*/ 36007 h 36124"/>
                        <a:gd name="connsiteX5" fmla="*/ 28459 w 30649"/>
                        <a:gd name="connsiteY5" fmla="*/ 34673 h 36124"/>
                        <a:gd name="connsiteX6" fmla="*/ 19315 w 30649"/>
                        <a:gd name="connsiteY6" fmla="*/ 18100 h 3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649" h="36124">
                          <a:moveTo>
                            <a:pt x="19315" y="18100"/>
                          </a:moveTo>
                          <a:cubicBezTo>
                            <a:pt x="19791" y="11337"/>
                            <a:pt x="24363" y="6193"/>
                            <a:pt x="30650" y="3717"/>
                          </a:cubicBezTo>
                          <a:cubicBezTo>
                            <a:pt x="27888" y="2002"/>
                            <a:pt x="24744" y="669"/>
                            <a:pt x="21220" y="193"/>
                          </a:cubicBezTo>
                          <a:cubicBezTo>
                            <a:pt x="10552" y="-1236"/>
                            <a:pt x="1027" y="5431"/>
                            <a:pt x="75" y="15338"/>
                          </a:cubicBezTo>
                          <a:cubicBezTo>
                            <a:pt x="-878" y="25148"/>
                            <a:pt x="7409" y="34673"/>
                            <a:pt x="18553" y="36007"/>
                          </a:cubicBezTo>
                          <a:cubicBezTo>
                            <a:pt x="22077" y="36388"/>
                            <a:pt x="25506" y="35816"/>
                            <a:pt x="28459" y="34673"/>
                          </a:cubicBezTo>
                          <a:cubicBezTo>
                            <a:pt x="22554" y="30863"/>
                            <a:pt x="18744" y="24863"/>
                            <a:pt x="19315" y="1810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80" name="Forme libre : forme 12579">
                      <a:extLst>
                        <a:ext uri="{FF2B5EF4-FFF2-40B4-BE49-F238E27FC236}">
                          <a16:creationId xmlns:a16="http://schemas.microsoft.com/office/drawing/2014/main" id="{14845846-14B2-4F2E-BFC8-2C3198EA7C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2668" y="4385972"/>
                      <a:ext cx="18757" cy="15199"/>
                    </a:xfrm>
                    <a:custGeom>
                      <a:avLst/>
                      <a:gdLst>
                        <a:gd name="connsiteX0" fmla="*/ 12629 w 18757"/>
                        <a:gd name="connsiteY0" fmla="*/ 14610 h 15199"/>
                        <a:gd name="connsiteX1" fmla="*/ 533 w 18757"/>
                        <a:gd name="connsiteY1" fmla="*/ 10323 h 15199"/>
                        <a:gd name="connsiteX2" fmla="*/ 6152 w 18757"/>
                        <a:gd name="connsiteY2" fmla="*/ 513 h 15199"/>
                        <a:gd name="connsiteX3" fmla="*/ 18154 w 18757"/>
                        <a:gd name="connsiteY3" fmla="*/ 4608 h 15199"/>
                        <a:gd name="connsiteX4" fmla="*/ 12629 w 18757"/>
                        <a:gd name="connsiteY4" fmla="*/ 14610 h 151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757" h="15199">
                          <a:moveTo>
                            <a:pt x="12629" y="14610"/>
                          </a:moveTo>
                          <a:cubicBezTo>
                            <a:pt x="7676" y="16229"/>
                            <a:pt x="2247" y="14419"/>
                            <a:pt x="533" y="10323"/>
                          </a:cubicBezTo>
                          <a:cubicBezTo>
                            <a:pt x="-1182" y="6323"/>
                            <a:pt x="1390" y="1941"/>
                            <a:pt x="6152" y="513"/>
                          </a:cubicBezTo>
                          <a:cubicBezTo>
                            <a:pt x="11010" y="-916"/>
                            <a:pt x="16344" y="703"/>
                            <a:pt x="18154" y="4608"/>
                          </a:cubicBezTo>
                          <a:cubicBezTo>
                            <a:pt x="19963" y="8514"/>
                            <a:pt x="17582" y="12990"/>
                            <a:pt x="12629" y="146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81" name="Forme libre : forme 12580">
                      <a:extLst>
                        <a:ext uri="{FF2B5EF4-FFF2-40B4-BE49-F238E27FC236}">
                          <a16:creationId xmlns:a16="http://schemas.microsoft.com/office/drawing/2014/main" id="{6A8EF44B-3915-4144-B311-49011CF517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4518" y="4385892"/>
                      <a:ext cx="6498" cy="5850"/>
                    </a:xfrm>
                    <a:custGeom>
                      <a:avLst/>
                      <a:gdLst>
                        <a:gd name="connsiteX0" fmla="*/ 3065 w 6498"/>
                        <a:gd name="connsiteY0" fmla="*/ 5831 h 5850"/>
                        <a:gd name="connsiteX1" fmla="*/ 17 w 6498"/>
                        <a:gd name="connsiteY1" fmla="*/ 2592 h 5850"/>
                        <a:gd name="connsiteX2" fmla="*/ 3446 w 6498"/>
                        <a:gd name="connsiteY2" fmla="*/ 21 h 5850"/>
                        <a:gd name="connsiteX3" fmla="*/ 6494 w 6498"/>
                        <a:gd name="connsiteY3" fmla="*/ 3259 h 5850"/>
                        <a:gd name="connsiteX4" fmla="*/ 3065 w 6498"/>
                        <a:gd name="connsiteY4" fmla="*/ 5831 h 5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98" h="5850">
                          <a:moveTo>
                            <a:pt x="3065" y="5831"/>
                          </a:moveTo>
                          <a:cubicBezTo>
                            <a:pt x="1255" y="5640"/>
                            <a:pt x="-173" y="4212"/>
                            <a:pt x="17" y="2592"/>
                          </a:cubicBezTo>
                          <a:cubicBezTo>
                            <a:pt x="112" y="973"/>
                            <a:pt x="1636" y="-170"/>
                            <a:pt x="3446" y="21"/>
                          </a:cubicBezTo>
                          <a:cubicBezTo>
                            <a:pt x="5256" y="211"/>
                            <a:pt x="6589" y="1640"/>
                            <a:pt x="6494" y="3259"/>
                          </a:cubicBezTo>
                          <a:cubicBezTo>
                            <a:pt x="6399" y="4783"/>
                            <a:pt x="4875" y="6022"/>
                            <a:pt x="3065" y="58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582" name="Graphique 5">
                  <a:extLst>
                    <a:ext uri="{FF2B5EF4-FFF2-40B4-BE49-F238E27FC236}">
                      <a16:creationId xmlns:a16="http://schemas.microsoft.com/office/drawing/2014/main" id="{B37BCAF7-2EFE-4DB9-A741-846988606B7D}"/>
                    </a:ext>
                  </a:extLst>
                </p:cNvPr>
                <p:cNvGrpSpPr/>
                <p:nvPr/>
              </p:nvGrpSpPr>
              <p:grpSpPr>
                <a:xfrm>
                  <a:off x="2912813" y="4420637"/>
                  <a:ext cx="64145" cy="102862"/>
                  <a:chOff x="2912813" y="4420637"/>
                  <a:chExt cx="64145" cy="102862"/>
                </a:xfrm>
                <a:solidFill>
                  <a:schemeClr val="accent1"/>
                </a:solidFill>
              </p:grpSpPr>
              <p:grpSp>
                <p:nvGrpSpPr>
                  <p:cNvPr id="12583" name="Graphique 5">
                    <a:extLst>
                      <a:ext uri="{FF2B5EF4-FFF2-40B4-BE49-F238E27FC236}">
                        <a16:creationId xmlns:a16="http://schemas.microsoft.com/office/drawing/2014/main" id="{81F05882-5A67-48DC-848B-8EBEA8660B2E}"/>
                      </a:ext>
                    </a:extLst>
                  </p:cNvPr>
                  <p:cNvGrpSpPr/>
                  <p:nvPr/>
                </p:nvGrpSpPr>
                <p:grpSpPr>
                  <a:xfrm>
                    <a:off x="2912813" y="4486971"/>
                    <a:ext cx="44517" cy="36528"/>
                    <a:chOff x="2912813" y="4486971"/>
                    <a:chExt cx="44517" cy="36528"/>
                  </a:xfrm>
                  <a:solidFill>
                    <a:schemeClr val="accent1"/>
                  </a:solidFill>
                </p:grpSpPr>
                <p:sp>
                  <p:nvSpPr>
                    <p:cNvPr id="12584" name="Forme libre : forme 12583">
                      <a:extLst>
                        <a:ext uri="{FF2B5EF4-FFF2-40B4-BE49-F238E27FC236}">
                          <a16:creationId xmlns:a16="http://schemas.microsoft.com/office/drawing/2014/main" id="{1B69A7BE-7F5B-4F8F-B065-42BB2A62A1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2813" y="4486998"/>
                      <a:ext cx="44422" cy="36501"/>
                    </a:xfrm>
                    <a:custGeom>
                      <a:avLst/>
                      <a:gdLst>
                        <a:gd name="connsiteX0" fmla="*/ 7435 w 44422"/>
                        <a:gd name="connsiteY0" fmla="*/ 3309 h 36501"/>
                        <a:gd name="connsiteX1" fmla="*/ 38391 w 44422"/>
                        <a:gd name="connsiteY1" fmla="*/ 7596 h 36501"/>
                        <a:gd name="connsiteX2" fmla="*/ 37438 w 44422"/>
                        <a:gd name="connsiteY2" fmla="*/ 32932 h 36501"/>
                        <a:gd name="connsiteX3" fmla="*/ 5720 w 44422"/>
                        <a:gd name="connsiteY3" fmla="*/ 28646 h 36501"/>
                        <a:gd name="connsiteX4" fmla="*/ 7435 w 44422"/>
                        <a:gd name="connsiteY4" fmla="*/ 3309 h 365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422" h="36501">
                          <a:moveTo>
                            <a:pt x="7435" y="3309"/>
                          </a:moveTo>
                          <a:cubicBezTo>
                            <a:pt x="16579" y="-2501"/>
                            <a:pt x="30199" y="-405"/>
                            <a:pt x="38391" y="7596"/>
                          </a:cubicBezTo>
                          <a:cubicBezTo>
                            <a:pt x="46678" y="15406"/>
                            <a:pt x="46487" y="26741"/>
                            <a:pt x="37438" y="32932"/>
                          </a:cubicBezTo>
                          <a:cubicBezTo>
                            <a:pt x="28390" y="39219"/>
                            <a:pt x="14007" y="36837"/>
                            <a:pt x="5720" y="28646"/>
                          </a:cubicBezTo>
                          <a:cubicBezTo>
                            <a:pt x="-2662" y="20359"/>
                            <a:pt x="-1614" y="9024"/>
                            <a:pt x="7435" y="330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85" name="Forme libre : forme 12584">
                      <a:extLst>
                        <a:ext uri="{FF2B5EF4-FFF2-40B4-BE49-F238E27FC236}">
                          <a16:creationId xmlns:a16="http://schemas.microsoft.com/office/drawing/2014/main" id="{E92E648B-611C-44DC-8C94-25AB9671D3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4247" y="4486971"/>
                      <a:ext cx="43083" cy="36387"/>
                    </a:xfrm>
                    <a:custGeom>
                      <a:avLst/>
                      <a:gdLst>
                        <a:gd name="connsiteX0" fmla="*/ 21050 w 43083"/>
                        <a:gd name="connsiteY0" fmla="*/ 17909 h 36387"/>
                        <a:gd name="connsiteX1" fmla="*/ 25813 w 43083"/>
                        <a:gd name="connsiteY1" fmla="*/ 36387 h 36387"/>
                        <a:gd name="connsiteX2" fmla="*/ 36100 w 43083"/>
                        <a:gd name="connsiteY2" fmla="*/ 32959 h 36387"/>
                        <a:gd name="connsiteX3" fmla="*/ 37052 w 43083"/>
                        <a:gd name="connsiteY3" fmla="*/ 7622 h 36387"/>
                        <a:gd name="connsiteX4" fmla="*/ 6096 w 43083"/>
                        <a:gd name="connsiteY4" fmla="*/ 3336 h 36387"/>
                        <a:gd name="connsiteX5" fmla="*/ 0 w 43083"/>
                        <a:gd name="connsiteY5" fmla="*/ 10289 h 36387"/>
                        <a:gd name="connsiteX6" fmla="*/ 21050 w 43083"/>
                        <a:gd name="connsiteY6" fmla="*/ 17909 h 36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083" h="36387">
                          <a:moveTo>
                            <a:pt x="21050" y="17909"/>
                          </a:moveTo>
                          <a:cubicBezTo>
                            <a:pt x="26670" y="23529"/>
                            <a:pt x="28194" y="30577"/>
                            <a:pt x="25813" y="36387"/>
                          </a:cubicBezTo>
                          <a:cubicBezTo>
                            <a:pt x="29528" y="36102"/>
                            <a:pt x="33147" y="34959"/>
                            <a:pt x="36100" y="32959"/>
                          </a:cubicBezTo>
                          <a:cubicBezTo>
                            <a:pt x="45149" y="26862"/>
                            <a:pt x="45339" y="15432"/>
                            <a:pt x="37052" y="7622"/>
                          </a:cubicBezTo>
                          <a:cubicBezTo>
                            <a:pt x="28861" y="-474"/>
                            <a:pt x="15240" y="-2474"/>
                            <a:pt x="6096" y="3336"/>
                          </a:cubicBezTo>
                          <a:cubicBezTo>
                            <a:pt x="3238" y="5146"/>
                            <a:pt x="1238" y="7622"/>
                            <a:pt x="0" y="10289"/>
                          </a:cubicBezTo>
                          <a:cubicBezTo>
                            <a:pt x="7429" y="9718"/>
                            <a:pt x="15526" y="12385"/>
                            <a:pt x="21050" y="1790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86" name="Forme libre : forme 12585">
                      <a:extLst>
                        <a:ext uri="{FF2B5EF4-FFF2-40B4-BE49-F238E27FC236}">
                          <a16:creationId xmlns:a16="http://schemas.microsoft.com/office/drawing/2014/main" id="{1AD0A0D9-63FC-4B8E-8391-D30133B1AF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7093" y="4492730"/>
                      <a:ext cx="18827" cy="16982"/>
                    </a:xfrm>
                    <a:custGeom>
                      <a:avLst/>
                      <a:gdLst>
                        <a:gd name="connsiteX0" fmla="*/ 869 w 18827"/>
                        <a:gd name="connsiteY0" fmla="*/ 4816 h 16982"/>
                        <a:gd name="connsiteX1" fmla="*/ 13347 w 18827"/>
                        <a:gd name="connsiteY1" fmla="*/ 816 h 16982"/>
                        <a:gd name="connsiteX2" fmla="*/ 18014 w 18827"/>
                        <a:gd name="connsiteY2" fmla="*/ 12150 h 16982"/>
                        <a:gd name="connsiteX3" fmla="*/ 5536 w 18827"/>
                        <a:gd name="connsiteY3" fmla="*/ 16151 h 16982"/>
                        <a:gd name="connsiteX4" fmla="*/ 869 w 18827"/>
                        <a:gd name="connsiteY4" fmla="*/ 4816 h 169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827" h="16982">
                          <a:moveTo>
                            <a:pt x="869" y="4816"/>
                          </a:moveTo>
                          <a:cubicBezTo>
                            <a:pt x="3060" y="625"/>
                            <a:pt x="8680" y="-1185"/>
                            <a:pt x="13347" y="816"/>
                          </a:cubicBezTo>
                          <a:cubicBezTo>
                            <a:pt x="18014" y="2816"/>
                            <a:pt x="20109" y="7864"/>
                            <a:pt x="18014" y="12150"/>
                          </a:cubicBezTo>
                          <a:cubicBezTo>
                            <a:pt x="15918" y="16437"/>
                            <a:pt x="10299" y="18151"/>
                            <a:pt x="5536" y="16151"/>
                          </a:cubicBezTo>
                          <a:cubicBezTo>
                            <a:pt x="774" y="14150"/>
                            <a:pt x="-1322" y="9102"/>
                            <a:pt x="869" y="481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87" name="Forme libre : forme 12586">
                      <a:extLst>
                        <a:ext uri="{FF2B5EF4-FFF2-40B4-BE49-F238E27FC236}">
                          <a16:creationId xmlns:a16="http://schemas.microsoft.com/office/drawing/2014/main" id="{D743C51B-15D2-4D16-BD60-467A628917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2934" y="4505589"/>
                      <a:ext cx="7296" cy="6011"/>
                    </a:xfrm>
                    <a:custGeom>
                      <a:avLst/>
                      <a:gdLst>
                        <a:gd name="connsiteX0" fmla="*/ 1219 w 7296"/>
                        <a:gd name="connsiteY0" fmla="*/ 529 h 6011"/>
                        <a:gd name="connsiteX1" fmla="*/ 6363 w 7296"/>
                        <a:gd name="connsiteY1" fmla="*/ 1291 h 6011"/>
                        <a:gd name="connsiteX2" fmla="*/ 6077 w 7296"/>
                        <a:gd name="connsiteY2" fmla="*/ 5482 h 6011"/>
                        <a:gd name="connsiteX3" fmla="*/ 933 w 7296"/>
                        <a:gd name="connsiteY3" fmla="*/ 4720 h 6011"/>
                        <a:gd name="connsiteX4" fmla="*/ 1219 w 7296"/>
                        <a:gd name="connsiteY4" fmla="*/ 529 h 6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96" h="6011">
                          <a:moveTo>
                            <a:pt x="1219" y="529"/>
                          </a:moveTo>
                          <a:cubicBezTo>
                            <a:pt x="2743" y="-423"/>
                            <a:pt x="5029" y="-42"/>
                            <a:pt x="6363" y="1291"/>
                          </a:cubicBezTo>
                          <a:cubicBezTo>
                            <a:pt x="7696" y="2625"/>
                            <a:pt x="7601" y="4530"/>
                            <a:pt x="6077" y="5482"/>
                          </a:cubicBezTo>
                          <a:cubicBezTo>
                            <a:pt x="4553" y="6435"/>
                            <a:pt x="2267" y="6054"/>
                            <a:pt x="933" y="4720"/>
                          </a:cubicBezTo>
                          <a:cubicBezTo>
                            <a:pt x="-400" y="3291"/>
                            <a:pt x="-305" y="1386"/>
                            <a:pt x="1219" y="5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588" name="Graphique 5">
                    <a:extLst>
                      <a:ext uri="{FF2B5EF4-FFF2-40B4-BE49-F238E27FC236}">
                        <a16:creationId xmlns:a16="http://schemas.microsoft.com/office/drawing/2014/main" id="{2C3522B3-5321-401E-ADE1-ABC467032EA3}"/>
                      </a:ext>
                    </a:extLst>
                  </p:cNvPr>
                  <p:cNvGrpSpPr/>
                  <p:nvPr/>
                </p:nvGrpSpPr>
                <p:grpSpPr>
                  <a:xfrm>
                    <a:off x="2931067" y="4455811"/>
                    <a:ext cx="43100" cy="36355"/>
                    <a:chOff x="2931067" y="4455811"/>
                    <a:chExt cx="43100" cy="36355"/>
                  </a:xfrm>
                  <a:solidFill>
                    <a:schemeClr val="accent1"/>
                  </a:solidFill>
                </p:grpSpPr>
                <p:sp>
                  <p:nvSpPr>
                    <p:cNvPr id="12589" name="Forme libre : forme 12588">
                      <a:extLst>
                        <a:ext uri="{FF2B5EF4-FFF2-40B4-BE49-F238E27FC236}">
                          <a16:creationId xmlns:a16="http://schemas.microsoft.com/office/drawing/2014/main" id="{847BD034-8DEA-44B1-84D9-FBCBFE3F5D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1067" y="4455906"/>
                      <a:ext cx="43004" cy="36259"/>
                    </a:xfrm>
                    <a:custGeom>
                      <a:avLst/>
                      <a:gdLst>
                        <a:gd name="connsiteX0" fmla="*/ 7183 w 43004"/>
                        <a:gd name="connsiteY0" fmla="*/ 3444 h 36259"/>
                        <a:gd name="connsiteX1" fmla="*/ 37187 w 43004"/>
                        <a:gd name="connsiteY1" fmla="*/ 7064 h 36259"/>
                        <a:gd name="connsiteX2" fmla="*/ 36235 w 43004"/>
                        <a:gd name="connsiteY2" fmla="*/ 32400 h 36259"/>
                        <a:gd name="connsiteX3" fmla="*/ 5469 w 43004"/>
                        <a:gd name="connsiteY3" fmla="*/ 28781 h 36259"/>
                        <a:gd name="connsiteX4" fmla="*/ 7183 w 43004"/>
                        <a:gd name="connsiteY4" fmla="*/ 3444 h 36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004" h="36259">
                          <a:moveTo>
                            <a:pt x="7183" y="3444"/>
                          </a:moveTo>
                          <a:cubicBezTo>
                            <a:pt x="16042" y="-2461"/>
                            <a:pt x="29091" y="-461"/>
                            <a:pt x="37187" y="7064"/>
                          </a:cubicBezTo>
                          <a:cubicBezTo>
                            <a:pt x="45188" y="14779"/>
                            <a:pt x="44998" y="26209"/>
                            <a:pt x="36235" y="32400"/>
                          </a:cubicBezTo>
                          <a:cubicBezTo>
                            <a:pt x="27472" y="38687"/>
                            <a:pt x="13470" y="37163"/>
                            <a:pt x="5469" y="28781"/>
                          </a:cubicBezTo>
                          <a:cubicBezTo>
                            <a:pt x="-2532" y="20590"/>
                            <a:pt x="-1580" y="9255"/>
                            <a:pt x="7183" y="344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90" name="Forme libre : forme 12589">
                      <a:extLst>
                        <a:ext uri="{FF2B5EF4-FFF2-40B4-BE49-F238E27FC236}">
                          <a16:creationId xmlns:a16="http://schemas.microsoft.com/office/drawing/2014/main" id="{0E17AB96-FC3C-404A-ACEF-46ADEA8EC4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2440" y="4455811"/>
                      <a:ext cx="41726" cy="36019"/>
                    </a:xfrm>
                    <a:custGeom>
                      <a:avLst/>
                      <a:gdLst>
                        <a:gd name="connsiteX0" fmla="*/ 20383 w 41726"/>
                        <a:gd name="connsiteY0" fmla="*/ 17922 h 36019"/>
                        <a:gd name="connsiteX1" fmla="*/ 25051 w 41726"/>
                        <a:gd name="connsiteY1" fmla="*/ 36020 h 36019"/>
                        <a:gd name="connsiteX2" fmla="*/ 34957 w 41726"/>
                        <a:gd name="connsiteY2" fmla="*/ 32400 h 36019"/>
                        <a:gd name="connsiteX3" fmla="*/ 35909 w 41726"/>
                        <a:gd name="connsiteY3" fmla="*/ 7064 h 36019"/>
                        <a:gd name="connsiteX4" fmla="*/ 5905 w 41726"/>
                        <a:gd name="connsiteY4" fmla="*/ 3444 h 36019"/>
                        <a:gd name="connsiteX5" fmla="*/ 0 w 41726"/>
                        <a:gd name="connsiteY5" fmla="*/ 10398 h 36019"/>
                        <a:gd name="connsiteX6" fmla="*/ 20383 w 41726"/>
                        <a:gd name="connsiteY6" fmla="*/ 17922 h 36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726" h="36019">
                          <a:moveTo>
                            <a:pt x="20383" y="17922"/>
                          </a:moveTo>
                          <a:cubicBezTo>
                            <a:pt x="25813" y="23352"/>
                            <a:pt x="27337" y="30210"/>
                            <a:pt x="25051" y="36020"/>
                          </a:cubicBezTo>
                          <a:cubicBezTo>
                            <a:pt x="28670" y="35544"/>
                            <a:pt x="32099" y="34401"/>
                            <a:pt x="34957" y="32400"/>
                          </a:cubicBezTo>
                          <a:cubicBezTo>
                            <a:pt x="43720" y="26209"/>
                            <a:pt x="43910" y="14874"/>
                            <a:pt x="35909" y="7064"/>
                          </a:cubicBezTo>
                          <a:cubicBezTo>
                            <a:pt x="27813" y="-461"/>
                            <a:pt x="14764" y="-2461"/>
                            <a:pt x="5905" y="3444"/>
                          </a:cubicBezTo>
                          <a:cubicBezTo>
                            <a:pt x="3143" y="5349"/>
                            <a:pt x="1238" y="7731"/>
                            <a:pt x="0" y="10398"/>
                          </a:cubicBezTo>
                          <a:cubicBezTo>
                            <a:pt x="7239" y="9922"/>
                            <a:pt x="14954" y="12493"/>
                            <a:pt x="20383" y="1792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91" name="Forme libre : forme 12590">
                      <a:extLst>
                        <a:ext uri="{FF2B5EF4-FFF2-40B4-BE49-F238E27FC236}">
                          <a16:creationId xmlns:a16="http://schemas.microsoft.com/office/drawing/2014/main" id="{29A49FD6-2101-4002-B982-1FD980D107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5228" y="4461696"/>
                      <a:ext cx="18221" cy="16946"/>
                    </a:xfrm>
                    <a:custGeom>
                      <a:avLst/>
                      <a:gdLst>
                        <a:gd name="connsiteX0" fmla="*/ 832 w 18221"/>
                        <a:gd name="connsiteY0" fmla="*/ 4894 h 16946"/>
                        <a:gd name="connsiteX1" fmla="*/ 12928 w 18221"/>
                        <a:gd name="connsiteY1" fmla="*/ 798 h 16946"/>
                        <a:gd name="connsiteX2" fmla="*/ 17405 w 18221"/>
                        <a:gd name="connsiteY2" fmla="*/ 12038 h 16946"/>
                        <a:gd name="connsiteX3" fmla="*/ 5308 w 18221"/>
                        <a:gd name="connsiteY3" fmla="*/ 16133 h 16946"/>
                        <a:gd name="connsiteX4" fmla="*/ 832 w 18221"/>
                        <a:gd name="connsiteY4" fmla="*/ 4894 h 16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1" h="16946">
                          <a:moveTo>
                            <a:pt x="832" y="4894"/>
                          </a:moveTo>
                          <a:cubicBezTo>
                            <a:pt x="3022" y="703"/>
                            <a:pt x="8356" y="-1202"/>
                            <a:pt x="12928" y="798"/>
                          </a:cubicBezTo>
                          <a:cubicBezTo>
                            <a:pt x="17405" y="2703"/>
                            <a:pt x="19501" y="7751"/>
                            <a:pt x="17405" y="12038"/>
                          </a:cubicBezTo>
                          <a:cubicBezTo>
                            <a:pt x="15310" y="16324"/>
                            <a:pt x="9880" y="18133"/>
                            <a:pt x="5308" y="16133"/>
                          </a:cubicBezTo>
                          <a:cubicBezTo>
                            <a:pt x="736" y="14228"/>
                            <a:pt x="-1264" y="9180"/>
                            <a:pt x="832" y="48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92" name="Forme libre : forme 12591">
                      <a:extLst>
                        <a:ext uri="{FF2B5EF4-FFF2-40B4-BE49-F238E27FC236}">
                          <a16:creationId xmlns:a16="http://schemas.microsoft.com/office/drawing/2014/main" id="{78B17B44-BEE3-4B70-BE0F-8A11DE5418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0874" y="4474506"/>
                      <a:ext cx="7082" cy="5979"/>
                    </a:xfrm>
                    <a:custGeom>
                      <a:avLst/>
                      <a:gdLst>
                        <a:gd name="connsiteX0" fmla="*/ 1186 w 7082"/>
                        <a:gd name="connsiteY0" fmla="*/ 561 h 5979"/>
                        <a:gd name="connsiteX1" fmla="*/ 6139 w 7082"/>
                        <a:gd name="connsiteY1" fmla="*/ 1228 h 5979"/>
                        <a:gd name="connsiteX2" fmla="*/ 5949 w 7082"/>
                        <a:gd name="connsiteY2" fmla="*/ 5419 h 5979"/>
                        <a:gd name="connsiteX3" fmla="*/ 901 w 7082"/>
                        <a:gd name="connsiteY3" fmla="*/ 4752 h 5979"/>
                        <a:gd name="connsiteX4" fmla="*/ 1186 w 7082"/>
                        <a:gd name="connsiteY4" fmla="*/ 561 h 5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82" h="5979">
                          <a:moveTo>
                            <a:pt x="1186" y="561"/>
                          </a:moveTo>
                          <a:cubicBezTo>
                            <a:pt x="2615" y="-392"/>
                            <a:pt x="4901" y="-106"/>
                            <a:pt x="6139" y="1228"/>
                          </a:cubicBezTo>
                          <a:cubicBezTo>
                            <a:pt x="7473" y="2561"/>
                            <a:pt x="7378" y="4466"/>
                            <a:pt x="5949" y="5419"/>
                          </a:cubicBezTo>
                          <a:cubicBezTo>
                            <a:pt x="4520" y="6371"/>
                            <a:pt x="2234" y="6085"/>
                            <a:pt x="901" y="4752"/>
                          </a:cubicBezTo>
                          <a:cubicBezTo>
                            <a:pt x="-433" y="3418"/>
                            <a:pt x="-242" y="1513"/>
                            <a:pt x="1186" y="5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593" name="Graphique 5">
                    <a:extLst>
                      <a:ext uri="{FF2B5EF4-FFF2-40B4-BE49-F238E27FC236}">
                        <a16:creationId xmlns:a16="http://schemas.microsoft.com/office/drawing/2014/main" id="{EFC81C9F-423B-4D38-9C66-09C96A4D9A08}"/>
                      </a:ext>
                    </a:extLst>
                  </p:cNvPr>
                  <p:cNvGrpSpPr/>
                  <p:nvPr/>
                </p:nvGrpSpPr>
                <p:grpSpPr>
                  <a:xfrm>
                    <a:off x="2935372" y="4420637"/>
                    <a:ext cx="41587" cy="36318"/>
                    <a:chOff x="2935372" y="4420637"/>
                    <a:chExt cx="41587" cy="36318"/>
                  </a:xfrm>
                  <a:solidFill>
                    <a:schemeClr val="accent1"/>
                  </a:solidFill>
                </p:grpSpPr>
                <p:sp>
                  <p:nvSpPr>
                    <p:cNvPr id="12594" name="Forme libre : forme 12593">
                      <a:extLst>
                        <a:ext uri="{FF2B5EF4-FFF2-40B4-BE49-F238E27FC236}">
                          <a16:creationId xmlns:a16="http://schemas.microsoft.com/office/drawing/2014/main" id="{808F9FA2-ADC2-4A70-8C68-7EDAE9572C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5372" y="4420691"/>
                      <a:ext cx="41587" cy="36264"/>
                    </a:xfrm>
                    <a:custGeom>
                      <a:avLst/>
                      <a:gdLst>
                        <a:gd name="connsiteX0" fmla="*/ 7165 w 41587"/>
                        <a:gd name="connsiteY0" fmla="*/ 3513 h 36264"/>
                        <a:gd name="connsiteX1" fmla="*/ 36121 w 41587"/>
                        <a:gd name="connsiteY1" fmla="*/ 7132 h 36264"/>
                        <a:gd name="connsiteX2" fmla="*/ 34883 w 41587"/>
                        <a:gd name="connsiteY2" fmla="*/ 32374 h 36264"/>
                        <a:gd name="connsiteX3" fmla="*/ 5164 w 41587"/>
                        <a:gd name="connsiteY3" fmla="*/ 28849 h 36264"/>
                        <a:gd name="connsiteX4" fmla="*/ 7165 w 41587"/>
                        <a:gd name="connsiteY4" fmla="*/ 3513 h 362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87" h="36264">
                          <a:moveTo>
                            <a:pt x="7165" y="3513"/>
                          </a:moveTo>
                          <a:cubicBezTo>
                            <a:pt x="15833" y="-2488"/>
                            <a:pt x="28405" y="-488"/>
                            <a:pt x="36121" y="7132"/>
                          </a:cubicBezTo>
                          <a:cubicBezTo>
                            <a:pt x="43741" y="14752"/>
                            <a:pt x="43455" y="26087"/>
                            <a:pt x="34883" y="32374"/>
                          </a:cubicBezTo>
                          <a:cubicBezTo>
                            <a:pt x="26310" y="38850"/>
                            <a:pt x="12880" y="36946"/>
                            <a:pt x="5164" y="28849"/>
                          </a:cubicBezTo>
                          <a:cubicBezTo>
                            <a:pt x="-2551" y="20658"/>
                            <a:pt x="-1408" y="9418"/>
                            <a:pt x="7165" y="351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95" name="Forme libre : forme 12594">
                      <a:extLst>
                        <a:ext uri="{FF2B5EF4-FFF2-40B4-BE49-F238E27FC236}">
                          <a16:creationId xmlns:a16="http://schemas.microsoft.com/office/drawing/2014/main" id="{59390F0A-0341-4605-9A40-A972869533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6726" y="4420637"/>
                      <a:ext cx="40232" cy="36047"/>
                    </a:xfrm>
                    <a:custGeom>
                      <a:avLst/>
                      <a:gdLst>
                        <a:gd name="connsiteX0" fmla="*/ 19717 w 40232"/>
                        <a:gd name="connsiteY0" fmla="*/ 17759 h 36047"/>
                        <a:gd name="connsiteX1" fmla="*/ 23908 w 40232"/>
                        <a:gd name="connsiteY1" fmla="*/ 36047 h 36047"/>
                        <a:gd name="connsiteX2" fmla="*/ 33528 w 40232"/>
                        <a:gd name="connsiteY2" fmla="*/ 32333 h 36047"/>
                        <a:gd name="connsiteX3" fmla="*/ 34766 w 40232"/>
                        <a:gd name="connsiteY3" fmla="*/ 7091 h 36047"/>
                        <a:gd name="connsiteX4" fmla="*/ 5810 w 40232"/>
                        <a:gd name="connsiteY4" fmla="*/ 3472 h 36047"/>
                        <a:gd name="connsiteX5" fmla="*/ 0 w 40232"/>
                        <a:gd name="connsiteY5" fmla="*/ 10520 h 36047"/>
                        <a:gd name="connsiteX6" fmla="*/ 19717 w 40232"/>
                        <a:gd name="connsiteY6" fmla="*/ 17759 h 36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232" h="36047">
                          <a:moveTo>
                            <a:pt x="19717" y="17759"/>
                          </a:moveTo>
                          <a:cubicBezTo>
                            <a:pt x="24860" y="23284"/>
                            <a:pt x="26289" y="30237"/>
                            <a:pt x="23908" y="36047"/>
                          </a:cubicBezTo>
                          <a:cubicBezTo>
                            <a:pt x="27432" y="35571"/>
                            <a:pt x="30766" y="34428"/>
                            <a:pt x="33528" y="32333"/>
                          </a:cubicBezTo>
                          <a:cubicBezTo>
                            <a:pt x="42100" y="26046"/>
                            <a:pt x="42386" y="14711"/>
                            <a:pt x="34766" y="7091"/>
                          </a:cubicBezTo>
                          <a:cubicBezTo>
                            <a:pt x="27146" y="-529"/>
                            <a:pt x="14478" y="-2434"/>
                            <a:pt x="5810" y="3472"/>
                          </a:cubicBezTo>
                          <a:cubicBezTo>
                            <a:pt x="3048" y="5377"/>
                            <a:pt x="1143" y="7758"/>
                            <a:pt x="0" y="10520"/>
                          </a:cubicBezTo>
                          <a:cubicBezTo>
                            <a:pt x="7049" y="9949"/>
                            <a:pt x="14573" y="12330"/>
                            <a:pt x="19717" y="177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96" name="Forme libre : forme 12595">
                      <a:extLst>
                        <a:ext uri="{FF2B5EF4-FFF2-40B4-BE49-F238E27FC236}">
                          <a16:creationId xmlns:a16="http://schemas.microsoft.com/office/drawing/2014/main" id="{44807A70-85AC-49D4-BD37-1FBACAD663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9475" y="4426496"/>
                      <a:ext cx="17630" cy="16886"/>
                    </a:xfrm>
                    <a:custGeom>
                      <a:avLst/>
                      <a:gdLst>
                        <a:gd name="connsiteX0" fmla="*/ 871 w 17630"/>
                        <a:gd name="connsiteY0" fmla="*/ 4946 h 16886"/>
                        <a:gd name="connsiteX1" fmla="*/ 12587 w 17630"/>
                        <a:gd name="connsiteY1" fmla="*/ 755 h 16886"/>
                        <a:gd name="connsiteX2" fmla="*/ 16778 w 17630"/>
                        <a:gd name="connsiteY2" fmla="*/ 11899 h 16886"/>
                        <a:gd name="connsiteX3" fmla="*/ 4967 w 17630"/>
                        <a:gd name="connsiteY3" fmla="*/ 16090 h 16886"/>
                        <a:gd name="connsiteX4" fmla="*/ 871 w 17630"/>
                        <a:gd name="connsiteY4" fmla="*/ 4946 h 16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30" h="16886">
                          <a:moveTo>
                            <a:pt x="871" y="4946"/>
                          </a:moveTo>
                          <a:cubicBezTo>
                            <a:pt x="2967" y="660"/>
                            <a:pt x="8205" y="-1150"/>
                            <a:pt x="12587" y="755"/>
                          </a:cubicBezTo>
                          <a:cubicBezTo>
                            <a:pt x="16968" y="2660"/>
                            <a:pt x="18873" y="7708"/>
                            <a:pt x="16778" y="11899"/>
                          </a:cubicBezTo>
                          <a:cubicBezTo>
                            <a:pt x="14777" y="16186"/>
                            <a:pt x="9443" y="18091"/>
                            <a:pt x="4967" y="16090"/>
                          </a:cubicBezTo>
                          <a:cubicBezTo>
                            <a:pt x="585" y="14185"/>
                            <a:pt x="-1224" y="9232"/>
                            <a:pt x="871" y="494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97" name="Forme libre : forme 12596">
                      <a:extLst>
                        <a:ext uri="{FF2B5EF4-FFF2-40B4-BE49-F238E27FC236}">
                          <a16:creationId xmlns:a16="http://schemas.microsoft.com/office/drawing/2014/main" id="{03B2229F-42EF-4B4A-BE62-97C35405E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4817" y="4439264"/>
                      <a:ext cx="6868" cy="5979"/>
                    </a:xfrm>
                    <a:custGeom>
                      <a:avLst/>
                      <a:gdLst>
                        <a:gd name="connsiteX0" fmla="*/ 1148 w 6868"/>
                        <a:gd name="connsiteY0" fmla="*/ 561 h 5979"/>
                        <a:gd name="connsiteX1" fmla="*/ 6006 w 6868"/>
                        <a:gd name="connsiteY1" fmla="*/ 1227 h 5979"/>
                        <a:gd name="connsiteX2" fmla="*/ 5720 w 6868"/>
                        <a:gd name="connsiteY2" fmla="*/ 5418 h 5979"/>
                        <a:gd name="connsiteX3" fmla="*/ 862 w 6868"/>
                        <a:gd name="connsiteY3" fmla="*/ 4752 h 5979"/>
                        <a:gd name="connsiteX4" fmla="*/ 1148 w 6868"/>
                        <a:gd name="connsiteY4" fmla="*/ 561 h 5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68" h="5979">
                          <a:moveTo>
                            <a:pt x="1148" y="561"/>
                          </a:moveTo>
                          <a:cubicBezTo>
                            <a:pt x="2577" y="-392"/>
                            <a:pt x="4768" y="-106"/>
                            <a:pt x="6006" y="1227"/>
                          </a:cubicBezTo>
                          <a:cubicBezTo>
                            <a:pt x="7244" y="2561"/>
                            <a:pt x="7149" y="4466"/>
                            <a:pt x="5720" y="5418"/>
                          </a:cubicBezTo>
                          <a:cubicBezTo>
                            <a:pt x="4291" y="6371"/>
                            <a:pt x="2101" y="6085"/>
                            <a:pt x="862" y="4752"/>
                          </a:cubicBezTo>
                          <a:cubicBezTo>
                            <a:pt x="-376" y="3323"/>
                            <a:pt x="-281" y="1513"/>
                            <a:pt x="1148" y="5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598" name="Graphique 5">
                  <a:extLst>
                    <a:ext uri="{FF2B5EF4-FFF2-40B4-BE49-F238E27FC236}">
                      <a16:creationId xmlns:a16="http://schemas.microsoft.com/office/drawing/2014/main" id="{4224D623-65D7-4DD4-A4DA-3BA76349AC2B}"/>
                    </a:ext>
                  </a:extLst>
                </p:cNvPr>
                <p:cNvGrpSpPr/>
                <p:nvPr/>
              </p:nvGrpSpPr>
              <p:grpSpPr>
                <a:xfrm>
                  <a:off x="3062723" y="4468198"/>
                  <a:ext cx="97602" cy="88598"/>
                  <a:chOff x="3062723" y="4468198"/>
                  <a:chExt cx="97602" cy="88598"/>
                </a:xfrm>
                <a:solidFill>
                  <a:schemeClr val="accent1"/>
                </a:solidFill>
              </p:grpSpPr>
              <p:grpSp>
                <p:nvGrpSpPr>
                  <p:cNvPr id="12599" name="Graphique 5">
                    <a:extLst>
                      <a:ext uri="{FF2B5EF4-FFF2-40B4-BE49-F238E27FC236}">
                        <a16:creationId xmlns:a16="http://schemas.microsoft.com/office/drawing/2014/main" id="{55BCD821-9CF7-4872-A8B3-5AF2DCFB0CAE}"/>
                      </a:ext>
                    </a:extLst>
                  </p:cNvPr>
                  <p:cNvGrpSpPr/>
                  <p:nvPr/>
                </p:nvGrpSpPr>
                <p:grpSpPr>
                  <a:xfrm>
                    <a:off x="3117713" y="4468198"/>
                    <a:ext cx="42611" cy="35643"/>
                    <a:chOff x="3117713" y="4468198"/>
                    <a:chExt cx="42611" cy="35643"/>
                  </a:xfrm>
                  <a:solidFill>
                    <a:schemeClr val="accent1"/>
                  </a:solidFill>
                </p:grpSpPr>
                <p:sp>
                  <p:nvSpPr>
                    <p:cNvPr id="12600" name="Forme libre : forme 12599">
                      <a:extLst>
                        <a:ext uri="{FF2B5EF4-FFF2-40B4-BE49-F238E27FC236}">
                          <a16:creationId xmlns:a16="http://schemas.microsoft.com/office/drawing/2014/main" id="{41B266DA-D19C-483A-888D-0A1E7F4A74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7713" y="4468198"/>
                      <a:ext cx="42611" cy="35643"/>
                    </a:xfrm>
                    <a:custGeom>
                      <a:avLst/>
                      <a:gdLst>
                        <a:gd name="connsiteX0" fmla="*/ 28372 w 42611"/>
                        <a:gd name="connsiteY0" fmla="*/ 34873 h 35643"/>
                        <a:gd name="connsiteX1" fmla="*/ 1036 w 42611"/>
                        <a:gd name="connsiteY1" fmla="*/ 22966 h 35643"/>
                        <a:gd name="connsiteX2" fmla="*/ 14561 w 42611"/>
                        <a:gd name="connsiteY2" fmla="*/ 773 h 35643"/>
                        <a:gd name="connsiteX3" fmla="*/ 41326 w 42611"/>
                        <a:gd name="connsiteY3" fmla="*/ 12298 h 35643"/>
                        <a:gd name="connsiteX4" fmla="*/ 28372 w 42611"/>
                        <a:gd name="connsiteY4" fmla="*/ 34873 h 356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611" h="35643">
                          <a:moveTo>
                            <a:pt x="28372" y="34873"/>
                          </a:moveTo>
                          <a:cubicBezTo>
                            <a:pt x="17038" y="37730"/>
                            <a:pt x="4750" y="32396"/>
                            <a:pt x="1036" y="22966"/>
                          </a:cubicBezTo>
                          <a:cubicBezTo>
                            <a:pt x="-2584" y="13537"/>
                            <a:pt x="3608" y="3631"/>
                            <a:pt x="14561" y="773"/>
                          </a:cubicBezTo>
                          <a:cubicBezTo>
                            <a:pt x="25515" y="-2084"/>
                            <a:pt x="37326" y="3250"/>
                            <a:pt x="41326" y="12298"/>
                          </a:cubicBezTo>
                          <a:cubicBezTo>
                            <a:pt x="45327" y="21442"/>
                            <a:pt x="39707" y="31920"/>
                            <a:pt x="28372" y="3487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01" name="Forme libre : forme 12600">
                      <a:extLst>
                        <a:ext uri="{FF2B5EF4-FFF2-40B4-BE49-F238E27FC236}">
                          <a16:creationId xmlns:a16="http://schemas.microsoft.com/office/drawing/2014/main" id="{208234BC-6587-4271-BCF9-68AF1FD0FB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7713" y="4468216"/>
                      <a:ext cx="37230" cy="35625"/>
                    </a:xfrm>
                    <a:custGeom>
                      <a:avLst/>
                      <a:gdLst>
                        <a:gd name="connsiteX0" fmla="*/ 20943 w 37230"/>
                        <a:gd name="connsiteY0" fmla="*/ 17995 h 35625"/>
                        <a:gd name="connsiteX1" fmla="*/ 25324 w 37230"/>
                        <a:gd name="connsiteY1" fmla="*/ 469 h 35625"/>
                        <a:gd name="connsiteX2" fmla="*/ 14561 w 37230"/>
                        <a:gd name="connsiteY2" fmla="*/ 755 h 35625"/>
                        <a:gd name="connsiteX3" fmla="*/ 1036 w 37230"/>
                        <a:gd name="connsiteY3" fmla="*/ 22948 h 35625"/>
                        <a:gd name="connsiteX4" fmla="*/ 28372 w 37230"/>
                        <a:gd name="connsiteY4" fmla="*/ 34854 h 35625"/>
                        <a:gd name="connsiteX5" fmla="*/ 37231 w 37230"/>
                        <a:gd name="connsiteY5" fmla="*/ 29997 h 35625"/>
                        <a:gd name="connsiteX6" fmla="*/ 20943 w 37230"/>
                        <a:gd name="connsiteY6" fmla="*/ 17995 h 35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230" h="35625">
                          <a:moveTo>
                            <a:pt x="20943" y="17995"/>
                          </a:moveTo>
                          <a:cubicBezTo>
                            <a:pt x="18371" y="11613"/>
                            <a:pt x="20371" y="4946"/>
                            <a:pt x="25324" y="469"/>
                          </a:cubicBezTo>
                          <a:cubicBezTo>
                            <a:pt x="21895" y="-198"/>
                            <a:pt x="18181" y="-198"/>
                            <a:pt x="14561" y="755"/>
                          </a:cubicBezTo>
                          <a:cubicBezTo>
                            <a:pt x="3608" y="3612"/>
                            <a:pt x="-2584" y="13518"/>
                            <a:pt x="1036" y="22948"/>
                          </a:cubicBezTo>
                          <a:cubicBezTo>
                            <a:pt x="4655" y="32378"/>
                            <a:pt x="17038" y="37712"/>
                            <a:pt x="28372" y="34854"/>
                          </a:cubicBezTo>
                          <a:cubicBezTo>
                            <a:pt x="31992" y="33997"/>
                            <a:pt x="34945" y="32187"/>
                            <a:pt x="37231" y="29997"/>
                          </a:cubicBezTo>
                          <a:cubicBezTo>
                            <a:pt x="29896" y="28949"/>
                            <a:pt x="23515" y="24282"/>
                            <a:pt x="20943" y="1799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02" name="Forme libre : forme 12601">
                      <a:extLst>
                        <a:ext uri="{FF2B5EF4-FFF2-40B4-BE49-F238E27FC236}">
                          <a16:creationId xmlns:a16="http://schemas.microsoft.com/office/drawing/2014/main" id="{3DF55859-0083-4344-9CFF-E55EAD431D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5523" y="4483740"/>
                      <a:ext cx="19208" cy="15930"/>
                    </a:xfrm>
                    <a:custGeom>
                      <a:avLst/>
                      <a:gdLst>
                        <a:gd name="connsiteX0" fmla="*/ 15992 w 19208"/>
                        <a:gd name="connsiteY0" fmla="*/ 13330 h 15930"/>
                        <a:gd name="connsiteX1" fmla="*/ 2371 w 19208"/>
                        <a:gd name="connsiteY1" fmla="*/ 13806 h 15930"/>
                        <a:gd name="connsiteX2" fmla="*/ 3323 w 19208"/>
                        <a:gd name="connsiteY2" fmla="*/ 2567 h 15930"/>
                        <a:gd name="connsiteX3" fmla="*/ 16754 w 19208"/>
                        <a:gd name="connsiteY3" fmla="*/ 2090 h 15930"/>
                        <a:gd name="connsiteX4" fmla="*/ 15992 w 19208"/>
                        <a:gd name="connsiteY4" fmla="*/ 13330 h 159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208" h="15930">
                          <a:moveTo>
                            <a:pt x="15992" y="13330"/>
                          </a:moveTo>
                          <a:cubicBezTo>
                            <a:pt x="11991" y="16664"/>
                            <a:pt x="5895" y="16759"/>
                            <a:pt x="2371" y="13806"/>
                          </a:cubicBezTo>
                          <a:cubicBezTo>
                            <a:pt x="-1153" y="10853"/>
                            <a:pt x="-677" y="5805"/>
                            <a:pt x="3323" y="2567"/>
                          </a:cubicBezTo>
                          <a:cubicBezTo>
                            <a:pt x="7324" y="-672"/>
                            <a:pt x="13325" y="-862"/>
                            <a:pt x="16754" y="2090"/>
                          </a:cubicBezTo>
                          <a:cubicBezTo>
                            <a:pt x="20278" y="4948"/>
                            <a:pt x="19992" y="9996"/>
                            <a:pt x="15992" y="1333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03" name="Forme libre : forme 12602">
                      <a:extLst>
                        <a:ext uri="{FF2B5EF4-FFF2-40B4-BE49-F238E27FC236}">
                          <a16:creationId xmlns:a16="http://schemas.microsoft.com/office/drawing/2014/main" id="{6E32B0AD-A0B1-4D8A-82F1-9EC87DF3CF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4920" y="4482270"/>
                      <a:ext cx="6998" cy="5883"/>
                    </a:xfrm>
                    <a:custGeom>
                      <a:avLst/>
                      <a:gdLst>
                        <a:gd name="connsiteX0" fmla="*/ 4690 w 6998"/>
                        <a:gd name="connsiteY0" fmla="*/ 5751 h 5883"/>
                        <a:gd name="connsiteX1" fmla="*/ 213 w 6998"/>
                        <a:gd name="connsiteY1" fmla="*/ 3846 h 5883"/>
                        <a:gd name="connsiteX2" fmla="*/ 2309 w 6998"/>
                        <a:gd name="connsiteY2" fmla="*/ 132 h 5883"/>
                        <a:gd name="connsiteX3" fmla="*/ 6785 w 6998"/>
                        <a:gd name="connsiteY3" fmla="*/ 2037 h 5883"/>
                        <a:gd name="connsiteX4" fmla="*/ 4690 w 6998"/>
                        <a:gd name="connsiteY4" fmla="*/ 5751 h 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98" h="5883">
                          <a:moveTo>
                            <a:pt x="4690" y="5751"/>
                          </a:moveTo>
                          <a:cubicBezTo>
                            <a:pt x="2880" y="6228"/>
                            <a:pt x="880" y="5370"/>
                            <a:pt x="213" y="3846"/>
                          </a:cubicBezTo>
                          <a:cubicBezTo>
                            <a:pt x="-454" y="2322"/>
                            <a:pt x="499" y="608"/>
                            <a:pt x="2309" y="132"/>
                          </a:cubicBezTo>
                          <a:cubicBezTo>
                            <a:pt x="4118" y="-345"/>
                            <a:pt x="6119" y="513"/>
                            <a:pt x="6785" y="2037"/>
                          </a:cubicBezTo>
                          <a:cubicBezTo>
                            <a:pt x="7452" y="3561"/>
                            <a:pt x="6500" y="5275"/>
                            <a:pt x="4690" y="575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604" name="Graphique 5">
                    <a:extLst>
                      <a:ext uri="{FF2B5EF4-FFF2-40B4-BE49-F238E27FC236}">
                        <a16:creationId xmlns:a16="http://schemas.microsoft.com/office/drawing/2014/main" id="{C6F33F9D-D5FB-4BF5-B37C-2087693747FE}"/>
                      </a:ext>
                    </a:extLst>
                  </p:cNvPr>
                  <p:cNvGrpSpPr/>
                  <p:nvPr/>
                </p:nvGrpSpPr>
                <p:grpSpPr>
                  <a:xfrm>
                    <a:off x="3085271" y="4491103"/>
                    <a:ext cx="43753" cy="35876"/>
                    <a:chOff x="3085271" y="4491103"/>
                    <a:chExt cx="43753" cy="35876"/>
                  </a:xfrm>
                  <a:solidFill>
                    <a:schemeClr val="accent1"/>
                  </a:solidFill>
                </p:grpSpPr>
                <p:sp>
                  <p:nvSpPr>
                    <p:cNvPr id="12605" name="Forme libre : forme 12604">
                      <a:extLst>
                        <a:ext uri="{FF2B5EF4-FFF2-40B4-BE49-F238E27FC236}">
                          <a16:creationId xmlns:a16="http://schemas.microsoft.com/office/drawing/2014/main" id="{22120EAB-35B6-4BE6-9235-0FD965EF8E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5359" y="4491103"/>
                      <a:ext cx="43666" cy="35781"/>
                    </a:xfrm>
                    <a:custGeom>
                      <a:avLst/>
                      <a:gdLst>
                        <a:gd name="connsiteX0" fmla="*/ 28533 w 43666"/>
                        <a:gd name="connsiteY0" fmla="*/ 35018 h 35781"/>
                        <a:gd name="connsiteX1" fmla="*/ 910 w 43666"/>
                        <a:gd name="connsiteY1" fmla="*/ 22350 h 35781"/>
                        <a:gd name="connsiteX2" fmla="*/ 15388 w 43666"/>
                        <a:gd name="connsiteY2" fmla="*/ 728 h 35781"/>
                        <a:gd name="connsiteX3" fmla="*/ 42534 w 43666"/>
                        <a:gd name="connsiteY3" fmla="*/ 12730 h 35781"/>
                        <a:gd name="connsiteX4" fmla="*/ 28533 w 43666"/>
                        <a:gd name="connsiteY4" fmla="*/ 35018 h 35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666" h="35781">
                          <a:moveTo>
                            <a:pt x="28533" y="35018"/>
                          </a:moveTo>
                          <a:cubicBezTo>
                            <a:pt x="16817" y="37971"/>
                            <a:pt x="4339" y="32065"/>
                            <a:pt x="910" y="22350"/>
                          </a:cubicBezTo>
                          <a:cubicBezTo>
                            <a:pt x="-2519" y="12730"/>
                            <a:pt x="4053" y="3109"/>
                            <a:pt x="15388" y="728"/>
                          </a:cubicBezTo>
                          <a:cubicBezTo>
                            <a:pt x="26723" y="-2034"/>
                            <a:pt x="38724" y="3300"/>
                            <a:pt x="42534" y="12730"/>
                          </a:cubicBezTo>
                          <a:cubicBezTo>
                            <a:pt x="46344" y="22255"/>
                            <a:pt x="40248" y="32256"/>
                            <a:pt x="28533" y="3501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06" name="Forme libre : forme 12605">
                      <a:extLst>
                        <a:ext uri="{FF2B5EF4-FFF2-40B4-BE49-F238E27FC236}">
                          <a16:creationId xmlns:a16="http://schemas.microsoft.com/office/drawing/2014/main" id="{B0557E55-4CF5-44FE-BC25-EF8943DDEC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5271" y="4491257"/>
                      <a:ext cx="37764" cy="35722"/>
                    </a:xfrm>
                    <a:custGeom>
                      <a:avLst/>
                      <a:gdLst>
                        <a:gd name="connsiteX0" fmla="*/ 21477 w 37764"/>
                        <a:gd name="connsiteY0" fmla="*/ 18004 h 35722"/>
                        <a:gd name="connsiteX1" fmla="*/ 26429 w 37764"/>
                        <a:gd name="connsiteY1" fmla="*/ 478 h 35722"/>
                        <a:gd name="connsiteX2" fmla="*/ 15381 w 37764"/>
                        <a:gd name="connsiteY2" fmla="*/ 669 h 35722"/>
                        <a:gd name="connsiteX3" fmla="*/ 903 w 37764"/>
                        <a:gd name="connsiteY3" fmla="*/ 22291 h 35722"/>
                        <a:gd name="connsiteX4" fmla="*/ 28525 w 37764"/>
                        <a:gd name="connsiteY4" fmla="*/ 34959 h 35722"/>
                        <a:gd name="connsiteX5" fmla="*/ 37764 w 37764"/>
                        <a:gd name="connsiteY5" fmla="*/ 30292 h 35722"/>
                        <a:gd name="connsiteX6" fmla="*/ 21477 w 37764"/>
                        <a:gd name="connsiteY6" fmla="*/ 18004 h 35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764" h="35722">
                          <a:moveTo>
                            <a:pt x="21477" y="18004"/>
                          </a:moveTo>
                          <a:cubicBezTo>
                            <a:pt x="19000" y="11527"/>
                            <a:pt x="21286" y="4955"/>
                            <a:pt x="26429" y="478"/>
                          </a:cubicBezTo>
                          <a:cubicBezTo>
                            <a:pt x="22905" y="-188"/>
                            <a:pt x="19095" y="-188"/>
                            <a:pt x="15381" y="669"/>
                          </a:cubicBezTo>
                          <a:cubicBezTo>
                            <a:pt x="4141" y="2955"/>
                            <a:pt x="-2526" y="12670"/>
                            <a:pt x="903" y="22291"/>
                          </a:cubicBezTo>
                          <a:cubicBezTo>
                            <a:pt x="4332" y="32006"/>
                            <a:pt x="16904" y="37912"/>
                            <a:pt x="28525" y="34959"/>
                          </a:cubicBezTo>
                          <a:cubicBezTo>
                            <a:pt x="32240" y="34102"/>
                            <a:pt x="35288" y="32387"/>
                            <a:pt x="37764" y="30292"/>
                          </a:cubicBezTo>
                          <a:cubicBezTo>
                            <a:pt x="30430" y="28768"/>
                            <a:pt x="23953" y="24386"/>
                            <a:pt x="21477" y="1800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07" name="Forme libre : forme 12606">
                      <a:extLst>
                        <a:ext uri="{FF2B5EF4-FFF2-40B4-BE49-F238E27FC236}">
                          <a16:creationId xmlns:a16="http://schemas.microsoft.com/office/drawing/2014/main" id="{A58A2B0D-152F-43DA-86B8-74AA80B1CC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3291" y="4506841"/>
                      <a:ext cx="19796" cy="15889"/>
                    </a:xfrm>
                    <a:custGeom>
                      <a:avLst/>
                      <a:gdLst>
                        <a:gd name="connsiteX0" fmla="*/ 16316 w 19796"/>
                        <a:gd name="connsiteY0" fmla="*/ 13374 h 15889"/>
                        <a:gd name="connsiteX1" fmla="*/ 2314 w 19796"/>
                        <a:gd name="connsiteY1" fmla="*/ 13755 h 15889"/>
                        <a:gd name="connsiteX2" fmla="*/ 3552 w 19796"/>
                        <a:gd name="connsiteY2" fmla="*/ 2516 h 15889"/>
                        <a:gd name="connsiteX3" fmla="*/ 17363 w 19796"/>
                        <a:gd name="connsiteY3" fmla="*/ 2135 h 15889"/>
                        <a:gd name="connsiteX4" fmla="*/ 16316 w 19796"/>
                        <a:gd name="connsiteY4" fmla="*/ 13374 h 15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796" h="15889">
                          <a:moveTo>
                            <a:pt x="16316" y="13374"/>
                          </a:moveTo>
                          <a:cubicBezTo>
                            <a:pt x="12125" y="16613"/>
                            <a:pt x="5838" y="16708"/>
                            <a:pt x="2314" y="13755"/>
                          </a:cubicBezTo>
                          <a:cubicBezTo>
                            <a:pt x="-1210" y="10707"/>
                            <a:pt x="-639" y="5659"/>
                            <a:pt x="3552" y="2516"/>
                          </a:cubicBezTo>
                          <a:cubicBezTo>
                            <a:pt x="7743" y="-723"/>
                            <a:pt x="13839" y="-818"/>
                            <a:pt x="17363" y="2135"/>
                          </a:cubicBezTo>
                          <a:cubicBezTo>
                            <a:pt x="20983" y="5087"/>
                            <a:pt x="20507" y="10136"/>
                            <a:pt x="16316" y="1337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08" name="Forme libre : forme 12607">
                      <a:extLst>
                        <a:ext uri="{FF2B5EF4-FFF2-40B4-BE49-F238E27FC236}">
                          <a16:creationId xmlns:a16="http://schemas.microsoft.com/office/drawing/2014/main" id="{4027F476-D3F3-46D2-830C-3A21785133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3155" y="4505321"/>
                      <a:ext cx="7177" cy="5881"/>
                    </a:xfrm>
                    <a:custGeom>
                      <a:avLst/>
                      <a:gdLst>
                        <a:gd name="connsiteX0" fmla="*/ 4737 w 7177"/>
                        <a:gd name="connsiteY0" fmla="*/ 5751 h 5881"/>
                        <a:gd name="connsiteX1" fmla="*/ 165 w 7177"/>
                        <a:gd name="connsiteY1" fmla="*/ 3751 h 5881"/>
                        <a:gd name="connsiteX2" fmla="*/ 2451 w 7177"/>
                        <a:gd name="connsiteY2" fmla="*/ 131 h 5881"/>
                        <a:gd name="connsiteX3" fmla="*/ 6928 w 7177"/>
                        <a:gd name="connsiteY3" fmla="*/ 2131 h 5881"/>
                        <a:gd name="connsiteX4" fmla="*/ 4737 w 7177"/>
                        <a:gd name="connsiteY4" fmla="*/ 5751 h 5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77" h="5881">
                          <a:moveTo>
                            <a:pt x="4737" y="5751"/>
                          </a:moveTo>
                          <a:cubicBezTo>
                            <a:pt x="2832" y="6227"/>
                            <a:pt x="832" y="5370"/>
                            <a:pt x="165" y="3751"/>
                          </a:cubicBezTo>
                          <a:cubicBezTo>
                            <a:pt x="-407" y="2226"/>
                            <a:pt x="546" y="607"/>
                            <a:pt x="2451" y="131"/>
                          </a:cubicBezTo>
                          <a:cubicBezTo>
                            <a:pt x="4356" y="-345"/>
                            <a:pt x="6356" y="512"/>
                            <a:pt x="6928" y="2131"/>
                          </a:cubicBezTo>
                          <a:cubicBezTo>
                            <a:pt x="7690" y="3655"/>
                            <a:pt x="6642" y="5275"/>
                            <a:pt x="4737" y="575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609" name="Graphique 5">
                    <a:extLst>
                      <a:ext uri="{FF2B5EF4-FFF2-40B4-BE49-F238E27FC236}">
                        <a16:creationId xmlns:a16="http://schemas.microsoft.com/office/drawing/2014/main" id="{94820237-1C8F-46D9-A8F4-2A1F4AB917EF}"/>
                      </a:ext>
                    </a:extLst>
                  </p:cNvPr>
                  <p:cNvGrpSpPr/>
                  <p:nvPr/>
                </p:nvGrpSpPr>
                <p:grpSpPr>
                  <a:xfrm>
                    <a:off x="3062723" y="4520958"/>
                    <a:ext cx="45065" cy="35838"/>
                    <a:chOff x="3062723" y="4520958"/>
                    <a:chExt cx="45065" cy="35838"/>
                  </a:xfrm>
                  <a:solidFill>
                    <a:schemeClr val="accent1"/>
                  </a:solidFill>
                </p:grpSpPr>
                <p:sp>
                  <p:nvSpPr>
                    <p:cNvPr id="12610" name="Forme libre : forme 12609">
                      <a:extLst>
                        <a:ext uri="{FF2B5EF4-FFF2-40B4-BE49-F238E27FC236}">
                          <a16:creationId xmlns:a16="http://schemas.microsoft.com/office/drawing/2014/main" id="{B288C411-BDF5-47A1-ABF7-FD885EE899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2723" y="4520992"/>
                      <a:ext cx="45065" cy="35804"/>
                    </a:xfrm>
                    <a:custGeom>
                      <a:avLst/>
                      <a:gdLst>
                        <a:gd name="connsiteX0" fmla="*/ 29261 w 45065"/>
                        <a:gd name="connsiteY0" fmla="*/ 35324 h 35804"/>
                        <a:gd name="connsiteX1" fmla="*/ 877 w 45065"/>
                        <a:gd name="connsiteY1" fmla="*/ 21893 h 35804"/>
                        <a:gd name="connsiteX2" fmla="*/ 16116 w 45065"/>
                        <a:gd name="connsiteY2" fmla="*/ 462 h 35804"/>
                        <a:gd name="connsiteX3" fmla="*/ 43929 w 45065"/>
                        <a:gd name="connsiteY3" fmla="*/ 13416 h 35804"/>
                        <a:gd name="connsiteX4" fmla="*/ 29261 w 45065"/>
                        <a:gd name="connsiteY4" fmla="*/ 35324 h 35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065" h="35804">
                          <a:moveTo>
                            <a:pt x="29261" y="35324"/>
                          </a:moveTo>
                          <a:cubicBezTo>
                            <a:pt x="17164" y="37610"/>
                            <a:pt x="4305" y="31514"/>
                            <a:pt x="877" y="21893"/>
                          </a:cubicBezTo>
                          <a:cubicBezTo>
                            <a:pt x="-2552" y="12273"/>
                            <a:pt x="4401" y="2653"/>
                            <a:pt x="16116" y="462"/>
                          </a:cubicBezTo>
                          <a:cubicBezTo>
                            <a:pt x="27832" y="-1729"/>
                            <a:pt x="40120" y="4082"/>
                            <a:pt x="43929" y="13416"/>
                          </a:cubicBezTo>
                          <a:cubicBezTo>
                            <a:pt x="47835" y="22751"/>
                            <a:pt x="41358" y="32847"/>
                            <a:pt x="29261" y="3532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11" name="Forme libre : forme 12610">
                      <a:extLst>
                        <a:ext uri="{FF2B5EF4-FFF2-40B4-BE49-F238E27FC236}">
                          <a16:creationId xmlns:a16="http://schemas.microsoft.com/office/drawing/2014/main" id="{E0A3EBF1-E5C6-4DC3-A982-C4EFA29FDB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2818" y="4520958"/>
                      <a:ext cx="38881" cy="35743"/>
                    </a:xfrm>
                    <a:custGeom>
                      <a:avLst/>
                      <a:gdLst>
                        <a:gd name="connsiteX0" fmla="*/ 22022 w 38881"/>
                        <a:gd name="connsiteY0" fmla="*/ 18117 h 35743"/>
                        <a:gd name="connsiteX1" fmla="*/ 27451 w 38881"/>
                        <a:gd name="connsiteY1" fmla="*/ 782 h 35743"/>
                        <a:gd name="connsiteX2" fmla="*/ 16116 w 38881"/>
                        <a:gd name="connsiteY2" fmla="*/ 401 h 35743"/>
                        <a:gd name="connsiteX3" fmla="*/ 877 w 38881"/>
                        <a:gd name="connsiteY3" fmla="*/ 21832 h 35743"/>
                        <a:gd name="connsiteX4" fmla="*/ 29261 w 38881"/>
                        <a:gd name="connsiteY4" fmla="*/ 35263 h 35743"/>
                        <a:gd name="connsiteX5" fmla="*/ 38881 w 38881"/>
                        <a:gd name="connsiteY5" fmla="*/ 30786 h 35743"/>
                        <a:gd name="connsiteX6" fmla="*/ 22022 w 38881"/>
                        <a:gd name="connsiteY6" fmla="*/ 18117 h 35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881" h="35743">
                          <a:moveTo>
                            <a:pt x="22022" y="18117"/>
                          </a:moveTo>
                          <a:cubicBezTo>
                            <a:pt x="19545" y="11545"/>
                            <a:pt x="22022" y="5068"/>
                            <a:pt x="27451" y="782"/>
                          </a:cubicBezTo>
                          <a:cubicBezTo>
                            <a:pt x="23832" y="-75"/>
                            <a:pt x="19927" y="-266"/>
                            <a:pt x="16116" y="401"/>
                          </a:cubicBezTo>
                          <a:cubicBezTo>
                            <a:pt x="4401" y="2687"/>
                            <a:pt x="-2552" y="12212"/>
                            <a:pt x="877" y="21832"/>
                          </a:cubicBezTo>
                          <a:cubicBezTo>
                            <a:pt x="4306" y="31452"/>
                            <a:pt x="17164" y="37548"/>
                            <a:pt x="29261" y="35263"/>
                          </a:cubicBezTo>
                          <a:cubicBezTo>
                            <a:pt x="33071" y="34596"/>
                            <a:pt x="36310" y="32786"/>
                            <a:pt x="38881" y="30786"/>
                          </a:cubicBezTo>
                          <a:cubicBezTo>
                            <a:pt x="31071" y="29547"/>
                            <a:pt x="24499" y="24499"/>
                            <a:pt x="22022" y="181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12" name="Forme libre : forme 12611">
                      <a:extLst>
                        <a:ext uri="{FF2B5EF4-FFF2-40B4-BE49-F238E27FC236}">
                          <a16:creationId xmlns:a16="http://schemas.microsoft.com/office/drawing/2014/main" id="{865CAFA3-918C-43FD-879C-5818D4AB18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1302" y="4536917"/>
                      <a:ext cx="20369" cy="15889"/>
                    </a:xfrm>
                    <a:custGeom>
                      <a:avLst/>
                      <a:gdLst>
                        <a:gd name="connsiteX0" fmla="*/ 16682 w 20369"/>
                        <a:gd name="connsiteY0" fmla="*/ 13589 h 15889"/>
                        <a:gd name="connsiteX1" fmla="*/ 2299 w 20369"/>
                        <a:gd name="connsiteY1" fmla="*/ 13398 h 15889"/>
                        <a:gd name="connsiteX2" fmla="*/ 3823 w 20369"/>
                        <a:gd name="connsiteY2" fmla="*/ 2158 h 15889"/>
                        <a:gd name="connsiteX3" fmla="*/ 18111 w 20369"/>
                        <a:gd name="connsiteY3" fmla="*/ 2349 h 15889"/>
                        <a:gd name="connsiteX4" fmla="*/ 16682 w 20369"/>
                        <a:gd name="connsiteY4" fmla="*/ 13589 h 15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369" h="15889">
                          <a:moveTo>
                            <a:pt x="16682" y="13589"/>
                          </a:moveTo>
                          <a:cubicBezTo>
                            <a:pt x="12301" y="16827"/>
                            <a:pt x="5824" y="16541"/>
                            <a:pt x="2299" y="13398"/>
                          </a:cubicBezTo>
                          <a:cubicBezTo>
                            <a:pt x="-1320" y="10255"/>
                            <a:pt x="-558" y="5206"/>
                            <a:pt x="3823" y="2158"/>
                          </a:cubicBezTo>
                          <a:cubicBezTo>
                            <a:pt x="8205" y="-889"/>
                            <a:pt x="14491" y="-604"/>
                            <a:pt x="18111" y="2349"/>
                          </a:cubicBezTo>
                          <a:cubicBezTo>
                            <a:pt x="21540" y="5397"/>
                            <a:pt x="21064" y="10445"/>
                            <a:pt x="16682" y="1358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13" name="Forme libre : forme 12612">
                      <a:extLst>
                        <a:ext uri="{FF2B5EF4-FFF2-40B4-BE49-F238E27FC236}">
                          <a16:creationId xmlns:a16="http://schemas.microsoft.com/office/drawing/2014/main" id="{988D1A12-4D5D-499D-A43E-CF08BC73A7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1507" y="4535562"/>
                      <a:ext cx="7448" cy="5882"/>
                    </a:xfrm>
                    <a:custGeom>
                      <a:avLst/>
                      <a:gdLst>
                        <a:gd name="connsiteX0" fmla="*/ 4858 w 7448"/>
                        <a:gd name="connsiteY0" fmla="*/ 5799 h 5882"/>
                        <a:gd name="connsiteX1" fmla="*/ 191 w 7448"/>
                        <a:gd name="connsiteY1" fmla="*/ 3608 h 5882"/>
                        <a:gd name="connsiteX2" fmla="*/ 2667 w 7448"/>
                        <a:gd name="connsiteY2" fmla="*/ 84 h 5882"/>
                        <a:gd name="connsiteX3" fmla="*/ 7334 w 7448"/>
                        <a:gd name="connsiteY3" fmla="*/ 2180 h 5882"/>
                        <a:gd name="connsiteX4" fmla="*/ 4858 w 7448"/>
                        <a:gd name="connsiteY4" fmla="*/ 5799 h 5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48" h="5882">
                          <a:moveTo>
                            <a:pt x="4858" y="5799"/>
                          </a:moveTo>
                          <a:cubicBezTo>
                            <a:pt x="2953" y="6180"/>
                            <a:pt x="857" y="5228"/>
                            <a:pt x="191" y="3608"/>
                          </a:cubicBezTo>
                          <a:cubicBezTo>
                            <a:pt x="-476" y="1989"/>
                            <a:pt x="667" y="465"/>
                            <a:pt x="2667" y="84"/>
                          </a:cubicBezTo>
                          <a:cubicBezTo>
                            <a:pt x="4572" y="-297"/>
                            <a:pt x="6668" y="656"/>
                            <a:pt x="7334" y="2180"/>
                          </a:cubicBezTo>
                          <a:cubicBezTo>
                            <a:pt x="7811" y="3799"/>
                            <a:pt x="6763" y="5418"/>
                            <a:pt x="4858" y="579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2614" name="Graphique 5">
                <a:extLst>
                  <a:ext uri="{FF2B5EF4-FFF2-40B4-BE49-F238E27FC236}">
                    <a16:creationId xmlns:a16="http://schemas.microsoft.com/office/drawing/2014/main" id="{A0BA93AA-8EF3-4A78-B597-7B51522C41B0}"/>
                  </a:ext>
                </a:extLst>
              </p:cNvPr>
              <p:cNvGrpSpPr/>
              <p:nvPr/>
            </p:nvGrpSpPr>
            <p:grpSpPr>
              <a:xfrm>
                <a:off x="2467620" y="3963024"/>
                <a:ext cx="456270" cy="513472"/>
                <a:chOff x="2467620" y="3963024"/>
                <a:chExt cx="456270" cy="513472"/>
              </a:xfrm>
              <a:solidFill>
                <a:schemeClr val="accent1"/>
              </a:solidFill>
            </p:grpSpPr>
            <p:sp>
              <p:nvSpPr>
                <p:cNvPr id="12615" name="Forme libre : forme 12614">
                  <a:extLst>
                    <a:ext uri="{FF2B5EF4-FFF2-40B4-BE49-F238E27FC236}">
                      <a16:creationId xmlns:a16="http://schemas.microsoft.com/office/drawing/2014/main" id="{9F0FB2C3-6062-4C26-A093-DDF25E28754C}"/>
                    </a:ext>
                  </a:extLst>
                </p:cNvPr>
                <p:cNvSpPr/>
                <p:nvPr/>
              </p:nvSpPr>
              <p:spPr>
                <a:xfrm>
                  <a:off x="2467620" y="3963024"/>
                  <a:ext cx="456270" cy="513472"/>
                </a:xfrm>
                <a:custGeom>
                  <a:avLst/>
                  <a:gdLst>
                    <a:gd name="connsiteX0" fmla="*/ 358330 w 456270"/>
                    <a:gd name="connsiteY0" fmla="*/ 460608 h 513472"/>
                    <a:gd name="connsiteX1" fmla="*/ 251270 w 456270"/>
                    <a:gd name="connsiteY1" fmla="*/ 374122 h 513472"/>
                    <a:gd name="connsiteX2" fmla="*/ 306134 w 456270"/>
                    <a:gd name="connsiteY2" fmla="*/ 356500 h 513472"/>
                    <a:gd name="connsiteX3" fmla="*/ 353282 w 456270"/>
                    <a:gd name="connsiteY3" fmla="*/ 326401 h 513472"/>
                    <a:gd name="connsiteX4" fmla="*/ 420529 w 456270"/>
                    <a:gd name="connsiteY4" fmla="*/ 236199 h 513472"/>
                    <a:gd name="connsiteX5" fmla="*/ 448723 w 456270"/>
                    <a:gd name="connsiteY5" fmla="*/ 152760 h 513472"/>
                    <a:gd name="connsiteX6" fmla="*/ 456247 w 456270"/>
                    <a:gd name="connsiteY6" fmla="*/ 85514 h 513472"/>
                    <a:gd name="connsiteX7" fmla="*/ 427482 w 456270"/>
                    <a:gd name="connsiteY7" fmla="*/ 8838 h 513472"/>
                    <a:gd name="connsiteX8" fmla="*/ 342614 w 456270"/>
                    <a:gd name="connsiteY8" fmla="*/ 14172 h 513472"/>
                    <a:gd name="connsiteX9" fmla="*/ 285179 w 456270"/>
                    <a:gd name="connsiteY9" fmla="*/ 49224 h 513472"/>
                    <a:gd name="connsiteX10" fmla="*/ 223933 w 456270"/>
                    <a:gd name="connsiteY10" fmla="*/ 104755 h 513472"/>
                    <a:gd name="connsiteX11" fmla="*/ 166307 w 456270"/>
                    <a:gd name="connsiteY11" fmla="*/ 201243 h 513472"/>
                    <a:gd name="connsiteX12" fmla="*/ 156305 w 456270"/>
                    <a:gd name="connsiteY12" fmla="*/ 256392 h 513472"/>
                    <a:gd name="connsiteX13" fmla="*/ 160972 w 456270"/>
                    <a:gd name="connsiteY13" fmla="*/ 313828 h 513472"/>
                    <a:gd name="connsiteX14" fmla="*/ 40386 w 456270"/>
                    <a:gd name="connsiteY14" fmla="*/ 248010 h 513472"/>
                    <a:gd name="connsiteX15" fmla="*/ 0 w 456270"/>
                    <a:gd name="connsiteY15" fmla="*/ 288397 h 513472"/>
                    <a:gd name="connsiteX16" fmla="*/ 183928 w 456270"/>
                    <a:gd name="connsiteY16" fmla="*/ 377360 h 513472"/>
                    <a:gd name="connsiteX17" fmla="*/ 336613 w 456270"/>
                    <a:gd name="connsiteY17" fmla="*/ 513472 h 513472"/>
                    <a:gd name="connsiteX18" fmla="*/ 358330 w 456270"/>
                    <a:gd name="connsiteY18" fmla="*/ 460608 h 513472"/>
                    <a:gd name="connsiteX19" fmla="*/ 263938 w 456270"/>
                    <a:gd name="connsiteY19" fmla="*/ 139140 h 513472"/>
                    <a:gd name="connsiteX20" fmla="*/ 352425 w 456270"/>
                    <a:gd name="connsiteY20" fmla="*/ 60939 h 513472"/>
                    <a:gd name="connsiteX21" fmla="*/ 395478 w 456270"/>
                    <a:gd name="connsiteY21" fmla="*/ 56082 h 513472"/>
                    <a:gd name="connsiteX22" fmla="*/ 408718 w 456270"/>
                    <a:gd name="connsiteY22" fmla="*/ 105707 h 513472"/>
                    <a:gd name="connsiteX23" fmla="*/ 373285 w 456270"/>
                    <a:gd name="connsiteY23" fmla="*/ 212482 h 513472"/>
                    <a:gd name="connsiteX24" fmla="*/ 311753 w 456270"/>
                    <a:gd name="connsiteY24" fmla="*/ 283253 h 513472"/>
                    <a:gd name="connsiteX25" fmla="*/ 224409 w 456270"/>
                    <a:gd name="connsiteY25" fmla="*/ 316590 h 513472"/>
                    <a:gd name="connsiteX26" fmla="*/ 217265 w 456270"/>
                    <a:gd name="connsiteY26" fmla="*/ 269347 h 513472"/>
                    <a:gd name="connsiteX27" fmla="*/ 221933 w 456270"/>
                    <a:gd name="connsiteY27" fmla="*/ 223150 h 513472"/>
                    <a:gd name="connsiteX28" fmla="*/ 263938 w 456270"/>
                    <a:gd name="connsiteY28" fmla="*/ 139140 h 513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56270" h="513472">
                      <a:moveTo>
                        <a:pt x="358330" y="460608"/>
                      </a:moveTo>
                      <a:cubicBezTo>
                        <a:pt x="312611" y="441273"/>
                        <a:pt x="275177" y="410507"/>
                        <a:pt x="251270" y="374122"/>
                      </a:cubicBezTo>
                      <a:cubicBezTo>
                        <a:pt x="270796" y="370311"/>
                        <a:pt x="288988" y="364787"/>
                        <a:pt x="306134" y="356500"/>
                      </a:cubicBezTo>
                      <a:cubicBezTo>
                        <a:pt x="323279" y="348309"/>
                        <a:pt x="339090" y="338212"/>
                        <a:pt x="353282" y="326401"/>
                      </a:cubicBezTo>
                      <a:cubicBezTo>
                        <a:pt x="381762" y="302874"/>
                        <a:pt x="404241" y="271537"/>
                        <a:pt x="420529" y="236199"/>
                      </a:cubicBezTo>
                      <a:cubicBezTo>
                        <a:pt x="434435" y="206005"/>
                        <a:pt x="443198" y="177906"/>
                        <a:pt x="448723" y="152760"/>
                      </a:cubicBezTo>
                      <a:cubicBezTo>
                        <a:pt x="454152" y="127519"/>
                        <a:pt x="456533" y="104659"/>
                        <a:pt x="456247" y="85514"/>
                      </a:cubicBezTo>
                      <a:cubicBezTo>
                        <a:pt x="455581" y="47128"/>
                        <a:pt x="446056" y="20839"/>
                        <a:pt x="427482" y="8838"/>
                      </a:cubicBezTo>
                      <a:cubicBezTo>
                        <a:pt x="407861" y="-5069"/>
                        <a:pt x="378714" y="-2021"/>
                        <a:pt x="342614" y="14172"/>
                      </a:cubicBezTo>
                      <a:cubicBezTo>
                        <a:pt x="324707" y="22268"/>
                        <a:pt x="305276" y="34079"/>
                        <a:pt x="285179" y="49224"/>
                      </a:cubicBezTo>
                      <a:cubicBezTo>
                        <a:pt x="265176" y="64273"/>
                        <a:pt x="244412" y="82656"/>
                        <a:pt x="223933" y="104755"/>
                      </a:cubicBezTo>
                      <a:cubicBezTo>
                        <a:pt x="197358" y="133330"/>
                        <a:pt x="177260" y="165905"/>
                        <a:pt x="166307" y="201243"/>
                      </a:cubicBezTo>
                      <a:cubicBezTo>
                        <a:pt x="160782" y="218959"/>
                        <a:pt x="157353" y="237438"/>
                        <a:pt x="156305" y="256392"/>
                      </a:cubicBezTo>
                      <a:cubicBezTo>
                        <a:pt x="155543" y="275061"/>
                        <a:pt x="157067" y="294302"/>
                        <a:pt x="160972" y="313828"/>
                      </a:cubicBezTo>
                      <a:cubicBezTo>
                        <a:pt x="118491" y="305256"/>
                        <a:pt x="75629" y="282872"/>
                        <a:pt x="40386" y="248010"/>
                      </a:cubicBezTo>
                      <a:lnTo>
                        <a:pt x="0" y="288397"/>
                      </a:lnTo>
                      <a:cubicBezTo>
                        <a:pt x="53340" y="341736"/>
                        <a:pt x="120872" y="371740"/>
                        <a:pt x="183928" y="377360"/>
                      </a:cubicBezTo>
                      <a:cubicBezTo>
                        <a:pt x="212884" y="433748"/>
                        <a:pt x="266605" y="484707"/>
                        <a:pt x="336613" y="513472"/>
                      </a:cubicBezTo>
                      <a:lnTo>
                        <a:pt x="358330" y="460608"/>
                      </a:lnTo>
                      <a:close/>
                      <a:moveTo>
                        <a:pt x="263938" y="139140"/>
                      </a:moveTo>
                      <a:cubicBezTo>
                        <a:pt x="303276" y="90657"/>
                        <a:pt x="334328" y="70179"/>
                        <a:pt x="352425" y="60939"/>
                      </a:cubicBezTo>
                      <a:cubicBezTo>
                        <a:pt x="371094" y="51510"/>
                        <a:pt x="386239" y="49319"/>
                        <a:pt x="395478" y="56082"/>
                      </a:cubicBezTo>
                      <a:cubicBezTo>
                        <a:pt x="405384" y="62082"/>
                        <a:pt x="410528" y="79608"/>
                        <a:pt x="408718" y="105707"/>
                      </a:cubicBezTo>
                      <a:cubicBezTo>
                        <a:pt x="406622" y="131901"/>
                        <a:pt x="397288" y="168477"/>
                        <a:pt x="373285" y="212482"/>
                      </a:cubicBezTo>
                      <a:cubicBezTo>
                        <a:pt x="357568" y="241152"/>
                        <a:pt x="336995" y="265251"/>
                        <a:pt x="311753" y="283253"/>
                      </a:cubicBezTo>
                      <a:cubicBezTo>
                        <a:pt x="286321" y="301541"/>
                        <a:pt x="256889" y="312685"/>
                        <a:pt x="224409" y="316590"/>
                      </a:cubicBezTo>
                      <a:cubicBezTo>
                        <a:pt x="219932" y="300969"/>
                        <a:pt x="217742" y="284967"/>
                        <a:pt x="217265" y="269347"/>
                      </a:cubicBezTo>
                      <a:cubicBezTo>
                        <a:pt x="216789" y="253821"/>
                        <a:pt x="218408" y="238295"/>
                        <a:pt x="221933" y="223150"/>
                      </a:cubicBezTo>
                      <a:cubicBezTo>
                        <a:pt x="228981" y="192861"/>
                        <a:pt x="243364" y="164667"/>
                        <a:pt x="263938" y="139140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616" name="Forme libre : forme 12615">
                  <a:extLst>
                    <a:ext uri="{FF2B5EF4-FFF2-40B4-BE49-F238E27FC236}">
                      <a16:creationId xmlns:a16="http://schemas.microsoft.com/office/drawing/2014/main" id="{FB0F4C31-D913-42C1-B40A-AD556ADEF968}"/>
                    </a:ext>
                  </a:extLst>
                </p:cNvPr>
                <p:cNvSpPr/>
                <p:nvPr/>
              </p:nvSpPr>
              <p:spPr>
                <a:xfrm>
                  <a:off x="2677646" y="3963024"/>
                  <a:ext cx="246244" cy="238390"/>
                </a:xfrm>
                <a:custGeom>
                  <a:avLst/>
                  <a:gdLst>
                    <a:gd name="connsiteX0" fmla="*/ 115062 w 246244"/>
                    <a:gd name="connsiteY0" fmla="*/ 35603 h 238390"/>
                    <a:gd name="connsiteX1" fmla="*/ 202406 w 246244"/>
                    <a:gd name="connsiteY1" fmla="*/ 32079 h 238390"/>
                    <a:gd name="connsiteX2" fmla="*/ 223838 w 246244"/>
                    <a:gd name="connsiteY2" fmla="*/ 58939 h 238390"/>
                    <a:gd name="connsiteX3" fmla="*/ 233553 w 246244"/>
                    <a:gd name="connsiteY3" fmla="*/ 102945 h 238390"/>
                    <a:gd name="connsiteX4" fmla="*/ 230029 w 246244"/>
                    <a:gd name="connsiteY4" fmla="*/ 163429 h 238390"/>
                    <a:gd name="connsiteX5" fmla="*/ 209455 w 246244"/>
                    <a:gd name="connsiteY5" fmla="*/ 238390 h 238390"/>
                    <a:gd name="connsiteX6" fmla="*/ 210502 w 246244"/>
                    <a:gd name="connsiteY6" fmla="*/ 236199 h 238390"/>
                    <a:gd name="connsiteX7" fmla="*/ 238696 w 246244"/>
                    <a:gd name="connsiteY7" fmla="*/ 152760 h 238390"/>
                    <a:gd name="connsiteX8" fmla="*/ 246221 w 246244"/>
                    <a:gd name="connsiteY8" fmla="*/ 85514 h 238390"/>
                    <a:gd name="connsiteX9" fmla="*/ 217456 w 246244"/>
                    <a:gd name="connsiteY9" fmla="*/ 8838 h 238390"/>
                    <a:gd name="connsiteX10" fmla="*/ 132588 w 246244"/>
                    <a:gd name="connsiteY10" fmla="*/ 14172 h 238390"/>
                    <a:gd name="connsiteX11" fmla="*/ 75152 w 246244"/>
                    <a:gd name="connsiteY11" fmla="*/ 49224 h 238390"/>
                    <a:gd name="connsiteX12" fmla="*/ 13906 w 246244"/>
                    <a:gd name="connsiteY12" fmla="*/ 104755 h 238390"/>
                    <a:gd name="connsiteX13" fmla="*/ 0 w 246244"/>
                    <a:gd name="connsiteY13" fmla="*/ 120947 h 238390"/>
                    <a:gd name="connsiteX14" fmla="*/ 115062 w 246244"/>
                    <a:gd name="connsiteY14" fmla="*/ 35603 h 238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46244" h="238390">
                      <a:moveTo>
                        <a:pt x="115062" y="35603"/>
                      </a:moveTo>
                      <a:cubicBezTo>
                        <a:pt x="151829" y="19887"/>
                        <a:pt x="181737" y="17505"/>
                        <a:pt x="202406" y="32079"/>
                      </a:cubicBezTo>
                      <a:cubicBezTo>
                        <a:pt x="211646" y="37794"/>
                        <a:pt x="218504" y="47223"/>
                        <a:pt x="223838" y="58939"/>
                      </a:cubicBezTo>
                      <a:cubicBezTo>
                        <a:pt x="229267" y="70464"/>
                        <a:pt x="232219" y="85800"/>
                        <a:pt x="233553" y="102945"/>
                      </a:cubicBezTo>
                      <a:cubicBezTo>
                        <a:pt x="234791" y="120280"/>
                        <a:pt x="233839" y="140568"/>
                        <a:pt x="230029" y="163429"/>
                      </a:cubicBezTo>
                      <a:cubicBezTo>
                        <a:pt x="226409" y="186003"/>
                        <a:pt x="219932" y="211149"/>
                        <a:pt x="209455" y="238390"/>
                      </a:cubicBezTo>
                      <a:lnTo>
                        <a:pt x="210502" y="236199"/>
                      </a:lnTo>
                      <a:cubicBezTo>
                        <a:pt x="224409" y="206005"/>
                        <a:pt x="233172" y="177906"/>
                        <a:pt x="238696" y="152760"/>
                      </a:cubicBezTo>
                      <a:cubicBezTo>
                        <a:pt x="244126" y="127519"/>
                        <a:pt x="246507" y="104659"/>
                        <a:pt x="246221" y="85514"/>
                      </a:cubicBezTo>
                      <a:cubicBezTo>
                        <a:pt x="245554" y="47128"/>
                        <a:pt x="236029" y="20839"/>
                        <a:pt x="217456" y="8838"/>
                      </a:cubicBezTo>
                      <a:cubicBezTo>
                        <a:pt x="197834" y="-5069"/>
                        <a:pt x="168688" y="-2021"/>
                        <a:pt x="132588" y="14172"/>
                      </a:cubicBezTo>
                      <a:cubicBezTo>
                        <a:pt x="114681" y="22268"/>
                        <a:pt x="95250" y="34079"/>
                        <a:pt x="75152" y="49224"/>
                      </a:cubicBezTo>
                      <a:cubicBezTo>
                        <a:pt x="55150" y="64273"/>
                        <a:pt x="34385" y="82656"/>
                        <a:pt x="13906" y="104755"/>
                      </a:cubicBezTo>
                      <a:cubicBezTo>
                        <a:pt x="9049" y="109993"/>
                        <a:pt x="4477" y="115422"/>
                        <a:pt x="0" y="120947"/>
                      </a:cubicBezTo>
                      <a:cubicBezTo>
                        <a:pt x="39433" y="79513"/>
                        <a:pt x="80105" y="50938"/>
                        <a:pt x="115062" y="35603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617" name="Forme libre : forme 12616">
                  <a:extLst>
                    <a:ext uri="{FF2B5EF4-FFF2-40B4-BE49-F238E27FC236}">
                      <a16:creationId xmlns:a16="http://schemas.microsoft.com/office/drawing/2014/main" id="{D5FE484A-572E-4F7A-9EE7-C52AEE842F15}"/>
                    </a:ext>
                  </a:extLst>
                </p:cNvPr>
                <p:cNvSpPr/>
                <p:nvPr/>
              </p:nvSpPr>
              <p:spPr>
                <a:xfrm>
                  <a:off x="2543153" y="4270375"/>
                  <a:ext cx="280225" cy="60326"/>
                </a:xfrm>
                <a:custGeom>
                  <a:avLst/>
                  <a:gdLst>
                    <a:gd name="connsiteX0" fmla="*/ 0 w 280225"/>
                    <a:gd name="connsiteY0" fmla="*/ 29909 h 60326"/>
                    <a:gd name="connsiteX1" fmla="*/ 27908 w 280225"/>
                    <a:gd name="connsiteY1" fmla="*/ 41910 h 60326"/>
                    <a:gd name="connsiteX2" fmla="*/ 59246 w 280225"/>
                    <a:gd name="connsiteY2" fmla="*/ 51721 h 60326"/>
                    <a:gd name="connsiteX3" fmla="*/ 99060 w 280225"/>
                    <a:gd name="connsiteY3" fmla="*/ 58769 h 60326"/>
                    <a:gd name="connsiteX4" fmla="*/ 144209 w 280225"/>
                    <a:gd name="connsiteY4" fmla="*/ 59817 h 60326"/>
                    <a:gd name="connsiteX5" fmla="*/ 167735 w 280225"/>
                    <a:gd name="connsiteY5" fmla="*/ 57340 h 60326"/>
                    <a:gd name="connsiteX6" fmla="*/ 191548 w 280225"/>
                    <a:gd name="connsiteY6" fmla="*/ 51911 h 60326"/>
                    <a:gd name="connsiteX7" fmla="*/ 280226 w 280225"/>
                    <a:gd name="connsiteY7" fmla="*/ 0 h 60326"/>
                    <a:gd name="connsiteX8" fmla="*/ 262319 w 280225"/>
                    <a:gd name="connsiteY8" fmla="*/ 13240 h 60326"/>
                    <a:gd name="connsiteX9" fmla="*/ 208979 w 280225"/>
                    <a:gd name="connsiteY9" fmla="*/ 39243 h 60326"/>
                    <a:gd name="connsiteX10" fmla="*/ 168878 w 280225"/>
                    <a:gd name="connsiteY10" fmla="*/ 49911 h 60326"/>
                    <a:gd name="connsiteX11" fmla="*/ 120206 w 280225"/>
                    <a:gd name="connsiteY11" fmla="*/ 54293 h 60326"/>
                    <a:gd name="connsiteX12" fmla="*/ 63341 w 280225"/>
                    <a:gd name="connsiteY12" fmla="*/ 48959 h 60326"/>
                    <a:gd name="connsiteX13" fmla="*/ 0 w 280225"/>
                    <a:gd name="connsiteY13" fmla="*/ 29909 h 60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80225" h="60326">
                      <a:moveTo>
                        <a:pt x="0" y="29909"/>
                      </a:moveTo>
                      <a:cubicBezTo>
                        <a:pt x="0" y="29909"/>
                        <a:pt x="10097" y="35623"/>
                        <a:pt x="27908" y="41910"/>
                      </a:cubicBezTo>
                      <a:cubicBezTo>
                        <a:pt x="36767" y="45053"/>
                        <a:pt x="47244" y="48578"/>
                        <a:pt x="59246" y="51721"/>
                      </a:cubicBezTo>
                      <a:cubicBezTo>
                        <a:pt x="71342" y="54578"/>
                        <a:pt x="84868" y="57055"/>
                        <a:pt x="99060" y="58769"/>
                      </a:cubicBezTo>
                      <a:cubicBezTo>
                        <a:pt x="113157" y="60674"/>
                        <a:pt x="128778" y="60579"/>
                        <a:pt x="144209" y="59817"/>
                      </a:cubicBezTo>
                      <a:cubicBezTo>
                        <a:pt x="152019" y="59341"/>
                        <a:pt x="159830" y="58579"/>
                        <a:pt x="167735" y="57340"/>
                      </a:cubicBezTo>
                      <a:cubicBezTo>
                        <a:pt x="175736" y="55912"/>
                        <a:pt x="183642" y="54102"/>
                        <a:pt x="191548" y="51911"/>
                      </a:cubicBezTo>
                      <a:cubicBezTo>
                        <a:pt x="223076" y="43244"/>
                        <a:pt x="253841" y="26384"/>
                        <a:pt x="280226" y="0"/>
                      </a:cubicBezTo>
                      <a:cubicBezTo>
                        <a:pt x="280226" y="0"/>
                        <a:pt x="274225" y="5524"/>
                        <a:pt x="262319" y="13240"/>
                      </a:cubicBezTo>
                      <a:cubicBezTo>
                        <a:pt x="250412" y="21050"/>
                        <a:pt x="232601" y="31242"/>
                        <a:pt x="208979" y="39243"/>
                      </a:cubicBezTo>
                      <a:cubicBezTo>
                        <a:pt x="197168" y="43339"/>
                        <a:pt x="183737" y="47149"/>
                        <a:pt x="168878" y="49911"/>
                      </a:cubicBezTo>
                      <a:cubicBezTo>
                        <a:pt x="154210" y="52388"/>
                        <a:pt x="137922" y="54007"/>
                        <a:pt x="120206" y="54293"/>
                      </a:cubicBezTo>
                      <a:cubicBezTo>
                        <a:pt x="102489" y="54388"/>
                        <a:pt x="83725" y="52483"/>
                        <a:pt x="63341" y="48959"/>
                      </a:cubicBezTo>
                      <a:cubicBezTo>
                        <a:pt x="43434" y="44768"/>
                        <a:pt x="21908" y="38957"/>
                        <a:pt x="0" y="299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618" name="Forme libre : forme 12617">
                  <a:extLst>
                    <a:ext uri="{FF2B5EF4-FFF2-40B4-BE49-F238E27FC236}">
                      <a16:creationId xmlns:a16="http://schemas.microsoft.com/office/drawing/2014/main" id="{19485150-3BB8-4F6A-AE95-7745AABC31E7}"/>
                    </a:ext>
                  </a:extLst>
                </p:cNvPr>
                <p:cNvSpPr/>
                <p:nvPr/>
              </p:nvSpPr>
              <p:spPr>
                <a:xfrm>
                  <a:off x="2628497" y="4073779"/>
                  <a:ext cx="127825" cy="207800"/>
                </a:xfrm>
                <a:custGeom>
                  <a:avLst/>
                  <a:gdLst>
                    <a:gd name="connsiteX0" fmla="*/ 0 w 127825"/>
                    <a:gd name="connsiteY0" fmla="*/ 202978 h 207800"/>
                    <a:gd name="connsiteX1" fmla="*/ 6953 w 127825"/>
                    <a:gd name="connsiteY1" fmla="*/ 204311 h 207800"/>
                    <a:gd name="connsiteX2" fmla="*/ 23908 w 127825"/>
                    <a:gd name="connsiteY2" fmla="*/ 206597 h 207800"/>
                    <a:gd name="connsiteX3" fmla="*/ 63437 w 127825"/>
                    <a:gd name="connsiteY3" fmla="*/ 205931 h 207800"/>
                    <a:gd name="connsiteX4" fmla="*/ 61722 w 127825"/>
                    <a:gd name="connsiteY4" fmla="*/ 200883 h 207800"/>
                    <a:gd name="connsiteX5" fmla="*/ 58388 w 127825"/>
                    <a:gd name="connsiteY5" fmla="*/ 186404 h 207800"/>
                    <a:gd name="connsiteX6" fmla="*/ 56102 w 127825"/>
                    <a:gd name="connsiteY6" fmla="*/ 136875 h 207800"/>
                    <a:gd name="connsiteX7" fmla="*/ 75152 w 127825"/>
                    <a:gd name="connsiteY7" fmla="*/ 70580 h 207800"/>
                    <a:gd name="connsiteX8" fmla="*/ 127825 w 127825"/>
                    <a:gd name="connsiteY8" fmla="*/ 0 h 207800"/>
                    <a:gd name="connsiteX9" fmla="*/ 78296 w 127825"/>
                    <a:gd name="connsiteY9" fmla="*/ 42005 h 207800"/>
                    <a:gd name="connsiteX10" fmla="*/ 19145 w 127825"/>
                    <a:gd name="connsiteY10" fmla="*/ 174403 h 207800"/>
                    <a:gd name="connsiteX11" fmla="*/ 0 w 127825"/>
                    <a:gd name="connsiteY11" fmla="*/ 202978 h 207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7825" h="207800">
                      <a:moveTo>
                        <a:pt x="0" y="202978"/>
                      </a:moveTo>
                      <a:cubicBezTo>
                        <a:pt x="0" y="202978"/>
                        <a:pt x="2572" y="203645"/>
                        <a:pt x="6953" y="204311"/>
                      </a:cubicBezTo>
                      <a:cubicBezTo>
                        <a:pt x="11335" y="204978"/>
                        <a:pt x="17336" y="205835"/>
                        <a:pt x="23908" y="206597"/>
                      </a:cubicBezTo>
                      <a:cubicBezTo>
                        <a:pt x="37243" y="207931"/>
                        <a:pt x="52864" y="208693"/>
                        <a:pt x="63437" y="205931"/>
                      </a:cubicBezTo>
                      <a:cubicBezTo>
                        <a:pt x="63437" y="205931"/>
                        <a:pt x="62770" y="204216"/>
                        <a:pt x="61722" y="200883"/>
                      </a:cubicBezTo>
                      <a:cubicBezTo>
                        <a:pt x="60770" y="197549"/>
                        <a:pt x="59531" y="192596"/>
                        <a:pt x="58388" y="186404"/>
                      </a:cubicBezTo>
                      <a:cubicBezTo>
                        <a:pt x="56102" y="174117"/>
                        <a:pt x="54388" y="156782"/>
                        <a:pt x="56102" y="136875"/>
                      </a:cubicBezTo>
                      <a:cubicBezTo>
                        <a:pt x="58103" y="116681"/>
                        <a:pt x="63722" y="93821"/>
                        <a:pt x="75152" y="70580"/>
                      </a:cubicBezTo>
                      <a:cubicBezTo>
                        <a:pt x="86582" y="47244"/>
                        <a:pt x="103822" y="23432"/>
                        <a:pt x="127825" y="0"/>
                      </a:cubicBezTo>
                      <a:cubicBezTo>
                        <a:pt x="127825" y="0"/>
                        <a:pt x="104584" y="14192"/>
                        <a:pt x="78296" y="42005"/>
                      </a:cubicBezTo>
                      <a:cubicBezTo>
                        <a:pt x="52292" y="70104"/>
                        <a:pt x="22288" y="111728"/>
                        <a:pt x="19145" y="174403"/>
                      </a:cubicBezTo>
                      <a:cubicBezTo>
                        <a:pt x="18479" y="193358"/>
                        <a:pt x="0" y="202978"/>
                        <a:pt x="0" y="202978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619" name="Forme libre : forme 12618">
                  <a:extLst>
                    <a:ext uri="{FF2B5EF4-FFF2-40B4-BE49-F238E27FC236}">
                      <a16:creationId xmlns:a16="http://schemas.microsoft.com/office/drawing/2014/main" id="{441F82FD-CAF8-4061-B92A-63934430F0DC}"/>
                    </a:ext>
                  </a:extLst>
                </p:cNvPr>
                <p:cNvSpPr/>
                <p:nvPr/>
              </p:nvSpPr>
              <p:spPr>
                <a:xfrm>
                  <a:off x="2697839" y="4337145"/>
                  <a:ext cx="101441" cy="73342"/>
                </a:xfrm>
                <a:custGeom>
                  <a:avLst/>
                  <a:gdLst>
                    <a:gd name="connsiteX0" fmla="*/ 21050 w 101441"/>
                    <a:gd name="connsiteY0" fmla="*/ 0 h 73342"/>
                    <a:gd name="connsiteX1" fmla="*/ 0 w 101441"/>
                    <a:gd name="connsiteY1" fmla="*/ 3905 h 73342"/>
                    <a:gd name="connsiteX2" fmla="*/ 6382 w 101441"/>
                    <a:gd name="connsiteY2" fmla="*/ 11525 h 73342"/>
                    <a:gd name="connsiteX3" fmla="*/ 25527 w 101441"/>
                    <a:gd name="connsiteY3" fmla="*/ 30289 h 73342"/>
                    <a:gd name="connsiteX4" fmla="*/ 57436 w 101441"/>
                    <a:gd name="connsiteY4" fmla="*/ 53340 h 73342"/>
                    <a:gd name="connsiteX5" fmla="*/ 77915 w 101441"/>
                    <a:gd name="connsiteY5" fmla="*/ 64389 h 73342"/>
                    <a:gd name="connsiteX6" fmla="*/ 101441 w 101441"/>
                    <a:gd name="connsiteY6" fmla="*/ 73342 h 73342"/>
                    <a:gd name="connsiteX7" fmla="*/ 93631 w 101441"/>
                    <a:gd name="connsiteY7" fmla="*/ 68961 h 73342"/>
                    <a:gd name="connsiteX8" fmla="*/ 73724 w 101441"/>
                    <a:gd name="connsiteY8" fmla="*/ 55435 h 73342"/>
                    <a:gd name="connsiteX9" fmla="*/ 47530 w 101441"/>
                    <a:gd name="connsiteY9" fmla="*/ 32385 h 73342"/>
                    <a:gd name="connsiteX10" fmla="*/ 21050 w 101441"/>
                    <a:gd name="connsiteY10" fmla="*/ 0 h 73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1441" h="73342">
                      <a:moveTo>
                        <a:pt x="21050" y="0"/>
                      </a:moveTo>
                      <a:cubicBezTo>
                        <a:pt x="21050" y="0"/>
                        <a:pt x="10192" y="3238"/>
                        <a:pt x="0" y="3905"/>
                      </a:cubicBezTo>
                      <a:cubicBezTo>
                        <a:pt x="0" y="3905"/>
                        <a:pt x="2096" y="6953"/>
                        <a:pt x="6382" y="11525"/>
                      </a:cubicBezTo>
                      <a:cubicBezTo>
                        <a:pt x="10668" y="16192"/>
                        <a:pt x="17050" y="22765"/>
                        <a:pt x="25527" y="30289"/>
                      </a:cubicBezTo>
                      <a:cubicBezTo>
                        <a:pt x="33909" y="37909"/>
                        <a:pt x="44672" y="45815"/>
                        <a:pt x="57436" y="53340"/>
                      </a:cubicBezTo>
                      <a:cubicBezTo>
                        <a:pt x="63817" y="57150"/>
                        <a:pt x="70675" y="60865"/>
                        <a:pt x="77915" y="64389"/>
                      </a:cubicBezTo>
                      <a:cubicBezTo>
                        <a:pt x="85344" y="67627"/>
                        <a:pt x="93250" y="70675"/>
                        <a:pt x="101441" y="73342"/>
                      </a:cubicBezTo>
                      <a:cubicBezTo>
                        <a:pt x="101441" y="73342"/>
                        <a:pt x="98584" y="71818"/>
                        <a:pt x="93631" y="68961"/>
                      </a:cubicBezTo>
                      <a:cubicBezTo>
                        <a:pt x="88678" y="65913"/>
                        <a:pt x="81534" y="61817"/>
                        <a:pt x="73724" y="55435"/>
                      </a:cubicBezTo>
                      <a:cubicBezTo>
                        <a:pt x="65723" y="49244"/>
                        <a:pt x="56674" y="41529"/>
                        <a:pt x="47530" y="32385"/>
                      </a:cubicBezTo>
                      <a:cubicBezTo>
                        <a:pt x="38291" y="23336"/>
                        <a:pt x="29337" y="12097"/>
                        <a:pt x="21050" y="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2620" name="Graphique 5">
                  <a:extLst>
                    <a:ext uri="{FF2B5EF4-FFF2-40B4-BE49-F238E27FC236}">
                      <a16:creationId xmlns:a16="http://schemas.microsoft.com/office/drawing/2014/main" id="{C602ECCC-9F72-4E37-BD48-558B94A79F9C}"/>
                    </a:ext>
                  </a:extLst>
                </p:cNvPr>
                <p:cNvGrpSpPr/>
                <p:nvPr/>
              </p:nvGrpSpPr>
              <p:grpSpPr>
                <a:xfrm>
                  <a:off x="2732034" y="4240278"/>
                  <a:ext cx="47200" cy="108362"/>
                  <a:chOff x="2732034" y="4240278"/>
                  <a:chExt cx="47200" cy="108362"/>
                </a:xfrm>
                <a:solidFill>
                  <a:schemeClr val="accent1"/>
                </a:solidFill>
              </p:grpSpPr>
              <p:grpSp>
                <p:nvGrpSpPr>
                  <p:cNvPr id="12621" name="Graphique 5">
                    <a:extLst>
                      <a:ext uri="{FF2B5EF4-FFF2-40B4-BE49-F238E27FC236}">
                        <a16:creationId xmlns:a16="http://schemas.microsoft.com/office/drawing/2014/main" id="{2F15E121-1193-42A4-B18E-FDEFE27DCAE8}"/>
                      </a:ext>
                    </a:extLst>
                  </p:cNvPr>
                  <p:cNvGrpSpPr/>
                  <p:nvPr/>
                </p:nvGrpSpPr>
                <p:grpSpPr>
                  <a:xfrm>
                    <a:off x="2738504" y="4311597"/>
                    <a:ext cx="39596" cy="37043"/>
                    <a:chOff x="2738504" y="4311597"/>
                    <a:chExt cx="39596" cy="37043"/>
                  </a:xfrm>
                  <a:solidFill>
                    <a:schemeClr val="accent1"/>
                  </a:solidFill>
                </p:grpSpPr>
                <p:sp>
                  <p:nvSpPr>
                    <p:cNvPr id="12622" name="Forme libre : forme 12621">
                      <a:extLst>
                        <a:ext uri="{FF2B5EF4-FFF2-40B4-BE49-F238E27FC236}">
                          <a16:creationId xmlns:a16="http://schemas.microsoft.com/office/drawing/2014/main" id="{528791FB-1E27-4CC2-BE94-338D4984CB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8504" y="4311692"/>
                      <a:ext cx="39596" cy="36948"/>
                    </a:xfrm>
                    <a:custGeom>
                      <a:avLst/>
                      <a:gdLst>
                        <a:gd name="connsiteX0" fmla="*/ 2103 w 39596"/>
                        <a:gd name="connsiteY0" fmla="*/ 8403 h 36948"/>
                        <a:gd name="connsiteX1" fmla="*/ 28297 w 39596"/>
                        <a:gd name="connsiteY1" fmla="*/ 2879 h 36948"/>
                        <a:gd name="connsiteX2" fmla="*/ 37822 w 39596"/>
                        <a:gd name="connsiteY2" fmla="*/ 27929 h 36948"/>
                        <a:gd name="connsiteX3" fmla="*/ 11247 w 39596"/>
                        <a:gd name="connsiteY3" fmla="*/ 34216 h 36948"/>
                        <a:gd name="connsiteX4" fmla="*/ 2103 w 39596"/>
                        <a:gd name="connsiteY4" fmla="*/ 8403 h 36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96" h="36948">
                          <a:moveTo>
                            <a:pt x="2103" y="8403"/>
                          </a:moveTo>
                          <a:cubicBezTo>
                            <a:pt x="7056" y="-74"/>
                            <a:pt x="18772" y="-2550"/>
                            <a:pt x="28297" y="2879"/>
                          </a:cubicBezTo>
                          <a:cubicBezTo>
                            <a:pt x="38012" y="8117"/>
                            <a:pt x="42298" y="19071"/>
                            <a:pt x="37822" y="27929"/>
                          </a:cubicBezTo>
                          <a:cubicBezTo>
                            <a:pt x="33345" y="36692"/>
                            <a:pt x="21343" y="39645"/>
                            <a:pt x="11247" y="34216"/>
                          </a:cubicBezTo>
                          <a:cubicBezTo>
                            <a:pt x="1246" y="28406"/>
                            <a:pt x="-2850" y="16880"/>
                            <a:pt x="2103" y="840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23" name="Forme libre : forme 12622">
                      <a:extLst>
                        <a:ext uri="{FF2B5EF4-FFF2-40B4-BE49-F238E27FC236}">
                          <a16:creationId xmlns:a16="http://schemas.microsoft.com/office/drawing/2014/main" id="{632DF07D-2E21-4382-9F07-F26E7E494E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8596" y="4311597"/>
                      <a:ext cx="39504" cy="34501"/>
                    </a:xfrm>
                    <a:custGeom>
                      <a:avLst/>
                      <a:gdLst>
                        <a:gd name="connsiteX0" fmla="*/ 19727 w 39504"/>
                        <a:gd name="connsiteY0" fmla="*/ 18119 h 34501"/>
                        <a:gd name="connsiteX1" fmla="*/ 31157 w 39504"/>
                        <a:gd name="connsiteY1" fmla="*/ 34502 h 34501"/>
                        <a:gd name="connsiteX2" fmla="*/ 37729 w 39504"/>
                        <a:gd name="connsiteY2" fmla="*/ 27930 h 34501"/>
                        <a:gd name="connsiteX3" fmla="*/ 28204 w 39504"/>
                        <a:gd name="connsiteY3" fmla="*/ 2879 h 34501"/>
                        <a:gd name="connsiteX4" fmla="*/ 2010 w 39504"/>
                        <a:gd name="connsiteY4" fmla="*/ 8403 h 34501"/>
                        <a:gd name="connsiteX5" fmla="*/ 10 w 39504"/>
                        <a:gd name="connsiteY5" fmla="*/ 17166 h 34501"/>
                        <a:gd name="connsiteX6" fmla="*/ 19727 w 39504"/>
                        <a:gd name="connsiteY6" fmla="*/ 18119 h 345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504" h="34501">
                          <a:moveTo>
                            <a:pt x="19727" y="18119"/>
                          </a:moveTo>
                          <a:cubicBezTo>
                            <a:pt x="26394" y="21833"/>
                            <a:pt x="30585" y="28025"/>
                            <a:pt x="31157" y="34502"/>
                          </a:cubicBezTo>
                          <a:cubicBezTo>
                            <a:pt x="33919" y="32978"/>
                            <a:pt x="36205" y="30787"/>
                            <a:pt x="37729" y="27930"/>
                          </a:cubicBezTo>
                          <a:cubicBezTo>
                            <a:pt x="42206" y="19166"/>
                            <a:pt x="37920" y="8117"/>
                            <a:pt x="28204" y="2879"/>
                          </a:cubicBezTo>
                          <a:cubicBezTo>
                            <a:pt x="18679" y="-2551"/>
                            <a:pt x="6963" y="-74"/>
                            <a:pt x="2010" y="8403"/>
                          </a:cubicBezTo>
                          <a:cubicBezTo>
                            <a:pt x="486" y="11165"/>
                            <a:pt x="-85" y="14118"/>
                            <a:pt x="10" y="17166"/>
                          </a:cubicBezTo>
                          <a:cubicBezTo>
                            <a:pt x="5725" y="14309"/>
                            <a:pt x="13155" y="14404"/>
                            <a:pt x="19727" y="1811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24" name="Forme libre : forme 12623">
                      <a:extLst>
                        <a:ext uri="{FF2B5EF4-FFF2-40B4-BE49-F238E27FC236}">
                          <a16:creationId xmlns:a16="http://schemas.microsoft.com/office/drawing/2014/main" id="{07A8229B-345D-4571-B1B2-40BFCA5AA8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1749" y="4319957"/>
                      <a:ext cx="16383" cy="17801"/>
                    </a:xfrm>
                    <a:custGeom>
                      <a:avLst/>
                      <a:gdLst>
                        <a:gd name="connsiteX0" fmla="*/ 0 w 16383"/>
                        <a:gd name="connsiteY0" fmla="*/ 7949 h 17801"/>
                        <a:gd name="connsiteX1" fmla="*/ 8192 w 16383"/>
                        <a:gd name="connsiteY1" fmla="*/ 43 h 17801"/>
                        <a:gd name="connsiteX2" fmla="*/ 16383 w 16383"/>
                        <a:gd name="connsiteY2" fmla="*/ 9759 h 17801"/>
                        <a:gd name="connsiteX3" fmla="*/ 8287 w 16383"/>
                        <a:gd name="connsiteY3" fmla="*/ 17760 h 17801"/>
                        <a:gd name="connsiteX4" fmla="*/ 0 w 16383"/>
                        <a:gd name="connsiteY4" fmla="*/ 7949 h 17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83" h="17801">
                          <a:moveTo>
                            <a:pt x="0" y="7949"/>
                          </a:moveTo>
                          <a:cubicBezTo>
                            <a:pt x="0" y="3091"/>
                            <a:pt x="3715" y="-433"/>
                            <a:pt x="8192" y="43"/>
                          </a:cubicBezTo>
                          <a:cubicBezTo>
                            <a:pt x="12668" y="520"/>
                            <a:pt x="16288" y="4901"/>
                            <a:pt x="16383" y="9759"/>
                          </a:cubicBezTo>
                          <a:cubicBezTo>
                            <a:pt x="16383" y="14616"/>
                            <a:pt x="12859" y="18236"/>
                            <a:pt x="8287" y="17760"/>
                          </a:cubicBezTo>
                          <a:cubicBezTo>
                            <a:pt x="3715" y="17283"/>
                            <a:pt x="0" y="12807"/>
                            <a:pt x="0" y="794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25" name="Forme libre : forme 12624">
                      <a:extLst>
                        <a:ext uri="{FF2B5EF4-FFF2-40B4-BE49-F238E27FC236}">
                          <a16:creationId xmlns:a16="http://schemas.microsoft.com/office/drawing/2014/main" id="{37972BBC-B349-48F0-834E-517BF1710A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9817" y="4333097"/>
                      <a:ext cx="6534" cy="6191"/>
                    </a:xfrm>
                    <a:custGeom>
                      <a:avLst/>
                      <a:gdLst>
                        <a:gd name="connsiteX0" fmla="*/ 315 w 6534"/>
                        <a:gd name="connsiteY0" fmla="*/ 1381 h 6191"/>
                        <a:gd name="connsiteX1" fmla="*/ 4696 w 6534"/>
                        <a:gd name="connsiteY1" fmla="*/ 524 h 6191"/>
                        <a:gd name="connsiteX2" fmla="*/ 6220 w 6534"/>
                        <a:gd name="connsiteY2" fmla="*/ 4810 h 6191"/>
                        <a:gd name="connsiteX3" fmla="*/ 1839 w 6534"/>
                        <a:gd name="connsiteY3" fmla="*/ 5667 h 6191"/>
                        <a:gd name="connsiteX4" fmla="*/ 315 w 6534"/>
                        <a:gd name="connsiteY4" fmla="*/ 1381 h 6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34" h="6191">
                          <a:moveTo>
                            <a:pt x="315" y="1381"/>
                          </a:moveTo>
                          <a:cubicBezTo>
                            <a:pt x="1077" y="-48"/>
                            <a:pt x="3077" y="-428"/>
                            <a:pt x="4696" y="524"/>
                          </a:cubicBezTo>
                          <a:cubicBezTo>
                            <a:pt x="6315" y="1476"/>
                            <a:pt x="6982" y="3382"/>
                            <a:pt x="6220" y="4810"/>
                          </a:cubicBezTo>
                          <a:cubicBezTo>
                            <a:pt x="5458" y="6239"/>
                            <a:pt x="3458" y="6620"/>
                            <a:pt x="1839" y="5667"/>
                          </a:cubicBezTo>
                          <a:cubicBezTo>
                            <a:pt x="219" y="4620"/>
                            <a:pt x="-448" y="2715"/>
                            <a:pt x="315" y="138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626" name="Graphique 5">
                    <a:extLst>
                      <a:ext uri="{FF2B5EF4-FFF2-40B4-BE49-F238E27FC236}">
                        <a16:creationId xmlns:a16="http://schemas.microsoft.com/office/drawing/2014/main" id="{A3E0093D-81E8-4A29-A744-6D0B66EFBB44}"/>
                      </a:ext>
                    </a:extLst>
                  </p:cNvPr>
                  <p:cNvGrpSpPr/>
                  <p:nvPr/>
                </p:nvGrpSpPr>
                <p:grpSpPr>
                  <a:xfrm>
                    <a:off x="2740883" y="4275637"/>
                    <a:ext cx="38350" cy="36603"/>
                    <a:chOff x="2740883" y="4275637"/>
                    <a:chExt cx="38350" cy="36603"/>
                  </a:xfrm>
                  <a:solidFill>
                    <a:schemeClr val="accent1"/>
                  </a:solidFill>
                </p:grpSpPr>
                <p:sp>
                  <p:nvSpPr>
                    <p:cNvPr id="12627" name="Forme libre : forme 12626">
                      <a:extLst>
                        <a:ext uri="{FF2B5EF4-FFF2-40B4-BE49-F238E27FC236}">
                          <a16:creationId xmlns:a16="http://schemas.microsoft.com/office/drawing/2014/main" id="{6C0A5F31-E2D3-4D3B-B445-AE01CFD2F7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0902" y="4275660"/>
                      <a:ext cx="38332" cy="36580"/>
                    </a:xfrm>
                    <a:custGeom>
                      <a:avLst/>
                      <a:gdLst>
                        <a:gd name="connsiteX0" fmla="*/ 2276 w 38332"/>
                        <a:gd name="connsiteY0" fmla="*/ 8431 h 36580"/>
                        <a:gd name="connsiteX1" fmla="*/ 28089 w 38332"/>
                        <a:gd name="connsiteY1" fmla="*/ 2716 h 36580"/>
                        <a:gd name="connsiteX2" fmla="*/ 36375 w 38332"/>
                        <a:gd name="connsiteY2" fmla="*/ 27862 h 36580"/>
                        <a:gd name="connsiteX3" fmla="*/ 10467 w 38332"/>
                        <a:gd name="connsiteY3" fmla="*/ 33672 h 36580"/>
                        <a:gd name="connsiteX4" fmla="*/ 2276 w 38332"/>
                        <a:gd name="connsiteY4" fmla="*/ 8431 h 36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332" h="36580">
                          <a:moveTo>
                            <a:pt x="2276" y="8431"/>
                          </a:moveTo>
                          <a:cubicBezTo>
                            <a:pt x="7324" y="49"/>
                            <a:pt x="18945" y="-2523"/>
                            <a:pt x="28089" y="2716"/>
                          </a:cubicBezTo>
                          <a:cubicBezTo>
                            <a:pt x="37233" y="7955"/>
                            <a:pt x="40947" y="19289"/>
                            <a:pt x="36375" y="27862"/>
                          </a:cubicBezTo>
                          <a:cubicBezTo>
                            <a:pt x="31708" y="36625"/>
                            <a:pt x="20088" y="39197"/>
                            <a:pt x="10467" y="33672"/>
                          </a:cubicBezTo>
                          <a:cubicBezTo>
                            <a:pt x="847" y="28148"/>
                            <a:pt x="-2772" y="16813"/>
                            <a:pt x="2276" y="843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28" name="Forme libre : forme 12627">
                      <a:extLst>
                        <a:ext uri="{FF2B5EF4-FFF2-40B4-BE49-F238E27FC236}">
                          <a16:creationId xmlns:a16="http://schemas.microsoft.com/office/drawing/2014/main" id="{E6269CDB-420E-48E3-BB2A-68A70D5EE3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0883" y="4275637"/>
                      <a:ext cx="38272" cy="34362"/>
                    </a:xfrm>
                    <a:custGeom>
                      <a:avLst/>
                      <a:gdLst>
                        <a:gd name="connsiteX0" fmla="*/ 19345 w 38272"/>
                        <a:gd name="connsiteY0" fmla="*/ 17789 h 34362"/>
                        <a:gd name="connsiteX1" fmla="*/ 29727 w 38272"/>
                        <a:gd name="connsiteY1" fmla="*/ 34362 h 34362"/>
                        <a:gd name="connsiteX2" fmla="*/ 36299 w 38272"/>
                        <a:gd name="connsiteY2" fmla="*/ 27885 h 34362"/>
                        <a:gd name="connsiteX3" fmla="*/ 28012 w 38272"/>
                        <a:gd name="connsiteY3" fmla="*/ 2739 h 34362"/>
                        <a:gd name="connsiteX4" fmla="*/ 2200 w 38272"/>
                        <a:gd name="connsiteY4" fmla="*/ 8454 h 34362"/>
                        <a:gd name="connsiteX5" fmla="*/ 9 w 38272"/>
                        <a:gd name="connsiteY5" fmla="*/ 17122 h 34362"/>
                        <a:gd name="connsiteX6" fmla="*/ 19345 w 38272"/>
                        <a:gd name="connsiteY6" fmla="*/ 17789 h 343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272" h="34362">
                          <a:moveTo>
                            <a:pt x="19345" y="17789"/>
                          </a:moveTo>
                          <a:cubicBezTo>
                            <a:pt x="25726" y="21503"/>
                            <a:pt x="29441" y="27885"/>
                            <a:pt x="29727" y="34362"/>
                          </a:cubicBezTo>
                          <a:cubicBezTo>
                            <a:pt x="32394" y="32933"/>
                            <a:pt x="34775" y="30647"/>
                            <a:pt x="36299" y="27885"/>
                          </a:cubicBezTo>
                          <a:cubicBezTo>
                            <a:pt x="40871" y="19312"/>
                            <a:pt x="37252" y="7978"/>
                            <a:pt x="28012" y="2739"/>
                          </a:cubicBezTo>
                          <a:cubicBezTo>
                            <a:pt x="18868" y="-2500"/>
                            <a:pt x="7248" y="-23"/>
                            <a:pt x="2200" y="8454"/>
                          </a:cubicBezTo>
                          <a:cubicBezTo>
                            <a:pt x="580" y="11121"/>
                            <a:pt x="-86" y="14074"/>
                            <a:pt x="9" y="17122"/>
                          </a:cubicBezTo>
                          <a:cubicBezTo>
                            <a:pt x="5819" y="14169"/>
                            <a:pt x="13058" y="14169"/>
                            <a:pt x="19345" y="1778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29" name="Forme libre : forme 12628">
                      <a:extLst>
                        <a:ext uri="{FF2B5EF4-FFF2-40B4-BE49-F238E27FC236}">
                          <a16:creationId xmlns:a16="http://schemas.microsoft.com/office/drawing/2014/main" id="{1313C2BC-B2B9-4AE4-9CFA-439F5BA296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4123" y="4283952"/>
                      <a:ext cx="16011" cy="17517"/>
                    </a:xfrm>
                    <a:custGeom>
                      <a:avLst/>
                      <a:gdLst>
                        <a:gd name="connsiteX0" fmla="*/ 7 w 16011"/>
                        <a:gd name="connsiteY0" fmla="*/ 7854 h 17517"/>
                        <a:gd name="connsiteX1" fmla="*/ 8294 w 16011"/>
                        <a:gd name="connsiteY1" fmla="*/ 43 h 17517"/>
                        <a:gd name="connsiteX2" fmla="*/ 16009 w 16011"/>
                        <a:gd name="connsiteY2" fmla="*/ 9568 h 17517"/>
                        <a:gd name="connsiteX3" fmla="*/ 7818 w 16011"/>
                        <a:gd name="connsiteY3" fmla="*/ 17474 h 17517"/>
                        <a:gd name="connsiteX4" fmla="*/ 7 w 16011"/>
                        <a:gd name="connsiteY4" fmla="*/ 7854 h 17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11" h="17517">
                          <a:moveTo>
                            <a:pt x="7" y="7854"/>
                          </a:moveTo>
                          <a:cubicBezTo>
                            <a:pt x="198" y="3091"/>
                            <a:pt x="3913" y="-433"/>
                            <a:pt x="8294" y="43"/>
                          </a:cubicBezTo>
                          <a:cubicBezTo>
                            <a:pt x="12676" y="520"/>
                            <a:pt x="16105" y="4711"/>
                            <a:pt x="16009" y="9568"/>
                          </a:cubicBezTo>
                          <a:cubicBezTo>
                            <a:pt x="15914" y="14426"/>
                            <a:pt x="12295" y="17950"/>
                            <a:pt x="7818" y="17474"/>
                          </a:cubicBezTo>
                          <a:cubicBezTo>
                            <a:pt x="3341" y="16998"/>
                            <a:pt x="-183" y="12712"/>
                            <a:pt x="7" y="785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30" name="Forme libre : forme 12629">
                      <a:extLst>
                        <a:ext uri="{FF2B5EF4-FFF2-40B4-BE49-F238E27FC236}">
                          <a16:creationId xmlns:a16="http://schemas.microsoft.com/office/drawing/2014/main" id="{46A723F3-2D65-4659-98C7-E29D293ECF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1735" y="4296782"/>
                      <a:ext cx="6394" cy="6050"/>
                    </a:xfrm>
                    <a:custGeom>
                      <a:avLst/>
                      <a:gdLst>
                        <a:gd name="connsiteX0" fmla="*/ 397 w 6394"/>
                        <a:gd name="connsiteY0" fmla="*/ 1406 h 6050"/>
                        <a:gd name="connsiteX1" fmla="*/ 4683 w 6394"/>
                        <a:gd name="connsiteY1" fmla="*/ 453 h 6050"/>
                        <a:gd name="connsiteX2" fmla="*/ 6017 w 6394"/>
                        <a:gd name="connsiteY2" fmla="*/ 4644 h 6050"/>
                        <a:gd name="connsiteX3" fmla="*/ 1730 w 6394"/>
                        <a:gd name="connsiteY3" fmla="*/ 5597 h 6050"/>
                        <a:gd name="connsiteX4" fmla="*/ 397 w 6394"/>
                        <a:gd name="connsiteY4" fmla="*/ 1406 h 6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94" h="6050">
                          <a:moveTo>
                            <a:pt x="397" y="1406"/>
                          </a:moveTo>
                          <a:cubicBezTo>
                            <a:pt x="1159" y="-23"/>
                            <a:pt x="3159" y="-404"/>
                            <a:pt x="4683" y="453"/>
                          </a:cubicBezTo>
                          <a:cubicBezTo>
                            <a:pt x="6207" y="1311"/>
                            <a:pt x="6874" y="3215"/>
                            <a:pt x="6017" y="4644"/>
                          </a:cubicBezTo>
                          <a:cubicBezTo>
                            <a:pt x="5159" y="6073"/>
                            <a:pt x="3349" y="6454"/>
                            <a:pt x="1730" y="5597"/>
                          </a:cubicBezTo>
                          <a:cubicBezTo>
                            <a:pt x="111" y="4644"/>
                            <a:pt x="-461" y="2739"/>
                            <a:pt x="397" y="140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631" name="Graphique 5">
                    <a:extLst>
                      <a:ext uri="{FF2B5EF4-FFF2-40B4-BE49-F238E27FC236}">
                        <a16:creationId xmlns:a16="http://schemas.microsoft.com/office/drawing/2014/main" id="{D3D326CF-EF80-4153-81D5-C8E3648D6E6D}"/>
                      </a:ext>
                    </a:extLst>
                  </p:cNvPr>
                  <p:cNvGrpSpPr/>
                  <p:nvPr/>
                </p:nvGrpSpPr>
                <p:grpSpPr>
                  <a:xfrm>
                    <a:off x="2732034" y="4240278"/>
                    <a:ext cx="37500" cy="36323"/>
                    <a:chOff x="2732034" y="4240278"/>
                    <a:chExt cx="37500" cy="36323"/>
                  </a:xfrm>
                  <a:solidFill>
                    <a:schemeClr val="accent1"/>
                  </a:solidFill>
                </p:grpSpPr>
                <p:sp>
                  <p:nvSpPr>
                    <p:cNvPr id="12632" name="Forme libre : forme 12631">
                      <a:extLst>
                        <a:ext uri="{FF2B5EF4-FFF2-40B4-BE49-F238E27FC236}">
                          <a16:creationId xmlns:a16="http://schemas.microsoft.com/office/drawing/2014/main" id="{D68E8C65-AEFF-4CFA-8F8B-879228464E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2076" y="4240278"/>
                      <a:ext cx="37458" cy="36323"/>
                    </a:xfrm>
                    <a:custGeom>
                      <a:avLst/>
                      <a:gdLst>
                        <a:gd name="connsiteX0" fmla="*/ 2625 w 37458"/>
                        <a:gd name="connsiteY0" fmla="*/ 7999 h 36323"/>
                        <a:gd name="connsiteX1" fmla="*/ 27961 w 37458"/>
                        <a:gd name="connsiteY1" fmla="*/ 3046 h 36323"/>
                        <a:gd name="connsiteX2" fmla="*/ 35200 w 37458"/>
                        <a:gd name="connsiteY2" fmla="*/ 27811 h 36323"/>
                        <a:gd name="connsiteX3" fmla="*/ 9483 w 37458"/>
                        <a:gd name="connsiteY3" fmla="*/ 33431 h 36323"/>
                        <a:gd name="connsiteX4" fmla="*/ 2625 w 37458"/>
                        <a:gd name="connsiteY4" fmla="*/ 7999 h 36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458" h="36323">
                          <a:moveTo>
                            <a:pt x="2625" y="7999"/>
                          </a:moveTo>
                          <a:cubicBezTo>
                            <a:pt x="7959" y="-288"/>
                            <a:pt x="19293" y="-2479"/>
                            <a:pt x="27961" y="3046"/>
                          </a:cubicBezTo>
                          <a:cubicBezTo>
                            <a:pt x="36819" y="8284"/>
                            <a:pt x="40058" y="19238"/>
                            <a:pt x="35200" y="27811"/>
                          </a:cubicBezTo>
                          <a:cubicBezTo>
                            <a:pt x="30342" y="36288"/>
                            <a:pt x="18722" y="38955"/>
                            <a:pt x="9483" y="33431"/>
                          </a:cubicBezTo>
                          <a:cubicBezTo>
                            <a:pt x="339" y="27620"/>
                            <a:pt x="-2709" y="16285"/>
                            <a:pt x="2625" y="799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33" name="Forme libre : forme 12632">
                      <a:extLst>
                        <a:ext uri="{FF2B5EF4-FFF2-40B4-BE49-F238E27FC236}">
                          <a16:creationId xmlns:a16="http://schemas.microsoft.com/office/drawing/2014/main" id="{0F8E5A6F-8C0A-407A-AB92-D0FFF30788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2034" y="4240278"/>
                      <a:ext cx="37447" cy="34097"/>
                    </a:xfrm>
                    <a:custGeom>
                      <a:avLst/>
                      <a:gdLst>
                        <a:gd name="connsiteX0" fmla="*/ 18764 w 37447"/>
                        <a:gd name="connsiteY0" fmla="*/ 17809 h 34097"/>
                        <a:gd name="connsiteX1" fmla="*/ 28480 w 37447"/>
                        <a:gd name="connsiteY1" fmla="*/ 34097 h 34097"/>
                        <a:gd name="connsiteX2" fmla="*/ 35147 w 37447"/>
                        <a:gd name="connsiteY2" fmla="*/ 27811 h 34097"/>
                        <a:gd name="connsiteX3" fmla="*/ 27908 w 37447"/>
                        <a:gd name="connsiteY3" fmla="*/ 3046 h 34097"/>
                        <a:gd name="connsiteX4" fmla="*/ 2572 w 37447"/>
                        <a:gd name="connsiteY4" fmla="*/ 7999 h 34097"/>
                        <a:gd name="connsiteX5" fmla="*/ 0 w 37447"/>
                        <a:gd name="connsiteY5" fmla="*/ 16571 h 34097"/>
                        <a:gd name="connsiteX6" fmla="*/ 18764 w 37447"/>
                        <a:gd name="connsiteY6" fmla="*/ 17809 h 34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47" h="34097">
                          <a:moveTo>
                            <a:pt x="18764" y="17809"/>
                          </a:moveTo>
                          <a:cubicBezTo>
                            <a:pt x="24956" y="21524"/>
                            <a:pt x="28385" y="27716"/>
                            <a:pt x="28480" y="34097"/>
                          </a:cubicBezTo>
                          <a:cubicBezTo>
                            <a:pt x="31242" y="32668"/>
                            <a:pt x="33528" y="30573"/>
                            <a:pt x="35147" y="27811"/>
                          </a:cubicBezTo>
                          <a:cubicBezTo>
                            <a:pt x="40100" y="19238"/>
                            <a:pt x="36767" y="8284"/>
                            <a:pt x="27908" y="3046"/>
                          </a:cubicBezTo>
                          <a:cubicBezTo>
                            <a:pt x="19241" y="-2479"/>
                            <a:pt x="7906" y="-288"/>
                            <a:pt x="2572" y="7999"/>
                          </a:cubicBezTo>
                          <a:cubicBezTo>
                            <a:pt x="857" y="10666"/>
                            <a:pt x="95" y="13618"/>
                            <a:pt x="0" y="16571"/>
                          </a:cubicBezTo>
                          <a:cubicBezTo>
                            <a:pt x="5810" y="13809"/>
                            <a:pt x="12859" y="13999"/>
                            <a:pt x="18764" y="1780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34" name="Forme libre : forme 12633">
                      <a:extLst>
                        <a:ext uri="{FF2B5EF4-FFF2-40B4-BE49-F238E27FC236}">
                          <a16:creationId xmlns:a16="http://schemas.microsoft.com/office/drawing/2014/main" id="{380722F9-28AC-400B-BD51-090E7DC957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5242" y="4248310"/>
                      <a:ext cx="15479" cy="17555"/>
                    </a:xfrm>
                    <a:custGeom>
                      <a:avLst/>
                      <a:gdLst>
                        <a:gd name="connsiteX0" fmla="*/ 30 w 15479"/>
                        <a:gd name="connsiteY0" fmla="*/ 7682 h 17555"/>
                        <a:gd name="connsiteX1" fmla="*/ 8412 w 15479"/>
                        <a:gd name="connsiteY1" fmla="*/ 62 h 17555"/>
                        <a:gd name="connsiteX2" fmla="*/ 15461 w 15479"/>
                        <a:gd name="connsiteY2" fmla="*/ 9778 h 17555"/>
                        <a:gd name="connsiteX3" fmla="*/ 7174 w 15479"/>
                        <a:gd name="connsiteY3" fmla="*/ 17493 h 17555"/>
                        <a:gd name="connsiteX4" fmla="*/ 30 w 15479"/>
                        <a:gd name="connsiteY4" fmla="*/ 7682 h 17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79" h="17555">
                          <a:moveTo>
                            <a:pt x="30" y="7682"/>
                          </a:moveTo>
                          <a:cubicBezTo>
                            <a:pt x="411" y="2920"/>
                            <a:pt x="4221" y="-509"/>
                            <a:pt x="8412" y="62"/>
                          </a:cubicBezTo>
                          <a:cubicBezTo>
                            <a:pt x="12699" y="634"/>
                            <a:pt x="15747" y="4920"/>
                            <a:pt x="15461" y="9778"/>
                          </a:cubicBezTo>
                          <a:cubicBezTo>
                            <a:pt x="15175" y="14635"/>
                            <a:pt x="11460" y="18064"/>
                            <a:pt x="7174" y="17493"/>
                          </a:cubicBezTo>
                          <a:cubicBezTo>
                            <a:pt x="2888" y="16921"/>
                            <a:pt x="-351" y="12540"/>
                            <a:pt x="30" y="768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35" name="Forme libre : forme 12634">
                      <a:extLst>
                        <a:ext uri="{FF2B5EF4-FFF2-40B4-BE49-F238E27FC236}">
                          <a16:creationId xmlns:a16="http://schemas.microsoft.com/office/drawing/2014/main" id="{5C263745-D729-437B-8923-2D842E89E7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2279" y="4261273"/>
                      <a:ext cx="6160" cy="6101"/>
                    </a:xfrm>
                    <a:custGeom>
                      <a:avLst/>
                      <a:gdLst>
                        <a:gd name="connsiteX0" fmla="*/ 423 w 6160"/>
                        <a:gd name="connsiteY0" fmla="*/ 1291 h 6101"/>
                        <a:gd name="connsiteX1" fmla="*/ 4614 w 6160"/>
                        <a:gd name="connsiteY1" fmla="*/ 529 h 6101"/>
                        <a:gd name="connsiteX2" fmla="*/ 5757 w 6160"/>
                        <a:gd name="connsiteY2" fmla="*/ 4720 h 6101"/>
                        <a:gd name="connsiteX3" fmla="*/ 1566 w 6160"/>
                        <a:gd name="connsiteY3" fmla="*/ 5577 h 6101"/>
                        <a:gd name="connsiteX4" fmla="*/ 423 w 6160"/>
                        <a:gd name="connsiteY4" fmla="*/ 1291 h 6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60" h="6101">
                          <a:moveTo>
                            <a:pt x="423" y="1291"/>
                          </a:moveTo>
                          <a:cubicBezTo>
                            <a:pt x="1281" y="-42"/>
                            <a:pt x="3186" y="-423"/>
                            <a:pt x="4614" y="529"/>
                          </a:cubicBezTo>
                          <a:cubicBezTo>
                            <a:pt x="6043" y="1482"/>
                            <a:pt x="6615" y="3387"/>
                            <a:pt x="5757" y="4720"/>
                          </a:cubicBezTo>
                          <a:cubicBezTo>
                            <a:pt x="4900" y="6149"/>
                            <a:pt x="2995" y="6530"/>
                            <a:pt x="1566" y="5577"/>
                          </a:cubicBezTo>
                          <a:cubicBezTo>
                            <a:pt x="42" y="4529"/>
                            <a:pt x="-434" y="2720"/>
                            <a:pt x="423" y="12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636" name="Graphique 5">
                  <a:extLst>
                    <a:ext uri="{FF2B5EF4-FFF2-40B4-BE49-F238E27FC236}">
                      <a16:creationId xmlns:a16="http://schemas.microsoft.com/office/drawing/2014/main" id="{D3660505-8DC3-4AC9-82AB-EADED3B8C539}"/>
                    </a:ext>
                  </a:extLst>
                </p:cNvPr>
                <p:cNvGrpSpPr/>
                <p:nvPr/>
              </p:nvGrpSpPr>
              <p:grpSpPr>
                <a:xfrm>
                  <a:off x="2827098" y="4165090"/>
                  <a:ext cx="42323" cy="104111"/>
                  <a:chOff x="2827098" y="4165090"/>
                  <a:chExt cx="42323" cy="104111"/>
                </a:xfrm>
                <a:solidFill>
                  <a:schemeClr val="accent1"/>
                </a:solidFill>
              </p:grpSpPr>
              <p:grpSp>
                <p:nvGrpSpPr>
                  <p:cNvPr id="12637" name="Graphique 5">
                    <a:extLst>
                      <a:ext uri="{FF2B5EF4-FFF2-40B4-BE49-F238E27FC236}">
                        <a16:creationId xmlns:a16="http://schemas.microsoft.com/office/drawing/2014/main" id="{34013EE3-BB8B-493E-8A5E-BEEB0B9CF472}"/>
                      </a:ext>
                    </a:extLst>
                  </p:cNvPr>
                  <p:cNvGrpSpPr/>
                  <p:nvPr/>
                </p:nvGrpSpPr>
                <p:grpSpPr>
                  <a:xfrm>
                    <a:off x="2832701" y="4233638"/>
                    <a:ext cx="35795" cy="35563"/>
                    <a:chOff x="2832701" y="4233638"/>
                    <a:chExt cx="35795" cy="35563"/>
                  </a:xfrm>
                  <a:solidFill>
                    <a:schemeClr val="accent1"/>
                  </a:solidFill>
                </p:grpSpPr>
                <p:sp>
                  <p:nvSpPr>
                    <p:cNvPr id="12638" name="Forme libre : forme 12637">
                      <a:extLst>
                        <a:ext uri="{FF2B5EF4-FFF2-40B4-BE49-F238E27FC236}">
                          <a16:creationId xmlns:a16="http://schemas.microsoft.com/office/drawing/2014/main" id="{D72B979B-039F-460B-A837-580D58F797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32701" y="4233638"/>
                      <a:ext cx="35700" cy="35563"/>
                    </a:xfrm>
                    <a:custGeom>
                      <a:avLst/>
                      <a:gdLst>
                        <a:gd name="connsiteX0" fmla="*/ 1917 w 35700"/>
                        <a:gd name="connsiteY0" fmla="*/ 9781 h 35563"/>
                        <a:gd name="connsiteX1" fmla="*/ 25539 w 35700"/>
                        <a:gd name="connsiteY1" fmla="*/ 1779 h 35563"/>
                        <a:gd name="connsiteX2" fmla="*/ 34112 w 35700"/>
                        <a:gd name="connsiteY2" fmla="*/ 25211 h 35563"/>
                        <a:gd name="connsiteX3" fmla="*/ 10109 w 35700"/>
                        <a:gd name="connsiteY3" fmla="*/ 33879 h 35563"/>
                        <a:gd name="connsiteX4" fmla="*/ 1917 w 35700"/>
                        <a:gd name="connsiteY4" fmla="*/ 9781 h 35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00" h="35563">
                          <a:moveTo>
                            <a:pt x="1917" y="9781"/>
                          </a:moveTo>
                          <a:cubicBezTo>
                            <a:pt x="6394" y="1018"/>
                            <a:pt x="16967" y="-2411"/>
                            <a:pt x="25539" y="1779"/>
                          </a:cubicBezTo>
                          <a:cubicBezTo>
                            <a:pt x="34302" y="5780"/>
                            <a:pt x="38112" y="16258"/>
                            <a:pt x="34112" y="25211"/>
                          </a:cubicBezTo>
                          <a:cubicBezTo>
                            <a:pt x="30111" y="34165"/>
                            <a:pt x="19348" y="38070"/>
                            <a:pt x="10109" y="33879"/>
                          </a:cubicBezTo>
                          <a:cubicBezTo>
                            <a:pt x="1060" y="29402"/>
                            <a:pt x="-2560" y="18448"/>
                            <a:pt x="1917" y="978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39" name="Forme libre : forme 12638">
                      <a:extLst>
                        <a:ext uri="{FF2B5EF4-FFF2-40B4-BE49-F238E27FC236}">
                          <a16:creationId xmlns:a16="http://schemas.microsoft.com/office/drawing/2014/main" id="{C4E6BB0B-B874-445D-A140-444928D408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32892" y="4233638"/>
                      <a:ext cx="35604" cy="32259"/>
                    </a:xfrm>
                    <a:custGeom>
                      <a:avLst/>
                      <a:gdLst>
                        <a:gd name="connsiteX0" fmla="*/ 17728 w 35604"/>
                        <a:gd name="connsiteY0" fmla="*/ 17401 h 32259"/>
                        <a:gd name="connsiteX1" fmla="*/ 28110 w 35604"/>
                        <a:gd name="connsiteY1" fmla="*/ 32260 h 32259"/>
                        <a:gd name="connsiteX2" fmla="*/ 34016 w 35604"/>
                        <a:gd name="connsiteY2" fmla="*/ 25211 h 32259"/>
                        <a:gd name="connsiteX3" fmla="*/ 25443 w 35604"/>
                        <a:gd name="connsiteY3" fmla="*/ 1779 h 32259"/>
                        <a:gd name="connsiteX4" fmla="*/ 1821 w 35604"/>
                        <a:gd name="connsiteY4" fmla="*/ 9781 h 32259"/>
                        <a:gd name="connsiteX5" fmla="*/ 12 w 35604"/>
                        <a:gd name="connsiteY5" fmla="*/ 18543 h 32259"/>
                        <a:gd name="connsiteX6" fmla="*/ 17728 w 35604"/>
                        <a:gd name="connsiteY6" fmla="*/ 17401 h 32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04" h="32259">
                          <a:moveTo>
                            <a:pt x="17728" y="17401"/>
                          </a:moveTo>
                          <a:cubicBezTo>
                            <a:pt x="23824" y="20163"/>
                            <a:pt x="27539" y="25973"/>
                            <a:pt x="28110" y="32260"/>
                          </a:cubicBezTo>
                          <a:cubicBezTo>
                            <a:pt x="30587" y="30545"/>
                            <a:pt x="32682" y="28164"/>
                            <a:pt x="34016" y="25211"/>
                          </a:cubicBezTo>
                          <a:cubicBezTo>
                            <a:pt x="38016" y="16258"/>
                            <a:pt x="34206" y="5780"/>
                            <a:pt x="25443" y="1779"/>
                          </a:cubicBezTo>
                          <a:cubicBezTo>
                            <a:pt x="16776" y="-2411"/>
                            <a:pt x="6298" y="1018"/>
                            <a:pt x="1821" y="9781"/>
                          </a:cubicBezTo>
                          <a:cubicBezTo>
                            <a:pt x="393" y="12543"/>
                            <a:pt x="-84" y="15591"/>
                            <a:pt x="12" y="18543"/>
                          </a:cubicBezTo>
                          <a:cubicBezTo>
                            <a:pt x="5060" y="15115"/>
                            <a:pt x="11727" y="14543"/>
                            <a:pt x="17728" y="1740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40" name="Forme libre : forme 12639">
                      <a:extLst>
                        <a:ext uri="{FF2B5EF4-FFF2-40B4-BE49-F238E27FC236}">
                          <a16:creationId xmlns:a16="http://schemas.microsoft.com/office/drawing/2014/main" id="{DE161D20-F1F3-4291-A51E-4F3647B86B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35664" y="4242465"/>
                      <a:ext cx="14862" cy="17337"/>
                    </a:xfrm>
                    <a:custGeom>
                      <a:avLst/>
                      <a:gdLst>
                        <a:gd name="connsiteX0" fmla="*/ 2 w 14862"/>
                        <a:gd name="connsiteY0" fmla="*/ 8479 h 17337"/>
                        <a:gd name="connsiteX1" fmla="*/ 7431 w 14862"/>
                        <a:gd name="connsiteY1" fmla="*/ 2 h 17337"/>
                        <a:gd name="connsiteX2" fmla="*/ 14861 w 14862"/>
                        <a:gd name="connsiteY2" fmla="*/ 8670 h 17337"/>
                        <a:gd name="connsiteX3" fmla="*/ 7527 w 14862"/>
                        <a:gd name="connsiteY3" fmla="*/ 17337 h 17337"/>
                        <a:gd name="connsiteX4" fmla="*/ 2 w 14862"/>
                        <a:gd name="connsiteY4" fmla="*/ 8479 h 17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62" h="17337">
                          <a:moveTo>
                            <a:pt x="2" y="8479"/>
                          </a:moveTo>
                          <a:cubicBezTo>
                            <a:pt x="2" y="3716"/>
                            <a:pt x="3336" y="-94"/>
                            <a:pt x="7431" y="2"/>
                          </a:cubicBezTo>
                          <a:cubicBezTo>
                            <a:pt x="11527" y="2"/>
                            <a:pt x="14766" y="4002"/>
                            <a:pt x="14861" y="8670"/>
                          </a:cubicBezTo>
                          <a:cubicBezTo>
                            <a:pt x="14956" y="13337"/>
                            <a:pt x="11622" y="17337"/>
                            <a:pt x="7527" y="17337"/>
                          </a:cubicBezTo>
                          <a:cubicBezTo>
                            <a:pt x="3336" y="17147"/>
                            <a:pt x="-93" y="13241"/>
                            <a:pt x="2" y="847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41" name="Forme libre : forme 12640">
                      <a:extLst>
                        <a:ext uri="{FF2B5EF4-FFF2-40B4-BE49-F238E27FC236}">
                          <a16:creationId xmlns:a16="http://schemas.microsoft.com/office/drawing/2014/main" id="{B8FDBF85-A733-4F6B-90CC-32BFD179D3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2818" y="4254857"/>
                      <a:ext cx="5886" cy="5886"/>
                    </a:xfrm>
                    <a:custGeom>
                      <a:avLst/>
                      <a:gdLst>
                        <a:gd name="connsiteX0" fmla="*/ 277 w 5886"/>
                        <a:gd name="connsiteY0" fmla="*/ 1611 h 5886"/>
                        <a:gd name="connsiteX1" fmla="*/ 4182 w 5886"/>
                        <a:gd name="connsiteY1" fmla="*/ 277 h 5886"/>
                        <a:gd name="connsiteX2" fmla="*/ 5611 w 5886"/>
                        <a:gd name="connsiteY2" fmla="*/ 4182 h 5886"/>
                        <a:gd name="connsiteX3" fmla="*/ 1611 w 5886"/>
                        <a:gd name="connsiteY3" fmla="*/ 5611 h 5886"/>
                        <a:gd name="connsiteX4" fmla="*/ 277 w 5886"/>
                        <a:gd name="connsiteY4" fmla="*/ 1611 h 5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6" h="5886">
                          <a:moveTo>
                            <a:pt x="277" y="1611"/>
                          </a:moveTo>
                          <a:cubicBezTo>
                            <a:pt x="944" y="182"/>
                            <a:pt x="2754" y="-390"/>
                            <a:pt x="4182" y="277"/>
                          </a:cubicBezTo>
                          <a:cubicBezTo>
                            <a:pt x="5706" y="944"/>
                            <a:pt x="6278" y="2658"/>
                            <a:pt x="5611" y="4182"/>
                          </a:cubicBezTo>
                          <a:cubicBezTo>
                            <a:pt x="4944" y="5707"/>
                            <a:pt x="3135" y="6278"/>
                            <a:pt x="1611" y="5611"/>
                          </a:cubicBezTo>
                          <a:cubicBezTo>
                            <a:pt x="182" y="4849"/>
                            <a:pt x="-390" y="3040"/>
                            <a:pt x="277" y="16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642" name="Graphique 5">
                    <a:extLst>
                      <a:ext uri="{FF2B5EF4-FFF2-40B4-BE49-F238E27FC236}">
                        <a16:creationId xmlns:a16="http://schemas.microsoft.com/office/drawing/2014/main" id="{AFDA1455-D369-4AA4-BA8E-2687BABC1E84}"/>
                      </a:ext>
                    </a:extLst>
                  </p:cNvPr>
                  <p:cNvGrpSpPr/>
                  <p:nvPr/>
                </p:nvGrpSpPr>
                <p:grpSpPr>
                  <a:xfrm>
                    <a:off x="2834928" y="4198336"/>
                    <a:ext cx="34493" cy="35515"/>
                    <a:chOff x="2834928" y="4198336"/>
                    <a:chExt cx="34493" cy="35515"/>
                  </a:xfrm>
                  <a:solidFill>
                    <a:schemeClr val="accent1"/>
                  </a:solidFill>
                </p:grpSpPr>
                <p:sp>
                  <p:nvSpPr>
                    <p:cNvPr id="12643" name="Forme libre : forme 12642">
                      <a:extLst>
                        <a:ext uri="{FF2B5EF4-FFF2-40B4-BE49-F238E27FC236}">
                          <a16:creationId xmlns:a16="http://schemas.microsoft.com/office/drawing/2014/main" id="{0E69B248-878B-4FE3-B972-3008154895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34928" y="4198336"/>
                      <a:ext cx="34493" cy="35515"/>
                    </a:xfrm>
                    <a:custGeom>
                      <a:avLst/>
                      <a:gdLst>
                        <a:gd name="connsiteX0" fmla="*/ 2071 w 34493"/>
                        <a:gd name="connsiteY0" fmla="*/ 9840 h 35515"/>
                        <a:gd name="connsiteX1" fmla="*/ 25312 w 34493"/>
                        <a:gd name="connsiteY1" fmla="*/ 1744 h 35515"/>
                        <a:gd name="connsiteX2" fmla="*/ 32742 w 34493"/>
                        <a:gd name="connsiteY2" fmla="*/ 25271 h 35515"/>
                        <a:gd name="connsiteX3" fmla="*/ 9406 w 34493"/>
                        <a:gd name="connsiteY3" fmla="*/ 33653 h 35515"/>
                        <a:gd name="connsiteX4" fmla="*/ 2071 w 34493"/>
                        <a:gd name="connsiteY4" fmla="*/ 9840 h 35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493" h="35515">
                          <a:moveTo>
                            <a:pt x="2071" y="9840"/>
                          </a:moveTo>
                          <a:cubicBezTo>
                            <a:pt x="6739" y="1173"/>
                            <a:pt x="17121" y="-2447"/>
                            <a:pt x="25312" y="1744"/>
                          </a:cubicBezTo>
                          <a:cubicBezTo>
                            <a:pt x="33504" y="6031"/>
                            <a:pt x="36837" y="16413"/>
                            <a:pt x="32742" y="25271"/>
                          </a:cubicBezTo>
                          <a:cubicBezTo>
                            <a:pt x="28551" y="34224"/>
                            <a:pt x="17978" y="38130"/>
                            <a:pt x="9406" y="33653"/>
                          </a:cubicBezTo>
                          <a:cubicBezTo>
                            <a:pt x="738" y="29176"/>
                            <a:pt x="-2501" y="18508"/>
                            <a:pt x="2071" y="98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44" name="Forme libre : forme 12643">
                      <a:extLst>
                        <a:ext uri="{FF2B5EF4-FFF2-40B4-BE49-F238E27FC236}">
                          <a16:creationId xmlns:a16="http://schemas.microsoft.com/office/drawing/2014/main" id="{B370A04A-3722-45A8-8EEC-8355A6CE88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34990" y="4198336"/>
                      <a:ext cx="34431" cy="32319"/>
                    </a:xfrm>
                    <a:custGeom>
                      <a:avLst/>
                      <a:gdLst>
                        <a:gd name="connsiteX0" fmla="*/ 17344 w 34431"/>
                        <a:gd name="connsiteY0" fmla="*/ 17270 h 32319"/>
                        <a:gd name="connsiteX1" fmla="*/ 26774 w 34431"/>
                        <a:gd name="connsiteY1" fmla="*/ 32319 h 32319"/>
                        <a:gd name="connsiteX2" fmla="*/ 32680 w 34431"/>
                        <a:gd name="connsiteY2" fmla="*/ 25271 h 32319"/>
                        <a:gd name="connsiteX3" fmla="*/ 25250 w 34431"/>
                        <a:gd name="connsiteY3" fmla="*/ 1744 h 32319"/>
                        <a:gd name="connsiteX4" fmla="*/ 2009 w 34431"/>
                        <a:gd name="connsiteY4" fmla="*/ 9840 h 32319"/>
                        <a:gd name="connsiteX5" fmla="*/ 9 w 34431"/>
                        <a:gd name="connsiteY5" fmla="*/ 18413 h 32319"/>
                        <a:gd name="connsiteX6" fmla="*/ 17344 w 34431"/>
                        <a:gd name="connsiteY6" fmla="*/ 17270 h 32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31" h="32319">
                          <a:moveTo>
                            <a:pt x="17344" y="17270"/>
                          </a:moveTo>
                          <a:cubicBezTo>
                            <a:pt x="23059" y="20127"/>
                            <a:pt x="26298" y="26223"/>
                            <a:pt x="26774" y="32319"/>
                          </a:cubicBezTo>
                          <a:cubicBezTo>
                            <a:pt x="29251" y="30605"/>
                            <a:pt x="31346" y="28224"/>
                            <a:pt x="32680" y="25271"/>
                          </a:cubicBezTo>
                          <a:cubicBezTo>
                            <a:pt x="36775" y="16413"/>
                            <a:pt x="33442" y="6126"/>
                            <a:pt x="25250" y="1744"/>
                          </a:cubicBezTo>
                          <a:cubicBezTo>
                            <a:pt x="17059" y="-2447"/>
                            <a:pt x="6676" y="1173"/>
                            <a:pt x="2009" y="9840"/>
                          </a:cubicBezTo>
                          <a:cubicBezTo>
                            <a:pt x="580" y="12603"/>
                            <a:pt x="-86" y="15556"/>
                            <a:pt x="9" y="18413"/>
                          </a:cubicBezTo>
                          <a:cubicBezTo>
                            <a:pt x="5152" y="15079"/>
                            <a:pt x="11725" y="14317"/>
                            <a:pt x="17344" y="1727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45" name="Forme libre : forme 12644">
                      <a:extLst>
                        <a:ext uri="{FF2B5EF4-FFF2-40B4-BE49-F238E27FC236}">
                          <a16:creationId xmlns:a16="http://schemas.microsoft.com/office/drawing/2014/main" id="{E50C46FC-1A03-4803-BE7E-0DCF0D4DA1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37848" y="4207129"/>
                      <a:ext cx="14488" cy="16956"/>
                    </a:xfrm>
                    <a:custGeom>
                      <a:avLst/>
                      <a:gdLst>
                        <a:gd name="connsiteX0" fmla="*/ 8 w 14488"/>
                        <a:gd name="connsiteY0" fmla="*/ 8477 h 16956"/>
                        <a:gd name="connsiteX1" fmla="*/ 7533 w 14488"/>
                        <a:gd name="connsiteY1" fmla="*/ 0 h 16956"/>
                        <a:gd name="connsiteX2" fmla="*/ 14486 w 14488"/>
                        <a:gd name="connsiteY2" fmla="*/ 8477 h 16956"/>
                        <a:gd name="connsiteX3" fmla="*/ 7057 w 14488"/>
                        <a:gd name="connsiteY3" fmla="*/ 16955 h 16956"/>
                        <a:gd name="connsiteX4" fmla="*/ 8 w 14488"/>
                        <a:gd name="connsiteY4" fmla="*/ 8477 h 1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88" h="16956">
                          <a:moveTo>
                            <a:pt x="8" y="8477"/>
                          </a:moveTo>
                          <a:cubicBezTo>
                            <a:pt x="199" y="3810"/>
                            <a:pt x="3533" y="0"/>
                            <a:pt x="7533" y="0"/>
                          </a:cubicBezTo>
                          <a:cubicBezTo>
                            <a:pt x="11534" y="0"/>
                            <a:pt x="14581" y="3810"/>
                            <a:pt x="14486" y="8477"/>
                          </a:cubicBezTo>
                          <a:cubicBezTo>
                            <a:pt x="14391" y="13145"/>
                            <a:pt x="11057" y="17050"/>
                            <a:pt x="7057" y="16955"/>
                          </a:cubicBezTo>
                          <a:cubicBezTo>
                            <a:pt x="2961" y="16955"/>
                            <a:pt x="-182" y="13145"/>
                            <a:pt x="8" y="847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46" name="Forme libre : forme 12645">
                      <a:extLst>
                        <a:ext uri="{FF2B5EF4-FFF2-40B4-BE49-F238E27FC236}">
                          <a16:creationId xmlns:a16="http://schemas.microsoft.com/office/drawing/2014/main" id="{1146E16C-DC3A-47C9-A786-5F53644D87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4662" y="4219329"/>
                      <a:ext cx="5683" cy="5793"/>
                    </a:xfrm>
                    <a:custGeom>
                      <a:avLst/>
                      <a:gdLst>
                        <a:gd name="connsiteX0" fmla="*/ 339 w 5683"/>
                        <a:gd name="connsiteY0" fmla="*/ 1611 h 5793"/>
                        <a:gd name="connsiteX1" fmla="*/ 4149 w 5683"/>
                        <a:gd name="connsiteY1" fmla="*/ 277 h 5793"/>
                        <a:gd name="connsiteX2" fmla="*/ 5387 w 5683"/>
                        <a:gd name="connsiteY2" fmla="*/ 4182 h 5793"/>
                        <a:gd name="connsiteX3" fmla="*/ 1577 w 5683"/>
                        <a:gd name="connsiteY3" fmla="*/ 5516 h 5793"/>
                        <a:gd name="connsiteX4" fmla="*/ 339 w 5683"/>
                        <a:gd name="connsiteY4" fmla="*/ 1611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83" h="5793">
                          <a:moveTo>
                            <a:pt x="339" y="1611"/>
                          </a:moveTo>
                          <a:cubicBezTo>
                            <a:pt x="1101" y="182"/>
                            <a:pt x="2815" y="-390"/>
                            <a:pt x="4149" y="277"/>
                          </a:cubicBezTo>
                          <a:cubicBezTo>
                            <a:pt x="5577" y="944"/>
                            <a:pt x="6054" y="2754"/>
                            <a:pt x="5387" y="4182"/>
                          </a:cubicBezTo>
                          <a:cubicBezTo>
                            <a:pt x="4625" y="5611"/>
                            <a:pt x="2910" y="6183"/>
                            <a:pt x="1577" y="5516"/>
                          </a:cubicBezTo>
                          <a:cubicBezTo>
                            <a:pt x="148" y="4849"/>
                            <a:pt x="-423" y="3039"/>
                            <a:pt x="339" y="16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647" name="Graphique 5">
                    <a:extLst>
                      <a:ext uri="{FF2B5EF4-FFF2-40B4-BE49-F238E27FC236}">
                        <a16:creationId xmlns:a16="http://schemas.microsoft.com/office/drawing/2014/main" id="{C75F5631-6CAB-4772-A870-B768A225767F}"/>
                      </a:ext>
                    </a:extLst>
                  </p:cNvPr>
                  <p:cNvGrpSpPr/>
                  <p:nvPr/>
                </p:nvGrpSpPr>
                <p:grpSpPr>
                  <a:xfrm>
                    <a:off x="2827098" y="4165090"/>
                    <a:ext cx="33832" cy="35077"/>
                    <a:chOff x="2827098" y="4165090"/>
                    <a:chExt cx="33832" cy="35077"/>
                  </a:xfrm>
                  <a:solidFill>
                    <a:schemeClr val="accent1"/>
                  </a:solidFill>
                </p:grpSpPr>
                <p:sp>
                  <p:nvSpPr>
                    <p:cNvPr id="12648" name="Forme libre : forme 12647">
                      <a:extLst>
                        <a:ext uri="{FF2B5EF4-FFF2-40B4-BE49-F238E27FC236}">
                          <a16:creationId xmlns:a16="http://schemas.microsoft.com/office/drawing/2014/main" id="{08950CAF-056F-4795-89E4-0C16777567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27098" y="4165185"/>
                      <a:ext cx="33737" cy="34982"/>
                    </a:xfrm>
                    <a:custGeom>
                      <a:avLst/>
                      <a:gdLst>
                        <a:gd name="connsiteX0" fmla="*/ 2472 w 33737"/>
                        <a:gd name="connsiteY0" fmla="*/ 9368 h 34982"/>
                        <a:gd name="connsiteX1" fmla="*/ 25331 w 33737"/>
                        <a:gd name="connsiteY1" fmla="*/ 1843 h 34982"/>
                        <a:gd name="connsiteX2" fmla="*/ 31618 w 33737"/>
                        <a:gd name="connsiteY2" fmla="*/ 25084 h 34982"/>
                        <a:gd name="connsiteX3" fmla="*/ 8377 w 33737"/>
                        <a:gd name="connsiteY3" fmla="*/ 33181 h 34982"/>
                        <a:gd name="connsiteX4" fmla="*/ 2472 w 33737"/>
                        <a:gd name="connsiteY4" fmla="*/ 9368 h 349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737" h="34982">
                          <a:moveTo>
                            <a:pt x="2472" y="9368"/>
                          </a:moveTo>
                          <a:cubicBezTo>
                            <a:pt x="7425" y="796"/>
                            <a:pt x="17521" y="-2348"/>
                            <a:pt x="25331" y="1843"/>
                          </a:cubicBezTo>
                          <a:cubicBezTo>
                            <a:pt x="33237" y="5844"/>
                            <a:pt x="36095" y="16321"/>
                            <a:pt x="31618" y="25084"/>
                          </a:cubicBezTo>
                          <a:cubicBezTo>
                            <a:pt x="27141" y="33847"/>
                            <a:pt x="16759" y="37467"/>
                            <a:pt x="8377" y="33181"/>
                          </a:cubicBezTo>
                          <a:cubicBezTo>
                            <a:pt x="90" y="28704"/>
                            <a:pt x="-2386" y="17845"/>
                            <a:pt x="2472" y="936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49" name="Forme libre : forme 12648">
                      <a:extLst>
                        <a:ext uri="{FF2B5EF4-FFF2-40B4-BE49-F238E27FC236}">
                          <a16:creationId xmlns:a16="http://schemas.microsoft.com/office/drawing/2014/main" id="{4F985490-E87C-46F3-AD29-A4DB5673B2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27284" y="4165090"/>
                      <a:ext cx="33647" cy="31942"/>
                    </a:xfrm>
                    <a:custGeom>
                      <a:avLst/>
                      <a:gdLst>
                        <a:gd name="connsiteX0" fmla="*/ 16764 w 33647"/>
                        <a:gd name="connsiteY0" fmla="*/ 17178 h 31942"/>
                        <a:gd name="connsiteX1" fmla="*/ 25432 w 33647"/>
                        <a:gd name="connsiteY1" fmla="*/ 31942 h 31942"/>
                        <a:gd name="connsiteX2" fmla="*/ 31528 w 33647"/>
                        <a:gd name="connsiteY2" fmla="*/ 25084 h 31942"/>
                        <a:gd name="connsiteX3" fmla="*/ 25241 w 33647"/>
                        <a:gd name="connsiteY3" fmla="*/ 1843 h 31942"/>
                        <a:gd name="connsiteX4" fmla="*/ 2381 w 33647"/>
                        <a:gd name="connsiteY4" fmla="*/ 9368 h 31942"/>
                        <a:gd name="connsiteX5" fmla="*/ 0 w 33647"/>
                        <a:gd name="connsiteY5" fmla="*/ 17940 h 31942"/>
                        <a:gd name="connsiteX6" fmla="*/ 16764 w 33647"/>
                        <a:gd name="connsiteY6" fmla="*/ 17178 h 31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647" h="31942">
                          <a:moveTo>
                            <a:pt x="16764" y="17178"/>
                          </a:moveTo>
                          <a:cubicBezTo>
                            <a:pt x="22289" y="20036"/>
                            <a:pt x="25337" y="25751"/>
                            <a:pt x="25432" y="31942"/>
                          </a:cubicBezTo>
                          <a:cubicBezTo>
                            <a:pt x="27908" y="30228"/>
                            <a:pt x="30004" y="28037"/>
                            <a:pt x="31528" y="25084"/>
                          </a:cubicBezTo>
                          <a:cubicBezTo>
                            <a:pt x="36004" y="16321"/>
                            <a:pt x="33147" y="5844"/>
                            <a:pt x="25241" y="1843"/>
                          </a:cubicBezTo>
                          <a:cubicBezTo>
                            <a:pt x="17431" y="-2348"/>
                            <a:pt x="7239" y="795"/>
                            <a:pt x="2381" y="9368"/>
                          </a:cubicBezTo>
                          <a:cubicBezTo>
                            <a:pt x="857" y="12130"/>
                            <a:pt x="95" y="14988"/>
                            <a:pt x="0" y="17940"/>
                          </a:cubicBezTo>
                          <a:cubicBezTo>
                            <a:pt x="5048" y="14702"/>
                            <a:pt x="11335" y="14321"/>
                            <a:pt x="16764" y="171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50" name="Forme libre : forme 12649">
                      <a:extLst>
                        <a:ext uri="{FF2B5EF4-FFF2-40B4-BE49-F238E27FC236}">
                          <a16:creationId xmlns:a16="http://schemas.microsoft.com/office/drawing/2014/main" id="{85C86242-96C8-4121-B755-6CB9BA7E79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29917" y="4173784"/>
                      <a:ext cx="14045" cy="16961"/>
                    </a:xfrm>
                    <a:custGeom>
                      <a:avLst/>
                      <a:gdLst>
                        <a:gd name="connsiteX0" fmla="*/ 34 w 14045"/>
                        <a:gd name="connsiteY0" fmla="*/ 8199 h 16961"/>
                        <a:gd name="connsiteX1" fmla="*/ 7654 w 14045"/>
                        <a:gd name="connsiteY1" fmla="*/ 7 h 16961"/>
                        <a:gd name="connsiteX2" fmla="*/ 14036 w 14045"/>
                        <a:gd name="connsiteY2" fmla="*/ 8580 h 16961"/>
                        <a:gd name="connsiteX3" fmla="*/ 6416 w 14045"/>
                        <a:gd name="connsiteY3" fmla="*/ 16962 h 16961"/>
                        <a:gd name="connsiteX4" fmla="*/ 34 w 14045"/>
                        <a:gd name="connsiteY4" fmla="*/ 8199 h 16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45" h="16961">
                          <a:moveTo>
                            <a:pt x="34" y="8199"/>
                          </a:moveTo>
                          <a:cubicBezTo>
                            <a:pt x="415" y="3531"/>
                            <a:pt x="3844" y="-183"/>
                            <a:pt x="7654" y="7"/>
                          </a:cubicBezTo>
                          <a:cubicBezTo>
                            <a:pt x="11464" y="102"/>
                            <a:pt x="14226" y="4008"/>
                            <a:pt x="14036" y="8580"/>
                          </a:cubicBezTo>
                          <a:cubicBezTo>
                            <a:pt x="13750" y="13152"/>
                            <a:pt x="10416" y="16962"/>
                            <a:pt x="6416" y="16962"/>
                          </a:cubicBezTo>
                          <a:cubicBezTo>
                            <a:pt x="2511" y="16771"/>
                            <a:pt x="-347" y="12866"/>
                            <a:pt x="34" y="819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51" name="Forme libre : forme 12650">
                      <a:extLst>
                        <a:ext uri="{FF2B5EF4-FFF2-40B4-BE49-F238E27FC236}">
                          <a16:creationId xmlns:a16="http://schemas.microsoft.com/office/drawing/2014/main" id="{E8726133-86F5-4030-BFAB-2D1CB58DE5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36234" y="4185972"/>
                      <a:ext cx="5605" cy="5717"/>
                    </a:xfrm>
                    <a:custGeom>
                      <a:avLst/>
                      <a:gdLst>
                        <a:gd name="connsiteX0" fmla="*/ 385 w 5605"/>
                        <a:gd name="connsiteY0" fmla="*/ 1535 h 5717"/>
                        <a:gd name="connsiteX1" fmla="*/ 4195 w 5605"/>
                        <a:gd name="connsiteY1" fmla="*/ 297 h 5717"/>
                        <a:gd name="connsiteX2" fmla="*/ 5242 w 5605"/>
                        <a:gd name="connsiteY2" fmla="*/ 4107 h 5717"/>
                        <a:gd name="connsiteX3" fmla="*/ 1432 w 5605"/>
                        <a:gd name="connsiteY3" fmla="*/ 5440 h 5717"/>
                        <a:gd name="connsiteX4" fmla="*/ 385 w 5605"/>
                        <a:gd name="connsiteY4" fmla="*/ 1535 h 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05" h="5717">
                          <a:moveTo>
                            <a:pt x="385" y="1535"/>
                          </a:moveTo>
                          <a:cubicBezTo>
                            <a:pt x="1147" y="106"/>
                            <a:pt x="2861" y="-370"/>
                            <a:pt x="4195" y="297"/>
                          </a:cubicBezTo>
                          <a:cubicBezTo>
                            <a:pt x="5528" y="963"/>
                            <a:pt x="6004" y="2678"/>
                            <a:pt x="5242" y="4107"/>
                          </a:cubicBezTo>
                          <a:cubicBezTo>
                            <a:pt x="4480" y="5535"/>
                            <a:pt x="2766" y="6107"/>
                            <a:pt x="1432" y="5440"/>
                          </a:cubicBezTo>
                          <a:cubicBezTo>
                            <a:pt x="4" y="4773"/>
                            <a:pt x="-377" y="2964"/>
                            <a:pt x="385" y="153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652" name="Graphique 5">
                  <a:extLst>
                    <a:ext uri="{FF2B5EF4-FFF2-40B4-BE49-F238E27FC236}">
                      <a16:creationId xmlns:a16="http://schemas.microsoft.com/office/drawing/2014/main" id="{79A701E7-B8EB-4384-9B49-32B76DECF7E4}"/>
                    </a:ext>
                  </a:extLst>
                </p:cNvPr>
                <p:cNvGrpSpPr/>
                <p:nvPr/>
              </p:nvGrpSpPr>
              <p:grpSpPr>
                <a:xfrm>
                  <a:off x="2860694" y="4066532"/>
                  <a:ext cx="58515" cy="88954"/>
                  <a:chOff x="2860694" y="4066532"/>
                  <a:chExt cx="58515" cy="88954"/>
                </a:xfrm>
                <a:solidFill>
                  <a:schemeClr val="accent1"/>
                </a:solidFill>
              </p:grpSpPr>
              <p:grpSp>
                <p:nvGrpSpPr>
                  <p:cNvPr id="12653" name="Graphique 5">
                    <a:extLst>
                      <a:ext uri="{FF2B5EF4-FFF2-40B4-BE49-F238E27FC236}">
                        <a16:creationId xmlns:a16="http://schemas.microsoft.com/office/drawing/2014/main" id="{ED4F4A83-F19C-4891-81A3-C1BAC5567634}"/>
                      </a:ext>
                    </a:extLst>
                  </p:cNvPr>
                  <p:cNvGrpSpPr/>
                  <p:nvPr/>
                </p:nvGrpSpPr>
                <p:grpSpPr>
                  <a:xfrm>
                    <a:off x="2887732" y="4120816"/>
                    <a:ext cx="31477" cy="34669"/>
                    <a:chOff x="2887732" y="4120816"/>
                    <a:chExt cx="31477" cy="34669"/>
                  </a:xfrm>
                  <a:solidFill>
                    <a:schemeClr val="accent1"/>
                  </a:solidFill>
                </p:grpSpPr>
                <p:sp>
                  <p:nvSpPr>
                    <p:cNvPr id="12654" name="Forme libre : forme 12653">
                      <a:extLst>
                        <a:ext uri="{FF2B5EF4-FFF2-40B4-BE49-F238E27FC236}">
                          <a16:creationId xmlns:a16="http://schemas.microsoft.com/office/drawing/2014/main" id="{F4976A52-935E-4226-AA87-1AD15D4E94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7828" y="4120816"/>
                      <a:ext cx="31380" cy="34669"/>
                    </a:xfrm>
                    <a:custGeom>
                      <a:avLst/>
                      <a:gdLst>
                        <a:gd name="connsiteX0" fmla="*/ 35 w 31380"/>
                        <a:gd name="connsiteY0" fmla="*/ 18209 h 34669"/>
                        <a:gd name="connsiteX1" fmla="*/ 16799 w 31380"/>
                        <a:gd name="connsiteY1" fmla="*/ 16 h 34669"/>
                        <a:gd name="connsiteX2" fmla="*/ 31372 w 31380"/>
                        <a:gd name="connsiteY2" fmla="*/ 15732 h 34669"/>
                        <a:gd name="connsiteX3" fmla="*/ 15084 w 31380"/>
                        <a:gd name="connsiteY3" fmla="*/ 34592 h 34669"/>
                        <a:gd name="connsiteX4" fmla="*/ 35 w 31380"/>
                        <a:gd name="connsiteY4" fmla="*/ 18209 h 34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380" h="34669">
                          <a:moveTo>
                            <a:pt x="35" y="18209"/>
                          </a:moveTo>
                          <a:cubicBezTo>
                            <a:pt x="701" y="8684"/>
                            <a:pt x="8321" y="587"/>
                            <a:pt x="16799" y="16"/>
                          </a:cubicBezTo>
                          <a:cubicBezTo>
                            <a:pt x="25085" y="-365"/>
                            <a:pt x="31658" y="6112"/>
                            <a:pt x="31372" y="15732"/>
                          </a:cubicBezTo>
                          <a:cubicBezTo>
                            <a:pt x="31086" y="25257"/>
                            <a:pt x="23942" y="33735"/>
                            <a:pt x="15084" y="34592"/>
                          </a:cubicBezTo>
                          <a:cubicBezTo>
                            <a:pt x="6035" y="35544"/>
                            <a:pt x="-537" y="27639"/>
                            <a:pt x="35" y="1820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55" name="Forme libre : forme 12654">
                      <a:extLst>
                        <a:ext uri="{FF2B5EF4-FFF2-40B4-BE49-F238E27FC236}">
                          <a16:creationId xmlns:a16="http://schemas.microsoft.com/office/drawing/2014/main" id="{5B36BCF0-815F-4CCD-9FE0-73450AB9FD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7732" y="4120816"/>
                      <a:ext cx="31389" cy="26495"/>
                    </a:xfrm>
                    <a:custGeom>
                      <a:avLst/>
                      <a:gdLst>
                        <a:gd name="connsiteX0" fmla="*/ 15657 w 31389"/>
                        <a:gd name="connsiteY0" fmla="*/ 16970 h 26495"/>
                        <a:gd name="connsiteX1" fmla="*/ 28992 w 31389"/>
                        <a:gd name="connsiteY1" fmla="*/ 24495 h 26495"/>
                        <a:gd name="connsiteX2" fmla="*/ 31373 w 31389"/>
                        <a:gd name="connsiteY2" fmla="*/ 15732 h 26495"/>
                        <a:gd name="connsiteX3" fmla="*/ 16800 w 31389"/>
                        <a:gd name="connsiteY3" fmla="*/ 16 h 26495"/>
                        <a:gd name="connsiteX4" fmla="*/ 36 w 31389"/>
                        <a:gd name="connsiteY4" fmla="*/ 18209 h 26495"/>
                        <a:gd name="connsiteX5" fmla="*/ 1560 w 31389"/>
                        <a:gd name="connsiteY5" fmla="*/ 26495 h 26495"/>
                        <a:gd name="connsiteX6" fmla="*/ 15657 w 31389"/>
                        <a:gd name="connsiteY6" fmla="*/ 16970 h 264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389" h="26495">
                          <a:moveTo>
                            <a:pt x="15657" y="16970"/>
                          </a:moveTo>
                          <a:cubicBezTo>
                            <a:pt x="21563" y="16399"/>
                            <a:pt x="26516" y="19447"/>
                            <a:pt x="28992" y="24495"/>
                          </a:cubicBezTo>
                          <a:cubicBezTo>
                            <a:pt x="30421" y="21828"/>
                            <a:pt x="31278" y="18876"/>
                            <a:pt x="31373" y="15732"/>
                          </a:cubicBezTo>
                          <a:cubicBezTo>
                            <a:pt x="31754" y="6112"/>
                            <a:pt x="25182" y="-365"/>
                            <a:pt x="16800" y="16"/>
                          </a:cubicBezTo>
                          <a:cubicBezTo>
                            <a:pt x="8418" y="587"/>
                            <a:pt x="703" y="8684"/>
                            <a:pt x="36" y="18209"/>
                          </a:cubicBezTo>
                          <a:cubicBezTo>
                            <a:pt x="-154" y="21257"/>
                            <a:pt x="417" y="24019"/>
                            <a:pt x="1560" y="26495"/>
                          </a:cubicBezTo>
                          <a:cubicBezTo>
                            <a:pt x="4703" y="21066"/>
                            <a:pt x="9942" y="17352"/>
                            <a:pt x="15657" y="1697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56" name="Forme libre : forme 12655">
                      <a:extLst>
                        <a:ext uri="{FF2B5EF4-FFF2-40B4-BE49-F238E27FC236}">
                          <a16:creationId xmlns:a16="http://schemas.microsoft.com/office/drawing/2014/main" id="{B2E87DC2-098A-4FDD-8ED2-BFF281B791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0641" y="4133278"/>
                      <a:ext cx="13451" cy="16247"/>
                    </a:xfrm>
                    <a:custGeom>
                      <a:avLst/>
                      <a:gdLst>
                        <a:gd name="connsiteX0" fmla="*/ 650 w 13451"/>
                        <a:gd name="connsiteY0" fmla="*/ 11653 h 16247"/>
                        <a:gd name="connsiteX1" fmla="*/ 3889 w 13451"/>
                        <a:gd name="connsiteY1" fmla="*/ 794 h 16247"/>
                        <a:gd name="connsiteX2" fmla="*/ 12747 w 13451"/>
                        <a:gd name="connsiteY2" fmla="*/ 4604 h 16247"/>
                        <a:gd name="connsiteX3" fmla="*/ 9699 w 13451"/>
                        <a:gd name="connsiteY3" fmla="*/ 15368 h 16247"/>
                        <a:gd name="connsiteX4" fmla="*/ 650 w 13451"/>
                        <a:gd name="connsiteY4" fmla="*/ 11653 h 16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51" h="16247">
                          <a:moveTo>
                            <a:pt x="650" y="11653"/>
                          </a:moveTo>
                          <a:cubicBezTo>
                            <a:pt x="-969" y="7557"/>
                            <a:pt x="555" y="2795"/>
                            <a:pt x="3889" y="794"/>
                          </a:cubicBezTo>
                          <a:cubicBezTo>
                            <a:pt x="7223" y="-1111"/>
                            <a:pt x="11128" y="509"/>
                            <a:pt x="12747" y="4604"/>
                          </a:cubicBezTo>
                          <a:cubicBezTo>
                            <a:pt x="14367" y="8510"/>
                            <a:pt x="13128" y="13367"/>
                            <a:pt x="9699" y="15368"/>
                          </a:cubicBezTo>
                          <a:cubicBezTo>
                            <a:pt x="6270" y="17463"/>
                            <a:pt x="2270" y="15653"/>
                            <a:pt x="650" y="1165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57" name="Forme libre : forme 12656">
                      <a:extLst>
                        <a:ext uri="{FF2B5EF4-FFF2-40B4-BE49-F238E27FC236}">
                          <a16:creationId xmlns:a16="http://schemas.microsoft.com/office/drawing/2014/main" id="{7B0966CE-7E9E-4539-A994-1414DADBB5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9198" y="4142925"/>
                      <a:ext cx="5244" cy="5644"/>
                    </a:xfrm>
                    <a:custGeom>
                      <a:avLst/>
                      <a:gdLst>
                        <a:gd name="connsiteX0" fmla="*/ 0 w 5244"/>
                        <a:gd name="connsiteY0" fmla="*/ 3054 h 5644"/>
                        <a:gd name="connsiteX1" fmla="*/ 2762 w 5244"/>
                        <a:gd name="connsiteY1" fmla="*/ 6 h 5644"/>
                        <a:gd name="connsiteX2" fmla="*/ 5239 w 5244"/>
                        <a:gd name="connsiteY2" fmla="*/ 2577 h 5644"/>
                        <a:gd name="connsiteX3" fmla="*/ 2477 w 5244"/>
                        <a:gd name="connsiteY3" fmla="*/ 5625 h 5644"/>
                        <a:gd name="connsiteX4" fmla="*/ 0 w 5244"/>
                        <a:gd name="connsiteY4" fmla="*/ 3054 h 5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44" h="5644">
                          <a:moveTo>
                            <a:pt x="0" y="3054"/>
                          </a:moveTo>
                          <a:cubicBezTo>
                            <a:pt x="95" y="1434"/>
                            <a:pt x="1333" y="101"/>
                            <a:pt x="2762" y="6"/>
                          </a:cubicBezTo>
                          <a:cubicBezTo>
                            <a:pt x="4191" y="-90"/>
                            <a:pt x="5334" y="1053"/>
                            <a:pt x="5239" y="2577"/>
                          </a:cubicBezTo>
                          <a:cubicBezTo>
                            <a:pt x="5144" y="4101"/>
                            <a:pt x="4000" y="5530"/>
                            <a:pt x="2477" y="5625"/>
                          </a:cubicBezTo>
                          <a:cubicBezTo>
                            <a:pt x="1048" y="5816"/>
                            <a:pt x="0" y="4578"/>
                            <a:pt x="0" y="30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658" name="Graphique 5">
                    <a:extLst>
                      <a:ext uri="{FF2B5EF4-FFF2-40B4-BE49-F238E27FC236}">
                        <a16:creationId xmlns:a16="http://schemas.microsoft.com/office/drawing/2014/main" id="{DF1EF335-404B-4982-BB9F-BA886F4B5895}"/>
                      </a:ext>
                    </a:extLst>
                  </p:cNvPr>
                  <p:cNvGrpSpPr/>
                  <p:nvPr/>
                </p:nvGrpSpPr>
                <p:grpSpPr>
                  <a:xfrm>
                    <a:off x="2878017" y="4090309"/>
                    <a:ext cx="30773" cy="34260"/>
                    <a:chOff x="2878017" y="4090309"/>
                    <a:chExt cx="30773" cy="34260"/>
                  </a:xfrm>
                  <a:solidFill>
                    <a:schemeClr val="accent1"/>
                  </a:solidFill>
                </p:grpSpPr>
                <p:sp>
                  <p:nvSpPr>
                    <p:cNvPr id="12659" name="Forme libre : forme 12658">
                      <a:extLst>
                        <a:ext uri="{FF2B5EF4-FFF2-40B4-BE49-F238E27FC236}">
                          <a16:creationId xmlns:a16="http://schemas.microsoft.com/office/drawing/2014/main" id="{4056D452-7424-43D0-8A41-682AA27921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8017" y="4090309"/>
                      <a:ext cx="30773" cy="34260"/>
                    </a:xfrm>
                    <a:custGeom>
                      <a:avLst/>
                      <a:gdLst>
                        <a:gd name="connsiteX0" fmla="*/ 131 w 30773"/>
                        <a:gd name="connsiteY0" fmla="*/ 17951 h 34260"/>
                        <a:gd name="connsiteX1" fmla="*/ 17276 w 30773"/>
                        <a:gd name="connsiteY1" fmla="*/ 44 h 34260"/>
                        <a:gd name="connsiteX2" fmla="*/ 30706 w 30773"/>
                        <a:gd name="connsiteY2" fmla="*/ 15950 h 34260"/>
                        <a:gd name="connsiteX3" fmla="*/ 14037 w 30773"/>
                        <a:gd name="connsiteY3" fmla="*/ 34238 h 34260"/>
                        <a:gd name="connsiteX4" fmla="*/ 131 w 30773"/>
                        <a:gd name="connsiteY4" fmla="*/ 17951 h 34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773" h="34260">
                          <a:moveTo>
                            <a:pt x="131" y="17951"/>
                          </a:moveTo>
                          <a:cubicBezTo>
                            <a:pt x="1274" y="8330"/>
                            <a:pt x="8989" y="806"/>
                            <a:pt x="17276" y="44"/>
                          </a:cubicBezTo>
                          <a:cubicBezTo>
                            <a:pt x="25658" y="-623"/>
                            <a:pt x="31468" y="6425"/>
                            <a:pt x="30706" y="15950"/>
                          </a:cubicBezTo>
                          <a:cubicBezTo>
                            <a:pt x="29944" y="25475"/>
                            <a:pt x="22610" y="33762"/>
                            <a:pt x="14037" y="34238"/>
                          </a:cubicBezTo>
                          <a:cubicBezTo>
                            <a:pt x="5465" y="34715"/>
                            <a:pt x="-1012" y="27571"/>
                            <a:pt x="131" y="1795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60" name="Forme libre : forme 12659">
                      <a:extLst>
                        <a:ext uri="{FF2B5EF4-FFF2-40B4-BE49-F238E27FC236}">
                          <a16:creationId xmlns:a16="http://schemas.microsoft.com/office/drawing/2014/main" id="{E7F2725D-6333-44AD-8764-BBF821D9E9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8017" y="4090404"/>
                      <a:ext cx="30772" cy="26142"/>
                    </a:xfrm>
                    <a:custGeom>
                      <a:avLst/>
                      <a:gdLst>
                        <a:gd name="connsiteX0" fmla="*/ 15466 w 30772"/>
                        <a:gd name="connsiteY0" fmla="*/ 16617 h 26142"/>
                        <a:gd name="connsiteX1" fmla="*/ 27943 w 30772"/>
                        <a:gd name="connsiteY1" fmla="*/ 24618 h 26142"/>
                        <a:gd name="connsiteX2" fmla="*/ 30706 w 30772"/>
                        <a:gd name="connsiteY2" fmla="*/ 15950 h 26142"/>
                        <a:gd name="connsiteX3" fmla="*/ 17275 w 30772"/>
                        <a:gd name="connsiteY3" fmla="*/ 44 h 26142"/>
                        <a:gd name="connsiteX4" fmla="*/ 130 w 30772"/>
                        <a:gd name="connsiteY4" fmla="*/ 17951 h 26142"/>
                        <a:gd name="connsiteX5" fmla="*/ 1273 w 30772"/>
                        <a:gd name="connsiteY5" fmla="*/ 26142 h 26142"/>
                        <a:gd name="connsiteX6" fmla="*/ 15466 w 30772"/>
                        <a:gd name="connsiteY6" fmla="*/ 16617 h 26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772" h="26142">
                          <a:moveTo>
                            <a:pt x="15466" y="16617"/>
                          </a:moveTo>
                          <a:cubicBezTo>
                            <a:pt x="21276" y="16236"/>
                            <a:pt x="25752" y="19475"/>
                            <a:pt x="27943" y="24618"/>
                          </a:cubicBezTo>
                          <a:cubicBezTo>
                            <a:pt x="29372" y="21951"/>
                            <a:pt x="30420" y="18999"/>
                            <a:pt x="30706" y="15950"/>
                          </a:cubicBezTo>
                          <a:cubicBezTo>
                            <a:pt x="31468" y="6425"/>
                            <a:pt x="25657" y="-623"/>
                            <a:pt x="17275" y="44"/>
                          </a:cubicBezTo>
                          <a:cubicBezTo>
                            <a:pt x="8893" y="710"/>
                            <a:pt x="1273" y="8235"/>
                            <a:pt x="130" y="17951"/>
                          </a:cubicBezTo>
                          <a:cubicBezTo>
                            <a:pt x="-251" y="20999"/>
                            <a:pt x="226" y="23856"/>
                            <a:pt x="1273" y="26142"/>
                          </a:cubicBezTo>
                          <a:cubicBezTo>
                            <a:pt x="4512" y="20808"/>
                            <a:pt x="9846" y="16998"/>
                            <a:pt x="15466" y="166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61" name="Forme libre : forme 12660">
                      <a:extLst>
                        <a:ext uri="{FF2B5EF4-FFF2-40B4-BE49-F238E27FC236}">
                          <a16:creationId xmlns:a16="http://schemas.microsoft.com/office/drawing/2014/main" id="{C4E99FF2-A5C8-4B56-8BE3-DCF1AEA9AF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0771" y="4102777"/>
                      <a:ext cx="13247" cy="15883"/>
                    </a:xfrm>
                    <a:custGeom>
                      <a:avLst/>
                      <a:gdLst>
                        <a:gd name="connsiteX0" fmla="*/ 519 w 13247"/>
                        <a:gd name="connsiteY0" fmla="*/ 11388 h 15883"/>
                        <a:gd name="connsiteX1" fmla="*/ 4139 w 13247"/>
                        <a:gd name="connsiteY1" fmla="*/ 815 h 15883"/>
                        <a:gd name="connsiteX2" fmla="*/ 12712 w 13247"/>
                        <a:gd name="connsiteY2" fmla="*/ 4435 h 15883"/>
                        <a:gd name="connsiteX3" fmla="*/ 9283 w 13247"/>
                        <a:gd name="connsiteY3" fmla="*/ 15103 h 15883"/>
                        <a:gd name="connsiteX4" fmla="*/ 519 w 13247"/>
                        <a:gd name="connsiteY4" fmla="*/ 11388 h 1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47" h="15883">
                          <a:moveTo>
                            <a:pt x="519" y="11388"/>
                          </a:moveTo>
                          <a:cubicBezTo>
                            <a:pt x="-909" y="7483"/>
                            <a:pt x="710" y="2720"/>
                            <a:pt x="4139" y="815"/>
                          </a:cubicBezTo>
                          <a:cubicBezTo>
                            <a:pt x="7473" y="-1089"/>
                            <a:pt x="11283" y="435"/>
                            <a:pt x="12712" y="4435"/>
                          </a:cubicBezTo>
                          <a:cubicBezTo>
                            <a:pt x="14140" y="8340"/>
                            <a:pt x="12616" y="13198"/>
                            <a:pt x="9283" y="15103"/>
                          </a:cubicBezTo>
                          <a:cubicBezTo>
                            <a:pt x="5854" y="17008"/>
                            <a:pt x="1948" y="15294"/>
                            <a:pt x="519" y="113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62" name="Forme libre : forme 12661">
                      <a:extLst>
                        <a:ext uri="{FF2B5EF4-FFF2-40B4-BE49-F238E27FC236}">
                          <a16:creationId xmlns:a16="http://schemas.microsoft.com/office/drawing/2014/main" id="{761A2D5E-B31C-470C-A364-BEE8F8241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9079" y="4112159"/>
                      <a:ext cx="5077" cy="5630"/>
                    </a:xfrm>
                    <a:custGeom>
                      <a:avLst/>
                      <a:gdLst>
                        <a:gd name="connsiteX0" fmla="*/ 22 w 5077"/>
                        <a:gd name="connsiteY0" fmla="*/ 2958 h 5630"/>
                        <a:gd name="connsiteX1" fmla="*/ 2785 w 5077"/>
                        <a:gd name="connsiteY1" fmla="*/ 5 h 5630"/>
                        <a:gd name="connsiteX2" fmla="*/ 5071 w 5077"/>
                        <a:gd name="connsiteY2" fmla="*/ 2672 h 5630"/>
                        <a:gd name="connsiteX3" fmla="*/ 2308 w 5077"/>
                        <a:gd name="connsiteY3" fmla="*/ 5625 h 5630"/>
                        <a:gd name="connsiteX4" fmla="*/ 22 w 5077"/>
                        <a:gd name="connsiteY4" fmla="*/ 2958 h 5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77" h="5630">
                          <a:moveTo>
                            <a:pt x="22" y="2958"/>
                          </a:moveTo>
                          <a:cubicBezTo>
                            <a:pt x="213" y="1434"/>
                            <a:pt x="1451" y="100"/>
                            <a:pt x="2785" y="5"/>
                          </a:cubicBezTo>
                          <a:cubicBezTo>
                            <a:pt x="4213" y="-90"/>
                            <a:pt x="5166" y="1148"/>
                            <a:pt x="5071" y="2672"/>
                          </a:cubicBezTo>
                          <a:cubicBezTo>
                            <a:pt x="4975" y="4196"/>
                            <a:pt x="3737" y="5530"/>
                            <a:pt x="2308" y="5625"/>
                          </a:cubicBezTo>
                          <a:cubicBezTo>
                            <a:pt x="880" y="5720"/>
                            <a:pt x="-168" y="4482"/>
                            <a:pt x="22" y="29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663" name="Graphique 5">
                    <a:extLst>
                      <a:ext uri="{FF2B5EF4-FFF2-40B4-BE49-F238E27FC236}">
                        <a16:creationId xmlns:a16="http://schemas.microsoft.com/office/drawing/2014/main" id="{4B95B450-C384-4CF9-87AC-E25675CD06FE}"/>
                      </a:ext>
                    </a:extLst>
                  </p:cNvPr>
                  <p:cNvGrpSpPr/>
                  <p:nvPr/>
                </p:nvGrpSpPr>
                <p:grpSpPr>
                  <a:xfrm>
                    <a:off x="2860694" y="4066532"/>
                    <a:ext cx="30681" cy="34015"/>
                    <a:chOff x="2860694" y="4066532"/>
                    <a:chExt cx="30681" cy="34015"/>
                  </a:xfrm>
                  <a:solidFill>
                    <a:schemeClr val="accent1"/>
                  </a:solidFill>
                </p:grpSpPr>
                <p:sp>
                  <p:nvSpPr>
                    <p:cNvPr id="12664" name="Forme libre : forme 12663">
                      <a:extLst>
                        <a:ext uri="{FF2B5EF4-FFF2-40B4-BE49-F238E27FC236}">
                          <a16:creationId xmlns:a16="http://schemas.microsoft.com/office/drawing/2014/main" id="{6EF14FAB-690B-4282-BA5E-1A3172CC70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0694" y="4066532"/>
                      <a:ext cx="30490" cy="34015"/>
                    </a:xfrm>
                    <a:custGeom>
                      <a:avLst/>
                      <a:gdLst>
                        <a:gd name="connsiteX0" fmla="*/ 213 w 30490"/>
                        <a:gd name="connsiteY0" fmla="*/ 17344 h 34015"/>
                        <a:gd name="connsiteX1" fmla="*/ 18025 w 30490"/>
                        <a:gd name="connsiteY1" fmla="*/ 8 h 34015"/>
                        <a:gd name="connsiteX2" fmla="*/ 30312 w 30490"/>
                        <a:gd name="connsiteY2" fmla="*/ 16486 h 34015"/>
                        <a:gd name="connsiteX3" fmla="*/ 13072 w 30490"/>
                        <a:gd name="connsiteY3" fmla="*/ 34012 h 34015"/>
                        <a:gd name="connsiteX4" fmla="*/ 213 w 30490"/>
                        <a:gd name="connsiteY4" fmla="*/ 17344 h 34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90" h="34015">
                          <a:moveTo>
                            <a:pt x="213" y="17344"/>
                          </a:moveTo>
                          <a:cubicBezTo>
                            <a:pt x="1737" y="8009"/>
                            <a:pt x="9834" y="389"/>
                            <a:pt x="18025" y="8"/>
                          </a:cubicBezTo>
                          <a:cubicBezTo>
                            <a:pt x="26217" y="-278"/>
                            <a:pt x="31551" y="6961"/>
                            <a:pt x="30312" y="16486"/>
                          </a:cubicBezTo>
                          <a:cubicBezTo>
                            <a:pt x="29074" y="26011"/>
                            <a:pt x="21454" y="33917"/>
                            <a:pt x="13072" y="34012"/>
                          </a:cubicBezTo>
                          <a:cubicBezTo>
                            <a:pt x="4690" y="34203"/>
                            <a:pt x="-1215" y="26583"/>
                            <a:pt x="213" y="1734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65" name="Forme libre : forme 12664">
                      <a:extLst>
                        <a:ext uri="{FF2B5EF4-FFF2-40B4-BE49-F238E27FC236}">
                          <a16:creationId xmlns:a16="http://schemas.microsoft.com/office/drawing/2014/main" id="{5F341A70-2896-4410-B468-5B2D2AC92C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0890" y="4066532"/>
                      <a:ext cx="30484" cy="25439"/>
                    </a:xfrm>
                    <a:custGeom>
                      <a:avLst/>
                      <a:gdLst>
                        <a:gd name="connsiteX0" fmla="*/ 15257 w 30484"/>
                        <a:gd name="connsiteY0" fmla="*/ 16582 h 25439"/>
                        <a:gd name="connsiteX1" fmla="*/ 27163 w 30484"/>
                        <a:gd name="connsiteY1" fmla="*/ 25059 h 25439"/>
                        <a:gd name="connsiteX2" fmla="*/ 30307 w 30484"/>
                        <a:gd name="connsiteY2" fmla="*/ 16486 h 25439"/>
                        <a:gd name="connsiteX3" fmla="*/ 18019 w 30484"/>
                        <a:gd name="connsiteY3" fmla="*/ 8 h 25439"/>
                        <a:gd name="connsiteX4" fmla="*/ 207 w 30484"/>
                        <a:gd name="connsiteY4" fmla="*/ 17344 h 25439"/>
                        <a:gd name="connsiteX5" fmla="*/ 969 w 30484"/>
                        <a:gd name="connsiteY5" fmla="*/ 25440 h 25439"/>
                        <a:gd name="connsiteX6" fmla="*/ 15257 w 30484"/>
                        <a:gd name="connsiteY6" fmla="*/ 16582 h 254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484" h="25439">
                          <a:moveTo>
                            <a:pt x="15257" y="16582"/>
                          </a:moveTo>
                          <a:cubicBezTo>
                            <a:pt x="20972" y="16391"/>
                            <a:pt x="25258" y="19820"/>
                            <a:pt x="27163" y="25059"/>
                          </a:cubicBezTo>
                          <a:cubicBezTo>
                            <a:pt x="28782" y="22487"/>
                            <a:pt x="29925" y="19630"/>
                            <a:pt x="30307" y="16486"/>
                          </a:cubicBezTo>
                          <a:cubicBezTo>
                            <a:pt x="31545" y="6961"/>
                            <a:pt x="26211" y="-278"/>
                            <a:pt x="18019" y="8"/>
                          </a:cubicBezTo>
                          <a:cubicBezTo>
                            <a:pt x="9828" y="294"/>
                            <a:pt x="1636" y="8009"/>
                            <a:pt x="207" y="17344"/>
                          </a:cubicBezTo>
                          <a:cubicBezTo>
                            <a:pt x="-269" y="20296"/>
                            <a:pt x="112" y="23059"/>
                            <a:pt x="969" y="25440"/>
                          </a:cubicBezTo>
                          <a:cubicBezTo>
                            <a:pt x="4208" y="20296"/>
                            <a:pt x="9637" y="16772"/>
                            <a:pt x="15257" y="1658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66" name="Forme libre : forme 12665">
                      <a:extLst>
                        <a:ext uri="{FF2B5EF4-FFF2-40B4-BE49-F238E27FC236}">
                          <a16:creationId xmlns:a16="http://schemas.microsoft.com/office/drawing/2014/main" id="{1CBDD9CF-96AA-470C-849C-0EF1BFD79D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3385" y="4078488"/>
                      <a:ext cx="13020" cy="15900"/>
                    </a:xfrm>
                    <a:custGeom>
                      <a:avLst/>
                      <a:gdLst>
                        <a:gd name="connsiteX0" fmla="*/ 379 w 13020"/>
                        <a:gd name="connsiteY0" fmla="*/ 11197 h 15900"/>
                        <a:gd name="connsiteX1" fmla="*/ 4475 w 13020"/>
                        <a:gd name="connsiteY1" fmla="*/ 719 h 15900"/>
                        <a:gd name="connsiteX2" fmla="*/ 12667 w 13020"/>
                        <a:gd name="connsiteY2" fmla="*/ 4625 h 15900"/>
                        <a:gd name="connsiteX3" fmla="*/ 8761 w 13020"/>
                        <a:gd name="connsiteY3" fmla="*/ 15198 h 15900"/>
                        <a:gd name="connsiteX4" fmla="*/ 379 w 13020"/>
                        <a:gd name="connsiteY4" fmla="*/ 11197 h 15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20" h="15900">
                          <a:moveTo>
                            <a:pt x="379" y="11197"/>
                          </a:moveTo>
                          <a:cubicBezTo>
                            <a:pt x="-859" y="7196"/>
                            <a:pt x="1046" y="2529"/>
                            <a:pt x="4475" y="719"/>
                          </a:cubicBezTo>
                          <a:cubicBezTo>
                            <a:pt x="7904" y="-1090"/>
                            <a:pt x="11523" y="624"/>
                            <a:pt x="12667" y="4625"/>
                          </a:cubicBezTo>
                          <a:cubicBezTo>
                            <a:pt x="13810" y="8625"/>
                            <a:pt x="12095" y="13388"/>
                            <a:pt x="8761" y="15198"/>
                          </a:cubicBezTo>
                          <a:cubicBezTo>
                            <a:pt x="5332" y="17007"/>
                            <a:pt x="1522" y="15198"/>
                            <a:pt x="379" y="111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67" name="Forme libre : forme 12666">
                      <a:extLst>
                        <a:ext uri="{FF2B5EF4-FFF2-40B4-BE49-F238E27FC236}">
                          <a16:creationId xmlns:a16="http://schemas.microsoft.com/office/drawing/2014/main" id="{1282774C-14B5-45FF-B77B-8FA4A2F0F5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1265" y="4088161"/>
                      <a:ext cx="5001" cy="5619"/>
                    </a:xfrm>
                    <a:custGeom>
                      <a:avLst/>
                      <a:gdLst>
                        <a:gd name="connsiteX0" fmla="*/ 24 w 5001"/>
                        <a:gd name="connsiteY0" fmla="*/ 2858 h 5619"/>
                        <a:gd name="connsiteX1" fmla="*/ 2882 w 5001"/>
                        <a:gd name="connsiteY1" fmla="*/ 0 h 5619"/>
                        <a:gd name="connsiteX2" fmla="*/ 4977 w 5001"/>
                        <a:gd name="connsiteY2" fmla="*/ 2762 h 5619"/>
                        <a:gd name="connsiteX3" fmla="*/ 2120 w 5001"/>
                        <a:gd name="connsiteY3" fmla="*/ 5620 h 5619"/>
                        <a:gd name="connsiteX4" fmla="*/ 24 w 5001"/>
                        <a:gd name="connsiteY4" fmla="*/ 2858 h 5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01" h="5619">
                          <a:moveTo>
                            <a:pt x="24" y="2858"/>
                          </a:moveTo>
                          <a:cubicBezTo>
                            <a:pt x="215" y="1334"/>
                            <a:pt x="1548" y="0"/>
                            <a:pt x="2882" y="0"/>
                          </a:cubicBezTo>
                          <a:cubicBezTo>
                            <a:pt x="4215" y="0"/>
                            <a:pt x="5168" y="1238"/>
                            <a:pt x="4977" y="2762"/>
                          </a:cubicBezTo>
                          <a:cubicBezTo>
                            <a:pt x="4787" y="4286"/>
                            <a:pt x="3453" y="5620"/>
                            <a:pt x="2120" y="5620"/>
                          </a:cubicBezTo>
                          <a:cubicBezTo>
                            <a:pt x="786" y="5620"/>
                            <a:pt x="-166" y="4381"/>
                            <a:pt x="24" y="28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668" name="Graphique 5">
                  <a:extLst>
                    <a:ext uri="{FF2B5EF4-FFF2-40B4-BE49-F238E27FC236}">
                      <a16:creationId xmlns:a16="http://schemas.microsoft.com/office/drawing/2014/main" id="{A983D126-DCE8-47E5-B3AF-D218691D84C1}"/>
                    </a:ext>
                  </a:extLst>
                </p:cNvPr>
                <p:cNvGrpSpPr/>
                <p:nvPr/>
              </p:nvGrpSpPr>
              <p:grpSpPr>
                <a:xfrm>
                  <a:off x="2840378" y="3971471"/>
                  <a:ext cx="83112" cy="69542"/>
                  <a:chOff x="2840378" y="3971471"/>
                  <a:chExt cx="83112" cy="69542"/>
                </a:xfrm>
                <a:solidFill>
                  <a:schemeClr val="accent1"/>
                </a:solidFill>
              </p:grpSpPr>
              <p:grpSp>
                <p:nvGrpSpPr>
                  <p:cNvPr id="12669" name="Graphique 5">
                    <a:extLst>
                      <a:ext uri="{FF2B5EF4-FFF2-40B4-BE49-F238E27FC236}">
                        <a16:creationId xmlns:a16="http://schemas.microsoft.com/office/drawing/2014/main" id="{BCC47F78-BB4B-4BAB-8137-C31673C86636}"/>
                      </a:ext>
                    </a:extLst>
                  </p:cNvPr>
                  <p:cNvGrpSpPr/>
                  <p:nvPr/>
                </p:nvGrpSpPr>
                <p:grpSpPr>
                  <a:xfrm>
                    <a:off x="2895646" y="3971471"/>
                    <a:ext cx="27844" cy="33068"/>
                    <a:chOff x="2895646" y="3971471"/>
                    <a:chExt cx="27844" cy="33068"/>
                  </a:xfrm>
                  <a:solidFill>
                    <a:schemeClr val="accent1"/>
                  </a:solidFill>
                </p:grpSpPr>
                <p:sp>
                  <p:nvSpPr>
                    <p:cNvPr id="12670" name="Forme libre : forme 12669">
                      <a:extLst>
                        <a:ext uri="{FF2B5EF4-FFF2-40B4-BE49-F238E27FC236}">
                          <a16:creationId xmlns:a16="http://schemas.microsoft.com/office/drawing/2014/main" id="{2F121113-D471-438F-9FA7-8EB0C0E2E1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5646" y="3971552"/>
                      <a:ext cx="27844" cy="32987"/>
                    </a:xfrm>
                    <a:custGeom>
                      <a:avLst/>
                      <a:gdLst>
                        <a:gd name="connsiteX0" fmla="*/ 10220 w 27844"/>
                        <a:gd name="connsiteY0" fmla="*/ 32980 h 32987"/>
                        <a:gd name="connsiteX1" fmla="*/ 599 w 27844"/>
                        <a:gd name="connsiteY1" fmla="*/ 17073 h 32987"/>
                        <a:gd name="connsiteX2" fmla="*/ 18125 w 27844"/>
                        <a:gd name="connsiteY2" fmla="*/ 23 h 32987"/>
                        <a:gd name="connsiteX3" fmla="*/ 27365 w 27844"/>
                        <a:gd name="connsiteY3" fmla="*/ 15358 h 32987"/>
                        <a:gd name="connsiteX4" fmla="*/ 10220 w 27844"/>
                        <a:gd name="connsiteY4" fmla="*/ 32980 h 32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44" h="32987">
                          <a:moveTo>
                            <a:pt x="10220" y="32980"/>
                          </a:moveTo>
                          <a:cubicBezTo>
                            <a:pt x="2790" y="33265"/>
                            <a:pt x="-1687" y="26026"/>
                            <a:pt x="599" y="17073"/>
                          </a:cubicBezTo>
                          <a:cubicBezTo>
                            <a:pt x="2885" y="8024"/>
                            <a:pt x="10886" y="499"/>
                            <a:pt x="18125" y="23"/>
                          </a:cubicBezTo>
                          <a:cubicBezTo>
                            <a:pt x="25364" y="-453"/>
                            <a:pt x="29270" y="6500"/>
                            <a:pt x="27365" y="15358"/>
                          </a:cubicBezTo>
                          <a:cubicBezTo>
                            <a:pt x="25364" y="24407"/>
                            <a:pt x="17840" y="32408"/>
                            <a:pt x="10220" y="3298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71" name="Forme libre : forme 12670">
                      <a:extLst>
                        <a:ext uri="{FF2B5EF4-FFF2-40B4-BE49-F238E27FC236}">
                          <a16:creationId xmlns:a16="http://schemas.microsoft.com/office/drawing/2014/main" id="{6B7CE612-E990-41A2-AA58-EF6076AF2B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5646" y="3971471"/>
                      <a:ext cx="24030" cy="32973"/>
                    </a:xfrm>
                    <a:custGeom>
                      <a:avLst/>
                      <a:gdLst>
                        <a:gd name="connsiteX0" fmla="*/ 13744 w 24030"/>
                        <a:gd name="connsiteY0" fmla="*/ 16582 h 32973"/>
                        <a:gd name="connsiteX1" fmla="*/ 24031 w 24030"/>
                        <a:gd name="connsiteY1" fmla="*/ 1819 h 32973"/>
                        <a:gd name="connsiteX2" fmla="*/ 18125 w 24030"/>
                        <a:gd name="connsiteY2" fmla="*/ 9 h 32973"/>
                        <a:gd name="connsiteX3" fmla="*/ 599 w 24030"/>
                        <a:gd name="connsiteY3" fmla="*/ 17059 h 32973"/>
                        <a:gd name="connsiteX4" fmla="*/ 10220 w 24030"/>
                        <a:gd name="connsiteY4" fmla="*/ 32965 h 32973"/>
                        <a:gd name="connsiteX5" fmla="*/ 17268 w 24030"/>
                        <a:gd name="connsiteY5" fmla="*/ 30298 h 32973"/>
                        <a:gd name="connsiteX6" fmla="*/ 13744 w 24030"/>
                        <a:gd name="connsiteY6" fmla="*/ 16582 h 329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030" h="32973">
                          <a:moveTo>
                            <a:pt x="13744" y="16582"/>
                          </a:moveTo>
                          <a:cubicBezTo>
                            <a:pt x="15268" y="10391"/>
                            <a:pt x="19364" y="4867"/>
                            <a:pt x="24031" y="1819"/>
                          </a:cubicBezTo>
                          <a:cubicBezTo>
                            <a:pt x="22507" y="580"/>
                            <a:pt x="20507" y="-86"/>
                            <a:pt x="18125" y="9"/>
                          </a:cubicBezTo>
                          <a:cubicBezTo>
                            <a:pt x="10886" y="485"/>
                            <a:pt x="2885" y="8105"/>
                            <a:pt x="599" y="17059"/>
                          </a:cubicBezTo>
                          <a:cubicBezTo>
                            <a:pt x="-1687" y="26107"/>
                            <a:pt x="2790" y="33251"/>
                            <a:pt x="10220" y="32965"/>
                          </a:cubicBezTo>
                          <a:cubicBezTo>
                            <a:pt x="12601" y="32775"/>
                            <a:pt x="15077" y="31727"/>
                            <a:pt x="17268" y="30298"/>
                          </a:cubicBezTo>
                          <a:cubicBezTo>
                            <a:pt x="13744" y="28013"/>
                            <a:pt x="12220" y="22679"/>
                            <a:pt x="13744" y="1658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72" name="Forme libre : forme 12671">
                      <a:extLst>
                        <a:ext uri="{FF2B5EF4-FFF2-40B4-BE49-F238E27FC236}">
                          <a16:creationId xmlns:a16="http://schemas.microsoft.com/office/drawing/2014/main" id="{41782C85-1BDB-43B8-BB48-56F87CA0E2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3688" y="3987017"/>
                      <a:ext cx="13406" cy="14327"/>
                    </a:xfrm>
                    <a:custGeom>
                      <a:avLst/>
                      <a:gdLst>
                        <a:gd name="connsiteX0" fmla="*/ 7797 w 13406"/>
                        <a:gd name="connsiteY0" fmla="*/ 13134 h 14327"/>
                        <a:gd name="connsiteX1" fmla="*/ 82 w 13406"/>
                        <a:gd name="connsiteY1" fmla="*/ 10943 h 14327"/>
                        <a:gd name="connsiteX2" fmla="*/ 5702 w 13406"/>
                        <a:gd name="connsiteY2" fmla="*/ 1132 h 14327"/>
                        <a:gd name="connsiteX3" fmla="*/ 13322 w 13406"/>
                        <a:gd name="connsiteY3" fmla="*/ 3228 h 14327"/>
                        <a:gd name="connsiteX4" fmla="*/ 7797 w 13406"/>
                        <a:gd name="connsiteY4" fmla="*/ 13134 h 143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06" h="14327">
                          <a:moveTo>
                            <a:pt x="7797" y="13134"/>
                          </a:moveTo>
                          <a:cubicBezTo>
                            <a:pt x="4083" y="15420"/>
                            <a:pt x="654" y="14277"/>
                            <a:pt x="82" y="10943"/>
                          </a:cubicBezTo>
                          <a:cubicBezTo>
                            <a:pt x="-490" y="7609"/>
                            <a:pt x="1987" y="3228"/>
                            <a:pt x="5702" y="1132"/>
                          </a:cubicBezTo>
                          <a:cubicBezTo>
                            <a:pt x="9321" y="-1058"/>
                            <a:pt x="12560" y="85"/>
                            <a:pt x="13322" y="3228"/>
                          </a:cubicBezTo>
                          <a:cubicBezTo>
                            <a:pt x="13893" y="6466"/>
                            <a:pt x="11512" y="10943"/>
                            <a:pt x="7797" y="1313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73" name="Forme libre : forme 12672">
                      <a:extLst>
                        <a:ext uri="{FF2B5EF4-FFF2-40B4-BE49-F238E27FC236}">
                          <a16:creationId xmlns:a16="http://schemas.microsoft.com/office/drawing/2014/main" id="{690B7340-1E81-4D50-A62B-E7ED73755E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2902" y="3986339"/>
                      <a:ext cx="4548" cy="5434"/>
                    </a:xfrm>
                    <a:custGeom>
                      <a:avLst/>
                      <a:gdLst>
                        <a:gd name="connsiteX0" fmla="*/ 1631 w 4548"/>
                        <a:gd name="connsiteY0" fmla="*/ 5429 h 5434"/>
                        <a:gd name="connsiteX1" fmla="*/ 107 w 4548"/>
                        <a:gd name="connsiteY1" fmla="*/ 2858 h 5434"/>
                        <a:gd name="connsiteX2" fmla="*/ 2869 w 4548"/>
                        <a:gd name="connsiteY2" fmla="*/ 0 h 5434"/>
                        <a:gd name="connsiteX3" fmla="*/ 4489 w 4548"/>
                        <a:gd name="connsiteY3" fmla="*/ 2572 h 5434"/>
                        <a:gd name="connsiteX4" fmla="*/ 1631 w 4548"/>
                        <a:gd name="connsiteY4" fmla="*/ 5429 h 5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48" h="5434">
                          <a:moveTo>
                            <a:pt x="1631" y="5429"/>
                          </a:moveTo>
                          <a:cubicBezTo>
                            <a:pt x="393" y="5525"/>
                            <a:pt x="-274" y="4382"/>
                            <a:pt x="107" y="2858"/>
                          </a:cubicBezTo>
                          <a:cubicBezTo>
                            <a:pt x="488" y="1334"/>
                            <a:pt x="1726" y="95"/>
                            <a:pt x="2869" y="0"/>
                          </a:cubicBezTo>
                          <a:cubicBezTo>
                            <a:pt x="4012" y="0"/>
                            <a:pt x="4774" y="1048"/>
                            <a:pt x="4489" y="2572"/>
                          </a:cubicBezTo>
                          <a:cubicBezTo>
                            <a:pt x="4107" y="4001"/>
                            <a:pt x="2869" y="5239"/>
                            <a:pt x="1631" y="54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674" name="Graphique 5">
                    <a:extLst>
                      <a:ext uri="{FF2B5EF4-FFF2-40B4-BE49-F238E27FC236}">
                        <a16:creationId xmlns:a16="http://schemas.microsoft.com/office/drawing/2014/main" id="{972020ED-3702-4DF6-94C8-DCC42CA476CA}"/>
                      </a:ext>
                    </a:extLst>
                  </p:cNvPr>
                  <p:cNvGrpSpPr/>
                  <p:nvPr/>
                </p:nvGrpSpPr>
                <p:grpSpPr>
                  <a:xfrm>
                    <a:off x="2866865" y="3985855"/>
                    <a:ext cx="29155" cy="32777"/>
                    <a:chOff x="2866865" y="3985855"/>
                    <a:chExt cx="29155" cy="32777"/>
                  </a:xfrm>
                  <a:solidFill>
                    <a:schemeClr val="accent1"/>
                  </a:solidFill>
                </p:grpSpPr>
                <p:sp>
                  <p:nvSpPr>
                    <p:cNvPr id="12675" name="Forme libre : forme 12674">
                      <a:extLst>
                        <a:ext uri="{FF2B5EF4-FFF2-40B4-BE49-F238E27FC236}">
                          <a16:creationId xmlns:a16="http://schemas.microsoft.com/office/drawing/2014/main" id="{AD464207-5255-47D3-91E7-E4E49E7327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6960" y="3985944"/>
                      <a:ext cx="29060" cy="32689"/>
                    </a:xfrm>
                    <a:custGeom>
                      <a:avLst/>
                      <a:gdLst>
                        <a:gd name="connsiteX0" fmla="*/ 10711 w 29060"/>
                        <a:gd name="connsiteY0" fmla="*/ 32685 h 32689"/>
                        <a:gd name="connsiteX1" fmla="*/ 710 w 29060"/>
                        <a:gd name="connsiteY1" fmla="*/ 16302 h 32689"/>
                        <a:gd name="connsiteX2" fmla="*/ 18807 w 29060"/>
                        <a:gd name="connsiteY2" fmla="*/ 15 h 32689"/>
                        <a:gd name="connsiteX3" fmla="*/ 28522 w 29060"/>
                        <a:gd name="connsiteY3" fmla="*/ 15826 h 32689"/>
                        <a:gd name="connsiteX4" fmla="*/ 10711 w 29060"/>
                        <a:gd name="connsiteY4" fmla="*/ 32685 h 32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060" h="32689">
                          <a:moveTo>
                            <a:pt x="10711" y="32685"/>
                          </a:moveTo>
                          <a:cubicBezTo>
                            <a:pt x="2805" y="32876"/>
                            <a:pt x="-1862" y="25542"/>
                            <a:pt x="710" y="16302"/>
                          </a:cubicBezTo>
                          <a:cubicBezTo>
                            <a:pt x="3186" y="7254"/>
                            <a:pt x="11473" y="15"/>
                            <a:pt x="18807" y="15"/>
                          </a:cubicBezTo>
                          <a:cubicBezTo>
                            <a:pt x="26427" y="-366"/>
                            <a:pt x="30618" y="6682"/>
                            <a:pt x="28522" y="15826"/>
                          </a:cubicBezTo>
                          <a:cubicBezTo>
                            <a:pt x="26332" y="24875"/>
                            <a:pt x="18521" y="32495"/>
                            <a:pt x="10711" y="3268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76" name="Forme libre : forme 12675">
                      <a:extLst>
                        <a:ext uri="{FF2B5EF4-FFF2-40B4-BE49-F238E27FC236}">
                          <a16:creationId xmlns:a16="http://schemas.microsoft.com/office/drawing/2014/main" id="{0CEB01B2-CCBA-4C01-A770-7F5DB910E1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6865" y="3985855"/>
                      <a:ext cx="25093" cy="32682"/>
                    </a:xfrm>
                    <a:custGeom>
                      <a:avLst/>
                      <a:gdLst>
                        <a:gd name="connsiteX0" fmla="*/ 14330 w 25093"/>
                        <a:gd name="connsiteY0" fmla="*/ 16391 h 32682"/>
                        <a:gd name="connsiteX1" fmla="*/ 25093 w 25093"/>
                        <a:gd name="connsiteY1" fmla="*/ 1913 h 32682"/>
                        <a:gd name="connsiteX2" fmla="*/ 18807 w 25093"/>
                        <a:gd name="connsiteY2" fmla="*/ 8 h 32682"/>
                        <a:gd name="connsiteX3" fmla="*/ 710 w 25093"/>
                        <a:gd name="connsiteY3" fmla="*/ 16296 h 32682"/>
                        <a:gd name="connsiteX4" fmla="*/ 10711 w 25093"/>
                        <a:gd name="connsiteY4" fmla="*/ 32679 h 32682"/>
                        <a:gd name="connsiteX5" fmla="*/ 18045 w 25093"/>
                        <a:gd name="connsiteY5" fmla="*/ 30393 h 32682"/>
                        <a:gd name="connsiteX6" fmla="*/ 14330 w 25093"/>
                        <a:gd name="connsiteY6" fmla="*/ 16391 h 32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093" h="32682">
                          <a:moveTo>
                            <a:pt x="14330" y="16391"/>
                          </a:moveTo>
                          <a:cubicBezTo>
                            <a:pt x="15854" y="10200"/>
                            <a:pt x="20140" y="4866"/>
                            <a:pt x="25093" y="1913"/>
                          </a:cubicBezTo>
                          <a:cubicBezTo>
                            <a:pt x="23474" y="675"/>
                            <a:pt x="21379" y="-87"/>
                            <a:pt x="18807" y="8"/>
                          </a:cubicBezTo>
                          <a:cubicBezTo>
                            <a:pt x="11377" y="8"/>
                            <a:pt x="3091" y="7247"/>
                            <a:pt x="710" y="16296"/>
                          </a:cubicBezTo>
                          <a:cubicBezTo>
                            <a:pt x="-1862" y="25535"/>
                            <a:pt x="2805" y="32869"/>
                            <a:pt x="10711" y="32679"/>
                          </a:cubicBezTo>
                          <a:cubicBezTo>
                            <a:pt x="13187" y="32679"/>
                            <a:pt x="15664" y="31726"/>
                            <a:pt x="18045" y="30393"/>
                          </a:cubicBezTo>
                          <a:cubicBezTo>
                            <a:pt x="14521" y="27726"/>
                            <a:pt x="12806" y="22487"/>
                            <a:pt x="14330" y="163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77" name="Forme libre : forme 12676">
                      <a:extLst>
                        <a:ext uri="{FF2B5EF4-FFF2-40B4-BE49-F238E27FC236}">
                          <a16:creationId xmlns:a16="http://schemas.microsoft.com/office/drawing/2014/main" id="{5C859A7A-DBD8-41EE-9272-1A0AA6F882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5283" y="4001328"/>
                      <a:ext cx="13926" cy="14193"/>
                    </a:xfrm>
                    <a:custGeom>
                      <a:avLst/>
                      <a:gdLst>
                        <a:gd name="connsiteX0" fmla="*/ 8199 w 13926"/>
                        <a:gd name="connsiteY0" fmla="*/ 13205 h 14193"/>
                        <a:gd name="connsiteX1" fmla="*/ 102 w 13926"/>
                        <a:gd name="connsiteY1" fmla="*/ 10729 h 14193"/>
                        <a:gd name="connsiteX2" fmla="*/ 5913 w 13926"/>
                        <a:gd name="connsiteY2" fmla="*/ 1013 h 14193"/>
                        <a:gd name="connsiteX3" fmla="*/ 13818 w 13926"/>
                        <a:gd name="connsiteY3" fmla="*/ 3394 h 14193"/>
                        <a:gd name="connsiteX4" fmla="*/ 8199 w 13926"/>
                        <a:gd name="connsiteY4" fmla="*/ 13205 h 14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26" h="14193">
                          <a:moveTo>
                            <a:pt x="8199" y="13205"/>
                          </a:moveTo>
                          <a:cubicBezTo>
                            <a:pt x="4389" y="15206"/>
                            <a:pt x="769" y="14063"/>
                            <a:pt x="102" y="10729"/>
                          </a:cubicBezTo>
                          <a:cubicBezTo>
                            <a:pt x="-564" y="7395"/>
                            <a:pt x="2103" y="3109"/>
                            <a:pt x="5913" y="1013"/>
                          </a:cubicBezTo>
                          <a:cubicBezTo>
                            <a:pt x="9723" y="-987"/>
                            <a:pt x="13247" y="61"/>
                            <a:pt x="13818" y="3394"/>
                          </a:cubicBezTo>
                          <a:cubicBezTo>
                            <a:pt x="14485" y="6728"/>
                            <a:pt x="12009" y="11110"/>
                            <a:pt x="8199" y="1320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78" name="Forme libre : forme 12677">
                      <a:extLst>
                        <a:ext uri="{FF2B5EF4-FFF2-40B4-BE49-F238E27FC236}">
                          <a16:creationId xmlns:a16="http://schemas.microsoft.com/office/drawing/2014/main" id="{BC3A73F0-0F85-4D17-9DA2-D8926BCADC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4907" y="4000627"/>
                      <a:ext cx="4769" cy="5429"/>
                    </a:xfrm>
                    <a:custGeom>
                      <a:avLst/>
                      <a:gdLst>
                        <a:gd name="connsiteX0" fmla="*/ 1718 w 4769"/>
                        <a:gd name="connsiteY0" fmla="*/ 5429 h 5429"/>
                        <a:gd name="connsiteX1" fmla="*/ 99 w 4769"/>
                        <a:gd name="connsiteY1" fmla="*/ 2762 h 5429"/>
                        <a:gd name="connsiteX2" fmla="*/ 3051 w 4769"/>
                        <a:gd name="connsiteY2" fmla="*/ 0 h 5429"/>
                        <a:gd name="connsiteX3" fmla="*/ 4671 w 4769"/>
                        <a:gd name="connsiteY3" fmla="*/ 2667 h 5429"/>
                        <a:gd name="connsiteX4" fmla="*/ 1718 w 4769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9" h="5429">
                          <a:moveTo>
                            <a:pt x="1718" y="5429"/>
                          </a:moveTo>
                          <a:cubicBezTo>
                            <a:pt x="480" y="5429"/>
                            <a:pt x="-282" y="4286"/>
                            <a:pt x="99" y="2762"/>
                          </a:cubicBezTo>
                          <a:cubicBezTo>
                            <a:pt x="480" y="1238"/>
                            <a:pt x="1813" y="0"/>
                            <a:pt x="3051" y="0"/>
                          </a:cubicBezTo>
                          <a:cubicBezTo>
                            <a:pt x="4289" y="0"/>
                            <a:pt x="5052" y="1143"/>
                            <a:pt x="4671" y="2667"/>
                          </a:cubicBezTo>
                          <a:cubicBezTo>
                            <a:pt x="4289" y="4096"/>
                            <a:pt x="3051" y="5334"/>
                            <a:pt x="1718" y="54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679" name="Graphique 5">
                    <a:extLst>
                      <a:ext uri="{FF2B5EF4-FFF2-40B4-BE49-F238E27FC236}">
                        <a16:creationId xmlns:a16="http://schemas.microsoft.com/office/drawing/2014/main" id="{FCD71F9C-F272-41BD-8963-7CF7F95537BA}"/>
                      </a:ext>
                    </a:extLst>
                  </p:cNvPr>
                  <p:cNvGrpSpPr/>
                  <p:nvPr/>
                </p:nvGrpSpPr>
                <p:grpSpPr>
                  <a:xfrm>
                    <a:off x="2840378" y="4007762"/>
                    <a:ext cx="30060" cy="33251"/>
                    <a:chOff x="2840378" y="4007762"/>
                    <a:chExt cx="30060" cy="33251"/>
                  </a:xfrm>
                  <a:solidFill>
                    <a:schemeClr val="accent1"/>
                  </a:solidFill>
                </p:grpSpPr>
                <p:sp>
                  <p:nvSpPr>
                    <p:cNvPr id="12680" name="Forme libre : forme 12679">
                      <a:extLst>
                        <a:ext uri="{FF2B5EF4-FFF2-40B4-BE49-F238E27FC236}">
                          <a16:creationId xmlns:a16="http://schemas.microsoft.com/office/drawing/2014/main" id="{DDB749AE-3909-4AB8-B8E7-E155411AB2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0431" y="4007762"/>
                      <a:ext cx="30007" cy="33251"/>
                    </a:xfrm>
                    <a:custGeom>
                      <a:avLst/>
                      <a:gdLst>
                        <a:gd name="connsiteX0" fmla="*/ 11046 w 30007"/>
                        <a:gd name="connsiteY0" fmla="*/ 33251 h 33251"/>
                        <a:gd name="connsiteX1" fmla="*/ 664 w 30007"/>
                        <a:gd name="connsiteY1" fmla="*/ 15915 h 33251"/>
                        <a:gd name="connsiteX2" fmla="*/ 19428 w 30007"/>
                        <a:gd name="connsiteY2" fmla="*/ 8 h 33251"/>
                        <a:gd name="connsiteX3" fmla="*/ 29525 w 30007"/>
                        <a:gd name="connsiteY3" fmla="*/ 16677 h 33251"/>
                        <a:gd name="connsiteX4" fmla="*/ 11046 w 30007"/>
                        <a:gd name="connsiteY4" fmla="*/ 33251 h 332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007" h="33251">
                          <a:moveTo>
                            <a:pt x="11046" y="33251"/>
                          </a:moveTo>
                          <a:cubicBezTo>
                            <a:pt x="2855" y="33060"/>
                            <a:pt x="-1812" y="24964"/>
                            <a:pt x="664" y="15915"/>
                          </a:cubicBezTo>
                          <a:cubicBezTo>
                            <a:pt x="3045" y="6771"/>
                            <a:pt x="11618" y="-277"/>
                            <a:pt x="19428" y="8"/>
                          </a:cubicBezTo>
                          <a:cubicBezTo>
                            <a:pt x="27144" y="389"/>
                            <a:pt x="31525" y="7629"/>
                            <a:pt x="29525" y="16677"/>
                          </a:cubicBezTo>
                          <a:cubicBezTo>
                            <a:pt x="27334" y="25821"/>
                            <a:pt x="19238" y="33346"/>
                            <a:pt x="11046" y="3325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81" name="Forme libre : forme 12680">
                      <a:extLst>
                        <a:ext uri="{FF2B5EF4-FFF2-40B4-BE49-F238E27FC236}">
                          <a16:creationId xmlns:a16="http://schemas.microsoft.com/office/drawing/2014/main" id="{19DCAB51-5E53-4B26-902D-F918495A32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0378" y="4007767"/>
                      <a:ext cx="25768" cy="33246"/>
                    </a:xfrm>
                    <a:custGeom>
                      <a:avLst/>
                      <a:gdLst>
                        <a:gd name="connsiteX0" fmla="*/ 14719 w 25768"/>
                        <a:gd name="connsiteY0" fmla="*/ 16673 h 33246"/>
                        <a:gd name="connsiteX1" fmla="*/ 25768 w 25768"/>
                        <a:gd name="connsiteY1" fmla="*/ 2480 h 33246"/>
                        <a:gd name="connsiteX2" fmla="*/ 19386 w 25768"/>
                        <a:gd name="connsiteY2" fmla="*/ 4 h 33246"/>
                        <a:gd name="connsiteX3" fmla="*/ 622 w 25768"/>
                        <a:gd name="connsiteY3" fmla="*/ 15911 h 33246"/>
                        <a:gd name="connsiteX4" fmla="*/ 11004 w 25768"/>
                        <a:gd name="connsiteY4" fmla="*/ 33246 h 33246"/>
                        <a:gd name="connsiteX5" fmla="*/ 18624 w 25768"/>
                        <a:gd name="connsiteY5" fmla="*/ 31151 h 33246"/>
                        <a:gd name="connsiteX6" fmla="*/ 14719 w 25768"/>
                        <a:gd name="connsiteY6" fmla="*/ 16673 h 33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768" h="33246">
                          <a:moveTo>
                            <a:pt x="14719" y="16673"/>
                          </a:moveTo>
                          <a:cubicBezTo>
                            <a:pt x="16338" y="10386"/>
                            <a:pt x="20720" y="5147"/>
                            <a:pt x="25768" y="2480"/>
                          </a:cubicBezTo>
                          <a:cubicBezTo>
                            <a:pt x="24054" y="1052"/>
                            <a:pt x="21958" y="99"/>
                            <a:pt x="19386" y="4"/>
                          </a:cubicBezTo>
                          <a:cubicBezTo>
                            <a:pt x="11576" y="-187"/>
                            <a:pt x="3099" y="6862"/>
                            <a:pt x="622" y="15911"/>
                          </a:cubicBezTo>
                          <a:cubicBezTo>
                            <a:pt x="-1759" y="24959"/>
                            <a:pt x="2908" y="33056"/>
                            <a:pt x="11004" y="33246"/>
                          </a:cubicBezTo>
                          <a:cubicBezTo>
                            <a:pt x="13576" y="33246"/>
                            <a:pt x="16243" y="32484"/>
                            <a:pt x="18624" y="31151"/>
                          </a:cubicBezTo>
                          <a:cubicBezTo>
                            <a:pt x="14910" y="28293"/>
                            <a:pt x="13100" y="22959"/>
                            <a:pt x="14719" y="166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82" name="Forme libre : forme 12681">
                      <a:extLst>
                        <a:ext uri="{FF2B5EF4-FFF2-40B4-BE49-F238E27FC236}">
                          <a16:creationId xmlns:a16="http://schemas.microsoft.com/office/drawing/2014/main" id="{5896D911-B820-4106-AE88-5814D5FB8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9092" y="4023744"/>
                      <a:ext cx="14396" cy="14179"/>
                    </a:xfrm>
                    <a:custGeom>
                      <a:avLst/>
                      <a:gdLst>
                        <a:gd name="connsiteX0" fmla="*/ 8481 w 14396"/>
                        <a:gd name="connsiteY0" fmla="*/ 13268 h 14179"/>
                        <a:gd name="connsiteX1" fmla="*/ 99 w 14396"/>
                        <a:gd name="connsiteY1" fmla="*/ 10411 h 14179"/>
                        <a:gd name="connsiteX2" fmla="*/ 6100 w 14396"/>
                        <a:gd name="connsiteY2" fmla="*/ 791 h 14179"/>
                        <a:gd name="connsiteX3" fmla="*/ 14292 w 14396"/>
                        <a:gd name="connsiteY3" fmla="*/ 3553 h 14179"/>
                        <a:gd name="connsiteX4" fmla="*/ 8481 w 14396"/>
                        <a:gd name="connsiteY4" fmla="*/ 13268 h 14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96" h="14179">
                          <a:moveTo>
                            <a:pt x="8481" y="13268"/>
                          </a:moveTo>
                          <a:cubicBezTo>
                            <a:pt x="4576" y="15173"/>
                            <a:pt x="671" y="14030"/>
                            <a:pt x="99" y="10411"/>
                          </a:cubicBezTo>
                          <a:cubicBezTo>
                            <a:pt x="-567" y="6886"/>
                            <a:pt x="2195" y="2600"/>
                            <a:pt x="6100" y="791"/>
                          </a:cubicBezTo>
                          <a:cubicBezTo>
                            <a:pt x="9910" y="-924"/>
                            <a:pt x="13625" y="219"/>
                            <a:pt x="14292" y="3553"/>
                          </a:cubicBezTo>
                          <a:cubicBezTo>
                            <a:pt x="14958" y="6982"/>
                            <a:pt x="12387" y="11363"/>
                            <a:pt x="8481" y="1326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83" name="Forme libre : forme 12682">
                      <a:extLst>
                        <a:ext uri="{FF2B5EF4-FFF2-40B4-BE49-F238E27FC236}">
                          <a16:creationId xmlns:a16="http://schemas.microsoft.com/office/drawing/2014/main" id="{FAD244A7-796D-4A95-9B14-5D8A9B522A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8847" y="4023296"/>
                      <a:ext cx="4920" cy="5333"/>
                    </a:xfrm>
                    <a:custGeom>
                      <a:avLst/>
                      <a:gdLst>
                        <a:gd name="connsiteX0" fmla="*/ 1869 w 4920"/>
                        <a:gd name="connsiteY0" fmla="*/ 5334 h 5333"/>
                        <a:gd name="connsiteX1" fmla="*/ 60 w 4920"/>
                        <a:gd name="connsiteY1" fmla="*/ 2667 h 5333"/>
                        <a:gd name="connsiteX2" fmla="*/ 3108 w 4920"/>
                        <a:gd name="connsiteY2" fmla="*/ 0 h 5333"/>
                        <a:gd name="connsiteX3" fmla="*/ 4822 w 4920"/>
                        <a:gd name="connsiteY3" fmla="*/ 2667 h 5333"/>
                        <a:gd name="connsiteX4" fmla="*/ 1869 w 4920"/>
                        <a:gd name="connsiteY4" fmla="*/ 5334 h 53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20" h="5333">
                          <a:moveTo>
                            <a:pt x="1869" y="5334"/>
                          </a:moveTo>
                          <a:cubicBezTo>
                            <a:pt x="536" y="5334"/>
                            <a:pt x="-226" y="4096"/>
                            <a:pt x="60" y="2667"/>
                          </a:cubicBezTo>
                          <a:cubicBezTo>
                            <a:pt x="441" y="1143"/>
                            <a:pt x="1774" y="0"/>
                            <a:pt x="3108" y="0"/>
                          </a:cubicBezTo>
                          <a:cubicBezTo>
                            <a:pt x="4441" y="0"/>
                            <a:pt x="5203" y="1238"/>
                            <a:pt x="4822" y="2667"/>
                          </a:cubicBezTo>
                          <a:cubicBezTo>
                            <a:pt x="4441" y="4096"/>
                            <a:pt x="3203" y="5334"/>
                            <a:pt x="1869" y="533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684" name="Graphique 5">
                  <a:extLst>
                    <a:ext uri="{FF2B5EF4-FFF2-40B4-BE49-F238E27FC236}">
                      <a16:creationId xmlns:a16="http://schemas.microsoft.com/office/drawing/2014/main" id="{ECED2679-8125-4DF0-AD91-8D0325A55694}"/>
                    </a:ext>
                  </a:extLst>
                </p:cNvPr>
                <p:cNvGrpSpPr/>
                <p:nvPr/>
              </p:nvGrpSpPr>
              <p:grpSpPr>
                <a:xfrm>
                  <a:off x="2730193" y="4004721"/>
                  <a:ext cx="90809" cy="43158"/>
                  <a:chOff x="2730193" y="4004721"/>
                  <a:chExt cx="90809" cy="43158"/>
                </a:xfrm>
                <a:solidFill>
                  <a:schemeClr val="accent1"/>
                </a:solidFill>
              </p:grpSpPr>
              <p:grpSp>
                <p:nvGrpSpPr>
                  <p:cNvPr id="12685" name="Graphique 5">
                    <a:extLst>
                      <a:ext uri="{FF2B5EF4-FFF2-40B4-BE49-F238E27FC236}">
                        <a16:creationId xmlns:a16="http://schemas.microsoft.com/office/drawing/2014/main" id="{FAD6FD19-38FC-420D-9E75-48EC7649662D}"/>
                      </a:ext>
                    </a:extLst>
                  </p:cNvPr>
                  <p:cNvGrpSpPr/>
                  <p:nvPr/>
                </p:nvGrpSpPr>
                <p:grpSpPr>
                  <a:xfrm>
                    <a:off x="2789637" y="4014576"/>
                    <a:ext cx="31366" cy="33304"/>
                    <a:chOff x="2789637" y="4014576"/>
                    <a:chExt cx="31366" cy="33304"/>
                  </a:xfrm>
                  <a:solidFill>
                    <a:schemeClr val="accent1"/>
                  </a:solidFill>
                </p:grpSpPr>
                <p:sp>
                  <p:nvSpPr>
                    <p:cNvPr id="12686" name="Forme libre : forme 12685">
                      <a:extLst>
                        <a:ext uri="{FF2B5EF4-FFF2-40B4-BE49-F238E27FC236}">
                          <a16:creationId xmlns:a16="http://schemas.microsoft.com/office/drawing/2014/main" id="{0F7230F8-0C46-40F4-BB99-0E56905C48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9637" y="4014576"/>
                      <a:ext cx="31366" cy="33304"/>
                    </a:xfrm>
                    <a:custGeom>
                      <a:avLst/>
                      <a:gdLst>
                        <a:gd name="connsiteX0" fmla="*/ 3453 w 31366"/>
                        <a:gd name="connsiteY0" fmla="*/ 29295 h 33304"/>
                        <a:gd name="connsiteX1" fmla="*/ 6215 w 31366"/>
                        <a:gd name="connsiteY1" fmla="*/ 5958 h 33304"/>
                        <a:gd name="connsiteX2" fmla="*/ 28122 w 31366"/>
                        <a:gd name="connsiteY2" fmla="*/ 3768 h 33304"/>
                        <a:gd name="connsiteX3" fmla="*/ 25646 w 31366"/>
                        <a:gd name="connsiteY3" fmla="*/ 27104 h 33304"/>
                        <a:gd name="connsiteX4" fmla="*/ 3453 w 31366"/>
                        <a:gd name="connsiteY4" fmla="*/ 29295 h 33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366" h="33304">
                          <a:moveTo>
                            <a:pt x="3453" y="29295"/>
                          </a:moveTo>
                          <a:cubicBezTo>
                            <a:pt x="-2072" y="23294"/>
                            <a:pt x="-834" y="12816"/>
                            <a:pt x="6215" y="5958"/>
                          </a:cubicBezTo>
                          <a:cubicBezTo>
                            <a:pt x="13168" y="-995"/>
                            <a:pt x="22979" y="-2043"/>
                            <a:pt x="28122" y="3768"/>
                          </a:cubicBezTo>
                          <a:cubicBezTo>
                            <a:pt x="33171" y="9578"/>
                            <a:pt x="32313" y="19865"/>
                            <a:pt x="25646" y="27104"/>
                          </a:cubicBezTo>
                          <a:cubicBezTo>
                            <a:pt x="18883" y="34438"/>
                            <a:pt x="8977" y="35391"/>
                            <a:pt x="3453" y="2929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87" name="Forme libre : forme 12686">
                      <a:extLst>
                        <a:ext uri="{FF2B5EF4-FFF2-40B4-BE49-F238E27FC236}">
                          <a16:creationId xmlns:a16="http://schemas.microsoft.com/office/drawing/2014/main" id="{DD12DF95-63FF-4984-96AB-8F64688F1A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9666" y="4014646"/>
                      <a:ext cx="31045" cy="32844"/>
                    </a:xfrm>
                    <a:custGeom>
                      <a:avLst/>
                      <a:gdLst>
                        <a:gd name="connsiteX0" fmla="*/ 15520 w 31045"/>
                        <a:gd name="connsiteY0" fmla="*/ 16366 h 32844"/>
                        <a:gd name="connsiteX1" fmla="*/ 31046 w 31045"/>
                        <a:gd name="connsiteY1" fmla="*/ 10651 h 32844"/>
                        <a:gd name="connsiteX2" fmla="*/ 28093 w 31045"/>
                        <a:gd name="connsiteY2" fmla="*/ 3698 h 32844"/>
                        <a:gd name="connsiteX3" fmla="*/ 6186 w 31045"/>
                        <a:gd name="connsiteY3" fmla="*/ 5888 h 32844"/>
                        <a:gd name="connsiteX4" fmla="*/ 3423 w 31045"/>
                        <a:gd name="connsiteY4" fmla="*/ 29224 h 32844"/>
                        <a:gd name="connsiteX5" fmla="*/ 9805 w 31045"/>
                        <a:gd name="connsiteY5" fmla="*/ 32844 h 32844"/>
                        <a:gd name="connsiteX6" fmla="*/ 15520 w 31045"/>
                        <a:gd name="connsiteY6" fmla="*/ 16366 h 328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045" h="32844">
                          <a:moveTo>
                            <a:pt x="15520" y="16366"/>
                          </a:moveTo>
                          <a:cubicBezTo>
                            <a:pt x="20187" y="11603"/>
                            <a:pt x="26093" y="9603"/>
                            <a:pt x="31046" y="10651"/>
                          </a:cubicBezTo>
                          <a:cubicBezTo>
                            <a:pt x="30665" y="7984"/>
                            <a:pt x="29712" y="5602"/>
                            <a:pt x="28093" y="3698"/>
                          </a:cubicBezTo>
                          <a:cubicBezTo>
                            <a:pt x="22950" y="-2018"/>
                            <a:pt x="13234" y="-970"/>
                            <a:pt x="6186" y="5888"/>
                          </a:cubicBezTo>
                          <a:cubicBezTo>
                            <a:pt x="-768" y="12841"/>
                            <a:pt x="-2101" y="23224"/>
                            <a:pt x="3423" y="29224"/>
                          </a:cubicBezTo>
                          <a:cubicBezTo>
                            <a:pt x="5138" y="31130"/>
                            <a:pt x="7424" y="32273"/>
                            <a:pt x="9805" y="32844"/>
                          </a:cubicBezTo>
                          <a:cubicBezTo>
                            <a:pt x="8948" y="27319"/>
                            <a:pt x="10948" y="21128"/>
                            <a:pt x="15520" y="1636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88" name="Forme libre : forme 12687">
                      <a:extLst>
                        <a:ext uri="{FF2B5EF4-FFF2-40B4-BE49-F238E27FC236}">
                          <a16:creationId xmlns:a16="http://schemas.microsoft.com/office/drawing/2014/main" id="{4CA15D16-82FB-43BF-8C7B-86508B9C47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94931" y="4030878"/>
                      <a:ext cx="14701" cy="14016"/>
                    </a:xfrm>
                    <a:custGeom>
                      <a:avLst/>
                      <a:gdLst>
                        <a:gd name="connsiteX0" fmla="*/ 4635 w 14701"/>
                        <a:gd name="connsiteY0" fmla="*/ 13754 h 14016"/>
                        <a:gd name="connsiteX1" fmla="*/ 540 w 14701"/>
                        <a:gd name="connsiteY1" fmla="*/ 5087 h 14016"/>
                        <a:gd name="connsiteX2" fmla="*/ 10160 w 14701"/>
                        <a:gd name="connsiteY2" fmla="*/ 229 h 14016"/>
                        <a:gd name="connsiteX3" fmla="*/ 14160 w 14701"/>
                        <a:gd name="connsiteY3" fmla="*/ 8897 h 14016"/>
                        <a:gd name="connsiteX4" fmla="*/ 4635 w 14701"/>
                        <a:gd name="connsiteY4" fmla="*/ 13754 h 14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01" h="14016">
                          <a:moveTo>
                            <a:pt x="4635" y="13754"/>
                          </a:moveTo>
                          <a:cubicBezTo>
                            <a:pt x="825" y="12707"/>
                            <a:pt x="-984" y="8801"/>
                            <a:pt x="540" y="5087"/>
                          </a:cubicBezTo>
                          <a:cubicBezTo>
                            <a:pt x="2064" y="1372"/>
                            <a:pt x="6445" y="-724"/>
                            <a:pt x="10160" y="229"/>
                          </a:cubicBezTo>
                          <a:cubicBezTo>
                            <a:pt x="13875" y="1277"/>
                            <a:pt x="15684" y="5087"/>
                            <a:pt x="14160" y="8897"/>
                          </a:cubicBezTo>
                          <a:cubicBezTo>
                            <a:pt x="12636" y="12611"/>
                            <a:pt x="8445" y="14802"/>
                            <a:pt x="4635" y="1375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89" name="Forme libre : forme 12688">
                      <a:extLst>
                        <a:ext uri="{FF2B5EF4-FFF2-40B4-BE49-F238E27FC236}">
                          <a16:creationId xmlns:a16="http://schemas.microsoft.com/office/drawing/2014/main" id="{1A5EB42D-08AD-48AB-BEB5-AC056FD684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06075" y="4034086"/>
                      <a:ext cx="5080" cy="5536"/>
                    </a:xfrm>
                    <a:custGeom>
                      <a:avLst/>
                      <a:gdLst>
                        <a:gd name="connsiteX0" fmla="*/ 540 w 5080"/>
                        <a:gd name="connsiteY0" fmla="*/ 4927 h 5536"/>
                        <a:gd name="connsiteX1" fmla="*/ 921 w 5080"/>
                        <a:gd name="connsiteY1" fmla="*/ 1022 h 5536"/>
                        <a:gd name="connsiteX2" fmla="*/ 4540 w 5080"/>
                        <a:gd name="connsiteY2" fmla="*/ 641 h 5536"/>
                        <a:gd name="connsiteX3" fmla="*/ 4159 w 5080"/>
                        <a:gd name="connsiteY3" fmla="*/ 4546 h 5536"/>
                        <a:gd name="connsiteX4" fmla="*/ 540 w 5080"/>
                        <a:gd name="connsiteY4" fmla="*/ 4927 h 5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80" h="5536">
                          <a:moveTo>
                            <a:pt x="540" y="4927"/>
                          </a:moveTo>
                          <a:cubicBezTo>
                            <a:pt x="-317" y="3974"/>
                            <a:pt x="-127" y="2260"/>
                            <a:pt x="921" y="1022"/>
                          </a:cubicBezTo>
                          <a:cubicBezTo>
                            <a:pt x="1969" y="-216"/>
                            <a:pt x="3683" y="-312"/>
                            <a:pt x="4540" y="641"/>
                          </a:cubicBezTo>
                          <a:cubicBezTo>
                            <a:pt x="5398" y="1593"/>
                            <a:pt x="5207" y="3308"/>
                            <a:pt x="4159" y="4546"/>
                          </a:cubicBezTo>
                          <a:cubicBezTo>
                            <a:pt x="3016" y="5689"/>
                            <a:pt x="1397" y="5879"/>
                            <a:pt x="540" y="49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690" name="Graphique 5">
                    <a:extLst>
                      <a:ext uri="{FF2B5EF4-FFF2-40B4-BE49-F238E27FC236}">
                        <a16:creationId xmlns:a16="http://schemas.microsoft.com/office/drawing/2014/main" id="{E7442B07-9AEC-4CDC-B2E3-D6395083179B}"/>
                      </a:ext>
                    </a:extLst>
                  </p:cNvPr>
                  <p:cNvGrpSpPr/>
                  <p:nvPr/>
                </p:nvGrpSpPr>
                <p:grpSpPr>
                  <a:xfrm>
                    <a:off x="2761780" y="4004953"/>
                    <a:ext cx="31959" cy="33208"/>
                    <a:chOff x="2761780" y="4004953"/>
                    <a:chExt cx="31959" cy="33208"/>
                  </a:xfrm>
                  <a:solidFill>
                    <a:schemeClr val="accent1"/>
                  </a:solidFill>
                </p:grpSpPr>
                <p:sp>
                  <p:nvSpPr>
                    <p:cNvPr id="12691" name="Forme libre : forme 12690">
                      <a:extLst>
                        <a:ext uri="{FF2B5EF4-FFF2-40B4-BE49-F238E27FC236}">
                          <a16:creationId xmlns:a16="http://schemas.microsoft.com/office/drawing/2014/main" id="{9E6AA725-FDEE-4B48-844A-92EBC50279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1875" y="4004953"/>
                      <a:ext cx="31864" cy="33208"/>
                    </a:xfrm>
                    <a:custGeom>
                      <a:avLst/>
                      <a:gdLst>
                        <a:gd name="connsiteX0" fmla="*/ 3115 w 31864"/>
                        <a:gd name="connsiteY0" fmla="*/ 28725 h 33208"/>
                        <a:gd name="connsiteX1" fmla="*/ 6735 w 31864"/>
                        <a:gd name="connsiteY1" fmla="*/ 5294 h 33208"/>
                        <a:gd name="connsiteX2" fmla="*/ 28833 w 31864"/>
                        <a:gd name="connsiteY2" fmla="*/ 4246 h 33208"/>
                        <a:gd name="connsiteX3" fmla="*/ 25594 w 31864"/>
                        <a:gd name="connsiteY3" fmla="*/ 27487 h 33208"/>
                        <a:gd name="connsiteX4" fmla="*/ 3115 w 31864"/>
                        <a:gd name="connsiteY4" fmla="*/ 28725 h 33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864" h="33208">
                          <a:moveTo>
                            <a:pt x="3115" y="28725"/>
                          </a:moveTo>
                          <a:cubicBezTo>
                            <a:pt x="-2218" y="22344"/>
                            <a:pt x="-504" y="11961"/>
                            <a:pt x="6735" y="5294"/>
                          </a:cubicBezTo>
                          <a:cubicBezTo>
                            <a:pt x="13974" y="-1278"/>
                            <a:pt x="23880" y="-1850"/>
                            <a:pt x="28833" y="4246"/>
                          </a:cubicBezTo>
                          <a:cubicBezTo>
                            <a:pt x="33786" y="10342"/>
                            <a:pt x="32643" y="20439"/>
                            <a:pt x="25594" y="27487"/>
                          </a:cubicBezTo>
                          <a:cubicBezTo>
                            <a:pt x="18736" y="34440"/>
                            <a:pt x="8354" y="35298"/>
                            <a:pt x="3115" y="2872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92" name="Forme libre : forme 12691">
                      <a:extLst>
                        <a:ext uri="{FF2B5EF4-FFF2-40B4-BE49-F238E27FC236}">
                          <a16:creationId xmlns:a16="http://schemas.microsoft.com/office/drawing/2014/main" id="{334D1DC6-5F7B-4501-AEB8-FB5BA54F02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1780" y="4005048"/>
                      <a:ext cx="31690" cy="32725"/>
                    </a:xfrm>
                    <a:custGeom>
                      <a:avLst/>
                      <a:gdLst>
                        <a:gd name="connsiteX0" fmla="*/ 15784 w 31690"/>
                        <a:gd name="connsiteY0" fmla="*/ 16343 h 32725"/>
                        <a:gd name="connsiteX1" fmla="*/ 31691 w 31690"/>
                        <a:gd name="connsiteY1" fmla="*/ 11294 h 32725"/>
                        <a:gd name="connsiteX2" fmla="*/ 28833 w 31690"/>
                        <a:gd name="connsiteY2" fmla="*/ 4246 h 32725"/>
                        <a:gd name="connsiteX3" fmla="*/ 6735 w 31690"/>
                        <a:gd name="connsiteY3" fmla="*/ 5294 h 32725"/>
                        <a:gd name="connsiteX4" fmla="*/ 3116 w 31690"/>
                        <a:gd name="connsiteY4" fmla="*/ 28725 h 32725"/>
                        <a:gd name="connsiteX5" fmla="*/ 9402 w 31690"/>
                        <a:gd name="connsiteY5" fmla="*/ 32726 h 32725"/>
                        <a:gd name="connsiteX6" fmla="*/ 15784 w 31690"/>
                        <a:gd name="connsiteY6" fmla="*/ 16343 h 32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90" h="32725">
                          <a:moveTo>
                            <a:pt x="15784" y="16343"/>
                          </a:moveTo>
                          <a:cubicBezTo>
                            <a:pt x="20642" y="11675"/>
                            <a:pt x="26642" y="10247"/>
                            <a:pt x="31691" y="11294"/>
                          </a:cubicBezTo>
                          <a:cubicBezTo>
                            <a:pt x="31309" y="8723"/>
                            <a:pt x="30452" y="6246"/>
                            <a:pt x="28833" y="4246"/>
                          </a:cubicBezTo>
                          <a:cubicBezTo>
                            <a:pt x="23880" y="-1850"/>
                            <a:pt x="14069" y="-1278"/>
                            <a:pt x="6735" y="5294"/>
                          </a:cubicBezTo>
                          <a:cubicBezTo>
                            <a:pt x="-504" y="11866"/>
                            <a:pt x="-2219" y="22343"/>
                            <a:pt x="3116" y="28725"/>
                          </a:cubicBezTo>
                          <a:cubicBezTo>
                            <a:pt x="4830" y="30725"/>
                            <a:pt x="7021" y="32059"/>
                            <a:pt x="9402" y="32726"/>
                          </a:cubicBezTo>
                          <a:cubicBezTo>
                            <a:pt x="8830" y="27011"/>
                            <a:pt x="11021" y="20819"/>
                            <a:pt x="15784" y="1634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93" name="Forme libre : forme 12692">
                      <a:extLst>
                        <a:ext uri="{FF2B5EF4-FFF2-40B4-BE49-F238E27FC236}">
                          <a16:creationId xmlns:a16="http://schemas.microsoft.com/office/drawing/2014/main" id="{347749B3-D3DF-4301-8F8D-CF494930BD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7071" y="4021119"/>
                      <a:ext cx="14929" cy="14096"/>
                    </a:xfrm>
                    <a:custGeom>
                      <a:avLst/>
                      <a:gdLst>
                        <a:gd name="connsiteX0" fmla="*/ 4397 w 14929"/>
                        <a:gd name="connsiteY0" fmla="*/ 13702 h 14096"/>
                        <a:gd name="connsiteX1" fmla="*/ 682 w 14929"/>
                        <a:gd name="connsiteY1" fmla="*/ 4749 h 14096"/>
                        <a:gd name="connsiteX2" fmla="*/ 10588 w 14929"/>
                        <a:gd name="connsiteY2" fmla="*/ 367 h 14096"/>
                        <a:gd name="connsiteX3" fmla="*/ 14303 w 14929"/>
                        <a:gd name="connsiteY3" fmla="*/ 9225 h 14096"/>
                        <a:gd name="connsiteX4" fmla="*/ 4397 w 14929"/>
                        <a:gd name="connsiteY4" fmla="*/ 13702 h 14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29" h="14096">
                          <a:moveTo>
                            <a:pt x="4397" y="13702"/>
                          </a:moveTo>
                          <a:cubicBezTo>
                            <a:pt x="587" y="12369"/>
                            <a:pt x="-1032" y="8368"/>
                            <a:pt x="682" y="4749"/>
                          </a:cubicBezTo>
                          <a:cubicBezTo>
                            <a:pt x="2397" y="1129"/>
                            <a:pt x="6873" y="-871"/>
                            <a:pt x="10588" y="367"/>
                          </a:cubicBezTo>
                          <a:cubicBezTo>
                            <a:pt x="14303" y="1606"/>
                            <a:pt x="15922" y="5606"/>
                            <a:pt x="14303" y="9225"/>
                          </a:cubicBezTo>
                          <a:cubicBezTo>
                            <a:pt x="12684" y="12845"/>
                            <a:pt x="8112" y="15036"/>
                            <a:pt x="4397" y="1370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94" name="Forme libre : forme 12693">
                      <a:extLst>
                        <a:ext uri="{FF2B5EF4-FFF2-40B4-BE49-F238E27FC236}">
                          <a16:creationId xmlns:a16="http://schemas.microsoft.com/office/drawing/2014/main" id="{E5EF4941-D943-40C6-8D13-4C26D5790D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8303" y="4024699"/>
                      <a:ext cx="5222" cy="5476"/>
                    </a:xfrm>
                    <a:custGeom>
                      <a:avLst/>
                      <a:gdLst>
                        <a:gd name="connsiteX0" fmla="*/ 498 w 5222"/>
                        <a:gd name="connsiteY0" fmla="*/ 4788 h 5476"/>
                        <a:gd name="connsiteX1" fmla="*/ 1070 w 5222"/>
                        <a:gd name="connsiteY1" fmla="*/ 883 h 5476"/>
                        <a:gd name="connsiteX2" fmla="*/ 4689 w 5222"/>
                        <a:gd name="connsiteY2" fmla="*/ 692 h 5476"/>
                        <a:gd name="connsiteX3" fmla="*/ 4213 w 5222"/>
                        <a:gd name="connsiteY3" fmla="*/ 4502 h 5476"/>
                        <a:gd name="connsiteX4" fmla="*/ 498 w 5222"/>
                        <a:gd name="connsiteY4" fmla="*/ 4788 h 5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22" h="5476">
                          <a:moveTo>
                            <a:pt x="498" y="4788"/>
                          </a:moveTo>
                          <a:cubicBezTo>
                            <a:pt x="-359" y="3740"/>
                            <a:pt x="-73" y="2026"/>
                            <a:pt x="1070" y="883"/>
                          </a:cubicBezTo>
                          <a:cubicBezTo>
                            <a:pt x="2213" y="-260"/>
                            <a:pt x="3832" y="-260"/>
                            <a:pt x="4689" y="692"/>
                          </a:cubicBezTo>
                          <a:cubicBezTo>
                            <a:pt x="5547" y="1645"/>
                            <a:pt x="5356" y="3359"/>
                            <a:pt x="4213" y="4502"/>
                          </a:cubicBezTo>
                          <a:cubicBezTo>
                            <a:pt x="3070" y="5645"/>
                            <a:pt x="1356" y="5836"/>
                            <a:pt x="498" y="478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695" name="Graphique 5">
                    <a:extLst>
                      <a:ext uri="{FF2B5EF4-FFF2-40B4-BE49-F238E27FC236}">
                        <a16:creationId xmlns:a16="http://schemas.microsoft.com/office/drawing/2014/main" id="{386D238B-A782-4952-B171-9D99F92919F7}"/>
                      </a:ext>
                    </a:extLst>
                  </p:cNvPr>
                  <p:cNvGrpSpPr/>
                  <p:nvPr/>
                </p:nvGrpSpPr>
                <p:grpSpPr>
                  <a:xfrm>
                    <a:off x="2730193" y="4004721"/>
                    <a:ext cx="32558" cy="33089"/>
                    <a:chOff x="2730193" y="4004721"/>
                    <a:chExt cx="32558" cy="33089"/>
                  </a:xfrm>
                  <a:solidFill>
                    <a:schemeClr val="accent1"/>
                  </a:solidFill>
                </p:grpSpPr>
                <p:sp>
                  <p:nvSpPr>
                    <p:cNvPr id="12696" name="Forme libre : forme 12695">
                      <a:extLst>
                        <a:ext uri="{FF2B5EF4-FFF2-40B4-BE49-F238E27FC236}">
                          <a16:creationId xmlns:a16="http://schemas.microsoft.com/office/drawing/2014/main" id="{30540924-FE79-49DD-A6D8-CC11CAAEDC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0193" y="4004721"/>
                      <a:ext cx="32558" cy="33089"/>
                    </a:xfrm>
                    <a:custGeom>
                      <a:avLst/>
                      <a:gdLst>
                        <a:gd name="connsiteX0" fmla="*/ 2889 w 32558"/>
                        <a:gd name="connsiteY0" fmla="*/ 28290 h 33089"/>
                        <a:gd name="connsiteX1" fmla="*/ 7175 w 32558"/>
                        <a:gd name="connsiteY1" fmla="*/ 4668 h 33089"/>
                        <a:gd name="connsiteX2" fmla="*/ 29559 w 32558"/>
                        <a:gd name="connsiteY2" fmla="*/ 4764 h 33089"/>
                        <a:gd name="connsiteX3" fmla="*/ 25844 w 32558"/>
                        <a:gd name="connsiteY3" fmla="*/ 28100 h 33089"/>
                        <a:gd name="connsiteX4" fmla="*/ 2889 w 32558"/>
                        <a:gd name="connsiteY4" fmla="*/ 28290 h 33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558" h="33089">
                          <a:moveTo>
                            <a:pt x="2889" y="28290"/>
                          </a:moveTo>
                          <a:cubicBezTo>
                            <a:pt x="-2255" y="21432"/>
                            <a:pt x="-350" y="10955"/>
                            <a:pt x="7175" y="4668"/>
                          </a:cubicBezTo>
                          <a:cubicBezTo>
                            <a:pt x="14795" y="-1713"/>
                            <a:pt x="24510" y="-1428"/>
                            <a:pt x="29559" y="4764"/>
                          </a:cubicBezTo>
                          <a:cubicBezTo>
                            <a:pt x="34702" y="10955"/>
                            <a:pt x="33083" y="21432"/>
                            <a:pt x="25844" y="28100"/>
                          </a:cubicBezTo>
                          <a:cubicBezTo>
                            <a:pt x="18795" y="34672"/>
                            <a:pt x="8413" y="34767"/>
                            <a:pt x="2889" y="2829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97" name="Forme libre : forme 12696">
                      <a:extLst>
                        <a:ext uri="{FF2B5EF4-FFF2-40B4-BE49-F238E27FC236}">
                          <a16:creationId xmlns:a16="http://schemas.microsoft.com/office/drawing/2014/main" id="{2D1B2555-4322-4B9B-B104-3E5B5BA213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0288" y="4004721"/>
                      <a:ext cx="32416" cy="32386"/>
                    </a:xfrm>
                    <a:custGeom>
                      <a:avLst/>
                      <a:gdLst>
                        <a:gd name="connsiteX0" fmla="*/ 15938 w 32416"/>
                        <a:gd name="connsiteY0" fmla="*/ 16384 h 32386"/>
                        <a:gd name="connsiteX1" fmla="*/ 32416 w 32416"/>
                        <a:gd name="connsiteY1" fmla="*/ 11907 h 32386"/>
                        <a:gd name="connsiteX2" fmla="*/ 29559 w 32416"/>
                        <a:gd name="connsiteY2" fmla="*/ 4764 h 32386"/>
                        <a:gd name="connsiteX3" fmla="*/ 7175 w 32416"/>
                        <a:gd name="connsiteY3" fmla="*/ 4668 h 32386"/>
                        <a:gd name="connsiteX4" fmla="*/ 2889 w 32416"/>
                        <a:gd name="connsiteY4" fmla="*/ 28290 h 32386"/>
                        <a:gd name="connsiteX5" fmla="*/ 9366 w 32416"/>
                        <a:gd name="connsiteY5" fmla="*/ 32386 h 32386"/>
                        <a:gd name="connsiteX6" fmla="*/ 15938 w 32416"/>
                        <a:gd name="connsiteY6" fmla="*/ 16384 h 32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416" h="32386">
                          <a:moveTo>
                            <a:pt x="15938" y="16384"/>
                          </a:moveTo>
                          <a:cubicBezTo>
                            <a:pt x="20986" y="11907"/>
                            <a:pt x="27273" y="10479"/>
                            <a:pt x="32416" y="11907"/>
                          </a:cubicBezTo>
                          <a:cubicBezTo>
                            <a:pt x="32130" y="9240"/>
                            <a:pt x="31273" y="6764"/>
                            <a:pt x="29559" y="4764"/>
                          </a:cubicBezTo>
                          <a:cubicBezTo>
                            <a:pt x="24415" y="-1428"/>
                            <a:pt x="14700" y="-1713"/>
                            <a:pt x="7175" y="4668"/>
                          </a:cubicBezTo>
                          <a:cubicBezTo>
                            <a:pt x="-350" y="10955"/>
                            <a:pt x="-2255" y="21528"/>
                            <a:pt x="2889" y="28290"/>
                          </a:cubicBezTo>
                          <a:cubicBezTo>
                            <a:pt x="4603" y="30386"/>
                            <a:pt x="6889" y="31624"/>
                            <a:pt x="9366" y="32386"/>
                          </a:cubicBezTo>
                          <a:cubicBezTo>
                            <a:pt x="8699" y="26862"/>
                            <a:pt x="10985" y="20670"/>
                            <a:pt x="15938" y="1638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98" name="Forme libre : forme 12697">
                      <a:extLst>
                        <a:ext uri="{FF2B5EF4-FFF2-40B4-BE49-F238E27FC236}">
                          <a16:creationId xmlns:a16="http://schemas.microsoft.com/office/drawing/2014/main" id="{2A0A7633-DAB6-413C-899B-C24EC701C1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5349" y="4020737"/>
                      <a:ext cx="15352" cy="13950"/>
                    </a:xfrm>
                    <a:custGeom>
                      <a:avLst/>
                      <a:gdLst>
                        <a:gd name="connsiteX0" fmla="*/ 4495 w 15352"/>
                        <a:gd name="connsiteY0" fmla="*/ 13512 h 13950"/>
                        <a:gd name="connsiteX1" fmla="*/ 780 w 15352"/>
                        <a:gd name="connsiteY1" fmla="*/ 4369 h 13950"/>
                        <a:gd name="connsiteX2" fmla="*/ 10877 w 15352"/>
                        <a:gd name="connsiteY2" fmla="*/ 463 h 13950"/>
                        <a:gd name="connsiteX3" fmla="*/ 14687 w 15352"/>
                        <a:gd name="connsiteY3" fmla="*/ 9417 h 13950"/>
                        <a:gd name="connsiteX4" fmla="*/ 4495 w 15352"/>
                        <a:gd name="connsiteY4" fmla="*/ 13512 h 13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2" h="13950">
                          <a:moveTo>
                            <a:pt x="4495" y="13512"/>
                          </a:moveTo>
                          <a:cubicBezTo>
                            <a:pt x="590" y="12179"/>
                            <a:pt x="-1125" y="7988"/>
                            <a:pt x="780" y="4369"/>
                          </a:cubicBezTo>
                          <a:cubicBezTo>
                            <a:pt x="2685" y="749"/>
                            <a:pt x="7067" y="-870"/>
                            <a:pt x="10877" y="463"/>
                          </a:cubicBezTo>
                          <a:cubicBezTo>
                            <a:pt x="14687" y="1797"/>
                            <a:pt x="16401" y="5797"/>
                            <a:pt x="14687" y="9417"/>
                          </a:cubicBezTo>
                          <a:cubicBezTo>
                            <a:pt x="12877" y="13036"/>
                            <a:pt x="8400" y="14846"/>
                            <a:pt x="4495" y="1351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99" name="Forme libre : forme 12698">
                      <a:extLst>
                        <a:ext uri="{FF2B5EF4-FFF2-40B4-BE49-F238E27FC236}">
                          <a16:creationId xmlns:a16="http://schemas.microsoft.com/office/drawing/2014/main" id="{077AC5D7-BC2A-498F-962A-F8506E0387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6966" y="4024557"/>
                      <a:ext cx="5378" cy="5384"/>
                    </a:xfrm>
                    <a:custGeom>
                      <a:avLst/>
                      <a:gdLst>
                        <a:gd name="connsiteX0" fmla="*/ 498 w 5378"/>
                        <a:gd name="connsiteY0" fmla="*/ 4645 h 5384"/>
                        <a:gd name="connsiteX1" fmla="*/ 1070 w 5378"/>
                        <a:gd name="connsiteY1" fmla="*/ 835 h 5384"/>
                        <a:gd name="connsiteX2" fmla="*/ 4880 w 5378"/>
                        <a:gd name="connsiteY2" fmla="*/ 740 h 5384"/>
                        <a:gd name="connsiteX3" fmla="*/ 4308 w 5378"/>
                        <a:gd name="connsiteY3" fmla="*/ 4550 h 5384"/>
                        <a:gd name="connsiteX4" fmla="*/ 498 w 5378"/>
                        <a:gd name="connsiteY4" fmla="*/ 4645 h 5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78" h="5384">
                          <a:moveTo>
                            <a:pt x="498" y="4645"/>
                          </a:moveTo>
                          <a:cubicBezTo>
                            <a:pt x="-359" y="3597"/>
                            <a:pt x="-73" y="1883"/>
                            <a:pt x="1070" y="835"/>
                          </a:cubicBezTo>
                          <a:cubicBezTo>
                            <a:pt x="2308" y="-213"/>
                            <a:pt x="3927" y="-308"/>
                            <a:pt x="4880" y="740"/>
                          </a:cubicBezTo>
                          <a:cubicBezTo>
                            <a:pt x="5737" y="1788"/>
                            <a:pt x="5451" y="3502"/>
                            <a:pt x="4308" y="4550"/>
                          </a:cubicBezTo>
                          <a:cubicBezTo>
                            <a:pt x="2975" y="5598"/>
                            <a:pt x="1356" y="5693"/>
                            <a:pt x="498" y="46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700" name="Graphique 5">
                  <a:extLst>
                    <a:ext uri="{FF2B5EF4-FFF2-40B4-BE49-F238E27FC236}">
                      <a16:creationId xmlns:a16="http://schemas.microsoft.com/office/drawing/2014/main" id="{41B308D3-1CBA-40EB-8361-6DADDDCA4702}"/>
                    </a:ext>
                  </a:extLst>
                </p:cNvPr>
                <p:cNvGrpSpPr/>
                <p:nvPr/>
              </p:nvGrpSpPr>
              <p:grpSpPr>
                <a:xfrm>
                  <a:off x="2642667" y="4079255"/>
                  <a:ext cx="102624" cy="43314"/>
                  <a:chOff x="2642667" y="4079255"/>
                  <a:chExt cx="102624" cy="43314"/>
                </a:xfrm>
                <a:solidFill>
                  <a:schemeClr val="accent1"/>
                </a:solidFill>
              </p:grpSpPr>
              <p:grpSp>
                <p:nvGrpSpPr>
                  <p:cNvPr id="12701" name="Graphique 5">
                    <a:extLst>
                      <a:ext uri="{FF2B5EF4-FFF2-40B4-BE49-F238E27FC236}">
                        <a16:creationId xmlns:a16="http://schemas.microsoft.com/office/drawing/2014/main" id="{4E76B0D8-E15F-4B50-B959-6993BF8E5CD2}"/>
                      </a:ext>
                    </a:extLst>
                  </p:cNvPr>
                  <p:cNvGrpSpPr/>
                  <p:nvPr/>
                </p:nvGrpSpPr>
                <p:grpSpPr>
                  <a:xfrm>
                    <a:off x="2711188" y="4081009"/>
                    <a:ext cx="34103" cy="34596"/>
                    <a:chOff x="2711188" y="4081009"/>
                    <a:chExt cx="34103" cy="34596"/>
                  </a:xfrm>
                  <a:solidFill>
                    <a:schemeClr val="accent1"/>
                  </a:solidFill>
                </p:grpSpPr>
                <p:sp>
                  <p:nvSpPr>
                    <p:cNvPr id="12702" name="Forme libre : forme 12701">
                      <a:extLst>
                        <a:ext uri="{FF2B5EF4-FFF2-40B4-BE49-F238E27FC236}">
                          <a16:creationId xmlns:a16="http://schemas.microsoft.com/office/drawing/2014/main" id="{471D4B37-643A-46C7-A792-E4BE65603C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11188" y="4081104"/>
                      <a:ext cx="34103" cy="34501"/>
                    </a:xfrm>
                    <a:custGeom>
                      <a:avLst/>
                      <a:gdLst>
                        <a:gd name="connsiteX0" fmla="*/ 8749 w 34103"/>
                        <a:gd name="connsiteY0" fmla="*/ 32870 h 34501"/>
                        <a:gd name="connsiteX1" fmla="*/ 2367 w 34103"/>
                        <a:gd name="connsiteY1" fmla="*/ 9629 h 34501"/>
                        <a:gd name="connsiteX2" fmla="*/ 25513 w 34103"/>
                        <a:gd name="connsiteY2" fmla="*/ 1723 h 34501"/>
                        <a:gd name="connsiteX3" fmla="*/ 31990 w 34103"/>
                        <a:gd name="connsiteY3" fmla="*/ 24393 h 34501"/>
                        <a:gd name="connsiteX4" fmla="*/ 8749 w 34103"/>
                        <a:gd name="connsiteY4" fmla="*/ 32870 h 345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103" h="34501">
                          <a:moveTo>
                            <a:pt x="8749" y="32870"/>
                          </a:moveTo>
                          <a:cubicBezTo>
                            <a:pt x="176" y="28965"/>
                            <a:pt x="-2395" y="18106"/>
                            <a:pt x="2367" y="9629"/>
                          </a:cubicBezTo>
                          <a:cubicBezTo>
                            <a:pt x="7225" y="1057"/>
                            <a:pt x="17607" y="-2372"/>
                            <a:pt x="25513" y="1723"/>
                          </a:cubicBezTo>
                          <a:cubicBezTo>
                            <a:pt x="33609" y="5533"/>
                            <a:pt x="36467" y="15630"/>
                            <a:pt x="31990" y="24393"/>
                          </a:cubicBezTo>
                          <a:cubicBezTo>
                            <a:pt x="27513" y="33061"/>
                            <a:pt x="17226" y="36966"/>
                            <a:pt x="8749" y="3287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03" name="Forme libre : forme 12702">
                      <a:extLst>
                        <a:ext uri="{FF2B5EF4-FFF2-40B4-BE49-F238E27FC236}">
                          <a16:creationId xmlns:a16="http://schemas.microsoft.com/office/drawing/2014/main" id="{0C80DB84-BE34-4232-87D2-D08878B068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11188" y="4081009"/>
                      <a:ext cx="31608" cy="34440"/>
                    </a:xfrm>
                    <a:custGeom>
                      <a:avLst/>
                      <a:gdLst>
                        <a:gd name="connsiteX0" fmla="*/ 16655 w 31608"/>
                        <a:gd name="connsiteY0" fmla="*/ 17249 h 34440"/>
                        <a:gd name="connsiteX1" fmla="*/ 31609 w 31608"/>
                        <a:gd name="connsiteY1" fmla="*/ 7248 h 34440"/>
                        <a:gd name="connsiteX2" fmla="*/ 25513 w 31608"/>
                        <a:gd name="connsiteY2" fmla="*/ 1723 h 34440"/>
                        <a:gd name="connsiteX3" fmla="*/ 2367 w 31608"/>
                        <a:gd name="connsiteY3" fmla="*/ 9629 h 34440"/>
                        <a:gd name="connsiteX4" fmla="*/ 8749 w 31608"/>
                        <a:gd name="connsiteY4" fmla="*/ 32870 h 34440"/>
                        <a:gd name="connsiteX5" fmla="*/ 17131 w 31608"/>
                        <a:gd name="connsiteY5" fmla="*/ 34394 h 34440"/>
                        <a:gd name="connsiteX6" fmla="*/ 16655 w 31608"/>
                        <a:gd name="connsiteY6" fmla="*/ 17249 h 344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08" h="34440">
                          <a:moveTo>
                            <a:pt x="16655" y="17249"/>
                          </a:moveTo>
                          <a:cubicBezTo>
                            <a:pt x="19798" y="11344"/>
                            <a:pt x="25703" y="7819"/>
                            <a:pt x="31609" y="7248"/>
                          </a:cubicBezTo>
                          <a:cubicBezTo>
                            <a:pt x="30180" y="4962"/>
                            <a:pt x="28180" y="2962"/>
                            <a:pt x="25513" y="1723"/>
                          </a:cubicBezTo>
                          <a:cubicBezTo>
                            <a:pt x="17607" y="-2372"/>
                            <a:pt x="7320" y="1057"/>
                            <a:pt x="2367" y="9629"/>
                          </a:cubicBezTo>
                          <a:cubicBezTo>
                            <a:pt x="-2395" y="18106"/>
                            <a:pt x="176" y="28965"/>
                            <a:pt x="8749" y="32870"/>
                          </a:cubicBezTo>
                          <a:cubicBezTo>
                            <a:pt x="11416" y="34204"/>
                            <a:pt x="14273" y="34585"/>
                            <a:pt x="17131" y="34394"/>
                          </a:cubicBezTo>
                          <a:cubicBezTo>
                            <a:pt x="13988" y="29536"/>
                            <a:pt x="13511" y="23060"/>
                            <a:pt x="16655" y="1724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04" name="Forme libre : forme 12703">
                      <a:extLst>
                        <a:ext uri="{FF2B5EF4-FFF2-40B4-BE49-F238E27FC236}">
                          <a16:creationId xmlns:a16="http://schemas.microsoft.com/office/drawing/2014/main" id="{42F7B12A-AE89-4806-B035-26F7358EF3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19263" y="4098446"/>
                      <a:ext cx="16582" cy="14291"/>
                    </a:xfrm>
                    <a:custGeom>
                      <a:avLst/>
                      <a:gdLst>
                        <a:gd name="connsiteX0" fmla="*/ 8008 w 16582"/>
                        <a:gd name="connsiteY0" fmla="*/ 14290 h 14291"/>
                        <a:gd name="connsiteX1" fmla="*/ 7 w 16582"/>
                        <a:gd name="connsiteY1" fmla="*/ 7336 h 14291"/>
                        <a:gd name="connsiteX2" fmla="*/ 8675 w 16582"/>
                        <a:gd name="connsiteY2" fmla="*/ 2 h 14291"/>
                        <a:gd name="connsiteX3" fmla="*/ 16581 w 16582"/>
                        <a:gd name="connsiteY3" fmla="*/ 6860 h 14291"/>
                        <a:gd name="connsiteX4" fmla="*/ 8008 w 16582"/>
                        <a:gd name="connsiteY4" fmla="*/ 14290 h 14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82" h="14291">
                          <a:moveTo>
                            <a:pt x="8008" y="14290"/>
                          </a:moveTo>
                          <a:cubicBezTo>
                            <a:pt x="3436" y="14385"/>
                            <a:pt x="-183" y="11242"/>
                            <a:pt x="7" y="7336"/>
                          </a:cubicBezTo>
                          <a:cubicBezTo>
                            <a:pt x="198" y="3431"/>
                            <a:pt x="4103" y="97"/>
                            <a:pt x="8675" y="2"/>
                          </a:cubicBezTo>
                          <a:cubicBezTo>
                            <a:pt x="13247" y="-93"/>
                            <a:pt x="16676" y="2955"/>
                            <a:pt x="16581" y="6860"/>
                          </a:cubicBezTo>
                          <a:cubicBezTo>
                            <a:pt x="16295" y="10765"/>
                            <a:pt x="12580" y="14194"/>
                            <a:pt x="8008" y="1429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05" name="Forme libre : forme 12704">
                      <a:extLst>
                        <a:ext uri="{FF2B5EF4-FFF2-40B4-BE49-F238E27FC236}">
                          <a16:creationId xmlns:a16="http://schemas.microsoft.com/office/drawing/2014/main" id="{2E254A43-76E8-4DBA-8771-6BE2A44F00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1216" y="4099903"/>
                      <a:ext cx="5593" cy="5663"/>
                    </a:xfrm>
                    <a:custGeom>
                      <a:avLst/>
                      <a:gdLst>
                        <a:gd name="connsiteX0" fmla="*/ 1484 w 5593"/>
                        <a:gd name="connsiteY0" fmla="*/ 5403 h 5663"/>
                        <a:gd name="connsiteX1" fmla="*/ 341 w 5593"/>
                        <a:gd name="connsiteY1" fmla="*/ 1688 h 5663"/>
                        <a:gd name="connsiteX2" fmla="*/ 4151 w 5593"/>
                        <a:gd name="connsiteY2" fmla="*/ 260 h 5663"/>
                        <a:gd name="connsiteX3" fmla="*/ 5294 w 5593"/>
                        <a:gd name="connsiteY3" fmla="*/ 3974 h 5663"/>
                        <a:gd name="connsiteX4" fmla="*/ 1484 w 5593"/>
                        <a:gd name="connsiteY4" fmla="*/ 5403 h 56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93" h="5663">
                          <a:moveTo>
                            <a:pt x="1484" y="5403"/>
                          </a:moveTo>
                          <a:cubicBezTo>
                            <a:pt x="151" y="4737"/>
                            <a:pt x="-421" y="3117"/>
                            <a:pt x="341" y="1688"/>
                          </a:cubicBezTo>
                          <a:cubicBezTo>
                            <a:pt x="1103" y="260"/>
                            <a:pt x="2818" y="-407"/>
                            <a:pt x="4151" y="260"/>
                          </a:cubicBezTo>
                          <a:cubicBezTo>
                            <a:pt x="5485" y="927"/>
                            <a:pt x="5961" y="2546"/>
                            <a:pt x="5294" y="3974"/>
                          </a:cubicBezTo>
                          <a:cubicBezTo>
                            <a:pt x="4532" y="5403"/>
                            <a:pt x="2818" y="6070"/>
                            <a:pt x="1484" y="540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706" name="Graphique 5">
                    <a:extLst>
                      <a:ext uri="{FF2B5EF4-FFF2-40B4-BE49-F238E27FC236}">
                        <a16:creationId xmlns:a16="http://schemas.microsoft.com/office/drawing/2014/main" id="{566555BC-432A-43F4-AB8E-2965CAC928EF}"/>
                      </a:ext>
                    </a:extLst>
                  </p:cNvPr>
                  <p:cNvGrpSpPr/>
                  <p:nvPr/>
                </p:nvGrpSpPr>
                <p:grpSpPr>
                  <a:xfrm>
                    <a:off x="2676845" y="4079255"/>
                    <a:ext cx="34714" cy="34771"/>
                    <a:chOff x="2676845" y="4079255"/>
                    <a:chExt cx="34714" cy="34771"/>
                  </a:xfrm>
                  <a:solidFill>
                    <a:schemeClr val="accent1"/>
                  </a:solidFill>
                </p:grpSpPr>
                <p:sp>
                  <p:nvSpPr>
                    <p:cNvPr id="12707" name="Forme libre : forme 12706">
                      <a:extLst>
                        <a:ext uri="{FF2B5EF4-FFF2-40B4-BE49-F238E27FC236}">
                          <a16:creationId xmlns:a16="http://schemas.microsoft.com/office/drawing/2014/main" id="{5D40FA83-8D9E-40F0-ACE3-03C29E8675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6845" y="4079255"/>
                      <a:ext cx="34714" cy="34771"/>
                    </a:xfrm>
                    <a:custGeom>
                      <a:avLst/>
                      <a:gdLst>
                        <a:gd name="connsiteX0" fmla="*/ 8707 w 34714"/>
                        <a:gd name="connsiteY0" fmla="*/ 32719 h 34771"/>
                        <a:gd name="connsiteX1" fmla="*/ 2611 w 34714"/>
                        <a:gd name="connsiteY1" fmla="*/ 9002 h 34771"/>
                        <a:gd name="connsiteX2" fmla="*/ 26424 w 34714"/>
                        <a:gd name="connsiteY2" fmla="*/ 1953 h 34771"/>
                        <a:gd name="connsiteX3" fmla="*/ 32329 w 34714"/>
                        <a:gd name="connsiteY3" fmla="*/ 25385 h 34771"/>
                        <a:gd name="connsiteX4" fmla="*/ 8707 w 34714"/>
                        <a:gd name="connsiteY4" fmla="*/ 32719 h 34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714" h="34771">
                          <a:moveTo>
                            <a:pt x="8707" y="32719"/>
                          </a:moveTo>
                          <a:cubicBezTo>
                            <a:pt x="325" y="28052"/>
                            <a:pt x="-2627" y="17574"/>
                            <a:pt x="2611" y="9002"/>
                          </a:cubicBezTo>
                          <a:cubicBezTo>
                            <a:pt x="7755" y="620"/>
                            <a:pt x="18328" y="-2333"/>
                            <a:pt x="26424" y="1953"/>
                          </a:cubicBezTo>
                          <a:cubicBezTo>
                            <a:pt x="34520" y="6239"/>
                            <a:pt x="37092" y="16717"/>
                            <a:pt x="32329" y="25385"/>
                          </a:cubicBezTo>
                          <a:cubicBezTo>
                            <a:pt x="27662" y="33957"/>
                            <a:pt x="17089" y="37291"/>
                            <a:pt x="8707" y="3271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08" name="Forme libre : forme 12707">
                      <a:extLst>
                        <a:ext uri="{FF2B5EF4-FFF2-40B4-BE49-F238E27FC236}">
                          <a16:creationId xmlns:a16="http://schemas.microsoft.com/office/drawing/2014/main" id="{CA00C579-D4C2-48AA-A1F7-23D113D53F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6845" y="4079316"/>
                      <a:ext cx="32424" cy="34667"/>
                    </a:xfrm>
                    <a:custGeom>
                      <a:avLst/>
                      <a:gdLst>
                        <a:gd name="connsiteX0" fmla="*/ 17089 w 32424"/>
                        <a:gd name="connsiteY0" fmla="*/ 17132 h 34667"/>
                        <a:gd name="connsiteX1" fmla="*/ 32424 w 32424"/>
                        <a:gd name="connsiteY1" fmla="*/ 7893 h 34667"/>
                        <a:gd name="connsiteX2" fmla="*/ 26424 w 32424"/>
                        <a:gd name="connsiteY2" fmla="*/ 1892 h 34667"/>
                        <a:gd name="connsiteX3" fmla="*/ 2611 w 32424"/>
                        <a:gd name="connsiteY3" fmla="*/ 8941 h 34667"/>
                        <a:gd name="connsiteX4" fmla="*/ 8707 w 32424"/>
                        <a:gd name="connsiteY4" fmla="*/ 32658 h 34667"/>
                        <a:gd name="connsiteX5" fmla="*/ 17089 w 32424"/>
                        <a:gd name="connsiteY5" fmla="*/ 34658 h 34667"/>
                        <a:gd name="connsiteX6" fmla="*/ 17089 w 32424"/>
                        <a:gd name="connsiteY6" fmla="*/ 17132 h 34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424" h="34667">
                          <a:moveTo>
                            <a:pt x="17089" y="17132"/>
                          </a:moveTo>
                          <a:cubicBezTo>
                            <a:pt x="20423" y="11322"/>
                            <a:pt x="26424" y="8084"/>
                            <a:pt x="32424" y="7893"/>
                          </a:cubicBezTo>
                          <a:cubicBezTo>
                            <a:pt x="30996" y="5417"/>
                            <a:pt x="28995" y="3321"/>
                            <a:pt x="26424" y="1892"/>
                          </a:cubicBezTo>
                          <a:cubicBezTo>
                            <a:pt x="18328" y="-2299"/>
                            <a:pt x="7660" y="654"/>
                            <a:pt x="2611" y="8941"/>
                          </a:cubicBezTo>
                          <a:cubicBezTo>
                            <a:pt x="-2627" y="17418"/>
                            <a:pt x="325" y="27991"/>
                            <a:pt x="8707" y="32658"/>
                          </a:cubicBezTo>
                          <a:cubicBezTo>
                            <a:pt x="11374" y="34087"/>
                            <a:pt x="14232" y="34754"/>
                            <a:pt x="17089" y="34658"/>
                          </a:cubicBezTo>
                          <a:cubicBezTo>
                            <a:pt x="14041" y="29420"/>
                            <a:pt x="13851" y="22847"/>
                            <a:pt x="17089" y="1713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09" name="Forme libre : forme 12708">
                      <a:extLst>
                        <a:ext uri="{FF2B5EF4-FFF2-40B4-BE49-F238E27FC236}">
                          <a16:creationId xmlns:a16="http://schemas.microsoft.com/office/drawing/2014/main" id="{F64B9B9D-AC14-46B0-A24E-A24D133EE9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5060" y="4096631"/>
                      <a:ext cx="16606" cy="14488"/>
                    </a:xfrm>
                    <a:custGeom>
                      <a:avLst/>
                      <a:gdLst>
                        <a:gd name="connsiteX0" fmla="*/ 7922 w 16606"/>
                        <a:gd name="connsiteY0" fmla="*/ 14486 h 14488"/>
                        <a:gd name="connsiteX1" fmla="*/ 16 w 16606"/>
                        <a:gd name="connsiteY1" fmla="*/ 6961 h 14488"/>
                        <a:gd name="connsiteX2" fmla="*/ 8874 w 16606"/>
                        <a:gd name="connsiteY2" fmla="*/ 8 h 14488"/>
                        <a:gd name="connsiteX3" fmla="*/ 16589 w 16606"/>
                        <a:gd name="connsiteY3" fmla="*/ 7438 h 14488"/>
                        <a:gd name="connsiteX4" fmla="*/ 7922 w 16606"/>
                        <a:gd name="connsiteY4" fmla="*/ 14486 h 144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06" h="14488">
                          <a:moveTo>
                            <a:pt x="7922" y="14486"/>
                          </a:moveTo>
                          <a:cubicBezTo>
                            <a:pt x="3349" y="14391"/>
                            <a:pt x="-270" y="10962"/>
                            <a:pt x="16" y="6961"/>
                          </a:cubicBezTo>
                          <a:cubicBezTo>
                            <a:pt x="302" y="2961"/>
                            <a:pt x="4302" y="-182"/>
                            <a:pt x="8874" y="8"/>
                          </a:cubicBezTo>
                          <a:cubicBezTo>
                            <a:pt x="13446" y="103"/>
                            <a:pt x="16875" y="3437"/>
                            <a:pt x="16589" y="7438"/>
                          </a:cubicBezTo>
                          <a:cubicBezTo>
                            <a:pt x="16399" y="11438"/>
                            <a:pt x="12494" y="14581"/>
                            <a:pt x="7922" y="1448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10" name="Forme libre : forme 12709">
                      <a:extLst>
                        <a:ext uri="{FF2B5EF4-FFF2-40B4-BE49-F238E27FC236}">
                          <a16:creationId xmlns:a16="http://schemas.microsoft.com/office/drawing/2014/main" id="{DDA83F4A-5549-4083-AB9E-9DBDA86393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97285" y="4098438"/>
                      <a:ext cx="5680" cy="5778"/>
                    </a:xfrm>
                    <a:custGeom>
                      <a:avLst/>
                      <a:gdLst>
                        <a:gd name="connsiteX0" fmla="*/ 1411 w 5680"/>
                        <a:gd name="connsiteY0" fmla="*/ 5440 h 5778"/>
                        <a:gd name="connsiteX1" fmla="*/ 364 w 5680"/>
                        <a:gd name="connsiteY1" fmla="*/ 1535 h 5778"/>
                        <a:gd name="connsiteX2" fmla="*/ 4269 w 5680"/>
                        <a:gd name="connsiteY2" fmla="*/ 297 h 5778"/>
                        <a:gd name="connsiteX3" fmla="*/ 5317 w 5680"/>
                        <a:gd name="connsiteY3" fmla="*/ 4202 h 5778"/>
                        <a:gd name="connsiteX4" fmla="*/ 1411 w 5680"/>
                        <a:gd name="connsiteY4" fmla="*/ 5440 h 57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80" h="5778">
                          <a:moveTo>
                            <a:pt x="1411" y="5440"/>
                          </a:moveTo>
                          <a:cubicBezTo>
                            <a:pt x="78" y="4678"/>
                            <a:pt x="-398" y="2964"/>
                            <a:pt x="364" y="1535"/>
                          </a:cubicBezTo>
                          <a:cubicBezTo>
                            <a:pt x="1126" y="106"/>
                            <a:pt x="2935" y="-370"/>
                            <a:pt x="4269" y="297"/>
                          </a:cubicBezTo>
                          <a:cubicBezTo>
                            <a:pt x="5602" y="1059"/>
                            <a:pt x="6079" y="2773"/>
                            <a:pt x="5317" y="4202"/>
                          </a:cubicBezTo>
                          <a:cubicBezTo>
                            <a:pt x="4459" y="5631"/>
                            <a:pt x="2745" y="6202"/>
                            <a:pt x="1411" y="54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711" name="Graphique 5">
                    <a:extLst>
                      <a:ext uri="{FF2B5EF4-FFF2-40B4-BE49-F238E27FC236}">
                        <a16:creationId xmlns:a16="http://schemas.microsoft.com/office/drawing/2014/main" id="{3CEB97DE-7176-456F-BAE1-781AF50EB76A}"/>
                      </a:ext>
                    </a:extLst>
                  </p:cNvPr>
                  <p:cNvGrpSpPr/>
                  <p:nvPr/>
                </p:nvGrpSpPr>
                <p:grpSpPr>
                  <a:xfrm>
                    <a:off x="2642667" y="4087102"/>
                    <a:ext cx="35215" cy="35467"/>
                    <a:chOff x="2642667" y="4087102"/>
                    <a:chExt cx="35215" cy="35467"/>
                  </a:xfrm>
                  <a:solidFill>
                    <a:schemeClr val="accent1"/>
                  </a:solidFill>
                </p:grpSpPr>
                <p:sp>
                  <p:nvSpPr>
                    <p:cNvPr id="12712" name="Forme libre : forme 12711">
                      <a:extLst>
                        <a:ext uri="{FF2B5EF4-FFF2-40B4-BE49-F238E27FC236}">
                          <a16:creationId xmlns:a16="http://schemas.microsoft.com/office/drawing/2014/main" id="{6786F403-C988-4027-950E-10DDBCF5A6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2667" y="4087102"/>
                      <a:ext cx="35215" cy="35467"/>
                    </a:xfrm>
                    <a:custGeom>
                      <a:avLst/>
                      <a:gdLst>
                        <a:gd name="connsiteX0" fmla="*/ 8500 w 35215"/>
                        <a:gd name="connsiteY0" fmla="*/ 33063 h 35467"/>
                        <a:gd name="connsiteX1" fmla="*/ 2689 w 35215"/>
                        <a:gd name="connsiteY1" fmla="*/ 8489 h 35467"/>
                        <a:gd name="connsiteX2" fmla="*/ 26883 w 35215"/>
                        <a:gd name="connsiteY2" fmla="*/ 2488 h 35467"/>
                        <a:gd name="connsiteX3" fmla="*/ 32788 w 35215"/>
                        <a:gd name="connsiteY3" fmla="*/ 26491 h 35467"/>
                        <a:gd name="connsiteX4" fmla="*/ 8500 w 35215"/>
                        <a:gd name="connsiteY4" fmla="*/ 33063 h 35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15" h="35467">
                          <a:moveTo>
                            <a:pt x="8500" y="33063"/>
                          </a:moveTo>
                          <a:cubicBezTo>
                            <a:pt x="118" y="27825"/>
                            <a:pt x="-2549" y="16775"/>
                            <a:pt x="2689" y="8489"/>
                          </a:cubicBezTo>
                          <a:cubicBezTo>
                            <a:pt x="7928" y="202"/>
                            <a:pt x="18882" y="-2465"/>
                            <a:pt x="26883" y="2488"/>
                          </a:cubicBezTo>
                          <a:cubicBezTo>
                            <a:pt x="34789" y="7536"/>
                            <a:pt x="37741" y="17823"/>
                            <a:pt x="32788" y="26491"/>
                          </a:cubicBezTo>
                          <a:cubicBezTo>
                            <a:pt x="28121" y="34873"/>
                            <a:pt x="17167" y="38112"/>
                            <a:pt x="8500" y="3306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13" name="Forme libre : forme 12712">
                      <a:extLst>
                        <a:ext uri="{FF2B5EF4-FFF2-40B4-BE49-F238E27FC236}">
                          <a16:creationId xmlns:a16="http://schemas.microsoft.com/office/drawing/2014/main" id="{DDDC2A89-A5E2-4F48-B561-90872CFDD3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2762" y="4087102"/>
                      <a:ext cx="32883" cy="35349"/>
                    </a:xfrm>
                    <a:custGeom>
                      <a:avLst/>
                      <a:gdLst>
                        <a:gd name="connsiteX0" fmla="*/ 17263 w 32883"/>
                        <a:gd name="connsiteY0" fmla="*/ 17633 h 35349"/>
                        <a:gd name="connsiteX1" fmla="*/ 32884 w 32883"/>
                        <a:gd name="connsiteY1" fmla="*/ 8965 h 35349"/>
                        <a:gd name="connsiteX2" fmla="*/ 26883 w 32883"/>
                        <a:gd name="connsiteY2" fmla="*/ 2488 h 35349"/>
                        <a:gd name="connsiteX3" fmla="*/ 2689 w 32883"/>
                        <a:gd name="connsiteY3" fmla="*/ 8489 h 35349"/>
                        <a:gd name="connsiteX4" fmla="*/ 8500 w 32883"/>
                        <a:gd name="connsiteY4" fmla="*/ 33063 h 35349"/>
                        <a:gd name="connsiteX5" fmla="*/ 17167 w 32883"/>
                        <a:gd name="connsiteY5" fmla="*/ 35349 h 35349"/>
                        <a:gd name="connsiteX6" fmla="*/ 17263 w 32883"/>
                        <a:gd name="connsiteY6" fmla="*/ 17633 h 35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883" h="35349">
                          <a:moveTo>
                            <a:pt x="17263" y="17633"/>
                          </a:moveTo>
                          <a:cubicBezTo>
                            <a:pt x="20787" y="11918"/>
                            <a:pt x="26883" y="8870"/>
                            <a:pt x="32884" y="8965"/>
                          </a:cubicBezTo>
                          <a:cubicBezTo>
                            <a:pt x="31550" y="6393"/>
                            <a:pt x="29550" y="4107"/>
                            <a:pt x="26883" y="2488"/>
                          </a:cubicBezTo>
                          <a:cubicBezTo>
                            <a:pt x="18787" y="-2465"/>
                            <a:pt x="7928" y="202"/>
                            <a:pt x="2689" y="8489"/>
                          </a:cubicBezTo>
                          <a:cubicBezTo>
                            <a:pt x="-2549" y="16775"/>
                            <a:pt x="118" y="27825"/>
                            <a:pt x="8500" y="33063"/>
                          </a:cubicBezTo>
                          <a:cubicBezTo>
                            <a:pt x="11167" y="34778"/>
                            <a:pt x="14215" y="35349"/>
                            <a:pt x="17167" y="35349"/>
                          </a:cubicBezTo>
                          <a:cubicBezTo>
                            <a:pt x="13834" y="30111"/>
                            <a:pt x="13834" y="23253"/>
                            <a:pt x="17263" y="1763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14" name="Forme libre : forme 12713">
                      <a:extLst>
                        <a:ext uri="{FF2B5EF4-FFF2-40B4-BE49-F238E27FC236}">
                          <a16:creationId xmlns:a16="http://schemas.microsoft.com/office/drawing/2014/main" id="{49F3A0BB-D42A-45C3-96B4-E648371EB8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0864" y="4104797"/>
                      <a:ext cx="16987" cy="14815"/>
                    </a:xfrm>
                    <a:custGeom>
                      <a:avLst/>
                      <a:gdLst>
                        <a:gd name="connsiteX0" fmla="*/ 7923 w 16987"/>
                        <a:gd name="connsiteY0" fmla="*/ 14797 h 14815"/>
                        <a:gd name="connsiteX1" fmla="*/ 17 w 16987"/>
                        <a:gd name="connsiteY1" fmla="*/ 6701 h 14815"/>
                        <a:gd name="connsiteX2" fmla="*/ 9161 w 16987"/>
                        <a:gd name="connsiteY2" fmla="*/ 33 h 14815"/>
                        <a:gd name="connsiteX3" fmla="*/ 16972 w 16987"/>
                        <a:gd name="connsiteY3" fmla="*/ 7939 h 14815"/>
                        <a:gd name="connsiteX4" fmla="*/ 7923 w 16987"/>
                        <a:gd name="connsiteY4" fmla="*/ 14797 h 14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87" h="14815">
                          <a:moveTo>
                            <a:pt x="7923" y="14797"/>
                          </a:moveTo>
                          <a:cubicBezTo>
                            <a:pt x="3065" y="14606"/>
                            <a:pt x="-269" y="10796"/>
                            <a:pt x="17" y="6701"/>
                          </a:cubicBezTo>
                          <a:cubicBezTo>
                            <a:pt x="398" y="2605"/>
                            <a:pt x="4494" y="-348"/>
                            <a:pt x="9161" y="33"/>
                          </a:cubicBezTo>
                          <a:cubicBezTo>
                            <a:pt x="13733" y="510"/>
                            <a:pt x="17257" y="3938"/>
                            <a:pt x="16972" y="7939"/>
                          </a:cubicBezTo>
                          <a:cubicBezTo>
                            <a:pt x="16686" y="11939"/>
                            <a:pt x="12685" y="15083"/>
                            <a:pt x="7923" y="147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15" name="Forme libre : forme 12714">
                      <a:extLst>
                        <a:ext uri="{FF2B5EF4-FFF2-40B4-BE49-F238E27FC236}">
                          <a16:creationId xmlns:a16="http://schemas.microsoft.com/office/drawing/2014/main" id="{70BD1671-EC7B-4C8E-A7A2-00F1F118C5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63218" y="4107208"/>
                      <a:ext cx="5902" cy="5722"/>
                    </a:xfrm>
                    <a:custGeom>
                      <a:avLst/>
                      <a:gdLst>
                        <a:gd name="connsiteX0" fmla="*/ 1475 w 5902"/>
                        <a:gd name="connsiteY0" fmla="*/ 5338 h 5722"/>
                        <a:gd name="connsiteX1" fmla="*/ 427 w 5902"/>
                        <a:gd name="connsiteY1" fmla="*/ 1432 h 5722"/>
                        <a:gd name="connsiteX2" fmla="*/ 4427 w 5902"/>
                        <a:gd name="connsiteY2" fmla="*/ 385 h 5722"/>
                        <a:gd name="connsiteX3" fmla="*/ 5475 w 5902"/>
                        <a:gd name="connsiteY3" fmla="*/ 4290 h 5722"/>
                        <a:gd name="connsiteX4" fmla="*/ 1475 w 5902"/>
                        <a:gd name="connsiteY4" fmla="*/ 5338 h 5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2" h="5722">
                          <a:moveTo>
                            <a:pt x="1475" y="5338"/>
                          </a:moveTo>
                          <a:cubicBezTo>
                            <a:pt x="46" y="4576"/>
                            <a:pt x="-430" y="2766"/>
                            <a:pt x="427" y="1432"/>
                          </a:cubicBezTo>
                          <a:cubicBezTo>
                            <a:pt x="1284" y="4"/>
                            <a:pt x="2999" y="-377"/>
                            <a:pt x="4427" y="385"/>
                          </a:cubicBezTo>
                          <a:cubicBezTo>
                            <a:pt x="5856" y="1147"/>
                            <a:pt x="6332" y="2861"/>
                            <a:pt x="5475" y="4290"/>
                          </a:cubicBezTo>
                          <a:cubicBezTo>
                            <a:pt x="4618" y="5719"/>
                            <a:pt x="2903" y="6100"/>
                            <a:pt x="1475" y="533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716" name="Graphique 5">
                  <a:extLst>
                    <a:ext uri="{FF2B5EF4-FFF2-40B4-BE49-F238E27FC236}">
                      <a16:creationId xmlns:a16="http://schemas.microsoft.com/office/drawing/2014/main" id="{9987C6FB-918B-40E1-AC9D-F7AC381ADB40}"/>
                    </a:ext>
                  </a:extLst>
                </p:cNvPr>
                <p:cNvGrpSpPr/>
                <p:nvPr/>
              </p:nvGrpSpPr>
              <p:grpSpPr>
                <a:xfrm>
                  <a:off x="2598391" y="4189404"/>
                  <a:ext cx="110346" cy="45167"/>
                  <a:chOff x="2598391" y="4189404"/>
                  <a:chExt cx="110346" cy="45167"/>
                </a:xfrm>
                <a:solidFill>
                  <a:schemeClr val="accent1"/>
                </a:solidFill>
              </p:grpSpPr>
              <p:grpSp>
                <p:nvGrpSpPr>
                  <p:cNvPr id="12717" name="Graphique 5">
                    <a:extLst>
                      <a:ext uri="{FF2B5EF4-FFF2-40B4-BE49-F238E27FC236}">
                        <a16:creationId xmlns:a16="http://schemas.microsoft.com/office/drawing/2014/main" id="{37C4A821-D4EB-4BCD-BF24-971BBC27AF2C}"/>
                      </a:ext>
                    </a:extLst>
                  </p:cNvPr>
                  <p:cNvGrpSpPr/>
                  <p:nvPr/>
                </p:nvGrpSpPr>
                <p:grpSpPr>
                  <a:xfrm>
                    <a:off x="2671688" y="4192025"/>
                    <a:ext cx="37049" cy="36392"/>
                    <a:chOff x="2671688" y="4192025"/>
                    <a:chExt cx="37049" cy="36392"/>
                  </a:xfrm>
                  <a:solidFill>
                    <a:schemeClr val="accent1"/>
                  </a:solidFill>
                </p:grpSpPr>
                <p:sp>
                  <p:nvSpPr>
                    <p:cNvPr id="12718" name="Forme libre : forme 12717">
                      <a:extLst>
                        <a:ext uri="{FF2B5EF4-FFF2-40B4-BE49-F238E27FC236}">
                          <a16:creationId xmlns:a16="http://schemas.microsoft.com/office/drawing/2014/main" id="{7C2FF3D5-85A1-47E9-9B3D-65EC8CEC5F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1688" y="4192067"/>
                      <a:ext cx="37049" cy="36350"/>
                    </a:xfrm>
                    <a:custGeom>
                      <a:avLst/>
                      <a:gdLst>
                        <a:gd name="connsiteX0" fmla="*/ 11388 w 37049"/>
                        <a:gd name="connsiteY0" fmla="*/ 34493 h 36350"/>
                        <a:gd name="connsiteX1" fmla="*/ 1577 w 37049"/>
                        <a:gd name="connsiteY1" fmla="*/ 9823 h 36350"/>
                        <a:gd name="connsiteX2" fmla="*/ 25771 w 37049"/>
                        <a:gd name="connsiteY2" fmla="*/ 1917 h 36350"/>
                        <a:gd name="connsiteX3" fmla="*/ 35676 w 37049"/>
                        <a:gd name="connsiteY3" fmla="*/ 25920 h 36350"/>
                        <a:gd name="connsiteX4" fmla="*/ 11388 w 37049"/>
                        <a:gd name="connsiteY4" fmla="*/ 34493 h 363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049" h="36350">
                          <a:moveTo>
                            <a:pt x="11388" y="34493"/>
                          </a:moveTo>
                          <a:cubicBezTo>
                            <a:pt x="1577" y="30207"/>
                            <a:pt x="-2519" y="18681"/>
                            <a:pt x="1577" y="9823"/>
                          </a:cubicBezTo>
                          <a:cubicBezTo>
                            <a:pt x="5863" y="869"/>
                            <a:pt x="16626" y="-2464"/>
                            <a:pt x="25771" y="1917"/>
                          </a:cubicBezTo>
                          <a:cubicBezTo>
                            <a:pt x="35105" y="6108"/>
                            <a:pt x="39487" y="16776"/>
                            <a:pt x="35676" y="25920"/>
                          </a:cubicBezTo>
                          <a:cubicBezTo>
                            <a:pt x="31962" y="35064"/>
                            <a:pt x="21103" y="38969"/>
                            <a:pt x="11388" y="3449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19" name="Forme libre : forme 12718">
                      <a:extLst>
                        <a:ext uri="{FF2B5EF4-FFF2-40B4-BE49-F238E27FC236}">
                          <a16:creationId xmlns:a16="http://schemas.microsoft.com/office/drawing/2014/main" id="{287295D2-991E-41C9-9520-1E76A3DDFD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1728" y="4192025"/>
                      <a:ext cx="33255" cy="36288"/>
                    </a:xfrm>
                    <a:custGeom>
                      <a:avLst/>
                      <a:gdLst>
                        <a:gd name="connsiteX0" fmla="*/ 18110 w 33255"/>
                        <a:gd name="connsiteY0" fmla="*/ 18151 h 36288"/>
                        <a:gd name="connsiteX1" fmla="*/ 33255 w 33255"/>
                        <a:gd name="connsiteY1" fmla="*/ 7960 h 36288"/>
                        <a:gd name="connsiteX2" fmla="*/ 25826 w 33255"/>
                        <a:gd name="connsiteY2" fmla="*/ 1959 h 36288"/>
                        <a:gd name="connsiteX3" fmla="*/ 1632 w 33255"/>
                        <a:gd name="connsiteY3" fmla="*/ 9865 h 36288"/>
                        <a:gd name="connsiteX4" fmla="*/ 11443 w 33255"/>
                        <a:gd name="connsiteY4" fmla="*/ 34534 h 36288"/>
                        <a:gd name="connsiteX5" fmla="*/ 20777 w 33255"/>
                        <a:gd name="connsiteY5" fmla="*/ 36249 h 36288"/>
                        <a:gd name="connsiteX6" fmla="*/ 18110 w 33255"/>
                        <a:gd name="connsiteY6" fmla="*/ 18151 h 36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55" h="36288">
                          <a:moveTo>
                            <a:pt x="18110" y="18151"/>
                          </a:moveTo>
                          <a:cubicBezTo>
                            <a:pt x="20873" y="12056"/>
                            <a:pt x="26778" y="8436"/>
                            <a:pt x="33255" y="7960"/>
                          </a:cubicBezTo>
                          <a:cubicBezTo>
                            <a:pt x="31350" y="5483"/>
                            <a:pt x="28969" y="3388"/>
                            <a:pt x="25826" y="1959"/>
                          </a:cubicBezTo>
                          <a:cubicBezTo>
                            <a:pt x="16682" y="-2518"/>
                            <a:pt x="5823" y="911"/>
                            <a:pt x="1632" y="9865"/>
                          </a:cubicBezTo>
                          <a:cubicBezTo>
                            <a:pt x="-2559" y="18723"/>
                            <a:pt x="1537" y="30248"/>
                            <a:pt x="11443" y="34534"/>
                          </a:cubicBezTo>
                          <a:cubicBezTo>
                            <a:pt x="14491" y="35963"/>
                            <a:pt x="17729" y="36440"/>
                            <a:pt x="20777" y="36249"/>
                          </a:cubicBezTo>
                          <a:cubicBezTo>
                            <a:pt x="16682" y="31106"/>
                            <a:pt x="15443" y="24248"/>
                            <a:pt x="18110" y="1815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20" name="Forme libre : forme 12719">
                      <a:extLst>
                        <a:ext uri="{FF2B5EF4-FFF2-40B4-BE49-F238E27FC236}">
                          <a16:creationId xmlns:a16="http://schemas.microsoft.com/office/drawing/2014/main" id="{2B47ABD8-40E3-4D7A-B7B1-8607668EC6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1441" y="4210272"/>
                      <a:ext cx="17937" cy="15144"/>
                    </a:xfrm>
                    <a:custGeom>
                      <a:avLst/>
                      <a:gdLst>
                        <a:gd name="connsiteX0" fmla="*/ 9540 w 17937"/>
                        <a:gd name="connsiteY0" fmla="*/ 15145 h 15144"/>
                        <a:gd name="connsiteX1" fmla="*/ 15 w 17937"/>
                        <a:gd name="connsiteY1" fmla="*/ 7620 h 15144"/>
                        <a:gd name="connsiteX2" fmla="*/ 8492 w 17937"/>
                        <a:gd name="connsiteY2" fmla="*/ 0 h 15144"/>
                        <a:gd name="connsiteX3" fmla="*/ 17922 w 17937"/>
                        <a:gd name="connsiteY3" fmla="*/ 7429 h 15144"/>
                        <a:gd name="connsiteX4" fmla="*/ 9540 w 17937"/>
                        <a:gd name="connsiteY4" fmla="*/ 15145 h 15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37" h="15144">
                          <a:moveTo>
                            <a:pt x="9540" y="15145"/>
                          </a:moveTo>
                          <a:cubicBezTo>
                            <a:pt x="4587" y="15145"/>
                            <a:pt x="301" y="11811"/>
                            <a:pt x="15" y="7620"/>
                          </a:cubicBezTo>
                          <a:cubicBezTo>
                            <a:pt x="-271" y="3429"/>
                            <a:pt x="3539" y="95"/>
                            <a:pt x="8492" y="0"/>
                          </a:cubicBezTo>
                          <a:cubicBezTo>
                            <a:pt x="13445" y="0"/>
                            <a:pt x="17636" y="3238"/>
                            <a:pt x="17922" y="7429"/>
                          </a:cubicBezTo>
                          <a:cubicBezTo>
                            <a:pt x="18208" y="11621"/>
                            <a:pt x="14493" y="15145"/>
                            <a:pt x="9540" y="1514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21" name="Forme libre : forme 12720">
                      <a:extLst>
                        <a:ext uri="{FF2B5EF4-FFF2-40B4-BE49-F238E27FC236}">
                          <a16:creationId xmlns:a16="http://schemas.microsoft.com/office/drawing/2014/main" id="{67A9C19F-6772-423B-A122-D56C278AE4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94125" y="4211997"/>
                      <a:ext cx="6052" cy="6021"/>
                    </a:xfrm>
                    <a:custGeom>
                      <a:avLst/>
                      <a:gdLst>
                        <a:gd name="connsiteX0" fmla="*/ 1904 w 6052"/>
                        <a:gd name="connsiteY0" fmla="*/ 5704 h 6021"/>
                        <a:gd name="connsiteX1" fmla="*/ 190 w 6052"/>
                        <a:gd name="connsiteY1" fmla="*/ 1704 h 6021"/>
                        <a:gd name="connsiteX2" fmla="*/ 4190 w 6052"/>
                        <a:gd name="connsiteY2" fmla="*/ 275 h 6021"/>
                        <a:gd name="connsiteX3" fmla="*/ 5809 w 6052"/>
                        <a:gd name="connsiteY3" fmla="*/ 4276 h 6021"/>
                        <a:gd name="connsiteX4" fmla="*/ 1904 w 6052"/>
                        <a:gd name="connsiteY4" fmla="*/ 5704 h 6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2" h="6021">
                          <a:moveTo>
                            <a:pt x="1904" y="5704"/>
                          </a:moveTo>
                          <a:cubicBezTo>
                            <a:pt x="380" y="5038"/>
                            <a:pt x="-382" y="3228"/>
                            <a:pt x="190" y="1704"/>
                          </a:cubicBezTo>
                          <a:cubicBezTo>
                            <a:pt x="761" y="180"/>
                            <a:pt x="2666" y="-392"/>
                            <a:pt x="4190" y="275"/>
                          </a:cubicBezTo>
                          <a:cubicBezTo>
                            <a:pt x="5714" y="942"/>
                            <a:pt x="6476" y="2752"/>
                            <a:pt x="5809" y="4276"/>
                          </a:cubicBezTo>
                          <a:cubicBezTo>
                            <a:pt x="5143" y="5800"/>
                            <a:pt x="3428" y="6466"/>
                            <a:pt x="1904" y="57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722" name="Graphique 5">
                    <a:extLst>
                      <a:ext uri="{FF2B5EF4-FFF2-40B4-BE49-F238E27FC236}">
                        <a16:creationId xmlns:a16="http://schemas.microsoft.com/office/drawing/2014/main" id="{ABE728A3-4997-482E-90A6-11465C3FD0B5}"/>
                      </a:ext>
                    </a:extLst>
                  </p:cNvPr>
                  <p:cNvGrpSpPr/>
                  <p:nvPr/>
                </p:nvGrpSpPr>
                <p:grpSpPr>
                  <a:xfrm>
                    <a:off x="2634163" y="4189404"/>
                    <a:ext cx="37830" cy="36752"/>
                    <a:chOff x="2634163" y="4189404"/>
                    <a:chExt cx="37830" cy="36752"/>
                  </a:xfrm>
                  <a:solidFill>
                    <a:schemeClr val="accent1"/>
                  </a:solidFill>
                </p:grpSpPr>
                <p:sp>
                  <p:nvSpPr>
                    <p:cNvPr id="12723" name="Forme libre : forme 12722">
                      <a:extLst>
                        <a:ext uri="{FF2B5EF4-FFF2-40B4-BE49-F238E27FC236}">
                          <a16:creationId xmlns:a16="http://schemas.microsoft.com/office/drawing/2014/main" id="{16DB412E-757C-4F4B-96E5-155C2A531F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4258" y="4189404"/>
                      <a:ext cx="37734" cy="36752"/>
                    </a:xfrm>
                    <a:custGeom>
                      <a:avLst/>
                      <a:gdLst>
                        <a:gd name="connsiteX0" fmla="*/ 11289 w 37734"/>
                        <a:gd name="connsiteY0" fmla="*/ 34393 h 36752"/>
                        <a:gd name="connsiteX1" fmla="*/ 1859 w 37734"/>
                        <a:gd name="connsiteY1" fmla="*/ 9248 h 36752"/>
                        <a:gd name="connsiteX2" fmla="*/ 26815 w 37734"/>
                        <a:gd name="connsiteY2" fmla="*/ 2199 h 36752"/>
                        <a:gd name="connsiteX3" fmla="*/ 36149 w 37734"/>
                        <a:gd name="connsiteY3" fmla="*/ 27059 h 36752"/>
                        <a:gd name="connsiteX4" fmla="*/ 11289 w 37734"/>
                        <a:gd name="connsiteY4" fmla="*/ 34393 h 36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734" h="36752">
                          <a:moveTo>
                            <a:pt x="11289" y="34393"/>
                          </a:moveTo>
                          <a:cubicBezTo>
                            <a:pt x="1669" y="29345"/>
                            <a:pt x="-2808" y="18106"/>
                            <a:pt x="1859" y="9248"/>
                          </a:cubicBezTo>
                          <a:cubicBezTo>
                            <a:pt x="6336" y="484"/>
                            <a:pt x="17480" y="-2468"/>
                            <a:pt x="26815" y="2199"/>
                          </a:cubicBezTo>
                          <a:cubicBezTo>
                            <a:pt x="36149" y="6962"/>
                            <a:pt x="40245" y="18011"/>
                            <a:pt x="36149" y="27059"/>
                          </a:cubicBezTo>
                          <a:cubicBezTo>
                            <a:pt x="31959" y="36108"/>
                            <a:pt x="20909" y="39442"/>
                            <a:pt x="11289" y="3439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24" name="Forme libre : forme 12723">
                      <a:extLst>
                        <a:ext uri="{FF2B5EF4-FFF2-40B4-BE49-F238E27FC236}">
                          <a16:creationId xmlns:a16="http://schemas.microsoft.com/office/drawing/2014/main" id="{D706A6D2-E2EB-44C4-8FCC-75B295B7A4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4163" y="4189404"/>
                      <a:ext cx="34149" cy="36679"/>
                    </a:xfrm>
                    <a:custGeom>
                      <a:avLst/>
                      <a:gdLst>
                        <a:gd name="connsiteX0" fmla="*/ 18623 w 34149"/>
                        <a:gd name="connsiteY0" fmla="*/ 18201 h 36679"/>
                        <a:gd name="connsiteX1" fmla="*/ 34149 w 34149"/>
                        <a:gd name="connsiteY1" fmla="*/ 8676 h 36679"/>
                        <a:gd name="connsiteX2" fmla="*/ 26815 w 34149"/>
                        <a:gd name="connsiteY2" fmla="*/ 2199 h 36679"/>
                        <a:gd name="connsiteX3" fmla="*/ 1859 w 34149"/>
                        <a:gd name="connsiteY3" fmla="*/ 9248 h 36679"/>
                        <a:gd name="connsiteX4" fmla="*/ 11289 w 34149"/>
                        <a:gd name="connsiteY4" fmla="*/ 34393 h 36679"/>
                        <a:gd name="connsiteX5" fmla="*/ 20624 w 34149"/>
                        <a:gd name="connsiteY5" fmla="*/ 36680 h 36679"/>
                        <a:gd name="connsiteX6" fmla="*/ 18623 w 34149"/>
                        <a:gd name="connsiteY6" fmla="*/ 18201 h 366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149" h="36679">
                          <a:moveTo>
                            <a:pt x="18623" y="18201"/>
                          </a:moveTo>
                          <a:cubicBezTo>
                            <a:pt x="21576" y="12105"/>
                            <a:pt x="27672" y="8771"/>
                            <a:pt x="34149" y="8676"/>
                          </a:cubicBezTo>
                          <a:cubicBezTo>
                            <a:pt x="32340" y="6009"/>
                            <a:pt x="29863" y="3818"/>
                            <a:pt x="26815" y="2199"/>
                          </a:cubicBezTo>
                          <a:cubicBezTo>
                            <a:pt x="17481" y="-2468"/>
                            <a:pt x="6336" y="484"/>
                            <a:pt x="1859" y="9248"/>
                          </a:cubicBezTo>
                          <a:cubicBezTo>
                            <a:pt x="-2808" y="18201"/>
                            <a:pt x="1669" y="29345"/>
                            <a:pt x="11289" y="34393"/>
                          </a:cubicBezTo>
                          <a:cubicBezTo>
                            <a:pt x="14337" y="36013"/>
                            <a:pt x="17576" y="36680"/>
                            <a:pt x="20624" y="36680"/>
                          </a:cubicBezTo>
                          <a:cubicBezTo>
                            <a:pt x="16814" y="31155"/>
                            <a:pt x="15766" y="24107"/>
                            <a:pt x="18623" y="1820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25" name="Forme libre : forme 12724">
                      <a:extLst>
                        <a:ext uri="{FF2B5EF4-FFF2-40B4-BE49-F238E27FC236}">
                          <a16:creationId xmlns:a16="http://schemas.microsoft.com/office/drawing/2014/main" id="{98591C54-66AB-4DDF-B0E3-EDCE6E6310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4017" y="4207692"/>
                      <a:ext cx="18110" cy="15360"/>
                    </a:xfrm>
                    <a:custGeom>
                      <a:avLst/>
                      <a:gdLst>
                        <a:gd name="connsiteX0" fmla="*/ 9436 w 18110"/>
                        <a:gd name="connsiteY0" fmla="*/ 15343 h 15360"/>
                        <a:gd name="connsiteX1" fmla="*/ 7 w 18110"/>
                        <a:gd name="connsiteY1" fmla="*/ 7247 h 15360"/>
                        <a:gd name="connsiteX2" fmla="*/ 8770 w 18110"/>
                        <a:gd name="connsiteY2" fmla="*/ 8 h 15360"/>
                        <a:gd name="connsiteX3" fmla="*/ 18104 w 18110"/>
                        <a:gd name="connsiteY3" fmla="*/ 8009 h 15360"/>
                        <a:gd name="connsiteX4" fmla="*/ 9436 w 18110"/>
                        <a:gd name="connsiteY4" fmla="*/ 15343 h 153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110" h="15360">
                          <a:moveTo>
                            <a:pt x="9436" y="15343"/>
                          </a:moveTo>
                          <a:cubicBezTo>
                            <a:pt x="4388" y="15153"/>
                            <a:pt x="197" y="11438"/>
                            <a:pt x="7" y="7247"/>
                          </a:cubicBezTo>
                          <a:cubicBezTo>
                            <a:pt x="-184" y="3056"/>
                            <a:pt x="3816" y="-183"/>
                            <a:pt x="8770" y="8"/>
                          </a:cubicBezTo>
                          <a:cubicBezTo>
                            <a:pt x="13723" y="198"/>
                            <a:pt x="17913" y="3818"/>
                            <a:pt x="18104" y="8009"/>
                          </a:cubicBezTo>
                          <a:cubicBezTo>
                            <a:pt x="18295" y="12295"/>
                            <a:pt x="14484" y="15629"/>
                            <a:pt x="9436" y="1534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26" name="Forme libre : forme 12725">
                      <a:extLst>
                        <a:ext uri="{FF2B5EF4-FFF2-40B4-BE49-F238E27FC236}">
                          <a16:creationId xmlns:a16="http://schemas.microsoft.com/office/drawing/2014/main" id="{C049CCCC-7FB1-4A9E-9D47-53A990A74B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6964" y="4209838"/>
                      <a:ext cx="6217" cy="6072"/>
                    </a:xfrm>
                    <a:custGeom>
                      <a:avLst/>
                      <a:gdLst>
                        <a:gd name="connsiteX0" fmla="*/ 1823 w 6217"/>
                        <a:gd name="connsiteY0" fmla="*/ 5673 h 6072"/>
                        <a:gd name="connsiteX1" fmla="*/ 299 w 6217"/>
                        <a:gd name="connsiteY1" fmla="*/ 1577 h 6072"/>
                        <a:gd name="connsiteX2" fmla="*/ 4395 w 6217"/>
                        <a:gd name="connsiteY2" fmla="*/ 339 h 6072"/>
                        <a:gd name="connsiteX3" fmla="*/ 5919 w 6217"/>
                        <a:gd name="connsiteY3" fmla="*/ 4434 h 6072"/>
                        <a:gd name="connsiteX4" fmla="*/ 1823 w 6217"/>
                        <a:gd name="connsiteY4" fmla="*/ 5673 h 6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17" h="6072">
                          <a:moveTo>
                            <a:pt x="1823" y="5673"/>
                          </a:moveTo>
                          <a:cubicBezTo>
                            <a:pt x="299" y="4911"/>
                            <a:pt x="-463" y="3006"/>
                            <a:pt x="299" y="1577"/>
                          </a:cubicBezTo>
                          <a:cubicBezTo>
                            <a:pt x="1061" y="148"/>
                            <a:pt x="2775" y="-423"/>
                            <a:pt x="4395" y="339"/>
                          </a:cubicBezTo>
                          <a:cubicBezTo>
                            <a:pt x="5919" y="1101"/>
                            <a:pt x="6681" y="3006"/>
                            <a:pt x="5919" y="4434"/>
                          </a:cubicBezTo>
                          <a:cubicBezTo>
                            <a:pt x="5252" y="5958"/>
                            <a:pt x="3347" y="6530"/>
                            <a:pt x="1823" y="56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727" name="Graphique 5">
                    <a:extLst>
                      <a:ext uri="{FF2B5EF4-FFF2-40B4-BE49-F238E27FC236}">
                        <a16:creationId xmlns:a16="http://schemas.microsoft.com/office/drawing/2014/main" id="{7B543D47-129B-4F1A-B13A-DFC5723D502F}"/>
                      </a:ext>
                    </a:extLst>
                  </p:cNvPr>
                  <p:cNvGrpSpPr/>
                  <p:nvPr/>
                </p:nvGrpSpPr>
                <p:grpSpPr>
                  <a:xfrm>
                    <a:off x="2598391" y="4196956"/>
                    <a:ext cx="38180" cy="37615"/>
                    <a:chOff x="2598391" y="4196956"/>
                    <a:chExt cx="38180" cy="37615"/>
                  </a:xfrm>
                  <a:solidFill>
                    <a:schemeClr val="accent1"/>
                  </a:solidFill>
                </p:grpSpPr>
                <p:sp>
                  <p:nvSpPr>
                    <p:cNvPr id="12728" name="Forme libre : forme 12727">
                      <a:extLst>
                        <a:ext uri="{FF2B5EF4-FFF2-40B4-BE49-F238E27FC236}">
                          <a16:creationId xmlns:a16="http://schemas.microsoft.com/office/drawing/2014/main" id="{65BC17AC-1C0E-4775-8D6C-681D4C9084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8391" y="4196956"/>
                      <a:ext cx="38180" cy="37615"/>
                    </a:xfrm>
                    <a:custGeom>
                      <a:avLst/>
                      <a:gdLst>
                        <a:gd name="connsiteX0" fmla="*/ 11056 w 38180"/>
                        <a:gd name="connsiteY0" fmla="*/ 34937 h 37615"/>
                        <a:gd name="connsiteX1" fmla="*/ 1912 w 38180"/>
                        <a:gd name="connsiteY1" fmla="*/ 8744 h 37615"/>
                        <a:gd name="connsiteX2" fmla="*/ 27249 w 38180"/>
                        <a:gd name="connsiteY2" fmla="*/ 2838 h 37615"/>
                        <a:gd name="connsiteX3" fmla="*/ 36583 w 38180"/>
                        <a:gd name="connsiteY3" fmla="*/ 28365 h 37615"/>
                        <a:gd name="connsiteX4" fmla="*/ 11056 w 38180"/>
                        <a:gd name="connsiteY4" fmla="*/ 34937 h 37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80" h="37615">
                          <a:moveTo>
                            <a:pt x="11056" y="34937"/>
                          </a:moveTo>
                          <a:cubicBezTo>
                            <a:pt x="1436" y="29318"/>
                            <a:pt x="-2755" y="17507"/>
                            <a:pt x="1912" y="8744"/>
                          </a:cubicBezTo>
                          <a:cubicBezTo>
                            <a:pt x="6580" y="-19"/>
                            <a:pt x="18010" y="-2591"/>
                            <a:pt x="27249" y="2838"/>
                          </a:cubicBezTo>
                          <a:cubicBezTo>
                            <a:pt x="36393" y="8363"/>
                            <a:pt x="40774" y="19317"/>
                            <a:pt x="36583" y="28365"/>
                          </a:cubicBezTo>
                          <a:cubicBezTo>
                            <a:pt x="32392" y="37224"/>
                            <a:pt x="20867" y="40367"/>
                            <a:pt x="11056" y="3493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29" name="Forme libre : forme 12728">
                      <a:extLst>
                        <a:ext uri="{FF2B5EF4-FFF2-40B4-BE49-F238E27FC236}">
                          <a16:creationId xmlns:a16="http://schemas.microsoft.com/office/drawing/2014/main" id="{C0868221-C94E-4458-8018-483912A3EB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8391" y="4197021"/>
                      <a:ext cx="34487" cy="37444"/>
                    </a:xfrm>
                    <a:custGeom>
                      <a:avLst/>
                      <a:gdLst>
                        <a:gd name="connsiteX0" fmla="*/ 18676 w 34487"/>
                        <a:gd name="connsiteY0" fmla="*/ 18680 h 37444"/>
                        <a:gd name="connsiteX1" fmla="*/ 34488 w 34487"/>
                        <a:gd name="connsiteY1" fmla="*/ 9821 h 37444"/>
                        <a:gd name="connsiteX2" fmla="*/ 27249 w 34487"/>
                        <a:gd name="connsiteY2" fmla="*/ 2773 h 37444"/>
                        <a:gd name="connsiteX3" fmla="*/ 1912 w 34487"/>
                        <a:gd name="connsiteY3" fmla="*/ 8678 h 37444"/>
                        <a:gd name="connsiteX4" fmla="*/ 11056 w 34487"/>
                        <a:gd name="connsiteY4" fmla="*/ 34872 h 37444"/>
                        <a:gd name="connsiteX5" fmla="*/ 20677 w 34487"/>
                        <a:gd name="connsiteY5" fmla="*/ 37444 h 37444"/>
                        <a:gd name="connsiteX6" fmla="*/ 18676 w 34487"/>
                        <a:gd name="connsiteY6" fmla="*/ 18680 h 374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87" h="37444">
                          <a:moveTo>
                            <a:pt x="18676" y="18680"/>
                          </a:moveTo>
                          <a:cubicBezTo>
                            <a:pt x="21724" y="12679"/>
                            <a:pt x="28011" y="9536"/>
                            <a:pt x="34488" y="9821"/>
                          </a:cubicBezTo>
                          <a:cubicBezTo>
                            <a:pt x="32678" y="7059"/>
                            <a:pt x="30297" y="4583"/>
                            <a:pt x="27249" y="2773"/>
                          </a:cubicBezTo>
                          <a:cubicBezTo>
                            <a:pt x="17914" y="-2561"/>
                            <a:pt x="6580" y="11"/>
                            <a:pt x="1912" y="8678"/>
                          </a:cubicBezTo>
                          <a:cubicBezTo>
                            <a:pt x="-2755" y="17346"/>
                            <a:pt x="1436" y="29157"/>
                            <a:pt x="11056" y="34872"/>
                          </a:cubicBezTo>
                          <a:cubicBezTo>
                            <a:pt x="14104" y="36682"/>
                            <a:pt x="17438" y="37349"/>
                            <a:pt x="20677" y="37444"/>
                          </a:cubicBezTo>
                          <a:cubicBezTo>
                            <a:pt x="16581" y="31919"/>
                            <a:pt x="15628" y="24585"/>
                            <a:pt x="18676" y="1868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30" name="Forme libre : forme 12729">
                      <a:extLst>
                        <a:ext uri="{FF2B5EF4-FFF2-40B4-BE49-F238E27FC236}">
                          <a16:creationId xmlns:a16="http://schemas.microsoft.com/office/drawing/2014/main" id="{43408E4A-4DD6-4508-B2A1-147275E067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8112" y="4215747"/>
                      <a:ext cx="18391" cy="15700"/>
                    </a:xfrm>
                    <a:custGeom>
                      <a:avLst/>
                      <a:gdLst>
                        <a:gd name="connsiteX0" fmla="*/ 9431 w 18391"/>
                        <a:gd name="connsiteY0" fmla="*/ 15670 h 15700"/>
                        <a:gd name="connsiteX1" fmla="*/ 2 w 18391"/>
                        <a:gd name="connsiteY1" fmla="*/ 7002 h 15700"/>
                        <a:gd name="connsiteX2" fmla="*/ 8955 w 18391"/>
                        <a:gd name="connsiteY2" fmla="*/ 49 h 15700"/>
                        <a:gd name="connsiteX3" fmla="*/ 18385 w 18391"/>
                        <a:gd name="connsiteY3" fmla="*/ 8526 h 15700"/>
                        <a:gd name="connsiteX4" fmla="*/ 9431 w 18391"/>
                        <a:gd name="connsiteY4" fmla="*/ 15670 h 15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391" h="15700">
                          <a:moveTo>
                            <a:pt x="9431" y="15670"/>
                          </a:moveTo>
                          <a:cubicBezTo>
                            <a:pt x="4193" y="15384"/>
                            <a:pt x="97" y="11289"/>
                            <a:pt x="2" y="7002"/>
                          </a:cubicBezTo>
                          <a:cubicBezTo>
                            <a:pt x="-94" y="2621"/>
                            <a:pt x="4002" y="-427"/>
                            <a:pt x="8955" y="49"/>
                          </a:cubicBezTo>
                          <a:cubicBezTo>
                            <a:pt x="13908" y="620"/>
                            <a:pt x="18099" y="4335"/>
                            <a:pt x="18385" y="8526"/>
                          </a:cubicBezTo>
                          <a:cubicBezTo>
                            <a:pt x="18575" y="12812"/>
                            <a:pt x="14575" y="16051"/>
                            <a:pt x="9431" y="1567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31" name="Forme libre : forme 12730">
                      <a:extLst>
                        <a:ext uri="{FF2B5EF4-FFF2-40B4-BE49-F238E27FC236}">
                          <a16:creationId xmlns:a16="http://schemas.microsoft.com/office/drawing/2014/main" id="{2934C10B-CC8B-4FFA-BF62-69FCC8FCC5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1152" y="4218418"/>
                      <a:ext cx="6363" cy="6029"/>
                    </a:xfrm>
                    <a:custGeom>
                      <a:avLst/>
                      <a:gdLst>
                        <a:gd name="connsiteX0" fmla="*/ 1916 w 6363"/>
                        <a:gd name="connsiteY0" fmla="*/ 5666 h 6029"/>
                        <a:gd name="connsiteX1" fmla="*/ 297 w 6363"/>
                        <a:gd name="connsiteY1" fmla="*/ 1475 h 6029"/>
                        <a:gd name="connsiteX2" fmla="*/ 4488 w 6363"/>
                        <a:gd name="connsiteY2" fmla="*/ 427 h 6029"/>
                        <a:gd name="connsiteX3" fmla="*/ 6107 w 6363"/>
                        <a:gd name="connsiteY3" fmla="*/ 4618 h 6029"/>
                        <a:gd name="connsiteX4" fmla="*/ 1916 w 6363"/>
                        <a:gd name="connsiteY4" fmla="*/ 5666 h 6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63" h="6029">
                          <a:moveTo>
                            <a:pt x="1916" y="5666"/>
                          </a:moveTo>
                          <a:cubicBezTo>
                            <a:pt x="297" y="4808"/>
                            <a:pt x="-465" y="2999"/>
                            <a:pt x="297" y="1475"/>
                          </a:cubicBezTo>
                          <a:cubicBezTo>
                            <a:pt x="1059" y="46"/>
                            <a:pt x="2869" y="-430"/>
                            <a:pt x="4488" y="427"/>
                          </a:cubicBezTo>
                          <a:cubicBezTo>
                            <a:pt x="6107" y="1284"/>
                            <a:pt x="6774" y="3094"/>
                            <a:pt x="6107" y="4618"/>
                          </a:cubicBezTo>
                          <a:cubicBezTo>
                            <a:pt x="5345" y="5952"/>
                            <a:pt x="3536" y="6428"/>
                            <a:pt x="1916" y="566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732" name="Graphique 5">
                  <a:extLst>
                    <a:ext uri="{FF2B5EF4-FFF2-40B4-BE49-F238E27FC236}">
                      <a16:creationId xmlns:a16="http://schemas.microsoft.com/office/drawing/2014/main" id="{B3BC2179-C376-4ED1-821A-9AC3BEE8FF3B}"/>
                    </a:ext>
                  </a:extLst>
                </p:cNvPr>
                <p:cNvGrpSpPr/>
                <p:nvPr/>
              </p:nvGrpSpPr>
              <p:grpSpPr>
                <a:xfrm>
                  <a:off x="2556312" y="4255466"/>
                  <a:ext cx="85761" cy="92250"/>
                  <a:chOff x="2556312" y="4255466"/>
                  <a:chExt cx="85761" cy="92250"/>
                </a:xfrm>
                <a:solidFill>
                  <a:schemeClr val="accent1"/>
                </a:solidFill>
              </p:grpSpPr>
              <p:grpSp>
                <p:nvGrpSpPr>
                  <p:cNvPr id="12733" name="Graphique 5">
                    <a:extLst>
                      <a:ext uri="{FF2B5EF4-FFF2-40B4-BE49-F238E27FC236}">
                        <a16:creationId xmlns:a16="http://schemas.microsoft.com/office/drawing/2014/main" id="{D1C9D849-C4EB-4D8F-A8EA-0BDC9B073C47}"/>
                      </a:ext>
                    </a:extLst>
                  </p:cNvPr>
                  <p:cNvGrpSpPr/>
                  <p:nvPr/>
                </p:nvGrpSpPr>
                <p:grpSpPr>
                  <a:xfrm>
                    <a:off x="2556312" y="4308189"/>
                    <a:ext cx="41675" cy="39528"/>
                    <a:chOff x="2556312" y="4308189"/>
                    <a:chExt cx="41675" cy="39528"/>
                  </a:xfrm>
                  <a:solidFill>
                    <a:schemeClr val="accent1"/>
                  </a:solidFill>
                </p:grpSpPr>
                <p:sp>
                  <p:nvSpPr>
                    <p:cNvPr id="12734" name="Forme libre : forme 12733">
                      <a:extLst>
                        <a:ext uri="{FF2B5EF4-FFF2-40B4-BE49-F238E27FC236}">
                          <a16:creationId xmlns:a16="http://schemas.microsoft.com/office/drawing/2014/main" id="{D8793A75-4A53-497F-95E8-86F7DB4F88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6312" y="4308189"/>
                      <a:ext cx="41675" cy="39528"/>
                    </a:xfrm>
                    <a:custGeom>
                      <a:avLst/>
                      <a:gdLst>
                        <a:gd name="connsiteX0" fmla="*/ 12940 w 41675"/>
                        <a:gd name="connsiteY0" fmla="*/ 286 h 39528"/>
                        <a:gd name="connsiteX1" fmla="*/ 39896 w 41675"/>
                        <a:gd name="connsiteY1" fmla="*/ 16098 h 39528"/>
                        <a:gd name="connsiteX2" fmla="*/ 29228 w 41675"/>
                        <a:gd name="connsiteY2" fmla="*/ 39148 h 39528"/>
                        <a:gd name="connsiteX3" fmla="*/ 1605 w 41675"/>
                        <a:gd name="connsiteY3" fmla="*/ 23051 h 39528"/>
                        <a:gd name="connsiteX4" fmla="*/ 12940 w 41675"/>
                        <a:gd name="connsiteY4" fmla="*/ 286 h 39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675" h="39528">
                          <a:moveTo>
                            <a:pt x="12940" y="286"/>
                          </a:moveTo>
                          <a:cubicBezTo>
                            <a:pt x="23513" y="-1524"/>
                            <a:pt x="35419" y="5430"/>
                            <a:pt x="39896" y="16098"/>
                          </a:cubicBezTo>
                          <a:cubicBezTo>
                            <a:pt x="44468" y="26575"/>
                            <a:pt x="39991" y="36862"/>
                            <a:pt x="29228" y="39148"/>
                          </a:cubicBezTo>
                          <a:cubicBezTo>
                            <a:pt x="18560" y="41339"/>
                            <a:pt x="6177" y="33814"/>
                            <a:pt x="1605" y="23051"/>
                          </a:cubicBezTo>
                          <a:cubicBezTo>
                            <a:pt x="-2871" y="12097"/>
                            <a:pt x="2367" y="2096"/>
                            <a:pt x="12940" y="2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35" name="Forme libre : forme 12734">
                      <a:extLst>
                        <a:ext uri="{FF2B5EF4-FFF2-40B4-BE49-F238E27FC236}">
                          <a16:creationId xmlns:a16="http://schemas.microsoft.com/office/drawing/2014/main" id="{9E02F845-07CB-412F-9A27-4F21F0DBE1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0870" y="4308189"/>
                      <a:ext cx="37007" cy="39518"/>
                    </a:xfrm>
                    <a:custGeom>
                      <a:avLst/>
                      <a:gdLst>
                        <a:gd name="connsiteX0" fmla="*/ 16669 w 37007"/>
                        <a:gd name="connsiteY0" fmla="*/ 19431 h 39518"/>
                        <a:gd name="connsiteX1" fmla="*/ 13907 w 37007"/>
                        <a:gd name="connsiteY1" fmla="*/ 38291 h 39518"/>
                        <a:gd name="connsiteX2" fmla="*/ 24575 w 37007"/>
                        <a:gd name="connsiteY2" fmla="*/ 39148 h 39518"/>
                        <a:gd name="connsiteX3" fmla="*/ 35243 w 37007"/>
                        <a:gd name="connsiteY3" fmla="*/ 16098 h 39518"/>
                        <a:gd name="connsiteX4" fmla="*/ 8287 w 37007"/>
                        <a:gd name="connsiteY4" fmla="*/ 286 h 39518"/>
                        <a:gd name="connsiteX5" fmla="*/ 0 w 37007"/>
                        <a:gd name="connsiteY5" fmla="*/ 4382 h 39518"/>
                        <a:gd name="connsiteX6" fmla="*/ 16669 w 37007"/>
                        <a:gd name="connsiteY6" fmla="*/ 19431 h 395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007" h="39518">
                          <a:moveTo>
                            <a:pt x="16669" y="19431"/>
                          </a:moveTo>
                          <a:cubicBezTo>
                            <a:pt x="19717" y="26766"/>
                            <a:pt x="18383" y="33814"/>
                            <a:pt x="13907" y="38291"/>
                          </a:cubicBezTo>
                          <a:cubicBezTo>
                            <a:pt x="17431" y="39434"/>
                            <a:pt x="21050" y="39910"/>
                            <a:pt x="24575" y="39148"/>
                          </a:cubicBezTo>
                          <a:cubicBezTo>
                            <a:pt x="35243" y="36957"/>
                            <a:pt x="39815" y="26575"/>
                            <a:pt x="35243" y="16098"/>
                          </a:cubicBezTo>
                          <a:cubicBezTo>
                            <a:pt x="30861" y="5430"/>
                            <a:pt x="18955" y="-1524"/>
                            <a:pt x="8287" y="286"/>
                          </a:cubicBezTo>
                          <a:cubicBezTo>
                            <a:pt x="4953" y="858"/>
                            <a:pt x="2191" y="2382"/>
                            <a:pt x="0" y="4382"/>
                          </a:cubicBezTo>
                          <a:cubicBezTo>
                            <a:pt x="7239" y="6668"/>
                            <a:pt x="13716" y="12192"/>
                            <a:pt x="16669" y="1943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36" name="Forme libre : forme 12735">
                      <a:extLst>
                        <a:ext uri="{FF2B5EF4-FFF2-40B4-BE49-F238E27FC236}">
                          <a16:creationId xmlns:a16="http://schemas.microsoft.com/office/drawing/2014/main" id="{F9ECA1F4-9297-4676-8B29-73DE97707A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1631" y="4312276"/>
                      <a:ext cx="18455" cy="17328"/>
                    </a:xfrm>
                    <a:custGeom>
                      <a:avLst/>
                      <a:gdLst>
                        <a:gd name="connsiteX0" fmla="*/ 2763 w 18455"/>
                        <a:gd name="connsiteY0" fmla="*/ 2009 h 17328"/>
                        <a:gd name="connsiteX1" fmla="*/ 15812 w 18455"/>
                        <a:gd name="connsiteY1" fmla="*/ 3057 h 17328"/>
                        <a:gd name="connsiteX2" fmla="*/ 15812 w 18455"/>
                        <a:gd name="connsiteY2" fmla="*/ 15249 h 17328"/>
                        <a:gd name="connsiteX3" fmla="*/ 2667 w 18455"/>
                        <a:gd name="connsiteY3" fmla="*/ 14201 h 17328"/>
                        <a:gd name="connsiteX4" fmla="*/ 2763 w 18455"/>
                        <a:gd name="connsiteY4" fmla="*/ 2009 h 173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455" h="17328">
                          <a:moveTo>
                            <a:pt x="2763" y="2009"/>
                          </a:moveTo>
                          <a:cubicBezTo>
                            <a:pt x="6382" y="-1039"/>
                            <a:pt x="12288" y="-563"/>
                            <a:pt x="15812" y="3057"/>
                          </a:cubicBezTo>
                          <a:cubicBezTo>
                            <a:pt x="19336" y="6676"/>
                            <a:pt x="19336" y="12106"/>
                            <a:pt x="15812" y="15249"/>
                          </a:cubicBezTo>
                          <a:cubicBezTo>
                            <a:pt x="12192" y="18392"/>
                            <a:pt x="6382" y="17916"/>
                            <a:pt x="2667" y="14201"/>
                          </a:cubicBezTo>
                          <a:cubicBezTo>
                            <a:pt x="-952" y="10486"/>
                            <a:pt x="-857" y="5057"/>
                            <a:pt x="2763" y="200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37" name="Forme libre : forme 12736">
                      <a:extLst>
                        <a:ext uri="{FF2B5EF4-FFF2-40B4-BE49-F238E27FC236}">
                          <a16:creationId xmlns:a16="http://schemas.microsoft.com/office/drawing/2014/main" id="{7DEE1ED7-5251-482F-83F3-B4EADF1A23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4808" y="4324433"/>
                      <a:ext cx="6819" cy="6469"/>
                    </a:xfrm>
                    <a:custGeom>
                      <a:avLst/>
                      <a:gdLst>
                        <a:gd name="connsiteX0" fmla="*/ 2063 w 6819"/>
                        <a:gd name="connsiteY0" fmla="*/ 44 h 6469"/>
                        <a:gd name="connsiteX1" fmla="*/ 6540 w 6819"/>
                        <a:gd name="connsiteY1" fmla="*/ 2711 h 6469"/>
                        <a:gd name="connsiteX2" fmla="*/ 4730 w 6819"/>
                        <a:gd name="connsiteY2" fmla="*/ 6426 h 6469"/>
                        <a:gd name="connsiteX3" fmla="*/ 253 w 6819"/>
                        <a:gd name="connsiteY3" fmla="*/ 3759 h 6469"/>
                        <a:gd name="connsiteX4" fmla="*/ 2063 w 6819"/>
                        <a:gd name="connsiteY4" fmla="*/ 44 h 6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9" h="6469">
                          <a:moveTo>
                            <a:pt x="2063" y="44"/>
                          </a:moveTo>
                          <a:cubicBezTo>
                            <a:pt x="3777" y="-242"/>
                            <a:pt x="5778" y="901"/>
                            <a:pt x="6540" y="2711"/>
                          </a:cubicBezTo>
                          <a:cubicBezTo>
                            <a:pt x="7302" y="4520"/>
                            <a:pt x="6444" y="6140"/>
                            <a:pt x="4730" y="6426"/>
                          </a:cubicBezTo>
                          <a:cubicBezTo>
                            <a:pt x="3015" y="6711"/>
                            <a:pt x="920" y="5568"/>
                            <a:pt x="253" y="3759"/>
                          </a:cubicBezTo>
                          <a:cubicBezTo>
                            <a:pt x="-414" y="1949"/>
                            <a:pt x="253" y="329"/>
                            <a:pt x="2063" y="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738" name="Graphique 5">
                    <a:extLst>
                      <a:ext uri="{FF2B5EF4-FFF2-40B4-BE49-F238E27FC236}">
                        <a16:creationId xmlns:a16="http://schemas.microsoft.com/office/drawing/2014/main" id="{B8895FB0-7F62-41E9-92FE-8C7BEC2CC834}"/>
                      </a:ext>
                    </a:extLst>
                  </p:cNvPr>
                  <p:cNvGrpSpPr/>
                  <p:nvPr/>
                </p:nvGrpSpPr>
                <p:grpSpPr>
                  <a:xfrm>
                    <a:off x="2584991" y="4286380"/>
                    <a:ext cx="40700" cy="38722"/>
                    <a:chOff x="2584991" y="4286380"/>
                    <a:chExt cx="40700" cy="38722"/>
                  </a:xfrm>
                  <a:solidFill>
                    <a:schemeClr val="accent1"/>
                  </a:solidFill>
                </p:grpSpPr>
                <p:sp>
                  <p:nvSpPr>
                    <p:cNvPr id="12739" name="Forme libre : forme 12738">
                      <a:extLst>
                        <a:ext uri="{FF2B5EF4-FFF2-40B4-BE49-F238E27FC236}">
                          <a16:creationId xmlns:a16="http://schemas.microsoft.com/office/drawing/2014/main" id="{BBE78D1C-DAFC-4A6B-9231-543E646620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4991" y="4286380"/>
                      <a:ext cx="40700" cy="38722"/>
                    </a:xfrm>
                    <a:custGeom>
                      <a:avLst/>
                      <a:gdLst>
                        <a:gd name="connsiteX0" fmla="*/ 12836 w 40700"/>
                        <a:gd name="connsiteY0" fmla="*/ 378 h 38722"/>
                        <a:gd name="connsiteX1" fmla="*/ 39029 w 40700"/>
                        <a:gd name="connsiteY1" fmla="*/ 15237 h 38722"/>
                        <a:gd name="connsiteX2" fmla="*/ 28457 w 40700"/>
                        <a:gd name="connsiteY2" fmla="*/ 38192 h 38722"/>
                        <a:gd name="connsiteX3" fmla="*/ 1501 w 40700"/>
                        <a:gd name="connsiteY3" fmla="*/ 23047 h 38722"/>
                        <a:gd name="connsiteX4" fmla="*/ 12836 w 40700"/>
                        <a:gd name="connsiteY4" fmla="*/ 378 h 38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700" h="38722">
                          <a:moveTo>
                            <a:pt x="12836" y="378"/>
                          </a:moveTo>
                          <a:cubicBezTo>
                            <a:pt x="23313" y="-1718"/>
                            <a:pt x="34553" y="5140"/>
                            <a:pt x="39029" y="15237"/>
                          </a:cubicBezTo>
                          <a:cubicBezTo>
                            <a:pt x="43411" y="25428"/>
                            <a:pt x="38934" y="35811"/>
                            <a:pt x="28457" y="38192"/>
                          </a:cubicBezTo>
                          <a:cubicBezTo>
                            <a:pt x="17884" y="40763"/>
                            <a:pt x="5787" y="33715"/>
                            <a:pt x="1501" y="23047"/>
                          </a:cubicBezTo>
                          <a:cubicBezTo>
                            <a:pt x="-2785" y="12474"/>
                            <a:pt x="2453" y="2378"/>
                            <a:pt x="12836" y="37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40" name="Forme libre : forme 12739">
                      <a:extLst>
                        <a:ext uri="{FF2B5EF4-FFF2-40B4-BE49-F238E27FC236}">
                          <a16:creationId xmlns:a16="http://schemas.microsoft.com/office/drawing/2014/main" id="{05465200-210A-430A-828D-54D03FE4E1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9731" y="4286380"/>
                      <a:ext cx="35961" cy="38627"/>
                    </a:xfrm>
                    <a:custGeom>
                      <a:avLst/>
                      <a:gdLst>
                        <a:gd name="connsiteX0" fmla="*/ 15907 w 35961"/>
                        <a:gd name="connsiteY0" fmla="*/ 19142 h 38627"/>
                        <a:gd name="connsiteX1" fmla="*/ 13144 w 35961"/>
                        <a:gd name="connsiteY1" fmla="*/ 37716 h 38627"/>
                        <a:gd name="connsiteX2" fmla="*/ 23717 w 35961"/>
                        <a:gd name="connsiteY2" fmla="*/ 38192 h 38627"/>
                        <a:gd name="connsiteX3" fmla="*/ 34290 w 35961"/>
                        <a:gd name="connsiteY3" fmla="*/ 15237 h 38627"/>
                        <a:gd name="connsiteX4" fmla="*/ 8096 w 35961"/>
                        <a:gd name="connsiteY4" fmla="*/ 378 h 38627"/>
                        <a:gd name="connsiteX5" fmla="*/ 0 w 35961"/>
                        <a:gd name="connsiteY5" fmla="*/ 4569 h 38627"/>
                        <a:gd name="connsiteX6" fmla="*/ 15907 w 35961"/>
                        <a:gd name="connsiteY6" fmla="*/ 19142 h 38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961" h="38627">
                          <a:moveTo>
                            <a:pt x="15907" y="19142"/>
                          </a:moveTo>
                          <a:cubicBezTo>
                            <a:pt x="18764" y="26381"/>
                            <a:pt x="17526" y="33239"/>
                            <a:pt x="13144" y="37716"/>
                          </a:cubicBezTo>
                          <a:cubicBezTo>
                            <a:pt x="16669" y="38668"/>
                            <a:pt x="20288" y="38954"/>
                            <a:pt x="23717" y="38192"/>
                          </a:cubicBezTo>
                          <a:cubicBezTo>
                            <a:pt x="34195" y="35811"/>
                            <a:pt x="38671" y="25428"/>
                            <a:pt x="34290" y="15237"/>
                          </a:cubicBezTo>
                          <a:cubicBezTo>
                            <a:pt x="29813" y="5140"/>
                            <a:pt x="18478" y="-1718"/>
                            <a:pt x="8096" y="378"/>
                          </a:cubicBezTo>
                          <a:cubicBezTo>
                            <a:pt x="4763" y="1044"/>
                            <a:pt x="2095" y="2568"/>
                            <a:pt x="0" y="4569"/>
                          </a:cubicBezTo>
                          <a:cubicBezTo>
                            <a:pt x="6858" y="6759"/>
                            <a:pt x="13049" y="12093"/>
                            <a:pt x="15907" y="1914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41" name="Forme libre : forme 12740">
                      <a:extLst>
                        <a:ext uri="{FF2B5EF4-FFF2-40B4-BE49-F238E27FC236}">
                          <a16:creationId xmlns:a16="http://schemas.microsoft.com/office/drawing/2014/main" id="{D0899F4B-B742-471D-8065-49091E916A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0194" y="4290469"/>
                      <a:ext cx="18052" cy="17095"/>
                    </a:xfrm>
                    <a:custGeom>
                      <a:avLst/>
                      <a:gdLst>
                        <a:gd name="connsiteX0" fmla="*/ 2775 w 18052"/>
                        <a:gd name="connsiteY0" fmla="*/ 2099 h 17095"/>
                        <a:gd name="connsiteX1" fmla="*/ 15539 w 18052"/>
                        <a:gd name="connsiteY1" fmla="*/ 2861 h 17095"/>
                        <a:gd name="connsiteX2" fmla="*/ 15348 w 18052"/>
                        <a:gd name="connsiteY2" fmla="*/ 14958 h 17095"/>
                        <a:gd name="connsiteX3" fmla="*/ 2585 w 18052"/>
                        <a:gd name="connsiteY3" fmla="*/ 14196 h 17095"/>
                        <a:gd name="connsiteX4" fmla="*/ 2775 w 18052"/>
                        <a:gd name="connsiteY4" fmla="*/ 2099 h 17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52" h="17095">
                          <a:moveTo>
                            <a:pt x="2775" y="2099"/>
                          </a:moveTo>
                          <a:cubicBezTo>
                            <a:pt x="6395" y="-949"/>
                            <a:pt x="12110" y="-663"/>
                            <a:pt x="15539" y="2861"/>
                          </a:cubicBezTo>
                          <a:cubicBezTo>
                            <a:pt x="18968" y="6385"/>
                            <a:pt x="18873" y="11815"/>
                            <a:pt x="15348" y="14958"/>
                          </a:cubicBezTo>
                          <a:cubicBezTo>
                            <a:pt x="11824" y="18101"/>
                            <a:pt x="6109" y="17720"/>
                            <a:pt x="2585" y="14196"/>
                          </a:cubicBezTo>
                          <a:cubicBezTo>
                            <a:pt x="-939" y="10672"/>
                            <a:pt x="-844" y="5242"/>
                            <a:pt x="2775" y="209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42" name="Forme libre : forme 12741">
                      <a:extLst>
                        <a:ext uri="{FF2B5EF4-FFF2-40B4-BE49-F238E27FC236}">
                          <a16:creationId xmlns:a16="http://schemas.microsoft.com/office/drawing/2014/main" id="{50F7DB30-5C4F-4DC3-A92C-B939DF4B43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3166" y="4302591"/>
                      <a:ext cx="6710" cy="6528"/>
                    </a:xfrm>
                    <a:custGeom>
                      <a:avLst/>
                      <a:gdLst>
                        <a:gd name="connsiteX0" fmla="*/ 2089 w 6710"/>
                        <a:gd name="connsiteY0" fmla="*/ 73 h 6528"/>
                        <a:gd name="connsiteX1" fmla="*/ 6471 w 6710"/>
                        <a:gd name="connsiteY1" fmla="*/ 2645 h 6528"/>
                        <a:gd name="connsiteX2" fmla="*/ 4661 w 6710"/>
                        <a:gd name="connsiteY2" fmla="*/ 6455 h 6528"/>
                        <a:gd name="connsiteX3" fmla="*/ 280 w 6710"/>
                        <a:gd name="connsiteY3" fmla="*/ 3883 h 6528"/>
                        <a:gd name="connsiteX4" fmla="*/ 2089 w 6710"/>
                        <a:gd name="connsiteY4" fmla="*/ 73 h 6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10" h="6528">
                          <a:moveTo>
                            <a:pt x="2089" y="73"/>
                          </a:moveTo>
                          <a:cubicBezTo>
                            <a:pt x="3804" y="-308"/>
                            <a:pt x="5709" y="835"/>
                            <a:pt x="6471" y="2645"/>
                          </a:cubicBezTo>
                          <a:cubicBezTo>
                            <a:pt x="7138" y="4359"/>
                            <a:pt x="6376" y="6074"/>
                            <a:pt x="4661" y="6455"/>
                          </a:cubicBezTo>
                          <a:cubicBezTo>
                            <a:pt x="2947" y="6836"/>
                            <a:pt x="1042" y="5693"/>
                            <a:pt x="280" y="3883"/>
                          </a:cubicBezTo>
                          <a:cubicBezTo>
                            <a:pt x="-482" y="2073"/>
                            <a:pt x="375" y="359"/>
                            <a:pt x="2089" y="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743" name="Graphique 5">
                    <a:extLst>
                      <a:ext uri="{FF2B5EF4-FFF2-40B4-BE49-F238E27FC236}">
                        <a16:creationId xmlns:a16="http://schemas.microsoft.com/office/drawing/2014/main" id="{74E5FDD2-A0A0-4263-8512-A8EC1D591BD6}"/>
                      </a:ext>
                    </a:extLst>
                  </p:cNvPr>
                  <p:cNvGrpSpPr/>
                  <p:nvPr/>
                </p:nvGrpSpPr>
                <p:grpSpPr>
                  <a:xfrm>
                    <a:off x="2602354" y="4255466"/>
                    <a:ext cx="39718" cy="38173"/>
                    <a:chOff x="2602354" y="4255466"/>
                    <a:chExt cx="39718" cy="38173"/>
                  </a:xfrm>
                  <a:solidFill>
                    <a:schemeClr val="accent1"/>
                  </a:solidFill>
                </p:grpSpPr>
                <p:sp>
                  <p:nvSpPr>
                    <p:cNvPr id="12744" name="Forme libre : forme 12743">
                      <a:extLst>
                        <a:ext uri="{FF2B5EF4-FFF2-40B4-BE49-F238E27FC236}">
                          <a16:creationId xmlns:a16="http://schemas.microsoft.com/office/drawing/2014/main" id="{F1032A60-0825-4235-8344-6FF5811F46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2354" y="4255466"/>
                      <a:ext cx="39623" cy="38144"/>
                    </a:xfrm>
                    <a:custGeom>
                      <a:avLst/>
                      <a:gdLst>
                        <a:gd name="connsiteX0" fmla="*/ 12903 w 39623"/>
                        <a:gd name="connsiteY0" fmla="*/ 430 h 38144"/>
                        <a:gd name="connsiteX1" fmla="*/ 38145 w 39623"/>
                        <a:gd name="connsiteY1" fmla="*/ 14813 h 38144"/>
                        <a:gd name="connsiteX2" fmla="*/ 27286 w 39623"/>
                        <a:gd name="connsiteY2" fmla="*/ 37578 h 38144"/>
                        <a:gd name="connsiteX3" fmla="*/ 1283 w 39623"/>
                        <a:gd name="connsiteY3" fmla="*/ 22909 h 38144"/>
                        <a:gd name="connsiteX4" fmla="*/ 12903 w 39623"/>
                        <a:gd name="connsiteY4" fmla="*/ 430 h 38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623" h="38144">
                          <a:moveTo>
                            <a:pt x="12903" y="430"/>
                          </a:moveTo>
                          <a:cubicBezTo>
                            <a:pt x="23095" y="-1760"/>
                            <a:pt x="34239" y="4621"/>
                            <a:pt x="38145" y="14813"/>
                          </a:cubicBezTo>
                          <a:cubicBezTo>
                            <a:pt x="42240" y="24814"/>
                            <a:pt x="37573" y="35101"/>
                            <a:pt x="27286" y="37578"/>
                          </a:cubicBezTo>
                          <a:cubicBezTo>
                            <a:pt x="16904" y="40245"/>
                            <a:pt x="5379" y="33196"/>
                            <a:pt x="1283" y="22909"/>
                          </a:cubicBezTo>
                          <a:cubicBezTo>
                            <a:pt x="-2622" y="12622"/>
                            <a:pt x="2712" y="2621"/>
                            <a:pt x="12903" y="43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45" name="Forme libre : forme 12744">
                      <a:extLst>
                        <a:ext uri="{FF2B5EF4-FFF2-40B4-BE49-F238E27FC236}">
                          <a16:creationId xmlns:a16="http://schemas.microsoft.com/office/drawing/2014/main" id="{4238CA3E-50B1-4FD8-A153-EADC15863E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7352" y="4255562"/>
                      <a:ext cx="34720" cy="38077"/>
                    </a:xfrm>
                    <a:custGeom>
                      <a:avLst/>
                      <a:gdLst>
                        <a:gd name="connsiteX0" fmla="*/ 15240 w 34720"/>
                        <a:gd name="connsiteY0" fmla="*/ 18718 h 38077"/>
                        <a:gd name="connsiteX1" fmla="*/ 12097 w 34720"/>
                        <a:gd name="connsiteY1" fmla="*/ 37197 h 38077"/>
                        <a:gd name="connsiteX2" fmla="*/ 22384 w 34720"/>
                        <a:gd name="connsiteY2" fmla="*/ 37578 h 38077"/>
                        <a:gd name="connsiteX3" fmla="*/ 33242 w 34720"/>
                        <a:gd name="connsiteY3" fmla="*/ 14813 h 38077"/>
                        <a:gd name="connsiteX4" fmla="*/ 8001 w 34720"/>
                        <a:gd name="connsiteY4" fmla="*/ 430 h 38077"/>
                        <a:gd name="connsiteX5" fmla="*/ 0 w 34720"/>
                        <a:gd name="connsiteY5" fmla="*/ 4717 h 38077"/>
                        <a:gd name="connsiteX6" fmla="*/ 15240 w 34720"/>
                        <a:gd name="connsiteY6" fmla="*/ 18718 h 38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720" h="38077">
                          <a:moveTo>
                            <a:pt x="15240" y="18718"/>
                          </a:moveTo>
                          <a:cubicBezTo>
                            <a:pt x="17907" y="25767"/>
                            <a:pt x="16478" y="32720"/>
                            <a:pt x="12097" y="37197"/>
                          </a:cubicBezTo>
                          <a:cubicBezTo>
                            <a:pt x="15430" y="38245"/>
                            <a:pt x="19050" y="38340"/>
                            <a:pt x="22384" y="37578"/>
                          </a:cubicBezTo>
                          <a:cubicBezTo>
                            <a:pt x="32671" y="35101"/>
                            <a:pt x="37338" y="24719"/>
                            <a:pt x="33242" y="14813"/>
                          </a:cubicBezTo>
                          <a:cubicBezTo>
                            <a:pt x="29337" y="4621"/>
                            <a:pt x="18193" y="-1760"/>
                            <a:pt x="8001" y="430"/>
                          </a:cubicBezTo>
                          <a:cubicBezTo>
                            <a:pt x="4763" y="1097"/>
                            <a:pt x="2096" y="2621"/>
                            <a:pt x="0" y="4717"/>
                          </a:cubicBezTo>
                          <a:cubicBezTo>
                            <a:pt x="6572" y="6717"/>
                            <a:pt x="12573" y="11765"/>
                            <a:pt x="15240" y="1871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46" name="Forme libre : forme 12745">
                      <a:extLst>
                        <a:ext uri="{FF2B5EF4-FFF2-40B4-BE49-F238E27FC236}">
                          <a16:creationId xmlns:a16="http://schemas.microsoft.com/office/drawing/2014/main" id="{ED800C3E-0D40-45AE-ADC9-D5136B6AA7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7562" y="4259613"/>
                      <a:ext cx="17701" cy="16856"/>
                    </a:xfrm>
                    <a:custGeom>
                      <a:avLst/>
                      <a:gdLst>
                        <a:gd name="connsiteX0" fmla="*/ 2838 w 17701"/>
                        <a:gd name="connsiteY0" fmla="*/ 2189 h 16856"/>
                        <a:gd name="connsiteX1" fmla="*/ 15316 w 17701"/>
                        <a:gd name="connsiteY1" fmla="*/ 2761 h 16856"/>
                        <a:gd name="connsiteX2" fmla="*/ 14935 w 17701"/>
                        <a:gd name="connsiteY2" fmla="*/ 14667 h 16856"/>
                        <a:gd name="connsiteX3" fmla="*/ 2457 w 17701"/>
                        <a:gd name="connsiteY3" fmla="*/ 14096 h 16856"/>
                        <a:gd name="connsiteX4" fmla="*/ 2838 w 17701"/>
                        <a:gd name="connsiteY4" fmla="*/ 2189 h 16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701" h="16856">
                          <a:moveTo>
                            <a:pt x="2838" y="2189"/>
                          </a:moveTo>
                          <a:cubicBezTo>
                            <a:pt x="6457" y="-954"/>
                            <a:pt x="11982" y="-668"/>
                            <a:pt x="15316" y="2761"/>
                          </a:cubicBezTo>
                          <a:cubicBezTo>
                            <a:pt x="18649" y="6190"/>
                            <a:pt x="18459" y="11524"/>
                            <a:pt x="14935" y="14667"/>
                          </a:cubicBezTo>
                          <a:cubicBezTo>
                            <a:pt x="11411" y="17810"/>
                            <a:pt x="5791" y="17525"/>
                            <a:pt x="2457" y="14096"/>
                          </a:cubicBezTo>
                          <a:cubicBezTo>
                            <a:pt x="-972" y="10571"/>
                            <a:pt x="-781" y="5238"/>
                            <a:pt x="2838" y="218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47" name="Forme libre : forme 12746">
                      <a:extLst>
                        <a:ext uri="{FF2B5EF4-FFF2-40B4-BE49-F238E27FC236}">
                          <a16:creationId xmlns:a16="http://schemas.microsoft.com/office/drawing/2014/main" id="{94216C5A-7806-4722-A95E-D82AD6B289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0318" y="4271540"/>
                      <a:ext cx="6499" cy="6338"/>
                    </a:xfrm>
                    <a:custGeom>
                      <a:avLst/>
                      <a:gdLst>
                        <a:gd name="connsiteX0" fmla="*/ 2082 w 6499"/>
                        <a:gd name="connsiteY0" fmla="*/ 73 h 6338"/>
                        <a:gd name="connsiteX1" fmla="*/ 6273 w 6499"/>
                        <a:gd name="connsiteY1" fmla="*/ 2550 h 6338"/>
                        <a:gd name="connsiteX2" fmla="*/ 4368 w 6499"/>
                        <a:gd name="connsiteY2" fmla="*/ 6265 h 6338"/>
                        <a:gd name="connsiteX3" fmla="*/ 177 w 6499"/>
                        <a:gd name="connsiteY3" fmla="*/ 3788 h 6338"/>
                        <a:gd name="connsiteX4" fmla="*/ 2082 w 6499"/>
                        <a:gd name="connsiteY4" fmla="*/ 73 h 6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99" h="6338">
                          <a:moveTo>
                            <a:pt x="2082" y="73"/>
                          </a:moveTo>
                          <a:cubicBezTo>
                            <a:pt x="3797" y="-308"/>
                            <a:pt x="5607" y="835"/>
                            <a:pt x="6273" y="2550"/>
                          </a:cubicBezTo>
                          <a:cubicBezTo>
                            <a:pt x="6940" y="4264"/>
                            <a:pt x="6083" y="5884"/>
                            <a:pt x="4368" y="6265"/>
                          </a:cubicBezTo>
                          <a:cubicBezTo>
                            <a:pt x="2654" y="6646"/>
                            <a:pt x="749" y="5503"/>
                            <a:pt x="177" y="3788"/>
                          </a:cubicBezTo>
                          <a:cubicBezTo>
                            <a:pt x="-394" y="2074"/>
                            <a:pt x="463" y="455"/>
                            <a:pt x="2082" y="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748" name="Graphique 5">
                  <a:extLst>
                    <a:ext uri="{FF2B5EF4-FFF2-40B4-BE49-F238E27FC236}">
                      <a16:creationId xmlns:a16="http://schemas.microsoft.com/office/drawing/2014/main" id="{AF735D97-E78C-4693-8775-5B993207622A}"/>
                    </a:ext>
                  </a:extLst>
                </p:cNvPr>
                <p:cNvGrpSpPr/>
                <p:nvPr/>
              </p:nvGrpSpPr>
              <p:grpSpPr>
                <a:xfrm>
                  <a:off x="2681241" y="4369792"/>
                  <a:ext cx="112231" cy="65905"/>
                  <a:chOff x="2681241" y="4369792"/>
                  <a:chExt cx="112231" cy="65905"/>
                </a:xfrm>
                <a:solidFill>
                  <a:schemeClr val="accent1"/>
                </a:solidFill>
              </p:grpSpPr>
              <p:grpSp>
                <p:nvGrpSpPr>
                  <p:cNvPr id="12749" name="Graphique 5">
                    <a:extLst>
                      <a:ext uri="{FF2B5EF4-FFF2-40B4-BE49-F238E27FC236}">
                        <a16:creationId xmlns:a16="http://schemas.microsoft.com/office/drawing/2014/main" id="{904E7246-35CB-4C88-8086-35A57E6C5190}"/>
                      </a:ext>
                    </a:extLst>
                  </p:cNvPr>
                  <p:cNvGrpSpPr/>
                  <p:nvPr/>
                </p:nvGrpSpPr>
                <p:grpSpPr>
                  <a:xfrm>
                    <a:off x="2752125" y="4369792"/>
                    <a:ext cx="41347" cy="37434"/>
                    <a:chOff x="2752125" y="4369792"/>
                    <a:chExt cx="41347" cy="37434"/>
                  </a:xfrm>
                  <a:solidFill>
                    <a:schemeClr val="accent1"/>
                  </a:solidFill>
                </p:grpSpPr>
                <p:sp>
                  <p:nvSpPr>
                    <p:cNvPr id="12750" name="Forme libre : forme 12749">
                      <a:extLst>
                        <a:ext uri="{FF2B5EF4-FFF2-40B4-BE49-F238E27FC236}">
                          <a16:creationId xmlns:a16="http://schemas.microsoft.com/office/drawing/2014/main" id="{EDB4D376-238F-4D45-95D5-3F4682F5FB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2125" y="4369792"/>
                      <a:ext cx="41347" cy="37349"/>
                    </a:xfrm>
                    <a:custGeom>
                      <a:avLst/>
                      <a:gdLst>
                        <a:gd name="connsiteX0" fmla="*/ 20676 w 41347"/>
                        <a:gd name="connsiteY0" fmla="*/ 37171 h 37349"/>
                        <a:gd name="connsiteX1" fmla="*/ 6 w 41347"/>
                        <a:gd name="connsiteY1" fmla="*/ 15550 h 37349"/>
                        <a:gd name="connsiteX2" fmla="*/ 20961 w 41347"/>
                        <a:gd name="connsiteY2" fmla="*/ 214 h 37349"/>
                        <a:gd name="connsiteX3" fmla="*/ 35249 w 41347"/>
                        <a:gd name="connsiteY3" fmla="*/ 7644 h 37349"/>
                        <a:gd name="connsiteX4" fmla="*/ 41345 w 41347"/>
                        <a:gd name="connsiteY4" fmla="*/ 21169 h 37349"/>
                        <a:gd name="connsiteX5" fmla="*/ 20676 w 41347"/>
                        <a:gd name="connsiteY5" fmla="*/ 37171 h 37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1347" h="37349">
                          <a:moveTo>
                            <a:pt x="20676" y="37171"/>
                          </a:moveTo>
                          <a:cubicBezTo>
                            <a:pt x="9150" y="35457"/>
                            <a:pt x="-279" y="25741"/>
                            <a:pt x="6" y="15550"/>
                          </a:cubicBezTo>
                          <a:cubicBezTo>
                            <a:pt x="292" y="5453"/>
                            <a:pt x="9817" y="-1310"/>
                            <a:pt x="20961" y="214"/>
                          </a:cubicBezTo>
                          <a:cubicBezTo>
                            <a:pt x="26581" y="976"/>
                            <a:pt x="31629" y="3738"/>
                            <a:pt x="35249" y="7644"/>
                          </a:cubicBezTo>
                          <a:cubicBezTo>
                            <a:pt x="38964" y="11359"/>
                            <a:pt x="41345" y="16121"/>
                            <a:pt x="41345" y="21169"/>
                          </a:cubicBezTo>
                          <a:cubicBezTo>
                            <a:pt x="41535" y="31266"/>
                            <a:pt x="32391" y="38600"/>
                            <a:pt x="20676" y="371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51" name="Forme libre : forme 12750">
                      <a:extLst>
                        <a:ext uri="{FF2B5EF4-FFF2-40B4-BE49-F238E27FC236}">
                          <a16:creationId xmlns:a16="http://schemas.microsoft.com/office/drawing/2014/main" id="{17D0FC2C-151C-4982-80D1-29A86810C3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2221" y="4369862"/>
                      <a:ext cx="30962" cy="37364"/>
                    </a:xfrm>
                    <a:custGeom>
                      <a:avLst/>
                      <a:gdLst>
                        <a:gd name="connsiteX0" fmla="*/ 20199 w 30962"/>
                        <a:gd name="connsiteY0" fmla="*/ 18718 h 37364"/>
                        <a:gd name="connsiteX1" fmla="*/ 30963 w 30962"/>
                        <a:gd name="connsiteY1" fmla="*/ 4145 h 37364"/>
                        <a:gd name="connsiteX2" fmla="*/ 20961 w 30962"/>
                        <a:gd name="connsiteY2" fmla="*/ 239 h 37364"/>
                        <a:gd name="connsiteX3" fmla="*/ 6 w 30962"/>
                        <a:gd name="connsiteY3" fmla="*/ 15574 h 37364"/>
                        <a:gd name="connsiteX4" fmla="*/ 20676 w 30962"/>
                        <a:gd name="connsiteY4" fmla="*/ 37196 h 37364"/>
                        <a:gd name="connsiteX5" fmla="*/ 30867 w 30962"/>
                        <a:gd name="connsiteY5" fmla="*/ 35958 h 37364"/>
                        <a:gd name="connsiteX6" fmla="*/ 20199 w 30962"/>
                        <a:gd name="connsiteY6" fmla="*/ 18718 h 37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962" h="37364">
                          <a:moveTo>
                            <a:pt x="20199" y="18718"/>
                          </a:moveTo>
                          <a:cubicBezTo>
                            <a:pt x="20294" y="11764"/>
                            <a:pt x="24676" y="6430"/>
                            <a:pt x="30963" y="4145"/>
                          </a:cubicBezTo>
                          <a:cubicBezTo>
                            <a:pt x="28010" y="2144"/>
                            <a:pt x="24676" y="715"/>
                            <a:pt x="20961" y="239"/>
                          </a:cubicBezTo>
                          <a:cubicBezTo>
                            <a:pt x="9722" y="-1380"/>
                            <a:pt x="197" y="5383"/>
                            <a:pt x="6" y="15574"/>
                          </a:cubicBezTo>
                          <a:cubicBezTo>
                            <a:pt x="-279" y="25671"/>
                            <a:pt x="9150" y="35482"/>
                            <a:pt x="20676" y="37196"/>
                          </a:cubicBezTo>
                          <a:cubicBezTo>
                            <a:pt x="24390" y="37672"/>
                            <a:pt x="27819" y="37101"/>
                            <a:pt x="30867" y="35958"/>
                          </a:cubicBezTo>
                          <a:cubicBezTo>
                            <a:pt x="24295" y="32148"/>
                            <a:pt x="20104" y="25576"/>
                            <a:pt x="20199" y="1871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52" name="Forme libre : forme 12751">
                      <a:extLst>
                        <a:ext uri="{FF2B5EF4-FFF2-40B4-BE49-F238E27FC236}">
                          <a16:creationId xmlns:a16="http://schemas.microsoft.com/office/drawing/2014/main" id="{E27E8C7D-EAAF-4DED-A46C-07E18CE181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6513" y="4388225"/>
                      <a:ext cx="19424" cy="15788"/>
                    </a:xfrm>
                    <a:custGeom>
                      <a:avLst/>
                      <a:gdLst>
                        <a:gd name="connsiteX0" fmla="*/ 13622 w 19424"/>
                        <a:gd name="connsiteY0" fmla="*/ 15214 h 15788"/>
                        <a:gd name="connsiteX1" fmla="*/ 764 w 19424"/>
                        <a:gd name="connsiteY1" fmla="*/ 10546 h 15788"/>
                        <a:gd name="connsiteX2" fmla="*/ 5907 w 19424"/>
                        <a:gd name="connsiteY2" fmla="*/ 450 h 15788"/>
                        <a:gd name="connsiteX3" fmla="*/ 18575 w 19424"/>
                        <a:gd name="connsiteY3" fmla="*/ 5022 h 15788"/>
                        <a:gd name="connsiteX4" fmla="*/ 13622 w 19424"/>
                        <a:gd name="connsiteY4" fmla="*/ 15214 h 157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424" h="15788">
                          <a:moveTo>
                            <a:pt x="13622" y="15214"/>
                          </a:moveTo>
                          <a:cubicBezTo>
                            <a:pt x="8574" y="16928"/>
                            <a:pt x="2859" y="14642"/>
                            <a:pt x="764" y="10546"/>
                          </a:cubicBezTo>
                          <a:cubicBezTo>
                            <a:pt x="-1332" y="6450"/>
                            <a:pt x="1049" y="1974"/>
                            <a:pt x="5907" y="450"/>
                          </a:cubicBezTo>
                          <a:cubicBezTo>
                            <a:pt x="10860" y="-979"/>
                            <a:pt x="16385" y="1117"/>
                            <a:pt x="18575" y="5022"/>
                          </a:cubicBezTo>
                          <a:cubicBezTo>
                            <a:pt x="20766" y="9022"/>
                            <a:pt x="18575" y="13594"/>
                            <a:pt x="13622" y="1521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53" name="Forme libre : forme 12752">
                      <a:extLst>
                        <a:ext uri="{FF2B5EF4-FFF2-40B4-BE49-F238E27FC236}">
                          <a16:creationId xmlns:a16="http://schemas.microsoft.com/office/drawing/2014/main" id="{0B842FA4-A7AF-488F-8C0D-9714331067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8421" y="4388251"/>
                      <a:ext cx="6858" cy="6065"/>
                    </a:xfrm>
                    <a:custGeom>
                      <a:avLst/>
                      <a:gdLst>
                        <a:gd name="connsiteX0" fmla="*/ 3429 w 6858"/>
                        <a:gd name="connsiteY0" fmla="*/ 6045 h 6065"/>
                        <a:gd name="connsiteX1" fmla="*/ 0 w 6858"/>
                        <a:gd name="connsiteY1" fmla="*/ 2615 h 6065"/>
                        <a:gd name="connsiteX2" fmla="*/ 3429 w 6858"/>
                        <a:gd name="connsiteY2" fmla="*/ 44 h 6065"/>
                        <a:gd name="connsiteX3" fmla="*/ 6858 w 6858"/>
                        <a:gd name="connsiteY3" fmla="*/ 3378 h 6065"/>
                        <a:gd name="connsiteX4" fmla="*/ 3429 w 6858"/>
                        <a:gd name="connsiteY4" fmla="*/ 6045 h 6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58" h="6065">
                          <a:moveTo>
                            <a:pt x="3429" y="6045"/>
                          </a:moveTo>
                          <a:cubicBezTo>
                            <a:pt x="1524" y="5854"/>
                            <a:pt x="0" y="4235"/>
                            <a:pt x="0" y="2615"/>
                          </a:cubicBezTo>
                          <a:cubicBezTo>
                            <a:pt x="0" y="901"/>
                            <a:pt x="1524" y="-242"/>
                            <a:pt x="3429" y="44"/>
                          </a:cubicBezTo>
                          <a:cubicBezTo>
                            <a:pt x="5334" y="234"/>
                            <a:pt x="6858" y="1758"/>
                            <a:pt x="6858" y="3378"/>
                          </a:cubicBezTo>
                          <a:cubicBezTo>
                            <a:pt x="6763" y="5092"/>
                            <a:pt x="5239" y="6235"/>
                            <a:pt x="3429" y="60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754" name="Graphique 5">
                    <a:extLst>
                      <a:ext uri="{FF2B5EF4-FFF2-40B4-BE49-F238E27FC236}">
                        <a16:creationId xmlns:a16="http://schemas.microsoft.com/office/drawing/2014/main" id="{3B9189A6-2130-45B4-9AAF-478662E13FDD}"/>
                      </a:ext>
                    </a:extLst>
                  </p:cNvPr>
                  <p:cNvGrpSpPr/>
                  <p:nvPr/>
                </p:nvGrpSpPr>
                <p:grpSpPr>
                  <a:xfrm>
                    <a:off x="2713435" y="4378748"/>
                    <a:ext cx="42126" cy="37408"/>
                    <a:chOff x="2713435" y="4378748"/>
                    <a:chExt cx="42126" cy="37408"/>
                  </a:xfrm>
                  <a:solidFill>
                    <a:schemeClr val="accent1"/>
                  </a:solidFill>
                </p:grpSpPr>
                <p:sp>
                  <p:nvSpPr>
                    <p:cNvPr id="12755" name="Forme libre : forme 12754">
                      <a:extLst>
                        <a:ext uri="{FF2B5EF4-FFF2-40B4-BE49-F238E27FC236}">
                          <a16:creationId xmlns:a16="http://schemas.microsoft.com/office/drawing/2014/main" id="{84AA5E64-BFAD-4AC8-8878-47C61CC084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13436" y="4378748"/>
                      <a:ext cx="42125" cy="37391"/>
                    </a:xfrm>
                    <a:custGeom>
                      <a:avLst/>
                      <a:gdLst>
                        <a:gd name="connsiteX0" fmla="*/ 20789 w 42125"/>
                        <a:gd name="connsiteY0" fmla="*/ 37073 h 37391"/>
                        <a:gd name="connsiteX1" fmla="*/ 25 w 42125"/>
                        <a:gd name="connsiteY1" fmla="*/ 14785 h 37391"/>
                        <a:gd name="connsiteX2" fmla="*/ 21646 w 42125"/>
                        <a:gd name="connsiteY2" fmla="*/ 402 h 37391"/>
                        <a:gd name="connsiteX3" fmla="*/ 42125 w 42125"/>
                        <a:gd name="connsiteY3" fmla="*/ 22024 h 37391"/>
                        <a:gd name="connsiteX4" fmla="*/ 20789 w 42125"/>
                        <a:gd name="connsiteY4" fmla="*/ 37073 h 37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25" h="37391">
                          <a:moveTo>
                            <a:pt x="20789" y="37073"/>
                          </a:moveTo>
                          <a:cubicBezTo>
                            <a:pt x="8883" y="35263"/>
                            <a:pt x="-547" y="25072"/>
                            <a:pt x="25" y="14785"/>
                          </a:cubicBezTo>
                          <a:cubicBezTo>
                            <a:pt x="501" y="4593"/>
                            <a:pt x="10312" y="-1693"/>
                            <a:pt x="21646" y="402"/>
                          </a:cubicBezTo>
                          <a:cubicBezTo>
                            <a:pt x="33172" y="2212"/>
                            <a:pt x="42220" y="11832"/>
                            <a:pt x="42125" y="22024"/>
                          </a:cubicBezTo>
                          <a:cubicBezTo>
                            <a:pt x="42030" y="32120"/>
                            <a:pt x="32600" y="38978"/>
                            <a:pt x="20789" y="3707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56" name="Forme libre : forme 12755">
                      <a:extLst>
                        <a:ext uri="{FF2B5EF4-FFF2-40B4-BE49-F238E27FC236}">
                          <a16:creationId xmlns:a16="http://schemas.microsoft.com/office/drawing/2014/main" id="{2BD4484B-84AC-4948-B9B3-32D3F5AF78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13435" y="4378748"/>
                      <a:ext cx="31933" cy="37408"/>
                    </a:xfrm>
                    <a:custGeom>
                      <a:avLst/>
                      <a:gdLst>
                        <a:gd name="connsiteX0" fmla="*/ 20599 w 31933"/>
                        <a:gd name="connsiteY0" fmla="*/ 18690 h 37408"/>
                        <a:gd name="connsiteX1" fmla="*/ 31934 w 31933"/>
                        <a:gd name="connsiteY1" fmla="*/ 4498 h 37408"/>
                        <a:gd name="connsiteX2" fmla="*/ 21647 w 31933"/>
                        <a:gd name="connsiteY2" fmla="*/ 402 h 37408"/>
                        <a:gd name="connsiteX3" fmla="*/ 25 w 31933"/>
                        <a:gd name="connsiteY3" fmla="*/ 14785 h 37408"/>
                        <a:gd name="connsiteX4" fmla="*/ 20789 w 31933"/>
                        <a:gd name="connsiteY4" fmla="*/ 37073 h 37408"/>
                        <a:gd name="connsiteX5" fmla="*/ 31076 w 31933"/>
                        <a:gd name="connsiteY5" fmla="*/ 36407 h 37408"/>
                        <a:gd name="connsiteX6" fmla="*/ 20599 w 31933"/>
                        <a:gd name="connsiteY6" fmla="*/ 18690 h 374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933" h="37408">
                          <a:moveTo>
                            <a:pt x="20599" y="18690"/>
                          </a:moveTo>
                          <a:cubicBezTo>
                            <a:pt x="20789" y="11737"/>
                            <a:pt x="25457" y="6593"/>
                            <a:pt x="31934" y="4498"/>
                          </a:cubicBezTo>
                          <a:cubicBezTo>
                            <a:pt x="28886" y="2498"/>
                            <a:pt x="25457" y="974"/>
                            <a:pt x="21647" y="402"/>
                          </a:cubicBezTo>
                          <a:cubicBezTo>
                            <a:pt x="10312" y="-1693"/>
                            <a:pt x="501" y="4593"/>
                            <a:pt x="25" y="14785"/>
                          </a:cubicBezTo>
                          <a:cubicBezTo>
                            <a:pt x="-547" y="25167"/>
                            <a:pt x="8788" y="35263"/>
                            <a:pt x="20789" y="37073"/>
                          </a:cubicBezTo>
                          <a:cubicBezTo>
                            <a:pt x="24599" y="37740"/>
                            <a:pt x="28028" y="37359"/>
                            <a:pt x="31076" y="36407"/>
                          </a:cubicBezTo>
                          <a:cubicBezTo>
                            <a:pt x="24695" y="32120"/>
                            <a:pt x="20408" y="25548"/>
                            <a:pt x="20599" y="1869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57" name="Forme libre : forme 12756">
                      <a:extLst>
                        <a:ext uri="{FF2B5EF4-FFF2-40B4-BE49-F238E27FC236}">
                          <a16:creationId xmlns:a16="http://schemas.microsoft.com/office/drawing/2014/main" id="{C3AEBB95-2768-4AB8-9B96-9398CAA094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7955" y="4397144"/>
                      <a:ext cx="19930" cy="15818"/>
                    </a:xfrm>
                    <a:custGeom>
                      <a:avLst/>
                      <a:gdLst>
                        <a:gd name="connsiteX0" fmla="*/ 13794 w 19930"/>
                        <a:gd name="connsiteY0" fmla="*/ 15439 h 15818"/>
                        <a:gd name="connsiteX1" fmla="*/ 745 w 19930"/>
                        <a:gd name="connsiteY1" fmla="*/ 10296 h 15818"/>
                        <a:gd name="connsiteX2" fmla="*/ 6270 w 19930"/>
                        <a:gd name="connsiteY2" fmla="*/ 389 h 15818"/>
                        <a:gd name="connsiteX3" fmla="*/ 19224 w 19930"/>
                        <a:gd name="connsiteY3" fmla="*/ 5438 h 15818"/>
                        <a:gd name="connsiteX4" fmla="*/ 13794 w 19930"/>
                        <a:gd name="connsiteY4" fmla="*/ 15439 h 158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0" h="15818">
                          <a:moveTo>
                            <a:pt x="13794" y="15439"/>
                          </a:moveTo>
                          <a:cubicBezTo>
                            <a:pt x="8746" y="16773"/>
                            <a:pt x="2841" y="14486"/>
                            <a:pt x="745" y="10296"/>
                          </a:cubicBezTo>
                          <a:cubicBezTo>
                            <a:pt x="-1350" y="6105"/>
                            <a:pt x="1126" y="1723"/>
                            <a:pt x="6270" y="389"/>
                          </a:cubicBezTo>
                          <a:cubicBezTo>
                            <a:pt x="11318" y="-944"/>
                            <a:pt x="17128" y="1247"/>
                            <a:pt x="19224" y="5438"/>
                          </a:cubicBezTo>
                          <a:cubicBezTo>
                            <a:pt x="21224" y="9533"/>
                            <a:pt x="18843" y="14106"/>
                            <a:pt x="13794" y="1543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58" name="Forme libre : forme 12757">
                      <a:extLst>
                        <a:ext uri="{FF2B5EF4-FFF2-40B4-BE49-F238E27FC236}">
                          <a16:creationId xmlns:a16="http://schemas.microsoft.com/office/drawing/2014/main" id="{0D7ADDD0-4F60-4B93-814E-A7F5C328EA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0225" y="4397296"/>
                      <a:ext cx="6953" cy="6189"/>
                    </a:xfrm>
                    <a:custGeom>
                      <a:avLst/>
                      <a:gdLst>
                        <a:gd name="connsiteX0" fmla="*/ 3429 w 6953"/>
                        <a:gd name="connsiteY0" fmla="*/ 6143 h 6189"/>
                        <a:gd name="connsiteX1" fmla="*/ 0 w 6953"/>
                        <a:gd name="connsiteY1" fmla="*/ 2523 h 6189"/>
                        <a:gd name="connsiteX2" fmla="*/ 3524 w 6953"/>
                        <a:gd name="connsiteY2" fmla="*/ 47 h 6189"/>
                        <a:gd name="connsiteX3" fmla="*/ 6953 w 6953"/>
                        <a:gd name="connsiteY3" fmla="*/ 3666 h 6189"/>
                        <a:gd name="connsiteX4" fmla="*/ 3429 w 6953"/>
                        <a:gd name="connsiteY4" fmla="*/ 6143 h 61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53" h="6189">
                          <a:moveTo>
                            <a:pt x="3429" y="6143"/>
                          </a:moveTo>
                          <a:cubicBezTo>
                            <a:pt x="1524" y="5857"/>
                            <a:pt x="0" y="4238"/>
                            <a:pt x="0" y="2523"/>
                          </a:cubicBezTo>
                          <a:cubicBezTo>
                            <a:pt x="0" y="809"/>
                            <a:pt x="1619" y="-239"/>
                            <a:pt x="3524" y="47"/>
                          </a:cubicBezTo>
                          <a:cubicBezTo>
                            <a:pt x="5429" y="333"/>
                            <a:pt x="6953" y="1952"/>
                            <a:pt x="6953" y="3666"/>
                          </a:cubicBezTo>
                          <a:cubicBezTo>
                            <a:pt x="6953" y="5381"/>
                            <a:pt x="5334" y="6429"/>
                            <a:pt x="3429" y="61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759" name="Graphique 5">
                    <a:extLst>
                      <a:ext uri="{FF2B5EF4-FFF2-40B4-BE49-F238E27FC236}">
                        <a16:creationId xmlns:a16="http://schemas.microsoft.com/office/drawing/2014/main" id="{0AB3244C-FF16-4818-ACD8-FFFA4454588F}"/>
                      </a:ext>
                    </a:extLst>
                  </p:cNvPr>
                  <p:cNvGrpSpPr/>
                  <p:nvPr/>
                </p:nvGrpSpPr>
                <p:grpSpPr>
                  <a:xfrm>
                    <a:off x="2681241" y="4397465"/>
                    <a:ext cx="43172" cy="38233"/>
                    <a:chOff x="2681241" y="4397465"/>
                    <a:chExt cx="43172" cy="38233"/>
                  </a:xfrm>
                  <a:solidFill>
                    <a:schemeClr val="accent1"/>
                  </a:solidFill>
                </p:grpSpPr>
                <p:sp>
                  <p:nvSpPr>
                    <p:cNvPr id="12760" name="Forme libre : forme 12759">
                      <a:extLst>
                        <a:ext uri="{FF2B5EF4-FFF2-40B4-BE49-F238E27FC236}">
                          <a16:creationId xmlns:a16="http://schemas.microsoft.com/office/drawing/2014/main" id="{D3261D88-3737-46C9-9FD6-A6A573B5A7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1337" y="4397465"/>
                      <a:ext cx="43077" cy="38233"/>
                    </a:xfrm>
                    <a:custGeom>
                      <a:avLst/>
                      <a:gdLst>
                        <a:gd name="connsiteX0" fmla="*/ 20979 w 43077"/>
                        <a:gd name="connsiteY0" fmla="*/ 37788 h 38233"/>
                        <a:gd name="connsiteX1" fmla="*/ 24 w 43077"/>
                        <a:gd name="connsiteY1" fmla="*/ 14451 h 38233"/>
                        <a:gd name="connsiteX2" fmla="*/ 22313 w 43077"/>
                        <a:gd name="connsiteY2" fmla="*/ 545 h 38233"/>
                        <a:gd name="connsiteX3" fmla="*/ 43077 w 43077"/>
                        <a:gd name="connsiteY3" fmla="*/ 23215 h 38233"/>
                        <a:gd name="connsiteX4" fmla="*/ 20979 w 43077"/>
                        <a:gd name="connsiteY4" fmla="*/ 37788 h 38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077" h="38233">
                          <a:moveTo>
                            <a:pt x="20979" y="37788"/>
                          </a:moveTo>
                          <a:cubicBezTo>
                            <a:pt x="8978" y="35216"/>
                            <a:pt x="-547" y="24643"/>
                            <a:pt x="24" y="14451"/>
                          </a:cubicBezTo>
                          <a:cubicBezTo>
                            <a:pt x="596" y="4260"/>
                            <a:pt x="10692" y="-1931"/>
                            <a:pt x="22313" y="545"/>
                          </a:cubicBezTo>
                          <a:cubicBezTo>
                            <a:pt x="33933" y="3117"/>
                            <a:pt x="43077" y="13118"/>
                            <a:pt x="43077" y="23215"/>
                          </a:cubicBezTo>
                          <a:cubicBezTo>
                            <a:pt x="42887" y="33311"/>
                            <a:pt x="33076" y="40074"/>
                            <a:pt x="20979" y="377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61" name="Forme libre : forme 12760">
                      <a:extLst>
                        <a:ext uri="{FF2B5EF4-FFF2-40B4-BE49-F238E27FC236}">
                          <a16:creationId xmlns:a16="http://schemas.microsoft.com/office/drawing/2014/main" id="{D39BBEC7-B4ED-441D-B5CE-65EE5A8ADF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1241" y="4397465"/>
                      <a:ext cx="32695" cy="38223"/>
                    </a:xfrm>
                    <a:custGeom>
                      <a:avLst/>
                      <a:gdLst>
                        <a:gd name="connsiteX0" fmla="*/ 21075 w 32695"/>
                        <a:gd name="connsiteY0" fmla="*/ 19119 h 38223"/>
                        <a:gd name="connsiteX1" fmla="*/ 32695 w 32695"/>
                        <a:gd name="connsiteY1" fmla="*/ 5213 h 38223"/>
                        <a:gd name="connsiteX2" fmla="*/ 22313 w 32695"/>
                        <a:gd name="connsiteY2" fmla="*/ 545 h 38223"/>
                        <a:gd name="connsiteX3" fmla="*/ 24 w 32695"/>
                        <a:gd name="connsiteY3" fmla="*/ 14451 h 38223"/>
                        <a:gd name="connsiteX4" fmla="*/ 20980 w 32695"/>
                        <a:gd name="connsiteY4" fmla="*/ 37788 h 38223"/>
                        <a:gd name="connsiteX5" fmla="*/ 31648 w 32695"/>
                        <a:gd name="connsiteY5" fmla="*/ 37312 h 38223"/>
                        <a:gd name="connsiteX6" fmla="*/ 21075 w 32695"/>
                        <a:gd name="connsiteY6" fmla="*/ 19119 h 38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95" h="38223">
                          <a:moveTo>
                            <a:pt x="21075" y="19119"/>
                          </a:moveTo>
                          <a:cubicBezTo>
                            <a:pt x="21360" y="12070"/>
                            <a:pt x="26123" y="7022"/>
                            <a:pt x="32695" y="5213"/>
                          </a:cubicBezTo>
                          <a:cubicBezTo>
                            <a:pt x="29647" y="3022"/>
                            <a:pt x="26123" y="1307"/>
                            <a:pt x="22313" y="545"/>
                          </a:cubicBezTo>
                          <a:cubicBezTo>
                            <a:pt x="10693" y="-1931"/>
                            <a:pt x="501" y="4260"/>
                            <a:pt x="24" y="14451"/>
                          </a:cubicBezTo>
                          <a:cubicBezTo>
                            <a:pt x="-547" y="24643"/>
                            <a:pt x="8978" y="35216"/>
                            <a:pt x="20980" y="37788"/>
                          </a:cubicBezTo>
                          <a:cubicBezTo>
                            <a:pt x="24789" y="38550"/>
                            <a:pt x="28409" y="38264"/>
                            <a:pt x="31648" y="37312"/>
                          </a:cubicBezTo>
                          <a:cubicBezTo>
                            <a:pt x="25075" y="33025"/>
                            <a:pt x="20884" y="25977"/>
                            <a:pt x="21075" y="1911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62" name="Forme libre : forme 12761">
                      <a:extLst>
                        <a:ext uri="{FF2B5EF4-FFF2-40B4-BE49-F238E27FC236}">
                          <a16:creationId xmlns:a16="http://schemas.microsoft.com/office/drawing/2014/main" id="{246081FA-E256-4615-B16F-55DA6FCC41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96061" y="4416413"/>
                      <a:ext cx="20333" cy="16129"/>
                    </a:xfrm>
                    <a:custGeom>
                      <a:avLst/>
                      <a:gdLst>
                        <a:gd name="connsiteX0" fmla="*/ 13970 w 20333"/>
                        <a:gd name="connsiteY0" fmla="*/ 15792 h 16129"/>
                        <a:gd name="connsiteX1" fmla="*/ 730 w 20333"/>
                        <a:gd name="connsiteY1" fmla="*/ 10077 h 16129"/>
                        <a:gd name="connsiteX2" fmla="*/ 6445 w 20333"/>
                        <a:gd name="connsiteY2" fmla="*/ 266 h 16129"/>
                        <a:gd name="connsiteX3" fmla="*/ 19590 w 20333"/>
                        <a:gd name="connsiteY3" fmla="*/ 5886 h 16129"/>
                        <a:gd name="connsiteX4" fmla="*/ 13970 w 20333"/>
                        <a:gd name="connsiteY4" fmla="*/ 15792 h 16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333" h="16129">
                          <a:moveTo>
                            <a:pt x="13970" y="15792"/>
                          </a:moveTo>
                          <a:cubicBezTo>
                            <a:pt x="8636" y="17125"/>
                            <a:pt x="2826" y="14363"/>
                            <a:pt x="730" y="10077"/>
                          </a:cubicBezTo>
                          <a:cubicBezTo>
                            <a:pt x="-1365" y="5790"/>
                            <a:pt x="1206" y="1409"/>
                            <a:pt x="6445" y="266"/>
                          </a:cubicBezTo>
                          <a:cubicBezTo>
                            <a:pt x="11589" y="-877"/>
                            <a:pt x="17399" y="1790"/>
                            <a:pt x="19590" y="5886"/>
                          </a:cubicBezTo>
                          <a:cubicBezTo>
                            <a:pt x="21685" y="10077"/>
                            <a:pt x="19209" y="14553"/>
                            <a:pt x="13970" y="1579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63" name="Forme libre : forme 12762">
                      <a:extLst>
                        <a:ext uri="{FF2B5EF4-FFF2-40B4-BE49-F238E27FC236}">
                          <a16:creationId xmlns:a16="http://schemas.microsoft.com/office/drawing/2014/main" id="{2F7268B3-2C59-4983-B75E-3E843748DF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8598" y="4416886"/>
                      <a:ext cx="7147" cy="6252"/>
                    </a:xfrm>
                    <a:custGeom>
                      <a:avLst/>
                      <a:gdLst>
                        <a:gd name="connsiteX0" fmla="*/ 3433 w 7147"/>
                        <a:gd name="connsiteY0" fmla="*/ 6174 h 6252"/>
                        <a:gd name="connsiteX1" fmla="*/ 4 w 7147"/>
                        <a:gd name="connsiteY1" fmla="*/ 2459 h 6252"/>
                        <a:gd name="connsiteX2" fmla="*/ 3624 w 7147"/>
                        <a:gd name="connsiteY2" fmla="*/ 78 h 6252"/>
                        <a:gd name="connsiteX3" fmla="*/ 7148 w 7147"/>
                        <a:gd name="connsiteY3" fmla="*/ 3793 h 6252"/>
                        <a:gd name="connsiteX4" fmla="*/ 3433 w 7147"/>
                        <a:gd name="connsiteY4" fmla="*/ 6174 h 62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47" h="6252">
                          <a:moveTo>
                            <a:pt x="3433" y="6174"/>
                          </a:moveTo>
                          <a:cubicBezTo>
                            <a:pt x="1433" y="5888"/>
                            <a:pt x="-91" y="4078"/>
                            <a:pt x="4" y="2459"/>
                          </a:cubicBezTo>
                          <a:cubicBezTo>
                            <a:pt x="99" y="745"/>
                            <a:pt x="1719" y="-303"/>
                            <a:pt x="3624" y="78"/>
                          </a:cubicBezTo>
                          <a:cubicBezTo>
                            <a:pt x="5529" y="459"/>
                            <a:pt x="7148" y="2078"/>
                            <a:pt x="7148" y="3793"/>
                          </a:cubicBezTo>
                          <a:cubicBezTo>
                            <a:pt x="7053" y="5507"/>
                            <a:pt x="5433" y="6555"/>
                            <a:pt x="3433" y="617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2764" name="Graphique 5">
                <a:extLst>
                  <a:ext uri="{FF2B5EF4-FFF2-40B4-BE49-F238E27FC236}">
                    <a16:creationId xmlns:a16="http://schemas.microsoft.com/office/drawing/2014/main" id="{512BF1F5-B227-4587-A586-1E2A783BB497}"/>
                  </a:ext>
                </a:extLst>
              </p:cNvPr>
              <p:cNvGrpSpPr/>
              <p:nvPr/>
            </p:nvGrpSpPr>
            <p:grpSpPr>
              <a:xfrm>
                <a:off x="2242354" y="3791963"/>
                <a:ext cx="525253" cy="459361"/>
                <a:chOff x="2242354" y="3791963"/>
                <a:chExt cx="525253" cy="459361"/>
              </a:xfrm>
              <a:solidFill>
                <a:schemeClr val="accent1"/>
              </a:solidFill>
            </p:grpSpPr>
            <p:sp>
              <p:nvSpPr>
                <p:cNvPr id="12765" name="Forme libre : forme 12764">
                  <a:extLst>
                    <a:ext uri="{FF2B5EF4-FFF2-40B4-BE49-F238E27FC236}">
                      <a16:creationId xmlns:a16="http://schemas.microsoft.com/office/drawing/2014/main" id="{73420A2F-E02F-4690-9AD6-7C3FAB05BCF1}"/>
                    </a:ext>
                  </a:extLst>
                </p:cNvPr>
                <p:cNvSpPr/>
                <p:nvPr/>
              </p:nvSpPr>
              <p:spPr>
                <a:xfrm>
                  <a:off x="2242354" y="3792059"/>
                  <a:ext cx="510652" cy="459266"/>
                </a:xfrm>
                <a:custGeom>
                  <a:avLst/>
                  <a:gdLst>
                    <a:gd name="connsiteX0" fmla="*/ 265557 w 510652"/>
                    <a:gd name="connsiteY0" fmla="*/ 418880 h 459266"/>
                    <a:gd name="connsiteX1" fmla="*/ 199739 w 510652"/>
                    <a:gd name="connsiteY1" fmla="*/ 298294 h 459266"/>
                    <a:gd name="connsiteX2" fmla="*/ 257175 w 510652"/>
                    <a:gd name="connsiteY2" fmla="*/ 302961 h 459266"/>
                    <a:gd name="connsiteX3" fmla="*/ 312325 w 510652"/>
                    <a:gd name="connsiteY3" fmla="*/ 292960 h 459266"/>
                    <a:gd name="connsiteX4" fmla="*/ 408813 w 510652"/>
                    <a:gd name="connsiteY4" fmla="*/ 235333 h 459266"/>
                    <a:gd name="connsiteX5" fmla="*/ 466820 w 510652"/>
                    <a:gd name="connsiteY5" fmla="*/ 168849 h 459266"/>
                    <a:gd name="connsiteX6" fmla="*/ 499300 w 510652"/>
                    <a:gd name="connsiteY6" fmla="*/ 109603 h 459266"/>
                    <a:gd name="connsiteX7" fmla="*/ 510540 w 510652"/>
                    <a:gd name="connsiteY7" fmla="*/ 61978 h 459266"/>
                    <a:gd name="connsiteX8" fmla="*/ 502063 w 510652"/>
                    <a:gd name="connsiteY8" fmla="*/ 27498 h 459266"/>
                    <a:gd name="connsiteX9" fmla="*/ 471773 w 510652"/>
                    <a:gd name="connsiteY9" fmla="*/ 5781 h 459266"/>
                    <a:gd name="connsiteX10" fmla="*/ 448818 w 510652"/>
                    <a:gd name="connsiteY10" fmla="*/ 1114 h 459266"/>
                    <a:gd name="connsiteX11" fmla="*/ 421481 w 510652"/>
                    <a:gd name="connsiteY11" fmla="*/ 161 h 459266"/>
                    <a:gd name="connsiteX12" fmla="*/ 277177 w 510652"/>
                    <a:gd name="connsiteY12" fmla="*/ 38547 h 459266"/>
                    <a:gd name="connsiteX13" fmla="*/ 186976 w 510652"/>
                    <a:gd name="connsiteY13" fmla="*/ 105794 h 459266"/>
                    <a:gd name="connsiteX14" fmla="*/ 156877 w 510652"/>
                    <a:gd name="connsiteY14" fmla="*/ 152942 h 459266"/>
                    <a:gd name="connsiteX15" fmla="*/ 139255 w 510652"/>
                    <a:gd name="connsiteY15" fmla="*/ 207806 h 459266"/>
                    <a:gd name="connsiteX16" fmla="*/ 52768 w 510652"/>
                    <a:gd name="connsiteY16" fmla="*/ 100745 h 459266"/>
                    <a:gd name="connsiteX17" fmla="*/ 0 w 510652"/>
                    <a:gd name="connsiteY17" fmla="*/ 122653 h 459266"/>
                    <a:gd name="connsiteX18" fmla="*/ 136112 w 510652"/>
                    <a:gd name="connsiteY18" fmla="*/ 275338 h 459266"/>
                    <a:gd name="connsiteX19" fmla="*/ 225076 w 510652"/>
                    <a:gd name="connsiteY19" fmla="*/ 459266 h 459266"/>
                    <a:gd name="connsiteX20" fmla="*/ 265557 w 510652"/>
                    <a:gd name="connsiteY20" fmla="*/ 418880 h 459266"/>
                    <a:gd name="connsiteX21" fmla="*/ 300895 w 510652"/>
                    <a:gd name="connsiteY21" fmla="*/ 85886 h 459266"/>
                    <a:gd name="connsiteX22" fmla="*/ 412718 w 510652"/>
                    <a:gd name="connsiteY22" fmla="*/ 47215 h 459266"/>
                    <a:gd name="connsiteX23" fmla="*/ 454438 w 510652"/>
                    <a:gd name="connsiteY23" fmla="*/ 59121 h 459266"/>
                    <a:gd name="connsiteX24" fmla="*/ 447580 w 510652"/>
                    <a:gd name="connsiteY24" fmla="*/ 110175 h 459266"/>
                    <a:gd name="connsiteX25" fmla="*/ 374332 w 510652"/>
                    <a:gd name="connsiteY25" fmla="*/ 195233 h 459266"/>
                    <a:gd name="connsiteX26" fmla="*/ 290322 w 510652"/>
                    <a:gd name="connsiteY26" fmla="*/ 237238 h 459266"/>
                    <a:gd name="connsiteX27" fmla="*/ 244126 w 510652"/>
                    <a:gd name="connsiteY27" fmla="*/ 241906 h 459266"/>
                    <a:gd name="connsiteX28" fmla="*/ 196882 w 510652"/>
                    <a:gd name="connsiteY28" fmla="*/ 234762 h 459266"/>
                    <a:gd name="connsiteX29" fmla="*/ 230219 w 510652"/>
                    <a:gd name="connsiteY29" fmla="*/ 147418 h 459266"/>
                    <a:gd name="connsiteX30" fmla="*/ 300895 w 510652"/>
                    <a:gd name="connsiteY30" fmla="*/ 85886 h 459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10652" h="459266">
                      <a:moveTo>
                        <a:pt x="265557" y="418880"/>
                      </a:moveTo>
                      <a:cubicBezTo>
                        <a:pt x="230696" y="383638"/>
                        <a:pt x="208407" y="340680"/>
                        <a:pt x="199739" y="298294"/>
                      </a:cubicBezTo>
                      <a:cubicBezTo>
                        <a:pt x="219265" y="302199"/>
                        <a:pt x="238506" y="303723"/>
                        <a:pt x="257175" y="302961"/>
                      </a:cubicBezTo>
                      <a:cubicBezTo>
                        <a:pt x="276225" y="301913"/>
                        <a:pt x="294703" y="298484"/>
                        <a:pt x="312325" y="292960"/>
                      </a:cubicBezTo>
                      <a:cubicBezTo>
                        <a:pt x="347567" y="282006"/>
                        <a:pt x="380143" y="261908"/>
                        <a:pt x="408813" y="235333"/>
                      </a:cubicBezTo>
                      <a:cubicBezTo>
                        <a:pt x="433197" y="212664"/>
                        <a:pt x="451961" y="190185"/>
                        <a:pt x="466820" y="168849"/>
                      </a:cubicBezTo>
                      <a:cubicBezTo>
                        <a:pt x="481679" y="147418"/>
                        <a:pt x="492347" y="127415"/>
                        <a:pt x="499300" y="109603"/>
                      </a:cubicBezTo>
                      <a:cubicBezTo>
                        <a:pt x="506349" y="91696"/>
                        <a:pt x="510445" y="75504"/>
                        <a:pt x="510540" y="61978"/>
                      </a:cubicBezTo>
                      <a:cubicBezTo>
                        <a:pt x="511302" y="48072"/>
                        <a:pt x="508159" y="36737"/>
                        <a:pt x="502063" y="27498"/>
                      </a:cubicBezTo>
                      <a:cubicBezTo>
                        <a:pt x="495586" y="17306"/>
                        <a:pt x="485013" y="10448"/>
                        <a:pt x="471773" y="5781"/>
                      </a:cubicBezTo>
                      <a:cubicBezTo>
                        <a:pt x="465010" y="3495"/>
                        <a:pt x="457295" y="1971"/>
                        <a:pt x="448818" y="1114"/>
                      </a:cubicBezTo>
                      <a:cubicBezTo>
                        <a:pt x="440531" y="66"/>
                        <a:pt x="431387" y="-220"/>
                        <a:pt x="421481" y="161"/>
                      </a:cubicBezTo>
                      <a:cubicBezTo>
                        <a:pt x="381952" y="1876"/>
                        <a:pt x="332042" y="13496"/>
                        <a:pt x="277177" y="38547"/>
                      </a:cubicBezTo>
                      <a:cubicBezTo>
                        <a:pt x="241840" y="54739"/>
                        <a:pt x="210502" y="77314"/>
                        <a:pt x="186976" y="105794"/>
                      </a:cubicBezTo>
                      <a:cubicBezTo>
                        <a:pt x="175165" y="119986"/>
                        <a:pt x="165068" y="135797"/>
                        <a:pt x="156877" y="152942"/>
                      </a:cubicBezTo>
                      <a:cubicBezTo>
                        <a:pt x="148590" y="170182"/>
                        <a:pt x="143065" y="188280"/>
                        <a:pt x="139255" y="207806"/>
                      </a:cubicBezTo>
                      <a:cubicBezTo>
                        <a:pt x="102870" y="183898"/>
                        <a:pt x="72199" y="146465"/>
                        <a:pt x="52768" y="100745"/>
                      </a:cubicBezTo>
                      <a:lnTo>
                        <a:pt x="0" y="122653"/>
                      </a:lnTo>
                      <a:cubicBezTo>
                        <a:pt x="28765" y="192566"/>
                        <a:pt x="79724" y="246382"/>
                        <a:pt x="136112" y="275338"/>
                      </a:cubicBezTo>
                      <a:cubicBezTo>
                        <a:pt x="141637" y="338394"/>
                        <a:pt x="171736" y="405926"/>
                        <a:pt x="225076" y="459266"/>
                      </a:cubicBezTo>
                      <a:lnTo>
                        <a:pt x="265557" y="418880"/>
                      </a:lnTo>
                      <a:close/>
                      <a:moveTo>
                        <a:pt x="300895" y="85886"/>
                      </a:moveTo>
                      <a:cubicBezTo>
                        <a:pt x="355759" y="56073"/>
                        <a:pt x="392335" y="48929"/>
                        <a:pt x="412718" y="47215"/>
                      </a:cubicBezTo>
                      <a:cubicBezTo>
                        <a:pt x="433197" y="45881"/>
                        <a:pt x="448437" y="49310"/>
                        <a:pt x="454438" y="59121"/>
                      </a:cubicBezTo>
                      <a:cubicBezTo>
                        <a:pt x="460724" y="68836"/>
                        <a:pt x="459676" y="86362"/>
                        <a:pt x="447580" y="110175"/>
                      </a:cubicBezTo>
                      <a:cubicBezTo>
                        <a:pt x="435769" y="133606"/>
                        <a:pt x="413194" y="163705"/>
                        <a:pt x="374332" y="195233"/>
                      </a:cubicBezTo>
                      <a:cubicBezTo>
                        <a:pt x="348901" y="215712"/>
                        <a:pt x="320611" y="230190"/>
                        <a:pt x="290322" y="237238"/>
                      </a:cubicBezTo>
                      <a:cubicBezTo>
                        <a:pt x="275082" y="240858"/>
                        <a:pt x="259651" y="242477"/>
                        <a:pt x="244126" y="241906"/>
                      </a:cubicBezTo>
                      <a:cubicBezTo>
                        <a:pt x="228600" y="241429"/>
                        <a:pt x="212503" y="239239"/>
                        <a:pt x="196882" y="234762"/>
                      </a:cubicBezTo>
                      <a:cubicBezTo>
                        <a:pt x="200882" y="202282"/>
                        <a:pt x="211931" y="172754"/>
                        <a:pt x="230219" y="147418"/>
                      </a:cubicBezTo>
                      <a:cubicBezTo>
                        <a:pt x="248221" y="122176"/>
                        <a:pt x="272320" y="101602"/>
                        <a:pt x="300895" y="85886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766" name="Forme libre : forme 12765">
                  <a:extLst>
                    <a:ext uri="{FF2B5EF4-FFF2-40B4-BE49-F238E27FC236}">
                      <a16:creationId xmlns:a16="http://schemas.microsoft.com/office/drawing/2014/main" id="{13C0E506-0044-4C0A-B35A-9464318A7A5E}"/>
                    </a:ext>
                  </a:extLst>
                </p:cNvPr>
                <p:cNvSpPr/>
                <p:nvPr/>
              </p:nvSpPr>
              <p:spPr>
                <a:xfrm>
                  <a:off x="2500577" y="3791963"/>
                  <a:ext cx="252524" cy="236952"/>
                </a:xfrm>
                <a:custGeom>
                  <a:avLst/>
                  <a:gdLst>
                    <a:gd name="connsiteX0" fmla="*/ 138970 w 252524"/>
                    <a:gd name="connsiteY0" fmla="*/ 13496 h 236952"/>
                    <a:gd name="connsiteX1" fmla="*/ 166592 w 252524"/>
                    <a:gd name="connsiteY1" fmla="*/ 15020 h 236952"/>
                    <a:gd name="connsiteX2" fmla="*/ 189928 w 252524"/>
                    <a:gd name="connsiteY2" fmla="*/ 20259 h 236952"/>
                    <a:gd name="connsiteX3" fmla="*/ 221170 w 252524"/>
                    <a:gd name="connsiteY3" fmla="*/ 43404 h 236952"/>
                    <a:gd name="connsiteX4" fmla="*/ 230505 w 252524"/>
                    <a:gd name="connsiteY4" fmla="*/ 76552 h 236952"/>
                    <a:gd name="connsiteX5" fmla="*/ 222790 w 252524"/>
                    <a:gd name="connsiteY5" fmla="*/ 120938 h 236952"/>
                    <a:gd name="connsiteX6" fmla="*/ 148876 w 252524"/>
                    <a:gd name="connsiteY6" fmla="*/ 236953 h 236952"/>
                    <a:gd name="connsiteX7" fmla="*/ 150685 w 252524"/>
                    <a:gd name="connsiteY7" fmla="*/ 235333 h 236952"/>
                    <a:gd name="connsiteX8" fmla="*/ 208693 w 252524"/>
                    <a:gd name="connsiteY8" fmla="*/ 168849 h 236952"/>
                    <a:gd name="connsiteX9" fmla="*/ 241173 w 252524"/>
                    <a:gd name="connsiteY9" fmla="*/ 109603 h 236952"/>
                    <a:gd name="connsiteX10" fmla="*/ 252413 w 252524"/>
                    <a:gd name="connsiteY10" fmla="*/ 61978 h 236952"/>
                    <a:gd name="connsiteX11" fmla="*/ 243935 w 252524"/>
                    <a:gd name="connsiteY11" fmla="*/ 27498 h 236952"/>
                    <a:gd name="connsiteX12" fmla="*/ 213646 w 252524"/>
                    <a:gd name="connsiteY12" fmla="*/ 5781 h 236952"/>
                    <a:gd name="connsiteX13" fmla="*/ 190690 w 252524"/>
                    <a:gd name="connsiteY13" fmla="*/ 1114 h 236952"/>
                    <a:gd name="connsiteX14" fmla="*/ 163354 w 252524"/>
                    <a:gd name="connsiteY14" fmla="*/ 161 h 236952"/>
                    <a:gd name="connsiteX15" fmla="*/ 19050 w 252524"/>
                    <a:gd name="connsiteY15" fmla="*/ 38547 h 236952"/>
                    <a:gd name="connsiteX16" fmla="*/ 0 w 252524"/>
                    <a:gd name="connsiteY16" fmla="*/ 48167 h 236952"/>
                    <a:gd name="connsiteX17" fmla="*/ 138970 w 252524"/>
                    <a:gd name="connsiteY17" fmla="*/ 13496 h 236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2524" h="236952">
                      <a:moveTo>
                        <a:pt x="138970" y="13496"/>
                      </a:moveTo>
                      <a:cubicBezTo>
                        <a:pt x="148971" y="13306"/>
                        <a:pt x="158210" y="13782"/>
                        <a:pt x="166592" y="15020"/>
                      </a:cubicBezTo>
                      <a:cubicBezTo>
                        <a:pt x="175260" y="16068"/>
                        <a:pt x="183070" y="17782"/>
                        <a:pt x="189928" y="20259"/>
                      </a:cubicBezTo>
                      <a:cubicBezTo>
                        <a:pt x="203359" y="25402"/>
                        <a:pt x="214313" y="32641"/>
                        <a:pt x="221170" y="43404"/>
                      </a:cubicBezTo>
                      <a:cubicBezTo>
                        <a:pt x="227076" y="52549"/>
                        <a:pt x="230600" y="63312"/>
                        <a:pt x="230505" y="76552"/>
                      </a:cubicBezTo>
                      <a:cubicBezTo>
                        <a:pt x="231076" y="89315"/>
                        <a:pt x="228409" y="104269"/>
                        <a:pt x="222790" y="120938"/>
                      </a:cubicBezTo>
                      <a:cubicBezTo>
                        <a:pt x="211931" y="153704"/>
                        <a:pt x="188690" y="194852"/>
                        <a:pt x="148876" y="236953"/>
                      </a:cubicBezTo>
                      <a:lnTo>
                        <a:pt x="150685" y="235333"/>
                      </a:lnTo>
                      <a:cubicBezTo>
                        <a:pt x="175069" y="212664"/>
                        <a:pt x="193834" y="190185"/>
                        <a:pt x="208693" y="168849"/>
                      </a:cubicBezTo>
                      <a:cubicBezTo>
                        <a:pt x="223552" y="147418"/>
                        <a:pt x="234220" y="127415"/>
                        <a:pt x="241173" y="109603"/>
                      </a:cubicBezTo>
                      <a:cubicBezTo>
                        <a:pt x="248221" y="91696"/>
                        <a:pt x="252317" y="75504"/>
                        <a:pt x="252413" y="61978"/>
                      </a:cubicBezTo>
                      <a:cubicBezTo>
                        <a:pt x="253174" y="48072"/>
                        <a:pt x="250031" y="36737"/>
                        <a:pt x="243935" y="27498"/>
                      </a:cubicBezTo>
                      <a:cubicBezTo>
                        <a:pt x="237458" y="17306"/>
                        <a:pt x="226885" y="10448"/>
                        <a:pt x="213646" y="5781"/>
                      </a:cubicBezTo>
                      <a:cubicBezTo>
                        <a:pt x="206883" y="3495"/>
                        <a:pt x="199168" y="1971"/>
                        <a:pt x="190690" y="1114"/>
                      </a:cubicBezTo>
                      <a:cubicBezTo>
                        <a:pt x="182404" y="66"/>
                        <a:pt x="173260" y="-220"/>
                        <a:pt x="163354" y="161"/>
                      </a:cubicBezTo>
                      <a:cubicBezTo>
                        <a:pt x="123825" y="1876"/>
                        <a:pt x="73914" y="13496"/>
                        <a:pt x="19050" y="38547"/>
                      </a:cubicBezTo>
                      <a:cubicBezTo>
                        <a:pt x="12573" y="41500"/>
                        <a:pt x="6191" y="44833"/>
                        <a:pt x="0" y="48167"/>
                      </a:cubicBezTo>
                      <a:cubicBezTo>
                        <a:pt x="52483" y="25117"/>
                        <a:pt x="100489" y="14544"/>
                        <a:pt x="138970" y="13496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767" name="Forme libre : forme 12766">
                  <a:extLst>
                    <a:ext uri="{FF2B5EF4-FFF2-40B4-BE49-F238E27FC236}">
                      <a16:creationId xmlns:a16="http://schemas.microsoft.com/office/drawing/2014/main" id="{C6DC1F3B-98A7-46C4-9CC9-7EE5A6FA3591}"/>
                    </a:ext>
                  </a:extLst>
                </p:cNvPr>
                <p:cNvSpPr/>
                <p:nvPr/>
              </p:nvSpPr>
              <p:spPr>
                <a:xfrm>
                  <a:off x="2293694" y="3989102"/>
                  <a:ext cx="270414" cy="94619"/>
                </a:xfrm>
                <a:custGeom>
                  <a:avLst/>
                  <a:gdLst>
                    <a:gd name="connsiteX0" fmla="*/ 0 w 270414"/>
                    <a:gd name="connsiteY0" fmla="*/ 0 h 94619"/>
                    <a:gd name="connsiteX1" fmla="*/ 5334 w 270414"/>
                    <a:gd name="connsiteY1" fmla="*/ 6096 h 94619"/>
                    <a:gd name="connsiteX2" fmla="*/ 21050 w 270414"/>
                    <a:gd name="connsiteY2" fmla="*/ 21717 h 94619"/>
                    <a:gd name="connsiteX3" fmla="*/ 80486 w 270414"/>
                    <a:gd name="connsiteY3" fmla="*/ 64389 h 94619"/>
                    <a:gd name="connsiteX4" fmla="*/ 100203 w 270414"/>
                    <a:gd name="connsiteY4" fmla="*/ 74295 h 94619"/>
                    <a:gd name="connsiteX5" fmla="*/ 121825 w 270414"/>
                    <a:gd name="connsiteY5" fmla="*/ 82582 h 94619"/>
                    <a:gd name="connsiteX6" fmla="*/ 168592 w 270414"/>
                    <a:gd name="connsiteY6" fmla="*/ 93250 h 94619"/>
                    <a:gd name="connsiteX7" fmla="*/ 218694 w 270414"/>
                    <a:gd name="connsiteY7" fmla="*/ 93059 h 94619"/>
                    <a:gd name="connsiteX8" fmla="*/ 270415 w 270414"/>
                    <a:gd name="connsiteY8" fmla="*/ 79057 h 94619"/>
                    <a:gd name="connsiteX9" fmla="*/ 248793 w 270414"/>
                    <a:gd name="connsiteY9" fmla="*/ 84582 h 94619"/>
                    <a:gd name="connsiteX10" fmla="*/ 189643 w 270414"/>
                    <a:gd name="connsiteY10" fmla="*/ 88297 h 94619"/>
                    <a:gd name="connsiteX11" fmla="*/ 101822 w 270414"/>
                    <a:gd name="connsiteY11" fmla="*/ 68389 h 94619"/>
                    <a:gd name="connsiteX12" fmla="*/ 51340 w 270414"/>
                    <a:gd name="connsiteY12" fmla="*/ 41720 h 94619"/>
                    <a:gd name="connsiteX13" fmla="*/ 0 w 270414"/>
                    <a:gd name="connsiteY13" fmla="*/ 0 h 94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0414" h="94619">
                      <a:moveTo>
                        <a:pt x="0" y="0"/>
                      </a:moveTo>
                      <a:cubicBezTo>
                        <a:pt x="0" y="0"/>
                        <a:pt x="1810" y="2096"/>
                        <a:pt x="5334" y="6096"/>
                      </a:cubicBezTo>
                      <a:cubicBezTo>
                        <a:pt x="8763" y="10001"/>
                        <a:pt x="14002" y="15526"/>
                        <a:pt x="21050" y="21717"/>
                      </a:cubicBezTo>
                      <a:cubicBezTo>
                        <a:pt x="34957" y="34385"/>
                        <a:pt x="54959" y="50673"/>
                        <a:pt x="80486" y="64389"/>
                      </a:cubicBezTo>
                      <a:cubicBezTo>
                        <a:pt x="86773" y="67818"/>
                        <a:pt x="93345" y="71247"/>
                        <a:pt x="100203" y="74295"/>
                      </a:cubicBezTo>
                      <a:cubicBezTo>
                        <a:pt x="107156" y="77248"/>
                        <a:pt x="114395" y="80105"/>
                        <a:pt x="121825" y="82582"/>
                      </a:cubicBezTo>
                      <a:cubicBezTo>
                        <a:pt x="136684" y="87535"/>
                        <a:pt x="152019" y="91630"/>
                        <a:pt x="168592" y="93250"/>
                      </a:cubicBezTo>
                      <a:cubicBezTo>
                        <a:pt x="184975" y="95060"/>
                        <a:pt x="201739" y="95155"/>
                        <a:pt x="218694" y="93059"/>
                      </a:cubicBezTo>
                      <a:cubicBezTo>
                        <a:pt x="235744" y="90869"/>
                        <a:pt x="253175" y="86201"/>
                        <a:pt x="270415" y="79057"/>
                      </a:cubicBezTo>
                      <a:cubicBezTo>
                        <a:pt x="270415" y="79057"/>
                        <a:pt x="262700" y="81820"/>
                        <a:pt x="248793" y="84582"/>
                      </a:cubicBezTo>
                      <a:cubicBezTo>
                        <a:pt x="234696" y="87344"/>
                        <a:pt x="214693" y="89726"/>
                        <a:pt x="189643" y="88297"/>
                      </a:cubicBezTo>
                      <a:cubicBezTo>
                        <a:pt x="164306" y="87154"/>
                        <a:pt x="134874" y="81439"/>
                        <a:pt x="101822" y="68389"/>
                      </a:cubicBezTo>
                      <a:cubicBezTo>
                        <a:pt x="85820" y="61531"/>
                        <a:pt x="68580" y="52959"/>
                        <a:pt x="51340" y="41720"/>
                      </a:cubicBezTo>
                      <a:cubicBezTo>
                        <a:pt x="34671" y="30289"/>
                        <a:pt x="16573" y="1695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768" name="Forme libre : forme 12767">
                  <a:extLst>
                    <a:ext uri="{FF2B5EF4-FFF2-40B4-BE49-F238E27FC236}">
                      <a16:creationId xmlns:a16="http://schemas.microsoft.com/office/drawing/2014/main" id="{069EA43E-4559-42BE-90DE-466BAC5DF8EF}"/>
                    </a:ext>
                  </a:extLst>
                </p:cNvPr>
                <p:cNvSpPr/>
                <p:nvPr/>
              </p:nvSpPr>
              <p:spPr>
                <a:xfrm>
                  <a:off x="2381704" y="3860990"/>
                  <a:ext cx="195548" cy="165830"/>
                </a:xfrm>
                <a:custGeom>
                  <a:avLst/>
                  <a:gdLst>
                    <a:gd name="connsiteX0" fmla="*/ 0 w 195548"/>
                    <a:gd name="connsiteY0" fmla="*/ 138875 h 165830"/>
                    <a:gd name="connsiteX1" fmla="*/ 5906 w 195548"/>
                    <a:gd name="connsiteY1" fmla="*/ 142780 h 165830"/>
                    <a:gd name="connsiteX2" fmla="*/ 20669 w 195548"/>
                    <a:gd name="connsiteY2" fmla="*/ 151448 h 165830"/>
                    <a:gd name="connsiteX3" fmla="*/ 57531 w 195548"/>
                    <a:gd name="connsiteY3" fmla="*/ 165830 h 165830"/>
                    <a:gd name="connsiteX4" fmla="*/ 60389 w 195548"/>
                    <a:gd name="connsiteY4" fmla="*/ 145828 h 165830"/>
                    <a:gd name="connsiteX5" fmla="*/ 77153 w 195548"/>
                    <a:gd name="connsiteY5" fmla="*/ 99155 h 165830"/>
                    <a:gd name="connsiteX6" fmla="*/ 119920 w 195548"/>
                    <a:gd name="connsiteY6" fmla="*/ 45149 h 165830"/>
                    <a:gd name="connsiteX7" fmla="*/ 195548 w 195548"/>
                    <a:gd name="connsiteY7" fmla="*/ 0 h 165830"/>
                    <a:gd name="connsiteX8" fmla="*/ 177737 w 195548"/>
                    <a:gd name="connsiteY8" fmla="*/ 4096 h 165830"/>
                    <a:gd name="connsiteX9" fmla="*/ 133921 w 195548"/>
                    <a:gd name="connsiteY9" fmla="*/ 19812 h 165830"/>
                    <a:gd name="connsiteX10" fmla="*/ 28766 w 195548"/>
                    <a:gd name="connsiteY10" fmla="*/ 119634 h 165830"/>
                    <a:gd name="connsiteX11" fmla="*/ 11525 w 195548"/>
                    <a:gd name="connsiteY11" fmla="*/ 135636 h 165830"/>
                    <a:gd name="connsiteX12" fmla="*/ 0 w 195548"/>
                    <a:gd name="connsiteY12" fmla="*/ 138875 h 165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5548" h="165830">
                      <a:moveTo>
                        <a:pt x="0" y="138875"/>
                      </a:moveTo>
                      <a:cubicBezTo>
                        <a:pt x="0" y="138875"/>
                        <a:pt x="2191" y="140303"/>
                        <a:pt x="5906" y="142780"/>
                      </a:cubicBezTo>
                      <a:cubicBezTo>
                        <a:pt x="9525" y="145161"/>
                        <a:pt x="14669" y="148304"/>
                        <a:pt x="20669" y="151448"/>
                      </a:cubicBezTo>
                      <a:cubicBezTo>
                        <a:pt x="32480" y="157734"/>
                        <a:pt x="46863" y="164211"/>
                        <a:pt x="57531" y="165830"/>
                      </a:cubicBezTo>
                      <a:cubicBezTo>
                        <a:pt x="57531" y="165830"/>
                        <a:pt x="57817" y="158115"/>
                        <a:pt x="60389" y="145828"/>
                      </a:cubicBezTo>
                      <a:cubicBezTo>
                        <a:pt x="63056" y="133541"/>
                        <a:pt x="67532" y="117158"/>
                        <a:pt x="77153" y="99155"/>
                      </a:cubicBezTo>
                      <a:cubicBezTo>
                        <a:pt x="86678" y="81248"/>
                        <a:pt x="100489" y="62294"/>
                        <a:pt x="119920" y="45149"/>
                      </a:cubicBezTo>
                      <a:cubicBezTo>
                        <a:pt x="139256" y="27908"/>
                        <a:pt x="164306" y="12573"/>
                        <a:pt x="195548" y="0"/>
                      </a:cubicBezTo>
                      <a:cubicBezTo>
                        <a:pt x="195548" y="0"/>
                        <a:pt x="188881" y="1143"/>
                        <a:pt x="177737" y="4096"/>
                      </a:cubicBezTo>
                      <a:cubicBezTo>
                        <a:pt x="166783" y="7049"/>
                        <a:pt x="151352" y="11906"/>
                        <a:pt x="133921" y="19812"/>
                      </a:cubicBezTo>
                      <a:cubicBezTo>
                        <a:pt x="99250" y="35814"/>
                        <a:pt x="55150" y="63056"/>
                        <a:pt x="28766" y="119634"/>
                      </a:cubicBezTo>
                      <a:cubicBezTo>
                        <a:pt x="24765" y="128207"/>
                        <a:pt x="17717" y="133064"/>
                        <a:pt x="11525" y="135636"/>
                      </a:cubicBezTo>
                      <a:cubicBezTo>
                        <a:pt x="5239" y="138494"/>
                        <a:pt x="0" y="138875"/>
                        <a:pt x="0" y="138875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769" name="Forme libre : forme 12768">
                  <a:extLst>
                    <a:ext uri="{FF2B5EF4-FFF2-40B4-BE49-F238E27FC236}">
                      <a16:creationId xmlns:a16="http://schemas.microsoft.com/office/drawing/2014/main" id="{F499CFBB-052E-4ACA-9666-F5672CBC8038}"/>
                    </a:ext>
                  </a:extLst>
                </p:cNvPr>
                <p:cNvSpPr/>
                <p:nvPr/>
              </p:nvSpPr>
              <p:spPr>
                <a:xfrm>
                  <a:off x="2421328" y="4085876"/>
                  <a:ext cx="66865" cy="102965"/>
                </a:xfrm>
                <a:custGeom>
                  <a:avLst/>
                  <a:gdLst>
                    <a:gd name="connsiteX0" fmla="*/ 20765 w 66865"/>
                    <a:gd name="connsiteY0" fmla="*/ 4477 h 102965"/>
                    <a:gd name="connsiteX1" fmla="*/ 13907 w 66865"/>
                    <a:gd name="connsiteY1" fmla="*/ 3524 h 102965"/>
                    <a:gd name="connsiteX2" fmla="*/ 0 w 66865"/>
                    <a:gd name="connsiteY2" fmla="*/ 0 h 102965"/>
                    <a:gd name="connsiteX3" fmla="*/ 2762 w 66865"/>
                    <a:gd name="connsiteY3" fmla="*/ 9620 h 102965"/>
                    <a:gd name="connsiteX4" fmla="*/ 13335 w 66865"/>
                    <a:gd name="connsiteY4" fmla="*/ 34099 h 102965"/>
                    <a:gd name="connsiteX5" fmla="*/ 33909 w 66865"/>
                    <a:gd name="connsiteY5" fmla="*/ 67628 h 102965"/>
                    <a:gd name="connsiteX6" fmla="*/ 66866 w 66865"/>
                    <a:gd name="connsiteY6" fmla="*/ 102965 h 102965"/>
                    <a:gd name="connsiteX7" fmla="*/ 61246 w 66865"/>
                    <a:gd name="connsiteY7" fmla="*/ 95917 h 102965"/>
                    <a:gd name="connsiteX8" fmla="*/ 48101 w 66865"/>
                    <a:gd name="connsiteY8" fmla="*/ 75819 h 102965"/>
                    <a:gd name="connsiteX9" fmla="*/ 32575 w 66865"/>
                    <a:gd name="connsiteY9" fmla="*/ 44672 h 102965"/>
                    <a:gd name="connsiteX10" fmla="*/ 20765 w 66865"/>
                    <a:gd name="connsiteY10" fmla="*/ 4477 h 102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865" h="102965">
                      <a:moveTo>
                        <a:pt x="20765" y="4477"/>
                      </a:moveTo>
                      <a:cubicBezTo>
                        <a:pt x="20765" y="4477"/>
                        <a:pt x="18002" y="4191"/>
                        <a:pt x="13907" y="3524"/>
                      </a:cubicBezTo>
                      <a:cubicBezTo>
                        <a:pt x="10001" y="2762"/>
                        <a:pt x="4763" y="1619"/>
                        <a:pt x="0" y="0"/>
                      </a:cubicBezTo>
                      <a:cubicBezTo>
                        <a:pt x="0" y="0"/>
                        <a:pt x="857" y="3524"/>
                        <a:pt x="2762" y="9620"/>
                      </a:cubicBezTo>
                      <a:cubicBezTo>
                        <a:pt x="4858" y="15621"/>
                        <a:pt x="8382" y="24098"/>
                        <a:pt x="13335" y="34099"/>
                      </a:cubicBezTo>
                      <a:cubicBezTo>
                        <a:pt x="18383" y="44196"/>
                        <a:pt x="24860" y="55912"/>
                        <a:pt x="33909" y="67628"/>
                      </a:cubicBezTo>
                      <a:cubicBezTo>
                        <a:pt x="42863" y="79438"/>
                        <a:pt x="53435" y="91916"/>
                        <a:pt x="66866" y="102965"/>
                      </a:cubicBezTo>
                      <a:cubicBezTo>
                        <a:pt x="66866" y="102965"/>
                        <a:pt x="64770" y="100489"/>
                        <a:pt x="61246" y="95917"/>
                      </a:cubicBezTo>
                      <a:cubicBezTo>
                        <a:pt x="57721" y="91440"/>
                        <a:pt x="53054" y="84487"/>
                        <a:pt x="48101" y="75819"/>
                      </a:cubicBezTo>
                      <a:cubicBezTo>
                        <a:pt x="43148" y="67056"/>
                        <a:pt x="37529" y="56674"/>
                        <a:pt x="32575" y="44672"/>
                      </a:cubicBezTo>
                      <a:cubicBezTo>
                        <a:pt x="28099" y="32385"/>
                        <a:pt x="23813" y="18859"/>
                        <a:pt x="20765" y="4477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2770" name="Graphique 5">
                  <a:extLst>
                    <a:ext uri="{FF2B5EF4-FFF2-40B4-BE49-F238E27FC236}">
                      <a16:creationId xmlns:a16="http://schemas.microsoft.com/office/drawing/2014/main" id="{698FBA74-B89B-4062-ACD0-5E2E9209AA24}"/>
                    </a:ext>
                  </a:extLst>
                </p:cNvPr>
                <p:cNvGrpSpPr/>
                <p:nvPr/>
              </p:nvGrpSpPr>
              <p:grpSpPr>
                <a:xfrm>
                  <a:off x="2462406" y="4011040"/>
                  <a:ext cx="57462" cy="107088"/>
                  <a:chOff x="2462406" y="4011040"/>
                  <a:chExt cx="57462" cy="107088"/>
                </a:xfrm>
                <a:solidFill>
                  <a:schemeClr val="accent1"/>
                </a:solidFill>
              </p:grpSpPr>
              <p:grpSp>
                <p:nvGrpSpPr>
                  <p:cNvPr id="12771" name="Graphique 5">
                    <a:extLst>
                      <a:ext uri="{FF2B5EF4-FFF2-40B4-BE49-F238E27FC236}">
                        <a16:creationId xmlns:a16="http://schemas.microsoft.com/office/drawing/2014/main" id="{79B27992-A1D3-4A45-9458-446F1C29C384}"/>
                      </a:ext>
                    </a:extLst>
                  </p:cNvPr>
                  <p:cNvGrpSpPr/>
                  <p:nvPr/>
                </p:nvGrpSpPr>
                <p:grpSpPr>
                  <a:xfrm>
                    <a:off x="2462406" y="4079341"/>
                    <a:ext cx="37652" cy="38788"/>
                    <a:chOff x="2462406" y="4079341"/>
                    <a:chExt cx="37652" cy="38788"/>
                  </a:xfrm>
                  <a:solidFill>
                    <a:schemeClr val="accent1"/>
                  </a:solidFill>
                </p:grpSpPr>
                <p:sp>
                  <p:nvSpPr>
                    <p:cNvPr id="12772" name="Forme libre : forme 12771">
                      <a:extLst>
                        <a:ext uri="{FF2B5EF4-FFF2-40B4-BE49-F238E27FC236}">
                          <a16:creationId xmlns:a16="http://schemas.microsoft.com/office/drawing/2014/main" id="{CE87132C-93DD-4098-BDDC-9E0C8B86D3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2406" y="4079341"/>
                      <a:ext cx="37533" cy="38788"/>
                    </a:xfrm>
                    <a:custGeom>
                      <a:avLst/>
                      <a:gdLst>
                        <a:gd name="connsiteX0" fmla="*/ 6262 w 37533"/>
                        <a:gd name="connsiteY0" fmla="*/ 3392 h 38788"/>
                        <a:gd name="connsiteX1" fmla="*/ 32646 w 37533"/>
                        <a:gd name="connsiteY1" fmla="*/ 8154 h 38788"/>
                        <a:gd name="connsiteX2" fmla="*/ 31694 w 37533"/>
                        <a:gd name="connsiteY2" fmla="*/ 35015 h 38788"/>
                        <a:gd name="connsiteX3" fmla="*/ 4928 w 37533"/>
                        <a:gd name="connsiteY3" fmla="*/ 30538 h 38788"/>
                        <a:gd name="connsiteX4" fmla="*/ 6262 w 37533"/>
                        <a:gd name="connsiteY4" fmla="*/ 3392 h 387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533" h="38788">
                          <a:moveTo>
                            <a:pt x="6262" y="3392"/>
                          </a:moveTo>
                          <a:cubicBezTo>
                            <a:pt x="14072" y="-2609"/>
                            <a:pt x="25883" y="-418"/>
                            <a:pt x="32646" y="8154"/>
                          </a:cubicBezTo>
                          <a:cubicBezTo>
                            <a:pt x="39314" y="16917"/>
                            <a:pt x="39314" y="28538"/>
                            <a:pt x="31694" y="35015"/>
                          </a:cubicBezTo>
                          <a:cubicBezTo>
                            <a:pt x="24264" y="41301"/>
                            <a:pt x="11882" y="39682"/>
                            <a:pt x="4928" y="30538"/>
                          </a:cubicBezTo>
                          <a:cubicBezTo>
                            <a:pt x="-2120" y="21584"/>
                            <a:pt x="-1549" y="9392"/>
                            <a:pt x="6262" y="339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73" name="Forme libre : forme 12772">
                      <a:extLst>
                        <a:ext uri="{FF2B5EF4-FFF2-40B4-BE49-F238E27FC236}">
                          <a16:creationId xmlns:a16="http://schemas.microsoft.com/office/drawing/2014/main" id="{35CAA326-3826-436B-BB4F-610B6F0EB8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3715" y="4079341"/>
                      <a:ext cx="36343" cy="38634"/>
                    </a:xfrm>
                    <a:custGeom>
                      <a:avLst/>
                      <a:gdLst>
                        <a:gd name="connsiteX0" fmla="*/ 17812 w 36343"/>
                        <a:gd name="connsiteY0" fmla="*/ 19013 h 38634"/>
                        <a:gd name="connsiteX1" fmla="*/ 22003 w 36343"/>
                        <a:gd name="connsiteY1" fmla="*/ 38634 h 38634"/>
                        <a:gd name="connsiteX2" fmla="*/ 30575 w 36343"/>
                        <a:gd name="connsiteY2" fmla="*/ 35015 h 38634"/>
                        <a:gd name="connsiteX3" fmla="*/ 31528 w 36343"/>
                        <a:gd name="connsiteY3" fmla="*/ 8154 h 38634"/>
                        <a:gd name="connsiteX4" fmla="*/ 5144 w 36343"/>
                        <a:gd name="connsiteY4" fmla="*/ 3392 h 38634"/>
                        <a:gd name="connsiteX5" fmla="*/ 0 w 36343"/>
                        <a:gd name="connsiteY5" fmla="*/ 10726 h 38634"/>
                        <a:gd name="connsiteX6" fmla="*/ 17812 w 36343"/>
                        <a:gd name="connsiteY6" fmla="*/ 19013 h 38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343" h="38634">
                          <a:moveTo>
                            <a:pt x="17812" y="19013"/>
                          </a:moveTo>
                          <a:cubicBezTo>
                            <a:pt x="22479" y="25109"/>
                            <a:pt x="23813" y="32443"/>
                            <a:pt x="22003" y="38634"/>
                          </a:cubicBezTo>
                          <a:cubicBezTo>
                            <a:pt x="25146" y="38253"/>
                            <a:pt x="28099" y="37110"/>
                            <a:pt x="30575" y="35015"/>
                          </a:cubicBezTo>
                          <a:cubicBezTo>
                            <a:pt x="38100" y="28538"/>
                            <a:pt x="38100" y="16917"/>
                            <a:pt x="31528" y="8154"/>
                          </a:cubicBezTo>
                          <a:cubicBezTo>
                            <a:pt x="24765" y="-418"/>
                            <a:pt x="12954" y="-2609"/>
                            <a:pt x="5144" y="3392"/>
                          </a:cubicBezTo>
                          <a:cubicBezTo>
                            <a:pt x="2667" y="5297"/>
                            <a:pt x="953" y="7868"/>
                            <a:pt x="0" y="10726"/>
                          </a:cubicBezTo>
                          <a:cubicBezTo>
                            <a:pt x="6191" y="10250"/>
                            <a:pt x="13145" y="13107"/>
                            <a:pt x="17812" y="1901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74" name="Forme libre : forme 12773">
                      <a:extLst>
                        <a:ext uri="{FF2B5EF4-FFF2-40B4-BE49-F238E27FC236}">
                          <a16:creationId xmlns:a16="http://schemas.microsoft.com/office/drawing/2014/main" id="{DB064700-9812-4236-9D0D-55E3B70B82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6060" y="4085346"/>
                      <a:ext cx="15995" cy="18201"/>
                    </a:xfrm>
                    <a:custGeom>
                      <a:avLst/>
                      <a:gdLst>
                        <a:gd name="connsiteX0" fmla="*/ 703 w 15995"/>
                        <a:gd name="connsiteY0" fmla="*/ 5101 h 18201"/>
                        <a:gd name="connsiteX1" fmla="*/ 11371 w 15995"/>
                        <a:gd name="connsiteY1" fmla="*/ 910 h 18201"/>
                        <a:gd name="connsiteX2" fmla="*/ 15276 w 15995"/>
                        <a:gd name="connsiteY2" fmla="*/ 13007 h 18201"/>
                        <a:gd name="connsiteX3" fmla="*/ 4703 w 15995"/>
                        <a:gd name="connsiteY3" fmla="*/ 17293 h 18201"/>
                        <a:gd name="connsiteX4" fmla="*/ 703 w 15995"/>
                        <a:gd name="connsiteY4" fmla="*/ 5101 h 18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95" h="18201">
                          <a:moveTo>
                            <a:pt x="703" y="5101"/>
                          </a:moveTo>
                          <a:cubicBezTo>
                            <a:pt x="2608" y="625"/>
                            <a:pt x="7370" y="-1280"/>
                            <a:pt x="11371" y="910"/>
                          </a:cubicBezTo>
                          <a:cubicBezTo>
                            <a:pt x="15371" y="3101"/>
                            <a:pt x="17086" y="8435"/>
                            <a:pt x="15276" y="13007"/>
                          </a:cubicBezTo>
                          <a:cubicBezTo>
                            <a:pt x="13466" y="17579"/>
                            <a:pt x="8704" y="19484"/>
                            <a:pt x="4703" y="17293"/>
                          </a:cubicBezTo>
                          <a:cubicBezTo>
                            <a:pt x="703" y="15103"/>
                            <a:pt x="-1107" y="9578"/>
                            <a:pt x="703" y="510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75" name="Forme libre : forme 12774">
                      <a:extLst>
                        <a:ext uri="{FF2B5EF4-FFF2-40B4-BE49-F238E27FC236}">
                          <a16:creationId xmlns:a16="http://schemas.microsoft.com/office/drawing/2014/main" id="{1D84BFBC-D1D1-420A-AB80-0D5AE62C5D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1105" y="4098995"/>
                      <a:ext cx="6173" cy="6431"/>
                    </a:xfrm>
                    <a:custGeom>
                      <a:avLst/>
                      <a:gdLst>
                        <a:gd name="connsiteX0" fmla="*/ 991 w 6173"/>
                        <a:gd name="connsiteY0" fmla="*/ 597 h 6431"/>
                        <a:gd name="connsiteX1" fmla="*/ 5373 w 6173"/>
                        <a:gd name="connsiteY1" fmla="*/ 1359 h 6431"/>
                        <a:gd name="connsiteX2" fmla="*/ 5182 w 6173"/>
                        <a:gd name="connsiteY2" fmla="*/ 5835 h 6431"/>
                        <a:gd name="connsiteX3" fmla="*/ 801 w 6173"/>
                        <a:gd name="connsiteY3" fmla="*/ 5073 h 6431"/>
                        <a:gd name="connsiteX4" fmla="*/ 991 w 6173"/>
                        <a:gd name="connsiteY4" fmla="*/ 597 h 6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73" h="6431">
                          <a:moveTo>
                            <a:pt x="991" y="597"/>
                          </a:moveTo>
                          <a:cubicBezTo>
                            <a:pt x="2230" y="-451"/>
                            <a:pt x="4230" y="-70"/>
                            <a:pt x="5373" y="1359"/>
                          </a:cubicBezTo>
                          <a:cubicBezTo>
                            <a:pt x="6516" y="2787"/>
                            <a:pt x="6421" y="4788"/>
                            <a:pt x="5182" y="5835"/>
                          </a:cubicBezTo>
                          <a:cubicBezTo>
                            <a:pt x="3944" y="6883"/>
                            <a:pt x="1944" y="6502"/>
                            <a:pt x="801" y="5073"/>
                          </a:cubicBezTo>
                          <a:cubicBezTo>
                            <a:pt x="-342" y="3645"/>
                            <a:pt x="-247" y="1644"/>
                            <a:pt x="991" y="5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776" name="Graphique 5">
                    <a:extLst>
                      <a:ext uri="{FF2B5EF4-FFF2-40B4-BE49-F238E27FC236}">
                        <a16:creationId xmlns:a16="http://schemas.microsoft.com/office/drawing/2014/main" id="{ECCDC8A1-BDB0-43D1-8F46-3550219255DF}"/>
                      </a:ext>
                    </a:extLst>
                  </p:cNvPr>
                  <p:cNvGrpSpPr/>
                  <p:nvPr/>
                </p:nvGrpSpPr>
                <p:grpSpPr>
                  <a:xfrm>
                    <a:off x="2478141" y="4047123"/>
                    <a:ext cx="37142" cy="37940"/>
                    <a:chOff x="2478141" y="4047123"/>
                    <a:chExt cx="37142" cy="37940"/>
                  </a:xfrm>
                  <a:solidFill>
                    <a:schemeClr val="accent1"/>
                  </a:solidFill>
                </p:grpSpPr>
                <p:sp>
                  <p:nvSpPr>
                    <p:cNvPr id="12777" name="Forme libre : forme 12776">
                      <a:extLst>
                        <a:ext uri="{FF2B5EF4-FFF2-40B4-BE49-F238E27FC236}">
                          <a16:creationId xmlns:a16="http://schemas.microsoft.com/office/drawing/2014/main" id="{EC231014-962E-4A86-ADD0-C8F02E5175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8141" y="4047123"/>
                      <a:ext cx="37142" cy="37940"/>
                    </a:xfrm>
                    <a:custGeom>
                      <a:avLst/>
                      <a:gdLst>
                        <a:gd name="connsiteX0" fmla="*/ 6624 w 37142"/>
                        <a:gd name="connsiteY0" fmla="*/ 3319 h 37940"/>
                        <a:gd name="connsiteX1" fmla="*/ 32722 w 37142"/>
                        <a:gd name="connsiteY1" fmla="*/ 7891 h 37940"/>
                        <a:gd name="connsiteX2" fmla="*/ 30817 w 37142"/>
                        <a:gd name="connsiteY2" fmla="*/ 34276 h 37940"/>
                        <a:gd name="connsiteX3" fmla="*/ 4623 w 37142"/>
                        <a:gd name="connsiteY3" fmla="*/ 29799 h 37940"/>
                        <a:gd name="connsiteX4" fmla="*/ 6624 w 37142"/>
                        <a:gd name="connsiteY4" fmla="*/ 3319 h 37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142" h="37940">
                          <a:moveTo>
                            <a:pt x="6624" y="3319"/>
                          </a:moveTo>
                          <a:cubicBezTo>
                            <a:pt x="14434" y="-2491"/>
                            <a:pt x="26150" y="-491"/>
                            <a:pt x="32722" y="7891"/>
                          </a:cubicBezTo>
                          <a:cubicBezTo>
                            <a:pt x="39294" y="16178"/>
                            <a:pt x="38437" y="27989"/>
                            <a:pt x="30817" y="34276"/>
                          </a:cubicBezTo>
                          <a:cubicBezTo>
                            <a:pt x="23197" y="40562"/>
                            <a:pt x="11481" y="38562"/>
                            <a:pt x="4623" y="29799"/>
                          </a:cubicBezTo>
                          <a:cubicBezTo>
                            <a:pt x="-2235" y="21036"/>
                            <a:pt x="-1377" y="9320"/>
                            <a:pt x="6624" y="331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78" name="Forme libre : forme 12777">
                      <a:extLst>
                        <a:ext uri="{FF2B5EF4-FFF2-40B4-BE49-F238E27FC236}">
                          <a16:creationId xmlns:a16="http://schemas.microsoft.com/office/drawing/2014/main" id="{F5960F99-1088-48BD-BC36-EE18B68488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9431" y="4047191"/>
                      <a:ext cx="35852" cy="37636"/>
                    </a:xfrm>
                    <a:custGeom>
                      <a:avLst/>
                      <a:gdLst>
                        <a:gd name="connsiteX0" fmla="*/ 17621 w 35852"/>
                        <a:gd name="connsiteY0" fmla="*/ 18396 h 37636"/>
                        <a:gd name="connsiteX1" fmla="*/ 21050 w 35852"/>
                        <a:gd name="connsiteY1" fmla="*/ 37637 h 37636"/>
                        <a:gd name="connsiteX2" fmla="*/ 29527 w 35852"/>
                        <a:gd name="connsiteY2" fmla="*/ 34208 h 37636"/>
                        <a:gd name="connsiteX3" fmla="*/ 31432 w 35852"/>
                        <a:gd name="connsiteY3" fmla="*/ 7824 h 37636"/>
                        <a:gd name="connsiteX4" fmla="*/ 5334 w 35852"/>
                        <a:gd name="connsiteY4" fmla="*/ 3252 h 37636"/>
                        <a:gd name="connsiteX5" fmla="*/ 0 w 35852"/>
                        <a:gd name="connsiteY5" fmla="*/ 10395 h 37636"/>
                        <a:gd name="connsiteX6" fmla="*/ 17621 w 35852"/>
                        <a:gd name="connsiteY6" fmla="*/ 18396 h 37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52" h="37636">
                          <a:moveTo>
                            <a:pt x="17621" y="18396"/>
                          </a:moveTo>
                          <a:cubicBezTo>
                            <a:pt x="22193" y="24206"/>
                            <a:pt x="23146" y="31541"/>
                            <a:pt x="21050" y="37637"/>
                          </a:cubicBezTo>
                          <a:cubicBezTo>
                            <a:pt x="24098" y="37351"/>
                            <a:pt x="27051" y="36208"/>
                            <a:pt x="29527" y="34208"/>
                          </a:cubicBezTo>
                          <a:cubicBezTo>
                            <a:pt x="37147" y="27921"/>
                            <a:pt x="38005" y="16206"/>
                            <a:pt x="31432" y="7824"/>
                          </a:cubicBezTo>
                          <a:cubicBezTo>
                            <a:pt x="24955" y="-463"/>
                            <a:pt x="13144" y="-2463"/>
                            <a:pt x="5334" y="3252"/>
                          </a:cubicBezTo>
                          <a:cubicBezTo>
                            <a:pt x="2857" y="5156"/>
                            <a:pt x="1048" y="7633"/>
                            <a:pt x="0" y="10395"/>
                          </a:cubicBezTo>
                          <a:cubicBezTo>
                            <a:pt x="6382" y="10014"/>
                            <a:pt x="13144" y="12681"/>
                            <a:pt x="17621" y="1839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79" name="Forme libre : forme 12778">
                      <a:extLst>
                        <a:ext uri="{FF2B5EF4-FFF2-40B4-BE49-F238E27FC236}">
                          <a16:creationId xmlns:a16="http://schemas.microsoft.com/office/drawing/2014/main" id="{9AC8FE9A-4112-41D6-810D-81E86B110F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81831" y="4053096"/>
                      <a:ext cx="15924" cy="17630"/>
                    </a:xfrm>
                    <a:custGeom>
                      <a:avLst/>
                      <a:gdLst>
                        <a:gd name="connsiteX0" fmla="*/ 838 w 15924"/>
                        <a:gd name="connsiteY0" fmla="*/ 4967 h 17630"/>
                        <a:gd name="connsiteX1" fmla="*/ 11506 w 15924"/>
                        <a:gd name="connsiteY1" fmla="*/ 871 h 17630"/>
                        <a:gd name="connsiteX2" fmla="*/ 15126 w 15924"/>
                        <a:gd name="connsiteY2" fmla="*/ 12587 h 17630"/>
                        <a:gd name="connsiteX3" fmla="*/ 4553 w 15924"/>
                        <a:gd name="connsiteY3" fmla="*/ 16778 h 17630"/>
                        <a:gd name="connsiteX4" fmla="*/ 838 w 15924"/>
                        <a:gd name="connsiteY4" fmla="*/ 4967 h 17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24" h="17630">
                          <a:moveTo>
                            <a:pt x="838" y="4967"/>
                          </a:moveTo>
                          <a:cubicBezTo>
                            <a:pt x="2838" y="585"/>
                            <a:pt x="7601" y="-1224"/>
                            <a:pt x="11506" y="871"/>
                          </a:cubicBezTo>
                          <a:cubicBezTo>
                            <a:pt x="15411" y="2967"/>
                            <a:pt x="17031" y="8110"/>
                            <a:pt x="15126" y="12587"/>
                          </a:cubicBezTo>
                          <a:cubicBezTo>
                            <a:pt x="13221" y="16968"/>
                            <a:pt x="8458" y="18873"/>
                            <a:pt x="4553" y="16778"/>
                          </a:cubicBezTo>
                          <a:cubicBezTo>
                            <a:pt x="552" y="14587"/>
                            <a:pt x="-1162" y="9253"/>
                            <a:pt x="838" y="496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80" name="Forme libre : forme 12779">
                      <a:extLst>
                        <a:ext uri="{FF2B5EF4-FFF2-40B4-BE49-F238E27FC236}">
                          <a16:creationId xmlns:a16="http://schemas.microsoft.com/office/drawing/2014/main" id="{3004392C-967E-4B35-A891-CDAB94EA76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86616" y="4066366"/>
                      <a:ext cx="6051" cy="6295"/>
                    </a:xfrm>
                    <a:custGeom>
                      <a:avLst/>
                      <a:gdLst>
                        <a:gd name="connsiteX0" fmla="*/ 1006 w 6051"/>
                        <a:gd name="connsiteY0" fmla="*/ 555 h 6295"/>
                        <a:gd name="connsiteX1" fmla="*/ 5292 w 6051"/>
                        <a:gd name="connsiteY1" fmla="*/ 1317 h 6295"/>
                        <a:gd name="connsiteX2" fmla="*/ 5007 w 6051"/>
                        <a:gd name="connsiteY2" fmla="*/ 5698 h 6295"/>
                        <a:gd name="connsiteX3" fmla="*/ 720 w 6051"/>
                        <a:gd name="connsiteY3" fmla="*/ 4937 h 6295"/>
                        <a:gd name="connsiteX4" fmla="*/ 1006 w 6051"/>
                        <a:gd name="connsiteY4" fmla="*/ 555 h 6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1" h="6295">
                          <a:moveTo>
                            <a:pt x="1006" y="555"/>
                          </a:moveTo>
                          <a:cubicBezTo>
                            <a:pt x="2244" y="-397"/>
                            <a:pt x="4245" y="-112"/>
                            <a:pt x="5292" y="1317"/>
                          </a:cubicBezTo>
                          <a:cubicBezTo>
                            <a:pt x="6435" y="2746"/>
                            <a:pt x="6245" y="4651"/>
                            <a:pt x="5007" y="5698"/>
                          </a:cubicBezTo>
                          <a:cubicBezTo>
                            <a:pt x="3768" y="6746"/>
                            <a:pt x="1768" y="6365"/>
                            <a:pt x="720" y="4937"/>
                          </a:cubicBezTo>
                          <a:cubicBezTo>
                            <a:pt x="-327" y="3412"/>
                            <a:pt x="-232" y="1507"/>
                            <a:pt x="1006" y="55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781" name="Graphique 5">
                    <a:extLst>
                      <a:ext uri="{FF2B5EF4-FFF2-40B4-BE49-F238E27FC236}">
                        <a16:creationId xmlns:a16="http://schemas.microsoft.com/office/drawing/2014/main" id="{C2337DF8-696C-477E-B672-B850200F91C1}"/>
                      </a:ext>
                    </a:extLst>
                  </p:cNvPr>
                  <p:cNvGrpSpPr/>
                  <p:nvPr/>
                </p:nvGrpSpPr>
                <p:grpSpPr>
                  <a:xfrm>
                    <a:off x="2483457" y="4011040"/>
                    <a:ext cx="36411" cy="37285"/>
                    <a:chOff x="2483457" y="4011040"/>
                    <a:chExt cx="36411" cy="37285"/>
                  </a:xfrm>
                  <a:solidFill>
                    <a:schemeClr val="accent1"/>
                  </a:solidFill>
                </p:grpSpPr>
                <p:sp>
                  <p:nvSpPr>
                    <p:cNvPr id="12782" name="Forme libre : forme 12781">
                      <a:extLst>
                        <a:ext uri="{FF2B5EF4-FFF2-40B4-BE49-F238E27FC236}">
                          <a16:creationId xmlns:a16="http://schemas.microsoft.com/office/drawing/2014/main" id="{EFD684DF-A159-4925-9673-E06C6D5DC5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83457" y="4011065"/>
                      <a:ext cx="36411" cy="37260"/>
                    </a:xfrm>
                    <a:custGeom>
                      <a:avLst/>
                      <a:gdLst>
                        <a:gd name="connsiteX0" fmla="*/ 7213 w 36411"/>
                        <a:gd name="connsiteY0" fmla="*/ 3088 h 37260"/>
                        <a:gd name="connsiteX1" fmla="*/ 32645 w 36411"/>
                        <a:gd name="connsiteY1" fmla="*/ 8041 h 37260"/>
                        <a:gd name="connsiteX2" fmla="*/ 29692 w 36411"/>
                        <a:gd name="connsiteY2" fmla="*/ 33758 h 37260"/>
                        <a:gd name="connsiteX3" fmla="*/ 3880 w 36411"/>
                        <a:gd name="connsiteY3" fmla="*/ 29091 h 37260"/>
                        <a:gd name="connsiteX4" fmla="*/ 7213 w 36411"/>
                        <a:gd name="connsiteY4" fmla="*/ 3088 h 37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11" h="37260">
                          <a:moveTo>
                            <a:pt x="7213" y="3088"/>
                          </a:moveTo>
                          <a:cubicBezTo>
                            <a:pt x="15310" y="-2532"/>
                            <a:pt x="26645" y="-246"/>
                            <a:pt x="32645" y="8041"/>
                          </a:cubicBezTo>
                          <a:cubicBezTo>
                            <a:pt x="38455" y="16518"/>
                            <a:pt x="37598" y="27662"/>
                            <a:pt x="29692" y="33758"/>
                          </a:cubicBezTo>
                          <a:cubicBezTo>
                            <a:pt x="21977" y="39759"/>
                            <a:pt x="9976" y="37949"/>
                            <a:pt x="3880" y="29091"/>
                          </a:cubicBezTo>
                          <a:cubicBezTo>
                            <a:pt x="-2407" y="20328"/>
                            <a:pt x="-883" y="8707"/>
                            <a:pt x="7213" y="30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83" name="Forme libre : forme 12782">
                      <a:extLst>
                        <a:ext uri="{FF2B5EF4-FFF2-40B4-BE49-F238E27FC236}">
                          <a16:creationId xmlns:a16="http://schemas.microsoft.com/office/drawing/2014/main" id="{197975C3-A73B-4D19-8617-BEF9E62947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85051" y="4011040"/>
                      <a:ext cx="34817" cy="37116"/>
                    </a:xfrm>
                    <a:custGeom>
                      <a:avLst/>
                      <a:gdLst>
                        <a:gd name="connsiteX0" fmla="*/ 16859 w 34817"/>
                        <a:gd name="connsiteY0" fmla="*/ 18257 h 37116"/>
                        <a:gd name="connsiteX1" fmla="*/ 19431 w 34817"/>
                        <a:gd name="connsiteY1" fmla="*/ 37117 h 37116"/>
                        <a:gd name="connsiteX2" fmla="*/ 28099 w 34817"/>
                        <a:gd name="connsiteY2" fmla="*/ 33783 h 37116"/>
                        <a:gd name="connsiteX3" fmla="*/ 31051 w 34817"/>
                        <a:gd name="connsiteY3" fmla="*/ 8065 h 37116"/>
                        <a:gd name="connsiteX4" fmla="*/ 5620 w 34817"/>
                        <a:gd name="connsiteY4" fmla="*/ 3113 h 37116"/>
                        <a:gd name="connsiteX5" fmla="*/ 0 w 34817"/>
                        <a:gd name="connsiteY5" fmla="*/ 10066 h 37116"/>
                        <a:gd name="connsiteX6" fmla="*/ 16859 w 34817"/>
                        <a:gd name="connsiteY6" fmla="*/ 18257 h 37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817" h="37116">
                          <a:moveTo>
                            <a:pt x="16859" y="18257"/>
                          </a:moveTo>
                          <a:cubicBezTo>
                            <a:pt x="20955" y="24163"/>
                            <a:pt x="21717" y="31211"/>
                            <a:pt x="19431" y="37117"/>
                          </a:cubicBezTo>
                          <a:cubicBezTo>
                            <a:pt x="22479" y="36831"/>
                            <a:pt x="25527" y="35783"/>
                            <a:pt x="28099" y="33783"/>
                          </a:cubicBezTo>
                          <a:cubicBezTo>
                            <a:pt x="36004" y="27687"/>
                            <a:pt x="36862" y="16543"/>
                            <a:pt x="31051" y="8065"/>
                          </a:cubicBezTo>
                          <a:cubicBezTo>
                            <a:pt x="25051" y="-317"/>
                            <a:pt x="13716" y="-2507"/>
                            <a:pt x="5620" y="3113"/>
                          </a:cubicBezTo>
                          <a:cubicBezTo>
                            <a:pt x="3048" y="4922"/>
                            <a:pt x="1238" y="7304"/>
                            <a:pt x="0" y="10066"/>
                          </a:cubicBezTo>
                          <a:cubicBezTo>
                            <a:pt x="6287" y="9685"/>
                            <a:pt x="12763" y="12542"/>
                            <a:pt x="16859" y="1825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84" name="Forme libre : forme 12783">
                      <a:extLst>
                        <a:ext uri="{FF2B5EF4-FFF2-40B4-BE49-F238E27FC236}">
                          <a16:creationId xmlns:a16="http://schemas.microsoft.com/office/drawing/2014/main" id="{52C7C6F4-8A8B-4166-B85B-C542B5E7A9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87135" y="4016723"/>
                      <a:ext cx="15642" cy="17413"/>
                    </a:xfrm>
                    <a:custGeom>
                      <a:avLst/>
                      <a:gdLst>
                        <a:gd name="connsiteX0" fmla="*/ 1059 w 15642"/>
                        <a:gd name="connsiteY0" fmla="*/ 4763 h 17413"/>
                        <a:gd name="connsiteX1" fmla="*/ 11727 w 15642"/>
                        <a:gd name="connsiteY1" fmla="*/ 954 h 17413"/>
                        <a:gd name="connsiteX2" fmla="*/ 14584 w 15642"/>
                        <a:gd name="connsiteY2" fmla="*/ 12574 h 17413"/>
                        <a:gd name="connsiteX3" fmla="*/ 3916 w 15642"/>
                        <a:gd name="connsiteY3" fmla="*/ 16479 h 17413"/>
                        <a:gd name="connsiteX4" fmla="*/ 1059 w 15642"/>
                        <a:gd name="connsiteY4" fmla="*/ 4763 h 174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642" h="17413">
                          <a:moveTo>
                            <a:pt x="1059" y="4763"/>
                          </a:moveTo>
                          <a:cubicBezTo>
                            <a:pt x="3249" y="477"/>
                            <a:pt x="8012" y="-1237"/>
                            <a:pt x="11727" y="954"/>
                          </a:cubicBezTo>
                          <a:cubicBezTo>
                            <a:pt x="15441" y="3049"/>
                            <a:pt x="16775" y="8288"/>
                            <a:pt x="14584" y="12574"/>
                          </a:cubicBezTo>
                          <a:cubicBezTo>
                            <a:pt x="12489" y="16860"/>
                            <a:pt x="7726" y="18670"/>
                            <a:pt x="3916" y="16479"/>
                          </a:cubicBezTo>
                          <a:cubicBezTo>
                            <a:pt x="201" y="14288"/>
                            <a:pt x="-1132" y="9050"/>
                            <a:pt x="1059" y="476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85" name="Forme libre : forme 12784">
                      <a:extLst>
                        <a:ext uri="{FF2B5EF4-FFF2-40B4-BE49-F238E27FC236}">
                          <a16:creationId xmlns:a16="http://schemas.microsoft.com/office/drawing/2014/main" id="{9AD01471-E295-40F6-A521-3D06774733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1463" y="4029821"/>
                      <a:ext cx="6034" cy="6191"/>
                    </a:xfrm>
                    <a:custGeom>
                      <a:avLst/>
                      <a:gdLst>
                        <a:gd name="connsiteX0" fmla="*/ 1207 w 6034"/>
                        <a:gd name="connsiteY0" fmla="*/ 524 h 6191"/>
                        <a:gd name="connsiteX1" fmla="*/ 5398 w 6034"/>
                        <a:gd name="connsiteY1" fmla="*/ 1381 h 6191"/>
                        <a:gd name="connsiteX2" fmla="*/ 4827 w 6034"/>
                        <a:gd name="connsiteY2" fmla="*/ 5668 h 6191"/>
                        <a:gd name="connsiteX3" fmla="*/ 636 w 6034"/>
                        <a:gd name="connsiteY3" fmla="*/ 4810 h 6191"/>
                        <a:gd name="connsiteX4" fmla="*/ 1207 w 6034"/>
                        <a:gd name="connsiteY4" fmla="*/ 524 h 6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34" h="6191">
                          <a:moveTo>
                            <a:pt x="1207" y="524"/>
                          </a:moveTo>
                          <a:cubicBezTo>
                            <a:pt x="2541" y="-428"/>
                            <a:pt x="4446" y="-48"/>
                            <a:pt x="5398" y="1381"/>
                          </a:cubicBezTo>
                          <a:cubicBezTo>
                            <a:pt x="6446" y="2810"/>
                            <a:pt x="6160" y="4715"/>
                            <a:pt x="4827" y="5668"/>
                          </a:cubicBezTo>
                          <a:cubicBezTo>
                            <a:pt x="3493" y="6620"/>
                            <a:pt x="1684" y="6239"/>
                            <a:pt x="636" y="4810"/>
                          </a:cubicBezTo>
                          <a:cubicBezTo>
                            <a:pt x="-412" y="3382"/>
                            <a:pt x="-126" y="1477"/>
                            <a:pt x="1207" y="52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786" name="Graphique 5">
                  <a:extLst>
                    <a:ext uri="{FF2B5EF4-FFF2-40B4-BE49-F238E27FC236}">
                      <a16:creationId xmlns:a16="http://schemas.microsoft.com/office/drawing/2014/main" id="{C2B4DE9B-CCAF-4E54-8257-286588DC39B8}"/>
                    </a:ext>
                  </a:extLst>
                </p:cNvPr>
                <p:cNvGrpSpPr/>
                <p:nvPr/>
              </p:nvGrpSpPr>
              <p:grpSpPr>
                <a:xfrm>
                  <a:off x="2578733" y="3977922"/>
                  <a:ext cx="55199" cy="101131"/>
                  <a:chOff x="2578733" y="3977922"/>
                  <a:chExt cx="55199" cy="101131"/>
                </a:xfrm>
                <a:solidFill>
                  <a:schemeClr val="accent1"/>
                </a:solidFill>
              </p:grpSpPr>
              <p:grpSp>
                <p:nvGrpSpPr>
                  <p:cNvPr id="12787" name="Graphique 5">
                    <a:extLst>
                      <a:ext uri="{FF2B5EF4-FFF2-40B4-BE49-F238E27FC236}">
                        <a16:creationId xmlns:a16="http://schemas.microsoft.com/office/drawing/2014/main" id="{5B2AA6C7-93AA-4EC5-93B8-5528246F4449}"/>
                      </a:ext>
                    </a:extLst>
                  </p:cNvPr>
                  <p:cNvGrpSpPr/>
                  <p:nvPr/>
                </p:nvGrpSpPr>
                <p:grpSpPr>
                  <a:xfrm>
                    <a:off x="2578733" y="4043311"/>
                    <a:ext cx="35560" cy="35742"/>
                    <a:chOff x="2578733" y="4043311"/>
                    <a:chExt cx="35560" cy="35742"/>
                  </a:xfrm>
                  <a:solidFill>
                    <a:schemeClr val="accent1"/>
                  </a:solidFill>
                </p:grpSpPr>
                <p:sp>
                  <p:nvSpPr>
                    <p:cNvPr id="12788" name="Forme libre : forme 12787">
                      <a:extLst>
                        <a:ext uri="{FF2B5EF4-FFF2-40B4-BE49-F238E27FC236}">
                          <a16:creationId xmlns:a16="http://schemas.microsoft.com/office/drawing/2014/main" id="{5799C62B-F935-4A3A-A947-AF7BEC31EF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8733" y="4043311"/>
                      <a:ext cx="35560" cy="35742"/>
                    </a:xfrm>
                    <a:custGeom>
                      <a:avLst/>
                      <a:gdLst>
                        <a:gd name="connsiteX0" fmla="*/ 6045 w 35560"/>
                        <a:gd name="connsiteY0" fmla="*/ 4370 h 35742"/>
                        <a:gd name="connsiteX1" fmla="*/ 31000 w 35560"/>
                        <a:gd name="connsiteY1" fmla="*/ 5989 h 35742"/>
                        <a:gd name="connsiteX2" fmla="*/ 29952 w 35560"/>
                        <a:gd name="connsiteY2" fmla="*/ 30944 h 35742"/>
                        <a:gd name="connsiteX3" fmla="*/ 4521 w 35560"/>
                        <a:gd name="connsiteY3" fmla="*/ 29801 h 35742"/>
                        <a:gd name="connsiteX4" fmla="*/ 6045 w 35560"/>
                        <a:gd name="connsiteY4" fmla="*/ 4370 h 35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60" h="35742">
                          <a:moveTo>
                            <a:pt x="6045" y="4370"/>
                          </a:moveTo>
                          <a:cubicBezTo>
                            <a:pt x="13569" y="-2012"/>
                            <a:pt x="24714" y="-1346"/>
                            <a:pt x="31000" y="5989"/>
                          </a:cubicBezTo>
                          <a:cubicBezTo>
                            <a:pt x="37382" y="13228"/>
                            <a:pt x="37096" y="24182"/>
                            <a:pt x="29952" y="30944"/>
                          </a:cubicBezTo>
                          <a:cubicBezTo>
                            <a:pt x="22904" y="37612"/>
                            <a:pt x="11188" y="37421"/>
                            <a:pt x="4521" y="29801"/>
                          </a:cubicBezTo>
                          <a:cubicBezTo>
                            <a:pt x="-2052" y="22086"/>
                            <a:pt x="-1385" y="10751"/>
                            <a:pt x="6045" y="437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89" name="Forme libre : forme 12788">
                      <a:extLst>
                        <a:ext uri="{FF2B5EF4-FFF2-40B4-BE49-F238E27FC236}">
                          <a16:creationId xmlns:a16="http://schemas.microsoft.com/office/drawing/2014/main" id="{0E91811E-7DED-46DD-BE79-A6A6783F8C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9729" y="4043343"/>
                      <a:ext cx="34502" cy="35197"/>
                    </a:xfrm>
                    <a:custGeom>
                      <a:avLst/>
                      <a:gdLst>
                        <a:gd name="connsiteX0" fmla="*/ 16954 w 34502"/>
                        <a:gd name="connsiteY0" fmla="*/ 17482 h 35197"/>
                        <a:gd name="connsiteX1" fmla="*/ 20764 w 34502"/>
                        <a:gd name="connsiteY1" fmla="*/ 35198 h 35197"/>
                        <a:gd name="connsiteX2" fmla="*/ 28861 w 34502"/>
                        <a:gd name="connsiteY2" fmla="*/ 30912 h 35197"/>
                        <a:gd name="connsiteX3" fmla="*/ 29908 w 34502"/>
                        <a:gd name="connsiteY3" fmla="*/ 5956 h 35197"/>
                        <a:gd name="connsiteX4" fmla="*/ 4953 w 34502"/>
                        <a:gd name="connsiteY4" fmla="*/ 4337 h 35197"/>
                        <a:gd name="connsiteX5" fmla="*/ 0 w 34502"/>
                        <a:gd name="connsiteY5" fmla="*/ 11671 h 35197"/>
                        <a:gd name="connsiteX6" fmla="*/ 16954 w 34502"/>
                        <a:gd name="connsiteY6" fmla="*/ 17482 h 35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02" h="35197">
                          <a:moveTo>
                            <a:pt x="16954" y="17482"/>
                          </a:moveTo>
                          <a:cubicBezTo>
                            <a:pt x="21241" y="22625"/>
                            <a:pt x="22765" y="29102"/>
                            <a:pt x="20764" y="35198"/>
                          </a:cubicBezTo>
                          <a:cubicBezTo>
                            <a:pt x="23717" y="34531"/>
                            <a:pt x="26575" y="33103"/>
                            <a:pt x="28861" y="30912"/>
                          </a:cubicBezTo>
                          <a:cubicBezTo>
                            <a:pt x="36100" y="24054"/>
                            <a:pt x="36290" y="13195"/>
                            <a:pt x="29908" y="5956"/>
                          </a:cubicBezTo>
                          <a:cubicBezTo>
                            <a:pt x="23622" y="-1283"/>
                            <a:pt x="12478" y="-2045"/>
                            <a:pt x="4953" y="4337"/>
                          </a:cubicBezTo>
                          <a:cubicBezTo>
                            <a:pt x="2572" y="6337"/>
                            <a:pt x="952" y="8909"/>
                            <a:pt x="0" y="11671"/>
                          </a:cubicBezTo>
                          <a:cubicBezTo>
                            <a:pt x="6191" y="10528"/>
                            <a:pt x="12668" y="12433"/>
                            <a:pt x="16954" y="1748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90" name="Forme libre : forme 12789">
                      <a:extLst>
                        <a:ext uri="{FF2B5EF4-FFF2-40B4-BE49-F238E27FC236}">
                          <a16:creationId xmlns:a16="http://schemas.microsoft.com/office/drawing/2014/main" id="{70EF3744-744F-4DE1-8EB5-B2A4182716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2225" y="4049483"/>
                      <a:ext cx="15106" cy="16899"/>
                    </a:xfrm>
                    <a:custGeom>
                      <a:avLst/>
                      <a:gdLst>
                        <a:gd name="connsiteX0" fmla="*/ 743 w 15106"/>
                        <a:gd name="connsiteY0" fmla="*/ 5531 h 16899"/>
                        <a:gd name="connsiteX1" fmla="*/ 10839 w 15106"/>
                        <a:gd name="connsiteY1" fmla="*/ 483 h 16899"/>
                        <a:gd name="connsiteX2" fmla="*/ 14364 w 15106"/>
                        <a:gd name="connsiteY2" fmla="*/ 11246 h 16899"/>
                        <a:gd name="connsiteX3" fmla="*/ 4267 w 15106"/>
                        <a:gd name="connsiteY3" fmla="*/ 16390 h 16899"/>
                        <a:gd name="connsiteX4" fmla="*/ 743 w 15106"/>
                        <a:gd name="connsiteY4" fmla="*/ 5531 h 16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06" h="16899">
                          <a:moveTo>
                            <a:pt x="743" y="5531"/>
                          </a:moveTo>
                          <a:cubicBezTo>
                            <a:pt x="2553" y="1150"/>
                            <a:pt x="7125" y="-1041"/>
                            <a:pt x="10839" y="483"/>
                          </a:cubicBezTo>
                          <a:cubicBezTo>
                            <a:pt x="14554" y="2007"/>
                            <a:pt x="16173" y="6865"/>
                            <a:pt x="14364" y="11246"/>
                          </a:cubicBezTo>
                          <a:cubicBezTo>
                            <a:pt x="12554" y="15628"/>
                            <a:pt x="8077" y="18009"/>
                            <a:pt x="4267" y="16390"/>
                          </a:cubicBezTo>
                          <a:cubicBezTo>
                            <a:pt x="552" y="14866"/>
                            <a:pt x="-1067" y="9913"/>
                            <a:pt x="743" y="553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91" name="Forme libre : forme 12790">
                      <a:extLst>
                        <a:ext uri="{FF2B5EF4-FFF2-40B4-BE49-F238E27FC236}">
                          <a16:creationId xmlns:a16="http://schemas.microsoft.com/office/drawing/2014/main" id="{D6417A3F-574C-48F1-8E52-4203682D47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6834" y="4062200"/>
                      <a:ext cx="5816" cy="5917"/>
                    </a:xfrm>
                    <a:custGeom>
                      <a:avLst/>
                      <a:gdLst>
                        <a:gd name="connsiteX0" fmla="*/ 991 w 5816"/>
                        <a:gd name="connsiteY0" fmla="*/ 720 h 5917"/>
                        <a:gd name="connsiteX1" fmla="*/ 5087 w 5816"/>
                        <a:gd name="connsiteY1" fmla="*/ 1006 h 5917"/>
                        <a:gd name="connsiteX2" fmla="*/ 4897 w 5816"/>
                        <a:gd name="connsiteY2" fmla="*/ 5197 h 5917"/>
                        <a:gd name="connsiteX3" fmla="*/ 801 w 5816"/>
                        <a:gd name="connsiteY3" fmla="*/ 4911 h 5917"/>
                        <a:gd name="connsiteX4" fmla="*/ 991 w 5816"/>
                        <a:gd name="connsiteY4" fmla="*/ 720 h 5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16" h="5917">
                          <a:moveTo>
                            <a:pt x="991" y="720"/>
                          </a:moveTo>
                          <a:cubicBezTo>
                            <a:pt x="2230" y="-327"/>
                            <a:pt x="4039" y="-232"/>
                            <a:pt x="5087" y="1006"/>
                          </a:cubicBezTo>
                          <a:cubicBezTo>
                            <a:pt x="6135" y="2244"/>
                            <a:pt x="6040" y="4149"/>
                            <a:pt x="4897" y="5197"/>
                          </a:cubicBezTo>
                          <a:cubicBezTo>
                            <a:pt x="3754" y="6245"/>
                            <a:pt x="1849" y="6150"/>
                            <a:pt x="801" y="4911"/>
                          </a:cubicBezTo>
                          <a:cubicBezTo>
                            <a:pt x="-342" y="3673"/>
                            <a:pt x="-247" y="1863"/>
                            <a:pt x="991" y="7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792" name="Graphique 5">
                    <a:extLst>
                      <a:ext uri="{FF2B5EF4-FFF2-40B4-BE49-F238E27FC236}">
                        <a16:creationId xmlns:a16="http://schemas.microsoft.com/office/drawing/2014/main" id="{AA8A9FEA-AC41-4193-A593-7E581AB5CAED}"/>
                      </a:ext>
                    </a:extLst>
                  </p:cNvPr>
                  <p:cNvGrpSpPr/>
                  <p:nvPr/>
                </p:nvGrpSpPr>
                <p:grpSpPr>
                  <a:xfrm>
                    <a:off x="2594018" y="4011674"/>
                    <a:ext cx="35124" cy="35125"/>
                    <a:chOff x="2594018" y="4011674"/>
                    <a:chExt cx="35124" cy="35125"/>
                  </a:xfrm>
                  <a:solidFill>
                    <a:schemeClr val="accent1"/>
                  </a:solidFill>
                </p:grpSpPr>
                <p:sp>
                  <p:nvSpPr>
                    <p:cNvPr id="12793" name="Forme libre : forme 12792">
                      <a:extLst>
                        <a:ext uri="{FF2B5EF4-FFF2-40B4-BE49-F238E27FC236}">
                          <a16:creationId xmlns:a16="http://schemas.microsoft.com/office/drawing/2014/main" id="{F90B1655-9FEC-4FF8-AE2D-F1F48A1787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4018" y="4011793"/>
                      <a:ext cx="34989" cy="35006"/>
                    </a:xfrm>
                    <a:custGeom>
                      <a:avLst/>
                      <a:gdLst>
                        <a:gd name="connsiteX0" fmla="*/ 6381 w 34989"/>
                        <a:gd name="connsiteY0" fmla="*/ 4359 h 35006"/>
                        <a:gd name="connsiteX1" fmla="*/ 31051 w 34989"/>
                        <a:gd name="connsiteY1" fmla="*/ 5693 h 35006"/>
                        <a:gd name="connsiteX2" fmla="*/ 28860 w 34989"/>
                        <a:gd name="connsiteY2" fmla="*/ 30363 h 35006"/>
                        <a:gd name="connsiteX3" fmla="*/ 4190 w 34989"/>
                        <a:gd name="connsiteY3" fmla="*/ 29029 h 35006"/>
                        <a:gd name="connsiteX4" fmla="*/ 6381 w 34989"/>
                        <a:gd name="connsiteY4" fmla="*/ 4359 h 35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89" h="35006">
                          <a:moveTo>
                            <a:pt x="6381" y="4359"/>
                          </a:moveTo>
                          <a:cubicBezTo>
                            <a:pt x="14001" y="-1927"/>
                            <a:pt x="25050" y="-1356"/>
                            <a:pt x="31051" y="5693"/>
                          </a:cubicBezTo>
                          <a:cubicBezTo>
                            <a:pt x="37051" y="12646"/>
                            <a:pt x="36099" y="23695"/>
                            <a:pt x="28860" y="30363"/>
                          </a:cubicBezTo>
                          <a:cubicBezTo>
                            <a:pt x="21621" y="37030"/>
                            <a:pt x="10572" y="36459"/>
                            <a:pt x="4190" y="29029"/>
                          </a:cubicBezTo>
                          <a:cubicBezTo>
                            <a:pt x="-2192" y="21600"/>
                            <a:pt x="-1144" y="10551"/>
                            <a:pt x="6381" y="435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94" name="Forme libre : forme 12793">
                      <a:extLst>
                        <a:ext uri="{FF2B5EF4-FFF2-40B4-BE49-F238E27FC236}">
                          <a16:creationId xmlns:a16="http://schemas.microsoft.com/office/drawing/2014/main" id="{12FCE0DA-1142-4F54-A3AC-D76858BB50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5350" y="4011674"/>
                      <a:ext cx="33791" cy="34482"/>
                    </a:xfrm>
                    <a:custGeom>
                      <a:avLst/>
                      <a:gdLst>
                        <a:gd name="connsiteX0" fmla="*/ 16573 w 33791"/>
                        <a:gd name="connsiteY0" fmla="*/ 17052 h 34482"/>
                        <a:gd name="connsiteX1" fmla="*/ 19526 w 33791"/>
                        <a:gd name="connsiteY1" fmla="*/ 34482 h 34482"/>
                        <a:gd name="connsiteX2" fmla="*/ 27622 w 33791"/>
                        <a:gd name="connsiteY2" fmla="*/ 30291 h 34482"/>
                        <a:gd name="connsiteX3" fmla="*/ 29813 w 33791"/>
                        <a:gd name="connsiteY3" fmla="*/ 5622 h 34482"/>
                        <a:gd name="connsiteX4" fmla="*/ 5143 w 33791"/>
                        <a:gd name="connsiteY4" fmla="*/ 4288 h 34482"/>
                        <a:gd name="connsiteX5" fmla="*/ 0 w 33791"/>
                        <a:gd name="connsiteY5" fmla="*/ 11432 h 34482"/>
                        <a:gd name="connsiteX6" fmla="*/ 16573 w 33791"/>
                        <a:gd name="connsiteY6" fmla="*/ 17052 h 34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791" h="34482">
                          <a:moveTo>
                            <a:pt x="16573" y="17052"/>
                          </a:moveTo>
                          <a:cubicBezTo>
                            <a:pt x="20764" y="21910"/>
                            <a:pt x="21622" y="28577"/>
                            <a:pt x="19526" y="34482"/>
                          </a:cubicBezTo>
                          <a:cubicBezTo>
                            <a:pt x="22384" y="33816"/>
                            <a:pt x="25241" y="32482"/>
                            <a:pt x="27622" y="30291"/>
                          </a:cubicBezTo>
                          <a:cubicBezTo>
                            <a:pt x="34862" y="23624"/>
                            <a:pt x="35909" y="12575"/>
                            <a:pt x="29813" y="5622"/>
                          </a:cubicBezTo>
                          <a:cubicBezTo>
                            <a:pt x="23813" y="-1331"/>
                            <a:pt x="12763" y="-1903"/>
                            <a:pt x="5143" y="4288"/>
                          </a:cubicBezTo>
                          <a:cubicBezTo>
                            <a:pt x="2762" y="6288"/>
                            <a:pt x="1048" y="8765"/>
                            <a:pt x="0" y="11432"/>
                          </a:cubicBezTo>
                          <a:cubicBezTo>
                            <a:pt x="6001" y="10479"/>
                            <a:pt x="12383" y="12289"/>
                            <a:pt x="16573" y="1705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95" name="Forme libre : forme 12794">
                      <a:extLst>
                        <a:ext uri="{FF2B5EF4-FFF2-40B4-BE49-F238E27FC236}">
                          <a16:creationId xmlns:a16="http://schemas.microsoft.com/office/drawing/2014/main" id="{8ADF665B-C70C-4317-B02A-0F32F5AECC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7516" y="4017859"/>
                      <a:ext cx="15155" cy="16387"/>
                    </a:xfrm>
                    <a:custGeom>
                      <a:avLst/>
                      <a:gdLst>
                        <a:gd name="connsiteX0" fmla="*/ 882 w 15155"/>
                        <a:gd name="connsiteY0" fmla="*/ 5437 h 16387"/>
                        <a:gd name="connsiteX1" fmla="*/ 11074 w 15155"/>
                        <a:gd name="connsiteY1" fmla="*/ 484 h 16387"/>
                        <a:gd name="connsiteX2" fmla="*/ 14312 w 15155"/>
                        <a:gd name="connsiteY2" fmla="*/ 10866 h 16387"/>
                        <a:gd name="connsiteX3" fmla="*/ 4216 w 15155"/>
                        <a:gd name="connsiteY3" fmla="*/ 15914 h 16387"/>
                        <a:gd name="connsiteX4" fmla="*/ 882 w 15155"/>
                        <a:gd name="connsiteY4" fmla="*/ 5437 h 16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55" h="16387">
                          <a:moveTo>
                            <a:pt x="882" y="5437"/>
                          </a:moveTo>
                          <a:cubicBezTo>
                            <a:pt x="2787" y="1150"/>
                            <a:pt x="7359" y="-1040"/>
                            <a:pt x="11074" y="484"/>
                          </a:cubicBezTo>
                          <a:cubicBezTo>
                            <a:pt x="14789" y="2008"/>
                            <a:pt x="16217" y="6580"/>
                            <a:pt x="14312" y="10866"/>
                          </a:cubicBezTo>
                          <a:cubicBezTo>
                            <a:pt x="12407" y="15152"/>
                            <a:pt x="7931" y="17438"/>
                            <a:pt x="4216" y="15914"/>
                          </a:cubicBezTo>
                          <a:cubicBezTo>
                            <a:pt x="406" y="14390"/>
                            <a:pt x="-1118" y="9628"/>
                            <a:pt x="882" y="543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96" name="Forme libre : forme 12795">
                      <a:extLst>
                        <a:ext uri="{FF2B5EF4-FFF2-40B4-BE49-F238E27FC236}">
                          <a16:creationId xmlns:a16="http://schemas.microsoft.com/office/drawing/2014/main" id="{AEAE9408-2F97-4DE9-B3D1-997D027C0A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1949" y="4030186"/>
                      <a:ext cx="5797" cy="5745"/>
                    </a:xfrm>
                    <a:custGeom>
                      <a:avLst/>
                      <a:gdLst>
                        <a:gd name="connsiteX0" fmla="*/ 1022 w 5797"/>
                        <a:gd name="connsiteY0" fmla="*/ 730 h 5745"/>
                        <a:gd name="connsiteX1" fmla="*/ 5117 w 5797"/>
                        <a:gd name="connsiteY1" fmla="*/ 920 h 5745"/>
                        <a:gd name="connsiteX2" fmla="*/ 4737 w 5797"/>
                        <a:gd name="connsiteY2" fmla="*/ 5016 h 5745"/>
                        <a:gd name="connsiteX3" fmla="*/ 641 w 5797"/>
                        <a:gd name="connsiteY3" fmla="*/ 4826 h 5745"/>
                        <a:gd name="connsiteX4" fmla="*/ 1022 w 5797"/>
                        <a:gd name="connsiteY4" fmla="*/ 730 h 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7" h="5745">
                          <a:moveTo>
                            <a:pt x="1022" y="730"/>
                          </a:moveTo>
                          <a:cubicBezTo>
                            <a:pt x="2260" y="-318"/>
                            <a:pt x="4070" y="-223"/>
                            <a:pt x="5117" y="920"/>
                          </a:cubicBezTo>
                          <a:cubicBezTo>
                            <a:pt x="6165" y="2063"/>
                            <a:pt x="5975" y="3968"/>
                            <a:pt x="4737" y="5016"/>
                          </a:cubicBezTo>
                          <a:cubicBezTo>
                            <a:pt x="3498" y="6064"/>
                            <a:pt x="1688" y="5969"/>
                            <a:pt x="641" y="4826"/>
                          </a:cubicBezTo>
                          <a:cubicBezTo>
                            <a:pt x="-312" y="3587"/>
                            <a:pt x="-217" y="1778"/>
                            <a:pt x="1022" y="73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797" name="Graphique 5">
                    <a:extLst>
                      <a:ext uri="{FF2B5EF4-FFF2-40B4-BE49-F238E27FC236}">
                        <a16:creationId xmlns:a16="http://schemas.microsoft.com/office/drawing/2014/main" id="{462FB66A-C733-4448-B54A-4D0E4BF959C8}"/>
                      </a:ext>
                    </a:extLst>
                  </p:cNvPr>
                  <p:cNvGrpSpPr/>
                  <p:nvPr/>
                </p:nvGrpSpPr>
                <p:grpSpPr>
                  <a:xfrm>
                    <a:off x="2599363" y="3977922"/>
                    <a:ext cx="34569" cy="34345"/>
                    <a:chOff x="2599363" y="3977922"/>
                    <a:chExt cx="34569" cy="34345"/>
                  </a:xfrm>
                  <a:solidFill>
                    <a:schemeClr val="accent1"/>
                  </a:solidFill>
                </p:grpSpPr>
                <p:sp>
                  <p:nvSpPr>
                    <p:cNvPr id="12798" name="Forme libre : forme 12797">
                      <a:extLst>
                        <a:ext uri="{FF2B5EF4-FFF2-40B4-BE49-F238E27FC236}">
                          <a16:creationId xmlns:a16="http://schemas.microsoft.com/office/drawing/2014/main" id="{41D12B31-37A3-4A7F-9A56-8F342D4264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9363" y="3978017"/>
                      <a:ext cx="34569" cy="34250"/>
                    </a:xfrm>
                    <a:custGeom>
                      <a:avLst/>
                      <a:gdLst>
                        <a:gd name="connsiteX0" fmla="*/ 7037 w 34569"/>
                        <a:gd name="connsiteY0" fmla="*/ 4036 h 34250"/>
                        <a:gd name="connsiteX1" fmla="*/ 31040 w 34569"/>
                        <a:gd name="connsiteY1" fmla="*/ 5846 h 34250"/>
                        <a:gd name="connsiteX2" fmla="*/ 27992 w 34569"/>
                        <a:gd name="connsiteY2" fmla="*/ 29753 h 34250"/>
                        <a:gd name="connsiteX3" fmla="*/ 3417 w 34569"/>
                        <a:gd name="connsiteY3" fmla="*/ 28420 h 34250"/>
                        <a:gd name="connsiteX4" fmla="*/ 7037 w 34569"/>
                        <a:gd name="connsiteY4" fmla="*/ 4036 h 342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69" h="34250">
                          <a:moveTo>
                            <a:pt x="7037" y="4036"/>
                          </a:moveTo>
                          <a:cubicBezTo>
                            <a:pt x="14847" y="-1965"/>
                            <a:pt x="25610" y="-1203"/>
                            <a:pt x="31040" y="5846"/>
                          </a:cubicBezTo>
                          <a:cubicBezTo>
                            <a:pt x="36659" y="12799"/>
                            <a:pt x="35516" y="23277"/>
                            <a:pt x="27992" y="29753"/>
                          </a:cubicBezTo>
                          <a:cubicBezTo>
                            <a:pt x="20562" y="36135"/>
                            <a:pt x="9323" y="35754"/>
                            <a:pt x="3417" y="28420"/>
                          </a:cubicBezTo>
                          <a:cubicBezTo>
                            <a:pt x="-2298" y="20991"/>
                            <a:pt x="-679" y="10037"/>
                            <a:pt x="7037" y="403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99" name="Forme libre : forme 12798">
                      <a:extLst>
                        <a:ext uri="{FF2B5EF4-FFF2-40B4-BE49-F238E27FC236}">
                          <a16:creationId xmlns:a16="http://schemas.microsoft.com/office/drawing/2014/main" id="{190296FE-0EA5-42F4-A0B3-BA79F96A59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0970" y="3977922"/>
                      <a:ext cx="32962" cy="33753"/>
                    </a:xfrm>
                    <a:custGeom>
                      <a:avLst/>
                      <a:gdLst>
                        <a:gd name="connsiteX0" fmla="*/ 15907 w 32962"/>
                        <a:gd name="connsiteY0" fmla="*/ 16799 h 33753"/>
                        <a:gd name="connsiteX1" fmla="*/ 18193 w 32962"/>
                        <a:gd name="connsiteY1" fmla="*/ 33754 h 33753"/>
                        <a:gd name="connsiteX2" fmla="*/ 26384 w 32962"/>
                        <a:gd name="connsiteY2" fmla="*/ 29754 h 33753"/>
                        <a:gd name="connsiteX3" fmla="*/ 29432 w 32962"/>
                        <a:gd name="connsiteY3" fmla="*/ 5846 h 33753"/>
                        <a:gd name="connsiteX4" fmla="*/ 5429 w 32962"/>
                        <a:gd name="connsiteY4" fmla="*/ 4036 h 33753"/>
                        <a:gd name="connsiteX5" fmla="*/ 0 w 32962"/>
                        <a:gd name="connsiteY5" fmla="*/ 10989 h 33753"/>
                        <a:gd name="connsiteX6" fmla="*/ 15907 w 32962"/>
                        <a:gd name="connsiteY6" fmla="*/ 16799 h 33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962" h="33753">
                          <a:moveTo>
                            <a:pt x="15907" y="16799"/>
                          </a:moveTo>
                          <a:cubicBezTo>
                            <a:pt x="19717" y="21752"/>
                            <a:pt x="20574" y="28039"/>
                            <a:pt x="18193" y="33754"/>
                          </a:cubicBezTo>
                          <a:cubicBezTo>
                            <a:pt x="21146" y="33087"/>
                            <a:pt x="23908" y="31849"/>
                            <a:pt x="26384" y="29754"/>
                          </a:cubicBezTo>
                          <a:cubicBezTo>
                            <a:pt x="33909" y="23276"/>
                            <a:pt x="35052" y="12799"/>
                            <a:pt x="29432" y="5846"/>
                          </a:cubicBezTo>
                          <a:cubicBezTo>
                            <a:pt x="23908" y="-1203"/>
                            <a:pt x="13145" y="-1965"/>
                            <a:pt x="5429" y="4036"/>
                          </a:cubicBezTo>
                          <a:cubicBezTo>
                            <a:pt x="2953" y="5941"/>
                            <a:pt x="1143" y="8417"/>
                            <a:pt x="0" y="10989"/>
                          </a:cubicBezTo>
                          <a:cubicBezTo>
                            <a:pt x="6001" y="10132"/>
                            <a:pt x="12097" y="12037"/>
                            <a:pt x="15907" y="1679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00" name="Forme libre : forme 12799">
                      <a:extLst>
                        <a:ext uri="{FF2B5EF4-FFF2-40B4-BE49-F238E27FC236}">
                          <a16:creationId xmlns:a16="http://schemas.microsoft.com/office/drawing/2014/main" id="{AE6340EF-E4EC-4A7A-AF62-E98F5768E3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2970" y="3983887"/>
                      <a:ext cx="14859" cy="16227"/>
                    </a:xfrm>
                    <a:custGeom>
                      <a:avLst/>
                      <a:gdLst>
                        <a:gd name="connsiteX0" fmla="*/ 1048 w 14859"/>
                        <a:gd name="connsiteY0" fmla="*/ 5215 h 16227"/>
                        <a:gd name="connsiteX1" fmla="*/ 11240 w 14859"/>
                        <a:gd name="connsiteY1" fmla="*/ 548 h 16227"/>
                        <a:gd name="connsiteX2" fmla="*/ 13811 w 14859"/>
                        <a:gd name="connsiteY2" fmla="*/ 10930 h 16227"/>
                        <a:gd name="connsiteX3" fmla="*/ 3620 w 14859"/>
                        <a:gd name="connsiteY3" fmla="*/ 15692 h 16227"/>
                        <a:gd name="connsiteX4" fmla="*/ 1048 w 14859"/>
                        <a:gd name="connsiteY4" fmla="*/ 5215 h 162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" h="16227">
                          <a:moveTo>
                            <a:pt x="1048" y="5215"/>
                          </a:moveTo>
                          <a:cubicBezTo>
                            <a:pt x="3143" y="1024"/>
                            <a:pt x="7715" y="-1072"/>
                            <a:pt x="11240" y="548"/>
                          </a:cubicBezTo>
                          <a:cubicBezTo>
                            <a:pt x="14764" y="2072"/>
                            <a:pt x="15907" y="6739"/>
                            <a:pt x="13811" y="10930"/>
                          </a:cubicBezTo>
                          <a:cubicBezTo>
                            <a:pt x="11716" y="15121"/>
                            <a:pt x="7239" y="17311"/>
                            <a:pt x="3620" y="15692"/>
                          </a:cubicBezTo>
                          <a:cubicBezTo>
                            <a:pt x="95" y="14073"/>
                            <a:pt x="-1047" y="9406"/>
                            <a:pt x="1048" y="521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01" name="Forme libre : forme 12800">
                      <a:extLst>
                        <a:ext uri="{FF2B5EF4-FFF2-40B4-BE49-F238E27FC236}">
                          <a16:creationId xmlns:a16="http://schemas.microsoft.com/office/drawing/2014/main" id="{1E0DA989-126D-4FE3-94B2-7A17DD8A89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6975" y="3996033"/>
                      <a:ext cx="5705" cy="5662"/>
                    </a:xfrm>
                    <a:custGeom>
                      <a:avLst/>
                      <a:gdLst>
                        <a:gd name="connsiteX0" fmla="*/ 1138 w 5705"/>
                        <a:gd name="connsiteY0" fmla="*/ 688 h 5662"/>
                        <a:gd name="connsiteX1" fmla="*/ 5139 w 5705"/>
                        <a:gd name="connsiteY1" fmla="*/ 974 h 5662"/>
                        <a:gd name="connsiteX2" fmla="*/ 4567 w 5705"/>
                        <a:gd name="connsiteY2" fmla="*/ 4975 h 5662"/>
                        <a:gd name="connsiteX3" fmla="*/ 567 w 5705"/>
                        <a:gd name="connsiteY3" fmla="*/ 4689 h 5662"/>
                        <a:gd name="connsiteX4" fmla="*/ 1138 w 5705"/>
                        <a:gd name="connsiteY4" fmla="*/ 688 h 5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05" h="5662">
                          <a:moveTo>
                            <a:pt x="1138" y="688"/>
                          </a:moveTo>
                          <a:cubicBezTo>
                            <a:pt x="2377" y="-359"/>
                            <a:pt x="4187" y="-169"/>
                            <a:pt x="5139" y="974"/>
                          </a:cubicBezTo>
                          <a:cubicBezTo>
                            <a:pt x="6092" y="2212"/>
                            <a:pt x="5806" y="3927"/>
                            <a:pt x="4567" y="4975"/>
                          </a:cubicBezTo>
                          <a:cubicBezTo>
                            <a:pt x="3329" y="6022"/>
                            <a:pt x="1519" y="5832"/>
                            <a:pt x="567" y="4689"/>
                          </a:cubicBezTo>
                          <a:cubicBezTo>
                            <a:pt x="-386" y="3546"/>
                            <a:pt x="-100" y="1736"/>
                            <a:pt x="1138" y="68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802" name="Graphique 5">
                  <a:extLst>
                    <a:ext uri="{FF2B5EF4-FFF2-40B4-BE49-F238E27FC236}">
                      <a16:creationId xmlns:a16="http://schemas.microsoft.com/office/drawing/2014/main" id="{8E76E529-DCE9-46FF-ABE2-4EF487E8A438}"/>
                    </a:ext>
                  </a:extLst>
                </p:cNvPr>
                <p:cNvGrpSpPr/>
                <p:nvPr/>
              </p:nvGrpSpPr>
              <p:grpSpPr>
                <a:xfrm>
                  <a:off x="2667392" y="3900187"/>
                  <a:ext cx="40407" cy="92859"/>
                  <a:chOff x="2667392" y="3900187"/>
                  <a:chExt cx="40407" cy="92859"/>
                </a:xfrm>
                <a:solidFill>
                  <a:schemeClr val="accent1"/>
                </a:solidFill>
              </p:grpSpPr>
              <p:grpSp>
                <p:nvGrpSpPr>
                  <p:cNvPr id="12803" name="Graphique 5">
                    <a:extLst>
                      <a:ext uri="{FF2B5EF4-FFF2-40B4-BE49-F238E27FC236}">
                        <a16:creationId xmlns:a16="http://schemas.microsoft.com/office/drawing/2014/main" id="{F1795665-06C5-40F0-8F18-D908BCF9F593}"/>
                      </a:ext>
                    </a:extLst>
                  </p:cNvPr>
                  <p:cNvGrpSpPr/>
                  <p:nvPr/>
                </p:nvGrpSpPr>
                <p:grpSpPr>
                  <a:xfrm>
                    <a:off x="2672123" y="3960244"/>
                    <a:ext cx="33256" cy="32801"/>
                    <a:chOff x="2672123" y="3960244"/>
                    <a:chExt cx="33256" cy="32801"/>
                  </a:xfrm>
                  <a:solidFill>
                    <a:schemeClr val="accent1"/>
                  </a:solidFill>
                </p:grpSpPr>
                <p:sp>
                  <p:nvSpPr>
                    <p:cNvPr id="12804" name="Forme libre : forme 12803">
                      <a:extLst>
                        <a:ext uri="{FF2B5EF4-FFF2-40B4-BE49-F238E27FC236}">
                          <a16:creationId xmlns:a16="http://schemas.microsoft.com/office/drawing/2014/main" id="{6D155DA6-5AEA-494C-A739-F7AD7734E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2123" y="3960244"/>
                      <a:ext cx="33225" cy="32801"/>
                    </a:xfrm>
                    <a:custGeom>
                      <a:avLst/>
                      <a:gdLst>
                        <a:gd name="connsiteX0" fmla="*/ 1808 w 33225"/>
                        <a:gd name="connsiteY0" fmla="*/ 11236 h 32801"/>
                        <a:gd name="connsiteX1" fmla="*/ 24287 w 33225"/>
                        <a:gd name="connsiteY1" fmla="*/ 759 h 32801"/>
                        <a:gd name="connsiteX2" fmla="*/ 32288 w 33225"/>
                        <a:gd name="connsiteY2" fmla="*/ 8664 h 32801"/>
                        <a:gd name="connsiteX3" fmla="*/ 31621 w 33225"/>
                        <a:gd name="connsiteY3" fmla="*/ 20952 h 32801"/>
                        <a:gd name="connsiteX4" fmla="*/ 9333 w 33225"/>
                        <a:gd name="connsiteY4" fmla="*/ 32096 h 32801"/>
                        <a:gd name="connsiteX5" fmla="*/ 1808 w 33225"/>
                        <a:gd name="connsiteY5" fmla="*/ 11236 h 32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225" h="32801">
                          <a:moveTo>
                            <a:pt x="1808" y="11236"/>
                          </a:moveTo>
                          <a:cubicBezTo>
                            <a:pt x="6094" y="2664"/>
                            <a:pt x="16286" y="-1908"/>
                            <a:pt x="24287" y="759"/>
                          </a:cubicBezTo>
                          <a:cubicBezTo>
                            <a:pt x="28288" y="2092"/>
                            <a:pt x="31050" y="5045"/>
                            <a:pt x="32288" y="8664"/>
                          </a:cubicBezTo>
                          <a:cubicBezTo>
                            <a:pt x="33717" y="12189"/>
                            <a:pt x="33526" y="16570"/>
                            <a:pt x="31621" y="20952"/>
                          </a:cubicBezTo>
                          <a:cubicBezTo>
                            <a:pt x="27716" y="29619"/>
                            <a:pt x="17810" y="34763"/>
                            <a:pt x="9333" y="32096"/>
                          </a:cubicBezTo>
                          <a:cubicBezTo>
                            <a:pt x="951" y="29429"/>
                            <a:pt x="-2383" y="19809"/>
                            <a:pt x="1808" y="1123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05" name="Forme libre : forme 12804">
                      <a:extLst>
                        <a:ext uri="{FF2B5EF4-FFF2-40B4-BE49-F238E27FC236}">
                          <a16:creationId xmlns:a16="http://schemas.microsoft.com/office/drawing/2014/main" id="{4AF4FC3C-63FB-406A-B216-2538D1D754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2205" y="3960244"/>
                      <a:ext cx="33174" cy="28190"/>
                    </a:xfrm>
                    <a:custGeom>
                      <a:avLst/>
                      <a:gdLst>
                        <a:gd name="connsiteX0" fmla="*/ 16680 w 33174"/>
                        <a:gd name="connsiteY0" fmla="*/ 15999 h 28190"/>
                        <a:gd name="connsiteX1" fmla="*/ 26015 w 33174"/>
                        <a:gd name="connsiteY1" fmla="*/ 28191 h 28190"/>
                        <a:gd name="connsiteX2" fmla="*/ 31539 w 33174"/>
                        <a:gd name="connsiteY2" fmla="*/ 20952 h 28190"/>
                        <a:gd name="connsiteX3" fmla="*/ 32206 w 33174"/>
                        <a:gd name="connsiteY3" fmla="*/ 8664 h 28190"/>
                        <a:gd name="connsiteX4" fmla="*/ 24205 w 33174"/>
                        <a:gd name="connsiteY4" fmla="*/ 759 h 28190"/>
                        <a:gd name="connsiteX5" fmla="*/ 1726 w 33174"/>
                        <a:gd name="connsiteY5" fmla="*/ 11236 h 28190"/>
                        <a:gd name="connsiteX6" fmla="*/ 12 w 33174"/>
                        <a:gd name="connsiteY6" fmla="*/ 19428 h 28190"/>
                        <a:gd name="connsiteX7" fmla="*/ 16680 w 33174"/>
                        <a:gd name="connsiteY7" fmla="*/ 15999 h 2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3174" h="28190">
                          <a:moveTo>
                            <a:pt x="16680" y="15999"/>
                          </a:moveTo>
                          <a:cubicBezTo>
                            <a:pt x="22110" y="17999"/>
                            <a:pt x="25634" y="22571"/>
                            <a:pt x="26015" y="28191"/>
                          </a:cubicBezTo>
                          <a:cubicBezTo>
                            <a:pt x="28301" y="26286"/>
                            <a:pt x="30301" y="23809"/>
                            <a:pt x="31539" y="20952"/>
                          </a:cubicBezTo>
                          <a:cubicBezTo>
                            <a:pt x="33540" y="16665"/>
                            <a:pt x="33635" y="12284"/>
                            <a:pt x="32206" y="8664"/>
                          </a:cubicBezTo>
                          <a:cubicBezTo>
                            <a:pt x="30968" y="4950"/>
                            <a:pt x="28206" y="2092"/>
                            <a:pt x="24205" y="759"/>
                          </a:cubicBezTo>
                          <a:cubicBezTo>
                            <a:pt x="16204" y="-1908"/>
                            <a:pt x="6013" y="2664"/>
                            <a:pt x="1726" y="11236"/>
                          </a:cubicBezTo>
                          <a:cubicBezTo>
                            <a:pt x="393" y="13998"/>
                            <a:pt x="-83" y="16761"/>
                            <a:pt x="12" y="19428"/>
                          </a:cubicBezTo>
                          <a:cubicBezTo>
                            <a:pt x="4870" y="15713"/>
                            <a:pt x="11156" y="14189"/>
                            <a:pt x="16680" y="1599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06" name="Forme libre : forme 12805">
                      <a:extLst>
                        <a:ext uri="{FF2B5EF4-FFF2-40B4-BE49-F238E27FC236}">
                          <a16:creationId xmlns:a16="http://schemas.microsoft.com/office/drawing/2014/main" id="{2C45E540-E7DC-472D-9E88-17E7937898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4884" y="3969411"/>
                      <a:ext cx="13813" cy="15852"/>
                    </a:xfrm>
                    <a:custGeom>
                      <a:avLst/>
                      <a:gdLst>
                        <a:gd name="connsiteX0" fmla="*/ 0 w 13813"/>
                        <a:gd name="connsiteY0" fmla="*/ 8832 h 15852"/>
                        <a:gd name="connsiteX1" fmla="*/ 7049 w 13813"/>
                        <a:gd name="connsiteY1" fmla="*/ 69 h 15852"/>
                        <a:gd name="connsiteX2" fmla="*/ 13811 w 13813"/>
                        <a:gd name="connsiteY2" fmla="*/ 6927 h 15852"/>
                        <a:gd name="connsiteX3" fmla="*/ 6858 w 13813"/>
                        <a:gd name="connsiteY3" fmla="*/ 15785 h 15852"/>
                        <a:gd name="connsiteX4" fmla="*/ 0 w 13813"/>
                        <a:gd name="connsiteY4" fmla="*/ 8832 h 15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13" h="15852">
                          <a:moveTo>
                            <a:pt x="0" y="8832"/>
                          </a:moveTo>
                          <a:cubicBezTo>
                            <a:pt x="0" y="4450"/>
                            <a:pt x="3239" y="640"/>
                            <a:pt x="7049" y="69"/>
                          </a:cubicBezTo>
                          <a:cubicBezTo>
                            <a:pt x="10858" y="-503"/>
                            <a:pt x="13907" y="2545"/>
                            <a:pt x="13811" y="6927"/>
                          </a:cubicBezTo>
                          <a:cubicBezTo>
                            <a:pt x="13716" y="11213"/>
                            <a:pt x="10668" y="15309"/>
                            <a:pt x="6858" y="15785"/>
                          </a:cubicBezTo>
                          <a:cubicBezTo>
                            <a:pt x="3048" y="16357"/>
                            <a:pt x="0" y="13213"/>
                            <a:pt x="0" y="883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07" name="Forme libre : forme 12806">
                      <a:extLst>
                        <a:ext uri="{FF2B5EF4-FFF2-40B4-BE49-F238E27FC236}">
                          <a16:creationId xmlns:a16="http://schemas.microsoft.com/office/drawing/2014/main" id="{201DEEF3-9F86-4A2E-A2DC-737DBB52D8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1558" y="3980387"/>
                      <a:ext cx="5416" cy="5478"/>
                    </a:xfrm>
                    <a:custGeom>
                      <a:avLst/>
                      <a:gdLst>
                        <a:gd name="connsiteX0" fmla="*/ 279 w 5416"/>
                        <a:gd name="connsiteY0" fmla="*/ 1856 h 5478"/>
                        <a:gd name="connsiteX1" fmla="*/ 3899 w 5416"/>
                        <a:gd name="connsiteY1" fmla="*/ 142 h 5478"/>
                        <a:gd name="connsiteX2" fmla="*/ 5137 w 5416"/>
                        <a:gd name="connsiteY2" fmla="*/ 3571 h 5478"/>
                        <a:gd name="connsiteX3" fmla="*/ 1518 w 5416"/>
                        <a:gd name="connsiteY3" fmla="*/ 5380 h 5478"/>
                        <a:gd name="connsiteX4" fmla="*/ 279 w 5416"/>
                        <a:gd name="connsiteY4" fmla="*/ 1856 h 5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16" h="5478">
                          <a:moveTo>
                            <a:pt x="279" y="1856"/>
                          </a:moveTo>
                          <a:cubicBezTo>
                            <a:pt x="946" y="428"/>
                            <a:pt x="2565" y="-335"/>
                            <a:pt x="3899" y="142"/>
                          </a:cubicBezTo>
                          <a:cubicBezTo>
                            <a:pt x="5232" y="618"/>
                            <a:pt x="5804" y="2142"/>
                            <a:pt x="5137" y="3571"/>
                          </a:cubicBezTo>
                          <a:cubicBezTo>
                            <a:pt x="4470" y="4999"/>
                            <a:pt x="2851" y="5762"/>
                            <a:pt x="1518" y="5380"/>
                          </a:cubicBezTo>
                          <a:cubicBezTo>
                            <a:pt x="184" y="4809"/>
                            <a:pt x="-387" y="3285"/>
                            <a:pt x="279" y="185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808" name="Graphique 5">
                    <a:extLst>
                      <a:ext uri="{FF2B5EF4-FFF2-40B4-BE49-F238E27FC236}">
                        <a16:creationId xmlns:a16="http://schemas.microsoft.com/office/drawing/2014/main" id="{75FBFFBA-F1F2-45C1-987A-A73EE66F3028}"/>
                      </a:ext>
                    </a:extLst>
                  </p:cNvPr>
                  <p:cNvGrpSpPr/>
                  <p:nvPr/>
                </p:nvGrpSpPr>
                <p:grpSpPr>
                  <a:xfrm>
                    <a:off x="2674434" y="3928592"/>
                    <a:ext cx="33365" cy="32044"/>
                    <a:chOff x="2674434" y="3928592"/>
                    <a:chExt cx="33365" cy="32044"/>
                  </a:xfrm>
                  <a:solidFill>
                    <a:schemeClr val="accent1"/>
                  </a:solidFill>
                </p:grpSpPr>
                <p:sp>
                  <p:nvSpPr>
                    <p:cNvPr id="12809" name="Forme libre : forme 12808">
                      <a:extLst>
                        <a:ext uri="{FF2B5EF4-FFF2-40B4-BE49-F238E27FC236}">
                          <a16:creationId xmlns:a16="http://schemas.microsoft.com/office/drawing/2014/main" id="{36650870-4976-4FE1-BA42-64787823F1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4434" y="3928592"/>
                      <a:ext cx="33270" cy="32044"/>
                    </a:xfrm>
                    <a:custGeom>
                      <a:avLst/>
                      <a:gdLst>
                        <a:gd name="connsiteX0" fmla="*/ 2260 w 33270"/>
                        <a:gd name="connsiteY0" fmla="*/ 10694 h 32044"/>
                        <a:gd name="connsiteX1" fmla="*/ 24834 w 33270"/>
                        <a:gd name="connsiteY1" fmla="*/ 883 h 32044"/>
                        <a:gd name="connsiteX2" fmla="*/ 31216 w 33270"/>
                        <a:gd name="connsiteY2" fmla="*/ 20695 h 32044"/>
                        <a:gd name="connsiteX3" fmla="*/ 8737 w 33270"/>
                        <a:gd name="connsiteY3" fmla="*/ 31268 h 32044"/>
                        <a:gd name="connsiteX4" fmla="*/ 2260 w 33270"/>
                        <a:gd name="connsiteY4" fmla="*/ 10694 h 32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270" h="32044">
                          <a:moveTo>
                            <a:pt x="2260" y="10694"/>
                          </a:moveTo>
                          <a:cubicBezTo>
                            <a:pt x="6927" y="2312"/>
                            <a:pt x="17119" y="-1974"/>
                            <a:pt x="24834" y="883"/>
                          </a:cubicBezTo>
                          <a:cubicBezTo>
                            <a:pt x="32740" y="3550"/>
                            <a:pt x="35598" y="12123"/>
                            <a:pt x="31216" y="20695"/>
                          </a:cubicBezTo>
                          <a:cubicBezTo>
                            <a:pt x="26930" y="29173"/>
                            <a:pt x="16929" y="34030"/>
                            <a:pt x="8737" y="31268"/>
                          </a:cubicBezTo>
                          <a:cubicBezTo>
                            <a:pt x="546" y="28506"/>
                            <a:pt x="-2502" y="19171"/>
                            <a:pt x="2260" y="1069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10" name="Forme libre : forme 12809">
                      <a:extLst>
                        <a:ext uri="{FF2B5EF4-FFF2-40B4-BE49-F238E27FC236}">
                          <a16:creationId xmlns:a16="http://schemas.microsoft.com/office/drawing/2014/main" id="{D5C0081C-7673-4123-954C-A7D3E38116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4598" y="3928639"/>
                      <a:ext cx="33201" cy="27601"/>
                    </a:xfrm>
                    <a:custGeom>
                      <a:avLst/>
                      <a:gdLst>
                        <a:gd name="connsiteX0" fmla="*/ 16669 w 33201"/>
                        <a:gd name="connsiteY0" fmla="*/ 15505 h 27601"/>
                        <a:gd name="connsiteX1" fmla="*/ 25337 w 33201"/>
                        <a:gd name="connsiteY1" fmla="*/ 27602 h 27601"/>
                        <a:gd name="connsiteX2" fmla="*/ 31147 w 33201"/>
                        <a:gd name="connsiteY2" fmla="*/ 20648 h 27601"/>
                        <a:gd name="connsiteX3" fmla="*/ 24765 w 33201"/>
                        <a:gd name="connsiteY3" fmla="*/ 836 h 27601"/>
                        <a:gd name="connsiteX4" fmla="*/ 2191 w 33201"/>
                        <a:gd name="connsiteY4" fmla="*/ 10647 h 27601"/>
                        <a:gd name="connsiteX5" fmla="*/ 0 w 33201"/>
                        <a:gd name="connsiteY5" fmla="*/ 18743 h 27601"/>
                        <a:gd name="connsiteX6" fmla="*/ 16669 w 33201"/>
                        <a:gd name="connsiteY6" fmla="*/ 15505 h 27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01" h="27601">
                          <a:moveTo>
                            <a:pt x="16669" y="15505"/>
                          </a:moveTo>
                          <a:cubicBezTo>
                            <a:pt x="22193" y="17315"/>
                            <a:pt x="25241" y="22077"/>
                            <a:pt x="25337" y="27602"/>
                          </a:cubicBezTo>
                          <a:cubicBezTo>
                            <a:pt x="27718" y="25697"/>
                            <a:pt x="29718" y="23411"/>
                            <a:pt x="31147" y="20648"/>
                          </a:cubicBezTo>
                          <a:cubicBezTo>
                            <a:pt x="35528" y="12171"/>
                            <a:pt x="32671" y="3503"/>
                            <a:pt x="24765" y="836"/>
                          </a:cubicBezTo>
                          <a:cubicBezTo>
                            <a:pt x="17050" y="-1926"/>
                            <a:pt x="6858" y="2360"/>
                            <a:pt x="2191" y="10647"/>
                          </a:cubicBezTo>
                          <a:cubicBezTo>
                            <a:pt x="667" y="13314"/>
                            <a:pt x="95" y="16076"/>
                            <a:pt x="0" y="18743"/>
                          </a:cubicBezTo>
                          <a:cubicBezTo>
                            <a:pt x="4953" y="15124"/>
                            <a:pt x="11144" y="13790"/>
                            <a:pt x="16669" y="1550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11" name="Forme libre : forme 12810">
                      <a:extLst>
                        <a:ext uri="{FF2B5EF4-FFF2-40B4-BE49-F238E27FC236}">
                          <a16:creationId xmlns:a16="http://schemas.microsoft.com/office/drawing/2014/main" id="{B4A04B6D-0F61-4E9F-9EC7-B28C26FB32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7235" y="3937538"/>
                      <a:ext cx="13939" cy="15401"/>
                    </a:xfrm>
                    <a:custGeom>
                      <a:avLst/>
                      <a:gdLst>
                        <a:gd name="connsiteX0" fmla="*/ 31 w 13939"/>
                        <a:gd name="connsiteY0" fmla="*/ 8510 h 15401"/>
                        <a:gd name="connsiteX1" fmla="*/ 7460 w 13939"/>
                        <a:gd name="connsiteY1" fmla="*/ 33 h 15401"/>
                        <a:gd name="connsiteX2" fmla="*/ 13937 w 13939"/>
                        <a:gd name="connsiteY2" fmla="*/ 6796 h 15401"/>
                        <a:gd name="connsiteX3" fmla="*/ 6698 w 13939"/>
                        <a:gd name="connsiteY3" fmla="*/ 15368 h 15401"/>
                        <a:gd name="connsiteX4" fmla="*/ 31 w 13939"/>
                        <a:gd name="connsiteY4" fmla="*/ 8510 h 15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39" h="15401">
                          <a:moveTo>
                            <a:pt x="31" y="8510"/>
                          </a:moveTo>
                          <a:cubicBezTo>
                            <a:pt x="316" y="4224"/>
                            <a:pt x="3650" y="414"/>
                            <a:pt x="7460" y="33"/>
                          </a:cubicBezTo>
                          <a:cubicBezTo>
                            <a:pt x="11175" y="-348"/>
                            <a:pt x="14032" y="2605"/>
                            <a:pt x="13937" y="6796"/>
                          </a:cubicBezTo>
                          <a:cubicBezTo>
                            <a:pt x="13747" y="10987"/>
                            <a:pt x="10508" y="14797"/>
                            <a:pt x="6698" y="15368"/>
                          </a:cubicBezTo>
                          <a:cubicBezTo>
                            <a:pt x="2888" y="15749"/>
                            <a:pt x="-350" y="12797"/>
                            <a:pt x="31" y="85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12" name="Forme libre : forme 12811">
                      <a:extLst>
                        <a:ext uri="{FF2B5EF4-FFF2-40B4-BE49-F238E27FC236}">
                          <a16:creationId xmlns:a16="http://schemas.microsoft.com/office/drawing/2014/main" id="{B0A3CD63-FB8F-4434-87CF-0D2BAB5590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3729" y="3948141"/>
                      <a:ext cx="5456" cy="5288"/>
                    </a:xfrm>
                    <a:custGeom>
                      <a:avLst/>
                      <a:gdLst>
                        <a:gd name="connsiteX0" fmla="*/ 299 w 5456"/>
                        <a:gd name="connsiteY0" fmla="*/ 1812 h 5288"/>
                        <a:gd name="connsiteX1" fmla="*/ 4014 w 5456"/>
                        <a:gd name="connsiteY1" fmla="*/ 98 h 5288"/>
                        <a:gd name="connsiteX2" fmla="*/ 5157 w 5456"/>
                        <a:gd name="connsiteY2" fmla="*/ 3432 h 5288"/>
                        <a:gd name="connsiteX3" fmla="*/ 1442 w 5456"/>
                        <a:gd name="connsiteY3" fmla="*/ 5146 h 5288"/>
                        <a:gd name="connsiteX4" fmla="*/ 299 w 5456"/>
                        <a:gd name="connsiteY4" fmla="*/ 1812 h 5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56" h="5288">
                          <a:moveTo>
                            <a:pt x="299" y="1812"/>
                          </a:moveTo>
                          <a:cubicBezTo>
                            <a:pt x="1061" y="479"/>
                            <a:pt x="2681" y="-283"/>
                            <a:pt x="4014" y="98"/>
                          </a:cubicBezTo>
                          <a:cubicBezTo>
                            <a:pt x="5347" y="574"/>
                            <a:pt x="5824" y="2003"/>
                            <a:pt x="5157" y="3432"/>
                          </a:cubicBezTo>
                          <a:cubicBezTo>
                            <a:pt x="4490" y="4860"/>
                            <a:pt x="2776" y="5623"/>
                            <a:pt x="1442" y="5146"/>
                          </a:cubicBezTo>
                          <a:cubicBezTo>
                            <a:pt x="109" y="4670"/>
                            <a:pt x="-368" y="3146"/>
                            <a:pt x="299" y="181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813" name="Graphique 5">
                    <a:extLst>
                      <a:ext uri="{FF2B5EF4-FFF2-40B4-BE49-F238E27FC236}">
                        <a16:creationId xmlns:a16="http://schemas.microsoft.com/office/drawing/2014/main" id="{FCFA04A2-89F6-4B71-BE80-83FE5C1C5C73}"/>
                      </a:ext>
                    </a:extLst>
                  </p:cNvPr>
                  <p:cNvGrpSpPr/>
                  <p:nvPr/>
                </p:nvGrpSpPr>
                <p:grpSpPr>
                  <a:xfrm>
                    <a:off x="2667392" y="3900187"/>
                    <a:ext cx="33494" cy="31390"/>
                    <a:chOff x="2667392" y="3900187"/>
                    <a:chExt cx="33494" cy="31390"/>
                  </a:xfrm>
                  <a:solidFill>
                    <a:schemeClr val="accent1"/>
                  </a:solidFill>
                </p:grpSpPr>
                <p:sp>
                  <p:nvSpPr>
                    <p:cNvPr id="12814" name="Forme libre : forme 12813">
                      <a:extLst>
                        <a:ext uri="{FF2B5EF4-FFF2-40B4-BE49-F238E27FC236}">
                          <a16:creationId xmlns:a16="http://schemas.microsoft.com/office/drawing/2014/main" id="{87A57DD4-9DB5-485A-8058-57AB1F9740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67392" y="3900187"/>
                      <a:ext cx="33356" cy="31390"/>
                    </a:xfrm>
                    <a:custGeom>
                      <a:avLst/>
                      <a:gdLst>
                        <a:gd name="connsiteX0" fmla="*/ 2634 w 33356"/>
                        <a:gd name="connsiteY0" fmla="*/ 10048 h 31390"/>
                        <a:gd name="connsiteX1" fmla="*/ 25589 w 33356"/>
                        <a:gd name="connsiteY1" fmla="*/ 904 h 31390"/>
                        <a:gd name="connsiteX2" fmla="*/ 30923 w 33356"/>
                        <a:gd name="connsiteY2" fmla="*/ 20716 h 31390"/>
                        <a:gd name="connsiteX3" fmla="*/ 8159 w 33356"/>
                        <a:gd name="connsiteY3" fmla="*/ 30431 h 31390"/>
                        <a:gd name="connsiteX4" fmla="*/ 2634 w 33356"/>
                        <a:gd name="connsiteY4" fmla="*/ 10048 h 31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356" h="31390">
                          <a:moveTo>
                            <a:pt x="2634" y="10048"/>
                          </a:moveTo>
                          <a:cubicBezTo>
                            <a:pt x="7778" y="1856"/>
                            <a:pt x="17874" y="-1858"/>
                            <a:pt x="25589" y="904"/>
                          </a:cubicBezTo>
                          <a:cubicBezTo>
                            <a:pt x="33400" y="3666"/>
                            <a:pt x="35591" y="12429"/>
                            <a:pt x="30923" y="20716"/>
                          </a:cubicBezTo>
                          <a:cubicBezTo>
                            <a:pt x="26161" y="29003"/>
                            <a:pt x="16160" y="33479"/>
                            <a:pt x="8159" y="30431"/>
                          </a:cubicBezTo>
                          <a:cubicBezTo>
                            <a:pt x="348" y="27288"/>
                            <a:pt x="-2605" y="18239"/>
                            <a:pt x="2634" y="1004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15" name="Forme libre : forme 12814">
                      <a:extLst>
                        <a:ext uri="{FF2B5EF4-FFF2-40B4-BE49-F238E27FC236}">
                          <a16:creationId xmlns:a16="http://schemas.microsoft.com/office/drawing/2014/main" id="{C62E5EDC-6784-4AF4-AE85-2D9E8FE23E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67645" y="3900187"/>
                      <a:ext cx="33241" cy="27478"/>
                    </a:xfrm>
                    <a:custGeom>
                      <a:avLst/>
                      <a:gdLst>
                        <a:gd name="connsiteX0" fmla="*/ 16669 w 33241"/>
                        <a:gd name="connsiteY0" fmla="*/ 15191 h 27478"/>
                        <a:gd name="connsiteX1" fmla="*/ 24575 w 33241"/>
                        <a:gd name="connsiteY1" fmla="*/ 27479 h 27478"/>
                        <a:gd name="connsiteX2" fmla="*/ 30766 w 33241"/>
                        <a:gd name="connsiteY2" fmla="*/ 20716 h 27478"/>
                        <a:gd name="connsiteX3" fmla="*/ 25432 w 33241"/>
                        <a:gd name="connsiteY3" fmla="*/ 904 h 27478"/>
                        <a:gd name="connsiteX4" fmla="*/ 2476 w 33241"/>
                        <a:gd name="connsiteY4" fmla="*/ 10048 h 27478"/>
                        <a:gd name="connsiteX5" fmla="*/ 0 w 33241"/>
                        <a:gd name="connsiteY5" fmla="*/ 17954 h 27478"/>
                        <a:gd name="connsiteX6" fmla="*/ 16669 w 33241"/>
                        <a:gd name="connsiteY6" fmla="*/ 15191 h 27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41" h="27478">
                          <a:moveTo>
                            <a:pt x="16669" y="15191"/>
                          </a:moveTo>
                          <a:cubicBezTo>
                            <a:pt x="22003" y="17192"/>
                            <a:pt x="24765" y="21954"/>
                            <a:pt x="24575" y="27479"/>
                          </a:cubicBezTo>
                          <a:cubicBezTo>
                            <a:pt x="27051" y="25669"/>
                            <a:pt x="29146" y="23478"/>
                            <a:pt x="30766" y="20716"/>
                          </a:cubicBezTo>
                          <a:cubicBezTo>
                            <a:pt x="35528" y="12429"/>
                            <a:pt x="33242" y="3666"/>
                            <a:pt x="25432" y="904"/>
                          </a:cubicBezTo>
                          <a:cubicBezTo>
                            <a:pt x="17717" y="-1858"/>
                            <a:pt x="7525" y="1856"/>
                            <a:pt x="2476" y="10048"/>
                          </a:cubicBezTo>
                          <a:cubicBezTo>
                            <a:pt x="857" y="12620"/>
                            <a:pt x="0" y="15382"/>
                            <a:pt x="0" y="17954"/>
                          </a:cubicBezTo>
                          <a:cubicBezTo>
                            <a:pt x="4953" y="14429"/>
                            <a:pt x="11335" y="13191"/>
                            <a:pt x="16669" y="151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16" name="Forme libre : forme 12815">
                      <a:extLst>
                        <a:ext uri="{FF2B5EF4-FFF2-40B4-BE49-F238E27FC236}">
                          <a16:creationId xmlns:a16="http://schemas.microsoft.com/office/drawing/2014/main" id="{65C206AF-B98E-48D4-8BA9-02FF556C1E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0277" y="3908677"/>
                      <a:ext cx="13976" cy="15018"/>
                    </a:xfrm>
                    <a:custGeom>
                      <a:avLst/>
                      <a:gdLst>
                        <a:gd name="connsiteX0" fmla="*/ 35 w 13976"/>
                        <a:gd name="connsiteY0" fmla="*/ 8129 h 15018"/>
                        <a:gd name="connsiteX1" fmla="*/ 7750 w 13976"/>
                        <a:gd name="connsiteY1" fmla="*/ 33 h 15018"/>
                        <a:gd name="connsiteX2" fmla="*/ 13942 w 13976"/>
                        <a:gd name="connsiteY2" fmla="*/ 6796 h 15018"/>
                        <a:gd name="connsiteX3" fmla="*/ 6322 w 13976"/>
                        <a:gd name="connsiteY3" fmla="*/ 14987 h 15018"/>
                        <a:gd name="connsiteX4" fmla="*/ 35 w 13976"/>
                        <a:gd name="connsiteY4" fmla="*/ 8129 h 15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76" h="15018">
                          <a:moveTo>
                            <a:pt x="35" y="8129"/>
                          </a:moveTo>
                          <a:cubicBezTo>
                            <a:pt x="416" y="4034"/>
                            <a:pt x="3940" y="319"/>
                            <a:pt x="7750" y="33"/>
                          </a:cubicBezTo>
                          <a:cubicBezTo>
                            <a:pt x="11560" y="-348"/>
                            <a:pt x="14323" y="2605"/>
                            <a:pt x="13942" y="6796"/>
                          </a:cubicBezTo>
                          <a:cubicBezTo>
                            <a:pt x="13561" y="10892"/>
                            <a:pt x="10132" y="14606"/>
                            <a:pt x="6322" y="14987"/>
                          </a:cubicBezTo>
                          <a:cubicBezTo>
                            <a:pt x="2416" y="15368"/>
                            <a:pt x="-346" y="12225"/>
                            <a:pt x="35" y="812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17" name="Forme libre : forme 12816">
                      <a:extLst>
                        <a:ext uri="{FF2B5EF4-FFF2-40B4-BE49-F238E27FC236}">
                          <a16:creationId xmlns:a16="http://schemas.microsoft.com/office/drawing/2014/main" id="{3458C955-40D9-4102-9DC7-650FB176A0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6496" y="3919130"/>
                      <a:ext cx="5539" cy="5203"/>
                    </a:xfrm>
                    <a:custGeom>
                      <a:avLst/>
                      <a:gdLst>
                        <a:gd name="connsiteX0" fmla="*/ 388 w 5539"/>
                        <a:gd name="connsiteY0" fmla="*/ 1677 h 5203"/>
                        <a:gd name="connsiteX1" fmla="*/ 4198 w 5539"/>
                        <a:gd name="connsiteY1" fmla="*/ 154 h 5203"/>
                        <a:gd name="connsiteX2" fmla="*/ 5151 w 5539"/>
                        <a:gd name="connsiteY2" fmla="*/ 3487 h 5203"/>
                        <a:gd name="connsiteX3" fmla="*/ 1341 w 5539"/>
                        <a:gd name="connsiteY3" fmla="*/ 5011 h 5203"/>
                        <a:gd name="connsiteX4" fmla="*/ 388 w 5539"/>
                        <a:gd name="connsiteY4" fmla="*/ 1677 h 5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9" h="5203">
                          <a:moveTo>
                            <a:pt x="388" y="1677"/>
                          </a:moveTo>
                          <a:cubicBezTo>
                            <a:pt x="1150" y="344"/>
                            <a:pt x="2865" y="-323"/>
                            <a:pt x="4198" y="154"/>
                          </a:cubicBezTo>
                          <a:cubicBezTo>
                            <a:pt x="5532" y="630"/>
                            <a:pt x="5913" y="2154"/>
                            <a:pt x="5151" y="3487"/>
                          </a:cubicBezTo>
                          <a:cubicBezTo>
                            <a:pt x="4389" y="4821"/>
                            <a:pt x="2674" y="5583"/>
                            <a:pt x="1341" y="5011"/>
                          </a:cubicBezTo>
                          <a:cubicBezTo>
                            <a:pt x="7" y="4535"/>
                            <a:pt x="-374" y="3011"/>
                            <a:pt x="388" y="16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818" name="Graphique 5">
                  <a:extLst>
                    <a:ext uri="{FF2B5EF4-FFF2-40B4-BE49-F238E27FC236}">
                      <a16:creationId xmlns:a16="http://schemas.microsoft.com/office/drawing/2014/main" id="{20CF2D4D-6675-498C-89A8-6FBBACFA5772}"/>
                    </a:ext>
                  </a:extLst>
                </p:cNvPr>
                <p:cNvGrpSpPr/>
                <p:nvPr/>
              </p:nvGrpSpPr>
              <p:grpSpPr>
                <a:xfrm>
                  <a:off x="2670924" y="3825868"/>
                  <a:ext cx="96683" cy="42308"/>
                  <a:chOff x="2670924" y="3825868"/>
                  <a:chExt cx="96683" cy="42308"/>
                </a:xfrm>
                <a:solidFill>
                  <a:schemeClr val="accent1"/>
                </a:solidFill>
              </p:grpSpPr>
              <p:grpSp>
                <p:nvGrpSpPr>
                  <p:cNvPr id="12819" name="Graphique 5">
                    <a:extLst>
                      <a:ext uri="{FF2B5EF4-FFF2-40B4-BE49-F238E27FC236}">
                        <a16:creationId xmlns:a16="http://schemas.microsoft.com/office/drawing/2014/main" id="{34B3D048-7726-4C8B-8777-8B6FBCCF0F00}"/>
                      </a:ext>
                    </a:extLst>
                  </p:cNvPr>
                  <p:cNvGrpSpPr/>
                  <p:nvPr/>
                </p:nvGrpSpPr>
                <p:grpSpPr>
                  <a:xfrm>
                    <a:off x="2735423" y="3825868"/>
                    <a:ext cx="32185" cy="28785"/>
                    <a:chOff x="2735423" y="3825868"/>
                    <a:chExt cx="32185" cy="28785"/>
                  </a:xfrm>
                  <a:solidFill>
                    <a:schemeClr val="accent1"/>
                  </a:solidFill>
                </p:grpSpPr>
                <p:sp>
                  <p:nvSpPr>
                    <p:cNvPr id="12820" name="Forme libre : forme 12819">
                      <a:extLst>
                        <a:ext uri="{FF2B5EF4-FFF2-40B4-BE49-F238E27FC236}">
                          <a16:creationId xmlns:a16="http://schemas.microsoft.com/office/drawing/2014/main" id="{5D334BC0-7F7F-405B-A13F-901A72EF07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5451" y="3825868"/>
                      <a:ext cx="32156" cy="28785"/>
                    </a:xfrm>
                    <a:custGeom>
                      <a:avLst/>
                      <a:gdLst>
                        <a:gd name="connsiteX0" fmla="*/ 6394 w 32156"/>
                        <a:gd name="connsiteY0" fmla="*/ 28074 h 28785"/>
                        <a:gd name="connsiteX1" fmla="*/ 3346 w 32156"/>
                        <a:gd name="connsiteY1" fmla="*/ 9786 h 28785"/>
                        <a:gd name="connsiteX2" fmla="*/ 26110 w 32156"/>
                        <a:gd name="connsiteY2" fmla="*/ 642 h 28785"/>
                        <a:gd name="connsiteX3" fmla="*/ 28777 w 32156"/>
                        <a:gd name="connsiteY3" fmla="*/ 18453 h 28785"/>
                        <a:gd name="connsiteX4" fmla="*/ 6394 w 32156"/>
                        <a:gd name="connsiteY4" fmla="*/ 28074 h 28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156" h="28785">
                          <a:moveTo>
                            <a:pt x="6394" y="28074"/>
                          </a:moveTo>
                          <a:cubicBezTo>
                            <a:pt x="-655" y="25502"/>
                            <a:pt x="-2179" y="17215"/>
                            <a:pt x="3346" y="9786"/>
                          </a:cubicBezTo>
                          <a:cubicBezTo>
                            <a:pt x="8870" y="2356"/>
                            <a:pt x="19157" y="-1644"/>
                            <a:pt x="26110" y="642"/>
                          </a:cubicBezTo>
                          <a:cubicBezTo>
                            <a:pt x="33064" y="2928"/>
                            <a:pt x="34111" y="10738"/>
                            <a:pt x="28777" y="18453"/>
                          </a:cubicBezTo>
                          <a:cubicBezTo>
                            <a:pt x="23634" y="25978"/>
                            <a:pt x="13442" y="30645"/>
                            <a:pt x="6394" y="2807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21" name="Forme libre : forme 12820">
                      <a:extLst>
                        <a:ext uri="{FF2B5EF4-FFF2-40B4-BE49-F238E27FC236}">
                          <a16:creationId xmlns:a16="http://schemas.microsoft.com/office/drawing/2014/main" id="{45C32C60-9B24-4ADE-B77C-B3A5779013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5423" y="3825868"/>
                      <a:ext cx="30996" cy="28745"/>
                    </a:xfrm>
                    <a:custGeom>
                      <a:avLst/>
                      <a:gdLst>
                        <a:gd name="connsiteX0" fmla="*/ 15852 w 30996"/>
                        <a:gd name="connsiteY0" fmla="*/ 14262 h 28745"/>
                        <a:gd name="connsiteX1" fmla="*/ 30997 w 30996"/>
                        <a:gd name="connsiteY1" fmla="*/ 4547 h 28745"/>
                        <a:gd name="connsiteX2" fmla="*/ 26139 w 30996"/>
                        <a:gd name="connsiteY2" fmla="*/ 642 h 28745"/>
                        <a:gd name="connsiteX3" fmla="*/ 3374 w 30996"/>
                        <a:gd name="connsiteY3" fmla="*/ 9786 h 28745"/>
                        <a:gd name="connsiteX4" fmla="*/ 6422 w 30996"/>
                        <a:gd name="connsiteY4" fmla="*/ 28074 h 28745"/>
                        <a:gd name="connsiteX5" fmla="*/ 13852 w 30996"/>
                        <a:gd name="connsiteY5" fmla="*/ 28455 h 28745"/>
                        <a:gd name="connsiteX6" fmla="*/ 15852 w 30996"/>
                        <a:gd name="connsiteY6" fmla="*/ 14262 h 28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996" h="28745">
                          <a:moveTo>
                            <a:pt x="15852" y="14262"/>
                          </a:moveTo>
                          <a:cubicBezTo>
                            <a:pt x="19567" y="9119"/>
                            <a:pt x="25472" y="5595"/>
                            <a:pt x="30997" y="4547"/>
                          </a:cubicBezTo>
                          <a:cubicBezTo>
                            <a:pt x="30044" y="2833"/>
                            <a:pt x="28425" y="1404"/>
                            <a:pt x="26139" y="642"/>
                          </a:cubicBezTo>
                          <a:cubicBezTo>
                            <a:pt x="19186" y="-1644"/>
                            <a:pt x="8899" y="2356"/>
                            <a:pt x="3374" y="9786"/>
                          </a:cubicBezTo>
                          <a:cubicBezTo>
                            <a:pt x="-2150" y="17215"/>
                            <a:pt x="-722" y="25502"/>
                            <a:pt x="6422" y="28074"/>
                          </a:cubicBezTo>
                          <a:cubicBezTo>
                            <a:pt x="8708" y="28836"/>
                            <a:pt x="11185" y="28931"/>
                            <a:pt x="13852" y="28455"/>
                          </a:cubicBezTo>
                          <a:cubicBezTo>
                            <a:pt x="11661" y="24645"/>
                            <a:pt x="12232" y="19311"/>
                            <a:pt x="15852" y="1426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22" name="Forme libre : forme 12821">
                      <a:extLst>
                        <a:ext uri="{FF2B5EF4-FFF2-40B4-BE49-F238E27FC236}">
                          <a16:creationId xmlns:a16="http://schemas.microsoft.com/office/drawing/2014/main" id="{B9C3077D-6E46-4EEF-AF47-EF8521D2C8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2317" y="3840132"/>
                      <a:ext cx="15370" cy="12087"/>
                    </a:xfrm>
                    <a:custGeom>
                      <a:avLst/>
                      <a:gdLst>
                        <a:gd name="connsiteX0" fmla="*/ 6386 w 15370"/>
                        <a:gd name="connsiteY0" fmla="*/ 12000 h 12087"/>
                        <a:gd name="connsiteX1" fmla="*/ 99 w 15370"/>
                        <a:gd name="connsiteY1" fmla="*/ 7047 h 12087"/>
                        <a:gd name="connsiteX2" fmla="*/ 9053 w 15370"/>
                        <a:gd name="connsiteY2" fmla="*/ 94 h 12087"/>
                        <a:gd name="connsiteX3" fmla="*/ 15244 w 15370"/>
                        <a:gd name="connsiteY3" fmla="*/ 4952 h 12087"/>
                        <a:gd name="connsiteX4" fmla="*/ 6386 w 15370"/>
                        <a:gd name="connsiteY4" fmla="*/ 12000 h 12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70" h="12087">
                          <a:moveTo>
                            <a:pt x="6386" y="12000"/>
                          </a:moveTo>
                          <a:cubicBezTo>
                            <a:pt x="2195" y="12571"/>
                            <a:pt x="-568" y="10285"/>
                            <a:pt x="99" y="7047"/>
                          </a:cubicBezTo>
                          <a:cubicBezTo>
                            <a:pt x="861" y="3713"/>
                            <a:pt x="4862" y="665"/>
                            <a:pt x="9053" y="94"/>
                          </a:cubicBezTo>
                          <a:cubicBezTo>
                            <a:pt x="13244" y="-478"/>
                            <a:pt x="16006" y="1618"/>
                            <a:pt x="15244" y="4952"/>
                          </a:cubicBezTo>
                          <a:cubicBezTo>
                            <a:pt x="14482" y="8190"/>
                            <a:pt x="10481" y="11428"/>
                            <a:pt x="6386" y="1200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23" name="Forme libre : forme 12822">
                      <a:extLst>
                        <a:ext uri="{FF2B5EF4-FFF2-40B4-BE49-F238E27FC236}">
                          <a16:creationId xmlns:a16="http://schemas.microsoft.com/office/drawing/2014/main" id="{9C3155DB-E32A-44ED-A291-52C9D039A2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3695" y="3840786"/>
                      <a:ext cx="5256" cy="4690"/>
                    </a:xfrm>
                    <a:custGeom>
                      <a:avLst/>
                      <a:gdLst>
                        <a:gd name="connsiteX0" fmla="*/ 1009 w 5256"/>
                        <a:gd name="connsiteY0" fmla="*/ 4584 h 4690"/>
                        <a:gd name="connsiteX1" fmla="*/ 533 w 5256"/>
                        <a:gd name="connsiteY1" fmla="*/ 1631 h 4690"/>
                        <a:gd name="connsiteX2" fmla="*/ 4247 w 5256"/>
                        <a:gd name="connsiteY2" fmla="*/ 107 h 4690"/>
                        <a:gd name="connsiteX3" fmla="*/ 4724 w 5256"/>
                        <a:gd name="connsiteY3" fmla="*/ 3060 h 4690"/>
                        <a:gd name="connsiteX4" fmla="*/ 1009 w 5256"/>
                        <a:gd name="connsiteY4" fmla="*/ 4584 h 4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56" h="4690">
                          <a:moveTo>
                            <a:pt x="1009" y="4584"/>
                          </a:moveTo>
                          <a:cubicBezTo>
                            <a:pt x="-134" y="4203"/>
                            <a:pt x="-325" y="2869"/>
                            <a:pt x="533" y="1631"/>
                          </a:cubicBezTo>
                          <a:cubicBezTo>
                            <a:pt x="1390" y="393"/>
                            <a:pt x="3105" y="-274"/>
                            <a:pt x="4247" y="107"/>
                          </a:cubicBezTo>
                          <a:cubicBezTo>
                            <a:pt x="5391" y="488"/>
                            <a:pt x="5581" y="1821"/>
                            <a:pt x="4724" y="3060"/>
                          </a:cubicBezTo>
                          <a:cubicBezTo>
                            <a:pt x="3771" y="4298"/>
                            <a:pt x="2152" y="4965"/>
                            <a:pt x="1009" y="45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824" name="Graphique 5">
                    <a:extLst>
                      <a:ext uri="{FF2B5EF4-FFF2-40B4-BE49-F238E27FC236}">
                        <a16:creationId xmlns:a16="http://schemas.microsoft.com/office/drawing/2014/main" id="{157E0E44-166D-467F-B5BD-E27D38C76772}"/>
                      </a:ext>
                    </a:extLst>
                  </p:cNvPr>
                  <p:cNvGrpSpPr/>
                  <p:nvPr/>
                </p:nvGrpSpPr>
                <p:grpSpPr>
                  <a:xfrm>
                    <a:off x="2703702" y="3828049"/>
                    <a:ext cx="32777" cy="29127"/>
                    <a:chOff x="2703702" y="3828049"/>
                    <a:chExt cx="32777" cy="29127"/>
                  </a:xfrm>
                  <a:solidFill>
                    <a:schemeClr val="accent1"/>
                  </a:solidFill>
                </p:grpSpPr>
                <p:sp>
                  <p:nvSpPr>
                    <p:cNvPr id="12825" name="Forme libre : forme 12824">
                      <a:extLst>
                        <a:ext uri="{FF2B5EF4-FFF2-40B4-BE49-F238E27FC236}">
                          <a16:creationId xmlns:a16="http://schemas.microsoft.com/office/drawing/2014/main" id="{F3BDC7DA-BA39-4A59-97F9-EAE75F288D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3702" y="3828049"/>
                      <a:ext cx="32777" cy="29091"/>
                    </a:xfrm>
                    <a:custGeom>
                      <a:avLst/>
                      <a:gdLst>
                        <a:gd name="connsiteX0" fmla="*/ 6520 w 32777"/>
                        <a:gd name="connsiteY0" fmla="*/ 28179 h 29091"/>
                        <a:gd name="connsiteX1" fmla="*/ 3567 w 32777"/>
                        <a:gd name="connsiteY1" fmla="*/ 9129 h 29091"/>
                        <a:gd name="connsiteX2" fmla="*/ 26617 w 32777"/>
                        <a:gd name="connsiteY2" fmla="*/ 937 h 29091"/>
                        <a:gd name="connsiteX3" fmla="*/ 29475 w 32777"/>
                        <a:gd name="connsiteY3" fmla="*/ 19320 h 29091"/>
                        <a:gd name="connsiteX4" fmla="*/ 6520 w 32777"/>
                        <a:gd name="connsiteY4" fmla="*/ 28179 h 29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777" h="29091">
                          <a:moveTo>
                            <a:pt x="6520" y="28179"/>
                          </a:moveTo>
                          <a:cubicBezTo>
                            <a:pt x="-1005" y="25417"/>
                            <a:pt x="-2053" y="16558"/>
                            <a:pt x="3567" y="9129"/>
                          </a:cubicBezTo>
                          <a:cubicBezTo>
                            <a:pt x="9282" y="1699"/>
                            <a:pt x="19759" y="-1825"/>
                            <a:pt x="26617" y="937"/>
                          </a:cubicBezTo>
                          <a:cubicBezTo>
                            <a:pt x="33285" y="3890"/>
                            <a:pt x="34999" y="11605"/>
                            <a:pt x="29475" y="19320"/>
                          </a:cubicBezTo>
                          <a:cubicBezTo>
                            <a:pt x="24046" y="26941"/>
                            <a:pt x="13949" y="31036"/>
                            <a:pt x="6520" y="2817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26" name="Forme libre : forme 12825">
                      <a:extLst>
                        <a:ext uri="{FF2B5EF4-FFF2-40B4-BE49-F238E27FC236}">
                          <a16:creationId xmlns:a16="http://schemas.microsoft.com/office/drawing/2014/main" id="{33C4BBC0-4541-4FEE-BB58-368F025C8B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3728" y="3828144"/>
                      <a:ext cx="31544" cy="29032"/>
                    </a:xfrm>
                    <a:custGeom>
                      <a:avLst/>
                      <a:gdLst>
                        <a:gd name="connsiteX0" fmla="*/ 16019 w 31544"/>
                        <a:gd name="connsiteY0" fmla="*/ 14463 h 29032"/>
                        <a:gd name="connsiteX1" fmla="*/ 31545 w 31544"/>
                        <a:gd name="connsiteY1" fmla="*/ 5223 h 29032"/>
                        <a:gd name="connsiteX2" fmla="*/ 26687 w 31544"/>
                        <a:gd name="connsiteY2" fmla="*/ 937 h 29032"/>
                        <a:gd name="connsiteX3" fmla="*/ 3637 w 31544"/>
                        <a:gd name="connsiteY3" fmla="*/ 9129 h 29032"/>
                        <a:gd name="connsiteX4" fmla="*/ 6589 w 31544"/>
                        <a:gd name="connsiteY4" fmla="*/ 28179 h 29032"/>
                        <a:gd name="connsiteX5" fmla="*/ 14209 w 31544"/>
                        <a:gd name="connsiteY5" fmla="*/ 28845 h 29032"/>
                        <a:gd name="connsiteX6" fmla="*/ 16019 w 31544"/>
                        <a:gd name="connsiteY6" fmla="*/ 14463 h 290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544" h="29032">
                          <a:moveTo>
                            <a:pt x="16019" y="14463"/>
                          </a:moveTo>
                          <a:cubicBezTo>
                            <a:pt x="19829" y="9319"/>
                            <a:pt x="25830" y="6081"/>
                            <a:pt x="31545" y="5223"/>
                          </a:cubicBezTo>
                          <a:cubicBezTo>
                            <a:pt x="30402" y="3414"/>
                            <a:pt x="28973" y="1795"/>
                            <a:pt x="26687" y="937"/>
                          </a:cubicBezTo>
                          <a:cubicBezTo>
                            <a:pt x="19829" y="-1825"/>
                            <a:pt x="9352" y="1699"/>
                            <a:pt x="3637" y="9129"/>
                          </a:cubicBezTo>
                          <a:cubicBezTo>
                            <a:pt x="-2078" y="16558"/>
                            <a:pt x="-1031" y="25416"/>
                            <a:pt x="6589" y="28179"/>
                          </a:cubicBezTo>
                          <a:cubicBezTo>
                            <a:pt x="8971" y="29036"/>
                            <a:pt x="11542" y="29227"/>
                            <a:pt x="14209" y="28845"/>
                          </a:cubicBezTo>
                          <a:cubicBezTo>
                            <a:pt x="11923" y="24845"/>
                            <a:pt x="12304" y="19416"/>
                            <a:pt x="16019" y="1446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27" name="Forme libre : forme 12826">
                      <a:extLst>
                        <a:ext uri="{FF2B5EF4-FFF2-40B4-BE49-F238E27FC236}">
                          <a16:creationId xmlns:a16="http://schemas.microsoft.com/office/drawing/2014/main" id="{2157B8EA-BECD-44A6-822A-807A7E7644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10604" y="3842564"/>
                      <a:ext cx="15739" cy="12198"/>
                    </a:xfrm>
                    <a:custGeom>
                      <a:avLst/>
                      <a:gdLst>
                        <a:gd name="connsiteX0" fmla="*/ 6666 w 15739"/>
                        <a:gd name="connsiteY0" fmla="*/ 12140 h 12198"/>
                        <a:gd name="connsiteX1" fmla="*/ 94 w 15739"/>
                        <a:gd name="connsiteY1" fmla="*/ 6806 h 12198"/>
                        <a:gd name="connsiteX2" fmla="*/ 9143 w 15739"/>
                        <a:gd name="connsiteY2" fmla="*/ 43 h 12198"/>
                        <a:gd name="connsiteX3" fmla="*/ 15620 w 15739"/>
                        <a:gd name="connsiteY3" fmla="*/ 5187 h 12198"/>
                        <a:gd name="connsiteX4" fmla="*/ 6666 w 15739"/>
                        <a:gd name="connsiteY4" fmla="*/ 12140 h 12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39" h="12198">
                          <a:moveTo>
                            <a:pt x="6666" y="12140"/>
                          </a:moveTo>
                          <a:cubicBezTo>
                            <a:pt x="2380" y="12616"/>
                            <a:pt x="-573" y="10139"/>
                            <a:pt x="94" y="6806"/>
                          </a:cubicBezTo>
                          <a:cubicBezTo>
                            <a:pt x="761" y="3472"/>
                            <a:pt x="4952" y="424"/>
                            <a:pt x="9143" y="43"/>
                          </a:cubicBezTo>
                          <a:cubicBezTo>
                            <a:pt x="13429" y="-338"/>
                            <a:pt x="16382" y="1853"/>
                            <a:pt x="15620" y="5187"/>
                          </a:cubicBezTo>
                          <a:cubicBezTo>
                            <a:pt x="14953" y="8615"/>
                            <a:pt x="10952" y="11663"/>
                            <a:pt x="6666" y="121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28" name="Forme libre : forme 12827">
                      <a:extLst>
                        <a:ext uri="{FF2B5EF4-FFF2-40B4-BE49-F238E27FC236}">
                          <a16:creationId xmlns:a16="http://schemas.microsoft.com/office/drawing/2014/main" id="{A557FA96-ACF8-44B9-9401-ED42035C59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2269" y="3843500"/>
                      <a:ext cx="5433" cy="4738"/>
                    </a:xfrm>
                    <a:custGeom>
                      <a:avLst/>
                      <a:gdLst>
                        <a:gd name="connsiteX0" fmla="*/ 1098 w 5433"/>
                        <a:gd name="connsiteY0" fmla="*/ 4631 h 4738"/>
                        <a:gd name="connsiteX1" fmla="*/ 526 w 5433"/>
                        <a:gd name="connsiteY1" fmla="*/ 1583 h 4738"/>
                        <a:gd name="connsiteX2" fmla="*/ 4336 w 5433"/>
                        <a:gd name="connsiteY2" fmla="*/ 155 h 4738"/>
                        <a:gd name="connsiteX3" fmla="*/ 4908 w 5433"/>
                        <a:gd name="connsiteY3" fmla="*/ 3202 h 4738"/>
                        <a:gd name="connsiteX4" fmla="*/ 1098 w 5433"/>
                        <a:gd name="connsiteY4" fmla="*/ 4631 h 47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33" h="4738">
                          <a:moveTo>
                            <a:pt x="1098" y="4631"/>
                          </a:moveTo>
                          <a:cubicBezTo>
                            <a:pt x="-141" y="4155"/>
                            <a:pt x="-331" y="2822"/>
                            <a:pt x="526" y="1583"/>
                          </a:cubicBezTo>
                          <a:cubicBezTo>
                            <a:pt x="1383" y="345"/>
                            <a:pt x="3098" y="-322"/>
                            <a:pt x="4336" y="155"/>
                          </a:cubicBezTo>
                          <a:cubicBezTo>
                            <a:pt x="5574" y="631"/>
                            <a:pt x="5765" y="1964"/>
                            <a:pt x="4908" y="3202"/>
                          </a:cubicBezTo>
                          <a:cubicBezTo>
                            <a:pt x="4050" y="4346"/>
                            <a:pt x="2336" y="5012"/>
                            <a:pt x="1098" y="46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829" name="Graphique 5">
                    <a:extLst>
                      <a:ext uri="{FF2B5EF4-FFF2-40B4-BE49-F238E27FC236}">
                        <a16:creationId xmlns:a16="http://schemas.microsoft.com/office/drawing/2014/main" id="{9149B7D7-B794-45F1-A101-3184E8391892}"/>
                      </a:ext>
                    </a:extLst>
                  </p:cNvPr>
                  <p:cNvGrpSpPr/>
                  <p:nvPr/>
                </p:nvGrpSpPr>
                <p:grpSpPr>
                  <a:xfrm>
                    <a:off x="2670924" y="3838188"/>
                    <a:ext cx="33222" cy="29988"/>
                    <a:chOff x="2670924" y="3838188"/>
                    <a:chExt cx="33222" cy="29988"/>
                  </a:xfrm>
                  <a:solidFill>
                    <a:schemeClr val="accent1"/>
                  </a:solidFill>
                </p:grpSpPr>
                <p:sp>
                  <p:nvSpPr>
                    <p:cNvPr id="12830" name="Forme libre : forme 12829">
                      <a:extLst>
                        <a:ext uri="{FF2B5EF4-FFF2-40B4-BE49-F238E27FC236}">
                          <a16:creationId xmlns:a16="http://schemas.microsoft.com/office/drawing/2014/main" id="{4067645A-1A97-4621-BC59-49C2B3AFC4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0990" y="3838283"/>
                      <a:ext cx="33155" cy="29893"/>
                    </a:xfrm>
                    <a:custGeom>
                      <a:avLst/>
                      <a:gdLst>
                        <a:gd name="connsiteX0" fmla="*/ 6561 w 33155"/>
                        <a:gd name="connsiteY0" fmla="*/ 28708 h 29893"/>
                        <a:gd name="connsiteX1" fmla="*/ 3513 w 33155"/>
                        <a:gd name="connsiteY1" fmla="*/ 8801 h 29893"/>
                        <a:gd name="connsiteX2" fmla="*/ 26944 w 33155"/>
                        <a:gd name="connsiteY2" fmla="*/ 1181 h 29893"/>
                        <a:gd name="connsiteX3" fmla="*/ 29802 w 33155"/>
                        <a:gd name="connsiteY3" fmla="*/ 20516 h 29893"/>
                        <a:gd name="connsiteX4" fmla="*/ 6561 w 33155"/>
                        <a:gd name="connsiteY4" fmla="*/ 28708 h 29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155" h="29893">
                          <a:moveTo>
                            <a:pt x="6561" y="28708"/>
                          </a:moveTo>
                          <a:cubicBezTo>
                            <a:pt x="-774" y="25279"/>
                            <a:pt x="-2202" y="16230"/>
                            <a:pt x="3513" y="8801"/>
                          </a:cubicBezTo>
                          <a:cubicBezTo>
                            <a:pt x="9228" y="1371"/>
                            <a:pt x="19800" y="-1963"/>
                            <a:pt x="26944" y="1181"/>
                          </a:cubicBezTo>
                          <a:cubicBezTo>
                            <a:pt x="34183" y="4228"/>
                            <a:pt x="35040" y="12992"/>
                            <a:pt x="29802" y="20516"/>
                          </a:cubicBezTo>
                          <a:cubicBezTo>
                            <a:pt x="24468" y="28041"/>
                            <a:pt x="13895" y="32042"/>
                            <a:pt x="6561" y="2870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31" name="Forme libre : forme 12830">
                      <a:extLst>
                        <a:ext uri="{FF2B5EF4-FFF2-40B4-BE49-F238E27FC236}">
                          <a16:creationId xmlns:a16="http://schemas.microsoft.com/office/drawing/2014/main" id="{3F184716-BDF0-4CBE-BB0B-2453F203AC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0924" y="3838188"/>
                      <a:ext cx="31963" cy="29873"/>
                    </a:xfrm>
                    <a:custGeom>
                      <a:avLst/>
                      <a:gdLst>
                        <a:gd name="connsiteX0" fmla="*/ 16343 w 31963"/>
                        <a:gd name="connsiteY0" fmla="*/ 14801 h 29873"/>
                        <a:gd name="connsiteX1" fmla="*/ 31964 w 31963"/>
                        <a:gd name="connsiteY1" fmla="*/ 5848 h 29873"/>
                        <a:gd name="connsiteX2" fmla="*/ 26915 w 31963"/>
                        <a:gd name="connsiteY2" fmla="*/ 1181 h 29873"/>
                        <a:gd name="connsiteX3" fmla="*/ 3484 w 31963"/>
                        <a:gd name="connsiteY3" fmla="*/ 8800 h 29873"/>
                        <a:gd name="connsiteX4" fmla="*/ 6532 w 31963"/>
                        <a:gd name="connsiteY4" fmla="*/ 28708 h 29873"/>
                        <a:gd name="connsiteX5" fmla="*/ 14247 w 31963"/>
                        <a:gd name="connsiteY5" fmla="*/ 29756 h 29873"/>
                        <a:gd name="connsiteX6" fmla="*/ 16343 w 31963"/>
                        <a:gd name="connsiteY6" fmla="*/ 14801 h 298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963" h="29873">
                          <a:moveTo>
                            <a:pt x="16343" y="14801"/>
                          </a:moveTo>
                          <a:cubicBezTo>
                            <a:pt x="20153" y="9658"/>
                            <a:pt x="26249" y="6419"/>
                            <a:pt x="31964" y="5848"/>
                          </a:cubicBezTo>
                          <a:cubicBezTo>
                            <a:pt x="30916" y="3848"/>
                            <a:pt x="29297" y="2228"/>
                            <a:pt x="26915" y="1181"/>
                          </a:cubicBezTo>
                          <a:cubicBezTo>
                            <a:pt x="19772" y="-1963"/>
                            <a:pt x="9199" y="1371"/>
                            <a:pt x="3484" y="8800"/>
                          </a:cubicBezTo>
                          <a:cubicBezTo>
                            <a:pt x="-2231" y="16230"/>
                            <a:pt x="-707" y="25374"/>
                            <a:pt x="6532" y="28708"/>
                          </a:cubicBezTo>
                          <a:cubicBezTo>
                            <a:pt x="8818" y="29851"/>
                            <a:pt x="11485" y="30041"/>
                            <a:pt x="14247" y="29756"/>
                          </a:cubicBezTo>
                          <a:cubicBezTo>
                            <a:pt x="11961" y="25755"/>
                            <a:pt x="12628" y="19945"/>
                            <a:pt x="16343" y="1480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32" name="Forme libre : forme 12831">
                      <a:extLst>
                        <a:ext uri="{FF2B5EF4-FFF2-40B4-BE49-F238E27FC236}">
                          <a16:creationId xmlns:a16="http://schemas.microsoft.com/office/drawing/2014/main" id="{F8F700BB-68D0-4271-8C85-2325DC7E90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8003" y="3853075"/>
                      <a:ext cx="15768" cy="12592"/>
                    </a:xfrm>
                    <a:custGeom>
                      <a:avLst/>
                      <a:gdLst>
                        <a:gd name="connsiteX0" fmla="*/ 6597 w 15768"/>
                        <a:gd name="connsiteY0" fmla="*/ 12583 h 12592"/>
                        <a:gd name="connsiteX1" fmla="*/ 120 w 15768"/>
                        <a:gd name="connsiteY1" fmla="*/ 6582 h 12592"/>
                        <a:gd name="connsiteX2" fmla="*/ 9264 w 15768"/>
                        <a:gd name="connsiteY2" fmla="*/ 10 h 12592"/>
                        <a:gd name="connsiteX3" fmla="*/ 15646 w 15768"/>
                        <a:gd name="connsiteY3" fmla="*/ 5820 h 12592"/>
                        <a:gd name="connsiteX4" fmla="*/ 6597 w 15768"/>
                        <a:gd name="connsiteY4" fmla="*/ 12583 h 12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68" h="12592">
                          <a:moveTo>
                            <a:pt x="6597" y="12583"/>
                          </a:moveTo>
                          <a:cubicBezTo>
                            <a:pt x="2311" y="12773"/>
                            <a:pt x="-642" y="10106"/>
                            <a:pt x="120" y="6582"/>
                          </a:cubicBezTo>
                          <a:cubicBezTo>
                            <a:pt x="882" y="3058"/>
                            <a:pt x="4978" y="200"/>
                            <a:pt x="9264" y="10"/>
                          </a:cubicBezTo>
                          <a:cubicBezTo>
                            <a:pt x="13550" y="-180"/>
                            <a:pt x="16408" y="2391"/>
                            <a:pt x="15646" y="5820"/>
                          </a:cubicBezTo>
                          <a:cubicBezTo>
                            <a:pt x="14979" y="9249"/>
                            <a:pt x="10978" y="12297"/>
                            <a:pt x="6597" y="1258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33" name="Forme libre : forme 12832">
                      <a:extLst>
                        <a:ext uri="{FF2B5EF4-FFF2-40B4-BE49-F238E27FC236}">
                          <a16:creationId xmlns:a16="http://schemas.microsoft.com/office/drawing/2014/main" id="{DA2D9094-EE3A-4B24-BED8-A17015FDD9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9741" y="3854346"/>
                      <a:ext cx="5432" cy="4906"/>
                    </a:xfrm>
                    <a:custGeom>
                      <a:avLst/>
                      <a:gdLst>
                        <a:gd name="connsiteX0" fmla="*/ 1050 w 5432"/>
                        <a:gd name="connsiteY0" fmla="*/ 4739 h 4906"/>
                        <a:gd name="connsiteX1" fmla="*/ 573 w 5432"/>
                        <a:gd name="connsiteY1" fmla="*/ 1501 h 4906"/>
                        <a:gd name="connsiteX2" fmla="*/ 4383 w 5432"/>
                        <a:gd name="connsiteY2" fmla="*/ 167 h 4906"/>
                        <a:gd name="connsiteX3" fmla="*/ 4860 w 5432"/>
                        <a:gd name="connsiteY3" fmla="*/ 3406 h 4906"/>
                        <a:gd name="connsiteX4" fmla="*/ 1050 w 5432"/>
                        <a:gd name="connsiteY4" fmla="*/ 4739 h 4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32" h="4906">
                          <a:moveTo>
                            <a:pt x="1050" y="4739"/>
                          </a:moveTo>
                          <a:cubicBezTo>
                            <a:pt x="-93" y="4168"/>
                            <a:pt x="-379" y="2739"/>
                            <a:pt x="573" y="1501"/>
                          </a:cubicBezTo>
                          <a:cubicBezTo>
                            <a:pt x="1526" y="262"/>
                            <a:pt x="3240" y="-309"/>
                            <a:pt x="4383" y="167"/>
                          </a:cubicBezTo>
                          <a:cubicBezTo>
                            <a:pt x="5526" y="739"/>
                            <a:pt x="5812" y="2167"/>
                            <a:pt x="4860" y="3406"/>
                          </a:cubicBezTo>
                          <a:cubicBezTo>
                            <a:pt x="3907" y="4644"/>
                            <a:pt x="2288" y="5215"/>
                            <a:pt x="1050" y="47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834" name="Graphique 5">
                  <a:extLst>
                    <a:ext uri="{FF2B5EF4-FFF2-40B4-BE49-F238E27FC236}">
                      <a16:creationId xmlns:a16="http://schemas.microsoft.com/office/drawing/2014/main" id="{578E0E86-44C7-47A8-A16F-8E543AB6595B}"/>
                    </a:ext>
                  </a:extLst>
                </p:cNvPr>
                <p:cNvGrpSpPr/>
                <p:nvPr/>
              </p:nvGrpSpPr>
              <p:grpSpPr>
                <a:xfrm>
                  <a:off x="2570850" y="3793317"/>
                  <a:ext cx="84900" cy="62440"/>
                  <a:chOff x="2570850" y="3793317"/>
                  <a:chExt cx="84900" cy="62440"/>
                </a:xfrm>
                <a:solidFill>
                  <a:schemeClr val="accent1"/>
                </a:solidFill>
              </p:grpSpPr>
              <p:grpSp>
                <p:nvGrpSpPr>
                  <p:cNvPr id="12835" name="Graphique 5">
                    <a:extLst>
                      <a:ext uri="{FF2B5EF4-FFF2-40B4-BE49-F238E27FC236}">
                        <a16:creationId xmlns:a16="http://schemas.microsoft.com/office/drawing/2014/main" id="{DF9F31F5-DC96-42F5-9147-35F629C2631D}"/>
                      </a:ext>
                    </a:extLst>
                  </p:cNvPr>
                  <p:cNvGrpSpPr/>
                  <p:nvPr/>
                </p:nvGrpSpPr>
                <p:grpSpPr>
                  <a:xfrm>
                    <a:off x="2621793" y="3825317"/>
                    <a:ext cx="33957" cy="30441"/>
                    <a:chOff x="2621793" y="3825317"/>
                    <a:chExt cx="33957" cy="30441"/>
                  </a:xfrm>
                  <a:solidFill>
                    <a:schemeClr val="accent1"/>
                  </a:solidFill>
                </p:grpSpPr>
                <p:sp>
                  <p:nvSpPr>
                    <p:cNvPr id="12836" name="Forme libre : forme 12835">
                      <a:extLst>
                        <a:ext uri="{FF2B5EF4-FFF2-40B4-BE49-F238E27FC236}">
                          <a16:creationId xmlns:a16="http://schemas.microsoft.com/office/drawing/2014/main" id="{08963214-01C7-428D-8281-2DD360E37D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1793" y="3825317"/>
                      <a:ext cx="33957" cy="30441"/>
                    </a:xfrm>
                    <a:custGeom>
                      <a:avLst/>
                      <a:gdLst>
                        <a:gd name="connsiteX0" fmla="*/ 799 w 33957"/>
                        <a:gd name="connsiteY0" fmla="*/ 22148 h 30441"/>
                        <a:gd name="connsiteX1" fmla="*/ 12134 w 33957"/>
                        <a:gd name="connsiteY1" fmla="*/ 1669 h 30441"/>
                        <a:gd name="connsiteX2" fmla="*/ 33279 w 33957"/>
                        <a:gd name="connsiteY2" fmla="*/ 7861 h 30441"/>
                        <a:gd name="connsiteX3" fmla="*/ 22039 w 33957"/>
                        <a:gd name="connsiteY3" fmla="*/ 28530 h 30441"/>
                        <a:gd name="connsiteX4" fmla="*/ 799 w 33957"/>
                        <a:gd name="connsiteY4" fmla="*/ 22148 h 30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957" h="30441">
                          <a:moveTo>
                            <a:pt x="799" y="22148"/>
                          </a:moveTo>
                          <a:cubicBezTo>
                            <a:pt x="-2059" y="14528"/>
                            <a:pt x="2989" y="5384"/>
                            <a:pt x="12134" y="1669"/>
                          </a:cubicBezTo>
                          <a:cubicBezTo>
                            <a:pt x="21277" y="-2045"/>
                            <a:pt x="30707" y="622"/>
                            <a:pt x="33279" y="7861"/>
                          </a:cubicBezTo>
                          <a:cubicBezTo>
                            <a:pt x="35851" y="15099"/>
                            <a:pt x="30898" y="24434"/>
                            <a:pt x="22039" y="28530"/>
                          </a:cubicBezTo>
                          <a:cubicBezTo>
                            <a:pt x="13181" y="32721"/>
                            <a:pt x="3656" y="29768"/>
                            <a:pt x="799" y="2214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37" name="Forme libre : forme 12836">
                      <a:extLst>
                        <a:ext uri="{FF2B5EF4-FFF2-40B4-BE49-F238E27FC236}">
                          <a16:creationId xmlns:a16="http://schemas.microsoft.com/office/drawing/2014/main" id="{6C6417DA-B8CC-4E61-9F65-AA80D9CA16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1793" y="3825317"/>
                      <a:ext cx="33947" cy="27863"/>
                    </a:xfrm>
                    <a:custGeom>
                      <a:avLst/>
                      <a:gdLst>
                        <a:gd name="connsiteX0" fmla="*/ 16801 w 33947"/>
                        <a:gd name="connsiteY0" fmla="*/ 14814 h 27863"/>
                        <a:gd name="connsiteX1" fmla="*/ 33469 w 33947"/>
                        <a:gd name="connsiteY1" fmla="*/ 15385 h 27863"/>
                        <a:gd name="connsiteX2" fmla="*/ 33279 w 33947"/>
                        <a:gd name="connsiteY2" fmla="*/ 7861 h 27863"/>
                        <a:gd name="connsiteX3" fmla="*/ 12134 w 33947"/>
                        <a:gd name="connsiteY3" fmla="*/ 1669 h 27863"/>
                        <a:gd name="connsiteX4" fmla="*/ 799 w 33947"/>
                        <a:gd name="connsiteY4" fmla="*/ 22148 h 27863"/>
                        <a:gd name="connsiteX5" fmla="*/ 5371 w 33947"/>
                        <a:gd name="connsiteY5" fmla="*/ 27863 h 27863"/>
                        <a:gd name="connsiteX6" fmla="*/ 16801 w 33947"/>
                        <a:gd name="connsiteY6" fmla="*/ 14814 h 27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947" h="27863">
                          <a:moveTo>
                            <a:pt x="16801" y="14814"/>
                          </a:moveTo>
                          <a:cubicBezTo>
                            <a:pt x="22897" y="12147"/>
                            <a:pt x="29183" y="12623"/>
                            <a:pt x="33469" y="15385"/>
                          </a:cubicBezTo>
                          <a:cubicBezTo>
                            <a:pt x="34136" y="12814"/>
                            <a:pt x="34136" y="10242"/>
                            <a:pt x="33279" y="7861"/>
                          </a:cubicBezTo>
                          <a:cubicBezTo>
                            <a:pt x="30707" y="622"/>
                            <a:pt x="21182" y="-2045"/>
                            <a:pt x="12134" y="1669"/>
                          </a:cubicBezTo>
                          <a:cubicBezTo>
                            <a:pt x="2989" y="5384"/>
                            <a:pt x="-2059" y="14528"/>
                            <a:pt x="799" y="22148"/>
                          </a:cubicBezTo>
                          <a:cubicBezTo>
                            <a:pt x="1751" y="24529"/>
                            <a:pt x="3370" y="26434"/>
                            <a:pt x="5371" y="27863"/>
                          </a:cubicBezTo>
                          <a:cubicBezTo>
                            <a:pt x="6609" y="22434"/>
                            <a:pt x="10800" y="17386"/>
                            <a:pt x="16801" y="1481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38" name="Forme libre : forme 12837">
                      <a:extLst>
                        <a:ext uri="{FF2B5EF4-FFF2-40B4-BE49-F238E27FC236}">
                          <a16:creationId xmlns:a16="http://schemas.microsoft.com/office/drawing/2014/main" id="{255E50EA-1B26-445F-966F-21B9712EB9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5811" y="3838623"/>
                      <a:ext cx="15206" cy="13492"/>
                    </a:xfrm>
                    <a:custGeom>
                      <a:avLst/>
                      <a:gdLst>
                        <a:gd name="connsiteX0" fmla="*/ 2495 w 15206"/>
                        <a:gd name="connsiteY0" fmla="*/ 11890 h 13492"/>
                        <a:gd name="connsiteX1" fmla="*/ 2019 w 15206"/>
                        <a:gd name="connsiteY1" fmla="*/ 2365 h 13492"/>
                        <a:gd name="connsiteX2" fmla="*/ 12782 w 15206"/>
                        <a:gd name="connsiteY2" fmla="*/ 1603 h 13492"/>
                        <a:gd name="connsiteX3" fmla="*/ 13259 w 15206"/>
                        <a:gd name="connsiteY3" fmla="*/ 11033 h 13492"/>
                        <a:gd name="connsiteX4" fmla="*/ 2495 w 15206"/>
                        <a:gd name="connsiteY4" fmla="*/ 11890 h 13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06" h="13492">
                          <a:moveTo>
                            <a:pt x="2495" y="11890"/>
                          </a:moveTo>
                          <a:cubicBezTo>
                            <a:pt x="-648" y="9509"/>
                            <a:pt x="-838" y="5127"/>
                            <a:pt x="2019" y="2365"/>
                          </a:cubicBezTo>
                          <a:cubicBezTo>
                            <a:pt x="4877" y="-492"/>
                            <a:pt x="9734" y="-778"/>
                            <a:pt x="12782" y="1603"/>
                          </a:cubicBezTo>
                          <a:cubicBezTo>
                            <a:pt x="15830" y="3984"/>
                            <a:pt x="16021" y="8175"/>
                            <a:pt x="13259" y="11033"/>
                          </a:cubicBezTo>
                          <a:cubicBezTo>
                            <a:pt x="10401" y="13890"/>
                            <a:pt x="5543" y="14367"/>
                            <a:pt x="2495" y="1189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39" name="Forme libre : forme 12838">
                      <a:extLst>
                        <a:ext uri="{FF2B5EF4-FFF2-40B4-BE49-F238E27FC236}">
                          <a16:creationId xmlns:a16="http://schemas.microsoft.com/office/drawing/2014/main" id="{07D59A7A-EC5A-4EB4-9560-9669A7B511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6842" y="3844305"/>
                      <a:ext cx="5598" cy="5038"/>
                    </a:xfrm>
                    <a:custGeom>
                      <a:avLst/>
                      <a:gdLst>
                        <a:gd name="connsiteX0" fmla="*/ 132 w 5598"/>
                        <a:gd name="connsiteY0" fmla="*/ 3731 h 5038"/>
                        <a:gd name="connsiteX1" fmla="*/ 1942 w 5598"/>
                        <a:gd name="connsiteY1" fmla="*/ 302 h 5038"/>
                        <a:gd name="connsiteX2" fmla="*/ 5466 w 5598"/>
                        <a:gd name="connsiteY2" fmla="*/ 1350 h 5038"/>
                        <a:gd name="connsiteX3" fmla="*/ 3656 w 5598"/>
                        <a:gd name="connsiteY3" fmla="*/ 4779 h 5038"/>
                        <a:gd name="connsiteX4" fmla="*/ 132 w 5598"/>
                        <a:gd name="connsiteY4" fmla="*/ 3731 h 50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98" h="5038">
                          <a:moveTo>
                            <a:pt x="132" y="3731"/>
                          </a:moveTo>
                          <a:cubicBezTo>
                            <a:pt x="-344" y="2493"/>
                            <a:pt x="513" y="969"/>
                            <a:pt x="1942" y="302"/>
                          </a:cubicBezTo>
                          <a:cubicBezTo>
                            <a:pt x="3371" y="-365"/>
                            <a:pt x="4990" y="111"/>
                            <a:pt x="5466" y="1350"/>
                          </a:cubicBezTo>
                          <a:cubicBezTo>
                            <a:pt x="5943" y="2588"/>
                            <a:pt x="5085" y="4112"/>
                            <a:pt x="3656" y="4779"/>
                          </a:cubicBezTo>
                          <a:cubicBezTo>
                            <a:pt x="2133" y="5350"/>
                            <a:pt x="609" y="4969"/>
                            <a:pt x="132" y="37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840" name="Graphique 5">
                    <a:extLst>
                      <a:ext uri="{FF2B5EF4-FFF2-40B4-BE49-F238E27FC236}">
                        <a16:creationId xmlns:a16="http://schemas.microsoft.com/office/drawing/2014/main" id="{D9E72AB2-9457-4CD5-BD3C-07B69988FCA4}"/>
                      </a:ext>
                    </a:extLst>
                  </p:cNvPr>
                  <p:cNvGrpSpPr/>
                  <p:nvPr/>
                </p:nvGrpSpPr>
                <p:grpSpPr>
                  <a:xfrm>
                    <a:off x="2599862" y="3805769"/>
                    <a:ext cx="34281" cy="30592"/>
                    <a:chOff x="2599862" y="3805769"/>
                    <a:chExt cx="34281" cy="30592"/>
                  </a:xfrm>
                  <a:solidFill>
                    <a:schemeClr val="accent1"/>
                  </a:solidFill>
                </p:grpSpPr>
                <p:sp>
                  <p:nvSpPr>
                    <p:cNvPr id="12841" name="Forme libre : forme 12840">
                      <a:extLst>
                        <a:ext uri="{FF2B5EF4-FFF2-40B4-BE49-F238E27FC236}">
                          <a16:creationId xmlns:a16="http://schemas.microsoft.com/office/drawing/2014/main" id="{3DDBF26C-DC68-4ABC-919C-50EEC4C052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9862" y="3805769"/>
                      <a:ext cx="34281" cy="30592"/>
                    </a:xfrm>
                    <a:custGeom>
                      <a:avLst/>
                      <a:gdLst>
                        <a:gd name="connsiteX0" fmla="*/ 631 w 34281"/>
                        <a:gd name="connsiteY0" fmla="*/ 21503 h 30592"/>
                        <a:gd name="connsiteX1" fmla="*/ 12823 w 34281"/>
                        <a:gd name="connsiteY1" fmla="*/ 1310 h 30592"/>
                        <a:gd name="connsiteX2" fmla="*/ 33778 w 34281"/>
                        <a:gd name="connsiteY2" fmla="*/ 8644 h 30592"/>
                        <a:gd name="connsiteX3" fmla="*/ 21777 w 34281"/>
                        <a:gd name="connsiteY3" fmla="*/ 28933 h 30592"/>
                        <a:gd name="connsiteX4" fmla="*/ 631 w 34281"/>
                        <a:gd name="connsiteY4" fmla="*/ 21503 h 30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81" h="30592">
                          <a:moveTo>
                            <a:pt x="631" y="21503"/>
                          </a:moveTo>
                          <a:cubicBezTo>
                            <a:pt x="-1940" y="13597"/>
                            <a:pt x="3584" y="4644"/>
                            <a:pt x="12823" y="1310"/>
                          </a:cubicBezTo>
                          <a:cubicBezTo>
                            <a:pt x="22063" y="-2024"/>
                            <a:pt x="31397" y="1215"/>
                            <a:pt x="33778" y="8644"/>
                          </a:cubicBezTo>
                          <a:cubicBezTo>
                            <a:pt x="35969" y="16169"/>
                            <a:pt x="30826" y="25218"/>
                            <a:pt x="21777" y="28933"/>
                          </a:cubicBezTo>
                          <a:cubicBezTo>
                            <a:pt x="12538" y="32933"/>
                            <a:pt x="3203" y="29409"/>
                            <a:pt x="631" y="2150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42" name="Forme libre : forme 12841">
                      <a:extLst>
                        <a:ext uri="{FF2B5EF4-FFF2-40B4-BE49-F238E27FC236}">
                          <a16:creationId xmlns:a16="http://schemas.microsoft.com/office/drawing/2014/main" id="{3CEFCEA6-C6D6-430D-8B02-A88898DB05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9862" y="3805864"/>
                      <a:ext cx="34263" cy="27503"/>
                    </a:xfrm>
                    <a:custGeom>
                      <a:avLst/>
                      <a:gdLst>
                        <a:gd name="connsiteX0" fmla="*/ 17015 w 34263"/>
                        <a:gd name="connsiteY0" fmla="*/ 14836 h 27503"/>
                        <a:gd name="connsiteX1" fmla="*/ 33588 w 34263"/>
                        <a:gd name="connsiteY1" fmla="*/ 16264 h 27503"/>
                        <a:gd name="connsiteX2" fmla="*/ 33778 w 34263"/>
                        <a:gd name="connsiteY2" fmla="*/ 8645 h 27503"/>
                        <a:gd name="connsiteX3" fmla="*/ 12823 w 34263"/>
                        <a:gd name="connsiteY3" fmla="*/ 1310 h 27503"/>
                        <a:gd name="connsiteX4" fmla="*/ 631 w 34263"/>
                        <a:gd name="connsiteY4" fmla="*/ 21503 h 27503"/>
                        <a:gd name="connsiteX5" fmla="*/ 4918 w 34263"/>
                        <a:gd name="connsiteY5" fmla="*/ 27504 h 27503"/>
                        <a:gd name="connsiteX6" fmla="*/ 17015 w 34263"/>
                        <a:gd name="connsiteY6" fmla="*/ 14836 h 27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263" h="27503">
                          <a:moveTo>
                            <a:pt x="17015" y="14836"/>
                          </a:moveTo>
                          <a:cubicBezTo>
                            <a:pt x="23206" y="12454"/>
                            <a:pt x="29492" y="13216"/>
                            <a:pt x="33588" y="16264"/>
                          </a:cubicBezTo>
                          <a:cubicBezTo>
                            <a:pt x="34350" y="13693"/>
                            <a:pt x="34540" y="11121"/>
                            <a:pt x="33778" y="8645"/>
                          </a:cubicBezTo>
                          <a:cubicBezTo>
                            <a:pt x="31493" y="1215"/>
                            <a:pt x="22158" y="-2024"/>
                            <a:pt x="12823" y="1310"/>
                          </a:cubicBezTo>
                          <a:cubicBezTo>
                            <a:pt x="3584" y="4644"/>
                            <a:pt x="-1940" y="13597"/>
                            <a:pt x="631" y="21503"/>
                          </a:cubicBezTo>
                          <a:cubicBezTo>
                            <a:pt x="1394" y="23980"/>
                            <a:pt x="3013" y="25980"/>
                            <a:pt x="4918" y="27504"/>
                          </a:cubicBezTo>
                          <a:cubicBezTo>
                            <a:pt x="6442" y="22075"/>
                            <a:pt x="10823" y="17217"/>
                            <a:pt x="17015" y="1483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43" name="Forme libre : forme 12842">
                      <a:extLst>
                        <a:ext uri="{FF2B5EF4-FFF2-40B4-BE49-F238E27FC236}">
                          <a16:creationId xmlns:a16="http://schemas.microsoft.com/office/drawing/2014/main" id="{B7910176-F756-4103-A954-966A65CE2E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3815" y="3818874"/>
                      <a:ext cx="15192" cy="13713"/>
                    </a:xfrm>
                    <a:custGeom>
                      <a:avLst/>
                      <a:gdLst>
                        <a:gd name="connsiteX0" fmla="*/ 2298 w 15192"/>
                        <a:gd name="connsiteY0" fmla="*/ 11827 h 13713"/>
                        <a:gd name="connsiteX1" fmla="*/ 2203 w 15192"/>
                        <a:gd name="connsiteY1" fmla="*/ 2112 h 13713"/>
                        <a:gd name="connsiteX2" fmla="*/ 12966 w 15192"/>
                        <a:gd name="connsiteY2" fmla="*/ 1826 h 13713"/>
                        <a:gd name="connsiteX3" fmla="*/ 13061 w 15192"/>
                        <a:gd name="connsiteY3" fmla="*/ 11446 h 13713"/>
                        <a:gd name="connsiteX4" fmla="*/ 2298 w 15192"/>
                        <a:gd name="connsiteY4" fmla="*/ 11827 h 13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92" h="13713">
                          <a:moveTo>
                            <a:pt x="2298" y="11827"/>
                          </a:moveTo>
                          <a:cubicBezTo>
                            <a:pt x="-750" y="9255"/>
                            <a:pt x="-750" y="4874"/>
                            <a:pt x="2203" y="2112"/>
                          </a:cubicBezTo>
                          <a:cubicBezTo>
                            <a:pt x="5156" y="-555"/>
                            <a:pt x="10013" y="-746"/>
                            <a:pt x="12966" y="1826"/>
                          </a:cubicBezTo>
                          <a:cubicBezTo>
                            <a:pt x="15919" y="4397"/>
                            <a:pt x="15919" y="8684"/>
                            <a:pt x="13061" y="11446"/>
                          </a:cubicBezTo>
                          <a:cubicBezTo>
                            <a:pt x="10109" y="14304"/>
                            <a:pt x="5346" y="14494"/>
                            <a:pt x="2298" y="1182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44" name="Forme libre : forme 12843">
                      <a:extLst>
                        <a:ext uri="{FF2B5EF4-FFF2-40B4-BE49-F238E27FC236}">
                          <a16:creationId xmlns:a16="http://schemas.microsoft.com/office/drawing/2014/main" id="{84378EB7-D1AC-458F-9D2C-D720CECA22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4786" y="3825034"/>
                      <a:ext cx="5609" cy="5047"/>
                    </a:xfrm>
                    <a:custGeom>
                      <a:avLst/>
                      <a:gdLst>
                        <a:gd name="connsiteX0" fmla="*/ 90 w 5609"/>
                        <a:gd name="connsiteY0" fmla="*/ 3572 h 5047"/>
                        <a:gd name="connsiteX1" fmla="*/ 2090 w 5609"/>
                        <a:gd name="connsiteY1" fmla="*/ 238 h 5047"/>
                        <a:gd name="connsiteX2" fmla="*/ 5519 w 5609"/>
                        <a:gd name="connsiteY2" fmla="*/ 1476 h 5047"/>
                        <a:gd name="connsiteX3" fmla="*/ 3519 w 5609"/>
                        <a:gd name="connsiteY3" fmla="*/ 4810 h 5047"/>
                        <a:gd name="connsiteX4" fmla="*/ 90 w 5609"/>
                        <a:gd name="connsiteY4" fmla="*/ 3572 h 5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09" h="5047">
                          <a:moveTo>
                            <a:pt x="90" y="3572"/>
                          </a:moveTo>
                          <a:cubicBezTo>
                            <a:pt x="-291" y="2333"/>
                            <a:pt x="566" y="809"/>
                            <a:pt x="2090" y="238"/>
                          </a:cubicBezTo>
                          <a:cubicBezTo>
                            <a:pt x="3614" y="-334"/>
                            <a:pt x="5138" y="143"/>
                            <a:pt x="5519" y="1476"/>
                          </a:cubicBezTo>
                          <a:cubicBezTo>
                            <a:pt x="5900" y="2714"/>
                            <a:pt x="5043" y="4238"/>
                            <a:pt x="3519" y="4810"/>
                          </a:cubicBezTo>
                          <a:cubicBezTo>
                            <a:pt x="1995" y="5381"/>
                            <a:pt x="471" y="4905"/>
                            <a:pt x="90" y="357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845" name="Graphique 5">
                    <a:extLst>
                      <a:ext uri="{FF2B5EF4-FFF2-40B4-BE49-F238E27FC236}">
                        <a16:creationId xmlns:a16="http://schemas.microsoft.com/office/drawing/2014/main" id="{4C6380D3-97C0-4B2B-9049-58214192BEAC}"/>
                      </a:ext>
                    </a:extLst>
                  </p:cNvPr>
                  <p:cNvGrpSpPr/>
                  <p:nvPr/>
                </p:nvGrpSpPr>
                <p:grpSpPr>
                  <a:xfrm>
                    <a:off x="2570850" y="3793317"/>
                    <a:ext cx="34553" cy="30995"/>
                    <a:chOff x="2570850" y="3793317"/>
                    <a:chExt cx="34553" cy="30995"/>
                  </a:xfrm>
                  <a:solidFill>
                    <a:schemeClr val="accent1"/>
                  </a:solidFill>
                </p:grpSpPr>
                <p:sp>
                  <p:nvSpPr>
                    <p:cNvPr id="12846" name="Forme libre : forme 12845">
                      <a:extLst>
                        <a:ext uri="{FF2B5EF4-FFF2-40B4-BE49-F238E27FC236}">
                          <a16:creationId xmlns:a16="http://schemas.microsoft.com/office/drawing/2014/main" id="{43A9DC88-FB91-447E-BDF3-5D68CD8876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0850" y="3793317"/>
                      <a:ext cx="34553" cy="30995"/>
                    </a:xfrm>
                    <a:custGeom>
                      <a:avLst/>
                      <a:gdLst>
                        <a:gd name="connsiteX0" fmla="*/ 498 w 34553"/>
                        <a:gd name="connsiteY0" fmla="*/ 21191 h 30995"/>
                        <a:gd name="connsiteX1" fmla="*/ 13452 w 34553"/>
                        <a:gd name="connsiteY1" fmla="*/ 998 h 30995"/>
                        <a:gd name="connsiteX2" fmla="*/ 34026 w 34553"/>
                        <a:gd name="connsiteY2" fmla="*/ 9666 h 30995"/>
                        <a:gd name="connsiteX3" fmla="*/ 21738 w 34553"/>
                        <a:gd name="connsiteY3" fmla="*/ 29763 h 30995"/>
                        <a:gd name="connsiteX4" fmla="*/ 498 w 34553"/>
                        <a:gd name="connsiteY4" fmla="*/ 21191 h 30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53" h="30995">
                          <a:moveTo>
                            <a:pt x="498" y="21191"/>
                          </a:moveTo>
                          <a:cubicBezTo>
                            <a:pt x="-1789" y="12999"/>
                            <a:pt x="4022" y="3950"/>
                            <a:pt x="13452" y="998"/>
                          </a:cubicBezTo>
                          <a:cubicBezTo>
                            <a:pt x="22786" y="-1955"/>
                            <a:pt x="32025" y="1855"/>
                            <a:pt x="34026" y="9666"/>
                          </a:cubicBezTo>
                          <a:cubicBezTo>
                            <a:pt x="36311" y="17286"/>
                            <a:pt x="30977" y="26334"/>
                            <a:pt x="21738" y="29763"/>
                          </a:cubicBezTo>
                          <a:cubicBezTo>
                            <a:pt x="12689" y="33097"/>
                            <a:pt x="2688" y="29478"/>
                            <a:pt x="498" y="2119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47" name="Forme libre : forme 12846">
                      <a:extLst>
                        <a:ext uri="{FF2B5EF4-FFF2-40B4-BE49-F238E27FC236}">
                          <a16:creationId xmlns:a16="http://schemas.microsoft.com/office/drawing/2014/main" id="{C1557BC4-EE13-459A-99B2-EC2C99A3C5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0885" y="3793317"/>
                      <a:ext cx="34516" cy="27572"/>
                    </a:xfrm>
                    <a:custGeom>
                      <a:avLst/>
                      <a:gdLst>
                        <a:gd name="connsiteX0" fmla="*/ 17036 w 34516"/>
                        <a:gd name="connsiteY0" fmla="*/ 15190 h 27572"/>
                        <a:gd name="connsiteX1" fmla="*/ 33895 w 34516"/>
                        <a:gd name="connsiteY1" fmla="*/ 17381 h 27572"/>
                        <a:gd name="connsiteX2" fmla="*/ 33990 w 34516"/>
                        <a:gd name="connsiteY2" fmla="*/ 9666 h 27572"/>
                        <a:gd name="connsiteX3" fmla="*/ 13416 w 34516"/>
                        <a:gd name="connsiteY3" fmla="*/ 998 h 27572"/>
                        <a:gd name="connsiteX4" fmla="*/ 462 w 34516"/>
                        <a:gd name="connsiteY4" fmla="*/ 21191 h 27572"/>
                        <a:gd name="connsiteX5" fmla="*/ 4653 w 34516"/>
                        <a:gd name="connsiteY5" fmla="*/ 27573 h 27572"/>
                        <a:gd name="connsiteX6" fmla="*/ 17036 w 34516"/>
                        <a:gd name="connsiteY6" fmla="*/ 15190 h 27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16" h="27572">
                          <a:moveTo>
                            <a:pt x="17036" y="15190"/>
                          </a:moveTo>
                          <a:cubicBezTo>
                            <a:pt x="23322" y="13095"/>
                            <a:pt x="29513" y="14142"/>
                            <a:pt x="33895" y="17381"/>
                          </a:cubicBezTo>
                          <a:cubicBezTo>
                            <a:pt x="34657" y="14809"/>
                            <a:pt x="34752" y="12237"/>
                            <a:pt x="33990" y="9666"/>
                          </a:cubicBezTo>
                          <a:cubicBezTo>
                            <a:pt x="31990" y="1855"/>
                            <a:pt x="22751" y="-1955"/>
                            <a:pt x="13416" y="998"/>
                          </a:cubicBezTo>
                          <a:cubicBezTo>
                            <a:pt x="4082" y="3950"/>
                            <a:pt x="-1729" y="12904"/>
                            <a:pt x="462" y="21191"/>
                          </a:cubicBezTo>
                          <a:cubicBezTo>
                            <a:pt x="1224" y="23763"/>
                            <a:pt x="2558" y="25954"/>
                            <a:pt x="4653" y="27573"/>
                          </a:cubicBezTo>
                          <a:cubicBezTo>
                            <a:pt x="6177" y="22143"/>
                            <a:pt x="10940" y="17286"/>
                            <a:pt x="17036" y="1519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48" name="Forme libre : forme 12847">
                      <a:extLst>
                        <a:ext uri="{FF2B5EF4-FFF2-40B4-BE49-F238E27FC236}">
                          <a16:creationId xmlns:a16="http://schemas.microsoft.com/office/drawing/2014/main" id="{03BE24B0-4857-4409-9B6B-AECC77160D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4715" y="3806420"/>
                      <a:ext cx="15253" cy="13981"/>
                    </a:xfrm>
                    <a:custGeom>
                      <a:avLst/>
                      <a:gdLst>
                        <a:gd name="connsiteX0" fmla="*/ 2156 w 15253"/>
                        <a:gd name="connsiteY0" fmla="*/ 11898 h 13981"/>
                        <a:gd name="connsiteX1" fmla="*/ 2347 w 15253"/>
                        <a:gd name="connsiteY1" fmla="*/ 1897 h 13981"/>
                        <a:gd name="connsiteX2" fmla="*/ 13110 w 15253"/>
                        <a:gd name="connsiteY2" fmla="*/ 2183 h 13981"/>
                        <a:gd name="connsiteX3" fmla="*/ 13110 w 15253"/>
                        <a:gd name="connsiteY3" fmla="*/ 11993 h 13981"/>
                        <a:gd name="connsiteX4" fmla="*/ 2156 w 15253"/>
                        <a:gd name="connsiteY4" fmla="*/ 11898 h 13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53" h="13981">
                          <a:moveTo>
                            <a:pt x="2156" y="11898"/>
                          </a:moveTo>
                          <a:cubicBezTo>
                            <a:pt x="-796" y="9041"/>
                            <a:pt x="-701" y="4564"/>
                            <a:pt x="2347" y="1897"/>
                          </a:cubicBezTo>
                          <a:cubicBezTo>
                            <a:pt x="5395" y="-770"/>
                            <a:pt x="10253" y="-579"/>
                            <a:pt x="13110" y="2183"/>
                          </a:cubicBezTo>
                          <a:cubicBezTo>
                            <a:pt x="15872" y="5040"/>
                            <a:pt x="16063" y="9231"/>
                            <a:pt x="13110" y="11993"/>
                          </a:cubicBezTo>
                          <a:cubicBezTo>
                            <a:pt x="10157" y="14660"/>
                            <a:pt x="5300" y="14660"/>
                            <a:pt x="2156" y="1189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49" name="Forme libre : forme 12848">
                      <a:extLst>
                        <a:ext uri="{FF2B5EF4-FFF2-40B4-BE49-F238E27FC236}">
                          <a16:creationId xmlns:a16="http://schemas.microsoft.com/office/drawing/2014/main" id="{CBE9739D-7F2C-4CE2-ACB2-229B38C6BF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5735" y="3812968"/>
                      <a:ext cx="5704" cy="5094"/>
                    </a:xfrm>
                    <a:custGeom>
                      <a:avLst/>
                      <a:gdLst>
                        <a:gd name="connsiteX0" fmla="*/ 90 w 5704"/>
                        <a:gd name="connsiteY0" fmla="*/ 3541 h 5094"/>
                        <a:gd name="connsiteX1" fmla="*/ 2090 w 5704"/>
                        <a:gd name="connsiteY1" fmla="*/ 207 h 5094"/>
                        <a:gd name="connsiteX2" fmla="*/ 5615 w 5704"/>
                        <a:gd name="connsiteY2" fmla="*/ 1541 h 5094"/>
                        <a:gd name="connsiteX3" fmla="*/ 3614 w 5704"/>
                        <a:gd name="connsiteY3" fmla="*/ 4874 h 5094"/>
                        <a:gd name="connsiteX4" fmla="*/ 90 w 5704"/>
                        <a:gd name="connsiteY4" fmla="*/ 3541 h 5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04" h="5094">
                          <a:moveTo>
                            <a:pt x="90" y="3541"/>
                          </a:moveTo>
                          <a:cubicBezTo>
                            <a:pt x="-291" y="2207"/>
                            <a:pt x="566" y="778"/>
                            <a:pt x="2090" y="207"/>
                          </a:cubicBezTo>
                          <a:cubicBezTo>
                            <a:pt x="3614" y="-365"/>
                            <a:pt x="5234" y="302"/>
                            <a:pt x="5615" y="1541"/>
                          </a:cubicBezTo>
                          <a:cubicBezTo>
                            <a:pt x="5996" y="2874"/>
                            <a:pt x="5138" y="4303"/>
                            <a:pt x="3614" y="4874"/>
                          </a:cubicBezTo>
                          <a:cubicBezTo>
                            <a:pt x="2090" y="5446"/>
                            <a:pt x="566" y="4874"/>
                            <a:pt x="90" y="35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850" name="Graphique 5">
                  <a:extLst>
                    <a:ext uri="{FF2B5EF4-FFF2-40B4-BE49-F238E27FC236}">
                      <a16:creationId xmlns:a16="http://schemas.microsoft.com/office/drawing/2014/main" id="{BAB95B87-6478-4A4C-90DB-BD50721C8B24}"/>
                    </a:ext>
                  </a:extLst>
                </p:cNvPr>
                <p:cNvGrpSpPr/>
                <p:nvPr/>
              </p:nvGrpSpPr>
              <p:grpSpPr>
                <a:xfrm>
                  <a:off x="2458942" y="3835571"/>
                  <a:ext cx="100361" cy="54288"/>
                  <a:chOff x="2458942" y="3835571"/>
                  <a:chExt cx="100361" cy="54288"/>
                </a:xfrm>
                <a:solidFill>
                  <a:schemeClr val="accent1"/>
                </a:solidFill>
              </p:grpSpPr>
              <p:grpSp>
                <p:nvGrpSpPr>
                  <p:cNvPr id="12851" name="Graphique 5">
                    <a:extLst>
                      <a:ext uri="{FF2B5EF4-FFF2-40B4-BE49-F238E27FC236}">
                        <a16:creationId xmlns:a16="http://schemas.microsoft.com/office/drawing/2014/main" id="{2F1F6D36-FE12-45B7-B8B9-6D6DD2567677}"/>
                      </a:ext>
                    </a:extLst>
                  </p:cNvPr>
                  <p:cNvGrpSpPr/>
                  <p:nvPr/>
                </p:nvGrpSpPr>
                <p:grpSpPr>
                  <a:xfrm>
                    <a:off x="2524349" y="3856276"/>
                    <a:ext cx="34953" cy="33583"/>
                    <a:chOff x="2524349" y="3856276"/>
                    <a:chExt cx="34953" cy="33583"/>
                  </a:xfrm>
                  <a:solidFill>
                    <a:schemeClr val="accent1"/>
                  </a:solidFill>
                </p:grpSpPr>
                <p:sp>
                  <p:nvSpPr>
                    <p:cNvPr id="12852" name="Forme libre : forme 12851">
                      <a:extLst>
                        <a:ext uri="{FF2B5EF4-FFF2-40B4-BE49-F238E27FC236}">
                          <a16:creationId xmlns:a16="http://schemas.microsoft.com/office/drawing/2014/main" id="{9D96219F-464B-4FB3-973E-424713665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4349" y="3856315"/>
                      <a:ext cx="34953" cy="33545"/>
                    </a:xfrm>
                    <a:custGeom>
                      <a:avLst/>
                      <a:gdLst>
                        <a:gd name="connsiteX0" fmla="*/ 3755 w 34953"/>
                        <a:gd name="connsiteY0" fmla="*/ 28107 h 33545"/>
                        <a:gd name="connsiteX1" fmla="*/ 6898 w 34953"/>
                        <a:gd name="connsiteY1" fmla="*/ 4104 h 33545"/>
                        <a:gd name="connsiteX2" fmla="*/ 31282 w 34953"/>
                        <a:gd name="connsiteY2" fmla="*/ 5533 h 33545"/>
                        <a:gd name="connsiteX3" fmla="*/ 28520 w 34953"/>
                        <a:gd name="connsiteY3" fmla="*/ 28965 h 33545"/>
                        <a:gd name="connsiteX4" fmla="*/ 3755 w 34953"/>
                        <a:gd name="connsiteY4" fmla="*/ 28107 h 33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53" h="33545">
                          <a:moveTo>
                            <a:pt x="3755" y="28107"/>
                          </a:moveTo>
                          <a:cubicBezTo>
                            <a:pt x="-2341" y="21059"/>
                            <a:pt x="-817" y="10105"/>
                            <a:pt x="6898" y="4104"/>
                          </a:cubicBezTo>
                          <a:cubicBezTo>
                            <a:pt x="14613" y="-1897"/>
                            <a:pt x="25662" y="-1230"/>
                            <a:pt x="31282" y="5533"/>
                          </a:cubicBezTo>
                          <a:cubicBezTo>
                            <a:pt x="36902" y="12296"/>
                            <a:pt x="36140" y="22488"/>
                            <a:pt x="28520" y="28965"/>
                          </a:cubicBezTo>
                          <a:cubicBezTo>
                            <a:pt x="21090" y="35346"/>
                            <a:pt x="10041" y="35060"/>
                            <a:pt x="3755" y="2810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53" name="Forme libre : forme 12852">
                      <a:extLst>
                        <a:ext uri="{FF2B5EF4-FFF2-40B4-BE49-F238E27FC236}">
                          <a16:creationId xmlns:a16="http://schemas.microsoft.com/office/drawing/2014/main" id="{2AA49FD0-FEC7-4815-B8AD-362486C97C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4349" y="3856276"/>
                      <a:ext cx="34710" cy="32717"/>
                    </a:xfrm>
                    <a:custGeom>
                      <a:avLst/>
                      <a:gdLst>
                        <a:gd name="connsiteX0" fmla="*/ 17090 w 34710"/>
                        <a:gd name="connsiteY0" fmla="*/ 16620 h 32717"/>
                        <a:gd name="connsiteX1" fmla="*/ 34711 w 34710"/>
                        <a:gd name="connsiteY1" fmla="*/ 13096 h 32717"/>
                        <a:gd name="connsiteX2" fmla="*/ 31282 w 34710"/>
                        <a:gd name="connsiteY2" fmla="*/ 5571 h 32717"/>
                        <a:gd name="connsiteX3" fmla="*/ 6898 w 34710"/>
                        <a:gd name="connsiteY3" fmla="*/ 4143 h 32717"/>
                        <a:gd name="connsiteX4" fmla="*/ 3755 w 34710"/>
                        <a:gd name="connsiteY4" fmla="*/ 28146 h 32717"/>
                        <a:gd name="connsiteX5" fmla="*/ 10994 w 34710"/>
                        <a:gd name="connsiteY5" fmla="*/ 32718 h 32717"/>
                        <a:gd name="connsiteX6" fmla="*/ 17090 w 34710"/>
                        <a:gd name="connsiteY6" fmla="*/ 16620 h 32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710" h="32717">
                          <a:moveTo>
                            <a:pt x="17090" y="16620"/>
                          </a:moveTo>
                          <a:cubicBezTo>
                            <a:pt x="22328" y="12334"/>
                            <a:pt x="28901" y="11477"/>
                            <a:pt x="34711" y="13096"/>
                          </a:cubicBezTo>
                          <a:cubicBezTo>
                            <a:pt x="34235" y="10429"/>
                            <a:pt x="33187" y="7762"/>
                            <a:pt x="31282" y="5571"/>
                          </a:cubicBezTo>
                          <a:cubicBezTo>
                            <a:pt x="25567" y="-1191"/>
                            <a:pt x="14613" y="-1953"/>
                            <a:pt x="6898" y="4143"/>
                          </a:cubicBezTo>
                          <a:cubicBezTo>
                            <a:pt x="-817" y="10143"/>
                            <a:pt x="-2341" y="21002"/>
                            <a:pt x="3755" y="28146"/>
                          </a:cubicBezTo>
                          <a:cubicBezTo>
                            <a:pt x="5755" y="30336"/>
                            <a:pt x="8327" y="31860"/>
                            <a:pt x="10994" y="32718"/>
                          </a:cubicBezTo>
                          <a:cubicBezTo>
                            <a:pt x="9851" y="26907"/>
                            <a:pt x="11851" y="20811"/>
                            <a:pt x="17090" y="1662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54" name="Forme libre : forme 12853">
                      <a:extLst>
                        <a:ext uri="{FF2B5EF4-FFF2-40B4-BE49-F238E27FC236}">
                          <a16:creationId xmlns:a16="http://schemas.microsoft.com/office/drawing/2014/main" id="{AFE808A0-E8F9-41B1-AD4B-56ADB453F6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0037" y="3872383"/>
                      <a:ext cx="16509" cy="14271"/>
                    </a:xfrm>
                    <a:custGeom>
                      <a:avLst/>
                      <a:gdLst>
                        <a:gd name="connsiteX0" fmla="*/ 5305 w 16509"/>
                        <a:gd name="connsiteY0" fmla="*/ 13658 h 14271"/>
                        <a:gd name="connsiteX1" fmla="*/ 638 w 16509"/>
                        <a:gd name="connsiteY1" fmla="*/ 4133 h 14271"/>
                        <a:gd name="connsiteX2" fmla="*/ 11306 w 16509"/>
                        <a:gd name="connsiteY2" fmla="*/ 704 h 14271"/>
                        <a:gd name="connsiteX3" fmla="*/ 15973 w 16509"/>
                        <a:gd name="connsiteY3" fmla="*/ 10038 h 14271"/>
                        <a:gd name="connsiteX4" fmla="*/ 5305 w 16509"/>
                        <a:gd name="connsiteY4" fmla="*/ 13658 h 14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09" h="14271">
                          <a:moveTo>
                            <a:pt x="5305" y="13658"/>
                          </a:moveTo>
                          <a:cubicBezTo>
                            <a:pt x="1019" y="12039"/>
                            <a:pt x="-1172" y="7752"/>
                            <a:pt x="638" y="4133"/>
                          </a:cubicBezTo>
                          <a:cubicBezTo>
                            <a:pt x="2448" y="513"/>
                            <a:pt x="7210" y="-1011"/>
                            <a:pt x="11306" y="704"/>
                          </a:cubicBezTo>
                          <a:cubicBezTo>
                            <a:pt x="15402" y="2418"/>
                            <a:pt x="17593" y="6419"/>
                            <a:pt x="15973" y="10038"/>
                          </a:cubicBezTo>
                          <a:cubicBezTo>
                            <a:pt x="14354" y="13563"/>
                            <a:pt x="9592" y="15277"/>
                            <a:pt x="5305" y="1365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55" name="Forme libre : forme 12854">
                      <a:extLst>
                        <a:ext uri="{FF2B5EF4-FFF2-40B4-BE49-F238E27FC236}">
                          <a16:creationId xmlns:a16="http://schemas.microsoft.com/office/drawing/2014/main" id="{3D098B61-B35A-4DDA-A126-97AB0840CE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2568" y="3876633"/>
                      <a:ext cx="5836" cy="5480"/>
                    </a:xfrm>
                    <a:custGeom>
                      <a:avLst/>
                      <a:gdLst>
                        <a:gd name="connsiteX0" fmla="*/ 680 w 5836"/>
                        <a:gd name="connsiteY0" fmla="*/ 4645 h 5480"/>
                        <a:gd name="connsiteX1" fmla="*/ 1061 w 5836"/>
                        <a:gd name="connsiteY1" fmla="*/ 740 h 5480"/>
                        <a:gd name="connsiteX2" fmla="*/ 5157 w 5836"/>
                        <a:gd name="connsiteY2" fmla="*/ 835 h 5480"/>
                        <a:gd name="connsiteX3" fmla="*/ 4776 w 5836"/>
                        <a:gd name="connsiteY3" fmla="*/ 4740 h 5480"/>
                        <a:gd name="connsiteX4" fmla="*/ 680 w 5836"/>
                        <a:gd name="connsiteY4" fmla="*/ 4645 h 5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6" h="5480">
                          <a:moveTo>
                            <a:pt x="680" y="4645"/>
                          </a:moveTo>
                          <a:cubicBezTo>
                            <a:pt x="-368" y="3502"/>
                            <a:pt x="-177" y="1788"/>
                            <a:pt x="1061" y="740"/>
                          </a:cubicBezTo>
                          <a:cubicBezTo>
                            <a:pt x="2299" y="-308"/>
                            <a:pt x="4109" y="-213"/>
                            <a:pt x="5157" y="835"/>
                          </a:cubicBezTo>
                          <a:cubicBezTo>
                            <a:pt x="6205" y="1978"/>
                            <a:pt x="6014" y="3692"/>
                            <a:pt x="4776" y="4740"/>
                          </a:cubicBezTo>
                          <a:cubicBezTo>
                            <a:pt x="3442" y="5788"/>
                            <a:pt x="1633" y="5693"/>
                            <a:pt x="680" y="46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856" name="Graphique 5">
                    <a:extLst>
                      <a:ext uri="{FF2B5EF4-FFF2-40B4-BE49-F238E27FC236}">
                        <a16:creationId xmlns:a16="http://schemas.microsoft.com/office/drawing/2014/main" id="{1FCCE016-96B7-46E2-93E5-54EA9B04BF22}"/>
                      </a:ext>
                    </a:extLst>
                  </p:cNvPr>
                  <p:cNvGrpSpPr/>
                  <p:nvPr/>
                </p:nvGrpSpPr>
                <p:grpSpPr>
                  <a:xfrm>
                    <a:off x="2493408" y="3841378"/>
                    <a:ext cx="35441" cy="34225"/>
                    <a:chOff x="2493408" y="3841378"/>
                    <a:chExt cx="35441" cy="34225"/>
                  </a:xfrm>
                  <a:solidFill>
                    <a:schemeClr val="accent1"/>
                  </a:solidFill>
                </p:grpSpPr>
                <p:sp>
                  <p:nvSpPr>
                    <p:cNvPr id="12857" name="Forme libre : forme 12856">
                      <a:extLst>
                        <a:ext uri="{FF2B5EF4-FFF2-40B4-BE49-F238E27FC236}">
                          <a16:creationId xmlns:a16="http://schemas.microsoft.com/office/drawing/2014/main" id="{4977C3C3-C8AF-4BBC-87C5-ED935DC389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3408" y="3841473"/>
                      <a:ext cx="35441" cy="34130"/>
                    </a:xfrm>
                    <a:custGeom>
                      <a:avLst/>
                      <a:gdLst>
                        <a:gd name="connsiteX0" fmla="*/ 3740 w 35441"/>
                        <a:gd name="connsiteY0" fmla="*/ 27899 h 34130"/>
                        <a:gd name="connsiteX1" fmla="*/ 7264 w 35441"/>
                        <a:gd name="connsiteY1" fmla="*/ 3610 h 34130"/>
                        <a:gd name="connsiteX2" fmla="*/ 31839 w 35441"/>
                        <a:gd name="connsiteY2" fmla="*/ 6277 h 34130"/>
                        <a:gd name="connsiteX3" fmla="*/ 28505 w 35441"/>
                        <a:gd name="connsiteY3" fmla="*/ 30090 h 34130"/>
                        <a:gd name="connsiteX4" fmla="*/ 3740 w 35441"/>
                        <a:gd name="connsiteY4" fmla="*/ 27899 h 3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41" h="34130">
                          <a:moveTo>
                            <a:pt x="3740" y="27899"/>
                          </a:moveTo>
                          <a:cubicBezTo>
                            <a:pt x="-2451" y="20469"/>
                            <a:pt x="-737" y="9516"/>
                            <a:pt x="7264" y="3610"/>
                          </a:cubicBezTo>
                          <a:cubicBezTo>
                            <a:pt x="15265" y="-2200"/>
                            <a:pt x="25933" y="-771"/>
                            <a:pt x="31839" y="6277"/>
                          </a:cubicBezTo>
                          <a:cubicBezTo>
                            <a:pt x="37744" y="13325"/>
                            <a:pt x="36220" y="23898"/>
                            <a:pt x="28505" y="30090"/>
                          </a:cubicBezTo>
                          <a:cubicBezTo>
                            <a:pt x="20885" y="36185"/>
                            <a:pt x="9836" y="35328"/>
                            <a:pt x="3740" y="2789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58" name="Forme libre : forme 12857">
                      <a:extLst>
                        <a:ext uri="{FF2B5EF4-FFF2-40B4-BE49-F238E27FC236}">
                          <a16:creationId xmlns:a16="http://schemas.microsoft.com/office/drawing/2014/main" id="{B3B02801-35B5-4E31-B8D6-4F5734AE09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3462" y="3841378"/>
                      <a:ext cx="35213" cy="32947"/>
                    </a:xfrm>
                    <a:custGeom>
                      <a:avLst/>
                      <a:gdLst>
                        <a:gd name="connsiteX0" fmla="*/ 17402 w 35213"/>
                        <a:gd name="connsiteY0" fmla="*/ 16850 h 32947"/>
                        <a:gd name="connsiteX1" fmla="*/ 35213 w 35213"/>
                        <a:gd name="connsiteY1" fmla="*/ 14088 h 32947"/>
                        <a:gd name="connsiteX2" fmla="*/ 31880 w 35213"/>
                        <a:gd name="connsiteY2" fmla="*/ 6277 h 32947"/>
                        <a:gd name="connsiteX3" fmla="*/ 7305 w 35213"/>
                        <a:gd name="connsiteY3" fmla="*/ 3610 h 32947"/>
                        <a:gd name="connsiteX4" fmla="*/ 3781 w 35213"/>
                        <a:gd name="connsiteY4" fmla="*/ 27899 h 32947"/>
                        <a:gd name="connsiteX5" fmla="*/ 10829 w 35213"/>
                        <a:gd name="connsiteY5" fmla="*/ 32947 h 32947"/>
                        <a:gd name="connsiteX6" fmla="*/ 17402 w 35213"/>
                        <a:gd name="connsiteY6" fmla="*/ 16850 h 32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13" h="32947">
                          <a:moveTo>
                            <a:pt x="17402" y="16850"/>
                          </a:moveTo>
                          <a:cubicBezTo>
                            <a:pt x="22736" y="12754"/>
                            <a:pt x="29498" y="12087"/>
                            <a:pt x="35213" y="14088"/>
                          </a:cubicBezTo>
                          <a:cubicBezTo>
                            <a:pt x="34832" y="11325"/>
                            <a:pt x="33785" y="8563"/>
                            <a:pt x="31880" y="6277"/>
                          </a:cubicBezTo>
                          <a:cubicBezTo>
                            <a:pt x="25974" y="-771"/>
                            <a:pt x="15401" y="-2200"/>
                            <a:pt x="7305" y="3610"/>
                          </a:cubicBezTo>
                          <a:cubicBezTo>
                            <a:pt x="-696" y="9420"/>
                            <a:pt x="-2506" y="20469"/>
                            <a:pt x="3781" y="27899"/>
                          </a:cubicBezTo>
                          <a:cubicBezTo>
                            <a:pt x="5686" y="30280"/>
                            <a:pt x="8162" y="31899"/>
                            <a:pt x="10829" y="32947"/>
                          </a:cubicBezTo>
                          <a:cubicBezTo>
                            <a:pt x="9877" y="27041"/>
                            <a:pt x="12163" y="20850"/>
                            <a:pt x="17402" y="1685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59" name="Forme libre : forme 12858">
                      <a:extLst>
                        <a:ext uri="{FF2B5EF4-FFF2-40B4-BE49-F238E27FC236}">
                          <a16:creationId xmlns:a16="http://schemas.microsoft.com/office/drawing/2014/main" id="{C5F70F0D-3A16-4BC4-824C-3773DAEAD7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9256" y="3857552"/>
                      <a:ext cx="16657" cy="14647"/>
                    </a:xfrm>
                    <a:custGeom>
                      <a:avLst/>
                      <a:gdLst>
                        <a:gd name="connsiteX0" fmla="*/ 5130 w 16657"/>
                        <a:gd name="connsiteY0" fmla="*/ 13820 h 14647"/>
                        <a:gd name="connsiteX1" fmla="*/ 654 w 16657"/>
                        <a:gd name="connsiteY1" fmla="*/ 3915 h 14647"/>
                        <a:gd name="connsiteX2" fmla="*/ 11607 w 16657"/>
                        <a:gd name="connsiteY2" fmla="*/ 866 h 14647"/>
                        <a:gd name="connsiteX3" fmla="*/ 15989 w 16657"/>
                        <a:gd name="connsiteY3" fmla="*/ 10677 h 14647"/>
                        <a:gd name="connsiteX4" fmla="*/ 5130 w 16657"/>
                        <a:gd name="connsiteY4" fmla="*/ 13820 h 146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57" h="14647">
                          <a:moveTo>
                            <a:pt x="5130" y="13820"/>
                          </a:moveTo>
                          <a:cubicBezTo>
                            <a:pt x="939" y="11915"/>
                            <a:pt x="-1156" y="7439"/>
                            <a:pt x="654" y="3915"/>
                          </a:cubicBezTo>
                          <a:cubicBezTo>
                            <a:pt x="2463" y="295"/>
                            <a:pt x="7321" y="-1039"/>
                            <a:pt x="11607" y="866"/>
                          </a:cubicBezTo>
                          <a:cubicBezTo>
                            <a:pt x="15798" y="2676"/>
                            <a:pt x="17799" y="7058"/>
                            <a:pt x="15989" y="10677"/>
                          </a:cubicBezTo>
                          <a:cubicBezTo>
                            <a:pt x="14179" y="14201"/>
                            <a:pt x="9321" y="15725"/>
                            <a:pt x="5130" y="1382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60" name="Forme libre : forme 12859">
                      <a:extLst>
                        <a:ext uri="{FF2B5EF4-FFF2-40B4-BE49-F238E27FC236}">
                          <a16:creationId xmlns:a16="http://schemas.microsoft.com/office/drawing/2014/main" id="{E58CAAF9-CC23-4853-9EFF-AE1BB95488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11785" y="3862255"/>
                      <a:ext cx="5769" cy="5615"/>
                    </a:xfrm>
                    <a:custGeom>
                      <a:avLst/>
                      <a:gdLst>
                        <a:gd name="connsiteX0" fmla="*/ 602 w 5769"/>
                        <a:gd name="connsiteY0" fmla="*/ 4641 h 5615"/>
                        <a:gd name="connsiteX1" fmla="*/ 1079 w 5769"/>
                        <a:gd name="connsiteY1" fmla="*/ 641 h 5615"/>
                        <a:gd name="connsiteX2" fmla="*/ 5174 w 5769"/>
                        <a:gd name="connsiteY2" fmla="*/ 1022 h 5615"/>
                        <a:gd name="connsiteX3" fmla="*/ 4603 w 5769"/>
                        <a:gd name="connsiteY3" fmla="*/ 4927 h 5615"/>
                        <a:gd name="connsiteX4" fmla="*/ 602 w 5769"/>
                        <a:gd name="connsiteY4" fmla="*/ 4641 h 5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9" h="5615">
                          <a:moveTo>
                            <a:pt x="602" y="4641"/>
                          </a:moveTo>
                          <a:cubicBezTo>
                            <a:pt x="-350" y="3403"/>
                            <a:pt x="-160" y="1688"/>
                            <a:pt x="1079" y="641"/>
                          </a:cubicBezTo>
                          <a:cubicBezTo>
                            <a:pt x="2317" y="-312"/>
                            <a:pt x="4222" y="-216"/>
                            <a:pt x="5174" y="1022"/>
                          </a:cubicBezTo>
                          <a:cubicBezTo>
                            <a:pt x="6127" y="2165"/>
                            <a:pt x="5936" y="3975"/>
                            <a:pt x="4603" y="4927"/>
                          </a:cubicBezTo>
                          <a:cubicBezTo>
                            <a:pt x="3365" y="5975"/>
                            <a:pt x="1555" y="5784"/>
                            <a:pt x="602" y="46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861" name="Graphique 5">
                    <a:extLst>
                      <a:ext uri="{FF2B5EF4-FFF2-40B4-BE49-F238E27FC236}">
                        <a16:creationId xmlns:a16="http://schemas.microsoft.com/office/drawing/2014/main" id="{E201553C-57C9-4994-BEED-14CF0A3B3EA7}"/>
                      </a:ext>
                    </a:extLst>
                  </p:cNvPr>
                  <p:cNvGrpSpPr/>
                  <p:nvPr/>
                </p:nvGrpSpPr>
                <p:grpSpPr>
                  <a:xfrm>
                    <a:off x="2458942" y="3835571"/>
                    <a:ext cx="35391" cy="35214"/>
                    <a:chOff x="2458942" y="3835571"/>
                    <a:chExt cx="35391" cy="35214"/>
                  </a:xfrm>
                  <a:solidFill>
                    <a:schemeClr val="accent1"/>
                  </a:solidFill>
                </p:grpSpPr>
                <p:sp>
                  <p:nvSpPr>
                    <p:cNvPr id="12862" name="Forme libre : forme 12861">
                      <a:extLst>
                        <a:ext uri="{FF2B5EF4-FFF2-40B4-BE49-F238E27FC236}">
                          <a16:creationId xmlns:a16="http://schemas.microsoft.com/office/drawing/2014/main" id="{07355228-4A4C-4948-9E8B-565936F8F1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8942" y="3835571"/>
                      <a:ext cx="35391" cy="35214"/>
                    </a:xfrm>
                    <a:custGeom>
                      <a:avLst/>
                      <a:gdLst>
                        <a:gd name="connsiteX0" fmla="*/ 3440 w 35391"/>
                        <a:gd name="connsiteY0" fmla="*/ 28181 h 35214"/>
                        <a:gd name="connsiteX1" fmla="*/ 7345 w 35391"/>
                        <a:gd name="connsiteY1" fmla="*/ 3321 h 35214"/>
                        <a:gd name="connsiteX2" fmla="*/ 32110 w 35391"/>
                        <a:gd name="connsiteY2" fmla="*/ 6940 h 35214"/>
                        <a:gd name="connsiteX3" fmla="*/ 28300 w 35391"/>
                        <a:gd name="connsiteY3" fmla="*/ 31420 h 35214"/>
                        <a:gd name="connsiteX4" fmla="*/ 3440 w 35391"/>
                        <a:gd name="connsiteY4" fmla="*/ 28181 h 35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91" h="35214">
                          <a:moveTo>
                            <a:pt x="3440" y="28181"/>
                          </a:moveTo>
                          <a:cubicBezTo>
                            <a:pt x="-2371" y="20180"/>
                            <a:pt x="-656" y="8941"/>
                            <a:pt x="7345" y="3321"/>
                          </a:cubicBezTo>
                          <a:cubicBezTo>
                            <a:pt x="15346" y="-2299"/>
                            <a:pt x="26490" y="-584"/>
                            <a:pt x="32110" y="6940"/>
                          </a:cubicBezTo>
                          <a:cubicBezTo>
                            <a:pt x="37730" y="14560"/>
                            <a:pt x="35920" y="25419"/>
                            <a:pt x="28300" y="31420"/>
                          </a:cubicBezTo>
                          <a:cubicBezTo>
                            <a:pt x="20680" y="37420"/>
                            <a:pt x="9155" y="36277"/>
                            <a:pt x="3440" y="2818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63" name="Forme libre : forme 12862">
                      <a:extLst>
                        <a:ext uri="{FF2B5EF4-FFF2-40B4-BE49-F238E27FC236}">
                          <a16:creationId xmlns:a16="http://schemas.microsoft.com/office/drawing/2014/main" id="{4BED48C9-1733-46C3-80F8-394838FCDD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8942" y="3835598"/>
                      <a:ext cx="35253" cy="33774"/>
                    </a:xfrm>
                    <a:custGeom>
                      <a:avLst/>
                      <a:gdLst>
                        <a:gd name="connsiteX0" fmla="*/ 17441 w 35253"/>
                        <a:gd name="connsiteY0" fmla="*/ 17296 h 33774"/>
                        <a:gd name="connsiteX1" fmla="*/ 35253 w 35253"/>
                        <a:gd name="connsiteY1" fmla="*/ 15296 h 33774"/>
                        <a:gd name="connsiteX2" fmla="*/ 32110 w 35253"/>
                        <a:gd name="connsiteY2" fmla="*/ 7009 h 33774"/>
                        <a:gd name="connsiteX3" fmla="*/ 7345 w 35253"/>
                        <a:gd name="connsiteY3" fmla="*/ 3389 h 33774"/>
                        <a:gd name="connsiteX4" fmla="*/ 3440 w 35253"/>
                        <a:gd name="connsiteY4" fmla="*/ 28250 h 33774"/>
                        <a:gd name="connsiteX5" fmla="*/ 10298 w 35253"/>
                        <a:gd name="connsiteY5" fmla="*/ 33774 h 33774"/>
                        <a:gd name="connsiteX6" fmla="*/ 17441 w 35253"/>
                        <a:gd name="connsiteY6" fmla="*/ 17296 h 33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53" h="33774">
                          <a:moveTo>
                            <a:pt x="17441" y="17296"/>
                          </a:moveTo>
                          <a:cubicBezTo>
                            <a:pt x="22871" y="13295"/>
                            <a:pt x="29729" y="12819"/>
                            <a:pt x="35253" y="15296"/>
                          </a:cubicBezTo>
                          <a:cubicBezTo>
                            <a:pt x="34967" y="12343"/>
                            <a:pt x="34015" y="9486"/>
                            <a:pt x="32110" y="7009"/>
                          </a:cubicBezTo>
                          <a:cubicBezTo>
                            <a:pt x="26490" y="-611"/>
                            <a:pt x="15346" y="-2326"/>
                            <a:pt x="7345" y="3389"/>
                          </a:cubicBezTo>
                          <a:cubicBezTo>
                            <a:pt x="-656" y="9009"/>
                            <a:pt x="-2371" y="20249"/>
                            <a:pt x="3440" y="28250"/>
                          </a:cubicBezTo>
                          <a:cubicBezTo>
                            <a:pt x="5249" y="30821"/>
                            <a:pt x="7726" y="32631"/>
                            <a:pt x="10298" y="33774"/>
                          </a:cubicBezTo>
                          <a:cubicBezTo>
                            <a:pt x="9631" y="27488"/>
                            <a:pt x="12107" y="21201"/>
                            <a:pt x="17441" y="1729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64" name="Forme libre : forme 12863">
                      <a:extLst>
                        <a:ext uri="{FF2B5EF4-FFF2-40B4-BE49-F238E27FC236}">
                          <a16:creationId xmlns:a16="http://schemas.microsoft.com/office/drawing/2014/main" id="{E3FE86F9-DE17-4BBD-AA82-CF6C1F1088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4672" y="3851903"/>
                      <a:ext cx="16563" cy="15322"/>
                    </a:xfrm>
                    <a:custGeom>
                      <a:avLst/>
                      <a:gdLst>
                        <a:gd name="connsiteX0" fmla="*/ 4853 w 16563"/>
                        <a:gd name="connsiteY0" fmla="*/ 14326 h 15322"/>
                        <a:gd name="connsiteX1" fmla="*/ 757 w 16563"/>
                        <a:gd name="connsiteY1" fmla="*/ 3754 h 15322"/>
                        <a:gd name="connsiteX2" fmla="*/ 11711 w 16563"/>
                        <a:gd name="connsiteY2" fmla="*/ 1087 h 15322"/>
                        <a:gd name="connsiteX3" fmla="*/ 15806 w 16563"/>
                        <a:gd name="connsiteY3" fmla="*/ 11469 h 15322"/>
                        <a:gd name="connsiteX4" fmla="*/ 4853 w 16563"/>
                        <a:gd name="connsiteY4" fmla="*/ 14326 h 153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63" h="15322">
                          <a:moveTo>
                            <a:pt x="4853" y="14326"/>
                          </a:moveTo>
                          <a:cubicBezTo>
                            <a:pt x="662" y="12231"/>
                            <a:pt x="-1148" y="7468"/>
                            <a:pt x="757" y="3754"/>
                          </a:cubicBezTo>
                          <a:cubicBezTo>
                            <a:pt x="2662" y="134"/>
                            <a:pt x="7615" y="-1104"/>
                            <a:pt x="11711" y="1087"/>
                          </a:cubicBezTo>
                          <a:cubicBezTo>
                            <a:pt x="15902" y="3182"/>
                            <a:pt x="17711" y="7850"/>
                            <a:pt x="15806" y="11469"/>
                          </a:cubicBezTo>
                          <a:cubicBezTo>
                            <a:pt x="13901" y="15088"/>
                            <a:pt x="8948" y="16422"/>
                            <a:pt x="4853" y="1432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65" name="Forme libre : forme 12864">
                      <a:extLst>
                        <a:ext uri="{FF2B5EF4-FFF2-40B4-BE49-F238E27FC236}">
                          <a16:creationId xmlns:a16="http://schemas.microsoft.com/office/drawing/2014/main" id="{EC7C042C-C011-4E91-926B-BAE47B23C7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7060" y="3857252"/>
                      <a:ext cx="5884" cy="5829"/>
                    </a:xfrm>
                    <a:custGeom>
                      <a:avLst/>
                      <a:gdLst>
                        <a:gd name="connsiteX0" fmla="*/ 561 w 5884"/>
                        <a:gd name="connsiteY0" fmla="*/ 4691 h 5829"/>
                        <a:gd name="connsiteX1" fmla="*/ 1228 w 5884"/>
                        <a:gd name="connsiteY1" fmla="*/ 595 h 5829"/>
                        <a:gd name="connsiteX2" fmla="*/ 5323 w 5884"/>
                        <a:gd name="connsiteY2" fmla="*/ 1167 h 5829"/>
                        <a:gd name="connsiteX3" fmla="*/ 4657 w 5884"/>
                        <a:gd name="connsiteY3" fmla="*/ 5263 h 5829"/>
                        <a:gd name="connsiteX4" fmla="*/ 561 w 5884"/>
                        <a:gd name="connsiteY4" fmla="*/ 4691 h 5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4" h="5829">
                          <a:moveTo>
                            <a:pt x="561" y="4691"/>
                          </a:moveTo>
                          <a:cubicBezTo>
                            <a:pt x="-392" y="3453"/>
                            <a:pt x="-106" y="1548"/>
                            <a:pt x="1228" y="595"/>
                          </a:cubicBezTo>
                          <a:cubicBezTo>
                            <a:pt x="2561" y="-357"/>
                            <a:pt x="4371" y="-167"/>
                            <a:pt x="5323" y="1167"/>
                          </a:cubicBezTo>
                          <a:cubicBezTo>
                            <a:pt x="6276" y="2405"/>
                            <a:pt x="5990" y="4310"/>
                            <a:pt x="4657" y="5263"/>
                          </a:cubicBezTo>
                          <a:cubicBezTo>
                            <a:pt x="3323" y="6215"/>
                            <a:pt x="1513" y="5929"/>
                            <a:pt x="561" y="46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866" name="Graphique 5">
                  <a:extLst>
                    <a:ext uri="{FF2B5EF4-FFF2-40B4-BE49-F238E27FC236}">
                      <a16:creationId xmlns:a16="http://schemas.microsoft.com/office/drawing/2014/main" id="{685C6379-1E82-4A2C-A8DB-55001B14BEC3}"/>
                    </a:ext>
                  </a:extLst>
                </p:cNvPr>
                <p:cNvGrpSpPr/>
                <p:nvPr/>
              </p:nvGrpSpPr>
              <p:grpSpPr>
                <a:xfrm>
                  <a:off x="2376347" y="3919792"/>
                  <a:ext cx="105798" cy="60850"/>
                  <a:chOff x="2376347" y="3919792"/>
                  <a:chExt cx="105798" cy="60850"/>
                </a:xfrm>
                <a:solidFill>
                  <a:schemeClr val="accent1"/>
                </a:solidFill>
              </p:grpSpPr>
              <p:grpSp>
                <p:nvGrpSpPr>
                  <p:cNvPr id="12867" name="Graphique 5">
                    <a:extLst>
                      <a:ext uri="{FF2B5EF4-FFF2-40B4-BE49-F238E27FC236}">
                        <a16:creationId xmlns:a16="http://schemas.microsoft.com/office/drawing/2014/main" id="{276FEA97-0380-4207-B78A-E929987429AD}"/>
                      </a:ext>
                    </a:extLst>
                  </p:cNvPr>
                  <p:cNvGrpSpPr/>
                  <p:nvPr/>
                </p:nvGrpSpPr>
                <p:grpSpPr>
                  <a:xfrm>
                    <a:off x="2445982" y="3943304"/>
                    <a:ext cx="36164" cy="37338"/>
                    <a:chOff x="2445982" y="3943304"/>
                    <a:chExt cx="36164" cy="37338"/>
                  </a:xfrm>
                  <a:solidFill>
                    <a:schemeClr val="accent1"/>
                  </a:solidFill>
                </p:grpSpPr>
                <p:sp>
                  <p:nvSpPr>
                    <p:cNvPr id="12868" name="Forme libre : forme 12867">
                      <a:extLst>
                        <a:ext uri="{FF2B5EF4-FFF2-40B4-BE49-F238E27FC236}">
                          <a16:creationId xmlns:a16="http://schemas.microsoft.com/office/drawing/2014/main" id="{1534ACE3-F1A4-4CF4-95E4-653622BDB2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6018" y="3943304"/>
                      <a:ext cx="36127" cy="37338"/>
                    </a:xfrm>
                    <a:custGeom>
                      <a:avLst/>
                      <a:gdLst>
                        <a:gd name="connsiteX0" fmla="*/ 5124 w 36127"/>
                        <a:gd name="connsiteY0" fmla="*/ 31129 h 37338"/>
                        <a:gd name="connsiteX1" fmla="*/ 5600 w 36127"/>
                        <a:gd name="connsiteY1" fmla="*/ 4459 h 37338"/>
                        <a:gd name="connsiteX2" fmla="*/ 31032 w 36127"/>
                        <a:gd name="connsiteY2" fmla="*/ 6364 h 37338"/>
                        <a:gd name="connsiteX3" fmla="*/ 30936 w 36127"/>
                        <a:gd name="connsiteY3" fmla="*/ 32367 h 37338"/>
                        <a:gd name="connsiteX4" fmla="*/ 5124 w 36127"/>
                        <a:gd name="connsiteY4" fmla="*/ 31129 h 37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127" h="37338">
                          <a:moveTo>
                            <a:pt x="5124" y="31129"/>
                          </a:moveTo>
                          <a:cubicBezTo>
                            <a:pt x="-1925" y="23223"/>
                            <a:pt x="-1639" y="11126"/>
                            <a:pt x="5600" y="4459"/>
                          </a:cubicBezTo>
                          <a:cubicBezTo>
                            <a:pt x="12934" y="-2209"/>
                            <a:pt x="24364" y="-1256"/>
                            <a:pt x="31032" y="6364"/>
                          </a:cubicBezTo>
                          <a:cubicBezTo>
                            <a:pt x="37699" y="13984"/>
                            <a:pt x="37985" y="25319"/>
                            <a:pt x="30936" y="32367"/>
                          </a:cubicBezTo>
                          <a:cubicBezTo>
                            <a:pt x="23983" y="39415"/>
                            <a:pt x="12458" y="38939"/>
                            <a:pt x="5124" y="3112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69" name="Forme libre : forme 12868">
                      <a:extLst>
                        <a:ext uri="{FF2B5EF4-FFF2-40B4-BE49-F238E27FC236}">
                          <a16:creationId xmlns:a16="http://schemas.microsoft.com/office/drawing/2014/main" id="{8EEE9E7F-1345-4F92-80C2-E8BB168A2E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5982" y="3943400"/>
                      <a:ext cx="35449" cy="36272"/>
                    </a:xfrm>
                    <a:custGeom>
                      <a:avLst/>
                      <a:gdLst>
                        <a:gd name="connsiteX0" fmla="*/ 17638 w 35449"/>
                        <a:gd name="connsiteY0" fmla="*/ 18460 h 36272"/>
                        <a:gd name="connsiteX1" fmla="*/ 35450 w 35449"/>
                        <a:gd name="connsiteY1" fmla="*/ 14841 h 36272"/>
                        <a:gd name="connsiteX2" fmla="*/ 31068 w 35449"/>
                        <a:gd name="connsiteY2" fmla="*/ 6364 h 36272"/>
                        <a:gd name="connsiteX3" fmla="*/ 5636 w 35449"/>
                        <a:gd name="connsiteY3" fmla="*/ 4459 h 36272"/>
                        <a:gd name="connsiteX4" fmla="*/ 5160 w 35449"/>
                        <a:gd name="connsiteY4" fmla="*/ 31129 h 36272"/>
                        <a:gd name="connsiteX5" fmla="*/ 13161 w 35449"/>
                        <a:gd name="connsiteY5" fmla="*/ 36272 h 36272"/>
                        <a:gd name="connsiteX6" fmla="*/ 17638 w 35449"/>
                        <a:gd name="connsiteY6" fmla="*/ 18460 h 36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49" h="36272">
                          <a:moveTo>
                            <a:pt x="17638" y="18460"/>
                          </a:moveTo>
                          <a:cubicBezTo>
                            <a:pt x="22591" y="13793"/>
                            <a:pt x="29258" y="12841"/>
                            <a:pt x="35450" y="14841"/>
                          </a:cubicBezTo>
                          <a:cubicBezTo>
                            <a:pt x="34592" y="11888"/>
                            <a:pt x="33259" y="8935"/>
                            <a:pt x="31068" y="6364"/>
                          </a:cubicBezTo>
                          <a:cubicBezTo>
                            <a:pt x="24401" y="-1256"/>
                            <a:pt x="12971" y="-2209"/>
                            <a:pt x="5636" y="4459"/>
                          </a:cubicBezTo>
                          <a:cubicBezTo>
                            <a:pt x="-1603" y="11031"/>
                            <a:pt x="-1984" y="23128"/>
                            <a:pt x="5160" y="31129"/>
                          </a:cubicBezTo>
                          <a:cubicBezTo>
                            <a:pt x="7446" y="33605"/>
                            <a:pt x="10304" y="35224"/>
                            <a:pt x="13161" y="36272"/>
                          </a:cubicBezTo>
                          <a:cubicBezTo>
                            <a:pt x="11351" y="29890"/>
                            <a:pt x="12780" y="23032"/>
                            <a:pt x="17638" y="1846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70" name="Forme libre : forme 12869">
                      <a:extLst>
                        <a:ext uri="{FF2B5EF4-FFF2-40B4-BE49-F238E27FC236}">
                          <a16:creationId xmlns:a16="http://schemas.microsoft.com/office/drawing/2014/main" id="{8860A44B-31D7-4D94-98B9-AA15732DDD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2566" y="3961159"/>
                      <a:ext cx="17295" cy="15939"/>
                    </a:xfrm>
                    <a:custGeom>
                      <a:avLst/>
                      <a:gdLst>
                        <a:gd name="connsiteX0" fmla="*/ 6291 w 17295"/>
                        <a:gd name="connsiteY0" fmla="*/ 15179 h 15939"/>
                        <a:gd name="connsiteX1" fmla="*/ 386 w 17295"/>
                        <a:gd name="connsiteY1" fmla="*/ 4511 h 15939"/>
                        <a:gd name="connsiteX2" fmla="*/ 11054 w 17295"/>
                        <a:gd name="connsiteY2" fmla="*/ 796 h 15939"/>
                        <a:gd name="connsiteX3" fmla="*/ 16959 w 17295"/>
                        <a:gd name="connsiteY3" fmla="*/ 11274 h 15939"/>
                        <a:gd name="connsiteX4" fmla="*/ 6291 w 17295"/>
                        <a:gd name="connsiteY4" fmla="*/ 15179 h 15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95" h="15939">
                          <a:moveTo>
                            <a:pt x="6291" y="15179"/>
                          </a:moveTo>
                          <a:cubicBezTo>
                            <a:pt x="1624" y="13369"/>
                            <a:pt x="-1043" y="8607"/>
                            <a:pt x="386" y="4511"/>
                          </a:cubicBezTo>
                          <a:cubicBezTo>
                            <a:pt x="1814" y="511"/>
                            <a:pt x="6577" y="-1108"/>
                            <a:pt x="11054" y="796"/>
                          </a:cubicBezTo>
                          <a:cubicBezTo>
                            <a:pt x="15530" y="2702"/>
                            <a:pt x="18293" y="7273"/>
                            <a:pt x="16959" y="11274"/>
                          </a:cubicBezTo>
                          <a:cubicBezTo>
                            <a:pt x="15626" y="15275"/>
                            <a:pt x="10863" y="17084"/>
                            <a:pt x="6291" y="1517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71" name="Forme libre : forme 12870">
                      <a:extLst>
                        <a:ext uri="{FF2B5EF4-FFF2-40B4-BE49-F238E27FC236}">
                          <a16:creationId xmlns:a16="http://schemas.microsoft.com/office/drawing/2014/main" id="{8766D7E9-0D2D-44B9-89EE-A5303B1456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5571" y="3966107"/>
                      <a:ext cx="6003" cy="6078"/>
                    </a:xfrm>
                    <a:custGeom>
                      <a:avLst/>
                      <a:gdLst>
                        <a:gd name="connsiteX0" fmla="*/ 906 w 6003"/>
                        <a:gd name="connsiteY0" fmla="*/ 5087 h 6078"/>
                        <a:gd name="connsiteX1" fmla="*/ 811 w 6003"/>
                        <a:gd name="connsiteY1" fmla="*/ 801 h 6078"/>
                        <a:gd name="connsiteX2" fmla="*/ 5097 w 6003"/>
                        <a:gd name="connsiteY2" fmla="*/ 991 h 6078"/>
                        <a:gd name="connsiteX3" fmla="*/ 5193 w 6003"/>
                        <a:gd name="connsiteY3" fmla="*/ 5278 h 6078"/>
                        <a:gd name="connsiteX4" fmla="*/ 906 w 6003"/>
                        <a:gd name="connsiteY4" fmla="*/ 5087 h 6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03" h="6078">
                          <a:moveTo>
                            <a:pt x="906" y="5087"/>
                          </a:moveTo>
                          <a:cubicBezTo>
                            <a:pt x="-237" y="3849"/>
                            <a:pt x="-332" y="1944"/>
                            <a:pt x="811" y="801"/>
                          </a:cubicBezTo>
                          <a:cubicBezTo>
                            <a:pt x="1954" y="-342"/>
                            <a:pt x="3859" y="-247"/>
                            <a:pt x="5097" y="991"/>
                          </a:cubicBezTo>
                          <a:cubicBezTo>
                            <a:pt x="6240" y="2230"/>
                            <a:pt x="6336" y="4135"/>
                            <a:pt x="5193" y="5278"/>
                          </a:cubicBezTo>
                          <a:cubicBezTo>
                            <a:pt x="3954" y="6421"/>
                            <a:pt x="2049" y="6325"/>
                            <a:pt x="906" y="508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872" name="Graphique 5">
                    <a:extLst>
                      <a:ext uri="{FF2B5EF4-FFF2-40B4-BE49-F238E27FC236}">
                        <a16:creationId xmlns:a16="http://schemas.microsoft.com/office/drawing/2014/main" id="{7B497B6B-34F5-46B0-8A97-B58E7EA2F1BA}"/>
                      </a:ext>
                    </a:extLst>
                  </p:cNvPr>
                  <p:cNvGrpSpPr/>
                  <p:nvPr/>
                </p:nvGrpSpPr>
                <p:grpSpPr>
                  <a:xfrm>
                    <a:off x="2412408" y="3926548"/>
                    <a:ext cx="36504" cy="38028"/>
                    <a:chOff x="2412408" y="3926548"/>
                    <a:chExt cx="36504" cy="38028"/>
                  </a:xfrm>
                  <a:solidFill>
                    <a:schemeClr val="accent1"/>
                  </a:solidFill>
                </p:grpSpPr>
                <p:sp>
                  <p:nvSpPr>
                    <p:cNvPr id="12873" name="Forme libre : forme 12872">
                      <a:extLst>
                        <a:ext uri="{FF2B5EF4-FFF2-40B4-BE49-F238E27FC236}">
                          <a16:creationId xmlns:a16="http://schemas.microsoft.com/office/drawing/2014/main" id="{83DDAE35-610C-49D0-A65C-AFCD50A2EB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2442" y="3926548"/>
                      <a:ext cx="36470" cy="38028"/>
                    </a:xfrm>
                    <a:custGeom>
                      <a:avLst/>
                      <a:gdLst>
                        <a:gd name="connsiteX0" fmla="*/ 5077 w 36470"/>
                        <a:gd name="connsiteY0" fmla="*/ 30930 h 38028"/>
                        <a:gd name="connsiteX1" fmla="*/ 6029 w 36470"/>
                        <a:gd name="connsiteY1" fmla="*/ 3975 h 38028"/>
                        <a:gd name="connsiteX2" fmla="*/ 31556 w 36470"/>
                        <a:gd name="connsiteY2" fmla="*/ 7118 h 38028"/>
                        <a:gd name="connsiteX3" fmla="*/ 30794 w 36470"/>
                        <a:gd name="connsiteY3" fmla="*/ 33597 h 38028"/>
                        <a:gd name="connsiteX4" fmla="*/ 5077 w 36470"/>
                        <a:gd name="connsiteY4" fmla="*/ 30930 h 380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70" h="38028">
                          <a:moveTo>
                            <a:pt x="5077" y="30930"/>
                          </a:moveTo>
                          <a:cubicBezTo>
                            <a:pt x="-2162" y="22739"/>
                            <a:pt x="-1495" y="10451"/>
                            <a:pt x="6029" y="3975"/>
                          </a:cubicBezTo>
                          <a:cubicBezTo>
                            <a:pt x="13649" y="-2502"/>
                            <a:pt x="24794" y="-788"/>
                            <a:pt x="31556" y="7118"/>
                          </a:cubicBezTo>
                          <a:cubicBezTo>
                            <a:pt x="38414" y="15024"/>
                            <a:pt x="38033" y="26739"/>
                            <a:pt x="30794" y="33597"/>
                          </a:cubicBezTo>
                          <a:cubicBezTo>
                            <a:pt x="23651" y="40360"/>
                            <a:pt x="12125" y="39312"/>
                            <a:pt x="5077" y="3093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74" name="Forme libre : forme 12873">
                      <a:extLst>
                        <a:ext uri="{FF2B5EF4-FFF2-40B4-BE49-F238E27FC236}">
                          <a16:creationId xmlns:a16="http://schemas.microsoft.com/office/drawing/2014/main" id="{525464FE-0427-41B1-86AA-49DC2B57F1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2408" y="3926548"/>
                      <a:ext cx="35971" cy="36549"/>
                    </a:xfrm>
                    <a:custGeom>
                      <a:avLst/>
                      <a:gdLst>
                        <a:gd name="connsiteX0" fmla="*/ 17969 w 35971"/>
                        <a:gd name="connsiteY0" fmla="*/ 18738 h 36549"/>
                        <a:gd name="connsiteX1" fmla="*/ 35972 w 35971"/>
                        <a:gd name="connsiteY1" fmla="*/ 15881 h 36549"/>
                        <a:gd name="connsiteX2" fmla="*/ 31590 w 35971"/>
                        <a:gd name="connsiteY2" fmla="*/ 7118 h 36549"/>
                        <a:gd name="connsiteX3" fmla="*/ 6063 w 35971"/>
                        <a:gd name="connsiteY3" fmla="*/ 3975 h 36549"/>
                        <a:gd name="connsiteX4" fmla="*/ 5111 w 35971"/>
                        <a:gd name="connsiteY4" fmla="*/ 30930 h 36549"/>
                        <a:gd name="connsiteX5" fmla="*/ 12921 w 35971"/>
                        <a:gd name="connsiteY5" fmla="*/ 36550 h 36549"/>
                        <a:gd name="connsiteX6" fmla="*/ 17969 w 35971"/>
                        <a:gd name="connsiteY6" fmla="*/ 18738 h 36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971" h="36549">
                          <a:moveTo>
                            <a:pt x="17969" y="18738"/>
                          </a:moveTo>
                          <a:cubicBezTo>
                            <a:pt x="23018" y="14261"/>
                            <a:pt x="29971" y="13500"/>
                            <a:pt x="35972" y="15881"/>
                          </a:cubicBezTo>
                          <a:cubicBezTo>
                            <a:pt x="35305" y="12737"/>
                            <a:pt x="33876" y="9785"/>
                            <a:pt x="31590" y="7118"/>
                          </a:cubicBezTo>
                          <a:cubicBezTo>
                            <a:pt x="24732" y="-788"/>
                            <a:pt x="13683" y="-2502"/>
                            <a:pt x="6063" y="3975"/>
                          </a:cubicBezTo>
                          <a:cubicBezTo>
                            <a:pt x="-1557" y="10451"/>
                            <a:pt x="-2128" y="22739"/>
                            <a:pt x="5111" y="30930"/>
                          </a:cubicBezTo>
                          <a:cubicBezTo>
                            <a:pt x="7397" y="33597"/>
                            <a:pt x="10063" y="35407"/>
                            <a:pt x="12921" y="36550"/>
                          </a:cubicBezTo>
                          <a:cubicBezTo>
                            <a:pt x="11397" y="29978"/>
                            <a:pt x="13016" y="23120"/>
                            <a:pt x="17969" y="1873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75" name="Forme libre : forme 12874">
                      <a:extLst>
                        <a:ext uri="{FF2B5EF4-FFF2-40B4-BE49-F238E27FC236}">
                          <a16:creationId xmlns:a16="http://schemas.microsoft.com/office/drawing/2014/main" id="{BF50C330-513A-4D50-B0FA-EC4D7F0859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9029" y="3944516"/>
                      <a:ext cx="17277" cy="16265"/>
                    </a:xfrm>
                    <a:custGeom>
                      <a:avLst/>
                      <a:gdLst>
                        <a:gd name="connsiteX0" fmla="*/ 6110 w 17277"/>
                        <a:gd name="connsiteY0" fmla="*/ 15344 h 16265"/>
                        <a:gd name="connsiteX1" fmla="*/ 395 w 17277"/>
                        <a:gd name="connsiteY1" fmla="*/ 4295 h 16265"/>
                        <a:gd name="connsiteX2" fmla="*/ 11253 w 17277"/>
                        <a:gd name="connsiteY2" fmla="*/ 961 h 16265"/>
                        <a:gd name="connsiteX3" fmla="*/ 16873 w 17277"/>
                        <a:gd name="connsiteY3" fmla="*/ 11915 h 16265"/>
                        <a:gd name="connsiteX4" fmla="*/ 6110 w 17277"/>
                        <a:gd name="connsiteY4" fmla="*/ 15344 h 16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77" h="16265">
                          <a:moveTo>
                            <a:pt x="6110" y="15344"/>
                          </a:moveTo>
                          <a:cubicBezTo>
                            <a:pt x="1538" y="13248"/>
                            <a:pt x="-1034" y="8200"/>
                            <a:pt x="395" y="4295"/>
                          </a:cubicBezTo>
                          <a:cubicBezTo>
                            <a:pt x="1824" y="294"/>
                            <a:pt x="6777" y="-1134"/>
                            <a:pt x="11253" y="961"/>
                          </a:cubicBezTo>
                          <a:cubicBezTo>
                            <a:pt x="15825" y="3056"/>
                            <a:pt x="18302" y="7914"/>
                            <a:pt x="16873" y="11915"/>
                          </a:cubicBezTo>
                          <a:cubicBezTo>
                            <a:pt x="15540" y="15820"/>
                            <a:pt x="10682" y="17439"/>
                            <a:pt x="6110" y="1534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76" name="Forme libre : forme 12875">
                      <a:extLst>
                        <a:ext uri="{FF2B5EF4-FFF2-40B4-BE49-F238E27FC236}">
                          <a16:creationId xmlns:a16="http://schemas.microsoft.com/office/drawing/2014/main" id="{AC89F9F3-1052-4F44-B597-1F5D196AF7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2103" y="3949845"/>
                      <a:ext cx="6072" cy="6154"/>
                    </a:xfrm>
                    <a:custGeom>
                      <a:avLst/>
                      <a:gdLst>
                        <a:gd name="connsiteX0" fmla="*/ 846 w 6072"/>
                        <a:gd name="connsiteY0" fmla="*/ 5062 h 6154"/>
                        <a:gd name="connsiteX1" fmla="*/ 941 w 6072"/>
                        <a:gd name="connsiteY1" fmla="*/ 680 h 6154"/>
                        <a:gd name="connsiteX2" fmla="*/ 5227 w 6072"/>
                        <a:gd name="connsiteY2" fmla="*/ 1061 h 6154"/>
                        <a:gd name="connsiteX3" fmla="*/ 5132 w 6072"/>
                        <a:gd name="connsiteY3" fmla="*/ 5443 h 6154"/>
                        <a:gd name="connsiteX4" fmla="*/ 846 w 6072"/>
                        <a:gd name="connsiteY4" fmla="*/ 5062 h 6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2" h="6154">
                          <a:moveTo>
                            <a:pt x="846" y="5062"/>
                          </a:moveTo>
                          <a:cubicBezTo>
                            <a:pt x="-297" y="3728"/>
                            <a:pt x="-297" y="1728"/>
                            <a:pt x="941" y="680"/>
                          </a:cubicBezTo>
                          <a:cubicBezTo>
                            <a:pt x="2179" y="-368"/>
                            <a:pt x="4084" y="-177"/>
                            <a:pt x="5227" y="1061"/>
                          </a:cubicBezTo>
                          <a:cubicBezTo>
                            <a:pt x="6370" y="2299"/>
                            <a:pt x="6370" y="4395"/>
                            <a:pt x="5132" y="5443"/>
                          </a:cubicBezTo>
                          <a:cubicBezTo>
                            <a:pt x="3894" y="6490"/>
                            <a:pt x="1989" y="6395"/>
                            <a:pt x="846" y="506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877" name="Graphique 5">
                    <a:extLst>
                      <a:ext uri="{FF2B5EF4-FFF2-40B4-BE49-F238E27FC236}">
                        <a16:creationId xmlns:a16="http://schemas.microsoft.com/office/drawing/2014/main" id="{E21F14DC-8FEB-42CB-8E32-C8E8157CE9F2}"/>
                      </a:ext>
                    </a:extLst>
                  </p:cNvPr>
                  <p:cNvGrpSpPr/>
                  <p:nvPr/>
                </p:nvGrpSpPr>
                <p:grpSpPr>
                  <a:xfrm>
                    <a:off x="2376347" y="3919792"/>
                    <a:ext cx="36481" cy="39226"/>
                    <a:chOff x="2376347" y="3919792"/>
                    <a:chExt cx="36481" cy="39226"/>
                  </a:xfrm>
                  <a:solidFill>
                    <a:schemeClr val="accent1"/>
                  </a:solidFill>
                </p:grpSpPr>
                <p:sp>
                  <p:nvSpPr>
                    <p:cNvPr id="12878" name="Forme libre : forme 12877">
                      <a:extLst>
                        <a:ext uri="{FF2B5EF4-FFF2-40B4-BE49-F238E27FC236}">
                          <a16:creationId xmlns:a16="http://schemas.microsoft.com/office/drawing/2014/main" id="{CC304AAB-6C18-4CE9-8A39-448E40FE74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6347" y="3919792"/>
                      <a:ext cx="36481" cy="39226"/>
                    </a:xfrm>
                    <a:custGeom>
                      <a:avLst/>
                      <a:gdLst>
                        <a:gd name="connsiteX0" fmla="*/ 4786 w 36481"/>
                        <a:gd name="connsiteY0" fmla="*/ 31305 h 39226"/>
                        <a:gd name="connsiteX1" fmla="*/ 6119 w 36481"/>
                        <a:gd name="connsiteY1" fmla="*/ 3682 h 39226"/>
                        <a:gd name="connsiteX2" fmla="*/ 31932 w 36481"/>
                        <a:gd name="connsiteY2" fmla="*/ 7873 h 39226"/>
                        <a:gd name="connsiteX3" fmla="*/ 30694 w 36481"/>
                        <a:gd name="connsiteY3" fmla="*/ 35115 h 39226"/>
                        <a:gd name="connsiteX4" fmla="*/ 4786 w 36481"/>
                        <a:gd name="connsiteY4" fmla="*/ 31305 h 39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81" h="39226">
                          <a:moveTo>
                            <a:pt x="4786" y="31305"/>
                          </a:moveTo>
                          <a:cubicBezTo>
                            <a:pt x="-2072" y="22446"/>
                            <a:pt x="-1501" y="9969"/>
                            <a:pt x="6119" y="3682"/>
                          </a:cubicBezTo>
                          <a:cubicBezTo>
                            <a:pt x="13740" y="-2604"/>
                            <a:pt x="25360" y="-604"/>
                            <a:pt x="31932" y="7873"/>
                          </a:cubicBezTo>
                          <a:cubicBezTo>
                            <a:pt x="38505" y="16351"/>
                            <a:pt x="37838" y="28543"/>
                            <a:pt x="30694" y="35115"/>
                          </a:cubicBezTo>
                          <a:cubicBezTo>
                            <a:pt x="23455" y="41687"/>
                            <a:pt x="11549" y="40353"/>
                            <a:pt x="4786" y="3130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79" name="Forme libre : forme 12878">
                      <a:extLst>
                        <a:ext uri="{FF2B5EF4-FFF2-40B4-BE49-F238E27FC236}">
                          <a16:creationId xmlns:a16="http://schemas.microsoft.com/office/drawing/2014/main" id="{E8349780-B894-4C5A-9895-90A53138E1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6442" y="3919792"/>
                      <a:ext cx="36028" cy="37496"/>
                    </a:xfrm>
                    <a:custGeom>
                      <a:avLst/>
                      <a:gdLst>
                        <a:gd name="connsiteX0" fmla="*/ 17930 w 36028"/>
                        <a:gd name="connsiteY0" fmla="*/ 19303 h 37496"/>
                        <a:gd name="connsiteX1" fmla="*/ 36028 w 36028"/>
                        <a:gd name="connsiteY1" fmla="*/ 17112 h 37496"/>
                        <a:gd name="connsiteX2" fmla="*/ 31932 w 36028"/>
                        <a:gd name="connsiteY2" fmla="*/ 7873 h 37496"/>
                        <a:gd name="connsiteX3" fmla="*/ 6120 w 36028"/>
                        <a:gd name="connsiteY3" fmla="*/ 3682 h 37496"/>
                        <a:gd name="connsiteX4" fmla="*/ 4786 w 36028"/>
                        <a:gd name="connsiteY4" fmla="*/ 31305 h 37496"/>
                        <a:gd name="connsiteX5" fmla="*/ 12501 w 36028"/>
                        <a:gd name="connsiteY5" fmla="*/ 37496 h 37496"/>
                        <a:gd name="connsiteX6" fmla="*/ 17930 w 36028"/>
                        <a:gd name="connsiteY6" fmla="*/ 19303 h 37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028" h="37496">
                          <a:moveTo>
                            <a:pt x="17930" y="19303"/>
                          </a:moveTo>
                          <a:cubicBezTo>
                            <a:pt x="23074" y="14922"/>
                            <a:pt x="30027" y="14445"/>
                            <a:pt x="36028" y="17112"/>
                          </a:cubicBezTo>
                          <a:cubicBezTo>
                            <a:pt x="35456" y="13874"/>
                            <a:pt x="34123" y="10635"/>
                            <a:pt x="31932" y="7873"/>
                          </a:cubicBezTo>
                          <a:cubicBezTo>
                            <a:pt x="25360" y="-604"/>
                            <a:pt x="13739" y="-2604"/>
                            <a:pt x="6120" y="3682"/>
                          </a:cubicBezTo>
                          <a:cubicBezTo>
                            <a:pt x="-1501" y="9969"/>
                            <a:pt x="-2072" y="22446"/>
                            <a:pt x="4786" y="31305"/>
                          </a:cubicBezTo>
                          <a:cubicBezTo>
                            <a:pt x="6977" y="34162"/>
                            <a:pt x="9644" y="36162"/>
                            <a:pt x="12501" y="37496"/>
                          </a:cubicBezTo>
                          <a:cubicBezTo>
                            <a:pt x="10977" y="30638"/>
                            <a:pt x="12882" y="23590"/>
                            <a:pt x="17930" y="1930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80" name="Forme libre : forme 12879">
                      <a:extLst>
                        <a:ext uri="{FF2B5EF4-FFF2-40B4-BE49-F238E27FC236}">
                          <a16:creationId xmlns:a16="http://schemas.microsoft.com/office/drawing/2014/main" id="{96897C96-50A9-49F9-A6EA-66B0247AD8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2873" y="3938009"/>
                      <a:ext cx="17198" cy="17004"/>
                    </a:xfrm>
                    <a:custGeom>
                      <a:avLst/>
                      <a:gdLst>
                        <a:gd name="connsiteX0" fmla="*/ 5880 w 17198"/>
                        <a:gd name="connsiteY0" fmla="*/ 15850 h 17004"/>
                        <a:gd name="connsiteX1" fmla="*/ 450 w 17198"/>
                        <a:gd name="connsiteY1" fmla="*/ 4135 h 17004"/>
                        <a:gd name="connsiteX2" fmla="*/ 11404 w 17198"/>
                        <a:gd name="connsiteY2" fmla="*/ 1182 h 17004"/>
                        <a:gd name="connsiteX3" fmla="*/ 16738 w 17198"/>
                        <a:gd name="connsiteY3" fmla="*/ 12707 h 17004"/>
                        <a:gd name="connsiteX4" fmla="*/ 5880 w 17198"/>
                        <a:gd name="connsiteY4" fmla="*/ 15850 h 17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98" h="17004">
                          <a:moveTo>
                            <a:pt x="5880" y="15850"/>
                          </a:moveTo>
                          <a:cubicBezTo>
                            <a:pt x="1403" y="13469"/>
                            <a:pt x="-1074" y="8230"/>
                            <a:pt x="450" y="4135"/>
                          </a:cubicBezTo>
                          <a:cubicBezTo>
                            <a:pt x="1974" y="134"/>
                            <a:pt x="6927" y="-1199"/>
                            <a:pt x="11404" y="1182"/>
                          </a:cubicBezTo>
                          <a:cubicBezTo>
                            <a:pt x="15881" y="3563"/>
                            <a:pt x="18262" y="8706"/>
                            <a:pt x="16738" y="12707"/>
                          </a:cubicBezTo>
                          <a:cubicBezTo>
                            <a:pt x="15214" y="16803"/>
                            <a:pt x="10356" y="18231"/>
                            <a:pt x="5880" y="1585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81" name="Forme libre : forme 12880">
                      <a:extLst>
                        <a:ext uri="{FF2B5EF4-FFF2-40B4-BE49-F238E27FC236}">
                          <a16:creationId xmlns:a16="http://schemas.microsoft.com/office/drawing/2014/main" id="{D4C5D05B-900B-4FFE-8E60-72B103C5BF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5858" y="3943895"/>
                      <a:ext cx="5983" cy="6497"/>
                    </a:xfrm>
                    <a:custGeom>
                      <a:avLst/>
                      <a:gdLst>
                        <a:gd name="connsiteX0" fmla="*/ 801 w 5983"/>
                        <a:gd name="connsiteY0" fmla="*/ 5201 h 6497"/>
                        <a:gd name="connsiteX1" fmla="*/ 992 w 5983"/>
                        <a:gd name="connsiteY1" fmla="*/ 630 h 6497"/>
                        <a:gd name="connsiteX2" fmla="*/ 5182 w 5983"/>
                        <a:gd name="connsiteY2" fmla="*/ 1296 h 6497"/>
                        <a:gd name="connsiteX3" fmla="*/ 4992 w 5983"/>
                        <a:gd name="connsiteY3" fmla="*/ 5868 h 6497"/>
                        <a:gd name="connsiteX4" fmla="*/ 801 w 5983"/>
                        <a:gd name="connsiteY4" fmla="*/ 5201 h 6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83" h="6497">
                          <a:moveTo>
                            <a:pt x="801" y="5201"/>
                          </a:moveTo>
                          <a:cubicBezTo>
                            <a:pt x="-342" y="3773"/>
                            <a:pt x="-247" y="1773"/>
                            <a:pt x="992" y="630"/>
                          </a:cubicBezTo>
                          <a:cubicBezTo>
                            <a:pt x="2230" y="-418"/>
                            <a:pt x="4135" y="-133"/>
                            <a:pt x="5182" y="1296"/>
                          </a:cubicBezTo>
                          <a:cubicBezTo>
                            <a:pt x="6325" y="2725"/>
                            <a:pt x="6230" y="4725"/>
                            <a:pt x="4992" y="5868"/>
                          </a:cubicBezTo>
                          <a:cubicBezTo>
                            <a:pt x="3754" y="6916"/>
                            <a:pt x="1944" y="6630"/>
                            <a:pt x="801" y="520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882" name="Graphique 5">
                  <a:extLst>
                    <a:ext uri="{FF2B5EF4-FFF2-40B4-BE49-F238E27FC236}">
                      <a16:creationId xmlns:a16="http://schemas.microsoft.com/office/drawing/2014/main" id="{41DECD72-1B4D-48D0-B393-4F68E10B97CD}"/>
                    </a:ext>
                  </a:extLst>
                </p:cNvPr>
                <p:cNvGrpSpPr/>
                <p:nvPr/>
              </p:nvGrpSpPr>
              <p:grpSpPr>
                <a:xfrm>
                  <a:off x="2295595" y="3975310"/>
                  <a:ext cx="99737" cy="73782"/>
                  <a:chOff x="2295595" y="3975310"/>
                  <a:chExt cx="99737" cy="73782"/>
                </a:xfrm>
                <a:solidFill>
                  <a:schemeClr val="accent1"/>
                </a:solidFill>
              </p:grpSpPr>
              <p:grpSp>
                <p:nvGrpSpPr>
                  <p:cNvPr id="12883" name="Graphique 5">
                    <a:extLst>
                      <a:ext uri="{FF2B5EF4-FFF2-40B4-BE49-F238E27FC236}">
                        <a16:creationId xmlns:a16="http://schemas.microsoft.com/office/drawing/2014/main" id="{0DC40F84-021F-4F4D-82CF-60DE83838B22}"/>
                      </a:ext>
                    </a:extLst>
                  </p:cNvPr>
                  <p:cNvGrpSpPr/>
                  <p:nvPr/>
                </p:nvGrpSpPr>
                <p:grpSpPr>
                  <a:xfrm>
                    <a:off x="2295595" y="4006275"/>
                    <a:ext cx="38103" cy="42818"/>
                    <a:chOff x="2295595" y="4006275"/>
                    <a:chExt cx="38103" cy="42818"/>
                  </a:xfrm>
                  <a:solidFill>
                    <a:schemeClr val="accent1"/>
                  </a:solidFill>
                </p:grpSpPr>
                <p:sp>
                  <p:nvSpPr>
                    <p:cNvPr id="12884" name="Forme libre : forme 12883">
                      <a:extLst>
                        <a:ext uri="{FF2B5EF4-FFF2-40B4-BE49-F238E27FC236}">
                          <a16:creationId xmlns:a16="http://schemas.microsoft.com/office/drawing/2014/main" id="{24D0004F-C3C3-451E-8B3F-40FD6B8715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5595" y="4006275"/>
                      <a:ext cx="38103" cy="42818"/>
                    </a:xfrm>
                    <a:custGeom>
                      <a:avLst/>
                      <a:gdLst>
                        <a:gd name="connsiteX0" fmla="*/ 19053 w 38103"/>
                        <a:gd name="connsiteY0" fmla="*/ 448 h 42818"/>
                        <a:gd name="connsiteX1" fmla="*/ 38103 w 38103"/>
                        <a:gd name="connsiteY1" fmla="*/ 25213 h 42818"/>
                        <a:gd name="connsiteX2" fmla="*/ 19434 w 38103"/>
                        <a:gd name="connsiteY2" fmla="*/ 42454 h 42818"/>
                        <a:gd name="connsiteX3" fmla="*/ 3 w 38103"/>
                        <a:gd name="connsiteY3" fmla="*/ 17022 h 42818"/>
                        <a:gd name="connsiteX4" fmla="*/ 19053 w 38103"/>
                        <a:gd name="connsiteY4" fmla="*/ 448 h 428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03" h="42818">
                          <a:moveTo>
                            <a:pt x="19053" y="448"/>
                          </a:moveTo>
                          <a:cubicBezTo>
                            <a:pt x="29626" y="2830"/>
                            <a:pt x="38008" y="13688"/>
                            <a:pt x="38103" y="25213"/>
                          </a:cubicBezTo>
                          <a:cubicBezTo>
                            <a:pt x="38198" y="36739"/>
                            <a:pt x="29912" y="44644"/>
                            <a:pt x="19434" y="42454"/>
                          </a:cubicBezTo>
                          <a:cubicBezTo>
                            <a:pt x="8957" y="40263"/>
                            <a:pt x="98" y="28738"/>
                            <a:pt x="3" y="17022"/>
                          </a:cubicBezTo>
                          <a:cubicBezTo>
                            <a:pt x="-187" y="5401"/>
                            <a:pt x="8480" y="-1933"/>
                            <a:pt x="19053" y="44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85" name="Forme libre : forme 12884">
                      <a:extLst>
                        <a:ext uri="{FF2B5EF4-FFF2-40B4-BE49-F238E27FC236}">
                          <a16:creationId xmlns:a16="http://schemas.microsoft.com/office/drawing/2014/main" id="{EB58AA6D-0D6A-4539-8F51-043B8C739F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5409" y="4006322"/>
                      <a:ext cx="28290" cy="42771"/>
                    </a:xfrm>
                    <a:custGeom>
                      <a:avLst/>
                      <a:gdLst>
                        <a:gd name="connsiteX0" fmla="*/ 9716 w 28290"/>
                        <a:gd name="connsiteY0" fmla="*/ 21165 h 42771"/>
                        <a:gd name="connsiteX1" fmla="*/ 95 w 28290"/>
                        <a:gd name="connsiteY1" fmla="*/ 37548 h 42771"/>
                        <a:gd name="connsiteX2" fmla="*/ 9620 w 28290"/>
                        <a:gd name="connsiteY2" fmla="*/ 42406 h 42771"/>
                        <a:gd name="connsiteX3" fmla="*/ 28289 w 28290"/>
                        <a:gd name="connsiteY3" fmla="*/ 25166 h 42771"/>
                        <a:gd name="connsiteX4" fmla="*/ 9239 w 28290"/>
                        <a:gd name="connsiteY4" fmla="*/ 401 h 42771"/>
                        <a:gd name="connsiteX5" fmla="*/ 0 w 28290"/>
                        <a:gd name="connsiteY5" fmla="*/ 1068 h 42771"/>
                        <a:gd name="connsiteX6" fmla="*/ 9716 w 28290"/>
                        <a:gd name="connsiteY6" fmla="*/ 21165 h 42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290" h="42771">
                          <a:moveTo>
                            <a:pt x="9716" y="21165"/>
                          </a:moveTo>
                          <a:cubicBezTo>
                            <a:pt x="9811" y="29071"/>
                            <a:pt x="5905" y="35167"/>
                            <a:pt x="95" y="37548"/>
                          </a:cubicBezTo>
                          <a:cubicBezTo>
                            <a:pt x="2953" y="39930"/>
                            <a:pt x="6191" y="41739"/>
                            <a:pt x="9620" y="42406"/>
                          </a:cubicBezTo>
                          <a:cubicBezTo>
                            <a:pt x="20193" y="44597"/>
                            <a:pt x="28384" y="36691"/>
                            <a:pt x="28289" y="25166"/>
                          </a:cubicBezTo>
                          <a:cubicBezTo>
                            <a:pt x="28194" y="13640"/>
                            <a:pt x="19812" y="2687"/>
                            <a:pt x="9239" y="401"/>
                          </a:cubicBezTo>
                          <a:cubicBezTo>
                            <a:pt x="5905" y="-361"/>
                            <a:pt x="2762" y="20"/>
                            <a:pt x="0" y="1068"/>
                          </a:cubicBezTo>
                          <a:cubicBezTo>
                            <a:pt x="5715" y="5925"/>
                            <a:pt x="9620" y="13355"/>
                            <a:pt x="9716" y="2116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86" name="Forme libre : forme 12885">
                      <a:extLst>
                        <a:ext uri="{FF2B5EF4-FFF2-40B4-BE49-F238E27FC236}">
                          <a16:creationId xmlns:a16="http://schemas.microsoft.com/office/drawing/2014/main" id="{F7A63837-3BD2-40FD-8E69-EF3BD2D012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2516" y="4009861"/>
                      <a:ext cx="17898" cy="17959"/>
                    </a:xfrm>
                    <a:custGeom>
                      <a:avLst/>
                      <a:gdLst>
                        <a:gd name="connsiteX0" fmla="*/ 5465 w 17898"/>
                        <a:gd name="connsiteY0" fmla="*/ 386 h 17959"/>
                        <a:gd name="connsiteX1" fmla="*/ 17181 w 17898"/>
                        <a:gd name="connsiteY1" fmla="*/ 6291 h 17959"/>
                        <a:gd name="connsiteX2" fmla="*/ 12513 w 17898"/>
                        <a:gd name="connsiteY2" fmla="*/ 17531 h 17959"/>
                        <a:gd name="connsiteX3" fmla="*/ 703 w 17898"/>
                        <a:gd name="connsiteY3" fmla="*/ 11625 h 17959"/>
                        <a:gd name="connsiteX4" fmla="*/ 5465 w 17898"/>
                        <a:gd name="connsiteY4" fmla="*/ 386 h 17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98" h="17959">
                          <a:moveTo>
                            <a:pt x="5465" y="386"/>
                          </a:moveTo>
                          <a:cubicBezTo>
                            <a:pt x="10037" y="-1043"/>
                            <a:pt x="15276" y="1624"/>
                            <a:pt x="17181" y="6291"/>
                          </a:cubicBezTo>
                          <a:cubicBezTo>
                            <a:pt x="19086" y="10958"/>
                            <a:pt x="17086" y="16007"/>
                            <a:pt x="12513" y="17531"/>
                          </a:cubicBezTo>
                          <a:cubicBezTo>
                            <a:pt x="8037" y="19055"/>
                            <a:pt x="2703" y="16388"/>
                            <a:pt x="703" y="11625"/>
                          </a:cubicBezTo>
                          <a:cubicBezTo>
                            <a:pt x="-1203" y="6767"/>
                            <a:pt x="893" y="1814"/>
                            <a:pt x="5465" y="38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87" name="Forme libre : forme 12886">
                      <a:extLst>
                        <a:ext uri="{FF2B5EF4-FFF2-40B4-BE49-F238E27FC236}">
                          <a16:creationId xmlns:a16="http://schemas.microsoft.com/office/drawing/2014/main" id="{A4F074DB-9DB9-4904-ADF2-90B897EB49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3219" y="4020465"/>
                      <a:ext cx="6286" cy="7091"/>
                    </a:xfrm>
                    <a:custGeom>
                      <a:avLst/>
                      <a:gdLst>
                        <a:gd name="connsiteX0" fmla="*/ 3143 w 6286"/>
                        <a:gd name="connsiteY0" fmla="*/ 69 h 7091"/>
                        <a:gd name="connsiteX1" fmla="*/ 6286 w 6286"/>
                        <a:gd name="connsiteY1" fmla="*/ 4260 h 7091"/>
                        <a:gd name="connsiteX2" fmla="*/ 3143 w 6286"/>
                        <a:gd name="connsiteY2" fmla="*/ 7022 h 7091"/>
                        <a:gd name="connsiteX3" fmla="*/ 0 w 6286"/>
                        <a:gd name="connsiteY3" fmla="*/ 2831 h 7091"/>
                        <a:gd name="connsiteX4" fmla="*/ 3143 w 6286"/>
                        <a:gd name="connsiteY4" fmla="*/ 69 h 7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86" h="7091">
                          <a:moveTo>
                            <a:pt x="3143" y="69"/>
                          </a:moveTo>
                          <a:cubicBezTo>
                            <a:pt x="4858" y="450"/>
                            <a:pt x="6286" y="2355"/>
                            <a:pt x="6286" y="4260"/>
                          </a:cubicBezTo>
                          <a:cubicBezTo>
                            <a:pt x="6286" y="6165"/>
                            <a:pt x="4953" y="7403"/>
                            <a:pt x="3143" y="7022"/>
                          </a:cubicBezTo>
                          <a:cubicBezTo>
                            <a:pt x="1429" y="6641"/>
                            <a:pt x="0" y="4736"/>
                            <a:pt x="0" y="2831"/>
                          </a:cubicBezTo>
                          <a:cubicBezTo>
                            <a:pt x="0" y="926"/>
                            <a:pt x="1429" y="-312"/>
                            <a:pt x="3143" y="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888" name="Graphique 5">
                    <a:extLst>
                      <a:ext uri="{FF2B5EF4-FFF2-40B4-BE49-F238E27FC236}">
                        <a16:creationId xmlns:a16="http://schemas.microsoft.com/office/drawing/2014/main" id="{B0D981C8-842F-4DFB-8DFB-965056F1F290}"/>
                      </a:ext>
                    </a:extLst>
                  </p:cNvPr>
                  <p:cNvGrpSpPr/>
                  <p:nvPr/>
                </p:nvGrpSpPr>
                <p:grpSpPr>
                  <a:xfrm>
                    <a:off x="2330270" y="3997056"/>
                    <a:ext cx="37627" cy="41715"/>
                    <a:chOff x="2330270" y="3997056"/>
                    <a:chExt cx="37627" cy="41715"/>
                  </a:xfrm>
                  <a:solidFill>
                    <a:schemeClr val="accent1"/>
                  </a:solidFill>
                </p:grpSpPr>
                <p:sp>
                  <p:nvSpPr>
                    <p:cNvPr id="12889" name="Forme libre : forme 12888">
                      <a:extLst>
                        <a:ext uri="{FF2B5EF4-FFF2-40B4-BE49-F238E27FC236}">
                          <a16:creationId xmlns:a16="http://schemas.microsoft.com/office/drawing/2014/main" id="{38C38F33-CCF2-4BAF-82A6-3808425468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0270" y="3997127"/>
                      <a:ext cx="37627" cy="41645"/>
                    </a:xfrm>
                    <a:custGeom>
                      <a:avLst/>
                      <a:gdLst>
                        <a:gd name="connsiteX0" fmla="*/ 19050 w 37627"/>
                        <a:gd name="connsiteY0" fmla="*/ 357 h 41645"/>
                        <a:gd name="connsiteX1" fmla="*/ 37624 w 37627"/>
                        <a:gd name="connsiteY1" fmla="*/ 24169 h 41645"/>
                        <a:gd name="connsiteX2" fmla="*/ 19050 w 37627"/>
                        <a:gd name="connsiteY2" fmla="*/ 41410 h 41645"/>
                        <a:gd name="connsiteX3" fmla="*/ 0 w 37627"/>
                        <a:gd name="connsiteY3" fmla="*/ 17026 h 41645"/>
                        <a:gd name="connsiteX4" fmla="*/ 19050 w 37627"/>
                        <a:gd name="connsiteY4" fmla="*/ 357 h 41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627" h="41645">
                          <a:moveTo>
                            <a:pt x="19050" y="357"/>
                          </a:moveTo>
                          <a:cubicBezTo>
                            <a:pt x="29432" y="2452"/>
                            <a:pt x="37624" y="12930"/>
                            <a:pt x="37624" y="24169"/>
                          </a:cubicBezTo>
                          <a:cubicBezTo>
                            <a:pt x="37814" y="35314"/>
                            <a:pt x="29718" y="43124"/>
                            <a:pt x="19050" y="41410"/>
                          </a:cubicBezTo>
                          <a:cubicBezTo>
                            <a:pt x="8477" y="39695"/>
                            <a:pt x="0" y="28456"/>
                            <a:pt x="0" y="17026"/>
                          </a:cubicBezTo>
                          <a:cubicBezTo>
                            <a:pt x="0" y="5596"/>
                            <a:pt x="8668" y="-1739"/>
                            <a:pt x="19050" y="35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90" name="Forme libre : forme 12889">
                      <a:extLst>
                        <a:ext uri="{FF2B5EF4-FFF2-40B4-BE49-F238E27FC236}">
                          <a16:creationId xmlns:a16="http://schemas.microsoft.com/office/drawing/2014/main" id="{3D38A524-DC22-42DA-8DE6-26625BA0CB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9890" y="3997056"/>
                      <a:ext cx="28006" cy="41620"/>
                    </a:xfrm>
                    <a:custGeom>
                      <a:avLst/>
                      <a:gdLst>
                        <a:gd name="connsiteX0" fmla="*/ 9716 w 28006"/>
                        <a:gd name="connsiteY0" fmla="*/ 20715 h 41620"/>
                        <a:gd name="connsiteX1" fmla="*/ 0 w 28006"/>
                        <a:gd name="connsiteY1" fmla="*/ 36908 h 41620"/>
                        <a:gd name="connsiteX2" fmla="*/ 9430 w 28006"/>
                        <a:gd name="connsiteY2" fmla="*/ 41384 h 41620"/>
                        <a:gd name="connsiteX3" fmla="*/ 28004 w 28006"/>
                        <a:gd name="connsiteY3" fmla="*/ 24144 h 41620"/>
                        <a:gd name="connsiteX4" fmla="*/ 9430 w 28006"/>
                        <a:gd name="connsiteY4" fmla="*/ 332 h 41620"/>
                        <a:gd name="connsiteX5" fmla="*/ 286 w 28006"/>
                        <a:gd name="connsiteY5" fmla="*/ 1094 h 41620"/>
                        <a:gd name="connsiteX6" fmla="*/ 9716 w 28006"/>
                        <a:gd name="connsiteY6" fmla="*/ 20715 h 4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006" h="41620">
                          <a:moveTo>
                            <a:pt x="9716" y="20715"/>
                          </a:moveTo>
                          <a:cubicBezTo>
                            <a:pt x="9716" y="28431"/>
                            <a:pt x="5810" y="34431"/>
                            <a:pt x="0" y="36908"/>
                          </a:cubicBezTo>
                          <a:cubicBezTo>
                            <a:pt x="2762" y="39194"/>
                            <a:pt x="6001" y="40908"/>
                            <a:pt x="9430" y="41384"/>
                          </a:cubicBezTo>
                          <a:cubicBezTo>
                            <a:pt x="20098" y="43099"/>
                            <a:pt x="28194" y="35289"/>
                            <a:pt x="28004" y="24144"/>
                          </a:cubicBezTo>
                          <a:cubicBezTo>
                            <a:pt x="28099" y="12905"/>
                            <a:pt x="19907" y="2427"/>
                            <a:pt x="9430" y="332"/>
                          </a:cubicBezTo>
                          <a:cubicBezTo>
                            <a:pt x="6096" y="-335"/>
                            <a:pt x="3048" y="46"/>
                            <a:pt x="286" y="1094"/>
                          </a:cubicBezTo>
                          <a:cubicBezTo>
                            <a:pt x="6001" y="5856"/>
                            <a:pt x="9716" y="13095"/>
                            <a:pt x="9716" y="2071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91" name="Forme libre : forme 12890">
                      <a:extLst>
                        <a:ext uri="{FF2B5EF4-FFF2-40B4-BE49-F238E27FC236}">
                          <a16:creationId xmlns:a16="http://schemas.microsoft.com/office/drawing/2014/main" id="{273B55F9-3BC6-4203-85B6-955B26CCC7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7200" y="4000653"/>
                      <a:ext cx="17680" cy="17604"/>
                    </a:xfrm>
                    <a:custGeom>
                      <a:avLst/>
                      <a:gdLst>
                        <a:gd name="connsiteX0" fmla="*/ 5452 w 17680"/>
                        <a:gd name="connsiteY0" fmla="*/ 450 h 17604"/>
                        <a:gd name="connsiteX1" fmla="*/ 16977 w 17680"/>
                        <a:gd name="connsiteY1" fmla="*/ 5974 h 17604"/>
                        <a:gd name="connsiteX2" fmla="*/ 12310 w 17680"/>
                        <a:gd name="connsiteY2" fmla="*/ 17118 h 17604"/>
                        <a:gd name="connsiteX3" fmla="*/ 689 w 17680"/>
                        <a:gd name="connsiteY3" fmla="*/ 11594 h 17604"/>
                        <a:gd name="connsiteX4" fmla="*/ 5452 w 17680"/>
                        <a:gd name="connsiteY4" fmla="*/ 450 h 17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80" h="17604">
                          <a:moveTo>
                            <a:pt x="5452" y="450"/>
                          </a:moveTo>
                          <a:cubicBezTo>
                            <a:pt x="9929" y="-1074"/>
                            <a:pt x="15167" y="1402"/>
                            <a:pt x="16977" y="5974"/>
                          </a:cubicBezTo>
                          <a:cubicBezTo>
                            <a:pt x="18882" y="10546"/>
                            <a:pt x="16787" y="15499"/>
                            <a:pt x="12310" y="17118"/>
                          </a:cubicBezTo>
                          <a:cubicBezTo>
                            <a:pt x="7833" y="18737"/>
                            <a:pt x="2594" y="16166"/>
                            <a:pt x="689" y="11594"/>
                          </a:cubicBezTo>
                          <a:cubicBezTo>
                            <a:pt x="-1216" y="6831"/>
                            <a:pt x="975" y="1878"/>
                            <a:pt x="5452" y="45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92" name="Forme libre : forme 12891">
                      <a:extLst>
                        <a:ext uri="{FF2B5EF4-FFF2-40B4-BE49-F238E27FC236}">
                          <a16:creationId xmlns:a16="http://schemas.microsoft.com/office/drawing/2014/main" id="{47346658-0B48-4D09-A7DD-DE3E953F5B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7794" y="4011131"/>
                      <a:ext cx="6286" cy="6900"/>
                    </a:xfrm>
                    <a:custGeom>
                      <a:avLst/>
                      <a:gdLst>
                        <a:gd name="connsiteX0" fmla="*/ 3239 w 6286"/>
                        <a:gd name="connsiteY0" fmla="*/ 69 h 6900"/>
                        <a:gd name="connsiteX1" fmla="*/ 6287 w 6286"/>
                        <a:gd name="connsiteY1" fmla="*/ 4069 h 6900"/>
                        <a:gd name="connsiteX2" fmla="*/ 3143 w 6286"/>
                        <a:gd name="connsiteY2" fmla="*/ 6832 h 6900"/>
                        <a:gd name="connsiteX3" fmla="*/ 0 w 6286"/>
                        <a:gd name="connsiteY3" fmla="*/ 2831 h 6900"/>
                        <a:gd name="connsiteX4" fmla="*/ 3239 w 6286"/>
                        <a:gd name="connsiteY4" fmla="*/ 69 h 6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86" h="6900">
                          <a:moveTo>
                            <a:pt x="3239" y="69"/>
                          </a:moveTo>
                          <a:cubicBezTo>
                            <a:pt x="4953" y="450"/>
                            <a:pt x="6287" y="2164"/>
                            <a:pt x="6287" y="4069"/>
                          </a:cubicBezTo>
                          <a:cubicBezTo>
                            <a:pt x="6287" y="5974"/>
                            <a:pt x="4858" y="7213"/>
                            <a:pt x="3143" y="6832"/>
                          </a:cubicBezTo>
                          <a:cubicBezTo>
                            <a:pt x="1429" y="6450"/>
                            <a:pt x="0" y="4736"/>
                            <a:pt x="0" y="2831"/>
                          </a:cubicBezTo>
                          <a:cubicBezTo>
                            <a:pt x="95" y="926"/>
                            <a:pt x="1524" y="-312"/>
                            <a:pt x="3239" y="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893" name="Graphique 5">
                    <a:extLst>
                      <a:ext uri="{FF2B5EF4-FFF2-40B4-BE49-F238E27FC236}">
                        <a16:creationId xmlns:a16="http://schemas.microsoft.com/office/drawing/2014/main" id="{CF68DE8F-F115-4C2A-9028-7647C1613645}"/>
                      </a:ext>
                    </a:extLst>
                  </p:cNvPr>
                  <p:cNvGrpSpPr/>
                  <p:nvPr/>
                </p:nvGrpSpPr>
                <p:grpSpPr>
                  <a:xfrm>
                    <a:off x="2357984" y="3975310"/>
                    <a:ext cx="37348" cy="40580"/>
                    <a:chOff x="2357984" y="3975310"/>
                    <a:chExt cx="37348" cy="40580"/>
                  </a:xfrm>
                  <a:solidFill>
                    <a:schemeClr val="accent1"/>
                  </a:solidFill>
                </p:grpSpPr>
                <p:sp>
                  <p:nvSpPr>
                    <p:cNvPr id="12894" name="Forme libre : forme 12893">
                      <a:extLst>
                        <a:ext uri="{FF2B5EF4-FFF2-40B4-BE49-F238E27FC236}">
                          <a16:creationId xmlns:a16="http://schemas.microsoft.com/office/drawing/2014/main" id="{C887E4C1-AAFB-4008-9F4C-3C2CC455A0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7984" y="3975367"/>
                      <a:ext cx="37253" cy="40523"/>
                    </a:xfrm>
                    <a:custGeom>
                      <a:avLst/>
                      <a:gdLst>
                        <a:gd name="connsiteX0" fmla="*/ 19244 w 37253"/>
                        <a:gd name="connsiteY0" fmla="*/ 304 h 40523"/>
                        <a:gd name="connsiteX1" fmla="*/ 37246 w 37253"/>
                        <a:gd name="connsiteY1" fmla="*/ 23259 h 40523"/>
                        <a:gd name="connsiteX2" fmla="*/ 18386 w 37253"/>
                        <a:gd name="connsiteY2" fmla="*/ 40309 h 40523"/>
                        <a:gd name="connsiteX3" fmla="*/ 3 w 37253"/>
                        <a:gd name="connsiteY3" fmla="*/ 16782 h 40523"/>
                        <a:gd name="connsiteX4" fmla="*/ 19244 w 37253"/>
                        <a:gd name="connsiteY4" fmla="*/ 304 h 40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253" h="40523">
                          <a:moveTo>
                            <a:pt x="19244" y="304"/>
                          </a:moveTo>
                          <a:cubicBezTo>
                            <a:pt x="29531" y="2209"/>
                            <a:pt x="37532" y="12305"/>
                            <a:pt x="37246" y="23259"/>
                          </a:cubicBezTo>
                          <a:cubicBezTo>
                            <a:pt x="36960" y="34213"/>
                            <a:pt x="28864" y="41928"/>
                            <a:pt x="18386" y="40309"/>
                          </a:cubicBezTo>
                          <a:cubicBezTo>
                            <a:pt x="8099" y="38594"/>
                            <a:pt x="-187" y="27926"/>
                            <a:pt x="3" y="16782"/>
                          </a:cubicBezTo>
                          <a:cubicBezTo>
                            <a:pt x="194" y="5638"/>
                            <a:pt x="8957" y="-1601"/>
                            <a:pt x="19244" y="30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95" name="Forme libre : forme 12894">
                      <a:extLst>
                        <a:ext uri="{FF2B5EF4-FFF2-40B4-BE49-F238E27FC236}">
                          <a16:creationId xmlns:a16="http://schemas.microsoft.com/office/drawing/2014/main" id="{3ECCD023-9C99-42B0-913B-469CCB3319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7227" y="3975310"/>
                      <a:ext cx="28106" cy="40485"/>
                    </a:xfrm>
                    <a:custGeom>
                      <a:avLst/>
                      <a:gdLst>
                        <a:gd name="connsiteX0" fmla="*/ 9906 w 28106"/>
                        <a:gd name="connsiteY0" fmla="*/ 20078 h 40485"/>
                        <a:gd name="connsiteX1" fmla="*/ 0 w 28106"/>
                        <a:gd name="connsiteY1" fmla="*/ 35889 h 40485"/>
                        <a:gd name="connsiteX2" fmla="*/ 9239 w 28106"/>
                        <a:gd name="connsiteY2" fmla="*/ 40271 h 40485"/>
                        <a:gd name="connsiteX3" fmla="*/ 28099 w 28106"/>
                        <a:gd name="connsiteY3" fmla="*/ 23221 h 40485"/>
                        <a:gd name="connsiteX4" fmla="*/ 10096 w 28106"/>
                        <a:gd name="connsiteY4" fmla="*/ 265 h 40485"/>
                        <a:gd name="connsiteX5" fmla="*/ 1048 w 28106"/>
                        <a:gd name="connsiteY5" fmla="*/ 1123 h 40485"/>
                        <a:gd name="connsiteX6" fmla="*/ 9906 w 28106"/>
                        <a:gd name="connsiteY6" fmla="*/ 20078 h 40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106" h="40485">
                          <a:moveTo>
                            <a:pt x="9906" y="20078"/>
                          </a:moveTo>
                          <a:cubicBezTo>
                            <a:pt x="9715" y="27602"/>
                            <a:pt x="5715" y="33508"/>
                            <a:pt x="0" y="35889"/>
                          </a:cubicBezTo>
                          <a:cubicBezTo>
                            <a:pt x="2762" y="38080"/>
                            <a:pt x="5810" y="39699"/>
                            <a:pt x="9239" y="40271"/>
                          </a:cubicBezTo>
                          <a:cubicBezTo>
                            <a:pt x="19621" y="41890"/>
                            <a:pt x="27813" y="34174"/>
                            <a:pt x="28099" y="23221"/>
                          </a:cubicBezTo>
                          <a:cubicBezTo>
                            <a:pt x="28384" y="12267"/>
                            <a:pt x="20383" y="2171"/>
                            <a:pt x="10096" y="265"/>
                          </a:cubicBezTo>
                          <a:cubicBezTo>
                            <a:pt x="6858" y="-306"/>
                            <a:pt x="3715" y="75"/>
                            <a:pt x="1048" y="1123"/>
                          </a:cubicBezTo>
                          <a:cubicBezTo>
                            <a:pt x="6382" y="5695"/>
                            <a:pt x="10001" y="12743"/>
                            <a:pt x="9906" y="200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96" name="Forme libre : forme 12895">
                      <a:extLst>
                        <a:ext uri="{FF2B5EF4-FFF2-40B4-BE49-F238E27FC236}">
                          <a16:creationId xmlns:a16="http://schemas.microsoft.com/office/drawing/2014/main" id="{61D271E1-7A8D-4B26-AC16-64A09127D8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4973" y="3978734"/>
                      <a:ext cx="17557" cy="17067"/>
                    </a:xfrm>
                    <a:custGeom>
                      <a:avLst/>
                      <a:gdLst>
                        <a:gd name="connsiteX0" fmla="*/ 5587 w 17557"/>
                        <a:gd name="connsiteY0" fmla="*/ 461 h 17067"/>
                        <a:gd name="connsiteX1" fmla="*/ 16922 w 17557"/>
                        <a:gd name="connsiteY1" fmla="*/ 5700 h 17067"/>
                        <a:gd name="connsiteX2" fmla="*/ 12064 w 17557"/>
                        <a:gd name="connsiteY2" fmla="*/ 16559 h 17067"/>
                        <a:gd name="connsiteX3" fmla="*/ 634 w 17557"/>
                        <a:gd name="connsiteY3" fmla="*/ 11320 h 17067"/>
                        <a:gd name="connsiteX4" fmla="*/ 5587 w 17557"/>
                        <a:gd name="connsiteY4" fmla="*/ 461 h 170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57" h="17067">
                          <a:moveTo>
                            <a:pt x="5587" y="461"/>
                          </a:moveTo>
                          <a:cubicBezTo>
                            <a:pt x="10064" y="-1063"/>
                            <a:pt x="15208" y="1319"/>
                            <a:pt x="16922" y="5700"/>
                          </a:cubicBezTo>
                          <a:cubicBezTo>
                            <a:pt x="18732" y="10082"/>
                            <a:pt x="16541" y="14940"/>
                            <a:pt x="12064" y="16559"/>
                          </a:cubicBezTo>
                          <a:cubicBezTo>
                            <a:pt x="7587" y="18178"/>
                            <a:pt x="2444" y="15797"/>
                            <a:pt x="634" y="11320"/>
                          </a:cubicBezTo>
                          <a:cubicBezTo>
                            <a:pt x="-1176" y="6843"/>
                            <a:pt x="1015" y="1985"/>
                            <a:pt x="5587" y="46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97" name="Forme libre : forme 12896">
                      <a:extLst>
                        <a:ext uri="{FF2B5EF4-FFF2-40B4-BE49-F238E27FC236}">
                          <a16:creationId xmlns:a16="http://schemas.microsoft.com/office/drawing/2014/main" id="{A31B5F6A-AAC1-4A42-A0BC-0CE38244ED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5417" y="3989055"/>
                      <a:ext cx="6195" cy="6659"/>
                    </a:xfrm>
                    <a:custGeom>
                      <a:avLst/>
                      <a:gdLst>
                        <a:gd name="connsiteX0" fmla="*/ 3238 w 6195"/>
                        <a:gd name="connsiteY0" fmla="*/ 47 h 6659"/>
                        <a:gd name="connsiteX1" fmla="*/ 6191 w 6195"/>
                        <a:gd name="connsiteY1" fmla="*/ 3856 h 6659"/>
                        <a:gd name="connsiteX2" fmla="*/ 3048 w 6195"/>
                        <a:gd name="connsiteY2" fmla="*/ 6619 h 6659"/>
                        <a:gd name="connsiteX3" fmla="*/ 0 w 6195"/>
                        <a:gd name="connsiteY3" fmla="*/ 2714 h 6659"/>
                        <a:gd name="connsiteX4" fmla="*/ 3238 w 6195"/>
                        <a:gd name="connsiteY4" fmla="*/ 47 h 6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5" h="6659">
                          <a:moveTo>
                            <a:pt x="3238" y="47"/>
                          </a:moveTo>
                          <a:cubicBezTo>
                            <a:pt x="4953" y="332"/>
                            <a:pt x="6286" y="2047"/>
                            <a:pt x="6191" y="3856"/>
                          </a:cubicBezTo>
                          <a:cubicBezTo>
                            <a:pt x="6191" y="5666"/>
                            <a:pt x="4763" y="6905"/>
                            <a:pt x="3048" y="6619"/>
                          </a:cubicBezTo>
                          <a:cubicBezTo>
                            <a:pt x="1333" y="6333"/>
                            <a:pt x="0" y="4619"/>
                            <a:pt x="0" y="2714"/>
                          </a:cubicBezTo>
                          <a:cubicBezTo>
                            <a:pt x="0" y="808"/>
                            <a:pt x="1524" y="-239"/>
                            <a:pt x="3238" y="4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898" name="Graphique 5">
                  <a:extLst>
                    <a:ext uri="{FF2B5EF4-FFF2-40B4-BE49-F238E27FC236}">
                      <a16:creationId xmlns:a16="http://schemas.microsoft.com/office/drawing/2014/main" id="{D86045D5-6C8B-4386-A980-1D4B191EB1B2}"/>
                    </a:ext>
                  </a:extLst>
                </p:cNvPr>
                <p:cNvGrpSpPr/>
                <p:nvPr/>
              </p:nvGrpSpPr>
              <p:grpSpPr>
                <a:xfrm>
                  <a:off x="2377217" y="4131515"/>
                  <a:ext cx="114496" cy="46937"/>
                  <a:chOff x="2377217" y="4131515"/>
                  <a:chExt cx="114496" cy="46937"/>
                </a:xfrm>
                <a:solidFill>
                  <a:schemeClr val="accent1"/>
                </a:solidFill>
              </p:grpSpPr>
              <p:grpSp>
                <p:nvGrpSpPr>
                  <p:cNvPr id="12899" name="Graphique 5">
                    <a:extLst>
                      <a:ext uri="{FF2B5EF4-FFF2-40B4-BE49-F238E27FC236}">
                        <a16:creationId xmlns:a16="http://schemas.microsoft.com/office/drawing/2014/main" id="{2A2B7727-EF44-4649-AEF8-EAE756322CC8}"/>
                      </a:ext>
                    </a:extLst>
                  </p:cNvPr>
                  <p:cNvGrpSpPr/>
                  <p:nvPr/>
                </p:nvGrpSpPr>
                <p:grpSpPr>
                  <a:xfrm>
                    <a:off x="2452941" y="4138408"/>
                    <a:ext cx="38772" cy="39805"/>
                    <a:chOff x="2452941" y="4138408"/>
                    <a:chExt cx="38772" cy="39805"/>
                  </a:xfrm>
                  <a:solidFill>
                    <a:schemeClr val="accent1"/>
                  </a:solidFill>
                </p:grpSpPr>
                <p:sp>
                  <p:nvSpPr>
                    <p:cNvPr id="12900" name="Forme libre : forme 12899">
                      <a:extLst>
                        <a:ext uri="{FF2B5EF4-FFF2-40B4-BE49-F238E27FC236}">
                          <a16:creationId xmlns:a16="http://schemas.microsoft.com/office/drawing/2014/main" id="{566B00F3-96F4-4A2B-9EB4-8A0897AC37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2941" y="4138408"/>
                      <a:ext cx="38772" cy="39805"/>
                    </a:xfrm>
                    <a:custGeom>
                      <a:avLst/>
                      <a:gdLst>
                        <a:gd name="connsiteX0" fmla="*/ 12393 w 38772"/>
                        <a:gd name="connsiteY0" fmla="*/ 36812 h 39805"/>
                        <a:gd name="connsiteX1" fmla="*/ 1439 w 38772"/>
                        <a:gd name="connsiteY1" fmla="*/ 9190 h 39805"/>
                        <a:gd name="connsiteX2" fmla="*/ 26776 w 38772"/>
                        <a:gd name="connsiteY2" fmla="*/ 2998 h 39805"/>
                        <a:gd name="connsiteX3" fmla="*/ 37539 w 38772"/>
                        <a:gd name="connsiteY3" fmla="*/ 30145 h 39805"/>
                        <a:gd name="connsiteX4" fmla="*/ 12393 w 38772"/>
                        <a:gd name="connsiteY4" fmla="*/ 36812 h 39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772" h="39805">
                          <a:moveTo>
                            <a:pt x="12393" y="36812"/>
                          </a:moveTo>
                          <a:cubicBezTo>
                            <a:pt x="2297" y="30907"/>
                            <a:pt x="-2656" y="18334"/>
                            <a:pt x="1439" y="9190"/>
                          </a:cubicBezTo>
                          <a:cubicBezTo>
                            <a:pt x="5535" y="-49"/>
                            <a:pt x="16965" y="-2717"/>
                            <a:pt x="26776" y="2998"/>
                          </a:cubicBezTo>
                          <a:cubicBezTo>
                            <a:pt x="36587" y="8618"/>
                            <a:pt x="41159" y="20810"/>
                            <a:pt x="37539" y="30145"/>
                          </a:cubicBezTo>
                          <a:cubicBezTo>
                            <a:pt x="33824" y="39384"/>
                            <a:pt x="22394" y="42813"/>
                            <a:pt x="12393" y="3681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01" name="Forme libre : forme 12900">
                      <a:extLst>
                        <a:ext uri="{FF2B5EF4-FFF2-40B4-BE49-F238E27FC236}">
                          <a16:creationId xmlns:a16="http://schemas.microsoft.com/office/drawing/2014/main" id="{F92882B8-9D51-4336-B44F-04E2A21CF4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2941" y="4138408"/>
                      <a:ext cx="34586" cy="39669"/>
                    </a:xfrm>
                    <a:custGeom>
                      <a:avLst/>
                      <a:gdLst>
                        <a:gd name="connsiteX0" fmla="*/ 19061 w 34586"/>
                        <a:gd name="connsiteY0" fmla="*/ 19667 h 39669"/>
                        <a:gd name="connsiteX1" fmla="*/ 34586 w 34586"/>
                        <a:gd name="connsiteY1" fmla="*/ 10333 h 39669"/>
                        <a:gd name="connsiteX2" fmla="*/ 26776 w 34586"/>
                        <a:gd name="connsiteY2" fmla="*/ 2998 h 39669"/>
                        <a:gd name="connsiteX3" fmla="*/ 1439 w 34586"/>
                        <a:gd name="connsiteY3" fmla="*/ 9190 h 39669"/>
                        <a:gd name="connsiteX4" fmla="*/ 12393 w 34586"/>
                        <a:gd name="connsiteY4" fmla="*/ 36812 h 39669"/>
                        <a:gd name="connsiteX5" fmla="*/ 22013 w 34586"/>
                        <a:gd name="connsiteY5" fmla="*/ 39670 h 39669"/>
                        <a:gd name="connsiteX6" fmla="*/ 19061 w 34586"/>
                        <a:gd name="connsiteY6" fmla="*/ 19667 h 39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86" h="39669">
                          <a:moveTo>
                            <a:pt x="19061" y="19667"/>
                          </a:moveTo>
                          <a:cubicBezTo>
                            <a:pt x="21728" y="13286"/>
                            <a:pt x="27919" y="10047"/>
                            <a:pt x="34586" y="10333"/>
                          </a:cubicBezTo>
                          <a:cubicBezTo>
                            <a:pt x="32586" y="7380"/>
                            <a:pt x="30014" y="4808"/>
                            <a:pt x="26776" y="2998"/>
                          </a:cubicBezTo>
                          <a:cubicBezTo>
                            <a:pt x="16965" y="-2717"/>
                            <a:pt x="5535" y="-49"/>
                            <a:pt x="1439" y="9190"/>
                          </a:cubicBezTo>
                          <a:cubicBezTo>
                            <a:pt x="-2656" y="18429"/>
                            <a:pt x="2297" y="30907"/>
                            <a:pt x="12393" y="36812"/>
                          </a:cubicBezTo>
                          <a:cubicBezTo>
                            <a:pt x="15632" y="38717"/>
                            <a:pt x="18870" y="39574"/>
                            <a:pt x="22013" y="39670"/>
                          </a:cubicBezTo>
                          <a:cubicBezTo>
                            <a:pt x="17727" y="33574"/>
                            <a:pt x="16394" y="25954"/>
                            <a:pt x="19061" y="1966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02" name="Forme libre : forme 12901">
                      <a:extLst>
                        <a:ext uri="{FF2B5EF4-FFF2-40B4-BE49-F238E27FC236}">
                          <a16:creationId xmlns:a16="http://schemas.microsoft.com/office/drawing/2014/main" id="{BB8CA879-9E57-4E48-AC34-0F171DA50E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3308" y="4158219"/>
                      <a:ext cx="18625" cy="16665"/>
                    </a:xfrm>
                    <a:custGeom>
                      <a:avLst/>
                      <a:gdLst>
                        <a:gd name="connsiteX0" fmla="*/ 10027 w 18625"/>
                        <a:gd name="connsiteY0" fmla="*/ 16620 h 16665"/>
                        <a:gd name="connsiteX1" fmla="*/ 26 w 18625"/>
                        <a:gd name="connsiteY1" fmla="*/ 7381 h 16665"/>
                        <a:gd name="connsiteX2" fmla="*/ 8693 w 18625"/>
                        <a:gd name="connsiteY2" fmla="*/ 46 h 16665"/>
                        <a:gd name="connsiteX3" fmla="*/ 18599 w 18625"/>
                        <a:gd name="connsiteY3" fmla="*/ 9190 h 16665"/>
                        <a:gd name="connsiteX4" fmla="*/ 10027 w 18625"/>
                        <a:gd name="connsiteY4" fmla="*/ 16620 h 16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625" h="16665">
                          <a:moveTo>
                            <a:pt x="10027" y="16620"/>
                          </a:moveTo>
                          <a:cubicBezTo>
                            <a:pt x="4883" y="16144"/>
                            <a:pt x="407" y="11953"/>
                            <a:pt x="26" y="7381"/>
                          </a:cubicBezTo>
                          <a:cubicBezTo>
                            <a:pt x="-355" y="2809"/>
                            <a:pt x="3550" y="-430"/>
                            <a:pt x="8693" y="46"/>
                          </a:cubicBezTo>
                          <a:cubicBezTo>
                            <a:pt x="13837" y="523"/>
                            <a:pt x="18218" y="4618"/>
                            <a:pt x="18599" y="9190"/>
                          </a:cubicBezTo>
                          <a:cubicBezTo>
                            <a:pt x="18980" y="13762"/>
                            <a:pt x="15170" y="17096"/>
                            <a:pt x="10027" y="1662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03" name="Forme libre : forme 12902">
                      <a:extLst>
                        <a:ext uri="{FF2B5EF4-FFF2-40B4-BE49-F238E27FC236}">
                          <a16:creationId xmlns:a16="http://schemas.microsoft.com/office/drawing/2014/main" id="{343DC9E9-EA6A-45FB-9D03-B65B37BD96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6441" y="4160917"/>
                      <a:ext cx="6321" cy="6507"/>
                    </a:xfrm>
                    <a:custGeom>
                      <a:avLst/>
                      <a:gdLst>
                        <a:gd name="connsiteX0" fmla="*/ 2037 w 6321"/>
                        <a:gd name="connsiteY0" fmla="*/ 6016 h 6507"/>
                        <a:gd name="connsiteX1" fmla="*/ 227 w 6321"/>
                        <a:gd name="connsiteY1" fmla="*/ 1539 h 6507"/>
                        <a:gd name="connsiteX2" fmla="*/ 4323 w 6321"/>
                        <a:gd name="connsiteY2" fmla="*/ 491 h 6507"/>
                        <a:gd name="connsiteX3" fmla="*/ 6133 w 6321"/>
                        <a:gd name="connsiteY3" fmla="*/ 4968 h 6507"/>
                        <a:gd name="connsiteX4" fmla="*/ 2037 w 6321"/>
                        <a:gd name="connsiteY4" fmla="*/ 6016 h 6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21" h="6507">
                          <a:moveTo>
                            <a:pt x="2037" y="6016"/>
                          </a:moveTo>
                          <a:cubicBezTo>
                            <a:pt x="418" y="5063"/>
                            <a:pt x="-439" y="3063"/>
                            <a:pt x="227" y="1539"/>
                          </a:cubicBezTo>
                          <a:cubicBezTo>
                            <a:pt x="894" y="15"/>
                            <a:pt x="2704" y="-461"/>
                            <a:pt x="4323" y="491"/>
                          </a:cubicBezTo>
                          <a:cubicBezTo>
                            <a:pt x="5943" y="1444"/>
                            <a:pt x="6705" y="3444"/>
                            <a:pt x="6133" y="4968"/>
                          </a:cubicBezTo>
                          <a:cubicBezTo>
                            <a:pt x="5466" y="6492"/>
                            <a:pt x="3656" y="6968"/>
                            <a:pt x="2037" y="60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904" name="Graphique 5">
                    <a:extLst>
                      <a:ext uri="{FF2B5EF4-FFF2-40B4-BE49-F238E27FC236}">
                        <a16:creationId xmlns:a16="http://schemas.microsoft.com/office/drawing/2014/main" id="{976959EA-DE3A-4FE9-A884-C9FF15C06A0E}"/>
                      </a:ext>
                    </a:extLst>
                  </p:cNvPr>
                  <p:cNvGrpSpPr/>
                  <p:nvPr/>
                </p:nvGrpSpPr>
                <p:grpSpPr>
                  <a:xfrm>
                    <a:off x="2414037" y="4131515"/>
                    <a:ext cx="39108" cy="40639"/>
                    <a:chOff x="2414037" y="4131515"/>
                    <a:chExt cx="39108" cy="40639"/>
                  </a:xfrm>
                  <a:solidFill>
                    <a:schemeClr val="accent1"/>
                  </a:solidFill>
                </p:grpSpPr>
                <p:sp>
                  <p:nvSpPr>
                    <p:cNvPr id="12905" name="Forme libre : forme 12904">
                      <a:extLst>
                        <a:ext uri="{FF2B5EF4-FFF2-40B4-BE49-F238E27FC236}">
                          <a16:creationId xmlns:a16="http://schemas.microsoft.com/office/drawing/2014/main" id="{9E039779-B563-4896-925C-5BF861C92D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4037" y="4131515"/>
                      <a:ext cx="39108" cy="40639"/>
                    </a:xfrm>
                    <a:custGeom>
                      <a:avLst/>
                      <a:gdLst>
                        <a:gd name="connsiteX0" fmla="*/ 12149 w 39108"/>
                        <a:gd name="connsiteY0" fmla="*/ 37227 h 40639"/>
                        <a:gd name="connsiteX1" fmla="*/ 1576 w 39108"/>
                        <a:gd name="connsiteY1" fmla="*/ 8652 h 40639"/>
                        <a:gd name="connsiteX2" fmla="*/ 27104 w 39108"/>
                        <a:gd name="connsiteY2" fmla="*/ 3604 h 40639"/>
                        <a:gd name="connsiteX3" fmla="*/ 37676 w 39108"/>
                        <a:gd name="connsiteY3" fmla="*/ 31417 h 40639"/>
                        <a:gd name="connsiteX4" fmla="*/ 12149 w 39108"/>
                        <a:gd name="connsiteY4" fmla="*/ 37227 h 40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08" h="40639">
                          <a:moveTo>
                            <a:pt x="12149" y="37227"/>
                          </a:moveTo>
                          <a:cubicBezTo>
                            <a:pt x="1767" y="31132"/>
                            <a:pt x="-2614" y="17797"/>
                            <a:pt x="1576" y="8652"/>
                          </a:cubicBezTo>
                          <a:cubicBezTo>
                            <a:pt x="5958" y="-587"/>
                            <a:pt x="17483" y="-2682"/>
                            <a:pt x="27104" y="3604"/>
                          </a:cubicBezTo>
                          <a:cubicBezTo>
                            <a:pt x="36724" y="9986"/>
                            <a:pt x="41772" y="21988"/>
                            <a:pt x="37676" y="31417"/>
                          </a:cubicBezTo>
                          <a:cubicBezTo>
                            <a:pt x="33771" y="40847"/>
                            <a:pt x="22436" y="43514"/>
                            <a:pt x="12149" y="3722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06" name="Forme libre : forme 12905">
                      <a:extLst>
                        <a:ext uri="{FF2B5EF4-FFF2-40B4-BE49-F238E27FC236}">
                          <a16:creationId xmlns:a16="http://schemas.microsoft.com/office/drawing/2014/main" id="{F4736040-DD0F-4E53-A0D9-9746821FEA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4078" y="4131515"/>
                      <a:ext cx="34873" cy="40466"/>
                    </a:xfrm>
                    <a:custGeom>
                      <a:avLst/>
                      <a:gdLst>
                        <a:gd name="connsiteX0" fmla="*/ 18966 w 34873"/>
                        <a:gd name="connsiteY0" fmla="*/ 20273 h 40466"/>
                        <a:gd name="connsiteX1" fmla="*/ 34873 w 34873"/>
                        <a:gd name="connsiteY1" fmla="*/ 11415 h 40466"/>
                        <a:gd name="connsiteX2" fmla="*/ 27158 w 34873"/>
                        <a:gd name="connsiteY2" fmla="*/ 3604 h 40466"/>
                        <a:gd name="connsiteX3" fmla="*/ 1631 w 34873"/>
                        <a:gd name="connsiteY3" fmla="*/ 8652 h 40466"/>
                        <a:gd name="connsiteX4" fmla="*/ 12204 w 34873"/>
                        <a:gd name="connsiteY4" fmla="*/ 37227 h 40466"/>
                        <a:gd name="connsiteX5" fmla="*/ 22014 w 34873"/>
                        <a:gd name="connsiteY5" fmla="*/ 40466 h 40466"/>
                        <a:gd name="connsiteX6" fmla="*/ 18966 w 34873"/>
                        <a:gd name="connsiteY6" fmla="*/ 20273 h 40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873" h="40466">
                          <a:moveTo>
                            <a:pt x="18966" y="20273"/>
                          </a:moveTo>
                          <a:cubicBezTo>
                            <a:pt x="21824" y="13891"/>
                            <a:pt x="28015" y="10939"/>
                            <a:pt x="34873" y="11415"/>
                          </a:cubicBezTo>
                          <a:cubicBezTo>
                            <a:pt x="32778" y="8462"/>
                            <a:pt x="30301" y="5605"/>
                            <a:pt x="27158" y="3604"/>
                          </a:cubicBezTo>
                          <a:cubicBezTo>
                            <a:pt x="17442" y="-2682"/>
                            <a:pt x="6012" y="-587"/>
                            <a:pt x="1631" y="8652"/>
                          </a:cubicBezTo>
                          <a:cubicBezTo>
                            <a:pt x="-2655" y="17797"/>
                            <a:pt x="1726" y="31132"/>
                            <a:pt x="12204" y="37227"/>
                          </a:cubicBezTo>
                          <a:cubicBezTo>
                            <a:pt x="15442" y="39228"/>
                            <a:pt x="18871" y="40180"/>
                            <a:pt x="22014" y="40466"/>
                          </a:cubicBezTo>
                          <a:cubicBezTo>
                            <a:pt x="17633" y="34180"/>
                            <a:pt x="16204" y="26464"/>
                            <a:pt x="18966" y="202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07" name="Forme libre : forme 12906">
                      <a:extLst>
                        <a:ext uri="{FF2B5EF4-FFF2-40B4-BE49-F238E27FC236}">
                          <a16:creationId xmlns:a16="http://schemas.microsoft.com/office/drawing/2014/main" id="{5BD93F0F-93AF-4CF3-A660-4A296CAB9A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4172" y="4151865"/>
                      <a:ext cx="18994" cy="16869"/>
                    </a:xfrm>
                    <a:custGeom>
                      <a:avLst/>
                      <a:gdLst>
                        <a:gd name="connsiteX0" fmla="*/ 10206 w 18994"/>
                        <a:gd name="connsiteY0" fmla="*/ 16783 h 16869"/>
                        <a:gd name="connsiteX1" fmla="*/ 14 w 18994"/>
                        <a:gd name="connsiteY1" fmla="*/ 7162 h 16869"/>
                        <a:gd name="connsiteX2" fmla="*/ 8873 w 18994"/>
                        <a:gd name="connsiteY2" fmla="*/ 114 h 16869"/>
                        <a:gd name="connsiteX3" fmla="*/ 18969 w 18994"/>
                        <a:gd name="connsiteY3" fmla="*/ 9639 h 16869"/>
                        <a:gd name="connsiteX4" fmla="*/ 10206 w 18994"/>
                        <a:gd name="connsiteY4" fmla="*/ 16783 h 16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994" h="16869">
                          <a:moveTo>
                            <a:pt x="10206" y="16783"/>
                          </a:moveTo>
                          <a:cubicBezTo>
                            <a:pt x="4967" y="16116"/>
                            <a:pt x="395" y="11734"/>
                            <a:pt x="14" y="7162"/>
                          </a:cubicBezTo>
                          <a:cubicBezTo>
                            <a:pt x="-271" y="2495"/>
                            <a:pt x="3729" y="-648"/>
                            <a:pt x="8873" y="114"/>
                          </a:cubicBezTo>
                          <a:cubicBezTo>
                            <a:pt x="14111" y="781"/>
                            <a:pt x="18588" y="5067"/>
                            <a:pt x="18969" y="9639"/>
                          </a:cubicBezTo>
                          <a:cubicBezTo>
                            <a:pt x="19350" y="14211"/>
                            <a:pt x="15445" y="17449"/>
                            <a:pt x="10206" y="1678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08" name="Forme libre : forme 12907">
                      <a:extLst>
                        <a:ext uri="{FF2B5EF4-FFF2-40B4-BE49-F238E27FC236}">
                          <a16:creationId xmlns:a16="http://schemas.microsoft.com/office/drawing/2014/main" id="{878D81A3-DB83-403A-BCC7-69CC82BFF4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7579" y="4154889"/>
                      <a:ext cx="6455" cy="6605"/>
                    </a:xfrm>
                    <a:custGeom>
                      <a:avLst/>
                      <a:gdLst>
                        <a:gd name="connsiteX0" fmla="*/ 2037 w 6455"/>
                        <a:gd name="connsiteY0" fmla="*/ 6044 h 6605"/>
                        <a:gd name="connsiteX1" fmla="*/ 227 w 6455"/>
                        <a:gd name="connsiteY1" fmla="*/ 1472 h 6605"/>
                        <a:gd name="connsiteX2" fmla="*/ 4418 w 6455"/>
                        <a:gd name="connsiteY2" fmla="*/ 519 h 6605"/>
                        <a:gd name="connsiteX3" fmla="*/ 6228 w 6455"/>
                        <a:gd name="connsiteY3" fmla="*/ 5091 h 6605"/>
                        <a:gd name="connsiteX4" fmla="*/ 2037 w 6455"/>
                        <a:gd name="connsiteY4" fmla="*/ 6044 h 66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55" h="6605">
                          <a:moveTo>
                            <a:pt x="2037" y="6044"/>
                          </a:moveTo>
                          <a:cubicBezTo>
                            <a:pt x="418" y="4996"/>
                            <a:pt x="-439" y="2996"/>
                            <a:pt x="227" y="1472"/>
                          </a:cubicBezTo>
                          <a:cubicBezTo>
                            <a:pt x="894" y="-52"/>
                            <a:pt x="2799" y="-433"/>
                            <a:pt x="4418" y="519"/>
                          </a:cubicBezTo>
                          <a:cubicBezTo>
                            <a:pt x="6038" y="1472"/>
                            <a:pt x="6895" y="3567"/>
                            <a:pt x="6228" y="5091"/>
                          </a:cubicBezTo>
                          <a:cubicBezTo>
                            <a:pt x="5657" y="6615"/>
                            <a:pt x="3752" y="7092"/>
                            <a:pt x="2037" y="60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909" name="Graphique 5">
                    <a:extLst>
                      <a:ext uri="{FF2B5EF4-FFF2-40B4-BE49-F238E27FC236}">
                        <a16:creationId xmlns:a16="http://schemas.microsoft.com/office/drawing/2014/main" id="{6A252439-AC76-40EE-AF57-A9345E978024}"/>
                      </a:ext>
                    </a:extLst>
                  </p:cNvPr>
                  <p:cNvGrpSpPr/>
                  <p:nvPr/>
                </p:nvGrpSpPr>
                <p:grpSpPr>
                  <a:xfrm>
                    <a:off x="2377217" y="4136577"/>
                    <a:ext cx="39474" cy="41875"/>
                    <a:chOff x="2377217" y="4136577"/>
                    <a:chExt cx="39474" cy="41875"/>
                  </a:xfrm>
                  <a:solidFill>
                    <a:schemeClr val="accent1"/>
                  </a:solidFill>
                </p:grpSpPr>
                <p:sp>
                  <p:nvSpPr>
                    <p:cNvPr id="12910" name="Forme libre : forme 12909">
                      <a:extLst>
                        <a:ext uri="{FF2B5EF4-FFF2-40B4-BE49-F238E27FC236}">
                          <a16:creationId xmlns:a16="http://schemas.microsoft.com/office/drawing/2014/main" id="{6ED3F40D-F494-46F9-B833-A8CEC1AFFD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7217" y="4136645"/>
                      <a:ext cx="39474" cy="41807"/>
                    </a:xfrm>
                    <a:custGeom>
                      <a:avLst/>
                      <a:gdLst>
                        <a:gd name="connsiteX0" fmla="*/ 12203 w 39474"/>
                        <a:gd name="connsiteY0" fmla="*/ 37813 h 41807"/>
                        <a:gd name="connsiteX1" fmla="*/ 1630 w 39474"/>
                        <a:gd name="connsiteY1" fmla="*/ 8381 h 41807"/>
                        <a:gd name="connsiteX2" fmla="*/ 27633 w 39474"/>
                        <a:gd name="connsiteY2" fmla="*/ 3999 h 41807"/>
                        <a:gd name="connsiteX3" fmla="*/ 38015 w 39474"/>
                        <a:gd name="connsiteY3" fmla="*/ 32860 h 41807"/>
                        <a:gd name="connsiteX4" fmla="*/ 12203 w 39474"/>
                        <a:gd name="connsiteY4" fmla="*/ 37813 h 41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474" h="41807">
                          <a:moveTo>
                            <a:pt x="12203" y="37813"/>
                          </a:moveTo>
                          <a:cubicBezTo>
                            <a:pt x="2011" y="30955"/>
                            <a:pt x="-2752" y="17620"/>
                            <a:pt x="1630" y="8381"/>
                          </a:cubicBezTo>
                          <a:cubicBezTo>
                            <a:pt x="6011" y="-859"/>
                            <a:pt x="17727" y="-2668"/>
                            <a:pt x="27633" y="3999"/>
                          </a:cubicBezTo>
                          <a:cubicBezTo>
                            <a:pt x="37539" y="10667"/>
                            <a:pt x="42016" y="23525"/>
                            <a:pt x="38015" y="32860"/>
                          </a:cubicBezTo>
                          <a:cubicBezTo>
                            <a:pt x="34110" y="42195"/>
                            <a:pt x="22299" y="44862"/>
                            <a:pt x="12203" y="3781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11" name="Forme libre : forme 12910">
                      <a:extLst>
                        <a:ext uri="{FF2B5EF4-FFF2-40B4-BE49-F238E27FC236}">
                          <a16:creationId xmlns:a16="http://schemas.microsoft.com/office/drawing/2014/main" id="{843BA9AF-9ED2-4360-85FA-93FE2D9781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7231" y="4136577"/>
                      <a:ext cx="35430" cy="41500"/>
                    </a:xfrm>
                    <a:custGeom>
                      <a:avLst/>
                      <a:gdLst>
                        <a:gd name="connsiteX0" fmla="*/ 19333 w 35430"/>
                        <a:gd name="connsiteY0" fmla="*/ 20736 h 41500"/>
                        <a:gd name="connsiteX1" fmla="*/ 35430 w 35430"/>
                        <a:gd name="connsiteY1" fmla="*/ 12258 h 41500"/>
                        <a:gd name="connsiteX2" fmla="*/ 27620 w 35430"/>
                        <a:gd name="connsiteY2" fmla="*/ 3972 h 41500"/>
                        <a:gd name="connsiteX3" fmla="*/ 1616 w 35430"/>
                        <a:gd name="connsiteY3" fmla="*/ 8353 h 41500"/>
                        <a:gd name="connsiteX4" fmla="*/ 12189 w 35430"/>
                        <a:gd name="connsiteY4" fmla="*/ 37785 h 41500"/>
                        <a:gd name="connsiteX5" fmla="*/ 22000 w 35430"/>
                        <a:gd name="connsiteY5" fmla="*/ 41500 h 41500"/>
                        <a:gd name="connsiteX6" fmla="*/ 19333 w 35430"/>
                        <a:gd name="connsiteY6" fmla="*/ 20736 h 415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30" h="41500">
                          <a:moveTo>
                            <a:pt x="19333" y="20736"/>
                          </a:moveTo>
                          <a:cubicBezTo>
                            <a:pt x="22190" y="14354"/>
                            <a:pt x="28572" y="11496"/>
                            <a:pt x="35430" y="12258"/>
                          </a:cubicBezTo>
                          <a:cubicBezTo>
                            <a:pt x="33430" y="9115"/>
                            <a:pt x="30858" y="6162"/>
                            <a:pt x="27620" y="3972"/>
                          </a:cubicBezTo>
                          <a:cubicBezTo>
                            <a:pt x="17714" y="-2696"/>
                            <a:pt x="5998" y="-791"/>
                            <a:pt x="1616" y="8353"/>
                          </a:cubicBezTo>
                          <a:cubicBezTo>
                            <a:pt x="-2765" y="17592"/>
                            <a:pt x="2093" y="30927"/>
                            <a:pt x="12189" y="37785"/>
                          </a:cubicBezTo>
                          <a:cubicBezTo>
                            <a:pt x="15428" y="39976"/>
                            <a:pt x="18761" y="41119"/>
                            <a:pt x="22000" y="41500"/>
                          </a:cubicBezTo>
                          <a:cubicBezTo>
                            <a:pt x="17809" y="35023"/>
                            <a:pt x="16475" y="27022"/>
                            <a:pt x="19333" y="2073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12" name="Forme libre : forme 12911">
                      <a:extLst>
                        <a:ext uri="{FF2B5EF4-FFF2-40B4-BE49-F238E27FC236}">
                          <a16:creationId xmlns:a16="http://schemas.microsoft.com/office/drawing/2014/main" id="{0A83F40D-0D2D-496B-AD79-CD163B0CBD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7691" y="4157234"/>
                      <a:ext cx="18888" cy="17584"/>
                    </a:xfrm>
                    <a:custGeom>
                      <a:avLst/>
                      <a:gdLst>
                        <a:gd name="connsiteX0" fmla="*/ 10016 w 18888"/>
                        <a:gd name="connsiteY0" fmla="*/ 17414 h 17584"/>
                        <a:gd name="connsiteX1" fmla="*/ 14 w 18888"/>
                        <a:gd name="connsiteY1" fmla="*/ 7032 h 17584"/>
                        <a:gd name="connsiteX2" fmla="*/ 8968 w 18888"/>
                        <a:gd name="connsiteY2" fmla="*/ 174 h 17584"/>
                        <a:gd name="connsiteX3" fmla="*/ 18874 w 18888"/>
                        <a:gd name="connsiteY3" fmla="*/ 10461 h 17584"/>
                        <a:gd name="connsiteX4" fmla="*/ 10016 w 18888"/>
                        <a:gd name="connsiteY4" fmla="*/ 17414 h 17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888" h="17584">
                          <a:moveTo>
                            <a:pt x="10016" y="17414"/>
                          </a:moveTo>
                          <a:cubicBezTo>
                            <a:pt x="4777" y="16462"/>
                            <a:pt x="300" y="11794"/>
                            <a:pt x="14" y="7032"/>
                          </a:cubicBezTo>
                          <a:cubicBezTo>
                            <a:pt x="-271" y="2269"/>
                            <a:pt x="3729" y="-778"/>
                            <a:pt x="8968" y="174"/>
                          </a:cubicBezTo>
                          <a:cubicBezTo>
                            <a:pt x="14207" y="1126"/>
                            <a:pt x="18588" y="5699"/>
                            <a:pt x="18874" y="10461"/>
                          </a:cubicBezTo>
                          <a:cubicBezTo>
                            <a:pt x="19160" y="15224"/>
                            <a:pt x="15254" y="18367"/>
                            <a:pt x="10016" y="1741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13" name="Forme libre : forme 12912">
                      <a:extLst>
                        <a:ext uri="{FF2B5EF4-FFF2-40B4-BE49-F238E27FC236}">
                          <a16:creationId xmlns:a16="http://schemas.microsoft.com/office/drawing/2014/main" id="{7B2F2DB3-8DBA-4C5B-A301-83902EAF76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1045" y="4160839"/>
                      <a:ext cx="6427" cy="6812"/>
                    </a:xfrm>
                    <a:custGeom>
                      <a:avLst/>
                      <a:gdLst>
                        <a:gd name="connsiteX0" fmla="*/ 1996 w 6427"/>
                        <a:gd name="connsiteY0" fmla="*/ 6189 h 6812"/>
                        <a:gd name="connsiteX1" fmla="*/ 281 w 6427"/>
                        <a:gd name="connsiteY1" fmla="*/ 1426 h 6812"/>
                        <a:gd name="connsiteX2" fmla="*/ 4472 w 6427"/>
                        <a:gd name="connsiteY2" fmla="*/ 665 h 6812"/>
                        <a:gd name="connsiteX3" fmla="*/ 6187 w 6427"/>
                        <a:gd name="connsiteY3" fmla="*/ 5427 h 6812"/>
                        <a:gd name="connsiteX4" fmla="*/ 1996 w 6427"/>
                        <a:gd name="connsiteY4" fmla="*/ 6189 h 6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27" h="6812">
                          <a:moveTo>
                            <a:pt x="1996" y="6189"/>
                          </a:moveTo>
                          <a:cubicBezTo>
                            <a:pt x="377" y="5046"/>
                            <a:pt x="-481" y="2951"/>
                            <a:pt x="281" y="1426"/>
                          </a:cubicBezTo>
                          <a:cubicBezTo>
                            <a:pt x="948" y="-98"/>
                            <a:pt x="2853" y="-478"/>
                            <a:pt x="4472" y="665"/>
                          </a:cubicBezTo>
                          <a:cubicBezTo>
                            <a:pt x="6091" y="1808"/>
                            <a:pt x="6854" y="3903"/>
                            <a:pt x="6187" y="5427"/>
                          </a:cubicBezTo>
                          <a:cubicBezTo>
                            <a:pt x="5615" y="6951"/>
                            <a:pt x="3710" y="7237"/>
                            <a:pt x="1996" y="618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2914" name="Graphique 5">
                <a:extLst>
                  <a:ext uri="{FF2B5EF4-FFF2-40B4-BE49-F238E27FC236}">
                    <a16:creationId xmlns:a16="http://schemas.microsoft.com/office/drawing/2014/main" id="{686833ED-5291-4A6D-B1EE-4B247F9CA0AA}"/>
                  </a:ext>
                </a:extLst>
              </p:cNvPr>
              <p:cNvGrpSpPr/>
              <p:nvPr/>
            </p:nvGrpSpPr>
            <p:grpSpPr>
              <a:xfrm>
                <a:off x="2163201" y="3517614"/>
                <a:ext cx="516810" cy="397287"/>
                <a:chOff x="2163201" y="3517614"/>
                <a:chExt cx="516810" cy="397287"/>
              </a:xfrm>
              <a:solidFill>
                <a:schemeClr val="accent1"/>
              </a:solidFill>
            </p:grpSpPr>
            <p:sp>
              <p:nvSpPr>
                <p:cNvPr id="12915" name="Forme libre : forme 12914">
                  <a:extLst>
                    <a:ext uri="{FF2B5EF4-FFF2-40B4-BE49-F238E27FC236}">
                      <a16:creationId xmlns:a16="http://schemas.microsoft.com/office/drawing/2014/main" id="{C92D424F-246F-4AF5-9E8E-58C898A2DCE8}"/>
                    </a:ext>
                  </a:extLst>
                </p:cNvPr>
                <p:cNvSpPr/>
                <p:nvPr/>
              </p:nvSpPr>
              <p:spPr>
                <a:xfrm>
                  <a:off x="2163201" y="3517614"/>
                  <a:ext cx="501128" cy="397287"/>
                </a:xfrm>
                <a:custGeom>
                  <a:avLst/>
                  <a:gdLst>
                    <a:gd name="connsiteX0" fmla="*/ 132017 w 501128"/>
                    <a:gd name="connsiteY0" fmla="*/ 375285 h 397287"/>
                    <a:gd name="connsiteX1" fmla="*/ 117158 w 501128"/>
                    <a:gd name="connsiteY1" fmla="*/ 238411 h 397287"/>
                    <a:gd name="connsiteX2" fmla="*/ 168593 w 501128"/>
                    <a:gd name="connsiteY2" fmla="*/ 264795 h 397287"/>
                    <a:gd name="connsiteX3" fmla="*/ 223361 w 501128"/>
                    <a:gd name="connsiteY3" fmla="*/ 276796 h 397287"/>
                    <a:gd name="connsiteX4" fmla="*/ 334423 w 501128"/>
                    <a:gd name="connsiteY4" fmla="*/ 260509 h 397287"/>
                    <a:gd name="connsiteX5" fmla="*/ 466154 w 501128"/>
                    <a:gd name="connsiteY5" fmla="*/ 179165 h 397287"/>
                    <a:gd name="connsiteX6" fmla="*/ 494824 w 501128"/>
                    <a:gd name="connsiteY6" fmla="*/ 139637 h 397287"/>
                    <a:gd name="connsiteX7" fmla="*/ 500348 w 501128"/>
                    <a:gd name="connsiteY7" fmla="*/ 104680 h 397287"/>
                    <a:gd name="connsiteX8" fmla="*/ 480727 w 501128"/>
                    <a:gd name="connsiteY8" fmla="*/ 73057 h 397287"/>
                    <a:gd name="connsiteX9" fmla="*/ 461296 w 501128"/>
                    <a:gd name="connsiteY9" fmla="*/ 59912 h 397287"/>
                    <a:gd name="connsiteX10" fmla="*/ 436436 w 501128"/>
                    <a:gd name="connsiteY10" fmla="*/ 48482 h 397287"/>
                    <a:gd name="connsiteX11" fmla="*/ 370999 w 501128"/>
                    <a:gd name="connsiteY11" fmla="*/ 32575 h 397287"/>
                    <a:gd name="connsiteX12" fmla="*/ 288417 w 501128"/>
                    <a:gd name="connsiteY12" fmla="*/ 28480 h 397287"/>
                    <a:gd name="connsiteX13" fmla="*/ 179356 w 501128"/>
                    <a:gd name="connsiteY13" fmla="*/ 55912 h 397287"/>
                    <a:gd name="connsiteX14" fmla="*/ 133350 w 501128"/>
                    <a:gd name="connsiteY14" fmla="*/ 87821 h 397287"/>
                    <a:gd name="connsiteX15" fmla="*/ 96012 w 501128"/>
                    <a:gd name="connsiteY15" fmla="*/ 131731 h 397287"/>
                    <a:gd name="connsiteX16" fmla="*/ 57150 w 501128"/>
                    <a:gd name="connsiteY16" fmla="*/ 0 h 397287"/>
                    <a:gd name="connsiteX17" fmla="*/ 0 w 501128"/>
                    <a:gd name="connsiteY17" fmla="*/ 0 h 397287"/>
                    <a:gd name="connsiteX18" fmla="*/ 67151 w 501128"/>
                    <a:gd name="connsiteY18" fmla="*/ 192881 h 397287"/>
                    <a:gd name="connsiteX19" fmla="*/ 78962 w 501128"/>
                    <a:gd name="connsiteY19" fmla="*/ 397288 h 397287"/>
                    <a:gd name="connsiteX20" fmla="*/ 132017 w 501128"/>
                    <a:gd name="connsiteY20" fmla="*/ 375285 h 397287"/>
                    <a:gd name="connsiteX21" fmla="*/ 292322 w 501128"/>
                    <a:gd name="connsiteY21" fmla="*/ 81153 h 397287"/>
                    <a:gd name="connsiteX22" fmla="*/ 410432 w 501128"/>
                    <a:gd name="connsiteY22" fmla="*/ 88487 h 397287"/>
                    <a:gd name="connsiteX23" fmla="*/ 444341 w 501128"/>
                    <a:gd name="connsiteY23" fmla="*/ 115443 h 397287"/>
                    <a:gd name="connsiteX24" fmla="*/ 418243 w 501128"/>
                    <a:gd name="connsiteY24" fmla="*/ 159829 h 397287"/>
                    <a:gd name="connsiteX25" fmla="*/ 318040 w 501128"/>
                    <a:gd name="connsiteY25" fmla="*/ 210217 h 397287"/>
                    <a:gd name="connsiteX26" fmla="*/ 224314 w 501128"/>
                    <a:gd name="connsiteY26" fmla="*/ 216789 h 397287"/>
                    <a:gd name="connsiteX27" fmla="*/ 179832 w 501128"/>
                    <a:gd name="connsiteY27" fmla="*/ 203359 h 397287"/>
                    <a:gd name="connsiteX28" fmla="*/ 138970 w 501128"/>
                    <a:gd name="connsiteY28" fmla="*/ 178594 h 397287"/>
                    <a:gd name="connsiteX29" fmla="*/ 203359 w 501128"/>
                    <a:gd name="connsiteY29" fmla="*/ 110776 h 397287"/>
                    <a:gd name="connsiteX30" fmla="*/ 292322 w 501128"/>
                    <a:gd name="connsiteY30" fmla="*/ 81153 h 397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01128" h="397287">
                      <a:moveTo>
                        <a:pt x="132017" y="375285"/>
                      </a:moveTo>
                      <a:cubicBezTo>
                        <a:pt x="112776" y="329470"/>
                        <a:pt x="109252" y="280892"/>
                        <a:pt x="117158" y="238411"/>
                      </a:cubicBezTo>
                      <a:cubicBezTo>
                        <a:pt x="133731" y="249460"/>
                        <a:pt x="150971" y="258318"/>
                        <a:pt x="168593" y="264795"/>
                      </a:cubicBezTo>
                      <a:cubicBezTo>
                        <a:pt x="186214" y="271272"/>
                        <a:pt x="204978" y="275082"/>
                        <a:pt x="223361" y="276796"/>
                      </a:cubicBezTo>
                      <a:cubicBezTo>
                        <a:pt x="260318" y="280130"/>
                        <a:pt x="297752" y="274130"/>
                        <a:pt x="334423" y="260509"/>
                      </a:cubicBezTo>
                      <a:cubicBezTo>
                        <a:pt x="396335" y="237268"/>
                        <a:pt x="439674" y="206312"/>
                        <a:pt x="466154" y="179165"/>
                      </a:cubicBezTo>
                      <a:cubicBezTo>
                        <a:pt x="479870" y="165259"/>
                        <a:pt x="489490" y="152019"/>
                        <a:pt x="494824" y="139637"/>
                      </a:cubicBezTo>
                      <a:cubicBezTo>
                        <a:pt x="501015" y="127063"/>
                        <a:pt x="502158" y="115538"/>
                        <a:pt x="500348" y="104680"/>
                      </a:cubicBezTo>
                      <a:cubicBezTo>
                        <a:pt x="498253" y="92773"/>
                        <a:pt x="491109" y="82487"/>
                        <a:pt x="480727" y="73057"/>
                      </a:cubicBezTo>
                      <a:cubicBezTo>
                        <a:pt x="475393" y="68389"/>
                        <a:pt x="468916" y="64008"/>
                        <a:pt x="461296" y="59912"/>
                      </a:cubicBezTo>
                      <a:cubicBezTo>
                        <a:pt x="454057" y="55816"/>
                        <a:pt x="445770" y="52006"/>
                        <a:pt x="436436" y="48482"/>
                      </a:cubicBezTo>
                      <a:cubicBezTo>
                        <a:pt x="418052" y="41529"/>
                        <a:pt x="395764" y="36195"/>
                        <a:pt x="370999" y="32575"/>
                      </a:cubicBezTo>
                      <a:cubicBezTo>
                        <a:pt x="346234" y="29051"/>
                        <a:pt x="318516" y="27337"/>
                        <a:pt x="288417" y="28480"/>
                      </a:cubicBezTo>
                      <a:cubicBezTo>
                        <a:pt x="249555" y="29908"/>
                        <a:pt x="211931" y="38671"/>
                        <a:pt x="179356" y="55912"/>
                      </a:cubicBezTo>
                      <a:cubicBezTo>
                        <a:pt x="162973" y="64484"/>
                        <a:pt x="147542" y="75152"/>
                        <a:pt x="133350" y="87821"/>
                      </a:cubicBezTo>
                      <a:cubicBezTo>
                        <a:pt x="119158" y="100489"/>
                        <a:pt x="107061" y="115157"/>
                        <a:pt x="96012" y="131731"/>
                      </a:cubicBezTo>
                      <a:cubicBezTo>
                        <a:pt x="71628" y="95631"/>
                        <a:pt x="57722" y="49435"/>
                        <a:pt x="57150" y="0"/>
                      </a:cubicBezTo>
                      <a:lnTo>
                        <a:pt x="0" y="0"/>
                      </a:lnTo>
                      <a:cubicBezTo>
                        <a:pt x="0" y="75152"/>
                        <a:pt x="26194" y="144399"/>
                        <a:pt x="67151" y="192881"/>
                      </a:cubicBezTo>
                      <a:cubicBezTo>
                        <a:pt x="48101" y="253270"/>
                        <a:pt x="50006" y="327470"/>
                        <a:pt x="78962" y="397288"/>
                      </a:cubicBezTo>
                      <a:lnTo>
                        <a:pt x="132017" y="375285"/>
                      </a:lnTo>
                      <a:close/>
                      <a:moveTo>
                        <a:pt x="292322" y="81153"/>
                      </a:moveTo>
                      <a:cubicBezTo>
                        <a:pt x="354425" y="74771"/>
                        <a:pt x="390906" y="82201"/>
                        <a:pt x="410432" y="88487"/>
                      </a:cubicBezTo>
                      <a:cubicBezTo>
                        <a:pt x="429863" y="95155"/>
                        <a:pt x="442532" y="104108"/>
                        <a:pt x="444341" y="115443"/>
                      </a:cubicBezTo>
                      <a:cubicBezTo>
                        <a:pt x="446246" y="126873"/>
                        <a:pt x="438912" y="142494"/>
                        <a:pt x="418243" y="159829"/>
                      </a:cubicBezTo>
                      <a:cubicBezTo>
                        <a:pt x="398431" y="176879"/>
                        <a:pt x="366046" y="196024"/>
                        <a:pt x="318040" y="210217"/>
                      </a:cubicBezTo>
                      <a:cubicBezTo>
                        <a:pt x="286703" y="219361"/>
                        <a:pt x="254984" y="221932"/>
                        <a:pt x="224314" y="216789"/>
                      </a:cubicBezTo>
                      <a:cubicBezTo>
                        <a:pt x="208788" y="214313"/>
                        <a:pt x="194215" y="209740"/>
                        <a:pt x="179832" y="203359"/>
                      </a:cubicBezTo>
                      <a:cubicBezTo>
                        <a:pt x="165640" y="196977"/>
                        <a:pt x="151543" y="188690"/>
                        <a:pt x="138970" y="178594"/>
                      </a:cubicBezTo>
                      <a:cubicBezTo>
                        <a:pt x="155067" y="150114"/>
                        <a:pt x="176689" y="127159"/>
                        <a:pt x="203359" y="110776"/>
                      </a:cubicBezTo>
                      <a:cubicBezTo>
                        <a:pt x="229743" y="94297"/>
                        <a:pt x="259842" y="84582"/>
                        <a:pt x="292322" y="81153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916" name="Forme libre : forme 12915">
                  <a:extLst>
                    <a:ext uri="{FF2B5EF4-FFF2-40B4-BE49-F238E27FC236}">
                      <a16:creationId xmlns:a16="http://schemas.microsoft.com/office/drawing/2014/main" id="{2C32A715-8C95-4E39-B244-731793B46F30}"/>
                    </a:ext>
                  </a:extLst>
                </p:cNvPr>
                <p:cNvSpPr/>
                <p:nvPr/>
              </p:nvSpPr>
              <p:spPr>
                <a:xfrm>
                  <a:off x="2430282" y="3545742"/>
                  <a:ext cx="233951" cy="233142"/>
                </a:xfrm>
                <a:custGeom>
                  <a:avLst/>
                  <a:gdLst>
                    <a:gd name="connsiteX0" fmla="*/ 141922 w 233951"/>
                    <a:gd name="connsiteY0" fmla="*/ 23117 h 233142"/>
                    <a:gd name="connsiteX1" fmla="*/ 166878 w 233951"/>
                    <a:gd name="connsiteY1" fmla="*/ 35118 h 233142"/>
                    <a:gd name="connsiteX2" fmla="*/ 186309 w 233951"/>
                    <a:gd name="connsiteY2" fmla="*/ 48929 h 233142"/>
                    <a:gd name="connsiteX3" fmla="*/ 206216 w 233951"/>
                    <a:gd name="connsiteY3" fmla="*/ 82267 h 233142"/>
                    <a:gd name="connsiteX4" fmla="*/ 202121 w 233951"/>
                    <a:gd name="connsiteY4" fmla="*/ 116366 h 233142"/>
                    <a:gd name="connsiteX5" fmla="*/ 177832 w 233951"/>
                    <a:gd name="connsiteY5" fmla="*/ 154276 h 233142"/>
                    <a:gd name="connsiteX6" fmla="*/ 64960 w 233951"/>
                    <a:gd name="connsiteY6" fmla="*/ 233143 h 233142"/>
                    <a:gd name="connsiteX7" fmla="*/ 67246 w 233951"/>
                    <a:gd name="connsiteY7" fmla="*/ 232381 h 233142"/>
                    <a:gd name="connsiteX8" fmla="*/ 198977 w 233951"/>
                    <a:gd name="connsiteY8" fmla="*/ 151037 h 233142"/>
                    <a:gd name="connsiteX9" fmla="*/ 227647 w 233951"/>
                    <a:gd name="connsiteY9" fmla="*/ 111509 h 233142"/>
                    <a:gd name="connsiteX10" fmla="*/ 233172 w 233951"/>
                    <a:gd name="connsiteY10" fmla="*/ 76552 h 233142"/>
                    <a:gd name="connsiteX11" fmla="*/ 213550 w 233951"/>
                    <a:gd name="connsiteY11" fmla="*/ 44929 h 233142"/>
                    <a:gd name="connsiteX12" fmla="*/ 194120 w 233951"/>
                    <a:gd name="connsiteY12" fmla="*/ 31784 h 233142"/>
                    <a:gd name="connsiteX13" fmla="*/ 169259 w 233951"/>
                    <a:gd name="connsiteY13" fmla="*/ 20354 h 233142"/>
                    <a:gd name="connsiteX14" fmla="*/ 103822 w 233951"/>
                    <a:gd name="connsiteY14" fmla="*/ 4448 h 233142"/>
                    <a:gd name="connsiteX15" fmla="*/ 21241 w 233951"/>
                    <a:gd name="connsiteY15" fmla="*/ 352 h 233142"/>
                    <a:gd name="connsiteX16" fmla="*/ 0 w 233951"/>
                    <a:gd name="connsiteY16" fmla="*/ 1971 h 233142"/>
                    <a:gd name="connsiteX17" fmla="*/ 78772 w 233951"/>
                    <a:gd name="connsiteY17" fmla="*/ 6924 h 233142"/>
                    <a:gd name="connsiteX18" fmla="*/ 141922 w 233951"/>
                    <a:gd name="connsiteY18" fmla="*/ 23117 h 23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33951" h="233142">
                      <a:moveTo>
                        <a:pt x="141922" y="23117"/>
                      </a:moveTo>
                      <a:cubicBezTo>
                        <a:pt x="151257" y="26831"/>
                        <a:pt x="159449" y="30832"/>
                        <a:pt x="166878" y="35118"/>
                      </a:cubicBezTo>
                      <a:cubicBezTo>
                        <a:pt x="174403" y="39404"/>
                        <a:pt x="180975" y="44071"/>
                        <a:pt x="186309" y="48929"/>
                      </a:cubicBezTo>
                      <a:cubicBezTo>
                        <a:pt x="196787" y="58835"/>
                        <a:pt x="204025" y="69694"/>
                        <a:pt x="206216" y="82267"/>
                      </a:cubicBezTo>
                      <a:cubicBezTo>
                        <a:pt x="208026" y="92935"/>
                        <a:pt x="207359" y="104174"/>
                        <a:pt x="202121" y="116366"/>
                      </a:cubicBezTo>
                      <a:cubicBezTo>
                        <a:pt x="197549" y="128368"/>
                        <a:pt x="189643" y="141036"/>
                        <a:pt x="177832" y="154276"/>
                      </a:cubicBezTo>
                      <a:cubicBezTo>
                        <a:pt x="155162" y="180279"/>
                        <a:pt x="118110" y="209330"/>
                        <a:pt x="64960" y="233143"/>
                      </a:cubicBezTo>
                      <a:lnTo>
                        <a:pt x="67246" y="232381"/>
                      </a:lnTo>
                      <a:cubicBezTo>
                        <a:pt x="129159" y="209140"/>
                        <a:pt x="172498" y="178184"/>
                        <a:pt x="198977" y="151037"/>
                      </a:cubicBezTo>
                      <a:cubicBezTo>
                        <a:pt x="212693" y="137131"/>
                        <a:pt x="222313" y="123891"/>
                        <a:pt x="227647" y="111509"/>
                      </a:cubicBezTo>
                      <a:cubicBezTo>
                        <a:pt x="233839" y="98935"/>
                        <a:pt x="234982" y="87410"/>
                        <a:pt x="233172" y="76552"/>
                      </a:cubicBezTo>
                      <a:cubicBezTo>
                        <a:pt x="231076" y="64645"/>
                        <a:pt x="223933" y="54359"/>
                        <a:pt x="213550" y="44929"/>
                      </a:cubicBezTo>
                      <a:cubicBezTo>
                        <a:pt x="208217" y="40261"/>
                        <a:pt x="201739" y="35880"/>
                        <a:pt x="194120" y="31784"/>
                      </a:cubicBezTo>
                      <a:cubicBezTo>
                        <a:pt x="186880" y="27688"/>
                        <a:pt x="178594" y="23878"/>
                        <a:pt x="169259" y="20354"/>
                      </a:cubicBezTo>
                      <a:cubicBezTo>
                        <a:pt x="150876" y="13401"/>
                        <a:pt x="128588" y="8067"/>
                        <a:pt x="103822" y="4448"/>
                      </a:cubicBezTo>
                      <a:cubicBezTo>
                        <a:pt x="79058" y="923"/>
                        <a:pt x="51340" y="-791"/>
                        <a:pt x="21241" y="352"/>
                      </a:cubicBezTo>
                      <a:cubicBezTo>
                        <a:pt x="14097" y="638"/>
                        <a:pt x="6953" y="1209"/>
                        <a:pt x="0" y="1971"/>
                      </a:cubicBezTo>
                      <a:cubicBezTo>
                        <a:pt x="28670" y="1304"/>
                        <a:pt x="55150" y="3114"/>
                        <a:pt x="78772" y="6924"/>
                      </a:cubicBezTo>
                      <a:cubicBezTo>
                        <a:pt x="102965" y="10543"/>
                        <a:pt x="124206" y="16068"/>
                        <a:pt x="141922" y="23117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917" name="Forme libre : forme 12916">
                  <a:extLst>
                    <a:ext uri="{FF2B5EF4-FFF2-40B4-BE49-F238E27FC236}">
                      <a16:creationId xmlns:a16="http://schemas.microsoft.com/office/drawing/2014/main" id="{1B334C66-3B91-4B50-AA63-2C3CB1A47B43}"/>
                    </a:ext>
                  </a:extLst>
                </p:cNvPr>
                <p:cNvSpPr/>
                <p:nvPr/>
              </p:nvSpPr>
              <p:spPr>
                <a:xfrm>
                  <a:off x="2182441" y="3605435"/>
                  <a:ext cx="219360" cy="177165"/>
                </a:xfrm>
                <a:custGeom>
                  <a:avLst/>
                  <a:gdLst>
                    <a:gd name="connsiteX0" fmla="*/ 0 w 219360"/>
                    <a:gd name="connsiteY0" fmla="*/ 0 h 177165"/>
                    <a:gd name="connsiteX1" fmla="*/ 2572 w 219360"/>
                    <a:gd name="connsiteY1" fmla="*/ 7715 h 177165"/>
                    <a:gd name="connsiteX2" fmla="*/ 11144 w 219360"/>
                    <a:gd name="connsiteY2" fmla="*/ 28194 h 177165"/>
                    <a:gd name="connsiteX3" fmla="*/ 49625 w 219360"/>
                    <a:gd name="connsiteY3" fmla="*/ 90488 h 177165"/>
                    <a:gd name="connsiteX4" fmla="*/ 64008 w 219360"/>
                    <a:gd name="connsiteY4" fmla="*/ 107252 h 177165"/>
                    <a:gd name="connsiteX5" fmla="*/ 80772 w 219360"/>
                    <a:gd name="connsiteY5" fmla="*/ 123254 h 177165"/>
                    <a:gd name="connsiteX6" fmla="*/ 119825 w 219360"/>
                    <a:gd name="connsiteY6" fmla="*/ 151162 h 177165"/>
                    <a:gd name="connsiteX7" fmla="*/ 219361 w 219360"/>
                    <a:gd name="connsiteY7" fmla="*/ 177165 h 177165"/>
                    <a:gd name="connsiteX8" fmla="*/ 197167 w 219360"/>
                    <a:gd name="connsiteY8" fmla="*/ 173927 h 177165"/>
                    <a:gd name="connsiteX9" fmla="*/ 141161 w 219360"/>
                    <a:gd name="connsiteY9" fmla="*/ 154591 h 177165"/>
                    <a:gd name="connsiteX10" fmla="*/ 67723 w 219360"/>
                    <a:gd name="connsiteY10" fmla="*/ 102298 h 177165"/>
                    <a:gd name="connsiteX11" fmla="*/ 31337 w 219360"/>
                    <a:gd name="connsiteY11" fmla="*/ 58293 h 177165"/>
                    <a:gd name="connsiteX12" fmla="*/ 14859 w 219360"/>
                    <a:gd name="connsiteY12" fmla="*/ 31052 h 177165"/>
                    <a:gd name="connsiteX13" fmla="*/ 6953 w 219360"/>
                    <a:gd name="connsiteY13" fmla="*/ 16097 h 177165"/>
                    <a:gd name="connsiteX14" fmla="*/ 0 w 219360"/>
                    <a:gd name="connsiteY14" fmla="*/ 0 h 177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19360" h="177165">
                      <a:moveTo>
                        <a:pt x="0" y="0"/>
                      </a:moveTo>
                      <a:cubicBezTo>
                        <a:pt x="0" y="0"/>
                        <a:pt x="857" y="2667"/>
                        <a:pt x="2572" y="7715"/>
                      </a:cubicBezTo>
                      <a:cubicBezTo>
                        <a:pt x="4191" y="12668"/>
                        <a:pt x="7049" y="19717"/>
                        <a:pt x="11144" y="28194"/>
                      </a:cubicBezTo>
                      <a:cubicBezTo>
                        <a:pt x="19145" y="45148"/>
                        <a:pt x="31242" y="68008"/>
                        <a:pt x="49625" y="90488"/>
                      </a:cubicBezTo>
                      <a:cubicBezTo>
                        <a:pt x="54102" y="96107"/>
                        <a:pt x="58865" y="101727"/>
                        <a:pt x="64008" y="107252"/>
                      </a:cubicBezTo>
                      <a:cubicBezTo>
                        <a:pt x="69247" y="112681"/>
                        <a:pt x="74962" y="118110"/>
                        <a:pt x="80772" y="123254"/>
                      </a:cubicBezTo>
                      <a:cubicBezTo>
                        <a:pt x="92678" y="133540"/>
                        <a:pt x="105251" y="143161"/>
                        <a:pt x="119825" y="151162"/>
                      </a:cubicBezTo>
                      <a:cubicBezTo>
                        <a:pt x="148780" y="167164"/>
                        <a:pt x="181737" y="177260"/>
                        <a:pt x="219361" y="177165"/>
                      </a:cubicBezTo>
                      <a:cubicBezTo>
                        <a:pt x="219361" y="177165"/>
                        <a:pt x="211169" y="176784"/>
                        <a:pt x="197167" y="173927"/>
                      </a:cubicBezTo>
                      <a:cubicBezTo>
                        <a:pt x="182975" y="171164"/>
                        <a:pt x="164021" y="165449"/>
                        <a:pt x="141161" y="154591"/>
                      </a:cubicBezTo>
                      <a:cubicBezTo>
                        <a:pt x="118110" y="143828"/>
                        <a:pt x="93250" y="127159"/>
                        <a:pt x="67723" y="102298"/>
                      </a:cubicBezTo>
                      <a:cubicBezTo>
                        <a:pt x="55531" y="89821"/>
                        <a:pt x="42863" y="75247"/>
                        <a:pt x="31337" y="58293"/>
                      </a:cubicBezTo>
                      <a:cubicBezTo>
                        <a:pt x="25717" y="49816"/>
                        <a:pt x="20193" y="40672"/>
                        <a:pt x="14859" y="31052"/>
                      </a:cubicBezTo>
                      <a:cubicBezTo>
                        <a:pt x="12192" y="26194"/>
                        <a:pt x="9525" y="21241"/>
                        <a:pt x="6953" y="16097"/>
                      </a:cubicBezTo>
                      <a:cubicBezTo>
                        <a:pt x="4572" y="10763"/>
                        <a:pt x="2191" y="542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918" name="Forme libre : forme 12917">
                  <a:extLst>
                    <a:ext uri="{FF2B5EF4-FFF2-40B4-BE49-F238E27FC236}">
                      <a16:creationId xmlns:a16="http://schemas.microsoft.com/office/drawing/2014/main" id="{7D8E8FB3-F572-4402-8138-0B8D979245DB}"/>
                    </a:ext>
                  </a:extLst>
                </p:cNvPr>
                <p:cNvSpPr/>
                <p:nvPr/>
              </p:nvSpPr>
              <p:spPr>
                <a:xfrm>
                  <a:off x="2259499" y="3590738"/>
                  <a:ext cx="233838" cy="105469"/>
                </a:xfrm>
                <a:custGeom>
                  <a:avLst/>
                  <a:gdLst>
                    <a:gd name="connsiteX0" fmla="*/ 0 w 233838"/>
                    <a:gd name="connsiteY0" fmla="*/ 58416 h 105469"/>
                    <a:gd name="connsiteX1" fmla="*/ 3905 w 233838"/>
                    <a:gd name="connsiteY1" fmla="*/ 64322 h 105469"/>
                    <a:gd name="connsiteX2" fmla="*/ 14192 w 233838"/>
                    <a:gd name="connsiteY2" fmla="*/ 77942 h 105469"/>
                    <a:gd name="connsiteX3" fmla="*/ 42767 w 233838"/>
                    <a:gd name="connsiteY3" fmla="*/ 105470 h 105469"/>
                    <a:gd name="connsiteX4" fmla="*/ 53054 w 233838"/>
                    <a:gd name="connsiteY4" fmla="*/ 88134 h 105469"/>
                    <a:gd name="connsiteX5" fmla="*/ 86487 w 233838"/>
                    <a:gd name="connsiteY5" fmla="*/ 51558 h 105469"/>
                    <a:gd name="connsiteX6" fmla="*/ 146685 w 233838"/>
                    <a:gd name="connsiteY6" fmla="*/ 18125 h 105469"/>
                    <a:gd name="connsiteX7" fmla="*/ 233839 w 233838"/>
                    <a:gd name="connsiteY7" fmla="*/ 5552 h 105469"/>
                    <a:gd name="connsiteX8" fmla="*/ 215837 w 233838"/>
                    <a:gd name="connsiteY8" fmla="*/ 2504 h 105469"/>
                    <a:gd name="connsiteX9" fmla="*/ 169259 w 233838"/>
                    <a:gd name="connsiteY9" fmla="*/ 123 h 105469"/>
                    <a:gd name="connsiteX10" fmla="*/ 33814 w 233838"/>
                    <a:gd name="connsiteY10" fmla="*/ 51844 h 105469"/>
                    <a:gd name="connsiteX11" fmla="*/ 0 w 233838"/>
                    <a:gd name="connsiteY11" fmla="*/ 58416 h 105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3838" h="105469">
                      <a:moveTo>
                        <a:pt x="0" y="58416"/>
                      </a:moveTo>
                      <a:cubicBezTo>
                        <a:pt x="0" y="58416"/>
                        <a:pt x="1429" y="60607"/>
                        <a:pt x="3905" y="64322"/>
                      </a:cubicBezTo>
                      <a:cubicBezTo>
                        <a:pt x="6287" y="67941"/>
                        <a:pt x="9811" y="72799"/>
                        <a:pt x="14192" y="77942"/>
                      </a:cubicBezTo>
                      <a:cubicBezTo>
                        <a:pt x="22670" y="88325"/>
                        <a:pt x="33528" y="99850"/>
                        <a:pt x="42767" y="105470"/>
                      </a:cubicBezTo>
                      <a:cubicBezTo>
                        <a:pt x="42767" y="105470"/>
                        <a:pt x="46006" y="98421"/>
                        <a:pt x="53054" y="88134"/>
                      </a:cubicBezTo>
                      <a:cubicBezTo>
                        <a:pt x="60198" y="77847"/>
                        <a:pt x="70676" y="64417"/>
                        <a:pt x="86487" y="51558"/>
                      </a:cubicBezTo>
                      <a:cubicBezTo>
                        <a:pt x="102203" y="38699"/>
                        <a:pt x="122206" y="26507"/>
                        <a:pt x="146685" y="18125"/>
                      </a:cubicBezTo>
                      <a:cubicBezTo>
                        <a:pt x="171164" y="9743"/>
                        <a:pt x="200216" y="5076"/>
                        <a:pt x="233839" y="5552"/>
                      </a:cubicBezTo>
                      <a:cubicBezTo>
                        <a:pt x="233839" y="5552"/>
                        <a:pt x="227267" y="4028"/>
                        <a:pt x="215837" y="2504"/>
                      </a:cubicBezTo>
                      <a:cubicBezTo>
                        <a:pt x="204407" y="1076"/>
                        <a:pt x="188500" y="-448"/>
                        <a:pt x="169259" y="123"/>
                      </a:cubicBezTo>
                      <a:cubicBezTo>
                        <a:pt x="131064" y="1552"/>
                        <a:pt x="79915" y="9743"/>
                        <a:pt x="33814" y="51844"/>
                      </a:cubicBezTo>
                      <a:cubicBezTo>
                        <a:pt x="19812" y="64703"/>
                        <a:pt x="0" y="58416"/>
                        <a:pt x="0" y="58416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919" name="Forme libre : forme 12918">
                  <a:extLst>
                    <a:ext uri="{FF2B5EF4-FFF2-40B4-BE49-F238E27FC236}">
                      <a16:creationId xmlns:a16="http://schemas.microsoft.com/office/drawing/2014/main" id="{279C5CE3-165E-45FB-B52F-5EA680B59C6C}"/>
                    </a:ext>
                  </a:extLst>
                </p:cNvPr>
                <p:cNvSpPr/>
                <p:nvPr/>
              </p:nvSpPr>
              <p:spPr>
                <a:xfrm>
                  <a:off x="2261670" y="3743833"/>
                  <a:ext cx="23831" cy="121062"/>
                </a:xfrm>
                <a:custGeom>
                  <a:avLst/>
                  <a:gdLst>
                    <a:gd name="connsiteX0" fmla="*/ 18784 w 23831"/>
                    <a:gd name="connsiteY0" fmla="*/ 12192 h 121062"/>
                    <a:gd name="connsiteX1" fmla="*/ 1448 w 23831"/>
                    <a:gd name="connsiteY1" fmla="*/ 0 h 121062"/>
                    <a:gd name="connsiteX2" fmla="*/ 686 w 23831"/>
                    <a:gd name="connsiteY2" fmla="*/ 36766 h 121062"/>
                    <a:gd name="connsiteX3" fmla="*/ 23832 w 23831"/>
                    <a:gd name="connsiteY3" fmla="*/ 121063 h 121062"/>
                    <a:gd name="connsiteX4" fmla="*/ 21260 w 23831"/>
                    <a:gd name="connsiteY4" fmla="*/ 112395 h 121062"/>
                    <a:gd name="connsiteX5" fmla="*/ 16974 w 23831"/>
                    <a:gd name="connsiteY5" fmla="*/ 88678 h 121062"/>
                    <a:gd name="connsiteX6" fmla="*/ 14593 w 23831"/>
                    <a:gd name="connsiteY6" fmla="*/ 53912 h 121062"/>
                    <a:gd name="connsiteX7" fmla="*/ 18784 w 23831"/>
                    <a:gd name="connsiteY7" fmla="*/ 12192 h 121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831" h="121062">
                      <a:moveTo>
                        <a:pt x="18784" y="12192"/>
                      </a:moveTo>
                      <a:cubicBezTo>
                        <a:pt x="18784" y="12192"/>
                        <a:pt x="9163" y="6763"/>
                        <a:pt x="1448" y="0"/>
                      </a:cubicBezTo>
                      <a:cubicBezTo>
                        <a:pt x="1448" y="0"/>
                        <a:pt x="-1219" y="14288"/>
                        <a:pt x="686" y="36766"/>
                      </a:cubicBezTo>
                      <a:cubicBezTo>
                        <a:pt x="2019" y="59246"/>
                        <a:pt x="8115" y="90011"/>
                        <a:pt x="23832" y="121063"/>
                      </a:cubicBezTo>
                      <a:cubicBezTo>
                        <a:pt x="23832" y="121063"/>
                        <a:pt x="22784" y="118015"/>
                        <a:pt x="21260" y="112395"/>
                      </a:cubicBezTo>
                      <a:cubicBezTo>
                        <a:pt x="19831" y="106871"/>
                        <a:pt x="18307" y="98584"/>
                        <a:pt x="16974" y="88678"/>
                      </a:cubicBezTo>
                      <a:cubicBezTo>
                        <a:pt x="15736" y="78677"/>
                        <a:pt x="14211" y="66961"/>
                        <a:pt x="14593" y="53912"/>
                      </a:cubicBezTo>
                      <a:cubicBezTo>
                        <a:pt x="14878" y="40767"/>
                        <a:pt x="16021" y="26575"/>
                        <a:pt x="18784" y="12192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2920" name="Graphique 5">
                  <a:extLst>
                    <a:ext uri="{FF2B5EF4-FFF2-40B4-BE49-F238E27FC236}">
                      <a16:creationId xmlns:a16="http://schemas.microsoft.com/office/drawing/2014/main" id="{F793BDDB-9A21-4C06-9CA8-443AB9BF61AD}"/>
                    </a:ext>
                  </a:extLst>
                </p:cNvPr>
                <p:cNvGrpSpPr/>
                <p:nvPr/>
              </p:nvGrpSpPr>
              <p:grpSpPr>
                <a:xfrm>
                  <a:off x="2295447" y="3703815"/>
                  <a:ext cx="81222" cy="95275"/>
                  <a:chOff x="2295447" y="3703815"/>
                  <a:chExt cx="81222" cy="95275"/>
                </a:xfrm>
                <a:solidFill>
                  <a:schemeClr val="accent1"/>
                </a:solidFill>
              </p:grpSpPr>
              <p:grpSp>
                <p:nvGrpSpPr>
                  <p:cNvPr id="12921" name="Graphique 5">
                    <a:extLst>
                      <a:ext uri="{FF2B5EF4-FFF2-40B4-BE49-F238E27FC236}">
                        <a16:creationId xmlns:a16="http://schemas.microsoft.com/office/drawing/2014/main" id="{6115CFCF-AA7F-468F-B63D-ED27717225E5}"/>
                      </a:ext>
                    </a:extLst>
                  </p:cNvPr>
                  <p:cNvGrpSpPr/>
                  <p:nvPr/>
                </p:nvGrpSpPr>
                <p:grpSpPr>
                  <a:xfrm>
                    <a:off x="2295447" y="3758706"/>
                    <a:ext cx="35924" cy="40384"/>
                    <a:chOff x="2295447" y="3758706"/>
                    <a:chExt cx="35924" cy="40384"/>
                  </a:xfrm>
                  <a:solidFill>
                    <a:schemeClr val="accent1"/>
                  </a:solidFill>
                </p:grpSpPr>
                <p:sp>
                  <p:nvSpPr>
                    <p:cNvPr id="12922" name="Forme libre : forme 12921">
                      <a:extLst>
                        <a:ext uri="{FF2B5EF4-FFF2-40B4-BE49-F238E27FC236}">
                          <a16:creationId xmlns:a16="http://schemas.microsoft.com/office/drawing/2014/main" id="{ADB087E7-31B7-441D-AC52-50A55CE3A5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5447" y="3758706"/>
                      <a:ext cx="35924" cy="40370"/>
                    </a:xfrm>
                    <a:custGeom>
                      <a:avLst/>
                      <a:gdLst>
                        <a:gd name="connsiteX0" fmla="*/ 12439 w 35924"/>
                        <a:gd name="connsiteY0" fmla="*/ 558 h 40370"/>
                        <a:gd name="connsiteX1" fmla="*/ 35109 w 35924"/>
                        <a:gd name="connsiteY1" fmla="*/ 15131 h 40370"/>
                        <a:gd name="connsiteX2" fmla="*/ 23869 w 35924"/>
                        <a:gd name="connsiteY2" fmla="*/ 39610 h 40370"/>
                        <a:gd name="connsiteX3" fmla="*/ 914 w 35924"/>
                        <a:gd name="connsiteY3" fmla="*/ 25132 h 40370"/>
                        <a:gd name="connsiteX4" fmla="*/ 12439 w 35924"/>
                        <a:gd name="connsiteY4" fmla="*/ 558 h 40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924" h="40370">
                          <a:moveTo>
                            <a:pt x="12439" y="558"/>
                          </a:moveTo>
                          <a:cubicBezTo>
                            <a:pt x="21964" y="-2014"/>
                            <a:pt x="32060" y="4558"/>
                            <a:pt x="35109" y="15131"/>
                          </a:cubicBezTo>
                          <a:cubicBezTo>
                            <a:pt x="37966" y="25704"/>
                            <a:pt x="33108" y="36657"/>
                            <a:pt x="23869" y="39610"/>
                          </a:cubicBezTo>
                          <a:cubicBezTo>
                            <a:pt x="14439" y="42658"/>
                            <a:pt x="3962" y="36276"/>
                            <a:pt x="914" y="25132"/>
                          </a:cubicBezTo>
                          <a:cubicBezTo>
                            <a:pt x="-2229" y="14083"/>
                            <a:pt x="3009" y="3034"/>
                            <a:pt x="12439" y="55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23" name="Forme libre : forme 12922">
                      <a:extLst>
                        <a:ext uri="{FF2B5EF4-FFF2-40B4-BE49-F238E27FC236}">
                          <a16:creationId xmlns:a16="http://schemas.microsoft.com/office/drawing/2014/main" id="{EA039F9D-3BF9-40D1-83C4-98316E9826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0266" y="3758831"/>
                      <a:ext cx="31105" cy="40258"/>
                    </a:xfrm>
                    <a:custGeom>
                      <a:avLst/>
                      <a:gdLst>
                        <a:gd name="connsiteX0" fmla="*/ 13526 w 31105"/>
                        <a:gd name="connsiteY0" fmla="*/ 19768 h 40258"/>
                        <a:gd name="connsiteX1" fmla="*/ 9716 w 31105"/>
                        <a:gd name="connsiteY1" fmla="*/ 39580 h 40258"/>
                        <a:gd name="connsiteX2" fmla="*/ 19050 w 31105"/>
                        <a:gd name="connsiteY2" fmla="*/ 39580 h 40258"/>
                        <a:gd name="connsiteX3" fmla="*/ 30290 w 31105"/>
                        <a:gd name="connsiteY3" fmla="*/ 15101 h 40258"/>
                        <a:gd name="connsiteX4" fmla="*/ 7620 w 31105"/>
                        <a:gd name="connsiteY4" fmla="*/ 527 h 40258"/>
                        <a:gd name="connsiteX5" fmla="*/ 0 w 31105"/>
                        <a:gd name="connsiteY5" fmla="*/ 5290 h 40258"/>
                        <a:gd name="connsiteX6" fmla="*/ 13526 w 31105"/>
                        <a:gd name="connsiteY6" fmla="*/ 19768 h 402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105" h="40258">
                          <a:moveTo>
                            <a:pt x="13526" y="19768"/>
                          </a:moveTo>
                          <a:cubicBezTo>
                            <a:pt x="15716" y="27102"/>
                            <a:pt x="13716" y="34627"/>
                            <a:pt x="9716" y="39580"/>
                          </a:cubicBezTo>
                          <a:cubicBezTo>
                            <a:pt x="12764" y="40437"/>
                            <a:pt x="15907" y="40532"/>
                            <a:pt x="19050" y="39580"/>
                          </a:cubicBezTo>
                          <a:cubicBezTo>
                            <a:pt x="28289" y="36627"/>
                            <a:pt x="33147" y="25673"/>
                            <a:pt x="30290" y="15101"/>
                          </a:cubicBezTo>
                          <a:cubicBezTo>
                            <a:pt x="27242" y="4528"/>
                            <a:pt x="17145" y="-1949"/>
                            <a:pt x="7620" y="527"/>
                          </a:cubicBezTo>
                          <a:cubicBezTo>
                            <a:pt x="4572" y="1385"/>
                            <a:pt x="2096" y="3099"/>
                            <a:pt x="0" y="5290"/>
                          </a:cubicBezTo>
                          <a:cubicBezTo>
                            <a:pt x="6191" y="7195"/>
                            <a:pt x="11525" y="12434"/>
                            <a:pt x="13526" y="197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24" name="Forme libre : forme 12923">
                      <a:extLst>
                        <a:ext uri="{FF2B5EF4-FFF2-40B4-BE49-F238E27FC236}">
                          <a16:creationId xmlns:a16="http://schemas.microsoft.com/office/drawing/2014/main" id="{3C5E294D-596E-4C81-8284-D6F3740186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0358" y="3763132"/>
                      <a:ext cx="16197" cy="18003"/>
                    </a:xfrm>
                    <a:custGeom>
                      <a:avLst/>
                      <a:gdLst>
                        <a:gd name="connsiteX0" fmla="*/ 2860 w 16197"/>
                        <a:gd name="connsiteY0" fmla="*/ 2513 h 18003"/>
                        <a:gd name="connsiteX1" fmla="*/ 14290 w 16197"/>
                        <a:gd name="connsiteY1" fmla="*/ 2704 h 18003"/>
                        <a:gd name="connsiteX2" fmla="*/ 13338 w 16197"/>
                        <a:gd name="connsiteY2" fmla="*/ 15372 h 18003"/>
                        <a:gd name="connsiteX3" fmla="*/ 1908 w 16197"/>
                        <a:gd name="connsiteY3" fmla="*/ 15277 h 18003"/>
                        <a:gd name="connsiteX4" fmla="*/ 2860 w 16197"/>
                        <a:gd name="connsiteY4" fmla="*/ 2513 h 18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97" h="18003">
                          <a:moveTo>
                            <a:pt x="2860" y="2513"/>
                          </a:moveTo>
                          <a:cubicBezTo>
                            <a:pt x="6289" y="-916"/>
                            <a:pt x="11433" y="-820"/>
                            <a:pt x="14290" y="2704"/>
                          </a:cubicBezTo>
                          <a:cubicBezTo>
                            <a:pt x="17148" y="6228"/>
                            <a:pt x="16767" y="11848"/>
                            <a:pt x="13338" y="15372"/>
                          </a:cubicBezTo>
                          <a:cubicBezTo>
                            <a:pt x="9909" y="18896"/>
                            <a:pt x="4860" y="18896"/>
                            <a:pt x="1908" y="15277"/>
                          </a:cubicBezTo>
                          <a:cubicBezTo>
                            <a:pt x="-950" y="11657"/>
                            <a:pt x="-569" y="5942"/>
                            <a:pt x="2860" y="251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25" name="Forme libre : forme 12924">
                      <a:extLst>
                        <a:ext uri="{FF2B5EF4-FFF2-40B4-BE49-F238E27FC236}">
                          <a16:creationId xmlns:a16="http://schemas.microsoft.com/office/drawing/2014/main" id="{46E4D6D5-C20A-44C9-B008-C6049C2DF2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2611" y="3776014"/>
                      <a:ext cx="5883" cy="6694"/>
                    </a:xfrm>
                    <a:custGeom>
                      <a:avLst/>
                      <a:gdLst>
                        <a:gd name="connsiteX0" fmla="*/ 2037 w 5883"/>
                        <a:gd name="connsiteY0" fmla="*/ 109 h 6694"/>
                        <a:gd name="connsiteX1" fmla="*/ 5751 w 5883"/>
                        <a:gd name="connsiteY1" fmla="*/ 2490 h 6694"/>
                        <a:gd name="connsiteX2" fmla="*/ 3846 w 5883"/>
                        <a:gd name="connsiteY2" fmla="*/ 6586 h 6694"/>
                        <a:gd name="connsiteX3" fmla="*/ 132 w 5883"/>
                        <a:gd name="connsiteY3" fmla="*/ 4205 h 6694"/>
                        <a:gd name="connsiteX4" fmla="*/ 2037 w 5883"/>
                        <a:gd name="connsiteY4" fmla="*/ 109 h 6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3" h="6694">
                          <a:moveTo>
                            <a:pt x="2037" y="109"/>
                          </a:moveTo>
                          <a:cubicBezTo>
                            <a:pt x="3561" y="-368"/>
                            <a:pt x="5275" y="775"/>
                            <a:pt x="5751" y="2490"/>
                          </a:cubicBezTo>
                          <a:cubicBezTo>
                            <a:pt x="6228" y="4300"/>
                            <a:pt x="5370" y="6109"/>
                            <a:pt x="3846" y="6586"/>
                          </a:cubicBezTo>
                          <a:cubicBezTo>
                            <a:pt x="2322" y="7062"/>
                            <a:pt x="608" y="5919"/>
                            <a:pt x="132" y="4205"/>
                          </a:cubicBezTo>
                          <a:cubicBezTo>
                            <a:pt x="-345" y="2490"/>
                            <a:pt x="513" y="490"/>
                            <a:pt x="2037" y="1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926" name="Graphique 5">
                    <a:extLst>
                      <a:ext uri="{FF2B5EF4-FFF2-40B4-BE49-F238E27FC236}">
                        <a16:creationId xmlns:a16="http://schemas.microsoft.com/office/drawing/2014/main" id="{4933F53C-035B-47F7-9614-08C08C324988}"/>
                      </a:ext>
                    </a:extLst>
                  </p:cNvPr>
                  <p:cNvGrpSpPr/>
                  <p:nvPr/>
                </p:nvGrpSpPr>
                <p:grpSpPr>
                  <a:xfrm>
                    <a:off x="2322286" y="3735082"/>
                    <a:ext cx="36004" cy="38971"/>
                    <a:chOff x="2322286" y="3735082"/>
                    <a:chExt cx="36004" cy="38971"/>
                  </a:xfrm>
                  <a:solidFill>
                    <a:schemeClr val="accent1"/>
                  </a:solidFill>
                </p:grpSpPr>
                <p:sp>
                  <p:nvSpPr>
                    <p:cNvPr id="12927" name="Forme libre : forme 12926">
                      <a:extLst>
                        <a:ext uri="{FF2B5EF4-FFF2-40B4-BE49-F238E27FC236}">
                          <a16:creationId xmlns:a16="http://schemas.microsoft.com/office/drawing/2014/main" id="{5275C492-0A64-4F71-9133-57DDD09B14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2286" y="3735082"/>
                      <a:ext cx="36004" cy="38960"/>
                    </a:xfrm>
                    <a:custGeom>
                      <a:avLst/>
                      <a:gdLst>
                        <a:gd name="connsiteX0" fmla="*/ 12937 w 36004"/>
                        <a:gd name="connsiteY0" fmla="*/ 464 h 38960"/>
                        <a:gd name="connsiteX1" fmla="*/ 35225 w 36004"/>
                        <a:gd name="connsiteY1" fmla="*/ 14656 h 38960"/>
                        <a:gd name="connsiteX2" fmla="*/ 23414 w 36004"/>
                        <a:gd name="connsiteY2" fmla="*/ 38279 h 38960"/>
                        <a:gd name="connsiteX3" fmla="*/ 840 w 36004"/>
                        <a:gd name="connsiteY3" fmla="*/ 24086 h 38960"/>
                        <a:gd name="connsiteX4" fmla="*/ 12937 w 36004"/>
                        <a:gd name="connsiteY4" fmla="*/ 464 h 38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004" h="38960">
                          <a:moveTo>
                            <a:pt x="12937" y="464"/>
                          </a:moveTo>
                          <a:cubicBezTo>
                            <a:pt x="22366" y="-1822"/>
                            <a:pt x="32272" y="4560"/>
                            <a:pt x="35225" y="14656"/>
                          </a:cubicBezTo>
                          <a:cubicBezTo>
                            <a:pt x="38083" y="24848"/>
                            <a:pt x="32844" y="35421"/>
                            <a:pt x="23414" y="38279"/>
                          </a:cubicBezTo>
                          <a:cubicBezTo>
                            <a:pt x="13984" y="41136"/>
                            <a:pt x="3888" y="34754"/>
                            <a:pt x="840" y="24086"/>
                          </a:cubicBezTo>
                          <a:cubicBezTo>
                            <a:pt x="-2208" y="13513"/>
                            <a:pt x="3316" y="2846"/>
                            <a:pt x="12937" y="46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28" name="Forme libre : forme 12927">
                      <a:extLst>
                        <a:ext uri="{FF2B5EF4-FFF2-40B4-BE49-F238E27FC236}">
                          <a16:creationId xmlns:a16="http://schemas.microsoft.com/office/drawing/2014/main" id="{FE124393-18D6-4CE6-A8D2-60AF6B7C2A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7507" y="3735143"/>
                      <a:ext cx="30783" cy="38910"/>
                    </a:xfrm>
                    <a:custGeom>
                      <a:avLst/>
                      <a:gdLst>
                        <a:gd name="connsiteX0" fmla="*/ 13145 w 30783"/>
                        <a:gd name="connsiteY0" fmla="*/ 19168 h 38910"/>
                        <a:gd name="connsiteX1" fmla="*/ 8954 w 30783"/>
                        <a:gd name="connsiteY1" fmla="*/ 38218 h 38910"/>
                        <a:gd name="connsiteX2" fmla="*/ 18193 w 30783"/>
                        <a:gd name="connsiteY2" fmla="*/ 38313 h 38910"/>
                        <a:gd name="connsiteX3" fmla="*/ 30004 w 30783"/>
                        <a:gd name="connsiteY3" fmla="*/ 14691 h 38910"/>
                        <a:gd name="connsiteX4" fmla="*/ 7715 w 30783"/>
                        <a:gd name="connsiteY4" fmla="*/ 499 h 38910"/>
                        <a:gd name="connsiteX5" fmla="*/ 0 w 30783"/>
                        <a:gd name="connsiteY5" fmla="*/ 5071 h 38910"/>
                        <a:gd name="connsiteX6" fmla="*/ 13145 w 30783"/>
                        <a:gd name="connsiteY6" fmla="*/ 19168 h 38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783" h="38910">
                          <a:moveTo>
                            <a:pt x="13145" y="19168"/>
                          </a:moveTo>
                          <a:cubicBezTo>
                            <a:pt x="15145" y="26311"/>
                            <a:pt x="13335" y="33455"/>
                            <a:pt x="8954" y="38218"/>
                          </a:cubicBezTo>
                          <a:cubicBezTo>
                            <a:pt x="11906" y="39075"/>
                            <a:pt x="15050" y="39170"/>
                            <a:pt x="18193" y="38313"/>
                          </a:cubicBezTo>
                          <a:cubicBezTo>
                            <a:pt x="27623" y="35455"/>
                            <a:pt x="32861" y="24883"/>
                            <a:pt x="30004" y="14691"/>
                          </a:cubicBezTo>
                          <a:cubicBezTo>
                            <a:pt x="27051" y="4499"/>
                            <a:pt x="17145" y="-1883"/>
                            <a:pt x="7715" y="499"/>
                          </a:cubicBezTo>
                          <a:cubicBezTo>
                            <a:pt x="4667" y="1261"/>
                            <a:pt x="2096" y="2880"/>
                            <a:pt x="0" y="5071"/>
                          </a:cubicBezTo>
                          <a:cubicBezTo>
                            <a:pt x="5906" y="7071"/>
                            <a:pt x="11240" y="12119"/>
                            <a:pt x="13145" y="191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29" name="Forme libre : forme 12928">
                      <a:extLst>
                        <a:ext uri="{FF2B5EF4-FFF2-40B4-BE49-F238E27FC236}">
                          <a16:creationId xmlns:a16="http://schemas.microsoft.com/office/drawing/2014/main" id="{0C6ADF0F-B472-41F5-AED8-74064D4507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7266" y="3739341"/>
                      <a:ext cx="16262" cy="17351"/>
                    </a:xfrm>
                    <a:custGeom>
                      <a:avLst/>
                      <a:gdLst>
                        <a:gd name="connsiteX0" fmla="*/ 3003 w 16262"/>
                        <a:gd name="connsiteY0" fmla="*/ 2396 h 17351"/>
                        <a:gd name="connsiteX1" fmla="*/ 14433 w 16262"/>
                        <a:gd name="connsiteY1" fmla="*/ 2682 h 17351"/>
                        <a:gd name="connsiteX2" fmla="*/ 13290 w 16262"/>
                        <a:gd name="connsiteY2" fmla="*/ 14874 h 17351"/>
                        <a:gd name="connsiteX3" fmla="*/ 1860 w 16262"/>
                        <a:gd name="connsiteY3" fmla="*/ 14684 h 17351"/>
                        <a:gd name="connsiteX4" fmla="*/ 3003 w 16262"/>
                        <a:gd name="connsiteY4" fmla="*/ 2396 h 17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62" h="17351">
                          <a:moveTo>
                            <a:pt x="3003" y="2396"/>
                          </a:moveTo>
                          <a:cubicBezTo>
                            <a:pt x="6623" y="-938"/>
                            <a:pt x="11576" y="-747"/>
                            <a:pt x="14433" y="2682"/>
                          </a:cubicBezTo>
                          <a:cubicBezTo>
                            <a:pt x="17291" y="6111"/>
                            <a:pt x="16719" y="11540"/>
                            <a:pt x="13290" y="14874"/>
                          </a:cubicBezTo>
                          <a:cubicBezTo>
                            <a:pt x="9861" y="18208"/>
                            <a:pt x="4718" y="18208"/>
                            <a:pt x="1860" y="14684"/>
                          </a:cubicBezTo>
                          <a:cubicBezTo>
                            <a:pt x="-997" y="11254"/>
                            <a:pt x="-521" y="5730"/>
                            <a:pt x="3003" y="239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30" name="Forme libre : forme 12929">
                      <a:extLst>
                        <a:ext uri="{FF2B5EF4-FFF2-40B4-BE49-F238E27FC236}">
                          <a16:creationId xmlns:a16="http://schemas.microsoft.com/office/drawing/2014/main" id="{0FCC06CE-738C-4671-B413-64C45691B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9471" y="3751756"/>
                      <a:ext cx="5883" cy="6473"/>
                    </a:xfrm>
                    <a:custGeom>
                      <a:avLst/>
                      <a:gdLst>
                        <a:gd name="connsiteX0" fmla="*/ 2037 w 5883"/>
                        <a:gd name="connsiteY0" fmla="*/ 78 h 6473"/>
                        <a:gd name="connsiteX1" fmla="*/ 5751 w 5883"/>
                        <a:gd name="connsiteY1" fmla="*/ 2459 h 6473"/>
                        <a:gd name="connsiteX2" fmla="*/ 3846 w 5883"/>
                        <a:gd name="connsiteY2" fmla="*/ 6365 h 6473"/>
                        <a:gd name="connsiteX3" fmla="*/ 132 w 5883"/>
                        <a:gd name="connsiteY3" fmla="*/ 3983 h 6473"/>
                        <a:gd name="connsiteX4" fmla="*/ 2037 w 5883"/>
                        <a:gd name="connsiteY4" fmla="*/ 78 h 6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3" h="6473">
                          <a:moveTo>
                            <a:pt x="2037" y="78"/>
                          </a:moveTo>
                          <a:cubicBezTo>
                            <a:pt x="3561" y="-303"/>
                            <a:pt x="5275" y="745"/>
                            <a:pt x="5751" y="2459"/>
                          </a:cubicBezTo>
                          <a:cubicBezTo>
                            <a:pt x="6228" y="4174"/>
                            <a:pt x="5370" y="5889"/>
                            <a:pt x="3846" y="6365"/>
                          </a:cubicBezTo>
                          <a:cubicBezTo>
                            <a:pt x="2322" y="6841"/>
                            <a:pt x="608" y="5698"/>
                            <a:pt x="132" y="3983"/>
                          </a:cubicBezTo>
                          <a:cubicBezTo>
                            <a:pt x="-345" y="2269"/>
                            <a:pt x="513" y="554"/>
                            <a:pt x="2037" y="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931" name="Graphique 5">
                    <a:extLst>
                      <a:ext uri="{FF2B5EF4-FFF2-40B4-BE49-F238E27FC236}">
                        <a16:creationId xmlns:a16="http://schemas.microsoft.com/office/drawing/2014/main" id="{EA82333C-B7AA-4F72-BEDA-9F3D06775E82}"/>
                      </a:ext>
                    </a:extLst>
                  </p:cNvPr>
                  <p:cNvGrpSpPr/>
                  <p:nvPr/>
                </p:nvGrpSpPr>
                <p:grpSpPr>
                  <a:xfrm>
                    <a:off x="2340944" y="3703815"/>
                    <a:ext cx="35725" cy="38021"/>
                    <a:chOff x="2340944" y="3703815"/>
                    <a:chExt cx="35725" cy="38021"/>
                  </a:xfrm>
                  <a:solidFill>
                    <a:schemeClr val="accent1"/>
                  </a:solidFill>
                </p:grpSpPr>
                <p:sp>
                  <p:nvSpPr>
                    <p:cNvPr id="12932" name="Forme libre : forme 12931">
                      <a:extLst>
                        <a:ext uri="{FF2B5EF4-FFF2-40B4-BE49-F238E27FC236}">
                          <a16:creationId xmlns:a16="http://schemas.microsoft.com/office/drawing/2014/main" id="{1165AA57-08D5-4D52-90B2-46739EB464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0944" y="3703815"/>
                      <a:ext cx="35725" cy="38021"/>
                    </a:xfrm>
                    <a:custGeom>
                      <a:avLst/>
                      <a:gdLst>
                        <a:gd name="connsiteX0" fmla="*/ 13614 w 35725"/>
                        <a:gd name="connsiteY0" fmla="*/ 394 h 38021"/>
                        <a:gd name="connsiteX1" fmla="*/ 35236 w 35725"/>
                        <a:gd name="connsiteY1" fmla="*/ 14777 h 38021"/>
                        <a:gd name="connsiteX2" fmla="*/ 22568 w 35725"/>
                        <a:gd name="connsiteY2" fmla="*/ 37446 h 38021"/>
                        <a:gd name="connsiteX3" fmla="*/ 565 w 35725"/>
                        <a:gd name="connsiteY3" fmla="*/ 23159 h 38021"/>
                        <a:gd name="connsiteX4" fmla="*/ 13614 w 35725"/>
                        <a:gd name="connsiteY4" fmla="*/ 394 h 38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25" h="38021">
                          <a:moveTo>
                            <a:pt x="13614" y="394"/>
                          </a:moveTo>
                          <a:cubicBezTo>
                            <a:pt x="23234" y="-1702"/>
                            <a:pt x="32855" y="4775"/>
                            <a:pt x="35236" y="14777"/>
                          </a:cubicBezTo>
                          <a:cubicBezTo>
                            <a:pt x="37427" y="24778"/>
                            <a:pt x="32093" y="34874"/>
                            <a:pt x="22568" y="37446"/>
                          </a:cubicBezTo>
                          <a:cubicBezTo>
                            <a:pt x="13043" y="40018"/>
                            <a:pt x="2851" y="33731"/>
                            <a:pt x="565" y="23159"/>
                          </a:cubicBezTo>
                          <a:cubicBezTo>
                            <a:pt x="-1912" y="12681"/>
                            <a:pt x="3994" y="2489"/>
                            <a:pt x="13614" y="39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33" name="Forme libre : forme 12932">
                      <a:extLst>
                        <a:ext uri="{FF2B5EF4-FFF2-40B4-BE49-F238E27FC236}">
                          <a16:creationId xmlns:a16="http://schemas.microsoft.com/office/drawing/2014/main" id="{7FD82B71-6E4A-4572-85B6-E070AC9A56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6748" y="3703910"/>
                      <a:ext cx="29921" cy="37923"/>
                    </a:xfrm>
                    <a:custGeom>
                      <a:avLst/>
                      <a:gdLst>
                        <a:gd name="connsiteX0" fmla="*/ 12478 w 29921"/>
                        <a:gd name="connsiteY0" fmla="*/ 18682 h 37923"/>
                        <a:gd name="connsiteX1" fmla="*/ 7525 w 29921"/>
                        <a:gd name="connsiteY1" fmla="*/ 37160 h 37923"/>
                        <a:gd name="connsiteX2" fmla="*/ 16764 w 29921"/>
                        <a:gd name="connsiteY2" fmla="*/ 37446 h 37923"/>
                        <a:gd name="connsiteX3" fmla="*/ 29432 w 29921"/>
                        <a:gd name="connsiteY3" fmla="*/ 14776 h 37923"/>
                        <a:gd name="connsiteX4" fmla="*/ 7811 w 29921"/>
                        <a:gd name="connsiteY4" fmla="*/ 394 h 37923"/>
                        <a:gd name="connsiteX5" fmla="*/ 0 w 29921"/>
                        <a:gd name="connsiteY5" fmla="*/ 4680 h 37923"/>
                        <a:gd name="connsiteX6" fmla="*/ 12478 w 29921"/>
                        <a:gd name="connsiteY6" fmla="*/ 18682 h 379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921" h="37923">
                          <a:moveTo>
                            <a:pt x="12478" y="18682"/>
                          </a:moveTo>
                          <a:cubicBezTo>
                            <a:pt x="14097" y="25635"/>
                            <a:pt x="11811" y="32588"/>
                            <a:pt x="7525" y="37160"/>
                          </a:cubicBezTo>
                          <a:cubicBezTo>
                            <a:pt x="10478" y="38018"/>
                            <a:pt x="13621" y="38208"/>
                            <a:pt x="16764" y="37446"/>
                          </a:cubicBezTo>
                          <a:cubicBezTo>
                            <a:pt x="26289" y="34874"/>
                            <a:pt x="31623" y="24778"/>
                            <a:pt x="29432" y="14776"/>
                          </a:cubicBezTo>
                          <a:cubicBezTo>
                            <a:pt x="27146" y="4775"/>
                            <a:pt x="17431" y="-1702"/>
                            <a:pt x="7811" y="394"/>
                          </a:cubicBezTo>
                          <a:cubicBezTo>
                            <a:pt x="4763" y="1061"/>
                            <a:pt x="2096" y="2585"/>
                            <a:pt x="0" y="4680"/>
                          </a:cubicBezTo>
                          <a:cubicBezTo>
                            <a:pt x="5905" y="6680"/>
                            <a:pt x="10858" y="11824"/>
                            <a:pt x="12478" y="1868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34" name="Forme libre : forme 12933">
                      <a:extLst>
                        <a:ext uri="{FF2B5EF4-FFF2-40B4-BE49-F238E27FC236}">
                          <a16:creationId xmlns:a16="http://schemas.microsoft.com/office/drawing/2014/main" id="{0D7A96A0-2E29-4299-A756-5EC3651E3F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6143" y="3707925"/>
                      <a:ext cx="16259" cy="16838"/>
                    </a:xfrm>
                    <a:custGeom>
                      <a:avLst/>
                      <a:gdLst>
                        <a:gd name="connsiteX0" fmla="*/ 3368 w 16259"/>
                        <a:gd name="connsiteY0" fmla="*/ 2189 h 16838"/>
                        <a:gd name="connsiteX1" fmla="*/ 14702 w 16259"/>
                        <a:gd name="connsiteY1" fmla="*/ 2761 h 16838"/>
                        <a:gd name="connsiteX2" fmla="*/ 12893 w 16259"/>
                        <a:gd name="connsiteY2" fmla="*/ 14572 h 16838"/>
                        <a:gd name="connsiteX3" fmla="*/ 1558 w 16259"/>
                        <a:gd name="connsiteY3" fmla="*/ 14095 h 16838"/>
                        <a:gd name="connsiteX4" fmla="*/ 3368 w 16259"/>
                        <a:gd name="connsiteY4" fmla="*/ 2189 h 168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59" h="16838">
                          <a:moveTo>
                            <a:pt x="3368" y="2189"/>
                          </a:moveTo>
                          <a:cubicBezTo>
                            <a:pt x="6987" y="-954"/>
                            <a:pt x="12131" y="-668"/>
                            <a:pt x="14702" y="2761"/>
                          </a:cubicBezTo>
                          <a:cubicBezTo>
                            <a:pt x="17369" y="6190"/>
                            <a:pt x="16512" y="11428"/>
                            <a:pt x="12893" y="14572"/>
                          </a:cubicBezTo>
                          <a:cubicBezTo>
                            <a:pt x="9273" y="17715"/>
                            <a:pt x="4225" y="17620"/>
                            <a:pt x="1558" y="14095"/>
                          </a:cubicBezTo>
                          <a:cubicBezTo>
                            <a:pt x="-1109" y="10667"/>
                            <a:pt x="-252" y="5333"/>
                            <a:pt x="3368" y="218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35" name="Forme libre : forme 12934">
                      <a:extLst>
                        <a:ext uri="{FF2B5EF4-FFF2-40B4-BE49-F238E27FC236}">
                          <a16:creationId xmlns:a16="http://schemas.microsoft.com/office/drawing/2014/main" id="{735450A6-A8E1-43E3-A0D6-B328701545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7997" y="3719942"/>
                      <a:ext cx="5787" cy="6347"/>
                    </a:xfrm>
                    <a:custGeom>
                      <a:avLst/>
                      <a:gdLst>
                        <a:gd name="connsiteX0" fmla="*/ 2180 w 5787"/>
                        <a:gd name="connsiteY0" fmla="*/ 78 h 6347"/>
                        <a:gd name="connsiteX1" fmla="*/ 5704 w 5787"/>
                        <a:gd name="connsiteY1" fmla="*/ 2459 h 6347"/>
                        <a:gd name="connsiteX2" fmla="*/ 3608 w 5787"/>
                        <a:gd name="connsiteY2" fmla="*/ 6269 h 6347"/>
                        <a:gd name="connsiteX3" fmla="*/ 84 w 5787"/>
                        <a:gd name="connsiteY3" fmla="*/ 3888 h 6347"/>
                        <a:gd name="connsiteX4" fmla="*/ 2180 w 5787"/>
                        <a:gd name="connsiteY4" fmla="*/ 78 h 6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87" h="6347">
                          <a:moveTo>
                            <a:pt x="2180" y="78"/>
                          </a:moveTo>
                          <a:cubicBezTo>
                            <a:pt x="3799" y="-303"/>
                            <a:pt x="5323" y="745"/>
                            <a:pt x="5704" y="2459"/>
                          </a:cubicBezTo>
                          <a:cubicBezTo>
                            <a:pt x="6085" y="4174"/>
                            <a:pt x="5132" y="5888"/>
                            <a:pt x="3608" y="6269"/>
                          </a:cubicBezTo>
                          <a:cubicBezTo>
                            <a:pt x="2084" y="6650"/>
                            <a:pt x="465" y="5603"/>
                            <a:pt x="84" y="3888"/>
                          </a:cubicBezTo>
                          <a:cubicBezTo>
                            <a:pt x="-297" y="2078"/>
                            <a:pt x="655" y="459"/>
                            <a:pt x="2180" y="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936" name="Graphique 5">
                  <a:extLst>
                    <a:ext uri="{FF2B5EF4-FFF2-40B4-BE49-F238E27FC236}">
                      <a16:creationId xmlns:a16="http://schemas.microsoft.com/office/drawing/2014/main" id="{A53247DF-91CD-4126-9348-00FC37037915}"/>
                    </a:ext>
                  </a:extLst>
                </p:cNvPr>
                <p:cNvGrpSpPr/>
                <p:nvPr/>
              </p:nvGrpSpPr>
              <p:grpSpPr>
                <a:xfrm>
                  <a:off x="2416574" y="3718379"/>
                  <a:ext cx="79411" cy="87953"/>
                  <a:chOff x="2416574" y="3718379"/>
                  <a:chExt cx="79411" cy="87953"/>
                </a:xfrm>
                <a:solidFill>
                  <a:schemeClr val="accent1"/>
                </a:solidFill>
              </p:grpSpPr>
              <p:grpSp>
                <p:nvGrpSpPr>
                  <p:cNvPr id="12937" name="Graphique 5">
                    <a:extLst>
                      <a:ext uri="{FF2B5EF4-FFF2-40B4-BE49-F238E27FC236}">
                        <a16:creationId xmlns:a16="http://schemas.microsoft.com/office/drawing/2014/main" id="{1BD9F961-72FE-453A-90B2-B7D472184CA9}"/>
                      </a:ext>
                    </a:extLst>
                  </p:cNvPr>
                  <p:cNvGrpSpPr/>
                  <p:nvPr/>
                </p:nvGrpSpPr>
                <p:grpSpPr>
                  <a:xfrm>
                    <a:off x="2416574" y="3770546"/>
                    <a:ext cx="35575" cy="35787"/>
                    <a:chOff x="2416574" y="3770546"/>
                    <a:chExt cx="35575" cy="35787"/>
                  </a:xfrm>
                  <a:solidFill>
                    <a:schemeClr val="accent1"/>
                  </a:solidFill>
                </p:grpSpPr>
                <p:sp>
                  <p:nvSpPr>
                    <p:cNvPr id="12938" name="Forme libre : forme 12937">
                      <a:extLst>
                        <a:ext uri="{FF2B5EF4-FFF2-40B4-BE49-F238E27FC236}">
                          <a16:creationId xmlns:a16="http://schemas.microsoft.com/office/drawing/2014/main" id="{CB869435-DE2F-424E-B7B7-E100F71AC0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6574" y="3770555"/>
                      <a:ext cx="35575" cy="35777"/>
                    </a:xfrm>
                    <a:custGeom>
                      <a:avLst/>
                      <a:gdLst>
                        <a:gd name="connsiteX0" fmla="*/ 12088 w 35575"/>
                        <a:gd name="connsiteY0" fmla="*/ 900 h 35777"/>
                        <a:gd name="connsiteX1" fmla="*/ 34663 w 35575"/>
                        <a:gd name="connsiteY1" fmla="*/ 11854 h 35777"/>
                        <a:gd name="connsiteX2" fmla="*/ 23995 w 35575"/>
                        <a:gd name="connsiteY2" fmla="*/ 34619 h 35777"/>
                        <a:gd name="connsiteX3" fmla="*/ 1039 w 35575"/>
                        <a:gd name="connsiteY3" fmla="*/ 23760 h 35777"/>
                        <a:gd name="connsiteX4" fmla="*/ 12088 w 35575"/>
                        <a:gd name="connsiteY4" fmla="*/ 900 h 35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75" h="35777">
                          <a:moveTo>
                            <a:pt x="12088" y="900"/>
                          </a:moveTo>
                          <a:cubicBezTo>
                            <a:pt x="21423" y="-2148"/>
                            <a:pt x="31519" y="2805"/>
                            <a:pt x="34663" y="11854"/>
                          </a:cubicBezTo>
                          <a:cubicBezTo>
                            <a:pt x="37615" y="20998"/>
                            <a:pt x="33234" y="30999"/>
                            <a:pt x="23995" y="34619"/>
                          </a:cubicBezTo>
                          <a:cubicBezTo>
                            <a:pt x="14851" y="38143"/>
                            <a:pt x="4183" y="33380"/>
                            <a:pt x="1039" y="23760"/>
                          </a:cubicBezTo>
                          <a:cubicBezTo>
                            <a:pt x="-2295" y="14140"/>
                            <a:pt x="2659" y="3853"/>
                            <a:pt x="12088" y="90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39" name="Forme libre : forme 12938">
                      <a:extLst>
                        <a:ext uri="{FF2B5EF4-FFF2-40B4-BE49-F238E27FC236}">
                          <a16:creationId xmlns:a16="http://schemas.microsoft.com/office/drawing/2014/main" id="{106AD494-CFE2-4360-BF4C-F3841A42C8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1138" y="3770546"/>
                      <a:ext cx="30916" cy="35728"/>
                    </a:xfrm>
                    <a:custGeom>
                      <a:avLst/>
                      <a:gdLst>
                        <a:gd name="connsiteX0" fmla="*/ 13525 w 30916"/>
                        <a:gd name="connsiteY0" fmla="*/ 17578 h 35728"/>
                        <a:gd name="connsiteX1" fmla="*/ 10192 w 30916"/>
                        <a:gd name="connsiteY1" fmla="*/ 35485 h 35728"/>
                        <a:gd name="connsiteX2" fmla="*/ 19336 w 30916"/>
                        <a:gd name="connsiteY2" fmla="*/ 34628 h 35728"/>
                        <a:gd name="connsiteX3" fmla="*/ 30004 w 30916"/>
                        <a:gd name="connsiteY3" fmla="*/ 11863 h 35728"/>
                        <a:gd name="connsiteX4" fmla="*/ 7429 w 30916"/>
                        <a:gd name="connsiteY4" fmla="*/ 909 h 35728"/>
                        <a:gd name="connsiteX5" fmla="*/ 0 w 30916"/>
                        <a:gd name="connsiteY5" fmla="*/ 5767 h 35728"/>
                        <a:gd name="connsiteX6" fmla="*/ 13525 w 30916"/>
                        <a:gd name="connsiteY6" fmla="*/ 17578 h 35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916" h="35728">
                          <a:moveTo>
                            <a:pt x="13525" y="17578"/>
                          </a:moveTo>
                          <a:cubicBezTo>
                            <a:pt x="15621" y="23960"/>
                            <a:pt x="14097" y="30722"/>
                            <a:pt x="10192" y="35485"/>
                          </a:cubicBezTo>
                          <a:cubicBezTo>
                            <a:pt x="13240" y="35961"/>
                            <a:pt x="16288" y="35771"/>
                            <a:pt x="19336" y="34628"/>
                          </a:cubicBezTo>
                          <a:cubicBezTo>
                            <a:pt x="28575" y="31104"/>
                            <a:pt x="32957" y="21102"/>
                            <a:pt x="30004" y="11863"/>
                          </a:cubicBezTo>
                          <a:cubicBezTo>
                            <a:pt x="26956" y="2719"/>
                            <a:pt x="16859" y="-2139"/>
                            <a:pt x="7429" y="909"/>
                          </a:cubicBezTo>
                          <a:cubicBezTo>
                            <a:pt x="4477" y="1862"/>
                            <a:pt x="2000" y="3672"/>
                            <a:pt x="0" y="5767"/>
                          </a:cubicBezTo>
                          <a:cubicBezTo>
                            <a:pt x="6191" y="7005"/>
                            <a:pt x="11430" y="11291"/>
                            <a:pt x="13525" y="175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40" name="Forme libre : forme 12939">
                      <a:extLst>
                        <a:ext uri="{FF2B5EF4-FFF2-40B4-BE49-F238E27FC236}">
                          <a16:creationId xmlns:a16="http://schemas.microsoft.com/office/drawing/2014/main" id="{54C54845-4312-462E-9B77-0AFA289D6C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1386" y="3774737"/>
                      <a:ext cx="15964" cy="16136"/>
                    </a:xfrm>
                    <a:custGeom>
                      <a:avLst/>
                      <a:gdLst>
                        <a:gd name="connsiteX0" fmla="*/ 2704 w 15964"/>
                        <a:gd name="connsiteY0" fmla="*/ 2719 h 16136"/>
                        <a:gd name="connsiteX1" fmla="*/ 14039 w 15964"/>
                        <a:gd name="connsiteY1" fmla="*/ 1957 h 16136"/>
                        <a:gd name="connsiteX2" fmla="*/ 13277 w 15964"/>
                        <a:gd name="connsiteY2" fmla="*/ 13292 h 16136"/>
                        <a:gd name="connsiteX3" fmla="*/ 2038 w 15964"/>
                        <a:gd name="connsiteY3" fmla="*/ 14149 h 16136"/>
                        <a:gd name="connsiteX4" fmla="*/ 2704 w 15964"/>
                        <a:gd name="connsiteY4" fmla="*/ 2719 h 161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64" h="16136">
                          <a:moveTo>
                            <a:pt x="2704" y="2719"/>
                          </a:moveTo>
                          <a:cubicBezTo>
                            <a:pt x="6038" y="-614"/>
                            <a:pt x="11086" y="-900"/>
                            <a:pt x="14039" y="1957"/>
                          </a:cubicBezTo>
                          <a:cubicBezTo>
                            <a:pt x="16897" y="4815"/>
                            <a:pt x="16516" y="9863"/>
                            <a:pt x="13277" y="13292"/>
                          </a:cubicBezTo>
                          <a:cubicBezTo>
                            <a:pt x="9943" y="16721"/>
                            <a:pt x="4895" y="17102"/>
                            <a:pt x="2038" y="14149"/>
                          </a:cubicBezTo>
                          <a:cubicBezTo>
                            <a:pt x="-915" y="11292"/>
                            <a:pt x="-629" y="6053"/>
                            <a:pt x="2704" y="271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41" name="Forme libre : forme 12940">
                      <a:extLst>
                        <a:ext uri="{FF2B5EF4-FFF2-40B4-BE49-F238E27FC236}">
                          <a16:creationId xmlns:a16="http://schemas.microsoft.com/office/drawing/2014/main" id="{A68AF911-CB63-4DC1-8662-EFE0BA64D9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3627" y="3786517"/>
                      <a:ext cx="5843" cy="5975"/>
                    </a:xfrm>
                    <a:custGeom>
                      <a:avLst/>
                      <a:gdLst>
                        <a:gd name="connsiteX0" fmla="*/ 1988 w 5843"/>
                        <a:gd name="connsiteY0" fmla="*/ 178 h 5975"/>
                        <a:gd name="connsiteX1" fmla="*/ 5703 w 5843"/>
                        <a:gd name="connsiteY1" fmla="*/ 1988 h 5975"/>
                        <a:gd name="connsiteX2" fmla="*/ 3893 w 5843"/>
                        <a:gd name="connsiteY2" fmla="*/ 5798 h 5975"/>
                        <a:gd name="connsiteX3" fmla="*/ 178 w 5843"/>
                        <a:gd name="connsiteY3" fmla="*/ 3988 h 5975"/>
                        <a:gd name="connsiteX4" fmla="*/ 1988 w 5843"/>
                        <a:gd name="connsiteY4" fmla="*/ 178 h 5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3" h="5975">
                          <a:moveTo>
                            <a:pt x="1988" y="178"/>
                          </a:moveTo>
                          <a:cubicBezTo>
                            <a:pt x="3512" y="-393"/>
                            <a:pt x="5226" y="464"/>
                            <a:pt x="5703" y="1988"/>
                          </a:cubicBezTo>
                          <a:cubicBezTo>
                            <a:pt x="6179" y="3512"/>
                            <a:pt x="5417" y="5226"/>
                            <a:pt x="3893" y="5798"/>
                          </a:cubicBezTo>
                          <a:cubicBezTo>
                            <a:pt x="2369" y="6369"/>
                            <a:pt x="750" y="5512"/>
                            <a:pt x="178" y="3988"/>
                          </a:cubicBezTo>
                          <a:cubicBezTo>
                            <a:pt x="-393" y="2369"/>
                            <a:pt x="464" y="654"/>
                            <a:pt x="1988" y="1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942" name="Graphique 5">
                    <a:extLst>
                      <a:ext uri="{FF2B5EF4-FFF2-40B4-BE49-F238E27FC236}">
                        <a16:creationId xmlns:a16="http://schemas.microsoft.com/office/drawing/2014/main" id="{370C4BD2-08B3-4D61-8A24-FD0B9A68932C}"/>
                      </a:ext>
                    </a:extLst>
                  </p:cNvPr>
                  <p:cNvGrpSpPr/>
                  <p:nvPr/>
                </p:nvGrpSpPr>
                <p:grpSpPr>
                  <a:xfrm>
                    <a:off x="2442731" y="3747421"/>
                    <a:ext cx="35629" cy="34528"/>
                    <a:chOff x="2442731" y="3747421"/>
                    <a:chExt cx="35629" cy="34528"/>
                  </a:xfrm>
                  <a:solidFill>
                    <a:schemeClr val="accent1"/>
                  </a:solidFill>
                </p:grpSpPr>
                <p:sp>
                  <p:nvSpPr>
                    <p:cNvPr id="12943" name="Forme libre : forme 12942">
                      <a:extLst>
                        <a:ext uri="{FF2B5EF4-FFF2-40B4-BE49-F238E27FC236}">
                          <a16:creationId xmlns:a16="http://schemas.microsoft.com/office/drawing/2014/main" id="{0C464061-2E43-46DA-8393-8C0ABEE773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2731" y="3747480"/>
                      <a:ext cx="35533" cy="34469"/>
                    </a:xfrm>
                    <a:custGeom>
                      <a:avLst/>
                      <a:gdLst>
                        <a:gd name="connsiteX0" fmla="*/ 12412 w 35533"/>
                        <a:gd name="connsiteY0" fmla="*/ 829 h 34469"/>
                        <a:gd name="connsiteX1" fmla="*/ 34700 w 35533"/>
                        <a:gd name="connsiteY1" fmla="*/ 11497 h 34469"/>
                        <a:gd name="connsiteX2" fmla="*/ 23270 w 35533"/>
                        <a:gd name="connsiteY2" fmla="*/ 33405 h 34469"/>
                        <a:gd name="connsiteX3" fmla="*/ 886 w 35533"/>
                        <a:gd name="connsiteY3" fmla="*/ 22832 h 34469"/>
                        <a:gd name="connsiteX4" fmla="*/ 12412 w 35533"/>
                        <a:gd name="connsiteY4" fmla="*/ 829 h 34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33" h="34469">
                          <a:moveTo>
                            <a:pt x="12412" y="829"/>
                          </a:moveTo>
                          <a:cubicBezTo>
                            <a:pt x="21651" y="-2028"/>
                            <a:pt x="31843" y="2734"/>
                            <a:pt x="34700" y="11497"/>
                          </a:cubicBezTo>
                          <a:cubicBezTo>
                            <a:pt x="37653" y="20260"/>
                            <a:pt x="32509" y="30071"/>
                            <a:pt x="23270" y="33405"/>
                          </a:cubicBezTo>
                          <a:cubicBezTo>
                            <a:pt x="14031" y="36738"/>
                            <a:pt x="4030" y="31976"/>
                            <a:pt x="886" y="22832"/>
                          </a:cubicBezTo>
                          <a:cubicBezTo>
                            <a:pt x="-2162" y="13497"/>
                            <a:pt x="2887" y="3687"/>
                            <a:pt x="12412" y="82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44" name="Forme libre : forme 12943">
                      <a:extLst>
                        <a:ext uri="{FF2B5EF4-FFF2-40B4-BE49-F238E27FC236}">
                          <a16:creationId xmlns:a16="http://schemas.microsoft.com/office/drawing/2014/main" id="{AB0B73C9-E83E-4145-9B8C-18956C3634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7713" y="3747421"/>
                      <a:ext cx="30646" cy="34400"/>
                    </a:xfrm>
                    <a:custGeom>
                      <a:avLst/>
                      <a:gdLst>
                        <a:gd name="connsiteX0" fmla="*/ 13240 w 30646"/>
                        <a:gd name="connsiteY0" fmla="*/ 16890 h 34400"/>
                        <a:gd name="connsiteX1" fmla="*/ 9334 w 30646"/>
                        <a:gd name="connsiteY1" fmla="*/ 34131 h 34400"/>
                        <a:gd name="connsiteX2" fmla="*/ 18383 w 30646"/>
                        <a:gd name="connsiteY2" fmla="*/ 33369 h 34400"/>
                        <a:gd name="connsiteX3" fmla="*/ 29813 w 30646"/>
                        <a:gd name="connsiteY3" fmla="*/ 11461 h 34400"/>
                        <a:gd name="connsiteX4" fmla="*/ 7525 w 30646"/>
                        <a:gd name="connsiteY4" fmla="*/ 793 h 34400"/>
                        <a:gd name="connsiteX5" fmla="*/ 0 w 30646"/>
                        <a:gd name="connsiteY5" fmla="*/ 5460 h 34400"/>
                        <a:gd name="connsiteX6" fmla="*/ 13240 w 30646"/>
                        <a:gd name="connsiteY6" fmla="*/ 16890 h 34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646" h="34400">
                          <a:moveTo>
                            <a:pt x="13240" y="16890"/>
                          </a:moveTo>
                          <a:cubicBezTo>
                            <a:pt x="15335" y="22986"/>
                            <a:pt x="13525" y="29463"/>
                            <a:pt x="9334" y="34131"/>
                          </a:cubicBezTo>
                          <a:cubicBezTo>
                            <a:pt x="12287" y="34607"/>
                            <a:pt x="15335" y="34512"/>
                            <a:pt x="18383" y="33369"/>
                          </a:cubicBezTo>
                          <a:cubicBezTo>
                            <a:pt x="27622" y="30035"/>
                            <a:pt x="32766" y="20224"/>
                            <a:pt x="29813" y="11461"/>
                          </a:cubicBezTo>
                          <a:cubicBezTo>
                            <a:pt x="26860" y="2698"/>
                            <a:pt x="16764" y="-1969"/>
                            <a:pt x="7525" y="793"/>
                          </a:cubicBezTo>
                          <a:cubicBezTo>
                            <a:pt x="4572" y="1746"/>
                            <a:pt x="2000" y="3365"/>
                            <a:pt x="0" y="5460"/>
                          </a:cubicBezTo>
                          <a:cubicBezTo>
                            <a:pt x="5905" y="6794"/>
                            <a:pt x="11144" y="10890"/>
                            <a:pt x="13240" y="1689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45" name="Forme libre : forme 12944">
                      <a:extLst>
                        <a:ext uri="{FF2B5EF4-FFF2-40B4-BE49-F238E27FC236}">
                          <a16:creationId xmlns:a16="http://schemas.microsoft.com/office/drawing/2014/main" id="{E045273B-13D3-4D32-B4FE-C3734B28B3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7631" y="3751557"/>
                      <a:ext cx="16055" cy="15456"/>
                    </a:xfrm>
                    <a:custGeom>
                      <a:avLst/>
                      <a:gdLst>
                        <a:gd name="connsiteX0" fmla="*/ 2844 w 16055"/>
                        <a:gd name="connsiteY0" fmla="*/ 2562 h 15456"/>
                        <a:gd name="connsiteX1" fmla="*/ 14179 w 16055"/>
                        <a:gd name="connsiteY1" fmla="*/ 1896 h 15456"/>
                        <a:gd name="connsiteX2" fmla="*/ 13226 w 16055"/>
                        <a:gd name="connsiteY2" fmla="*/ 12754 h 15456"/>
                        <a:gd name="connsiteX3" fmla="*/ 1987 w 16055"/>
                        <a:gd name="connsiteY3" fmla="*/ 13611 h 15456"/>
                        <a:gd name="connsiteX4" fmla="*/ 2844 w 16055"/>
                        <a:gd name="connsiteY4" fmla="*/ 2562 h 15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55" h="15456">
                          <a:moveTo>
                            <a:pt x="2844" y="2562"/>
                          </a:moveTo>
                          <a:cubicBezTo>
                            <a:pt x="6273" y="-581"/>
                            <a:pt x="11321" y="-867"/>
                            <a:pt x="14179" y="1896"/>
                          </a:cubicBezTo>
                          <a:cubicBezTo>
                            <a:pt x="17037" y="4658"/>
                            <a:pt x="16560" y="9516"/>
                            <a:pt x="13226" y="12754"/>
                          </a:cubicBezTo>
                          <a:cubicBezTo>
                            <a:pt x="9893" y="15992"/>
                            <a:pt x="4845" y="16374"/>
                            <a:pt x="1987" y="13611"/>
                          </a:cubicBezTo>
                          <a:cubicBezTo>
                            <a:pt x="-966" y="10659"/>
                            <a:pt x="-585" y="5706"/>
                            <a:pt x="2844" y="256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46" name="Forme libre : forme 12945">
                      <a:extLst>
                        <a:ext uri="{FF2B5EF4-FFF2-40B4-BE49-F238E27FC236}">
                          <a16:creationId xmlns:a16="http://schemas.microsoft.com/office/drawing/2014/main" id="{314FE1BB-69F7-4A80-ABA2-745F8900EA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9772" y="3762742"/>
                      <a:ext cx="5883" cy="5711"/>
                    </a:xfrm>
                    <a:custGeom>
                      <a:avLst/>
                      <a:gdLst>
                        <a:gd name="connsiteX0" fmla="*/ 2037 w 5883"/>
                        <a:gd name="connsiteY0" fmla="*/ 141 h 5711"/>
                        <a:gd name="connsiteX1" fmla="*/ 5751 w 5883"/>
                        <a:gd name="connsiteY1" fmla="*/ 1951 h 5711"/>
                        <a:gd name="connsiteX2" fmla="*/ 3846 w 5883"/>
                        <a:gd name="connsiteY2" fmla="*/ 5570 h 5711"/>
                        <a:gd name="connsiteX3" fmla="*/ 132 w 5883"/>
                        <a:gd name="connsiteY3" fmla="*/ 3760 h 5711"/>
                        <a:gd name="connsiteX4" fmla="*/ 2037 w 5883"/>
                        <a:gd name="connsiteY4" fmla="*/ 141 h 5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3" h="5711">
                          <a:moveTo>
                            <a:pt x="2037" y="141"/>
                          </a:moveTo>
                          <a:cubicBezTo>
                            <a:pt x="3561" y="-335"/>
                            <a:pt x="5275" y="427"/>
                            <a:pt x="5751" y="1951"/>
                          </a:cubicBezTo>
                          <a:cubicBezTo>
                            <a:pt x="6228" y="3475"/>
                            <a:pt x="5370" y="5094"/>
                            <a:pt x="3846" y="5570"/>
                          </a:cubicBezTo>
                          <a:cubicBezTo>
                            <a:pt x="2322" y="6046"/>
                            <a:pt x="703" y="5285"/>
                            <a:pt x="132" y="3760"/>
                          </a:cubicBezTo>
                          <a:cubicBezTo>
                            <a:pt x="-345" y="2332"/>
                            <a:pt x="513" y="712"/>
                            <a:pt x="2037" y="1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947" name="Graphique 5">
                    <a:extLst>
                      <a:ext uri="{FF2B5EF4-FFF2-40B4-BE49-F238E27FC236}">
                        <a16:creationId xmlns:a16="http://schemas.microsoft.com/office/drawing/2014/main" id="{438682A7-82DB-4BCA-80EB-D55EB7A4966B}"/>
                      </a:ext>
                    </a:extLst>
                  </p:cNvPr>
                  <p:cNvGrpSpPr/>
                  <p:nvPr/>
                </p:nvGrpSpPr>
                <p:grpSpPr>
                  <a:xfrm>
                    <a:off x="2460670" y="3718379"/>
                    <a:ext cx="35315" cy="33527"/>
                    <a:chOff x="2460670" y="3718379"/>
                    <a:chExt cx="35315" cy="33527"/>
                  </a:xfrm>
                  <a:solidFill>
                    <a:schemeClr val="accent1"/>
                  </a:solidFill>
                </p:grpSpPr>
                <p:sp>
                  <p:nvSpPr>
                    <p:cNvPr id="12948" name="Forme libre : forme 12947">
                      <a:extLst>
                        <a:ext uri="{FF2B5EF4-FFF2-40B4-BE49-F238E27FC236}">
                          <a16:creationId xmlns:a16="http://schemas.microsoft.com/office/drawing/2014/main" id="{117780B7-A8DC-4228-A1FE-DA53A39220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0670" y="3718475"/>
                      <a:ext cx="35315" cy="33432"/>
                    </a:xfrm>
                    <a:custGeom>
                      <a:avLst/>
                      <a:gdLst>
                        <a:gd name="connsiteX0" fmla="*/ 13141 w 35315"/>
                        <a:gd name="connsiteY0" fmla="*/ 688 h 33432"/>
                        <a:gd name="connsiteX1" fmla="*/ 34763 w 35315"/>
                        <a:gd name="connsiteY1" fmla="*/ 11547 h 33432"/>
                        <a:gd name="connsiteX2" fmla="*/ 22666 w 35315"/>
                        <a:gd name="connsiteY2" fmla="*/ 32502 h 33432"/>
                        <a:gd name="connsiteX3" fmla="*/ 663 w 35315"/>
                        <a:gd name="connsiteY3" fmla="*/ 21834 h 33432"/>
                        <a:gd name="connsiteX4" fmla="*/ 13141 w 35315"/>
                        <a:gd name="connsiteY4" fmla="*/ 688 h 33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15" h="33432">
                          <a:moveTo>
                            <a:pt x="13141" y="688"/>
                          </a:moveTo>
                          <a:cubicBezTo>
                            <a:pt x="22666" y="-1884"/>
                            <a:pt x="32286" y="2974"/>
                            <a:pt x="34763" y="11547"/>
                          </a:cubicBezTo>
                          <a:cubicBezTo>
                            <a:pt x="37049" y="20215"/>
                            <a:pt x="32096" y="29359"/>
                            <a:pt x="22666" y="32502"/>
                          </a:cubicBezTo>
                          <a:cubicBezTo>
                            <a:pt x="13427" y="35550"/>
                            <a:pt x="3045" y="30882"/>
                            <a:pt x="663" y="21834"/>
                          </a:cubicBezTo>
                          <a:cubicBezTo>
                            <a:pt x="-2004" y="12690"/>
                            <a:pt x="3616" y="3260"/>
                            <a:pt x="13141" y="6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49" name="Forme libre : forme 12948">
                      <a:extLst>
                        <a:ext uri="{FF2B5EF4-FFF2-40B4-BE49-F238E27FC236}">
                          <a16:creationId xmlns:a16="http://schemas.microsoft.com/office/drawing/2014/main" id="{73DC0C45-80BA-4469-BCF6-52AE5FE4E3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6096" y="3718379"/>
                      <a:ext cx="29857" cy="33420"/>
                    </a:xfrm>
                    <a:custGeom>
                      <a:avLst/>
                      <a:gdLst>
                        <a:gd name="connsiteX0" fmla="*/ 12573 w 29857"/>
                        <a:gd name="connsiteY0" fmla="*/ 16500 h 33420"/>
                        <a:gd name="connsiteX1" fmla="*/ 8096 w 29857"/>
                        <a:gd name="connsiteY1" fmla="*/ 33073 h 33420"/>
                        <a:gd name="connsiteX2" fmla="*/ 17240 w 29857"/>
                        <a:gd name="connsiteY2" fmla="*/ 32502 h 33420"/>
                        <a:gd name="connsiteX3" fmla="*/ 29337 w 29857"/>
                        <a:gd name="connsiteY3" fmla="*/ 11547 h 33420"/>
                        <a:gd name="connsiteX4" fmla="*/ 7715 w 29857"/>
                        <a:gd name="connsiteY4" fmla="*/ 688 h 33420"/>
                        <a:gd name="connsiteX5" fmla="*/ 0 w 29857"/>
                        <a:gd name="connsiteY5" fmla="*/ 5070 h 33420"/>
                        <a:gd name="connsiteX6" fmla="*/ 12573 w 29857"/>
                        <a:gd name="connsiteY6" fmla="*/ 16500 h 33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857" h="33420">
                          <a:moveTo>
                            <a:pt x="12573" y="16500"/>
                          </a:moveTo>
                          <a:cubicBezTo>
                            <a:pt x="14192" y="22501"/>
                            <a:pt x="12383" y="28692"/>
                            <a:pt x="8096" y="33073"/>
                          </a:cubicBezTo>
                          <a:cubicBezTo>
                            <a:pt x="11049" y="33645"/>
                            <a:pt x="14192" y="33550"/>
                            <a:pt x="17240" y="32502"/>
                          </a:cubicBezTo>
                          <a:cubicBezTo>
                            <a:pt x="26670" y="29359"/>
                            <a:pt x="31528" y="20215"/>
                            <a:pt x="29337" y="11547"/>
                          </a:cubicBezTo>
                          <a:cubicBezTo>
                            <a:pt x="26956" y="2974"/>
                            <a:pt x="17240" y="-1883"/>
                            <a:pt x="7715" y="688"/>
                          </a:cubicBezTo>
                          <a:cubicBezTo>
                            <a:pt x="4667" y="1545"/>
                            <a:pt x="2096" y="3070"/>
                            <a:pt x="0" y="5070"/>
                          </a:cubicBezTo>
                          <a:cubicBezTo>
                            <a:pt x="5906" y="6499"/>
                            <a:pt x="10858" y="10594"/>
                            <a:pt x="12573" y="1650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50" name="Forme libre : forme 12949">
                      <a:extLst>
                        <a:ext uri="{FF2B5EF4-FFF2-40B4-BE49-F238E27FC236}">
                          <a16:creationId xmlns:a16="http://schemas.microsoft.com/office/drawing/2014/main" id="{7966C41C-ECAF-4789-81C1-07D6C0ED4D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5683" y="3722315"/>
                      <a:ext cx="16012" cy="15041"/>
                    </a:xfrm>
                    <a:custGeom>
                      <a:avLst/>
                      <a:gdLst>
                        <a:gd name="connsiteX0" fmla="*/ 3176 w 16012"/>
                        <a:gd name="connsiteY0" fmla="*/ 2373 h 15041"/>
                        <a:gd name="connsiteX1" fmla="*/ 14415 w 16012"/>
                        <a:gd name="connsiteY1" fmla="*/ 1992 h 15041"/>
                        <a:gd name="connsiteX2" fmla="*/ 12796 w 16012"/>
                        <a:gd name="connsiteY2" fmla="*/ 12565 h 15041"/>
                        <a:gd name="connsiteX3" fmla="*/ 1556 w 16012"/>
                        <a:gd name="connsiteY3" fmla="*/ 13136 h 15041"/>
                        <a:gd name="connsiteX4" fmla="*/ 3176 w 16012"/>
                        <a:gd name="connsiteY4" fmla="*/ 2373 h 15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12" h="15041">
                          <a:moveTo>
                            <a:pt x="3176" y="2373"/>
                          </a:moveTo>
                          <a:cubicBezTo>
                            <a:pt x="6700" y="-675"/>
                            <a:pt x="11748" y="-770"/>
                            <a:pt x="14415" y="1992"/>
                          </a:cubicBezTo>
                          <a:cubicBezTo>
                            <a:pt x="17082" y="4754"/>
                            <a:pt x="16320" y="9422"/>
                            <a:pt x="12796" y="12565"/>
                          </a:cubicBezTo>
                          <a:cubicBezTo>
                            <a:pt x="9272" y="15613"/>
                            <a:pt x="4223" y="15898"/>
                            <a:pt x="1556" y="13136"/>
                          </a:cubicBezTo>
                          <a:cubicBezTo>
                            <a:pt x="-1015" y="10183"/>
                            <a:pt x="-349" y="5421"/>
                            <a:pt x="3176" y="237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51" name="Forme libre : forme 12950">
                      <a:extLst>
                        <a:ext uri="{FF2B5EF4-FFF2-40B4-BE49-F238E27FC236}">
                          <a16:creationId xmlns:a16="http://schemas.microsoft.com/office/drawing/2014/main" id="{92EB2BA5-886D-44C3-827B-AF7195D6D8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7536" y="3733128"/>
                      <a:ext cx="5793" cy="5598"/>
                    </a:xfrm>
                    <a:custGeom>
                      <a:avLst/>
                      <a:gdLst>
                        <a:gd name="connsiteX0" fmla="*/ 2180 w 5793"/>
                        <a:gd name="connsiteY0" fmla="*/ 132 h 5598"/>
                        <a:gd name="connsiteX1" fmla="*/ 5704 w 5793"/>
                        <a:gd name="connsiteY1" fmla="*/ 1942 h 5598"/>
                        <a:gd name="connsiteX2" fmla="*/ 3608 w 5793"/>
                        <a:gd name="connsiteY2" fmla="*/ 5466 h 5598"/>
                        <a:gd name="connsiteX3" fmla="*/ 84 w 5793"/>
                        <a:gd name="connsiteY3" fmla="*/ 3657 h 5598"/>
                        <a:gd name="connsiteX4" fmla="*/ 2180 w 5793"/>
                        <a:gd name="connsiteY4" fmla="*/ 132 h 5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3" h="5598">
                          <a:moveTo>
                            <a:pt x="2180" y="132"/>
                          </a:moveTo>
                          <a:cubicBezTo>
                            <a:pt x="3704" y="-344"/>
                            <a:pt x="5323" y="513"/>
                            <a:pt x="5704" y="1942"/>
                          </a:cubicBezTo>
                          <a:cubicBezTo>
                            <a:pt x="6085" y="3371"/>
                            <a:pt x="5227" y="4990"/>
                            <a:pt x="3608" y="5466"/>
                          </a:cubicBezTo>
                          <a:cubicBezTo>
                            <a:pt x="2084" y="5943"/>
                            <a:pt x="465" y="5085"/>
                            <a:pt x="84" y="3657"/>
                          </a:cubicBezTo>
                          <a:cubicBezTo>
                            <a:pt x="-297" y="2228"/>
                            <a:pt x="655" y="609"/>
                            <a:pt x="2180" y="1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952" name="Graphique 5">
                  <a:extLst>
                    <a:ext uri="{FF2B5EF4-FFF2-40B4-BE49-F238E27FC236}">
                      <a16:creationId xmlns:a16="http://schemas.microsoft.com/office/drawing/2014/main" id="{6F9A50BF-669D-4F8D-9607-519E3AE20ADD}"/>
                    </a:ext>
                  </a:extLst>
                </p:cNvPr>
                <p:cNvGrpSpPr/>
                <p:nvPr/>
              </p:nvGrpSpPr>
              <p:grpSpPr>
                <a:xfrm>
                  <a:off x="2534460" y="3673211"/>
                  <a:ext cx="54196" cy="87877"/>
                  <a:chOff x="2534460" y="3673211"/>
                  <a:chExt cx="54196" cy="87877"/>
                </a:xfrm>
                <a:solidFill>
                  <a:schemeClr val="accent1"/>
                </a:solidFill>
              </p:grpSpPr>
              <p:grpSp>
                <p:nvGrpSpPr>
                  <p:cNvPr id="12953" name="Graphique 5">
                    <a:extLst>
                      <a:ext uri="{FF2B5EF4-FFF2-40B4-BE49-F238E27FC236}">
                        <a16:creationId xmlns:a16="http://schemas.microsoft.com/office/drawing/2014/main" id="{ED95F373-FE97-4474-AF26-641500131971}"/>
                      </a:ext>
                    </a:extLst>
                  </p:cNvPr>
                  <p:cNvGrpSpPr/>
                  <p:nvPr/>
                </p:nvGrpSpPr>
                <p:grpSpPr>
                  <a:xfrm>
                    <a:off x="2534460" y="3730279"/>
                    <a:ext cx="34970" cy="30808"/>
                    <a:chOff x="2534460" y="3730279"/>
                    <a:chExt cx="34970" cy="30808"/>
                  </a:xfrm>
                  <a:solidFill>
                    <a:schemeClr val="accent1"/>
                  </a:solidFill>
                </p:grpSpPr>
                <p:sp>
                  <p:nvSpPr>
                    <p:cNvPr id="12954" name="Forme libre : forme 12953">
                      <a:extLst>
                        <a:ext uri="{FF2B5EF4-FFF2-40B4-BE49-F238E27FC236}">
                          <a16:creationId xmlns:a16="http://schemas.microsoft.com/office/drawing/2014/main" id="{AE4E24A8-C1ED-4E6D-AD7A-E66D2BB424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4460" y="3730279"/>
                      <a:ext cx="34937" cy="30808"/>
                    </a:xfrm>
                    <a:custGeom>
                      <a:avLst/>
                      <a:gdLst>
                        <a:gd name="connsiteX0" fmla="*/ 5646 w 34937"/>
                        <a:gd name="connsiteY0" fmla="*/ 4981 h 30808"/>
                        <a:gd name="connsiteX1" fmla="*/ 30506 w 34937"/>
                        <a:gd name="connsiteY1" fmla="*/ 3838 h 30808"/>
                        <a:gd name="connsiteX2" fmla="*/ 29458 w 34937"/>
                        <a:gd name="connsiteY2" fmla="*/ 25270 h 30808"/>
                        <a:gd name="connsiteX3" fmla="*/ 4598 w 34937"/>
                        <a:gd name="connsiteY3" fmla="*/ 27079 h 30808"/>
                        <a:gd name="connsiteX4" fmla="*/ 5646 w 34937"/>
                        <a:gd name="connsiteY4" fmla="*/ 4981 h 30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37" h="30808">
                          <a:moveTo>
                            <a:pt x="5646" y="4981"/>
                          </a:moveTo>
                          <a:cubicBezTo>
                            <a:pt x="12789" y="-1305"/>
                            <a:pt x="24029" y="-1591"/>
                            <a:pt x="30506" y="3838"/>
                          </a:cubicBezTo>
                          <a:cubicBezTo>
                            <a:pt x="36983" y="9363"/>
                            <a:pt x="36126" y="18888"/>
                            <a:pt x="29458" y="25270"/>
                          </a:cubicBezTo>
                          <a:cubicBezTo>
                            <a:pt x="22600" y="31746"/>
                            <a:pt x="11361" y="32794"/>
                            <a:pt x="4598" y="27079"/>
                          </a:cubicBezTo>
                          <a:cubicBezTo>
                            <a:pt x="-1879" y="21269"/>
                            <a:pt x="-1498" y="11268"/>
                            <a:pt x="5646" y="498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55" name="Forme libre : forme 12954">
                      <a:extLst>
                        <a:ext uri="{FF2B5EF4-FFF2-40B4-BE49-F238E27FC236}">
                          <a16:creationId xmlns:a16="http://schemas.microsoft.com/office/drawing/2014/main" id="{12E38A63-CE8E-4BFE-9C7F-EF2ED1829F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5343" y="3730336"/>
                      <a:ext cx="34086" cy="29783"/>
                    </a:xfrm>
                    <a:custGeom>
                      <a:avLst/>
                      <a:gdLst>
                        <a:gd name="connsiteX0" fmla="*/ 16859 w 34086"/>
                        <a:gd name="connsiteY0" fmla="*/ 14925 h 29783"/>
                        <a:gd name="connsiteX1" fmla="*/ 20669 w 34086"/>
                        <a:gd name="connsiteY1" fmla="*/ 29784 h 29783"/>
                        <a:gd name="connsiteX2" fmla="*/ 28575 w 34086"/>
                        <a:gd name="connsiteY2" fmla="*/ 25307 h 29783"/>
                        <a:gd name="connsiteX3" fmla="*/ 29623 w 34086"/>
                        <a:gd name="connsiteY3" fmla="*/ 3876 h 29783"/>
                        <a:gd name="connsiteX4" fmla="*/ 4763 w 34086"/>
                        <a:gd name="connsiteY4" fmla="*/ 5019 h 29783"/>
                        <a:gd name="connsiteX5" fmla="*/ 0 w 34086"/>
                        <a:gd name="connsiteY5" fmla="*/ 11877 h 29783"/>
                        <a:gd name="connsiteX6" fmla="*/ 16859 w 34086"/>
                        <a:gd name="connsiteY6" fmla="*/ 14925 h 29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086" h="29783">
                          <a:moveTo>
                            <a:pt x="16859" y="14925"/>
                          </a:moveTo>
                          <a:cubicBezTo>
                            <a:pt x="21241" y="18830"/>
                            <a:pt x="22288" y="24450"/>
                            <a:pt x="20669" y="29784"/>
                          </a:cubicBezTo>
                          <a:cubicBezTo>
                            <a:pt x="23527" y="28831"/>
                            <a:pt x="26289" y="27403"/>
                            <a:pt x="28575" y="25307"/>
                          </a:cubicBezTo>
                          <a:cubicBezTo>
                            <a:pt x="35338" y="18830"/>
                            <a:pt x="36100" y="9305"/>
                            <a:pt x="29623" y="3876"/>
                          </a:cubicBezTo>
                          <a:cubicBezTo>
                            <a:pt x="23146" y="-1648"/>
                            <a:pt x="12001" y="-1267"/>
                            <a:pt x="4763" y="5019"/>
                          </a:cubicBezTo>
                          <a:cubicBezTo>
                            <a:pt x="2476" y="7019"/>
                            <a:pt x="953" y="9401"/>
                            <a:pt x="0" y="11877"/>
                          </a:cubicBezTo>
                          <a:cubicBezTo>
                            <a:pt x="6001" y="10162"/>
                            <a:pt x="12478" y="11115"/>
                            <a:pt x="16859" y="1492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56" name="Forme libre : forme 12955">
                      <a:extLst>
                        <a:ext uri="{FF2B5EF4-FFF2-40B4-BE49-F238E27FC236}">
                          <a16:creationId xmlns:a16="http://schemas.microsoft.com/office/drawing/2014/main" id="{AF883BEC-DE2D-48E8-8C45-4F85D6FFE0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7821" y="3736252"/>
                      <a:ext cx="14953" cy="14833"/>
                    </a:xfrm>
                    <a:custGeom>
                      <a:avLst/>
                      <a:gdLst>
                        <a:gd name="connsiteX0" fmla="*/ 665 w 14953"/>
                        <a:gd name="connsiteY0" fmla="*/ 5581 h 14833"/>
                        <a:gd name="connsiteX1" fmla="*/ 10571 w 14953"/>
                        <a:gd name="connsiteY1" fmla="*/ 247 h 14833"/>
                        <a:gd name="connsiteX2" fmla="*/ 14286 w 14953"/>
                        <a:gd name="connsiteY2" fmla="*/ 9105 h 14833"/>
                        <a:gd name="connsiteX3" fmla="*/ 4475 w 14953"/>
                        <a:gd name="connsiteY3" fmla="*/ 14630 h 14833"/>
                        <a:gd name="connsiteX4" fmla="*/ 665 w 14953"/>
                        <a:gd name="connsiteY4" fmla="*/ 5581 h 14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53" h="14833">
                          <a:moveTo>
                            <a:pt x="665" y="5581"/>
                          </a:moveTo>
                          <a:cubicBezTo>
                            <a:pt x="2380" y="1580"/>
                            <a:pt x="6761" y="-801"/>
                            <a:pt x="10571" y="247"/>
                          </a:cubicBezTo>
                          <a:cubicBezTo>
                            <a:pt x="14286" y="1199"/>
                            <a:pt x="16001" y="5105"/>
                            <a:pt x="14286" y="9105"/>
                          </a:cubicBezTo>
                          <a:cubicBezTo>
                            <a:pt x="12572" y="13106"/>
                            <a:pt x="8190" y="15582"/>
                            <a:pt x="4475" y="14630"/>
                          </a:cubicBezTo>
                          <a:cubicBezTo>
                            <a:pt x="665" y="13582"/>
                            <a:pt x="-1049" y="9581"/>
                            <a:pt x="665" y="558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57" name="Forme libre : forme 12956">
                      <a:extLst>
                        <a:ext uri="{FF2B5EF4-FFF2-40B4-BE49-F238E27FC236}">
                          <a16:creationId xmlns:a16="http://schemas.microsoft.com/office/drawing/2014/main" id="{05BB51FB-7F24-4EAE-85DA-4F44F388C1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2485" y="3747270"/>
                      <a:ext cx="5779" cy="5127"/>
                    </a:xfrm>
                    <a:custGeom>
                      <a:avLst/>
                      <a:gdLst>
                        <a:gd name="connsiteX0" fmla="*/ 954 w 5779"/>
                        <a:gd name="connsiteY0" fmla="*/ 849 h 5127"/>
                        <a:gd name="connsiteX1" fmla="*/ 5050 w 5779"/>
                        <a:gd name="connsiteY1" fmla="*/ 659 h 5127"/>
                        <a:gd name="connsiteX2" fmla="*/ 4859 w 5779"/>
                        <a:gd name="connsiteY2" fmla="*/ 4278 h 5127"/>
                        <a:gd name="connsiteX3" fmla="*/ 763 w 5779"/>
                        <a:gd name="connsiteY3" fmla="*/ 4469 h 5127"/>
                        <a:gd name="connsiteX4" fmla="*/ 954 w 5779"/>
                        <a:gd name="connsiteY4" fmla="*/ 849 h 5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79" h="5127">
                          <a:moveTo>
                            <a:pt x="954" y="849"/>
                          </a:moveTo>
                          <a:cubicBezTo>
                            <a:pt x="2097" y="-199"/>
                            <a:pt x="3907" y="-294"/>
                            <a:pt x="5050" y="659"/>
                          </a:cubicBezTo>
                          <a:cubicBezTo>
                            <a:pt x="6097" y="1611"/>
                            <a:pt x="6002" y="3231"/>
                            <a:pt x="4859" y="4278"/>
                          </a:cubicBezTo>
                          <a:cubicBezTo>
                            <a:pt x="3716" y="5326"/>
                            <a:pt x="1906" y="5421"/>
                            <a:pt x="763" y="4469"/>
                          </a:cubicBezTo>
                          <a:cubicBezTo>
                            <a:pt x="-284" y="3516"/>
                            <a:pt x="-284" y="1897"/>
                            <a:pt x="954" y="84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958" name="Graphique 5">
                    <a:extLst>
                      <a:ext uri="{FF2B5EF4-FFF2-40B4-BE49-F238E27FC236}">
                        <a16:creationId xmlns:a16="http://schemas.microsoft.com/office/drawing/2014/main" id="{D9AB4C60-6677-47D8-9464-8CD6F8C8ABCC}"/>
                      </a:ext>
                    </a:extLst>
                  </p:cNvPr>
                  <p:cNvGrpSpPr/>
                  <p:nvPr/>
                </p:nvGrpSpPr>
                <p:grpSpPr>
                  <a:xfrm>
                    <a:off x="2548800" y="3702063"/>
                    <a:ext cx="35199" cy="29782"/>
                    <a:chOff x="2548800" y="3702063"/>
                    <a:chExt cx="35199" cy="29782"/>
                  </a:xfrm>
                  <a:solidFill>
                    <a:schemeClr val="accent1"/>
                  </a:solidFill>
                </p:grpSpPr>
                <p:sp>
                  <p:nvSpPr>
                    <p:cNvPr id="12959" name="Forme libre : forme 12958">
                      <a:extLst>
                        <a:ext uri="{FF2B5EF4-FFF2-40B4-BE49-F238E27FC236}">
                          <a16:creationId xmlns:a16="http://schemas.microsoft.com/office/drawing/2014/main" id="{B03092E1-95CC-451E-B366-E8392CEC77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8800" y="3702063"/>
                      <a:ext cx="35160" cy="29782"/>
                    </a:xfrm>
                    <a:custGeom>
                      <a:avLst/>
                      <a:gdLst>
                        <a:gd name="connsiteX0" fmla="*/ 6355 w 35160"/>
                        <a:gd name="connsiteY0" fmla="*/ 4527 h 29782"/>
                        <a:gd name="connsiteX1" fmla="*/ 31025 w 35160"/>
                        <a:gd name="connsiteY1" fmla="*/ 4051 h 29782"/>
                        <a:gd name="connsiteX2" fmla="*/ 29310 w 35160"/>
                        <a:gd name="connsiteY2" fmla="*/ 24720 h 29782"/>
                        <a:gd name="connsiteX3" fmla="*/ 4545 w 35160"/>
                        <a:gd name="connsiteY3" fmla="*/ 25863 h 29782"/>
                        <a:gd name="connsiteX4" fmla="*/ 6355 w 35160"/>
                        <a:gd name="connsiteY4" fmla="*/ 4527 h 29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60" h="29782">
                          <a:moveTo>
                            <a:pt x="6355" y="4527"/>
                          </a:moveTo>
                          <a:cubicBezTo>
                            <a:pt x="13880" y="-1378"/>
                            <a:pt x="24929" y="-1474"/>
                            <a:pt x="31025" y="4051"/>
                          </a:cubicBezTo>
                          <a:cubicBezTo>
                            <a:pt x="36930" y="9575"/>
                            <a:pt x="36644" y="18529"/>
                            <a:pt x="29310" y="24720"/>
                          </a:cubicBezTo>
                          <a:cubicBezTo>
                            <a:pt x="22071" y="30911"/>
                            <a:pt x="11022" y="31578"/>
                            <a:pt x="4545" y="25863"/>
                          </a:cubicBezTo>
                          <a:cubicBezTo>
                            <a:pt x="-2313" y="20339"/>
                            <a:pt x="-1170" y="10432"/>
                            <a:pt x="6355" y="452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0" name="Forme libre : forme 12959">
                      <a:extLst>
                        <a:ext uri="{FF2B5EF4-FFF2-40B4-BE49-F238E27FC236}">
                          <a16:creationId xmlns:a16="http://schemas.microsoft.com/office/drawing/2014/main" id="{442E5734-A7AE-47A7-B84B-95BA39A635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0107" y="3702158"/>
                      <a:ext cx="33892" cy="28911"/>
                    </a:xfrm>
                    <a:custGeom>
                      <a:avLst/>
                      <a:gdLst>
                        <a:gd name="connsiteX0" fmla="*/ 16478 w 33892"/>
                        <a:gd name="connsiteY0" fmla="*/ 14528 h 28911"/>
                        <a:gd name="connsiteX1" fmla="*/ 19907 w 33892"/>
                        <a:gd name="connsiteY1" fmla="*/ 28911 h 28911"/>
                        <a:gd name="connsiteX2" fmla="*/ 28004 w 33892"/>
                        <a:gd name="connsiteY2" fmla="*/ 24720 h 28911"/>
                        <a:gd name="connsiteX3" fmla="*/ 29718 w 33892"/>
                        <a:gd name="connsiteY3" fmla="*/ 4051 h 28911"/>
                        <a:gd name="connsiteX4" fmla="*/ 5048 w 33892"/>
                        <a:gd name="connsiteY4" fmla="*/ 4527 h 28911"/>
                        <a:gd name="connsiteX5" fmla="*/ 0 w 33892"/>
                        <a:gd name="connsiteY5" fmla="*/ 11099 h 28911"/>
                        <a:gd name="connsiteX6" fmla="*/ 16478 w 33892"/>
                        <a:gd name="connsiteY6" fmla="*/ 14528 h 28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892" h="28911">
                          <a:moveTo>
                            <a:pt x="16478" y="14528"/>
                          </a:moveTo>
                          <a:cubicBezTo>
                            <a:pt x="20955" y="18338"/>
                            <a:pt x="21908" y="23767"/>
                            <a:pt x="19907" y="28911"/>
                          </a:cubicBezTo>
                          <a:cubicBezTo>
                            <a:pt x="22765" y="28054"/>
                            <a:pt x="25622" y="26720"/>
                            <a:pt x="28004" y="24720"/>
                          </a:cubicBezTo>
                          <a:cubicBezTo>
                            <a:pt x="35338" y="18529"/>
                            <a:pt x="35719" y="9575"/>
                            <a:pt x="29718" y="4051"/>
                          </a:cubicBezTo>
                          <a:cubicBezTo>
                            <a:pt x="23622" y="-1474"/>
                            <a:pt x="12573" y="-1378"/>
                            <a:pt x="5048" y="4527"/>
                          </a:cubicBezTo>
                          <a:cubicBezTo>
                            <a:pt x="2667" y="6432"/>
                            <a:pt x="1048" y="8718"/>
                            <a:pt x="0" y="11099"/>
                          </a:cubicBezTo>
                          <a:cubicBezTo>
                            <a:pt x="6001" y="9575"/>
                            <a:pt x="12192" y="10718"/>
                            <a:pt x="16478" y="1452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1" name="Forme libre : forme 12960">
                      <a:extLst>
                        <a:ext uri="{FF2B5EF4-FFF2-40B4-BE49-F238E27FC236}">
                          <a16:creationId xmlns:a16="http://schemas.microsoft.com/office/drawing/2014/main" id="{BD1A1F58-8EF9-4347-9968-4E7909A473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2219" y="3707757"/>
                      <a:ext cx="14933" cy="14283"/>
                    </a:xfrm>
                    <a:custGeom>
                      <a:avLst/>
                      <a:gdLst>
                        <a:gd name="connsiteX0" fmla="*/ 840 w 14933"/>
                        <a:gd name="connsiteY0" fmla="*/ 5215 h 14283"/>
                        <a:gd name="connsiteX1" fmla="*/ 10937 w 14933"/>
                        <a:gd name="connsiteY1" fmla="*/ 261 h 14283"/>
                        <a:gd name="connsiteX2" fmla="*/ 14175 w 14933"/>
                        <a:gd name="connsiteY2" fmla="*/ 8929 h 14283"/>
                        <a:gd name="connsiteX3" fmla="*/ 4174 w 14933"/>
                        <a:gd name="connsiteY3" fmla="*/ 14073 h 14283"/>
                        <a:gd name="connsiteX4" fmla="*/ 840 w 14933"/>
                        <a:gd name="connsiteY4" fmla="*/ 5215 h 142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33" h="14283">
                          <a:moveTo>
                            <a:pt x="840" y="5215"/>
                          </a:moveTo>
                          <a:cubicBezTo>
                            <a:pt x="2745" y="1404"/>
                            <a:pt x="7317" y="-786"/>
                            <a:pt x="10937" y="261"/>
                          </a:cubicBezTo>
                          <a:cubicBezTo>
                            <a:pt x="14651" y="1309"/>
                            <a:pt x="15890" y="5215"/>
                            <a:pt x="14175" y="8929"/>
                          </a:cubicBezTo>
                          <a:cubicBezTo>
                            <a:pt x="12461" y="12644"/>
                            <a:pt x="7984" y="15025"/>
                            <a:pt x="4174" y="14073"/>
                          </a:cubicBezTo>
                          <a:cubicBezTo>
                            <a:pt x="364" y="13025"/>
                            <a:pt x="-1065" y="9025"/>
                            <a:pt x="840" y="521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2" name="Forme libre : forme 12961">
                      <a:extLst>
                        <a:ext uri="{FF2B5EF4-FFF2-40B4-BE49-F238E27FC236}">
                          <a16:creationId xmlns:a16="http://schemas.microsoft.com/office/drawing/2014/main" id="{0F1C6D5B-92FD-427B-8E03-7BF2184962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6735" y="3718495"/>
                      <a:ext cx="5816" cy="4908"/>
                    </a:xfrm>
                    <a:custGeom>
                      <a:avLst/>
                      <a:gdLst>
                        <a:gd name="connsiteX0" fmla="*/ 991 w 5816"/>
                        <a:gd name="connsiteY0" fmla="*/ 764 h 4908"/>
                        <a:gd name="connsiteX1" fmla="*/ 5087 w 5816"/>
                        <a:gd name="connsiteY1" fmla="*/ 669 h 4908"/>
                        <a:gd name="connsiteX2" fmla="*/ 4897 w 5816"/>
                        <a:gd name="connsiteY2" fmla="*/ 4097 h 4908"/>
                        <a:gd name="connsiteX3" fmla="*/ 801 w 5816"/>
                        <a:gd name="connsiteY3" fmla="*/ 4288 h 4908"/>
                        <a:gd name="connsiteX4" fmla="*/ 991 w 5816"/>
                        <a:gd name="connsiteY4" fmla="*/ 764 h 4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16" h="4908">
                          <a:moveTo>
                            <a:pt x="991" y="764"/>
                          </a:moveTo>
                          <a:cubicBezTo>
                            <a:pt x="2230" y="-189"/>
                            <a:pt x="4039" y="-284"/>
                            <a:pt x="5087" y="669"/>
                          </a:cubicBezTo>
                          <a:cubicBezTo>
                            <a:pt x="6135" y="1621"/>
                            <a:pt x="6040" y="3145"/>
                            <a:pt x="4897" y="4097"/>
                          </a:cubicBezTo>
                          <a:cubicBezTo>
                            <a:pt x="3754" y="5145"/>
                            <a:pt x="1849" y="5145"/>
                            <a:pt x="801" y="4288"/>
                          </a:cubicBezTo>
                          <a:cubicBezTo>
                            <a:pt x="-342" y="3336"/>
                            <a:pt x="-247" y="1716"/>
                            <a:pt x="991" y="76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963" name="Graphique 5">
                    <a:extLst>
                      <a:ext uri="{FF2B5EF4-FFF2-40B4-BE49-F238E27FC236}">
                        <a16:creationId xmlns:a16="http://schemas.microsoft.com/office/drawing/2014/main" id="{5306DE6D-8A82-4E14-A4BF-4D88E5813D31}"/>
                      </a:ext>
                    </a:extLst>
                  </p:cNvPr>
                  <p:cNvGrpSpPr/>
                  <p:nvPr/>
                </p:nvGrpSpPr>
                <p:grpSpPr>
                  <a:xfrm>
                    <a:off x="2553326" y="3673211"/>
                    <a:ext cx="35330" cy="29214"/>
                    <a:chOff x="2553326" y="3673211"/>
                    <a:chExt cx="35330" cy="29214"/>
                  </a:xfrm>
                  <a:solidFill>
                    <a:schemeClr val="accent1"/>
                  </a:solidFill>
                </p:grpSpPr>
                <p:sp>
                  <p:nvSpPr>
                    <p:cNvPr id="12964" name="Forme libre : forme 12963">
                      <a:extLst>
                        <a:ext uri="{FF2B5EF4-FFF2-40B4-BE49-F238E27FC236}">
                          <a16:creationId xmlns:a16="http://schemas.microsoft.com/office/drawing/2014/main" id="{82718EDE-EC71-4BDD-86F1-F5902A6C22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3326" y="3673211"/>
                      <a:ext cx="35234" cy="29214"/>
                    </a:xfrm>
                    <a:custGeom>
                      <a:avLst/>
                      <a:gdLst>
                        <a:gd name="connsiteX0" fmla="*/ 6781 w 35234"/>
                        <a:gd name="connsiteY0" fmla="*/ 3947 h 29214"/>
                        <a:gd name="connsiteX1" fmla="*/ 31356 w 35234"/>
                        <a:gd name="connsiteY1" fmla="*/ 4423 h 29214"/>
                        <a:gd name="connsiteX2" fmla="*/ 28689 w 35234"/>
                        <a:gd name="connsiteY2" fmla="*/ 24712 h 29214"/>
                        <a:gd name="connsiteX3" fmla="*/ 3924 w 35234"/>
                        <a:gd name="connsiteY3" fmla="*/ 24997 h 29214"/>
                        <a:gd name="connsiteX4" fmla="*/ 6781 w 35234"/>
                        <a:gd name="connsiteY4" fmla="*/ 3947 h 29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34" h="29214">
                          <a:moveTo>
                            <a:pt x="6781" y="3947"/>
                          </a:moveTo>
                          <a:cubicBezTo>
                            <a:pt x="14592" y="-1577"/>
                            <a:pt x="25546" y="-1196"/>
                            <a:pt x="31356" y="4423"/>
                          </a:cubicBezTo>
                          <a:cubicBezTo>
                            <a:pt x="37452" y="9948"/>
                            <a:pt x="36214" y="18806"/>
                            <a:pt x="28689" y="24712"/>
                          </a:cubicBezTo>
                          <a:cubicBezTo>
                            <a:pt x="21164" y="30522"/>
                            <a:pt x="10115" y="30808"/>
                            <a:pt x="3924" y="24997"/>
                          </a:cubicBezTo>
                          <a:cubicBezTo>
                            <a:pt x="-2172" y="19092"/>
                            <a:pt x="-1124" y="9567"/>
                            <a:pt x="6781" y="394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5" name="Forme libre : forme 12964">
                      <a:extLst>
                        <a:ext uri="{FF2B5EF4-FFF2-40B4-BE49-F238E27FC236}">
                          <a16:creationId xmlns:a16="http://schemas.microsoft.com/office/drawing/2014/main" id="{167FBDBB-F75F-41AE-A8BB-D61711F5E8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4774" y="3673211"/>
                      <a:ext cx="33882" cy="28521"/>
                    </a:xfrm>
                    <a:custGeom>
                      <a:avLst/>
                      <a:gdLst>
                        <a:gd name="connsiteX0" fmla="*/ 16478 w 33882"/>
                        <a:gd name="connsiteY0" fmla="*/ 14234 h 28521"/>
                        <a:gd name="connsiteX1" fmla="*/ 19050 w 33882"/>
                        <a:gd name="connsiteY1" fmla="*/ 28522 h 28521"/>
                        <a:gd name="connsiteX2" fmla="*/ 27337 w 33882"/>
                        <a:gd name="connsiteY2" fmla="*/ 24712 h 28521"/>
                        <a:gd name="connsiteX3" fmla="*/ 30004 w 33882"/>
                        <a:gd name="connsiteY3" fmla="*/ 4423 h 28521"/>
                        <a:gd name="connsiteX4" fmla="*/ 5429 w 33882"/>
                        <a:gd name="connsiteY4" fmla="*/ 3947 h 28521"/>
                        <a:gd name="connsiteX5" fmla="*/ 0 w 33882"/>
                        <a:gd name="connsiteY5" fmla="*/ 10234 h 28521"/>
                        <a:gd name="connsiteX6" fmla="*/ 16478 w 33882"/>
                        <a:gd name="connsiteY6" fmla="*/ 14234 h 28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882" h="28521">
                          <a:moveTo>
                            <a:pt x="16478" y="14234"/>
                          </a:moveTo>
                          <a:cubicBezTo>
                            <a:pt x="20669" y="18139"/>
                            <a:pt x="21336" y="23569"/>
                            <a:pt x="19050" y="28522"/>
                          </a:cubicBezTo>
                          <a:cubicBezTo>
                            <a:pt x="22003" y="27855"/>
                            <a:pt x="24860" y="26617"/>
                            <a:pt x="27337" y="24712"/>
                          </a:cubicBezTo>
                          <a:cubicBezTo>
                            <a:pt x="34862" y="18901"/>
                            <a:pt x="36100" y="10043"/>
                            <a:pt x="30004" y="4423"/>
                          </a:cubicBezTo>
                          <a:cubicBezTo>
                            <a:pt x="24194" y="-1196"/>
                            <a:pt x="13240" y="-1577"/>
                            <a:pt x="5429" y="3947"/>
                          </a:cubicBezTo>
                          <a:cubicBezTo>
                            <a:pt x="2953" y="5757"/>
                            <a:pt x="1143" y="7948"/>
                            <a:pt x="0" y="10234"/>
                          </a:cubicBezTo>
                          <a:cubicBezTo>
                            <a:pt x="5906" y="9091"/>
                            <a:pt x="12383" y="10424"/>
                            <a:pt x="16478" y="1423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6" name="Forme libre : forme 12965">
                      <a:extLst>
                        <a:ext uri="{FF2B5EF4-FFF2-40B4-BE49-F238E27FC236}">
                          <a16:creationId xmlns:a16="http://schemas.microsoft.com/office/drawing/2014/main" id="{4E404E63-9D57-4BBD-BCA9-309ACEE153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6881" y="3678456"/>
                      <a:ext cx="15070" cy="13864"/>
                    </a:xfrm>
                    <a:custGeom>
                      <a:avLst/>
                      <a:gdLst>
                        <a:gd name="connsiteX0" fmla="*/ 845 w 15070"/>
                        <a:gd name="connsiteY0" fmla="*/ 4893 h 13864"/>
                        <a:gd name="connsiteX1" fmla="*/ 11132 w 15070"/>
                        <a:gd name="connsiteY1" fmla="*/ 321 h 13864"/>
                        <a:gd name="connsiteX2" fmla="*/ 14180 w 15070"/>
                        <a:gd name="connsiteY2" fmla="*/ 8893 h 13864"/>
                        <a:gd name="connsiteX3" fmla="*/ 3988 w 15070"/>
                        <a:gd name="connsiteY3" fmla="*/ 13561 h 13864"/>
                        <a:gd name="connsiteX4" fmla="*/ 845 w 15070"/>
                        <a:gd name="connsiteY4" fmla="*/ 4893 h 13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70" h="13864">
                          <a:moveTo>
                            <a:pt x="845" y="4893"/>
                          </a:moveTo>
                          <a:cubicBezTo>
                            <a:pt x="2941" y="1178"/>
                            <a:pt x="7608" y="-822"/>
                            <a:pt x="11132" y="321"/>
                          </a:cubicBezTo>
                          <a:cubicBezTo>
                            <a:pt x="14657" y="1464"/>
                            <a:pt x="16181" y="5274"/>
                            <a:pt x="14180" y="8893"/>
                          </a:cubicBezTo>
                          <a:cubicBezTo>
                            <a:pt x="12275" y="12513"/>
                            <a:pt x="7703" y="14704"/>
                            <a:pt x="3988" y="13561"/>
                          </a:cubicBezTo>
                          <a:cubicBezTo>
                            <a:pt x="369" y="12513"/>
                            <a:pt x="-1060" y="8608"/>
                            <a:pt x="845" y="489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7" name="Forme libre : forme 12966">
                      <a:extLst>
                        <a:ext uri="{FF2B5EF4-FFF2-40B4-BE49-F238E27FC236}">
                          <a16:creationId xmlns:a16="http://schemas.microsoft.com/office/drawing/2014/main" id="{CF00757C-0969-47D9-852F-8634DE7E04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1237" y="3688921"/>
                      <a:ext cx="5836" cy="4857"/>
                    </a:xfrm>
                    <a:custGeom>
                      <a:avLst/>
                      <a:gdLst>
                        <a:gd name="connsiteX0" fmla="*/ 1061 w 5836"/>
                        <a:gd name="connsiteY0" fmla="*/ 714 h 4857"/>
                        <a:gd name="connsiteX1" fmla="*/ 5157 w 5836"/>
                        <a:gd name="connsiteY1" fmla="*/ 714 h 4857"/>
                        <a:gd name="connsiteX2" fmla="*/ 4776 w 5836"/>
                        <a:gd name="connsiteY2" fmla="*/ 4144 h 4857"/>
                        <a:gd name="connsiteX3" fmla="*/ 680 w 5836"/>
                        <a:gd name="connsiteY3" fmla="*/ 4144 h 4857"/>
                        <a:gd name="connsiteX4" fmla="*/ 1061 w 5836"/>
                        <a:gd name="connsiteY4" fmla="*/ 714 h 4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6" h="4857">
                          <a:moveTo>
                            <a:pt x="1061" y="714"/>
                          </a:moveTo>
                          <a:cubicBezTo>
                            <a:pt x="2299" y="-238"/>
                            <a:pt x="4109" y="-238"/>
                            <a:pt x="5157" y="714"/>
                          </a:cubicBezTo>
                          <a:cubicBezTo>
                            <a:pt x="6205" y="1667"/>
                            <a:pt x="6014" y="3191"/>
                            <a:pt x="4776" y="4144"/>
                          </a:cubicBezTo>
                          <a:cubicBezTo>
                            <a:pt x="3538" y="5096"/>
                            <a:pt x="1728" y="5096"/>
                            <a:pt x="680" y="4144"/>
                          </a:cubicBezTo>
                          <a:cubicBezTo>
                            <a:pt x="-368" y="3191"/>
                            <a:pt x="-177" y="1667"/>
                            <a:pt x="1061" y="71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968" name="Graphique 5">
                  <a:extLst>
                    <a:ext uri="{FF2B5EF4-FFF2-40B4-BE49-F238E27FC236}">
                      <a16:creationId xmlns:a16="http://schemas.microsoft.com/office/drawing/2014/main" id="{66169114-0F37-47E8-BFA5-19A7F3BE1502}"/>
                    </a:ext>
                  </a:extLst>
                </p:cNvPr>
                <p:cNvGrpSpPr/>
                <p:nvPr/>
              </p:nvGrpSpPr>
              <p:grpSpPr>
                <a:xfrm>
                  <a:off x="2580716" y="3617733"/>
                  <a:ext cx="99295" cy="38737"/>
                  <a:chOff x="2580716" y="3617733"/>
                  <a:chExt cx="99295" cy="38737"/>
                </a:xfrm>
                <a:solidFill>
                  <a:schemeClr val="accent1"/>
                </a:solidFill>
              </p:grpSpPr>
              <p:grpSp>
                <p:nvGrpSpPr>
                  <p:cNvPr id="12969" name="Graphique 5">
                    <a:extLst>
                      <a:ext uri="{FF2B5EF4-FFF2-40B4-BE49-F238E27FC236}">
                        <a16:creationId xmlns:a16="http://schemas.microsoft.com/office/drawing/2014/main" id="{41DB6AD0-ADB3-4C8E-9916-BBBABFCB68E7}"/>
                      </a:ext>
                    </a:extLst>
                  </p:cNvPr>
                  <p:cNvGrpSpPr/>
                  <p:nvPr/>
                </p:nvGrpSpPr>
                <p:grpSpPr>
                  <a:xfrm>
                    <a:off x="2644833" y="3631435"/>
                    <a:ext cx="35178" cy="25035"/>
                    <a:chOff x="2644833" y="3631435"/>
                    <a:chExt cx="35178" cy="25035"/>
                  </a:xfrm>
                  <a:solidFill>
                    <a:schemeClr val="accent1"/>
                  </a:solidFill>
                </p:grpSpPr>
                <p:sp>
                  <p:nvSpPr>
                    <p:cNvPr id="12970" name="Forme libre : forme 12969">
                      <a:extLst>
                        <a:ext uri="{FF2B5EF4-FFF2-40B4-BE49-F238E27FC236}">
                          <a16:creationId xmlns:a16="http://schemas.microsoft.com/office/drawing/2014/main" id="{DAC09BA2-38AB-44FC-8FC4-11449275E9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4860" y="3631435"/>
                      <a:ext cx="35151" cy="25035"/>
                    </a:xfrm>
                    <a:custGeom>
                      <a:avLst/>
                      <a:gdLst>
                        <a:gd name="connsiteX0" fmla="*/ 3258 w 35151"/>
                        <a:gd name="connsiteY0" fmla="*/ 21435 h 25035"/>
                        <a:gd name="connsiteX1" fmla="*/ 7449 w 35151"/>
                        <a:gd name="connsiteY1" fmla="*/ 3432 h 25035"/>
                        <a:gd name="connsiteX2" fmla="*/ 32024 w 35151"/>
                        <a:gd name="connsiteY2" fmla="*/ 3718 h 25035"/>
                        <a:gd name="connsiteX3" fmla="*/ 27642 w 35151"/>
                        <a:gd name="connsiteY3" fmla="*/ 21054 h 25035"/>
                        <a:gd name="connsiteX4" fmla="*/ 3258 w 35151"/>
                        <a:gd name="connsiteY4" fmla="*/ 21435 h 25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51" h="25035">
                          <a:moveTo>
                            <a:pt x="3258" y="21435"/>
                          </a:moveTo>
                          <a:cubicBezTo>
                            <a:pt x="-2361" y="16386"/>
                            <a:pt x="-551" y="8195"/>
                            <a:pt x="7449" y="3432"/>
                          </a:cubicBezTo>
                          <a:cubicBezTo>
                            <a:pt x="15355" y="-1330"/>
                            <a:pt x="26404" y="-1045"/>
                            <a:pt x="32024" y="3718"/>
                          </a:cubicBezTo>
                          <a:cubicBezTo>
                            <a:pt x="37549" y="8480"/>
                            <a:pt x="35548" y="16005"/>
                            <a:pt x="27642" y="21054"/>
                          </a:cubicBezTo>
                          <a:cubicBezTo>
                            <a:pt x="19641" y="26102"/>
                            <a:pt x="8783" y="26483"/>
                            <a:pt x="3258" y="2143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71" name="Forme libre : forme 12970">
                      <a:extLst>
                        <a:ext uri="{FF2B5EF4-FFF2-40B4-BE49-F238E27FC236}">
                          <a16:creationId xmlns:a16="http://schemas.microsoft.com/office/drawing/2014/main" id="{5522BF04-A63A-4AF9-8620-B02517D90A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4833" y="3631469"/>
                      <a:ext cx="35003" cy="24543"/>
                    </a:xfrm>
                    <a:custGeom>
                      <a:avLst/>
                      <a:gdLst>
                        <a:gd name="connsiteX0" fmla="*/ 17287 w 35003"/>
                        <a:gd name="connsiteY0" fmla="*/ 12256 h 24543"/>
                        <a:gd name="connsiteX1" fmla="*/ 35004 w 35003"/>
                        <a:gd name="connsiteY1" fmla="*/ 9113 h 24543"/>
                        <a:gd name="connsiteX2" fmla="*/ 31956 w 35003"/>
                        <a:gd name="connsiteY2" fmla="*/ 3683 h 24543"/>
                        <a:gd name="connsiteX3" fmla="*/ 7382 w 35003"/>
                        <a:gd name="connsiteY3" fmla="*/ 3398 h 24543"/>
                        <a:gd name="connsiteX4" fmla="*/ 3191 w 35003"/>
                        <a:gd name="connsiteY4" fmla="*/ 21400 h 24543"/>
                        <a:gd name="connsiteX5" fmla="*/ 9858 w 35003"/>
                        <a:gd name="connsiteY5" fmla="*/ 24543 h 24543"/>
                        <a:gd name="connsiteX6" fmla="*/ 17287 w 35003"/>
                        <a:gd name="connsiteY6" fmla="*/ 12256 h 24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003" h="24543">
                          <a:moveTo>
                            <a:pt x="17287" y="12256"/>
                          </a:moveTo>
                          <a:cubicBezTo>
                            <a:pt x="22717" y="8922"/>
                            <a:pt x="29479" y="7970"/>
                            <a:pt x="35004" y="9113"/>
                          </a:cubicBezTo>
                          <a:cubicBezTo>
                            <a:pt x="34718" y="7113"/>
                            <a:pt x="33861" y="5303"/>
                            <a:pt x="31956" y="3683"/>
                          </a:cubicBezTo>
                          <a:cubicBezTo>
                            <a:pt x="26432" y="-984"/>
                            <a:pt x="15287" y="-1365"/>
                            <a:pt x="7382" y="3398"/>
                          </a:cubicBezTo>
                          <a:cubicBezTo>
                            <a:pt x="-524" y="8160"/>
                            <a:pt x="-2334" y="16352"/>
                            <a:pt x="3191" y="21400"/>
                          </a:cubicBezTo>
                          <a:cubicBezTo>
                            <a:pt x="5000" y="23019"/>
                            <a:pt x="7286" y="23972"/>
                            <a:pt x="9858" y="24543"/>
                          </a:cubicBezTo>
                          <a:cubicBezTo>
                            <a:pt x="9382" y="20257"/>
                            <a:pt x="11953" y="15494"/>
                            <a:pt x="17287" y="1225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72" name="Forme libre : forme 12971">
                      <a:extLst>
                        <a:ext uri="{FF2B5EF4-FFF2-40B4-BE49-F238E27FC236}">
                          <a16:creationId xmlns:a16="http://schemas.microsoft.com/office/drawing/2014/main" id="{D792A8B4-67A9-41EE-99A5-0420AD0A61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0391" y="3643464"/>
                      <a:ext cx="16316" cy="10691"/>
                    </a:xfrm>
                    <a:custGeom>
                      <a:avLst/>
                      <a:gdLst>
                        <a:gd name="connsiteX0" fmla="*/ 4681 w 16316"/>
                        <a:gd name="connsiteY0" fmla="*/ 10358 h 10691"/>
                        <a:gd name="connsiteX1" fmla="*/ 776 w 16316"/>
                        <a:gd name="connsiteY1" fmla="*/ 3405 h 10691"/>
                        <a:gd name="connsiteX2" fmla="*/ 11635 w 16316"/>
                        <a:gd name="connsiteY2" fmla="*/ 357 h 10691"/>
                        <a:gd name="connsiteX3" fmla="*/ 15540 w 16316"/>
                        <a:gd name="connsiteY3" fmla="*/ 7215 h 10691"/>
                        <a:gd name="connsiteX4" fmla="*/ 4681 w 16316"/>
                        <a:gd name="connsiteY4" fmla="*/ 10358 h 10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16" h="10691">
                          <a:moveTo>
                            <a:pt x="4681" y="10358"/>
                          </a:moveTo>
                          <a:cubicBezTo>
                            <a:pt x="586" y="9310"/>
                            <a:pt x="-1129" y="6167"/>
                            <a:pt x="776" y="3405"/>
                          </a:cubicBezTo>
                          <a:cubicBezTo>
                            <a:pt x="2681" y="642"/>
                            <a:pt x="7634" y="-691"/>
                            <a:pt x="11635" y="357"/>
                          </a:cubicBezTo>
                          <a:cubicBezTo>
                            <a:pt x="15730" y="1404"/>
                            <a:pt x="17445" y="4452"/>
                            <a:pt x="15540" y="7215"/>
                          </a:cubicBezTo>
                          <a:cubicBezTo>
                            <a:pt x="13635" y="9882"/>
                            <a:pt x="8777" y="11406"/>
                            <a:pt x="4681" y="1035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73" name="Forme libre : forme 12972">
                      <a:extLst>
                        <a:ext uri="{FF2B5EF4-FFF2-40B4-BE49-F238E27FC236}">
                          <a16:creationId xmlns:a16="http://schemas.microsoft.com/office/drawing/2014/main" id="{314EA746-CDD2-4332-AF9B-98CC605130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62729" y="3646320"/>
                      <a:ext cx="5730" cy="4155"/>
                    </a:xfrm>
                    <a:custGeom>
                      <a:avLst/>
                      <a:gdLst>
                        <a:gd name="connsiteX0" fmla="*/ 534 w 5730"/>
                        <a:gd name="connsiteY0" fmla="*/ 3596 h 4155"/>
                        <a:gd name="connsiteX1" fmla="*/ 1201 w 5730"/>
                        <a:gd name="connsiteY1" fmla="*/ 643 h 4155"/>
                        <a:gd name="connsiteX2" fmla="*/ 5202 w 5730"/>
                        <a:gd name="connsiteY2" fmla="*/ 643 h 4155"/>
                        <a:gd name="connsiteX3" fmla="*/ 4440 w 5730"/>
                        <a:gd name="connsiteY3" fmla="*/ 3501 h 4155"/>
                        <a:gd name="connsiteX4" fmla="*/ 534 w 5730"/>
                        <a:gd name="connsiteY4" fmla="*/ 3596 h 4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30" h="4155">
                          <a:moveTo>
                            <a:pt x="534" y="3596"/>
                          </a:moveTo>
                          <a:cubicBezTo>
                            <a:pt x="-418" y="2834"/>
                            <a:pt x="-37" y="1500"/>
                            <a:pt x="1201" y="643"/>
                          </a:cubicBezTo>
                          <a:cubicBezTo>
                            <a:pt x="2535" y="-214"/>
                            <a:pt x="4344" y="-214"/>
                            <a:pt x="5202" y="643"/>
                          </a:cubicBezTo>
                          <a:cubicBezTo>
                            <a:pt x="6154" y="1405"/>
                            <a:pt x="5773" y="2738"/>
                            <a:pt x="4440" y="3501"/>
                          </a:cubicBezTo>
                          <a:cubicBezTo>
                            <a:pt x="3201" y="4358"/>
                            <a:pt x="1392" y="4358"/>
                            <a:pt x="534" y="359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974" name="Graphique 5">
                    <a:extLst>
                      <a:ext uri="{FF2B5EF4-FFF2-40B4-BE49-F238E27FC236}">
                        <a16:creationId xmlns:a16="http://schemas.microsoft.com/office/drawing/2014/main" id="{C1394600-335A-465D-83B3-48A08E0E89D2}"/>
                      </a:ext>
                    </a:extLst>
                  </p:cNvPr>
                  <p:cNvGrpSpPr/>
                  <p:nvPr/>
                </p:nvGrpSpPr>
                <p:grpSpPr>
                  <a:xfrm>
                    <a:off x="2614654" y="3621164"/>
                    <a:ext cx="35371" cy="25982"/>
                    <a:chOff x="2614654" y="3621164"/>
                    <a:chExt cx="35371" cy="25982"/>
                  </a:xfrm>
                  <a:solidFill>
                    <a:schemeClr val="accent1"/>
                  </a:solidFill>
                </p:grpSpPr>
                <p:sp>
                  <p:nvSpPr>
                    <p:cNvPr id="12975" name="Forme libre : forme 12974">
                      <a:extLst>
                        <a:ext uri="{FF2B5EF4-FFF2-40B4-BE49-F238E27FC236}">
                          <a16:creationId xmlns:a16="http://schemas.microsoft.com/office/drawing/2014/main" id="{35605B4F-A732-419E-B24B-4EF45E597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4654" y="3621196"/>
                      <a:ext cx="35371" cy="25950"/>
                    </a:xfrm>
                    <a:custGeom>
                      <a:avLst/>
                      <a:gdLst>
                        <a:gd name="connsiteX0" fmla="*/ 3270 w 35371"/>
                        <a:gd name="connsiteY0" fmla="*/ 21767 h 25950"/>
                        <a:gd name="connsiteX1" fmla="*/ 7937 w 35371"/>
                        <a:gd name="connsiteY1" fmla="*/ 3098 h 25950"/>
                        <a:gd name="connsiteX2" fmla="*/ 32417 w 35371"/>
                        <a:gd name="connsiteY2" fmla="*/ 4336 h 25950"/>
                        <a:gd name="connsiteX3" fmla="*/ 27940 w 35371"/>
                        <a:gd name="connsiteY3" fmla="*/ 22339 h 25950"/>
                        <a:gd name="connsiteX4" fmla="*/ 3270 w 35371"/>
                        <a:gd name="connsiteY4" fmla="*/ 21767 h 25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71" h="25950">
                          <a:moveTo>
                            <a:pt x="3270" y="21767"/>
                          </a:moveTo>
                          <a:cubicBezTo>
                            <a:pt x="-2731" y="16433"/>
                            <a:pt x="-64" y="7765"/>
                            <a:pt x="7937" y="3098"/>
                          </a:cubicBezTo>
                          <a:cubicBezTo>
                            <a:pt x="16034" y="-1569"/>
                            <a:pt x="27083" y="-807"/>
                            <a:pt x="32417" y="4336"/>
                          </a:cubicBezTo>
                          <a:cubicBezTo>
                            <a:pt x="37560" y="9575"/>
                            <a:pt x="35941" y="17386"/>
                            <a:pt x="27940" y="22339"/>
                          </a:cubicBezTo>
                          <a:cubicBezTo>
                            <a:pt x="20034" y="27291"/>
                            <a:pt x="9080" y="27196"/>
                            <a:pt x="3270" y="2176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76" name="Forme libre : forme 12975">
                      <a:extLst>
                        <a:ext uri="{FF2B5EF4-FFF2-40B4-BE49-F238E27FC236}">
                          <a16:creationId xmlns:a16="http://schemas.microsoft.com/office/drawing/2014/main" id="{4F7EC278-BD09-456E-A85F-DF62E6E050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4654" y="3621164"/>
                      <a:ext cx="35178" cy="25323"/>
                    </a:xfrm>
                    <a:custGeom>
                      <a:avLst/>
                      <a:gdLst>
                        <a:gd name="connsiteX0" fmla="*/ 17367 w 35178"/>
                        <a:gd name="connsiteY0" fmla="*/ 12750 h 25323"/>
                        <a:gd name="connsiteX1" fmla="*/ 35179 w 35178"/>
                        <a:gd name="connsiteY1" fmla="*/ 10178 h 25323"/>
                        <a:gd name="connsiteX2" fmla="*/ 32417 w 35178"/>
                        <a:gd name="connsiteY2" fmla="*/ 4368 h 25323"/>
                        <a:gd name="connsiteX3" fmla="*/ 7937 w 35178"/>
                        <a:gd name="connsiteY3" fmla="*/ 3130 h 25323"/>
                        <a:gd name="connsiteX4" fmla="*/ 3270 w 35178"/>
                        <a:gd name="connsiteY4" fmla="*/ 21799 h 25323"/>
                        <a:gd name="connsiteX5" fmla="*/ 10128 w 35178"/>
                        <a:gd name="connsiteY5" fmla="*/ 25323 h 25323"/>
                        <a:gd name="connsiteX6" fmla="*/ 17367 w 35178"/>
                        <a:gd name="connsiteY6" fmla="*/ 12750 h 25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178" h="25323">
                          <a:moveTo>
                            <a:pt x="17367" y="12750"/>
                          </a:moveTo>
                          <a:cubicBezTo>
                            <a:pt x="22892" y="9512"/>
                            <a:pt x="29750" y="8750"/>
                            <a:pt x="35179" y="10178"/>
                          </a:cubicBezTo>
                          <a:cubicBezTo>
                            <a:pt x="34988" y="8083"/>
                            <a:pt x="34226" y="6083"/>
                            <a:pt x="32417" y="4368"/>
                          </a:cubicBezTo>
                          <a:cubicBezTo>
                            <a:pt x="27083" y="-871"/>
                            <a:pt x="16129" y="-1537"/>
                            <a:pt x="7937" y="3130"/>
                          </a:cubicBezTo>
                          <a:cubicBezTo>
                            <a:pt x="-64" y="7797"/>
                            <a:pt x="-2731" y="16465"/>
                            <a:pt x="3270" y="21799"/>
                          </a:cubicBezTo>
                          <a:cubicBezTo>
                            <a:pt x="5080" y="23513"/>
                            <a:pt x="7461" y="24656"/>
                            <a:pt x="10128" y="25323"/>
                          </a:cubicBezTo>
                          <a:cubicBezTo>
                            <a:pt x="9557" y="20846"/>
                            <a:pt x="11938" y="15989"/>
                            <a:pt x="17367" y="1275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77" name="Forme libre : forme 12976">
                      <a:extLst>
                        <a:ext uri="{FF2B5EF4-FFF2-40B4-BE49-F238E27FC236}">
                          <a16:creationId xmlns:a16="http://schemas.microsoft.com/office/drawing/2014/main" id="{49121953-04F2-4F84-A0E8-F476D2B63E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0231" y="3633514"/>
                      <a:ext cx="16454" cy="11150"/>
                    </a:xfrm>
                    <a:custGeom>
                      <a:avLst/>
                      <a:gdLst>
                        <a:gd name="connsiteX0" fmla="*/ 4838 w 16454"/>
                        <a:gd name="connsiteY0" fmla="*/ 10687 h 11150"/>
                        <a:gd name="connsiteX1" fmla="*/ 742 w 16454"/>
                        <a:gd name="connsiteY1" fmla="*/ 3258 h 11150"/>
                        <a:gd name="connsiteX2" fmla="*/ 11696 w 16454"/>
                        <a:gd name="connsiteY2" fmla="*/ 495 h 11150"/>
                        <a:gd name="connsiteX3" fmla="*/ 15696 w 16454"/>
                        <a:gd name="connsiteY3" fmla="*/ 7734 h 11150"/>
                        <a:gd name="connsiteX4" fmla="*/ 4838 w 16454"/>
                        <a:gd name="connsiteY4" fmla="*/ 10687 h 11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454" h="11150">
                          <a:moveTo>
                            <a:pt x="4838" y="10687"/>
                          </a:moveTo>
                          <a:cubicBezTo>
                            <a:pt x="742" y="9449"/>
                            <a:pt x="-1163" y="6115"/>
                            <a:pt x="742" y="3258"/>
                          </a:cubicBezTo>
                          <a:cubicBezTo>
                            <a:pt x="2742" y="400"/>
                            <a:pt x="7695" y="-743"/>
                            <a:pt x="11696" y="495"/>
                          </a:cubicBezTo>
                          <a:cubicBezTo>
                            <a:pt x="15791" y="1734"/>
                            <a:pt x="17601" y="4972"/>
                            <a:pt x="15696" y="7734"/>
                          </a:cubicBezTo>
                          <a:cubicBezTo>
                            <a:pt x="13791" y="10592"/>
                            <a:pt x="8933" y="11925"/>
                            <a:pt x="4838" y="1068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78" name="Forme libre : forme 12977">
                      <a:extLst>
                        <a:ext uri="{FF2B5EF4-FFF2-40B4-BE49-F238E27FC236}">
                          <a16:creationId xmlns:a16="http://schemas.microsoft.com/office/drawing/2014/main" id="{BB6ABB9F-3529-45A9-923C-7E0FB9AB50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2699" y="3636783"/>
                      <a:ext cx="5884" cy="4322"/>
                    </a:xfrm>
                    <a:custGeom>
                      <a:avLst/>
                      <a:gdLst>
                        <a:gd name="connsiteX0" fmla="*/ 561 w 5884"/>
                        <a:gd name="connsiteY0" fmla="*/ 3608 h 4322"/>
                        <a:gd name="connsiteX1" fmla="*/ 1228 w 5884"/>
                        <a:gd name="connsiteY1" fmla="*/ 560 h 4322"/>
                        <a:gd name="connsiteX2" fmla="*/ 5323 w 5884"/>
                        <a:gd name="connsiteY2" fmla="*/ 655 h 4322"/>
                        <a:gd name="connsiteX3" fmla="*/ 4657 w 5884"/>
                        <a:gd name="connsiteY3" fmla="*/ 3608 h 4322"/>
                        <a:gd name="connsiteX4" fmla="*/ 561 w 5884"/>
                        <a:gd name="connsiteY4" fmla="*/ 3608 h 43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4" h="4322">
                          <a:moveTo>
                            <a:pt x="561" y="3608"/>
                          </a:moveTo>
                          <a:cubicBezTo>
                            <a:pt x="-392" y="2751"/>
                            <a:pt x="-106" y="1417"/>
                            <a:pt x="1228" y="560"/>
                          </a:cubicBezTo>
                          <a:cubicBezTo>
                            <a:pt x="2561" y="-202"/>
                            <a:pt x="4371" y="-202"/>
                            <a:pt x="5323" y="655"/>
                          </a:cubicBezTo>
                          <a:cubicBezTo>
                            <a:pt x="6276" y="1513"/>
                            <a:pt x="5990" y="2846"/>
                            <a:pt x="4657" y="3608"/>
                          </a:cubicBezTo>
                          <a:cubicBezTo>
                            <a:pt x="3228" y="4561"/>
                            <a:pt x="1418" y="4561"/>
                            <a:pt x="561" y="360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979" name="Graphique 5">
                    <a:extLst>
                      <a:ext uri="{FF2B5EF4-FFF2-40B4-BE49-F238E27FC236}">
                        <a16:creationId xmlns:a16="http://schemas.microsoft.com/office/drawing/2014/main" id="{F33CE2E8-C9C6-480B-9945-82FBC1A0BB82}"/>
                      </a:ext>
                    </a:extLst>
                  </p:cNvPr>
                  <p:cNvGrpSpPr/>
                  <p:nvPr/>
                </p:nvGrpSpPr>
                <p:grpSpPr>
                  <a:xfrm>
                    <a:off x="2580716" y="3617733"/>
                    <a:ext cx="35285" cy="27279"/>
                    <a:chOff x="2580716" y="3617733"/>
                    <a:chExt cx="35285" cy="27279"/>
                  </a:xfrm>
                  <a:solidFill>
                    <a:schemeClr val="accent1"/>
                  </a:solidFill>
                </p:grpSpPr>
                <p:sp>
                  <p:nvSpPr>
                    <p:cNvPr id="12980" name="Forme libre : forme 12979">
                      <a:extLst>
                        <a:ext uri="{FF2B5EF4-FFF2-40B4-BE49-F238E27FC236}">
                          <a16:creationId xmlns:a16="http://schemas.microsoft.com/office/drawing/2014/main" id="{8F15F65D-18C3-4C21-8EBA-11B3C101EB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0716" y="3617733"/>
                      <a:ext cx="35285" cy="27279"/>
                    </a:xfrm>
                    <a:custGeom>
                      <a:avLst/>
                      <a:gdLst>
                        <a:gd name="connsiteX0" fmla="*/ 3014 w 35285"/>
                        <a:gd name="connsiteY0" fmla="*/ 22468 h 27279"/>
                        <a:gd name="connsiteX1" fmla="*/ 7776 w 35285"/>
                        <a:gd name="connsiteY1" fmla="*/ 2942 h 27279"/>
                        <a:gd name="connsiteX2" fmla="*/ 32351 w 35285"/>
                        <a:gd name="connsiteY2" fmla="*/ 4942 h 27279"/>
                        <a:gd name="connsiteX3" fmla="*/ 27493 w 35285"/>
                        <a:gd name="connsiteY3" fmla="*/ 23897 h 27279"/>
                        <a:gd name="connsiteX4" fmla="*/ 3014 w 35285"/>
                        <a:gd name="connsiteY4" fmla="*/ 22468 h 272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85" h="27279">
                          <a:moveTo>
                            <a:pt x="3014" y="22468"/>
                          </a:moveTo>
                          <a:cubicBezTo>
                            <a:pt x="-2416" y="16562"/>
                            <a:pt x="-320" y="7609"/>
                            <a:pt x="7776" y="2942"/>
                          </a:cubicBezTo>
                          <a:cubicBezTo>
                            <a:pt x="15872" y="-1726"/>
                            <a:pt x="26922" y="-678"/>
                            <a:pt x="32351" y="4942"/>
                          </a:cubicBezTo>
                          <a:cubicBezTo>
                            <a:pt x="37780" y="10562"/>
                            <a:pt x="35399" y="18944"/>
                            <a:pt x="27493" y="23897"/>
                          </a:cubicBezTo>
                          <a:cubicBezTo>
                            <a:pt x="19778" y="28754"/>
                            <a:pt x="8348" y="28469"/>
                            <a:pt x="3014" y="2246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81" name="Forme libre : forme 12980">
                      <a:extLst>
                        <a:ext uri="{FF2B5EF4-FFF2-40B4-BE49-F238E27FC236}">
                          <a16:creationId xmlns:a16="http://schemas.microsoft.com/office/drawing/2014/main" id="{831D52D4-D529-4FEE-909B-D3905EF39B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0716" y="3617733"/>
                      <a:ext cx="35208" cy="26373"/>
                    </a:xfrm>
                    <a:custGeom>
                      <a:avLst/>
                      <a:gdLst>
                        <a:gd name="connsiteX0" fmla="*/ 17301 w 35208"/>
                        <a:gd name="connsiteY0" fmla="*/ 13419 h 26373"/>
                        <a:gd name="connsiteX1" fmla="*/ 35208 w 35208"/>
                        <a:gd name="connsiteY1" fmla="*/ 11133 h 26373"/>
                        <a:gd name="connsiteX2" fmla="*/ 32351 w 35208"/>
                        <a:gd name="connsiteY2" fmla="*/ 4942 h 26373"/>
                        <a:gd name="connsiteX3" fmla="*/ 7776 w 35208"/>
                        <a:gd name="connsiteY3" fmla="*/ 2942 h 26373"/>
                        <a:gd name="connsiteX4" fmla="*/ 3014 w 35208"/>
                        <a:gd name="connsiteY4" fmla="*/ 22468 h 26373"/>
                        <a:gd name="connsiteX5" fmla="*/ 9681 w 35208"/>
                        <a:gd name="connsiteY5" fmla="*/ 26373 h 26373"/>
                        <a:gd name="connsiteX6" fmla="*/ 17301 w 35208"/>
                        <a:gd name="connsiteY6" fmla="*/ 13419 h 26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08" h="26373">
                          <a:moveTo>
                            <a:pt x="17301" y="13419"/>
                          </a:moveTo>
                          <a:cubicBezTo>
                            <a:pt x="22826" y="10086"/>
                            <a:pt x="29684" y="9514"/>
                            <a:pt x="35208" y="11133"/>
                          </a:cubicBezTo>
                          <a:cubicBezTo>
                            <a:pt x="35018" y="8943"/>
                            <a:pt x="34161" y="6752"/>
                            <a:pt x="32351" y="4942"/>
                          </a:cubicBezTo>
                          <a:cubicBezTo>
                            <a:pt x="26922" y="-678"/>
                            <a:pt x="15872" y="-1726"/>
                            <a:pt x="7776" y="2942"/>
                          </a:cubicBezTo>
                          <a:cubicBezTo>
                            <a:pt x="-320" y="7609"/>
                            <a:pt x="-2416" y="16562"/>
                            <a:pt x="3014" y="22468"/>
                          </a:cubicBezTo>
                          <a:cubicBezTo>
                            <a:pt x="4728" y="24373"/>
                            <a:pt x="7014" y="25611"/>
                            <a:pt x="9681" y="26373"/>
                          </a:cubicBezTo>
                          <a:cubicBezTo>
                            <a:pt x="9205" y="21706"/>
                            <a:pt x="11872" y="16658"/>
                            <a:pt x="17301" y="1341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82" name="Forme libre : forme 12981">
                      <a:extLst>
                        <a:ext uri="{FF2B5EF4-FFF2-40B4-BE49-F238E27FC236}">
                          <a16:creationId xmlns:a16="http://schemas.microsoft.com/office/drawing/2014/main" id="{42A1638C-8883-49F5-A373-C2213E7FC0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6130" y="3630519"/>
                      <a:ext cx="16423" cy="11799"/>
                    </a:xfrm>
                    <a:custGeom>
                      <a:avLst/>
                      <a:gdLst>
                        <a:gd name="connsiteX0" fmla="*/ 4553 w 16423"/>
                        <a:gd name="connsiteY0" fmla="*/ 11205 h 11799"/>
                        <a:gd name="connsiteX1" fmla="*/ 838 w 16423"/>
                        <a:gd name="connsiteY1" fmla="*/ 3204 h 11799"/>
                        <a:gd name="connsiteX2" fmla="*/ 11887 w 16423"/>
                        <a:gd name="connsiteY2" fmla="*/ 633 h 11799"/>
                        <a:gd name="connsiteX3" fmla="*/ 15507 w 16423"/>
                        <a:gd name="connsiteY3" fmla="*/ 8443 h 11799"/>
                        <a:gd name="connsiteX4" fmla="*/ 4553 w 16423"/>
                        <a:gd name="connsiteY4" fmla="*/ 11205 h 11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423" h="11799">
                          <a:moveTo>
                            <a:pt x="4553" y="11205"/>
                          </a:moveTo>
                          <a:cubicBezTo>
                            <a:pt x="552" y="9777"/>
                            <a:pt x="-1162" y="6157"/>
                            <a:pt x="838" y="3204"/>
                          </a:cubicBezTo>
                          <a:cubicBezTo>
                            <a:pt x="2838" y="252"/>
                            <a:pt x="7791" y="-796"/>
                            <a:pt x="11887" y="633"/>
                          </a:cubicBezTo>
                          <a:cubicBezTo>
                            <a:pt x="15983" y="2061"/>
                            <a:pt x="17602" y="5586"/>
                            <a:pt x="15507" y="8443"/>
                          </a:cubicBezTo>
                          <a:cubicBezTo>
                            <a:pt x="13506" y="11396"/>
                            <a:pt x="8649" y="12634"/>
                            <a:pt x="4553" y="1120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83" name="Forme libre : forme 12982">
                      <a:extLst>
                        <a:ext uri="{FF2B5EF4-FFF2-40B4-BE49-F238E27FC236}">
                          <a16:creationId xmlns:a16="http://schemas.microsoft.com/office/drawing/2014/main" id="{854BF361-47EF-47C5-ABB1-33AAD20D29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8482" y="3634359"/>
                      <a:ext cx="5707" cy="4444"/>
                    </a:xfrm>
                    <a:custGeom>
                      <a:avLst/>
                      <a:gdLst>
                        <a:gd name="connsiteX0" fmla="*/ 487 w 5707"/>
                        <a:gd name="connsiteY0" fmla="*/ 3651 h 4444"/>
                        <a:gd name="connsiteX1" fmla="*/ 1249 w 5707"/>
                        <a:gd name="connsiteY1" fmla="*/ 508 h 4444"/>
                        <a:gd name="connsiteX2" fmla="*/ 5250 w 5707"/>
                        <a:gd name="connsiteY2" fmla="*/ 794 h 4444"/>
                        <a:gd name="connsiteX3" fmla="*/ 4393 w 5707"/>
                        <a:gd name="connsiteY3" fmla="*/ 3937 h 4444"/>
                        <a:gd name="connsiteX4" fmla="*/ 487 w 5707"/>
                        <a:gd name="connsiteY4" fmla="*/ 3651 h 44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07" h="4444">
                          <a:moveTo>
                            <a:pt x="487" y="3651"/>
                          </a:moveTo>
                          <a:cubicBezTo>
                            <a:pt x="-370" y="2699"/>
                            <a:pt x="-84" y="1270"/>
                            <a:pt x="1249" y="508"/>
                          </a:cubicBezTo>
                          <a:cubicBezTo>
                            <a:pt x="2583" y="-254"/>
                            <a:pt x="4393" y="-159"/>
                            <a:pt x="5250" y="794"/>
                          </a:cubicBezTo>
                          <a:cubicBezTo>
                            <a:pt x="6107" y="1746"/>
                            <a:pt x="5726" y="3175"/>
                            <a:pt x="4393" y="3937"/>
                          </a:cubicBezTo>
                          <a:cubicBezTo>
                            <a:pt x="3059" y="4699"/>
                            <a:pt x="1440" y="4604"/>
                            <a:pt x="487" y="365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984" name="Graphique 5">
                  <a:extLst>
                    <a:ext uri="{FF2B5EF4-FFF2-40B4-BE49-F238E27FC236}">
                      <a16:creationId xmlns:a16="http://schemas.microsoft.com/office/drawing/2014/main" id="{ABB53CF9-BE58-43CD-9E05-ECD2F3F8187A}"/>
                    </a:ext>
                  </a:extLst>
                </p:cNvPr>
                <p:cNvGrpSpPr/>
                <p:nvPr/>
              </p:nvGrpSpPr>
              <p:grpSpPr>
                <a:xfrm>
                  <a:off x="2505586" y="3537155"/>
                  <a:ext cx="70441" cy="78019"/>
                  <a:chOff x="2505586" y="3537155"/>
                  <a:chExt cx="70441" cy="78019"/>
                </a:xfrm>
                <a:solidFill>
                  <a:schemeClr val="accent1"/>
                </a:solidFill>
              </p:grpSpPr>
              <p:grpSp>
                <p:nvGrpSpPr>
                  <p:cNvPr id="12985" name="Graphique 5">
                    <a:extLst>
                      <a:ext uri="{FF2B5EF4-FFF2-40B4-BE49-F238E27FC236}">
                        <a16:creationId xmlns:a16="http://schemas.microsoft.com/office/drawing/2014/main" id="{1AE9924F-5EB8-496A-BA71-93656F0C8CD3}"/>
                      </a:ext>
                    </a:extLst>
                  </p:cNvPr>
                  <p:cNvGrpSpPr/>
                  <p:nvPr/>
                </p:nvGrpSpPr>
                <p:grpSpPr>
                  <a:xfrm>
                    <a:off x="2540473" y="3586479"/>
                    <a:ext cx="35555" cy="28696"/>
                    <a:chOff x="2540473" y="3586479"/>
                    <a:chExt cx="35555" cy="28696"/>
                  </a:xfrm>
                  <a:solidFill>
                    <a:schemeClr val="accent1"/>
                  </a:solidFill>
                </p:grpSpPr>
                <p:sp>
                  <p:nvSpPr>
                    <p:cNvPr id="12986" name="Forme libre : forme 12985">
                      <a:extLst>
                        <a:ext uri="{FF2B5EF4-FFF2-40B4-BE49-F238E27FC236}">
                          <a16:creationId xmlns:a16="http://schemas.microsoft.com/office/drawing/2014/main" id="{0CC4BFCA-E018-4382-8FDA-BD053876B6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0473" y="3586480"/>
                      <a:ext cx="35555" cy="28695"/>
                    </a:xfrm>
                    <a:custGeom>
                      <a:avLst/>
                      <a:gdLst>
                        <a:gd name="connsiteX0" fmla="*/ 14 w 35555"/>
                        <a:gd name="connsiteY0" fmla="*/ 14573 h 28695"/>
                        <a:gd name="connsiteX1" fmla="*/ 18397 w 35555"/>
                        <a:gd name="connsiteY1" fmla="*/ 0 h 28695"/>
                        <a:gd name="connsiteX2" fmla="*/ 35542 w 35555"/>
                        <a:gd name="connsiteY2" fmla="*/ 13906 h 28695"/>
                        <a:gd name="connsiteX3" fmla="*/ 17159 w 35555"/>
                        <a:gd name="connsiteY3" fmla="*/ 28670 h 28695"/>
                        <a:gd name="connsiteX4" fmla="*/ 14 w 35555"/>
                        <a:gd name="connsiteY4" fmla="*/ 14573 h 286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55" h="28695">
                          <a:moveTo>
                            <a:pt x="14" y="14573"/>
                          </a:moveTo>
                          <a:cubicBezTo>
                            <a:pt x="299" y="6382"/>
                            <a:pt x="8491" y="0"/>
                            <a:pt x="18397" y="0"/>
                          </a:cubicBezTo>
                          <a:cubicBezTo>
                            <a:pt x="28208" y="95"/>
                            <a:pt x="35923" y="6191"/>
                            <a:pt x="35542" y="13906"/>
                          </a:cubicBezTo>
                          <a:cubicBezTo>
                            <a:pt x="35161" y="21526"/>
                            <a:pt x="26969" y="28289"/>
                            <a:pt x="17159" y="28670"/>
                          </a:cubicBezTo>
                          <a:cubicBezTo>
                            <a:pt x="7348" y="29146"/>
                            <a:pt x="-367" y="22765"/>
                            <a:pt x="14" y="1457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87" name="Forme libre : forme 12986">
                      <a:extLst>
                        <a:ext uri="{FF2B5EF4-FFF2-40B4-BE49-F238E27FC236}">
                          <a16:creationId xmlns:a16="http://schemas.microsoft.com/office/drawing/2014/main" id="{EFA4CE54-C2A3-48AF-90FA-C814FD6C4E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0478" y="3586479"/>
                      <a:ext cx="35549" cy="21622"/>
                    </a:xfrm>
                    <a:custGeom>
                      <a:avLst/>
                      <a:gdLst>
                        <a:gd name="connsiteX0" fmla="*/ 17629 w 35549"/>
                        <a:gd name="connsiteY0" fmla="*/ 14003 h 21622"/>
                        <a:gd name="connsiteX1" fmla="*/ 32774 w 35549"/>
                        <a:gd name="connsiteY1" fmla="*/ 20956 h 21622"/>
                        <a:gd name="connsiteX2" fmla="*/ 35536 w 35549"/>
                        <a:gd name="connsiteY2" fmla="*/ 13907 h 21622"/>
                        <a:gd name="connsiteX3" fmla="*/ 18391 w 35549"/>
                        <a:gd name="connsiteY3" fmla="*/ 1 h 21622"/>
                        <a:gd name="connsiteX4" fmla="*/ 8 w 35549"/>
                        <a:gd name="connsiteY4" fmla="*/ 14574 h 21622"/>
                        <a:gd name="connsiteX5" fmla="*/ 2008 w 35549"/>
                        <a:gd name="connsiteY5" fmla="*/ 21623 h 21622"/>
                        <a:gd name="connsiteX6" fmla="*/ 17629 w 35549"/>
                        <a:gd name="connsiteY6" fmla="*/ 14003 h 216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49" h="21622">
                          <a:moveTo>
                            <a:pt x="17629" y="14003"/>
                          </a:moveTo>
                          <a:cubicBezTo>
                            <a:pt x="24297" y="13907"/>
                            <a:pt x="29916" y="16765"/>
                            <a:pt x="32774" y="20956"/>
                          </a:cubicBezTo>
                          <a:cubicBezTo>
                            <a:pt x="34393" y="18860"/>
                            <a:pt x="35441" y="16479"/>
                            <a:pt x="35536" y="13907"/>
                          </a:cubicBezTo>
                          <a:cubicBezTo>
                            <a:pt x="35917" y="6287"/>
                            <a:pt x="28202" y="96"/>
                            <a:pt x="18391" y="1"/>
                          </a:cubicBezTo>
                          <a:cubicBezTo>
                            <a:pt x="8581" y="-94"/>
                            <a:pt x="389" y="6383"/>
                            <a:pt x="8" y="14574"/>
                          </a:cubicBezTo>
                          <a:cubicBezTo>
                            <a:pt x="-87" y="17146"/>
                            <a:pt x="675" y="19527"/>
                            <a:pt x="2008" y="21623"/>
                          </a:cubicBezTo>
                          <a:cubicBezTo>
                            <a:pt x="5247" y="17146"/>
                            <a:pt x="11057" y="14098"/>
                            <a:pt x="17629" y="1400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88" name="Forme libre : forme 12987">
                      <a:extLst>
                        <a:ext uri="{FF2B5EF4-FFF2-40B4-BE49-F238E27FC236}">
                          <a16:creationId xmlns:a16="http://schemas.microsoft.com/office/drawing/2014/main" id="{197D713D-70FD-43F2-921E-30F28B9D0C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3644" y="3596557"/>
                      <a:ext cx="15210" cy="13580"/>
                    </a:xfrm>
                    <a:custGeom>
                      <a:avLst/>
                      <a:gdLst>
                        <a:gd name="connsiteX0" fmla="*/ 843 w 15210"/>
                        <a:gd name="connsiteY0" fmla="*/ 9639 h 13580"/>
                        <a:gd name="connsiteX1" fmla="*/ 4081 w 15210"/>
                        <a:gd name="connsiteY1" fmla="*/ 591 h 13580"/>
                        <a:gd name="connsiteX2" fmla="*/ 14368 w 15210"/>
                        <a:gd name="connsiteY2" fmla="*/ 4020 h 13580"/>
                        <a:gd name="connsiteX3" fmla="*/ 11130 w 15210"/>
                        <a:gd name="connsiteY3" fmla="*/ 12973 h 13580"/>
                        <a:gd name="connsiteX4" fmla="*/ 843 w 15210"/>
                        <a:gd name="connsiteY4" fmla="*/ 9639 h 13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10" h="13580">
                          <a:moveTo>
                            <a:pt x="843" y="9639"/>
                          </a:moveTo>
                          <a:cubicBezTo>
                            <a:pt x="-1062" y="6210"/>
                            <a:pt x="366" y="2115"/>
                            <a:pt x="4081" y="591"/>
                          </a:cubicBezTo>
                          <a:cubicBezTo>
                            <a:pt x="7796" y="-933"/>
                            <a:pt x="12368" y="591"/>
                            <a:pt x="14368" y="4020"/>
                          </a:cubicBezTo>
                          <a:cubicBezTo>
                            <a:pt x="16273" y="7353"/>
                            <a:pt x="14844" y="11354"/>
                            <a:pt x="11130" y="12973"/>
                          </a:cubicBezTo>
                          <a:cubicBezTo>
                            <a:pt x="7415" y="14497"/>
                            <a:pt x="2843" y="13068"/>
                            <a:pt x="843" y="963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89" name="Forme libre : forme 12988">
                      <a:extLst>
                        <a:ext uri="{FF2B5EF4-FFF2-40B4-BE49-F238E27FC236}">
                          <a16:creationId xmlns:a16="http://schemas.microsoft.com/office/drawing/2014/main" id="{FC4A22C9-E0B0-44EA-A089-9A72E910D4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3531" y="3604672"/>
                      <a:ext cx="5910" cy="4768"/>
                    </a:xfrm>
                    <a:custGeom>
                      <a:avLst/>
                      <a:gdLst>
                        <a:gd name="connsiteX0" fmla="*/ 5 w 5910"/>
                        <a:gd name="connsiteY0" fmla="*/ 2477 h 4768"/>
                        <a:gd name="connsiteX1" fmla="*/ 3053 w 5910"/>
                        <a:gd name="connsiteY1" fmla="*/ 0 h 4768"/>
                        <a:gd name="connsiteX2" fmla="*/ 5910 w 5910"/>
                        <a:gd name="connsiteY2" fmla="*/ 2286 h 4768"/>
                        <a:gd name="connsiteX3" fmla="*/ 2862 w 5910"/>
                        <a:gd name="connsiteY3" fmla="*/ 4763 h 4768"/>
                        <a:gd name="connsiteX4" fmla="*/ 5 w 5910"/>
                        <a:gd name="connsiteY4" fmla="*/ 2477 h 4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0" h="4768">
                          <a:moveTo>
                            <a:pt x="5" y="2477"/>
                          </a:moveTo>
                          <a:cubicBezTo>
                            <a:pt x="100" y="1143"/>
                            <a:pt x="1434" y="95"/>
                            <a:pt x="3053" y="0"/>
                          </a:cubicBezTo>
                          <a:cubicBezTo>
                            <a:pt x="4672" y="0"/>
                            <a:pt x="5910" y="953"/>
                            <a:pt x="5910" y="2286"/>
                          </a:cubicBezTo>
                          <a:cubicBezTo>
                            <a:pt x="5910" y="3620"/>
                            <a:pt x="4482" y="4667"/>
                            <a:pt x="2862" y="4763"/>
                          </a:cubicBezTo>
                          <a:cubicBezTo>
                            <a:pt x="1243" y="4858"/>
                            <a:pt x="-91" y="3810"/>
                            <a:pt x="5" y="24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990" name="Graphique 5">
                    <a:extLst>
                      <a:ext uri="{FF2B5EF4-FFF2-40B4-BE49-F238E27FC236}">
                        <a16:creationId xmlns:a16="http://schemas.microsoft.com/office/drawing/2014/main" id="{BB3F1F90-B649-48D2-BA00-AB3D6BF6CB93}"/>
                      </a:ext>
                    </a:extLst>
                  </p:cNvPr>
                  <p:cNvGrpSpPr/>
                  <p:nvPr/>
                </p:nvGrpSpPr>
                <p:grpSpPr>
                  <a:xfrm>
                    <a:off x="2527764" y="3559975"/>
                    <a:ext cx="35636" cy="29077"/>
                    <a:chOff x="2527764" y="3559975"/>
                    <a:chExt cx="35636" cy="29077"/>
                  </a:xfrm>
                  <a:solidFill>
                    <a:schemeClr val="accent1"/>
                  </a:solidFill>
                </p:grpSpPr>
                <p:sp>
                  <p:nvSpPr>
                    <p:cNvPr id="12991" name="Forme libre : forme 12990">
                      <a:extLst>
                        <a:ext uri="{FF2B5EF4-FFF2-40B4-BE49-F238E27FC236}">
                          <a16:creationId xmlns:a16="http://schemas.microsoft.com/office/drawing/2014/main" id="{E4776CC4-7F94-4ABC-9863-A328615182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7764" y="3559975"/>
                      <a:ext cx="35541" cy="29077"/>
                    </a:xfrm>
                    <a:custGeom>
                      <a:avLst/>
                      <a:gdLst>
                        <a:gd name="connsiteX0" fmla="*/ 54 w 35541"/>
                        <a:gd name="connsiteY0" fmla="*/ 14028 h 29077"/>
                        <a:gd name="connsiteX1" fmla="*/ 19104 w 35541"/>
                        <a:gd name="connsiteY1" fmla="*/ 26 h 29077"/>
                        <a:gd name="connsiteX2" fmla="*/ 35487 w 35541"/>
                        <a:gd name="connsiteY2" fmla="*/ 14885 h 29077"/>
                        <a:gd name="connsiteX3" fmla="*/ 16627 w 35541"/>
                        <a:gd name="connsiteY3" fmla="*/ 29077 h 29077"/>
                        <a:gd name="connsiteX4" fmla="*/ 54 w 35541"/>
                        <a:gd name="connsiteY4" fmla="*/ 14028 h 29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41" h="29077">
                          <a:moveTo>
                            <a:pt x="54" y="14028"/>
                          </a:moveTo>
                          <a:cubicBezTo>
                            <a:pt x="720" y="5741"/>
                            <a:pt x="9293" y="-451"/>
                            <a:pt x="19104" y="26"/>
                          </a:cubicBezTo>
                          <a:cubicBezTo>
                            <a:pt x="28914" y="502"/>
                            <a:pt x="36249" y="7074"/>
                            <a:pt x="35487" y="14885"/>
                          </a:cubicBezTo>
                          <a:cubicBezTo>
                            <a:pt x="34629" y="22695"/>
                            <a:pt x="26438" y="29077"/>
                            <a:pt x="16627" y="29077"/>
                          </a:cubicBezTo>
                          <a:cubicBezTo>
                            <a:pt x="6721" y="29077"/>
                            <a:pt x="-708" y="22314"/>
                            <a:pt x="54" y="1402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92" name="Forme libre : forme 12991">
                      <a:extLst>
                        <a:ext uri="{FF2B5EF4-FFF2-40B4-BE49-F238E27FC236}">
                          <a16:creationId xmlns:a16="http://schemas.microsoft.com/office/drawing/2014/main" id="{A5A545ED-2B77-45E8-80F7-4ABC0F22F0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7881" y="3559975"/>
                      <a:ext cx="35519" cy="21933"/>
                    </a:xfrm>
                    <a:custGeom>
                      <a:avLst/>
                      <a:gdLst>
                        <a:gd name="connsiteX0" fmla="*/ 17558 w 35519"/>
                        <a:gd name="connsiteY0" fmla="*/ 14218 h 21933"/>
                        <a:gd name="connsiteX1" fmla="*/ 32322 w 35519"/>
                        <a:gd name="connsiteY1" fmla="*/ 21933 h 21933"/>
                        <a:gd name="connsiteX2" fmla="*/ 35465 w 35519"/>
                        <a:gd name="connsiteY2" fmla="*/ 14885 h 21933"/>
                        <a:gd name="connsiteX3" fmla="*/ 19082 w 35519"/>
                        <a:gd name="connsiteY3" fmla="*/ 26 h 21933"/>
                        <a:gd name="connsiteX4" fmla="*/ 32 w 35519"/>
                        <a:gd name="connsiteY4" fmla="*/ 14028 h 21933"/>
                        <a:gd name="connsiteX5" fmla="*/ 1652 w 35519"/>
                        <a:gd name="connsiteY5" fmla="*/ 21266 h 21933"/>
                        <a:gd name="connsiteX6" fmla="*/ 17558 w 35519"/>
                        <a:gd name="connsiteY6" fmla="*/ 14218 h 21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19" h="21933">
                          <a:moveTo>
                            <a:pt x="17558" y="14218"/>
                          </a:moveTo>
                          <a:cubicBezTo>
                            <a:pt x="24226" y="14408"/>
                            <a:pt x="29655" y="17552"/>
                            <a:pt x="32322" y="21933"/>
                          </a:cubicBezTo>
                          <a:cubicBezTo>
                            <a:pt x="34036" y="19838"/>
                            <a:pt x="35180" y="17456"/>
                            <a:pt x="35465" y="14885"/>
                          </a:cubicBezTo>
                          <a:cubicBezTo>
                            <a:pt x="36227" y="7074"/>
                            <a:pt x="28893" y="502"/>
                            <a:pt x="19082" y="26"/>
                          </a:cubicBezTo>
                          <a:cubicBezTo>
                            <a:pt x="9272" y="-451"/>
                            <a:pt x="794" y="5741"/>
                            <a:pt x="32" y="14028"/>
                          </a:cubicBezTo>
                          <a:cubicBezTo>
                            <a:pt x="-158" y="16599"/>
                            <a:pt x="509" y="19076"/>
                            <a:pt x="1652" y="21266"/>
                          </a:cubicBezTo>
                          <a:cubicBezTo>
                            <a:pt x="5081" y="16885"/>
                            <a:pt x="10986" y="14028"/>
                            <a:pt x="17558" y="1421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93" name="Forme libre : forme 12992">
                      <a:extLst>
                        <a:ext uri="{FF2B5EF4-FFF2-40B4-BE49-F238E27FC236}">
                          <a16:creationId xmlns:a16="http://schemas.microsoft.com/office/drawing/2014/main" id="{B061904E-D75F-49DA-B2C7-40DE0200E7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0903" y="3569836"/>
                      <a:ext cx="15164" cy="13826"/>
                    </a:xfrm>
                    <a:custGeom>
                      <a:avLst/>
                      <a:gdLst>
                        <a:gd name="connsiteX0" fmla="*/ 725 w 15164"/>
                        <a:gd name="connsiteY0" fmla="*/ 9500 h 13826"/>
                        <a:gd name="connsiteX1" fmla="*/ 4345 w 15164"/>
                        <a:gd name="connsiteY1" fmla="*/ 452 h 13826"/>
                        <a:gd name="connsiteX2" fmla="*/ 14441 w 15164"/>
                        <a:gd name="connsiteY2" fmla="*/ 4357 h 13826"/>
                        <a:gd name="connsiteX3" fmla="*/ 10726 w 15164"/>
                        <a:gd name="connsiteY3" fmla="*/ 13310 h 13826"/>
                        <a:gd name="connsiteX4" fmla="*/ 725 w 15164"/>
                        <a:gd name="connsiteY4" fmla="*/ 9500 h 13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64" h="13826">
                          <a:moveTo>
                            <a:pt x="725" y="9500"/>
                          </a:moveTo>
                          <a:cubicBezTo>
                            <a:pt x="-1085" y="5881"/>
                            <a:pt x="630" y="1880"/>
                            <a:pt x="4345" y="452"/>
                          </a:cubicBezTo>
                          <a:cubicBezTo>
                            <a:pt x="8155" y="-882"/>
                            <a:pt x="12631" y="833"/>
                            <a:pt x="14441" y="4357"/>
                          </a:cubicBezTo>
                          <a:cubicBezTo>
                            <a:pt x="16251" y="7881"/>
                            <a:pt x="14536" y="11786"/>
                            <a:pt x="10726" y="13310"/>
                          </a:cubicBezTo>
                          <a:cubicBezTo>
                            <a:pt x="7012" y="14739"/>
                            <a:pt x="2535" y="13120"/>
                            <a:pt x="725" y="950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94" name="Forme libre : forme 12993">
                      <a:extLst>
                        <a:ext uri="{FF2B5EF4-FFF2-40B4-BE49-F238E27FC236}">
                          <a16:creationId xmlns:a16="http://schemas.microsoft.com/office/drawing/2014/main" id="{14579E72-2703-4D7F-A112-F064505DC8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0576" y="3578384"/>
                      <a:ext cx="5835" cy="4857"/>
                    </a:xfrm>
                    <a:custGeom>
                      <a:avLst/>
                      <a:gdLst>
                        <a:gd name="connsiteX0" fmla="*/ 6 w 5835"/>
                        <a:gd name="connsiteY0" fmla="*/ 2381 h 4857"/>
                        <a:gd name="connsiteX1" fmla="*/ 3149 w 5835"/>
                        <a:gd name="connsiteY1" fmla="*/ 0 h 4857"/>
                        <a:gd name="connsiteX2" fmla="*/ 5816 w 5835"/>
                        <a:gd name="connsiteY2" fmla="*/ 2476 h 4857"/>
                        <a:gd name="connsiteX3" fmla="*/ 2673 w 5835"/>
                        <a:gd name="connsiteY3" fmla="*/ 4858 h 4857"/>
                        <a:gd name="connsiteX4" fmla="*/ 6 w 5835"/>
                        <a:gd name="connsiteY4" fmla="*/ 2381 h 4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5" h="4857">
                          <a:moveTo>
                            <a:pt x="6" y="2381"/>
                          </a:moveTo>
                          <a:cubicBezTo>
                            <a:pt x="101" y="1048"/>
                            <a:pt x="1530" y="0"/>
                            <a:pt x="3149" y="0"/>
                          </a:cubicBezTo>
                          <a:cubicBezTo>
                            <a:pt x="4768" y="0"/>
                            <a:pt x="6006" y="1143"/>
                            <a:pt x="5816" y="2476"/>
                          </a:cubicBezTo>
                          <a:cubicBezTo>
                            <a:pt x="5720" y="3810"/>
                            <a:pt x="4292" y="4858"/>
                            <a:pt x="2673" y="4858"/>
                          </a:cubicBezTo>
                          <a:cubicBezTo>
                            <a:pt x="1053" y="4858"/>
                            <a:pt x="-90" y="3715"/>
                            <a:pt x="6" y="238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995" name="Graphique 5">
                    <a:extLst>
                      <a:ext uri="{FF2B5EF4-FFF2-40B4-BE49-F238E27FC236}">
                        <a16:creationId xmlns:a16="http://schemas.microsoft.com/office/drawing/2014/main" id="{2962CCCA-9CA7-49A4-97F9-8695B49951C4}"/>
                      </a:ext>
                    </a:extLst>
                  </p:cNvPr>
                  <p:cNvGrpSpPr/>
                  <p:nvPr/>
                </p:nvGrpSpPr>
                <p:grpSpPr>
                  <a:xfrm>
                    <a:off x="2505586" y="3537155"/>
                    <a:ext cx="35750" cy="29815"/>
                    <a:chOff x="2505586" y="3537155"/>
                    <a:chExt cx="35750" cy="29815"/>
                  </a:xfrm>
                  <a:solidFill>
                    <a:schemeClr val="accent1"/>
                  </a:solidFill>
                </p:grpSpPr>
                <p:sp>
                  <p:nvSpPr>
                    <p:cNvPr id="12996" name="Forme libre : forme 12995">
                      <a:extLst>
                        <a:ext uri="{FF2B5EF4-FFF2-40B4-BE49-F238E27FC236}">
                          <a16:creationId xmlns:a16="http://schemas.microsoft.com/office/drawing/2014/main" id="{78625918-D94C-4CE8-89EE-8153502F6B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5735" y="3537155"/>
                      <a:ext cx="35601" cy="29815"/>
                    </a:xfrm>
                    <a:custGeom>
                      <a:avLst/>
                      <a:gdLst>
                        <a:gd name="connsiteX0" fmla="*/ 81 w 35601"/>
                        <a:gd name="connsiteY0" fmla="*/ 13796 h 29815"/>
                        <a:gd name="connsiteX1" fmla="*/ 19797 w 35601"/>
                        <a:gd name="connsiteY1" fmla="*/ 80 h 29815"/>
                        <a:gd name="connsiteX2" fmla="*/ 35514 w 35601"/>
                        <a:gd name="connsiteY2" fmla="*/ 15987 h 29815"/>
                        <a:gd name="connsiteX3" fmla="*/ 16464 w 35601"/>
                        <a:gd name="connsiteY3" fmla="*/ 29798 h 29815"/>
                        <a:gd name="connsiteX4" fmla="*/ 81 w 35601"/>
                        <a:gd name="connsiteY4" fmla="*/ 13796 h 29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01" h="29815">
                          <a:moveTo>
                            <a:pt x="81" y="13796"/>
                          </a:moveTo>
                          <a:cubicBezTo>
                            <a:pt x="1224" y="5319"/>
                            <a:pt x="10082" y="-777"/>
                            <a:pt x="19797" y="80"/>
                          </a:cubicBezTo>
                          <a:cubicBezTo>
                            <a:pt x="29608" y="938"/>
                            <a:pt x="36466" y="8081"/>
                            <a:pt x="35514" y="15987"/>
                          </a:cubicBezTo>
                          <a:cubicBezTo>
                            <a:pt x="34847" y="23988"/>
                            <a:pt x="26274" y="30179"/>
                            <a:pt x="16464" y="29798"/>
                          </a:cubicBezTo>
                          <a:cubicBezTo>
                            <a:pt x="6748" y="29513"/>
                            <a:pt x="-872" y="22274"/>
                            <a:pt x="81" y="1379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97" name="Forme libre : forme 12996">
                      <a:extLst>
                        <a:ext uri="{FF2B5EF4-FFF2-40B4-BE49-F238E27FC236}">
                          <a16:creationId xmlns:a16="http://schemas.microsoft.com/office/drawing/2014/main" id="{471F0048-0FA3-4F79-A1EC-71DCC5FA08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5586" y="3537250"/>
                      <a:ext cx="35654" cy="23035"/>
                    </a:xfrm>
                    <a:custGeom>
                      <a:avLst/>
                      <a:gdLst>
                        <a:gd name="connsiteX0" fmla="*/ 17755 w 35654"/>
                        <a:gd name="connsiteY0" fmla="*/ 14558 h 23035"/>
                        <a:gd name="connsiteX1" fmla="*/ 32519 w 35654"/>
                        <a:gd name="connsiteY1" fmla="*/ 23036 h 23035"/>
                        <a:gd name="connsiteX2" fmla="*/ 35567 w 35654"/>
                        <a:gd name="connsiteY2" fmla="*/ 15987 h 23035"/>
                        <a:gd name="connsiteX3" fmla="*/ 19850 w 35654"/>
                        <a:gd name="connsiteY3" fmla="*/ 80 h 23035"/>
                        <a:gd name="connsiteX4" fmla="*/ 134 w 35654"/>
                        <a:gd name="connsiteY4" fmla="*/ 13796 h 23035"/>
                        <a:gd name="connsiteX5" fmla="*/ 1753 w 35654"/>
                        <a:gd name="connsiteY5" fmla="*/ 21321 h 23035"/>
                        <a:gd name="connsiteX6" fmla="*/ 17755 w 35654"/>
                        <a:gd name="connsiteY6" fmla="*/ 14558 h 23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54" h="23035">
                          <a:moveTo>
                            <a:pt x="17755" y="14558"/>
                          </a:moveTo>
                          <a:cubicBezTo>
                            <a:pt x="24327" y="15035"/>
                            <a:pt x="29947" y="18464"/>
                            <a:pt x="32519" y="23036"/>
                          </a:cubicBezTo>
                          <a:cubicBezTo>
                            <a:pt x="34233" y="20940"/>
                            <a:pt x="35376" y="18559"/>
                            <a:pt x="35567" y="15987"/>
                          </a:cubicBezTo>
                          <a:cubicBezTo>
                            <a:pt x="36519" y="7986"/>
                            <a:pt x="29661" y="938"/>
                            <a:pt x="19850" y="80"/>
                          </a:cubicBezTo>
                          <a:cubicBezTo>
                            <a:pt x="10040" y="-777"/>
                            <a:pt x="1277" y="5319"/>
                            <a:pt x="134" y="13796"/>
                          </a:cubicBezTo>
                          <a:cubicBezTo>
                            <a:pt x="-343" y="16463"/>
                            <a:pt x="515" y="19035"/>
                            <a:pt x="1753" y="21321"/>
                          </a:cubicBezTo>
                          <a:cubicBezTo>
                            <a:pt x="5182" y="16749"/>
                            <a:pt x="11183" y="14082"/>
                            <a:pt x="17755" y="1455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98" name="Forme libre : forme 12997">
                      <a:extLst>
                        <a:ext uri="{FF2B5EF4-FFF2-40B4-BE49-F238E27FC236}">
                          <a16:creationId xmlns:a16="http://schemas.microsoft.com/office/drawing/2014/main" id="{36165501-74F5-4E80-B9D0-91ACDC365B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8799" y="3547060"/>
                      <a:ext cx="15146" cy="14222"/>
                    </a:xfrm>
                    <a:custGeom>
                      <a:avLst/>
                      <a:gdLst>
                        <a:gd name="connsiteX0" fmla="*/ 731 w 15146"/>
                        <a:gd name="connsiteY0" fmla="*/ 9511 h 14222"/>
                        <a:gd name="connsiteX1" fmla="*/ 4636 w 15146"/>
                        <a:gd name="connsiteY1" fmla="*/ 367 h 14222"/>
                        <a:gd name="connsiteX2" fmla="*/ 14447 w 15146"/>
                        <a:gd name="connsiteY2" fmla="*/ 4749 h 14222"/>
                        <a:gd name="connsiteX3" fmla="*/ 10827 w 15146"/>
                        <a:gd name="connsiteY3" fmla="*/ 13797 h 14222"/>
                        <a:gd name="connsiteX4" fmla="*/ 731 w 15146"/>
                        <a:gd name="connsiteY4" fmla="*/ 9511 h 14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46" h="14222">
                          <a:moveTo>
                            <a:pt x="731" y="9511"/>
                          </a:moveTo>
                          <a:cubicBezTo>
                            <a:pt x="-1174" y="5797"/>
                            <a:pt x="826" y="1605"/>
                            <a:pt x="4636" y="367"/>
                          </a:cubicBezTo>
                          <a:cubicBezTo>
                            <a:pt x="8446" y="-871"/>
                            <a:pt x="12923" y="1129"/>
                            <a:pt x="14447" y="4749"/>
                          </a:cubicBezTo>
                          <a:cubicBezTo>
                            <a:pt x="16161" y="8463"/>
                            <a:pt x="14637" y="12464"/>
                            <a:pt x="10827" y="13797"/>
                          </a:cubicBezTo>
                          <a:cubicBezTo>
                            <a:pt x="7017" y="15131"/>
                            <a:pt x="2541" y="13226"/>
                            <a:pt x="731" y="951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99" name="Forme libre : forme 12998">
                      <a:extLst>
                        <a:ext uri="{FF2B5EF4-FFF2-40B4-BE49-F238E27FC236}">
                          <a16:creationId xmlns:a16="http://schemas.microsoft.com/office/drawing/2014/main" id="{06FD33A0-9FA7-4598-9DC1-5436AB71D9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18478" y="3556089"/>
                      <a:ext cx="5915" cy="4869"/>
                    </a:xfrm>
                    <a:custGeom>
                      <a:avLst/>
                      <a:gdLst>
                        <a:gd name="connsiteX0" fmla="*/ 5 w 5915"/>
                        <a:gd name="connsiteY0" fmla="*/ 2292 h 4869"/>
                        <a:gd name="connsiteX1" fmla="*/ 3148 w 5915"/>
                        <a:gd name="connsiteY1" fmla="*/ 6 h 4869"/>
                        <a:gd name="connsiteX2" fmla="*/ 5911 w 5915"/>
                        <a:gd name="connsiteY2" fmla="*/ 2578 h 4869"/>
                        <a:gd name="connsiteX3" fmla="*/ 2767 w 5915"/>
                        <a:gd name="connsiteY3" fmla="*/ 4864 h 4869"/>
                        <a:gd name="connsiteX4" fmla="*/ 5 w 5915"/>
                        <a:gd name="connsiteY4" fmla="*/ 2292 h 4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5" h="4869">
                          <a:moveTo>
                            <a:pt x="5" y="2292"/>
                          </a:moveTo>
                          <a:cubicBezTo>
                            <a:pt x="100" y="959"/>
                            <a:pt x="1529" y="-89"/>
                            <a:pt x="3148" y="6"/>
                          </a:cubicBezTo>
                          <a:cubicBezTo>
                            <a:pt x="4768" y="101"/>
                            <a:pt x="6006" y="1244"/>
                            <a:pt x="5911" y="2578"/>
                          </a:cubicBezTo>
                          <a:cubicBezTo>
                            <a:pt x="5815" y="3911"/>
                            <a:pt x="4387" y="4959"/>
                            <a:pt x="2767" y="4864"/>
                          </a:cubicBezTo>
                          <a:cubicBezTo>
                            <a:pt x="1148" y="4769"/>
                            <a:pt x="-90" y="3626"/>
                            <a:pt x="5" y="22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000" name="Graphique 5">
                  <a:extLst>
                    <a:ext uri="{FF2B5EF4-FFF2-40B4-BE49-F238E27FC236}">
                      <a16:creationId xmlns:a16="http://schemas.microsoft.com/office/drawing/2014/main" id="{B0A33567-8BA3-4355-9AF8-B99449200145}"/>
                    </a:ext>
                  </a:extLst>
                </p:cNvPr>
                <p:cNvGrpSpPr/>
                <p:nvPr/>
              </p:nvGrpSpPr>
              <p:grpSpPr>
                <a:xfrm>
                  <a:off x="2385785" y="3532682"/>
                  <a:ext cx="87999" cy="77505"/>
                  <a:chOff x="2385785" y="3532682"/>
                  <a:chExt cx="87999" cy="77505"/>
                </a:xfrm>
                <a:solidFill>
                  <a:schemeClr val="accent1"/>
                </a:solidFill>
              </p:grpSpPr>
              <p:grpSp>
                <p:nvGrpSpPr>
                  <p:cNvPr id="13001" name="Graphique 5">
                    <a:extLst>
                      <a:ext uri="{FF2B5EF4-FFF2-40B4-BE49-F238E27FC236}">
                        <a16:creationId xmlns:a16="http://schemas.microsoft.com/office/drawing/2014/main" id="{90308416-B356-4277-84C1-9A5252FFAAA3}"/>
                      </a:ext>
                    </a:extLst>
                  </p:cNvPr>
                  <p:cNvGrpSpPr/>
                  <p:nvPr/>
                </p:nvGrpSpPr>
                <p:grpSpPr>
                  <a:xfrm>
                    <a:off x="2438256" y="3577123"/>
                    <a:ext cx="35528" cy="33064"/>
                    <a:chOff x="2438256" y="3577123"/>
                    <a:chExt cx="35528" cy="33064"/>
                  </a:xfrm>
                  <a:solidFill>
                    <a:schemeClr val="accent1"/>
                  </a:solidFill>
                </p:grpSpPr>
                <p:sp>
                  <p:nvSpPr>
                    <p:cNvPr id="13002" name="Forme libre : forme 13001">
                      <a:extLst>
                        <a:ext uri="{FF2B5EF4-FFF2-40B4-BE49-F238E27FC236}">
                          <a16:creationId xmlns:a16="http://schemas.microsoft.com/office/drawing/2014/main" id="{039BE1A8-FD7C-4E0F-91F1-584F7F3123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8256" y="3577218"/>
                      <a:ext cx="35528" cy="32969"/>
                    </a:xfrm>
                    <a:custGeom>
                      <a:avLst/>
                      <a:gdLst>
                        <a:gd name="connsiteX0" fmla="*/ 789 w 35528"/>
                        <a:gd name="connsiteY0" fmla="*/ 21644 h 32969"/>
                        <a:gd name="connsiteX1" fmla="*/ 12886 w 35528"/>
                        <a:gd name="connsiteY1" fmla="*/ 689 h 32969"/>
                        <a:gd name="connsiteX2" fmla="*/ 34793 w 35528"/>
                        <a:gd name="connsiteY2" fmla="*/ 11452 h 32969"/>
                        <a:gd name="connsiteX3" fmla="*/ 23363 w 35528"/>
                        <a:gd name="connsiteY3" fmla="*/ 32026 h 32969"/>
                        <a:gd name="connsiteX4" fmla="*/ 789 w 35528"/>
                        <a:gd name="connsiteY4" fmla="*/ 21644 h 32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28" h="32969">
                          <a:moveTo>
                            <a:pt x="789" y="21644"/>
                          </a:moveTo>
                          <a:cubicBezTo>
                            <a:pt x="-2164" y="12786"/>
                            <a:pt x="3456" y="3261"/>
                            <a:pt x="12886" y="689"/>
                          </a:cubicBezTo>
                          <a:cubicBezTo>
                            <a:pt x="22315" y="-1883"/>
                            <a:pt x="32222" y="2975"/>
                            <a:pt x="34793" y="11452"/>
                          </a:cubicBezTo>
                          <a:cubicBezTo>
                            <a:pt x="37460" y="19929"/>
                            <a:pt x="32698" y="28978"/>
                            <a:pt x="23363" y="32026"/>
                          </a:cubicBezTo>
                          <a:cubicBezTo>
                            <a:pt x="14029" y="35074"/>
                            <a:pt x="3932" y="30502"/>
                            <a:pt x="789" y="2164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03" name="Forme libre : forme 13002">
                      <a:extLst>
                        <a:ext uri="{FF2B5EF4-FFF2-40B4-BE49-F238E27FC236}">
                          <a16:creationId xmlns:a16="http://schemas.microsoft.com/office/drawing/2014/main" id="{70DD722F-BDED-416B-A987-9EEFDC960D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8256" y="3577123"/>
                      <a:ext cx="35477" cy="28597"/>
                    </a:xfrm>
                    <a:custGeom>
                      <a:avLst/>
                      <a:gdLst>
                        <a:gd name="connsiteX0" fmla="*/ 17458 w 35477"/>
                        <a:gd name="connsiteY0" fmla="*/ 16215 h 28597"/>
                        <a:gd name="connsiteX1" fmla="*/ 35079 w 35477"/>
                        <a:gd name="connsiteY1" fmla="*/ 19739 h 28597"/>
                        <a:gd name="connsiteX2" fmla="*/ 34793 w 35477"/>
                        <a:gd name="connsiteY2" fmla="*/ 11452 h 28597"/>
                        <a:gd name="connsiteX3" fmla="*/ 12886 w 35477"/>
                        <a:gd name="connsiteY3" fmla="*/ 689 h 28597"/>
                        <a:gd name="connsiteX4" fmla="*/ 789 w 35477"/>
                        <a:gd name="connsiteY4" fmla="*/ 21644 h 28597"/>
                        <a:gd name="connsiteX5" fmla="*/ 5742 w 35477"/>
                        <a:gd name="connsiteY5" fmla="*/ 28597 h 28597"/>
                        <a:gd name="connsiteX6" fmla="*/ 17458 w 35477"/>
                        <a:gd name="connsiteY6" fmla="*/ 16215 h 285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77" h="28597">
                          <a:moveTo>
                            <a:pt x="17458" y="16215"/>
                          </a:moveTo>
                          <a:cubicBezTo>
                            <a:pt x="23840" y="14310"/>
                            <a:pt x="30412" y="15929"/>
                            <a:pt x="35079" y="19739"/>
                          </a:cubicBezTo>
                          <a:cubicBezTo>
                            <a:pt x="35651" y="17072"/>
                            <a:pt x="35651" y="14310"/>
                            <a:pt x="34793" y="11452"/>
                          </a:cubicBezTo>
                          <a:cubicBezTo>
                            <a:pt x="32126" y="2975"/>
                            <a:pt x="22315" y="-1883"/>
                            <a:pt x="12886" y="689"/>
                          </a:cubicBezTo>
                          <a:cubicBezTo>
                            <a:pt x="3456" y="3261"/>
                            <a:pt x="-2164" y="12786"/>
                            <a:pt x="789" y="21644"/>
                          </a:cubicBezTo>
                          <a:cubicBezTo>
                            <a:pt x="1837" y="24406"/>
                            <a:pt x="3551" y="26787"/>
                            <a:pt x="5742" y="28597"/>
                          </a:cubicBezTo>
                          <a:cubicBezTo>
                            <a:pt x="6885" y="22977"/>
                            <a:pt x="11076" y="18120"/>
                            <a:pt x="17458" y="1621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04" name="Forme libre : forme 13003">
                      <a:extLst>
                        <a:ext uri="{FF2B5EF4-FFF2-40B4-BE49-F238E27FC236}">
                          <a16:creationId xmlns:a16="http://schemas.microsoft.com/office/drawing/2014/main" id="{2A30D8AE-FBDF-406A-8CFD-37455737BC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2360" y="3590840"/>
                      <a:ext cx="16040" cy="14901"/>
                    </a:xfrm>
                    <a:custGeom>
                      <a:avLst/>
                      <a:gdLst>
                        <a:gd name="connsiteX0" fmla="*/ 2781 w 16040"/>
                        <a:gd name="connsiteY0" fmla="*/ 12308 h 14901"/>
                        <a:gd name="connsiteX1" fmla="*/ 2114 w 16040"/>
                        <a:gd name="connsiteY1" fmla="*/ 1735 h 14901"/>
                        <a:gd name="connsiteX2" fmla="*/ 13354 w 16040"/>
                        <a:gd name="connsiteY2" fmla="*/ 2688 h 14901"/>
                        <a:gd name="connsiteX3" fmla="*/ 14116 w 16040"/>
                        <a:gd name="connsiteY3" fmla="*/ 13166 h 14901"/>
                        <a:gd name="connsiteX4" fmla="*/ 2781 w 16040"/>
                        <a:gd name="connsiteY4" fmla="*/ 12308 h 14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40" h="14901">
                          <a:moveTo>
                            <a:pt x="2781" y="12308"/>
                          </a:moveTo>
                          <a:cubicBezTo>
                            <a:pt x="-553" y="9165"/>
                            <a:pt x="-1029" y="4402"/>
                            <a:pt x="2114" y="1735"/>
                          </a:cubicBezTo>
                          <a:cubicBezTo>
                            <a:pt x="5162" y="-932"/>
                            <a:pt x="10211" y="-455"/>
                            <a:pt x="13354" y="2688"/>
                          </a:cubicBezTo>
                          <a:cubicBezTo>
                            <a:pt x="16592" y="5831"/>
                            <a:pt x="16973" y="10403"/>
                            <a:pt x="14116" y="13166"/>
                          </a:cubicBezTo>
                          <a:cubicBezTo>
                            <a:pt x="11163" y="15737"/>
                            <a:pt x="6115" y="15451"/>
                            <a:pt x="2781" y="1230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05" name="Forme libre : forme 13004">
                      <a:extLst>
                        <a:ext uri="{FF2B5EF4-FFF2-40B4-BE49-F238E27FC236}">
                          <a16:creationId xmlns:a16="http://schemas.microsoft.com/office/drawing/2014/main" id="{1E341606-F83B-441F-A6A9-96442667F6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4049" y="3598244"/>
                      <a:ext cx="5806" cy="5383"/>
                    </a:xfrm>
                    <a:custGeom>
                      <a:avLst/>
                      <a:gdLst>
                        <a:gd name="connsiteX0" fmla="*/ 141 w 5806"/>
                        <a:gd name="connsiteY0" fmla="*/ 3571 h 5383"/>
                        <a:gd name="connsiteX1" fmla="*/ 1951 w 5806"/>
                        <a:gd name="connsiteY1" fmla="*/ 142 h 5383"/>
                        <a:gd name="connsiteX2" fmla="*/ 5665 w 5806"/>
                        <a:gd name="connsiteY2" fmla="*/ 1856 h 5383"/>
                        <a:gd name="connsiteX3" fmla="*/ 3856 w 5806"/>
                        <a:gd name="connsiteY3" fmla="*/ 5285 h 5383"/>
                        <a:gd name="connsiteX4" fmla="*/ 141 w 5806"/>
                        <a:gd name="connsiteY4" fmla="*/ 3571 h 5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6" h="5383">
                          <a:moveTo>
                            <a:pt x="141" y="3571"/>
                          </a:moveTo>
                          <a:cubicBezTo>
                            <a:pt x="-335" y="2142"/>
                            <a:pt x="427" y="618"/>
                            <a:pt x="1951" y="142"/>
                          </a:cubicBezTo>
                          <a:cubicBezTo>
                            <a:pt x="3475" y="-335"/>
                            <a:pt x="5189" y="428"/>
                            <a:pt x="5665" y="1856"/>
                          </a:cubicBezTo>
                          <a:cubicBezTo>
                            <a:pt x="6142" y="3285"/>
                            <a:pt x="5380" y="4809"/>
                            <a:pt x="3856" y="5285"/>
                          </a:cubicBezTo>
                          <a:cubicBezTo>
                            <a:pt x="2332" y="5666"/>
                            <a:pt x="712" y="4904"/>
                            <a:pt x="141" y="357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006" name="Graphique 5">
                    <a:extLst>
                      <a:ext uri="{FF2B5EF4-FFF2-40B4-BE49-F238E27FC236}">
                        <a16:creationId xmlns:a16="http://schemas.microsoft.com/office/drawing/2014/main" id="{BE670C78-52D9-479B-9084-F5A64F125688}"/>
                      </a:ext>
                    </a:extLst>
                  </p:cNvPr>
                  <p:cNvGrpSpPr/>
                  <p:nvPr/>
                </p:nvGrpSpPr>
                <p:grpSpPr>
                  <a:xfrm>
                    <a:off x="2415474" y="3551476"/>
                    <a:ext cx="35767" cy="33852"/>
                    <a:chOff x="2415474" y="3551476"/>
                    <a:chExt cx="35767" cy="33852"/>
                  </a:xfrm>
                  <a:solidFill>
                    <a:schemeClr val="accent1"/>
                  </a:solidFill>
                </p:grpSpPr>
                <p:sp>
                  <p:nvSpPr>
                    <p:cNvPr id="13007" name="Forme libre : forme 13006">
                      <a:extLst>
                        <a:ext uri="{FF2B5EF4-FFF2-40B4-BE49-F238E27FC236}">
                          <a16:creationId xmlns:a16="http://schemas.microsoft.com/office/drawing/2014/main" id="{E208C597-7327-4A31-A875-03B882C33F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5569" y="3551476"/>
                      <a:ext cx="35671" cy="33852"/>
                    </a:xfrm>
                    <a:custGeom>
                      <a:avLst/>
                      <a:gdLst>
                        <a:gd name="connsiteX0" fmla="*/ 711 w 35671"/>
                        <a:gd name="connsiteY0" fmla="*/ 21574 h 33852"/>
                        <a:gd name="connsiteX1" fmla="*/ 13189 w 35671"/>
                        <a:gd name="connsiteY1" fmla="*/ 523 h 33852"/>
                        <a:gd name="connsiteX2" fmla="*/ 35001 w 35671"/>
                        <a:gd name="connsiteY2" fmla="*/ 12429 h 33852"/>
                        <a:gd name="connsiteX3" fmla="*/ 22714 w 35671"/>
                        <a:gd name="connsiteY3" fmla="*/ 33099 h 33852"/>
                        <a:gd name="connsiteX4" fmla="*/ 711 w 35671"/>
                        <a:gd name="connsiteY4" fmla="*/ 21574 h 33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71" h="33852">
                          <a:moveTo>
                            <a:pt x="711" y="21574"/>
                          </a:moveTo>
                          <a:cubicBezTo>
                            <a:pt x="-2051" y="12334"/>
                            <a:pt x="3473" y="2809"/>
                            <a:pt x="13189" y="523"/>
                          </a:cubicBezTo>
                          <a:cubicBezTo>
                            <a:pt x="22809" y="-1763"/>
                            <a:pt x="32143" y="3667"/>
                            <a:pt x="35001" y="12429"/>
                          </a:cubicBezTo>
                          <a:cubicBezTo>
                            <a:pt x="37668" y="21192"/>
                            <a:pt x="32143" y="30336"/>
                            <a:pt x="22714" y="33099"/>
                          </a:cubicBezTo>
                          <a:cubicBezTo>
                            <a:pt x="13284" y="35861"/>
                            <a:pt x="3378" y="30813"/>
                            <a:pt x="711" y="2157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08" name="Forme libre : forme 13007">
                      <a:extLst>
                        <a:ext uri="{FF2B5EF4-FFF2-40B4-BE49-F238E27FC236}">
                          <a16:creationId xmlns:a16="http://schemas.microsoft.com/office/drawing/2014/main" id="{8990EFE7-92E8-4F12-B2A0-46AA563F3E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5474" y="3551476"/>
                      <a:ext cx="35656" cy="28907"/>
                    </a:xfrm>
                    <a:custGeom>
                      <a:avLst/>
                      <a:gdLst>
                        <a:gd name="connsiteX0" fmla="*/ 17665 w 35656"/>
                        <a:gd name="connsiteY0" fmla="*/ 16620 h 28907"/>
                        <a:gd name="connsiteX1" fmla="*/ 35096 w 35656"/>
                        <a:gd name="connsiteY1" fmla="*/ 20907 h 28907"/>
                        <a:gd name="connsiteX2" fmla="*/ 35001 w 35656"/>
                        <a:gd name="connsiteY2" fmla="*/ 12429 h 28907"/>
                        <a:gd name="connsiteX3" fmla="*/ 13189 w 35656"/>
                        <a:gd name="connsiteY3" fmla="*/ 523 h 28907"/>
                        <a:gd name="connsiteX4" fmla="*/ 711 w 35656"/>
                        <a:gd name="connsiteY4" fmla="*/ 21574 h 28907"/>
                        <a:gd name="connsiteX5" fmla="*/ 5283 w 35656"/>
                        <a:gd name="connsiteY5" fmla="*/ 28908 h 28907"/>
                        <a:gd name="connsiteX6" fmla="*/ 17665 w 35656"/>
                        <a:gd name="connsiteY6" fmla="*/ 16620 h 28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56" h="28907">
                          <a:moveTo>
                            <a:pt x="17665" y="16620"/>
                          </a:moveTo>
                          <a:cubicBezTo>
                            <a:pt x="24142" y="14906"/>
                            <a:pt x="30715" y="16811"/>
                            <a:pt x="35096" y="20907"/>
                          </a:cubicBezTo>
                          <a:cubicBezTo>
                            <a:pt x="35858" y="18144"/>
                            <a:pt x="35858" y="15287"/>
                            <a:pt x="35001" y="12429"/>
                          </a:cubicBezTo>
                          <a:cubicBezTo>
                            <a:pt x="32143" y="3667"/>
                            <a:pt x="22904" y="-1763"/>
                            <a:pt x="13189" y="523"/>
                          </a:cubicBezTo>
                          <a:cubicBezTo>
                            <a:pt x="3473" y="2809"/>
                            <a:pt x="-2051" y="12334"/>
                            <a:pt x="711" y="21574"/>
                          </a:cubicBezTo>
                          <a:cubicBezTo>
                            <a:pt x="1568" y="24526"/>
                            <a:pt x="3187" y="27003"/>
                            <a:pt x="5283" y="28908"/>
                          </a:cubicBezTo>
                          <a:cubicBezTo>
                            <a:pt x="6807" y="23193"/>
                            <a:pt x="11379" y="18335"/>
                            <a:pt x="17665" y="1662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09" name="Forme libre : forme 13008">
                      <a:extLst>
                        <a:ext uri="{FF2B5EF4-FFF2-40B4-BE49-F238E27FC236}">
                          <a16:creationId xmlns:a16="http://schemas.microsoft.com/office/drawing/2014/main" id="{E643EB8A-AB2B-4568-8494-260241A5F5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9622" y="3565213"/>
                      <a:ext cx="15852" cy="15424"/>
                    </a:xfrm>
                    <a:custGeom>
                      <a:avLst/>
                      <a:gdLst>
                        <a:gd name="connsiteX0" fmla="*/ 2468 w 15852"/>
                        <a:gd name="connsiteY0" fmla="*/ 12504 h 15424"/>
                        <a:gd name="connsiteX1" fmla="*/ 2182 w 15852"/>
                        <a:gd name="connsiteY1" fmla="*/ 1646 h 15424"/>
                        <a:gd name="connsiteX2" fmla="*/ 13422 w 15852"/>
                        <a:gd name="connsiteY2" fmla="*/ 2979 h 15424"/>
                        <a:gd name="connsiteX3" fmla="*/ 13707 w 15852"/>
                        <a:gd name="connsiteY3" fmla="*/ 13742 h 15424"/>
                        <a:gd name="connsiteX4" fmla="*/ 2468 w 15852"/>
                        <a:gd name="connsiteY4" fmla="*/ 12504 h 154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52" h="15424">
                          <a:moveTo>
                            <a:pt x="2468" y="12504"/>
                          </a:moveTo>
                          <a:cubicBezTo>
                            <a:pt x="-675" y="9170"/>
                            <a:pt x="-866" y="4217"/>
                            <a:pt x="2182" y="1646"/>
                          </a:cubicBezTo>
                          <a:cubicBezTo>
                            <a:pt x="5230" y="-1021"/>
                            <a:pt x="10278" y="-355"/>
                            <a:pt x="13422" y="2979"/>
                          </a:cubicBezTo>
                          <a:cubicBezTo>
                            <a:pt x="16565" y="6313"/>
                            <a:pt x="16660" y="11076"/>
                            <a:pt x="13707" y="13742"/>
                          </a:cubicBezTo>
                          <a:cubicBezTo>
                            <a:pt x="10755" y="16409"/>
                            <a:pt x="5707" y="15838"/>
                            <a:pt x="2468" y="1250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10" name="Forme libre : forme 13009">
                      <a:extLst>
                        <a:ext uri="{FF2B5EF4-FFF2-40B4-BE49-F238E27FC236}">
                          <a16:creationId xmlns:a16="http://schemas.microsoft.com/office/drawing/2014/main" id="{93BEC8D2-8C8B-4B34-BD80-D25A1FD1DD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1111" y="3573143"/>
                      <a:ext cx="5866" cy="5521"/>
                    </a:xfrm>
                    <a:custGeom>
                      <a:avLst/>
                      <a:gdLst>
                        <a:gd name="connsiteX0" fmla="*/ 123 w 5866"/>
                        <a:gd name="connsiteY0" fmla="*/ 3526 h 5521"/>
                        <a:gd name="connsiteX1" fmla="*/ 2124 w 5866"/>
                        <a:gd name="connsiteY1" fmla="*/ 97 h 5521"/>
                        <a:gd name="connsiteX2" fmla="*/ 5743 w 5866"/>
                        <a:gd name="connsiteY2" fmla="*/ 2002 h 5521"/>
                        <a:gd name="connsiteX3" fmla="*/ 3743 w 5866"/>
                        <a:gd name="connsiteY3" fmla="*/ 5431 h 5521"/>
                        <a:gd name="connsiteX4" fmla="*/ 123 w 5866"/>
                        <a:gd name="connsiteY4" fmla="*/ 3526 h 5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66" h="5521">
                          <a:moveTo>
                            <a:pt x="123" y="3526"/>
                          </a:moveTo>
                          <a:cubicBezTo>
                            <a:pt x="-353" y="2002"/>
                            <a:pt x="600" y="478"/>
                            <a:pt x="2124" y="97"/>
                          </a:cubicBezTo>
                          <a:cubicBezTo>
                            <a:pt x="3648" y="-284"/>
                            <a:pt x="5267" y="478"/>
                            <a:pt x="5743" y="2002"/>
                          </a:cubicBezTo>
                          <a:cubicBezTo>
                            <a:pt x="6219" y="3431"/>
                            <a:pt x="5267" y="5050"/>
                            <a:pt x="3743" y="5431"/>
                          </a:cubicBezTo>
                          <a:cubicBezTo>
                            <a:pt x="2219" y="5812"/>
                            <a:pt x="600" y="4955"/>
                            <a:pt x="123" y="35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011" name="Graphique 5">
                    <a:extLst>
                      <a:ext uri="{FF2B5EF4-FFF2-40B4-BE49-F238E27FC236}">
                        <a16:creationId xmlns:a16="http://schemas.microsoft.com/office/drawing/2014/main" id="{4785242F-8E37-4D20-8969-100E0BDCF7D7}"/>
                      </a:ext>
                    </a:extLst>
                  </p:cNvPr>
                  <p:cNvGrpSpPr/>
                  <p:nvPr/>
                </p:nvGrpSpPr>
                <p:grpSpPr>
                  <a:xfrm>
                    <a:off x="2385785" y="3532682"/>
                    <a:ext cx="35604" cy="35091"/>
                    <a:chOff x="2385785" y="3532682"/>
                    <a:chExt cx="35604" cy="35091"/>
                  </a:xfrm>
                  <a:solidFill>
                    <a:schemeClr val="accent1"/>
                  </a:solidFill>
                </p:grpSpPr>
                <p:sp>
                  <p:nvSpPr>
                    <p:cNvPr id="13012" name="Forme libre : forme 13011">
                      <a:extLst>
                        <a:ext uri="{FF2B5EF4-FFF2-40B4-BE49-F238E27FC236}">
                          <a16:creationId xmlns:a16="http://schemas.microsoft.com/office/drawing/2014/main" id="{DDD17D4B-75D3-4242-84EE-C7D3875C32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5790" y="3532712"/>
                      <a:ext cx="35599" cy="35061"/>
                    </a:xfrm>
                    <a:custGeom>
                      <a:avLst/>
                      <a:gdLst>
                        <a:gd name="connsiteX0" fmla="*/ 486 w 35599"/>
                        <a:gd name="connsiteY0" fmla="*/ 21859 h 35061"/>
                        <a:gd name="connsiteX1" fmla="*/ 13726 w 35599"/>
                        <a:gd name="connsiteY1" fmla="*/ 428 h 35061"/>
                        <a:gd name="connsiteX2" fmla="*/ 35157 w 35599"/>
                        <a:gd name="connsiteY2" fmla="*/ 13287 h 35061"/>
                        <a:gd name="connsiteX3" fmla="*/ 22298 w 35599"/>
                        <a:gd name="connsiteY3" fmla="*/ 34432 h 35061"/>
                        <a:gd name="connsiteX4" fmla="*/ 486 w 35599"/>
                        <a:gd name="connsiteY4" fmla="*/ 21859 h 350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99" h="35061">
                          <a:moveTo>
                            <a:pt x="486" y="21859"/>
                          </a:moveTo>
                          <a:cubicBezTo>
                            <a:pt x="-1800" y="12239"/>
                            <a:pt x="4201" y="2523"/>
                            <a:pt x="13726" y="428"/>
                          </a:cubicBezTo>
                          <a:cubicBezTo>
                            <a:pt x="23346" y="-1668"/>
                            <a:pt x="32871" y="4143"/>
                            <a:pt x="35157" y="13287"/>
                          </a:cubicBezTo>
                          <a:cubicBezTo>
                            <a:pt x="37253" y="22431"/>
                            <a:pt x="31728" y="31860"/>
                            <a:pt x="22298" y="34432"/>
                          </a:cubicBezTo>
                          <a:cubicBezTo>
                            <a:pt x="12964" y="37004"/>
                            <a:pt x="2677" y="31479"/>
                            <a:pt x="486" y="2185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13" name="Forme libre : forme 13012">
                      <a:extLst>
                        <a:ext uri="{FF2B5EF4-FFF2-40B4-BE49-F238E27FC236}">
                          <a16:creationId xmlns:a16="http://schemas.microsoft.com/office/drawing/2014/main" id="{1FBA4405-584C-4019-8929-F0208B6883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5785" y="3532682"/>
                      <a:ext cx="35563" cy="29603"/>
                    </a:xfrm>
                    <a:custGeom>
                      <a:avLst/>
                      <a:gdLst>
                        <a:gd name="connsiteX0" fmla="*/ 17541 w 35563"/>
                        <a:gd name="connsiteY0" fmla="*/ 17221 h 29603"/>
                        <a:gd name="connsiteX1" fmla="*/ 34781 w 35563"/>
                        <a:gd name="connsiteY1" fmla="*/ 22174 h 29603"/>
                        <a:gd name="connsiteX2" fmla="*/ 35162 w 35563"/>
                        <a:gd name="connsiteY2" fmla="*/ 13316 h 29603"/>
                        <a:gd name="connsiteX3" fmla="*/ 13731 w 35563"/>
                        <a:gd name="connsiteY3" fmla="*/ 457 h 29603"/>
                        <a:gd name="connsiteX4" fmla="*/ 491 w 35563"/>
                        <a:gd name="connsiteY4" fmla="*/ 21889 h 29603"/>
                        <a:gd name="connsiteX5" fmla="*/ 4873 w 35563"/>
                        <a:gd name="connsiteY5" fmla="*/ 29604 h 29603"/>
                        <a:gd name="connsiteX6" fmla="*/ 17541 w 35563"/>
                        <a:gd name="connsiteY6" fmla="*/ 17221 h 29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63" h="29603">
                          <a:moveTo>
                            <a:pt x="17541" y="17221"/>
                          </a:moveTo>
                          <a:cubicBezTo>
                            <a:pt x="24113" y="15602"/>
                            <a:pt x="30495" y="17793"/>
                            <a:pt x="34781" y="22174"/>
                          </a:cubicBezTo>
                          <a:cubicBezTo>
                            <a:pt x="35639" y="19412"/>
                            <a:pt x="35829" y="16364"/>
                            <a:pt x="35162" y="13316"/>
                          </a:cubicBezTo>
                          <a:cubicBezTo>
                            <a:pt x="32876" y="4172"/>
                            <a:pt x="23351" y="-1733"/>
                            <a:pt x="13731" y="457"/>
                          </a:cubicBezTo>
                          <a:cubicBezTo>
                            <a:pt x="4111" y="2553"/>
                            <a:pt x="-1795" y="12268"/>
                            <a:pt x="491" y="21889"/>
                          </a:cubicBezTo>
                          <a:cubicBezTo>
                            <a:pt x="1158" y="24937"/>
                            <a:pt x="2682" y="27508"/>
                            <a:pt x="4873" y="29604"/>
                          </a:cubicBezTo>
                          <a:cubicBezTo>
                            <a:pt x="6302" y="23698"/>
                            <a:pt x="11159" y="18745"/>
                            <a:pt x="17541" y="172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14" name="Forme libre : forme 13013">
                      <a:extLst>
                        <a:ext uri="{FF2B5EF4-FFF2-40B4-BE49-F238E27FC236}">
                          <a16:creationId xmlns:a16="http://schemas.microsoft.com/office/drawing/2014/main" id="{BEFA4728-9862-46EE-90B5-99D919DF26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9714" y="3546626"/>
                      <a:ext cx="15770" cy="16123"/>
                    </a:xfrm>
                    <a:custGeom>
                      <a:avLst/>
                      <a:gdLst>
                        <a:gd name="connsiteX0" fmla="*/ 2182 w 15770"/>
                        <a:gd name="connsiteY0" fmla="*/ 12898 h 16123"/>
                        <a:gd name="connsiteX1" fmla="*/ 2468 w 15770"/>
                        <a:gd name="connsiteY1" fmla="*/ 1564 h 16123"/>
                        <a:gd name="connsiteX2" fmla="*/ 13612 w 15770"/>
                        <a:gd name="connsiteY2" fmla="*/ 3278 h 16123"/>
                        <a:gd name="connsiteX3" fmla="*/ 13422 w 15770"/>
                        <a:gd name="connsiteY3" fmla="*/ 14422 h 16123"/>
                        <a:gd name="connsiteX4" fmla="*/ 2182 w 15770"/>
                        <a:gd name="connsiteY4" fmla="*/ 12898 h 16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70" h="16123">
                          <a:moveTo>
                            <a:pt x="2182" y="12898"/>
                          </a:moveTo>
                          <a:cubicBezTo>
                            <a:pt x="-866" y="9374"/>
                            <a:pt x="-675" y="4231"/>
                            <a:pt x="2468" y="1564"/>
                          </a:cubicBezTo>
                          <a:cubicBezTo>
                            <a:pt x="5611" y="-1103"/>
                            <a:pt x="10660" y="-246"/>
                            <a:pt x="13612" y="3278"/>
                          </a:cubicBezTo>
                          <a:cubicBezTo>
                            <a:pt x="16660" y="6802"/>
                            <a:pt x="16374" y="11755"/>
                            <a:pt x="13422" y="14422"/>
                          </a:cubicBezTo>
                          <a:cubicBezTo>
                            <a:pt x="10374" y="17185"/>
                            <a:pt x="5326" y="16518"/>
                            <a:pt x="2182" y="1289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15" name="Forme libre : forme 13014">
                      <a:extLst>
                        <a:ext uri="{FF2B5EF4-FFF2-40B4-BE49-F238E27FC236}">
                          <a16:creationId xmlns:a16="http://schemas.microsoft.com/office/drawing/2014/main" id="{49F150D7-9A09-44FC-8852-8CECD8C719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0957" y="3555154"/>
                      <a:ext cx="5888" cy="5758"/>
                    </a:xfrm>
                    <a:custGeom>
                      <a:avLst/>
                      <a:gdLst>
                        <a:gd name="connsiteX0" fmla="*/ 84 w 5888"/>
                        <a:gd name="connsiteY0" fmla="*/ 3608 h 5758"/>
                        <a:gd name="connsiteX1" fmla="*/ 2275 w 5888"/>
                        <a:gd name="connsiteY1" fmla="*/ 84 h 5758"/>
                        <a:gd name="connsiteX2" fmla="*/ 5799 w 5888"/>
                        <a:gd name="connsiteY2" fmla="*/ 2180 h 5758"/>
                        <a:gd name="connsiteX3" fmla="*/ 3703 w 5888"/>
                        <a:gd name="connsiteY3" fmla="*/ 5704 h 5758"/>
                        <a:gd name="connsiteX4" fmla="*/ 84 w 5888"/>
                        <a:gd name="connsiteY4" fmla="*/ 3608 h 57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8" h="5758">
                          <a:moveTo>
                            <a:pt x="84" y="3608"/>
                          </a:moveTo>
                          <a:cubicBezTo>
                            <a:pt x="-297" y="2084"/>
                            <a:pt x="655" y="465"/>
                            <a:pt x="2275" y="84"/>
                          </a:cubicBezTo>
                          <a:cubicBezTo>
                            <a:pt x="3894" y="-297"/>
                            <a:pt x="5418" y="655"/>
                            <a:pt x="5799" y="2180"/>
                          </a:cubicBezTo>
                          <a:cubicBezTo>
                            <a:pt x="6180" y="3704"/>
                            <a:pt x="5322" y="5323"/>
                            <a:pt x="3703" y="5704"/>
                          </a:cubicBezTo>
                          <a:cubicBezTo>
                            <a:pt x="2179" y="5989"/>
                            <a:pt x="560" y="5132"/>
                            <a:pt x="84" y="360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016" name="Graphique 5">
                  <a:extLst>
                    <a:ext uri="{FF2B5EF4-FFF2-40B4-BE49-F238E27FC236}">
                      <a16:creationId xmlns:a16="http://schemas.microsoft.com/office/drawing/2014/main" id="{6F281E52-6380-4B92-B1FA-3192F8F9ACC1}"/>
                    </a:ext>
                  </a:extLst>
                </p:cNvPr>
                <p:cNvGrpSpPr/>
                <p:nvPr/>
              </p:nvGrpSpPr>
              <p:grpSpPr>
                <a:xfrm>
                  <a:off x="2276921" y="3578353"/>
                  <a:ext cx="90983" cy="86467"/>
                  <a:chOff x="2276921" y="3578353"/>
                  <a:chExt cx="90983" cy="86467"/>
                </a:xfrm>
                <a:solidFill>
                  <a:schemeClr val="accent1"/>
                </a:solidFill>
              </p:grpSpPr>
              <p:grpSp>
                <p:nvGrpSpPr>
                  <p:cNvPr id="13017" name="Graphique 5">
                    <a:extLst>
                      <a:ext uri="{FF2B5EF4-FFF2-40B4-BE49-F238E27FC236}">
                        <a16:creationId xmlns:a16="http://schemas.microsoft.com/office/drawing/2014/main" id="{A626683C-D9F5-44A9-AB28-2E7D5F792344}"/>
                      </a:ext>
                    </a:extLst>
                  </p:cNvPr>
                  <p:cNvGrpSpPr/>
                  <p:nvPr/>
                </p:nvGrpSpPr>
                <p:grpSpPr>
                  <a:xfrm>
                    <a:off x="2332132" y="3627003"/>
                    <a:ext cx="35771" cy="37817"/>
                    <a:chOff x="2332132" y="3627003"/>
                    <a:chExt cx="35771" cy="37817"/>
                  </a:xfrm>
                  <a:solidFill>
                    <a:schemeClr val="accent1"/>
                  </a:solidFill>
                </p:grpSpPr>
                <p:sp>
                  <p:nvSpPr>
                    <p:cNvPr id="13018" name="Forme libre : forme 13017">
                      <a:extLst>
                        <a:ext uri="{FF2B5EF4-FFF2-40B4-BE49-F238E27FC236}">
                          <a16:creationId xmlns:a16="http://schemas.microsoft.com/office/drawing/2014/main" id="{61106289-C5F9-469E-8433-1A4315D6BC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2217" y="3627013"/>
                      <a:ext cx="35687" cy="37807"/>
                    </a:xfrm>
                    <a:custGeom>
                      <a:avLst/>
                      <a:gdLst>
                        <a:gd name="connsiteX0" fmla="*/ 1101 w 35687"/>
                        <a:gd name="connsiteY0" fmla="*/ 25380 h 37807"/>
                        <a:gd name="connsiteX1" fmla="*/ 11864 w 35687"/>
                        <a:gd name="connsiteY1" fmla="*/ 996 h 37807"/>
                        <a:gd name="connsiteX2" fmla="*/ 34629 w 35687"/>
                        <a:gd name="connsiteY2" fmla="*/ 12521 h 37807"/>
                        <a:gd name="connsiteX3" fmla="*/ 24532 w 35687"/>
                        <a:gd name="connsiteY3" fmla="*/ 36525 h 37807"/>
                        <a:gd name="connsiteX4" fmla="*/ 1101 w 35687"/>
                        <a:gd name="connsiteY4" fmla="*/ 25380 h 37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87" h="37807">
                          <a:moveTo>
                            <a:pt x="1101" y="25380"/>
                          </a:moveTo>
                          <a:cubicBezTo>
                            <a:pt x="-2328" y="15284"/>
                            <a:pt x="2529" y="4330"/>
                            <a:pt x="11864" y="996"/>
                          </a:cubicBezTo>
                          <a:cubicBezTo>
                            <a:pt x="21198" y="-2338"/>
                            <a:pt x="31295" y="2996"/>
                            <a:pt x="34629" y="12521"/>
                          </a:cubicBezTo>
                          <a:cubicBezTo>
                            <a:pt x="37772" y="22142"/>
                            <a:pt x="33771" y="32715"/>
                            <a:pt x="24532" y="36525"/>
                          </a:cubicBezTo>
                          <a:cubicBezTo>
                            <a:pt x="15388" y="40334"/>
                            <a:pt x="4911" y="35382"/>
                            <a:pt x="1101" y="2538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19" name="Forme libre : forme 13018">
                      <a:extLst>
                        <a:ext uri="{FF2B5EF4-FFF2-40B4-BE49-F238E27FC236}">
                          <a16:creationId xmlns:a16="http://schemas.microsoft.com/office/drawing/2014/main" id="{74ADF5E8-E3EC-4861-9E7C-8D0EE2BD0F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2132" y="3627003"/>
                      <a:ext cx="35584" cy="33200"/>
                    </a:xfrm>
                    <a:custGeom>
                      <a:avLst/>
                      <a:gdLst>
                        <a:gd name="connsiteX0" fmla="*/ 17568 w 35584"/>
                        <a:gd name="connsiteY0" fmla="*/ 18532 h 33200"/>
                        <a:gd name="connsiteX1" fmla="*/ 35380 w 35584"/>
                        <a:gd name="connsiteY1" fmla="*/ 22056 h 33200"/>
                        <a:gd name="connsiteX2" fmla="*/ 34618 w 35584"/>
                        <a:gd name="connsiteY2" fmla="*/ 12531 h 33200"/>
                        <a:gd name="connsiteX3" fmla="*/ 11853 w 35584"/>
                        <a:gd name="connsiteY3" fmla="*/ 1006 h 33200"/>
                        <a:gd name="connsiteX4" fmla="*/ 1090 w 35584"/>
                        <a:gd name="connsiteY4" fmla="*/ 25390 h 33200"/>
                        <a:gd name="connsiteX5" fmla="*/ 6519 w 35584"/>
                        <a:gd name="connsiteY5" fmla="*/ 33200 h 33200"/>
                        <a:gd name="connsiteX6" fmla="*/ 17568 w 35584"/>
                        <a:gd name="connsiteY6" fmla="*/ 18532 h 33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84" h="33200">
                          <a:moveTo>
                            <a:pt x="17568" y="18532"/>
                          </a:moveTo>
                          <a:cubicBezTo>
                            <a:pt x="23950" y="16150"/>
                            <a:pt x="30427" y="17865"/>
                            <a:pt x="35380" y="22056"/>
                          </a:cubicBezTo>
                          <a:cubicBezTo>
                            <a:pt x="35761" y="19008"/>
                            <a:pt x="35666" y="15769"/>
                            <a:pt x="34618" y="12531"/>
                          </a:cubicBezTo>
                          <a:cubicBezTo>
                            <a:pt x="31380" y="2911"/>
                            <a:pt x="21188" y="-2328"/>
                            <a:pt x="11853" y="1006"/>
                          </a:cubicBezTo>
                          <a:cubicBezTo>
                            <a:pt x="2614" y="4339"/>
                            <a:pt x="-2339" y="15388"/>
                            <a:pt x="1090" y="25390"/>
                          </a:cubicBezTo>
                          <a:cubicBezTo>
                            <a:pt x="2328" y="28533"/>
                            <a:pt x="4233" y="31200"/>
                            <a:pt x="6519" y="33200"/>
                          </a:cubicBezTo>
                          <a:cubicBezTo>
                            <a:pt x="7377" y="26723"/>
                            <a:pt x="11282" y="20913"/>
                            <a:pt x="17568" y="1853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20" name="Forme libre : forme 13019">
                      <a:extLst>
                        <a:ext uri="{FF2B5EF4-FFF2-40B4-BE49-F238E27FC236}">
                          <a16:creationId xmlns:a16="http://schemas.microsoft.com/office/drawing/2014/main" id="{28789E17-E9A3-41F6-A716-3B9EEC0376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6551" y="3642879"/>
                      <a:ext cx="16133" cy="16985"/>
                    </a:xfrm>
                    <a:custGeom>
                      <a:avLst/>
                      <a:gdLst>
                        <a:gd name="connsiteX0" fmla="*/ 3148 w 16133"/>
                        <a:gd name="connsiteY0" fmla="*/ 14276 h 16985"/>
                        <a:gd name="connsiteX1" fmla="*/ 1814 w 16133"/>
                        <a:gd name="connsiteY1" fmla="*/ 2180 h 16985"/>
                        <a:gd name="connsiteX2" fmla="*/ 13054 w 16133"/>
                        <a:gd name="connsiteY2" fmla="*/ 2847 h 16985"/>
                        <a:gd name="connsiteX3" fmla="*/ 14483 w 16133"/>
                        <a:gd name="connsiteY3" fmla="*/ 14753 h 16985"/>
                        <a:gd name="connsiteX4" fmla="*/ 3148 w 16133"/>
                        <a:gd name="connsiteY4" fmla="*/ 14276 h 169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33" h="16985">
                          <a:moveTo>
                            <a:pt x="3148" y="14276"/>
                          </a:moveTo>
                          <a:cubicBezTo>
                            <a:pt x="-471" y="10848"/>
                            <a:pt x="-1043" y="5323"/>
                            <a:pt x="1814" y="2180"/>
                          </a:cubicBezTo>
                          <a:cubicBezTo>
                            <a:pt x="4672" y="-964"/>
                            <a:pt x="9720" y="-678"/>
                            <a:pt x="13054" y="2847"/>
                          </a:cubicBezTo>
                          <a:cubicBezTo>
                            <a:pt x="16388" y="6371"/>
                            <a:pt x="17245" y="11609"/>
                            <a:pt x="14483" y="14753"/>
                          </a:cubicBezTo>
                          <a:cubicBezTo>
                            <a:pt x="11816" y="17896"/>
                            <a:pt x="6767" y="17706"/>
                            <a:pt x="3148" y="1427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21" name="Forme libre : forme 13020">
                      <a:extLst>
                        <a:ext uri="{FF2B5EF4-FFF2-40B4-BE49-F238E27FC236}">
                          <a16:creationId xmlns:a16="http://schemas.microsoft.com/office/drawing/2014/main" id="{6E5A718D-002A-43F9-A333-C3FB4D4CFE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8505" y="3651061"/>
                      <a:ext cx="5874" cy="6226"/>
                    </a:xfrm>
                    <a:custGeom>
                      <a:avLst/>
                      <a:gdLst>
                        <a:gd name="connsiteX0" fmla="*/ 243 w 5874"/>
                        <a:gd name="connsiteY0" fmla="*/ 4189 h 6226"/>
                        <a:gd name="connsiteX1" fmla="*/ 1862 w 5874"/>
                        <a:gd name="connsiteY1" fmla="*/ 189 h 6226"/>
                        <a:gd name="connsiteX2" fmla="*/ 5672 w 5874"/>
                        <a:gd name="connsiteY2" fmla="*/ 1998 h 6226"/>
                        <a:gd name="connsiteX3" fmla="*/ 4053 w 5874"/>
                        <a:gd name="connsiteY3" fmla="*/ 5999 h 6226"/>
                        <a:gd name="connsiteX4" fmla="*/ 243 w 5874"/>
                        <a:gd name="connsiteY4" fmla="*/ 4189 h 6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74" h="6226">
                          <a:moveTo>
                            <a:pt x="243" y="4189"/>
                          </a:moveTo>
                          <a:cubicBezTo>
                            <a:pt x="-424" y="2570"/>
                            <a:pt x="338" y="760"/>
                            <a:pt x="1862" y="189"/>
                          </a:cubicBezTo>
                          <a:cubicBezTo>
                            <a:pt x="3386" y="-383"/>
                            <a:pt x="5100" y="379"/>
                            <a:pt x="5672" y="1998"/>
                          </a:cubicBezTo>
                          <a:cubicBezTo>
                            <a:pt x="6243" y="3618"/>
                            <a:pt x="5577" y="5332"/>
                            <a:pt x="4053" y="5999"/>
                          </a:cubicBezTo>
                          <a:cubicBezTo>
                            <a:pt x="2529" y="6666"/>
                            <a:pt x="814" y="5808"/>
                            <a:pt x="243" y="418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022" name="Graphique 5">
                    <a:extLst>
                      <a:ext uri="{FF2B5EF4-FFF2-40B4-BE49-F238E27FC236}">
                        <a16:creationId xmlns:a16="http://schemas.microsoft.com/office/drawing/2014/main" id="{E28AD37C-DD88-43B2-B5D5-792F97C8569E}"/>
                      </a:ext>
                    </a:extLst>
                  </p:cNvPr>
                  <p:cNvGrpSpPr/>
                  <p:nvPr/>
                </p:nvGrpSpPr>
                <p:grpSpPr>
                  <a:xfrm>
                    <a:off x="2307736" y="3598526"/>
                    <a:ext cx="35729" cy="38652"/>
                    <a:chOff x="2307736" y="3598526"/>
                    <a:chExt cx="35729" cy="38652"/>
                  </a:xfrm>
                  <a:solidFill>
                    <a:schemeClr val="accent1"/>
                  </a:solidFill>
                </p:grpSpPr>
                <p:sp>
                  <p:nvSpPr>
                    <p:cNvPr id="13023" name="Forme libre : forme 13022">
                      <a:extLst>
                        <a:ext uri="{FF2B5EF4-FFF2-40B4-BE49-F238E27FC236}">
                          <a16:creationId xmlns:a16="http://schemas.microsoft.com/office/drawing/2014/main" id="{EA7E1D0F-A8EC-4DD4-A75B-F81FEC5D6E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7736" y="3598526"/>
                      <a:ext cx="35729" cy="38652"/>
                    </a:xfrm>
                    <a:custGeom>
                      <a:avLst/>
                      <a:gdLst>
                        <a:gd name="connsiteX0" fmla="*/ 1103 w 35729"/>
                        <a:gd name="connsiteY0" fmla="*/ 25292 h 38652"/>
                        <a:gd name="connsiteX1" fmla="*/ 12342 w 35729"/>
                        <a:gd name="connsiteY1" fmla="*/ 813 h 38652"/>
                        <a:gd name="connsiteX2" fmla="*/ 34726 w 35729"/>
                        <a:gd name="connsiteY2" fmla="*/ 13481 h 38652"/>
                        <a:gd name="connsiteX3" fmla="*/ 23867 w 35729"/>
                        <a:gd name="connsiteY3" fmla="*/ 37579 h 38652"/>
                        <a:gd name="connsiteX4" fmla="*/ 1103 w 35729"/>
                        <a:gd name="connsiteY4" fmla="*/ 25292 h 38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29" h="38652">
                          <a:moveTo>
                            <a:pt x="1103" y="25292"/>
                          </a:moveTo>
                          <a:cubicBezTo>
                            <a:pt x="-2422" y="14910"/>
                            <a:pt x="2817" y="3861"/>
                            <a:pt x="12342" y="813"/>
                          </a:cubicBezTo>
                          <a:cubicBezTo>
                            <a:pt x="21867" y="-2235"/>
                            <a:pt x="31392" y="3575"/>
                            <a:pt x="34726" y="13481"/>
                          </a:cubicBezTo>
                          <a:cubicBezTo>
                            <a:pt x="37964" y="23387"/>
                            <a:pt x="33107" y="34150"/>
                            <a:pt x="23867" y="37579"/>
                          </a:cubicBezTo>
                          <a:cubicBezTo>
                            <a:pt x="14628" y="41103"/>
                            <a:pt x="4436" y="35674"/>
                            <a:pt x="1103" y="2529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24" name="Forme libre : forme 13023">
                      <a:extLst>
                        <a:ext uri="{FF2B5EF4-FFF2-40B4-BE49-F238E27FC236}">
                          <a16:creationId xmlns:a16="http://schemas.microsoft.com/office/drawing/2014/main" id="{FE153C8A-2352-4B45-9FB5-5A9A715AB4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7736" y="3598526"/>
                      <a:ext cx="35709" cy="33483"/>
                    </a:xfrm>
                    <a:custGeom>
                      <a:avLst/>
                      <a:gdLst>
                        <a:gd name="connsiteX0" fmla="*/ 17676 w 35709"/>
                        <a:gd name="connsiteY0" fmla="*/ 18910 h 33483"/>
                        <a:gd name="connsiteX1" fmla="*/ 35392 w 35709"/>
                        <a:gd name="connsiteY1" fmla="*/ 23196 h 33483"/>
                        <a:gd name="connsiteX2" fmla="*/ 34726 w 35709"/>
                        <a:gd name="connsiteY2" fmla="*/ 13481 h 33483"/>
                        <a:gd name="connsiteX3" fmla="*/ 12342 w 35709"/>
                        <a:gd name="connsiteY3" fmla="*/ 813 h 33483"/>
                        <a:gd name="connsiteX4" fmla="*/ 1103 w 35709"/>
                        <a:gd name="connsiteY4" fmla="*/ 25292 h 33483"/>
                        <a:gd name="connsiteX5" fmla="*/ 6151 w 35709"/>
                        <a:gd name="connsiteY5" fmla="*/ 33484 h 33483"/>
                        <a:gd name="connsiteX6" fmla="*/ 17676 w 35709"/>
                        <a:gd name="connsiteY6" fmla="*/ 18910 h 33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09" h="33483">
                          <a:moveTo>
                            <a:pt x="17676" y="18910"/>
                          </a:moveTo>
                          <a:cubicBezTo>
                            <a:pt x="24058" y="16719"/>
                            <a:pt x="30725" y="18720"/>
                            <a:pt x="35392" y="23196"/>
                          </a:cubicBezTo>
                          <a:cubicBezTo>
                            <a:pt x="35964" y="20053"/>
                            <a:pt x="35774" y="16719"/>
                            <a:pt x="34726" y="13481"/>
                          </a:cubicBezTo>
                          <a:cubicBezTo>
                            <a:pt x="31297" y="3575"/>
                            <a:pt x="21867" y="-2235"/>
                            <a:pt x="12342" y="813"/>
                          </a:cubicBezTo>
                          <a:cubicBezTo>
                            <a:pt x="2817" y="3861"/>
                            <a:pt x="-2422" y="14910"/>
                            <a:pt x="1103" y="25292"/>
                          </a:cubicBezTo>
                          <a:cubicBezTo>
                            <a:pt x="2150" y="28626"/>
                            <a:pt x="3960" y="31293"/>
                            <a:pt x="6151" y="33484"/>
                          </a:cubicBezTo>
                          <a:cubicBezTo>
                            <a:pt x="7294" y="26816"/>
                            <a:pt x="11390" y="21101"/>
                            <a:pt x="17676" y="1891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25" name="Forme libre : forme 13024">
                      <a:extLst>
                        <a:ext uri="{FF2B5EF4-FFF2-40B4-BE49-F238E27FC236}">
                          <a16:creationId xmlns:a16="http://schemas.microsoft.com/office/drawing/2014/main" id="{D84DBB97-0C11-406F-B3DA-8130AD1395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2169" y="3614443"/>
                      <a:ext cx="16102" cy="17511"/>
                    </a:xfrm>
                    <a:custGeom>
                      <a:avLst/>
                      <a:gdLst>
                        <a:gd name="connsiteX0" fmla="*/ 2860 w 16102"/>
                        <a:gd name="connsiteY0" fmla="*/ 14423 h 17511"/>
                        <a:gd name="connsiteX1" fmla="*/ 1908 w 16102"/>
                        <a:gd name="connsiteY1" fmla="*/ 2040 h 17511"/>
                        <a:gd name="connsiteX2" fmla="*/ 13243 w 16102"/>
                        <a:gd name="connsiteY2" fmla="*/ 3183 h 17511"/>
                        <a:gd name="connsiteX3" fmla="*/ 14195 w 16102"/>
                        <a:gd name="connsiteY3" fmla="*/ 15471 h 17511"/>
                        <a:gd name="connsiteX4" fmla="*/ 2860 w 16102"/>
                        <a:gd name="connsiteY4" fmla="*/ 14423 h 175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02" h="17511">
                          <a:moveTo>
                            <a:pt x="2860" y="14423"/>
                          </a:moveTo>
                          <a:cubicBezTo>
                            <a:pt x="-569" y="10708"/>
                            <a:pt x="-950" y="5088"/>
                            <a:pt x="1908" y="2040"/>
                          </a:cubicBezTo>
                          <a:cubicBezTo>
                            <a:pt x="4765" y="-1103"/>
                            <a:pt x="9813" y="-532"/>
                            <a:pt x="13243" y="3183"/>
                          </a:cubicBezTo>
                          <a:cubicBezTo>
                            <a:pt x="16671" y="6898"/>
                            <a:pt x="17052" y="12327"/>
                            <a:pt x="14195" y="15471"/>
                          </a:cubicBezTo>
                          <a:cubicBezTo>
                            <a:pt x="11337" y="18518"/>
                            <a:pt x="6194" y="18138"/>
                            <a:pt x="2860" y="1442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26" name="Forme libre : forme 13025">
                      <a:extLst>
                        <a:ext uri="{FF2B5EF4-FFF2-40B4-BE49-F238E27FC236}">
                          <a16:creationId xmlns:a16="http://schemas.microsoft.com/office/drawing/2014/main" id="{20750DAE-E7BF-4080-B0A2-44936393A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3900" y="3623175"/>
                      <a:ext cx="5843" cy="6344"/>
                    </a:xfrm>
                    <a:custGeom>
                      <a:avLst/>
                      <a:gdLst>
                        <a:gd name="connsiteX0" fmla="*/ 178 w 5843"/>
                        <a:gd name="connsiteY0" fmla="*/ 4167 h 6344"/>
                        <a:gd name="connsiteX1" fmla="*/ 1988 w 5843"/>
                        <a:gd name="connsiteY1" fmla="*/ 167 h 6344"/>
                        <a:gd name="connsiteX2" fmla="*/ 5703 w 5843"/>
                        <a:gd name="connsiteY2" fmla="*/ 2167 h 6344"/>
                        <a:gd name="connsiteX3" fmla="*/ 3893 w 5843"/>
                        <a:gd name="connsiteY3" fmla="*/ 6168 h 6344"/>
                        <a:gd name="connsiteX4" fmla="*/ 178 w 5843"/>
                        <a:gd name="connsiteY4" fmla="*/ 4167 h 6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3" h="6344">
                          <a:moveTo>
                            <a:pt x="178" y="4167"/>
                          </a:moveTo>
                          <a:cubicBezTo>
                            <a:pt x="-393" y="2453"/>
                            <a:pt x="464" y="738"/>
                            <a:pt x="1988" y="167"/>
                          </a:cubicBezTo>
                          <a:cubicBezTo>
                            <a:pt x="3512" y="-405"/>
                            <a:pt x="5226" y="548"/>
                            <a:pt x="5703" y="2167"/>
                          </a:cubicBezTo>
                          <a:cubicBezTo>
                            <a:pt x="6179" y="3786"/>
                            <a:pt x="5417" y="5596"/>
                            <a:pt x="3893" y="6168"/>
                          </a:cubicBezTo>
                          <a:cubicBezTo>
                            <a:pt x="2369" y="6739"/>
                            <a:pt x="750" y="5882"/>
                            <a:pt x="178" y="41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027" name="Graphique 5">
                    <a:extLst>
                      <a:ext uri="{FF2B5EF4-FFF2-40B4-BE49-F238E27FC236}">
                        <a16:creationId xmlns:a16="http://schemas.microsoft.com/office/drawing/2014/main" id="{1A6A6F75-5A43-43ED-8923-82956BD99E0E}"/>
                      </a:ext>
                    </a:extLst>
                  </p:cNvPr>
                  <p:cNvGrpSpPr/>
                  <p:nvPr/>
                </p:nvGrpSpPr>
                <p:grpSpPr>
                  <a:xfrm>
                    <a:off x="2276921" y="3578353"/>
                    <a:ext cx="35668" cy="39925"/>
                    <a:chOff x="2276921" y="3578353"/>
                    <a:chExt cx="35668" cy="39925"/>
                  </a:xfrm>
                  <a:solidFill>
                    <a:schemeClr val="accent1"/>
                  </a:solidFill>
                </p:grpSpPr>
                <p:sp>
                  <p:nvSpPr>
                    <p:cNvPr id="13028" name="Forme libre : forme 13027">
                      <a:extLst>
                        <a:ext uri="{FF2B5EF4-FFF2-40B4-BE49-F238E27FC236}">
                          <a16:creationId xmlns:a16="http://schemas.microsoft.com/office/drawing/2014/main" id="{438FEAD4-6D6C-42B3-B0C4-8747B8098D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6921" y="3578353"/>
                      <a:ext cx="35581" cy="39925"/>
                    </a:xfrm>
                    <a:custGeom>
                      <a:avLst/>
                      <a:gdLst>
                        <a:gd name="connsiteX0" fmla="*/ 771 w 35581"/>
                        <a:gd name="connsiteY0" fmla="*/ 25653 h 39925"/>
                        <a:gd name="connsiteX1" fmla="*/ 12677 w 35581"/>
                        <a:gd name="connsiteY1" fmla="*/ 697 h 39925"/>
                        <a:gd name="connsiteX2" fmla="*/ 34870 w 35581"/>
                        <a:gd name="connsiteY2" fmla="*/ 14413 h 39925"/>
                        <a:gd name="connsiteX3" fmla="*/ 23250 w 35581"/>
                        <a:gd name="connsiteY3" fmla="*/ 38988 h 39925"/>
                        <a:gd name="connsiteX4" fmla="*/ 771 w 35581"/>
                        <a:gd name="connsiteY4" fmla="*/ 25653 h 39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81" h="39925">
                          <a:moveTo>
                            <a:pt x="771" y="25653"/>
                          </a:moveTo>
                          <a:cubicBezTo>
                            <a:pt x="-2087" y="14794"/>
                            <a:pt x="3247" y="3555"/>
                            <a:pt x="12677" y="697"/>
                          </a:cubicBezTo>
                          <a:cubicBezTo>
                            <a:pt x="22107" y="-2160"/>
                            <a:pt x="32013" y="4031"/>
                            <a:pt x="34870" y="14413"/>
                          </a:cubicBezTo>
                          <a:cubicBezTo>
                            <a:pt x="37537" y="24796"/>
                            <a:pt x="32489" y="35749"/>
                            <a:pt x="23250" y="38988"/>
                          </a:cubicBezTo>
                          <a:cubicBezTo>
                            <a:pt x="14106" y="42322"/>
                            <a:pt x="3533" y="36511"/>
                            <a:pt x="771" y="256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29" name="Forme libre : forme 13028">
                      <a:extLst>
                        <a:ext uri="{FF2B5EF4-FFF2-40B4-BE49-F238E27FC236}">
                          <a16:creationId xmlns:a16="http://schemas.microsoft.com/office/drawing/2014/main" id="{1BA5D414-44AD-4BE5-AC3D-2E23DAA139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7016" y="3578353"/>
                      <a:ext cx="35573" cy="34320"/>
                    </a:xfrm>
                    <a:custGeom>
                      <a:avLst/>
                      <a:gdLst>
                        <a:gd name="connsiteX0" fmla="*/ 17535 w 35573"/>
                        <a:gd name="connsiteY0" fmla="*/ 19557 h 34320"/>
                        <a:gd name="connsiteX1" fmla="*/ 35061 w 35573"/>
                        <a:gd name="connsiteY1" fmla="*/ 24510 h 34320"/>
                        <a:gd name="connsiteX2" fmla="*/ 34870 w 35573"/>
                        <a:gd name="connsiteY2" fmla="*/ 14413 h 34320"/>
                        <a:gd name="connsiteX3" fmla="*/ 12677 w 35573"/>
                        <a:gd name="connsiteY3" fmla="*/ 697 h 34320"/>
                        <a:gd name="connsiteX4" fmla="*/ 771 w 35573"/>
                        <a:gd name="connsiteY4" fmla="*/ 25653 h 34320"/>
                        <a:gd name="connsiteX5" fmla="*/ 5533 w 35573"/>
                        <a:gd name="connsiteY5" fmla="*/ 34321 h 34320"/>
                        <a:gd name="connsiteX6" fmla="*/ 17535 w 35573"/>
                        <a:gd name="connsiteY6" fmla="*/ 19557 h 343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73" h="34320">
                          <a:moveTo>
                            <a:pt x="17535" y="19557"/>
                          </a:moveTo>
                          <a:cubicBezTo>
                            <a:pt x="23917" y="17461"/>
                            <a:pt x="30584" y="19652"/>
                            <a:pt x="35061" y="24510"/>
                          </a:cubicBezTo>
                          <a:cubicBezTo>
                            <a:pt x="35728" y="21271"/>
                            <a:pt x="35823" y="17842"/>
                            <a:pt x="34870" y="14413"/>
                          </a:cubicBezTo>
                          <a:cubicBezTo>
                            <a:pt x="32013" y="4031"/>
                            <a:pt x="22107" y="-2160"/>
                            <a:pt x="12677" y="697"/>
                          </a:cubicBezTo>
                          <a:cubicBezTo>
                            <a:pt x="3247" y="3555"/>
                            <a:pt x="-2087" y="14794"/>
                            <a:pt x="771" y="25653"/>
                          </a:cubicBezTo>
                          <a:cubicBezTo>
                            <a:pt x="1723" y="29082"/>
                            <a:pt x="3343" y="31939"/>
                            <a:pt x="5533" y="34321"/>
                          </a:cubicBezTo>
                          <a:cubicBezTo>
                            <a:pt x="6772" y="27463"/>
                            <a:pt x="11153" y="21652"/>
                            <a:pt x="17535" y="1955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30" name="Forme libre : forme 13029">
                      <a:extLst>
                        <a:ext uri="{FF2B5EF4-FFF2-40B4-BE49-F238E27FC236}">
                          <a16:creationId xmlns:a16="http://schemas.microsoft.com/office/drawing/2014/main" id="{125274E2-358B-4E1D-835C-A88C3B5E0F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1030" y="3594626"/>
                      <a:ext cx="15896" cy="18167"/>
                    </a:xfrm>
                    <a:custGeom>
                      <a:avLst/>
                      <a:gdLst>
                        <a:gd name="connsiteX0" fmla="*/ 2566 w 15896"/>
                        <a:gd name="connsiteY0" fmla="*/ 14809 h 18167"/>
                        <a:gd name="connsiteX1" fmla="*/ 2090 w 15896"/>
                        <a:gd name="connsiteY1" fmla="*/ 1950 h 18167"/>
                        <a:gd name="connsiteX2" fmla="*/ 13330 w 15896"/>
                        <a:gd name="connsiteY2" fmla="*/ 3474 h 18167"/>
                        <a:gd name="connsiteX3" fmla="*/ 13806 w 15896"/>
                        <a:gd name="connsiteY3" fmla="*/ 16143 h 18167"/>
                        <a:gd name="connsiteX4" fmla="*/ 2566 w 15896"/>
                        <a:gd name="connsiteY4" fmla="*/ 14809 h 181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96" h="18167">
                          <a:moveTo>
                            <a:pt x="2566" y="14809"/>
                          </a:moveTo>
                          <a:cubicBezTo>
                            <a:pt x="-672" y="10904"/>
                            <a:pt x="-862" y="5093"/>
                            <a:pt x="2090" y="1950"/>
                          </a:cubicBezTo>
                          <a:cubicBezTo>
                            <a:pt x="5043" y="-1193"/>
                            <a:pt x="10091" y="-431"/>
                            <a:pt x="13330" y="3474"/>
                          </a:cubicBezTo>
                          <a:cubicBezTo>
                            <a:pt x="16568" y="7379"/>
                            <a:pt x="16759" y="12999"/>
                            <a:pt x="13806" y="16143"/>
                          </a:cubicBezTo>
                          <a:cubicBezTo>
                            <a:pt x="11044" y="19286"/>
                            <a:pt x="5805" y="18714"/>
                            <a:pt x="2566" y="1480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31" name="Forme libre : forme 13030">
                      <a:extLst>
                        <a:ext uri="{FF2B5EF4-FFF2-40B4-BE49-F238E27FC236}">
                          <a16:creationId xmlns:a16="http://schemas.microsoft.com/office/drawing/2014/main" id="{EC542D1F-EF03-4E65-8A7E-EA192B9F97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2610" y="3603883"/>
                      <a:ext cx="5882" cy="6531"/>
                    </a:xfrm>
                    <a:custGeom>
                      <a:avLst/>
                      <a:gdLst>
                        <a:gd name="connsiteX0" fmla="*/ 131 w 5882"/>
                        <a:gd name="connsiteY0" fmla="*/ 4218 h 6531"/>
                        <a:gd name="connsiteX1" fmla="*/ 2131 w 5882"/>
                        <a:gd name="connsiteY1" fmla="*/ 122 h 6531"/>
                        <a:gd name="connsiteX2" fmla="*/ 5751 w 5882"/>
                        <a:gd name="connsiteY2" fmla="*/ 2313 h 6531"/>
                        <a:gd name="connsiteX3" fmla="*/ 3846 w 5882"/>
                        <a:gd name="connsiteY3" fmla="*/ 6409 h 6531"/>
                        <a:gd name="connsiteX4" fmla="*/ 131 w 5882"/>
                        <a:gd name="connsiteY4" fmla="*/ 4218 h 6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2" h="6531">
                          <a:moveTo>
                            <a:pt x="131" y="4218"/>
                          </a:moveTo>
                          <a:cubicBezTo>
                            <a:pt x="-345" y="2504"/>
                            <a:pt x="512" y="599"/>
                            <a:pt x="2131" y="122"/>
                          </a:cubicBezTo>
                          <a:cubicBezTo>
                            <a:pt x="3655" y="-354"/>
                            <a:pt x="5274" y="599"/>
                            <a:pt x="5751" y="2313"/>
                          </a:cubicBezTo>
                          <a:cubicBezTo>
                            <a:pt x="6227" y="4028"/>
                            <a:pt x="5370" y="5837"/>
                            <a:pt x="3846" y="6409"/>
                          </a:cubicBezTo>
                          <a:cubicBezTo>
                            <a:pt x="2227" y="6885"/>
                            <a:pt x="607" y="5933"/>
                            <a:pt x="131" y="421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032" name="Graphique 5">
                  <a:extLst>
                    <a:ext uri="{FF2B5EF4-FFF2-40B4-BE49-F238E27FC236}">
                      <a16:creationId xmlns:a16="http://schemas.microsoft.com/office/drawing/2014/main" id="{30224759-7C41-4D46-9221-C99C381F2451}"/>
                    </a:ext>
                  </a:extLst>
                </p:cNvPr>
                <p:cNvGrpSpPr/>
                <p:nvPr/>
              </p:nvGrpSpPr>
              <p:grpSpPr>
                <a:xfrm>
                  <a:off x="2169075" y="3622294"/>
                  <a:ext cx="105339" cy="52674"/>
                  <a:chOff x="2169075" y="3622294"/>
                  <a:chExt cx="105339" cy="52674"/>
                </a:xfrm>
                <a:solidFill>
                  <a:schemeClr val="accent1"/>
                </a:solidFill>
              </p:grpSpPr>
              <p:grpSp>
                <p:nvGrpSpPr>
                  <p:cNvPr id="13033" name="Graphique 5">
                    <a:extLst>
                      <a:ext uri="{FF2B5EF4-FFF2-40B4-BE49-F238E27FC236}">
                        <a16:creationId xmlns:a16="http://schemas.microsoft.com/office/drawing/2014/main" id="{6C72B1AF-B10C-4BA7-AAF7-72F67D83AF4D}"/>
                      </a:ext>
                    </a:extLst>
                  </p:cNvPr>
                  <p:cNvGrpSpPr/>
                  <p:nvPr/>
                </p:nvGrpSpPr>
                <p:grpSpPr>
                  <a:xfrm>
                    <a:off x="2169075" y="3626559"/>
                    <a:ext cx="35820" cy="44801"/>
                    <a:chOff x="2169075" y="3626559"/>
                    <a:chExt cx="35820" cy="44801"/>
                  </a:xfrm>
                  <a:solidFill>
                    <a:schemeClr val="accent1"/>
                  </a:solidFill>
                </p:grpSpPr>
                <p:sp>
                  <p:nvSpPr>
                    <p:cNvPr id="13034" name="Forme libre : forme 13033">
                      <a:extLst>
                        <a:ext uri="{FF2B5EF4-FFF2-40B4-BE49-F238E27FC236}">
                          <a16:creationId xmlns:a16="http://schemas.microsoft.com/office/drawing/2014/main" id="{6DDCDD25-0910-472A-8569-A8E091D59A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9075" y="3626559"/>
                      <a:ext cx="35820" cy="44801"/>
                    </a:xfrm>
                    <a:custGeom>
                      <a:avLst/>
                      <a:gdLst>
                        <a:gd name="connsiteX0" fmla="*/ 25940 w 35820"/>
                        <a:gd name="connsiteY0" fmla="*/ 3069 h 44801"/>
                        <a:gd name="connsiteX1" fmla="*/ 33941 w 35820"/>
                        <a:gd name="connsiteY1" fmla="*/ 33263 h 44801"/>
                        <a:gd name="connsiteX2" fmla="*/ 10033 w 35820"/>
                        <a:gd name="connsiteY2" fmla="*/ 42027 h 44801"/>
                        <a:gd name="connsiteX3" fmla="*/ 1842 w 35820"/>
                        <a:gd name="connsiteY3" fmla="*/ 11070 h 44801"/>
                        <a:gd name="connsiteX4" fmla="*/ 25940 w 35820"/>
                        <a:gd name="connsiteY4" fmla="*/ 3069 h 44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20" h="44801">
                          <a:moveTo>
                            <a:pt x="25940" y="3069"/>
                          </a:moveTo>
                          <a:cubicBezTo>
                            <a:pt x="34798" y="9261"/>
                            <a:pt x="38322" y="22596"/>
                            <a:pt x="33941" y="33263"/>
                          </a:cubicBezTo>
                          <a:cubicBezTo>
                            <a:pt x="29559" y="43931"/>
                            <a:pt x="18891" y="48027"/>
                            <a:pt x="10033" y="42027"/>
                          </a:cubicBezTo>
                          <a:cubicBezTo>
                            <a:pt x="1175" y="36026"/>
                            <a:pt x="-2540" y="21929"/>
                            <a:pt x="1842" y="11070"/>
                          </a:cubicBezTo>
                          <a:cubicBezTo>
                            <a:pt x="6318" y="307"/>
                            <a:pt x="17082" y="-3122"/>
                            <a:pt x="25940" y="306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35" name="Forme libre : forme 13034">
                      <a:extLst>
                        <a:ext uri="{FF2B5EF4-FFF2-40B4-BE49-F238E27FC236}">
                          <a16:creationId xmlns:a16="http://schemas.microsoft.com/office/drawing/2014/main" id="{D0055BBA-1112-4D89-903E-AE884C7D0E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2154" y="3626675"/>
                      <a:ext cx="32628" cy="44685"/>
                    </a:xfrm>
                    <a:custGeom>
                      <a:avLst/>
                      <a:gdLst>
                        <a:gd name="connsiteX0" fmla="*/ 15240 w 32628"/>
                        <a:gd name="connsiteY0" fmla="*/ 22384 h 44685"/>
                        <a:gd name="connsiteX1" fmla="*/ 0 w 32628"/>
                        <a:gd name="connsiteY1" fmla="*/ 33718 h 44685"/>
                        <a:gd name="connsiteX2" fmla="*/ 6858 w 32628"/>
                        <a:gd name="connsiteY2" fmla="*/ 41910 h 44685"/>
                        <a:gd name="connsiteX3" fmla="*/ 30766 w 32628"/>
                        <a:gd name="connsiteY3" fmla="*/ 33147 h 44685"/>
                        <a:gd name="connsiteX4" fmla="*/ 22765 w 32628"/>
                        <a:gd name="connsiteY4" fmla="*/ 2953 h 44685"/>
                        <a:gd name="connsiteX5" fmla="*/ 14002 w 32628"/>
                        <a:gd name="connsiteY5" fmla="*/ 0 h 44685"/>
                        <a:gd name="connsiteX6" fmla="*/ 15240 w 32628"/>
                        <a:gd name="connsiteY6" fmla="*/ 22384 h 44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28" h="44685">
                          <a:moveTo>
                            <a:pt x="15240" y="22384"/>
                          </a:moveTo>
                          <a:cubicBezTo>
                            <a:pt x="12287" y="29718"/>
                            <a:pt x="6287" y="33814"/>
                            <a:pt x="0" y="33718"/>
                          </a:cubicBezTo>
                          <a:cubicBezTo>
                            <a:pt x="1715" y="37052"/>
                            <a:pt x="4000" y="39909"/>
                            <a:pt x="6858" y="41910"/>
                          </a:cubicBezTo>
                          <a:cubicBezTo>
                            <a:pt x="15716" y="47911"/>
                            <a:pt x="26384" y="43815"/>
                            <a:pt x="30766" y="33147"/>
                          </a:cubicBezTo>
                          <a:cubicBezTo>
                            <a:pt x="35147" y="22479"/>
                            <a:pt x="31528" y="9144"/>
                            <a:pt x="22765" y="2953"/>
                          </a:cubicBezTo>
                          <a:cubicBezTo>
                            <a:pt x="19907" y="952"/>
                            <a:pt x="16954" y="95"/>
                            <a:pt x="14002" y="0"/>
                          </a:cubicBezTo>
                          <a:cubicBezTo>
                            <a:pt x="17526" y="6763"/>
                            <a:pt x="18193" y="15145"/>
                            <a:pt x="15240" y="2238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36" name="Forme libre : forme 13035">
                      <a:extLst>
                        <a:ext uri="{FF2B5EF4-FFF2-40B4-BE49-F238E27FC236}">
                          <a16:creationId xmlns:a16="http://schemas.microsoft.com/office/drawing/2014/main" id="{24613602-A293-4003-8AFC-3C27E36BBD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8822" y="3630350"/>
                      <a:ext cx="17145" cy="18639"/>
                    </a:xfrm>
                    <a:custGeom>
                      <a:avLst/>
                      <a:gdLst>
                        <a:gd name="connsiteX0" fmla="*/ 8573 w 17145"/>
                        <a:gd name="connsiteY0" fmla="*/ 40 h 18639"/>
                        <a:gd name="connsiteX1" fmla="*/ 17145 w 17145"/>
                        <a:gd name="connsiteY1" fmla="*/ 10041 h 18639"/>
                        <a:gd name="connsiteX2" fmla="*/ 8573 w 17145"/>
                        <a:gd name="connsiteY2" fmla="*/ 18614 h 18639"/>
                        <a:gd name="connsiteX3" fmla="*/ 0 w 17145"/>
                        <a:gd name="connsiteY3" fmla="*/ 8613 h 18639"/>
                        <a:gd name="connsiteX4" fmla="*/ 8573 w 17145"/>
                        <a:gd name="connsiteY4" fmla="*/ 40 h 18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45" h="18639">
                          <a:moveTo>
                            <a:pt x="8573" y="40"/>
                          </a:moveTo>
                          <a:cubicBezTo>
                            <a:pt x="13335" y="516"/>
                            <a:pt x="17145" y="4898"/>
                            <a:pt x="17145" y="10041"/>
                          </a:cubicBezTo>
                          <a:cubicBezTo>
                            <a:pt x="17145" y="15090"/>
                            <a:pt x="13240" y="18995"/>
                            <a:pt x="8573" y="18614"/>
                          </a:cubicBezTo>
                          <a:cubicBezTo>
                            <a:pt x="3810" y="18233"/>
                            <a:pt x="0" y="13756"/>
                            <a:pt x="0" y="8613"/>
                          </a:cubicBezTo>
                          <a:cubicBezTo>
                            <a:pt x="0" y="3374"/>
                            <a:pt x="3810" y="-436"/>
                            <a:pt x="8573" y="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37" name="Forme libre : forme 13036">
                      <a:extLst>
                        <a:ext uri="{FF2B5EF4-FFF2-40B4-BE49-F238E27FC236}">
                          <a16:creationId xmlns:a16="http://schemas.microsoft.com/office/drawing/2014/main" id="{21128B82-BB50-4CD6-A901-08A0FE45A4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7741" y="3638747"/>
                      <a:ext cx="5876" cy="7405"/>
                    </a:xfrm>
                    <a:custGeom>
                      <a:avLst/>
                      <a:gdLst>
                        <a:gd name="connsiteX0" fmla="*/ 4224 w 5876"/>
                        <a:gd name="connsiteY0" fmla="*/ 501 h 7405"/>
                        <a:gd name="connsiteX1" fmla="*/ 5557 w 5876"/>
                        <a:gd name="connsiteY1" fmla="*/ 5549 h 7405"/>
                        <a:gd name="connsiteX2" fmla="*/ 1652 w 5876"/>
                        <a:gd name="connsiteY2" fmla="*/ 6883 h 7405"/>
                        <a:gd name="connsiteX3" fmla="*/ 319 w 5876"/>
                        <a:gd name="connsiteY3" fmla="*/ 1835 h 7405"/>
                        <a:gd name="connsiteX4" fmla="*/ 4224 w 5876"/>
                        <a:gd name="connsiteY4" fmla="*/ 501 h 74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76" h="7405">
                          <a:moveTo>
                            <a:pt x="4224" y="501"/>
                          </a:moveTo>
                          <a:cubicBezTo>
                            <a:pt x="5653" y="1549"/>
                            <a:pt x="6319" y="3740"/>
                            <a:pt x="5557" y="5549"/>
                          </a:cubicBezTo>
                          <a:cubicBezTo>
                            <a:pt x="4796" y="7359"/>
                            <a:pt x="3081" y="7931"/>
                            <a:pt x="1652" y="6883"/>
                          </a:cubicBezTo>
                          <a:cubicBezTo>
                            <a:pt x="223" y="5835"/>
                            <a:pt x="-443" y="3549"/>
                            <a:pt x="319" y="1835"/>
                          </a:cubicBezTo>
                          <a:cubicBezTo>
                            <a:pt x="985" y="120"/>
                            <a:pt x="2795" y="-547"/>
                            <a:pt x="4224" y="50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038" name="Graphique 5">
                    <a:extLst>
                      <a:ext uri="{FF2B5EF4-FFF2-40B4-BE49-F238E27FC236}">
                        <a16:creationId xmlns:a16="http://schemas.microsoft.com/office/drawing/2014/main" id="{C3227704-7B57-4B92-81F2-028CE5610E72}"/>
                      </a:ext>
                    </a:extLst>
                  </p:cNvPr>
                  <p:cNvGrpSpPr/>
                  <p:nvPr/>
                </p:nvGrpSpPr>
                <p:grpSpPr>
                  <a:xfrm>
                    <a:off x="2204552" y="3631607"/>
                    <a:ext cx="35838" cy="43361"/>
                    <a:chOff x="2204552" y="3631607"/>
                    <a:chExt cx="35838" cy="43361"/>
                  </a:xfrm>
                  <a:solidFill>
                    <a:schemeClr val="accent1"/>
                  </a:solidFill>
                </p:grpSpPr>
                <p:sp>
                  <p:nvSpPr>
                    <p:cNvPr id="13039" name="Forme libre : forme 13038">
                      <a:extLst>
                        <a:ext uri="{FF2B5EF4-FFF2-40B4-BE49-F238E27FC236}">
                          <a16:creationId xmlns:a16="http://schemas.microsoft.com/office/drawing/2014/main" id="{0E0D4206-2C89-43F3-8BDE-9514191EF7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4552" y="3631607"/>
                      <a:ext cx="35838" cy="43284"/>
                    </a:xfrm>
                    <a:custGeom>
                      <a:avLst/>
                      <a:gdLst>
                        <a:gd name="connsiteX0" fmla="*/ 25991 w 35838"/>
                        <a:gd name="connsiteY0" fmla="*/ 2879 h 43284"/>
                        <a:gd name="connsiteX1" fmla="*/ 33897 w 35838"/>
                        <a:gd name="connsiteY1" fmla="*/ 31930 h 43284"/>
                        <a:gd name="connsiteX2" fmla="*/ 10084 w 35838"/>
                        <a:gd name="connsiteY2" fmla="*/ 40693 h 43284"/>
                        <a:gd name="connsiteX3" fmla="*/ 1893 w 35838"/>
                        <a:gd name="connsiteY3" fmla="*/ 10880 h 43284"/>
                        <a:gd name="connsiteX4" fmla="*/ 25991 w 35838"/>
                        <a:gd name="connsiteY4" fmla="*/ 2879 h 43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38" h="43284">
                          <a:moveTo>
                            <a:pt x="25991" y="2879"/>
                          </a:moveTo>
                          <a:cubicBezTo>
                            <a:pt x="34849" y="8784"/>
                            <a:pt x="38373" y="21548"/>
                            <a:pt x="33897" y="31930"/>
                          </a:cubicBezTo>
                          <a:cubicBezTo>
                            <a:pt x="29706" y="42313"/>
                            <a:pt x="19323" y="46408"/>
                            <a:pt x="10084" y="40693"/>
                          </a:cubicBezTo>
                          <a:cubicBezTo>
                            <a:pt x="940" y="34978"/>
                            <a:pt x="-2489" y="21453"/>
                            <a:pt x="1893" y="10880"/>
                          </a:cubicBezTo>
                          <a:cubicBezTo>
                            <a:pt x="6369" y="403"/>
                            <a:pt x="17228" y="-3026"/>
                            <a:pt x="25991" y="287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40" name="Forme libre : forme 13039">
                      <a:extLst>
                        <a:ext uri="{FF2B5EF4-FFF2-40B4-BE49-F238E27FC236}">
                          <a16:creationId xmlns:a16="http://schemas.microsoft.com/office/drawing/2014/main" id="{8377D8ED-6BDB-467D-A6DF-5C2D535F33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7683" y="3631819"/>
                      <a:ext cx="32648" cy="43149"/>
                    </a:xfrm>
                    <a:custGeom>
                      <a:avLst/>
                      <a:gdLst>
                        <a:gd name="connsiteX0" fmla="*/ 15240 w 32648"/>
                        <a:gd name="connsiteY0" fmla="*/ 21527 h 43149"/>
                        <a:gd name="connsiteX1" fmla="*/ 0 w 32648"/>
                        <a:gd name="connsiteY1" fmla="*/ 32766 h 43149"/>
                        <a:gd name="connsiteX2" fmla="*/ 6953 w 32648"/>
                        <a:gd name="connsiteY2" fmla="*/ 40577 h 43149"/>
                        <a:gd name="connsiteX3" fmla="*/ 30766 w 32648"/>
                        <a:gd name="connsiteY3" fmla="*/ 31813 h 43149"/>
                        <a:gd name="connsiteX4" fmla="*/ 22860 w 32648"/>
                        <a:gd name="connsiteY4" fmla="*/ 2762 h 43149"/>
                        <a:gd name="connsiteX5" fmla="*/ 14097 w 32648"/>
                        <a:gd name="connsiteY5" fmla="*/ 0 h 43149"/>
                        <a:gd name="connsiteX6" fmla="*/ 15240 w 32648"/>
                        <a:gd name="connsiteY6" fmla="*/ 21527 h 43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48" h="43149">
                          <a:moveTo>
                            <a:pt x="15240" y="21527"/>
                          </a:moveTo>
                          <a:cubicBezTo>
                            <a:pt x="12192" y="28670"/>
                            <a:pt x="6286" y="32671"/>
                            <a:pt x="0" y="32766"/>
                          </a:cubicBezTo>
                          <a:cubicBezTo>
                            <a:pt x="1714" y="35909"/>
                            <a:pt x="3905" y="38671"/>
                            <a:pt x="6953" y="40577"/>
                          </a:cubicBezTo>
                          <a:cubicBezTo>
                            <a:pt x="16097" y="46292"/>
                            <a:pt x="26575" y="42101"/>
                            <a:pt x="30766" y="31813"/>
                          </a:cubicBezTo>
                          <a:cubicBezTo>
                            <a:pt x="35147" y="21431"/>
                            <a:pt x="31623" y="8572"/>
                            <a:pt x="22860" y="2762"/>
                          </a:cubicBezTo>
                          <a:cubicBezTo>
                            <a:pt x="20098" y="857"/>
                            <a:pt x="17050" y="95"/>
                            <a:pt x="14097" y="0"/>
                          </a:cubicBezTo>
                          <a:cubicBezTo>
                            <a:pt x="17526" y="6382"/>
                            <a:pt x="18193" y="14478"/>
                            <a:pt x="15240" y="2152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41" name="Forme libre : forme 13040">
                      <a:extLst>
                        <a:ext uri="{FF2B5EF4-FFF2-40B4-BE49-F238E27FC236}">
                          <a16:creationId xmlns:a16="http://schemas.microsoft.com/office/drawing/2014/main" id="{C1EDA975-C02F-4979-A206-739861E8C7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4255" y="3635222"/>
                      <a:ext cx="17242" cy="18035"/>
                    </a:xfrm>
                    <a:custGeom>
                      <a:avLst/>
                      <a:gdLst>
                        <a:gd name="connsiteX0" fmla="*/ 8763 w 17242"/>
                        <a:gd name="connsiteY0" fmla="*/ 26 h 18035"/>
                        <a:gd name="connsiteX1" fmla="*/ 17240 w 17242"/>
                        <a:gd name="connsiteY1" fmla="*/ 9551 h 18035"/>
                        <a:gd name="connsiteX2" fmla="*/ 8573 w 17242"/>
                        <a:gd name="connsiteY2" fmla="*/ 18028 h 18035"/>
                        <a:gd name="connsiteX3" fmla="*/ 0 w 17242"/>
                        <a:gd name="connsiteY3" fmla="*/ 8408 h 18035"/>
                        <a:gd name="connsiteX4" fmla="*/ 8763 w 17242"/>
                        <a:gd name="connsiteY4" fmla="*/ 26 h 18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42" h="18035">
                          <a:moveTo>
                            <a:pt x="8763" y="26"/>
                          </a:moveTo>
                          <a:cubicBezTo>
                            <a:pt x="13526" y="407"/>
                            <a:pt x="17336" y="4693"/>
                            <a:pt x="17240" y="9551"/>
                          </a:cubicBezTo>
                          <a:cubicBezTo>
                            <a:pt x="17240" y="14504"/>
                            <a:pt x="13335" y="18219"/>
                            <a:pt x="8573" y="18028"/>
                          </a:cubicBezTo>
                          <a:cubicBezTo>
                            <a:pt x="3810" y="17743"/>
                            <a:pt x="0" y="13457"/>
                            <a:pt x="0" y="8408"/>
                          </a:cubicBezTo>
                          <a:cubicBezTo>
                            <a:pt x="95" y="3455"/>
                            <a:pt x="4001" y="-355"/>
                            <a:pt x="8763" y="2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42" name="Forme libre : forme 13041">
                      <a:extLst>
                        <a:ext uri="{FF2B5EF4-FFF2-40B4-BE49-F238E27FC236}">
                          <a16:creationId xmlns:a16="http://schemas.microsoft.com/office/drawing/2014/main" id="{AA93984F-2873-443F-99FC-F582979247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3406" y="3643457"/>
                      <a:ext cx="5793" cy="7151"/>
                    </a:xfrm>
                    <a:custGeom>
                      <a:avLst/>
                      <a:gdLst>
                        <a:gd name="connsiteX0" fmla="*/ 4182 w 5793"/>
                        <a:gd name="connsiteY0" fmla="*/ 459 h 7151"/>
                        <a:gd name="connsiteX1" fmla="*/ 5516 w 5793"/>
                        <a:gd name="connsiteY1" fmla="*/ 5316 h 7151"/>
                        <a:gd name="connsiteX2" fmla="*/ 1611 w 5793"/>
                        <a:gd name="connsiteY2" fmla="*/ 6650 h 7151"/>
                        <a:gd name="connsiteX3" fmla="*/ 277 w 5793"/>
                        <a:gd name="connsiteY3" fmla="*/ 1792 h 7151"/>
                        <a:gd name="connsiteX4" fmla="*/ 4182 w 5793"/>
                        <a:gd name="connsiteY4" fmla="*/ 459 h 71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3" h="7151">
                          <a:moveTo>
                            <a:pt x="4182" y="459"/>
                          </a:moveTo>
                          <a:cubicBezTo>
                            <a:pt x="5611" y="1411"/>
                            <a:pt x="6183" y="3602"/>
                            <a:pt x="5516" y="5316"/>
                          </a:cubicBezTo>
                          <a:cubicBezTo>
                            <a:pt x="4754" y="7031"/>
                            <a:pt x="3039" y="7698"/>
                            <a:pt x="1611" y="6650"/>
                          </a:cubicBezTo>
                          <a:cubicBezTo>
                            <a:pt x="182" y="5698"/>
                            <a:pt x="-390" y="3507"/>
                            <a:pt x="277" y="1792"/>
                          </a:cubicBezTo>
                          <a:cubicBezTo>
                            <a:pt x="944" y="78"/>
                            <a:pt x="2658" y="-494"/>
                            <a:pt x="4182" y="4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043" name="Graphique 5">
                    <a:extLst>
                      <a:ext uri="{FF2B5EF4-FFF2-40B4-BE49-F238E27FC236}">
                        <a16:creationId xmlns:a16="http://schemas.microsoft.com/office/drawing/2014/main" id="{30732940-BD21-4D4F-87D2-F3532958ECAC}"/>
                      </a:ext>
                    </a:extLst>
                  </p:cNvPr>
                  <p:cNvGrpSpPr/>
                  <p:nvPr/>
                </p:nvGrpSpPr>
                <p:grpSpPr>
                  <a:xfrm>
                    <a:off x="2238715" y="3622294"/>
                    <a:ext cx="35699" cy="41835"/>
                    <a:chOff x="2238715" y="3622294"/>
                    <a:chExt cx="35699" cy="41835"/>
                  </a:xfrm>
                  <a:solidFill>
                    <a:schemeClr val="accent1"/>
                  </a:solidFill>
                </p:grpSpPr>
                <p:sp>
                  <p:nvSpPr>
                    <p:cNvPr id="13044" name="Forme libre : forme 13043">
                      <a:extLst>
                        <a:ext uri="{FF2B5EF4-FFF2-40B4-BE49-F238E27FC236}">
                          <a16:creationId xmlns:a16="http://schemas.microsoft.com/office/drawing/2014/main" id="{B1C305F1-DF6B-4480-BF84-3F6F2D3D8F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715" y="3622318"/>
                      <a:ext cx="35639" cy="41810"/>
                    </a:xfrm>
                    <a:custGeom>
                      <a:avLst/>
                      <a:gdLst>
                        <a:gd name="connsiteX0" fmla="*/ 25927 w 35639"/>
                        <a:gd name="connsiteY0" fmla="*/ 2738 h 41810"/>
                        <a:gd name="connsiteX1" fmla="*/ 33738 w 35639"/>
                        <a:gd name="connsiteY1" fmla="*/ 30837 h 41810"/>
                        <a:gd name="connsiteX2" fmla="*/ 9830 w 35639"/>
                        <a:gd name="connsiteY2" fmla="*/ 39314 h 41810"/>
                        <a:gd name="connsiteX3" fmla="*/ 1924 w 35639"/>
                        <a:gd name="connsiteY3" fmla="*/ 10549 h 41810"/>
                        <a:gd name="connsiteX4" fmla="*/ 25927 w 35639"/>
                        <a:gd name="connsiteY4" fmla="*/ 2738 h 41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39" h="41810">
                          <a:moveTo>
                            <a:pt x="25927" y="2738"/>
                          </a:moveTo>
                          <a:cubicBezTo>
                            <a:pt x="34690" y="8453"/>
                            <a:pt x="38119" y="20740"/>
                            <a:pt x="33738" y="30837"/>
                          </a:cubicBezTo>
                          <a:cubicBezTo>
                            <a:pt x="29261" y="40838"/>
                            <a:pt x="18688" y="44839"/>
                            <a:pt x="9830" y="39314"/>
                          </a:cubicBezTo>
                          <a:cubicBezTo>
                            <a:pt x="1067" y="33790"/>
                            <a:pt x="-2553" y="20740"/>
                            <a:pt x="1924" y="10549"/>
                          </a:cubicBezTo>
                          <a:cubicBezTo>
                            <a:pt x="6401" y="357"/>
                            <a:pt x="17164" y="-2882"/>
                            <a:pt x="25927" y="273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45" name="Forme libre : forme 13044">
                      <a:extLst>
                        <a:ext uri="{FF2B5EF4-FFF2-40B4-BE49-F238E27FC236}">
                          <a16:creationId xmlns:a16="http://schemas.microsoft.com/office/drawing/2014/main" id="{85B01A6D-8408-4B51-9716-891AAA7E4F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1687" y="3622294"/>
                      <a:ext cx="32727" cy="41739"/>
                    </a:xfrm>
                    <a:custGeom>
                      <a:avLst/>
                      <a:gdLst>
                        <a:gd name="connsiteX0" fmla="*/ 15240 w 32727"/>
                        <a:gd name="connsiteY0" fmla="*/ 20955 h 41739"/>
                        <a:gd name="connsiteX1" fmla="*/ 0 w 32727"/>
                        <a:gd name="connsiteY1" fmla="*/ 31718 h 41739"/>
                        <a:gd name="connsiteX2" fmla="*/ 6858 w 32727"/>
                        <a:gd name="connsiteY2" fmla="*/ 39243 h 41739"/>
                        <a:gd name="connsiteX3" fmla="*/ 30766 w 32727"/>
                        <a:gd name="connsiteY3" fmla="*/ 30766 h 41739"/>
                        <a:gd name="connsiteX4" fmla="*/ 22955 w 32727"/>
                        <a:gd name="connsiteY4" fmla="*/ 2667 h 41739"/>
                        <a:gd name="connsiteX5" fmla="*/ 14192 w 32727"/>
                        <a:gd name="connsiteY5" fmla="*/ 0 h 41739"/>
                        <a:gd name="connsiteX6" fmla="*/ 15240 w 32727"/>
                        <a:gd name="connsiteY6" fmla="*/ 20955 h 41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727" h="41739">
                          <a:moveTo>
                            <a:pt x="15240" y="20955"/>
                          </a:moveTo>
                          <a:cubicBezTo>
                            <a:pt x="12192" y="27813"/>
                            <a:pt x="6287" y="31718"/>
                            <a:pt x="0" y="31718"/>
                          </a:cubicBezTo>
                          <a:cubicBezTo>
                            <a:pt x="1619" y="34766"/>
                            <a:pt x="3905" y="37433"/>
                            <a:pt x="6858" y="39243"/>
                          </a:cubicBezTo>
                          <a:cubicBezTo>
                            <a:pt x="15812" y="44768"/>
                            <a:pt x="26289" y="40767"/>
                            <a:pt x="30766" y="30766"/>
                          </a:cubicBezTo>
                          <a:cubicBezTo>
                            <a:pt x="35242" y="20765"/>
                            <a:pt x="31813" y="8382"/>
                            <a:pt x="22955" y="2667"/>
                          </a:cubicBezTo>
                          <a:cubicBezTo>
                            <a:pt x="20193" y="857"/>
                            <a:pt x="17145" y="95"/>
                            <a:pt x="14192" y="0"/>
                          </a:cubicBezTo>
                          <a:cubicBezTo>
                            <a:pt x="17621" y="6382"/>
                            <a:pt x="18288" y="14192"/>
                            <a:pt x="15240" y="2095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46" name="Forme libre : forme 13045">
                      <a:extLst>
                        <a:ext uri="{FF2B5EF4-FFF2-40B4-BE49-F238E27FC236}">
                          <a16:creationId xmlns:a16="http://schemas.microsoft.com/office/drawing/2014/main" id="{AC388445-A71F-4FD6-AF3E-FECB1488C6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8448" y="3625790"/>
                      <a:ext cx="17148" cy="17378"/>
                    </a:xfrm>
                    <a:custGeom>
                      <a:avLst/>
                      <a:gdLst>
                        <a:gd name="connsiteX0" fmla="*/ 8669 w 17148"/>
                        <a:gd name="connsiteY0" fmla="*/ 27 h 17378"/>
                        <a:gd name="connsiteX1" fmla="*/ 17147 w 17148"/>
                        <a:gd name="connsiteY1" fmla="*/ 9267 h 17378"/>
                        <a:gd name="connsiteX2" fmla="*/ 8479 w 17148"/>
                        <a:gd name="connsiteY2" fmla="*/ 17363 h 17378"/>
                        <a:gd name="connsiteX3" fmla="*/ 2 w 17148"/>
                        <a:gd name="connsiteY3" fmla="*/ 8124 h 17378"/>
                        <a:gd name="connsiteX4" fmla="*/ 8669 w 17148"/>
                        <a:gd name="connsiteY4" fmla="*/ 27 h 173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48" h="17378">
                          <a:moveTo>
                            <a:pt x="8669" y="27"/>
                          </a:moveTo>
                          <a:cubicBezTo>
                            <a:pt x="13432" y="409"/>
                            <a:pt x="17242" y="4504"/>
                            <a:pt x="17147" y="9267"/>
                          </a:cubicBezTo>
                          <a:cubicBezTo>
                            <a:pt x="17051" y="14029"/>
                            <a:pt x="13241" y="17649"/>
                            <a:pt x="8479" y="17363"/>
                          </a:cubicBezTo>
                          <a:cubicBezTo>
                            <a:pt x="3716" y="17077"/>
                            <a:pt x="-94" y="12982"/>
                            <a:pt x="2" y="8124"/>
                          </a:cubicBezTo>
                          <a:cubicBezTo>
                            <a:pt x="2" y="3266"/>
                            <a:pt x="3907" y="-353"/>
                            <a:pt x="8669" y="2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47" name="Forme libre : forme 13046">
                      <a:extLst>
                        <a:ext uri="{FF2B5EF4-FFF2-40B4-BE49-F238E27FC236}">
                          <a16:creationId xmlns:a16="http://schemas.microsoft.com/office/drawing/2014/main" id="{03BB6637-5F58-4F70-9FE9-725AEA04FF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11" y="3633738"/>
                      <a:ext cx="5793" cy="6901"/>
                    </a:xfrm>
                    <a:custGeom>
                      <a:avLst/>
                      <a:gdLst>
                        <a:gd name="connsiteX0" fmla="*/ 4183 w 5793"/>
                        <a:gd name="connsiteY0" fmla="*/ 462 h 6901"/>
                        <a:gd name="connsiteX1" fmla="*/ 5516 w 5793"/>
                        <a:gd name="connsiteY1" fmla="*/ 5130 h 6901"/>
                        <a:gd name="connsiteX2" fmla="*/ 1611 w 5793"/>
                        <a:gd name="connsiteY2" fmla="*/ 6463 h 6901"/>
                        <a:gd name="connsiteX3" fmla="*/ 277 w 5793"/>
                        <a:gd name="connsiteY3" fmla="*/ 1700 h 6901"/>
                        <a:gd name="connsiteX4" fmla="*/ 4183 w 5793"/>
                        <a:gd name="connsiteY4" fmla="*/ 462 h 6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3" h="6901">
                          <a:moveTo>
                            <a:pt x="4183" y="462"/>
                          </a:moveTo>
                          <a:cubicBezTo>
                            <a:pt x="5611" y="1415"/>
                            <a:pt x="6183" y="3510"/>
                            <a:pt x="5516" y="5130"/>
                          </a:cubicBezTo>
                          <a:cubicBezTo>
                            <a:pt x="4754" y="6749"/>
                            <a:pt x="3039" y="7416"/>
                            <a:pt x="1611" y="6463"/>
                          </a:cubicBezTo>
                          <a:cubicBezTo>
                            <a:pt x="182" y="5510"/>
                            <a:pt x="-390" y="3415"/>
                            <a:pt x="277" y="1700"/>
                          </a:cubicBezTo>
                          <a:cubicBezTo>
                            <a:pt x="944" y="81"/>
                            <a:pt x="2754" y="-490"/>
                            <a:pt x="4183" y="46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048" name="Graphique 5">
                  <a:extLst>
                    <a:ext uri="{FF2B5EF4-FFF2-40B4-BE49-F238E27FC236}">
                      <a16:creationId xmlns:a16="http://schemas.microsoft.com/office/drawing/2014/main" id="{E8934D0A-78E9-4589-8556-DB5F4B694A30}"/>
                    </a:ext>
                  </a:extLst>
                </p:cNvPr>
                <p:cNvGrpSpPr/>
                <p:nvPr/>
              </p:nvGrpSpPr>
              <p:grpSpPr>
                <a:xfrm>
                  <a:off x="2194967" y="3778436"/>
                  <a:ext cx="105778" cy="73125"/>
                  <a:chOff x="2194967" y="3778436"/>
                  <a:chExt cx="105778" cy="73125"/>
                </a:xfrm>
                <a:solidFill>
                  <a:schemeClr val="accent1"/>
                </a:solidFill>
              </p:grpSpPr>
              <p:grpSp>
                <p:nvGrpSpPr>
                  <p:cNvPr id="13049" name="Graphique 5">
                    <a:extLst>
                      <a:ext uri="{FF2B5EF4-FFF2-40B4-BE49-F238E27FC236}">
                        <a16:creationId xmlns:a16="http://schemas.microsoft.com/office/drawing/2014/main" id="{26D30218-BFC8-442C-9621-41DB68D08795}"/>
                      </a:ext>
                    </a:extLst>
                  </p:cNvPr>
                  <p:cNvGrpSpPr/>
                  <p:nvPr/>
                </p:nvGrpSpPr>
                <p:grpSpPr>
                  <a:xfrm>
                    <a:off x="2264200" y="3809447"/>
                    <a:ext cx="36545" cy="42114"/>
                    <a:chOff x="2264200" y="3809447"/>
                    <a:chExt cx="36545" cy="42114"/>
                  </a:xfrm>
                  <a:solidFill>
                    <a:schemeClr val="accent1"/>
                  </a:solidFill>
                </p:grpSpPr>
                <p:sp>
                  <p:nvSpPr>
                    <p:cNvPr id="13050" name="Forme libre : forme 13049">
                      <a:extLst>
                        <a:ext uri="{FF2B5EF4-FFF2-40B4-BE49-F238E27FC236}">
                          <a16:creationId xmlns:a16="http://schemas.microsoft.com/office/drawing/2014/main" id="{2B97337D-A3B4-49C4-804B-431E414212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4296" y="3809447"/>
                      <a:ext cx="36450" cy="42114"/>
                    </a:xfrm>
                    <a:custGeom>
                      <a:avLst/>
                      <a:gdLst>
                        <a:gd name="connsiteX0" fmla="*/ 5204 w 36450"/>
                        <a:gd name="connsiteY0" fmla="*/ 34017 h 42114"/>
                        <a:gd name="connsiteX1" fmla="*/ 5586 w 36450"/>
                        <a:gd name="connsiteY1" fmla="*/ 4203 h 42114"/>
                        <a:gd name="connsiteX2" fmla="*/ 31398 w 36450"/>
                        <a:gd name="connsiteY2" fmla="*/ 8204 h 42114"/>
                        <a:gd name="connsiteX3" fmla="*/ 30922 w 36450"/>
                        <a:gd name="connsiteY3" fmla="*/ 37446 h 42114"/>
                        <a:gd name="connsiteX4" fmla="*/ 5204 w 36450"/>
                        <a:gd name="connsiteY4" fmla="*/ 34017 h 42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50" h="42114">
                          <a:moveTo>
                            <a:pt x="5204" y="34017"/>
                          </a:moveTo>
                          <a:cubicBezTo>
                            <a:pt x="-1844" y="24682"/>
                            <a:pt x="-1749" y="11157"/>
                            <a:pt x="5586" y="4203"/>
                          </a:cubicBezTo>
                          <a:cubicBezTo>
                            <a:pt x="12920" y="-2750"/>
                            <a:pt x="24445" y="-845"/>
                            <a:pt x="31398" y="8204"/>
                          </a:cubicBezTo>
                          <a:cubicBezTo>
                            <a:pt x="38351" y="17253"/>
                            <a:pt x="38066" y="30111"/>
                            <a:pt x="30922" y="37446"/>
                          </a:cubicBezTo>
                          <a:cubicBezTo>
                            <a:pt x="23778" y="44780"/>
                            <a:pt x="12253" y="43351"/>
                            <a:pt x="5204" y="3401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51" name="Forme libre : forme 13050">
                      <a:extLst>
                        <a:ext uri="{FF2B5EF4-FFF2-40B4-BE49-F238E27FC236}">
                          <a16:creationId xmlns:a16="http://schemas.microsoft.com/office/drawing/2014/main" id="{CEB68F60-B7D7-4154-BB97-051CC55716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4200" y="3809476"/>
                      <a:ext cx="35875" cy="40370"/>
                    </a:xfrm>
                    <a:custGeom>
                      <a:avLst/>
                      <a:gdLst>
                        <a:gd name="connsiteX0" fmla="*/ 17968 w 35875"/>
                        <a:gd name="connsiteY0" fmla="*/ 20654 h 40370"/>
                        <a:gd name="connsiteX1" fmla="*/ 35875 w 35875"/>
                        <a:gd name="connsiteY1" fmla="*/ 17987 h 40370"/>
                        <a:gd name="connsiteX2" fmla="*/ 31398 w 35875"/>
                        <a:gd name="connsiteY2" fmla="*/ 8176 h 40370"/>
                        <a:gd name="connsiteX3" fmla="*/ 5585 w 35875"/>
                        <a:gd name="connsiteY3" fmla="*/ 4175 h 40370"/>
                        <a:gd name="connsiteX4" fmla="*/ 5205 w 35875"/>
                        <a:gd name="connsiteY4" fmla="*/ 33989 h 40370"/>
                        <a:gd name="connsiteX5" fmla="*/ 13015 w 35875"/>
                        <a:gd name="connsiteY5" fmla="*/ 40370 h 40370"/>
                        <a:gd name="connsiteX6" fmla="*/ 17968 w 35875"/>
                        <a:gd name="connsiteY6" fmla="*/ 20654 h 40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75" h="40370">
                          <a:moveTo>
                            <a:pt x="17968" y="20654"/>
                          </a:moveTo>
                          <a:cubicBezTo>
                            <a:pt x="22921" y="15796"/>
                            <a:pt x="29779" y="15129"/>
                            <a:pt x="35875" y="17987"/>
                          </a:cubicBezTo>
                          <a:cubicBezTo>
                            <a:pt x="35113" y="14558"/>
                            <a:pt x="33684" y="11129"/>
                            <a:pt x="31398" y="8176"/>
                          </a:cubicBezTo>
                          <a:cubicBezTo>
                            <a:pt x="24445" y="-778"/>
                            <a:pt x="12920" y="-2778"/>
                            <a:pt x="5585" y="4175"/>
                          </a:cubicBezTo>
                          <a:cubicBezTo>
                            <a:pt x="-1749" y="11129"/>
                            <a:pt x="-1844" y="24654"/>
                            <a:pt x="5205" y="33989"/>
                          </a:cubicBezTo>
                          <a:cubicBezTo>
                            <a:pt x="7490" y="36941"/>
                            <a:pt x="10158" y="39037"/>
                            <a:pt x="13015" y="40370"/>
                          </a:cubicBezTo>
                          <a:cubicBezTo>
                            <a:pt x="11491" y="33036"/>
                            <a:pt x="13110" y="25416"/>
                            <a:pt x="17968" y="2065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52" name="Forme libre : forme 13051">
                      <a:extLst>
                        <a:ext uri="{FF2B5EF4-FFF2-40B4-BE49-F238E27FC236}">
                          <a16:creationId xmlns:a16="http://schemas.microsoft.com/office/drawing/2014/main" id="{83BDD7D9-5949-4062-B13E-02401947BF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1010" y="3829134"/>
                      <a:ext cx="17233" cy="18140"/>
                    </a:xfrm>
                    <a:custGeom>
                      <a:avLst/>
                      <a:gdLst>
                        <a:gd name="connsiteX0" fmla="*/ 6110 w 17233"/>
                        <a:gd name="connsiteY0" fmla="*/ 16998 h 18140"/>
                        <a:gd name="connsiteX1" fmla="*/ 395 w 17233"/>
                        <a:gd name="connsiteY1" fmla="*/ 4615 h 18140"/>
                        <a:gd name="connsiteX2" fmla="*/ 11158 w 17233"/>
                        <a:gd name="connsiteY2" fmla="*/ 1186 h 18140"/>
                        <a:gd name="connsiteX3" fmla="*/ 16873 w 17233"/>
                        <a:gd name="connsiteY3" fmla="*/ 13473 h 18140"/>
                        <a:gd name="connsiteX4" fmla="*/ 6110 w 17233"/>
                        <a:gd name="connsiteY4" fmla="*/ 16998 h 18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33" h="18140">
                          <a:moveTo>
                            <a:pt x="6110" y="16998"/>
                          </a:moveTo>
                          <a:cubicBezTo>
                            <a:pt x="1538" y="14616"/>
                            <a:pt x="-1034" y="8997"/>
                            <a:pt x="395" y="4615"/>
                          </a:cubicBezTo>
                          <a:cubicBezTo>
                            <a:pt x="1824" y="234"/>
                            <a:pt x="6586" y="-1290"/>
                            <a:pt x="11158" y="1186"/>
                          </a:cubicBezTo>
                          <a:cubicBezTo>
                            <a:pt x="15730" y="3663"/>
                            <a:pt x="18207" y="9092"/>
                            <a:pt x="16873" y="13473"/>
                          </a:cubicBezTo>
                          <a:cubicBezTo>
                            <a:pt x="15444" y="17760"/>
                            <a:pt x="10682" y="19474"/>
                            <a:pt x="6110" y="1699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53" name="Forme libre : forme 13052">
                      <a:extLst>
                        <a:ext uri="{FF2B5EF4-FFF2-40B4-BE49-F238E27FC236}">
                          <a16:creationId xmlns:a16="http://schemas.microsoft.com/office/drawing/2014/main" id="{12C32248-E398-49D9-8F5E-640E8A8E01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3990" y="3835300"/>
                      <a:ext cx="5977" cy="6898"/>
                    </a:xfrm>
                    <a:custGeom>
                      <a:avLst/>
                      <a:gdLst>
                        <a:gd name="connsiteX0" fmla="*/ 846 w 5977"/>
                        <a:gd name="connsiteY0" fmla="*/ 5593 h 6898"/>
                        <a:gd name="connsiteX1" fmla="*/ 941 w 5977"/>
                        <a:gd name="connsiteY1" fmla="*/ 735 h 6898"/>
                        <a:gd name="connsiteX2" fmla="*/ 5132 w 5977"/>
                        <a:gd name="connsiteY2" fmla="*/ 1306 h 6898"/>
                        <a:gd name="connsiteX3" fmla="*/ 5037 w 5977"/>
                        <a:gd name="connsiteY3" fmla="*/ 6164 h 6898"/>
                        <a:gd name="connsiteX4" fmla="*/ 846 w 5977"/>
                        <a:gd name="connsiteY4" fmla="*/ 5593 h 6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7" h="6898">
                          <a:moveTo>
                            <a:pt x="846" y="5593"/>
                          </a:moveTo>
                          <a:cubicBezTo>
                            <a:pt x="-297" y="4069"/>
                            <a:pt x="-297" y="1878"/>
                            <a:pt x="941" y="735"/>
                          </a:cubicBezTo>
                          <a:cubicBezTo>
                            <a:pt x="2084" y="-408"/>
                            <a:pt x="3989" y="-218"/>
                            <a:pt x="5132" y="1306"/>
                          </a:cubicBezTo>
                          <a:cubicBezTo>
                            <a:pt x="6275" y="2830"/>
                            <a:pt x="6275" y="4926"/>
                            <a:pt x="5037" y="6164"/>
                          </a:cubicBezTo>
                          <a:cubicBezTo>
                            <a:pt x="3894" y="7307"/>
                            <a:pt x="1989" y="7117"/>
                            <a:pt x="846" y="559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054" name="Graphique 5">
                    <a:extLst>
                      <a:ext uri="{FF2B5EF4-FFF2-40B4-BE49-F238E27FC236}">
                        <a16:creationId xmlns:a16="http://schemas.microsoft.com/office/drawing/2014/main" id="{74013808-7466-4369-B89E-03B76F421195}"/>
                      </a:ext>
                    </a:extLst>
                  </p:cNvPr>
                  <p:cNvGrpSpPr/>
                  <p:nvPr/>
                </p:nvGrpSpPr>
                <p:grpSpPr>
                  <a:xfrm>
                    <a:off x="2230738" y="3788033"/>
                    <a:ext cx="36543" cy="43221"/>
                    <a:chOff x="2230738" y="3788033"/>
                    <a:chExt cx="36543" cy="43221"/>
                  </a:xfrm>
                  <a:solidFill>
                    <a:schemeClr val="accent1"/>
                  </a:solidFill>
                </p:grpSpPr>
                <p:sp>
                  <p:nvSpPr>
                    <p:cNvPr id="13055" name="Forme libre : forme 13054">
                      <a:extLst>
                        <a:ext uri="{FF2B5EF4-FFF2-40B4-BE49-F238E27FC236}">
                          <a16:creationId xmlns:a16="http://schemas.microsoft.com/office/drawing/2014/main" id="{C1C60662-A958-4FF3-BCD8-2018A0F23C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0857" y="3788129"/>
                      <a:ext cx="36423" cy="43125"/>
                    </a:xfrm>
                    <a:custGeom>
                      <a:avLst/>
                      <a:gdLst>
                        <a:gd name="connsiteX0" fmla="*/ 4829 w 36423"/>
                        <a:gd name="connsiteY0" fmla="*/ 34381 h 43125"/>
                        <a:gd name="connsiteX1" fmla="*/ 6162 w 36423"/>
                        <a:gd name="connsiteY1" fmla="*/ 3901 h 43125"/>
                        <a:gd name="connsiteX2" fmla="*/ 31785 w 36423"/>
                        <a:gd name="connsiteY2" fmla="*/ 9044 h 43125"/>
                        <a:gd name="connsiteX3" fmla="*/ 30832 w 36423"/>
                        <a:gd name="connsiteY3" fmla="*/ 38857 h 43125"/>
                        <a:gd name="connsiteX4" fmla="*/ 4829 w 36423"/>
                        <a:gd name="connsiteY4" fmla="*/ 34381 h 43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23" h="43125">
                          <a:moveTo>
                            <a:pt x="4829" y="34381"/>
                          </a:moveTo>
                          <a:cubicBezTo>
                            <a:pt x="-2219" y="24570"/>
                            <a:pt x="-1362" y="10663"/>
                            <a:pt x="6162" y="3901"/>
                          </a:cubicBezTo>
                          <a:cubicBezTo>
                            <a:pt x="13687" y="-2957"/>
                            <a:pt x="25212" y="-481"/>
                            <a:pt x="31785" y="9044"/>
                          </a:cubicBezTo>
                          <a:cubicBezTo>
                            <a:pt x="38166" y="18664"/>
                            <a:pt x="38071" y="31714"/>
                            <a:pt x="30832" y="38857"/>
                          </a:cubicBezTo>
                          <a:cubicBezTo>
                            <a:pt x="23498" y="45906"/>
                            <a:pt x="11878" y="44096"/>
                            <a:pt x="4829" y="3438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56" name="Forme libre : forme 13055">
                      <a:extLst>
                        <a:ext uri="{FF2B5EF4-FFF2-40B4-BE49-F238E27FC236}">
                          <a16:creationId xmlns:a16="http://schemas.microsoft.com/office/drawing/2014/main" id="{3DC739CC-56BA-44C5-ADA7-F5C1AD8417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0738" y="3788033"/>
                      <a:ext cx="35809" cy="41143"/>
                    </a:xfrm>
                    <a:custGeom>
                      <a:avLst/>
                      <a:gdLst>
                        <a:gd name="connsiteX0" fmla="*/ 17807 w 35809"/>
                        <a:gd name="connsiteY0" fmla="*/ 21332 h 41143"/>
                        <a:gd name="connsiteX1" fmla="*/ 35809 w 35809"/>
                        <a:gd name="connsiteY1" fmla="*/ 19331 h 41143"/>
                        <a:gd name="connsiteX2" fmla="*/ 31714 w 35809"/>
                        <a:gd name="connsiteY2" fmla="*/ 9044 h 41143"/>
                        <a:gd name="connsiteX3" fmla="*/ 6092 w 35809"/>
                        <a:gd name="connsiteY3" fmla="*/ 3901 h 41143"/>
                        <a:gd name="connsiteX4" fmla="*/ 4758 w 35809"/>
                        <a:gd name="connsiteY4" fmla="*/ 34381 h 41143"/>
                        <a:gd name="connsiteX5" fmla="*/ 12664 w 35809"/>
                        <a:gd name="connsiteY5" fmla="*/ 41143 h 41143"/>
                        <a:gd name="connsiteX6" fmla="*/ 17807 w 35809"/>
                        <a:gd name="connsiteY6" fmla="*/ 21332 h 41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09" h="41143">
                          <a:moveTo>
                            <a:pt x="17807" y="21332"/>
                          </a:moveTo>
                          <a:cubicBezTo>
                            <a:pt x="22855" y="16569"/>
                            <a:pt x="29809" y="16188"/>
                            <a:pt x="35809" y="19331"/>
                          </a:cubicBezTo>
                          <a:cubicBezTo>
                            <a:pt x="35238" y="15712"/>
                            <a:pt x="33905" y="12188"/>
                            <a:pt x="31714" y="9044"/>
                          </a:cubicBezTo>
                          <a:cubicBezTo>
                            <a:pt x="25142" y="-481"/>
                            <a:pt x="13712" y="-2957"/>
                            <a:pt x="6092" y="3901"/>
                          </a:cubicBezTo>
                          <a:cubicBezTo>
                            <a:pt x="-1338" y="10759"/>
                            <a:pt x="-2195" y="24665"/>
                            <a:pt x="4758" y="34381"/>
                          </a:cubicBezTo>
                          <a:cubicBezTo>
                            <a:pt x="7044" y="37429"/>
                            <a:pt x="9806" y="39715"/>
                            <a:pt x="12664" y="41143"/>
                          </a:cubicBezTo>
                          <a:cubicBezTo>
                            <a:pt x="11235" y="33714"/>
                            <a:pt x="12759" y="26094"/>
                            <a:pt x="17807" y="2133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57" name="Forme libre : forme 13056">
                      <a:extLst>
                        <a:ext uri="{FF2B5EF4-FFF2-40B4-BE49-F238E27FC236}">
                          <a16:creationId xmlns:a16="http://schemas.microsoft.com/office/drawing/2014/main" id="{00A20C8B-7105-494D-B2E8-CA190D1254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7210" y="3808093"/>
                      <a:ext cx="17342" cy="18685"/>
                    </a:xfrm>
                    <a:custGeom>
                      <a:avLst/>
                      <a:gdLst>
                        <a:gd name="connsiteX0" fmla="*/ 6096 w 17342"/>
                        <a:gd name="connsiteY0" fmla="*/ 17369 h 18685"/>
                        <a:gd name="connsiteX1" fmla="*/ 476 w 17342"/>
                        <a:gd name="connsiteY1" fmla="*/ 4510 h 18685"/>
                        <a:gd name="connsiteX2" fmla="*/ 11335 w 17342"/>
                        <a:gd name="connsiteY2" fmla="*/ 1367 h 18685"/>
                        <a:gd name="connsiteX3" fmla="*/ 16954 w 17342"/>
                        <a:gd name="connsiteY3" fmla="*/ 14035 h 18685"/>
                        <a:gd name="connsiteX4" fmla="*/ 6096 w 17342"/>
                        <a:gd name="connsiteY4" fmla="*/ 17369 h 18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42" h="18685">
                          <a:moveTo>
                            <a:pt x="6096" y="17369"/>
                          </a:moveTo>
                          <a:cubicBezTo>
                            <a:pt x="1524" y="14702"/>
                            <a:pt x="-1143" y="8987"/>
                            <a:pt x="476" y="4510"/>
                          </a:cubicBezTo>
                          <a:cubicBezTo>
                            <a:pt x="2000" y="34"/>
                            <a:pt x="6953" y="-1300"/>
                            <a:pt x="11335" y="1367"/>
                          </a:cubicBezTo>
                          <a:cubicBezTo>
                            <a:pt x="15716" y="4129"/>
                            <a:pt x="18383" y="9654"/>
                            <a:pt x="16954" y="14035"/>
                          </a:cubicBezTo>
                          <a:cubicBezTo>
                            <a:pt x="15526" y="18512"/>
                            <a:pt x="10668" y="20036"/>
                            <a:pt x="6096" y="1736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58" name="Forme libre : forme 13057">
                      <a:extLst>
                        <a:ext uri="{FF2B5EF4-FFF2-40B4-BE49-F238E27FC236}">
                          <a16:creationId xmlns:a16="http://schemas.microsoft.com/office/drawing/2014/main" id="{8C563328-A159-4922-8522-21E4FD5311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0271" y="3814769"/>
                      <a:ext cx="6072" cy="7099"/>
                    </a:xfrm>
                    <a:custGeom>
                      <a:avLst/>
                      <a:gdLst>
                        <a:gd name="connsiteX0" fmla="*/ 846 w 6072"/>
                        <a:gd name="connsiteY0" fmla="*/ 5645 h 7099"/>
                        <a:gd name="connsiteX1" fmla="*/ 941 w 6072"/>
                        <a:gd name="connsiteY1" fmla="*/ 692 h 7099"/>
                        <a:gd name="connsiteX2" fmla="*/ 5227 w 6072"/>
                        <a:gd name="connsiteY2" fmla="*/ 1454 h 7099"/>
                        <a:gd name="connsiteX3" fmla="*/ 5132 w 6072"/>
                        <a:gd name="connsiteY3" fmla="*/ 6407 h 7099"/>
                        <a:gd name="connsiteX4" fmla="*/ 846 w 6072"/>
                        <a:gd name="connsiteY4" fmla="*/ 5645 h 7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2" h="7099">
                          <a:moveTo>
                            <a:pt x="846" y="5645"/>
                          </a:moveTo>
                          <a:cubicBezTo>
                            <a:pt x="-297" y="4121"/>
                            <a:pt x="-297" y="1835"/>
                            <a:pt x="941" y="692"/>
                          </a:cubicBezTo>
                          <a:cubicBezTo>
                            <a:pt x="2179" y="-451"/>
                            <a:pt x="4084" y="-165"/>
                            <a:pt x="5227" y="1454"/>
                          </a:cubicBezTo>
                          <a:cubicBezTo>
                            <a:pt x="6370" y="2978"/>
                            <a:pt x="6370" y="5169"/>
                            <a:pt x="5132" y="6407"/>
                          </a:cubicBezTo>
                          <a:cubicBezTo>
                            <a:pt x="3894" y="7550"/>
                            <a:pt x="1989" y="7264"/>
                            <a:pt x="846" y="56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059" name="Graphique 5">
                    <a:extLst>
                      <a:ext uri="{FF2B5EF4-FFF2-40B4-BE49-F238E27FC236}">
                        <a16:creationId xmlns:a16="http://schemas.microsoft.com/office/drawing/2014/main" id="{F22C66BC-26B5-497C-BD98-ED4B9F7F3FA4}"/>
                      </a:ext>
                    </a:extLst>
                  </p:cNvPr>
                  <p:cNvGrpSpPr/>
                  <p:nvPr/>
                </p:nvGrpSpPr>
                <p:grpSpPr>
                  <a:xfrm>
                    <a:off x="2194967" y="3778436"/>
                    <a:ext cx="36367" cy="44667"/>
                    <a:chOff x="2194967" y="3778436"/>
                    <a:chExt cx="36367" cy="44667"/>
                  </a:xfrm>
                  <a:solidFill>
                    <a:schemeClr val="accent1"/>
                  </a:solidFill>
                </p:grpSpPr>
                <p:sp>
                  <p:nvSpPr>
                    <p:cNvPr id="13060" name="Forme libre : forme 13059">
                      <a:extLst>
                        <a:ext uri="{FF2B5EF4-FFF2-40B4-BE49-F238E27FC236}">
                          <a16:creationId xmlns:a16="http://schemas.microsoft.com/office/drawing/2014/main" id="{1B9399E3-E387-4234-A0C5-AA39F285BD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967" y="3778461"/>
                      <a:ext cx="36367" cy="44642"/>
                    </a:xfrm>
                    <a:custGeom>
                      <a:avLst/>
                      <a:gdLst>
                        <a:gd name="connsiteX0" fmla="*/ 4715 w 36367"/>
                        <a:gd name="connsiteY0" fmla="*/ 35095 h 44642"/>
                        <a:gd name="connsiteX1" fmla="*/ 6048 w 36367"/>
                        <a:gd name="connsiteY1" fmla="*/ 3757 h 44642"/>
                        <a:gd name="connsiteX2" fmla="*/ 31766 w 36367"/>
                        <a:gd name="connsiteY2" fmla="*/ 9663 h 44642"/>
                        <a:gd name="connsiteX3" fmla="*/ 30337 w 36367"/>
                        <a:gd name="connsiteY3" fmla="*/ 40429 h 44642"/>
                        <a:gd name="connsiteX4" fmla="*/ 4715 w 36367"/>
                        <a:gd name="connsiteY4" fmla="*/ 35095 h 44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367" h="44642">
                          <a:moveTo>
                            <a:pt x="4715" y="35095"/>
                          </a:moveTo>
                          <a:cubicBezTo>
                            <a:pt x="-2048" y="24808"/>
                            <a:pt x="-1476" y="10615"/>
                            <a:pt x="6048" y="3757"/>
                          </a:cubicBezTo>
                          <a:cubicBezTo>
                            <a:pt x="13573" y="-3101"/>
                            <a:pt x="25194" y="-243"/>
                            <a:pt x="31766" y="9663"/>
                          </a:cubicBezTo>
                          <a:cubicBezTo>
                            <a:pt x="38433" y="19664"/>
                            <a:pt x="37767" y="33285"/>
                            <a:pt x="30337" y="40429"/>
                          </a:cubicBezTo>
                          <a:cubicBezTo>
                            <a:pt x="22908" y="47668"/>
                            <a:pt x="11478" y="45382"/>
                            <a:pt x="4715" y="3509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61" name="Forme libre : forme 13060">
                      <a:extLst>
                        <a:ext uri="{FF2B5EF4-FFF2-40B4-BE49-F238E27FC236}">
                          <a16:creationId xmlns:a16="http://schemas.microsoft.com/office/drawing/2014/main" id="{0A6F8E49-BBF9-4613-A75C-12D22449CC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5024" y="3778436"/>
                      <a:ext cx="35899" cy="42358"/>
                    </a:xfrm>
                    <a:custGeom>
                      <a:avLst/>
                      <a:gdLst>
                        <a:gd name="connsiteX0" fmla="*/ 17802 w 35899"/>
                        <a:gd name="connsiteY0" fmla="*/ 21975 h 42358"/>
                        <a:gd name="connsiteX1" fmla="*/ 35900 w 35899"/>
                        <a:gd name="connsiteY1" fmla="*/ 20356 h 42358"/>
                        <a:gd name="connsiteX2" fmla="*/ 31804 w 35899"/>
                        <a:gd name="connsiteY2" fmla="*/ 9688 h 42358"/>
                        <a:gd name="connsiteX3" fmla="*/ 6086 w 35899"/>
                        <a:gd name="connsiteY3" fmla="*/ 3782 h 42358"/>
                        <a:gd name="connsiteX4" fmla="*/ 4753 w 35899"/>
                        <a:gd name="connsiteY4" fmla="*/ 35120 h 42358"/>
                        <a:gd name="connsiteX5" fmla="*/ 12373 w 35899"/>
                        <a:gd name="connsiteY5" fmla="*/ 42358 h 42358"/>
                        <a:gd name="connsiteX6" fmla="*/ 17802 w 35899"/>
                        <a:gd name="connsiteY6" fmla="*/ 21975 h 42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99" h="42358">
                          <a:moveTo>
                            <a:pt x="17802" y="21975"/>
                          </a:moveTo>
                          <a:cubicBezTo>
                            <a:pt x="22946" y="17213"/>
                            <a:pt x="29899" y="17022"/>
                            <a:pt x="35900" y="20356"/>
                          </a:cubicBezTo>
                          <a:cubicBezTo>
                            <a:pt x="35233" y="16641"/>
                            <a:pt x="33995" y="13022"/>
                            <a:pt x="31804" y="9688"/>
                          </a:cubicBezTo>
                          <a:cubicBezTo>
                            <a:pt x="25136" y="-313"/>
                            <a:pt x="13611" y="-3076"/>
                            <a:pt x="6086" y="3782"/>
                          </a:cubicBezTo>
                          <a:cubicBezTo>
                            <a:pt x="-1438" y="10640"/>
                            <a:pt x="-2105" y="24832"/>
                            <a:pt x="4753" y="35120"/>
                          </a:cubicBezTo>
                          <a:cubicBezTo>
                            <a:pt x="6944" y="38358"/>
                            <a:pt x="9611" y="40739"/>
                            <a:pt x="12373" y="42358"/>
                          </a:cubicBezTo>
                          <a:cubicBezTo>
                            <a:pt x="10944" y="34548"/>
                            <a:pt x="12754" y="26738"/>
                            <a:pt x="17802" y="2197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62" name="Forme libre : forme 13061">
                      <a:extLst>
                        <a:ext uri="{FF2B5EF4-FFF2-40B4-BE49-F238E27FC236}">
                          <a16:creationId xmlns:a16="http://schemas.microsoft.com/office/drawing/2014/main" id="{0C5A91B2-6060-4483-8849-9F9DA5E1B9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1412" y="3798977"/>
                      <a:ext cx="17208" cy="19413"/>
                    </a:xfrm>
                    <a:custGeom>
                      <a:avLst/>
                      <a:gdLst>
                        <a:gd name="connsiteX0" fmla="*/ 5794 w 17208"/>
                        <a:gd name="connsiteY0" fmla="*/ 17912 h 19413"/>
                        <a:gd name="connsiteX1" fmla="*/ 461 w 17208"/>
                        <a:gd name="connsiteY1" fmla="*/ 4482 h 19413"/>
                        <a:gd name="connsiteX2" fmla="*/ 11414 w 17208"/>
                        <a:gd name="connsiteY2" fmla="*/ 1529 h 19413"/>
                        <a:gd name="connsiteX3" fmla="*/ 16748 w 17208"/>
                        <a:gd name="connsiteY3" fmla="*/ 14864 h 19413"/>
                        <a:gd name="connsiteX4" fmla="*/ 5794 w 17208"/>
                        <a:gd name="connsiteY4" fmla="*/ 17912 h 194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08" h="19413">
                          <a:moveTo>
                            <a:pt x="5794" y="17912"/>
                          </a:moveTo>
                          <a:cubicBezTo>
                            <a:pt x="1318" y="15055"/>
                            <a:pt x="-1064" y="8959"/>
                            <a:pt x="461" y="4482"/>
                          </a:cubicBezTo>
                          <a:cubicBezTo>
                            <a:pt x="1984" y="-90"/>
                            <a:pt x="6937" y="-1328"/>
                            <a:pt x="11414" y="1529"/>
                          </a:cubicBezTo>
                          <a:cubicBezTo>
                            <a:pt x="15891" y="4387"/>
                            <a:pt x="18272" y="10292"/>
                            <a:pt x="16748" y="14864"/>
                          </a:cubicBezTo>
                          <a:cubicBezTo>
                            <a:pt x="15129" y="19436"/>
                            <a:pt x="10271" y="20770"/>
                            <a:pt x="5794" y="1791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63" name="Forme libre : forme 13062">
                      <a:extLst>
                        <a:ext uri="{FF2B5EF4-FFF2-40B4-BE49-F238E27FC236}">
                          <a16:creationId xmlns:a16="http://schemas.microsoft.com/office/drawing/2014/main" id="{A76A43ED-2097-4E9A-9324-A0E400CE8D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4311" y="3806134"/>
                      <a:ext cx="5983" cy="7318"/>
                    </a:xfrm>
                    <a:custGeom>
                      <a:avLst/>
                      <a:gdLst>
                        <a:gd name="connsiteX0" fmla="*/ 801 w 5983"/>
                        <a:gd name="connsiteY0" fmla="*/ 5802 h 7318"/>
                        <a:gd name="connsiteX1" fmla="*/ 991 w 5983"/>
                        <a:gd name="connsiteY1" fmla="*/ 659 h 7318"/>
                        <a:gd name="connsiteX2" fmla="*/ 5182 w 5983"/>
                        <a:gd name="connsiteY2" fmla="*/ 1516 h 7318"/>
                        <a:gd name="connsiteX3" fmla="*/ 4992 w 5983"/>
                        <a:gd name="connsiteY3" fmla="*/ 6660 h 7318"/>
                        <a:gd name="connsiteX4" fmla="*/ 801 w 5983"/>
                        <a:gd name="connsiteY4" fmla="*/ 5802 h 73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83" h="7318">
                          <a:moveTo>
                            <a:pt x="801" y="5802"/>
                          </a:moveTo>
                          <a:cubicBezTo>
                            <a:pt x="-342" y="4183"/>
                            <a:pt x="-247" y="1802"/>
                            <a:pt x="991" y="659"/>
                          </a:cubicBezTo>
                          <a:cubicBezTo>
                            <a:pt x="2230" y="-484"/>
                            <a:pt x="4135" y="-103"/>
                            <a:pt x="5182" y="1516"/>
                          </a:cubicBezTo>
                          <a:cubicBezTo>
                            <a:pt x="6326" y="3135"/>
                            <a:pt x="6230" y="5421"/>
                            <a:pt x="4992" y="6660"/>
                          </a:cubicBezTo>
                          <a:cubicBezTo>
                            <a:pt x="3754" y="7803"/>
                            <a:pt x="1849" y="7422"/>
                            <a:pt x="801" y="580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3064" name="Graphique 5">
                <a:extLst>
                  <a:ext uri="{FF2B5EF4-FFF2-40B4-BE49-F238E27FC236}">
                    <a16:creationId xmlns:a16="http://schemas.microsoft.com/office/drawing/2014/main" id="{B3E6BFB0-9DA4-45B6-B517-B85C2B4F4FE2}"/>
                  </a:ext>
                </a:extLst>
              </p:cNvPr>
              <p:cNvGrpSpPr/>
              <p:nvPr/>
            </p:nvGrpSpPr>
            <p:grpSpPr>
              <a:xfrm>
                <a:off x="2162054" y="3120136"/>
                <a:ext cx="510796" cy="397287"/>
                <a:chOff x="2162054" y="3120136"/>
                <a:chExt cx="510796" cy="397287"/>
              </a:xfrm>
              <a:solidFill>
                <a:schemeClr val="accent1"/>
              </a:solidFill>
            </p:grpSpPr>
            <p:sp>
              <p:nvSpPr>
                <p:cNvPr id="13065" name="Forme libre : forme 13064">
                  <a:extLst>
                    <a:ext uri="{FF2B5EF4-FFF2-40B4-BE49-F238E27FC236}">
                      <a16:creationId xmlns:a16="http://schemas.microsoft.com/office/drawing/2014/main" id="{EDF87B9B-E163-4334-9DF4-50FDDE2C10B2}"/>
                    </a:ext>
                  </a:extLst>
                </p:cNvPr>
                <p:cNvSpPr/>
                <p:nvPr/>
              </p:nvSpPr>
              <p:spPr>
                <a:xfrm>
                  <a:off x="2163487" y="3120136"/>
                  <a:ext cx="502071" cy="397287"/>
                </a:xfrm>
                <a:custGeom>
                  <a:avLst/>
                  <a:gdLst>
                    <a:gd name="connsiteX0" fmla="*/ 57150 w 502071"/>
                    <a:gd name="connsiteY0" fmla="*/ 397288 h 397287"/>
                    <a:gd name="connsiteX1" fmla="*/ 96012 w 502071"/>
                    <a:gd name="connsiteY1" fmla="*/ 265557 h 397287"/>
                    <a:gd name="connsiteX2" fmla="*/ 133350 w 502071"/>
                    <a:gd name="connsiteY2" fmla="*/ 309467 h 397287"/>
                    <a:gd name="connsiteX3" fmla="*/ 179356 w 502071"/>
                    <a:gd name="connsiteY3" fmla="*/ 341376 h 397287"/>
                    <a:gd name="connsiteX4" fmla="*/ 288417 w 502071"/>
                    <a:gd name="connsiteY4" fmla="*/ 368808 h 397287"/>
                    <a:gd name="connsiteX5" fmla="*/ 376238 w 502071"/>
                    <a:gd name="connsiteY5" fmla="*/ 362712 h 397287"/>
                    <a:gd name="connsiteX6" fmla="*/ 441198 w 502071"/>
                    <a:gd name="connsiteY6" fmla="*/ 343757 h 397287"/>
                    <a:gd name="connsiteX7" fmla="*/ 501015 w 502071"/>
                    <a:gd name="connsiteY7" fmla="*/ 287750 h 397287"/>
                    <a:gd name="connsiteX8" fmla="*/ 463391 w 502071"/>
                    <a:gd name="connsiteY8" fmla="*/ 211646 h 397287"/>
                    <a:gd name="connsiteX9" fmla="*/ 334137 w 502071"/>
                    <a:gd name="connsiteY9" fmla="*/ 136684 h 397287"/>
                    <a:gd name="connsiteX10" fmla="*/ 223075 w 502071"/>
                    <a:gd name="connsiteY10" fmla="*/ 120396 h 397287"/>
                    <a:gd name="connsiteX11" fmla="*/ 168307 w 502071"/>
                    <a:gd name="connsiteY11" fmla="*/ 132397 h 397287"/>
                    <a:gd name="connsiteX12" fmla="*/ 116872 w 502071"/>
                    <a:gd name="connsiteY12" fmla="*/ 158782 h 397287"/>
                    <a:gd name="connsiteX13" fmla="*/ 131731 w 502071"/>
                    <a:gd name="connsiteY13" fmla="*/ 21907 h 397287"/>
                    <a:gd name="connsiteX14" fmla="*/ 78962 w 502071"/>
                    <a:gd name="connsiteY14" fmla="*/ 0 h 397287"/>
                    <a:gd name="connsiteX15" fmla="*/ 67151 w 502071"/>
                    <a:gd name="connsiteY15" fmla="*/ 204406 h 397287"/>
                    <a:gd name="connsiteX16" fmla="*/ 0 w 502071"/>
                    <a:gd name="connsiteY16" fmla="*/ 397288 h 397287"/>
                    <a:gd name="connsiteX17" fmla="*/ 57150 w 502071"/>
                    <a:gd name="connsiteY17" fmla="*/ 397288 h 397287"/>
                    <a:gd name="connsiteX18" fmla="*/ 317754 w 502071"/>
                    <a:gd name="connsiteY18" fmla="*/ 186976 h 397287"/>
                    <a:gd name="connsiteX19" fmla="*/ 423863 w 502071"/>
                    <a:gd name="connsiteY19" fmla="*/ 238601 h 397287"/>
                    <a:gd name="connsiteX20" fmla="*/ 445008 w 502071"/>
                    <a:gd name="connsiteY20" fmla="*/ 276415 h 397287"/>
                    <a:gd name="connsiteX21" fmla="*/ 404241 w 502071"/>
                    <a:gd name="connsiteY21" fmla="*/ 307657 h 397287"/>
                    <a:gd name="connsiteX22" fmla="*/ 292036 w 502071"/>
                    <a:gd name="connsiteY22" fmla="*/ 316039 h 397287"/>
                    <a:gd name="connsiteX23" fmla="*/ 203073 w 502071"/>
                    <a:gd name="connsiteY23" fmla="*/ 286417 h 397287"/>
                    <a:gd name="connsiteX24" fmla="*/ 138684 w 502071"/>
                    <a:gd name="connsiteY24" fmla="*/ 218599 h 397287"/>
                    <a:gd name="connsiteX25" fmla="*/ 179546 w 502071"/>
                    <a:gd name="connsiteY25" fmla="*/ 193834 h 397287"/>
                    <a:gd name="connsiteX26" fmla="*/ 224028 w 502071"/>
                    <a:gd name="connsiteY26" fmla="*/ 180403 h 397287"/>
                    <a:gd name="connsiteX27" fmla="*/ 317754 w 502071"/>
                    <a:gd name="connsiteY27" fmla="*/ 186976 h 397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02071" h="397287">
                      <a:moveTo>
                        <a:pt x="57150" y="397288"/>
                      </a:moveTo>
                      <a:cubicBezTo>
                        <a:pt x="57721" y="347853"/>
                        <a:pt x="71628" y="301657"/>
                        <a:pt x="96012" y="265557"/>
                      </a:cubicBezTo>
                      <a:cubicBezTo>
                        <a:pt x="107061" y="282130"/>
                        <a:pt x="119158" y="296704"/>
                        <a:pt x="133350" y="309467"/>
                      </a:cubicBezTo>
                      <a:cubicBezTo>
                        <a:pt x="147542" y="322135"/>
                        <a:pt x="162973" y="332803"/>
                        <a:pt x="179356" y="341376"/>
                      </a:cubicBezTo>
                      <a:cubicBezTo>
                        <a:pt x="211931" y="358521"/>
                        <a:pt x="249460" y="367379"/>
                        <a:pt x="288417" y="368808"/>
                      </a:cubicBezTo>
                      <a:cubicBezTo>
                        <a:pt x="321659" y="370046"/>
                        <a:pt x="350901" y="367379"/>
                        <a:pt x="376238" y="362712"/>
                      </a:cubicBezTo>
                      <a:cubicBezTo>
                        <a:pt x="401860" y="358045"/>
                        <a:pt x="423672" y="351472"/>
                        <a:pt x="441198" y="343757"/>
                      </a:cubicBezTo>
                      <a:cubicBezTo>
                        <a:pt x="476536" y="328327"/>
                        <a:pt x="497014" y="309372"/>
                        <a:pt x="501015" y="287750"/>
                      </a:cubicBezTo>
                      <a:cubicBezTo>
                        <a:pt x="506159" y="264319"/>
                        <a:pt x="492347" y="238792"/>
                        <a:pt x="463391" y="211646"/>
                      </a:cubicBezTo>
                      <a:cubicBezTo>
                        <a:pt x="434721" y="185071"/>
                        <a:pt x="390334" y="157639"/>
                        <a:pt x="334137" y="136684"/>
                      </a:cubicBezTo>
                      <a:cubicBezTo>
                        <a:pt x="297370" y="123063"/>
                        <a:pt x="260032" y="117062"/>
                        <a:pt x="223075" y="120396"/>
                      </a:cubicBezTo>
                      <a:cubicBezTo>
                        <a:pt x="204692" y="122110"/>
                        <a:pt x="185928" y="125921"/>
                        <a:pt x="168307" y="132397"/>
                      </a:cubicBezTo>
                      <a:cubicBezTo>
                        <a:pt x="150685" y="138875"/>
                        <a:pt x="133445" y="147638"/>
                        <a:pt x="116872" y="158782"/>
                      </a:cubicBezTo>
                      <a:cubicBezTo>
                        <a:pt x="108871" y="116300"/>
                        <a:pt x="112490" y="67723"/>
                        <a:pt x="131731" y="21907"/>
                      </a:cubicBezTo>
                      <a:lnTo>
                        <a:pt x="78962" y="0"/>
                      </a:lnTo>
                      <a:cubicBezTo>
                        <a:pt x="49911" y="69818"/>
                        <a:pt x="48101" y="144018"/>
                        <a:pt x="67151" y="204406"/>
                      </a:cubicBezTo>
                      <a:cubicBezTo>
                        <a:pt x="26194" y="252889"/>
                        <a:pt x="0" y="322135"/>
                        <a:pt x="0" y="397288"/>
                      </a:cubicBezTo>
                      <a:lnTo>
                        <a:pt x="57150" y="397288"/>
                      </a:lnTo>
                      <a:close/>
                      <a:moveTo>
                        <a:pt x="317754" y="186976"/>
                      </a:moveTo>
                      <a:cubicBezTo>
                        <a:pt x="377666" y="204788"/>
                        <a:pt x="408337" y="225457"/>
                        <a:pt x="423863" y="238601"/>
                      </a:cubicBezTo>
                      <a:cubicBezTo>
                        <a:pt x="440055" y="252317"/>
                        <a:pt x="447580" y="265271"/>
                        <a:pt x="445008" y="276415"/>
                      </a:cubicBezTo>
                      <a:cubicBezTo>
                        <a:pt x="443293" y="287846"/>
                        <a:pt x="429006" y="299275"/>
                        <a:pt x="404241" y="307657"/>
                      </a:cubicBezTo>
                      <a:cubicBezTo>
                        <a:pt x="379285" y="315849"/>
                        <a:pt x="341852" y="321278"/>
                        <a:pt x="292036" y="316039"/>
                      </a:cubicBezTo>
                      <a:cubicBezTo>
                        <a:pt x="259556" y="312610"/>
                        <a:pt x="229362" y="302800"/>
                        <a:pt x="203073" y="286417"/>
                      </a:cubicBezTo>
                      <a:cubicBezTo>
                        <a:pt x="176403" y="270034"/>
                        <a:pt x="154781" y="247078"/>
                        <a:pt x="138684" y="218599"/>
                      </a:cubicBezTo>
                      <a:cubicBezTo>
                        <a:pt x="151257" y="208407"/>
                        <a:pt x="165354" y="200215"/>
                        <a:pt x="179546" y="193834"/>
                      </a:cubicBezTo>
                      <a:cubicBezTo>
                        <a:pt x="193834" y="187452"/>
                        <a:pt x="208502" y="182880"/>
                        <a:pt x="224028" y="180403"/>
                      </a:cubicBezTo>
                      <a:cubicBezTo>
                        <a:pt x="254698" y="175260"/>
                        <a:pt x="286321" y="177736"/>
                        <a:pt x="317754" y="186976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066" name="Forme libre : forme 13065">
                  <a:extLst>
                    <a:ext uri="{FF2B5EF4-FFF2-40B4-BE49-F238E27FC236}">
                      <a16:creationId xmlns:a16="http://schemas.microsoft.com/office/drawing/2014/main" id="{D62CF817-C809-4B8B-ACC9-17FE8E40491B}"/>
                    </a:ext>
                  </a:extLst>
                </p:cNvPr>
                <p:cNvSpPr/>
                <p:nvPr/>
              </p:nvSpPr>
              <p:spPr>
                <a:xfrm>
                  <a:off x="2449332" y="3250152"/>
                  <a:ext cx="216035" cy="239094"/>
                </a:xfrm>
                <a:custGeom>
                  <a:avLst/>
                  <a:gdLst>
                    <a:gd name="connsiteX0" fmla="*/ 150971 w 216035"/>
                    <a:gd name="connsiteY0" fmla="*/ 73724 h 239094"/>
                    <a:gd name="connsiteX1" fmla="*/ 182213 w 216035"/>
                    <a:gd name="connsiteY1" fmla="*/ 114491 h 239094"/>
                    <a:gd name="connsiteX2" fmla="*/ 187928 w 216035"/>
                    <a:gd name="connsiteY2" fmla="*/ 152781 h 239094"/>
                    <a:gd name="connsiteX3" fmla="*/ 171355 w 216035"/>
                    <a:gd name="connsiteY3" fmla="*/ 182785 h 239094"/>
                    <a:gd name="connsiteX4" fmla="*/ 134398 w 216035"/>
                    <a:gd name="connsiteY4" fmla="*/ 208693 h 239094"/>
                    <a:gd name="connsiteX5" fmla="*/ 77248 w 216035"/>
                    <a:gd name="connsiteY5" fmla="*/ 228791 h 239094"/>
                    <a:gd name="connsiteX6" fmla="*/ 0 w 216035"/>
                    <a:gd name="connsiteY6" fmla="*/ 238601 h 239094"/>
                    <a:gd name="connsiteX7" fmla="*/ 2381 w 216035"/>
                    <a:gd name="connsiteY7" fmla="*/ 238792 h 239094"/>
                    <a:gd name="connsiteX8" fmla="*/ 90202 w 216035"/>
                    <a:gd name="connsiteY8" fmla="*/ 232696 h 239094"/>
                    <a:gd name="connsiteX9" fmla="*/ 155162 w 216035"/>
                    <a:gd name="connsiteY9" fmla="*/ 213741 h 239094"/>
                    <a:gd name="connsiteX10" fmla="*/ 214979 w 216035"/>
                    <a:gd name="connsiteY10" fmla="*/ 157734 h 239094"/>
                    <a:gd name="connsiteX11" fmla="*/ 177355 w 216035"/>
                    <a:gd name="connsiteY11" fmla="*/ 81629 h 239094"/>
                    <a:gd name="connsiteX12" fmla="*/ 48101 w 216035"/>
                    <a:gd name="connsiteY12" fmla="*/ 6667 h 239094"/>
                    <a:gd name="connsiteX13" fmla="*/ 27813 w 216035"/>
                    <a:gd name="connsiteY13" fmla="*/ 0 h 239094"/>
                    <a:gd name="connsiteX14" fmla="*/ 150971 w 216035"/>
                    <a:gd name="connsiteY14" fmla="*/ 73724 h 239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16035" h="239094">
                      <a:moveTo>
                        <a:pt x="150971" y="73724"/>
                      </a:moveTo>
                      <a:cubicBezTo>
                        <a:pt x="165068" y="87535"/>
                        <a:pt x="176308" y="101441"/>
                        <a:pt x="182213" y="114491"/>
                      </a:cubicBezTo>
                      <a:cubicBezTo>
                        <a:pt x="188309" y="127635"/>
                        <a:pt x="190881" y="140494"/>
                        <a:pt x="187928" y="152781"/>
                      </a:cubicBezTo>
                      <a:cubicBezTo>
                        <a:pt x="186309" y="163544"/>
                        <a:pt x="180118" y="173355"/>
                        <a:pt x="171355" y="182785"/>
                      </a:cubicBezTo>
                      <a:cubicBezTo>
                        <a:pt x="162782" y="192215"/>
                        <a:pt x="149828" y="200787"/>
                        <a:pt x="134398" y="208693"/>
                      </a:cubicBezTo>
                      <a:cubicBezTo>
                        <a:pt x="118967" y="216503"/>
                        <a:pt x="99822" y="223457"/>
                        <a:pt x="77248" y="228791"/>
                      </a:cubicBezTo>
                      <a:cubicBezTo>
                        <a:pt x="54674" y="234125"/>
                        <a:pt x="29242" y="237839"/>
                        <a:pt x="0" y="238601"/>
                      </a:cubicBezTo>
                      <a:lnTo>
                        <a:pt x="2381" y="238792"/>
                      </a:lnTo>
                      <a:cubicBezTo>
                        <a:pt x="35624" y="240030"/>
                        <a:pt x="64865" y="237363"/>
                        <a:pt x="90202" y="232696"/>
                      </a:cubicBezTo>
                      <a:cubicBezTo>
                        <a:pt x="115824" y="228029"/>
                        <a:pt x="137636" y="221456"/>
                        <a:pt x="155162" y="213741"/>
                      </a:cubicBezTo>
                      <a:cubicBezTo>
                        <a:pt x="190500" y="198311"/>
                        <a:pt x="210979" y="179356"/>
                        <a:pt x="214979" y="157734"/>
                      </a:cubicBezTo>
                      <a:cubicBezTo>
                        <a:pt x="220123" y="134303"/>
                        <a:pt x="206312" y="108775"/>
                        <a:pt x="177355" y="81629"/>
                      </a:cubicBezTo>
                      <a:cubicBezTo>
                        <a:pt x="148685" y="55054"/>
                        <a:pt x="104299" y="27622"/>
                        <a:pt x="48101" y="6667"/>
                      </a:cubicBezTo>
                      <a:cubicBezTo>
                        <a:pt x="41338" y="4191"/>
                        <a:pt x="34576" y="2000"/>
                        <a:pt x="27813" y="0"/>
                      </a:cubicBezTo>
                      <a:cubicBezTo>
                        <a:pt x="81343" y="20669"/>
                        <a:pt x="123634" y="47434"/>
                        <a:pt x="150971" y="73724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067" name="Forme libre : forme 13066">
                  <a:extLst>
                    <a:ext uri="{FF2B5EF4-FFF2-40B4-BE49-F238E27FC236}">
                      <a16:creationId xmlns:a16="http://schemas.microsoft.com/office/drawing/2014/main" id="{F4D284AF-7A4F-476B-BD4F-C1073A452C03}"/>
                    </a:ext>
                  </a:extLst>
                </p:cNvPr>
                <p:cNvSpPr/>
                <p:nvPr/>
              </p:nvSpPr>
              <p:spPr>
                <a:xfrm>
                  <a:off x="2225409" y="3209004"/>
                  <a:ext cx="136006" cy="247554"/>
                </a:xfrm>
                <a:custGeom>
                  <a:avLst/>
                  <a:gdLst>
                    <a:gd name="connsiteX0" fmla="*/ 561 w 136006"/>
                    <a:gd name="connsiteY0" fmla="*/ 0 h 247554"/>
                    <a:gd name="connsiteX1" fmla="*/ 85 w 136006"/>
                    <a:gd name="connsiteY1" fmla="*/ 8191 h 247554"/>
                    <a:gd name="connsiteX2" fmla="*/ 276 w 136006"/>
                    <a:gd name="connsiteY2" fmla="*/ 30480 h 247554"/>
                    <a:gd name="connsiteX3" fmla="*/ 3228 w 136006"/>
                    <a:gd name="connsiteY3" fmla="*/ 63246 h 247554"/>
                    <a:gd name="connsiteX4" fmla="*/ 11991 w 136006"/>
                    <a:gd name="connsiteY4" fmla="*/ 102775 h 247554"/>
                    <a:gd name="connsiteX5" fmla="*/ 28470 w 136006"/>
                    <a:gd name="connsiteY5" fmla="*/ 144970 h 247554"/>
                    <a:gd name="connsiteX6" fmla="*/ 39804 w 136006"/>
                    <a:gd name="connsiteY6" fmla="*/ 165735 h 247554"/>
                    <a:gd name="connsiteX7" fmla="*/ 53997 w 136006"/>
                    <a:gd name="connsiteY7" fmla="*/ 185642 h 247554"/>
                    <a:gd name="connsiteX8" fmla="*/ 89525 w 136006"/>
                    <a:gd name="connsiteY8" fmla="*/ 220885 h 247554"/>
                    <a:gd name="connsiteX9" fmla="*/ 136007 w 136006"/>
                    <a:gd name="connsiteY9" fmla="*/ 247555 h 247554"/>
                    <a:gd name="connsiteX10" fmla="*/ 116862 w 136006"/>
                    <a:gd name="connsiteY10" fmla="*/ 236125 h 247554"/>
                    <a:gd name="connsiteX11" fmla="*/ 72285 w 136006"/>
                    <a:gd name="connsiteY11" fmla="*/ 196977 h 247554"/>
                    <a:gd name="connsiteX12" fmla="*/ 46948 w 136006"/>
                    <a:gd name="connsiteY12" fmla="*/ 164020 h 247554"/>
                    <a:gd name="connsiteX13" fmla="*/ 24279 w 136006"/>
                    <a:gd name="connsiteY13" fmla="*/ 120682 h 247554"/>
                    <a:gd name="connsiteX14" fmla="*/ 7419 w 136006"/>
                    <a:gd name="connsiteY14" fmla="*/ 66103 h 247554"/>
                    <a:gd name="connsiteX15" fmla="*/ 561 w 136006"/>
                    <a:gd name="connsiteY15" fmla="*/ 0 h 247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36006" h="247554">
                      <a:moveTo>
                        <a:pt x="561" y="0"/>
                      </a:moveTo>
                      <a:cubicBezTo>
                        <a:pt x="561" y="0"/>
                        <a:pt x="85" y="2857"/>
                        <a:pt x="85" y="8191"/>
                      </a:cubicBezTo>
                      <a:cubicBezTo>
                        <a:pt x="-10" y="13430"/>
                        <a:pt x="-105" y="21145"/>
                        <a:pt x="276" y="30480"/>
                      </a:cubicBezTo>
                      <a:cubicBezTo>
                        <a:pt x="752" y="39910"/>
                        <a:pt x="1228" y="50959"/>
                        <a:pt x="3228" y="63246"/>
                      </a:cubicBezTo>
                      <a:cubicBezTo>
                        <a:pt x="5229" y="75533"/>
                        <a:pt x="8086" y="88963"/>
                        <a:pt x="11991" y="102775"/>
                      </a:cubicBezTo>
                      <a:cubicBezTo>
                        <a:pt x="15801" y="116586"/>
                        <a:pt x="21707" y="130969"/>
                        <a:pt x="28470" y="144970"/>
                      </a:cubicBezTo>
                      <a:cubicBezTo>
                        <a:pt x="31899" y="152019"/>
                        <a:pt x="35613" y="158877"/>
                        <a:pt x="39804" y="165735"/>
                      </a:cubicBezTo>
                      <a:cubicBezTo>
                        <a:pt x="44186" y="172593"/>
                        <a:pt x="48948" y="179260"/>
                        <a:pt x="53997" y="185642"/>
                      </a:cubicBezTo>
                      <a:cubicBezTo>
                        <a:pt x="64284" y="198501"/>
                        <a:pt x="75809" y="210407"/>
                        <a:pt x="89525" y="220885"/>
                      </a:cubicBezTo>
                      <a:cubicBezTo>
                        <a:pt x="103336" y="231362"/>
                        <a:pt x="118767" y="240411"/>
                        <a:pt x="136007" y="247555"/>
                      </a:cubicBezTo>
                      <a:cubicBezTo>
                        <a:pt x="136007" y="247555"/>
                        <a:pt x="128577" y="244126"/>
                        <a:pt x="116862" y="236125"/>
                      </a:cubicBezTo>
                      <a:cubicBezTo>
                        <a:pt x="105051" y="228124"/>
                        <a:pt x="88858" y="215646"/>
                        <a:pt x="72285" y="196977"/>
                      </a:cubicBezTo>
                      <a:cubicBezTo>
                        <a:pt x="63998" y="187642"/>
                        <a:pt x="55235" y="176689"/>
                        <a:pt x="46948" y="164020"/>
                      </a:cubicBezTo>
                      <a:cubicBezTo>
                        <a:pt x="39042" y="151447"/>
                        <a:pt x="31327" y="137065"/>
                        <a:pt x="24279" y="120682"/>
                      </a:cubicBezTo>
                      <a:cubicBezTo>
                        <a:pt x="17230" y="104394"/>
                        <a:pt x="11991" y="86296"/>
                        <a:pt x="7419" y="66103"/>
                      </a:cubicBezTo>
                      <a:cubicBezTo>
                        <a:pt x="3228" y="45815"/>
                        <a:pt x="942" y="23908"/>
                        <a:pt x="56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068" name="Forme libre : forme 13067">
                  <a:extLst>
                    <a:ext uri="{FF2B5EF4-FFF2-40B4-BE49-F238E27FC236}">
                      <a16:creationId xmlns:a16="http://schemas.microsoft.com/office/drawing/2014/main" id="{E97780D8-C954-4DC3-B5E4-C95F9D02C543}"/>
                    </a:ext>
                  </a:extLst>
                </p:cNvPr>
                <p:cNvSpPr/>
                <p:nvPr/>
              </p:nvSpPr>
              <p:spPr>
                <a:xfrm>
                  <a:off x="2280454" y="3274127"/>
                  <a:ext cx="236505" cy="64607"/>
                </a:xfrm>
                <a:custGeom>
                  <a:avLst/>
                  <a:gdLst>
                    <a:gd name="connsiteX0" fmla="*/ 0 w 236505"/>
                    <a:gd name="connsiteY0" fmla="*/ 4791 h 64607"/>
                    <a:gd name="connsiteX1" fmla="*/ 5905 w 236505"/>
                    <a:gd name="connsiteY1" fmla="*/ 28317 h 64607"/>
                    <a:gd name="connsiteX2" fmla="*/ 21717 w 236505"/>
                    <a:gd name="connsiteY2" fmla="*/ 64608 h 64607"/>
                    <a:gd name="connsiteX3" fmla="*/ 37719 w 236505"/>
                    <a:gd name="connsiteY3" fmla="*/ 52511 h 64607"/>
                    <a:gd name="connsiteX4" fmla="*/ 82677 w 236505"/>
                    <a:gd name="connsiteY4" fmla="*/ 31365 h 64607"/>
                    <a:gd name="connsiteX5" fmla="*/ 151162 w 236505"/>
                    <a:gd name="connsiteY5" fmla="*/ 23460 h 64607"/>
                    <a:gd name="connsiteX6" fmla="*/ 236506 w 236505"/>
                    <a:gd name="connsiteY6" fmla="*/ 45081 h 64607"/>
                    <a:gd name="connsiteX7" fmla="*/ 178689 w 236505"/>
                    <a:gd name="connsiteY7" fmla="*/ 15459 h 64607"/>
                    <a:gd name="connsiteX8" fmla="*/ 33623 w 236505"/>
                    <a:gd name="connsiteY8" fmla="*/ 11649 h 64607"/>
                    <a:gd name="connsiteX9" fmla="*/ 10096 w 236505"/>
                    <a:gd name="connsiteY9" fmla="*/ 10791 h 64607"/>
                    <a:gd name="connsiteX10" fmla="*/ 0 w 236505"/>
                    <a:gd name="connsiteY10" fmla="*/ 4791 h 64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6505" h="64607">
                      <a:moveTo>
                        <a:pt x="0" y="4791"/>
                      </a:moveTo>
                      <a:cubicBezTo>
                        <a:pt x="0" y="4791"/>
                        <a:pt x="2191" y="15554"/>
                        <a:pt x="5905" y="28317"/>
                      </a:cubicBezTo>
                      <a:cubicBezTo>
                        <a:pt x="9811" y="41176"/>
                        <a:pt x="14954" y="55845"/>
                        <a:pt x="21717" y="64608"/>
                      </a:cubicBezTo>
                      <a:cubicBezTo>
                        <a:pt x="21717" y="64608"/>
                        <a:pt x="27051" y="59274"/>
                        <a:pt x="37719" y="52511"/>
                      </a:cubicBezTo>
                      <a:cubicBezTo>
                        <a:pt x="48292" y="45653"/>
                        <a:pt x="63532" y="37366"/>
                        <a:pt x="82677" y="31365"/>
                      </a:cubicBezTo>
                      <a:cubicBezTo>
                        <a:pt x="101822" y="25365"/>
                        <a:pt x="125349" y="21840"/>
                        <a:pt x="151162" y="23460"/>
                      </a:cubicBezTo>
                      <a:cubicBezTo>
                        <a:pt x="177070" y="24984"/>
                        <a:pt x="205740" y="31842"/>
                        <a:pt x="236506" y="45081"/>
                      </a:cubicBezTo>
                      <a:cubicBezTo>
                        <a:pt x="236506" y="45081"/>
                        <a:pt x="214598" y="29175"/>
                        <a:pt x="178689" y="15459"/>
                      </a:cubicBezTo>
                      <a:cubicBezTo>
                        <a:pt x="142684" y="2219"/>
                        <a:pt x="92869" y="-9592"/>
                        <a:pt x="33623" y="11649"/>
                      </a:cubicBezTo>
                      <a:cubicBezTo>
                        <a:pt x="24670" y="14887"/>
                        <a:pt x="16383" y="13363"/>
                        <a:pt x="10096" y="10791"/>
                      </a:cubicBezTo>
                      <a:cubicBezTo>
                        <a:pt x="3905" y="8220"/>
                        <a:pt x="0" y="4791"/>
                        <a:pt x="0" y="4791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069" name="Forme libre : forme 13068">
                  <a:extLst>
                    <a:ext uri="{FF2B5EF4-FFF2-40B4-BE49-F238E27FC236}">
                      <a16:creationId xmlns:a16="http://schemas.microsoft.com/office/drawing/2014/main" id="{8E06C726-DE95-45C4-822F-4BBBEDCAE6FE}"/>
                    </a:ext>
                  </a:extLst>
                </p:cNvPr>
                <p:cNvSpPr/>
                <p:nvPr/>
              </p:nvSpPr>
              <p:spPr>
                <a:xfrm>
                  <a:off x="2221808" y="3367786"/>
                  <a:ext cx="37690" cy="120110"/>
                </a:xfrm>
                <a:custGeom>
                  <a:avLst/>
                  <a:gdLst>
                    <a:gd name="connsiteX0" fmla="*/ 37691 w 37690"/>
                    <a:gd name="connsiteY0" fmla="*/ 17907 h 120110"/>
                    <a:gd name="connsiteX1" fmla="*/ 25975 w 37690"/>
                    <a:gd name="connsiteY1" fmla="*/ 0 h 120110"/>
                    <a:gd name="connsiteX2" fmla="*/ 21403 w 37690"/>
                    <a:gd name="connsiteY2" fmla="*/ 8763 h 120110"/>
                    <a:gd name="connsiteX3" fmla="*/ 11497 w 37690"/>
                    <a:gd name="connsiteY3" fmla="*/ 33623 h 120110"/>
                    <a:gd name="connsiteX4" fmla="*/ 6258 w 37690"/>
                    <a:gd name="connsiteY4" fmla="*/ 51244 h 120110"/>
                    <a:gd name="connsiteX5" fmla="*/ 2448 w 37690"/>
                    <a:gd name="connsiteY5" fmla="*/ 71914 h 120110"/>
                    <a:gd name="connsiteX6" fmla="*/ 829 w 37690"/>
                    <a:gd name="connsiteY6" fmla="*/ 120110 h 120110"/>
                    <a:gd name="connsiteX7" fmla="*/ 1877 w 37690"/>
                    <a:gd name="connsiteY7" fmla="*/ 111157 h 120110"/>
                    <a:gd name="connsiteX8" fmla="*/ 6734 w 37690"/>
                    <a:gd name="connsiteY8" fmla="*/ 87630 h 120110"/>
                    <a:gd name="connsiteX9" fmla="*/ 17784 w 37690"/>
                    <a:gd name="connsiteY9" fmla="*/ 54673 h 120110"/>
                    <a:gd name="connsiteX10" fmla="*/ 37691 w 37690"/>
                    <a:gd name="connsiteY10" fmla="*/ 17907 h 120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690" h="120110">
                      <a:moveTo>
                        <a:pt x="37691" y="17907"/>
                      </a:moveTo>
                      <a:cubicBezTo>
                        <a:pt x="37691" y="17907"/>
                        <a:pt x="30452" y="9144"/>
                        <a:pt x="25975" y="0"/>
                      </a:cubicBezTo>
                      <a:cubicBezTo>
                        <a:pt x="25975" y="0"/>
                        <a:pt x="23975" y="3048"/>
                        <a:pt x="21403" y="8763"/>
                      </a:cubicBezTo>
                      <a:cubicBezTo>
                        <a:pt x="18736" y="14478"/>
                        <a:pt x="15117" y="22955"/>
                        <a:pt x="11497" y="33623"/>
                      </a:cubicBezTo>
                      <a:cubicBezTo>
                        <a:pt x="9687" y="38957"/>
                        <a:pt x="7782" y="44863"/>
                        <a:pt x="6258" y="51244"/>
                      </a:cubicBezTo>
                      <a:cubicBezTo>
                        <a:pt x="4830" y="57626"/>
                        <a:pt x="3496" y="64579"/>
                        <a:pt x="2448" y="71914"/>
                      </a:cubicBezTo>
                      <a:cubicBezTo>
                        <a:pt x="258" y="86582"/>
                        <a:pt x="-885" y="102870"/>
                        <a:pt x="829" y="120110"/>
                      </a:cubicBezTo>
                      <a:cubicBezTo>
                        <a:pt x="829" y="120110"/>
                        <a:pt x="1020" y="116872"/>
                        <a:pt x="1877" y="111157"/>
                      </a:cubicBezTo>
                      <a:cubicBezTo>
                        <a:pt x="2639" y="105442"/>
                        <a:pt x="3972" y="97346"/>
                        <a:pt x="6734" y="87630"/>
                      </a:cubicBezTo>
                      <a:cubicBezTo>
                        <a:pt x="9401" y="77914"/>
                        <a:pt x="13021" y="66580"/>
                        <a:pt x="17784" y="54673"/>
                      </a:cubicBezTo>
                      <a:cubicBezTo>
                        <a:pt x="22737" y="42863"/>
                        <a:pt x="29595" y="30289"/>
                        <a:pt x="37691" y="17907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3070" name="Graphique 5">
                  <a:extLst>
                    <a:ext uri="{FF2B5EF4-FFF2-40B4-BE49-F238E27FC236}">
                      <a16:creationId xmlns:a16="http://schemas.microsoft.com/office/drawing/2014/main" id="{3A454B8D-2526-4572-ACAE-C3BF5B1A3F8A}"/>
                    </a:ext>
                  </a:extLst>
                </p:cNvPr>
                <p:cNvGrpSpPr/>
                <p:nvPr/>
              </p:nvGrpSpPr>
              <p:grpSpPr>
                <a:xfrm>
                  <a:off x="2263175" y="3365817"/>
                  <a:ext cx="99024" cy="73836"/>
                  <a:chOff x="2263175" y="3365817"/>
                  <a:chExt cx="99024" cy="73836"/>
                </a:xfrm>
                <a:solidFill>
                  <a:schemeClr val="accent1"/>
                </a:solidFill>
              </p:grpSpPr>
              <p:grpSp>
                <p:nvGrpSpPr>
                  <p:cNvPr id="13071" name="Graphique 5">
                    <a:extLst>
                      <a:ext uri="{FF2B5EF4-FFF2-40B4-BE49-F238E27FC236}">
                        <a16:creationId xmlns:a16="http://schemas.microsoft.com/office/drawing/2014/main" id="{2DCDC049-C3E0-4FDD-9FFB-8063A4788D1C}"/>
                      </a:ext>
                    </a:extLst>
                  </p:cNvPr>
                  <p:cNvGrpSpPr/>
                  <p:nvPr/>
                </p:nvGrpSpPr>
                <p:grpSpPr>
                  <a:xfrm>
                    <a:off x="2263175" y="3398999"/>
                    <a:ext cx="35755" cy="40654"/>
                    <a:chOff x="2263175" y="3398999"/>
                    <a:chExt cx="35755" cy="40654"/>
                  </a:xfrm>
                  <a:solidFill>
                    <a:schemeClr val="accent1"/>
                  </a:solidFill>
                </p:grpSpPr>
                <p:sp>
                  <p:nvSpPr>
                    <p:cNvPr id="13072" name="Forme libre : forme 13071">
                      <a:extLst>
                        <a:ext uri="{FF2B5EF4-FFF2-40B4-BE49-F238E27FC236}">
                          <a16:creationId xmlns:a16="http://schemas.microsoft.com/office/drawing/2014/main" id="{2D0309F4-1749-498A-B324-2EA16B44A6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3175" y="3398999"/>
                      <a:ext cx="35755" cy="40558"/>
                    </a:xfrm>
                    <a:custGeom>
                      <a:avLst/>
                      <a:gdLst>
                        <a:gd name="connsiteX0" fmla="*/ 20422 w 35755"/>
                        <a:gd name="connsiteY0" fmla="*/ 124 h 40558"/>
                        <a:gd name="connsiteX1" fmla="*/ 35567 w 35755"/>
                        <a:gd name="connsiteY1" fmla="*/ 22127 h 40558"/>
                        <a:gd name="connsiteX2" fmla="*/ 16136 w 35755"/>
                        <a:gd name="connsiteY2" fmla="*/ 40510 h 40558"/>
                        <a:gd name="connsiteX3" fmla="*/ 134 w 35755"/>
                        <a:gd name="connsiteY3" fmla="*/ 18412 h 40558"/>
                        <a:gd name="connsiteX4" fmla="*/ 20422 w 35755"/>
                        <a:gd name="connsiteY4" fmla="*/ 124 h 40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55" h="40558">
                          <a:moveTo>
                            <a:pt x="20422" y="124"/>
                          </a:moveTo>
                          <a:cubicBezTo>
                            <a:pt x="30137" y="1457"/>
                            <a:pt x="36995" y="11268"/>
                            <a:pt x="35567" y="22127"/>
                          </a:cubicBezTo>
                          <a:cubicBezTo>
                            <a:pt x="34424" y="32985"/>
                            <a:pt x="25946" y="41272"/>
                            <a:pt x="16136" y="40510"/>
                          </a:cubicBezTo>
                          <a:cubicBezTo>
                            <a:pt x="6420" y="39748"/>
                            <a:pt x="-1105" y="29842"/>
                            <a:pt x="134" y="18412"/>
                          </a:cubicBezTo>
                          <a:cubicBezTo>
                            <a:pt x="1562" y="7077"/>
                            <a:pt x="10611" y="-1114"/>
                            <a:pt x="20422" y="12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73" name="Forme libre : forme 13072">
                      <a:extLst>
                        <a:ext uri="{FF2B5EF4-FFF2-40B4-BE49-F238E27FC236}">
                          <a16:creationId xmlns:a16="http://schemas.microsoft.com/office/drawing/2014/main" id="{59A3E0D5-E522-4086-A704-DD4349BDD1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0643" y="3399102"/>
                      <a:ext cx="28171" cy="40551"/>
                    </a:xfrm>
                    <a:custGeom>
                      <a:avLst/>
                      <a:gdLst>
                        <a:gd name="connsiteX0" fmla="*/ 10763 w 28171"/>
                        <a:gd name="connsiteY0" fmla="*/ 20118 h 40551"/>
                        <a:gd name="connsiteX1" fmla="*/ 0 w 28171"/>
                        <a:gd name="connsiteY1" fmla="*/ 36978 h 40551"/>
                        <a:gd name="connsiteX2" fmla="*/ 8572 w 28171"/>
                        <a:gd name="connsiteY2" fmla="*/ 40502 h 40551"/>
                        <a:gd name="connsiteX3" fmla="*/ 28003 w 28171"/>
                        <a:gd name="connsiteY3" fmla="*/ 22119 h 40551"/>
                        <a:gd name="connsiteX4" fmla="*/ 12859 w 28171"/>
                        <a:gd name="connsiteY4" fmla="*/ 116 h 40551"/>
                        <a:gd name="connsiteX5" fmla="*/ 4000 w 28171"/>
                        <a:gd name="connsiteY5" fmla="*/ 1640 h 40551"/>
                        <a:gd name="connsiteX6" fmla="*/ 10763 w 28171"/>
                        <a:gd name="connsiteY6" fmla="*/ 20118 h 40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171" h="40551">
                          <a:moveTo>
                            <a:pt x="10763" y="20118"/>
                          </a:moveTo>
                          <a:cubicBezTo>
                            <a:pt x="9811" y="27738"/>
                            <a:pt x="5810" y="33930"/>
                            <a:pt x="0" y="36978"/>
                          </a:cubicBezTo>
                          <a:cubicBezTo>
                            <a:pt x="2476" y="38883"/>
                            <a:pt x="5334" y="40216"/>
                            <a:pt x="8572" y="40502"/>
                          </a:cubicBezTo>
                          <a:cubicBezTo>
                            <a:pt x="18478" y="41264"/>
                            <a:pt x="26860" y="33072"/>
                            <a:pt x="28003" y="22119"/>
                          </a:cubicBezTo>
                          <a:cubicBezTo>
                            <a:pt x="29337" y="11260"/>
                            <a:pt x="22574" y="1354"/>
                            <a:pt x="12859" y="116"/>
                          </a:cubicBezTo>
                          <a:cubicBezTo>
                            <a:pt x="9715" y="-265"/>
                            <a:pt x="6763" y="306"/>
                            <a:pt x="4000" y="1640"/>
                          </a:cubicBezTo>
                          <a:cubicBezTo>
                            <a:pt x="8953" y="5736"/>
                            <a:pt x="11716" y="12689"/>
                            <a:pt x="10763" y="2011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74" name="Forme libre : forme 13073">
                      <a:extLst>
                        <a:ext uri="{FF2B5EF4-FFF2-40B4-BE49-F238E27FC236}">
                          <a16:creationId xmlns:a16="http://schemas.microsoft.com/office/drawing/2014/main" id="{B41A2A74-0DAC-49C5-A673-FBDF326B12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0585" y="3402609"/>
                      <a:ext cx="16942" cy="17347"/>
                    </a:xfrm>
                    <a:custGeom>
                      <a:avLst/>
                      <a:gdLst>
                        <a:gd name="connsiteX0" fmla="*/ 6155 w 16942"/>
                        <a:gd name="connsiteY0" fmla="*/ 705 h 17347"/>
                        <a:gd name="connsiteX1" fmla="*/ 16632 w 16942"/>
                        <a:gd name="connsiteY1" fmla="*/ 5277 h 17347"/>
                        <a:gd name="connsiteX2" fmla="*/ 10822 w 16942"/>
                        <a:gd name="connsiteY2" fmla="*/ 16612 h 17347"/>
                        <a:gd name="connsiteX3" fmla="*/ 344 w 16942"/>
                        <a:gd name="connsiteY3" fmla="*/ 12135 h 17347"/>
                        <a:gd name="connsiteX4" fmla="*/ 6155 w 16942"/>
                        <a:gd name="connsiteY4" fmla="*/ 705 h 17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42" h="17347">
                          <a:moveTo>
                            <a:pt x="6155" y="705"/>
                          </a:moveTo>
                          <a:cubicBezTo>
                            <a:pt x="10631" y="-1200"/>
                            <a:pt x="15298" y="896"/>
                            <a:pt x="16632" y="5277"/>
                          </a:cubicBezTo>
                          <a:cubicBezTo>
                            <a:pt x="17870" y="9659"/>
                            <a:pt x="15298" y="14612"/>
                            <a:pt x="10822" y="16612"/>
                          </a:cubicBezTo>
                          <a:cubicBezTo>
                            <a:pt x="6345" y="18517"/>
                            <a:pt x="1582" y="16612"/>
                            <a:pt x="344" y="12135"/>
                          </a:cubicBezTo>
                          <a:cubicBezTo>
                            <a:pt x="-989" y="7659"/>
                            <a:pt x="1678" y="2515"/>
                            <a:pt x="6155" y="70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75" name="Forme libre : forme 13074">
                      <a:extLst>
                        <a:ext uri="{FF2B5EF4-FFF2-40B4-BE49-F238E27FC236}">
                          <a16:creationId xmlns:a16="http://schemas.microsoft.com/office/drawing/2014/main" id="{28BD88FC-6783-491C-A93E-B1E5C6DD69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0599" y="3413488"/>
                      <a:ext cx="5897" cy="6702"/>
                    </a:xfrm>
                    <a:custGeom>
                      <a:avLst/>
                      <a:gdLst>
                        <a:gd name="connsiteX0" fmla="*/ 3378 w 5897"/>
                        <a:gd name="connsiteY0" fmla="*/ 18 h 6702"/>
                        <a:gd name="connsiteX1" fmla="*/ 5854 w 5897"/>
                        <a:gd name="connsiteY1" fmla="*/ 3638 h 6702"/>
                        <a:gd name="connsiteX2" fmla="*/ 2520 w 5897"/>
                        <a:gd name="connsiteY2" fmla="*/ 6686 h 6702"/>
                        <a:gd name="connsiteX3" fmla="*/ 44 w 5897"/>
                        <a:gd name="connsiteY3" fmla="*/ 3066 h 6702"/>
                        <a:gd name="connsiteX4" fmla="*/ 3378 w 5897"/>
                        <a:gd name="connsiteY4" fmla="*/ 18 h 6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97" h="6702">
                          <a:moveTo>
                            <a:pt x="3378" y="18"/>
                          </a:moveTo>
                          <a:cubicBezTo>
                            <a:pt x="4997" y="209"/>
                            <a:pt x="6140" y="1828"/>
                            <a:pt x="5854" y="3638"/>
                          </a:cubicBezTo>
                          <a:cubicBezTo>
                            <a:pt x="5664" y="5447"/>
                            <a:pt x="4140" y="6876"/>
                            <a:pt x="2520" y="6686"/>
                          </a:cubicBezTo>
                          <a:cubicBezTo>
                            <a:pt x="901" y="6495"/>
                            <a:pt x="-242" y="4876"/>
                            <a:pt x="44" y="3066"/>
                          </a:cubicBezTo>
                          <a:cubicBezTo>
                            <a:pt x="234" y="1161"/>
                            <a:pt x="1758" y="-172"/>
                            <a:pt x="3378" y="1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076" name="Graphique 5">
                    <a:extLst>
                      <a:ext uri="{FF2B5EF4-FFF2-40B4-BE49-F238E27FC236}">
                        <a16:creationId xmlns:a16="http://schemas.microsoft.com/office/drawing/2014/main" id="{F601D3BF-EA61-49DC-8FCD-8BCA257D1E08}"/>
                      </a:ext>
                    </a:extLst>
                  </p:cNvPr>
                  <p:cNvGrpSpPr/>
                  <p:nvPr/>
                </p:nvGrpSpPr>
                <p:grpSpPr>
                  <a:xfrm>
                    <a:off x="2297506" y="3387523"/>
                    <a:ext cx="35672" cy="39207"/>
                    <a:chOff x="2297506" y="3387523"/>
                    <a:chExt cx="35672" cy="39207"/>
                  </a:xfrm>
                  <a:solidFill>
                    <a:schemeClr val="accent1"/>
                  </a:solidFill>
                </p:grpSpPr>
                <p:sp>
                  <p:nvSpPr>
                    <p:cNvPr id="13077" name="Forme libre : forme 13076">
                      <a:extLst>
                        <a:ext uri="{FF2B5EF4-FFF2-40B4-BE49-F238E27FC236}">
                          <a16:creationId xmlns:a16="http://schemas.microsoft.com/office/drawing/2014/main" id="{4C38192C-2841-442C-A51F-EF152B7B1F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7506" y="3387523"/>
                      <a:ext cx="35672" cy="39192"/>
                    </a:xfrm>
                    <a:custGeom>
                      <a:avLst/>
                      <a:gdLst>
                        <a:gd name="connsiteX0" fmla="*/ 20286 w 35672"/>
                        <a:gd name="connsiteY0" fmla="*/ 170 h 39192"/>
                        <a:gd name="connsiteX1" fmla="*/ 35526 w 35672"/>
                        <a:gd name="connsiteY1" fmla="*/ 21792 h 39192"/>
                        <a:gd name="connsiteX2" fmla="*/ 15428 w 35672"/>
                        <a:gd name="connsiteY2" fmla="*/ 39128 h 39192"/>
                        <a:gd name="connsiteX3" fmla="*/ 188 w 35672"/>
                        <a:gd name="connsiteY3" fmla="*/ 17506 h 39192"/>
                        <a:gd name="connsiteX4" fmla="*/ 20286 w 35672"/>
                        <a:gd name="connsiteY4" fmla="*/ 170 h 39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72" h="39192">
                          <a:moveTo>
                            <a:pt x="20286" y="170"/>
                          </a:moveTo>
                          <a:cubicBezTo>
                            <a:pt x="30001" y="1599"/>
                            <a:pt x="36764" y="11315"/>
                            <a:pt x="35526" y="21792"/>
                          </a:cubicBezTo>
                          <a:cubicBezTo>
                            <a:pt x="34193" y="32270"/>
                            <a:pt x="25144" y="39985"/>
                            <a:pt x="15428" y="39128"/>
                          </a:cubicBezTo>
                          <a:cubicBezTo>
                            <a:pt x="5618" y="38175"/>
                            <a:pt x="-1240" y="28460"/>
                            <a:pt x="188" y="17506"/>
                          </a:cubicBezTo>
                          <a:cubicBezTo>
                            <a:pt x="1522" y="6457"/>
                            <a:pt x="10571" y="-1259"/>
                            <a:pt x="20286" y="17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78" name="Forme libre : forme 13077">
                      <a:extLst>
                        <a:ext uri="{FF2B5EF4-FFF2-40B4-BE49-F238E27FC236}">
                          <a16:creationId xmlns:a16="http://schemas.microsoft.com/office/drawing/2014/main" id="{74188D97-9316-40BB-A2AE-F6E2A1EA6C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362" y="3387526"/>
                      <a:ext cx="28742" cy="39203"/>
                    </a:xfrm>
                    <a:custGeom>
                      <a:avLst/>
                      <a:gdLst>
                        <a:gd name="connsiteX0" fmla="*/ 11335 w 28742"/>
                        <a:gd name="connsiteY0" fmla="*/ 19598 h 39203"/>
                        <a:gd name="connsiteX1" fmla="*/ 0 w 28742"/>
                        <a:gd name="connsiteY1" fmla="*/ 35600 h 39203"/>
                        <a:gd name="connsiteX2" fmla="*/ 8477 w 28742"/>
                        <a:gd name="connsiteY2" fmla="*/ 39124 h 39203"/>
                        <a:gd name="connsiteX3" fmla="*/ 28575 w 28742"/>
                        <a:gd name="connsiteY3" fmla="*/ 21789 h 39203"/>
                        <a:gd name="connsiteX4" fmla="*/ 13335 w 28742"/>
                        <a:gd name="connsiteY4" fmla="*/ 167 h 39203"/>
                        <a:gd name="connsiteX5" fmla="*/ 4477 w 28742"/>
                        <a:gd name="connsiteY5" fmla="*/ 1501 h 39203"/>
                        <a:gd name="connsiteX6" fmla="*/ 11335 w 28742"/>
                        <a:gd name="connsiteY6" fmla="*/ 19598 h 39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42" h="39203">
                          <a:moveTo>
                            <a:pt x="11335" y="19598"/>
                          </a:moveTo>
                          <a:cubicBezTo>
                            <a:pt x="10382" y="26932"/>
                            <a:pt x="5905" y="32838"/>
                            <a:pt x="0" y="35600"/>
                          </a:cubicBezTo>
                          <a:cubicBezTo>
                            <a:pt x="2381" y="37505"/>
                            <a:pt x="5239" y="38839"/>
                            <a:pt x="8477" y="39124"/>
                          </a:cubicBezTo>
                          <a:cubicBezTo>
                            <a:pt x="18193" y="40077"/>
                            <a:pt x="27242" y="32362"/>
                            <a:pt x="28575" y="21789"/>
                          </a:cubicBezTo>
                          <a:cubicBezTo>
                            <a:pt x="29908" y="11311"/>
                            <a:pt x="23146" y="1596"/>
                            <a:pt x="13335" y="167"/>
                          </a:cubicBezTo>
                          <a:cubicBezTo>
                            <a:pt x="10192" y="-309"/>
                            <a:pt x="7239" y="262"/>
                            <a:pt x="4477" y="1501"/>
                          </a:cubicBezTo>
                          <a:cubicBezTo>
                            <a:pt x="9430" y="5596"/>
                            <a:pt x="12287" y="12359"/>
                            <a:pt x="11335" y="1959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79" name="Forme libre : forme 13078">
                      <a:extLst>
                        <a:ext uri="{FF2B5EF4-FFF2-40B4-BE49-F238E27FC236}">
                          <a16:creationId xmlns:a16="http://schemas.microsoft.com/office/drawing/2014/main" id="{418FEDE3-B689-48A2-B917-6D722FE4E9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813" y="3390904"/>
                      <a:ext cx="16908" cy="16695"/>
                    </a:xfrm>
                    <a:custGeom>
                      <a:avLst/>
                      <a:gdLst>
                        <a:gd name="connsiteX0" fmla="*/ 6121 w 16908"/>
                        <a:gd name="connsiteY0" fmla="*/ 599 h 16695"/>
                        <a:gd name="connsiteX1" fmla="*/ 16598 w 16908"/>
                        <a:gd name="connsiteY1" fmla="*/ 5266 h 16695"/>
                        <a:gd name="connsiteX2" fmla="*/ 10788 w 16908"/>
                        <a:gd name="connsiteY2" fmla="*/ 16029 h 16695"/>
                        <a:gd name="connsiteX3" fmla="*/ 311 w 16908"/>
                        <a:gd name="connsiteY3" fmla="*/ 11552 h 16695"/>
                        <a:gd name="connsiteX4" fmla="*/ 6121 w 16908"/>
                        <a:gd name="connsiteY4" fmla="*/ 599 h 166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08" h="16695">
                          <a:moveTo>
                            <a:pt x="6121" y="599"/>
                          </a:moveTo>
                          <a:cubicBezTo>
                            <a:pt x="10598" y="-1116"/>
                            <a:pt x="15265" y="980"/>
                            <a:pt x="16598" y="5266"/>
                          </a:cubicBezTo>
                          <a:cubicBezTo>
                            <a:pt x="17837" y="9457"/>
                            <a:pt x="15265" y="14315"/>
                            <a:pt x="10788" y="16029"/>
                          </a:cubicBezTo>
                          <a:cubicBezTo>
                            <a:pt x="6311" y="17839"/>
                            <a:pt x="1644" y="15839"/>
                            <a:pt x="311" y="11552"/>
                          </a:cubicBezTo>
                          <a:cubicBezTo>
                            <a:pt x="-928" y="7266"/>
                            <a:pt x="1644" y="2313"/>
                            <a:pt x="6121" y="59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80" name="Forme libre : forme 13079">
                      <a:extLst>
                        <a:ext uri="{FF2B5EF4-FFF2-40B4-BE49-F238E27FC236}">
                          <a16:creationId xmlns:a16="http://schemas.microsoft.com/office/drawing/2014/main" id="{53BDA6A3-0A52-4B52-BC17-8355C4D440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794" y="3401296"/>
                      <a:ext cx="5897" cy="6514"/>
                    </a:xfrm>
                    <a:custGeom>
                      <a:avLst/>
                      <a:gdLst>
                        <a:gd name="connsiteX0" fmla="*/ 3378 w 5897"/>
                        <a:gd name="connsiteY0" fmla="*/ 18 h 6514"/>
                        <a:gd name="connsiteX1" fmla="*/ 5854 w 5897"/>
                        <a:gd name="connsiteY1" fmla="*/ 3638 h 6514"/>
                        <a:gd name="connsiteX2" fmla="*/ 2520 w 5897"/>
                        <a:gd name="connsiteY2" fmla="*/ 6495 h 6514"/>
                        <a:gd name="connsiteX3" fmla="*/ 44 w 5897"/>
                        <a:gd name="connsiteY3" fmla="*/ 2876 h 6514"/>
                        <a:gd name="connsiteX4" fmla="*/ 3378 w 5897"/>
                        <a:gd name="connsiteY4" fmla="*/ 18 h 6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97" h="6514">
                          <a:moveTo>
                            <a:pt x="3378" y="18"/>
                          </a:moveTo>
                          <a:cubicBezTo>
                            <a:pt x="4997" y="209"/>
                            <a:pt x="6140" y="1828"/>
                            <a:pt x="5854" y="3638"/>
                          </a:cubicBezTo>
                          <a:cubicBezTo>
                            <a:pt x="5664" y="5447"/>
                            <a:pt x="4140" y="6686"/>
                            <a:pt x="2520" y="6495"/>
                          </a:cubicBezTo>
                          <a:cubicBezTo>
                            <a:pt x="901" y="6305"/>
                            <a:pt x="-242" y="4685"/>
                            <a:pt x="44" y="2876"/>
                          </a:cubicBezTo>
                          <a:cubicBezTo>
                            <a:pt x="330" y="1161"/>
                            <a:pt x="1854" y="-172"/>
                            <a:pt x="3378" y="1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081" name="Graphique 5">
                    <a:extLst>
                      <a:ext uri="{FF2B5EF4-FFF2-40B4-BE49-F238E27FC236}">
                        <a16:creationId xmlns:a16="http://schemas.microsoft.com/office/drawing/2014/main" id="{3D36B5A2-853A-4B6A-A53B-4C14B54972DF}"/>
                      </a:ext>
                    </a:extLst>
                  </p:cNvPr>
                  <p:cNvGrpSpPr/>
                  <p:nvPr/>
                </p:nvGrpSpPr>
                <p:grpSpPr>
                  <a:xfrm>
                    <a:off x="2326462" y="3365817"/>
                    <a:ext cx="35737" cy="38015"/>
                    <a:chOff x="2326462" y="3365817"/>
                    <a:chExt cx="35737" cy="38015"/>
                  </a:xfrm>
                  <a:solidFill>
                    <a:schemeClr val="accent1"/>
                  </a:solidFill>
                </p:grpSpPr>
                <p:sp>
                  <p:nvSpPr>
                    <p:cNvPr id="13082" name="Forme libre : forme 13081">
                      <a:extLst>
                        <a:ext uri="{FF2B5EF4-FFF2-40B4-BE49-F238E27FC236}">
                          <a16:creationId xmlns:a16="http://schemas.microsoft.com/office/drawing/2014/main" id="{3E8C995F-9923-458E-857D-94C10D061F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6462" y="3365817"/>
                      <a:ext cx="35737" cy="38015"/>
                    </a:xfrm>
                    <a:custGeom>
                      <a:avLst/>
                      <a:gdLst>
                        <a:gd name="connsiteX0" fmla="*/ 21143 w 35737"/>
                        <a:gd name="connsiteY0" fmla="*/ 254 h 38015"/>
                        <a:gd name="connsiteX1" fmla="*/ 35431 w 35737"/>
                        <a:gd name="connsiteY1" fmla="*/ 21685 h 38015"/>
                        <a:gd name="connsiteX2" fmla="*/ 15333 w 35737"/>
                        <a:gd name="connsiteY2" fmla="*/ 37878 h 38015"/>
                        <a:gd name="connsiteX3" fmla="*/ 188 w 35737"/>
                        <a:gd name="connsiteY3" fmla="*/ 16256 h 38015"/>
                        <a:gd name="connsiteX4" fmla="*/ 21143 w 35737"/>
                        <a:gd name="connsiteY4" fmla="*/ 254 h 38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37" h="38015">
                          <a:moveTo>
                            <a:pt x="21143" y="254"/>
                          </a:moveTo>
                          <a:cubicBezTo>
                            <a:pt x="30859" y="1969"/>
                            <a:pt x="37241" y="11589"/>
                            <a:pt x="35431" y="21685"/>
                          </a:cubicBezTo>
                          <a:cubicBezTo>
                            <a:pt x="34097" y="31877"/>
                            <a:pt x="25144" y="39116"/>
                            <a:pt x="15333" y="37878"/>
                          </a:cubicBezTo>
                          <a:cubicBezTo>
                            <a:pt x="5618" y="36640"/>
                            <a:pt x="-1240" y="26924"/>
                            <a:pt x="188" y="16256"/>
                          </a:cubicBezTo>
                          <a:cubicBezTo>
                            <a:pt x="1998" y="5683"/>
                            <a:pt x="11428" y="-1460"/>
                            <a:pt x="21143" y="25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83" name="Forme libre : forme 13082">
                      <a:extLst>
                        <a:ext uri="{FF2B5EF4-FFF2-40B4-BE49-F238E27FC236}">
                          <a16:creationId xmlns:a16="http://schemas.microsoft.com/office/drawing/2014/main" id="{49182CDE-02B3-4E7F-ADBB-7EE5DEF6BF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3317" y="3365827"/>
                      <a:ext cx="28786" cy="38006"/>
                    </a:xfrm>
                    <a:custGeom>
                      <a:avLst/>
                      <a:gdLst>
                        <a:gd name="connsiteX0" fmla="*/ 11335 w 28786"/>
                        <a:gd name="connsiteY0" fmla="*/ 18914 h 38006"/>
                        <a:gd name="connsiteX1" fmla="*/ 0 w 28786"/>
                        <a:gd name="connsiteY1" fmla="*/ 34153 h 38006"/>
                        <a:gd name="connsiteX2" fmla="*/ 8382 w 28786"/>
                        <a:gd name="connsiteY2" fmla="*/ 37868 h 38006"/>
                        <a:gd name="connsiteX3" fmla="*/ 28480 w 28786"/>
                        <a:gd name="connsiteY3" fmla="*/ 21676 h 38006"/>
                        <a:gd name="connsiteX4" fmla="*/ 14192 w 28786"/>
                        <a:gd name="connsiteY4" fmla="*/ 244 h 38006"/>
                        <a:gd name="connsiteX5" fmla="*/ 5334 w 28786"/>
                        <a:gd name="connsiteY5" fmla="*/ 1197 h 38006"/>
                        <a:gd name="connsiteX6" fmla="*/ 11335 w 28786"/>
                        <a:gd name="connsiteY6" fmla="*/ 18914 h 38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86" h="38006">
                          <a:moveTo>
                            <a:pt x="11335" y="18914"/>
                          </a:moveTo>
                          <a:cubicBezTo>
                            <a:pt x="10382" y="25962"/>
                            <a:pt x="5906" y="31582"/>
                            <a:pt x="0" y="34153"/>
                          </a:cubicBezTo>
                          <a:cubicBezTo>
                            <a:pt x="2381" y="36154"/>
                            <a:pt x="5239" y="37487"/>
                            <a:pt x="8382" y="37868"/>
                          </a:cubicBezTo>
                          <a:cubicBezTo>
                            <a:pt x="18193" y="39106"/>
                            <a:pt x="27051" y="31868"/>
                            <a:pt x="28480" y="21676"/>
                          </a:cubicBezTo>
                          <a:cubicBezTo>
                            <a:pt x="30290" y="11579"/>
                            <a:pt x="23908" y="1959"/>
                            <a:pt x="14192" y="244"/>
                          </a:cubicBezTo>
                          <a:cubicBezTo>
                            <a:pt x="11144" y="-327"/>
                            <a:pt x="8096" y="149"/>
                            <a:pt x="5334" y="1197"/>
                          </a:cubicBezTo>
                          <a:cubicBezTo>
                            <a:pt x="10001" y="5388"/>
                            <a:pt x="12573" y="11960"/>
                            <a:pt x="11335" y="1891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84" name="Forme libre : forme 13083">
                      <a:extLst>
                        <a:ext uri="{FF2B5EF4-FFF2-40B4-BE49-F238E27FC236}">
                          <a16:creationId xmlns:a16="http://schemas.microsoft.com/office/drawing/2014/main" id="{0FCF1481-D839-4F89-A6CE-B704481935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4113" y="3369111"/>
                      <a:ext cx="17077" cy="16137"/>
                    </a:xfrm>
                    <a:custGeom>
                      <a:avLst/>
                      <a:gdLst>
                        <a:gd name="connsiteX0" fmla="*/ 6539 w 17077"/>
                        <a:gd name="connsiteY0" fmla="*/ 485 h 16137"/>
                        <a:gd name="connsiteX1" fmla="*/ 16826 w 17077"/>
                        <a:gd name="connsiteY1" fmla="*/ 5343 h 16137"/>
                        <a:gd name="connsiteX2" fmla="*/ 10539 w 17077"/>
                        <a:gd name="connsiteY2" fmla="*/ 15630 h 16137"/>
                        <a:gd name="connsiteX3" fmla="*/ 252 w 17077"/>
                        <a:gd name="connsiteY3" fmla="*/ 10867 h 16137"/>
                        <a:gd name="connsiteX4" fmla="*/ 6539 w 17077"/>
                        <a:gd name="connsiteY4" fmla="*/ 485 h 161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77" h="16137">
                          <a:moveTo>
                            <a:pt x="6539" y="485"/>
                          </a:moveTo>
                          <a:cubicBezTo>
                            <a:pt x="11111" y="-1039"/>
                            <a:pt x="15683" y="1152"/>
                            <a:pt x="16826" y="5343"/>
                          </a:cubicBezTo>
                          <a:cubicBezTo>
                            <a:pt x="17969" y="9438"/>
                            <a:pt x="15111" y="14010"/>
                            <a:pt x="10539" y="15630"/>
                          </a:cubicBezTo>
                          <a:cubicBezTo>
                            <a:pt x="5967" y="17154"/>
                            <a:pt x="1300" y="15153"/>
                            <a:pt x="252" y="10867"/>
                          </a:cubicBezTo>
                          <a:cubicBezTo>
                            <a:pt x="-891" y="6676"/>
                            <a:pt x="1967" y="2009"/>
                            <a:pt x="6539" y="48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85" name="Forme libre : forme 13084">
                      <a:extLst>
                        <a:ext uri="{FF2B5EF4-FFF2-40B4-BE49-F238E27FC236}">
                          <a16:creationId xmlns:a16="http://schemas.microsoft.com/office/drawing/2014/main" id="{8F074399-B1F9-43C9-88C9-0A3EAC6D1D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3937" y="3378982"/>
                      <a:ext cx="5904" cy="6276"/>
                    </a:xfrm>
                    <a:custGeom>
                      <a:avLst/>
                      <a:gdLst>
                        <a:gd name="connsiteX0" fmla="*/ 3476 w 5904"/>
                        <a:gd name="connsiteY0" fmla="*/ 44 h 6276"/>
                        <a:gd name="connsiteX1" fmla="*/ 5857 w 5904"/>
                        <a:gd name="connsiteY1" fmla="*/ 3568 h 6276"/>
                        <a:gd name="connsiteX2" fmla="*/ 2428 w 5904"/>
                        <a:gd name="connsiteY2" fmla="*/ 6235 h 6276"/>
                        <a:gd name="connsiteX3" fmla="*/ 47 w 5904"/>
                        <a:gd name="connsiteY3" fmla="*/ 2711 h 6276"/>
                        <a:gd name="connsiteX4" fmla="*/ 3476 w 5904"/>
                        <a:gd name="connsiteY4" fmla="*/ 44 h 6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4" h="6276">
                          <a:moveTo>
                            <a:pt x="3476" y="44"/>
                          </a:moveTo>
                          <a:cubicBezTo>
                            <a:pt x="5095" y="329"/>
                            <a:pt x="6143" y="1853"/>
                            <a:pt x="5857" y="3568"/>
                          </a:cubicBezTo>
                          <a:cubicBezTo>
                            <a:pt x="5571" y="5282"/>
                            <a:pt x="4047" y="6521"/>
                            <a:pt x="2428" y="6235"/>
                          </a:cubicBezTo>
                          <a:cubicBezTo>
                            <a:pt x="809" y="5949"/>
                            <a:pt x="-239" y="4425"/>
                            <a:pt x="47" y="2711"/>
                          </a:cubicBezTo>
                          <a:cubicBezTo>
                            <a:pt x="333" y="901"/>
                            <a:pt x="1857" y="-242"/>
                            <a:pt x="3476" y="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086" name="Graphique 5">
                  <a:extLst>
                    <a:ext uri="{FF2B5EF4-FFF2-40B4-BE49-F238E27FC236}">
                      <a16:creationId xmlns:a16="http://schemas.microsoft.com/office/drawing/2014/main" id="{F0800634-6581-4661-A62D-7FFA638BF243}"/>
                    </a:ext>
                  </a:extLst>
                </p:cNvPr>
                <p:cNvGrpSpPr/>
                <p:nvPr/>
              </p:nvGrpSpPr>
              <p:grpSpPr>
                <a:xfrm>
                  <a:off x="2371397" y="3425091"/>
                  <a:ext cx="96501" cy="67003"/>
                  <a:chOff x="2371397" y="3425091"/>
                  <a:chExt cx="96501" cy="67003"/>
                </a:xfrm>
                <a:solidFill>
                  <a:schemeClr val="accent1"/>
                </a:solidFill>
              </p:grpSpPr>
              <p:grpSp>
                <p:nvGrpSpPr>
                  <p:cNvPr id="13087" name="Graphique 5">
                    <a:extLst>
                      <a:ext uri="{FF2B5EF4-FFF2-40B4-BE49-F238E27FC236}">
                        <a16:creationId xmlns:a16="http://schemas.microsoft.com/office/drawing/2014/main" id="{6D2DAE3D-BC4D-4FA6-A30F-CC2D63DA3E7D}"/>
                      </a:ext>
                    </a:extLst>
                  </p:cNvPr>
                  <p:cNvGrpSpPr/>
                  <p:nvPr/>
                </p:nvGrpSpPr>
                <p:grpSpPr>
                  <a:xfrm>
                    <a:off x="2371397" y="3456316"/>
                    <a:ext cx="35590" cy="35779"/>
                    <a:chOff x="2371397" y="3456316"/>
                    <a:chExt cx="35590" cy="35779"/>
                  </a:xfrm>
                  <a:solidFill>
                    <a:schemeClr val="accent1"/>
                  </a:solidFill>
                </p:grpSpPr>
                <p:sp>
                  <p:nvSpPr>
                    <p:cNvPr id="13088" name="Forme libre : forme 13087">
                      <a:extLst>
                        <a:ext uri="{FF2B5EF4-FFF2-40B4-BE49-F238E27FC236}">
                          <a16:creationId xmlns:a16="http://schemas.microsoft.com/office/drawing/2014/main" id="{FAB57C3C-BF09-488B-8862-5C0BBB662F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1397" y="3456316"/>
                      <a:ext cx="35590" cy="35774"/>
                    </a:xfrm>
                    <a:custGeom>
                      <a:avLst/>
                      <a:gdLst>
                        <a:gd name="connsiteX0" fmla="*/ 19070 w 35590"/>
                        <a:gd name="connsiteY0" fmla="*/ 53 h 35774"/>
                        <a:gd name="connsiteX1" fmla="*/ 35549 w 35590"/>
                        <a:gd name="connsiteY1" fmla="*/ 18817 h 35774"/>
                        <a:gd name="connsiteX2" fmla="*/ 17261 w 35590"/>
                        <a:gd name="connsiteY2" fmla="*/ 35771 h 35774"/>
                        <a:gd name="connsiteX3" fmla="*/ 20 w 35590"/>
                        <a:gd name="connsiteY3" fmla="*/ 17007 h 35774"/>
                        <a:gd name="connsiteX4" fmla="*/ 19070 w 35590"/>
                        <a:gd name="connsiteY4" fmla="*/ 53 h 35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90" h="35774">
                          <a:moveTo>
                            <a:pt x="19070" y="53"/>
                          </a:moveTo>
                          <a:cubicBezTo>
                            <a:pt x="28881" y="815"/>
                            <a:pt x="36215" y="9197"/>
                            <a:pt x="35549" y="18817"/>
                          </a:cubicBezTo>
                          <a:cubicBezTo>
                            <a:pt x="35168" y="28437"/>
                            <a:pt x="27072" y="35962"/>
                            <a:pt x="17261" y="35771"/>
                          </a:cubicBezTo>
                          <a:cubicBezTo>
                            <a:pt x="7450" y="35486"/>
                            <a:pt x="-456" y="27104"/>
                            <a:pt x="20" y="17007"/>
                          </a:cubicBezTo>
                          <a:cubicBezTo>
                            <a:pt x="687" y="6911"/>
                            <a:pt x="9260" y="-709"/>
                            <a:pt x="19070" y="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89" name="Forme libre : forme 13088">
                      <a:extLst>
                        <a:ext uri="{FF2B5EF4-FFF2-40B4-BE49-F238E27FC236}">
                          <a16:creationId xmlns:a16="http://schemas.microsoft.com/office/drawing/2014/main" id="{2427EE49-E605-482E-91A0-EA2AB2CD2C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9799" y="3456336"/>
                      <a:ext cx="27104" cy="35758"/>
                    </a:xfrm>
                    <a:custGeom>
                      <a:avLst/>
                      <a:gdLst>
                        <a:gd name="connsiteX0" fmla="*/ 9716 w 27104"/>
                        <a:gd name="connsiteY0" fmla="*/ 17749 h 35758"/>
                        <a:gd name="connsiteX1" fmla="*/ 0 w 27104"/>
                        <a:gd name="connsiteY1" fmla="*/ 32989 h 35758"/>
                        <a:gd name="connsiteX2" fmla="*/ 8763 w 27104"/>
                        <a:gd name="connsiteY2" fmla="*/ 35751 h 35758"/>
                        <a:gd name="connsiteX3" fmla="*/ 27051 w 27104"/>
                        <a:gd name="connsiteY3" fmla="*/ 18796 h 35758"/>
                        <a:gd name="connsiteX4" fmla="*/ 10573 w 27104"/>
                        <a:gd name="connsiteY4" fmla="*/ 32 h 35758"/>
                        <a:gd name="connsiteX5" fmla="*/ 1810 w 27104"/>
                        <a:gd name="connsiteY5" fmla="*/ 1747 h 35758"/>
                        <a:gd name="connsiteX6" fmla="*/ 9716 w 27104"/>
                        <a:gd name="connsiteY6" fmla="*/ 17749 h 357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104" h="35758">
                          <a:moveTo>
                            <a:pt x="9716" y="17749"/>
                          </a:moveTo>
                          <a:cubicBezTo>
                            <a:pt x="9430" y="24416"/>
                            <a:pt x="5620" y="30036"/>
                            <a:pt x="0" y="32989"/>
                          </a:cubicBezTo>
                          <a:cubicBezTo>
                            <a:pt x="2572" y="34608"/>
                            <a:pt x="5525" y="35656"/>
                            <a:pt x="8763" y="35751"/>
                          </a:cubicBezTo>
                          <a:cubicBezTo>
                            <a:pt x="18669" y="36037"/>
                            <a:pt x="26670" y="28417"/>
                            <a:pt x="27051" y="18796"/>
                          </a:cubicBezTo>
                          <a:cubicBezTo>
                            <a:pt x="27813" y="9176"/>
                            <a:pt x="20383" y="794"/>
                            <a:pt x="10573" y="32"/>
                          </a:cubicBezTo>
                          <a:cubicBezTo>
                            <a:pt x="7429" y="-158"/>
                            <a:pt x="4477" y="508"/>
                            <a:pt x="1810" y="1747"/>
                          </a:cubicBezTo>
                          <a:cubicBezTo>
                            <a:pt x="7049" y="5271"/>
                            <a:pt x="10287" y="11177"/>
                            <a:pt x="9716" y="1774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90" name="Forme libre : forme 13089">
                      <a:extLst>
                        <a:ext uri="{FF2B5EF4-FFF2-40B4-BE49-F238E27FC236}">
                          <a16:creationId xmlns:a16="http://schemas.microsoft.com/office/drawing/2014/main" id="{ED764D3B-44CE-47FE-9D5E-92A241B3CD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8280" y="3459533"/>
                      <a:ext cx="16755" cy="15274"/>
                    </a:xfrm>
                    <a:custGeom>
                      <a:avLst/>
                      <a:gdLst>
                        <a:gd name="connsiteX0" fmla="*/ 5616 w 16755"/>
                        <a:gd name="connsiteY0" fmla="*/ 741 h 15274"/>
                        <a:gd name="connsiteX1" fmla="*/ 16283 w 16755"/>
                        <a:gd name="connsiteY1" fmla="*/ 4360 h 15274"/>
                        <a:gd name="connsiteX2" fmla="*/ 11140 w 16755"/>
                        <a:gd name="connsiteY2" fmla="*/ 14457 h 15274"/>
                        <a:gd name="connsiteX3" fmla="*/ 472 w 16755"/>
                        <a:gd name="connsiteY3" fmla="*/ 10933 h 15274"/>
                        <a:gd name="connsiteX4" fmla="*/ 5616 w 16755"/>
                        <a:gd name="connsiteY4" fmla="*/ 741 h 152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755" h="15274">
                          <a:moveTo>
                            <a:pt x="5616" y="741"/>
                          </a:moveTo>
                          <a:cubicBezTo>
                            <a:pt x="9997" y="-1069"/>
                            <a:pt x="14759" y="550"/>
                            <a:pt x="16283" y="4360"/>
                          </a:cubicBezTo>
                          <a:cubicBezTo>
                            <a:pt x="17808" y="8170"/>
                            <a:pt x="15521" y="12647"/>
                            <a:pt x="11140" y="14457"/>
                          </a:cubicBezTo>
                          <a:cubicBezTo>
                            <a:pt x="6758" y="16362"/>
                            <a:pt x="1996" y="14838"/>
                            <a:pt x="472" y="10933"/>
                          </a:cubicBezTo>
                          <a:cubicBezTo>
                            <a:pt x="-1052" y="7218"/>
                            <a:pt x="1234" y="2551"/>
                            <a:pt x="5616" y="74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91" name="Forme libre : forme 13090">
                      <a:extLst>
                        <a:ext uri="{FF2B5EF4-FFF2-40B4-BE49-F238E27FC236}">
                          <a16:creationId xmlns:a16="http://schemas.microsoft.com/office/drawing/2014/main" id="{A4CC6BBF-0E2B-4A86-AD7E-A3716A8406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8542" y="3469317"/>
                      <a:ext cx="5848" cy="5915"/>
                    </a:xfrm>
                    <a:custGeom>
                      <a:avLst/>
                      <a:gdLst>
                        <a:gd name="connsiteX0" fmla="*/ 3163 w 5848"/>
                        <a:gd name="connsiteY0" fmla="*/ 5 h 5915"/>
                        <a:gd name="connsiteX1" fmla="*/ 5830 w 5848"/>
                        <a:gd name="connsiteY1" fmla="*/ 3148 h 5915"/>
                        <a:gd name="connsiteX2" fmla="*/ 2686 w 5848"/>
                        <a:gd name="connsiteY2" fmla="*/ 5911 h 5915"/>
                        <a:gd name="connsiteX3" fmla="*/ 19 w 5848"/>
                        <a:gd name="connsiteY3" fmla="*/ 2767 h 5915"/>
                        <a:gd name="connsiteX4" fmla="*/ 3163 w 5848"/>
                        <a:gd name="connsiteY4" fmla="*/ 5 h 5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8" h="5915">
                          <a:moveTo>
                            <a:pt x="3163" y="5"/>
                          </a:moveTo>
                          <a:cubicBezTo>
                            <a:pt x="4782" y="100"/>
                            <a:pt x="6020" y="1529"/>
                            <a:pt x="5830" y="3148"/>
                          </a:cubicBezTo>
                          <a:cubicBezTo>
                            <a:pt x="5734" y="4768"/>
                            <a:pt x="4306" y="6006"/>
                            <a:pt x="2686" y="5911"/>
                          </a:cubicBezTo>
                          <a:cubicBezTo>
                            <a:pt x="1067" y="5815"/>
                            <a:pt x="-171" y="4482"/>
                            <a:pt x="19" y="2767"/>
                          </a:cubicBezTo>
                          <a:cubicBezTo>
                            <a:pt x="210" y="1148"/>
                            <a:pt x="1543" y="-90"/>
                            <a:pt x="3163" y="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092" name="Graphique 5">
                    <a:extLst>
                      <a:ext uri="{FF2B5EF4-FFF2-40B4-BE49-F238E27FC236}">
                        <a16:creationId xmlns:a16="http://schemas.microsoft.com/office/drawing/2014/main" id="{A86AD15C-F7B3-49E8-B6D1-0963FEFE84B3}"/>
                      </a:ext>
                    </a:extLst>
                  </p:cNvPr>
                  <p:cNvGrpSpPr/>
                  <p:nvPr/>
                </p:nvGrpSpPr>
                <p:grpSpPr>
                  <a:xfrm>
                    <a:off x="2404796" y="3444961"/>
                    <a:ext cx="35624" cy="34472"/>
                    <a:chOff x="2404796" y="3444961"/>
                    <a:chExt cx="35624" cy="34472"/>
                  </a:xfrm>
                  <a:solidFill>
                    <a:schemeClr val="accent1"/>
                  </a:solidFill>
                </p:grpSpPr>
                <p:sp>
                  <p:nvSpPr>
                    <p:cNvPr id="13093" name="Forme libre : forme 13092">
                      <a:extLst>
                        <a:ext uri="{FF2B5EF4-FFF2-40B4-BE49-F238E27FC236}">
                          <a16:creationId xmlns:a16="http://schemas.microsoft.com/office/drawing/2014/main" id="{3F10EF0D-3D1A-455E-A587-544A78E2D4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4796" y="3445044"/>
                      <a:ext cx="35624" cy="34390"/>
                    </a:xfrm>
                    <a:custGeom>
                      <a:avLst/>
                      <a:gdLst>
                        <a:gd name="connsiteX0" fmla="*/ 19104 w 35624"/>
                        <a:gd name="connsiteY0" fmla="*/ 85 h 34390"/>
                        <a:gd name="connsiteX1" fmla="*/ 35583 w 35624"/>
                        <a:gd name="connsiteY1" fmla="*/ 18468 h 34390"/>
                        <a:gd name="connsiteX2" fmla="*/ 16628 w 35624"/>
                        <a:gd name="connsiteY2" fmla="*/ 34375 h 34390"/>
                        <a:gd name="connsiteX3" fmla="*/ 54 w 35624"/>
                        <a:gd name="connsiteY3" fmla="*/ 15992 h 34390"/>
                        <a:gd name="connsiteX4" fmla="*/ 19104 w 35624"/>
                        <a:gd name="connsiteY4" fmla="*/ 85 h 3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24" h="34390">
                          <a:moveTo>
                            <a:pt x="19104" y="85"/>
                          </a:moveTo>
                          <a:cubicBezTo>
                            <a:pt x="28915" y="1038"/>
                            <a:pt x="36249" y="9229"/>
                            <a:pt x="35583" y="18468"/>
                          </a:cubicBezTo>
                          <a:cubicBezTo>
                            <a:pt x="34916" y="27708"/>
                            <a:pt x="26343" y="34756"/>
                            <a:pt x="16628" y="34375"/>
                          </a:cubicBezTo>
                          <a:cubicBezTo>
                            <a:pt x="6627" y="33899"/>
                            <a:pt x="-708" y="25707"/>
                            <a:pt x="54" y="15992"/>
                          </a:cubicBezTo>
                          <a:cubicBezTo>
                            <a:pt x="816" y="6276"/>
                            <a:pt x="9294" y="-867"/>
                            <a:pt x="19104" y="8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94" name="Forme libre : forme 13093">
                      <a:extLst>
                        <a:ext uri="{FF2B5EF4-FFF2-40B4-BE49-F238E27FC236}">
                          <a16:creationId xmlns:a16="http://schemas.microsoft.com/office/drawing/2014/main" id="{B237D3C2-3652-497D-9D2E-563E779328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2661" y="3444961"/>
                      <a:ext cx="27759" cy="34377"/>
                    </a:xfrm>
                    <a:custGeom>
                      <a:avLst/>
                      <a:gdLst>
                        <a:gd name="connsiteX0" fmla="*/ 10382 w 27759"/>
                        <a:gd name="connsiteY0" fmla="*/ 17218 h 34377"/>
                        <a:gd name="connsiteX1" fmla="*/ 0 w 27759"/>
                        <a:gd name="connsiteY1" fmla="*/ 31601 h 34377"/>
                        <a:gd name="connsiteX2" fmla="*/ 8763 w 27759"/>
                        <a:gd name="connsiteY2" fmla="*/ 34363 h 34377"/>
                        <a:gd name="connsiteX3" fmla="*/ 27718 w 27759"/>
                        <a:gd name="connsiteY3" fmla="*/ 18456 h 34377"/>
                        <a:gd name="connsiteX4" fmla="*/ 11240 w 27759"/>
                        <a:gd name="connsiteY4" fmla="*/ 73 h 34377"/>
                        <a:gd name="connsiteX5" fmla="*/ 2477 w 27759"/>
                        <a:gd name="connsiteY5" fmla="*/ 1502 h 34377"/>
                        <a:gd name="connsiteX6" fmla="*/ 10382 w 27759"/>
                        <a:gd name="connsiteY6" fmla="*/ 17218 h 343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759" h="34377">
                          <a:moveTo>
                            <a:pt x="10382" y="17218"/>
                          </a:moveTo>
                          <a:cubicBezTo>
                            <a:pt x="9906" y="23695"/>
                            <a:pt x="5715" y="28934"/>
                            <a:pt x="0" y="31601"/>
                          </a:cubicBezTo>
                          <a:cubicBezTo>
                            <a:pt x="2572" y="33220"/>
                            <a:pt x="5525" y="34268"/>
                            <a:pt x="8763" y="34363"/>
                          </a:cubicBezTo>
                          <a:cubicBezTo>
                            <a:pt x="18479" y="34744"/>
                            <a:pt x="27051" y="27695"/>
                            <a:pt x="27718" y="18456"/>
                          </a:cubicBezTo>
                          <a:cubicBezTo>
                            <a:pt x="28385" y="9217"/>
                            <a:pt x="21050" y="1025"/>
                            <a:pt x="11240" y="73"/>
                          </a:cubicBezTo>
                          <a:cubicBezTo>
                            <a:pt x="8096" y="-213"/>
                            <a:pt x="5144" y="359"/>
                            <a:pt x="2477" y="1502"/>
                          </a:cubicBezTo>
                          <a:cubicBezTo>
                            <a:pt x="7620" y="5121"/>
                            <a:pt x="10858" y="10836"/>
                            <a:pt x="10382" y="1721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95" name="Forme libre : forme 13094">
                      <a:extLst>
                        <a:ext uri="{FF2B5EF4-FFF2-40B4-BE49-F238E27FC236}">
                          <a16:creationId xmlns:a16="http://schemas.microsoft.com/office/drawing/2014/main" id="{25A15FEE-D2E9-4FE4-B81B-27708390F7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1722" y="3448122"/>
                      <a:ext cx="16745" cy="14662"/>
                    </a:xfrm>
                    <a:custGeom>
                      <a:avLst/>
                      <a:gdLst>
                        <a:gd name="connsiteX0" fmla="*/ 5606 w 16745"/>
                        <a:gd name="connsiteY0" fmla="*/ 626 h 14662"/>
                        <a:gd name="connsiteX1" fmla="*/ 16274 w 16745"/>
                        <a:gd name="connsiteY1" fmla="*/ 4341 h 14662"/>
                        <a:gd name="connsiteX2" fmla="*/ 11130 w 16745"/>
                        <a:gd name="connsiteY2" fmla="*/ 13961 h 14662"/>
                        <a:gd name="connsiteX3" fmla="*/ 462 w 16745"/>
                        <a:gd name="connsiteY3" fmla="*/ 10437 h 14662"/>
                        <a:gd name="connsiteX4" fmla="*/ 5606 w 16745"/>
                        <a:gd name="connsiteY4" fmla="*/ 626 h 14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745" h="14662">
                          <a:moveTo>
                            <a:pt x="5606" y="626"/>
                          </a:moveTo>
                          <a:cubicBezTo>
                            <a:pt x="9987" y="-993"/>
                            <a:pt x="14750" y="626"/>
                            <a:pt x="16274" y="4341"/>
                          </a:cubicBezTo>
                          <a:cubicBezTo>
                            <a:pt x="17798" y="7961"/>
                            <a:pt x="15512" y="12247"/>
                            <a:pt x="11130" y="13961"/>
                          </a:cubicBezTo>
                          <a:cubicBezTo>
                            <a:pt x="6749" y="15676"/>
                            <a:pt x="1986" y="14152"/>
                            <a:pt x="462" y="10437"/>
                          </a:cubicBezTo>
                          <a:cubicBezTo>
                            <a:pt x="-1062" y="6627"/>
                            <a:pt x="1319" y="2246"/>
                            <a:pt x="5606" y="62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96" name="Forme libre : forme 13095">
                      <a:extLst>
                        <a:ext uri="{FF2B5EF4-FFF2-40B4-BE49-F238E27FC236}">
                          <a16:creationId xmlns:a16="http://schemas.microsoft.com/office/drawing/2014/main" id="{E21684BA-12B2-4F4D-861F-0EF70D4734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2070" y="3457410"/>
                      <a:ext cx="5849" cy="5725"/>
                    </a:xfrm>
                    <a:custGeom>
                      <a:avLst/>
                      <a:gdLst>
                        <a:gd name="connsiteX0" fmla="*/ 3163 w 5849"/>
                        <a:gd name="connsiteY0" fmla="*/ 6 h 5725"/>
                        <a:gd name="connsiteX1" fmla="*/ 5830 w 5849"/>
                        <a:gd name="connsiteY1" fmla="*/ 3054 h 5725"/>
                        <a:gd name="connsiteX2" fmla="*/ 2686 w 5849"/>
                        <a:gd name="connsiteY2" fmla="*/ 5721 h 5725"/>
                        <a:gd name="connsiteX3" fmla="*/ 19 w 5849"/>
                        <a:gd name="connsiteY3" fmla="*/ 2673 h 5725"/>
                        <a:gd name="connsiteX4" fmla="*/ 3163 w 5849"/>
                        <a:gd name="connsiteY4" fmla="*/ 6 h 5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9" h="5725">
                          <a:moveTo>
                            <a:pt x="3163" y="6"/>
                          </a:moveTo>
                          <a:cubicBezTo>
                            <a:pt x="4782" y="101"/>
                            <a:pt x="6020" y="1530"/>
                            <a:pt x="5830" y="3054"/>
                          </a:cubicBezTo>
                          <a:cubicBezTo>
                            <a:pt x="5734" y="4578"/>
                            <a:pt x="4306" y="5816"/>
                            <a:pt x="2686" y="5721"/>
                          </a:cubicBezTo>
                          <a:cubicBezTo>
                            <a:pt x="1067" y="5625"/>
                            <a:pt x="-171" y="4292"/>
                            <a:pt x="19" y="2673"/>
                          </a:cubicBezTo>
                          <a:cubicBezTo>
                            <a:pt x="115" y="1053"/>
                            <a:pt x="1543" y="-90"/>
                            <a:pt x="3163" y="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097" name="Graphique 5">
                    <a:extLst>
                      <a:ext uri="{FF2B5EF4-FFF2-40B4-BE49-F238E27FC236}">
                        <a16:creationId xmlns:a16="http://schemas.microsoft.com/office/drawing/2014/main" id="{D23976C4-B72B-4B6D-957B-4648306B7A06}"/>
                      </a:ext>
                    </a:extLst>
                  </p:cNvPr>
                  <p:cNvGrpSpPr/>
                  <p:nvPr/>
                </p:nvGrpSpPr>
                <p:grpSpPr>
                  <a:xfrm>
                    <a:off x="2432335" y="3425091"/>
                    <a:ext cx="35563" cy="33146"/>
                    <a:chOff x="2432335" y="3425091"/>
                    <a:chExt cx="35563" cy="33146"/>
                  </a:xfrm>
                  <a:solidFill>
                    <a:schemeClr val="accent1"/>
                  </a:solidFill>
                </p:grpSpPr>
                <p:sp>
                  <p:nvSpPr>
                    <p:cNvPr id="13098" name="Forme libre : forme 13097">
                      <a:extLst>
                        <a:ext uri="{FF2B5EF4-FFF2-40B4-BE49-F238E27FC236}">
                          <a16:creationId xmlns:a16="http://schemas.microsoft.com/office/drawing/2014/main" id="{A61E9377-17F3-4CBC-9AA9-A09ED4522A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2335" y="3425092"/>
                      <a:ext cx="35563" cy="33144"/>
                    </a:xfrm>
                    <a:custGeom>
                      <a:avLst/>
                      <a:gdLst>
                        <a:gd name="connsiteX0" fmla="*/ 19759 w 35563"/>
                        <a:gd name="connsiteY0" fmla="*/ 129 h 33144"/>
                        <a:gd name="connsiteX1" fmla="*/ 35475 w 35563"/>
                        <a:gd name="connsiteY1" fmla="*/ 18322 h 33144"/>
                        <a:gd name="connsiteX2" fmla="*/ 16520 w 35563"/>
                        <a:gd name="connsiteY2" fmla="*/ 33086 h 33144"/>
                        <a:gd name="connsiteX3" fmla="*/ 42 w 35563"/>
                        <a:gd name="connsiteY3" fmla="*/ 14798 h 33144"/>
                        <a:gd name="connsiteX4" fmla="*/ 19759 w 35563"/>
                        <a:gd name="connsiteY4" fmla="*/ 129 h 33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63" h="33144">
                          <a:moveTo>
                            <a:pt x="19759" y="129"/>
                          </a:moveTo>
                          <a:cubicBezTo>
                            <a:pt x="29570" y="1367"/>
                            <a:pt x="36428" y="9464"/>
                            <a:pt x="35475" y="18322"/>
                          </a:cubicBezTo>
                          <a:cubicBezTo>
                            <a:pt x="34808" y="27180"/>
                            <a:pt x="26331" y="33848"/>
                            <a:pt x="16520" y="33086"/>
                          </a:cubicBezTo>
                          <a:cubicBezTo>
                            <a:pt x="6710" y="32324"/>
                            <a:pt x="-625" y="24132"/>
                            <a:pt x="42" y="14798"/>
                          </a:cubicBezTo>
                          <a:cubicBezTo>
                            <a:pt x="1090" y="5558"/>
                            <a:pt x="10043" y="-1014"/>
                            <a:pt x="19759" y="12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99" name="Forme libre : forme 13098">
                      <a:extLst>
                        <a:ext uri="{FF2B5EF4-FFF2-40B4-BE49-F238E27FC236}">
                          <a16:creationId xmlns:a16="http://schemas.microsoft.com/office/drawing/2014/main" id="{F04542D4-17E3-441E-85E8-D0D11201FF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0188" y="3425091"/>
                      <a:ext cx="27710" cy="33146"/>
                    </a:xfrm>
                    <a:custGeom>
                      <a:avLst/>
                      <a:gdLst>
                        <a:gd name="connsiteX0" fmla="*/ 10287 w 27710"/>
                        <a:gd name="connsiteY0" fmla="*/ 16513 h 33146"/>
                        <a:gd name="connsiteX1" fmla="*/ 0 w 27710"/>
                        <a:gd name="connsiteY1" fmla="*/ 30134 h 33146"/>
                        <a:gd name="connsiteX2" fmla="*/ 8668 w 27710"/>
                        <a:gd name="connsiteY2" fmla="*/ 33087 h 33146"/>
                        <a:gd name="connsiteX3" fmla="*/ 27623 w 27710"/>
                        <a:gd name="connsiteY3" fmla="*/ 18323 h 33146"/>
                        <a:gd name="connsiteX4" fmla="*/ 11906 w 27710"/>
                        <a:gd name="connsiteY4" fmla="*/ 130 h 33146"/>
                        <a:gd name="connsiteX5" fmla="*/ 3143 w 27710"/>
                        <a:gd name="connsiteY5" fmla="*/ 1273 h 33146"/>
                        <a:gd name="connsiteX6" fmla="*/ 10287 w 27710"/>
                        <a:gd name="connsiteY6" fmla="*/ 16513 h 33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710" h="33146">
                          <a:moveTo>
                            <a:pt x="10287" y="16513"/>
                          </a:moveTo>
                          <a:cubicBezTo>
                            <a:pt x="9811" y="22705"/>
                            <a:pt x="5715" y="27753"/>
                            <a:pt x="0" y="30134"/>
                          </a:cubicBezTo>
                          <a:cubicBezTo>
                            <a:pt x="2477" y="31753"/>
                            <a:pt x="5429" y="32896"/>
                            <a:pt x="8668" y="33087"/>
                          </a:cubicBezTo>
                          <a:cubicBezTo>
                            <a:pt x="18479" y="33849"/>
                            <a:pt x="26956" y="27181"/>
                            <a:pt x="27623" y="18323"/>
                          </a:cubicBezTo>
                          <a:cubicBezTo>
                            <a:pt x="28575" y="9465"/>
                            <a:pt x="21717" y="1369"/>
                            <a:pt x="11906" y="130"/>
                          </a:cubicBezTo>
                          <a:cubicBezTo>
                            <a:pt x="8763" y="-251"/>
                            <a:pt x="5810" y="226"/>
                            <a:pt x="3143" y="1273"/>
                          </a:cubicBezTo>
                          <a:cubicBezTo>
                            <a:pt x="8096" y="4798"/>
                            <a:pt x="10954" y="10417"/>
                            <a:pt x="10287" y="1651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00" name="Forme libre : forme 13099">
                      <a:extLst>
                        <a:ext uri="{FF2B5EF4-FFF2-40B4-BE49-F238E27FC236}">
                          <a16:creationId xmlns:a16="http://schemas.microsoft.com/office/drawing/2014/main" id="{714271A2-8382-48BC-91BA-924B26DDEF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9447" y="3428053"/>
                      <a:ext cx="16940" cy="14108"/>
                    </a:xfrm>
                    <a:custGeom>
                      <a:avLst/>
                      <a:gdLst>
                        <a:gd name="connsiteX0" fmla="*/ 5980 w 16940"/>
                        <a:gd name="connsiteY0" fmla="*/ 503 h 14108"/>
                        <a:gd name="connsiteX1" fmla="*/ 16553 w 16940"/>
                        <a:gd name="connsiteY1" fmla="*/ 4408 h 14108"/>
                        <a:gd name="connsiteX2" fmla="*/ 11028 w 16940"/>
                        <a:gd name="connsiteY2" fmla="*/ 13552 h 14108"/>
                        <a:gd name="connsiteX3" fmla="*/ 360 w 16940"/>
                        <a:gd name="connsiteY3" fmla="*/ 9742 h 14108"/>
                        <a:gd name="connsiteX4" fmla="*/ 5980 w 16940"/>
                        <a:gd name="connsiteY4" fmla="*/ 503 h 14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40" h="14108">
                          <a:moveTo>
                            <a:pt x="5980" y="503"/>
                          </a:moveTo>
                          <a:cubicBezTo>
                            <a:pt x="10457" y="-926"/>
                            <a:pt x="15124" y="788"/>
                            <a:pt x="16553" y="4408"/>
                          </a:cubicBezTo>
                          <a:cubicBezTo>
                            <a:pt x="17982" y="8027"/>
                            <a:pt x="15315" y="12028"/>
                            <a:pt x="11028" y="13552"/>
                          </a:cubicBezTo>
                          <a:cubicBezTo>
                            <a:pt x="6742" y="15076"/>
                            <a:pt x="1789" y="13361"/>
                            <a:pt x="360" y="9742"/>
                          </a:cubicBezTo>
                          <a:cubicBezTo>
                            <a:pt x="-973" y="6123"/>
                            <a:pt x="1503" y="1931"/>
                            <a:pt x="5980" y="50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01" name="Forme libre : forme 13100">
                      <a:extLst>
                        <a:ext uri="{FF2B5EF4-FFF2-40B4-BE49-F238E27FC236}">
                          <a16:creationId xmlns:a16="http://schemas.microsoft.com/office/drawing/2014/main" id="{618119C3-EFD5-4490-888B-A7E8CF1696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9597" y="3436820"/>
                      <a:ext cx="5850" cy="5552"/>
                    </a:xfrm>
                    <a:custGeom>
                      <a:avLst/>
                      <a:gdLst>
                        <a:gd name="connsiteX0" fmla="*/ 3258 w 5850"/>
                        <a:gd name="connsiteY0" fmla="*/ 22 h 5552"/>
                        <a:gd name="connsiteX1" fmla="*/ 5830 w 5850"/>
                        <a:gd name="connsiteY1" fmla="*/ 3070 h 5552"/>
                        <a:gd name="connsiteX2" fmla="*/ 2686 w 5850"/>
                        <a:gd name="connsiteY2" fmla="*/ 5547 h 5552"/>
                        <a:gd name="connsiteX3" fmla="*/ 19 w 5850"/>
                        <a:gd name="connsiteY3" fmla="*/ 2499 h 5552"/>
                        <a:gd name="connsiteX4" fmla="*/ 3258 w 5850"/>
                        <a:gd name="connsiteY4" fmla="*/ 22 h 55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0" h="5552">
                          <a:moveTo>
                            <a:pt x="3258" y="22"/>
                          </a:moveTo>
                          <a:cubicBezTo>
                            <a:pt x="4877" y="213"/>
                            <a:pt x="6020" y="1546"/>
                            <a:pt x="5830" y="3070"/>
                          </a:cubicBezTo>
                          <a:cubicBezTo>
                            <a:pt x="5734" y="4594"/>
                            <a:pt x="4306" y="5642"/>
                            <a:pt x="2686" y="5547"/>
                          </a:cubicBezTo>
                          <a:cubicBezTo>
                            <a:pt x="1067" y="5356"/>
                            <a:pt x="-171" y="4023"/>
                            <a:pt x="19" y="2499"/>
                          </a:cubicBezTo>
                          <a:cubicBezTo>
                            <a:pt x="115" y="880"/>
                            <a:pt x="1639" y="-168"/>
                            <a:pt x="3258" y="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102" name="Graphique 5">
                  <a:extLst>
                    <a:ext uri="{FF2B5EF4-FFF2-40B4-BE49-F238E27FC236}">
                      <a16:creationId xmlns:a16="http://schemas.microsoft.com/office/drawing/2014/main" id="{B52ABBC3-5C0B-491D-BB71-91EA167A3E09}"/>
                    </a:ext>
                  </a:extLst>
                </p:cNvPr>
                <p:cNvGrpSpPr/>
                <p:nvPr/>
              </p:nvGrpSpPr>
              <p:grpSpPr>
                <a:xfrm>
                  <a:off x="2496316" y="3418861"/>
                  <a:ext cx="75586" cy="75939"/>
                  <a:chOff x="2496316" y="3418861"/>
                  <a:chExt cx="75586" cy="75939"/>
                </a:xfrm>
                <a:solidFill>
                  <a:schemeClr val="accent1"/>
                </a:solidFill>
              </p:grpSpPr>
              <p:grpSp>
                <p:nvGrpSpPr>
                  <p:cNvPr id="13103" name="Graphique 5">
                    <a:extLst>
                      <a:ext uri="{FF2B5EF4-FFF2-40B4-BE49-F238E27FC236}">
                        <a16:creationId xmlns:a16="http://schemas.microsoft.com/office/drawing/2014/main" id="{AB7B94CA-50D0-4E29-B8EC-ACFF9C093A1E}"/>
                      </a:ext>
                    </a:extLst>
                  </p:cNvPr>
                  <p:cNvGrpSpPr/>
                  <p:nvPr/>
                </p:nvGrpSpPr>
                <p:grpSpPr>
                  <a:xfrm>
                    <a:off x="2496316" y="3464473"/>
                    <a:ext cx="35678" cy="30327"/>
                    <a:chOff x="2496316" y="3464473"/>
                    <a:chExt cx="35678" cy="30327"/>
                  </a:xfrm>
                  <a:solidFill>
                    <a:schemeClr val="accent1"/>
                  </a:solidFill>
                </p:grpSpPr>
                <p:sp>
                  <p:nvSpPr>
                    <p:cNvPr id="13104" name="Forme libre : forme 13103">
                      <a:extLst>
                        <a:ext uri="{FF2B5EF4-FFF2-40B4-BE49-F238E27FC236}">
                          <a16:creationId xmlns:a16="http://schemas.microsoft.com/office/drawing/2014/main" id="{C5405820-19B4-4D19-9718-F58A1D3077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6316" y="3464473"/>
                      <a:ext cx="35637" cy="30327"/>
                    </a:xfrm>
                    <a:custGeom>
                      <a:avLst/>
                      <a:gdLst>
                        <a:gd name="connsiteX0" fmla="*/ 11024 w 35637"/>
                        <a:gd name="connsiteY0" fmla="*/ 1039 h 30327"/>
                        <a:gd name="connsiteX1" fmla="*/ 34265 w 35637"/>
                        <a:gd name="connsiteY1" fmla="*/ 9516 h 30327"/>
                        <a:gd name="connsiteX2" fmla="*/ 25216 w 35637"/>
                        <a:gd name="connsiteY2" fmla="*/ 29043 h 30327"/>
                        <a:gd name="connsiteX3" fmla="*/ 1499 w 35637"/>
                        <a:gd name="connsiteY3" fmla="*/ 21137 h 30327"/>
                        <a:gd name="connsiteX4" fmla="*/ 11024 w 35637"/>
                        <a:gd name="connsiteY4" fmla="*/ 1039 h 303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37" h="30327">
                          <a:moveTo>
                            <a:pt x="11024" y="1039"/>
                          </a:moveTo>
                          <a:cubicBezTo>
                            <a:pt x="20072" y="-2009"/>
                            <a:pt x="30550" y="1896"/>
                            <a:pt x="34265" y="9516"/>
                          </a:cubicBezTo>
                          <a:cubicBezTo>
                            <a:pt x="37884" y="17041"/>
                            <a:pt x="34170" y="25614"/>
                            <a:pt x="25216" y="29043"/>
                          </a:cubicBezTo>
                          <a:cubicBezTo>
                            <a:pt x="16262" y="32376"/>
                            <a:pt x="5690" y="29043"/>
                            <a:pt x="1499" y="21137"/>
                          </a:cubicBezTo>
                          <a:cubicBezTo>
                            <a:pt x="-2597" y="13231"/>
                            <a:pt x="2070" y="4087"/>
                            <a:pt x="11024" y="103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05" name="Forme libre : forme 13104">
                      <a:extLst>
                        <a:ext uri="{FF2B5EF4-FFF2-40B4-BE49-F238E27FC236}">
                          <a16:creationId xmlns:a16="http://schemas.microsoft.com/office/drawing/2014/main" id="{B8690F2F-9914-4360-ACC4-BC61F9CF5A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0386" y="3464485"/>
                      <a:ext cx="31608" cy="30265"/>
                    </a:xfrm>
                    <a:custGeom>
                      <a:avLst/>
                      <a:gdLst>
                        <a:gd name="connsiteX0" fmla="*/ 14097 w 31608"/>
                        <a:gd name="connsiteY0" fmla="*/ 14934 h 30265"/>
                        <a:gd name="connsiteX1" fmla="*/ 12192 w 31608"/>
                        <a:gd name="connsiteY1" fmla="*/ 30174 h 30265"/>
                        <a:gd name="connsiteX2" fmla="*/ 21241 w 31608"/>
                        <a:gd name="connsiteY2" fmla="*/ 29031 h 30265"/>
                        <a:gd name="connsiteX3" fmla="*/ 30289 w 31608"/>
                        <a:gd name="connsiteY3" fmla="*/ 9505 h 30265"/>
                        <a:gd name="connsiteX4" fmla="*/ 7048 w 31608"/>
                        <a:gd name="connsiteY4" fmla="*/ 1027 h 30265"/>
                        <a:gd name="connsiteX5" fmla="*/ 0 w 31608"/>
                        <a:gd name="connsiteY5" fmla="*/ 5599 h 30265"/>
                        <a:gd name="connsiteX6" fmla="*/ 14097 w 31608"/>
                        <a:gd name="connsiteY6" fmla="*/ 14934 h 30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08" h="30265">
                          <a:moveTo>
                            <a:pt x="14097" y="14934"/>
                          </a:moveTo>
                          <a:cubicBezTo>
                            <a:pt x="16669" y="20173"/>
                            <a:pt x="15907" y="25888"/>
                            <a:pt x="12192" y="30174"/>
                          </a:cubicBezTo>
                          <a:cubicBezTo>
                            <a:pt x="15240" y="30460"/>
                            <a:pt x="18288" y="30079"/>
                            <a:pt x="21241" y="29031"/>
                          </a:cubicBezTo>
                          <a:cubicBezTo>
                            <a:pt x="30099" y="25602"/>
                            <a:pt x="33814" y="17029"/>
                            <a:pt x="30289" y="9505"/>
                          </a:cubicBezTo>
                          <a:cubicBezTo>
                            <a:pt x="26479" y="1980"/>
                            <a:pt x="16097" y="-2021"/>
                            <a:pt x="7048" y="1027"/>
                          </a:cubicBezTo>
                          <a:cubicBezTo>
                            <a:pt x="4191" y="1980"/>
                            <a:pt x="1810" y="3599"/>
                            <a:pt x="0" y="5599"/>
                          </a:cubicBezTo>
                          <a:cubicBezTo>
                            <a:pt x="6001" y="6361"/>
                            <a:pt x="11621" y="9790"/>
                            <a:pt x="14097" y="1493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06" name="Forme libre : forme 13105">
                      <a:extLst>
                        <a:ext uri="{FF2B5EF4-FFF2-40B4-BE49-F238E27FC236}">
                          <a16:creationId xmlns:a16="http://schemas.microsoft.com/office/drawing/2014/main" id="{8052DA10-6A89-4FD1-9E1B-ADC5E2AEFD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0874" y="3468271"/>
                      <a:ext cx="15883" cy="13824"/>
                    </a:xfrm>
                    <a:custGeom>
                      <a:avLst/>
                      <a:gdLst>
                        <a:gd name="connsiteX0" fmla="*/ 2370 w 15883"/>
                        <a:gd name="connsiteY0" fmla="*/ 2671 h 13824"/>
                        <a:gd name="connsiteX1" fmla="*/ 13609 w 15883"/>
                        <a:gd name="connsiteY1" fmla="*/ 1433 h 13824"/>
                        <a:gd name="connsiteX2" fmla="*/ 13514 w 15883"/>
                        <a:gd name="connsiteY2" fmla="*/ 11053 h 13824"/>
                        <a:gd name="connsiteX3" fmla="*/ 2274 w 15883"/>
                        <a:gd name="connsiteY3" fmla="*/ 12386 h 13824"/>
                        <a:gd name="connsiteX4" fmla="*/ 2370 w 15883"/>
                        <a:gd name="connsiteY4" fmla="*/ 2671 h 13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3" h="13824">
                          <a:moveTo>
                            <a:pt x="2370" y="2671"/>
                          </a:moveTo>
                          <a:cubicBezTo>
                            <a:pt x="5513" y="-377"/>
                            <a:pt x="10466" y="-853"/>
                            <a:pt x="13609" y="1433"/>
                          </a:cubicBezTo>
                          <a:cubicBezTo>
                            <a:pt x="16657" y="3814"/>
                            <a:pt x="16657" y="8005"/>
                            <a:pt x="13514" y="11053"/>
                          </a:cubicBezTo>
                          <a:cubicBezTo>
                            <a:pt x="10370" y="14101"/>
                            <a:pt x="5417" y="14768"/>
                            <a:pt x="2274" y="12386"/>
                          </a:cubicBezTo>
                          <a:cubicBezTo>
                            <a:pt x="-774" y="10101"/>
                            <a:pt x="-774" y="5719"/>
                            <a:pt x="2370" y="267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07" name="Forme libre : forme 13106">
                      <a:extLst>
                        <a:ext uri="{FF2B5EF4-FFF2-40B4-BE49-F238E27FC236}">
                          <a16:creationId xmlns:a16="http://schemas.microsoft.com/office/drawing/2014/main" id="{B8A91050-6065-45A3-81D8-816DFE986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3477" y="3478450"/>
                      <a:ext cx="5889" cy="5080"/>
                    </a:xfrm>
                    <a:custGeom>
                      <a:avLst/>
                      <a:gdLst>
                        <a:gd name="connsiteX0" fmla="*/ 1862 w 5889"/>
                        <a:gd name="connsiteY0" fmla="*/ 207 h 5080"/>
                        <a:gd name="connsiteX1" fmla="*/ 5672 w 5889"/>
                        <a:gd name="connsiteY1" fmla="*/ 1540 h 5080"/>
                        <a:gd name="connsiteX2" fmla="*/ 4148 w 5889"/>
                        <a:gd name="connsiteY2" fmla="*/ 4874 h 5080"/>
                        <a:gd name="connsiteX3" fmla="*/ 243 w 5889"/>
                        <a:gd name="connsiteY3" fmla="*/ 3541 h 5080"/>
                        <a:gd name="connsiteX4" fmla="*/ 1862 w 5889"/>
                        <a:gd name="connsiteY4" fmla="*/ 207 h 5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9" h="5080">
                          <a:moveTo>
                            <a:pt x="1862" y="207"/>
                          </a:moveTo>
                          <a:cubicBezTo>
                            <a:pt x="3386" y="-365"/>
                            <a:pt x="5100" y="302"/>
                            <a:pt x="5672" y="1540"/>
                          </a:cubicBezTo>
                          <a:cubicBezTo>
                            <a:pt x="6243" y="2779"/>
                            <a:pt x="5672" y="4303"/>
                            <a:pt x="4148" y="4874"/>
                          </a:cubicBezTo>
                          <a:cubicBezTo>
                            <a:pt x="2719" y="5446"/>
                            <a:pt x="909" y="4779"/>
                            <a:pt x="243" y="3541"/>
                          </a:cubicBezTo>
                          <a:cubicBezTo>
                            <a:pt x="-424" y="2302"/>
                            <a:pt x="338" y="778"/>
                            <a:pt x="1862" y="20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108" name="Graphique 5">
                    <a:extLst>
                      <a:ext uri="{FF2B5EF4-FFF2-40B4-BE49-F238E27FC236}">
                        <a16:creationId xmlns:a16="http://schemas.microsoft.com/office/drawing/2014/main" id="{E75678DE-F174-48A2-80C8-C327685E47C3}"/>
                      </a:ext>
                    </a:extLst>
                  </p:cNvPr>
                  <p:cNvGrpSpPr/>
                  <p:nvPr/>
                </p:nvGrpSpPr>
                <p:grpSpPr>
                  <a:xfrm>
                    <a:off x="2520918" y="3443846"/>
                    <a:ext cx="35546" cy="29454"/>
                    <a:chOff x="2520918" y="3443846"/>
                    <a:chExt cx="35546" cy="29454"/>
                  </a:xfrm>
                  <a:solidFill>
                    <a:schemeClr val="accent1"/>
                  </a:solidFill>
                </p:grpSpPr>
                <p:sp>
                  <p:nvSpPr>
                    <p:cNvPr id="13109" name="Forme libre : forme 13108">
                      <a:extLst>
                        <a:ext uri="{FF2B5EF4-FFF2-40B4-BE49-F238E27FC236}">
                          <a16:creationId xmlns:a16="http://schemas.microsoft.com/office/drawing/2014/main" id="{A6019D45-E572-48A2-B96B-FBC0DBF4EB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0918" y="3443978"/>
                      <a:ext cx="35546" cy="29322"/>
                    </a:xfrm>
                    <a:custGeom>
                      <a:avLst/>
                      <a:gdLst>
                        <a:gd name="connsiteX0" fmla="*/ 11091 w 35546"/>
                        <a:gd name="connsiteY0" fmla="*/ 770 h 29322"/>
                        <a:gd name="connsiteX1" fmla="*/ 34141 w 35546"/>
                        <a:gd name="connsiteY1" fmla="*/ 9723 h 29322"/>
                        <a:gd name="connsiteX2" fmla="*/ 24616 w 35546"/>
                        <a:gd name="connsiteY2" fmla="*/ 28297 h 29322"/>
                        <a:gd name="connsiteX3" fmla="*/ 1375 w 35546"/>
                        <a:gd name="connsiteY3" fmla="*/ 19915 h 29322"/>
                        <a:gd name="connsiteX4" fmla="*/ 11091 w 35546"/>
                        <a:gd name="connsiteY4" fmla="*/ 770 h 293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46" h="29322">
                          <a:moveTo>
                            <a:pt x="11091" y="770"/>
                          </a:moveTo>
                          <a:cubicBezTo>
                            <a:pt x="20425" y="-1802"/>
                            <a:pt x="30426" y="2294"/>
                            <a:pt x="34141" y="9723"/>
                          </a:cubicBezTo>
                          <a:cubicBezTo>
                            <a:pt x="37951" y="17153"/>
                            <a:pt x="33760" y="25344"/>
                            <a:pt x="24616" y="28297"/>
                          </a:cubicBezTo>
                          <a:cubicBezTo>
                            <a:pt x="15567" y="31250"/>
                            <a:pt x="5090" y="27630"/>
                            <a:pt x="1375" y="19915"/>
                          </a:cubicBezTo>
                          <a:cubicBezTo>
                            <a:pt x="-2340" y="12104"/>
                            <a:pt x="1661" y="3341"/>
                            <a:pt x="11091" y="77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10" name="Forme libre : forme 13109">
                      <a:extLst>
                        <a:ext uri="{FF2B5EF4-FFF2-40B4-BE49-F238E27FC236}">
                          <a16:creationId xmlns:a16="http://schemas.microsoft.com/office/drawing/2014/main" id="{01108456-5DF8-4C12-AC17-25D68EE14C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4770" y="3443846"/>
                      <a:ext cx="31681" cy="29372"/>
                    </a:xfrm>
                    <a:custGeom>
                      <a:avLst/>
                      <a:gdLst>
                        <a:gd name="connsiteX0" fmla="*/ 14192 w 31681"/>
                        <a:gd name="connsiteY0" fmla="*/ 14523 h 29372"/>
                        <a:gd name="connsiteX1" fmla="*/ 11716 w 31681"/>
                        <a:gd name="connsiteY1" fmla="*/ 29191 h 29372"/>
                        <a:gd name="connsiteX2" fmla="*/ 20764 w 31681"/>
                        <a:gd name="connsiteY2" fmla="*/ 28334 h 29372"/>
                        <a:gd name="connsiteX3" fmla="*/ 30289 w 31681"/>
                        <a:gd name="connsiteY3" fmla="*/ 9760 h 29372"/>
                        <a:gd name="connsiteX4" fmla="*/ 7239 w 31681"/>
                        <a:gd name="connsiteY4" fmla="*/ 807 h 29372"/>
                        <a:gd name="connsiteX5" fmla="*/ 0 w 31681"/>
                        <a:gd name="connsiteY5" fmla="*/ 4998 h 29372"/>
                        <a:gd name="connsiteX6" fmla="*/ 14192 w 31681"/>
                        <a:gd name="connsiteY6" fmla="*/ 14523 h 293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81" h="29372">
                          <a:moveTo>
                            <a:pt x="14192" y="14523"/>
                          </a:moveTo>
                          <a:cubicBezTo>
                            <a:pt x="16764" y="19666"/>
                            <a:pt x="15526" y="25191"/>
                            <a:pt x="11716" y="29191"/>
                          </a:cubicBezTo>
                          <a:cubicBezTo>
                            <a:pt x="14668" y="29572"/>
                            <a:pt x="17812" y="29382"/>
                            <a:pt x="20764" y="28334"/>
                          </a:cubicBezTo>
                          <a:cubicBezTo>
                            <a:pt x="29813" y="25381"/>
                            <a:pt x="34100" y="17285"/>
                            <a:pt x="30289" y="9760"/>
                          </a:cubicBezTo>
                          <a:cubicBezTo>
                            <a:pt x="26575" y="2331"/>
                            <a:pt x="16574" y="-1860"/>
                            <a:pt x="7239" y="807"/>
                          </a:cubicBezTo>
                          <a:cubicBezTo>
                            <a:pt x="4286" y="1664"/>
                            <a:pt x="1810" y="3093"/>
                            <a:pt x="0" y="4998"/>
                          </a:cubicBezTo>
                          <a:cubicBezTo>
                            <a:pt x="6096" y="5950"/>
                            <a:pt x="11621" y="9475"/>
                            <a:pt x="14192" y="1452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11" name="Forme libre : forme 13110">
                      <a:extLst>
                        <a:ext uri="{FF2B5EF4-FFF2-40B4-BE49-F238E27FC236}">
                          <a16:creationId xmlns:a16="http://schemas.microsoft.com/office/drawing/2014/main" id="{85DA44DF-BFB1-4475-8A4B-24EF708B33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5365" y="3447431"/>
                      <a:ext cx="15787" cy="13375"/>
                    </a:xfrm>
                    <a:custGeom>
                      <a:avLst/>
                      <a:gdLst>
                        <a:gd name="connsiteX0" fmla="*/ 2357 w 15787"/>
                        <a:gd name="connsiteY0" fmla="*/ 2365 h 13375"/>
                        <a:gd name="connsiteX1" fmla="*/ 13502 w 15787"/>
                        <a:gd name="connsiteY1" fmla="*/ 1603 h 13375"/>
                        <a:gd name="connsiteX2" fmla="*/ 13502 w 15787"/>
                        <a:gd name="connsiteY2" fmla="*/ 10938 h 13375"/>
                        <a:gd name="connsiteX3" fmla="*/ 2357 w 15787"/>
                        <a:gd name="connsiteY3" fmla="*/ 11890 h 13375"/>
                        <a:gd name="connsiteX4" fmla="*/ 2357 w 15787"/>
                        <a:gd name="connsiteY4" fmla="*/ 2365 h 13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87" h="13375">
                          <a:moveTo>
                            <a:pt x="2357" y="2365"/>
                          </a:moveTo>
                          <a:cubicBezTo>
                            <a:pt x="5406" y="-492"/>
                            <a:pt x="10644" y="-778"/>
                            <a:pt x="13502" y="1603"/>
                          </a:cubicBezTo>
                          <a:cubicBezTo>
                            <a:pt x="16550" y="3984"/>
                            <a:pt x="16550" y="8080"/>
                            <a:pt x="13502" y="10938"/>
                          </a:cubicBezTo>
                          <a:cubicBezTo>
                            <a:pt x="10454" y="13795"/>
                            <a:pt x="5406" y="14176"/>
                            <a:pt x="2357" y="11890"/>
                          </a:cubicBezTo>
                          <a:cubicBezTo>
                            <a:pt x="-786" y="9509"/>
                            <a:pt x="-786" y="5223"/>
                            <a:pt x="2357" y="236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12" name="Forme libre : forme 13111">
                      <a:extLst>
                        <a:ext uri="{FF2B5EF4-FFF2-40B4-BE49-F238E27FC236}">
                          <a16:creationId xmlns:a16="http://schemas.microsoft.com/office/drawing/2014/main" id="{8ABF7A12-02E7-4E3E-B001-5C8A971CE3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8036" y="3457262"/>
                      <a:ext cx="5836" cy="4880"/>
                    </a:xfrm>
                    <a:custGeom>
                      <a:avLst/>
                      <a:gdLst>
                        <a:gd name="connsiteX0" fmla="*/ 1782 w 5836"/>
                        <a:gd name="connsiteY0" fmla="*/ 154 h 4880"/>
                        <a:gd name="connsiteX1" fmla="*/ 5592 w 5836"/>
                        <a:gd name="connsiteY1" fmla="*/ 1583 h 4880"/>
                        <a:gd name="connsiteX2" fmla="*/ 4068 w 5836"/>
                        <a:gd name="connsiteY2" fmla="*/ 4727 h 4880"/>
                        <a:gd name="connsiteX3" fmla="*/ 258 w 5836"/>
                        <a:gd name="connsiteY3" fmla="*/ 3298 h 4880"/>
                        <a:gd name="connsiteX4" fmla="*/ 1782 w 5836"/>
                        <a:gd name="connsiteY4" fmla="*/ 154 h 4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6" h="4880">
                          <a:moveTo>
                            <a:pt x="1782" y="154"/>
                          </a:moveTo>
                          <a:cubicBezTo>
                            <a:pt x="3306" y="-322"/>
                            <a:pt x="5020" y="345"/>
                            <a:pt x="5592" y="1583"/>
                          </a:cubicBezTo>
                          <a:cubicBezTo>
                            <a:pt x="6259" y="2821"/>
                            <a:pt x="5497" y="4250"/>
                            <a:pt x="4068" y="4727"/>
                          </a:cubicBezTo>
                          <a:cubicBezTo>
                            <a:pt x="2544" y="5203"/>
                            <a:pt x="829" y="4536"/>
                            <a:pt x="258" y="3298"/>
                          </a:cubicBezTo>
                          <a:cubicBezTo>
                            <a:pt x="-409" y="2060"/>
                            <a:pt x="258" y="631"/>
                            <a:pt x="1782" y="1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113" name="Graphique 5">
                    <a:extLst>
                      <a:ext uri="{FF2B5EF4-FFF2-40B4-BE49-F238E27FC236}">
                        <a16:creationId xmlns:a16="http://schemas.microsoft.com/office/drawing/2014/main" id="{224ECBC5-D6AF-4C23-A4AF-17608F929491}"/>
                      </a:ext>
                    </a:extLst>
                  </p:cNvPr>
                  <p:cNvGrpSpPr/>
                  <p:nvPr/>
                </p:nvGrpSpPr>
                <p:grpSpPr>
                  <a:xfrm>
                    <a:off x="2536357" y="3418861"/>
                    <a:ext cx="35544" cy="28817"/>
                    <a:chOff x="2536357" y="3418861"/>
                    <a:chExt cx="35544" cy="28817"/>
                  </a:xfrm>
                  <a:solidFill>
                    <a:schemeClr val="accent1"/>
                  </a:solidFill>
                </p:grpSpPr>
                <p:sp>
                  <p:nvSpPr>
                    <p:cNvPr id="13114" name="Forme libre : forme 13113">
                      <a:extLst>
                        <a:ext uri="{FF2B5EF4-FFF2-40B4-BE49-F238E27FC236}">
                          <a16:creationId xmlns:a16="http://schemas.microsoft.com/office/drawing/2014/main" id="{A2287F31-C80C-4DF4-A08D-48526DC8EA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6357" y="3418861"/>
                      <a:ext cx="35544" cy="28817"/>
                    </a:xfrm>
                    <a:custGeom>
                      <a:avLst/>
                      <a:gdLst>
                        <a:gd name="connsiteX0" fmla="*/ 11558 w 35544"/>
                        <a:gd name="connsiteY0" fmla="*/ 550 h 28817"/>
                        <a:gd name="connsiteX1" fmla="*/ 34418 w 35544"/>
                        <a:gd name="connsiteY1" fmla="*/ 10361 h 28817"/>
                        <a:gd name="connsiteX2" fmla="*/ 24036 w 35544"/>
                        <a:gd name="connsiteY2" fmla="*/ 28077 h 28817"/>
                        <a:gd name="connsiteX3" fmla="*/ 1176 w 35544"/>
                        <a:gd name="connsiteY3" fmla="*/ 18838 h 28817"/>
                        <a:gd name="connsiteX4" fmla="*/ 11558 w 35544"/>
                        <a:gd name="connsiteY4" fmla="*/ 550 h 28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44" h="28817">
                          <a:moveTo>
                            <a:pt x="11558" y="550"/>
                          </a:moveTo>
                          <a:cubicBezTo>
                            <a:pt x="20702" y="-1641"/>
                            <a:pt x="30894" y="2931"/>
                            <a:pt x="34418" y="10361"/>
                          </a:cubicBezTo>
                          <a:cubicBezTo>
                            <a:pt x="37847" y="17790"/>
                            <a:pt x="33180" y="25601"/>
                            <a:pt x="24036" y="28077"/>
                          </a:cubicBezTo>
                          <a:cubicBezTo>
                            <a:pt x="14797" y="30554"/>
                            <a:pt x="4605" y="26649"/>
                            <a:pt x="1176" y="18838"/>
                          </a:cubicBezTo>
                          <a:cubicBezTo>
                            <a:pt x="-2348" y="11123"/>
                            <a:pt x="2319" y="2741"/>
                            <a:pt x="11558" y="55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15" name="Forme libre : forme 13114">
                      <a:extLst>
                        <a:ext uri="{FF2B5EF4-FFF2-40B4-BE49-F238E27FC236}">
                          <a16:creationId xmlns:a16="http://schemas.microsoft.com/office/drawing/2014/main" id="{3400384D-A560-46C7-B472-77DC498D63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0582" y="3418861"/>
                      <a:ext cx="31275" cy="28749"/>
                    </a:xfrm>
                    <a:custGeom>
                      <a:avLst/>
                      <a:gdLst>
                        <a:gd name="connsiteX0" fmla="*/ 13811 w 31275"/>
                        <a:gd name="connsiteY0" fmla="*/ 14266 h 28749"/>
                        <a:gd name="connsiteX1" fmla="*/ 10573 w 31275"/>
                        <a:gd name="connsiteY1" fmla="*/ 28458 h 28749"/>
                        <a:gd name="connsiteX2" fmla="*/ 19717 w 31275"/>
                        <a:gd name="connsiteY2" fmla="*/ 28077 h 28749"/>
                        <a:gd name="connsiteX3" fmla="*/ 30099 w 31275"/>
                        <a:gd name="connsiteY3" fmla="*/ 10361 h 28749"/>
                        <a:gd name="connsiteX4" fmla="*/ 7239 w 31275"/>
                        <a:gd name="connsiteY4" fmla="*/ 550 h 28749"/>
                        <a:gd name="connsiteX5" fmla="*/ 0 w 31275"/>
                        <a:gd name="connsiteY5" fmla="*/ 4360 h 28749"/>
                        <a:gd name="connsiteX6" fmla="*/ 13811 w 31275"/>
                        <a:gd name="connsiteY6" fmla="*/ 14266 h 28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275" h="28749">
                          <a:moveTo>
                            <a:pt x="13811" y="14266"/>
                          </a:moveTo>
                          <a:cubicBezTo>
                            <a:pt x="16192" y="19410"/>
                            <a:pt x="14668" y="24744"/>
                            <a:pt x="10573" y="28458"/>
                          </a:cubicBezTo>
                          <a:cubicBezTo>
                            <a:pt x="13525" y="28935"/>
                            <a:pt x="16669" y="28839"/>
                            <a:pt x="19717" y="28077"/>
                          </a:cubicBezTo>
                          <a:cubicBezTo>
                            <a:pt x="28956" y="25601"/>
                            <a:pt x="33623" y="17790"/>
                            <a:pt x="30099" y="10361"/>
                          </a:cubicBezTo>
                          <a:cubicBezTo>
                            <a:pt x="26670" y="2931"/>
                            <a:pt x="16383" y="-1641"/>
                            <a:pt x="7239" y="550"/>
                          </a:cubicBezTo>
                          <a:cubicBezTo>
                            <a:pt x="4286" y="1217"/>
                            <a:pt x="1905" y="2646"/>
                            <a:pt x="0" y="4360"/>
                          </a:cubicBezTo>
                          <a:cubicBezTo>
                            <a:pt x="6096" y="5503"/>
                            <a:pt x="11525" y="9123"/>
                            <a:pt x="13811" y="1426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16" name="Forme libre : forme 13115">
                      <a:extLst>
                        <a:ext uri="{FF2B5EF4-FFF2-40B4-BE49-F238E27FC236}">
                          <a16:creationId xmlns:a16="http://schemas.microsoft.com/office/drawing/2014/main" id="{0AD8B394-691F-42A5-9BA0-C985CCBB69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0968" y="3422195"/>
                      <a:ext cx="15896" cy="13072"/>
                    </a:xfrm>
                    <a:custGeom>
                      <a:avLst/>
                      <a:gdLst>
                        <a:gd name="connsiteX0" fmla="*/ 2567 w 15896"/>
                        <a:gd name="connsiteY0" fmla="*/ 2074 h 13072"/>
                        <a:gd name="connsiteX1" fmla="*/ 13806 w 15896"/>
                        <a:gd name="connsiteY1" fmla="*/ 1789 h 13072"/>
                        <a:gd name="connsiteX2" fmla="*/ 13330 w 15896"/>
                        <a:gd name="connsiteY2" fmla="*/ 10933 h 13072"/>
                        <a:gd name="connsiteX3" fmla="*/ 2090 w 15896"/>
                        <a:gd name="connsiteY3" fmla="*/ 11409 h 13072"/>
                        <a:gd name="connsiteX4" fmla="*/ 2567 w 15896"/>
                        <a:gd name="connsiteY4" fmla="*/ 2074 h 13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96" h="13072">
                          <a:moveTo>
                            <a:pt x="2567" y="2074"/>
                          </a:moveTo>
                          <a:cubicBezTo>
                            <a:pt x="5805" y="-593"/>
                            <a:pt x="10758" y="-688"/>
                            <a:pt x="13806" y="1789"/>
                          </a:cubicBezTo>
                          <a:cubicBezTo>
                            <a:pt x="16759" y="4265"/>
                            <a:pt x="16568" y="8266"/>
                            <a:pt x="13330" y="10933"/>
                          </a:cubicBezTo>
                          <a:cubicBezTo>
                            <a:pt x="10091" y="13600"/>
                            <a:pt x="5043" y="13790"/>
                            <a:pt x="2090" y="11409"/>
                          </a:cubicBezTo>
                          <a:cubicBezTo>
                            <a:pt x="-862" y="8837"/>
                            <a:pt x="-672" y="4646"/>
                            <a:pt x="2567" y="207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17" name="Forme libre : forme 13116">
                      <a:extLst>
                        <a:ext uri="{FF2B5EF4-FFF2-40B4-BE49-F238E27FC236}">
                          <a16:creationId xmlns:a16="http://schemas.microsoft.com/office/drawing/2014/main" id="{62077C42-5469-45E8-BD63-5A50DFD495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3355" y="3431592"/>
                      <a:ext cx="5797" cy="4785"/>
                    </a:xfrm>
                    <a:custGeom>
                      <a:avLst/>
                      <a:gdLst>
                        <a:gd name="connsiteX0" fmla="*/ 1893 w 5797"/>
                        <a:gd name="connsiteY0" fmla="*/ 106 h 4785"/>
                        <a:gd name="connsiteX1" fmla="*/ 5608 w 5797"/>
                        <a:gd name="connsiteY1" fmla="*/ 1726 h 4785"/>
                        <a:gd name="connsiteX2" fmla="*/ 3894 w 5797"/>
                        <a:gd name="connsiteY2" fmla="*/ 4678 h 4785"/>
                        <a:gd name="connsiteX3" fmla="*/ 179 w 5797"/>
                        <a:gd name="connsiteY3" fmla="*/ 3154 h 4785"/>
                        <a:gd name="connsiteX4" fmla="*/ 1893 w 5797"/>
                        <a:gd name="connsiteY4" fmla="*/ 106 h 4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7" h="4785">
                          <a:moveTo>
                            <a:pt x="1893" y="106"/>
                          </a:moveTo>
                          <a:cubicBezTo>
                            <a:pt x="3417" y="-275"/>
                            <a:pt x="5132" y="392"/>
                            <a:pt x="5608" y="1726"/>
                          </a:cubicBezTo>
                          <a:cubicBezTo>
                            <a:pt x="6180" y="2964"/>
                            <a:pt x="5418" y="4297"/>
                            <a:pt x="3894" y="4678"/>
                          </a:cubicBezTo>
                          <a:cubicBezTo>
                            <a:pt x="2370" y="5059"/>
                            <a:pt x="655" y="4393"/>
                            <a:pt x="179" y="3154"/>
                          </a:cubicBezTo>
                          <a:cubicBezTo>
                            <a:pt x="-392" y="1916"/>
                            <a:pt x="465" y="487"/>
                            <a:pt x="1893" y="10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118" name="Graphique 5">
                  <a:extLst>
                    <a:ext uri="{FF2B5EF4-FFF2-40B4-BE49-F238E27FC236}">
                      <a16:creationId xmlns:a16="http://schemas.microsoft.com/office/drawing/2014/main" id="{E50C3A84-4186-4DAD-8504-385C2B7436BB}"/>
                    </a:ext>
                  </a:extLst>
                </p:cNvPr>
                <p:cNvGrpSpPr/>
                <p:nvPr/>
              </p:nvGrpSpPr>
              <p:grpSpPr>
                <a:xfrm>
                  <a:off x="2582870" y="3377793"/>
                  <a:ext cx="89980" cy="62049"/>
                  <a:chOff x="2582870" y="3377793"/>
                  <a:chExt cx="89980" cy="62049"/>
                </a:xfrm>
                <a:solidFill>
                  <a:schemeClr val="accent1"/>
                </a:solidFill>
              </p:grpSpPr>
              <p:grpSp>
                <p:nvGrpSpPr>
                  <p:cNvPr id="13119" name="Graphique 5">
                    <a:extLst>
                      <a:ext uri="{FF2B5EF4-FFF2-40B4-BE49-F238E27FC236}">
                        <a16:creationId xmlns:a16="http://schemas.microsoft.com/office/drawing/2014/main" id="{B651A1A5-39AA-492D-AEFF-C019CD5CADD8}"/>
                      </a:ext>
                    </a:extLst>
                  </p:cNvPr>
                  <p:cNvGrpSpPr/>
                  <p:nvPr/>
                </p:nvGrpSpPr>
                <p:grpSpPr>
                  <a:xfrm>
                    <a:off x="2637363" y="3415080"/>
                    <a:ext cx="35487" cy="24762"/>
                    <a:chOff x="2637363" y="3415080"/>
                    <a:chExt cx="35487" cy="24762"/>
                  </a:xfrm>
                  <a:solidFill>
                    <a:schemeClr val="accent1"/>
                  </a:solidFill>
                </p:grpSpPr>
                <p:sp>
                  <p:nvSpPr>
                    <p:cNvPr id="13120" name="Forme libre : forme 13119">
                      <a:extLst>
                        <a:ext uri="{FF2B5EF4-FFF2-40B4-BE49-F238E27FC236}">
                          <a16:creationId xmlns:a16="http://schemas.microsoft.com/office/drawing/2014/main" id="{0FE41BBA-9FCE-40E3-9D9E-5044F5FB30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7363" y="3415175"/>
                      <a:ext cx="35442" cy="24667"/>
                    </a:xfrm>
                    <a:custGeom>
                      <a:avLst/>
                      <a:gdLst>
                        <a:gd name="connsiteX0" fmla="*/ 945 w 35442"/>
                        <a:gd name="connsiteY0" fmla="*/ 15190 h 24667"/>
                        <a:gd name="connsiteX1" fmla="*/ 11994 w 35442"/>
                        <a:gd name="connsiteY1" fmla="*/ 236 h 24667"/>
                        <a:gd name="connsiteX2" fmla="*/ 34473 w 35442"/>
                        <a:gd name="connsiteY2" fmla="*/ 9856 h 24667"/>
                        <a:gd name="connsiteX3" fmla="*/ 23901 w 35442"/>
                        <a:gd name="connsiteY3" fmla="*/ 24334 h 24667"/>
                        <a:gd name="connsiteX4" fmla="*/ 945 w 35442"/>
                        <a:gd name="connsiteY4" fmla="*/ 15190 h 24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42" h="24667">
                          <a:moveTo>
                            <a:pt x="945" y="15190"/>
                          </a:moveTo>
                          <a:cubicBezTo>
                            <a:pt x="-2198" y="8427"/>
                            <a:pt x="2755" y="1569"/>
                            <a:pt x="11994" y="236"/>
                          </a:cubicBezTo>
                          <a:cubicBezTo>
                            <a:pt x="21234" y="-1098"/>
                            <a:pt x="31235" y="3379"/>
                            <a:pt x="34473" y="9856"/>
                          </a:cubicBezTo>
                          <a:cubicBezTo>
                            <a:pt x="37617" y="16333"/>
                            <a:pt x="32854" y="22619"/>
                            <a:pt x="23901" y="24334"/>
                          </a:cubicBezTo>
                          <a:cubicBezTo>
                            <a:pt x="14852" y="25858"/>
                            <a:pt x="4565" y="22048"/>
                            <a:pt x="945" y="1519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21" name="Forme libre : forme 13120">
                      <a:extLst>
                        <a:ext uri="{FF2B5EF4-FFF2-40B4-BE49-F238E27FC236}">
                          <a16:creationId xmlns:a16="http://schemas.microsoft.com/office/drawing/2014/main" id="{4B9B1419-60E7-4CB8-9FB6-5D146804CA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7495" y="3415080"/>
                      <a:ext cx="35355" cy="20714"/>
                    </a:xfrm>
                    <a:custGeom>
                      <a:avLst/>
                      <a:gdLst>
                        <a:gd name="connsiteX0" fmla="*/ 17387 w 35355"/>
                        <a:gd name="connsiteY0" fmla="*/ 12142 h 20714"/>
                        <a:gd name="connsiteX1" fmla="*/ 35008 w 35355"/>
                        <a:gd name="connsiteY1" fmla="*/ 15952 h 20714"/>
                        <a:gd name="connsiteX2" fmla="*/ 34436 w 35355"/>
                        <a:gd name="connsiteY2" fmla="*/ 9856 h 20714"/>
                        <a:gd name="connsiteX3" fmla="*/ 11957 w 35355"/>
                        <a:gd name="connsiteY3" fmla="*/ 236 h 20714"/>
                        <a:gd name="connsiteX4" fmla="*/ 908 w 35355"/>
                        <a:gd name="connsiteY4" fmla="*/ 15190 h 20714"/>
                        <a:gd name="connsiteX5" fmla="*/ 6147 w 35355"/>
                        <a:gd name="connsiteY5" fmla="*/ 20714 h 20714"/>
                        <a:gd name="connsiteX6" fmla="*/ 17387 w 35355"/>
                        <a:gd name="connsiteY6" fmla="*/ 12142 h 20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355" h="20714">
                          <a:moveTo>
                            <a:pt x="17387" y="12142"/>
                          </a:moveTo>
                          <a:cubicBezTo>
                            <a:pt x="23673" y="11094"/>
                            <a:pt x="30341" y="12809"/>
                            <a:pt x="35008" y="15952"/>
                          </a:cubicBezTo>
                          <a:cubicBezTo>
                            <a:pt x="35579" y="14047"/>
                            <a:pt x="35484" y="11951"/>
                            <a:pt x="34436" y="9856"/>
                          </a:cubicBezTo>
                          <a:cubicBezTo>
                            <a:pt x="31198" y="3379"/>
                            <a:pt x="21101" y="-1098"/>
                            <a:pt x="11957" y="236"/>
                          </a:cubicBezTo>
                          <a:cubicBezTo>
                            <a:pt x="2718" y="1569"/>
                            <a:pt x="-2140" y="8427"/>
                            <a:pt x="908" y="15190"/>
                          </a:cubicBezTo>
                          <a:cubicBezTo>
                            <a:pt x="2051" y="17381"/>
                            <a:pt x="3861" y="19190"/>
                            <a:pt x="6147" y="20714"/>
                          </a:cubicBezTo>
                          <a:cubicBezTo>
                            <a:pt x="6909" y="16523"/>
                            <a:pt x="11195" y="13190"/>
                            <a:pt x="17387" y="1214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22" name="Forme libre : forme 13121">
                      <a:extLst>
                        <a:ext uri="{FF2B5EF4-FFF2-40B4-BE49-F238E27FC236}">
                          <a16:creationId xmlns:a16="http://schemas.microsoft.com/office/drawing/2014/main" id="{9E8DFA32-BE47-49B0-89FF-FF0FCB4DB5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1703" y="3424956"/>
                      <a:ext cx="15961" cy="11257"/>
                    </a:xfrm>
                    <a:custGeom>
                      <a:avLst/>
                      <a:gdLst>
                        <a:gd name="connsiteX0" fmla="*/ 2892 w 15961"/>
                        <a:gd name="connsiteY0" fmla="*/ 8933 h 11257"/>
                        <a:gd name="connsiteX1" fmla="*/ 1939 w 15961"/>
                        <a:gd name="connsiteY1" fmla="*/ 1027 h 11257"/>
                        <a:gd name="connsiteX2" fmla="*/ 13179 w 15961"/>
                        <a:gd name="connsiteY2" fmla="*/ 2361 h 11257"/>
                        <a:gd name="connsiteX3" fmla="*/ 14131 w 15961"/>
                        <a:gd name="connsiteY3" fmla="*/ 10171 h 11257"/>
                        <a:gd name="connsiteX4" fmla="*/ 2892 w 15961"/>
                        <a:gd name="connsiteY4" fmla="*/ 8933 h 11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61" h="11257">
                          <a:moveTo>
                            <a:pt x="2892" y="8933"/>
                          </a:moveTo>
                          <a:cubicBezTo>
                            <a:pt x="-632" y="6361"/>
                            <a:pt x="-918" y="2837"/>
                            <a:pt x="1939" y="1027"/>
                          </a:cubicBezTo>
                          <a:cubicBezTo>
                            <a:pt x="4797" y="-783"/>
                            <a:pt x="9845" y="-116"/>
                            <a:pt x="13179" y="2361"/>
                          </a:cubicBezTo>
                          <a:cubicBezTo>
                            <a:pt x="16608" y="4932"/>
                            <a:pt x="16798" y="8266"/>
                            <a:pt x="14131" y="10171"/>
                          </a:cubicBezTo>
                          <a:cubicBezTo>
                            <a:pt x="11369" y="11981"/>
                            <a:pt x="6321" y="11505"/>
                            <a:pt x="2892" y="893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23" name="Forme libre : forme 13122">
                      <a:extLst>
                        <a:ext uri="{FF2B5EF4-FFF2-40B4-BE49-F238E27FC236}">
                          <a16:creationId xmlns:a16="http://schemas.microsoft.com/office/drawing/2014/main" id="{803CA4EC-281D-4599-8642-B29359151F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3370" y="3430870"/>
                      <a:ext cx="5854" cy="4037"/>
                    </a:xfrm>
                    <a:custGeom>
                      <a:avLst/>
                      <a:gdLst>
                        <a:gd name="connsiteX0" fmla="*/ 178 w 5854"/>
                        <a:gd name="connsiteY0" fmla="*/ 2543 h 4037"/>
                        <a:gd name="connsiteX1" fmla="*/ 1988 w 5854"/>
                        <a:gd name="connsiteY1" fmla="*/ 66 h 4037"/>
                        <a:gd name="connsiteX2" fmla="*/ 5703 w 5854"/>
                        <a:gd name="connsiteY2" fmla="*/ 1590 h 4037"/>
                        <a:gd name="connsiteX3" fmla="*/ 3988 w 5854"/>
                        <a:gd name="connsiteY3" fmla="*/ 3971 h 4037"/>
                        <a:gd name="connsiteX4" fmla="*/ 178 w 5854"/>
                        <a:gd name="connsiteY4" fmla="*/ 2543 h 4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4" h="4037">
                          <a:moveTo>
                            <a:pt x="178" y="2543"/>
                          </a:moveTo>
                          <a:cubicBezTo>
                            <a:pt x="-393" y="1399"/>
                            <a:pt x="464" y="352"/>
                            <a:pt x="1988" y="66"/>
                          </a:cubicBezTo>
                          <a:cubicBezTo>
                            <a:pt x="3512" y="-220"/>
                            <a:pt x="5131" y="447"/>
                            <a:pt x="5703" y="1590"/>
                          </a:cubicBezTo>
                          <a:cubicBezTo>
                            <a:pt x="6179" y="2638"/>
                            <a:pt x="5512" y="3781"/>
                            <a:pt x="3988" y="3971"/>
                          </a:cubicBezTo>
                          <a:cubicBezTo>
                            <a:pt x="2464" y="4257"/>
                            <a:pt x="750" y="3590"/>
                            <a:pt x="178" y="25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124" name="Graphique 5">
                    <a:extLst>
                      <a:ext uri="{FF2B5EF4-FFF2-40B4-BE49-F238E27FC236}">
                        <a16:creationId xmlns:a16="http://schemas.microsoft.com/office/drawing/2014/main" id="{CDA16992-90AC-45A1-8388-26F1BA71A64E}"/>
                      </a:ext>
                    </a:extLst>
                  </p:cNvPr>
                  <p:cNvGrpSpPr/>
                  <p:nvPr/>
                </p:nvGrpSpPr>
                <p:grpSpPr>
                  <a:xfrm>
                    <a:off x="2613542" y="3393977"/>
                    <a:ext cx="35389" cy="25936"/>
                    <a:chOff x="2613542" y="3393977"/>
                    <a:chExt cx="35389" cy="25936"/>
                  </a:xfrm>
                  <a:solidFill>
                    <a:schemeClr val="accent1"/>
                  </a:solidFill>
                </p:grpSpPr>
                <p:sp>
                  <p:nvSpPr>
                    <p:cNvPr id="13125" name="Forme libre : forme 13124">
                      <a:extLst>
                        <a:ext uri="{FF2B5EF4-FFF2-40B4-BE49-F238E27FC236}">
                          <a16:creationId xmlns:a16="http://schemas.microsoft.com/office/drawing/2014/main" id="{89CB101E-6E4B-4BC5-98FA-06D3384C75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3638" y="3393977"/>
                      <a:ext cx="35294" cy="25936"/>
                    </a:xfrm>
                    <a:custGeom>
                      <a:avLst/>
                      <a:gdLst>
                        <a:gd name="connsiteX0" fmla="*/ 953 w 35294"/>
                        <a:gd name="connsiteY0" fmla="*/ 15719 h 25936"/>
                        <a:gd name="connsiteX1" fmla="*/ 12193 w 35294"/>
                        <a:gd name="connsiteY1" fmla="*/ 193 h 25936"/>
                        <a:gd name="connsiteX2" fmla="*/ 34291 w 35294"/>
                        <a:gd name="connsiteY2" fmla="*/ 10671 h 25936"/>
                        <a:gd name="connsiteX3" fmla="*/ 23432 w 35294"/>
                        <a:gd name="connsiteY3" fmla="*/ 25625 h 25936"/>
                        <a:gd name="connsiteX4" fmla="*/ 953 w 35294"/>
                        <a:gd name="connsiteY4" fmla="*/ 15719 h 259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94" h="25936">
                          <a:moveTo>
                            <a:pt x="953" y="15719"/>
                          </a:moveTo>
                          <a:cubicBezTo>
                            <a:pt x="-2190" y="8575"/>
                            <a:pt x="2668" y="1336"/>
                            <a:pt x="12193" y="193"/>
                          </a:cubicBezTo>
                          <a:cubicBezTo>
                            <a:pt x="21622" y="-1045"/>
                            <a:pt x="31338" y="3813"/>
                            <a:pt x="34291" y="10671"/>
                          </a:cubicBezTo>
                          <a:cubicBezTo>
                            <a:pt x="37529" y="17529"/>
                            <a:pt x="32671" y="24101"/>
                            <a:pt x="23432" y="25625"/>
                          </a:cubicBezTo>
                          <a:cubicBezTo>
                            <a:pt x="14098" y="27149"/>
                            <a:pt x="4001" y="22958"/>
                            <a:pt x="953" y="1571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26" name="Forme libre : forme 13125">
                      <a:extLst>
                        <a:ext uri="{FF2B5EF4-FFF2-40B4-BE49-F238E27FC236}">
                          <a16:creationId xmlns:a16="http://schemas.microsoft.com/office/drawing/2014/main" id="{4290E12E-F310-410E-8C2B-28209E1990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3542" y="3393977"/>
                      <a:ext cx="35299" cy="21529"/>
                    </a:xfrm>
                    <a:custGeom>
                      <a:avLst/>
                      <a:gdLst>
                        <a:gd name="connsiteX0" fmla="*/ 17431 w 35299"/>
                        <a:gd name="connsiteY0" fmla="*/ 12766 h 21529"/>
                        <a:gd name="connsiteX1" fmla="*/ 34957 w 35299"/>
                        <a:gd name="connsiteY1" fmla="*/ 17148 h 21529"/>
                        <a:gd name="connsiteX2" fmla="*/ 34291 w 35299"/>
                        <a:gd name="connsiteY2" fmla="*/ 10671 h 21529"/>
                        <a:gd name="connsiteX3" fmla="*/ 12193 w 35299"/>
                        <a:gd name="connsiteY3" fmla="*/ 193 h 21529"/>
                        <a:gd name="connsiteX4" fmla="*/ 953 w 35299"/>
                        <a:gd name="connsiteY4" fmla="*/ 15719 h 21529"/>
                        <a:gd name="connsiteX5" fmla="*/ 5811 w 35299"/>
                        <a:gd name="connsiteY5" fmla="*/ 21529 h 21529"/>
                        <a:gd name="connsiteX6" fmla="*/ 17431 w 35299"/>
                        <a:gd name="connsiteY6" fmla="*/ 12766 h 21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9" h="21529">
                          <a:moveTo>
                            <a:pt x="17431" y="12766"/>
                          </a:moveTo>
                          <a:cubicBezTo>
                            <a:pt x="23718" y="11814"/>
                            <a:pt x="30290" y="13719"/>
                            <a:pt x="34957" y="17148"/>
                          </a:cubicBezTo>
                          <a:cubicBezTo>
                            <a:pt x="35529" y="15147"/>
                            <a:pt x="35434" y="12957"/>
                            <a:pt x="34291" y="10671"/>
                          </a:cubicBezTo>
                          <a:cubicBezTo>
                            <a:pt x="31338" y="3813"/>
                            <a:pt x="21622" y="-1045"/>
                            <a:pt x="12193" y="193"/>
                          </a:cubicBezTo>
                          <a:cubicBezTo>
                            <a:pt x="2668" y="1336"/>
                            <a:pt x="-2190" y="8575"/>
                            <a:pt x="953" y="15719"/>
                          </a:cubicBezTo>
                          <a:cubicBezTo>
                            <a:pt x="1906" y="18005"/>
                            <a:pt x="3715" y="19910"/>
                            <a:pt x="5811" y="21529"/>
                          </a:cubicBezTo>
                          <a:cubicBezTo>
                            <a:pt x="7144" y="17243"/>
                            <a:pt x="11240" y="13719"/>
                            <a:pt x="17431" y="1276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27" name="Forme libre : forme 13126">
                      <a:extLst>
                        <a:ext uri="{FF2B5EF4-FFF2-40B4-BE49-F238E27FC236}">
                          <a16:creationId xmlns:a16="http://schemas.microsoft.com/office/drawing/2014/main" id="{820EA371-586F-45EF-9027-9DFB3269CE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7818" y="3404095"/>
                      <a:ext cx="15834" cy="11996"/>
                    </a:xfrm>
                    <a:custGeom>
                      <a:avLst/>
                      <a:gdLst>
                        <a:gd name="connsiteX0" fmla="*/ 2773 w 15834"/>
                        <a:gd name="connsiteY0" fmla="*/ 9410 h 11996"/>
                        <a:gd name="connsiteX1" fmla="*/ 1916 w 15834"/>
                        <a:gd name="connsiteY1" fmla="*/ 1028 h 11996"/>
                        <a:gd name="connsiteX2" fmla="*/ 13061 w 15834"/>
                        <a:gd name="connsiteY2" fmla="*/ 2648 h 11996"/>
                        <a:gd name="connsiteX3" fmla="*/ 13918 w 15834"/>
                        <a:gd name="connsiteY3" fmla="*/ 10839 h 11996"/>
                        <a:gd name="connsiteX4" fmla="*/ 2773 w 15834"/>
                        <a:gd name="connsiteY4" fmla="*/ 9410 h 11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34" h="11996">
                          <a:moveTo>
                            <a:pt x="2773" y="9410"/>
                          </a:moveTo>
                          <a:cubicBezTo>
                            <a:pt x="-560" y="6743"/>
                            <a:pt x="-941" y="2933"/>
                            <a:pt x="1916" y="1028"/>
                          </a:cubicBezTo>
                          <a:cubicBezTo>
                            <a:pt x="4774" y="-877"/>
                            <a:pt x="9727" y="-19"/>
                            <a:pt x="13061" y="2648"/>
                          </a:cubicBezTo>
                          <a:cubicBezTo>
                            <a:pt x="16394" y="5410"/>
                            <a:pt x="16775" y="9029"/>
                            <a:pt x="13918" y="10839"/>
                          </a:cubicBezTo>
                          <a:cubicBezTo>
                            <a:pt x="11156" y="12839"/>
                            <a:pt x="6107" y="12173"/>
                            <a:pt x="2773" y="94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28" name="Forme libre : forme 13127">
                      <a:extLst>
                        <a:ext uri="{FF2B5EF4-FFF2-40B4-BE49-F238E27FC236}">
                          <a16:creationId xmlns:a16="http://schemas.microsoft.com/office/drawing/2014/main" id="{3E87DC1D-3369-46DB-90EE-9CF9195326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9499" y="3410711"/>
                      <a:ext cx="5806" cy="4188"/>
                    </a:xfrm>
                    <a:custGeom>
                      <a:avLst/>
                      <a:gdLst>
                        <a:gd name="connsiteX0" fmla="*/ 141 w 5806"/>
                        <a:gd name="connsiteY0" fmla="*/ 2509 h 4188"/>
                        <a:gd name="connsiteX1" fmla="*/ 1951 w 5806"/>
                        <a:gd name="connsiteY1" fmla="*/ 32 h 4188"/>
                        <a:gd name="connsiteX2" fmla="*/ 5665 w 5806"/>
                        <a:gd name="connsiteY2" fmla="*/ 1652 h 4188"/>
                        <a:gd name="connsiteX3" fmla="*/ 3856 w 5806"/>
                        <a:gd name="connsiteY3" fmla="*/ 4128 h 4188"/>
                        <a:gd name="connsiteX4" fmla="*/ 141 w 5806"/>
                        <a:gd name="connsiteY4" fmla="*/ 2509 h 4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6" h="4188">
                          <a:moveTo>
                            <a:pt x="141" y="2509"/>
                          </a:moveTo>
                          <a:cubicBezTo>
                            <a:pt x="-335" y="1366"/>
                            <a:pt x="427" y="223"/>
                            <a:pt x="1951" y="32"/>
                          </a:cubicBezTo>
                          <a:cubicBezTo>
                            <a:pt x="3475" y="-158"/>
                            <a:pt x="5094" y="509"/>
                            <a:pt x="5665" y="1652"/>
                          </a:cubicBezTo>
                          <a:cubicBezTo>
                            <a:pt x="6142" y="2794"/>
                            <a:pt x="5380" y="3938"/>
                            <a:pt x="3856" y="4128"/>
                          </a:cubicBezTo>
                          <a:cubicBezTo>
                            <a:pt x="2236" y="4414"/>
                            <a:pt x="617" y="3652"/>
                            <a:pt x="141" y="25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129" name="Graphique 5">
                    <a:extLst>
                      <a:ext uri="{FF2B5EF4-FFF2-40B4-BE49-F238E27FC236}">
                        <a16:creationId xmlns:a16="http://schemas.microsoft.com/office/drawing/2014/main" id="{D2A63770-15AD-4BB2-B4D6-903208CA3729}"/>
                      </a:ext>
                    </a:extLst>
                  </p:cNvPr>
                  <p:cNvGrpSpPr/>
                  <p:nvPr/>
                </p:nvGrpSpPr>
                <p:grpSpPr>
                  <a:xfrm>
                    <a:off x="2582870" y="3377793"/>
                    <a:ext cx="35461" cy="27336"/>
                    <a:chOff x="2582870" y="3377793"/>
                    <a:chExt cx="35461" cy="27336"/>
                  </a:xfrm>
                  <a:solidFill>
                    <a:schemeClr val="accent1"/>
                  </a:solidFill>
                </p:grpSpPr>
                <p:sp>
                  <p:nvSpPr>
                    <p:cNvPr id="13130" name="Forme libre : forme 13129">
                      <a:extLst>
                        <a:ext uri="{FF2B5EF4-FFF2-40B4-BE49-F238E27FC236}">
                          <a16:creationId xmlns:a16="http://schemas.microsoft.com/office/drawing/2014/main" id="{BB09B98F-6221-4D01-92B0-81DDB2E0F7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2965" y="3377793"/>
                      <a:ext cx="35366" cy="27336"/>
                    </a:xfrm>
                    <a:custGeom>
                      <a:avLst/>
                      <a:gdLst>
                        <a:gd name="connsiteX0" fmla="*/ 860 w 35366"/>
                        <a:gd name="connsiteY0" fmla="*/ 16377 h 27336"/>
                        <a:gd name="connsiteX1" fmla="*/ 12766 w 35366"/>
                        <a:gd name="connsiteY1" fmla="*/ 184 h 27336"/>
                        <a:gd name="connsiteX2" fmla="*/ 34674 w 35366"/>
                        <a:gd name="connsiteY2" fmla="*/ 11329 h 27336"/>
                        <a:gd name="connsiteX3" fmla="*/ 23244 w 35366"/>
                        <a:gd name="connsiteY3" fmla="*/ 27045 h 27336"/>
                        <a:gd name="connsiteX4" fmla="*/ 860 w 35366"/>
                        <a:gd name="connsiteY4" fmla="*/ 16377 h 27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66" h="27336">
                          <a:moveTo>
                            <a:pt x="860" y="16377"/>
                          </a:moveTo>
                          <a:cubicBezTo>
                            <a:pt x="-2283" y="8757"/>
                            <a:pt x="3527" y="1423"/>
                            <a:pt x="12766" y="184"/>
                          </a:cubicBezTo>
                          <a:cubicBezTo>
                            <a:pt x="22101" y="-1054"/>
                            <a:pt x="31912" y="4090"/>
                            <a:pt x="34674" y="11329"/>
                          </a:cubicBezTo>
                          <a:cubicBezTo>
                            <a:pt x="37246" y="18568"/>
                            <a:pt x="32483" y="25426"/>
                            <a:pt x="23244" y="27045"/>
                          </a:cubicBezTo>
                          <a:cubicBezTo>
                            <a:pt x="13910" y="28569"/>
                            <a:pt x="3908" y="23997"/>
                            <a:pt x="860" y="1637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31" name="Forme libre : forme 13130">
                      <a:extLst>
                        <a:ext uri="{FF2B5EF4-FFF2-40B4-BE49-F238E27FC236}">
                          <a16:creationId xmlns:a16="http://schemas.microsoft.com/office/drawing/2014/main" id="{0C9A0BFA-6ED4-431F-A70C-C09496EFC2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2870" y="3377793"/>
                      <a:ext cx="35376" cy="22568"/>
                    </a:xfrm>
                    <a:custGeom>
                      <a:avLst/>
                      <a:gdLst>
                        <a:gd name="connsiteX0" fmla="*/ 17529 w 35376"/>
                        <a:gd name="connsiteY0" fmla="*/ 13424 h 22568"/>
                        <a:gd name="connsiteX1" fmla="*/ 34864 w 35376"/>
                        <a:gd name="connsiteY1" fmla="*/ 18091 h 22568"/>
                        <a:gd name="connsiteX2" fmla="*/ 34674 w 35376"/>
                        <a:gd name="connsiteY2" fmla="*/ 11329 h 22568"/>
                        <a:gd name="connsiteX3" fmla="*/ 12766 w 35376"/>
                        <a:gd name="connsiteY3" fmla="*/ 184 h 22568"/>
                        <a:gd name="connsiteX4" fmla="*/ 860 w 35376"/>
                        <a:gd name="connsiteY4" fmla="*/ 16377 h 22568"/>
                        <a:gd name="connsiteX5" fmla="*/ 5718 w 35376"/>
                        <a:gd name="connsiteY5" fmla="*/ 22568 h 22568"/>
                        <a:gd name="connsiteX6" fmla="*/ 17529 w 35376"/>
                        <a:gd name="connsiteY6" fmla="*/ 13424 h 22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376" h="22568">
                          <a:moveTo>
                            <a:pt x="17529" y="13424"/>
                          </a:moveTo>
                          <a:cubicBezTo>
                            <a:pt x="23911" y="12472"/>
                            <a:pt x="30483" y="14567"/>
                            <a:pt x="34864" y="18091"/>
                          </a:cubicBezTo>
                          <a:cubicBezTo>
                            <a:pt x="35531" y="15996"/>
                            <a:pt x="35626" y="13710"/>
                            <a:pt x="34674" y="11329"/>
                          </a:cubicBezTo>
                          <a:cubicBezTo>
                            <a:pt x="31912" y="4090"/>
                            <a:pt x="22101" y="-1054"/>
                            <a:pt x="12766" y="184"/>
                          </a:cubicBezTo>
                          <a:cubicBezTo>
                            <a:pt x="3527" y="1423"/>
                            <a:pt x="-2283" y="8757"/>
                            <a:pt x="860" y="16377"/>
                          </a:cubicBezTo>
                          <a:cubicBezTo>
                            <a:pt x="1813" y="18758"/>
                            <a:pt x="3622" y="20854"/>
                            <a:pt x="5718" y="22568"/>
                          </a:cubicBezTo>
                          <a:cubicBezTo>
                            <a:pt x="7051" y="17996"/>
                            <a:pt x="11147" y="14281"/>
                            <a:pt x="17529" y="1342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32" name="Forme libre : forme 13131">
                      <a:extLst>
                        <a:ext uri="{FF2B5EF4-FFF2-40B4-BE49-F238E27FC236}">
                          <a16:creationId xmlns:a16="http://schemas.microsoft.com/office/drawing/2014/main" id="{EF9E58E8-5969-454A-80B0-8318A86817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7116" y="3388388"/>
                      <a:ext cx="15756" cy="12616"/>
                    </a:xfrm>
                    <a:custGeom>
                      <a:avLst/>
                      <a:gdLst>
                        <a:gd name="connsiteX0" fmla="*/ 2710 w 15756"/>
                        <a:gd name="connsiteY0" fmla="*/ 9877 h 12616"/>
                        <a:gd name="connsiteX1" fmla="*/ 2043 w 15756"/>
                        <a:gd name="connsiteY1" fmla="*/ 1019 h 12616"/>
                        <a:gd name="connsiteX2" fmla="*/ 13188 w 15756"/>
                        <a:gd name="connsiteY2" fmla="*/ 2829 h 12616"/>
                        <a:gd name="connsiteX3" fmla="*/ 13854 w 15756"/>
                        <a:gd name="connsiteY3" fmla="*/ 11497 h 12616"/>
                        <a:gd name="connsiteX4" fmla="*/ 2710 w 15756"/>
                        <a:gd name="connsiteY4" fmla="*/ 9877 h 126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56" h="12616">
                          <a:moveTo>
                            <a:pt x="2710" y="9877"/>
                          </a:moveTo>
                          <a:cubicBezTo>
                            <a:pt x="-528" y="7020"/>
                            <a:pt x="-1005" y="2924"/>
                            <a:pt x="2043" y="1019"/>
                          </a:cubicBezTo>
                          <a:cubicBezTo>
                            <a:pt x="5091" y="-886"/>
                            <a:pt x="10045" y="-29"/>
                            <a:pt x="13188" y="2829"/>
                          </a:cubicBezTo>
                          <a:cubicBezTo>
                            <a:pt x="16236" y="5686"/>
                            <a:pt x="16712" y="9592"/>
                            <a:pt x="13854" y="11497"/>
                          </a:cubicBezTo>
                          <a:cubicBezTo>
                            <a:pt x="10997" y="13497"/>
                            <a:pt x="5949" y="12735"/>
                            <a:pt x="2710" y="987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33" name="Forme libre : forme 13132">
                      <a:extLst>
                        <a:ext uri="{FF2B5EF4-FFF2-40B4-BE49-F238E27FC236}">
                          <a16:creationId xmlns:a16="http://schemas.microsoft.com/office/drawing/2014/main" id="{1B00CF39-8C22-41E3-AB19-C1279A103C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8638" y="3395258"/>
                      <a:ext cx="5843" cy="4560"/>
                    </a:xfrm>
                    <a:custGeom>
                      <a:avLst/>
                      <a:gdLst>
                        <a:gd name="connsiteX0" fmla="*/ 141 w 5843"/>
                        <a:gd name="connsiteY0" fmla="*/ 2722 h 4560"/>
                        <a:gd name="connsiteX1" fmla="*/ 1951 w 5843"/>
                        <a:gd name="connsiteY1" fmla="*/ 55 h 4560"/>
                        <a:gd name="connsiteX2" fmla="*/ 5665 w 5843"/>
                        <a:gd name="connsiteY2" fmla="*/ 1865 h 4560"/>
                        <a:gd name="connsiteX3" fmla="*/ 3856 w 5843"/>
                        <a:gd name="connsiteY3" fmla="*/ 4532 h 4560"/>
                        <a:gd name="connsiteX4" fmla="*/ 141 w 5843"/>
                        <a:gd name="connsiteY4" fmla="*/ 2722 h 4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3" h="4560">
                          <a:moveTo>
                            <a:pt x="141" y="2722"/>
                          </a:moveTo>
                          <a:cubicBezTo>
                            <a:pt x="-335" y="1484"/>
                            <a:pt x="427" y="341"/>
                            <a:pt x="1951" y="55"/>
                          </a:cubicBezTo>
                          <a:cubicBezTo>
                            <a:pt x="3475" y="-231"/>
                            <a:pt x="5094" y="627"/>
                            <a:pt x="5665" y="1865"/>
                          </a:cubicBezTo>
                          <a:cubicBezTo>
                            <a:pt x="6237" y="3103"/>
                            <a:pt x="5380" y="4246"/>
                            <a:pt x="3856" y="4532"/>
                          </a:cubicBezTo>
                          <a:cubicBezTo>
                            <a:pt x="2332" y="4722"/>
                            <a:pt x="712" y="3960"/>
                            <a:pt x="141" y="27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134" name="Graphique 5">
                  <a:extLst>
                    <a:ext uri="{FF2B5EF4-FFF2-40B4-BE49-F238E27FC236}">
                      <a16:creationId xmlns:a16="http://schemas.microsoft.com/office/drawing/2014/main" id="{2F5E9631-3B15-406B-B7DC-428F0CDED700}"/>
                    </a:ext>
                  </a:extLst>
                </p:cNvPr>
                <p:cNvGrpSpPr/>
                <p:nvPr/>
              </p:nvGrpSpPr>
              <p:grpSpPr>
                <a:xfrm>
                  <a:off x="2544324" y="3274583"/>
                  <a:ext cx="48483" cy="87778"/>
                  <a:chOff x="2544324" y="3274583"/>
                  <a:chExt cx="48483" cy="87778"/>
                </a:xfrm>
                <a:solidFill>
                  <a:schemeClr val="accent1"/>
                </a:solidFill>
              </p:grpSpPr>
              <p:grpSp>
                <p:nvGrpSpPr>
                  <p:cNvPr id="13135" name="Graphique 5">
                    <a:extLst>
                      <a:ext uri="{FF2B5EF4-FFF2-40B4-BE49-F238E27FC236}">
                        <a16:creationId xmlns:a16="http://schemas.microsoft.com/office/drawing/2014/main" id="{C8758939-0BE5-4907-B3A4-97DD635C8B07}"/>
                      </a:ext>
                    </a:extLst>
                  </p:cNvPr>
                  <p:cNvGrpSpPr/>
                  <p:nvPr/>
                </p:nvGrpSpPr>
                <p:grpSpPr>
                  <a:xfrm>
                    <a:off x="2557451" y="3333427"/>
                    <a:ext cx="35356" cy="28934"/>
                    <a:chOff x="2557451" y="3333427"/>
                    <a:chExt cx="35356" cy="28934"/>
                  </a:xfrm>
                  <a:solidFill>
                    <a:schemeClr val="accent1"/>
                  </a:solidFill>
                </p:grpSpPr>
                <p:sp>
                  <p:nvSpPr>
                    <p:cNvPr id="13136" name="Forme libre : forme 13135">
                      <a:extLst>
                        <a:ext uri="{FF2B5EF4-FFF2-40B4-BE49-F238E27FC236}">
                          <a16:creationId xmlns:a16="http://schemas.microsoft.com/office/drawing/2014/main" id="{B5AA04D4-DC97-4171-9F4E-A1EA39A220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7451" y="3333427"/>
                      <a:ext cx="35356" cy="28934"/>
                    </a:xfrm>
                    <a:custGeom>
                      <a:avLst/>
                      <a:gdLst>
                        <a:gd name="connsiteX0" fmla="*/ 1228 w 35356"/>
                        <a:gd name="connsiteY0" fmla="*/ 8070 h 28934"/>
                        <a:gd name="connsiteX1" fmla="*/ 23897 w 35356"/>
                        <a:gd name="connsiteY1" fmla="*/ 1688 h 28934"/>
                        <a:gd name="connsiteX2" fmla="*/ 34279 w 35356"/>
                        <a:gd name="connsiteY2" fmla="*/ 20928 h 28934"/>
                        <a:gd name="connsiteX3" fmla="*/ 11896 w 35356"/>
                        <a:gd name="connsiteY3" fmla="*/ 27596 h 28934"/>
                        <a:gd name="connsiteX4" fmla="*/ 1228 w 35356"/>
                        <a:gd name="connsiteY4" fmla="*/ 8070 h 289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56" h="28934">
                          <a:moveTo>
                            <a:pt x="1228" y="8070"/>
                          </a:moveTo>
                          <a:cubicBezTo>
                            <a:pt x="4752" y="735"/>
                            <a:pt x="14848" y="-2122"/>
                            <a:pt x="23897" y="1688"/>
                          </a:cubicBezTo>
                          <a:cubicBezTo>
                            <a:pt x="32946" y="5498"/>
                            <a:pt x="37613" y="14070"/>
                            <a:pt x="34279" y="20928"/>
                          </a:cubicBezTo>
                          <a:cubicBezTo>
                            <a:pt x="30755" y="27786"/>
                            <a:pt x="21230" y="30930"/>
                            <a:pt x="11896" y="27596"/>
                          </a:cubicBezTo>
                          <a:cubicBezTo>
                            <a:pt x="2561" y="24262"/>
                            <a:pt x="-2487" y="15404"/>
                            <a:pt x="1228" y="807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37" name="Forme libre : forme 13136">
                      <a:extLst>
                        <a:ext uri="{FF2B5EF4-FFF2-40B4-BE49-F238E27FC236}">
                          <a16:creationId xmlns:a16="http://schemas.microsoft.com/office/drawing/2014/main" id="{85E99E47-CC6D-4A2A-909C-4A5A295C78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7453" y="3333427"/>
                      <a:ext cx="35259" cy="26357"/>
                    </a:xfrm>
                    <a:custGeom>
                      <a:avLst/>
                      <a:gdLst>
                        <a:gd name="connsiteX0" fmla="*/ 17704 w 35259"/>
                        <a:gd name="connsiteY0" fmla="*/ 14261 h 26357"/>
                        <a:gd name="connsiteX1" fmla="*/ 28944 w 35259"/>
                        <a:gd name="connsiteY1" fmla="*/ 26358 h 26357"/>
                        <a:gd name="connsiteX2" fmla="*/ 34183 w 35259"/>
                        <a:gd name="connsiteY2" fmla="*/ 20928 h 26357"/>
                        <a:gd name="connsiteX3" fmla="*/ 23800 w 35259"/>
                        <a:gd name="connsiteY3" fmla="*/ 1688 h 26357"/>
                        <a:gd name="connsiteX4" fmla="*/ 1131 w 35259"/>
                        <a:gd name="connsiteY4" fmla="*/ 8070 h 26357"/>
                        <a:gd name="connsiteX5" fmla="*/ 178 w 35259"/>
                        <a:gd name="connsiteY5" fmla="*/ 15309 h 26357"/>
                        <a:gd name="connsiteX6" fmla="*/ 17704 w 35259"/>
                        <a:gd name="connsiteY6" fmla="*/ 14261 h 26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59" h="26357">
                          <a:moveTo>
                            <a:pt x="17704" y="14261"/>
                          </a:moveTo>
                          <a:cubicBezTo>
                            <a:pt x="23991" y="16737"/>
                            <a:pt x="27896" y="21405"/>
                            <a:pt x="28944" y="26358"/>
                          </a:cubicBezTo>
                          <a:cubicBezTo>
                            <a:pt x="31135" y="25024"/>
                            <a:pt x="33135" y="23214"/>
                            <a:pt x="34183" y="20928"/>
                          </a:cubicBezTo>
                          <a:cubicBezTo>
                            <a:pt x="37516" y="14070"/>
                            <a:pt x="32849" y="5498"/>
                            <a:pt x="23800" y="1688"/>
                          </a:cubicBezTo>
                          <a:cubicBezTo>
                            <a:pt x="14752" y="-2122"/>
                            <a:pt x="4655" y="735"/>
                            <a:pt x="1131" y="8070"/>
                          </a:cubicBezTo>
                          <a:cubicBezTo>
                            <a:pt x="-12" y="10451"/>
                            <a:pt x="-203" y="12927"/>
                            <a:pt x="178" y="15309"/>
                          </a:cubicBezTo>
                          <a:cubicBezTo>
                            <a:pt x="5036" y="12451"/>
                            <a:pt x="11608" y="11880"/>
                            <a:pt x="17704" y="1426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38" name="Forme libre : forme 13137">
                      <a:extLst>
                        <a:ext uri="{FF2B5EF4-FFF2-40B4-BE49-F238E27FC236}">
                          <a16:creationId xmlns:a16="http://schemas.microsoft.com/office/drawing/2014/main" id="{00916304-27DA-4CD2-AABF-B4747138A1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0343" y="3340639"/>
                      <a:ext cx="14674" cy="14003"/>
                    </a:xfrm>
                    <a:custGeom>
                      <a:avLst/>
                      <a:gdLst>
                        <a:gd name="connsiteX0" fmla="*/ 50 w 14674"/>
                        <a:gd name="connsiteY0" fmla="*/ 7049 h 14003"/>
                        <a:gd name="connsiteX1" fmla="*/ 6527 w 14674"/>
                        <a:gd name="connsiteY1" fmla="*/ 0 h 14003"/>
                        <a:gd name="connsiteX2" fmla="*/ 14624 w 14674"/>
                        <a:gd name="connsiteY2" fmla="*/ 7049 h 14003"/>
                        <a:gd name="connsiteX3" fmla="*/ 8147 w 14674"/>
                        <a:gd name="connsiteY3" fmla="*/ 14002 h 14003"/>
                        <a:gd name="connsiteX4" fmla="*/ 50 w 14674"/>
                        <a:gd name="connsiteY4" fmla="*/ 7049 h 14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74" h="14003">
                          <a:moveTo>
                            <a:pt x="50" y="7049"/>
                          </a:moveTo>
                          <a:cubicBezTo>
                            <a:pt x="-426" y="3143"/>
                            <a:pt x="2527" y="0"/>
                            <a:pt x="6527" y="0"/>
                          </a:cubicBezTo>
                          <a:cubicBezTo>
                            <a:pt x="10528" y="0"/>
                            <a:pt x="14147" y="3238"/>
                            <a:pt x="14624" y="7049"/>
                          </a:cubicBezTo>
                          <a:cubicBezTo>
                            <a:pt x="15100" y="10858"/>
                            <a:pt x="12147" y="13907"/>
                            <a:pt x="8147" y="14002"/>
                          </a:cubicBezTo>
                          <a:cubicBezTo>
                            <a:pt x="4241" y="14097"/>
                            <a:pt x="431" y="10954"/>
                            <a:pt x="50" y="704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39" name="Forme libre : forme 13138">
                      <a:extLst>
                        <a:ext uri="{FF2B5EF4-FFF2-40B4-BE49-F238E27FC236}">
                          <a16:creationId xmlns:a16="http://schemas.microsoft.com/office/drawing/2014/main" id="{FDD4FD12-0B82-4E85-AA77-BAE889A241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8110" y="3350702"/>
                      <a:ext cx="5797" cy="4734"/>
                    </a:xfrm>
                    <a:custGeom>
                      <a:avLst/>
                      <a:gdLst>
                        <a:gd name="connsiteX0" fmla="*/ 190 w 5797"/>
                        <a:gd name="connsiteY0" fmla="*/ 1367 h 4734"/>
                        <a:gd name="connsiteX1" fmla="*/ 3905 w 5797"/>
                        <a:gd name="connsiteY1" fmla="*/ 224 h 4734"/>
                        <a:gd name="connsiteX2" fmla="*/ 5619 w 5797"/>
                        <a:gd name="connsiteY2" fmla="*/ 3367 h 4734"/>
                        <a:gd name="connsiteX3" fmla="*/ 1904 w 5797"/>
                        <a:gd name="connsiteY3" fmla="*/ 4510 h 4734"/>
                        <a:gd name="connsiteX4" fmla="*/ 190 w 5797"/>
                        <a:gd name="connsiteY4" fmla="*/ 1367 h 4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7" h="4734">
                          <a:moveTo>
                            <a:pt x="190" y="1367"/>
                          </a:moveTo>
                          <a:cubicBezTo>
                            <a:pt x="761" y="224"/>
                            <a:pt x="2476" y="-347"/>
                            <a:pt x="3905" y="224"/>
                          </a:cubicBezTo>
                          <a:cubicBezTo>
                            <a:pt x="5333" y="796"/>
                            <a:pt x="6190" y="2224"/>
                            <a:pt x="5619" y="3367"/>
                          </a:cubicBezTo>
                          <a:cubicBezTo>
                            <a:pt x="5048" y="4510"/>
                            <a:pt x="3428" y="5082"/>
                            <a:pt x="1904" y="4510"/>
                          </a:cubicBezTo>
                          <a:cubicBezTo>
                            <a:pt x="380" y="4034"/>
                            <a:pt x="-382" y="2605"/>
                            <a:pt x="190" y="13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140" name="Graphique 5">
                    <a:extLst>
                      <a:ext uri="{FF2B5EF4-FFF2-40B4-BE49-F238E27FC236}">
                        <a16:creationId xmlns:a16="http://schemas.microsoft.com/office/drawing/2014/main" id="{23BC623F-C1C4-4DB1-AC40-4162847FAF66}"/>
                      </a:ext>
                    </a:extLst>
                  </p:cNvPr>
                  <p:cNvGrpSpPr/>
                  <p:nvPr/>
                </p:nvGrpSpPr>
                <p:grpSpPr>
                  <a:xfrm>
                    <a:off x="2555814" y="3304024"/>
                    <a:ext cx="35176" cy="29698"/>
                    <a:chOff x="2555814" y="3304024"/>
                    <a:chExt cx="35176" cy="29698"/>
                  </a:xfrm>
                  <a:solidFill>
                    <a:schemeClr val="accent1"/>
                  </a:solidFill>
                </p:grpSpPr>
                <p:sp>
                  <p:nvSpPr>
                    <p:cNvPr id="13141" name="Forme libre : forme 13140">
                      <a:extLst>
                        <a:ext uri="{FF2B5EF4-FFF2-40B4-BE49-F238E27FC236}">
                          <a16:creationId xmlns:a16="http://schemas.microsoft.com/office/drawing/2014/main" id="{EB9AB929-E067-4651-8DF2-132EECAF63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5835" y="3304099"/>
                      <a:ext cx="35154" cy="29624"/>
                    </a:xfrm>
                    <a:custGeom>
                      <a:avLst/>
                      <a:gdLst>
                        <a:gd name="connsiteX0" fmla="*/ 1416 w 35154"/>
                        <a:gd name="connsiteY0" fmla="*/ 7585 h 29624"/>
                        <a:gd name="connsiteX1" fmla="*/ 24466 w 35154"/>
                        <a:gd name="connsiteY1" fmla="*/ 2060 h 29624"/>
                        <a:gd name="connsiteX2" fmla="*/ 33800 w 35154"/>
                        <a:gd name="connsiteY2" fmla="*/ 21967 h 29624"/>
                        <a:gd name="connsiteX3" fmla="*/ 11226 w 35154"/>
                        <a:gd name="connsiteY3" fmla="*/ 27968 h 29624"/>
                        <a:gd name="connsiteX4" fmla="*/ 1416 w 35154"/>
                        <a:gd name="connsiteY4" fmla="*/ 7585 h 29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54" h="29624">
                          <a:moveTo>
                            <a:pt x="1416" y="7585"/>
                          </a:moveTo>
                          <a:cubicBezTo>
                            <a:pt x="5321" y="250"/>
                            <a:pt x="15608" y="-2131"/>
                            <a:pt x="24466" y="2060"/>
                          </a:cubicBezTo>
                          <a:cubicBezTo>
                            <a:pt x="33324" y="6251"/>
                            <a:pt x="37515" y="15109"/>
                            <a:pt x="33800" y="21967"/>
                          </a:cubicBezTo>
                          <a:cubicBezTo>
                            <a:pt x="30371" y="28921"/>
                            <a:pt x="20370" y="31683"/>
                            <a:pt x="11226" y="27968"/>
                          </a:cubicBezTo>
                          <a:cubicBezTo>
                            <a:pt x="2273" y="24158"/>
                            <a:pt x="-2585" y="14919"/>
                            <a:pt x="1416" y="758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42" name="Forme libre : forme 13141">
                      <a:extLst>
                        <a:ext uri="{FF2B5EF4-FFF2-40B4-BE49-F238E27FC236}">
                          <a16:creationId xmlns:a16="http://schemas.microsoft.com/office/drawing/2014/main" id="{357E09CF-B62D-4751-BABD-1F0ECE4381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5814" y="3304024"/>
                      <a:ext cx="35080" cy="27280"/>
                    </a:xfrm>
                    <a:custGeom>
                      <a:avLst/>
                      <a:gdLst>
                        <a:gd name="connsiteX0" fmla="*/ 17629 w 35080"/>
                        <a:gd name="connsiteY0" fmla="*/ 14517 h 27280"/>
                        <a:gd name="connsiteX1" fmla="*/ 28488 w 35080"/>
                        <a:gd name="connsiteY1" fmla="*/ 27281 h 27280"/>
                        <a:gd name="connsiteX2" fmla="*/ 33726 w 35080"/>
                        <a:gd name="connsiteY2" fmla="*/ 21947 h 27280"/>
                        <a:gd name="connsiteX3" fmla="*/ 24392 w 35080"/>
                        <a:gd name="connsiteY3" fmla="*/ 2039 h 27280"/>
                        <a:gd name="connsiteX4" fmla="*/ 1341 w 35080"/>
                        <a:gd name="connsiteY4" fmla="*/ 7564 h 27280"/>
                        <a:gd name="connsiteX5" fmla="*/ 198 w 35080"/>
                        <a:gd name="connsiteY5" fmla="*/ 14898 h 27280"/>
                        <a:gd name="connsiteX6" fmla="*/ 17629 w 35080"/>
                        <a:gd name="connsiteY6" fmla="*/ 14517 h 27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080" h="27280">
                          <a:moveTo>
                            <a:pt x="17629" y="14517"/>
                          </a:moveTo>
                          <a:cubicBezTo>
                            <a:pt x="23630" y="17184"/>
                            <a:pt x="27535" y="22137"/>
                            <a:pt x="28488" y="27281"/>
                          </a:cubicBezTo>
                          <a:cubicBezTo>
                            <a:pt x="30774" y="26042"/>
                            <a:pt x="32583" y="24232"/>
                            <a:pt x="33726" y="21947"/>
                          </a:cubicBezTo>
                          <a:cubicBezTo>
                            <a:pt x="37441" y="15089"/>
                            <a:pt x="33250" y="6230"/>
                            <a:pt x="24392" y="2039"/>
                          </a:cubicBezTo>
                          <a:cubicBezTo>
                            <a:pt x="15534" y="-2152"/>
                            <a:pt x="5247" y="325"/>
                            <a:pt x="1341" y="7564"/>
                          </a:cubicBezTo>
                          <a:cubicBezTo>
                            <a:pt x="103" y="9850"/>
                            <a:pt x="-278" y="12326"/>
                            <a:pt x="198" y="14898"/>
                          </a:cubicBezTo>
                          <a:cubicBezTo>
                            <a:pt x="4866" y="12136"/>
                            <a:pt x="11724" y="11945"/>
                            <a:pt x="17629" y="145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43" name="Forme libre : forme 13142">
                      <a:extLst>
                        <a:ext uri="{FF2B5EF4-FFF2-40B4-BE49-F238E27FC236}">
                          <a16:creationId xmlns:a16="http://schemas.microsoft.com/office/drawing/2014/main" id="{89FC77BC-E0EA-4CAD-9842-260EC91EA5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8661" y="3311199"/>
                      <a:ext cx="14600" cy="14298"/>
                    </a:xfrm>
                    <a:custGeom>
                      <a:avLst/>
                      <a:gdLst>
                        <a:gd name="connsiteX0" fmla="*/ 18 w 14600"/>
                        <a:gd name="connsiteY0" fmla="*/ 6866 h 14298"/>
                        <a:gd name="connsiteX1" fmla="*/ 6876 w 14600"/>
                        <a:gd name="connsiteY1" fmla="*/ 8 h 14298"/>
                        <a:gd name="connsiteX2" fmla="*/ 14591 w 14600"/>
                        <a:gd name="connsiteY2" fmla="*/ 7438 h 14298"/>
                        <a:gd name="connsiteX3" fmla="*/ 8019 w 14600"/>
                        <a:gd name="connsiteY3" fmla="*/ 14296 h 14298"/>
                        <a:gd name="connsiteX4" fmla="*/ 18 w 14600"/>
                        <a:gd name="connsiteY4" fmla="*/ 6866 h 14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00" h="14298">
                          <a:moveTo>
                            <a:pt x="18" y="6866"/>
                          </a:moveTo>
                          <a:cubicBezTo>
                            <a:pt x="-268" y="2866"/>
                            <a:pt x="2876" y="-182"/>
                            <a:pt x="6876" y="8"/>
                          </a:cubicBezTo>
                          <a:cubicBezTo>
                            <a:pt x="10877" y="199"/>
                            <a:pt x="14401" y="3533"/>
                            <a:pt x="14591" y="7438"/>
                          </a:cubicBezTo>
                          <a:cubicBezTo>
                            <a:pt x="14782" y="11248"/>
                            <a:pt x="12020" y="14391"/>
                            <a:pt x="8019" y="14296"/>
                          </a:cubicBezTo>
                          <a:cubicBezTo>
                            <a:pt x="4114" y="14201"/>
                            <a:pt x="494" y="10867"/>
                            <a:pt x="18" y="686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44" name="Forme libre : forme 13143">
                      <a:extLst>
                        <a:ext uri="{FF2B5EF4-FFF2-40B4-BE49-F238E27FC236}">
                          <a16:creationId xmlns:a16="http://schemas.microsoft.com/office/drawing/2014/main" id="{944246B7-0151-4144-BA65-044F2BE2F6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6300" y="3321551"/>
                      <a:ext cx="5770" cy="4948"/>
                    </a:xfrm>
                    <a:custGeom>
                      <a:avLst/>
                      <a:gdLst>
                        <a:gd name="connsiteX0" fmla="*/ 190 w 5770"/>
                        <a:gd name="connsiteY0" fmla="*/ 1277 h 4948"/>
                        <a:gd name="connsiteX1" fmla="*/ 3904 w 5770"/>
                        <a:gd name="connsiteY1" fmla="*/ 325 h 4948"/>
                        <a:gd name="connsiteX2" fmla="*/ 5619 w 5770"/>
                        <a:gd name="connsiteY2" fmla="*/ 3658 h 4948"/>
                        <a:gd name="connsiteX3" fmla="*/ 1904 w 5770"/>
                        <a:gd name="connsiteY3" fmla="*/ 4706 h 4948"/>
                        <a:gd name="connsiteX4" fmla="*/ 190 w 5770"/>
                        <a:gd name="connsiteY4" fmla="*/ 1277 h 4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70" h="4948">
                          <a:moveTo>
                            <a:pt x="190" y="1277"/>
                          </a:moveTo>
                          <a:cubicBezTo>
                            <a:pt x="761" y="39"/>
                            <a:pt x="2380" y="-342"/>
                            <a:pt x="3904" y="325"/>
                          </a:cubicBezTo>
                          <a:cubicBezTo>
                            <a:pt x="5428" y="991"/>
                            <a:pt x="6095" y="2420"/>
                            <a:pt x="5619" y="3658"/>
                          </a:cubicBezTo>
                          <a:cubicBezTo>
                            <a:pt x="5047" y="4801"/>
                            <a:pt x="3428" y="5278"/>
                            <a:pt x="1904" y="4706"/>
                          </a:cubicBezTo>
                          <a:cubicBezTo>
                            <a:pt x="380" y="3944"/>
                            <a:pt x="-382" y="2420"/>
                            <a:pt x="190" y="12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145" name="Graphique 5">
                    <a:extLst>
                      <a:ext uri="{FF2B5EF4-FFF2-40B4-BE49-F238E27FC236}">
                        <a16:creationId xmlns:a16="http://schemas.microsoft.com/office/drawing/2014/main" id="{C204EF51-2FD1-43F3-8853-ED98DC10E398}"/>
                      </a:ext>
                    </a:extLst>
                  </p:cNvPr>
                  <p:cNvGrpSpPr/>
                  <p:nvPr/>
                </p:nvGrpSpPr>
                <p:grpSpPr>
                  <a:xfrm>
                    <a:off x="2544324" y="3274583"/>
                    <a:ext cx="34908" cy="30507"/>
                    <a:chOff x="2544324" y="3274583"/>
                    <a:chExt cx="34908" cy="30507"/>
                  </a:xfrm>
                  <a:solidFill>
                    <a:schemeClr val="accent1"/>
                  </a:solidFill>
                </p:grpSpPr>
                <p:sp>
                  <p:nvSpPr>
                    <p:cNvPr id="13146" name="Forme libre : forme 13145">
                      <a:extLst>
                        <a:ext uri="{FF2B5EF4-FFF2-40B4-BE49-F238E27FC236}">
                          <a16:creationId xmlns:a16="http://schemas.microsoft.com/office/drawing/2014/main" id="{AC0CB941-4ECF-4439-8762-A265681E40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4324" y="3274583"/>
                      <a:ext cx="34867" cy="30507"/>
                    </a:xfrm>
                    <a:custGeom>
                      <a:avLst/>
                      <a:gdLst>
                        <a:gd name="connsiteX0" fmla="*/ 1496 w 34867"/>
                        <a:gd name="connsiteY0" fmla="*/ 7478 h 30507"/>
                        <a:gd name="connsiteX1" fmla="*/ 24833 w 34867"/>
                        <a:gd name="connsiteY1" fmla="*/ 2334 h 30507"/>
                        <a:gd name="connsiteX2" fmla="*/ 33500 w 34867"/>
                        <a:gd name="connsiteY2" fmla="*/ 23099 h 30507"/>
                        <a:gd name="connsiteX3" fmla="*/ 10450 w 34867"/>
                        <a:gd name="connsiteY3" fmla="*/ 28528 h 30507"/>
                        <a:gd name="connsiteX4" fmla="*/ 1496 w 34867"/>
                        <a:gd name="connsiteY4" fmla="*/ 7478 h 30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867" h="30507">
                          <a:moveTo>
                            <a:pt x="1496" y="7478"/>
                          </a:moveTo>
                          <a:cubicBezTo>
                            <a:pt x="5402" y="-47"/>
                            <a:pt x="16260" y="-2142"/>
                            <a:pt x="24833" y="2334"/>
                          </a:cubicBezTo>
                          <a:cubicBezTo>
                            <a:pt x="33596" y="6906"/>
                            <a:pt x="37025" y="15955"/>
                            <a:pt x="33500" y="23099"/>
                          </a:cubicBezTo>
                          <a:cubicBezTo>
                            <a:pt x="29690" y="30147"/>
                            <a:pt x="19403" y="32624"/>
                            <a:pt x="10450" y="28528"/>
                          </a:cubicBezTo>
                          <a:cubicBezTo>
                            <a:pt x="1592" y="24528"/>
                            <a:pt x="-2409" y="15003"/>
                            <a:pt x="1496" y="747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47" name="Forme libre : forme 13146">
                      <a:extLst>
                        <a:ext uri="{FF2B5EF4-FFF2-40B4-BE49-F238E27FC236}">
                          <a16:creationId xmlns:a16="http://schemas.microsoft.com/office/drawing/2014/main" id="{3796887D-09EB-46EA-8988-23467CFD1E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4397" y="3274583"/>
                      <a:ext cx="34835" cy="28432"/>
                    </a:xfrm>
                    <a:custGeom>
                      <a:avLst/>
                      <a:gdLst>
                        <a:gd name="connsiteX0" fmla="*/ 17426 w 34835"/>
                        <a:gd name="connsiteY0" fmla="*/ 15003 h 28432"/>
                        <a:gd name="connsiteX1" fmla="*/ 27808 w 34835"/>
                        <a:gd name="connsiteY1" fmla="*/ 28433 h 28432"/>
                        <a:gd name="connsiteX2" fmla="*/ 33428 w 34835"/>
                        <a:gd name="connsiteY2" fmla="*/ 23099 h 28432"/>
                        <a:gd name="connsiteX3" fmla="*/ 24760 w 34835"/>
                        <a:gd name="connsiteY3" fmla="*/ 2334 h 28432"/>
                        <a:gd name="connsiteX4" fmla="*/ 1424 w 34835"/>
                        <a:gd name="connsiteY4" fmla="*/ 7478 h 28432"/>
                        <a:gd name="connsiteX5" fmla="*/ 90 w 34835"/>
                        <a:gd name="connsiteY5" fmla="*/ 15003 h 28432"/>
                        <a:gd name="connsiteX6" fmla="*/ 17426 w 34835"/>
                        <a:gd name="connsiteY6" fmla="*/ 15003 h 28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835" h="28432">
                          <a:moveTo>
                            <a:pt x="17426" y="15003"/>
                          </a:moveTo>
                          <a:cubicBezTo>
                            <a:pt x="23426" y="17955"/>
                            <a:pt x="27141" y="23194"/>
                            <a:pt x="27808" y="28433"/>
                          </a:cubicBezTo>
                          <a:cubicBezTo>
                            <a:pt x="30189" y="27195"/>
                            <a:pt x="32189" y="25385"/>
                            <a:pt x="33428" y="23099"/>
                          </a:cubicBezTo>
                          <a:cubicBezTo>
                            <a:pt x="37047" y="15955"/>
                            <a:pt x="33523" y="6906"/>
                            <a:pt x="24760" y="2334"/>
                          </a:cubicBezTo>
                          <a:cubicBezTo>
                            <a:pt x="16187" y="-2142"/>
                            <a:pt x="5329" y="-47"/>
                            <a:pt x="1424" y="7478"/>
                          </a:cubicBezTo>
                          <a:cubicBezTo>
                            <a:pt x="185" y="9859"/>
                            <a:pt x="-196" y="12431"/>
                            <a:pt x="90" y="15003"/>
                          </a:cubicBezTo>
                          <a:cubicBezTo>
                            <a:pt x="4948" y="12336"/>
                            <a:pt x="11520" y="12145"/>
                            <a:pt x="17426" y="1500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48" name="Forme libre : forme 13147">
                      <a:extLst>
                        <a:ext uri="{FF2B5EF4-FFF2-40B4-BE49-F238E27FC236}">
                          <a16:creationId xmlns:a16="http://schemas.microsoft.com/office/drawing/2014/main" id="{EF595163-6ACA-4F79-80C3-82979540E4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7145" y="3281757"/>
                      <a:ext cx="14494" cy="14800"/>
                    </a:xfrm>
                    <a:custGeom>
                      <a:avLst/>
                      <a:gdLst>
                        <a:gd name="connsiteX0" fmla="*/ 8 w 14494"/>
                        <a:gd name="connsiteY0" fmla="*/ 6971 h 14800"/>
                        <a:gd name="connsiteX1" fmla="*/ 6866 w 14494"/>
                        <a:gd name="connsiteY1" fmla="*/ 18 h 14800"/>
                        <a:gd name="connsiteX2" fmla="*/ 14486 w 14494"/>
                        <a:gd name="connsiteY2" fmla="*/ 7924 h 14800"/>
                        <a:gd name="connsiteX3" fmla="*/ 7628 w 14494"/>
                        <a:gd name="connsiteY3" fmla="*/ 14782 h 14800"/>
                        <a:gd name="connsiteX4" fmla="*/ 8 w 14494"/>
                        <a:gd name="connsiteY4" fmla="*/ 6971 h 148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94" h="14800">
                          <a:moveTo>
                            <a:pt x="8" y="6971"/>
                          </a:moveTo>
                          <a:cubicBezTo>
                            <a:pt x="-182" y="2875"/>
                            <a:pt x="2866" y="-268"/>
                            <a:pt x="6866" y="18"/>
                          </a:cubicBezTo>
                          <a:cubicBezTo>
                            <a:pt x="10867" y="304"/>
                            <a:pt x="14296" y="3828"/>
                            <a:pt x="14486" y="7924"/>
                          </a:cubicBezTo>
                          <a:cubicBezTo>
                            <a:pt x="14677" y="12020"/>
                            <a:pt x="11629" y="15067"/>
                            <a:pt x="7628" y="14782"/>
                          </a:cubicBezTo>
                          <a:cubicBezTo>
                            <a:pt x="3628" y="14591"/>
                            <a:pt x="199" y="11067"/>
                            <a:pt x="8" y="697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49" name="Forme libre : forme 13148">
                      <a:extLst>
                        <a:ext uri="{FF2B5EF4-FFF2-40B4-BE49-F238E27FC236}">
                          <a16:creationId xmlns:a16="http://schemas.microsoft.com/office/drawing/2014/main" id="{0D623B56-67AD-4466-8E4C-EA05D01E4A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4516" y="3292499"/>
                      <a:ext cx="5796" cy="5010"/>
                    </a:xfrm>
                    <a:custGeom>
                      <a:avLst/>
                      <a:gdLst>
                        <a:gd name="connsiteX0" fmla="*/ 258 w 5796"/>
                        <a:gd name="connsiteY0" fmla="*/ 1277 h 5010"/>
                        <a:gd name="connsiteX1" fmla="*/ 4068 w 5796"/>
                        <a:gd name="connsiteY1" fmla="*/ 325 h 5010"/>
                        <a:gd name="connsiteX2" fmla="*/ 5592 w 5796"/>
                        <a:gd name="connsiteY2" fmla="*/ 3754 h 5010"/>
                        <a:gd name="connsiteX3" fmla="*/ 1782 w 5796"/>
                        <a:gd name="connsiteY3" fmla="*/ 4706 h 5010"/>
                        <a:gd name="connsiteX4" fmla="*/ 258 w 5796"/>
                        <a:gd name="connsiteY4" fmla="*/ 1277 h 5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6" h="5010">
                          <a:moveTo>
                            <a:pt x="258" y="1277"/>
                          </a:moveTo>
                          <a:cubicBezTo>
                            <a:pt x="925" y="39"/>
                            <a:pt x="2544" y="-342"/>
                            <a:pt x="4068" y="325"/>
                          </a:cubicBezTo>
                          <a:cubicBezTo>
                            <a:pt x="5497" y="991"/>
                            <a:pt x="6164" y="2611"/>
                            <a:pt x="5592" y="3754"/>
                          </a:cubicBezTo>
                          <a:cubicBezTo>
                            <a:pt x="5020" y="4897"/>
                            <a:pt x="3306" y="5373"/>
                            <a:pt x="1782" y="4706"/>
                          </a:cubicBezTo>
                          <a:cubicBezTo>
                            <a:pt x="258" y="4039"/>
                            <a:pt x="-409" y="2515"/>
                            <a:pt x="258" y="12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150" name="Graphique 5">
                  <a:extLst>
                    <a:ext uri="{FF2B5EF4-FFF2-40B4-BE49-F238E27FC236}">
                      <a16:creationId xmlns:a16="http://schemas.microsoft.com/office/drawing/2014/main" id="{18DCA418-275C-48B3-AE5D-0324E290866A}"/>
                    </a:ext>
                  </a:extLst>
                </p:cNvPr>
                <p:cNvGrpSpPr/>
                <p:nvPr/>
              </p:nvGrpSpPr>
              <p:grpSpPr>
                <a:xfrm>
                  <a:off x="2433665" y="3224642"/>
                  <a:ext cx="67498" cy="94328"/>
                  <a:chOff x="2433665" y="3224642"/>
                  <a:chExt cx="67498" cy="94328"/>
                </a:xfrm>
                <a:solidFill>
                  <a:schemeClr val="accent1"/>
                </a:solidFill>
              </p:grpSpPr>
              <p:grpSp>
                <p:nvGrpSpPr>
                  <p:cNvPr id="13151" name="Graphique 5">
                    <a:extLst>
                      <a:ext uri="{FF2B5EF4-FFF2-40B4-BE49-F238E27FC236}">
                        <a16:creationId xmlns:a16="http://schemas.microsoft.com/office/drawing/2014/main" id="{8A6CA54F-AB39-4DCB-87E1-5E976F656A4B}"/>
                      </a:ext>
                    </a:extLst>
                  </p:cNvPr>
                  <p:cNvGrpSpPr/>
                  <p:nvPr/>
                </p:nvGrpSpPr>
                <p:grpSpPr>
                  <a:xfrm>
                    <a:off x="2465875" y="3285818"/>
                    <a:ext cx="35288" cy="33152"/>
                    <a:chOff x="2465875" y="3285818"/>
                    <a:chExt cx="35288" cy="33152"/>
                  </a:xfrm>
                  <a:solidFill>
                    <a:schemeClr val="accent1"/>
                  </a:solidFill>
                </p:grpSpPr>
                <p:sp>
                  <p:nvSpPr>
                    <p:cNvPr id="13152" name="Forme libre : forme 13151">
                      <a:extLst>
                        <a:ext uri="{FF2B5EF4-FFF2-40B4-BE49-F238E27FC236}">
                          <a16:creationId xmlns:a16="http://schemas.microsoft.com/office/drawing/2014/main" id="{BACD540A-F528-4D99-89A4-BE650F0A0F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5875" y="3285818"/>
                      <a:ext cx="35288" cy="33152"/>
                    </a:xfrm>
                    <a:custGeom>
                      <a:avLst/>
                      <a:gdLst>
                        <a:gd name="connsiteX0" fmla="*/ 31 w 35288"/>
                        <a:gd name="connsiteY0" fmla="*/ 15007 h 33152"/>
                        <a:gd name="connsiteX1" fmla="*/ 18985 w 35288"/>
                        <a:gd name="connsiteY1" fmla="*/ 148 h 33152"/>
                        <a:gd name="connsiteX2" fmla="*/ 35273 w 35288"/>
                        <a:gd name="connsiteY2" fmla="*/ 18436 h 33152"/>
                        <a:gd name="connsiteX3" fmla="*/ 16794 w 35288"/>
                        <a:gd name="connsiteY3" fmla="*/ 33105 h 33152"/>
                        <a:gd name="connsiteX4" fmla="*/ 31 w 35288"/>
                        <a:gd name="connsiteY4" fmla="*/ 15007 h 33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88" h="33152">
                          <a:moveTo>
                            <a:pt x="31" y="15007"/>
                          </a:moveTo>
                          <a:cubicBezTo>
                            <a:pt x="411" y="5577"/>
                            <a:pt x="9174" y="-1090"/>
                            <a:pt x="18985" y="148"/>
                          </a:cubicBezTo>
                          <a:cubicBezTo>
                            <a:pt x="28891" y="1386"/>
                            <a:pt x="35654" y="9578"/>
                            <a:pt x="35273" y="18436"/>
                          </a:cubicBezTo>
                          <a:cubicBezTo>
                            <a:pt x="34892" y="27390"/>
                            <a:pt x="26605" y="33771"/>
                            <a:pt x="16794" y="33105"/>
                          </a:cubicBezTo>
                          <a:cubicBezTo>
                            <a:pt x="6984" y="32438"/>
                            <a:pt x="-541" y="24437"/>
                            <a:pt x="31" y="1500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53" name="Forme libre : forme 13152">
                      <a:extLst>
                        <a:ext uri="{FF2B5EF4-FFF2-40B4-BE49-F238E27FC236}">
                          <a16:creationId xmlns:a16="http://schemas.microsoft.com/office/drawing/2014/main" id="{ADDAC21E-7F14-417F-8ABB-7182A3E8DD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5876" y="3285913"/>
                      <a:ext cx="35286" cy="26246"/>
                    </a:xfrm>
                    <a:custGeom>
                      <a:avLst/>
                      <a:gdLst>
                        <a:gd name="connsiteX0" fmla="*/ 17555 w 35286"/>
                        <a:gd name="connsiteY0" fmla="*/ 16245 h 26246"/>
                        <a:gd name="connsiteX1" fmla="*/ 32509 w 35286"/>
                        <a:gd name="connsiteY1" fmla="*/ 26246 h 26246"/>
                        <a:gd name="connsiteX2" fmla="*/ 35272 w 35286"/>
                        <a:gd name="connsiteY2" fmla="*/ 18436 h 26246"/>
                        <a:gd name="connsiteX3" fmla="*/ 18984 w 35286"/>
                        <a:gd name="connsiteY3" fmla="*/ 148 h 26246"/>
                        <a:gd name="connsiteX4" fmla="*/ 29 w 35286"/>
                        <a:gd name="connsiteY4" fmla="*/ 15007 h 26246"/>
                        <a:gd name="connsiteX5" fmla="*/ 1839 w 35286"/>
                        <a:gd name="connsiteY5" fmla="*/ 23294 h 26246"/>
                        <a:gd name="connsiteX6" fmla="*/ 17555 w 35286"/>
                        <a:gd name="connsiteY6" fmla="*/ 16245 h 26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86" h="26246">
                          <a:moveTo>
                            <a:pt x="17555" y="16245"/>
                          </a:moveTo>
                          <a:cubicBezTo>
                            <a:pt x="24223" y="16912"/>
                            <a:pt x="29747" y="21008"/>
                            <a:pt x="32509" y="26246"/>
                          </a:cubicBezTo>
                          <a:cubicBezTo>
                            <a:pt x="34128" y="24056"/>
                            <a:pt x="35176" y="21389"/>
                            <a:pt x="35272" y="18436"/>
                          </a:cubicBezTo>
                          <a:cubicBezTo>
                            <a:pt x="35652" y="9482"/>
                            <a:pt x="28794" y="1386"/>
                            <a:pt x="18984" y="148"/>
                          </a:cubicBezTo>
                          <a:cubicBezTo>
                            <a:pt x="9173" y="-1090"/>
                            <a:pt x="410" y="5577"/>
                            <a:pt x="29" y="15007"/>
                          </a:cubicBezTo>
                          <a:cubicBezTo>
                            <a:pt x="-161" y="17960"/>
                            <a:pt x="601" y="20817"/>
                            <a:pt x="1839" y="23294"/>
                          </a:cubicBezTo>
                          <a:cubicBezTo>
                            <a:pt x="5173" y="18436"/>
                            <a:pt x="11078" y="15578"/>
                            <a:pt x="17555" y="1624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54" name="Forme libre : forme 13153">
                      <a:extLst>
                        <a:ext uri="{FF2B5EF4-FFF2-40B4-BE49-F238E27FC236}">
                          <a16:creationId xmlns:a16="http://schemas.microsoft.com/office/drawing/2014/main" id="{E4B4DE1C-9B3E-479A-899B-F78A8B6FDA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9049" y="3296739"/>
                      <a:ext cx="15065" cy="15810"/>
                    </a:xfrm>
                    <a:custGeom>
                      <a:avLst/>
                      <a:gdLst>
                        <a:gd name="connsiteX0" fmla="*/ 761 w 15065"/>
                        <a:gd name="connsiteY0" fmla="*/ 10373 h 15810"/>
                        <a:gd name="connsiteX1" fmla="*/ 4190 w 15065"/>
                        <a:gd name="connsiteY1" fmla="*/ 372 h 15810"/>
                        <a:gd name="connsiteX2" fmla="*/ 14287 w 15065"/>
                        <a:gd name="connsiteY2" fmla="*/ 5515 h 15810"/>
                        <a:gd name="connsiteX3" fmla="*/ 10858 w 15065"/>
                        <a:gd name="connsiteY3" fmla="*/ 15421 h 15810"/>
                        <a:gd name="connsiteX4" fmla="*/ 761 w 15065"/>
                        <a:gd name="connsiteY4" fmla="*/ 10373 h 15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65" h="15810">
                          <a:moveTo>
                            <a:pt x="761" y="10373"/>
                          </a:moveTo>
                          <a:cubicBezTo>
                            <a:pt x="-1048" y="6182"/>
                            <a:pt x="476" y="1705"/>
                            <a:pt x="4190" y="372"/>
                          </a:cubicBezTo>
                          <a:cubicBezTo>
                            <a:pt x="7905" y="-962"/>
                            <a:pt x="12382" y="1419"/>
                            <a:pt x="14287" y="5515"/>
                          </a:cubicBezTo>
                          <a:cubicBezTo>
                            <a:pt x="16097" y="9611"/>
                            <a:pt x="14668" y="14087"/>
                            <a:pt x="10858" y="15421"/>
                          </a:cubicBezTo>
                          <a:cubicBezTo>
                            <a:pt x="7143" y="16754"/>
                            <a:pt x="2666" y="14564"/>
                            <a:pt x="761" y="1037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55" name="Forme libre : forme 13154">
                      <a:extLst>
                        <a:ext uri="{FF2B5EF4-FFF2-40B4-BE49-F238E27FC236}">
                          <a16:creationId xmlns:a16="http://schemas.microsoft.com/office/drawing/2014/main" id="{C4D48A9A-F06D-41BF-B24A-CE58D34996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8759" y="3306820"/>
                      <a:ext cx="5820" cy="5440"/>
                    </a:xfrm>
                    <a:custGeom>
                      <a:avLst/>
                      <a:gdLst>
                        <a:gd name="connsiteX0" fmla="*/ 5 w 5820"/>
                        <a:gd name="connsiteY0" fmla="*/ 2483 h 5440"/>
                        <a:gd name="connsiteX1" fmla="*/ 3053 w 5820"/>
                        <a:gd name="connsiteY1" fmla="*/ 6 h 5440"/>
                        <a:gd name="connsiteX2" fmla="*/ 5815 w 5820"/>
                        <a:gd name="connsiteY2" fmla="*/ 2959 h 5440"/>
                        <a:gd name="connsiteX3" fmla="*/ 2767 w 5820"/>
                        <a:gd name="connsiteY3" fmla="*/ 5435 h 5440"/>
                        <a:gd name="connsiteX4" fmla="*/ 5 w 5820"/>
                        <a:gd name="connsiteY4" fmla="*/ 2483 h 54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0" h="5440">
                          <a:moveTo>
                            <a:pt x="5" y="2483"/>
                          </a:moveTo>
                          <a:cubicBezTo>
                            <a:pt x="100" y="959"/>
                            <a:pt x="1434" y="-89"/>
                            <a:pt x="3053" y="6"/>
                          </a:cubicBezTo>
                          <a:cubicBezTo>
                            <a:pt x="4672" y="101"/>
                            <a:pt x="5911" y="1530"/>
                            <a:pt x="5815" y="2959"/>
                          </a:cubicBezTo>
                          <a:cubicBezTo>
                            <a:pt x="5720" y="4388"/>
                            <a:pt x="4387" y="5531"/>
                            <a:pt x="2767" y="5435"/>
                          </a:cubicBezTo>
                          <a:cubicBezTo>
                            <a:pt x="1148" y="5340"/>
                            <a:pt x="-90" y="4006"/>
                            <a:pt x="5" y="24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156" name="Graphique 5">
                    <a:extLst>
                      <a:ext uri="{FF2B5EF4-FFF2-40B4-BE49-F238E27FC236}">
                        <a16:creationId xmlns:a16="http://schemas.microsoft.com/office/drawing/2014/main" id="{23A5279A-B72F-4FB2-9CAE-2F9CBF90DEA1}"/>
                      </a:ext>
                    </a:extLst>
                  </p:cNvPr>
                  <p:cNvGrpSpPr/>
                  <p:nvPr/>
                </p:nvGrpSpPr>
                <p:grpSpPr>
                  <a:xfrm>
                    <a:off x="2454358" y="3253459"/>
                    <a:ext cx="35541" cy="34048"/>
                    <a:chOff x="2454358" y="3253459"/>
                    <a:chExt cx="35541" cy="34048"/>
                  </a:xfrm>
                  <a:solidFill>
                    <a:schemeClr val="accent1"/>
                  </a:solidFill>
                </p:grpSpPr>
                <p:sp>
                  <p:nvSpPr>
                    <p:cNvPr id="13157" name="Forme libre : forme 13156">
                      <a:extLst>
                        <a:ext uri="{FF2B5EF4-FFF2-40B4-BE49-F238E27FC236}">
                          <a16:creationId xmlns:a16="http://schemas.microsoft.com/office/drawing/2014/main" id="{2C07E5FC-286B-4D00-99F4-7475EEC81C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4451" y="3253459"/>
                      <a:ext cx="35448" cy="34048"/>
                    </a:xfrm>
                    <a:custGeom>
                      <a:avLst/>
                      <a:gdLst>
                        <a:gd name="connsiteX0" fmla="*/ 120 w 35448"/>
                        <a:gd name="connsiteY0" fmla="*/ 14886 h 34048"/>
                        <a:gd name="connsiteX1" fmla="*/ 19646 w 35448"/>
                        <a:gd name="connsiteY1" fmla="*/ 217 h 34048"/>
                        <a:gd name="connsiteX2" fmla="*/ 35363 w 35448"/>
                        <a:gd name="connsiteY2" fmla="*/ 19553 h 34048"/>
                        <a:gd name="connsiteX3" fmla="*/ 15932 w 35448"/>
                        <a:gd name="connsiteY3" fmla="*/ 33936 h 34048"/>
                        <a:gd name="connsiteX4" fmla="*/ 120 w 35448"/>
                        <a:gd name="connsiteY4" fmla="*/ 14886 h 34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48" h="34048">
                          <a:moveTo>
                            <a:pt x="120" y="14886"/>
                          </a:moveTo>
                          <a:cubicBezTo>
                            <a:pt x="1263" y="5361"/>
                            <a:pt x="10026" y="-1307"/>
                            <a:pt x="19646" y="217"/>
                          </a:cubicBezTo>
                          <a:cubicBezTo>
                            <a:pt x="29267" y="1741"/>
                            <a:pt x="36315" y="10409"/>
                            <a:pt x="35363" y="19553"/>
                          </a:cubicBezTo>
                          <a:cubicBezTo>
                            <a:pt x="34410" y="28602"/>
                            <a:pt x="25742" y="34983"/>
                            <a:pt x="15932" y="33936"/>
                          </a:cubicBezTo>
                          <a:cubicBezTo>
                            <a:pt x="6121" y="32793"/>
                            <a:pt x="-1023" y="24411"/>
                            <a:pt x="120" y="148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58" name="Forme libre : forme 13157">
                      <a:extLst>
                        <a:ext uri="{FF2B5EF4-FFF2-40B4-BE49-F238E27FC236}">
                          <a16:creationId xmlns:a16="http://schemas.microsoft.com/office/drawing/2014/main" id="{24A4DA75-3CD1-4D07-88E4-A5E5120772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4358" y="3253459"/>
                      <a:ext cx="35446" cy="27363"/>
                    </a:xfrm>
                    <a:custGeom>
                      <a:avLst/>
                      <a:gdLst>
                        <a:gd name="connsiteX0" fmla="*/ 17739 w 35446"/>
                        <a:gd name="connsiteY0" fmla="*/ 16695 h 27363"/>
                        <a:gd name="connsiteX1" fmla="*/ 32122 w 35446"/>
                        <a:gd name="connsiteY1" fmla="*/ 27363 h 27363"/>
                        <a:gd name="connsiteX2" fmla="*/ 35360 w 35446"/>
                        <a:gd name="connsiteY2" fmla="*/ 19553 h 27363"/>
                        <a:gd name="connsiteX3" fmla="*/ 19644 w 35446"/>
                        <a:gd name="connsiteY3" fmla="*/ 217 h 27363"/>
                        <a:gd name="connsiteX4" fmla="*/ 118 w 35446"/>
                        <a:gd name="connsiteY4" fmla="*/ 14886 h 27363"/>
                        <a:gd name="connsiteX5" fmla="*/ 1451 w 35446"/>
                        <a:gd name="connsiteY5" fmla="*/ 23458 h 27363"/>
                        <a:gd name="connsiteX6" fmla="*/ 17739 w 35446"/>
                        <a:gd name="connsiteY6" fmla="*/ 16695 h 273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46" h="27363">
                          <a:moveTo>
                            <a:pt x="17739" y="16695"/>
                          </a:moveTo>
                          <a:cubicBezTo>
                            <a:pt x="24406" y="17553"/>
                            <a:pt x="29645" y="21839"/>
                            <a:pt x="32122" y="27363"/>
                          </a:cubicBezTo>
                          <a:cubicBezTo>
                            <a:pt x="33836" y="25173"/>
                            <a:pt x="35074" y="22506"/>
                            <a:pt x="35360" y="19553"/>
                          </a:cubicBezTo>
                          <a:cubicBezTo>
                            <a:pt x="36313" y="10504"/>
                            <a:pt x="29264" y="1741"/>
                            <a:pt x="19644" y="217"/>
                          </a:cubicBezTo>
                          <a:cubicBezTo>
                            <a:pt x="10024" y="-1307"/>
                            <a:pt x="1165" y="5361"/>
                            <a:pt x="118" y="14886"/>
                          </a:cubicBezTo>
                          <a:cubicBezTo>
                            <a:pt x="-263" y="17934"/>
                            <a:pt x="308" y="20791"/>
                            <a:pt x="1451" y="23458"/>
                          </a:cubicBezTo>
                          <a:cubicBezTo>
                            <a:pt x="5166" y="18600"/>
                            <a:pt x="11262" y="15838"/>
                            <a:pt x="17739" y="1669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59" name="Forme libre : forme 13158">
                      <a:extLst>
                        <a:ext uri="{FF2B5EF4-FFF2-40B4-BE49-F238E27FC236}">
                          <a16:creationId xmlns:a16="http://schemas.microsoft.com/office/drawing/2014/main" id="{2ADD9107-B4ED-4963-B454-2CA29AB326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7596" y="3264406"/>
                      <a:ext cx="14999" cy="16171"/>
                    </a:xfrm>
                    <a:custGeom>
                      <a:avLst/>
                      <a:gdLst>
                        <a:gd name="connsiteX0" fmla="*/ 594 w 14999"/>
                        <a:gd name="connsiteY0" fmla="*/ 10415 h 16171"/>
                        <a:gd name="connsiteX1" fmla="*/ 4594 w 14999"/>
                        <a:gd name="connsiteY1" fmla="*/ 319 h 16171"/>
                        <a:gd name="connsiteX2" fmla="*/ 14405 w 14999"/>
                        <a:gd name="connsiteY2" fmla="*/ 5844 h 16171"/>
                        <a:gd name="connsiteX3" fmla="*/ 10405 w 14999"/>
                        <a:gd name="connsiteY3" fmla="*/ 15845 h 16171"/>
                        <a:gd name="connsiteX4" fmla="*/ 594 w 14999"/>
                        <a:gd name="connsiteY4" fmla="*/ 10415 h 16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99" h="16171">
                          <a:moveTo>
                            <a:pt x="594" y="10415"/>
                          </a:moveTo>
                          <a:cubicBezTo>
                            <a:pt x="-1025" y="6129"/>
                            <a:pt x="784" y="1557"/>
                            <a:pt x="4594" y="319"/>
                          </a:cubicBezTo>
                          <a:cubicBezTo>
                            <a:pt x="8404" y="-919"/>
                            <a:pt x="12786" y="1557"/>
                            <a:pt x="14405" y="5844"/>
                          </a:cubicBezTo>
                          <a:cubicBezTo>
                            <a:pt x="16024" y="10130"/>
                            <a:pt x="14215" y="14511"/>
                            <a:pt x="10405" y="15845"/>
                          </a:cubicBezTo>
                          <a:cubicBezTo>
                            <a:pt x="6595" y="17083"/>
                            <a:pt x="2213" y="14702"/>
                            <a:pt x="594" y="1041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60" name="Forme libre : forme 13159">
                      <a:extLst>
                        <a:ext uri="{FF2B5EF4-FFF2-40B4-BE49-F238E27FC236}">
                          <a16:creationId xmlns:a16="http://schemas.microsoft.com/office/drawing/2014/main" id="{A15BA8AD-DF61-4563-A70B-B11C7448F4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7028" y="3274990"/>
                      <a:ext cx="5851" cy="5569"/>
                    </a:xfrm>
                    <a:custGeom>
                      <a:avLst/>
                      <a:gdLst>
                        <a:gd name="connsiteX0" fmla="*/ 21 w 5851"/>
                        <a:gd name="connsiteY0" fmla="*/ 2404 h 5569"/>
                        <a:gd name="connsiteX1" fmla="*/ 3259 w 5851"/>
                        <a:gd name="connsiteY1" fmla="*/ 22 h 5569"/>
                        <a:gd name="connsiteX2" fmla="*/ 5831 w 5851"/>
                        <a:gd name="connsiteY2" fmla="*/ 3166 h 5569"/>
                        <a:gd name="connsiteX3" fmla="*/ 2593 w 5851"/>
                        <a:gd name="connsiteY3" fmla="*/ 5547 h 5569"/>
                        <a:gd name="connsiteX4" fmla="*/ 21 w 5851"/>
                        <a:gd name="connsiteY4" fmla="*/ 2404 h 5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1" h="5569">
                          <a:moveTo>
                            <a:pt x="21" y="2404"/>
                          </a:moveTo>
                          <a:cubicBezTo>
                            <a:pt x="211" y="880"/>
                            <a:pt x="1640" y="-168"/>
                            <a:pt x="3259" y="22"/>
                          </a:cubicBezTo>
                          <a:cubicBezTo>
                            <a:pt x="4878" y="213"/>
                            <a:pt x="6022" y="1642"/>
                            <a:pt x="5831" y="3166"/>
                          </a:cubicBezTo>
                          <a:cubicBezTo>
                            <a:pt x="5640" y="4690"/>
                            <a:pt x="4212" y="5737"/>
                            <a:pt x="2593" y="5547"/>
                          </a:cubicBezTo>
                          <a:cubicBezTo>
                            <a:pt x="973" y="5261"/>
                            <a:pt x="-170" y="3928"/>
                            <a:pt x="21" y="24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161" name="Graphique 5">
                    <a:extLst>
                      <a:ext uri="{FF2B5EF4-FFF2-40B4-BE49-F238E27FC236}">
                        <a16:creationId xmlns:a16="http://schemas.microsoft.com/office/drawing/2014/main" id="{0886AA91-B6A6-439E-AD27-1C34558A7DCF}"/>
                      </a:ext>
                    </a:extLst>
                  </p:cNvPr>
                  <p:cNvGrpSpPr/>
                  <p:nvPr/>
                </p:nvGrpSpPr>
                <p:grpSpPr>
                  <a:xfrm>
                    <a:off x="2433665" y="3224642"/>
                    <a:ext cx="35603" cy="35280"/>
                    <a:chOff x="2433665" y="3224642"/>
                    <a:chExt cx="35603" cy="35280"/>
                  </a:xfrm>
                  <a:solidFill>
                    <a:schemeClr val="accent1"/>
                  </a:solidFill>
                </p:grpSpPr>
                <p:sp>
                  <p:nvSpPr>
                    <p:cNvPr id="13162" name="Forme libre : forme 13161">
                      <a:extLst>
                        <a:ext uri="{FF2B5EF4-FFF2-40B4-BE49-F238E27FC236}">
                          <a16:creationId xmlns:a16="http://schemas.microsoft.com/office/drawing/2014/main" id="{C55EB473-E3FC-4CCD-993B-BA05A912B0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3665" y="3224737"/>
                      <a:ext cx="35603" cy="35184"/>
                    </a:xfrm>
                    <a:custGeom>
                      <a:avLst/>
                      <a:gdLst>
                        <a:gd name="connsiteX0" fmla="*/ 141 w 35603"/>
                        <a:gd name="connsiteY0" fmla="*/ 15033 h 35184"/>
                        <a:gd name="connsiteX1" fmla="*/ 20620 w 35603"/>
                        <a:gd name="connsiteY1" fmla="*/ 269 h 35184"/>
                        <a:gd name="connsiteX2" fmla="*/ 35384 w 35603"/>
                        <a:gd name="connsiteY2" fmla="*/ 20367 h 35184"/>
                        <a:gd name="connsiteX3" fmla="*/ 15667 w 35603"/>
                        <a:gd name="connsiteY3" fmla="*/ 35035 h 35184"/>
                        <a:gd name="connsiteX4" fmla="*/ 141 w 35603"/>
                        <a:gd name="connsiteY4" fmla="*/ 15033 h 351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03" h="35184">
                          <a:moveTo>
                            <a:pt x="141" y="15033"/>
                          </a:moveTo>
                          <a:cubicBezTo>
                            <a:pt x="1570" y="5222"/>
                            <a:pt x="11000" y="-1446"/>
                            <a:pt x="20620" y="269"/>
                          </a:cubicBezTo>
                          <a:cubicBezTo>
                            <a:pt x="30335" y="1983"/>
                            <a:pt x="36908" y="11032"/>
                            <a:pt x="35384" y="20367"/>
                          </a:cubicBezTo>
                          <a:cubicBezTo>
                            <a:pt x="33955" y="29701"/>
                            <a:pt x="25478" y="36273"/>
                            <a:pt x="15667" y="35035"/>
                          </a:cubicBezTo>
                          <a:cubicBezTo>
                            <a:pt x="5951" y="33797"/>
                            <a:pt x="-1097" y="24939"/>
                            <a:pt x="141" y="1503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63" name="Forme libre : forme 13162">
                      <a:extLst>
                        <a:ext uri="{FF2B5EF4-FFF2-40B4-BE49-F238E27FC236}">
                          <a16:creationId xmlns:a16="http://schemas.microsoft.com/office/drawing/2014/main" id="{1B416764-88C7-499D-B745-8F1BB205E2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3677" y="3224642"/>
                      <a:ext cx="35591" cy="28462"/>
                    </a:xfrm>
                    <a:custGeom>
                      <a:avLst/>
                      <a:gdLst>
                        <a:gd name="connsiteX0" fmla="*/ 17655 w 35591"/>
                        <a:gd name="connsiteY0" fmla="*/ 17223 h 28462"/>
                        <a:gd name="connsiteX1" fmla="*/ 31847 w 35591"/>
                        <a:gd name="connsiteY1" fmla="*/ 28463 h 28462"/>
                        <a:gd name="connsiteX2" fmla="*/ 35372 w 35591"/>
                        <a:gd name="connsiteY2" fmla="*/ 20367 h 28462"/>
                        <a:gd name="connsiteX3" fmla="*/ 20608 w 35591"/>
                        <a:gd name="connsiteY3" fmla="*/ 269 h 28462"/>
                        <a:gd name="connsiteX4" fmla="*/ 129 w 35591"/>
                        <a:gd name="connsiteY4" fmla="*/ 15033 h 28462"/>
                        <a:gd name="connsiteX5" fmla="*/ 1367 w 35591"/>
                        <a:gd name="connsiteY5" fmla="*/ 23891 h 28462"/>
                        <a:gd name="connsiteX6" fmla="*/ 17655 w 35591"/>
                        <a:gd name="connsiteY6" fmla="*/ 17223 h 28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91" h="28462">
                          <a:moveTo>
                            <a:pt x="17655" y="17223"/>
                          </a:moveTo>
                          <a:cubicBezTo>
                            <a:pt x="24323" y="18271"/>
                            <a:pt x="29371" y="22748"/>
                            <a:pt x="31847" y="28463"/>
                          </a:cubicBezTo>
                          <a:cubicBezTo>
                            <a:pt x="33562" y="26177"/>
                            <a:pt x="34895" y="23415"/>
                            <a:pt x="35372" y="20367"/>
                          </a:cubicBezTo>
                          <a:cubicBezTo>
                            <a:pt x="36896" y="11032"/>
                            <a:pt x="30323" y="1983"/>
                            <a:pt x="20608" y="269"/>
                          </a:cubicBezTo>
                          <a:cubicBezTo>
                            <a:pt x="10988" y="-1446"/>
                            <a:pt x="1558" y="5222"/>
                            <a:pt x="129" y="15033"/>
                          </a:cubicBezTo>
                          <a:cubicBezTo>
                            <a:pt x="-252" y="18176"/>
                            <a:pt x="224" y="21224"/>
                            <a:pt x="1367" y="23891"/>
                          </a:cubicBezTo>
                          <a:cubicBezTo>
                            <a:pt x="5082" y="19033"/>
                            <a:pt x="11083" y="16271"/>
                            <a:pt x="17655" y="1722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64" name="Forme libre : forme 13163">
                      <a:extLst>
                        <a:ext uri="{FF2B5EF4-FFF2-40B4-BE49-F238E27FC236}">
                          <a16:creationId xmlns:a16="http://schemas.microsoft.com/office/drawing/2014/main" id="{3FE2AF39-E937-46C9-958E-C46B9063A2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6794" y="3235751"/>
                      <a:ext cx="14981" cy="16856"/>
                    </a:xfrm>
                    <a:custGeom>
                      <a:avLst/>
                      <a:gdLst>
                        <a:gd name="connsiteX0" fmla="*/ 537 w 14981"/>
                        <a:gd name="connsiteY0" fmla="*/ 10781 h 16856"/>
                        <a:gd name="connsiteX1" fmla="*/ 4823 w 14981"/>
                        <a:gd name="connsiteY1" fmla="*/ 304 h 16856"/>
                        <a:gd name="connsiteX2" fmla="*/ 14443 w 14981"/>
                        <a:gd name="connsiteY2" fmla="*/ 6114 h 16856"/>
                        <a:gd name="connsiteX3" fmla="*/ 10252 w 14981"/>
                        <a:gd name="connsiteY3" fmla="*/ 16496 h 16856"/>
                        <a:gd name="connsiteX4" fmla="*/ 537 w 14981"/>
                        <a:gd name="connsiteY4" fmla="*/ 10781 h 16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81" h="16856">
                          <a:moveTo>
                            <a:pt x="537" y="10781"/>
                          </a:moveTo>
                          <a:cubicBezTo>
                            <a:pt x="-987" y="6305"/>
                            <a:pt x="823" y="1542"/>
                            <a:pt x="4823" y="304"/>
                          </a:cubicBezTo>
                          <a:cubicBezTo>
                            <a:pt x="8728" y="-934"/>
                            <a:pt x="13110" y="1733"/>
                            <a:pt x="14443" y="6114"/>
                          </a:cubicBezTo>
                          <a:cubicBezTo>
                            <a:pt x="15968" y="10591"/>
                            <a:pt x="14158" y="15163"/>
                            <a:pt x="10252" y="16496"/>
                          </a:cubicBezTo>
                          <a:cubicBezTo>
                            <a:pt x="6443" y="17830"/>
                            <a:pt x="2061" y="15353"/>
                            <a:pt x="537" y="1078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65" name="Forme libre : forme 13164">
                      <a:extLst>
                        <a:ext uri="{FF2B5EF4-FFF2-40B4-BE49-F238E27FC236}">
                          <a16:creationId xmlns:a16="http://schemas.microsoft.com/office/drawing/2014/main" id="{3C9A5A1F-603D-4F0B-9262-4287EFFC22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6073" y="3246796"/>
                      <a:ext cx="5851" cy="5758"/>
                    </a:xfrm>
                    <a:custGeom>
                      <a:avLst/>
                      <a:gdLst>
                        <a:gd name="connsiteX0" fmla="*/ 21 w 5851"/>
                        <a:gd name="connsiteY0" fmla="*/ 2499 h 5758"/>
                        <a:gd name="connsiteX1" fmla="*/ 3259 w 5851"/>
                        <a:gd name="connsiteY1" fmla="*/ 22 h 5758"/>
                        <a:gd name="connsiteX2" fmla="*/ 5831 w 5851"/>
                        <a:gd name="connsiteY2" fmla="*/ 3261 h 5758"/>
                        <a:gd name="connsiteX3" fmla="*/ 2592 w 5851"/>
                        <a:gd name="connsiteY3" fmla="*/ 5737 h 5758"/>
                        <a:gd name="connsiteX4" fmla="*/ 21 w 5851"/>
                        <a:gd name="connsiteY4" fmla="*/ 2499 h 57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1" h="5758">
                          <a:moveTo>
                            <a:pt x="21" y="2499"/>
                          </a:moveTo>
                          <a:cubicBezTo>
                            <a:pt x="211" y="880"/>
                            <a:pt x="1640" y="-168"/>
                            <a:pt x="3259" y="22"/>
                          </a:cubicBezTo>
                          <a:cubicBezTo>
                            <a:pt x="4878" y="213"/>
                            <a:pt x="6021" y="1737"/>
                            <a:pt x="5831" y="3261"/>
                          </a:cubicBezTo>
                          <a:cubicBezTo>
                            <a:pt x="5640" y="4785"/>
                            <a:pt x="4212" y="5928"/>
                            <a:pt x="2592" y="5737"/>
                          </a:cubicBezTo>
                          <a:cubicBezTo>
                            <a:pt x="973" y="5547"/>
                            <a:pt x="-170" y="4118"/>
                            <a:pt x="21" y="249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166" name="Graphique 5">
                  <a:extLst>
                    <a:ext uri="{FF2B5EF4-FFF2-40B4-BE49-F238E27FC236}">
                      <a16:creationId xmlns:a16="http://schemas.microsoft.com/office/drawing/2014/main" id="{8DBB1731-0AEB-4882-A089-1E9416A95D3C}"/>
                    </a:ext>
                  </a:extLst>
                </p:cNvPr>
                <p:cNvGrpSpPr/>
                <p:nvPr/>
              </p:nvGrpSpPr>
              <p:grpSpPr>
                <a:xfrm>
                  <a:off x="2314340" y="3225503"/>
                  <a:ext cx="69093" cy="103801"/>
                  <a:chOff x="2314340" y="3225503"/>
                  <a:chExt cx="69093" cy="103801"/>
                </a:xfrm>
                <a:solidFill>
                  <a:schemeClr val="accent1"/>
                </a:solidFill>
              </p:grpSpPr>
              <p:grpSp>
                <p:nvGrpSpPr>
                  <p:cNvPr id="13167" name="Graphique 5">
                    <a:extLst>
                      <a:ext uri="{FF2B5EF4-FFF2-40B4-BE49-F238E27FC236}">
                        <a16:creationId xmlns:a16="http://schemas.microsoft.com/office/drawing/2014/main" id="{EBF70857-EB71-4FE8-917E-9196EEAD31AE}"/>
                      </a:ext>
                    </a:extLst>
                  </p:cNvPr>
                  <p:cNvGrpSpPr/>
                  <p:nvPr/>
                </p:nvGrpSpPr>
                <p:grpSpPr>
                  <a:xfrm>
                    <a:off x="2347782" y="3291566"/>
                    <a:ext cx="35651" cy="37738"/>
                    <a:chOff x="2347782" y="3291566"/>
                    <a:chExt cx="35651" cy="37738"/>
                  </a:xfrm>
                  <a:solidFill>
                    <a:schemeClr val="accent1"/>
                  </a:solidFill>
                </p:grpSpPr>
                <p:sp>
                  <p:nvSpPr>
                    <p:cNvPr id="13168" name="Forme libre : forme 13167">
                      <a:extLst>
                        <a:ext uri="{FF2B5EF4-FFF2-40B4-BE49-F238E27FC236}">
                          <a16:creationId xmlns:a16="http://schemas.microsoft.com/office/drawing/2014/main" id="{1781B4B1-9F0B-4BA9-A10E-B36ACEBB5F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7782" y="3291566"/>
                      <a:ext cx="35651" cy="37738"/>
                    </a:xfrm>
                    <a:custGeom>
                      <a:avLst/>
                      <a:gdLst>
                        <a:gd name="connsiteX0" fmla="*/ 14 w 35651"/>
                        <a:gd name="connsiteY0" fmla="*/ 18593 h 37738"/>
                        <a:gd name="connsiteX1" fmla="*/ 18968 w 35651"/>
                        <a:gd name="connsiteY1" fmla="*/ 20 h 37738"/>
                        <a:gd name="connsiteX2" fmla="*/ 35637 w 35651"/>
                        <a:gd name="connsiteY2" fmla="*/ 19355 h 37738"/>
                        <a:gd name="connsiteX3" fmla="*/ 17254 w 35651"/>
                        <a:gd name="connsiteY3" fmla="*/ 37738 h 37738"/>
                        <a:gd name="connsiteX4" fmla="*/ 14 w 35651"/>
                        <a:gd name="connsiteY4" fmla="*/ 18593 h 377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51" h="37738">
                          <a:moveTo>
                            <a:pt x="14" y="18593"/>
                          </a:moveTo>
                          <a:cubicBezTo>
                            <a:pt x="299" y="7830"/>
                            <a:pt x="9062" y="-457"/>
                            <a:pt x="18968" y="20"/>
                          </a:cubicBezTo>
                          <a:cubicBezTo>
                            <a:pt x="28970" y="496"/>
                            <a:pt x="36018" y="9163"/>
                            <a:pt x="35637" y="19355"/>
                          </a:cubicBezTo>
                          <a:cubicBezTo>
                            <a:pt x="35351" y="29547"/>
                            <a:pt x="27160" y="37738"/>
                            <a:pt x="17254" y="37738"/>
                          </a:cubicBezTo>
                          <a:cubicBezTo>
                            <a:pt x="7348" y="37738"/>
                            <a:pt x="-367" y="29261"/>
                            <a:pt x="14" y="1859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69" name="Forme libre : forme 13168">
                      <a:extLst>
                        <a:ext uri="{FF2B5EF4-FFF2-40B4-BE49-F238E27FC236}">
                          <a16:creationId xmlns:a16="http://schemas.microsoft.com/office/drawing/2014/main" id="{A9D6397A-60AD-4167-9CB8-9BD6678287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7788" y="3291566"/>
                      <a:ext cx="35646" cy="28499"/>
                    </a:xfrm>
                    <a:custGeom>
                      <a:avLst/>
                      <a:gdLst>
                        <a:gd name="connsiteX0" fmla="*/ 17724 w 35646"/>
                        <a:gd name="connsiteY0" fmla="*/ 18498 h 28499"/>
                        <a:gd name="connsiteX1" fmla="*/ 32965 w 35646"/>
                        <a:gd name="connsiteY1" fmla="*/ 28499 h 28499"/>
                        <a:gd name="connsiteX2" fmla="*/ 35632 w 35646"/>
                        <a:gd name="connsiteY2" fmla="*/ 19355 h 28499"/>
                        <a:gd name="connsiteX3" fmla="*/ 18963 w 35646"/>
                        <a:gd name="connsiteY3" fmla="*/ 20 h 28499"/>
                        <a:gd name="connsiteX4" fmla="*/ 8 w 35646"/>
                        <a:gd name="connsiteY4" fmla="*/ 18593 h 28499"/>
                        <a:gd name="connsiteX5" fmla="*/ 2008 w 35646"/>
                        <a:gd name="connsiteY5" fmla="*/ 27928 h 28499"/>
                        <a:gd name="connsiteX6" fmla="*/ 17724 w 35646"/>
                        <a:gd name="connsiteY6" fmla="*/ 18498 h 28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46" h="28499">
                          <a:moveTo>
                            <a:pt x="17724" y="18498"/>
                          </a:moveTo>
                          <a:cubicBezTo>
                            <a:pt x="24392" y="18688"/>
                            <a:pt x="30012" y="22784"/>
                            <a:pt x="32965" y="28499"/>
                          </a:cubicBezTo>
                          <a:cubicBezTo>
                            <a:pt x="34584" y="25832"/>
                            <a:pt x="35536" y="22689"/>
                            <a:pt x="35632" y="19355"/>
                          </a:cubicBezTo>
                          <a:cubicBezTo>
                            <a:pt x="36012" y="9163"/>
                            <a:pt x="28964" y="496"/>
                            <a:pt x="18963" y="20"/>
                          </a:cubicBezTo>
                          <a:cubicBezTo>
                            <a:pt x="9057" y="-457"/>
                            <a:pt x="199" y="7830"/>
                            <a:pt x="8" y="18593"/>
                          </a:cubicBezTo>
                          <a:cubicBezTo>
                            <a:pt x="-87" y="22022"/>
                            <a:pt x="675" y="25166"/>
                            <a:pt x="2008" y="27928"/>
                          </a:cubicBezTo>
                          <a:cubicBezTo>
                            <a:pt x="5247" y="22117"/>
                            <a:pt x="11152" y="18308"/>
                            <a:pt x="17724" y="1849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70" name="Forme libre : forme 13169">
                      <a:extLst>
                        <a:ext uri="{FF2B5EF4-FFF2-40B4-BE49-F238E27FC236}">
                          <a16:creationId xmlns:a16="http://schemas.microsoft.com/office/drawing/2014/main" id="{83A001CB-6DF5-4EF8-819E-2372B8CF09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1051" y="3304533"/>
                      <a:ext cx="15303" cy="17895"/>
                    </a:xfrm>
                    <a:custGeom>
                      <a:avLst/>
                      <a:gdLst>
                        <a:gd name="connsiteX0" fmla="*/ 840 w 15303"/>
                        <a:gd name="connsiteY0" fmla="*/ 12389 h 17895"/>
                        <a:gd name="connsiteX1" fmla="*/ 4174 w 15303"/>
                        <a:gd name="connsiteY1" fmla="*/ 674 h 17895"/>
                        <a:gd name="connsiteX2" fmla="*/ 14461 w 15303"/>
                        <a:gd name="connsiteY2" fmla="*/ 5627 h 17895"/>
                        <a:gd name="connsiteX3" fmla="*/ 11222 w 15303"/>
                        <a:gd name="connsiteY3" fmla="*/ 17247 h 17895"/>
                        <a:gd name="connsiteX4" fmla="*/ 840 w 15303"/>
                        <a:gd name="connsiteY4" fmla="*/ 12389 h 178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03" h="17895">
                          <a:moveTo>
                            <a:pt x="840" y="12389"/>
                          </a:moveTo>
                          <a:cubicBezTo>
                            <a:pt x="-1065" y="7817"/>
                            <a:pt x="364" y="2483"/>
                            <a:pt x="4174" y="674"/>
                          </a:cubicBezTo>
                          <a:cubicBezTo>
                            <a:pt x="7889" y="-1231"/>
                            <a:pt x="12461" y="1055"/>
                            <a:pt x="14461" y="5627"/>
                          </a:cubicBezTo>
                          <a:cubicBezTo>
                            <a:pt x="16366" y="10199"/>
                            <a:pt x="14937" y="15342"/>
                            <a:pt x="11222" y="17247"/>
                          </a:cubicBezTo>
                          <a:cubicBezTo>
                            <a:pt x="7317" y="19057"/>
                            <a:pt x="2745" y="16962"/>
                            <a:pt x="840" y="1238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71" name="Forme libre : forme 13170">
                      <a:extLst>
                        <a:ext uri="{FF2B5EF4-FFF2-40B4-BE49-F238E27FC236}">
                          <a16:creationId xmlns:a16="http://schemas.microsoft.com/office/drawing/2014/main" id="{FE240833-ACEA-4F33-A37E-B9130BC45D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0935" y="3315584"/>
                      <a:ext cx="5910" cy="6195"/>
                    </a:xfrm>
                    <a:custGeom>
                      <a:avLst/>
                      <a:gdLst>
                        <a:gd name="connsiteX0" fmla="*/ 5 w 5910"/>
                        <a:gd name="connsiteY0" fmla="*/ 3053 h 6195"/>
                        <a:gd name="connsiteX1" fmla="*/ 3053 w 5910"/>
                        <a:gd name="connsiteY1" fmla="*/ 4 h 6195"/>
                        <a:gd name="connsiteX2" fmla="*/ 5911 w 5910"/>
                        <a:gd name="connsiteY2" fmla="*/ 3148 h 6195"/>
                        <a:gd name="connsiteX3" fmla="*/ 2863 w 5910"/>
                        <a:gd name="connsiteY3" fmla="*/ 6196 h 6195"/>
                        <a:gd name="connsiteX4" fmla="*/ 5 w 5910"/>
                        <a:gd name="connsiteY4" fmla="*/ 3053 h 6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0" h="6195">
                          <a:moveTo>
                            <a:pt x="5" y="3053"/>
                          </a:moveTo>
                          <a:cubicBezTo>
                            <a:pt x="100" y="1338"/>
                            <a:pt x="1434" y="-91"/>
                            <a:pt x="3053" y="4"/>
                          </a:cubicBezTo>
                          <a:cubicBezTo>
                            <a:pt x="4672" y="4"/>
                            <a:pt x="5911" y="1433"/>
                            <a:pt x="5911" y="3148"/>
                          </a:cubicBezTo>
                          <a:cubicBezTo>
                            <a:pt x="5911" y="4862"/>
                            <a:pt x="4482" y="6196"/>
                            <a:pt x="2863" y="6196"/>
                          </a:cubicBezTo>
                          <a:cubicBezTo>
                            <a:pt x="1148" y="6196"/>
                            <a:pt x="-90" y="4767"/>
                            <a:pt x="5" y="305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172" name="Graphique 5">
                    <a:extLst>
                      <a:ext uri="{FF2B5EF4-FFF2-40B4-BE49-F238E27FC236}">
                        <a16:creationId xmlns:a16="http://schemas.microsoft.com/office/drawing/2014/main" id="{F9E774AF-E9CE-42C2-AB61-9C4DDF6CADDF}"/>
                      </a:ext>
                    </a:extLst>
                  </p:cNvPr>
                  <p:cNvGrpSpPr/>
                  <p:nvPr/>
                </p:nvGrpSpPr>
                <p:grpSpPr>
                  <a:xfrm>
                    <a:off x="2335806" y="3255723"/>
                    <a:ext cx="35871" cy="38637"/>
                    <a:chOff x="2335806" y="3255723"/>
                    <a:chExt cx="35871" cy="38637"/>
                  </a:xfrm>
                  <a:solidFill>
                    <a:schemeClr val="accent1"/>
                  </a:solidFill>
                </p:grpSpPr>
                <p:sp>
                  <p:nvSpPr>
                    <p:cNvPr id="13173" name="Forme libre : forme 13172">
                      <a:extLst>
                        <a:ext uri="{FF2B5EF4-FFF2-40B4-BE49-F238E27FC236}">
                          <a16:creationId xmlns:a16="http://schemas.microsoft.com/office/drawing/2014/main" id="{DFB32ADE-D0AC-49C3-B54F-7314A5FCD6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5806" y="3255807"/>
                      <a:ext cx="35871" cy="38554"/>
                    </a:xfrm>
                    <a:custGeom>
                      <a:avLst/>
                      <a:gdLst>
                        <a:gd name="connsiteX0" fmla="*/ 83 w 35871"/>
                        <a:gd name="connsiteY0" fmla="*/ 18444 h 38554"/>
                        <a:gd name="connsiteX1" fmla="*/ 19705 w 35871"/>
                        <a:gd name="connsiteY1" fmla="*/ 60 h 38554"/>
                        <a:gd name="connsiteX2" fmla="*/ 35802 w 35871"/>
                        <a:gd name="connsiteY2" fmla="*/ 20444 h 38554"/>
                        <a:gd name="connsiteX3" fmla="*/ 16371 w 35871"/>
                        <a:gd name="connsiteY3" fmla="*/ 38541 h 38554"/>
                        <a:gd name="connsiteX4" fmla="*/ 83 w 35871"/>
                        <a:gd name="connsiteY4" fmla="*/ 18444 h 385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71" h="38554">
                          <a:moveTo>
                            <a:pt x="83" y="18444"/>
                          </a:moveTo>
                          <a:cubicBezTo>
                            <a:pt x="1036" y="7585"/>
                            <a:pt x="9894" y="-797"/>
                            <a:pt x="19705" y="60"/>
                          </a:cubicBezTo>
                          <a:cubicBezTo>
                            <a:pt x="29515" y="822"/>
                            <a:pt x="36659" y="10061"/>
                            <a:pt x="35802" y="20444"/>
                          </a:cubicBezTo>
                          <a:cubicBezTo>
                            <a:pt x="34945" y="30826"/>
                            <a:pt x="26277" y="38922"/>
                            <a:pt x="16371" y="38541"/>
                          </a:cubicBezTo>
                          <a:cubicBezTo>
                            <a:pt x="6465" y="38256"/>
                            <a:pt x="-869" y="29397"/>
                            <a:pt x="83" y="1844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74" name="Forme libre : forme 13173">
                      <a:extLst>
                        <a:ext uri="{FF2B5EF4-FFF2-40B4-BE49-F238E27FC236}">
                          <a16:creationId xmlns:a16="http://schemas.microsoft.com/office/drawing/2014/main" id="{4DEFBB55-A638-4363-93E3-BA806A1CCA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5816" y="3255723"/>
                      <a:ext cx="35861" cy="29671"/>
                    </a:xfrm>
                    <a:custGeom>
                      <a:avLst/>
                      <a:gdLst>
                        <a:gd name="connsiteX0" fmla="*/ 17885 w 35861"/>
                        <a:gd name="connsiteY0" fmla="*/ 19003 h 29671"/>
                        <a:gd name="connsiteX1" fmla="*/ 32553 w 35861"/>
                        <a:gd name="connsiteY1" fmla="*/ 29671 h 29671"/>
                        <a:gd name="connsiteX2" fmla="*/ 35792 w 35861"/>
                        <a:gd name="connsiteY2" fmla="*/ 20432 h 29671"/>
                        <a:gd name="connsiteX3" fmla="*/ 19694 w 35861"/>
                        <a:gd name="connsiteY3" fmla="*/ 49 h 29671"/>
                        <a:gd name="connsiteX4" fmla="*/ 73 w 35861"/>
                        <a:gd name="connsiteY4" fmla="*/ 18432 h 29671"/>
                        <a:gd name="connsiteX5" fmla="*/ 1502 w 35861"/>
                        <a:gd name="connsiteY5" fmla="*/ 27957 h 29671"/>
                        <a:gd name="connsiteX6" fmla="*/ 17885 w 35861"/>
                        <a:gd name="connsiteY6" fmla="*/ 19003 h 29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61" h="29671">
                          <a:moveTo>
                            <a:pt x="17885" y="19003"/>
                          </a:moveTo>
                          <a:cubicBezTo>
                            <a:pt x="24647" y="19384"/>
                            <a:pt x="30077" y="23766"/>
                            <a:pt x="32553" y="29671"/>
                          </a:cubicBezTo>
                          <a:cubicBezTo>
                            <a:pt x="34268" y="27004"/>
                            <a:pt x="35506" y="23861"/>
                            <a:pt x="35792" y="20432"/>
                          </a:cubicBezTo>
                          <a:cubicBezTo>
                            <a:pt x="36649" y="10050"/>
                            <a:pt x="29505" y="811"/>
                            <a:pt x="19694" y="49"/>
                          </a:cubicBezTo>
                          <a:cubicBezTo>
                            <a:pt x="9884" y="-713"/>
                            <a:pt x="1121" y="7573"/>
                            <a:pt x="73" y="18432"/>
                          </a:cubicBezTo>
                          <a:cubicBezTo>
                            <a:pt x="-213" y="21861"/>
                            <a:pt x="359" y="25099"/>
                            <a:pt x="1502" y="27957"/>
                          </a:cubicBezTo>
                          <a:cubicBezTo>
                            <a:pt x="5216" y="22337"/>
                            <a:pt x="11217" y="18622"/>
                            <a:pt x="17885" y="1900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75" name="Forme libre : forme 13174">
                      <a:extLst>
                        <a:ext uri="{FF2B5EF4-FFF2-40B4-BE49-F238E27FC236}">
                          <a16:creationId xmlns:a16="http://schemas.microsoft.com/office/drawing/2014/main" id="{D948CDD3-7C1C-48CD-91A3-AE25ED4ADC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8955" y="3268893"/>
                      <a:ext cx="15219" cy="18262"/>
                    </a:xfrm>
                    <a:custGeom>
                      <a:avLst/>
                      <a:gdLst>
                        <a:gd name="connsiteX0" fmla="*/ 649 w 15219"/>
                        <a:gd name="connsiteY0" fmla="*/ 12406 h 18262"/>
                        <a:gd name="connsiteX1" fmla="*/ 4555 w 15219"/>
                        <a:gd name="connsiteY1" fmla="*/ 595 h 18262"/>
                        <a:gd name="connsiteX2" fmla="*/ 14556 w 15219"/>
                        <a:gd name="connsiteY2" fmla="*/ 5928 h 18262"/>
                        <a:gd name="connsiteX3" fmla="*/ 10651 w 15219"/>
                        <a:gd name="connsiteY3" fmla="*/ 17644 h 18262"/>
                        <a:gd name="connsiteX4" fmla="*/ 649 w 15219"/>
                        <a:gd name="connsiteY4" fmla="*/ 12406 h 18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19" h="18262">
                          <a:moveTo>
                            <a:pt x="649" y="12406"/>
                          </a:moveTo>
                          <a:cubicBezTo>
                            <a:pt x="-1065" y="7643"/>
                            <a:pt x="745" y="2309"/>
                            <a:pt x="4555" y="595"/>
                          </a:cubicBezTo>
                          <a:cubicBezTo>
                            <a:pt x="8460" y="-1215"/>
                            <a:pt x="12841" y="1261"/>
                            <a:pt x="14556" y="5928"/>
                          </a:cubicBezTo>
                          <a:cubicBezTo>
                            <a:pt x="16270" y="10596"/>
                            <a:pt x="14556" y="15835"/>
                            <a:pt x="10651" y="17644"/>
                          </a:cubicBezTo>
                          <a:cubicBezTo>
                            <a:pt x="6841" y="19454"/>
                            <a:pt x="2364" y="17168"/>
                            <a:pt x="649" y="1240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76" name="Forme libre : forme 13175">
                      <a:extLst>
                        <a:ext uri="{FF2B5EF4-FFF2-40B4-BE49-F238E27FC236}">
                          <a16:creationId xmlns:a16="http://schemas.microsoft.com/office/drawing/2014/main" id="{DC3D7BB3-92EE-4677-8FCE-461452318E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8633" y="3280342"/>
                      <a:ext cx="5944" cy="6386"/>
                    </a:xfrm>
                    <a:custGeom>
                      <a:avLst/>
                      <a:gdLst>
                        <a:gd name="connsiteX0" fmla="*/ 19 w 5944"/>
                        <a:gd name="connsiteY0" fmla="*/ 3053 h 6386"/>
                        <a:gd name="connsiteX1" fmla="*/ 3258 w 5944"/>
                        <a:gd name="connsiteY1" fmla="*/ 4 h 6386"/>
                        <a:gd name="connsiteX2" fmla="*/ 5925 w 5944"/>
                        <a:gd name="connsiteY2" fmla="*/ 3338 h 6386"/>
                        <a:gd name="connsiteX3" fmla="*/ 2686 w 5944"/>
                        <a:gd name="connsiteY3" fmla="*/ 6386 h 6386"/>
                        <a:gd name="connsiteX4" fmla="*/ 19 w 5944"/>
                        <a:gd name="connsiteY4" fmla="*/ 3053 h 6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44" h="6386">
                          <a:moveTo>
                            <a:pt x="19" y="3053"/>
                          </a:moveTo>
                          <a:cubicBezTo>
                            <a:pt x="210" y="1338"/>
                            <a:pt x="1639" y="-91"/>
                            <a:pt x="3258" y="4"/>
                          </a:cubicBezTo>
                          <a:cubicBezTo>
                            <a:pt x="4877" y="100"/>
                            <a:pt x="6115" y="1529"/>
                            <a:pt x="5925" y="3338"/>
                          </a:cubicBezTo>
                          <a:cubicBezTo>
                            <a:pt x="5734" y="5053"/>
                            <a:pt x="4306" y="6386"/>
                            <a:pt x="2686" y="6386"/>
                          </a:cubicBezTo>
                          <a:cubicBezTo>
                            <a:pt x="1067" y="6386"/>
                            <a:pt x="-171" y="4767"/>
                            <a:pt x="19" y="305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177" name="Graphique 5">
                    <a:extLst>
                      <a:ext uri="{FF2B5EF4-FFF2-40B4-BE49-F238E27FC236}">
                        <a16:creationId xmlns:a16="http://schemas.microsoft.com/office/drawing/2014/main" id="{E96BEF98-B608-4964-9726-53CD2E0AF307}"/>
                      </a:ext>
                    </a:extLst>
                  </p:cNvPr>
                  <p:cNvGrpSpPr/>
                  <p:nvPr/>
                </p:nvGrpSpPr>
                <p:grpSpPr>
                  <a:xfrm>
                    <a:off x="2314340" y="3225503"/>
                    <a:ext cx="36217" cy="39631"/>
                    <a:chOff x="2314340" y="3225503"/>
                    <a:chExt cx="36217" cy="39631"/>
                  </a:xfrm>
                  <a:solidFill>
                    <a:schemeClr val="accent1"/>
                  </a:solidFill>
                </p:grpSpPr>
                <p:sp>
                  <p:nvSpPr>
                    <p:cNvPr id="13178" name="Forme libre : forme 13177">
                      <a:extLst>
                        <a:ext uri="{FF2B5EF4-FFF2-40B4-BE49-F238E27FC236}">
                          <a16:creationId xmlns:a16="http://schemas.microsoft.com/office/drawing/2014/main" id="{9E7030C9-5C83-4DF3-9577-B2936B95D7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4451" y="3225503"/>
                      <a:ext cx="36106" cy="39631"/>
                    </a:xfrm>
                    <a:custGeom>
                      <a:avLst/>
                      <a:gdLst>
                        <a:gd name="connsiteX0" fmla="*/ 102 w 36106"/>
                        <a:gd name="connsiteY0" fmla="*/ 18553 h 39631"/>
                        <a:gd name="connsiteX1" fmla="*/ 20771 w 36106"/>
                        <a:gd name="connsiteY1" fmla="*/ 75 h 39631"/>
                        <a:gd name="connsiteX2" fmla="*/ 35916 w 36106"/>
                        <a:gd name="connsiteY2" fmla="*/ 21220 h 39631"/>
                        <a:gd name="connsiteX3" fmla="*/ 16009 w 36106"/>
                        <a:gd name="connsiteY3" fmla="*/ 39603 h 39631"/>
                        <a:gd name="connsiteX4" fmla="*/ 102 w 36106"/>
                        <a:gd name="connsiteY4" fmla="*/ 18553 h 39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106" h="39631">
                          <a:moveTo>
                            <a:pt x="102" y="18553"/>
                          </a:moveTo>
                          <a:cubicBezTo>
                            <a:pt x="1436" y="7409"/>
                            <a:pt x="10961" y="-878"/>
                            <a:pt x="20771" y="75"/>
                          </a:cubicBezTo>
                          <a:cubicBezTo>
                            <a:pt x="30582" y="1027"/>
                            <a:pt x="37345" y="10552"/>
                            <a:pt x="35916" y="21220"/>
                          </a:cubicBezTo>
                          <a:cubicBezTo>
                            <a:pt x="34392" y="31888"/>
                            <a:pt x="26010" y="40175"/>
                            <a:pt x="16009" y="39603"/>
                          </a:cubicBezTo>
                          <a:cubicBezTo>
                            <a:pt x="6198" y="39127"/>
                            <a:pt x="-946" y="29792"/>
                            <a:pt x="102" y="185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79" name="Forme libre : forme 13178">
                      <a:extLst>
                        <a:ext uri="{FF2B5EF4-FFF2-40B4-BE49-F238E27FC236}">
                          <a16:creationId xmlns:a16="http://schemas.microsoft.com/office/drawing/2014/main" id="{1290593F-3E11-4730-BA6F-2FB9EC3301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4340" y="3225503"/>
                      <a:ext cx="36124" cy="30649"/>
                    </a:xfrm>
                    <a:custGeom>
                      <a:avLst/>
                      <a:gdLst>
                        <a:gd name="connsiteX0" fmla="*/ 18025 w 36124"/>
                        <a:gd name="connsiteY0" fmla="*/ 19315 h 30649"/>
                        <a:gd name="connsiteX1" fmla="*/ 32407 w 36124"/>
                        <a:gd name="connsiteY1" fmla="*/ 30650 h 30649"/>
                        <a:gd name="connsiteX2" fmla="*/ 35931 w 36124"/>
                        <a:gd name="connsiteY2" fmla="*/ 21220 h 30649"/>
                        <a:gd name="connsiteX3" fmla="*/ 20787 w 36124"/>
                        <a:gd name="connsiteY3" fmla="*/ 75 h 30649"/>
                        <a:gd name="connsiteX4" fmla="*/ 118 w 36124"/>
                        <a:gd name="connsiteY4" fmla="*/ 18553 h 30649"/>
                        <a:gd name="connsiteX5" fmla="*/ 1451 w 36124"/>
                        <a:gd name="connsiteY5" fmla="*/ 28459 h 30649"/>
                        <a:gd name="connsiteX6" fmla="*/ 18025 w 36124"/>
                        <a:gd name="connsiteY6" fmla="*/ 19315 h 30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124" h="30649">
                          <a:moveTo>
                            <a:pt x="18025" y="19315"/>
                          </a:moveTo>
                          <a:cubicBezTo>
                            <a:pt x="24787" y="19791"/>
                            <a:pt x="29931" y="24363"/>
                            <a:pt x="32407" y="30650"/>
                          </a:cubicBezTo>
                          <a:cubicBezTo>
                            <a:pt x="34122" y="27888"/>
                            <a:pt x="35455" y="24744"/>
                            <a:pt x="35931" y="21220"/>
                          </a:cubicBezTo>
                          <a:cubicBezTo>
                            <a:pt x="37360" y="10552"/>
                            <a:pt x="30693" y="1027"/>
                            <a:pt x="20787" y="75"/>
                          </a:cubicBezTo>
                          <a:cubicBezTo>
                            <a:pt x="10976" y="-878"/>
                            <a:pt x="1451" y="7409"/>
                            <a:pt x="118" y="18553"/>
                          </a:cubicBezTo>
                          <a:cubicBezTo>
                            <a:pt x="-263" y="22077"/>
                            <a:pt x="308" y="25506"/>
                            <a:pt x="1451" y="28459"/>
                          </a:cubicBezTo>
                          <a:cubicBezTo>
                            <a:pt x="5261" y="22554"/>
                            <a:pt x="11357" y="18744"/>
                            <a:pt x="18025" y="1931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80" name="Forme libre : forme 13179">
                      <a:extLst>
                        <a:ext uri="{FF2B5EF4-FFF2-40B4-BE49-F238E27FC236}">
                          <a16:creationId xmlns:a16="http://schemas.microsoft.com/office/drawing/2014/main" id="{F700166D-B0B7-4FAD-8BF4-1940A4B65B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7583" y="3238761"/>
                      <a:ext cx="15199" cy="18746"/>
                    </a:xfrm>
                    <a:custGeom>
                      <a:avLst/>
                      <a:gdLst>
                        <a:gd name="connsiteX0" fmla="*/ 589 w 15199"/>
                        <a:gd name="connsiteY0" fmla="*/ 12629 h 18746"/>
                        <a:gd name="connsiteX1" fmla="*/ 4876 w 15199"/>
                        <a:gd name="connsiteY1" fmla="*/ 532 h 18746"/>
                        <a:gd name="connsiteX2" fmla="*/ 14686 w 15199"/>
                        <a:gd name="connsiteY2" fmla="*/ 6152 h 18746"/>
                        <a:gd name="connsiteX3" fmla="*/ 10591 w 15199"/>
                        <a:gd name="connsiteY3" fmla="*/ 18154 h 18746"/>
                        <a:gd name="connsiteX4" fmla="*/ 589 w 15199"/>
                        <a:gd name="connsiteY4" fmla="*/ 12629 h 187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99" h="18746">
                          <a:moveTo>
                            <a:pt x="589" y="12629"/>
                          </a:moveTo>
                          <a:cubicBezTo>
                            <a:pt x="-1030" y="7676"/>
                            <a:pt x="780" y="2247"/>
                            <a:pt x="4876" y="532"/>
                          </a:cubicBezTo>
                          <a:cubicBezTo>
                            <a:pt x="8876" y="-1182"/>
                            <a:pt x="13258" y="1390"/>
                            <a:pt x="14686" y="6152"/>
                          </a:cubicBezTo>
                          <a:cubicBezTo>
                            <a:pt x="16115" y="11010"/>
                            <a:pt x="14496" y="16344"/>
                            <a:pt x="10591" y="18154"/>
                          </a:cubicBezTo>
                          <a:cubicBezTo>
                            <a:pt x="6685" y="19963"/>
                            <a:pt x="2209" y="17487"/>
                            <a:pt x="589" y="1262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81" name="Forme libre : forme 13180">
                      <a:extLst>
                        <a:ext uri="{FF2B5EF4-FFF2-40B4-BE49-F238E27FC236}">
                          <a16:creationId xmlns:a16="http://schemas.microsoft.com/office/drawing/2014/main" id="{E5BC9F51-2CBD-44BA-99F3-C679496E20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7107" y="3250516"/>
                      <a:ext cx="5850" cy="6498"/>
                    </a:xfrm>
                    <a:custGeom>
                      <a:avLst/>
                      <a:gdLst>
                        <a:gd name="connsiteX0" fmla="*/ 19 w 5850"/>
                        <a:gd name="connsiteY0" fmla="*/ 3065 h 6498"/>
                        <a:gd name="connsiteX1" fmla="*/ 3258 w 5850"/>
                        <a:gd name="connsiteY1" fmla="*/ 17 h 6498"/>
                        <a:gd name="connsiteX2" fmla="*/ 5830 w 5850"/>
                        <a:gd name="connsiteY2" fmla="*/ 3446 h 6498"/>
                        <a:gd name="connsiteX3" fmla="*/ 2591 w 5850"/>
                        <a:gd name="connsiteY3" fmla="*/ 6494 h 6498"/>
                        <a:gd name="connsiteX4" fmla="*/ 19 w 5850"/>
                        <a:gd name="connsiteY4" fmla="*/ 3065 h 6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0" h="6498">
                          <a:moveTo>
                            <a:pt x="19" y="3065"/>
                          </a:moveTo>
                          <a:cubicBezTo>
                            <a:pt x="210" y="1255"/>
                            <a:pt x="1639" y="-173"/>
                            <a:pt x="3258" y="17"/>
                          </a:cubicBezTo>
                          <a:cubicBezTo>
                            <a:pt x="4877" y="112"/>
                            <a:pt x="6020" y="1636"/>
                            <a:pt x="5830" y="3446"/>
                          </a:cubicBezTo>
                          <a:cubicBezTo>
                            <a:pt x="5639" y="5256"/>
                            <a:pt x="4210" y="6589"/>
                            <a:pt x="2591" y="6494"/>
                          </a:cubicBezTo>
                          <a:cubicBezTo>
                            <a:pt x="1067" y="6494"/>
                            <a:pt x="-171" y="4875"/>
                            <a:pt x="19" y="30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182" name="Graphique 5">
                  <a:extLst>
                    <a:ext uri="{FF2B5EF4-FFF2-40B4-BE49-F238E27FC236}">
                      <a16:creationId xmlns:a16="http://schemas.microsoft.com/office/drawing/2014/main" id="{6B93EF4D-9771-43E6-9AFE-25BAD4B2FC90}"/>
                    </a:ext>
                  </a:extLst>
                </p:cNvPr>
                <p:cNvGrpSpPr/>
                <p:nvPr/>
              </p:nvGrpSpPr>
              <p:grpSpPr>
                <a:xfrm>
                  <a:off x="2195350" y="3228873"/>
                  <a:ext cx="102808" cy="64178"/>
                  <a:chOff x="2195350" y="3228873"/>
                  <a:chExt cx="102808" cy="64178"/>
                </a:xfrm>
                <a:solidFill>
                  <a:schemeClr val="accent1"/>
                </a:solidFill>
              </p:grpSpPr>
              <p:grpSp>
                <p:nvGrpSpPr>
                  <p:cNvPr id="13183" name="Graphique 5">
                    <a:extLst>
                      <a:ext uri="{FF2B5EF4-FFF2-40B4-BE49-F238E27FC236}">
                        <a16:creationId xmlns:a16="http://schemas.microsoft.com/office/drawing/2014/main" id="{C5F266AA-1BCC-4512-BDE4-F97AA046FA45}"/>
                      </a:ext>
                    </a:extLst>
                  </p:cNvPr>
                  <p:cNvGrpSpPr/>
                  <p:nvPr/>
                </p:nvGrpSpPr>
                <p:grpSpPr>
                  <a:xfrm>
                    <a:off x="2195350" y="3228873"/>
                    <a:ext cx="36528" cy="44550"/>
                    <a:chOff x="2195350" y="3228873"/>
                    <a:chExt cx="36528" cy="44550"/>
                  </a:xfrm>
                  <a:solidFill>
                    <a:schemeClr val="accent1"/>
                  </a:solidFill>
                </p:grpSpPr>
                <p:sp>
                  <p:nvSpPr>
                    <p:cNvPr id="13184" name="Forme libre : forme 13183">
                      <a:extLst>
                        <a:ext uri="{FF2B5EF4-FFF2-40B4-BE49-F238E27FC236}">
                          <a16:creationId xmlns:a16="http://schemas.microsoft.com/office/drawing/2014/main" id="{C1B89AEC-9CE6-4CFB-8DAD-5A3FC3038B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5350" y="3228873"/>
                      <a:ext cx="36501" cy="44455"/>
                    </a:xfrm>
                    <a:custGeom>
                      <a:avLst/>
                      <a:gdLst>
                        <a:gd name="connsiteX0" fmla="*/ 33192 w 36501"/>
                        <a:gd name="connsiteY0" fmla="*/ 7468 h 44455"/>
                        <a:gd name="connsiteX1" fmla="*/ 28906 w 36501"/>
                        <a:gd name="connsiteY1" fmla="*/ 38424 h 44455"/>
                        <a:gd name="connsiteX2" fmla="*/ 3570 w 36501"/>
                        <a:gd name="connsiteY2" fmla="*/ 37471 h 44455"/>
                        <a:gd name="connsiteX3" fmla="*/ 7856 w 36501"/>
                        <a:gd name="connsiteY3" fmla="*/ 5753 h 44455"/>
                        <a:gd name="connsiteX4" fmla="*/ 33192 w 36501"/>
                        <a:gd name="connsiteY4" fmla="*/ 7468 h 44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501" h="44455">
                          <a:moveTo>
                            <a:pt x="33192" y="7468"/>
                          </a:moveTo>
                          <a:cubicBezTo>
                            <a:pt x="39003" y="16611"/>
                            <a:pt x="36907" y="30232"/>
                            <a:pt x="28906" y="38424"/>
                          </a:cubicBezTo>
                          <a:cubicBezTo>
                            <a:pt x="21096" y="46710"/>
                            <a:pt x="9761" y="46520"/>
                            <a:pt x="3570" y="37471"/>
                          </a:cubicBezTo>
                          <a:cubicBezTo>
                            <a:pt x="-2717" y="28422"/>
                            <a:pt x="-335" y="14040"/>
                            <a:pt x="7856" y="5753"/>
                          </a:cubicBezTo>
                          <a:cubicBezTo>
                            <a:pt x="16143" y="-2629"/>
                            <a:pt x="27382" y="-1677"/>
                            <a:pt x="33192" y="746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85" name="Forme libre : forme 13184">
                      <a:extLst>
                        <a:ext uri="{FF2B5EF4-FFF2-40B4-BE49-F238E27FC236}">
                          <a16:creationId xmlns:a16="http://schemas.microsoft.com/office/drawing/2014/main" id="{685E97FC-FB0E-4EC1-B075-3C77B9377F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5491" y="3230340"/>
                      <a:ext cx="36387" cy="43083"/>
                    </a:xfrm>
                    <a:custGeom>
                      <a:avLst/>
                      <a:gdLst>
                        <a:gd name="connsiteX0" fmla="*/ 18479 w 36387"/>
                        <a:gd name="connsiteY0" fmla="*/ 21050 h 43083"/>
                        <a:gd name="connsiteX1" fmla="*/ 0 w 36387"/>
                        <a:gd name="connsiteY1" fmla="*/ 25813 h 43083"/>
                        <a:gd name="connsiteX2" fmla="*/ 3429 w 36387"/>
                        <a:gd name="connsiteY2" fmla="*/ 36100 h 43083"/>
                        <a:gd name="connsiteX3" fmla="*/ 28766 w 36387"/>
                        <a:gd name="connsiteY3" fmla="*/ 37052 h 43083"/>
                        <a:gd name="connsiteX4" fmla="*/ 33052 w 36387"/>
                        <a:gd name="connsiteY4" fmla="*/ 6096 h 43083"/>
                        <a:gd name="connsiteX5" fmla="*/ 26099 w 36387"/>
                        <a:gd name="connsiteY5" fmla="*/ 0 h 43083"/>
                        <a:gd name="connsiteX6" fmla="*/ 18479 w 36387"/>
                        <a:gd name="connsiteY6" fmla="*/ 21050 h 430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387" h="43083">
                          <a:moveTo>
                            <a:pt x="18479" y="21050"/>
                          </a:moveTo>
                          <a:cubicBezTo>
                            <a:pt x="12859" y="26670"/>
                            <a:pt x="5810" y="28194"/>
                            <a:pt x="0" y="25813"/>
                          </a:cubicBezTo>
                          <a:cubicBezTo>
                            <a:pt x="286" y="29528"/>
                            <a:pt x="1429" y="33147"/>
                            <a:pt x="3429" y="36100"/>
                          </a:cubicBezTo>
                          <a:cubicBezTo>
                            <a:pt x="9525" y="45149"/>
                            <a:pt x="20955" y="45339"/>
                            <a:pt x="28766" y="37052"/>
                          </a:cubicBezTo>
                          <a:cubicBezTo>
                            <a:pt x="36862" y="28861"/>
                            <a:pt x="38862" y="15240"/>
                            <a:pt x="33052" y="6096"/>
                          </a:cubicBezTo>
                          <a:cubicBezTo>
                            <a:pt x="31242" y="3238"/>
                            <a:pt x="28766" y="1238"/>
                            <a:pt x="26099" y="0"/>
                          </a:cubicBezTo>
                          <a:cubicBezTo>
                            <a:pt x="26575" y="7429"/>
                            <a:pt x="24003" y="15430"/>
                            <a:pt x="18479" y="2105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86" name="Forme libre : forme 13185">
                      <a:extLst>
                        <a:ext uri="{FF2B5EF4-FFF2-40B4-BE49-F238E27FC236}">
                          <a16:creationId xmlns:a16="http://schemas.microsoft.com/office/drawing/2014/main" id="{62D6F14B-2161-4ED1-8B52-89921A7944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9042" y="3233186"/>
                      <a:ext cx="16982" cy="18827"/>
                    </a:xfrm>
                    <a:custGeom>
                      <a:avLst/>
                      <a:gdLst>
                        <a:gd name="connsiteX0" fmla="*/ 12166 w 16982"/>
                        <a:gd name="connsiteY0" fmla="*/ 869 h 18827"/>
                        <a:gd name="connsiteX1" fmla="*/ 16167 w 16982"/>
                        <a:gd name="connsiteY1" fmla="*/ 13347 h 18827"/>
                        <a:gd name="connsiteX2" fmla="*/ 4832 w 16982"/>
                        <a:gd name="connsiteY2" fmla="*/ 18014 h 18827"/>
                        <a:gd name="connsiteX3" fmla="*/ 832 w 16982"/>
                        <a:gd name="connsiteY3" fmla="*/ 5536 h 18827"/>
                        <a:gd name="connsiteX4" fmla="*/ 12166 w 16982"/>
                        <a:gd name="connsiteY4" fmla="*/ 869 h 18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82" h="18827">
                          <a:moveTo>
                            <a:pt x="12166" y="869"/>
                          </a:moveTo>
                          <a:cubicBezTo>
                            <a:pt x="16357" y="3060"/>
                            <a:pt x="18167" y="8680"/>
                            <a:pt x="16167" y="13347"/>
                          </a:cubicBezTo>
                          <a:cubicBezTo>
                            <a:pt x="14167" y="18014"/>
                            <a:pt x="9118" y="20109"/>
                            <a:pt x="4832" y="18014"/>
                          </a:cubicBezTo>
                          <a:cubicBezTo>
                            <a:pt x="546" y="15918"/>
                            <a:pt x="-1169" y="10299"/>
                            <a:pt x="832" y="5536"/>
                          </a:cubicBezTo>
                          <a:cubicBezTo>
                            <a:pt x="2927" y="774"/>
                            <a:pt x="7975" y="-1322"/>
                            <a:pt x="12166" y="86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87" name="Forme libre : forme 13186">
                      <a:extLst>
                        <a:ext uri="{FF2B5EF4-FFF2-40B4-BE49-F238E27FC236}">
                          <a16:creationId xmlns:a16="http://schemas.microsoft.com/office/drawing/2014/main" id="{74562B21-F3DD-4B74-A638-125A0BD302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7249" y="3239027"/>
                      <a:ext cx="6011" cy="7296"/>
                    </a:xfrm>
                    <a:custGeom>
                      <a:avLst/>
                      <a:gdLst>
                        <a:gd name="connsiteX0" fmla="*/ 5482 w 6011"/>
                        <a:gd name="connsiteY0" fmla="*/ 1219 h 7296"/>
                        <a:gd name="connsiteX1" fmla="*/ 4720 w 6011"/>
                        <a:gd name="connsiteY1" fmla="*/ 6363 h 7296"/>
                        <a:gd name="connsiteX2" fmla="*/ 529 w 6011"/>
                        <a:gd name="connsiteY2" fmla="*/ 6077 h 7296"/>
                        <a:gd name="connsiteX3" fmla="*/ 1291 w 6011"/>
                        <a:gd name="connsiteY3" fmla="*/ 934 h 7296"/>
                        <a:gd name="connsiteX4" fmla="*/ 5482 w 6011"/>
                        <a:gd name="connsiteY4" fmla="*/ 1219 h 7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11" h="7296">
                          <a:moveTo>
                            <a:pt x="5482" y="1219"/>
                          </a:moveTo>
                          <a:cubicBezTo>
                            <a:pt x="6435" y="2743"/>
                            <a:pt x="6054" y="5029"/>
                            <a:pt x="4720" y="6363"/>
                          </a:cubicBezTo>
                          <a:cubicBezTo>
                            <a:pt x="3387" y="7696"/>
                            <a:pt x="1482" y="7601"/>
                            <a:pt x="529" y="6077"/>
                          </a:cubicBezTo>
                          <a:cubicBezTo>
                            <a:pt x="-423" y="4553"/>
                            <a:pt x="-42" y="2267"/>
                            <a:pt x="1291" y="934"/>
                          </a:cubicBezTo>
                          <a:cubicBezTo>
                            <a:pt x="2720" y="-400"/>
                            <a:pt x="4530" y="-305"/>
                            <a:pt x="5482" y="12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188" name="Graphique 5">
                    <a:extLst>
                      <a:ext uri="{FF2B5EF4-FFF2-40B4-BE49-F238E27FC236}">
                        <a16:creationId xmlns:a16="http://schemas.microsoft.com/office/drawing/2014/main" id="{85978DBB-40D5-40AD-B380-5A137D3D1766}"/>
                      </a:ext>
                    </a:extLst>
                  </p:cNvPr>
                  <p:cNvGrpSpPr/>
                  <p:nvPr/>
                </p:nvGrpSpPr>
                <p:grpSpPr>
                  <a:xfrm>
                    <a:off x="2226683" y="3247160"/>
                    <a:ext cx="36259" cy="43100"/>
                    <a:chOff x="2226683" y="3247160"/>
                    <a:chExt cx="36259" cy="43100"/>
                  </a:xfrm>
                  <a:solidFill>
                    <a:schemeClr val="accent1"/>
                  </a:solidFill>
                </p:grpSpPr>
                <p:sp>
                  <p:nvSpPr>
                    <p:cNvPr id="13189" name="Forme libre : forme 13188">
                      <a:extLst>
                        <a:ext uri="{FF2B5EF4-FFF2-40B4-BE49-F238E27FC236}">
                          <a16:creationId xmlns:a16="http://schemas.microsoft.com/office/drawing/2014/main" id="{C650FB86-9D3A-4823-9BD1-5AC38C6B89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6683" y="3247160"/>
                      <a:ext cx="36259" cy="43004"/>
                    </a:xfrm>
                    <a:custGeom>
                      <a:avLst/>
                      <a:gdLst>
                        <a:gd name="connsiteX0" fmla="*/ 32815 w 36259"/>
                        <a:gd name="connsiteY0" fmla="*/ 7183 h 43004"/>
                        <a:gd name="connsiteX1" fmla="*/ 29196 w 36259"/>
                        <a:gd name="connsiteY1" fmla="*/ 37187 h 43004"/>
                        <a:gd name="connsiteX2" fmla="*/ 3859 w 36259"/>
                        <a:gd name="connsiteY2" fmla="*/ 36235 h 43004"/>
                        <a:gd name="connsiteX3" fmla="*/ 7479 w 36259"/>
                        <a:gd name="connsiteY3" fmla="*/ 5469 h 43004"/>
                        <a:gd name="connsiteX4" fmla="*/ 32815 w 36259"/>
                        <a:gd name="connsiteY4" fmla="*/ 7183 h 43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259" h="43004">
                          <a:moveTo>
                            <a:pt x="32815" y="7183"/>
                          </a:moveTo>
                          <a:cubicBezTo>
                            <a:pt x="38721" y="16042"/>
                            <a:pt x="36721" y="29091"/>
                            <a:pt x="29196" y="37187"/>
                          </a:cubicBezTo>
                          <a:cubicBezTo>
                            <a:pt x="21481" y="45188"/>
                            <a:pt x="10051" y="44998"/>
                            <a:pt x="3859" y="36235"/>
                          </a:cubicBezTo>
                          <a:cubicBezTo>
                            <a:pt x="-2427" y="27472"/>
                            <a:pt x="-903" y="13470"/>
                            <a:pt x="7479" y="5469"/>
                          </a:cubicBezTo>
                          <a:cubicBezTo>
                            <a:pt x="15670" y="-2532"/>
                            <a:pt x="26910" y="-1580"/>
                            <a:pt x="32815" y="718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90" name="Forme libre : forme 13189">
                      <a:extLst>
                        <a:ext uri="{FF2B5EF4-FFF2-40B4-BE49-F238E27FC236}">
                          <a16:creationId xmlns:a16="http://schemas.microsoft.com/office/drawing/2014/main" id="{646BA85B-8755-4E6C-AE43-B7F7135F14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6923" y="3248533"/>
                      <a:ext cx="36019" cy="41726"/>
                    </a:xfrm>
                    <a:custGeom>
                      <a:avLst/>
                      <a:gdLst>
                        <a:gd name="connsiteX0" fmla="*/ 18098 w 36019"/>
                        <a:gd name="connsiteY0" fmla="*/ 20383 h 41726"/>
                        <a:gd name="connsiteX1" fmla="*/ 0 w 36019"/>
                        <a:gd name="connsiteY1" fmla="*/ 25051 h 41726"/>
                        <a:gd name="connsiteX2" fmla="*/ 3620 w 36019"/>
                        <a:gd name="connsiteY2" fmla="*/ 34957 h 41726"/>
                        <a:gd name="connsiteX3" fmla="*/ 28956 w 36019"/>
                        <a:gd name="connsiteY3" fmla="*/ 35909 h 41726"/>
                        <a:gd name="connsiteX4" fmla="*/ 32575 w 36019"/>
                        <a:gd name="connsiteY4" fmla="*/ 5905 h 41726"/>
                        <a:gd name="connsiteX5" fmla="*/ 25622 w 36019"/>
                        <a:gd name="connsiteY5" fmla="*/ 0 h 41726"/>
                        <a:gd name="connsiteX6" fmla="*/ 18098 w 36019"/>
                        <a:gd name="connsiteY6" fmla="*/ 20383 h 41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019" h="41726">
                          <a:moveTo>
                            <a:pt x="18098" y="20383"/>
                          </a:moveTo>
                          <a:cubicBezTo>
                            <a:pt x="12668" y="25813"/>
                            <a:pt x="5810" y="27337"/>
                            <a:pt x="0" y="25051"/>
                          </a:cubicBezTo>
                          <a:cubicBezTo>
                            <a:pt x="476" y="28670"/>
                            <a:pt x="1619" y="32099"/>
                            <a:pt x="3620" y="34957"/>
                          </a:cubicBezTo>
                          <a:cubicBezTo>
                            <a:pt x="9811" y="43720"/>
                            <a:pt x="21146" y="43910"/>
                            <a:pt x="28956" y="35909"/>
                          </a:cubicBezTo>
                          <a:cubicBezTo>
                            <a:pt x="36481" y="27813"/>
                            <a:pt x="38481" y="14764"/>
                            <a:pt x="32575" y="5905"/>
                          </a:cubicBezTo>
                          <a:cubicBezTo>
                            <a:pt x="30671" y="3143"/>
                            <a:pt x="28289" y="1238"/>
                            <a:pt x="25622" y="0"/>
                          </a:cubicBezTo>
                          <a:cubicBezTo>
                            <a:pt x="26194" y="7239"/>
                            <a:pt x="23622" y="14954"/>
                            <a:pt x="18098" y="203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91" name="Forme libre : forme 13190">
                      <a:extLst>
                        <a:ext uri="{FF2B5EF4-FFF2-40B4-BE49-F238E27FC236}">
                          <a16:creationId xmlns:a16="http://schemas.microsoft.com/office/drawing/2014/main" id="{845D3252-244A-4154-B7CA-6F35C02707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0111" y="3251321"/>
                      <a:ext cx="16946" cy="18221"/>
                    </a:xfrm>
                    <a:custGeom>
                      <a:avLst/>
                      <a:gdLst>
                        <a:gd name="connsiteX0" fmla="*/ 12053 w 16946"/>
                        <a:gd name="connsiteY0" fmla="*/ 832 h 18221"/>
                        <a:gd name="connsiteX1" fmla="*/ 16149 w 16946"/>
                        <a:gd name="connsiteY1" fmla="*/ 12928 h 18221"/>
                        <a:gd name="connsiteX2" fmla="*/ 4909 w 16946"/>
                        <a:gd name="connsiteY2" fmla="*/ 17405 h 18221"/>
                        <a:gd name="connsiteX3" fmla="*/ 814 w 16946"/>
                        <a:gd name="connsiteY3" fmla="*/ 5308 h 18221"/>
                        <a:gd name="connsiteX4" fmla="*/ 12053 w 16946"/>
                        <a:gd name="connsiteY4" fmla="*/ 832 h 18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46" h="18221">
                          <a:moveTo>
                            <a:pt x="12053" y="832"/>
                          </a:moveTo>
                          <a:cubicBezTo>
                            <a:pt x="16244" y="3022"/>
                            <a:pt x="18149" y="8356"/>
                            <a:pt x="16149" y="12928"/>
                          </a:cubicBezTo>
                          <a:cubicBezTo>
                            <a:pt x="14244" y="17405"/>
                            <a:pt x="9196" y="19501"/>
                            <a:pt x="4909" y="17405"/>
                          </a:cubicBezTo>
                          <a:cubicBezTo>
                            <a:pt x="623" y="15310"/>
                            <a:pt x="-1187" y="9880"/>
                            <a:pt x="814" y="5308"/>
                          </a:cubicBezTo>
                          <a:cubicBezTo>
                            <a:pt x="2814" y="736"/>
                            <a:pt x="7862" y="-1264"/>
                            <a:pt x="12053" y="83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92" name="Forme libre : forme 13191">
                      <a:extLst>
                        <a:ext uri="{FF2B5EF4-FFF2-40B4-BE49-F238E27FC236}">
                          <a16:creationId xmlns:a16="http://schemas.microsoft.com/office/drawing/2014/main" id="{26431327-5563-4F0F-96B3-6A65BBDC68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364" y="3256934"/>
                      <a:ext cx="5979" cy="7115"/>
                    </a:xfrm>
                    <a:custGeom>
                      <a:avLst/>
                      <a:gdLst>
                        <a:gd name="connsiteX0" fmla="*/ 5419 w 5979"/>
                        <a:gd name="connsiteY0" fmla="*/ 1219 h 7115"/>
                        <a:gd name="connsiteX1" fmla="*/ 4752 w 5979"/>
                        <a:gd name="connsiteY1" fmla="*/ 6172 h 7115"/>
                        <a:gd name="connsiteX2" fmla="*/ 561 w 5979"/>
                        <a:gd name="connsiteY2" fmla="*/ 5982 h 7115"/>
                        <a:gd name="connsiteX3" fmla="*/ 1228 w 5979"/>
                        <a:gd name="connsiteY3" fmla="*/ 933 h 7115"/>
                        <a:gd name="connsiteX4" fmla="*/ 5419 w 5979"/>
                        <a:gd name="connsiteY4" fmla="*/ 1219 h 7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9" h="7115">
                          <a:moveTo>
                            <a:pt x="5419" y="1219"/>
                          </a:moveTo>
                          <a:cubicBezTo>
                            <a:pt x="6371" y="2648"/>
                            <a:pt x="6085" y="4934"/>
                            <a:pt x="4752" y="6172"/>
                          </a:cubicBezTo>
                          <a:cubicBezTo>
                            <a:pt x="3418" y="7506"/>
                            <a:pt x="1513" y="7410"/>
                            <a:pt x="561" y="5982"/>
                          </a:cubicBezTo>
                          <a:cubicBezTo>
                            <a:pt x="-392" y="4553"/>
                            <a:pt x="-106" y="2267"/>
                            <a:pt x="1228" y="933"/>
                          </a:cubicBezTo>
                          <a:cubicBezTo>
                            <a:pt x="2561" y="-400"/>
                            <a:pt x="4466" y="-305"/>
                            <a:pt x="5419" y="12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193" name="Graphique 5">
                    <a:extLst>
                      <a:ext uri="{FF2B5EF4-FFF2-40B4-BE49-F238E27FC236}">
                        <a16:creationId xmlns:a16="http://schemas.microsoft.com/office/drawing/2014/main" id="{E5C4D8D7-5CD8-4713-8B21-C15E3E3608D0}"/>
                      </a:ext>
                    </a:extLst>
                  </p:cNvPr>
                  <p:cNvGrpSpPr/>
                  <p:nvPr/>
                </p:nvGrpSpPr>
                <p:grpSpPr>
                  <a:xfrm>
                    <a:off x="2261895" y="3251465"/>
                    <a:ext cx="36264" cy="41587"/>
                    <a:chOff x="2261895" y="3251465"/>
                    <a:chExt cx="36264" cy="41587"/>
                  </a:xfrm>
                  <a:solidFill>
                    <a:schemeClr val="accent1"/>
                  </a:solidFill>
                </p:grpSpPr>
                <p:sp>
                  <p:nvSpPr>
                    <p:cNvPr id="13194" name="Forme libre : forme 13193">
                      <a:extLst>
                        <a:ext uri="{FF2B5EF4-FFF2-40B4-BE49-F238E27FC236}">
                          <a16:creationId xmlns:a16="http://schemas.microsoft.com/office/drawing/2014/main" id="{A5D8C7F1-95BC-4DD1-B020-A21DFCF4AE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1895" y="3251465"/>
                      <a:ext cx="36264" cy="41587"/>
                    </a:xfrm>
                    <a:custGeom>
                      <a:avLst/>
                      <a:gdLst>
                        <a:gd name="connsiteX0" fmla="*/ 32751 w 36264"/>
                        <a:gd name="connsiteY0" fmla="*/ 7165 h 41587"/>
                        <a:gd name="connsiteX1" fmla="*/ 29132 w 36264"/>
                        <a:gd name="connsiteY1" fmla="*/ 36121 h 41587"/>
                        <a:gd name="connsiteX2" fmla="*/ 3891 w 36264"/>
                        <a:gd name="connsiteY2" fmla="*/ 34883 h 41587"/>
                        <a:gd name="connsiteX3" fmla="*/ 7415 w 36264"/>
                        <a:gd name="connsiteY3" fmla="*/ 5165 h 41587"/>
                        <a:gd name="connsiteX4" fmla="*/ 32751 w 36264"/>
                        <a:gd name="connsiteY4" fmla="*/ 7165 h 41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264" h="41587">
                          <a:moveTo>
                            <a:pt x="32751" y="7165"/>
                          </a:moveTo>
                          <a:cubicBezTo>
                            <a:pt x="38752" y="15833"/>
                            <a:pt x="36752" y="28405"/>
                            <a:pt x="29132" y="36121"/>
                          </a:cubicBezTo>
                          <a:cubicBezTo>
                            <a:pt x="21512" y="43741"/>
                            <a:pt x="10177" y="43455"/>
                            <a:pt x="3891" y="34883"/>
                          </a:cubicBezTo>
                          <a:cubicBezTo>
                            <a:pt x="-2586" y="26310"/>
                            <a:pt x="-681" y="12880"/>
                            <a:pt x="7415" y="5165"/>
                          </a:cubicBezTo>
                          <a:cubicBezTo>
                            <a:pt x="15606" y="-2551"/>
                            <a:pt x="26846" y="-1408"/>
                            <a:pt x="32751" y="716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95" name="Forme libre : forme 13194">
                      <a:extLst>
                        <a:ext uri="{FF2B5EF4-FFF2-40B4-BE49-F238E27FC236}">
                          <a16:creationId xmlns:a16="http://schemas.microsoft.com/office/drawing/2014/main" id="{F617C79A-0AB0-490A-869F-6737F88730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2070" y="3252819"/>
                      <a:ext cx="36047" cy="40232"/>
                    </a:xfrm>
                    <a:custGeom>
                      <a:avLst/>
                      <a:gdLst>
                        <a:gd name="connsiteX0" fmla="*/ 18288 w 36047"/>
                        <a:gd name="connsiteY0" fmla="*/ 19717 h 40232"/>
                        <a:gd name="connsiteX1" fmla="*/ 0 w 36047"/>
                        <a:gd name="connsiteY1" fmla="*/ 23908 h 40232"/>
                        <a:gd name="connsiteX2" fmla="*/ 3715 w 36047"/>
                        <a:gd name="connsiteY2" fmla="*/ 33528 h 40232"/>
                        <a:gd name="connsiteX3" fmla="*/ 28956 w 36047"/>
                        <a:gd name="connsiteY3" fmla="*/ 34766 h 40232"/>
                        <a:gd name="connsiteX4" fmla="*/ 32575 w 36047"/>
                        <a:gd name="connsiteY4" fmla="*/ 5810 h 40232"/>
                        <a:gd name="connsiteX5" fmla="*/ 25527 w 36047"/>
                        <a:gd name="connsiteY5" fmla="*/ 0 h 40232"/>
                        <a:gd name="connsiteX6" fmla="*/ 18288 w 36047"/>
                        <a:gd name="connsiteY6" fmla="*/ 19717 h 402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047" h="40232">
                          <a:moveTo>
                            <a:pt x="18288" y="19717"/>
                          </a:moveTo>
                          <a:cubicBezTo>
                            <a:pt x="12763" y="24860"/>
                            <a:pt x="5810" y="26289"/>
                            <a:pt x="0" y="23908"/>
                          </a:cubicBezTo>
                          <a:cubicBezTo>
                            <a:pt x="476" y="27432"/>
                            <a:pt x="1619" y="30766"/>
                            <a:pt x="3715" y="33528"/>
                          </a:cubicBezTo>
                          <a:cubicBezTo>
                            <a:pt x="10001" y="42100"/>
                            <a:pt x="21336" y="42386"/>
                            <a:pt x="28956" y="34766"/>
                          </a:cubicBezTo>
                          <a:cubicBezTo>
                            <a:pt x="36576" y="27146"/>
                            <a:pt x="38481" y="14478"/>
                            <a:pt x="32575" y="5810"/>
                          </a:cubicBezTo>
                          <a:cubicBezTo>
                            <a:pt x="30671" y="3048"/>
                            <a:pt x="28289" y="1143"/>
                            <a:pt x="25527" y="0"/>
                          </a:cubicBezTo>
                          <a:cubicBezTo>
                            <a:pt x="26194" y="7049"/>
                            <a:pt x="23717" y="14573"/>
                            <a:pt x="18288" y="197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96" name="Forme libre : forme 13195">
                      <a:extLst>
                        <a:ext uri="{FF2B5EF4-FFF2-40B4-BE49-F238E27FC236}">
                          <a16:creationId xmlns:a16="http://schemas.microsoft.com/office/drawing/2014/main" id="{E51450E3-472C-4E7D-B615-454C8ED27F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5467" y="3255568"/>
                      <a:ext cx="16886" cy="17630"/>
                    </a:xfrm>
                    <a:custGeom>
                      <a:avLst/>
                      <a:gdLst>
                        <a:gd name="connsiteX0" fmla="*/ 11940 w 16886"/>
                        <a:gd name="connsiteY0" fmla="*/ 871 h 17630"/>
                        <a:gd name="connsiteX1" fmla="*/ 16131 w 16886"/>
                        <a:gd name="connsiteY1" fmla="*/ 12587 h 17630"/>
                        <a:gd name="connsiteX2" fmla="*/ 4987 w 16886"/>
                        <a:gd name="connsiteY2" fmla="*/ 16778 h 17630"/>
                        <a:gd name="connsiteX3" fmla="*/ 796 w 16886"/>
                        <a:gd name="connsiteY3" fmla="*/ 4967 h 17630"/>
                        <a:gd name="connsiteX4" fmla="*/ 11940 w 16886"/>
                        <a:gd name="connsiteY4" fmla="*/ 871 h 17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86" h="17630">
                          <a:moveTo>
                            <a:pt x="11940" y="871"/>
                          </a:moveTo>
                          <a:cubicBezTo>
                            <a:pt x="16227" y="2967"/>
                            <a:pt x="18036" y="8205"/>
                            <a:pt x="16131" y="12587"/>
                          </a:cubicBezTo>
                          <a:cubicBezTo>
                            <a:pt x="14226" y="16968"/>
                            <a:pt x="9178" y="18873"/>
                            <a:pt x="4987" y="16778"/>
                          </a:cubicBezTo>
                          <a:cubicBezTo>
                            <a:pt x="701" y="14777"/>
                            <a:pt x="-1204" y="9443"/>
                            <a:pt x="796" y="4967"/>
                          </a:cubicBezTo>
                          <a:cubicBezTo>
                            <a:pt x="2701" y="585"/>
                            <a:pt x="7654" y="-1224"/>
                            <a:pt x="11940" y="87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97" name="Forme libre : forme 13196">
                      <a:extLst>
                        <a:ext uri="{FF2B5EF4-FFF2-40B4-BE49-F238E27FC236}">
                          <a16:creationId xmlns:a16="http://schemas.microsoft.com/office/drawing/2014/main" id="{D9C26691-4786-48A3-8250-3574FE60AE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3606" y="3260910"/>
                      <a:ext cx="5979" cy="6868"/>
                    </a:xfrm>
                    <a:custGeom>
                      <a:avLst/>
                      <a:gdLst>
                        <a:gd name="connsiteX0" fmla="*/ 5419 w 5979"/>
                        <a:gd name="connsiteY0" fmla="*/ 1148 h 6868"/>
                        <a:gd name="connsiteX1" fmla="*/ 4752 w 5979"/>
                        <a:gd name="connsiteY1" fmla="*/ 6006 h 6868"/>
                        <a:gd name="connsiteX2" fmla="*/ 561 w 5979"/>
                        <a:gd name="connsiteY2" fmla="*/ 5720 h 6868"/>
                        <a:gd name="connsiteX3" fmla="*/ 1228 w 5979"/>
                        <a:gd name="connsiteY3" fmla="*/ 862 h 6868"/>
                        <a:gd name="connsiteX4" fmla="*/ 5419 w 5979"/>
                        <a:gd name="connsiteY4" fmla="*/ 1148 h 6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9" h="6868">
                          <a:moveTo>
                            <a:pt x="5419" y="1148"/>
                          </a:moveTo>
                          <a:cubicBezTo>
                            <a:pt x="6371" y="2577"/>
                            <a:pt x="6085" y="4768"/>
                            <a:pt x="4752" y="6006"/>
                          </a:cubicBezTo>
                          <a:cubicBezTo>
                            <a:pt x="3418" y="7244"/>
                            <a:pt x="1513" y="7149"/>
                            <a:pt x="561" y="5720"/>
                          </a:cubicBezTo>
                          <a:cubicBezTo>
                            <a:pt x="-392" y="4291"/>
                            <a:pt x="-106" y="2101"/>
                            <a:pt x="1228" y="862"/>
                          </a:cubicBezTo>
                          <a:cubicBezTo>
                            <a:pt x="2561" y="-376"/>
                            <a:pt x="4466" y="-281"/>
                            <a:pt x="5419" y="11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198" name="Graphique 5">
                  <a:extLst>
                    <a:ext uri="{FF2B5EF4-FFF2-40B4-BE49-F238E27FC236}">
                      <a16:creationId xmlns:a16="http://schemas.microsoft.com/office/drawing/2014/main" id="{575D22C6-794E-4043-B386-75178321150B}"/>
                    </a:ext>
                  </a:extLst>
                </p:cNvPr>
                <p:cNvGrpSpPr/>
                <p:nvPr/>
              </p:nvGrpSpPr>
              <p:grpSpPr>
                <a:xfrm>
                  <a:off x="2162054" y="3378815"/>
                  <a:ext cx="88598" cy="97602"/>
                  <a:chOff x="2162054" y="3378815"/>
                  <a:chExt cx="88598" cy="97602"/>
                </a:xfrm>
                <a:solidFill>
                  <a:schemeClr val="accent1"/>
                </a:solidFill>
              </p:grpSpPr>
              <p:grpSp>
                <p:nvGrpSpPr>
                  <p:cNvPr id="13199" name="Graphique 5">
                    <a:extLst>
                      <a:ext uri="{FF2B5EF4-FFF2-40B4-BE49-F238E27FC236}">
                        <a16:creationId xmlns:a16="http://schemas.microsoft.com/office/drawing/2014/main" id="{D431130B-20A1-4D2D-8FDE-13C0EB86254B}"/>
                      </a:ext>
                    </a:extLst>
                  </p:cNvPr>
                  <p:cNvGrpSpPr/>
                  <p:nvPr/>
                </p:nvGrpSpPr>
                <p:grpSpPr>
                  <a:xfrm>
                    <a:off x="2214913" y="3433806"/>
                    <a:ext cx="35738" cy="42611"/>
                    <a:chOff x="2214913" y="3433806"/>
                    <a:chExt cx="35738" cy="42611"/>
                  </a:xfrm>
                  <a:solidFill>
                    <a:schemeClr val="accent1"/>
                  </a:solidFill>
                </p:grpSpPr>
                <p:sp>
                  <p:nvSpPr>
                    <p:cNvPr id="13200" name="Forme libre : forme 13199">
                      <a:extLst>
                        <a:ext uri="{FF2B5EF4-FFF2-40B4-BE49-F238E27FC236}">
                          <a16:creationId xmlns:a16="http://schemas.microsoft.com/office/drawing/2014/main" id="{C3CE8764-96F9-4695-A899-01572CDF30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5008" y="3433806"/>
                      <a:ext cx="35643" cy="42611"/>
                    </a:xfrm>
                    <a:custGeom>
                      <a:avLst/>
                      <a:gdLst>
                        <a:gd name="connsiteX0" fmla="*/ 771 w 35643"/>
                        <a:gd name="connsiteY0" fmla="*/ 28372 h 42611"/>
                        <a:gd name="connsiteX1" fmla="*/ 12677 w 35643"/>
                        <a:gd name="connsiteY1" fmla="*/ 1036 h 42611"/>
                        <a:gd name="connsiteX2" fmla="*/ 34870 w 35643"/>
                        <a:gd name="connsiteY2" fmla="*/ 14561 h 42611"/>
                        <a:gd name="connsiteX3" fmla="*/ 23345 w 35643"/>
                        <a:gd name="connsiteY3" fmla="*/ 41326 h 42611"/>
                        <a:gd name="connsiteX4" fmla="*/ 771 w 35643"/>
                        <a:gd name="connsiteY4" fmla="*/ 28372 h 426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43" h="42611">
                          <a:moveTo>
                            <a:pt x="771" y="28372"/>
                          </a:moveTo>
                          <a:cubicBezTo>
                            <a:pt x="-2087" y="17038"/>
                            <a:pt x="3247" y="4750"/>
                            <a:pt x="12677" y="1036"/>
                          </a:cubicBezTo>
                          <a:cubicBezTo>
                            <a:pt x="22107" y="-2584"/>
                            <a:pt x="32013" y="3608"/>
                            <a:pt x="34870" y="14561"/>
                          </a:cubicBezTo>
                          <a:cubicBezTo>
                            <a:pt x="37728" y="25515"/>
                            <a:pt x="32394" y="37326"/>
                            <a:pt x="23345" y="41326"/>
                          </a:cubicBezTo>
                          <a:cubicBezTo>
                            <a:pt x="14201" y="45327"/>
                            <a:pt x="3724" y="39707"/>
                            <a:pt x="771" y="2837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01" name="Forme libre : forme 13200">
                      <a:extLst>
                        <a:ext uri="{FF2B5EF4-FFF2-40B4-BE49-F238E27FC236}">
                          <a16:creationId xmlns:a16="http://schemas.microsoft.com/office/drawing/2014/main" id="{800D0892-95C6-4AA4-B90F-DD2C541AF4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4913" y="3433806"/>
                      <a:ext cx="35625" cy="37230"/>
                    </a:xfrm>
                    <a:custGeom>
                      <a:avLst/>
                      <a:gdLst>
                        <a:gd name="connsiteX0" fmla="*/ 17630 w 35625"/>
                        <a:gd name="connsiteY0" fmla="*/ 20943 h 37230"/>
                        <a:gd name="connsiteX1" fmla="*/ 35156 w 35625"/>
                        <a:gd name="connsiteY1" fmla="*/ 25324 h 37230"/>
                        <a:gd name="connsiteX2" fmla="*/ 34870 w 35625"/>
                        <a:gd name="connsiteY2" fmla="*/ 14561 h 37230"/>
                        <a:gd name="connsiteX3" fmla="*/ 12677 w 35625"/>
                        <a:gd name="connsiteY3" fmla="*/ 1036 h 37230"/>
                        <a:gd name="connsiteX4" fmla="*/ 771 w 35625"/>
                        <a:gd name="connsiteY4" fmla="*/ 28372 h 37230"/>
                        <a:gd name="connsiteX5" fmla="*/ 5629 w 35625"/>
                        <a:gd name="connsiteY5" fmla="*/ 37231 h 37230"/>
                        <a:gd name="connsiteX6" fmla="*/ 17630 w 35625"/>
                        <a:gd name="connsiteY6" fmla="*/ 20943 h 372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25" h="37230">
                          <a:moveTo>
                            <a:pt x="17630" y="20943"/>
                          </a:moveTo>
                          <a:cubicBezTo>
                            <a:pt x="24012" y="18371"/>
                            <a:pt x="30679" y="20371"/>
                            <a:pt x="35156" y="25324"/>
                          </a:cubicBezTo>
                          <a:cubicBezTo>
                            <a:pt x="35823" y="21895"/>
                            <a:pt x="35823" y="18181"/>
                            <a:pt x="34870" y="14561"/>
                          </a:cubicBezTo>
                          <a:cubicBezTo>
                            <a:pt x="32013" y="3608"/>
                            <a:pt x="22107" y="-2584"/>
                            <a:pt x="12677" y="1036"/>
                          </a:cubicBezTo>
                          <a:cubicBezTo>
                            <a:pt x="3247" y="4655"/>
                            <a:pt x="-2087" y="17038"/>
                            <a:pt x="771" y="28372"/>
                          </a:cubicBezTo>
                          <a:cubicBezTo>
                            <a:pt x="1628" y="31992"/>
                            <a:pt x="3438" y="34945"/>
                            <a:pt x="5629" y="37231"/>
                          </a:cubicBezTo>
                          <a:cubicBezTo>
                            <a:pt x="6772" y="29896"/>
                            <a:pt x="11439" y="23515"/>
                            <a:pt x="17630" y="2094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02" name="Forme libre : forme 13201">
                      <a:extLst>
                        <a:ext uri="{FF2B5EF4-FFF2-40B4-BE49-F238E27FC236}">
                          <a16:creationId xmlns:a16="http://schemas.microsoft.com/office/drawing/2014/main" id="{D72899AD-37F8-4BB3-921C-B1B4981DA9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9084" y="3451616"/>
                      <a:ext cx="15930" cy="19175"/>
                    </a:xfrm>
                    <a:custGeom>
                      <a:avLst/>
                      <a:gdLst>
                        <a:gd name="connsiteX0" fmla="*/ 2600 w 15930"/>
                        <a:gd name="connsiteY0" fmla="*/ 15992 h 19175"/>
                        <a:gd name="connsiteX1" fmla="*/ 2124 w 15930"/>
                        <a:gd name="connsiteY1" fmla="*/ 2371 h 19175"/>
                        <a:gd name="connsiteX2" fmla="*/ 13364 w 15930"/>
                        <a:gd name="connsiteY2" fmla="*/ 3323 h 19175"/>
                        <a:gd name="connsiteX3" fmla="*/ 13840 w 15930"/>
                        <a:gd name="connsiteY3" fmla="*/ 16754 h 19175"/>
                        <a:gd name="connsiteX4" fmla="*/ 2600 w 15930"/>
                        <a:gd name="connsiteY4" fmla="*/ 15992 h 191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30" h="19175">
                          <a:moveTo>
                            <a:pt x="2600" y="15992"/>
                          </a:moveTo>
                          <a:cubicBezTo>
                            <a:pt x="-733" y="11991"/>
                            <a:pt x="-829" y="5895"/>
                            <a:pt x="2124" y="2371"/>
                          </a:cubicBezTo>
                          <a:cubicBezTo>
                            <a:pt x="5077" y="-1153"/>
                            <a:pt x="10125" y="-677"/>
                            <a:pt x="13364" y="3323"/>
                          </a:cubicBezTo>
                          <a:cubicBezTo>
                            <a:pt x="16602" y="7324"/>
                            <a:pt x="16793" y="13325"/>
                            <a:pt x="13840" y="16754"/>
                          </a:cubicBezTo>
                          <a:cubicBezTo>
                            <a:pt x="11078" y="20278"/>
                            <a:pt x="6029" y="19897"/>
                            <a:pt x="2600" y="1599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03" name="Forme libre : forme 13202">
                      <a:extLst>
                        <a:ext uri="{FF2B5EF4-FFF2-40B4-BE49-F238E27FC236}">
                          <a16:creationId xmlns:a16="http://schemas.microsoft.com/office/drawing/2014/main" id="{F3108A84-FEC5-45A5-B20C-6C30405527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0697" y="3460918"/>
                      <a:ext cx="5883" cy="7048"/>
                    </a:xfrm>
                    <a:custGeom>
                      <a:avLst/>
                      <a:gdLst>
                        <a:gd name="connsiteX0" fmla="*/ 132 w 5883"/>
                        <a:gd name="connsiteY0" fmla="*/ 4690 h 7048"/>
                        <a:gd name="connsiteX1" fmla="*/ 2037 w 5883"/>
                        <a:gd name="connsiteY1" fmla="*/ 213 h 7048"/>
                        <a:gd name="connsiteX2" fmla="*/ 5751 w 5883"/>
                        <a:gd name="connsiteY2" fmla="*/ 2309 h 7048"/>
                        <a:gd name="connsiteX3" fmla="*/ 3846 w 5883"/>
                        <a:gd name="connsiteY3" fmla="*/ 6785 h 7048"/>
                        <a:gd name="connsiteX4" fmla="*/ 132 w 5883"/>
                        <a:gd name="connsiteY4" fmla="*/ 4690 h 7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3" h="7048">
                          <a:moveTo>
                            <a:pt x="132" y="4690"/>
                          </a:moveTo>
                          <a:cubicBezTo>
                            <a:pt x="-345" y="2880"/>
                            <a:pt x="513" y="880"/>
                            <a:pt x="2037" y="213"/>
                          </a:cubicBezTo>
                          <a:cubicBezTo>
                            <a:pt x="3561" y="-454"/>
                            <a:pt x="5275" y="499"/>
                            <a:pt x="5751" y="2309"/>
                          </a:cubicBezTo>
                          <a:cubicBezTo>
                            <a:pt x="6228" y="4118"/>
                            <a:pt x="5370" y="6119"/>
                            <a:pt x="3846" y="6785"/>
                          </a:cubicBezTo>
                          <a:cubicBezTo>
                            <a:pt x="2322" y="7547"/>
                            <a:pt x="608" y="6595"/>
                            <a:pt x="132" y="46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04" name="Graphique 5">
                    <a:extLst>
                      <a:ext uri="{FF2B5EF4-FFF2-40B4-BE49-F238E27FC236}">
                        <a16:creationId xmlns:a16="http://schemas.microsoft.com/office/drawing/2014/main" id="{261CD6F0-43D6-48C2-8DB7-1DFC73153E7F}"/>
                      </a:ext>
                    </a:extLst>
                  </p:cNvPr>
                  <p:cNvGrpSpPr/>
                  <p:nvPr/>
                </p:nvGrpSpPr>
                <p:grpSpPr>
                  <a:xfrm>
                    <a:off x="2191870" y="3401364"/>
                    <a:ext cx="35876" cy="43753"/>
                    <a:chOff x="2191870" y="3401364"/>
                    <a:chExt cx="35876" cy="43753"/>
                  </a:xfrm>
                  <a:solidFill>
                    <a:schemeClr val="accent1"/>
                  </a:solidFill>
                </p:grpSpPr>
                <p:sp>
                  <p:nvSpPr>
                    <p:cNvPr id="13205" name="Forme libre : forme 13204">
                      <a:extLst>
                        <a:ext uri="{FF2B5EF4-FFF2-40B4-BE49-F238E27FC236}">
                          <a16:creationId xmlns:a16="http://schemas.microsoft.com/office/drawing/2014/main" id="{5007EF6D-F8B1-40B7-8D30-8276A02366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1965" y="3401451"/>
                      <a:ext cx="35781" cy="43666"/>
                    </a:xfrm>
                    <a:custGeom>
                      <a:avLst/>
                      <a:gdLst>
                        <a:gd name="connsiteX0" fmla="*/ 763 w 35781"/>
                        <a:gd name="connsiteY0" fmla="*/ 28533 h 43666"/>
                        <a:gd name="connsiteX1" fmla="*/ 13432 w 35781"/>
                        <a:gd name="connsiteY1" fmla="*/ 910 h 43666"/>
                        <a:gd name="connsiteX2" fmla="*/ 35053 w 35781"/>
                        <a:gd name="connsiteY2" fmla="*/ 15388 h 43666"/>
                        <a:gd name="connsiteX3" fmla="*/ 23052 w 35781"/>
                        <a:gd name="connsiteY3" fmla="*/ 42534 h 43666"/>
                        <a:gd name="connsiteX4" fmla="*/ 763 w 35781"/>
                        <a:gd name="connsiteY4" fmla="*/ 28533 h 43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81" h="43666">
                          <a:moveTo>
                            <a:pt x="763" y="28533"/>
                          </a:moveTo>
                          <a:cubicBezTo>
                            <a:pt x="-2189" y="16817"/>
                            <a:pt x="3716" y="4339"/>
                            <a:pt x="13432" y="910"/>
                          </a:cubicBezTo>
                          <a:cubicBezTo>
                            <a:pt x="23052" y="-2519"/>
                            <a:pt x="32672" y="4053"/>
                            <a:pt x="35053" y="15388"/>
                          </a:cubicBezTo>
                          <a:cubicBezTo>
                            <a:pt x="37816" y="26723"/>
                            <a:pt x="32482" y="38724"/>
                            <a:pt x="23052" y="42534"/>
                          </a:cubicBezTo>
                          <a:cubicBezTo>
                            <a:pt x="13527" y="46344"/>
                            <a:pt x="3526" y="40248"/>
                            <a:pt x="763" y="2853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06" name="Forme libre : forme 13205">
                      <a:extLst>
                        <a:ext uri="{FF2B5EF4-FFF2-40B4-BE49-F238E27FC236}">
                          <a16:creationId xmlns:a16="http://schemas.microsoft.com/office/drawing/2014/main" id="{D5E20F69-2EB7-407D-A6E5-1399513EAB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1870" y="3401364"/>
                      <a:ext cx="35722" cy="37764"/>
                    </a:xfrm>
                    <a:custGeom>
                      <a:avLst/>
                      <a:gdLst>
                        <a:gd name="connsiteX0" fmla="*/ 17718 w 35722"/>
                        <a:gd name="connsiteY0" fmla="*/ 21477 h 37764"/>
                        <a:gd name="connsiteX1" fmla="*/ 35244 w 35722"/>
                        <a:gd name="connsiteY1" fmla="*/ 26429 h 37764"/>
                        <a:gd name="connsiteX2" fmla="*/ 35053 w 35722"/>
                        <a:gd name="connsiteY2" fmla="*/ 15381 h 37764"/>
                        <a:gd name="connsiteX3" fmla="*/ 13432 w 35722"/>
                        <a:gd name="connsiteY3" fmla="*/ 903 h 37764"/>
                        <a:gd name="connsiteX4" fmla="*/ 763 w 35722"/>
                        <a:gd name="connsiteY4" fmla="*/ 28525 h 37764"/>
                        <a:gd name="connsiteX5" fmla="*/ 5431 w 35722"/>
                        <a:gd name="connsiteY5" fmla="*/ 37764 h 37764"/>
                        <a:gd name="connsiteX6" fmla="*/ 17718 w 35722"/>
                        <a:gd name="connsiteY6" fmla="*/ 21477 h 37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22" h="37764">
                          <a:moveTo>
                            <a:pt x="17718" y="21477"/>
                          </a:moveTo>
                          <a:cubicBezTo>
                            <a:pt x="24195" y="19000"/>
                            <a:pt x="30767" y="21286"/>
                            <a:pt x="35244" y="26429"/>
                          </a:cubicBezTo>
                          <a:cubicBezTo>
                            <a:pt x="35911" y="22905"/>
                            <a:pt x="35911" y="19095"/>
                            <a:pt x="35053" y="15381"/>
                          </a:cubicBezTo>
                          <a:cubicBezTo>
                            <a:pt x="32767" y="4141"/>
                            <a:pt x="23052" y="-2526"/>
                            <a:pt x="13432" y="903"/>
                          </a:cubicBezTo>
                          <a:cubicBezTo>
                            <a:pt x="3716" y="4332"/>
                            <a:pt x="-2189" y="16904"/>
                            <a:pt x="763" y="28525"/>
                          </a:cubicBezTo>
                          <a:cubicBezTo>
                            <a:pt x="1621" y="32240"/>
                            <a:pt x="3335" y="35288"/>
                            <a:pt x="5431" y="37764"/>
                          </a:cubicBezTo>
                          <a:cubicBezTo>
                            <a:pt x="6955" y="30430"/>
                            <a:pt x="11336" y="23953"/>
                            <a:pt x="17718" y="2147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07" name="Forme libre : forme 13206">
                      <a:extLst>
                        <a:ext uri="{FF2B5EF4-FFF2-40B4-BE49-F238E27FC236}">
                          <a16:creationId xmlns:a16="http://schemas.microsoft.com/office/drawing/2014/main" id="{B90E8D39-9D92-4998-BFD4-E526AABC9A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6118" y="3419383"/>
                      <a:ext cx="15889" cy="19796"/>
                    </a:xfrm>
                    <a:custGeom>
                      <a:avLst/>
                      <a:gdLst>
                        <a:gd name="connsiteX0" fmla="*/ 2516 w 15889"/>
                        <a:gd name="connsiteY0" fmla="*/ 16316 h 19796"/>
                        <a:gd name="connsiteX1" fmla="*/ 2135 w 15889"/>
                        <a:gd name="connsiteY1" fmla="*/ 2314 h 19796"/>
                        <a:gd name="connsiteX2" fmla="*/ 13374 w 15889"/>
                        <a:gd name="connsiteY2" fmla="*/ 3552 h 19796"/>
                        <a:gd name="connsiteX3" fmla="*/ 13755 w 15889"/>
                        <a:gd name="connsiteY3" fmla="*/ 17363 h 19796"/>
                        <a:gd name="connsiteX4" fmla="*/ 2516 w 15889"/>
                        <a:gd name="connsiteY4" fmla="*/ 16316 h 19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9" h="19796">
                          <a:moveTo>
                            <a:pt x="2516" y="16316"/>
                          </a:moveTo>
                          <a:cubicBezTo>
                            <a:pt x="-723" y="12125"/>
                            <a:pt x="-818" y="5838"/>
                            <a:pt x="2135" y="2314"/>
                          </a:cubicBezTo>
                          <a:cubicBezTo>
                            <a:pt x="5183" y="-1210"/>
                            <a:pt x="10231" y="-639"/>
                            <a:pt x="13374" y="3552"/>
                          </a:cubicBezTo>
                          <a:cubicBezTo>
                            <a:pt x="16613" y="7743"/>
                            <a:pt x="16708" y="13839"/>
                            <a:pt x="13755" y="17363"/>
                          </a:cubicBezTo>
                          <a:cubicBezTo>
                            <a:pt x="10802" y="20983"/>
                            <a:pt x="5754" y="20507"/>
                            <a:pt x="2516" y="1631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08" name="Forme libre : forme 13207">
                      <a:extLst>
                        <a:ext uri="{FF2B5EF4-FFF2-40B4-BE49-F238E27FC236}">
                          <a16:creationId xmlns:a16="http://schemas.microsoft.com/office/drawing/2014/main" id="{21B53F77-ED3C-4293-9917-83E5592047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7647" y="3429248"/>
                      <a:ext cx="5881" cy="7177"/>
                    </a:xfrm>
                    <a:custGeom>
                      <a:avLst/>
                      <a:gdLst>
                        <a:gd name="connsiteX0" fmla="*/ 131 w 5881"/>
                        <a:gd name="connsiteY0" fmla="*/ 4737 h 7177"/>
                        <a:gd name="connsiteX1" fmla="*/ 2131 w 5881"/>
                        <a:gd name="connsiteY1" fmla="*/ 165 h 7177"/>
                        <a:gd name="connsiteX2" fmla="*/ 5751 w 5881"/>
                        <a:gd name="connsiteY2" fmla="*/ 2451 h 7177"/>
                        <a:gd name="connsiteX3" fmla="*/ 3751 w 5881"/>
                        <a:gd name="connsiteY3" fmla="*/ 6927 h 7177"/>
                        <a:gd name="connsiteX4" fmla="*/ 131 w 5881"/>
                        <a:gd name="connsiteY4" fmla="*/ 4737 h 7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1" h="7177">
                          <a:moveTo>
                            <a:pt x="131" y="4737"/>
                          </a:moveTo>
                          <a:cubicBezTo>
                            <a:pt x="-345" y="2832"/>
                            <a:pt x="512" y="831"/>
                            <a:pt x="2131" y="165"/>
                          </a:cubicBezTo>
                          <a:cubicBezTo>
                            <a:pt x="3655" y="-407"/>
                            <a:pt x="5274" y="546"/>
                            <a:pt x="5751" y="2451"/>
                          </a:cubicBezTo>
                          <a:cubicBezTo>
                            <a:pt x="6227" y="4356"/>
                            <a:pt x="5370" y="6356"/>
                            <a:pt x="3751" y="6927"/>
                          </a:cubicBezTo>
                          <a:cubicBezTo>
                            <a:pt x="2227" y="7689"/>
                            <a:pt x="607" y="6642"/>
                            <a:pt x="131" y="47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09" name="Graphique 5">
                    <a:extLst>
                      <a:ext uri="{FF2B5EF4-FFF2-40B4-BE49-F238E27FC236}">
                        <a16:creationId xmlns:a16="http://schemas.microsoft.com/office/drawing/2014/main" id="{2EC8D6B0-A28D-4CD7-8781-4A552F63FAF1}"/>
                      </a:ext>
                    </a:extLst>
                  </p:cNvPr>
                  <p:cNvGrpSpPr/>
                  <p:nvPr/>
                </p:nvGrpSpPr>
                <p:grpSpPr>
                  <a:xfrm>
                    <a:off x="2162054" y="3378815"/>
                    <a:ext cx="35838" cy="45065"/>
                    <a:chOff x="2162054" y="3378815"/>
                    <a:chExt cx="35838" cy="45065"/>
                  </a:xfrm>
                  <a:solidFill>
                    <a:schemeClr val="accent1"/>
                  </a:solidFill>
                </p:grpSpPr>
                <p:sp>
                  <p:nvSpPr>
                    <p:cNvPr id="13210" name="Forme libre : forme 13209">
                      <a:extLst>
                        <a:ext uri="{FF2B5EF4-FFF2-40B4-BE49-F238E27FC236}">
                          <a16:creationId xmlns:a16="http://schemas.microsoft.com/office/drawing/2014/main" id="{61B32FE0-BD78-4F34-9062-D961B6D272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2054" y="3378815"/>
                      <a:ext cx="35804" cy="45065"/>
                    </a:xfrm>
                    <a:custGeom>
                      <a:avLst/>
                      <a:gdLst>
                        <a:gd name="connsiteX0" fmla="*/ 481 w 35804"/>
                        <a:gd name="connsiteY0" fmla="*/ 29261 h 45065"/>
                        <a:gd name="connsiteX1" fmla="*/ 13911 w 35804"/>
                        <a:gd name="connsiteY1" fmla="*/ 877 h 45065"/>
                        <a:gd name="connsiteX2" fmla="*/ 35342 w 35804"/>
                        <a:gd name="connsiteY2" fmla="*/ 16116 h 45065"/>
                        <a:gd name="connsiteX3" fmla="*/ 22388 w 35804"/>
                        <a:gd name="connsiteY3" fmla="*/ 43929 h 45065"/>
                        <a:gd name="connsiteX4" fmla="*/ 481 w 35804"/>
                        <a:gd name="connsiteY4" fmla="*/ 29261 h 45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04" h="45065">
                          <a:moveTo>
                            <a:pt x="481" y="29261"/>
                          </a:moveTo>
                          <a:cubicBezTo>
                            <a:pt x="-1805" y="17164"/>
                            <a:pt x="4291" y="4306"/>
                            <a:pt x="13911" y="877"/>
                          </a:cubicBezTo>
                          <a:cubicBezTo>
                            <a:pt x="23531" y="-2552"/>
                            <a:pt x="33151" y="4401"/>
                            <a:pt x="35342" y="16116"/>
                          </a:cubicBezTo>
                          <a:cubicBezTo>
                            <a:pt x="37533" y="27832"/>
                            <a:pt x="31723" y="40120"/>
                            <a:pt x="22388" y="43929"/>
                          </a:cubicBezTo>
                          <a:cubicBezTo>
                            <a:pt x="13054" y="47835"/>
                            <a:pt x="2957" y="41358"/>
                            <a:pt x="481" y="2926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11" name="Forme libre : forme 13210">
                      <a:extLst>
                        <a:ext uri="{FF2B5EF4-FFF2-40B4-BE49-F238E27FC236}">
                          <a16:creationId xmlns:a16="http://schemas.microsoft.com/office/drawing/2014/main" id="{44C70962-3EC3-4F7D-B15F-9CA0B62417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2149" y="3378911"/>
                      <a:ext cx="35743" cy="38881"/>
                    </a:xfrm>
                    <a:custGeom>
                      <a:avLst/>
                      <a:gdLst>
                        <a:gd name="connsiteX0" fmla="*/ 17626 w 35743"/>
                        <a:gd name="connsiteY0" fmla="*/ 22022 h 38881"/>
                        <a:gd name="connsiteX1" fmla="*/ 34961 w 35743"/>
                        <a:gd name="connsiteY1" fmla="*/ 27451 h 38881"/>
                        <a:gd name="connsiteX2" fmla="*/ 35342 w 35743"/>
                        <a:gd name="connsiteY2" fmla="*/ 16117 h 38881"/>
                        <a:gd name="connsiteX3" fmla="*/ 13911 w 35743"/>
                        <a:gd name="connsiteY3" fmla="*/ 877 h 38881"/>
                        <a:gd name="connsiteX4" fmla="*/ 481 w 35743"/>
                        <a:gd name="connsiteY4" fmla="*/ 29261 h 38881"/>
                        <a:gd name="connsiteX5" fmla="*/ 4957 w 35743"/>
                        <a:gd name="connsiteY5" fmla="*/ 38881 h 38881"/>
                        <a:gd name="connsiteX6" fmla="*/ 17626 w 35743"/>
                        <a:gd name="connsiteY6" fmla="*/ 22022 h 38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43" h="38881">
                          <a:moveTo>
                            <a:pt x="17626" y="22022"/>
                          </a:moveTo>
                          <a:cubicBezTo>
                            <a:pt x="24198" y="19546"/>
                            <a:pt x="30675" y="22022"/>
                            <a:pt x="34961" y="27451"/>
                          </a:cubicBezTo>
                          <a:cubicBezTo>
                            <a:pt x="35818" y="23832"/>
                            <a:pt x="36009" y="19927"/>
                            <a:pt x="35342" y="16117"/>
                          </a:cubicBezTo>
                          <a:cubicBezTo>
                            <a:pt x="33056" y="4401"/>
                            <a:pt x="23531" y="-2552"/>
                            <a:pt x="13911" y="877"/>
                          </a:cubicBezTo>
                          <a:cubicBezTo>
                            <a:pt x="4291" y="4306"/>
                            <a:pt x="-1805" y="17164"/>
                            <a:pt x="481" y="29261"/>
                          </a:cubicBezTo>
                          <a:cubicBezTo>
                            <a:pt x="1147" y="33071"/>
                            <a:pt x="2957" y="36310"/>
                            <a:pt x="4957" y="38881"/>
                          </a:cubicBezTo>
                          <a:cubicBezTo>
                            <a:pt x="6196" y="31071"/>
                            <a:pt x="11244" y="24499"/>
                            <a:pt x="17626" y="2202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12" name="Forme libre : forme 13211">
                      <a:extLst>
                        <a:ext uri="{FF2B5EF4-FFF2-40B4-BE49-F238E27FC236}">
                          <a16:creationId xmlns:a16="http://schemas.microsoft.com/office/drawing/2014/main" id="{F4B0CC53-ECEB-4CA3-8E1C-2609E16761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5948" y="3397395"/>
                      <a:ext cx="15889" cy="20338"/>
                    </a:xfrm>
                    <a:custGeom>
                      <a:avLst/>
                      <a:gdLst>
                        <a:gd name="connsiteX0" fmla="*/ 2301 w 15889"/>
                        <a:gd name="connsiteY0" fmla="*/ 16682 h 20338"/>
                        <a:gd name="connsiteX1" fmla="*/ 2492 w 15889"/>
                        <a:gd name="connsiteY1" fmla="*/ 2299 h 20338"/>
                        <a:gd name="connsiteX2" fmla="*/ 13731 w 15889"/>
                        <a:gd name="connsiteY2" fmla="*/ 3823 h 20338"/>
                        <a:gd name="connsiteX3" fmla="*/ 13541 w 15889"/>
                        <a:gd name="connsiteY3" fmla="*/ 18111 h 20338"/>
                        <a:gd name="connsiteX4" fmla="*/ 2301 w 15889"/>
                        <a:gd name="connsiteY4" fmla="*/ 16682 h 20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9" h="20338">
                          <a:moveTo>
                            <a:pt x="2301" y="16682"/>
                          </a:moveTo>
                          <a:cubicBezTo>
                            <a:pt x="-937" y="12301"/>
                            <a:pt x="-652" y="5824"/>
                            <a:pt x="2492" y="2299"/>
                          </a:cubicBezTo>
                          <a:cubicBezTo>
                            <a:pt x="5730" y="-1320"/>
                            <a:pt x="10683" y="-558"/>
                            <a:pt x="13731" y="3823"/>
                          </a:cubicBezTo>
                          <a:cubicBezTo>
                            <a:pt x="16779" y="8205"/>
                            <a:pt x="16493" y="14491"/>
                            <a:pt x="13541" y="18111"/>
                          </a:cubicBezTo>
                          <a:cubicBezTo>
                            <a:pt x="10588" y="21540"/>
                            <a:pt x="5540" y="20968"/>
                            <a:pt x="2301" y="1668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13" name="Forme libre : forme 13212">
                      <a:extLst>
                        <a:ext uri="{FF2B5EF4-FFF2-40B4-BE49-F238E27FC236}">
                          <a16:creationId xmlns:a16="http://schemas.microsoft.com/office/drawing/2014/main" id="{E7BB78CC-B4B8-4BF7-B718-7D437A6A26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7310" y="3407540"/>
                      <a:ext cx="5882" cy="7454"/>
                    </a:xfrm>
                    <a:custGeom>
                      <a:avLst/>
                      <a:gdLst>
                        <a:gd name="connsiteX0" fmla="*/ 84 w 5882"/>
                        <a:gd name="connsiteY0" fmla="*/ 4822 h 7454"/>
                        <a:gd name="connsiteX1" fmla="*/ 2274 w 5882"/>
                        <a:gd name="connsiteY1" fmla="*/ 155 h 7454"/>
                        <a:gd name="connsiteX2" fmla="*/ 5799 w 5882"/>
                        <a:gd name="connsiteY2" fmla="*/ 2632 h 7454"/>
                        <a:gd name="connsiteX3" fmla="*/ 3703 w 5882"/>
                        <a:gd name="connsiteY3" fmla="*/ 7299 h 7454"/>
                        <a:gd name="connsiteX4" fmla="*/ 84 w 5882"/>
                        <a:gd name="connsiteY4" fmla="*/ 4822 h 7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2" h="7454">
                          <a:moveTo>
                            <a:pt x="84" y="4822"/>
                          </a:moveTo>
                          <a:cubicBezTo>
                            <a:pt x="-297" y="2917"/>
                            <a:pt x="655" y="822"/>
                            <a:pt x="2274" y="155"/>
                          </a:cubicBezTo>
                          <a:cubicBezTo>
                            <a:pt x="3894" y="-416"/>
                            <a:pt x="5418" y="631"/>
                            <a:pt x="5799" y="2632"/>
                          </a:cubicBezTo>
                          <a:cubicBezTo>
                            <a:pt x="6180" y="4537"/>
                            <a:pt x="5227" y="6632"/>
                            <a:pt x="3703" y="7299"/>
                          </a:cubicBezTo>
                          <a:cubicBezTo>
                            <a:pt x="2179" y="7871"/>
                            <a:pt x="560" y="6823"/>
                            <a:pt x="84" y="48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3214" name="Graphique 5">
                <a:extLst>
                  <a:ext uri="{FF2B5EF4-FFF2-40B4-BE49-F238E27FC236}">
                    <a16:creationId xmlns:a16="http://schemas.microsoft.com/office/drawing/2014/main" id="{17DA3577-1815-4ADD-B38A-2B9E6164407F}"/>
                  </a:ext>
                </a:extLst>
              </p:cNvPr>
              <p:cNvGrpSpPr/>
              <p:nvPr/>
            </p:nvGrpSpPr>
            <p:grpSpPr>
              <a:xfrm>
                <a:off x="2242354" y="2783713"/>
                <a:ext cx="513472" cy="456270"/>
                <a:chOff x="2242354" y="2783713"/>
                <a:chExt cx="513472" cy="456270"/>
              </a:xfrm>
              <a:solidFill>
                <a:schemeClr val="accent1"/>
              </a:solidFill>
            </p:grpSpPr>
            <p:sp>
              <p:nvSpPr>
                <p:cNvPr id="13215" name="Forme libre : forme 13214">
                  <a:extLst>
                    <a:ext uri="{FF2B5EF4-FFF2-40B4-BE49-F238E27FC236}">
                      <a16:creationId xmlns:a16="http://schemas.microsoft.com/office/drawing/2014/main" id="{F4C9C4B9-88E5-4414-8D8F-F7C57200589A}"/>
                    </a:ext>
                  </a:extLst>
                </p:cNvPr>
                <p:cNvSpPr/>
                <p:nvPr/>
              </p:nvSpPr>
              <p:spPr>
                <a:xfrm>
                  <a:off x="2242354" y="2783713"/>
                  <a:ext cx="513472" cy="456270"/>
                </a:xfrm>
                <a:custGeom>
                  <a:avLst/>
                  <a:gdLst>
                    <a:gd name="connsiteX0" fmla="*/ 52864 w 513472"/>
                    <a:gd name="connsiteY0" fmla="*/ 358330 h 456270"/>
                    <a:gd name="connsiteX1" fmla="*/ 139351 w 513472"/>
                    <a:gd name="connsiteY1" fmla="*/ 251270 h 456270"/>
                    <a:gd name="connsiteX2" fmla="*/ 156972 w 513472"/>
                    <a:gd name="connsiteY2" fmla="*/ 306134 h 456270"/>
                    <a:gd name="connsiteX3" fmla="*/ 187071 w 513472"/>
                    <a:gd name="connsiteY3" fmla="*/ 353282 h 456270"/>
                    <a:gd name="connsiteX4" fmla="*/ 277273 w 513472"/>
                    <a:gd name="connsiteY4" fmla="*/ 420529 h 456270"/>
                    <a:gd name="connsiteX5" fmla="*/ 360712 w 513472"/>
                    <a:gd name="connsiteY5" fmla="*/ 448723 h 456270"/>
                    <a:gd name="connsiteX6" fmla="*/ 427958 w 513472"/>
                    <a:gd name="connsiteY6" fmla="*/ 456248 h 456270"/>
                    <a:gd name="connsiteX7" fmla="*/ 504634 w 513472"/>
                    <a:gd name="connsiteY7" fmla="*/ 427482 h 456270"/>
                    <a:gd name="connsiteX8" fmla="*/ 499300 w 513472"/>
                    <a:gd name="connsiteY8" fmla="*/ 342614 h 456270"/>
                    <a:gd name="connsiteX9" fmla="*/ 464248 w 513472"/>
                    <a:gd name="connsiteY9" fmla="*/ 285179 h 456270"/>
                    <a:gd name="connsiteX10" fmla="*/ 408718 w 513472"/>
                    <a:gd name="connsiteY10" fmla="*/ 223933 h 456270"/>
                    <a:gd name="connsiteX11" fmla="*/ 312230 w 513472"/>
                    <a:gd name="connsiteY11" fmla="*/ 166307 h 456270"/>
                    <a:gd name="connsiteX12" fmla="*/ 257080 w 513472"/>
                    <a:gd name="connsiteY12" fmla="*/ 156305 h 456270"/>
                    <a:gd name="connsiteX13" fmla="*/ 199644 w 513472"/>
                    <a:gd name="connsiteY13" fmla="*/ 160973 h 456270"/>
                    <a:gd name="connsiteX14" fmla="*/ 265462 w 513472"/>
                    <a:gd name="connsiteY14" fmla="*/ 40386 h 456270"/>
                    <a:gd name="connsiteX15" fmla="*/ 225076 w 513472"/>
                    <a:gd name="connsiteY15" fmla="*/ 0 h 456270"/>
                    <a:gd name="connsiteX16" fmla="*/ 136112 w 513472"/>
                    <a:gd name="connsiteY16" fmla="*/ 183928 h 456270"/>
                    <a:gd name="connsiteX17" fmla="*/ 0 w 513472"/>
                    <a:gd name="connsiteY17" fmla="*/ 336613 h 456270"/>
                    <a:gd name="connsiteX18" fmla="*/ 52864 w 513472"/>
                    <a:gd name="connsiteY18" fmla="*/ 358330 h 456270"/>
                    <a:gd name="connsiteX19" fmla="*/ 374237 w 513472"/>
                    <a:gd name="connsiteY19" fmla="*/ 263938 h 456270"/>
                    <a:gd name="connsiteX20" fmla="*/ 452438 w 513472"/>
                    <a:gd name="connsiteY20" fmla="*/ 352425 h 456270"/>
                    <a:gd name="connsiteX21" fmla="*/ 457295 w 513472"/>
                    <a:gd name="connsiteY21" fmla="*/ 395478 h 456270"/>
                    <a:gd name="connsiteX22" fmla="*/ 407670 w 513472"/>
                    <a:gd name="connsiteY22" fmla="*/ 408718 h 456270"/>
                    <a:gd name="connsiteX23" fmla="*/ 300895 w 513472"/>
                    <a:gd name="connsiteY23" fmla="*/ 373285 h 456270"/>
                    <a:gd name="connsiteX24" fmla="*/ 230124 w 513472"/>
                    <a:gd name="connsiteY24" fmla="*/ 311753 h 456270"/>
                    <a:gd name="connsiteX25" fmla="*/ 196786 w 513472"/>
                    <a:gd name="connsiteY25" fmla="*/ 224409 h 456270"/>
                    <a:gd name="connsiteX26" fmla="*/ 244030 w 513472"/>
                    <a:gd name="connsiteY26" fmla="*/ 217265 h 456270"/>
                    <a:gd name="connsiteX27" fmla="*/ 290227 w 513472"/>
                    <a:gd name="connsiteY27" fmla="*/ 221933 h 456270"/>
                    <a:gd name="connsiteX28" fmla="*/ 374237 w 513472"/>
                    <a:gd name="connsiteY28" fmla="*/ 263938 h 456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13472" h="456270">
                      <a:moveTo>
                        <a:pt x="52864" y="358330"/>
                      </a:moveTo>
                      <a:cubicBezTo>
                        <a:pt x="72199" y="312611"/>
                        <a:pt x="102965" y="275177"/>
                        <a:pt x="139351" y="251270"/>
                      </a:cubicBezTo>
                      <a:cubicBezTo>
                        <a:pt x="143161" y="270796"/>
                        <a:pt x="148685" y="288988"/>
                        <a:pt x="156972" y="306134"/>
                      </a:cubicBezTo>
                      <a:cubicBezTo>
                        <a:pt x="165163" y="323279"/>
                        <a:pt x="175260" y="339090"/>
                        <a:pt x="187071" y="353282"/>
                      </a:cubicBezTo>
                      <a:cubicBezTo>
                        <a:pt x="210598" y="381762"/>
                        <a:pt x="241935" y="404241"/>
                        <a:pt x="277273" y="420529"/>
                      </a:cubicBezTo>
                      <a:cubicBezTo>
                        <a:pt x="307467" y="434435"/>
                        <a:pt x="335566" y="443198"/>
                        <a:pt x="360712" y="448723"/>
                      </a:cubicBezTo>
                      <a:cubicBezTo>
                        <a:pt x="385953" y="454152"/>
                        <a:pt x="408813" y="456533"/>
                        <a:pt x="427958" y="456248"/>
                      </a:cubicBezTo>
                      <a:cubicBezTo>
                        <a:pt x="466344" y="455581"/>
                        <a:pt x="492633" y="446056"/>
                        <a:pt x="504634" y="427482"/>
                      </a:cubicBezTo>
                      <a:cubicBezTo>
                        <a:pt x="518541" y="407861"/>
                        <a:pt x="515493" y="378714"/>
                        <a:pt x="499300" y="342614"/>
                      </a:cubicBezTo>
                      <a:cubicBezTo>
                        <a:pt x="491204" y="324707"/>
                        <a:pt x="479393" y="305276"/>
                        <a:pt x="464248" y="285179"/>
                      </a:cubicBezTo>
                      <a:cubicBezTo>
                        <a:pt x="449199" y="265176"/>
                        <a:pt x="430816" y="244412"/>
                        <a:pt x="408718" y="223933"/>
                      </a:cubicBezTo>
                      <a:cubicBezTo>
                        <a:pt x="380143" y="197358"/>
                        <a:pt x="347567" y="177260"/>
                        <a:pt x="312230" y="166307"/>
                      </a:cubicBezTo>
                      <a:cubicBezTo>
                        <a:pt x="294513" y="160782"/>
                        <a:pt x="276034" y="157353"/>
                        <a:pt x="257080" y="156305"/>
                      </a:cubicBezTo>
                      <a:cubicBezTo>
                        <a:pt x="238411" y="155543"/>
                        <a:pt x="219170" y="157067"/>
                        <a:pt x="199644" y="160973"/>
                      </a:cubicBezTo>
                      <a:cubicBezTo>
                        <a:pt x="208217" y="118491"/>
                        <a:pt x="230600" y="75629"/>
                        <a:pt x="265462" y="40386"/>
                      </a:cubicBezTo>
                      <a:lnTo>
                        <a:pt x="225076" y="0"/>
                      </a:lnTo>
                      <a:cubicBezTo>
                        <a:pt x="171736" y="53340"/>
                        <a:pt x="141732" y="120872"/>
                        <a:pt x="136112" y="183928"/>
                      </a:cubicBezTo>
                      <a:cubicBezTo>
                        <a:pt x="79724" y="212884"/>
                        <a:pt x="28765" y="266605"/>
                        <a:pt x="0" y="336613"/>
                      </a:cubicBezTo>
                      <a:lnTo>
                        <a:pt x="52864" y="358330"/>
                      </a:lnTo>
                      <a:close/>
                      <a:moveTo>
                        <a:pt x="374237" y="263938"/>
                      </a:moveTo>
                      <a:cubicBezTo>
                        <a:pt x="422719" y="303276"/>
                        <a:pt x="443198" y="334328"/>
                        <a:pt x="452438" y="352425"/>
                      </a:cubicBezTo>
                      <a:cubicBezTo>
                        <a:pt x="461867" y="371094"/>
                        <a:pt x="464058" y="386239"/>
                        <a:pt x="457295" y="395478"/>
                      </a:cubicBezTo>
                      <a:cubicBezTo>
                        <a:pt x="451294" y="405384"/>
                        <a:pt x="433768" y="410528"/>
                        <a:pt x="407670" y="408718"/>
                      </a:cubicBezTo>
                      <a:cubicBezTo>
                        <a:pt x="381476" y="406622"/>
                        <a:pt x="344900" y="397288"/>
                        <a:pt x="300895" y="373285"/>
                      </a:cubicBezTo>
                      <a:cubicBezTo>
                        <a:pt x="272224" y="357569"/>
                        <a:pt x="248126" y="336995"/>
                        <a:pt x="230124" y="311753"/>
                      </a:cubicBezTo>
                      <a:cubicBezTo>
                        <a:pt x="211836" y="286321"/>
                        <a:pt x="200692" y="256889"/>
                        <a:pt x="196786" y="224409"/>
                      </a:cubicBezTo>
                      <a:cubicBezTo>
                        <a:pt x="212407" y="219932"/>
                        <a:pt x="228409" y="217742"/>
                        <a:pt x="244030" y="217265"/>
                      </a:cubicBezTo>
                      <a:cubicBezTo>
                        <a:pt x="259556" y="216789"/>
                        <a:pt x="275082" y="218408"/>
                        <a:pt x="290227" y="221933"/>
                      </a:cubicBezTo>
                      <a:cubicBezTo>
                        <a:pt x="320611" y="228981"/>
                        <a:pt x="348805" y="243364"/>
                        <a:pt x="374237" y="263938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216" name="Forme libre : forme 13215">
                  <a:extLst>
                    <a:ext uri="{FF2B5EF4-FFF2-40B4-BE49-F238E27FC236}">
                      <a16:creationId xmlns:a16="http://schemas.microsoft.com/office/drawing/2014/main" id="{3CAD4E28-3FCF-4B1A-8BA2-412A91C049F3}"/>
                    </a:ext>
                  </a:extLst>
                </p:cNvPr>
                <p:cNvSpPr/>
                <p:nvPr/>
              </p:nvSpPr>
              <p:spPr>
                <a:xfrm>
                  <a:off x="2517436" y="2993739"/>
                  <a:ext cx="238390" cy="246244"/>
                </a:xfrm>
                <a:custGeom>
                  <a:avLst/>
                  <a:gdLst>
                    <a:gd name="connsiteX0" fmla="*/ 202787 w 238390"/>
                    <a:gd name="connsiteY0" fmla="*/ 115062 h 246244"/>
                    <a:gd name="connsiteX1" fmla="*/ 206312 w 238390"/>
                    <a:gd name="connsiteY1" fmla="*/ 202406 h 246244"/>
                    <a:gd name="connsiteX2" fmla="*/ 179451 w 238390"/>
                    <a:gd name="connsiteY2" fmla="*/ 223838 h 246244"/>
                    <a:gd name="connsiteX3" fmla="*/ 135446 w 238390"/>
                    <a:gd name="connsiteY3" fmla="*/ 233553 h 246244"/>
                    <a:gd name="connsiteX4" fmla="*/ 74962 w 238390"/>
                    <a:gd name="connsiteY4" fmla="*/ 230029 h 246244"/>
                    <a:gd name="connsiteX5" fmla="*/ 0 w 238390"/>
                    <a:gd name="connsiteY5" fmla="*/ 209455 h 246244"/>
                    <a:gd name="connsiteX6" fmla="*/ 2191 w 238390"/>
                    <a:gd name="connsiteY6" fmla="*/ 210503 h 246244"/>
                    <a:gd name="connsiteX7" fmla="*/ 85630 w 238390"/>
                    <a:gd name="connsiteY7" fmla="*/ 238696 h 246244"/>
                    <a:gd name="connsiteX8" fmla="*/ 152876 w 238390"/>
                    <a:gd name="connsiteY8" fmla="*/ 246221 h 246244"/>
                    <a:gd name="connsiteX9" fmla="*/ 229553 w 238390"/>
                    <a:gd name="connsiteY9" fmla="*/ 217456 h 246244"/>
                    <a:gd name="connsiteX10" fmla="*/ 224219 w 238390"/>
                    <a:gd name="connsiteY10" fmla="*/ 132588 h 246244"/>
                    <a:gd name="connsiteX11" fmla="*/ 189167 w 238390"/>
                    <a:gd name="connsiteY11" fmla="*/ 75152 h 246244"/>
                    <a:gd name="connsiteX12" fmla="*/ 133636 w 238390"/>
                    <a:gd name="connsiteY12" fmla="*/ 13906 h 246244"/>
                    <a:gd name="connsiteX13" fmla="*/ 117443 w 238390"/>
                    <a:gd name="connsiteY13" fmla="*/ 0 h 246244"/>
                    <a:gd name="connsiteX14" fmla="*/ 202787 w 238390"/>
                    <a:gd name="connsiteY14" fmla="*/ 115062 h 246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38390" h="246244">
                      <a:moveTo>
                        <a:pt x="202787" y="115062"/>
                      </a:moveTo>
                      <a:cubicBezTo>
                        <a:pt x="218504" y="151829"/>
                        <a:pt x="220885" y="181737"/>
                        <a:pt x="206312" y="202406"/>
                      </a:cubicBezTo>
                      <a:cubicBezTo>
                        <a:pt x="200596" y="211646"/>
                        <a:pt x="191167" y="218504"/>
                        <a:pt x="179451" y="223838"/>
                      </a:cubicBezTo>
                      <a:cubicBezTo>
                        <a:pt x="167926" y="229267"/>
                        <a:pt x="152591" y="232220"/>
                        <a:pt x="135446" y="233553"/>
                      </a:cubicBezTo>
                      <a:cubicBezTo>
                        <a:pt x="118110" y="234791"/>
                        <a:pt x="97822" y="233839"/>
                        <a:pt x="74962" y="230029"/>
                      </a:cubicBezTo>
                      <a:cubicBezTo>
                        <a:pt x="52388" y="226409"/>
                        <a:pt x="27242" y="219932"/>
                        <a:pt x="0" y="209455"/>
                      </a:cubicBezTo>
                      <a:lnTo>
                        <a:pt x="2191" y="210503"/>
                      </a:lnTo>
                      <a:cubicBezTo>
                        <a:pt x="32385" y="224409"/>
                        <a:pt x="60484" y="233172"/>
                        <a:pt x="85630" y="238696"/>
                      </a:cubicBezTo>
                      <a:cubicBezTo>
                        <a:pt x="110871" y="244126"/>
                        <a:pt x="133731" y="246507"/>
                        <a:pt x="152876" y="246221"/>
                      </a:cubicBezTo>
                      <a:cubicBezTo>
                        <a:pt x="191262" y="245554"/>
                        <a:pt x="217551" y="236029"/>
                        <a:pt x="229553" y="217456"/>
                      </a:cubicBezTo>
                      <a:cubicBezTo>
                        <a:pt x="243459" y="197834"/>
                        <a:pt x="240411" y="168688"/>
                        <a:pt x="224219" y="132588"/>
                      </a:cubicBezTo>
                      <a:cubicBezTo>
                        <a:pt x="216122" y="114681"/>
                        <a:pt x="204311" y="95250"/>
                        <a:pt x="189167" y="75152"/>
                      </a:cubicBezTo>
                      <a:cubicBezTo>
                        <a:pt x="174117" y="55150"/>
                        <a:pt x="155734" y="34385"/>
                        <a:pt x="133636" y="13906"/>
                      </a:cubicBezTo>
                      <a:cubicBezTo>
                        <a:pt x="128397" y="9049"/>
                        <a:pt x="122968" y="4477"/>
                        <a:pt x="117443" y="0"/>
                      </a:cubicBezTo>
                      <a:cubicBezTo>
                        <a:pt x="158877" y="39433"/>
                        <a:pt x="187452" y="80105"/>
                        <a:pt x="202787" y="115062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217" name="Forme libre : forme 13216">
                  <a:extLst>
                    <a:ext uri="{FF2B5EF4-FFF2-40B4-BE49-F238E27FC236}">
                      <a16:creationId xmlns:a16="http://schemas.microsoft.com/office/drawing/2014/main" id="{2E2FC141-D56F-40E1-B79F-31491E53369E}"/>
                    </a:ext>
                  </a:extLst>
                </p:cNvPr>
                <p:cNvSpPr/>
                <p:nvPr/>
              </p:nvSpPr>
              <p:spPr>
                <a:xfrm>
                  <a:off x="2388149" y="2859151"/>
                  <a:ext cx="60326" cy="280225"/>
                </a:xfrm>
                <a:custGeom>
                  <a:avLst/>
                  <a:gdLst>
                    <a:gd name="connsiteX0" fmla="*/ 30418 w 60326"/>
                    <a:gd name="connsiteY0" fmla="*/ 0 h 280225"/>
                    <a:gd name="connsiteX1" fmla="*/ 18416 w 60326"/>
                    <a:gd name="connsiteY1" fmla="*/ 27908 h 280225"/>
                    <a:gd name="connsiteX2" fmla="*/ 8605 w 60326"/>
                    <a:gd name="connsiteY2" fmla="*/ 59246 h 280225"/>
                    <a:gd name="connsiteX3" fmla="*/ 1557 w 60326"/>
                    <a:gd name="connsiteY3" fmla="*/ 99060 h 280225"/>
                    <a:gd name="connsiteX4" fmla="*/ 509 w 60326"/>
                    <a:gd name="connsiteY4" fmla="*/ 144209 h 280225"/>
                    <a:gd name="connsiteX5" fmla="*/ 2986 w 60326"/>
                    <a:gd name="connsiteY5" fmla="*/ 167735 h 280225"/>
                    <a:gd name="connsiteX6" fmla="*/ 8415 w 60326"/>
                    <a:gd name="connsiteY6" fmla="*/ 191548 h 280225"/>
                    <a:gd name="connsiteX7" fmla="*/ 60326 w 60326"/>
                    <a:gd name="connsiteY7" fmla="*/ 280225 h 280225"/>
                    <a:gd name="connsiteX8" fmla="*/ 47086 w 60326"/>
                    <a:gd name="connsiteY8" fmla="*/ 262319 h 280225"/>
                    <a:gd name="connsiteX9" fmla="*/ 21083 w 60326"/>
                    <a:gd name="connsiteY9" fmla="*/ 208979 h 280225"/>
                    <a:gd name="connsiteX10" fmla="*/ 10415 w 60326"/>
                    <a:gd name="connsiteY10" fmla="*/ 168878 h 280225"/>
                    <a:gd name="connsiteX11" fmla="*/ 6034 w 60326"/>
                    <a:gd name="connsiteY11" fmla="*/ 120206 h 280225"/>
                    <a:gd name="connsiteX12" fmla="*/ 11368 w 60326"/>
                    <a:gd name="connsiteY12" fmla="*/ 63341 h 280225"/>
                    <a:gd name="connsiteX13" fmla="*/ 30418 w 60326"/>
                    <a:gd name="connsiteY13" fmla="*/ 0 h 280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0326" h="280225">
                      <a:moveTo>
                        <a:pt x="30418" y="0"/>
                      </a:moveTo>
                      <a:cubicBezTo>
                        <a:pt x="30418" y="0"/>
                        <a:pt x="24703" y="10096"/>
                        <a:pt x="18416" y="27908"/>
                      </a:cubicBezTo>
                      <a:cubicBezTo>
                        <a:pt x="15273" y="36767"/>
                        <a:pt x="11749" y="47244"/>
                        <a:pt x="8605" y="59246"/>
                      </a:cubicBezTo>
                      <a:cubicBezTo>
                        <a:pt x="5748" y="71342"/>
                        <a:pt x="3271" y="84868"/>
                        <a:pt x="1557" y="99060"/>
                      </a:cubicBezTo>
                      <a:cubicBezTo>
                        <a:pt x="-348" y="113157"/>
                        <a:pt x="-253" y="128778"/>
                        <a:pt x="509" y="144209"/>
                      </a:cubicBezTo>
                      <a:cubicBezTo>
                        <a:pt x="985" y="152019"/>
                        <a:pt x="1747" y="159829"/>
                        <a:pt x="2986" y="167735"/>
                      </a:cubicBezTo>
                      <a:cubicBezTo>
                        <a:pt x="4414" y="175736"/>
                        <a:pt x="6224" y="183642"/>
                        <a:pt x="8415" y="191548"/>
                      </a:cubicBezTo>
                      <a:cubicBezTo>
                        <a:pt x="17083" y="223075"/>
                        <a:pt x="33942" y="253841"/>
                        <a:pt x="60326" y="280225"/>
                      </a:cubicBezTo>
                      <a:cubicBezTo>
                        <a:pt x="60326" y="280225"/>
                        <a:pt x="54802" y="274225"/>
                        <a:pt x="47086" y="262319"/>
                      </a:cubicBezTo>
                      <a:cubicBezTo>
                        <a:pt x="39276" y="250412"/>
                        <a:pt x="29084" y="232600"/>
                        <a:pt x="21083" y="208979"/>
                      </a:cubicBezTo>
                      <a:cubicBezTo>
                        <a:pt x="16987" y="197167"/>
                        <a:pt x="13177" y="183737"/>
                        <a:pt x="10415" y="168878"/>
                      </a:cubicBezTo>
                      <a:cubicBezTo>
                        <a:pt x="7939" y="154210"/>
                        <a:pt x="6319" y="137922"/>
                        <a:pt x="6034" y="120206"/>
                      </a:cubicBezTo>
                      <a:cubicBezTo>
                        <a:pt x="5938" y="102489"/>
                        <a:pt x="7843" y="83725"/>
                        <a:pt x="11368" y="63341"/>
                      </a:cubicBezTo>
                      <a:cubicBezTo>
                        <a:pt x="15559" y="43529"/>
                        <a:pt x="21369" y="22003"/>
                        <a:pt x="304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218" name="Forme libre : forme 13217">
                  <a:extLst>
                    <a:ext uri="{FF2B5EF4-FFF2-40B4-BE49-F238E27FC236}">
                      <a16:creationId xmlns:a16="http://schemas.microsoft.com/office/drawing/2014/main" id="{FD46CB52-68AC-4754-AEB6-7D534D0A5595}"/>
                    </a:ext>
                  </a:extLst>
                </p:cNvPr>
                <p:cNvSpPr/>
                <p:nvPr/>
              </p:nvSpPr>
              <p:spPr>
                <a:xfrm>
                  <a:off x="2437271" y="2944590"/>
                  <a:ext cx="207800" cy="127825"/>
                </a:xfrm>
                <a:custGeom>
                  <a:avLst/>
                  <a:gdLst>
                    <a:gd name="connsiteX0" fmla="*/ 4822 w 207800"/>
                    <a:gd name="connsiteY0" fmla="*/ 0 h 127825"/>
                    <a:gd name="connsiteX1" fmla="*/ 3489 w 207800"/>
                    <a:gd name="connsiteY1" fmla="*/ 6953 h 127825"/>
                    <a:gd name="connsiteX2" fmla="*/ 1203 w 207800"/>
                    <a:gd name="connsiteY2" fmla="*/ 23908 h 127825"/>
                    <a:gd name="connsiteX3" fmla="*/ 1869 w 207800"/>
                    <a:gd name="connsiteY3" fmla="*/ 63437 h 127825"/>
                    <a:gd name="connsiteX4" fmla="*/ 6918 w 207800"/>
                    <a:gd name="connsiteY4" fmla="*/ 61722 h 127825"/>
                    <a:gd name="connsiteX5" fmla="*/ 21396 w 207800"/>
                    <a:gd name="connsiteY5" fmla="*/ 58388 h 127825"/>
                    <a:gd name="connsiteX6" fmla="*/ 70926 w 207800"/>
                    <a:gd name="connsiteY6" fmla="*/ 56102 h 127825"/>
                    <a:gd name="connsiteX7" fmla="*/ 137220 w 207800"/>
                    <a:gd name="connsiteY7" fmla="*/ 75152 h 127825"/>
                    <a:gd name="connsiteX8" fmla="*/ 207800 w 207800"/>
                    <a:gd name="connsiteY8" fmla="*/ 127825 h 127825"/>
                    <a:gd name="connsiteX9" fmla="*/ 165795 w 207800"/>
                    <a:gd name="connsiteY9" fmla="*/ 78296 h 127825"/>
                    <a:gd name="connsiteX10" fmla="*/ 33397 w 207800"/>
                    <a:gd name="connsiteY10" fmla="*/ 19145 h 127825"/>
                    <a:gd name="connsiteX11" fmla="*/ 4822 w 207800"/>
                    <a:gd name="connsiteY11" fmla="*/ 0 h 127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07800" h="127825">
                      <a:moveTo>
                        <a:pt x="4822" y="0"/>
                      </a:moveTo>
                      <a:cubicBezTo>
                        <a:pt x="4822" y="0"/>
                        <a:pt x="4155" y="2572"/>
                        <a:pt x="3489" y="6953"/>
                      </a:cubicBezTo>
                      <a:cubicBezTo>
                        <a:pt x="2822" y="11335"/>
                        <a:pt x="1965" y="17336"/>
                        <a:pt x="1203" y="23908"/>
                      </a:cubicBezTo>
                      <a:cubicBezTo>
                        <a:pt x="-131" y="37243"/>
                        <a:pt x="-893" y="52864"/>
                        <a:pt x="1869" y="63437"/>
                      </a:cubicBezTo>
                      <a:cubicBezTo>
                        <a:pt x="1869" y="63437"/>
                        <a:pt x="3584" y="62770"/>
                        <a:pt x="6918" y="61722"/>
                      </a:cubicBezTo>
                      <a:cubicBezTo>
                        <a:pt x="10251" y="60770"/>
                        <a:pt x="15205" y="59531"/>
                        <a:pt x="21396" y="58388"/>
                      </a:cubicBezTo>
                      <a:cubicBezTo>
                        <a:pt x="33683" y="56102"/>
                        <a:pt x="51018" y="54388"/>
                        <a:pt x="70926" y="56102"/>
                      </a:cubicBezTo>
                      <a:cubicBezTo>
                        <a:pt x="91119" y="58103"/>
                        <a:pt x="113979" y="63722"/>
                        <a:pt x="137220" y="75152"/>
                      </a:cubicBezTo>
                      <a:cubicBezTo>
                        <a:pt x="160556" y="86582"/>
                        <a:pt x="184368" y="103823"/>
                        <a:pt x="207800" y="127825"/>
                      </a:cubicBezTo>
                      <a:cubicBezTo>
                        <a:pt x="207800" y="127825"/>
                        <a:pt x="193608" y="104584"/>
                        <a:pt x="165795" y="78296"/>
                      </a:cubicBezTo>
                      <a:cubicBezTo>
                        <a:pt x="137696" y="52292"/>
                        <a:pt x="96072" y="22288"/>
                        <a:pt x="33397" y="19145"/>
                      </a:cubicBezTo>
                      <a:cubicBezTo>
                        <a:pt x="14442" y="18383"/>
                        <a:pt x="4822" y="0"/>
                        <a:pt x="4822" y="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219" name="Forme libre : forme 13218">
                  <a:extLst>
                    <a:ext uri="{FF2B5EF4-FFF2-40B4-BE49-F238E27FC236}">
                      <a16:creationId xmlns:a16="http://schemas.microsoft.com/office/drawing/2014/main" id="{6D23F1EB-4D07-40A1-AC4D-58782FBE1060}"/>
                    </a:ext>
                  </a:extLst>
                </p:cNvPr>
                <p:cNvSpPr/>
                <p:nvPr/>
              </p:nvSpPr>
              <p:spPr>
                <a:xfrm>
                  <a:off x="2308362" y="3013932"/>
                  <a:ext cx="73342" cy="101441"/>
                </a:xfrm>
                <a:custGeom>
                  <a:avLst/>
                  <a:gdLst>
                    <a:gd name="connsiteX0" fmla="*/ 73342 w 73342"/>
                    <a:gd name="connsiteY0" fmla="*/ 21050 h 101441"/>
                    <a:gd name="connsiteX1" fmla="*/ 69437 w 73342"/>
                    <a:gd name="connsiteY1" fmla="*/ 0 h 101441"/>
                    <a:gd name="connsiteX2" fmla="*/ 61817 w 73342"/>
                    <a:gd name="connsiteY2" fmla="*/ 6382 h 101441"/>
                    <a:gd name="connsiteX3" fmla="*/ 43053 w 73342"/>
                    <a:gd name="connsiteY3" fmla="*/ 25527 h 101441"/>
                    <a:gd name="connsiteX4" fmla="*/ 20003 w 73342"/>
                    <a:gd name="connsiteY4" fmla="*/ 57436 h 101441"/>
                    <a:gd name="connsiteX5" fmla="*/ 8954 w 73342"/>
                    <a:gd name="connsiteY5" fmla="*/ 77915 h 101441"/>
                    <a:gd name="connsiteX6" fmla="*/ 0 w 73342"/>
                    <a:gd name="connsiteY6" fmla="*/ 101441 h 101441"/>
                    <a:gd name="connsiteX7" fmla="*/ 4382 w 73342"/>
                    <a:gd name="connsiteY7" fmla="*/ 93631 h 101441"/>
                    <a:gd name="connsiteX8" fmla="*/ 17907 w 73342"/>
                    <a:gd name="connsiteY8" fmla="*/ 73724 h 101441"/>
                    <a:gd name="connsiteX9" fmla="*/ 40958 w 73342"/>
                    <a:gd name="connsiteY9" fmla="*/ 47530 h 101441"/>
                    <a:gd name="connsiteX10" fmla="*/ 73342 w 73342"/>
                    <a:gd name="connsiteY10" fmla="*/ 21050 h 101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3342" h="101441">
                      <a:moveTo>
                        <a:pt x="73342" y="21050"/>
                      </a:moveTo>
                      <a:cubicBezTo>
                        <a:pt x="73342" y="21050"/>
                        <a:pt x="70104" y="10192"/>
                        <a:pt x="69437" y="0"/>
                      </a:cubicBezTo>
                      <a:cubicBezTo>
                        <a:pt x="69437" y="0"/>
                        <a:pt x="66389" y="2096"/>
                        <a:pt x="61817" y="6382"/>
                      </a:cubicBezTo>
                      <a:cubicBezTo>
                        <a:pt x="57150" y="10668"/>
                        <a:pt x="50578" y="17050"/>
                        <a:pt x="43053" y="25527"/>
                      </a:cubicBezTo>
                      <a:cubicBezTo>
                        <a:pt x="35433" y="33909"/>
                        <a:pt x="27527" y="44672"/>
                        <a:pt x="20003" y="57436"/>
                      </a:cubicBezTo>
                      <a:cubicBezTo>
                        <a:pt x="16192" y="63817"/>
                        <a:pt x="12478" y="70675"/>
                        <a:pt x="8954" y="77915"/>
                      </a:cubicBezTo>
                      <a:cubicBezTo>
                        <a:pt x="5715" y="85344"/>
                        <a:pt x="2667" y="93250"/>
                        <a:pt x="0" y="101441"/>
                      </a:cubicBezTo>
                      <a:cubicBezTo>
                        <a:pt x="0" y="101441"/>
                        <a:pt x="1524" y="98584"/>
                        <a:pt x="4382" y="93631"/>
                      </a:cubicBezTo>
                      <a:cubicBezTo>
                        <a:pt x="7429" y="88678"/>
                        <a:pt x="11525" y="81534"/>
                        <a:pt x="17907" y="73724"/>
                      </a:cubicBezTo>
                      <a:cubicBezTo>
                        <a:pt x="24098" y="65723"/>
                        <a:pt x="31813" y="56674"/>
                        <a:pt x="40958" y="47530"/>
                      </a:cubicBezTo>
                      <a:cubicBezTo>
                        <a:pt x="49911" y="38291"/>
                        <a:pt x="61150" y="29337"/>
                        <a:pt x="73342" y="2105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3220" name="Graphique 5">
                  <a:extLst>
                    <a:ext uri="{FF2B5EF4-FFF2-40B4-BE49-F238E27FC236}">
                      <a16:creationId xmlns:a16="http://schemas.microsoft.com/office/drawing/2014/main" id="{95B1F142-9619-49EA-9AA2-FCA31AB2439D}"/>
                    </a:ext>
                  </a:extLst>
                </p:cNvPr>
                <p:cNvGrpSpPr/>
                <p:nvPr/>
              </p:nvGrpSpPr>
              <p:grpSpPr>
                <a:xfrm>
                  <a:off x="2370209" y="3048127"/>
                  <a:ext cx="108362" cy="47200"/>
                  <a:chOff x="2370209" y="3048127"/>
                  <a:chExt cx="108362" cy="47200"/>
                </a:xfrm>
                <a:solidFill>
                  <a:schemeClr val="accent1"/>
                </a:solidFill>
              </p:grpSpPr>
              <p:grpSp>
                <p:nvGrpSpPr>
                  <p:cNvPr id="13221" name="Graphique 5">
                    <a:extLst>
                      <a:ext uri="{FF2B5EF4-FFF2-40B4-BE49-F238E27FC236}">
                        <a16:creationId xmlns:a16="http://schemas.microsoft.com/office/drawing/2014/main" id="{8D8D5670-6551-40A1-B28B-C096787B3A33}"/>
                      </a:ext>
                    </a:extLst>
                  </p:cNvPr>
                  <p:cNvGrpSpPr/>
                  <p:nvPr/>
                </p:nvGrpSpPr>
                <p:grpSpPr>
                  <a:xfrm>
                    <a:off x="2370209" y="3054596"/>
                    <a:ext cx="37043" cy="39596"/>
                    <a:chOff x="2370209" y="3054596"/>
                    <a:chExt cx="37043" cy="39596"/>
                  </a:xfrm>
                  <a:solidFill>
                    <a:schemeClr val="accent1"/>
                  </a:solidFill>
                </p:grpSpPr>
                <p:sp>
                  <p:nvSpPr>
                    <p:cNvPr id="13222" name="Forme libre : forme 13221">
                      <a:extLst>
                        <a:ext uri="{FF2B5EF4-FFF2-40B4-BE49-F238E27FC236}">
                          <a16:creationId xmlns:a16="http://schemas.microsoft.com/office/drawing/2014/main" id="{37AA7AD4-DF78-41F1-9CDD-214B41869E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0209" y="3054596"/>
                      <a:ext cx="36948" cy="39596"/>
                    </a:xfrm>
                    <a:custGeom>
                      <a:avLst/>
                      <a:gdLst>
                        <a:gd name="connsiteX0" fmla="*/ 28545 w 36948"/>
                        <a:gd name="connsiteY0" fmla="*/ 2103 h 39596"/>
                        <a:gd name="connsiteX1" fmla="*/ 34069 w 36948"/>
                        <a:gd name="connsiteY1" fmla="*/ 28297 h 39596"/>
                        <a:gd name="connsiteX2" fmla="*/ 9019 w 36948"/>
                        <a:gd name="connsiteY2" fmla="*/ 37822 h 39596"/>
                        <a:gd name="connsiteX3" fmla="*/ 2732 w 36948"/>
                        <a:gd name="connsiteY3" fmla="*/ 11247 h 39596"/>
                        <a:gd name="connsiteX4" fmla="*/ 28545 w 36948"/>
                        <a:gd name="connsiteY4" fmla="*/ 2103 h 39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948" h="39596">
                          <a:moveTo>
                            <a:pt x="28545" y="2103"/>
                          </a:moveTo>
                          <a:cubicBezTo>
                            <a:pt x="37022" y="7056"/>
                            <a:pt x="39499" y="18772"/>
                            <a:pt x="34069" y="28297"/>
                          </a:cubicBezTo>
                          <a:cubicBezTo>
                            <a:pt x="28831" y="38012"/>
                            <a:pt x="17877" y="42298"/>
                            <a:pt x="9019" y="37822"/>
                          </a:cubicBezTo>
                          <a:cubicBezTo>
                            <a:pt x="256" y="33345"/>
                            <a:pt x="-2697" y="21343"/>
                            <a:pt x="2732" y="11247"/>
                          </a:cubicBezTo>
                          <a:cubicBezTo>
                            <a:pt x="8542" y="1246"/>
                            <a:pt x="20068" y="-2850"/>
                            <a:pt x="28545" y="210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23" name="Forme libre : forme 13222">
                      <a:extLst>
                        <a:ext uri="{FF2B5EF4-FFF2-40B4-BE49-F238E27FC236}">
                          <a16:creationId xmlns:a16="http://schemas.microsoft.com/office/drawing/2014/main" id="{1246B9F2-FBA4-409B-843B-7E001BDF4A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2751" y="3054689"/>
                      <a:ext cx="34501" cy="39504"/>
                    </a:xfrm>
                    <a:custGeom>
                      <a:avLst/>
                      <a:gdLst>
                        <a:gd name="connsiteX0" fmla="*/ 16383 w 34501"/>
                        <a:gd name="connsiteY0" fmla="*/ 19727 h 39504"/>
                        <a:gd name="connsiteX1" fmla="*/ 0 w 34501"/>
                        <a:gd name="connsiteY1" fmla="*/ 31157 h 39504"/>
                        <a:gd name="connsiteX2" fmla="*/ 6572 w 34501"/>
                        <a:gd name="connsiteY2" fmla="*/ 37729 h 39504"/>
                        <a:gd name="connsiteX3" fmla="*/ 31623 w 34501"/>
                        <a:gd name="connsiteY3" fmla="*/ 28204 h 39504"/>
                        <a:gd name="connsiteX4" fmla="*/ 26099 w 34501"/>
                        <a:gd name="connsiteY4" fmla="*/ 2010 h 39504"/>
                        <a:gd name="connsiteX5" fmla="*/ 17336 w 34501"/>
                        <a:gd name="connsiteY5" fmla="*/ 10 h 39504"/>
                        <a:gd name="connsiteX6" fmla="*/ 16383 w 34501"/>
                        <a:gd name="connsiteY6" fmla="*/ 19727 h 395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01" h="39504">
                          <a:moveTo>
                            <a:pt x="16383" y="19727"/>
                          </a:moveTo>
                          <a:cubicBezTo>
                            <a:pt x="12668" y="26394"/>
                            <a:pt x="6477" y="30585"/>
                            <a:pt x="0" y="31157"/>
                          </a:cubicBezTo>
                          <a:cubicBezTo>
                            <a:pt x="1524" y="33919"/>
                            <a:pt x="3715" y="36205"/>
                            <a:pt x="6572" y="37729"/>
                          </a:cubicBezTo>
                          <a:cubicBezTo>
                            <a:pt x="15335" y="42206"/>
                            <a:pt x="26384" y="37920"/>
                            <a:pt x="31623" y="28204"/>
                          </a:cubicBezTo>
                          <a:cubicBezTo>
                            <a:pt x="37052" y="18679"/>
                            <a:pt x="34576" y="6963"/>
                            <a:pt x="26099" y="2010"/>
                          </a:cubicBezTo>
                          <a:cubicBezTo>
                            <a:pt x="23336" y="486"/>
                            <a:pt x="20383" y="-85"/>
                            <a:pt x="17336" y="10"/>
                          </a:cubicBezTo>
                          <a:cubicBezTo>
                            <a:pt x="20098" y="5725"/>
                            <a:pt x="20098" y="13155"/>
                            <a:pt x="16383" y="1972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24" name="Forme libre : forme 13223">
                      <a:extLst>
                        <a:ext uri="{FF2B5EF4-FFF2-40B4-BE49-F238E27FC236}">
                          <a16:creationId xmlns:a16="http://schemas.microsoft.com/office/drawing/2014/main" id="{C6CACDC8-875A-4ADA-A283-A817DC6424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0996" y="3057842"/>
                      <a:ext cx="17801" cy="16383"/>
                    </a:xfrm>
                    <a:custGeom>
                      <a:avLst/>
                      <a:gdLst>
                        <a:gd name="connsiteX0" fmla="*/ 9853 w 17801"/>
                        <a:gd name="connsiteY0" fmla="*/ 0 h 16383"/>
                        <a:gd name="connsiteX1" fmla="*/ 17759 w 17801"/>
                        <a:gd name="connsiteY1" fmla="*/ 8192 h 16383"/>
                        <a:gd name="connsiteX2" fmla="*/ 8043 w 17801"/>
                        <a:gd name="connsiteY2" fmla="*/ 16383 h 16383"/>
                        <a:gd name="connsiteX3" fmla="*/ 42 w 17801"/>
                        <a:gd name="connsiteY3" fmla="*/ 8287 h 16383"/>
                        <a:gd name="connsiteX4" fmla="*/ 9853 w 17801"/>
                        <a:gd name="connsiteY4" fmla="*/ 0 h 16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01" h="16383">
                          <a:moveTo>
                            <a:pt x="9853" y="0"/>
                          </a:moveTo>
                          <a:cubicBezTo>
                            <a:pt x="14711" y="0"/>
                            <a:pt x="18235" y="3715"/>
                            <a:pt x="17759" y="8192"/>
                          </a:cubicBezTo>
                          <a:cubicBezTo>
                            <a:pt x="17282" y="12668"/>
                            <a:pt x="12901" y="16288"/>
                            <a:pt x="8043" y="16383"/>
                          </a:cubicBezTo>
                          <a:cubicBezTo>
                            <a:pt x="3185" y="16383"/>
                            <a:pt x="-434" y="12859"/>
                            <a:pt x="42" y="8287"/>
                          </a:cubicBezTo>
                          <a:cubicBezTo>
                            <a:pt x="614" y="3715"/>
                            <a:pt x="4995" y="0"/>
                            <a:pt x="9853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25" name="Forme libre : forme 13224">
                      <a:extLst>
                        <a:ext uri="{FF2B5EF4-FFF2-40B4-BE49-F238E27FC236}">
                          <a16:creationId xmlns:a16="http://schemas.microsoft.com/office/drawing/2014/main" id="{E2548DC8-557E-4DC0-8C9A-F5FE87500D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9561" y="3065868"/>
                      <a:ext cx="6191" cy="6575"/>
                    </a:xfrm>
                    <a:custGeom>
                      <a:avLst/>
                      <a:gdLst>
                        <a:gd name="connsiteX0" fmla="*/ 4810 w 6191"/>
                        <a:gd name="connsiteY0" fmla="*/ 356 h 6575"/>
                        <a:gd name="connsiteX1" fmla="*/ 5668 w 6191"/>
                        <a:gd name="connsiteY1" fmla="*/ 4737 h 6575"/>
                        <a:gd name="connsiteX2" fmla="*/ 1381 w 6191"/>
                        <a:gd name="connsiteY2" fmla="*/ 6261 h 6575"/>
                        <a:gd name="connsiteX3" fmla="*/ 524 w 6191"/>
                        <a:gd name="connsiteY3" fmla="*/ 1880 h 6575"/>
                        <a:gd name="connsiteX4" fmla="*/ 4810 w 6191"/>
                        <a:gd name="connsiteY4" fmla="*/ 356 h 6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1" h="6575">
                          <a:moveTo>
                            <a:pt x="4810" y="356"/>
                          </a:moveTo>
                          <a:cubicBezTo>
                            <a:pt x="6239" y="1118"/>
                            <a:pt x="6620" y="3118"/>
                            <a:pt x="5668" y="4737"/>
                          </a:cubicBezTo>
                          <a:cubicBezTo>
                            <a:pt x="4715" y="6357"/>
                            <a:pt x="2810" y="7023"/>
                            <a:pt x="1381" y="6261"/>
                          </a:cubicBezTo>
                          <a:cubicBezTo>
                            <a:pt x="-47" y="5499"/>
                            <a:pt x="-428" y="3499"/>
                            <a:pt x="524" y="1880"/>
                          </a:cubicBezTo>
                          <a:cubicBezTo>
                            <a:pt x="1477" y="261"/>
                            <a:pt x="3382" y="-501"/>
                            <a:pt x="4810" y="35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26" name="Graphique 5">
                    <a:extLst>
                      <a:ext uri="{FF2B5EF4-FFF2-40B4-BE49-F238E27FC236}">
                        <a16:creationId xmlns:a16="http://schemas.microsoft.com/office/drawing/2014/main" id="{0751B608-5F00-412F-A50F-C2434A6C3B4B}"/>
                      </a:ext>
                    </a:extLst>
                  </p:cNvPr>
                  <p:cNvGrpSpPr/>
                  <p:nvPr/>
                </p:nvGrpSpPr>
                <p:grpSpPr>
                  <a:xfrm>
                    <a:off x="2406610" y="3056976"/>
                    <a:ext cx="36603" cy="38350"/>
                    <a:chOff x="2406610" y="3056976"/>
                    <a:chExt cx="36603" cy="38350"/>
                  </a:xfrm>
                  <a:solidFill>
                    <a:schemeClr val="accent1"/>
                  </a:solidFill>
                </p:grpSpPr>
                <p:sp>
                  <p:nvSpPr>
                    <p:cNvPr id="13227" name="Forme libre : forme 13226">
                      <a:extLst>
                        <a:ext uri="{FF2B5EF4-FFF2-40B4-BE49-F238E27FC236}">
                          <a16:creationId xmlns:a16="http://schemas.microsoft.com/office/drawing/2014/main" id="{63A8B5F5-89EB-44B7-90DA-685B9B9D9D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6610" y="3056995"/>
                      <a:ext cx="36580" cy="38331"/>
                    </a:xfrm>
                    <a:custGeom>
                      <a:avLst/>
                      <a:gdLst>
                        <a:gd name="connsiteX0" fmla="*/ 28149 w 36580"/>
                        <a:gd name="connsiteY0" fmla="*/ 2276 h 38331"/>
                        <a:gd name="connsiteX1" fmla="*/ 33864 w 36580"/>
                        <a:gd name="connsiteY1" fmla="*/ 28089 h 38331"/>
                        <a:gd name="connsiteX2" fmla="*/ 8718 w 36580"/>
                        <a:gd name="connsiteY2" fmla="*/ 36375 h 38331"/>
                        <a:gd name="connsiteX3" fmla="*/ 2908 w 36580"/>
                        <a:gd name="connsiteY3" fmla="*/ 10467 h 38331"/>
                        <a:gd name="connsiteX4" fmla="*/ 28149 w 36580"/>
                        <a:gd name="connsiteY4" fmla="*/ 2276 h 383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580" h="38331">
                          <a:moveTo>
                            <a:pt x="28149" y="2276"/>
                          </a:moveTo>
                          <a:cubicBezTo>
                            <a:pt x="36531" y="7324"/>
                            <a:pt x="39103" y="18945"/>
                            <a:pt x="33864" y="28089"/>
                          </a:cubicBezTo>
                          <a:cubicBezTo>
                            <a:pt x="28625" y="37233"/>
                            <a:pt x="17291" y="40947"/>
                            <a:pt x="8718" y="36375"/>
                          </a:cubicBezTo>
                          <a:cubicBezTo>
                            <a:pt x="-45" y="31708"/>
                            <a:pt x="-2617" y="20088"/>
                            <a:pt x="2908" y="10467"/>
                          </a:cubicBezTo>
                          <a:cubicBezTo>
                            <a:pt x="8432" y="847"/>
                            <a:pt x="19767" y="-2772"/>
                            <a:pt x="28149" y="227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28" name="Forme libre : forme 13227">
                      <a:extLst>
                        <a:ext uri="{FF2B5EF4-FFF2-40B4-BE49-F238E27FC236}">
                          <a16:creationId xmlns:a16="http://schemas.microsoft.com/office/drawing/2014/main" id="{D14F930A-336F-4FBB-8D2B-5A6909DEF3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8851" y="3056976"/>
                      <a:ext cx="34362" cy="38272"/>
                    </a:xfrm>
                    <a:custGeom>
                      <a:avLst/>
                      <a:gdLst>
                        <a:gd name="connsiteX0" fmla="*/ 16574 w 34362"/>
                        <a:gd name="connsiteY0" fmla="*/ 19345 h 38272"/>
                        <a:gd name="connsiteX1" fmla="*/ 0 w 34362"/>
                        <a:gd name="connsiteY1" fmla="*/ 29727 h 38272"/>
                        <a:gd name="connsiteX2" fmla="*/ 6477 w 34362"/>
                        <a:gd name="connsiteY2" fmla="*/ 36299 h 38272"/>
                        <a:gd name="connsiteX3" fmla="*/ 31623 w 34362"/>
                        <a:gd name="connsiteY3" fmla="*/ 28012 h 38272"/>
                        <a:gd name="connsiteX4" fmla="*/ 25908 w 34362"/>
                        <a:gd name="connsiteY4" fmla="*/ 2200 h 38272"/>
                        <a:gd name="connsiteX5" fmla="*/ 17240 w 34362"/>
                        <a:gd name="connsiteY5" fmla="*/ 9 h 38272"/>
                        <a:gd name="connsiteX6" fmla="*/ 16574 w 34362"/>
                        <a:gd name="connsiteY6" fmla="*/ 19345 h 38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362" h="38272">
                          <a:moveTo>
                            <a:pt x="16574" y="19345"/>
                          </a:moveTo>
                          <a:cubicBezTo>
                            <a:pt x="12859" y="25726"/>
                            <a:pt x="6477" y="29441"/>
                            <a:pt x="0" y="29727"/>
                          </a:cubicBezTo>
                          <a:cubicBezTo>
                            <a:pt x="1429" y="32394"/>
                            <a:pt x="3715" y="34775"/>
                            <a:pt x="6477" y="36299"/>
                          </a:cubicBezTo>
                          <a:cubicBezTo>
                            <a:pt x="15050" y="40871"/>
                            <a:pt x="26384" y="37252"/>
                            <a:pt x="31623" y="28012"/>
                          </a:cubicBezTo>
                          <a:cubicBezTo>
                            <a:pt x="36862" y="18868"/>
                            <a:pt x="34385" y="7248"/>
                            <a:pt x="25908" y="2200"/>
                          </a:cubicBezTo>
                          <a:cubicBezTo>
                            <a:pt x="23241" y="580"/>
                            <a:pt x="20288" y="-86"/>
                            <a:pt x="17240" y="9"/>
                          </a:cubicBezTo>
                          <a:cubicBezTo>
                            <a:pt x="20098" y="5819"/>
                            <a:pt x="20193" y="13058"/>
                            <a:pt x="16574" y="1934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29" name="Forme libre : forme 13228">
                      <a:extLst>
                        <a:ext uri="{FF2B5EF4-FFF2-40B4-BE49-F238E27FC236}">
                          <a16:creationId xmlns:a16="http://schemas.microsoft.com/office/drawing/2014/main" id="{4C5507B8-C133-466E-826E-85EF423940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7380" y="3060216"/>
                      <a:ext cx="17517" cy="16011"/>
                    </a:xfrm>
                    <a:custGeom>
                      <a:avLst/>
                      <a:gdLst>
                        <a:gd name="connsiteX0" fmla="*/ 9663 w 17517"/>
                        <a:gd name="connsiteY0" fmla="*/ 7 h 16011"/>
                        <a:gd name="connsiteX1" fmla="*/ 17474 w 17517"/>
                        <a:gd name="connsiteY1" fmla="*/ 8294 h 16011"/>
                        <a:gd name="connsiteX2" fmla="*/ 7949 w 17517"/>
                        <a:gd name="connsiteY2" fmla="*/ 16009 h 16011"/>
                        <a:gd name="connsiteX3" fmla="*/ 43 w 17517"/>
                        <a:gd name="connsiteY3" fmla="*/ 7818 h 16011"/>
                        <a:gd name="connsiteX4" fmla="*/ 9663 w 17517"/>
                        <a:gd name="connsiteY4" fmla="*/ 7 h 16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17" h="16011">
                          <a:moveTo>
                            <a:pt x="9663" y="7"/>
                          </a:moveTo>
                          <a:cubicBezTo>
                            <a:pt x="14426" y="198"/>
                            <a:pt x="17950" y="3913"/>
                            <a:pt x="17474" y="8294"/>
                          </a:cubicBezTo>
                          <a:cubicBezTo>
                            <a:pt x="16998" y="12676"/>
                            <a:pt x="12807" y="16105"/>
                            <a:pt x="7949" y="16009"/>
                          </a:cubicBezTo>
                          <a:cubicBezTo>
                            <a:pt x="3091" y="15914"/>
                            <a:pt x="-433" y="12295"/>
                            <a:pt x="43" y="7818"/>
                          </a:cubicBezTo>
                          <a:cubicBezTo>
                            <a:pt x="519" y="3341"/>
                            <a:pt x="4806" y="-183"/>
                            <a:pt x="9663" y="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30" name="Forme libre : forme 13229">
                      <a:extLst>
                        <a:ext uri="{FF2B5EF4-FFF2-40B4-BE49-F238E27FC236}">
                          <a16:creationId xmlns:a16="http://schemas.microsoft.com/office/drawing/2014/main" id="{188246AC-4CB5-4600-89DD-108C4A918B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6017" y="3067793"/>
                      <a:ext cx="6050" cy="6333"/>
                    </a:xfrm>
                    <a:custGeom>
                      <a:avLst/>
                      <a:gdLst>
                        <a:gd name="connsiteX0" fmla="*/ 4644 w 6050"/>
                        <a:gd name="connsiteY0" fmla="*/ 336 h 6333"/>
                        <a:gd name="connsiteX1" fmla="*/ 5597 w 6050"/>
                        <a:gd name="connsiteY1" fmla="*/ 4622 h 6333"/>
                        <a:gd name="connsiteX2" fmla="*/ 1406 w 6050"/>
                        <a:gd name="connsiteY2" fmla="*/ 5956 h 6333"/>
                        <a:gd name="connsiteX3" fmla="*/ 453 w 6050"/>
                        <a:gd name="connsiteY3" fmla="*/ 1670 h 6333"/>
                        <a:gd name="connsiteX4" fmla="*/ 4644 w 6050"/>
                        <a:gd name="connsiteY4" fmla="*/ 336 h 63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0" h="6333">
                          <a:moveTo>
                            <a:pt x="4644" y="336"/>
                          </a:moveTo>
                          <a:cubicBezTo>
                            <a:pt x="6073" y="1098"/>
                            <a:pt x="6454" y="3098"/>
                            <a:pt x="5597" y="4622"/>
                          </a:cubicBezTo>
                          <a:cubicBezTo>
                            <a:pt x="4740" y="6146"/>
                            <a:pt x="2835" y="6813"/>
                            <a:pt x="1406" y="5956"/>
                          </a:cubicBezTo>
                          <a:cubicBezTo>
                            <a:pt x="-23" y="5194"/>
                            <a:pt x="-404" y="3289"/>
                            <a:pt x="453" y="1670"/>
                          </a:cubicBezTo>
                          <a:cubicBezTo>
                            <a:pt x="1406" y="146"/>
                            <a:pt x="3216" y="-426"/>
                            <a:pt x="4644" y="33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31" name="Graphique 5">
                    <a:extLst>
                      <a:ext uri="{FF2B5EF4-FFF2-40B4-BE49-F238E27FC236}">
                        <a16:creationId xmlns:a16="http://schemas.microsoft.com/office/drawing/2014/main" id="{5821E15F-C5E3-4C3F-AA33-86373FB2EB0A}"/>
                      </a:ext>
                    </a:extLst>
                  </p:cNvPr>
                  <p:cNvGrpSpPr/>
                  <p:nvPr/>
                </p:nvGrpSpPr>
                <p:grpSpPr>
                  <a:xfrm>
                    <a:off x="2442248" y="3048127"/>
                    <a:ext cx="36323" cy="37500"/>
                    <a:chOff x="2442248" y="3048127"/>
                    <a:chExt cx="36323" cy="37500"/>
                  </a:xfrm>
                  <a:solidFill>
                    <a:schemeClr val="accent1"/>
                  </a:solidFill>
                </p:grpSpPr>
                <p:sp>
                  <p:nvSpPr>
                    <p:cNvPr id="13232" name="Forme libre : forme 13231">
                      <a:extLst>
                        <a:ext uri="{FF2B5EF4-FFF2-40B4-BE49-F238E27FC236}">
                          <a16:creationId xmlns:a16="http://schemas.microsoft.com/office/drawing/2014/main" id="{CB95A29B-F60E-43BC-A90D-4586B4EF23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2248" y="3048169"/>
                      <a:ext cx="36323" cy="37458"/>
                    </a:xfrm>
                    <a:custGeom>
                      <a:avLst/>
                      <a:gdLst>
                        <a:gd name="connsiteX0" fmla="*/ 28325 w 36323"/>
                        <a:gd name="connsiteY0" fmla="*/ 2625 h 37458"/>
                        <a:gd name="connsiteX1" fmla="*/ 33278 w 36323"/>
                        <a:gd name="connsiteY1" fmla="*/ 27961 h 37458"/>
                        <a:gd name="connsiteX2" fmla="*/ 8513 w 36323"/>
                        <a:gd name="connsiteY2" fmla="*/ 35200 h 37458"/>
                        <a:gd name="connsiteX3" fmla="*/ 2893 w 36323"/>
                        <a:gd name="connsiteY3" fmla="*/ 9483 h 37458"/>
                        <a:gd name="connsiteX4" fmla="*/ 28325 w 36323"/>
                        <a:gd name="connsiteY4" fmla="*/ 2625 h 374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323" h="37458">
                          <a:moveTo>
                            <a:pt x="28325" y="2625"/>
                          </a:moveTo>
                          <a:cubicBezTo>
                            <a:pt x="36612" y="7959"/>
                            <a:pt x="38802" y="19293"/>
                            <a:pt x="33278" y="27961"/>
                          </a:cubicBezTo>
                          <a:cubicBezTo>
                            <a:pt x="28039" y="36819"/>
                            <a:pt x="17085" y="40058"/>
                            <a:pt x="8513" y="35200"/>
                          </a:cubicBezTo>
                          <a:cubicBezTo>
                            <a:pt x="36" y="30342"/>
                            <a:pt x="-2631" y="18722"/>
                            <a:pt x="2893" y="9483"/>
                          </a:cubicBezTo>
                          <a:cubicBezTo>
                            <a:pt x="8608" y="339"/>
                            <a:pt x="20038" y="-2709"/>
                            <a:pt x="28325" y="262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33" name="Forme libre : forme 13232">
                      <a:extLst>
                        <a:ext uri="{FF2B5EF4-FFF2-40B4-BE49-F238E27FC236}">
                          <a16:creationId xmlns:a16="http://schemas.microsoft.com/office/drawing/2014/main" id="{7E834216-3291-431C-83B9-68A3ECC4E2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4474" y="3048127"/>
                      <a:ext cx="34097" cy="37447"/>
                    </a:xfrm>
                    <a:custGeom>
                      <a:avLst/>
                      <a:gdLst>
                        <a:gd name="connsiteX0" fmla="*/ 16288 w 34097"/>
                        <a:gd name="connsiteY0" fmla="*/ 18764 h 37447"/>
                        <a:gd name="connsiteX1" fmla="*/ 0 w 34097"/>
                        <a:gd name="connsiteY1" fmla="*/ 28480 h 37447"/>
                        <a:gd name="connsiteX2" fmla="*/ 6286 w 34097"/>
                        <a:gd name="connsiteY2" fmla="*/ 35147 h 37447"/>
                        <a:gd name="connsiteX3" fmla="*/ 31051 w 34097"/>
                        <a:gd name="connsiteY3" fmla="*/ 27908 h 37447"/>
                        <a:gd name="connsiteX4" fmla="*/ 26098 w 34097"/>
                        <a:gd name="connsiteY4" fmla="*/ 2572 h 37447"/>
                        <a:gd name="connsiteX5" fmla="*/ 17526 w 34097"/>
                        <a:gd name="connsiteY5" fmla="*/ 0 h 37447"/>
                        <a:gd name="connsiteX6" fmla="*/ 16288 w 34097"/>
                        <a:gd name="connsiteY6" fmla="*/ 18764 h 374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097" h="37447">
                          <a:moveTo>
                            <a:pt x="16288" y="18764"/>
                          </a:moveTo>
                          <a:cubicBezTo>
                            <a:pt x="12573" y="24956"/>
                            <a:pt x="6382" y="28385"/>
                            <a:pt x="0" y="28480"/>
                          </a:cubicBezTo>
                          <a:cubicBezTo>
                            <a:pt x="1429" y="31242"/>
                            <a:pt x="3524" y="33528"/>
                            <a:pt x="6286" y="35147"/>
                          </a:cubicBezTo>
                          <a:cubicBezTo>
                            <a:pt x="14859" y="40100"/>
                            <a:pt x="25813" y="36767"/>
                            <a:pt x="31051" y="27908"/>
                          </a:cubicBezTo>
                          <a:cubicBezTo>
                            <a:pt x="36576" y="19241"/>
                            <a:pt x="34385" y="7906"/>
                            <a:pt x="26098" y="2572"/>
                          </a:cubicBezTo>
                          <a:cubicBezTo>
                            <a:pt x="23431" y="857"/>
                            <a:pt x="20479" y="95"/>
                            <a:pt x="17526" y="0"/>
                          </a:cubicBezTo>
                          <a:cubicBezTo>
                            <a:pt x="20288" y="5810"/>
                            <a:pt x="20002" y="12859"/>
                            <a:pt x="16288" y="1876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34" name="Forme libre : forme 13233">
                      <a:extLst>
                        <a:ext uri="{FF2B5EF4-FFF2-40B4-BE49-F238E27FC236}">
                          <a16:creationId xmlns:a16="http://schemas.microsoft.com/office/drawing/2014/main" id="{6A111DDC-3464-4FB3-9F5E-BC97E157D0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2985" y="3051335"/>
                      <a:ext cx="17555" cy="15479"/>
                    </a:xfrm>
                    <a:custGeom>
                      <a:avLst/>
                      <a:gdLst>
                        <a:gd name="connsiteX0" fmla="*/ 9873 w 17555"/>
                        <a:gd name="connsiteY0" fmla="*/ 30 h 15479"/>
                        <a:gd name="connsiteX1" fmla="*/ 17493 w 17555"/>
                        <a:gd name="connsiteY1" fmla="*/ 8412 h 15479"/>
                        <a:gd name="connsiteX2" fmla="*/ 7777 w 17555"/>
                        <a:gd name="connsiteY2" fmla="*/ 15461 h 15479"/>
                        <a:gd name="connsiteX3" fmla="*/ 62 w 17555"/>
                        <a:gd name="connsiteY3" fmla="*/ 7174 h 15479"/>
                        <a:gd name="connsiteX4" fmla="*/ 9873 w 17555"/>
                        <a:gd name="connsiteY4" fmla="*/ 30 h 15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55" h="15479">
                          <a:moveTo>
                            <a:pt x="9873" y="30"/>
                          </a:moveTo>
                          <a:cubicBezTo>
                            <a:pt x="14635" y="411"/>
                            <a:pt x="18064" y="4221"/>
                            <a:pt x="17493" y="8412"/>
                          </a:cubicBezTo>
                          <a:cubicBezTo>
                            <a:pt x="16921" y="12699"/>
                            <a:pt x="12635" y="15747"/>
                            <a:pt x="7777" y="15461"/>
                          </a:cubicBezTo>
                          <a:cubicBezTo>
                            <a:pt x="2920" y="15175"/>
                            <a:pt x="-509" y="11460"/>
                            <a:pt x="62" y="7174"/>
                          </a:cubicBezTo>
                          <a:cubicBezTo>
                            <a:pt x="634" y="2888"/>
                            <a:pt x="5015" y="-351"/>
                            <a:pt x="9873" y="3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35" name="Forme libre : forme 13234">
                      <a:extLst>
                        <a:ext uri="{FF2B5EF4-FFF2-40B4-BE49-F238E27FC236}">
                          <a16:creationId xmlns:a16="http://schemas.microsoft.com/office/drawing/2014/main" id="{25BFEA69-B4BC-409C-9D98-FE3AE5BABE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1475" y="3058371"/>
                      <a:ext cx="6101" cy="6160"/>
                    </a:xfrm>
                    <a:custGeom>
                      <a:avLst/>
                      <a:gdLst>
                        <a:gd name="connsiteX0" fmla="*/ 4810 w 6101"/>
                        <a:gd name="connsiteY0" fmla="*/ 423 h 6160"/>
                        <a:gd name="connsiteX1" fmla="*/ 5572 w 6101"/>
                        <a:gd name="connsiteY1" fmla="*/ 4614 h 6160"/>
                        <a:gd name="connsiteX2" fmla="*/ 1381 w 6101"/>
                        <a:gd name="connsiteY2" fmla="*/ 5757 h 6160"/>
                        <a:gd name="connsiteX3" fmla="*/ 524 w 6101"/>
                        <a:gd name="connsiteY3" fmla="*/ 1566 h 6160"/>
                        <a:gd name="connsiteX4" fmla="*/ 4810 w 6101"/>
                        <a:gd name="connsiteY4" fmla="*/ 423 h 61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01" h="6160">
                          <a:moveTo>
                            <a:pt x="4810" y="423"/>
                          </a:moveTo>
                          <a:cubicBezTo>
                            <a:pt x="6144" y="1281"/>
                            <a:pt x="6525" y="3186"/>
                            <a:pt x="5572" y="4614"/>
                          </a:cubicBezTo>
                          <a:cubicBezTo>
                            <a:pt x="4620" y="6043"/>
                            <a:pt x="2715" y="6615"/>
                            <a:pt x="1381" y="5757"/>
                          </a:cubicBezTo>
                          <a:cubicBezTo>
                            <a:pt x="-47" y="4900"/>
                            <a:pt x="-428" y="2995"/>
                            <a:pt x="524" y="1566"/>
                          </a:cubicBezTo>
                          <a:cubicBezTo>
                            <a:pt x="1477" y="42"/>
                            <a:pt x="3382" y="-434"/>
                            <a:pt x="4810" y="4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236" name="Graphique 5">
                  <a:extLst>
                    <a:ext uri="{FF2B5EF4-FFF2-40B4-BE49-F238E27FC236}">
                      <a16:creationId xmlns:a16="http://schemas.microsoft.com/office/drawing/2014/main" id="{A0A8407C-F4A2-4311-8924-3F8897E5DDED}"/>
                    </a:ext>
                  </a:extLst>
                </p:cNvPr>
                <p:cNvGrpSpPr/>
                <p:nvPr/>
              </p:nvGrpSpPr>
              <p:grpSpPr>
                <a:xfrm>
                  <a:off x="2449648" y="3143118"/>
                  <a:ext cx="104111" cy="42396"/>
                  <a:chOff x="2449648" y="3143118"/>
                  <a:chExt cx="104111" cy="42396"/>
                </a:xfrm>
                <a:solidFill>
                  <a:schemeClr val="accent1"/>
                </a:solidFill>
              </p:grpSpPr>
              <p:grpSp>
                <p:nvGrpSpPr>
                  <p:cNvPr id="13237" name="Graphique 5">
                    <a:extLst>
                      <a:ext uri="{FF2B5EF4-FFF2-40B4-BE49-F238E27FC236}">
                        <a16:creationId xmlns:a16="http://schemas.microsoft.com/office/drawing/2014/main" id="{2D78447D-B026-43F0-8823-F41F4B1D3126}"/>
                      </a:ext>
                    </a:extLst>
                  </p:cNvPr>
                  <p:cNvGrpSpPr/>
                  <p:nvPr/>
                </p:nvGrpSpPr>
                <p:grpSpPr>
                  <a:xfrm>
                    <a:off x="2449648" y="3148757"/>
                    <a:ext cx="35563" cy="35736"/>
                    <a:chOff x="2449648" y="3148757"/>
                    <a:chExt cx="35563" cy="35736"/>
                  </a:xfrm>
                  <a:solidFill>
                    <a:schemeClr val="accent1"/>
                  </a:solidFill>
                </p:grpSpPr>
                <p:sp>
                  <p:nvSpPr>
                    <p:cNvPr id="13238" name="Forme libre : forme 13237">
                      <a:extLst>
                        <a:ext uri="{FF2B5EF4-FFF2-40B4-BE49-F238E27FC236}">
                          <a16:creationId xmlns:a16="http://schemas.microsoft.com/office/drawing/2014/main" id="{139D54EB-671C-47B2-B436-AA0559194C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9648" y="3148757"/>
                      <a:ext cx="35563" cy="35641"/>
                    </a:xfrm>
                    <a:custGeom>
                      <a:avLst/>
                      <a:gdLst>
                        <a:gd name="connsiteX0" fmla="*/ 25783 w 35563"/>
                        <a:gd name="connsiteY0" fmla="*/ 1858 h 35641"/>
                        <a:gd name="connsiteX1" fmla="*/ 33784 w 35563"/>
                        <a:gd name="connsiteY1" fmla="*/ 25480 h 35641"/>
                        <a:gd name="connsiteX2" fmla="*/ 10352 w 35563"/>
                        <a:gd name="connsiteY2" fmla="*/ 34053 h 35641"/>
                        <a:gd name="connsiteX3" fmla="*/ 1684 w 35563"/>
                        <a:gd name="connsiteY3" fmla="*/ 10050 h 35641"/>
                        <a:gd name="connsiteX4" fmla="*/ 25783 w 35563"/>
                        <a:gd name="connsiteY4" fmla="*/ 1858 h 35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63" h="35641">
                          <a:moveTo>
                            <a:pt x="25783" y="1858"/>
                          </a:moveTo>
                          <a:cubicBezTo>
                            <a:pt x="34546" y="6335"/>
                            <a:pt x="37975" y="16908"/>
                            <a:pt x="33784" y="25480"/>
                          </a:cubicBezTo>
                          <a:cubicBezTo>
                            <a:pt x="29783" y="34243"/>
                            <a:pt x="19305" y="38053"/>
                            <a:pt x="10352" y="34053"/>
                          </a:cubicBezTo>
                          <a:cubicBezTo>
                            <a:pt x="1398" y="30052"/>
                            <a:pt x="-2507" y="19289"/>
                            <a:pt x="1684" y="10050"/>
                          </a:cubicBezTo>
                          <a:cubicBezTo>
                            <a:pt x="6066" y="1096"/>
                            <a:pt x="17115" y="-2523"/>
                            <a:pt x="25783" y="185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39" name="Forme libre : forme 13238">
                      <a:extLst>
                        <a:ext uri="{FF2B5EF4-FFF2-40B4-BE49-F238E27FC236}">
                          <a16:creationId xmlns:a16="http://schemas.microsoft.com/office/drawing/2014/main" id="{A16B8713-3F08-4CF9-B5BC-613BA5E2B7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2952" y="3148890"/>
                      <a:ext cx="32259" cy="35604"/>
                    </a:xfrm>
                    <a:custGeom>
                      <a:avLst/>
                      <a:gdLst>
                        <a:gd name="connsiteX0" fmla="*/ 14859 w 32259"/>
                        <a:gd name="connsiteY0" fmla="*/ 17728 h 35604"/>
                        <a:gd name="connsiteX1" fmla="*/ 0 w 32259"/>
                        <a:gd name="connsiteY1" fmla="*/ 28111 h 35604"/>
                        <a:gd name="connsiteX2" fmla="*/ 7048 w 32259"/>
                        <a:gd name="connsiteY2" fmla="*/ 34016 h 35604"/>
                        <a:gd name="connsiteX3" fmla="*/ 30480 w 32259"/>
                        <a:gd name="connsiteY3" fmla="*/ 25443 h 35604"/>
                        <a:gd name="connsiteX4" fmla="*/ 22479 w 32259"/>
                        <a:gd name="connsiteY4" fmla="*/ 1821 h 35604"/>
                        <a:gd name="connsiteX5" fmla="*/ 13716 w 32259"/>
                        <a:gd name="connsiteY5" fmla="*/ 12 h 35604"/>
                        <a:gd name="connsiteX6" fmla="*/ 14859 w 32259"/>
                        <a:gd name="connsiteY6" fmla="*/ 17728 h 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259" h="35604">
                          <a:moveTo>
                            <a:pt x="14859" y="17728"/>
                          </a:moveTo>
                          <a:cubicBezTo>
                            <a:pt x="12097" y="23824"/>
                            <a:pt x="6286" y="27539"/>
                            <a:pt x="0" y="28111"/>
                          </a:cubicBezTo>
                          <a:cubicBezTo>
                            <a:pt x="1714" y="30587"/>
                            <a:pt x="4096" y="32683"/>
                            <a:pt x="7048" y="34016"/>
                          </a:cubicBezTo>
                          <a:cubicBezTo>
                            <a:pt x="16002" y="38016"/>
                            <a:pt x="26479" y="34207"/>
                            <a:pt x="30480" y="25443"/>
                          </a:cubicBezTo>
                          <a:cubicBezTo>
                            <a:pt x="34671" y="16776"/>
                            <a:pt x="31242" y="6298"/>
                            <a:pt x="22479" y="1821"/>
                          </a:cubicBezTo>
                          <a:cubicBezTo>
                            <a:pt x="19717" y="393"/>
                            <a:pt x="16669" y="-84"/>
                            <a:pt x="13716" y="12"/>
                          </a:cubicBezTo>
                          <a:cubicBezTo>
                            <a:pt x="17145" y="5155"/>
                            <a:pt x="17717" y="11823"/>
                            <a:pt x="14859" y="1772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40" name="Forme libre : forme 13239">
                      <a:extLst>
                        <a:ext uri="{FF2B5EF4-FFF2-40B4-BE49-F238E27FC236}">
                          <a16:creationId xmlns:a16="http://schemas.microsoft.com/office/drawing/2014/main" id="{523D41DE-84E1-4217-B5A7-D0841DA883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9048" y="3151664"/>
                      <a:ext cx="17337" cy="14860"/>
                    </a:xfrm>
                    <a:custGeom>
                      <a:avLst/>
                      <a:gdLst>
                        <a:gd name="connsiteX0" fmla="*/ 8858 w 17337"/>
                        <a:gd name="connsiteY0" fmla="*/ 0 h 14860"/>
                        <a:gd name="connsiteX1" fmla="*/ 17335 w 17337"/>
                        <a:gd name="connsiteY1" fmla="*/ 7429 h 14860"/>
                        <a:gd name="connsiteX2" fmla="*/ 8668 w 17337"/>
                        <a:gd name="connsiteY2" fmla="*/ 14859 h 14860"/>
                        <a:gd name="connsiteX3" fmla="*/ 0 w 17337"/>
                        <a:gd name="connsiteY3" fmla="*/ 7525 h 14860"/>
                        <a:gd name="connsiteX4" fmla="*/ 8858 w 17337"/>
                        <a:gd name="connsiteY4" fmla="*/ 0 h 14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37" h="14860">
                          <a:moveTo>
                            <a:pt x="8858" y="0"/>
                          </a:moveTo>
                          <a:cubicBezTo>
                            <a:pt x="13621" y="0"/>
                            <a:pt x="17431" y="3334"/>
                            <a:pt x="17335" y="7429"/>
                          </a:cubicBezTo>
                          <a:cubicBezTo>
                            <a:pt x="17335" y="11525"/>
                            <a:pt x="13335" y="14764"/>
                            <a:pt x="8668" y="14859"/>
                          </a:cubicBezTo>
                          <a:cubicBezTo>
                            <a:pt x="4000" y="14954"/>
                            <a:pt x="0" y="11621"/>
                            <a:pt x="0" y="7525"/>
                          </a:cubicBezTo>
                          <a:cubicBezTo>
                            <a:pt x="190" y="3429"/>
                            <a:pt x="4096" y="0"/>
                            <a:pt x="8858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41" name="Forme libre : forme 13240">
                      <a:extLst>
                        <a:ext uri="{FF2B5EF4-FFF2-40B4-BE49-F238E27FC236}">
                          <a16:creationId xmlns:a16="http://schemas.microsoft.com/office/drawing/2014/main" id="{9E287422-E424-420A-A292-483F45F470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8121" y="3158911"/>
                      <a:ext cx="5870" cy="5886"/>
                    </a:xfrm>
                    <a:custGeom>
                      <a:avLst/>
                      <a:gdLst>
                        <a:gd name="connsiteX0" fmla="*/ 4260 w 5870"/>
                        <a:gd name="connsiteY0" fmla="*/ 277 h 5886"/>
                        <a:gd name="connsiteX1" fmla="*/ 5594 w 5870"/>
                        <a:gd name="connsiteY1" fmla="*/ 4182 h 5886"/>
                        <a:gd name="connsiteX2" fmla="*/ 1688 w 5870"/>
                        <a:gd name="connsiteY2" fmla="*/ 5611 h 5886"/>
                        <a:gd name="connsiteX3" fmla="*/ 260 w 5870"/>
                        <a:gd name="connsiteY3" fmla="*/ 1611 h 5886"/>
                        <a:gd name="connsiteX4" fmla="*/ 4260 w 5870"/>
                        <a:gd name="connsiteY4" fmla="*/ 277 h 5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70" h="5886">
                          <a:moveTo>
                            <a:pt x="4260" y="277"/>
                          </a:moveTo>
                          <a:cubicBezTo>
                            <a:pt x="5689" y="944"/>
                            <a:pt x="6261" y="2754"/>
                            <a:pt x="5594" y="4182"/>
                          </a:cubicBezTo>
                          <a:cubicBezTo>
                            <a:pt x="4927" y="5706"/>
                            <a:pt x="3212" y="6278"/>
                            <a:pt x="1688" y="5611"/>
                          </a:cubicBezTo>
                          <a:cubicBezTo>
                            <a:pt x="260" y="4944"/>
                            <a:pt x="-407" y="3135"/>
                            <a:pt x="260" y="1611"/>
                          </a:cubicBezTo>
                          <a:cubicBezTo>
                            <a:pt x="927" y="182"/>
                            <a:pt x="2736" y="-390"/>
                            <a:pt x="4260" y="2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42" name="Graphique 5">
                    <a:extLst>
                      <a:ext uri="{FF2B5EF4-FFF2-40B4-BE49-F238E27FC236}">
                        <a16:creationId xmlns:a16="http://schemas.microsoft.com/office/drawing/2014/main" id="{9B9D62B5-25F1-4AA7-BB2E-F972E342C3EE}"/>
                      </a:ext>
                    </a:extLst>
                  </p:cNvPr>
                  <p:cNvGrpSpPr/>
                  <p:nvPr/>
                </p:nvGrpSpPr>
                <p:grpSpPr>
                  <a:xfrm>
                    <a:off x="2484998" y="3150979"/>
                    <a:ext cx="35515" cy="34535"/>
                    <a:chOff x="2484998" y="3150979"/>
                    <a:chExt cx="35515" cy="34535"/>
                  </a:xfrm>
                  <a:solidFill>
                    <a:schemeClr val="accent1"/>
                  </a:solidFill>
                </p:grpSpPr>
                <p:sp>
                  <p:nvSpPr>
                    <p:cNvPr id="13243" name="Forme libre : forme 13242">
                      <a:extLst>
                        <a:ext uri="{FF2B5EF4-FFF2-40B4-BE49-F238E27FC236}">
                          <a16:creationId xmlns:a16="http://schemas.microsoft.com/office/drawing/2014/main" id="{17AC1909-D15B-410E-9FC5-A21ACF22AE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84998" y="3150979"/>
                      <a:ext cx="35515" cy="34535"/>
                    </a:xfrm>
                    <a:custGeom>
                      <a:avLst/>
                      <a:gdLst>
                        <a:gd name="connsiteX0" fmla="*/ 25675 w 35515"/>
                        <a:gd name="connsiteY0" fmla="*/ 2113 h 34535"/>
                        <a:gd name="connsiteX1" fmla="*/ 33771 w 35515"/>
                        <a:gd name="connsiteY1" fmla="*/ 25354 h 34535"/>
                        <a:gd name="connsiteX2" fmla="*/ 10244 w 35515"/>
                        <a:gd name="connsiteY2" fmla="*/ 32784 h 34535"/>
                        <a:gd name="connsiteX3" fmla="*/ 1862 w 35515"/>
                        <a:gd name="connsiteY3" fmla="*/ 9448 h 34535"/>
                        <a:gd name="connsiteX4" fmla="*/ 25675 w 35515"/>
                        <a:gd name="connsiteY4" fmla="*/ 2113 h 34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15" h="34535">
                          <a:moveTo>
                            <a:pt x="25675" y="2113"/>
                          </a:moveTo>
                          <a:cubicBezTo>
                            <a:pt x="34343" y="6781"/>
                            <a:pt x="37962" y="17163"/>
                            <a:pt x="33771" y="25354"/>
                          </a:cubicBezTo>
                          <a:cubicBezTo>
                            <a:pt x="29485" y="33546"/>
                            <a:pt x="19103" y="36880"/>
                            <a:pt x="10244" y="32784"/>
                          </a:cubicBezTo>
                          <a:cubicBezTo>
                            <a:pt x="1291" y="28593"/>
                            <a:pt x="-2614" y="18020"/>
                            <a:pt x="1862" y="9448"/>
                          </a:cubicBezTo>
                          <a:cubicBezTo>
                            <a:pt x="6339" y="780"/>
                            <a:pt x="17007" y="-2554"/>
                            <a:pt x="25675" y="211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44" name="Forme libre : forme 13243">
                      <a:extLst>
                        <a:ext uri="{FF2B5EF4-FFF2-40B4-BE49-F238E27FC236}">
                          <a16:creationId xmlns:a16="http://schemas.microsoft.com/office/drawing/2014/main" id="{0FDAEB87-1524-4AE2-99CA-E0B680EBF3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88194" y="3151083"/>
                      <a:ext cx="32319" cy="34431"/>
                    </a:xfrm>
                    <a:custGeom>
                      <a:avLst/>
                      <a:gdLst>
                        <a:gd name="connsiteX0" fmla="*/ 15050 w 32319"/>
                        <a:gd name="connsiteY0" fmla="*/ 17344 h 34431"/>
                        <a:gd name="connsiteX1" fmla="*/ 0 w 32319"/>
                        <a:gd name="connsiteY1" fmla="*/ 26774 h 34431"/>
                        <a:gd name="connsiteX2" fmla="*/ 7048 w 32319"/>
                        <a:gd name="connsiteY2" fmla="*/ 32680 h 34431"/>
                        <a:gd name="connsiteX3" fmla="*/ 30575 w 32319"/>
                        <a:gd name="connsiteY3" fmla="*/ 25250 h 34431"/>
                        <a:gd name="connsiteX4" fmla="*/ 22479 w 32319"/>
                        <a:gd name="connsiteY4" fmla="*/ 2009 h 34431"/>
                        <a:gd name="connsiteX5" fmla="*/ 13906 w 32319"/>
                        <a:gd name="connsiteY5" fmla="*/ 9 h 34431"/>
                        <a:gd name="connsiteX6" fmla="*/ 15050 w 32319"/>
                        <a:gd name="connsiteY6" fmla="*/ 17344 h 34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319" h="34431">
                          <a:moveTo>
                            <a:pt x="15050" y="17344"/>
                          </a:moveTo>
                          <a:cubicBezTo>
                            <a:pt x="12192" y="23059"/>
                            <a:pt x="6096" y="26298"/>
                            <a:pt x="0" y="26774"/>
                          </a:cubicBezTo>
                          <a:cubicBezTo>
                            <a:pt x="1714" y="29251"/>
                            <a:pt x="4096" y="31346"/>
                            <a:pt x="7048" y="32680"/>
                          </a:cubicBezTo>
                          <a:cubicBezTo>
                            <a:pt x="15907" y="36775"/>
                            <a:pt x="26194" y="33442"/>
                            <a:pt x="30575" y="25250"/>
                          </a:cubicBezTo>
                          <a:cubicBezTo>
                            <a:pt x="34766" y="17059"/>
                            <a:pt x="31147" y="6676"/>
                            <a:pt x="22479" y="2009"/>
                          </a:cubicBezTo>
                          <a:cubicBezTo>
                            <a:pt x="19717" y="580"/>
                            <a:pt x="16764" y="-86"/>
                            <a:pt x="13906" y="9"/>
                          </a:cubicBezTo>
                          <a:cubicBezTo>
                            <a:pt x="17240" y="5152"/>
                            <a:pt x="18002" y="11725"/>
                            <a:pt x="15050" y="1734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45" name="Forme libre : forme 13244">
                      <a:extLst>
                        <a:ext uri="{FF2B5EF4-FFF2-40B4-BE49-F238E27FC236}">
                          <a16:creationId xmlns:a16="http://schemas.microsoft.com/office/drawing/2014/main" id="{7F41EBEE-5CAA-4F5B-99D0-D3DEBE4DCD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4765" y="3153941"/>
                      <a:ext cx="16956" cy="14488"/>
                    </a:xfrm>
                    <a:custGeom>
                      <a:avLst/>
                      <a:gdLst>
                        <a:gd name="connsiteX0" fmla="*/ 8479 w 16956"/>
                        <a:gd name="connsiteY0" fmla="*/ 8 h 14488"/>
                        <a:gd name="connsiteX1" fmla="*/ 16956 w 16956"/>
                        <a:gd name="connsiteY1" fmla="*/ 7533 h 14488"/>
                        <a:gd name="connsiteX2" fmla="*/ 8479 w 16956"/>
                        <a:gd name="connsiteY2" fmla="*/ 14486 h 14488"/>
                        <a:gd name="connsiteX3" fmla="*/ 2 w 16956"/>
                        <a:gd name="connsiteY3" fmla="*/ 7057 h 14488"/>
                        <a:gd name="connsiteX4" fmla="*/ 8479 w 16956"/>
                        <a:gd name="connsiteY4" fmla="*/ 8 h 144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56" h="14488">
                          <a:moveTo>
                            <a:pt x="8479" y="8"/>
                          </a:moveTo>
                          <a:cubicBezTo>
                            <a:pt x="13146" y="199"/>
                            <a:pt x="16956" y="3533"/>
                            <a:pt x="16956" y="7533"/>
                          </a:cubicBezTo>
                          <a:cubicBezTo>
                            <a:pt x="16956" y="11534"/>
                            <a:pt x="13146" y="14582"/>
                            <a:pt x="8479" y="14486"/>
                          </a:cubicBezTo>
                          <a:cubicBezTo>
                            <a:pt x="3812" y="14391"/>
                            <a:pt x="-94" y="11057"/>
                            <a:pt x="2" y="7057"/>
                          </a:cubicBezTo>
                          <a:cubicBezTo>
                            <a:pt x="2" y="2961"/>
                            <a:pt x="3812" y="-182"/>
                            <a:pt x="8479" y="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46" name="Forme libre : forme 13245">
                      <a:extLst>
                        <a:ext uri="{FF2B5EF4-FFF2-40B4-BE49-F238E27FC236}">
                          <a16:creationId xmlns:a16="http://schemas.microsoft.com/office/drawing/2014/main" id="{9ED121FA-310B-4584-8B7D-984D94607A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3727" y="3160772"/>
                      <a:ext cx="5793" cy="5665"/>
                    </a:xfrm>
                    <a:custGeom>
                      <a:avLst/>
                      <a:gdLst>
                        <a:gd name="connsiteX0" fmla="*/ 4182 w 5793"/>
                        <a:gd name="connsiteY0" fmla="*/ 321 h 5665"/>
                        <a:gd name="connsiteX1" fmla="*/ 5516 w 5793"/>
                        <a:gd name="connsiteY1" fmla="*/ 4131 h 5665"/>
                        <a:gd name="connsiteX2" fmla="*/ 1611 w 5793"/>
                        <a:gd name="connsiteY2" fmla="*/ 5369 h 5665"/>
                        <a:gd name="connsiteX3" fmla="*/ 277 w 5793"/>
                        <a:gd name="connsiteY3" fmla="*/ 1559 h 5665"/>
                        <a:gd name="connsiteX4" fmla="*/ 4182 w 5793"/>
                        <a:gd name="connsiteY4" fmla="*/ 321 h 5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3" h="5665">
                          <a:moveTo>
                            <a:pt x="4182" y="321"/>
                          </a:moveTo>
                          <a:cubicBezTo>
                            <a:pt x="5611" y="1083"/>
                            <a:pt x="6183" y="2798"/>
                            <a:pt x="5516" y="4131"/>
                          </a:cubicBezTo>
                          <a:cubicBezTo>
                            <a:pt x="4754" y="5560"/>
                            <a:pt x="3039" y="6036"/>
                            <a:pt x="1611" y="5369"/>
                          </a:cubicBezTo>
                          <a:cubicBezTo>
                            <a:pt x="182" y="4703"/>
                            <a:pt x="-390" y="2893"/>
                            <a:pt x="277" y="1559"/>
                          </a:cubicBezTo>
                          <a:cubicBezTo>
                            <a:pt x="944" y="226"/>
                            <a:pt x="2659" y="-441"/>
                            <a:pt x="4182" y="3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47" name="Graphique 5">
                    <a:extLst>
                      <a:ext uri="{FF2B5EF4-FFF2-40B4-BE49-F238E27FC236}">
                        <a16:creationId xmlns:a16="http://schemas.microsoft.com/office/drawing/2014/main" id="{C253DC47-164E-42D6-9373-7CFC925A167A}"/>
                      </a:ext>
                    </a:extLst>
                  </p:cNvPr>
                  <p:cNvGrpSpPr/>
                  <p:nvPr/>
                </p:nvGrpSpPr>
                <p:grpSpPr>
                  <a:xfrm>
                    <a:off x="2518682" y="3143118"/>
                    <a:ext cx="35077" cy="33906"/>
                    <a:chOff x="2518682" y="3143118"/>
                    <a:chExt cx="35077" cy="33906"/>
                  </a:xfrm>
                  <a:solidFill>
                    <a:schemeClr val="accent1"/>
                  </a:solidFill>
                </p:grpSpPr>
                <p:sp>
                  <p:nvSpPr>
                    <p:cNvPr id="13248" name="Forme libre : forme 13247">
                      <a:extLst>
                        <a:ext uri="{FF2B5EF4-FFF2-40B4-BE49-F238E27FC236}">
                          <a16:creationId xmlns:a16="http://schemas.microsoft.com/office/drawing/2014/main" id="{9F0B968A-B6B8-41C8-B662-B22C9383D2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18682" y="3143118"/>
                      <a:ext cx="34982" cy="33715"/>
                    </a:xfrm>
                    <a:custGeom>
                      <a:avLst/>
                      <a:gdLst>
                        <a:gd name="connsiteX0" fmla="*/ 25615 w 34982"/>
                        <a:gd name="connsiteY0" fmla="*/ 2450 h 33715"/>
                        <a:gd name="connsiteX1" fmla="*/ 33139 w 34982"/>
                        <a:gd name="connsiteY1" fmla="*/ 25310 h 33715"/>
                        <a:gd name="connsiteX2" fmla="*/ 9898 w 34982"/>
                        <a:gd name="connsiteY2" fmla="*/ 31596 h 33715"/>
                        <a:gd name="connsiteX3" fmla="*/ 1802 w 34982"/>
                        <a:gd name="connsiteY3" fmla="*/ 8355 h 33715"/>
                        <a:gd name="connsiteX4" fmla="*/ 25615 w 34982"/>
                        <a:gd name="connsiteY4" fmla="*/ 2450 h 33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82" h="33715">
                          <a:moveTo>
                            <a:pt x="25615" y="2450"/>
                          </a:moveTo>
                          <a:cubicBezTo>
                            <a:pt x="34187" y="7402"/>
                            <a:pt x="37330" y="17499"/>
                            <a:pt x="33139" y="25310"/>
                          </a:cubicBezTo>
                          <a:cubicBezTo>
                            <a:pt x="29139" y="33215"/>
                            <a:pt x="18662" y="36073"/>
                            <a:pt x="9898" y="31596"/>
                          </a:cubicBezTo>
                          <a:cubicBezTo>
                            <a:pt x="1135" y="27119"/>
                            <a:pt x="-2484" y="16737"/>
                            <a:pt x="1802" y="8355"/>
                          </a:cubicBezTo>
                          <a:cubicBezTo>
                            <a:pt x="6279" y="164"/>
                            <a:pt x="17138" y="-2408"/>
                            <a:pt x="25615" y="245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49" name="Forme libre : forme 13248">
                      <a:extLst>
                        <a:ext uri="{FF2B5EF4-FFF2-40B4-BE49-F238E27FC236}">
                          <a16:creationId xmlns:a16="http://schemas.microsoft.com/office/drawing/2014/main" id="{4AC78536-FE7D-4DB6-BB61-EB0E6C86D2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1817" y="3143377"/>
                      <a:ext cx="31942" cy="33647"/>
                    </a:xfrm>
                    <a:custGeom>
                      <a:avLst/>
                      <a:gdLst>
                        <a:gd name="connsiteX0" fmla="*/ 14764 w 31942"/>
                        <a:gd name="connsiteY0" fmla="*/ 16764 h 33647"/>
                        <a:gd name="connsiteX1" fmla="*/ 0 w 31942"/>
                        <a:gd name="connsiteY1" fmla="*/ 25432 h 33647"/>
                        <a:gd name="connsiteX2" fmla="*/ 6858 w 31942"/>
                        <a:gd name="connsiteY2" fmla="*/ 31528 h 33647"/>
                        <a:gd name="connsiteX3" fmla="*/ 30099 w 31942"/>
                        <a:gd name="connsiteY3" fmla="*/ 25241 h 33647"/>
                        <a:gd name="connsiteX4" fmla="*/ 22574 w 31942"/>
                        <a:gd name="connsiteY4" fmla="*/ 2381 h 33647"/>
                        <a:gd name="connsiteX5" fmla="*/ 14002 w 31942"/>
                        <a:gd name="connsiteY5" fmla="*/ 0 h 33647"/>
                        <a:gd name="connsiteX6" fmla="*/ 14764 w 31942"/>
                        <a:gd name="connsiteY6" fmla="*/ 16764 h 336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942" h="33647">
                          <a:moveTo>
                            <a:pt x="14764" y="16764"/>
                          </a:moveTo>
                          <a:cubicBezTo>
                            <a:pt x="11906" y="22289"/>
                            <a:pt x="6191" y="25337"/>
                            <a:pt x="0" y="25432"/>
                          </a:cubicBezTo>
                          <a:cubicBezTo>
                            <a:pt x="1714" y="27908"/>
                            <a:pt x="3905" y="30004"/>
                            <a:pt x="6858" y="31528"/>
                          </a:cubicBezTo>
                          <a:cubicBezTo>
                            <a:pt x="15621" y="36005"/>
                            <a:pt x="26098" y="33147"/>
                            <a:pt x="30099" y="25241"/>
                          </a:cubicBezTo>
                          <a:cubicBezTo>
                            <a:pt x="34290" y="17431"/>
                            <a:pt x="31147" y="7239"/>
                            <a:pt x="22574" y="2381"/>
                          </a:cubicBezTo>
                          <a:cubicBezTo>
                            <a:pt x="19812" y="857"/>
                            <a:pt x="16954" y="95"/>
                            <a:pt x="14002" y="0"/>
                          </a:cubicBezTo>
                          <a:cubicBezTo>
                            <a:pt x="17240" y="5048"/>
                            <a:pt x="17621" y="11335"/>
                            <a:pt x="14764" y="1676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50" name="Forme libre : forme 13249">
                      <a:extLst>
                        <a:ext uri="{FF2B5EF4-FFF2-40B4-BE49-F238E27FC236}">
                          <a16:creationId xmlns:a16="http://schemas.microsoft.com/office/drawing/2014/main" id="{70FE485E-0517-44D3-90EA-AAB091FA59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8104" y="3146010"/>
                      <a:ext cx="16961" cy="14044"/>
                    </a:xfrm>
                    <a:custGeom>
                      <a:avLst/>
                      <a:gdLst>
                        <a:gd name="connsiteX0" fmla="*/ 8763 w 16961"/>
                        <a:gd name="connsiteY0" fmla="*/ 34 h 14044"/>
                        <a:gd name="connsiteX1" fmla="*/ 16954 w 16961"/>
                        <a:gd name="connsiteY1" fmla="*/ 7654 h 14044"/>
                        <a:gd name="connsiteX2" fmla="*/ 8382 w 16961"/>
                        <a:gd name="connsiteY2" fmla="*/ 14036 h 14044"/>
                        <a:gd name="connsiteX3" fmla="*/ 0 w 16961"/>
                        <a:gd name="connsiteY3" fmla="*/ 6416 h 14044"/>
                        <a:gd name="connsiteX4" fmla="*/ 8763 w 16961"/>
                        <a:gd name="connsiteY4" fmla="*/ 34 h 14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61" h="14044">
                          <a:moveTo>
                            <a:pt x="8763" y="34"/>
                          </a:moveTo>
                          <a:cubicBezTo>
                            <a:pt x="13430" y="415"/>
                            <a:pt x="17145" y="3844"/>
                            <a:pt x="16954" y="7654"/>
                          </a:cubicBezTo>
                          <a:cubicBezTo>
                            <a:pt x="16859" y="11464"/>
                            <a:pt x="12954" y="14226"/>
                            <a:pt x="8382" y="14036"/>
                          </a:cubicBezTo>
                          <a:cubicBezTo>
                            <a:pt x="3810" y="13750"/>
                            <a:pt x="0" y="10416"/>
                            <a:pt x="0" y="6416"/>
                          </a:cubicBezTo>
                          <a:cubicBezTo>
                            <a:pt x="190" y="2511"/>
                            <a:pt x="4096" y="-347"/>
                            <a:pt x="8763" y="3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51" name="Forme libre : forme 13250">
                      <a:extLst>
                        <a:ext uri="{FF2B5EF4-FFF2-40B4-BE49-F238E27FC236}">
                          <a16:creationId xmlns:a16="http://schemas.microsoft.com/office/drawing/2014/main" id="{893B77EB-7850-4ECE-B0C3-7FF5FF9F18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7065" y="3152327"/>
                      <a:ext cx="5717" cy="5605"/>
                    </a:xfrm>
                    <a:custGeom>
                      <a:avLst/>
                      <a:gdLst>
                        <a:gd name="connsiteX0" fmla="*/ 4182 w 5717"/>
                        <a:gd name="connsiteY0" fmla="*/ 385 h 5605"/>
                        <a:gd name="connsiteX1" fmla="*/ 5421 w 5717"/>
                        <a:gd name="connsiteY1" fmla="*/ 4195 h 5605"/>
                        <a:gd name="connsiteX2" fmla="*/ 1611 w 5717"/>
                        <a:gd name="connsiteY2" fmla="*/ 5242 h 5605"/>
                        <a:gd name="connsiteX3" fmla="*/ 277 w 5717"/>
                        <a:gd name="connsiteY3" fmla="*/ 1432 h 5605"/>
                        <a:gd name="connsiteX4" fmla="*/ 4182 w 5717"/>
                        <a:gd name="connsiteY4" fmla="*/ 385 h 56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17" h="5605">
                          <a:moveTo>
                            <a:pt x="4182" y="385"/>
                          </a:moveTo>
                          <a:cubicBezTo>
                            <a:pt x="5611" y="1147"/>
                            <a:pt x="6088" y="2861"/>
                            <a:pt x="5421" y="4195"/>
                          </a:cubicBezTo>
                          <a:cubicBezTo>
                            <a:pt x="4754" y="5528"/>
                            <a:pt x="3039" y="6004"/>
                            <a:pt x="1611" y="5242"/>
                          </a:cubicBezTo>
                          <a:cubicBezTo>
                            <a:pt x="182" y="4480"/>
                            <a:pt x="-390" y="2766"/>
                            <a:pt x="277" y="1432"/>
                          </a:cubicBezTo>
                          <a:cubicBezTo>
                            <a:pt x="1039" y="4"/>
                            <a:pt x="2849" y="-377"/>
                            <a:pt x="4182" y="38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252" name="Graphique 5">
                  <a:extLst>
                    <a:ext uri="{FF2B5EF4-FFF2-40B4-BE49-F238E27FC236}">
                      <a16:creationId xmlns:a16="http://schemas.microsoft.com/office/drawing/2014/main" id="{A0D109F5-D4B8-4BFC-93FF-1A9BCF78D4FA}"/>
                    </a:ext>
                  </a:extLst>
                </p:cNvPr>
                <p:cNvGrpSpPr/>
                <p:nvPr/>
              </p:nvGrpSpPr>
              <p:grpSpPr>
                <a:xfrm>
                  <a:off x="2563363" y="3176763"/>
                  <a:ext cx="88955" cy="58539"/>
                  <a:chOff x="2563363" y="3176763"/>
                  <a:chExt cx="88955" cy="58539"/>
                </a:xfrm>
                <a:solidFill>
                  <a:schemeClr val="accent1"/>
                </a:solidFill>
              </p:grpSpPr>
              <p:grpSp>
                <p:nvGrpSpPr>
                  <p:cNvPr id="13253" name="Graphique 5">
                    <a:extLst>
                      <a:ext uri="{FF2B5EF4-FFF2-40B4-BE49-F238E27FC236}">
                        <a16:creationId xmlns:a16="http://schemas.microsoft.com/office/drawing/2014/main" id="{E5DE0E4D-42F6-498F-8653-7E4601B0E3B0}"/>
                      </a:ext>
                    </a:extLst>
                  </p:cNvPr>
                  <p:cNvGrpSpPr/>
                  <p:nvPr/>
                </p:nvGrpSpPr>
                <p:grpSpPr>
                  <a:xfrm>
                    <a:off x="2563363" y="3203824"/>
                    <a:ext cx="34670" cy="31477"/>
                    <a:chOff x="2563363" y="3203824"/>
                    <a:chExt cx="34670" cy="31477"/>
                  </a:xfrm>
                  <a:solidFill>
                    <a:schemeClr val="accent1"/>
                  </a:solidFill>
                </p:grpSpPr>
                <p:sp>
                  <p:nvSpPr>
                    <p:cNvPr id="13254" name="Forme libre : forme 13253">
                      <a:extLst>
                        <a:ext uri="{FF2B5EF4-FFF2-40B4-BE49-F238E27FC236}">
                          <a16:creationId xmlns:a16="http://schemas.microsoft.com/office/drawing/2014/main" id="{51B0ADAA-DD2F-4A19-8551-BE216DDBA8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3363" y="3203910"/>
                      <a:ext cx="34670" cy="31392"/>
                    </a:xfrm>
                    <a:custGeom>
                      <a:avLst/>
                      <a:gdLst>
                        <a:gd name="connsiteX0" fmla="*/ 16462 w 34670"/>
                        <a:gd name="connsiteY0" fmla="*/ 46 h 31392"/>
                        <a:gd name="connsiteX1" fmla="*/ 34655 w 34670"/>
                        <a:gd name="connsiteY1" fmla="*/ 16810 h 31392"/>
                        <a:gd name="connsiteX2" fmla="*/ 18938 w 34670"/>
                        <a:gd name="connsiteY2" fmla="*/ 31383 h 31392"/>
                        <a:gd name="connsiteX3" fmla="*/ 79 w 34670"/>
                        <a:gd name="connsiteY3" fmla="*/ 15095 h 31392"/>
                        <a:gd name="connsiteX4" fmla="*/ 16462 w 34670"/>
                        <a:gd name="connsiteY4" fmla="*/ 46 h 31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670" h="31392">
                          <a:moveTo>
                            <a:pt x="16462" y="46"/>
                          </a:moveTo>
                          <a:cubicBezTo>
                            <a:pt x="25987" y="713"/>
                            <a:pt x="34083" y="8333"/>
                            <a:pt x="34655" y="16810"/>
                          </a:cubicBezTo>
                          <a:cubicBezTo>
                            <a:pt x="35036" y="25097"/>
                            <a:pt x="28559" y="31669"/>
                            <a:pt x="18938" y="31383"/>
                          </a:cubicBezTo>
                          <a:cubicBezTo>
                            <a:pt x="9413" y="31098"/>
                            <a:pt x="936" y="23954"/>
                            <a:pt x="79" y="15095"/>
                          </a:cubicBezTo>
                          <a:cubicBezTo>
                            <a:pt x="-874" y="6047"/>
                            <a:pt x="6937" y="-621"/>
                            <a:pt x="16462" y="4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55" name="Forme libre : forme 13254">
                      <a:extLst>
                        <a:ext uri="{FF2B5EF4-FFF2-40B4-BE49-F238E27FC236}">
                          <a16:creationId xmlns:a16="http://schemas.microsoft.com/office/drawing/2014/main" id="{89C28F64-C599-40D2-B0AF-2F7366AD21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538" y="3203824"/>
                      <a:ext cx="26495" cy="31389"/>
                    </a:xfrm>
                    <a:custGeom>
                      <a:avLst/>
                      <a:gdLst>
                        <a:gd name="connsiteX0" fmla="*/ 9525 w 26495"/>
                        <a:gd name="connsiteY0" fmla="*/ 15657 h 31389"/>
                        <a:gd name="connsiteX1" fmla="*/ 2000 w 26495"/>
                        <a:gd name="connsiteY1" fmla="*/ 28992 h 31389"/>
                        <a:gd name="connsiteX2" fmla="*/ 10763 w 26495"/>
                        <a:gd name="connsiteY2" fmla="*/ 31373 h 31389"/>
                        <a:gd name="connsiteX3" fmla="*/ 26479 w 26495"/>
                        <a:gd name="connsiteY3" fmla="*/ 16800 h 31389"/>
                        <a:gd name="connsiteX4" fmla="*/ 8287 w 26495"/>
                        <a:gd name="connsiteY4" fmla="*/ 36 h 31389"/>
                        <a:gd name="connsiteX5" fmla="*/ 0 w 26495"/>
                        <a:gd name="connsiteY5" fmla="*/ 1560 h 31389"/>
                        <a:gd name="connsiteX6" fmla="*/ 9525 w 26495"/>
                        <a:gd name="connsiteY6" fmla="*/ 15657 h 31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495" h="31389">
                          <a:moveTo>
                            <a:pt x="9525" y="15657"/>
                          </a:moveTo>
                          <a:cubicBezTo>
                            <a:pt x="10096" y="21563"/>
                            <a:pt x="7048" y="26516"/>
                            <a:pt x="2000" y="28992"/>
                          </a:cubicBezTo>
                          <a:cubicBezTo>
                            <a:pt x="4667" y="30421"/>
                            <a:pt x="7620" y="31278"/>
                            <a:pt x="10763" y="31373"/>
                          </a:cubicBezTo>
                          <a:cubicBezTo>
                            <a:pt x="20383" y="31754"/>
                            <a:pt x="26860" y="25182"/>
                            <a:pt x="26479" y="16800"/>
                          </a:cubicBezTo>
                          <a:cubicBezTo>
                            <a:pt x="25908" y="8418"/>
                            <a:pt x="17812" y="703"/>
                            <a:pt x="8287" y="36"/>
                          </a:cubicBezTo>
                          <a:cubicBezTo>
                            <a:pt x="5239" y="-154"/>
                            <a:pt x="2476" y="417"/>
                            <a:pt x="0" y="1560"/>
                          </a:cubicBezTo>
                          <a:cubicBezTo>
                            <a:pt x="5334" y="4703"/>
                            <a:pt x="9144" y="9942"/>
                            <a:pt x="9525" y="1565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56" name="Forme libre : forme 13255">
                      <a:extLst>
                        <a:ext uri="{FF2B5EF4-FFF2-40B4-BE49-F238E27FC236}">
                          <a16:creationId xmlns:a16="http://schemas.microsoft.com/office/drawing/2014/main" id="{4C2B9952-6B8A-4816-924B-3C081DEC9F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9283" y="3206734"/>
                      <a:ext cx="16289" cy="13451"/>
                    </a:xfrm>
                    <a:custGeom>
                      <a:avLst/>
                      <a:gdLst>
                        <a:gd name="connsiteX0" fmla="*/ 4636 w 16289"/>
                        <a:gd name="connsiteY0" fmla="*/ 650 h 13451"/>
                        <a:gd name="connsiteX1" fmla="*/ 15495 w 16289"/>
                        <a:gd name="connsiteY1" fmla="*/ 3889 h 13451"/>
                        <a:gd name="connsiteX2" fmla="*/ 11685 w 16289"/>
                        <a:gd name="connsiteY2" fmla="*/ 12747 h 13451"/>
                        <a:gd name="connsiteX3" fmla="*/ 921 w 16289"/>
                        <a:gd name="connsiteY3" fmla="*/ 9699 h 13451"/>
                        <a:gd name="connsiteX4" fmla="*/ 4636 w 16289"/>
                        <a:gd name="connsiteY4" fmla="*/ 650 h 134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89" h="13451">
                          <a:moveTo>
                            <a:pt x="4636" y="650"/>
                          </a:moveTo>
                          <a:cubicBezTo>
                            <a:pt x="8732" y="-969"/>
                            <a:pt x="13494" y="555"/>
                            <a:pt x="15495" y="3889"/>
                          </a:cubicBezTo>
                          <a:cubicBezTo>
                            <a:pt x="17400" y="7223"/>
                            <a:pt x="15780" y="11128"/>
                            <a:pt x="11685" y="12747"/>
                          </a:cubicBezTo>
                          <a:cubicBezTo>
                            <a:pt x="7779" y="14367"/>
                            <a:pt x="2922" y="13128"/>
                            <a:pt x="921" y="9699"/>
                          </a:cubicBezTo>
                          <a:cubicBezTo>
                            <a:pt x="-1269" y="6270"/>
                            <a:pt x="636" y="2270"/>
                            <a:pt x="4636" y="65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57" name="Forme libre : forme 13256">
                      <a:extLst>
                        <a:ext uri="{FF2B5EF4-FFF2-40B4-BE49-F238E27FC236}">
                          <a16:creationId xmlns:a16="http://schemas.microsoft.com/office/drawing/2014/main" id="{13D3C7C8-811E-499C-8378-AFCDCB7660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0279" y="3215290"/>
                      <a:ext cx="5646" cy="5244"/>
                    </a:xfrm>
                    <a:custGeom>
                      <a:avLst/>
                      <a:gdLst>
                        <a:gd name="connsiteX0" fmla="*/ 2593 w 5646"/>
                        <a:gd name="connsiteY0" fmla="*/ 0 h 5244"/>
                        <a:gd name="connsiteX1" fmla="*/ 5640 w 5646"/>
                        <a:gd name="connsiteY1" fmla="*/ 2762 h 5244"/>
                        <a:gd name="connsiteX2" fmla="*/ 3069 w 5646"/>
                        <a:gd name="connsiteY2" fmla="*/ 5239 h 5244"/>
                        <a:gd name="connsiteX3" fmla="*/ 21 w 5646"/>
                        <a:gd name="connsiteY3" fmla="*/ 2477 h 5244"/>
                        <a:gd name="connsiteX4" fmla="*/ 2593 w 5646"/>
                        <a:gd name="connsiteY4" fmla="*/ 0 h 5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6" h="5244">
                          <a:moveTo>
                            <a:pt x="2593" y="0"/>
                          </a:moveTo>
                          <a:cubicBezTo>
                            <a:pt x="4212" y="95"/>
                            <a:pt x="5545" y="1333"/>
                            <a:pt x="5640" y="2762"/>
                          </a:cubicBezTo>
                          <a:cubicBezTo>
                            <a:pt x="5736" y="4191"/>
                            <a:pt x="4593" y="5334"/>
                            <a:pt x="3069" y="5239"/>
                          </a:cubicBezTo>
                          <a:cubicBezTo>
                            <a:pt x="1545" y="5144"/>
                            <a:pt x="116" y="4000"/>
                            <a:pt x="21" y="2477"/>
                          </a:cubicBezTo>
                          <a:cubicBezTo>
                            <a:pt x="-170" y="1048"/>
                            <a:pt x="973" y="0"/>
                            <a:pt x="259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58" name="Graphique 5">
                    <a:extLst>
                      <a:ext uri="{FF2B5EF4-FFF2-40B4-BE49-F238E27FC236}">
                        <a16:creationId xmlns:a16="http://schemas.microsoft.com/office/drawing/2014/main" id="{ECE75934-6DC3-438E-8EE8-00ACBB55D213}"/>
                      </a:ext>
                    </a:extLst>
                  </p:cNvPr>
                  <p:cNvGrpSpPr/>
                  <p:nvPr/>
                </p:nvGrpSpPr>
                <p:grpSpPr>
                  <a:xfrm>
                    <a:off x="2594280" y="3194109"/>
                    <a:ext cx="34260" cy="30773"/>
                    <a:chOff x="2594280" y="3194109"/>
                    <a:chExt cx="34260" cy="30773"/>
                  </a:xfrm>
                  <a:solidFill>
                    <a:schemeClr val="accent1"/>
                  </a:solidFill>
                </p:grpSpPr>
                <p:sp>
                  <p:nvSpPr>
                    <p:cNvPr id="13259" name="Forme libre : forme 13258">
                      <a:extLst>
                        <a:ext uri="{FF2B5EF4-FFF2-40B4-BE49-F238E27FC236}">
                          <a16:creationId xmlns:a16="http://schemas.microsoft.com/office/drawing/2014/main" id="{351412E5-C676-4A5F-90D1-9DC47AB85F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4280" y="3194109"/>
                      <a:ext cx="34260" cy="30773"/>
                    </a:xfrm>
                    <a:custGeom>
                      <a:avLst/>
                      <a:gdLst>
                        <a:gd name="connsiteX0" fmla="*/ 16310 w 34260"/>
                        <a:gd name="connsiteY0" fmla="*/ 131 h 30773"/>
                        <a:gd name="connsiteX1" fmla="*/ 34217 w 34260"/>
                        <a:gd name="connsiteY1" fmla="*/ 17276 h 30773"/>
                        <a:gd name="connsiteX2" fmla="*/ 18310 w 34260"/>
                        <a:gd name="connsiteY2" fmla="*/ 30706 h 30773"/>
                        <a:gd name="connsiteX3" fmla="*/ 22 w 34260"/>
                        <a:gd name="connsiteY3" fmla="*/ 14037 h 30773"/>
                        <a:gd name="connsiteX4" fmla="*/ 16310 w 34260"/>
                        <a:gd name="connsiteY4" fmla="*/ 131 h 30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60" h="30773">
                          <a:moveTo>
                            <a:pt x="16310" y="131"/>
                          </a:moveTo>
                          <a:cubicBezTo>
                            <a:pt x="25930" y="1274"/>
                            <a:pt x="33455" y="8989"/>
                            <a:pt x="34217" y="17276"/>
                          </a:cubicBezTo>
                          <a:cubicBezTo>
                            <a:pt x="34884" y="25658"/>
                            <a:pt x="27835" y="31468"/>
                            <a:pt x="18310" y="30706"/>
                          </a:cubicBezTo>
                          <a:cubicBezTo>
                            <a:pt x="8785" y="29944"/>
                            <a:pt x="499" y="22610"/>
                            <a:pt x="22" y="14037"/>
                          </a:cubicBezTo>
                          <a:cubicBezTo>
                            <a:pt x="-454" y="5465"/>
                            <a:pt x="6690" y="-1012"/>
                            <a:pt x="16310" y="13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60" name="Forme libre : forme 13259">
                      <a:extLst>
                        <a:ext uri="{FF2B5EF4-FFF2-40B4-BE49-F238E27FC236}">
                          <a16:creationId xmlns:a16="http://schemas.microsoft.com/office/drawing/2014/main" id="{DCFF5071-81EA-49A3-96A6-94DCFC626A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2208" y="3194110"/>
                      <a:ext cx="26142" cy="30772"/>
                    </a:xfrm>
                    <a:custGeom>
                      <a:avLst/>
                      <a:gdLst>
                        <a:gd name="connsiteX0" fmla="*/ 9525 w 26142"/>
                        <a:gd name="connsiteY0" fmla="*/ 15466 h 30772"/>
                        <a:gd name="connsiteX1" fmla="*/ 1524 w 26142"/>
                        <a:gd name="connsiteY1" fmla="*/ 27943 h 30772"/>
                        <a:gd name="connsiteX2" fmla="*/ 10192 w 26142"/>
                        <a:gd name="connsiteY2" fmla="*/ 30706 h 30772"/>
                        <a:gd name="connsiteX3" fmla="*/ 26098 w 26142"/>
                        <a:gd name="connsiteY3" fmla="*/ 17275 h 30772"/>
                        <a:gd name="connsiteX4" fmla="*/ 8192 w 26142"/>
                        <a:gd name="connsiteY4" fmla="*/ 130 h 30772"/>
                        <a:gd name="connsiteX5" fmla="*/ 0 w 26142"/>
                        <a:gd name="connsiteY5" fmla="*/ 1273 h 30772"/>
                        <a:gd name="connsiteX6" fmla="*/ 9525 w 26142"/>
                        <a:gd name="connsiteY6" fmla="*/ 15466 h 30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42" h="30772">
                          <a:moveTo>
                            <a:pt x="9525" y="15466"/>
                          </a:moveTo>
                          <a:cubicBezTo>
                            <a:pt x="9906" y="21276"/>
                            <a:pt x="6667" y="25753"/>
                            <a:pt x="1524" y="27943"/>
                          </a:cubicBezTo>
                          <a:cubicBezTo>
                            <a:pt x="4191" y="29372"/>
                            <a:pt x="7144" y="30420"/>
                            <a:pt x="10192" y="30706"/>
                          </a:cubicBezTo>
                          <a:cubicBezTo>
                            <a:pt x="19717" y="31468"/>
                            <a:pt x="26765" y="25657"/>
                            <a:pt x="26098" y="17275"/>
                          </a:cubicBezTo>
                          <a:cubicBezTo>
                            <a:pt x="25432" y="8893"/>
                            <a:pt x="17907" y="1273"/>
                            <a:pt x="8192" y="130"/>
                          </a:cubicBezTo>
                          <a:cubicBezTo>
                            <a:pt x="5143" y="-251"/>
                            <a:pt x="2286" y="226"/>
                            <a:pt x="0" y="1273"/>
                          </a:cubicBezTo>
                          <a:cubicBezTo>
                            <a:pt x="5429" y="4512"/>
                            <a:pt x="9144" y="9846"/>
                            <a:pt x="9525" y="1546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61" name="Forme libre : forme 13260">
                      <a:extLst>
                        <a:ext uri="{FF2B5EF4-FFF2-40B4-BE49-F238E27FC236}">
                          <a16:creationId xmlns:a16="http://schemas.microsoft.com/office/drawing/2014/main" id="{B4F0C57E-A45D-41DE-813E-0B208CDEAA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0190" y="3196864"/>
                      <a:ext cx="15883" cy="13247"/>
                    </a:xfrm>
                    <a:custGeom>
                      <a:avLst/>
                      <a:gdLst>
                        <a:gd name="connsiteX0" fmla="*/ 4495 w 15883"/>
                        <a:gd name="connsiteY0" fmla="*/ 520 h 13247"/>
                        <a:gd name="connsiteX1" fmla="*/ 15068 w 15883"/>
                        <a:gd name="connsiteY1" fmla="*/ 4139 h 13247"/>
                        <a:gd name="connsiteX2" fmla="*/ 11448 w 15883"/>
                        <a:gd name="connsiteY2" fmla="*/ 12712 h 13247"/>
                        <a:gd name="connsiteX3" fmla="*/ 780 w 15883"/>
                        <a:gd name="connsiteY3" fmla="*/ 9283 h 13247"/>
                        <a:gd name="connsiteX4" fmla="*/ 4495 w 15883"/>
                        <a:gd name="connsiteY4" fmla="*/ 520 h 13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3" h="13247">
                          <a:moveTo>
                            <a:pt x="4495" y="520"/>
                          </a:moveTo>
                          <a:cubicBezTo>
                            <a:pt x="8400" y="-909"/>
                            <a:pt x="13163" y="710"/>
                            <a:pt x="15068" y="4139"/>
                          </a:cubicBezTo>
                          <a:cubicBezTo>
                            <a:pt x="16973" y="7473"/>
                            <a:pt x="15449" y="11283"/>
                            <a:pt x="11448" y="12712"/>
                          </a:cubicBezTo>
                          <a:cubicBezTo>
                            <a:pt x="7543" y="14140"/>
                            <a:pt x="2685" y="12616"/>
                            <a:pt x="780" y="9283"/>
                          </a:cubicBezTo>
                          <a:cubicBezTo>
                            <a:pt x="-1125" y="5854"/>
                            <a:pt x="590" y="1948"/>
                            <a:pt x="4495" y="52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62" name="Forme libre : forme 13261">
                      <a:extLst>
                        <a:ext uri="{FF2B5EF4-FFF2-40B4-BE49-F238E27FC236}">
                          <a16:creationId xmlns:a16="http://schemas.microsoft.com/office/drawing/2014/main" id="{DA38C016-2AC9-4355-9282-A1555E7E5B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1060" y="3205092"/>
                      <a:ext cx="5630" cy="5061"/>
                    </a:xfrm>
                    <a:custGeom>
                      <a:avLst/>
                      <a:gdLst>
                        <a:gd name="connsiteX0" fmla="*/ 2673 w 5630"/>
                        <a:gd name="connsiteY0" fmla="*/ 7 h 5061"/>
                        <a:gd name="connsiteX1" fmla="*/ 5625 w 5630"/>
                        <a:gd name="connsiteY1" fmla="*/ 2769 h 5061"/>
                        <a:gd name="connsiteX2" fmla="*/ 2958 w 5630"/>
                        <a:gd name="connsiteY2" fmla="*/ 5055 h 5061"/>
                        <a:gd name="connsiteX3" fmla="*/ 6 w 5630"/>
                        <a:gd name="connsiteY3" fmla="*/ 2292 h 5061"/>
                        <a:gd name="connsiteX4" fmla="*/ 2673 w 5630"/>
                        <a:gd name="connsiteY4" fmla="*/ 7 h 50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30" h="5061">
                          <a:moveTo>
                            <a:pt x="2673" y="7"/>
                          </a:moveTo>
                          <a:cubicBezTo>
                            <a:pt x="4197" y="197"/>
                            <a:pt x="5530" y="1435"/>
                            <a:pt x="5625" y="2769"/>
                          </a:cubicBezTo>
                          <a:cubicBezTo>
                            <a:pt x="5721" y="4198"/>
                            <a:pt x="4482" y="5150"/>
                            <a:pt x="2958" y="5055"/>
                          </a:cubicBezTo>
                          <a:cubicBezTo>
                            <a:pt x="1434" y="4959"/>
                            <a:pt x="101" y="3721"/>
                            <a:pt x="6" y="2292"/>
                          </a:cubicBezTo>
                          <a:cubicBezTo>
                            <a:pt x="-90" y="864"/>
                            <a:pt x="1053" y="-89"/>
                            <a:pt x="2673" y="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63" name="Graphique 5">
                    <a:extLst>
                      <a:ext uri="{FF2B5EF4-FFF2-40B4-BE49-F238E27FC236}">
                        <a16:creationId xmlns:a16="http://schemas.microsoft.com/office/drawing/2014/main" id="{5CD512DF-E295-4AC1-B049-666543AF9B2C}"/>
                      </a:ext>
                    </a:extLst>
                  </p:cNvPr>
                  <p:cNvGrpSpPr/>
                  <p:nvPr/>
                </p:nvGrpSpPr>
                <p:grpSpPr>
                  <a:xfrm>
                    <a:off x="2618302" y="3176763"/>
                    <a:ext cx="34015" cy="30609"/>
                    <a:chOff x="2618302" y="3176763"/>
                    <a:chExt cx="34015" cy="30609"/>
                  </a:xfrm>
                  <a:solidFill>
                    <a:schemeClr val="accent1"/>
                  </a:solidFill>
                </p:grpSpPr>
                <p:sp>
                  <p:nvSpPr>
                    <p:cNvPr id="13264" name="Forme libre : forme 13263">
                      <a:extLst>
                        <a:ext uri="{FF2B5EF4-FFF2-40B4-BE49-F238E27FC236}">
                          <a16:creationId xmlns:a16="http://schemas.microsoft.com/office/drawing/2014/main" id="{97E393C1-7693-48BD-9198-66A2F634B0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8302" y="3176763"/>
                      <a:ext cx="34015" cy="30514"/>
                    </a:xfrm>
                    <a:custGeom>
                      <a:avLst/>
                      <a:gdLst>
                        <a:gd name="connsiteX0" fmla="*/ 16672 w 34015"/>
                        <a:gd name="connsiteY0" fmla="*/ 237 h 30514"/>
                        <a:gd name="connsiteX1" fmla="*/ 34008 w 34015"/>
                        <a:gd name="connsiteY1" fmla="*/ 18049 h 30514"/>
                        <a:gd name="connsiteX2" fmla="*/ 17530 w 34015"/>
                        <a:gd name="connsiteY2" fmla="*/ 30336 h 30514"/>
                        <a:gd name="connsiteX3" fmla="*/ 4 w 34015"/>
                        <a:gd name="connsiteY3" fmla="*/ 13096 h 30514"/>
                        <a:gd name="connsiteX4" fmla="*/ 16672 w 34015"/>
                        <a:gd name="connsiteY4" fmla="*/ 237 h 30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15" h="30514">
                          <a:moveTo>
                            <a:pt x="16672" y="237"/>
                          </a:moveTo>
                          <a:cubicBezTo>
                            <a:pt x="26007" y="1761"/>
                            <a:pt x="33627" y="9857"/>
                            <a:pt x="34008" y="18049"/>
                          </a:cubicBezTo>
                          <a:cubicBezTo>
                            <a:pt x="34293" y="26240"/>
                            <a:pt x="27055" y="31574"/>
                            <a:pt x="17530" y="30336"/>
                          </a:cubicBezTo>
                          <a:cubicBezTo>
                            <a:pt x="8005" y="29098"/>
                            <a:pt x="99" y="21478"/>
                            <a:pt x="4" y="13096"/>
                          </a:cubicBezTo>
                          <a:cubicBezTo>
                            <a:pt x="-187" y="4714"/>
                            <a:pt x="7338" y="-1287"/>
                            <a:pt x="16672" y="23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65" name="Forme libre : forme 13264">
                      <a:extLst>
                        <a:ext uri="{FF2B5EF4-FFF2-40B4-BE49-F238E27FC236}">
                          <a16:creationId xmlns:a16="http://schemas.microsoft.com/office/drawing/2014/main" id="{B8A1875E-1E63-41A4-A125-F4787E2B83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6878" y="3176888"/>
                      <a:ext cx="25439" cy="30484"/>
                    </a:xfrm>
                    <a:custGeom>
                      <a:avLst/>
                      <a:gdLst>
                        <a:gd name="connsiteX0" fmla="*/ 8858 w 25439"/>
                        <a:gd name="connsiteY0" fmla="*/ 15257 h 30484"/>
                        <a:gd name="connsiteX1" fmla="*/ 381 w 25439"/>
                        <a:gd name="connsiteY1" fmla="*/ 27163 h 30484"/>
                        <a:gd name="connsiteX2" fmla="*/ 8954 w 25439"/>
                        <a:gd name="connsiteY2" fmla="*/ 30307 h 30484"/>
                        <a:gd name="connsiteX3" fmla="*/ 25432 w 25439"/>
                        <a:gd name="connsiteY3" fmla="*/ 18019 h 30484"/>
                        <a:gd name="connsiteX4" fmla="*/ 8096 w 25439"/>
                        <a:gd name="connsiteY4" fmla="*/ 207 h 30484"/>
                        <a:gd name="connsiteX5" fmla="*/ 0 w 25439"/>
                        <a:gd name="connsiteY5" fmla="*/ 969 h 30484"/>
                        <a:gd name="connsiteX6" fmla="*/ 8858 w 25439"/>
                        <a:gd name="connsiteY6" fmla="*/ 15257 h 304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439" h="30484">
                          <a:moveTo>
                            <a:pt x="8858" y="15257"/>
                          </a:moveTo>
                          <a:cubicBezTo>
                            <a:pt x="9049" y="20972"/>
                            <a:pt x="5620" y="25258"/>
                            <a:pt x="381" y="27163"/>
                          </a:cubicBezTo>
                          <a:cubicBezTo>
                            <a:pt x="2953" y="28782"/>
                            <a:pt x="5810" y="29925"/>
                            <a:pt x="8954" y="30307"/>
                          </a:cubicBezTo>
                          <a:cubicBezTo>
                            <a:pt x="18479" y="31545"/>
                            <a:pt x="25717" y="26211"/>
                            <a:pt x="25432" y="18019"/>
                          </a:cubicBezTo>
                          <a:cubicBezTo>
                            <a:pt x="25146" y="9828"/>
                            <a:pt x="17431" y="1636"/>
                            <a:pt x="8096" y="207"/>
                          </a:cubicBezTo>
                          <a:cubicBezTo>
                            <a:pt x="5143" y="-269"/>
                            <a:pt x="2381" y="112"/>
                            <a:pt x="0" y="969"/>
                          </a:cubicBezTo>
                          <a:cubicBezTo>
                            <a:pt x="5143" y="4303"/>
                            <a:pt x="8668" y="9732"/>
                            <a:pt x="8858" y="1525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66" name="Forme libre : forme 13265">
                      <a:extLst>
                        <a:ext uri="{FF2B5EF4-FFF2-40B4-BE49-F238E27FC236}">
                          <a16:creationId xmlns:a16="http://schemas.microsoft.com/office/drawing/2014/main" id="{E7335E3E-6F7C-4D87-BFB6-D69F299A04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4365" y="3179478"/>
                      <a:ext cx="15900" cy="13020"/>
                    </a:xfrm>
                    <a:custGeom>
                      <a:avLst/>
                      <a:gdLst>
                        <a:gd name="connsiteX0" fmla="*/ 4703 w 15900"/>
                        <a:gd name="connsiteY0" fmla="*/ 379 h 13020"/>
                        <a:gd name="connsiteX1" fmla="*/ 15181 w 15900"/>
                        <a:gd name="connsiteY1" fmla="*/ 4475 h 13020"/>
                        <a:gd name="connsiteX2" fmla="*/ 11276 w 15900"/>
                        <a:gd name="connsiteY2" fmla="*/ 12667 h 13020"/>
                        <a:gd name="connsiteX3" fmla="*/ 703 w 15900"/>
                        <a:gd name="connsiteY3" fmla="*/ 8761 h 13020"/>
                        <a:gd name="connsiteX4" fmla="*/ 4703 w 15900"/>
                        <a:gd name="connsiteY4" fmla="*/ 379 h 13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00" h="13020">
                          <a:moveTo>
                            <a:pt x="4703" y="379"/>
                          </a:moveTo>
                          <a:cubicBezTo>
                            <a:pt x="8704" y="-859"/>
                            <a:pt x="13371" y="1046"/>
                            <a:pt x="15181" y="4475"/>
                          </a:cubicBezTo>
                          <a:cubicBezTo>
                            <a:pt x="16991" y="7904"/>
                            <a:pt x="15276" y="11523"/>
                            <a:pt x="11276" y="12667"/>
                          </a:cubicBezTo>
                          <a:cubicBezTo>
                            <a:pt x="7275" y="13810"/>
                            <a:pt x="2513" y="12095"/>
                            <a:pt x="703" y="8761"/>
                          </a:cubicBezTo>
                          <a:cubicBezTo>
                            <a:pt x="-1107" y="5332"/>
                            <a:pt x="703" y="1522"/>
                            <a:pt x="4703" y="37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67" name="Forme libre : forme 13266">
                      <a:extLst>
                        <a:ext uri="{FF2B5EF4-FFF2-40B4-BE49-F238E27FC236}">
                          <a16:creationId xmlns:a16="http://schemas.microsoft.com/office/drawing/2014/main" id="{06064E54-0661-446A-A4C0-0CB4BD0E43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5068" y="3187358"/>
                      <a:ext cx="5619" cy="5001"/>
                    </a:xfrm>
                    <a:custGeom>
                      <a:avLst/>
                      <a:gdLst>
                        <a:gd name="connsiteX0" fmla="*/ 2762 w 5619"/>
                        <a:gd name="connsiteY0" fmla="*/ 24 h 5001"/>
                        <a:gd name="connsiteX1" fmla="*/ 5620 w 5619"/>
                        <a:gd name="connsiteY1" fmla="*/ 2882 h 5001"/>
                        <a:gd name="connsiteX2" fmla="*/ 2858 w 5619"/>
                        <a:gd name="connsiteY2" fmla="*/ 4977 h 5001"/>
                        <a:gd name="connsiteX3" fmla="*/ 0 w 5619"/>
                        <a:gd name="connsiteY3" fmla="*/ 2120 h 5001"/>
                        <a:gd name="connsiteX4" fmla="*/ 2762 w 5619"/>
                        <a:gd name="connsiteY4" fmla="*/ 24 h 5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19" h="5001">
                          <a:moveTo>
                            <a:pt x="2762" y="24"/>
                          </a:moveTo>
                          <a:cubicBezTo>
                            <a:pt x="4286" y="215"/>
                            <a:pt x="5620" y="1548"/>
                            <a:pt x="5620" y="2882"/>
                          </a:cubicBezTo>
                          <a:cubicBezTo>
                            <a:pt x="5620" y="4215"/>
                            <a:pt x="4382" y="5168"/>
                            <a:pt x="2858" y="4977"/>
                          </a:cubicBezTo>
                          <a:cubicBezTo>
                            <a:pt x="1333" y="4787"/>
                            <a:pt x="0" y="3453"/>
                            <a:pt x="0" y="2120"/>
                          </a:cubicBezTo>
                          <a:cubicBezTo>
                            <a:pt x="0" y="786"/>
                            <a:pt x="1238" y="-166"/>
                            <a:pt x="2762" y="2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268" name="Graphique 5">
                  <a:extLst>
                    <a:ext uri="{FF2B5EF4-FFF2-40B4-BE49-F238E27FC236}">
                      <a16:creationId xmlns:a16="http://schemas.microsoft.com/office/drawing/2014/main" id="{FF66EB20-477B-4721-9AE7-121AECA67409}"/>
                    </a:ext>
                  </a:extLst>
                </p:cNvPr>
                <p:cNvGrpSpPr/>
                <p:nvPr/>
              </p:nvGrpSpPr>
              <p:grpSpPr>
                <a:xfrm>
                  <a:off x="2677836" y="3156429"/>
                  <a:ext cx="69461" cy="83154"/>
                  <a:chOff x="2677836" y="3156429"/>
                  <a:chExt cx="69461" cy="83154"/>
                </a:xfrm>
                <a:solidFill>
                  <a:schemeClr val="accent1"/>
                </a:solidFill>
              </p:grpSpPr>
              <p:grpSp>
                <p:nvGrpSpPr>
                  <p:cNvPr id="13269" name="Graphique 5">
                    <a:extLst>
                      <a:ext uri="{FF2B5EF4-FFF2-40B4-BE49-F238E27FC236}">
                        <a16:creationId xmlns:a16="http://schemas.microsoft.com/office/drawing/2014/main" id="{6ED9F277-C18A-43EB-8A9F-19E7127FBA18}"/>
                      </a:ext>
                    </a:extLst>
                  </p:cNvPr>
                  <p:cNvGrpSpPr/>
                  <p:nvPr/>
                </p:nvGrpSpPr>
                <p:grpSpPr>
                  <a:xfrm>
                    <a:off x="2714309" y="3211643"/>
                    <a:ext cx="32987" cy="27939"/>
                    <a:chOff x="2714309" y="3211643"/>
                    <a:chExt cx="32987" cy="27939"/>
                  </a:xfrm>
                  <a:solidFill>
                    <a:schemeClr val="accent1"/>
                  </a:solidFill>
                </p:grpSpPr>
                <p:sp>
                  <p:nvSpPr>
                    <p:cNvPr id="13270" name="Forme libre : forme 13269">
                      <a:extLst>
                        <a:ext uri="{FF2B5EF4-FFF2-40B4-BE49-F238E27FC236}">
                          <a16:creationId xmlns:a16="http://schemas.microsoft.com/office/drawing/2014/main" id="{7D269535-FC05-4AFF-80F0-A8BC70A9F8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14309" y="3211738"/>
                      <a:ext cx="32987" cy="27844"/>
                    </a:xfrm>
                    <a:custGeom>
                      <a:avLst/>
                      <a:gdLst>
                        <a:gd name="connsiteX0" fmla="*/ 8 w 32987"/>
                        <a:gd name="connsiteY0" fmla="*/ 10220 h 27844"/>
                        <a:gd name="connsiteX1" fmla="*/ 15915 w 32987"/>
                        <a:gd name="connsiteY1" fmla="*/ 599 h 27844"/>
                        <a:gd name="connsiteX2" fmla="*/ 32965 w 32987"/>
                        <a:gd name="connsiteY2" fmla="*/ 18125 h 27844"/>
                        <a:gd name="connsiteX3" fmla="*/ 17629 w 32987"/>
                        <a:gd name="connsiteY3" fmla="*/ 27365 h 27844"/>
                        <a:gd name="connsiteX4" fmla="*/ 8 w 32987"/>
                        <a:gd name="connsiteY4" fmla="*/ 10220 h 278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987" h="27844">
                          <a:moveTo>
                            <a:pt x="8" y="10220"/>
                          </a:moveTo>
                          <a:cubicBezTo>
                            <a:pt x="-278" y="2790"/>
                            <a:pt x="6962" y="-1687"/>
                            <a:pt x="15915" y="599"/>
                          </a:cubicBezTo>
                          <a:cubicBezTo>
                            <a:pt x="24964" y="2885"/>
                            <a:pt x="32488" y="10886"/>
                            <a:pt x="32965" y="18125"/>
                          </a:cubicBezTo>
                          <a:cubicBezTo>
                            <a:pt x="33441" y="25364"/>
                            <a:pt x="26488" y="29270"/>
                            <a:pt x="17629" y="27365"/>
                          </a:cubicBezTo>
                          <a:cubicBezTo>
                            <a:pt x="8581" y="25364"/>
                            <a:pt x="580" y="17840"/>
                            <a:pt x="8" y="102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71" name="Forme libre : forme 13270">
                      <a:extLst>
                        <a:ext uri="{FF2B5EF4-FFF2-40B4-BE49-F238E27FC236}">
                          <a16:creationId xmlns:a16="http://schemas.microsoft.com/office/drawing/2014/main" id="{06F1C0CA-FDDD-4AA1-910D-ECBE9F3D77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14309" y="3211643"/>
                      <a:ext cx="32973" cy="24030"/>
                    </a:xfrm>
                    <a:custGeom>
                      <a:avLst/>
                      <a:gdLst>
                        <a:gd name="connsiteX0" fmla="*/ 16391 w 32973"/>
                        <a:gd name="connsiteY0" fmla="*/ 13744 h 24030"/>
                        <a:gd name="connsiteX1" fmla="*/ 31155 w 32973"/>
                        <a:gd name="connsiteY1" fmla="*/ 24031 h 24030"/>
                        <a:gd name="connsiteX2" fmla="*/ 32965 w 32973"/>
                        <a:gd name="connsiteY2" fmla="*/ 18125 h 24030"/>
                        <a:gd name="connsiteX3" fmla="*/ 15915 w 32973"/>
                        <a:gd name="connsiteY3" fmla="*/ 599 h 24030"/>
                        <a:gd name="connsiteX4" fmla="*/ 8 w 32973"/>
                        <a:gd name="connsiteY4" fmla="*/ 10220 h 24030"/>
                        <a:gd name="connsiteX5" fmla="*/ 2675 w 32973"/>
                        <a:gd name="connsiteY5" fmla="*/ 17268 h 24030"/>
                        <a:gd name="connsiteX6" fmla="*/ 16391 w 32973"/>
                        <a:gd name="connsiteY6" fmla="*/ 13744 h 24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973" h="24030">
                          <a:moveTo>
                            <a:pt x="16391" y="13744"/>
                          </a:moveTo>
                          <a:cubicBezTo>
                            <a:pt x="22583" y="15268"/>
                            <a:pt x="28107" y="19364"/>
                            <a:pt x="31155" y="24031"/>
                          </a:cubicBezTo>
                          <a:cubicBezTo>
                            <a:pt x="32393" y="22507"/>
                            <a:pt x="33060" y="20507"/>
                            <a:pt x="32965" y="18125"/>
                          </a:cubicBezTo>
                          <a:cubicBezTo>
                            <a:pt x="32489" y="10886"/>
                            <a:pt x="24869" y="2885"/>
                            <a:pt x="15915" y="599"/>
                          </a:cubicBezTo>
                          <a:cubicBezTo>
                            <a:pt x="6866" y="-1687"/>
                            <a:pt x="-277" y="2790"/>
                            <a:pt x="8" y="10220"/>
                          </a:cubicBezTo>
                          <a:cubicBezTo>
                            <a:pt x="199" y="12601"/>
                            <a:pt x="1247" y="15077"/>
                            <a:pt x="2675" y="17268"/>
                          </a:cubicBezTo>
                          <a:cubicBezTo>
                            <a:pt x="5057" y="13839"/>
                            <a:pt x="10295" y="12315"/>
                            <a:pt x="16391" y="1374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72" name="Forme libre : forme 13271">
                      <a:extLst>
                        <a:ext uri="{FF2B5EF4-FFF2-40B4-BE49-F238E27FC236}">
                          <a16:creationId xmlns:a16="http://schemas.microsoft.com/office/drawing/2014/main" id="{81DCAEA6-C63F-4015-B785-849AB97E98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17505" y="3219781"/>
                      <a:ext cx="14327" cy="13406"/>
                    </a:xfrm>
                    <a:custGeom>
                      <a:avLst/>
                      <a:gdLst>
                        <a:gd name="connsiteX0" fmla="*/ 1194 w 14327"/>
                        <a:gd name="connsiteY0" fmla="*/ 7797 h 13406"/>
                        <a:gd name="connsiteX1" fmla="*/ 3384 w 14327"/>
                        <a:gd name="connsiteY1" fmla="*/ 82 h 13406"/>
                        <a:gd name="connsiteX2" fmla="*/ 13195 w 14327"/>
                        <a:gd name="connsiteY2" fmla="*/ 5702 h 13406"/>
                        <a:gd name="connsiteX3" fmla="*/ 11100 w 14327"/>
                        <a:gd name="connsiteY3" fmla="*/ 13322 h 13406"/>
                        <a:gd name="connsiteX4" fmla="*/ 1194 w 14327"/>
                        <a:gd name="connsiteY4" fmla="*/ 7797 h 134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27" h="13406">
                          <a:moveTo>
                            <a:pt x="1194" y="7797"/>
                          </a:moveTo>
                          <a:cubicBezTo>
                            <a:pt x="-1092" y="4082"/>
                            <a:pt x="51" y="653"/>
                            <a:pt x="3384" y="82"/>
                          </a:cubicBezTo>
                          <a:cubicBezTo>
                            <a:pt x="6718" y="-490"/>
                            <a:pt x="11100" y="1987"/>
                            <a:pt x="13195" y="5702"/>
                          </a:cubicBezTo>
                          <a:cubicBezTo>
                            <a:pt x="15386" y="9321"/>
                            <a:pt x="14243" y="12560"/>
                            <a:pt x="11100" y="13322"/>
                          </a:cubicBezTo>
                          <a:cubicBezTo>
                            <a:pt x="7861" y="13893"/>
                            <a:pt x="3384" y="11512"/>
                            <a:pt x="1194" y="77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73" name="Forme libre : forme 13272">
                      <a:extLst>
                        <a:ext uri="{FF2B5EF4-FFF2-40B4-BE49-F238E27FC236}">
                          <a16:creationId xmlns:a16="http://schemas.microsoft.com/office/drawing/2014/main" id="{1423E335-2F68-4371-9AD6-46D15C8F89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7075" y="3228900"/>
                      <a:ext cx="5434" cy="4548"/>
                    </a:xfrm>
                    <a:custGeom>
                      <a:avLst/>
                      <a:gdLst>
                        <a:gd name="connsiteX0" fmla="*/ 6 w 5434"/>
                        <a:gd name="connsiteY0" fmla="*/ 1631 h 4548"/>
                        <a:gd name="connsiteX1" fmla="*/ 2577 w 5434"/>
                        <a:gd name="connsiteY1" fmla="*/ 107 h 4548"/>
                        <a:gd name="connsiteX2" fmla="*/ 5435 w 5434"/>
                        <a:gd name="connsiteY2" fmla="*/ 2869 h 4548"/>
                        <a:gd name="connsiteX3" fmla="*/ 2863 w 5434"/>
                        <a:gd name="connsiteY3" fmla="*/ 4489 h 4548"/>
                        <a:gd name="connsiteX4" fmla="*/ 6 w 5434"/>
                        <a:gd name="connsiteY4" fmla="*/ 1631 h 4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34" h="4548">
                          <a:moveTo>
                            <a:pt x="6" y="1631"/>
                          </a:moveTo>
                          <a:cubicBezTo>
                            <a:pt x="-90" y="393"/>
                            <a:pt x="1053" y="-274"/>
                            <a:pt x="2577" y="107"/>
                          </a:cubicBezTo>
                          <a:cubicBezTo>
                            <a:pt x="4101" y="488"/>
                            <a:pt x="5340" y="1726"/>
                            <a:pt x="5435" y="2869"/>
                          </a:cubicBezTo>
                          <a:cubicBezTo>
                            <a:pt x="5435" y="4012"/>
                            <a:pt x="4387" y="4774"/>
                            <a:pt x="2863" y="4489"/>
                          </a:cubicBezTo>
                          <a:cubicBezTo>
                            <a:pt x="1434" y="4203"/>
                            <a:pt x="101" y="2869"/>
                            <a:pt x="6" y="16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74" name="Graphique 5">
                    <a:extLst>
                      <a:ext uri="{FF2B5EF4-FFF2-40B4-BE49-F238E27FC236}">
                        <a16:creationId xmlns:a16="http://schemas.microsoft.com/office/drawing/2014/main" id="{3DEB798C-1DB3-4A27-9D53-EF99D3D9E5A7}"/>
                      </a:ext>
                    </a:extLst>
                  </p:cNvPr>
                  <p:cNvGrpSpPr/>
                  <p:nvPr/>
                </p:nvGrpSpPr>
                <p:grpSpPr>
                  <a:xfrm>
                    <a:off x="2700217" y="3182958"/>
                    <a:ext cx="32689" cy="29060"/>
                    <a:chOff x="2700217" y="3182958"/>
                    <a:chExt cx="32689" cy="29060"/>
                  </a:xfrm>
                  <a:solidFill>
                    <a:schemeClr val="accent1"/>
                  </a:solidFill>
                </p:grpSpPr>
                <p:sp>
                  <p:nvSpPr>
                    <p:cNvPr id="13275" name="Forme libre : forme 13274">
                      <a:extLst>
                        <a:ext uri="{FF2B5EF4-FFF2-40B4-BE49-F238E27FC236}">
                          <a16:creationId xmlns:a16="http://schemas.microsoft.com/office/drawing/2014/main" id="{E794654B-4DE3-42CE-86E5-A2A7AD153C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0217" y="3182958"/>
                      <a:ext cx="32689" cy="29060"/>
                    </a:xfrm>
                    <a:custGeom>
                      <a:avLst/>
                      <a:gdLst>
                        <a:gd name="connsiteX0" fmla="*/ 4 w 32689"/>
                        <a:gd name="connsiteY0" fmla="*/ 10711 h 29060"/>
                        <a:gd name="connsiteX1" fmla="*/ 16387 w 32689"/>
                        <a:gd name="connsiteY1" fmla="*/ 710 h 29060"/>
                        <a:gd name="connsiteX2" fmla="*/ 32674 w 32689"/>
                        <a:gd name="connsiteY2" fmla="*/ 18807 h 29060"/>
                        <a:gd name="connsiteX3" fmla="*/ 16863 w 32689"/>
                        <a:gd name="connsiteY3" fmla="*/ 28522 h 29060"/>
                        <a:gd name="connsiteX4" fmla="*/ 4 w 32689"/>
                        <a:gd name="connsiteY4" fmla="*/ 10711 h 290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689" h="29060">
                          <a:moveTo>
                            <a:pt x="4" y="10711"/>
                          </a:moveTo>
                          <a:cubicBezTo>
                            <a:pt x="-187" y="2805"/>
                            <a:pt x="7147" y="-1862"/>
                            <a:pt x="16387" y="710"/>
                          </a:cubicBezTo>
                          <a:cubicBezTo>
                            <a:pt x="25435" y="3186"/>
                            <a:pt x="32674" y="11473"/>
                            <a:pt x="32674" y="18807"/>
                          </a:cubicBezTo>
                          <a:cubicBezTo>
                            <a:pt x="33055" y="26427"/>
                            <a:pt x="26007" y="30618"/>
                            <a:pt x="16863" y="28522"/>
                          </a:cubicBezTo>
                          <a:cubicBezTo>
                            <a:pt x="7814" y="26427"/>
                            <a:pt x="99" y="18616"/>
                            <a:pt x="4" y="1071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76" name="Forme libre : forme 13275">
                      <a:extLst>
                        <a:ext uri="{FF2B5EF4-FFF2-40B4-BE49-F238E27FC236}">
                          <a16:creationId xmlns:a16="http://schemas.microsoft.com/office/drawing/2014/main" id="{A7175685-12CE-4496-918A-C62CABB3A1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0217" y="3182958"/>
                      <a:ext cx="32682" cy="25093"/>
                    </a:xfrm>
                    <a:custGeom>
                      <a:avLst/>
                      <a:gdLst>
                        <a:gd name="connsiteX0" fmla="*/ 16291 w 32682"/>
                        <a:gd name="connsiteY0" fmla="*/ 14330 h 25093"/>
                        <a:gd name="connsiteX1" fmla="*/ 30769 w 32682"/>
                        <a:gd name="connsiteY1" fmla="*/ 25093 h 25093"/>
                        <a:gd name="connsiteX2" fmla="*/ 32674 w 32682"/>
                        <a:gd name="connsiteY2" fmla="*/ 18807 h 25093"/>
                        <a:gd name="connsiteX3" fmla="*/ 16387 w 32682"/>
                        <a:gd name="connsiteY3" fmla="*/ 710 h 25093"/>
                        <a:gd name="connsiteX4" fmla="*/ 4 w 32682"/>
                        <a:gd name="connsiteY4" fmla="*/ 10711 h 25093"/>
                        <a:gd name="connsiteX5" fmla="*/ 2290 w 32682"/>
                        <a:gd name="connsiteY5" fmla="*/ 18045 h 25093"/>
                        <a:gd name="connsiteX6" fmla="*/ 16291 w 32682"/>
                        <a:gd name="connsiteY6" fmla="*/ 14330 h 250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82" h="25093">
                          <a:moveTo>
                            <a:pt x="16291" y="14330"/>
                          </a:moveTo>
                          <a:cubicBezTo>
                            <a:pt x="22483" y="15854"/>
                            <a:pt x="27817" y="20140"/>
                            <a:pt x="30769" y="25093"/>
                          </a:cubicBezTo>
                          <a:cubicBezTo>
                            <a:pt x="32008" y="23474"/>
                            <a:pt x="32770" y="21379"/>
                            <a:pt x="32674" y="18807"/>
                          </a:cubicBezTo>
                          <a:cubicBezTo>
                            <a:pt x="32674" y="11377"/>
                            <a:pt x="25435" y="3091"/>
                            <a:pt x="16387" y="710"/>
                          </a:cubicBezTo>
                          <a:cubicBezTo>
                            <a:pt x="7147" y="-1862"/>
                            <a:pt x="-187" y="2805"/>
                            <a:pt x="4" y="10711"/>
                          </a:cubicBezTo>
                          <a:cubicBezTo>
                            <a:pt x="4" y="13187"/>
                            <a:pt x="956" y="15664"/>
                            <a:pt x="2290" y="18045"/>
                          </a:cubicBezTo>
                          <a:cubicBezTo>
                            <a:pt x="5052" y="14521"/>
                            <a:pt x="10291" y="12806"/>
                            <a:pt x="16291" y="1433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77" name="Forme libre : forme 13276">
                      <a:extLst>
                        <a:ext uri="{FF2B5EF4-FFF2-40B4-BE49-F238E27FC236}">
                          <a16:creationId xmlns:a16="http://schemas.microsoft.com/office/drawing/2014/main" id="{616F30D1-B921-40B4-9869-C873F13F17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3328" y="3191376"/>
                      <a:ext cx="14193" cy="13926"/>
                    </a:xfrm>
                    <a:custGeom>
                      <a:avLst/>
                      <a:gdLst>
                        <a:gd name="connsiteX0" fmla="*/ 988 w 14193"/>
                        <a:gd name="connsiteY0" fmla="*/ 8199 h 13926"/>
                        <a:gd name="connsiteX1" fmla="*/ 3464 w 14193"/>
                        <a:gd name="connsiteY1" fmla="*/ 102 h 13926"/>
                        <a:gd name="connsiteX2" fmla="*/ 13180 w 14193"/>
                        <a:gd name="connsiteY2" fmla="*/ 5913 h 13926"/>
                        <a:gd name="connsiteX3" fmla="*/ 10799 w 14193"/>
                        <a:gd name="connsiteY3" fmla="*/ 13818 h 13926"/>
                        <a:gd name="connsiteX4" fmla="*/ 988 w 14193"/>
                        <a:gd name="connsiteY4" fmla="*/ 8199 h 139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93" h="13926">
                          <a:moveTo>
                            <a:pt x="988" y="8199"/>
                          </a:moveTo>
                          <a:cubicBezTo>
                            <a:pt x="-1012" y="4389"/>
                            <a:pt x="131" y="769"/>
                            <a:pt x="3464" y="102"/>
                          </a:cubicBezTo>
                          <a:cubicBezTo>
                            <a:pt x="6798" y="-564"/>
                            <a:pt x="11084" y="2103"/>
                            <a:pt x="13180" y="5913"/>
                          </a:cubicBezTo>
                          <a:cubicBezTo>
                            <a:pt x="15180" y="9723"/>
                            <a:pt x="14132" y="13247"/>
                            <a:pt x="10799" y="13818"/>
                          </a:cubicBezTo>
                          <a:cubicBezTo>
                            <a:pt x="7465" y="14485"/>
                            <a:pt x="2988" y="12009"/>
                            <a:pt x="988" y="819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78" name="Forme libre : forme 13277">
                      <a:extLst>
                        <a:ext uri="{FF2B5EF4-FFF2-40B4-BE49-F238E27FC236}">
                          <a16:creationId xmlns:a16="http://schemas.microsoft.com/office/drawing/2014/main" id="{DD25CD05-9CEA-4FA0-B8ED-E7475F6805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12794" y="3201000"/>
                      <a:ext cx="5429" cy="4769"/>
                    </a:xfrm>
                    <a:custGeom>
                      <a:avLst/>
                      <a:gdLst>
                        <a:gd name="connsiteX0" fmla="*/ 0 w 5429"/>
                        <a:gd name="connsiteY0" fmla="*/ 1718 h 4769"/>
                        <a:gd name="connsiteX1" fmla="*/ 2667 w 5429"/>
                        <a:gd name="connsiteY1" fmla="*/ 99 h 4769"/>
                        <a:gd name="connsiteX2" fmla="*/ 5429 w 5429"/>
                        <a:gd name="connsiteY2" fmla="*/ 3051 h 4769"/>
                        <a:gd name="connsiteX3" fmla="*/ 2762 w 5429"/>
                        <a:gd name="connsiteY3" fmla="*/ 4671 h 4769"/>
                        <a:gd name="connsiteX4" fmla="*/ 0 w 5429"/>
                        <a:gd name="connsiteY4" fmla="*/ 1718 h 4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29" h="4769">
                          <a:moveTo>
                            <a:pt x="0" y="1718"/>
                          </a:moveTo>
                          <a:cubicBezTo>
                            <a:pt x="0" y="480"/>
                            <a:pt x="1143" y="-282"/>
                            <a:pt x="2667" y="99"/>
                          </a:cubicBezTo>
                          <a:cubicBezTo>
                            <a:pt x="4191" y="480"/>
                            <a:pt x="5429" y="1813"/>
                            <a:pt x="5429" y="3051"/>
                          </a:cubicBezTo>
                          <a:cubicBezTo>
                            <a:pt x="5429" y="4289"/>
                            <a:pt x="4286" y="5052"/>
                            <a:pt x="2762" y="4671"/>
                          </a:cubicBezTo>
                          <a:cubicBezTo>
                            <a:pt x="1238" y="4289"/>
                            <a:pt x="0" y="3051"/>
                            <a:pt x="0" y="171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79" name="Graphique 5">
                    <a:extLst>
                      <a:ext uri="{FF2B5EF4-FFF2-40B4-BE49-F238E27FC236}">
                        <a16:creationId xmlns:a16="http://schemas.microsoft.com/office/drawing/2014/main" id="{DC4A0DD6-C587-4C00-904D-2302A39ACF4E}"/>
                      </a:ext>
                    </a:extLst>
                  </p:cNvPr>
                  <p:cNvGrpSpPr/>
                  <p:nvPr/>
                </p:nvGrpSpPr>
                <p:grpSpPr>
                  <a:xfrm>
                    <a:off x="2677836" y="3156429"/>
                    <a:ext cx="33251" cy="30007"/>
                    <a:chOff x="2677836" y="3156429"/>
                    <a:chExt cx="33251" cy="30007"/>
                  </a:xfrm>
                  <a:solidFill>
                    <a:schemeClr val="accent1"/>
                  </a:solidFill>
                </p:grpSpPr>
                <p:sp>
                  <p:nvSpPr>
                    <p:cNvPr id="13280" name="Forme libre : forme 13279">
                      <a:extLst>
                        <a:ext uri="{FF2B5EF4-FFF2-40B4-BE49-F238E27FC236}">
                          <a16:creationId xmlns:a16="http://schemas.microsoft.com/office/drawing/2014/main" id="{9061499C-45DF-4988-8757-65DFFB45F3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7836" y="3156429"/>
                      <a:ext cx="33251" cy="30007"/>
                    </a:xfrm>
                    <a:custGeom>
                      <a:avLst/>
                      <a:gdLst>
                        <a:gd name="connsiteX0" fmla="*/ 1 w 33251"/>
                        <a:gd name="connsiteY0" fmla="*/ 11046 h 30007"/>
                        <a:gd name="connsiteX1" fmla="*/ 17336 w 33251"/>
                        <a:gd name="connsiteY1" fmla="*/ 664 h 30007"/>
                        <a:gd name="connsiteX2" fmla="*/ 33243 w 33251"/>
                        <a:gd name="connsiteY2" fmla="*/ 19428 h 30007"/>
                        <a:gd name="connsiteX3" fmla="*/ 16574 w 33251"/>
                        <a:gd name="connsiteY3" fmla="*/ 29525 h 30007"/>
                        <a:gd name="connsiteX4" fmla="*/ 1 w 33251"/>
                        <a:gd name="connsiteY4" fmla="*/ 11046 h 30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251" h="30007">
                          <a:moveTo>
                            <a:pt x="1" y="11046"/>
                          </a:moveTo>
                          <a:cubicBezTo>
                            <a:pt x="191" y="2855"/>
                            <a:pt x="8288" y="-1812"/>
                            <a:pt x="17336" y="664"/>
                          </a:cubicBezTo>
                          <a:cubicBezTo>
                            <a:pt x="26480" y="3045"/>
                            <a:pt x="33529" y="11618"/>
                            <a:pt x="33243" y="19428"/>
                          </a:cubicBezTo>
                          <a:cubicBezTo>
                            <a:pt x="32862" y="27144"/>
                            <a:pt x="25623" y="31525"/>
                            <a:pt x="16574" y="29525"/>
                          </a:cubicBezTo>
                          <a:cubicBezTo>
                            <a:pt x="7430" y="27429"/>
                            <a:pt x="-94" y="19333"/>
                            <a:pt x="1" y="1104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81" name="Forme libre : forme 13280">
                      <a:extLst>
                        <a:ext uri="{FF2B5EF4-FFF2-40B4-BE49-F238E27FC236}">
                          <a16:creationId xmlns:a16="http://schemas.microsoft.com/office/drawing/2014/main" id="{B67860B7-22F8-432B-9261-2BA86532C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7837" y="3156471"/>
                      <a:ext cx="33245" cy="25768"/>
                    </a:xfrm>
                    <a:custGeom>
                      <a:avLst/>
                      <a:gdLst>
                        <a:gd name="connsiteX0" fmla="*/ 16573 w 33245"/>
                        <a:gd name="connsiteY0" fmla="*/ 14719 h 25768"/>
                        <a:gd name="connsiteX1" fmla="*/ 30766 w 33245"/>
                        <a:gd name="connsiteY1" fmla="*/ 25768 h 25768"/>
                        <a:gd name="connsiteX2" fmla="*/ 33242 w 33245"/>
                        <a:gd name="connsiteY2" fmla="*/ 19386 h 25768"/>
                        <a:gd name="connsiteX3" fmla="*/ 17335 w 33245"/>
                        <a:gd name="connsiteY3" fmla="*/ 622 h 25768"/>
                        <a:gd name="connsiteX4" fmla="*/ 0 w 33245"/>
                        <a:gd name="connsiteY4" fmla="*/ 11004 h 25768"/>
                        <a:gd name="connsiteX5" fmla="*/ 2095 w 33245"/>
                        <a:gd name="connsiteY5" fmla="*/ 18624 h 25768"/>
                        <a:gd name="connsiteX6" fmla="*/ 16573 w 33245"/>
                        <a:gd name="connsiteY6" fmla="*/ 14719 h 25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45" h="25768">
                          <a:moveTo>
                            <a:pt x="16573" y="14719"/>
                          </a:moveTo>
                          <a:cubicBezTo>
                            <a:pt x="22860" y="16338"/>
                            <a:pt x="28099" y="20720"/>
                            <a:pt x="30766" y="25768"/>
                          </a:cubicBezTo>
                          <a:cubicBezTo>
                            <a:pt x="32194" y="24054"/>
                            <a:pt x="33147" y="21958"/>
                            <a:pt x="33242" y="19386"/>
                          </a:cubicBezTo>
                          <a:cubicBezTo>
                            <a:pt x="33433" y="11576"/>
                            <a:pt x="26384" y="3099"/>
                            <a:pt x="17335" y="622"/>
                          </a:cubicBezTo>
                          <a:cubicBezTo>
                            <a:pt x="8287" y="-1759"/>
                            <a:pt x="190" y="2908"/>
                            <a:pt x="0" y="11004"/>
                          </a:cubicBezTo>
                          <a:cubicBezTo>
                            <a:pt x="0" y="13576"/>
                            <a:pt x="762" y="16243"/>
                            <a:pt x="2095" y="18624"/>
                          </a:cubicBezTo>
                          <a:cubicBezTo>
                            <a:pt x="4953" y="14814"/>
                            <a:pt x="10287" y="13100"/>
                            <a:pt x="16573" y="1471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82" name="Forme libre : forme 13281">
                      <a:extLst>
                        <a:ext uri="{FF2B5EF4-FFF2-40B4-BE49-F238E27FC236}">
                          <a16:creationId xmlns:a16="http://schemas.microsoft.com/office/drawing/2014/main" id="{7859FB0A-82A2-4FB2-AF82-93E3C979C6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0926" y="3165090"/>
                      <a:ext cx="14179" cy="14425"/>
                    </a:xfrm>
                    <a:custGeom>
                      <a:avLst/>
                      <a:gdLst>
                        <a:gd name="connsiteX0" fmla="*/ 911 w 14179"/>
                        <a:gd name="connsiteY0" fmla="*/ 8482 h 14425"/>
                        <a:gd name="connsiteX1" fmla="*/ 3769 w 14179"/>
                        <a:gd name="connsiteY1" fmla="*/ 99 h 14425"/>
                        <a:gd name="connsiteX2" fmla="*/ 13389 w 14179"/>
                        <a:gd name="connsiteY2" fmla="*/ 6100 h 14425"/>
                        <a:gd name="connsiteX3" fmla="*/ 10627 w 14179"/>
                        <a:gd name="connsiteY3" fmla="*/ 14292 h 14425"/>
                        <a:gd name="connsiteX4" fmla="*/ 911 w 14179"/>
                        <a:gd name="connsiteY4" fmla="*/ 8482 h 14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79" h="14425">
                          <a:moveTo>
                            <a:pt x="911" y="8482"/>
                          </a:moveTo>
                          <a:cubicBezTo>
                            <a:pt x="-994" y="4576"/>
                            <a:pt x="149" y="671"/>
                            <a:pt x="3769" y="99"/>
                          </a:cubicBezTo>
                          <a:cubicBezTo>
                            <a:pt x="7293" y="-567"/>
                            <a:pt x="11579" y="2195"/>
                            <a:pt x="13389" y="6100"/>
                          </a:cubicBezTo>
                          <a:cubicBezTo>
                            <a:pt x="15103" y="9910"/>
                            <a:pt x="13960" y="13625"/>
                            <a:pt x="10627" y="14292"/>
                          </a:cubicBezTo>
                          <a:cubicBezTo>
                            <a:pt x="7198" y="15054"/>
                            <a:pt x="2816" y="12482"/>
                            <a:pt x="911" y="848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83" name="Forme libre : forme 13282">
                      <a:extLst>
                        <a:ext uri="{FF2B5EF4-FFF2-40B4-BE49-F238E27FC236}">
                          <a16:creationId xmlns:a16="http://schemas.microsoft.com/office/drawing/2014/main" id="{20E0B75D-C3EE-41A7-B39A-0AF70CC41D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90219" y="3174940"/>
                      <a:ext cx="5333" cy="4920"/>
                    </a:xfrm>
                    <a:custGeom>
                      <a:avLst/>
                      <a:gdLst>
                        <a:gd name="connsiteX0" fmla="*/ 0 w 5333"/>
                        <a:gd name="connsiteY0" fmla="*/ 1869 h 4920"/>
                        <a:gd name="connsiteX1" fmla="*/ 2667 w 5333"/>
                        <a:gd name="connsiteY1" fmla="*/ 60 h 4920"/>
                        <a:gd name="connsiteX2" fmla="*/ 5334 w 5333"/>
                        <a:gd name="connsiteY2" fmla="*/ 3108 h 4920"/>
                        <a:gd name="connsiteX3" fmla="*/ 2667 w 5333"/>
                        <a:gd name="connsiteY3" fmla="*/ 4822 h 4920"/>
                        <a:gd name="connsiteX4" fmla="*/ 0 w 5333"/>
                        <a:gd name="connsiteY4" fmla="*/ 1869 h 4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33" h="4920">
                          <a:moveTo>
                            <a:pt x="0" y="1869"/>
                          </a:moveTo>
                          <a:cubicBezTo>
                            <a:pt x="0" y="536"/>
                            <a:pt x="1238" y="-226"/>
                            <a:pt x="2667" y="60"/>
                          </a:cubicBezTo>
                          <a:cubicBezTo>
                            <a:pt x="4191" y="441"/>
                            <a:pt x="5334" y="1774"/>
                            <a:pt x="5334" y="3108"/>
                          </a:cubicBezTo>
                          <a:cubicBezTo>
                            <a:pt x="5334" y="4441"/>
                            <a:pt x="4096" y="5203"/>
                            <a:pt x="2667" y="4822"/>
                          </a:cubicBezTo>
                          <a:cubicBezTo>
                            <a:pt x="1238" y="4441"/>
                            <a:pt x="0" y="3203"/>
                            <a:pt x="0" y="18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284" name="Graphique 5">
                  <a:extLst>
                    <a:ext uri="{FF2B5EF4-FFF2-40B4-BE49-F238E27FC236}">
                      <a16:creationId xmlns:a16="http://schemas.microsoft.com/office/drawing/2014/main" id="{848CD32B-4629-4874-8EB9-41D672F29058}"/>
                    </a:ext>
                  </a:extLst>
                </p:cNvPr>
                <p:cNvGrpSpPr/>
                <p:nvPr/>
              </p:nvGrpSpPr>
              <p:grpSpPr>
                <a:xfrm>
                  <a:off x="2670969" y="3046286"/>
                  <a:ext cx="43158" cy="90809"/>
                  <a:chOff x="2670969" y="3046286"/>
                  <a:chExt cx="43158" cy="90809"/>
                </a:xfrm>
                <a:solidFill>
                  <a:schemeClr val="accent1"/>
                </a:solidFill>
              </p:grpSpPr>
              <p:grpSp>
                <p:nvGrpSpPr>
                  <p:cNvPr id="13285" name="Graphique 5">
                    <a:extLst>
                      <a:ext uri="{FF2B5EF4-FFF2-40B4-BE49-F238E27FC236}">
                        <a16:creationId xmlns:a16="http://schemas.microsoft.com/office/drawing/2014/main" id="{6728DCD4-1874-43F6-ADBC-DE978C99B1F3}"/>
                      </a:ext>
                    </a:extLst>
                  </p:cNvPr>
                  <p:cNvGrpSpPr/>
                  <p:nvPr/>
                </p:nvGrpSpPr>
                <p:grpSpPr>
                  <a:xfrm>
                    <a:off x="2670969" y="3105663"/>
                    <a:ext cx="33304" cy="31432"/>
                    <a:chOff x="2670969" y="3105663"/>
                    <a:chExt cx="33304" cy="31432"/>
                  </a:xfrm>
                  <a:solidFill>
                    <a:schemeClr val="accent1"/>
                  </a:solidFill>
                </p:grpSpPr>
                <p:sp>
                  <p:nvSpPr>
                    <p:cNvPr id="13286" name="Forme libre : forme 13285">
                      <a:extLst>
                        <a:ext uri="{FF2B5EF4-FFF2-40B4-BE49-F238E27FC236}">
                          <a16:creationId xmlns:a16="http://schemas.microsoft.com/office/drawing/2014/main" id="{71C00155-8134-4585-AE66-24BBB4D779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0969" y="3105729"/>
                      <a:ext cx="33304" cy="31366"/>
                    </a:xfrm>
                    <a:custGeom>
                      <a:avLst/>
                      <a:gdLst>
                        <a:gd name="connsiteX0" fmla="*/ 4010 w 33304"/>
                        <a:gd name="connsiteY0" fmla="*/ 3453 h 31366"/>
                        <a:gd name="connsiteX1" fmla="*/ 27346 w 33304"/>
                        <a:gd name="connsiteY1" fmla="*/ 6215 h 31366"/>
                        <a:gd name="connsiteX2" fmla="*/ 29537 w 33304"/>
                        <a:gd name="connsiteY2" fmla="*/ 28122 h 31366"/>
                        <a:gd name="connsiteX3" fmla="*/ 6201 w 33304"/>
                        <a:gd name="connsiteY3" fmla="*/ 25646 h 31366"/>
                        <a:gd name="connsiteX4" fmla="*/ 4010 w 33304"/>
                        <a:gd name="connsiteY4" fmla="*/ 3453 h 31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304" h="31366">
                          <a:moveTo>
                            <a:pt x="4010" y="3453"/>
                          </a:moveTo>
                          <a:cubicBezTo>
                            <a:pt x="10010" y="-2072"/>
                            <a:pt x="20488" y="-834"/>
                            <a:pt x="27346" y="6215"/>
                          </a:cubicBezTo>
                          <a:cubicBezTo>
                            <a:pt x="34299" y="13168"/>
                            <a:pt x="35347" y="22979"/>
                            <a:pt x="29537" y="28122"/>
                          </a:cubicBezTo>
                          <a:cubicBezTo>
                            <a:pt x="23727" y="33171"/>
                            <a:pt x="13439" y="32313"/>
                            <a:pt x="6201" y="25646"/>
                          </a:cubicBezTo>
                          <a:cubicBezTo>
                            <a:pt x="-1134" y="18883"/>
                            <a:pt x="-2086" y="8977"/>
                            <a:pt x="4010" y="34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87" name="Forme libre : forme 13286">
                      <a:extLst>
                        <a:ext uri="{FF2B5EF4-FFF2-40B4-BE49-F238E27FC236}">
                          <a16:creationId xmlns:a16="http://schemas.microsoft.com/office/drawing/2014/main" id="{6E8D05AA-FA84-42C8-941D-3A8DB4F163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1360" y="3105663"/>
                      <a:ext cx="32843" cy="31045"/>
                    </a:xfrm>
                    <a:custGeom>
                      <a:avLst/>
                      <a:gdLst>
                        <a:gd name="connsiteX0" fmla="*/ 16478 w 32843"/>
                        <a:gd name="connsiteY0" fmla="*/ 15520 h 31045"/>
                        <a:gd name="connsiteX1" fmla="*/ 22193 w 32843"/>
                        <a:gd name="connsiteY1" fmla="*/ 31046 h 31045"/>
                        <a:gd name="connsiteX2" fmla="*/ 29146 w 32843"/>
                        <a:gd name="connsiteY2" fmla="*/ 28093 h 31045"/>
                        <a:gd name="connsiteX3" fmla="*/ 26956 w 32843"/>
                        <a:gd name="connsiteY3" fmla="*/ 6186 h 31045"/>
                        <a:gd name="connsiteX4" fmla="*/ 3620 w 32843"/>
                        <a:gd name="connsiteY4" fmla="*/ 3423 h 31045"/>
                        <a:gd name="connsiteX5" fmla="*/ 0 w 32843"/>
                        <a:gd name="connsiteY5" fmla="*/ 9805 h 31045"/>
                        <a:gd name="connsiteX6" fmla="*/ 16478 w 32843"/>
                        <a:gd name="connsiteY6" fmla="*/ 15520 h 31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843" h="31045">
                          <a:moveTo>
                            <a:pt x="16478" y="15520"/>
                          </a:moveTo>
                          <a:cubicBezTo>
                            <a:pt x="21241" y="20187"/>
                            <a:pt x="23241" y="26093"/>
                            <a:pt x="22193" y="31046"/>
                          </a:cubicBezTo>
                          <a:cubicBezTo>
                            <a:pt x="24860" y="30665"/>
                            <a:pt x="27242" y="29712"/>
                            <a:pt x="29146" y="28093"/>
                          </a:cubicBezTo>
                          <a:cubicBezTo>
                            <a:pt x="34862" y="22950"/>
                            <a:pt x="33814" y="13234"/>
                            <a:pt x="26956" y="6186"/>
                          </a:cubicBezTo>
                          <a:cubicBezTo>
                            <a:pt x="20003" y="-768"/>
                            <a:pt x="9620" y="-2101"/>
                            <a:pt x="3620" y="3423"/>
                          </a:cubicBezTo>
                          <a:cubicBezTo>
                            <a:pt x="1715" y="5138"/>
                            <a:pt x="571" y="7424"/>
                            <a:pt x="0" y="9805"/>
                          </a:cubicBezTo>
                          <a:cubicBezTo>
                            <a:pt x="5429" y="9043"/>
                            <a:pt x="11716" y="11043"/>
                            <a:pt x="16478" y="1552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88" name="Forme libre : forme 13287">
                      <a:extLst>
                        <a:ext uri="{FF2B5EF4-FFF2-40B4-BE49-F238E27FC236}">
                          <a16:creationId xmlns:a16="http://schemas.microsoft.com/office/drawing/2014/main" id="{58A4EE45-F84B-4846-8D04-DF8AF4F5A9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3955" y="3111024"/>
                      <a:ext cx="14016" cy="14701"/>
                    </a:xfrm>
                    <a:custGeom>
                      <a:avLst/>
                      <a:gdLst>
                        <a:gd name="connsiteX0" fmla="*/ 262 w 14016"/>
                        <a:gd name="connsiteY0" fmla="*/ 4635 h 14701"/>
                        <a:gd name="connsiteX1" fmla="*/ 8930 w 14016"/>
                        <a:gd name="connsiteY1" fmla="*/ 540 h 14701"/>
                        <a:gd name="connsiteX2" fmla="*/ 13787 w 14016"/>
                        <a:gd name="connsiteY2" fmla="*/ 10160 h 14701"/>
                        <a:gd name="connsiteX3" fmla="*/ 5120 w 14016"/>
                        <a:gd name="connsiteY3" fmla="*/ 14160 h 14701"/>
                        <a:gd name="connsiteX4" fmla="*/ 262 w 14016"/>
                        <a:gd name="connsiteY4" fmla="*/ 4635 h 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16" h="14701">
                          <a:moveTo>
                            <a:pt x="262" y="4635"/>
                          </a:moveTo>
                          <a:cubicBezTo>
                            <a:pt x="1310" y="825"/>
                            <a:pt x="5215" y="-984"/>
                            <a:pt x="8930" y="540"/>
                          </a:cubicBezTo>
                          <a:cubicBezTo>
                            <a:pt x="12645" y="2064"/>
                            <a:pt x="14740" y="6445"/>
                            <a:pt x="13787" y="10160"/>
                          </a:cubicBezTo>
                          <a:cubicBezTo>
                            <a:pt x="12740" y="13875"/>
                            <a:pt x="8930" y="15684"/>
                            <a:pt x="5120" y="14160"/>
                          </a:cubicBezTo>
                          <a:cubicBezTo>
                            <a:pt x="1405" y="12636"/>
                            <a:pt x="-786" y="8445"/>
                            <a:pt x="262" y="463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89" name="Forme libre : forme 13288">
                      <a:extLst>
                        <a:ext uri="{FF2B5EF4-FFF2-40B4-BE49-F238E27FC236}">
                          <a16:creationId xmlns:a16="http://schemas.microsoft.com/office/drawing/2014/main" id="{0BB6A738-03CC-4F9C-9CD4-C23276FD6D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9196" y="3122168"/>
                      <a:ext cx="5567" cy="5080"/>
                    </a:xfrm>
                    <a:custGeom>
                      <a:avLst/>
                      <a:gdLst>
                        <a:gd name="connsiteX0" fmla="*/ 641 w 5567"/>
                        <a:gd name="connsiteY0" fmla="*/ 540 h 5080"/>
                        <a:gd name="connsiteX1" fmla="*/ 4546 w 5567"/>
                        <a:gd name="connsiteY1" fmla="*/ 921 h 5080"/>
                        <a:gd name="connsiteX2" fmla="*/ 4927 w 5567"/>
                        <a:gd name="connsiteY2" fmla="*/ 4540 h 5080"/>
                        <a:gd name="connsiteX3" fmla="*/ 1022 w 5567"/>
                        <a:gd name="connsiteY3" fmla="*/ 4159 h 5080"/>
                        <a:gd name="connsiteX4" fmla="*/ 641 w 5567"/>
                        <a:gd name="connsiteY4" fmla="*/ 540 h 5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7" h="5080">
                          <a:moveTo>
                            <a:pt x="641" y="540"/>
                          </a:moveTo>
                          <a:cubicBezTo>
                            <a:pt x="1593" y="-317"/>
                            <a:pt x="3308" y="-127"/>
                            <a:pt x="4546" y="921"/>
                          </a:cubicBezTo>
                          <a:cubicBezTo>
                            <a:pt x="5784" y="1969"/>
                            <a:pt x="5880" y="3683"/>
                            <a:pt x="4927" y="4540"/>
                          </a:cubicBezTo>
                          <a:cubicBezTo>
                            <a:pt x="3975" y="5398"/>
                            <a:pt x="2260" y="5207"/>
                            <a:pt x="1022" y="4159"/>
                          </a:cubicBezTo>
                          <a:cubicBezTo>
                            <a:pt x="-216" y="3112"/>
                            <a:pt x="-312" y="1397"/>
                            <a:pt x="641" y="5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90" name="Graphique 5">
                    <a:extLst>
                      <a:ext uri="{FF2B5EF4-FFF2-40B4-BE49-F238E27FC236}">
                        <a16:creationId xmlns:a16="http://schemas.microsoft.com/office/drawing/2014/main" id="{59E210E1-BD6B-484A-A695-454742CAA3B7}"/>
                      </a:ext>
                    </a:extLst>
                  </p:cNvPr>
                  <p:cNvGrpSpPr/>
                  <p:nvPr/>
                </p:nvGrpSpPr>
                <p:grpSpPr>
                  <a:xfrm>
                    <a:off x="2680663" y="3077873"/>
                    <a:ext cx="33137" cy="31959"/>
                    <a:chOff x="2680663" y="3077873"/>
                    <a:chExt cx="33137" cy="31959"/>
                  </a:xfrm>
                  <a:solidFill>
                    <a:schemeClr val="accent1"/>
                  </a:solidFill>
                </p:grpSpPr>
                <p:sp>
                  <p:nvSpPr>
                    <p:cNvPr id="13291" name="Forme libre : forme 13290">
                      <a:extLst>
                        <a:ext uri="{FF2B5EF4-FFF2-40B4-BE49-F238E27FC236}">
                          <a16:creationId xmlns:a16="http://schemas.microsoft.com/office/drawing/2014/main" id="{BF0D52EC-DED7-4614-BCC9-31604B3E2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0663" y="3077968"/>
                      <a:ext cx="33137" cy="31864"/>
                    </a:xfrm>
                    <a:custGeom>
                      <a:avLst/>
                      <a:gdLst>
                        <a:gd name="connsiteX0" fmla="*/ 4412 w 33137"/>
                        <a:gd name="connsiteY0" fmla="*/ 3115 h 31864"/>
                        <a:gd name="connsiteX1" fmla="*/ 27844 w 33137"/>
                        <a:gd name="connsiteY1" fmla="*/ 6735 h 31864"/>
                        <a:gd name="connsiteX2" fmla="*/ 28891 w 33137"/>
                        <a:gd name="connsiteY2" fmla="*/ 28833 h 31864"/>
                        <a:gd name="connsiteX3" fmla="*/ 5651 w 33137"/>
                        <a:gd name="connsiteY3" fmla="*/ 25594 h 31864"/>
                        <a:gd name="connsiteX4" fmla="*/ 4412 w 33137"/>
                        <a:gd name="connsiteY4" fmla="*/ 3115 h 31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137" h="31864">
                          <a:moveTo>
                            <a:pt x="4412" y="3115"/>
                          </a:moveTo>
                          <a:cubicBezTo>
                            <a:pt x="10794" y="-2218"/>
                            <a:pt x="21176" y="-504"/>
                            <a:pt x="27844" y="6735"/>
                          </a:cubicBezTo>
                          <a:cubicBezTo>
                            <a:pt x="34416" y="13974"/>
                            <a:pt x="34987" y="23880"/>
                            <a:pt x="28891" y="28833"/>
                          </a:cubicBezTo>
                          <a:cubicBezTo>
                            <a:pt x="22795" y="33786"/>
                            <a:pt x="12699" y="32643"/>
                            <a:pt x="5651" y="25594"/>
                          </a:cubicBezTo>
                          <a:cubicBezTo>
                            <a:pt x="-1207" y="18641"/>
                            <a:pt x="-2065" y="8354"/>
                            <a:pt x="4412" y="311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92" name="Forme libre : forme 13291">
                      <a:extLst>
                        <a:ext uri="{FF2B5EF4-FFF2-40B4-BE49-F238E27FC236}">
                          <a16:creationId xmlns:a16="http://schemas.microsoft.com/office/drawing/2014/main" id="{F279E474-3792-4F2B-A600-DBD46BB350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1075" y="3077873"/>
                      <a:ext cx="32725" cy="31690"/>
                    </a:xfrm>
                    <a:custGeom>
                      <a:avLst/>
                      <a:gdLst>
                        <a:gd name="connsiteX0" fmla="*/ 16383 w 32725"/>
                        <a:gd name="connsiteY0" fmla="*/ 15784 h 31690"/>
                        <a:gd name="connsiteX1" fmla="*/ 21431 w 32725"/>
                        <a:gd name="connsiteY1" fmla="*/ 31690 h 31690"/>
                        <a:gd name="connsiteX2" fmla="*/ 28480 w 32725"/>
                        <a:gd name="connsiteY2" fmla="*/ 28833 h 31690"/>
                        <a:gd name="connsiteX3" fmla="*/ 27432 w 32725"/>
                        <a:gd name="connsiteY3" fmla="*/ 6735 h 31690"/>
                        <a:gd name="connsiteX4" fmla="*/ 4000 w 32725"/>
                        <a:gd name="connsiteY4" fmla="*/ 3115 h 31690"/>
                        <a:gd name="connsiteX5" fmla="*/ 0 w 32725"/>
                        <a:gd name="connsiteY5" fmla="*/ 9402 h 31690"/>
                        <a:gd name="connsiteX6" fmla="*/ 16383 w 32725"/>
                        <a:gd name="connsiteY6" fmla="*/ 15784 h 31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725" h="31690">
                          <a:moveTo>
                            <a:pt x="16383" y="15784"/>
                          </a:moveTo>
                          <a:cubicBezTo>
                            <a:pt x="21050" y="20641"/>
                            <a:pt x="22479" y="26642"/>
                            <a:pt x="21431" y="31690"/>
                          </a:cubicBezTo>
                          <a:cubicBezTo>
                            <a:pt x="24003" y="31309"/>
                            <a:pt x="26479" y="30452"/>
                            <a:pt x="28480" y="28833"/>
                          </a:cubicBezTo>
                          <a:cubicBezTo>
                            <a:pt x="34576" y="23880"/>
                            <a:pt x="34004" y="14069"/>
                            <a:pt x="27432" y="6735"/>
                          </a:cubicBezTo>
                          <a:cubicBezTo>
                            <a:pt x="20860" y="-504"/>
                            <a:pt x="10382" y="-2218"/>
                            <a:pt x="4000" y="3115"/>
                          </a:cubicBezTo>
                          <a:cubicBezTo>
                            <a:pt x="2000" y="4830"/>
                            <a:pt x="667" y="7021"/>
                            <a:pt x="0" y="9402"/>
                          </a:cubicBezTo>
                          <a:cubicBezTo>
                            <a:pt x="5620" y="8830"/>
                            <a:pt x="11906" y="11021"/>
                            <a:pt x="16383" y="1578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93" name="Forme libre : forme 13292">
                      <a:extLst>
                        <a:ext uri="{FF2B5EF4-FFF2-40B4-BE49-F238E27FC236}">
                          <a16:creationId xmlns:a16="http://schemas.microsoft.com/office/drawing/2014/main" id="{021E7AF5-FB4F-4051-BDEC-6D3DF37438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3634" y="3083163"/>
                      <a:ext cx="14096" cy="14929"/>
                    </a:xfrm>
                    <a:custGeom>
                      <a:avLst/>
                      <a:gdLst>
                        <a:gd name="connsiteX0" fmla="*/ 394 w 14096"/>
                        <a:gd name="connsiteY0" fmla="*/ 4397 h 14929"/>
                        <a:gd name="connsiteX1" fmla="*/ 9347 w 14096"/>
                        <a:gd name="connsiteY1" fmla="*/ 682 h 14929"/>
                        <a:gd name="connsiteX2" fmla="*/ 13729 w 14096"/>
                        <a:gd name="connsiteY2" fmla="*/ 10588 h 14929"/>
                        <a:gd name="connsiteX3" fmla="*/ 4871 w 14096"/>
                        <a:gd name="connsiteY3" fmla="*/ 14303 h 14929"/>
                        <a:gd name="connsiteX4" fmla="*/ 394 w 14096"/>
                        <a:gd name="connsiteY4" fmla="*/ 4397 h 14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96" h="14929">
                          <a:moveTo>
                            <a:pt x="394" y="4397"/>
                          </a:moveTo>
                          <a:cubicBezTo>
                            <a:pt x="1727" y="587"/>
                            <a:pt x="5728" y="-1032"/>
                            <a:pt x="9347" y="682"/>
                          </a:cubicBezTo>
                          <a:cubicBezTo>
                            <a:pt x="12967" y="2397"/>
                            <a:pt x="14967" y="6873"/>
                            <a:pt x="13729" y="10588"/>
                          </a:cubicBezTo>
                          <a:cubicBezTo>
                            <a:pt x="12491" y="14303"/>
                            <a:pt x="8490" y="15922"/>
                            <a:pt x="4871" y="14303"/>
                          </a:cubicBezTo>
                          <a:cubicBezTo>
                            <a:pt x="1251" y="12684"/>
                            <a:pt x="-940" y="8112"/>
                            <a:pt x="394" y="43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94" name="Forme libre : forme 13293">
                      <a:extLst>
                        <a:ext uri="{FF2B5EF4-FFF2-40B4-BE49-F238E27FC236}">
                          <a16:creationId xmlns:a16="http://schemas.microsoft.com/office/drawing/2014/main" id="{B16CD29E-633C-4687-B788-735560DB1C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8674" y="3094396"/>
                      <a:ext cx="5476" cy="5222"/>
                    </a:xfrm>
                    <a:custGeom>
                      <a:avLst/>
                      <a:gdLst>
                        <a:gd name="connsiteX0" fmla="*/ 688 w 5476"/>
                        <a:gd name="connsiteY0" fmla="*/ 498 h 5222"/>
                        <a:gd name="connsiteX1" fmla="*/ 4594 w 5476"/>
                        <a:gd name="connsiteY1" fmla="*/ 1070 h 5222"/>
                        <a:gd name="connsiteX2" fmla="*/ 4784 w 5476"/>
                        <a:gd name="connsiteY2" fmla="*/ 4689 h 5222"/>
                        <a:gd name="connsiteX3" fmla="*/ 974 w 5476"/>
                        <a:gd name="connsiteY3" fmla="*/ 4213 h 5222"/>
                        <a:gd name="connsiteX4" fmla="*/ 688 w 5476"/>
                        <a:gd name="connsiteY4" fmla="*/ 498 h 5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76" h="5222">
                          <a:moveTo>
                            <a:pt x="688" y="498"/>
                          </a:moveTo>
                          <a:cubicBezTo>
                            <a:pt x="1736" y="-359"/>
                            <a:pt x="3451" y="-73"/>
                            <a:pt x="4594" y="1070"/>
                          </a:cubicBezTo>
                          <a:cubicBezTo>
                            <a:pt x="5737" y="2213"/>
                            <a:pt x="5737" y="3832"/>
                            <a:pt x="4784" y="4689"/>
                          </a:cubicBezTo>
                          <a:cubicBezTo>
                            <a:pt x="3832" y="5547"/>
                            <a:pt x="2117" y="5356"/>
                            <a:pt x="974" y="4213"/>
                          </a:cubicBezTo>
                          <a:cubicBezTo>
                            <a:pt x="-169" y="2975"/>
                            <a:pt x="-359" y="1356"/>
                            <a:pt x="688" y="49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95" name="Graphique 5">
                    <a:extLst>
                      <a:ext uri="{FF2B5EF4-FFF2-40B4-BE49-F238E27FC236}">
                        <a16:creationId xmlns:a16="http://schemas.microsoft.com/office/drawing/2014/main" id="{B75BFD82-E2CD-45B7-AF1C-8BAB5F1FE851}"/>
                      </a:ext>
                    </a:extLst>
                  </p:cNvPr>
                  <p:cNvGrpSpPr/>
                  <p:nvPr/>
                </p:nvGrpSpPr>
                <p:grpSpPr>
                  <a:xfrm>
                    <a:off x="2681039" y="3046286"/>
                    <a:ext cx="33089" cy="32558"/>
                    <a:chOff x="2681039" y="3046286"/>
                    <a:chExt cx="33089" cy="32558"/>
                  </a:xfrm>
                  <a:solidFill>
                    <a:schemeClr val="accent1"/>
                  </a:solidFill>
                </p:grpSpPr>
                <p:sp>
                  <p:nvSpPr>
                    <p:cNvPr id="13296" name="Forme libre : forme 13295">
                      <a:extLst>
                        <a:ext uri="{FF2B5EF4-FFF2-40B4-BE49-F238E27FC236}">
                          <a16:creationId xmlns:a16="http://schemas.microsoft.com/office/drawing/2014/main" id="{3C94AD50-1C5C-4E6A-B9FA-6CD6CD8DDA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1039" y="3046286"/>
                      <a:ext cx="33089" cy="32558"/>
                    </a:xfrm>
                    <a:custGeom>
                      <a:avLst/>
                      <a:gdLst>
                        <a:gd name="connsiteX0" fmla="*/ 4799 w 33089"/>
                        <a:gd name="connsiteY0" fmla="*/ 2889 h 32558"/>
                        <a:gd name="connsiteX1" fmla="*/ 28421 w 33089"/>
                        <a:gd name="connsiteY1" fmla="*/ 7175 h 32558"/>
                        <a:gd name="connsiteX2" fmla="*/ 28326 w 33089"/>
                        <a:gd name="connsiteY2" fmla="*/ 29559 h 32558"/>
                        <a:gd name="connsiteX3" fmla="*/ 4989 w 33089"/>
                        <a:gd name="connsiteY3" fmla="*/ 25844 h 32558"/>
                        <a:gd name="connsiteX4" fmla="*/ 4799 w 33089"/>
                        <a:gd name="connsiteY4" fmla="*/ 2889 h 32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089" h="32558">
                          <a:moveTo>
                            <a:pt x="4799" y="2889"/>
                          </a:moveTo>
                          <a:cubicBezTo>
                            <a:pt x="11657" y="-2255"/>
                            <a:pt x="22134" y="-350"/>
                            <a:pt x="28421" y="7175"/>
                          </a:cubicBezTo>
                          <a:cubicBezTo>
                            <a:pt x="34803" y="14795"/>
                            <a:pt x="34517" y="24510"/>
                            <a:pt x="28326" y="29559"/>
                          </a:cubicBezTo>
                          <a:cubicBezTo>
                            <a:pt x="22134" y="34702"/>
                            <a:pt x="11657" y="33083"/>
                            <a:pt x="4989" y="25844"/>
                          </a:cubicBezTo>
                          <a:cubicBezTo>
                            <a:pt x="-1583" y="18795"/>
                            <a:pt x="-1678" y="8413"/>
                            <a:pt x="4799" y="288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97" name="Forme libre : forme 13296">
                      <a:extLst>
                        <a:ext uri="{FF2B5EF4-FFF2-40B4-BE49-F238E27FC236}">
                          <a16:creationId xmlns:a16="http://schemas.microsoft.com/office/drawing/2014/main" id="{D36D2463-3F27-4450-A740-880EB442DC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1742" y="3046381"/>
                      <a:ext cx="32386" cy="32416"/>
                    </a:xfrm>
                    <a:custGeom>
                      <a:avLst/>
                      <a:gdLst>
                        <a:gd name="connsiteX0" fmla="*/ 16002 w 32386"/>
                        <a:gd name="connsiteY0" fmla="*/ 15938 h 32416"/>
                        <a:gd name="connsiteX1" fmla="*/ 20479 w 32386"/>
                        <a:gd name="connsiteY1" fmla="*/ 32416 h 32416"/>
                        <a:gd name="connsiteX2" fmla="*/ 27623 w 32386"/>
                        <a:gd name="connsiteY2" fmla="*/ 29559 h 32416"/>
                        <a:gd name="connsiteX3" fmla="*/ 27718 w 32386"/>
                        <a:gd name="connsiteY3" fmla="*/ 7175 h 32416"/>
                        <a:gd name="connsiteX4" fmla="*/ 4096 w 32386"/>
                        <a:gd name="connsiteY4" fmla="*/ 2889 h 32416"/>
                        <a:gd name="connsiteX5" fmla="*/ 0 w 32386"/>
                        <a:gd name="connsiteY5" fmla="*/ 9366 h 32416"/>
                        <a:gd name="connsiteX6" fmla="*/ 16002 w 32386"/>
                        <a:gd name="connsiteY6" fmla="*/ 15938 h 32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386" h="32416">
                          <a:moveTo>
                            <a:pt x="16002" y="15938"/>
                          </a:moveTo>
                          <a:cubicBezTo>
                            <a:pt x="20479" y="20986"/>
                            <a:pt x="21908" y="27273"/>
                            <a:pt x="20479" y="32416"/>
                          </a:cubicBezTo>
                          <a:cubicBezTo>
                            <a:pt x="23146" y="32130"/>
                            <a:pt x="25622" y="31273"/>
                            <a:pt x="27623" y="29559"/>
                          </a:cubicBezTo>
                          <a:cubicBezTo>
                            <a:pt x="33814" y="24415"/>
                            <a:pt x="34100" y="14700"/>
                            <a:pt x="27718" y="7175"/>
                          </a:cubicBezTo>
                          <a:cubicBezTo>
                            <a:pt x="21431" y="-350"/>
                            <a:pt x="10858" y="-2255"/>
                            <a:pt x="4096" y="2889"/>
                          </a:cubicBezTo>
                          <a:cubicBezTo>
                            <a:pt x="2000" y="4603"/>
                            <a:pt x="762" y="6889"/>
                            <a:pt x="0" y="9366"/>
                          </a:cubicBezTo>
                          <a:cubicBezTo>
                            <a:pt x="5525" y="8604"/>
                            <a:pt x="11621" y="10985"/>
                            <a:pt x="16002" y="1593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98" name="Forme libre : forme 13297">
                      <a:extLst>
                        <a:ext uri="{FF2B5EF4-FFF2-40B4-BE49-F238E27FC236}">
                          <a16:creationId xmlns:a16="http://schemas.microsoft.com/office/drawing/2014/main" id="{8BC9A240-E2FA-4526-BCFD-AD9CD84F00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4123" y="3051442"/>
                      <a:ext cx="13989" cy="15352"/>
                    </a:xfrm>
                    <a:custGeom>
                      <a:avLst/>
                      <a:gdLst>
                        <a:gd name="connsiteX0" fmla="*/ 477 w 13989"/>
                        <a:gd name="connsiteY0" fmla="*/ 4495 h 15352"/>
                        <a:gd name="connsiteX1" fmla="*/ 9621 w 13989"/>
                        <a:gd name="connsiteY1" fmla="*/ 780 h 15352"/>
                        <a:gd name="connsiteX2" fmla="*/ 13526 w 13989"/>
                        <a:gd name="connsiteY2" fmla="*/ 10877 h 15352"/>
                        <a:gd name="connsiteX3" fmla="*/ 4572 w 13989"/>
                        <a:gd name="connsiteY3" fmla="*/ 14687 h 15352"/>
                        <a:gd name="connsiteX4" fmla="*/ 477 w 13989"/>
                        <a:gd name="connsiteY4" fmla="*/ 4495 h 15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89" h="15352">
                          <a:moveTo>
                            <a:pt x="477" y="4495"/>
                          </a:moveTo>
                          <a:cubicBezTo>
                            <a:pt x="1810" y="590"/>
                            <a:pt x="6001" y="-1125"/>
                            <a:pt x="9621" y="780"/>
                          </a:cubicBezTo>
                          <a:cubicBezTo>
                            <a:pt x="13240" y="2685"/>
                            <a:pt x="14859" y="7067"/>
                            <a:pt x="13526" y="10877"/>
                          </a:cubicBezTo>
                          <a:cubicBezTo>
                            <a:pt x="12192" y="14687"/>
                            <a:pt x="8192" y="16401"/>
                            <a:pt x="4572" y="14687"/>
                          </a:cubicBezTo>
                          <a:cubicBezTo>
                            <a:pt x="953" y="12877"/>
                            <a:pt x="-952" y="8400"/>
                            <a:pt x="477" y="449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99" name="Forme libre : forme 13298">
                      <a:extLst>
                        <a:ext uri="{FF2B5EF4-FFF2-40B4-BE49-F238E27FC236}">
                          <a16:creationId xmlns:a16="http://schemas.microsoft.com/office/drawing/2014/main" id="{3D51C02B-AFC8-4BD4-9DCE-DA63CE79F9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8873" y="3062964"/>
                      <a:ext cx="5419" cy="5419"/>
                    </a:xfrm>
                    <a:custGeom>
                      <a:avLst/>
                      <a:gdLst>
                        <a:gd name="connsiteX0" fmla="*/ 774 w 5419"/>
                        <a:gd name="connsiteY0" fmla="*/ 498 h 5419"/>
                        <a:gd name="connsiteX1" fmla="*/ 4584 w 5419"/>
                        <a:gd name="connsiteY1" fmla="*/ 1070 h 5419"/>
                        <a:gd name="connsiteX2" fmla="*/ 4680 w 5419"/>
                        <a:gd name="connsiteY2" fmla="*/ 4880 h 5419"/>
                        <a:gd name="connsiteX3" fmla="*/ 870 w 5419"/>
                        <a:gd name="connsiteY3" fmla="*/ 4309 h 5419"/>
                        <a:gd name="connsiteX4" fmla="*/ 774 w 5419"/>
                        <a:gd name="connsiteY4" fmla="*/ 498 h 54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19" h="5419">
                          <a:moveTo>
                            <a:pt x="774" y="498"/>
                          </a:moveTo>
                          <a:cubicBezTo>
                            <a:pt x="1822" y="-359"/>
                            <a:pt x="3537" y="-73"/>
                            <a:pt x="4584" y="1070"/>
                          </a:cubicBezTo>
                          <a:cubicBezTo>
                            <a:pt x="5632" y="2308"/>
                            <a:pt x="5727" y="3927"/>
                            <a:pt x="4680" y="4880"/>
                          </a:cubicBezTo>
                          <a:cubicBezTo>
                            <a:pt x="3632" y="5833"/>
                            <a:pt x="1917" y="5451"/>
                            <a:pt x="870" y="4309"/>
                          </a:cubicBezTo>
                          <a:cubicBezTo>
                            <a:pt x="-273" y="3070"/>
                            <a:pt x="-273" y="1451"/>
                            <a:pt x="774" y="49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300" name="Graphique 5">
                  <a:extLst>
                    <a:ext uri="{FF2B5EF4-FFF2-40B4-BE49-F238E27FC236}">
                      <a16:creationId xmlns:a16="http://schemas.microsoft.com/office/drawing/2014/main" id="{64D801C4-3B9A-4A76-9AC6-BFDC18E21199}"/>
                    </a:ext>
                  </a:extLst>
                </p:cNvPr>
                <p:cNvGrpSpPr/>
                <p:nvPr/>
              </p:nvGrpSpPr>
              <p:grpSpPr>
                <a:xfrm>
                  <a:off x="2596259" y="2958760"/>
                  <a:ext cx="43335" cy="102624"/>
                  <a:chOff x="2596259" y="2958760"/>
                  <a:chExt cx="43335" cy="102624"/>
                </a:xfrm>
                <a:solidFill>
                  <a:schemeClr val="accent1"/>
                </a:solidFill>
              </p:grpSpPr>
              <p:grpSp>
                <p:nvGrpSpPr>
                  <p:cNvPr id="13301" name="Graphique 5">
                    <a:extLst>
                      <a:ext uri="{FF2B5EF4-FFF2-40B4-BE49-F238E27FC236}">
                        <a16:creationId xmlns:a16="http://schemas.microsoft.com/office/drawing/2014/main" id="{8ECFB8C1-679B-4ED8-8352-F4ED066C2587}"/>
                      </a:ext>
                    </a:extLst>
                  </p:cNvPr>
                  <p:cNvGrpSpPr/>
                  <p:nvPr/>
                </p:nvGrpSpPr>
                <p:grpSpPr>
                  <a:xfrm>
                    <a:off x="2603244" y="3027281"/>
                    <a:ext cx="34596" cy="34103"/>
                    <a:chOff x="2603244" y="3027281"/>
                    <a:chExt cx="34596" cy="34103"/>
                  </a:xfrm>
                  <a:solidFill>
                    <a:schemeClr val="accent1"/>
                  </a:solidFill>
                </p:grpSpPr>
                <p:sp>
                  <p:nvSpPr>
                    <p:cNvPr id="13302" name="Forme libre : forme 13301">
                      <a:extLst>
                        <a:ext uri="{FF2B5EF4-FFF2-40B4-BE49-F238E27FC236}">
                          <a16:creationId xmlns:a16="http://schemas.microsoft.com/office/drawing/2014/main" id="{EF35A7FF-6500-4388-9E82-E7272D8AAC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3244" y="3027281"/>
                      <a:ext cx="34501" cy="34103"/>
                    </a:xfrm>
                    <a:custGeom>
                      <a:avLst/>
                      <a:gdLst>
                        <a:gd name="connsiteX0" fmla="*/ 1632 w 34501"/>
                        <a:gd name="connsiteY0" fmla="*/ 8749 h 34103"/>
                        <a:gd name="connsiteX1" fmla="*/ 24873 w 34501"/>
                        <a:gd name="connsiteY1" fmla="*/ 2367 h 34103"/>
                        <a:gd name="connsiteX2" fmla="*/ 32778 w 34501"/>
                        <a:gd name="connsiteY2" fmla="*/ 25513 h 34103"/>
                        <a:gd name="connsiteX3" fmla="*/ 10109 w 34501"/>
                        <a:gd name="connsiteY3" fmla="*/ 31990 h 34103"/>
                        <a:gd name="connsiteX4" fmla="*/ 1632 w 34501"/>
                        <a:gd name="connsiteY4" fmla="*/ 8749 h 34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01" h="34103">
                          <a:moveTo>
                            <a:pt x="1632" y="8749"/>
                          </a:moveTo>
                          <a:cubicBezTo>
                            <a:pt x="5537" y="176"/>
                            <a:pt x="16395" y="-2395"/>
                            <a:pt x="24873" y="2367"/>
                          </a:cubicBezTo>
                          <a:cubicBezTo>
                            <a:pt x="33445" y="7225"/>
                            <a:pt x="36874" y="17607"/>
                            <a:pt x="32778" y="25513"/>
                          </a:cubicBezTo>
                          <a:cubicBezTo>
                            <a:pt x="28968" y="33609"/>
                            <a:pt x="18872" y="36467"/>
                            <a:pt x="10109" y="31990"/>
                          </a:cubicBezTo>
                          <a:cubicBezTo>
                            <a:pt x="1441" y="27513"/>
                            <a:pt x="-2464" y="17226"/>
                            <a:pt x="1632" y="874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03" name="Forme libre : forme 13302">
                      <a:extLst>
                        <a:ext uri="{FF2B5EF4-FFF2-40B4-BE49-F238E27FC236}">
                          <a16:creationId xmlns:a16="http://schemas.microsoft.com/office/drawing/2014/main" id="{3DE2179A-9CD4-4C74-99B7-E904CA283D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3400" y="3027281"/>
                      <a:ext cx="34440" cy="31608"/>
                    </a:xfrm>
                    <a:custGeom>
                      <a:avLst/>
                      <a:gdLst>
                        <a:gd name="connsiteX0" fmla="*/ 17191 w 34440"/>
                        <a:gd name="connsiteY0" fmla="*/ 16655 h 31608"/>
                        <a:gd name="connsiteX1" fmla="*/ 27192 w 34440"/>
                        <a:gd name="connsiteY1" fmla="*/ 31609 h 31608"/>
                        <a:gd name="connsiteX2" fmla="*/ 32717 w 34440"/>
                        <a:gd name="connsiteY2" fmla="*/ 25513 h 31608"/>
                        <a:gd name="connsiteX3" fmla="*/ 24811 w 34440"/>
                        <a:gd name="connsiteY3" fmla="*/ 2367 h 31608"/>
                        <a:gd name="connsiteX4" fmla="*/ 1570 w 34440"/>
                        <a:gd name="connsiteY4" fmla="*/ 8749 h 31608"/>
                        <a:gd name="connsiteX5" fmla="*/ 46 w 34440"/>
                        <a:gd name="connsiteY5" fmla="*/ 17131 h 31608"/>
                        <a:gd name="connsiteX6" fmla="*/ 17191 w 34440"/>
                        <a:gd name="connsiteY6" fmla="*/ 16655 h 31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40" h="31608">
                          <a:moveTo>
                            <a:pt x="17191" y="16655"/>
                          </a:moveTo>
                          <a:cubicBezTo>
                            <a:pt x="23096" y="19798"/>
                            <a:pt x="26621" y="25703"/>
                            <a:pt x="27192" y="31609"/>
                          </a:cubicBezTo>
                          <a:cubicBezTo>
                            <a:pt x="29478" y="30180"/>
                            <a:pt x="31478" y="28180"/>
                            <a:pt x="32717" y="25513"/>
                          </a:cubicBezTo>
                          <a:cubicBezTo>
                            <a:pt x="36812" y="17607"/>
                            <a:pt x="33383" y="7320"/>
                            <a:pt x="24811" y="2367"/>
                          </a:cubicBezTo>
                          <a:cubicBezTo>
                            <a:pt x="16334" y="-2395"/>
                            <a:pt x="5475" y="176"/>
                            <a:pt x="1570" y="8749"/>
                          </a:cubicBezTo>
                          <a:cubicBezTo>
                            <a:pt x="236" y="11416"/>
                            <a:pt x="-144" y="14273"/>
                            <a:pt x="46" y="17131"/>
                          </a:cubicBezTo>
                          <a:cubicBezTo>
                            <a:pt x="4904" y="13988"/>
                            <a:pt x="11381" y="13511"/>
                            <a:pt x="17191" y="1665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04" name="Forme libre : forme 13303">
                      <a:extLst>
                        <a:ext uri="{FF2B5EF4-FFF2-40B4-BE49-F238E27FC236}">
                          <a16:creationId xmlns:a16="http://schemas.microsoft.com/office/drawing/2014/main" id="{65BF3B2A-9082-454C-9DC8-4D6DCB03B5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6111" y="3035356"/>
                      <a:ext cx="14291" cy="16582"/>
                    </a:xfrm>
                    <a:custGeom>
                      <a:avLst/>
                      <a:gdLst>
                        <a:gd name="connsiteX0" fmla="*/ 2 w 14291"/>
                        <a:gd name="connsiteY0" fmla="*/ 8008 h 16582"/>
                        <a:gd name="connsiteX1" fmla="*/ 6955 w 14291"/>
                        <a:gd name="connsiteY1" fmla="*/ 7 h 16582"/>
                        <a:gd name="connsiteX2" fmla="*/ 14290 w 14291"/>
                        <a:gd name="connsiteY2" fmla="*/ 8675 h 16582"/>
                        <a:gd name="connsiteX3" fmla="*/ 7432 w 14291"/>
                        <a:gd name="connsiteY3" fmla="*/ 16581 h 16582"/>
                        <a:gd name="connsiteX4" fmla="*/ 2 w 14291"/>
                        <a:gd name="connsiteY4" fmla="*/ 8008 h 16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91" h="16582">
                          <a:moveTo>
                            <a:pt x="2" y="8008"/>
                          </a:moveTo>
                          <a:cubicBezTo>
                            <a:pt x="-93" y="3436"/>
                            <a:pt x="3050" y="-183"/>
                            <a:pt x="6955" y="7"/>
                          </a:cubicBezTo>
                          <a:cubicBezTo>
                            <a:pt x="10861" y="198"/>
                            <a:pt x="14194" y="4103"/>
                            <a:pt x="14290" y="8675"/>
                          </a:cubicBezTo>
                          <a:cubicBezTo>
                            <a:pt x="14385" y="13247"/>
                            <a:pt x="11337" y="16676"/>
                            <a:pt x="7432" y="16581"/>
                          </a:cubicBezTo>
                          <a:cubicBezTo>
                            <a:pt x="3431" y="16295"/>
                            <a:pt x="97" y="12485"/>
                            <a:pt x="2" y="800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05" name="Forme libre : forme 13304">
                      <a:extLst>
                        <a:ext uri="{FF2B5EF4-FFF2-40B4-BE49-F238E27FC236}">
                          <a16:creationId xmlns:a16="http://schemas.microsoft.com/office/drawing/2014/main" id="{24C8BEA4-9DC4-46EB-8C7C-06D85D66A9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3268" y="3047309"/>
                      <a:ext cx="5678" cy="5593"/>
                    </a:xfrm>
                    <a:custGeom>
                      <a:avLst/>
                      <a:gdLst>
                        <a:gd name="connsiteX0" fmla="*/ 275 w 5678"/>
                        <a:gd name="connsiteY0" fmla="*/ 1484 h 5593"/>
                        <a:gd name="connsiteX1" fmla="*/ 3990 w 5678"/>
                        <a:gd name="connsiteY1" fmla="*/ 341 h 5593"/>
                        <a:gd name="connsiteX2" fmla="*/ 5419 w 5678"/>
                        <a:gd name="connsiteY2" fmla="*/ 4151 h 5593"/>
                        <a:gd name="connsiteX3" fmla="*/ 1704 w 5678"/>
                        <a:gd name="connsiteY3" fmla="*/ 5294 h 5593"/>
                        <a:gd name="connsiteX4" fmla="*/ 275 w 5678"/>
                        <a:gd name="connsiteY4" fmla="*/ 1484 h 55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78" h="5593">
                          <a:moveTo>
                            <a:pt x="275" y="1484"/>
                          </a:moveTo>
                          <a:cubicBezTo>
                            <a:pt x="942" y="151"/>
                            <a:pt x="2561" y="-421"/>
                            <a:pt x="3990" y="341"/>
                          </a:cubicBezTo>
                          <a:cubicBezTo>
                            <a:pt x="5419" y="1103"/>
                            <a:pt x="6085" y="2818"/>
                            <a:pt x="5419" y="4151"/>
                          </a:cubicBezTo>
                          <a:cubicBezTo>
                            <a:pt x="4752" y="5485"/>
                            <a:pt x="3133" y="5961"/>
                            <a:pt x="1704" y="5294"/>
                          </a:cubicBezTo>
                          <a:cubicBezTo>
                            <a:pt x="180" y="4532"/>
                            <a:pt x="-392" y="2818"/>
                            <a:pt x="275" y="14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06" name="Graphique 5">
                    <a:extLst>
                      <a:ext uri="{FF2B5EF4-FFF2-40B4-BE49-F238E27FC236}">
                        <a16:creationId xmlns:a16="http://schemas.microsoft.com/office/drawing/2014/main" id="{C17D0AC3-A224-473B-8212-114C1F7AE169}"/>
                      </a:ext>
                    </a:extLst>
                  </p:cNvPr>
                  <p:cNvGrpSpPr/>
                  <p:nvPr/>
                </p:nvGrpSpPr>
                <p:grpSpPr>
                  <a:xfrm>
                    <a:off x="2604823" y="2992937"/>
                    <a:ext cx="34771" cy="34714"/>
                    <a:chOff x="2604823" y="2992937"/>
                    <a:chExt cx="34771" cy="34714"/>
                  </a:xfrm>
                  <a:solidFill>
                    <a:schemeClr val="accent1"/>
                  </a:solidFill>
                </p:grpSpPr>
                <p:sp>
                  <p:nvSpPr>
                    <p:cNvPr id="13307" name="Forme libre : forme 13306">
                      <a:extLst>
                        <a:ext uri="{FF2B5EF4-FFF2-40B4-BE49-F238E27FC236}">
                          <a16:creationId xmlns:a16="http://schemas.microsoft.com/office/drawing/2014/main" id="{D02521BA-33A3-41AB-9DB3-E1929D3593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4823" y="2992937"/>
                      <a:ext cx="34771" cy="34714"/>
                    </a:xfrm>
                    <a:custGeom>
                      <a:avLst/>
                      <a:gdLst>
                        <a:gd name="connsiteX0" fmla="*/ 2053 w 34771"/>
                        <a:gd name="connsiteY0" fmla="*/ 8707 h 34714"/>
                        <a:gd name="connsiteX1" fmla="*/ 25770 w 34771"/>
                        <a:gd name="connsiteY1" fmla="*/ 2611 h 34714"/>
                        <a:gd name="connsiteX2" fmla="*/ 32819 w 34771"/>
                        <a:gd name="connsiteY2" fmla="*/ 26424 h 34714"/>
                        <a:gd name="connsiteX3" fmla="*/ 9387 w 34771"/>
                        <a:gd name="connsiteY3" fmla="*/ 32329 h 34714"/>
                        <a:gd name="connsiteX4" fmla="*/ 2053 w 34771"/>
                        <a:gd name="connsiteY4" fmla="*/ 8707 h 34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771" h="34714">
                          <a:moveTo>
                            <a:pt x="2053" y="8707"/>
                          </a:moveTo>
                          <a:cubicBezTo>
                            <a:pt x="6720" y="325"/>
                            <a:pt x="17198" y="-2627"/>
                            <a:pt x="25770" y="2611"/>
                          </a:cubicBezTo>
                          <a:cubicBezTo>
                            <a:pt x="34152" y="7755"/>
                            <a:pt x="37105" y="18328"/>
                            <a:pt x="32819" y="26424"/>
                          </a:cubicBezTo>
                          <a:cubicBezTo>
                            <a:pt x="28532" y="34520"/>
                            <a:pt x="18055" y="37092"/>
                            <a:pt x="9387" y="32329"/>
                          </a:cubicBezTo>
                          <a:cubicBezTo>
                            <a:pt x="815" y="27662"/>
                            <a:pt x="-2519" y="17089"/>
                            <a:pt x="2053" y="870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08" name="Forme libre : forme 13307">
                      <a:extLst>
                        <a:ext uri="{FF2B5EF4-FFF2-40B4-BE49-F238E27FC236}">
                          <a16:creationId xmlns:a16="http://schemas.microsoft.com/office/drawing/2014/main" id="{343EA4E4-49A5-47CB-8119-B222FA7D46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4866" y="2992937"/>
                      <a:ext cx="34667" cy="32424"/>
                    </a:xfrm>
                    <a:custGeom>
                      <a:avLst/>
                      <a:gdLst>
                        <a:gd name="connsiteX0" fmla="*/ 17535 w 34667"/>
                        <a:gd name="connsiteY0" fmla="*/ 17089 h 32424"/>
                        <a:gd name="connsiteX1" fmla="*/ 26774 w 34667"/>
                        <a:gd name="connsiteY1" fmla="*/ 32424 h 32424"/>
                        <a:gd name="connsiteX2" fmla="*/ 32775 w 34667"/>
                        <a:gd name="connsiteY2" fmla="*/ 26424 h 32424"/>
                        <a:gd name="connsiteX3" fmla="*/ 25726 w 34667"/>
                        <a:gd name="connsiteY3" fmla="*/ 2611 h 32424"/>
                        <a:gd name="connsiteX4" fmla="*/ 2009 w 34667"/>
                        <a:gd name="connsiteY4" fmla="*/ 8707 h 32424"/>
                        <a:gd name="connsiteX5" fmla="*/ 9 w 34667"/>
                        <a:gd name="connsiteY5" fmla="*/ 17089 h 32424"/>
                        <a:gd name="connsiteX6" fmla="*/ 17535 w 34667"/>
                        <a:gd name="connsiteY6" fmla="*/ 17089 h 324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667" h="32424">
                          <a:moveTo>
                            <a:pt x="17535" y="17089"/>
                          </a:moveTo>
                          <a:cubicBezTo>
                            <a:pt x="23345" y="20423"/>
                            <a:pt x="26584" y="26424"/>
                            <a:pt x="26774" y="32424"/>
                          </a:cubicBezTo>
                          <a:cubicBezTo>
                            <a:pt x="29251" y="30996"/>
                            <a:pt x="31346" y="28995"/>
                            <a:pt x="32775" y="26424"/>
                          </a:cubicBezTo>
                          <a:cubicBezTo>
                            <a:pt x="36966" y="18328"/>
                            <a:pt x="34013" y="7660"/>
                            <a:pt x="25726" y="2611"/>
                          </a:cubicBezTo>
                          <a:cubicBezTo>
                            <a:pt x="17249" y="-2627"/>
                            <a:pt x="6676" y="325"/>
                            <a:pt x="2009" y="8707"/>
                          </a:cubicBezTo>
                          <a:cubicBezTo>
                            <a:pt x="580" y="11374"/>
                            <a:pt x="-86" y="14232"/>
                            <a:pt x="9" y="17089"/>
                          </a:cubicBezTo>
                          <a:cubicBezTo>
                            <a:pt x="5248" y="14041"/>
                            <a:pt x="11820" y="13851"/>
                            <a:pt x="17535" y="1708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09" name="Forme libre : forme 13308">
                      <a:extLst>
                        <a:ext uri="{FF2B5EF4-FFF2-40B4-BE49-F238E27FC236}">
                          <a16:creationId xmlns:a16="http://schemas.microsoft.com/office/drawing/2014/main" id="{F193823B-EFBF-4F50-81A7-A1F3902497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7731" y="3001153"/>
                      <a:ext cx="14488" cy="16606"/>
                    </a:xfrm>
                    <a:custGeom>
                      <a:avLst/>
                      <a:gdLst>
                        <a:gd name="connsiteX0" fmla="*/ 2 w 14488"/>
                        <a:gd name="connsiteY0" fmla="*/ 7922 h 16606"/>
                        <a:gd name="connsiteX1" fmla="*/ 7527 w 14488"/>
                        <a:gd name="connsiteY1" fmla="*/ 16 h 16606"/>
                        <a:gd name="connsiteX2" fmla="*/ 14480 w 14488"/>
                        <a:gd name="connsiteY2" fmla="*/ 8874 h 16606"/>
                        <a:gd name="connsiteX3" fmla="*/ 7051 w 14488"/>
                        <a:gd name="connsiteY3" fmla="*/ 16589 h 16606"/>
                        <a:gd name="connsiteX4" fmla="*/ 2 w 14488"/>
                        <a:gd name="connsiteY4" fmla="*/ 7922 h 16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88" h="16606">
                          <a:moveTo>
                            <a:pt x="2" y="7922"/>
                          </a:moveTo>
                          <a:cubicBezTo>
                            <a:pt x="97" y="3350"/>
                            <a:pt x="3526" y="-270"/>
                            <a:pt x="7527" y="16"/>
                          </a:cubicBezTo>
                          <a:cubicBezTo>
                            <a:pt x="11527" y="302"/>
                            <a:pt x="14671" y="4302"/>
                            <a:pt x="14480" y="8874"/>
                          </a:cubicBezTo>
                          <a:cubicBezTo>
                            <a:pt x="14385" y="13446"/>
                            <a:pt x="11051" y="16875"/>
                            <a:pt x="7051" y="16589"/>
                          </a:cubicBezTo>
                          <a:cubicBezTo>
                            <a:pt x="3050" y="16399"/>
                            <a:pt x="-93" y="12494"/>
                            <a:pt x="2" y="792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10" name="Forme libre : forme 13309">
                      <a:extLst>
                        <a:ext uri="{FF2B5EF4-FFF2-40B4-BE49-F238E27FC236}">
                          <a16:creationId xmlns:a16="http://schemas.microsoft.com/office/drawing/2014/main" id="{7025877D-77E4-4C02-8393-EB889A9B80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4633" y="3013378"/>
                      <a:ext cx="5778" cy="5680"/>
                    </a:xfrm>
                    <a:custGeom>
                      <a:avLst/>
                      <a:gdLst>
                        <a:gd name="connsiteX0" fmla="*/ 339 w 5778"/>
                        <a:gd name="connsiteY0" fmla="*/ 1411 h 5680"/>
                        <a:gd name="connsiteX1" fmla="*/ 4244 w 5778"/>
                        <a:gd name="connsiteY1" fmla="*/ 364 h 5680"/>
                        <a:gd name="connsiteX2" fmla="*/ 5482 w 5778"/>
                        <a:gd name="connsiteY2" fmla="*/ 4269 h 5680"/>
                        <a:gd name="connsiteX3" fmla="*/ 1577 w 5778"/>
                        <a:gd name="connsiteY3" fmla="*/ 5317 h 5680"/>
                        <a:gd name="connsiteX4" fmla="*/ 339 w 5778"/>
                        <a:gd name="connsiteY4" fmla="*/ 1411 h 56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78" h="5680">
                          <a:moveTo>
                            <a:pt x="339" y="1411"/>
                          </a:moveTo>
                          <a:cubicBezTo>
                            <a:pt x="1101" y="78"/>
                            <a:pt x="2815" y="-398"/>
                            <a:pt x="4244" y="364"/>
                          </a:cubicBezTo>
                          <a:cubicBezTo>
                            <a:pt x="5673" y="1126"/>
                            <a:pt x="6149" y="2935"/>
                            <a:pt x="5482" y="4269"/>
                          </a:cubicBezTo>
                          <a:cubicBezTo>
                            <a:pt x="4720" y="5602"/>
                            <a:pt x="3006" y="6079"/>
                            <a:pt x="1577" y="5317"/>
                          </a:cubicBezTo>
                          <a:cubicBezTo>
                            <a:pt x="148" y="4459"/>
                            <a:pt x="-423" y="2745"/>
                            <a:pt x="339" y="14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11" name="Graphique 5">
                    <a:extLst>
                      <a:ext uri="{FF2B5EF4-FFF2-40B4-BE49-F238E27FC236}">
                        <a16:creationId xmlns:a16="http://schemas.microsoft.com/office/drawing/2014/main" id="{AA20C289-CF7F-42A7-BE87-B5A02545BC67}"/>
                      </a:ext>
                    </a:extLst>
                  </p:cNvPr>
                  <p:cNvGrpSpPr/>
                  <p:nvPr/>
                </p:nvGrpSpPr>
                <p:grpSpPr>
                  <a:xfrm>
                    <a:off x="2596259" y="2958760"/>
                    <a:ext cx="35487" cy="35215"/>
                    <a:chOff x="2596259" y="2958760"/>
                    <a:chExt cx="35487" cy="35215"/>
                  </a:xfrm>
                  <a:solidFill>
                    <a:schemeClr val="accent1"/>
                  </a:solidFill>
                </p:grpSpPr>
                <p:sp>
                  <p:nvSpPr>
                    <p:cNvPr id="13312" name="Forme libre : forme 13311">
                      <a:extLst>
                        <a:ext uri="{FF2B5EF4-FFF2-40B4-BE49-F238E27FC236}">
                          <a16:creationId xmlns:a16="http://schemas.microsoft.com/office/drawing/2014/main" id="{438E1C9F-0694-4D97-80BA-30A5D9B367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6259" y="2958760"/>
                      <a:ext cx="35487" cy="35215"/>
                    </a:xfrm>
                    <a:custGeom>
                      <a:avLst/>
                      <a:gdLst>
                        <a:gd name="connsiteX0" fmla="*/ 2425 w 35487"/>
                        <a:gd name="connsiteY0" fmla="*/ 8500 h 35215"/>
                        <a:gd name="connsiteX1" fmla="*/ 26999 w 35487"/>
                        <a:gd name="connsiteY1" fmla="*/ 2689 h 35215"/>
                        <a:gd name="connsiteX2" fmla="*/ 33000 w 35487"/>
                        <a:gd name="connsiteY2" fmla="*/ 26883 h 35215"/>
                        <a:gd name="connsiteX3" fmla="*/ 8997 w 35487"/>
                        <a:gd name="connsiteY3" fmla="*/ 32788 h 35215"/>
                        <a:gd name="connsiteX4" fmla="*/ 2425 w 35487"/>
                        <a:gd name="connsiteY4" fmla="*/ 8500 h 352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87" h="35215">
                          <a:moveTo>
                            <a:pt x="2425" y="8500"/>
                          </a:moveTo>
                          <a:cubicBezTo>
                            <a:pt x="7663" y="118"/>
                            <a:pt x="18712" y="-2549"/>
                            <a:pt x="26999" y="2689"/>
                          </a:cubicBezTo>
                          <a:cubicBezTo>
                            <a:pt x="35286" y="7928"/>
                            <a:pt x="37953" y="18882"/>
                            <a:pt x="33000" y="26883"/>
                          </a:cubicBezTo>
                          <a:cubicBezTo>
                            <a:pt x="27952" y="34789"/>
                            <a:pt x="17665" y="37741"/>
                            <a:pt x="8997" y="32788"/>
                          </a:cubicBezTo>
                          <a:cubicBezTo>
                            <a:pt x="520" y="28121"/>
                            <a:pt x="-2624" y="17072"/>
                            <a:pt x="2425" y="850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13" name="Forme libre : forme 13312">
                      <a:extLst>
                        <a:ext uri="{FF2B5EF4-FFF2-40B4-BE49-F238E27FC236}">
                          <a16:creationId xmlns:a16="http://schemas.microsoft.com/office/drawing/2014/main" id="{58BAF9A7-C74E-4C8D-AE40-5EE0C4B2AF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6398" y="2958760"/>
                      <a:ext cx="35349" cy="32883"/>
                    </a:xfrm>
                    <a:custGeom>
                      <a:avLst/>
                      <a:gdLst>
                        <a:gd name="connsiteX0" fmla="*/ 17717 w 35349"/>
                        <a:gd name="connsiteY0" fmla="*/ 17263 h 32883"/>
                        <a:gd name="connsiteX1" fmla="*/ 26384 w 35349"/>
                        <a:gd name="connsiteY1" fmla="*/ 32884 h 32883"/>
                        <a:gd name="connsiteX2" fmla="*/ 32861 w 35349"/>
                        <a:gd name="connsiteY2" fmla="*/ 26883 h 32883"/>
                        <a:gd name="connsiteX3" fmla="*/ 26860 w 35349"/>
                        <a:gd name="connsiteY3" fmla="*/ 2689 h 32883"/>
                        <a:gd name="connsiteX4" fmla="*/ 2286 w 35349"/>
                        <a:gd name="connsiteY4" fmla="*/ 8500 h 32883"/>
                        <a:gd name="connsiteX5" fmla="*/ 0 w 35349"/>
                        <a:gd name="connsiteY5" fmla="*/ 17167 h 32883"/>
                        <a:gd name="connsiteX6" fmla="*/ 17717 w 35349"/>
                        <a:gd name="connsiteY6" fmla="*/ 17263 h 32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349" h="32883">
                          <a:moveTo>
                            <a:pt x="17717" y="17263"/>
                          </a:moveTo>
                          <a:cubicBezTo>
                            <a:pt x="23431" y="20787"/>
                            <a:pt x="26479" y="26883"/>
                            <a:pt x="26384" y="32884"/>
                          </a:cubicBezTo>
                          <a:cubicBezTo>
                            <a:pt x="28956" y="31550"/>
                            <a:pt x="31242" y="29550"/>
                            <a:pt x="32861" y="26883"/>
                          </a:cubicBezTo>
                          <a:cubicBezTo>
                            <a:pt x="37814" y="18787"/>
                            <a:pt x="35147" y="7928"/>
                            <a:pt x="26860" y="2689"/>
                          </a:cubicBezTo>
                          <a:cubicBezTo>
                            <a:pt x="18574" y="-2549"/>
                            <a:pt x="7525" y="118"/>
                            <a:pt x="2286" y="8500"/>
                          </a:cubicBezTo>
                          <a:cubicBezTo>
                            <a:pt x="571" y="11167"/>
                            <a:pt x="0" y="14215"/>
                            <a:pt x="0" y="17167"/>
                          </a:cubicBezTo>
                          <a:cubicBezTo>
                            <a:pt x="5143" y="13929"/>
                            <a:pt x="12097" y="13834"/>
                            <a:pt x="17717" y="1726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14" name="Forme libre : forme 13313">
                      <a:extLst>
                        <a:ext uri="{FF2B5EF4-FFF2-40B4-BE49-F238E27FC236}">
                          <a16:creationId xmlns:a16="http://schemas.microsoft.com/office/drawing/2014/main" id="{1968E2CB-0861-400C-BC8B-95FFA5D992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9237" y="2966957"/>
                      <a:ext cx="14815" cy="16987"/>
                    </a:xfrm>
                    <a:custGeom>
                      <a:avLst/>
                      <a:gdLst>
                        <a:gd name="connsiteX0" fmla="*/ 19 w 14815"/>
                        <a:gd name="connsiteY0" fmla="*/ 7923 h 16987"/>
                        <a:gd name="connsiteX1" fmla="*/ 8115 w 14815"/>
                        <a:gd name="connsiteY1" fmla="*/ 17 h 16987"/>
                        <a:gd name="connsiteX2" fmla="*/ 14782 w 14815"/>
                        <a:gd name="connsiteY2" fmla="*/ 9161 h 16987"/>
                        <a:gd name="connsiteX3" fmla="*/ 6876 w 14815"/>
                        <a:gd name="connsiteY3" fmla="*/ 16972 h 16987"/>
                        <a:gd name="connsiteX4" fmla="*/ 19 w 14815"/>
                        <a:gd name="connsiteY4" fmla="*/ 7923 h 16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15" h="16987">
                          <a:moveTo>
                            <a:pt x="19" y="7923"/>
                          </a:moveTo>
                          <a:cubicBezTo>
                            <a:pt x="209" y="3065"/>
                            <a:pt x="4019" y="-269"/>
                            <a:pt x="8115" y="17"/>
                          </a:cubicBezTo>
                          <a:cubicBezTo>
                            <a:pt x="12211" y="398"/>
                            <a:pt x="15163" y="4494"/>
                            <a:pt x="14782" y="9161"/>
                          </a:cubicBezTo>
                          <a:cubicBezTo>
                            <a:pt x="14306" y="13733"/>
                            <a:pt x="10877" y="17257"/>
                            <a:pt x="6876" y="16972"/>
                          </a:cubicBezTo>
                          <a:cubicBezTo>
                            <a:pt x="2781" y="16686"/>
                            <a:pt x="-267" y="12685"/>
                            <a:pt x="19" y="792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15" name="Forme libre : forme 13314">
                      <a:extLst>
                        <a:ext uri="{FF2B5EF4-FFF2-40B4-BE49-F238E27FC236}">
                          <a16:creationId xmlns:a16="http://schemas.microsoft.com/office/drawing/2014/main" id="{29E20F9B-B4CC-4DA8-9AFD-2F607777F6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5940" y="2979310"/>
                      <a:ext cx="5701" cy="5902"/>
                    </a:xfrm>
                    <a:custGeom>
                      <a:avLst/>
                      <a:gdLst>
                        <a:gd name="connsiteX0" fmla="*/ 364 w 5701"/>
                        <a:gd name="connsiteY0" fmla="*/ 1475 h 5902"/>
                        <a:gd name="connsiteX1" fmla="*/ 4269 w 5701"/>
                        <a:gd name="connsiteY1" fmla="*/ 427 h 5902"/>
                        <a:gd name="connsiteX2" fmla="*/ 5317 w 5701"/>
                        <a:gd name="connsiteY2" fmla="*/ 4427 h 5902"/>
                        <a:gd name="connsiteX3" fmla="*/ 1411 w 5701"/>
                        <a:gd name="connsiteY3" fmla="*/ 5475 h 5902"/>
                        <a:gd name="connsiteX4" fmla="*/ 364 w 5701"/>
                        <a:gd name="connsiteY4" fmla="*/ 1475 h 5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01" h="5902">
                          <a:moveTo>
                            <a:pt x="364" y="1475"/>
                          </a:moveTo>
                          <a:cubicBezTo>
                            <a:pt x="1126" y="46"/>
                            <a:pt x="2935" y="-430"/>
                            <a:pt x="4269" y="427"/>
                          </a:cubicBezTo>
                          <a:cubicBezTo>
                            <a:pt x="5698" y="1284"/>
                            <a:pt x="6079" y="2999"/>
                            <a:pt x="5317" y="4427"/>
                          </a:cubicBezTo>
                          <a:cubicBezTo>
                            <a:pt x="4555" y="5856"/>
                            <a:pt x="2840" y="6332"/>
                            <a:pt x="1411" y="5475"/>
                          </a:cubicBezTo>
                          <a:cubicBezTo>
                            <a:pt x="78" y="4618"/>
                            <a:pt x="-398" y="2903"/>
                            <a:pt x="364" y="147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316" name="Graphique 5">
                  <a:extLst>
                    <a:ext uri="{FF2B5EF4-FFF2-40B4-BE49-F238E27FC236}">
                      <a16:creationId xmlns:a16="http://schemas.microsoft.com/office/drawing/2014/main" id="{D5E09DBC-F612-4952-9CA6-509C8D0B3724}"/>
                    </a:ext>
                  </a:extLst>
                </p:cNvPr>
                <p:cNvGrpSpPr/>
                <p:nvPr/>
              </p:nvGrpSpPr>
              <p:grpSpPr>
                <a:xfrm>
                  <a:off x="2484278" y="2914484"/>
                  <a:ext cx="45167" cy="110346"/>
                  <a:chOff x="2484278" y="2914484"/>
                  <a:chExt cx="45167" cy="110346"/>
                </a:xfrm>
                <a:solidFill>
                  <a:schemeClr val="accent1"/>
                </a:solidFill>
              </p:grpSpPr>
              <p:grpSp>
                <p:nvGrpSpPr>
                  <p:cNvPr id="13317" name="Graphique 5">
                    <a:extLst>
                      <a:ext uri="{FF2B5EF4-FFF2-40B4-BE49-F238E27FC236}">
                        <a16:creationId xmlns:a16="http://schemas.microsoft.com/office/drawing/2014/main" id="{076C2646-4883-4EA0-97BC-09143F41583D}"/>
                      </a:ext>
                    </a:extLst>
                  </p:cNvPr>
                  <p:cNvGrpSpPr/>
                  <p:nvPr/>
                </p:nvGrpSpPr>
                <p:grpSpPr>
                  <a:xfrm>
                    <a:off x="2490432" y="2987781"/>
                    <a:ext cx="36350" cy="37049"/>
                    <a:chOff x="2490432" y="2987781"/>
                    <a:chExt cx="36350" cy="37049"/>
                  </a:xfrm>
                  <a:solidFill>
                    <a:schemeClr val="accent1"/>
                  </a:solidFill>
                </p:grpSpPr>
                <p:sp>
                  <p:nvSpPr>
                    <p:cNvPr id="13318" name="Forme libre : forme 13317">
                      <a:extLst>
                        <a:ext uri="{FF2B5EF4-FFF2-40B4-BE49-F238E27FC236}">
                          <a16:creationId xmlns:a16="http://schemas.microsoft.com/office/drawing/2014/main" id="{3033DF3B-7B5D-47B1-9E73-80CBEC0F2A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0432" y="2987781"/>
                      <a:ext cx="36350" cy="37049"/>
                    </a:xfrm>
                    <a:custGeom>
                      <a:avLst/>
                      <a:gdLst>
                        <a:gd name="connsiteX0" fmla="*/ 1858 w 36350"/>
                        <a:gd name="connsiteY0" fmla="*/ 11388 h 37049"/>
                        <a:gd name="connsiteX1" fmla="*/ 26528 w 36350"/>
                        <a:gd name="connsiteY1" fmla="*/ 1577 h 37049"/>
                        <a:gd name="connsiteX2" fmla="*/ 34434 w 36350"/>
                        <a:gd name="connsiteY2" fmla="*/ 25771 h 37049"/>
                        <a:gd name="connsiteX3" fmla="*/ 10431 w 36350"/>
                        <a:gd name="connsiteY3" fmla="*/ 35676 h 37049"/>
                        <a:gd name="connsiteX4" fmla="*/ 1858 w 36350"/>
                        <a:gd name="connsiteY4" fmla="*/ 11388 h 37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350" h="37049">
                          <a:moveTo>
                            <a:pt x="1858" y="11388"/>
                          </a:moveTo>
                          <a:cubicBezTo>
                            <a:pt x="6144" y="1577"/>
                            <a:pt x="17670" y="-2519"/>
                            <a:pt x="26528" y="1577"/>
                          </a:cubicBezTo>
                          <a:cubicBezTo>
                            <a:pt x="35481" y="5863"/>
                            <a:pt x="38815" y="16626"/>
                            <a:pt x="34434" y="25771"/>
                          </a:cubicBezTo>
                          <a:cubicBezTo>
                            <a:pt x="30243" y="35105"/>
                            <a:pt x="19575" y="39487"/>
                            <a:pt x="10431" y="35676"/>
                          </a:cubicBezTo>
                          <a:cubicBezTo>
                            <a:pt x="1287" y="31962"/>
                            <a:pt x="-2619" y="21103"/>
                            <a:pt x="1858" y="113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19" name="Forme libre : forme 13318">
                      <a:extLst>
                        <a:ext uri="{FF2B5EF4-FFF2-40B4-BE49-F238E27FC236}">
                          <a16:creationId xmlns:a16="http://schemas.microsoft.com/office/drawing/2014/main" id="{4490B794-B7AE-4DC3-8EAE-C10201A4BB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0440" y="2987821"/>
                      <a:ext cx="36289" cy="33255"/>
                    </a:xfrm>
                    <a:custGeom>
                      <a:avLst/>
                      <a:gdLst>
                        <a:gd name="connsiteX0" fmla="*/ 18138 w 36289"/>
                        <a:gd name="connsiteY0" fmla="*/ 18110 h 33255"/>
                        <a:gd name="connsiteX1" fmla="*/ 28329 w 36289"/>
                        <a:gd name="connsiteY1" fmla="*/ 33255 h 33255"/>
                        <a:gd name="connsiteX2" fmla="*/ 34330 w 36289"/>
                        <a:gd name="connsiteY2" fmla="*/ 25826 h 33255"/>
                        <a:gd name="connsiteX3" fmla="*/ 26424 w 36289"/>
                        <a:gd name="connsiteY3" fmla="*/ 1632 h 33255"/>
                        <a:gd name="connsiteX4" fmla="*/ 1755 w 36289"/>
                        <a:gd name="connsiteY4" fmla="*/ 11443 h 33255"/>
                        <a:gd name="connsiteX5" fmla="*/ 40 w 36289"/>
                        <a:gd name="connsiteY5" fmla="*/ 20777 h 33255"/>
                        <a:gd name="connsiteX6" fmla="*/ 18138 w 36289"/>
                        <a:gd name="connsiteY6" fmla="*/ 18110 h 332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289" h="33255">
                          <a:moveTo>
                            <a:pt x="18138" y="18110"/>
                          </a:moveTo>
                          <a:cubicBezTo>
                            <a:pt x="24234" y="20873"/>
                            <a:pt x="27853" y="26778"/>
                            <a:pt x="28329" y="33255"/>
                          </a:cubicBezTo>
                          <a:cubicBezTo>
                            <a:pt x="30806" y="31350"/>
                            <a:pt x="32901" y="28969"/>
                            <a:pt x="34330" y="25826"/>
                          </a:cubicBezTo>
                          <a:cubicBezTo>
                            <a:pt x="38807" y="16682"/>
                            <a:pt x="35378" y="5823"/>
                            <a:pt x="26424" y="1632"/>
                          </a:cubicBezTo>
                          <a:cubicBezTo>
                            <a:pt x="17566" y="-2559"/>
                            <a:pt x="6041" y="1537"/>
                            <a:pt x="1755" y="11443"/>
                          </a:cubicBezTo>
                          <a:cubicBezTo>
                            <a:pt x="326" y="14491"/>
                            <a:pt x="-150" y="17729"/>
                            <a:pt x="40" y="20777"/>
                          </a:cubicBezTo>
                          <a:cubicBezTo>
                            <a:pt x="5279" y="16682"/>
                            <a:pt x="12137" y="15443"/>
                            <a:pt x="18138" y="1811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20" name="Forme libre : forme 13319">
                      <a:extLst>
                        <a:ext uri="{FF2B5EF4-FFF2-40B4-BE49-F238E27FC236}">
                          <a16:creationId xmlns:a16="http://schemas.microsoft.com/office/drawing/2014/main" id="{2323E537-8A93-487F-B00B-E3E209E00C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3433" y="2997534"/>
                      <a:ext cx="15144" cy="17937"/>
                    </a:xfrm>
                    <a:custGeom>
                      <a:avLst/>
                      <a:gdLst>
                        <a:gd name="connsiteX0" fmla="*/ 0 w 15144"/>
                        <a:gd name="connsiteY0" fmla="*/ 9540 h 17937"/>
                        <a:gd name="connsiteX1" fmla="*/ 7525 w 15144"/>
                        <a:gd name="connsiteY1" fmla="*/ 15 h 17937"/>
                        <a:gd name="connsiteX2" fmla="*/ 15145 w 15144"/>
                        <a:gd name="connsiteY2" fmla="*/ 8492 h 17937"/>
                        <a:gd name="connsiteX3" fmla="*/ 7715 w 15144"/>
                        <a:gd name="connsiteY3" fmla="*/ 17922 h 17937"/>
                        <a:gd name="connsiteX4" fmla="*/ 0 w 15144"/>
                        <a:gd name="connsiteY4" fmla="*/ 9540 h 17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44" h="17937">
                          <a:moveTo>
                            <a:pt x="0" y="9540"/>
                          </a:moveTo>
                          <a:cubicBezTo>
                            <a:pt x="0" y="4587"/>
                            <a:pt x="3334" y="301"/>
                            <a:pt x="7525" y="15"/>
                          </a:cubicBezTo>
                          <a:cubicBezTo>
                            <a:pt x="11716" y="-271"/>
                            <a:pt x="15049" y="3539"/>
                            <a:pt x="15145" y="8492"/>
                          </a:cubicBezTo>
                          <a:cubicBezTo>
                            <a:pt x="15145" y="13445"/>
                            <a:pt x="11906" y="17636"/>
                            <a:pt x="7715" y="17922"/>
                          </a:cubicBezTo>
                          <a:cubicBezTo>
                            <a:pt x="3429" y="18208"/>
                            <a:pt x="0" y="14493"/>
                            <a:pt x="0" y="95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21" name="Forme libre : forme 13320">
                      <a:extLst>
                        <a:ext uri="{FF2B5EF4-FFF2-40B4-BE49-F238E27FC236}">
                          <a16:creationId xmlns:a16="http://schemas.microsoft.com/office/drawing/2014/main" id="{6B90BA5F-12BA-44A7-8253-A553941792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0778" y="3010218"/>
                      <a:ext cx="5979" cy="6052"/>
                    </a:xfrm>
                    <a:custGeom>
                      <a:avLst/>
                      <a:gdLst>
                        <a:gd name="connsiteX0" fmla="*/ 275 w 5979"/>
                        <a:gd name="connsiteY0" fmla="*/ 1904 h 6052"/>
                        <a:gd name="connsiteX1" fmla="*/ 4276 w 5979"/>
                        <a:gd name="connsiteY1" fmla="*/ 190 h 6052"/>
                        <a:gd name="connsiteX2" fmla="*/ 5704 w 5979"/>
                        <a:gd name="connsiteY2" fmla="*/ 4190 h 6052"/>
                        <a:gd name="connsiteX3" fmla="*/ 1704 w 5979"/>
                        <a:gd name="connsiteY3" fmla="*/ 5809 h 6052"/>
                        <a:gd name="connsiteX4" fmla="*/ 275 w 5979"/>
                        <a:gd name="connsiteY4" fmla="*/ 1904 h 6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9" h="6052">
                          <a:moveTo>
                            <a:pt x="275" y="1904"/>
                          </a:moveTo>
                          <a:cubicBezTo>
                            <a:pt x="942" y="380"/>
                            <a:pt x="2752" y="-382"/>
                            <a:pt x="4276" y="190"/>
                          </a:cubicBezTo>
                          <a:cubicBezTo>
                            <a:pt x="5800" y="761"/>
                            <a:pt x="6371" y="2666"/>
                            <a:pt x="5704" y="4190"/>
                          </a:cubicBezTo>
                          <a:cubicBezTo>
                            <a:pt x="5038" y="5714"/>
                            <a:pt x="3228" y="6476"/>
                            <a:pt x="1704" y="5809"/>
                          </a:cubicBezTo>
                          <a:cubicBezTo>
                            <a:pt x="180" y="5143"/>
                            <a:pt x="-392" y="3428"/>
                            <a:pt x="275" y="19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22" name="Graphique 5">
                    <a:extLst>
                      <a:ext uri="{FF2B5EF4-FFF2-40B4-BE49-F238E27FC236}">
                        <a16:creationId xmlns:a16="http://schemas.microsoft.com/office/drawing/2014/main" id="{00128DE8-3A8A-49A0-92FE-C06A9A1D3E58}"/>
                      </a:ext>
                    </a:extLst>
                  </p:cNvPr>
                  <p:cNvGrpSpPr/>
                  <p:nvPr/>
                </p:nvGrpSpPr>
                <p:grpSpPr>
                  <a:xfrm>
                    <a:off x="2492693" y="2950255"/>
                    <a:ext cx="36752" cy="37830"/>
                    <a:chOff x="2492693" y="2950255"/>
                    <a:chExt cx="36752" cy="37830"/>
                  </a:xfrm>
                  <a:solidFill>
                    <a:schemeClr val="accent1"/>
                  </a:solidFill>
                </p:grpSpPr>
                <p:sp>
                  <p:nvSpPr>
                    <p:cNvPr id="13323" name="Forme libre : forme 13322">
                      <a:extLst>
                        <a:ext uri="{FF2B5EF4-FFF2-40B4-BE49-F238E27FC236}">
                          <a16:creationId xmlns:a16="http://schemas.microsoft.com/office/drawing/2014/main" id="{B2AD280E-D7F7-4203-B3A8-3910AF1F89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2693" y="2950351"/>
                      <a:ext cx="36752" cy="37734"/>
                    </a:xfrm>
                    <a:custGeom>
                      <a:avLst/>
                      <a:gdLst>
                        <a:gd name="connsiteX0" fmla="*/ 2359 w 36752"/>
                        <a:gd name="connsiteY0" fmla="*/ 11289 h 37734"/>
                        <a:gd name="connsiteX1" fmla="*/ 27505 w 36752"/>
                        <a:gd name="connsiteY1" fmla="*/ 1859 h 37734"/>
                        <a:gd name="connsiteX2" fmla="*/ 34553 w 36752"/>
                        <a:gd name="connsiteY2" fmla="*/ 26815 h 37734"/>
                        <a:gd name="connsiteX3" fmla="*/ 9693 w 36752"/>
                        <a:gd name="connsiteY3" fmla="*/ 36150 h 37734"/>
                        <a:gd name="connsiteX4" fmla="*/ 2359 w 36752"/>
                        <a:gd name="connsiteY4" fmla="*/ 11289 h 37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752" h="37734">
                          <a:moveTo>
                            <a:pt x="2359" y="11289"/>
                          </a:moveTo>
                          <a:cubicBezTo>
                            <a:pt x="7407" y="1669"/>
                            <a:pt x="18647" y="-2808"/>
                            <a:pt x="27505" y="1859"/>
                          </a:cubicBezTo>
                          <a:cubicBezTo>
                            <a:pt x="36268" y="6336"/>
                            <a:pt x="39221" y="17480"/>
                            <a:pt x="34553" y="26815"/>
                          </a:cubicBezTo>
                          <a:cubicBezTo>
                            <a:pt x="29791" y="36150"/>
                            <a:pt x="18742" y="40245"/>
                            <a:pt x="9693" y="36150"/>
                          </a:cubicBezTo>
                          <a:cubicBezTo>
                            <a:pt x="644" y="31959"/>
                            <a:pt x="-2689" y="20909"/>
                            <a:pt x="2359" y="1128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24" name="Forme libre : forme 13323">
                      <a:extLst>
                        <a:ext uri="{FF2B5EF4-FFF2-40B4-BE49-F238E27FC236}">
                          <a16:creationId xmlns:a16="http://schemas.microsoft.com/office/drawing/2014/main" id="{C9F57C88-2544-4D56-BFD0-0C7A57A701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2766" y="2950255"/>
                      <a:ext cx="36679" cy="34149"/>
                    </a:xfrm>
                    <a:custGeom>
                      <a:avLst/>
                      <a:gdLst>
                        <a:gd name="connsiteX0" fmla="*/ 18479 w 36679"/>
                        <a:gd name="connsiteY0" fmla="*/ 18623 h 34149"/>
                        <a:gd name="connsiteX1" fmla="*/ 28004 w 36679"/>
                        <a:gd name="connsiteY1" fmla="*/ 34149 h 34149"/>
                        <a:gd name="connsiteX2" fmla="*/ 34480 w 36679"/>
                        <a:gd name="connsiteY2" fmla="*/ 26815 h 34149"/>
                        <a:gd name="connsiteX3" fmla="*/ 27432 w 36679"/>
                        <a:gd name="connsiteY3" fmla="*/ 1859 h 34149"/>
                        <a:gd name="connsiteX4" fmla="*/ 2286 w 36679"/>
                        <a:gd name="connsiteY4" fmla="*/ 11289 h 34149"/>
                        <a:gd name="connsiteX5" fmla="*/ 0 w 36679"/>
                        <a:gd name="connsiteY5" fmla="*/ 20624 h 34149"/>
                        <a:gd name="connsiteX6" fmla="*/ 18479 w 36679"/>
                        <a:gd name="connsiteY6" fmla="*/ 18623 h 3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679" h="34149">
                          <a:moveTo>
                            <a:pt x="18479" y="18623"/>
                          </a:moveTo>
                          <a:cubicBezTo>
                            <a:pt x="24575" y="21576"/>
                            <a:pt x="27908" y="27672"/>
                            <a:pt x="28004" y="34149"/>
                          </a:cubicBezTo>
                          <a:cubicBezTo>
                            <a:pt x="30671" y="32339"/>
                            <a:pt x="32861" y="29863"/>
                            <a:pt x="34480" y="26815"/>
                          </a:cubicBezTo>
                          <a:cubicBezTo>
                            <a:pt x="39148" y="17480"/>
                            <a:pt x="36195" y="6336"/>
                            <a:pt x="27432" y="1859"/>
                          </a:cubicBezTo>
                          <a:cubicBezTo>
                            <a:pt x="18479" y="-2808"/>
                            <a:pt x="7334" y="1669"/>
                            <a:pt x="2286" y="11289"/>
                          </a:cubicBezTo>
                          <a:cubicBezTo>
                            <a:pt x="667" y="14337"/>
                            <a:pt x="0" y="17576"/>
                            <a:pt x="0" y="20624"/>
                          </a:cubicBezTo>
                          <a:cubicBezTo>
                            <a:pt x="5525" y="16814"/>
                            <a:pt x="12573" y="15766"/>
                            <a:pt x="18479" y="1862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25" name="Forme libre : forme 13324">
                      <a:extLst>
                        <a:ext uri="{FF2B5EF4-FFF2-40B4-BE49-F238E27FC236}">
                          <a16:creationId xmlns:a16="http://schemas.microsoft.com/office/drawing/2014/main" id="{18A3BD87-23AA-4BFA-9999-1BC44A600B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5797" y="2960109"/>
                      <a:ext cx="15360" cy="18110"/>
                    </a:xfrm>
                    <a:custGeom>
                      <a:avLst/>
                      <a:gdLst>
                        <a:gd name="connsiteX0" fmla="*/ 17 w 15360"/>
                        <a:gd name="connsiteY0" fmla="*/ 9436 h 18110"/>
                        <a:gd name="connsiteX1" fmla="*/ 8113 w 15360"/>
                        <a:gd name="connsiteY1" fmla="*/ 7 h 18110"/>
                        <a:gd name="connsiteX2" fmla="*/ 15352 w 15360"/>
                        <a:gd name="connsiteY2" fmla="*/ 8770 h 18110"/>
                        <a:gd name="connsiteX3" fmla="*/ 7351 w 15360"/>
                        <a:gd name="connsiteY3" fmla="*/ 18104 h 18110"/>
                        <a:gd name="connsiteX4" fmla="*/ 17 w 15360"/>
                        <a:gd name="connsiteY4" fmla="*/ 9436 h 18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60" h="18110">
                          <a:moveTo>
                            <a:pt x="17" y="9436"/>
                          </a:moveTo>
                          <a:cubicBezTo>
                            <a:pt x="207" y="4388"/>
                            <a:pt x="3922" y="197"/>
                            <a:pt x="8113" y="7"/>
                          </a:cubicBezTo>
                          <a:cubicBezTo>
                            <a:pt x="12304" y="-184"/>
                            <a:pt x="15543" y="3816"/>
                            <a:pt x="15352" y="8770"/>
                          </a:cubicBezTo>
                          <a:cubicBezTo>
                            <a:pt x="15162" y="13723"/>
                            <a:pt x="11542" y="17914"/>
                            <a:pt x="7351" y="18104"/>
                          </a:cubicBezTo>
                          <a:cubicBezTo>
                            <a:pt x="3065" y="18295"/>
                            <a:pt x="-269" y="14485"/>
                            <a:pt x="17" y="943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26" name="Forme libre : forme 13325">
                      <a:extLst>
                        <a:ext uri="{FF2B5EF4-FFF2-40B4-BE49-F238E27FC236}">
                          <a16:creationId xmlns:a16="http://schemas.microsoft.com/office/drawing/2014/main" id="{E6FF51D8-5190-45D8-A74F-EC64D2C766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2939" y="2973057"/>
                      <a:ext cx="6072" cy="6217"/>
                    </a:xfrm>
                    <a:custGeom>
                      <a:avLst/>
                      <a:gdLst>
                        <a:gd name="connsiteX0" fmla="*/ 400 w 6072"/>
                        <a:gd name="connsiteY0" fmla="*/ 1823 h 6217"/>
                        <a:gd name="connsiteX1" fmla="*/ 4495 w 6072"/>
                        <a:gd name="connsiteY1" fmla="*/ 299 h 6217"/>
                        <a:gd name="connsiteX2" fmla="*/ 5734 w 6072"/>
                        <a:gd name="connsiteY2" fmla="*/ 4395 h 6217"/>
                        <a:gd name="connsiteX3" fmla="*/ 1638 w 6072"/>
                        <a:gd name="connsiteY3" fmla="*/ 5919 h 6217"/>
                        <a:gd name="connsiteX4" fmla="*/ 400 w 6072"/>
                        <a:gd name="connsiteY4" fmla="*/ 1823 h 6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2" h="6217">
                          <a:moveTo>
                            <a:pt x="400" y="1823"/>
                          </a:moveTo>
                          <a:cubicBezTo>
                            <a:pt x="1162" y="299"/>
                            <a:pt x="3067" y="-463"/>
                            <a:pt x="4495" y="299"/>
                          </a:cubicBezTo>
                          <a:cubicBezTo>
                            <a:pt x="5924" y="1061"/>
                            <a:pt x="6496" y="2775"/>
                            <a:pt x="5734" y="4395"/>
                          </a:cubicBezTo>
                          <a:cubicBezTo>
                            <a:pt x="4972" y="5919"/>
                            <a:pt x="3067" y="6681"/>
                            <a:pt x="1638" y="5919"/>
                          </a:cubicBezTo>
                          <a:cubicBezTo>
                            <a:pt x="114" y="5157"/>
                            <a:pt x="-458" y="3347"/>
                            <a:pt x="400" y="18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27" name="Graphique 5">
                    <a:extLst>
                      <a:ext uri="{FF2B5EF4-FFF2-40B4-BE49-F238E27FC236}">
                        <a16:creationId xmlns:a16="http://schemas.microsoft.com/office/drawing/2014/main" id="{9CE8D08B-355C-4F4B-9590-DF8344BC1B8F}"/>
                      </a:ext>
                    </a:extLst>
                  </p:cNvPr>
                  <p:cNvGrpSpPr/>
                  <p:nvPr/>
                </p:nvGrpSpPr>
                <p:grpSpPr>
                  <a:xfrm>
                    <a:off x="2484278" y="2914484"/>
                    <a:ext cx="37615" cy="38180"/>
                    <a:chOff x="2484278" y="2914484"/>
                    <a:chExt cx="37615" cy="38180"/>
                  </a:xfrm>
                  <a:solidFill>
                    <a:schemeClr val="accent1"/>
                  </a:solidFill>
                </p:grpSpPr>
                <p:sp>
                  <p:nvSpPr>
                    <p:cNvPr id="13328" name="Forme libre : forme 13327">
                      <a:extLst>
                        <a:ext uri="{FF2B5EF4-FFF2-40B4-BE49-F238E27FC236}">
                          <a16:creationId xmlns:a16="http://schemas.microsoft.com/office/drawing/2014/main" id="{5C40C2AB-EE89-4256-A175-3DBDFD8D7B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84278" y="2914484"/>
                      <a:ext cx="37615" cy="38180"/>
                    </a:xfrm>
                    <a:custGeom>
                      <a:avLst/>
                      <a:gdLst>
                        <a:gd name="connsiteX0" fmla="*/ 2678 w 37615"/>
                        <a:gd name="connsiteY0" fmla="*/ 11056 h 38180"/>
                        <a:gd name="connsiteX1" fmla="*/ 28871 w 37615"/>
                        <a:gd name="connsiteY1" fmla="*/ 1912 h 38180"/>
                        <a:gd name="connsiteX2" fmla="*/ 34777 w 37615"/>
                        <a:gd name="connsiteY2" fmla="*/ 27249 h 38180"/>
                        <a:gd name="connsiteX3" fmla="*/ 9250 w 37615"/>
                        <a:gd name="connsiteY3" fmla="*/ 36583 h 38180"/>
                        <a:gd name="connsiteX4" fmla="*/ 2678 w 37615"/>
                        <a:gd name="connsiteY4" fmla="*/ 11056 h 38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615" h="38180">
                          <a:moveTo>
                            <a:pt x="2678" y="11056"/>
                          </a:moveTo>
                          <a:cubicBezTo>
                            <a:pt x="8297" y="1436"/>
                            <a:pt x="20108" y="-2755"/>
                            <a:pt x="28871" y="1912"/>
                          </a:cubicBezTo>
                          <a:cubicBezTo>
                            <a:pt x="37634" y="6580"/>
                            <a:pt x="40206" y="18010"/>
                            <a:pt x="34777" y="27249"/>
                          </a:cubicBezTo>
                          <a:cubicBezTo>
                            <a:pt x="29252" y="36393"/>
                            <a:pt x="18299" y="40774"/>
                            <a:pt x="9250" y="36583"/>
                          </a:cubicBezTo>
                          <a:cubicBezTo>
                            <a:pt x="392" y="32297"/>
                            <a:pt x="-2752" y="20867"/>
                            <a:pt x="2678" y="1105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29" name="Forme libre : forme 13328">
                      <a:extLst>
                        <a:ext uri="{FF2B5EF4-FFF2-40B4-BE49-F238E27FC236}">
                          <a16:creationId xmlns:a16="http://schemas.microsoft.com/office/drawing/2014/main" id="{37FD20B8-7A5E-4F1E-B4F2-03F1C83EA2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84384" y="2914484"/>
                      <a:ext cx="37444" cy="34487"/>
                    </a:xfrm>
                    <a:custGeom>
                      <a:avLst/>
                      <a:gdLst>
                        <a:gd name="connsiteX0" fmla="*/ 18764 w 37444"/>
                        <a:gd name="connsiteY0" fmla="*/ 18676 h 34487"/>
                        <a:gd name="connsiteX1" fmla="*/ 27623 w 37444"/>
                        <a:gd name="connsiteY1" fmla="*/ 34488 h 34487"/>
                        <a:gd name="connsiteX2" fmla="*/ 34671 w 37444"/>
                        <a:gd name="connsiteY2" fmla="*/ 27249 h 34487"/>
                        <a:gd name="connsiteX3" fmla="*/ 28766 w 37444"/>
                        <a:gd name="connsiteY3" fmla="*/ 1912 h 34487"/>
                        <a:gd name="connsiteX4" fmla="*/ 2572 w 37444"/>
                        <a:gd name="connsiteY4" fmla="*/ 11056 h 34487"/>
                        <a:gd name="connsiteX5" fmla="*/ 0 w 37444"/>
                        <a:gd name="connsiteY5" fmla="*/ 20677 h 34487"/>
                        <a:gd name="connsiteX6" fmla="*/ 18764 w 37444"/>
                        <a:gd name="connsiteY6" fmla="*/ 18676 h 34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44" h="34487">
                          <a:moveTo>
                            <a:pt x="18764" y="18676"/>
                          </a:moveTo>
                          <a:cubicBezTo>
                            <a:pt x="24765" y="21724"/>
                            <a:pt x="27908" y="28011"/>
                            <a:pt x="27623" y="34488"/>
                          </a:cubicBezTo>
                          <a:cubicBezTo>
                            <a:pt x="30385" y="32678"/>
                            <a:pt x="32861" y="30297"/>
                            <a:pt x="34671" y="27249"/>
                          </a:cubicBezTo>
                          <a:cubicBezTo>
                            <a:pt x="40005" y="17914"/>
                            <a:pt x="37433" y="6580"/>
                            <a:pt x="28766" y="1912"/>
                          </a:cubicBezTo>
                          <a:cubicBezTo>
                            <a:pt x="20098" y="-2755"/>
                            <a:pt x="8287" y="1436"/>
                            <a:pt x="2572" y="11056"/>
                          </a:cubicBezTo>
                          <a:cubicBezTo>
                            <a:pt x="762" y="14104"/>
                            <a:pt x="95" y="17438"/>
                            <a:pt x="0" y="20677"/>
                          </a:cubicBezTo>
                          <a:cubicBezTo>
                            <a:pt x="5525" y="16581"/>
                            <a:pt x="12859" y="15628"/>
                            <a:pt x="18764" y="1867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30" name="Forme libre : forme 13329">
                      <a:extLst>
                        <a:ext uri="{FF2B5EF4-FFF2-40B4-BE49-F238E27FC236}">
                          <a16:creationId xmlns:a16="http://schemas.microsoft.com/office/drawing/2014/main" id="{8C2D1A66-F0F3-4EE2-89E1-D04BF7CDC3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87401" y="2924205"/>
                      <a:ext cx="15701" cy="18391"/>
                    </a:xfrm>
                    <a:custGeom>
                      <a:avLst/>
                      <a:gdLst>
                        <a:gd name="connsiteX0" fmla="*/ 31 w 15701"/>
                        <a:gd name="connsiteY0" fmla="*/ 9431 h 18391"/>
                        <a:gd name="connsiteX1" fmla="*/ 8699 w 15701"/>
                        <a:gd name="connsiteY1" fmla="*/ 2 h 18391"/>
                        <a:gd name="connsiteX2" fmla="*/ 15652 w 15701"/>
                        <a:gd name="connsiteY2" fmla="*/ 8955 h 18391"/>
                        <a:gd name="connsiteX3" fmla="*/ 7175 w 15701"/>
                        <a:gd name="connsiteY3" fmla="*/ 18385 h 18391"/>
                        <a:gd name="connsiteX4" fmla="*/ 31 w 15701"/>
                        <a:gd name="connsiteY4" fmla="*/ 9431 h 18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01" h="18391">
                          <a:moveTo>
                            <a:pt x="31" y="9431"/>
                          </a:moveTo>
                          <a:cubicBezTo>
                            <a:pt x="317" y="4193"/>
                            <a:pt x="4413" y="97"/>
                            <a:pt x="8699" y="2"/>
                          </a:cubicBezTo>
                          <a:cubicBezTo>
                            <a:pt x="13080" y="-94"/>
                            <a:pt x="16129" y="4002"/>
                            <a:pt x="15652" y="8955"/>
                          </a:cubicBezTo>
                          <a:cubicBezTo>
                            <a:pt x="15081" y="13908"/>
                            <a:pt x="11366" y="18099"/>
                            <a:pt x="7175" y="18385"/>
                          </a:cubicBezTo>
                          <a:cubicBezTo>
                            <a:pt x="2793" y="18575"/>
                            <a:pt x="-350" y="14575"/>
                            <a:pt x="31" y="943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31" name="Forme libre : forme 13330">
                      <a:extLst>
                        <a:ext uri="{FF2B5EF4-FFF2-40B4-BE49-F238E27FC236}">
                          <a16:creationId xmlns:a16="http://schemas.microsoft.com/office/drawing/2014/main" id="{EDAC2BB0-B186-4B0A-9534-037CCD1557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4360" y="2937244"/>
                      <a:ext cx="6071" cy="6363"/>
                    </a:xfrm>
                    <a:custGeom>
                      <a:avLst/>
                      <a:gdLst>
                        <a:gd name="connsiteX0" fmla="*/ 406 w 6071"/>
                        <a:gd name="connsiteY0" fmla="*/ 1916 h 6363"/>
                        <a:gd name="connsiteX1" fmla="*/ 4597 w 6071"/>
                        <a:gd name="connsiteY1" fmla="*/ 297 h 6363"/>
                        <a:gd name="connsiteX2" fmla="*/ 5645 w 6071"/>
                        <a:gd name="connsiteY2" fmla="*/ 4488 h 6363"/>
                        <a:gd name="connsiteX3" fmla="*/ 1454 w 6071"/>
                        <a:gd name="connsiteY3" fmla="*/ 6107 h 6363"/>
                        <a:gd name="connsiteX4" fmla="*/ 406 w 6071"/>
                        <a:gd name="connsiteY4" fmla="*/ 1916 h 63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1" h="6363">
                          <a:moveTo>
                            <a:pt x="406" y="1916"/>
                          </a:moveTo>
                          <a:cubicBezTo>
                            <a:pt x="1263" y="297"/>
                            <a:pt x="3073" y="-465"/>
                            <a:pt x="4597" y="297"/>
                          </a:cubicBezTo>
                          <a:cubicBezTo>
                            <a:pt x="6026" y="1059"/>
                            <a:pt x="6502" y="2869"/>
                            <a:pt x="5645" y="4488"/>
                          </a:cubicBezTo>
                          <a:cubicBezTo>
                            <a:pt x="4787" y="6107"/>
                            <a:pt x="2978" y="6774"/>
                            <a:pt x="1454" y="6107"/>
                          </a:cubicBezTo>
                          <a:cubicBezTo>
                            <a:pt x="120" y="5345"/>
                            <a:pt x="-451" y="3536"/>
                            <a:pt x="406" y="19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332" name="Graphique 5">
                  <a:extLst>
                    <a:ext uri="{FF2B5EF4-FFF2-40B4-BE49-F238E27FC236}">
                      <a16:creationId xmlns:a16="http://schemas.microsoft.com/office/drawing/2014/main" id="{BECBDE56-90C0-48F3-8C50-3E68F2389D34}"/>
                    </a:ext>
                  </a:extLst>
                </p:cNvPr>
                <p:cNvGrpSpPr/>
                <p:nvPr/>
              </p:nvGrpSpPr>
              <p:grpSpPr>
                <a:xfrm>
                  <a:off x="2371132" y="2872404"/>
                  <a:ext cx="92250" cy="85761"/>
                  <a:chOff x="2371132" y="2872404"/>
                  <a:chExt cx="92250" cy="85761"/>
                </a:xfrm>
                <a:solidFill>
                  <a:schemeClr val="accent1"/>
                </a:solidFill>
              </p:grpSpPr>
              <p:grpSp>
                <p:nvGrpSpPr>
                  <p:cNvPr id="13333" name="Graphique 5">
                    <a:extLst>
                      <a:ext uri="{FF2B5EF4-FFF2-40B4-BE49-F238E27FC236}">
                        <a16:creationId xmlns:a16="http://schemas.microsoft.com/office/drawing/2014/main" id="{6E792893-1F18-465B-8DE1-1C7A0F00F9F8}"/>
                      </a:ext>
                    </a:extLst>
                  </p:cNvPr>
                  <p:cNvGrpSpPr/>
                  <p:nvPr/>
                </p:nvGrpSpPr>
                <p:grpSpPr>
                  <a:xfrm>
                    <a:off x="2371132" y="2872404"/>
                    <a:ext cx="39528" cy="41675"/>
                    <a:chOff x="2371132" y="2872404"/>
                    <a:chExt cx="39528" cy="41675"/>
                  </a:xfrm>
                  <a:solidFill>
                    <a:schemeClr val="accent1"/>
                  </a:solidFill>
                </p:grpSpPr>
                <p:sp>
                  <p:nvSpPr>
                    <p:cNvPr id="13334" name="Forme libre : forme 13333">
                      <a:extLst>
                        <a:ext uri="{FF2B5EF4-FFF2-40B4-BE49-F238E27FC236}">
                          <a16:creationId xmlns:a16="http://schemas.microsoft.com/office/drawing/2014/main" id="{99088C1B-A93E-44AE-B0A9-5F8DAB631A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1132" y="2872404"/>
                      <a:ext cx="39528" cy="41675"/>
                    </a:xfrm>
                    <a:custGeom>
                      <a:avLst/>
                      <a:gdLst>
                        <a:gd name="connsiteX0" fmla="*/ 39242 w 39528"/>
                        <a:gd name="connsiteY0" fmla="*/ 12940 h 41675"/>
                        <a:gd name="connsiteX1" fmla="*/ 23431 w 39528"/>
                        <a:gd name="connsiteY1" fmla="*/ 39896 h 41675"/>
                        <a:gd name="connsiteX2" fmla="*/ 380 w 39528"/>
                        <a:gd name="connsiteY2" fmla="*/ 29228 h 41675"/>
                        <a:gd name="connsiteX3" fmla="*/ 16478 w 39528"/>
                        <a:gd name="connsiteY3" fmla="*/ 1605 h 41675"/>
                        <a:gd name="connsiteX4" fmla="*/ 39242 w 39528"/>
                        <a:gd name="connsiteY4" fmla="*/ 12940 h 416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28" h="41675">
                          <a:moveTo>
                            <a:pt x="39242" y="12940"/>
                          </a:moveTo>
                          <a:cubicBezTo>
                            <a:pt x="41052" y="23513"/>
                            <a:pt x="34099" y="35419"/>
                            <a:pt x="23431" y="39896"/>
                          </a:cubicBezTo>
                          <a:cubicBezTo>
                            <a:pt x="12953" y="44468"/>
                            <a:pt x="2666" y="39991"/>
                            <a:pt x="380" y="29228"/>
                          </a:cubicBezTo>
                          <a:cubicBezTo>
                            <a:pt x="-1810" y="18560"/>
                            <a:pt x="5714" y="6177"/>
                            <a:pt x="16478" y="1605"/>
                          </a:cubicBezTo>
                          <a:cubicBezTo>
                            <a:pt x="27336" y="-2871"/>
                            <a:pt x="37433" y="2367"/>
                            <a:pt x="39242" y="129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35" name="Forme libre : forme 13334">
                      <a:extLst>
                        <a:ext uri="{FF2B5EF4-FFF2-40B4-BE49-F238E27FC236}">
                          <a16:creationId xmlns:a16="http://schemas.microsoft.com/office/drawing/2014/main" id="{3459B807-DC0C-4FEB-B776-1BE89F5E0D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1142" y="2876963"/>
                      <a:ext cx="39518" cy="37007"/>
                    </a:xfrm>
                    <a:custGeom>
                      <a:avLst/>
                      <a:gdLst>
                        <a:gd name="connsiteX0" fmla="*/ 20087 w 39518"/>
                        <a:gd name="connsiteY0" fmla="*/ 16669 h 37007"/>
                        <a:gd name="connsiteX1" fmla="*/ 1228 w 39518"/>
                        <a:gd name="connsiteY1" fmla="*/ 13906 h 37007"/>
                        <a:gd name="connsiteX2" fmla="*/ 370 w 39518"/>
                        <a:gd name="connsiteY2" fmla="*/ 24574 h 37007"/>
                        <a:gd name="connsiteX3" fmla="*/ 23421 w 39518"/>
                        <a:gd name="connsiteY3" fmla="*/ 35242 h 37007"/>
                        <a:gd name="connsiteX4" fmla="*/ 39232 w 39518"/>
                        <a:gd name="connsiteY4" fmla="*/ 8287 h 37007"/>
                        <a:gd name="connsiteX5" fmla="*/ 35137 w 39518"/>
                        <a:gd name="connsiteY5" fmla="*/ 0 h 37007"/>
                        <a:gd name="connsiteX6" fmla="*/ 20087 w 39518"/>
                        <a:gd name="connsiteY6" fmla="*/ 16669 h 37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518" h="37007">
                          <a:moveTo>
                            <a:pt x="20087" y="16669"/>
                          </a:moveTo>
                          <a:cubicBezTo>
                            <a:pt x="12753" y="19717"/>
                            <a:pt x="5704" y="18383"/>
                            <a:pt x="1228" y="13906"/>
                          </a:cubicBezTo>
                          <a:cubicBezTo>
                            <a:pt x="85" y="17431"/>
                            <a:pt x="-392" y="21050"/>
                            <a:pt x="370" y="24574"/>
                          </a:cubicBezTo>
                          <a:cubicBezTo>
                            <a:pt x="2561" y="35242"/>
                            <a:pt x="12943" y="39814"/>
                            <a:pt x="23421" y="35242"/>
                          </a:cubicBezTo>
                          <a:cubicBezTo>
                            <a:pt x="34089" y="30861"/>
                            <a:pt x="41042" y="18955"/>
                            <a:pt x="39232" y="8287"/>
                          </a:cubicBezTo>
                          <a:cubicBezTo>
                            <a:pt x="38661" y="4953"/>
                            <a:pt x="37137" y="2191"/>
                            <a:pt x="35137" y="0"/>
                          </a:cubicBezTo>
                          <a:cubicBezTo>
                            <a:pt x="32755" y="7239"/>
                            <a:pt x="27326" y="13621"/>
                            <a:pt x="20087" y="1666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36" name="Forme libre : forme 13335">
                      <a:extLst>
                        <a:ext uri="{FF2B5EF4-FFF2-40B4-BE49-F238E27FC236}">
                          <a16:creationId xmlns:a16="http://schemas.microsoft.com/office/drawing/2014/main" id="{2E76B533-0713-4FD0-AFF8-83E8C0FB7E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9245" y="2877724"/>
                      <a:ext cx="17328" cy="18455"/>
                    </a:xfrm>
                    <a:custGeom>
                      <a:avLst/>
                      <a:gdLst>
                        <a:gd name="connsiteX0" fmla="*/ 15319 w 17328"/>
                        <a:gd name="connsiteY0" fmla="*/ 2763 h 18455"/>
                        <a:gd name="connsiteX1" fmla="*/ 14272 w 17328"/>
                        <a:gd name="connsiteY1" fmla="*/ 15812 h 18455"/>
                        <a:gd name="connsiteX2" fmla="*/ 2080 w 17328"/>
                        <a:gd name="connsiteY2" fmla="*/ 15812 h 18455"/>
                        <a:gd name="connsiteX3" fmla="*/ 3127 w 17328"/>
                        <a:gd name="connsiteY3" fmla="*/ 2668 h 18455"/>
                        <a:gd name="connsiteX4" fmla="*/ 15319 w 17328"/>
                        <a:gd name="connsiteY4" fmla="*/ 2763 h 18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28" h="18455">
                          <a:moveTo>
                            <a:pt x="15319" y="2763"/>
                          </a:moveTo>
                          <a:cubicBezTo>
                            <a:pt x="18367" y="6382"/>
                            <a:pt x="17891" y="12288"/>
                            <a:pt x="14272" y="15812"/>
                          </a:cubicBezTo>
                          <a:cubicBezTo>
                            <a:pt x="10652" y="19336"/>
                            <a:pt x="5223" y="19336"/>
                            <a:pt x="2080" y="15812"/>
                          </a:cubicBezTo>
                          <a:cubicBezTo>
                            <a:pt x="-1064" y="12193"/>
                            <a:pt x="-587" y="6382"/>
                            <a:pt x="3127" y="2668"/>
                          </a:cubicBezTo>
                          <a:cubicBezTo>
                            <a:pt x="6842" y="-952"/>
                            <a:pt x="12271" y="-857"/>
                            <a:pt x="15319" y="276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37" name="Forme libre : forme 13336">
                      <a:extLst>
                        <a:ext uri="{FF2B5EF4-FFF2-40B4-BE49-F238E27FC236}">
                          <a16:creationId xmlns:a16="http://schemas.microsoft.com/office/drawing/2014/main" id="{F09D5526-7119-47C8-9446-6A7E950DCE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7947" y="2880818"/>
                      <a:ext cx="6469" cy="6806"/>
                    </a:xfrm>
                    <a:custGeom>
                      <a:avLst/>
                      <a:gdLst>
                        <a:gd name="connsiteX0" fmla="*/ 6425 w 6469"/>
                        <a:gd name="connsiteY0" fmla="*/ 2050 h 6806"/>
                        <a:gd name="connsiteX1" fmla="*/ 3758 w 6469"/>
                        <a:gd name="connsiteY1" fmla="*/ 6526 h 6806"/>
                        <a:gd name="connsiteX2" fmla="*/ 44 w 6469"/>
                        <a:gd name="connsiteY2" fmla="*/ 4717 h 6806"/>
                        <a:gd name="connsiteX3" fmla="*/ 2711 w 6469"/>
                        <a:gd name="connsiteY3" fmla="*/ 240 h 6806"/>
                        <a:gd name="connsiteX4" fmla="*/ 6425 w 6469"/>
                        <a:gd name="connsiteY4" fmla="*/ 2050 h 6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69" h="6806">
                          <a:moveTo>
                            <a:pt x="6425" y="2050"/>
                          </a:moveTo>
                          <a:cubicBezTo>
                            <a:pt x="6711" y="3764"/>
                            <a:pt x="5568" y="5764"/>
                            <a:pt x="3758" y="6526"/>
                          </a:cubicBezTo>
                          <a:cubicBezTo>
                            <a:pt x="1949" y="7288"/>
                            <a:pt x="329" y="6431"/>
                            <a:pt x="44" y="4717"/>
                          </a:cubicBezTo>
                          <a:cubicBezTo>
                            <a:pt x="-242" y="3002"/>
                            <a:pt x="901" y="907"/>
                            <a:pt x="2711" y="240"/>
                          </a:cubicBezTo>
                          <a:cubicBezTo>
                            <a:pt x="4520" y="-427"/>
                            <a:pt x="6140" y="335"/>
                            <a:pt x="6425" y="205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38" name="Graphique 5">
                    <a:extLst>
                      <a:ext uri="{FF2B5EF4-FFF2-40B4-BE49-F238E27FC236}">
                        <a16:creationId xmlns:a16="http://schemas.microsoft.com/office/drawing/2014/main" id="{B7B0532B-8EE5-4E4E-A6D7-342AEE16454E}"/>
                      </a:ext>
                    </a:extLst>
                  </p:cNvPr>
                  <p:cNvGrpSpPr/>
                  <p:nvPr/>
                </p:nvGrpSpPr>
                <p:grpSpPr>
                  <a:xfrm>
                    <a:off x="2393747" y="2901040"/>
                    <a:ext cx="38722" cy="40744"/>
                    <a:chOff x="2393747" y="2901040"/>
                    <a:chExt cx="38722" cy="40744"/>
                  </a:xfrm>
                  <a:solidFill>
                    <a:schemeClr val="accent1"/>
                  </a:solidFill>
                </p:grpSpPr>
                <p:sp>
                  <p:nvSpPr>
                    <p:cNvPr id="13339" name="Forme libre : forme 13338">
                      <a:extLst>
                        <a:ext uri="{FF2B5EF4-FFF2-40B4-BE49-F238E27FC236}">
                          <a16:creationId xmlns:a16="http://schemas.microsoft.com/office/drawing/2014/main" id="{C80D8845-6902-484C-A28F-677F79803F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3747" y="2901040"/>
                      <a:ext cx="38722" cy="40649"/>
                    </a:xfrm>
                    <a:custGeom>
                      <a:avLst/>
                      <a:gdLst>
                        <a:gd name="connsiteX0" fmla="*/ 38345 w 38722"/>
                        <a:gd name="connsiteY0" fmla="*/ 12784 h 40649"/>
                        <a:gd name="connsiteX1" fmla="*/ 23486 w 38722"/>
                        <a:gd name="connsiteY1" fmla="*/ 38978 h 40649"/>
                        <a:gd name="connsiteX2" fmla="*/ 531 w 38722"/>
                        <a:gd name="connsiteY2" fmla="*/ 28405 h 40649"/>
                        <a:gd name="connsiteX3" fmla="*/ 15676 w 38722"/>
                        <a:gd name="connsiteY3" fmla="*/ 1449 h 40649"/>
                        <a:gd name="connsiteX4" fmla="*/ 38345 w 38722"/>
                        <a:gd name="connsiteY4" fmla="*/ 12784 h 40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722" h="40649">
                          <a:moveTo>
                            <a:pt x="38345" y="12784"/>
                          </a:moveTo>
                          <a:cubicBezTo>
                            <a:pt x="40441" y="23261"/>
                            <a:pt x="33583" y="34501"/>
                            <a:pt x="23486" y="38978"/>
                          </a:cubicBezTo>
                          <a:cubicBezTo>
                            <a:pt x="13294" y="43359"/>
                            <a:pt x="2912" y="38883"/>
                            <a:pt x="531" y="28405"/>
                          </a:cubicBezTo>
                          <a:cubicBezTo>
                            <a:pt x="-2041" y="17832"/>
                            <a:pt x="5008" y="5735"/>
                            <a:pt x="15676" y="1449"/>
                          </a:cubicBezTo>
                          <a:cubicBezTo>
                            <a:pt x="26248" y="-2742"/>
                            <a:pt x="36345" y="2497"/>
                            <a:pt x="38345" y="1278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0" name="Forme libre : forme 13339">
                      <a:extLst>
                        <a:ext uri="{FF2B5EF4-FFF2-40B4-BE49-F238E27FC236}">
                          <a16:creationId xmlns:a16="http://schemas.microsoft.com/office/drawing/2014/main" id="{01EBCF0E-946A-4BA3-B0C3-24640E9FA6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3841" y="2905823"/>
                      <a:ext cx="38627" cy="35961"/>
                    </a:xfrm>
                    <a:custGeom>
                      <a:avLst/>
                      <a:gdLst>
                        <a:gd name="connsiteX0" fmla="*/ 19486 w 38627"/>
                        <a:gd name="connsiteY0" fmla="*/ 15907 h 35961"/>
                        <a:gd name="connsiteX1" fmla="*/ 912 w 38627"/>
                        <a:gd name="connsiteY1" fmla="*/ 13144 h 35961"/>
                        <a:gd name="connsiteX2" fmla="*/ 436 w 38627"/>
                        <a:gd name="connsiteY2" fmla="*/ 23717 h 35961"/>
                        <a:gd name="connsiteX3" fmla="*/ 23391 w 38627"/>
                        <a:gd name="connsiteY3" fmla="*/ 34290 h 35961"/>
                        <a:gd name="connsiteX4" fmla="*/ 38250 w 38627"/>
                        <a:gd name="connsiteY4" fmla="*/ 8096 h 35961"/>
                        <a:gd name="connsiteX5" fmla="*/ 34059 w 38627"/>
                        <a:gd name="connsiteY5" fmla="*/ 0 h 35961"/>
                        <a:gd name="connsiteX6" fmla="*/ 19486 w 38627"/>
                        <a:gd name="connsiteY6" fmla="*/ 15907 h 35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627" h="35961">
                          <a:moveTo>
                            <a:pt x="19486" y="15907"/>
                          </a:moveTo>
                          <a:cubicBezTo>
                            <a:pt x="12247" y="18764"/>
                            <a:pt x="5389" y="17526"/>
                            <a:pt x="912" y="13144"/>
                          </a:cubicBezTo>
                          <a:cubicBezTo>
                            <a:pt x="-40" y="16669"/>
                            <a:pt x="-326" y="20288"/>
                            <a:pt x="436" y="23717"/>
                          </a:cubicBezTo>
                          <a:cubicBezTo>
                            <a:pt x="2817" y="34195"/>
                            <a:pt x="13200" y="38671"/>
                            <a:pt x="23391" y="34290"/>
                          </a:cubicBezTo>
                          <a:cubicBezTo>
                            <a:pt x="33488" y="29813"/>
                            <a:pt x="40346" y="18478"/>
                            <a:pt x="38250" y="8096"/>
                          </a:cubicBezTo>
                          <a:cubicBezTo>
                            <a:pt x="37584" y="4763"/>
                            <a:pt x="36059" y="2096"/>
                            <a:pt x="34059" y="0"/>
                          </a:cubicBezTo>
                          <a:cubicBezTo>
                            <a:pt x="31869" y="6858"/>
                            <a:pt x="26534" y="13049"/>
                            <a:pt x="19486" y="159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1" name="Forme libre : forme 13340">
                      <a:extLst>
                        <a:ext uri="{FF2B5EF4-FFF2-40B4-BE49-F238E27FC236}">
                          <a16:creationId xmlns:a16="http://schemas.microsoft.com/office/drawing/2014/main" id="{FBE093A1-A401-4F00-AC0D-F0A7C35343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1190" y="2906287"/>
                      <a:ext cx="17095" cy="18052"/>
                    </a:xfrm>
                    <a:custGeom>
                      <a:avLst/>
                      <a:gdLst>
                        <a:gd name="connsiteX0" fmla="*/ 14996 w 17095"/>
                        <a:gd name="connsiteY0" fmla="*/ 2775 h 18052"/>
                        <a:gd name="connsiteX1" fmla="*/ 14234 w 17095"/>
                        <a:gd name="connsiteY1" fmla="*/ 15539 h 18052"/>
                        <a:gd name="connsiteX2" fmla="*/ 2138 w 17095"/>
                        <a:gd name="connsiteY2" fmla="*/ 15348 h 18052"/>
                        <a:gd name="connsiteX3" fmla="*/ 2900 w 17095"/>
                        <a:gd name="connsiteY3" fmla="*/ 2585 h 18052"/>
                        <a:gd name="connsiteX4" fmla="*/ 14996 w 17095"/>
                        <a:gd name="connsiteY4" fmla="*/ 2775 h 18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95" h="18052">
                          <a:moveTo>
                            <a:pt x="14996" y="2775"/>
                          </a:moveTo>
                          <a:cubicBezTo>
                            <a:pt x="18044" y="6395"/>
                            <a:pt x="17759" y="12110"/>
                            <a:pt x="14234" y="15539"/>
                          </a:cubicBezTo>
                          <a:cubicBezTo>
                            <a:pt x="10710" y="18968"/>
                            <a:pt x="5281" y="18873"/>
                            <a:pt x="2138" y="15348"/>
                          </a:cubicBezTo>
                          <a:cubicBezTo>
                            <a:pt x="-1006" y="11824"/>
                            <a:pt x="-625" y="6109"/>
                            <a:pt x="2900" y="2585"/>
                          </a:cubicBezTo>
                          <a:cubicBezTo>
                            <a:pt x="6519" y="-939"/>
                            <a:pt x="11948" y="-844"/>
                            <a:pt x="14996" y="277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2" name="Forme libre : forme 13341">
                      <a:extLst>
                        <a:ext uri="{FF2B5EF4-FFF2-40B4-BE49-F238E27FC236}">
                          <a16:creationId xmlns:a16="http://schemas.microsoft.com/office/drawing/2014/main" id="{E31211AC-B5A0-4C34-A2F6-BEE5923D61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9730" y="2909258"/>
                      <a:ext cx="6528" cy="6710"/>
                    </a:xfrm>
                    <a:custGeom>
                      <a:avLst/>
                      <a:gdLst>
                        <a:gd name="connsiteX0" fmla="*/ 6455 w 6528"/>
                        <a:gd name="connsiteY0" fmla="*/ 2090 h 6710"/>
                        <a:gd name="connsiteX1" fmla="*/ 3883 w 6528"/>
                        <a:gd name="connsiteY1" fmla="*/ 6471 h 6710"/>
                        <a:gd name="connsiteX2" fmla="*/ 73 w 6528"/>
                        <a:gd name="connsiteY2" fmla="*/ 4661 h 6710"/>
                        <a:gd name="connsiteX3" fmla="*/ 2645 w 6528"/>
                        <a:gd name="connsiteY3" fmla="*/ 280 h 6710"/>
                        <a:gd name="connsiteX4" fmla="*/ 6455 w 6528"/>
                        <a:gd name="connsiteY4" fmla="*/ 2090 h 6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28" h="6710">
                          <a:moveTo>
                            <a:pt x="6455" y="2090"/>
                          </a:moveTo>
                          <a:cubicBezTo>
                            <a:pt x="6836" y="3804"/>
                            <a:pt x="5693" y="5709"/>
                            <a:pt x="3883" y="6471"/>
                          </a:cubicBezTo>
                          <a:cubicBezTo>
                            <a:pt x="2169" y="7138"/>
                            <a:pt x="454" y="6376"/>
                            <a:pt x="73" y="4661"/>
                          </a:cubicBezTo>
                          <a:cubicBezTo>
                            <a:pt x="-308" y="2947"/>
                            <a:pt x="835" y="1042"/>
                            <a:pt x="2645" y="280"/>
                          </a:cubicBezTo>
                          <a:cubicBezTo>
                            <a:pt x="4455" y="-482"/>
                            <a:pt x="6169" y="375"/>
                            <a:pt x="6455" y="20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43" name="Graphique 5">
                    <a:extLst>
                      <a:ext uri="{FF2B5EF4-FFF2-40B4-BE49-F238E27FC236}">
                        <a16:creationId xmlns:a16="http://schemas.microsoft.com/office/drawing/2014/main" id="{BF0125AE-EFB7-4ED2-B130-121C407A3704}"/>
                      </a:ext>
                    </a:extLst>
                  </p:cNvPr>
                  <p:cNvGrpSpPr/>
                  <p:nvPr/>
                </p:nvGrpSpPr>
                <p:grpSpPr>
                  <a:xfrm>
                    <a:off x="2425115" y="2918447"/>
                    <a:ext cx="38268" cy="39718"/>
                    <a:chOff x="2425115" y="2918447"/>
                    <a:chExt cx="38268" cy="39718"/>
                  </a:xfrm>
                  <a:solidFill>
                    <a:schemeClr val="accent1"/>
                  </a:solidFill>
                </p:grpSpPr>
                <p:sp>
                  <p:nvSpPr>
                    <p:cNvPr id="13344" name="Forme libre : forme 13343">
                      <a:extLst>
                        <a:ext uri="{FF2B5EF4-FFF2-40B4-BE49-F238E27FC236}">
                          <a16:creationId xmlns:a16="http://schemas.microsoft.com/office/drawing/2014/main" id="{BEBB3CED-80A7-4158-91A7-DFDD8ACA03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5238" y="2918447"/>
                      <a:ext cx="38144" cy="39623"/>
                    </a:xfrm>
                    <a:custGeom>
                      <a:avLst/>
                      <a:gdLst>
                        <a:gd name="connsiteX0" fmla="*/ 37715 w 38144"/>
                        <a:gd name="connsiteY0" fmla="*/ 12903 h 39623"/>
                        <a:gd name="connsiteX1" fmla="*/ 23332 w 38144"/>
                        <a:gd name="connsiteY1" fmla="*/ 38145 h 39623"/>
                        <a:gd name="connsiteX2" fmla="*/ 567 w 38144"/>
                        <a:gd name="connsiteY2" fmla="*/ 27286 h 39623"/>
                        <a:gd name="connsiteX3" fmla="*/ 15236 w 38144"/>
                        <a:gd name="connsiteY3" fmla="*/ 1283 h 39623"/>
                        <a:gd name="connsiteX4" fmla="*/ 37715 w 38144"/>
                        <a:gd name="connsiteY4" fmla="*/ 12903 h 396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44" h="39623">
                          <a:moveTo>
                            <a:pt x="37715" y="12903"/>
                          </a:moveTo>
                          <a:cubicBezTo>
                            <a:pt x="39905" y="23095"/>
                            <a:pt x="33524" y="34239"/>
                            <a:pt x="23332" y="38145"/>
                          </a:cubicBezTo>
                          <a:cubicBezTo>
                            <a:pt x="13331" y="42240"/>
                            <a:pt x="3044" y="37573"/>
                            <a:pt x="567" y="27286"/>
                          </a:cubicBezTo>
                          <a:cubicBezTo>
                            <a:pt x="-2100" y="16904"/>
                            <a:pt x="4949" y="5379"/>
                            <a:pt x="15236" y="1283"/>
                          </a:cubicBezTo>
                          <a:cubicBezTo>
                            <a:pt x="25523" y="-2622"/>
                            <a:pt x="35524" y="2712"/>
                            <a:pt x="37715" y="1290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5" name="Forme libre : forme 13344">
                      <a:extLst>
                        <a:ext uri="{FF2B5EF4-FFF2-40B4-BE49-F238E27FC236}">
                          <a16:creationId xmlns:a16="http://schemas.microsoft.com/office/drawing/2014/main" id="{4C4D08AF-4F98-49CC-8EA7-0D530FA5BD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5115" y="2923444"/>
                      <a:ext cx="38077" cy="34720"/>
                    </a:xfrm>
                    <a:custGeom>
                      <a:avLst/>
                      <a:gdLst>
                        <a:gd name="connsiteX0" fmla="*/ 19360 w 38077"/>
                        <a:gd name="connsiteY0" fmla="*/ 15240 h 34720"/>
                        <a:gd name="connsiteX1" fmla="*/ 881 w 38077"/>
                        <a:gd name="connsiteY1" fmla="*/ 12097 h 34720"/>
                        <a:gd name="connsiteX2" fmla="*/ 500 w 38077"/>
                        <a:gd name="connsiteY2" fmla="*/ 22384 h 34720"/>
                        <a:gd name="connsiteX3" fmla="*/ 23265 w 38077"/>
                        <a:gd name="connsiteY3" fmla="*/ 33242 h 34720"/>
                        <a:gd name="connsiteX4" fmla="*/ 37647 w 38077"/>
                        <a:gd name="connsiteY4" fmla="*/ 8001 h 34720"/>
                        <a:gd name="connsiteX5" fmla="*/ 33361 w 38077"/>
                        <a:gd name="connsiteY5" fmla="*/ 0 h 34720"/>
                        <a:gd name="connsiteX6" fmla="*/ 19360 w 38077"/>
                        <a:gd name="connsiteY6" fmla="*/ 15240 h 34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077" h="34720">
                          <a:moveTo>
                            <a:pt x="19360" y="15240"/>
                          </a:moveTo>
                          <a:cubicBezTo>
                            <a:pt x="12311" y="17907"/>
                            <a:pt x="5358" y="16478"/>
                            <a:pt x="881" y="12097"/>
                          </a:cubicBezTo>
                          <a:cubicBezTo>
                            <a:pt x="-167" y="15431"/>
                            <a:pt x="-262" y="19050"/>
                            <a:pt x="500" y="22384"/>
                          </a:cubicBezTo>
                          <a:cubicBezTo>
                            <a:pt x="2977" y="32671"/>
                            <a:pt x="13359" y="37338"/>
                            <a:pt x="23265" y="33242"/>
                          </a:cubicBezTo>
                          <a:cubicBezTo>
                            <a:pt x="33456" y="29337"/>
                            <a:pt x="39838" y="18193"/>
                            <a:pt x="37647" y="8001"/>
                          </a:cubicBezTo>
                          <a:cubicBezTo>
                            <a:pt x="36981" y="4763"/>
                            <a:pt x="35457" y="2096"/>
                            <a:pt x="33361" y="0"/>
                          </a:cubicBezTo>
                          <a:cubicBezTo>
                            <a:pt x="31456" y="6572"/>
                            <a:pt x="26313" y="12573"/>
                            <a:pt x="19360" y="1524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6" name="Forme libre : forme 13345">
                      <a:extLst>
                        <a:ext uri="{FF2B5EF4-FFF2-40B4-BE49-F238E27FC236}">
                          <a16:creationId xmlns:a16="http://schemas.microsoft.com/office/drawing/2014/main" id="{65719102-8F44-4B3A-A602-290D05C9F1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2380" y="2923654"/>
                      <a:ext cx="16856" cy="17701"/>
                    </a:xfrm>
                    <a:custGeom>
                      <a:avLst/>
                      <a:gdLst>
                        <a:gd name="connsiteX0" fmla="*/ 14667 w 16856"/>
                        <a:gd name="connsiteY0" fmla="*/ 2838 h 17701"/>
                        <a:gd name="connsiteX1" fmla="*/ 14096 w 16856"/>
                        <a:gd name="connsiteY1" fmla="*/ 15316 h 17701"/>
                        <a:gd name="connsiteX2" fmla="*/ 2189 w 16856"/>
                        <a:gd name="connsiteY2" fmla="*/ 14935 h 17701"/>
                        <a:gd name="connsiteX3" fmla="*/ 2761 w 16856"/>
                        <a:gd name="connsiteY3" fmla="*/ 2457 h 17701"/>
                        <a:gd name="connsiteX4" fmla="*/ 14667 w 16856"/>
                        <a:gd name="connsiteY4" fmla="*/ 2838 h 17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56" h="17701">
                          <a:moveTo>
                            <a:pt x="14667" y="2838"/>
                          </a:moveTo>
                          <a:cubicBezTo>
                            <a:pt x="17810" y="6457"/>
                            <a:pt x="17525" y="11982"/>
                            <a:pt x="14096" y="15316"/>
                          </a:cubicBezTo>
                          <a:cubicBezTo>
                            <a:pt x="10667" y="18650"/>
                            <a:pt x="5333" y="18459"/>
                            <a:pt x="2189" y="14935"/>
                          </a:cubicBezTo>
                          <a:cubicBezTo>
                            <a:pt x="-954" y="11411"/>
                            <a:pt x="-668" y="5791"/>
                            <a:pt x="2761" y="2457"/>
                          </a:cubicBezTo>
                          <a:cubicBezTo>
                            <a:pt x="6285" y="-972"/>
                            <a:pt x="11619" y="-781"/>
                            <a:pt x="14667" y="283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7" name="Forme libre : forme 13346">
                      <a:extLst>
                        <a:ext uri="{FF2B5EF4-FFF2-40B4-BE49-F238E27FC236}">
                          <a16:creationId xmlns:a16="http://schemas.microsoft.com/office/drawing/2014/main" id="{1F0BB9A7-D23E-4100-8AC4-F19ED6E981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0972" y="2926400"/>
                      <a:ext cx="6338" cy="6509"/>
                    </a:xfrm>
                    <a:custGeom>
                      <a:avLst/>
                      <a:gdLst>
                        <a:gd name="connsiteX0" fmla="*/ 6265 w 6338"/>
                        <a:gd name="connsiteY0" fmla="*/ 2093 h 6509"/>
                        <a:gd name="connsiteX1" fmla="*/ 3788 w 6338"/>
                        <a:gd name="connsiteY1" fmla="*/ 6284 h 6509"/>
                        <a:gd name="connsiteX2" fmla="*/ 73 w 6338"/>
                        <a:gd name="connsiteY2" fmla="*/ 4379 h 6509"/>
                        <a:gd name="connsiteX3" fmla="*/ 2550 w 6338"/>
                        <a:gd name="connsiteY3" fmla="*/ 188 h 6509"/>
                        <a:gd name="connsiteX4" fmla="*/ 6265 w 6338"/>
                        <a:gd name="connsiteY4" fmla="*/ 2093 h 65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38" h="6509">
                          <a:moveTo>
                            <a:pt x="6265" y="2093"/>
                          </a:moveTo>
                          <a:cubicBezTo>
                            <a:pt x="6646" y="3807"/>
                            <a:pt x="5503" y="5617"/>
                            <a:pt x="3788" y="6284"/>
                          </a:cubicBezTo>
                          <a:cubicBezTo>
                            <a:pt x="2074" y="6950"/>
                            <a:pt x="454" y="6093"/>
                            <a:pt x="73" y="4379"/>
                          </a:cubicBezTo>
                          <a:cubicBezTo>
                            <a:pt x="-308" y="2664"/>
                            <a:pt x="835" y="759"/>
                            <a:pt x="2550" y="188"/>
                          </a:cubicBezTo>
                          <a:cubicBezTo>
                            <a:pt x="4264" y="-384"/>
                            <a:pt x="5884" y="378"/>
                            <a:pt x="6265" y="209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348" name="Graphique 5">
                  <a:extLst>
                    <a:ext uri="{FF2B5EF4-FFF2-40B4-BE49-F238E27FC236}">
                      <a16:creationId xmlns:a16="http://schemas.microsoft.com/office/drawing/2014/main" id="{57ED2D67-1F1B-4F39-9FFB-BC3FB4A8FE4B}"/>
                    </a:ext>
                  </a:extLst>
                </p:cNvPr>
                <p:cNvGrpSpPr/>
                <p:nvPr/>
              </p:nvGrpSpPr>
              <p:grpSpPr>
                <a:xfrm>
                  <a:off x="2283152" y="2997334"/>
                  <a:ext cx="65835" cy="112231"/>
                  <a:chOff x="2283152" y="2997334"/>
                  <a:chExt cx="65835" cy="112231"/>
                </a:xfrm>
                <a:solidFill>
                  <a:schemeClr val="accent1"/>
                </a:solidFill>
              </p:grpSpPr>
              <p:grpSp>
                <p:nvGrpSpPr>
                  <p:cNvPr id="13349" name="Graphique 5">
                    <a:extLst>
                      <a:ext uri="{FF2B5EF4-FFF2-40B4-BE49-F238E27FC236}">
                        <a16:creationId xmlns:a16="http://schemas.microsoft.com/office/drawing/2014/main" id="{EBEBCD05-6A49-46DE-99DD-FAF8707D1864}"/>
                      </a:ext>
                    </a:extLst>
                  </p:cNvPr>
                  <p:cNvGrpSpPr/>
                  <p:nvPr/>
                </p:nvGrpSpPr>
                <p:grpSpPr>
                  <a:xfrm>
                    <a:off x="2311623" y="3068218"/>
                    <a:ext cx="37364" cy="41347"/>
                    <a:chOff x="2311623" y="3068218"/>
                    <a:chExt cx="37364" cy="41347"/>
                  </a:xfrm>
                  <a:solidFill>
                    <a:schemeClr val="accent1"/>
                  </a:solidFill>
                </p:grpSpPr>
                <p:sp>
                  <p:nvSpPr>
                    <p:cNvPr id="13350" name="Forme libre : forme 13349">
                      <a:extLst>
                        <a:ext uri="{FF2B5EF4-FFF2-40B4-BE49-F238E27FC236}">
                          <a16:creationId xmlns:a16="http://schemas.microsoft.com/office/drawing/2014/main" id="{D8E20514-A348-4726-A86C-E0121643E5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1634" y="3068218"/>
                      <a:ext cx="37327" cy="41347"/>
                    </a:xfrm>
                    <a:custGeom>
                      <a:avLst/>
                      <a:gdLst>
                        <a:gd name="connsiteX0" fmla="*/ 157 w 37327"/>
                        <a:gd name="connsiteY0" fmla="*/ 20676 h 41347"/>
                        <a:gd name="connsiteX1" fmla="*/ 21779 w 37327"/>
                        <a:gd name="connsiteY1" fmla="*/ 6 h 41347"/>
                        <a:gd name="connsiteX2" fmla="*/ 37114 w 37327"/>
                        <a:gd name="connsiteY2" fmla="*/ 20961 h 41347"/>
                        <a:gd name="connsiteX3" fmla="*/ 29684 w 37327"/>
                        <a:gd name="connsiteY3" fmla="*/ 35249 h 41347"/>
                        <a:gd name="connsiteX4" fmla="*/ 16159 w 37327"/>
                        <a:gd name="connsiteY4" fmla="*/ 41345 h 41347"/>
                        <a:gd name="connsiteX5" fmla="*/ 157 w 37327"/>
                        <a:gd name="connsiteY5" fmla="*/ 20676 h 41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327" h="41347">
                          <a:moveTo>
                            <a:pt x="157" y="20676"/>
                          </a:moveTo>
                          <a:cubicBezTo>
                            <a:pt x="1871" y="9150"/>
                            <a:pt x="11587" y="-279"/>
                            <a:pt x="21779" y="6"/>
                          </a:cubicBezTo>
                          <a:cubicBezTo>
                            <a:pt x="31875" y="292"/>
                            <a:pt x="38638" y="9817"/>
                            <a:pt x="37114" y="20961"/>
                          </a:cubicBezTo>
                          <a:cubicBezTo>
                            <a:pt x="36352" y="26581"/>
                            <a:pt x="33589" y="31629"/>
                            <a:pt x="29684" y="35249"/>
                          </a:cubicBezTo>
                          <a:cubicBezTo>
                            <a:pt x="25970" y="38964"/>
                            <a:pt x="21207" y="41345"/>
                            <a:pt x="16159" y="41345"/>
                          </a:cubicBezTo>
                          <a:cubicBezTo>
                            <a:pt x="6158" y="41535"/>
                            <a:pt x="-1177" y="32391"/>
                            <a:pt x="157" y="2067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1" name="Forme libre : forme 13350">
                      <a:extLst>
                        <a:ext uri="{FF2B5EF4-FFF2-40B4-BE49-F238E27FC236}">
                          <a16:creationId xmlns:a16="http://schemas.microsoft.com/office/drawing/2014/main" id="{BB9E88F2-8BED-4D3E-BAAE-62103436FD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1623" y="3068218"/>
                      <a:ext cx="37364" cy="30962"/>
                    </a:xfrm>
                    <a:custGeom>
                      <a:avLst/>
                      <a:gdLst>
                        <a:gd name="connsiteX0" fmla="*/ 18647 w 37364"/>
                        <a:gd name="connsiteY0" fmla="*/ 20199 h 30962"/>
                        <a:gd name="connsiteX1" fmla="*/ 33220 w 37364"/>
                        <a:gd name="connsiteY1" fmla="*/ 30963 h 30962"/>
                        <a:gd name="connsiteX2" fmla="*/ 37125 w 37364"/>
                        <a:gd name="connsiteY2" fmla="*/ 20961 h 30962"/>
                        <a:gd name="connsiteX3" fmla="*/ 21790 w 37364"/>
                        <a:gd name="connsiteY3" fmla="*/ 6 h 30962"/>
                        <a:gd name="connsiteX4" fmla="*/ 168 w 37364"/>
                        <a:gd name="connsiteY4" fmla="*/ 20676 h 30962"/>
                        <a:gd name="connsiteX5" fmla="*/ 1407 w 37364"/>
                        <a:gd name="connsiteY5" fmla="*/ 30867 h 30962"/>
                        <a:gd name="connsiteX6" fmla="*/ 18647 w 37364"/>
                        <a:gd name="connsiteY6" fmla="*/ 20199 h 30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364" h="30962">
                          <a:moveTo>
                            <a:pt x="18647" y="20199"/>
                          </a:moveTo>
                          <a:cubicBezTo>
                            <a:pt x="25600" y="20295"/>
                            <a:pt x="30934" y="24676"/>
                            <a:pt x="33220" y="30963"/>
                          </a:cubicBezTo>
                          <a:cubicBezTo>
                            <a:pt x="35221" y="28010"/>
                            <a:pt x="36649" y="24676"/>
                            <a:pt x="37125" y="20961"/>
                          </a:cubicBezTo>
                          <a:cubicBezTo>
                            <a:pt x="38745" y="9722"/>
                            <a:pt x="31982" y="197"/>
                            <a:pt x="21790" y="6"/>
                          </a:cubicBezTo>
                          <a:cubicBezTo>
                            <a:pt x="11694" y="-279"/>
                            <a:pt x="1883" y="9150"/>
                            <a:pt x="168" y="20676"/>
                          </a:cubicBezTo>
                          <a:cubicBezTo>
                            <a:pt x="-308" y="24390"/>
                            <a:pt x="264" y="27819"/>
                            <a:pt x="1407" y="30867"/>
                          </a:cubicBezTo>
                          <a:cubicBezTo>
                            <a:pt x="5121" y="24390"/>
                            <a:pt x="11789" y="20199"/>
                            <a:pt x="18647" y="2019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2" name="Forme libre : forme 13351">
                      <a:extLst>
                        <a:ext uri="{FF2B5EF4-FFF2-40B4-BE49-F238E27FC236}">
                          <a16:creationId xmlns:a16="http://schemas.microsoft.com/office/drawing/2014/main" id="{90FE2BEE-9934-4037-8E80-E1223704DA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4836" y="3082606"/>
                      <a:ext cx="15788" cy="19424"/>
                    </a:xfrm>
                    <a:custGeom>
                      <a:avLst/>
                      <a:gdLst>
                        <a:gd name="connsiteX0" fmla="*/ 575 w 15788"/>
                        <a:gd name="connsiteY0" fmla="*/ 13622 h 19424"/>
                        <a:gd name="connsiteX1" fmla="*/ 5242 w 15788"/>
                        <a:gd name="connsiteY1" fmla="*/ 764 h 19424"/>
                        <a:gd name="connsiteX2" fmla="*/ 15339 w 15788"/>
                        <a:gd name="connsiteY2" fmla="*/ 5907 h 19424"/>
                        <a:gd name="connsiteX3" fmla="*/ 10767 w 15788"/>
                        <a:gd name="connsiteY3" fmla="*/ 18575 h 19424"/>
                        <a:gd name="connsiteX4" fmla="*/ 575 w 15788"/>
                        <a:gd name="connsiteY4" fmla="*/ 13622 h 194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88" h="19424">
                          <a:moveTo>
                            <a:pt x="575" y="13622"/>
                          </a:moveTo>
                          <a:cubicBezTo>
                            <a:pt x="-1140" y="8574"/>
                            <a:pt x="1146" y="2859"/>
                            <a:pt x="5242" y="764"/>
                          </a:cubicBezTo>
                          <a:cubicBezTo>
                            <a:pt x="9338" y="-1332"/>
                            <a:pt x="13815" y="1049"/>
                            <a:pt x="15339" y="5907"/>
                          </a:cubicBezTo>
                          <a:cubicBezTo>
                            <a:pt x="16767" y="10860"/>
                            <a:pt x="14672" y="16385"/>
                            <a:pt x="10767" y="18575"/>
                          </a:cubicBezTo>
                          <a:cubicBezTo>
                            <a:pt x="6766" y="20766"/>
                            <a:pt x="2194" y="18575"/>
                            <a:pt x="575" y="1362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3" name="Forme libre : forme 13352">
                      <a:extLst>
                        <a:ext uri="{FF2B5EF4-FFF2-40B4-BE49-F238E27FC236}">
                          <a16:creationId xmlns:a16="http://schemas.microsoft.com/office/drawing/2014/main" id="{0CBAA2F9-A3F1-4101-A6CC-76CCEC8D7E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4513" y="3094418"/>
                      <a:ext cx="6085" cy="6858"/>
                    </a:xfrm>
                    <a:custGeom>
                      <a:avLst/>
                      <a:gdLst>
                        <a:gd name="connsiteX0" fmla="*/ 41 w 6085"/>
                        <a:gd name="connsiteY0" fmla="*/ 3429 h 6858"/>
                        <a:gd name="connsiteX1" fmla="*/ 3470 w 6085"/>
                        <a:gd name="connsiteY1" fmla="*/ 0 h 6858"/>
                        <a:gd name="connsiteX2" fmla="*/ 6042 w 6085"/>
                        <a:gd name="connsiteY2" fmla="*/ 3429 h 6858"/>
                        <a:gd name="connsiteX3" fmla="*/ 2708 w 6085"/>
                        <a:gd name="connsiteY3" fmla="*/ 6858 h 6858"/>
                        <a:gd name="connsiteX4" fmla="*/ 41 w 6085"/>
                        <a:gd name="connsiteY4" fmla="*/ 3429 h 68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85" h="6858">
                          <a:moveTo>
                            <a:pt x="41" y="3429"/>
                          </a:moveTo>
                          <a:cubicBezTo>
                            <a:pt x="232" y="1524"/>
                            <a:pt x="1851" y="0"/>
                            <a:pt x="3470" y="0"/>
                          </a:cubicBezTo>
                          <a:cubicBezTo>
                            <a:pt x="5185" y="0"/>
                            <a:pt x="6328" y="1524"/>
                            <a:pt x="6042" y="3429"/>
                          </a:cubicBezTo>
                          <a:cubicBezTo>
                            <a:pt x="5851" y="5334"/>
                            <a:pt x="4327" y="6858"/>
                            <a:pt x="2708" y="6858"/>
                          </a:cubicBezTo>
                          <a:cubicBezTo>
                            <a:pt x="994" y="6858"/>
                            <a:pt x="-245" y="5334"/>
                            <a:pt x="41" y="34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54" name="Graphique 5">
                    <a:extLst>
                      <a:ext uri="{FF2B5EF4-FFF2-40B4-BE49-F238E27FC236}">
                        <a16:creationId xmlns:a16="http://schemas.microsoft.com/office/drawing/2014/main" id="{1F2B5D66-C4BF-4F1E-A821-15ED94E6F159}"/>
                      </a:ext>
                    </a:extLst>
                  </p:cNvPr>
                  <p:cNvGrpSpPr/>
                  <p:nvPr/>
                </p:nvGrpSpPr>
                <p:grpSpPr>
                  <a:xfrm>
                    <a:off x="2302681" y="3029433"/>
                    <a:ext cx="37420" cy="42125"/>
                    <a:chOff x="2302681" y="3029433"/>
                    <a:chExt cx="37420" cy="42125"/>
                  </a:xfrm>
                  <a:solidFill>
                    <a:schemeClr val="accent1"/>
                  </a:solidFill>
                </p:grpSpPr>
                <p:sp>
                  <p:nvSpPr>
                    <p:cNvPr id="13355" name="Forme libre : forme 13354">
                      <a:extLst>
                        <a:ext uri="{FF2B5EF4-FFF2-40B4-BE49-F238E27FC236}">
                          <a16:creationId xmlns:a16="http://schemas.microsoft.com/office/drawing/2014/main" id="{A57173F7-5FB0-45F8-A4ED-ADB835D07A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2681" y="3029433"/>
                      <a:ext cx="37420" cy="42125"/>
                    </a:xfrm>
                    <a:custGeom>
                      <a:avLst/>
                      <a:gdLst>
                        <a:gd name="connsiteX0" fmla="*/ 347 w 37420"/>
                        <a:gd name="connsiteY0" fmla="*/ 20789 h 42125"/>
                        <a:gd name="connsiteX1" fmla="*/ 22636 w 37420"/>
                        <a:gd name="connsiteY1" fmla="*/ 25 h 42125"/>
                        <a:gd name="connsiteX2" fmla="*/ 37018 w 37420"/>
                        <a:gd name="connsiteY2" fmla="*/ 21646 h 42125"/>
                        <a:gd name="connsiteX3" fmla="*/ 15397 w 37420"/>
                        <a:gd name="connsiteY3" fmla="*/ 42125 h 42125"/>
                        <a:gd name="connsiteX4" fmla="*/ 347 w 37420"/>
                        <a:gd name="connsiteY4" fmla="*/ 20789 h 42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420" h="42125">
                          <a:moveTo>
                            <a:pt x="347" y="20789"/>
                          </a:moveTo>
                          <a:cubicBezTo>
                            <a:pt x="2157" y="8883"/>
                            <a:pt x="12349" y="-547"/>
                            <a:pt x="22636" y="25"/>
                          </a:cubicBezTo>
                          <a:cubicBezTo>
                            <a:pt x="32827" y="501"/>
                            <a:pt x="39114" y="10312"/>
                            <a:pt x="37018" y="21646"/>
                          </a:cubicBezTo>
                          <a:cubicBezTo>
                            <a:pt x="35209" y="33172"/>
                            <a:pt x="25588" y="42220"/>
                            <a:pt x="15397" y="42125"/>
                          </a:cubicBezTo>
                          <a:cubicBezTo>
                            <a:pt x="5205" y="42125"/>
                            <a:pt x="-1653" y="32695"/>
                            <a:pt x="347" y="2078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6" name="Forme libre : forme 13355">
                      <a:extLst>
                        <a:ext uri="{FF2B5EF4-FFF2-40B4-BE49-F238E27FC236}">
                          <a16:creationId xmlns:a16="http://schemas.microsoft.com/office/drawing/2014/main" id="{6CBBA694-1E4C-4DC4-A875-BD64627CD0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2692" y="3029528"/>
                      <a:ext cx="37408" cy="31933"/>
                    </a:xfrm>
                    <a:custGeom>
                      <a:avLst/>
                      <a:gdLst>
                        <a:gd name="connsiteX0" fmla="*/ 18719 w 37408"/>
                        <a:gd name="connsiteY0" fmla="*/ 20599 h 31933"/>
                        <a:gd name="connsiteX1" fmla="*/ 32911 w 37408"/>
                        <a:gd name="connsiteY1" fmla="*/ 31934 h 31933"/>
                        <a:gd name="connsiteX2" fmla="*/ 37007 w 37408"/>
                        <a:gd name="connsiteY2" fmla="*/ 21647 h 31933"/>
                        <a:gd name="connsiteX3" fmla="*/ 22624 w 37408"/>
                        <a:gd name="connsiteY3" fmla="*/ 25 h 31933"/>
                        <a:gd name="connsiteX4" fmla="*/ 336 w 37408"/>
                        <a:gd name="connsiteY4" fmla="*/ 20789 h 31933"/>
                        <a:gd name="connsiteX5" fmla="*/ 1002 w 37408"/>
                        <a:gd name="connsiteY5" fmla="*/ 31076 h 31933"/>
                        <a:gd name="connsiteX6" fmla="*/ 18719 w 37408"/>
                        <a:gd name="connsiteY6" fmla="*/ 20599 h 31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08" h="31933">
                          <a:moveTo>
                            <a:pt x="18719" y="20599"/>
                          </a:moveTo>
                          <a:cubicBezTo>
                            <a:pt x="25672" y="20789"/>
                            <a:pt x="30816" y="25457"/>
                            <a:pt x="32911" y="31934"/>
                          </a:cubicBezTo>
                          <a:cubicBezTo>
                            <a:pt x="34911" y="28886"/>
                            <a:pt x="36435" y="25457"/>
                            <a:pt x="37007" y="21647"/>
                          </a:cubicBezTo>
                          <a:cubicBezTo>
                            <a:pt x="39102" y="10312"/>
                            <a:pt x="32816" y="501"/>
                            <a:pt x="22624" y="25"/>
                          </a:cubicBezTo>
                          <a:cubicBezTo>
                            <a:pt x="12242" y="-547"/>
                            <a:pt x="2145" y="8788"/>
                            <a:pt x="336" y="20789"/>
                          </a:cubicBezTo>
                          <a:cubicBezTo>
                            <a:pt x="-331" y="24599"/>
                            <a:pt x="50" y="28028"/>
                            <a:pt x="1002" y="31076"/>
                          </a:cubicBezTo>
                          <a:cubicBezTo>
                            <a:pt x="5289" y="24695"/>
                            <a:pt x="11861" y="20408"/>
                            <a:pt x="18719" y="2059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7" name="Forme libre : forme 13356">
                      <a:extLst>
                        <a:ext uri="{FF2B5EF4-FFF2-40B4-BE49-F238E27FC236}">
                          <a16:creationId xmlns:a16="http://schemas.microsoft.com/office/drawing/2014/main" id="{70CEB6BB-8C3F-4F55-876C-855DC9D1BE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5887" y="3044048"/>
                      <a:ext cx="15818" cy="19930"/>
                    </a:xfrm>
                    <a:custGeom>
                      <a:avLst/>
                      <a:gdLst>
                        <a:gd name="connsiteX0" fmla="*/ 380 w 15818"/>
                        <a:gd name="connsiteY0" fmla="*/ 13794 h 19930"/>
                        <a:gd name="connsiteX1" fmla="*/ 5524 w 15818"/>
                        <a:gd name="connsiteY1" fmla="*/ 745 h 19930"/>
                        <a:gd name="connsiteX2" fmla="*/ 15429 w 15818"/>
                        <a:gd name="connsiteY2" fmla="*/ 6270 h 19930"/>
                        <a:gd name="connsiteX3" fmla="*/ 10381 w 15818"/>
                        <a:gd name="connsiteY3" fmla="*/ 19224 h 19930"/>
                        <a:gd name="connsiteX4" fmla="*/ 380 w 15818"/>
                        <a:gd name="connsiteY4" fmla="*/ 13794 h 199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18" h="19930">
                          <a:moveTo>
                            <a:pt x="380" y="13794"/>
                          </a:moveTo>
                          <a:cubicBezTo>
                            <a:pt x="-954" y="8746"/>
                            <a:pt x="1333" y="2841"/>
                            <a:pt x="5524" y="745"/>
                          </a:cubicBezTo>
                          <a:cubicBezTo>
                            <a:pt x="9714" y="-1350"/>
                            <a:pt x="14096" y="1126"/>
                            <a:pt x="15429" y="6270"/>
                          </a:cubicBezTo>
                          <a:cubicBezTo>
                            <a:pt x="16763" y="11318"/>
                            <a:pt x="14572" y="17128"/>
                            <a:pt x="10381" y="19224"/>
                          </a:cubicBezTo>
                          <a:cubicBezTo>
                            <a:pt x="6190" y="21224"/>
                            <a:pt x="1713" y="18843"/>
                            <a:pt x="380" y="137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8" name="Forme libre : forme 13357">
                      <a:extLst>
                        <a:ext uri="{FF2B5EF4-FFF2-40B4-BE49-F238E27FC236}">
                          <a16:creationId xmlns:a16="http://schemas.microsoft.com/office/drawing/2014/main" id="{A45CD68D-ABF3-4EFB-AE01-E5EE0311DE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364" y="3056318"/>
                      <a:ext cx="6189" cy="6953"/>
                    </a:xfrm>
                    <a:custGeom>
                      <a:avLst/>
                      <a:gdLst>
                        <a:gd name="connsiteX0" fmla="*/ 47 w 6189"/>
                        <a:gd name="connsiteY0" fmla="*/ 3429 h 6953"/>
                        <a:gd name="connsiteX1" fmla="*/ 3666 w 6189"/>
                        <a:gd name="connsiteY1" fmla="*/ 0 h 6953"/>
                        <a:gd name="connsiteX2" fmla="*/ 6143 w 6189"/>
                        <a:gd name="connsiteY2" fmla="*/ 3524 h 6953"/>
                        <a:gd name="connsiteX3" fmla="*/ 2523 w 6189"/>
                        <a:gd name="connsiteY3" fmla="*/ 6953 h 6953"/>
                        <a:gd name="connsiteX4" fmla="*/ 47 w 6189"/>
                        <a:gd name="connsiteY4" fmla="*/ 3429 h 6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89" h="6953">
                          <a:moveTo>
                            <a:pt x="47" y="3429"/>
                          </a:moveTo>
                          <a:cubicBezTo>
                            <a:pt x="333" y="1524"/>
                            <a:pt x="1952" y="0"/>
                            <a:pt x="3666" y="0"/>
                          </a:cubicBezTo>
                          <a:cubicBezTo>
                            <a:pt x="5381" y="0"/>
                            <a:pt x="6429" y="1619"/>
                            <a:pt x="6143" y="3524"/>
                          </a:cubicBezTo>
                          <a:cubicBezTo>
                            <a:pt x="5857" y="5429"/>
                            <a:pt x="4238" y="6953"/>
                            <a:pt x="2523" y="6953"/>
                          </a:cubicBezTo>
                          <a:cubicBezTo>
                            <a:pt x="809" y="6858"/>
                            <a:pt x="-239" y="5334"/>
                            <a:pt x="47" y="34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59" name="Graphique 5">
                    <a:extLst>
                      <a:ext uri="{FF2B5EF4-FFF2-40B4-BE49-F238E27FC236}">
                        <a16:creationId xmlns:a16="http://schemas.microsoft.com/office/drawing/2014/main" id="{CF32A8EB-8F9E-4B5D-83FE-DA2F36BE43EB}"/>
                      </a:ext>
                    </a:extLst>
                  </p:cNvPr>
                  <p:cNvGrpSpPr/>
                  <p:nvPr/>
                </p:nvGrpSpPr>
                <p:grpSpPr>
                  <a:xfrm>
                    <a:off x="2283152" y="2997334"/>
                    <a:ext cx="38233" cy="43077"/>
                    <a:chOff x="2283152" y="2997334"/>
                    <a:chExt cx="38233" cy="43077"/>
                  </a:xfrm>
                  <a:solidFill>
                    <a:schemeClr val="accent1"/>
                  </a:solidFill>
                </p:grpSpPr>
                <p:sp>
                  <p:nvSpPr>
                    <p:cNvPr id="13360" name="Forme libre : forme 13359">
                      <a:extLst>
                        <a:ext uri="{FF2B5EF4-FFF2-40B4-BE49-F238E27FC236}">
                          <a16:creationId xmlns:a16="http://schemas.microsoft.com/office/drawing/2014/main" id="{3BBF2D78-CE95-4A9F-9DEA-CB9D1CBBD0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3152" y="2997334"/>
                      <a:ext cx="38233" cy="43077"/>
                    </a:xfrm>
                    <a:custGeom>
                      <a:avLst/>
                      <a:gdLst>
                        <a:gd name="connsiteX0" fmla="*/ 445 w 38233"/>
                        <a:gd name="connsiteY0" fmla="*/ 20979 h 43077"/>
                        <a:gd name="connsiteX1" fmla="*/ 23782 w 38233"/>
                        <a:gd name="connsiteY1" fmla="*/ 24 h 43077"/>
                        <a:gd name="connsiteX2" fmla="*/ 37688 w 38233"/>
                        <a:gd name="connsiteY2" fmla="*/ 22313 h 43077"/>
                        <a:gd name="connsiteX3" fmla="*/ 15019 w 38233"/>
                        <a:gd name="connsiteY3" fmla="*/ 43077 h 43077"/>
                        <a:gd name="connsiteX4" fmla="*/ 445 w 38233"/>
                        <a:gd name="connsiteY4" fmla="*/ 20979 h 43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233" h="43077">
                          <a:moveTo>
                            <a:pt x="445" y="20979"/>
                          </a:moveTo>
                          <a:cubicBezTo>
                            <a:pt x="3017" y="8978"/>
                            <a:pt x="13590" y="-547"/>
                            <a:pt x="23782" y="24"/>
                          </a:cubicBezTo>
                          <a:cubicBezTo>
                            <a:pt x="33973" y="596"/>
                            <a:pt x="40165" y="10692"/>
                            <a:pt x="37688" y="22313"/>
                          </a:cubicBezTo>
                          <a:cubicBezTo>
                            <a:pt x="35117" y="33933"/>
                            <a:pt x="25115" y="43077"/>
                            <a:pt x="15019" y="43077"/>
                          </a:cubicBezTo>
                          <a:cubicBezTo>
                            <a:pt x="4922" y="42982"/>
                            <a:pt x="-1841" y="33171"/>
                            <a:pt x="445" y="2097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61" name="Forme libre : forme 13360">
                      <a:extLst>
                        <a:ext uri="{FF2B5EF4-FFF2-40B4-BE49-F238E27FC236}">
                          <a16:creationId xmlns:a16="http://schemas.microsoft.com/office/drawing/2014/main" id="{576D85C3-8F33-4B37-BBB1-54CD215E4A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3161" y="2997334"/>
                      <a:ext cx="38223" cy="32695"/>
                    </a:xfrm>
                    <a:custGeom>
                      <a:avLst/>
                      <a:gdLst>
                        <a:gd name="connsiteX0" fmla="*/ 19105 w 38223"/>
                        <a:gd name="connsiteY0" fmla="*/ 21075 h 32695"/>
                        <a:gd name="connsiteX1" fmla="*/ 33012 w 38223"/>
                        <a:gd name="connsiteY1" fmla="*/ 32695 h 32695"/>
                        <a:gd name="connsiteX2" fmla="*/ 37679 w 38223"/>
                        <a:gd name="connsiteY2" fmla="*/ 22313 h 32695"/>
                        <a:gd name="connsiteX3" fmla="*/ 23772 w 38223"/>
                        <a:gd name="connsiteY3" fmla="*/ 24 h 32695"/>
                        <a:gd name="connsiteX4" fmla="*/ 436 w 38223"/>
                        <a:gd name="connsiteY4" fmla="*/ 20979 h 32695"/>
                        <a:gd name="connsiteX5" fmla="*/ 912 w 38223"/>
                        <a:gd name="connsiteY5" fmla="*/ 31647 h 32695"/>
                        <a:gd name="connsiteX6" fmla="*/ 19105 w 38223"/>
                        <a:gd name="connsiteY6" fmla="*/ 21075 h 326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223" h="32695">
                          <a:moveTo>
                            <a:pt x="19105" y="21075"/>
                          </a:moveTo>
                          <a:cubicBezTo>
                            <a:pt x="26154" y="21360"/>
                            <a:pt x="31202" y="26123"/>
                            <a:pt x="33012" y="32695"/>
                          </a:cubicBezTo>
                          <a:cubicBezTo>
                            <a:pt x="35202" y="29647"/>
                            <a:pt x="36917" y="26123"/>
                            <a:pt x="37679" y="22313"/>
                          </a:cubicBezTo>
                          <a:cubicBezTo>
                            <a:pt x="40155" y="10692"/>
                            <a:pt x="33964" y="501"/>
                            <a:pt x="23772" y="24"/>
                          </a:cubicBezTo>
                          <a:cubicBezTo>
                            <a:pt x="13581" y="-547"/>
                            <a:pt x="3008" y="8978"/>
                            <a:pt x="436" y="20979"/>
                          </a:cubicBezTo>
                          <a:cubicBezTo>
                            <a:pt x="-326" y="24789"/>
                            <a:pt x="-40" y="28409"/>
                            <a:pt x="912" y="31647"/>
                          </a:cubicBezTo>
                          <a:cubicBezTo>
                            <a:pt x="5198" y="24980"/>
                            <a:pt x="12247" y="20884"/>
                            <a:pt x="19105" y="2107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62" name="Forme libre : forme 13361">
                      <a:extLst>
                        <a:ext uri="{FF2B5EF4-FFF2-40B4-BE49-F238E27FC236}">
                          <a16:creationId xmlns:a16="http://schemas.microsoft.com/office/drawing/2014/main" id="{A56E5441-9C70-4B9D-9486-3067A00C37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6307" y="3012154"/>
                      <a:ext cx="16129" cy="20333"/>
                    </a:xfrm>
                    <a:custGeom>
                      <a:avLst/>
                      <a:gdLst>
                        <a:gd name="connsiteX0" fmla="*/ 338 w 16129"/>
                        <a:gd name="connsiteY0" fmla="*/ 13970 h 20333"/>
                        <a:gd name="connsiteX1" fmla="*/ 6053 w 16129"/>
                        <a:gd name="connsiteY1" fmla="*/ 730 h 20333"/>
                        <a:gd name="connsiteX2" fmla="*/ 15863 w 16129"/>
                        <a:gd name="connsiteY2" fmla="*/ 6445 h 20333"/>
                        <a:gd name="connsiteX3" fmla="*/ 10244 w 16129"/>
                        <a:gd name="connsiteY3" fmla="*/ 19590 h 20333"/>
                        <a:gd name="connsiteX4" fmla="*/ 338 w 16129"/>
                        <a:gd name="connsiteY4" fmla="*/ 13970 h 203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29" h="20333">
                          <a:moveTo>
                            <a:pt x="338" y="13970"/>
                          </a:moveTo>
                          <a:cubicBezTo>
                            <a:pt x="-996" y="8636"/>
                            <a:pt x="1766" y="2826"/>
                            <a:pt x="6053" y="730"/>
                          </a:cubicBezTo>
                          <a:cubicBezTo>
                            <a:pt x="10339" y="-1365"/>
                            <a:pt x="14720" y="1206"/>
                            <a:pt x="15863" y="6445"/>
                          </a:cubicBezTo>
                          <a:cubicBezTo>
                            <a:pt x="17006" y="11589"/>
                            <a:pt x="14339" y="17399"/>
                            <a:pt x="10244" y="19590"/>
                          </a:cubicBezTo>
                          <a:cubicBezTo>
                            <a:pt x="6053" y="21685"/>
                            <a:pt x="1576" y="19209"/>
                            <a:pt x="338" y="1397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63" name="Forme libre : forme 13362">
                      <a:extLst>
                        <a:ext uri="{FF2B5EF4-FFF2-40B4-BE49-F238E27FC236}">
                          <a16:creationId xmlns:a16="http://schemas.microsoft.com/office/drawing/2014/main" id="{E02C818D-7DC9-4EDB-8FC8-2B81FB0D4D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5647" y="3024691"/>
                      <a:ext cx="6221" cy="7147"/>
                    </a:xfrm>
                    <a:custGeom>
                      <a:avLst/>
                      <a:gdLst>
                        <a:gd name="connsiteX0" fmla="*/ 47 w 6221"/>
                        <a:gd name="connsiteY0" fmla="*/ 3433 h 7147"/>
                        <a:gd name="connsiteX1" fmla="*/ 3762 w 6221"/>
                        <a:gd name="connsiteY1" fmla="*/ 4 h 7147"/>
                        <a:gd name="connsiteX2" fmla="*/ 6143 w 6221"/>
                        <a:gd name="connsiteY2" fmla="*/ 3624 h 7147"/>
                        <a:gd name="connsiteX3" fmla="*/ 2428 w 6221"/>
                        <a:gd name="connsiteY3" fmla="*/ 7148 h 7147"/>
                        <a:gd name="connsiteX4" fmla="*/ 47 w 6221"/>
                        <a:gd name="connsiteY4" fmla="*/ 3433 h 7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1" h="7147">
                          <a:moveTo>
                            <a:pt x="47" y="3433"/>
                          </a:moveTo>
                          <a:cubicBezTo>
                            <a:pt x="333" y="1433"/>
                            <a:pt x="2142" y="-91"/>
                            <a:pt x="3762" y="4"/>
                          </a:cubicBezTo>
                          <a:cubicBezTo>
                            <a:pt x="5476" y="99"/>
                            <a:pt x="6524" y="1719"/>
                            <a:pt x="6143" y="3624"/>
                          </a:cubicBezTo>
                          <a:cubicBezTo>
                            <a:pt x="5762" y="5529"/>
                            <a:pt x="4143" y="7148"/>
                            <a:pt x="2428" y="7148"/>
                          </a:cubicBezTo>
                          <a:cubicBezTo>
                            <a:pt x="809" y="7053"/>
                            <a:pt x="-239" y="5433"/>
                            <a:pt x="47" y="343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3364" name="Graphique 5">
                <a:extLst>
                  <a:ext uri="{FF2B5EF4-FFF2-40B4-BE49-F238E27FC236}">
                    <a16:creationId xmlns:a16="http://schemas.microsoft.com/office/drawing/2014/main" id="{2AC05E23-F292-4385-8EB6-FA9E07AF59BA}"/>
                  </a:ext>
                </a:extLst>
              </p:cNvPr>
              <p:cNvGrpSpPr/>
              <p:nvPr/>
            </p:nvGrpSpPr>
            <p:grpSpPr>
              <a:xfrm>
                <a:off x="2467525" y="2558447"/>
                <a:ext cx="459361" cy="525253"/>
                <a:chOff x="2467525" y="2558447"/>
                <a:chExt cx="459361" cy="525253"/>
              </a:xfrm>
              <a:solidFill>
                <a:schemeClr val="accent1"/>
              </a:solidFill>
            </p:grpSpPr>
            <p:sp>
              <p:nvSpPr>
                <p:cNvPr id="13365" name="Forme libre : forme 13364">
                  <a:extLst>
                    <a:ext uri="{FF2B5EF4-FFF2-40B4-BE49-F238E27FC236}">
                      <a16:creationId xmlns:a16="http://schemas.microsoft.com/office/drawing/2014/main" id="{3EDAD5BD-B318-4A87-ABD8-6E7BE184DE9A}"/>
                    </a:ext>
                  </a:extLst>
                </p:cNvPr>
                <p:cNvSpPr/>
                <p:nvPr/>
              </p:nvSpPr>
              <p:spPr>
                <a:xfrm>
                  <a:off x="2467525" y="2558447"/>
                  <a:ext cx="459266" cy="510652"/>
                </a:xfrm>
                <a:custGeom>
                  <a:avLst/>
                  <a:gdLst>
                    <a:gd name="connsiteX0" fmla="*/ 40386 w 459266"/>
                    <a:gd name="connsiteY0" fmla="*/ 265557 h 510652"/>
                    <a:gd name="connsiteX1" fmla="*/ 160972 w 459266"/>
                    <a:gd name="connsiteY1" fmla="*/ 199739 h 510652"/>
                    <a:gd name="connsiteX2" fmla="*/ 156305 w 459266"/>
                    <a:gd name="connsiteY2" fmla="*/ 257175 h 510652"/>
                    <a:gd name="connsiteX3" fmla="*/ 166306 w 459266"/>
                    <a:gd name="connsiteY3" fmla="*/ 312325 h 510652"/>
                    <a:gd name="connsiteX4" fmla="*/ 223933 w 459266"/>
                    <a:gd name="connsiteY4" fmla="*/ 408813 h 510652"/>
                    <a:gd name="connsiteX5" fmla="*/ 290417 w 459266"/>
                    <a:gd name="connsiteY5" fmla="*/ 466820 h 510652"/>
                    <a:gd name="connsiteX6" fmla="*/ 349663 w 459266"/>
                    <a:gd name="connsiteY6" fmla="*/ 499300 h 510652"/>
                    <a:gd name="connsiteX7" fmla="*/ 397288 w 459266"/>
                    <a:gd name="connsiteY7" fmla="*/ 510540 h 510652"/>
                    <a:gd name="connsiteX8" fmla="*/ 431768 w 459266"/>
                    <a:gd name="connsiteY8" fmla="*/ 502063 h 510652"/>
                    <a:gd name="connsiteX9" fmla="*/ 453485 w 459266"/>
                    <a:gd name="connsiteY9" fmla="*/ 471773 h 510652"/>
                    <a:gd name="connsiteX10" fmla="*/ 458152 w 459266"/>
                    <a:gd name="connsiteY10" fmla="*/ 448818 h 510652"/>
                    <a:gd name="connsiteX11" fmla="*/ 459105 w 459266"/>
                    <a:gd name="connsiteY11" fmla="*/ 421481 h 510652"/>
                    <a:gd name="connsiteX12" fmla="*/ 420719 w 459266"/>
                    <a:gd name="connsiteY12" fmla="*/ 277177 h 510652"/>
                    <a:gd name="connsiteX13" fmla="*/ 353473 w 459266"/>
                    <a:gd name="connsiteY13" fmla="*/ 186976 h 510652"/>
                    <a:gd name="connsiteX14" fmla="*/ 306324 w 459266"/>
                    <a:gd name="connsiteY14" fmla="*/ 156877 h 510652"/>
                    <a:gd name="connsiteX15" fmla="*/ 251460 w 459266"/>
                    <a:gd name="connsiteY15" fmla="*/ 139255 h 510652"/>
                    <a:gd name="connsiteX16" fmla="*/ 358521 w 459266"/>
                    <a:gd name="connsiteY16" fmla="*/ 52768 h 510652"/>
                    <a:gd name="connsiteX17" fmla="*/ 336613 w 459266"/>
                    <a:gd name="connsiteY17" fmla="*/ 0 h 510652"/>
                    <a:gd name="connsiteX18" fmla="*/ 183928 w 459266"/>
                    <a:gd name="connsiteY18" fmla="*/ 136112 h 510652"/>
                    <a:gd name="connsiteX19" fmla="*/ 0 w 459266"/>
                    <a:gd name="connsiteY19" fmla="*/ 225076 h 510652"/>
                    <a:gd name="connsiteX20" fmla="*/ 40386 w 459266"/>
                    <a:gd name="connsiteY20" fmla="*/ 265557 h 510652"/>
                    <a:gd name="connsiteX21" fmla="*/ 373380 w 459266"/>
                    <a:gd name="connsiteY21" fmla="*/ 300895 h 510652"/>
                    <a:gd name="connsiteX22" fmla="*/ 412051 w 459266"/>
                    <a:gd name="connsiteY22" fmla="*/ 412718 h 510652"/>
                    <a:gd name="connsiteX23" fmla="*/ 400145 w 459266"/>
                    <a:gd name="connsiteY23" fmla="*/ 454438 h 510652"/>
                    <a:gd name="connsiteX24" fmla="*/ 349091 w 459266"/>
                    <a:gd name="connsiteY24" fmla="*/ 447580 h 510652"/>
                    <a:gd name="connsiteX25" fmla="*/ 264033 w 459266"/>
                    <a:gd name="connsiteY25" fmla="*/ 374333 h 510652"/>
                    <a:gd name="connsiteX26" fmla="*/ 222028 w 459266"/>
                    <a:gd name="connsiteY26" fmla="*/ 290322 h 510652"/>
                    <a:gd name="connsiteX27" fmla="*/ 217360 w 459266"/>
                    <a:gd name="connsiteY27" fmla="*/ 244126 h 510652"/>
                    <a:gd name="connsiteX28" fmla="*/ 224504 w 459266"/>
                    <a:gd name="connsiteY28" fmla="*/ 196882 h 510652"/>
                    <a:gd name="connsiteX29" fmla="*/ 311848 w 459266"/>
                    <a:gd name="connsiteY29" fmla="*/ 230219 h 510652"/>
                    <a:gd name="connsiteX30" fmla="*/ 373380 w 459266"/>
                    <a:gd name="connsiteY30" fmla="*/ 300895 h 51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59266" h="510652">
                      <a:moveTo>
                        <a:pt x="40386" y="265557"/>
                      </a:moveTo>
                      <a:cubicBezTo>
                        <a:pt x="75628" y="230696"/>
                        <a:pt x="118586" y="208407"/>
                        <a:pt x="160972" y="199739"/>
                      </a:cubicBezTo>
                      <a:cubicBezTo>
                        <a:pt x="157067" y="219265"/>
                        <a:pt x="155543" y="238506"/>
                        <a:pt x="156305" y="257175"/>
                      </a:cubicBezTo>
                      <a:cubicBezTo>
                        <a:pt x="157353" y="276225"/>
                        <a:pt x="160782" y="294704"/>
                        <a:pt x="166306" y="312325"/>
                      </a:cubicBezTo>
                      <a:cubicBezTo>
                        <a:pt x="177260" y="347567"/>
                        <a:pt x="197358" y="380143"/>
                        <a:pt x="223933" y="408813"/>
                      </a:cubicBezTo>
                      <a:cubicBezTo>
                        <a:pt x="246602" y="433197"/>
                        <a:pt x="269081" y="451961"/>
                        <a:pt x="290417" y="466820"/>
                      </a:cubicBezTo>
                      <a:cubicBezTo>
                        <a:pt x="311848" y="481679"/>
                        <a:pt x="331851" y="492347"/>
                        <a:pt x="349663" y="499300"/>
                      </a:cubicBezTo>
                      <a:cubicBezTo>
                        <a:pt x="367570" y="506349"/>
                        <a:pt x="383762" y="510445"/>
                        <a:pt x="397288" y="510540"/>
                      </a:cubicBezTo>
                      <a:cubicBezTo>
                        <a:pt x="411194" y="511302"/>
                        <a:pt x="422529" y="508159"/>
                        <a:pt x="431768" y="502063"/>
                      </a:cubicBezTo>
                      <a:cubicBezTo>
                        <a:pt x="441960" y="495586"/>
                        <a:pt x="448818" y="485013"/>
                        <a:pt x="453485" y="471773"/>
                      </a:cubicBezTo>
                      <a:cubicBezTo>
                        <a:pt x="455771" y="465010"/>
                        <a:pt x="457295" y="457295"/>
                        <a:pt x="458152" y="448818"/>
                      </a:cubicBezTo>
                      <a:cubicBezTo>
                        <a:pt x="459200" y="440531"/>
                        <a:pt x="459486" y="431387"/>
                        <a:pt x="459105" y="421481"/>
                      </a:cubicBezTo>
                      <a:cubicBezTo>
                        <a:pt x="457390" y="381952"/>
                        <a:pt x="445770" y="332042"/>
                        <a:pt x="420719" y="277177"/>
                      </a:cubicBezTo>
                      <a:cubicBezTo>
                        <a:pt x="404527" y="241840"/>
                        <a:pt x="381952" y="210502"/>
                        <a:pt x="353473" y="186976"/>
                      </a:cubicBezTo>
                      <a:cubicBezTo>
                        <a:pt x="339280" y="175165"/>
                        <a:pt x="323469" y="165068"/>
                        <a:pt x="306324" y="156877"/>
                      </a:cubicBezTo>
                      <a:cubicBezTo>
                        <a:pt x="289084" y="148590"/>
                        <a:pt x="270986" y="143065"/>
                        <a:pt x="251460" y="139255"/>
                      </a:cubicBezTo>
                      <a:cubicBezTo>
                        <a:pt x="275368" y="102870"/>
                        <a:pt x="312801" y="72200"/>
                        <a:pt x="358521" y="52768"/>
                      </a:cubicBezTo>
                      <a:lnTo>
                        <a:pt x="336613" y="0"/>
                      </a:lnTo>
                      <a:cubicBezTo>
                        <a:pt x="266700" y="28765"/>
                        <a:pt x="212884" y="79724"/>
                        <a:pt x="183928" y="136112"/>
                      </a:cubicBezTo>
                      <a:cubicBezTo>
                        <a:pt x="120872" y="141637"/>
                        <a:pt x="53340" y="171736"/>
                        <a:pt x="0" y="225076"/>
                      </a:cubicBezTo>
                      <a:lnTo>
                        <a:pt x="40386" y="265557"/>
                      </a:lnTo>
                      <a:close/>
                      <a:moveTo>
                        <a:pt x="373380" y="300895"/>
                      </a:moveTo>
                      <a:cubicBezTo>
                        <a:pt x="403193" y="355759"/>
                        <a:pt x="410337" y="392335"/>
                        <a:pt x="412051" y="412718"/>
                      </a:cubicBezTo>
                      <a:cubicBezTo>
                        <a:pt x="413385" y="433197"/>
                        <a:pt x="409956" y="448437"/>
                        <a:pt x="400145" y="454438"/>
                      </a:cubicBezTo>
                      <a:cubicBezTo>
                        <a:pt x="390430" y="460724"/>
                        <a:pt x="372904" y="459676"/>
                        <a:pt x="349091" y="447580"/>
                      </a:cubicBezTo>
                      <a:cubicBezTo>
                        <a:pt x="325660" y="435769"/>
                        <a:pt x="295561" y="413194"/>
                        <a:pt x="264033" y="374333"/>
                      </a:cubicBezTo>
                      <a:cubicBezTo>
                        <a:pt x="243554" y="348901"/>
                        <a:pt x="229076" y="320611"/>
                        <a:pt x="222028" y="290322"/>
                      </a:cubicBezTo>
                      <a:cubicBezTo>
                        <a:pt x="218408" y="275082"/>
                        <a:pt x="216789" y="259651"/>
                        <a:pt x="217360" y="244126"/>
                      </a:cubicBezTo>
                      <a:cubicBezTo>
                        <a:pt x="217837" y="228600"/>
                        <a:pt x="220027" y="212503"/>
                        <a:pt x="224504" y="196882"/>
                      </a:cubicBezTo>
                      <a:cubicBezTo>
                        <a:pt x="256984" y="200882"/>
                        <a:pt x="286512" y="211931"/>
                        <a:pt x="311848" y="230219"/>
                      </a:cubicBezTo>
                      <a:cubicBezTo>
                        <a:pt x="337090" y="248221"/>
                        <a:pt x="357664" y="272225"/>
                        <a:pt x="373380" y="300895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366" name="Forme libre : forme 13365">
                  <a:extLst>
                    <a:ext uri="{FF2B5EF4-FFF2-40B4-BE49-F238E27FC236}">
                      <a16:creationId xmlns:a16="http://schemas.microsoft.com/office/drawing/2014/main" id="{43E8C208-52C9-459F-8016-E115A21B40C1}"/>
                    </a:ext>
                  </a:extLst>
                </p:cNvPr>
                <p:cNvSpPr/>
                <p:nvPr/>
              </p:nvSpPr>
              <p:spPr>
                <a:xfrm>
                  <a:off x="2689933" y="2816669"/>
                  <a:ext cx="236952" cy="252524"/>
                </a:xfrm>
                <a:custGeom>
                  <a:avLst/>
                  <a:gdLst>
                    <a:gd name="connsiteX0" fmla="*/ 223457 w 236952"/>
                    <a:gd name="connsiteY0" fmla="*/ 138970 h 252524"/>
                    <a:gd name="connsiteX1" fmla="*/ 221933 w 236952"/>
                    <a:gd name="connsiteY1" fmla="*/ 166592 h 252524"/>
                    <a:gd name="connsiteX2" fmla="*/ 216694 w 236952"/>
                    <a:gd name="connsiteY2" fmla="*/ 189929 h 252524"/>
                    <a:gd name="connsiteX3" fmla="*/ 193548 w 236952"/>
                    <a:gd name="connsiteY3" fmla="*/ 221171 h 252524"/>
                    <a:gd name="connsiteX4" fmla="*/ 160401 w 236952"/>
                    <a:gd name="connsiteY4" fmla="*/ 230505 h 252524"/>
                    <a:gd name="connsiteX5" fmla="*/ 116015 w 236952"/>
                    <a:gd name="connsiteY5" fmla="*/ 222790 h 252524"/>
                    <a:gd name="connsiteX6" fmla="*/ 0 w 236952"/>
                    <a:gd name="connsiteY6" fmla="*/ 148876 h 252524"/>
                    <a:gd name="connsiteX7" fmla="*/ 1619 w 236952"/>
                    <a:gd name="connsiteY7" fmla="*/ 150685 h 252524"/>
                    <a:gd name="connsiteX8" fmla="*/ 68104 w 236952"/>
                    <a:gd name="connsiteY8" fmla="*/ 208693 h 252524"/>
                    <a:gd name="connsiteX9" fmla="*/ 127349 w 236952"/>
                    <a:gd name="connsiteY9" fmla="*/ 241173 h 252524"/>
                    <a:gd name="connsiteX10" fmla="*/ 174974 w 236952"/>
                    <a:gd name="connsiteY10" fmla="*/ 252413 h 252524"/>
                    <a:gd name="connsiteX11" fmla="*/ 209455 w 236952"/>
                    <a:gd name="connsiteY11" fmla="*/ 243935 h 252524"/>
                    <a:gd name="connsiteX12" fmla="*/ 231172 w 236952"/>
                    <a:gd name="connsiteY12" fmla="*/ 213646 h 252524"/>
                    <a:gd name="connsiteX13" fmla="*/ 235839 w 236952"/>
                    <a:gd name="connsiteY13" fmla="*/ 190690 h 252524"/>
                    <a:gd name="connsiteX14" fmla="*/ 236792 w 236952"/>
                    <a:gd name="connsiteY14" fmla="*/ 163354 h 252524"/>
                    <a:gd name="connsiteX15" fmla="*/ 198406 w 236952"/>
                    <a:gd name="connsiteY15" fmla="*/ 19050 h 252524"/>
                    <a:gd name="connsiteX16" fmla="*/ 188786 w 236952"/>
                    <a:gd name="connsiteY16" fmla="*/ 0 h 252524"/>
                    <a:gd name="connsiteX17" fmla="*/ 223457 w 236952"/>
                    <a:gd name="connsiteY17" fmla="*/ 138970 h 25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36952" h="252524">
                      <a:moveTo>
                        <a:pt x="223457" y="138970"/>
                      </a:moveTo>
                      <a:cubicBezTo>
                        <a:pt x="223647" y="148971"/>
                        <a:pt x="223171" y="158210"/>
                        <a:pt x="221933" y="166592"/>
                      </a:cubicBezTo>
                      <a:cubicBezTo>
                        <a:pt x="220885" y="175260"/>
                        <a:pt x="219170" y="183071"/>
                        <a:pt x="216694" y="189929"/>
                      </a:cubicBezTo>
                      <a:cubicBezTo>
                        <a:pt x="211550" y="203359"/>
                        <a:pt x="204311" y="214313"/>
                        <a:pt x="193548" y="221171"/>
                      </a:cubicBezTo>
                      <a:cubicBezTo>
                        <a:pt x="184404" y="227076"/>
                        <a:pt x="173641" y="230600"/>
                        <a:pt x="160401" y="230505"/>
                      </a:cubicBezTo>
                      <a:cubicBezTo>
                        <a:pt x="147638" y="231076"/>
                        <a:pt x="132683" y="228409"/>
                        <a:pt x="116015" y="222790"/>
                      </a:cubicBezTo>
                      <a:cubicBezTo>
                        <a:pt x="83249" y="211931"/>
                        <a:pt x="42100" y="188690"/>
                        <a:pt x="0" y="148876"/>
                      </a:cubicBezTo>
                      <a:lnTo>
                        <a:pt x="1619" y="150685"/>
                      </a:lnTo>
                      <a:cubicBezTo>
                        <a:pt x="24289" y="175069"/>
                        <a:pt x="46768" y="193834"/>
                        <a:pt x="68104" y="208693"/>
                      </a:cubicBezTo>
                      <a:cubicBezTo>
                        <a:pt x="89535" y="223552"/>
                        <a:pt x="109538" y="234220"/>
                        <a:pt x="127349" y="241173"/>
                      </a:cubicBezTo>
                      <a:cubicBezTo>
                        <a:pt x="145256" y="248221"/>
                        <a:pt x="161449" y="252317"/>
                        <a:pt x="174974" y="252413"/>
                      </a:cubicBezTo>
                      <a:cubicBezTo>
                        <a:pt x="188881" y="253175"/>
                        <a:pt x="200216" y="250031"/>
                        <a:pt x="209455" y="243935"/>
                      </a:cubicBezTo>
                      <a:cubicBezTo>
                        <a:pt x="219646" y="237458"/>
                        <a:pt x="226504" y="226885"/>
                        <a:pt x="231172" y="213646"/>
                      </a:cubicBezTo>
                      <a:cubicBezTo>
                        <a:pt x="233458" y="206883"/>
                        <a:pt x="234982" y="199168"/>
                        <a:pt x="235839" y="190690"/>
                      </a:cubicBezTo>
                      <a:cubicBezTo>
                        <a:pt x="236887" y="182404"/>
                        <a:pt x="237173" y="173260"/>
                        <a:pt x="236792" y="163354"/>
                      </a:cubicBezTo>
                      <a:cubicBezTo>
                        <a:pt x="235077" y="123825"/>
                        <a:pt x="223457" y="73914"/>
                        <a:pt x="198406" y="19050"/>
                      </a:cubicBezTo>
                      <a:cubicBezTo>
                        <a:pt x="195453" y="12573"/>
                        <a:pt x="192119" y="6191"/>
                        <a:pt x="188786" y="0"/>
                      </a:cubicBezTo>
                      <a:cubicBezTo>
                        <a:pt x="211836" y="52483"/>
                        <a:pt x="222409" y="100489"/>
                        <a:pt x="223457" y="13897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367" name="Forme libre : forme 13366">
                  <a:extLst>
                    <a:ext uri="{FF2B5EF4-FFF2-40B4-BE49-F238E27FC236}">
                      <a16:creationId xmlns:a16="http://schemas.microsoft.com/office/drawing/2014/main" id="{59F609B5-8010-4BE0-BB54-72CE7D6930D2}"/>
                    </a:ext>
                  </a:extLst>
                </p:cNvPr>
                <p:cNvSpPr/>
                <p:nvPr/>
              </p:nvSpPr>
              <p:spPr>
                <a:xfrm>
                  <a:off x="2635129" y="2609786"/>
                  <a:ext cx="94619" cy="270414"/>
                </a:xfrm>
                <a:custGeom>
                  <a:avLst/>
                  <a:gdLst>
                    <a:gd name="connsiteX0" fmla="*/ 94619 w 94619"/>
                    <a:gd name="connsiteY0" fmla="*/ 0 h 270414"/>
                    <a:gd name="connsiteX1" fmla="*/ 88523 w 94619"/>
                    <a:gd name="connsiteY1" fmla="*/ 5334 h 270414"/>
                    <a:gd name="connsiteX2" fmla="*/ 72902 w 94619"/>
                    <a:gd name="connsiteY2" fmla="*/ 21050 h 270414"/>
                    <a:gd name="connsiteX3" fmla="*/ 30230 w 94619"/>
                    <a:gd name="connsiteY3" fmla="*/ 80486 h 270414"/>
                    <a:gd name="connsiteX4" fmla="*/ 20324 w 94619"/>
                    <a:gd name="connsiteY4" fmla="*/ 100203 h 270414"/>
                    <a:gd name="connsiteX5" fmla="*/ 12038 w 94619"/>
                    <a:gd name="connsiteY5" fmla="*/ 121825 h 270414"/>
                    <a:gd name="connsiteX6" fmla="*/ 1369 w 94619"/>
                    <a:gd name="connsiteY6" fmla="*/ 168592 h 270414"/>
                    <a:gd name="connsiteX7" fmla="*/ 1560 w 94619"/>
                    <a:gd name="connsiteY7" fmla="*/ 218694 h 270414"/>
                    <a:gd name="connsiteX8" fmla="*/ 15562 w 94619"/>
                    <a:gd name="connsiteY8" fmla="*/ 270415 h 270414"/>
                    <a:gd name="connsiteX9" fmla="*/ 10037 w 94619"/>
                    <a:gd name="connsiteY9" fmla="*/ 248793 h 270414"/>
                    <a:gd name="connsiteX10" fmla="*/ 6322 w 94619"/>
                    <a:gd name="connsiteY10" fmla="*/ 189643 h 270414"/>
                    <a:gd name="connsiteX11" fmla="*/ 26230 w 94619"/>
                    <a:gd name="connsiteY11" fmla="*/ 101822 h 270414"/>
                    <a:gd name="connsiteX12" fmla="*/ 52900 w 94619"/>
                    <a:gd name="connsiteY12" fmla="*/ 51340 h 270414"/>
                    <a:gd name="connsiteX13" fmla="*/ 94619 w 94619"/>
                    <a:gd name="connsiteY13" fmla="*/ 0 h 270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19" h="270414">
                      <a:moveTo>
                        <a:pt x="94619" y="0"/>
                      </a:moveTo>
                      <a:cubicBezTo>
                        <a:pt x="94619" y="0"/>
                        <a:pt x="92524" y="1810"/>
                        <a:pt x="88523" y="5334"/>
                      </a:cubicBezTo>
                      <a:cubicBezTo>
                        <a:pt x="84618" y="8763"/>
                        <a:pt x="79093" y="14002"/>
                        <a:pt x="72902" y="21050"/>
                      </a:cubicBezTo>
                      <a:cubicBezTo>
                        <a:pt x="60234" y="34957"/>
                        <a:pt x="43946" y="54959"/>
                        <a:pt x="30230" y="80486"/>
                      </a:cubicBezTo>
                      <a:cubicBezTo>
                        <a:pt x="26801" y="86773"/>
                        <a:pt x="23372" y="93345"/>
                        <a:pt x="20324" y="100203"/>
                      </a:cubicBezTo>
                      <a:cubicBezTo>
                        <a:pt x="17372" y="107156"/>
                        <a:pt x="14514" y="114395"/>
                        <a:pt x="12038" y="121825"/>
                      </a:cubicBezTo>
                      <a:cubicBezTo>
                        <a:pt x="7084" y="136684"/>
                        <a:pt x="2989" y="152019"/>
                        <a:pt x="1369" y="168592"/>
                      </a:cubicBezTo>
                      <a:cubicBezTo>
                        <a:pt x="-440" y="184975"/>
                        <a:pt x="-536" y="201739"/>
                        <a:pt x="1560" y="218694"/>
                      </a:cubicBezTo>
                      <a:cubicBezTo>
                        <a:pt x="3751" y="235744"/>
                        <a:pt x="8418" y="253175"/>
                        <a:pt x="15562" y="270415"/>
                      </a:cubicBezTo>
                      <a:cubicBezTo>
                        <a:pt x="15562" y="270415"/>
                        <a:pt x="12799" y="262700"/>
                        <a:pt x="10037" y="248793"/>
                      </a:cubicBezTo>
                      <a:cubicBezTo>
                        <a:pt x="7275" y="234696"/>
                        <a:pt x="4894" y="214693"/>
                        <a:pt x="6322" y="189643"/>
                      </a:cubicBezTo>
                      <a:cubicBezTo>
                        <a:pt x="7465" y="164306"/>
                        <a:pt x="13180" y="134874"/>
                        <a:pt x="26230" y="101822"/>
                      </a:cubicBezTo>
                      <a:cubicBezTo>
                        <a:pt x="33088" y="85820"/>
                        <a:pt x="41660" y="68580"/>
                        <a:pt x="52900" y="51340"/>
                      </a:cubicBezTo>
                      <a:cubicBezTo>
                        <a:pt x="64330" y="34671"/>
                        <a:pt x="77665" y="16573"/>
                        <a:pt x="9461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368" name="Forme libre : forme 13367">
                  <a:extLst>
                    <a:ext uri="{FF2B5EF4-FFF2-40B4-BE49-F238E27FC236}">
                      <a16:creationId xmlns:a16="http://schemas.microsoft.com/office/drawing/2014/main" id="{91E36C83-A7A5-4644-B74C-449FA77DF649}"/>
                    </a:ext>
                  </a:extLst>
                </p:cNvPr>
                <p:cNvSpPr/>
                <p:nvPr/>
              </p:nvSpPr>
              <p:spPr>
                <a:xfrm>
                  <a:off x="2691934" y="2697797"/>
                  <a:ext cx="165830" cy="195548"/>
                </a:xfrm>
                <a:custGeom>
                  <a:avLst/>
                  <a:gdLst>
                    <a:gd name="connsiteX0" fmla="*/ 26956 w 165830"/>
                    <a:gd name="connsiteY0" fmla="*/ 0 h 195548"/>
                    <a:gd name="connsiteX1" fmla="*/ 23050 w 165830"/>
                    <a:gd name="connsiteY1" fmla="*/ 5906 h 195548"/>
                    <a:gd name="connsiteX2" fmla="*/ 14383 w 165830"/>
                    <a:gd name="connsiteY2" fmla="*/ 20669 h 195548"/>
                    <a:gd name="connsiteX3" fmla="*/ 0 w 165830"/>
                    <a:gd name="connsiteY3" fmla="*/ 57531 h 195548"/>
                    <a:gd name="connsiteX4" fmla="*/ 20002 w 165830"/>
                    <a:gd name="connsiteY4" fmla="*/ 60389 h 195548"/>
                    <a:gd name="connsiteX5" fmla="*/ 66675 w 165830"/>
                    <a:gd name="connsiteY5" fmla="*/ 77153 h 195548"/>
                    <a:gd name="connsiteX6" fmla="*/ 120682 w 165830"/>
                    <a:gd name="connsiteY6" fmla="*/ 119920 h 195548"/>
                    <a:gd name="connsiteX7" fmla="*/ 165830 w 165830"/>
                    <a:gd name="connsiteY7" fmla="*/ 195548 h 195548"/>
                    <a:gd name="connsiteX8" fmla="*/ 161734 w 165830"/>
                    <a:gd name="connsiteY8" fmla="*/ 177737 h 195548"/>
                    <a:gd name="connsiteX9" fmla="*/ 146018 w 165830"/>
                    <a:gd name="connsiteY9" fmla="*/ 133922 h 195548"/>
                    <a:gd name="connsiteX10" fmla="*/ 46196 w 165830"/>
                    <a:gd name="connsiteY10" fmla="*/ 28766 h 195548"/>
                    <a:gd name="connsiteX11" fmla="*/ 30194 w 165830"/>
                    <a:gd name="connsiteY11" fmla="*/ 11525 h 195548"/>
                    <a:gd name="connsiteX12" fmla="*/ 26956 w 165830"/>
                    <a:gd name="connsiteY12" fmla="*/ 0 h 195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65830" h="195548">
                      <a:moveTo>
                        <a:pt x="26956" y="0"/>
                      </a:moveTo>
                      <a:cubicBezTo>
                        <a:pt x="26956" y="0"/>
                        <a:pt x="25527" y="2191"/>
                        <a:pt x="23050" y="5906"/>
                      </a:cubicBezTo>
                      <a:cubicBezTo>
                        <a:pt x="20669" y="9525"/>
                        <a:pt x="17526" y="14669"/>
                        <a:pt x="14383" y="20669"/>
                      </a:cubicBezTo>
                      <a:cubicBezTo>
                        <a:pt x="8096" y="32480"/>
                        <a:pt x="1619" y="46863"/>
                        <a:pt x="0" y="57531"/>
                      </a:cubicBezTo>
                      <a:cubicBezTo>
                        <a:pt x="0" y="57531"/>
                        <a:pt x="7715" y="57817"/>
                        <a:pt x="20002" y="60389"/>
                      </a:cubicBezTo>
                      <a:cubicBezTo>
                        <a:pt x="32290" y="63056"/>
                        <a:pt x="48673" y="67532"/>
                        <a:pt x="66675" y="77153"/>
                      </a:cubicBezTo>
                      <a:cubicBezTo>
                        <a:pt x="84582" y="86678"/>
                        <a:pt x="103537" y="100489"/>
                        <a:pt x="120682" y="119920"/>
                      </a:cubicBezTo>
                      <a:cubicBezTo>
                        <a:pt x="137922" y="139256"/>
                        <a:pt x="153257" y="164306"/>
                        <a:pt x="165830" y="195548"/>
                      </a:cubicBezTo>
                      <a:cubicBezTo>
                        <a:pt x="165830" y="195548"/>
                        <a:pt x="164687" y="188881"/>
                        <a:pt x="161734" y="177737"/>
                      </a:cubicBezTo>
                      <a:cubicBezTo>
                        <a:pt x="158782" y="166783"/>
                        <a:pt x="153924" y="151352"/>
                        <a:pt x="146018" y="133922"/>
                      </a:cubicBezTo>
                      <a:cubicBezTo>
                        <a:pt x="130016" y="99251"/>
                        <a:pt x="102775" y="55150"/>
                        <a:pt x="46196" y="28766"/>
                      </a:cubicBezTo>
                      <a:cubicBezTo>
                        <a:pt x="37624" y="24765"/>
                        <a:pt x="32766" y="17717"/>
                        <a:pt x="30194" y="11525"/>
                      </a:cubicBezTo>
                      <a:cubicBezTo>
                        <a:pt x="27432" y="5144"/>
                        <a:pt x="26956" y="0"/>
                        <a:pt x="26956" y="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369" name="Forme libre : forme 13368">
                  <a:extLst>
                    <a:ext uri="{FF2B5EF4-FFF2-40B4-BE49-F238E27FC236}">
                      <a16:creationId xmlns:a16="http://schemas.microsoft.com/office/drawing/2014/main" id="{50C7CD07-A764-4756-8BBA-65A270048D13}"/>
                    </a:ext>
                  </a:extLst>
                </p:cNvPr>
                <p:cNvSpPr/>
                <p:nvPr/>
              </p:nvSpPr>
              <p:spPr>
                <a:xfrm>
                  <a:off x="2530009" y="2737421"/>
                  <a:ext cx="102965" cy="66865"/>
                </a:xfrm>
                <a:custGeom>
                  <a:avLst/>
                  <a:gdLst>
                    <a:gd name="connsiteX0" fmla="*/ 98488 w 102965"/>
                    <a:gd name="connsiteY0" fmla="*/ 20765 h 66865"/>
                    <a:gd name="connsiteX1" fmla="*/ 99441 w 102965"/>
                    <a:gd name="connsiteY1" fmla="*/ 13907 h 66865"/>
                    <a:gd name="connsiteX2" fmla="*/ 102965 w 102965"/>
                    <a:gd name="connsiteY2" fmla="*/ 0 h 66865"/>
                    <a:gd name="connsiteX3" fmla="*/ 93345 w 102965"/>
                    <a:gd name="connsiteY3" fmla="*/ 2762 h 66865"/>
                    <a:gd name="connsiteX4" fmla="*/ 68866 w 102965"/>
                    <a:gd name="connsiteY4" fmla="*/ 13335 h 66865"/>
                    <a:gd name="connsiteX5" fmla="*/ 35338 w 102965"/>
                    <a:gd name="connsiteY5" fmla="*/ 33909 h 66865"/>
                    <a:gd name="connsiteX6" fmla="*/ 0 w 102965"/>
                    <a:gd name="connsiteY6" fmla="*/ 66866 h 66865"/>
                    <a:gd name="connsiteX7" fmla="*/ 7048 w 102965"/>
                    <a:gd name="connsiteY7" fmla="*/ 61246 h 66865"/>
                    <a:gd name="connsiteX8" fmla="*/ 27146 w 102965"/>
                    <a:gd name="connsiteY8" fmla="*/ 48101 h 66865"/>
                    <a:gd name="connsiteX9" fmla="*/ 58293 w 102965"/>
                    <a:gd name="connsiteY9" fmla="*/ 32575 h 66865"/>
                    <a:gd name="connsiteX10" fmla="*/ 98488 w 102965"/>
                    <a:gd name="connsiteY10" fmla="*/ 20765 h 66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2965" h="66865">
                      <a:moveTo>
                        <a:pt x="98488" y="20765"/>
                      </a:moveTo>
                      <a:cubicBezTo>
                        <a:pt x="98488" y="20765"/>
                        <a:pt x="98774" y="18002"/>
                        <a:pt x="99441" y="13907"/>
                      </a:cubicBezTo>
                      <a:cubicBezTo>
                        <a:pt x="100203" y="10001"/>
                        <a:pt x="101346" y="4763"/>
                        <a:pt x="102965" y="0"/>
                      </a:cubicBezTo>
                      <a:cubicBezTo>
                        <a:pt x="102965" y="0"/>
                        <a:pt x="99441" y="857"/>
                        <a:pt x="93345" y="2762"/>
                      </a:cubicBezTo>
                      <a:cubicBezTo>
                        <a:pt x="87344" y="4858"/>
                        <a:pt x="78867" y="8382"/>
                        <a:pt x="68866" y="13335"/>
                      </a:cubicBezTo>
                      <a:cubicBezTo>
                        <a:pt x="58769" y="18383"/>
                        <a:pt x="47054" y="24860"/>
                        <a:pt x="35338" y="33909"/>
                      </a:cubicBezTo>
                      <a:cubicBezTo>
                        <a:pt x="23527" y="42863"/>
                        <a:pt x="11049" y="53435"/>
                        <a:pt x="0" y="66866"/>
                      </a:cubicBezTo>
                      <a:cubicBezTo>
                        <a:pt x="0" y="66866"/>
                        <a:pt x="2476" y="64770"/>
                        <a:pt x="7048" y="61246"/>
                      </a:cubicBezTo>
                      <a:cubicBezTo>
                        <a:pt x="11525" y="57721"/>
                        <a:pt x="18479" y="53054"/>
                        <a:pt x="27146" y="48101"/>
                      </a:cubicBezTo>
                      <a:cubicBezTo>
                        <a:pt x="35909" y="43148"/>
                        <a:pt x="46292" y="37529"/>
                        <a:pt x="58293" y="32575"/>
                      </a:cubicBezTo>
                      <a:cubicBezTo>
                        <a:pt x="70580" y="28004"/>
                        <a:pt x="84106" y="23813"/>
                        <a:pt x="98488" y="20765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3370" name="Graphique 5">
                  <a:extLst>
                    <a:ext uri="{FF2B5EF4-FFF2-40B4-BE49-F238E27FC236}">
                      <a16:creationId xmlns:a16="http://schemas.microsoft.com/office/drawing/2014/main" id="{6D1F2420-B1C3-49D1-98C9-4E5C0743BC48}"/>
                    </a:ext>
                  </a:extLst>
                </p:cNvPr>
                <p:cNvGrpSpPr/>
                <p:nvPr/>
              </p:nvGrpSpPr>
              <p:grpSpPr>
                <a:xfrm>
                  <a:off x="2600721" y="2778499"/>
                  <a:ext cx="107088" cy="57462"/>
                  <a:chOff x="2600721" y="2778499"/>
                  <a:chExt cx="107088" cy="57462"/>
                </a:xfrm>
                <a:solidFill>
                  <a:schemeClr val="accent1"/>
                </a:solidFill>
              </p:grpSpPr>
              <p:grpSp>
                <p:nvGrpSpPr>
                  <p:cNvPr id="13371" name="Graphique 5">
                    <a:extLst>
                      <a:ext uri="{FF2B5EF4-FFF2-40B4-BE49-F238E27FC236}">
                        <a16:creationId xmlns:a16="http://schemas.microsoft.com/office/drawing/2014/main" id="{CE4F87B7-CE49-4A11-93D2-0920F45B7646}"/>
                      </a:ext>
                    </a:extLst>
                  </p:cNvPr>
                  <p:cNvGrpSpPr/>
                  <p:nvPr/>
                </p:nvGrpSpPr>
                <p:grpSpPr>
                  <a:xfrm>
                    <a:off x="2600721" y="2778499"/>
                    <a:ext cx="38788" cy="37557"/>
                    <a:chOff x="2600721" y="2778499"/>
                    <a:chExt cx="38788" cy="37557"/>
                  </a:xfrm>
                  <a:solidFill>
                    <a:schemeClr val="accent1"/>
                  </a:solidFill>
                </p:grpSpPr>
                <p:sp>
                  <p:nvSpPr>
                    <p:cNvPr id="13372" name="Forme libre : forme 13371">
                      <a:extLst>
                        <a:ext uri="{FF2B5EF4-FFF2-40B4-BE49-F238E27FC236}">
                          <a16:creationId xmlns:a16="http://schemas.microsoft.com/office/drawing/2014/main" id="{64ECF8DD-3739-4497-B8D6-1EFF37E3A4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0721" y="2778499"/>
                      <a:ext cx="38788" cy="37533"/>
                    </a:xfrm>
                    <a:custGeom>
                      <a:avLst/>
                      <a:gdLst>
                        <a:gd name="connsiteX0" fmla="*/ 35396 w 38788"/>
                        <a:gd name="connsiteY0" fmla="*/ 6262 h 37533"/>
                        <a:gd name="connsiteX1" fmla="*/ 30634 w 38788"/>
                        <a:gd name="connsiteY1" fmla="*/ 32646 h 37533"/>
                        <a:gd name="connsiteX2" fmla="*/ 3773 w 38788"/>
                        <a:gd name="connsiteY2" fmla="*/ 31693 h 37533"/>
                        <a:gd name="connsiteX3" fmla="*/ 8250 w 38788"/>
                        <a:gd name="connsiteY3" fmla="*/ 4928 h 37533"/>
                        <a:gd name="connsiteX4" fmla="*/ 35396 w 38788"/>
                        <a:gd name="connsiteY4" fmla="*/ 6262 h 3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788" h="37533">
                          <a:moveTo>
                            <a:pt x="35396" y="6262"/>
                          </a:moveTo>
                          <a:cubicBezTo>
                            <a:pt x="41397" y="14072"/>
                            <a:pt x="39206" y="25883"/>
                            <a:pt x="30634" y="32646"/>
                          </a:cubicBezTo>
                          <a:cubicBezTo>
                            <a:pt x="21871" y="39314"/>
                            <a:pt x="10250" y="39314"/>
                            <a:pt x="3773" y="31693"/>
                          </a:cubicBezTo>
                          <a:cubicBezTo>
                            <a:pt x="-2513" y="24264"/>
                            <a:pt x="-894" y="11881"/>
                            <a:pt x="8250" y="4928"/>
                          </a:cubicBezTo>
                          <a:cubicBezTo>
                            <a:pt x="17204" y="-2120"/>
                            <a:pt x="29396" y="-1549"/>
                            <a:pt x="35396" y="626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73" name="Forme libre : forme 13372">
                      <a:extLst>
                        <a:ext uri="{FF2B5EF4-FFF2-40B4-BE49-F238E27FC236}">
                          <a16:creationId xmlns:a16="http://schemas.microsoft.com/office/drawing/2014/main" id="{624387E0-8E1F-4F8E-9595-91BAA80CB5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0875" y="2779712"/>
                      <a:ext cx="38634" cy="36343"/>
                    </a:xfrm>
                    <a:custGeom>
                      <a:avLst/>
                      <a:gdLst>
                        <a:gd name="connsiteX0" fmla="*/ 19621 w 38634"/>
                        <a:gd name="connsiteY0" fmla="*/ 17812 h 36343"/>
                        <a:gd name="connsiteX1" fmla="*/ 0 w 38634"/>
                        <a:gd name="connsiteY1" fmla="*/ 22003 h 36343"/>
                        <a:gd name="connsiteX2" fmla="*/ 3619 w 38634"/>
                        <a:gd name="connsiteY2" fmla="*/ 30575 h 36343"/>
                        <a:gd name="connsiteX3" fmla="*/ 30480 w 38634"/>
                        <a:gd name="connsiteY3" fmla="*/ 31528 h 36343"/>
                        <a:gd name="connsiteX4" fmla="*/ 35242 w 38634"/>
                        <a:gd name="connsiteY4" fmla="*/ 5143 h 36343"/>
                        <a:gd name="connsiteX5" fmla="*/ 27908 w 38634"/>
                        <a:gd name="connsiteY5" fmla="*/ 0 h 36343"/>
                        <a:gd name="connsiteX6" fmla="*/ 19621 w 38634"/>
                        <a:gd name="connsiteY6" fmla="*/ 17812 h 36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634" h="36343">
                          <a:moveTo>
                            <a:pt x="19621" y="17812"/>
                          </a:moveTo>
                          <a:cubicBezTo>
                            <a:pt x="13525" y="22479"/>
                            <a:pt x="6191" y="23813"/>
                            <a:pt x="0" y="22003"/>
                          </a:cubicBezTo>
                          <a:cubicBezTo>
                            <a:pt x="381" y="25146"/>
                            <a:pt x="1524" y="28099"/>
                            <a:pt x="3619" y="30575"/>
                          </a:cubicBezTo>
                          <a:cubicBezTo>
                            <a:pt x="10096" y="38100"/>
                            <a:pt x="21717" y="38100"/>
                            <a:pt x="30480" y="31528"/>
                          </a:cubicBezTo>
                          <a:cubicBezTo>
                            <a:pt x="39052" y="24765"/>
                            <a:pt x="41243" y="12954"/>
                            <a:pt x="35242" y="5143"/>
                          </a:cubicBezTo>
                          <a:cubicBezTo>
                            <a:pt x="33338" y="2667"/>
                            <a:pt x="30766" y="953"/>
                            <a:pt x="27908" y="0"/>
                          </a:cubicBezTo>
                          <a:cubicBezTo>
                            <a:pt x="28384" y="6287"/>
                            <a:pt x="25527" y="13145"/>
                            <a:pt x="19621" y="17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74" name="Forme libre : forme 13373">
                      <a:extLst>
                        <a:ext uri="{FF2B5EF4-FFF2-40B4-BE49-F238E27FC236}">
                          <a16:creationId xmlns:a16="http://schemas.microsoft.com/office/drawing/2014/main" id="{6EEBE67D-D09C-4A9D-9AE8-C26D624DB0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5302" y="2782153"/>
                      <a:ext cx="18201" cy="15995"/>
                    </a:xfrm>
                    <a:custGeom>
                      <a:avLst/>
                      <a:gdLst>
                        <a:gd name="connsiteX0" fmla="*/ 13100 w 18201"/>
                        <a:gd name="connsiteY0" fmla="*/ 703 h 15995"/>
                        <a:gd name="connsiteX1" fmla="*/ 17291 w 18201"/>
                        <a:gd name="connsiteY1" fmla="*/ 11371 h 15995"/>
                        <a:gd name="connsiteX2" fmla="*/ 5195 w 18201"/>
                        <a:gd name="connsiteY2" fmla="*/ 15276 h 15995"/>
                        <a:gd name="connsiteX3" fmla="*/ 908 w 18201"/>
                        <a:gd name="connsiteY3" fmla="*/ 4703 h 15995"/>
                        <a:gd name="connsiteX4" fmla="*/ 13100 w 18201"/>
                        <a:gd name="connsiteY4" fmla="*/ 703 h 15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01" h="15995">
                          <a:moveTo>
                            <a:pt x="13100" y="703"/>
                          </a:moveTo>
                          <a:cubicBezTo>
                            <a:pt x="17577" y="2608"/>
                            <a:pt x="19482" y="7370"/>
                            <a:pt x="17291" y="11371"/>
                          </a:cubicBezTo>
                          <a:cubicBezTo>
                            <a:pt x="15100" y="15371"/>
                            <a:pt x="9767" y="17086"/>
                            <a:pt x="5195" y="15276"/>
                          </a:cubicBezTo>
                          <a:cubicBezTo>
                            <a:pt x="623" y="13466"/>
                            <a:pt x="-1283" y="8704"/>
                            <a:pt x="908" y="4703"/>
                          </a:cubicBezTo>
                          <a:cubicBezTo>
                            <a:pt x="3099" y="703"/>
                            <a:pt x="8624" y="-1107"/>
                            <a:pt x="13100" y="70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75" name="Forme libre : forme 13374">
                      <a:extLst>
                        <a:ext uri="{FF2B5EF4-FFF2-40B4-BE49-F238E27FC236}">
                          <a16:creationId xmlns:a16="http://schemas.microsoft.com/office/drawing/2014/main" id="{F6A3DF08-D281-4F87-A397-8DF8B6C9DC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3423" y="2787164"/>
                      <a:ext cx="6431" cy="6207"/>
                    </a:xfrm>
                    <a:custGeom>
                      <a:avLst/>
                      <a:gdLst>
                        <a:gd name="connsiteX0" fmla="*/ 5835 w 6431"/>
                        <a:gd name="connsiteY0" fmla="*/ 1025 h 6207"/>
                        <a:gd name="connsiteX1" fmla="*/ 5073 w 6431"/>
                        <a:gd name="connsiteY1" fmla="*/ 5407 h 6207"/>
                        <a:gd name="connsiteX2" fmla="*/ 597 w 6431"/>
                        <a:gd name="connsiteY2" fmla="*/ 5216 h 6207"/>
                        <a:gd name="connsiteX3" fmla="*/ 1359 w 6431"/>
                        <a:gd name="connsiteY3" fmla="*/ 835 h 6207"/>
                        <a:gd name="connsiteX4" fmla="*/ 5835 w 6431"/>
                        <a:gd name="connsiteY4" fmla="*/ 1025 h 62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31" h="6207">
                          <a:moveTo>
                            <a:pt x="5835" y="1025"/>
                          </a:moveTo>
                          <a:cubicBezTo>
                            <a:pt x="6883" y="2264"/>
                            <a:pt x="6502" y="4264"/>
                            <a:pt x="5073" y="5407"/>
                          </a:cubicBezTo>
                          <a:cubicBezTo>
                            <a:pt x="3645" y="6550"/>
                            <a:pt x="1644" y="6455"/>
                            <a:pt x="597" y="5216"/>
                          </a:cubicBezTo>
                          <a:cubicBezTo>
                            <a:pt x="-451" y="3978"/>
                            <a:pt x="-70" y="1978"/>
                            <a:pt x="1359" y="835"/>
                          </a:cubicBezTo>
                          <a:cubicBezTo>
                            <a:pt x="2787" y="-308"/>
                            <a:pt x="4788" y="-308"/>
                            <a:pt x="5835" y="102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76" name="Graphique 5">
                    <a:extLst>
                      <a:ext uri="{FF2B5EF4-FFF2-40B4-BE49-F238E27FC236}">
                        <a16:creationId xmlns:a16="http://schemas.microsoft.com/office/drawing/2014/main" id="{E0D63D1B-41F2-481D-840A-560F72613DC8}"/>
                      </a:ext>
                    </a:extLst>
                  </p:cNvPr>
                  <p:cNvGrpSpPr/>
                  <p:nvPr/>
                </p:nvGrpSpPr>
                <p:grpSpPr>
                  <a:xfrm>
                    <a:off x="2633691" y="2794234"/>
                    <a:ext cx="37940" cy="37142"/>
                    <a:chOff x="2633691" y="2794234"/>
                    <a:chExt cx="37940" cy="37142"/>
                  </a:xfrm>
                  <a:solidFill>
                    <a:schemeClr val="accent1"/>
                  </a:solidFill>
                </p:grpSpPr>
                <p:sp>
                  <p:nvSpPr>
                    <p:cNvPr id="13377" name="Forme libre : forme 13376">
                      <a:extLst>
                        <a:ext uri="{FF2B5EF4-FFF2-40B4-BE49-F238E27FC236}">
                          <a16:creationId xmlns:a16="http://schemas.microsoft.com/office/drawing/2014/main" id="{6F6867B5-5B9F-4AE8-9CC2-F74D7C1F7E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3691" y="2794234"/>
                      <a:ext cx="37940" cy="37142"/>
                    </a:xfrm>
                    <a:custGeom>
                      <a:avLst/>
                      <a:gdLst>
                        <a:gd name="connsiteX0" fmla="*/ 34621 w 37940"/>
                        <a:gd name="connsiteY0" fmla="*/ 6624 h 37142"/>
                        <a:gd name="connsiteX1" fmla="*/ 30049 w 37940"/>
                        <a:gd name="connsiteY1" fmla="*/ 32722 h 37142"/>
                        <a:gd name="connsiteX2" fmla="*/ 3665 w 37940"/>
                        <a:gd name="connsiteY2" fmla="*/ 30817 h 37142"/>
                        <a:gd name="connsiteX3" fmla="*/ 8141 w 37940"/>
                        <a:gd name="connsiteY3" fmla="*/ 4623 h 37142"/>
                        <a:gd name="connsiteX4" fmla="*/ 34621 w 37940"/>
                        <a:gd name="connsiteY4" fmla="*/ 6624 h 37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940" h="37142">
                          <a:moveTo>
                            <a:pt x="34621" y="6624"/>
                          </a:moveTo>
                          <a:cubicBezTo>
                            <a:pt x="40431" y="14434"/>
                            <a:pt x="38431" y="26150"/>
                            <a:pt x="30049" y="32722"/>
                          </a:cubicBezTo>
                          <a:cubicBezTo>
                            <a:pt x="21762" y="39294"/>
                            <a:pt x="9951" y="38437"/>
                            <a:pt x="3665" y="30817"/>
                          </a:cubicBezTo>
                          <a:cubicBezTo>
                            <a:pt x="-2622" y="23197"/>
                            <a:pt x="-622" y="11481"/>
                            <a:pt x="8141" y="4623"/>
                          </a:cubicBezTo>
                          <a:cubicBezTo>
                            <a:pt x="16904" y="-2235"/>
                            <a:pt x="28715" y="-1377"/>
                            <a:pt x="34621" y="662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78" name="Forme libre : forme 13377">
                      <a:extLst>
                        <a:ext uri="{FF2B5EF4-FFF2-40B4-BE49-F238E27FC236}">
                          <a16:creationId xmlns:a16="http://schemas.microsoft.com/office/drawing/2014/main" id="{103DFE75-1262-457E-AF94-15D9C6FBF6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3927" y="2795524"/>
                      <a:ext cx="37636" cy="35852"/>
                    </a:xfrm>
                    <a:custGeom>
                      <a:avLst/>
                      <a:gdLst>
                        <a:gd name="connsiteX0" fmla="*/ 19240 w 37636"/>
                        <a:gd name="connsiteY0" fmla="*/ 17621 h 35852"/>
                        <a:gd name="connsiteX1" fmla="*/ 0 w 37636"/>
                        <a:gd name="connsiteY1" fmla="*/ 21050 h 35852"/>
                        <a:gd name="connsiteX2" fmla="*/ 3429 w 37636"/>
                        <a:gd name="connsiteY2" fmla="*/ 29527 h 35852"/>
                        <a:gd name="connsiteX3" fmla="*/ 29813 w 37636"/>
                        <a:gd name="connsiteY3" fmla="*/ 31433 h 35852"/>
                        <a:gd name="connsiteX4" fmla="*/ 34385 w 37636"/>
                        <a:gd name="connsiteY4" fmla="*/ 5334 h 35852"/>
                        <a:gd name="connsiteX5" fmla="*/ 27242 w 37636"/>
                        <a:gd name="connsiteY5" fmla="*/ 0 h 35852"/>
                        <a:gd name="connsiteX6" fmla="*/ 19240 w 37636"/>
                        <a:gd name="connsiteY6" fmla="*/ 17621 h 35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636" h="35852">
                          <a:moveTo>
                            <a:pt x="19240" y="17621"/>
                          </a:moveTo>
                          <a:cubicBezTo>
                            <a:pt x="13430" y="22193"/>
                            <a:pt x="6096" y="23146"/>
                            <a:pt x="0" y="21050"/>
                          </a:cubicBezTo>
                          <a:cubicBezTo>
                            <a:pt x="286" y="24098"/>
                            <a:pt x="1429" y="27051"/>
                            <a:pt x="3429" y="29527"/>
                          </a:cubicBezTo>
                          <a:cubicBezTo>
                            <a:pt x="9715" y="37147"/>
                            <a:pt x="21431" y="38005"/>
                            <a:pt x="29813" y="31433"/>
                          </a:cubicBezTo>
                          <a:cubicBezTo>
                            <a:pt x="38100" y="24955"/>
                            <a:pt x="40100" y="13144"/>
                            <a:pt x="34385" y="5334"/>
                          </a:cubicBezTo>
                          <a:cubicBezTo>
                            <a:pt x="32480" y="2858"/>
                            <a:pt x="30004" y="1048"/>
                            <a:pt x="27242" y="0"/>
                          </a:cubicBezTo>
                          <a:cubicBezTo>
                            <a:pt x="27718" y="6382"/>
                            <a:pt x="24955" y="13144"/>
                            <a:pt x="19240" y="176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79" name="Forme libre : forme 13378">
                      <a:extLst>
                        <a:ext uri="{FF2B5EF4-FFF2-40B4-BE49-F238E27FC236}">
                          <a16:creationId xmlns:a16="http://schemas.microsoft.com/office/drawing/2014/main" id="{702BDEDE-589E-4E87-AA74-C8AB54DC31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8123" y="2797907"/>
                      <a:ext cx="17630" cy="15941"/>
                    </a:xfrm>
                    <a:custGeom>
                      <a:avLst/>
                      <a:gdLst>
                        <a:gd name="connsiteX0" fmla="*/ 12664 w 17630"/>
                        <a:gd name="connsiteY0" fmla="*/ 855 h 15941"/>
                        <a:gd name="connsiteX1" fmla="*/ 16760 w 17630"/>
                        <a:gd name="connsiteY1" fmla="*/ 11523 h 15941"/>
                        <a:gd name="connsiteX2" fmla="*/ 5044 w 17630"/>
                        <a:gd name="connsiteY2" fmla="*/ 15142 h 15941"/>
                        <a:gd name="connsiteX3" fmla="*/ 853 w 17630"/>
                        <a:gd name="connsiteY3" fmla="*/ 4570 h 15941"/>
                        <a:gd name="connsiteX4" fmla="*/ 12664 w 17630"/>
                        <a:gd name="connsiteY4" fmla="*/ 855 h 15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30" h="15941">
                          <a:moveTo>
                            <a:pt x="12664" y="855"/>
                          </a:moveTo>
                          <a:cubicBezTo>
                            <a:pt x="17045" y="2855"/>
                            <a:pt x="18855" y="7618"/>
                            <a:pt x="16760" y="11523"/>
                          </a:cubicBezTo>
                          <a:cubicBezTo>
                            <a:pt x="14664" y="15428"/>
                            <a:pt x="9521" y="17047"/>
                            <a:pt x="5044" y="15142"/>
                          </a:cubicBezTo>
                          <a:cubicBezTo>
                            <a:pt x="662" y="13237"/>
                            <a:pt x="-1243" y="8475"/>
                            <a:pt x="853" y="4570"/>
                          </a:cubicBezTo>
                          <a:cubicBezTo>
                            <a:pt x="3044" y="474"/>
                            <a:pt x="8282" y="-1145"/>
                            <a:pt x="12664" y="85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80" name="Forme libre : forme 13379">
                      <a:extLst>
                        <a:ext uri="{FF2B5EF4-FFF2-40B4-BE49-F238E27FC236}">
                          <a16:creationId xmlns:a16="http://schemas.microsoft.com/office/drawing/2014/main" id="{674ED732-86CC-464F-AEFA-64EADE61B2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6230" y="2802671"/>
                      <a:ext cx="6253" cy="6089"/>
                    </a:xfrm>
                    <a:custGeom>
                      <a:avLst/>
                      <a:gdLst>
                        <a:gd name="connsiteX0" fmla="*/ 5699 w 6253"/>
                        <a:gd name="connsiteY0" fmla="*/ 1045 h 6089"/>
                        <a:gd name="connsiteX1" fmla="*/ 4937 w 6253"/>
                        <a:gd name="connsiteY1" fmla="*/ 5331 h 6089"/>
                        <a:gd name="connsiteX2" fmla="*/ 555 w 6253"/>
                        <a:gd name="connsiteY2" fmla="*/ 5045 h 6089"/>
                        <a:gd name="connsiteX3" fmla="*/ 1317 w 6253"/>
                        <a:gd name="connsiteY3" fmla="*/ 759 h 6089"/>
                        <a:gd name="connsiteX4" fmla="*/ 5699 w 6253"/>
                        <a:gd name="connsiteY4" fmla="*/ 1045 h 6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53" h="6089">
                          <a:moveTo>
                            <a:pt x="5699" y="1045"/>
                          </a:moveTo>
                          <a:cubicBezTo>
                            <a:pt x="6651" y="2283"/>
                            <a:pt x="6365" y="4283"/>
                            <a:pt x="4937" y="5331"/>
                          </a:cubicBezTo>
                          <a:cubicBezTo>
                            <a:pt x="3508" y="6474"/>
                            <a:pt x="1603" y="6284"/>
                            <a:pt x="555" y="5045"/>
                          </a:cubicBezTo>
                          <a:cubicBezTo>
                            <a:pt x="-397" y="3807"/>
                            <a:pt x="-112" y="1807"/>
                            <a:pt x="1317" y="759"/>
                          </a:cubicBezTo>
                          <a:cubicBezTo>
                            <a:pt x="2746" y="-384"/>
                            <a:pt x="4746" y="-194"/>
                            <a:pt x="5699" y="10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81" name="Graphique 5">
                    <a:extLst>
                      <a:ext uri="{FF2B5EF4-FFF2-40B4-BE49-F238E27FC236}">
                        <a16:creationId xmlns:a16="http://schemas.microsoft.com/office/drawing/2014/main" id="{6AF29BF5-7A0C-4A44-8778-4AC10209C935}"/>
                      </a:ext>
                    </a:extLst>
                  </p:cNvPr>
                  <p:cNvGrpSpPr/>
                  <p:nvPr/>
                </p:nvGrpSpPr>
                <p:grpSpPr>
                  <a:xfrm>
                    <a:off x="2670525" y="2799524"/>
                    <a:ext cx="37285" cy="36437"/>
                    <a:chOff x="2670525" y="2799524"/>
                    <a:chExt cx="37285" cy="36437"/>
                  </a:xfrm>
                  <a:solidFill>
                    <a:schemeClr val="accent1"/>
                  </a:solidFill>
                </p:grpSpPr>
                <p:sp>
                  <p:nvSpPr>
                    <p:cNvPr id="13382" name="Forme libre : forme 13381">
                      <a:extLst>
                        <a:ext uri="{FF2B5EF4-FFF2-40B4-BE49-F238E27FC236}">
                          <a16:creationId xmlns:a16="http://schemas.microsoft.com/office/drawing/2014/main" id="{C03E0DCE-08C9-43DD-AC44-F647AC891D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0525" y="2799524"/>
                      <a:ext cx="37260" cy="36342"/>
                    </a:xfrm>
                    <a:custGeom>
                      <a:avLst/>
                      <a:gdLst>
                        <a:gd name="connsiteX0" fmla="*/ 34173 w 37260"/>
                        <a:gd name="connsiteY0" fmla="*/ 7144 h 36342"/>
                        <a:gd name="connsiteX1" fmla="*/ 29220 w 37260"/>
                        <a:gd name="connsiteY1" fmla="*/ 32576 h 36342"/>
                        <a:gd name="connsiteX2" fmla="*/ 3502 w 37260"/>
                        <a:gd name="connsiteY2" fmla="*/ 29623 h 36342"/>
                        <a:gd name="connsiteX3" fmla="*/ 8170 w 37260"/>
                        <a:gd name="connsiteY3" fmla="*/ 3810 h 36342"/>
                        <a:gd name="connsiteX4" fmla="*/ 34173 w 37260"/>
                        <a:gd name="connsiteY4" fmla="*/ 7144 h 36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260" h="36342">
                          <a:moveTo>
                            <a:pt x="34173" y="7144"/>
                          </a:moveTo>
                          <a:cubicBezTo>
                            <a:pt x="39792" y="15240"/>
                            <a:pt x="37507" y="26575"/>
                            <a:pt x="29220" y="32576"/>
                          </a:cubicBezTo>
                          <a:cubicBezTo>
                            <a:pt x="20742" y="38386"/>
                            <a:pt x="9598" y="37529"/>
                            <a:pt x="3502" y="29623"/>
                          </a:cubicBezTo>
                          <a:cubicBezTo>
                            <a:pt x="-2499" y="21908"/>
                            <a:pt x="-689" y="9906"/>
                            <a:pt x="8170" y="3810"/>
                          </a:cubicBezTo>
                          <a:cubicBezTo>
                            <a:pt x="16933" y="-2381"/>
                            <a:pt x="28553" y="-857"/>
                            <a:pt x="34173" y="714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83" name="Forme libre : forme 13382">
                      <a:extLst>
                        <a:ext uri="{FF2B5EF4-FFF2-40B4-BE49-F238E27FC236}">
                          <a16:creationId xmlns:a16="http://schemas.microsoft.com/office/drawing/2014/main" id="{FDE42BD6-0785-4E3C-B21B-C92BE3FA75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0693" y="2801144"/>
                      <a:ext cx="37116" cy="34817"/>
                    </a:xfrm>
                    <a:custGeom>
                      <a:avLst/>
                      <a:gdLst>
                        <a:gd name="connsiteX0" fmla="*/ 18859 w 37116"/>
                        <a:gd name="connsiteY0" fmla="*/ 16859 h 34817"/>
                        <a:gd name="connsiteX1" fmla="*/ 0 w 37116"/>
                        <a:gd name="connsiteY1" fmla="*/ 19431 h 34817"/>
                        <a:gd name="connsiteX2" fmla="*/ 3334 w 37116"/>
                        <a:gd name="connsiteY2" fmla="*/ 28099 h 34817"/>
                        <a:gd name="connsiteX3" fmla="*/ 29051 w 37116"/>
                        <a:gd name="connsiteY3" fmla="*/ 31051 h 34817"/>
                        <a:gd name="connsiteX4" fmla="*/ 34004 w 37116"/>
                        <a:gd name="connsiteY4" fmla="*/ 5620 h 34817"/>
                        <a:gd name="connsiteX5" fmla="*/ 27051 w 37116"/>
                        <a:gd name="connsiteY5" fmla="*/ 0 h 34817"/>
                        <a:gd name="connsiteX6" fmla="*/ 18859 w 37116"/>
                        <a:gd name="connsiteY6" fmla="*/ 16859 h 34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116" h="34817">
                          <a:moveTo>
                            <a:pt x="18859" y="16859"/>
                          </a:moveTo>
                          <a:cubicBezTo>
                            <a:pt x="12954" y="20955"/>
                            <a:pt x="5905" y="21717"/>
                            <a:pt x="0" y="19431"/>
                          </a:cubicBezTo>
                          <a:cubicBezTo>
                            <a:pt x="286" y="22479"/>
                            <a:pt x="1333" y="25527"/>
                            <a:pt x="3334" y="28099"/>
                          </a:cubicBezTo>
                          <a:cubicBezTo>
                            <a:pt x="9430" y="36004"/>
                            <a:pt x="20574" y="36862"/>
                            <a:pt x="29051" y="31051"/>
                          </a:cubicBezTo>
                          <a:cubicBezTo>
                            <a:pt x="37433" y="25051"/>
                            <a:pt x="39624" y="13716"/>
                            <a:pt x="34004" y="5620"/>
                          </a:cubicBezTo>
                          <a:cubicBezTo>
                            <a:pt x="32194" y="3048"/>
                            <a:pt x="29813" y="1238"/>
                            <a:pt x="27051" y="0"/>
                          </a:cubicBezTo>
                          <a:cubicBezTo>
                            <a:pt x="27432" y="6287"/>
                            <a:pt x="24574" y="12763"/>
                            <a:pt x="18859" y="168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84" name="Forme libre : forme 13383">
                      <a:extLst>
                        <a:ext uri="{FF2B5EF4-FFF2-40B4-BE49-F238E27FC236}">
                          <a16:creationId xmlns:a16="http://schemas.microsoft.com/office/drawing/2014/main" id="{AC0E5E15-392D-418B-BC18-F7E483D523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4713" y="2803228"/>
                      <a:ext cx="17413" cy="15642"/>
                    </a:xfrm>
                    <a:custGeom>
                      <a:avLst/>
                      <a:gdLst>
                        <a:gd name="connsiteX0" fmla="*/ 12649 w 17413"/>
                        <a:gd name="connsiteY0" fmla="*/ 1059 h 15642"/>
                        <a:gd name="connsiteX1" fmla="*/ 16460 w 17413"/>
                        <a:gd name="connsiteY1" fmla="*/ 11727 h 15642"/>
                        <a:gd name="connsiteX2" fmla="*/ 4839 w 17413"/>
                        <a:gd name="connsiteY2" fmla="*/ 14584 h 15642"/>
                        <a:gd name="connsiteX3" fmla="*/ 934 w 17413"/>
                        <a:gd name="connsiteY3" fmla="*/ 3916 h 15642"/>
                        <a:gd name="connsiteX4" fmla="*/ 12649 w 17413"/>
                        <a:gd name="connsiteY4" fmla="*/ 1059 h 15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13" h="15642">
                          <a:moveTo>
                            <a:pt x="12649" y="1059"/>
                          </a:moveTo>
                          <a:cubicBezTo>
                            <a:pt x="16936" y="3249"/>
                            <a:pt x="18650" y="8012"/>
                            <a:pt x="16460" y="11727"/>
                          </a:cubicBezTo>
                          <a:cubicBezTo>
                            <a:pt x="14364" y="15441"/>
                            <a:pt x="9125" y="16775"/>
                            <a:pt x="4839" y="14584"/>
                          </a:cubicBezTo>
                          <a:cubicBezTo>
                            <a:pt x="553" y="12489"/>
                            <a:pt x="-1257" y="7726"/>
                            <a:pt x="934" y="3916"/>
                          </a:cubicBezTo>
                          <a:cubicBezTo>
                            <a:pt x="3029" y="201"/>
                            <a:pt x="8363" y="-1132"/>
                            <a:pt x="12649" y="105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85" name="Forme libre : forme 13384">
                      <a:extLst>
                        <a:ext uri="{FF2B5EF4-FFF2-40B4-BE49-F238E27FC236}">
                          <a16:creationId xmlns:a16="http://schemas.microsoft.com/office/drawing/2014/main" id="{7368593B-35FA-430D-9842-7EFB0C213D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2837" y="2807556"/>
                      <a:ext cx="6191" cy="6034"/>
                    </a:xfrm>
                    <a:custGeom>
                      <a:avLst/>
                      <a:gdLst>
                        <a:gd name="connsiteX0" fmla="*/ 5668 w 6191"/>
                        <a:gd name="connsiteY0" fmla="*/ 1207 h 6034"/>
                        <a:gd name="connsiteX1" fmla="*/ 4810 w 6191"/>
                        <a:gd name="connsiteY1" fmla="*/ 5398 h 6034"/>
                        <a:gd name="connsiteX2" fmla="*/ 524 w 6191"/>
                        <a:gd name="connsiteY2" fmla="*/ 4827 h 6034"/>
                        <a:gd name="connsiteX3" fmla="*/ 1381 w 6191"/>
                        <a:gd name="connsiteY3" fmla="*/ 636 h 6034"/>
                        <a:gd name="connsiteX4" fmla="*/ 5668 w 6191"/>
                        <a:gd name="connsiteY4" fmla="*/ 1207 h 6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1" h="6034">
                          <a:moveTo>
                            <a:pt x="5668" y="1207"/>
                          </a:moveTo>
                          <a:cubicBezTo>
                            <a:pt x="6620" y="2541"/>
                            <a:pt x="6239" y="4446"/>
                            <a:pt x="4810" y="5398"/>
                          </a:cubicBezTo>
                          <a:cubicBezTo>
                            <a:pt x="3382" y="6446"/>
                            <a:pt x="1477" y="6160"/>
                            <a:pt x="524" y="4827"/>
                          </a:cubicBezTo>
                          <a:cubicBezTo>
                            <a:pt x="-428" y="3493"/>
                            <a:pt x="-47" y="1684"/>
                            <a:pt x="1381" y="636"/>
                          </a:cubicBezTo>
                          <a:cubicBezTo>
                            <a:pt x="2810" y="-412"/>
                            <a:pt x="4715" y="-126"/>
                            <a:pt x="5668" y="120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386" name="Graphique 5">
                  <a:extLst>
                    <a:ext uri="{FF2B5EF4-FFF2-40B4-BE49-F238E27FC236}">
                      <a16:creationId xmlns:a16="http://schemas.microsoft.com/office/drawing/2014/main" id="{640DE57A-DB5C-41C1-8501-E93314AAA81D}"/>
                    </a:ext>
                  </a:extLst>
                </p:cNvPr>
                <p:cNvGrpSpPr/>
                <p:nvPr/>
              </p:nvGrpSpPr>
              <p:grpSpPr>
                <a:xfrm>
                  <a:off x="2639797" y="2894787"/>
                  <a:ext cx="101036" cy="55238"/>
                  <a:chOff x="2639797" y="2894787"/>
                  <a:chExt cx="101036" cy="55238"/>
                </a:xfrm>
                <a:solidFill>
                  <a:schemeClr val="accent1"/>
                </a:solidFill>
              </p:grpSpPr>
              <p:grpSp>
                <p:nvGrpSpPr>
                  <p:cNvPr id="13387" name="Graphique 5">
                    <a:extLst>
                      <a:ext uri="{FF2B5EF4-FFF2-40B4-BE49-F238E27FC236}">
                        <a16:creationId xmlns:a16="http://schemas.microsoft.com/office/drawing/2014/main" id="{951ECA76-009C-48EE-9A65-A45E07E6F4C1}"/>
                      </a:ext>
                    </a:extLst>
                  </p:cNvPr>
                  <p:cNvGrpSpPr/>
                  <p:nvPr/>
                </p:nvGrpSpPr>
                <p:grpSpPr>
                  <a:xfrm>
                    <a:off x="2639797" y="2894787"/>
                    <a:ext cx="35742" cy="35599"/>
                    <a:chOff x="2639797" y="2894787"/>
                    <a:chExt cx="35742" cy="35599"/>
                  </a:xfrm>
                  <a:solidFill>
                    <a:schemeClr val="accent1"/>
                  </a:solidFill>
                </p:grpSpPr>
                <p:sp>
                  <p:nvSpPr>
                    <p:cNvPr id="13388" name="Forme libre : forme 13387">
                      <a:extLst>
                        <a:ext uri="{FF2B5EF4-FFF2-40B4-BE49-F238E27FC236}">
                          <a16:creationId xmlns:a16="http://schemas.microsoft.com/office/drawing/2014/main" id="{956EB7D0-09CE-47E9-B475-E34D075A03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9797" y="2894787"/>
                      <a:ext cx="35742" cy="35599"/>
                    </a:xfrm>
                    <a:custGeom>
                      <a:avLst/>
                      <a:gdLst>
                        <a:gd name="connsiteX0" fmla="*/ 31373 w 35742"/>
                        <a:gd name="connsiteY0" fmla="*/ 6083 h 35599"/>
                        <a:gd name="connsiteX1" fmla="*/ 29753 w 35742"/>
                        <a:gd name="connsiteY1" fmla="*/ 31039 h 35599"/>
                        <a:gd name="connsiteX2" fmla="*/ 4798 w 35742"/>
                        <a:gd name="connsiteY2" fmla="*/ 29991 h 35599"/>
                        <a:gd name="connsiteX3" fmla="*/ 5941 w 35742"/>
                        <a:gd name="connsiteY3" fmla="*/ 4559 h 35599"/>
                        <a:gd name="connsiteX4" fmla="*/ 31373 w 35742"/>
                        <a:gd name="connsiteY4" fmla="*/ 6083 h 35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42" h="35599">
                          <a:moveTo>
                            <a:pt x="31373" y="6083"/>
                          </a:moveTo>
                          <a:cubicBezTo>
                            <a:pt x="37754" y="13608"/>
                            <a:pt x="37088" y="24752"/>
                            <a:pt x="29753" y="31039"/>
                          </a:cubicBezTo>
                          <a:cubicBezTo>
                            <a:pt x="22515" y="37420"/>
                            <a:pt x="11561" y="37135"/>
                            <a:pt x="4798" y="29991"/>
                          </a:cubicBezTo>
                          <a:cubicBezTo>
                            <a:pt x="-1869" y="22942"/>
                            <a:pt x="-1679" y="11227"/>
                            <a:pt x="5941" y="4559"/>
                          </a:cubicBezTo>
                          <a:cubicBezTo>
                            <a:pt x="13561" y="-2108"/>
                            <a:pt x="24991" y="-1346"/>
                            <a:pt x="31373" y="608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89" name="Forme libre : forme 13388">
                      <a:extLst>
                        <a:ext uri="{FF2B5EF4-FFF2-40B4-BE49-F238E27FC236}">
                          <a16:creationId xmlns:a16="http://schemas.microsoft.com/office/drawing/2014/main" id="{CD9E06EA-7063-487A-826D-54A4B256EA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0308" y="2895822"/>
                      <a:ext cx="35198" cy="34502"/>
                    </a:xfrm>
                    <a:custGeom>
                      <a:avLst/>
                      <a:gdLst>
                        <a:gd name="connsiteX0" fmla="*/ 17717 w 35198"/>
                        <a:gd name="connsiteY0" fmla="*/ 16954 h 34502"/>
                        <a:gd name="connsiteX1" fmla="*/ 0 w 35198"/>
                        <a:gd name="connsiteY1" fmla="*/ 20764 h 34502"/>
                        <a:gd name="connsiteX2" fmla="*/ 4286 w 35198"/>
                        <a:gd name="connsiteY2" fmla="*/ 28861 h 34502"/>
                        <a:gd name="connsiteX3" fmla="*/ 29242 w 35198"/>
                        <a:gd name="connsiteY3" fmla="*/ 29908 h 34502"/>
                        <a:gd name="connsiteX4" fmla="*/ 30861 w 35198"/>
                        <a:gd name="connsiteY4" fmla="*/ 4953 h 34502"/>
                        <a:gd name="connsiteX5" fmla="*/ 23527 w 35198"/>
                        <a:gd name="connsiteY5" fmla="*/ 0 h 34502"/>
                        <a:gd name="connsiteX6" fmla="*/ 17717 w 35198"/>
                        <a:gd name="connsiteY6" fmla="*/ 16954 h 34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198" h="34502">
                          <a:moveTo>
                            <a:pt x="17717" y="16954"/>
                          </a:moveTo>
                          <a:cubicBezTo>
                            <a:pt x="12573" y="21241"/>
                            <a:pt x="6096" y="22765"/>
                            <a:pt x="0" y="20764"/>
                          </a:cubicBezTo>
                          <a:cubicBezTo>
                            <a:pt x="667" y="23717"/>
                            <a:pt x="2096" y="26575"/>
                            <a:pt x="4286" y="28861"/>
                          </a:cubicBezTo>
                          <a:cubicBezTo>
                            <a:pt x="11144" y="36100"/>
                            <a:pt x="22003" y="36290"/>
                            <a:pt x="29242" y="29908"/>
                          </a:cubicBezTo>
                          <a:cubicBezTo>
                            <a:pt x="36481" y="23622"/>
                            <a:pt x="37243" y="12478"/>
                            <a:pt x="30861" y="4953"/>
                          </a:cubicBezTo>
                          <a:cubicBezTo>
                            <a:pt x="28861" y="2572"/>
                            <a:pt x="26289" y="952"/>
                            <a:pt x="23527" y="0"/>
                          </a:cubicBezTo>
                          <a:cubicBezTo>
                            <a:pt x="24670" y="6191"/>
                            <a:pt x="22765" y="12668"/>
                            <a:pt x="17717" y="1695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0" name="Forme libre : forme 13389">
                      <a:extLst>
                        <a:ext uri="{FF2B5EF4-FFF2-40B4-BE49-F238E27FC236}">
                          <a16:creationId xmlns:a16="http://schemas.microsoft.com/office/drawing/2014/main" id="{5E8E0915-3261-49E9-9A3C-B14846F9E9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2467" y="2898238"/>
                      <a:ext cx="16899" cy="15090"/>
                    </a:xfrm>
                    <a:custGeom>
                      <a:avLst/>
                      <a:gdLst>
                        <a:gd name="connsiteX0" fmla="*/ 11368 w 16899"/>
                        <a:gd name="connsiteY0" fmla="*/ 727 h 15090"/>
                        <a:gd name="connsiteX1" fmla="*/ 16416 w 16899"/>
                        <a:gd name="connsiteY1" fmla="*/ 10824 h 15090"/>
                        <a:gd name="connsiteX2" fmla="*/ 5653 w 16899"/>
                        <a:gd name="connsiteY2" fmla="*/ 14348 h 15090"/>
                        <a:gd name="connsiteX3" fmla="*/ 510 w 16899"/>
                        <a:gd name="connsiteY3" fmla="*/ 4251 h 15090"/>
                        <a:gd name="connsiteX4" fmla="*/ 11368 w 16899"/>
                        <a:gd name="connsiteY4" fmla="*/ 727 h 15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99" h="15090">
                          <a:moveTo>
                            <a:pt x="11368" y="727"/>
                          </a:moveTo>
                          <a:cubicBezTo>
                            <a:pt x="15750" y="2537"/>
                            <a:pt x="17940" y="7109"/>
                            <a:pt x="16416" y="10824"/>
                          </a:cubicBezTo>
                          <a:cubicBezTo>
                            <a:pt x="14892" y="14538"/>
                            <a:pt x="10035" y="16158"/>
                            <a:pt x="5653" y="14348"/>
                          </a:cubicBezTo>
                          <a:cubicBezTo>
                            <a:pt x="1271" y="12538"/>
                            <a:pt x="-1110" y="8061"/>
                            <a:pt x="510" y="4251"/>
                          </a:cubicBezTo>
                          <a:cubicBezTo>
                            <a:pt x="2033" y="632"/>
                            <a:pt x="6987" y="-1083"/>
                            <a:pt x="11368" y="72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1" name="Forme libre : forme 13390">
                      <a:extLst>
                        <a:ext uri="{FF2B5EF4-FFF2-40B4-BE49-F238E27FC236}">
                          <a16:creationId xmlns:a16="http://schemas.microsoft.com/office/drawing/2014/main" id="{8DCC1455-3D75-4BF1-B37E-9477361D99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0637" y="2902927"/>
                      <a:ext cx="5917" cy="5816"/>
                    </a:xfrm>
                    <a:custGeom>
                      <a:avLst/>
                      <a:gdLst>
                        <a:gd name="connsiteX0" fmla="*/ 5197 w 5917"/>
                        <a:gd name="connsiteY0" fmla="*/ 991 h 5816"/>
                        <a:gd name="connsiteX1" fmla="*/ 4911 w 5917"/>
                        <a:gd name="connsiteY1" fmla="*/ 5087 h 5816"/>
                        <a:gd name="connsiteX2" fmla="*/ 720 w 5917"/>
                        <a:gd name="connsiteY2" fmla="*/ 4897 h 5816"/>
                        <a:gd name="connsiteX3" fmla="*/ 1006 w 5917"/>
                        <a:gd name="connsiteY3" fmla="*/ 801 h 5816"/>
                        <a:gd name="connsiteX4" fmla="*/ 5197 w 5917"/>
                        <a:gd name="connsiteY4" fmla="*/ 991 h 5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7" h="5816">
                          <a:moveTo>
                            <a:pt x="5197" y="991"/>
                          </a:moveTo>
                          <a:cubicBezTo>
                            <a:pt x="6245" y="2230"/>
                            <a:pt x="6150" y="4039"/>
                            <a:pt x="4911" y="5087"/>
                          </a:cubicBezTo>
                          <a:cubicBezTo>
                            <a:pt x="3673" y="6135"/>
                            <a:pt x="1768" y="6040"/>
                            <a:pt x="720" y="4897"/>
                          </a:cubicBezTo>
                          <a:cubicBezTo>
                            <a:pt x="-327" y="3754"/>
                            <a:pt x="-232" y="1849"/>
                            <a:pt x="1006" y="801"/>
                          </a:cubicBezTo>
                          <a:cubicBezTo>
                            <a:pt x="2244" y="-342"/>
                            <a:pt x="4149" y="-247"/>
                            <a:pt x="5197" y="9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92" name="Graphique 5">
                    <a:extLst>
                      <a:ext uri="{FF2B5EF4-FFF2-40B4-BE49-F238E27FC236}">
                        <a16:creationId xmlns:a16="http://schemas.microsoft.com/office/drawing/2014/main" id="{BA9EAEFC-C5AF-4746-B129-F171649505E4}"/>
                      </a:ext>
                    </a:extLst>
                  </p:cNvPr>
                  <p:cNvGrpSpPr/>
                  <p:nvPr/>
                </p:nvGrpSpPr>
                <p:grpSpPr>
                  <a:xfrm>
                    <a:off x="2672050" y="2910079"/>
                    <a:ext cx="35125" cy="35060"/>
                    <a:chOff x="2672050" y="2910079"/>
                    <a:chExt cx="35125" cy="35060"/>
                  </a:xfrm>
                  <a:solidFill>
                    <a:schemeClr val="accent1"/>
                  </a:solidFill>
                </p:grpSpPr>
                <p:sp>
                  <p:nvSpPr>
                    <p:cNvPr id="13393" name="Forme libre : forme 13392">
                      <a:extLst>
                        <a:ext uri="{FF2B5EF4-FFF2-40B4-BE49-F238E27FC236}">
                          <a16:creationId xmlns:a16="http://schemas.microsoft.com/office/drawing/2014/main" id="{FFD3314E-47E3-478D-9FFF-7EA55F98E3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2050" y="2910079"/>
                      <a:ext cx="35006" cy="35021"/>
                    </a:xfrm>
                    <a:custGeom>
                      <a:avLst/>
                      <a:gdLst>
                        <a:gd name="connsiteX0" fmla="*/ 30647 w 35006"/>
                        <a:gd name="connsiteY0" fmla="*/ 6412 h 35021"/>
                        <a:gd name="connsiteX1" fmla="*/ 29313 w 35006"/>
                        <a:gd name="connsiteY1" fmla="*/ 31082 h 35021"/>
                        <a:gd name="connsiteX2" fmla="*/ 4644 w 35006"/>
                        <a:gd name="connsiteY2" fmla="*/ 28891 h 35021"/>
                        <a:gd name="connsiteX3" fmla="*/ 5977 w 35006"/>
                        <a:gd name="connsiteY3" fmla="*/ 4221 h 35021"/>
                        <a:gd name="connsiteX4" fmla="*/ 30647 w 35006"/>
                        <a:gd name="connsiteY4" fmla="*/ 6412 h 35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006" h="35021">
                          <a:moveTo>
                            <a:pt x="30647" y="6412"/>
                          </a:moveTo>
                          <a:cubicBezTo>
                            <a:pt x="36933" y="14032"/>
                            <a:pt x="36362" y="25081"/>
                            <a:pt x="29313" y="31082"/>
                          </a:cubicBezTo>
                          <a:cubicBezTo>
                            <a:pt x="22360" y="37083"/>
                            <a:pt x="11311" y="36130"/>
                            <a:pt x="4644" y="28891"/>
                          </a:cubicBezTo>
                          <a:cubicBezTo>
                            <a:pt x="-2024" y="21652"/>
                            <a:pt x="-1452" y="10603"/>
                            <a:pt x="5977" y="4221"/>
                          </a:cubicBezTo>
                          <a:cubicBezTo>
                            <a:pt x="13407" y="-2160"/>
                            <a:pt x="24456" y="-1208"/>
                            <a:pt x="30647" y="641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4" name="Forme libre : forme 13393">
                      <a:extLst>
                        <a:ext uri="{FF2B5EF4-FFF2-40B4-BE49-F238E27FC236}">
                          <a16:creationId xmlns:a16="http://schemas.microsoft.com/office/drawing/2014/main" id="{DF92278A-EDD9-420F-A408-348C7A487D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72693" y="2911348"/>
                      <a:ext cx="34482" cy="33791"/>
                    </a:xfrm>
                    <a:custGeom>
                      <a:avLst/>
                      <a:gdLst>
                        <a:gd name="connsiteX0" fmla="*/ 17431 w 34482"/>
                        <a:gd name="connsiteY0" fmla="*/ 16573 h 33791"/>
                        <a:gd name="connsiteX1" fmla="*/ 0 w 34482"/>
                        <a:gd name="connsiteY1" fmla="*/ 19526 h 33791"/>
                        <a:gd name="connsiteX2" fmla="*/ 4191 w 34482"/>
                        <a:gd name="connsiteY2" fmla="*/ 27622 h 33791"/>
                        <a:gd name="connsiteX3" fmla="*/ 28861 w 34482"/>
                        <a:gd name="connsiteY3" fmla="*/ 29813 h 33791"/>
                        <a:gd name="connsiteX4" fmla="*/ 30194 w 34482"/>
                        <a:gd name="connsiteY4" fmla="*/ 5143 h 33791"/>
                        <a:gd name="connsiteX5" fmla="*/ 23050 w 34482"/>
                        <a:gd name="connsiteY5" fmla="*/ 0 h 33791"/>
                        <a:gd name="connsiteX6" fmla="*/ 17431 w 34482"/>
                        <a:gd name="connsiteY6" fmla="*/ 16573 h 337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82" h="33791">
                          <a:moveTo>
                            <a:pt x="17431" y="16573"/>
                          </a:moveTo>
                          <a:cubicBezTo>
                            <a:pt x="12573" y="20764"/>
                            <a:pt x="5905" y="21622"/>
                            <a:pt x="0" y="19526"/>
                          </a:cubicBezTo>
                          <a:cubicBezTo>
                            <a:pt x="667" y="22384"/>
                            <a:pt x="2000" y="25241"/>
                            <a:pt x="4191" y="27622"/>
                          </a:cubicBezTo>
                          <a:cubicBezTo>
                            <a:pt x="10858" y="34861"/>
                            <a:pt x="21908" y="35909"/>
                            <a:pt x="28861" y="29813"/>
                          </a:cubicBezTo>
                          <a:cubicBezTo>
                            <a:pt x="35814" y="23813"/>
                            <a:pt x="36386" y="12763"/>
                            <a:pt x="30194" y="5143"/>
                          </a:cubicBezTo>
                          <a:cubicBezTo>
                            <a:pt x="28194" y="2762"/>
                            <a:pt x="25717" y="1048"/>
                            <a:pt x="23050" y="0"/>
                          </a:cubicBezTo>
                          <a:cubicBezTo>
                            <a:pt x="24003" y="6096"/>
                            <a:pt x="22193" y="12478"/>
                            <a:pt x="17431" y="165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5" name="Forme libre : forme 13394">
                      <a:extLst>
                        <a:ext uri="{FF2B5EF4-FFF2-40B4-BE49-F238E27FC236}">
                          <a16:creationId xmlns:a16="http://schemas.microsoft.com/office/drawing/2014/main" id="{D8071ADB-6B4D-47F5-9486-00DF695AEC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4603" y="2913609"/>
                      <a:ext cx="16387" cy="15155"/>
                    </a:xfrm>
                    <a:custGeom>
                      <a:avLst/>
                      <a:gdLst>
                        <a:gd name="connsiteX0" fmla="*/ 10950 w 16387"/>
                        <a:gd name="connsiteY0" fmla="*/ 882 h 15155"/>
                        <a:gd name="connsiteX1" fmla="*/ 15903 w 16387"/>
                        <a:gd name="connsiteY1" fmla="*/ 11074 h 15155"/>
                        <a:gd name="connsiteX2" fmla="*/ 5521 w 16387"/>
                        <a:gd name="connsiteY2" fmla="*/ 14312 h 15155"/>
                        <a:gd name="connsiteX3" fmla="*/ 473 w 16387"/>
                        <a:gd name="connsiteY3" fmla="*/ 4216 h 15155"/>
                        <a:gd name="connsiteX4" fmla="*/ 10950 w 16387"/>
                        <a:gd name="connsiteY4" fmla="*/ 882 h 15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87" h="15155">
                          <a:moveTo>
                            <a:pt x="10950" y="882"/>
                          </a:moveTo>
                          <a:cubicBezTo>
                            <a:pt x="15237" y="2787"/>
                            <a:pt x="17427" y="7359"/>
                            <a:pt x="15903" y="11074"/>
                          </a:cubicBezTo>
                          <a:cubicBezTo>
                            <a:pt x="14379" y="14789"/>
                            <a:pt x="9807" y="16217"/>
                            <a:pt x="5521" y="14312"/>
                          </a:cubicBezTo>
                          <a:cubicBezTo>
                            <a:pt x="1235" y="12407"/>
                            <a:pt x="-1051" y="7931"/>
                            <a:pt x="473" y="4216"/>
                          </a:cubicBezTo>
                          <a:cubicBezTo>
                            <a:pt x="1997" y="406"/>
                            <a:pt x="6759" y="-1118"/>
                            <a:pt x="10950" y="88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6" name="Forme libre : forme 13395">
                      <a:extLst>
                        <a:ext uri="{FF2B5EF4-FFF2-40B4-BE49-F238E27FC236}">
                          <a16:creationId xmlns:a16="http://schemas.microsoft.com/office/drawing/2014/main" id="{B1CD1438-93DD-4E6B-A95B-33AD79B867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2917" y="2918041"/>
                      <a:ext cx="5745" cy="5797"/>
                    </a:xfrm>
                    <a:custGeom>
                      <a:avLst/>
                      <a:gdLst>
                        <a:gd name="connsiteX0" fmla="*/ 5016 w 5745"/>
                        <a:gd name="connsiteY0" fmla="*/ 1022 h 5797"/>
                        <a:gd name="connsiteX1" fmla="*/ 4826 w 5745"/>
                        <a:gd name="connsiteY1" fmla="*/ 5117 h 5797"/>
                        <a:gd name="connsiteX2" fmla="*/ 730 w 5745"/>
                        <a:gd name="connsiteY2" fmla="*/ 4737 h 5797"/>
                        <a:gd name="connsiteX3" fmla="*/ 920 w 5745"/>
                        <a:gd name="connsiteY3" fmla="*/ 641 h 5797"/>
                        <a:gd name="connsiteX4" fmla="*/ 5016 w 5745"/>
                        <a:gd name="connsiteY4" fmla="*/ 1022 h 5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45" h="5797">
                          <a:moveTo>
                            <a:pt x="5016" y="1022"/>
                          </a:moveTo>
                          <a:cubicBezTo>
                            <a:pt x="6064" y="2260"/>
                            <a:pt x="5968" y="4070"/>
                            <a:pt x="4826" y="5117"/>
                          </a:cubicBezTo>
                          <a:cubicBezTo>
                            <a:pt x="3683" y="6165"/>
                            <a:pt x="1777" y="5975"/>
                            <a:pt x="730" y="4737"/>
                          </a:cubicBezTo>
                          <a:cubicBezTo>
                            <a:pt x="-318" y="3498"/>
                            <a:pt x="-223" y="1688"/>
                            <a:pt x="920" y="641"/>
                          </a:cubicBezTo>
                          <a:cubicBezTo>
                            <a:pt x="2159" y="-312"/>
                            <a:pt x="3968" y="-217"/>
                            <a:pt x="5016" y="10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97" name="Graphique 5">
                    <a:extLst>
                      <a:ext uri="{FF2B5EF4-FFF2-40B4-BE49-F238E27FC236}">
                        <a16:creationId xmlns:a16="http://schemas.microsoft.com/office/drawing/2014/main" id="{758144D1-95D2-4B59-BB22-3A5AF210E188}"/>
                      </a:ext>
                    </a:extLst>
                  </p:cNvPr>
                  <p:cNvGrpSpPr/>
                  <p:nvPr/>
                </p:nvGrpSpPr>
                <p:grpSpPr>
                  <a:xfrm>
                    <a:off x="2706582" y="2915428"/>
                    <a:ext cx="34250" cy="34597"/>
                    <a:chOff x="2706582" y="2915428"/>
                    <a:chExt cx="34250" cy="34597"/>
                  </a:xfrm>
                  <a:solidFill>
                    <a:schemeClr val="accent1"/>
                  </a:solidFill>
                </p:grpSpPr>
                <p:sp>
                  <p:nvSpPr>
                    <p:cNvPr id="13398" name="Forme libre : forme 13397">
                      <a:extLst>
                        <a:ext uri="{FF2B5EF4-FFF2-40B4-BE49-F238E27FC236}">
                          <a16:creationId xmlns:a16="http://schemas.microsoft.com/office/drawing/2014/main" id="{92735FEE-BABD-45B6-884A-984A25C8CA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6582" y="2915428"/>
                      <a:ext cx="34250" cy="34597"/>
                    </a:xfrm>
                    <a:custGeom>
                      <a:avLst/>
                      <a:gdLst>
                        <a:gd name="connsiteX0" fmla="*/ 30214 w 34250"/>
                        <a:gd name="connsiteY0" fmla="*/ 7064 h 34597"/>
                        <a:gd name="connsiteX1" fmla="*/ 28405 w 34250"/>
                        <a:gd name="connsiteY1" fmla="*/ 31067 h 34597"/>
                        <a:gd name="connsiteX2" fmla="*/ 4497 w 34250"/>
                        <a:gd name="connsiteY2" fmla="*/ 28019 h 34597"/>
                        <a:gd name="connsiteX3" fmla="*/ 5830 w 34250"/>
                        <a:gd name="connsiteY3" fmla="*/ 3445 h 34597"/>
                        <a:gd name="connsiteX4" fmla="*/ 30214 w 34250"/>
                        <a:gd name="connsiteY4" fmla="*/ 7064 h 345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50" h="34597">
                          <a:moveTo>
                            <a:pt x="30214" y="7064"/>
                          </a:moveTo>
                          <a:cubicBezTo>
                            <a:pt x="36215" y="14875"/>
                            <a:pt x="35453" y="25638"/>
                            <a:pt x="28405" y="31067"/>
                          </a:cubicBezTo>
                          <a:cubicBezTo>
                            <a:pt x="21451" y="36687"/>
                            <a:pt x="10974" y="35544"/>
                            <a:pt x="4497" y="28019"/>
                          </a:cubicBezTo>
                          <a:cubicBezTo>
                            <a:pt x="-1885" y="20590"/>
                            <a:pt x="-1504" y="9350"/>
                            <a:pt x="5830" y="3445"/>
                          </a:cubicBezTo>
                          <a:cubicBezTo>
                            <a:pt x="13260" y="-2270"/>
                            <a:pt x="24118" y="-746"/>
                            <a:pt x="30214" y="706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9" name="Forme libre : forme 13398">
                      <a:extLst>
                        <a:ext uri="{FF2B5EF4-FFF2-40B4-BE49-F238E27FC236}">
                          <a16:creationId xmlns:a16="http://schemas.microsoft.com/office/drawing/2014/main" id="{5B1ECF2A-941D-493C-BFCB-C3480DADF6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7078" y="2917063"/>
                      <a:ext cx="33754" cy="32962"/>
                    </a:xfrm>
                    <a:custGeom>
                      <a:avLst/>
                      <a:gdLst>
                        <a:gd name="connsiteX0" fmla="*/ 16954 w 33754"/>
                        <a:gd name="connsiteY0" fmla="*/ 15907 h 32962"/>
                        <a:gd name="connsiteX1" fmla="*/ 0 w 33754"/>
                        <a:gd name="connsiteY1" fmla="*/ 18193 h 32962"/>
                        <a:gd name="connsiteX2" fmla="*/ 4000 w 33754"/>
                        <a:gd name="connsiteY2" fmla="*/ 26384 h 32962"/>
                        <a:gd name="connsiteX3" fmla="*/ 27908 w 33754"/>
                        <a:gd name="connsiteY3" fmla="*/ 29432 h 32962"/>
                        <a:gd name="connsiteX4" fmla="*/ 29718 w 33754"/>
                        <a:gd name="connsiteY4" fmla="*/ 5429 h 32962"/>
                        <a:gd name="connsiteX5" fmla="*/ 22765 w 33754"/>
                        <a:gd name="connsiteY5" fmla="*/ 0 h 32962"/>
                        <a:gd name="connsiteX6" fmla="*/ 16954 w 33754"/>
                        <a:gd name="connsiteY6" fmla="*/ 15907 h 32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754" h="32962">
                          <a:moveTo>
                            <a:pt x="16954" y="15907"/>
                          </a:moveTo>
                          <a:cubicBezTo>
                            <a:pt x="12001" y="19717"/>
                            <a:pt x="5715" y="20574"/>
                            <a:pt x="0" y="18193"/>
                          </a:cubicBezTo>
                          <a:cubicBezTo>
                            <a:pt x="667" y="21146"/>
                            <a:pt x="1905" y="23908"/>
                            <a:pt x="4000" y="26384"/>
                          </a:cubicBezTo>
                          <a:cubicBezTo>
                            <a:pt x="10478" y="33909"/>
                            <a:pt x="20955" y="35052"/>
                            <a:pt x="27908" y="29432"/>
                          </a:cubicBezTo>
                          <a:cubicBezTo>
                            <a:pt x="34957" y="23908"/>
                            <a:pt x="35719" y="13145"/>
                            <a:pt x="29718" y="5429"/>
                          </a:cubicBezTo>
                          <a:cubicBezTo>
                            <a:pt x="27813" y="2953"/>
                            <a:pt x="25337" y="1143"/>
                            <a:pt x="22765" y="0"/>
                          </a:cubicBezTo>
                          <a:cubicBezTo>
                            <a:pt x="23717" y="6001"/>
                            <a:pt x="21812" y="12097"/>
                            <a:pt x="16954" y="159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00" name="Forme libre : forme 13399">
                      <a:extLst>
                        <a:ext uri="{FF2B5EF4-FFF2-40B4-BE49-F238E27FC236}">
                          <a16:creationId xmlns:a16="http://schemas.microsoft.com/office/drawing/2014/main" id="{54D64328-48B9-4466-8605-9FAABDA826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18736" y="2919020"/>
                      <a:ext cx="16227" cy="14901"/>
                    </a:xfrm>
                    <a:custGeom>
                      <a:avLst/>
                      <a:gdLst>
                        <a:gd name="connsiteX0" fmla="*/ 11013 w 16227"/>
                        <a:gd name="connsiteY0" fmla="*/ 1090 h 14901"/>
                        <a:gd name="connsiteX1" fmla="*/ 15680 w 16227"/>
                        <a:gd name="connsiteY1" fmla="*/ 11282 h 14901"/>
                        <a:gd name="connsiteX2" fmla="*/ 5297 w 16227"/>
                        <a:gd name="connsiteY2" fmla="*/ 13854 h 14901"/>
                        <a:gd name="connsiteX3" fmla="*/ 535 w 16227"/>
                        <a:gd name="connsiteY3" fmla="*/ 3662 h 14901"/>
                        <a:gd name="connsiteX4" fmla="*/ 11013 w 16227"/>
                        <a:gd name="connsiteY4" fmla="*/ 1090 h 14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27" h="14901">
                          <a:moveTo>
                            <a:pt x="11013" y="1090"/>
                          </a:moveTo>
                          <a:cubicBezTo>
                            <a:pt x="15204" y="3186"/>
                            <a:pt x="17299" y="7758"/>
                            <a:pt x="15680" y="11282"/>
                          </a:cubicBezTo>
                          <a:cubicBezTo>
                            <a:pt x="14156" y="14806"/>
                            <a:pt x="9488" y="15949"/>
                            <a:pt x="5297" y="13854"/>
                          </a:cubicBezTo>
                          <a:cubicBezTo>
                            <a:pt x="1106" y="11758"/>
                            <a:pt x="-1084" y="7282"/>
                            <a:pt x="535" y="3662"/>
                          </a:cubicBezTo>
                          <a:cubicBezTo>
                            <a:pt x="2154" y="138"/>
                            <a:pt x="6821" y="-1100"/>
                            <a:pt x="11013" y="109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01" name="Forme libre : forme 13400">
                      <a:extLst>
                        <a:ext uri="{FF2B5EF4-FFF2-40B4-BE49-F238E27FC236}">
                          <a16:creationId xmlns:a16="http://schemas.microsoft.com/office/drawing/2014/main" id="{764465D1-B4EB-48E8-A0B2-1C829E02F5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17153" y="2923040"/>
                      <a:ext cx="5662" cy="5734"/>
                    </a:xfrm>
                    <a:custGeom>
                      <a:avLst/>
                      <a:gdLst>
                        <a:gd name="connsiteX0" fmla="*/ 4975 w 5662"/>
                        <a:gd name="connsiteY0" fmla="*/ 1167 h 5734"/>
                        <a:gd name="connsiteX1" fmla="*/ 4689 w 5662"/>
                        <a:gd name="connsiteY1" fmla="*/ 5167 h 5734"/>
                        <a:gd name="connsiteX2" fmla="*/ 688 w 5662"/>
                        <a:gd name="connsiteY2" fmla="*/ 4596 h 5734"/>
                        <a:gd name="connsiteX3" fmla="*/ 974 w 5662"/>
                        <a:gd name="connsiteY3" fmla="*/ 595 h 5734"/>
                        <a:gd name="connsiteX4" fmla="*/ 4975 w 5662"/>
                        <a:gd name="connsiteY4" fmla="*/ 1167 h 5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62" h="5734">
                          <a:moveTo>
                            <a:pt x="4975" y="1167"/>
                          </a:moveTo>
                          <a:cubicBezTo>
                            <a:pt x="6022" y="2405"/>
                            <a:pt x="5832" y="4215"/>
                            <a:pt x="4689" y="5167"/>
                          </a:cubicBezTo>
                          <a:cubicBezTo>
                            <a:pt x="3451" y="6120"/>
                            <a:pt x="1736" y="5834"/>
                            <a:pt x="688" y="4596"/>
                          </a:cubicBezTo>
                          <a:cubicBezTo>
                            <a:pt x="-359" y="3358"/>
                            <a:pt x="-169" y="1548"/>
                            <a:pt x="974" y="595"/>
                          </a:cubicBezTo>
                          <a:cubicBezTo>
                            <a:pt x="2117" y="-357"/>
                            <a:pt x="3927" y="-167"/>
                            <a:pt x="4975" y="11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402" name="Graphique 5">
                  <a:extLst>
                    <a:ext uri="{FF2B5EF4-FFF2-40B4-BE49-F238E27FC236}">
                      <a16:creationId xmlns:a16="http://schemas.microsoft.com/office/drawing/2014/main" id="{52CF6FE1-4028-4C7E-A783-FD991EB67547}"/>
                    </a:ext>
                  </a:extLst>
                </p:cNvPr>
                <p:cNvGrpSpPr/>
                <p:nvPr/>
              </p:nvGrpSpPr>
              <p:grpSpPr>
                <a:xfrm>
                  <a:off x="2725708" y="2983485"/>
                  <a:ext cx="92954" cy="40407"/>
                  <a:chOff x="2725708" y="2983485"/>
                  <a:chExt cx="92954" cy="40407"/>
                </a:xfrm>
                <a:solidFill>
                  <a:schemeClr val="accent1"/>
                </a:solidFill>
              </p:grpSpPr>
              <p:grpSp>
                <p:nvGrpSpPr>
                  <p:cNvPr id="13403" name="Graphique 5">
                    <a:extLst>
                      <a:ext uri="{FF2B5EF4-FFF2-40B4-BE49-F238E27FC236}">
                        <a16:creationId xmlns:a16="http://schemas.microsoft.com/office/drawing/2014/main" id="{68283EC9-0647-4552-BC0E-A0C54A331BE5}"/>
                      </a:ext>
                    </a:extLst>
                  </p:cNvPr>
                  <p:cNvGrpSpPr/>
                  <p:nvPr/>
                </p:nvGrpSpPr>
                <p:grpSpPr>
                  <a:xfrm>
                    <a:off x="2725708" y="2988203"/>
                    <a:ext cx="32897" cy="33238"/>
                    <a:chOff x="2725708" y="2988203"/>
                    <a:chExt cx="32897" cy="33238"/>
                  </a:xfrm>
                  <a:solidFill>
                    <a:schemeClr val="accent1"/>
                  </a:solidFill>
                </p:grpSpPr>
                <p:sp>
                  <p:nvSpPr>
                    <p:cNvPr id="13404" name="Forme libre : forme 13403">
                      <a:extLst>
                        <a:ext uri="{FF2B5EF4-FFF2-40B4-BE49-F238E27FC236}">
                          <a16:creationId xmlns:a16="http://schemas.microsoft.com/office/drawing/2014/main" id="{FABD3836-DE60-40DF-B21C-897E91E828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5708" y="2988216"/>
                      <a:ext cx="32801" cy="33225"/>
                    </a:xfrm>
                    <a:custGeom>
                      <a:avLst/>
                      <a:gdLst>
                        <a:gd name="connsiteX0" fmla="*/ 21566 w 32801"/>
                        <a:gd name="connsiteY0" fmla="*/ 1808 h 33225"/>
                        <a:gd name="connsiteX1" fmla="*/ 32043 w 32801"/>
                        <a:gd name="connsiteY1" fmla="*/ 24287 h 33225"/>
                        <a:gd name="connsiteX2" fmla="*/ 24138 w 32801"/>
                        <a:gd name="connsiteY2" fmla="*/ 32288 h 33225"/>
                        <a:gd name="connsiteX3" fmla="*/ 11850 w 32801"/>
                        <a:gd name="connsiteY3" fmla="*/ 31622 h 33225"/>
                        <a:gd name="connsiteX4" fmla="*/ 706 w 32801"/>
                        <a:gd name="connsiteY4" fmla="*/ 9333 h 33225"/>
                        <a:gd name="connsiteX5" fmla="*/ 21566 w 32801"/>
                        <a:gd name="connsiteY5" fmla="*/ 1808 h 33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801" h="33225">
                          <a:moveTo>
                            <a:pt x="21566" y="1808"/>
                          </a:moveTo>
                          <a:cubicBezTo>
                            <a:pt x="30138" y="6094"/>
                            <a:pt x="34710" y="16286"/>
                            <a:pt x="32043" y="24287"/>
                          </a:cubicBezTo>
                          <a:cubicBezTo>
                            <a:pt x="30710" y="28288"/>
                            <a:pt x="27757" y="31050"/>
                            <a:pt x="24138" y="32288"/>
                          </a:cubicBezTo>
                          <a:cubicBezTo>
                            <a:pt x="20613" y="33717"/>
                            <a:pt x="16232" y="33526"/>
                            <a:pt x="11850" y="31622"/>
                          </a:cubicBezTo>
                          <a:cubicBezTo>
                            <a:pt x="3182" y="27716"/>
                            <a:pt x="-1961" y="17810"/>
                            <a:pt x="706" y="9333"/>
                          </a:cubicBezTo>
                          <a:cubicBezTo>
                            <a:pt x="3468" y="951"/>
                            <a:pt x="13089" y="-2383"/>
                            <a:pt x="21566" y="180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05" name="Forme libre : forme 13404">
                      <a:extLst>
                        <a:ext uri="{FF2B5EF4-FFF2-40B4-BE49-F238E27FC236}">
                          <a16:creationId xmlns:a16="http://schemas.microsoft.com/office/drawing/2014/main" id="{A8902CFF-B2BB-4EED-B240-8F880ED4F5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0415" y="2988203"/>
                      <a:ext cx="28190" cy="33174"/>
                    </a:xfrm>
                    <a:custGeom>
                      <a:avLst/>
                      <a:gdLst>
                        <a:gd name="connsiteX0" fmla="*/ 12192 w 28190"/>
                        <a:gd name="connsiteY0" fmla="*/ 16680 h 33174"/>
                        <a:gd name="connsiteX1" fmla="*/ 0 w 28190"/>
                        <a:gd name="connsiteY1" fmla="*/ 26015 h 33174"/>
                        <a:gd name="connsiteX2" fmla="*/ 7239 w 28190"/>
                        <a:gd name="connsiteY2" fmla="*/ 31539 h 33174"/>
                        <a:gd name="connsiteX3" fmla="*/ 19526 w 28190"/>
                        <a:gd name="connsiteY3" fmla="*/ 32206 h 33174"/>
                        <a:gd name="connsiteX4" fmla="*/ 27432 w 28190"/>
                        <a:gd name="connsiteY4" fmla="*/ 24205 h 33174"/>
                        <a:gd name="connsiteX5" fmla="*/ 16954 w 28190"/>
                        <a:gd name="connsiteY5" fmla="*/ 1726 h 33174"/>
                        <a:gd name="connsiteX6" fmla="*/ 8763 w 28190"/>
                        <a:gd name="connsiteY6" fmla="*/ 12 h 33174"/>
                        <a:gd name="connsiteX7" fmla="*/ 12192 w 28190"/>
                        <a:gd name="connsiteY7" fmla="*/ 16680 h 331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190" h="33174">
                          <a:moveTo>
                            <a:pt x="12192" y="16680"/>
                          </a:moveTo>
                          <a:cubicBezTo>
                            <a:pt x="10192" y="22110"/>
                            <a:pt x="5620" y="25634"/>
                            <a:pt x="0" y="26015"/>
                          </a:cubicBezTo>
                          <a:cubicBezTo>
                            <a:pt x="1905" y="28301"/>
                            <a:pt x="4382" y="30301"/>
                            <a:pt x="7239" y="31539"/>
                          </a:cubicBezTo>
                          <a:cubicBezTo>
                            <a:pt x="11525" y="33540"/>
                            <a:pt x="15907" y="33635"/>
                            <a:pt x="19526" y="32206"/>
                          </a:cubicBezTo>
                          <a:cubicBezTo>
                            <a:pt x="23241" y="30968"/>
                            <a:pt x="26099" y="28206"/>
                            <a:pt x="27432" y="24205"/>
                          </a:cubicBezTo>
                          <a:cubicBezTo>
                            <a:pt x="30099" y="16204"/>
                            <a:pt x="25527" y="6013"/>
                            <a:pt x="16954" y="1726"/>
                          </a:cubicBezTo>
                          <a:cubicBezTo>
                            <a:pt x="14192" y="393"/>
                            <a:pt x="11430" y="-83"/>
                            <a:pt x="8763" y="12"/>
                          </a:cubicBezTo>
                          <a:cubicBezTo>
                            <a:pt x="12478" y="4965"/>
                            <a:pt x="14002" y="11251"/>
                            <a:pt x="12192" y="1668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06" name="Forme libre : forme 13405">
                      <a:extLst>
                        <a:ext uri="{FF2B5EF4-FFF2-40B4-BE49-F238E27FC236}">
                          <a16:creationId xmlns:a16="http://schemas.microsoft.com/office/drawing/2014/main" id="{56952CA8-95E0-4F6E-981A-71F1AF4B13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3586" y="2990975"/>
                      <a:ext cx="15852" cy="13815"/>
                    </a:xfrm>
                    <a:custGeom>
                      <a:avLst/>
                      <a:gdLst>
                        <a:gd name="connsiteX0" fmla="*/ 7020 w 15852"/>
                        <a:gd name="connsiteY0" fmla="*/ 2 h 13815"/>
                        <a:gd name="connsiteX1" fmla="*/ 15783 w 15852"/>
                        <a:gd name="connsiteY1" fmla="*/ 7051 h 13815"/>
                        <a:gd name="connsiteX2" fmla="*/ 8925 w 15852"/>
                        <a:gd name="connsiteY2" fmla="*/ 13813 h 13815"/>
                        <a:gd name="connsiteX3" fmla="*/ 67 w 15852"/>
                        <a:gd name="connsiteY3" fmla="*/ 6860 h 13815"/>
                        <a:gd name="connsiteX4" fmla="*/ 7020 w 15852"/>
                        <a:gd name="connsiteY4" fmla="*/ 2 h 13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52" h="13815">
                          <a:moveTo>
                            <a:pt x="7020" y="2"/>
                          </a:moveTo>
                          <a:cubicBezTo>
                            <a:pt x="11402" y="2"/>
                            <a:pt x="15212" y="3241"/>
                            <a:pt x="15783" y="7051"/>
                          </a:cubicBezTo>
                          <a:cubicBezTo>
                            <a:pt x="16355" y="10861"/>
                            <a:pt x="13307" y="13909"/>
                            <a:pt x="8925" y="13813"/>
                          </a:cubicBezTo>
                          <a:cubicBezTo>
                            <a:pt x="4639" y="13718"/>
                            <a:pt x="543" y="10670"/>
                            <a:pt x="67" y="6860"/>
                          </a:cubicBezTo>
                          <a:cubicBezTo>
                            <a:pt x="-504" y="3050"/>
                            <a:pt x="2639" y="-93"/>
                            <a:pt x="7020" y="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07" name="Forme libre : forme 13406">
                      <a:extLst>
                        <a:ext uri="{FF2B5EF4-FFF2-40B4-BE49-F238E27FC236}">
                          <a16:creationId xmlns:a16="http://schemas.microsoft.com/office/drawing/2014/main" id="{38448E0B-6E8E-4782-B7F4-DB07848452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2984" y="2997651"/>
                      <a:ext cx="5478" cy="5416"/>
                    </a:xfrm>
                    <a:custGeom>
                      <a:avLst/>
                      <a:gdLst>
                        <a:gd name="connsiteX0" fmla="*/ 3622 w 5478"/>
                        <a:gd name="connsiteY0" fmla="*/ 279 h 5416"/>
                        <a:gd name="connsiteX1" fmla="*/ 5336 w 5478"/>
                        <a:gd name="connsiteY1" fmla="*/ 3899 h 5416"/>
                        <a:gd name="connsiteX2" fmla="*/ 1907 w 5478"/>
                        <a:gd name="connsiteY2" fmla="*/ 5137 h 5416"/>
                        <a:gd name="connsiteX3" fmla="*/ 98 w 5478"/>
                        <a:gd name="connsiteY3" fmla="*/ 1518 h 5416"/>
                        <a:gd name="connsiteX4" fmla="*/ 3622 w 5478"/>
                        <a:gd name="connsiteY4" fmla="*/ 279 h 5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78" h="5416">
                          <a:moveTo>
                            <a:pt x="3622" y="279"/>
                          </a:moveTo>
                          <a:cubicBezTo>
                            <a:pt x="5051" y="946"/>
                            <a:pt x="5813" y="2565"/>
                            <a:pt x="5336" y="3899"/>
                          </a:cubicBezTo>
                          <a:cubicBezTo>
                            <a:pt x="4860" y="5232"/>
                            <a:pt x="3336" y="5804"/>
                            <a:pt x="1907" y="5137"/>
                          </a:cubicBezTo>
                          <a:cubicBezTo>
                            <a:pt x="479" y="4470"/>
                            <a:pt x="-283" y="2851"/>
                            <a:pt x="98" y="1518"/>
                          </a:cubicBezTo>
                          <a:cubicBezTo>
                            <a:pt x="669" y="184"/>
                            <a:pt x="2193" y="-387"/>
                            <a:pt x="3622" y="27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408" name="Graphique 5">
                    <a:extLst>
                      <a:ext uri="{FF2B5EF4-FFF2-40B4-BE49-F238E27FC236}">
                        <a16:creationId xmlns:a16="http://schemas.microsoft.com/office/drawing/2014/main" id="{57A045EB-3D3B-42A4-BF04-1BC4F27D5983}"/>
                      </a:ext>
                    </a:extLst>
                  </p:cNvPr>
                  <p:cNvGrpSpPr/>
                  <p:nvPr/>
                </p:nvGrpSpPr>
                <p:grpSpPr>
                  <a:xfrm>
                    <a:off x="2758118" y="2990526"/>
                    <a:ext cx="32044" cy="33365"/>
                    <a:chOff x="2758118" y="2990526"/>
                    <a:chExt cx="32044" cy="33365"/>
                  </a:xfrm>
                  <a:solidFill>
                    <a:schemeClr val="accent1"/>
                  </a:solidFill>
                </p:grpSpPr>
                <p:sp>
                  <p:nvSpPr>
                    <p:cNvPr id="13409" name="Forme libre : forme 13408">
                      <a:extLst>
                        <a:ext uri="{FF2B5EF4-FFF2-40B4-BE49-F238E27FC236}">
                          <a16:creationId xmlns:a16="http://schemas.microsoft.com/office/drawing/2014/main" id="{9DA75990-71AE-4F7D-8BFC-AED6CEBCCB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8118" y="2990526"/>
                      <a:ext cx="32044" cy="33270"/>
                    </a:xfrm>
                    <a:custGeom>
                      <a:avLst/>
                      <a:gdLst>
                        <a:gd name="connsiteX0" fmla="*/ 21351 w 32044"/>
                        <a:gd name="connsiteY0" fmla="*/ 2260 h 33270"/>
                        <a:gd name="connsiteX1" fmla="*/ 31161 w 32044"/>
                        <a:gd name="connsiteY1" fmla="*/ 24834 h 33270"/>
                        <a:gd name="connsiteX2" fmla="*/ 11349 w 32044"/>
                        <a:gd name="connsiteY2" fmla="*/ 31216 h 33270"/>
                        <a:gd name="connsiteX3" fmla="*/ 777 w 32044"/>
                        <a:gd name="connsiteY3" fmla="*/ 8737 h 33270"/>
                        <a:gd name="connsiteX4" fmla="*/ 21351 w 32044"/>
                        <a:gd name="connsiteY4" fmla="*/ 2260 h 332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044" h="33270">
                          <a:moveTo>
                            <a:pt x="21351" y="2260"/>
                          </a:moveTo>
                          <a:cubicBezTo>
                            <a:pt x="29733" y="6927"/>
                            <a:pt x="34019" y="17119"/>
                            <a:pt x="31161" y="24834"/>
                          </a:cubicBezTo>
                          <a:cubicBezTo>
                            <a:pt x="28495" y="32740"/>
                            <a:pt x="19922" y="35598"/>
                            <a:pt x="11349" y="31216"/>
                          </a:cubicBezTo>
                          <a:cubicBezTo>
                            <a:pt x="2872" y="26930"/>
                            <a:pt x="-1986" y="16929"/>
                            <a:pt x="777" y="8737"/>
                          </a:cubicBezTo>
                          <a:cubicBezTo>
                            <a:pt x="3634" y="546"/>
                            <a:pt x="12969" y="-2502"/>
                            <a:pt x="21351" y="226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0" name="Forme libre : forme 13409">
                      <a:extLst>
                        <a:ext uri="{FF2B5EF4-FFF2-40B4-BE49-F238E27FC236}">
                          <a16:creationId xmlns:a16="http://schemas.microsoft.com/office/drawing/2014/main" id="{FC3E78D4-D56E-427C-B0EA-91C264D498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2514" y="2990691"/>
                      <a:ext cx="27601" cy="33201"/>
                    </a:xfrm>
                    <a:custGeom>
                      <a:avLst/>
                      <a:gdLst>
                        <a:gd name="connsiteX0" fmla="*/ 12097 w 27601"/>
                        <a:gd name="connsiteY0" fmla="*/ 16669 h 33201"/>
                        <a:gd name="connsiteX1" fmla="*/ 0 w 27601"/>
                        <a:gd name="connsiteY1" fmla="*/ 25337 h 33201"/>
                        <a:gd name="connsiteX2" fmla="*/ 6953 w 27601"/>
                        <a:gd name="connsiteY2" fmla="*/ 31147 h 33201"/>
                        <a:gd name="connsiteX3" fmla="*/ 26765 w 27601"/>
                        <a:gd name="connsiteY3" fmla="*/ 24765 h 33201"/>
                        <a:gd name="connsiteX4" fmla="*/ 16954 w 27601"/>
                        <a:gd name="connsiteY4" fmla="*/ 2191 h 33201"/>
                        <a:gd name="connsiteX5" fmla="*/ 8858 w 27601"/>
                        <a:gd name="connsiteY5" fmla="*/ 0 h 33201"/>
                        <a:gd name="connsiteX6" fmla="*/ 12097 w 27601"/>
                        <a:gd name="connsiteY6" fmla="*/ 16669 h 33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601" h="33201">
                          <a:moveTo>
                            <a:pt x="12097" y="16669"/>
                          </a:moveTo>
                          <a:cubicBezTo>
                            <a:pt x="10287" y="22193"/>
                            <a:pt x="5524" y="25241"/>
                            <a:pt x="0" y="25337"/>
                          </a:cubicBezTo>
                          <a:cubicBezTo>
                            <a:pt x="1905" y="27718"/>
                            <a:pt x="4191" y="29718"/>
                            <a:pt x="6953" y="31147"/>
                          </a:cubicBezTo>
                          <a:cubicBezTo>
                            <a:pt x="15430" y="35528"/>
                            <a:pt x="24098" y="32671"/>
                            <a:pt x="26765" y="24765"/>
                          </a:cubicBezTo>
                          <a:cubicBezTo>
                            <a:pt x="29527" y="17050"/>
                            <a:pt x="25241" y="6858"/>
                            <a:pt x="16954" y="2191"/>
                          </a:cubicBezTo>
                          <a:cubicBezTo>
                            <a:pt x="14288" y="667"/>
                            <a:pt x="11525" y="95"/>
                            <a:pt x="8858" y="0"/>
                          </a:cubicBezTo>
                          <a:cubicBezTo>
                            <a:pt x="12573" y="4953"/>
                            <a:pt x="13906" y="11144"/>
                            <a:pt x="12097" y="1666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1" name="Forme libre : forme 13410">
                      <a:extLst>
                        <a:ext uri="{FF2B5EF4-FFF2-40B4-BE49-F238E27FC236}">
                          <a16:creationId xmlns:a16="http://schemas.microsoft.com/office/drawing/2014/main" id="{A7914B94-6980-45AB-805E-276C66CC44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5909" y="2993327"/>
                      <a:ext cx="15402" cy="13940"/>
                    </a:xfrm>
                    <a:custGeom>
                      <a:avLst/>
                      <a:gdLst>
                        <a:gd name="connsiteX0" fmla="*/ 6892 w 15402"/>
                        <a:gd name="connsiteY0" fmla="*/ 31 h 13940"/>
                        <a:gd name="connsiteX1" fmla="*/ 15369 w 15402"/>
                        <a:gd name="connsiteY1" fmla="*/ 7461 h 13940"/>
                        <a:gd name="connsiteX2" fmla="*/ 8606 w 15402"/>
                        <a:gd name="connsiteY2" fmla="*/ 13938 h 13940"/>
                        <a:gd name="connsiteX3" fmla="*/ 34 w 15402"/>
                        <a:gd name="connsiteY3" fmla="*/ 6699 h 13940"/>
                        <a:gd name="connsiteX4" fmla="*/ 6892 w 15402"/>
                        <a:gd name="connsiteY4" fmla="*/ 31 h 13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02" h="13940">
                          <a:moveTo>
                            <a:pt x="6892" y="31"/>
                          </a:moveTo>
                          <a:cubicBezTo>
                            <a:pt x="11178" y="317"/>
                            <a:pt x="14988" y="3651"/>
                            <a:pt x="15369" y="7461"/>
                          </a:cubicBezTo>
                          <a:cubicBezTo>
                            <a:pt x="15750" y="11176"/>
                            <a:pt x="12797" y="14033"/>
                            <a:pt x="8606" y="13938"/>
                          </a:cubicBezTo>
                          <a:cubicBezTo>
                            <a:pt x="4415" y="13747"/>
                            <a:pt x="605" y="10509"/>
                            <a:pt x="34" y="6699"/>
                          </a:cubicBezTo>
                          <a:cubicBezTo>
                            <a:pt x="-347" y="2794"/>
                            <a:pt x="2510" y="-350"/>
                            <a:pt x="6892" y="3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2" name="Forme libre : forme 13411">
                      <a:extLst>
                        <a:ext uri="{FF2B5EF4-FFF2-40B4-BE49-F238E27FC236}">
                          <a16:creationId xmlns:a16="http://schemas.microsoft.com/office/drawing/2014/main" id="{FFEDBBB4-16F0-479F-A255-DC2BE95000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5420" y="2999779"/>
                      <a:ext cx="5288" cy="5498"/>
                    </a:xfrm>
                    <a:custGeom>
                      <a:avLst/>
                      <a:gdLst>
                        <a:gd name="connsiteX0" fmla="*/ 3476 w 5288"/>
                        <a:gd name="connsiteY0" fmla="*/ 341 h 5498"/>
                        <a:gd name="connsiteX1" fmla="*/ 5190 w 5288"/>
                        <a:gd name="connsiteY1" fmla="*/ 4056 h 5498"/>
                        <a:gd name="connsiteX2" fmla="*/ 1856 w 5288"/>
                        <a:gd name="connsiteY2" fmla="*/ 5199 h 5498"/>
                        <a:gd name="connsiteX3" fmla="*/ 142 w 5288"/>
                        <a:gd name="connsiteY3" fmla="*/ 1484 h 5498"/>
                        <a:gd name="connsiteX4" fmla="*/ 3476 w 5288"/>
                        <a:gd name="connsiteY4" fmla="*/ 341 h 5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88" h="5498">
                          <a:moveTo>
                            <a:pt x="3476" y="341"/>
                          </a:moveTo>
                          <a:cubicBezTo>
                            <a:pt x="4809" y="1103"/>
                            <a:pt x="5571" y="2723"/>
                            <a:pt x="5190" y="4056"/>
                          </a:cubicBezTo>
                          <a:cubicBezTo>
                            <a:pt x="4809" y="5390"/>
                            <a:pt x="3285" y="5866"/>
                            <a:pt x="1856" y="5199"/>
                          </a:cubicBezTo>
                          <a:cubicBezTo>
                            <a:pt x="427" y="4437"/>
                            <a:pt x="-335" y="2818"/>
                            <a:pt x="142" y="1484"/>
                          </a:cubicBezTo>
                          <a:cubicBezTo>
                            <a:pt x="618" y="151"/>
                            <a:pt x="2047" y="-421"/>
                            <a:pt x="3476" y="3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413" name="Graphique 5">
                    <a:extLst>
                      <a:ext uri="{FF2B5EF4-FFF2-40B4-BE49-F238E27FC236}">
                        <a16:creationId xmlns:a16="http://schemas.microsoft.com/office/drawing/2014/main" id="{3AA2FE80-E253-48F4-9507-C73B36071CB0}"/>
                      </a:ext>
                    </a:extLst>
                  </p:cNvPr>
                  <p:cNvGrpSpPr/>
                  <p:nvPr/>
                </p:nvGrpSpPr>
                <p:grpSpPr>
                  <a:xfrm>
                    <a:off x="2787272" y="2983485"/>
                    <a:ext cx="31390" cy="33494"/>
                    <a:chOff x="2787272" y="2983485"/>
                    <a:chExt cx="31390" cy="33494"/>
                  </a:xfrm>
                  <a:solidFill>
                    <a:schemeClr val="accent1"/>
                  </a:solidFill>
                </p:grpSpPr>
                <p:sp>
                  <p:nvSpPr>
                    <p:cNvPr id="13414" name="Forme libre : forme 13413">
                      <a:extLst>
                        <a:ext uri="{FF2B5EF4-FFF2-40B4-BE49-F238E27FC236}">
                          <a16:creationId xmlns:a16="http://schemas.microsoft.com/office/drawing/2014/main" id="{7F5C780A-36CD-4B5B-9154-33572E60F2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7272" y="2983485"/>
                      <a:ext cx="31390" cy="33356"/>
                    </a:xfrm>
                    <a:custGeom>
                      <a:avLst/>
                      <a:gdLst>
                        <a:gd name="connsiteX0" fmla="*/ 21343 w 31390"/>
                        <a:gd name="connsiteY0" fmla="*/ 2634 h 33356"/>
                        <a:gd name="connsiteX1" fmla="*/ 30487 w 31390"/>
                        <a:gd name="connsiteY1" fmla="*/ 25589 h 33356"/>
                        <a:gd name="connsiteX2" fmla="*/ 10675 w 31390"/>
                        <a:gd name="connsiteY2" fmla="*/ 30923 h 33356"/>
                        <a:gd name="connsiteX3" fmla="*/ 959 w 31390"/>
                        <a:gd name="connsiteY3" fmla="*/ 8159 h 33356"/>
                        <a:gd name="connsiteX4" fmla="*/ 21343 w 31390"/>
                        <a:gd name="connsiteY4" fmla="*/ 2634 h 333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390" h="33356">
                          <a:moveTo>
                            <a:pt x="21343" y="2634"/>
                          </a:moveTo>
                          <a:cubicBezTo>
                            <a:pt x="29534" y="7778"/>
                            <a:pt x="33249" y="17874"/>
                            <a:pt x="30487" y="25589"/>
                          </a:cubicBezTo>
                          <a:cubicBezTo>
                            <a:pt x="27725" y="33400"/>
                            <a:pt x="18962" y="35591"/>
                            <a:pt x="10675" y="30923"/>
                          </a:cubicBezTo>
                          <a:cubicBezTo>
                            <a:pt x="2388" y="26161"/>
                            <a:pt x="-2089" y="16160"/>
                            <a:pt x="959" y="8159"/>
                          </a:cubicBezTo>
                          <a:cubicBezTo>
                            <a:pt x="4103" y="348"/>
                            <a:pt x="13151" y="-2605"/>
                            <a:pt x="21343" y="263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5" name="Forme libre : forme 13414">
                      <a:extLst>
                        <a:ext uri="{FF2B5EF4-FFF2-40B4-BE49-F238E27FC236}">
                          <a16:creationId xmlns:a16="http://schemas.microsoft.com/office/drawing/2014/main" id="{13F10A24-2DE2-4A71-9613-48B276F31B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91184" y="2983738"/>
                      <a:ext cx="27478" cy="33241"/>
                    </a:xfrm>
                    <a:custGeom>
                      <a:avLst/>
                      <a:gdLst>
                        <a:gd name="connsiteX0" fmla="*/ 12287 w 27478"/>
                        <a:gd name="connsiteY0" fmla="*/ 16669 h 33241"/>
                        <a:gd name="connsiteX1" fmla="*/ 0 w 27478"/>
                        <a:gd name="connsiteY1" fmla="*/ 24575 h 33241"/>
                        <a:gd name="connsiteX2" fmla="*/ 6763 w 27478"/>
                        <a:gd name="connsiteY2" fmla="*/ 30766 h 33241"/>
                        <a:gd name="connsiteX3" fmla="*/ 26575 w 27478"/>
                        <a:gd name="connsiteY3" fmla="*/ 25432 h 33241"/>
                        <a:gd name="connsiteX4" fmla="*/ 17431 w 27478"/>
                        <a:gd name="connsiteY4" fmla="*/ 2476 h 33241"/>
                        <a:gd name="connsiteX5" fmla="*/ 9525 w 27478"/>
                        <a:gd name="connsiteY5" fmla="*/ 0 h 33241"/>
                        <a:gd name="connsiteX6" fmla="*/ 12287 w 27478"/>
                        <a:gd name="connsiteY6" fmla="*/ 16669 h 332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478" h="33241">
                          <a:moveTo>
                            <a:pt x="12287" y="16669"/>
                          </a:moveTo>
                          <a:cubicBezTo>
                            <a:pt x="10287" y="22003"/>
                            <a:pt x="5525" y="24765"/>
                            <a:pt x="0" y="24575"/>
                          </a:cubicBezTo>
                          <a:cubicBezTo>
                            <a:pt x="1810" y="27051"/>
                            <a:pt x="4000" y="29146"/>
                            <a:pt x="6763" y="30766"/>
                          </a:cubicBezTo>
                          <a:cubicBezTo>
                            <a:pt x="15050" y="35528"/>
                            <a:pt x="23813" y="33242"/>
                            <a:pt x="26575" y="25432"/>
                          </a:cubicBezTo>
                          <a:cubicBezTo>
                            <a:pt x="29337" y="17717"/>
                            <a:pt x="25622" y="7525"/>
                            <a:pt x="17431" y="2476"/>
                          </a:cubicBezTo>
                          <a:cubicBezTo>
                            <a:pt x="14859" y="857"/>
                            <a:pt x="12097" y="0"/>
                            <a:pt x="9525" y="0"/>
                          </a:cubicBezTo>
                          <a:cubicBezTo>
                            <a:pt x="13049" y="4953"/>
                            <a:pt x="14288" y="11335"/>
                            <a:pt x="12287" y="1666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6" name="Forme libre : forme 13415">
                      <a:extLst>
                        <a:ext uri="{FF2B5EF4-FFF2-40B4-BE49-F238E27FC236}">
                          <a16:creationId xmlns:a16="http://schemas.microsoft.com/office/drawing/2014/main" id="{570E0668-A4A0-494C-B1E2-D16CDD009D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95153" y="2986353"/>
                      <a:ext cx="15018" cy="13993"/>
                    </a:xfrm>
                    <a:custGeom>
                      <a:avLst/>
                      <a:gdLst>
                        <a:gd name="connsiteX0" fmla="*/ 6889 w 15018"/>
                        <a:gd name="connsiteY0" fmla="*/ 52 h 13993"/>
                        <a:gd name="connsiteX1" fmla="*/ 14986 w 15018"/>
                        <a:gd name="connsiteY1" fmla="*/ 7767 h 13993"/>
                        <a:gd name="connsiteX2" fmla="*/ 8223 w 15018"/>
                        <a:gd name="connsiteY2" fmla="*/ 13958 h 13993"/>
                        <a:gd name="connsiteX3" fmla="*/ 31 w 15018"/>
                        <a:gd name="connsiteY3" fmla="*/ 6338 h 13993"/>
                        <a:gd name="connsiteX4" fmla="*/ 6889 w 15018"/>
                        <a:gd name="connsiteY4" fmla="*/ 52 h 139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18" h="13993">
                          <a:moveTo>
                            <a:pt x="6889" y="52"/>
                          </a:moveTo>
                          <a:cubicBezTo>
                            <a:pt x="10985" y="433"/>
                            <a:pt x="14700" y="3957"/>
                            <a:pt x="14986" y="7767"/>
                          </a:cubicBezTo>
                          <a:cubicBezTo>
                            <a:pt x="15367" y="11577"/>
                            <a:pt x="12414" y="14339"/>
                            <a:pt x="8223" y="13958"/>
                          </a:cubicBezTo>
                          <a:cubicBezTo>
                            <a:pt x="4127" y="13577"/>
                            <a:pt x="412" y="10148"/>
                            <a:pt x="31" y="6338"/>
                          </a:cubicBezTo>
                          <a:cubicBezTo>
                            <a:pt x="-350" y="2433"/>
                            <a:pt x="2793" y="-424"/>
                            <a:pt x="6889" y="5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7" name="Forme libre : forme 13416">
                      <a:extLst>
                        <a:ext uri="{FF2B5EF4-FFF2-40B4-BE49-F238E27FC236}">
                          <a16:creationId xmlns:a16="http://schemas.microsoft.com/office/drawing/2014/main" id="{7411CACF-A381-4B2D-948F-5F5942A420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94516" y="2992546"/>
                      <a:ext cx="5203" cy="5581"/>
                    </a:xfrm>
                    <a:custGeom>
                      <a:avLst/>
                      <a:gdLst>
                        <a:gd name="connsiteX0" fmla="*/ 3526 w 5203"/>
                        <a:gd name="connsiteY0" fmla="*/ 431 h 5581"/>
                        <a:gd name="connsiteX1" fmla="*/ 5050 w 5203"/>
                        <a:gd name="connsiteY1" fmla="*/ 4241 h 5581"/>
                        <a:gd name="connsiteX2" fmla="*/ 1716 w 5203"/>
                        <a:gd name="connsiteY2" fmla="*/ 5193 h 5581"/>
                        <a:gd name="connsiteX3" fmla="*/ 192 w 5203"/>
                        <a:gd name="connsiteY3" fmla="*/ 1383 h 5581"/>
                        <a:gd name="connsiteX4" fmla="*/ 3526 w 5203"/>
                        <a:gd name="connsiteY4" fmla="*/ 431 h 55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03" h="5581">
                          <a:moveTo>
                            <a:pt x="3526" y="431"/>
                          </a:moveTo>
                          <a:cubicBezTo>
                            <a:pt x="4859" y="1193"/>
                            <a:pt x="5526" y="2907"/>
                            <a:pt x="5050" y="4241"/>
                          </a:cubicBezTo>
                          <a:cubicBezTo>
                            <a:pt x="4574" y="5574"/>
                            <a:pt x="3049" y="5955"/>
                            <a:pt x="1716" y="5193"/>
                          </a:cubicBezTo>
                          <a:cubicBezTo>
                            <a:pt x="383" y="4431"/>
                            <a:pt x="-380" y="2717"/>
                            <a:pt x="192" y="1383"/>
                          </a:cubicBezTo>
                          <a:cubicBezTo>
                            <a:pt x="668" y="50"/>
                            <a:pt x="2192" y="-427"/>
                            <a:pt x="3526" y="4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418" name="Graphique 5">
                  <a:extLst>
                    <a:ext uri="{FF2B5EF4-FFF2-40B4-BE49-F238E27FC236}">
                      <a16:creationId xmlns:a16="http://schemas.microsoft.com/office/drawing/2014/main" id="{6F57BC87-AE84-4A4C-A53D-1C3D77F0B7E8}"/>
                    </a:ext>
                  </a:extLst>
                </p:cNvPr>
                <p:cNvGrpSpPr/>
                <p:nvPr/>
              </p:nvGrpSpPr>
              <p:grpSpPr>
                <a:xfrm>
                  <a:off x="2850673" y="2987017"/>
                  <a:ext cx="42308" cy="96683"/>
                  <a:chOff x="2850673" y="2987017"/>
                  <a:chExt cx="42308" cy="96683"/>
                </a:xfrm>
                <a:solidFill>
                  <a:schemeClr val="accent1"/>
                </a:solidFill>
              </p:grpSpPr>
              <p:grpSp>
                <p:nvGrpSpPr>
                  <p:cNvPr id="13419" name="Graphique 5">
                    <a:extLst>
                      <a:ext uri="{FF2B5EF4-FFF2-40B4-BE49-F238E27FC236}">
                        <a16:creationId xmlns:a16="http://schemas.microsoft.com/office/drawing/2014/main" id="{06818A78-B079-4AD8-98E2-EFDD97CDCCE5}"/>
                      </a:ext>
                    </a:extLst>
                  </p:cNvPr>
                  <p:cNvGrpSpPr/>
                  <p:nvPr/>
                </p:nvGrpSpPr>
                <p:grpSpPr>
                  <a:xfrm>
                    <a:off x="2864196" y="3051515"/>
                    <a:ext cx="28785" cy="32185"/>
                    <a:chOff x="2864196" y="3051515"/>
                    <a:chExt cx="28785" cy="32185"/>
                  </a:xfrm>
                  <a:solidFill>
                    <a:schemeClr val="accent1"/>
                  </a:solidFill>
                </p:grpSpPr>
                <p:sp>
                  <p:nvSpPr>
                    <p:cNvPr id="13420" name="Forme libre : forme 13419">
                      <a:extLst>
                        <a:ext uri="{FF2B5EF4-FFF2-40B4-BE49-F238E27FC236}">
                          <a16:creationId xmlns:a16="http://schemas.microsoft.com/office/drawing/2014/main" id="{5068158B-D9B2-48E9-A5C4-C26368E30A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4196" y="3051544"/>
                      <a:ext cx="28785" cy="32156"/>
                    </a:xfrm>
                    <a:custGeom>
                      <a:avLst/>
                      <a:gdLst>
                        <a:gd name="connsiteX0" fmla="*/ 712 w 28785"/>
                        <a:gd name="connsiteY0" fmla="*/ 6394 h 32156"/>
                        <a:gd name="connsiteX1" fmla="*/ 19000 w 28785"/>
                        <a:gd name="connsiteY1" fmla="*/ 3346 h 32156"/>
                        <a:gd name="connsiteX2" fmla="*/ 28144 w 28785"/>
                        <a:gd name="connsiteY2" fmla="*/ 26110 h 32156"/>
                        <a:gd name="connsiteX3" fmla="*/ 10332 w 28785"/>
                        <a:gd name="connsiteY3" fmla="*/ 28777 h 32156"/>
                        <a:gd name="connsiteX4" fmla="*/ 712 w 28785"/>
                        <a:gd name="connsiteY4" fmla="*/ 6394 h 32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785" h="32156">
                          <a:moveTo>
                            <a:pt x="712" y="6394"/>
                          </a:moveTo>
                          <a:cubicBezTo>
                            <a:pt x="3284" y="-655"/>
                            <a:pt x="11571" y="-2179"/>
                            <a:pt x="19000" y="3346"/>
                          </a:cubicBezTo>
                          <a:cubicBezTo>
                            <a:pt x="26430" y="8870"/>
                            <a:pt x="30430" y="19157"/>
                            <a:pt x="28144" y="26110"/>
                          </a:cubicBezTo>
                          <a:cubicBezTo>
                            <a:pt x="25858" y="33064"/>
                            <a:pt x="18047" y="34111"/>
                            <a:pt x="10332" y="28777"/>
                          </a:cubicBezTo>
                          <a:cubicBezTo>
                            <a:pt x="2807" y="23634"/>
                            <a:pt x="-1860" y="13442"/>
                            <a:pt x="712" y="639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21" name="Forme libre : forme 13420">
                      <a:extLst>
                        <a:ext uri="{FF2B5EF4-FFF2-40B4-BE49-F238E27FC236}">
                          <a16:creationId xmlns:a16="http://schemas.microsoft.com/office/drawing/2014/main" id="{35ABEC76-A22C-41D0-A44B-B5DFD17591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4236" y="3051515"/>
                      <a:ext cx="28745" cy="30996"/>
                    </a:xfrm>
                    <a:custGeom>
                      <a:avLst/>
                      <a:gdLst>
                        <a:gd name="connsiteX0" fmla="*/ 14483 w 28745"/>
                        <a:gd name="connsiteY0" fmla="*/ 15852 h 30996"/>
                        <a:gd name="connsiteX1" fmla="*/ 24199 w 28745"/>
                        <a:gd name="connsiteY1" fmla="*/ 30996 h 30996"/>
                        <a:gd name="connsiteX2" fmla="*/ 28104 w 28745"/>
                        <a:gd name="connsiteY2" fmla="*/ 26139 h 30996"/>
                        <a:gd name="connsiteX3" fmla="*/ 18960 w 28745"/>
                        <a:gd name="connsiteY3" fmla="*/ 3374 h 30996"/>
                        <a:gd name="connsiteX4" fmla="*/ 672 w 28745"/>
                        <a:gd name="connsiteY4" fmla="*/ 6422 h 30996"/>
                        <a:gd name="connsiteX5" fmla="*/ 291 w 28745"/>
                        <a:gd name="connsiteY5" fmla="*/ 13852 h 30996"/>
                        <a:gd name="connsiteX6" fmla="*/ 14483 w 28745"/>
                        <a:gd name="connsiteY6" fmla="*/ 15852 h 30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45" h="30996">
                          <a:moveTo>
                            <a:pt x="14483" y="15852"/>
                          </a:moveTo>
                          <a:cubicBezTo>
                            <a:pt x="19627" y="19567"/>
                            <a:pt x="23151" y="25472"/>
                            <a:pt x="24199" y="30996"/>
                          </a:cubicBezTo>
                          <a:cubicBezTo>
                            <a:pt x="25913" y="30044"/>
                            <a:pt x="27342" y="28425"/>
                            <a:pt x="28104" y="26139"/>
                          </a:cubicBezTo>
                          <a:cubicBezTo>
                            <a:pt x="30390" y="19186"/>
                            <a:pt x="26390" y="8899"/>
                            <a:pt x="18960" y="3374"/>
                          </a:cubicBezTo>
                          <a:cubicBezTo>
                            <a:pt x="11531" y="-2150"/>
                            <a:pt x="3244" y="-722"/>
                            <a:pt x="672" y="6422"/>
                          </a:cubicBezTo>
                          <a:cubicBezTo>
                            <a:pt x="-90" y="8708"/>
                            <a:pt x="-185" y="11185"/>
                            <a:pt x="291" y="13852"/>
                          </a:cubicBezTo>
                          <a:cubicBezTo>
                            <a:pt x="4101" y="11661"/>
                            <a:pt x="9435" y="12232"/>
                            <a:pt x="14483" y="1585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22" name="Forme libre : forme 13421">
                      <a:extLst>
                        <a:ext uri="{FF2B5EF4-FFF2-40B4-BE49-F238E27FC236}">
                          <a16:creationId xmlns:a16="http://schemas.microsoft.com/office/drawing/2014/main" id="{B18C23D1-340D-40D0-8EFD-04D29C9808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6630" y="3058410"/>
                      <a:ext cx="12087" cy="15370"/>
                    </a:xfrm>
                    <a:custGeom>
                      <a:avLst/>
                      <a:gdLst>
                        <a:gd name="connsiteX0" fmla="*/ 88 w 12087"/>
                        <a:gd name="connsiteY0" fmla="*/ 6386 h 15370"/>
                        <a:gd name="connsiteX1" fmla="*/ 5041 w 12087"/>
                        <a:gd name="connsiteY1" fmla="*/ 99 h 15370"/>
                        <a:gd name="connsiteX2" fmla="*/ 11994 w 12087"/>
                        <a:gd name="connsiteY2" fmla="*/ 9053 h 15370"/>
                        <a:gd name="connsiteX3" fmla="*/ 7136 w 12087"/>
                        <a:gd name="connsiteY3" fmla="*/ 15244 h 15370"/>
                        <a:gd name="connsiteX4" fmla="*/ 88 w 12087"/>
                        <a:gd name="connsiteY4" fmla="*/ 6386 h 15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87" h="15370">
                          <a:moveTo>
                            <a:pt x="88" y="6386"/>
                          </a:moveTo>
                          <a:cubicBezTo>
                            <a:pt x="-484" y="2195"/>
                            <a:pt x="1802" y="-568"/>
                            <a:pt x="5041" y="99"/>
                          </a:cubicBezTo>
                          <a:cubicBezTo>
                            <a:pt x="8375" y="861"/>
                            <a:pt x="11422" y="4862"/>
                            <a:pt x="11994" y="9053"/>
                          </a:cubicBezTo>
                          <a:cubicBezTo>
                            <a:pt x="12566" y="13244"/>
                            <a:pt x="10470" y="16006"/>
                            <a:pt x="7136" y="15244"/>
                          </a:cubicBezTo>
                          <a:cubicBezTo>
                            <a:pt x="3898" y="14387"/>
                            <a:pt x="659" y="10481"/>
                            <a:pt x="88" y="638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23" name="Forme libre : forme 13422">
                      <a:extLst>
                        <a:ext uri="{FF2B5EF4-FFF2-40B4-BE49-F238E27FC236}">
                          <a16:creationId xmlns:a16="http://schemas.microsoft.com/office/drawing/2014/main" id="{240D0B9F-EAED-4FEC-B220-93FD09F22E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3286" y="3069787"/>
                      <a:ext cx="4682" cy="5256"/>
                    </a:xfrm>
                    <a:custGeom>
                      <a:avLst/>
                      <a:gdLst>
                        <a:gd name="connsiteX0" fmla="*/ 99 w 4682"/>
                        <a:gd name="connsiteY0" fmla="*/ 1009 h 5256"/>
                        <a:gd name="connsiteX1" fmla="*/ 3052 w 4682"/>
                        <a:gd name="connsiteY1" fmla="*/ 533 h 5256"/>
                        <a:gd name="connsiteX2" fmla="*/ 4576 w 4682"/>
                        <a:gd name="connsiteY2" fmla="*/ 4247 h 5256"/>
                        <a:gd name="connsiteX3" fmla="*/ 1623 w 4682"/>
                        <a:gd name="connsiteY3" fmla="*/ 4724 h 5256"/>
                        <a:gd name="connsiteX4" fmla="*/ 99 w 4682"/>
                        <a:gd name="connsiteY4" fmla="*/ 1009 h 5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82" h="5256">
                          <a:moveTo>
                            <a:pt x="99" y="1009"/>
                          </a:moveTo>
                          <a:cubicBezTo>
                            <a:pt x="480" y="-134"/>
                            <a:pt x="1814" y="-325"/>
                            <a:pt x="3052" y="533"/>
                          </a:cubicBezTo>
                          <a:cubicBezTo>
                            <a:pt x="4290" y="1390"/>
                            <a:pt x="4957" y="3105"/>
                            <a:pt x="4576" y="4247"/>
                          </a:cubicBezTo>
                          <a:cubicBezTo>
                            <a:pt x="4195" y="5391"/>
                            <a:pt x="2861" y="5581"/>
                            <a:pt x="1623" y="4724"/>
                          </a:cubicBezTo>
                          <a:cubicBezTo>
                            <a:pt x="480" y="3771"/>
                            <a:pt x="-282" y="2152"/>
                            <a:pt x="99" y="10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424" name="Graphique 5">
                    <a:extLst>
                      <a:ext uri="{FF2B5EF4-FFF2-40B4-BE49-F238E27FC236}">
                        <a16:creationId xmlns:a16="http://schemas.microsoft.com/office/drawing/2014/main" id="{CCC63E7E-CE13-4721-AE5F-F8F09042BE12}"/>
                      </a:ext>
                    </a:extLst>
                  </p:cNvPr>
                  <p:cNvGrpSpPr/>
                  <p:nvPr/>
                </p:nvGrpSpPr>
                <p:grpSpPr>
                  <a:xfrm>
                    <a:off x="2861662" y="3019795"/>
                    <a:ext cx="29043" cy="32776"/>
                    <a:chOff x="2861662" y="3019795"/>
                    <a:chExt cx="29043" cy="32776"/>
                  </a:xfrm>
                  <a:solidFill>
                    <a:schemeClr val="accent1"/>
                  </a:solidFill>
                </p:grpSpPr>
                <p:sp>
                  <p:nvSpPr>
                    <p:cNvPr id="13425" name="Forme libre : forme 13424">
                      <a:extLst>
                        <a:ext uri="{FF2B5EF4-FFF2-40B4-BE49-F238E27FC236}">
                          <a16:creationId xmlns:a16="http://schemas.microsoft.com/office/drawing/2014/main" id="{CF890644-A207-4C88-A10D-50918D0D4C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1662" y="3019795"/>
                      <a:ext cx="29043" cy="32776"/>
                    </a:xfrm>
                    <a:custGeom>
                      <a:avLst/>
                      <a:gdLst>
                        <a:gd name="connsiteX0" fmla="*/ 865 w 29043"/>
                        <a:gd name="connsiteY0" fmla="*/ 6520 h 32776"/>
                        <a:gd name="connsiteX1" fmla="*/ 19915 w 29043"/>
                        <a:gd name="connsiteY1" fmla="*/ 3567 h 32776"/>
                        <a:gd name="connsiteX2" fmla="*/ 28106 w 29043"/>
                        <a:gd name="connsiteY2" fmla="*/ 26617 h 32776"/>
                        <a:gd name="connsiteX3" fmla="*/ 9723 w 29043"/>
                        <a:gd name="connsiteY3" fmla="*/ 29475 h 32776"/>
                        <a:gd name="connsiteX4" fmla="*/ 865 w 29043"/>
                        <a:gd name="connsiteY4" fmla="*/ 6520 h 327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043" h="32776">
                          <a:moveTo>
                            <a:pt x="865" y="6520"/>
                          </a:moveTo>
                          <a:cubicBezTo>
                            <a:pt x="3627" y="-1005"/>
                            <a:pt x="12485" y="-2053"/>
                            <a:pt x="19915" y="3567"/>
                          </a:cubicBezTo>
                          <a:cubicBezTo>
                            <a:pt x="27344" y="9282"/>
                            <a:pt x="30869" y="19759"/>
                            <a:pt x="28106" y="26617"/>
                          </a:cubicBezTo>
                          <a:cubicBezTo>
                            <a:pt x="25153" y="33285"/>
                            <a:pt x="17438" y="34999"/>
                            <a:pt x="9723" y="29475"/>
                          </a:cubicBezTo>
                          <a:cubicBezTo>
                            <a:pt x="2198" y="24046"/>
                            <a:pt x="-1898" y="13949"/>
                            <a:pt x="865" y="65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26" name="Forme libre : forme 13425">
                      <a:extLst>
                        <a:ext uri="{FF2B5EF4-FFF2-40B4-BE49-F238E27FC236}">
                          <a16:creationId xmlns:a16="http://schemas.microsoft.com/office/drawing/2014/main" id="{AA347424-E4B9-423C-9026-A06D31A844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1673" y="3019820"/>
                      <a:ext cx="29032" cy="31544"/>
                    </a:xfrm>
                    <a:custGeom>
                      <a:avLst/>
                      <a:gdLst>
                        <a:gd name="connsiteX0" fmla="*/ 14570 w 29032"/>
                        <a:gd name="connsiteY0" fmla="*/ 16019 h 31544"/>
                        <a:gd name="connsiteX1" fmla="*/ 23809 w 29032"/>
                        <a:gd name="connsiteY1" fmla="*/ 31545 h 31544"/>
                        <a:gd name="connsiteX2" fmla="*/ 28095 w 29032"/>
                        <a:gd name="connsiteY2" fmla="*/ 26687 h 31544"/>
                        <a:gd name="connsiteX3" fmla="*/ 19904 w 29032"/>
                        <a:gd name="connsiteY3" fmla="*/ 3637 h 31544"/>
                        <a:gd name="connsiteX4" fmla="*/ 854 w 29032"/>
                        <a:gd name="connsiteY4" fmla="*/ 6589 h 31544"/>
                        <a:gd name="connsiteX5" fmla="*/ 187 w 29032"/>
                        <a:gd name="connsiteY5" fmla="*/ 14209 h 31544"/>
                        <a:gd name="connsiteX6" fmla="*/ 14570 w 29032"/>
                        <a:gd name="connsiteY6" fmla="*/ 16019 h 315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032" h="31544">
                          <a:moveTo>
                            <a:pt x="14570" y="16019"/>
                          </a:moveTo>
                          <a:cubicBezTo>
                            <a:pt x="19713" y="19829"/>
                            <a:pt x="22952" y="25830"/>
                            <a:pt x="23809" y="31545"/>
                          </a:cubicBezTo>
                          <a:cubicBezTo>
                            <a:pt x="25619" y="30402"/>
                            <a:pt x="27238" y="28973"/>
                            <a:pt x="28095" y="26687"/>
                          </a:cubicBezTo>
                          <a:cubicBezTo>
                            <a:pt x="30858" y="19829"/>
                            <a:pt x="27333" y="9352"/>
                            <a:pt x="19904" y="3637"/>
                          </a:cubicBezTo>
                          <a:cubicBezTo>
                            <a:pt x="12474" y="-2078"/>
                            <a:pt x="3616" y="-1031"/>
                            <a:pt x="854" y="6589"/>
                          </a:cubicBezTo>
                          <a:cubicBezTo>
                            <a:pt x="-3" y="8971"/>
                            <a:pt x="-194" y="11542"/>
                            <a:pt x="187" y="14209"/>
                          </a:cubicBezTo>
                          <a:cubicBezTo>
                            <a:pt x="4092" y="11923"/>
                            <a:pt x="9522" y="12304"/>
                            <a:pt x="14570" y="1601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27" name="Forme libre : forme 13426">
                      <a:extLst>
                        <a:ext uri="{FF2B5EF4-FFF2-40B4-BE49-F238E27FC236}">
                          <a16:creationId xmlns:a16="http://schemas.microsoft.com/office/drawing/2014/main" id="{F5E8B2CC-30CC-4025-B87A-7AA8BF9FC0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4087" y="3026697"/>
                      <a:ext cx="12198" cy="15739"/>
                    </a:xfrm>
                    <a:custGeom>
                      <a:avLst/>
                      <a:gdLst>
                        <a:gd name="connsiteX0" fmla="*/ 59 w 12198"/>
                        <a:gd name="connsiteY0" fmla="*/ 6666 h 15739"/>
                        <a:gd name="connsiteX1" fmla="*/ 5393 w 12198"/>
                        <a:gd name="connsiteY1" fmla="*/ 94 h 15739"/>
                        <a:gd name="connsiteX2" fmla="*/ 12155 w 12198"/>
                        <a:gd name="connsiteY2" fmla="*/ 9143 h 15739"/>
                        <a:gd name="connsiteX3" fmla="*/ 7012 w 12198"/>
                        <a:gd name="connsiteY3" fmla="*/ 15620 h 15739"/>
                        <a:gd name="connsiteX4" fmla="*/ 59 w 12198"/>
                        <a:gd name="connsiteY4" fmla="*/ 6666 h 15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98" h="15739">
                          <a:moveTo>
                            <a:pt x="59" y="6666"/>
                          </a:moveTo>
                          <a:cubicBezTo>
                            <a:pt x="-418" y="2380"/>
                            <a:pt x="2059" y="-573"/>
                            <a:pt x="5393" y="94"/>
                          </a:cubicBezTo>
                          <a:cubicBezTo>
                            <a:pt x="8726" y="761"/>
                            <a:pt x="11774" y="4952"/>
                            <a:pt x="12155" y="9143"/>
                          </a:cubicBezTo>
                          <a:cubicBezTo>
                            <a:pt x="12536" y="13429"/>
                            <a:pt x="10346" y="16382"/>
                            <a:pt x="7012" y="15620"/>
                          </a:cubicBezTo>
                          <a:cubicBezTo>
                            <a:pt x="3583" y="14953"/>
                            <a:pt x="440" y="10952"/>
                            <a:pt x="59" y="666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28" name="Forme libre : forme 13427">
                      <a:extLst>
                        <a:ext uri="{FF2B5EF4-FFF2-40B4-BE49-F238E27FC236}">
                          <a16:creationId xmlns:a16="http://schemas.microsoft.com/office/drawing/2014/main" id="{A1CA83C1-0FC4-40FA-8158-4F4A724566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0564" y="3038361"/>
                      <a:ext cx="4785" cy="5433"/>
                    </a:xfrm>
                    <a:custGeom>
                      <a:avLst/>
                      <a:gdLst>
                        <a:gd name="connsiteX0" fmla="*/ 154 w 4785"/>
                        <a:gd name="connsiteY0" fmla="*/ 1098 h 5433"/>
                        <a:gd name="connsiteX1" fmla="*/ 3202 w 4785"/>
                        <a:gd name="connsiteY1" fmla="*/ 526 h 5433"/>
                        <a:gd name="connsiteX2" fmla="*/ 4631 w 4785"/>
                        <a:gd name="connsiteY2" fmla="*/ 4336 h 5433"/>
                        <a:gd name="connsiteX3" fmla="*/ 1583 w 4785"/>
                        <a:gd name="connsiteY3" fmla="*/ 4908 h 5433"/>
                        <a:gd name="connsiteX4" fmla="*/ 154 w 4785"/>
                        <a:gd name="connsiteY4" fmla="*/ 1098 h 5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5" h="5433">
                          <a:moveTo>
                            <a:pt x="154" y="1098"/>
                          </a:moveTo>
                          <a:cubicBezTo>
                            <a:pt x="631" y="-141"/>
                            <a:pt x="1964" y="-331"/>
                            <a:pt x="3202" y="526"/>
                          </a:cubicBezTo>
                          <a:cubicBezTo>
                            <a:pt x="4441" y="1383"/>
                            <a:pt x="5107" y="3098"/>
                            <a:pt x="4631" y="4336"/>
                          </a:cubicBezTo>
                          <a:cubicBezTo>
                            <a:pt x="4155" y="5574"/>
                            <a:pt x="2821" y="5765"/>
                            <a:pt x="1583" y="4908"/>
                          </a:cubicBezTo>
                          <a:cubicBezTo>
                            <a:pt x="345" y="3955"/>
                            <a:pt x="-322" y="2336"/>
                            <a:pt x="154" y="109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429" name="Graphique 5">
                    <a:extLst>
                      <a:ext uri="{FF2B5EF4-FFF2-40B4-BE49-F238E27FC236}">
                        <a16:creationId xmlns:a16="http://schemas.microsoft.com/office/drawing/2014/main" id="{FF2971D2-7F36-4E29-924A-0BCD0B437B90}"/>
                      </a:ext>
                    </a:extLst>
                  </p:cNvPr>
                  <p:cNvGrpSpPr/>
                  <p:nvPr/>
                </p:nvGrpSpPr>
                <p:grpSpPr>
                  <a:xfrm>
                    <a:off x="2850673" y="2987017"/>
                    <a:ext cx="29893" cy="33222"/>
                    <a:chOff x="2850673" y="2987017"/>
                    <a:chExt cx="29893" cy="33222"/>
                  </a:xfrm>
                  <a:solidFill>
                    <a:schemeClr val="accent1"/>
                  </a:solidFill>
                </p:grpSpPr>
                <p:sp>
                  <p:nvSpPr>
                    <p:cNvPr id="13430" name="Forme libre : forme 13429">
                      <a:extLst>
                        <a:ext uri="{FF2B5EF4-FFF2-40B4-BE49-F238E27FC236}">
                          <a16:creationId xmlns:a16="http://schemas.microsoft.com/office/drawing/2014/main" id="{F9A9235F-DEA1-4553-A8A4-03EFB466BE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0673" y="2987083"/>
                      <a:ext cx="29893" cy="33155"/>
                    </a:xfrm>
                    <a:custGeom>
                      <a:avLst/>
                      <a:gdLst>
                        <a:gd name="connsiteX0" fmla="*/ 1186 w 29893"/>
                        <a:gd name="connsiteY0" fmla="*/ 6561 h 33155"/>
                        <a:gd name="connsiteX1" fmla="*/ 21093 w 29893"/>
                        <a:gd name="connsiteY1" fmla="*/ 3513 h 33155"/>
                        <a:gd name="connsiteX2" fmla="*/ 28713 w 29893"/>
                        <a:gd name="connsiteY2" fmla="*/ 26944 h 33155"/>
                        <a:gd name="connsiteX3" fmla="*/ 9377 w 29893"/>
                        <a:gd name="connsiteY3" fmla="*/ 29802 h 33155"/>
                        <a:gd name="connsiteX4" fmla="*/ 1186 w 29893"/>
                        <a:gd name="connsiteY4" fmla="*/ 6561 h 33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893" h="33155">
                          <a:moveTo>
                            <a:pt x="1186" y="6561"/>
                          </a:moveTo>
                          <a:cubicBezTo>
                            <a:pt x="4615" y="-774"/>
                            <a:pt x="13663" y="-2202"/>
                            <a:pt x="21093" y="3513"/>
                          </a:cubicBezTo>
                          <a:cubicBezTo>
                            <a:pt x="28523" y="9228"/>
                            <a:pt x="31856" y="19801"/>
                            <a:pt x="28713" y="26944"/>
                          </a:cubicBezTo>
                          <a:cubicBezTo>
                            <a:pt x="25665" y="34183"/>
                            <a:pt x="16902" y="35040"/>
                            <a:pt x="9377" y="29802"/>
                          </a:cubicBezTo>
                          <a:cubicBezTo>
                            <a:pt x="1853" y="24468"/>
                            <a:pt x="-2148" y="13895"/>
                            <a:pt x="1186" y="656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31" name="Forme libre : forme 13430">
                      <a:extLst>
                        <a:ext uri="{FF2B5EF4-FFF2-40B4-BE49-F238E27FC236}">
                          <a16:creationId xmlns:a16="http://schemas.microsoft.com/office/drawing/2014/main" id="{F8B1634F-A632-4302-B605-7A6CD31E00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0693" y="2987017"/>
                      <a:ext cx="29873" cy="31963"/>
                    </a:xfrm>
                    <a:custGeom>
                      <a:avLst/>
                      <a:gdLst>
                        <a:gd name="connsiteX0" fmla="*/ 15072 w 29873"/>
                        <a:gd name="connsiteY0" fmla="*/ 16343 h 31963"/>
                        <a:gd name="connsiteX1" fmla="*/ 24026 w 29873"/>
                        <a:gd name="connsiteY1" fmla="*/ 31964 h 31963"/>
                        <a:gd name="connsiteX2" fmla="*/ 28693 w 29873"/>
                        <a:gd name="connsiteY2" fmla="*/ 26915 h 31963"/>
                        <a:gd name="connsiteX3" fmla="*/ 21073 w 29873"/>
                        <a:gd name="connsiteY3" fmla="*/ 3484 h 31963"/>
                        <a:gd name="connsiteX4" fmla="*/ 1166 w 29873"/>
                        <a:gd name="connsiteY4" fmla="*/ 6532 h 31963"/>
                        <a:gd name="connsiteX5" fmla="*/ 118 w 29873"/>
                        <a:gd name="connsiteY5" fmla="*/ 14247 h 31963"/>
                        <a:gd name="connsiteX6" fmla="*/ 15072 w 29873"/>
                        <a:gd name="connsiteY6" fmla="*/ 16343 h 31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873" h="31963">
                          <a:moveTo>
                            <a:pt x="15072" y="16343"/>
                          </a:moveTo>
                          <a:cubicBezTo>
                            <a:pt x="20216" y="20153"/>
                            <a:pt x="23454" y="26249"/>
                            <a:pt x="24026" y="31964"/>
                          </a:cubicBezTo>
                          <a:cubicBezTo>
                            <a:pt x="26026" y="30916"/>
                            <a:pt x="27645" y="29297"/>
                            <a:pt x="28693" y="26915"/>
                          </a:cubicBezTo>
                          <a:cubicBezTo>
                            <a:pt x="31836" y="19772"/>
                            <a:pt x="28503" y="9199"/>
                            <a:pt x="21073" y="3484"/>
                          </a:cubicBezTo>
                          <a:cubicBezTo>
                            <a:pt x="13643" y="-2231"/>
                            <a:pt x="4500" y="-707"/>
                            <a:pt x="1166" y="6532"/>
                          </a:cubicBezTo>
                          <a:cubicBezTo>
                            <a:pt x="23" y="8818"/>
                            <a:pt x="-168" y="11485"/>
                            <a:pt x="118" y="14247"/>
                          </a:cubicBezTo>
                          <a:cubicBezTo>
                            <a:pt x="4214" y="11961"/>
                            <a:pt x="10024" y="12628"/>
                            <a:pt x="15072" y="1634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32" name="Forme libre : forme 13431">
                      <a:extLst>
                        <a:ext uri="{FF2B5EF4-FFF2-40B4-BE49-F238E27FC236}">
                          <a16:creationId xmlns:a16="http://schemas.microsoft.com/office/drawing/2014/main" id="{8F9903DC-E4F9-4833-87C0-F37FBFA99D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3087" y="2994095"/>
                      <a:ext cx="12592" cy="15768"/>
                    </a:xfrm>
                    <a:custGeom>
                      <a:avLst/>
                      <a:gdLst>
                        <a:gd name="connsiteX0" fmla="*/ 10 w 12592"/>
                        <a:gd name="connsiteY0" fmla="*/ 6597 h 15768"/>
                        <a:gd name="connsiteX1" fmla="*/ 6010 w 12592"/>
                        <a:gd name="connsiteY1" fmla="*/ 120 h 15768"/>
                        <a:gd name="connsiteX2" fmla="*/ 12583 w 12592"/>
                        <a:gd name="connsiteY2" fmla="*/ 9264 h 15768"/>
                        <a:gd name="connsiteX3" fmla="*/ 6772 w 12592"/>
                        <a:gd name="connsiteY3" fmla="*/ 15646 h 15768"/>
                        <a:gd name="connsiteX4" fmla="*/ 10 w 12592"/>
                        <a:gd name="connsiteY4" fmla="*/ 6597 h 15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92" h="15768">
                          <a:moveTo>
                            <a:pt x="10" y="6597"/>
                          </a:moveTo>
                          <a:cubicBezTo>
                            <a:pt x="-181" y="2311"/>
                            <a:pt x="2486" y="-642"/>
                            <a:pt x="6010" y="120"/>
                          </a:cubicBezTo>
                          <a:cubicBezTo>
                            <a:pt x="9535" y="882"/>
                            <a:pt x="12392" y="4978"/>
                            <a:pt x="12583" y="9264"/>
                          </a:cubicBezTo>
                          <a:cubicBezTo>
                            <a:pt x="12773" y="13550"/>
                            <a:pt x="10201" y="16408"/>
                            <a:pt x="6772" y="15646"/>
                          </a:cubicBezTo>
                          <a:cubicBezTo>
                            <a:pt x="3343" y="14979"/>
                            <a:pt x="391" y="10978"/>
                            <a:pt x="10" y="65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33" name="Forme libre : forme 13432">
                      <a:extLst>
                        <a:ext uri="{FF2B5EF4-FFF2-40B4-BE49-F238E27FC236}">
                          <a16:creationId xmlns:a16="http://schemas.microsoft.com/office/drawing/2014/main" id="{84664591-A7E9-4365-BCF2-A6615C3280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9597" y="3005834"/>
                      <a:ext cx="4906" cy="5433"/>
                    </a:xfrm>
                    <a:custGeom>
                      <a:avLst/>
                      <a:gdLst>
                        <a:gd name="connsiteX0" fmla="*/ 167 w 4906"/>
                        <a:gd name="connsiteY0" fmla="*/ 1050 h 5433"/>
                        <a:gd name="connsiteX1" fmla="*/ 3406 w 4906"/>
                        <a:gd name="connsiteY1" fmla="*/ 573 h 5433"/>
                        <a:gd name="connsiteX2" fmla="*/ 4739 w 4906"/>
                        <a:gd name="connsiteY2" fmla="*/ 4383 h 5433"/>
                        <a:gd name="connsiteX3" fmla="*/ 1501 w 4906"/>
                        <a:gd name="connsiteY3" fmla="*/ 4860 h 5433"/>
                        <a:gd name="connsiteX4" fmla="*/ 167 w 4906"/>
                        <a:gd name="connsiteY4" fmla="*/ 1050 h 5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06" h="5433">
                          <a:moveTo>
                            <a:pt x="167" y="1050"/>
                          </a:moveTo>
                          <a:cubicBezTo>
                            <a:pt x="739" y="-93"/>
                            <a:pt x="2167" y="-379"/>
                            <a:pt x="3406" y="573"/>
                          </a:cubicBezTo>
                          <a:cubicBezTo>
                            <a:pt x="4644" y="1526"/>
                            <a:pt x="5215" y="3240"/>
                            <a:pt x="4739" y="4383"/>
                          </a:cubicBezTo>
                          <a:cubicBezTo>
                            <a:pt x="4263" y="5526"/>
                            <a:pt x="2739" y="5812"/>
                            <a:pt x="1501" y="4860"/>
                          </a:cubicBezTo>
                          <a:cubicBezTo>
                            <a:pt x="262" y="3907"/>
                            <a:pt x="-309" y="2288"/>
                            <a:pt x="167" y="105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434" name="Graphique 5">
                  <a:extLst>
                    <a:ext uri="{FF2B5EF4-FFF2-40B4-BE49-F238E27FC236}">
                      <a16:creationId xmlns:a16="http://schemas.microsoft.com/office/drawing/2014/main" id="{DF6C202C-C005-437D-A01E-A4B09E82412C}"/>
                    </a:ext>
                  </a:extLst>
                </p:cNvPr>
                <p:cNvGrpSpPr/>
                <p:nvPr/>
              </p:nvGrpSpPr>
              <p:grpSpPr>
                <a:xfrm>
                  <a:off x="2863091" y="2886943"/>
                  <a:ext cx="62440" cy="84891"/>
                  <a:chOff x="2863091" y="2886943"/>
                  <a:chExt cx="62440" cy="84891"/>
                </a:xfrm>
                <a:solidFill>
                  <a:schemeClr val="accent1"/>
                </a:solidFill>
              </p:grpSpPr>
              <p:grpSp>
                <p:nvGrpSpPr>
                  <p:cNvPr id="13435" name="Graphique 5">
                    <a:extLst>
                      <a:ext uri="{FF2B5EF4-FFF2-40B4-BE49-F238E27FC236}">
                        <a16:creationId xmlns:a16="http://schemas.microsoft.com/office/drawing/2014/main" id="{8C88C5B4-B56A-4AF3-BA83-E73A4A041DD9}"/>
                      </a:ext>
                    </a:extLst>
                  </p:cNvPr>
                  <p:cNvGrpSpPr/>
                  <p:nvPr/>
                </p:nvGrpSpPr>
                <p:grpSpPr>
                  <a:xfrm>
                    <a:off x="2863091" y="2937791"/>
                    <a:ext cx="30441" cy="34043"/>
                    <a:chOff x="2863091" y="2937791"/>
                    <a:chExt cx="30441" cy="34043"/>
                  </a:xfrm>
                  <a:solidFill>
                    <a:schemeClr val="accent1"/>
                  </a:solidFill>
                </p:grpSpPr>
                <p:sp>
                  <p:nvSpPr>
                    <p:cNvPr id="13436" name="Forme libre : forme 13435">
                      <a:extLst>
                        <a:ext uri="{FF2B5EF4-FFF2-40B4-BE49-F238E27FC236}">
                          <a16:creationId xmlns:a16="http://schemas.microsoft.com/office/drawing/2014/main" id="{7E25B257-57ED-4B3D-9469-2F10E96A7F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3091" y="2937791"/>
                      <a:ext cx="30441" cy="33957"/>
                    </a:xfrm>
                    <a:custGeom>
                      <a:avLst/>
                      <a:gdLst>
                        <a:gd name="connsiteX0" fmla="*/ 8294 w 30441"/>
                        <a:gd name="connsiteY0" fmla="*/ 799 h 33957"/>
                        <a:gd name="connsiteX1" fmla="*/ 28772 w 30441"/>
                        <a:gd name="connsiteY1" fmla="*/ 12133 h 33957"/>
                        <a:gd name="connsiteX2" fmla="*/ 22581 w 30441"/>
                        <a:gd name="connsiteY2" fmla="*/ 33279 h 33957"/>
                        <a:gd name="connsiteX3" fmla="*/ 1912 w 30441"/>
                        <a:gd name="connsiteY3" fmla="*/ 22040 h 33957"/>
                        <a:gd name="connsiteX4" fmla="*/ 8294 w 30441"/>
                        <a:gd name="connsiteY4" fmla="*/ 799 h 33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41" h="33957">
                          <a:moveTo>
                            <a:pt x="8294" y="799"/>
                          </a:moveTo>
                          <a:cubicBezTo>
                            <a:pt x="15914" y="-2059"/>
                            <a:pt x="25058" y="2990"/>
                            <a:pt x="28772" y="12133"/>
                          </a:cubicBezTo>
                          <a:cubicBezTo>
                            <a:pt x="32487" y="21278"/>
                            <a:pt x="29820" y="30707"/>
                            <a:pt x="22581" y="33279"/>
                          </a:cubicBezTo>
                          <a:cubicBezTo>
                            <a:pt x="15342" y="35851"/>
                            <a:pt x="6008" y="30898"/>
                            <a:pt x="1912" y="22040"/>
                          </a:cubicBezTo>
                          <a:cubicBezTo>
                            <a:pt x="-2279" y="13181"/>
                            <a:pt x="674" y="3656"/>
                            <a:pt x="8294" y="79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37" name="Forme libre : forme 13436">
                      <a:extLst>
                        <a:ext uri="{FF2B5EF4-FFF2-40B4-BE49-F238E27FC236}">
                          <a16:creationId xmlns:a16="http://schemas.microsoft.com/office/drawing/2014/main" id="{75473C5B-CD47-468F-9DD7-728F38D8A8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5670" y="2937886"/>
                      <a:ext cx="27863" cy="33947"/>
                    </a:xfrm>
                    <a:custGeom>
                      <a:avLst/>
                      <a:gdLst>
                        <a:gd name="connsiteX0" fmla="*/ 13049 w 27863"/>
                        <a:gd name="connsiteY0" fmla="*/ 16801 h 33947"/>
                        <a:gd name="connsiteX1" fmla="*/ 12478 w 27863"/>
                        <a:gd name="connsiteY1" fmla="*/ 33469 h 33947"/>
                        <a:gd name="connsiteX2" fmla="*/ 20003 w 27863"/>
                        <a:gd name="connsiteY2" fmla="*/ 33279 h 33947"/>
                        <a:gd name="connsiteX3" fmla="*/ 26194 w 27863"/>
                        <a:gd name="connsiteY3" fmla="*/ 12134 h 33947"/>
                        <a:gd name="connsiteX4" fmla="*/ 5715 w 27863"/>
                        <a:gd name="connsiteY4" fmla="*/ 799 h 33947"/>
                        <a:gd name="connsiteX5" fmla="*/ 0 w 27863"/>
                        <a:gd name="connsiteY5" fmla="*/ 5371 h 33947"/>
                        <a:gd name="connsiteX6" fmla="*/ 13049 w 27863"/>
                        <a:gd name="connsiteY6" fmla="*/ 16801 h 33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863" h="33947">
                          <a:moveTo>
                            <a:pt x="13049" y="16801"/>
                          </a:moveTo>
                          <a:cubicBezTo>
                            <a:pt x="15716" y="22897"/>
                            <a:pt x="15240" y="29183"/>
                            <a:pt x="12478" y="33469"/>
                          </a:cubicBezTo>
                          <a:cubicBezTo>
                            <a:pt x="15050" y="34136"/>
                            <a:pt x="17621" y="34136"/>
                            <a:pt x="20003" y="33279"/>
                          </a:cubicBezTo>
                          <a:cubicBezTo>
                            <a:pt x="27242" y="30707"/>
                            <a:pt x="29908" y="21182"/>
                            <a:pt x="26194" y="12134"/>
                          </a:cubicBezTo>
                          <a:cubicBezTo>
                            <a:pt x="22479" y="2989"/>
                            <a:pt x="13335" y="-2059"/>
                            <a:pt x="5715" y="799"/>
                          </a:cubicBezTo>
                          <a:cubicBezTo>
                            <a:pt x="3334" y="1751"/>
                            <a:pt x="1429" y="3371"/>
                            <a:pt x="0" y="5371"/>
                          </a:cubicBezTo>
                          <a:cubicBezTo>
                            <a:pt x="5429" y="6609"/>
                            <a:pt x="10382" y="10800"/>
                            <a:pt x="13049" y="1680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38" name="Forme libre : forme 13437">
                      <a:extLst>
                        <a:ext uri="{FF2B5EF4-FFF2-40B4-BE49-F238E27FC236}">
                          <a16:creationId xmlns:a16="http://schemas.microsoft.com/office/drawing/2014/main" id="{E84A6C46-1017-43AE-A6A6-95703E8AEC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6703" y="2941904"/>
                      <a:ext cx="13523" cy="15206"/>
                    </a:xfrm>
                    <a:custGeom>
                      <a:avLst/>
                      <a:gdLst>
                        <a:gd name="connsiteX0" fmla="*/ 1634 w 13523"/>
                        <a:gd name="connsiteY0" fmla="*/ 2495 h 15206"/>
                        <a:gd name="connsiteX1" fmla="*/ 11159 w 13523"/>
                        <a:gd name="connsiteY1" fmla="*/ 2019 h 15206"/>
                        <a:gd name="connsiteX2" fmla="*/ 11921 w 13523"/>
                        <a:gd name="connsiteY2" fmla="*/ 12782 h 15206"/>
                        <a:gd name="connsiteX3" fmla="*/ 2491 w 13523"/>
                        <a:gd name="connsiteY3" fmla="*/ 13259 h 15206"/>
                        <a:gd name="connsiteX4" fmla="*/ 1634 w 13523"/>
                        <a:gd name="connsiteY4" fmla="*/ 2495 h 15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23" h="15206">
                          <a:moveTo>
                            <a:pt x="1634" y="2495"/>
                          </a:moveTo>
                          <a:cubicBezTo>
                            <a:pt x="4015" y="-648"/>
                            <a:pt x="8396" y="-838"/>
                            <a:pt x="11159" y="2019"/>
                          </a:cubicBezTo>
                          <a:cubicBezTo>
                            <a:pt x="14016" y="4877"/>
                            <a:pt x="14302" y="9734"/>
                            <a:pt x="11921" y="12782"/>
                          </a:cubicBezTo>
                          <a:cubicBezTo>
                            <a:pt x="9539" y="15830"/>
                            <a:pt x="5349" y="16021"/>
                            <a:pt x="2491" y="13259"/>
                          </a:cubicBezTo>
                          <a:cubicBezTo>
                            <a:pt x="-462" y="10401"/>
                            <a:pt x="-843" y="5543"/>
                            <a:pt x="1634" y="249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39" name="Forme libre : forme 13438">
                      <a:extLst>
                        <a:ext uri="{FF2B5EF4-FFF2-40B4-BE49-F238E27FC236}">
                          <a16:creationId xmlns:a16="http://schemas.microsoft.com/office/drawing/2014/main" id="{83BCCCA6-90CD-40E3-924B-84B264CE3F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9464" y="2952935"/>
                      <a:ext cx="5080" cy="5598"/>
                    </a:xfrm>
                    <a:custGeom>
                      <a:avLst/>
                      <a:gdLst>
                        <a:gd name="connsiteX0" fmla="*/ 1350 w 5080"/>
                        <a:gd name="connsiteY0" fmla="*/ 132 h 5598"/>
                        <a:gd name="connsiteX1" fmla="*/ 4779 w 5080"/>
                        <a:gd name="connsiteY1" fmla="*/ 1942 h 5598"/>
                        <a:gd name="connsiteX2" fmla="*/ 3731 w 5080"/>
                        <a:gd name="connsiteY2" fmla="*/ 5466 h 5598"/>
                        <a:gd name="connsiteX3" fmla="*/ 302 w 5080"/>
                        <a:gd name="connsiteY3" fmla="*/ 3657 h 5598"/>
                        <a:gd name="connsiteX4" fmla="*/ 1350 w 5080"/>
                        <a:gd name="connsiteY4" fmla="*/ 132 h 5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80" h="5598">
                          <a:moveTo>
                            <a:pt x="1350" y="132"/>
                          </a:moveTo>
                          <a:cubicBezTo>
                            <a:pt x="2588" y="-344"/>
                            <a:pt x="4112" y="513"/>
                            <a:pt x="4779" y="1942"/>
                          </a:cubicBezTo>
                          <a:cubicBezTo>
                            <a:pt x="5445" y="3371"/>
                            <a:pt x="4969" y="4990"/>
                            <a:pt x="3731" y="5466"/>
                          </a:cubicBezTo>
                          <a:cubicBezTo>
                            <a:pt x="2493" y="5943"/>
                            <a:pt x="969" y="5085"/>
                            <a:pt x="302" y="3657"/>
                          </a:cubicBezTo>
                          <a:cubicBezTo>
                            <a:pt x="-365" y="2133"/>
                            <a:pt x="111" y="609"/>
                            <a:pt x="1350" y="1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440" name="Graphique 5">
                    <a:extLst>
                      <a:ext uri="{FF2B5EF4-FFF2-40B4-BE49-F238E27FC236}">
                        <a16:creationId xmlns:a16="http://schemas.microsoft.com/office/drawing/2014/main" id="{7E9578E7-838A-4BA9-AA38-222EEAE91606}"/>
                      </a:ext>
                    </a:extLst>
                  </p:cNvPr>
                  <p:cNvGrpSpPr/>
                  <p:nvPr/>
                </p:nvGrpSpPr>
                <p:grpSpPr>
                  <a:xfrm>
                    <a:off x="2882451" y="2915955"/>
                    <a:ext cx="30534" cy="34281"/>
                    <a:chOff x="2882451" y="2915955"/>
                    <a:chExt cx="30534" cy="34281"/>
                  </a:xfrm>
                  <a:solidFill>
                    <a:schemeClr val="accent1"/>
                  </a:solidFill>
                </p:grpSpPr>
                <p:sp>
                  <p:nvSpPr>
                    <p:cNvPr id="13441" name="Forme libre : forme 13440">
                      <a:extLst>
                        <a:ext uri="{FF2B5EF4-FFF2-40B4-BE49-F238E27FC236}">
                          <a16:creationId xmlns:a16="http://schemas.microsoft.com/office/drawing/2014/main" id="{C324644C-245E-4822-87B1-E407A839AA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2451" y="2915955"/>
                      <a:ext cx="30534" cy="34281"/>
                    </a:xfrm>
                    <a:custGeom>
                      <a:avLst/>
                      <a:gdLst>
                        <a:gd name="connsiteX0" fmla="*/ 9032 w 30534"/>
                        <a:gd name="connsiteY0" fmla="*/ 631 h 34281"/>
                        <a:gd name="connsiteX1" fmla="*/ 29224 w 30534"/>
                        <a:gd name="connsiteY1" fmla="*/ 12823 h 34281"/>
                        <a:gd name="connsiteX2" fmla="*/ 21890 w 30534"/>
                        <a:gd name="connsiteY2" fmla="*/ 33779 h 34281"/>
                        <a:gd name="connsiteX3" fmla="*/ 1602 w 30534"/>
                        <a:gd name="connsiteY3" fmla="*/ 21777 h 34281"/>
                        <a:gd name="connsiteX4" fmla="*/ 9032 w 30534"/>
                        <a:gd name="connsiteY4" fmla="*/ 631 h 342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534" h="34281">
                          <a:moveTo>
                            <a:pt x="9032" y="631"/>
                          </a:moveTo>
                          <a:cubicBezTo>
                            <a:pt x="16937" y="-1940"/>
                            <a:pt x="25891" y="3584"/>
                            <a:pt x="29224" y="12823"/>
                          </a:cubicBezTo>
                          <a:cubicBezTo>
                            <a:pt x="32558" y="22063"/>
                            <a:pt x="29320" y="31397"/>
                            <a:pt x="21890" y="33779"/>
                          </a:cubicBezTo>
                          <a:cubicBezTo>
                            <a:pt x="14365" y="35969"/>
                            <a:pt x="5317" y="30826"/>
                            <a:pt x="1602" y="21777"/>
                          </a:cubicBezTo>
                          <a:cubicBezTo>
                            <a:pt x="-2303" y="12538"/>
                            <a:pt x="1221" y="3203"/>
                            <a:pt x="9032" y="63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2" name="Forme libre : forme 13441">
                      <a:extLst>
                        <a:ext uri="{FF2B5EF4-FFF2-40B4-BE49-F238E27FC236}">
                          <a16:creationId xmlns:a16="http://schemas.microsoft.com/office/drawing/2014/main" id="{56A6DD2E-89B6-4C01-9C2E-EE051DB57E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5482" y="2915955"/>
                      <a:ext cx="27503" cy="34263"/>
                    </a:xfrm>
                    <a:custGeom>
                      <a:avLst/>
                      <a:gdLst>
                        <a:gd name="connsiteX0" fmla="*/ 12668 w 27503"/>
                        <a:gd name="connsiteY0" fmla="*/ 17014 h 34263"/>
                        <a:gd name="connsiteX1" fmla="*/ 11240 w 27503"/>
                        <a:gd name="connsiteY1" fmla="*/ 33588 h 34263"/>
                        <a:gd name="connsiteX2" fmla="*/ 18860 w 27503"/>
                        <a:gd name="connsiteY2" fmla="*/ 33779 h 34263"/>
                        <a:gd name="connsiteX3" fmla="*/ 26194 w 27503"/>
                        <a:gd name="connsiteY3" fmla="*/ 12823 h 34263"/>
                        <a:gd name="connsiteX4" fmla="*/ 6001 w 27503"/>
                        <a:gd name="connsiteY4" fmla="*/ 631 h 34263"/>
                        <a:gd name="connsiteX5" fmla="*/ 0 w 27503"/>
                        <a:gd name="connsiteY5" fmla="*/ 4918 h 34263"/>
                        <a:gd name="connsiteX6" fmla="*/ 12668 w 27503"/>
                        <a:gd name="connsiteY6" fmla="*/ 17014 h 34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503" h="34263">
                          <a:moveTo>
                            <a:pt x="12668" y="17014"/>
                          </a:moveTo>
                          <a:cubicBezTo>
                            <a:pt x="15050" y="23206"/>
                            <a:pt x="14288" y="29492"/>
                            <a:pt x="11240" y="33588"/>
                          </a:cubicBezTo>
                          <a:cubicBezTo>
                            <a:pt x="13811" y="34350"/>
                            <a:pt x="16383" y="34540"/>
                            <a:pt x="18860" y="33779"/>
                          </a:cubicBezTo>
                          <a:cubicBezTo>
                            <a:pt x="26289" y="31492"/>
                            <a:pt x="29528" y="22158"/>
                            <a:pt x="26194" y="12823"/>
                          </a:cubicBezTo>
                          <a:cubicBezTo>
                            <a:pt x="22860" y="3584"/>
                            <a:pt x="13907" y="-1940"/>
                            <a:pt x="6001" y="631"/>
                          </a:cubicBezTo>
                          <a:cubicBezTo>
                            <a:pt x="3524" y="1393"/>
                            <a:pt x="1524" y="3013"/>
                            <a:pt x="0" y="4918"/>
                          </a:cubicBezTo>
                          <a:cubicBezTo>
                            <a:pt x="5429" y="6442"/>
                            <a:pt x="10287" y="10823"/>
                            <a:pt x="12668" y="1701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3" name="Forme libre : forme 13442">
                      <a:extLst>
                        <a:ext uri="{FF2B5EF4-FFF2-40B4-BE49-F238E27FC236}">
                          <a16:creationId xmlns:a16="http://schemas.microsoft.com/office/drawing/2014/main" id="{277C847C-1D88-446F-81EA-1FCDE438DB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6238" y="2919908"/>
                      <a:ext cx="13642" cy="15192"/>
                    </a:xfrm>
                    <a:custGeom>
                      <a:avLst/>
                      <a:gdLst>
                        <a:gd name="connsiteX0" fmla="*/ 1816 w 13642"/>
                        <a:gd name="connsiteY0" fmla="*/ 2298 h 15192"/>
                        <a:gd name="connsiteX1" fmla="*/ 11531 w 13642"/>
                        <a:gd name="connsiteY1" fmla="*/ 2203 h 15192"/>
                        <a:gd name="connsiteX2" fmla="*/ 11817 w 13642"/>
                        <a:gd name="connsiteY2" fmla="*/ 12966 h 15192"/>
                        <a:gd name="connsiteX3" fmla="*/ 2196 w 13642"/>
                        <a:gd name="connsiteY3" fmla="*/ 13061 h 15192"/>
                        <a:gd name="connsiteX4" fmla="*/ 1816 w 13642"/>
                        <a:gd name="connsiteY4" fmla="*/ 2298 h 15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42" h="15192">
                          <a:moveTo>
                            <a:pt x="1816" y="2298"/>
                          </a:moveTo>
                          <a:cubicBezTo>
                            <a:pt x="4387" y="-750"/>
                            <a:pt x="8769" y="-750"/>
                            <a:pt x="11531" y="2203"/>
                          </a:cubicBezTo>
                          <a:cubicBezTo>
                            <a:pt x="14198" y="5155"/>
                            <a:pt x="14389" y="10013"/>
                            <a:pt x="11817" y="12966"/>
                          </a:cubicBezTo>
                          <a:cubicBezTo>
                            <a:pt x="9245" y="15919"/>
                            <a:pt x="4959" y="15919"/>
                            <a:pt x="2196" y="13061"/>
                          </a:cubicBezTo>
                          <a:cubicBezTo>
                            <a:pt x="-566" y="10109"/>
                            <a:pt x="-756" y="5251"/>
                            <a:pt x="1816" y="229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4" name="Forme libre : forme 13443">
                      <a:extLst>
                        <a:ext uri="{FF2B5EF4-FFF2-40B4-BE49-F238E27FC236}">
                          <a16:creationId xmlns:a16="http://schemas.microsoft.com/office/drawing/2014/main" id="{3D850741-16FF-4743-81FD-DB4F4303F9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8768" y="2930879"/>
                      <a:ext cx="5047" cy="5609"/>
                    </a:xfrm>
                    <a:custGeom>
                      <a:avLst/>
                      <a:gdLst>
                        <a:gd name="connsiteX0" fmla="*/ 1476 w 5047"/>
                        <a:gd name="connsiteY0" fmla="*/ 90 h 5609"/>
                        <a:gd name="connsiteX1" fmla="*/ 4810 w 5047"/>
                        <a:gd name="connsiteY1" fmla="*/ 2090 h 5609"/>
                        <a:gd name="connsiteX2" fmla="*/ 3572 w 5047"/>
                        <a:gd name="connsiteY2" fmla="*/ 5519 h 5609"/>
                        <a:gd name="connsiteX3" fmla="*/ 238 w 5047"/>
                        <a:gd name="connsiteY3" fmla="*/ 3519 h 5609"/>
                        <a:gd name="connsiteX4" fmla="*/ 1476 w 5047"/>
                        <a:gd name="connsiteY4" fmla="*/ 90 h 5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47" h="5609">
                          <a:moveTo>
                            <a:pt x="1476" y="90"/>
                          </a:moveTo>
                          <a:cubicBezTo>
                            <a:pt x="2714" y="-291"/>
                            <a:pt x="4238" y="566"/>
                            <a:pt x="4810" y="2090"/>
                          </a:cubicBezTo>
                          <a:cubicBezTo>
                            <a:pt x="5381" y="3614"/>
                            <a:pt x="4905" y="5138"/>
                            <a:pt x="3572" y="5519"/>
                          </a:cubicBezTo>
                          <a:cubicBezTo>
                            <a:pt x="2333" y="5900"/>
                            <a:pt x="809" y="5043"/>
                            <a:pt x="238" y="3519"/>
                          </a:cubicBezTo>
                          <a:cubicBezTo>
                            <a:pt x="-334" y="1995"/>
                            <a:pt x="143" y="471"/>
                            <a:pt x="1476" y="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445" name="Graphique 5">
                    <a:extLst>
                      <a:ext uri="{FF2B5EF4-FFF2-40B4-BE49-F238E27FC236}">
                        <a16:creationId xmlns:a16="http://schemas.microsoft.com/office/drawing/2014/main" id="{CD0A7C93-D957-48A6-BB26-1B0C770C20CC}"/>
                      </a:ext>
                    </a:extLst>
                  </p:cNvPr>
                  <p:cNvGrpSpPr/>
                  <p:nvPr/>
                </p:nvGrpSpPr>
                <p:grpSpPr>
                  <a:xfrm>
                    <a:off x="2894536" y="2886943"/>
                    <a:ext cx="30995" cy="34553"/>
                    <a:chOff x="2894536" y="2886943"/>
                    <a:chExt cx="30995" cy="34553"/>
                  </a:xfrm>
                  <a:solidFill>
                    <a:schemeClr val="accent1"/>
                  </a:solidFill>
                </p:grpSpPr>
                <p:sp>
                  <p:nvSpPr>
                    <p:cNvPr id="13446" name="Forme libre : forme 13445">
                      <a:extLst>
                        <a:ext uri="{FF2B5EF4-FFF2-40B4-BE49-F238E27FC236}">
                          <a16:creationId xmlns:a16="http://schemas.microsoft.com/office/drawing/2014/main" id="{7E7A7BC1-9CBA-4223-8456-61E1653119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4536" y="2886943"/>
                      <a:ext cx="30995" cy="34553"/>
                    </a:xfrm>
                    <a:custGeom>
                      <a:avLst/>
                      <a:gdLst>
                        <a:gd name="connsiteX0" fmla="*/ 9805 w 30995"/>
                        <a:gd name="connsiteY0" fmla="*/ 497 h 34553"/>
                        <a:gd name="connsiteX1" fmla="*/ 29998 w 30995"/>
                        <a:gd name="connsiteY1" fmla="*/ 13451 h 34553"/>
                        <a:gd name="connsiteX2" fmla="*/ 21330 w 30995"/>
                        <a:gd name="connsiteY2" fmla="*/ 34026 h 34553"/>
                        <a:gd name="connsiteX3" fmla="*/ 1232 w 30995"/>
                        <a:gd name="connsiteY3" fmla="*/ 21738 h 34553"/>
                        <a:gd name="connsiteX4" fmla="*/ 9805 w 30995"/>
                        <a:gd name="connsiteY4" fmla="*/ 497 h 34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995" h="34553">
                          <a:moveTo>
                            <a:pt x="9805" y="497"/>
                          </a:moveTo>
                          <a:cubicBezTo>
                            <a:pt x="17996" y="-1788"/>
                            <a:pt x="27045" y="4022"/>
                            <a:pt x="29998" y="13451"/>
                          </a:cubicBezTo>
                          <a:cubicBezTo>
                            <a:pt x="32951" y="22786"/>
                            <a:pt x="29141" y="32025"/>
                            <a:pt x="21330" y="34026"/>
                          </a:cubicBezTo>
                          <a:cubicBezTo>
                            <a:pt x="13710" y="36312"/>
                            <a:pt x="4661" y="30977"/>
                            <a:pt x="1232" y="21738"/>
                          </a:cubicBezTo>
                          <a:cubicBezTo>
                            <a:pt x="-2101" y="12689"/>
                            <a:pt x="1518" y="2688"/>
                            <a:pt x="9805" y="49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7" name="Forme libre : forme 13446">
                      <a:extLst>
                        <a:ext uri="{FF2B5EF4-FFF2-40B4-BE49-F238E27FC236}">
                          <a16:creationId xmlns:a16="http://schemas.microsoft.com/office/drawing/2014/main" id="{7E660928-8FE7-4D0D-8D6E-50E2F7ED59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7959" y="2886978"/>
                      <a:ext cx="27572" cy="34516"/>
                    </a:xfrm>
                    <a:custGeom>
                      <a:avLst/>
                      <a:gdLst>
                        <a:gd name="connsiteX0" fmla="*/ 12383 w 27572"/>
                        <a:gd name="connsiteY0" fmla="*/ 17036 h 34516"/>
                        <a:gd name="connsiteX1" fmla="*/ 10192 w 27572"/>
                        <a:gd name="connsiteY1" fmla="*/ 33895 h 34516"/>
                        <a:gd name="connsiteX2" fmla="*/ 17907 w 27572"/>
                        <a:gd name="connsiteY2" fmla="*/ 33990 h 34516"/>
                        <a:gd name="connsiteX3" fmla="*/ 26575 w 27572"/>
                        <a:gd name="connsiteY3" fmla="*/ 13416 h 34516"/>
                        <a:gd name="connsiteX4" fmla="*/ 6382 w 27572"/>
                        <a:gd name="connsiteY4" fmla="*/ 462 h 34516"/>
                        <a:gd name="connsiteX5" fmla="*/ 0 w 27572"/>
                        <a:gd name="connsiteY5" fmla="*/ 4653 h 34516"/>
                        <a:gd name="connsiteX6" fmla="*/ 12383 w 27572"/>
                        <a:gd name="connsiteY6" fmla="*/ 17036 h 34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572" h="34516">
                          <a:moveTo>
                            <a:pt x="12383" y="17036"/>
                          </a:moveTo>
                          <a:cubicBezTo>
                            <a:pt x="14478" y="23322"/>
                            <a:pt x="13430" y="29513"/>
                            <a:pt x="10192" y="33895"/>
                          </a:cubicBezTo>
                          <a:cubicBezTo>
                            <a:pt x="12764" y="34657"/>
                            <a:pt x="15335" y="34752"/>
                            <a:pt x="17907" y="33990"/>
                          </a:cubicBezTo>
                          <a:cubicBezTo>
                            <a:pt x="25718" y="31990"/>
                            <a:pt x="29528" y="22751"/>
                            <a:pt x="26575" y="13416"/>
                          </a:cubicBezTo>
                          <a:cubicBezTo>
                            <a:pt x="23622" y="4082"/>
                            <a:pt x="14669" y="-1729"/>
                            <a:pt x="6382" y="462"/>
                          </a:cubicBezTo>
                          <a:cubicBezTo>
                            <a:pt x="3810" y="1224"/>
                            <a:pt x="1619" y="2558"/>
                            <a:pt x="0" y="4653"/>
                          </a:cubicBezTo>
                          <a:cubicBezTo>
                            <a:pt x="5429" y="6177"/>
                            <a:pt x="10287" y="10940"/>
                            <a:pt x="12383" y="1703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8" name="Forme libre : forme 13447">
                      <a:extLst>
                        <a:ext uri="{FF2B5EF4-FFF2-40B4-BE49-F238E27FC236}">
                          <a16:creationId xmlns:a16="http://schemas.microsoft.com/office/drawing/2014/main" id="{9CCE3CA3-7657-4652-8A4B-DE0AA2929E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8448" y="2890808"/>
                      <a:ext cx="13981" cy="15253"/>
                    </a:xfrm>
                    <a:custGeom>
                      <a:avLst/>
                      <a:gdLst>
                        <a:gd name="connsiteX0" fmla="*/ 2084 w 13981"/>
                        <a:gd name="connsiteY0" fmla="*/ 2156 h 15253"/>
                        <a:gd name="connsiteX1" fmla="*/ 12085 w 13981"/>
                        <a:gd name="connsiteY1" fmla="*/ 2347 h 15253"/>
                        <a:gd name="connsiteX2" fmla="*/ 11799 w 13981"/>
                        <a:gd name="connsiteY2" fmla="*/ 13110 h 15253"/>
                        <a:gd name="connsiteX3" fmla="*/ 1988 w 13981"/>
                        <a:gd name="connsiteY3" fmla="*/ 13110 h 15253"/>
                        <a:gd name="connsiteX4" fmla="*/ 2084 w 13981"/>
                        <a:gd name="connsiteY4" fmla="*/ 2156 h 15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81" h="15253">
                          <a:moveTo>
                            <a:pt x="2084" y="2156"/>
                          </a:moveTo>
                          <a:cubicBezTo>
                            <a:pt x="4941" y="-796"/>
                            <a:pt x="9418" y="-701"/>
                            <a:pt x="12085" y="2347"/>
                          </a:cubicBezTo>
                          <a:cubicBezTo>
                            <a:pt x="14752" y="5395"/>
                            <a:pt x="14561" y="10253"/>
                            <a:pt x="11799" y="13110"/>
                          </a:cubicBezTo>
                          <a:cubicBezTo>
                            <a:pt x="8942" y="15872"/>
                            <a:pt x="4751" y="16063"/>
                            <a:pt x="1988" y="13110"/>
                          </a:cubicBezTo>
                          <a:cubicBezTo>
                            <a:pt x="-678" y="10157"/>
                            <a:pt x="-678" y="5300"/>
                            <a:pt x="2084" y="215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9" name="Forme libre : forme 13448">
                      <a:extLst>
                        <a:ext uri="{FF2B5EF4-FFF2-40B4-BE49-F238E27FC236}">
                          <a16:creationId xmlns:a16="http://schemas.microsoft.com/office/drawing/2014/main" id="{14FB40E5-4E7B-475A-B3BB-B3215F0418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0787" y="2901828"/>
                      <a:ext cx="5094" cy="5704"/>
                    </a:xfrm>
                    <a:custGeom>
                      <a:avLst/>
                      <a:gdLst>
                        <a:gd name="connsiteX0" fmla="*/ 1554 w 5094"/>
                        <a:gd name="connsiteY0" fmla="*/ 90 h 5704"/>
                        <a:gd name="connsiteX1" fmla="*/ 4888 w 5094"/>
                        <a:gd name="connsiteY1" fmla="*/ 2090 h 5704"/>
                        <a:gd name="connsiteX2" fmla="*/ 3554 w 5094"/>
                        <a:gd name="connsiteY2" fmla="*/ 5615 h 5704"/>
                        <a:gd name="connsiteX3" fmla="*/ 221 w 5094"/>
                        <a:gd name="connsiteY3" fmla="*/ 3614 h 5704"/>
                        <a:gd name="connsiteX4" fmla="*/ 1554 w 5094"/>
                        <a:gd name="connsiteY4" fmla="*/ 90 h 57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94" h="5704">
                          <a:moveTo>
                            <a:pt x="1554" y="90"/>
                          </a:moveTo>
                          <a:cubicBezTo>
                            <a:pt x="2888" y="-291"/>
                            <a:pt x="4316" y="566"/>
                            <a:pt x="4888" y="2090"/>
                          </a:cubicBezTo>
                          <a:cubicBezTo>
                            <a:pt x="5459" y="3614"/>
                            <a:pt x="4793" y="5234"/>
                            <a:pt x="3554" y="5615"/>
                          </a:cubicBezTo>
                          <a:cubicBezTo>
                            <a:pt x="2221" y="5996"/>
                            <a:pt x="792" y="5138"/>
                            <a:pt x="221" y="3614"/>
                          </a:cubicBezTo>
                          <a:cubicBezTo>
                            <a:pt x="-351" y="2090"/>
                            <a:pt x="221" y="566"/>
                            <a:pt x="1554" y="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450" name="Graphique 5">
                  <a:extLst>
                    <a:ext uri="{FF2B5EF4-FFF2-40B4-BE49-F238E27FC236}">
                      <a16:creationId xmlns:a16="http://schemas.microsoft.com/office/drawing/2014/main" id="{BA6280D0-6DEC-42B0-95B9-DB0443A7EB9A}"/>
                    </a:ext>
                  </a:extLst>
                </p:cNvPr>
                <p:cNvGrpSpPr/>
                <p:nvPr/>
              </p:nvGrpSpPr>
              <p:grpSpPr>
                <a:xfrm>
                  <a:off x="2828989" y="2775034"/>
                  <a:ext cx="54288" cy="100266"/>
                  <a:chOff x="2828989" y="2775034"/>
                  <a:chExt cx="54288" cy="100266"/>
                </a:xfrm>
                <a:solidFill>
                  <a:schemeClr val="accent1"/>
                </a:solidFill>
              </p:grpSpPr>
              <p:grpSp>
                <p:nvGrpSpPr>
                  <p:cNvPr id="13451" name="Graphique 5">
                    <a:extLst>
                      <a:ext uri="{FF2B5EF4-FFF2-40B4-BE49-F238E27FC236}">
                        <a16:creationId xmlns:a16="http://schemas.microsoft.com/office/drawing/2014/main" id="{7701BFBB-43D1-47DE-AA10-4C76859E6AC8}"/>
                      </a:ext>
                    </a:extLst>
                  </p:cNvPr>
                  <p:cNvGrpSpPr/>
                  <p:nvPr/>
                </p:nvGrpSpPr>
                <p:grpSpPr>
                  <a:xfrm>
                    <a:off x="2828989" y="2840347"/>
                    <a:ext cx="33584" cy="34953"/>
                    <a:chOff x="2828989" y="2840347"/>
                    <a:chExt cx="33584" cy="34953"/>
                  </a:xfrm>
                  <a:solidFill>
                    <a:schemeClr val="accent1"/>
                  </a:solidFill>
                </p:grpSpPr>
                <p:sp>
                  <p:nvSpPr>
                    <p:cNvPr id="13452" name="Forme libre : forme 13451">
                      <a:extLst>
                        <a:ext uri="{FF2B5EF4-FFF2-40B4-BE49-F238E27FC236}">
                          <a16:creationId xmlns:a16="http://schemas.microsoft.com/office/drawing/2014/main" id="{732EE116-FC38-4677-AB64-77DBF6B679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28989" y="2840347"/>
                      <a:ext cx="33545" cy="34953"/>
                    </a:xfrm>
                    <a:custGeom>
                      <a:avLst/>
                      <a:gdLst>
                        <a:gd name="connsiteX0" fmla="*/ 5438 w 33545"/>
                        <a:gd name="connsiteY0" fmla="*/ 3755 h 34953"/>
                        <a:gd name="connsiteX1" fmla="*/ 29441 w 33545"/>
                        <a:gd name="connsiteY1" fmla="*/ 6898 h 34953"/>
                        <a:gd name="connsiteX2" fmla="*/ 28013 w 33545"/>
                        <a:gd name="connsiteY2" fmla="*/ 31282 h 34953"/>
                        <a:gd name="connsiteX3" fmla="*/ 4581 w 33545"/>
                        <a:gd name="connsiteY3" fmla="*/ 28520 h 34953"/>
                        <a:gd name="connsiteX4" fmla="*/ 5438 w 33545"/>
                        <a:gd name="connsiteY4" fmla="*/ 3755 h 34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545" h="34953">
                          <a:moveTo>
                            <a:pt x="5438" y="3755"/>
                          </a:moveTo>
                          <a:cubicBezTo>
                            <a:pt x="12487" y="-2341"/>
                            <a:pt x="23441" y="-817"/>
                            <a:pt x="29441" y="6898"/>
                          </a:cubicBezTo>
                          <a:cubicBezTo>
                            <a:pt x="35442" y="14613"/>
                            <a:pt x="34775" y="25662"/>
                            <a:pt x="28013" y="31282"/>
                          </a:cubicBezTo>
                          <a:cubicBezTo>
                            <a:pt x="21250" y="36902"/>
                            <a:pt x="11058" y="36140"/>
                            <a:pt x="4581" y="28520"/>
                          </a:cubicBezTo>
                          <a:cubicBezTo>
                            <a:pt x="-1801" y="21185"/>
                            <a:pt x="-1515" y="10136"/>
                            <a:pt x="5438" y="375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3" name="Forme libre : forme 13452">
                      <a:extLst>
                        <a:ext uri="{FF2B5EF4-FFF2-40B4-BE49-F238E27FC236}">
                          <a16:creationId xmlns:a16="http://schemas.microsoft.com/office/drawing/2014/main" id="{777E3E98-8A8D-4863-B3BA-4C841A7A9F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29856" y="2840442"/>
                      <a:ext cx="32717" cy="34710"/>
                    </a:xfrm>
                    <a:custGeom>
                      <a:avLst/>
                      <a:gdLst>
                        <a:gd name="connsiteX0" fmla="*/ 16097 w 32717"/>
                        <a:gd name="connsiteY0" fmla="*/ 17090 h 34710"/>
                        <a:gd name="connsiteX1" fmla="*/ 19621 w 32717"/>
                        <a:gd name="connsiteY1" fmla="*/ 34711 h 34710"/>
                        <a:gd name="connsiteX2" fmla="*/ 27146 w 32717"/>
                        <a:gd name="connsiteY2" fmla="*/ 31282 h 34710"/>
                        <a:gd name="connsiteX3" fmla="*/ 28575 w 32717"/>
                        <a:gd name="connsiteY3" fmla="*/ 6898 h 34710"/>
                        <a:gd name="connsiteX4" fmla="*/ 4572 w 32717"/>
                        <a:gd name="connsiteY4" fmla="*/ 3755 h 34710"/>
                        <a:gd name="connsiteX5" fmla="*/ 0 w 32717"/>
                        <a:gd name="connsiteY5" fmla="*/ 10994 h 34710"/>
                        <a:gd name="connsiteX6" fmla="*/ 16097 w 32717"/>
                        <a:gd name="connsiteY6" fmla="*/ 17090 h 34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717" h="34710">
                          <a:moveTo>
                            <a:pt x="16097" y="17090"/>
                          </a:moveTo>
                          <a:cubicBezTo>
                            <a:pt x="20383" y="22328"/>
                            <a:pt x="21241" y="28901"/>
                            <a:pt x="19621" y="34711"/>
                          </a:cubicBezTo>
                          <a:cubicBezTo>
                            <a:pt x="22288" y="34235"/>
                            <a:pt x="24955" y="33187"/>
                            <a:pt x="27146" y="31282"/>
                          </a:cubicBezTo>
                          <a:cubicBezTo>
                            <a:pt x="33909" y="25567"/>
                            <a:pt x="34671" y="14613"/>
                            <a:pt x="28575" y="6898"/>
                          </a:cubicBezTo>
                          <a:cubicBezTo>
                            <a:pt x="22574" y="-817"/>
                            <a:pt x="11716" y="-2341"/>
                            <a:pt x="4572" y="3755"/>
                          </a:cubicBezTo>
                          <a:cubicBezTo>
                            <a:pt x="2381" y="5755"/>
                            <a:pt x="857" y="8327"/>
                            <a:pt x="0" y="10994"/>
                          </a:cubicBezTo>
                          <a:cubicBezTo>
                            <a:pt x="5810" y="9851"/>
                            <a:pt x="11906" y="11851"/>
                            <a:pt x="16097" y="1709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4" name="Forme libre : forme 13453">
                      <a:extLst>
                        <a:ext uri="{FF2B5EF4-FFF2-40B4-BE49-F238E27FC236}">
                          <a16:creationId xmlns:a16="http://schemas.microsoft.com/office/drawing/2014/main" id="{75C77EAD-AD60-4544-A91A-E7B6824E50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32195" y="2846130"/>
                      <a:ext cx="14271" cy="16509"/>
                    </a:xfrm>
                    <a:custGeom>
                      <a:avLst/>
                      <a:gdLst>
                        <a:gd name="connsiteX0" fmla="*/ 614 w 14271"/>
                        <a:gd name="connsiteY0" fmla="*/ 5305 h 16509"/>
                        <a:gd name="connsiteX1" fmla="*/ 10139 w 14271"/>
                        <a:gd name="connsiteY1" fmla="*/ 638 h 16509"/>
                        <a:gd name="connsiteX2" fmla="*/ 13568 w 14271"/>
                        <a:gd name="connsiteY2" fmla="*/ 11306 h 16509"/>
                        <a:gd name="connsiteX3" fmla="*/ 4233 w 14271"/>
                        <a:gd name="connsiteY3" fmla="*/ 15973 h 16509"/>
                        <a:gd name="connsiteX4" fmla="*/ 614 w 14271"/>
                        <a:gd name="connsiteY4" fmla="*/ 5305 h 165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71" h="16509">
                          <a:moveTo>
                            <a:pt x="614" y="5305"/>
                          </a:moveTo>
                          <a:cubicBezTo>
                            <a:pt x="2233" y="1019"/>
                            <a:pt x="6519" y="-1172"/>
                            <a:pt x="10139" y="638"/>
                          </a:cubicBezTo>
                          <a:cubicBezTo>
                            <a:pt x="13758" y="2448"/>
                            <a:pt x="15282" y="7210"/>
                            <a:pt x="13568" y="11306"/>
                          </a:cubicBezTo>
                          <a:cubicBezTo>
                            <a:pt x="11853" y="15402"/>
                            <a:pt x="7853" y="17593"/>
                            <a:pt x="4233" y="15973"/>
                          </a:cubicBezTo>
                          <a:cubicBezTo>
                            <a:pt x="709" y="14354"/>
                            <a:pt x="-1006" y="9592"/>
                            <a:pt x="614" y="530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5" name="Forme libre : forme 13454">
                      <a:extLst>
                        <a:ext uri="{FF2B5EF4-FFF2-40B4-BE49-F238E27FC236}">
                          <a16:creationId xmlns:a16="http://schemas.microsoft.com/office/drawing/2014/main" id="{67F06309-93D8-45B1-809B-340345DBB0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36701" y="2858566"/>
                      <a:ext cx="5514" cy="5836"/>
                    </a:xfrm>
                    <a:custGeom>
                      <a:avLst/>
                      <a:gdLst>
                        <a:gd name="connsiteX0" fmla="*/ 870 w 5514"/>
                        <a:gd name="connsiteY0" fmla="*/ 680 h 5836"/>
                        <a:gd name="connsiteX1" fmla="*/ 4775 w 5514"/>
                        <a:gd name="connsiteY1" fmla="*/ 1061 h 5836"/>
                        <a:gd name="connsiteX2" fmla="*/ 4680 w 5514"/>
                        <a:gd name="connsiteY2" fmla="*/ 5157 h 5836"/>
                        <a:gd name="connsiteX3" fmla="*/ 774 w 5514"/>
                        <a:gd name="connsiteY3" fmla="*/ 4776 h 5836"/>
                        <a:gd name="connsiteX4" fmla="*/ 870 w 5514"/>
                        <a:gd name="connsiteY4" fmla="*/ 680 h 5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14" h="5836">
                          <a:moveTo>
                            <a:pt x="870" y="680"/>
                          </a:moveTo>
                          <a:cubicBezTo>
                            <a:pt x="2013" y="-368"/>
                            <a:pt x="3727" y="-177"/>
                            <a:pt x="4775" y="1061"/>
                          </a:cubicBezTo>
                          <a:cubicBezTo>
                            <a:pt x="5823" y="2299"/>
                            <a:pt x="5727" y="4109"/>
                            <a:pt x="4680" y="5157"/>
                          </a:cubicBezTo>
                          <a:cubicBezTo>
                            <a:pt x="3536" y="6205"/>
                            <a:pt x="1822" y="6014"/>
                            <a:pt x="774" y="4776"/>
                          </a:cubicBezTo>
                          <a:cubicBezTo>
                            <a:pt x="-273" y="3538"/>
                            <a:pt x="-273" y="1728"/>
                            <a:pt x="870" y="68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456" name="Graphique 5">
                    <a:extLst>
                      <a:ext uri="{FF2B5EF4-FFF2-40B4-BE49-F238E27FC236}">
                        <a16:creationId xmlns:a16="http://schemas.microsoft.com/office/drawing/2014/main" id="{0E95757C-0BA7-43A4-A54E-BAC41B2C61CA}"/>
                      </a:ext>
                    </a:extLst>
                  </p:cNvPr>
                  <p:cNvGrpSpPr/>
                  <p:nvPr/>
                </p:nvGrpSpPr>
                <p:grpSpPr>
                  <a:xfrm>
                    <a:off x="2843206" y="2809459"/>
                    <a:ext cx="34265" cy="35482"/>
                    <a:chOff x="2843206" y="2809459"/>
                    <a:chExt cx="34265" cy="35482"/>
                  </a:xfrm>
                  <a:solidFill>
                    <a:schemeClr val="accent1"/>
                  </a:solidFill>
                </p:grpSpPr>
                <p:sp>
                  <p:nvSpPr>
                    <p:cNvPr id="13457" name="Forme libre : forme 13456">
                      <a:extLst>
                        <a:ext uri="{FF2B5EF4-FFF2-40B4-BE49-F238E27FC236}">
                          <a16:creationId xmlns:a16="http://schemas.microsoft.com/office/drawing/2014/main" id="{D9224025-21A4-474B-B172-062C615581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3206" y="2809500"/>
                      <a:ext cx="34169" cy="35441"/>
                    </a:xfrm>
                    <a:custGeom>
                      <a:avLst/>
                      <a:gdLst>
                        <a:gd name="connsiteX0" fmla="*/ 6271 w 34169"/>
                        <a:gd name="connsiteY0" fmla="*/ 3740 h 35441"/>
                        <a:gd name="connsiteX1" fmla="*/ 30560 w 34169"/>
                        <a:gd name="connsiteY1" fmla="*/ 7264 h 35441"/>
                        <a:gd name="connsiteX2" fmla="*/ 27893 w 34169"/>
                        <a:gd name="connsiteY2" fmla="*/ 31839 h 35441"/>
                        <a:gd name="connsiteX3" fmla="*/ 4080 w 34169"/>
                        <a:gd name="connsiteY3" fmla="*/ 28505 h 35441"/>
                        <a:gd name="connsiteX4" fmla="*/ 6271 w 34169"/>
                        <a:gd name="connsiteY4" fmla="*/ 3740 h 35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169" h="35441">
                          <a:moveTo>
                            <a:pt x="6271" y="3740"/>
                          </a:moveTo>
                          <a:cubicBezTo>
                            <a:pt x="13700" y="-2451"/>
                            <a:pt x="24654" y="-737"/>
                            <a:pt x="30560" y="7264"/>
                          </a:cubicBezTo>
                          <a:cubicBezTo>
                            <a:pt x="36370" y="15265"/>
                            <a:pt x="34941" y="25933"/>
                            <a:pt x="27893" y="31839"/>
                          </a:cubicBezTo>
                          <a:cubicBezTo>
                            <a:pt x="20844" y="37744"/>
                            <a:pt x="10271" y="36220"/>
                            <a:pt x="4080" y="28505"/>
                          </a:cubicBezTo>
                          <a:cubicBezTo>
                            <a:pt x="-2111" y="20885"/>
                            <a:pt x="-1159" y="9836"/>
                            <a:pt x="6271" y="37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8" name="Forme libre : forme 13457">
                      <a:extLst>
                        <a:ext uri="{FF2B5EF4-FFF2-40B4-BE49-F238E27FC236}">
                          <a16:creationId xmlns:a16="http://schemas.microsoft.com/office/drawing/2014/main" id="{C0FCE274-4F4B-48C7-8EF9-F558D6C782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4524" y="2809459"/>
                      <a:ext cx="32946" cy="35213"/>
                    </a:xfrm>
                    <a:custGeom>
                      <a:avLst/>
                      <a:gdLst>
                        <a:gd name="connsiteX0" fmla="*/ 16097 w 32946"/>
                        <a:gd name="connsiteY0" fmla="*/ 17402 h 35213"/>
                        <a:gd name="connsiteX1" fmla="*/ 18859 w 32946"/>
                        <a:gd name="connsiteY1" fmla="*/ 35213 h 35213"/>
                        <a:gd name="connsiteX2" fmla="*/ 26670 w 32946"/>
                        <a:gd name="connsiteY2" fmla="*/ 31880 h 35213"/>
                        <a:gd name="connsiteX3" fmla="*/ 29337 w 32946"/>
                        <a:gd name="connsiteY3" fmla="*/ 7305 h 35213"/>
                        <a:gd name="connsiteX4" fmla="*/ 5048 w 32946"/>
                        <a:gd name="connsiteY4" fmla="*/ 3781 h 35213"/>
                        <a:gd name="connsiteX5" fmla="*/ 0 w 32946"/>
                        <a:gd name="connsiteY5" fmla="*/ 10829 h 35213"/>
                        <a:gd name="connsiteX6" fmla="*/ 16097 w 32946"/>
                        <a:gd name="connsiteY6" fmla="*/ 17402 h 35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946" h="35213">
                          <a:moveTo>
                            <a:pt x="16097" y="17402"/>
                          </a:moveTo>
                          <a:cubicBezTo>
                            <a:pt x="20193" y="22736"/>
                            <a:pt x="20860" y="29498"/>
                            <a:pt x="18859" y="35213"/>
                          </a:cubicBezTo>
                          <a:cubicBezTo>
                            <a:pt x="21622" y="34832"/>
                            <a:pt x="24384" y="33785"/>
                            <a:pt x="26670" y="31880"/>
                          </a:cubicBezTo>
                          <a:cubicBezTo>
                            <a:pt x="33718" y="25974"/>
                            <a:pt x="35147" y="15401"/>
                            <a:pt x="29337" y="7305"/>
                          </a:cubicBezTo>
                          <a:cubicBezTo>
                            <a:pt x="23527" y="-696"/>
                            <a:pt x="12478" y="-2506"/>
                            <a:pt x="5048" y="3781"/>
                          </a:cubicBezTo>
                          <a:cubicBezTo>
                            <a:pt x="2667" y="5686"/>
                            <a:pt x="1048" y="8162"/>
                            <a:pt x="0" y="10829"/>
                          </a:cubicBezTo>
                          <a:cubicBezTo>
                            <a:pt x="5810" y="9972"/>
                            <a:pt x="12097" y="12258"/>
                            <a:pt x="16097" y="1740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9" name="Forme libre : forme 13458">
                      <a:extLst>
                        <a:ext uri="{FF2B5EF4-FFF2-40B4-BE49-F238E27FC236}">
                          <a16:creationId xmlns:a16="http://schemas.microsoft.com/office/drawing/2014/main" id="{28DF2600-ACB1-4AB3-9246-AA682F506B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6650" y="2815349"/>
                      <a:ext cx="14647" cy="16657"/>
                    </a:xfrm>
                    <a:custGeom>
                      <a:avLst/>
                      <a:gdLst>
                        <a:gd name="connsiteX0" fmla="*/ 827 w 14647"/>
                        <a:gd name="connsiteY0" fmla="*/ 5130 h 16657"/>
                        <a:gd name="connsiteX1" fmla="*/ 10733 w 14647"/>
                        <a:gd name="connsiteY1" fmla="*/ 654 h 16657"/>
                        <a:gd name="connsiteX2" fmla="*/ 13781 w 14647"/>
                        <a:gd name="connsiteY2" fmla="*/ 11607 h 16657"/>
                        <a:gd name="connsiteX3" fmla="*/ 3971 w 14647"/>
                        <a:gd name="connsiteY3" fmla="*/ 15989 h 16657"/>
                        <a:gd name="connsiteX4" fmla="*/ 827 w 14647"/>
                        <a:gd name="connsiteY4" fmla="*/ 5130 h 166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47" h="16657">
                          <a:moveTo>
                            <a:pt x="827" y="5130"/>
                          </a:moveTo>
                          <a:cubicBezTo>
                            <a:pt x="2732" y="939"/>
                            <a:pt x="7209" y="-1156"/>
                            <a:pt x="10733" y="654"/>
                          </a:cubicBezTo>
                          <a:cubicBezTo>
                            <a:pt x="14353" y="2463"/>
                            <a:pt x="15686" y="7321"/>
                            <a:pt x="13781" y="11607"/>
                          </a:cubicBezTo>
                          <a:cubicBezTo>
                            <a:pt x="11972" y="15798"/>
                            <a:pt x="7590" y="17799"/>
                            <a:pt x="3971" y="15989"/>
                          </a:cubicBezTo>
                          <a:cubicBezTo>
                            <a:pt x="446" y="14179"/>
                            <a:pt x="-1078" y="9321"/>
                            <a:pt x="827" y="513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60" name="Forme libre : forme 13459">
                      <a:extLst>
                        <a:ext uri="{FF2B5EF4-FFF2-40B4-BE49-F238E27FC236}">
                          <a16:creationId xmlns:a16="http://schemas.microsoft.com/office/drawing/2014/main" id="{FBE1578B-ABD9-4D28-9771-2EA41010B7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0948" y="2827878"/>
                      <a:ext cx="5647" cy="5769"/>
                    </a:xfrm>
                    <a:custGeom>
                      <a:avLst/>
                      <a:gdLst>
                        <a:gd name="connsiteX0" fmla="*/ 1006 w 5647"/>
                        <a:gd name="connsiteY0" fmla="*/ 602 h 5769"/>
                        <a:gd name="connsiteX1" fmla="*/ 5007 w 5647"/>
                        <a:gd name="connsiteY1" fmla="*/ 1079 h 5769"/>
                        <a:gd name="connsiteX2" fmla="*/ 4625 w 5647"/>
                        <a:gd name="connsiteY2" fmla="*/ 5174 h 5769"/>
                        <a:gd name="connsiteX3" fmla="*/ 720 w 5647"/>
                        <a:gd name="connsiteY3" fmla="*/ 4603 h 5769"/>
                        <a:gd name="connsiteX4" fmla="*/ 1006 w 5647"/>
                        <a:gd name="connsiteY4" fmla="*/ 602 h 5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7" h="5769">
                          <a:moveTo>
                            <a:pt x="1006" y="602"/>
                          </a:moveTo>
                          <a:cubicBezTo>
                            <a:pt x="2244" y="-350"/>
                            <a:pt x="3959" y="-160"/>
                            <a:pt x="5007" y="1079"/>
                          </a:cubicBezTo>
                          <a:cubicBezTo>
                            <a:pt x="5959" y="2317"/>
                            <a:pt x="5864" y="4222"/>
                            <a:pt x="4625" y="5174"/>
                          </a:cubicBezTo>
                          <a:cubicBezTo>
                            <a:pt x="3387" y="6127"/>
                            <a:pt x="1673" y="5936"/>
                            <a:pt x="720" y="4603"/>
                          </a:cubicBezTo>
                          <a:cubicBezTo>
                            <a:pt x="-327" y="3365"/>
                            <a:pt x="-232" y="1555"/>
                            <a:pt x="1006" y="60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461" name="Graphique 5">
                    <a:extLst>
                      <a:ext uri="{FF2B5EF4-FFF2-40B4-BE49-F238E27FC236}">
                        <a16:creationId xmlns:a16="http://schemas.microsoft.com/office/drawing/2014/main" id="{DDF418BD-08DE-4306-8B7A-0989FB63E9EF}"/>
                      </a:ext>
                    </a:extLst>
                  </p:cNvPr>
                  <p:cNvGrpSpPr/>
                  <p:nvPr/>
                </p:nvGrpSpPr>
                <p:grpSpPr>
                  <a:xfrm>
                    <a:off x="2848023" y="2775034"/>
                    <a:ext cx="35254" cy="35391"/>
                    <a:chOff x="2848023" y="2775034"/>
                    <a:chExt cx="35254" cy="35391"/>
                  </a:xfrm>
                  <a:solidFill>
                    <a:schemeClr val="accent1"/>
                  </a:solidFill>
                </p:grpSpPr>
                <p:sp>
                  <p:nvSpPr>
                    <p:cNvPr id="13462" name="Forme libre : forme 13461">
                      <a:extLst>
                        <a:ext uri="{FF2B5EF4-FFF2-40B4-BE49-F238E27FC236}">
                          <a16:creationId xmlns:a16="http://schemas.microsoft.com/office/drawing/2014/main" id="{C93092B4-D42A-49B2-9E5E-47B24CA05F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8023" y="2775034"/>
                      <a:ext cx="35254" cy="35391"/>
                    </a:xfrm>
                    <a:custGeom>
                      <a:avLst/>
                      <a:gdLst>
                        <a:gd name="connsiteX0" fmla="*/ 7073 w 35254"/>
                        <a:gd name="connsiteY0" fmla="*/ 3440 h 35391"/>
                        <a:gd name="connsiteX1" fmla="*/ 31934 w 35254"/>
                        <a:gd name="connsiteY1" fmla="*/ 7345 h 35391"/>
                        <a:gd name="connsiteX2" fmla="*/ 28314 w 35254"/>
                        <a:gd name="connsiteY2" fmla="*/ 32110 h 35391"/>
                        <a:gd name="connsiteX3" fmla="*/ 3835 w 35254"/>
                        <a:gd name="connsiteY3" fmla="*/ 28300 h 35391"/>
                        <a:gd name="connsiteX4" fmla="*/ 7073 w 35254"/>
                        <a:gd name="connsiteY4" fmla="*/ 3440 h 35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54" h="35391">
                          <a:moveTo>
                            <a:pt x="7073" y="3440"/>
                          </a:moveTo>
                          <a:cubicBezTo>
                            <a:pt x="15075" y="-2371"/>
                            <a:pt x="26314" y="-656"/>
                            <a:pt x="31934" y="7345"/>
                          </a:cubicBezTo>
                          <a:cubicBezTo>
                            <a:pt x="37554" y="15346"/>
                            <a:pt x="35839" y="26490"/>
                            <a:pt x="28314" y="32110"/>
                          </a:cubicBezTo>
                          <a:cubicBezTo>
                            <a:pt x="20694" y="37730"/>
                            <a:pt x="9836" y="35920"/>
                            <a:pt x="3835" y="28300"/>
                          </a:cubicBezTo>
                          <a:cubicBezTo>
                            <a:pt x="-2261" y="20680"/>
                            <a:pt x="-1023" y="9155"/>
                            <a:pt x="7073" y="34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63" name="Forme libre : forme 13462">
                      <a:extLst>
                        <a:ext uri="{FF2B5EF4-FFF2-40B4-BE49-F238E27FC236}">
                          <a16:creationId xmlns:a16="http://schemas.microsoft.com/office/drawing/2014/main" id="{48B70922-EECB-4510-B478-5EC573A2FD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9477" y="2775034"/>
                      <a:ext cx="33774" cy="35253"/>
                    </a:xfrm>
                    <a:custGeom>
                      <a:avLst/>
                      <a:gdLst>
                        <a:gd name="connsiteX0" fmla="*/ 16478 w 33774"/>
                        <a:gd name="connsiteY0" fmla="*/ 17441 h 35253"/>
                        <a:gd name="connsiteX1" fmla="*/ 18479 w 33774"/>
                        <a:gd name="connsiteY1" fmla="*/ 35253 h 35253"/>
                        <a:gd name="connsiteX2" fmla="*/ 26765 w 33774"/>
                        <a:gd name="connsiteY2" fmla="*/ 32110 h 35253"/>
                        <a:gd name="connsiteX3" fmla="*/ 30385 w 33774"/>
                        <a:gd name="connsiteY3" fmla="*/ 7345 h 35253"/>
                        <a:gd name="connsiteX4" fmla="*/ 5525 w 33774"/>
                        <a:gd name="connsiteY4" fmla="*/ 3440 h 35253"/>
                        <a:gd name="connsiteX5" fmla="*/ 0 w 33774"/>
                        <a:gd name="connsiteY5" fmla="*/ 10298 h 35253"/>
                        <a:gd name="connsiteX6" fmla="*/ 16478 w 33774"/>
                        <a:gd name="connsiteY6" fmla="*/ 17441 h 35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774" h="35253">
                          <a:moveTo>
                            <a:pt x="16478" y="17441"/>
                          </a:moveTo>
                          <a:cubicBezTo>
                            <a:pt x="20479" y="22871"/>
                            <a:pt x="20955" y="29729"/>
                            <a:pt x="18479" y="35253"/>
                          </a:cubicBezTo>
                          <a:cubicBezTo>
                            <a:pt x="21431" y="34967"/>
                            <a:pt x="24289" y="34015"/>
                            <a:pt x="26765" y="32110"/>
                          </a:cubicBezTo>
                          <a:cubicBezTo>
                            <a:pt x="34385" y="26490"/>
                            <a:pt x="36100" y="15346"/>
                            <a:pt x="30385" y="7345"/>
                          </a:cubicBezTo>
                          <a:cubicBezTo>
                            <a:pt x="24765" y="-656"/>
                            <a:pt x="13525" y="-2371"/>
                            <a:pt x="5525" y="3440"/>
                          </a:cubicBezTo>
                          <a:cubicBezTo>
                            <a:pt x="2953" y="5249"/>
                            <a:pt x="1143" y="7726"/>
                            <a:pt x="0" y="10298"/>
                          </a:cubicBezTo>
                          <a:cubicBezTo>
                            <a:pt x="6191" y="9631"/>
                            <a:pt x="12573" y="12107"/>
                            <a:pt x="16478" y="1744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64" name="Forme libre : forme 13463">
                      <a:extLst>
                        <a:ext uri="{FF2B5EF4-FFF2-40B4-BE49-F238E27FC236}">
                          <a16:creationId xmlns:a16="http://schemas.microsoft.com/office/drawing/2014/main" id="{A1F5F594-E1F3-49FD-907B-E9C2EC6A2A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1625" y="2780765"/>
                      <a:ext cx="15322" cy="16563"/>
                    </a:xfrm>
                    <a:custGeom>
                      <a:avLst/>
                      <a:gdLst>
                        <a:gd name="connsiteX0" fmla="*/ 996 w 15322"/>
                        <a:gd name="connsiteY0" fmla="*/ 4853 h 16563"/>
                        <a:gd name="connsiteX1" fmla="*/ 11569 w 15322"/>
                        <a:gd name="connsiteY1" fmla="*/ 757 h 16563"/>
                        <a:gd name="connsiteX2" fmla="*/ 14236 w 15322"/>
                        <a:gd name="connsiteY2" fmla="*/ 11711 h 16563"/>
                        <a:gd name="connsiteX3" fmla="*/ 3853 w 15322"/>
                        <a:gd name="connsiteY3" fmla="*/ 15806 h 16563"/>
                        <a:gd name="connsiteX4" fmla="*/ 996 w 15322"/>
                        <a:gd name="connsiteY4" fmla="*/ 4853 h 16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22" h="16563">
                          <a:moveTo>
                            <a:pt x="996" y="4853"/>
                          </a:moveTo>
                          <a:cubicBezTo>
                            <a:pt x="3091" y="662"/>
                            <a:pt x="7854" y="-1148"/>
                            <a:pt x="11569" y="757"/>
                          </a:cubicBezTo>
                          <a:cubicBezTo>
                            <a:pt x="15188" y="2662"/>
                            <a:pt x="16426" y="7615"/>
                            <a:pt x="14236" y="11711"/>
                          </a:cubicBezTo>
                          <a:cubicBezTo>
                            <a:pt x="12140" y="15902"/>
                            <a:pt x="7473" y="17711"/>
                            <a:pt x="3853" y="15806"/>
                          </a:cubicBezTo>
                          <a:cubicBezTo>
                            <a:pt x="234" y="13901"/>
                            <a:pt x="-1100" y="8948"/>
                            <a:pt x="996" y="485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65" name="Forme libre : forme 13464">
                      <a:extLst>
                        <a:ext uri="{FF2B5EF4-FFF2-40B4-BE49-F238E27FC236}">
                          <a16:creationId xmlns:a16="http://schemas.microsoft.com/office/drawing/2014/main" id="{35B6CD5F-C02F-4529-AE5D-42B402A587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5768" y="2793153"/>
                      <a:ext cx="5829" cy="5884"/>
                    </a:xfrm>
                    <a:custGeom>
                      <a:avLst/>
                      <a:gdLst>
                        <a:gd name="connsiteX0" fmla="*/ 1138 w 5829"/>
                        <a:gd name="connsiteY0" fmla="*/ 561 h 5884"/>
                        <a:gd name="connsiteX1" fmla="*/ 5234 w 5829"/>
                        <a:gd name="connsiteY1" fmla="*/ 1228 h 5884"/>
                        <a:gd name="connsiteX2" fmla="*/ 4663 w 5829"/>
                        <a:gd name="connsiteY2" fmla="*/ 5323 h 5884"/>
                        <a:gd name="connsiteX3" fmla="*/ 567 w 5829"/>
                        <a:gd name="connsiteY3" fmla="*/ 4657 h 5884"/>
                        <a:gd name="connsiteX4" fmla="*/ 1138 w 5829"/>
                        <a:gd name="connsiteY4" fmla="*/ 561 h 5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9" h="5884">
                          <a:moveTo>
                            <a:pt x="1138" y="561"/>
                          </a:moveTo>
                          <a:cubicBezTo>
                            <a:pt x="2377" y="-392"/>
                            <a:pt x="4282" y="-106"/>
                            <a:pt x="5234" y="1228"/>
                          </a:cubicBezTo>
                          <a:cubicBezTo>
                            <a:pt x="6187" y="2561"/>
                            <a:pt x="5996" y="4371"/>
                            <a:pt x="4663" y="5323"/>
                          </a:cubicBezTo>
                          <a:cubicBezTo>
                            <a:pt x="3424" y="6276"/>
                            <a:pt x="1519" y="5990"/>
                            <a:pt x="567" y="4657"/>
                          </a:cubicBezTo>
                          <a:cubicBezTo>
                            <a:pt x="-386" y="3323"/>
                            <a:pt x="-100" y="1513"/>
                            <a:pt x="1138" y="5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466" name="Graphique 5">
                  <a:extLst>
                    <a:ext uri="{FF2B5EF4-FFF2-40B4-BE49-F238E27FC236}">
                      <a16:creationId xmlns:a16="http://schemas.microsoft.com/office/drawing/2014/main" id="{976414D0-8E1B-48D3-8FE8-17AAE435FC9B}"/>
                    </a:ext>
                  </a:extLst>
                </p:cNvPr>
                <p:cNvGrpSpPr/>
                <p:nvPr/>
              </p:nvGrpSpPr>
              <p:grpSpPr>
                <a:xfrm>
                  <a:off x="2738145" y="2692440"/>
                  <a:ext cx="60912" cy="105798"/>
                  <a:chOff x="2738145" y="2692440"/>
                  <a:chExt cx="60912" cy="105798"/>
                </a:xfrm>
                <a:solidFill>
                  <a:schemeClr val="accent1"/>
                </a:solidFill>
              </p:grpSpPr>
              <p:grpSp>
                <p:nvGrpSpPr>
                  <p:cNvPr id="13467" name="Graphique 5">
                    <a:extLst>
                      <a:ext uri="{FF2B5EF4-FFF2-40B4-BE49-F238E27FC236}">
                        <a16:creationId xmlns:a16="http://schemas.microsoft.com/office/drawing/2014/main" id="{96DF09C1-A861-4D78-8564-5F83198A1D90}"/>
                      </a:ext>
                    </a:extLst>
                  </p:cNvPr>
                  <p:cNvGrpSpPr/>
                  <p:nvPr/>
                </p:nvGrpSpPr>
                <p:grpSpPr>
                  <a:xfrm>
                    <a:off x="2738145" y="2762074"/>
                    <a:ext cx="37305" cy="36164"/>
                    <a:chOff x="2738145" y="2762074"/>
                    <a:chExt cx="37305" cy="36164"/>
                  </a:xfrm>
                  <a:solidFill>
                    <a:schemeClr val="accent1"/>
                  </a:solidFill>
                </p:grpSpPr>
                <p:sp>
                  <p:nvSpPr>
                    <p:cNvPr id="13468" name="Forme libre : forme 13467">
                      <a:extLst>
                        <a:ext uri="{FF2B5EF4-FFF2-40B4-BE49-F238E27FC236}">
                          <a16:creationId xmlns:a16="http://schemas.microsoft.com/office/drawing/2014/main" id="{98C64550-562C-4E84-966F-90BBFDCB0B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8145" y="2762111"/>
                      <a:ext cx="37305" cy="36127"/>
                    </a:xfrm>
                    <a:custGeom>
                      <a:avLst/>
                      <a:gdLst>
                        <a:gd name="connsiteX0" fmla="*/ 6176 w 37305"/>
                        <a:gd name="connsiteY0" fmla="*/ 5124 h 36127"/>
                        <a:gd name="connsiteX1" fmla="*/ 32846 w 37305"/>
                        <a:gd name="connsiteY1" fmla="*/ 5600 h 36127"/>
                        <a:gd name="connsiteX2" fmla="*/ 30941 w 37305"/>
                        <a:gd name="connsiteY2" fmla="*/ 31032 h 36127"/>
                        <a:gd name="connsiteX3" fmla="*/ 4938 w 37305"/>
                        <a:gd name="connsiteY3" fmla="*/ 30936 h 36127"/>
                        <a:gd name="connsiteX4" fmla="*/ 6176 w 37305"/>
                        <a:gd name="connsiteY4" fmla="*/ 5124 h 36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305" h="36127">
                          <a:moveTo>
                            <a:pt x="6176" y="5124"/>
                          </a:moveTo>
                          <a:cubicBezTo>
                            <a:pt x="14082" y="-1925"/>
                            <a:pt x="26179" y="-1639"/>
                            <a:pt x="32846" y="5600"/>
                          </a:cubicBezTo>
                          <a:cubicBezTo>
                            <a:pt x="39514" y="12934"/>
                            <a:pt x="38561" y="24364"/>
                            <a:pt x="30941" y="31032"/>
                          </a:cubicBezTo>
                          <a:cubicBezTo>
                            <a:pt x="23321" y="37699"/>
                            <a:pt x="11987" y="37985"/>
                            <a:pt x="4938" y="30936"/>
                          </a:cubicBezTo>
                          <a:cubicBezTo>
                            <a:pt x="-2110" y="23983"/>
                            <a:pt x="-1539" y="12458"/>
                            <a:pt x="6176" y="512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69" name="Forme libre : forme 13468">
                      <a:extLst>
                        <a:ext uri="{FF2B5EF4-FFF2-40B4-BE49-F238E27FC236}">
                          <a16:creationId xmlns:a16="http://schemas.microsoft.com/office/drawing/2014/main" id="{D92DE066-B3CB-437C-BBFF-09C382AE04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9178" y="2762074"/>
                      <a:ext cx="36272" cy="35449"/>
                    </a:xfrm>
                    <a:custGeom>
                      <a:avLst/>
                      <a:gdLst>
                        <a:gd name="connsiteX0" fmla="*/ 17812 w 36272"/>
                        <a:gd name="connsiteY0" fmla="*/ 17638 h 35449"/>
                        <a:gd name="connsiteX1" fmla="*/ 21431 w 36272"/>
                        <a:gd name="connsiteY1" fmla="*/ 35450 h 35449"/>
                        <a:gd name="connsiteX2" fmla="*/ 29908 w 36272"/>
                        <a:gd name="connsiteY2" fmla="*/ 31068 h 35449"/>
                        <a:gd name="connsiteX3" fmla="*/ 31814 w 36272"/>
                        <a:gd name="connsiteY3" fmla="*/ 5636 h 35449"/>
                        <a:gd name="connsiteX4" fmla="*/ 5144 w 36272"/>
                        <a:gd name="connsiteY4" fmla="*/ 5160 h 35449"/>
                        <a:gd name="connsiteX5" fmla="*/ 0 w 36272"/>
                        <a:gd name="connsiteY5" fmla="*/ 13161 h 35449"/>
                        <a:gd name="connsiteX6" fmla="*/ 17812 w 36272"/>
                        <a:gd name="connsiteY6" fmla="*/ 17638 h 35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272" h="35449">
                          <a:moveTo>
                            <a:pt x="17812" y="17638"/>
                          </a:moveTo>
                          <a:cubicBezTo>
                            <a:pt x="22479" y="22591"/>
                            <a:pt x="23432" y="29258"/>
                            <a:pt x="21431" y="35450"/>
                          </a:cubicBezTo>
                          <a:cubicBezTo>
                            <a:pt x="24384" y="34592"/>
                            <a:pt x="27337" y="33259"/>
                            <a:pt x="29908" y="31068"/>
                          </a:cubicBezTo>
                          <a:cubicBezTo>
                            <a:pt x="37529" y="24401"/>
                            <a:pt x="38481" y="12971"/>
                            <a:pt x="31814" y="5636"/>
                          </a:cubicBezTo>
                          <a:cubicBezTo>
                            <a:pt x="25241" y="-1603"/>
                            <a:pt x="13145" y="-1984"/>
                            <a:pt x="5144" y="5160"/>
                          </a:cubicBezTo>
                          <a:cubicBezTo>
                            <a:pt x="2667" y="7446"/>
                            <a:pt x="1048" y="10304"/>
                            <a:pt x="0" y="13161"/>
                          </a:cubicBezTo>
                          <a:cubicBezTo>
                            <a:pt x="6382" y="11351"/>
                            <a:pt x="13145" y="12780"/>
                            <a:pt x="17812" y="1763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70" name="Forme libre : forme 13469">
                      <a:extLst>
                        <a:ext uri="{FF2B5EF4-FFF2-40B4-BE49-F238E27FC236}">
                          <a16:creationId xmlns:a16="http://schemas.microsoft.com/office/drawing/2014/main" id="{56D98D6D-79B3-4729-B66C-3F74B664C0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1712" y="2768659"/>
                      <a:ext cx="15883" cy="17295"/>
                    </a:xfrm>
                    <a:custGeom>
                      <a:avLst/>
                      <a:gdLst>
                        <a:gd name="connsiteX0" fmla="*/ 705 w 15883"/>
                        <a:gd name="connsiteY0" fmla="*/ 6291 h 17295"/>
                        <a:gd name="connsiteX1" fmla="*/ 11373 w 15883"/>
                        <a:gd name="connsiteY1" fmla="*/ 386 h 17295"/>
                        <a:gd name="connsiteX2" fmla="*/ 15087 w 15883"/>
                        <a:gd name="connsiteY2" fmla="*/ 11054 h 17295"/>
                        <a:gd name="connsiteX3" fmla="*/ 4610 w 15883"/>
                        <a:gd name="connsiteY3" fmla="*/ 16959 h 17295"/>
                        <a:gd name="connsiteX4" fmla="*/ 705 w 15883"/>
                        <a:gd name="connsiteY4" fmla="*/ 6291 h 17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3" h="17295">
                          <a:moveTo>
                            <a:pt x="705" y="6291"/>
                          </a:moveTo>
                          <a:cubicBezTo>
                            <a:pt x="2514" y="1624"/>
                            <a:pt x="7277" y="-1043"/>
                            <a:pt x="11373" y="386"/>
                          </a:cubicBezTo>
                          <a:cubicBezTo>
                            <a:pt x="15373" y="1814"/>
                            <a:pt x="16992" y="6577"/>
                            <a:pt x="15087" y="11054"/>
                          </a:cubicBezTo>
                          <a:cubicBezTo>
                            <a:pt x="13182" y="15530"/>
                            <a:pt x="8610" y="18293"/>
                            <a:pt x="4610" y="16959"/>
                          </a:cubicBezTo>
                          <a:cubicBezTo>
                            <a:pt x="705" y="15626"/>
                            <a:pt x="-1105" y="10863"/>
                            <a:pt x="705" y="629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71" name="Forme libre : forme 13470">
                      <a:extLst>
                        <a:ext uri="{FF2B5EF4-FFF2-40B4-BE49-F238E27FC236}">
                          <a16:creationId xmlns:a16="http://schemas.microsoft.com/office/drawing/2014/main" id="{DB84E0EE-7F41-4FCF-9DA5-ED2C873ECD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6664" y="2781568"/>
                      <a:ext cx="6078" cy="6003"/>
                    </a:xfrm>
                    <a:custGeom>
                      <a:avLst/>
                      <a:gdLst>
                        <a:gd name="connsiteX0" fmla="*/ 991 w 6078"/>
                        <a:gd name="connsiteY0" fmla="*/ 906 h 6003"/>
                        <a:gd name="connsiteX1" fmla="*/ 5278 w 6078"/>
                        <a:gd name="connsiteY1" fmla="*/ 811 h 6003"/>
                        <a:gd name="connsiteX2" fmla="*/ 5087 w 6078"/>
                        <a:gd name="connsiteY2" fmla="*/ 5097 h 6003"/>
                        <a:gd name="connsiteX3" fmla="*/ 801 w 6078"/>
                        <a:gd name="connsiteY3" fmla="*/ 5193 h 6003"/>
                        <a:gd name="connsiteX4" fmla="*/ 991 w 6078"/>
                        <a:gd name="connsiteY4" fmla="*/ 906 h 6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8" h="6003">
                          <a:moveTo>
                            <a:pt x="991" y="906"/>
                          </a:moveTo>
                          <a:cubicBezTo>
                            <a:pt x="2230" y="-237"/>
                            <a:pt x="4135" y="-332"/>
                            <a:pt x="5278" y="811"/>
                          </a:cubicBezTo>
                          <a:cubicBezTo>
                            <a:pt x="6421" y="1954"/>
                            <a:pt x="6326" y="3859"/>
                            <a:pt x="5087" y="5097"/>
                          </a:cubicBezTo>
                          <a:cubicBezTo>
                            <a:pt x="3849" y="6240"/>
                            <a:pt x="1944" y="6336"/>
                            <a:pt x="801" y="5193"/>
                          </a:cubicBezTo>
                          <a:cubicBezTo>
                            <a:pt x="-342" y="4050"/>
                            <a:pt x="-247" y="2145"/>
                            <a:pt x="991" y="90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472" name="Graphique 5">
                    <a:extLst>
                      <a:ext uri="{FF2B5EF4-FFF2-40B4-BE49-F238E27FC236}">
                        <a16:creationId xmlns:a16="http://schemas.microsoft.com/office/drawing/2014/main" id="{B8D6504A-5003-4CDF-A14C-A3FC29D9D9F7}"/>
                      </a:ext>
                    </a:extLst>
                  </p:cNvPr>
                  <p:cNvGrpSpPr/>
                  <p:nvPr/>
                </p:nvGrpSpPr>
                <p:grpSpPr>
                  <a:xfrm>
                    <a:off x="2754248" y="2728501"/>
                    <a:ext cx="38053" cy="36504"/>
                    <a:chOff x="2754248" y="2728501"/>
                    <a:chExt cx="38053" cy="36504"/>
                  </a:xfrm>
                  <a:solidFill>
                    <a:schemeClr val="accent1"/>
                  </a:solidFill>
                </p:grpSpPr>
                <p:sp>
                  <p:nvSpPr>
                    <p:cNvPr id="13473" name="Forme libre : forme 13472">
                      <a:extLst>
                        <a:ext uri="{FF2B5EF4-FFF2-40B4-BE49-F238E27FC236}">
                          <a16:creationId xmlns:a16="http://schemas.microsoft.com/office/drawing/2014/main" id="{D0796B12-05E0-418B-96FE-AC5BE5CE32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4248" y="2728534"/>
                      <a:ext cx="37957" cy="36470"/>
                    </a:xfrm>
                    <a:custGeom>
                      <a:avLst/>
                      <a:gdLst>
                        <a:gd name="connsiteX0" fmla="*/ 7028 w 37957"/>
                        <a:gd name="connsiteY0" fmla="*/ 5077 h 36470"/>
                        <a:gd name="connsiteX1" fmla="*/ 33983 w 37957"/>
                        <a:gd name="connsiteY1" fmla="*/ 6029 h 36470"/>
                        <a:gd name="connsiteX2" fmla="*/ 30840 w 37957"/>
                        <a:gd name="connsiteY2" fmla="*/ 31556 h 36470"/>
                        <a:gd name="connsiteX3" fmla="*/ 4361 w 37957"/>
                        <a:gd name="connsiteY3" fmla="*/ 30794 h 36470"/>
                        <a:gd name="connsiteX4" fmla="*/ 7028 w 37957"/>
                        <a:gd name="connsiteY4" fmla="*/ 5077 h 36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957" h="36470">
                          <a:moveTo>
                            <a:pt x="7028" y="5077"/>
                          </a:moveTo>
                          <a:cubicBezTo>
                            <a:pt x="15219" y="-2162"/>
                            <a:pt x="27506" y="-1495"/>
                            <a:pt x="33983" y="6029"/>
                          </a:cubicBezTo>
                          <a:cubicBezTo>
                            <a:pt x="40460" y="13649"/>
                            <a:pt x="38746" y="24794"/>
                            <a:pt x="30840" y="31556"/>
                          </a:cubicBezTo>
                          <a:cubicBezTo>
                            <a:pt x="22934" y="38414"/>
                            <a:pt x="11219" y="38033"/>
                            <a:pt x="4361" y="30794"/>
                          </a:cubicBezTo>
                          <a:cubicBezTo>
                            <a:pt x="-2307" y="23651"/>
                            <a:pt x="-1259" y="12125"/>
                            <a:pt x="7028" y="507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74" name="Forme libre : forme 13473">
                      <a:extLst>
                        <a:ext uri="{FF2B5EF4-FFF2-40B4-BE49-F238E27FC236}">
                          <a16:creationId xmlns:a16="http://schemas.microsoft.com/office/drawing/2014/main" id="{D5D1DED9-28AB-4F3F-B9F8-7E431D659F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5751" y="2728501"/>
                      <a:ext cx="36550" cy="35971"/>
                    </a:xfrm>
                    <a:custGeom>
                      <a:avLst/>
                      <a:gdLst>
                        <a:gd name="connsiteX0" fmla="*/ 17812 w 36550"/>
                        <a:gd name="connsiteY0" fmla="*/ 17969 h 35971"/>
                        <a:gd name="connsiteX1" fmla="*/ 20669 w 36550"/>
                        <a:gd name="connsiteY1" fmla="*/ 35971 h 35971"/>
                        <a:gd name="connsiteX2" fmla="*/ 29432 w 36550"/>
                        <a:gd name="connsiteY2" fmla="*/ 31590 h 35971"/>
                        <a:gd name="connsiteX3" fmla="*/ 32575 w 36550"/>
                        <a:gd name="connsiteY3" fmla="*/ 6063 h 35971"/>
                        <a:gd name="connsiteX4" fmla="*/ 5620 w 36550"/>
                        <a:gd name="connsiteY4" fmla="*/ 5111 h 35971"/>
                        <a:gd name="connsiteX5" fmla="*/ 0 w 36550"/>
                        <a:gd name="connsiteY5" fmla="*/ 12921 h 35971"/>
                        <a:gd name="connsiteX6" fmla="*/ 17812 w 36550"/>
                        <a:gd name="connsiteY6" fmla="*/ 17969 h 35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550" h="35971">
                          <a:moveTo>
                            <a:pt x="17812" y="17969"/>
                          </a:moveTo>
                          <a:cubicBezTo>
                            <a:pt x="22288" y="23017"/>
                            <a:pt x="23050" y="29971"/>
                            <a:pt x="20669" y="35971"/>
                          </a:cubicBezTo>
                          <a:cubicBezTo>
                            <a:pt x="23813" y="35305"/>
                            <a:pt x="26765" y="33876"/>
                            <a:pt x="29432" y="31590"/>
                          </a:cubicBezTo>
                          <a:cubicBezTo>
                            <a:pt x="37338" y="24732"/>
                            <a:pt x="39053" y="13683"/>
                            <a:pt x="32575" y="6063"/>
                          </a:cubicBezTo>
                          <a:cubicBezTo>
                            <a:pt x="26099" y="-1557"/>
                            <a:pt x="13811" y="-2129"/>
                            <a:pt x="5620" y="5111"/>
                          </a:cubicBezTo>
                          <a:cubicBezTo>
                            <a:pt x="2953" y="7396"/>
                            <a:pt x="1143" y="10063"/>
                            <a:pt x="0" y="12921"/>
                          </a:cubicBezTo>
                          <a:cubicBezTo>
                            <a:pt x="6477" y="11397"/>
                            <a:pt x="13335" y="13016"/>
                            <a:pt x="17812" y="1796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75" name="Forme libre : forme 13474">
                      <a:extLst>
                        <a:ext uri="{FF2B5EF4-FFF2-40B4-BE49-F238E27FC236}">
                          <a16:creationId xmlns:a16="http://schemas.microsoft.com/office/drawing/2014/main" id="{951C4232-1FF5-4F19-8CE9-5BD84691D8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8068" y="2735121"/>
                      <a:ext cx="16265" cy="17277"/>
                    </a:xfrm>
                    <a:custGeom>
                      <a:avLst/>
                      <a:gdLst>
                        <a:gd name="connsiteX0" fmla="*/ 922 w 16265"/>
                        <a:gd name="connsiteY0" fmla="*/ 6110 h 17277"/>
                        <a:gd name="connsiteX1" fmla="*/ 11971 w 16265"/>
                        <a:gd name="connsiteY1" fmla="*/ 395 h 17277"/>
                        <a:gd name="connsiteX2" fmla="*/ 15304 w 16265"/>
                        <a:gd name="connsiteY2" fmla="*/ 11253 h 17277"/>
                        <a:gd name="connsiteX3" fmla="*/ 4351 w 16265"/>
                        <a:gd name="connsiteY3" fmla="*/ 16873 h 17277"/>
                        <a:gd name="connsiteX4" fmla="*/ 922 w 16265"/>
                        <a:gd name="connsiteY4" fmla="*/ 6110 h 172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65" h="17277">
                          <a:moveTo>
                            <a:pt x="922" y="6110"/>
                          </a:moveTo>
                          <a:cubicBezTo>
                            <a:pt x="3017" y="1538"/>
                            <a:pt x="8065" y="-1034"/>
                            <a:pt x="11971" y="395"/>
                          </a:cubicBezTo>
                          <a:cubicBezTo>
                            <a:pt x="15971" y="1824"/>
                            <a:pt x="17400" y="6777"/>
                            <a:pt x="15304" y="11253"/>
                          </a:cubicBezTo>
                          <a:cubicBezTo>
                            <a:pt x="13209" y="15825"/>
                            <a:pt x="8351" y="18302"/>
                            <a:pt x="4351" y="16873"/>
                          </a:cubicBezTo>
                          <a:cubicBezTo>
                            <a:pt x="445" y="15540"/>
                            <a:pt x="-1174" y="10682"/>
                            <a:pt x="922" y="61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76" name="Forme libre : forme 13475">
                      <a:extLst>
                        <a:ext uri="{FF2B5EF4-FFF2-40B4-BE49-F238E27FC236}">
                          <a16:creationId xmlns:a16="http://schemas.microsoft.com/office/drawing/2014/main" id="{C5F1E523-CB88-4698-93E2-70A824BF8F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2850" y="2748196"/>
                      <a:ext cx="6153" cy="6072"/>
                    </a:xfrm>
                    <a:custGeom>
                      <a:avLst/>
                      <a:gdLst>
                        <a:gd name="connsiteX0" fmla="*/ 1092 w 6153"/>
                        <a:gd name="connsiteY0" fmla="*/ 846 h 6072"/>
                        <a:gd name="connsiteX1" fmla="*/ 5474 w 6153"/>
                        <a:gd name="connsiteY1" fmla="*/ 941 h 6072"/>
                        <a:gd name="connsiteX2" fmla="*/ 5093 w 6153"/>
                        <a:gd name="connsiteY2" fmla="*/ 5227 h 6072"/>
                        <a:gd name="connsiteX3" fmla="*/ 711 w 6153"/>
                        <a:gd name="connsiteY3" fmla="*/ 5132 h 6072"/>
                        <a:gd name="connsiteX4" fmla="*/ 1092 w 6153"/>
                        <a:gd name="connsiteY4" fmla="*/ 846 h 6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53" h="6072">
                          <a:moveTo>
                            <a:pt x="1092" y="846"/>
                          </a:moveTo>
                          <a:cubicBezTo>
                            <a:pt x="2426" y="-297"/>
                            <a:pt x="4426" y="-297"/>
                            <a:pt x="5474" y="941"/>
                          </a:cubicBezTo>
                          <a:cubicBezTo>
                            <a:pt x="6522" y="2179"/>
                            <a:pt x="6331" y="4084"/>
                            <a:pt x="5093" y="5227"/>
                          </a:cubicBezTo>
                          <a:cubicBezTo>
                            <a:pt x="3759" y="6370"/>
                            <a:pt x="1759" y="6370"/>
                            <a:pt x="711" y="5132"/>
                          </a:cubicBezTo>
                          <a:cubicBezTo>
                            <a:pt x="-336" y="3894"/>
                            <a:pt x="-241" y="1989"/>
                            <a:pt x="1092" y="8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477" name="Graphique 5">
                    <a:extLst>
                      <a:ext uri="{FF2B5EF4-FFF2-40B4-BE49-F238E27FC236}">
                        <a16:creationId xmlns:a16="http://schemas.microsoft.com/office/drawing/2014/main" id="{4F821E19-F1A8-48C5-A0B4-5297690BA2E3}"/>
                      </a:ext>
                    </a:extLst>
                  </p:cNvPr>
                  <p:cNvGrpSpPr/>
                  <p:nvPr/>
                </p:nvGrpSpPr>
                <p:grpSpPr>
                  <a:xfrm>
                    <a:off x="2759805" y="2692440"/>
                    <a:ext cx="39252" cy="36481"/>
                    <a:chOff x="2759805" y="2692440"/>
                    <a:chExt cx="39252" cy="36481"/>
                  </a:xfrm>
                  <a:solidFill>
                    <a:schemeClr val="accent1"/>
                  </a:solidFill>
                </p:grpSpPr>
                <p:sp>
                  <p:nvSpPr>
                    <p:cNvPr id="13478" name="Forme libre : forme 13477">
                      <a:extLst>
                        <a:ext uri="{FF2B5EF4-FFF2-40B4-BE49-F238E27FC236}">
                          <a16:creationId xmlns:a16="http://schemas.microsoft.com/office/drawing/2014/main" id="{224188E5-136D-4A94-AA93-E536EBFE8D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9805" y="2692440"/>
                      <a:ext cx="39156" cy="36481"/>
                    </a:xfrm>
                    <a:custGeom>
                      <a:avLst/>
                      <a:gdLst>
                        <a:gd name="connsiteX0" fmla="*/ 7852 w 39156"/>
                        <a:gd name="connsiteY0" fmla="*/ 4786 h 36481"/>
                        <a:gd name="connsiteX1" fmla="*/ 35475 w 39156"/>
                        <a:gd name="connsiteY1" fmla="*/ 6119 h 36481"/>
                        <a:gd name="connsiteX2" fmla="*/ 31284 w 39156"/>
                        <a:gd name="connsiteY2" fmla="*/ 31932 h 36481"/>
                        <a:gd name="connsiteX3" fmla="*/ 4042 w 39156"/>
                        <a:gd name="connsiteY3" fmla="*/ 30694 h 36481"/>
                        <a:gd name="connsiteX4" fmla="*/ 7852 w 39156"/>
                        <a:gd name="connsiteY4" fmla="*/ 4786 h 36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56" h="36481">
                          <a:moveTo>
                            <a:pt x="7852" y="4786"/>
                          </a:moveTo>
                          <a:cubicBezTo>
                            <a:pt x="16710" y="-2072"/>
                            <a:pt x="29188" y="-1501"/>
                            <a:pt x="35475" y="6119"/>
                          </a:cubicBezTo>
                          <a:cubicBezTo>
                            <a:pt x="41761" y="13740"/>
                            <a:pt x="39761" y="25360"/>
                            <a:pt x="31284" y="31932"/>
                          </a:cubicBezTo>
                          <a:cubicBezTo>
                            <a:pt x="22806" y="38505"/>
                            <a:pt x="10614" y="37838"/>
                            <a:pt x="4042" y="30694"/>
                          </a:cubicBezTo>
                          <a:cubicBezTo>
                            <a:pt x="-2435" y="23455"/>
                            <a:pt x="-1101" y="11549"/>
                            <a:pt x="7852" y="47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79" name="Forme libre : forme 13478">
                      <a:extLst>
                        <a:ext uri="{FF2B5EF4-FFF2-40B4-BE49-F238E27FC236}">
                          <a16:creationId xmlns:a16="http://schemas.microsoft.com/office/drawing/2014/main" id="{BD4B47DF-5661-4610-9175-23C4D599C8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1562" y="2692440"/>
                      <a:ext cx="37496" cy="36027"/>
                    </a:xfrm>
                    <a:custGeom>
                      <a:avLst/>
                      <a:gdLst>
                        <a:gd name="connsiteX0" fmla="*/ 18193 w 37496"/>
                        <a:gd name="connsiteY0" fmla="*/ 17931 h 36027"/>
                        <a:gd name="connsiteX1" fmla="*/ 20383 w 37496"/>
                        <a:gd name="connsiteY1" fmla="*/ 36028 h 36027"/>
                        <a:gd name="connsiteX2" fmla="*/ 29623 w 37496"/>
                        <a:gd name="connsiteY2" fmla="*/ 31932 h 36027"/>
                        <a:gd name="connsiteX3" fmla="*/ 33814 w 37496"/>
                        <a:gd name="connsiteY3" fmla="*/ 6119 h 36027"/>
                        <a:gd name="connsiteX4" fmla="*/ 6191 w 37496"/>
                        <a:gd name="connsiteY4" fmla="*/ 4786 h 36027"/>
                        <a:gd name="connsiteX5" fmla="*/ 0 w 37496"/>
                        <a:gd name="connsiteY5" fmla="*/ 12501 h 36027"/>
                        <a:gd name="connsiteX6" fmla="*/ 18193 w 37496"/>
                        <a:gd name="connsiteY6" fmla="*/ 17931 h 360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96" h="36027">
                          <a:moveTo>
                            <a:pt x="18193" y="17931"/>
                          </a:moveTo>
                          <a:cubicBezTo>
                            <a:pt x="22574" y="23074"/>
                            <a:pt x="23050" y="30027"/>
                            <a:pt x="20383" y="36028"/>
                          </a:cubicBezTo>
                          <a:cubicBezTo>
                            <a:pt x="23622" y="35457"/>
                            <a:pt x="26860" y="34123"/>
                            <a:pt x="29623" y="31932"/>
                          </a:cubicBezTo>
                          <a:cubicBezTo>
                            <a:pt x="38100" y="25360"/>
                            <a:pt x="40100" y="13740"/>
                            <a:pt x="33814" y="6119"/>
                          </a:cubicBezTo>
                          <a:cubicBezTo>
                            <a:pt x="27527" y="-1501"/>
                            <a:pt x="15050" y="-2072"/>
                            <a:pt x="6191" y="4786"/>
                          </a:cubicBezTo>
                          <a:cubicBezTo>
                            <a:pt x="3334" y="6977"/>
                            <a:pt x="1333" y="9644"/>
                            <a:pt x="0" y="12501"/>
                          </a:cubicBezTo>
                          <a:cubicBezTo>
                            <a:pt x="6858" y="11073"/>
                            <a:pt x="13811" y="12978"/>
                            <a:pt x="18193" y="1793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80" name="Forme libre : forme 13479">
                      <a:extLst>
                        <a:ext uri="{FF2B5EF4-FFF2-40B4-BE49-F238E27FC236}">
                          <a16:creationId xmlns:a16="http://schemas.microsoft.com/office/drawing/2014/main" id="{B1AE803F-F96D-4DFD-9D5C-D9D35ABCB1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3837" y="2698966"/>
                      <a:ext cx="17004" cy="17198"/>
                    </a:xfrm>
                    <a:custGeom>
                      <a:avLst/>
                      <a:gdLst>
                        <a:gd name="connsiteX0" fmla="*/ 1154 w 17004"/>
                        <a:gd name="connsiteY0" fmla="*/ 5880 h 17198"/>
                        <a:gd name="connsiteX1" fmla="*/ 12870 w 17004"/>
                        <a:gd name="connsiteY1" fmla="*/ 450 h 17198"/>
                        <a:gd name="connsiteX2" fmla="*/ 15822 w 17004"/>
                        <a:gd name="connsiteY2" fmla="*/ 11404 h 17198"/>
                        <a:gd name="connsiteX3" fmla="*/ 4297 w 17004"/>
                        <a:gd name="connsiteY3" fmla="*/ 16738 h 17198"/>
                        <a:gd name="connsiteX4" fmla="*/ 1154 w 17004"/>
                        <a:gd name="connsiteY4" fmla="*/ 5880 h 1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04" h="17198">
                          <a:moveTo>
                            <a:pt x="1154" y="5880"/>
                          </a:moveTo>
                          <a:cubicBezTo>
                            <a:pt x="3535" y="1403"/>
                            <a:pt x="8774" y="-1074"/>
                            <a:pt x="12870" y="450"/>
                          </a:cubicBezTo>
                          <a:cubicBezTo>
                            <a:pt x="16870" y="1974"/>
                            <a:pt x="18204" y="6927"/>
                            <a:pt x="15822" y="11404"/>
                          </a:cubicBezTo>
                          <a:cubicBezTo>
                            <a:pt x="13441" y="15881"/>
                            <a:pt x="8298" y="18262"/>
                            <a:pt x="4297" y="16738"/>
                          </a:cubicBezTo>
                          <a:cubicBezTo>
                            <a:pt x="201" y="15214"/>
                            <a:pt x="-1227" y="10356"/>
                            <a:pt x="1154" y="588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81" name="Forme libre : forme 13480">
                      <a:extLst>
                        <a:ext uri="{FF2B5EF4-FFF2-40B4-BE49-F238E27FC236}">
                          <a16:creationId xmlns:a16="http://schemas.microsoft.com/office/drawing/2014/main" id="{E13B43C6-E661-4AE2-A2C2-68856F4096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8320" y="2711951"/>
                      <a:ext cx="6538" cy="5983"/>
                    </a:xfrm>
                    <a:custGeom>
                      <a:avLst/>
                      <a:gdLst>
                        <a:gd name="connsiteX0" fmla="*/ 1337 w 6538"/>
                        <a:gd name="connsiteY0" fmla="*/ 801 h 5983"/>
                        <a:gd name="connsiteX1" fmla="*/ 5909 w 6538"/>
                        <a:gd name="connsiteY1" fmla="*/ 991 h 5983"/>
                        <a:gd name="connsiteX2" fmla="*/ 5243 w 6538"/>
                        <a:gd name="connsiteY2" fmla="*/ 5182 h 5983"/>
                        <a:gd name="connsiteX3" fmla="*/ 671 w 6538"/>
                        <a:gd name="connsiteY3" fmla="*/ 4992 h 5983"/>
                        <a:gd name="connsiteX4" fmla="*/ 1337 w 6538"/>
                        <a:gd name="connsiteY4" fmla="*/ 801 h 5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38" h="5983">
                          <a:moveTo>
                            <a:pt x="1337" y="801"/>
                          </a:moveTo>
                          <a:cubicBezTo>
                            <a:pt x="2766" y="-342"/>
                            <a:pt x="4766" y="-247"/>
                            <a:pt x="5909" y="991"/>
                          </a:cubicBezTo>
                          <a:cubicBezTo>
                            <a:pt x="6957" y="2230"/>
                            <a:pt x="6671" y="4135"/>
                            <a:pt x="5243" y="5182"/>
                          </a:cubicBezTo>
                          <a:cubicBezTo>
                            <a:pt x="3814" y="6325"/>
                            <a:pt x="1813" y="6230"/>
                            <a:pt x="671" y="4992"/>
                          </a:cubicBezTo>
                          <a:cubicBezTo>
                            <a:pt x="-472" y="3754"/>
                            <a:pt x="-91" y="1849"/>
                            <a:pt x="1337" y="80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482" name="Graphique 5">
                  <a:extLst>
                    <a:ext uri="{FF2B5EF4-FFF2-40B4-BE49-F238E27FC236}">
                      <a16:creationId xmlns:a16="http://schemas.microsoft.com/office/drawing/2014/main" id="{C5581EF7-C084-43B0-8993-4F5AF909F819}"/>
                    </a:ext>
                  </a:extLst>
                </p:cNvPr>
                <p:cNvGrpSpPr/>
                <p:nvPr/>
              </p:nvGrpSpPr>
              <p:grpSpPr>
                <a:xfrm>
                  <a:off x="2669661" y="2611688"/>
                  <a:ext cx="73796" cy="99642"/>
                  <a:chOff x="2669661" y="2611688"/>
                  <a:chExt cx="73796" cy="99642"/>
                </a:xfrm>
                <a:solidFill>
                  <a:schemeClr val="accent1"/>
                </a:solidFill>
              </p:grpSpPr>
              <p:grpSp>
                <p:nvGrpSpPr>
                  <p:cNvPr id="13483" name="Graphique 5">
                    <a:extLst>
                      <a:ext uri="{FF2B5EF4-FFF2-40B4-BE49-F238E27FC236}">
                        <a16:creationId xmlns:a16="http://schemas.microsoft.com/office/drawing/2014/main" id="{0A8FCAAE-D519-4145-B13D-CD5DDA94C695}"/>
                      </a:ext>
                    </a:extLst>
                  </p:cNvPr>
                  <p:cNvGrpSpPr/>
                  <p:nvPr/>
                </p:nvGrpSpPr>
                <p:grpSpPr>
                  <a:xfrm>
                    <a:off x="2669661" y="2611688"/>
                    <a:ext cx="42913" cy="38103"/>
                    <a:chOff x="2669661" y="2611688"/>
                    <a:chExt cx="42913" cy="38103"/>
                  </a:xfrm>
                  <a:solidFill>
                    <a:schemeClr val="accent1"/>
                  </a:solidFill>
                </p:grpSpPr>
                <p:sp>
                  <p:nvSpPr>
                    <p:cNvPr id="13484" name="Forme libre : forme 13483">
                      <a:extLst>
                        <a:ext uri="{FF2B5EF4-FFF2-40B4-BE49-F238E27FC236}">
                          <a16:creationId xmlns:a16="http://schemas.microsoft.com/office/drawing/2014/main" id="{AC22DFBF-B758-4A81-B3E7-FCA6ED2042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69756" y="2611688"/>
                      <a:ext cx="42818" cy="38103"/>
                    </a:xfrm>
                    <a:custGeom>
                      <a:avLst/>
                      <a:gdLst>
                        <a:gd name="connsiteX0" fmla="*/ 42371 w 42818"/>
                        <a:gd name="connsiteY0" fmla="*/ 19053 h 38103"/>
                        <a:gd name="connsiteX1" fmla="*/ 17606 w 42818"/>
                        <a:gd name="connsiteY1" fmla="*/ 38103 h 38103"/>
                        <a:gd name="connsiteX2" fmla="*/ 365 w 42818"/>
                        <a:gd name="connsiteY2" fmla="*/ 19434 h 38103"/>
                        <a:gd name="connsiteX3" fmla="*/ 25797 w 42818"/>
                        <a:gd name="connsiteY3" fmla="*/ 3 h 38103"/>
                        <a:gd name="connsiteX4" fmla="*/ 42371 w 42818"/>
                        <a:gd name="connsiteY4" fmla="*/ 19053 h 38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818" h="38103">
                          <a:moveTo>
                            <a:pt x="42371" y="19053"/>
                          </a:moveTo>
                          <a:cubicBezTo>
                            <a:pt x="39989" y="29626"/>
                            <a:pt x="29131" y="38008"/>
                            <a:pt x="17606" y="38103"/>
                          </a:cubicBezTo>
                          <a:cubicBezTo>
                            <a:pt x="6080" y="38198"/>
                            <a:pt x="-1825" y="29912"/>
                            <a:pt x="365" y="19434"/>
                          </a:cubicBezTo>
                          <a:cubicBezTo>
                            <a:pt x="2556" y="8957"/>
                            <a:pt x="14081" y="98"/>
                            <a:pt x="25797" y="3"/>
                          </a:cubicBezTo>
                          <a:cubicBezTo>
                            <a:pt x="37417" y="-187"/>
                            <a:pt x="44752" y="8480"/>
                            <a:pt x="42371" y="190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85" name="Forme libre : forme 13484">
                      <a:extLst>
                        <a:ext uri="{FF2B5EF4-FFF2-40B4-BE49-F238E27FC236}">
                          <a16:creationId xmlns:a16="http://schemas.microsoft.com/office/drawing/2014/main" id="{6D522221-32C1-4EDF-8D8F-246DA0E1FA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69661" y="2621502"/>
                      <a:ext cx="42771" cy="28290"/>
                    </a:xfrm>
                    <a:custGeom>
                      <a:avLst/>
                      <a:gdLst>
                        <a:gd name="connsiteX0" fmla="*/ 21606 w 42771"/>
                        <a:gd name="connsiteY0" fmla="*/ 9716 h 28290"/>
                        <a:gd name="connsiteX1" fmla="*/ 5223 w 42771"/>
                        <a:gd name="connsiteY1" fmla="*/ 95 h 28290"/>
                        <a:gd name="connsiteX2" fmla="*/ 365 w 42771"/>
                        <a:gd name="connsiteY2" fmla="*/ 9620 h 28290"/>
                        <a:gd name="connsiteX3" fmla="*/ 17605 w 42771"/>
                        <a:gd name="connsiteY3" fmla="*/ 28289 h 28290"/>
                        <a:gd name="connsiteX4" fmla="*/ 42371 w 42771"/>
                        <a:gd name="connsiteY4" fmla="*/ 9239 h 28290"/>
                        <a:gd name="connsiteX5" fmla="*/ 41704 w 42771"/>
                        <a:gd name="connsiteY5" fmla="*/ 0 h 28290"/>
                        <a:gd name="connsiteX6" fmla="*/ 21606 w 42771"/>
                        <a:gd name="connsiteY6" fmla="*/ 9716 h 282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771" h="28290">
                          <a:moveTo>
                            <a:pt x="21606" y="9716"/>
                          </a:moveTo>
                          <a:cubicBezTo>
                            <a:pt x="13700" y="9811"/>
                            <a:pt x="7604" y="5905"/>
                            <a:pt x="5223" y="95"/>
                          </a:cubicBezTo>
                          <a:cubicBezTo>
                            <a:pt x="2842" y="2953"/>
                            <a:pt x="1032" y="6191"/>
                            <a:pt x="365" y="9620"/>
                          </a:cubicBezTo>
                          <a:cubicBezTo>
                            <a:pt x="-1825" y="20193"/>
                            <a:pt x="6080" y="28384"/>
                            <a:pt x="17605" y="28289"/>
                          </a:cubicBezTo>
                          <a:cubicBezTo>
                            <a:pt x="29131" y="28194"/>
                            <a:pt x="40084" y="19812"/>
                            <a:pt x="42371" y="9239"/>
                          </a:cubicBezTo>
                          <a:cubicBezTo>
                            <a:pt x="43133" y="5905"/>
                            <a:pt x="42751" y="2762"/>
                            <a:pt x="41704" y="0"/>
                          </a:cubicBezTo>
                          <a:cubicBezTo>
                            <a:pt x="36941" y="5715"/>
                            <a:pt x="29417" y="9620"/>
                            <a:pt x="21606" y="971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86" name="Forme libre : forme 13485">
                      <a:extLst>
                        <a:ext uri="{FF2B5EF4-FFF2-40B4-BE49-F238E27FC236}">
                          <a16:creationId xmlns:a16="http://schemas.microsoft.com/office/drawing/2014/main" id="{B60B7BDA-A557-427E-BDCE-E205F39233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91028" y="2618527"/>
                      <a:ext cx="17959" cy="17885"/>
                    </a:xfrm>
                    <a:custGeom>
                      <a:avLst/>
                      <a:gdLst>
                        <a:gd name="connsiteX0" fmla="*/ 17574 w 17959"/>
                        <a:gd name="connsiteY0" fmla="*/ 5452 h 17885"/>
                        <a:gd name="connsiteX1" fmla="*/ 11669 w 17959"/>
                        <a:gd name="connsiteY1" fmla="*/ 17168 h 17885"/>
                        <a:gd name="connsiteX2" fmla="*/ 429 w 17959"/>
                        <a:gd name="connsiteY2" fmla="*/ 12500 h 17885"/>
                        <a:gd name="connsiteX3" fmla="*/ 6335 w 17959"/>
                        <a:gd name="connsiteY3" fmla="*/ 689 h 17885"/>
                        <a:gd name="connsiteX4" fmla="*/ 17574 w 17959"/>
                        <a:gd name="connsiteY4" fmla="*/ 5452 h 17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59" h="17885">
                          <a:moveTo>
                            <a:pt x="17574" y="5452"/>
                          </a:moveTo>
                          <a:cubicBezTo>
                            <a:pt x="19003" y="10024"/>
                            <a:pt x="16336" y="15262"/>
                            <a:pt x="11669" y="17168"/>
                          </a:cubicBezTo>
                          <a:cubicBezTo>
                            <a:pt x="7001" y="19073"/>
                            <a:pt x="1953" y="17072"/>
                            <a:pt x="429" y="12500"/>
                          </a:cubicBezTo>
                          <a:cubicBezTo>
                            <a:pt x="-1095" y="8024"/>
                            <a:pt x="1572" y="2690"/>
                            <a:pt x="6335" y="689"/>
                          </a:cubicBezTo>
                          <a:cubicBezTo>
                            <a:pt x="11097" y="-1216"/>
                            <a:pt x="16145" y="975"/>
                            <a:pt x="17574" y="545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87" name="Forme libre : forme 13486">
                      <a:extLst>
                        <a:ext uri="{FF2B5EF4-FFF2-40B4-BE49-F238E27FC236}">
                          <a16:creationId xmlns:a16="http://schemas.microsoft.com/office/drawing/2014/main" id="{EFC6D72D-06AB-42D8-BD92-ED957D3A3D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91293" y="2619311"/>
                      <a:ext cx="7090" cy="6286"/>
                    </a:xfrm>
                    <a:custGeom>
                      <a:avLst/>
                      <a:gdLst>
                        <a:gd name="connsiteX0" fmla="*/ 7022 w 7090"/>
                        <a:gd name="connsiteY0" fmla="*/ 3143 h 6286"/>
                        <a:gd name="connsiteX1" fmla="*/ 2831 w 7090"/>
                        <a:gd name="connsiteY1" fmla="*/ 6287 h 6286"/>
                        <a:gd name="connsiteX2" fmla="*/ 69 w 7090"/>
                        <a:gd name="connsiteY2" fmla="*/ 3143 h 6286"/>
                        <a:gd name="connsiteX3" fmla="*/ 4260 w 7090"/>
                        <a:gd name="connsiteY3" fmla="*/ 0 h 6286"/>
                        <a:gd name="connsiteX4" fmla="*/ 7022 w 7090"/>
                        <a:gd name="connsiteY4" fmla="*/ 3143 h 6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0" h="6286">
                          <a:moveTo>
                            <a:pt x="7022" y="3143"/>
                          </a:moveTo>
                          <a:cubicBezTo>
                            <a:pt x="6641" y="4858"/>
                            <a:pt x="4736" y="6287"/>
                            <a:pt x="2831" y="6287"/>
                          </a:cubicBezTo>
                          <a:cubicBezTo>
                            <a:pt x="926" y="6287"/>
                            <a:pt x="-312" y="4953"/>
                            <a:pt x="69" y="3143"/>
                          </a:cubicBezTo>
                          <a:cubicBezTo>
                            <a:pt x="450" y="1429"/>
                            <a:pt x="2355" y="0"/>
                            <a:pt x="4260" y="0"/>
                          </a:cubicBezTo>
                          <a:cubicBezTo>
                            <a:pt x="6165" y="0"/>
                            <a:pt x="7403" y="1333"/>
                            <a:pt x="7022" y="31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488" name="Graphique 5">
                    <a:extLst>
                      <a:ext uri="{FF2B5EF4-FFF2-40B4-BE49-F238E27FC236}">
                        <a16:creationId xmlns:a16="http://schemas.microsoft.com/office/drawing/2014/main" id="{11C172BF-C236-4F6A-9E02-EB696F834BD5}"/>
                      </a:ext>
                    </a:extLst>
                  </p:cNvPr>
                  <p:cNvGrpSpPr/>
                  <p:nvPr/>
                </p:nvGrpSpPr>
                <p:grpSpPr>
                  <a:xfrm>
                    <a:off x="2680077" y="2646362"/>
                    <a:ext cx="41620" cy="37627"/>
                    <a:chOff x="2680077" y="2646362"/>
                    <a:chExt cx="41620" cy="37627"/>
                  </a:xfrm>
                  <a:solidFill>
                    <a:schemeClr val="accent1"/>
                  </a:solidFill>
                </p:grpSpPr>
                <p:sp>
                  <p:nvSpPr>
                    <p:cNvPr id="13489" name="Forme libre : forme 13488">
                      <a:extLst>
                        <a:ext uri="{FF2B5EF4-FFF2-40B4-BE49-F238E27FC236}">
                          <a16:creationId xmlns:a16="http://schemas.microsoft.com/office/drawing/2014/main" id="{37E4830B-8D87-4E5D-9021-19D77A9FF0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0077" y="2646362"/>
                      <a:ext cx="41620" cy="37627"/>
                    </a:xfrm>
                    <a:custGeom>
                      <a:avLst/>
                      <a:gdLst>
                        <a:gd name="connsiteX0" fmla="*/ 41289 w 41620"/>
                        <a:gd name="connsiteY0" fmla="*/ 19050 h 37627"/>
                        <a:gd name="connsiteX1" fmla="*/ 17476 w 41620"/>
                        <a:gd name="connsiteY1" fmla="*/ 37624 h 37627"/>
                        <a:gd name="connsiteX2" fmla="*/ 236 w 41620"/>
                        <a:gd name="connsiteY2" fmla="*/ 19050 h 37627"/>
                        <a:gd name="connsiteX3" fmla="*/ 24620 w 41620"/>
                        <a:gd name="connsiteY3" fmla="*/ 0 h 37627"/>
                        <a:gd name="connsiteX4" fmla="*/ 41289 w 41620"/>
                        <a:gd name="connsiteY4" fmla="*/ 19050 h 37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620" h="37627">
                          <a:moveTo>
                            <a:pt x="41289" y="19050"/>
                          </a:moveTo>
                          <a:cubicBezTo>
                            <a:pt x="39193" y="29432"/>
                            <a:pt x="28716" y="37624"/>
                            <a:pt x="17476" y="37624"/>
                          </a:cubicBezTo>
                          <a:cubicBezTo>
                            <a:pt x="6332" y="37814"/>
                            <a:pt x="-1478" y="29718"/>
                            <a:pt x="236" y="19050"/>
                          </a:cubicBezTo>
                          <a:cubicBezTo>
                            <a:pt x="1951" y="8477"/>
                            <a:pt x="13190" y="0"/>
                            <a:pt x="24620" y="0"/>
                          </a:cubicBezTo>
                          <a:cubicBezTo>
                            <a:pt x="36050" y="0"/>
                            <a:pt x="43289" y="8668"/>
                            <a:pt x="41289" y="1905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90" name="Forme libre : forme 13489">
                      <a:extLst>
                        <a:ext uri="{FF2B5EF4-FFF2-40B4-BE49-F238E27FC236}">
                          <a16:creationId xmlns:a16="http://schemas.microsoft.com/office/drawing/2014/main" id="{08628EE2-1185-408F-8252-B414E3B75C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0077" y="2655982"/>
                      <a:ext cx="41620" cy="28006"/>
                    </a:xfrm>
                    <a:custGeom>
                      <a:avLst/>
                      <a:gdLst>
                        <a:gd name="connsiteX0" fmla="*/ 20905 w 41620"/>
                        <a:gd name="connsiteY0" fmla="*/ 9716 h 28006"/>
                        <a:gd name="connsiteX1" fmla="*/ 4713 w 41620"/>
                        <a:gd name="connsiteY1" fmla="*/ 0 h 28006"/>
                        <a:gd name="connsiteX2" fmla="*/ 236 w 41620"/>
                        <a:gd name="connsiteY2" fmla="*/ 9430 h 28006"/>
                        <a:gd name="connsiteX3" fmla="*/ 17476 w 41620"/>
                        <a:gd name="connsiteY3" fmla="*/ 28004 h 28006"/>
                        <a:gd name="connsiteX4" fmla="*/ 41289 w 41620"/>
                        <a:gd name="connsiteY4" fmla="*/ 9430 h 28006"/>
                        <a:gd name="connsiteX5" fmla="*/ 40527 w 41620"/>
                        <a:gd name="connsiteY5" fmla="*/ 286 h 28006"/>
                        <a:gd name="connsiteX6" fmla="*/ 20905 w 41620"/>
                        <a:gd name="connsiteY6" fmla="*/ 9716 h 28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620" h="28006">
                          <a:moveTo>
                            <a:pt x="20905" y="9716"/>
                          </a:moveTo>
                          <a:cubicBezTo>
                            <a:pt x="13190" y="9716"/>
                            <a:pt x="7189" y="5810"/>
                            <a:pt x="4713" y="0"/>
                          </a:cubicBezTo>
                          <a:cubicBezTo>
                            <a:pt x="2427" y="2762"/>
                            <a:pt x="712" y="6001"/>
                            <a:pt x="236" y="9430"/>
                          </a:cubicBezTo>
                          <a:cubicBezTo>
                            <a:pt x="-1478" y="20098"/>
                            <a:pt x="6332" y="28194"/>
                            <a:pt x="17476" y="28004"/>
                          </a:cubicBezTo>
                          <a:cubicBezTo>
                            <a:pt x="28716" y="28099"/>
                            <a:pt x="39193" y="19907"/>
                            <a:pt x="41289" y="9430"/>
                          </a:cubicBezTo>
                          <a:cubicBezTo>
                            <a:pt x="41956" y="6096"/>
                            <a:pt x="41575" y="3048"/>
                            <a:pt x="40527" y="286"/>
                          </a:cubicBezTo>
                          <a:cubicBezTo>
                            <a:pt x="35764" y="6001"/>
                            <a:pt x="28525" y="9716"/>
                            <a:pt x="20905" y="971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91" name="Forme libre : forme 13490">
                      <a:extLst>
                        <a:ext uri="{FF2B5EF4-FFF2-40B4-BE49-F238E27FC236}">
                          <a16:creationId xmlns:a16="http://schemas.microsoft.com/office/drawing/2014/main" id="{1E61931C-1F7B-4FA8-A739-C58BAFE1B6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0591" y="2653293"/>
                      <a:ext cx="17604" cy="17680"/>
                    </a:xfrm>
                    <a:custGeom>
                      <a:avLst/>
                      <a:gdLst>
                        <a:gd name="connsiteX0" fmla="*/ 17155 w 17604"/>
                        <a:gd name="connsiteY0" fmla="*/ 5452 h 17680"/>
                        <a:gd name="connsiteX1" fmla="*/ 11631 w 17604"/>
                        <a:gd name="connsiteY1" fmla="*/ 16977 h 17680"/>
                        <a:gd name="connsiteX2" fmla="*/ 486 w 17604"/>
                        <a:gd name="connsiteY2" fmla="*/ 12310 h 17680"/>
                        <a:gd name="connsiteX3" fmla="*/ 6011 w 17604"/>
                        <a:gd name="connsiteY3" fmla="*/ 689 h 17680"/>
                        <a:gd name="connsiteX4" fmla="*/ 17155 w 17604"/>
                        <a:gd name="connsiteY4" fmla="*/ 5452 h 176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04" h="17680">
                          <a:moveTo>
                            <a:pt x="17155" y="5452"/>
                          </a:moveTo>
                          <a:cubicBezTo>
                            <a:pt x="18679" y="9929"/>
                            <a:pt x="16203" y="15167"/>
                            <a:pt x="11631" y="16977"/>
                          </a:cubicBezTo>
                          <a:cubicBezTo>
                            <a:pt x="7059" y="18882"/>
                            <a:pt x="2106" y="16787"/>
                            <a:pt x="486" y="12310"/>
                          </a:cubicBezTo>
                          <a:cubicBezTo>
                            <a:pt x="-1133" y="7833"/>
                            <a:pt x="1439" y="2594"/>
                            <a:pt x="6011" y="689"/>
                          </a:cubicBezTo>
                          <a:cubicBezTo>
                            <a:pt x="10773" y="-1216"/>
                            <a:pt x="15631" y="975"/>
                            <a:pt x="17155" y="545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92" name="Forme libre : forme 13491">
                      <a:extLst>
                        <a:ext uri="{FF2B5EF4-FFF2-40B4-BE49-F238E27FC236}">
                          <a16:creationId xmlns:a16="http://schemas.microsoft.com/office/drawing/2014/main" id="{5E740ACC-8876-4F00-8E6D-8C78722C77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0818" y="2653792"/>
                      <a:ext cx="6872" cy="6286"/>
                    </a:xfrm>
                    <a:custGeom>
                      <a:avLst/>
                      <a:gdLst>
                        <a:gd name="connsiteX0" fmla="*/ 6832 w 6872"/>
                        <a:gd name="connsiteY0" fmla="*/ 3238 h 6286"/>
                        <a:gd name="connsiteX1" fmla="*/ 2831 w 6872"/>
                        <a:gd name="connsiteY1" fmla="*/ 6287 h 6286"/>
                        <a:gd name="connsiteX2" fmla="*/ 69 w 6872"/>
                        <a:gd name="connsiteY2" fmla="*/ 3143 h 6286"/>
                        <a:gd name="connsiteX3" fmla="*/ 4069 w 6872"/>
                        <a:gd name="connsiteY3" fmla="*/ 0 h 6286"/>
                        <a:gd name="connsiteX4" fmla="*/ 6832 w 6872"/>
                        <a:gd name="connsiteY4" fmla="*/ 3238 h 6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72" h="6286">
                          <a:moveTo>
                            <a:pt x="6832" y="3238"/>
                          </a:moveTo>
                          <a:cubicBezTo>
                            <a:pt x="6451" y="4953"/>
                            <a:pt x="4736" y="6287"/>
                            <a:pt x="2831" y="6287"/>
                          </a:cubicBezTo>
                          <a:cubicBezTo>
                            <a:pt x="926" y="6287"/>
                            <a:pt x="-312" y="4858"/>
                            <a:pt x="69" y="3143"/>
                          </a:cubicBezTo>
                          <a:cubicBezTo>
                            <a:pt x="450" y="1429"/>
                            <a:pt x="2164" y="0"/>
                            <a:pt x="4069" y="0"/>
                          </a:cubicBezTo>
                          <a:cubicBezTo>
                            <a:pt x="5879" y="191"/>
                            <a:pt x="7117" y="1524"/>
                            <a:pt x="6832" y="323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493" name="Graphique 5">
                    <a:extLst>
                      <a:ext uri="{FF2B5EF4-FFF2-40B4-BE49-F238E27FC236}">
                        <a16:creationId xmlns:a16="http://schemas.microsoft.com/office/drawing/2014/main" id="{12A29153-1488-4829-B7B0-B3FA54F295C3}"/>
                      </a:ext>
                    </a:extLst>
                  </p:cNvPr>
                  <p:cNvGrpSpPr/>
                  <p:nvPr/>
                </p:nvGrpSpPr>
                <p:grpSpPr>
                  <a:xfrm>
                    <a:off x="2702958" y="2674077"/>
                    <a:ext cx="40499" cy="37253"/>
                    <a:chOff x="2702958" y="2674077"/>
                    <a:chExt cx="40499" cy="37253"/>
                  </a:xfrm>
                  <a:solidFill>
                    <a:schemeClr val="accent1"/>
                  </a:solidFill>
                </p:grpSpPr>
                <p:sp>
                  <p:nvSpPr>
                    <p:cNvPr id="13494" name="Forme libre : forme 13493">
                      <a:extLst>
                        <a:ext uri="{FF2B5EF4-FFF2-40B4-BE49-F238E27FC236}">
                          <a16:creationId xmlns:a16="http://schemas.microsoft.com/office/drawing/2014/main" id="{0232EFC4-10AF-4F4E-B790-F760D47125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2958" y="2674077"/>
                      <a:ext cx="40499" cy="37253"/>
                    </a:xfrm>
                    <a:custGeom>
                      <a:avLst/>
                      <a:gdLst>
                        <a:gd name="connsiteX0" fmla="*/ 40220 w 40499"/>
                        <a:gd name="connsiteY0" fmla="*/ 19244 h 37253"/>
                        <a:gd name="connsiteX1" fmla="*/ 17265 w 40499"/>
                        <a:gd name="connsiteY1" fmla="*/ 37246 h 37253"/>
                        <a:gd name="connsiteX2" fmla="*/ 215 w 40499"/>
                        <a:gd name="connsiteY2" fmla="*/ 18386 h 37253"/>
                        <a:gd name="connsiteX3" fmla="*/ 23742 w 40499"/>
                        <a:gd name="connsiteY3" fmla="*/ 3 h 37253"/>
                        <a:gd name="connsiteX4" fmla="*/ 40220 w 40499"/>
                        <a:gd name="connsiteY4" fmla="*/ 19244 h 37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499" h="37253">
                          <a:moveTo>
                            <a:pt x="40220" y="19244"/>
                          </a:moveTo>
                          <a:cubicBezTo>
                            <a:pt x="38315" y="29531"/>
                            <a:pt x="28218" y="37532"/>
                            <a:pt x="17265" y="37246"/>
                          </a:cubicBezTo>
                          <a:cubicBezTo>
                            <a:pt x="6311" y="36960"/>
                            <a:pt x="-1404" y="28864"/>
                            <a:pt x="215" y="18386"/>
                          </a:cubicBezTo>
                          <a:cubicBezTo>
                            <a:pt x="1929" y="8099"/>
                            <a:pt x="12597" y="-187"/>
                            <a:pt x="23742" y="3"/>
                          </a:cubicBezTo>
                          <a:cubicBezTo>
                            <a:pt x="34886" y="194"/>
                            <a:pt x="42030" y="8957"/>
                            <a:pt x="40220" y="1924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95" name="Forme libre : forme 13494">
                      <a:extLst>
                        <a:ext uri="{FF2B5EF4-FFF2-40B4-BE49-F238E27FC236}">
                          <a16:creationId xmlns:a16="http://schemas.microsoft.com/office/drawing/2014/main" id="{3EF1BF45-774F-4419-B73A-BAEEAEB42B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2958" y="2683224"/>
                      <a:ext cx="40485" cy="28106"/>
                    </a:xfrm>
                    <a:custGeom>
                      <a:avLst/>
                      <a:gdLst>
                        <a:gd name="connsiteX0" fmla="*/ 20408 w 40485"/>
                        <a:gd name="connsiteY0" fmla="*/ 9906 h 28106"/>
                        <a:gd name="connsiteX1" fmla="*/ 4596 w 40485"/>
                        <a:gd name="connsiteY1" fmla="*/ 0 h 28106"/>
                        <a:gd name="connsiteX2" fmla="*/ 215 w 40485"/>
                        <a:gd name="connsiteY2" fmla="*/ 9239 h 28106"/>
                        <a:gd name="connsiteX3" fmla="*/ 17265 w 40485"/>
                        <a:gd name="connsiteY3" fmla="*/ 28099 h 28106"/>
                        <a:gd name="connsiteX4" fmla="*/ 40220 w 40485"/>
                        <a:gd name="connsiteY4" fmla="*/ 10096 h 28106"/>
                        <a:gd name="connsiteX5" fmla="*/ 39363 w 40485"/>
                        <a:gd name="connsiteY5" fmla="*/ 1048 h 28106"/>
                        <a:gd name="connsiteX6" fmla="*/ 20408 w 40485"/>
                        <a:gd name="connsiteY6" fmla="*/ 9906 h 281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485" h="28106">
                          <a:moveTo>
                            <a:pt x="20408" y="9906"/>
                          </a:moveTo>
                          <a:cubicBezTo>
                            <a:pt x="12883" y="9716"/>
                            <a:pt x="6978" y="5715"/>
                            <a:pt x="4596" y="0"/>
                          </a:cubicBezTo>
                          <a:cubicBezTo>
                            <a:pt x="2406" y="2762"/>
                            <a:pt x="786" y="5810"/>
                            <a:pt x="215" y="9239"/>
                          </a:cubicBezTo>
                          <a:cubicBezTo>
                            <a:pt x="-1404" y="19621"/>
                            <a:pt x="6311" y="27813"/>
                            <a:pt x="17265" y="28099"/>
                          </a:cubicBezTo>
                          <a:cubicBezTo>
                            <a:pt x="28218" y="28385"/>
                            <a:pt x="38315" y="20383"/>
                            <a:pt x="40220" y="10096"/>
                          </a:cubicBezTo>
                          <a:cubicBezTo>
                            <a:pt x="40791" y="6858"/>
                            <a:pt x="40410" y="3715"/>
                            <a:pt x="39363" y="1048"/>
                          </a:cubicBezTo>
                          <a:cubicBezTo>
                            <a:pt x="34886" y="6477"/>
                            <a:pt x="27837" y="10096"/>
                            <a:pt x="20408" y="990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96" name="Forme libre : forme 13495">
                      <a:extLst>
                        <a:ext uri="{FF2B5EF4-FFF2-40B4-BE49-F238E27FC236}">
                          <a16:creationId xmlns:a16="http://schemas.microsoft.com/office/drawing/2014/main" id="{69C19558-759B-4546-BB3C-FFD4AD5FA3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2953" y="2681022"/>
                      <a:ext cx="17067" cy="17506"/>
                    </a:xfrm>
                    <a:custGeom>
                      <a:avLst/>
                      <a:gdLst>
                        <a:gd name="connsiteX0" fmla="*/ 16606 w 17067"/>
                        <a:gd name="connsiteY0" fmla="*/ 5536 h 17506"/>
                        <a:gd name="connsiteX1" fmla="*/ 11367 w 17067"/>
                        <a:gd name="connsiteY1" fmla="*/ 16871 h 17506"/>
                        <a:gd name="connsiteX2" fmla="*/ 509 w 17067"/>
                        <a:gd name="connsiteY2" fmla="*/ 12013 h 17506"/>
                        <a:gd name="connsiteX3" fmla="*/ 5747 w 17067"/>
                        <a:gd name="connsiteY3" fmla="*/ 583 h 17506"/>
                        <a:gd name="connsiteX4" fmla="*/ 16606 w 17067"/>
                        <a:gd name="connsiteY4" fmla="*/ 5536 h 17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67" h="17506">
                          <a:moveTo>
                            <a:pt x="16606" y="5536"/>
                          </a:moveTo>
                          <a:cubicBezTo>
                            <a:pt x="18130" y="10013"/>
                            <a:pt x="15749" y="15156"/>
                            <a:pt x="11367" y="16871"/>
                          </a:cubicBezTo>
                          <a:cubicBezTo>
                            <a:pt x="6986" y="18681"/>
                            <a:pt x="2128" y="16490"/>
                            <a:pt x="509" y="12013"/>
                          </a:cubicBezTo>
                          <a:cubicBezTo>
                            <a:pt x="-1111" y="7536"/>
                            <a:pt x="1271" y="2393"/>
                            <a:pt x="5747" y="583"/>
                          </a:cubicBezTo>
                          <a:cubicBezTo>
                            <a:pt x="10319" y="-1132"/>
                            <a:pt x="15177" y="1059"/>
                            <a:pt x="16606" y="553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97" name="Forme libre : forme 13496">
                      <a:extLst>
                        <a:ext uri="{FF2B5EF4-FFF2-40B4-BE49-F238E27FC236}">
                          <a16:creationId xmlns:a16="http://schemas.microsoft.com/office/drawing/2014/main" id="{B6E1DF58-C971-4E4E-98FD-C8C448A0DA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3135" y="2681510"/>
                      <a:ext cx="6656" cy="6196"/>
                    </a:xfrm>
                    <a:custGeom>
                      <a:avLst/>
                      <a:gdLst>
                        <a:gd name="connsiteX0" fmla="*/ 6613 w 6656"/>
                        <a:gd name="connsiteY0" fmla="*/ 3238 h 6196"/>
                        <a:gd name="connsiteX1" fmla="*/ 2803 w 6656"/>
                        <a:gd name="connsiteY1" fmla="*/ 6191 h 6196"/>
                        <a:gd name="connsiteX2" fmla="*/ 41 w 6656"/>
                        <a:gd name="connsiteY2" fmla="*/ 3048 h 6196"/>
                        <a:gd name="connsiteX3" fmla="*/ 3946 w 6656"/>
                        <a:gd name="connsiteY3" fmla="*/ 0 h 6196"/>
                        <a:gd name="connsiteX4" fmla="*/ 6613 w 6656"/>
                        <a:gd name="connsiteY4" fmla="*/ 3238 h 6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56" h="6196">
                          <a:moveTo>
                            <a:pt x="6613" y="3238"/>
                          </a:moveTo>
                          <a:cubicBezTo>
                            <a:pt x="6328" y="4953"/>
                            <a:pt x="4613" y="6287"/>
                            <a:pt x="2803" y="6191"/>
                          </a:cubicBezTo>
                          <a:cubicBezTo>
                            <a:pt x="993" y="6191"/>
                            <a:pt x="-245" y="4763"/>
                            <a:pt x="41" y="3048"/>
                          </a:cubicBezTo>
                          <a:cubicBezTo>
                            <a:pt x="327" y="1333"/>
                            <a:pt x="2041" y="0"/>
                            <a:pt x="3946" y="0"/>
                          </a:cubicBezTo>
                          <a:cubicBezTo>
                            <a:pt x="5756" y="95"/>
                            <a:pt x="6899" y="1524"/>
                            <a:pt x="6613" y="323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498" name="Graphique 5">
                  <a:extLst>
                    <a:ext uri="{FF2B5EF4-FFF2-40B4-BE49-F238E27FC236}">
                      <a16:creationId xmlns:a16="http://schemas.microsoft.com/office/drawing/2014/main" id="{5FAF76E5-D705-4E90-A613-B2CF58C3A30C}"/>
                    </a:ext>
                  </a:extLst>
                </p:cNvPr>
                <p:cNvGrpSpPr/>
                <p:nvPr/>
              </p:nvGrpSpPr>
              <p:grpSpPr>
                <a:xfrm>
                  <a:off x="2540369" y="2693310"/>
                  <a:ext cx="46869" cy="114496"/>
                  <a:chOff x="2540369" y="2693310"/>
                  <a:chExt cx="46869" cy="114496"/>
                </a:xfrm>
                <a:solidFill>
                  <a:schemeClr val="accent1"/>
                </a:solidFill>
              </p:grpSpPr>
              <p:grpSp>
                <p:nvGrpSpPr>
                  <p:cNvPr id="13499" name="Graphique 5">
                    <a:extLst>
                      <a:ext uri="{FF2B5EF4-FFF2-40B4-BE49-F238E27FC236}">
                        <a16:creationId xmlns:a16="http://schemas.microsoft.com/office/drawing/2014/main" id="{C2F97E75-451B-4573-85C0-F7B03A5A923D}"/>
                      </a:ext>
                    </a:extLst>
                  </p:cNvPr>
                  <p:cNvGrpSpPr/>
                  <p:nvPr/>
                </p:nvGrpSpPr>
                <p:grpSpPr>
                  <a:xfrm>
                    <a:off x="2540637" y="2768938"/>
                    <a:ext cx="39804" cy="38867"/>
                    <a:chOff x="2540637" y="2768938"/>
                    <a:chExt cx="39804" cy="38867"/>
                  </a:xfrm>
                  <a:solidFill>
                    <a:schemeClr val="accent1"/>
                  </a:solidFill>
                </p:grpSpPr>
                <p:sp>
                  <p:nvSpPr>
                    <p:cNvPr id="13500" name="Forme libre : forme 13499">
                      <a:extLst>
                        <a:ext uri="{FF2B5EF4-FFF2-40B4-BE49-F238E27FC236}">
                          <a16:creationId xmlns:a16="http://schemas.microsoft.com/office/drawing/2014/main" id="{B6849E09-821D-4A08-A259-F7AD80479E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0637" y="2769034"/>
                      <a:ext cx="39804" cy="38772"/>
                    </a:xfrm>
                    <a:custGeom>
                      <a:avLst/>
                      <a:gdLst>
                        <a:gd name="connsiteX0" fmla="*/ 2993 w 39804"/>
                        <a:gd name="connsiteY0" fmla="*/ 12393 h 38772"/>
                        <a:gd name="connsiteX1" fmla="*/ 30615 w 39804"/>
                        <a:gd name="connsiteY1" fmla="*/ 1439 h 38772"/>
                        <a:gd name="connsiteX2" fmla="*/ 36807 w 39804"/>
                        <a:gd name="connsiteY2" fmla="*/ 26776 h 38772"/>
                        <a:gd name="connsiteX3" fmla="*/ 9660 w 39804"/>
                        <a:gd name="connsiteY3" fmla="*/ 37539 h 38772"/>
                        <a:gd name="connsiteX4" fmla="*/ 2993 w 39804"/>
                        <a:gd name="connsiteY4" fmla="*/ 12393 h 38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04" h="38772">
                          <a:moveTo>
                            <a:pt x="2993" y="12393"/>
                          </a:moveTo>
                          <a:cubicBezTo>
                            <a:pt x="8898" y="2297"/>
                            <a:pt x="21471" y="-2656"/>
                            <a:pt x="30615" y="1439"/>
                          </a:cubicBezTo>
                          <a:cubicBezTo>
                            <a:pt x="39855" y="5535"/>
                            <a:pt x="42522" y="16965"/>
                            <a:pt x="36807" y="26776"/>
                          </a:cubicBezTo>
                          <a:cubicBezTo>
                            <a:pt x="31187" y="36587"/>
                            <a:pt x="18995" y="41159"/>
                            <a:pt x="9660" y="37539"/>
                          </a:cubicBezTo>
                          <a:cubicBezTo>
                            <a:pt x="421" y="33824"/>
                            <a:pt x="-3008" y="22394"/>
                            <a:pt x="2993" y="1239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01" name="Forme libre : forme 13500">
                      <a:extLst>
                        <a:ext uri="{FF2B5EF4-FFF2-40B4-BE49-F238E27FC236}">
                          <a16:creationId xmlns:a16="http://schemas.microsoft.com/office/drawing/2014/main" id="{FA546280-B96F-4CFC-9FE0-347D4D900B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0772" y="2768938"/>
                      <a:ext cx="39669" cy="34586"/>
                    </a:xfrm>
                    <a:custGeom>
                      <a:avLst/>
                      <a:gdLst>
                        <a:gd name="connsiteX0" fmla="*/ 20003 w 39669"/>
                        <a:gd name="connsiteY0" fmla="*/ 19061 h 34586"/>
                        <a:gd name="connsiteX1" fmla="*/ 29337 w 39669"/>
                        <a:gd name="connsiteY1" fmla="*/ 34586 h 34586"/>
                        <a:gd name="connsiteX2" fmla="*/ 36671 w 39669"/>
                        <a:gd name="connsiteY2" fmla="*/ 26776 h 34586"/>
                        <a:gd name="connsiteX3" fmla="*/ 30480 w 39669"/>
                        <a:gd name="connsiteY3" fmla="*/ 1439 h 34586"/>
                        <a:gd name="connsiteX4" fmla="*/ 2858 w 39669"/>
                        <a:gd name="connsiteY4" fmla="*/ 12393 h 34586"/>
                        <a:gd name="connsiteX5" fmla="*/ 0 w 39669"/>
                        <a:gd name="connsiteY5" fmla="*/ 22013 h 34586"/>
                        <a:gd name="connsiteX6" fmla="*/ 20003 w 39669"/>
                        <a:gd name="connsiteY6" fmla="*/ 19061 h 345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669" h="34586">
                          <a:moveTo>
                            <a:pt x="20003" y="19061"/>
                          </a:moveTo>
                          <a:cubicBezTo>
                            <a:pt x="26384" y="21728"/>
                            <a:pt x="29623" y="27919"/>
                            <a:pt x="29337" y="34586"/>
                          </a:cubicBezTo>
                          <a:cubicBezTo>
                            <a:pt x="32290" y="32586"/>
                            <a:pt x="34862" y="30014"/>
                            <a:pt x="36671" y="26776"/>
                          </a:cubicBezTo>
                          <a:cubicBezTo>
                            <a:pt x="42386" y="16965"/>
                            <a:pt x="39719" y="5535"/>
                            <a:pt x="30480" y="1439"/>
                          </a:cubicBezTo>
                          <a:cubicBezTo>
                            <a:pt x="21241" y="-2656"/>
                            <a:pt x="8763" y="2297"/>
                            <a:pt x="2858" y="12393"/>
                          </a:cubicBezTo>
                          <a:cubicBezTo>
                            <a:pt x="953" y="15632"/>
                            <a:pt x="95" y="18870"/>
                            <a:pt x="0" y="22013"/>
                          </a:cubicBezTo>
                          <a:cubicBezTo>
                            <a:pt x="6096" y="17822"/>
                            <a:pt x="13716" y="16394"/>
                            <a:pt x="20003" y="1906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02" name="Forme libre : forme 13501">
                      <a:extLst>
                        <a:ext uri="{FF2B5EF4-FFF2-40B4-BE49-F238E27FC236}">
                          <a16:creationId xmlns:a16="http://schemas.microsoft.com/office/drawing/2014/main" id="{00509F43-C8B3-42B3-A29F-C20300ADB0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3965" y="2779401"/>
                      <a:ext cx="16665" cy="18625"/>
                    </a:xfrm>
                    <a:custGeom>
                      <a:avLst/>
                      <a:gdLst>
                        <a:gd name="connsiteX0" fmla="*/ 45 w 16665"/>
                        <a:gd name="connsiteY0" fmla="*/ 10027 h 18625"/>
                        <a:gd name="connsiteX1" fmla="*/ 9285 w 16665"/>
                        <a:gd name="connsiteY1" fmla="*/ 26 h 18625"/>
                        <a:gd name="connsiteX2" fmla="*/ 16619 w 16665"/>
                        <a:gd name="connsiteY2" fmla="*/ 8693 h 18625"/>
                        <a:gd name="connsiteX3" fmla="*/ 7475 w 16665"/>
                        <a:gd name="connsiteY3" fmla="*/ 18599 h 18625"/>
                        <a:gd name="connsiteX4" fmla="*/ 45 w 16665"/>
                        <a:gd name="connsiteY4" fmla="*/ 10027 h 18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65" h="18625">
                          <a:moveTo>
                            <a:pt x="45" y="10027"/>
                          </a:moveTo>
                          <a:cubicBezTo>
                            <a:pt x="522" y="4883"/>
                            <a:pt x="4712" y="407"/>
                            <a:pt x="9285" y="26"/>
                          </a:cubicBezTo>
                          <a:cubicBezTo>
                            <a:pt x="13857" y="-355"/>
                            <a:pt x="17095" y="3550"/>
                            <a:pt x="16619" y="8693"/>
                          </a:cubicBezTo>
                          <a:cubicBezTo>
                            <a:pt x="16143" y="13837"/>
                            <a:pt x="12047" y="18218"/>
                            <a:pt x="7475" y="18599"/>
                          </a:cubicBezTo>
                          <a:cubicBezTo>
                            <a:pt x="2903" y="18980"/>
                            <a:pt x="-431" y="15170"/>
                            <a:pt x="45" y="1002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03" name="Forme libre : forme 13502">
                      <a:extLst>
                        <a:ext uri="{FF2B5EF4-FFF2-40B4-BE49-F238E27FC236}">
                          <a16:creationId xmlns:a16="http://schemas.microsoft.com/office/drawing/2014/main" id="{03E9F4B2-2E8D-46E8-BD7D-6DF4E09E09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1352" y="2792534"/>
                      <a:ext cx="6485" cy="6321"/>
                    </a:xfrm>
                    <a:custGeom>
                      <a:avLst/>
                      <a:gdLst>
                        <a:gd name="connsiteX0" fmla="*/ 469 w 6485"/>
                        <a:gd name="connsiteY0" fmla="*/ 2037 h 6321"/>
                        <a:gd name="connsiteX1" fmla="*/ 4946 w 6485"/>
                        <a:gd name="connsiteY1" fmla="*/ 227 h 6321"/>
                        <a:gd name="connsiteX2" fmla="*/ 5994 w 6485"/>
                        <a:gd name="connsiteY2" fmla="*/ 4323 h 6321"/>
                        <a:gd name="connsiteX3" fmla="*/ 1517 w 6485"/>
                        <a:gd name="connsiteY3" fmla="*/ 6133 h 6321"/>
                        <a:gd name="connsiteX4" fmla="*/ 469 w 6485"/>
                        <a:gd name="connsiteY4" fmla="*/ 2037 h 6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85" h="6321">
                          <a:moveTo>
                            <a:pt x="469" y="2037"/>
                          </a:moveTo>
                          <a:cubicBezTo>
                            <a:pt x="1422" y="418"/>
                            <a:pt x="3422" y="-439"/>
                            <a:pt x="4946" y="227"/>
                          </a:cubicBezTo>
                          <a:cubicBezTo>
                            <a:pt x="6470" y="894"/>
                            <a:pt x="6946" y="2704"/>
                            <a:pt x="5994" y="4323"/>
                          </a:cubicBezTo>
                          <a:cubicBezTo>
                            <a:pt x="5041" y="5943"/>
                            <a:pt x="3041" y="6705"/>
                            <a:pt x="1517" y="6133"/>
                          </a:cubicBezTo>
                          <a:cubicBezTo>
                            <a:pt x="88" y="5466"/>
                            <a:pt x="-483" y="3656"/>
                            <a:pt x="469" y="20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504" name="Graphique 5">
                    <a:extLst>
                      <a:ext uri="{FF2B5EF4-FFF2-40B4-BE49-F238E27FC236}">
                        <a16:creationId xmlns:a16="http://schemas.microsoft.com/office/drawing/2014/main" id="{370E49C4-F77A-47FA-8126-FAC6A0B58036}"/>
                      </a:ext>
                    </a:extLst>
                  </p:cNvPr>
                  <p:cNvGrpSpPr/>
                  <p:nvPr/>
                </p:nvGrpSpPr>
                <p:grpSpPr>
                  <a:xfrm>
                    <a:off x="2546624" y="2730130"/>
                    <a:ext cx="40615" cy="39108"/>
                    <a:chOff x="2546624" y="2730130"/>
                    <a:chExt cx="40615" cy="39108"/>
                  </a:xfrm>
                  <a:solidFill>
                    <a:schemeClr val="accent1"/>
                  </a:solidFill>
                </p:grpSpPr>
                <p:sp>
                  <p:nvSpPr>
                    <p:cNvPr id="13505" name="Forme libre : forme 13504">
                      <a:extLst>
                        <a:ext uri="{FF2B5EF4-FFF2-40B4-BE49-F238E27FC236}">
                          <a16:creationId xmlns:a16="http://schemas.microsoft.com/office/drawing/2014/main" id="{7B01EDCD-9B94-48B9-A366-F1BC7B2E15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6624" y="2730130"/>
                      <a:ext cx="40615" cy="39108"/>
                    </a:xfrm>
                    <a:custGeom>
                      <a:avLst/>
                      <a:gdLst>
                        <a:gd name="connsiteX0" fmla="*/ 3388 w 40615"/>
                        <a:gd name="connsiteY0" fmla="*/ 12149 h 39108"/>
                        <a:gd name="connsiteX1" fmla="*/ 31963 w 40615"/>
                        <a:gd name="connsiteY1" fmla="*/ 1577 h 39108"/>
                        <a:gd name="connsiteX2" fmla="*/ 37011 w 40615"/>
                        <a:gd name="connsiteY2" fmla="*/ 27103 h 39108"/>
                        <a:gd name="connsiteX3" fmla="*/ 9198 w 40615"/>
                        <a:gd name="connsiteY3" fmla="*/ 37676 h 39108"/>
                        <a:gd name="connsiteX4" fmla="*/ 3388 w 40615"/>
                        <a:gd name="connsiteY4" fmla="*/ 12149 h 39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615" h="39108">
                          <a:moveTo>
                            <a:pt x="3388" y="12149"/>
                          </a:moveTo>
                          <a:cubicBezTo>
                            <a:pt x="9484" y="1767"/>
                            <a:pt x="22819" y="-2615"/>
                            <a:pt x="31963" y="1577"/>
                          </a:cubicBezTo>
                          <a:cubicBezTo>
                            <a:pt x="41202" y="5958"/>
                            <a:pt x="43297" y="17483"/>
                            <a:pt x="37011" y="27103"/>
                          </a:cubicBezTo>
                          <a:cubicBezTo>
                            <a:pt x="30629" y="36724"/>
                            <a:pt x="18628" y="41772"/>
                            <a:pt x="9198" y="37676"/>
                          </a:cubicBezTo>
                          <a:cubicBezTo>
                            <a:pt x="-137" y="33771"/>
                            <a:pt x="-2899" y="22436"/>
                            <a:pt x="3388" y="1214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06" name="Forme libre : forme 13505">
                      <a:extLst>
                        <a:ext uri="{FF2B5EF4-FFF2-40B4-BE49-F238E27FC236}">
                          <a16:creationId xmlns:a16="http://schemas.microsoft.com/office/drawing/2014/main" id="{29DA658A-C23E-4936-8B10-81F474B7EB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6773" y="2730171"/>
                      <a:ext cx="40466" cy="34873"/>
                    </a:xfrm>
                    <a:custGeom>
                      <a:avLst/>
                      <a:gdLst>
                        <a:gd name="connsiteX0" fmla="*/ 20193 w 40466"/>
                        <a:gd name="connsiteY0" fmla="*/ 18966 h 34873"/>
                        <a:gd name="connsiteX1" fmla="*/ 29051 w 40466"/>
                        <a:gd name="connsiteY1" fmla="*/ 34873 h 34873"/>
                        <a:gd name="connsiteX2" fmla="*/ 36862 w 40466"/>
                        <a:gd name="connsiteY2" fmla="*/ 27158 h 34873"/>
                        <a:gd name="connsiteX3" fmla="*/ 31813 w 40466"/>
                        <a:gd name="connsiteY3" fmla="*/ 1631 h 34873"/>
                        <a:gd name="connsiteX4" fmla="*/ 3238 w 40466"/>
                        <a:gd name="connsiteY4" fmla="*/ 12204 h 34873"/>
                        <a:gd name="connsiteX5" fmla="*/ 0 w 40466"/>
                        <a:gd name="connsiteY5" fmla="*/ 22014 h 34873"/>
                        <a:gd name="connsiteX6" fmla="*/ 20193 w 40466"/>
                        <a:gd name="connsiteY6" fmla="*/ 18966 h 348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466" h="34873">
                          <a:moveTo>
                            <a:pt x="20193" y="18966"/>
                          </a:moveTo>
                          <a:cubicBezTo>
                            <a:pt x="26575" y="21824"/>
                            <a:pt x="29528" y="28015"/>
                            <a:pt x="29051" y="34873"/>
                          </a:cubicBezTo>
                          <a:cubicBezTo>
                            <a:pt x="32004" y="32778"/>
                            <a:pt x="34862" y="30301"/>
                            <a:pt x="36862" y="27158"/>
                          </a:cubicBezTo>
                          <a:cubicBezTo>
                            <a:pt x="43148" y="17442"/>
                            <a:pt x="41053" y="6012"/>
                            <a:pt x="31813" y="1631"/>
                          </a:cubicBezTo>
                          <a:cubicBezTo>
                            <a:pt x="22670" y="-2655"/>
                            <a:pt x="9334" y="1726"/>
                            <a:pt x="3238" y="12204"/>
                          </a:cubicBezTo>
                          <a:cubicBezTo>
                            <a:pt x="1238" y="15442"/>
                            <a:pt x="286" y="18871"/>
                            <a:pt x="0" y="22014"/>
                          </a:cubicBezTo>
                          <a:cubicBezTo>
                            <a:pt x="6287" y="17633"/>
                            <a:pt x="14002" y="16204"/>
                            <a:pt x="20193" y="1896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07" name="Forme libre : forme 13506">
                      <a:extLst>
                        <a:ext uri="{FF2B5EF4-FFF2-40B4-BE49-F238E27FC236}">
                          <a16:creationId xmlns:a16="http://schemas.microsoft.com/office/drawing/2014/main" id="{4C29C90A-55F3-4C6C-8023-EE488F31D4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0115" y="2740264"/>
                      <a:ext cx="16869" cy="18994"/>
                    </a:xfrm>
                    <a:custGeom>
                      <a:avLst/>
                      <a:gdLst>
                        <a:gd name="connsiteX0" fmla="*/ 87 w 16869"/>
                        <a:gd name="connsiteY0" fmla="*/ 10206 h 18994"/>
                        <a:gd name="connsiteX1" fmla="*/ 9707 w 16869"/>
                        <a:gd name="connsiteY1" fmla="*/ 14 h 18994"/>
                        <a:gd name="connsiteX2" fmla="*/ 16756 w 16869"/>
                        <a:gd name="connsiteY2" fmla="*/ 8873 h 18994"/>
                        <a:gd name="connsiteX3" fmla="*/ 7231 w 16869"/>
                        <a:gd name="connsiteY3" fmla="*/ 18969 h 18994"/>
                        <a:gd name="connsiteX4" fmla="*/ 87 w 16869"/>
                        <a:gd name="connsiteY4" fmla="*/ 10206 h 18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69" h="18994">
                          <a:moveTo>
                            <a:pt x="87" y="10206"/>
                          </a:moveTo>
                          <a:cubicBezTo>
                            <a:pt x="754" y="4967"/>
                            <a:pt x="5135" y="395"/>
                            <a:pt x="9707" y="14"/>
                          </a:cubicBezTo>
                          <a:cubicBezTo>
                            <a:pt x="14375" y="-271"/>
                            <a:pt x="17518" y="3729"/>
                            <a:pt x="16756" y="8873"/>
                          </a:cubicBezTo>
                          <a:cubicBezTo>
                            <a:pt x="16089" y="14111"/>
                            <a:pt x="11803" y="18588"/>
                            <a:pt x="7231" y="18969"/>
                          </a:cubicBezTo>
                          <a:cubicBezTo>
                            <a:pt x="2659" y="19350"/>
                            <a:pt x="-580" y="15445"/>
                            <a:pt x="87" y="1020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08" name="Forme libre : forme 13507">
                      <a:extLst>
                        <a:ext uri="{FF2B5EF4-FFF2-40B4-BE49-F238E27FC236}">
                          <a16:creationId xmlns:a16="http://schemas.microsoft.com/office/drawing/2014/main" id="{33A61E6A-ACB3-446A-AD89-A7D9707F5C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7356" y="2753672"/>
                      <a:ext cx="6605" cy="6455"/>
                    </a:xfrm>
                    <a:custGeom>
                      <a:avLst/>
                      <a:gdLst>
                        <a:gd name="connsiteX0" fmla="*/ 561 w 6605"/>
                        <a:gd name="connsiteY0" fmla="*/ 2037 h 6455"/>
                        <a:gd name="connsiteX1" fmla="*/ 5133 w 6605"/>
                        <a:gd name="connsiteY1" fmla="*/ 227 h 6455"/>
                        <a:gd name="connsiteX2" fmla="*/ 6086 w 6605"/>
                        <a:gd name="connsiteY2" fmla="*/ 4418 h 6455"/>
                        <a:gd name="connsiteX3" fmla="*/ 1514 w 6605"/>
                        <a:gd name="connsiteY3" fmla="*/ 6228 h 6455"/>
                        <a:gd name="connsiteX4" fmla="*/ 561 w 6605"/>
                        <a:gd name="connsiteY4" fmla="*/ 2037 h 6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05" h="6455">
                          <a:moveTo>
                            <a:pt x="561" y="2037"/>
                          </a:moveTo>
                          <a:cubicBezTo>
                            <a:pt x="1609" y="418"/>
                            <a:pt x="3609" y="-439"/>
                            <a:pt x="5133" y="227"/>
                          </a:cubicBezTo>
                          <a:cubicBezTo>
                            <a:pt x="6657" y="894"/>
                            <a:pt x="7038" y="2799"/>
                            <a:pt x="6086" y="4418"/>
                          </a:cubicBezTo>
                          <a:cubicBezTo>
                            <a:pt x="5133" y="6038"/>
                            <a:pt x="3038" y="6895"/>
                            <a:pt x="1514" y="6228"/>
                          </a:cubicBezTo>
                          <a:cubicBezTo>
                            <a:pt x="-10" y="5657"/>
                            <a:pt x="-486" y="3752"/>
                            <a:pt x="561" y="20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509" name="Graphique 5">
                    <a:extLst>
                      <a:ext uri="{FF2B5EF4-FFF2-40B4-BE49-F238E27FC236}">
                        <a16:creationId xmlns:a16="http://schemas.microsoft.com/office/drawing/2014/main" id="{FC75885C-3D67-4753-8AD4-95D06CFCB6E7}"/>
                      </a:ext>
                    </a:extLst>
                  </p:cNvPr>
                  <p:cNvGrpSpPr/>
                  <p:nvPr/>
                </p:nvGrpSpPr>
                <p:grpSpPr>
                  <a:xfrm>
                    <a:off x="2540369" y="2693310"/>
                    <a:ext cx="41902" cy="39474"/>
                    <a:chOff x="2540369" y="2693310"/>
                    <a:chExt cx="41902" cy="39474"/>
                  </a:xfrm>
                  <a:solidFill>
                    <a:schemeClr val="accent1"/>
                  </a:solidFill>
                </p:grpSpPr>
                <p:sp>
                  <p:nvSpPr>
                    <p:cNvPr id="13510" name="Forme libre : forme 13509">
                      <a:extLst>
                        <a:ext uri="{FF2B5EF4-FFF2-40B4-BE49-F238E27FC236}">
                          <a16:creationId xmlns:a16="http://schemas.microsoft.com/office/drawing/2014/main" id="{C9B85BBF-1DA4-4B2F-99C8-FF9CD0D853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0369" y="2693310"/>
                      <a:ext cx="41740" cy="39474"/>
                    </a:xfrm>
                    <a:custGeom>
                      <a:avLst/>
                      <a:gdLst>
                        <a:gd name="connsiteX0" fmla="*/ 3927 w 41740"/>
                        <a:gd name="connsiteY0" fmla="*/ 12203 h 39474"/>
                        <a:gd name="connsiteX1" fmla="*/ 33359 w 41740"/>
                        <a:gd name="connsiteY1" fmla="*/ 1630 h 39474"/>
                        <a:gd name="connsiteX2" fmla="*/ 37741 w 41740"/>
                        <a:gd name="connsiteY2" fmla="*/ 27633 h 39474"/>
                        <a:gd name="connsiteX3" fmla="*/ 8880 w 41740"/>
                        <a:gd name="connsiteY3" fmla="*/ 38015 h 39474"/>
                        <a:gd name="connsiteX4" fmla="*/ 3927 w 41740"/>
                        <a:gd name="connsiteY4" fmla="*/ 12203 h 394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740" h="39474">
                          <a:moveTo>
                            <a:pt x="3927" y="12203"/>
                          </a:moveTo>
                          <a:cubicBezTo>
                            <a:pt x="10785" y="2011"/>
                            <a:pt x="24120" y="-2752"/>
                            <a:pt x="33359" y="1630"/>
                          </a:cubicBezTo>
                          <a:cubicBezTo>
                            <a:pt x="42599" y="6011"/>
                            <a:pt x="44408" y="17727"/>
                            <a:pt x="37741" y="27633"/>
                          </a:cubicBezTo>
                          <a:cubicBezTo>
                            <a:pt x="31073" y="37539"/>
                            <a:pt x="18215" y="42016"/>
                            <a:pt x="8880" y="38015"/>
                          </a:cubicBezTo>
                          <a:cubicBezTo>
                            <a:pt x="-359" y="34110"/>
                            <a:pt x="-3026" y="22299"/>
                            <a:pt x="3927" y="1220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11" name="Forme libre : forme 13510">
                      <a:extLst>
                        <a:ext uri="{FF2B5EF4-FFF2-40B4-BE49-F238E27FC236}">
                          <a16:creationId xmlns:a16="http://schemas.microsoft.com/office/drawing/2014/main" id="{4E932C84-BB52-4DE6-8797-9142BB122D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0772" y="2693323"/>
                      <a:ext cx="41500" cy="35429"/>
                    </a:xfrm>
                    <a:custGeom>
                      <a:avLst/>
                      <a:gdLst>
                        <a:gd name="connsiteX0" fmla="*/ 20765 w 41500"/>
                        <a:gd name="connsiteY0" fmla="*/ 19333 h 35429"/>
                        <a:gd name="connsiteX1" fmla="*/ 29242 w 41500"/>
                        <a:gd name="connsiteY1" fmla="*/ 35430 h 35429"/>
                        <a:gd name="connsiteX2" fmla="*/ 37529 w 41500"/>
                        <a:gd name="connsiteY2" fmla="*/ 27620 h 35429"/>
                        <a:gd name="connsiteX3" fmla="*/ 33147 w 41500"/>
                        <a:gd name="connsiteY3" fmla="*/ 1616 h 35429"/>
                        <a:gd name="connsiteX4" fmla="*/ 3715 w 41500"/>
                        <a:gd name="connsiteY4" fmla="*/ 12189 h 35429"/>
                        <a:gd name="connsiteX5" fmla="*/ 0 w 41500"/>
                        <a:gd name="connsiteY5" fmla="*/ 22000 h 35429"/>
                        <a:gd name="connsiteX6" fmla="*/ 20765 w 41500"/>
                        <a:gd name="connsiteY6" fmla="*/ 19333 h 3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500" h="35429">
                          <a:moveTo>
                            <a:pt x="20765" y="19333"/>
                          </a:moveTo>
                          <a:cubicBezTo>
                            <a:pt x="27146" y="22190"/>
                            <a:pt x="30004" y="28572"/>
                            <a:pt x="29242" y="35430"/>
                          </a:cubicBezTo>
                          <a:cubicBezTo>
                            <a:pt x="32385" y="33430"/>
                            <a:pt x="35338" y="30858"/>
                            <a:pt x="37529" y="27620"/>
                          </a:cubicBezTo>
                          <a:cubicBezTo>
                            <a:pt x="44196" y="17713"/>
                            <a:pt x="42291" y="5998"/>
                            <a:pt x="33147" y="1616"/>
                          </a:cubicBezTo>
                          <a:cubicBezTo>
                            <a:pt x="23908" y="-2765"/>
                            <a:pt x="10573" y="2092"/>
                            <a:pt x="3715" y="12189"/>
                          </a:cubicBezTo>
                          <a:cubicBezTo>
                            <a:pt x="1524" y="15428"/>
                            <a:pt x="381" y="18761"/>
                            <a:pt x="0" y="22000"/>
                          </a:cubicBezTo>
                          <a:cubicBezTo>
                            <a:pt x="6477" y="17809"/>
                            <a:pt x="14478" y="16475"/>
                            <a:pt x="20765" y="1933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12" name="Forme libre : forme 13511">
                      <a:extLst>
                        <a:ext uri="{FF2B5EF4-FFF2-40B4-BE49-F238E27FC236}">
                          <a16:creationId xmlns:a16="http://schemas.microsoft.com/office/drawing/2014/main" id="{BB0ED116-A24C-4312-90C2-D9C2C7FD63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3965" y="2703784"/>
                      <a:ext cx="17555" cy="18888"/>
                    </a:xfrm>
                    <a:custGeom>
                      <a:avLst/>
                      <a:gdLst>
                        <a:gd name="connsiteX0" fmla="*/ 141 w 17555"/>
                        <a:gd name="connsiteY0" fmla="*/ 10016 h 18888"/>
                        <a:gd name="connsiteX1" fmla="*/ 10523 w 17555"/>
                        <a:gd name="connsiteY1" fmla="*/ 14 h 18888"/>
                        <a:gd name="connsiteX2" fmla="*/ 17381 w 17555"/>
                        <a:gd name="connsiteY2" fmla="*/ 8968 h 18888"/>
                        <a:gd name="connsiteX3" fmla="*/ 7094 w 17555"/>
                        <a:gd name="connsiteY3" fmla="*/ 18874 h 18888"/>
                        <a:gd name="connsiteX4" fmla="*/ 141 w 17555"/>
                        <a:gd name="connsiteY4" fmla="*/ 10016 h 18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55" h="18888">
                          <a:moveTo>
                            <a:pt x="141" y="10016"/>
                          </a:moveTo>
                          <a:cubicBezTo>
                            <a:pt x="1094" y="4777"/>
                            <a:pt x="5761" y="300"/>
                            <a:pt x="10523" y="14"/>
                          </a:cubicBezTo>
                          <a:cubicBezTo>
                            <a:pt x="15286" y="-271"/>
                            <a:pt x="18334" y="3729"/>
                            <a:pt x="17381" y="8968"/>
                          </a:cubicBezTo>
                          <a:cubicBezTo>
                            <a:pt x="16429" y="14207"/>
                            <a:pt x="11857" y="18588"/>
                            <a:pt x="7094" y="18874"/>
                          </a:cubicBezTo>
                          <a:cubicBezTo>
                            <a:pt x="2427" y="19160"/>
                            <a:pt x="-716" y="15254"/>
                            <a:pt x="141" y="1001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13" name="Forme libre : forme 13512">
                      <a:extLst>
                        <a:ext uri="{FF2B5EF4-FFF2-40B4-BE49-F238E27FC236}">
                          <a16:creationId xmlns:a16="http://schemas.microsoft.com/office/drawing/2014/main" id="{A68BAE9A-5285-4E8E-8635-57D84CF014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1156" y="2717137"/>
                      <a:ext cx="6853" cy="6427"/>
                    </a:xfrm>
                    <a:custGeom>
                      <a:avLst/>
                      <a:gdLst>
                        <a:gd name="connsiteX0" fmla="*/ 665 w 6853"/>
                        <a:gd name="connsiteY0" fmla="*/ 1996 h 6427"/>
                        <a:gd name="connsiteX1" fmla="*/ 5427 w 6853"/>
                        <a:gd name="connsiteY1" fmla="*/ 281 h 6427"/>
                        <a:gd name="connsiteX2" fmla="*/ 6189 w 6853"/>
                        <a:gd name="connsiteY2" fmla="*/ 4472 h 6427"/>
                        <a:gd name="connsiteX3" fmla="*/ 1427 w 6853"/>
                        <a:gd name="connsiteY3" fmla="*/ 6187 h 6427"/>
                        <a:gd name="connsiteX4" fmla="*/ 665 w 6853"/>
                        <a:gd name="connsiteY4" fmla="*/ 1996 h 64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53" h="6427">
                          <a:moveTo>
                            <a:pt x="665" y="1996"/>
                          </a:moveTo>
                          <a:cubicBezTo>
                            <a:pt x="1808" y="377"/>
                            <a:pt x="3903" y="-481"/>
                            <a:pt x="5427" y="281"/>
                          </a:cubicBezTo>
                          <a:cubicBezTo>
                            <a:pt x="6951" y="948"/>
                            <a:pt x="7332" y="2853"/>
                            <a:pt x="6189" y="4472"/>
                          </a:cubicBezTo>
                          <a:cubicBezTo>
                            <a:pt x="5046" y="6092"/>
                            <a:pt x="2951" y="6853"/>
                            <a:pt x="1427" y="6187"/>
                          </a:cubicBezTo>
                          <a:cubicBezTo>
                            <a:pt x="-97" y="5520"/>
                            <a:pt x="-478" y="3710"/>
                            <a:pt x="665" y="199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3514" name="Graphique 5">
                <a:extLst>
                  <a:ext uri="{FF2B5EF4-FFF2-40B4-BE49-F238E27FC236}">
                    <a16:creationId xmlns:a16="http://schemas.microsoft.com/office/drawing/2014/main" id="{51FD5C46-A0E3-4138-8DE3-081EF563F9DF}"/>
                  </a:ext>
                </a:extLst>
              </p:cNvPr>
              <p:cNvGrpSpPr/>
              <p:nvPr/>
            </p:nvGrpSpPr>
            <p:grpSpPr>
              <a:xfrm>
                <a:off x="2803948" y="2479294"/>
                <a:ext cx="397287" cy="516715"/>
                <a:chOff x="2803948" y="2479294"/>
                <a:chExt cx="397287" cy="516715"/>
              </a:xfrm>
              <a:solidFill>
                <a:schemeClr val="accent1"/>
              </a:solidFill>
            </p:grpSpPr>
            <p:sp>
              <p:nvSpPr>
                <p:cNvPr id="13515" name="Forme libre : forme 13514">
                  <a:extLst>
                    <a:ext uri="{FF2B5EF4-FFF2-40B4-BE49-F238E27FC236}">
                      <a16:creationId xmlns:a16="http://schemas.microsoft.com/office/drawing/2014/main" id="{EBFF4732-ACA3-4983-A20A-B8266EFA1096}"/>
                    </a:ext>
                  </a:extLst>
                </p:cNvPr>
                <p:cNvSpPr/>
                <p:nvPr/>
              </p:nvSpPr>
              <p:spPr>
                <a:xfrm>
                  <a:off x="2803948" y="2479294"/>
                  <a:ext cx="397287" cy="501127"/>
                </a:xfrm>
                <a:custGeom>
                  <a:avLst/>
                  <a:gdLst>
                    <a:gd name="connsiteX0" fmla="*/ 22003 w 397287"/>
                    <a:gd name="connsiteY0" fmla="*/ 132017 h 501127"/>
                    <a:gd name="connsiteX1" fmla="*/ 158877 w 397287"/>
                    <a:gd name="connsiteY1" fmla="*/ 117157 h 501127"/>
                    <a:gd name="connsiteX2" fmla="*/ 132493 w 397287"/>
                    <a:gd name="connsiteY2" fmla="*/ 168592 h 501127"/>
                    <a:gd name="connsiteX3" fmla="*/ 120491 w 397287"/>
                    <a:gd name="connsiteY3" fmla="*/ 223361 h 501127"/>
                    <a:gd name="connsiteX4" fmla="*/ 136779 w 397287"/>
                    <a:gd name="connsiteY4" fmla="*/ 334423 h 501127"/>
                    <a:gd name="connsiteX5" fmla="*/ 218123 w 397287"/>
                    <a:gd name="connsiteY5" fmla="*/ 466153 h 501127"/>
                    <a:gd name="connsiteX6" fmla="*/ 257651 w 397287"/>
                    <a:gd name="connsiteY6" fmla="*/ 494824 h 501127"/>
                    <a:gd name="connsiteX7" fmla="*/ 292608 w 397287"/>
                    <a:gd name="connsiteY7" fmla="*/ 500348 h 501127"/>
                    <a:gd name="connsiteX8" fmla="*/ 324231 w 397287"/>
                    <a:gd name="connsiteY8" fmla="*/ 480727 h 501127"/>
                    <a:gd name="connsiteX9" fmla="*/ 337375 w 397287"/>
                    <a:gd name="connsiteY9" fmla="*/ 461296 h 501127"/>
                    <a:gd name="connsiteX10" fmla="*/ 348805 w 397287"/>
                    <a:gd name="connsiteY10" fmla="*/ 436435 h 501127"/>
                    <a:gd name="connsiteX11" fmla="*/ 364712 w 397287"/>
                    <a:gd name="connsiteY11" fmla="*/ 370999 h 501127"/>
                    <a:gd name="connsiteX12" fmla="*/ 368808 w 397287"/>
                    <a:gd name="connsiteY12" fmla="*/ 288417 h 501127"/>
                    <a:gd name="connsiteX13" fmla="*/ 341376 w 397287"/>
                    <a:gd name="connsiteY13" fmla="*/ 179356 h 501127"/>
                    <a:gd name="connsiteX14" fmla="*/ 309467 w 397287"/>
                    <a:gd name="connsiteY14" fmla="*/ 133350 h 501127"/>
                    <a:gd name="connsiteX15" fmla="*/ 265557 w 397287"/>
                    <a:gd name="connsiteY15" fmla="*/ 96012 h 501127"/>
                    <a:gd name="connsiteX16" fmla="*/ 397288 w 397287"/>
                    <a:gd name="connsiteY16" fmla="*/ 57150 h 501127"/>
                    <a:gd name="connsiteX17" fmla="*/ 397288 w 397287"/>
                    <a:gd name="connsiteY17" fmla="*/ 0 h 501127"/>
                    <a:gd name="connsiteX18" fmla="*/ 204407 w 397287"/>
                    <a:gd name="connsiteY18" fmla="*/ 67151 h 501127"/>
                    <a:gd name="connsiteX19" fmla="*/ 0 w 397287"/>
                    <a:gd name="connsiteY19" fmla="*/ 78962 h 501127"/>
                    <a:gd name="connsiteX20" fmla="*/ 22003 w 397287"/>
                    <a:gd name="connsiteY20" fmla="*/ 132017 h 501127"/>
                    <a:gd name="connsiteX21" fmla="*/ 316135 w 397287"/>
                    <a:gd name="connsiteY21" fmla="*/ 292322 h 501127"/>
                    <a:gd name="connsiteX22" fmla="*/ 308800 w 397287"/>
                    <a:gd name="connsiteY22" fmla="*/ 410432 h 501127"/>
                    <a:gd name="connsiteX23" fmla="*/ 281845 w 397287"/>
                    <a:gd name="connsiteY23" fmla="*/ 444341 h 501127"/>
                    <a:gd name="connsiteX24" fmla="*/ 237458 w 397287"/>
                    <a:gd name="connsiteY24" fmla="*/ 418243 h 501127"/>
                    <a:gd name="connsiteX25" fmla="*/ 187071 w 397287"/>
                    <a:gd name="connsiteY25" fmla="*/ 318040 h 501127"/>
                    <a:gd name="connsiteX26" fmla="*/ 180499 w 397287"/>
                    <a:gd name="connsiteY26" fmla="*/ 224314 h 501127"/>
                    <a:gd name="connsiteX27" fmla="*/ 193929 w 397287"/>
                    <a:gd name="connsiteY27" fmla="*/ 179832 h 501127"/>
                    <a:gd name="connsiteX28" fmla="*/ 218694 w 397287"/>
                    <a:gd name="connsiteY28" fmla="*/ 138970 h 501127"/>
                    <a:gd name="connsiteX29" fmla="*/ 286512 w 397287"/>
                    <a:gd name="connsiteY29" fmla="*/ 203359 h 501127"/>
                    <a:gd name="connsiteX30" fmla="*/ 316135 w 397287"/>
                    <a:gd name="connsiteY30" fmla="*/ 292322 h 50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97287" h="501127">
                      <a:moveTo>
                        <a:pt x="22003" y="132017"/>
                      </a:moveTo>
                      <a:cubicBezTo>
                        <a:pt x="67818" y="112776"/>
                        <a:pt x="116396" y="109252"/>
                        <a:pt x="158877" y="117157"/>
                      </a:cubicBezTo>
                      <a:cubicBezTo>
                        <a:pt x="147828" y="133731"/>
                        <a:pt x="138970" y="150971"/>
                        <a:pt x="132493" y="168592"/>
                      </a:cubicBezTo>
                      <a:cubicBezTo>
                        <a:pt x="126016" y="186214"/>
                        <a:pt x="122206" y="204978"/>
                        <a:pt x="120491" y="223361"/>
                      </a:cubicBezTo>
                      <a:cubicBezTo>
                        <a:pt x="117158" y="260318"/>
                        <a:pt x="123158" y="297751"/>
                        <a:pt x="136779" y="334423"/>
                      </a:cubicBezTo>
                      <a:cubicBezTo>
                        <a:pt x="160020" y="396335"/>
                        <a:pt x="190976" y="439674"/>
                        <a:pt x="218123" y="466153"/>
                      </a:cubicBezTo>
                      <a:cubicBezTo>
                        <a:pt x="232029" y="479869"/>
                        <a:pt x="245269" y="489490"/>
                        <a:pt x="257651" y="494824"/>
                      </a:cubicBezTo>
                      <a:cubicBezTo>
                        <a:pt x="270224" y="501015"/>
                        <a:pt x="281750" y="502158"/>
                        <a:pt x="292608" y="500348"/>
                      </a:cubicBezTo>
                      <a:cubicBezTo>
                        <a:pt x="304514" y="498253"/>
                        <a:pt x="314801" y="491109"/>
                        <a:pt x="324231" y="480727"/>
                      </a:cubicBezTo>
                      <a:cubicBezTo>
                        <a:pt x="328898" y="475393"/>
                        <a:pt x="333280" y="468916"/>
                        <a:pt x="337375" y="461296"/>
                      </a:cubicBezTo>
                      <a:cubicBezTo>
                        <a:pt x="341471" y="454057"/>
                        <a:pt x="345281" y="445770"/>
                        <a:pt x="348805" y="436435"/>
                      </a:cubicBezTo>
                      <a:cubicBezTo>
                        <a:pt x="355759" y="418052"/>
                        <a:pt x="361093" y="395764"/>
                        <a:pt x="364712" y="370999"/>
                      </a:cubicBezTo>
                      <a:cubicBezTo>
                        <a:pt x="368237" y="346234"/>
                        <a:pt x="369951" y="318516"/>
                        <a:pt x="368808" y="288417"/>
                      </a:cubicBezTo>
                      <a:cubicBezTo>
                        <a:pt x="367379" y="249555"/>
                        <a:pt x="358616" y="211931"/>
                        <a:pt x="341376" y="179356"/>
                      </a:cubicBezTo>
                      <a:cubicBezTo>
                        <a:pt x="332804" y="162973"/>
                        <a:pt x="322136" y="147542"/>
                        <a:pt x="309467" y="133350"/>
                      </a:cubicBezTo>
                      <a:cubicBezTo>
                        <a:pt x="296799" y="119158"/>
                        <a:pt x="282130" y="107061"/>
                        <a:pt x="265557" y="96012"/>
                      </a:cubicBezTo>
                      <a:cubicBezTo>
                        <a:pt x="301657" y="71628"/>
                        <a:pt x="347853" y="57721"/>
                        <a:pt x="397288" y="57150"/>
                      </a:cubicBezTo>
                      <a:lnTo>
                        <a:pt x="397288" y="0"/>
                      </a:lnTo>
                      <a:cubicBezTo>
                        <a:pt x="322136" y="0"/>
                        <a:pt x="252889" y="26194"/>
                        <a:pt x="204407" y="67151"/>
                      </a:cubicBezTo>
                      <a:cubicBezTo>
                        <a:pt x="144018" y="48101"/>
                        <a:pt x="69818" y="50006"/>
                        <a:pt x="0" y="78962"/>
                      </a:cubicBezTo>
                      <a:lnTo>
                        <a:pt x="22003" y="132017"/>
                      </a:lnTo>
                      <a:close/>
                      <a:moveTo>
                        <a:pt x="316135" y="292322"/>
                      </a:moveTo>
                      <a:cubicBezTo>
                        <a:pt x="322517" y="354425"/>
                        <a:pt x="315087" y="390906"/>
                        <a:pt x="308800" y="410432"/>
                      </a:cubicBezTo>
                      <a:cubicBezTo>
                        <a:pt x="302133" y="429863"/>
                        <a:pt x="293180" y="442531"/>
                        <a:pt x="281845" y="444341"/>
                      </a:cubicBezTo>
                      <a:cubicBezTo>
                        <a:pt x="270415" y="446246"/>
                        <a:pt x="254794" y="438912"/>
                        <a:pt x="237458" y="418243"/>
                      </a:cubicBezTo>
                      <a:cubicBezTo>
                        <a:pt x="220409" y="398431"/>
                        <a:pt x="201263" y="366046"/>
                        <a:pt x="187071" y="318040"/>
                      </a:cubicBezTo>
                      <a:cubicBezTo>
                        <a:pt x="177927" y="286702"/>
                        <a:pt x="175355" y="254984"/>
                        <a:pt x="180499" y="224314"/>
                      </a:cubicBezTo>
                      <a:cubicBezTo>
                        <a:pt x="182975" y="208788"/>
                        <a:pt x="187547" y="194215"/>
                        <a:pt x="193929" y="179832"/>
                      </a:cubicBezTo>
                      <a:cubicBezTo>
                        <a:pt x="200311" y="165640"/>
                        <a:pt x="208598" y="151543"/>
                        <a:pt x="218694" y="138970"/>
                      </a:cubicBezTo>
                      <a:cubicBezTo>
                        <a:pt x="247174" y="155067"/>
                        <a:pt x="270129" y="176689"/>
                        <a:pt x="286512" y="203359"/>
                      </a:cubicBezTo>
                      <a:cubicBezTo>
                        <a:pt x="302895" y="229743"/>
                        <a:pt x="312611" y="259842"/>
                        <a:pt x="316135" y="292322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516" name="Forme libre : forme 13515">
                  <a:extLst>
                    <a:ext uri="{FF2B5EF4-FFF2-40B4-BE49-F238E27FC236}">
                      <a16:creationId xmlns:a16="http://schemas.microsoft.com/office/drawing/2014/main" id="{2CBAFCC0-924E-418E-971C-56AF4A379BE5}"/>
                    </a:ext>
                  </a:extLst>
                </p:cNvPr>
                <p:cNvSpPr/>
                <p:nvPr/>
              </p:nvSpPr>
              <p:spPr>
                <a:xfrm>
                  <a:off x="2939965" y="2746375"/>
                  <a:ext cx="233142" cy="233951"/>
                </a:xfrm>
                <a:custGeom>
                  <a:avLst/>
                  <a:gdLst>
                    <a:gd name="connsiteX0" fmla="*/ 210026 w 233142"/>
                    <a:gd name="connsiteY0" fmla="*/ 141922 h 233951"/>
                    <a:gd name="connsiteX1" fmla="*/ 198025 w 233142"/>
                    <a:gd name="connsiteY1" fmla="*/ 166878 h 233951"/>
                    <a:gd name="connsiteX2" fmla="*/ 184213 w 233142"/>
                    <a:gd name="connsiteY2" fmla="*/ 186309 h 233951"/>
                    <a:gd name="connsiteX3" fmla="*/ 150876 w 233142"/>
                    <a:gd name="connsiteY3" fmla="*/ 206216 h 233951"/>
                    <a:gd name="connsiteX4" fmla="*/ 116777 w 233142"/>
                    <a:gd name="connsiteY4" fmla="*/ 202121 h 233951"/>
                    <a:gd name="connsiteX5" fmla="*/ 78867 w 233142"/>
                    <a:gd name="connsiteY5" fmla="*/ 177832 h 233951"/>
                    <a:gd name="connsiteX6" fmla="*/ 0 w 233142"/>
                    <a:gd name="connsiteY6" fmla="*/ 64961 h 233951"/>
                    <a:gd name="connsiteX7" fmla="*/ 762 w 233142"/>
                    <a:gd name="connsiteY7" fmla="*/ 67246 h 233951"/>
                    <a:gd name="connsiteX8" fmla="*/ 82106 w 233142"/>
                    <a:gd name="connsiteY8" fmla="*/ 198977 h 233951"/>
                    <a:gd name="connsiteX9" fmla="*/ 121634 w 233142"/>
                    <a:gd name="connsiteY9" fmla="*/ 227647 h 233951"/>
                    <a:gd name="connsiteX10" fmla="*/ 156591 w 233142"/>
                    <a:gd name="connsiteY10" fmla="*/ 233172 h 233951"/>
                    <a:gd name="connsiteX11" fmla="*/ 188214 w 233142"/>
                    <a:gd name="connsiteY11" fmla="*/ 213550 h 233951"/>
                    <a:gd name="connsiteX12" fmla="*/ 201359 w 233142"/>
                    <a:gd name="connsiteY12" fmla="*/ 194120 h 233951"/>
                    <a:gd name="connsiteX13" fmla="*/ 212788 w 233142"/>
                    <a:gd name="connsiteY13" fmla="*/ 169259 h 233951"/>
                    <a:gd name="connsiteX14" fmla="*/ 228695 w 233142"/>
                    <a:gd name="connsiteY14" fmla="*/ 103822 h 233951"/>
                    <a:gd name="connsiteX15" fmla="*/ 232791 w 233142"/>
                    <a:gd name="connsiteY15" fmla="*/ 21241 h 233951"/>
                    <a:gd name="connsiteX16" fmla="*/ 231172 w 233142"/>
                    <a:gd name="connsiteY16" fmla="*/ 0 h 233951"/>
                    <a:gd name="connsiteX17" fmla="*/ 226219 w 233142"/>
                    <a:gd name="connsiteY17" fmla="*/ 78772 h 233951"/>
                    <a:gd name="connsiteX18" fmla="*/ 210026 w 233142"/>
                    <a:gd name="connsiteY18" fmla="*/ 141922 h 233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33142" h="233951">
                      <a:moveTo>
                        <a:pt x="210026" y="141922"/>
                      </a:moveTo>
                      <a:cubicBezTo>
                        <a:pt x="206312" y="151257"/>
                        <a:pt x="202311" y="159449"/>
                        <a:pt x="198025" y="166878"/>
                      </a:cubicBezTo>
                      <a:cubicBezTo>
                        <a:pt x="193738" y="174403"/>
                        <a:pt x="189071" y="180975"/>
                        <a:pt x="184213" y="186309"/>
                      </a:cubicBezTo>
                      <a:cubicBezTo>
                        <a:pt x="174308" y="196787"/>
                        <a:pt x="163449" y="204025"/>
                        <a:pt x="150876" y="206216"/>
                      </a:cubicBezTo>
                      <a:cubicBezTo>
                        <a:pt x="140208" y="208026"/>
                        <a:pt x="128969" y="207359"/>
                        <a:pt x="116777" y="202121"/>
                      </a:cubicBezTo>
                      <a:cubicBezTo>
                        <a:pt x="104775" y="197549"/>
                        <a:pt x="92107" y="189643"/>
                        <a:pt x="78867" y="177832"/>
                      </a:cubicBezTo>
                      <a:cubicBezTo>
                        <a:pt x="52864" y="155162"/>
                        <a:pt x="23813" y="118110"/>
                        <a:pt x="0" y="64961"/>
                      </a:cubicBezTo>
                      <a:lnTo>
                        <a:pt x="762" y="67246"/>
                      </a:lnTo>
                      <a:cubicBezTo>
                        <a:pt x="24003" y="129159"/>
                        <a:pt x="54959" y="172498"/>
                        <a:pt x="82106" y="198977"/>
                      </a:cubicBezTo>
                      <a:cubicBezTo>
                        <a:pt x="96012" y="212693"/>
                        <a:pt x="109252" y="222313"/>
                        <a:pt x="121634" y="227647"/>
                      </a:cubicBezTo>
                      <a:cubicBezTo>
                        <a:pt x="134207" y="233839"/>
                        <a:pt x="145733" y="234982"/>
                        <a:pt x="156591" y="233172"/>
                      </a:cubicBezTo>
                      <a:cubicBezTo>
                        <a:pt x="168497" y="231076"/>
                        <a:pt x="178784" y="223933"/>
                        <a:pt x="188214" y="213550"/>
                      </a:cubicBezTo>
                      <a:cubicBezTo>
                        <a:pt x="192881" y="208217"/>
                        <a:pt x="197263" y="201739"/>
                        <a:pt x="201359" y="194120"/>
                      </a:cubicBezTo>
                      <a:cubicBezTo>
                        <a:pt x="205454" y="186880"/>
                        <a:pt x="209264" y="178594"/>
                        <a:pt x="212788" y="169259"/>
                      </a:cubicBezTo>
                      <a:cubicBezTo>
                        <a:pt x="219742" y="150876"/>
                        <a:pt x="225076" y="128588"/>
                        <a:pt x="228695" y="103822"/>
                      </a:cubicBezTo>
                      <a:cubicBezTo>
                        <a:pt x="232220" y="79058"/>
                        <a:pt x="233934" y="51340"/>
                        <a:pt x="232791" y="21241"/>
                      </a:cubicBezTo>
                      <a:cubicBezTo>
                        <a:pt x="232505" y="14097"/>
                        <a:pt x="231934" y="6953"/>
                        <a:pt x="231172" y="0"/>
                      </a:cubicBezTo>
                      <a:cubicBezTo>
                        <a:pt x="231838" y="28670"/>
                        <a:pt x="230029" y="55150"/>
                        <a:pt x="226219" y="78772"/>
                      </a:cubicBezTo>
                      <a:cubicBezTo>
                        <a:pt x="222599" y="102965"/>
                        <a:pt x="217075" y="124206"/>
                        <a:pt x="210026" y="141922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517" name="Forme libre : forme 13516">
                  <a:extLst>
                    <a:ext uri="{FF2B5EF4-FFF2-40B4-BE49-F238E27FC236}">
                      <a16:creationId xmlns:a16="http://schemas.microsoft.com/office/drawing/2014/main" id="{47713443-430F-4AF1-8C75-7980D4ED5BFA}"/>
                    </a:ext>
                  </a:extLst>
                </p:cNvPr>
                <p:cNvSpPr/>
                <p:nvPr/>
              </p:nvSpPr>
              <p:spPr>
                <a:xfrm>
                  <a:off x="2936249" y="2498534"/>
                  <a:ext cx="177165" cy="219360"/>
                </a:xfrm>
                <a:custGeom>
                  <a:avLst/>
                  <a:gdLst>
                    <a:gd name="connsiteX0" fmla="*/ 177166 w 177165"/>
                    <a:gd name="connsiteY0" fmla="*/ 0 h 219360"/>
                    <a:gd name="connsiteX1" fmla="*/ 169451 w 177165"/>
                    <a:gd name="connsiteY1" fmla="*/ 2572 h 219360"/>
                    <a:gd name="connsiteX2" fmla="*/ 148972 w 177165"/>
                    <a:gd name="connsiteY2" fmla="*/ 11144 h 219360"/>
                    <a:gd name="connsiteX3" fmla="*/ 86678 w 177165"/>
                    <a:gd name="connsiteY3" fmla="*/ 49625 h 219360"/>
                    <a:gd name="connsiteX4" fmla="*/ 69914 w 177165"/>
                    <a:gd name="connsiteY4" fmla="*/ 64008 h 219360"/>
                    <a:gd name="connsiteX5" fmla="*/ 53912 w 177165"/>
                    <a:gd name="connsiteY5" fmla="*/ 80772 h 219360"/>
                    <a:gd name="connsiteX6" fmla="*/ 26004 w 177165"/>
                    <a:gd name="connsiteY6" fmla="*/ 119825 h 219360"/>
                    <a:gd name="connsiteX7" fmla="*/ 1 w 177165"/>
                    <a:gd name="connsiteY7" fmla="*/ 219361 h 219360"/>
                    <a:gd name="connsiteX8" fmla="*/ 3239 w 177165"/>
                    <a:gd name="connsiteY8" fmla="*/ 197167 h 219360"/>
                    <a:gd name="connsiteX9" fmla="*/ 22575 w 177165"/>
                    <a:gd name="connsiteY9" fmla="*/ 141161 h 219360"/>
                    <a:gd name="connsiteX10" fmla="*/ 74867 w 177165"/>
                    <a:gd name="connsiteY10" fmla="*/ 67723 h 219360"/>
                    <a:gd name="connsiteX11" fmla="*/ 118873 w 177165"/>
                    <a:gd name="connsiteY11" fmla="*/ 31337 h 219360"/>
                    <a:gd name="connsiteX12" fmla="*/ 146114 w 177165"/>
                    <a:gd name="connsiteY12" fmla="*/ 14859 h 219360"/>
                    <a:gd name="connsiteX13" fmla="*/ 161068 w 177165"/>
                    <a:gd name="connsiteY13" fmla="*/ 6953 h 219360"/>
                    <a:gd name="connsiteX14" fmla="*/ 177166 w 177165"/>
                    <a:gd name="connsiteY14" fmla="*/ 0 h 219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77165" h="219360">
                      <a:moveTo>
                        <a:pt x="177166" y="0"/>
                      </a:moveTo>
                      <a:cubicBezTo>
                        <a:pt x="177166" y="0"/>
                        <a:pt x="174499" y="857"/>
                        <a:pt x="169451" y="2572"/>
                      </a:cubicBezTo>
                      <a:cubicBezTo>
                        <a:pt x="164497" y="4191"/>
                        <a:pt x="157449" y="7049"/>
                        <a:pt x="148972" y="11144"/>
                      </a:cubicBezTo>
                      <a:cubicBezTo>
                        <a:pt x="132017" y="19145"/>
                        <a:pt x="109157" y="31242"/>
                        <a:pt x="86678" y="49625"/>
                      </a:cubicBezTo>
                      <a:cubicBezTo>
                        <a:pt x="81059" y="54102"/>
                        <a:pt x="75439" y="58865"/>
                        <a:pt x="69914" y="64008"/>
                      </a:cubicBezTo>
                      <a:cubicBezTo>
                        <a:pt x="64390" y="69247"/>
                        <a:pt x="59056" y="74962"/>
                        <a:pt x="53912" y="80772"/>
                      </a:cubicBezTo>
                      <a:cubicBezTo>
                        <a:pt x="43625" y="92678"/>
                        <a:pt x="34005" y="105251"/>
                        <a:pt x="26004" y="119825"/>
                      </a:cubicBezTo>
                      <a:cubicBezTo>
                        <a:pt x="10002" y="148781"/>
                        <a:pt x="-95" y="181737"/>
                        <a:pt x="1" y="219361"/>
                      </a:cubicBezTo>
                      <a:cubicBezTo>
                        <a:pt x="1" y="219361"/>
                        <a:pt x="382" y="211169"/>
                        <a:pt x="3239" y="197167"/>
                      </a:cubicBezTo>
                      <a:cubicBezTo>
                        <a:pt x="6001" y="182975"/>
                        <a:pt x="11716" y="164021"/>
                        <a:pt x="22575" y="141161"/>
                      </a:cubicBezTo>
                      <a:cubicBezTo>
                        <a:pt x="33338" y="118110"/>
                        <a:pt x="50007" y="93250"/>
                        <a:pt x="74867" y="67723"/>
                      </a:cubicBezTo>
                      <a:cubicBezTo>
                        <a:pt x="87345" y="55531"/>
                        <a:pt x="101918" y="42863"/>
                        <a:pt x="118873" y="31337"/>
                      </a:cubicBezTo>
                      <a:cubicBezTo>
                        <a:pt x="127350" y="25717"/>
                        <a:pt x="136494" y="20193"/>
                        <a:pt x="146114" y="14859"/>
                      </a:cubicBezTo>
                      <a:cubicBezTo>
                        <a:pt x="150972" y="12192"/>
                        <a:pt x="155925" y="9525"/>
                        <a:pt x="161068" y="6953"/>
                      </a:cubicBezTo>
                      <a:cubicBezTo>
                        <a:pt x="166402" y="4572"/>
                        <a:pt x="171736" y="2191"/>
                        <a:pt x="1771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518" name="Forme libre : forme 13517">
                  <a:extLst>
                    <a:ext uri="{FF2B5EF4-FFF2-40B4-BE49-F238E27FC236}">
                      <a16:creationId xmlns:a16="http://schemas.microsoft.com/office/drawing/2014/main" id="{71F8188A-3E73-4188-8938-DFBAFAC88B5B}"/>
                    </a:ext>
                  </a:extLst>
                </p:cNvPr>
                <p:cNvSpPr/>
                <p:nvPr/>
              </p:nvSpPr>
              <p:spPr>
                <a:xfrm>
                  <a:off x="3022642" y="2575496"/>
                  <a:ext cx="105469" cy="233838"/>
                </a:xfrm>
                <a:custGeom>
                  <a:avLst/>
                  <a:gdLst>
                    <a:gd name="connsiteX0" fmla="*/ 47054 w 105469"/>
                    <a:gd name="connsiteY0" fmla="*/ 0 h 233838"/>
                    <a:gd name="connsiteX1" fmla="*/ 41148 w 105469"/>
                    <a:gd name="connsiteY1" fmla="*/ 3905 h 233838"/>
                    <a:gd name="connsiteX2" fmla="*/ 27527 w 105469"/>
                    <a:gd name="connsiteY2" fmla="*/ 14192 h 233838"/>
                    <a:gd name="connsiteX3" fmla="*/ 0 w 105469"/>
                    <a:gd name="connsiteY3" fmla="*/ 42767 h 233838"/>
                    <a:gd name="connsiteX4" fmla="*/ 17335 w 105469"/>
                    <a:gd name="connsiteY4" fmla="*/ 53054 h 233838"/>
                    <a:gd name="connsiteX5" fmla="*/ 53911 w 105469"/>
                    <a:gd name="connsiteY5" fmla="*/ 86487 h 233838"/>
                    <a:gd name="connsiteX6" fmla="*/ 87344 w 105469"/>
                    <a:gd name="connsiteY6" fmla="*/ 146685 h 233838"/>
                    <a:gd name="connsiteX7" fmla="*/ 99917 w 105469"/>
                    <a:gd name="connsiteY7" fmla="*/ 233839 h 233838"/>
                    <a:gd name="connsiteX8" fmla="*/ 102965 w 105469"/>
                    <a:gd name="connsiteY8" fmla="*/ 215837 h 233838"/>
                    <a:gd name="connsiteX9" fmla="*/ 105346 w 105469"/>
                    <a:gd name="connsiteY9" fmla="*/ 169259 h 233838"/>
                    <a:gd name="connsiteX10" fmla="*/ 53626 w 105469"/>
                    <a:gd name="connsiteY10" fmla="*/ 33814 h 233838"/>
                    <a:gd name="connsiteX11" fmla="*/ 47054 w 105469"/>
                    <a:gd name="connsiteY11" fmla="*/ 0 h 233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5469" h="233838">
                      <a:moveTo>
                        <a:pt x="47054" y="0"/>
                      </a:moveTo>
                      <a:cubicBezTo>
                        <a:pt x="47054" y="0"/>
                        <a:pt x="44863" y="1429"/>
                        <a:pt x="41148" y="3905"/>
                      </a:cubicBezTo>
                      <a:cubicBezTo>
                        <a:pt x="37529" y="6287"/>
                        <a:pt x="32671" y="9811"/>
                        <a:pt x="27527" y="14192"/>
                      </a:cubicBezTo>
                      <a:cubicBezTo>
                        <a:pt x="17145" y="22670"/>
                        <a:pt x="5620" y="33528"/>
                        <a:pt x="0" y="42767"/>
                      </a:cubicBezTo>
                      <a:cubicBezTo>
                        <a:pt x="0" y="42767"/>
                        <a:pt x="7048" y="46006"/>
                        <a:pt x="17335" y="53054"/>
                      </a:cubicBezTo>
                      <a:cubicBezTo>
                        <a:pt x="27622" y="60198"/>
                        <a:pt x="41053" y="70675"/>
                        <a:pt x="53911" y="86487"/>
                      </a:cubicBezTo>
                      <a:cubicBezTo>
                        <a:pt x="66770" y="102203"/>
                        <a:pt x="78962" y="122206"/>
                        <a:pt x="87344" y="146685"/>
                      </a:cubicBezTo>
                      <a:cubicBezTo>
                        <a:pt x="95726" y="171164"/>
                        <a:pt x="100393" y="200216"/>
                        <a:pt x="99917" y="233839"/>
                      </a:cubicBezTo>
                      <a:cubicBezTo>
                        <a:pt x="99917" y="233839"/>
                        <a:pt x="101441" y="227267"/>
                        <a:pt x="102965" y="215837"/>
                      </a:cubicBezTo>
                      <a:cubicBezTo>
                        <a:pt x="104394" y="204407"/>
                        <a:pt x="105918" y="188500"/>
                        <a:pt x="105346" y="169259"/>
                      </a:cubicBezTo>
                      <a:cubicBezTo>
                        <a:pt x="103918" y="131064"/>
                        <a:pt x="95726" y="79915"/>
                        <a:pt x="53626" y="33814"/>
                      </a:cubicBezTo>
                      <a:cubicBezTo>
                        <a:pt x="40767" y="19907"/>
                        <a:pt x="47054" y="0"/>
                        <a:pt x="47054" y="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519" name="Forme libre : forme 13518">
                  <a:extLst>
                    <a:ext uri="{FF2B5EF4-FFF2-40B4-BE49-F238E27FC236}">
                      <a16:creationId xmlns:a16="http://schemas.microsoft.com/office/drawing/2014/main" id="{A3173EFC-3C8C-4FED-9F67-6ED2033E0727}"/>
                    </a:ext>
                  </a:extLst>
                </p:cNvPr>
                <p:cNvSpPr/>
                <p:nvPr/>
              </p:nvSpPr>
              <p:spPr>
                <a:xfrm>
                  <a:off x="2853954" y="2577668"/>
                  <a:ext cx="121062" cy="23831"/>
                </a:xfrm>
                <a:custGeom>
                  <a:avLst/>
                  <a:gdLst>
                    <a:gd name="connsiteX0" fmla="*/ 108871 w 121062"/>
                    <a:gd name="connsiteY0" fmla="*/ 18783 h 23831"/>
                    <a:gd name="connsiteX1" fmla="*/ 121063 w 121062"/>
                    <a:gd name="connsiteY1" fmla="*/ 1448 h 23831"/>
                    <a:gd name="connsiteX2" fmla="*/ 84296 w 121062"/>
                    <a:gd name="connsiteY2" fmla="*/ 686 h 23831"/>
                    <a:gd name="connsiteX3" fmla="*/ 0 w 121062"/>
                    <a:gd name="connsiteY3" fmla="*/ 23832 h 23831"/>
                    <a:gd name="connsiteX4" fmla="*/ 8668 w 121062"/>
                    <a:gd name="connsiteY4" fmla="*/ 21260 h 23831"/>
                    <a:gd name="connsiteX5" fmla="*/ 32385 w 121062"/>
                    <a:gd name="connsiteY5" fmla="*/ 16974 h 23831"/>
                    <a:gd name="connsiteX6" fmla="*/ 67151 w 121062"/>
                    <a:gd name="connsiteY6" fmla="*/ 14593 h 23831"/>
                    <a:gd name="connsiteX7" fmla="*/ 108871 w 121062"/>
                    <a:gd name="connsiteY7" fmla="*/ 18783 h 23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1062" h="23831">
                      <a:moveTo>
                        <a:pt x="108871" y="18783"/>
                      </a:moveTo>
                      <a:cubicBezTo>
                        <a:pt x="108871" y="18783"/>
                        <a:pt x="114300" y="9163"/>
                        <a:pt x="121063" y="1448"/>
                      </a:cubicBezTo>
                      <a:cubicBezTo>
                        <a:pt x="121063" y="1448"/>
                        <a:pt x="106775" y="-1219"/>
                        <a:pt x="84296" y="686"/>
                      </a:cubicBezTo>
                      <a:cubicBezTo>
                        <a:pt x="61817" y="2019"/>
                        <a:pt x="31052" y="8115"/>
                        <a:pt x="0" y="23832"/>
                      </a:cubicBezTo>
                      <a:cubicBezTo>
                        <a:pt x="0" y="23832"/>
                        <a:pt x="3048" y="22784"/>
                        <a:pt x="8668" y="21260"/>
                      </a:cubicBezTo>
                      <a:cubicBezTo>
                        <a:pt x="14192" y="19831"/>
                        <a:pt x="22479" y="18307"/>
                        <a:pt x="32385" y="16974"/>
                      </a:cubicBezTo>
                      <a:cubicBezTo>
                        <a:pt x="42386" y="15736"/>
                        <a:pt x="54102" y="14211"/>
                        <a:pt x="67151" y="14593"/>
                      </a:cubicBezTo>
                      <a:cubicBezTo>
                        <a:pt x="80296" y="14973"/>
                        <a:pt x="94393" y="16116"/>
                        <a:pt x="108871" y="18783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3520" name="Graphique 5">
                  <a:extLst>
                    <a:ext uri="{FF2B5EF4-FFF2-40B4-BE49-F238E27FC236}">
                      <a16:creationId xmlns:a16="http://schemas.microsoft.com/office/drawing/2014/main" id="{0CD4E7AD-AE13-43E7-85F9-EBA812AF409C}"/>
                    </a:ext>
                  </a:extLst>
                </p:cNvPr>
                <p:cNvGrpSpPr/>
                <p:nvPr/>
              </p:nvGrpSpPr>
              <p:grpSpPr>
                <a:xfrm>
                  <a:off x="2919759" y="2611539"/>
                  <a:ext cx="95275" cy="81222"/>
                  <a:chOff x="2919759" y="2611539"/>
                  <a:chExt cx="95275" cy="81222"/>
                </a:xfrm>
                <a:solidFill>
                  <a:schemeClr val="accent1"/>
                </a:solidFill>
              </p:grpSpPr>
              <p:grpSp>
                <p:nvGrpSpPr>
                  <p:cNvPr id="13521" name="Graphique 5">
                    <a:extLst>
                      <a:ext uri="{FF2B5EF4-FFF2-40B4-BE49-F238E27FC236}">
                        <a16:creationId xmlns:a16="http://schemas.microsoft.com/office/drawing/2014/main" id="{9AA3103C-5A91-487A-B9B0-FA5C489F6754}"/>
                      </a:ext>
                    </a:extLst>
                  </p:cNvPr>
                  <p:cNvGrpSpPr/>
                  <p:nvPr/>
                </p:nvGrpSpPr>
                <p:grpSpPr>
                  <a:xfrm>
                    <a:off x="2919759" y="2611539"/>
                    <a:ext cx="40384" cy="35924"/>
                    <a:chOff x="2919759" y="2611539"/>
                    <a:chExt cx="40384" cy="35924"/>
                  </a:xfrm>
                  <a:solidFill>
                    <a:schemeClr val="accent1"/>
                  </a:solidFill>
                </p:grpSpPr>
                <p:sp>
                  <p:nvSpPr>
                    <p:cNvPr id="13522" name="Forme libre : forme 13521">
                      <a:extLst>
                        <a:ext uri="{FF2B5EF4-FFF2-40B4-BE49-F238E27FC236}">
                          <a16:creationId xmlns:a16="http://schemas.microsoft.com/office/drawing/2014/main" id="{465164D2-3ABE-4128-BDC1-559E3FB5B5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9774" y="2611539"/>
                      <a:ext cx="40370" cy="35924"/>
                    </a:xfrm>
                    <a:custGeom>
                      <a:avLst/>
                      <a:gdLst>
                        <a:gd name="connsiteX0" fmla="*/ 39812 w 40370"/>
                        <a:gd name="connsiteY0" fmla="*/ 12439 h 35924"/>
                        <a:gd name="connsiteX1" fmla="*/ 25239 w 40370"/>
                        <a:gd name="connsiteY1" fmla="*/ 35109 h 35924"/>
                        <a:gd name="connsiteX2" fmla="*/ 760 w 40370"/>
                        <a:gd name="connsiteY2" fmla="*/ 23869 h 35924"/>
                        <a:gd name="connsiteX3" fmla="*/ 15238 w 40370"/>
                        <a:gd name="connsiteY3" fmla="*/ 914 h 35924"/>
                        <a:gd name="connsiteX4" fmla="*/ 39812 w 40370"/>
                        <a:gd name="connsiteY4" fmla="*/ 12439 h 359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370" h="35924">
                          <a:moveTo>
                            <a:pt x="39812" y="12439"/>
                          </a:moveTo>
                          <a:cubicBezTo>
                            <a:pt x="42384" y="21964"/>
                            <a:pt x="35812" y="32061"/>
                            <a:pt x="25239" y="35109"/>
                          </a:cubicBezTo>
                          <a:cubicBezTo>
                            <a:pt x="14666" y="37966"/>
                            <a:pt x="3713" y="33108"/>
                            <a:pt x="760" y="23869"/>
                          </a:cubicBezTo>
                          <a:cubicBezTo>
                            <a:pt x="-2288" y="14439"/>
                            <a:pt x="4094" y="3962"/>
                            <a:pt x="15238" y="914"/>
                          </a:cubicBezTo>
                          <a:cubicBezTo>
                            <a:pt x="26287" y="-2229"/>
                            <a:pt x="37336" y="3009"/>
                            <a:pt x="39812" y="1243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23" name="Forme libre : forme 13522">
                      <a:extLst>
                        <a:ext uri="{FF2B5EF4-FFF2-40B4-BE49-F238E27FC236}">
                          <a16:creationId xmlns:a16="http://schemas.microsoft.com/office/drawing/2014/main" id="{5033F9D7-D79E-448C-B4C2-7FAFFA68A1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9759" y="2616359"/>
                      <a:ext cx="40258" cy="31105"/>
                    </a:xfrm>
                    <a:custGeom>
                      <a:avLst/>
                      <a:gdLst>
                        <a:gd name="connsiteX0" fmla="*/ 20491 w 40258"/>
                        <a:gd name="connsiteY0" fmla="*/ 13525 h 31105"/>
                        <a:gd name="connsiteX1" fmla="*/ 679 w 40258"/>
                        <a:gd name="connsiteY1" fmla="*/ 9715 h 31105"/>
                        <a:gd name="connsiteX2" fmla="*/ 679 w 40258"/>
                        <a:gd name="connsiteY2" fmla="*/ 19050 h 31105"/>
                        <a:gd name="connsiteX3" fmla="*/ 25158 w 40258"/>
                        <a:gd name="connsiteY3" fmla="*/ 30289 h 31105"/>
                        <a:gd name="connsiteX4" fmla="*/ 39732 w 40258"/>
                        <a:gd name="connsiteY4" fmla="*/ 7620 h 31105"/>
                        <a:gd name="connsiteX5" fmla="*/ 34969 w 40258"/>
                        <a:gd name="connsiteY5" fmla="*/ 0 h 31105"/>
                        <a:gd name="connsiteX6" fmla="*/ 20491 w 40258"/>
                        <a:gd name="connsiteY6" fmla="*/ 13525 h 31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258" h="31105">
                          <a:moveTo>
                            <a:pt x="20491" y="13525"/>
                          </a:moveTo>
                          <a:cubicBezTo>
                            <a:pt x="13157" y="15716"/>
                            <a:pt x="5632" y="13716"/>
                            <a:pt x="679" y="9715"/>
                          </a:cubicBezTo>
                          <a:cubicBezTo>
                            <a:pt x="-178" y="12763"/>
                            <a:pt x="-273" y="15907"/>
                            <a:pt x="679" y="19050"/>
                          </a:cubicBezTo>
                          <a:cubicBezTo>
                            <a:pt x="3632" y="28289"/>
                            <a:pt x="14586" y="33147"/>
                            <a:pt x="25158" y="30289"/>
                          </a:cubicBezTo>
                          <a:cubicBezTo>
                            <a:pt x="35731" y="27242"/>
                            <a:pt x="42208" y="17145"/>
                            <a:pt x="39732" y="7620"/>
                          </a:cubicBezTo>
                          <a:cubicBezTo>
                            <a:pt x="38874" y="4572"/>
                            <a:pt x="37160" y="2096"/>
                            <a:pt x="34969" y="0"/>
                          </a:cubicBezTo>
                          <a:cubicBezTo>
                            <a:pt x="33064" y="6191"/>
                            <a:pt x="27730" y="11525"/>
                            <a:pt x="20491" y="1352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24" name="Forme libre : forme 13523">
                      <a:extLst>
                        <a:ext uri="{FF2B5EF4-FFF2-40B4-BE49-F238E27FC236}">
                          <a16:creationId xmlns:a16="http://schemas.microsoft.com/office/drawing/2014/main" id="{07C1F004-100C-45C3-9630-27E2EBBE4D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7714" y="2616451"/>
                      <a:ext cx="18003" cy="16197"/>
                    </a:xfrm>
                    <a:custGeom>
                      <a:avLst/>
                      <a:gdLst>
                        <a:gd name="connsiteX0" fmla="*/ 15490 w 18003"/>
                        <a:gd name="connsiteY0" fmla="*/ 2860 h 16197"/>
                        <a:gd name="connsiteX1" fmla="*/ 15300 w 18003"/>
                        <a:gd name="connsiteY1" fmla="*/ 14290 h 16197"/>
                        <a:gd name="connsiteX2" fmla="*/ 2631 w 18003"/>
                        <a:gd name="connsiteY2" fmla="*/ 13338 h 16197"/>
                        <a:gd name="connsiteX3" fmla="*/ 2727 w 18003"/>
                        <a:gd name="connsiteY3" fmla="*/ 1908 h 16197"/>
                        <a:gd name="connsiteX4" fmla="*/ 15490 w 18003"/>
                        <a:gd name="connsiteY4" fmla="*/ 2860 h 16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03" h="16197">
                          <a:moveTo>
                            <a:pt x="15490" y="2860"/>
                          </a:moveTo>
                          <a:cubicBezTo>
                            <a:pt x="18919" y="6289"/>
                            <a:pt x="18824" y="11433"/>
                            <a:pt x="15300" y="14290"/>
                          </a:cubicBezTo>
                          <a:cubicBezTo>
                            <a:pt x="11775" y="17148"/>
                            <a:pt x="6156" y="16767"/>
                            <a:pt x="2631" y="13338"/>
                          </a:cubicBezTo>
                          <a:cubicBezTo>
                            <a:pt x="-893" y="9909"/>
                            <a:pt x="-893" y="4860"/>
                            <a:pt x="2727" y="1908"/>
                          </a:cubicBezTo>
                          <a:cubicBezTo>
                            <a:pt x="6346" y="-950"/>
                            <a:pt x="12061" y="-569"/>
                            <a:pt x="15490" y="286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25" name="Forme libre : forme 13524">
                      <a:extLst>
                        <a:ext uri="{FF2B5EF4-FFF2-40B4-BE49-F238E27FC236}">
                          <a16:creationId xmlns:a16="http://schemas.microsoft.com/office/drawing/2014/main" id="{4FC07C38-DCB3-4BFB-B907-D93C99B202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6141" y="2618703"/>
                      <a:ext cx="6694" cy="5883"/>
                    </a:xfrm>
                    <a:custGeom>
                      <a:avLst/>
                      <a:gdLst>
                        <a:gd name="connsiteX0" fmla="*/ 6586 w 6694"/>
                        <a:gd name="connsiteY0" fmla="*/ 2037 h 5883"/>
                        <a:gd name="connsiteX1" fmla="*/ 4204 w 6694"/>
                        <a:gd name="connsiteY1" fmla="*/ 5751 h 5883"/>
                        <a:gd name="connsiteX2" fmla="*/ 109 w 6694"/>
                        <a:gd name="connsiteY2" fmla="*/ 3846 h 5883"/>
                        <a:gd name="connsiteX3" fmla="*/ 2490 w 6694"/>
                        <a:gd name="connsiteY3" fmla="*/ 132 h 5883"/>
                        <a:gd name="connsiteX4" fmla="*/ 6586 w 6694"/>
                        <a:gd name="connsiteY4" fmla="*/ 2037 h 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94" h="5883">
                          <a:moveTo>
                            <a:pt x="6586" y="2037"/>
                          </a:moveTo>
                          <a:cubicBezTo>
                            <a:pt x="7062" y="3561"/>
                            <a:pt x="5919" y="5275"/>
                            <a:pt x="4204" y="5751"/>
                          </a:cubicBezTo>
                          <a:cubicBezTo>
                            <a:pt x="2395" y="6228"/>
                            <a:pt x="585" y="5370"/>
                            <a:pt x="109" y="3846"/>
                          </a:cubicBezTo>
                          <a:cubicBezTo>
                            <a:pt x="-368" y="2322"/>
                            <a:pt x="775" y="608"/>
                            <a:pt x="2490" y="132"/>
                          </a:cubicBezTo>
                          <a:cubicBezTo>
                            <a:pt x="4204" y="-345"/>
                            <a:pt x="6109" y="513"/>
                            <a:pt x="6586" y="20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526" name="Graphique 5">
                    <a:extLst>
                      <a:ext uri="{FF2B5EF4-FFF2-40B4-BE49-F238E27FC236}">
                        <a16:creationId xmlns:a16="http://schemas.microsoft.com/office/drawing/2014/main" id="{100AD670-D319-46F9-BF8B-E2FCB9515975}"/>
                      </a:ext>
                    </a:extLst>
                  </p:cNvPr>
                  <p:cNvGrpSpPr/>
                  <p:nvPr/>
                </p:nvGrpSpPr>
                <p:grpSpPr>
                  <a:xfrm>
                    <a:off x="2944712" y="2638343"/>
                    <a:ext cx="38995" cy="36039"/>
                    <a:chOff x="2944712" y="2638343"/>
                    <a:chExt cx="38995" cy="36039"/>
                  </a:xfrm>
                  <a:solidFill>
                    <a:schemeClr val="accent1"/>
                  </a:solidFill>
                </p:grpSpPr>
                <p:sp>
                  <p:nvSpPr>
                    <p:cNvPr id="13527" name="Forme libre : forme 13526">
                      <a:extLst>
                        <a:ext uri="{FF2B5EF4-FFF2-40B4-BE49-F238E27FC236}">
                          <a16:creationId xmlns:a16="http://schemas.microsoft.com/office/drawing/2014/main" id="{C8517742-212D-4473-9139-A9BA47CA47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4712" y="2638343"/>
                      <a:ext cx="38960" cy="36039"/>
                    </a:xfrm>
                    <a:custGeom>
                      <a:avLst/>
                      <a:gdLst>
                        <a:gd name="connsiteX0" fmla="*/ 38497 w 38960"/>
                        <a:gd name="connsiteY0" fmla="*/ 12972 h 36039"/>
                        <a:gd name="connsiteX1" fmla="*/ 24304 w 38960"/>
                        <a:gd name="connsiteY1" fmla="*/ 35261 h 36039"/>
                        <a:gd name="connsiteX2" fmla="*/ 682 w 38960"/>
                        <a:gd name="connsiteY2" fmla="*/ 23450 h 36039"/>
                        <a:gd name="connsiteX3" fmla="*/ 14875 w 38960"/>
                        <a:gd name="connsiteY3" fmla="*/ 875 h 36039"/>
                        <a:gd name="connsiteX4" fmla="*/ 38497 w 38960"/>
                        <a:gd name="connsiteY4" fmla="*/ 12972 h 360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960" h="36039">
                          <a:moveTo>
                            <a:pt x="38497" y="12972"/>
                          </a:moveTo>
                          <a:cubicBezTo>
                            <a:pt x="40783" y="22402"/>
                            <a:pt x="34401" y="32308"/>
                            <a:pt x="24304" y="35261"/>
                          </a:cubicBezTo>
                          <a:cubicBezTo>
                            <a:pt x="14113" y="38118"/>
                            <a:pt x="3540" y="32879"/>
                            <a:pt x="682" y="23450"/>
                          </a:cubicBezTo>
                          <a:cubicBezTo>
                            <a:pt x="-2175" y="14020"/>
                            <a:pt x="4207" y="3923"/>
                            <a:pt x="14875" y="875"/>
                          </a:cubicBezTo>
                          <a:cubicBezTo>
                            <a:pt x="25543" y="-2268"/>
                            <a:pt x="36115" y="3352"/>
                            <a:pt x="38497" y="1297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28" name="Forme libre : forme 13527">
                      <a:extLst>
                        <a:ext uri="{FF2B5EF4-FFF2-40B4-BE49-F238E27FC236}">
                          <a16:creationId xmlns:a16="http://schemas.microsoft.com/office/drawing/2014/main" id="{1AFEE032-EE13-4ADB-A3D5-4C361A96C6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4797" y="2643600"/>
                      <a:ext cx="38910" cy="30783"/>
                    </a:xfrm>
                    <a:custGeom>
                      <a:avLst/>
                      <a:gdLst>
                        <a:gd name="connsiteX0" fmla="*/ 19742 w 38910"/>
                        <a:gd name="connsiteY0" fmla="*/ 13144 h 30783"/>
                        <a:gd name="connsiteX1" fmla="*/ 692 w 38910"/>
                        <a:gd name="connsiteY1" fmla="*/ 8953 h 30783"/>
                        <a:gd name="connsiteX2" fmla="*/ 597 w 38910"/>
                        <a:gd name="connsiteY2" fmla="*/ 18193 h 30783"/>
                        <a:gd name="connsiteX3" fmla="*/ 24219 w 38910"/>
                        <a:gd name="connsiteY3" fmla="*/ 30004 h 30783"/>
                        <a:gd name="connsiteX4" fmla="*/ 38412 w 38910"/>
                        <a:gd name="connsiteY4" fmla="*/ 7715 h 30783"/>
                        <a:gd name="connsiteX5" fmla="*/ 33839 w 38910"/>
                        <a:gd name="connsiteY5" fmla="*/ 0 h 30783"/>
                        <a:gd name="connsiteX6" fmla="*/ 19742 w 38910"/>
                        <a:gd name="connsiteY6" fmla="*/ 13144 h 30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910" h="30783">
                          <a:moveTo>
                            <a:pt x="19742" y="13144"/>
                          </a:moveTo>
                          <a:cubicBezTo>
                            <a:pt x="12599" y="15145"/>
                            <a:pt x="5455" y="13335"/>
                            <a:pt x="692" y="8953"/>
                          </a:cubicBezTo>
                          <a:cubicBezTo>
                            <a:pt x="-165" y="11906"/>
                            <a:pt x="-260" y="15049"/>
                            <a:pt x="597" y="18193"/>
                          </a:cubicBezTo>
                          <a:cubicBezTo>
                            <a:pt x="3455" y="27622"/>
                            <a:pt x="14028" y="32861"/>
                            <a:pt x="24219" y="30004"/>
                          </a:cubicBezTo>
                          <a:cubicBezTo>
                            <a:pt x="34411" y="27051"/>
                            <a:pt x="40793" y="17145"/>
                            <a:pt x="38412" y="7715"/>
                          </a:cubicBezTo>
                          <a:cubicBezTo>
                            <a:pt x="37650" y="4667"/>
                            <a:pt x="36030" y="2095"/>
                            <a:pt x="33839" y="0"/>
                          </a:cubicBezTo>
                          <a:cubicBezTo>
                            <a:pt x="31839" y="5810"/>
                            <a:pt x="26791" y="11239"/>
                            <a:pt x="19742" y="1314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29" name="Forme libre : forme 13528">
                      <a:extLst>
                        <a:ext uri="{FF2B5EF4-FFF2-40B4-BE49-F238E27FC236}">
                          <a16:creationId xmlns:a16="http://schemas.microsoft.com/office/drawing/2014/main" id="{C9D17412-16B2-45DB-9781-E641722518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2158" y="2643359"/>
                      <a:ext cx="17351" cy="16262"/>
                    </a:xfrm>
                    <a:custGeom>
                      <a:avLst/>
                      <a:gdLst>
                        <a:gd name="connsiteX0" fmla="*/ 14955 w 17351"/>
                        <a:gd name="connsiteY0" fmla="*/ 3003 h 16262"/>
                        <a:gd name="connsiteX1" fmla="*/ 14669 w 17351"/>
                        <a:gd name="connsiteY1" fmla="*/ 14433 h 16262"/>
                        <a:gd name="connsiteX2" fmla="*/ 2477 w 17351"/>
                        <a:gd name="connsiteY2" fmla="*/ 13290 h 16262"/>
                        <a:gd name="connsiteX3" fmla="*/ 2667 w 17351"/>
                        <a:gd name="connsiteY3" fmla="*/ 1860 h 16262"/>
                        <a:gd name="connsiteX4" fmla="*/ 14955 w 17351"/>
                        <a:gd name="connsiteY4" fmla="*/ 3003 h 16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51" h="16262">
                          <a:moveTo>
                            <a:pt x="14955" y="3003"/>
                          </a:moveTo>
                          <a:cubicBezTo>
                            <a:pt x="18288" y="6623"/>
                            <a:pt x="18098" y="11576"/>
                            <a:pt x="14669" y="14433"/>
                          </a:cubicBezTo>
                          <a:cubicBezTo>
                            <a:pt x="11240" y="17291"/>
                            <a:pt x="5811" y="16719"/>
                            <a:pt x="2477" y="13290"/>
                          </a:cubicBezTo>
                          <a:cubicBezTo>
                            <a:pt x="-857" y="9861"/>
                            <a:pt x="-857" y="4718"/>
                            <a:pt x="2667" y="1860"/>
                          </a:cubicBezTo>
                          <a:cubicBezTo>
                            <a:pt x="6096" y="-997"/>
                            <a:pt x="11621" y="-521"/>
                            <a:pt x="14955" y="300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30" name="Forme libre : forme 13529">
                      <a:extLst>
                        <a:ext uri="{FF2B5EF4-FFF2-40B4-BE49-F238E27FC236}">
                          <a16:creationId xmlns:a16="http://schemas.microsoft.com/office/drawing/2014/main" id="{B1532198-0374-4036-AAE2-5485F8BDB9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0621" y="2645564"/>
                      <a:ext cx="6473" cy="5883"/>
                    </a:xfrm>
                    <a:custGeom>
                      <a:avLst/>
                      <a:gdLst>
                        <a:gd name="connsiteX0" fmla="*/ 6395 w 6473"/>
                        <a:gd name="connsiteY0" fmla="*/ 2037 h 5883"/>
                        <a:gd name="connsiteX1" fmla="*/ 4014 w 6473"/>
                        <a:gd name="connsiteY1" fmla="*/ 5751 h 5883"/>
                        <a:gd name="connsiteX2" fmla="*/ 109 w 6473"/>
                        <a:gd name="connsiteY2" fmla="*/ 3846 h 5883"/>
                        <a:gd name="connsiteX3" fmla="*/ 2490 w 6473"/>
                        <a:gd name="connsiteY3" fmla="*/ 132 h 5883"/>
                        <a:gd name="connsiteX4" fmla="*/ 6395 w 6473"/>
                        <a:gd name="connsiteY4" fmla="*/ 2037 h 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3" h="5883">
                          <a:moveTo>
                            <a:pt x="6395" y="2037"/>
                          </a:moveTo>
                          <a:cubicBezTo>
                            <a:pt x="6776" y="3561"/>
                            <a:pt x="5728" y="5275"/>
                            <a:pt x="4014" y="5751"/>
                          </a:cubicBezTo>
                          <a:cubicBezTo>
                            <a:pt x="2299" y="6228"/>
                            <a:pt x="585" y="5370"/>
                            <a:pt x="109" y="3846"/>
                          </a:cubicBezTo>
                          <a:cubicBezTo>
                            <a:pt x="-368" y="2322"/>
                            <a:pt x="775" y="608"/>
                            <a:pt x="2490" y="132"/>
                          </a:cubicBezTo>
                          <a:cubicBezTo>
                            <a:pt x="4204" y="-345"/>
                            <a:pt x="5919" y="513"/>
                            <a:pt x="6395" y="20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531" name="Graphique 5">
                    <a:extLst>
                      <a:ext uri="{FF2B5EF4-FFF2-40B4-BE49-F238E27FC236}">
                        <a16:creationId xmlns:a16="http://schemas.microsoft.com/office/drawing/2014/main" id="{F5F3434F-019F-4735-8EC2-268558264408}"/>
                      </a:ext>
                    </a:extLst>
                  </p:cNvPr>
                  <p:cNvGrpSpPr/>
                  <p:nvPr/>
                </p:nvGrpSpPr>
                <p:grpSpPr>
                  <a:xfrm>
                    <a:off x="2977014" y="2657037"/>
                    <a:ext cx="38020" cy="35725"/>
                    <a:chOff x="2977014" y="2657037"/>
                    <a:chExt cx="38020" cy="35725"/>
                  </a:xfrm>
                  <a:solidFill>
                    <a:schemeClr val="accent1"/>
                  </a:solidFill>
                </p:grpSpPr>
                <p:sp>
                  <p:nvSpPr>
                    <p:cNvPr id="13532" name="Forme libre : forme 13531">
                      <a:extLst>
                        <a:ext uri="{FF2B5EF4-FFF2-40B4-BE49-F238E27FC236}">
                          <a16:creationId xmlns:a16="http://schemas.microsoft.com/office/drawing/2014/main" id="{BFFFE172-229B-4DAD-8A83-08C37E86AE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7014" y="2657037"/>
                      <a:ext cx="38020" cy="35725"/>
                    </a:xfrm>
                    <a:custGeom>
                      <a:avLst/>
                      <a:gdLst>
                        <a:gd name="connsiteX0" fmla="*/ 37627 w 38020"/>
                        <a:gd name="connsiteY0" fmla="*/ 13614 h 35725"/>
                        <a:gd name="connsiteX1" fmla="*/ 23244 w 38020"/>
                        <a:gd name="connsiteY1" fmla="*/ 35236 h 35725"/>
                        <a:gd name="connsiteX2" fmla="*/ 575 w 38020"/>
                        <a:gd name="connsiteY2" fmla="*/ 22568 h 35725"/>
                        <a:gd name="connsiteX3" fmla="*/ 14862 w 38020"/>
                        <a:gd name="connsiteY3" fmla="*/ 565 h 35725"/>
                        <a:gd name="connsiteX4" fmla="*/ 37627 w 38020"/>
                        <a:gd name="connsiteY4" fmla="*/ 13614 h 35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020" h="35725">
                          <a:moveTo>
                            <a:pt x="37627" y="13614"/>
                          </a:moveTo>
                          <a:cubicBezTo>
                            <a:pt x="39723" y="23234"/>
                            <a:pt x="33246" y="32855"/>
                            <a:pt x="23244" y="35236"/>
                          </a:cubicBezTo>
                          <a:cubicBezTo>
                            <a:pt x="13243" y="37427"/>
                            <a:pt x="3147" y="32093"/>
                            <a:pt x="575" y="22568"/>
                          </a:cubicBezTo>
                          <a:cubicBezTo>
                            <a:pt x="-1997" y="13043"/>
                            <a:pt x="4290" y="2851"/>
                            <a:pt x="14862" y="565"/>
                          </a:cubicBezTo>
                          <a:cubicBezTo>
                            <a:pt x="25340" y="-1912"/>
                            <a:pt x="35532" y="3994"/>
                            <a:pt x="37627" y="1361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33" name="Forme libre : forme 13532">
                      <a:extLst>
                        <a:ext uri="{FF2B5EF4-FFF2-40B4-BE49-F238E27FC236}">
                          <a16:creationId xmlns:a16="http://schemas.microsoft.com/office/drawing/2014/main" id="{25741972-DA86-436C-936C-21C97ADB7E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7016" y="2662745"/>
                      <a:ext cx="37923" cy="29921"/>
                    </a:xfrm>
                    <a:custGeom>
                      <a:avLst/>
                      <a:gdLst>
                        <a:gd name="connsiteX0" fmla="*/ 19242 w 37923"/>
                        <a:gd name="connsiteY0" fmla="*/ 12478 h 29921"/>
                        <a:gd name="connsiteX1" fmla="*/ 763 w 37923"/>
                        <a:gd name="connsiteY1" fmla="*/ 7525 h 29921"/>
                        <a:gd name="connsiteX2" fmla="*/ 477 w 37923"/>
                        <a:gd name="connsiteY2" fmla="*/ 16764 h 29921"/>
                        <a:gd name="connsiteX3" fmla="*/ 23147 w 37923"/>
                        <a:gd name="connsiteY3" fmla="*/ 29432 h 29921"/>
                        <a:gd name="connsiteX4" fmla="*/ 37530 w 37923"/>
                        <a:gd name="connsiteY4" fmla="*/ 7810 h 29921"/>
                        <a:gd name="connsiteX5" fmla="*/ 33243 w 37923"/>
                        <a:gd name="connsiteY5" fmla="*/ 0 h 29921"/>
                        <a:gd name="connsiteX6" fmla="*/ 19242 w 37923"/>
                        <a:gd name="connsiteY6" fmla="*/ 12478 h 299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923" h="29921">
                          <a:moveTo>
                            <a:pt x="19242" y="12478"/>
                          </a:moveTo>
                          <a:cubicBezTo>
                            <a:pt x="12288" y="14097"/>
                            <a:pt x="5335" y="11811"/>
                            <a:pt x="763" y="7525"/>
                          </a:cubicBezTo>
                          <a:cubicBezTo>
                            <a:pt x="-94" y="10478"/>
                            <a:pt x="-285" y="13621"/>
                            <a:pt x="477" y="16764"/>
                          </a:cubicBezTo>
                          <a:cubicBezTo>
                            <a:pt x="3049" y="26289"/>
                            <a:pt x="13146" y="31623"/>
                            <a:pt x="23147" y="29432"/>
                          </a:cubicBezTo>
                          <a:cubicBezTo>
                            <a:pt x="33148" y="27146"/>
                            <a:pt x="39625" y="17431"/>
                            <a:pt x="37530" y="7810"/>
                          </a:cubicBezTo>
                          <a:cubicBezTo>
                            <a:pt x="36863" y="4763"/>
                            <a:pt x="35339" y="2096"/>
                            <a:pt x="33243" y="0"/>
                          </a:cubicBezTo>
                          <a:cubicBezTo>
                            <a:pt x="31243" y="6001"/>
                            <a:pt x="26100" y="10954"/>
                            <a:pt x="19242" y="124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34" name="Forme libre : forme 13533">
                      <a:extLst>
                        <a:ext uri="{FF2B5EF4-FFF2-40B4-BE49-F238E27FC236}">
                          <a16:creationId xmlns:a16="http://schemas.microsoft.com/office/drawing/2014/main" id="{DC01E971-B65E-447B-9D5E-38B5D96F08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4086" y="2662208"/>
                      <a:ext cx="16838" cy="16287"/>
                    </a:xfrm>
                    <a:custGeom>
                      <a:avLst/>
                      <a:gdLst>
                        <a:gd name="connsiteX0" fmla="*/ 14649 w 16838"/>
                        <a:gd name="connsiteY0" fmla="*/ 3395 h 16287"/>
                        <a:gd name="connsiteX1" fmla="*/ 14078 w 16838"/>
                        <a:gd name="connsiteY1" fmla="*/ 14729 h 16287"/>
                        <a:gd name="connsiteX2" fmla="*/ 2267 w 16838"/>
                        <a:gd name="connsiteY2" fmla="*/ 12920 h 16287"/>
                        <a:gd name="connsiteX3" fmla="*/ 2743 w 16838"/>
                        <a:gd name="connsiteY3" fmla="*/ 1585 h 16287"/>
                        <a:gd name="connsiteX4" fmla="*/ 14649 w 16838"/>
                        <a:gd name="connsiteY4" fmla="*/ 3395 h 16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38" h="16287">
                          <a:moveTo>
                            <a:pt x="14649" y="3395"/>
                          </a:moveTo>
                          <a:cubicBezTo>
                            <a:pt x="17793" y="7014"/>
                            <a:pt x="17507" y="12158"/>
                            <a:pt x="14078" y="14729"/>
                          </a:cubicBezTo>
                          <a:cubicBezTo>
                            <a:pt x="10649" y="17396"/>
                            <a:pt x="5410" y="16539"/>
                            <a:pt x="2267" y="12920"/>
                          </a:cubicBezTo>
                          <a:cubicBezTo>
                            <a:pt x="-877" y="9300"/>
                            <a:pt x="-781" y="4252"/>
                            <a:pt x="2743" y="1585"/>
                          </a:cubicBezTo>
                          <a:cubicBezTo>
                            <a:pt x="6172" y="-1082"/>
                            <a:pt x="11506" y="-320"/>
                            <a:pt x="14649" y="339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35" name="Forme libre : forme 13534">
                      <a:extLst>
                        <a:ext uri="{FF2B5EF4-FFF2-40B4-BE49-F238E27FC236}">
                          <a16:creationId xmlns:a16="http://schemas.microsoft.com/office/drawing/2014/main" id="{811F901E-EF77-400E-B85F-7442224366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2560" y="2664090"/>
                      <a:ext cx="6347" cy="5787"/>
                    </a:xfrm>
                    <a:custGeom>
                      <a:avLst/>
                      <a:gdLst>
                        <a:gd name="connsiteX0" fmla="*/ 6269 w 6347"/>
                        <a:gd name="connsiteY0" fmla="*/ 2180 h 5787"/>
                        <a:gd name="connsiteX1" fmla="*/ 3888 w 6347"/>
                        <a:gd name="connsiteY1" fmla="*/ 5704 h 5787"/>
                        <a:gd name="connsiteX2" fmla="*/ 78 w 6347"/>
                        <a:gd name="connsiteY2" fmla="*/ 3608 h 5787"/>
                        <a:gd name="connsiteX3" fmla="*/ 2459 w 6347"/>
                        <a:gd name="connsiteY3" fmla="*/ 84 h 5787"/>
                        <a:gd name="connsiteX4" fmla="*/ 6269 w 6347"/>
                        <a:gd name="connsiteY4" fmla="*/ 2180 h 57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47" h="5787">
                          <a:moveTo>
                            <a:pt x="6269" y="2180"/>
                          </a:moveTo>
                          <a:cubicBezTo>
                            <a:pt x="6650" y="3799"/>
                            <a:pt x="5603" y="5323"/>
                            <a:pt x="3888" y="5704"/>
                          </a:cubicBezTo>
                          <a:cubicBezTo>
                            <a:pt x="2174" y="6085"/>
                            <a:pt x="459" y="5132"/>
                            <a:pt x="78" y="3608"/>
                          </a:cubicBezTo>
                          <a:cubicBezTo>
                            <a:pt x="-303" y="2084"/>
                            <a:pt x="745" y="465"/>
                            <a:pt x="2459" y="84"/>
                          </a:cubicBezTo>
                          <a:cubicBezTo>
                            <a:pt x="4269" y="-297"/>
                            <a:pt x="5888" y="655"/>
                            <a:pt x="6269" y="218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536" name="Graphique 5">
                  <a:extLst>
                    <a:ext uri="{FF2B5EF4-FFF2-40B4-BE49-F238E27FC236}">
                      <a16:creationId xmlns:a16="http://schemas.microsoft.com/office/drawing/2014/main" id="{D7F8F110-50F2-4B80-B749-77E451E3653C}"/>
                    </a:ext>
                  </a:extLst>
                </p:cNvPr>
                <p:cNvGrpSpPr/>
                <p:nvPr/>
              </p:nvGrpSpPr>
              <p:grpSpPr>
                <a:xfrm>
                  <a:off x="2912516" y="2732667"/>
                  <a:ext cx="87953" cy="79378"/>
                  <a:chOff x="2912516" y="2732667"/>
                  <a:chExt cx="87953" cy="79378"/>
                </a:xfrm>
                <a:solidFill>
                  <a:schemeClr val="accent1"/>
                </a:solidFill>
              </p:grpSpPr>
              <p:grpSp>
                <p:nvGrpSpPr>
                  <p:cNvPr id="13537" name="Graphique 5">
                    <a:extLst>
                      <a:ext uri="{FF2B5EF4-FFF2-40B4-BE49-F238E27FC236}">
                        <a16:creationId xmlns:a16="http://schemas.microsoft.com/office/drawing/2014/main" id="{35BFA446-B58F-42C4-93B8-00AC110955F2}"/>
                      </a:ext>
                    </a:extLst>
                  </p:cNvPr>
                  <p:cNvGrpSpPr/>
                  <p:nvPr/>
                </p:nvGrpSpPr>
                <p:grpSpPr>
                  <a:xfrm>
                    <a:off x="2912516" y="2732667"/>
                    <a:ext cx="35787" cy="35575"/>
                    <a:chOff x="2912516" y="2732667"/>
                    <a:chExt cx="35787" cy="35575"/>
                  </a:xfrm>
                  <a:solidFill>
                    <a:schemeClr val="accent1"/>
                  </a:solidFill>
                </p:grpSpPr>
                <p:sp>
                  <p:nvSpPr>
                    <p:cNvPr id="13538" name="Forme libre : forme 13537">
                      <a:extLst>
                        <a:ext uri="{FF2B5EF4-FFF2-40B4-BE49-F238E27FC236}">
                          <a16:creationId xmlns:a16="http://schemas.microsoft.com/office/drawing/2014/main" id="{3D87251D-E233-44B7-B331-0ADD0D95A0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2516" y="2732667"/>
                      <a:ext cx="35777" cy="35575"/>
                    </a:xfrm>
                    <a:custGeom>
                      <a:avLst/>
                      <a:gdLst>
                        <a:gd name="connsiteX0" fmla="*/ 34878 w 35777"/>
                        <a:gd name="connsiteY0" fmla="*/ 12088 h 35575"/>
                        <a:gd name="connsiteX1" fmla="*/ 23924 w 35777"/>
                        <a:gd name="connsiteY1" fmla="*/ 34662 h 35575"/>
                        <a:gd name="connsiteX2" fmla="*/ 1159 w 35777"/>
                        <a:gd name="connsiteY2" fmla="*/ 23995 h 35575"/>
                        <a:gd name="connsiteX3" fmla="*/ 12018 w 35777"/>
                        <a:gd name="connsiteY3" fmla="*/ 1039 h 35575"/>
                        <a:gd name="connsiteX4" fmla="*/ 34878 w 35777"/>
                        <a:gd name="connsiteY4" fmla="*/ 12088 h 35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77" h="35575">
                          <a:moveTo>
                            <a:pt x="34878" y="12088"/>
                          </a:moveTo>
                          <a:cubicBezTo>
                            <a:pt x="37926" y="21423"/>
                            <a:pt x="32973" y="31519"/>
                            <a:pt x="23924" y="34662"/>
                          </a:cubicBezTo>
                          <a:cubicBezTo>
                            <a:pt x="14780" y="37615"/>
                            <a:pt x="4779" y="33234"/>
                            <a:pt x="1159" y="23995"/>
                          </a:cubicBezTo>
                          <a:cubicBezTo>
                            <a:pt x="-2365" y="14850"/>
                            <a:pt x="2398" y="4182"/>
                            <a:pt x="12018" y="1039"/>
                          </a:cubicBezTo>
                          <a:cubicBezTo>
                            <a:pt x="21638" y="-2294"/>
                            <a:pt x="31830" y="2658"/>
                            <a:pt x="34878" y="120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39" name="Forme libre : forme 13538">
                      <a:extLst>
                        <a:ext uri="{FF2B5EF4-FFF2-40B4-BE49-F238E27FC236}">
                          <a16:creationId xmlns:a16="http://schemas.microsoft.com/office/drawing/2014/main" id="{89257CFE-F262-46D9-B561-2B7CCA5B9A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2575" y="2737231"/>
                      <a:ext cx="35728" cy="30916"/>
                    </a:xfrm>
                    <a:custGeom>
                      <a:avLst/>
                      <a:gdLst>
                        <a:gd name="connsiteX0" fmla="*/ 18150 w 35728"/>
                        <a:gd name="connsiteY0" fmla="*/ 13526 h 30916"/>
                        <a:gd name="connsiteX1" fmla="*/ 243 w 35728"/>
                        <a:gd name="connsiteY1" fmla="*/ 10192 h 30916"/>
                        <a:gd name="connsiteX2" fmla="*/ 1101 w 35728"/>
                        <a:gd name="connsiteY2" fmla="*/ 19336 h 30916"/>
                        <a:gd name="connsiteX3" fmla="*/ 23865 w 35728"/>
                        <a:gd name="connsiteY3" fmla="*/ 30004 h 30916"/>
                        <a:gd name="connsiteX4" fmla="*/ 34819 w 35728"/>
                        <a:gd name="connsiteY4" fmla="*/ 7430 h 30916"/>
                        <a:gd name="connsiteX5" fmla="*/ 29961 w 35728"/>
                        <a:gd name="connsiteY5" fmla="*/ 0 h 30916"/>
                        <a:gd name="connsiteX6" fmla="*/ 18150 w 35728"/>
                        <a:gd name="connsiteY6" fmla="*/ 13526 h 309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28" h="30916">
                          <a:moveTo>
                            <a:pt x="18150" y="13526"/>
                          </a:moveTo>
                          <a:cubicBezTo>
                            <a:pt x="11769" y="15621"/>
                            <a:pt x="5006" y="14097"/>
                            <a:pt x="243" y="10192"/>
                          </a:cubicBezTo>
                          <a:cubicBezTo>
                            <a:pt x="-233" y="13240"/>
                            <a:pt x="-42" y="16288"/>
                            <a:pt x="1101" y="19336"/>
                          </a:cubicBezTo>
                          <a:cubicBezTo>
                            <a:pt x="4625" y="28575"/>
                            <a:pt x="14626" y="32957"/>
                            <a:pt x="23865" y="30004"/>
                          </a:cubicBezTo>
                          <a:cubicBezTo>
                            <a:pt x="33009" y="26956"/>
                            <a:pt x="37867" y="16859"/>
                            <a:pt x="34819" y="7430"/>
                          </a:cubicBezTo>
                          <a:cubicBezTo>
                            <a:pt x="33867" y="4477"/>
                            <a:pt x="32057" y="2000"/>
                            <a:pt x="29961" y="0"/>
                          </a:cubicBezTo>
                          <a:cubicBezTo>
                            <a:pt x="28628" y="6191"/>
                            <a:pt x="24437" y="11430"/>
                            <a:pt x="18150" y="1352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40" name="Forme libre : forme 13539">
                      <a:extLst>
                        <a:ext uri="{FF2B5EF4-FFF2-40B4-BE49-F238E27FC236}">
                          <a16:creationId xmlns:a16="http://schemas.microsoft.com/office/drawing/2014/main" id="{36B82902-6316-4A1E-8599-E159AE1684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7881" y="2737441"/>
                      <a:ext cx="16136" cy="16002"/>
                    </a:xfrm>
                    <a:custGeom>
                      <a:avLst/>
                      <a:gdLst>
                        <a:gd name="connsiteX0" fmla="*/ 13417 w 16136"/>
                        <a:gd name="connsiteY0" fmla="*/ 2743 h 16002"/>
                        <a:gd name="connsiteX1" fmla="*/ 14179 w 16136"/>
                        <a:gd name="connsiteY1" fmla="*/ 14077 h 16002"/>
                        <a:gd name="connsiteX2" fmla="*/ 2844 w 16136"/>
                        <a:gd name="connsiteY2" fmla="*/ 13315 h 16002"/>
                        <a:gd name="connsiteX3" fmla="*/ 1987 w 16136"/>
                        <a:gd name="connsiteY3" fmla="*/ 2076 h 16002"/>
                        <a:gd name="connsiteX4" fmla="*/ 13417 w 16136"/>
                        <a:gd name="connsiteY4" fmla="*/ 2743 h 16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36" h="16002">
                          <a:moveTo>
                            <a:pt x="13417" y="2743"/>
                          </a:moveTo>
                          <a:cubicBezTo>
                            <a:pt x="16751" y="6076"/>
                            <a:pt x="17037" y="11125"/>
                            <a:pt x="14179" y="14077"/>
                          </a:cubicBezTo>
                          <a:cubicBezTo>
                            <a:pt x="11321" y="16935"/>
                            <a:pt x="6273" y="16554"/>
                            <a:pt x="2844" y="13315"/>
                          </a:cubicBezTo>
                          <a:cubicBezTo>
                            <a:pt x="-585" y="9982"/>
                            <a:pt x="-966" y="4933"/>
                            <a:pt x="1987" y="2076"/>
                          </a:cubicBezTo>
                          <a:cubicBezTo>
                            <a:pt x="4940" y="-972"/>
                            <a:pt x="10083" y="-591"/>
                            <a:pt x="13417" y="274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41" name="Forme libre : forme 13540">
                      <a:extLst>
                        <a:ext uri="{FF2B5EF4-FFF2-40B4-BE49-F238E27FC236}">
                          <a16:creationId xmlns:a16="http://schemas.microsoft.com/office/drawing/2014/main" id="{ED5A51BC-F5A9-406F-B99E-A1DCCE3AA7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6356" y="2739720"/>
                      <a:ext cx="5976" cy="5843"/>
                    </a:xfrm>
                    <a:custGeom>
                      <a:avLst/>
                      <a:gdLst>
                        <a:gd name="connsiteX0" fmla="*/ 5798 w 5976"/>
                        <a:gd name="connsiteY0" fmla="*/ 1988 h 5843"/>
                        <a:gd name="connsiteX1" fmla="*/ 3988 w 5976"/>
                        <a:gd name="connsiteY1" fmla="*/ 5703 h 5843"/>
                        <a:gd name="connsiteX2" fmla="*/ 178 w 5976"/>
                        <a:gd name="connsiteY2" fmla="*/ 3893 h 5843"/>
                        <a:gd name="connsiteX3" fmla="*/ 1988 w 5976"/>
                        <a:gd name="connsiteY3" fmla="*/ 178 h 5843"/>
                        <a:gd name="connsiteX4" fmla="*/ 5798 w 5976"/>
                        <a:gd name="connsiteY4" fmla="*/ 1988 h 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6" h="5843">
                          <a:moveTo>
                            <a:pt x="5798" y="1988"/>
                          </a:moveTo>
                          <a:cubicBezTo>
                            <a:pt x="6369" y="3512"/>
                            <a:pt x="5512" y="5226"/>
                            <a:pt x="3988" y="5703"/>
                          </a:cubicBezTo>
                          <a:cubicBezTo>
                            <a:pt x="2464" y="6179"/>
                            <a:pt x="750" y="5417"/>
                            <a:pt x="178" y="3893"/>
                          </a:cubicBezTo>
                          <a:cubicBezTo>
                            <a:pt x="-393" y="2369"/>
                            <a:pt x="464" y="750"/>
                            <a:pt x="1988" y="178"/>
                          </a:cubicBezTo>
                          <a:cubicBezTo>
                            <a:pt x="3607" y="-393"/>
                            <a:pt x="5226" y="464"/>
                            <a:pt x="5798" y="198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542" name="Graphique 5">
                    <a:extLst>
                      <a:ext uri="{FF2B5EF4-FFF2-40B4-BE49-F238E27FC236}">
                        <a16:creationId xmlns:a16="http://schemas.microsoft.com/office/drawing/2014/main" id="{2B90A684-5399-4172-AFE8-31BF25EE09E4}"/>
                      </a:ext>
                    </a:extLst>
                  </p:cNvPr>
                  <p:cNvGrpSpPr/>
                  <p:nvPr/>
                </p:nvGrpSpPr>
                <p:grpSpPr>
                  <a:xfrm>
                    <a:off x="2936900" y="2758823"/>
                    <a:ext cx="34528" cy="35629"/>
                    <a:chOff x="2936900" y="2758823"/>
                    <a:chExt cx="34528" cy="35629"/>
                  </a:xfrm>
                  <a:solidFill>
                    <a:schemeClr val="accent1"/>
                  </a:solidFill>
                </p:grpSpPr>
                <p:sp>
                  <p:nvSpPr>
                    <p:cNvPr id="13543" name="Forme libre : forme 13542">
                      <a:extLst>
                        <a:ext uri="{FF2B5EF4-FFF2-40B4-BE49-F238E27FC236}">
                          <a16:creationId xmlns:a16="http://schemas.microsoft.com/office/drawing/2014/main" id="{53654330-07F7-4300-AB9D-422B5C3F60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6900" y="2758823"/>
                      <a:ext cx="34469" cy="35533"/>
                    </a:xfrm>
                    <a:custGeom>
                      <a:avLst/>
                      <a:gdLst>
                        <a:gd name="connsiteX0" fmla="*/ 33640 w 34469"/>
                        <a:gd name="connsiteY0" fmla="*/ 12412 h 35533"/>
                        <a:gd name="connsiteX1" fmla="*/ 22972 w 34469"/>
                        <a:gd name="connsiteY1" fmla="*/ 34700 h 35533"/>
                        <a:gd name="connsiteX2" fmla="*/ 1065 w 34469"/>
                        <a:gd name="connsiteY2" fmla="*/ 23270 h 35533"/>
                        <a:gd name="connsiteX3" fmla="*/ 11637 w 34469"/>
                        <a:gd name="connsiteY3" fmla="*/ 886 h 35533"/>
                        <a:gd name="connsiteX4" fmla="*/ 33640 w 34469"/>
                        <a:gd name="connsiteY4" fmla="*/ 12412 h 35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469" h="35533">
                          <a:moveTo>
                            <a:pt x="33640" y="12412"/>
                          </a:moveTo>
                          <a:cubicBezTo>
                            <a:pt x="36498" y="21651"/>
                            <a:pt x="31735" y="31843"/>
                            <a:pt x="22972" y="34700"/>
                          </a:cubicBezTo>
                          <a:cubicBezTo>
                            <a:pt x="14209" y="37653"/>
                            <a:pt x="4398" y="32509"/>
                            <a:pt x="1065" y="23270"/>
                          </a:cubicBezTo>
                          <a:cubicBezTo>
                            <a:pt x="-2269" y="14031"/>
                            <a:pt x="2493" y="4030"/>
                            <a:pt x="11637" y="886"/>
                          </a:cubicBezTo>
                          <a:cubicBezTo>
                            <a:pt x="20972" y="-2162"/>
                            <a:pt x="30782" y="2887"/>
                            <a:pt x="33640" y="1241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44" name="Forme libre : forme 13543">
                      <a:extLst>
                        <a:ext uri="{FF2B5EF4-FFF2-40B4-BE49-F238E27FC236}">
                          <a16:creationId xmlns:a16="http://schemas.microsoft.com/office/drawing/2014/main" id="{71763A89-9A6C-45F8-997A-AA6A712358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7028" y="2763806"/>
                      <a:ext cx="34400" cy="30647"/>
                    </a:xfrm>
                    <a:custGeom>
                      <a:avLst/>
                      <a:gdLst>
                        <a:gd name="connsiteX0" fmla="*/ 17510 w 34400"/>
                        <a:gd name="connsiteY0" fmla="*/ 13240 h 30647"/>
                        <a:gd name="connsiteX1" fmla="*/ 270 w 34400"/>
                        <a:gd name="connsiteY1" fmla="*/ 9334 h 30647"/>
                        <a:gd name="connsiteX2" fmla="*/ 1032 w 34400"/>
                        <a:gd name="connsiteY2" fmla="*/ 18383 h 30647"/>
                        <a:gd name="connsiteX3" fmla="*/ 22939 w 34400"/>
                        <a:gd name="connsiteY3" fmla="*/ 29813 h 30647"/>
                        <a:gd name="connsiteX4" fmla="*/ 33607 w 34400"/>
                        <a:gd name="connsiteY4" fmla="*/ 7525 h 30647"/>
                        <a:gd name="connsiteX5" fmla="*/ 28940 w 34400"/>
                        <a:gd name="connsiteY5" fmla="*/ 0 h 30647"/>
                        <a:gd name="connsiteX6" fmla="*/ 17510 w 34400"/>
                        <a:gd name="connsiteY6" fmla="*/ 13240 h 306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00" h="30647">
                          <a:moveTo>
                            <a:pt x="17510" y="13240"/>
                          </a:moveTo>
                          <a:cubicBezTo>
                            <a:pt x="11414" y="15335"/>
                            <a:pt x="4937" y="13525"/>
                            <a:pt x="270" y="9334"/>
                          </a:cubicBezTo>
                          <a:cubicBezTo>
                            <a:pt x="-206" y="12287"/>
                            <a:pt x="-111" y="15335"/>
                            <a:pt x="1032" y="18383"/>
                          </a:cubicBezTo>
                          <a:cubicBezTo>
                            <a:pt x="4366" y="27622"/>
                            <a:pt x="14177" y="32766"/>
                            <a:pt x="22939" y="29813"/>
                          </a:cubicBezTo>
                          <a:cubicBezTo>
                            <a:pt x="31702" y="26860"/>
                            <a:pt x="36370" y="16764"/>
                            <a:pt x="33607" y="7525"/>
                          </a:cubicBezTo>
                          <a:cubicBezTo>
                            <a:pt x="32655" y="4572"/>
                            <a:pt x="31036" y="2000"/>
                            <a:pt x="28940" y="0"/>
                          </a:cubicBezTo>
                          <a:cubicBezTo>
                            <a:pt x="27607" y="5905"/>
                            <a:pt x="23511" y="11144"/>
                            <a:pt x="17510" y="1324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45" name="Forme libre : forme 13544">
                      <a:extLst>
                        <a:ext uri="{FF2B5EF4-FFF2-40B4-BE49-F238E27FC236}">
                          <a16:creationId xmlns:a16="http://schemas.microsoft.com/office/drawing/2014/main" id="{CFA7302D-50A0-4CD7-8BD8-FB9F6A396F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1835" y="2763723"/>
                      <a:ext cx="15456" cy="16055"/>
                    </a:xfrm>
                    <a:custGeom>
                      <a:avLst/>
                      <a:gdLst>
                        <a:gd name="connsiteX0" fmla="*/ 12895 w 15456"/>
                        <a:gd name="connsiteY0" fmla="*/ 2844 h 16055"/>
                        <a:gd name="connsiteX1" fmla="*/ 13561 w 15456"/>
                        <a:gd name="connsiteY1" fmla="*/ 14179 h 16055"/>
                        <a:gd name="connsiteX2" fmla="*/ 2703 w 15456"/>
                        <a:gd name="connsiteY2" fmla="*/ 13227 h 16055"/>
                        <a:gd name="connsiteX3" fmla="*/ 1846 w 15456"/>
                        <a:gd name="connsiteY3" fmla="*/ 1987 h 16055"/>
                        <a:gd name="connsiteX4" fmla="*/ 12895 w 15456"/>
                        <a:gd name="connsiteY4" fmla="*/ 2844 h 16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56" h="16055">
                          <a:moveTo>
                            <a:pt x="12895" y="2844"/>
                          </a:moveTo>
                          <a:cubicBezTo>
                            <a:pt x="16038" y="6273"/>
                            <a:pt x="16324" y="11321"/>
                            <a:pt x="13561" y="14179"/>
                          </a:cubicBezTo>
                          <a:cubicBezTo>
                            <a:pt x="10799" y="17037"/>
                            <a:pt x="5941" y="16560"/>
                            <a:pt x="2703" y="13227"/>
                          </a:cubicBezTo>
                          <a:cubicBezTo>
                            <a:pt x="-536" y="9893"/>
                            <a:pt x="-917" y="4845"/>
                            <a:pt x="1846" y="1987"/>
                          </a:cubicBezTo>
                          <a:cubicBezTo>
                            <a:pt x="4798" y="-966"/>
                            <a:pt x="9751" y="-585"/>
                            <a:pt x="12895" y="284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46" name="Forme libre : forme 13545">
                      <a:extLst>
                        <a:ext uri="{FF2B5EF4-FFF2-40B4-BE49-F238E27FC236}">
                          <a16:creationId xmlns:a16="http://schemas.microsoft.com/office/drawing/2014/main" id="{EEF27B79-9D8E-4C30-B334-8C0CD38E7D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0301" y="2765829"/>
                      <a:ext cx="5711" cy="5918"/>
                    </a:xfrm>
                    <a:custGeom>
                      <a:avLst/>
                      <a:gdLst>
                        <a:gd name="connsiteX0" fmla="*/ 5570 w 5711"/>
                        <a:gd name="connsiteY0" fmla="*/ 2073 h 5918"/>
                        <a:gd name="connsiteX1" fmla="*/ 3761 w 5711"/>
                        <a:gd name="connsiteY1" fmla="*/ 5787 h 5918"/>
                        <a:gd name="connsiteX2" fmla="*/ 141 w 5711"/>
                        <a:gd name="connsiteY2" fmla="*/ 3882 h 5918"/>
                        <a:gd name="connsiteX3" fmla="*/ 1951 w 5711"/>
                        <a:gd name="connsiteY3" fmla="*/ 168 h 5918"/>
                        <a:gd name="connsiteX4" fmla="*/ 5570 w 5711"/>
                        <a:gd name="connsiteY4" fmla="*/ 2073 h 59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11" h="5918">
                          <a:moveTo>
                            <a:pt x="5570" y="2073"/>
                          </a:moveTo>
                          <a:cubicBezTo>
                            <a:pt x="6046" y="3597"/>
                            <a:pt x="5284" y="5311"/>
                            <a:pt x="3761" y="5787"/>
                          </a:cubicBezTo>
                          <a:cubicBezTo>
                            <a:pt x="2236" y="6264"/>
                            <a:pt x="617" y="5406"/>
                            <a:pt x="141" y="3882"/>
                          </a:cubicBezTo>
                          <a:cubicBezTo>
                            <a:pt x="-335" y="2358"/>
                            <a:pt x="427" y="739"/>
                            <a:pt x="1951" y="168"/>
                          </a:cubicBezTo>
                          <a:cubicBezTo>
                            <a:pt x="3475" y="-404"/>
                            <a:pt x="5094" y="549"/>
                            <a:pt x="5570" y="20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547" name="Graphique 5">
                    <a:extLst>
                      <a:ext uri="{FF2B5EF4-FFF2-40B4-BE49-F238E27FC236}">
                        <a16:creationId xmlns:a16="http://schemas.microsoft.com/office/drawing/2014/main" id="{AA6091AF-F062-4756-A007-7D32352FEB86}"/>
                      </a:ext>
                    </a:extLst>
                  </p:cNvPr>
                  <p:cNvGrpSpPr/>
                  <p:nvPr/>
                </p:nvGrpSpPr>
                <p:grpSpPr>
                  <a:xfrm>
                    <a:off x="2966942" y="2776707"/>
                    <a:ext cx="33527" cy="35338"/>
                    <a:chOff x="2966942" y="2776707"/>
                    <a:chExt cx="33527" cy="35338"/>
                  </a:xfrm>
                  <a:solidFill>
                    <a:schemeClr val="accent1"/>
                  </a:solidFill>
                </p:grpSpPr>
                <p:sp>
                  <p:nvSpPr>
                    <p:cNvPr id="13548" name="Forme libre : forme 13547">
                      <a:extLst>
                        <a:ext uri="{FF2B5EF4-FFF2-40B4-BE49-F238E27FC236}">
                          <a16:creationId xmlns:a16="http://schemas.microsoft.com/office/drawing/2014/main" id="{78017117-B4D5-4CBA-B1C2-36CB2FA662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6942" y="2776707"/>
                      <a:ext cx="33432" cy="35276"/>
                    </a:xfrm>
                    <a:custGeom>
                      <a:avLst/>
                      <a:gdLst>
                        <a:gd name="connsiteX0" fmla="*/ 32744 w 33432"/>
                        <a:gd name="connsiteY0" fmla="*/ 13101 h 35276"/>
                        <a:gd name="connsiteX1" fmla="*/ 21886 w 33432"/>
                        <a:gd name="connsiteY1" fmla="*/ 34723 h 35276"/>
                        <a:gd name="connsiteX2" fmla="*/ 931 w 33432"/>
                        <a:gd name="connsiteY2" fmla="*/ 22626 h 35276"/>
                        <a:gd name="connsiteX3" fmla="*/ 11599 w 33432"/>
                        <a:gd name="connsiteY3" fmla="*/ 624 h 35276"/>
                        <a:gd name="connsiteX4" fmla="*/ 32744 w 33432"/>
                        <a:gd name="connsiteY4" fmla="*/ 13101 h 35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432" h="35276">
                          <a:moveTo>
                            <a:pt x="32744" y="13101"/>
                          </a:moveTo>
                          <a:cubicBezTo>
                            <a:pt x="35316" y="22626"/>
                            <a:pt x="30458" y="32247"/>
                            <a:pt x="21886" y="34723"/>
                          </a:cubicBezTo>
                          <a:cubicBezTo>
                            <a:pt x="13218" y="37009"/>
                            <a:pt x="4074" y="32056"/>
                            <a:pt x="931" y="22626"/>
                          </a:cubicBezTo>
                          <a:cubicBezTo>
                            <a:pt x="-2117" y="13387"/>
                            <a:pt x="2550" y="3005"/>
                            <a:pt x="11599" y="624"/>
                          </a:cubicBezTo>
                          <a:cubicBezTo>
                            <a:pt x="20743" y="-1948"/>
                            <a:pt x="30172" y="3672"/>
                            <a:pt x="32744" y="1310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49" name="Forme libre : forme 13548">
                      <a:extLst>
                        <a:ext uri="{FF2B5EF4-FFF2-40B4-BE49-F238E27FC236}">
                          <a16:creationId xmlns:a16="http://schemas.microsoft.com/office/drawing/2014/main" id="{FA2B9792-866D-4B15-8E00-F70A6E4396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7049" y="2782189"/>
                      <a:ext cx="33420" cy="29857"/>
                    </a:xfrm>
                    <a:custGeom>
                      <a:avLst/>
                      <a:gdLst>
                        <a:gd name="connsiteX0" fmla="*/ 16921 w 33420"/>
                        <a:gd name="connsiteY0" fmla="*/ 12573 h 29857"/>
                        <a:gd name="connsiteX1" fmla="*/ 348 w 33420"/>
                        <a:gd name="connsiteY1" fmla="*/ 8096 h 29857"/>
                        <a:gd name="connsiteX2" fmla="*/ 919 w 33420"/>
                        <a:gd name="connsiteY2" fmla="*/ 17240 h 29857"/>
                        <a:gd name="connsiteX3" fmla="*/ 21874 w 33420"/>
                        <a:gd name="connsiteY3" fmla="*/ 29337 h 29857"/>
                        <a:gd name="connsiteX4" fmla="*/ 32732 w 33420"/>
                        <a:gd name="connsiteY4" fmla="*/ 7715 h 29857"/>
                        <a:gd name="connsiteX5" fmla="*/ 28351 w 33420"/>
                        <a:gd name="connsiteY5" fmla="*/ 0 h 29857"/>
                        <a:gd name="connsiteX6" fmla="*/ 16921 w 33420"/>
                        <a:gd name="connsiteY6" fmla="*/ 12573 h 29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420" h="29857">
                          <a:moveTo>
                            <a:pt x="16921" y="12573"/>
                          </a:moveTo>
                          <a:cubicBezTo>
                            <a:pt x="10920" y="14192"/>
                            <a:pt x="4729" y="12383"/>
                            <a:pt x="348" y="8096"/>
                          </a:cubicBezTo>
                          <a:cubicBezTo>
                            <a:pt x="-224" y="11049"/>
                            <a:pt x="-129" y="14192"/>
                            <a:pt x="919" y="17240"/>
                          </a:cubicBezTo>
                          <a:cubicBezTo>
                            <a:pt x="4062" y="26670"/>
                            <a:pt x="13206" y="31528"/>
                            <a:pt x="21874" y="29337"/>
                          </a:cubicBezTo>
                          <a:cubicBezTo>
                            <a:pt x="30447" y="26956"/>
                            <a:pt x="35304" y="17240"/>
                            <a:pt x="32732" y="7715"/>
                          </a:cubicBezTo>
                          <a:cubicBezTo>
                            <a:pt x="31875" y="4667"/>
                            <a:pt x="30351" y="2096"/>
                            <a:pt x="28351" y="0"/>
                          </a:cubicBezTo>
                          <a:cubicBezTo>
                            <a:pt x="26922" y="5906"/>
                            <a:pt x="22827" y="10858"/>
                            <a:pt x="16921" y="125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50" name="Forme libre : forme 13549">
                      <a:extLst>
                        <a:ext uri="{FF2B5EF4-FFF2-40B4-BE49-F238E27FC236}">
                          <a16:creationId xmlns:a16="http://schemas.microsoft.com/office/drawing/2014/main" id="{853CB413-2DE3-4B93-8E81-C74848A9F2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1494" y="2781734"/>
                      <a:ext cx="15041" cy="16053"/>
                    </a:xfrm>
                    <a:custGeom>
                      <a:avLst/>
                      <a:gdLst>
                        <a:gd name="connsiteX0" fmla="*/ 12668 w 15041"/>
                        <a:gd name="connsiteY0" fmla="*/ 3217 h 16053"/>
                        <a:gd name="connsiteX1" fmla="*/ 13049 w 15041"/>
                        <a:gd name="connsiteY1" fmla="*/ 14456 h 16053"/>
                        <a:gd name="connsiteX2" fmla="*/ 2477 w 15041"/>
                        <a:gd name="connsiteY2" fmla="*/ 12837 h 16053"/>
                        <a:gd name="connsiteX3" fmla="*/ 1905 w 15041"/>
                        <a:gd name="connsiteY3" fmla="*/ 1597 h 16053"/>
                        <a:gd name="connsiteX4" fmla="*/ 12668 w 15041"/>
                        <a:gd name="connsiteY4" fmla="*/ 3217 h 16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41" h="16053">
                          <a:moveTo>
                            <a:pt x="12668" y="3217"/>
                          </a:moveTo>
                          <a:cubicBezTo>
                            <a:pt x="15716" y="6741"/>
                            <a:pt x="15811" y="11789"/>
                            <a:pt x="13049" y="14456"/>
                          </a:cubicBezTo>
                          <a:cubicBezTo>
                            <a:pt x="10287" y="17123"/>
                            <a:pt x="5620" y="16361"/>
                            <a:pt x="2477" y="12837"/>
                          </a:cubicBezTo>
                          <a:cubicBezTo>
                            <a:pt x="-572" y="9313"/>
                            <a:pt x="-857" y="4264"/>
                            <a:pt x="1905" y="1597"/>
                          </a:cubicBezTo>
                          <a:cubicBezTo>
                            <a:pt x="4858" y="-1070"/>
                            <a:pt x="9620" y="-308"/>
                            <a:pt x="12668" y="321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51" name="Forme libre : forme 13550">
                      <a:extLst>
                        <a:ext uri="{FF2B5EF4-FFF2-40B4-BE49-F238E27FC236}">
                          <a16:creationId xmlns:a16="http://schemas.microsoft.com/office/drawing/2014/main" id="{EF693416-9885-4C2E-BBF3-4467C4C0BB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0028" y="2783629"/>
                      <a:ext cx="5598" cy="5793"/>
                    </a:xfrm>
                    <a:custGeom>
                      <a:avLst/>
                      <a:gdLst>
                        <a:gd name="connsiteX0" fmla="*/ 5466 w 5598"/>
                        <a:gd name="connsiteY0" fmla="*/ 2180 h 5793"/>
                        <a:gd name="connsiteX1" fmla="*/ 3656 w 5598"/>
                        <a:gd name="connsiteY1" fmla="*/ 5704 h 5793"/>
                        <a:gd name="connsiteX2" fmla="*/ 132 w 5598"/>
                        <a:gd name="connsiteY2" fmla="*/ 3608 h 5793"/>
                        <a:gd name="connsiteX3" fmla="*/ 1942 w 5598"/>
                        <a:gd name="connsiteY3" fmla="*/ 84 h 5793"/>
                        <a:gd name="connsiteX4" fmla="*/ 5466 w 5598"/>
                        <a:gd name="connsiteY4" fmla="*/ 2180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98" h="5793">
                          <a:moveTo>
                            <a:pt x="5466" y="2180"/>
                          </a:moveTo>
                          <a:cubicBezTo>
                            <a:pt x="5943" y="3704"/>
                            <a:pt x="5085" y="5323"/>
                            <a:pt x="3656" y="5704"/>
                          </a:cubicBezTo>
                          <a:cubicBezTo>
                            <a:pt x="2228" y="6085"/>
                            <a:pt x="609" y="5228"/>
                            <a:pt x="132" y="3608"/>
                          </a:cubicBezTo>
                          <a:cubicBezTo>
                            <a:pt x="-344" y="2084"/>
                            <a:pt x="513" y="465"/>
                            <a:pt x="1942" y="84"/>
                          </a:cubicBezTo>
                          <a:cubicBezTo>
                            <a:pt x="3466" y="-297"/>
                            <a:pt x="5085" y="655"/>
                            <a:pt x="5466" y="218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552" name="Graphique 5">
                  <a:extLst>
                    <a:ext uri="{FF2B5EF4-FFF2-40B4-BE49-F238E27FC236}">
                      <a16:creationId xmlns:a16="http://schemas.microsoft.com/office/drawing/2014/main" id="{1DBB44C2-8B66-405E-A4C6-88B23577A417}"/>
                    </a:ext>
                  </a:extLst>
                </p:cNvPr>
                <p:cNvGrpSpPr/>
                <p:nvPr/>
              </p:nvGrpSpPr>
              <p:grpSpPr>
                <a:xfrm>
                  <a:off x="2957762" y="2850552"/>
                  <a:ext cx="87877" cy="54196"/>
                  <a:chOff x="2957762" y="2850552"/>
                  <a:chExt cx="87877" cy="54196"/>
                </a:xfrm>
                <a:solidFill>
                  <a:schemeClr val="accent1"/>
                </a:solidFill>
              </p:grpSpPr>
              <p:grpSp>
                <p:nvGrpSpPr>
                  <p:cNvPr id="13553" name="Graphique 5">
                    <a:extLst>
                      <a:ext uri="{FF2B5EF4-FFF2-40B4-BE49-F238E27FC236}">
                        <a16:creationId xmlns:a16="http://schemas.microsoft.com/office/drawing/2014/main" id="{09C56F31-4E20-43E6-AECC-5061ED8A93AB}"/>
                      </a:ext>
                    </a:extLst>
                  </p:cNvPr>
                  <p:cNvGrpSpPr/>
                  <p:nvPr/>
                </p:nvGrpSpPr>
                <p:grpSpPr>
                  <a:xfrm>
                    <a:off x="2957762" y="2850552"/>
                    <a:ext cx="30808" cy="34970"/>
                    <a:chOff x="2957762" y="2850552"/>
                    <a:chExt cx="30808" cy="34970"/>
                  </a:xfrm>
                  <a:solidFill>
                    <a:schemeClr val="accent1"/>
                  </a:solidFill>
                </p:grpSpPr>
                <p:sp>
                  <p:nvSpPr>
                    <p:cNvPr id="13554" name="Forme libre : forme 13553">
                      <a:extLst>
                        <a:ext uri="{FF2B5EF4-FFF2-40B4-BE49-F238E27FC236}">
                          <a16:creationId xmlns:a16="http://schemas.microsoft.com/office/drawing/2014/main" id="{ADDA94D4-DDE6-4E8D-A62D-FA99D0EF5C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7762" y="2850552"/>
                      <a:ext cx="30808" cy="34937"/>
                    </a:xfrm>
                    <a:custGeom>
                      <a:avLst/>
                      <a:gdLst>
                        <a:gd name="connsiteX0" fmla="*/ 25828 w 30808"/>
                        <a:gd name="connsiteY0" fmla="*/ 5646 h 34937"/>
                        <a:gd name="connsiteX1" fmla="*/ 26971 w 30808"/>
                        <a:gd name="connsiteY1" fmla="*/ 30506 h 34937"/>
                        <a:gd name="connsiteX2" fmla="*/ 5539 w 30808"/>
                        <a:gd name="connsiteY2" fmla="*/ 29458 h 34937"/>
                        <a:gd name="connsiteX3" fmla="*/ 3730 w 30808"/>
                        <a:gd name="connsiteY3" fmla="*/ 4598 h 34937"/>
                        <a:gd name="connsiteX4" fmla="*/ 25828 w 30808"/>
                        <a:gd name="connsiteY4" fmla="*/ 5646 h 34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808" h="34937">
                          <a:moveTo>
                            <a:pt x="25828" y="5646"/>
                          </a:moveTo>
                          <a:cubicBezTo>
                            <a:pt x="32114" y="12789"/>
                            <a:pt x="32400" y="24029"/>
                            <a:pt x="26971" y="30506"/>
                          </a:cubicBezTo>
                          <a:cubicBezTo>
                            <a:pt x="21446" y="36983"/>
                            <a:pt x="11921" y="36126"/>
                            <a:pt x="5539" y="29458"/>
                          </a:cubicBezTo>
                          <a:cubicBezTo>
                            <a:pt x="-938" y="22600"/>
                            <a:pt x="-1985" y="11361"/>
                            <a:pt x="3730" y="4598"/>
                          </a:cubicBezTo>
                          <a:cubicBezTo>
                            <a:pt x="9445" y="-1879"/>
                            <a:pt x="19541" y="-1498"/>
                            <a:pt x="25828" y="564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55" name="Forme libre : forme 13554">
                      <a:extLst>
                        <a:ext uri="{FF2B5EF4-FFF2-40B4-BE49-F238E27FC236}">
                          <a16:creationId xmlns:a16="http://schemas.microsoft.com/office/drawing/2014/main" id="{F240C5E3-4584-4013-A752-6E5A26BE86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8729" y="2851435"/>
                      <a:ext cx="29784" cy="34086"/>
                    </a:xfrm>
                    <a:custGeom>
                      <a:avLst/>
                      <a:gdLst>
                        <a:gd name="connsiteX0" fmla="*/ 14859 w 29784"/>
                        <a:gd name="connsiteY0" fmla="*/ 16859 h 34086"/>
                        <a:gd name="connsiteX1" fmla="*/ 0 w 29784"/>
                        <a:gd name="connsiteY1" fmla="*/ 20669 h 34086"/>
                        <a:gd name="connsiteX2" fmla="*/ 4477 w 29784"/>
                        <a:gd name="connsiteY2" fmla="*/ 28575 h 34086"/>
                        <a:gd name="connsiteX3" fmla="*/ 25908 w 29784"/>
                        <a:gd name="connsiteY3" fmla="*/ 29623 h 34086"/>
                        <a:gd name="connsiteX4" fmla="*/ 24765 w 29784"/>
                        <a:gd name="connsiteY4" fmla="*/ 4763 h 34086"/>
                        <a:gd name="connsiteX5" fmla="*/ 17907 w 29784"/>
                        <a:gd name="connsiteY5" fmla="*/ 0 h 34086"/>
                        <a:gd name="connsiteX6" fmla="*/ 14859 w 29784"/>
                        <a:gd name="connsiteY6" fmla="*/ 16859 h 340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784" h="34086">
                          <a:moveTo>
                            <a:pt x="14859" y="16859"/>
                          </a:moveTo>
                          <a:cubicBezTo>
                            <a:pt x="10954" y="21241"/>
                            <a:pt x="5334" y="22288"/>
                            <a:pt x="0" y="20669"/>
                          </a:cubicBezTo>
                          <a:cubicBezTo>
                            <a:pt x="953" y="23527"/>
                            <a:pt x="2381" y="26289"/>
                            <a:pt x="4477" y="28575"/>
                          </a:cubicBezTo>
                          <a:cubicBezTo>
                            <a:pt x="10954" y="35338"/>
                            <a:pt x="20479" y="36100"/>
                            <a:pt x="25908" y="29623"/>
                          </a:cubicBezTo>
                          <a:cubicBezTo>
                            <a:pt x="31433" y="23146"/>
                            <a:pt x="31052" y="12001"/>
                            <a:pt x="24765" y="4763"/>
                          </a:cubicBezTo>
                          <a:cubicBezTo>
                            <a:pt x="22765" y="2476"/>
                            <a:pt x="20383" y="953"/>
                            <a:pt x="17907" y="0"/>
                          </a:cubicBezTo>
                          <a:cubicBezTo>
                            <a:pt x="19621" y="6001"/>
                            <a:pt x="18574" y="12478"/>
                            <a:pt x="14859" y="168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56" name="Forme libre : forme 13555">
                      <a:extLst>
                        <a:ext uri="{FF2B5EF4-FFF2-40B4-BE49-F238E27FC236}">
                          <a16:creationId xmlns:a16="http://schemas.microsoft.com/office/drawing/2014/main" id="{B2950A35-F92E-4077-A195-DDC4A791AB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7764" y="2853913"/>
                      <a:ext cx="14833" cy="14953"/>
                    </a:xfrm>
                    <a:custGeom>
                      <a:avLst/>
                      <a:gdLst>
                        <a:gd name="connsiteX0" fmla="*/ 9253 w 14833"/>
                        <a:gd name="connsiteY0" fmla="*/ 665 h 14953"/>
                        <a:gd name="connsiteX1" fmla="*/ 14587 w 14833"/>
                        <a:gd name="connsiteY1" fmla="*/ 10571 h 14953"/>
                        <a:gd name="connsiteX2" fmla="*/ 5728 w 14833"/>
                        <a:gd name="connsiteY2" fmla="*/ 14286 h 14953"/>
                        <a:gd name="connsiteX3" fmla="*/ 204 w 14833"/>
                        <a:gd name="connsiteY3" fmla="*/ 4475 h 14953"/>
                        <a:gd name="connsiteX4" fmla="*/ 9253 w 14833"/>
                        <a:gd name="connsiteY4" fmla="*/ 665 h 14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33" h="14953">
                          <a:moveTo>
                            <a:pt x="9253" y="665"/>
                          </a:moveTo>
                          <a:cubicBezTo>
                            <a:pt x="13253" y="2380"/>
                            <a:pt x="15634" y="6761"/>
                            <a:pt x="14587" y="10571"/>
                          </a:cubicBezTo>
                          <a:cubicBezTo>
                            <a:pt x="13634" y="14286"/>
                            <a:pt x="9729" y="16001"/>
                            <a:pt x="5728" y="14286"/>
                          </a:cubicBezTo>
                          <a:cubicBezTo>
                            <a:pt x="1728" y="12572"/>
                            <a:pt x="-749" y="8190"/>
                            <a:pt x="204" y="4475"/>
                          </a:cubicBezTo>
                          <a:cubicBezTo>
                            <a:pt x="1156" y="665"/>
                            <a:pt x="5252" y="-1049"/>
                            <a:pt x="9253" y="66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57" name="Forme libre : forme 13556">
                      <a:extLst>
                        <a:ext uri="{FF2B5EF4-FFF2-40B4-BE49-F238E27FC236}">
                          <a16:creationId xmlns:a16="http://schemas.microsoft.com/office/drawing/2014/main" id="{03CAEEBC-0453-48FA-9707-BC3D2B4501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6452" y="2858578"/>
                      <a:ext cx="5127" cy="5779"/>
                    </a:xfrm>
                    <a:custGeom>
                      <a:avLst/>
                      <a:gdLst>
                        <a:gd name="connsiteX0" fmla="*/ 4278 w 5127"/>
                        <a:gd name="connsiteY0" fmla="*/ 954 h 5779"/>
                        <a:gd name="connsiteX1" fmla="*/ 4469 w 5127"/>
                        <a:gd name="connsiteY1" fmla="*/ 5050 h 5779"/>
                        <a:gd name="connsiteX2" fmla="*/ 849 w 5127"/>
                        <a:gd name="connsiteY2" fmla="*/ 4859 h 5779"/>
                        <a:gd name="connsiteX3" fmla="*/ 659 w 5127"/>
                        <a:gd name="connsiteY3" fmla="*/ 763 h 5779"/>
                        <a:gd name="connsiteX4" fmla="*/ 4278 w 5127"/>
                        <a:gd name="connsiteY4" fmla="*/ 954 h 5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27" h="5779">
                          <a:moveTo>
                            <a:pt x="4278" y="954"/>
                          </a:moveTo>
                          <a:cubicBezTo>
                            <a:pt x="5326" y="2097"/>
                            <a:pt x="5421" y="3907"/>
                            <a:pt x="4469" y="5050"/>
                          </a:cubicBezTo>
                          <a:cubicBezTo>
                            <a:pt x="3516" y="6097"/>
                            <a:pt x="1897" y="6002"/>
                            <a:pt x="849" y="4859"/>
                          </a:cubicBezTo>
                          <a:cubicBezTo>
                            <a:pt x="-199" y="3716"/>
                            <a:pt x="-294" y="1906"/>
                            <a:pt x="659" y="763"/>
                          </a:cubicBezTo>
                          <a:cubicBezTo>
                            <a:pt x="1516" y="-284"/>
                            <a:pt x="3230" y="-284"/>
                            <a:pt x="4278" y="9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558" name="Graphique 5">
                    <a:extLst>
                      <a:ext uri="{FF2B5EF4-FFF2-40B4-BE49-F238E27FC236}">
                        <a16:creationId xmlns:a16="http://schemas.microsoft.com/office/drawing/2014/main" id="{9708FEB2-0264-481D-BBEF-8102B6F900FB}"/>
                      </a:ext>
                    </a:extLst>
                  </p:cNvPr>
                  <p:cNvGrpSpPr/>
                  <p:nvPr/>
                </p:nvGrpSpPr>
                <p:grpSpPr>
                  <a:xfrm>
                    <a:off x="2987004" y="2864892"/>
                    <a:ext cx="29782" cy="35160"/>
                    <a:chOff x="2987004" y="2864892"/>
                    <a:chExt cx="29782" cy="35160"/>
                  </a:xfrm>
                  <a:solidFill>
                    <a:schemeClr val="accent1"/>
                  </a:solidFill>
                </p:grpSpPr>
                <p:sp>
                  <p:nvSpPr>
                    <p:cNvPr id="13559" name="Forme libre : forme 13558">
                      <a:extLst>
                        <a:ext uri="{FF2B5EF4-FFF2-40B4-BE49-F238E27FC236}">
                          <a16:creationId xmlns:a16="http://schemas.microsoft.com/office/drawing/2014/main" id="{1CB2F0D1-3719-4344-931B-50DDB28627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7004" y="2864892"/>
                      <a:ext cx="29782" cy="35160"/>
                    </a:xfrm>
                    <a:custGeom>
                      <a:avLst/>
                      <a:gdLst>
                        <a:gd name="connsiteX0" fmla="*/ 25255 w 29782"/>
                        <a:gd name="connsiteY0" fmla="*/ 6355 h 35160"/>
                        <a:gd name="connsiteX1" fmla="*/ 25731 w 29782"/>
                        <a:gd name="connsiteY1" fmla="*/ 31025 h 35160"/>
                        <a:gd name="connsiteX2" fmla="*/ 5062 w 29782"/>
                        <a:gd name="connsiteY2" fmla="*/ 29310 h 35160"/>
                        <a:gd name="connsiteX3" fmla="*/ 3919 w 29782"/>
                        <a:gd name="connsiteY3" fmla="*/ 4545 h 35160"/>
                        <a:gd name="connsiteX4" fmla="*/ 25255 w 29782"/>
                        <a:gd name="connsiteY4" fmla="*/ 6355 h 351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782" h="35160">
                          <a:moveTo>
                            <a:pt x="25255" y="6355"/>
                          </a:moveTo>
                          <a:cubicBezTo>
                            <a:pt x="31161" y="13880"/>
                            <a:pt x="31256" y="24929"/>
                            <a:pt x="25731" y="31025"/>
                          </a:cubicBezTo>
                          <a:cubicBezTo>
                            <a:pt x="20207" y="36930"/>
                            <a:pt x="11253" y="36644"/>
                            <a:pt x="5062" y="29310"/>
                          </a:cubicBezTo>
                          <a:cubicBezTo>
                            <a:pt x="-1129" y="22071"/>
                            <a:pt x="-1796" y="11022"/>
                            <a:pt x="3919" y="4545"/>
                          </a:cubicBezTo>
                          <a:cubicBezTo>
                            <a:pt x="9444" y="-2313"/>
                            <a:pt x="19254" y="-1170"/>
                            <a:pt x="25255" y="635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0" name="Forme libre : forme 13559">
                      <a:extLst>
                        <a:ext uri="{FF2B5EF4-FFF2-40B4-BE49-F238E27FC236}">
                          <a16:creationId xmlns:a16="http://schemas.microsoft.com/office/drawing/2014/main" id="{506357AE-46C2-4846-9A62-5782F2B985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7780" y="2866104"/>
                      <a:ext cx="28911" cy="33892"/>
                    </a:xfrm>
                    <a:custGeom>
                      <a:avLst/>
                      <a:gdLst>
                        <a:gd name="connsiteX0" fmla="*/ 14383 w 28911"/>
                        <a:gd name="connsiteY0" fmla="*/ 16478 h 33892"/>
                        <a:gd name="connsiteX1" fmla="*/ 0 w 28911"/>
                        <a:gd name="connsiteY1" fmla="*/ 19907 h 33892"/>
                        <a:gd name="connsiteX2" fmla="*/ 4191 w 28911"/>
                        <a:gd name="connsiteY2" fmla="*/ 28003 h 33892"/>
                        <a:gd name="connsiteX3" fmla="*/ 24860 w 28911"/>
                        <a:gd name="connsiteY3" fmla="*/ 29718 h 33892"/>
                        <a:gd name="connsiteX4" fmla="*/ 24384 w 28911"/>
                        <a:gd name="connsiteY4" fmla="*/ 5048 h 33892"/>
                        <a:gd name="connsiteX5" fmla="*/ 17812 w 28911"/>
                        <a:gd name="connsiteY5" fmla="*/ 0 h 33892"/>
                        <a:gd name="connsiteX6" fmla="*/ 14383 w 28911"/>
                        <a:gd name="connsiteY6" fmla="*/ 16478 h 33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911" h="33892">
                          <a:moveTo>
                            <a:pt x="14383" y="16478"/>
                          </a:moveTo>
                          <a:cubicBezTo>
                            <a:pt x="10573" y="20955"/>
                            <a:pt x="5143" y="21907"/>
                            <a:pt x="0" y="19907"/>
                          </a:cubicBezTo>
                          <a:cubicBezTo>
                            <a:pt x="857" y="22765"/>
                            <a:pt x="2191" y="25622"/>
                            <a:pt x="4191" y="28003"/>
                          </a:cubicBezTo>
                          <a:cubicBezTo>
                            <a:pt x="10382" y="35338"/>
                            <a:pt x="19336" y="35719"/>
                            <a:pt x="24860" y="29718"/>
                          </a:cubicBezTo>
                          <a:cubicBezTo>
                            <a:pt x="30385" y="23622"/>
                            <a:pt x="30289" y="12573"/>
                            <a:pt x="24384" y="5048"/>
                          </a:cubicBezTo>
                          <a:cubicBezTo>
                            <a:pt x="22479" y="2667"/>
                            <a:pt x="20193" y="1048"/>
                            <a:pt x="17812" y="0"/>
                          </a:cubicBezTo>
                          <a:cubicBezTo>
                            <a:pt x="19336" y="6096"/>
                            <a:pt x="18097" y="12287"/>
                            <a:pt x="14383" y="164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1" name="Forme libre : forme 13560">
                      <a:extLst>
                        <a:ext uri="{FF2B5EF4-FFF2-40B4-BE49-F238E27FC236}">
                          <a16:creationId xmlns:a16="http://schemas.microsoft.com/office/drawing/2014/main" id="{D78E0C3E-B1F0-4ADA-9C8E-32C3B4F196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6809" y="2868312"/>
                      <a:ext cx="14283" cy="14933"/>
                    </a:xfrm>
                    <a:custGeom>
                      <a:avLst/>
                      <a:gdLst>
                        <a:gd name="connsiteX0" fmla="*/ 9069 w 14283"/>
                        <a:gd name="connsiteY0" fmla="*/ 840 h 14933"/>
                        <a:gd name="connsiteX1" fmla="*/ 14022 w 14283"/>
                        <a:gd name="connsiteY1" fmla="*/ 10937 h 14933"/>
                        <a:gd name="connsiteX2" fmla="*/ 5354 w 14283"/>
                        <a:gd name="connsiteY2" fmla="*/ 14175 h 14933"/>
                        <a:gd name="connsiteX3" fmla="*/ 210 w 14283"/>
                        <a:gd name="connsiteY3" fmla="*/ 4174 h 14933"/>
                        <a:gd name="connsiteX4" fmla="*/ 9069 w 14283"/>
                        <a:gd name="connsiteY4" fmla="*/ 840 h 14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83" h="14933">
                          <a:moveTo>
                            <a:pt x="9069" y="840"/>
                          </a:moveTo>
                          <a:cubicBezTo>
                            <a:pt x="12879" y="2745"/>
                            <a:pt x="15069" y="7317"/>
                            <a:pt x="14022" y="10937"/>
                          </a:cubicBezTo>
                          <a:cubicBezTo>
                            <a:pt x="12974" y="14651"/>
                            <a:pt x="9069" y="15890"/>
                            <a:pt x="5354" y="14175"/>
                          </a:cubicBezTo>
                          <a:cubicBezTo>
                            <a:pt x="1639" y="12461"/>
                            <a:pt x="-742" y="7984"/>
                            <a:pt x="210" y="4174"/>
                          </a:cubicBezTo>
                          <a:cubicBezTo>
                            <a:pt x="1163" y="364"/>
                            <a:pt x="5163" y="-1065"/>
                            <a:pt x="9069" y="8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2" name="Forme libre : forme 13561">
                      <a:extLst>
                        <a:ext uri="{FF2B5EF4-FFF2-40B4-BE49-F238E27FC236}">
                          <a16:creationId xmlns:a16="http://schemas.microsoft.com/office/drawing/2014/main" id="{390A068D-1653-4151-B799-5B8F802352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5446" y="2872828"/>
                      <a:ext cx="4908" cy="5816"/>
                    </a:xfrm>
                    <a:custGeom>
                      <a:avLst/>
                      <a:gdLst>
                        <a:gd name="connsiteX0" fmla="*/ 4145 w 4908"/>
                        <a:gd name="connsiteY0" fmla="*/ 991 h 5816"/>
                        <a:gd name="connsiteX1" fmla="*/ 4240 w 4908"/>
                        <a:gd name="connsiteY1" fmla="*/ 5087 h 5816"/>
                        <a:gd name="connsiteX2" fmla="*/ 811 w 4908"/>
                        <a:gd name="connsiteY2" fmla="*/ 4897 h 5816"/>
                        <a:gd name="connsiteX3" fmla="*/ 621 w 4908"/>
                        <a:gd name="connsiteY3" fmla="*/ 801 h 5816"/>
                        <a:gd name="connsiteX4" fmla="*/ 4145 w 4908"/>
                        <a:gd name="connsiteY4" fmla="*/ 991 h 5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08" h="5816">
                          <a:moveTo>
                            <a:pt x="4145" y="991"/>
                          </a:moveTo>
                          <a:cubicBezTo>
                            <a:pt x="5098" y="2230"/>
                            <a:pt x="5193" y="4039"/>
                            <a:pt x="4240" y="5087"/>
                          </a:cubicBezTo>
                          <a:cubicBezTo>
                            <a:pt x="3288" y="6135"/>
                            <a:pt x="1764" y="6040"/>
                            <a:pt x="811" y="4897"/>
                          </a:cubicBezTo>
                          <a:cubicBezTo>
                            <a:pt x="-236" y="3754"/>
                            <a:pt x="-236" y="1849"/>
                            <a:pt x="621" y="801"/>
                          </a:cubicBezTo>
                          <a:cubicBezTo>
                            <a:pt x="1573" y="-342"/>
                            <a:pt x="3193" y="-247"/>
                            <a:pt x="4145" y="9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563" name="Graphique 5">
                    <a:extLst>
                      <a:ext uri="{FF2B5EF4-FFF2-40B4-BE49-F238E27FC236}">
                        <a16:creationId xmlns:a16="http://schemas.microsoft.com/office/drawing/2014/main" id="{1D237CE7-CCAA-42E5-8408-1F1D04A63ED4}"/>
                      </a:ext>
                    </a:extLst>
                  </p:cNvPr>
                  <p:cNvGrpSpPr/>
                  <p:nvPr/>
                </p:nvGrpSpPr>
                <p:grpSpPr>
                  <a:xfrm>
                    <a:off x="3016329" y="2869419"/>
                    <a:ext cx="29310" cy="35330"/>
                    <a:chOff x="3016329" y="2869419"/>
                    <a:chExt cx="29310" cy="35330"/>
                  </a:xfrm>
                  <a:solidFill>
                    <a:schemeClr val="accent1"/>
                  </a:solidFill>
                </p:grpSpPr>
                <p:sp>
                  <p:nvSpPr>
                    <p:cNvPr id="13564" name="Forme libre : forme 13563">
                      <a:extLst>
                        <a:ext uri="{FF2B5EF4-FFF2-40B4-BE49-F238E27FC236}">
                          <a16:creationId xmlns:a16="http://schemas.microsoft.com/office/drawing/2014/main" id="{2B46CF7E-F5B8-4E13-A074-E6AB9D6C68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6329" y="2869419"/>
                      <a:ext cx="29214" cy="35234"/>
                    </a:xfrm>
                    <a:custGeom>
                      <a:avLst/>
                      <a:gdLst>
                        <a:gd name="connsiteX0" fmla="*/ 25268 w 29214"/>
                        <a:gd name="connsiteY0" fmla="*/ 6781 h 35234"/>
                        <a:gd name="connsiteX1" fmla="*/ 24791 w 29214"/>
                        <a:gd name="connsiteY1" fmla="*/ 31356 h 35234"/>
                        <a:gd name="connsiteX2" fmla="*/ 4503 w 29214"/>
                        <a:gd name="connsiteY2" fmla="*/ 28689 h 35234"/>
                        <a:gd name="connsiteX3" fmla="*/ 4217 w 29214"/>
                        <a:gd name="connsiteY3" fmla="*/ 3924 h 35234"/>
                        <a:gd name="connsiteX4" fmla="*/ 25268 w 29214"/>
                        <a:gd name="connsiteY4" fmla="*/ 6781 h 35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214" h="35234">
                          <a:moveTo>
                            <a:pt x="25268" y="6781"/>
                          </a:moveTo>
                          <a:cubicBezTo>
                            <a:pt x="30792" y="14592"/>
                            <a:pt x="30411" y="25546"/>
                            <a:pt x="24791" y="31356"/>
                          </a:cubicBezTo>
                          <a:cubicBezTo>
                            <a:pt x="19267" y="37452"/>
                            <a:pt x="10409" y="36214"/>
                            <a:pt x="4503" y="28689"/>
                          </a:cubicBezTo>
                          <a:cubicBezTo>
                            <a:pt x="-1307" y="21164"/>
                            <a:pt x="-1593" y="10115"/>
                            <a:pt x="4217" y="3924"/>
                          </a:cubicBezTo>
                          <a:cubicBezTo>
                            <a:pt x="10218" y="-2172"/>
                            <a:pt x="19743" y="-1124"/>
                            <a:pt x="25268" y="678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5" name="Forme libre : forme 13564">
                      <a:extLst>
                        <a:ext uri="{FF2B5EF4-FFF2-40B4-BE49-F238E27FC236}">
                          <a16:creationId xmlns:a16="http://schemas.microsoft.com/office/drawing/2014/main" id="{42590A67-03A7-4327-BCF8-9593792922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7117" y="2870867"/>
                      <a:ext cx="28521" cy="33882"/>
                    </a:xfrm>
                    <a:custGeom>
                      <a:avLst/>
                      <a:gdLst>
                        <a:gd name="connsiteX0" fmla="*/ 14288 w 28521"/>
                        <a:gd name="connsiteY0" fmla="*/ 16478 h 33882"/>
                        <a:gd name="connsiteX1" fmla="*/ 0 w 28521"/>
                        <a:gd name="connsiteY1" fmla="*/ 19050 h 33882"/>
                        <a:gd name="connsiteX2" fmla="*/ 3810 w 28521"/>
                        <a:gd name="connsiteY2" fmla="*/ 27337 h 33882"/>
                        <a:gd name="connsiteX3" fmla="*/ 24098 w 28521"/>
                        <a:gd name="connsiteY3" fmla="*/ 30004 h 33882"/>
                        <a:gd name="connsiteX4" fmla="*/ 24575 w 28521"/>
                        <a:gd name="connsiteY4" fmla="*/ 5429 h 33882"/>
                        <a:gd name="connsiteX5" fmla="*/ 18288 w 28521"/>
                        <a:gd name="connsiteY5" fmla="*/ 0 h 33882"/>
                        <a:gd name="connsiteX6" fmla="*/ 14288 w 28521"/>
                        <a:gd name="connsiteY6" fmla="*/ 16478 h 33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521" h="33882">
                          <a:moveTo>
                            <a:pt x="14288" y="16478"/>
                          </a:moveTo>
                          <a:cubicBezTo>
                            <a:pt x="10382" y="20669"/>
                            <a:pt x="4953" y="21336"/>
                            <a:pt x="0" y="19050"/>
                          </a:cubicBezTo>
                          <a:cubicBezTo>
                            <a:pt x="667" y="22003"/>
                            <a:pt x="1905" y="24860"/>
                            <a:pt x="3810" y="27337"/>
                          </a:cubicBezTo>
                          <a:cubicBezTo>
                            <a:pt x="9620" y="34861"/>
                            <a:pt x="18479" y="36100"/>
                            <a:pt x="24098" y="30004"/>
                          </a:cubicBezTo>
                          <a:cubicBezTo>
                            <a:pt x="29718" y="24193"/>
                            <a:pt x="30099" y="13240"/>
                            <a:pt x="24575" y="5429"/>
                          </a:cubicBezTo>
                          <a:cubicBezTo>
                            <a:pt x="22765" y="2953"/>
                            <a:pt x="20574" y="1143"/>
                            <a:pt x="18288" y="0"/>
                          </a:cubicBezTo>
                          <a:cubicBezTo>
                            <a:pt x="19431" y="5905"/>
                            <a:pt x="18097" y="12382"/>
                            <a:pt x="14288" y="164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6" name="Forme libre : forme 13565">
                      <a:extLst>
                        <a:ext uri="{FF2B5EF4-FFF2-40B4-BE49-F238E27FC236}">
                          <a16:creationId xmlns:a16="http://schemas.microsoft.com/office/drawing/2014/main" id="{E852041C-A1C1-480B-B859-532A28A970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6433" y="2872974"/>
                      <a:ext cx="13864" cy="15070"/>
                    </a:xfrm>
                    <a:custGeom>
                      <a:avLst/>
                      <a:gdLst>
                        <a:gd name="connsiteX0" fmla="*/ 8972 w 13864"/>
                        <a:gd name="connsiteY0" fmla="*/ 845 h 15070"/>
                        <a:gd name="connsiteX1" fmla="*/ 13544 w 13864"/>
                        <a:gd name="connsiteY1" fmla="*/ 11132 h 15070"/>
                        <a:gd name="connsiteX2" fmla="*/ 4972 w 13864"/>
                        <a:gd name="connsiteY2" fmla="*/ 14180 h 15070"/>
                        <a:gd name="connsiteX3" fmla="*/ 304 w 13864"/>
                        <a:gd name="connsiteY3" fmla="*/ 3989 h 15070"/>
                        <a:gd name="connsiteX4" fmla="*/ 8972 w 13864"/>
                        <a:gd name="connsiteY4" fmla="*/ 845 h 15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64" h="15070">
                          <a:moveTo>
                            <a:pt x="8972" y="845"/>
                          </a:moveTo>
                          <a:cubicBezTo>
                            <a:pt x="12687" y="2941"/>
                            <a:pt x="14687" y="7608"/>
                            <a:pt x="13544" y="11132"/>
                          </a:cubicBezTo>
                          <a:cubicBezTo>
                            <a:pt x="12401" y="14657"/>
                            <a:pt x="8591" y="16181"/>
                            <a:pt x="4972" y="14180"/>
                          </a:cubicBezTo>
                          <a:cubicBezTo>
                            <a:pt x="1352" y="12275"/>
                            <a:pt x="-839" y="7703"/>
                            <a:pt x="304" y="3989"/>
                          </a:cubicBezTo>
                          <a:cubicBezTo>
                            <a:pt x="1447" y="369"/>
                            <a:pt x="5353" y="-1060"/>
                            <a:pt x="8972" y="84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7" name="Forme libre : forme 13566">
                      <a:extLst>
                        <a:ext uri="{FF2B5EF4-FFF2-40B4-BE49-F238E27FC236}">
                          <a16:creationId xmlns:a16="http://schemas.microsoft.com/office/drawing/2014/main" id="{62096C14-5A5F-4F91-A80D-07AE00B81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5071" y="2877330"/>
                      <a:ext cx="4857" cy="5836"/>
                    </a:xfrm>
                    <a:custGeom>
                      <a:avLst/>
                      <a:gdLst>
                        <a:gd name="connsiteX0" fmla="*/ 4143 w 4857"/>
                        <a:gd name="connsiteY0" fmla="*/ 1061 h 5836"/>
                        <a:gd name="connsiteX1" fmla="*/ 4143 w 4857"/>
                        <a:gd name="connsiteY1" fmla="*/ 5157 h 5836"/>
                        <a:gd name="connsiteX2" fmla="*/ 714 w 4857"/>
                        <a:gd name="connsiteY2" fmla="*/ 4776 h 5836"/>
                        <a:gd name="connsiteX3" fmla="*/ 714 w 4857"/>
                        <a:gd name="connsiteY3" fmla="*/ 680 h 5836"/>
                        <a:gd name="connsiteX4" fmla="*/ 4143 w 4857"/>
                        <a:gd name="connsiteY4" fmla="*/ 1061 h 5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57" h="5836">
                          <a:moveTo>
                            <a:pt x="4143" y="1061"/>
                          </a:moveTo>
                          <a:cubicBezTo>
                            <a:pt x="5096" y="2299"/>
                            <a:pt x="5096" y="4109"/>
                            <a:pt x="4143" y="5157"/>
                          </a:cubicBezTo>
                          <a:cubicBezTo>
                            <a:pt x="3191" y="6205"/>
                            <a:pt x="1667" y="6014"/>
                            <a:pt x="714" y="4776"/>
                          </a:cubicBezTo>
                          <a:cubicBezTo>
                            <a:pt x="-238" y="3538"/>
                            <a:pt x="-238" y="1728"/>
                            <a:pt x="714" y="680"/>
                          </a:cubicBezTo>
                          <a:cubicBezTo>
                            <a:pt x="1667" y="-368"/>
                            <a:pt x="3191" y="-177"/>
                            <a:pt x="4143" y="10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568" name="Graphique 5">
                  <a:extLst>
                    <a:ext uri="{FF2B5EF4-FFF2-40B4-BE49-F238E27FC236}">
                      <a16:creationId xmlns:a16="http://schemas.microsoft.com/office/drawing/2014/main" id="{389898A8-A58A-4F6A-B38F-E1E023667F3C}"/>
                    </a:ext>
                  </a:extLst>
                </p:cNvPr>
                <p:cNvGrpSpPr/>
                <p:nvPr/>
              </p:nvGrpSpPr>
              <p:grpSpPr>
                <a:xfrm>
                  <a:off x="3062345" y="2896809"/>
                  <a:ext cx="38771" cy="99200"/>
                  <a:chOff x="3062345" y="2896809"/>
                  <a:chExt cx="38771" cy="99200"/>
                </a:xfrm>
                <a:solidFill>
                  <a:schemeClr val="accent1"/>
                </a:solidFill>
              </p:grpSpPr>
              <p:grpSp>
                <p:nvGrpSpPr>
                  <p:cNvPr id="13569" name="Graphique 5">
                    <a:extLst>
                      <a:ext uri="{FF2B5EF4-FFF2-40B4-BE49-F238E27FC236}">
                        <a16:creationId xmlns:a16="http://schemas.microsoft.com/office/drawing/2014/main" id="{8679B7F9-BD82-42F2-99B5-5C761475685B}"/>
                      </a:ext>
                    </a:extLst>
                  </p:cNvPr>
                  <p:cNvGrpSpPr/>
                  <p:nvPr/>
                </p:nvGrpSpPr>
                <p:grpSpPr>
                  <a:xfrm>
                    <a:off x="3062345" y="2960858"/>
                    <a:ext cx="25069" cy="35151"/>
                    <a:chOff x="3062345" y="2960858"/>
                    <a:chExt cx="25069" cy="35151"/>
                  </a:xfrm>
                  <a:solidFill>
                    <a:schemeClr val="accent1"/>
                  </a:solidFill>
                </p:grpSpPr>
                <p:sp>
                  <p:nvSpPr>
                    <p:cNvPr id="13570" name="Forme libre : forme 13569">
                      <a:extLst>
                        <a:ext uri="{FF2B5EF4-FFF2-40B4-BE49-F238E27FC236}">
                          <a16:creationId xmlns:a16="http://schemas.microsoft.com/office/drawing/2014/main" id="{1FCC1F22-76AF-4D8D-9A7E-5B0669ABF9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2345" y="2960858"/>
                      <a:ext cx="25069" cy="35151"/>
                    </a:xfrm>
                    <a:custGeom>
                      <a:avLst/>
                      <a:gdLst>
                        <a:gd name="connsiteX0" fmla="*/ 3636 w 25069"/>
                        <a:gd name="connsiteY0" fmla="*/ 3258 h 35151"/>
                        <a:gd name="connsiteX1" fmla="*/ 21638 w 25069"/>
                        <a:gd name="connsiteY1" fmla="*/ 7449 h 35151"/>
                        <a:gd name="connsiteX2" fmla="*/ 21352 w 25069"/>
                        <a:gd name="connsiteY2" fmla="*/ 32024 h 35151"/>
                        <a:gd name="connsiteX3" fmla="*/ 4016 w 25069"/>
                        <a:gd name="connsiteY3" fmla="*/ 27642 h 35151"/>
                        <a:gd name="connsiteX4" fmla="*/ 3636 w 25069"/>
                        <a:gd name="connsiteY4" fmla="*/ 3258 h 351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069" h="35151">
                          <a:moveTo>
                            <a:pt x="3636" y="3258"/>
                          </a:moveTo>
                          <a:cubicBezTo>
                            <a:pt x="8684" y="-2361"/>
                            <a:pt x="16875" y="-551"/>
                            <a:pt x="21638" y="7449"/>
                          </a:cubicBezTo>
                          <a:cubicBezTo>
                            <a:pt x="26400" y="15355"/>
                            <a:pt x="26114" y="26404"/>
                            <a:pt x="21352" y="32024"/>
                          </a:cubicBezTo>
                          <a:cubicBezTo>
                            <a:pt x="16589" y="37549"/>
                            <a:pt x="9065" y="35548"/>
                            <a:pt x="4016" y="27642"/>
                          </a:cubicBezTo>
                          <a:cubicBezTo>
                            <a:pt x="-1127" y="19737"/>
                            <a:pt x="-1413" y="8878"/>
                            <a:pt x="3636" y="325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1" name="Forme libre : forme 13570">
                      <a:extLst>
                        <a:ext uri="{FF2B5EF4-FFF2-40B4-BE49-F238E27FC236}">
                          <a16:creationId xmlns:a16="http://schemas.microsoft.com/office/drawing/2014/main" id="{744F71CE-DB8C-46F6-B54A-AE2CCF020C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2837" y="2960926"/>
                      <a:ext cx="24543" cy="35003"/>
                    </a:xfrm>
                    <a:custGeom>
                      <a:avLst/>
                      <a:gdLst>
                        <a:gd name="connsiteX0" fmla="*/ 12287 w 24543"/>
                        <a:gd name="connsiteY0" fmla="*/ 17287 h 35003"/>
                        <a:gd name="connsiteX1" fmla="*/ 15430 w 24543"/>
                        <a:gd name="connsiteY1" fmla="*/ 35004 h 35003"/>
                        <a:gd name="connsiteX2" fmla="*/ 20860 w 24543"/>
                        <a:gd name="connsiteY2" fmla="*/ 31956 h 35003"/>
                        <a:gd name="connsiteX3" fmla="*/ 21146 w 24543"/>
                        <a:gd name="connsiteY3" fmla="*/ 7382 h 35003"/>
                        <a:gd name="connsiteX4" fmla="*/ 3143 w 24543"/>
                        <a:gd name="connsiteY4" fmla="*/ 3191 h 35003"/>
                        <a:gd name="connsiteX5" fmla="*/ 0 w 24543"/>
                        <a:gd name="connsiteY5" fmla="*/ 9858 h 35003"/>
                        <a:gd name="connsiteX6" fmla="*/ 12287 w 24543"/>
                        <a:gd name="connsiteY6" fmla="*/ 17287 h 35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543" h="35003">
                          <a:moveTo>
                            <a:pt x="12287" y="17287"/>
                          </a:moveTo>
                          <a:cubicBezTo>
                            <a:pt x="15621" y="22717"/>
                            <a:pt x="16573" y="29479"/>
                            <a:pt x="15430" y="35004"/>
                          </a:cubicBezTo>
                          <a:cubicBezTo>
                            <a:pt x="17431" y="34718"/>
                            <a:pt x="19240" y="33861"/>
                            <a:pt x="20860" y="31956"/>
                          </a:cubicBezTo>
                          <a:cubicBezTo>
                            <a:pt x="25527" y="26432"/>
                            <a:pt x="25908" y="15287"/>
                            <a:pt x="21146" y="7382"/>
                          </a:cubicBezTo>
                          <a:cubicBezTo>
                            <a:pt x="16383" y="-524"/>
                            <a:pt x="8192" y="-2334"/>
                            <a:pt x="3143" y="3191"/>
                          </a:cubicBezTo>
                          <a:cubicBezTo>
                            <a:pt x="1524" y="5000"/>
                            <a:pt x="571" y="7286"/>
                            <a:pt x="0" y="9858"/>
                          </a:cubicBezTo>
                          <a:cubicBezTo>
                            <a:pt x="4286" y="9382"/>
                            <a:pt x="8953" y="11953"/>
                            <a:pt x="12287" y="172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2" name="Forme libre : forme 13571">
                      <a:extLst>
                        <a:ext uri="{FF2B5EF4-FFF2-40B4-BE49-F238E27FC236}">
                          <a16:creationId xmlns:a16="http://schemas.microsoft.com/office/drawing/2014/main" id="{722DAF91-A2D8-4E70-87C1-60F10F93AC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4684" y="2966483"/>
                      <a:ext cx="10702" cy="16316"/>
                    </a:xfrm>
                    <a:custGeom>
                      <a:avLst/>
                      <a:gdLst>
                        <a:gd name="connsiteX0" fmla="*/ 344 w 10702"/>
                        <a:gd name="connsiteY0" fmla="*/ 4681 h 16316"/>
                        <a:gd name="connsiteX1" fmla="*/ 7297 w 10702"/>
                        <a:gd name="connsiteY1" fmla="*/ 776 h 16316"/>
                        <a:gd name="connsiteX2" fmla="*/ 10345 w 10702"/>
                        <a:gd name="connsiteY2" fmla="*/ 11635 h 16316"/>
                        <a:gd name="connsiteX3" fmla="*/ 3487 w 10702"/>
                        <a:gd name="connsiteY3" fmla="*/ 15540 h 16316"/>
                        <a:gd name="connsiteX4" fmla="*/ 344 w 10702"/>
                        <a:gd name="connsiteY4" fmla="*/ 4681 h 163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2" h="16316">
                          <a:moveTo>
                            <a:pt x="344" y="4681"/>
                          </a:moveTo>
                          <a:cubicBezTo>
                            <a:pt x="1392" y="586"/>
                            <a:pt x="4535" y="-1129"/>
                            <a:pt x="7297" y="776"/>
                          </a:cubicBezTo>
                          <a:cubicBezTo>
                            <a:pt x="10060" y="2681"/>
                            <a:pt x="11393" y="7634"/>
                            <a:pt x="10345" y="11635"/>
                          </a:cubicBezTo>
                          <a:cubicBezTo>
                            <a:pt x="9298" y="15730"/>
                            <a:pt x="6250" y="17445"/>
                            <a:pt x="3487" y="15540"/>
                          </a:cubicBezTo>
                          <a:cubicBezTo>
                            <a:pt x="725" y="13635"/>
                            <a:pt x="-704" y="8777"/>
                            <a:pt x="344" y="468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3" name="Forme libre : forme 13572">
                      <a:extLst>
                        <a:ext uri="{FF2B5EF4-FFF2-40B4-BE49-F238E27FC236}">
                          <a16:creationId xmlns:a16="http://schemas.microsoft.com/office/drawing/2014/main" id="{583B6827-AFC0-4E45-9A8B-87A88F4AE8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8373" y="2978822"/>
                      <a:ext cx="4155" cy="5730"/>
                    </a:xfrm>
                    <a:custGeom>
                      <a:avLst/>
                      <a:gdLst>
                        <a:gd name="connsiteX0" fmla="*/ 560 w 4155"/>
                        <a:gd name="connsiteY0" fmla="*/ 534 h 5730"/>
                        <a:gd name="connsiteX1" fmla="*/ 3513 w 4155"/>
                        <a:gd name="connsiteY1" fmla="*/ 1201 h 5730"/>
                        <a:gd name="connsiteX2" fmla="*/ 3513 w 4155"/>
                        <a:gd name="connsiteY2" fmla="*/ 5202 h 5730"/>
                        <a:gd name="connsiteX3" fmla="*/ 655 w 4155"/>
                        <a:gd name="connsiteY3" fmla="*/ 4440 h 5730"/>
                        <a:gd name="connsiteX4" fmla="*/ 560 w 4155"/>
                        <a:gd name="connsiteY4" fmla="*/ 534 h 57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5" h="5730">
                          <a:moveTo>
                            <a:pt x="560" y="534"/>
                          </a:moveTo>
                          <a:cubicBezTo>
                            <a:pt x="1322" y="-418"/>
                            <a:pt x="2656" y="-37"/>
                            <a:pt x="3513" y="1201"/>
                          </a:cubicBezTo>
                          <a:cubicBezTo>
                            <a:pt x="4370" y="2535"/>
                            <a:pt x="4370" y="4344"/>
                            <a:pt x="3513" y="5202"/>
                          </a:cubicBezTo>
                          <a:cubicBezTo>
                            <a:pt x="2751" y="6154"/>
                            <a:pt x="1417" y="5773"/>
                            <a:pt x="655" y="4440"/>
                          </a:cubicBezTo>
                          <a:cubicBezTo>
                            <a:pt x="-202" y="3201"/>
                            <a:pt x="-202" y="1392"/>
                            <a:pt x="560" y="53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574" name="Graphique 5">
                    <a:extLst>
                      <a:ext uri="{FF2B5EF4-FFF2-40B4-BE49-F238E27FC236}">
                        <a16:creationId xmlns:a16="http://schemas.microsoft.com/office/drawing/2014/main" id="{A54ABECB-A864-4684-BA47-68F876B28310}"/>
                      </a:ext>
                    </a:extLst>
                  </p:cNvPr>
                  <p:cNvGrpSpPr/>
                  <p:nvPr/>
                </p:nvGrpSpPr>
                <p:grpSpPr>
                  <a:xfrm>
                    <a:off x="3071703" y="2930747"/>
                    <a:ext cx="25950" cy="35371"/>
                    <a:chOff x="3071703" y="2930747"/>
                    <a:chExt cx="25950" cy="35371"/>
                  </a:xfrm>
                  <a:solidFill>
                    <a:schemeClr val="accent1"/>
                  </a:solidFill>
                </p:grpSpPr>
                <p:sp>
                  <p:nvSpPr>
                    <p:cNvPr id="13575" name="Forme libre : forme 13574">
                      <a:extLst>
                        <a:ext uri="{FF2B5EF4-FFF2-40B4-BE49-F238E27FC236}">
                          <a16:creationId xmlns:a16="http://schemas.microsoft.com/office/drawing/2014/main" id="{470EB60D-B3CA-4A95-9E5A-93289EF7EC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1703" y="2930747"/>
                      <a:ext cx="25950" cy="35371"/>
                    </a:xfrm>
                    <a:custGeom>
                      <a:avLst/>
                      <a:gdLst>
                        <a:gd name="connsiteX0" fmla="*/ 4183 w 25950"/>
                        <a:gd name="connsiteY0" fmla="*/ 3270 h 35371"/>
                        <a:gd name="connsiteX1" fmla="*/ 22852 w 25950"/>
                        <a:gd name="connsiteY1" fmla="*/ 7937 h 35371"/>
                        <a:gd name="connsiteX2" fmla="*/ 21614 w 25950"/>
                        <a:gd name="connsiteY2" fmla="*/ 32416 h 35371"/>
                        <a:gd name="connsiteX3" fmla="*/ 3612 w 25950"/>
                        <a:gd name="connsiteY3" fmla="*/ 27940 h 35371"/>
                        <a:gd name="connsiteX4" fmla="*/ 4183 w 25950"/>
                        <a:gd name="connsiteY4" fmla="*/ 3270 h 353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50" h="35371">
                          <a:moveTo>
                            <a:pt x="4183" y="3270"/>
                          </a:moveTo>
                          <a:cubicBezTo>
                            <a:pt x="9517" y="-2731"/>
                            <a:pt x="18185" y="-64"/>
                            <a:pt x="22852" y="7937"/>
                          </a:cubicBezTo>
                          <a:cubicBezTo>
                            <a:pt x="27519" y="16033"/>
                            <a:pt x="26757" y="27082"/>
                            <a:pt x="21614" y="32416"/>
                          </a:cubicBezTo>
                          <a:cubicBezTo>
                            <a:pt x="16375" y="37560"/>
                            <a:pt x="8565" y="35941"/>
                            <a:pt x="3612" y="27940"/>
                          </a:cubicBezTo>
                          <a:cubicBezTo>
                            <a:pt x="-1341" y="20034"/>
                            <a:pt x="-1246" y="8985"/>
                            <a:pt x="4183" y="327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6" name="Forme libre : forme 13575">
                      <a:extLst>
                        <a:ext uri="{FF2B5EF4-FFF2-40B4-BE49-F238E27FC236}">
                          <a16:creationId xmlns:a16="http://schemas.microsoft.com/office/drawing/2014/main" id="{B6466EB4-F912-41AE-B623-E24BAB628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2267" y="2930747"/>
                      <a:ext cx="25323" cy="35178"/>
                    </a:xfrm>
                    <a:custGeom>
                      <a:avLst/>
                      <a:gdLst>
                        <a:gd name="connsiteX0" fmla="*/ 12573 w 25323"/>
                        <a:gd name="connsiteY0" fmla="*/ 17367 h 35178"/>
                        <a:gd name="connsiteX1" fmla="*/ 15145 w 25323"/>
                        <a:gd name="connsiteY1" fmla="*/ 35179 h 35178"/>
                        <a:gd name="connsiteX2" fmla="*/ 20955 w 25323"/>
                        <a:gd name="connsiteY2" fmla="*/ 32416 h 35178"/>
                        <a:gd name="connsiteX3" fmla="*/ 22193 w 25323"/>
                        <a:gd name="connsiteY3" fmla="*/ 7937 h 35178"/>
                        <a:gd name="connsiteX4" fmla="*/ 3524 w 25323"/>
                        <a:gd name="connsiteY4" fmla="*/ 3270 h 35178"/>
                        <a:gd name="connsiteX5" fmla="*/ 0 w 25323"/>
                        <a:gd name="connsiteY5" fmla="*/ 10128 h 35178"/>
                        <a:gd name="connsiteX6" fmla="*/ 12573 w 25323"/>
                        <a:gd name="connsiteY6" fmla="*/ 17367 h 351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23" h="35178">
                          <a:moveTo>
                            <a:pt x="12573" y="17367"/>
                          </a:moveTo>
                          <a:cubicBezTo>
                            <a:pt x="15812" y="22891"/>
                            <a:pt x="16574" y="29749"/>
                            <a:pt x="15145" y="35179"/>
                          </a:cubicBezTo>
                          <a:cubicBezTo>
                            <a:pt x="17240" y="34988"/>
                            <a:pt x="19241" y="34226"/>
                            <a:pt x="20955" y="32416"/>
                          </a:cubicBezTo>
                          <a:cubicBezTo>
                            <a:pt x="26194" y="27082"/>
                            <a:pt x="26861" y="16129"/>
                            <a:pt x="22193" y="7937"/>
                          </a:cubicBezTo>
                          <a:cubicBezTo>
                            <a:pt x="17526" y="-64"/>
                            <a:pt x="8858" y="-2731"/>
                            <a:pt x="3524" y="3270"/>
                          </a:cubicBezTo>
                          <a:cubicBezTo>
                            <a:pt x="1810" y="5080"/>
                            <a:pt x="667" y="7461"/>
                            <a:pt x="0" y="10128"/>
                          </a:cubicBezTo>
                          <a:cubicBezTo>
                            <a:pt x="4572" y="9557"/>
                            <a:pt x="9335" y="11938"/>
                            <a:pt x="12573" y="1736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7" name="Forme libre : forme 13576">
                      <a:extLst>
                        <a:ext uri="{FF2B5EF4-FFF2-40B4-BE49-F238E27FC236}">
                          <a16:creationId xmlns:a16="http://schemas.microsoft.com/office/drawing/2014/main" id="{5EFEBAD1-81C0-4A2B-87B4-4C597EF852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4185" y="2936323"/>
                      <a:ext cx="11149" cy="16454"/>
                    </a:xfrm>
                    <a:custGeom>
                      <a:avLst/>
                      <a:gdLst>
                        <a:gd name="connsiteX0" fmla="*/ 463 w 11149"/>
                        <a:gd name="connsiteY0" fmla="*/ 4838 h 16454"/>
                        <a:gd name="connsiteX1" fmla="*/ 7892 w 11149"/>
                        <a:gd name="connsiteY1" fmla="*/ 742 h 16454"/>
                        <a:gd name="connsiteX2" fmla="*/ 10655 w 11149"/>
                        <a:gd name="connsiteY2" fmla="*/ 11696 h 16454"/>
                        <a:gd name="connsiteX3" fmla="*/ 3416 w 11149"/>
                        <a:gd name="connsiteY3" fmla="*/ 15696 h 16454"/>
                        <a:gd name="connsiteX4" fmla="*/ 463 w 11149"/>
                        <a:gd name="connsiteY4" fmla="*/ 4838 h 16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49" h="16454">
                          <a:moveTo>
                            <a:pt x="463" y="4838"/>
                          </a:moveTo>
                          <a:cubicBezTo>
                            <a:pt x="1701" y="742"/>
                            <a:pt x="5035" y="-1163"/>
                            <a:pt x="7892" y="742"/>
                          </a:cubicBezTo>
                          <a:cubicBezTo>
                            <a:pt x="10750" y="2742"/>
                            <a:pt x="11893" y="7695"/>
                            <a:pt x="10655" y="11696"/>
                          </a:cubicBezTo>
                          <a:cubicBezTo>
                            <a:pt x="9416" y="15791"/>
                            <a:pt x="6178" y="17601"/>
                            <a:pt x="3416" y="15696"/>
                          </a:cubicBezTo>
                          <a:cubicBezTo>
                            <a:pt x="558" y="13791"/>
                            <a:pt x="-775" y="8933"/>
                            <a:pt x="463" y="483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8" name="Forme libre : forme 13577">
                      <a:extLst>
                        <a:ext uri="{FF2B5EF4-FFF2-40B4-BE49-F238E27FC236}">
                          <a16:creationId xmlns:a16="http://schemas.microsoft.com/office/drawing/2014/main" id="{359B4833-3986-4FE7-8C1F-29DFCAC048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7720" y="2948696"/>
                      <a:ext cx="4251" cy="5884"/>
                    </a:xfrm>
                    <a:custGeom>
                      <a:avLst/>
                      <a:gdLst>
                        <a:gd name="connsiteX0" fmla="*/ 643 w 4251"/>
                        <a:gd name="connsiteY0" fmla="*/ 561 h 5884"/>
                        <a:gd name="connsiteX1" fmla="*/ 3691 w 4251"/>
                        <a:gd name="connsiteY1" fmla="*/ 1228 h 5884"/>
                        <a:gd name="connsiteX2" fmla="*/ 3596 w 4251"/>
                        <a:gd name="connsiteY2" fmla="*/ 5323 h 5884"/>
                        <a:gd name="connsiteX3" fmla="*/ 643 w 4251"/>
                        <a:gd name="connsiteY3" fmla="*/ 4657 h 5884"/>
                        <a:gd name="connsiteX4" fmla="*/ 643 w 4251"/>
                        <a:gd name="connsiteY4" fmla="*/ 561 h 5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51" h="5884">
                          <a:moveTo>
                            <a:pt x="643" y="561"/>
                          </a:moveTo>
                          <a:cubicBezTo>
                            <a:pt x="1500" y="-392"/>
                            <a:pt x="2834" y="-106"/>
                            <a:pt x="3691" y="1228"/>
                          </a:cubicBezTo>
                          <a:cubicBezTo>
                            <a:pt x="4453" y="2561"/>
                            <a:pt x="4453" y="4371"/>
                            <a:pt x="3596" y="5323"/>
                          </a:cubicBezTo>
                          <a:cubicBezTo>
                            <a:pt x="2738" y="6276"/>
                            <a:pt x="1405" y="5990"/>
                            <a:pt x="643" y="4657"/>
                          </a:cubicBezTo>
                          <a:cubicBezTo>
                            <a:pt x="-214" y="3323"/>
                            <a:pt x="-214" y="1513"/>
                            <a:pt x="643" y="5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579" name="Graphique 5">
                    <a:extLst>
                      <a:ext uri="{FF2B5EF4-FFF2-40B4-BE49-F238E27FC236}">
                        <a16:creationId xmlns:a16="http://schemas.microsoft.com/office/drawing/2014/main" id="{8185D5AF-5070-4611-8D5D-EF468F26C5CA}"/>
                      </a:ext>
                    </a:extLst>
                  </p:cNvPr>
                  <p:cNvGrpSpPr/>
                  <p:nvPr/>
                </p:nvGrpSpPr>
                <p:grpSpPr>
                  <a:xfrm>
                    <a:off x="3073774" y="2896809"/>
                    <a:ext cx="27342" cy="35285"/>
                    <a:chOff x="3073774" y="2896809"/>
                    <a:chExt cx="27342" cy="35285"/>
                  </a:xfrm>
                  <a:solidFill>
                    <a:schemeClr val="accent1"/>
                  </a:solidFill>
                </p:grpSpPr>
                <p:sp>
                  <p:nvSpPr>
                    <p:cNvPr id="13580" name="Forme libre : forme 13579">
                      <a:extLst>
                        <a:ext uri="{FF2B5EF4-FFF2-40B4-BE49-F238E27FC236}">
                          <a16:creationId xmlns:a16="http://schemas.microsoft.com/office/drawing/2014/main" id="{937AE895-C09D-454D-9761-A81C83E37B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3774" y="2896809"/>
                      <a:ext cx="27247" cy="35285"/>
                    </a:xfrm>
                    <a:custGeom>
                      <a:avLst/>
                      <a:gdLst>
                        <a:gd name="connsiteX0" fmla="*/ 4779 w 27247"/>
                        <a:gd name="connsiteY0" fmla="*/ 3014 h 35285"/>
                        <a:gd name="connsiteX1" fmla="*/ 24305 w 27247"/>
                        <a:gd name="connsiteY1" fmla="*/ 7776 h 35285"/>
                        <a:gd name="connsiteX2" fmla="*/ 22305 w 27247"/>
                        <a:gd name="connsiteY2" fmla="*/ 32351 h 35285"/>
                        <a:gd name="connsiteX3" fmla="*/ 3350 w 27247"/>
                        <a:gd name="connsiteY3" fmla="*/ 27493 h 35285"/>
                        <a:gd name="connsiteX4" fmla="*/ 4779 w 27247"/>
                        <a:gd name="connsiteY4" fmla="*/ 3014 h 35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247" h="35285">
                          <a:moveTo>
                            <a:pt x="4779" y="3014"/>
                          </a:moveTo>
                          <a:cubicBezTo>
                            <a:pt x="10685" y="-2416"/>
                            <a:pt x="19638" y="-320"/>
                            <a:pt x="24305" y="7776"/>
                          </a:cubicBezTo>
                          <a:cubicBezTo>
                            <a:pt x="28973" y="15873"/>
                            <a:pt x="27925" y="26922"/>
                            <a:pt x="22305" y="32351"/>
                          </a:cubicBezTo>
                          <a:cubicBezTo>
                            <a:pt x="16685" y="37780"/>
                            <a:pt x="8303" y="35399"/>
                            <a:pt x="3350" y="27493"/>
                          </a:cubicBezTo>
                          <a:cubicBezTo>
                            <a:pt x="-1507" y="19778"/>
                            <a:pt x="-1126" y="8348"/>
                            <a:pt x="4779" y="301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1" name="Forme libre : forme 13580">
                      <a:extLst>
                        <a:ext uri="{FF2B5EF4-FFF2-40B4-BE49-F238E27FC236}">
                          <a16:creationId xmlns:a16="http://schemas.microsoft.com/office/drawing/2014/main" id="{64EBD358-1751-4EF2-88EA-A9A216E4B9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4744" y="2896809"/>
                      <a:ext cx="26373" cy="35208"/>
                    </a:xfrm>
                    <a:custGeom>
                      <a:avLst/>
                      <a:gdLst>
                        <a:gd name="connsiteX0" fmla="*/ 12954 w 26373"/>
                        <a:gd name="connsiteY0" fmla="*/ 17301 h 35208"/>
                        <a:gd name="connsiteX1" fmla="*/ 15240 w 26373"/>
                        <a:gd name="connsiteY1" fmla="*/ 35208 h 35208"/>
                        <a:gd name="connsiteX2" fmla="*/ 21431 w 26373"/>
                        <a:gd name="connsiteY2" fmla="*/ 32351 h 35208"/>
                        <a:gd name="connsiteX3" fmla="*/ 23431 w 26373"/>
                        <a:gd name="connsiteY3" fmla="*/ 7776 h 35208"/>
                        <a:gd name="connsiteX4" fmla="*/ 3905 w 26373"/>
                        <a:gd name="connsiteY4" fmla="*/ 3014 h 35208"/>
                        <a:gd name="connsiteX5" fmla="*/ 0 w 26373"/>
                        <a:gd name="connsiteY5" fmla="*/ 9681 h 35208"/>
                        <a:gd name="connsiteX6" fmla="*/ 12954 w 26373"/>
                        <a:gd name="connsiteY6" fmla="*/ 17301 h 35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373" h="35208">
                          <a:moveTo>
                            <a:pt x="12954" y="17301"/>
                          </a:moveTo>
                          <a:cubicBezTo>
                            <a:pt x="16288" y="22826"/>
                            <a:pt x="16859" y="29684"/>
                            <a:pt x="15240" y="35208"/>
                          </a:cubicBezTo>
                          <a:cubicBezTo>
                            <a:pt x="17431" y="35018"/>
                            <a:pt x="19621" y="34161"/>
                            <a:pt x="21431" y="32351"/>
                          </a:cubicBezTo>
                          <a:cubicBezTo>
                            <a:pt x="27051" y="26922"/>
                            <a:pt x="28099" y="15873"/>
                            <a:pt x="23431" y="7776"/>
                          </a:cubicBezTo>
                          <a:cubicBezTo>
                            <a:pt x="18764" y="-320"/>
                            <a:pt x="9811" y="-2416"/>
                            <a:pt x="3905" y="3014"/>
                          </a:cubicBezTo>
                          <a:cubicBezTo>
                            <a:pt x="2000" y="4728"/>
                            <a:pt x="762" y="7014"/>
                            <a:pt x="0" y="9681"/>
                          </a:cubicBezTo>
                          <a:cubicBezTo>
                            <a:pt x="4667" y="9110"/>
                            <a:pt x="9715" y="11872"/>
                            <a:pt x="12954" y="1730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2" name="Forme libre : forme 13581">
                      <a:extLst>
                        <a:ext uri="{FF2B5EF4-FFF2-40B4-BE49-F238E27FC236}">
                          <a16:creationId xmlns:a16="http://schemas.microsoft.com/office/drawing/2014/main" id="{59083BD0-FB7B-4673-8474-2FD8AF309A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6452" y="2902223"/>
                      <a:ext cx="11783" cy="16423"/>
                    </a:xfrm>
                    <a:custGeom>
                      <a:avLst/>
                      <a:gdLst>
                        <a:gd name="connsiteX0" fmla="*/ 578 w 11783"/>
                        <a:gd name="connsiteY0" fmla="*/ 4553 h 16423"/>
                        <a:gd name="connsiteX1" fmla="*/ 8579 w 11783"/>
                        <a:gd name="connsiteY1" fmla="*/ 838 h 16423"/>
                        <a:gd name="connsiteX2" fmla="*/ 11151 w 11783"/>
                        <a:gd name="connsiteY2" fmla="*/ 11887 h 16423"/>
                        <a:gd name="connsiteX3" fmla="*/ 3340 w 11783"/>
                        <a:gd name="connsiteY3" fmla="*/ 15507 h 16423"/>
                        <a:gd name="connsiteX4" fmla="*/ 578 w 11783"/>
                        <a:gd name="connsiteY4" fmla="*/ 4553 h 164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83" h="16423">
                          <a:moveTo>
                            <a:pt x="578" y="4553"/>
                          </a:moveTo>
                          <a:cubicBezTo>
                            <a:pt x="2007" y="552"/>
                            <a:pt x="5626" y="-1162"/>
                            <a:pt x="8579" y="838"/>
                          </a:cubicBezTo>
                          <a:cubicBezTo>
                            <a:pt x="11532" y="2838"/>
                            <a:pt x="12579" y="7791"/>
                            <a:pt x="11151" y="11887"/>
                          </a:cubicBezTo>
                          <a:cubicBezTo>
                            <a:pt x="9722" y="15983"/>
                            <a:pt x="6198" y="17602"/>
                            <a:pt x="3340" y="15507"/>
                          </a:cubicBezTo>
                          <a:cubicBezTo>
                            <a:pt x="483" y="13506"/>
                            <a:pt x="-851" y="8649"/>
                            <a:pt x="578" y="455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3" name="Forme libre : forme 13582">
                      <a:extLst>
                        <a:ext uri="{FF2B5EF4-FFF2-40B4-BE49-F238E27FC236}">
                          <a16:creationId xmlns:a16="http://schemas.microsoft.com/office/drawing/2014/main" id="{797F8AF8-8F1E-4F1F-B706-6054C1A4C5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0021" y="2914575"/>
                      <a:ext cx="4374" cy="5707"/>
                    </a:xfrm>
                    <a:custGeom>
                      <a:avLst/>
                      <a:gdLst>
                        <a:gd name="connsiteX0" fmla="*/ 723 w 4374"/>
                        <a:gd name="connsiteY0" fmla="*/ 487 h 5707"/>
                        <a:gd name="connsiteX1" fmla="*/ 3867 w 4374"/>
                        <a:gd name="connsiteY1" fmla="*/ 1249 h 5707"/>
                        <a:gd name="connsiteX2" fmla="*/ 3581 w 4374"/>
                        <a:gd name="connsiteY2" fmla="*/ 5250 h 5707"/>
                        <a:gd name="connsiteX3" fmla="*/ 438 w 4374"/>
                        <a:gd name="connsiteY3" fmla="*/ 4393 h 5707"/>
                        <a:gd name="connsiteX4" fmla="*/ 723 w 4374"/>
                        <a:gd name="connsiteY4" fmla="*/ 487 h 57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74" h="5707">
                          <a:moveTo>
                            <a:pt x="723" y="487"/>
                          </a:moveTo>
                          <a:cubicBezTo>
                            <a:pt x="1676" y="-370"/>
                            <a:pt x="3105" y="-84"/>
                            <a:pt x="3867" y="1249"/>
                          </a:cubicBezTo>
                          <a:cubicBezTo>
                            <a:pt x="4629" y="2583"/>
                            <a:pt x="4533" y="4393"/>
                            <a:pt x="3581" y="5250"/>
                          </a:cubicBezTo>
                          <a:cubicBezTo>
                            <a:pt x="2628" y="6107"/>
                            <a:pt x="1200" y="5726"/>
                            <a:pt x="438" y="4393"/>
                          </a:cubicBezTo>
                          <a:cubicBezTo>
                            <a:pt x="-229" y="3154"/>
                            <a:pt x="-134" y="1440"/>
                            <a:pt x="723" y="48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584" name="Graphique 5">
                  <a:extLst>
                    <a:ext uri="{FF2B5EF4-FFF2-40B4-BE49-F238E27FC236}">
                      <a16:creationId xmlns:a16="http://schemas.microsoft.com/office/drawing/2014/main" id="{08E2BB41-95BB-43E2-BDD4-43995CAE912C}"/>
                    </a:ext>
                  </a:extLst>
                </p:cNvPr>
                <p:cNvGrpSpPr/>
                <p:nvPr/>
              </p:nvGrpSpPr>
              <p:grpSpPr>
                <a:xfrm>
                  <a:off x="3103588" y="2821679"/>
                  <a:ext cx="78106" cy="70441"/>
                  <a:chOff x="3103588" y="2821679"/>
                  <a:chExt cx="78106" cy="70441"/>
                </a:xfrm>
                <a:solidFill>
                  <a:schemeClr val="accent1"/>
                </a:solidFill>
              </p:grpSpPr>
              <p:grpSp>
                <p:nvGrpSpPr>
                  <p:cNvPr id="13585" name="Graphique 5">
                    <a:extLst>
                      <a:ext uri="{FF2B5EF4-FFF2-40B4-BE49-F238E27FC236}">
                        <a16:creationId xmlns:a16="http://schemas.microsoft.com/office/drawing/2014/main" id="{4153AC39-3038-4EBC-9407-C5137E98CA52}"/>
                      </a:ext>
                    </a:extLst>
                  </p:cNvPr>
                  <p:cNvGrpSpPr/>
                  <p:nvPr/>
                </p:nvGrpSpPr>
                <p:grpSpPr>
                  <a:xfrm>
                    <a:off x="3103588" y="2856476"/>
                    <a:ext cx="28782" cy="35644"/>
                    <a:chOff x="3103588" y="2856476"/>
                    <a:chExt cx="28782" cy="35644"/>
                  </a:xfrm>
                  <a:solidFill>
                    <a:schemeClr val="accent1"/>
                  </a:solidFill>
                </p:grpSpPr>
                <p:sp>
                  <p:nvSpPr>
                    <p:cNvPr id="13586" name="Forme libre : forme 13585">
                      <a:extLst>
                        <a:ext uri="{FF2B5EF4-FFF2-40B4-BE49-F238E27FC236}">
                          <a16:creationId xmlns:a16="http://schemas.microsoft.com/office/drawing/2014/main" id="{832A8DCD-3000-45E7-A77A-1814797013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3588" y="2856476"/>
                      <a:ext cx="28686" cy="35549"/>
                    </a:xfrm>
                    <a:custGeom>
                      <a:avLst/>
                      <a:gdLst>
                        <a:gd name="connsiteX0" fmla="*/ 14113 w 28686"/>
                        <a:gd name="connsiteY0" fmla="*/ 8 h 35549"/>
                        <a:gd name="connsiteX1" fmla="*/ 28686 w 28686"/>
                        <a:gd name="connsiteY1" fmla="*/ 18391 h 35549"/>
                        <a:gd name="connsiteX2" fmla="*/ 14780 w 28686"/>
                        <a:gd name="connsiteY2" fmla="*/ 35536 h 35549"/>
                        <a:gd name="connsiteX3" fmla="*/ 16 w 28686"/>
                        <a:gd name="connsiteY3" fmla="*/ 17153 h 35549"/>
                        <a:gd name="connsiteX4" fmla="*/ 14113 w 28686"/>
                        <a:gd name="connsiteY4" fmla="*/ 8 h 35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686" h="35549">
                          <a:moveTo>
                            <a:pt x="14113" y="8"/>
                          </a:moveTo>
                          <a:cubicBezTo>
                            <a:pt x="22305" y="293"/>
                            <a:pt x="28686" y="8485"/>
                            <a:pt x="28686" y="18391"/>
                          </a:cubicBezTo>
                          <a:cubicBezTo>
                            <a:pt x="28591" y="28202"/>
                            <a:pt x="22495" y="35917"/>
                            <a:pt x="14780" y="35536"/>
                          </a:cubicBezTo>
                          <a:cubicBezTo>
                            <a:pt x="7160" y="35155"/>
                            <a:pt x="397" y="26963"/>
                            <a:pt x="16" y="17153"/>
                          </a:cubicBezTo>
                          <a:cubicBezTo>
                            <a:pt x="-365" y="7437"/>
                            <a:pt x="6017" y="-278"/>
                            <a:pt x="14113" y="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7" name="Forme libre : forme 13586">
                      <a:extLst>
                        <a:ext uri="{FF2B5EF4-FFF2-40B4-BE49-F238E27FC236}">
                          <a16:creationId xmlns:a16="http://schemas.microsoft.com/office/drawing/2014/main" id="{A47660EC-19C7-4818-AC97-0B2944557D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0748" y="2856571"/>
                      <a:ext cx="21622" cy="35549"/>
                    </a:xfrm>
                    <a:custGeom>
                      <a:avLst/>
                      <a:gdLst>
                        <a:gd name="connsiteX0" fmla="*/ 7620 w 21622"/>
                        <a:gd name="connsiteY0" fmla="*/ 17629 h 35549"/>
                        <a:gd name="connsiteX1" fmla="*/ 667 w 21622"/>
                        <a:gd name="connsiteY1" fmla="*/ 32774 h 35549"/>
                        <a:gd name="connsiteX2" fmla="*/ 7715 w 21622"/>
                        <a:gd name="connsiteY2" fmla="*/ 35536 h 35549"/>
                        <a:gd name="connsiteX3" fmla="*/ 21622 w 21622"/>
                        <a:gd name="connsiteY3" fmla="*/ 18391 h 35549"/>
                        <a:gd name="connsiteX4" fmla="*/ 7048 w 21622"/>
                        <a:gd name="connsiteY4" fmla="*/ 8 h 35549"/>
                        <a:gd name="connsiteX5" fmla="*/ 0 w 21622"/>
                        <a:gd name="connsiteY5" fmla="*/ 2008 h 35549"/>
                        <a:gd name="connsiteX6" fmla="*/ 7620 w 21622"/>
                        <a:gd name="connsiteY6" fmla="*/ 17629 h 35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622" h="35549">
                          <a:moveTo>
                            <a:pt x="7620" y="17629"/>
                          </a:moveTo>
                          <a:cubicBezTo>
                            <a:pt x="7715" y="24297"/>
                            <a:pt x="4858" y="29916"/>
                            <a:pt x="667" y="32774"/>
                          </a:cubicBezTo>
                          <a:cubicBezTo>
                            <a:pt x="2762" y="34393"/>
                            <a:pt x="5143" y="35441"/>
                            <a:pt x="7715" y="35536"/>
                          </a:cubicBezTo>
                          <a:cubicBezTo>
                            <a:pt x="15335" y="35917"/>
                            <a:pt x="21526" y="28202"/>
                            <a:pt x="21622" y="18391"/>
                          </a:cubicBezTo>
                          <a:cubicBezTo>
                            <a:pt x="21717" y="8580"/>
                            <a:pt x="15240" y="389"/>
                            <a:pt x="7048" y="8"/>
                          </a:cubicBezTo>
                          <a:cubicBezTo>
                            <a:pt x="4477" y="-87"/>
                            <a:pt x="2096" y="675"/>
                            <a:pt x="0" y="2008"/>
                          </a:cubicBezTo>
                          <a:cubicBezTo>
                            <a:pt x="4477" y="5247"/>
                            <a:pt x="7525" y="10962"/>
                            <a:pt x="7620" y="1762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8" name="Forme libre : forme 13587">
                      <a:extLst>
                        <a:ext uri="{FF2B5EF4-FFF2-40B4-BE49-F238E27FC236}">
                          <a16:creationId xmlns:a16="http://schemas.microsoft.com/office/drawing/2014/main" id="{E8100ACC-8C3B-4845-A001-47D127E93B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8712" y="2859737"/>
                      <a:ext cx="13580" cy="15210"/>
                    </a:xfrm>
                    <a:custGeom>
                      <a:avLst/>
                      <a:gdLst>
                        <a:gd name="connsiteX0" fmla="*/ 3941 w 13580"/>
                        <a:gd name="connsiteY0" fmla="*/ 843 h 15210"/>
                        <a:gd name="connsiteX1" fmla="*/ 12990 w 13580"/>
                        <a:gd name="connsiteY1" fmla="*/ 4081 h 15210"/>
                        <a:gd name="connsiteX2" fmla="*/ 9561 w 13580"/>
                        <a:gd name="connsiteY2" fmla="*/ 14368 h 15210"/>
                        <a:gd name="connsiteX3" fmla="*/ 607 w 13580"/>
                        <a:gd name="connsiteY3" fmla="*/ 11130 h 15210"/>
                        <a:gd name="connsiteX4" fmla="*/ 3941 w 13580"/>
                        <a:gd name="connsiteY4" fmla="*/ 843 h 15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80" h="15210">
                          <a:moveTo>
                            <a:pt x="3941" y="843"/>
                          </a:moveTo>
                          <a:cubicBezTo>
                            <a:pt x="7370" y="-1062"/>
                            <a:pt x="11466" y="366"/>
                            <a:pt x="12990" y="4081"/>
                          </a:cubicBezTo>
                          <a:cubicBezTo>
                            <a:pt x="14514" y="7796"/>
                            <a:pt x="12990" y="12368"/>
                            <a:pt x="9561" y="14368"/>
                          </a:cubicBezTo>
                          <a:cubicBezTo>
                            <a:pt x="6227" y="16273"/>
                            <a:pt x="2227" y="14844"/>
                            <a:pt x="607" y="11130"/>
                          </a:cubicBezTo>
                          <a:cubicBezTo>
                            <a:pt x="-917" y="7415"/>
                            <a:pt x="512" y="2843"/>
                            <a:pt x="3941" y="84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9" name="Forme libre : forme 13588">
                      <a:extLst>
                        <a:ext uri="{FF2B5EF4-FFF2-40B4-BE49-F238E27FC236}">
                          <a16:creationId xmlns:a16="http://schemas.microsoft.com/office/drawing/2014/main" id="{9AD4BC2F-F250-468C-8058-F11E20A86A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9409" y="2869623"/>
                      <a:ext cx="4774" cy="5910"/>
                    </a:xfrm>
                    <a:custGeom>
                      <a:avLst/>
                      <a:gdLst>
                        <a:gd name="connsiteX0" fmla="*/ 2292 w 4774"/>
                        <a:gd name="connsiteY0" fmla="*/ 5 h 5910"/>
                        <a:gd name="connsiteX1" fmla="*/ 4769 w 4774"/>
                        <a:gd name="connsiteY1" fmla="*/ 3053 h 5910"/>
                        <a:gd name="connsiteX2" fmla="*/ 2482 w 4774"/>
                        <a:gd name="connsiteY2" fmla="*/ 5911 h 5910"/>
                        <a:gd name="connsiteX3" fmla="*/ 6 w 4774"/>
                        <a:gd name="connsiteY3" fmla="*/ 2863 h 5910"/>
                        <a:gd name="connsiteX4" fmla="*/ 2292 w 4774"/>
                        <a:gd name="connsiteY4" fmla="*/ 5 h 5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74" h="5910">
                          <a:moveTo>
                            <a:pt x="2292" y="5"/>
                          </a:moveTo>
                          <a:cubicBezTo>
                            <a:pt x="3625" y="100"/>
                            <a:pt x="4673" y="1434"/>
                            <a:pt x="4769" y="3053"/>
                          </a:cubicBezTo>
                          <a:cubicBezTo>
                            <a:pt x="4864" y="4672"/>
                            <a:pt x="3816" y="5911"/>
                            <a:pt x="2482" y="5911"/>
                          </a:cubicBezTo>
                          <a:cubicBezTo>
                            <a:pt x="1149" y="5815"/>
                            <a:pt x="101" y="4482"/>
                            <a:pt x="6" y="2863"/>
                          </a:cubicBezTo>
                          <a:cubicBezTo>
                            <a:pt x="-89" y="1148"/>
                            <a:pt x="958" y="-90"/>
                            <a:pt x="2292" y="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590" name="Graphique 5">
                    <a:extLst>
                      <a:ext uri="{FF2B5EF4-FFF2-40B4-BE49-F238E27FC236}">
                        <a16:creationId xmlns:a16="http://schemas.microsoft.com/office/drawing/2014/main" id="{771A1AD6-F4D7-4BCD-A4B0-6E7CD999C6C3}"/>
                      </a:ext>
                    </a:extLst>
                  </p:cNvPr>
                  <p:cNvGrpSpPr/>
                  <p:nvPr/>
                </p:nvGrpSpPr>
                <p:grpSpPr>
                  <a:xfrm>
                    <a:off x="3129797" y="2843857"/>
                    <a:ext cx="29077" cy="35636"/>
                    <a:chOff x="3129797" y="2843857"/>
                    <a:chExt cx="29077" cy="35636"/>
                  </a:xfrm>
                  <a:solidFill>
                    <a:schemeClr val="accent1"/>
                  </a:solidFill>
                </p:grpSpPr>
                <p:sp>
                  <p:nvSpPr>
                    <p:cNvPr id="13591" name="Forme libre : forme 13590">
                      <a:extLst>
                        <a:ext uri="{FF2B5EF4-FFF2-40B4-BE49-F238E27FC236}">
                          <a16:creationId xmlns:a16="http://schemas.microsoft.com/office/drawing/2014/main" id="{9DBCF62B-B4F8-4A15-9009-184088989E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9797" y="2843857"/>
                      <a:ext cx="29077" cy="35541"/>
                    </a:xfrm>
                    <a:custGeom>
                      <a:avLst/>
                      <a:gdLst>
                        <a:gd name="connsiteX0" fmla="*/ 15051 w 29077"/>
                        <a:gd name="connsiteY0" fmla="*/ 54 h 35541"/>
                        <a:gd name="connsiteX1" fmla="*/ 29052 w 29077"/>
                        <a:gd name="connsiteY1" fmla="*/ 19104 h 35541"/>
                        <a:gd name="connsiteX2" fmla="*/ 14193 w 29077"/>
                        <a:gd name="connsiteY2" fmla="*/ 35487 h 35541"/>
                        <a:gd name="connsiteX3" fmla="*/ 1 w 29077"/>
                        <a:gd name="connsiteY3" fmla="*/ 16627 h 35541"/>
                        <a:gd name="connsiteX4" fmla="*/ 15051 w 29077"/>
                        <a:gd name="connsiteY4" fmla="*/ 54 h 35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077" h="35541">
                          <a:moveTo>
                            <a:pt x="15051" y="54"/>
                          </a:moveTo>
                          <a:cubicBezTo>
                            <a:pt x="23337" y="720"/>
                            <a:pt x="29528" y="9293"/>
                            <a:pt x="29052" y="19104"/>
                          </a:cubicBezTo>
                          <a:cubicBezTo>
                            <a:pt x="28576" y="28914"/>
                            <a:pt x="22004" y="36249"/>
                            <a:pt x="14193" y="35487"/>
                          </a:cubicBezTo>
                          <a:cubicBezTo>
                            <a:pt x="6383" y="34629"/>
                            <a:pt x="1" y="26438"/>
                            <a:pt x="1" y="16627"/>
                          </a:cubicBezTo>
                          <a:cubicBezTo>
                            <a:pt x="-94" y="6721"/>
                            <a:pt x="6764" y="-708"/>
                            <a:pt x="15051" y="5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92" name="Forme libre : forme 13591">
                      <a:extLst>
                        <a:ext uri="{FF2B5EF4-FFF2-40B4-BE49-F238E27FC236}">
                          <a16:creationId xmlns:a16="http://schemas.microsoft.com/office/drawing/2014/main" id="{2055D675-6CCB-4BEE-9DD1-1499CDBDA9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6942" y="2843974"/>
                      <a:ext cx="21933" cy="35519"/>
                    </a:xfrm>
                    <a:custGeom>
                      <a:avLst/>
                      <a:gdLst>
                        <a:gd name="connsiteX0" fmla="*/ 7715 w 21933"/>
                        <a:gd name="connsiteY0" fmla="*/ 17558 h 35519"/>
                        <a:gd name="connsiteX1" fmla="*/ 0 w 21933"/>
                        <a:gd name="connsiteY1" fmla="*/ 32322 h 35519"/>
                        <a:gd name="connsiteX2" fmla="*/ 7048 w 21933"/>
                        <a:gd name="connsiteY2" fmla="*/ 35465 h 35519"/>
                        <a:gd name="connsiteX3" fmla="*/ 21908 w 21933"/>
                        <a:gd name="connsiteY3" fmla="*/ 19082 h 35519"/>
                        <a:gd name="connsiteX4" fmla="*/ 7906 w 21933"/>
                        <a:gd name="connsiteY4" fmla="*/ 32 h 35519"/>
                        <a:gd name="connsiteX5" fmla="*/ 667 w 21933"/>
                        <a:gd name="connsiteY5" fmla="*/ 1652 h 35519"/>
                        <a:gd name="connsiteX6" fmla="*/ 7715 w 21933"/>
                        <a:gd name="connsiteY6" fmla="*/ 17558 h 35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933" h="35519">
                          <a:moveTo>
                            <a:pt x="7715" y="17558"/>
                          </a:moveTo>
                          <a:cubicBezTo>
                            <a:pt x="7525" y="24226"/>
                            <a:pt x="4381" y="29655"/>
                            <a:pt x="0" y="32322"/>
                          </a:cubicBezTo>
                          <a:cubicBezTo>
                            <a:pt x="2096" y="34037"/>
                            <a:pt x="4477" y="35180"/>
                            <a:pt x="7048" y="35465"/>
                          </a:cubicBezTo>
                          <a:cubicBezTo>
                            <a:pt x="14859" y="36227"/>
                            <a:pt x="21431" y="28893"/>
                            <a:pt x="21908" y="19082"/>
                          </a:cubicBezTo>
                          <a:cubicBezTo>
                            <a:pt x="22384" y="9272"/>
                            <a:pt x="16192" y="794"/>
                            <a:pt x="7906" y="32"/>
                          </a:cubicBezTo>
                          <a:cubicBezTo>
                            <a:pt x="5334" y="-158"/>
                            <a:pt x="2858" y="509"/>
                            <a:pt x="667" y="1652"/>
                          </a:cubicBezTo>
                          <a:cubicBezTo>
                            <a:pt x="5048" y="5081"/>
                            <a:pt x="7906" y="10986"/>
                            <a:pt x="7715" y="1755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93" name="Forme libre : forme 13592">
                      <a:extLst>
                        <a:ext uri="{FF2B5EF4-FFF2-40B4-BE49-F238E27FC236}">
                          <a16:creationId xmlns:a16="http://schemas.microsoft.com/office/drawing/2014/main" id="{A4F63140-8877-4D77-A1C6-30870806BE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5147" y="2846996"/>
                      <a:ext cx="13866" cy="15164"/>
                    </a:xfrm>
                    <a:custGeom>
                      <a:avLst/>
                      <a:gdLst>
                        <a:gd name="connsiteX0" fmla="*/ 4367 w 13866"/>
                        <a:gd name="connsiteY0" fmla="*/ 725 h 15164"/>
                        <a:gd name="connsiteX1" fmla="*/ 13415 w 13866"/>
                        <a:gd name="connsiteY1" fmla="*/ 4345 h 15164"/>
                        <a:gd name="connsiteX2" fmla="*/ 9510 w 13866"/>
                        <a:gd name="connsiteY2" fmla="*/ 14441 h 15164"/>
                        <a:gd name="connsiteX3" fmla="*/ 557 w 13866"/>
                        <a:gd name="connsiteY3" fmla="*/ 10726 h 15164"/>
                        <a:gd name="connsiteX4" fmla="*/ 4367 w 13866"/>
                        <a:gd name="connsiteY4" fmla="*/ 725 h 15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66" h="15164">
                          <a:moveTo>
                            <a:pt x="4367" y="725"/>
                          </a:moveTo>
                          <a:cubicBezTo>
                            <a:pt x="7986" y="-1085"/>
                            <a:pt x="11987" y="630"/>
                            <a:pt x="13415" y="4345"/>
                          </a:cubicBezTo>
                          <a:cubicBezTo>
                            <a:pt x="14749" y="8155"/>
                            <a:pt x="13034" y="12631"/>
                            <a:pt x="9510" y="14441"/>
                          </a:cubicBezTo>
                          <a:cubicBezTo>
                            <a:pt x="5986" y="16251"/>
                            <a:pt x="2081" y="14536"/>
                            <a:pt x="557" y="10726"/>
                          </a:cubicBezTo>
                          <a:cubicBezTo>
                            <a:pt x="-967" y="7012"/>
                            <a:pt x="747" y="2535"/>
                            <a:pt x="4367" y="72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94" name="Forme libre : forme 13593">
                      <a:extLst>
                        <a:ext uri="{FF2B5EF4-FFF2-40B4-BE49-F238E27FC236}">
                          <a16:creationId xmlns:a16="http://schemas.microsoft.com/office/drawing/2014/main" id="{8E8AB486-82B5-4EB3-8AA2-973D267787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5608" y="2856655"/>
                      <a:ext cx="4857" cy="5849"/>
                    </a:xfrm>
                    <a:custGeom>
                      <a:avLst/>
                      <a:gdLst>
                        <a:gd name="connsiteX0" fmla="*/ 2476 w 4857"/>
                        <a:gd name="connsiteY0" fmla="*/ 19 h 5849"/>
                        <a:gd name="connsiteX1" fmla="*/ 4858 w 4857"/>
                        <a:gd name="connsiteY1" fmla="*/ 3163 h 5849"/>
                        <a:gd name="connsiteX2" fmla="*/ 2381 w 4857"/>
                        <a:gd name="connsiteY2" fmla="*/ 5830 h 5849"/>
                        <a:gd name="connsiteX3" fmla="*/ 0 w 4857"/>
                        <a:gd name="connsiteY3" fmla="*/ 2686 h 5849"/>
                        <a:gd name="connsiteX4" fmla="*/ 2476 w 4857"/>
                        <a:gd name="connsiteY4" fmla="*/ 19 h 5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57" h="5849">
                          <a:moveTo>
                            <a:pt x="2476" y="19"/>
                          </a:moveTo>
                          <a:cubicBezTo>
                            <a:pt x="3810" y="115"/>
                            <a:pt x="4858" y="1543"/>
                            <a:pt x="4858" y="3163"/>
                          </a:cubicBezTo>
                          <a:cubicBezTo>
                            <a:pt x="4858" y="4782"/>
                            <a:pt x="3715" y="6020"/>
                            <a:pt x="2381" y="5830"/>
                          </a:cubicBezTo>
                          <a:cubicBezTo>
                            <a:pt x="1048" y="5734"/>
                            <a:pt x="0" y="4306"/>
                            <a:pt x="0" y="2686"/>
                          </a:cubicBezTo>
                          <a:cubicBezTo>
                            <a:pt x="0" y="1067"/>
                            <a:pt x="1143" y="-171"/>
                            <a:pt x="2476" y="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595" name="Graphique 5">
                    <a:extLst>
                      <a:ext uri="{FF2B5EF4-FFF2-40B4-BE49-F238E27FC236}">
                        <a16:creationId xmlns:a16="http://schemas.microsoft.com/office/drawing/2014/main" id="{A9C767CE-2DEA-47F8-89EC-7540C59196A7}"/>
                      </a:ext>
                    </a:extLst>
                  </p:cNvPr>
                  <p:cNvGrpSpPr/>
                  <p:nvPr/>
                </p:nvGrpSpPr>
                <p:grpSpPr>
                  <a:xfrm>
                    <a:off x="3151879" y="2821679"/>
                    <a:ext cx="29815" cy="35750"/>
                    <a:chOff x="3151879" y="2821679"/>
                    <a:chExt cx="29815" cy="35750"/>
                  </a:xfrm>
                  <a:solidFill>
                    <a:schemeClr val="accent1"/>
                  </a:solidFill>
                </p:grpSpPr>
                <p:sp>
                  <p:nvSpPr>
                    <p:cNvPr id="13596" name="Forme libre : forme 13595">
                      <a:extLst>
                        <a:ext uri="{FF2B5EF4-FFF2-40B4-BE49-F238E27FC236}">
                          <a16:creationId xmlns:a16="http://schemas.microsoft.com/office/drawing/2014/main" id="{BBD03755-C2BF-4636-9694-2D33757868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1879" y="2821827"/>
                      <a:ext cx="29815" cy="35601"/>
                    </a:xfrm>
                    <a:custGeom>
                      <a:avLst/>
                      <a:gdLst>
                        <a:gd name="connsiteX0" fmla="*/ 16019 w 29815"/>
                        <a:gd name="connsiteY0" fmla="*/ 81 h 35601"/>
                        <a:gd name="connsiteX1" fmla="*/ 29735 w 29815"/>
                        <a:gd name="connsiteY1" fmla="*/ 19797 h 35601"/>
                        <a:gd name="connsiteX2" fmla="*/ 13828 w 29815"/>
                        <a:gd name="connsiteY2" fmla="*/ 35514 h 35601"/>
                        <a:gd name="connsiteX3" fmla="*/ 17 w 29815"/>
                        <a:gd name="connsiteY3" fmla="*/ 16464 h 35601"/>
                        <a:gd name="connsiteX4" fmla="*/ 16019 w 29815"/>
                        <a:gd name="connsiteY4" fmla="*/ 81 h 35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815" h="35601">
                          <a:moveTo>
                            <a:pt x="16019" y="81"/>
                          </a:moveTo>
                          <a:cubicBezTo>
                            <a:pt x="24496" y="1224"/>
                            <a:pt x="30592" y="10082"/>
                            <a:pt x="29735" y="19797"/>
                          </a:cubicBezTo>
                          <a:cubicBezTo>
                            <a:pt x="28877" y="29608"/>
                            <a:pt x="21734" y="36466"/>
                            <a:pt x="13828" y="35514"/>
                          </a:cubicBezTo>
                          <a:cubicBezTo>
                            <a:pt x="5827" y="34847"/>
                            <a:pt x="-364" y="26274"/>
                            <a:pt x="17" y="16464"/>
                          </a:cubicBezTo>
                          <a:cubicBezTo>
                            <a:pt x="302" y="6748"/>
                            <a:pt x="7542" y="-872"/>
                            <a:pt x="16019" y="8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97" name="Forme libre : forme 13596">
                      <a:extLst>
                        <a:ext uri="{FF2B5EF4-FFF2-40B4-BE49-F238E27FC236}">
                          <a16:creationId xmlns:a16="http://schemas.microsoft.com/office/drawing/2014/main" id="{E636AEEA-1DF3-4B55-B5EE-7FA9003290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8563" y="2821679"/>
                      <a:ext cx="23035" cy="35654"/>
                    </a:xfrm>
                    <a:custGeom>
                      <a:avLst/>
                      <a:gdLst>
                        <a:gd name="connsiteX0" fmla="*/ 8477 w 23035"/>
                        <a:gd name="connsiteY0" fmla="*/ 17755 h 35654"/>
                        <a:gd name="connsiteX1" fmla="*/ 0 w 23035"/>
                        <a:gd name="connsiteY1" fmla="*/ 32519 h 35654"/>
                        <a:gd name="connsiteX2" fmla="*/ 7049 w 23035"/>
                        <a:gd name="connsiteY2" fmla="*/ 35567 h 35654"/>
                        <a:gd name="connsiteX3" fmla="*/ 22955 w 23035"/>
                        <a:gd name="connsiteY3" fmla="*/ 19850 h 35654"/>
                        <a:gd name="connsiteX4" fmla="*/ 9239 w 23035"/>
                        <a:gd name="connsiteY4" fmla="*/ 134 h 35654"/>
                        <a:gd name="connsiteX5" fmla="*/ 1715 w 23035"/>
                        <a:gd name="connsiteY5" fmla="*/ 1753 h 35654"/>
                        <a:gd name="connsiteX6" fmla="*/ 8477 w 23035"/>
                        <a:gd name="connsiteY6" fmla="*/ 17755 h 35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3035" h="35654">
                          <a:moveTo>
                            <a:pt x="8477" y="17755"/>
                          </a:moveTo>
                          <a:cubicBezTo>
                            <a:pt x="8001" y="24327"/>
                            <a:pt x="4572" y="29947"/>
                            <a:pt x="0" y="32519"/>
                          </a:cubicBezTo>
                          <a:cubicBezTo>
                            <a:pt x="2096" y="34233"/>
                            <a:pt x="4477" y="35376"/>
                            <a:pt x="7049" y="35567"/>
                          </a:cubicBezTo>
                          <a:cubicBezTo>
                            <a:pt x="15050" y="36519"/>
                            <a:pt x="22098" y="29661"/>
                            <a:pt x="22955" y="19850"/>
                          </a:cubicBezTo>
                          <a:cubicBezTo>
                            <a:pt x="23813" y="10040"/>
                            <a:pt x="17717" y="1277"/>
                            <a:pt x="9239" y="134"/>
                          </a:cubicBezTo>
                          <a:cubicBezTo>
                            <a:pt x="6572" y="-343"/>
                            <a:pt x="4001" y="515"/>
                            <a:pt x="1715" y="1753"/>
                          </a:cubicBezTo>
                          <a:cubicBezTo>
                            <a:pt x="6191" y="5182"/>
                            <a:pt x="8954" y="11183"/>
                            <a:pt x="8477" y="1775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98" name="Forme libre : forme 13597">
                      <a:extLst>
                        <a:ext uri="{FF2B5EF4-FFF2-40B4-BE49-F238E27FC236}">
                          <a16:creationId xmlns:a16="http://schemas.microsoft.com/office/drawing/2014/main" id="{CB6B3FD1-F2CB-49F9-B14D-0B43C7F39B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7567" y="2824892"/>
                      <a:ext cx="14222" cy="15146"/>
                    </a:xfrm>
                    <a:custGeom>
                      <a:avLst/>
                      <a:gdLst>
                        <a:gd name="connsiteX0" fmla="*/ 4711 w 14222"/>
                        <a:gd name="connsiteY0" fmla="*/ 731 h 15146"/>
                        <a:gd name="connsiteX1" fmla="*/ 13856 w 14222"/>
                        <a:gd name="connsiteY1" fmla="*/ 4636 h 15146"/>
                        <a:gd name="connsiteX2" fmla="*/ 9474 w 14222"/>
                        <a:gd name="connsiteY2" fmla="*/ 14447 h 15146"/>
                        <a:gd name="connsiteX3" fmla="*/ 425 w 14222"/>
                        <a:gd name="connsiteY3" fmla="*/ 10827 h 15146"/>
                        <a:gd name="connsiteX4" fmla="*/ 4711 w 14222"/>
                        <a:gd name="connsiteY4" fmla="*/ 731 h 15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22" h="15146">
                          <a:moveTo>
                            <a:pt x="4711" y="731"/>
                          </a:moveTo>
                          <a:cubicBezTo>
                            <a:pt x="8426" y="-1174"/>
                            <a:pt x="12617" y="826"/>
                            <a:pt x="13856" y="4636"/>
                          </a:cubicBezTo>
                          <a:cubicBezTo>
                            <a:pt x="15094" y="8446"/>
                            <a:pt x="13093" y="12923"/>
                            <a:pt x="9474" y="14447"/>
                          </a:cubicBezTo>
                          <a:cubicBezTo>
                            <a:pt x="5759" y="16161"/>
                            <a:pt x="1759" y="14637"/>
                            <a:pt x="425" y="10827"/>
                          </a:cubicBezTo>
                          <a:cubicBezTo>
                            <a:pt x="-908" y="7017"/>
                            <a:pt x="997" y="2540"/>
                            <a:pt x="4711" y="73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99" name="Forme libre : forme 13598">
                      <a:extLst>
                        <a:ext uri="{FF2B5EF4-FFF2-40B4-BE49-F238E27FC236}">
                          <a16:creationId xmlns:a16="http://schemas.microsoft.com/office/drawing/2014/main" id="{8E6545A9-1206-47AE-99D2-6CF267797D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7891" y="2834571"/>
                      <a:ext cx="4869" cy="5915"/>
                    </a:xfrm>
                    <a:custGeom>
                      <a:avLst/>
                      <a:gdLst>
                        <a:gd name="connsiteX0" fmla="*/ 2578 w 4869"/>
                        <a:gd name="connsiteY0" fmla="*/ 5 h 5915"/>
                        <a:gd name="connsiteX1" fmla="*/ 4864 w 4869"/>
                        <a:gd name="connsiteY1" fmla="*/ 3148 h 5915"/>
                        <a:gd name="connsiteX2" fmla="*/ 2292 w 4869"/>
                        <a:gd name="connsiteY2" fmla="*/ 5911 h 5915"/>
                        <a:gd name="connsiteX3" fmla="*/ 6 w 4869"/>
                        <a:gd name="connsiteY3" fmla="*/ 2767 h 5915"/>
                        <a:gd name="connsiteX4" fmla="*/ 2578 w 4869"/>
                        <a:gd name="connsiteY4" fmla="*/ 5 h 5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69" h="5915">
                          <a:moveTo>
                            <a:pt x="2578" y="5"/>
                          </a:moveTo>
                          <a:cubicBezTo>
                            <a:pt x="3911" y="100"/>
                            <a:pt x="4959" y="1529"/>
                            <a:pt x="4864" y="3148"/>
                          </a:cubicBezTo>
                          <a:cubicBezTo>
                            <a:pt x="4769" y="4768"/>
                            <a:pt x="3626" y="6006"/>
                            <a:pt x="2292" y="5911"/>
                          </a:cubicBezTo>
                          <a:cubicBezTo>
                            <a:pt x="959" y="5815"/>
                            <a:pt x="-89" y="4387"/>
                            <a:pt x="6" y="2767"/>
                          </a:cubicBezTo>
                          <a:cubicBezTo>
                            <a:pt x="6" y="1148"/>
                            <a:pt x="1244" y="-90"/>
                            <a:pt x="2578" y="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600" name="Graphique 5">
                  <a:extLst>
                    <a:ext uri="{FF2B5EF4-FFF2-40B4-BE49-F238E27FC236}">
                      <a16:creationId xmlns:a16="http://schemas.microsoft.com/office/drawing/2014/main" id="{B92F930B-5F58-47EF-BA66-6955F2AD6162}"/>
                    </a:ext>
                  </a:extLst>
                </p:cNvPr>
                <p:cNvGrpSpPr/>
                <p:nvPr/>
              </p:nvGrpSpPr>
              <p:grpSpPr>
                <a:xfrm>
                  <a:off x="3108662" y="2701788"/>
                  <a:ext cx="77505" cy="88089"/>
                  <a:chOff x="3108662" y="2701788"/>
                  <a:chExt cx="77505" cy="88089"/>
                </a:xfrm>
                <a:solidFill>
                  <a:schemeClr val="accent1"/>
                </a:solidFill>
              </p:grpSpPr>
              <p:grpSp>
                <p:nvGrpSpPr>
                  <p:cNvPr id="13601" name="Graphique 5">
                    <a:extLst>
                      <a:ext uri="{FF2B5EF4-FFF2-40B4-BE49-F238E27FC236}">
                        <a16:creationId xmlns:a16="http://schemas.microsoft.com/office/drawing/2014/main" id="{31F28D5E-9FEB-48FC-9FB1-9D96880DF592}"/>
                      </a:ext>
                    </a:extLst>
                  </p:cNvPr>
                  <p:cNvGrpSpPr/>
                  <p:nvPr/>
                </p:nvGrpSpPr>
                <p:grpSpPr>
                  <a:xfrm>
                    <a:off x="3108662" y="2754349"/>
                    <a:ext cx="32969" cy="35528"/>
                    <a:chOff x="3108662" y="2754349"/>
                    <a:chExt cx="32969" cy="35528"/>
                  </a:xfrm>
                  <a:solidFill>
                    <a:schemeClr val="accent1"/>
                  </a:solidFill>
                </p:grpSpPr>
                <p:sp>
                  <p:nvSpPr>
                    <p:cNvPr id="13602" name="Forme libre : forme 13601">
                      <a:extLst>
                        <a:ext uri="{FF2B5EF4-FFF2-40B4-BE49-F238E27FC236}">
                          <a16:creationId xmlns:a16="http://schemas.microsoft.com/office/drawing/2014/main" id="{5B17138D-C502-4397-8AD5-E70C444FE0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8662" y="2754349"/>
                      <a:ext cx="32969" cy="35528"/>
                    </a:xfrm>
                    <a:custGeom>
                      <a:avLst/>
                      <a:gdLst>
                        <a:gd name="connsiteX0" fmla="*/ 11325 w 32969"/>
                        <a:gd name="connsiteY0" fmla="*/ 789 h 35528"/>
                        <a:gd name="connsiteX1" fmla="*/ 32280 w 32969"/>
                        <a:gd name="connsiteY1" fmla="*/ 12886 h 35528"/>
                        <a:gd name="connsiteX2" fmla="*/ 21517 w 32969"/>
                        <a:gd name="connsiteY2" fmla="*/ 34793 h 35528"/>
                        <a:gd name="connsiteX3" fmla="*/ 943 w 32969"/>
                        <a:gd name="connsiteY3" fmla="*/ 23363 h 35528"/>
                        <a:gd name="connsiteX4" fmla="*/ 11325 w 32969"/>
                        <a:gd name="connsiteY4" fmla="*/ 789 h 35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969" h="35528">
                          <a:moveTo>
                            <a:pt x="11325" y="789"/>
                          </a:moveTo>
                          <a:cubicBezTo>
                            <a:pt x="20183" y="-2164"/>
                            <a:pt x="29708" y="3456"/>
                            <a:pt x="32280" y="12886"/>
                          </a:cubicBezTo>
                          <a:cubicBezTo>
                            <a:pt x="34852" y="22315"/>
                            <a:pt x="29994" y="32222"/>
                            <a:pt x="21517" y="34793"/>
                          </a:cubicBezTo>
                          <a:cubicBezTo>
                            <a:pt x="13040" y="37460"/>
                            <a:pt x="3991" y="32698"/>
                            <a:pt x="943" y="23363"/>
                          </a:cubicBezTo>
                          <a:cubicBezTo>
                            <a:pt x="-2105" y="14029"/>
                            <a:pt x="2467" y="3932"/>
                            <a:pt x="11325" y="78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03" name="Forme libre : forme 13602">
                      <a:extLst>
                        <a:ext uri="{FF2B5EF4-FFF2-40B4-BE49-F238E27FC236}">
                          <a16:creationId xmlns:a16="http://schemas.microsoft.com/office/drawing/2014/main" id="{C0EBE0AC-1762-44D3-B56C-7E6B902860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3034" y="2754349"/>
                      <a:ext cx="28597" cy="35477"/>
                    </a:xfrm>
                    <a:custGeom>
                      <a:avLst/>
                      <a:gdLst>
                        <a:gd name="connsiteX0" fmla="*/ 12383 w 28597"/>
                        <a:gd name="connsiteY0" fmla="*/ 17458 h 35477"/>
                        <a:gd name="connsiteX1" fmla="*/ 8858 w 28597"/>
                        <a:gd name="connsiteY1" fmla="*/ 35079 h 35477"/>
                        <a:gd name="connsiteX2" fmla="*/ 17145 w 28597"/>
                        <a:gd name="connsiteY2" fmla="*/ 34793 h 35477"/>
                        <a:gd name="connsiteX3" fmla="*/ 27908 w 28597"/>
                        <a:gd name="connsiteY3" fmla="*/ 12886 h 35477"/>
                        <a:gd name="connsiteX4" fmla="*/ 6953 w 28597"/>
                        <a:gd name="connsiteY4" fmla="*/ 789 h 35477"/>
                        <a:gd name="connsiteX5" fmla="*/ 0 w 28597"/>
                        <a:gd name="connsiteY5" fmla="*/ 5742 h 35477"/>
                        <a:gd name="connsiteX6" fmla="*/ 12383 w 28597"/>
                        <a:gd name="connsiteY6" fmla="*/ 17458 h 35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597" h="35477">
                          <a:moveTo>
                            <a:pt x="12383" y="17458"/>
                          </a:moveTo>
                          <a:cubicBezTo>
                            <a:pt x="14288" y="23840"/>
                            <a:pt x="12668" y="30412"/>
                            <a:pt x="8858" y="35079"/>
                          </a:cubicBezTo>
                          <a:cubicBezTo>
                            <a:pt x="11525" y="35651"/>
                            <a:pt x="14288" y="35651"/>
                            <a:pt x="17145" y="34793"/>
                          </a:cubicBezTo>
                          <a:cubicBezTo>
                            <a:pt x="25622" y="32126"/>
                            <a:pt x="30480" y="22315"/>
                            <a:pt x="27908" y="12886"/>
                          </a:cubicBezTo>
                          <a:cubicBezTo>
                            <a:pt x="25337" y="3456"/>
                            <a:pt x="15812" y="-2164"/>
                            <a:pt x="6953" y="789"/>
                          </a:cubicBezTo>
                          <a:cubicBezTo>
                            <a:pt x="4191" y="1837"/>
                            <a:pt x="1810" y="3551"/>
                            <a:pt x="0" y="5742"/>
                          </a:cubicBezTo>
                          <a:cubicBezTo>
                            <a:pt x="5620" y="6885"/>
                            <a:pt x="10573" y="11076"/>
                            <a:pt x="12383" y="1745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04" name="Forme libre : forme 13603">
                      <a:extLst>
                        <a:ext uri="{FF2B5EF4-FFF2-40B4-BE49-F238E27FC236}">
                          <a16:creationId xmlns:a16="http://schemas.microsoft.com/office/drawing/2014/main" id="{04DA42B7-1D16-4AE4-8011-6BE27D8AF9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3108" y="2758453"/>
                      <a:ext cx="14901" cy="16040"/>
                    </a:xfrm>
                    <a:custGeom>
                      <a:avLst/>
                      <a:gdLst>
                        <a:gd name="connsiteX0" fmla="*/ 2593 w 14901"/>
                        <a:gd name="connsiteY0" fmla="*/ 2781 h 16040"/>
                        <a:gd name="connsiteX1" fmla="*/ 13166 w 14901"/>
                        <a:gd name="connsiteY1" fmla="*/ 2114 h 16040"/>
                        <a:gd name="connsiteX2" fmla="*/ 12213 w 14901"/>
                        <a:gd name="connsiteY2" fmla="*/ 13354 h 16040"/>
                        <a:gd name="connsiteX3" fmla="*/ 1736 w 14901"/>
                        <a:gd name="connsiteY3" fmla="*/ 14116 h 16040"/>
                        <a:gd name="connsiteX4" fmla="*/ 2593 w 14901"/>
                        <a:gd name="connsiteY4" fmla="*/ 2781 h 160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01" h="16040">
                          <a:moveTo>
                            <a:pt x="2593" y="2781"/>
                          </a:moveTo>
                          <a:cubicBezTo>
                            <a:pt x="5736" y="-553"/>
                            <a:pt x="10499" y="-1029"/>
                            <a:pt x="13166" y="2114"/>
                          </a:cubicBezTo>
                          <a:cubicBezTo>
                            <a:pt x="15833" y="5162"/>
                            <a:pt x="15357" y="10211"/>
                            <a:pt x="12213" y="13354"/>
                          </a:cubicBezTo>
                          <a:cubicBezTo>
                            <a:pt x="9070" y="16592"/>
                            <a:pt x="4498" y="16973"/>
                            <a:pt x="1736" y="14116"/>
                          </a:cubicBezTo>
                          <a:cubicBezTo>
                            <a:pt x="-836" y="11163"/>
                            <a:pt x="-550" y="6115"/>
                            <a:pt x="2593" y="278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05" name="Forme libre : forme 13604">
                      <a:extLst>
                        <a:ext uri="{FF2B5EF4-FFF2-40B4-BE49-F238E27FC236}">
                          <a16:creationId xmlns:a16="http://schemas.microsoft.com/office/drawing/2014/main" id="{46E94FEF-F985-463F-92ED-E60CDBF2F4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5178" y="2770142"/>
                      <a:ext cx="5426" cy="5806"/>
                    </a:xfrm>
                    <a:custGeom>
                      <a:avLst/>
                      <a:gdLst>
                        <a:gd name="connsiteX0" fmla="*/ 1856 w 5426"/>
                        <a:gd name="connsiteY0" fmla="*/ 141 h 5806"/>
                        <a:gd name="connsiteX1" fmla="*/ 5285 w 5426"/>
                        <a:gd name="connsiteY1" fmla="*/ 1951 h 5806"/>
                        <a:gd name="connsiteX2" fmla="*/ 3571 w 5426"/>
                        <a:gd name="connsiteY2" fmla="*/ 5665 h 5806"/>
                        <a:gd name="connsiteX3" fmla="*/ 142 w 5426"/>
                        <a:gd name="connsiteY3" fmla="*/ 3856 h 5806"/>
                        <a:gd name="connsiteX4" fmla="*/ 1856 w 5426"/>
                        <a:gd name="connsiteY4" fmla="*/ 141 h 5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26" h="5806">
                          <a:moveTo>
                            <a:pt x="1856" y="141"/>
                          </a:moveTo>
                          <a:cubicBezTo>
                            <a:pt x="3285" y="-335"/>
                            <a:pt x="4809" y="427"/>
                            <a:pt x="5285" y="1951"/>
                          </a:cubicBezTo>
                          <a:cubicBezTo>
                            <a:pt x="5761" y="3475"/>
                            <a:pt x="4999" y="5189"/>
                            <a:pt x="3571" y="5665"/>
                          </a:cubicBezTo>
                          <a:cubicBezTo>
                            <a:pt x="2142" y="6142"/>
                            <a:pt x="618" y="5380"/>
                            <a:pt x="142" y="3856"/>
                          </a:cubicBezTo>
                          <a:cubicBezTo>
                            <a:pt x="-335" y="2332"/>
                            <a:pt x="427" y="617"/>
                            <a:pt x="1856" y="1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606" name="Graphique 5">
                    <a:extLst>
                      <a:ext uri="{FF2B5EF4-FFF2-40B4-BE49-F238E27FC236}">
                        <a16:creationId xmlns:a16="http://schemas.microsoft.com/office/drawing/2014/main" id="{282A8EA7-5D4B-476B-8B6A-087B0BB3F251}"/>
                      </a:ext>
                    </a:extLst>
                  </p:cNvPr>
                  <p:cNvGrpSpPr/>
                  <p:nvPr/>
                </p:nvGrpSpPr>
                <p:grpSpPr>
                  <a:xfrm>
                    <a:off x="3133486" y="2731567"/>
                    <a:ext cx="33887" cy="35767"/>
                    <a:chOff x="3133486" y="2731567"/>
                    <a:chExt cx="33887" cy="35767"/>
                  </a:xfrm>
                  <a:solidFill>
                    <a:schemeClr val="accent1"/>
                  </a:solidFill>
                </p:grpSpPr>
                <p:sp>
                  <p:nvSpPr>
                    <p:cNvPr id="13607" name="Forme libre : forme 13606">
                      <a:extLst>
                        <a:ext uri="{FF2B5EF4-FFF2-40B4-BE49-F238E27FC236}">
                          <a16:creationId xmlns:a16="http://schemas.microsoft.com/office/drawing/2014/main" id="{C42DD95A-3BCD-4EAB-B0E9-A8DAAC42A7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486" y="2731662"/>
                      <a:ext cx="33887" cy="35671"/>
                    </a:xfrm>
                    <a:custGeom>
                      <a:avLst/>
                      <a:gdLst>
                        <a:gd name="connsiteX0" fmla="*/ 12314 w 33887"/>
                        <a:gd name="connsiteY0" fmla="*/ 711 h 35671"/>
                        <a:gd name="connsiteX1" fmla="*/ 33365 w 33887"/>
                        <a:gd name="connsiteY1" fmla="*/ 13189 h 35671"/>
                        <a:gd name="connsiteX2" fmla="*/ 21458 w 33887"/>
                        <a:gd name="connsiteY2" fmla="*/ 35001 h 35671"/>
                        <a:gd name="connsiteX3" fmla="*/ 789 w 33887"/>
                        <a:gd name="connsiteY3" fmla="*/ 22714 h 35671"/>
                        <a:gd name="connsiteX4" fmla="*/ 12314 w 33887"/>
                        <a:gd name="connsiteY4" fmla="*/ 711 h 35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887" h="35671">
                          <a:moveTo>
                            <a:pt x="12314" y="711"/>
                          </a:moveTo>
                          <a:cubicBezTo>
                            <a:pt x="21554" y="-2051"/>
                            <a:pt x="31079" y="3473"/>
                            <a:pt x="33365" y="13189"/>
                          </a:cubicBezTo>
                          <a:cubicBezTo>
                            <a:pt x="35651" y="22809"/>
                            <a:pt x="30221" y="32143"/>
                            <a:pt x="21458" y="35001"/>
                          </a:cubicBezTo>
                          <a:cubicBezTo>
                            <a:pt x="12696" y="37668"/>
                            <a:pt x="3551" y="32143"/>
                            <a:pt x="789" y="22714"/>
                          </a:cubicBezTo>
                          <a:cubicBezTo>
                            <a:pt x="-2068" y="13284"/>
                            <a:pt x="3075" y="3378"/>
                            <a:pt x="12314" y="71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08" name="Forme libre : forme 13607">
                      <a:extLst>
                        <a:ext uri="{FF2B5EF4-FFF2-40B4-BE49-F238E27FC236}">
                          <a16:creationId xmlns:a16="http://schemas.microsoft.com/office/drawing/2014/main" id="{6BEA26DC-899E-4F50-9742-9824104319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8466" y="2731567"/>
                      <a:ext cx="28907" cy="35656"/>
                    </a:xfrm>
                    <a:custGeom>
                      <a:avLst/>
                      <a:gdLst>
                        <a:gd name="connsiteX0" fmla="*/ 12287 w 28907"/>
                        <a:gd name="connsiteY0" fmla="*/ 17665 h 35656"/>
                        <a:gd name="connsiteX1" fmla="*/ 8001 w 28907"/>
                        <a:gd name="connsiteY1" fmla="*/ 35096 h 35656"/>
                        <a:gd name="connsiteX2" fmla="*/ 16478 w 28907"/>
                        <a:gd name="connsiteY2" fmla="*/ 35001 h 35656"/>
                        <a:gd name="connsiteX3" fmla="*/ 28385 w 28907"/>
                        <a:gd name="connsiteY3" fmla="*/ 13189 h 35656"/>
                        <a:gd name="connsiteX4" fmla="*/ 7334 w 28907"/>
                        <a:gd name="connsiteY4" fmla="*/ 711 h 35656"/>
                        <a:gd name="connsiteX5" fmla="*/ 0 w 28907"/>
                        <a:gd name="connsiteY5" fmla="*/ 5283 h 35656"/>
                        <a:gd name="connsiteX6" fmla="*/ 12287 w 28907"/>
                        <a:gd name="connsiteY6" fmla="*/ 17665 h 35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907" h="35656">
                          <a:moveTo>
                            <a:pt x="12287" y="17665"/>
                          </a:moveTo>
                          <a:cubicBezTo>
                            <a:pt x="14002" y="24142"/>
                            <a:pt x="12097" y="30715"/>
                            <a:pt x="8001" y="35096"/>
                          </a:cubicBezTo>
                          <a:cubicBezTo>
                            <a:pt x="10763" y="35858"/>
                            <a:pt x="13621" y="35858"/>
                            <a:pt x="16478" y="35001"/>
                          </a:cubicBezTo>
                          <a:cubicBezTo>
                            <a:pt x="25241" y="32143"/>
                            <a:pt x="30671" y="22904"/>
                            <a:pt x="28385" y="13189"/>
                          </a:cubicBezTo>
                          <a:cubicBezTo>
                            <a:pt x="26099" y="3473"/>
                            <a:pt x="16574" y="-2051"/>
                            <a:pt x="7334" y="711"/>
                          </a:cubicBezTo>
                          <a:cubicBezTo>
                            <a:pt x="4382" y="1568"/>
                            <a:pt x="1905" y="3187"/>
                            <a:pt x="0" y="5283"/>
                          </a:cubicBezTo>
                          <a:cubicBezTo>
                            <a:pt x="5715" y="6807"/>
                            <a:pt x="10573" y="11284"/>
                            <a:pt x="12287" y="1766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09" name="Forme libre : forme 13608">
                      <a:extLst>
                        <a:ext uri="{FF2B5EF4-FFF2-40B4-BE49-F238E27FC236}">
                          <a16:creationId xmlns:a16="http://schemas.microsoft.com/office/drawing/2014/main" id="{655DD3F0-CFC3-4F75-A46C-5D9828FAFE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8183" y="2735715"/>
                      <a:ext cx="15454" cy="15852"/>
                    </a:xfrm>
                    <a:custGeom>
                      <a:avLst/>
                      <a:gdLst>
                        <a:gd name="connsiteX0" fmla="*/ 2950 w 15454"/>
                        <a:gd name="connsiteY0" fmla="*/ 2468 h 15852"/>
                        <a:gd name="connsiteX1" fmla="*/ 13809 w 15454"/>
                        <a:gd name="connsiteY1" fmla="*/ 2182 h 15852"/>
                        <a:gd name="connsiteX2" fmla="*/ 12475 w 15454"/>
                        <a:gd name="connsiteY2" fmla="*/ 13422 h 15852"/>
                        <a:gd name="connsiteX3" fmla="*/ 1712 w 15454"/>
                        <a:gd name="connsiteY3" fmla="*/ 13708 h 15852"/>
                        <a:gd name="connsiteX4" fmla="*/ 2950 w 15454"/>
                        <a:gd name="connsiteY4" fmla="*/ 2468 h 15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54" h="15852">
                          <a:moveTo>
                            <a:pt x="2950" y="2468"/>
                          </a:moveTo>
                          <a:cubicBezTo>
                            <a:pt x="6284" y="-675"/>
                            <a:pt x="11237" y="-866"/>
                            <a:pt x="13809" y="2182"/>
                          </a:cubicBezTo>
                          <a:cubicBezTo>
                            <a:pt x="16476" y="5230"/>
                            <a:pt x="15809" y="10279"/>
                            <a:pt x="12475" y="13422"/>
                          </a:cubicBezTo>
                          <a:cubicBezTo>
                            <a:pt x="9141" y="16565"/>
                            <a:pt x="4379" y="16660"/>
                            <a:pt x="1712" y="13708"/>
                          </a:cubicBezTo>
                          <a:cubicBezTo>
                            <a:pt x="-955" y="10660"/>
                            <a:pt x="-479" y="5707"/>
                            <a:pt x="2950" y="246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10" name="Forme libre : forme 13609">
                      <a:extLst>
                        <a:ext uri="{FF2B5EF4-FFF2-40B4-BE49-F238E27FC236}">
                          <a16:creationId xmlns:a16="http://schemas.microsoft.com/office/drawing/2014/main" id="{DBA6F8F7-7C21-43D1-AA83-7C1616750F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0144" y="2747204"/>
                      <a:ext cx="5562" cy="5866"/>
                    </a:xfrm>
                    <a:custGeom>
                      <a:avLst/>
                      <a:gdLst>
                        <a:gd name="connsiteX0" fmla="*/ 2037 w 5562"/>
                        <a:gd name="connsiteY0" fmla="*/ 123 h 5866"/>
                        <a:gd name="connsiteX1" fmla="*/ 5466 w 5562"/>
                        <a:gd name="connsiteY1" fmla="*/ 2124 h 5866"/>
                        <a:gd name="connsiteX2" fmla="*/ 3561 w 5562"/>
                        <a:gd name="connsiteY2" fmla="*/ 5743 h 5866"/>
                        <a:gd name="connsiteX3" fmla="*/ 132 w 5562"/>
                        <a:gd name="connsiteY3" fmla="*/ 3743 h 5866"/>
                        <a:gd name="connsiteX4" fmla="*/ 2037 w 5562"/>
                        <a:gd name="connsiteY4" fmla="*/ 123 h 5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2" h="5866">
                          <a:moveTo>
                            <a:pt x="2037" y="123"/>
                          </a:moveTo>
                          <a:cubicBezTo>
                            <a:pt x="3561" y="-353"/>
                            <a:pt x="5085" y="600"/>
                            <a:pt x="5466" y="2124"/>
                          </a:cubicBezTo>
                          <a:cubicBezTo>
                            <a:pt x="5847" y="3648"/>
                            <a:pt x="5085" y="5267"/>
                            <a:pt x="3561" y="5743"/>
                          </a:cubicBezTo>
                          <a:cubicBezTo>
                            <a:pt x="2132" y="6219"/>
                            <a:pt x="513" y="5267"/>
                            <a:pt x="132" y="3743"/>
                          </a:cubicBezTo>
                          <a:cubicBezTo>
                            <a:pt x="-345" y="2219"/>
                            <a:pt x="513" y="600"/>
                            <a:pt x="2037" y="1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611" name="Graphique 5">
                    <a:extLst>
                      <a:ext uri="{FF2B5EF4-FFF2-40B4-BE49-F238E27FC236}">
                        <a16:creationId xmlns:a16="http://schemas.microsoft.com/office/drawing/2014/main" id="{7AC360F8-0505-4135-B95A-D7605D988373}"/>
                      </a:ext>
                    </a:extLst>
                  </p:cNvPr>
                  <p:cNvGrpSpPr/>
                  <p:nvPr/>
                </p:nvGrpSpPr>
                <p:grpSpPr>
                  <a:xfrm>
                    <a:off x="3151069" y="2701788"/>
                    <a:ext cx="35097" cy="35653"/>
                    <a:chOff x="3151069" y="2701788"/>
                    <a:chExt cx="35097" cy="35653"/>
                  </a:xfrm>
                  <a:solidFill>
                    <a:schemeClr val="accent1"/>
                  </a:solidFill>
                </p:grpSpPr>
                <p:sp>
                  <p:nvSpPr>
                    <p:cNvPr id="13612" name="Forme libre : forme 13611">
                      <a:extLst>
                        <a:ext uri="{FF2B5EF4-FFF2-40B4-BE49-F238E27FC236}">
                          <a16:creationId xmlns:a16="http://schemas.microsoft.com/office/drawing/2014/main" id="{F9EE1861-3B15-4A12-AB80-BA432A1EE9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1069" y="2701788"/>
                      <a:ext cx="35068" cy="35599"/>
                    </a:xfrm>
                    <a:custGeom>
                      <a:avLst/>
                      <a:gdLst>
                        <a:gd name="connsiteX0" fmla="*/ 13209 w 35068"/>
                        <a:gd name="connsiteY0" fmla="*/ 486 h 35599"/>
                        <a:gd name="connsiteX1" fmla="*/ 34641 w 35068"/>
                        <a:gd name="connsiteY1" fmla="*/ 13726 h 35599"/>
                        <a:gd name="connsiteX2" fmla="*/ 21782 w 35068"/>
                        <a:gd name="connsiteY2" fmla="*/ 35157 h 35599"/>
                        <a:gd name="connsiteX3" fmla="*/ 636 w 35068"/>
                        <a:gd name="connsiteY3" fmla="*/ 22299 h 35599"/>
                        <a:gd name="connsiteX4" fmla="*/ 13209 w 35068"/>
                        <a:gd name="connsiteY4" fmla="*/ 486 h 35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068" h="35599">
                          <a:moveTo>
                            <a:pt x="13209" y="486"/>
                          </a:moveTo>
                          <a:cubicBezTo>
                            <a:pt x="22829" y="-1800"/>
                            <a:pt x="32545" y="4201"/>
                            <a:pt x="34641" y="13726"/>
                          </a:cubicBezTo>
                          <a:cubicBezTo>
                            <a:pt x="36736" y="23346"/>
                            <a:pt x="30926" y="32871"/>
                            <a:pt x="21782" y="35157"/>
                          </a:cubicBezTo>
                          <a:cubicBezTo>
                            <a:pt x="12638" y="37253"/>
                            <a:pt x="3208" y="31728"/>
                            <a:pt x="636" y="22299"/>
                          </a:cubicBezTo>
                          <a:cubicBezTo>
                            <a:pt x="-1935" y="13059"/>
                            <a:pt x="3494" y="2772"/>
                            <a:pt x="13209" y="4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13" name="Forme libre : forme 13612">
                      <a:extLst>
                        <a:ext uri="{FF2B5EF4-FFF2-40B4-BE49-F238E27FC236}">
                          <a16:creationId xmlns:a16="http://schemas.microsoft.com/office/drawing/2014/main" id="{E1172E0D-E5AE-4CAA-80FA-DB0D866477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6563" y="2701878"/>
                      <a:ext cx="29603" cy="35563"/>
                    </a:xfrm>
                    <a:custGeom>
                      <a:avLst/>
                      <a:gdLst>
                        <a:gd name="connsiteX0" fmla="*/ 12383 w 29603"/>
                        <a:gd name="connsiteY0" fmla="*/ 17541 h 35563"/>
                        <a:gd name="connsiteX1" fmla="*/ 7429 w 29603"/>
                        <a:gd name="connsiteY1" fmla="*/ 34781 h 35563"/>
                        <a:gd name="connsiteX2" fmla="*/ 16288 w 29603"/>
                        <a:gd name="connsiteY2" fmla="*/ 35162 h 35563"/>
                        <a:gd name="connsiteX3" fmla="*/ 29146 w 29603"/>
                        <a:gd name="connsiteY3" fmla="*/ 13731 h 35563"/>
                        <a:gd name="connsiteX4" fmla="*/ 7715 w 29603"/>
                        <a:gd name="connsiteY4" fmla="*/ 491 h 35563"/>
                        <a:gd name="connsiteX5" fmla="*/ 0 w 29603"/>
                        <a:gd name="connsiteY5" fmla="*/ 4873 h 35563"/>
                        <a:gd name="connsiteX6" fmla="*/ 12383 w 29603"/>
                        <a:gd name="connsiteY6" fmla="*/ 17541 h 35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603" h="35563">
                          <a:moveTo>
                            <a:pt x="12383" y="17541"/>
                          </a:moveTo>
                          <a:cubicBezTo>
                            <a:pt x="14002" y="24113"/>
                            <a:pt x="11811" y="30495"/>
                            <a:pt x="7429" y="34781"/>
                          </a:cubicBezTo>
                          <a:cubicBezTo>
                            <a:pt x="10192" y="35639"/>
                            <a:pt x="13240" y="35829"/>
                            <a:pt x="16288" y="35162"/>
                          </a:cubicBezTo>
                          <a:cubicBezTo>
                            <a:pt x="25432" y="32876"/>
                            <a:pt x="31337" y="23351"/>
                            <a:pt x="29146" y="13731"/>
                          </a:cubicBezTo>
                          <a:cubicBezTo>
                            <a:pt x="27051" y="4111"/>
                            <a:pt x="17335" y="-1795"/>
                            <a:pt x="7715" y="491"/>
                          </a:cubicBezTo>
                          <a:cubicBezTo>
                            <a:pt x="4667" y="1158"/>
                            <a:pt x="2096" y="2682"/>
                            <a:pt x="0" y="4873"/>
                          </a:cubicBezTo>
                          <a:cubicBezTo>
                            <a:pt x="5905" y="6206"/>
                            <a:pt x="10858" y="11159"/>
                            <a:pt x="12383" y="1754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14" name="Forme libre : forme 13613">
                      <a:extLst>
                        <a:ext uri="{FF2B5EF4-FFF2-40B4-BE49-F238E27FC236}">
                          <a16:creationId xmlns:a16="http://schemas.microsoft.com/office/drawing/2014/main" id="{80DFCE5A-0BA4-482C-B782-20AD457EE6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6074" y="2705807"/>
                      <a:ext cx="16054" cy="15770"/>
                    </a:xfrm>
                    <a:custGeom>
                      <a:avLst/>
                      <a:gdLst>
                        <a:gd name="connsiteX0" fmla="*/ 3156 w 16054"/>
                        <a:gd name="connsiteY0" fmla="*/ 2182 h 15770"/>
                        <a:gd name="connsiteX1" fmla="*/ 14491 w 16054"/>
                        <a:gd name="connsiteY1" fmla="*/ 2468 h 15770"/>
                        <a:gd name="connsiteX2" fmla="*/ 12776 w 16054"/>
                        <a:gd name="connsiteY2" fmla="*/ 13612 h 15770"/>
                        <a:gd name="connsiteX3" fmla="*/ 1632 w 16054"/>
                        <a:gd name="connsiteY3" fmla="*/ 13422 h 15770"/>
                        <a:gd name="connsiteX4" fmla="*/ 3156 w 16054"/>
                        <a:gd name="connsiteY4" fmla="*/ 2182 h 15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54" h="15770">
                          <a:moveTo>
                            <a:pt x="3156" y="2182"/>
                          </a:moveTo>
                          <a:cubicBezTo>
                            <a:pt x="6680" y="-866"/>
                            <a:pt x="11824" y="-675"/>
                            <a:pt x="14491" y="2468"/>
                          </a:cubicBezTo>
                          <a:cubicBezTo>
                            <a:pt x="17158" y="5611"/>
                            <a:pt x="16301" y="10660"/>
                            <a:pt x="12776" y="13612"/>
                          </a:cubicBezTo>
                          <a:cubicBezTo>
                            <a:pt x="9252" y="16660"/>
                            <a:pt x="4299" y="16375"/>
                            <a:pt x="1632" y="13422"/>
                          </a:cubicBezTo>
                          <a:cubicBezTo>
                            <a:pt x="-1035" y="10374"/>
                            <a:pt x="-368" y="5326"/>
                            <a:pt x="3156" y="218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15" name="Forme libre : forme 13614">
                      <a:extLst>
                        <a:ext uri="{FF2B5EF4-FFF2-40B4-BE49-F238E27FC236}">
                          <a16:creationId xmlns:a16="http://schemas.microsoft.com/office/drawing/2014/main" id="{B2010B67-4D6F-47F2-854C-80517CC127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7908" y="2717049"/>
                      <a:ext cx="5787" cy="5888"/>
                    </a:xfrm>
                    <a:custGeom>
                      <a:avLst/>
                      <a:gdLst>
                        <a:gd name="connsiteX0" fmla="*/ 2180 w 5787"/>
                        <a:gd name="connsiteY0" fmla="*/ 84 h 5888"/>
                        <a:gd name="connsiteX1" fmla="*/ 5704 w 5787"/>
                        <a:gd name="connsiteY1" fmla="*/ 2275 h 5888"/>
                        <a:gd name="connsiteX2" fmla="*/ 3608 w 5787"/>
                        <a:gd name="connsiteY2" fmla="*/ 5799 h 5888"/>
                        <a:gd name="connsiteX3" fmla="*/ 84 w 5787"/>
                        <a:gd name="connsiteY3" fmla="*/ 3703 h 5888"/>
                        <a:gd name="connsiteX4" fmla="*/ 2180 w 5787"/>
                        <a:gd name="connsiteY4" fmla="*/ 84 h 5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87" h="5888">
                          <a:moveTo>
                            <a:pt x="2180" y="84"/>
                          </a:moveTo>
                          <a:cubicBezTo>
                            <a:pt x="3704" y="-297"/>
                            <a:pt x="5323" y="655"/>
                            <a:pt x="5704" y="2275"/>
                          </a:cubicBezTo>
                          <a:cubicBezTo>
                            <a:pt x="6085" y="3894"/>
                            <a:pt x="5132" y="5418"/>
                            <a:pt x="3608" y="5799"/>
                          </a:cubicBezTo>
                          <a:cubicBezTo>
                            <a:pt x="2084" y="6180"/>
                            <a:pt x="465" y="5322"/>
                            <a:pt x="84" y="3703"/>
                          </a:cubicBezTo>
                          <a:cubicBezTo>
                            <a:pt x="-297" y="2179"/>
                            <a:pt x="655" y="560"/>
                            <a:pt x="2180" y="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616" name="Graphique 5">
                  <a:extLst>
                    <a:ext uri="{FF2B5EF4-FFF2-40B4-BE49-F238E27FC236}">
                      <a16:creationId xmlns:a16="http://schemas.microsoft.com/office/drawing/2014/main" id="{4CFF64CE-937E-482B-BD09-2ADC9872EC1F}"/>
                    </a:ext>
                  </a:extLst>
                </p:cNvPr>
                <p:cNvGrpSpPr/>
                <p:nvPr/>
              </p:nvGrpSpPr>
              <p:grpSpPr>
                <a:xfrm>
                  <a:off x="3054017" y="2593013"/>
                  <a:ext cx="86479" cy="90983"/>
                  <a:chOff x="3054017" y="2593013"/>
                  <a:chExt cx="86479" cy="90983"/>
                </a:xfrm>
                <a:solidFill>
                  <a:schemeClr val="accent1"/>
                </a:solidFill>
              </p:grpSpPr>
              <p:grpSp>
                <p:nvGrpSpPr>
                  <p:cNvPr id="13617" name="Graphique 5">
                    <a:extLst>
                      <a:ext uri="{FF2B5EF4-FFF2-40B4-BE49-F238E27FC236}">
                        <a16:creationId xmlns:a16="http://schemas.microsoft.com/office/drawing/2014/main" id="{F0CE9920-38D7-42CA-936F-862DB3DCA7A5}"/>
                      </a:ext>
                    </a:extLst>
                  </p:cNvPr>
                  <p:cNvGrpSpPr/>
                  <p:nvPr/>
                </p:nvGrpSpPr>
                <p:grpSpPr>
                  <a:xfrm>
                    <a:off x="3054017" y="2648225"/>
                    <a:ext cx="37819" cy="35771"/>
                    <a:chOff x="3054017" y="2648225"/>
                    <a:chExt cx="37819" cy="35771"/>
                  </a:xfrm>
                  <a:solidFill>
                    <a:schemeClr val="accent1"/>
                  </a:solidFill>
                </p:grpSpPr>
                <p:sp>
                  <p:nvSpPr>
                    <p:cNvPr id="13618" name="Forme libre : forme 13617">
                      <a:extLst>
                        <a:ext uri="{FF2B5EF4-FFF2-40B4-BE49-F238E27FC236}">
                          <a16:creationId xmlns:a16="http://schemas.microsoft.com/office/drawing/2014/main" id="{3925C3D4-FE7D-47A6-9C4A-FD801086D4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4017" y="2648310"/>
                      <a:ext cx="37819" cy="35687"/>
                    </a:xfrm>
                    <a:custGeom>
                      <a:avLst/>
                      <a:gdLst>
                        <a:gd name="connsiteX0" fmla="*/ 12439 w 37819"/>
                        <a:gd name="connsiteY0" fmla="*/ 1101 h 35687"/>
                        <a:gd name="connsiteX1" fmla="*/ 36823 w 37819"/>
                        <a:gd name="connsiteY1" fmla="*/ 11864 h 35687"/>
                        <a:gd name="connsiteX2" fmla="*/ 25298 w 37819"/>
                        <a:gd name="connsiteY2" fmla="*/ 34628 h 35687"/>
                        <a:gd name="connsiteX3" fmla="*/ 1295 w 37819"/>
                        <a:gd name="connsiteY3" fmla="*/ 24532 h 35687"/>
                        <a:gd name="connsiteX4" fmla="*/ 12439 w 37819"/>
                        <a:gd name="connsiteY4" fmla="*/ 1101 h 35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819" h="35687">
                          <a:moveTo>
                            <a:pt x="12439" y="1101"/>
                          </a:moveTo>
                          <a:cubicBezTo>
                            <a:pt x="22536" y="-2328"/>
                            <a:pt x="33490" y="2529"/>
                            <a:pt x="36823" y="11864"/>
                          </a:cubicBezTo>
                          <a:cubicBezTo>
                            <a:pt x="40157" y="21198"/>
                            <a:pt x="34823" y="31295"/>
                            <a:pt x="25298" y="34628"/>
                          </a:cubicBezTo>
                          <a:cubicBezTo>
                            <a:pt x="15678" y="37772"/>
                            <a:pt x="5105" y="33771"/>
                            <a:pt x="1295" y="24532"/>
                          </a:cubicBezTo>
                          <a:cubicBezTo>
                            <a:pt x="-2515" y="15293"/>
                            <a:pt x="2343" y="4911"/>
                            <a:pt x="12439" y="110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19" name="Forme libre : forme 13618">
                      <a:extLst>
                        <a:ext uri="{FF2B5EF4-FFF2-40B4-BE49-F238E27FC236}">
                          <a16:creationId xmlns:a16="http://schemas.microsoft.com/office/drawing/2014/main" id="{026407AE-B663-4F34-9412-74D3A28D83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8551" y="2648225"/>
                      <a:ext cx="33200" cy="35584"/>
                    </a:xfrm>
                    <a:custGeom>
                      <a:avLst/>
                      <a:gdLst>
                        <a:gd name="connsiteX0" fmla="*/ 14669 w 33200"/>
                        <a:gd name="connsiteY0" fmla="*/ 17568 h 35584"/>
                        <a:gd name="connsiteX1" fmla="*/ 11144 w 33200"/>
                        <a:gd name="connsiteY1" fmla="*/ 35380 h 35584"/>
                        <a:gd name="connsiteX2" fmla="*/ 20669 w 33200"/>
                        <a:gd name="connsiteY2" fmla="*/ 34618 h 35584"/>
                        <a:gd name="connsiteX3" fmla="*/ 32195 w 33200"/>
                        <a:gd name="connsiteY3" fmla="*/ 11853 h 35584"/>
                        <a:gd name="connsiteX4" fmla="*/ 7811 w 33200"/>
                        <a:gd name="connsiteY4" fmla="*/ 1090 h 35584"/>
                        <a:gd name="connsiteX5" fmla="*/ 0 w 33200"/>
                        <a:gd name="connsiteY5" fmla="*/ 6519 h 35584"/>
                        <a:gd name="connsiteX6" fmla="*/ 14669 w 33200"/>
                        <a:gd name="connsiteY6" fmla="*/ 17568 h 35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00" h="35584">
                          <a:moveTo>
                            <a:pt x="14669" y="17568"/>
                          </a:moveTo>
                          <a:cubicBezTo>
                            <a:pt x="17050" y="23950"/>
                            <a:pt x="15335" y="30427"/>
                            <a:pt x="11144" y="35380"/>
                          </a:cubicBezTo>
                          <a:cubicBezTo>
                            <a:pt x="14192" y="35761"/>
                            <a:pt x="17431" y="35666"/>
                            <a:pt x="20669" y="34618"/>
                          </a:cubicBezTo>
                          <a:cubicBezTo>
                            <a:pt x="30290" y="31380"/>
                            <a:pt x="35528" y="21188"/>
                            <a:pt x="32195" y="11853"/>
                          </a:cubicBezTo>
                          <a:cubicBezTo>
                            <a:pt x="28861" y="2614"/>
                            <a:pt x="17812" y="-2339"/>
                            <a:pt x="7811" y="1090"/>
                          </a:cubicBezTo>
                          <a:cubicBezTo>
                            <a:pt x="4667" y="2328"/>
                            <a:pt x="2000" y="4233"/>
                            <a:pt x="0" y="6519"/>
                          </a:cubicBezTo>
                          <a:cubicBezTo>
                            <a:pt x="6572" y="7377"/>
                            <a:pt x="12287" y="11282"/>
                            <a:pt x="14669" y="175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0" name="Forme libre : forme 13619">
                      <a:extLst>
                        <a:ext uri="{FF2B5EF4-FFF2-40B4-BE49-F238E27FC236}">
                          <a16:creationId xmlns:a16="http://schemas.microsoft.com/office/drawing/2014/main" id="{871B1996-D06A-41BE-9408-6FF0170D45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8951" y="2652644"/>
                      <a:ext cx="17019" cy="16133"/>
                    </a:xfrm>
                    <a:custGeom>
                      <a:avLst/>
                      <a:gdLst>
                        <a:gd name="connsiteX0" fmla="*/ 2743 w 17019"/>
                        <a:gd name="connsiteY0" fmla="*/ 3148 h 16133"/>
                        <a:gd name="connsiteX1" fmla="*/ 14840 w 17019"/>
                        <a:gd name="connsiteY1" fmla="*/ 1815 h 16133"/>
                        <a:gd name="connsiteX2" fmla="*/ 14173 w 17019"/>
                        <a:gd name="connsiteY2" fmla="*/ 13054 h 16133"/>
                        <a:gd name="connsiteX3" fmla="*/ 2267 w 17019"/>
                        <a:gd name="connsiteY3" fmla="*/ 14483 h 16133"/>
                        <a:gd name="connsiteX4" fmla="*/ 2743 w 17019"/>
                        <a:gd name="connsiteY4" fmla="*/ 3148 h 16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19" h="16133">
                          <a:moveTo>
                            <a:pt x="2743" y="3148"/>
                          </a:moveTo>
                          <a:cubicBezTo>
                            <a:pt x="6172" y="-472"/>
                            <a:pt x="11696" y="-1043"/>
                            <a:pt x="14840" y="1815"/>
                          </a:cubicBezTo>
                          <a:cubicBezTo>
                            <a:pt x="17983" y="4672"/>
                            <a:pt x="17697" y="9720"/>
                            <a:pt x="14173" y="13054"/>
                          </a:cubicBezTo>
                          <a:cubicBezTo>
                            <a:pt x="10649" y="16388"/>
                            <a:pt x="5410" y="17245"/>
                            <a:pt x="2267" y="14483"/>
                          </a:cubicBezTo>
                          <a:cubicBezTo>
                            <a:pt x="-876" y="11816"/>
                            <a:pt x="-781" y="6672"/>
                            <a:pt x="2743" y="314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1" name="Forme libre : forme 13620">
                      <a:extLst>
                        <a:ext uri="{FF2B5EF4-FFF2-40B4-BE49-F238E27FC236}">
                          <a16:creationId xmlns:a16="http://schemas.microsoft.com/office/drawing/2014/main" id="{6DFCF96C-D69D-4E23-A684-E27F387AD9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1562" y="2664598"/>
                      <a:ext cx="6226" cy="5874"/>
                    </a:xfrm>
                    <a:custGeom>
                      <a:avLst/>
                      <a:gdLst>
                        <a:gd name="connsiteX0" fmla="*/ 2037 w 6226"/>
                        <a:gd name="connsiteY0" fmla="*/ 243 h 5874"/>
                        <a:gd name="connsiteX1" fmla="*/ 6038 w 6226"/>
                        <a:gd name="connsiteY1" fmla="*/ 1862 h 5874"/>
                        <a:gd name="connsiteX2" fmla="*/ 4228 w 6226"/>
                        <a:gd name="connsiteY2" fmla="*/ 5672 h 5874"/>
                        <a:gd name="connsiteX3" fmla="*/ 228 w 6226"/>
                        <a:gd name="connsiteY3" fmla="*/ 4053 h 5874"/>
                        <a:gd name="connsiteX4" fmla="*/ 2037 w 6226"/>
                        <a:gd name="connsiteY4" fmla="*/ 243 h 5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6" h="5874">
                          <a:moveTo>
                            <a:pt x="2037" y="243"/>
                          </a:moveTo>
                          <a:cubicBezTo>
                            <a:pt x="3657" y="-424"/>
                            <a:pt x="5466" y="338"/>
                            <a:pt x="6038" y="1862"/>
                          </a:cubicBezTo>
                          <a:cubicBezTo>
                            <a:pt x="6609" y="3386"/>
                            <a:pt x="5847" y="5100"/>
                            <a:pt x="4228" y="5672"/>
                          </a:cubicBezTo>
                          <a:cubicBezTo>
                            <a:pt x="2609" y="6243"/>
                            <a:pt x="894" y="5577"/>
                            <a:pt x="228" y="4053"/>
                          </a:cubicBezTo>
                          <a:cubicBezTo>
                            <a:pt x="-439" y="2529"/>
                            <a:pt x="418" y="814"/>
                            <a:pt x="2037" y="2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622" name="Graphique 5">
                    <a:extLst>
                      <a:ext uri="{FF2B5EF4-FFF2-40B4-BE49-F238E27FC236}">
                        <a16:creationId xmlns:a16="http://schemas.microsoft.com/office/drawing/2014/main" id="{DA1058C5-6357-412D-B446-71252A250A5D}"/>
                      </a:ext>
                    </a:extLst>
                  </p:cNvPr>
                  <p:cNvGrpSpPr/>
                  <p:nvPr/>
                </p:nvGrpSpPr>
                <p:grpSpPr>
                  <a:xfrm>
                    <a:off x="3081671" y="2623828"/>
                    <a:ext cx="38652" cy="35729"/>
                    <a:chOff x="3081671" y="2623828"/>
                    <a:chExt cx="38652" cy="35729"/>
                  </a:xfrm>
                  <a:solidFill>
                    <a:schemeClr val="accent1"/>
                  </a:solidFill>
                </p:grpSpPr>
                <p:sp>
                  <p:nvSpPr>
                    <p:cNvPr id="13623" name="Forme libre : forme 13622">
                      <a:extLst>
                        <a:ext uri="{FF2B5EF4-FFF2-40B4-BE49-F238E27FC236}">
                          <a16:creationId xmlns:a16="http://schemas.microsoft.com/office/drawing/2014/main" id="{30B76B27-D10C-44E8-A2CB-6345257D45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1671" y="2623828"/>
                      <a:ext cx="38652" cy="35729"/>
                    </a:xfrm>
                    <a:custGeom>
                      <a:avLst/>
                      <a:gdLst>
                        <a:gd name="connsiteX0" fmla="*/ 13360 w 38652"/>
                        <a:gd name="connsiteY0" fmla="*/ 1103 h 35729"/>
                        <a:gd name="connsiteX1" fmla="*/ 37840 w 38652"/>
                        <a:gd name="connsiteY1" fmla="*/ 12342 h 35729"/>
                        <a:gd name="connsiteX2" fmla="*/ 25171 w 38652"/>
                        <a:gd name="connsiteY2" fmla="*/ 34726 h 35729"/>
                        <a:gd name="connsiteX3" fmla="*/ 1073 w 38652"/>
                        <a:gd name="connsiteY3" fmla="*/ 23867 h 35729"/>
                        <a:gd name="connsiteX4" fmla="*/ 13360 w 38652"/>
                        <a:gd name="connsiteY4" fmla="*/ 1103 h 357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652" h="35729">
                          <a:moveTo>
                            <a:pt x="13360" y="1103"/>
                          </a:moveTo>
                          <a:cubicBezTo>
                            <a:pt x="23743" y="-2422"/>
                            <a:pt x="34792" y="2817"/>
                            <a:pt x="37840" y="12342"/>
                          </a:cubicBezTo>
                          <a:cubicBezTo>
                            <a:pt x="40888" y="21867"/>
                            <a:pt x="35077" y="31392"/>
                            <a:pt x="25171" y="34726"/>
                          </a:cubicBezTo>
                          <a:cubicBezTo>
                            <a:pt x="15265" y="37964"/>
                            <a:pt x="4502" y="33107"/>
                            <a:pt x="1073" y="23867"/>
                          </a:cubicBezTo>
                          <a:cubicBezTo>
                            <a:pt x="-2451" y="14628"/>
                            <a:pt x="2978" y="4436"/>
                            <a:pt x="13360" y="110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4" name="Forme libre : forme 13623">
                      <a:extLst>
                        <a:ext uri="{FF2B5EF4-FFF2-40B4-BE49-F238E27FC236}">
                          <a16:creationId xmlns:a16="http://schemas.microsoft.com/office/drawing/2014/main" id="{4CCDD11C-FFF0-4C32-A7ED-4351FAF294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6745" y="2623828"/>
                      <a:ext cx="33483" cy="35709"/>
                    </a:xfrm>
                    <a:custGeom>
                      <a:avLst/>
                      <a:gdLst>
                        <a:gd name="connsiteX0" fmla="*/ 14573 w 33483"/>
                        <a:gd name="connsiteY0" fmla="*/ 17676 h 35709"/>
                        <a:gd name="connsiteX1" fmla="*/ 10287 w 33483"/>
                        <a:gd name="connsiteY1" fmla="*/ 35393 h 35709"/>
                        <a:gd name="connsiteX2" fmla="*/ 20003 w 33483"/>
                        <a:gd name="connsiteY2" fmla="*/ 34726 h 35709"/>
                        <a:gd name="connsiteX3" fmla="*/ 32671 w 33483"/>
                        <a:gd name="connsiteY3" fmla="*/ 12342 h 35709"/>
                        <a:gd name="connsiteX4" fmla="*/ 8192 w 33483"/>
                        <a:gd name="connsiteY4" fmla="*/ 1103 h 35709"/>
                        <a:gd name="connsiteX5" fmla="*/ 0 w 33483"/>
                        <a:gd name="connsiteY5" fmla="*/ 6151 h 35709"/>
                        <a:gd name="connsiteX6" fmla="*/ 14573 w 33483"/>
                        <a:gd name="connsiteY6" fmla="*/ 17676 h 35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483" h="35709">
                          <a:moveTo>
                            <a:pt x="14573" y="17676"/>
                          </a:moveTo>
                          <a:cubicBezTo>
                            <a:pt x="16764" y="24058"/>
                            <a:pt x="14764" y="30725"/>
                            <a:pt x="10287" y="35393"/>
                          </a:cubicBezTo>
                          <a:cubicBezTo>
                            <a:pt x="13430" y="35964"/>
                            <a:pt x="16764" y="35774"/>
                            <a:pt x="20003" y="34726"/>
                          </a:cubicBezTo>
                          <a:cubicBezTo>
                            <a:pt x="29908" y="31297"/>
                            <a:pt x="35719" y="21867"/>
                            <a:pt x="32671" y="12342"/>
                          </a:cubicBezTo>
                          <a:cubicBezTo>
                            <a:pt x="29623" y="2817"/>
                            <a:pt x="18574" y="-2422"/>
                            <a:pt x="8192" y="1103"/>
                          </a:cubicBezTo>
                          <a:cubicBezTo>
                            <a:pt x="4858" y="2150"/>
                            <a:pt x="2191" y="3960"/>
                            <a:pt x="0" y="6151"/>
                          </a:cubicBezTo>
                          <a:cubicBezTo>
                            <a:pt x="6667" y="7199"/>
                            <a:pt x="12383" y="11390"/>
                            <a:pt x="14573" y="1767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5" name="Forme libre : forme 13624">
                      <a:extLst>
                        <a:ext uri="{FF2B5EF4-FFF2-40B4-BE49-F238E27FC236}">
                          <a16:creationId xmlns:a16="http://schemas.microsoft.com/office/drawing/2014/main" id="{03A9EB55-13BC-4D57-B56D-46CCE52216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6800" y="2628262"/>
                      <a:ext cx="17511" cy="16102"/>
                    </a:xfrm>
                    <a:custGeom>
                      <a:avLst/>
                      <a:gdLst>
                        <a:gd name="connsiteX0" fmla="*/ 3088 w 17511"/>
                        <a:gd name="connsiteY0" fmla="*/ 2860 h 16102"/>
                        <a:gd name="connsiteX1" fmla="*/ 15471 w 17511"/>
                        <a:gd name="connsiteY1" fmla="*/ 1908 h 16102"/>
                        <a:gd name="connsiteX2" fmla="*/ 14328 w 17511"/>
                        <a:gd name="connsiteY2" fmla="*/ 13243 h 16102"/>
                        <a:gd name="connsiteX3" fmla="*/ 2040 w 17511"/>
                        <a:gd name="connsiteY3" fmla="*/ 14195 h 16102"/>
                        <a:gd name="connsiteX4" fmla="*/ 3088 w 17511"/>
                        <a:gd name="connsiteY4" fmla="*/ 2860 h 16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11" h="16102">
                          <a:moveTo>
                            <a:pt x="3088" y="2860"/>
                          </a:moveTo>
                          <a:cubicBezTo>
                            <a:pt x="6803" y="-569"/>
                            <a:pt x="12423" y="-950"/>
                            <a:pt x="15471" y="1908"/>
                          </a:cubicBezTo>
                          <a:cubicBezTo>
                            <a:pt x="18614" y="4765"/>
                            <a:pt x="18042" y="9813"/>
                            <a:pt x="14328" y="13243"/>
                          </a:cubicBezTo>
                          <a:cubicBezTo>
                            <a:pt x="10613" y="16672"/>
                            <a:pt x="5184" y="17052"/>
                            <a:pt x="2040" y="14195"/>
                          </a:cubicBezTo>
                          <a:cubicBezTo>
                            <a:pt x="-1008" y="11242"/>
                            <a:pt x="-627" y="6194"/>
                            <a:pt x="3088" y="286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6" name="Forme libre : forme 13625">
                      <a:extLst>
                        <a:ext uri="{FF2B5EF4-FFF2-40B4-BE49-F238E27FC236}">
                          <a16:creationId xmlns:a16="http://schemas.microsoft.com/office/drawing/2014/main" id="{3FB4DF37-3AE0-4CA6-B43B-6F3FE0A7EC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9331" y="2639993"/>
                      <a:ext cx="6343" cy="5880"/>
                    </a:xfrm>
                    <a:custGeom>
                      <a:avLst/>
                      <a:gdLst>
                        <a:gd name="connsiteX0" fmla="*/ 2177 w 6343"/>
                        <a:gd name="connsiteY0" fmla="*/ 178 h 5880"/>
                        <a:gd name="connsiteX1" fmla="*/ 6177 w 6343"/>
                        <a:gd name="connsiteY1" fmla="*/ 1988 h 5880"/>
                        <a:gd name="connsiteX2" fmla="*/ 4177 w 6343"/>
                        <a:gd name="connsiteY2" fmla="*/ 5703 h 5880"/>
                        <a:gd name="connsiteX3" fmla="*/ 176 w 6343"/>
                        <a:gd name="connsiteY3" fmla="*/ 3893 h 5880"/>
                        <a:gd name="connsiteX4" fmla="*/ 2177 w 6343"/>
                        <a:gd name="connsiteY4" fmla="*/ 178 h 5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43" h="5880">
                          <a:moveTo>
                            <a:pt x="2177" y="178"/>
                          </a:moveTo>
                          <a:cubicBezTo>
                            <a:pt x="3891" y="-393"/>
                            <a:pt x="5606" y="464"/>
                            <a:pt x="6177" y="1988"/>
                          </a:cubicBezTo>
                          <a:cubicBezTo>
                            <a:pt x="6749" y="3512"/>
                            <a:pt x="5796" y="5226"/>
                            <a:pt x="4177" y="5703"/>
                          </a:cubicBezTo>
                          <a:cubicBezTo>
                            <a:pt x="2558" y="6274"/>
                            <a:pt x="748" y="5417"/>
                            <a:pt x="176" y="3893"/>
                          </a:cubicBezTo>
                          <a:cubicBezTo>
                            <a:pt x="-395" y="2369"/>
                            <a:pt x="462" y="750"/>
                            <a:pt x="2177" y="1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627" name="Graphique 5">
                    <a:extLst>
                      <a:ext uri="{FF2B5EF4-FFF2-40B4-BE49-F238E27FC236}">
                        <a16:creationId xmlns:a16="http://schemas.microsoft.com/office/drawing/2014/main" id="{FBE1A05E-C834-4290-B6A7-0C823BAA9CC3}"/>
                      </a:ext>
                    </a:extLst>
                  </p:cNvPr>
                  <p:cNvGrpSpPr/>
                  <p:nvPr/>
                </p:nvGrpSpPr>
                <p:grpSpPr>
                  <a:xfrm>
                    <a:off x="3100571" y="2593013"/>
                    <a:ext cx="39925" cy="35581"/>
                    <a:chOff x="3100571" y="2593013"/>
                    <a:chExt cx="39925" cy="35581"/>
                  </a:xfrm>
                  <a:solidFill>
                    <a:schemeClr val="accent1"/>
                  </a:solidFill>
                </p:grpSpPr>
                <p:sp>
                  <p:nvSpPr>
                    <p:cNvPr id="13628" name="Forme libre : forme 13627">
                      <a:extLst>
                        <a:ext uri="{FF2B5EF4-FFF2-40B4-BE49-F238E27FC236}">
                          <a16:creationId xmlns:a16="http://schemas.microsoft.com/office/drawing/2014/main" id="{3D3F7B88-6CFD-46B1-B0B6-ADC658AFF3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0571" y="2593013"/>
                      <a:ext cx="39925" cy="35581"/>
                    </a:xfrm>
                    <a:custGeom>
                      <a:avLst/>
                      <a:gdLst>
                        <a:gd name="connsiteX0" fmla="*/ 14273 w 39925"/>
                        <a:gd name="connsiteY0" fmla="*/ 771 h 35581"/>
                        <a:gd name="connsiteX1" fmla="*/ 39229 w 39925"/>
                        <a:gd name="connsiteY1" fmla="*/ 12677 h 35581"/>
                        <a:gd name="connsiteX2" fmla="*/ 25513 w 39925"/>
                        <a:gd name="connsiteY2" fmla="*/ 34870 h 35581"/>
                        <a:gd name="connsiteX3" fmla="*/ 938 w 39925"/>
                        <a:gd name="connsiteY3" fmla="*/ 23250 h 35581"/>
                        <a:gd name="connsiteX4" fmla="*/ 14273 w 39925"/>
                        <a:gd name="connsiteY4" fmla="*/ 771 h 355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925" h="35581">
                          <a:moveTo>
                            <a:pt x="14273" y="771"/>
                          </a:moveTo>
                          <a:cubicBezTo>
                            <a:pt x="25132" y="-2087"/>
                            <a:pt x="36371" y="3247"/>
                            <a:pt x="39229" y="12677"/>
                          </a:cubicBezTo>
                          <a:cubicBezTo>
                            <a:pt x="42086" y="22107"/>
                            <a:pt x="35895" y="32013"/>
                            <a:pt x="25513" y="34870"/>
                          </a:cubicBezTo>
                          <a:cubicBezTo>
                            <a:pt x="15130" y="37537"/>
                            <a:pt x="4177" y="32489"/>
                            <a:pt x="938" y="23250"/>
                          </a:cubicBezTo>
                          <a:cubicBezTo>
                            <a:pt x="-2396" y="14106"/>
                            <a:pt x="3415" y="3438"/>
                            <a:pt x="14273" y="7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9" name="Forme libre : forme 13628">
                      <a:extLst>
                        <a:ext uri="{FF2B5EF4-FFF2-40B4-BE49-F238E27FC236}">
                          <a16:creationId xmlns:a16="http://schemas.microsoft.com/office/drawing/2014/main" id="{C8A4950A-A752-4979-8D8A-80FD106A3A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6176" y="2593013"/>
                      <a:ext cx="34320" cy="35573"/>
                    </a:xfrm>
                    <a:custGeom>
                      <a:avLst/>
                      <a:gdLst>
                        <a:gd name="connsiteX0" fmla="*/ 14764 w 34320"/>
                        <a:gd name="connsiteY0" fmla="*/ 17535 h 35573"/>
                        <a:gd name="connsiteX1" fmla="*/ 9811 w 34320"/>
                        <a:gd name="connsiteY1" fmla="*/ 35061 h 35573"/>
                        <a:gd name="connsiteX2" fmla="*/ 19907 w 34320"/>
                        <a:gd name="connsiteY2" fmla="*/ 34870 h 35573"/>
                        <a:gd name="connsiteX3" fmla="*/ 33623 w 34320"/>
                        <a:gd name="connsiteY3" fmla="*/ 12677 h 35573"/>
                        <a:gd name="connsiteX4" fmla="*/ 8668 w 34320"/>
                        <a:gd name="connsiteY4" fmla="*/ 771 h 35573"/>
                        <a:gd name="connsiteX5" fmla="*/ 0 w 34320"/>
                        <a:gd name="connsiteY5" fmla="*/ 5533 h 35573"/>
                        <a:gd name="connsiteX6" fmla="*/ 14764 w 34320"/>
                        <a:gd name="connsiteY6" fmla="*/ 17535 h 35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320" h="35573">
                          <a:moveTo>
                            <a:pt x="14764" y="17535"/>
                          </a:moveTo>
                          <a:cubicBezTo>
                            <a:pt x="16859" y="23917"/>
                            <a:pt x="14669" y="30584"/>
                            <a:pt x="9811" y="35061"/>
                          </a:cubicBezTo>
                          <a:cubicBezTo>
                            <a:pt x="13049" y="35728"/>
                            <a:pt x="16478" y="35823"/>
                            <a:pt x="19907" y="34870"/>
                          </a:cubicBezTo>
                          <a:cubicBezTo>
                            <a:pt x="30290" y="32013"/>
                            <a:pt x="36481" y="22107"/>
                            <a:pt x="33623" y="12677"/>
                          </a:cubicBezTo>
                          <a:cubicBezTo>
                            <a:pt x="30766" y="3247"/>
                            <a:pt x="19526" y="-2087"/>
                            <a:pt x="8668" y="771"/>
                          </a:cubicBezTo>
                          <a:cubicBezTo>
                            <a:pt x="5239" y="1723"/>
                            <a:pt x="2381" y="3343"/>
                            <a:pt x="0" y="5533"/>
                          </a:cubicBezTo>
                          <a:cubicBezTo>
                            <a:pt x="6858" y="6772"/>
                            <a:pt x="12668" y="11248"/>
                            <a:pt x="14764" y="1753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0" name="Forme libre : forme 13629">
                      <a:extLst>
                        <a:ext uri="{FF2B5EF4-FFF2-40B4-BE49-F238E27FC236}">
                          <a16:creationId xmlns:a16="http://schemas.microsoft.com/office/drawing/2014/main" id="{92E0B3A0-AC00-45D7-ABC4-BD3D18EB05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6056" y="2597123"/>
                      <a:ext cx="18167" cy="15896"/>
                    </a:xfrm>
                    <a:custGeom>
                      <a:avLst/>
                      <a:gdLst>
                        <a:gd name="connsiteX0" fmla="*/ 3358 w 18167"/>
                        <a:gd name="connsiteY0" fmla="*/ 2567 h 15896"/>
                        <a:gd name="connsiteX1" fmla="*/ 16217 w 18167"/>
                        <a:gd name="connsiteY1" fmla="*/ 2090 h 15896"/>
                        <a:gd name="connsiteX2" fmla="*/ 14693 w 18167"/>
                        <a:gd name="connsiteY2" fmla="*/ 13330 h 15896"/>
                        <a:gd name="connsiteX3" fmla="*/ 2025 w 18167"/>
                        <a:gd name="connsiteY3" fmla="*/ 13806 h 15896"/>
                        <a:gd name="connsiteX4" fmla="*/ 3358 w 18167"/>
                        <a:gd name="connsiteY4" fmla="*/ 2567 h 1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167" h="15896">
                          <a:moveTo>
                            <a:pt x="3358" y="2567"/>
                          </a:moveTo>
                          <a:cubicBezTo>
                            <a:pt x="7263" y="-672"/>
                            <a:pt x="13073" y="-862"/>
                            <a:pt x="16217" y="2090"/>
                          </a:cubicBezTo>
                          <a:cubicBezTo>
                            <a:pt x="19360" y="5043"/>
                            <a:pt x="18598" y="10091"/>
                            <a:pt x="14693" y="13330"/>
                          </a:cubicBezTo>
                          <a:cubicBezTo>
                            <a:pt x="10788" y="16568"/>
                            <a:pt x="5168" y="16759"/>
                            <a:pt x="2025" y="13806"/>
                          </a:cubicBezTo>
                          <a:cubicBezTo>
                            <a:pt x="-1119" y="11044"/>
                            <a:pt x="-547" y="5805"/>
                            <a:pt x="3358" y="256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1" name="Forme libre : forme 13630">
                      <a:extLst>
                        <a:ext uri="{FF2B5EF4-FFF2-40B4-BE49-F238E27FC236}">
                          <a16:creationId xmlns:a16="http://schemas.microsoft.com/office/drawing/2014/main" id="{16FFFBF5-541B-40EB-A503-15446F7D2C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8400" y="2608703"/>
                      <a:ext cx="6565" cy="5882"/>
                    </a:xfrm>
                    <a:custGeom>
                      <a:avLst/>
                      <a:gdLst>
                        <a:gd name="connsiteX0" fmla="*/ 2348 w 6565"/>
                        <a:gd name="connsiteY0" fmla="*/ 131 h 5882"/>
                        <a:gd name="connsiteX1" fmla="*/ 6443 w 6565"/>
                        <a:gd name="connsiteY1" fmla="*/ 2131 h 5882"/>
                        <a:gd name="connsiteX2" fmla="*/ 4253 w 6565"/>
                        <a:gd name="connsiteY2" fmla="*/ 5751 h 5882"/>
                        <a:gd name="connsiteX3" fmla="*/ 157 w 6565"/>
                        <a:gd name="connsiteY3" fmla="*/ 3846 h 5882"/>
                        <a:gd name="connsiteX4" fmla="*/ 2348 w 6565"/>
                        <a:gd name="connsiteY4" fmla="*/ 131 h 5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65" h="5882">
                          <a:moveTo>
                            <a:pt x="2348" y="131"/>
                          </a:moveTo>
                          <a:cubicBezTo>
                            <a:pt x="4062" y="-345"/>
                            <a:pt x="5967" y="512"/>
                            <a:pt x="6443" y="2131"/>
                          </a:cubicBezTo>
                          <a:cubicBezTo>
                            <a:pt x="6920" y="3655"/>
                            <a:pt x="5967" y="5275"/>
                            <a:pt x="4253" y="5751"/>
                          </a:cubicBezTo>
                          <a:cubicBezTo>
                            <a:pt x="2538" y="6227"/>
                            <a:pt x="729" y="5370"/>
                            <a:pt x="157" y="3846"/>
                          </a:cubicBezTo>
                          <a:cubicBezTo>
                            <a:pt x="-415" y="2322"/>
                            <a:pt x="633" y="607"/>
                            <a:pt x="2348" y="1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632" name="Graphique 5">
                  <a:extLst>
                    <a:ext uri="{FF2B5EF4-FFF2-40B4-BE49-F238E27FC236}">
                      <a16:creationId xmlns:a16="http://schemas.microsoft.com/office/drawing/2014/main" id="{04180E2B-DC0C-4F0C-855F-53E0DA1AA3C5}"/>
                    </a:ext>
                  </a:extLst>
                </p:cNvPr>
                <p:cNvGrpSpPr/>
                <p:nvPr/>
              </p:nvGrpSpPr>
              <p:grpSpPr>
                <a:xfrm>
                  <a:off x="3043786" y="2485167"/>
                  <a:ext cx="52713" cy="105339"/>
                  <a:chOff x="3043786" y="2485167"/>
                  <a:chExt cx="52713" cy="105339"/>
                </a:xfrm>
                <a:solidFill>
                  <a:schemeClr val="accent1"/>
                </a:solidFill>
              </p:grpSpPr>
              <p:grpSp>
                <p:nvGrpSpPr>
                  <p:cNvPr id="13633" name="Graphique 5">
                    <a:extLst>
                      <a:ext uri="{FF2B5EF4-FFF2-40B4-BE49-F238E27FC236}">
                        <a16:creationId xmlns:a16="http://schemas.microsoft.com/office/drawing/2014/main" id="{A9ED9B6E-EFB9-4AC2-9BAD-83AF5B69B3D3}"/>
                      </a:ext>
                    </a:extLst>
                  </p:cNvPr>
                  <p:cNvGrpSpPr/>
                  <p:nvPr/>
                </p:nvGrpSpPr>
                <p:grpSpPr>
                  <a:xfrm>
                    <a:off x="3047394" y="2485167"/>
                    <a:ext cx="44823" cy="35820"/>
                    <a:chOff x="3047394" y="2485167"/>
                    <a:chExt cx="44823" cy="35820"/>
                  </a:xfrm>
                  <a:solidFill>
                    <a:schemeClr val="accent1"/>
                  </a:solidFill>
                </p:grpSpPr>
                <p:sp>
                  <p:nvSpPr>
                    <p:cNvPr id="13634" name="Forme libre : forme 13633">
                      <a:extLst>
                        <a:ext uri="{FF2B5EF4-FFF2-40B4-BE49-F238E27FC236}">
                          <a16:creationId xmlns:a16="http://schemas.microsoft.com/office/drawing/2014/main" id="{85A8B8A0-9272-4E20-9249-993E7CB14A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7394" y="2485167"/>
                      <a:ext cx="44823" cy="35820"/>
                    </a:xfrm>
                    <a:custGeom>
                      <a:avLst/>
                      <a:gdLst>
                        <a:gd name="connsiteX0" fmla="*/ 41733 w 44823"/>
                        <a:gd name="connsiteY0" fmla="*/ 25940 h 35820"/>
                        <a:gd name="connsiteX1" fmla="*/ 11538 w 44823"/>
                        <a:gd name="connsiteY1" fmla="*/ 33941 h 35820"/>
                        <a:gd name="connsiteX2" fmla="*/ 2775 w 44823"/>
                        <a:gd name="connsiteY2" fmla="*/ 10033 h 35820"/>
                        <a:gd name="connsiteX3" fmla="*/ 33732 w 44823"/>
                        <a:gd name="connsiteY3" fmla="*/ 1842 h 35820"/>
                        <a:gd name="connsiteX4" fmla="*/ 41733 w 44823"/>
                        <a:gd name="connsiteY4" fmla="*/ 25940 h 35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823" h="35820">
                          <a:moveTo>
                            <a:pt x="41733" y="25940"/>
                          </a:moveTo>
                          <a:cubicBezTo>
                            <a:pt x="35541" y="34798"/>
                            <a:pt x="22206" y="38322"/>
                            <a:pt x="11538" y="33941"/>
                          </a:cubicBezTo>
                          <a:cubicBezTo>
                            <a:pt x="870" y="29559"/>
                            <a:pt x="-3225" y="18891"/>
                            <a:pt x="2775" y="10033"/>
                          </a:cubicBezTo>
                          <a:cubicBezTo>
                            <a:pt x="8776" y="1175"/>
                            <a:pt x="22873" y="-2540"/>
                            <a:pt x="33732" y="1842"/>
                          </a:cubicBezTo>
                          <a:cubicBezTo>
                            <a:pt x="44590" y="6223"/>
                            <a:pt x="47924" y="17082"/>
                            <a:pt x="41733" y="259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5" name="Forme libre : forme 13634">
                      <a:extLst>
                        <a:ext uri="{FF2B5EF4-FFF2-40B4-BE49-F238E27FC236}">
                          <a16:creationId xmlns:a16="http://schemas.microsoft.com/office/drawing/2014/main" id="{44118743-ED56-4C31-B139-0295D9D5C9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7489" y="2488247"/>
                      <a:ext cx="44685" cy="32628"/>
                    </a:xfrm>
                    <a:custGeom>
                      <a:avLst/>
                      <a:gdLst>
                        <a:gd name="connsiteX0" fmla="*/ 22302 w 44685"/>
                        <a:gd name="connsiteY0" fmla="*/ 15240 h 32628"/>
                        <a:gd name="connsiteX1" fmla="*/ 10967 w 44685"/>
                        <a:gd name="connsiteY1" fmla="*/ 0 h 32628"/>
                        <a:gd name="connsiteX2" fmla="*/ 2775 w 44685"/>
                        <a:gd name="connsiteY2" fmla="*/ 6858 h 32628"/>
                        <a:gd name="connsiteX3" fmla="*/ 11538 w 44685"/>
                        <a:gd name="connsiteY3" fmla="*/ 30766 h 32628"/>
                        <a:gd name="connsiteX4" fmla="*/ 41733 w 44685"/>
                        <a:gd name="connsiteY4" fmla="*/ 22765 h 32628"/>
                        <a:gd name="connsiteX5" fmla="*/ 44685 w 44685"/>
                        <a:gd name="connsiteY5" fmla="*/ 14002 h 32628"/>
                        <a:gd name="connsiteX6" fmla="*/ 22302 w 44685"/>
                        <a:gd name="connsiteY6" fmla="*/ 15240 h 326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685" h="32628">
                          <a:moveTo>
                            <a:pt x="22302" y="15240"/>
                          </a:moveTo>
                          <a:cubicBezTo>
                            <a:pt x="14967" y="12287"/>
                            <a:pt x="10872" y="6287"/>
                            <a:pt x="10967" y="0"/>
                          </a:cubicBezTo>
                          <a:cubicBezTo>
                            <a:pt x="7633" y="1715"/>
                            <a:pt x="4776" y="4001"/>
                            <a:pt x="2775" y="6858"/>
                          </a:cubicBezTo>
                          <a:cubicBezTo>
                            <a:pt x="-3225" y="15716"/>
                            <a:pt x="870" y="26384"/>
                            <a:pt x="11538" y="30766"/>
                          </a:cubicBezTo>
                          <a:cubicBezTo>
                            <a:pt x="22206" y="35147"/>
                            <a:pt x="35541" y="31528"/>
                            <a:pt x="41733" y="22765"/>
                          </a:cubicBezTo>
                          <a:cubicBezTo>
                            <a:pt x="43733" y="19907"/>
                            <a:pt x="44590" y="16954"/>
                            <a:pt x="44685" y="14002"/>
                          </a:cubicBezTo>
                          <a:cubicBezTo>
                            <a:pt x="37923" y="17431"/>
                            <a:pt x="29445" y="18193"/>
                            <a:pt x="22302" y="1524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6" name="Forme libre : forme 13635">
                      <a:extLst>
                        <a:ext uri="{FF2B5EF4-FFF2-40B4-BE49-F238E27FC236}">
                          <a16:creationId xmlns:a16="http://schemas.microsoft.com/office/drawing/2014/main" id="{017F4DEC-1809-4521-8921-72B6CAAB77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9860" y="2494915"/>
                      <a:ext cx="18639" cy="17144"/>
                    </a:xfrm>
                    <a:custGeom>
                      <a:avLst/>
                      <a:gdLst>
                        <a:gd name="connsiteX0" fmla="*/ 18599 w 18639"/>
                        <a:gd name="connsiteY0" fmla="*/ 8572 h 17144"/>
                        <a:gd name="connsiteX1" fmla="*/ 8598 w 18639"/>
                        <a:gd name="connsiteY1" fmla="*/ 17145 h 17144"/>
                        <a:gd name="connsiteX2" fmla="*/ 26 w 18639"/>
                        <a:gd name="connsiteY2" fmla="*/ 8572 h 17144"/>
                        <a:gd name="connsiteX3" fmla="*/ 10027 w 18639"/>
                        <a:gd name="connsiteY3" fmla="*/ 0 h 17144"/>
                        <a:gd name="connsiteX4" fmla="*/ 18599 w 18639"/>
                        <a:gd name="connsiteY4" fmla="*/ 8572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639" h="17144">
                          <a:moveTo>
                            <a:pt x="18599" y="8572"/>
                          </a:moveTo>
                          <a:cubicBezTo>
                            <a:pt x="18123" y="13335"/>
                            <a:pt x="13742" y="17145"/>
                            <a:pt x="8598" y="17145"/>
                          </a:cubicBezTo>
                          <a:cubicBezTo>
                            <a:pt x="3550" y="17145"/>
                            <a:pt x="-355" y="13240"/>
                            <a:pt x="26" y="8572"/>
                          </a:cubicBezTo>
                          <a:cubicBezTo>
                            <a:pt x="407" y="3810"/>
                            <a:pt x="4884" y="0"/>
                            <a:pt x="10027" y="0"/>
                          </a:cubicBezTo>
                          <a:cubicBezTo>
                            <a:pt x="15266" y="0"/>
                            <a:pt x="19076" y="3810"/>
                            <a:pt x="18599" y="857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7" name="Forme libre : forme 13636">
                      <a:extLst>
                        <a:ext uri="{FF2B5EF4-FFF2-40B4-BE49-F238E27FC236}">
                          <a16:creationId xmlns:a16="http://schemas.microsoft.com/office/drawing/2014/main" id="{DE0910A0-03A1-41A7-A97F-49C94FA1E7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2697" y="2493834"/>
                      <a:ext cx="7362" cy="5876"/>
                    </a:xfrm>
                    <a:custGeom>
                      <a:avLst/>
                      <a:gdLst>
                        <a:gd name="connsiteX0" fmla="*/ 6904 w 7362"/>
                        <a:gd name="connsiteY0" fmla="*/ 4224 h 5876"/>
                        <a:gd name="connsiteX1" fmla="*/ 1856 w 7362"/>
                        <a:gd name="connsiteY1" fmla="*/ 5558 h 5876"/>
                        <a:gd name="connsiteX2" fmla="*/ 522 w 7362"/>
                        <a:gd name="connsiteY2" fmla="*/ 1652 h 5876"/>
                        <a:gd name="connsiteX3" fmla="*/ 5570 w 7362"/>
                        <a:gd name="connsiteY3" fmla="*/ 319 h 5876"/>
                        <a:gd name="connsiteX4" fmla="*/ 6904 w 7362"/>
                        <a:gd name="connsiteY4" fmla="*/ 4224 h 5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62" h="5876">
                          <a:moveTo>
                            <a:pt x="6904" y="4224"/>
                          </a:moveTo>
                          <a:cubicBezTo>
                            <a:pt x="5856" y="5653"/>
                            <a:pt x="3665" y="6319"/>
                            <a:pt x="1856" y="5558"/>
                          </a:cubicBezTo>
                          <a:cubicBezTo>
                            <a:pt x="46" y="4796"/>
                            <a:pt x="-526" y="3081"/>
                            <a:pt x="522" y="1652"/>
                          </a:cubicBezTo>
                          <a:cubicBezTo>
                            <a:pt x="1570" y="223"/>
                            <a:pt x="3856" y="-443"/>
                            <a:pt x="5570" y="319"/>
                          </a:cubicBezTo>
                          <a:cubicBezTo>
                            <a:pt x="7285" y="985"/>
                            <a:pt x="7856" y="2795"/>
                            <a:pt x="6904" y="422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638" name="Graphique 5">
                    <a:extLst>
                      <a:ext uri="{FF2B5EF4-FFF2-40B4-BE49-F238E27FC236}">
                        <a16:creationId xmlns:a16="http://schemas.microsoft.com/office/drawing/2014/main" id="{1055CA17-1BFD-4B87-B8F4-28DCF084519E}"/>
                      </a:ext>
                    </a:extLst>
                  </p:cNvPr>
                  <p:cNvGrpSpPr/>
                  <p:nvPr/>
                </p:nvGrpSpPr>
                <p:grpSpPr>
                  <a:xfrm>
                    <a:off x="3043786" y="2520645"/>
                    <a:ext cx="43414" cy="35838"/>
                    <a:chOff x="3043786" y="2520645"/>
                    <a:chExt cx="43414" cy="35838"/>
                  </a:xfrm>
                  <a:solidFill>
                    <a:schemeClr val="accent1"/>
                  </a:solidFill>
                </p:grpSpPr>
                <p:sp>
                  <p:nvSpPr>
                    <p:cNvPr id="13639" name="Forme libre : forme 13638">
                      <a:extLst>
                        <a:ext uri="{FF2B5EF4-FFF2-40B4-BE49-F238E27FC236}">
                          <a16:creationId xmlns:a16="http://schemas.microsoft.com/office/drawing/2014/main" id="{9606DC80-3A65-4296-8A20-1EB4C4E3F3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3958" y="2520645"/>
                      <a:ext cx="43242" cy="35838"/>
                    </a:xfrm>
                    <a:custGeom>
                      <a:avLst/>
                      <a:gdLst>
                        <a:gd name="connsiteX0" fmla="*/ 40406 w 43242"/>
                        <a:gd name="connsiteY0" fmla="*/ 25991 h 35838"/>
                        <a:gd name="connsiteX1" fmla="*/ 11355 w 43242"/>
                        <a:gd name="connsiteY1" fmla="*/ 33897 h 35838"/>
                        <a:gd name="connsiteX2" fmla="*/ 2592 w 43242"/>
                        <a:gd name="connsiteY2" fmla="*/ 10084 h 35838"/>
                        <a:gd name="connsiteX3" fmla="*/ 32405 w 43242"/>
                        <a:gd name="connsiteY3" fmla="*/ 1893 h 35838"/>
                        <a:gd name="connsiteX4" fmla="*/ 40406 w 43242"/>
                        <a:gd name="connsiteY4" fmla="*/ 25991 h 358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242" h="35838">
                          <a:moveTo>
                            <a:pt x="40406" y="25991"/>
                          </a:moveTo>
                          <a:cubicBezTo>
                            <a:pt x="34500" y="34849"/>
                            <a:pt x="21737" y="38373"/>
                            <a:pt x="11355" y="33897"/>
                          </a:cubicBezTo>
                          <a:cubicBezTo>
                            <a:pt x="972" y="29706"/>
                            <a:pt x="-3123" y="19323"/>
                            <a:pt x="2592" y="10084"/>
                          </a:cubicBezTo>
                          <a:cubicBezTo>
                            <a:pt x="8307" y="940"/>
                            <a:pt x="21832" y="-2489"/>
                            <a:pt x="32405" y="1893"/>
                          </a:cubicBezTo>
                          <a:cubicBezTo>
                            <a:pt x="42882" y="6369"/>
                            <a:pt x="46216" y="17228"/>
                            <a:pt x="40406" y="2599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40" name="Forme libre : forme 13639">
                      <a:extLst>
                        <a:ext uri="{FF2B5EF4-FFF2-40B4-BE49-F238E27FC236}">
                          <a16:creationId xmlns:a16="http://schemas.microsoft.com/office/drawing/2014/main" id="{3522D68C-4864-47A6-8DA7-7CFF951356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3786" y="2523776"/>
                      <a:ext cx="43149" cy="32648"/>
                    </a:xfrm>
                    <a:custGeom>
                      <a:avLst/>
                      <a:gdLst>
                        <a:gd name="connsiteX0" fmla="*/ 21623 w 43149"/>
                        <a:gd name="connsiteY0" fmla="*/ 15240 h 32648"/>
                        <a:gd name="connsiteX1" fmla="*/ 10383 w 43149"/>
                        <a:gd name="connsiteY1" fmla="*/ 0 h 32648"/>
                        <a:gd name="connsiteX2" fmla="*/ 2573 w 43149"/>
                        <a:gd name="connsiteY2" fmla="*/ 6953 h 32648"/>
                        <a:gd name="connsiteX3" fmla="*/ 11336 w 43149"/>
                        <a:gd name="connsiteY3" fmla="*/ 30766 h 32648"/>
                        <a:gd name="connsiteX4" fmla="*/ 40387 w 43149"/>
                        <a:gd name="connsiteY4" fmla="*/ 22860 h 32648"/>
                        <a:gd name="connsiteX5" fmla="*/ 43149 w 43149"/>
                        <a:gd name="connsiteY5" fmla="*/ 14097 h 32648"/>
                        <a:gd name="connsiteX6" fmla="*/ 21623 w 43149"/>
                        <a:gd name="connsiteY6" fmla="*/ 15240 h 32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149" h="32648">
                          <a:moveTo>
                            <a:pt x="21623" y="15240"/>
                          </a:moveTo>
                          <a:cubicBezTo>
                            <a:pt x="14479" y="12192"/>
                            <a:pt x="10479" y="6286"/>
                            <a:pt x="10383" y="0"/>
                          </a:cubicBezTo>
                          <a:cubicBezTo>
                            <a:pt x="7240" y="1714"/>
                            <a:pt x="4478" y="3905"/>
                            <a:pt x="2573" y="6953"/>
                          </a:cubicBezTo>
                          <a:cubicBezTo>
                            <a:pt x="-3142" y="16097"/>
                            <a:pt x="1049" y="26575"/>
                            <a:pt x="11336" y="30766"/>
                          </a:cubicBezTo>
                          <a:cubicBezTo>
                            <a:pt x="21718" y="35147"/>
                            <a:pt x="34577" y="31623"/>
                            <a:pt x="40387" y="22860"/>
                          </a:cubicBezTo>
                          <a:cubicBezTo>
                            <a:pt x="42292" y="20098"/>
                            <a:pt x="43054" y="17050"/>
                            <a:pt x="43149" y="14097"/>
                          </a:cubicBezTo>
                          <a:cubicBezTo>
                            <a:pt x="36863" y="17526"/>
                            <a:pt x="28671" y="18193"/>
                            <a:pt x="21623" y="1524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41" name="Forme libre : forme 13640">
                      <a:extLst>
                        <a:ext uri="{FF2B5EF4-FFF2-40B4-BE49-F238E27FC236}">
                          <a16:creationId xmlns:a16="http://schemas.microsoft.com/office/drawing/2014/main" id="{DB13FBCB-CFDE-4B96-9452-764631C91B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5592" y="2530348"/>
                      <a:ext cx="18024" cy="17241"/>
                    </a:xfrm>
                    <a:custGeom>
                      <a:avLst/>
                      <a:gdLst>
                        <a:gd name="connsiteX0" fmla="*/ 18009 w 18024"/>
                        <a:gd name="connsiteY0" fmla="*/ 8763 h 17241"/>
                        <a:gd name="connsiteX1" fmla="*/ 8484 w 18024"/>
                        <a:gd name="connsiteY1" fmla="*/ 17240 h 17241"/>
                        <a:gd name="connsiteX2" fmla="*/ 7 w 18024"/>
                        <a:gd name="connsiteY2" fmla="*/ 8572 h 17241"/>
                        <a:gd name="connsiteX3" fmla="*/ 9627 w 18024"/>
                        <a:gd name="connsiteY3" fmla="*/ 0 h 17241"/>
                        <a:gd name="connsiteX4" fmla="*/ 18009 w 18024"/>
                        <a:gd name="connsiteY4" fmla="*/ 8763 h 172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24" h="17241">
                          <a:moveTo>
                            <a:pt x="18009" y="8763"/>
                          </a:moveTo>
                          <a:cubicBezTo>
                            <a:pt x="17628" y="13525"/>
                            <a:pt x="13342" y="17335"/>
                            <a:pt x="8484" y="17240"/>
                          </a:cubicBezTo>
                          <a:cubicBezTo>
                            <a:pt x="3531" y="17240"/>
                            <a:pt x="-184" y="13335"/>
                            <a:pt x="7" y="8572"/>
                          </a:cubicBezTo>
                          <a:cubicBezTo>
                            <a:pt x="293" y="3810"/>
                            <a:pt x="4579" y="0"/>
                            <a:pt x="9627" y="0"/>
                          </a:cubicBezTo>
                          <a:cubicBezTo>
                            <a:pt x="14580" y="95"/>
                            <a:pt x="18295" y="4000"/>
                            <a:pt x="18009" y="876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42" name="Forme libre : forme 13641">
                      <a:extLst>
                        <a:ext uri="{FF2B5EF4-FFF2-40B4-BE49-F238E27FC236}">
                          <a16:creationId xmlns:a16="http://schemas.microsoft.com/office/drawing/2014/main" id="{E18663D0-1366-479F-98DA-E0ED015E30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8146" y="2529499"/>
                      <a:ext cx="7193" cy="5793"/>
                    </a:xfrm>
                    <a:custGeom>
                      <a:avLst/>
                      <a:gdLst>
                        <a:gd name="connsiteX0" fmla="*/ 6692 w 7193"/>
                        <a:gd name="connsiteY0" fmla="*/ 4182 h 5793"/>
                        <a:gd name="connsiteX1" fmla="*/ 1835 w 7193"/>
                        <a:gd name="connsiteY1" fmla="*/ 5516 h 5793"/>
                        <a:gd name="connsiteX2" fmla="*/ 501 w 7193"/>
                        <a:gd name="connsiteY2" fmla="*/ 1611 h 5793"/>
                        <a:gd name="connsiteX3" fmla="*/ 5359 w 7193"/>
                        <a:gd name="connsiteY3" fmla="*/ 277 h 5793"/>
                        <a:gd name="connsiteX4" fmla="*/ 6692 w 7193"/>
                        <a:gd name="connsiteY4" fmla="*/ 4182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93" h="5793">
                          <a:moveTo>
                            <a:pt x="6692" y="4182"/>
                          </a:moveTo>
                          <a:cubicBezTo>
                            <a:pt x="5740" y="5611"/>
                            <a:pt x="3549" y="6183"/>
                            <a:pt x="1835" y="5516"/>
                          </a:cubicBezTo>
                          <a:cubicBezTo>
                            <a:pt x="120" y="4754"/>
                            <a:pt x="-547" y="3039"/>
                            <a:pt x="501" y="1611"/>
                          </a:cubicBezTo>
                          <a:cubicBezTo>
                            <a:pt x="1454" y="182"/>
                            <a:pt x="3644" y="-390"/>
                            <a:pt x="5359" y="277"/>
                          </a:cubicBezTo>
                          <a:cubicBezTo>
                            <a:pt x="7073" y="944"/>
                            <a:pt x="7740" y="2658"/>
                            <a:pt x="6692" y="41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643" name="Graphique 5">
                    <a:extLst>
                      <a:ext uri="{FF2B5EF4-FFF2-40B4-BE49-F238E27FC236}">
                        <a16:creationId xmlns:a16="http://schemas.microsoft.com/office/drawing/2014/main" id="{325440FF-91F6-40FE-B6E1-F9BEA165F1C7}"/>
                      </a:ext>
                    </a:extLst>
                  </p:cNvPr>
                  <p:cNvGrpSpPr/>
                  <p:nvPr/>
                </p:nvGrpSpPr>
                <p:grpSpPr>
                  <a:xfrm>
                    <a:off x="3054625" y="2554808"/>
                    <a:ext cx="41874" cy="35699"/>
                    <a:chOff x="3054625" y="2554808"/>
                    <a:chExt cx="41874" cy="35699"/>
                  </a:xfrm>
                  <a:solidFill>
                    <a:schemeClr val="accent1"/>
                  </a:solidFill>
                </p:grpSpPr>
                <p:sp>
                  <p:nvSpPr>
                    <p:cNvPr id="13644" name="Forme libre : forme 13643">
                      <a:extLst>
                        <a:ext uri="{FF2B5EF4-FFF2-40B4-BE49-F238E27FC236}">
                          <a16:creationId xmlns:a16="http://schemas.microsoft.com/office/drawing/2014/main" id="{8D345965-83C7-4B01-B74C-CFB6CA87FF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4625" y="2554808"/>
                      <a:ext cx="41874" cy="35639"/>
                    </a:xfrm>
                    <a:custGeom>
                      <a:avLst/>
                      <a:gdLst>
                        <a:gd name="connsiteX0" fmla="*/ 39073 w 41874"/>
                        <a:gd name="connsiteY0" fmla="*/ 25927 h 35639"/>
                        <a:gd name="connsiteX1" fmla="*/ 10974 w 41874"/>
                        <a:gd name="connsiteY1" fmla="*/ 33738 h 35639"/>
                        <a:gd name="connsiteX2" fmla="*/ 2497 w 41874"/>
                        <a:gd name="connsiteY2" fmla="*/ 9830 h 35639"/>
                        <a:gd name="connsiteX3" fmla="*/ 31262 w 41874"/>
                        <a:gd name="connsiteY3" fmla="*/ 1924 h 35639"/>
                        <a:gd name="connsiteX4" fmla="*/ 39073 w 41874"/>
                        <a:gd name="connsiteY4" fmla="*/ 25927 h 35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874" h="35639">
                          <a:moveTo>
                            <a:pt x="39073" y="25927"/>
                          </a:moveTo>
                          <a:cubicBezTo>
                            <a:pt x="33358" y="34690"/>
                            <a:pt x="21071" y="38119"/>
                            <a:pt x="10974" y="33738"/>
                          </a:cubicBezTo>
                          <a:cubicBezTo>
                            <a:pt x="973" y="29261"/>
                            <a:pt x="-3028" y="18688"/>
                            <a:pt x="2497" y="9830"/>
                          </a:cubicBezTo>
                          <a:cubicBezTo>
                            <a:pt x="8021" y="1067"/>
                            <a:pt x="21071" y="-2553"/>
                            <a:pt x="31262" y="1924"/>
                          </a:cubicBezTo>
                          <a:cubicBezTo>
                            <a:pt x="41549" y="6306"/>
                            <a:pt x="44788" y="17164"/>
                            <a:pt x="39073" y="2592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45" name="Forme libre : forme 13644">
                      <a:extLst>
                        <a:ext uri="{FF2B5EF4-FFF2-40B4-BE49-F238E27FC236}">
                          <a16:creationId xmlns:a16="http://schemas.microsoft.com/office/drawing/2014/main" id="{CEAE1E14-970A-4E45-A8A2-B2A44B319C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4721" y="2557780"/>
                      <a:ext cx="41739" cy="32727"/>
                    </a:xfrm>
                    <a:custGeom>
                      <a:avLst/>
                      <a:gdLst>
                        <a:gd name="connsiteX0" fmla="*/ 20785 w 41739"/>
                        <a:gd name="connsiteY0" fmla="*/ 15240 h 32727"/>
                        <a:gd name="connsiteX1" fmla="*/ 10022 w 41739"/>
                        <a:gd name="connsiteY1" fmla="*/ 0 h 32727"/>
                        <a:gd name="connsiteX2" fmla="*/ 2497 w 41739"/>
                        <a:gd name="connsiteY2" fmla="*/ 6858 h 32727"/>
                        <a:gd name="connsiteX3" fmla="*/ 10974 w 41739"/>
                        <a:gd name="connsiteY3" fmla="*/ 30766 h 32727"/>
                        <a:gd name="connsiteX4" fmla="*/ 39073 w 41739"/>
                        <a:gd name="connsiteY4" fmla="*/ 22955 h 32727"/>
                        <a:gd name="connsiteX5" fmla="*/ 41740 w 41739"/>
                        <a:gd name="connsiteY5" fmla="*/ 14192 h 32727"/>
                        <a:gd name="connsiteX6" fmla="*/ 20785 w 41739"/>
                        <a:gd name="connsiteY6" fmla="*/ 15240 h 32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739" h="32727">
                          <a:moveTo>
                            <a:pt x="20785" y="15240"/>
                          </a:moveTo>
                          <a:cubicBezTo>
                            <a:pt x="13927" y="12192"/>
                            <a:pt x="10022" y="6287"/>
                            <a:pt x="10022" y="0"/>
                          </a:cubicBezTo>
                          <a:cubicBezTo>
                            <a:pt x="6974" y="1619"/>
                            <a:pt x="4307" y="3905"/>
                            <a:pt x="2497" y="6858"/>
                          </a:cubicBezTo>
                          <a:cubicBezTo>
                            <a:pt x="-3028" y="15812"/>
                            <a:pt x="973" y="26289"/>
                            <a:pt x="10974" y="30766"/>
                          </a:cubicBezTo>
                          <a:cubicBezTo>
                            <a:pt x="20975" y="35242"/>
                            <a:pt x="33358" y="31813"/>
                            <a:pt x="39073" y="22955"/>
                          </a:cubicBezTo>
                          <a:cubicBezTo>
                            <a:pt x="40883" y="20193"/>
                            <a:pt x="41645" y="17145"/>
                            <a:pt x="41740" y="14192"/>
                          </a:cubicBezTo>
                          <a:cubicBezTo>
                            <a:pt x="35453" y="17621"/>
                            <a:pt x="27643" y="18288"/>
                            <a:pt x="20785" y="1524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46" name="Forme libre : forme 13645">
                      <a:extLst>
                        <a:ext uri="{FF2B5EF4-FFF2-40B4-BE49-F238E27FC236}">
                          <a16:creationId xmlns:a16="http://schemas.microsoft.com/office/drawing/2014/main" id="{945CCAF1-BA59-4444-B5A7-C3EE9C46D1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5680" y="2564541"/>
                      <a:ext cx="17378" cy="17148"/>
                    </a:xfrm>
                    <a:custGeom>
                      <a:avLst/>
                      <a:gdLst>
                        <a:gd name="connsiteX0" fmla="*/ 17351 w 17378"/>
                        <a:gd name="connsiteY0" fmla="*/ 8670 h 17148"/>
                        <a:gd name="connsiteX1" fmla="*/ 8112 w 17378"/>
                        <a:gd name="connsiteY1" fmla="*/ 17147 h 17148"/>
                        <a:gd name="connsiteX2" fmla="*/ 16 w 17378"/>
                        <a:gd name="connsiteY2" fmla="*/ 8479 h 17148"/>
                        <a:gd name="connsiteX3" fmla="*/ 9255 w 17378"/>
                        <a:gd name="connsiteY3" fmla="*/ 2 h 17148"/>
                        <a:gd name="connsiteX4" fmla="*/ 17351 w 17378"/>
                        <a:gd name="connsiteY4" fmla="*/ 8670 h 17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78" h="17148">
                          <a:moveTo>
                            <a:pt x="17351" y="8670"/>
                          </a:moveTo>
                          <a:cubicBezTo>
                            <a:pt x="16970" y="13432"/>
                            <a:pt x="12875" y="17242"/>
                            <a:pt x="8112" y="17147"/>
                          </a:cubicBezTo>
                          <a:cubicBezTo>
                            <a:pt x="3350" y="17051"/>
                            <a:pt x="-270" y="13241"/>
                            <a:pt x="16" y="8479"/>
                          </a:cubicBezTo>
                          <a:cubicBezTo>
                            <a:pt x="302" y="3716"/>
                            <a:pt x="4397" y="-94"/>
                            <a:pt x="9255" y="2"/>
                          </a:cubicBezTo>
                          <a:cubicBezTo>
                            <a:pt x="14113" y="2"/>
                            <a:pt x="17732" y="3907"/>
                            <a:pt x="17351" y="867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47" name="Forme libre : forme 13646">
                      <a:extLst>
                        <a:ext uri="{FF2B5EF4-FFF2-40B4-BE49-F238E27FC236}">
                          <a16:creationId xmlns:a16="http://schemas.microsoft.com/office/drawing/2014/main" id="{03EB5C53-FD3A-4A79-AFB0-3DFE1069FF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8210" y="2563503"/>
                      <a:ext cx="6901" cy="5793"/>
                    </a:xfrm>
                    <a:custGeom>
                      <a:avLst/>
                      <a:gdLst>
                        <a:gd name="connsiteX0" fmla="*/ 6440 w 6901"/>
                        <a:gd name="connsiteY0" fmla="*/ 4183 h 5793"/>
                        <a:gd name="connsiteX1" fmla="*/ 1772 w 6901"/>
                        <a:gd name="connsiteY1" fmla="*/ 5516 h 5793"/>
                        <a:gd name="connsiteX2" fmla="*/ 439 w 6901"/>
                        <a:gd name="connsiteY2" fmla="*/ 1611 h 5793"/>
                        <a:gd name="connsiteX3" fmla="*/ 5201 w 6901"/>
                        <a:gd name="connsiteY3" fmla="*/ 277 h 5793"/>
                        <a:gd name="connsiteX4" fmla="*/ 6440 w 6901"/>
                        <a:gd name="connsiteY4" fmla="*/ 4183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1" h="5793">
                          <a:moveTo>
                            <a:pt x="6440" y="4183"/>
                          </a:moveTo>
                          <a:cubicBezTo>
                            <a:pt x="5487" y="5611"/>
                            <a:pt x="3392" y="6183"/>
                            <a:pt x="1772" y="5516"/>
                          </a:cubicBezTo>
                          <a:cubicBezTo>
                            <a:pt x="153" y="4754"/>
                            <a:pt x="-514" y="3039"/>
                            <a:pt x="439" y="1611"/>
                          </a:cubicBezTo>
                          <a:cubicBezTo>
                            <a:pt x="1391" y="182"/>
                            <a:pt x="3487" y="-390"/>
                            <a:pt x="5201" y="277"/>
                          </a:cubicBezTo>
                          <a:cubicBezTo>
                            <a:pt x="6821" y="944"/>
                            <a:pt x="7392" y="2754"/>
                            <a:pt x="6440" y="41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648" name="Graphique 5">
                  <a:extLst>
                    <a:ext uri="{FF2B5EF4-FFF2-40B4-BE49-F238E27FC236}">
                      <a16:creationId xmlns:a16="http://schemas.microsoft.com/office/drawing/2014/main" id="{7DBC94BE-3D7F-4889-84EC-45051B1EF72B}"/>
                    </a:ext>
                  </a:extLst>
                </p:cNvPr>
                <p:cNvGrpSpPr/>
                <p:nvPr/>
              </p:nvGrpSpPr>
              <p:grpSpPr>
                <a:xfrm>
                  <a:off x="2867288" y="2510964"/>
                  <a:ext cx="73125" cy="105874"/>
                  <a:chOff x="2867288" y="2510964"/>
                  <a:chExt cx="73125" cy="105874"/>
                </a:xfrm>
                <a:solidFill>
                  <a:schemeClr val="accent1"/>
                </a:solidFill>
              </p:grpSpPr>
              <p:grpSp>
                <p:nvGrpSpPr>
                  <p:cNvPr id="13649" name="Graphique 5">
                    <a:extLst>
                      <a:ext uri="{FF2B5EF4-FFF2-40B4-BE49-F238E27FC236}">
                        <a16:creationId xmlns:a16="http://schemas.microsoft.com/office/drawing/2014/main" id="{156AE382-5C3A-4E42-89A2-6E26F858F439}"/>
                      </a:ext>
                    </a:extLst>
                  </p:cNvPr>
                  <p:cNvGrpSpPr/>
                  <p:nvPr/>
                </p:nvGrpSpPr>
                <p:grpSpPr>
                  <a:xfrm>
                    <a:off x="2867288" y="2580293"/>
                    <a:ext cx="42114" cy="36545"/>
                    <a:chOff x="2867288" y="2580293"/>
                    <a:chExt cx="42114" cy="36545"/>
                  </a:xfrm>
                  <a:solidFill>
                    <a:schemeClr val="accent1"/>
                  </a:solidFill>
                </p:grpSpPr>
                <p:sp>
                  <p:nvSpPr>
                    <p:cNvPr id="13650" name="Forme libre : forme 13649">
                      <a:extLst>
                        <a:ext uri="{FF2B5EF4-FFF2-40B4-BE49-F238E27FC236}">
                          <a16:creationId xmlns:a16="http://schemas.microsoft.com/office/drawing/2014/main" id="{8B4EA602-6DBA-4D9A-8B28-460A044D84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7288" y="2580388"/>
                      <a:ext cx="42114" cy="36450"/>
                    </a:xfrm>
                    <a:custGeom>
                      <a:avLst/>
                      <a:gdLst>
                        <a:gd name="connsiteX0" fmla="*/ 8098 w 42114"/>
                        <a:gd name="connsiteY0" fmla="*/ 5204 h 36450"/>
                        <a:gd name="connsiteX1" fmla="*/ 37911 w 42114"/>
                        <a:gd name="connsiteY1" fmla="*/ 5586 h 36450"/>
                        <a:gd name="connsiteX2" fmla="*/ 33910 w 42114"/>
                        <a:gd name="connsiteY2" fmla="*/ 31398 h 36450"/>
                        <a:gd name="connsiteX3" fmla="*/ 4669 w 42114"/>
                        <a:gd name="connsiteY3" fmla="*/ 30922 h 36450"/>
                        <a:gd name="connsiteX4" fmla="*/ 8098 w 42114"/>
                        <a:gd name="connsiteY4" fmla="*/ 5204 h 364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14" h="36450">
                          <a:moveTo>
                            <a:pt x="8098" y="5204"/>
                          </a:moveTo>
                          <a:cubicBezTo>
                            <a:pt x="17432" y="-1844"/>
                            <a:pt x="30958" y="-1749"/>
                            <a:pt x="37911" y="5586"/>
                          </a:cubicBezTo>
                          <a:cubicBezTo>
                            <a:pt x="44864" y="12920"/>
                            <a:pt x="42959" y="24445"/>
                            <a:pt x="33910" y="31398"/>
                          </a:cubicBezTo>
                          <a:cubicBezTo>
                            <a:pt x="24862" y="38352"/>
                            <a:pt x="12003" y="38066"/>
                            <a:pt x="4669" y="30922"/>
                          </a:cubicBezTo>
                          <a:cubicBezTo>
                            <a:pt x="-2666" y="23683"/>
                            <a:pt x="-1237" y="12253"/>
                            <a:pt x="8098" y="520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51" name="Forme libre : forme 13650">
                      <a:extLst>
                        <a:ext uri="{FF2B5EF4-FFF2-40B4-BE49-F238E27FC236}">
                          <a16:creationId xmlns:a16="http://schemas.microsoft.com/office/drawing/2014/main" id="{C2E76112-63F0-418C-A3E1-302E2602F0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8908" y="2580293"/>
                      <a:ext cx="40370" cy="35875"/>
                    </a:xfrm>
                    <a:custGeom>
                      <a:avLst/>
                      <a:gdLst>
                        <a:gd name="connsiteX0" fmla="*/ 19717 w 40370"/>
                        <a:gd name="connsiteY0" fmla="*/ 17968 h 35875"/>
                        <a:gd name="connsiteX1" fmla="*/ 22384 w 40370"/>
                        <a:gd name="connsiteY1" fmla="*/ 35875 h 35875"/>
                        <a:gd name="connsiteX2" fmla="*/ 32194 w 40370"/>
                        <a:gd name="connsiteY2" fmla="*/ 31398 h 35875"/>
                        <a:gd name="connsiteX3" fmla="*/ 36195 w 40370"/>
                        <a:gd name="connsiteY3" fmla="*/ 5585 h 35875"/>
                        <a:gd name="connsiteX4" fmla="*/ 6382 w 40370"/>
                        <a:gd name="connsiteY4" fmla="*/ 5205 h 35875"/>
                        <a:gd name="connsiteX5" fmla="*/ 0 w 40370"/>
                        <a:gd name="connsiteY5" fmla="*/ 13015 h 35875"/>
                        <a:gd name="connsiteX6" fmla="*/ 19717 w 40370"/>
                        <a:gd name="connsiteY6" fmla="*/ 17968 h 358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370" h="35875">
                          <a:moveTo>
                            <a:pt x="19717" y="17968"/>
                          </a:moveTo>
                          <a:cubicBezTo>
                            <a:pt x="24575" y="22921"/>
                            <a:pt x="25241" y="29779"/>
                            <a:pt x="22384" y="35875"/>
                          </a:cubicBezTo>
                          <a:cubicBezTo>
                            <a:pt x="25813" y="35113"/>
                            <a:pt x="29242" y="33684"/>
                            <a:pt x="32194" y="31398"/>
                          </a:cubicBezTo>
                          <a:cubicBezTo>
                            <a:pt x="41148" y="24445"/>
                            <a:pt x="43148" y="12920"/>
                            <a:pt x="36195" y="5585"/>
                          </a:cubicBezTo>
                          <a:cubicBezTo>
                            <a:pt x="29242" y="-1749"/>
                            <a:pt x="15716" y="-1844"/>
                            <a:pt x="6382" y="5205"/>
                          </a:cubicBezTo>
                          <a:cubicBezTo>
                            <a:pt x="3429" y="7491"/>
                            <a:pt x="1333" y="10158"/>
                            <a:pt x="0" y="13015"/>
                          </a:cubicBezTo>
                          <a:cubicBezTo>
                            <a:pt x="7334" y="11491"/>
                            <a:pt x="14954" y="13110"/>
                            <a:pt x="19717" y="179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52" name="Forme libre : forme 13651">
                      <a:extLst>
                        <a:ext uri="{FF2B5EF4-FFF2-40B4-BE49-F238E27FC236}">
                          <a16:creationId xmlns:a16="http://schemas.microsoft.com/office/drawing/2014/main" id="{542EC801-0C23-4C9F-9B69-4ADA096632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1522" y="2587103"/>
                      <a:ext cx="18098" cy="17232"/>
                    </a:xfrm>
                    <a:custGeom>
                      <a:avLst/>
                      <a:gdLst>
                        <a:gd name="connsiteX0" fmla="*/ 1101 w 18098"/>
                        <a:gd name="connsiteY0" fmla="*/ 6110 h 17232"/>
                        <a:gd name="connsiteX1" fmla="*/ 13484 w 18098"/>
                        <a:gd name="connsiteY1" fmla="*/ 395 h 17232"/>
                        <a:gd name="connsiteX2" fmla="*/ 16913 w 18098"/>
                        <a:gd name="connsiteY2" fmla="*/ 11158 h 17232"/>
                        <a:gd name="connsiteX3" fmla="*/ 4625 w 18098"/>
                        <a:gd name="connsiteY3" fmla="*/ 16873 h 17232"/>
                        <a:gd name="connsiteX4" fmla="*/ 1101 w 18098"/>
                        <a:gd name="connsiteY4" fmla="*/ 6110 h 172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98" h="17232">
                          <a:moveTo>
                            <a:pt x="1101" y="6110"/>
                          </a:moveTo>
                          <a:cubicBezTo>
                            <a:pt x="3482" y="1538"/>
                            <a:pt x="9102" y="-1034"/>
                            <a:pt x="13484" y="395"/>
                          </a:cubicBezTo>
                          <a:cubicBezTo>
                            <a:pt x="17865" y="1824"/>
                            <a:pt x="19389" y="6586"/>
                            <a:pt x="16913" y="11158"/>
                          </a:cubicBezTo>
                          <a:cubicBezTo>
                            <a:pt x="14436" y="15730"/>
                            <a:pt x="9007" y="18207"/>
                            <a:pt x="4625" y="16873"/>
                          </a:cubicBezTo>
                          <a:cubicBezTo>
                            <a:pt x="339" y="15444"/>
                            <a:pt x="-1280" y="10682"/>
                            <a:pt x="1101" y="61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53" name="Forme libre : forme 13652">
                      <a:extLst>
                        <a:ext uri="{FF2B5EF4-FFF2-40B4-BE49-F238E27FC236}">
                          <a16:creationId xmlns:a16="http://schemas.microsoft.com/office/drawing/2014/main" id="{975CA333-7269-4EF5-B809-9C2110BF97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76611" y="2599987"/>
                      <a:ext cx="6938" cy="5977"/>
                    </a:xfrm>
                    <a:custGeom>
                      <a:avLst/>
                      <a:gdLst>
                        <a:gd name="connsiteX0" fmla="*/ 1346 w 6938"/>
                        <a:gd name="connsiteY0" fmla="*/ 846 h 5977"/>
                        <a:gd name="connsiteX1" fmla="*/ 6204 w 6938"/>
                        <a:gd name="connsiteY1" fmla="*/ 941 h 5977"/>
                        <a:gd name="connsiteX2" fmla="*/ 5633 w 6938"/>
                        <a:gd name="connsiteY2" fmla="*/ 5132 h 5977"/>
                        <a:gd name="connsiteX3" fmla="*/ 775 w 6938"/>
                        <a:gd name="connsiteY3" fmla="*/ 5037 h 5977"/>
                        <a:gd name="connsiteX4" fmla="*/ 1346 w 6938"/>
                        <a:gd name="connsiteY4" fmla="*/ 846 h 5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38" h="5977">
                          <a:moveTo>
                            <a:pt x="1346" y="846"/>
                          </a:moveTo>
                          <a:cubicBezTo>
                            <a:pt x="2870" y="-297"/>
                            <a:pt x="5061" y="-297"/>
                            <a:pt x="6204" y="941"/>
                          </a:cubicBezTo>
                          <a:cubicBezTo>
                            <a:pt x="7347" y="2084"/>
                            <a:pt x="7157" y="3989"/>
                            <a:pt x="5633" y="5132"/>
                          </a:cubicBezTo>
                          <a:cubicBezTo>
                            <a:pt x="4109" y="6275"/>
                            <a:pt x="2013" y="6275"/>
                            <a:pt x="775" y="5037"/>
                          </a:cubicBezTo>
                          <a:cubicBezTo>
                            <a:pt x="-463" y="3894"/>
                            <a:pt x="-178" y="2084"/>
                            <a:pt x="1346" y="8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654" name="Graphique 5">
                    <a:extLst>
                      <a:ext uri="{FF2B5EF4-FFF2-40B4-BE49-F238E27FC236}">
                        <a16:creationId xmlns:a16="http://schemas.microsoft.com/office/drawing/2014/main" id="{A590C1F2-FCE0-4428-9FBA-A181443CCFBA}"/>
                      </a:ext>
                    </a:extLst>
                  </p:cNvPr>
                  <p:cNvGrpSpPr/>
                  <p:nvPr/>
                </p:nvGrpSpPr>
                <p:grpSpPr>
                  <a:xfrm>
                    <a:off x="2887595" y="2546831"/>
                    <a:ext cx="43220" cy="36448"/>
                    <a:chOff x="2887595" y="2546831"/>
                    <a:chExt cx="43220" cy="36448"/>
                  </a:xfrm>
                  <a:solidFill>
                    <a:schemeClr val="accent1"/>
                  </a:solidFill>
                </p:grpSpPr>
                <p:sp>
                  <p:nvSpPr>
                    <p:cNvPr id="13655" name="Forme libre : forme 13654">
                      <a:extLst>
                        <a:ext uri="{FF2B5EF4-FFF2-40B4-BE49-F238E27FC236}">
                          <a16:creationId xmlns:a16="http://schemas.microsoft.com/office/drawing/2014/main" id="{4B214772-05FC-437C-9E2C-FDAC34973D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7595" y="2546855"/>
                      <a:ext cx="43125" cy="36423"/>
                    </a:xfrm>
                    <a:custGeom>
                      <a:avLst/>
                      <a:gdLst>
                        <a:gd name="connsiteX0" fmla="*/ 8745 w 43125"/>
                        <a:gd name="connsiteY0" fmla="*/ 4829 h 36423"/>
                        <a:gd name="connsiteX1" fmla="*/ 39225 w 43125"/>
                        <a:gd name="connsiteY1" fmla="*/ 6162 h 36423"/>
                        <a:gd name="connsiteX2" fmla="*/ 34082 w 43125"/>
                        <a:gd name="connsiteY2" fmla="*/ 31785 h 36423"/>
                        <a:gd name="connsiteX3" fmla="*/ 4268 w 43125"/>
                        <a:gd name="connsiteY3" fmla="*/ 30832 h 36423"/>
                        <a:gd name="connsiteX4" fmla="*/ 8745 w 43125"/>
                        <a:gd name="connsiteY4" fmla="*/ 4829 h 364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125" h="36423">
                          <a:moveTo>
                            <a:pt x="8745" y="4829"/>
                          </a:moveTo>
                          <a:cubicBezTo>
                            <a:pt x="18556" y="-2219"/>
                            <a:pt x="32462" y="-1362"/>
                            <a:pt x="39225" y="6162"/>
                          </a:cubicBezTo>
                          <a:cubicBezTo>
                            <a:pt x="46083" y="13687"/>
                            <a:pt x="43607" y="25212"/>
                            <a:pt x="34082" y="31785"/>
                          </a:cubicBezTo>
                          <a:cubicBezTo>
                            <a:pt x="24461" y="38166"/>
                            <a:pt x="11412" y="38071"/>
                            <a:pt x="4268" y="30832"/>
                          </a:cubicBezTo>
                          <a:cubicBezTo>
                            <a:pt x="-2780" y="23593"/>
                            <a:pt x="-970" y="11973"/>
                            <a:pt x="8745" y="482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56" name="Forme libre : forme 13655">
                      <a:extLst>
                        <a:ext uri="{FF2B5EF4-FFF2-40B4-BE49-F238E27FC236}">
                          <a16:creationId xmlns:a16="http://schemas.microsoft.com/office/drawing/2014/main" id="{D002EFE3-B19F-41D6-BA4E-7E779DA3A0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9673" y="2546831"/>
                      <a:ext cx="41143" cy="35809"/>
                    </a:xfrm>
                    <a:custGeom>
                      <a:avLst/>
                      <a:gdLst>
                        <a:gd name="connsiteX0" fmla="*/ 19812 w 41143"/>
                        <a:gd name="connsiteY0" fmla="*/ 17807 h 35809"/>
                        <a:gd name="connsiteX1" fmla="*/ 21812 w 41143"/>
                        <a:gd name="connsiteY1" fmla="*/ 35809 h 35809"/>
                        <a:gd name="connsiteX2" fmla="*/ 32099 w 41143"/>
                        <a:gd name="connsiteY2" fmla="*/ 31714 h 35809"/>
                        <a:gd name="connsiteX3" fmla="*/ 37243 w 41143"/>
                        <a:gd name="connsiteY3" fmla="*/ 6091 h 35809"/>
                        <a:gd name="connsiteX4" fmla="*/ 6763 w 41143"/>
                        <a:gd name="connsiteY4" fmla="*/ 4758 h 35809"/>
                        <a:gd name="connsiteX5" fmla="*/ 0 w 41143"/>
                        <a:gd name="connsiteY5" fmla="*/ 12664 h 35809"/>
                        <a:gd name="connsiteX6" fmla="*/ 19812 w 41143"/>
                        <a:gd name="connsiteY6" fmla="*/ 17807 h 35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143" h="35809">
                          <a:moveTo>
                            <a:pt x="19812" y="17807"/>
                          </a:moveTo>
                          <a:cubicBezTo>
                            <a:pt x="24575" y="22855"/>
                            <a:pt x="24955" y="29809"/>
                            <a:pt x="21812" y="35809"/>
                          </a:cubicBezTo>
                          <a:cubicBezTo>
                            <a:pt x="25432" y="35238"/>
                            <a:pt x="28956" y="33904"/>
                            <a:pt x="32099" y="31714"/>
                          </a:cubicBezTo>
                          <a:cubicBezTo>
                            <a:pt x="41624" y="25141"/>
                            <a:pt x="44101" y="13712"/>
                            <a:pt x="37243" y="6091"/>
                          </a:cubicBezTo>
                          <a:cubicBezTo>
                            <a:pt x="30385" y="-1338"/>
                            <a:pt x="16478" y="-2195"/>
                            <a:pt x="6763" y="4758"/>
                          </a:cubicBezTo>
                          <a:cubicBezTo>
                            <a:pt x="3715" y="7044"/>
                            <a:pt x="1429" y="9806"/>
                            <a:pt x="0" y="12664"/>
                          </a:cubicBezTo>
                          <a:cubicBezTo>
                            <a:pt x="7334" y="11140"/>
                            <a:pt x="15050" y="12759"/>
                            <a:pt x="19812" y="178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57" name="Forme libre : forme 13656">
                      <a:extLst>
                        <a:ext uri="{FF2B5EF4-FFF2-40B4-BE49-F238E27FC236}">
                          <a16:creationId xmlns:a16="http://schemas.microsoft.com/office/drawing/2014/main" id="{A1DF2D46-5502-48C4-8750-44FC47DA08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2040" y="2553303"/>
                      <a:ext cx="18621" cy="17342"/>
                    </a:xfrm>
                    <a:custGeom>
                      <a:avLst/>
                      <a:gdLst>
                        <a:gd name="connsiteX0" fmla="*/ 1252 w 18621"/>
                        <a:gd name="connsiteY0" fmla="*/ 6096 h 17342"/>
                        <a:gd name="connsiteX1" fmla="*/ 14111 w 18621"/>
                        <a:gd name="connsiteY1" fmla="*/ 476 h 17342"/>
                        <a:gd name="connsiteX2" fmla="*/ 17254 w 18621"/>
                        <a:gd name="connsiteY2" fmla="*/ 11335 h 17342"/>
                        <a:gd name="connsiteX3" fmla="*/ 4586 w 18621"/>
                        <a:gd name="connsiteY3" fmla="*/ 16954 h 17342"/>
                        <a:gd name="connsiteX4" fmla="*/ 1252 w 18621"/>
                        <a:gd name="connsiteY4" fmla="*/ 6096 h 17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621" h="17342">
                          <a:moveTo>
                            <a:pt x="1252" y="6096"/>
                          </a:moveTo>
                          <a:cubicBezTo>
                            <a:pt x="3919" y="1524"/>
                            <a:pt x="9635" y="-1143"/>
                            <a:pt x="14111" y="476"/>
                          </a:cubicBezTo>
                          <a:cubicBezTo>
                            <a:pt x="18588" y="2000"/>
                            <a:pt x="19921" y="6953"/>
                            <a:pt x="17254" y="11335"/>
                          </a:cubicBezTo>
                          <a:cubicBezTo>
                            <a:pt x="14492" y="15716"/>
                            <a:pt x="8968" y="18383"/>
                            <a:pt x="4586" y="16954"/>
                          </a:cubicBezTo>
                          <a:cubicBezTo>
                            <a:pt x="205" y="15526"/>
                            <a:pt x="-1319" y="10668"/>
                            <a:pt x="1252" y="609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58" name="Forme libre : forme 13657">
                      <a:extLst>
                        <a:ext uri="{FF2B5EF4-FFF2-40B4-BE49-F238E27FC236}">
                          <a16:creationId xmlns:a16="http://schemas.microsoft.com/office/drawing/2014/main" id="{9EF191E6-1AEF-4215-9CE9-332D935919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6982" y="2566364"/>
                      <a:ext cx="7099" cy="6072"/>
                    </a:xfrm>
                    <a:custGeom>
                      <a:avLst/>
                      <a:gdLst>
                        <a:gd name="connsiteX0" fmla="*/ 1454 w 7099"/>
                        <a:gd name="connsiteY0" fmla="*/ 846 h 6072"/>
                        <a:gd name="connsiteX1" fmla="*/ 6407 w 7099"/>
                        <a:gd name="connsiteY1" fmla="*/ 941 h 6072"/>
                        <a:gd name="connsiteX2" fmla="*/ 5645 w 7099"/>
                        <a:gd name="connsiteY2" fmla="*/ 5227 h 6072"/>
                        <a:gd name="connsiteX3" fmla="*/ 692 w 7099"/>
                        <a:gd name="connsiteY3" fmla="*/ 5132 h 6072"/>
                        <a:gd name="connsiteX4" fmla="*/ 1454 w 7099"/>
                        <a:gd name="connsiteY4" fmla="*/ 846 h 6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9" h="6072">
                          <a:moveTo>
                            <a:pt x="1454" y="846"/>
                          </a:moveTo>
                          <a:cubicBezTo>
                            <a:pt x="2978" y="-297"/>
                            <a:pt x="5264" y="-297"/>
                            <a:pt x="6407" y="941"/>
                          </a:cubicBezTo>
                          <a:cubicBezTo>
                            <a:pt x="7550" y="2179"/>
                            <a:pt x="7264" y="4084"/>
                            <a:pt x="5645" y="5227"/>
                          </a:cubicBezTo>
                          <a:cubicBezTo>
                            <a:pt x="4121" y="6370"/>
                            <a:pt x="1930" y="6370"/>
                            <a:pt x="692" y="5132"/>
                          </a:cubicBezTo>
                          <a:cubicBezTo>
                            <a:pt x="-451" y="3894"/>
                            <a:pt x="-165" y="1989"/>
                            <a:pt x="1454" y="8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659" name="Graphique 5">
                    <a:extLst>
                      <a:ext uri="{FF2B5EF4-FFF2-40B4-BE49-F238E27FC236}">
                        <a16:creationId xmlns:a16="http://schemas.microsoft.com/office/drawing/2014/main" id="{C39275CC-35EB-4317-B648-0445A565AFAA}"/>
                      </a:ext>
                    </a:extLst>
                  </p:cNvPr>
                  <p:cNvGrpSpPr/>
                  <p:nvPr/>
                </p:nvGrpSpPr>
                <p:grpSpPr>
                  <a:xfrm>
                    <a:off x="2895719" y="2510964"/>
                    <a:ext cx="44694" cy="36367"/>
                    <a:chOff x="2895719" y="2510964"/>
                    <a:chExt cx="44694" cy="36367"/>
                  </a:xfrm>
                  <a:solidFill>
                    <a:schemeClr val="accent1"/>
                  </a:solidFill>
                </p:grpSpPr>
                <p:sp>
                  <p:nvSpPr>
                    <p:cNvPr id="13660" name="Forme libre : forme 13659">
                      <a:extLst>
                        <a:ext uri="{FF2B5EF4-FFF2-40B4-BE49-F238E27FC236}">
                          <a16:creationId xmlns:a16="http://schemas.microsoft.com/office/drawing/2014/main" id="{0B3AC32A-23E2-4DB2-8C9E-4571056470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5719" y="2510964"/>
                      <a:ext cx="44669" cy="36367"/>
                    </a:xfrm>
                    <a:custGeom>
                      <a:avLst/>
                      <a:gdLst>
                        <a:gd name="connsiteX0" fmla="*/ 9575 w 44669"/>
                        <a:gd name="connsiteY0" fmla="*/ 4715 h 36367"/>
                        <a:gd name="connsiteX1" fmla="*/ 40912 w 44669"/>
                        <a:gd name="connsiteY1" fmla="*/ 6048 h 36367"/>
                        <a:gd name="connsiteX2" fmla="*/ 35006 w 44669"/>
                        <a:gd name="connsiteY2" fmla="*/ 31766 h 36367"/>
                        <a:gd name="connsiteX3" fmla="*/ 4241 w 44669"/>
                        <a:gd name="connsiteY3" fmla="*/ 30337 h 36367"/>
                        <a:gd name="connsiteX4" fmla="*/ 9575 w 44669"/>
                        <a:gd name="connsiteY4" fmla="*/ 4715 h 36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669" h="36367">
                          <a:moveTo>
                            <a:pt x="9575" y="4715"/>
                          </a:moveTo>
                          <a:cubicBezTo>
                            <a:pt x="19862" y="-2048"/>
                            <a:pt x="34054" y="-1476"/>
                            <a:pt x="40912" y="6048"/>
                          </a:cubicBezTo>
                          <a:cubicBezTo>
                            <a:pt x="47770" y="13573"/>
                            <a:pt x="44912" y="25194"/>
                            <a:pt x="35006" y="31766"/>
                          </a:cubicBezTo>
                          <a:cubicBezTo>
                            <a:pt x="25005" y="38433"/>
                            <a:pt x="11384" y="37767"/>
                            <a:pt x="4241" y="30337"/>
                          </a:cubicBezTo>
                          <a:cubicBezTo>
                            <a:pt x="-2998" y="23003"/>
                            <a:pt x="-808" y="11573"/>
                            <a:pt x="9575" y="471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61" name="Forme libre : forme 13660">
                      <a:extLst>
                        <a:ext uri="{FF2B5EF4-FFF2-40B4-BE49-F238E27FC236}">
                          <a16:creationId xmlns:a16="http://schemas.microsoft.com/office/drawing/2014/main" id="{E7A69AE0-1999-4ADB-9DBA-469D820EAE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8055" y="2511022"/>
                      <a:ext cx="42358" cy="35899"/>
                    </a:xfrm>
                    <a:custGeom>
                      <a:avLst/>
                      <a:gdLst>
                        <a:gd name="connsiteX0" fmla="*/ 20383 w 42358"/>
                        <a:gd name="connsiteY0" fmla="*/ 17802 h 35899"/>
                        <a:gd name="connsiteX1" fmla="*/ 22003 w 42358"/>
                        <a:gd name="connsiteY1" fmla="*/ 35900 h 35899"/>
                        <a:gd name="connsiteX2" fmla="*/ 32671 w 42358"/>
                        <a:gd name="connsiteY2" fmla="*/ 31804 h 35899"/>
                        <a:gd name="connsiteX3" fmla="*/ 38576 w 42358"/>
                        <a:gd name="connsiteY3" fmla="*/ 6086 h 35899"/>
                        <a:gd name="connsiteX4" fmla="*/ 7239 w 42358"/>
                        <a:gd name="connsiteY4" fmla="*/ 4753 h 35899"/>
                        <a:gd name="connsiteX5" fmla="*/ 0 w 42358"/>
                        <a:gd name="connsiteY5" fmla="*/ 12373 h 35899"/>
                        <a:gd name="connsiteX6" fmla="*/ 20383 w 42358"/>
                        <a:gd name="connsiteY6" fmla="*/ 17802 h 35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358" h="35899">
                          <a:moveTo>
                            <a:pt x="20383" y="17802"/>
                          </a:moveTo>
                          <a:cubicBezTo>
                            <a:pt x="25146" y="22946"/>
                            <a:pt x="25337" y="29899"/>
                            <a:pt x="22003" y="35900"/>
                          </a:cubicBezTo>
                          <a:cubicBezTo>
                            <a:pt x="25717" y="35233"/>
                            <a:pt x="29337" y="33995"/>
                            <a:pt x="32671" y="31804"/>
                          </a:cubicBezTo>
                          <a:cubicBezTo>
                            <a:pt x="42672" y="25136"/>
                            <a:pt x="45434" y="13611"/>
                            <a:pt x="38576" y="6086"/>
                          </a:cubicBezTo>
                          <a:cubicBezTo>
                            <a:pt x="31718" y="-1438"/>
                            <a:pt x="17526" y="-2105"/>
                            <a:pt x="7239" y="4753"/>
                          </a:cubicBezTo>
                          <a:cubicBezTo>
                            <a:pt x="4000" y="6944"/>
                            <a:pt x="1619" y="9611"/>
                            <a:pt x="0" y="12373"/>
                          </a:cubicBezTo>
                          <a:cubicBezTo>
                            <a:pt x="7715" y="10944"/>
                            <a:pt x="15621" y="12849"/>
                            <a:pt x="20383" y="1780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62" name="Forme libre : forme 13661">
                      <a:extLst>
                        <a:ext uri="{FF2B5EF4-FFF2-40B4-BE49-F238E27FC236}">
                          <a16:creationId xmlns:a16="http://schemas.microsoft.com/office/drawing/2014/main" id="{1B989E66-74E1-47F1-81B7-816EC21932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0386" y="2517505"/>
                      <a:ext cx="19390" cy="17208"/>
                    </a:xfrm>
                    <a:custGeom>
                      <a:avLst/>
                      <a:gdLst>
                        <a:gd name="connsiteX0" fmla="*/ 1478 w 19390"/>
                        <a:gd name="connsiteY0" fmla="*/ 5794 h 17208"/>
                        <a:gd name="connsiteX1" fmla="*/ 14909 w 19390"/>
                        <a:gd name="connsiteY1" fmla="*/ 461 h 17208"/>
                        <a:gd name="connsiteX2" fmla="*/ 17861 w 19390"/>
                        <a:gd name="connsiteY2" fmla="*/ 11414 h 17208"/>
                        <a:gd name="connsiteX3" fmla="*/ 4526 w 19390"/>
                        <a:gd name="connsiteY3" fmla="*/ 16748 h 17208"/>
                        <a:gd name="connsiteX4" fmla="*/ 1478 w 19390"/>
                        <a:gd name="connsiteY4" fmla="*/ 5794 h 17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390" h="17208">
                          <a:moveTo>
                            <a:pt x="1478" y="5794"/>
                          </a:moveTo>
                          <a:cubicBezTo>
                            <a:pt x="4336" y="1318"/>
                            <a:pt x="10432" y="-1064"/>
                            <a:pt x="14909" y="461"/>
                          </a:cubicBezTo>
                          <a:cubicBezTo>
                            <a:pt x="19481" y="1984"/>
                            <a:pt x="20719" y="6937"/>
                            <a:pt x="17861" y="11414"/>
                          </a:cubicBezTo>
                          <a:cubicBezTo>
                            <a:pt x="15004" y="15891"/>
                            <a:pt x="9098" y="18272"/>
                            <a:pt x="4526" y="16748"/>
                          </a:cubicBezTo>
                          <a:cubicBezTo>
                            <a:pt x="50" y="15129"/>
                            <a:pt x="-1379" y="10271"/>
                            <a:pt x="1478" y="57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63" name="Forme libre : forme 13662">
                      <a:extLst>
                        <a:ext uri="{FF2B5EF4-FFF2-40B4-BE49-F238E27FC236}">
                          <a16:creationId xmlns:a16="http://schemas.microsoft.com/office/drawing/2014/main" id="{B57BFB6D-0661-4E1E-A1AF-E7F691F191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5397" y="2530404"/>
                      <a:ext cx="7318" cy="5945"/>
                    </a:xfrm>
                    <a:custGeom>
                      <a:avLst/>
                      <a:gdLst>
                        <a:gd name="connsiteX0" fmla="*/ 1516 w 7318"/>
                        <a:gd name="connsiteY0" fmla="*/ 801 h 5945"/>
                        <a:gd name="connsiteX1" fmla="*/ 6660 w 7318"/>
                        <a:gd name="connsiteY1" fmla="*/ 991 h 5945"/>
                        <a:gd name="connsiteX2" fmla="*/ 5802 w 7318"/>
                        <a:gd name="connsiteY2" fmla="*/ 5182 h 5945"/>
                        <a:gd name="connsiteX3" fmla="*/ 659 w 7318"/>
                        <a:gd name="connsiteY3" fmla="*/ 4992 h 5945"/>
                        <a:gd name="connsiteX4" fmla="*/ 1516 w 7318"/>
                        <a:gd name="connsiteY4" fmla="*/ 801 h 5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18" h="5945">
                          <a:moveTo>
                            <a:pt x="1516" y="801"/>
                          </a:moveTo>
                          <a:cubicBezTo>
                            <a:pt x="3135" y="-342"/>
                            <a:pt x="5517" y="-247"/>
                            <a:pt x="6660" y="991"/>
                          </a:cubicBezTo>
                          <a:cubicBezTo>
                            <a:pt x="7803" y="2230"/>
                            <a:pt x="7422" y="4135"/>
                            <a:pt x="5802" y="5182"/>
                          </a:cubicBezTo>
                          <a:cubicBezTo>
                            <a:pt x="4183" y="6230"/>
                            <a:pt x="1897" y="6230"/>
                            <a:pt x="659" y="4992"/>
                          </a:cubicBezTo>
                          <a:cubicBezTo>
                            <a:pt x="-484" y="3754"/>
                            <a:pt x="-103" y="1849"/>
                            <a:pt x="1516" y="80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3664" name="Graphique 5">
                <a:extLst>
                  <a:ext uri="{FF2B5EF4-FFF2-40B4-BE49-F238E27FC236}">
                    <a16:creationId xmlns:a16="http://schemas.microsoft.com/office/drawing/2014/main" id="{98DB786A-1B01-44E2-BA00-09D47571DDE9}"/>
                  </a:ext>
                </a:extLst>
              </p:cNvPr>
              <p:cNvGrpSpPr/>
              <p:nvPr/>
            </p:nvGrpSpPr>
            <p:grpSpPr>
              <a:xfrm>
                <a:off x="3201331" y="2478146"/>
                <a:ext cx="397287" cy="510796"/>
                <a:chOff x="3201331" y="2478146"/>
                <a:chExt cx="397287" cy="510796"/>
              </a:xfrm>
              <a:solidFill>
                <a:schemeClr val="accent1"/>
              </a:solidFill>
            </p:grpSpPr>
            <p:sp>
              <p:nvSpPr>
                <p:cNvPr id="13665" name="Forme libre : forme 13664">
                  <a:extLst>
                    <a:ext uri="{FF2B5EF4-FFF2-40B4-BE49-F238E27FC236}">
                      <a16:creationId xmlns:a16="http://schemas.microsoft.com/office/drawing/2014/main" id="{B3E84F3C-7D4C-476E-BC9F-E95E2D28557F}"/>
                    </a:ext>
                  </a:extLst>
                </p:cNvPr>
                <p:cNvSpPr/>
                <p:nvPr/>
              </p:nvSpPr>
              <p:spPr>
                <a:xfrm>
                  <a:off x="3201331" y="2479580"/>
                  <a:ext cx="397287" cy="502071"/>
                </a:xfrm>
                <a:custGeom>
                  <a:avLst/>
                  <a:gdLst>
                    <a:gd name="connsiteX0" fmla="*/ 0 w 397287"/>
                    <a:gd name="connsiteY0" fmla="*/ 57150 h 502071"/>
                    <a:gd name="connsiteX1" fmla="*/ 131731 w 397287"/>
                    <a:gd name="connsiteY1" fmla="*/ 96012 h 502071"/>
                    <a:gd name="connsiteX2" fmla="*/ 87821 w 397287"/>
                    <a:gd name="connsiteY2" fmla="*/ 133350 h 502071"/>
                    <a:gd name="connsiteX3" fmla="*/ 55912 w 397287"/>
                    <a:gd name="connsiteY3" fmla="*/ 179356 h 502071"/>
                    <a:gd name="connsiteX4" fmla="*/ 28480 w 397287"/>
                    <a:gd name="connsiteY4" fmla="*/ 288417 h 502071"/>
                    <a:gd name="connsiteX5" fmla="*/ 34576 w 397287"/>
                    <a:gd name="connsiteY5" fmla="*/ 376238 h 502071"/>
                    <a:gd name="connsiteX6" fmla="*/ 53530 w 397287"/>
                    <a:gd name="connsiteY6" fmla="*/ 441198 h 502071"/>
                    <a:gd name="connsiteX7" fmla="*/ 109538 w 397287"/>
                    <a:gd name="connsiteY7" fmla="*/ 501015 h 502071"/>
                    <a:gd name="connsiteX8" fmla="*/ 185642 w 397287"/>
                    <a:gd name="connsiteY8" fmla="*/ 463391 h 502071"/>
                    <a:gd name="connsiteX9" fmla="*/ 260604 w 397287"/>
                    <a:gd name="connsiteY9" fmla="*/ 334137 h 502071"/>
                    <a:gd name="connsiteX10" fmla="*/ 276892 w 397287"/>
                    <a:gd name="connsiteY10" fmla="*/ 223075 h 502071"/>
                    <a:gd name="connsiteX11" fmla="*/ 264890 w 397287"/>
                    <a:gd name="connsiteY11" fmla="*/ 168307 h 502071"/>
                    <a:gd name="connsiteX12" fmla="*/ 238506 w 397287"/>
                    <a:gd name="connsiteY12" fmla="*/ 116872 h 502071"/>
                    <a:gd name="connsiteX13" fmla="*/ 375380 w 397287"/>
                    <a:gd name="connsiteY13" fmla="*/ 131731 h 502071"/>
                    <a:gd name="connsiteX14" fmla="*/ 397288 w 397287"/>
                    <a:gd name="connsiteY14" fmla="*/ 78962 h 502071"/>
                    <a:gd name="connsiteX15" fmla="*/ 192881 w 397287"/>
                    <a:gd name="connsiteY15" fmla="*/ 67151 h 502071"/>
                    <a:gd name="connsiteX16" fmla="*/ 0 w 397287"/>
                    <a:gd name="connsiteY16" fmla="*/ 0 h 502071"/>
                    <a:gd name="connsiteX17" fmla="*/ 0 w 397287"/>
                    <a:gd name="connsiteY17" fmla="*/ 57150 h 502071"/>
                    <a:gd name="connsiteX18" fmla="*/ 210407 w 397287"/>
                    <a:gd name="connsiteY18" fmla="*/ 317754 h 502071"/>
                    <a:gd name="connsiteX19" fmla="*/ 158782 w 397287"/>
                    <a:gd name="connsiteY19" fmla="*/ 423863 h 502071"/>
                    <a:gd name="connsiteX20" fmla="*/ 120968 w 397287"/>
                    <a:gd name="connsiteY20" fmla="*/ 445008 h 502071"/>
                    <a:gd name="connsiteX21" fmla="*/ 89726 w 397287"/>
                    <a:gd name="connsiteY21" fmla="*/ 404241 h 502071"/>
                    <a:gd name="connsiteX22" fmla="*/ 81344 w 397287"/>
                    <a:gd name="connsiteY22" fmla="*/ 292036 h 502071"/>
                    <a:gd name="connsiteX23" fmla="*/ 110966 w 397287"/>
                    <a:gd name="connsiteY23" fmla="*/ 203073 h 502071"/>
                    <a:gd name="connsiteX24" fmla="*/ 178784 w 397287"/>
                    <a:gd name="connsiteY24" fmla="*/ 138684 h 502071"/>
                    <a:gd name="connsiteX25" fmla="*/ 203549 w 397287"/>
                    <a:gd name="connsiteY25" fmla="*/ 179546 h 502071"/>
                    <a:gd name="connsiteX26" fmla="*/ 216979 w 397287"/>
                    <a:gd name="connsiteY26" fmla="*/ 224028 h 502071"/>
                    <a:gd name="connsiteX27" fmla="*/ 210407 w 397287"/>
                    <a:gd name="connsiteY27" fmla="*/ 317754 h 502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97287" h="502071">
                      <a:moveTo>
                        <a:pt x="0" y="57150"/>
                      </a:moveTo>
                      <a:cubicBezTo>
                        <a:pt x="49435" y="57721"/>
                        <a:pt x="95631" y="71628"/>
                        <a:pt x="131731" y="96012"/>
                      </a:cubicBezTo>
                      <a:cubicBezTo>
                        <a:pt x="115157" y="107061"/>
                        <a:pt x="100584" y="119158"/>
                        <a:pt x="87821" y="133350"/>
                      </a:cubicBezTo>
                      <a:cubicBezTo>
                        <a:pt x="75152" y="147542"/>
                        <a:pt x="64484" y="162973"/>
                        <a:pt x="55912" y="179356"/>
                      </a:cubicBezTo>
                      <a:cubicBezTo>
                        <a:pt x="38767" y="211931"/>
                        <a:pt x="29909" y="249460"/>
                        <a:pt x="28480" y="288417"/>
                      </a:cubicBezTo>
                      <a:cubicBezTo>
                        <a:pt x="27242" y="321659"/>
                        <a:pt x="29909" y="350901"/>
                        <a:pt x="34576" y="376238"/>
                      </a:cubicBezTo>
                      <a:cubicBezTo>
                        <a:pt x="39243" y="401860"/>
                        <a:pt x="45815" y="423672"/>
                        <a:pt x="53530" y="441198"/>
                      </a:cubicBezTo>
                      <a:cubicBezTo>
                        <a:pt x="68961" y="476536"/>
                        <a:pt x="87916" y="497014"/>
                        <a:pt x="109538" y="501015"/>
                      </a:cubicBezTo>
                      <a:cubicBezTo>
                        <a:pt x="132969" y="506159"/>
                        <a:pt x="158496" y="492347"/>
                        <a:pt x="185642" y="463391"/>
                      </a:cubicBezTo>
                      <a:cubicBezTo>
                        <a:pt x="212217" y="434721"/>
                        <a:pt x="239649" y="390334"/>
                        <a:pt x="260604" y="334137"/>
                      </a:cubicBezTo>
                      <a:cubicBezTo>
                        <a:pt x="274225" y="297371"/>
                        <a:pt x="280226" y="260032"/>
                        <a:pt x="276892" y="223075"/>
                      </a:cubicBezTo>
                      <a:cubicBezTo>
                        <a:pt x="275177" y="204692"/>
                        <a:pt x="271367" y="185928"/>
                        <a:pt x="264890" y="168307"/>
                      </a:cubicBezTo>
                      <a:cubicBezTo>
                        <a:pt x="258413" y="150685"/>
                        <a:pt x="249650" y="133445"/>
                        <a:pt x="238506" y="116872"/>
                      </a:cubicBezTo>
                      <a:cubicBezTo>
                        <a:pt x="280988" y="108871"/>
                        <a:pt x="329565" y="112490"/>
                        <a:pt x="375380" y="131731"/>
                      </a:cubicBezTo>
                      <a:lnTo>
                        <a:pt x="397288" y="78962"/>
                      </a:lnTo>
                      <a:cubicBezTo>
                        <a:pt x="327470" y="49911"/>
                        <a:pt x="253270" y="48101"/>
                        <a:pt x="192881" y="67151"/>
                      </a:cubicBezTo>
                      <a:cubicBezTo>
                        <a:pt x="144399" y="26194"/>
                        <a:pt x="75152" y="0"/>
                        <a:pt x="0" y="0"/>
                      </a:cubicBezTo>
                      <a:lnTo>
                        <a:pt x="0" y="57150"/>
                      </a:lnTo>
                      <a:close/>
                      <a:moveTo>
                        <a:pt x="210407" y="317754"/>
                      </a:moveTo>
                      <a:cubicBezTo>
                        <a:pt x="192596" y="377666"/>
                        <a:pt x="171926" y="408337"/>
                        <a:pt x="158782" y="423863"/>
                      </a:cubicBezTo>
                      <a:cubicBezTo>
                        <a:pt x="145066" y="440055"/>
                        <a:pt x="132112" y="447580"/>
                        <a:pt x="120968" y="445008"/>
                      </a:cubicBezTo>
                      <a:cubicBezTo>
                        <a:pt x="109538" y="443293"/>
                        <a:pt x="98107" y="429006"/>
                        <a:pt x="89726" y="404241"/>
                      </a:cubicBezTo>
                      <a:cubicBezTo>
                        <a:pt x="81534" y="379285"/>
                        <a:pt x="76105" y="341852"/>
                        <a:pt x="81344" y="292036"/>
                      </a:cubicBezTo>
                      <a:cubicBezTo>
                        <a:pt x="84772" y="259556"/>
                        <a:pt x="94583" y="229362"/>
                        <a:pt x="110966" y="203073"/>
                      </a:cubicBezTo>
                      <a:cubicBezTo>
                        <a:pt x="127349" y="176403"/>
                        <a:pt x="150304" y="154781"/>
                        <a:pt x="178784" y="138684"/>
                      </a:cubicBezTo>
                      <a:cubicBezTo>
                        <a:pt x="188976" y="151257"/>
                        <a:pt x="197168" y="165354"/>
                        <a:pt x="203549" y="179546"/>
                      </a:cubicBezTo>
                      <a:cubicBezTo>
                        <a:pt x="209931" y="193834"/>
                        <a:pt x="214503" y="208502"/>
                        <a:pt x="216979" y="224028"/>
                      </a:cubicBezTo>
                      <a:cubicBezTo>
                        <a:pt x="222123" y="254698"/>
                        <a:pt x="219646" y="286321"/>
                        <a:pt x="210407" y="317754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666" name="Forme libre : forme 13665">
                  <a:extLst>
                    <a:ext uri="{FF2B5EF4-FFF2-40B4-BE49-F238E27FC236}">
                      <a16:creationId xmlns:a16="http://schemas.microsoft.com/office/drawing/2014/main" id="{B7F2D84B-B484-4C1D-A707-00C7DE25A92A}"/>
                    </a:ext>
                  </a:extLst>
                </p:cNvPr>
                <p:cNvSpPr/>
                <p:nvPr/>
              </p:nvSpPr>
              <p:spPr>
                <a:xfrm>
                  <a:off x="3229603" y="2765425"/>
                  <a:ext cx="239094" cy="216035"/>
                </a:xfrm>
                <a:custGeom>
                  <a:avLst/>
                  <a:gdLst>
                    <a:gd name="connsiteX0" fmla="*/ 165371 w 239094"/>
                    <a:gd name="connsiteY0" fmla="*/ 150971 h 216035"/>
                    <a:gd name="connsiteX1" fmla="*/ 124604 w 239094"/>
                    <a:gd name="connsiteY1" fmla="*/ 182213 h 216035"/>
                    <a:gd name="connsiteX2" fmla="*/ 86313 w 239094"/>
                    <a:gd name="connsiteY2" fmla="*/ 187928 h 216035"/>
                    <a:gd name="connsiteX3" fmla="*/ 56310 w 239094"/>
                    <a:gd name="connsiteY3" fmla="*/ 171355 h 216035"/>
                    <a:gd name="connsiteX4" fmla="*/ 30402 w 239094"/>
                    <a:gd name="connsiteY4" fmla="*/ 134398 h 216035"/>
                    <a:gd name="connsiteX5" fmla="*/ 10304 w 239094"/>
                    <a:gd name="connsiteY5" fmla="*/ 77248 h 216035"/>
                    <a:gd name="connsiteX6" fmla="*/ 493 w 239094"/>
                    <a:gd name="connsiteY6" fmla="*/ 0 h 216035"/>
                    <a:gd name="connsiteX7" fmla="*/ 303 w 239094"/>
                    <a:gd name="connsiteY7" fmla="*/ 2381 h 216035"/>
                    <a:gd name="connsiteX8" fmla="*/ 6399 w 239094"/>
                    <a:gd name="connsiteY8" fmla="*/ 90202 h 216035"/>
                    <a:gd name="connsiteX9" fmla="*/ 25353 w 239094"/>
                    <a:gd name="connsiteY9" fmla="*/ 155162 h 216035"/>
                    <a:gd name="connsiteX10" fmla="*/ 81360 w 239094"/>
                    <a:gd name="connsiteY10" fmla="*/ 214979 h 216035"/>
                    <a:gd name="connsiteX11" fmla="*/ 157465 w 239094"/>
                    <a:gd name="connsiteY11" fmla="*/ 177355 h 216035"/>
                    <a:gd name="connsiteX12" fmla="*/ 232427 w 239094"/>
                    <a:gd name="connsiteY12" fmla="*/ 48101 h 216035"/>
                    <a:gd name="connsiteX13" fmla="*/ 239094 w 239094"/>
                    <a:gd name="connsiteY13" fmla="*/ 27813 h 216035"/>
                    <a:gd name="connsiteX14" fmla="*/ 165371 w 239094"/>
                    <a:gd name="connsiteY14" fmla="*/ 150971 h 216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39094" h="216035">
                      <a:moveTo>
                        <a:pt x="165371" y="150971"/>
                      </a:moveTo>
                      <a:cubicBezTo>
                        <a:pt x="151560" y="165068"/>
                        <a:pt x="137653" y="176308"/>
                        <a:pt x="124604" y="182213"/>
                      </a:cubicBezTo>
                      <a:cubicBezTo>
                        <a:pt x="111459" y="188309"/>
                        <a:pt x="98601" y="190881"/>
                        <a:pt x="86313" y="187928"/>
                      </a:cubicBezTo>
                      <a:cubicBezTo>
                        <a:pt x="75550" y="186309"/>
                        <a:pt x="65739" y="180118"/>
                        <a:pt x="56310" y="171355"/>
                      </a:cubicBezTo>
                      <a:cubicBezTo>
                        <a:pt x="46880" y="162782"/>
                        <a:pt x="38307" y="149828"/>
                        <a:pt x="30402" y="134398"/>
                      </a:cubicBezTo>
                      <a:cubicBezTo>
                        <a:pt x="22591" y="118967"/>
                        <a:pt x="15638" y="99822"/>
                        <a:pt x="10304" y="77248"/>
                      </a:cubicBezTo>
                      <a:cubicBezTo>
                        <a:pt x="4970" y="54674"/>
                        <a:pt x="1255" y="29242"/>
                        <a:pt x="493" y="0"/>
                      </a:cubicBezTo>
                      <a:lnTo>
                        <a:pt x="303" y="2381"/>
                      </a:lnTo>
                      <a:cubicBezTo>
                        <a:pt x="-936" y="35624"/>
                        <a:pt x="1731" y="64865"/>
                        <a:pt x="6399" y="90202"/>
                      </a:cubicBezTo>
                      <a:cubicBezTo>
                        <a:pt x="11066" y="115824"/>
                        <a:pt x="17638" y="137636"/>
                        <a:pt x="25353" y="155162"/>
                      </a:cubicBezTo>
                      <a:cubicBezTo>
                        <a:pt x="40784" y="190500"/>
                        <a:pt x="59738" y="210979"/>
                        <a:pt x="81360" y="214979"/>
                      </a:cubicBezTo>
                      <a:cubicBezTo>
                        <a:pt x="104792" y="220123"/>
                        <a:pt x="130319" y="206312"/>
                        <a:pt x="157465" y="177355"/>
                      </a:cubicBezTo>
                      <a:cubicBezTo>
                        <a:pt x="184040" y="148685"/>
                        <a:pt x="211472" y="104299"/>
                        <a:pt x="232427" y="48101"/>
                      </a:cubicBezTo>
                      <a:cubicBezTo>
                        <a:pt x="234903" y="41338"/>
                        <a:pt x="237094" y="34576"/>
                        <a:pt x="239094" y="27813"/>
                      </a:cubicBezTo>
                      <a:cubicBezTo>
                        <a:pt x="218330" y="81343"/>
                        <a:pt x="191660" y="123634"/>
                        <a:pt x="165371" y="150971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667" name="Forme libre : forme 13666">
                  <a:extLst>
                    <a:ext uri="{FF2B5EF4-FFF2-40B4-BE49-F238E27FC236}">
                      <a16:creationId xmlns:a16="http://schemas.microsoft.com/office/drawing/2014/main" id="{4B3DE281-C6CA-4299-8FFF-AF1421BD0FC1}"/>
                    </a:ext>
                  </a:extLst>
                </p:cNvPr>
                <p:cNvSpPr/>
                <p:nvPr/>
              </p:nvSpPr>
              <p:spPr>
                <a:xfrm>
                  <a:off x="3262291" y="2541502"/>
                  <a:ext cx="247554" cy="136006"/>
                </a:xfrm>
                <a:custGeom>
                  <a:avLst/>
                  <a:gdLst>
                    <a:gd name="connsiteX0" fmla="*/ 247555 w 247554"/>
                    <a:gd name="connsiteY0" fmla="*/ 561 h 136006"/>
                    <a:gd name="connsiteX1" fmla="*/ 239363 w 247554"/>
                    <a:gd name="connsiteY1" fmla="*/ 85 h 136006"/>
                    <a:gd name="connsiteX2" fmla="*/ 217075 w 247554"/>
                    <a:gd name="connsiteY2" fmla="*/ 276 h 136006"/>
                    <a:gd name="connsiteX3" fmla="*/ 184309 w 247554"/>
                    <a:gd name="connsiteY3" fmla="*/ 3228 h 136006"/>
                    <a:gd name="connsiteX4" fmla="*/ 144780 w 247554"/>
                    <a:gd name="connsiteY4" fmla="*/ 11991 h 136006"/>
                    <a:gd name="connsiteX5" fmla="*/ 102584 w 247554"/>
                    <a:gd name="connsiteY5" fmla="*/ 28470 h 136006"/>
                    <a:gd name="connsiteX6" fmla="*/ 81820 w 247554"/>
                    <a:gd name="connsiteY6" fmla="*/ 39804 h 136006"/>
                    <a:gd name="connsiteX7" fmla="*/ 61913 w 247554"/>
                    <a:gd name="connsiteY7" fmla="*/ 53997 h 136006"/>
                    <a:gd name="connsiteX8" fmla="*/ 26670 w 247554"/>
                    <a:gd name="connsiteY8" fmla="*/ 89525 h 136006"/>
                    <a:gd name="connsiteX9" fmla="*/ 0 w 247554"/>
                    <a:gd name="connsiteY9" fmla="*/ 136007 h 136006"/>
                    <a:gd name="connsiteX10" fmla="*/ 11430 w 247554"/>
                    <a:gd name="connsiteY10" fmla="*/ 116862 h 136006"/>
                    <a:gd name="connsiteX11" fmla="*/ 50578 w 247554"/>
                    <a:gd name="connsiteY11" fmla="*/ 72285 h 136006"/>
                    <a:gd name="connsiteX12" fmla="*/ 83534 w 247554"/>
                    <a:gd name="connsiteY12" fmla="*/ 46948 h 136006"/>
                    <a:gd name="connsiteX13" fmla="*/ 126873 w 247554"/>
                    <a:gd name="connsiteY13" fmla="*/ 24279 h 136006"/>
                    <a:gd name="connsiteX14" fmla="*/ 181451 w 247554"/>
                    <a:gd name="connsiteY14" fmla="*/ 7419 h 136006"/>
                    <a:gd name="connsiteX15" fmla="*/ 247555 w 247554"/>
                    <a:gd name="connsiteY15" fmla="*/ 561 h 136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47554" h="136006">
                      <a:moveTo>
                        <a:pt x="247555" y="561"/>
                      </a:moveTo>
                      <a:cubicBezTo>
                        <a:pt x="247555" y="561"/>
                        <a:pt x="244697" y="85"/>
                        <a:pt x="239363" y="85"/>
                      </a:cubicBezTo>
                      <a:cubicBezTo>
                        <a:pt x="234125" y="-10"/>
                        <a:pt x="226409" y="-105"/>
                        <a:pt x="217075" y="276"/>
                      </a:cubicBezTo>
                      <a:cubicBezTo>
                        <a:pt x="207645" y="752"/>
                        <a:pt x="196596" y="1228"/>
                        <a:pt x="184309" y="3228"/>
                      </a:cubicBezTo>
                      <a:cubicBezTo>
                        <a:pt x="172021" y="5229"/>
                        <a:pt x="158591" y="8086"/>
                        <a:pt x="144780" y="11991"/>
                      </a:cubicBezTo>
                      <a:cubicBezTo>
                        <a:pt x="130969" y="15801"/>
                        <a:pt x="116586" y="21707"/>
                        <a:pt x="102584" y="28470"/>
                      </a:cubicBezTo>
                      <a:cubicBezTo>
                        <a:pt x="95536" y="31899"/>
                        <a:pt x="88678" y="35613"/>
                        <a:pt x="81820" y="39804"/>
                      </a:cubicBezTo>
                      <a:cubicBezTo>
                        <a:pt x="74962" y="44186"/>
                        <a:pt x="68294" y="48948"/>
                        <a:pt x="61913" y="53997"/>
                      </a:cubicBezTo>
                      <a:cubicBezTo>
                        <a:pt x="49054" y="64284"/>
                        <a:pt x="37147" y="75809"/>
                        <a:pt x="26670" y="89525"/>
                      </a:cubicBezTo>
                      <a:cubicBezTo>
                        <a:pt x="16193" y="103336"/>
                        <a:pt x="7144" y="118767"/>
                        <a:pt x="0" y="136007"/>
                      </a:cubicBezTo>
                      <a:cubicBezTo>
                        <a:pt x="0" y="136007"/>
                        <a:pt x="3429" y="128577"/>
                        <a:pt x="11430" y="116862"/>
                      </a:cubicBezTo>
                      <a:cubicBezTo>
                        <a:pt x="19431" y="105051"/>
                        <a:pt x="31909" y="88858"/>
                        <a:pt x="50578" y="72285"/>
                      </a:cubicBezTo>
                      <a:cubicBezTo>
                        <a:pt x="59912" y="63998"/>
                        <a:pt x="70866" y="55235"/>
                        <a:pt x="83534" y="46948"/>
                      </a:cubicBezTo>
                      <a:cubicBezTo>
                        <a:pt x="96107" y="39042"/>
                        <a:pt x="110490" y="31327"/>
                        <a:pt x="126873" y="24279"/>
                      </a:cubicBezTo>
                      <a:cubicBezTo>
                        <a:pt x="143161" y="17230"/>
                        <a:pt x="161258" y="11991"/>
                        <a:pt x="181451" y="7419"/>
                      </a:cubicBezTo>
                      <a:cubicBezTo>
                        <a:pt x="201644" y="3228"/>
                        <a:pt x="223647" y="942"/>
                        <a:pt x="247555" y="5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668" name="Forme libre : forme 13667">
                  <a:extLst>
                    <a:ext uri="{FF2B5EF4-FFF2-40B4-BE49-F238E27FC236}">
                      <a16:creationId xmlns:a16="http://schemas.microsoft.com/office/drawing/2014/main" id="{22B64B03-DFBA-4B45-A67B-8863D1AB159F}"/>
                    </a:ext>
                  </a:extLst>
                </p:cNvPr>
                <p:cNvSpPr/>
                <p:nvPr/>
              </p:nvSpPr>
              <p:spPr>
                <a:xfrm>
                  <a:off x="3380115" y="2596451"/>
                  <a:ext cx="64607" cy="236505"/>
                </a:xfrm>
                <a:custGeom>
                  <a:avLst/>
                  <a:gdLst>
                    <a:gd name="connsiteX0" fmla="*/ 59817 w 64607"/>
                    <a:gd name="connsiteY0" fmla="*/ 0 h 236505"/>
                    <a:gd name="connsiteX1" fmla="*/ 36290 w 64607"/>
                    <a:gd name="connsiteY1" fmla="*/ 5906 h 236505"/>
                    <a:gd name="connsiteX2" fmla="*/ 0 w 64607"/>
                    <a:gd name="connsiteY2" fmla="*/ 21717 h 236505"/>
                    <a:gd name="connsiteX3" fmla="*/ 12097 w 64607"/>
                    <a:gd name="connsiteY3" fmla="*/ 37719 h 236505"/>
                    <a:gd name="connsiteX4" fmla="*/ 33242 w 64607"/>
                    <a:gd name="connsiteY4" fmla="*/ 82677 h 236505"/>
                    <a:gd name="connsiteX5" fmla="*/ 41148 w 64607"/>
                    <a:gd name="connsiteY5" fmla="*/ 151162 h 236505"/>
                    <a:gd name="connsiteX6" fmla="*/ 19526 w 64607"/>
                    <a:gd name="connsiteY6" fmla="*/ 236506 h 236505"/>
                    <a:gd name="connsiteX7" fmla="*/ 49149 w 64607"/>
                    <a:gd name="connsiteY7" fmla="*/ 178689 h 236505"/>
                    <a:gd name="connsiteX8" fmla="*/ 52959 w 64607"/>
                    <a:gd name="connsiteY8" fmla="*/ 33623 h 236505"/>
                    <a:gd name="connsiteX9" fmla="*/ 53816 w 64607"/>
                    <a:gd name="connsiteY9" fmla="*/ 10097 h 236505"/>
                    <a:gd name="connsiteX10" fmla="*/ 59817 w 64607"/>
                    <a:gd name="connsiteY10" fmla="*/ 0 h 23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4607" h="236505">
                      <a:moveTo>
                        <a:pt x="59817" y="0"/>
                      </a:moveTo>
                      <a:cubicBezTo>
                        <a:pt x="59817" y="0"/>
                        <a:pt x="49054" y="2191"/>
                        <a:pt x="36290" y="5906"/>
                      </a:cubicBezTo>
                      <a:cubicBezTo>
                        <a:pt x="23432" y="9811"/>
                        <a:pt x="8763" y="14954"/>
                        <a:pt x="0" y="21717"/>
                      </a:cubicBezTo>
                      <a:cubicBezTo>
                        <a:pt x="0" y="21717"/>
                        <a:pt x="5334" y="27051"/>
                        <a:pt x="12097" y="37719"/>
                      </a:cubicBezTo>
                      <a:cubicBezTo>
                        <a:pt x="18955" y="48292"/>
                        <a:pt x="27242" y="63532"/>
                        <a:pt x="33242" y="82677"/>
                      </a:cubicBezTo>
                      <a:cubicBezTo>
                        <a:pt x="39243" y="101822"/>
                        <a:pt x="42767" y="125349"/>
                        <a:pt x="41148" y="151162"/>
                      </a:cubicBezTo>
                      <a:cubicBezTo>
                        <a:pt x="39624" y="177070"/>
                        <a:pt x="32766" y="205740"/>
                        <a:pt x="19526" y="236506"/>
                      </a:cubicBezTo>
                      <a:cubicBezTo>
                        <a:pt x="19526" y="236506"/>
                        <a:pt x="35433" y="214598"/>
                        <a:pt x="49149" y="178689"/>
                      </a:cubicBezTo>
                      <a:cubicBezTo>
                        <a:pt x="62389" y="142685"/>
                        <a:pt x="74200" y="92869"/>
                        <a:pt x="52959" y="33623"/>
                      </a:cubicBezTo>
                      <a:cubicBezTo>
                        <a:pt x="49721" y="24670"/>
                        <a:pt x="51245" y="16383"/>
                        <a:pt x="53816" y="10097"/>
                      </a:cubicBezTo>
                      <a:cubicBezTo>
                        <a:pt x="56388" y="4000"/>
                        <a:pt x="59817" y="0"/>
                        <a:pt x="59817" y="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669" name="Forme libre : forme 13668">
                  <a:extLst>
                    <a:ext uri="{FF2B5EF4-FFF2-40B4-BE49-F238E27FC236}">
                      <a16:creationId xmlns:a16="http://schemas.microsoft.com/office/drawing/2014/main" id="{8AF8A587-E666-4029-A02E-D8A406F4BF6F}"/>
                    </a:ext>
                  </a:extLst>
                </p:cNvPr>
                <p:cNvSpPr/>
                <p:nvPr/>
              </p:nvSpPr>
              <p:spPr>
                <a:xfrm>
                  <a:off x="3230858" y="2537805"/>
                  <a:ext cx="120110" cy="37690"/>
                </a:xfrm>
                <a:custGeom>
                  <a:avLst/>
                  <a:gdLst>
                    <a:gd name="connsiteX0" fmla="*/ 102203 w 120110"/>
                    <a:gd name="connsiteY0" fmla="*/ 37691 h 37690"/>
                    <a:gd name="connsiteX1" fmla="*/ 120110 w 120110"/>
                    <a:gd name="connsiteY1" fmla="*/ 25975 h 37690"/>
                    <a:gd name="connsiteX2" fmla="*/ 111347 w 120110"/>
                    <a:gd name="connsiteY2" fmla="*/ 21403 h 37690"/>
                    <a:gd name="connsiteX3" fmla="*/ 86487 w 120110"/>
                    <a:gd name="connsiteY3" fmla="*/ 11497 h 37690"/>
                    <a:gd name="connsiteX4" fmla="*/ 68866 w 120110"/>
                    <a:gd name="connsiteY4" fmla="*/ 6258 h 37690"/>
                    <a:gd name="connsiteX5" fmla="*/ 48196 w 120110"/>
                    <a:gd name="connsiteY5" fmla="*/ 2448 h 37690"/>
                    <a:gd name="connsiteX6" fmla="*/ 0 w 120110"/>
                    <a:gd name="connsiteY6" fmla="*/ 829 h 37690"/>
                    <a:gd name="connsiteX7" fmla="*/ 8954 w 120110"/>
                    <a:gd name="connsiteY7" fmla="*/ 1877 h 37690"/>
                    <a:gd name="connsiteX8" fmla="*/ 32480 w 120110"/>
                    <a:gd name="connsiteY8" fmla="*/ 6735 h 37690"/>
                    <a:gd name="connsiteX9" fmla="*/ 65437 w 120110"/>
                    <a:gd name="connsiteY9" fmla="*/ 17784 h 37690"/>
                    <a:gd name="connsiteX10" fmla="*/ 102203 w 120110"/>
                    <a:gd name="connsiteY10" fmla="*/ 37691 h 37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0110" h="37690">
                      <a:moveTo>
                        <a:pt x="102203" y="37691"/>
                      </a:moveTo>
                      <a:cubicBezTo>
                        <a:pt x="102203" y="37691"/>
                        <a:pt x="110966" y="30452"/>
                        <a:pt x="120110" y="25975"/>
                      </a:cubicBezTo>
                      <a:cubicBezTo>
                        <a:pt x="120110" y="25975"/>
                        <a:pt x="117062" y="23975"/>
                        <a:pt x="111347" y="21403"/>
                      </a:cubicBezTo>
                      <a:cubicBezTo>
                        <a:pt x="105632" y="18736"/>
                        <a:pt x="97155" y="15117"/>
                        <a:pt x="86487" y="11497"/>
                      </a:cubicBezTo>
                      <a:cubicBezTo>
                        <a:pt x="81153" y="9687"/>
                        <a:pt x="75247" y="7782"/>
                        <a:pt x="68866" y="6258"/>
                      </a:cubicBezTo>
                      <a:cubicBezTo>
                        <a:pt x="62484" y="4830"/>
                        <a:pt x="55531" y="3496"/>
                        <a:pt x="48196" y="2448"/>
                      </a:cubicBezTo>
                      <a:cubicBezTo>
                        <a:pt x="33528" y="258"/>
                        <a:pt x="17240" y="-885"/>
                        <a:pt x="0" y="829"/>
                      </a:cubicBezTo>
                      <a:cubicBezTo>
                        <a:pt x="0" y="829"/>
                        <a:pt x="3238" y="1020"/>
                        <a:pt x="8954" y="1877"/>
                      </a:cubicBezTo>
                      <a:cubicBezTo>
                        <a:pt x="14669" y="2639"/>
                        <a:pt x="22765" y="3972"/>
                        <a:pt x="32480" y="6735"/>
                      </a:cubicBezTo>
                      <a:cubicBezTo>
                        <a:pt x="42196" y="9402"/>
                        <a:pt x="53530" y="13021"/>
                        <a:pt x="65437" y="17784"/>
                      </a:cubicBezTo>
                      <a:cubicBezTo>
                        <a:pt x="77343" y="22832"/>
                        <a:pt x="89916" y="29690"/>
                        <a:pt x="102203" y="37691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3670" name="Graphique 5">
                  <a:extLst>
                    <a:ext uri="{FF2B5EF4-FFF2-40B4-BE49-F238E27FC236}">
                      <a16:creationId xmlns:a16="http://schemas.microsoft.com/office/drawing/2014/main" id="{FE596154-6199-4902-A44E-DE5C43A8D058}"/>
                    </a:ext>
                  </a:extLst>
                </p:cNvPr>
                <p:cNvGrpSpPr/>
                <p:nvPr/>
              </p:nvGrpSpPr>
              <p:grpSpPr>
                <a:xfrm>
                  <a:off x="3279196" y="2579268"/>
                  <a:ext cx="73833" cy="99024"/>
                  <a:chOff x="3279196" y="2579268"/>
                  <a:chExt cx="73833" cy="99024"/>
                </a:xfrm>
                <a:solidFill>
                  <a:schemeClr val="accent1"/>
                </a:solidFill>
              </p:grpSpPr>
              <p:grpSp>
                <p:nvGrpSpPr>
                  <p:cNvPr id="13671" name="Graphique 5">
                    <a:extLst>
                      <a:ext uri="{FF2B5EF4-FFF2-40B4-BE49-F238E27FC236}">
                        <a16:creationId xmlns:a16="http://schemas.microsoft.com/office/drawing/2014/main" id="{9B65684A-C062-4A98-A4D5-D2DA4278D10C}"/>
                      </a:ext>
                    </a:extLst>
                  </p:cNvPr>
                  <p:cNvGrpSpPr/>
                  <p:nvPr/>
                </p:nvGrpSpPr>
                <p:grpSpPr>
                  <a:xfrm>
                    <a:off x="3279196" y="2579268"/>
                    <a:ext cx="40577" cy="35755"/>
                    <a:chOff x="3279196" y="2579268"/>
                    <a:chExt cx="40577" cy="35755"/>
                  </a:xfrm>
                  <a:solidFill>
                    <a:schemeClr val="accent1"/>
                  </a:solidFill>
                </p:grpSpPr>
                <p:sp>
                  <p:nvSpPr>
                    <p:cNvPr id="13672" name="Forme libre : forme 13671">
                      <a:extLst>
                        <a:ext uri="{FF2B5EF4-FFF2-40B4-BE49-F238E27FC236}">
                          <a16:creationId xmlns:a16="http://schemas.microsoft.com/office/drawing/2014/main" id="{579C7D8E-07F9-48E6-AED1-F14096A528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9197" y="2579268"/>
                      <a:ext cx="40577" cy="35755"/>
                    </a:xfrm>
                    <a:custGeom>
                      <a:avLst/>
                      <a:gdLst>
                        <a:gd name="connsiteX0" fmla="*/ 40435 w 40577"/>
                        <a:gd name="connsiteY0" fmla="*/ 20422 h 35755"/>
                        <a:gd name="connsiteX1" fmla="*/ 18432 w 40577"/>
                        <a:gd name="connsiteY1" fmla="*/ 35567 h 35755"/>
                        <a:gd name="connsiteX2" fmla="*/ 49 w 40577"/>
                        <a:gd name="connsiteY2" fmla="*/ 16136 h 35755"/>
                        <a:gd name="connsiteX3" fmla="*/ 22147 w 40577"/>
                        <a:gd name="connsiteY3" fmla="*/ 134 h 35755"/>
                        <a:gd name="connsiteX4" fmla="*/ 40435 w 40577"/>
                        <a:gd name="connsiteY4" fmla="*/ 20422 h 35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577" h="35755">
                          <a:moveTo>
                            <a:pt x="40435" y="20422"/>
                          </a:moveTo>
                          <a:cubicBezTo>
                            <a:pt x="39101" y="30137"/>
                            <a:pt x="29290" y="36995"/>
                            <a:pt x="18432" y="35567"/>
                          </a:cubicBezTo>
                          <a:cubicBezTo>
                            <a:pt x="7573" y="34424"/>
                            <a:pt x="-713" y="25946"/>
                            <a:pt x="49" y="16136"/>
                          </a:cubicBezTo>
                          <a:cubicBezTo>
                            <a:pt x="811" y="6420"/>
                            <a:pt x="10717" y="-1105"/>
                            <a:pt x="22147" y="134"/>
                          </a:cubicBezTo>
                          <a:cubicBezTo>
                            <a:pt x="33577" y="1562"/>
                            <a:pt x="41768" y="10611"/>
                            <a:pt x="40435" y="2042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73" name="Forme libre : forme 13672">
                      <a:extLst>
                        <a:ext uri="{FF2B5EF4-FFF2-40B4-BE49-F238E27FC236}">
                          <a16:creationId xmlns:a16="http://schemas.microsoft.com/office/drawing/2014/main" id="{8C434849-5735-4CD8-88AD-F8A00C56CB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9196" y="2586736"/>
                      <a:ext cx="40551" cy="28171"/>
                    </a:xfrm>
                    <a:custGeom>
                      <a:avLst/>
                      <a:gdLst>
                        <a:gd name="connsiteX0" fmla="*/ 20433 w 40551"/>
                        <a:gd name="connsiteY0" fmla="*/ 10763 h 28171"/>
                        <a:gd name="connsiteX1" fmla="*/ 3573 w 40551"/>
                        <a:gd name="connsiteY1" fmla="*/ 0 h 28171"/>
                        <a:gd name="connsiteX2" fmla="*/ 49 w 40551"/>
                        <a:gd name="connsiteY2" fmla="*/ 8572 h 28171"/>
                        <a:gd name="connsiteX3" fmla="*/ 18433 w 40551"/>
                        <a:gd name="connsiteY3" fmla="*/ 28003 h 28171"/>
                        <a:gd name="connsiteX4" fmla="*/ 40435 w 40551"/>
                        <a:gd name="connsiteY4" fmla="*/ 12859 h 28171"/>
                        <a:gd name="connsiteX5" fmla="*/ 38911 w 40551"/>
                        <a:gd name="connsiteY5" fmla="*/ 4000 h 28171"/>
                        <a:gd name="connsiteX6" fmla="*/ 20433 w 40551"/>
                        <a:gd name="connsiteY6" fmla="*/ 10763 h 28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551" h="28171">
                          <a:moveTo>
                            <a:pt x="20433" y="10763"/>
                          </a:moveTo>
                          <a:cubicBezTo>
                            <a:pt x="12813" y="9811"/>
                            <a:pt x="6621" y="5810"/>
                            <a:pt x="3573" y="0"/>
                          </a:cubicBezTo>
                          <a:cubicBezTo>
                            <a:pt x="1668" y="2476"/>
                            <a:pt x="335" y="5334"/>
                            <a:pt x="49" y="8572"/>
                          </a:cubicBezTo>
                          <a:cubicBezTo>
                            <a:pt x="-713" y="18478"/>
                            <a:pt x="7479" y="26860"/>
                            <a:pt x="18433" y="28003"/>
                          </a:cubicBezTo>
                          <a:cubicBezTo>
                            <a:pt x="29291" y="29337"/>
                            <a:pt x="39197" y="22574"/>
                            <a:pt x="40435" y="12859"/>
                          </a:cubicBezTo>
                          <a:cubicBezTo>
                            <a:pt x="40816" y="9715"/>
                            <a:pt x="40245" y="6763"/>
                            <a:pt x="38911" y="4000"/>
                          </a:cubicBezTo>
                          <a:cubicBezTo>
                            <a:pt x="34720" y="8953"/>
                            <a:pt x="27862" y="11716"/>
                            <a:pt x="20433" y="1076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74" name="Forme libre : forme 13673">
                      <a:extLst>
                        <a:ext uri="{FF2B5EF4-FFF2-40B4-BE49-F238E27FC236}">
                          <a16:creationId xmlns:a16="http://schemas.microsoft.com/office/drawing/2014/main" id="{B8AE79CF-6B1D-4B7E-BB1C-8DE182A718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8894" y="2586677"/>
                      <a:ext cx="17347" cy="16942"/>
                    </a:xfrm>
                    <a:custGeom>
                      <a:avLst/>
                      <a:gdLst>
                        <a:gd name="connsiteX0" fmla="*/ 16642 w 17347"/>
                        <a:gd name="connsiteY0" fmla="*/ 6155 h 16942"/>
                        <a:gd name="connsiteX1" fmla="*/ 12070 w 17347"/>
                        <a:gd name="connsiteY1" fmla="*/ 16632 h 16942"/>
                        <a:gd name="connsiteX2" fmla="*/ 735 w 17347"/>
                        <a:gd name="connsiteY2" fmla="*/ 10822 h 16942"/>
                        <a:gd name="connsiteX3" fmla="*/ 5212 w 17347"/>
                        <a:gd name="connsiteY3" fmla="*/ 344 h 16942"/>
                        <a:gd name="connsiteX4" fmla="*/ 16642 w 17347"/>
                        <a:gd name="connsiteY4" fmla="*/ 6155 h 16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47" h="16942">
                          <a:moveTo>
                            <a:pt x="16642" y="6155"/>
                          </a:moveTo>
                          <a:cubicBezTo>
                            <a:pt x="18547" y="10631"/>
                            <a:pt x="16451" y="15298"/>
                            <a:pt x="12070" y="16632"/>
                          </a:cubicBezTo>
                          <a:cubicBezTo>
                            <a:pt x="7688" y="17870"/>
                            <a:pt x="2735" y="15298"/>
                            <a:pt x="735" y="10822"/>
                          </a:cubicBezTo>
                          <a:cubicBezTo>
                            <a:pt x="-1170" y="6345"/>
                            <a:pt x="735" y="1582"/>
                            <a:pt x="5212" y="344"/>
                          </a:cubicBezTo>
                          <a:cubicBezTo>
                            <a:pt x="9689" y="-989"/>
                            <a:pt x="14832" y="1678"/>
                            <a:pt x="16642" y="615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75" name="Forme libre : forme 13674">
                      <a:extLst>
                        <a:ext uri="{FF2B5EF4-FFF2-40B4-BE49-F238E27FC236}">
                          <a16:creationId xmlns:a16="http://schemas.microsoft.com/office/drawing/2014/main" id="{D35D39B5-A084-4DA4-B223-48FA189F93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8659" y="2586692"/>
                      <a:ext cx="6702" cy="5897"/>
                    </a:xfrm>
                    <a:custGeom>
                      <a:avLst/>
                      <a:gdLst>
                        <a:gd name="connsiteX0" fmla="*/ 6685 w 6702"/>
                        <a:gd name="connsiteY0" fmla="*/ 3378 h 5897"/>
                        <a:gd name="connsiteX1" fmla="*/ 3065 w 6702"/>
                        <a:gd name="connsiteY1" fmla="*/ 5854 h 5897"/>
                        <a:gd name="connsiteX2" fmla="*/ 17 w 6702"/>
                        <a:gd name="connsiteY2" fmla="*/ 2520 h 5897"/>
                        <a:gd name="connsiteX3" fmla="*/ 3637 w 6702"/>
                        <a:gd name="connsiteY3" fmla="*/ 44 h 5897"/>
                        <a:gd name="connsiteX4" fmla="*/ 6685 w 6702"/>
                        <a:gd name="connsiteY4" fmla="*/ 3378 h 58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02" h="5897">
                          <a:moveTo>
                            <a:pt x="6685" y="3378"/>
                          </a:moveTo>
                          <a:cubicBezTo>
                            <a:pt x="6494" y="4997"/>
                            <a:pt x="4875" y="6140"/>
                            <a:pt x="3065" y="5854"/>
                          </a:cubicBezTo>
                          <a:cubicBezTo>
                            <a:pt x="1255" y="5568"/>
                            <a:pt x="-173" y="4140"/>
                            <a:pt x="17" y="2520"/>
                          </a:cubicBezTo>
                          <a:cubicBezTo>
                            <a:pt x="207" y="901"/>
                            <a:pt x="1827" y="-242"/>
                            <a:pt x="3637" y="44"/>
                          </a:cubicBezTo>
                          <a:cubicBezTo>
                            <a:pt x="5541" y="234"/>
                            <a:pt x="6875" y="1758"/>
                            <a:pt x="6685" y="33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676" name="Graphique 5">
                    <a:extLst>
                      <a:ext uri="{FF2B5EF4-FFF2-40B4-BE49-F238E27FC236}">
                        <a16:creationId xmlns:a16="http://schemas.microsoft.com/office/drawing/2014/main" id="{14C8EEFE-ED95-4495-A9C1-4E91C0E86726}"/>
                      </a:ext>
                    </a:extLst>
                  </p:cNvPr>
                  <p:cNvGrpSpPr/>
                  <p:nvPr/>
                </p:nvGrpSpPr>
                <p:grpSpPr>
                  <a:xfrm>
                    <a:off x="3292120" y="2613598"/>
                    <a:ext cx="39207" cy="35672"/>
                    <a:chOff x="3292120" y="2613598"/>
                    <a:chExt cx="39207" cy="35672"/>
                  </a:xfrm>
                  <a:solidFill>
                    <a:schemeClr val="accent1"/>
                  </a:solidFill>
                </p:grpSpPr>
                <p:sp>
                  <p:nvSpPr>
                    <p:cNvPr id="13677" name="Forme libre : forme 13676">
                      <a:extLst>
                        <a:ext uri="{FF2B5EF4-FFF2-40B4-BE49-F238E27FC236}">
                          <a16:creationId xmlns:a16="http://schemas.microsoft.com/office/drawing/2014/main" id="{50FCD929-8928-4C57-BC91-C1B4BD32A3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2134" y="2613598"/>
                      <a:ext cx="39192" cy="35672"/>
                    </a:xfrm>
                    <a:custGeom>
                      <a:avLst/>
                      <a:gdLst>
                        <a:gd name="connsiteX0" fmla="*/ 39022 w 39192"/>
                        <a:gd name="connsiteY0" fmla="*/ 20286 h 35672"/>
                        <a:gd name="connsiteX1" fmla="*/ 17401 w 39192"/>
                        <a:gd name="connsiteY1" fmla="*/ 35526 h 35672"/>
                        <a:gd name="connsiteX2" fmla="*/ 65 w 39192"/>
                        <a:gd name="connsiteY2" fmla="*/ 15428 h 35672"/>
                        <a:gd name="connsiteX3" fmla="*/ 21687 w 39192"/>
                        <a:gd name="connsiteY3" fmla="*/ 188 h 35672"/>
                        <a:gd name="connsiteX4" fmla="*/ 39022 w 39192"/>
                        <a:gd name="connsiteY4" fmla="*/ 20286 h 35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92" h="35672">
                          <a:moveTo>
                            <a:pt x="39022" y="20286"/>
                          </a:moveTo>
                          <a:cubicBezTo>
                            <a:pt x="37594" y="30002"/>
                            <a:pt x="27878" y="36764"/>
                            <a:pt x="17401" y="35526"/>
                          </a:cubicBezTo>
                          <a:cubicBezTo>
                            <a:pt x="6923" y="34193"/>
                            <a:pt x="-792" y="25144"/>
                            <a:pt x="65" y="15428"/>
                          </a:cubicBezTo>
                          <a:cubicBezTo>
                            <a:pt x="1018" y="5618"/>
                            <a:pt x="10733" y="-1240"/>
                            <a:pt x="21687" y="188"/>
                          </a:cubicBezTo>
                          <a:cubicBezTo>
                            <a:pt x="32736" y="1522"/>
                            <a:pt x="40451" y="10571"/>
                            <a:pt x="39022" y="202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78" name="Forme libre : forme 13677">
                      <a:extLst>
                        <a:ext uri="{FF2B5EF4-FFF2-40B4-BE49-F238E27FC236}">
                          <a16:creationId xmlns:a16="http://schemas.microsoft.com/office/drawing/2014/main" id="{9DBFDBEC-4F6E-4B6F-B781-AB326DA2C9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2120" y="2620454"/>
                      <a:ext cx="39203" cy="28742"/>
                    </a:xfrm>
                    <a:custGeom>
                      <a:avLst/>
                      <a:gdLst>
                        <a:gd name="connsiteX0" fmla="*/ 19606 w 39203"/>
                        <a:gd name="connsiteY0" fmla="*/ 11335 h 28742"/>
                        <a:gd name="connsiteX1" fmla="*/ 3604 w 39203"/>
                        <a:gd name="connsiteY1" fmla="*/ 0 h 28742"/>
                        <a:gd name="connsiteX2" fmla="*/ 80 w 39203"/>
                        <a:gd name="connsiteY2" fmla="*/ 8477 h 28742"/>
                        <a:gd name="connsiteX3" fmla="*/ 17415 w 39203"/>
                        <a:gd name="connsiteY3" fmla="*/ 28575 h 28742"/>
                        <a:gd name="connsiteX4" fmla="*/ 39037 w 39203"/>
                        <a:gd name="connsiteY4" fmla="*/ 13335 h 28742"/>
                        <a:gd name="connsiteX5" fmla="*/ 37703 w 39203"/>
                        <a:gd name="connsiteY5" fmla="*/ 4477 h 28742"/>
                        <a:gd name="connsiteX6" fmla="*/ 19606 w 39203"/>
                        <a:gd name="connsiteY6" fmla="*/ 11335 h 28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203" h="28742">
                          <a:moveTo>
                            <a:pt x="19606" y="11335"/>
                          </a:moveTo>
                          <a:cubicBezTo>
                            <a:pt x="12271" y="10382"/>
                            <a:pt x="6366" y="5905"/>
                            <a:pt x="3604" y="0"/>
                          </a:cubicBezTo>
                          <a:cubicBezTo>
                            <a:pt x="1699" y="2381"/>
                            <a:pt x="365" y="5239"/>
                            <a:pt x="80" y="8477"/>
                          </a:cubicBezTo>
                          <a:cubicBezTo>
                            <a:pt x="-873" y="18193"/>
                            <a:pt x="6842" y="27242"/>
                            <a:pt x="17415" y="28575"/>
                          </a:cubicBezTo>
                          <a:cubicBezTo>
                            <a:pt x="27892" y="29908"/>
                            <a:pt x="37608" y="23146"/>
                            <a:pt x="39037" y="13335"/>
                          </a:cubicBezTo>
                          <a:cubicBezTo>
                            <a:pt x="39513" y="10192"/>
                            <a:pt x="38941" y="7239"/>
                            <a:pt x="37703" y="4477"/>
                          </a:cubicBezTo>
                          <a:cubicBezTo>
                            <a:pt x="33512" y="9430"/>
                            <a:pt x="26845" y="12192"/>
                            <a:pt x="19606" y="1133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79" name="Forme libre : forme 13678">
                      <a:extLst>
                        <a:ext uri="{FF2B5EF4-FFF2-40B4-BE49-F238E27FC236}">
                          <a16:creationId xmlns:a16="http://schemas.microsoft.com/office/drawing/2014/main" id="{8FBA0298-971D-4646-A5D1-CFF8194202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1154" y="2620906"/>
                      <a:ext cx="16695" cy="16908"/>
                    </a:xfrm>
                    <a:custGeom>
                      <a:avLst/>
                      <a:gdLst>
                        <a:gd name="connsiteX0" fmla="*/ 16097 w 16695"/>
                        <a:gd name="connsiteY0" fmla="*/ 6121 h 16908"/>
                        <a:gd name="connsiteX1" fmla="*/ 11430 w 16695"/>
                        <a:gd name="connsiteY1" fmla="*/ 16598 h 16908"/>
                        <a:gd name="connsiteX2" fmla="*/ 667 w 16695"/>
                        <a:gd name="connsiteY2" fmla="*/ 10788 h 16908"/>
                        <a:gd name="connsiteX3" fmla="*/ 5144 w 16695"/>
                        <a:gd name="connsiteY3" fmla="*/ 311 h 16908"/>
                        <a:gd name="connsiteX4" fmla="*/ 16097 w 16695"/>
                        <a:gd name="connsiteY4" fmla="*/ 6121 h 16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95" h="16908">
                          <a:moveTo>
                            <a:pt x="16097" y="6121"/>
                          </a:moveTo>
                          <a:cubicBezTo>
                            <a:pt x="17812" y="10598"/>
                            <a:pt x="15716" y="15265"/>
                            <a:pt x="11430" y="16598"/>
                          </a:cubicBezTo>
                          <a:cubicBezTo>
                            <a:pt x="7239" y="17837"/>
                            <a:pt x="2381" y="15265"/>
                            <a:pt x="667" y="10788"/>
                          </a:cubicBezTo>
                          <a:cubicBezTo>
                            <a:pt x="-1143" y="6311"/>
                            <a:pt x="857" y="1644"/>
                            <a:pt x="5144" y="311"/>
                          </a:cubicBezTo>
                          <a:cubicBezTo>
                            <a:pt x="9525" y="-928"/>
                            <a:pt x="14383" y="1644"/>
                            <a:pt x="16097" y="612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80" name="Forme libre : forme 13679">
                      <a:extLst>
                        <a:ext uri="{FF2B5EF4-FFF2-40B4-BE49-F238E27FC236}">
                          <a16:creationId xmlns:a16="http://schemas.microsoft.com/office/drawing/2014/main" id="{FED9457E-5025-4443-95A7-73B179772A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0944" y="2620887"/>
                      <a:ext cx="6534" cy="5897"/>
                    </a:xfrm>
                    <a:custGeom>
                      <a:avLst/>
                      <a:gdLst>
                        <a:gd name="connsiteX0" fmla="*/ 6496 w 6534"/>
                        <a:gd name="connsiteY0" fmla="*/ 3378 h 5897"/>
                        <a:gd name="connsiteX1" fmla="*/ 2877 w 6534"/>
                        <a:gd name="connsiteY1" fmla="*/ 5854 h 5897"/>
                        <a:gd name="connsiteX2" fmla="*/ 19 w 6534"/>
                        <a:gd name="connsiteY2" fmla="*/ 2520 h 5897"/>
                        <a:gd name="connsiteX3" fmla="*/ 3639 w 6534"/>
                        <a:gd name="connsiteY3" fmla="*/ 44 h 5897"/>
                        <a:gd name="connsiteX4" fmla="*/ 6496 w 6534"/>
                        <a:gd name="connsiteY4" fmla="*/ 3378 h 58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34" h="5897">
                          <a:moveTo>
                            <a:pt x="6496" y="3378"/>
                          </a:moveTo>
                          <a:cubicBezTo>
                            <a:pt x="6306" y="4997"/>
                            <a:pt x="4687" y="6140"/>
                            <a:pt x="2877" y="5854"/>
                          </a:cubicBezTo>
                          <a:cubicBezTo>
                            <a:pt x="1067" y="5664"/>
                            <a:pt x="-171" y="4140"/>
                            <a:pt x="19" y="2520"/>
                          </a:cubicBezTo>
                          <a:cubicBezTo>
                            <a:pt x="210" y="901"/>
                            <a:pt x="1829" y="-242"/>
                            <a:pt x="3639" y="44"/>
                          </a:cubicBezTo>
                          <a:cubicBezTo>
                            <a:pt x="5448" y="330"/>
                            <a:pt x="6782" y="1758"/>
                            <a:pt x="6496" y="33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681" name="Graphique 5">
                    <a:extLst>
                      <a:ext uri="{FF2B5EF4-FFF2-40B4-BE49-F238E27FC236}">
                        <a16:creationId xmlns:a16="http://schemas.microsoft.com/office/drawing/2014/main" id="{52C65E1E-5DFC-4FB3-8790-321F6B009467}"/>
                      </a:ext>
                    </a:extLst>
                  </p:cNvPr>
                  <p:cNvGrpSpPr/>
                  <p:nvPr/>
                </p:nvGrpSpPr>
                <p:grpSpPr>
                  <a:xfrm>
                    <a:off x="3314921" y="2642554"/>
                    <a:ext cx="38108" cy="35737"/>
                    <a:chOff x="3314921" y="2642554"/>
                    <a:chExt cx="38108" cy="35737"/>
                  </a:xfrm>
                  <a:solidFill>
                    <a:schemeClr val="accent1"/>
                  </a:solidFill>
                </p:grpSpPr>
                <p:sp>
                  <p:nvSpPr>
                    <p:cNvPr id="13682" name="Forme libre : forme 13681">
                      <a:extLst>
                        <a:ext uri="{FF2B5EF4-FFF2-40B4-BE49-F238E27FC236}">
                          <a16:creationId xmlns:a16="http://schemas.microsoft.com/office/drawing/2014/main" id="{E8FD2E35-A5C5-4F29-8B5B-A85A95064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5017" y="2642554"/>
                      <a:ext cx="38012" cy="35737"/>
                    </a:xfrm>
                    <a:custGeom>
                      <a:avLst/>
                      <a:gdLst>
                        <a:gd name="connsiteX0" fmla="*/ 37761 w 38012"/>
                        <a:gd name="connsiteY0" fmla="*/ 21143 h 35737"/>
                        <a:gd name="connsiteX1" fmla="*/ 16330 w 38012"/>
                        <a:gd name="connsiteY1" fmla="*/ 35431 h 35737"/>
                        <a:gd name="connsiteX2" fmla="*/ 138 w 38012"/>
                        <a:gd name="connsiteY2" fmla="*/ 15333 h 35737"/>
                        <a:gd name="connsiteX3" fmla="*/ 21760 w 38012"/>
                        <a:gd name="connsiteY3" fmla="*/ 188 h 35737"/>
                        <a:gd name="connsiteX4" fmla="*/ 37761 w 38012"/>
                        <a:gd name="connsiteY4" fmla="*/ 21143 h 357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012" h="35737">
                          <a:moveTo>
                            <a:pt x="37761" y="21143"/>
                          </a:moveTo>
                          <a:cubicBezTo>
                            <a:pt x="36047" y="30859"/>
                            <a:pt x="26427" y="37241"/>
                            <a:pt x="16330" y="35431"/>
                          </a:cubicBezTo>
                          <a:cubicBezTo>
                            <a:pt x="6138" y="34097"/>
                            <a:pt x="-1100" y="25144"/>
                            <a:pt x="138" y="15333"/>
                          </a:cubicBezTo>
                          <a:cubicBezTo>
                            <a:pt x="1376" y="5618"/>
                            <a:pt x="11092" y="-1240"/>
                            <a:pt x="21760" y="188"/>
                          </a:cubicBezTo>
                          <a:cubicBezTo>
                            <a:pt x="32237" y="1998"/>
                            <a:pt x="39476" y="11428"/>
                            <a:pt x="37761" y="2114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83" name="Forme libre : forme 13682">
                      <a:extLst>
                        <a:ext uri="{FF2B5EF4-FFF2-40B4-BE49-F238E27FC236}">
                          <a16:creationId xmlns:a16="http://schemas.microsoft.com/office/drawing/2014/main" id="{94BE8B8E-BEFE-44DD-97EE-4352EE62D6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4921" y="2649410"/>
                      <a:ext cx="38006" cy="28786"/>
                    </a:xfrm>
                    <a:custGeom>
                      <a:avLst/>
                      <a:gdLst>
                        <a:gd name="connsiteX0" fmla="*/ 19093 w 38006"/>
                        <a:gd name="connsiteY0" fmla="*/ 11335 h 28786"/>
                        <a:gd name="connsiteX1" fmla="*/ 3852 w 38006"/>
                        <a:gd name="connsiteY1" fmla="*/ 0 h 28786"/>
                        <a:gd name="connsiteX2" fmla="*/ 138 w 38006"/>
                        <a:gd name="connsiteY2" fmla="*/ 8382 h 28786"/>
                        <a:gd name="connsiteX3" fmla="*/ 16331 w 38006"/>
                        <a:gd name="connsiteY3" fmla="*/ 28480 h 28786"/>
                        <a:gd name="connsiteX4" fmla="*/ 37762 w 38006"/>
                        <a:gd name="connsiteY4" fmla="*/ 14192 h 28786"/>
                        <a:gd name="connsiteX5" fmla="*/ 36809 w 38006"/>
                        <a:gd name="connsiteY5" fmla="*/ 5334 h 28786"/>
                        <a:gd name="connsiteX6" fmla="*/ 19093 w 38006"/>
                        <a:gd name="connsiteY6" fmla="*/ 11335 h 28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006" h="28786">
                          <a:moveTo>
                            <a:pt x="19093" y="11335"/>
                          </a:moveTo>
                          <a:cubicBezTo>
                            <a:pt x="12044" y="10382"/>
                            <a:pt x="6424" y="5905"/>
                            <a:pt x="3852" y="0"/>
                          </a:cubicBezTo>
                          <a:cubicBezTo>
                            <a:pt x="1852" y="2381"/>
                            <a:pt x="519" y="5239"/>
                            <a:pt x="138" y="8382"/>
                          </a:cubicBezTo>
                          <a:cubicBezTo>
                            <a:pt x="-1100" y="18193"/>
                            <a:pt x="6139" y="27051"/>
                            <a:pt x="16331" y="28480"/>
                          </a:cubicBezTo>
                          <a:cubicBezTo>
                            <a:pt x="26427" y="30289"/>
                            <a:pt x="36047" y="23908"/>
                            <a:pt x="37762" y="14192"/>
                          </a:cubicBezTo>
                          <a:cubicBezTo>
                            <a:pt x="38333" y="11144"/>
                            <a:pt x="37857" y="8096"/>
                            <a:pt x="36809" y="5334"/>
                          </a:cubicBezTo>
                          <a:cubicBezTo>
                            <a:pt x="32618" y="10001"/>
                            <a:pt x="26046" y="12573"/>
                            <a:pt x="19093" y="1133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84" name="Forme libre : forme 13683">
                      <a:extLst>
                        <a:ext uri="{FF2B5EF4-FFF2-40B4-BE49-F238E27FC236}">
                          <a16:creationId xmlns:a16="http://schemas.microsoft.com/office/drawing/2014/main" id="{ACC2A01A-2D08-486A-9291-2C3763428D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3602" y="2650141"/>
                      <a:ext cx="16137" cy="17047"/>
                    </a:xfrm>
                    <a:custGeom>
                      <a:avLst/>
                      <a:gdLst>
                        <a:gd name="connsiteX0" fmla="*/ 15652 w 16137"/>
                        <a:gd name="connsiteY0" fmla="*/ 6508 h 17047"/>
                        <a:gd name="connsiteX1" fmla="*/ 10794 w 16137"/>
                        <a:gd name="connsiteY1" fmla="*/ 16795 h 17047"/>
                        <a:gd name="connsiteX2" fmla="*/ 508 w 16137"/>
                        <a:gd name="connsiteY2" fmla="*/ 10509 h 17047"/>
                        <a:gd name="connsiteX3" fmla="*/ 5270 w 16137"/>
                        <a:gd name="connsiteY3" fmla="*/ 222 h 17047"/>
                        <a:gd name="connsiteX4" fmla="*/ 15652 w 16137"/>
                        <a:gd name="connsiteY4" fmla="*/ 6508 h 17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37" h="17047">
                          <a:moveTo>
                            <a:pt x="15652" y="6508"/>
                          </a:moveTo>
                          <a:cubicBezTo>
                            <a:pt x="17176" y="11080"/>
                            <a:pt x="14985" y="15652"/>
                            <a:pt x="10794" y="16795"/>
                          </a:cubicBezTo>
                          <a:cubicBezTo>
                            <a:pt x="6699" y="17938"/>
                            <a:pt x="2127" y="15081"/>
                            <a:pt x="508" y="10509"/>
                          </a:cubicBezTo>
                          <a:cubicBezTo>
                            <a:pt x="-1016" y="5937"/>
                            <a:pt x="984" y="1269"/>
                            <a:pt x="5270" y="222"/>
                          </a:cubicBezTo>
                          <a:cubicBezTo>
                            <a:pt x="9461" y="-826"/>
                            <a:pt x="14128" y="1936"/>
                            <a:pt x="15652" y="650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85" name="Forme libre : forme 13684">
                      <a:extLst>
                        <a:ext uri="{FF2B5EF4-FFF2-40B4-BE49-F238E27FC236}">
                          <a16:creationId xmlns:a16="http://schemas.microsoft.com/office/drawing/2014/main" id="{B7975F14-D4DA-4399-B233-E8B4BA643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3592" y="2650030"/>
                      <a:ext cx="6273" cy="5904"/>
                    </a:xfrm>
                    <a:custGeom>
                      <a:avLst/>
                      <a:gdLst>
                        <a:gd name="connsiteX0" fmla="*/ 6232 w 6273"/>
                        <a:gd name="connsiteY0" fmla="*/ 3476 h 5904"/>
                        <a:gd name="connsiteX1" fmla="*/ 2708 w 6273"/>
                        <a:gd name="connsiteY1" fmla="*/ 5857 h 5904"/>
                        <a:gd name="connsiteX2" fmla="*/ 41 w 6273"/>
                        <a:gd name="connsiteY2" fmla="*/ 2428 h 5904"/>
                        <a:gd name="connsiteX3" fmla="*/ 3565 w 6273"/>
                        <a:gd name="connsiteY3" fmla="*/ 47 h 5904"/>
                        <a:gd name="connsiteX4" fmla="*/ 6232 w 6273"/>
                        <a:gd name="connsiteY4" fmla="*/ 3476 h 5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73" h="5904">
                          <a:moveTo>
                            <a:pt x="6232" y="3476"/>
                          </a:moveTo>
                          <a:cubicBezTo>
                            <a:pt x="5947" y="5095"/>
                            <a:pt x="4423" y="6143"/>
                            <a:pt x="2708" y="5857"/>
                          </a:cubicBezTo>
                          <a:cubicBezTo>
                            <a:pt x="993" y="5571"/>
                            <a:pt x="-245" y="4047"/>
                            <a:pt x="41" y="2428"/>
                          </a:cubicBezTo>
                          <a:cubicBezTo>
                            <a:pt x="327" y="809"/>
                            <a:pt x="1851" y="-239"/>
                            <a:pt x="3565" y="47"/>
                          </a:cubicBezTo>
                          <a:cubicBezTo>
                            <a:pt x="5280" y="333"/>
                            <a:pt x="6518" y="1857"/>
                            <a:pt x="6232" y="34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686" name="Graphique 5">
                  <a:extLst>
                    <a:ext uri="{FF2B5EF4-FFF2-40B4-BE49-F238E27FC236}">
                      <a16:creationId xmlns:a16="http://schemas.microsoft.com/office/drawing/2014/main" id="{3E60D623-979C-4CC4-B073-C36A9F260060}"/>
                    </a:ext>
                  </a:extLst>
                </p:cNvPr>
                <p:cNvGrpSpPr/>
                <p:nvPr/>
              </p:nvGrpSpPr>
              <p:grpSpPr>
                <a:xfrm>
                  <a:off x="3226659" y="2687490"/>
                  <a:ext cx="67023" cy="96501"/>
                  <a:chOff x="3226659" y="2687490"/>
                  <a:chExt cx="67023" cy="96501"/>
                </a:xfrm>
                <a:solidFill>
                  <a:schemeClr val="accent1"/>
                </a:solidFill>
              </p:grpSpPr>
              <p:grpSp>
                <p:nvGrpSpPr>
                  <p:cNvPr id="13687" name="Graphique 5">
                    <a:extLst>
                      <a:ext uri="{FF2B5EF4-FFF2-40B4-BE49-F238E27FC236}">
                        <a16:creationId xmlns:a16="http://schemas.microsoft.com/office/drawing/2014/main" id="{70067407-E623-491F-AEAB-35032F3B3B91}"/>
                      </a:ext>
                    </a:extLst>
                  </p:cNvPr>
                  <p:cNvGrpSpPr/>
                  <p:nvPr/>
                </p:nvGrpSpPr>
                <p:grpSpPr>
                  <a:xfrm>
                    <a:off x="3226659" y="2687490"/>
                    <a:ext cx="35779" cy="35590"/>
                    <a:chOff x="3226659" y="2687490"/>
                    <a:chExt cx="35779" cy="35590"/>
                  </a:xfrm>
                  <a:solidFill>
                    <a:schemeClr val="accent1"/>
                  </a:solidFill>
                </p:grpSpPr>
                <p:sp>
                  <p:nvSpPr>
                    <p:cNvPr id="13688" name="Forme libre : forme 13687">
                      <a:extLst>
                        <a:ext uri="{FF2B5EF4-FFF2-40B4-BE49-F238E27FC236}">
                          <a16:creationId xmlns:a16="http://schemas.microsoft.com/office/drawing/2014/main" id="{9FB08B5A-A124-4395-A0E4-DDEB3234C6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6664" y="2687490"/>
                      <a:ext cx="35775" cy="35590"/>
                    </a:xfrm>
                    <a:custGeom>
                      <a:avLst/>
                      <a:gdLst>
                        <a:gd name="connsiteX0" fmla="*/ 35722 w 35775"/>
                        <a:gd name="connsiteY0" fmla="*/ 19070 h 35590"/>
                        <a:gd name="connsiteX1" fmla="*/ 16958 w 35775"/>
                        <a:gd name="connsiteY1" fmla="*/ 35549 h 35590"/>
                        <a:gd name="connsiteX2" fmla="*/ 4 w 35775"/>
                        <a:gd name="connsiteY2" fmla="*/ 17261 h 35590"/>
                        <a:gd name="connsiteX3" fmla="*/ 18768 w 35775"/>
                        <a:gd name="connsiteY3" fmla="*/ 20 h 35590"/>
                        <a:gd name="connsiteX4" fmla="*/ 35722 w 35775"/>
                        <a:gd name="connsiteY4" fmla="*/ 19070 h 35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75" h="35590">
                          <a:moveTo>
                            <a:pt x="35722" y="19070"/>
                          </a:moveTo>
                          <a:cubicBezTo>
                            <a:pt x="34960" y="28881"/>
                            <a:pt x="26578" y="36215"/>
                            <a:pt x="16958" y="35549"/>
                          </a:cubicBezTo>
                          <a:cubicBezTo>
                            <a:pt x="7338" y="35168"/>
                            <a:pt x="-187" y="27071"/>
                            <a:pt x="4" y="17261"/>
                          </a:cubicBezTo>
                          <a:cubicBezTo>
                            <a:pt x="289" y="7450"/>
                            <a:pt x="8671" y="-456"/>
                            <a:pt x="18768" y="20"/>
                          </a:cubicBezTo>
                          <a:cubicBezTo>
                            <a:pt x="28960" y="687"/>
                            <a:pt x="36484" y="9260"/>
                            <a:pt x="35722" y="1907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89" name="Forme libre : forme 13688">
                      <a:extLst>
                        <a:ext uri="{FF2B5EF4-FFF2-40B4-BE49-F238E27FC236}">
                          <a16:creationId xmlns:a16="http://schemas.microsoft.com/office/drawing/2014/main" id="{676D9B8E-64DD-403A-ABC0-C742BBFDB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6659" y="2695892"/>
                      <a:ext cx="35758" cy="27104"/>
                    </a:xfrm>
                    <a:custGeom>
                      <a:avLst/>
                      <a:gdLst>
                        <a:gd name="connsiteX0" fmla="*/ 18010 w 35758"/>
                        <a:gd name="connsiteY0" fmla="*/ 9716 h 27104"/>
                        <a:gd name="connsiteX1" fmla="*/ 2770 w 35758"/>
                        <a:gd name="connsiteY1" fmla="*/ 0 h 27104"/>
                        <a:gd name="connsiteX2" fmla="*/ 8 w 35758"/>
                        <a:gd name="connsiteY2" fmla="*/ 8763 h 27104"/>
                        <a:gd name="connsiteX3" fmla="*/ 16962 w 35758"/>
                        <a:gd name="connsiteY3" fmla="*/ 27051 h 27104"/>
                        <a:gd name="connsiteX4" fmla="*/ 35727 w 35758"/>
                        <a:gd name="connsiteY4" fmla="*/ 10573 h 27104"/>
                        <a:gd name="connsiteX5" fmla="*/ 34012 w 35758"/>
                        <a:gd name="connsiteY5" fmla="*/ 1810 h 27104"/>
                        <a:gd name="connsiteX6" fmla="*/ 18010 w 35758"/>
                        <a:gd name="connsiteY6" fmla="*/ 9716 h 27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58" h="27104">
                          <a:moveTo>
                            <a:pt x="18010" y="9716"/>
                          </a:moveTo>
                          <a:cubicBezTo>
                            <a:pt x="11343" y="9430"/>
                            <a:pt x="5723" y="5620"/>
                            <a:pt x="2770" y="0"/>
                          </a:cubicBezTo>
                          <a:cubicBezTo>
                            <a:pt x="1151" y="2572"/>
                            <a:pt x="103" y="5525"/>
                            <a:pt x="8" y="8763"/>
                          </a:cubicBezTo>
                          <a:cubicBezTo>
                            <a:pt x="-278" y="18669"/>
                            <a:pt x="7342" y="26670"/>
                            <a:pt x="16962" y="27051"/>
                          </a:cubicBezTo>
                          <a:cubicBezTo>
                            <a:pt x="26583" y="27813"/>
                            <a:pt x="34964" y="20383"/>
                            <a:pt x="35727" y="10573"/>
                          </a:cubicBezTo>
                          <a:cubicBezTo>
                            <a:pt x="35917" y="7429"/>
                            <a:pt x="35250" y="4477"/>
                            <a:pt x="34012" y="1810"/>
                          </a:cubicBezTo>
                          <a:cubicBezTo>
                            <a:pt x="30583" y="7049"/>
                            <a:pt x="24677" y="10192"/>
                            <a:pt x="18010" y="971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0" name="Forme libre : forme 13689">
                      <a:extLst>
                        <a:ext uri="{FF2B5EF4-FFF2-40B4-BE49-F238E27FC236}">
                          <a16:creationId xmlns:a16="http://schemas.microsoft.com/office/drawing/2014/main" id="{7DF8C8F2-6494-4F6F-A6C1-6F05B5D970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042" y="2694373"/>
                      <a:ext cx="15274" cy="16755"/>
                    </a:xfrm>
                    <a:custGeom>
                      <a:avLst/>
                      <a:gdLst>
                        <a:gd name="connsiteX0" fmla="*/ 14534 w 15274"/>
                        <a:gd name="connsiteY0" fmla="*/ 5616 h 16755"/>
                        <a:gd name="connsiteX1" fmla="*/ 10914 w 15274"/>
                        <a:gd name="connsiteY1" fmla="*/ 16283 h 16755"/>
                        <a:gd name="connsiteX2" fmla="*/ 818 w 15274"/>
                        <a:gd name="connsiteY2" fmla="*/ 11140 h 16755"/>
                        <a:gd name="connsiteX3" fmla="*/ 4342 w 15274"/>
                        <a:gd name="connsiteY3" fmla="*/ 472 h 16755"/>
                        <a:gd name="connsiteX4" fmla="*/ 14534 w 15274"/>
                        <a:gd name="connsiteY4" fmla="*/ 5616 h 16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74" h="16755">
                          <a:moveTo>
                            <a:pt x="14534" y="5616"/>
                          </a:moveTo>
                          <a:cubicBezTo>
                            <a:pt x="16344" y="9997"/>
                            <a:pt x="14724" y="14759"/>
                            <a:pt x="10914" y="16283"/>
                          </a:cubicBezTo>
                          <a:cubicBezTo>
                            <a:pt x="7104" y="17808"/>
                            <a:pt x="2628" y="15521"/>
                            <a:pt x="818" y="11140"/>
                          </a:cubicBezTo>
                          <a:cubicBezTo>
                            <a:pt x="-1087" y="6758"/>
                            <a:pt x="437" y="1996"/>
                            <a:pt x="4342" y="472"/>
                          </a:cubicBezTo>
                          <a:cubicBezTo>
                            <a:pt x="8057" y="-1052"/>
                            <a:pt x="12724" y="1234"/>
                            <a:pt x="14534" y="561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1" name="Forme libre : forme 13690">
                      <a:extLst>
                        <a:ext uri="{FF2B5EF4-FFF2-40B4-BE49-F238E27FC236}">
                          <a16:creationId xmlns:a16="http://schemas.microsoft.com/office/drawing/2014/main" id="{CA14F0CC-A38B-4450-8544-FEFF1D63FD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521" y="2694635"/>
                      <a:ext cx="5915" cy="5848"/>
                    </a:xfrm>
                    <a:custGeom>
                      <a:avLst/>
                      <a:gdLst>
                        <a:gd name="connsiteX0" fmla="*/ 5911 w 5915"/>
                        <a:gd name="connsiteY0" fmla="*/ 3163 h 5848"/>
                        <a:gd name="connsiteX1" fmla="*/ 2767 w 5915"/>
                        <a:gd name="connsiteY1" fmla="*/ 5829 h 5848"/>
                        <a:gd name="connsiteX2" fmla="*/ 5 w 5915"/>
                        <a:gd name="connsiteY2" fmla="*/ 2686 h 5848"/>
                        <a:gd name="connsiteX3" fmla="*/ 3149 w 5915"/>
                        <a:gd name="connsiteY3" fmla="*/ 19 h 5848"/>
                        <a:gd name="connsiteX4" fmla="*/ 5911 w 5915"/>
                        <a:gd name="connsiteY4" fmla="*/ 3163 h 58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5" h="5848">
                          <a:moveTo>
                            <a:pt x="5911" y="3163"/>
                          </a:moveTo>
                          <a:cubicBezTo>
                            <a:pt x="5816" y="4782"/>
                            <a:pt x="4387" y="6020"/>
                            <a:pt x="2767" y="5829"/>
                          </a:cubicBezTo>
                          <a:cubicBezTo>
                            <a:pt x="1148" y="5734"/>
                            <a:pt x="-90" y="4306"/>
                            <a:pt x="5" y="2686"/>
                          </a:cubicBezTo>
                          <a:cubicBezTo>
                            <a:pt x="100" y="1067"/>
                            <a:pt x="1434" y="-171"/>
                            <a:pt x="3149" y="19"/>
                          </a:cubicBezTo>
                          <a:cubicBezTo>
                            <a:pt x="4768" y="115"/>
                            <a:pt x="6006" y="1543"/>
                            <a:pt x="5911" y="31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692" name="Graphique 5">
                    <a:extLst>
                      <a:ext uri="{FF2B5EF4-FFF2-40B4-BE49-F238E27FC236}">
                        <a16:creationId xmlns:a16="http://schemas.microsoft.com/office/drawing/2014/main" id="{7AB3CEEB-4EB3-417D-A8DE-B5CD580CDC38}"/>
                      </a:ext>
                    </a:extLst>
                  </p:cNvPr>
                  <p:cNvGrpSpPr/>
                  <p:nvPr/>
                </p:nvGrpSpPr>
                <p:grpSpPr>
                  <a:xfrm>
                    <a:off x="3239416" y="2720889"/>
                    <a:ext cx="34472" cy="35624"/>
                    <a:chOff x="3239416" y="2720889"/>
                    <a:chExt cx="34472" cy="35624"/>
                  </a:xfrm>
                  <a:solidFill>
                    <a:schemeClr val="accent1"/>
                  </a:solidFill>
                </p:grpSpPr>
                <p:sp>
                  <p:nvSpPr>
                    <p:cNvPr id="13693" name="Forme libre : forme 13692">
                      <a:extLst>
                        <a:ext uri="{FF2B5EF4-FFF2-40B4-BE49-F238E27FC236}">
                          <a16:creationId xmlns:a16="http://schemas.microsoft.com/office/drawing/2014/main" id="{E580ABDB-EC76-4142-A984-E055759F59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9416" y="2720889"/>
                      <a:ext cx="34390" cy="35624"/>
                    </a:xfrm>
                    <a:custGeom>
                      <a:avLst/>
                      <a:gdLst>
                        <a:gd name="connsiteX0" fmla="*/ 34305 w 34390"/>
                        <a:gd name="connsiteY0" fmla="*/ 19104 h 35624"/>
                        <a:gd name="connsiteX1" fmla="*/ 15922 w 34390"/>
                        <a:gd name="connsiteY1" fmla="*/ 35583 h 35624"/>
                        <a:gd name="connsiteX2" fmla="*/ 15 w 34390"/>
                        <a:gd name="connsiteY2" fmla="*/ 16628 h 35624"/>
                        <a:gd name="connsiteX3" fmla="*/ 18398 w 34390"/>
                        <a:gd name="connsiteY3" fmla="*/ 54 h 35624"/>
                        <a:gd name="connsiteX4" fmla="*/ 34305 w 34390"/>
                        <a:gd name="connsiteY4" fmla="*/ 19104 h 35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390" h="35624">
                          <a:moveTo>
                            <a:pt x="34305" y="19104"/>
                          </a:moveTo>
                          <a:cubicBezTo>
                            <a:pt x="33352" y="28915"/>
                            <a:pt x="25161" y="36249"/>
                            <a:pt x="15922" y="35583"/>
                          </a:cubicBezTo>
                          <a:cubicBezTo>
                            <a:pt x="6682" y="34916"/>
                            <a:pt x="-366" y="26343"/>
                            <a:pt x="15" y="16628"/>
                          </a:cubicBezTo>
                          <a:cubicBezTo>
                            <a:pt x="491" y="6627"/>
                            <a:pt x="8683" y="-708"/>
                            <a:pt x="18398" y="54"/>
                          </a:cubicBezTo>
                          <a:cubicBezTo>
                            <a:pt x="28114" y="721"/>
                            <a:pt x="35257" y="9294"/>
                            <a:pt x="34305" y="1910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4" name="Forme libre : forme 13693">
                      <a:extLst>
                        <a:ext uri="{FF2B5EF4-FFF2-40B4-BE49-F238E27FC236}">
                          <a16:creationId xmlns:a16="http://schemas.microsoft.com/office/drawing/2014/main" id="{9CBF92D8-A4D1-44A5-BD06-D44B272BB6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9511" y="2728753"/>
                      <a:ext cx="34377" cy="27759"/>
                    </a:xfrm>
                    <a:custGeom>
                      <a:avLst/>
                      <a:gdLst>
                        <a:gd name="connsiteX0" fmla="*/ 17160 w 34377"/>
                        <a:gd name="connsiteY0" fmla="*/ 10382 h 27759"/>
                        <a:gd name="connsiteX1" fmla="*/ 2777 w 34377"/>
                        <a:gd name="connsiteY1" fmla="*/ 0 h 27759"/>
                        <a:gd name="connsiteX2" fmla="*/ 15 w 34377"/>
                        <a:gd name="connsiteY2" fmla="*/ 8763 h 27759"/>
                        <a:gd name="connsiteX3" fmla="*/ 15921 w 34377"/>
                        <a:gd name="connsiteY3" fmla="*/ 27718 h 27759"/>
                        <a:gd name="connsiteX4" fmla="*/ 34305 w 34377"/>
                        <a:gd name="connsiteY4" fmla="*/ 11240 h 27759"/>
                        <a:gd name="connsiteX5" fmla="*/ 32876 w 34377"/>
                        <a:gd name="connsiteY5" fmla="*/ 2477 h 27759"/>
                        <a:gd name="connsiteX6" fmla="*/ 17160 w 34377"/>
                        <a:gd name="connsiteY6" fmla="*/ 10382 h 27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377" h="27759">
                          <a:moveTo>
                            <a:pt x="17160" y="10382"/>
                          </a:moveTo>
                          <a:cubicBezTo>
                            <a:pt x="10683" y="9906"/>
                            <a:pt x="5444" y="5715"/>
                            <a:pt x="2777" y="0"/>
                          </a:cubicBezTo>
                          <a:cubicBezTo>
                            <a:pt x="1158" y="2572"/>
                            <a:pt x="110" y="5525"/>
                            <a:pt x="15" y="8763"/>
                          </a:cubicBezTo>
                          <a:cubicBezTo>
                            <a:pt x="-366" y="18479"/>
                            <a:pt x="6682" y="27051"/>
                            <a:pt x="15921" y="27718"/>
                          </a:cubicBezTo>
                          <a:cubicBezTo>
                            <a:pt x="25161" y="28385"/>
                            <a:pt x="33352" y="21050"/>
                            <a:pt x="34305" y="11240"/>
                          </a:cubicBezTo>
                          <a:cubicBezTo>
                            <a:pt x="34591" y="8096"/>
                            <a:pt x="34019" y="5144"/>
                            <a:pt x="32876" y="2477"/>
                          </a:cubicBezTo>
                          <a:cubicBezTo>
                            <a:pt x="29256" y="7620"/>
                            <a:pt x="23542" y="10858"/>
                            <a:pt x="17160" y="1038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5" name="Forme libre : forme 13694">
                      <a:extLst>
                        <a:ext uri="{FF2B5EF4-FFF2-40B4-BE49-F238E27FC236}">
                          <a16:creationId xmlns:a16="http://schemas.microsoft.com/office/drawing/2014/main" id="{CCDE4E77-EDA4-4255-AB74-6761CD3397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6065" y="2727805"/>
                      <a:ext cx="14662" cy="16755"/>
                    </a:xfrm>
                    <a:custGeom>
                      <a:avLst/>
                      <a:gdLst>
                        <a:gd name="connsiteX0" fmla="*/ 14037 w 14662"/>
                        <a:gd name="connsiteY0" fmla="*/ 5615 h 16755"/>
                        <a:gd name="connsiteX1" fmla="*/ 10322 w 14662"/>
                        <a:gd name="connsiteY1" fmla="*/ 16283 h 16755"/>
                        <a:gd name="connsiteX2" fmla="*/ 702 w 14662"/>
                        <a:gd name="connsiteY2" fmla="*/ 11140 h 16755"/>
                        <a:gd name="connsiteX3" fmla="*/ 4226 w 14662"/>
                        <a:gd name="connsiteY3" fmla="*/ 472 h 16755"/>
                        <a:gd name="connsiteX4" fmla="*/ 14037 w 14662"/>
                        <a:gd name="connsiteY4" fmla="*/ 5615 h 16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62" h="16755">
                          <a:moveTo>
                            <a:pt x="14037" y="5615"/>
                          </a:moveTo>
                          <a:cubicBezTo>
                            <a:pt x="15656" y="9997"/>
                            <a:pt x="14037" y="14759"/>
                            <a:pt x="10322" y="16283"/>
                          </a:cubicBezTo>
                          <a:cubicBezTo>
                            <a:pt x="6702" y="17807"/>
                            <a:pt x="2416" y="15521"/>
                            <a:pt x="702" y="11140"/>
                          </a:cubicBezTo>
                          <a:cubicBezTo>
                            <a:pt x="-1013" y="6758"/>
                            <a:pt x="511" y="1996"/>
                            <a:pt x="4226" y="472"/>
                          </a:cubicBezTo>
                          <a:cubicBezTo>
                            <a:pt x="7940" y="-1052"/>
                            <a:pt x="12417" y="1234"/>
                            <a:pt x="14037" y="561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6" name="Forme libre : forme 13695">
                      <a:extLst>
                        <a:ext uri="{FF2B5EF4-FFF2-40B4-BE49-F238E27FC236}">
                          <a16:creationId xmlns:a16="http://schemas.microsoft.com/office/drawing/2014/main" id="{50BD4A78-EE66-4B39-B35A-41595D8F76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5713" y="2728163"/>
                      <a:ext cx="5725" cy="5848"/>
                    </a:xfrm>
                    <a:custGeom>
                      <a:avLst/>
                      <a:gdLst>
                        <a:gd name="connsiteX0" fmla="*/ 5720 w 5725"/>
                        <a:gd name="connsiteY0" fmla="*/ 3163 h 5848"/>
                        <a:gd name="connsiteX1" fmla="*/ 2672 w 5725"/>
                        <a:gd name="connsiteY1" fmla="*/ 5830 h 5848"/>
                        <a:gd name="connsiteX2" fmla="*/ 5 w 5725"/>
                        <a:gd name="connsiteY2" fmla="*/ 2686 h 5848"/>
                        <a:gd name="connsiteX3" fmla="*/ 3053 w 5725"/>
                        <a:gd name="connsiteY3" fmla="*/ 19 h 5848"/>
                        <a:gd name="connsiteX4" fmla="*/ 5720 w 5725"/>
                        <a:gd name="connsiteY4" fmla="*/ 3163 h 58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25" h="5848">
                          <a:moveTo>
                            <a:pt x="5720" y="3163"/>
                          </a:moveTo>
                          <a:cubicBezTo>
                            <a:pt x="5625" y="4782"/>
                            <a:pt x="4196" y="6020"/>
                            <a:pt x="2672" y="5830"/>
                          </a:cubicBezTo>
                          <a:cubicBezTo>
                            <a:pt x="1148" y="5734"/>
                            <a:pt x="-90" y="4306"/>
                            <a:pt x="5" y="2686"/>
                          </a:cubicBezTo>
                          <a:cubicBezTo>
                            <a:pt x="100" y="1067"/>
                            <a:pt x="1434" y="-171"/>
                            <a:pt x="3053" y="19"/>
                          </a:cubicBezTo>
                          <a:cubicBezTo>
                            <a:pt x="4673" y="115"/>
                            <a:pt x="5816" y="1543"/>
                            <a:pt x="5720" y="31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697" name="Graphique 5">
                    <a:extLst>
                      <a:ext uri="{FF2B5EF4-FFF2-40B4-BE49-F238E27FC236}">
                        <a16:creationId xmlns:a16="http://schemas.microsoft.com/office/drawing/2014/main" id="{A95B64F2-357E-4309-A1BC-8E6727BA292C}"/>
                      </a:ext>
                    </a:extLst>
                  </p:cNvPr>
                  <p:cNvGrpSpPr/>
                  <p:nvPr/>
                </p:nvGrpSpPr>
                <p:grpSpPr>
                  <a:xfrm>
                    <a:off x="3260517" y="2748428"/>
                    <a:ext cx="33165" cy="35563"/>
                    <a:chOff x="3260517" y="2748428"/>
                    <a:chExt cx="33165" cy="35563"/>
                  </a:xfrm>
                  <a:solidFill>
                    <a:schemeClr val="accent1"/>
                  </a:solidFill>
                </p:grpSpPr>
                <p:sp>
                  <p:nvSpPr>
                    <p:cNvPr id="13698" name="Forme libre : forme 13697">
                      <a:extLst>
                        <a:ext uri="{FF2B5EF4-FFF2-40B4-BE49-F238E27FC236}">
                          <a16:creationId xmlns:a16="http://schemas.microsoft.com/office/drawing/2014/main" id="{1A3A93A9-C8AC-4E14-8BD9-6D66A29A4F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0517" y="2748428"/>
                      <a:ext cx="33165" cy="35563"/>
                    </a:xfrm>
                    <a:custGeom>
                      <a:avLst/>
                      <a:gdLst>
                        <a:gd name="connsiteX0" fmla="*/ 33016 w 33165"/>
                        <a:gd name="connsiteY0" fmla="*/ 19759 h 35563"/>
                        <a:gd name="connsiteX1" fmla="*/ 14823 w 33165"/>
                        <a:gd name="connsiteY1" fmla="*/ 35475 h 35563"/>
                        <a:gd name="connsiteX2" fmla="*/ 59 w 33165"/>
                        <a:gd name="connsiteY2" fmla="*/ 16520 h 35563"/>
                        <a:gd name="connsiteX3" fmla="*/ 18347 w 33165"/>
                        <a:gd name="connsiteY3" fmla="*/ 42 h 35563"/>
                        <a:gd name="connsiteX4" fmla="*/ 33016 w 33165"/>
                        <a:gd name="connsiteY4" fmla="*/ 19759 h 35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165" h="35563">
                          <a:moveTo>
                            <a:pt x="33016" y="19759"/>
                          </a:moveTo>
                          <a:cubicBezTo>
                            <a:pt x="31777" y="29570"/>
                            <a:pt x="23681" y="36428"/>
                            <a:pt x="14823" y="35475"/>
                          </a:cubicBezTo>
                          <a:cubicBezTo>
                            <a:pt x="5965" y="34808"/>
                            <a:pt x="-703" y="26331"/>
                            <a:pt x="59" y="16520"/>
                          </a:cubicBezTo>
                          <a:cubicBezTo>
                            <a:pt x="821" y="6710"/>
                            <a:pt x="9013" y="-625"/>
                            <a:pt x="18347" y="42"/>
                          </a:cubicBezTo>
                          <a:cubicBezTo>
                            <a:pt x="27682" y="1090"/>
                            <a:pt x="34254" y="10043"/>
                            <a:pt x="33016" y="1975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99" name="Forme libre : forme 13698">
                      <a:extLst>
                        <a:ext uri="{FF2B5EF4-FFF2-40B4-BE49-F238E27FC236}">
                          <a16:creationId xmlns:a16="http://schemas.microsoft.com/office/drawing/2014/main" id="{1D0C31F6-3373-42A4-A3CF-9AFC53CB32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0517" y="2756281"/>
                      <a:ext cx="33146" cy="27710"/>
                    </a:xfrm>
                    <a:custGeom>
                      <a:avLst/>
                      <a:gdLst>
                        <a:gd name="connsiteX0" fmla="*/ 16633 w 33146"/>
                        <a:gd name="connsiteY0" fmla="*/ 10287 h 27710"/>
                        <a:gd name="connsiteX1" fmla="*/ 3012 w 33146"/>
                        <a:gd name="connsiteY1" fmla="*/ 0 h 27710"/>
                        <a:gd name="connsiteX2" fmla="*/ 59 w 33146"/>
                        <a:gd name="connsiteY2" fmla="*/ 8668 h 27710"/>
                        <a:gd name="connsiteX3" fmla="*/ 14823 w 33146"/>
                        <a:gd name="connsiteY3" fmla="*/ 27623 h 27710"/>
                        <a:gd name="connsiteX4" fmla="*/ 33016 w 33146"/>
                        <a:gd name="connsiteY4" fmla="*/ 11906 h 27710"/>
                        <a:gd name="connsiteX5" fmla="*/ 31873 w 33146"/>
                        <a:gd name="connsiteY5" fmla="*/ 3143 h 27710"/>
                        <a:gd name="connsiteX6" fmla="*/ 16633 w 33146"/>
                        <a:gd name="connsiteY6" fmla="*/ 10287 h 27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146" h="27710">
                          <a:moveTo>
                            <a:pt x="16633" y="10287"/>
                          </a:moveTo>
                          <a:cubicBezTo>
                            <a:pt x="10442" y="9811"/>
                            <a:pt x="5393" y="5715"/>
                            <a:pt x="3012" y="0"/>
                          </a:cubicBezTo>
                          <a:cubicBezTo>
                            <a:pt x="1393" y="2477"/>
                            <a:pt x="250" y="5429"/>
                            <a:pt x="59" y="8668"/>
                          </a:cubicBezTo>
                          <a:cubicBezTo>
                            <a:pt x="-703" y="18479"/>
                            <a:pt x="5965" y="26956"/>
                            <a:pt x="14823" y="27623"/>
                          </a:cubicBezTo>
                          <a:cubicBezTo>
                            <a:pt x="23681" y="28575"/>
                            <a:pt x="31777" y="21717"/>
                            <a:pt x="33016" y="11906"/>
                          </a:cubicBezTo>
                          <a:cubicBezTo>
                            <a:pt x="33397" y="8763"/>
                            <a:pt x="32921" y="5810"/>
                            <a:pt x="31873" y="3143"/>
                          </a:cubicBezTo>
                          <a:cubicBezTo>
                            <a:pt x="28444" y="8096"/>
                            <a:pt x="22729" y="10954"/>
                            <a:pt x="16633" y="102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00" name="Forme libre : forme 13699">
                      <a:extLst>
                        <a:ext uri="{FF2B5EF4-FFF2-40B4-BE49-F238E27FC236}">
                          <a16:creationId xmlns:a16="http://schemas.microsoft.com/office/drawing/2014/main" id="{81B6EBED-156C-4406-A3B4-F141567E12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6688" y="2755539"/>
                      <a:ext cx="14108" cy="16941"/>
                    </a:xfrm>
                    <a:custGeom>
                      <a:avLst/>
                      <a:gdLst>
                        <a:gd name="connsiteX0" fmla="*/ 13606 w 14108"/>
                        <a:gd name="connsiteY0" fmla="*/ 5980 h 16941"/>
                        <a:gd name="connsiteX1" fmla="*/ 9701 w 14108"/>
                        <a:gd name="connsiteY1" fmla="*/ 16553 h 16941"/>
                        <a:gd name="connsiteX2" fmla="*/ 557 w 14108"/>
                        <a:gd name="connsiteY2" fmla="*/ 11028 h 16941"/>
                        <a:gd name="connsiteX3" fmla="*/ 4367 w 14108"/>
                        <a:gd name="connsiteY3" fmla="*/ 360 h 16941"/>
                        <a:gd name="connsiteX4" fmla="*/ 13606 w 14108"/>
                        <a:gd name="connsiteY4" fmla="*/ 5980 h 16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08" h="16941">
                          <a:moveTo>
                            <a:pt x="13606" y="5980"/>
                          </a:moveTo>
                          <a:cubicBezTo>
                            <a:pt x="15035" y="10457"/>
                            <a:pt x="13320" y="15124"/>
                            <a:pt x="9701" y="16553"/>
                          </a:cubicBezTo>
                          <a:cubicBezTo>
                            <a:pt x="6081" y="17982"/>
                            <a:pt x="2081" y="15315"/>
                            <a:pt x="557" y="11028"/>
                          </a:cubicBezTo>
                          <a:cubicBezTo>
                            <a:pt x="-967" y="6742"/>
                            <a:pt x="747" y="1789"/>
                            <a:pt x="4367" y="360"/>
                          </a:cubicBezTo>
                          <a:cubicBezTo>
                            <a:pt x="7986" y="-973"/>
                            <a:pt x="12177" y="1503"/>
                            <a:pt x="13606" y="598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01" name="Forme libre : forme 13700">
                      <a:extLst>
                        <a:ext uri="{FF2B5EF4-FFF2-40B4-BE49-F238E27FC236}">
                          <a16:creationId xmlns:a16="http://schemas.microsoft.com/office/drawing/2014/main" id="{BA903694-9617-444D-8A61-525162FDEC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6477" y="2755690"/>
                      <a:ext cx="5551" cy="5850"/>
                    </a:xfrm>
                    <a:custGeom>
                      <a:avLst/>
                      <a:gdLst>
                        <a:gd name="connsiteX0" fmla="*/ 5530 w 5551"/>
                        <a:gd name="connsiteY0" fmla="*/ 3258 h 5850"/>
                        <a:gd name="connsiteX1" fmla="*/ 2482 w 5551"/>
                        <a:gd name="connsiteY1" fmla="*/ 5830 h 5850"/>
                        <a:gd name="connsiteX2" fmla="*/ 6 w 5551"/>
                        <a:gd name="connsiteY2" fmla="*/ 2686 h 5850"/>
                        <a:gd name="connsiteX3" fmla="*/ 3054 w 5551"/>
                        <a:gd name="connsiteY3" fmla="*/ 19 h 5850"/>
                        <a:gd name="connsiteX4" fmla="*/ 5530 w 5551"/>
                        <a:gd name="connsiteY4" fmla="*/ 3258 h 5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51" h="5850">
                          <a:moveTo>
                            <a:pt x="5530" y="3258"/>
                          </a:moveTo>
                          <a:cubicBezTo>
                            <a:pt x="5340" y="4877"/>
                            <a:pt x="4006" y="6020"/>
                            <a:pt x="2482" y="5830"/>
                          </a:cubicBezTo>
                          <a:cubicBezTo>
                            <a:pt x="958" y="5734"/>
                            <a:pt x="-89" y="4306"/>
                            <a:pt x="6" y="2686"/>
                          </a:cubicBezTo>
                          <a:cubicBezTo>
                            <a:pt x="196" y="1067"/>
                            <a:pt x="1530" y="-171"/>
                            <a:pt x="3054" y="19"/>
                          </a:cubicBezTo>
                          <a:cubicBezTo>
                            <a:pt x="4578" y="115"/>
                            <a:pt x="5721" y="1639"/>
                            <a:pt x="5530" y="32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702" name="Graphique 5">
                  <a:extLst>
                    <a:ext uri="{FF2B5EF4-FFF2-40B4-BE49-F238E27FC236}">
                      <a16:creationId xmlns:a16="http://schemas.microsoft.com/office/drawing/2014/main" id="{0E9B3385-2732-4695-9A76-7D5FF2595C95}"/>
                    </a:ext>
                  </a:extLst>
                </p:cNvPr>
                <p:cNvGrpSpPr/>
                <p:nvPr/>
              </p:nvGrpSpPr>
              <p:grpSpPr>
                <a:xfrm>
                  <a:off x="3224049" y="2812408"/>
                  <a:ext cx="75939" cy="75541"/>
                  <a:chOff x="3224049" y="2812408"/>
                  <a:chExt cx="75939" cy="75541"/>
                </a:xfrm>
                <a:solidFill>
                  <a:schemeClr val="accent1"/>
                </a:solidFill>
              </p:grpSpPr>
              <p:grpSp>
                <p:nvGrpSpPr>
                  <p:cNvPr id="13703" name="Graphique 5">
                    <a:extLst>
                      <a:ext uri="{FF2B5EF4-FFF2-40B4-BE49-F238E27FC236}">
                        <a16:creationId xmlns:a16="http://schemas.microsoft.com/office/drawing/2014/main" id="{63DF20A0-1355-4D96-8109-2152F47D211C}"/>
                      </a:ext>
                    </a:extLst>
                  </p:cNvPr>
                  <p:cNvGrpSpPr/>
                  <p:nvPr/>
                </p:nvGrpSpPr>
                <p:grpSpPr>
                  <a:xfrm>
                    <a:off x="3224049" y="2812408"/>
                    <a:ext cx="30327" cy="35678"/>
                    <a:chOff x="3224049" y="2812408"/>
                    <a:chExt cx="30327" cy="35678"/>
                  </a:xfrm>
                  <a:solidFill>
                    <a:schemeClr val="accent1"/>
                  </a:solidFill>
                </p:grpSpPr>
                <p:sp>
                  <p:nvSpPr>
                    <p:cNvPr id="13704" name="Forme libre : forme 13703">
                      <a:extLst>
                        <a:ext uri="{FF2B5EF4-FFF2-40B4-BE49-F238E27FC236}">
                          <a16:creationId xmlns:a16="http://schemas.microsoft.com/office/drawing/2014/main" id="{294BC47E-698A-4FAE-BF18-2C6D751C7C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4049" y="2812408"/>
                      <a:ext cx="30327" cy="35637"/>
                    </a:xfrm>
                    <a:custGeom>
                      <a:avLst/>
                      <a:gdLst>
                        <a:gd name="connsiteX0" fmla="*/ 29288 w 30327"/>
                        <a:gd name="connsiteY0" fmla="*/ 11024 h 35637"/>
                        <a:gd name="connsiteX1" fmla="*/ 20811 w 30327"/>
                        <a:gd name="connsiteY1" fmla="*/ 34265 h 35637"/>
                        <a:gd name="connsiteX2" fmla="*/ 1285 w 30327"/>
                        <a:gd name="connsiteY2" fmla="*/ 25216 h 35637"/>
                        <a:gd name="connsiteX3" fmla="*/ 9191 w 30327"/>
                        <a:gd name="connsiteY3" fmla="*/ 1499 h 35637"/>
                        <a:gd name="connsiteX4" fmla="*/ 29288 w 30327"/>
                        <a:gd name="connsiteY4" fmla="*/ 11024 h 356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27" h="35637">
                          <a:moveTo>
                            <a:pt x="29288" y="11024"/>
                          </a:moveTo>
                          <a:cubicBezTo>
                            <a:pt x="32336" y="20072"/>
                            <a:pt x="28431" y="30550"/>
                            <a:pt x="20811" y="34265"/>
                          </a:cubicBezTo>
                          <a:cubicBezTo>
                            <a:pt x="13286" y="37884"/>
                            <a:pt x="4714" y="34170"/>
                            <a:pt x="1285" y="25216"/>
                          </a:cubicBezTo>
                          <a:cubicBezTo>
                            <a:pt x="-2049" y="16262"/>
                            <a:pt x="1285" y="5690"/>
                            <a:pt x="9191" y="1499"/>
                          </a:cubicBezTo>
                          <a:cubicBezTo>
                            <a:pt x="17096" y="-2597"/>
                            <a:pt x="26241" y="2070"/>
                            <a:pt x="29288" y="1102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05" name="Forme libre : forme 13704">
                      <a:extLst>
                        <a:ext uri="{FF2B5EF4-FFF2-40B4-BE49-F238E27FC236}">
                          <a16:creationId xmlns:a16="http://schemas.microsoft.com/office/drawing/2014/main" id="{5FB13767-7DCD-4607-BBE4-CE9E8A76AE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4099" y="2816479"/>
                      <a:ext cx="30265" cy="31608"/>
                    </a:xfrm>
                    <a:custGeom>
                      <a:avLst/>
                      <a:gdLst>
                        <a:gd name="connsiteX0" fmla="*/ 15332 w 30265"/>
                        <a:gd name="connsiteY0" fmla="*/ 14097 h 31608"/>
                        <a:gd name="connsiteX1" fmla="*/ 92 w 30265"/>
                        <a:gd name="connsiteY1" fmla="*/ 12192 h 31608"/>
                        <a:gd name="connsiteX2" fmla="*/ 1235 w 30265"/>
                        <a:gd name="connsiteY2" fmla="*/ 21241 h 31608"/>
                        <a:gd name="connsiteX3" fmla="*/ 20761 w 30265"/>
                        <a:gd name="connsiteY3" fmla="*/ 30289 h 31608"/>
                        <a:gd name="connsiteX4" fmla="*/ 29238 w 30265"/>
                        <a:gd name="connsiteY4" fmla="*/ 7049 h 31608"/>
                        <a:gd name="connsiteX5" fmla="*/ 24666 w 30265"/>
                        <a:gd name="connsiteY5" fmla="*/ 0 h 31608"/>
                        <a:gd name="connsiteX6" fmla="*/ 15332 w 30265"/>
                        <a:gd name="connsiteY6" fmla="*/ 14097 h 31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265" h="31608">
                          <a:moveTo>
                            <a:pt x="15332" y="14097"/>
                          </a:moveTo>
                          <a:cubicBezTo>
                            <a:pt x="10093" y="16669"/>
                            <a:pt x="4378" y="15907"/>
                            <a:pt x="92" y="12192"/>
                          </a:cubicBezTo>
                          <a:cubicBezTo>
                            <a:pt x="-194" y="15240"/>
                            <a:pt x="187" y="18288"/>
                            <a:pt x="1235" y="21241"/>
                          </a:cubicBezTo>
                          <a:cubicBezTo>
                            <a:pt x="4664" y="30099"/>
                            <a:pt x="13236" y="33814"/>
                            <a:pt x="20761" y="30289"/>
                          </a:cubicBezTo>
                          <a:cubicBezTo>
                            <a:pt x="28286" y="26479"/>
                            <a:pt x="32286" y="16097"/>
                            <a:pt x="29238" y="7049"/>
                          </a:cubicBezTo>
                          <a:cubicBezTo>
                            <a:pt x="28286" y="4191"/>
                            <a:pt x="26667" y="1810"/>
                            <a:pt x="24666" y="0"/>
                          </a:cubicBezTo>
                          <a:cubicBezTo>
                            <a:pt x="23904" y="6001"/>
                            <a:pt x="20475" y="11525"/>
                            <a:pt x="15332" y="14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06" name="Forme libre : forme 13705">
                      <a:extLst>
                        <a:ext uri="{FF2B5EF4-FFF2-40B4-BE49-F238E27FC236}">
                          <a16:creationId xmlns:a16="http://schemas.microsoft.com/office/drawing/2014/main" id="{E5B3E4F2-1921-4C7C-B89F-E556604757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6755" y="2816967"/>
                      <a:ext cx="13824" cy="15883"/>
                    </a:xfrm>
                    <a:custGeom>
                      <a:avLst/>
                      <a:gdLst>
                        <a:gd name="connsiteX0" fmla="*/ 11153 w 13824"/>
                        <a:gd name="connsiteY0" fmla="*/ 2370 h 15883"/>
                        <a:gd name="connsiteX1" fmla="*/ 12391 w 13824"/>
                        <a:gd name="connsiteY1" fmla="*/ 13609 h 15883"/>
                        <a:gd name="connsiteX2" fmla="*/ 2771 w 13824"/>
                        <a:gd name="connsiteY2" fmla="*/ 13514 h 15883"/>
                        <a:gd name="connsiteX3" fmla="*/ 1438 w 13824"/>
                        <a:gd name="connsiteY3" fmla="*/ 2274 h 15883"/>
                        <a:gd name="connsiteX4" fmla="*/ 11153 w 13824"/>
                        <a:gd name="connsiteY4" fmla="*/ 2370 h 1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24" h="15883">
                          <a:moveTo>
                            <a:pt x="11153" y="2370"/>
                          </a:moveTo>
                          <a:cubicBezTo>
                            <a:pt x="14201" y="5513"/>
                            <a:pt x="14678" y="10466"/>
                            <a:pt x="12391" y="13609"/>
                          </a:cubicBezTo>
                          <a:cubicBezTo>
                            <a:pt x="10010" y="16657"/>
                            <a:pt x="5819" y="16657"/>
                            <a:pt x="2771" y="13514"/>
                          </a:cubicBezTo>
                          <a:cubicBezTo>
                            <a:pt x="-277" y="10370"/>
                            <a:pt x="-943" y="5417"/>
                            <a:pt x="1438" y="2274"/>
                          </a:cubicBezTo>
                          <a:cubicBezTo>
                            <a:pt x="3629" y="-774"/>
                            <a:pt x="8105" y="-774"/>
                            <a:pt x="11153" y="237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07" name="Forme libre : forme 13706">
                      <a:extLst>
                        <a:ext uri="{FF2B5EF4-FFF2-40B4-BE49-F238E27FC236}">
                          <a16:creationId xmlns:a16="http://schemas.microsoft.com/office/drawing/2014/main" id="{856E8AC3-6B8C-4968-A630-E9689FA626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5223" y="2819570"/>
                      <a:ext cx="5081" cy="5889"/>
                    </a:xfrm>
                    <a:custGeom>
                      <a:avLst/>
                      <a:gdLst>
                        <a:gd name="connsiteX0" fmla="*/ 4874 w 5081"/>
                        <a:gd name="connsiteY0" fmla="*/ 1862 h 5889"/>
                        <a:gd name="connsiteX1" fmla="*/ 3541 w 5081"/>
                        <a:gd name="connsiteY1" fmla="*/ 5672 h 5889"/>
                        <a:gd name="connsiteX2" fmla="*/ 207 w 5081"/>
                        <a:gd name="connsiteY2" fmla="*/ 4148 h 5889"/>
                        <a:gd name="connsiteX3" fmla="*/ 1541 w 5081"/>
                        <a:gd name="connsiteY3" fmla="*/ 243 h 5889"/>
                        <a:gd name="connsiteX4" fmla="*/ 4874 w 5081"/>
                        <a:gd name="connsiteY4" fmla="*/ 1862 h 5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81" h="5889">
                          <a:moveTo>
                            <a:pt x="4874" y="1862"/>
                          </a:moveTo>
                          <a:cubicBezTo>
                            <a:pt x="5446" y="3386"/>
                            <a:pt x="4779" y="5100"/>
                            <a:pt x="3541" y="5672"/>
                          </a:cubicBezTo>
                          <a:cubicBezTo>
                            <a:pt x="2302" y="6243"/>
                            <a:pt x="779" y="5672"/>
                            <a:pt x="207" y="4148"/>
                          </a:cubicBezTo>
                          <a:cubicBezTo>
                            <a:pt x="-365" y="2719"/>
                            <a:pt x="302" y="909"/>
                            <a:pt x="1541" y="243"/>
                          </a:cubicBezTo>
                          <a:cubicBezTo>
                            <a:pt x="2874" y="-424"/>
                            <a:pt x="4398" y="338"/>
                            <a:pt x="4874" y="186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708" name="Graphique 5">
                    <a:extLst>
                      <a:ext uri="{FF2B5EF4-FFF2-40B4-BE49-F238E27FC236}">
                        <a16:creationId xmlns:a16="http://schemas.microsoft.com/office/drawing/2014/main" id="{71C8D769-6DA4-49C2-8526-680E9B09CC38}"/>
                      </a:ext>
                    </a:extLst>
                  </p:cNvPr>
                  <p:cNvGrpSpPr/>
                  <p:nvPr/>
                </p:nvGrpSpPr>
                <p:grpSpPr>
                  <a:xfrm>
                    <a:off x="3245536" y="2837011"/>
                    <a:ext cx="29372" cy="35546"/>
                    <a:chOff x="3245536" y="2837011"/>
                    <a:chExt cx="29372" cy="35546"/>
                  </a:xfrm>
                  <a:solidFill>
                    <a:schemeClr val="accent1"/>
                  </a:solidFill>
                </p:grpSpPr>
                <p:sp>
                  <p:nvSpPr>
                    <p:cNvPr id="13709" name="Forme libre : forme 13708">
                      <a:extLst>
                        <a:ext uri="{FF2B5EF4-FFF2-40B4-BE49-F238E27FC236}">
                          <a16:creationId xmlns:a16="http://schemas.microsoft.com/office/drawing/2014/main" id="{92668015-E573-40A4-95C1-E4B0E860B9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5550" y="2837011"/>
                      <a:ext cx="29322" cy="35546"/>
                    </a:xfrm>
                    <a:custGeom>
                      <a:avLst/>
                      <a:gdLst>
                        <a:gd name="connsiteX0" fmla="*/ 28552 w 29322"/>
                        <a:gd name="connsiteY0" fmla="*/ 11091 h 35546"/>
                        <a:gd name="connsiteX1" fmla="*/ 19599 w 29322"/>
                        <a:gd name="connsiteY1" fmla="*/ 34141 h 35546"/>
                        <a:gd name="connsiteX2" fmla="*/ 1025 w 29322"/>
                        <a:gd name="connsiteY2" fmla="*/ 24616 h 35546"/>
                        <a:gd name="connsiteX3" fmla="*/ 9407 w 29322"/>
                        <a:gd name="connsiteY3" fmla="*/ 1375 h 35546"/>
                        <a:gd name="connsiteX4" fmla="*/ 28552 w 29322"/>
                        <a:gd name="connsiteY4" fmla="*/ 11091 h 35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322" h="35546">
                          <a:moveTo>
                            <a:pt x="28552" y="11091"/>
                          </a:moveTo>
                          <a:cubicBezTo>
                            <a:pt x="31124" y="20425"/>
                            <a:pt x="27028" y="30426"/>
                            <a:pt x="19599" y="34141"/>
                          </a:cubicBezTo>
                          <a:cubicBezTo>
                            <a:pt x="12169" y="37951"/>
                            <a:pt x="3978" y="33760"/>
                            <a:pt x="1025" y="24616"/>
                          </a:cubicBezTo>
                          <a:cubicBezTo>
                            <a:pt x="-1928" y="15567"/>
                            <a:pt x="1692" y="5090"/>
                            <a:pt x="9407" y="1375"/>
                          </a:cubicBezTo>
                          <a:cubicBezTo>
                            <a:pt x="17218" y="-2340"/>
                            <a:pt x="25980" y="1661"/>
                            <a:pt x="28552" y="1109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10" name="Forme libre : forme 13709">
                      <a:extLst>
                        <a:ext uri="{FF2B5EF4-FFF2-40B4-BE49-F238E27FC236}">
                          <a16:creationId xmlns:a16="http://schemas.microsoft.com/office/drawing/2014/main" id="{FD57A251-DA1F-40DC-9675-842CDAC667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5536" y="2840863"/>
                      <a:ext cx="29372" cy="31681"/>
                    </a:xfrm>
                    <a:custGeom>
                      <a:avLst/>
                      <a:gdLst>
                        <a:gd name="connsiteX0" fmla="*/ 14850 w 29372"/>
                        <a:gd name="connsiteY0" fmla="*/ 14192 h 31681"/>
                        <a:gd name="connsiteX1" fmla="*/ 181 w 29372"/>
                        <a:gd name="connsiteY1" fmla="*/ 11716 h 31681"/>
                        <a:gd name="connsiteX2" fmla="*/ 1038 w 29372"/>
                        <a:gd name="connsiteY2" fmla="*/ 20765 h 31681"/>
                        <a:gd name="connsiteX3" fmla="*/ 19612 w 29372"/>
                        <a:gd name="connsiteY3" fmla="*/ 30290 h 31681"/>
                        <a:gd name="connsiteX4" fmla="*/ 28566 w 29372"/>
                        <a:gd name="connsiteY4" fmla="*/ 7239 h 31681"/>
                        <a:gd name="connsiteX5" fmla="*/ 24375 w 29372"/>
                        <a:gd name="connsiteY5" fmla="*/ 0 h 31681"/>
                        <a:gd name="connsiteX6" fmla="*/ 14850 w 29372"/>
                        <a:gd name="connsiteY6" fmla="*/ 14192 h 31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372" h="31681">
                          <a:moveTo>
                            <a:pt x="14850" y="14192"/>
                          </a:moveTo>
                          <a:cubicBezTo>
                            <a:pt x="9706" y="16764"/>
                            <a:pt x="4181" y="15526"/>
                            <a:pt x="181" y="11716"/>
                          </a:cubicBezTo>
                          <a:cubicBezTo>
                            <a:pt x="-200" y="14669"/>
                            <a:pt x="-9" y="17812"/>
                            <a:pt x="1038" y="20765"/>
                          </a:cubicBezTo>
                          <a:cubicBezTo>
                            <a:pt x="3991" y="29813"/>
                            <a:pt x="12087" y="34100"/>
                            <a:pt x="19612" y="30290"/>
                          </a:cubicBezTo>
                          <a:cubicBezTo>
                            <a:pt x="27042" y="26575"/>
                            <a:pt x="31233" y="16574"/>
                            <a:pt x="28566" y="7239"/>
                          </a:cubicBezTo>
                          <a:cubicBezTo>
                            <a:pt x="27708" y="4286"/>
                            <a:pt x="26279" y="1810"/>
                            <a:pt x="24375" y="0"/>
                          </a:cubicBezTo>
                          <a:cubicBezTo>
                            <a:pt x="23422" y="6096"/>
                            <a:pt x="19993" y="11621"/>
                            <a:pt x="14850" y="1419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11" name="Forme libre : forme 13710">
                      <a:extLst>
                        <a:ext uri="{FF2B5EF4-FFF2-40B4-BE49-F238E27FC236}">
                          <a16:creationId xmlns:a16="http://schemas.microsoft.com/office/drawing/2014/main" id="{6FDAD544-18C2-4434-B059-E409FD9249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8044" y="2841458"/>
                      <a:ext cx="13375" cy="15787"/>
                    </a:xfrm>
                    <a:custGeom>
                      <a:avLst/>
                      <a:gdLst>
                        <a:gd name="connsiteX0" fmla="*/ 11010 w 13375"/>
                        <a:gd name="connsiteY0" fmla="*/ 2357 h 15787"/>
                        <a:gd name="connsiteX1" fmla="*/ 11772 w 13375"/>
                        <a:gd name="connsiteY1" fmla="*/ 13502 h 15787"/>
                        <a:gd name="connsiteX2" fmla="*/ 2437 w 13375"/>
                        <a:gd name="connsiteY2" fmla="*/ 13502 h 15787"/>
                        <a:gd name="connsiteX3" fmla="*/ 1485 w 13375"/>
                        <a:gd name="connsiteY3" fmla="*/ 2357 h 15787"/>
                        <a:gd name="connsiteX4" fmla="*/ 11010 w 13375"/>
                        <a:gd name="connsiteY4" fmla="*/ 2357 h 157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75" h="15787">
                          <a:moveTo>
                            <a:pt x="11010" y="2357"/>
                          </a:moveTo>
                          <a:cubicBezTo>
                            <a:pt x="13867" y="5406"/>
                            <a:pt x="14153" y="10644"/>
                            <a:pt x="11772" y="13502"/>
                          </a:cubicBezTo>
                          <a:cubicBezTo>
                            <a:pt x="9391" y="16550"/>
                            <a:pt x="5295" y="16550"/>
                            <a:pt x="2437" y="13502"/>
                          </a:cubicBezTo>
                          <a:cubicBezTo>
                            <a:pt x="-420" y="10454"/>
                            <a:pt x="-801" y="5406"/>
                            <a:pt x="1485" y="2357"/>
                          </a:cubicBezTo>
                          <a:cubicBezTo>
                            <a:pt x="3866" y="-786"/>
                            <a:pt x="8152" y="-786"/>
                            <a:pt x="11010" y="235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12" name="Forme libre : forme 13711">
                      <a:extLst>
                        <a:ext uri="{FF2B5EF4-FFF2-40B4-BE49-F238E27FC236}">
                          <a16:creationId xmlns:a16="http://schemas.microsoft.com/office/drawing/2014/main" id="{0B026862-FFBB-4533-8CFD-B6F0B63CBA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6707" y="2844129"/>
                      <a:ext cx="4881" cy="5836"/>
                    </a:xfrm>
                    <a:custGeom>
                      <a:avLst/>
                      <a:gdLst>
                        <a:gd name="connsiteX0" fmla="*/ 4726 w 4881"/>
                        <a:gd name="connsiteY0" fmla="*/ 1782 h 5836"/>
                        <a:gd name="connsiteX1" fmla="*/ 3298 w 4881"/>
                        <a:gd name="connsiteY1" fmla="*/ 5592 h 5836"/>
                        <a:gd name="connsiteX2" fmla="*/ 154 w 4881"/>
                        <a:gd name="connsiteY2" fmla="*/ 4068 h 5836"/>
                        <a:gd name="connsiteX3" fmla="*/ 1583 w 4881"/>
                        <a:gd name="connsiteY3" fmla="*/ 258 h 5836"/>
                        <a:gd name="connsiteX4" fmla="*/ 4726 w 4881"/>
                        <a:gd name="connsiteY4" fmla="*/ 1782 h 5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81" h="5836">
                          <a:moveTo>
                            <a:pt x="4726" y="1782"/>
                          </a:moveTo>
                          <a:cubicBezTo>
                            <a:pt x="5203" y="3306"/>
                            <a:pt x="4536" y="5020"/>
                            <a:pt x="3298" y="5592"/>
                          </a:cubicBezTo>
                          <a:cubicBezTo>
                            <a:pt x="2059" y="6259"/>
                            <a:pt x="631" y="5497"/>
                            <a:pt x="154" y="4068"/>
                          </a:cubicBezTo>
                          <a:cubicBezTo>
                            <a:pt x="-322" y="2544"/>
                            <a:pt x="345" y="830"/>
                            <a:pt x="1583" y="258"/>
                          </a:cubicBezTo>
                          <a:cubicBezTo>
                            <a:pt x="2822" y="-409"/>
                            <a:pt x="4250" y="258"/>
                            <a:pt x="4726" y="17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713" name="Graphique 5">
                    <a:extLst>
                      <a:ext uri="{FF2B5EF4-FFF2-40B4-BE49-F238E27FC236}">
                        <a16:creationId xmlns:a16="http://schemas.microsoft.com/office/drawing/2014/main" id="{A9D9EAE6-A098-4DD1-A9A2-C118E98D8F71}"/>
                      </a:ext>
                    </a:extLst>
                  </p:cNvPr>
                  <p:cNvGrpSpPr/>
                  <p:nvPr/>
                </p:nvGrpSpPr>
                <p:grpSpPr>
                  <a:xfrm>
                    <a:off x="3271171" y="2852405"/>
                    <a:ext cx="28817" cy="35544"/>
                    <a:chOff x="3271171" y="2852405"/>
                    <a:chExt cx="28817" cy="35544"/>
                  </a:xfrm>
                  <a:solidFill>
                    <a:schemeClr val="accent1"/>
                  </a:solidFill>
                </p:grpSpPr>
                <p:sp>
                  <p:nvSpPr>
                    <p:cNvPr id="13714" name="Forme libre : forme 13713">
                      <a:extLst>
                        <a:ext uri="{FF2B5EF4-FFF2-40B4-BE49-F238E27FC236}">
                          <a16:creationId xmlns:a16="http://schemas.microsoft.com/office/drawing/2014/main" id="{ADB406F6-BDA7-4F16-A4A1-2C13CA083C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1171" y="2852405"/>
                      <a:ext cx="28817" cy="35494"/>
                    </a:xfrm>
                    <a:custGeom>
                      <a:avLst/>
                      <a:gdLst>
                        <a:gd name="connsiteX0" fmla="*/ 28267 w 28817"/>
                        <a:gd name="connsiteY0" fmla="*/ 11508 h 35494"/>
                        <a:gd name="connsiteX1" fmla="*/ 18456 w 28817"/>
                        <a:gd name="connsiteY1" fmla="*/ 34369 h 35494"/>
                        <a:gd name="connsiteX2" fmla="*/ 740 w 28817"/>
                        <a:gd name="connsiteY2" fmla="*/ 23986 h 35494"/>
                        <a:gd name="connsiteX3" fmla="*/ 9979 w 28817"/>
                        <a:gd name="connsiteY3" fmla="*/ 1126 h 35494"/>
                        <a:gd name="connsiteX4" fmla="*/ 28267 w 28817"/>
                        <a:gd name="connsiteY4" fmla="*/ 11508 h 35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817" h="35494">
                          <a:moveTo>
                            <a:pt x="28267" y="11508"/>
                          </a:moveTo>
                          <a:cubicBezTo>
                            <a:pt x="30458" y="20653"/>
                            <a:pt x="25886" y="30844"/>
                            <a:pt x="18456" y="34369"/>
                          </a:cubicBezTo>
                          <a:cubicBezTo>
                            <a:pt x="11027" y="37798"/>
                            <a:pt x="3217" y="33130"/>
                            <a:pt x="740" y="23986"/>
                          </a:cubicBezTo>
                          <a:cubicBezTo>
                            <a:pt x="-1737" y="14747"/>
                            <a:pt x="2169" y="4555"/>
                            <a:pt x="9979" y="1126"/>
                          </a:cubicBezTo>
                          <a:cubicBezTo>
                            <a:pt x="17694" y="-2303"/>
                            <a:pt x="26077" y="2365"/>
                            <a:pt x="28267" y="1150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15" name="Forme libre : forme 13714">
                      <a:extLst>
                        <a:ext uri="{FF2B5EF4-FFF2-40B4-BE49-F238E27FC236}">
                          <a16:creationId xmlns:a16="http://schemas.microsoft.com/office/drawing/2014/main" id="{3160524A-D0BD-4653-8BFC-A2398F79F8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1239" y="2856674"/>
                      <a:ext cx="28749" cy="31275"/>
                    </a:xfrm>
                    <a:custGeom>
                      <a:avLst/>
                      <a:gdLst>
                        <a:gd name="connsiteX0" fmla="*/ 14484 w 28749"/>
                        <a:gd name="connsiteY0" fmla="*/ 13811 h 31275"/>
                        <a:gd name="connsiteX1" fmla="*/ 291 w 28749"/>
                        <a:gd name="connsiteY1" fmla="*/ 10573 h 31275"/>
                        <a:gd name="connsiteX2" fmla="*/ 672 w 28749"/>
                        <a:gd name="connsiteY2" fmla="*/ 19717 h 31275"/>
                        <a:gd name="connsiteX3" fmla="*/ 18389 w 28749"/>
                        <a:gd name="connsiteY3" fmla="*/ 30099 h 31275"/>
                        <a:gd name="connsiteX4" fmla="*/ 28199 w 28749"/>
                        <a:gd name="connsiteY4" fmla="*/ 7239 h 31275"/>
                        <a:gd name="connsiteX5" fmla="*/ 24389 w 28749"/>
                        <a:gd name="connsiteY5" fmla="*/ 0 h 31275"/>
                        <a:gd name="connsiteX6" fmla="*/ 14484 w 28749"/>
                        <a:gd name="connsiteY6" fmla="*/ 13811 h 312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49" h="31275">
                          <a:moveTo>
                            <a:pt x="14484" y="13811"/>
                          </a:moveTo>
                          <a:cubicBezTo>
                            <a:pt x="9340" y="16192"/>
                            <a:pt x="4006" y="14668"/>
                            <a:pt x="291" y="10573"/>
                          </a:cubicBezTo>
                          <a:cubicBezTo>
                            <a:pt x="-185" y="13525"/>
                            <a:pt x="-90" y="16669"/>
                            <a:pt x="672" y="19717"/>
                          </a:cubicBezTo>
                          <a:cubicBezTo>
                            <a:pt x="3149" y="28956"/>
                            <a:pt x="10959" y="33623"/>
                            <a:pt x="18389" y="30099"/>
                          </a:cubicBezTo>
                          <a:cubicBezTo>
                            <a:pt x="25818" y="26670"/>
                            <a:pt x="30390" y="16383"/>
                            <a:pt x="28199" y="7239"/>
                          </a:cubicBezTo>
                          <a:cubicBezTo>
                            <a:pt x="27533" y="4286"/>
                            <a:pt x="26104" y="1905"/>
                            <a:pt x="24389" y="0"/>
                          </a:cubicBezTo>
                          <a:cubicBezTo>
                            <a:pt x="23246" y="6096"/>
                            <a:pt x="19532" y="11525"/>
                            <a:pt x="14484" y="1381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16" name="Forme libre : forme 13715">
                      <a:extLst>
                        <a:ext uri="{FF2B5EF4-FFF2-40B4-BE49-F238E27FC236}">
                          <a16:creationId xmlns:a16="http://schemas.microsoft.com/office/drawing/2014/main" id="{97272A3E-F0C6-4EB6-B4D7-4A8FF2EDDA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3583" y="2857060"/>
                      <a:ext cx="13072" cy="15896"/>
                    </a:xfrm>
                    <a:custGeom>
                      <a:avLst/>
                      <a:gdLst>
                        <a:gd name="connsiteX0" fmla="*/ 10998 w 13072"/>
                        <a:gd name="connsiteY0" fmla="*/ 2567 h 15896"/>
                        <a:gd name="connsiteX1" fmla="*/ 11284 w 13072"/>
                        <a:gd name="connsiteY1" fmla="*/ 13806 h 15896"/>
                        <a:gd name="connsiteX2" fmla="*/ 2140 w 13072"/>
                        <a:gd name="connsiteY2" fmla="*/ 13330 h 15896"/>
                        <a:gd name="connsiteX3" fmla="*/ 1663 w 13072"/>
                        <a:gd name="connsiteY3" fmla="*/ 2090 h 15896"/>
                        <a:gd name="connsiteX4" fmla="*/ 10998 w 13072"/>
                        <a:gd name="connsiteY4" fmla="*/ 2567 h 1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72" h="15896">
                          <a:moveTo>
                            <a:pt x="10998" y="2567"/>
                          </a:moveTo>
                          <a:cubicBezTo>
                            <a:pt x="13665" y="5805"/>
                            <a:pt x="13760" y="10758"/>
                            <a:pt x="11284" y="13806"/>
                          </a:cubicBezTo>
                          <a:cubicBezTo>
                            <a:pt x="8807" y="16759"/>
                            <a:pt x="4807" y="16568"/>
                            <a:pt x="2140" y="13330"/>
                          </a:cubicBezTo>
                          <a:cubicBezTo>
                            <a:pt x="-528" y="10091"/>
                            <a:pt x="-718" y="5043"/>
                            <a:pt x="1663" y="2090"/>
                          </a:cubicBezTo>
                          <a:cubicBezTo>
                            <a:pt x="4140" y="-862"/>
                            <a:pt x="8331" y="-672"/>
                            <a:pt x="10998" y="256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17" name="Forme libre : forme 13716">
                      <a:extLst>
                        <a:ext uri="{FF2B5EF4-FFF2-40B4-BE49-F238E27FC236}">
                          <a16:creationId xmlns:a16="http://schemas.microsoft.com/office/drawing/2014/main" id="{210AECAA-11AE-4044-81D5-DC1F70D834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2377" y="2859437"/>
                      <a:ext cx="4785" cy="5808"/>
                    </a:xfrm>
                    <a:custGeom>
                      <a:avLst/>
                      <a:gdLst>
                        <a:gd name="connsiteX0" fmla="*/ 4679 w 4785"/>
                        <a:gd name="connsiteY0" fmla="*/ 1904 h 5808"/>
                        <a:gd name="connsiteX1" fmla="*/ 3060 w 4785"/>
                        <a:gd name="connsiteY1" fmla="*/ 5619 h 5808"/>
                        <a:gd name="connsiteX2" fmla="*/ 107 w 4785"/>
                        <a:gd name="connsiteY2" fmla="*/ 3904 h 5808"/>
                        <a:gd name="connsiteX3" fmla="*/ 1631 w 4785"/>
                        <a:gd name="connsiteY3" fmla="*/ 190 h 5808"/>
                        <a:gd name="connsiteX4" fmla="*/ 4679 w 4785"/>
                        <a:gd name="connsiteY4" fmla="*/ 1904 h 5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5" h="5808">
                          <a:moveTo>
                            <a:pt x="4679" y="1904"/>
                          </a:moveTo>
                          <a:cubicBezTo>
                            <a:pt x="5060" y="3428"/>
                            <a:pt x="4393" y="5143"/>
                            <a:pt x="3060" y="5619"/>
                          </a:cubicBezTo>
                          <a:cubicBezTo>
                            <a:pt x="1822" y="6191"/>
                            <a:pt x="488" y="5429"/>
                            <a:pt x="107" y="3904"/>
                          </a:cubicBezTo>
                          <a:cubicBezTo>
                            <a:pt x="-274" y="2380"/>
                            <a:pt x="393" y="666"/>
                            <a:pt x="1631" y="190"/>
                          </a:cubicBezTo>
                          <a:cubicBezTo>
                            <a:pt x="2965" y="-382"/>
                            <a:pt x="4298" y="380"/>
                            <a:pt x="4679" y="19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718" name="Graphique 5">
                  <a:extLst>
                    <a:ext uri="{FF2B5EF4-FFF2-40B4-BE49-F238E27FC236}">
                      <a16:creationId xmlns:a16="http://schemas.microsoft.com/office/drawing/2014/main" id="{11F99B3A-D7C8-4C0C-915B-2951E6A7AA48}"/>
                    </a:ext>
                  </a:extLst>
                </p:cNvPr>
                <p:cNvGrpSpPr/>
                <p:nvPr/>
              </p:nvGrpSpPr>
              <p:grpSpPr>
                <a:xfrm>
                  <a:off x="3279007" y="2898962"/>
                  <a:ext cx="62049" cy="89980"/>
                  <a:chOff x="3279007" y="2898962"/>
                  <a:chExt cx="62049" cy="89980"/>
                </a:xfrm>
                <a:solidFill>
                  <a:schemeClr val="accent1"/>
                </a:solidFill>
              </p:grpSpPr>
              <p:grpSp>
                <p:nvGrpSpPr>
                  <p:cNvPr id="13719" name="Graphique 5">
                    <a:extLst>
                      <a:ext uri="{FF2B5EF4-FFF2-40B4-BE49-F238E27FC236}">
                        <a16:creationId xmlns:a16="http://schemas.microsoft.com/office/drawing/2014/main" id="{5B52AD8C-5817-40CD-8F31-983F78473466}"/>
                      </a:ext>
                    </a:extLst>
                  </p:cNvPr>
                  <p:cNvGrpSpPr/>
                  <p:nvPr/>
                </p:nvGrpSpPr>
                <p:grpSpPr>
                  <a:xfrm>
                    <a:off x="3279007" y="2953455"/>
                    <a:ext cx="24762" cy="35487"/>
                    <a:chOff x="3279007" y="2953455"/>
                    <a:chExt cx="24762" cy="35487"/>
                  </a:xfrm>
                  <a:solidFill>
                    <a:schemeClr val="accent1"/>
                  </a:solidFill>
                </p:grpSpPr>
                <p:sp>
                  <p:nvSpPr>
                    <p:cNvPr id="13720" name="Forme libre : forme 13719">
                      <a:extLst>
                        <a:ext uri="{FF2B5EF4-FFF2-40B4-BE49-F238E27FC236}">
                          <a16:creationId xmlns:a16="http://schemas.microsoft.com/office/drawing/2014/main" id="{C24EC774-AC47-45F6-88DE-10F6CD286E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9007" y="2953455"/>
                      <a:ext cx="24667" cy="35442"/>
                    </a:xfrm>
                    <a:custGeom>
                      <a:avLst/>
                      <a:gdLst>
                        <a:gd name="connsiteX0" fmla="*/ 9477 w 24667"/>
                        <a:gd name="connsiteY0" fmla="*/ 945 h 35442"/>
                        <a:gd name="connsiteX1" fmla="*/ 24432 w 24667"/>
                        <a:gd name="connsiteY1" fmla="*/ 11994 h 35442"/>
                        <a:gd name="connsiteX2" fmla="*/ 14811 w 24667"/>
                        <a:gd name="connsiteY2" fmla="*/ 34473 h 35442"/>
                        <a:gd name="connsiteX3" fmla="*/ 334 w 24667"/>
                        <a:gd name="connsiteY3" fmla="*/ 23901 h 35442"/>
                        <a:gd name="connsiteX4" fmla="*/ 9477 w 24667"/>
                        <a:gd name="connsiteY4" fmla="*/ 945 h 354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667" h="35442">
                          <a:moveTo>
                            <a:pt x="9477" y="945"/>
                          </a:moveTo>
                          <a:cubicBezTo>
                            <a:pt x="16240" y="-2198"/>
                            <a:pt x="23098" y="2755"/>
                            <a:pt x="24432" y="11994"/>
                          </a:cubicBezTo>
                          <a:cubicBezTo>
                            <a:pt x="25765" y="21234"/>
                            <a:pt x="21289" y="31235"/>
                            <a:pt x="14811" y="34473"/>
                          </a:cubicBezTo>
                          <a:cubicBezTo>
                            <a:pt x="8335" y="37617"/>
                            <a:pt x="2048" y="32854"/>
                            <a:pt x="334" y="23901"/>
                          </a:cubicBezTo>
                          <a:cubicBezTo>
                            <a:pt x="-1190" y="14756"/>
                            <a:pt x="2619" y="4470"/>
                            <a:pt x="9477" y="94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1" name="Forme libre : forme 13720">
                      <a:extLst>
                        <a:ext uri="{FF2B5EF4-FFF2-40B4-BE49-F238E27FC236}">
                          <a16:creationId xmlns:a16="http://schemas.microsoft.com/office/drawing/2014/main" id="{B43A8850-47D9-4EA6-A2C2-8C3F96361F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3055" y="2953588"/>
                      <a:ext cx="20714" cy="35355"/>
                    </a:xfrm>
                    <a:custGeom>
                      <a:avLst/>
                      <a:gdLst>
                        <a:gd name="connsiteX0" fmla="*/ 8573 w 20714"/>
                        <a:gd name="connsiteY0" fmla="*/ 17387 h 35355"/>
                        <a:gd name="connsiteX1" fmla="*/ 4763 w 20714"/>
                        <a:gd name="connsiteY1" fmla="*/ 35008 h 35355"/>
                        <a:gd name="connsiteX2" fmla="*/ 10859 w 20714"/>
                        <a:gd name="connsiteY2" fmla="*/ 34436 h 35355"/>
                        <a:gd name="connsiteX3" fmla="*/ 20479 w 20714"/>
                        <a:gd name="connsiteY3" fmla="*/ 11957 h 35355"/>
                        <a:gd name="connsiteX4" fmla="*/ 5525 w 20714"/>
                        <a:gd name="connsiteY4" fmla="*/ 908 h 35355"/>
                        <a:gd name="connsiteX5" fmla="*/ 0 w 20714"/>
                        <a:gd name="connsiteY5" fmla="*/ 6147 h 35355"/>
                        <a:gd name="connsiteX6" fmla="*/ 8573 w 20714"/>
                        <a:gd name="connsiteY6" fmla="*/ 17387 h 35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714" h="35355">
                          <a:moveTo>
                            <a:pt x="8573" y="17387"/>
                          </a:moveTo>
                          <a:cubicBezTo>
                            <a:pt x="9620" y="23673"/>
                            <a:pt x="7906" y="30341"/>
                            <a:pt x="4763" y="35008"/>
                          </a:cubicBezTo>
                          <a:cubicBezTo>
                            <a:pt x="6668" y="35579"/>
                            <a:pt x="8763" y="35484"/>
                            <a:pt x="10859" y="34436"/>
                          </a:cubicBezTo>
                          <a:cubicBezTo>
                            <a:pt x="17336" y="31198"/>
                            <a:pt x="21812" y="21101"/>
                            <a:pt x="20479" y="11957"/>
                          </a:cubicBezTo>
                          <a:cubicBezTo>
                            <a:pt x="19145" y="2718"/>
                            <a:pt x="12287" y="-2140"/>
                            <a:pt x="5525" y="908"/>
                          </a:cubicBezTo>
                          <a:cubicBezTo>
                            <a:pt x="3334" y="2051"/>
                            <a:pt x="1524" y="3861"/>
                            <a:pt x="0" y="6147"/>
                          </a:cubicBezTo>
                          <a:cubicBezTo>
                            <a:pt x="4191" y="6814"/>
                            <a:pt x="7525" y="11195"/>
                            <a:pt x="8573" y="173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2" name="Forme libre : forme 13721">
                      <a:extLst>
                        <a:ext uri="{FF2B5EF4-FFF2-40B4-BE49-F238E27FC236}">
                          <a16:creationId xmlns:a16="http://schemas.microsoft.com/office/drawing/2014/main" id="{C1C6AC6B-7C4D-4F77-A0C7-40F4DD61C0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2635" y="2957795"/>
                      <a:ext cx="11257" cy="15961"/>
                    </a:xfrm>
                    <a:custGeom>
                      <a:avLst/>
                      <a:gdLst>
                        <a:gd name="connsiteX0" fmla="*/ 2325 w 11257"/>
                        <a:gd name="connsiteY0" fmla="*/ 2892 h 15961"/>
                        <a:gd name="connsiteX1" fmla="*/ 10231 w 11257"/>
                        <a:gd name="connsiteY1" fmla="*/ 1939 h 15961"/>
                        <a:gd name="connsiteX2" fmla="*/ 8897 w 11257"/>
                        <a:gd name="connsiteY2" fmla="*/ 13179 h 15961"/>
                        <a:gd name="connsiteX3" fmla="*/ 1087 w 11257"/>
                        <a:gd name="connsiteY3" fmla="*/ 14131 h 15961"/>
                        <a:gd name="connsiteX4" fmla="*/ 2325 w 11257"/>
                        <a:gd name="connsiteY4" fmla="*/ 2892 h 15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57" h="15961">
                          <a:moveTo>
                            <a:pt x="2325" y="2892"/>
                          </a:moveTo>
                          <a:cubicBezTo>
                            <a:pt x="4897" y="-632"/>
                            <a:pt x="8421" y="-918"/>
                            <a:pt x="10231" y="1939"/>
                          </a:cubicBezTo>
                          <a:cubicBezTo>
                            <a:pt x="12040" y="4797"/>
                            <a:pt x="11374" y="9845"/>
                            <a:pt x="8897" y="13179"/>
                          </a:cubicBezTo>
                          <a:cubicBezTo>
                            <a:pt x="6326" y="16608"/>
                            <a:pt x="2992" y="16798"/>
                            <a:pt x="1087" y="14131"/>
                          </a:cubicBezTo>
                          <a:cubicBezTo>
                            <a:pt x="-723" y="11369"/>
                            <a:pt x="-247" y="6321"/>
                            <a:pt x="2325" y="289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3" name="Forme libre : forme 13722">
                      <a:extLst>
                        <a:ext uri="{FF2B5EF4-FFF2-40B4-BE49-F238E27FC236}">
                          <a16:creationId xmlns:a16="http://schemas.microsoft.com/office/drawing/2014/main" id="{FECBA332-8AC7-4545-9177-C67CCDEA4A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3941" y="2969367"/>
                      <a:ext cx="4037" cy="5854"/>
                    </a:xfrm>
                    <a:custGeom>
                      <a:avLst/>
                      <a:gdLst>
                        <a:gd name="connsiteX0" fmla="*/ 1495 w 4037"/>
                        <a:gd name="connsiteY0" fmla="*/ 178 h 5854"/>
                        <a:gd name="connsiteX1" fmla="*/ 3972 w 4037"/>
                        <a:gd name="connsiteY1" fmla="*/ 1988 h 5854"/>
                        <a:gd name="connsiteX2" fmla="*/ 2448 w 4037"/>
                        <a:gd name="connsiteY2" fmla="*/ 5703 h 5854"/>
                        <a:gd name="connsiteX3" fmla="*/ 66 w 4037"/>
                        <a:gd name="connsiteY3" fmla="*/ 3988 h 5854"/>
                        <a:gd name="connsiteX4" fmla="*/ 1495 w 4037"/>
                        <a:gd name="connsiteY4" fmla="*/ 178 h 58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37" h="5854">
                          <a:moveTo>
                            <a:pt x="1495" y="178"/>
                          </a:moveTo>
                          <a:cubicBezTo>
                            <a:pt x="2638" y="-393"/>
                            <a:pt x="3686" y="464"/>
                            <a:pt x="3972" y="1988"/>
                          </a:cubicBezTo>
                          <a:cubicBezTo>
                            <a:pt x="4257" y="3512"/>
                            <a:pt x="3591" y="5131"/>
                            <a:pt x="2448" y="5703"/>
                          </a:cubicBezTo>
                          <a:cubicBezTo>
                            <a:pt x="1400" y="6179"/>
                            <a:pt x="257" y="5512"/>
                            <a:pt x="66" y="3988"/>
                          </a:cubicBezTo>
                          <a:cubicBezTo>
                            <a:pt x="-219" y="2464"/>
                            <a:pt x="447" y="845"/>
                            <a:pt x="1495" y="1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724" name="Graphique 5">
                    <a:extLst>
                      <a:ext uri="{FF2B5EF4-FFF2-40B4-BE49-F238E27FC236}">
                        <a16:creationId xmlns:a16="http://schemas.microsoft.com/office/drawing/2014/main" id="{49D74D5E-6F8C-4A20-A0CB-6DEDEFBF9115}"/>
                      </a:ext>
                    </a:extLst>
                  </p:cNvPr>
                  <p:cNvGrpSpPr/>
                  <p:nvPr/>
                </p:nvGrpSpPr>
                <p:grpSpPr>
                  <a:xfrm>
                    <a:off x="3298907" y="2929635"/>
                    <a:ext cx="25965" cy="35299"/>
                    <a:chOff x="3298907" y="2929635"/>
                    <a:chExt cx="25965" cy="35299"/>
                  </a:xfrm>
                  <a:solidFill>
                    <a:schemeClr val="accent1"/>
                  </a:solidFill>
                </p:grpSpPr>
                <p:sp>
                  <p:nvSpPr>
                    <p:cNvPr id="13725" name="Forme libre : forme 13724">
                      <a:extLst>
                        <a:ext uri="{FF2B5EF4-FFF2-40B4-BE49-F238E27FC236}">
                          <a16:creationId xmlns:a16="http://schemas.microsoft.com/office/drawing/2014/main" id="{B2D63253-54D4-4EA0-B0D2-E806C5F1CA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8907" y="2929635"/>
                      <a:ext cx="25965" cy="35294"/>
                    </a:xfrm>
                    <a:custGeom>
                      <a:avLst/>
                      <a:gdLst>
                        <a:gd name="connsiteX0" fmla="*/ 10247 w 25965"/>
                        <a:gd name="connsiteY0" fmla="*/ 953 h 35294"/>
                        <a:gd name="connsiteX1" fmla="*/ 25773 w 25965"/>
                        <a:gd name="connsiteY1" fmla="*/ 12193 h 35294"/>
                        <a:gd name="connsiteX2" fmla="*/ 15295 w 25965"/>
                        <a:gd name="connsiteY2" fmla="*/ 34291 h 35294"/>
                        <a:gd name="connsiteX3" fmla="*/ 341 w 25965"/>
                        <a:gd name="connsiteY3" fmla="*/ 23432 h 35294"/>
                        <a:gd name="connsiteX4" fmla="*/ 10247 w 25965"/>
                        <a:gd name="connsiteY4" fmla="*/ 953 h 35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65" h="35294">
                          <a:moveTo>
                            <a:pt x="10247" y="953"/>
                          </a:moveTo>
                          <a:cubicBezTo>
                            <a:pt x="17391" y="-2190"/>
                            <a:pt x="24630" y="2668"/>
                            <a:pt x="25773" y="12193"/>
                          </a:cubicBezTo>
                          <a:cubicBezTo>
                            <a:pt x="27011" y="21622"/>
                            <a:pt x="22153" y="31338"/>
                            <a:pt x="15295" y="34291"/>
                          </a:cubicBezTo>
                          <a:cubicBezTo>
                            <a:pt x="8437" y="37529"/>
                            <a:pt x="1865" y="32671"/>
                            <a:pt x="341" y="23432"/>
                          </a:cubicBezTo>
                          <a:cubicBezTo>
                            <a:pt x="-1278" y="14193"/>
                            <a:pt x="3008" y="4096"/>
                            <a:pt x="10247" y="9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6" name="Forme libre : forme 13725">
                      <a:extLst>
                        <a:ext uri="{FF2B5EF4-FFF2-40B4-BE49-F238E27FC236}">
                          <a16:creationId xmlns:a16="http://schemas.microsoft.com/office/drawing/2014/main" id="{980414FE-C325-4DC8-B4B3-D0574EF6B1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3248" y="2929635"/>
                      <a:ext cx="21529" cy="35299"/>
                    </a:xfrm>
                    <a:custGeom>
                      <a:avLst/>
                      <a:gdLst>
                        <a:gd name="connsiteX0" fmla="*/ 8763 w 21529"/>
                        <a:gd name="connsiteY0" fmla="*/ 17431 h 35299"/>
                        <a:gd name="connsiteX1" fmla="*/ 4381 w 21529"/>
                        <a:gd name="connsiteY1" fmla="*/ 34957 h 35299"/>
                        <a:gd name="connsiteX2" fmla="*/ 10858 w 21529"/>
                        <a:gd name="connsiteY2" fmla="*/ 34291 h 35299"/>
                        <a:gd name="connsiteX3" fmla="*/ 21336 w 21529"/>
                        <a:gd name="connsiteY3" fmla="*/ 12193 h 35299"/>
                        <a:gd name="connsiteX4" fmla="*/ 5810 w 21529"/>
                        <a:gd name="connsiteY4" fmla="*/ 953 h 35299"/>
                        <a:gd name="connsiteX5" fmla="*/ 0 w 21529"/>
                        <a:gd name="connsiteY5" fmla="*/ 5811 h 35299"/>
                        <a:gd name="connsiteX6" fmla="*/ 8763 w 21529"/>
                        <a:gd name="connsiteY6" fmla="*/ 17431 h 352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529" h="35299">
                          <a:moveTo>
                            <a:pt x="8763" y="17431"/>
                          </a:moveTo>
                          <a:cubicBezTo>
                            <a:pt x="9715" y="23718"/>
                            <a:pt x="7810" y="30290"/>
                            <a:pt x="4381" y="34957"/>
                          </a:cubicBezTo>
                          <a:cubicBezTo>
                            <a:pt x="6382" y="35529"/>
                            <a:pt x="8572" y="35434"/>
                            <a:pt x="10858" y="34291"/>
                          </a:cubicBezTo>
                          <a:cubicBezTo>
                            <a:pt x="17716" y="31338"/>
                            <a:pt x="22574" y="21622"/>
                            <a:pt x="21336" y="12193"/>
                          </a:cubicBezTo>
                          <a:cubicBezTo>
                            <a:pt x="20193" y="2668"/>
                            <a:pt x="12954" y="-2190"/>
                            <a:pt x="5810" y="953"/>
                          </a:cubicBezTo>
                          <a:cubicBezTo>
                            <a:pt x="3524" y="1906"/>
                            <a:pt x="1619" y="3715"/>
                            <a:pt x="0" y="5811"/>
                          </a:cubicBezTo>
                          <a:cubicBezTo>
                            <a:pt x="4381" y="7049"/>
                            <a:pt x="7906" y="11240"/>
                            <a:pt x="8763" y="1743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7" name="Forme libre : forme 13726">
                      <a:extLst>
                        <a:ext uri="{FF2B5EF4-FFF2-40B4-BE49-F238E27FC236}">
                          <a16:creationId xmlns:a16="http://schemas.microsoft.com/office/drawing/2014/main" id="{21D57092-7711-479B-9825-D51D70EB7E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2730" y="2933911"/>
                      <a:ext cx="11928" cy="15834"/>
                    </a:xfrm>
                    <a:custGeom>
                      <a:avLst/>
                      <a:gdLst>
                        <a:gd name="connsiteX0" fmla="*/ 2518 w 11928"/>
                        <a:gd name="connsiteY0" fmla="*/ 2773 h 15834"/>
                        <a:gd name="connsiteX1" fmla="*/ 10900 w 11928"/>
                        <a:gd name="connsiteY1" fmla="*/ 1916 h 15834"/>
                        <a:gd name="connsiteX2" fmla="*/ 9281 w 11928"/>
                        <a:gd name="connsiteY2" fmla="*/ 13061 h 15834"/>
                        <a:gd name="connsiteX3" fmla="*/ 1089 w 11928"/>
                        <a:gd name="connsiteY3" fmla="*/ 13918 h 15834"/>
                        <a:gd name="connsiteX4" fmla="*/ 2518 w 11928"/>
                        <a:gd name="connsiteY4" fmla="*/ 2773 h 158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28" h="15834">
                          <a:moveTo>
                            <a:pt x="2518" y="2773"/>
                          </a:moveTo>
                          <a:cubicBezTo>
                            <a:pt x="5185" y="-560"/>
                            <a:pt x="8995" y="-941"/>
                            <a:pt x="10900" y="1916"/>
                          </a:cubicBezTo>
                          <a:cubicBezTo>
                            <a:pt x="12805" y="4774"/>
                            <a:pt x="11948" y="9727"/>
                            <a:pt x="9281" y="13061"/>
                          </a:cubicBezTo>
                          <a:cubicBezTo>
                            <a:pt x="6518" y="16394"/>
                            <a:pt x="2899" y="16775"/>
                            <a:pt x="1089" y="13918"/>
                          </a:cubicBezTo>
                          <a:cubicBezTo>
                            <a:pt x="-816" y="11060"/>
                            <a:pt x="-149" y="6107"/>
                            <a:pt x="2518" y="277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8" name="Forme libre : forme 13727">
                      <a:extLst>
                        <a:ext uri="{FF2B5EF4-FFF2-40B4-BE49-F238E27FC236}">
                          <a16:creationId xmlns:a16="http://schemas.microsoft.com/office/drawing/2014/main" id="{B46F3015-0A47-49D2-84B3-CD807B9FE9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3950" y="2945497"/>
                      <a:ext cx="4188" cy="5843"/>
                    </a:xfrm>
                    <a:custGeom>
                      <a:avLst/>
                      <a:gdLst>
                        <a:gd name="connsiteX0" fmla="*/ 1680 w 4188"/>
                        <a:gd name="connsiteY0" fmla="*/ 141 h 5843"/>
                        <a:gd name="connsiteX1" fmla="*/ 4156 w 4188"/>
                        <a:gd name="connsiteY1" fmla="*/ 1951 h 5843"/>
                        <a:gd name="connsiteX2" fmla="*/ 2537 w 4188"/>
                        <a:gd name="connsiteY2" fmla="*/ 5665 h 5843"/>
                        <a:gd name="connsiteX3" fmla="*/ 60 w 4188"/>
                        <a:gd name="connsiteY3" fmla="*/ 3856 h 5843"/>
                        <a:gd name="connsiteX4" fmla="*/ 1680 w 4188"/>
                        <a:gd name="connsiteY4" fmla="*/ 141 h 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88" h="5843">
                          <a:moveTo>
                            <a:pt x="1680" y="141"/>
                          </a:moveTo>
                          <a:cubicBezTo>
                            <a:pt x="2823" y="-335"/>
                            <a:pt x="3966" y="427"/>
                            <a:pt x="4156" y="1951"/>
                          </a:cubicBezTo>
                          <a:cubicBezTo>
                            <a:pt x="4347" y="3475"/>
                            <a:pt x="3680" y="5094"/>
                            <a:pt x="2537" y="5665"/>
                          </a:cubicBezTo>
                          <a:cubicBezTo>
                            <a:pt x="1394" y="6237"/>
                            <a:pt x="251" y="5380"/>
                            <a:pt x="60" y="3856"/>
                          </a:cubicBezTo>
                          <a:cubicBezTo>
                            <a:pt x="-225" y="2332"/>
                            <a:pt x="536" y="712"/>
                            <a:pt x="1680" y="1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729" name="Graphique 5">
                    <a:extLst>
                      <a:ext uri="{FF2B5EF4-FFF2-40B4-BE49-F238E27FC236}">
                        <a16:creationId xmlns:a16="http://schemas.microsoft.com/office/drawing/2014/main" id="{DEDE20A3-1E8E-4194-AA3D-9263B33FF006}"/>
                      </a:ext>
                    </a:extLst>
                  </p:cNvPr>
                  <p:cNvGrpSpPr/>
                  <p:nvPr/>
                </p:nvGrpSpPr>
                <p:grpSpPr>
                  <a:xfrm>
                    <a:off x="3313719" y="2898962"/>
                    <a:ext cx="27336" cy="35461"/>
                    <a:chOff x="3313719" y="2898962"/>
                    <a:chExt cx="27336" cy="35461"/>
                  </a:xfrm>
                  <a:solidFill>
                    <a:schemeClr val="accent1"/>
                  </a:solidFill>
                </p:grpSpPr>
                <p:sp>
                  <p:nvSpPr>
                    <p:cNvPr id="13730" name="Forme libre : forme 13729">
                      <a:extLst>
                        <a:ext uri="{FF2B5EF4-FFF2-40B4-BE49-F238E27FC236}">
                          <a16:creationId xmlns:a16="http://schemas.microsoft.com/office/drawing/2014/main" id="{59D3DA95-F763-450C-B5A7-D1A2402D72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3719" y="2899057"/>
                      <a:ext cx="27336" cy="35366"/>
                    </a:xfrm>
                    <a:custGeom>
                      <a:avLst/>
                      <a:gdLst>
                        <a:gd name="connsiteX0" fmla="*/ 10960 w 27336"/>
                        <a:gd name="connsiteY0" fmla="*/ 860 h 35366"/>
                        <a:gd name="connsiteX1" fmla="*/ 27152 w 27336"/>
                        <a:gd name="connsiteY1" fmla="*/ 12766 h 35366"/>
                        <a:gd name="connsiteX2" fmla="*/ 16008 w 27336"/>
                        <a:gd name="connsiteY2" fmla="*/ 34674 h 35366"/>
                        <a:gd name="connsiteX3" fmla="*/ 292 w 27336"/>
                        <a:gd name="connsiteY3" fmla="*/ 23244 h 35366"/>
                        <a:gd name="connsiteX4" fmla="*/ 10960 w 27336"/>
                        <a:gd name="connsiteY4" fmla="*/ 860 h 35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336" h="35366">
                          <a:moveTo>
                            <a:pt x="10960" y="860"/>
                          </a:moveTo>
                          <a:cubicBezTo>
                            <a:pt x="18580" y="-2283"/>
                            <a:pt x="25914" y="3527"/>
                            <a:pt x="27152" y="12766"/>
                          </a:cubicBezTo>
                          <a:cubicBezTo>
                            <a:pt x="28391" y="22101"/>
                            <a:pt x="23247" y="31912"/>
                            <a:pt x="16008" y="34674"/>
                          </a:cubicBezTo>
                          <a:cubicBezTo>
                            <a:pt x="8769" y="37246"/>
                            <a:pt x="1911" y="32483"/>
                            <a:pt x="292" y="23244"/>
                          </a:cubicBezTo>
                          <a:cubicBezTo>
                            <a:pt x="-1232" y="13910"/>
                            <a:pt x="3340" y="3908"/>
                            <a:pt x="10960" y="86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1" name="Forme libre : forme 13730">
                      <a:extLst>
                        <a:ext uri="{FF2B5EF4-FFF2-40B4-BE49-F238E27FC236}">
                          <a16:creationId xmlns:a16="http://schemas.microsoft.com/office/drawing/2014/main" id="{BD866855-9E70-42BF-8402-CCBC14E8BA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8488" y="2898962"/>
                      <a:ext cx="22568" cy="35376"/>
                    </a:xfrm>
                    <a:custGeom>
                      <a:avLst/>
                      <a:gdLst>
                        <a:gd name="connsiteX0" fmla="*/ 9144 w 22568"/>
                        <a:gd name="connsiteY0" fmla="*/ 17529 h 35376"/>
                        <a:gd name="connsiteX1" fmla="*/ 4477 w 22568"/>
                        <a:gd name="connsiteY1" fmla="*/ 34864 h 35376"/>
                        <a:gd name="connsiteX2" fmla="*/ 11240 w 22568"/>
                        <a:gd name="connsiteY2" fmla="*/ 34674 h 35376"/>
                        <a:gd name="connsiteX3" fmla="*/ 22384 w 22568"/>
                        <a:gd name="connsiteY3" fmla="*/ 12766 h 35376"/>
                        <a:gd name="connsiteX4" fmla="*/ 6191 w 22568"/>
                        <a:gd name="connsiteY4" fmla="*/ 860 h 35376"/>
                        <a:gd name="connsiteX5" fmla="*/ 0 w 22568"/>
                        <a:gd name="connsiteY5" fmla="*/ 5718 h 35376"/>
                        <a:gd name="connsiteX6" fmla="*/ 9144 w 22568"/>
                        <a:gd name="connsiteY6" fmla="*/ 17529 h 35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2568" h="35376">
                          <a:moveTo>
                            <a:pt x="9144" y="17529"/>
                          </a:moveTo>
                          <a:cubicBezTo>
                            <a:pt x="10097" y="23911"/>
                            <a:pt x="8001" y="30483"/>
                            <a:pt x="4477" y="34864"/>
                          </a:cubicBezTo>
                          <a:cubicBezTo>
                            <a:pt x="6572" y="35531"/>
                            <a:pt x="8858" y="35626"/>
                            <a:pt x="11240" y="34674"/>
                          </a:cubicBezTo>
                          <a:cubicBezTo>
                            <a:pt x="18479" y="31912"/>
                            <a:pt x="23622" y="22101"/>
                            <a:pt x="22384" y="12766"/>
                          </a:cubicBezTo>
                          <a:cubicBezTo>
                            <a:pt x="21146" y="3527"/>
                            <a:pt x="13811" y="-2283"/>
                            <a:pt x="6191" y="860"/>
                          </a:cubicBezTo>
                          <a:cubicBezTo>
                            <a:pt x="3810" y="1813"/>
                            <a:pt x="1715" y="3622"/>
                            <a:pt x="0" y="5718"/>
                          </a:cubicBezTo>
                          <a:cubicBezTo>
                            <a:pt x="4572" y="7051"/>
                            <a:pt x="8287" y="11052"/>
                            <a:pt x="9144" y="1752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2" name="Forme libre : forme 13731">
                      <a:extLst>
                        <a:ext uri="{FF2B5EF4-FFF2-40B4-BE49-F238E27FC236}">
                          <a16:creationId xmlns:a16="http://schemas.microsoft.com/office/drawing/2014/main" id="{DE686E0D-026E-49FB-8C62-1EE290F57E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844" y="2903208"/>
                      <a:ext cx="12616" cy="15756"/>
                    </a:xfrm>
                    <a:custGeom>
                      <a:avLst/>
                      <a:gdLst>
                        <a:gd name="connsiteX0" fmla="*/ 2739 w 12616"/>
                        <a:gd name="connsiteY0" fmla="*/ 2710 h 15756"/>
                        <a:gd name="connsiteX1" fmla="*/ 11598 w 12616"/>
                        <a:gd name="connsiteY1" fmla="*/ 2043 h 15756"/>
                        <a:gd name="connsiteX2" fmla="*/ 9788 w 12616"/>
                        <a:gd name="connsiteY2" fmla="*/ 13188 h 15756"/>
                        <a:gd name="connsiteX3" fmla="*/ 1120 w 12616"/>
                        <a:gd name="connsiteY3" fmla="*/ 13854 h 15756"/>
                        <a:gd name="connsiteX4" fmla="*/ 2739 w 12616"/>
                        <a:gd name="connsiteY4" fmla="*/ 2710 h 15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16" h="15756">
                          <a:moveTo>
                            <a:pt x="2739" y="2710"/>
                          </a:moveTo>
                          <a:cubicBezTo>
                            <a:pt x="5597" y="-528"/>
                            <a:pt x="9693" y="-1005"/>
                            <a:pt x="11598" y="2043"/>
                          </a:cubicBezTo>
                          <a:cubicBezTo>
                            <a:pt x="13503" y="5091"/>
                            <a:pt x="12645" y="10045"/>
                            <a:pt x="9788" y="13188"/>
                          </a:cubicBezTo>
                          <a:cubicBezTo>
                            <a:pt x="6930" y="16236"/>
                            <a:pt x="3025" y="16712"/>
                            <a:pt x="1120" y="13854"/>
                          </a:cubicBezTo>
                          <a:cubicBezTo>
                            <a:pt x="-880" y="10997"/>
                            <a:pt x="-118" y="5949"/>
                            <a:pt x="2739" y="27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3" name="Forme libre : forme 13732">
                      <a:extLst>
                        <a:ext uri="{FF2B5EF4-FFF2-40B4-BE49-F238E27FC236}">
                          <a16:creationId xmlns:a16="http://schemas.microsoft.com/office/drawing/2014/main" id="{31FDE530-D4B5-4D7C-8CB0-6A8F8E172A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9031" y="2914731"/>
                      <a:ext cx="4560" cy="5806"/>
                    </a:xfrm>
                    <a:custGeom>
                      <a:avLst/>
                      <a:gdLst>
                        <a:gd name="connsiteX0" fmla="*/ 1839 w 4560"/>
                        <a:gd name="connsiteY0" fmla="*/ 141 h 5806"/>
                        <a:gd name="connsiteX1" fmla="*/ 4506 w 4560"/>
                        <a:gd name="connsiteY1" fmla="*/ 1951 h 5806"/>
                        <a:gd name="connsiteX2" fmla="*/ 2696 w 4560"/>
                        <a:gd name="connsiteY2" fmla="*/ 5665 h 5806"/>
                        <a:gd name="connsiteX3" fmla="*/ 29 w 4560"/>
                        <a:gd name="connsiteY3" fmla="*/ 3856 h 5806"/>
                        <a:gd name="connsiteX4" fmla="*/ 1839 w 4560"/>
                        <a:gd name="connsiteY4" fmla="*/ 141 h 5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60" h="5806">
                          <a:moveTo>
                            <a:pt x="1839" y="141"/>
                          </a:moveTo>
                          <a:cubicBezTo>
                            <a:pt x="3077" y="-335"/>
                            <a:pt x="4220" y="427"/>
                            <a:pt x="4506" y="1951"/>
                          </a:cubicBezTo>
                          <a:cubicBezTo>
                            <a:pt x="4792" y="3475"/>
                            <a:pt x="3934" y="5094"/>
                            <a:pt x="2696" y="5665"/>
                          </a:cubicBezTo>
                          <a:cubicBezTo>
                            <a:pt x="1458" y="6142"/>
                            <a:pt x="315" y="5380"/>
                            <a:pt x="29" y="3856"/>
                          </a:cubicBezTo>
                          <a:cubicBezTo>
                            <a:pt x="-162" y="2332"/>
                            <a:pt x="601" y="712"/>
                            <a:pt x="1839" y="1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734" name="Graphique 5">
                  <a:extLst>
                    <a:ext uri="{FF2B5EF4-FFF2-40B4-BE49-F238E27FC236}">
                      <a16:creationId xmlns:a16="http://schemas.microsoft.com/office/drawing/2014/main" id="{6549090B-3631-4EEC-A970-CD85CDA19FE8}"/>
                    </a:ext>
                  </a:extLst>
                </p:cNvPr>
                <p:cNvGrpSpPr/>
                <p:nvPr/>
              </p:nvGrpSpPr>
              <p:grpSpPr>
                <a:xfrm>
                  <a:off x="3356488" y="2860402"/>
                  <a:ext cx="87778" cy="48498"/>
                  <a:chOff x="3356488" y="2860402"/>
                  <a:chExt cx="87778" cy="48498"/>
                </a:xfrm>
                <a:solidFill>
                  <a:schemeClr val="accent1"/>
                </a:solidFill>
              </p:grpSpPr>
              <p:grpSp>
                <p:nvGrpSpPr>
                  <p:cNvPr id="13735" name="Graphique 5">
                    <a:extLst>
                      <a:ext uri="{FF2B5EF4-FFF2-40B4-BE49-F238E27FC236}">
                        <a16:creationId xmlns:a16="http://schemas.microsoft.com/office/drawing/2014/main" id="{C3B653FC-8731-458C-8883-FBD6DCA6C90E}"/>
                      </a:ext>
                    </a:extLst>
                  </p:cNvPr>
                  <p:cNvGrpSpPr/>
                  <p:nvPr/>
                </p:nvGrpSpPr>
                <p:grpSpPr>
                  <a:xfrm>
                    <a:off x="3356488" y="2873544"/>
                    <a:ext cx="28934" cy="35356"/>
                    <a:chOff x="3356488" y="2873544"/>
                    <a:chExt cx="28934" cy="35356"/>
                  </a:xfrm>
                  <a:solidFill>
                    <a:schemeClr val="accent1"/>
                  </a:solidFill>
                </p:grpSpPr>
                <p:sp>
                  <p:nvSpPr>
                    <p:cNvPr id="13736" name="Forme libre : forme 13735">
                      <a:extLst>
                        <a:ext uri="{FF2B5EF4-FFF2-40B4-BE49-F238E27FC236}">
                          <a16:creationId xmlns:a16="http://schemas.microsoft.com/office/drawing/2014/main" id="{12E708BE-1288-4F73-8936-06AC2759E6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6488" y="2873544"/>
                      <a:ext cx="28934" cy="35356"/>
                    </a:xfrm>
                    <a:custGeom>
                      <a:avLst/>
                      <a:gdLst>
                        <a:gd name="connsiteX0" fmla="*/ 20865 w 28934"/>
                        <a:gd name="connsiteY0" fmla="*/ 1228 h 35356"/>
                        <a:gd name="connsiteX1" fmla="*/ 27246 w 28934"/>
                        <a:gd name="connsiteY1" fmla="*/ 23897 h 35356"/>
                        <a:gd name="connsiteX2" fmla="*/ 8006 w 28934"/>
                        <a:gd name="connsiteY2" fmla="*/ 34279 h 35356"/>
                        <a:gd name="connsiteX3" fmla="*/ 1338 w 28934"/>
                        <a:gd name="connsiteY3" fmla="*/ 11896 h 35356"/>
                        <a:gd name="connsiteX4" fmla="*/ 20865 w 28934"/>
                        <a:gd name="connsiteY4" fmla="*/ 1228 h 353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934" h="35356">
                          <a:moveTo>
                            <a:pt x="20865" y="1228"/>
                          </a:moveTo>
                          <a:cubicBezTo>
                            <a:pt x="28199" y="4752"/>
                            <a:pt x="31056" y="14848"/>
                            <a:pt x="27246" y="23897"/>
                          </a:cubicBezTo>
                          <a:cubicBezTo>
                            <a:pt x="23436" y="32946"/>
                            <a:pt x="14864" y="37613"/>
                            <a:pt x="8006" y="34279"/>
                          </a:cubicBezTo>
                          <a:cubicBezTo>
                            <a:pt x="1148" y="30755"/>
                            <a:pt x="-1995" y="21230"/>
                            <a:pt x="1338" y="11896"/>
                          </a:cubicBezTo>
                          <a:cubicBezTo>
                            <a:pt x="4577" y="2561"/>
                            <a:pt x="13530" y="-2487"/>
                            <a:pt x="20865" y="122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7" name="Forme libre : forme 13736">
                      <a:extLst>
                        <a:ext uri="{FF2B5EF4-FFF2-40B4-BE49-F238E27FC236}">
                          <a16:creationId xmlns:a16="http://schemas.microsoft.com/office/drawing/2014/main" id="{186AEEDE-788B-45DE-8D79-58E93183A5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9065" y="2873546"/>
                      <a:ext cx="26357" cy="35259"/>
                    </a:xfrm>
                    <a:custGeom>
                      <a:avLst/>
                      <a:gdLst>
                        <a:gd name="connsiteX0" fmla="*/ 12097 w 26357"/>
                        <a:gd name="connsiteY0" fmla="*/ 17704 h 35259"/>
                        <a:gd name="connsiteX1" fmla="*/ 0 w 26357"/>
                        <a:gd name="connsiteY1" fmla="*/ 28944 h 35259"/>
                        <a:gd name="connsiteX2" fmla="*/ 5429 w 26357"/>
                        <a:gd name="connsiteY2" fmla="*/ 34183 h 35259"/>
                        <a:gd name="connsiteX3" fmla="*/ 24670 w 26357"/>
                        <a:gd name="connsiteY3" fmla="*/ 23800 h 35259"/>
                        <a:gd name="connsiteX4" fmla="*/ 18288 w 26357"/>
                        <a:gd name="connsiteY4" fmla="*/ 1131 h 35259"/>
                        <a:gd name="connsiteX5" fmla="*/ 11049 w 26357"/>
                        <a:gd name="connsiteY5" fmla="*/ 178 h 35259"/>
                        <a:gd name="connsiteX6" fmla="*/ 12097 w 26357"/>
                        <a:gd name="connsiteY6" fmla="*/ 17704 h 35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357" h="35259">
                          <a:moveTo>
                            <a:pt x="12097" y="17704"/>
                          </a:moveTo>
                          <a:cubicBezTo>
                            <a:pt x="9620" y="23991"/>
                            <a:pt x="4953" y="27896"/>
                            <a:pt x="0" y="28944"/>
                          </a:cubicBezTo>
                          <a:cubicBezTo>
                            <a:pt x="1334" y="31135"/>
                            <a:pt x="3143" y="33135"/>
                            <a:pt x="5429" y="34183"/>
                          </a:cubicBezTo>
                          <a:cubicBezTo>
                            <a:pt x="12287" y="37516"/>
                            <a:pt x="20860" y="32849"/>
                            <a:pt x="24670" y="23800"/>
                          </a:cubicBezTo>
                          <a:cubicBezTo>
                            <a:pt x="28480" y="14752"/>
                            <a:pt x="25622" y="4655"/>
                            <a:pt x="18288" y="1131"/>
                          </a:cubicBezTo>
                          <a:cubicBezTo>
                            <a:pt x="15907" y="-12"/>
                            <a:pt x="13430" y="-203"/>
                            <a:pt x="11049" y="178"/>
                          </a:cubicBezTo>
                          <a:cubicBezTo>
                            <a:pt x="13906" y="5036"/>
                            <a:pt x="14478" y="11608"/>
                            <a:pt x="12097" y="1770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8" name="Forme libre : forme 13737">
                      <a:extLst>
                        <a:ext uri="{FF2B5EF4-FFF2-40B4-BE49-F238E27FC236}">
                          <a16:creationId xmlns:a16="http://schemas.microsoft.com/office/drawing/2014/main" id="{B3E58C89-F80E-4543-AE74-65A6A3C500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4113" y="2876436"/>
                      <a:ext cx="14001" cy="14674"/>
                    </a:xfrm>
                    <a:custGeom>
                      <a:avLst/>
                      <a:gdLst>
                        <a:gd name="connsiteX0" fmla="*/ 6953 w 14001"/>
                        <a:gd name="connsiteY0" fmla="*/ 50 h 14674"/>
                        <a:gd name="connsiteX1" fmla="*/ 14002 w 14001"/>
                        <a:gd name="connsiteY1" fmla="*/ 6527 h 14674"/>
                        <a:gd name="connsiteX2" fmla="*/ 6953 w 14001"/>
                        <a:gd name="connsiteY2" fmla="*/ 14624 h 14674"/>
                        <a:gd name="connsiteX3" fmla="*/ 0 w 14001"/>
                        <a:gd name="connsiteY3" fmla="*/ 8147 h 14674"/>
                        <a:gd name="connsiteX4" fmla="*/ 6953 w 14001"/>
                        <a:gd name="connsiteY4" fmla="*/ 50 h 14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01" h="14674">
                          <a:moveTo>
                            <a:pt x="6953" y="50"/>
                          </a:moveTo>
                          <a:cubicBezTo>
                            <a:pt x="10859" y="-426"/>
                            <a:pt x="14002" y="2527"/>
                            <a:pt x="14002" y="6527"/>
                          </a:cubicBezTo>
                          <a:cubicBezTo>
                            <a:pt x="14002" y="10528"/>
                            <a:pt x="10763" y="14147"/>
                            <a:pt x="6953" y="14624"/>
                          </a:cubicBezTo>
                          <a:cubicBezTo>
                            <a:pt x="3143" y="15100"/>
                            <a:pt x="95" y="12147"/>
                            <a:pt x="0" y="8147"/>
                          </a:cubicBezTo>
                          <a:cubicBezTo>
                            <a:pt x="0" y="4241"/>
                            <a:pt x="3048" y="431"/>
                            <a:pt x="6953" y="5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9" name="Forme libre : forme 13738">
                      <a:extLst>
                        <a:ext uri="{FF2B5EF4-FFF2-40B4-BE49-F238E27FC236}">
                          <a16:creationId xmlns:a16="http://schemas.microsoft.com/office/drawing/2014/main" id="{DA1C7EE1-0F7A-43C7-8A2D-36CDEED89D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413" y="2884202"/>
                      <a:ext cx="4734" cy="5808"/>
                    </a:xfrm>
                    <a:custGeom>
                      <a:avLst/>
                      <a:gdLst>
                        <a:gd name="connsiteX0" fmla="*/ 3367 w 4734"/>
                        <a:gd name="connsiteY0" fmla="*/ 190 h 5808"/>
                        <a:gd name="connsiteX1" fmla="*/ 4510 w 4734"/>
                        <a:gd name="connsiteY1" fmla="*/ 3905 h 5808"/>
                        <a:gd name="connsiteX2" fmla="*/ 1367 w 4734"/>
                        <a:gd name="connsiteY2" fmla="*/ 5619 h 5808"/>
                        <a:gd name="connsiteX3" fmla="*/ 224 w 4734"/>
                        <a:gd name="connsiteY3" fmla="*/ 1904 h 5808"/>
                        <a:gd name="connsiteX4" fmla="*/ 3367 w 4734"/>
                        <a:gd name="connsiteY4" fmla="*/ 190 h 5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34" h="5808">
                          <a:moveTo>
                            <a:pt x="3367" y="190"/>
                          </a:moveTo>
                          <a:cubicBezTo>
                            <a:pt x="4510" y="761"/>
                            <a:pt x="5082" y="2476"/>
                            <a:pt x="4510" y="3905"/>
                          </a:cubicBezTo>
                          <a:cubicBezTo>
                            <a:pt x="3939" y="5428"/>
                            <a:pt x="2510" y="6190"/>
                            <a:pt x="1367" y="5619"/>
                          </a:cubicBezTo>
                          <a:cubicBezTo>
                            <a:pt x="224" y="5048"/>
                            <a:pt x="-347" y="3428"/>
                            <a:pt x="224" y="1904"/>
                          </a:cubicBezTo>
                          <a:cubicBezTo>
                            <a:pt x="700" y="380"/>
                            <a:pt x="2129" y="-382"/>
                            <a:pt x="3367" y="1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740" name="Graphique 5">
                    <a:extLst>
                      <a:ext uri="{FF2B5EF4-FFF2-40B4-BE49-F238E27FC236}">
                        <a16:creationId xmlns:a16="http://schemas.microsoft.com/office/drawing/2014/main" id="{B546BA27-B242-4D67-A313-FDDE7ED2E30E}"/>
                      </a:ext>
                    </a:extLst>
                  </p:cNvPr>
                  <p:cNvGrpSpPr/>
                  <p:nvPr/>
                </p:nvGrpSpPr>
                <p:grpSpPr>
                  <a:xfrm>
                    <a:off x="3385031" y="2871906"/>
                    <a:ext cx="29698" cy="35176"/>
                    <a:chOff x="3385031" y="2871906"/>
                    <a:chExt cx="29698" cy="35176"/>
                  </a:xfrm>
                  <a:solidFill>
                    <a:schemeClr val="accent1"/>
                  </a:solidFill>
                </p:grpSpPr>
                <p:sp>
                  <p:nvSpPr>
                    <p:cNvPr id="13741" name="Forme libre : forme 13740">
                      <a:extLst>
                        <a:ext uri="{FF2B5EF4-FFF2-40B4-BE49-F238E27FC236}">
                          <a16:creationId xmlns:a16="http://schemas.microsoft.com/office/drawing/2014/main" id="{06572D17-EAD8-4FA7-8E42-27E9D75528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5031" y="2871927"/>
                      <a:ext cx="29624" cy="35154"/>
                    </a:xfrm>
                    <a:custGeom>
                      <a:avLst/>
                      <a:gdLst>
                        <a:gd name="connsiteX0" fmla="*/ 22040 w 29624"/>
                        <a:gd name="connsiteY0" fmla="*/ 1416 h 35154"/>
                        <a:gd name="connsiteX1" fmla="*/ 27564 w 29624"/>
                        <a:gd name="connsiteY1" fmla="*/ 24466 h 35154"/>
                        <a:gd name="connsiteX2" fmla="*/ 7657 w 29624"/>
                        <a:gd name="connsiteY2" fmla="*/ 33800 h 35154"/>
                        <a:gd name="connsiteX3" fmla="*/ 1656 w 29624"/>
                        <a:gd name="connsiteY3" fmla="*/ 11226 h 35154"/>
                        <a:gd name="connsiteX4" fmla="*/ 22040 w 29624"/>
                        <a:gd name="connsiteY4" fmla="*/ 1416 h 35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624" h="35154">
                          <a:moveTo>
                            <a:pt x="22040" y="1416"/>
                          </a:moveTo>
                          <a:cubicBezTo>
                            <a:pt x="29374" y="5321"/>
                            <a:pt x="31755" y="15608"/>
                            <a:pt x="27564" y="24466"/>
                          </a:cubicBezTo>
                          <a:cubicBezTo>
                            <a:pt x="23373" y="33324"/>
                            <a:pt x="14515" y="37515"/>
                            <a:pt x="7657" y="33800"/>
                          </a:cubicBezTo>
                          <a:cubicBezTo>
                            <a:pt x="704" y="30371"/>
                            <a:pt x="-2058" y="20370"/>
                            <a:pt x="1656" y="11226"/>
                          </a:cubicBezTo>
                          <a:cubicBezTo>
                            <a:pt x="5466" y="2273"/>
                            <a:pt x="14801" y="-2585"/>
                            <a:pt x="22040" y="141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2" name="Forme libre : forme 13741">
                      <a:extLst>
                        <a:ext uri="{FF2B5EF4-FFF2-40B4-BE49-F238E27FC236}">
                          <a16:creationId xmlns:a16="http://schemas.microsoft.com/office/drawing/2014/main" id="{18330413-33CA-44EE-B17C-2864BB3627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7449" y="2871906"/>
                      <a:ext cx="27280" cy="35080"/>
                    </a:xfrm>
                    <a:custGeom>
                      <a:avLst/>
                      <a:gdLst>
                        <a:gd name="connsiteX0" fmla="*/ 12763 w 27280"/>
                        <a:gd name="connsiteY0" fmla="*/ 17629 h 35080"/>
                        <a:gd name="connsiteX1" fmla="*/ 0 w 27280"/>
                        <a:gd name="connsiteY1" fmla="*/ 28488 h 35080"/>
                        <a:gd name="connsiteX2" fmla="*/ 5334 w 27280"/>
                        <a:gd name="connsiteY2" fmla="*/ 33726 h 35080"/>
                        <a:gd name="connsiteX3" fmla="*/ 25241 w 27280"/>
                        <a:gd name="connsiteY3" fmla="*/ 24392 h 35080"/>
                        <a:gd name="connsiteX4" fmla="*/ 19717 w 27280"/>
                        <a:gd name="connsiteY4" fmla="*/ 1342 h 35080"/>
                        <a:gd name="connsiteX5" fmla="*/ 12382 w 27280"/>
                        <a:gd name="connsiteY5" fmla="*/ 198 h 35080"/>
                        <a:gd name="connsiteX6" fmla="*/ 12763 w 27280"/>
                        <a:gd name="connsiteY6" fmla="*/ 17629 h 35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280" h="35080">
                          <a:moveTo>
                            <a:pt x="12763" y="17629"/>
                          </a:moveTo>
                          <a:cubicBezTo>
                            <a:pt x="10096" y="23630"/>
                            <a:pt x="5143" y="27535"/>
                            <a:pt x="0" y="28488"/>
                          </a:cubicBezTo>
                          <a:cubicBezTo>
                            <a:pt x="1238" y="30774"/>
                            <a:pt x="3048" y="32584"/>
                            <a:pt x="5334" y="33726"/>
                          </a:cubicBezTo>
                          <a:cubicBezTo>
                            <a:pt x="12192" y="37441"/>
                            <a:pt x="21050" y="33250"/>
                            <a:pt x="25241" y="24392"/>
                          </a:cubicBezTo>
                          <a:cubicBezTo>
                            <a:pt x="29432" y="15534"/>
                            <a:pt x="26956" y="5247"/>
                            <a:pt x="19717" y="1342"/>
                          </a:cubicBezTo>
                          <a:cubicBezTo>
                            <a:pt x="17431" y="103"/>
                            <a:pt x="14954" y="-278"/>
                            <a:pt x="12382" y="198"/>
                          </a:cubicBezTo>
                          <a:cubicBezTo>
                            <a:pt x="15145" y="4866"/>
                            <a:pt x="15430" y="11628"/>
                            <a:pt x="12763" y="1762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3" name="Forme libre : forme 13742">
                      <a:extLst>
                        <a:ext uri="{FF2B5EF4-FFF2-40B4-BE49-F238E27FC236}">
                          <a16:creationId xmlns:a16="http://schemas.microsoft.com/office/drawing/2014/main" id="{E8BB5125-6510-4F11-A823-D540A9B64F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3353" y="2874754"/>
                      <a:ext cx="14298" cy="14600"/>
                    </a:xfrm>
                    <a:custGeom>
                      <a:avLst/>
                      <a:gdLst>
                        <a:gd name="connsiteX0" fmla="*/ 7432 w 14298"/>
                        <a:gd name="connsiteY0" fmla="*/ 18 h 14600"/>
                        <a:gd name="connsiteX1" fmla="*/ 14290 w 14298"/>
                        <a:gd name="connsiteY1" fmla="*/ 6876 h 14600"/>
                        <a:gd name="connsiteX2" fmla="*/ 6860 w 14298"/>
                        <a:gd name="connsiteY2" fmla="*/ 14591 h 14600"/>
                        <a:gd name="connsiteX3" fmla="*/ 2 w 14298"/>
                        <a:gd name="connsiteY3" fmla="*/ 8019 h 14600"/>
                        <a:gd name="connsiteX4" fmla="*/ 7432 w 14298"/>
                        <a:gd name="connsiteY4" fmla="*/ 18 h 14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98" h="14600">
                          <a:moveTo>
                            <a:pt x="7432" y="18"/>
                          </a:moveTo>
                          <a:cubicBezTo>
                            <a:pt x="11432" y="-268"/>
                            <a:pt x="14480" y="2876"/>
                            <a:pt x="14290" y="6876"/>
                          </a:cubicBezTo>
                          <a:cubicBezTo>
                            <a:pt x="14099" y="10877"/>
                            <a:pt x="10765" y="14401"/>
                            <a:pt x="6860" y="14591"/>
                          </a:cubicBezTo>
                          <a:cubicBezTo>
                            <a:pt x="3050" y="14782"/>
                            <a:pt x="-93" y="12020"/>
                            <a:pt x="2" y="8019"/>
                          </a:cubicBezTo>
                          <a:cubicBezTo>
                            <a:pt x="97" y="4114"/>
                            <a:pt x="3336" y="494"/>
                            <a:pt x="7432" y="1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4" name="Forme libre : forme 13743">
                      <a:extLst>
                        <a:ext uri="{FF2B5EF4-FFF2-40B4-BE49-F238E27FC236}">
                          <a16:creationId xmlns:a16="http://schemas.microsoft.com/office/drawing/2014/main" id="{22A6C7BD-B9B5-4404-AD07-0136966FD3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2350" y="2882393"/>
                      <a:ext cx="4948" cy="5770"/>
                    </a:xfrm>
                    <a:custGeom>
                      <a:avLst/>
                      <a:gdLst>
                        <a:gd name="connsiteX0" fmla="*/ 3671 w 4948"/>
                        <a:gd name="connsiteY0" fmla="*/ 190 h 5770"/>
                        <a:gd name="connsiteX1" fmla="*/ 4624 w 4948"/>
                        <a:gd name="connsiteY1" fmla="*/ 3904 h 5770"/>
                        <a:gd name="connsiteX2" fmla="*/ 1290 w 4948"/>
                        <a:gd name="connsiteY2" fmla="*/ 5619 h 5770"/>
                        <a:gd name="connsiteX3" fmla="*/ 242 w 4948"/>
                        <a:gd name="connsiteY3" fmla="*/ 1904 h 5770"/>
                        <a:gd name="connsiteX4" fmla="*/ 3671 w 4948"/>
                        <a:gd name="connsiteY4" fmla="*/ 190 h 5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48" h="5770">
                          <a:moveTo>
                            <a:pt x="3671" y="190"/>
                          </a:moveTo>
                          <a:cubicBezTo>
                            <a:pt x="4910" y="761"/>
                            <a:pt x="5291" y="2380"/>
                            <a:pt x="4624" y="3904"/>
                          </a:cubicBezTo>
                          <a:cubicBezTo>
                            <a:pt x="3957" y="5429"/>
                            <a:pt x="2528" y="6095"/>
                            <a:pt x="1290" y="5619"/>
                          </a:cubicBezTo>
                          <a:cubicBezTo>
                            <a:pt x="147" y="5047"/>
                            <a:pt x="-329" y="3428"/>
                            <a:pt x="242" y="1904"/>
                          </a:cubicBezTo>
                          <a:cubicBezTo>
                            <a:pt x="814" y="380"/>
                            <a:pt x="2433" y="-382"/>
                            <a:pt x="3671" y="1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745" name="Graphique 5">
                    <a:extLst>
                      <a:ext uri="{FF2B5EF4-FFF2-40B4-BE49-F238E27FC236}">
                        <a16:creationId xmlns:a16="http://schemas.microsoft.com/office/drawing/2014/main" id="{B3E3E77C-0BB5-4AF6-914B-381037397601}"/>
                      </a:ext>
                    </a:extLst>
                  </p:cNvPr>
                  <p:cNvGrpSpPr/>
                  <p:nvPr/>
                </p:nvGrpSpPr>
                <p:grpSpPr>
                  <a:xfrm>
                    <a:off x="3413759" y="2860402"/>
                    <a:ext cx="30507" cy="34922"/>
                    <a:chOff x="3413759" y="2860402"/>
                    <a:chExt cx="30507" cy="34922"/>
                  </a:xfrm>
                  <a:solidFill>
                    <a:schemeClr val="accent1"/>
                  </a:solidFill>
                </p:grpSpPr>
                <p:sp>
                  <p:nvSpPr>
                    <p:cNvPr id="13746" name="Forme libre : forme 13745">
                      <a:extLst>
                        <a:ext uri="{FF2B5EF4-FFF2-40B4-BE49-F238E27FC236}">
                          <a16:creationId xmlns:a16="http://schemas.microsoft.com/office/drawing/2014/main" id="{CCE1253C-47D1-454A-916A-AB36F85F22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3759" y="2860402"/>
                      <a:ext cx="30507" cy="34882"/>
                    </a:xfrm>
                    <a:custGeom>
                      <a:avLst/>
                      <a:gdLst>
                        <a:gd name="connsiteX0" fmla="*/ 23030 w 30507"/>
                        <a:gd name="connsiteY0" fmla="*/ 1511 h 34882"/>
                        <a:gd name="connsiteX1" fmla="*/ 28173 w 30507"/>
                        <a:gd name="connsiteY1" fmla="*/ 24847 h 34882"/>
                        <a:gd name="connsiteX2" fmla="*/ 7409 w 30507"/>
                        <a:gd name="connsiteY2" fmla="*/ 33515 h 34882"/>
                        <a:gd name="connsiteX3" fmla="*/ 1980 w 30507"/>
                        <a:gd name="connsiteY3" fmla="*/ 10464 h 34882"/>
                        <a:gd name="connsiteX4" fmla="*/ 23030 w 30507"/>
                        <a:gd name="connsiteY4" fmla="*/ 1511 h 34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507" h="34882">
                          <a:moveTo>
                            <a:pt x="23030" y="1511"/>
                          </a:moveTo>
                          <a:cubicBezTo>
                            <a:pt x="30555" y="5416"/>
                            <a:pt x="32650" y="16274"/>
                            <a:pt x="28173" y="24847"/>
                          </a:cubicBezTo>
                          <a:cubicBezTo>
                            <a:pt x="23601" y="33610"/>
                            <a:pt x="14553" y="37039"/>
                            <a:pt x="7409" y="33515"/>
                          </a:cubicBezTo>
                          <a:cubicBezTo>
                            <a:pt x="360" y="29705"/>
                            <a:pt x="-2116" y="19418"/>
                            <a:pt x="1980" y="10464"/>
                          </a:cubicBezTo>
                          <a:cubicBezTo>
                            <a:pt x="5980" y="1511"/>
                            <a:pt x="15505" y="-2394"/>
                            <a:pt x="23030" y="151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7" name="Forme libre : forme 13746">
                      <a:extLst>
                        <a:ext uri="{FF2B5EF4-FFF2-40B4-BE49-F238E27FC236}">
                          <a16:creationId xmlns:a16="http://schemas.microsoft.com/office/drawing/2014/main" id="{3469C5DB-A4A9-442B-8459-4DEF23256A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5834" y="2860489"/>
                      <a:ext cx="28433" cy="34835"/>
                    </a:xfrm>
                    <a:custGeom>
                      <a:avLst/>
                      <a:gdLst>
                        <a:gd name="connsiteX0" fmla="*/ 13430 w 28433"/>
                        <a:gd name="connsiteY0" fmla="*/ 17425 h 34835"/>
                        <a:gd name="connsiteX1" fmla="*/ 0 w 28433"/>
                        <a:gd name="connsiteY1" fmla="*/ 27808 h 34835"/>
                        <a:gd name="connsiteX2" fmla="*/ 5334 w 28433"/>
                        <a:gd name="connsiteY2" fmla="*/ 33428 h 34835"/>
                        <a:gd name="connsiteX3" fmla="*/ 26099 w 28433"/>
                        <a:gd name="connsiteY3" fmla="*/ 24760 h 34835"/>
                        <a:gd name="connsiteX4" fmla="*/ 20955 w 28433"/>
                        <a:gd name="connsiteY4" fmla="*/ 1424 h 34835"/>
                        <a:gd name="connsiteX5" fmla="*/ 13430 w 28433"/>
                        <a:gd name="connsiteY5" fmla="*/ 90 h 34835"/>
                        <a:gd name="connsiteX6" fmla="*/ 13430 w 28433"/>
                        <a:gd name="connsiteY6" fmla="*/ 17425 h 34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433" h="34835">
                          <a:moveTo>
                            <a:pt x="13430" y="17425"/>
                          </a:moveTo>
                          <a:cubicBezTo>
                            <a:pt x="10478" y="23426"/>
                            <a:pt x="5239" y="27141"/>
                            <a:pt x="0" y="27808"/>
                          </a:cubicBezTo>
                          <a:cubicBezTo>
                            <a:pt x="1238" y="30189"/>
                            <a:pt x="3048" y="32189"/>
                            <a:pt x="5334" y="33428"/>
                          </a:cubicBezTo>
                          <a:cubicBezTo>
                            <a:pt x="12478" y="37047"/>
                            <a:pt x="21527" y="33523"/>
                            <a:pt x="26099" y="24760"/>
                          </a:cubicBezTo>
                          <a:cubicBezTo>
                            <a:pt x="30575" y="16187"/>
                            <a:pt x="28480" y="5329"/>
                            <a:pt x="20955" y="1424"/>
                          </a:cubicBezTo>
                          <a:cubicBezTo>
                            <a:pt x="18574" y="185"/>
                            <a:pt x="16002" y="-196"/>
                            <a:pt x="13430" y="90"/>
                          </a:cubicBezTo>
                          <a:cubicBezTo>
                            <a:pt x="16097" y="4948"/>
                            <a:pt x="16288" y="11520"/>
                            <a:pt x="13430" y="1742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8" name="Forme libre : forme 13747">
                      <a:extLst>
                        <a:ext uri="{FF2B5EF4-FFF2-40B4-BE49-F238E27FC236}">
                          <a16:creationId xmlns:a16="http://schemas.microsoft.com/office/drawing/2014/main" id="{5A59DEBB-F083-4057-9C97-C4F3C8C26C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2292" y="2863238"/>
                      <a:ext cx="14800" cy="14494"/>
                    </a:xfrm>
                    <a:custGeom>
                      <a:avLst/>
                      <a:gdLst>
                        <a:gd name="connsiteX0" fmla="*/ 7829 w 14800"/>
                        <a:gd name="connsiteY0" fmla="*/ 8 h 14494"/>
                        <a:gd name="connsiteX1" fmla="*/ 14782 w 14800"/>
                        <a:gd name="connsiteY1" fmla="*/ 6866 h 14494"/>
                        <a:gd name="connsiteX2" fmla="*/ 6877 w 14800"/>
                        <a:gd name="connsiteY2" fmla="*/ 14486 h 14494"/>
                        <a:gd name="connsiteX3" fmla="*/ 19 w 14800"/>
                        <a:gd name="connsiteY3" fmla="*/ 7628 h 14494"/>
                        <a:gd name="connsiteX4" fmla="*/ 7829 w 14800"/>
                        <a:gd name="connsiteY4" fmla="*/ 8 h 14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00" h="14494">
                          <a:moveTo>
                            <a:pt x="7829" y="8"/>
                          </a:moveTo>
                          <a:cubicBezTo>
                            <a:pt x="11925" y="-182"/>
                            <a:pt x="15068" y="2866"/>
                            <a:pt x="14782" y="6866"/>
                          </a:cubicBezTo>
                          <a:cubicBezTo>
                            <a:pt x="14496" y="10867"/>
                            <a:pt x="10972" y="14296"/>
                            <a:pt x="6877" y="14486"/>
                          </a:cubicBezTo>
                          <a:cubicBezTo>
                            <a:pt x="2781" y="14677"/>
                            <a:pt x="-267" y="11629"/>
                            <a:pt x="19" y="7628"/>
                          </a:cubicBezTo>
                          <a:cubicBezTo>
                            <a:pt x="209" y="3628"/>
                            <a:pt x="3733" y="199"/>
                            <a:pt x="7829" y="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9" name="Forme libre : forme 13748">
                      <a:extLst>
                        <a:ext uri="{FF2B5EF4-FFF2-40B4-BE49-F238E27FC236}">
                          <a16:creationId xmlns:a16="http://schemas.microsoft.com/office/drawing/2014/main" id="{7141F417-1F00-4215-9030-3E63EAC3FD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1339" y="2870609"/>
                      <a:ext cx="5010" cy="5796"/>
                    </a:xfrm>
                    <a:custGeom>
                      <a:avLst/>
                      <a:gdLst>
                        <a:gd name="connsiteX0" fmla="*/ 3734 w 5010"/>
                        <a:gd name="connsiteY0" fmla="*/ 258 h 5796"/>
                        <a:gd name="connsiteX1" fmla="*/ 4686 w 5010"/>
                        <a:gd name="connsiteY1" fmla="*/ 4068 h 5796"/>
                        <a:gd name="connsiteX2" fmla="*/ 1257 w 5010"/>
                        <a:gd name="connsiteY2" fmla="*/ 5592 h 5796"/>
                        <a:gd name="connsiteX3" fmla="*/ 305 w 5010"/>
                        <a:gd name="connsiteY3" fmla="*/ 1782 h 5796"/>
                        <a:gd name="connsiteX4" fmla="*/ 3734 w 5010"/>
                        <a:gd name="connsiteY4" fmla="*/ 258 h 5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10" h="5796">
                          <a:moveTo>
                            <a:pt x="3734" y="258"/>
                          </a:moveTo>
                          <a:cubicBezTo>
                            <a:pt x="4972" y="925"/>
                            <a:pt x="5353" y="2544"/>
                            <a:pt x="4686" y="4068"/>
                          </a:cubicBezTo>
                          <a:cubicBezTo>
                            <a:pt x="4019" y="5497"/>
                            <a:pt x="2400" y="6164"/>
                            <a:pt x="1257" y="5592"/>
                          </a:cubicBezTo>
                          <a:cubicBezTo>
                            <a:pt x="114" y="5021"/>
                            <a:pt x="-362" y="3306"/>
                            <a:pt x="305" y="1782"/>
                          </a:cubicBezTo>
                          <a:cubicBezTo>
                            <a:pt x="972" y="258"/>
                            <a:pt x="2496" y="-409"/>
                            <a:pt x="3734" y="2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750" name="Graphique 5">
                  <a:extLst>
                    <a:ext uri="{FF2B5EF4-FFF2-40B4-BE49-F238E27FC236}">
                      <a16:creationId xmlns:a16="http://schemas.microsoft.com/office/drawing/2014/main" id="{378C0C90-C821-41BE-A91F-573C1418D3EF}"/>
                    </a:ext>
                  </a:extLst>
                </p:cNvPr>
                <p:cNvGrpSpPr/>
                <p:nvPr/>
              </p:nvGrpSpPr>
              <p:grpSpPr>
                <a:xfrm>
                  <a:off x="3399784" y="2749756"/>
                  <a:ext cx="94328" cy="67499"/>
                  <a:chOff x="3399784" y="2749756"/>
                  <a:chExt cx="94328" cy="67499"/>
                </a:xfrm>
                <a:solidFill>
                  <a:schemeClr val="accent1"/>
                </a:solidFill>
              </p:grpSpPr>
              <p:grpSp>
                <p:nvGrpSpPr>
                  <p:cNvPr id="13751" name="Graphique 5">
                    <a:extLst>
                      <a:ext uri="{FF2B5EF4-FFF2-40B4-BE49-F238E27FC236}">
                        <a16:creationId xmlns:a16="http://schemas.microsoft.com/office/drawing/2014/main" id="{61AD7064-BDB0-4060-8114-4A3A65C58D5D}"/>
                      </a:ext>
                    </a:extLst>
                  </p:cNvPr>
                  <p:cNvGrpSpPr/>
                  <p:nvPr/>
                </p:nvGrpSpPr>
                <p:grpSpPr>
                  <a:xfrm>
                    <a:off x="3399784" y="2781968"/>
                    <a:ext cx="33152" cy="35288"/>
                    <a:chOff x="3399784" y="2781968"/>
                    <a:chExt cx="33152" cy="35288"/>
                  </a:xfrm>
                  <a:solidFill>
                    <a:schemeClr val="accent1"/>
                  </a:solidFill>
                </p:grpSpPr>
                <p:sp>
                  <p:nvSpPr>
                    <p:cNvPr id="13752" name="Forme libre : forme 13751">
                      <a:extLst>
                        <a:ext uri="{FF2B5EF4-FFF2-40B4-BE49-F238E27FC236}">
                          <a16:creationId xmlns:a16="http://schemas.microsoft.com/office/drawing/2014/main" id="{78744370-98D9-4F21-8CF1-0D6D3FD515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9784" y="2781968"/>
                      <a:ext cx="33152" cy="35288"/>
                    </a:xfrm>
                    <a:custGeom>
                      <a:avLst/>
                      <a:gdLst>
                        <a:gd name="connsiteX0" fmla="*/ 18145 w 33152"/>
                        <a:gd name="connsiteY0" fmla="*/ 31 h 35288"/>
                        <a:gd name="connsiteX1" fmla="*/ 33004 w 33152"/>
                        <a:gd name="connsiteY1" fmla="*/ 18985 h 35288"/>
                        <a:gd name="connsiteX2" fmla="*/ 14716 w 33152"/>
                        <a:gd name="connsiteY2" fmla="*/ 35273 h 35288"/>
                        <a:gd name="connsiteX3" fmla="*/ 48 w 33152"/>
                        <a:gd name="connsiteY3" fmla="*/ 16794 h 35288"/>
                        <a:gd name="connsiteX4" fmla="*/ 18145 w 33152"/>
                        <a:gd name="connsiteY4" fmla="*/ 31 h 35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152" h="35288">
                          <a:moveTo>
                            <a:pt x="18145" y="31"/>
                          </a:moveTo>
                          <a:cubicBezTo>
                            <a:pt x="27575" y="411"/>
                            <a:pt x="34243" y="9174"/>
                            <a:pt x="33004" y="18985"/>
                          </a:cubicBezTo>
                          <a:cubicBezTo>
                            <a:pt x="31766" y="28891"/>
                            <a:pt x="23575" y="35654"/>
                            <a:pt x="14716" y="35273"/>
                          </a:cubicBezTo>
                          <a:cubicBezTo>
                            <a:pt x="5763" y="34892"/>
                            <a:pt x="-619" y="26605"/>
                            <a:pt x="48" y="16794"/>
                          </a:cubicBezTo>
                          <a:cubicBezTo>
                            <a:pt x="810" y="6984"/>
                            <a:pt x="8811" y="-541"/>
                            <a:pt x="18145" y="3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53" name="Forme libre : forme 13752">
                      <a:extLst>
                        <a:ext uri="{FF2B5EF4-FFF2-40B4-BE49-F238E27FC236}">
                          <a16:creationId xmlns:a16="http://schemas.microsoft.com/office/drawing/2014/main" id="{7A3CD2E8-F48D-4EE9-9040-A689E9B03A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6690" y="2781969"/>
                      <a:ext cx="26246" cy="35286"/>
                    </a:xfrm>
                    <a:custGeom>
                      <a:avLst/>
                      <a:gdLst>
                        <a:gd name="connsiteX0" fmla="*/ 10001 w 26246"/>
                        <a:gd name="connsiteY0" fmla="*/ 17555 h 35286"/>
                        <a:gd name="connsiteX1" fmla="*/ 0 w 26246"/>
                        <a:gd name="connsiteY1" fmla="*/ 32509 h 35286"/>
                        <a:gd name="connsiteX2" fmla="*/ 7811 w 26246"/>
                        <a:gd name="connsiteY2" fmla="*/ 35272 h 35286"/>
                        <a:gd name="connsiteX3" fmla="*/ 26098 w 26246"/>
                        <a:gd name="connsiteY3" fmla="*/ 18984 h 35286"/>
                        <a:gd name="connsiteX4" fmla="*/ 11239 w 26246"/>
                        <a:gd name="connsiteY4" fmla="*/ 29 h 35286"/>
                        <a:gd name="connsiteX5" fmla="*/ 2953 w 26246"/>
                        <a:gd name="connsiteY5" fmla="*/ 1839 h 35286"/>
                        <a:gd name="connsiteX6" fmla="*/ 10001 w 26246"/>
                        <a:gd name="connsiteY6" fmla="*/ 17555 h 35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246" h="35286">
                          <a:moveTo>
                            <a:pt x="10001" y="17555"/>
                          </a:moveTo>
                          <a:cubicBezTo>
                            <a:pt x="9335" y="24223"/>
                            <a:pt x="5239" y="29747"/>
                            <a:pt x="0" y="32509"/>
                          </a:cubicBezTo>
                          <a:cubicBezTo>
                            <a:pt x="2191" y="34129"/>
                            <a:pt x="4858" y="35176"/>
                            <a:pt x="7811" y="35272"/>
                          </a:cubicBezTo>
                          <a:cubicBezTo>
                            <a:pt x="16764" y="35652"/>
                            <a:pt x="24860" y="28794"/>
                            <a:pt x="26098" y="18984"/>
                          </a:cubicBezTo>
                          <a:cubicBezTo>
                            <a:pt x="27337" y="9173"/>
                            <a:pt x="20669" y="410"/>
                            <a:pt x="11239" y="29"/>
                          </a:cubicBezTo>
                          <a:cubicBezTo>
                            <a:pt x="8287" y="-161"/>
                            <a:pt x="5429" y="601"/>
                            <a:pt x="2953" y="1839"/>
                          </a:cubicBezTo>
                          <a:cubicBezTo>
                            <a:pt x="7715" y="5173"/>
                            <a:pt x="10668" y="11078"/>
                            <a:pt x="10001" y="1755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54" name="Forme libre : forme 13753">
                      <a:extLst>
                        <a:ext uri="{FF2B5EF4-FFF2-40B4-BE49-F238E27FC236}">
                          <a16:creationId xmlns:a16="http://schemas.microsoft.com/office/drawing/2014/main" id="{766E7821-1436-4AEE-B9F0-A16E4932D3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6300" y="2785142"/>
                      <a:ext cx="15810" cy="15065"/>
                    </a:xfrm>
                    <a:custGeom>
                      <a:avLst/>
                      <a:gdLst>
                        <a:gd name="connsiteX0" fmla="*/ 5438 w 15810"/>
                        <a:gd name="connsiteY0" fmla="*/ 761 h 15065"/>
                        <a:gd name="connsiteX1" fmla="*/ 15439 w 15810"/>
                        <a:gd name="connsiteY1" fmla="*/ 4190 h 15065"/>
                        <a:gd name="connsiteX2" fmla="*/ 10295 w 15810"/>
                        <a:gd name="connsiteY2" fmla="*/ 14287 h 15065"/>
                        <a:gd name="connsiteX3" fmla="*/ 389 w 15810"/>
                        <a:gd name="connsiteY3" fmla="*/ 10858 h 15065"/>
                        <a:gd name="connsiteX4" fmla="*/ 5438 w 15810"/>
                        <a:gd name="connsiteY4" fmla="*/ 761 h 15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10" h="15065">
                          <a:moveTo>
                            <a:pt x="5438" y="761"/>
                          </a:moveTo>
                          <a:cubicBezTo>
                            <a:pt x="9629" y="-1048"/>
                            <a:pt x="14105" y="476"/>
                            <a:pt x="15439" y="4190"/>
                          </a:cubicBezTo>
                          <a:cubicBezTo>
                            <a:pt x="16772" y="7905"/>
                            <a:pt x="14391" y="12382"/>
                            <a:pt x="10295" y="14287"/>
                          </a:cubicBezTo>
                          <a:cubicBezTo>
                            <a:pt x="6200" y="16097"/>
                            <a:pt x="1723" y="14668"/>
                            <a:pt x="389" y="10858"/>
                          </a:cubicBezTo>
                          <a:cubicBezTo>
                            <a:pt x="-944" y="7143"/>
                            <a:pt x="1247" y="2667"/>
                            <a:pt x="5438" y="76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55" name="Forme libre : forme 13754">
                      <a:extLst>
                        <a:ext uri="{FF2B5EF4-FFF2-40B4-BE49-F238E27FC236}">
                          <a16:creationId xmlns:a16="http://schemas.microsoft.com/office/drawing/2014/main" id="{5D0837BA-DACD-4975-B186-0E11FDB80C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6493" y="2794852"/>
                      <a:ext cx="5441" cy="5820"/>
                    </a:xfrm>
                    <a:custGeom>
                      <a:avLst/>
                      <a:gdLst>
                        <a:gd name="connsiteX0" fmla="*/ 2959 w 5441"/>
                        <a:gd name="connsiteY0" fmla="*/ 5 h 5820"/>
                        <a:gd name="connsiteX1" fmla="*/ 5435 w 5441"/>
                        <a:gd name="connsiteY1" fmla="*/ 3053 h 5820"/>
                        <a:gd name="connsiteX2" fmla="*/ 2482 w 5441"/>
                        <a:gd name="connsiteY2" fmla="*/ 5815 h 5820"/>
                        <a:gd name="connsiteX3" fmla="*/ 6 w 5441"/>
                        <a:gd name="connsiteY3" fmla="*/ 2767 h 5820"/>
                        <a:gd name="connsiteX4" fmla="*/ 2959 w 5441"/>
                        <a:gd name="connsiteY4" fmla="*/ 5 h 5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41" h="5820">
                          <a:moveTo>
                            <a:pt x="2959" y="5"/>
                          </a:moveTo>
                          <a:cubicBezTo>
                            <a:pt x="4483" y="100"/>
                            <a:pt x="5530" y="1434"/>
                            <a:pt x="5435" y="3053"/>
                          </a:cubicBezTo>
                          <a:cubicBezTo>
                            <a:pt x="5245" y="4672"/>
                            <a:pt x="3911" y="5911"/>
                            <a:pt x="2482" y="5815"/>
                          </a:cubicBezTo>
                          <a:cubicBezTo>
                            <a:pt x="959" y="5720"/>
                            <a:pt x="-89" y="4387"/>
                            <a:pt x="6" y="2767"/>
                          </a:cubicBezTo>
                          <a:cubicBezTo>
                            <a:pt x="101" y="1148"/>
                            <a:pt x="1530" y="-90"/>
                            <a:pt x="2959" y="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756" name="Graphique 5">
                    <a:extLst>
                      <a:ext uri="{FF2B5EF4-FFF2-40B4-BE49-F238E27FC236}">
                        <a16:creationId xmlns:a16="http://schemas.microsoft.com/office/drawing/2014/main" id="{96FE9930-78E7-4607-A025-2538B91551B4}"/>
                      </a:ext>
                    </a:extLst>
                  </p:cNvPr>
                  <p:cNvGrpSpPr/>
                  <p:nvPr/>
                </p:nvGrpSpPr>
                <p:grpSpPr>
                  <a:xfrm>
                    <a:off x="3431342" y="2770451"/>
                    <a:ext cx="34048" cy="35541"/>
                    <a:chOff x="3431342" y="2770451"/>
                    <a:chExt cx="34048" cy="35541"/>
                  </a:xfrm>
                  <a:solidFill>
                    <a:schemeClr val="accent1"/>
                  </a:solidFill>
                </p:grpSpPr>
                <p:sp>
                  <p:nvSpPr>
                    <p:cNvPr id="13757" name="Forme libre : forme 13756">
                      <a:extLst>
                        <a:ext uri="{FF2B5EF4-FFF2-40B4-BE49-F238E27FC236}">
                          <a16:creationId xmlns:a16="http://schemas.microsoft.com/office/drawing/2014/main" id="{E9DC7DCB-B963-4B48-8981-83A937935E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342" y="2770543"/>
                      <a:ext cx="34048" cy="35448"/>
                    </a:xfrm>
                    <a:custGeom>
                      <a:avLst/>
                      <a:gdLst>
                        <a:gd name="connsiteX0" fmla="*/ 19163 w 34048"/>
                        <a:gd name="connsiteY0" fmla="*/ 120 h 35448"/>
                        <a:gd name="connsiteX1" fmla="*/ 33831 w 34048"/>
                        <a:gd name="connsiteY1" fmla="*/ 19646 h 35448"/>
                        <a:gd name="connsiteX2" fmla="*/ 14495 w 34048"/>
                        <a:gd name="connsiteY2" fmla="*/ 35363 h 35448"/>
                        <a:gd name="connsiteX3" fmla="*/ 113 w 34048"/>
                        <a:gd name="connsiteY3" fmla="*/ 15932 h 35448"/>
                        <a:gd name="connsiteX4" fmla="*/ 19163 w 34048"/>
                        <a:gd name="connsiteY4" fmla="*/ 120 h 35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48" h="35448">
                          <a:moveTo>
                            <a:pt x="19163" y="120"/>
                          </a:moveTo>
                          <a:cubicBezTo>
                            <a:pt x="28688" y="1263"/>
                            <a:pt x="35355" y="10026"/>
                            <a:pt x="33831" y="19646"/>
                          </a:cubicBezTo>
                          <a:cubicBezTo>
                            <a:pt x="32307" y="29267"/>
                            <a:pt x="23639" y="36315"/>
                            <a:pt x="14495" y="35363"/>
                          </a:cubicBezTo>
                          <a:cubicBezTo>
                            <a:pt x="5447" y="34410"/>
                            <a:pt x="-935" y="25742"/>
                            <a:pt x="113" y="15932"/>
                          </a:cubicBezTo>
                          <a:cubicBezTo>
                            <a:pt x="1160" y="6121"/>
                            <a:pt x="9638" y="-1023"/>
                            <a:pt x="19163" y="1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58" name="Forme libre : forme 13757">
                      <a:extLst>
                        <a:ext uri="{FF2B5EF4-FFF2-40B4-BE49-F238E27FC236}">
                          <a16:creationId xmlns:a16="http://schemas.microsoft.com/office/drawing/2014/main" id="{DE635391-28EB-47BA-A8BB-6732B6791C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8027" y="2770451"/>
                      <a:ext cx="27363" cy="35446"/>
                    </a:xfrm>
                    <a:custGeom>
                      <a:avLst/>
                      <a:gdLst>
                        <a:gd name="connsiteX0" fmla="*/ 10668 w 27363"/>
                        <a:gd name="connsiteY0" fmla="*/ 17739 h 35446"/>
                        <a:gd name="connsiteX1" fmla="*/ 0 w 27363"/>
                        <a:gd name="connsiteY1" fmla="*/ 32122 h 35446"/>
                        <a:gd name="connsiteX2" fmla="*/ 7811 w 27363"/>
                        <a:gd name="connsiteY2" fmla="*/ 35360 h 35446"/>
                        <a:gd name="connsiteX3" fmla="*/ 27146 w 27363"/>
                        <a:gd name="connsiteY3" fmla="*/ 19644 h 35446"/>
                        <a:gd name="connsiteX4" fmla="*/ 12478 w 27363"/>
                        <a:gd name="connsiteY4" fmla="*/ 118 h 35446"/>
                        <a:gd name="connsiteX5" fmla="*/ 3905 w 27363"/>
                        <a:gd name="connsiteY5" fmla="*/ 1451 h 35446"/>
                        <a:gd name="connsiteX6" fmla="*/ 10668 w 27363"/>
                        <a:gd name="connsiteY6" fmla="*/ 17739 h 354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363" h="35446">
                          <a:moveTo>
                            <a:pt x="10668" y="17739"/>
                          </a:moveTo>
                          <a:cubicBezTo>
                            <a:pt x="9811" y="24406"/>
                            <a:pt x="5524" y="29645"/>
                            <a:pt x="0" y="32122"/>
                          </a:cubicBezTo>
                          <a:cubicBezTo>
                            <a:pt x="2191" y="33836"/>
                            <a:pt x="4858" y="35074"/>
                            <a:pt x="7811" y="35360"/>
                          </a:cubicBezTo>
                          <a:cubicBezTo>
                            <a:pt x="16859" y="36313"/>
                            <a:pt x="25622" y="29264"/>
                            <a:pt x="27146" y="19644"/>
                          </a:cubicBezTo>
                          <a:cubicBezTo>
                            <a:pt x="28670" y="10024"/>
                            <a:pt x="22003" y="1165"/>
                            <a:pt x="12478" y="118"/>
                          </a:cubicBezTo>
                          <a:cubicBezTo>
                            <a:pt x="9430" y="-263"/>
                            <a:pt x="6572" y="308"/>
                            <a:pt x="3905" y="1451"/>
                          </a:cubicBezTo>
                          <a:cubicBezTo>
                            <a:pt x="8763" y="5166"/>
                            <a:pt x="11525" y="11262"/>
                            <a:pt x="10668" y="1773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59" name="Forme libre : forme 13758">
                      <a:extLst>
                        <a:ext uri="{FF2B5EF4-FFF2-40B4-BE49-F238E27FC236}">
                          <a16:creationId xmlns:a16="http://schemas.microsoft.com/office/drawing/2014/main" id="{62FB245A-12EF-4E33-8554-C7AFE541EB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8229" y="2773689"/>
                      <a:ext cx="16214" cy="14999"/>
                    </a:xfrm>
                    <a:custGeom>
                      <a:avLst/>
                      <a:gdLst>
                        <a:gd name="connsiteX0" fmla="*/ 5799 w 16214"/>
                        <a:gd name="connsiteY0" fmla="*/ 594 h 14999"/>
                        <a:gd name="connsiteX1" fmla="*/ 15895 w 16214"/>
                        <a:gd name="connsiteY1" fmla="*/ 4594 h 14999"/>
                        <a:gd name="connsiteX2" fmla="*/ 10371 w 16214"/>
                        <a:gd name="connsiteY2" fmla="*/ 14405 h 14999"/>
                        <a:gd name="connsiteX3" fmla="*/ 370 w 16214"/>
                        <a:gd name="connsiteY3" fmla="*/ 10405 h 14999"/>
                        <a:gd name="connsiteX4" fmla="*/ 5799 w 16214"/>
                        <a:gd name="connsiteY4" fmla="*/ 594 h 14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14" h="14999">
                          <a:moveTo>
                            <a:pt x="5799" y="594"/>
                          </a:moveTo>
                          <a:cubicBezTo>
                            <a:pt x="10085" y="-1025"/>
                            <a:pt x="14657" y="784"/>
                            <a:pt x="15895" y="4594"/>
                          </a:cubicBezTo>
                          <a:cubicBezTo>
                            <a:pt x="17134" y="8404"/>
                            <a:pt x="14657" y="12786"/>
                            <a:pt x="10371" y="14405"/>
                          </a:cubicBezTo>
                          <a:cubicBezTo>
                            <a:pt x="6085" y="16024"/>
                            <a:pt x="1703" y="14215"/>
                            <a:pt x="370" y="10405"/>
                          </a:cubicBezTo>
                          <a:cubicBezTo>
                            <a:pt x="-964" y="6595"/>
                            <a:pt x="1417" y="2213"/>
                            <a:pt x="5799" y="5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60" name="Forme libre : forme 13759">
                      <a:extLst>
                        <a:ext uri="{FF2B5EF4-FFF2-40B4-BE49-F238E27FC236}">
                          <a16:creationId xmlns:a16="http://schemas.microsoft.com/office/drawing/2014/main" id="{77376B37-18C7-417B-A249-970C7152A0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8290" y="2783121"/>
                      <a:ext cx="5569" cy="5851"/>
                    </a:xfrm>
                    <a:custGeom>
                      <a:avLst/>
                      <a:gdLst>
                        <a:gd name="connsiteX0" fmla="*/ 3165 w 5569"/>
                        <a:gd name="connsiteY0" fmla="*/ 21 h 5851"/>
                        <a:gd name="connsiteX1" fmla="*/ 5547 w 5569"/>
                        <a:gd name="connsiteY1" fmla="*/ 3259 h 5851"/>
                        <a:gd name="connsiteX2" fmla="*/ 2404 w 5569"/>
                        <a:gd name="connsiteY2" fmla="*/ 5831 h 5851"/>
                        <a:gd name="connsiteX3" fmla="*/ 22 w 5569"/>
                        <a:gd name="connsiteY3" fmla="*/ 2593 h 5851"/>
                        <a:gd name="connsiteX4" fmla="*/ 3165 w 5569"/>
                        <a:gd name="connsiteY4" fmla="*/ 21 h 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9" h="5851">
                          <a:moveTo>
                            <a:pt x="3165" y="21"/>
                          </a:moveTo>
                          <a:cubicBezTo>
                            <a:pt x="4689" y="211"/>
                            <a:pt x="5737" y="1640"/>
                            <a:pt x="5547" y="3259"/>
                          </a:cubicBezTo>
                          <a:cubicBezTo>
                            <a:pt x="5356" y="4878"/>
                            <a:pt x="3928" y="6022"/>
                            <a:pt x="2404" y="5831"/>
                          </a:cubicBezTo>
                          <a:cubicBezTo>
                            <a:pt x="880" y="5640"/>
                            <a:pt x="-168" y="4212"/>
                            <a:pt x="22" y="2593"/>
                          </a:cubicBezTo>
                          <a:cubicBezTo>
                            <a:pt x="213" y="973"/>
                            <a:pt x="1641" y="-170"/>
                            <a:pt x="3165" y="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761" name="Graphique 5">
                    <a:extLst>
                      <a:ext uri="{FF2B5EF4-FFF2-40B4-BE49-F238E27FC236}">
                        <a16:creationId xmlns:a16="http://schemas.microsoft.com/office/drawing/2014/main" id="{98E0FAD6-AEF3-4FBC-9EAA-490E7873FCDD}"/>
                      </a:ext>
                    </a:extLst>
                  </p:cNvPr>
                  <p:cNvGrpSpPr/>
                  <p:nvPr/>
                </p:nvGrpSpPr>
                <p:grpSpPr>
                  <a:xfrm>
                    <a:off x="3458927" y="2749756"/>
                    <a:ext cx="35185" cy="35604"/>
                    <a:chOff x="3458927" y="2749756"/>
                    <a:chExt cx="35185" cy="35604"/>
                  </a:xfrm>
                  <a:solidFill>
                    <a:schemeClr val="accent1"/>
                  </a:solidFill>
                </p:grpSpPr>
                <p:sp>
                  <p:nvSpPr>
                    <p:cNvPr id="13762" name="Forme libre : forme 13761">
                      <a:extLst>
                        <a:ext uri="{FF2B5EF4-FFF2-40B4-BE49-F238E27FC236}">
                          <a16:creationId xmlns:a16="http://schemas.microsoft.com/office/drawing/2014/main" id="{B2657324-4AAD-42BF-A332-BA16C74CD9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8927" y="2749756"/>
                      <a:ext cx="35185" cy="35604"/>
                    </a:xfrm>
                    <a:custGeom>
                      <a:avLst/>
                      <a:gdLst>
                        <a:gd name="connsiteX0" fmla="*/ 20152 w 35185"/>
                        <a:gd name="connsiteY0" fmla="*/ 143 h 35604"/>
                        <a:gd name="connsiteX1" fmla="*/ 34916 w 35185"/>
                        <a:gd name="connsiteY1" fmla="*/ 20622 h 35604"/>
                        <a:gd name="connsiteX2" fmla="*/ 14818 w 35185"/>
                        <a:gd name="connsiteY2" fmla="*/ 35385 h 35604"/>
                        <a:gd name="connsiteX3" fmla="*/ 150 w 35185"/>
                        <a:gd name="connsiteY3" fmla="*/ 15669 h 35604"/>
                        <a:gd name="connsiteX4" fmla="*/ 20152 w 35185"/>
                        <a:gd name="connsiteY4" fmla="*/ 143 h 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85" h="35604">
                          <a:moveTo>
                            <a:pt x="20152" y="143"/>
                          </a:moveTo>
                          <a:cubicBezTo>
                            <a:pt x="29963" y="1572"/>
                            <a:pt x="36631" y="11001"/>
                            <a:pt x="34916" y="20622"/>
                          </a:cubicBezTo>
                          <a:cubicBezTo>
                            <a:pt x="33202" y="30337"/>
                            <a:pt x="24153" y="36909"/>
                            <a:pt x="14818" y="35385"/>
                          </a:cubicBezTo>
                          <a:cubicBezTo>
                            <a:pt x="5484" y="33957"/>
                            <a:pt x="-1088" y="25479"/>
                            <a:pt x="150" y="15669"/>
                          </a:cubicBezTo>
                          <a:cubicBezTo>
                            <a:pt x="1388" y="5858"/>
                            <a:pt x="10246" y="-1095"/>
                            <a:pt x="20152" y="14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63" name="Forme libre : forme 13762">
                      <a:extLst>
                        <a:ext uri="{FF2B5EF4-FFF2-40B4-BE49-F238E27FC236}">
                          <a16:creationId xmlns:a16="http://schemas.microsoft.com/office/drawing/2014/main" id="{5F745B04-7A16-4642-A76E-87A1C23B1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5649" y="2749770"/>
                      <a:ext cx="28462" cy="35591"/>
                    </a:xfrm>
                    <a:custGeom>
                      <a:avLst/>
                      <a:gdLst>
                        <a:gd name="connsiteX0" fmla="*/ 11239 w 28462"/>
                        <a:gd name="connsiteY0" fmla="*/ 17655 h 35591"/>
                        <a:gd name="connsiteX1" fmla="*/ 0 w 28462"/>
                        <a:gd name="connsiteY1" fmla="*/ 31847 h 35591"/>
                        <a:gd name="connsiteX2" fmla="*/ 8096 w 28462"/>
                        <a:gd name="connsiteY2" fmla="*/ 35372 h 35591"/>
                        <a:gd name="connsiteX3" fmla="*/ 28194 w 28462"/>
                        <a:gd name="connsiteY3" fmla="*/ 20608 h 35591"/>
                        <a:gd name="connsiteX4" fmla="*/ 13430 w 28462"/>
                        <a:gd name="connsiteY4" fmla="*/ 129 h 35591"/>
                        <a:gd name="connsiteX5" fmla="*/ 4572 w 28462"/>
                        <a:gd name="connsiteY5" fmla="*/ 1367 h 35591"/>
                        <a:gd name="connsiteX6" fmla="*/ 11239 w 28462"/>
                        <a:gd name="connsiteY6" fmla="*/ 17655 h 35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462" h="35591">
                          <a:moveTo>
                            <a:pt x="11239" y="17655"/>
                          </a:moveTo>
                          <a:cubicBezTo>
                            <a:pt x="10192" y="24323"/>
                            <a:pt x="5715" y="29371"/>
                            <a:pt x="0" y="31847"/>
                          </a:cubicBezTo>
                          <a:cubicBezTo>
                            <a:pt x="2286" y="33562"/>
                            <a:pt x="5048" y="34895"/>
                            <a:pt x="8096" y="35372"/>
                          </a:cubicBezTo>
                          <a:cubicBezTo>
                            <a:pt x="17431" y="36896"/>
                            <a:pt x="26479" y="30323"/>
                            <a:pt x="28194" y="20608"/>
                          </a:cubicBezTo>
                          <a:cubicBezTo>
                            <a:pt x="29909" y="10988"/>
                            <a:pt x="23241" y="1558"/>
                            <a:pt x="13430" y="129"/>
                          </a:cubicBezTo>
                          <a:cubicBezTo>
                            <a:pt x="10287" y="-252"/>
                            <a:pt x="7239" y="224"/>
                            <a:pt x="4572" y="1367"/>
                          </a:cubicBezTo>
                          <a:cubicBezTo>
                            <a:pt x="9430" y="5082"/>
                            <a:pt x="12287" y="11083"/>
                            <a:pt x="11239" y="1765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64" name="Forme libre : forme 13763">
                      <a:extLst>
                        <a:ext uri="{FF2B5EF4-FFF2-40B4-BE49-F238E27FC236}">
                          <a16:creationId xmlns:a16="http://schemas.microsoft.com/office/drawing/2014/main" id="{19FC1699-7C0A-44B0-AACD-9CB640A1D8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6189" y="2752886"/>
                      <a:ext cx="16814" cy="14981"/>
                    </a:xfrm>
                    <a:custGeom>
                      <a:avLst/>
                      <a:gdLst>
                        <a:gd name="connsiteX0" fmla="*/ 6033 w 16814"/>
                        <a:gd name="connsiteY0" fmla="*/ 537 h 14981"/>
                        <a:gd name="connsiteX1" fmla="*/ 16511 w 16814"/>
                        <a:gd name="connsiteY1" fmla="*/ 4823 h 14981"/>
                        <a:gd name="connsiteX2" fmla="*/ 10700 w 16814"/>
                        <a:gd name="connsiteY2" fmla="*/ 14443 h 14981"/>
                        <a:gd name="connsiteX3" fmla="*/ 318 w 16814"/>
                        <a:gd name="connsiteY3" fmla="*/ 10252 h 14981"/>
                        <a:gd name="connsiteX4" fmla="*/ 6033 w 16814"/>
                        <a:gd name="connsiteY4" fmla="*/ 537 h 14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14" h="14981">
                          <a:moveTo>
                            <a:pt x="6033" y="537"/>
                          </a:moveTo>
                          <a:cubicBezTo>
                            <a:pt x="10510" y="-987"/>
                            <a:pt x="15272" y="823"/>
                            <a:pt x="16511" y="4823"/>
                          </a:cubicBezTo>
                          <a:cubicBezTo>
                            <a:pt x="17749" y="8729"/>
                            <a:pt x="15082" y="13110"/>
                            <a:pt x="10700" y="14443"/>
                          </a:cubicBezTo>
                          <a:cubicBezTo>
                            <a:pt x="6223" y="15968"/>
                            <a:pt x="1652" y="14158"/>
                            <a:pt x="318" y="10252"/>
                          </a:cubicBezTo>
                          <a:cubicBezTo>
                            <a:pt x="-920" y="6443"/>
                            <a:pt x="1556" y="2061"/>
                            <a:pt x="6033" y="53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65" name="Forme libre : forme 13764">
                      <a:extLst>
                        <a:ext uri="{FF2B5EF4-FFF2-40B4-BE49-F238E27FC236}">
                          <a16:creationId xmlns:a16="http://schemas.microsoft.com/office/drawing/2014/main" id="{CD0AE37C-202C-4AB4-95BB-FD3E4C2B7C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6296" y="2762166"/>
                      <a:ext cx="5758" cy="5851"/>
                    </a:xfrm>
                    <a:custGeom>
                      <a:avLst/>
                      <a:gdLst>
                        <a:gd name="connsiteX0" fmla="*/ 3259 w 5758"/>
                        <a:gd name="connsiteY0" fmla="*/ 21 h 5851"/>
                        <a:gd name="connsiteX1" fmla="*/ 5736 w 5758"/>
                        <a:gd name="connsiteY1" fmla="*/ 3259 h 5851"/>
                        <a:gd name="connsiteX2" fmla="*/ 2497 w 5758"/>
                        <a:gd name="connsiteY2" fmla="*/ 5831 h 5851"/>
                        <a:gd name="connsiteX3" fmla="*/ 21 w 5758"/>
                        <a:gd name="connsiteY3" fmla="*/ 2592 h 5851"/>
                        <a:gd name="connsiteX4" fmla="*/ 3259 w 5758"/>
                        <a:gd name="connsiteY4" fmla="*/ 21 h 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58" h="5851">
                          <a:moveTo>
                            <a:pt x="3259" y="21"/>
                          </a:moveTo>
                          <a:cubicBezTo>
                            <a:pt x="4878" y="211"/>
                            <a:pt x="5926" y="1640"/>
                            <a:pt x="5736" y="3259"/>
                          </a:cubicBezTo>
                          <a:cubicBezTo>
                            <a:pt x="5545" y="4878"/>
                            <a:pt x="4021" y="6021"/>
                            <a:pt x="2497" y="5831"/>
                          </a:cubicBezTo>
                          <a:cubicBezTo>
                            <a:pt x="973" y="5640"/>
                            <a:pt x="-170" y="4212"/>
                            <a:pt x="21" y="2592"/>
                          </a:cubicBezTo>
                          <a:cubicBezTo>
                            <a:pt x="211" y="973"/>
                            <a:pt x="1640" y="-170"/>
                            <a:pt x="3259" y="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766" name="Graphique 5">
                  <a:extLst>
                    <a:ext uri="{FF2B5EF4-FFF2-40B4-BE49-F238E27FC236}">
                      <a16:creationId xmlns:a16="http://schemas.microsoft.com/office/drawing/2014/main" id="{2C10588A-7796-4346-8131-F693C7DDFCBD}"/>
                    </a:ext>
                  </a:extLst>
                </p:cNvPr>
                <p:cNvGrpSpPr/>
                <p:nvPr/>
              </p:nvGrpSpPr>
              <p:grpSpPr>
                <a:xfrm>
                  <a:off x="3389545" y="2630433"/>
                  <a:ext cx="103801" cy="69093"/>
                  <a:chOff x="3389545" y="2630433"/>
                  <a:chExt cx="103801" cy="69093"/>
                </a:xfrm>
                <a:solidFill>
                  <a:schemeClr val="accent1"/>
                </a:solidFill>
              </p:grpSpPr>
              <p:grpSp>
                <p:nvGrpSpPr>
                  <p:cNvPr id="13767" name="Graphique 5">
                    <a:extLst>
                      <a:ext uri="{FF2B5EF4-FFF2-40B4-BE49-F238E27FC236}">
                        <a16:creationId xmlns:a16="http://schemas.microsoft.com/office/drawing/2014/main" id="{20473101-2A43-4441-9AED-2DD2FD54B285}"/>
                      </a:ext>
                    </a:extLst>
                  </p:cNvPr>
                  <p:cNvGrpSpPr/>
                  <p:nvPr/>
                </p:nvGrpSpPr>
                <p:grpSpPr>
                  <a:xfrm>
                    <a:off x="3389545" y="2663868"/>
                    <a:ext cx="37738" cy="35658"/>
                    <a:chOff x="3389545" y="2663868"/>
                    <a:chExt cx="37738" cy="35658"/>
                  </a:xfrm>
                  <a:solidFill>
                    <a:schemeClr val="accent1"/>
                  </a:solidFill>
                </p:grpSpPr>
                <p:sp>
                  <p:nvSpPr>
                    <p:cNvPr id="13768" name="Forme libre : forme 13767">
                      <a:extLst>
                        <a:ext uri="{FF2B5EF4-FFF2-40B4-BE49-F238E27FC236}">
                          <a16:creationId xmlns:a16="http://schemas.microsoft.com/office/drawing/2014/main" id="{6E962761-8DF3-4A3C-AA95-E1BC2B238A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9545" y="2663868"/>
                      <a:ext cx="37738" cy="35658"/>
                    </a:xfrm>
                    <a:custGeom>
                      <a:avLst/>
                      <a:gdLst>
                        <a:gd name="connsiteX0" fmla="*/ 19145 w 37738"/>
                        <a:gd name="connsiteY0" fmla="*/ 21 h 35658"/>
                        <a:gd name="connsiteX1" fmla="*/ 37719 w 37738"/>
                        <a:gd name="connsiteY1" fmla="*/ 18975 h 35658"/>
                        <a:gd name="connsiteX2" fmla="*/ 18383 w 37738"/>
                        <a:gd name="connsiteY2" fmla="*/ 35644 h 35658"/>
                        <a:gd name="connsiteX3" fmla="*/ 0 w 37738"/>
                        <a:gd name="connsiteY3" fmla="*/ 17261 h 35658"/>
                        <a:gd name="connsiteX4" fmla="*/ 19145 w 37738"/>
                        <a:gd name="connsiteY4" fmla="*/ 21 h 35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738" h="35658">
                          <a:moveTo>
                            <a:pt x="19145" y="21"/>
                          </a:moveTo>
                          <a:cubicBezTo>
                            <a:pt x="29908" y="306"/>
                            <a:pt x="38195" y="9069"/>
                            <a:pt x="37719" y="18975"/>
                          </a:cubicBezTo>
                          <a:cubicBezTo>
                            <a:pt x="37243" y="28977"/>
                            <a:pt x="28575" y="36025"/>
                            <a:pt x="18383" y="35644"/>
                          </a:cubicBezTo>
                          <a:cubicBezTo>
                            <a:pt x="8191" y="35358"/>
                            <a:pt x="0" y="27167"/>
                            <a:pt x="0" y="17261"/>
                          </a:cubicBezTo>
                          <a:cubicBezTo>
                            <a:pt x="0" y="7355"/>
                            <a:pt x="8477" y="-456"/>
                            <a:pt x="19145" y="2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69" name="Forme libre : forme 13768">
                      <a:extLst>
                        <a:ext uri="{FF2B5EF4-FFF2-40B4-BE49-F238E27FC236}">
                          <a16:creationId xmlns:a16="http://schemas.microsoft.com/office/drawing/2014/main" id="{8657A45E-2C70-44F6-87D0-69F9FCF546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8784" y="2663880"/>
                      <a:ext cx="28499" cy="35646"/>
                    </a:xfrm>
                    <a:custGeom>
                      <a:avLst/>
                      <a:gdLst>
                        <a:gd name="connsiteX0" fmla="*/ 10001 w 28499"/>
                        <a:gd name="connsiteY0" fmla="*/ 17724 h 35646"/>
                        <a:gd name="connsiteX1" fmla="*/ 0 w 28499"/>
                        <a:gd name="connsiteY1" fmla="*/ 32965 h 35646"/>
                        <a:gd name="connsiteX2" fmla="*/ 9144 w 28499"/>
                        <a:gd name="connsiteY2" fmla="*/ 35632 h 35646"/>
                        <a:gd name="connsiteX3" fmla="*/ 28480 w 28499"/>
                        <a:gd name="connsiteY3" fmla="*/ 18963 h 35646"/>
                        <a:gd name="connsiteX4" fmla="*/ 9906 w 28499"/>
                        <a:gd name="connsiteY4" fmla="*/ 8 h 35646"/>
                        <a:gd name="connsiteX5" fmla="*/ 571 w 28499"/>
                        <a:gd name="connsiteY5" fmla="*/ 2008 h 35646"/>
                        <a:gd name="connsiteX6" fmla="*/ 10001 w 28499"/>
                        <a:gd name="connsiteY6" fmla="*/ 17724 h 35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499" h="35646">
                          <a:moveTo>
                            <a:pt x="10001" y="17724"/>
                          </a:moveTo>
                          <a:cubicBezTo>
                            <a:pt x="9811" y="24392"/>
                            <a:pt x="5715" y="30012"/>
                            <a:pt x="0" y="32965"/>
                          </a:cubicBezTo>
                          <a:cubicBezTo>
                            <a:pt x="2667" y="34584"/>
                            <a:pt x="5810" y="35536"/>
                            <a:pt x="9144" y="35632"/>
                          </a:cubicBezTo>
                          <a:cubicBezTo>
                            <a:pt x="19336" y="36012"/>
                            <a:pt x="28004" y="28964"/>
                            <a:pt x="28480" y="18963"/>
                          </a:cubicBezTo>
                          <a:cubicBezTo>
                            <a:pt x="28956" y="9057"/>
                            <a:pt x="20669" y="199"/>
                            <a:pt x="9906" y="8"/>
                          </a:cubicBezTo>
                          <a:cubicBezTo>
                            <a:pt x="6477" y="-87"/>
                            <a:pt x="3334" y="675"/>
                            <a:pt x="571" y="2008"/>
                          </a:cubicBezTo>
                          <a:cubicBezTo>
                            <a:pt x="6382" y="5247"/>
                            <a:pt x="10192" y="11057"/>
                            <a:pt x="10001" y="1772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0" name="Forme libre : forme 13769">
                      <a:extLst>
                        <a:ext uri="{FF2B5EF4-FFF2-40B4-BE49-F238E27FC236}">
                          <a16:creationId xmlns:a16="http://schemas.microsoft.com/office/drawing/2014/main" id="{4181B002-18ED-4A9F-83E1-880AAD78F6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6421" y="2667049"/>
                      <a:ext cx="17895" cy="15303"/>
                    </a:xfrm>
                    <a:custGeom>
                      <a:avLst/>
                      <a:gdLst>
                        <a:gd name="connsiteX0" fmla="*/ 5506 w 17895"/>
                        <a:gd name="connsiteY0" fmla="*/ 840 h 15303"/>
                        <a:gd name="connsiteX1" fmla="*/ 17222 w 17895"/>
                        <a:gd name="connsiteY1" fmla="*/ 4174 h 15303"/>
                        <a:gd name="connsiteX2" fmla="*/ 12268 w 17895"/>
                        <a:gd name="connsiteY2" fmla="*/ 14461 h 15303"/>
                        <a:gd name="connsiteX3" fmla="*/ 648 w 17895"/>
                        <a:gd name="connsiteY3" fmla="*/ 11222 h 15303"/>
                        <a:gd name="connsiteX4" fmla="*/ 5506 w 17895"/>
                        <a:gd name="connsiteY4" fmla="*/ 840 h 15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95" h="15303">
                          <a:moveTo>
                            <a:pt x="5506" y="840"/>
                          </a:moveTo>
                          <a:cubicBezTo>
                            <a:pt x="10078" y="-1065"/>
                            <a:pt x="15412" y="364"/>
                            <a:pt x="17222" y="4174"/>
                          </a:cubicBezTo>
                          <a:cubicBezTo>
                            <a:pt x="19126" y="7889"/>
                            <a:pt x="16841" y="12461"/>
                            <a:pt x="12268" y="14461"/>
                          </a:cubicBezTo>
                          <a:cubicBezTo>
                            <a:pt x="7697" y="16366"/>
                            <a:pt x="2553" y="14937"/>
                            <a:pt x="648" y="11222"/>
                          </a:cubicBezTo>
                          <a:cubicBezTo>
                            <a:pt x="-1162" y="7412"/>
                            <a:pt x="934" y="2840"/>
                            <a:pt x="5506" y="8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1" name="Forme libre : forme 13770">
                      <a:extLst>
                        <a:ext uri="{FF2B5EF4-FFF2-40B4-BE49-F238E27FC236}">
                          <a16:creationId xmlns:a16="http://schemas.microsoft.com/office/drawing/2014/main" id="{CD70C3AE-4D65-4EBA-923F-FFF4439B4C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7069" y="2676938"/>
                      <a:ext cx="6195" cy="5905"/>
                    </a:xfrm>
                    <a:custGeom>
                      <a:avLst/>
                      <a:gdLst>
                        <a:gd name="connsiteX0" fmla="*/ 3143 w 6195"/>
                        <a:gd name="connsiteY0" fmla="*/ 0 h 5905"/>
                        <a:gd name="connsiteX1" fmla="*/ 6191 w 6195"/>
                        <a:gd name="connsiteY1" fmla="*/ 3048 h 5905"/>
                        <a:gd name="connsiteX2" fmla="*/ 3048 w 6195"/>
                        <a:gd name="connsiteY2" fmla="*/ 5905 h 5905"/>
                        <a:gd name="connsiteX3" fmla="*/ 0 w 6195"/>
                        <a:gd name="connsiteY3" fmla="*/ 2857 h 5905"/>
                        <a:gd name="connsiteX4" fmla="*/ 3143 w 6195"/>
                        <a:gd name="connsiteY4" fmla="*/ 0 h 5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5" h="5905">
                          <a:moveTo>
                            <a:pt x="3143" y="0"/>
                          </a:moveTo>
                          <a:cubicBezTo>
                            <a:pt x="4858" y="95"/>
                            <a:pt x="6287" y="1429"/>
                            <a:pt x="6191" y="3048"/>
                          </a:cubicBezTo>
                          <a:cubicBezTo>
                            <a:pt x="6191" y="4667"/>
                            <a:pt x="4763" y="5905"/>
                            <a:pt x="3048" y="5905"/>
                          </a:cubicBezTo>
                          <a:cubicBezTo>
                            <a:pt x="1334" y="5905"/>
                            <a:pt x="0" y="4477"/>
                            <a:pt x="0" y="2857"/>
                          </a:cubicBezTo>
                          <a:cubicBezTo>
                            <a:pt x="0" y="1238"/>
                            <a:pt x="1429" y="0"/>
                            <a:pt x="314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772" name="Graphique 5">
                    <a:extLst>
                      <a:ext uri="{FF2B5EF4-FFF2-40B4-BE49-F238E27FC236}">
                        <a16:creationId xmlns:a16="http://schemas.microsoft.com/office/drawing/2014/main" id="{9876E1D4-AAC4-4B87-B34A-CBFAF38E67DC}"/>
                      </a:ext>
                    </a:extLst>
                  </p:cNvPr>
                  <p:cNvGrpSpPr/>
                  <p:nvPr/>
                </p:nvGrpSpPr>
                <p:grpSpPr>
                  <a:xfrm>
                    <a:off x="3424393" y="2651898"/>
                    <a:ext cx="38637" cy="35872"/>
                    <a:chOff x="3424393" y="2651898"/>
                    <a:chExt cx="38637" cy="35872"/>
                  </a:xfrm>
                  <a:solidFill>
                    <a:schemeClr val="accent1"/>
                  </a:solidFill>
                </p:grpSpPr>
                <p:sp>
                  <p:nvSpPr>
                    <p:cNvPr id="13773" name="Forme libre : forme 13772">
                      <a:extLst>
                        <a:ext uri="{FF2B5EF4-FFF2-40B4-BE49-F238E27FC236}">
                          <a16:creationId xmlns:a16="http://schemas.microsoft.com/office/drawing/2014/main" id="{4C8CFA1E-F987-4712-9C43-0CD2EF4BA6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4393" y="2651898"/>
                      <a:ext cx="38554" cy="35872"/>
                    </a:xfrm>
                    <a:custGeom>
                      <a:avLst/>
                      <a:gdLst>
                        <a:gd name="connsiteX0" fmla="*/ 20111 w 38554"/>
                        <a:gd name="connsiteY0" fmla="*/ 84 h 35872"/>
                        <a:gd name="connsiteX1" fmla="*/ 38494 w 38554"/>
                        <a:gd name="connsiteY1" fmla="*/ 19706 h 35872"/>
                        <a:gd name="connsiteX2" fmla="*/ 18110 w 38554"/>
                        <a:gd name="connsiteY2" fmla="*/ 35803 h 35872"/>
                        <a:gd name="connsiteX3" fmla="*/ 13 w 38554"/>
                        <a:gd name="connsiteY3" fmla="*/ 16372 h 35872"/>
                        <a:gd name="connsiteX4" fmla="*/ 20111 w 38554"/>
                        <a:gd name="connsiteY4" fmla="*/ 84 h 35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554" h="35872">
                          <a:moveTo>
                            <a:pt x="20111" y="84"/>
                          </a:moveTo>
                          <a:cubicBezTo>
                            <a:pt x="30969" y="1037"/>
                            <a:pt x="39351" y="9895"/>
                            <a:pt x="38494" y="19706"/>
                          </a:cubicBezTo>
                          <a:cubicBezTo>
                            <a:pt x="37732" y="29516"/>
                            <a:pt x="28493" y="36660"/>
                            <a:pt x="18110" y="35803"/>
                          </a:cubicBezTo>
                          <a:cubicBezTo>
                            <a:pt x="7728" y="34946"/>
                            <a:pt x="-368" y="26278"/>
                            <a:pt x="13" y="16372"/>
                          </a:cubicBezTo>
                          <a:cubicBezTo>
                            <a:pt x="394" y="6371"/>
                            <a:pt x="9252" y="-868"/>
                            <a:pt x="20111" y="8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4" name="Forme libre : forme 13773">
                      <a:extLst>
                        <a:ext uri="{FF2B5EF4-FFF2-40B4-BE49-F238E27FC236}">
                          <a16:creationId xmlns:a16="http://schemas.microsoft.com/office/drawing/2014/main" id="{4D646B41-3AF8-4029-8E2B-2C08B310CE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3360" y="2651909"/>
                      <a:ext cx="29671" cy="35861"/>
                    </a:xfrm>
                    <a:custGeom>
                      <a:avLst/>
                      <a:gdLst>
                        <a:gd name="connsiteX0" fmla="*/ 10668 w 29671"/>
                        <a:gd name="connsiteY0" fmla="*/ 17885 h 35861"/>
                        <a:gd name="connsiteX1" fmla="*/ 0 w 29671"/>
                        <a:gd name="connsiteY1" fmla="*/ 32553 h 35861"/>
                        <a:gd name="connsiteX2" fmla="*/ 9239 w 29671"/>
                        <a:gd name="connsiteY2" fmla="*/ 35792 h 35861"/>
                        <a:gd name="connsiteX3" fmla="*/ 29623 w 29671"/>
                        <a:gd name="connsiteY3" fmla="*/ 19694 h 35861"/>
                        <a:gd name="connsiteX4" fmla="*/ 11239 w 29671"/>
                        <a:gd name="connsiteY4" fmla="*/ 73 h 35861"/>
                        <a:gd name="connsiteX5" fmla="*/ 1714 w 29671"/>
                        <a:gd name="connsiteY5" fmla="*/ 1502 h 35861"/>
                        <a:gd name="connsiteX6" fmla="*/ 10668 w 29671"/>
                        <a:gd name="connsiteY6" fmla="*/ 17885 h 35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671" h="35861">
                          <a:moveTo>
                            <a:pt x="10668" y="17885"/>
                          </a:moveTo>
                          <a:cubicBezTo>
                            <a:pt x="10287" y="24647"/>
                            <a:pt x="5905" y="30077"/>
                            <a:pt x="0" y="32553"/>
                          </a:cubicBezTo>
                          <a:cubicBezTo>
                            <a:pt x="2667" y="34268"/>
                            <a:pt x="5810" y="35506"/>
                            <a:pt x="9239" y="35792"/>
                          </a:cubicBezTo>
                          <a:cubicBezTo>
                            <a:pt x="19621" y="36649"/>
                            <a:pt x="28861" y="29505"/>
                            <a:pt x="29623" y="19694"/>
                          </a:cubicBezTo>
                          <a:cubicBezTo>
                            <a:pt x="30384" y="9884"/>
                            <a:pt x="22098" y="1121"/>
                            <a:pt x="11239" y="73"/>
                          </a:cubicBezTo>
                          <a:cubicBezTo>
                            <a:pt x="7810" y="-213"/>
                            <a:pt x="4572" y="359"/>
                            <a:pt x="1714" y="1502"/>
                          </a:cubicBezTo>
                          <a:cubicBezTo>
                            <a:pt x="7429" y="5121"/>
                            <a:pt x="11049" y="11217"/>
                            <a:pt x="10668" y="1788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5" name="Forme libre : forme 13774">
                      <a:extLst>
                        <a:ext uri="{FF2B5EF4-FFF2-40B4-BE49-F238E27FC236}">
                          <a16:creationId xmlns:a16="http://schemas.microsoft.com/office/drawing/2014/main" id="{5E987124-DB4E-4252-9A86-39DB6444FF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649" y="2655047"/>
                      <a:ext cx="18212" cy="15219"/>
                    </a:xfrm>
                    <a:custGeom>
                      <a:avLst/>
                      <a:gdLst>
                        <a:gd name="connsiteX0" fmla="*/ 5807 w 18212"/>
                        <a:gd name="connsiteY0" fmla="*/ 649 h 15219"/>
                        <a:gd name="connsiteX1" fmla="*/ 17618 w 18212"/>
                        <a:gd name="connsiteY1" fmla="*/ 4555 h 15219"/>
                        <a:gd name="connsiteX2" fmla="*/ 12284 w 18212"/>
                        <a:gd name="connsiteY2" fmla="*/ 14556 h 15219"/>
                        <a:gd name="connsiteX3" fmla="*/ 568 w 18212"/>
                        <a:gd name="connsiteY3" fmla="*/ 10651 h 15219"/>
                        <a:gd name="connsiteX4" fmla="*/ 5807 w 18212"/>
                        <a:gd name="connsiteY4" fmla="*/ 649 h 15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12" h="15219">
                          <a:moveTo>
                            <a:pt x="5807" y="649"/>
                          </a:moveTo>
                          <a:cubicBezTo>
                            <a:pt x="10570" y="-1065"/>
                            <a:pt x="15904" y="745"/>
                            <a:pt x="17618" y="4555"/>
                          </a:cubicBezTo>
                          <a:cubicBezTo>
                            <a:pt x="19428" y="8460"/>
                            <a:pt x="16951" y="12841"/>
                            <a:pt x="12284" y="14556"/>
                          </a:cubicBezTo>
                          <a:cubicBezTo>
                            <a:pt x="7617" y="16270"/>
                            <a:pt x="2378" y="14556"/>
                            <a:pt x="568" y="10651"/>
                          </a:cubicBezTo>
                          <a:cubicBezTo>
                            <a:pt x="-1146" y="6841"/>
                            <a:pt x="1140" y="2364"/>
                            <a:pt x="5807" y="64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6" name="Forme libre : forme 13775">
                      <a:extLst>
                        <a:ext uri="{FF2B5EF4-FFF2-40B4-BE49-F238E27FC236}">
                          <a16:creationId xmlns:a16="http://schemas.microsoft.com/office/drawing/2014/main" id="{F26A9F33-E2D7-4540-A10E-A72E3946D0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2122" y="2664645"/>
                      <a:ext cx="6386" cy="5930"/>
                    </a:xfrm>
                    <a:custGeom>
                      <a:avLst/>
                      <a:gdLst>
                        <a:gd name="connsiteX0" fmla="*/ 3334 w 6386"/>
                        <a:gd name="connsiteY0" fmla="*/ 6 h 5930"/>
                        <a:gd name="connsiteX1" fmla="*/ 6382 w 6386"/>
                        <a:gd name="connsiteY1" fmla="*/ 3244 h 5930"/>
                        <a:gd name="connsiteX2" fmla="*/ 3048 w 6386"/>
                        <a:gd name="connsiteY2" fmla="*/ 5911 h 5930"/>
                        <a:gd name="connsiteX3" fmla="*/ 0 w 6386"/>
                        <a:gd name="connsiteY3" fmla="*/ 2673 h 5930"/>
                        <a:gd name="connsiteX4" fmla="*/ 3334 w 6386"/>
                        <a:gd name="connsiteY4" fmla="*/ 6 h 59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86" h="5930">
                          <a:moveTo>
                            <a:pt x="3334" y="6"/>
                          </a:moveTo>
                          <a:cubicBezTo>
                            <a:pt x="5048" y="196"/>
                            <a:pt x="6477" y="1625"/>
                            <a:pt x="6382" y="3244"/>
                          </a:cubicBezTo>
                          <a:cubicBezTo>
                            <a:pt x="6287" y="4863"/>
                            <a:pt x="4858" y="6102"/>
                            <a:pt x="3048" y="5911"/>
                          </a:cubicBezTo>
                          <a:cubicBezTo>
                            <a:pt x="1333" y="5721"/>
                            <a:pt x="0" y="4292"/>
                            <a:pt x="0" y="2673"/>
                          </a:cubicBezTo>
                          <a:cubicBezTo>
                            <a:pt x="95" y="1053"/>
                            <a:pt x="1619" y="-90"/>
                            <a:pt x="3334" y="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777" name="Graphique 5">
                    <a:extLst>
                      <a:ext uri="{FF2B5EF4-FFF2-40B4-BE49-F238E27FC236}">
                        <a16:creationId xmlns:a16="http://schemas.microsoft.com/office/drawing/2014/main" id="{D7A9783E-A048-4806-AA6F-D466DE70283F}"/>
                      </a:ext>
                    </a:extLst>
                  </p:cNvPr>
                  <p:cNvGrpSpPr/>
                  <p:nvPr/>
                </p:nvGrpSpPr>
                <p:grpSpPr>
                  <a:xfrm>
                    <a:off x="3453715" y="2630433"/>
                    <a:ext cx="39631" cy="36217"/>
                    <a:chOff x="3453715" y="2630433"/>
                    <a:chExt cx="39631" cy="36217"/>
                  </a:xfrm>
                  <a:solidFill>
                    <a:schemeClr val="accent1"/>
                  </a:solidFill>
                </p:grpSpPr>
                <p:sp>
                  <p:nvSpPr>
                    <p:cNvPr id="13778" name="Forme libre : forme 13777">
                      <a:extLst>
                        <a:ext uri="{FF2B5EF4-FFF2-40B4-BE49-F238E27FC236}">
                          <a16:creationId xmlns:a16="http://schemas.microsoft.com/office/drawing/2014/main" id="{E2FB4FCF-68AA-4AE3-962F-D7E9DFD38D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3715" y="2630527"/>
                      <a:ext cx="39631" cy="36123"/>
                    </a:xfrm>
                    <a:custGeom>
                      <a:avLst/>
                      <a:gdLst>
                        <a:gd name="connsiteX0" fmla="*/ 21078 w 39631"/>
                        <a:gd name="connsiteY0" fmla="*/ 119 h 36123"/>
                        <a:gd name="connsiteX1" fmla="*/ 39557 w 39631"/>
                        <a:gd name="connsiteY1" fmla="*/ 20788 h 36123"/>
                        <a:gd name="connsiteX2" fmla="*/ 18411 w 39631"/>
                        <a:gd name="connsiteY2" fmla="*/ 35933 h 36123"/>
                        <a:gd name="connsiteX3" fmla="*/ 28 w 39631"/>
                        <a:gd name="connsiteY3" fmla="*/ 16026 h 36123"/>
                        <a:gd name="connsiteX4" fmla="*/ 21078 w 39631"/>
                        <a:gd name="connsiteY4" fmla="*/ 119 h 36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631" h="36123">
                          <a:moveTo>
                            <a:pt x="21078" y="119"/>
                          </a:moveTo>
                          <a:cubicBezTo>
                            <a:pt x="32222" y="1452"/>
                            <a:pt x="40509" y="10977"/>
                            <a:pt x="39557" y="20788"/>
                          </a:cubicBezTo>
                          <a:cubicBezTo>
                            <a:pt x="38604" y="30599"/>
                            <a:pt x="29079" y="37361"/>
                            <a:pt x="18411" y="35933"/>
                          </a:cubicBezTo>
                          <a:cubicBezTo>
                            <a:pt x="7743" y="34409"/>
                            <a:pt x="-544" y="26027"/>
                            <a:pt x="28" y="16026"/>
                          </a:cubicBezTo>
                          <a:cubicBezTo>
                            <a:pt x="504" y="6215"/>
                            <a:pt x="9839" y="-1024"/>
                            <a:pt x="21078" y="11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9" name="Forme libre : forme 13778">
                      <a:extLst>
                        <a:ext uri="{FF2B5EF4-FFF2-40B4-BE49-F238E27FC236}">
                          <a16:creationId xmlns:a16="http://schemas.microsoft.com/office/drawing/2014/main" id="{58E12DC9-018F-44DF-B402-F2FB048ADA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2697" y="2630433"/>
                      <a:ext cx="30649" cy="36124"/>
                    </a:xfrm>
                    <a:custGeom>
                      <a:avLst/>
                      <a:gdLst>
                        <a:gd name="connsiteX0" fmla="*/ 11335 w 30649"/>
                        <a:gd name="connsiteY0" fmla="*/ 18025 h 36124"/>
                        <a:gd name="connsiteX1" fmla="*/ 0 w 30649"/>
                        <a:gd name="connsiteY1" fmla="*/ 32407 h 36124"/>
                        <a:gd name="connsiteX2" fmla="*/ 9430 w 30649"/>
                        <a:gd name="connsiteY2" fmla="*/ 35932 h 36124"/>
                        <a:gd name="connsiteX3" fmla="*/ 30575 w 30649"/>
                        <a:gd name="connsiteY3" fmla="*/ 20787 h 36124"/>
                        <a:gd name="connsiteX4" fmla="*/ 12097 w 30649"/>
                        <a:gd name="connsiteY4" fmla="*/ 118 h 36124"/>
                        <a:gd name="connsiteX5" fmla="*/ 2191 w 30649"/>
                        <a:gd name="connsiteY5" fmla="*/ 1451 h 36124"/>
                        <a:gd name="connsiteX6" fmla="*/ 11335 w 30649"/>
                        <a:gd name="connsiteY6" fmla="*/ 18025 h 3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649" h="36124">
                          <a:moveTo>
                            <a:pt x="11335" y="18025"/>
                          </a:moveTo>
                          <a:cubicBezTo>
                            <a:pt x="10858" y="24787"/>
                            <a:pt x="6287" y="29931"/>
                            <a:pt x="0" y="32407"/>
                          </a:cubicBezTo>
                          <a:cubicBezTo>
                            <a:pt x="2762" y="34122"/>
                            <a:pt x="5905" y="35455"/>
                            <a:pt x="9430" y="35932"/>
                          </a:cubicBezTo>
                          <a:cubicBezTo>
                            <a:pt x="20098" y="37360"/>
                            <a:pt x="29623" y="30693"/>
                            <a:pt x="30575" y="20787"/>
                          </a:cubicBezTo>
                          <a:cubicBezTo>
                            <a:pt x="31528" y="10976"/>
                            <a:pt x="23241" y="1451"/>
                            <a:pt x="12097" y="118"/>
                          </a:cubicBezTo>
                          <a:cubicBezTo>
                            <a:pt x="8572" y="-263"/>
                            <a:pt x="5144" y="308"/>
                            <a:pt x="2191" y="1451"/>
                          </a:cubicBezTo>
                          <a:cubicBezTo>
                            <a:pt x="8096" y="5261"/>
                            <a:pt x="11811" y="11262"/>
                            <a:pt x="11335" y="1802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80" name="Forme libre : forme 13779">
                      <a:extLst>
                        <a:ext uri="{FF2B5EF4-FFF2-40B4-BE49-F238E27FC236}">
                          <a16:creationId xmlns:a16="http://schemas.microsoft.com/office/drawing/2014/main" id="{E021B242-C6E0-451E-BC8A-7308213C46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1331" y="2633676"/>
                      <a:ext cx="18757" cy="15199"/>
                    </a:xfrm>
                    <a:custGeom>
                      <a:avLst/>
                      <a:gdLst>
                        <a:gd name="connsiteX0" fmla="*/ 6128 w 18757"/>
                        <a:gd name="connsiteY0" fmla="*/ 589 h 15199"/>
                        <a:gd name="connsiteX1" fmla="*/ 18225 w 18757"/>
                        <a:gd name="connsiteY1" fmla="*/ 4876 h 15199"/>
                        <a:gd name="connsiteX2" fmla="*/ 12605 w 18757"/>
                        <a:gd name="connsiteY2" fmla="*/ 14687 h 15199"/>
                        <a:gd name="connsiteX3" fmla="*/ 604 w 18757"/>
                        <a:gd name="connsiteY3" fmla="*/ 10591 h 15199"/>
                        <a:gd name="connsiteX4" fmla="*/ 6128 w 18757"/>
                        <a:gd name="connsiteY4" fmla="*/ 589 h 151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757" h="15199">
                          <a:moveTo>
                            <a:pt x="6128" y="589"/>
                          </a:moveTo>
                          <a:cubicBezTo>
                            <a:pt x="11081" y="-1030"/>
                            <a:pt x="16510" y="780"/>
                            <a:pt x="18225" y="4876"/>
                          </a:cubicBezTo>
                          <a:cubicBezTo>
                            <a:pt x="19939" y="8876"/>
                            <a:pt x="17367" y="13258"/>
                            <a:pt x="12605" y="14687"/>
                          </a:cubicBezTo>
                          <a:cubicBezTo>
                            <a:pt x="7747" y="16115"/>
                            <a:pt x="2413" y="14496"/>
                            <a:pt x="604" y="10591"/>
                          </a:cubicBezTo>
                          <a:cubicBezTo>
                            <a:pt x="-1206" y="6685"/>
                            <a:pt x="1175" y="2209"/>
                            <a:pt x="6128" y="58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81" name="Forme libre : forme 13780">
                      <a:extLst>
                        <a:ext uri="{FF2B5EF4-FFF2-40B4-BE49-F238E27FC236}">
                          <a16:creationId xmlns:a16="http://schemas.microsoft.com/office/drawing/2014/main" id="{F08D40E3-6405-4A67-81E9-3575894D1A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1739" y="2643198"/>
                      <a:ext cx="6498" cy="5851"/>
                    </a:xfrm>
                    <a:custGeom>
                      <a:avLst/>
                      <a:gdLst>
                        <a:gd name="connsiteX0" fmla="*/ 3434 w 6498"/>
                        <a:gd name="connsiteY0" fmla="*/ 21 h 5851"/>
                        <a:gd name="connsiteX1" fmla="*/ 6482 w 6498"/>
                        <a:gd name="connsiteY1" fmla="*/ 3259 h 5851"/>
                        <a:gd name="connsiteX2" fmla="*/ 3053 w 6498"/>
                        <a:gd name="connsiteY2" fmla="*/ 5831 h 5851"/>
                        <a:gd name="connsiteX3" fmla="*/ 5 w 6498"/>
                        <a:gd name="connsiteY3" fmla="*/ 2593 h 5851"/>
                        <a:gd name="connsiteX4" fmla="*/ 3434 w 6498"/>
                        <a:gd name="connsiteY4" fmla="*/ 21 h 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98" h="5851">
                          <a:moveTo>
                            <a:pt x="3434" y="21"/>
                          </a:moveTo>
                          <a:cubicBezTo>
                            <a:pt x="5244" y="211"/>
                            <a:pt x="6672" y="1640"/>
                            <a:pt x="6482" y="3259"/>
                          </a:cubicBezTo>
                          <a:cubicBezTo>
                            <a:pt x="6387" y="4878"/>
                            <a:pt x="4863" y="6022"/>
                            <a:pt x="3053" y="5831"/>
                          </a:cubicBezTo>
                          <a:cubicBezTo>
                            <a:pt x="1243" y="5640"/>
                            <a:pt x="-91" y="4212"/>
                            <a:pt x="5" y="2593"/>
                          </a:cubicBezTo>
                          <a:cubicBezTo>
                            <a:pt x="100" y="973"/>
                            <a:pt x="1624" y="-170"/>
                            <a:pt x="3434" y="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782" name="Graphique 5">
                  <a:extLst>
                    <a:ext uri="{FF2B5EF4-FFF2-40B4-BE49-F238E27FC236}">
                      <a16:creationId xmlns:a16="http://schemas.microsoft.com/office/drawing/2014/main" id="{16F8F759-46B9-4EAF-99DD-2F73022835C8}"/>
                    </a:ext>
                  </a:extLst>
                </p:cNvPr>
                <p:cNvGrpSpPr/>
                <p:nvPr/>
              </p:nvGrpSpPr>
              <p:grpSpPr>
                <a:xfrm>
                  <a:off x="3425798" y="2511347"/>
                  <a:ext cx="64145" cy="102904"/>
                  <a:chOff x="3425798" y="2511347"/>
                  <a:chExt cx="64145" cy="102904"/>
                </a:xfrm>
                <a:solidFill>
                  <a:schemeClr val="accent1"/>
                </a:solidFill>
              </p:grpSpPr>
              <p:grpSp>
                <p:nvGrpSpPr>
                  <p:cNvPr id="13783" name="Graphique 5">
                    <a:extLst>
                      <a:ext uri="{FF2B5EF4-FFF2-40B4-BE49-F238E27FC236}">
                        <a16:creationId xmlns:a16="http://schemas.microsoft.com/office/drawing/2014/main" id="{73403455-5F30-48A2-A2F6-1E821AC96069}"/>
                      </a:ext>
                    </a:extLst>
                  </p:cNvPr>
                  <p:cNvGrpSpPr/>
                  <p:nvPr/>
                </p:nvGrpSpPr>
                <p:grpSpPr>
                  <a:xfrm>
                    <a:off x="3445426" y="2511347"/>
                    <a:ext cx="44517" cy="36528"/>
                    <a:chOff x="3445426" y="2511347"/>
                    <a:chExt cx="44517" cy="36528"/>
                  </a:xfrm>
                  <a:solidFill>
                    <a:schemeClr val="accent1"/>
                  </a:solidFill>
                </p:grpSpPr>
                <p:sp>
                  <p:nvSpPr>
                    <p:cNvPr id="13784" name="Forme libre : forme 13783">
                      <a:extLst>
                        <a:ext uri="{FF2B5EF4-FFF2-40B4-BE49-F238E27FC236}">
                          <a16:creationId xmlns:a16="http://schemas.microsoft.com/office/drawing/2014/main" id="{FB9B597C-9563-4E1D-9639-E258A1C4DC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5521" y="2511347"/>
                      <a:ext cx="44422" cy="36502"/>
                    </a:xfrm>
                    <a:custGeom>
                      <a:avLst/>
                      <a:gdLst>
                        <a:gd name="connsiteX0" fmla="*/ 36988 w 44422"/>
                        <a:gd name="connsiteY0" fmla="*/ 33193 h 36502"/>
                        <a:gd name="connsiteX1" fmla="*/ 6032 w 44422"/>
                        <a:gd name="connsiteY1" fmla="*/ 28906 h 36502"/>
                        <a:gd name="connsiteX2" fmla="*/ 6984 w 44422"/>
                        <a:gd name="connsiteY2" fmla="*/ 3570 h 36502"/>
                        <a:gd name="connsiteX3" fmla="*/ 38702 w 44422"/>
                        <a:gd name="connsiteY3" fmla="*/ 7856 h 36502"/>
                        <a:gd name="connsiteX4" fmla="*/ 36988 w 44422"/>
                        <a:gd name="connsiteY4" fmla="*/ 33193 h 36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422" h="36502">
                          <a:moveTo>
                            <a:pt x="36988" y="33193"/>
                          </a:moveTo>
                          <a:cubicBezTo>
                            <a:pt x="27844" y="39003"/>
                            <a:pt x="14223" y="36907"/>
                            <a:pt x="6032" y="28906"/>
                          </a:cubicBezTo>
                          <a:cubicBezTo>
                            <a:pt x="-2255" y="21096"/>
                            <a:pt x="-2064" y="9761"/>
                            <a:pt x="6984" y="3570"/>
                          </a:cubicBezTo>
                          <a:cubicBezTo>
                            <a:pt x="16033" y="-2717"/>
                            <a:pt x="30415" y="-335"/>
                            <a:pt x="38702" y="7856"/>
                          </a:cubicBezTo>
                          <a:cubicBezTo>
                            <a:pt x="47084" y="16238"/>
                            <a:pt x="46037" y="27478"/>
                            <a:pt x="36988" y="3319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85" name="Forme libre : forme 13784">
                      <a:extLst>
                        <a:ext uri="{FF2B5EF4-FFF2-40B4-BE49-F238E27FC236}">
                          <a16:creationId xmlns:a16="http://schemas.microsoft.com/office/drawing/2014/main" id="{19845BA7-CB4D-44E6-AE08-BA80C3DFC9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5426" y="2511488"/>
                      <a:ext cx="43083" cy="36387"/>
                    </a:xfrm>
                    <a:custGeom>
                      <a:avLst/>
                      <a:gdLst>
                        <a:gd name="connsiteX0" fmla="*/ 22034 w 43083"/>
                        <a:gd name="connsiteY0" fmla="*/ 18479 h 36387"/>
                        <a:gd name="connsiteX1" fmla="*/ 17271 w 43083"/>
                        <a:gd name="connsiteY1" fmla="*/ 0 h 36387"/>
                        <a:gd name="connsiteX2" fmla="*/ 6984 w 43083"/>
                        <a:gd name="connsiteY2" fmla="*/ 3429 h 36387"/>
                        <a:gd name="connsiteX3" fmla="*/ 6032 w 43083"/>
                        <a:gd name="connsiteY3" fmla="*/ 28766 h 36387"/>
                        <a:gd name="connsiteX4" fmla="*/ 36988 w 43083"/>
                        <a:gd name="connsiteY4" fmla="*/ 33052 h 36387"/>
                        <a:gd name="connsiteX5" fmla="*/ 43084 w 43083"/>
                        <a:gd name="connsiteY5" fmla="*/ 26099 h 36387"/>
                        <a:gd name="connsiteX6" fmla="*/ 22034 w 43083"/>
                        <a:gd name="connsiteY6" fmla="*/ 18479 h 36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083" h="36387">
                          <a:moveTo>
                            <a:pt x="22034" y="18479"/>
                          </a:moveTo>
                          <a:cubicBezTo>
                            <a:pt x="16414" y="12859"/>
                            <a:pt x="14890" y="5810"/>
                            <a:pt x="17271" y="0"/>
                          </a:cubicBezTo>
                          <a:cubicBezTo>
                            <a:pt x="13556" y="286"/>
                            <a:pt x="9937" y="1429"/>
                            <a:pt x="6984" y="3429"/>
                          </a:cubicBezTo>
                          <a:cubicBezTo>
                            <a:pt x="-2065" y="9525"/>
                            <a:pt x="-2255" y="20955"/>
                            <a:pt x="6032" y="28766"/>
                          </a:cubicBezTo>
                          <a:cubicBezTo>
                            <a:pt x="14223" y="36862"/>
                            <a:pt x="27844" y="38862"/>
                            <a:pt x="36988" y="33052"/>
                          </a:cubicBezTo>
                          <a:cubicBezTo>
                            <a:pt x="39845" y="31242"/>
                            <a:pt x="41845" y="28766"/>
                            <a:pt x="43084" y="26099"/>
                          </a:cubicBezTo>
                          <a:cubicBezTo>
                            <a:pt x="35654" y="26670"/>
                            <a:pt x="27558" y="24098"/>
                            <a:pt x="22034" y="1847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86" name="Forme libre : forme 13785">
                      <a:extLst>
                        <a:ext uri="{FF2B5EF4-FFF2-40B4-BE49-F238E27FC236}">
                          <a16:creationId xmlns:a16="http://schemas.microsoft.com/office/drawing/2014/main" id="{E6F56DFA-D1A5-4D0E-8E1F-7538062E75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66741" y="2525135"/>
                      <a:ext cx="18883" cy="16982"/>
                    </a:xfrm>
                    <a:custGeom>
                      <a:avLst/>
                      <a:gdLst>
                        <a:gd name="connsiteX0" fmla="*/ 17958 w 18883"/>
                        <a:gd name="connsiteY0" fmla="*/ 12166 h 16982"/>
                        <a:gd name="connsiteX1" fmla="*/ 5480 w 18883"/>
                        <a:gd name="connsiteY1" fmla="*/ 16167 h 16982"/>
                        <a:gd name="connsiteX2" fmla="*/ 813 w 18883"/>
                        <a:gd name="connsiteY2" fmla="*/ 4832 h 16982"/>
                        <a:gd name="connsiteX3" fmla="*/ 13291 w 18883"/>
                        <a:gd name="connsiteY3" fmla="*/ 832 h 16982"/>
                        <a:gd name="connsiteX4" fmla="*/ 17958 w 18883"/>
                        <a:gd name="connsiteY4" fmla="*/ 12166 h 169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883" h="16982">
                          <a:moveTo>
                            <a:pt x="17958" y="12166"/>
                          </a:moveTo>
                          <a:cubicBezTo>
                            <a:pt x="15767" y="16357"/>
                            <a:pt x="10147" y="18167"/>
                            <a:pt x="5480" y="16167"/>
                          </a:cubicBezTo>
                          <a:cubicBezTo>
                            <a:pt x="813" y="14167"/>
                            <a:pt x="-1282" y="9118"/>
                            <a:pt x="813" y="4832"/>
                          </a:cubicBezTo>
                          <a:cubicBezTo>
                            <a:pt x="2909" y="546"/>
                            <a:pt x="8528" y="-1169"/>
                            <a:pt x="13291" y="832"/>
                          </a:cubicBezTo>
                          <a:cubicBezTo>
                            <a:pt x="18148" y="2927"/>
                            <a:pt x="20244" y="7975"/>
                            <a:pt x="17958" y="1216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87" name="Forme libre : forme 13786">
                      <a:extLst>
                        <a:ext uri="{FF2B5EF4-FFF2-40B4-BE49-F238E27FC236}">
                          <a16:creationId xmlns:a16="http://schemas.microsoft.com/office/drawing/2014/main" id="{588FC3D5-462B-4E10-BEDF-0BCD3D862A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2527" y="2523342"/>
                      <a:ext cx="7296" cy="6011"/>
                    </a:xfrm>
                    <a:custGeom>
                      <a:avLst/>
                      <a:gdLst>
                        <a:gd name="connsiteX0" fmla="*/ 6077 w 7296"/>
                        <a:gd name="connsiteY0" fmla="*/ 5482 h 6011"/>
                        <a:gd name="connsiteX1" fmla="*/ 934 w 7296"/>
                        <a:gd name="connsiteY1" fmla="*/ 4720 h 6011"/>
                        <a:gd name="connsiteX2" fmla="*/ 1219 w 7296"/>
                        <a:gd name="connsiteY2" fmla="*/ 529 h 6011"/>
                        <a:gd name="connsiteX3" fmla="*/ 6363 w 7296"/>
                        <a:gd name="connsiteY3" fmla="*/ 1291 h 6011"/>
                        <a:gd name="connsiteX4" fmla="*/ 6077 w 7296"/>
                        <a:gd name="connsiteY4" fmla="*/ 5482 h 6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96" h="6011">
                          <a:moveTo>
                            <a:pt x="6077" y="5482"/>
                          </a:moveTo>
                          <a:cubicBezTo>
                            <a:pt x="4553" y="6435"/>
                            <a:pt x="2267" y="6054"/>
                            <a:pt x="934" y="4720"/>
                          </a:cubicBezTo>
                          <a:cubicBezTo>
                            <a:pt x="-400" y="3387"/>
                            <a:pt x="-305" y="1482"/>
                            <a:pt x="1219" y="529"/>
                          </a:cubicBezTo>
                          <a:cubicBezTo>
                            <a:pt x="2743" y="-423"/>
                            <a:pt x="5029" y="-42"/>
                            <a:pt x="6363" y="1291"/>
                          </a:cubicBezTo>
                          <a:cubicBezTo>
                            <a:pt x="7696" y="2720"/>
                            <a:pt x="7601" y="4530"/>
                            <a:pt x="6077" y="54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788" name="Graphique 5">
                    <a:extLst>
                      <a:ext uri="{FF2B5EF4-FFF2-40B4-BE49-F238E27FC236}">
                        <a16:creationId xmlns:a16="http://schemas.microsoft.com/office/drawing/2014/main" id="{E002D1A4-1CA5-492F-B93F-856F261A7710}"/>
                      </a:ext>
                    </a:extLst>
                  </p:cNvPr>
                  <p:cNvGrpSpPr/>
                  <p:nvPr/>
                </p:nvGrpSpPr>
                <p:grpSpPr>
                  <a:xfrm>
                    <a:off x="3428590" y="2542776"/>
                    <a:ext cx="43099" cy="36259"/>
                    <a:chOff x="3428590" y="2542776"/>
                    <a:chExt cx="43099" cy="36259"/>
                  </a:xfrm>
                  <a:solidFill>
                    <a:schemeClr val="accent1"/>
                  </a:solidFill>
                </p:grpSpPr>
                <p:sp>
                  <p:nvSpPr>
                    <p:cNvPr id="13789" name="Forme libre : forme 13788">
                      <a:extLst>
                        <a:ext uri="{FF2B5EF4-FFF2-40B4-BE49-F238E27FC236}">
                          <a16:creationId xmlns:a16="http://schemas.microsoft.com/office/drawing/2014/main" id="{3649FFD4-E33B-44C7-8E00-C7FC2341DC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8685" y="2542776"/>
                      <a:ext cx="43004" cy="36259"/>
                    </a:xfrm>
                    <a:custGeom>
                      <a:avLst/>
                      <a:gdLst>
                        <a:gd name="connsiteX0" fmla="*/ 35821 w 43004"/>
                        <a:gd name="connsiteY0" fmla="*/ 32815 h 36259"/>
                        <a:gd name="connsiteX1" fmla="*/ 5818 w 43004"/>
                        <a:gd name="connsiteY1" fmla="*/ 29196 h 36259"/>
                        <a:gd name="connsiteX2" fmla="*/ 6770 w 43004"/>
                        <a:gd name="connsiteY2" fmla="*/ 3859 h 36259"/>
                        <a:gd name="connsiteX3" fmla="*/ 37536 w 43004"/>
                        <a:gd name="connsiteY3" fmla="*/ 7479 h 36259"/>
                        <a:gd name="connsiteX4" fmla="*/ 35821 w 43004"/>
                        <a:gd name="connsiteY4" fmla="*/ 32815 h 36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004" h="36259">
                          <a:moveTo>
                            <a:pt x="35821" y="32815"/>
                          </a:moveTo>
                          <a:cubicBezTo>
                            <a:pt x="26963" y="38721"/>
                            <a:pt x="13914" y="36721"/>
                            <a:pt x="5818" y="29196"/>
                          </a:cubicBezTo>
                          <a:cubicBezTo>
                            <a:pt x="-2183" y="21481"/>
                            <a:pt x="-1993" y="10051"/>
                            <a:pt x="6770" y="3859"/>
                          </a:cubicBezTo>
                          <a:cubicBezTo>
                            <a:pt x="15533" y="-2427"/>
                            <a:pt x="29535" y="-903"/>
                            <a:pt x="37536" y="7479"/>
                          </a:cubicBezTo>
                          <a:cubicBezTo>
                            <a:pt x="45537" y="15670"/>
                            <a:pt x="44584" y="26910"/>
                            <a:pt x="35821" y="3281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0" name="Forme libre : forme 13789">
                      <a:extLst>
                        <a:ext uri="{FF2B5EF4-FFF2-40B4-BE49-F238E27FC236}">
                          <a16:creationId xmlns:a16="http://schemas.microsoft.com/office/drawing/2014/main" id="{CAEE7127-4768-4846-95D8-52CB244A82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8590" y="2543016"/>
                      <a:ext cx="41726" cy="36019"/>
                    </a:xfrm>
                    <a:custGeom>
                      <a:avLst/>
                      <a:gdLst>
                        <a:gd name="connsiteX0" fmla="*/ 21343 w 41726"/>
                        <a:gd name="connsiteY0" fmla="*/ 18098 h 36019"/>
                        <a:gd name="connsiteX1" fmla="*/ 16676 w 41726"/>
                        <a:gd name="connsiteY1" fmla="*/ 0 h 36019"/>
                        <a:gd name="connsiteX2" fmla="*/ 6770 w 41726"/>
                        <a:gd name="connsiteY2" fmla="*/ 3620 h 36019"/>
                        <a:gd name="connsiteX3" fmla="*/ 5818 w 41726"/>
                        <a:gd name="connsiteY3" fmla="*/ 28956 h 36019"/>
                        <a:gd name="connsiteX4" fmla="*/ 35821 w 41726"/>
                        <a:gd name="connsiteY4" fmla="*/ 32576 h 36019"/>
                        <a:gd name="connsiteX5" fmla="*/ 41727 w 41726"/>
                        <a:gd name="connsiteY5" fmla="*/ 25622 h 36019"/>
                        <a:gd name="connsiteX6" fmla="*/ 21343 w 41726"/>
                        <a:gd name="connsiteY6" fmla="*/ 18098 h 36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726" h="36019">
                          <a:moveTo>
                            <a:pt x="21343" y="18098"/>
                          </a:moveTo>
                          <a:cubicBezTo>
                            <a:pt x="15914" y="12668"/>
                            <a:pt x="14390" y="5810"/>
                            <a:pt x="16676" y="0"/>
                          </a:cubicBezTo>
                          <a:cubicBezTo>
                            <a:pt x="13057" y="476"/>
                            <a:pt x="9628" y="1619"/>
                            <a:pt x="6770" y="3620"/>
                          </a:cubicBezTo>
                          <a:cubicBezTo>
                            <a:pt x="-1993" y="9811"/>
                            <a:pt x="-2183" y="21146"/>
                            <a:pt x="5818" y="28956"/>
                          </a:cubicBezTo>
                          <a:cubicBezTo>
                            <a:pt x="13914" y="36481"/>
                            <a:pt x="26963" y="38481"/>
                            <a:pt x="35821" y="32576"/>
                          </a:cubicBezTo>
                          <a:cubicBezTo>
                            <a:pt x="38584" y="30671"/>
                            <a:pt x="40489" y="28289"/>
                            <a:pt x="41727" y="25622"/>
                          </a:cubicBezTo>
                          <a:cubicBezTo>
                            <a:pt x="34488" y="26194"/>
                            <a:pt x="26773" y="23622"/>
                            <a:pt x="21343" y="1809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1" name="Forme libre : forme 13790">
                      <a:extLst>
                        <a:ext uri="{FF2B5EF4-FFF2-40B4-BE49-F238E27FC236}">
                          <a16:creationId xmlns:a16="http://schemas.microsoft.com/office/drawing/2014/main" id="{3D4CCCB2-9050-4CA0-AA21-556F95A93F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9212" y="2556204"/>
                      <a:ext cx="18278" cy="16946"/>
                    </a:xfrm>
                    <a:custGeom>
                      <a:avLst/>
                      <a:gdLst>
                        <a:gd name="connsiteX0" fmla="*/ 17390 w 18278"/>
                        <a:gd name="connsiteY0" fmla="*/ 12053 h 16946"/>
                        <a:gd name="connsiteX1" fmla="*/ 5293 w 18278"/>
                        <a:gd name="connsiteY1" fmla="*/ 16149 h 16946"/>
                        <a:gd name="connsiteX2" fmla="*/ 817 w 18278"/>
                        <a:gd name="connsiteY2" fmla="*/ 4909 h 16946"/>
                        <a:gd name="connsiteX3" fmla="*/ 12913 w 18278"/>
                        <a:gd name="connsiteY3" fmla="*/ 813 h 16946"/>
                        <a:gd name="connsiteX4" fmla="*/ 17390 w 18278"/>
                        <a:gd name="connsiteY4" fmla="*/ 12053 h 16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78" h="16946">
                          <a:moveTo>
                            <a:pt x="17390" y="12053"/>
                          </a:moveTo>
                          <a:cubicBezTo>
                            <a:pt x="15199" y="16244"/>
                            <a:pt x="9865" y="18149"/>
                            <a:pt x="5293" y="16149"/>
                          </a:cubicBezTo>
                          <a:cubicBezTo>
                            <a:pt x="817" y="14244"/>
                            <a:pt x="-1279" y="9196"/>
                            <a:pt x="817" y="4909"/>
                          </a:cubicBezTo>
                          <a:cubicBezTo>
                            <a:pt x="2912" y="623"/>
                            <a:pt x="8341" y="-1187"/>
                            <a:pt x="12913" y="813"/>
                          </a:cubicBezTo>
                          <a:cubicBezTo>
                            <a:pt x="17580" y="2814"/>
                            <a:pt x="19581" y="7862"/>
                            <a:pt x="17390" y="1205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2" name="Forme libre : forme 13791">
                      <a:extLst>
                        <a:ext uri="{FF2B5EF4-FFF2-40B4-BE49-F238E27FC236}">
                          <a16:creationId xmlns:a16="http://schemas.microsoft.com/office/drawing/2014/main" id="{994D1699-3AEB-4789-837F-7796DDB8D2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4800" y="2554457"/>
                      <a:ext cx="7082" cy="5979"/>
                    </a:xfrm>
                    <a:custGeom>
                      <a:avLst/>
                      <a:gdLst>
                        <a:gd name="connsiteX0" fmla="*/ 5896 w 7082"/>
                        <a:gd name="connsiteY0" fmla="*/ 5419 h 5979"/>
                        <a:gd name="connsiteX1" fmla="*/ 943 w 7082"/>
                        <a:gd name="connsiteY1" fmla="*/ 4752 h 5979"/>
                        <a:gd name="connsiteX2" fmla="*/ 1134 w 7082"/>
                        <a:gd name="connsiteY2" fmla="*/ 561 h 5979"/>
                        <a:gd name="connsiteX3" fmla="*/ 6182 w 7082"/>
                        <a:gd name="connsiteY3" fmla="*/ 1228 h 5979"/>
                        <a:gd name="connsiteX4" fmla="*/ 5896 w 7082"/>
                        <a:gd name="connsiteY4" fmla="*/ 5419 h 5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82" h="5979">
                          <a:moveTo>
                            <a:pt x="5896" y="5419"/>
                          </a:moveTo>
                          <a:cubicBezTo>
                            <a:pt x="4468" y="6371"/>
                            <a:pt x="2182" y="6085"/>
                            <a:pt x="943" y="4752"/>
                          </a:cubicBezTo>
                          <a:cubicBezTo>
                            <a:pt x="-390" y="3418"/>
                            <a:pt x="-295" y="1513"/>
                            <a:pt x="1134" y="561"/>
                          </a:cubicBezTo>
                          <a:cubicBezTo>
                            <a:pt x="2563" y="-392"/>
                            <a:pt x="4849" y="-106"/>
                            <a:pt x="6182" y="1228"/>
                          </a:cubicBezTo>
                          <a:cubicBezTo>
                            <a:pt x="7516" y="2561"/>
                            <a:pt x="7325" y="4466"/>
                            <a:pt x="5896" y="54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793" name="Graphique 5">
                    <a:extLst>
                      <a:ext uri="{FF2B5EF4-FFF2-40B4-BE49-F238E27FC236}">
                        <a16:creationId xmlns:a16="http://schemas.microsoft.com/office/drawing/2014/main" id="{F976B918-9D55-4502-A9CE-BFD8DF740681}"/>
                      </a:ext>
                    </a:extLst>
                  </p:cNvPr>
                  <p:cNvGrpSpPr/>
                  <p:nvPr/>
                </p:nvGrpSpPr>
                <p:grpSpPr>
                  <a:xfrm>
                    <a:off x="3425798" y="2577987"/>
                    <a:ext cx="41548" cy="36264"/>
                    <a:chOff x="3425798" y="2577987"/>
                    <a:chExt cx="41548" cy="36264"/>
                  </a:xfrm>
                  <a:solidFill>
                    <a:schemeClr val="accent1"/>
                  </a:solidFill>
                </p:grpSpPr>
                <p:sp>
                  <p:nvSpPr>
                    <p:cNvPr id="13794" name="Forme libre : forme 13793">
                      <a:extLst>
                        <a:ext uri="{FF2B5EF4-FFF2-40B4-BE49-F238E27FC236}">
                          <a16:creationId xmlns:a16="http://schemas.microsoft.com/office/drawing/2014/main" id="{EF4C5278-C69D-4E5A-9B14-BFC02B74A0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5798" y="2577987"/>
                      <a:ext cx="41548" cy="36264"/>
                    </a:xfrm>
                    <a:custGeom>
                      <a:avLst/>
                      <a:gdLst>
                        <a:gd name="connsiteX0" fmla="*/ 34422 w 41548"/>
                        <a:gd name="connsiteY0" fmla="*/ 32751 h 36264"/>
                        <a:gd name="connsiteX1" fmla="*/ 5467 w 41548"/>
                        <a:gd name="connsiteY1" fmla="*/ 29132 h 36264"/>
                        <a:gd name="connsiteX2" fmla="*/ 6705 w 41548"/>
                        <a:gd name="connsiteY2" fmla="*/ 3891 h 36264"/>
                        <a:gd name="connsiteX3" fmla="*/ 36423 w 41548"/>
                        <a:gd name="connsiteY3" fmla="*/ 7415 h 36264"/>
                        <a:gd name="connsiteX4" fmla="*/ 34422 w 41548"/>
                        <a:gd name="connsiteY4" fmla="*/ 32751 h 362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48" h="36264">
                          <a:moveTo>
                            <a:pt x="34422" y="32751"/>
                          </a:moveTo>
                          <a:cubicBezTo>
                            <a:pt x="25755" y="38752"/>
                            <a:pt x="13182" y="36752"/>
                            <a:pt x="5467" y="29132"/>
                          </a:cubicBezTo>
                          <a:cubicBezTo>
                            <a:pt x="-2153" y="21512"/>
                            <a:pt x="-1868" y="10177"/>
                            <a:pt x="6705" y="3891"/>
                          </a:cubicBezTo>
                          <a:cubicBezTo>
                            <a:pt x="15277" y="-2586"/>
                            <a:pt x="28707" y="-681"/>
                            <a:pt x="36423" y="7415"/>
                          </a:cubicBezTo>
                          <a:cubicBezTo>
                            <a:pt x="44043" y="15607"/>
                            <a:pt x="42995" y="26846"/>
                            <a:pt x="34422" y="3275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5" name="Forme libre : forme 13794">
                      <a:extLst>
                        <a:ext uri="{FF2B5EF4-FFF2-40B4-BE49-F238E27FC236}">
                          <a16:creationId xmlns:a16="http://schemas.microsoft.com/office/drawing/2014/main" id="{F3D666E1-7D54-4CC4-840D-9073403176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5798" y="2578163"/>
                      <a:ext cx="40232" cy="36047"/>
                    </a:xfrm>
                    <a:custGeom>
                      <a:avLst/>
                      <a:gdLst>
                        <a:gd name="connsiteX0" fmla="*/ 20516 w 40232"/>
                        <a:gd name="connsiteY0" fmla="*/ 18288 h 36047"/>
                        <a:gd name="connsiteX1" fmla="*/ 16325 w 40232"/>
                        <a:gd name="connsiteY1" fmla="*/ 0 h 36047"/>
                        <a:gd name="connsiteX2" fmla="*/ 6705 w 40232"/>
                        <a:gd name="connsiteY2" fmla="*/ 3715 h 36047"/>
                        <a:gd name="connsiteX3" fmla="*/ 5467 w 40232"/>
                        <a:gd name="connsiteY3" fmla="*/ 28956 h 36047"/>
                        <a:gd name="connsiteX4" fmla="*/ 34422 w 40232"/>
                        <a:gd name="connsiteY4" fmla="*/ 32575 h 36047"/>
                        <a:gd name="connsiteX5" fmla="*/ 40233 w 40232"/>
                        <a:gd name="connsiteY5" fmla="*/ 25527 h 36047"/>
                        <a:gd name="connsiteX6" fmla="*/ 20516 w 40232"/>
                        <a:gd name="connsiteY6" fmla="*/ 18288 h 36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232" h="36047">
                          <a:moveTo>
                            <a:pt x="20516" y="18288"/>
                          </a:moveTo>
                          <a:cubicBezTo>
                            <a:pt x="15372" y="12763"/>
                            <a:pt x="13944" y="5810"/>
                            <a:pt x="16325" y="0"/>
                          </a:cubicBezTo>
                          <a:cubicBezTo>
                            <a:pt x="12801" y="476"/>
                            <a:pt x="9467" y="1619"/>
                            <a:pt x="6705" y="3715"/>
                          </a:cubicBezTo>
                          <a:cubicBezTo>
                            <a:pt x="-1868" y="10001"/>
                            <a:pt x="-2153" y="21336"/>
                            <a:pt x="5467" y="28956"/>
                          </a:cubicBezTo>
                          <a:cubicBezTo>
                            <a:pt x="13087" y="36576"/>
                            <a:pt x="25755" y="38481"/>
                            <a:pt x="34422" y="32575"/>
                          </a:cubicBezTo>
                          <a:cubicBezTo>
                            <a:pt x="37185" y="30671"/>
                            <a:pt x="39090" y="28289"/>
                            <a:pt x="40233" y="25527"/>
                          </a:cubicBezTo>
                          <a:cubicBezTo>
                            <a:pt x="33089" y="26194"/>
                            <a:pt x="25660" y="23717"/>
                            <a:pt x="20516" y="1828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6" name="Forme libre : forme 13795">
                      <a:extLst>
                        <a:ext uri="{FF2B5EF4-FFF2-40B4-BE49-F238E27FC236}">
                          <a16:creationId xmlns:a16="http://schemas.microsoft.com/office/drawing/2014/main" id="{C78AFD25-3FAD-4323-8CD8-1C1F527B8E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45651" y="2591559"/>
                      <a:ext cx="17630" cy="16886"/>
                    </a:xfrm>
                    <a:custGeom>
                      <a:avLst/>
                      <a:gdLst>
                        <a:gd name="connsiteX0" fmla="*/ 16760 w 17630"/>
                        <a:gd name="connsiteY0" fmla="*/ 11940 h 16886"/>
                        <a:gd name="connsiteX1" fmla="*/ 5044 w 17630"/>
                        <a:gd name="connsiteY1" fmla="*/ 16131 h 16886"/>
                        <a:gd name="connsiteX2" fmla="*/ 853 w 17630"/>
                        <a:gd name="connsiteY2" fmla="*/ 4987 h 16886"/>
                        <a:gd name="connsiteX3" fmla="*/ 12664 w 17630"/>
                        <a:gd name="connsiteY3" fmla="*/ 796 h 16886"/>
                        <a:gd name="connsiteX4" fmla="*/ 16760 w 17630"/>
                        <a:gd name="connsiteY4" fmla="*/ 11940 h 16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30" h="16886">
                          <a:moveTo>
                            <a:pt x="16760" y="11940"/>
                          </a:moveTo>
                          <a:cubicBezTo>
                            <a:pt x="14664" y="16227"/>
                            <a:pt x="9426" y="18036"/>
                            <a:pt x="5044" y="16131"/>
                          </a:cubicBezTo>
                          <a:cubicBezTo>
                            <a:pt x="662" y="14226"/>
                            <a:pt x="-1243" y="9178"/>
                            <a:pt x="853" y="4987"/>
                          </a:cubicBezTo>
                          <a:cubicBezTo>
                            <a:pt x="2853" y="701"/>
                            <a:pt x="8187" y="-1204"/>
                            <a:pt x="12664" y="796"/>
                          </a:cubicBezTo>
                          <a:cubicBezTo>
                            <a:pt x="17045" y="2606"/>
                            <a:pt x="18855" y="7654"/>
                            <a:pt x="16760" y="119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7" name="Forme libre : forme 13796">
                      <a:extLst>
                        <a:ext uri="{FF2B5EF4-FFF2-40B4-BE49-F238E27FC236}">
                          <a16:creationId xmlns:a16="http://schemas.microsoft.com/office/drawing/2014/main" id="{4E264AC6-FAB0-40C8-9647-96DE978994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1071" y="2589699"/>
                      <a:ext cx="6868" cy="5979"/>
                    </a:xfrm>
                    <a:custGeom>
                      <a:avLst/>
                      <a:gdLst>
                        <a:gd name="connsiteX0" fmla="*/ 5720 w 6868"/>
                        <a:gd name="connsiteY0" fmla="*/ 5419 h 5979"/>
                        <a:gd name="connsiteX1" fmla="*/ 862 w 6868"/>
                        <a:gd name="connsiteY1" fmla="*/ 4752 h 5979"/>
                        <a:gd name="connsiteX2" fmla="*/ 1148 w 6868"/>
                        <a:gd name="connsiteY2" fmla="*/ 561 h 5979"/>
                        <a:gd name="connsiteX3" fmla="*/ 6006 w 6868"/>
                        <a:gd name="connsiteY3" fmla="*/ 1228 h 5979"/>
                        <a:gd name="connsiteX4" fmla="*/ 5720 w 6868"/>
                        <a:gd name="connsiteY4" fmla="*/ 5419 h 5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68" h="5979">
                          <a:moveTo>
                            <a:pt x="5720" y="5419"/>
                          </a:moveTo>
                          <a:cubicBezTo>
                            <a:pt x="4292" y="6371"/>
                            <a:pt x="2101" y="6085"/>
                            <a:pt x="862" y="4752"/>
                          </a:cubicBezTo>
                          <a:cubicBezTo>
                            <a:pt x="-376" y="3418"/>
                            <a:pt x="-281" y="1513"/>
                            <a:pt x="1148" y="561"/>
                          </a:cubicBezTo>
                          <a:cubicBezTo>
                            <a:pt x="2577" y="-392"/>
                            <a:pt x="4768" y="-106"/>
                            <a:pt x="6006" y="1228"/>
                          </a:cubicBezTo>
                          <a:cubicBezTo>
                            <a:pt x="7244" y="2561"/>
                            <a:pt x="7149" y="4466"/>
                            <a:pt x="5720" y="54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798" name="Graphique 5">
                  <a:extLst>
                    <a:ext uri="{FF2B5EF4-FFF2-40B4-BE49-F238E27FC236}">
                      <a16:creationId xmlns:a16="http://schemas.microsoft.com/office/drawing/2014/main" id="{F615FD6B-F4DD-4F30-8FBA-00B875D31235}"/>
                    </a:ext>
                  </a:extLst>
                </p:cNvPr>
                <p:cNvGrpSpPr/>
                <p:nvPr/>
              </p:nvGrpSpPr>
              <p:grpSpPr>
                <a:xfrm>
                  <a:off x="3242385" y="2478146"/>
                  <a:ext cx="97649" cy="88502"/>
                  <a:chOff x="3242385" y="2478146"/>
                  <a:chExt cx="97649" cy="88502"/>
                </a:xfrm>
                <a:solidFill>
                  <a:schemeClr val="accent1"/>
                </a:solidFill>
              </p:grpSpPr>
              <p:grpSp>
                <p:nvGrpSpPr>
                  <p:cNvPr id="13799" name="Graphique 5">
                    <a:extLst>
                      <a:ext uri="{FF2B5EF4-FFF2-40B4-BE49-F238E27FC236}">
                        <a16:creationId xmlns:a16="http://schemas.microsoft.com/office/drawing/2014/main" id="{FBE6EBAA-DEBE-4815-891F-72DB40B24D12}"/>
                      </a:ext>
                    </a:extLst>
                  </p:cNvPr>
                  <p:cNvGrpSpPr/>
                  <p:nvPr/>
                </p:nvGrpSpPr>
                <p:grpSpPr>
                  <a:xfrm>
                    <a:off x="3242385" y="2531006"/>
                    <a:ext cx="42658" cy="35643"/>
                    <a:chOff x="3242385" y="2531006"/>
                    <a:chExt cx="42658" cy="35643"/>
                  </a:xfrm>
                  <a:solidFill>
                    <a:schemeClr val="accent1"/>
                  </a:solidFill>
                </p:grpSpPr>
                <p:sp>
                  <p:nvSpPr>
                    <p:cNvPr id="13800" name="Forme libre : forme 13799">
                      <a:extLst>
                        <a:ext uri="{FF2B5EF4-FFF2-40B4-BE49-F238E27FC236}">
                          <a16:creationId xmlns:a16="http://schemas.microsoft.com/office/drawing/2014/main" id="{00234B9D-88C1-4BD8-8854-A6017E2D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2385" y="2531006"/>
                      <a:ext cx="42563" cy="35643"/>
                    </a:xfrm>
                    <a:custGeom>
                      <a:avLst/>
                      <a:gdLst>
                        <a:gd name="connsiteX0" fmla="*/ 14191 w 42563"/>
                        <a:gd name="connsiteY0" fmla="*/ 771 h 35643"/>
                        <a:gd name="connsiteX1" fmla="*/ 41528 w 42563"/>
                        <a:gd name="connsiteY1" fmla="*/ 12677 h 35643"/>
                        <a:gd name="connsiteX2" fmla="*/ 28002 w 42563"/>
                        <a:gd name="connsiteY2" fmla="*/ 34870 h 35643"/>
                        <a:gd name="connsiteX3" fmla="*/ 1237 w 42563"/>
                        <a:gd name="connsiteY3" fmla="*/ 23345 h 35643"/>
                        <a:gd name="connsiteX4" fmla="*/ 14191 w 42563"/>
                        <a:gd name="connsiteY4" fmla="*/ 771 h 356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563" h="35643">
                          <a:moveTo>
                            <a:pt x="14191" y="771"/>
                          </a:moveTo>
                          <a:cubicBezTo>
                            <a:pt x="25525" y="-2087"/>
                            <a:pt x="37813" y="3247"/>
                            <a:pt x="41528" y="12677"/>
                          </a:cubicBezTo>
                          <a:cubicBezTo>
                            <a:pt x="45147" y="22107"/>
                            <a:pt x="38956" y="32013"/>
                            <a:pt x="28002" y="34870"/>
                          </a:cubicBezTo>
                          <a:cubicBezTo>
                            <a:pt x="17048" y="37728"/>
                            <a:pt x="5237" y="32394"/>
                            <a:pt x="1237" y="23345"/>
                          </a:cubicBezTo>
                          <a:cubicBezTo>
                            <a:pt x="-2668" y="14296"/>
                            <a:pt x="2951" y="3819"/>
                            <a:pt x="14191" y="7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01" name="Forme libre : forme 13800">
                      <a:extLst>
                        <a:ext uri="{FF2B5EF4-FFF2-40B4-BE49-F238E27FC236}">
                          <a16:creationId xmlns:a16="http://schemas.microsoft.com/office/drawing/2014/main" id="{46E6CDC2-2E92-44CD-8621-B015DF10AA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7813" y="2531006"/>
                      <a:ext cx="37230" cy="35625"/>
                    </a:xfrm>
                    <a:custGeom>
                      <a:avLst/>
                      <a:gdLst>
                        <a:gd name="connsiteX0" fmla="*/ 16288 w 37230"/>
                        <a:gd name="connsiteY0" fmla="*/ 17630 h 35625"/>
                        <a:gd name="connsiteX1" fmla="*/ 11906 w 37230"/>
                        <a:gd name="connsiteY1" fmla="*/ 35156 h 35625"/>
                        <a:gd name="connsiteX2" fmla="*/ 22670 w 37230"/>
                        <a:gd name="connsiteY2" fmla="*/ 34870 h 35625"/>
                        <a:gd name="connsiteX3" fmla="*/ 36195 w 37230"/>
                        <a:gd name="connsiteY3" fmla="*/ 12677 h 35625"/>
                        <a:gd name="connsiteX4" fmla="*/ 8858 w 37230"/>
                        <a:gd name="connsiteY4" fmla="*/ 771 h 35625"/>
                        <a:gd name="connsiteX5" fmla="*/ 0 w 37230"/>
                        <a:gd name="connsiteY5" fmla="*/ 5629 h 35625"/>
                        <a:gd name="connsiteX6" fmla="*/ 16288 w 37230"/>
                        <a:gd name="connsiteY6" fmla="*/ 17630 h 35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230" h="35625">
                          <a:moveTo>
                            <a:pt x="16288" y="17630"/>
                          </a:moveTo>
                          <a:cubicBezTo>
                            <a:pt x="18860" y="24012"/>
                            <a:pt x="16859" y="30679"/>
                            <a:pt x="11906" y="35156"/>
                          </a:cubicBezTo>
                          <a:cubicBezTo>
                            <a:pt x="15335" y="35823"/>
                            <a:pt x="19050" y="35823"/>
                            <a:pt x="22670" y="34870"/>
                          </a:cubicBezTo>
                          <a:cubicBezTo>
                            <a:pt x="33623" y="32013"/>
                            <a:pt x="39814" y="22107"/>
                            <a:pt x="36195" y="12677"/>
                          </a:cubicBezTo>
                          <a:cubicBezTo>
                            <a:pt x="32575" y="3247"/>
                            <a:pt x="20193" y="-2087"/>
                            <a:pt x="8858" y="771"/>
                          </a:cubicBezTo>
                          <a:cubicBezTo>
                            <a:pt x="5239" y="1628"/>
                            <a:pt x="2286" y="3438"/>
                            <a:pt x="0" y="5629"/>
                          </a:cubicBezTo>
                          <a:cubicBezTo>
                            <a:pt x="7239" y="6772"/>
                            <a:pt x="13716" y="11344"/>
                            <a:pt x="16288" y="1763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02" name="Forme libre : forme 13801">
                      <a:extLst>
                        <a:ext uri="{FF2B5EF4-FFF2-40B4-BE49-F238E27FC236}">
                          <a16:creationId xmlns:a16="http://schemas.microsoft.com/office/drawing/2014/main" id="{3D8F6B94-1BD4-496B-9770-A3A321AB0F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8025" y="2535177"/>
                      <a:ext cx="19208" cy="15930"/>
                    </a:xfrm>
                    <a:custGeom>
                      <a:avLst/>
                      <a:gdLst>
                        <a:gd name="connsiteX0" fmla="*/ 3216 w 19208"/>
                        <a:gd name="connsiteY0" fmla="*/ 2600 h 15930"/>
                        <a:gd name="connsiteX1" fmla="*/ 16837 w 19208"/>
                        <a:gd name="connsiteY1" fmla="*/ 2124 h 15930"/>
                        <a:gd name="connsiteX2" fmla="*/ 15885 w 19208"/>
                        <a:gd name="connsiteY2" fmla="*/ 13364 h 15930"/>
                        <a:gd name="connsiteX3" fmla="*/ 2454 w 19208"/>
                        <a:gd name="connsiteY3" fmla="*/ 13840 h 15930"/>
                        <a:gd name="connsiteX4" fmla="*/ 3216 w 19208"/>
                        <a:gd name="connsiteY4" fmla="*/ 2600 h 159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208" h="15930">
                          <a:moveTo>
                            <a:pt x="3216" y="2600"/>
                          </a:moveTo>
                          <a:cubicBezTo>
                            <a:pt x="7217" y="-733"/>
                            <a:pt x="13313" y="-829"/>
                            <a:pt x="16837" y="2124"/>
                          </a:cubicBezTo>
                          <a:cubicBezTo>
                            <a:pt x="20361" y="5077"/>
                            <a:pt x="19885" y="10125"/>
                            <a:pt x="15885" y="13364"/>
                          </a:cubicBezTo>
                          <a:cubicBezTo>
                            <a:pt x="11884" y="16602"/>
                            <a:pt x="5883" y="16793"/>
                            <a:pt x="2454" y="13840"/>
                          </a:cubicBezTo>
                          <a:cubicBezTo>
                            <a:pt x="-1070" y="11078"/>
                            <a:pt x="-784" y="6029"/>
                            <a:pt x="3216" y="260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03" name="Forme libre : forme 13802">
                      <a:extLst>
                        <a:ext uri="{FF2B5EF4-FFF2-40B4-BE49-F238E27FC236}">
                          <a16:creationId xmlns:a16="http://schemas.microsoft.com/office/drawing/2014/main" id="{44B47840-6DF6-42E2-80B7-5707B6D2F0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0838" y="2546790"/>
                      <a:ext cx="6998" cy="5883"/>
                    </a:xfrm>
                    <a:custGeom>
                      <a:avLst/>
                      <a:gdLst>
                        <a:gd name="connsiteX0" fmla="*/ 2309 w 6998"/>
                        <a:gd name="connsiteY0" fmla="*/ 132 h 5883"/>
                        <a:gd name="connsiteX1" fmla="*/ 6785 w 6998"/>
                        <a:gd name="connsiteY1" fmla="*/ 2037 h 5883"/>
                        <a:gd name="connsiteX2" fmla="*/ 4690 w 6998"/>
                        <a:gd name="connsiteY2" fmla="*/ 5751 h 5883"/>
                        <a:gd name="connsiteX3" fmla="*/ 213 w 6998"/>
                        <a:gd name="connsiteY3" fmla="*/ 3846 h 5883"/>
                        <a:gd name="connsiteX4" fmla="*/ 2309 w 6998"/>
                        <a:gd name="connsiteY4" fmla="*/ 132 h 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98" h="5883">
                          <a:moveTo>
                            <a:pt x="2309" y="132"/>
                          </a:moveTo>
                          <a:cubicBezTo>
                            <a:pt x="4118" y="-345"/>
                            <a:pt x="6119" y="513"/>
                            <a:pt x="6785" y="2037"/>
                          </a:cubicBezTo>
                          <a:cubicBezTo>
                            <a:pt x="7452" y="3561"/>
                            <a:pt x="6500" y="5275"/>
                            <a:pt x="4690" y="5751"/>
                          </a:cubicBezTo>
                          <a:cubicBezTo>
                            <a:pt x="2880" y="6228"/>
                            <a:pt x="880" y="5370"/>
                            <a:pt x="213" y="3846"/>
                          </a:cubicBezTo>
                          <a:cubicBezTo>
                            <a:pt x="-454" y="2322"/>
                            <a:pt x="499" y="608"/>
                            <a:pt x="2309" y="1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804" name="Graphique 5">
                    <a:extLst>
                      <a:ext uri="{FF2B5EF4-FFF2-40B4-BE49-F238E27FC236}">
                        <a16:creationId xmlns:a16="http://schemas.microsoft.com/office/drawing/2014/main" id="{EAD0960B-2D41-4495-8641-E82C1633BE40}"/>
                      </a:ext>
                    </a:extLst>
                  </p:cNvPr>
                  <p:cNvGrpSpPr/>
                  <p:nvPr/>
                </p:nvGrpSpPr>
                <p:grpSpPr>
                  <a:xfrm>
                    <a:off x="3273682" y="2507963"/>
                    <a:ext cx="43803" cy="35876"/>
                    <a:chOff x="3273682" y="2507963"/>
                    <a:chExt cx="43803" cy="35876"/>
                  </a:xfrm>
                  <a:solidFill>
                    <a:schemeClr val="accent1"/>
                  </a:solidFill>
                </p:grpSpPr>
                <p:sp>
                  <p:nvSpPr>
                    <p:cNvPr id="13805" name="Forme libre : forme 13804">
                      <a:extLst>
                        <a:ext uri="{FF2B5EF4-FFF2-40B4-BE49-F238E27FC236}">
                          <a16:creationId xmlns:a16="http://schemas.microsoft.com/office/drawing/2014/main" id="{A14788C6-3789-4AC1-BE12-0481BD0418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3682" y="2508058"/>
                      <a:ext cx="43620" cy="35781"/>
                    </a:xfrm>
                    <a:custGeom>
                      <a:avLst/>
                      <a:gdLst>
                        <a:gd name="connsiteX0" fmla="*/ 15088 w 43620"/>
                        <a:gd name="connsiteY0" fmla="*/ 763 h 35781"/>
                        <a:gd name="connsiteX1" fmla="*/ 42710 w 43620"/>
                        <a:gd name="connsiteY1" fmla="*/ 13432 h 35781"/>
                        <a:gd name="connsiteX2" fmla="*/ 28232 w 43620"/>
                        <a:gd name="connsiteY2" fmla="*/ 35053 h 35781"/>
                        <a:gd name="connsiteX3" fmla="*/ 1086 w 43620"/>
                        <a:gd name="connsiteY3" fmla="*/ 23052 h 35781"/>
                        <a:gd name="connsiteX4" fmla="*/ 15088 w 43620"/>
                        <a:gd name="connsiteY4" fmla="*/ 763 h 35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620" h="35781">
                          <a:moveTo>
                            <a:pt x="15088" y="763"/>
                          </a:moveTo>
                          <a:cubicBezTo>
                            <a:pt x="26804" y="-2189"/>
                            <a:pt x="39281" y="3716"/>
                            <a:pt x="42710" y="13432"/>
                          </a:cubicBezTo>
                          <a:cubicBezTo>
                            <a:pt x="46139" y="23052"/>
                            <a:pt x="39567" y="32672"/>
                            <a:pt x="28232" y="35053"/>
                          </a:cubicBezTo>
                          <a:cubicBezTo>
                            <a:pt x="16897" y="37816"/>
                            <a:pt x="4896" y="32482"/>
                            <a:pt x="1086" y="23052"/>
                          </a:cubicBezTo>
                          <a:cubicBezTo>
                            <a:pt x="-2629" y="13527"/>
                            <a:pt x="3467" y="3526"/>
                            <a:pt x="15088" y="76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06" name="Forme libre : forme 13805">
                      <a:extLst>
                        <a:ext uri="{FF2B5EF4-FFF2-40B4-BE49-F238E27FC236}">
                          <a16:creationId xmlns:a16="http://schemas.microsoft.com/office/drawing/2014/main" id="{9A96D79B-3D72-4999-8DEC-ADFBCBF71C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9722" y="2507963"/>
                      <a:ext cx="37764" cy="35722"/>
                    </a:xfrm>
                    <a:custGeom>
                      <a:avLst/>
                      <a:gdLst>
                        <a:gd name="connsiteX0" fmla="*/ 16288 w 37764"/>
                        <a:gd name="connsiteY0" fmla="*/ 17718 h 35722"/>
                        <a:gd name="connsiteX1" fmla="*/ 11335 w 37764"/>
                        <a:gd name="connsiteY1" fmla="*/ 35244 h 35722"/>
                        <a:gd name="connsiteX2" fmla="*/ 22384 w 37764"/>
                        <a:gd name="connsiteY2" fmla="*/ 35053 h 35722"/>
                        <a:gd name="connsiteX3" fmla="*/ 36862 w 37764"/>
                        <a:gd name="connsiteY3" fmla="*/ 13432 h 35722"/>
                        <a:gd name="connsiteX4" fmla="*/ 9239 w 37764"/>
                        <a:gd name="connsiteY4" fmla="*/ 763 h 35722"/>
                        <a:gd name="connsiteX5" fmla="*/ 0 w 37764"/>
                        <a:gd name="connsiteY5" fmla="*/ 5431 h 35722"/>
                        <a:gd name="connsiteX6" fmla="*/ 16288 w 37764"/>
                        <a:gd name="connsiteY6" fmla="*/ 17718 h 35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764" h="35722">
                          <a:moveTo>
                            <a:pt x="16288" y="17718"/>
                          </a:moveTo>
                          <a:cubicBezTo>
                            <a:pt x="18764" y="24195"/>
                            <a:pt x="16478" y="30767"/>
                            <a:pt x="11335" y="35244"/>
                          </a:cubicBezTo>
                          <a:cubicBezTo>
                            <a:pt x="14859" y="35911"/>
                            <a:pt x="18669" y="35911"/>
                            <a:pt x="22384" y="35053"/>
                          </a:cubicBezTo>
                          <a:cubicBezTo>
                            <a:pt x="33623" y="32767"/>
                            <a:pt x="40291" y="23052"/>
                            <a:pt x="36862" y="13432"/>
                          </a:cubicBezTo>
                          <a:cubicBezTo>
                            <a:pt x="33433" y="3716"/>
                            <a:pt x="20860" y="-2189"/>
                            <a:pt x="9239" y="763"/>
                          </a:cubicBezTo>
                          <a:cubicBezTo>
                            <a:pt x="5524" y="1621"/>
                            <a:pt x="2476" y="3335"/>
                            <a:pt x="0" y="5431"/>
                          </a:cubicBezTo>
                          <a:cubicBezTo>
                            <a:pt x="7334" y="6859"/>
                            <a:pt x="13811" y="11336"/>
                            <a:pt x="16288" y="1771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07" name="Forme libre : forme 13806">
                      <a:extLst>
                        <a:ext uri="{FF2B5EF4-FFF2-40B4-BE49-F238E27FC236}">
                          <a16:creationId xmlns:a16="http://schemas.microsoft.com/office/drawing/2014/main" id="{9532CB70-BAC3-4556-9767-79C7A1BAA5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9670" y="2512211"/>
                      <a:ext cx="19796" cy="15889"/>
                    </a:xfrm>
                    <a:custGeom>
                      <a:avLst/>
                      <a:gdLst>
                        <a:gd name="connsiteX0" fmla="*/ 3481 w 19796"/>
                        <a:gd name="connsiteY0" fmla="*/ 2516 h 15889"/>
                        <a:gd name="connsiteX1" fmla="*/ 17482 w 19796"/>
                        <a:gd name="connsiteY1" fmla="*/ 2135 h 15889"/>
                        <a:gd name="connsiteX2" fmla="*/ 16244 w 19796"/>
                        <a:gd name="connsiteY2" fmla="*/ 13374 h 15889"/>
                        <a:gd name="connsiteX3" fmla="*/ 2433 w 19796"/>
                        <a:gd name="connsiteY3" fmla="*/ 13755 h 15889"/>
                        <a:gd name="connsiteX4" fmla="*/ 3481 w 19796"/>
                        <a:gd name="connsiteY4" fmla="*/ 2516 h 15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796" h="15889">
                          <a:moveTo>
                            <a:pt x="3481" y="2516"/>
                          </a:moveTo>
                          <a:cubicBezTo>
                            <a:pt x="7672" y="-723"/>
                            <a:pt x="13958" y="-818"/>
                            <a:pt x="17482" y="2135"/>
                          </a:cubicBezTo>
                          <a:cubicBezTo>
                            <a:pt x="21007" y="5183"/>
                            <a:pt x="20435" y="10231"/>
                            <a:pt x="16244" y="13374"/>
                          </a:cubicBezTo>
                          <a:cubicBezTo>
                            <a:pt x="12053" y="16613"/>
                            <a:pt x="5957" y="16708"/>
                            <a:pt x="2433" y="13755"/>
                          </a:cubicBezTo>
                          <a:cubicBezTo>
                            <a:pt x="-1187" y="10707"/>
                            <a:pt x="-710" y="5659"/>
                            <a:pt x="3481" y="251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08" name="Forme libre : forme 13807">
                      <a:extLst>
                        <a:ext uri="{FF2B5EF4-FFF2-40B4-BE49-F238E27FC236}">
                          <a16:creationId xmlns:a16="http://schemas.microsoft.com/office/drawing/2014/main" id="{D26F8F94-A92E-43E7-B6DE-7C62E26906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2424" y="2523740"/>
                      <a:ext cx="7214" cy="5881"/>
                    </a:xfrm>
                    <a:custGeom>
                      <a:avLst/>
                      <a:gdLst>
                        <a:gd name="connsiteX0" fmla="*/ 2441 w 7214"/>
                        <a:gd name="connsiteY0" fmla="*/ 131 h 5881"/>
                        <a:gd name="connsiteX1" fmla="*/ 7013 w 7214"/>
                        <a:gd name="connsiteY1" fmla="*/ 2131 h 5881"/>
                        <a:gd name="connsiteX2" fmla="*/ 4727 w 7214"/>
                        <a:gd name="connsiteY2" fmla="*/ 5751 h 5881"/>
                        <a:gd name="connsiteX3" fmla="*/ 250 w 7214"/>
                        <a:gd name="connsiteY3" fmla="*/ 3751 h 5881"/>
                        <a:gd name="connsiteX4" fmla="*/ 2441 w 7214"/>
                        <a:gd name="connsiteY4" fmla="*/ 131 h 5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14" h="5881">
                          <a:moveTo>
                            <a:pt x="2441" y="131"/>
                          </a:moveTo>
                          <a:cubicBezTo>
                            <a:pt x="4346" y="-345"/>
                            <a:pt x="6346" y="512"/>
                            <a:pt x="7013" y="2131"/>
                          </a:cubicBezTo>
                          <a:cubicBezTo>
                            <a:pt x="7680" y="3751"/>
                            <a:pt x="6632" y="5274"/>
                            <a:pt x="4727" y="5751"/>
                          </a:cubicBezTo>
                          <a:cubicBezTo>
                            <a:pt x="2822" y="6227"/>
                            <a:pt x="822" y="5370"/>
                            <a:pt x="250" y="3751"/>
                          </a:cubicBezTo>
                          <a:cubicBezTo>
                            <a:pt x="-512" y="2227"/>
                            <a:pt x="536" y="607"/>
                            <a:pt x="2441" y="1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809" name="Graphique 5">
                    <a:extLst>
                      <a:ext uri="{FF2B5EF4-FFF2-40B4-BE49-F238E27FC236}">
                        <a16:creationId xmlns:a16="http://schemas.microsoft.com/office/drawing/2014/main" id="{10389144-B4BB-4679-B7C8-4F0B93B1D130}"/>
                      </a:ext>
                    </a:extLst>
                  </p:cNvPr>
                  <p:cNvGrpSpPr/>
                  <p:nvPr/>
                </p:nvGrpSpPr>
                <p:grpSpPr>
                  <a:xfrm>
                    <a:off x="3294969" y="2478146"/>
                    <a:ext cx="45065" cy="35838"/>
                    <a:chOff x="3294969" y="2478146"/>
                    <a:chExt cx="45065" cy="35838"/>
                  </a:xfrm>
                  <a:solidFill>
                    <a:schemeClr val="accent1"/>
                  </a:solidFill>
                </p:grpSpPr>
                <p:sp>
                  <p:nvSpPr>
                    <p:cNvPr id="13810" name="Forme libre : forme 13809">
                      <a:extLst>
                        <a:ext uri="{FF2B5EF4-FFF2-40B4-BE49-F238E27FC236}">
                          <a16:creationId xmlns:a16="http://schemas.microsoft.com/office/drawing/2014/main" id="{C3773B94-8122-4042-90DD-2B5C04767D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4969" y="2478146"/>
                      <a:ext cx="45065" cy="35804"/>
                    </a:xfrm>
                    <a:custGeom>
                      <a:avLst/>
                      <a:gdLst>
                        <a:gd name="connsiteX0" fmla="*/ 15804 w 45065"/>
                        <a:gd name="connsiteY0" fmla="*/ 481 h 35804"/>
                        <a:gd name="connsiteX1" fmla="*/ 44189 w 45065"/>
                        <a:gd name="connsiteY1" fmla="*/ 13911 h 35804"/>
                        <a:gd name="connsiteX2" fmla="*/ 28949 w 45065"/>
                        <a:gd name="connsiteY2" fmla="*/ 35342 h 35804"/>
                        <a:gd name="connsiteX3" fmla="*/ 1136 w 45065"/>
                        <a:gd name="connsiteY3" fmla="*/ 22388 h 35804"/>
                        <a:gd name="connsiteX4" fmla="*/ 15804 w 45065"/>
                        <a:gd name="connsiteY4" fmla="*/ 481 h 35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065" h="35804">
                          <a:moveTo>
                            <a:pt x="15804" y="481"/>
                          </a:moveTo>
                          <a:cubicBezTo>
                            <a:pt x="27901" y="-1805"/>
                            <a:pt x="40760" y="4291"/>
                            <a:pt x="44189" y="13911"/>
                          </a:cubicBezTo>
                          <a:cubicBezTo>
                            <a:pt x="47617" y="23531"/>
                            <a:pt x="40664" y="33152"/>
                            <a:pt x="28949" y="35342"/>
                          </a:cubicBezTo>
                          <a:cubicBezTo>
                            <a:pt x="17233" y="37533"/>
                            <a:pt x="4946" y="31723"/>
                            <a:pt x="1136" y="22388"/>
                          </a:cubicBezTo>
                          <a:cubicBezTo>
                            <a:pt x="-2770" y="13054"/>
                            <a:pt x="3707" y="2957"/>
                            <a:pt x="15804" y="48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11" name="Forme libre : forme 13810">
                      <a:extLst>
                        <a:ext uri="{FF2B5EF4-FFF2-40B4-BE49-F238E27FC236}">
                          <a16:creationId xmlns:a16="http://schemas.microsoft.com/office/drawing/2014/main" id="{59611793-4191-46F6-8BA7-1873917405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0962" y="2478242"/>
                      <a:ext cx="38881" cy="35743"/>
                    </a:xfrm>
                    <a:custGeom>
                      <a:avLst/>
                      <a:gdLst>
                        <a:gd name="connsiteX0" fmla="*/ 16859 w 38881"/>
                        <a:gd name="connsiteY0" fmla="*/ 17626 h 35743"/>
                        <a:gd name="connsiteX1" fmla="*/ 11430 w 38881"/>
                        <a:gd name="connsiteY1" fmla="*/ 34961 h 35743"/>
                        <a:gd name="connsiteX2" fmla="*/ 22765 w 38881"/>
                        <a:gd name="connsiteY2" fmla="*/ 35342 h 35743"/>
                        <a:gd name="connsiteX3" fmla="*/ 38005 w 38881"/>
                        <a:gd name="connsiteY3" fmla="*/ 13911 h 35743"/>
                        <a:gd name="connsiteX4" fmla="*/ 9620 w 38881"/>
                        <a:gd name="connsiteY4" fmla="*/ 481 h 35743"/>
                        <a:gd name="connsiteX5" fmla="*/ 0 w 38881"/>
                        <a:gd name="connsiteY5" fmla="*/ 4957 h 35743"/>
                        <a:gd name="connsiteX6" fmla="*/ 16859 w 38881"/>
                        <a:gd name="connsiteY6" fmla="*/ 17626 h 35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881" h="35743">
                          <a:moveTo>
                            <a:pt x="16859" y="17626"/>
                          </a:moveTo>
                          <a:cubicBezTo>
                            <a:pt x="19336" y="24198"/>
                            <a:pt x="16859" y="30675"/>
                            <a:pt x="11430" y="34961"/>
                          </a:cubicBezTo>
                          <a:cubicBezTo>
                            <a:pt x="15050" y="35818"/>
                            <a:pt x="18955" y="36009"/>
                            <a:pt x="22765" y="35342"/>
                          </a:cubicBezTo>
                          <a:cubicBezTo>
                            <a:pt x="34480" y="33056"/>
                            <a:pt x="41434" y="23531"/>
                            <a:pt x="38005" y="13911"/>
                          </a:cubicBezTo>
                          <a:cubicBezTo>
                            <a:pt x="34576" y="4291"/>
                            <a:pt x="21717" y="-1805"/>
                            <a:pt x="9620" y="481"/>
                          </a:cubicBezTo>
                          <a:cubicBezTo>
                            <a:pt x="5810" y="1147"/>
                            <a:pt x="2572" y="2957"/>
                            <a:pt x="0" y="4957"/>
                          </a:cubicBezTo>
                          <a:cubicBezTo>
                            <a:pt x="7906" y="6196"/>
                            <a:pt x="14478" y="11244"/>
                            <a:pt x="16859" y="1762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12" name="Forme libre : forme 13811">
                      <a:extLst>
                        <a:ext uri="{FF2B5EF4-FFF2-40B4-BE49-F238E27FC236}">
                          <a16:creationId xmlns:a16="http://schemas.microsoft.com/office/drawing/2014/main" id="{13641F84-3111-4852-A620-F0A8EBAD29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102" y="2482041"/>
                      <a:ext cx="20447" cy="15889"/>
                    </a:xfrm>
                    <a:custGeom>
                      <a:avLst/>
                      <a:gdLst>
                        <a:gd name="connsiteX0" fmla="*/ 3670 w 20447"/>
                        <a:gd name="connsiteY0" fmla="*/ 2301 h 15889"/>
                        <a:gd name="connsiteX1" fmla="*/ 18148 w 20447"/>
                        <a:gd name="connsiteY1" fmla="*/ 2492 h 15889"/>
                        <a:gd name="connsiteX2" fmla="*/ 16624 w 20447"/>
                        <a:gd name="connsiteY2" fmla="*/ 13731 h 15889"/>
                        <a:gd name="connsiteX3" fmla="*/ 2337 w 20447"/>
                        <a:gd name="connsiteY3" fmla="*/ 13541 h 15889"/>
                        <a:gd name="connsiteX4" fmla="*/ 3670 w 20447"/>
                        <a:gd name="connsiteY4" fmla="*/ 2301 h 15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47" h="15889">
                          <a:moveTo>
                            <a:pt x="3670" y="2301"/>
                          </a:moveTo>
                          <a:cubicBezTo>
                            <a:pt x="8052" y="-937"/>
                            <a:pt x="14529" y="-652"/>
                            <a:pt x="18148" y="2492"/>
                          </a:cubicBezTo>
                          <a:cubicBezTo>
                            <a:pt x="21768" y="5730"/>
                            <a:pt x="21006" y="10683"/>
                            <a:pt x="16624" y="13731"/>
                          </a:cubicBezTo>
                          <a:cubicBezTo>
                            <a:pt x="12243" y="16779"/>
                            <a:pt x="5956" y="16493"/>
                            <a:pt x="2337" y="13541"/>
                          </a:cubicBezTo>
                          <a:cubicBezTo>
                            <a:pt x="-1187" y="10493"/>
                            <a:pt x="-711" y="5540"/>
                            <a:pt x="3670" y="230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13" name="Forme libre : forme 13812">
                      <a:extLst>
                        <a:ext uri="{FF2B5EF4-FFF2-40B4-BE49-F238E27FC236}">
                          <a16:creationId xmlns:a16="http://schemas.microsoft.com/office/drawing/2014/main" id="{803F434F-F7BB-461B-9083-C0A645FC15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3767" y="2493402"/>
                      <a:ext cx="7446" cy="5882"/>
                    </a:xfrm>
                    <a:custGeom>
                      <a:avLst/>
                      <a:gdLst>
                        <a:gd name="connsiteX0" fmla="*/ 2624 w 7446"/>
                        <a:gd name="connsiteY0" fmla="*/ 84 h 5882"/>
                        <a:gd name="connsiteX1" fmla="*/ 7291 w 7446"/>
                        <a:gd name="connsiteY1" fmla="*/ 2274 h 5882"/>
                        <a:gd name="connsiteX2" fmla="*/ 4815 w 7446"/>
                        <a:gd name="connsiteY2" fmla="*/ 5799 h 5882"/>
                        <a:gd name="connsiteX3" fmla="*/ 148 w 7446"/>
                        <a:gd name="connsiteY3" fmla="*/ 3703 h 5882"/>
                        <a:gd name="connsiteX4" fmla="*/ 2624 w 7446"/>
                        <a:gd name="connsiteY4" fmla="*/ 84 h 5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46" h="5882">
                          <a:moveTo>
                            <a:pt x="2624" y="84"/>
                          </a:moveTo>
                          <a:cubicBezTo>
                            <a:pt x="4529" y="-297"/>
                            <a:pt x="6625" y="655"/>
                            <a:pt x="7291" y="2274"/>
                          </a:cubicBezTo>
                          <a:cubicBezTo>
                            <a:pt x="7863" y="3894"/>
                            <a:pt x="6815" y="5418"/>
                            <a:pt x="4815" y="5799"/>
                          </a:cubicBezTo>
                          <a:cubicBezTo>
                            <a:pt x="2910" y="6180"/>
                            <a:pt x="814" y="5227"/>
                            <a:pt x="148" y="3703"/>
                          </a:cubicBezTo>
                          <a:cubicBezTo>
                            <a:pt x="-424" y="2179"/>
                            <a:pt x="719" y="560"/>
                            <a:pt x="2624" y="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3814" name="Graphique 5">
                <a:extLst>
                  <a:ext uri="{FF2B5EF4-FFF2-40B4-BE49-F238E27FC236}">
                    <a16:creationId xmlns:a16="http://schemas.microsoft.com/office/drawing/2014/main" id="{FC714C0A-52E6-4DC4-939B-1A18917B91EF}"/>
                  </a:ext>
                </a:extLst>
              </p:cNvPr>
              <p:cNvGrpSpPr/>
              <p:nvPr/>
            </p:nvGrpSpPr>
            <p:grpSpPr>
              <a:xfrm>
                <a:off x="3478866" y="2558447"/>
                <a:ext cx="456270" cy="513472"/>
                <a:chOff x="3478866" y="2558447"/>
                <a:chExt cx="456270" cy="513472"/>
              </a:xfrm>
              <a:solidFill>
                <a:schemeClr val="accent1"/>
              </a:solidFill>
            </p:grpSpPr>
            <p:sp>
              <p:nvSpPr>
                <p:cNvPr id="13815" name="Forme libre : forme 13814">
                  <a:extLst>
                    <a:ext uri="{FF2B5EF4-FFF2-40B4-BE49-F238E27FC236}">
                      <a16:creationId xmlns:a16="http://schemas.microsoft.com/office/drawing/2014/main" id="{050B5108-3ACB-47D8-92A5-D33F8963C025}"/>
                    </a:ext>
                  </a:extLst>
                </p:cNvPr>
                <p:cNvSpPr/>
                <p:nvPr/>
              </p:nvSpPr>
              <p:spPr>
                <a:xfrm>
                  <a:off x="3478866" y="2558447"/>
                  <a:ext cx="456270" cy="513472"/>
                </a:xfrm>
                <a:custGeom>
                  <a:avLst/>
                  <a:gdLst>
                    <a:gd name="connsiteX0" fmla="*/ 97940 w 456270"/>
                    <a:gd name="connsiteY0" fmla="*/ 52864 h 513472"/>
                    <a:gd name="connsiteX1" fmla="*/ 205001 w 456270"/>
                    <a:gd name="connsiteY1" fmla="*/ 139351 h 513472"/>
                    <a:gd name="connsiteX2" fmla="*/ 150137 w 456270"/>
                    <a:gd name="connsiteY2" fmla="*/ 156972 h 513472"/>
                    <a:gd name="connsiteX3" fmla="*/ 102988 w 456270"/>
                    <a:gd name="connsiteY3" fmla="*/ 187071 h 513472"/>
                    <a:gd name="connsiteX4" fmla="*/ 35742 w 456270"/>
                    <a:gd name="connsiteY4" fmla="*/ 277273 h 513472"/>
                    <a:gd name="connsiteX5" fmla="*/ 7547 w 456270"/>
                    <a:gd name="connsiteY5" fmla="*/ 360712 h 513472"/>
                    <a:gd name="connsiteX6" fmla="*/ 23 w 456270"/>
                    <a:gd name="connsiteY6" fmla="*/ 427958 h 513472"/>
                    <a:gd name="connsiteX7" fmla="*/ 28788 w 456270"/>
                    <a:gd name="connsiteY7" fmla="*/ 504634 h 513472"/>
                    <a:gd name="connsiteX8" fmla="*/ 113656 w 456270"/>
                    <a:gd name="connsiteY8" fmla="*/ 499300 h 513472"/>
                    <a:gd name="connsiteX9" fmla="*/ 171092 w 456270"/>
                    <a:gd name="connsiteY9" fmla="*/ 464248 h 513472"/>
                    <a:gd name="connsiteX10" fmla="*/ 232338 w 456270"/>
                    <a:gd name="connsiteY10" fmla="*/ 408718 h 513472"/>
                    <a:gd name="connsiteX11" fmla="*/ 289964 w 456270"/>
                    <a:gd name="connsiteY11" fmla="*/ 312230 h 513472"/>
                    <a:gd name="connsiteX12" fmla="*/ 299965 w 456270"/>
                    <a:gd name="connsiteY12" fmla="*/ 257080 h 513472"/>
                    <a:gd name="connsiteX13" fmla="*/ 295298 w 456270"/>
                    <a:gd name="connsiteY13" fmla="*/ 199644 h 513472"/>
                    <a:gd name="connsiteX14" fmla="*/ 415884 w 456270"/>
                    <a:gd name="connsiteY14" fmla="*/ 265462 h 513472"/>
                    <a:gd name="connsiteX15" fmla="*/ 456270 w 456270"/>
                    <a:gd name="connsiteY15" fmla="*/ 225076 h 513472"/>
                    <a:gd name="connsiteX16" fmla="*/ 272343 w 456270"/>
                    <a:gd name="connsiteY16" fmla="*/ 136112 h 513472"/>
                    <a:gd name="connsiteX17" fmla="*/ 119657 w 456270"/>
                    <a:gd name="connsiteY17" fmla="*/ 0 h 513472"/>
                    <a:gd name="connsiteX18" fmla="*/ 97940 w 456270"/>
                    <a:gd name="connsiteY18" fmla="*/ 52864 h 513472"/>
                    <a:gd name="connsiteX19" fmla="*/ 192332 w 456270"/>
                    <a:gd name="connsiteY19" fmla="*/ 374237 h 513472"/>
                    <a:gd name="connsiteX20" fmla="*/ 103845 w 456270"/>
                    <a:gd name="connsiteY20" fmla="*/ 452438 h 513472"/>
                    <a:gd name="connsiteX21" fmla="*/ 60792 w 456270"/>
                    <a:gd name="connsiteY21" fmla="*/ 457295 h 513472"/>
                    <a:gd name="connsiteX22" fmla="*/ 47553 w 456270"/>
                    <a:gd name="connsiteY22" fmla="*/ 407670 h 513472"/>
                    <a:gd name="connsiteX23" fmla="*/ 82986 w 456270"/>
                    <a:gd name="connsiteY23" fmla="*/ 300895 h 513472"/>
                    <a:gd name="connsiteX24" fmla="*/ 144517 w 456270"/>
                    <a:gd name="connsiteY24" fmla="*/ 230124 h 513472"/>
                    <a:gd name="connsiteX25" fmla="*/ 231861 w 456270"/>
                    <a:gd name="connsiteY25" fmla="*/ 196786 h 513472"/>
                    <a:gd name="connsiteX26" fmla="*/ 239005 w 456270"/>
                    <a:gd name="connsiteY26" fmla="*/ 244030 h 513472"/>
                    <a:gd name="connsiteX27" fmla="*/ 234338 w 456270"/>
                    <a:gd name="connsiteY27" fmla="*/ 290227 h 513472"/>
                    <a:gd name="connsiteX28" fmla="*/ 192332 w 456270"/>
                    <a:gd name="connsiteY28" fmla="*/ 374237 h 513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56270" h="513472">
                      <a:moveTo>
                        <a:pt x="97940" y="52864"/>
                      </a:moveTo>
                      <a:cubicBezTo>
                        <a:pt x="143660" y="72200"/>
                        <a:pt x="181093" y="102965"/>
                        <a:pt x="205001" y="139351"/>
                      </a:cubicBezTo>
                      <a:cubicBezTo>
                        <a:pt x="185475" y="143161"/>
                        <a:pt x="167282" y="148685"/>
                        <a:pt x="150137" y="156972"/>
                      </a:cubicBezTo>
                      <a:cubicBezTo>
                        <a:pt x="132992" y="165163"/>
                        <a:pt x="117180" y="175260"/>
                        <a:pt x="102988" y="187071"/>
                      </a:cubicBezTo>
                      <a:cubicBezTo>
                        <a:pt x="74508" y="210598"/>
                        <a:pt x="52029" y="241935"/>
                        <a:pt x="35742" y="277273"/>
                      </a:cubicBezTo>
                      <a:cubicBezTo>
                        <a:pt x="21835" y="307467"/>
                        <a:pt x="13072" y="335566"/>
                        <a:pt x="7547" y="360712"/>
                      </a:cubicBezTo>
                      <a:cubicBezTo>
                        <a:pt x="2118" y="385953"/>
                        <a:pt x="-263" y="408813"/>
                        <a:pt x="23" y="427958"/>
                      </a:cubicBezTo>
                      <a:cubicBezTo>
                        <a:pt x="689" y="466344"/>
                        <a:pt x="10214" y="492633"/>
                        <a:pt x="28788" y="504634"/>
                      </a:cubicBezTo>
                      <a:cubicBezTo>
                        <a:pt x="48410" y="518541"/>
                        <a:pt x="77556" y="515493"/>
                        <a:pt x="113656" y="499300"/>
                      </a:cubicBezTo>
                      <a:cubicBezTo>
                        <a:pt x="131563" y="491204"/>
                        <a:pt x="150994" y="479393"/>
                        <a:pt x="171092" y="464248"/>
                      </a:cubicBezTo>
                      <a:cubicBezTo>
                        <a:pt x="191094" y="449199"/>
                        <a:pt x="211859" y="430816"/>
                        <a:pt x="232338" y="408718"/>
                      </a:cubicBezTo>
                      <a:cubicBezTo>
                        <a:pt x="258912" y="380143"/>
                        <a:pt x="279010" y="347567"/>
                        <a:pt x="289964" y="312230"/>
                      </a:cubicBezTo>
                      <a:cubicBezTo>
                        <a:pt x="295488" y="294513"/>
                        <a:pt x="298917" y="276034"/>
                        <a:pt x="299965" y="257080"/>
                      </a:cubicBezTo>
                      <a:cubicBezTo>
                        <a:pt x="300727" y="238411"/>
                        <a:pt x="299203" y="219170"/>
                        <a:pt x="295298" y="199644"/>
                      </a:cubicBezTo>
                      <a:cubicBezTo>
                        <a:pt x="337779" y="208217"/>
                        <a:pt x="380642" y="230600"/>
                        <a:pt x="415884" y="265462"/>
                      </a:cubicBezTo>
                      <a:lnTo>
                        <a:pt x="456270" y="225076"/>
                      </a:lnTo>
                      <a:cubicBezTo>
                        <a:pt x="402930" y="171736"/>
                        <a:pt x="335398" y="141732"/>
                        <a:pt x="272343" y="136112"/>
                      </a:cubicBezTo>
                      <a:cubicBezTo>
                        <a:pt x="243387" y="79724"/>
                        <a:pt x="189665" y="28765"/>
                        <a:pt x="119657" y="0"/>
                      </a:cubicBezTo>
                      <a:lnTo>
                        <a:pt x="97940" y="52864"/>
                      </a:lnTo>
                      <a:close/>
                      <a:moveTo>
                        <a:pt x="192332" y="374237"/>
                      </a:moveTo>
                      <a:cubicBezTo>
                        <a:pt x="152994" y="422719"/>
                        <a:pt x="121943" y="443198"/>
                        <a:pt x="103845" y="452438"/>
                      </a:cubicBezTo>
                      <a:cubicBezTo>
                        <a:pt x="85176" y="461867"/>
                        <a:pt x="70031" y="464058"/>
                        <a:pt x="60792" y="457295"/>
                      </a:cubicBezTo>
                      <a:cubicBezTo>
                        <a:pt x="50886" y="451294"/>
                        <a:pt x="45743" y="433768"/>
                        <a:pt x="47553" y="407670"/>
                      </a:cubicBezTo>
                      <a:cubicBezTo>
                        <a:pt x="49648" y="381476"/>
                        <a:pt x="58982" y="344900"/>
                        <a:pt x="82986" y="300895"/>
                      </a:cubicBezTo>
                      <a:cubicBezTo>
                        <a:pt x="98702" y="272225"/>
                        <a:pt x="119276" y="248126"/>
                        <a:pt x="144517" y="230124"/>
                      </a:cubicBezTo>
                      <a:cubicBezTo>
                        <a:pt x="169949" y="211836"/>
                        <a:pt x="199381" y="200692"/>
                        <a:pt x="231861" y="196786"/>
                      </a:cubicBezTo>
                      <a:cubicBezTo>
                        <a:pt x="236338" y="212408"/>
                        <a:pt x="238529" y="228409"/>
                        <a:pt x="239005" y="244030"/>
                      </a:cubicBezTo>
                      <a:cubicBezTo>
                        <a:pt x="239481" y="259556"/>
                        <a:pt x="237862" y="275082"/>
                        <a:pt x="234338" y="290227"/>
                      </a:cubicBezTo>
                      <a:cubicBezTo>
                        <a:pt x="227289" y="320611"/>
                        <a:pt x="212811" y="348805"/>
                        <a:pt x="192332" y="374237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816" name="Forme libre : forme 13815">
                  <a:extLst>
                    <a:ext uri="{FF2B5EF4-FFF2-40B4-BE49-F238E27FC236}">
                      <a16:creationId xmlns:a16="http://schemas.microsoft.com/office/drawing/2014/main" id="{7A255C89-4F02-470E-9A4B-7B9853E30D3B}"/>
                    </a:ext>
                  </a:extLst>
                </p:cNvPr>
                <p:cNvSpPr/>
                <p:nvPr/>
              </p:nvSpPr>
              <p:spPr>
                <a:xfrm>
                  <a:off x="3478866" y="2833528"/>
                  <a:ext cx="246243" cy="238390"/>
                </a:xfrm>
                <a:custGeom>
                  <a:avLst/>
                  <a:gdLst>
                    <a:gd name="connsiteX0" fmla="*/ 131182 w 246243"/>
                    <a:gd name="connsiteY0" fmla="*/ 202787 h 238390"/>
                    <a:gd name="connsiteX1" fmla="*/ 43838 w 246243"/>
                    <a:gd name="connsiteY1" fmla="*/ 206312 h 238390"/>
                    <a:gd name="connsiteX2" fmla="*/ 22406 w 246243"/>
                    <a:gd name="connsiteY2" fmla="*/ 179451 h 238390"/>
                    <a:gd name="connsiteX3" fmla="*/ 12691 w 246243"/>
                    <a:gd name="connsiteY3" fmla="*/ 135446 h 238390"/>
                    <a:gd name="connsiteX4" fmla="*/ 16215 w 246243"/>
                    <a:gd name="connsiteY4" fmla="*/ 74962 h 238390"/>
                    <a:gd name="connsiteX5" fmla="*/ 36789 w 246243"/>
                    <a:gd name="connsiteY5" fmla="*/ 0 h 238390"/>
                    <a:gd name="connsiteX6" fmla="*/ 35742 w 246243"/>
                    <a:gd name="connsiteY6" fmla="*/ 2191 h 238390"/>
                    <a:gd name="connsiteX7" fmla="*/ 7547 w 246243"/>
                    <a:gd name="connsiteY7" fmla="*/ 85630 h 238390"/>
                    <a:gd name="connsiteX8" fmla="*/ 23 w 246243"/>
                    <a:gd name="connsiteY8" fmla="*/ 152876 h 238390"/>
                    <a:gd name="connsiteX9" fmla="*/ 28788 w 246243"/>
                    <a:gd name="connsiteY9" fmla="*/ 229553 h 238390"/>
                    <a:gd name="connsiteX10" fmla="*/ 113656 w 246243"/>
                    <a:gd name="connsiteY10" fmla="*/ 224219 h 238390"/>
                    <a:gd name="connsiteX11" fmla="*/ 171092 w 246243"/>
                    <a:gd name="connsiteY11" fmla="*/ 189167 h 238390"/>
                    <a:gd name="connsiteX12" fmla="*/ 232338 w 246243"/>
                    <a:gd name="connsiteY12" fmla="*/ 133636 h 238390"/>
                    <a:gd name="connsiteX13" fmla="*/ 246244 w 246243"/>
                    <a:gd name="connsiteY13" fmla="*/ 117443 h 238390"/>
                    <a:gd name="connsiteX14" fmla="*/ 131182 w 246243"/>
                    <a:gd name="connsiteY14" fmla="*/ 202787 h 238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46243" h="238390">
                      <a:moveTo>
                        <a:pt x="131182" y="202787"/>
                      </a:moveTo>
                      <a:cubicBezTo>
                        <a:pt x="94415" y="218504"/>
                        <a:pt x="64507" y="220885"/>
                        <a:pt x="43838" y="206312"/>
                      </a:cubicBezTo>
                      <a:cubicBezTo>
                        <a:pt x="34598" y="200597"/>
                        <a:pt x="27740" y="191167"/>
                        <a:pt x="22406" y="179451"/>
                      </a:cubicBezTo>
                      <a:cubicBezTo>
                        <a:pt x="16977" y="167926"/>
                        <a:pt x="14025" y="152591"/>
                        <a:pt x="12691" y="135446"/>
                      </a:cubicBezTo>
                      <a:cubicBezTo>
                        <a:pt x="11453" y="118110"/>
                        <a:pt x="12405" y="97822"/>
                        <a:pt x="16215" y="74962"/>
                      </a:cubicBezTo>
                      <a:cubicBezTo>
                        <a:pt x="19835" y="52388"/>
                        <a:pt x="26312" y="27242"/>
                        <a:pt x="36789" y="0"/>
                      </a:cubicBezTo>
                      <a:lnTo>
                        <a:pt x="35742" y="2191"/>
                      </a:lnTo>
                      <a:cubicBezTo>
                        <a:pt x="21835" y="32385"/>
                        <a:pt x="13072" y="60484"/>
                        <a:pt x="7547" y="85630"/>
                      </a:cubicBezTo>
                      <a:cubicBezTo>
                        <a:pt x="2118" y="110871"/>
                        <a:pt x="-263" y="133731"/>
                        <a:pt x="23" y="152876"/>
                      </a:cubicBezTo>
                      <a:cubicBezTo>
                        <a:pt x="689" y="191262"/>
                        <a:pt x="10214" y="217551"/>
                        <a:pt x="28788" y="229553"/>
                      </a:cubicBezTo>
                      <a:cubicBezTo>
                        <a:pt x="48410" y="243459"/>
                        <a:pt x="77556" y="240411"/>
                        <a:pt x="113656" y="224219"/>
                      </a:cubicBezTo>
                      <a:cubicBezTo>
                        <a:pt x="131563" y="216122"/>
                        <a:pt x="150994" y="204311"/>
                        <a:pt x="171092" y="189167"/>
                      </a:cubicBezTo>
                      <a:cubicBezTo>
                        <a:pt x="191094" y="174117"/>
                        <a:pt x="211859" y="155734"/>
                        <a:pt x="232338" y="133636"/>
                      </a:cubicBezTo>
                      <a:cubicBezTo>
                        <a:pt x="237195" y="128397"/>
                        <a:pt x="241767" y="122968"/>
                        <a:pt x="246244" y="117443"/>
                      </a:cubicBezTo>
                      <a:cubicBezTo>
                        <a:pt x="206811" y="158877"/>
                        <a:pt x="166139" y="187452"/>
                        <a:pt x="131182" y="202787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817" name="Forme libre : forme 13816">
                  <a:extLst>
                    <a:ext uri="{FF2B5EF4-FFF2-40B4-BE49-F238E27FC236}">
                      <a16:creationId xmlns:a16="http://schemas.microsoft.com/office/drawing/2014/main" id="{91261A19-FD42-4606-AD6B-7B8D1EA023E0}"/>
                    </a:ext>
                  </a:extLst>
                </p:cNvPr>
                <p:cNvSpPr/>
                <p:nvPr/>
              </p:nvSpPr>
              <p:spPr>
                <a:xfrm>
                  <a:off x="3579378" y="2704241"/>
                  <a:ext cx="280225" cy="60326"/>
                </a:xfrm>
                <a:custGeom>
                  <a:avLst/>
                  <a:gdLst>
                    <a:gd name="connsiteX0" fmla="*/ 280226 w 280225"/>
                    <a:gd name="connsiteY0" fmla="*/ 30418 h 60326"/>
                    <a:gd name="connsiteX1" fmla="*/ 252317 w 280225"/>
                    <a:gd name="connsiteY1" fmla="*/ 18416 h 60326"/>
                    <a:gd name="connsiteX2" fmla="*/ 220980 w 280225"/>
                    <a:gd name="connsiteY2" fmla="*/ 8605 h 60326"/>
                    <a:gd name="connsiteX3" fmla="*/ 181165 w 280225"/>
                    <a:gd name="connsiteY3" fmla="*/ 1557 h 60326"/>
                    <a:gd name="connsiteX4" fmla="*/ 136017 w 280225"/>
                    <a:gd name="connsiteY4" fmla="*/ 509 h 60326"/>
                    <a:gd name="connsiteX5" fmla="*/ 112490 w 280225"/>
                    <a:gd name="connsiteY5" fmla="*/ 2986 h 60326"/>
                    <a:gd name="connsiteX6" fmla="*/ 88678 w 280225"/>
                    <a:gd name="connsiteY6" fmla="*/ 8415 h 60326"/>
                    <a:gd name="connsiteX7" fmla="*/ 0 w 280225"/>
                    <a:gd name="connsiteY7" fmla="*/ 60326 h 60326"/>
                    <a:gd name="connsiteX8" fmla="*/ 17907 w 280225"/>
                    <a:gd name="connsiteY8" fmla="*/ 47086 h 60326"/>
                    <a:gd name="connsiteX9" fmla="*/ 71247 w 280225"/>
                    <a:gd name="connsiteY9" fmla="*/ 21083 h 60326"/>
                    <a:gd name="connsiteX10" fmla="*/ 111347 w 280225"/>
                    <a:gd name="connsiteY10" fmla="*/ 10415 h 60326"/>
                    <a:gd name="connsiteX11" fmla="*/ 160020 w 280225"/>
                    <a:gd name="connsiteY11" fmla="*/ 6034 h 60326"/>
                    <a:gd name="connsiteX12" fmla="*/ 216884 w 280225"/>
                    <a:gd name="connsiteY12" fmla="*/ 11368 h 60326"/>
                    <a:gd name="connsiteX13" fmla="*/ 280226 w 280225"/>
                    <a:gd name="connsiteY13" fmla="*/ 30418 h 60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80225" h="60326">
                      <a:moveTo>
                        <a:pt x="280226" y="30418"/>
                      </a:moveTo>
                      <a:cubicBezTo>
                        <a:pt x="280226" y="30418"/>
                        <a:pt x="270129" y="24703"/>
                        <a:pt x="252317" y="18416"/>
                      </a:cubicBezTo>
                      <a:cubicBezTo>
                        <a:pt x="243459" y="15273"/>
                        <a:pt x="232981" y="11749"/>
                        <a:pt x="220980" y="8605"/>
                      </a:cubicBezTo>
                      <a:cubicBezTo>
                        <a:pt x="208883" y="5748"/>
                        <a:pt x="195358" y="3271"/>
                        <a:pt x="181165" y="1557"/>
                      </a:cubicBezTo>
                      <a:cubicBezTo>
                        <a:pt x="167069" y="-348"/>
                        <a:pt x="151447" y="-253"/>
                        <a:pt x="136017" y="509"/>
                      </a:cubicBezTo>
                      <a:cubicBezTo>
                        <a:pt x="128206" y="985"/>
                        <a:pt x="120396" y="1747"/>
                        <a:pt x="112490" y="2986"/>
                      </a:cubicBezTo>
                      <a:cubicBezTo>
                        <a:pt x="104489" y="4414"/>
                        <a:pt x="96583" y="6224"/>
                        <a:pt x="88678" y="8415"/>
                      </a:cubicBezTo>
                      <a:cubicBezTo>
                        <a:pt x="57150" y="17083"/>
                        <a:pt x="26384" y="33942"/>
                        <a:pt x="0" y="60326"/>
                      </a:cubicBezTo>
                      <a:cubicBezTo>
                        <a:pt x="0" y="60326"/>
                        <a:pt x="6001" y="54802"/>
                        <a:pt x="17907" y="47086"/>
                      </a:cubicBezTo>
                      <a:cubicBezTo>
                        <a:pt x="29813" y="39276"/>
                        <a:pt x="47625" y="29084"/>
                        <a:pt x="71247" y="21083"/>
                      </a:cubicBezTo>
                      <a:cubicBezTo>
                        <a:pt x="83058" y="16987"/>
                        <a:pt x="96488" y="13177"/>
                        <a:pt x="111347" y="10415"/>
                      </a:cubicBezTo>
                      <a:cubicBezTo>
                        <a:pt x="126016" y="7939"/>
                        <a:pt x="142304" y="6319"/>
                        <a:pt x="160020" y="6034"/>
                      </a:cubicBezTo>
                      <a:cubicBezTo>
                        <a:pt x="177737" y="5938"/>
                        <a:pt x="196501" y="7843"/>
                        <a:pt x="216884" y="11368"/>
                      </a:cubicBezTo>
                      <a:cubicBezTo>
                        <a:pt x="236791" y="15559"/>
                        <a:pt x="258318" y="21369"/>
                        <a:pt x="280226" y="304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818" name="Forme libre : forme 13817">
                  <a:extLst>
                    <a:ext uri="{FF2B5EF4-FFF2-40B4-BE49-F238E27FC236}">
                      <a16:creationId xmlns:a16="http://schemas.microsoft.com/office/drawing/2014/main" id="{1386D734-EB6E-450B-828D-B91A5E711039}"/>
                    </a:ext>
                  </a:extLst>
                </p:cNvPr>
                <p:cNvSpPr/>
                <p:nvPr/>
              </p:nvSpPr>
              <p:spPr>
                <a:xfrm>
                  <a:off x="3646434" y="2753364"/>
                  <a:ext cx="127825" cy="207800"/>
                </a:xfrm>
                <a:custGeom>
                  <a:avLst/>
                  <a:gdLst>
                    <a:gd name="connsiteX0" fmla="*/ 127825 w 127825"/>
                    <a:gd name="connsiteY0" fmla="*/ 4822 h 207800"/>
                    <a:gd name="connsiteX1" fmla="*/ 120872 w 127825"/>
                    <a:gd name="connsiteY1" fmla="*/ 3489 h 207800"/>
                    <a:gd name="connsiteX2" fmla="*/ 103918 w 127825"/>
                    <a:gd name="connsiteY2" fmla="*/ 1203 h 207800"/>
                    <a:gd name="connsiteX3" fmla="*/ 64389 w 127825"/>
                    <a:gd name="connsiteY3" fmla="*/ 1869 h 207800"/>
                    <a:gd name="connsiteX4" fmla="*/ 66104 w 127825"/>
                    <a:gd name="connsiteY4" fmla="*/ 6918 h 207800"/>
                    <a:gd name="connsiteX5" fmla="*/ 69437 w 127825"/>
                    <a:gd name="connsiteY5" fmla="*/ 21396 h 207800"/>
                    <a:gd name="connsiteX6" fmla="*/ 71723 w 127825"/>
                    <a:gd name="connsiteY6" fmla="*/ 70926 h 207800"/>
                    <a:gd name="connsiteX7" fmla="*/ 52673 w 127825"/>
                    <a:gd name="connsiteY7" fmla="*/ 137220 h 207800"/>
                    <a:gd name="connsiteX8" fmla="*/ 0 w 127825"/>
                    <a:gd name="connsiteY8" fmla="*/ 207800 h 207800"/>
                    <a:gd name="connsiteX9" fmla="*/ 49530 w 127825"/>
                    <a:gd name="connsiteY9" fmla="*/ 165795 h 207800"/>
                    <a:gd name="connsiteX10" fmla="*/ 108680 w 127825"/>
                    <a:gd name="connsiteY10" fmla="*/ 33397 h 207800"/>
                    <a:gd name="connsiteX11" fmla="*/ 127825 w 127825"/>
                    <a:gd name="connsiteY11" fmla="*/ 4822 h 207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7825" h="207800">
                      <a:moveTo>
                        <a:pt x="127825" y="4822"/>
                      </a:moveTo>
                      <a:cubicBezTo>
                        <a:pt x="127825" y="4822"/>
                        <a:pt x="125254" y="4155"/>
                        <a:pt x="120872" y="3489"/>
                      </a:cubicBezTo>
                      <a:cubicBezTo>
                        <a:pt x="116491" y="2822"/>
                        <a:pt x="110490" y="1965"/>
                        <a:pt x="103918" y="1203"/>
                      </a:cubicBezTo>
                      <a:cubicBezTo>
                        <a:pt x="90583" y="-131"/>
                        <a:pt x="74962" y="-893"/>
                        <a:pt x="64389" y="1869"/>
                      </a:cubicBezTo>
                      <a:cubicBezTo>
                        <a:pt x="64389" y="1869"/>
                        <a:pt x="65056" y="3584"/>
                        <a:pt x="66104" y="6918"/>
                      </a:cubicBezTo>
                      <a:cubicBezTo>
                        <a:pt x="67056" y="10251"/>
                        <a:pt x="68294" y="15205"/>
                        <a:pt x="69437" y="21396"/>
                      </a:cubicBezTo>
                      <a:cubicBezTo>
                        <a:pt x="71723" y="33683"/>
                        <a:pt x="73438" y="51018"/>
                        <a:pt x="71723" y="70926"/>
                      </a:cubicBezTo>
                      <a:cubicBezTo>
                        <a:pt x="69723" y="91119"/>
                        <a:pt x="64103" y="113979"/>
                        <a:pt x="52673" y="137220"/>
                      </a:cubicBezTo>
                      <a:cubicBezTo>
                        <a:pt x="41243" y="160556"/>
                        <a:pt x="24003" y="184368"/>
                        <a:pt x="0" y="207800"/>
                      </a:cubicBezTo>
                      <a:cubicBezTo>
                        <a:pt x="0" y="207800"/>
                        <a:pt x="23241" y="193608"/>
                        <a:pt x="49530" y="165795"/>
                      </a:cubicBezTo>
                      <a:cubicBezTo>
                        <a:pt x="75533" y="137696"/>
                        <a:pt x="105537" y="96072"/>
                        <a:pt x="108680" y="33397"/>
                      </a:cubicBezTo>
                      <a:cubicBezTo>
                        <a:pt x="109347" y="14347"/>
                        <a:pt x="127825" y="4822"/>
                        <a:pt x="127825" y="4822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819" name="Forme libre : forme 13818">
                  <a:extLst>
                    <a:ext uri="{FF2B5EF4-FFF2-40B4-BE49-F238E27FC236}">
                      <a16:creationId xmlns:a16="http://schemas.microsoft.com/office/drawing/2014/main" id="{AE3269D3-4CD1-4E0E-8F0F-2ADE1C2559D3}"/>
                    </a:ext>
                  </a:extLst>
                </p:cNvPr>
                <p:cNvSpPr/>
                <p:nvPr/>
              </p:nvSpPr>
              <p:spPr>
                <a:xfrm>
                  <a:off x="3603381" y="2624455"/>
                  <a:ext cx="101441" cy="73342"/>
                </a:xfrm>
                <a:custGeom>
                  <a:avLst/>
                  <a:gdLst>
                    <a:gd name="connsiteX0" fmla="*/ 80391 w 101441"/>
                    <a:gd name="connsiteY0" fmla="*/ 73342 h 73342"/>
                    <a:gd name="connsiteX1" fmla="*/ 101441 w 101441"/>
                    <a:gd name="connsiteY1" fmla="*/ 69437 h 73342"/>
                    <a:gd name="connsiteX2" fmla="*/ 95060 w 101441"/>
                    <a:gd name="connsiteY2" fmla="*/ 61817 h 73342"/>
                    <a:gd name="connsiteX3" fmla="*/ 75914 w 101441"/>
                    <a:gd name="connsiteY3" fmla="*/ 43053 h 73342"/>
                    <a:gd name="connsiteX4" fmla="*/ 44005 w 101441"/>
                    <a:gd name="connsiteY4" fmla="*/ 20003 h 73342"/>
                    <a:gd name="connsiteX5" fmla="*/ 23527 w 101441"/>
                    <a:gd name="connsiteY5" fmla="*/ 8954 h 73342"/>
                    <a:gd name="connsiteX6" fmla="*/ 0 w 101441"/>
                    <a:gd name="connsiteY6" fmla="*/ 0 h 73342"/>
                    <a:gd name="connsiteX7" fmla="*/ 7811 w 101441"/>
                    <a:gd name="connsiteY7" fmla="*/ 4382 h 73342"/>
                    <a:gd name="connsiteX8" fmla="*/ 27718 w 101441"/>
                    <a:gd name="connsiteY8" fmla="*/ 17907 h 73342"/>
                    <a:gd name="connsiteX9" fmla="*/ 53912 w 101441"/>
                    <a:gd name="connsiteY9" fmla="*/ 40958 h 73342"/>
                    <a:gd name="connsiteX10" fmla="*/ 80391 w 101441"/>
                    <a:gd name="connsiteY10" fmla="*/ 73342 h 73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1441" h="73342">
                      <a:moveTo>
                        <a:pt x="80391" y="73342"/>
                      </a:moveTo>
                      <a:cubicBezTo>
                        <a:pt x="80391" y="73342"/>
                        <a:pt x="91250" y="70104"/>
                        <a:pt x="101441" y="69437"/>
                      </a:cubicBezTo>
                      <a:cubicBezTo>
                        <a:pt x="101441" y="69437"/>
                        <a:pt x="99346" y="66389"/>
                        <a:pt x="95060" y="61817"/>
                      </a:cubicBezTo>
                      <a:cubicBezTo>
                        <a:pt x="90773" y="57150"/>
                        <a:pt x="84392" y="50578"/>
                        <a:pt x="75914" y="43053"/>
                      </a:cubicBezTo>
                      <a:cubicBezTo>
                        <a:pt x="67532" y="35433"/>
                        <a:pt x="56769" y="27527"/>
                        <a:pt x="44005" y="20003"/>
                      </a:cubicBezTo>
                      <a:cubicBezTo>
                        <a:pt x="37624" y="16192"/>
                        <a:pt x="30766" y="12478"/>
                        <a:pt x="23527" y="8954"/>
                      </a:cubicBezTo>
                      <a:cubicBezTo>
                        <a:pt x="16097" y="5715"/>
                        <a:pt x="8192" y="2667"/>
                        <a:pt x="0" y="0"/>
                      </a:cubicBezTo>
                      <a:cubicBezTo>
                        <a:pt x="0" y="0"/>
                        <a:pt x="2858" y="1524"/>
                        <a:pt x="7811" y="4382"/>
                      </a:cubicBezTo>
                      <a:cubicBezTo>
                        <a:pt x="12763" y="7429"/>
                        <a:pt x="19907" y="11525"/>
                        <a:pt x="27718" y="17907"/>
                      </a:cubicBezTo>
                      <a:cubicBezTo>
                        <a:pt x="35719" y="24098"/>
                        <a:pt x="44768" y="31813"/>
                        <a:pt x="53912" y="40958"/>
                      </a:cubicBezTo>
                      <a:cubicBezTo>
                        <a:pt x="63246" y="49911"/>
                        <a:pt x="72200" y="61150"/>
                        <a:pt x="80391" y="73342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3820" name="Graphique 5">
                  <a:extLst>
                    <a:ext uri="{FF2B5EF4-FFF2-40B4-BE49-F238E27FC236}">
                      <a16:creationId xmlns:a16="http://schemas.microsoft.com/office/drawing/2014/main" id="{7E8485E5-9850-4AFB-9AB9-EC11CD9D5708}"/>
                    </a:ext>
                  </a:extLst>
                </p:cNvPr>
                <p:cNvGrpSpPr/>
                <p:nvPr/>
              </p:nvGrpSpPr>
              <p:grpSpPr>
                <a:xfrm>
                  <a:off x="3623522" y="2686302"/>
                  <a:ext cx="47158" cy="108362"/>
                  <a:chOff x="3623522" y="2686302"/>
                  <a:chExt cx="47158" cy="108362"/>
                </a:xfrm>
                <a:solidFill>
                  <a:schemeClr val="accent1"/>
                </a:solidFill>
              </p:grpSpPr>
              <p:grpSp>
                <p:nvGrpSpPr>
                  <p:cNvPr id="13821" name="Graphique 5">
                    <a:extLst>
                      <a:ext uri="{FF2B5EF4-FFF2-40B4-BE49-F238E27FC236}">
                        <a16:creationId xmlns:a16="http://schemas.microsoft.com/office/drawing/2014/main" id="{482FA35B-157D-4ECA-ADB3-536731FFA276}"/>
                      </a:ext>
                    </a:extLst>
                  </p:cNvPr>
                  <p:cNvGrpSpPr/>
                  <p:nvPr/>
                </p:nvGrpSpPr>
                <p:grpSpPr>
                  <a:xfrm>
                    <a:off x="3624656" y="2686302"/>
                    <a:ext cx="39596" cy="36948"/>
                    <a:chOff x="3624656" y="2686302"/>
                    <a:chExt cx="39596" cy="36948"/>
                  </a:xfrm>
                  <a:solidFill>
                    <a:schemeClr val="accent1"/>
                  </a:solidFill>
                </p:grpSpPr>
                <p:sp>
                  <p:nvSpPr>
                    <p:cNvPr id="13822" name="Forme libre : forme 13821">
                      <a:extLst>
                        <a:ext uri="{FF2B5EF4-FFF2-40B4-BE49-F238E27FC236}">
                          <a16:creationId xmlns:a16="http://schemas.microsoft.com/office/drawing/2014/main" id="{CB92CC8E-B43B-4E45-91A0-0BB09A29C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4656" y="2686302"/>
                      <a:ext cx="39596" cy="36948"/>
                    </a:xfrm>
                    <a:custGeom>
                      <a:avLst/>
                      <a:gdLst>
                        <a:gd name="connsiteX0" fmla="*/ 37494 w 39596"/>
                        <a:gd name="connsiteY0" fmla="*/ 28545 h 36948"/>
                        <a:gd name="connsiteX1" fmla="*/ 11300 w 39596"/>
                        <a:gd name="connsiteY1" fmla="*/ 34069 h 36948"/>
                        <a:gd name="connsiteX2" fmla="*/ 1775 w 39596"/>
                        <a:gd name="connsiteY2" fmla="*/ 9019 h 36948"/>
                        <a:gd name="connsiteX3" fmla="*/ 28350 w 39596"/>
                        <a:gd name="connsiteY3" fmla="*/ 2732 h 36948"/>
                        <a:gd name="connsiteX4" fmla="*/ 37494 w 39596"/>
                        <a:gd name="connsiteY4" fmla="*/ 28545 h 36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96" h="36948">
                          <a:moveTo>
                            <a:pt x="37494" y="28545"/>
                          </a:moveTo>
                          <a:cubicBezTo>
                            <a:pt x="32541" y="37022"/>
                            <a:pt x="20825" y="39499"/>
                            <a:pt x="11300" y="34069"/>
                          </a:cubicBezTo>
                          <a:cubicBezTo>
                            <a:pt x="1585" y="28831"/>
                            <a:pt x="-2701" y="17877"/>
                            <a:pt x="1775" y="9019"/>
                          </a:cubicBezTo>
                          <a:cubicBezTo>
                            <a:pt x="6252" y="256"/>
                            <a:pt x="18254" y="-2697"/>
                            <a:pt x="28350" y="2732"/>
                          </a:cubicBezTo>
                          <a:cubicBezTo>
                            <a:pt x="38351" y="8542"/>
                            <a:pt x="42447" y="20068"/>
                            <a:pt x="37494" y="2854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23" name="Forme libre : forme 13822">
                      <a:extLst>
                        <a:ext uri="{FF2B5EF4-FFF2-40B4-BE49-F238E27FC236}">
                          <a16:creationId xmlns:a16="http://schemas.microsoft.com/office/drawing/2014/main" id="{773D4579-7E78-4F8B-A407-91C2CB7488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4656" y="2688748"/>
                      <a:ext cx="39504" cy="34501"/>
                    </a:xfrm>
                    <a:custGeom>
                      <a:avLst/>
                      <a:gdLst>
                        <a:gd name="connsiteX0" fmla="*/ 19777 w 39504"/>
                        <a:gd name="connsiteY0" fmla="*/ 16383 h 34501"/>
                        <a:gd name="connsiteX1" fmla="*/ 8348 w 39504"/>
                        <a:gd name="connsiteY1" fmla="*/ 0 h 34501"/>
                        <a:gd name="connsiteX2" fmla="*/ 1775 w 39504"/>
                        <a:gd name="connsiteY2" fmla="*/ 6572 h 34501"/>
                        <a:gd name="connsiteX3" fmla="*/ 11300 w 39504"/>
                        <a:gd name="connsiteY3" fmla="*/ 31623 h 34501"/>
                        <a:gd name="connsiteX4" fmla="*/ 37494 w 39504"/>
                        <a:gd name="connsiteY4" fmla="*/ 26099 h 34501"/>
                        <a:gd name="connsiteX5" fmla="*/ 39494 w 39504"/>
                        <a:gd name="connsiteY5" fmla="*/ 17336 h 34501"/>
                        <a:gd name="connsiteX6" fmla="*/ 19777 w 39504"/>
                        <a:gd name="connsiteY6" fmla="*/ 16383 h 345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504" h="34501">
                          <a:moveTo>
                            <a:pt x="19777" y="16383"/>
                          </a:moveTo>
                          <a:cubicBezTo>
                            <a:pt x="13110" y="12668"/>
                            <a:pt x="8919" y="6477"/>
                            <a:pt x="8348" y="0"/>
                          </a:cubicBezTo>
                          <a:cubicBezTo>
                            <a:pt x="5585" y="1524"/>
                            <a:pt x="3299" y="3715"/>
                            <a:pt x="1775" y="6572"/>
                          </a:cubicBezTo>
                          <a:cubicBezTo>
                            <a:pt x="-2701" y="15335"/>
                            <a:pt x="1585" y="26384"/>
                            <a:pt x="11300" y="31623"/>
                          </a:cubicBezTo>
                          <a:cubicBezTo>
                            <a:pt x="20825" y="37052"/>
                            <a:pt x="32541" y="34576"/>
                            <a:pt x="37494" y="26099"/>
                          </a:cubicBezTo>
                          <a:cubicBezTo>
                            <a:pt x="39018" y="23336"/>
                            <a:pt x="39590" y="20383"/>
                            <a:pt x="39494" y="17336"/>
                          </a:cubicBezTo>
                          <a:cubicBezTo>
                            <a:pt x="33779" y="20193"/>
                            <a:pt x="26350" y="20193"/>
                            <a:pt x="19777" y="163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24" name="Forme libre : forme 13823">
                      <a:extLst>
                        <a:ext uri="{FF2B5EF4-FFF2-40B4-BE49-F238E27FC236}">
                          <a16:creationId xmlns:a16="http://schemas.microsoft.com/office/drawing/2014/main" id="{1E1BE746-5351-4CF8-A49D-EA0EFFFCEC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4624" y="2697088"/>
                      <a:ext cx="16383" cy="17801"/>
                    </a:xfrm>
                    <a:custGeom>
                      <a:avLst/>
                      <a:gdLst>
                        <a:gd name="connsiteX0" fmla="*/ 16383 w 16383"/>
                        <a:gd name="connsiteY0" fmla="*/ 9853 h 17801"/>
                        <a:gd name="connsiteX1" fmla="*/ 8191 w 16383"/>
                        <a:gd name="connsiteY1" fmla="*/ 17759 h 17801"/>
                        <a:gd name="connsiteX2" fmla="*/ 0 w 16383"/>
                        <a:gd name="connsiteY2" fmla="*/ 8043 h 17801"/>
                        <a:gd name="connsiteX3" fmla="*/ 8096 w 16383"/>
                        <a:gd name="connsiteY3" fmla="*/ 42 h 17801"/>
                        <a:gd name="connsiteX4" fmla="*/ 16383 w 16383"/>
                        <a:gd name="connsiteY4" fmla="*/ 9853 h 17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83" h="17801">
                          <a:moveTo>
                            <a:pt x="16383" y="9853"/>
                          </a:moveTo>
                          <a:cubicBezTo>
                            <a:pt x="16383" y="14711"/>
                            <a:pt x="12668" y="18235"/>
                            <a:pt x="8191" y="17759"/>
                          </a:cubicBezTo>
                          <a:cubicBezTo>
                            <a:pt x="3715" y="17282"/>
                            <a:pt x="95" y="12901"/>
                            <a:pt x="0" y="8043"/>
                          </a:cubicBezTo>
                          <a:cubicBezTo>
                            <a:pt x="0" y="3185"/>
                            <a:pt x="3524" y="-434"/>
                            <a:pt x="8096" y="42"/>
                          </a:cubicBezTo>
                          <a:cubicBezTo>
                            <a:pt x="12573" y="614"/>
                            <a:pt x="16383" y="4995"/>
                            <a:pt x="16383" y="985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25" name="Forme libre : forme 13824">
                      <a:extLst>
                        <a:ext uri="{FF2B5EF4-FFF2-40B4-BE49-F238E27FC236}">
                          <a16:creationId xmlns:a16="http://schemas.microsoft.com/office/drawing/2014/main" id="{6FE60D8D-E0A7-472D-8C82-83246C99AD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6405" y="2695654"/>
                      <a:ext cx="6534" cy="6191"/>
                    </a:xfrm>
                    <a:custGeom>
                      <a:avLst/>
                      <a:gdLst>
                        <a:gd name="connsiteX0" fmla="*/ 6220 w 6534"/>
                        <a:gd name="connsiteY0" fmla="*/ 4810 h 6191"/>
                        <a:gd name="connsiteX1" fmla="*/ 1839 w 6534"/>
                        <a:gd name="connsiteY1" fmla="*/ 5668 h 6191"/>
                        <a:gd name="connsiteX2" fmla="*/ 315 w 6534"/>
                        <a:gd name="connsiteY2" fmla="*/ 1381 h 6191"/>
                        <a:gd name="connsiteX3" fmla="*/ 4696 w 6534"/>
                        <a:gd name="connsiteY3" fmla="*/ 524 h 6191"/>
                        <a:gd name="connsiteX4" fmla="*/ 6220 w 6534"/>
                        <a:gd name="connsiteY4" fmla="*/ 4810 h 6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34" h="6191">
                          <a:moveTo>
                            <a:pt x="6220" y="4810"/>
                          </a:moveTo>
                          <a:cubicBezTo>
                            <a:pt x="5458" y="6239"/>
                            <a:pt x="3458" y="6620"/>
                            <a:pt x="1839" y="5668"/>
                          </a:cubicBezTo>
                          <a:cubicBezTo>
                            <a:pt x="219" y="4715"/>
                            <a:pt x="-448" y="2810"/>
                            <a:pt x="315" y="1381"/>
                          </a:cubicBezTo>
                          <a:cubicBezTo>
                            <a:pt x="1076" y="-47"/>
                            <a:pt x="3077" y="-428"/>
                            <a:pt x="4696" y="524"/>
                          </a:cubicBezTo>
                          <a:cubicBezTo>
                            <a:pt x="6315" y="1477"/>
                            <a:pt x="6982" y="3382"/>
                            <a:pt x="6220" y="481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826" name="Graphique 5">
                    <a:extLst>
                      <a:ext uri="{FF2B5EF4-FFF2-40B4-BE49-F238E27FC236}">
                        <a16:creationId xmlns:a16="http://schemas.microsoft.com/office/drawing/2014/main" id="{BC351E8D-448E-41AA-BA3C-0F9E02DE3287}"/>
                      </a:ext>
                    </a:extLst>
                  </p:cNvPr>
                  <p:cNvGrpSpPr/>
                  <p:nvPr/>
                </p:nvGrpSpPr>
                <p:grpSpPr>
                  <a:xfrm>
                    <a:off x="3623522" y="2722702"/>
                    <a:ext cx="38351" cy="36580"/>
                    <a:chOff x="3623522" y="2722702"/>
                    <a:chExt cx="38351" cy="36580"/>
                  </a:xfrm>
                  <a:solidFill>
                    <a:schemeClr val="accent1"/>
                  </a:solidFill>
                </p:grpSpPr>
                <p:sp>
                  <p:nvSpPr>
                    <p:cNvPr id="13827" name="Forme libre : forme 13826">
                      <a:extLst>
                        <a:ext uri="{FF2B5EF4-FFF2-40B4-BE49-F238E27FC236}">
                          <a16:creationId xmlns:a16="http://schemas.microsoft.com/office/drawing/2014/main" id="{88D96D37-1115-49E5-9C90-BB936AFCD1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3522" y="2722702"/>
                      <a:ext cx="38332" cy="36580"/>
                    </a:xfrm>
                    <a:custGeom>
                      <a:avLst/>
                      <a:gdLst>
                        <a:gd name="connsiteX0" fmla="*/ 36056 w 38332"/>
                        <a:gd name="connsiteY0" fmla="*/ 28149 h 36580"/>
                        <a:gd name="connsiteX1" fmla="*/ 10243 w 38332"/>
                        <a:gd name="connsiteY1" fmla="*/ 33864 h 36580"/>
                        <a:gd name="connsiteX2" fmla="*/ 1957 w 38332"/>
                        <a:gd name="connsiteY2" fmla="*/ 8718 h 36580"/>
                        <a:gd name="connsiteX3" fmla="*/ 27865 w 38332"/>
                        <a:gd name="connsiteY3" fmla="*/ 2908 h 36580"/>
                        <a:gd name="connsiteX4" fmla="*/ 36056 w 38332"/>
                        <a:gd name="connsiteY4" fmla="*/ 28149 h 36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332" h="36580">
                          <a:moveTo>
                            <a:pt x="36056" y="28149"/>
                          </a:moveTo>
                          <a:cubicBezTo>
                            <a:pt x="31008" y="36531"/>
                            <a:pt x="19388" y="39103"/>
                            <a:pt x="10243" y="33864"/>
                          </a:cubicBezTo>
                          <a:cubicBezTo>
                            <a:pt x="1099" y="28625"/>
                            <a:pt x="-2615" y="17291"/>
                            <a:pt x="1957" y="8718"/>
                          </a:cubicBezTo>
                          <a:cubicBezTo>
                            <a:pt x="6624" y="-45"/>
                            <a:pt x="18244" y="-2617"/>
                            <a:pt x="27865" y="2908"/>
                          </a:cubicBezTo>
                          <a:cubicBezTo>
                            <a:pt x="37485" y="8337"/>
                            <a:pt x="41105" y="19672"/>
                            <a:pt x="36056" y="2814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28" name="Forme libre : forme 13827">
                      <a:extLst>
                        <a:ext uri="{FF2B5EF4-FFF2-40B4-BE49-F238E27FC236}">
                          <a16:creationId xmlns:a16="http://schemas.microsoft.com/office/drawing/2014/main" id="{3CECD4A6-3136-4FF1-BB77-3EA4C6C2A1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3600" y="2724848"/>
                      <a:ext cx="38272" cy="34362"/>
                    </a:xfrm>
                    <a:custGeom>
                      <a:avLst/>
                      <a:gdLst>
                        <a:gd name="connsiteX0" fmla="*/ 18928 w 38272"/>
                        <a:gd name="connsiteY0" fmla="*/ 16573 h 34362"/>
                        <a:gd name="connsiteX1" fmla="*/ 8546 w 38272"/>
                        <a:gd name="connsiteY1" fmla="*/ 0 h 34362"/>
                        <a:gd name="connsiteX2" fmla="*/ 1974 w 38272"/>
                        <a:gd name="connsiteY2" fmla="*/ 6477 h 34362"/>
                        <a:gd name="connsiteX3" fmla="*/ 10261 w 38272"/>
                        <a:gd name="connsiteY3" fmla="*/ 31623 h 34362"/>
                        <a:gd name="connsiteX4" fmla="*/ 36073 w 38272"/>
                        <a:gd name="connsiteY4" fmla="*/ 25908 h 34362"/>
                        <a:gd name="connsiteX5" fmla="*/ 38264 w 38272"/>
                        <a:gd name="connsiteY5" fmla="*/ 17240 h 34362"/>
                        <a:gd name="connsiteX6" fmla="*/ 18928 w 38272"/>
                        <a:gd name="connsiteY6" fmla="*/ 16573 h 343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272" h="34362">
                          <a:moveTo>
                            <a:pt x="18928" y="16573"/>
                          </a:moveTo>
                          <a:cubicBezTo>
                            <a:pt x="12546" y="12859"/>
                            <a:pt x="8832" y="6477"/>
                            <a:pt x="8546" y="0"/>
                          </a:cubicBezTo>
                          <a:cubicBezTo>
                            <a:pt x="5879" y="1429"/>
                            <a:pt x="3498" y="3715"/>
                            <a:pt x="1974" y="6477"/>
                          </a:cubicBezTo>
                          <a:cubicBezTo>
                            <a:pt x="-2598" y="15050"/>
                            <a:pt x="1021" y="26384"/>
                            <a:pt x="10261" y="31623"/>
                          </a:cubicBezTo>
                          <a:cubicBezTo>
                            <a:pt x="19404" y="36862"/>
                            <a:pt x="31025" y="34385"/>
                            <a:pt x="36073" y="25908"/>
                          </a:cubicBezTo>
                          <a:cubicBezTo>
                            <a:pt x="37693" y="23241"/>
                            <a:pt x="38359" y="20288"/>
                            <a:pt x="38264" y="17240"/>
                          </a:cubicBezTo>
                          <a:cubicBezTo>
                            <a:pt x="32454" y="20193"/>
                            <a:pt x="25215" y="20193"/>
                            <a:pt x="18928" y="165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29" name="Forme libre : forme 13828">
                      <a:extLst>
                        <a:ext uri="{FF2B5EF4-FFF2-40B4-BE49-F238E27FC236}">
                          <a16:creationId xmlns:a16="http://schemas.microsoft.com/office/drawing/2014/main" id="{75A01CC0-306F-4673-93F9-E63EA447D6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622" y="2733473"/>
                      <a:ext cx="16011" cy="17516"/>
                    </a:xfrm>
                    <a:custGeom>
                      <a:avLst/>
                      <a:gdLst>
                        <a:gd name="connsiteX0" fmla="*/ 16004 w 16011"/>
                        <a:gd name="connsiteY0" fmla="*/ 9663 h 17516"/>
                        <a:gd name="connsiteX1" fmla="*/ 7717 w 16011"/>
                        <a:gd name="connsiteY1" fmla="*/ 17474 h 17516"/>
                        <a:gd name="connsiteX2" fmla="*/ 2 w 16011"/>
                        <a:gd name="connsiteY2" fmla="*/ 7949 h 17516"/>
                        <a:gd name="connsiteX3" fmla="*/ 8194 w 16011"/>
                        <a:gd name="connsiteY3" fmla="*/ 43 h 17516"/>
                        <a:gd name="connsiteX4" fmla="*/ 16004 w 16011"/>
                        <a:gd name="connsiteY4" fmla="*/ 9663 h 17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11" h="17516">
                          <a:moveTo>
                            <a:pt x="16004" y="9663"/>
                          </a:moveTo>
                          <a:cubicBezTo>
                            <a:pt x="15813" y="14426"/>
                            <a:pt x="12099" y="17950"/>
                            <a:pt x="7717" y="17474"/>
                          </a:cubicBezTo>
                          <a:cubicBezTo>
                            <a:pt x="3336" y="16998"/>
                            <a:pt x="-93" y="12807"/>
                            <a:pt x="2" y="7949"/>
                          </a:cubicBezTo>
                          <a:cubicBezTo>
                            <a:pt x="97" y="3091"/>
                            <a:pt x="3717" y="-433"/>
                            <a:pt x="8194" y="43"/>
                          </a:cubicBezTo>
                          <a:cubicBezTo>
                            <a:pt x="12670" y="519"/>
                            <a:pt x="16195" y="4806"/>
                            <a:pt x="16004" y="966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30" name="Forme libre : forme 13829">
                      <a:extLst>
                        <a:ext uri="{FF2B5EF4-FFF2-40B4-BE49-F238E27FC236}">
                          <a16:creationId xmlns:a16="http://schemas.microsoft.com/office/drawing/2014/main" id="{75513418-2044-4F9D-BCEB-6B4CA1EA88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4627" y="2732110"/>
                      <a:ext cx="6376" cy="6050"/>
                    </a:xfrm>
                    <a:custGeom>
                      <a:avLst/>
                      <a:gdLst>
                        <a:gd name="connsiteX0" fmla="*/ 5998 w 6376"/>
                        <a:gd name="connsiteY0" fmla="*/ 4644 h 6050"/>
                        <a:gd name="connsiteX1" fmla="*/ 1712 w 6376"/>
                        <a:gd name="connsiteY1" fmla="*/ 5597 h 6050"/>
                        <a:gd name="connsiteX2" fmla="*/ 378 w 6376"/>
                        <a:gd name="connsiteY2" fmla="*/ 1406 h 6050"/>
                        <a:gd name="connsiteX3" fmla="*/ 4664 w 6376"/>
                        <a:gd name="connsiteY3" fmla="*/ 453 h 6050"/>
                        <a:gd name="connsiteX4" fmla="*/ 5998 w 6376"/>
                        <a:gd name="connsiteY4" fmla="*/ 4644 h 6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76" h="6050">
                          <a:moveTo>
                            <a:pt x="5998" y="4644"/>
                          </a:moveTo>
                          <a:cubicBezTo>
                            <a:pt x="5236" y="6073"/>
                            <a:pt x="3236" y="6454"/>
                            <a:pt x="1712" y="5597"/>
                          </a:cubicBezTo>
                          <a:cubicBezTo>
                            <a:pt x="188" y="4740"/>
                            <a:pt x="-479" y="2835"/>
                            <a:pt x="378" y="1406"/>
                          </a:cubicBezTo>
                          <a:cubicBezTo>
                            <a:pt x="1140" y="-23"/>
                            <a:pt x="3045" y="-404"/>
                            <a:pt x="4664" y="453"/>
                          </a:cubicBezTo>
                          <a:cubicBezTo>
                            <a:pt x="6188" y="1406"/>
                            <a:pt x="6855" y="3216"/>
                            <a:pt x="5998" y="46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831" name="Graphique 5">
                    <a:extLst>
                      <a:ext uri="{FF2B5EF4-FFF2-40B4-BE49-F238E27FC236}">
                        <a16:creationId xmlns:a16="http://schemas.microsoft.com/office/drawing/2014/main" id="{D7AD6925-3A3C-4970-A5CF-ADC4F18FB9B6}"/>
                      </a:ext>
                    </a:extLst>
                  </p:cNvPr>
                  <p:cNvGrpSpPr/>
                  <p:nvPr/>
                </p:nvGrpSpPr>
                <p:grpSpPr>
                  <a:xfrm>
                    <a:off x="3633180" y="2758341"/>
                    <a:ext cx="37500" cy="36323"/>
                    <a:chOff x="3633180" y="2758341"/>
                    <a:chExt cx="37500" cy="36323"/>
                  </a:xfrm>
                  <a:solidFill>
                    <a:schemeClr val="accent1"/>
                  </a:solidFill>
                </p:grpSpPr>
                <p:sp>
                  <p:nvSpPr>
                    <p:cNvPr id="13832" name="Forme libre : forme 13831">
                      <a:extLst>
                        <a:ext uri="{FF2B5EF4-FFF2-40B4-BE49-F238E27FC236}">
                          <a16:creationId xmlns:a16="http://schemas.microsoft.com/office/drawing/2014/main" id="{582F832C-FE3F-4180-89DE-25F547FC75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3222" y="2758341"/>
                      <a:ext cx="37458" cy="36323"/>
                    </a:xfrm>
                    <a:custGeom>
                      <a:avLst/>
                      <a:gdLst>
                        <a:gd name="connsiteX0" fmla="*/ 34833 w 37458"/>
                        <a:gd name="connsiteY0" fmla="*/ 28325 h 36323"/>
                        <a:gd name="connsiteX1" fmla="*/ 9497 w 37458"/>
                        <a:gd name="connsiteY1" fmla="*/ 33278 h 36323"/>
                        <a:gd name="connsiteX2" fmla="*/ 2258 w 37458"/>
                        <a:gd name="connsiteY2" fmla="*/ 8513 h 36323"/>
                        <a:gd name="connsiteX3" fmla="*/ 27975 w 37458"/>
                        <a:gd name="connsiteY3" fmla="*/ 2893 h 36323"/>
                        <a:gd name="connsiteX4" fmla="*/ 34833 w 37458"/>
                        <a:gd name="connsiteY4" fmla="*/ 28325 h 36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458" h="36323">
                          <a:moveTo>
                            <a:pt x="34833" y="28325"/>
                          </a:moveTo>
                          <a:cubicBezTo>
                            <a:pt x="29499" y="36612"/>
                            <a:pt x="18165" y="38802"/>
                            <a:pt x="9497" y="33278"/>
                          </a:cubicBezTo>
                          <a:cubicBezTo>
                            <a:pt x="639" y="28039"/>
                            <a:pt x="-2600" y="17085"/>
                            <a:pt x="2258" y="8513"/>
                          </a:cubicBezTo>
                          <a:cubicBezTo>
                            <a:pt x="7116" y="36"/>
                            <a:pt x="18736" y="-2631"/>
                            <a:pt x="27975" y="2893"/>
                          </a:cubicBezTo>
                          <a:cubicBezTo>
                            <a:pt x="37119" y="8608"/>
                            <a:pt x="40167" y="20038"/>
                            <a:pt x="34833" y="2832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33" name="Forme libre : forme 13832">
                      <a:extLst>
                        <a:ext uri="{FF2B5EF4-FFF2-40B4-BE49-F238E27FC236}">
                          <a16:creationId xmlns:a16="http://schemas.microsoft.com/office/drawing/2014/main" id="{F5AB418F-D732-46D5-817D-D6044B8255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3180" y="2760472"/>
                      <a:ext cx="37447" cy="34097"/>
                    </a:xfrm>
                    <a:custGeom>
                      <a:avLst/>
                      <a:gdLst>
                        <a:gd name="connsiteX0" fmla="*/ 18683 w 37447"/>
                        <a:gd name="connsiteY0" fmla="*/ 16288 h 34097"/>
                        <a:gd name="connsiteX1" fmla="*/ 8968 w 37447"/>
                        <a:gd name="connsiteY1" fmla="*/ 0 h 34097"/>
                        <a:gd name="connsiteX2" fmla="*/ 2300 w 37447"/>
                        <a:gd name="connsiteY2" fmla="*/ 6287 h 34097"/>
                        <a:gd name="connsiteX3" fmla="*/ 9539 w 37447"/>
                        <a:gd name="connsiteY3" fmla="*/ 31052 h 34097"/>
                        <a:gd name="connsiteX4" fmla="*/ 34876 w 37447"/>
                        <a:gd name="connsiteY4" fmla="*/ 26099 h 34097"/>
                        <a:gd name="connsiteX5" fmla="*/ 37447 w 37447"/>
                        <a:gd name="connsiteY5" fmla="*/ 17526 h 34097"/>
                        <a:gd name="connsiteX6" fmla="*/ 18683 w 37447"/>
                        <a:gd name="connsiteY6" fmla="*/ 16288 h 34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47" h="34097">
                          <a:moveTo>
                            <a:pt x="18683" y="16288"/>
                          </a:moveTo>
                          <a:cubicBezTo>
                            <a:pt x="12492" y="12573"/>
                            <a:pt x="9063" y="6382"/>
                            <a:pt x="8968" y="0"/>
                          </a:cubicBezTo>
                          <a:cubicBezTo>
                            <a:pt x="6205" y="1429"/>
                            <a:pt x="3919" y="3524"/>
                            <a:pt x="2300" y="6287"/>
                          </a:cubicBezTo>
                          <a:cubicBezTo>
                            <a:pt x="-2653" y="14859"/>
                            <a:pt x="681" y="25813"/>
                            <a:pt x="9539" y="31052"/>
                          </a:cubicBezTo>
                          <a:cubicBezTo>
                            <a:pt x="18207" y="36576"/>
                            <a:pt x="29542" y="34385"/>
                            <a:pt x="34876" y="26099"/>
                          </a:cubicBezTo>
                          <a:cubicBezTo>
                            <a:pt x="36590" y="23432"/>
                            <a:pt x="37352" y="20479"/>
                            <a:pt x="37447" y="17526"/>
                          </a:cubicBezTo>
                          <a:cubicBezTo>
                            <a:pt x="31733" y="20288"/>
                            <a:pt x="24684" y="20098"/>
                            <a:pt x="18683" y="1628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34" name="Forme libre : forme 13833">
                      <a:extLst>
                        <a:ext uri="{FF2B5EF4-FFF2-40B4-BE49-F238E27FC236}">
                          <a16:creationId xmlns:a16="http://schemas.microsoft.com/office/drawing/2014/main" id="{67BC2446-1650-4B39-AA7D-D50CA314EC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2035" y="2768982"/>
                      <a:ext cx="15479" cy="17555"/>
                    </a:xfrm>
                    <a:custGeom>
                      <a:avLst/>
                      <a:gdLst>
                        <a:gd name="connsiteX0" fmla="*/ 15449 w 15479"/>
                        <a:gd name="connsiteY0" fmla="*/ 9873 h 17555"/>
                        <a:gd name="connsiteX1" fmla="*/ 7067 w 15479"/>
                        <a:gd name="connsiteY1" fmla="*/ 17493 h 17555"/>
                        <a:gd name="connsiteX2" fmla="*/ 19 w 15479"/>
                        <a:gd name="connsiteY2" fmla="*/ 7777 h 17555"/>
                        <a:gd name="connsiteX3" fmla="*/ 8305 w 15479"/>
                        <a:gd name="connsiteY3" fmla="*/ 62 h 17555"/>
                        <a:gd name="connsiteX4" fmla="*/ 15449 w 15479"/>
                        <a:gd name="connsiteY4" fmla="*/ 9873 h 17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79" h="17555">
                          <a:moveTo>
                            <a:pt x="15449" y="9873"/>
                          </a:moveTo>
                          <a:cubicBezTo>
                            <a:pt x="15068" y="14635"/>
                            <a:pt x="11258" y="18064"/>
                            <a:pt x="7067" y="17493"/>
                          </a:cubicBezTo>
                          <a:cubicBezTo>
                            <a:pt x="2781" y="16921"/>
                            <a:pt x="-267" y="12635"/>
                            <a:pt x="19" y="7777"/>
                          </a:cubicBezTo>
                          <a:cubicBezTo>
                            <a:pt x="304" y="2920"/>
                            <a:pt x="4019" y="-509"/>
                            <a:pt x="8305" y="62"/>
                          </a:cubicBezTo>
                          <a:cubicBezTo>
                            <a:pt x="12592" y="729"/>
                            <a:pt x="15830" y="5110"/>
                            <a:pt x="15449" y="987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35" name="Forme libre : forme 13834">
                      <a:extLst>
                        <a:ext uri="{FF2B5EF4-FFF2-40B4-BE49-F238E27FC236}">
                          <a16:creationId xmlns:a16="http://schemas.microsoft.com/office/drawing/2014/main" id="{E3BBEEE6-07E0-4584-BD08-DF3E5AA635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4318" y="2767568"/>
                      <a:ext cx="6160" cy="6101"/>
                    </a:xfrm>
                    <a:custGeom>
                      <a:avLst/>
                      <a:gdLst>
                        <a:gd name="connsiteX0" fmla="*/ 5737 w 6160"/>
                        <a:gd name="connsiteY0" fmla="*/ 4810 h 6101"/>
                        <a:gd name="connsiteX1" fmla="*/ 1546 w 6160"/>
                        <a:gd name="connsiteY1" fmla="*/ 5572 h 6101"/>
                        <a:gd name="connsiteX2" fmla="*/ 403 w 6160"/>
                        <a:gd name="connsiteY2" fmla="*/ 1381 h 6101"/>
                        <a:gd name="connsiteX3" fmla="*/ 4594 w 6160"/>
                        <a:gd name="connsiteY3" fmla="*/ 524 h 6101"/>
                        <a:gd name="connsiteX4" fmla="*/ 5737 w 6160"/>
                        <a:gd name="connsiteY4" fmla="*/ 4810 h 6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60" h="6101">
                          <a:moveTo>
                            <a:pt x="5737" y="4810"/>
                          </a:moveTo>
                          <a:cubicBezTo>
                            <a:pt x="4880" y="6144"/>
                            <a:pt x="2974" y="6525"/>
                            <a:pt x="1546" y="5572"/>
                          </a:cubicBezTo>
                          <a:cubicBezTo>
                            <a:pt x="117" y="4620"/>
                            <a:pt x="-454" y="2715"/>
                            <a:pt x="403" y="1381"/>
                          </a:cubicBezTo>
                          <a:cubicBezTo>
                            <a:pt x="1260" y="-47"/>
                            <a:pt x="3165" y="-428"/>
                            <a:pt x="4594" y="524"/>
                          </a:cubicBezTo>
                          <a:cubicBezTo>
                            <a:pt x="6118" y="1477"/>
                            <a:pt x="6594" y="3382"/>
                            <a:pt x="5737" y="481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836" name="Graphique 5">
                  <a:extLst>
                    <a:ext uri="{FF2B5EF4-FFF2-40B4-BE49-F238E27FC236}">
                      <a16:creationId xmlns:a16="http://schemas.microsoft.com/office/drawing/2014/main" id="{A7A1B7C5-169A-4069-ABFD-820E3D573421}"/>
                    </a:ext>
                  </a:extLst>
                </p:cNvPr>
                <p:cNvGrpSpPr/>
                <p:nvPr/>
              </p:nvGrpSpPr>
              <p:grpSpPr>
                <a:xfrm>
                  <a:off x="3533335" y="2765741"/>
                  <a:ext cx="42323" cy="104111"/>
                  <a:chOff x="3533335" y="2765741"/>
                  <a:chExt cx="42323" cy="104111"/>
                </a:xfrm>
                <a:solidFill>
                  <a:schemeClr val="accent1"/>
                </a:solidFill>
              </p:grpSpPr>
              <p:grpSp>
                <p:nvGrpSpPr>
                  <p:cNvPr id="13837" name="Graphique 5">
                    <a:extLst>
                      <a:ext uri="{FF2B5EF4-FFF2-40B4-BE49-F238E27FC236}">
                        <a16:creationId xmlns:a16="http://schemas.microsoft.com/office/drawing/2014/main" id="{71690AB4-1F34-4DC8-B19C-A9BC8B38B0B9}"/>
                      </a:ext>
                    </a:extLst>
                  </p:cNvPr>
                  <p:cNvGrpSpPr/>
                  <p:nvPr/>
                </p:nvGrpSpPr>
                <p:grpSpPr>
                  <a:xfrm>
                    <a:off x="3534260" y="2765741"/>
                    <a:ext cx="35795" cy="35563"/>
                    <a:chOff x="3534260" y="2765741"/>
                    <a:chExt cx="35795" cy="35563"/>
                  </a:xfrm>
                  <a:solidFill>
                    <a:schemeClr val="accent1"/>
                  </a:solidFill>
                </p:grpSpPr>
                <p:sp>
                  <p:nvSpPr>
                    <p:cNvPr id="13838" name="Forme libre : forme 13837">
                      <a:extLst>
                        <a:ext uri="{FF2B5EF4-FFF2-40B4-BE49-F238E27FC236}">
                          <a16:creationId xmlns:a16="http://schemas.microsoft.com/office/drawing/2014/main" id="{3DAB4218-33D1-4877-A032-D476BFDD91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4355" y="2765741"/>
                      <a:ext cx="35700" cy="35563"/>
                    </a:xfrm>
                    <a:custGeom>
                      <a:avLst/>
                      <a:gdLst>
                        <a:gd name="connsiteX0" fmla="*/ 33783 w 35700"/>
                        <a:gd name="connsiteY0" fmla="*/ 25783 h 35563"/>
                        <a:gd name="connsiteX1" fmla="*/ 10161 w 35700"/>
                        <a:gd name="connsiteY1" fmla="*/ 33783 h 35563"/>
                        <a:gd name="connsiteX2" fmla="*/ 1589 w 35700"/>
                        <a:gd name="connsiteY2" fmla="*/ 10352 h 35563"/>
                        <a:gd name="connsiteX3" fmla="*/ 25591 w 35700"/>
                        <a:gd name="connsiteY3" fmla="*/ 1684 h 35563"/>
                        <a:gd name="connsiteX4" fmla="*/ 33783 w 35700"/>
                        <a:gd name="connsiteY4" fmla="*/ 25783 h 35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00" h="35563">
                          <a:moveTo>
                            <a:pt x="33783" y="25783"/>
                          </a:moveTo>
                          <a:cubicBezTo>
                            <a:pt x="29306" y="34545"/>
                            <a:pt x="18733" y="37974"/>
                            <a:pt x="10161" y="33783"/>
                          </a:cubicBezTo>
                          <a:cubicBezTo>
                            <a:pt x="1398" y="29783"/>
                            <a:pt x="-2412" y="19305"/>
                            <a:pt x="1589" y="10352"/>
                          </a:cubicBezTo>
                          <a:cubicBezTo>
                            <a:pt x="5589" y="1398"/>
                            <a:pt x="16352" y="-2507"/>
                            <a:pt x="25591" y="1684"/>
                          </a:cubicBezTo>
                          <a:cubicBezTo>
                            <a:pt x="34640" y="6066"/>
                            <a:pt x="38260" y="17020"/>
                            <a:pt x="33783" y="2578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39" name="Forme libre : forme 13838">
                      <a:extLst>
                        <a:ext uri="{FF2B5EF4-FFF2-40B4-BE49-F238E27FC236}">
                          <a16:creationId xmlns:a16="http://schemas.microsoft.com/office/drawing/2014/main" id="{9C18F748-7381-475C-A8FC-20ED41C631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4260" y="2769044"/>
                      <a:ext cx="35604" cy="32259"/>
                    </a:xfrm>
                    <a:custGeom>
                      <a:avLst/>
                      <a:gdLst>
                        <a:gd name="connsiteX0" fmla="*/ 17876 w 35604"/>
                        <a:gd name="connsiteY0" fmla="*/ 14859 h 32259"/>
                        <a:gd name="connsiteX1" fmla="*/ 7494 w 35604"/>
                        <a:gd name="connsiteY1" fmla="*/ 0 h 32259"/>
                        <a:gd name="connsiteX2" fmla="*/ 1588 w 35604"/>
                        <a:gd name="connsiteY2" fmla="*/ 7048 h 32259"/>
                        <a:gd name="connsiteX3" fmla="*/ 10161 w 35604"/>
                        <a:gd name="connsiteY3" fmla="*/ 30480 h 32259"/>
                        <a:gd name="connsiteX4" fmla="*/ 33783 w 35604"/>
                        <a:gd name="connsiteY4" fmla="*/ 22479 h 32259"/>
                        <a:gd name="connsiteX5" fmla="*/ 35593 w 35604"/>
                        <a:gd name="connsiteY5" fmla="*/ 13716 h 32259"/>
                        <a:gd name="connsiteX6" fmla="*/ 17876 w 35604"/>
                        <a:gd name="connsiteY6" fmla="*/ 14859 h 32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04" h="32259">
                          <a:moveTo>
                            <a:pt x="17876" y="14859"/>
                          </a:moveTo>
                          <a:cubicBezTo>
                            <a:pt x="11780" y="12097"/>
                            <a:pt x="8065" y="6286"/>
                            <a:pt x="7494" y="0"/>
                          </a:cubicBezTo>
                          <a:cubicBezTo>
                            <a:pt x="5018" y="1714"/>
                            <a:pt x="2922" y="4096"/>
                            <a:pt x="1588" y="7048"/>
                          </a:cubicBezTo>
                          <a:cubicBezTo>
                            <a:pt x="-2412" y="16002"/>
                            <a:pt x="1398" y="26479"/>
                            <a:pt x="10161" y="30480"/>
                          </a:cubicBezTo>
                          <a:cubicBezTo>
                            <a:pt x="18829" y="34671"/>
                            <a:pt x="29306" y="31242"/>
                            <a:pt x="33783" y="22479"/>
                          </a:cubicBezTo>
                          <a:cubicBezTo>
                            <a:pt x="35212" y="19717"/>
                            <a:pt x="35688" y="16669"/>
                            <a:pt x="35593" y="13716"/>
                          </a:cubicBezTo>
                          <a:cubicBezTo>
                            <a:pt x="30544" y="17145"/>
                            <a:pt x="23877" y="17717"/>
                            <a:pt x="17876" y="148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0" name="Forme libre : forme 13839">
                      <a:extLst>
                        <a:ext uri="{FF2B5EF4-FFF2-40B4-BE49-F238E27FC236}">
                          <a16:creationId xmlns:a16="http://schemas.microsoft.com/office/drawing/2014/main" id="{0DAA44B4-7490-4B7F-B976-F2C7B27E17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2230" y="2775140"/>
                      <a:ext cx="14860" cy="17337"/>
                    </a:xfrm>
                    <a:custGeom>
                      <a:avLst/>
                      <a:gdLst>
                        <a:gd name="connsiteX0" fmla="*/ 14861 w 14860"/>
                        <a:gd name="connsiteY0" fmla="*/ 8858 h 17337"/>
                        <a:gd name="connsiteX1" fmla="*/ 7431 w 14860"/>
                        <a:gd name="connsiteY1" fmla="*/ 17335 h 17337"/>
                        <a:gd name="connsiteX2" fmla="*/ 2 w 14860"/>
                        <a:gd name="connsiteY2" fmla="*/ 8668 h 17337"/>
                        <a:gd name="connsiteX3" fmla="*/ 7336 w 14860"/>
                        <a:gd name="connsiteY3" fmla="*/ 0 h 17337"/>
                        <a:gd name="connsiteX4" fmla="*/ 14861 w 14860"/>
                        <a:gd name="connsiteY4" fmla="*/ 8858 h 17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60" h="17337">
                          <a:moveTo>
                            <a:pt x="14861" y="8858"/>
                          </a:moveTo>
                          <a:cubicBezTo>
                            <a:pt x="14861" y="13621"/>
                            <a:pt x="11527" y="17431"/>
                            <a:pt x="7431" y="17335"/>
                          </a:cubicBezTo>
                          <a:cubicBezTo>
                            <a:pt x="3336" y="17335"/>
                            <a:pt x="97" y="13335"/>
                            <a:pt x="2" y="8668"/>
                          </a:cubicBezTo>
                          <a:cubicBezTo>
                            <a:pt x="-93" y="4000"/>
                            <a:pt x="3240" y="0"/>
                            <a:pt x="7336" y="0"/>
                          </a:cubicBezTo>
                          <a:cubicBezTo>
                            <a:pt x="11527" y="95"/>
                            <a:pt x="14861" y="4096"/>
                            <a:pt x="14861" y="885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1" name="Forme libre : forme 13840">
                      <a:extLst>
                        <a:ext uri="{FF2B5EF4-FFF2-40B4-BE49-F238E27FC236}">
                          <a16:creationId xmlns:a16="http://schemas.microsoft.com/office/drawing/2014/main" id="{195491EF-E503-4C52-BB8F-F05F4707FC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3957" y="2774118"/>
                      <a:ext cx="5927" cy="5871"/>
                    </a:xfrm>
                    <a:custGeom>
                      <a:avLst/>
                      <a:gdLst>
                        <a:gd name="connsiteX0" fmla="*/ 5609 w 5927"/>
                        <a:gd name="connsiteY0" fmla="*/ 4260 h 5871"/>
                        <a:gd name="connsiteX1" fmla="*/ 1704 w 5927"/>
                        <a:gd name="connsiteY1" fmla="*/ 5594 h 5871"/>
                        <a:gd name="connsiteX2" fmla="*/ 275 w 5927"/>
                        <a:gd name="connsiteY2" fmla="*/ 1688 h 5871"/>
                        <a:gd name="connsiteX3" fmla="*/ 4276 w 5927"/>
                        <a:gd name="connsiteY3" fmla="*/ 260 h 5871"/>
                        <a:gd name="connsiteX4" fmla="*/ 5609 w 5927"/>
                        <a:gd name="connsiteY4" fmla="*/ 4260 h 58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7" h="5871">
                          <a:moveTo>
                            <a:pt x="5609" y="4260"/>
                          </a:moveTo>
                          <a:cubicBezTo>
                            <a:pt x="4942" y="5689"/>
                            <a:pt x="3133" y="6261"/>
                            <a:pt x="1704" y="5594"/>
                          </a:cubicBezTo>
                          <a:cubicBezTo>
                            <a:pt x="180" y="4927"/>
                            <a:pt x="-392" y="3213"/>
                            <a:pt x="275" y="1688"/>
                          </a:cubicBezTo>
                          <a:cubicBezTo>
                            <a:pt x="942" y="260"/>
                            <a:pt x="2752" y="-407"/>
                            <a:pt x="4276" y="260"/>
                          </a:cubicBezTo>
                          <a:cubicBezTo>
                            <a:pt x="5704" y="1022"/>
                            <a:pt x="6371" y="2832"/>
                            <a:pt x="5609" y="426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842" name="Graphique 5">
                    <a:extLst>
                      <a:ext uri="{FF2B5EF4-FFF2-40B4-BE49-F238E27FC236}">
                        <a16:creationId xmlns:a16="http://schemas.microsoft.com/office/drawing/2014/main" id="{7799DF20-8980-4167-A4F5-AD2F9694153C}"/>
                      </a:ext>
                    </a:extLst>
                  </p:cNvPr>
                  <p:cNvGrpSpPr/>
                  <p:nvPr/>
                </p:nvGrpSpPr>
                <p:grpSpPr>
                  <a:xfrm>
                    <a:off x="3533335" y="2801091"/>
                    <a:ext cx="34493" cy="35515"/>
                    <a:chOff x="3533335" y="2801091"/>
                    <a:chExt cx="34493" cy="35515"/>
                  </a:xfrm>
                  <a:solidFill>
                    <a:schemeClr val="accent1"/>
                  </a:solidFill>
                </p:grpSpPr>
                <p:sp>
                  <p:nvSpPr>
                    <p:cNvPr id="13843" name="Forme libre : forme 13842">
                      <a:extLst>
                        <a:ext uri="{FF2B5EF4-FFF2-40B4-BE49-F238E27FC236}">
                          <a16:creationId xmlns:a16="http://schemas.microsoft.com/office/drawing/2014/main" id="{053D679C-CDA2-41E8-8976-6E7D720B35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3335" y="2801091"/>
                      <a:ext cx="34493" cy="35515"/>
                    </a:xfrm>
                    <a:custGeom>
                      <a:avLst/>
                      <a:gdLst>
                        <a:gd name="connsiteX0" fmla="*/ 32422 w 34493"/>
                        <a:gd name="connsiteY0" fmla="*/ 25675 h 35515"/>
                        <a:gd name="connsiteX1" fmla="*/ 9181 w 34493"/>
                        <a:gd name="connsiteY1" fmla="*/ 33771 h 35515"/>
                        <a:gd name="connsiteX2" fmla="*/ 1752 w 34493"/>
                        <a:gd name="connsiteY2" fmla="*/ 10244 h 35515"/>
                        <a:gd name="connsiteX3" fmla="*/ 25088 w 34493"/>
                        <a:gd name="connsiteY3" fmla="*/ 1862 h 35515"/>
                        <a:gd name="connsiteX4" fmla="*/ 32422 w 34493"/>
                        <a:gd name="connsiteY4" fmla="*/ 25675 h 35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493" h="35515">
                          <a:moveTo>
                            <a:pt x="32422" y="25675"/>
                          </a:moveTo>
                          <a:cubicBezTo>
                            <a:pt x="27755" y="34343"/>
                            <a:pt x="17372" y="37962"/>
                            <a:pt x="9181" y="33771"/>
                          </a:cubicBezTo>
                          <a:cubicBezTo>
                            <a:pt x="989" y="29485"/>
                            <a:pt x="-2344" y="19103"/>
                            <a:pt x="1752" y="10244"/>
                          </a:cubicBezTo>
                          <a:cubicBezTo>
                            <a:pt x="5943" y="1291"/>
                            <a:pt x="16515" y="-2614"/>
                            <a:pt x="25088" y="1862"/>
                          </a:cubicBezTo>
                          <a:cubicBezTo>
                            <a:pt x="33755" y="6339"/>
                            <a:pt x="36994" y="17007"/>
                            <a:pt x="32422" y="2567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4" name="Forme libre : forme 13843">
                      <a:extLst>
                        <a:ext uri="{FF2B5EF4-FFF2-40B4-BE49-F238E27FC236}">
                          <a16:creationId xmlns:a16="http://schemas.microsoft.com/office/drawing/2014/main" id="{2AA41C39-F03A-48C9-8B69-FF73038D82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3335" y="2804287"/>
                      <a:ext cx="34431" cy="32319"/>
                    </a:xfrm>
                    <a:custGeom>
                      <a:avLst/>
                      <a:gdLst>
                        <a:gd name="connsiteX0" fmla="*/ 17087 w 34431"/>
                        <a:gd name="connsiteY0" fmla="*/ 15050 h 32319"/>
                        <a:gd name="connsiteX1" fmla="*/ 7657 w 34431"/>
                        <a:gd name="connsiteY1" fmla="*/ 0 h 32319"/>
                        <a:gd name="connsiteX2" fmla="*/ 1752 w 34431"/>
                        <a:gd name="connsiteY2" fmla="*/ 7049 h 32319"/>
                        <a:gd name="connsiteX3" fmla="*/ 9181 w 34431"/>
                        <a:gd name="connsiteY3" fmla="*/ 30575 h 32319"/>
                        <a:gd name="connsiteX4" fmla="*/ 32422 w 34431"/>
                        <a:gd name="connsiteY4" fmla="*/ 22479 h 32319"/>
                        <a:gd name="connsiteX5" fmla="*/ 34422 w 34431"/>
                        <a:gd name="connsiteY5" fmla="*/ 13906 h 32319"/>
                        <a:gd name="connsiteX6" fmla="*/ 17087 w 34431"/>
                        <a:gd name="connsiteY6" fmla="*/ 15050 h 32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31" h="32319">
                          <a:moveTo>
                            <a:pt x="17087" y="15050"/>
                          </a:moveTo>
                          <a:cubicBezTo>
                            <a:pt x="11372" y="12192"/>
                            <a:pt x="8133" y="6096"/>
                            <a:pt x="7657" y="0"/>
                          </a:cubicBezTo>
                          <a:cubicBezTo>
                            <a:pt x="5180" y="1714"/>
                            <a:pt x="3085" y="4096"/>
                            <a:pt x="1752" y="7049"/>
                          </a:cubicBezTo>
                          <a:cubicBezTo>
                            <a:pt x="-2344" y="15907"/>
                            <a:pt x="989" y="26194"/>
                            <a:pt x="9181" y="30575"/>
                          </a:cubicBezTo>
                          <a:cubicBezTo>
                            <a:pt x="17372" y="34766"/>
                            <a:pt x="27755" y="31147"/>
                            <a:pt x="32422" y="22479"/>
                          </a:cubicBezTo>
                          <a:cubicBezTo>
                            <a:pt x="33851" y="19717"/>
                            <a:pt x="34518" y="16764"/>
                            <a:pt x="34422" y="13906"/>
                          </a:cubicBezTo>
                          <a:cubicBezTo>
                            <a:pt x="29279" y="17240"/>
                            <a:pt x="22706" y="17907"/>
                            <a:pt x="17087" y="1505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5" name="Forme libre : forme 13844">
                      <a:extLst>
                        <a:ext uri="{FF2B5EF4-FFF2-40B4-BE49-F238E27FC236}">
                          <a16:creationId xmlns:a16="http://schemas.microsoft.com/office/drawing/2014/main" id="{2DA4C809-5470-472F-9DAA-C984DDFA3A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0420" y="2810857"/>
                      <a:ext cx="14488" cy="16956"/>
                    </a:xfrm>
                    <a:custGeom>
                      <a:avLst/>
                      <a:gdLst>
                        <a:gd name="connsiteX0" fmla="*/ 14480 w 14488"/>
                        <a:gd name="connsiteY0" fmla="*/ 8479 h 16956"/>
                        <a:gd name="connsiteX1" fmla="*/ 6956 w 14488"/>
                        <a:gd name="connsiteY1" fmla="*/ 16956 h 16956"/>
                        <a:gd name="connsiteX2" fmla="*/ 2 w 14488"/>
                        <a:gd name="connsiteY2" fmla="*/ 8479 h 16956"/>
                        <a:gd name="connsiteX3" fmla="*/ 7432 w 14488"/>
                        <a:gd name="connsiteY3" fmla="*/ 2 h 16956"/>
                        <a:gd name="connsiteX4" fmla="*/ 14480 w 14488"/>
                        <a:gd name="connsiteY4" fmla="*/ 8479 h 1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88" h="16956">
                          <a:moveTo>
                            <a:pt x="14480" y="8479"/>
                          </a:moveTo>
                          <a:cubicBezTo>
                            <a:pt x="14290" y="13146"/>
                            <a:pt x="10956" y="16956"/>
                            <a:pt x="6956" y="16956"/>
                          </a:cubicBezTo>
                          <a:cubicBezTo>
                            <a:pt x="2955" y="16956"/>
                            <a:pt x="-93" y="13146"/>
                            <a:pt x="2" y="8479"/>
                          </a:cubicBezTo>
                          <a:cubicBezTo>
                            <a:pt x="98" y="3812"/>
                            <a:pt x="3431" y="-94"/>
                            <a:pt x="7432" y="2"/>
                          </a:cubicBezTo>
                          <a:cubicBezTo>
                            <a:pt x="11528" y="-94"/>
                            <a:pt x="14671" y="3812"/>
                            <a:pt x="14480" y="847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6" name="Forme libre : forme 13845">
                      <a:extLst>
                        <a:ext uri="{FF2B5EF4-FFF2-40B4-BE49-F238E27FC236}">
                          <a16:creationId xmlns:a16="http://schemas.microsoft.com/office/drawing/2014/main" id="{1D49F58D-9D93-4610-BDD4-FE7D8F4B59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2411" y="2809725"/>
                      <a:ext cx="5683" cy="5793"/>
                    </a:xfrm>
                    <a:custGeom>
                      <a:avLst/>
                      <a:gdLst>
                        <a:gd name="connsiteX0" fmla="*/ 5345 w 5683"/>
                        <a:gd name="connsiteY0" fmla="*/ 4182 h 5793"/>
                        <a:gd name="connsiteX1" fmla="*/ 1535 w 5683"/>
                        <a:gd name="connsiteY1" fmla="*/ 5516 h 5793"/>
                        <a:gd name="connsiteX2" fmla="*/ 297 w 5683"/>
                        <a:gd name="connsiteY2" fmla="*/ 1611 h 5793"/>
                        <a:gd name="connsiteX3" fmla="*/ 4107 w 5683"/>
                        <a:gd name="connsiteY3" fmla="*/ 277 h 5793"/>
                        <a:gd name="connsiteX4" fmla="*/ 5345 w 5683"/>
                        <a:gd name="connsiteY4" fmla="*/ 4182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83" h="5793">
                          <a:moveTo>
                            <a:pt x="5345" y="4182"/>
                          </a:moveTo>
                          <a:cubicBezTo>
                            <a:pt x="4583" y="5611"/>
                            <a:pt x="2868" y="6183"/>
                            <a:pt x="1535" y="5516"/>
                          </a:cubicBezTo>
                          <a:cubicBezTo>
                            <a:pt x="106" y="4754"/>
                            <a:pt x="-370" y="3039"/>
                            <a:pt x="297" y="1611"/>
                          </a:cubicBezTo>
                          <a:cubicBezTo>
                            <a:pt x="1059" y="182"/>
                            <a:pt x="2773" y="-390"/>
                            <a:pt x="4107" y="277"/>
                          </a:cubicBezTo>
                          <a:cubicBezTo>
                            <a:pt x="5535" y="1039"/>
                            <a:pt x="6107" y="2754"/>
                            <a:pt x="5345" y="41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847" name="Graphique 5">
                    <a:extLst>
                      <a:ext uri="{FF2B5EF4-FFF2-40B4-BE49-F238E27FC236}">
                        <a16:creationId xmlns:a16="http://schemas.microsoft.com/office/drawing/2014/main" id="{BADB427D-B8F6-41C6-B045-548556430CF6}"/>
                      </a:ext>
                    </a:extLst>
                  </p:cNvPr>
                  <p:cNvGrpSpPr/>
                  <p:nvPr/>
                </p:nvGrpSpPr>
                <p:grpSpPr>
                  <a:xfrm>
                    <a:off x="3541825" y="2834774"/>
                    <a:ext cx="33832" cy="35078"/>
                    <a:chOff x="3541825" y="2834774"/>
                    <a:chExt cx="33832" cy="35078"/>
                  </a:xfrm>
                  <a:solidFill>
                    <a:schemeClr val="accent1"/>
                  </a:solidFill>
                </p:grpSpPr>
                <p:sp>
                  <p:nvSpPr>
                    <p:cNvPr id="13848" name="Forme libre : forme 13847">
                      <a:extLst>
                        <a:ext uri="{FF2B5EF4-FFF2-40B4-BE49-F238E27FC236}">
                          <a16:creationId xmlns:a16="http://schemas.microsoft.com/office/drawing/2014/main" id="{FE05B6D5-5338-4B24-AA4C-38A7343DC8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1921" y="2834774"/>
                      <a:ext cx="33737" cy="34982"/>
                    </a:xfrm>
                    <a:custGeom>
                      <a:avLst/>
                      <a:gdLst>
                        <a:gd name="connsiteX0" fmla="*/ 31266 w 33737"/>
                        <a:gd name="connsiteY0" fmla="*/ 25615 h 34982"/>
                        <a:gd name="connsiteX1" fmla="*/ 8406 w 33737"/>
                        <a:gd name="connsiteY1" fmla="*/ 33139 h 34982"/>
                        <a:gd name="connsiteX2" fmla="*/ 2120 w 33737"/>
                        <a:gd name="connsiteY2" fmla="*/ 9899 h 34982"/>
                        <a:gd name="connsiteX3" fmla="*/ 25361 w 33737"/>
                        <a:gd name="connsiteY3" fmla="*/ 1802 h 34982"/>
                        <a:gd name="connsiteX4" fmla="*/ 31266 w 33737"/>
                        <a:gd name="connsiteY4" fmla="*/ 25615 h 349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737" h="34982">
                          <a:moveTo>
                            <a:pt x="31266" y="25615"/>
                          </a:moveTo>
                          <a:cubicBezTo>
                            <a:pt x="26313" y="34187"/>
                            <a:pt x="16216" y="37330"/>
                            <a:pt x="8406" y="33139"/>
                          </a:cubicBezTo>
                          <a:cubicBezTo>
                            <a:pt x="500" y="29139"/>
                            <a:pt x="-2357" y="18662"/>
                            <a:pt x="2120" y="9899"/>
                          </a:cubicBezTo>
                          <a:cubicBezTo>
                            <a:pt x="6596" y="1135"/>
                            <a:pt x="16979" y="-2484"/>
                            <a:pt x="25361" y="1802"/>
                          </a:cubicBezTo>
                          <a:cubicBezTo>
                            <a:pt x="33647" y="6279"/>
                            <a:pt x="36124" y="17138"/>
                            <a:pt x="31266" y="2561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9" name="Forme libre : forme 13848">
                      <a:extLst>
                        <a:ext uri="{FF2B5EF4-FFF2-40B4-BE49-F238E27FC236}">
                          <a16:creationId xmlns:a16="http://schemas.microsoft.com/office/drawing/2014/main" id="{E407E38F-FFD5-4160-A863-CAB7C0D9D9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1825" y="2837910"/>
                      <a:ext cx="33647" cy="31942"/>
                    </a:xfrm>
                    <a:custGeom>
                      <a:avLst/>
                      <a:gdLst>
                        <a:gd name="connsiteX0" fmla="*/ 16883 w 33647"/>
                        <a:gd name="connsiteY0" fmla="*/ 14764 h 31942"/>
                        <a:gd name="connsiteX1" fmla="*/ 8216 w 33647"/>
                        <a:gd name="connsiteY1" fmla="*/ 0 h 31942"/>
                        <a:gd name="connsiteX2" fmla="*/ 2120 w 33647"/>
                        <a:gd name="connsiteY2" fmla="*/ 6858 h 31942"/>
                        <a:gd name="connsiteX3" fmla="*/ 8406 w 33647"/>
                        <a:gd name="connsiteY3" fmla="*/ 30099 h 31942"/>
                        <a:gd name="connsiteX4" fmla="*/ 31266 w 33647"/>
                        <a:gd name="connsiteY4" fmla="*/ 22574 h 31942"/>
                        <a:gd name="connsiteX5" fmla="*/ 33647 w 33647"/>
                        <a:gd name="connsiteY5" fmla="*/ 14002 h 31942"/>
                        <a:gd name="connsiteX6" fmla="*/ 16883 w 33647"/>
                        <a:gd name="connsiteY6" fmla="*/ 14764 h 31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647" h="31942">
                          <a:moveTo>
                            <a:pt x="16883" y="14764"/>
                          </a:moveTo>
                          <a:cubicBezTo>
                            <a:pt x="11359" y="11906"/>
                            <a:pt x="8311" y="6191"/>
                            <a:pt x="8216" y="0"/>
                          </a:cubicBezTo>
                          <a:cubicBezTo>
                            <a:pt x="5739" y="1714"/>
                            <a:pt x="3644" y="3905"/>
                            <a:pt x="2120" y="6858"/>
                          </a:cubicBezTo>
                          <a:cubicBezTo>
                            <a:pt x="-2357" y="15621"/>
                            <a:pt x="500" y="26099"/>
                            <a:pt x="8406" y="30099"/>
                          </a:cubicBezTo>
                          <a:cubicBezTo>
                            <a:pt x="16217" y="34290"/>
                            <a:pt x="26408" y="31147"/>
                            <a:pt x="31266" y="22574"/>
                          </a:cubicBezTo>
                          <a:cubicBezTo>
                            <a:pt x="32790" y="19812"/>
                            <a:pt x="33552" y="16954"/>
                            <a:pt x="33647" y="14002"/>
                          </a:cubicBezTo>
                          <a:cubicBezTo>
                            <a:pt x="28599" y="17240"/>
                            <a:pt x="22313" y="17526"/>
                            <a:pt x="16883" y="1476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50" name="Forme libre : forme 13849">
                      <a:extLst>
                        <a:ext uri="{FF2B5EF4-FFF2-40B4-BE49-F238E27FC236}">
                          <a16:creationId xmlns:a16="http://schemas.microsoft.com/office/drawing/2014/main" id="{42A17877-DE59-44E6-B313-B9C1B76E16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8795" y="2844197"/>
                      <a:ext cx="14045" cy="16961"/>
                    </a:xfrm>
                    <a:custGeom>
                      <a:avLst/>
                      <a:gdLst>
                        <a:gd name="connsiteX0" fmla="*/ 14011 w 14045"/>
                        <a:gd name="connsiteY0" fmla="*/ 8763 h 16961"/>
                        <a:gd name="connsiteX1" fmla="*/ 6391 w 14045"/>
                        <a:gd name="connsiteY1" fmla="*/ 16954 h 16961"/>
                        <a:gd name="connsiteX2" fmla="*/ 9 w 14045"/>
                        <a:gd name="connsiteY2" fmla="*/ 8382 h 16961"/>
                        <a:gd name="connsiteX3" fmla="*/ 7629 w 14045"/>
                        <a:gd name="connsiteY3" fmla="*/ 0 h 16961"/>
                        <a:gd name="connsiteX4" fmla="*/ 14011 w 14045"/>
                        <a:gd name="connsiteY4" fmla="*/ 8763 h 16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45" h="16961">
                          <a:moveTo>
                            <a:pt x="14011" y="8763"/>
                          </a:moveTo>
                          <a:cubicBezTo>
                            <a:pt x="13630" y="13430"/>
                            <a:pt x="10201" y="17145"/>
                            <a:pt x="6391" y="16954"/>
                          </a:cubicBezTo>
                          <a:cubicBezTo>
                            <a:pt x="2581" y="16859"/>
                            <a:pt x="-181" y="12954"/>
                            <a:pt x="9" y="8382"/>
                          </a:cubicBezTo>
                          <a:cubicBezTo>
                            <a:pt x="295" y="3810"/>
                            <a:pt x="3629" y="0"/>
                            <a:pt x="7629" y="0"/>
                          </a:cubicBezTo>
                          <a:cubicBezTo>
                            <a:pt x="11534" y="190"/>
                            <a:pt x="14392" y="4096"/>
                            <a:pt x="14011" y="876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51" name="Forme libre : forme 13850">
                      <a:extLst>
                        <a:ext uri="{FF2B5EF4-FFF2-40B4-BE49-F238E27FC236}">
                          <a16:creationId xmlns:a16="http://schemas.microsoft.com/office/drawing/2014/main" id="{4FDC371D-C700-4D4D-AD41-AAA4BE7C35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0917" y="2843157"/>
                      <a:ext cx="5605" cy="5717"/>
                    </a:xfrm>
                    <a:custGeom>
                      <a:avLst/>
                      <a:gdLst>
                        <a:gd name="connsiteX0" fmla="*/ 5221 w 5605"/>
                        <a:gd name="connsiteY0" fmla="*/ 4183 h 5717"/>
                        <a:gd name="connsiteX1" fmla="*/ 1411 w 5605"/>
                        <a:gd name="connsiteY1" fmla="*/ 5421 h 5717"/>
                        <a:gd name="connsiteX2" fmla="*/ 364 w 5605"/>
                        <a:gd name="connsiteY2" fmla="*/ 1611 h 5717"/>
                        <a:gd name="connsiteX3" fmla="*/ 4174 w 5605"/>
                        <a:gd name="connsiteY3" fmla="*/ 277 h 5717"/>
                        <a:gd name="connsiteX4" fmla="*/ 5221 w 5605"/>
                        <a:gd name="connsiteY4" fmla="*/ 4183 h 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05" h="5717">
                          <a:moveTo>
                            <a:pt x="5221" y="4183"/>
                          </a:moveTo>
                          <a:cubicBezTo>
                            <a:pt x="4459" y="5611"/>
                            <a:pt x="2745" y="6088"/>
                            <a:pt x="1411" y="5421"/>
                          </a:cubicBezTo>
                          <a:cubicBezTo>
                            <a:pt x="78" y="4754"/>
                            <a:pt x="-398" y="3039"/>
                            <a:pt x="364" y="1611"/>
                          </a:cubicBezTo>
                          <a:cubicBezTo>
                            <a:pt x="1126" y="182"/>
                            <a:pt x="2840" y="-390"/>
                            <a:pt x="4174" y="277"/>
                          </a:cubicBezTo>
                          <a:cubicBezTo>
                            <a:pt x="5602" y="944"/>
                            <a:pt x="5983" y="2754"/>
                            <a:pt x="5221" y="41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852" name="Graphique 5">
                  <a:extLst>
                    <a:ext uri="{FF2B5EF4-FFF2-40B4-BE49-F238E27FC236}">
                      <a16:creationId xmlns:a16="http://schemas.microsoft.com/office/drawing/2014/main" id="{2BBB5003-7B20-4A6E-A716-66659EE5F957}"/>
                    </a:ext>
                  </a:extLst>
                </p:cNvPr>
                <p:cNvGrpSpPr/>
                <p:nvPr/>
              </p:nvGrpSpPr>
              <p:grpSpPr>
                <a:xfrm>
                  <a:off x="3483548" y="2879455"/>
                  <a:ext cx="58515" cy="88955"/>
                  <a:chOff x="3483548" y="2879455"/>
                  <a:chExt cx="58515" cy="88955"/>
                </a:xfrm>
                <a:solidFill>
                  <a:schemeClr val="accent1"/>
                </a:solidFill>
              </p:grpSpPr>
              <p:grpSp>
                <p:nvGrpSpPr>
                  <p:cNvPr id="13853" name="Graphique 5">
                    <a:extLst>
                      <a:ext uri="{FF2B5EF4-FFF2-40B4-BE49-F238E27FC236}">
                        <a16:creationId xmlns:a16="http://schemas.microsoft.com/office/drawing/2014/main" id="{E9EDB6C9-938F-4613-991C-B13156A092E1}"/>
                      </a:ext>
                    </a:extLst>
                  </p:cNvPr>
                  <p:cNvGrpSpPr/>
                  <p:nvPr/>
                </p:nvGrpSpPr>
                <p:grpSpPr>
                  <a:xfrm>
                    <a:off x="3483548" y="2879455"/>
                    <a:ext cx="31477" cy="34670"/>
                    <a:chOff x="3483548" y="2879455"/>
                    <a:chExt cx="31477" cy="34670"/>
                  </a:xfrm>
                  <a:solidFill>
                    <a:schemeClr val="accent1"/>
                  </a:solidFill>
                </p:grpSpPr>
                <p:sp>
                  <p:nvSpPr>
                    <p:cNvPr id="13854" name="Forme libre : forme 13853">
                      <a:extLst>
                        <a:ext uri="{FF2B5EF4-FFF2-40B4-BE49-F238E27FC236}">
                          <a16:creationId xmlns:a16="http://schemas.microsoft.com/office/drawing/2014/main" id="{6B0A1C46-7FED-4C98-9538-16460452A6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3548" y="2879455"/>
                      <a:ext cx="31380" cy="34670"/>
                    </a:xfrm>
                    <a:custGeom>
                      <a:avLst/>
                      <a:gdLst>
                        <a:gd name="connsiteX0" fmla="*/ 31346 w 31380"/>
                        <a:gd name="connsiteY0" fmla="*/ 16462 h 34670"/>
                        <a:gd name="connsiteX1" fmla="*/ 14582 w 31380"/>
                        <a:gd name="connsiteY1" fmla="*/ 34655 h 34670"/>
                        <a:gd name="connsiteX2" fmla="*/ 9 w 31380"/>
                        <a:gd name="connsiteY2" fmla="*/ 18938 h 34670"/>
                        <a:gd name="connsiteX3" fmla="*/ 16297 w 31380"/>
                        <a:gd name="connsiteY3" fmla="*/ 79 h 34670"/>
                        <a:gd name="connsiteX4" fmla="*/ 31346 w 31380"/>
                        <a:gd name="connsiteY4" fmla="*/ 16462 h 34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380" h="34670">
                          <a:moveTo>
                            <a:pt x="31346" y="16462"/>
                          </a:moveTo>
                          <a:cubicBezTo>
                            <a:pt x="30679" y="25987"/>
                            <a:pt x="23059" y="34083"/>
                            <a:pt x="14582" y="34655"/>
                          </a:cubicBezTo>
                          <a:cubicBezTo>
                            <a:pt x="6296" y="35036"/>
                            <a:pt x="-277" y="28559"/>
                            <a:pt x="9" y="18938"/>
                          </a:cubicBezTo>
                          <a:cubicBezTo>
                            <a:pt x="295" y="9413"/>
                            <a:pt x="7438" y="936"/>
                            <a:pt x="16297" y="79"/>
                          </a:cubicBezTo>
                          <a:cubicBezTo>
                            <a:pt x="25346" y="-874"/>
                            <a:pt x="31918" y="6937"/>
                            <a:pt x="31346" y="1646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55" name="Forme libre : forme 13854">
                      <a:extLst>
                        <a:ext uri="{FF2B5EF4-FFF2-40B4-BE49-F238E27FC236}">
                          <a16:creationId xmlns:a16="http://schemas.microsoft.com/office/drawing/2014/main" id="{17C54AC6-5BF0-4572-860F-53D6780AE6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3636" y="2887631"/>
                      <a:ext cx="31388" cy="26495"/>
                    </a:xfrm>
                    <a:custGeom>
                      <a:avLst/>
                      <a:gdLst>
                        <a:gd name="connsiteX0" fmla="*/ 15732 w 31388"/>
                        <a:gd name="connsiteY0" fmla="*/ 9525 h 26495"/>
                        <a:gd name="connsiteX1" fmla="*/ 2397 w 31388"/>
                        <a:gd name="connsiteY1" fmla="*/ 2000 h 26495"/>
                        <a:gd name="connsiteX2" fmla="*/ 16 w 31388"/>
                        <a:gd name="connsiteY2" fmla="*/ 10763 h 26495"/>
                        <a:gd name="connsiteX3" fmla="*/ 14589 w 31388"/>
                        <a:gd name="connsiteY3" fmla="*/ 26479 h 26495"/>
                        <a:gd name="connsiteX4" fmla="*/ 31353 w 31388"/>
                        <a:gd name="connsiteY4" fmla="*/ 8287 h 26495"/>
                        <a:gd name="connsiteX5" fmla="*/ 29829 w 31388"/>
                        <a:gd name="connsiteY5" fmla="*/ 0 h 26495"/>
                        <a:gd name="connsiteX6" fmla="*/ 15732 w 31388"/>
                        <a:gd name="connsiteY6" fmla="*/ 9525 h 264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388" h="26495">
                          <a:moveTo>
                            <a:pt x="15732" y="9525"/>
                          </a:moveTo>
                          <a:cubicBezTo>
                            <a:pt x="9827" y="10096"/>
                            <a:pt x="4873" y="7049"/>
                            <a:pt x="2397" y="2000"/>
                          </a:cubicBezTo>
                          <a:cubicBezTo>
                            <a:pt x="968" y="4667"/>
                            <a:pt x="111" y="7620"/>
                            <a:pt x="16" y="10763"/>
                          </a:cubicBezTo>
                          <a:cubicBezTo>
                            <a:pt x="-365" y="20383"/>
                            <a:pt x="6207" y="26860"/>
                            <a:pt x="14589" y="26479"/>
                          </a:cubicBezTo>
                          <a:cubicBezTo>
                            <a:pt x="22971" y="25908"/>
                            <a:pt x="30686" y="17812"/>
                            <a:pt x="31353" y="8287"/>
                          </a:cubicBezTo>
                          <a:cubicBezTo>
                            <a:pt x="31543" y="5239"/>
                            <a:pt x="30972" y="2476"/>
                            <a:pt x="29829" y="0"/>
                          </a:cubicBezTo>
                          <a:cubicBezTo>
                            <a:pt x="26686" y="5334"/>
                            <a:pt x="21447" y="9144"/>
                            <a:pt x="15732" y="952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56" name="Forme libre : forme 13855">
                      <a:extLst>
                        <a:ext uri="{FF2B5EF4-FFF2-40B4-BE49-F238E27FC236}">
                          <a16:creationId xmlns:a16="http://schemas.microsoft.com/office/drawing/2014/main" id="{B3237E47-E06B-40A6-8F3C-4BE24FECA0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8664" y="2885376"/>
                      <a:ext cx="13451" cy="16288"/>
                    </a:xfrm>
                    <a:custGeom>
                      <a:avLst/>
                      <a:gdLst>
                        <a:gd name="connsiteX0" fmla="*/ 12801 w 13451"/>
                        <a:gd name="connsiteY0" fmla="*/ 4636 h 16288"/>
                        <a:gd name="connsiteX1" fmla="*/ 9562 w 13451"/>
                        <a:gd name="connsiteY1" fmla="*/ 15495 h 16288"/>
                        <a:gd name="connsiteX2" fmla="*/ 704 w 13451"/>
                        <a:gd name="connsiteY2" fmla="*/ 11685 h 16288"/>
                        <a:gd name="connsiteX3" fmla="*/ 3752 w 13451"/>
                        <a:gd name="connsiteY3" fmla="*/ 921 h 16288"/>
                        <a:gd name="connsiteX4" fmla="*/ 12801 w 13451"/>
                        <a:gd name="connsiteY4" fmla="*/ 4636 h 16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51" h="16288">
                          <a:moveTo>
                            <a:pt x="12801" y="4636"/>
                          </a:moveTo>
                          <a:cubicBezTo>
                            <a:pt x="14420" y="8732"/>
                            <a:pt x="12896" y="13494"/>
                            <a:pt x="9562" y="15495"/>
                          </a:cubicBezTo>
                          <a:cubicBezTo>
                            <a:pt x="6229" y="17400"/>
                            <a:pt x="2323" y="15780"/>
                            <a:pt x="704" y="11685"/>
                          </a:cubicBezTo>
                          <a:cubicBezTo>
                            <a:pt x="-915" y="7779"/>
                            <a:pt x="323" y="2922"/>
                            <a:pt x="3752" y="921"/>
                          </a:cubicBezTo>
                          <a:cubicBezTo>
                            <a:pt x="7181" y="-1269"/>
                            <a:pt x="11182" y="636"/>
                            <a:pt x="12801" y="463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57" name="Forme libre : forme 13856">
                      <a:extLst>
                        <a:ext uri="{FF2B5EF4-FFF2-40B4-BE49-F238E27FC236}">
                          <a16:creationId xmlns:a16="http://schemas.microsoft.com/office/drawing/2014/main" id="{11C3E464-5121-4DBF-9BF5-E245EACEC3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8315" y="2886371"/>
                      <a:ext cx="5244" cy="5646"/>
                    </a:xfrm>
                    <a:custGeom>
                      <a:avLst/>
                      <a:gdLst>
                        <a:gd name="connsiteX0" fmla="*/ 5244 w 5244"/>
                        <a:gd name="connsiteY0" fmla="*/ 2593 h 5646"/>
                        <a:gd name="connsiteX1" fmla="*/ 2482 w 5244"/>
                        <a:gd name="connsiteY1" fmla="*/ 5640 h 5646"/>
                        <a:gd name="connsiteX2" fmla="*/ 6 w 5244"/>
                        <a:gd name="connsiteY2" fmla="*/ 3069 h 5646"/>
                        <a:gd name="connsiteX3" fmla="*/ 2768 w 5244"/>
                        <a:gd name="connsiteY3" fmla="*/ 21 h 5646"/>
                        <a:gd name="connsiteX4" fmla="*/ 5244 w 5244"/>
                        <a:gd name="connsiteY4" fmla="*/ 2593 h 5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44" h="5646">
                          <a:moveTo>
                            <a:pt x="5244" y="2593"/>
                          </a:moveTo>
                          <a:cubicBezTo>
                            <a:pt x="5149" y="4212"/>
                            <a:pt x="3911" y="5545"/>
                            <a:pt x="2482" y="5640"/>
                          </a:cubicBezTo>
                          <a:cubicBezTo>
                            <a:pt x="1053" y="5736"/>
                            <a:pt x="-90" y="4593"/>
                            <a:pt x="6" y="3069"/>
                          </a:cubicBezTo>
                          <a:cubicBezTo>
                            <a:pt x="101" y="1545"/>
                            <a:pt x="1244" y="116"/>
                            <a:pt x="2768" y="21"/>
                          </a:cubicBezTo>
                          <a:cubicBezTo>
                            <a:pt x="4101" y="-170"/>
                            <a:pt x="5244" y="973"/>
                            <a:pt x="5244" y="259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858" name="Graphique 5">
                    <a:extLst>
                      <a:ext uri="{FF2B5EF4-FFF2-40B4-BE49-F238E27FC236}">
                        <a16:creationId xmlns:a16="http://schemas.microsoft.com/office/drawing/2014/main" id="{08337FD7-9FFF-45D8-8851-40993DD71DC2}"/>
                      </a:ext>
                    </a:extLst>
                  </p:cNvPr>
                  <p:cNvGrpSpPr/>
                  <p:nvPr/>
                </p:nvGrpSpPr>
                <p:grpSpPr>
                  <a:xfrm>
                    <a:off x="3493872" y="2910373"/>
                    <a:ext cx="30867" cy="34260"/>
                    <a:chOff x="3493872" y="2910373"/>
                    <a:chExt cx="30867" cy="34260"/>
                  </a:xfrm>
                  <a:solidFill>
                    <a:schemeClr val="accent1"/>
                  </a:solidFill>
                </p:grpSpPr>
                <p:sp>
                  <p:nvSpPr>
                    <p:cNvPr id="13859" name="Forme libre : forme 13858">
                      <a:extLst>
                        <a:ext uri="{FF2B5EF4-FFF2-40B4-BE49-F238E27FC236}">
                          <a16:creationId xmlns:a16="http://schemas.microsoft.com/office/drawing/2014/main" id="{2BDFC5EB-5F0B-4240-AB2A-1C3C4E543A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3872" y="2910373"/>
                      <a:ext cx="30792" cy="34260"/>
                    </a:xfrm>
                    <a:custGeom>
                      <a:avLst/>
                      <a:gdLst>
                        <a:gd name="connsiteX0" fmla="*/ 30642 w 30792"/>
                        <a:gd name="connsiteY0" fmla="*/ 16310 h 34260"/>
                        <a:gd name="connsiteX1" fmla="*/ 13497 w 30792"/>
                        <a:gd name="connsiteY1" fmla="*/ 34217 h 34260"/>
                        <a:gd name="connsiteX2" fmla="*/ 67 w 30792"/>
                        <a:gd name="connsiteY2" fmla="*/ 18310 h 34260"/>
                        <a:gd name="connsiteX3" fmla="*/ 16736 w 30792"/>
                        <a:gd name="connsiteY3" fmla="*/ 22 h 34260"/>
                        <a:gd name="connsiteX4" fmla="*/ 30642 w 30792"/>
                        <a:gd name="connsiteY4" fmla="*/ 16310 h 34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792" h="34260">
                          <a:moveTo>
                            <a:pt x="30642" y="16310"/>
                          </a:moveTo>
                          <a:cubicBezTo>
                            <a:pt x="29499" y="25930"/>
                            <a:pt x="21784" y="33455"/>
                            <a:pt x="13497" y="34217"/>
                          </a:cubicBezTo>
                          <a:cubicBezTo>
                            <a:pt x="5115" y="34884"/>
                            <a:pt x="-695" y="27835"/>
                            <a:pt x="67" y="18310"/>
                          </a:cubicBezTo>
                          <a:cubicBezTo>
                            <a:pt x="829" y="8785"/>
                            <a:pt x="8163" y="499"/>
                            <a:pt x="16736" y="22"/>
                          </a:cubicBezTo>
                          <a:cubicBezTo>
                            <a:pt x="25308" y="-454"/>
                            <a:pt x="31881" y="6690"/>
                            <a:pt x="30642" y="1631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60" name="Forme libre : forme 13859">
                      <a:extLst>
                        <a:ext uri="{FF2B5EF4-FFF2-40B4-BE49-F238E27FC236}">
                          <a16:creationId xmlns:a16="http://schemas.microsoft.com/office/drawing/2014/main" id="{01D6FF16-B8C6-4AA7-B835-590A25E82E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3967" y="2918301"/>
                      <a:ext cx="30772" cy="26142"/>
                    </a:xfrm>
                    <a:custGeom>
                      <a:avLst/>
                      <a:gdLst>
                        <a:gd name="connsiteX0" fmla="*/ 15307 w 30772"/>
                        <a:gd name="connsiteY0" fmla="*/ 9525 h 26142"/>
                        <a:gd name="connsiteX1" fmla="*/ 2829 w 30772"/>
                        <a:gd name="connsiteY1" fmla="*/ 1524 h 26142"/>
                        <a:gd name="connsiteX2" fmla="*/ 67 w 30772"/>
                        <a:gd name="connsiteY2" fmla="*/ 10192 h 26142"/>
                        <a:gd name="connsiteX3" fmla="*/ 13497 w 30772"/>
                        <a:gd name="connsiteY3" fmla="*/ 26098 h 26142"/>
                        <a:gd name="connsiteX4" fmla="*/ 30642 w 30772"/>
                        <a:gd name="connsiteY4" fmla="*/ 8192 h 26142"/>
                        <a:gd name="connsiteX5" fmla="*/ 29499 w 30772"/>
                        <a:gd name="connsiteY5" fmla="*/ 0 h 26142"/>
                        <a:gd name="connsiteX6" fmla="*/ 15307 w 30772"/>
                        <a:gd name="connsiteY6" fmla="*/ 9525 h 26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772" h="26142">
                          <a:moveTo>
                            <a:pt x="15307" y="9525"/>
                          </a:moveTo>
                          <a:cubicBezTo>
                            <a:pt x="9497" y="9906"/>
                            <a:pt x="5020" y="6667"/>
                            <a:pt x="2829" y="1524"/>
                          </a:cubicBezTo>
                          <a:cubicBezTo>
                            <a:pt x="1400" y="4191"/>
                            <a:pt x="353" y="7144"/>
                            <a:pt x="67" y="10192"/>
                          </a:cubicBezTo>
                          <a:cubicBezTo>
                            <a:pt x="-695" y="19717"/>
                            <a:pt x="5115" y="26765"/>
                            <a:pt x="13497" y="26098"/>
                          </a:cubicBezTo>
                          <a:cubicBezTo>
                            <a:pt x="21879" y="25432"/>
                            <a:pt x="29499" y="17907"/>
                            <a:pt x="30642" y="8192"/>
                          </a:cubicBezTo>
                          <a:cubicBezTo>
                            <a:pt x="31023" y="5143"/>
                            <a:pt x="30547" y="2286"/>
                            <a:pt x="29499" y="0"/>
                          </a:cubicBezTo>
                          <a:cubicBezTo>
                            <a:pt x="26261" y="5429"/>
                            <a:pt x="20927" y="9144"/>
                            <a:pt x="15307" y="952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61" name="Forme libre : forme 13860">
                      <a:extLst>
                        <a:ext uri="{FF2B5EF4-FFF2-40B4-BE49-F238E27FC236}">
                          <a16:creationId xmlns:a16="http://schemas.microsoft.com/office/drawing/2014/main" id="{8D48CEDB-4509-405F-A92E-0A0C2324CB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08738" y="2916266"/>
                      <a:ext cx="13247" cy="15899"/>
                    </a:xfrm>
                    <a:custGeom>
                      <a:avLst/>
                      <a:gdLst>
                        <a:gd name="connsiteX0" fmla="*/ 12728 w 13247"/>
                        <a:gd name="connsiteY0" fmla="*/ 4511 h 15899"/>
                        <a:gd name="connsiteX1" fmla="*/ 9109 w 13247"/>
                        <a:gd name="connsiteY1" fmla="*/ 15084 h 15899"/>
                        <a:gd name="connsiteX2" fmla="*/ 536 w 13247"/>
                        <a:gd name="connsiteY2" fmla="*/ 11464 h 15899"/>
                        <a:gd name="connsiteX3" fmla="*/ 3965 w 13247"/>
                        <a:gd name="connsiteY3" fmla="*/ 796 h 15899"/>
                        <a:gd name="connsiteX4" fmla="*/ 12728 w 13247"/>
                        <a:gd name="connsiteY4" fmla="*/ 4511 h 15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47" h="15899">
                          <a:moveTo>
                            <a:pt x="12728" y="4511"/>
                          </a:moveTo>
                          <a:cubicBezTo>
                            <a:pt x="14157" y="8417"/>
                            <a:pt x="12537" y="13179"/>
                            <a:pt x="9109" y="15084"/>
                          </a:cubicBezTo>
                          <a:cubicBezTo>
                            <a:pt x="5775" y="16989"/>
                            <a:pt x="1965" y="15465"/>
                            <a:pt x="536" y="11464"/>
                          </a:cubicBezTo>
                          <a:cubicBezTo>
                            <a:pt x="-893" y="7559"/>
                            <a:pt x="631" y="2701"/>
                            <a:pt x="3965" y="796"/>
                          </a:cubicBezTo>
                          <a:cubicBezTo>
                            <a:pt x="7394" y="-1108"/>
                            <a:pt x="11299" y="511"/>
                            <a:pt x="12728" y="451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62" name="Forme libre : forme 13861">
                      <a:extLst>
                        <a:ext uri="{FF2B5EF4-FFF2-40B4-BE49-F238E27FC236}">
                          <a16:creationId xmlns:a16="http://schemas.microsoft.com/office/drawing/2014/main" id="{BAAF6D4C-6BF5-48F2-8F06-35031858C4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08601" y="2917152"/>
                      <a:ext cx="5077" cy="5630"/>
                    </a:xfrm>
                    <a:custGeom>
                      <a:avLst/>
                      <a:gdLst>
                        <a:gd name="connsiteX0" fmla="*/ 5055 w 5077"/>
                        <a:gd name="connsiteY0" fmla="*/ 2673 h 5630"/>
                        <a:gd name="connsiteX1" fmla="*/ 2292 w 5077"/>
                        <a:gd name="connsiteY1" fmla="*/ 5625 h 5630"/>
                        <a:gd name="connsiteX2" fmla="*/ 7 w 5077"/>
                        <a:gd name="connsiteY2" fmla="*/ 2958 h 5630"/>
                        <a:gd name="connsiteX3" fmla="*/ 2769 w 5077"/>
                        <a:gd name="connsiteY3" fmla="*/ 6 h 5630"/>
                        <a:gd name="connsiteX4" fmla="*/ 5055 w 5077"/>
                        <a:gd name="connsiteY4" fmla="*/ 2673 h 5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77" h="5630">
                          <a:moveTo>
                            <a:pt x="5055" y="2673"/>
                          </a:moveTo>
                          <a:cubicBezTo>
                            <a:pt x="4864" y="4197"/>
                            <a:pt x="3626" y="5530"/>
                            <a:pt x="2292" y="5625"/>
                          </a:cubicBezTo>
                          <a:cubicBezTo>
                            <a:pt x="864" y="5721"/>
                            <a:pt x="-89" y="4482"/>
                            <a:pt x="7" y="2958"/>
                          </a:cubicBezTo>
                          <a:cubicBezTo>
                            <a:pt x="102" y="1434"/>
                            <a:pt x="1340" y="101"/>
                            <a:pt x="2769" y="6"/>
                          </a:cubicBezTo>
                          <a:cubicBezTo>
                            <a:pt x="4198" y="-90"/>
                            <a:pt x="5245" y="1053"/>
                            <a:pt x="5055" y="26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863" name="Graphique 5">
                    <a:extLst>
                      <a:ext uri="{FF2B5EF4-FFF2-40B4-BE49-F238E27FC236}">
                        <a16:creationId xmlns:a16="http://schemas.microsoft.com/office/drawing/2014/main" id="{72FBDACD-CCCB-4D64-A323-0E83E66B6E49}"/>
                      </a:ext>
                    </a:extLst>
                  </p:cNvPr>
                  <p:cNvGrpSpPr/>
                  <p:nvPr/>
                </p:nvGrpSpPr>
                <p:grpSpPr>
                  <a:xfrm>
                    <a:off x="3511382" y="2934395"/>
                    <a:ext cx="30681" cy="34015"/>
                    <a:chOff x="3511382" y="2934395"/>
                    <a:chExt cx="30681" cy="34015"/>
                  </a:xfrm>
                  <a:solidFill>
                    <a:schemeClr val="accent1"/>
                  </a:solidFill>
                </p:grpSpPr>
                <p:sp>
                  <p:nvSpPr>
                    <p:cNvPr id="13864" name="Forme libre : forme 13863">
                      <a:extLst>
                        <a:ext uri="{FF2B5EF4-FFF2-40B4-BE49-F238E27FC236}">
                          <a16:creationId xmlns:a16="http://schemas.microsoft.com/office/drawing/2014/main" id="{BC3CD49A-5519-4966-955E-9CDFF116D1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1572" y="2934395"/>
                      <a:ext cx="30490" cy="34015"/>
                    </a:xfrm>
                    <a:custGeom>
                      <a:avLst/>
                      <a:gdLst>
                        <a:gd name="connsiteX0" fmla="*/ 30277 w 30490"/>
                        <a:gd name="connsiteY0" fmla="*/ 16672 h 34015"/>
                        <a:gd name="connsiteX1" fmla="*/ 12466 w 30490"/>
                        <a:gd name="connsiteY1" fmla="*/ 34008 h 34015"/>
                        <a:gd name="connsiteX2" fmla="*/ 178 w 30490"/>
                        <a:gd name="connsiteY2" fmla="*/ 17530 h 34015"/>
                        <a:gd name="connsiteX3" fmla="*/ 17418 w 30490"/>
                        <a:gd name="connsiteY3" fmla="*/ 4 h 34015"/>
                        <a:gd name="connsiteX4" fmla="*/ 30277 w 30490"/>
                        <a:gd name="connsiteY4" fmla="*/ 16672 h 34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90" h="34015">
                          <a:moveTo>
                            <a:pt x="30277" y="16672"/>
                          </a:moveTo>
                          <a:cubicBezTo>
                            <a:pt x="28753" y="26007"/>
                            <a:pt x="20657" y="33627"/>
                            <a:pt x="12466" y="34008"/>
                          </a:cubicBezTo>
                          <a:cubicBezTo>
                            <a:pt x="4274" y="34293"/>
                            <a:pt x="-1060" y="27055"/>
                            <a:pt x="178" y="17530"/>
                          </a:cubicBezTo>
                          <a:cubicBezTo>
                            <a:pt x="1417" y="8005"/>
                            <a:pt x="9036" y="99"/>
                            <a:pt x="17418" y="4"/>
                          </a:cubicBezTo>
                          <a:cubicBezTo>
                            <a:pt x="25800" y="-187"/>
                            <a:pt x="31706" y="7338"/>
                            <a:pt x="30277" y="1667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65" name="Forme libre : forme 13864">
                      <a:extLst>
                        <a:ext uri="{FF2B5EF4-FFF2-40B4-BE49-F238E27FC236}">
                          <a16:creationId xmlns:a16="http://schemas.microsoft.com/office/drawing/2014/main" id="{8379F7E9-FBB1-4D52-9EC2-568EAE2D01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1382" y="2942971"/>
                      <a:ext cx="30484" cy="25439"/>
                    </a:xfrm>
                    <a:custGeom>
                      <a:avLst/>
                      <a:gdLst>
                        <a:gd name="connsiteX0" fmla="*/ 15228 w 30484"/>
                        <a:gd name="connsiteY0" fmla="*/ 8858 h 25439"/>
                        <a:gd name="connsiteX1" fmla="*/ 3321 w 30484"/>
                        <a:gd name="connsiteY1" fmla="*/ 381 h 25439"/>
                        <a:gd name="connsiteX2" fmla="*/ 178 w 30484"/>
                        <a:gd name="connsiteY2" fmla="*/ 8954 h 25439"/>
                        <a:gd name="connsiteX3" fmla="*/ 12466 w 30484"/>
                        <a:gd name="connsiteY3" fmla="*/ 25432 h 25439"/>
                        <a:gd name="connsiteX4" fmla="*/ 30277 w 30484"/>
                        <a:gd name="connsiteY4" fmla="*/ 8096 h 25439"/>
                        <a:gd name="connsiteX5" fmla="*/ 29515 w 30484"/>
                        <a:gd name="connsiteY5" fmla="*/ 0 h 25439"/>
                        <a:gd name="connsiteX6" fmla="*/ 15228 w 30484"/>
                        <a:gd name="connsiteY6" fmla="*/ 8858 h 254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484" h="25439">
                          <a:moveTo>
                            <a:pt x="15228" y="8858"/>
                          </a:moveTo>
                          <a:cubicBezTo>
                            <a:pt x="9513" y="9049"/>
                            <a:pt x="5226" y="5620"/>
                            <a:pt x="3321" y="381"/>
                          </a:cubicBezTo>
                          <a:cubicBezTo>
                            <a:pt x="1702" y="2953"/>
                            <a:pt x="559" y="5810"/>
                            <a:pt x="178" y="8954"/>
                          </a:cubicBezTo>
                          <a:cubicBezTo>
                            <a:pt x="-1060" y="18479"/>
                            <a:pt x="4274" y="25717"/>
                            <a:pt x="12466" y="25432"/>
                          </a:cubicBezTo>
                          <a:cubicBezTo>
                            <a:pt x="20657" y="25146"/>
                            <a:pt x="28848" y="17431"/>
                            <a:pt x="30277" y="8096"/>
                          </a:cubicBezTo>
                          <a:cubicBezTo>
                            <a:pt x="30753" y="5143"/>
                            <a:pt x="30372" y="2381"/>
                            <a:pt x="29515" y="0"/>
                          </a:cubicBezTo>
                          <a:cubicBezTo>
                            <a:pt x="26277" y="5048"/>
                            <a:pt x="20847" y="8668"/>
                            <a:pt x="15228" y="885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66" name="Forme libre : forme 13865">
                      <a:extLst>
                        <a:ext uri="{FF2B5EF4-FFF2-40B4-BE49-F238E27FC236}">
                          <a16:creationId xmlns:a16="http://schemas.microsoft.com/office/drawing/2014/main" id="{1145C803-2BC8-4537-AE9F-74FE7F4DD2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6351" y="2940458"/>
                      <a:ext cx="13019" cy="15900"/>
                    </a:xfrm>
                    <a:custGeom>
                      <a:avLst/>
                      <a:gdLst>
                        <a:gd name="connsiteX0" fmla="*/ 12641 w 13019"/>
                        <a:gd name="connsiteY0" fmla="*/ 4703 h 15900"/>
                        <a:gd name="connsiteX1" fmla="*/ 8545 w 13019"/>
                        <a:gd name="connsiteY1" fmla="*/ 15181 h 15900"/>
                        <a:gd name="connsiteX2" fmla="*/ 353 w 13019"/>
                        <a:gd name="connsiteY2" fmla="*/ 11276 h 15900"/>
                        <a:gd name="connsiteX3" fmla="*/ 4259 w 13019"/>
                        <a:gd name="connsiteY3" fmla="*/ 703 h 15900"/>
                        <a:gd name="connsiteX4" fmla="*/ 12641 w 13019"/>
                        <a:gd name="connsiteY4" fmla="*/ 4703 h 15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19" h="15900">
                          <a:moveTo>
                            <a:pt x="12641" y="4703"/>
                          </a:moveTo>
                          <a:cubicBezTo>
                            <a:pt x="13879" y="8704"/>
                            <a:pt x="11974" y="13371"/>
                            <a:pt x="8545" y="15181"/>
                          </a:cubicBezTo>
                          <a:cubicBezTo>
                            <a:pt x="5116" y="16991"/>
                            <a:pt x="1496" y="15276"/>
                            <a:pt x="353" y="11276"/>
                          </a:cubicBezTo>
                          <a:cubicBezTo>
                            <a:pt x="-789" y="7275"/>
                            <a:pt x="925" y="2513"/>
                            <a:pt x="4259" y="703"/>
                          </a:cubicBezTo>
                          <a:cubicBezTo>
                            <a:pt x="7688" y="-1107"/>
                            <a:pt x="11498" y="703"/>
                            <a:pt x="12641" y="470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67" name="Forme libre : forme 13866">
                      <a:extLst>
                        <a:ext uri="{FF2B5EF4-FFF2-40B4-BE49-F238E27FC236}">
                          <a16:creationId xmlns:a16="http://schemas.microsoft.com/office/drawing/2014/main" id="{2134C0FF-8547-461B-AE8C-1EA8E724C8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6395" y="2941161"/>
                      <a:ext cx="5027" cy="5619"/>
                    </a:xfrm>
                    <a:custGeom>
                      <a:avLst/>
                      <a:gdLst>
                        <a:gd name="connsiteX0" fmla="*/ 4977 w 5027"/>
                        <a:gd name="connsiteY0" fmla="*/ 2762 h 5619"/>
                        <a:gd name="connsiteX1" fmla="*/ 2120 w 5027"/>
                        <a:gd name="connsiteY1" fmla="*/ 5620 h 5619"/>
                        <a:gd name="connsiteX2" fmla="*/ 24 w 5027"/>
                        <a:gd name="connsiteY2" fmla="*/ 2858 h 5619"/>
                        <a:gd name="connsiteX3" fmla="*/ 2882 w 5027"/>
                        <a:gd name="connsiteY3" fmla="*/ 0 h 5619"/>
                        <a:gd name="connsiteX4" fmla="*/ 4977 w 5027"/>
                        <a:gd name="connsiteY4" fmla="*/ 2762 h 5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27" h="5619">
                          <a:moveTo>
                            <a:pt x="4977" y="2762"/>
                          </a:moveTo>
                          <a:cubicBezTo>
                            <a:pt x="4787" y="4286"/>
                            <a:pt x="3453" y="5620"/>
                            <a:pt x="2120" y="5620"/>
                          </a:cubicBezTo>
                          <a:cubicBezTo>
                            <a:pt x="786" y="5620"/>
                            <a:pt x="-166" y="4382"/>
                            <a:pt x="24" y="2858"/>
                          </a:cubicBezTo>
                          <a:cubicBezTo>
                            <a:pt x="215" y="1333"/>
                            <a:pt x="1548" y="0"/>
                            <a:pt x="2882" y="0"/>
                          </a:cubicBezTo>
                          <a:cubicBezTo>
                            <a:pt x="4310" y="0"/>
                            <a:pt x="5263" y="1238"/>
                            <a:pt x="4977" y="276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868" name="Graphique 5">
                  <a:extLst>
                    <a:ext uri="{FF2B5EF4-FFF2-40B4-BE49-F238E27FC236}">
                      <a16:creationId xmlns:a16="http://schemas.microsoft.com/office/drawing/2014/main" id="{DDDECE8B-08EB-4893-B17F-6245A14A7355}"/>
                    </a:ext>
                  </a:extLst>
                </p:cNvPr>
                <p:cNvGrpSpPr/>
                <p:nvPr/>
              </p:nvGrpSpPr>
              <p:grpSpPr>
                <a:xfrm>
                  <a:off x="3479267" y="2993834"/>
                  <a:ext cx="83112" cy="69541"/>
                  <a:chOff x="3479267" y="2993834"/>
                  <a:chExt cx="83112" cy="69541"/>
                </a:xfrm>
                <a:solidFill>
                  <a:schemeClr val="accent1"/>
                </a:solidFill>
              </p:grpSpPr>
              <p:grpSp>
                <p:nvGrpSpPr>
                  <p:cNvPr id="13869" name="Graphique 5">
                    <a:extLst>
                      <a:ext uri="{FF2B5EF4-FFF2-40B4-BE49-F238E27FC236}">
                        <a16:creationId xmlns:a16="http://schemas.microsoft.com/office/drawing/2014/main" id="{A12F8DC5-1DB9-456B-A9FC-AE34A89A178E}"/>
                      </a:ext>
                    </a:extLst>
                  </p:cNvPr>
                  <p:cNvGrpSpPr/>
                  <p:nvPr/>
                </p:nvGrpSpPr>
                <p:grpSpPr>
                  <a:xfrm>
                    <a:off x="3479267" y="3030307"/>
                    <a:ext cx="27844" cy="33068"/>
                    <a:chOff x="3479267" y="3030307"/>
                    <a:chExt cx="27844" cy="33068"/>
                  </a:xfrm>
                  <a:solidFill>
                    <a:schemeClr val="accent1"/>
                  </a:solidFill>
                </p:grpSpPr>
                <p:sp>
                  <p:nvSpPr>
                    <p:cNvPr id="13870" name="Forme libre : forme 13869">
                      <a:extLst>
                        <a:ext uri="{FF2B5EF4-FFF2-40B4-BE49-F238E27FC236}">
                          <a16:creationId xmlns:a16="http://schemas.microsoft.com/office/drawing/2014/main" id="{2E13FE00-F433-4F43-B8D7-8066DD37C0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9267" y="3030307"/>
                      <a:ext cx="27844" cy="32987"/>
                    </a:xfrm>
                    <a:custGeom>
                      <a:avLst/>
                      <a:gdLst>
                        <a:gd name="connsiteX0" fmla="*/ 17625 w 27844"/>
                        <a:gd name="connsiteY0" fmla="*/ 8 h 32987"/>
                        <a:gd name="connsiteX1" fmla="*/ 27245 w 27844"/>
                        <a:gd name="connsiteY1" fmla="*/ 15915 h 32987"/>
                        <a:gd name="connsiteX2" fmla="*/ 9719 w 27844"/>
                        <a:gd name="connsiteY2" fmla="*/ 32965 h 32987"/>
                        <a:gd name="connsiteX3" fmla="*/ 480 w 27844"/>
                        <a:gd name="connsiteY3" fmla="*/ 17629 h 32987"/>
                        <a:gd name="connsiteX4" fmla="*/ 17625 w 27844"/>
                        <a:gd name="connsiteY4" fmla="*/ 8 h 32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44" h="32987">
                          <a:moveTo>
                            <a:pt x="17625" y="8"/>
                          </a:moveTo>
                          <a:cubicBezTo>
                            <a:pt x="25054" y="-278"/>
                            <a:pt x="29531" y="6961"/>
                            <a:pt x="27245" y="15915"/>
                          </a:cubicBezTo>
                          <a:cubicBezTo>
                            <a:pt x="24959" y="24964"/>
                            <a:pt x="16958" y="32488"/>
                            <a:pt x="9719" y="32965"/>
                          </a:cubicBezTo>
                          <a:cubicBezTo>
                            <a:pt x="2480" y="33441"/>
                            <a:pt x="-1425" y="26488"/>
                            <a:pt x="480" y="17629"/>
                          </a:cubicBezTo>
                          <a:cubicBezTo>
                            <a:pt x="2385" y="8676"/>
                            <a:pt x="10005" y="675"/>
                            <a:pt x="17625" y="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1" name="Forme libre : forme 13870">
                      <a:extLst>
                        <a:ext uri="{FF2B5EF4-FFF2-40B4-BE49-F238E27FC236}">
                          <a16:creationId xmlns:a16="http://schemas.microsoft.com/office/drawing/2014/main" id="{46C4B380-CC1F-4E2B-99F5-B5F8C73C90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3080" y="3030402"/>
                      <a:ext cx="24031" cy="32973"/>
                    </a:xfrm>
                    <a:custGeom>
                      <a:avLst/>
                      <a:gdLst>
                        <a:gd name="connsiteX0" fmla="*/ 10287 w 24031"/>
                        <a:gd name="connsiteY0" fmla="*/ 16391 h 32973"/>
                        <a:gd name="connsiteX1" fmla="*/ 0 w 24031"/>
                        <a:gd name="connsiteY1" fmla="*/ 31155 h 32973"/>
                        <a:gd name="connsiteX2" fmla="*/ 5906 w 24031"/>
                        <a:gd name="connsiteY2" fmla="*/ 32965 h 32973"/>
                        <a:gd name="connsiteX3" fmla="*/ 23432 w 24031"/>
                        <a:gd name="connsiteY3" fmla="*/ 15915 h 32973"/>
                        <a:gd name="connsiteX4" fmla="*/ 13811 w 24031"/>
                        <a:gd name="connsiteY4" fmla="*/ 8 h 32973"/>
                        <a:gd name="connsiteX5" fmla="*/ 6763 w 24031"/>
                        <a:gd name="connsiteY5" fmla="*/ 2675 h 32973"/>
                        <a:gd name="connsiteX6" fmla="*/ 10287 w 24031"/>
                        <a:gd name="connsiteY6" fmla="*/ 16391 h 329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031" h="32973">
                          <a:moveTo>
                            <a:pt x="10287" y="16391"/>
                          </a:moveTo>
                          <a:cubicBezTo>
                            <a:pt x="8763" y="22582"/>
                            <a:pt x="4667" y="28107"/>
                            <a:pt x="0" y="31155"/>
                          </a:cubicBezTo>
                          <a:cubicBezTo>
                            <a:pt x="1524" y="32393"/>
                            <a:pt x="3524" y="33060"/>
                            <a:pt x="5906" y="32965"/>
                          </a:cubicBezTo>
                          <a:cubicBezTo>
                            <a:pt x="13145" y="32488"/>
                            <a:pt x="21146" y="24868"/>
                            <a:pt x="23432" y="15915"/>
                          </a:cubicBezTo>
                          <a:cubicBezTo>
                            <a:pt x="25718" y="6866"/>
                            <a:pt x="21241" y="-278"/>
                            <a:pt x="13811" y="8"/>
                          </a:cubicBezTo>
                          <a:cubicBezTo>
                            <a:pt x="11430" y="199"/>
                            <a:pt x="8954" y="1246"/>
                            <a:pt x="6763" y="2675"/>
                          </a:cubicBezTo>
                          <a:cubicBezTo>
                            <a:pt x="10287" y="4961"/>
                            <a:pt x="11811" y="10295"/>
                            <a:pt x="10287" y="163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2" name="Forme libre : forme 13871">
                      <a:extLst>
                        <a:ext uri="{FF2B5EF4-FFF2-40B4-BE49-F238E27FC236}">
                          <a16:creationId xmlns:a16="http://schemas.microsoft.com/office/drawing/2014/main" id="{BA5D5206-1AB3-454F-9D39-6922CDC7A9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5592" y="3033503"/>
                      <a:ext cx="13379" cy="14327"/>
                    </a:xfrm>
                    <a:custGeom>
                      <a:avLst/>
                      <a:gdLst>
                        <a:gd name="connsiteX0" fmla="*/ 5585 w 13379"/>
                        <a:gd name="connsiteY0" fmla="*/ 1194 h 14327"/>
                        <a:gd name="connsiteX1" fmla="*/ 13300 w 13379"/>
                        <a:gd name="connsiteY1" fmla="*/ 3384 h 14327"/>
                        <a:gd name="connsiteX2" fmla="*/ 7680 w 13379"/>
                        <a:gd name="connsiteY2" fmla="*/ 13195 h 14327"/>
                        <a:gd name="connsiteX3" fmla="*/ 61 w 13379"/>
                        <a:gd name="connsiteY3" fmla="*/ 11100 h 14327"/>
                        <a:gd name="connsiteX4" fmla="*/ 5585 w 13379"/>
                        <a:gd name="connsiteY4" fmla="*/ 1194 h 143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79" h="14327">
                          <a:moveTo>
                            <a:pt x="5585" y="1194"/>
                          </a:moveTo>
                          <a:cubicBezTo>
                            <a:pt x="9300" y="-1092"/>
                            <a:pt x="12729" y="51"/>
                            <a:pt x="13300" y="3384"/>
                          </a:cubicBezTo>
                          <a:cubicBezTo>
                            <a:pt x="13872" y="6718"/>
                            <a:pt x="11300" y="11100"/>
                            <a:pt x="7680" y="13195"/>
                          </a:cubicBezTo>
                          <a:cubicBezTo>
                            <a:pt x="4061" y="15386"/>
                            <a:pt x="822" y="14243"/>
                            <a:pt x="61" y="11100"/>
                          </a:cubicBezTo>
                          <a:cubicBezTo>
                            <a:pt x="-416" y="7861"/>
                            <a:pt x="1965" y="3480"/>
                            <a:pt x="5585" y="11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3" name="Forme libre : forme 13872">
                      <a:extLst>
                        <a:ext uri="{FF2B5EF4-FFF2-40B4-BE49-F238E27FC236}">
                          <a16:creationId xmlns:a16="http://schemas.microsoft.com/office/drawing/2014/main" id="{0098E1FE-6740-41A9-8338-625C62301E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5306" y="3043168"/>
                      <a:ext cx="4548" cy="5434"/>
                    </a:xfrm>
                    <a:custGeom>
                      <a:avLst/>
                      <a:gdLst>
                        <a:gd name="connsiteX0" fmla="*/ 2918 w 4548"/>
                        <a:gd name="connsiteY0" fmla="*/ 6 h 5434"/>
                        <a:gd name="connsiteX1" fmla="*/ 4442 w 4548"/>
                        <a:gd name="connsiteY1" fmla="*/ 2577 h 5434"/>
                        <a:gd name="connsiteX2" fmla="*/ 1679 w 4548"/>
                        <a:gd name="connsiteY2" fmla="*/ 5435 h 5434"/>
                        <a:gd name="connsiteX3" fmla="*/ 60 w 4548"/>
                        <a:gd name="connsiteY3" fmla="*/ 2863 h 5434"/>
                        <a:gd name="connsiteX4" fmla="*/ 2918 w 4548"/>
                        <a:gd name="connsiteY4" fmla="*/ 6 h 5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48" h="5434">
                          <a:moveTo>
                            <a:pt x="2918" y="6"/>
                          </a:moveTo>
                          <a:cubicBezTo>
                            <a:pt x="4156" y="-90"/>
                            <a:pt x="4823" y="1053"/>
                            <a:pt x="4442" y="2577"/>
                          </a:cubicBezTo>
                          <a:cubicBezTo>
                            <a:pt x="4061" y="4101"/>
                            <a:pt x="2823" y="5340"/>
                            <a:pt x="1679" y="5435"/>
                          </a:cubicBezTo>
                          <a:cubicBezTo>
                            <a:pt x="536" y="5435"/>
                            <a:pt x="-225" y="4387"/>
                            <a:pt x="60" y="2863"/>
                          </a:cubicBezTo>
                          <a:cubicBezTo>
                            <a:pt x="441" y="1434"/>
                            <a:pt x="1679" y="101"/>
                            <a:pt x="2918" y="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874" name="Graphique 5">
                    <a:extLst>
                      <a:ext uri="{FF2B5EF4-FFF2-40B4-BE49-F238E27FC236}">
                        <a16:creationId xmlns:a16="http://schemas.microsoft.com/office/drawing/2014/main" id="{C60F2121-046D-4296-9201-C7C341F83095}"/>
                      </a:ext>
                    </a:extLst>
                  </p:cNvPr>
                  <p:cNvGrpSpPr/>
                  <p:nvPr/>
                </p:nvGrpSpPr>
                <p:grpSpPr>
                  <a:xfrm>
                    <a:off x="3506736" y="3016310"/>
                    <a:ext cx="29155" cy="32689"/>
                    <a:chOff x="3506736" y="3016310"/>
                    <a:chExt cx="29155" cy="32689"/>
                  </a:xfrm>
                  <a:solidFill>
                    <a:schemeClr val="accent1"/>
                  </a:solidFill>
                </p:grpSpPr>
                <p:sp>
                  <p:nvSpPr>
                    <p:cNvPr id="13875" name="Forme libre : forme 13874">
                      <a:extLst>
                        <a:ext uri="{FF2B5EF4-FFF2-40B4-BE49-F238E27FC236}">
                          <a16:creationId xmlns:a16="http://schemas.microsoft.com/office/drawing/2014/main" id="{E99EF465-1EDA-40F6-9C5E-BA9D09C88C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06736" y="3016310"/>
                      <a:ext cx="29060" cy="32689"/>
                    </a:xfrm>
                    <a:custGeom>
                      <a:avLst/>
                      <a:gdLst>
                        <a:gd name="connsiteX0" fmla="*/ 18350 w 29060"/>
                        <a:gd name="connsiteY0" fmla="*/ 4 h 32689"/>
                        <a:gd name="connsiteX1" fmla="*/ 28351 w 29060"/>
                        <a:gd name="connsiteY1" fmla="*/ 16387 h 32689"/>
                        <a:gd name="connsiteX2" fmla="*/ 10254 w 29060"/>
                        <a:gd name="connsiteY2" fmla="*/ 32674 h 32689"/>
                        <a:gd name="connsiteX3" fmla="*/ 538 w 29060"/>
                        <a:gd name="connsiteY3" fmla="*/ 16863 h 32689"/>
                        <a:gd name="connsiteX4" fmla="*/ 18350 w 29060"/>
                        <a:gd name="connsiteY4" fmla="*/ 4 h 32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060" h="32689">
                          <a:moveTo>
                            <a:pt x="18350" y="4"/>
                          </a:moveTo>
                          <a:cubicBezTo>
                            <a:pt x="26256" y="-187"/>
                            <a:pt x="30923" y="7147"/>
                            <a:pt x="28351" y="16387"/>
                          </a:cubicBezTo>
                          <a:cubicBezTo>
                            <a:pt x="25874" y="25435"/>
                            <a:pt x="17588" y="32674"/>
                            <a:pt x="10254" y="32674"/>
                          </a:cubicBezTo>
                          <a:cubicBezTo>
                            <a:pt x="2633" y="33055"/>
                            <a:pt x="-1558" y="26007"/>
                            <a:pt x="538" y="16863"/>
                          </a:cubicBezTo>
                          <a:cubicBezTo>
                            <a:pt x="2729" y="7814"/>
                            <a:pt x="10539" y="99"/>
                            <a:pt x="18350" y="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6" name="Forme libre : forme 13875">
                      <a:extLst>
                        <a:ext uri="{FF2B5EF4-FFF2-40B4-BE49-F238E27FC236}">
                          <a16:creationId xmlns:a16="http://schemas.microsoft.com/office/drawing/2014/main" id="{481B9533-2EB3-4B76-9ECB-30E7CBBB2D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0798" y="3016310"/>
                      <a:ext cx="25093" cy="32682"/>
                    </a:xfrm>
                    <a:custGeom>
                      <a:avLst/>
                      <a:gdLst>
                        <a:gd name="connsiteX0" fmla="*/ 10763 w 25093"/>
                        <a:gd name="connsiteY0" fmla="*/ 16291 h 32682"/>
                        <a:gd name="connsiteX1" fmla="*/ 0 w 25093"/>
                        <a:gd name="connsiteY1" fmla="*/ 30769 h 32682"/>
                        <a:gd name="connsiteX2" fmla="*/ 6287 w 25093"/>
                        <a:gd name="connsiteY2" fmla="*/ 32674 h 32682"/>
                        <a:gd name="connsiteX3" fmla="*/ 24384 w 25093"/>
                        <a:gd name="connsiteY3" fmla="*/ 16387 h 32682"/>
                        <a:gd name="connsiteX4" fmla="*/ 14383 w 25093"/>
                        <a:gd name="connsiteY4" fmla="*/ 4 h 32682"/>
                        <a:gd name="connsiteX5" fmla="*/ 7049 w 25093"/>
                        <a:gd name="connsiteY5" fmla="*/ 2290 h 32682"/>
                        <a:gd name="connsiteX6" fmla="*/ 10763 w 25093"/>
                        <a:gd name="connsiteY6" fmla="*/ 16291 h 32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093" h="32682">
                          <a:moveTo>
                            <a:pt x="10763" y="16291"/>
                          </a:moveTo>
                          <a:cubicBezTo>
                            <a:pt x="9239" y="22483"/>
                            <a:pt x="4953" y="27817"/>
                            <a:pt x="0" y="30769"/>
                          </a:cubicBezTo>
                          <a:cubicBezTo>
                            <a:pt x="1619" y="32008"/>
                            <a:pt x="3715" y="32770"/>
                            <a:pt x="6287" y="32674"/>
                          </a:cubicBezTo>
                          <a:cubicBezTo>
                            <a:pt x="13716" y="32674"/>
                            <a:pt x="22003" y="25435"/>
                            <a:pt x="24384" y="16387"/>
                          </a:cubicBezTo>
                          <a:cubicBezTo>
                            <a:pt x="26956" y="7147"/>
                            <a:pt x="22288" y="-187"/>
                            <a:pt x="14383" y="4"/>
                          </a:cubicBezTo>
                          <a:cubicBezTo>
                            <a:pt x="11906" y="4"/>
                            <a:pt x="9430" y="956"/>
                            <a:pt x="7049" y="2290"/>
                          </a:cubicBezTo>
                          <a:cubicBezTo>
                            <a:pt x="10573" y="5052"/>
                            <a:pt x="12192" y="10291"/>
                            <a:pt x="10763" y="162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7" name="Forme libre : forme 13876">
                      <a:extLst>
                        <a:ext uri="{FF2B5EF4-FFF2-40B4-BE49-F238E27FC236}">
                          <a16:creationId xmlns:a16="http://schemas.microsoft.com/office/drawing/2014/main" id="{BFDA6FE7-8EE9-49C2-869E-E0CE980C8A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3547" y="3019421"/>
                      <a:ext cx="13926" cy="14193"/>
                    </a:xfrm>
                    <a:custGeom>
                      <a:avLst/>
                      <a:gdLst>
                        <a:gd name="connsiteX0" fmla="*/ 5728 w 13926"/>
                        <a:gd name="connsiteY0" fmla="*/ 988 h 14193"/>
                        <a:gd name="connsiteX1" fmla="*/ 13824 w 13926"/>
                        <a:gd name="connsiteY1" fmla="*/ 3464 h 14193"/>
                        <a:gd name="connsiteX2" fmla="*/ 8014 w 13926"/>
                        <a:gd name="connsiteY2" fmla="*/ 13180 h 14193"/>
                        <a:gd name="connsiteX3" fmla="*/ 108 w 13926"/>
                        <a:gd name="connsiteY3" fmla="*/ 10799 h 14193"/>
                        <a:gd name="connsiteX4" fmla="*/ 5728 w 13926"/>
                        <a:gd name="connsiteY4" fmla="*/ 988 h 14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26" h="14193">
                          <a:moveTo>
                            <a:pt x="5728" y="988"/>
                          </a:moveTo>
                          <a:cubicBezTo>
                            <a:pt x="9538" y="-1012"/>
                            <a:pt x="13158" y="131"/>
                            <a:pt x="13824" y="3464"/>
                          </a:cubicBezTo>
                          <a:cubicBezTo>
                            <a:pt x="14491" y="6798"/>
                            <a:pt x="11824" y="11084"/>
                            <a:pt x="8014" y="13180"/>
                          </a:cubicBezTo>
                          <a:cubicBezTo>
                            <a:pt x="4204" y="15180"/>
                            <a:pt x="680" y="14132"/>
                            <a:pt x="108" y="10799"/>
                          </a:cubicBezTo>
                          <a:cubicBezTo>
                            <a:pt x="-558" y="7370"/>
                            <a:pt x="1918" y="2988"/>
                            <a:pt x="5728" y="9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78" name="Forme libre : forme 13877">
                      <a:extLst>
                        <a:ext uri="{FF2B5EF4-FFF2-40B4-BE49-F238E27FC236}">
                          <a16:creationId xmlns:a16="http://schemas.microsoft.com/office/drawing/2014/main" id="{918ECC04-F8ED-4E01-9230-ADF6ABCEA8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3081" y="3028886"/>
                      <a:ext cx="4769" cy="5429"/>
                    </a:xfrm>
                    <a:custGeom>
                      <a:avLst/>
                      <a:gdLst>
                        <a:gd name="connsiteX0" fmla="*/ 3051 w 4769"/>
                        <a:gd name="connsiteY0" fmla="*/ 0 h 5429"/>
                        <a:gd name="connsiteX1" fmla="*/ 4671 w 4769"/>
                        <a:gd name="connsiteY1" fmla="*/ 2667 h 5429"/>
                        <a:gd name="connsiteX2" fmla="*/ 1718 w 4769"/>
                        <a:gd name="connsiteY2" fmla="*/ 5429 h 5429"/>
                        <a:gd name="connsiteX3" fmla="*/ 99 w 4769"/>
                        <a:gd name="connsiteY3" fmla="*/ 2762 h 5429"/>
                        <a:gd name="connsiteX4" fmla="*/ 3051 w 4769"/>
                        <a:gd name="connsiteY4" fmla="*/ 0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9" h="5429">
                          <a:moveTo>
                            <a:pt x="3051" y="0"/>
                          </a:moveTo>
                          <a:cubicBezTo>
                            <a:pt x="4290" y="0"/>
                            <a:pt x="5052" y="1143"/>
                            <a:pt x="4671" y="2667"/>
                          </a:cubicBezTo>
                          <a:cubicBezTo>
                            <a:pt x="4290" y="4191"/>
                            <a:pt x="2956" y="5429"/>
                            <a:pt x="1718" y="5429"/>
                          </a:cubicBezTo>
                          <a:cubicBezTo>
                            <a:pt x="480" y="5429"/>
                            <a:pt x="-282" y="4286"/>
                            <a:pt x="99" y="2762"/>
                          </a:cubicBezTo>
                          <a:cubicBezTo>
                            <a:pt x="480" y="1238"/>
                            <a:pt x="1718" y="0"/>
                            <a:pt x="305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879" name="Graphique 5">
                    <a:extLst>
                      <a:ext uri="{FF2B5EF4-FFF2-40B4-BE49-F238E27FC236}">
                        <a16:creationId xmlns:a16="http://schemas.microsoft.com/office/drawing/2014/main" id="{75FCEF69-9F39-4A29-92A1-14A1E6302A2C}"/>
                      </a:ext>
                    </a:extLst>
                  </p:cNvPr>
                  <p:cNvGrpSpPr/>
                  <p:nvPr/>
                </p:nvGrpSpPr>
                <p:grpSpPr>
                  <a:xfrm>
                    <a:off x="3532318" y="2993834"/>
                    <a:ext cx="30060" cy="33345"/>
                    <a:chOff x="3532318" y="2993834"/>
                    <a:chExt cx="30060" cy="33345"/>
                  </a:xfrm>
                  <a:solidFill>
                    <a:schemeClr val="accent1"/>
                  </a:solidFill>
                </p:grpSpPr>
                <p:sp>
                  <p:nvSpPr>
                    <p:cNvPr id="13880" name="Forme libre : forme 13879">
                      <a:extLst>
                        <a:ext uri="{FF2B5EF4-FFF2-40B4-BE49-F238E27FC236}">
                          <a16:creationId xmlns:a16="http://schemas.microsoft.com/office/drawing/2014/main" id="{9475F665-1093-4941-9EFF-941DD95A39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2318" y="2993929"/>
                      <a:ext cx="30007" cy="33251"/>
                    </a:xfrm>
                    <a:custGeom>
                      <a:avLst/>
                      <a:gdLst>
                        <a:gd name="connsiteX0" fmla="*/ 18961 w 30007"/>
                        <a:gd name="connsiteY0" fmla="*/ 1 h 33251"/>
                        <a:gd name="connsiteX1" fmla="*/ 29343 w 30007"/>
                        <a:gd name="connsiteY1" fmla="*/ 17336 h 33251"/>
                        <a:gd name="connsiteX2" fmla="*/ 10579 w 30007"/>
                        <a:gd name="connsiteY2" fmla="*/ 33243 h 33251"/>
                        <a:gd name="connsiteX3" fmla="*/ 483 w 30007"/>
                        <a:gd name="connsiteY3" fmla="*/ 16574 h 33251"/>
                        <a:gd name="connsiteX4" fmla="*/ 18961 w 30007"/>
                        <a:gd name="connsiteY4" fmla="*/ 1 h 332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007" h="33251">
                          <a:moveTo>
                            <a:pt x="18961" y="1"/>
                          </a:moveTo>
                          <a:cubicBezTo>
                            <a:pt x="27153" y="191"/>
                            <a:pt x="31820" y="8288"/>
                            <a:pt x="29343" y="17336"/>
                          </a:cubicBezTo>
                          <a:cubicBezTo>
                            <a:pt x="26962" y="26480"/>
                            <a:pt x="18390" y="33529"/>
                            <a:pt x="10579" y="33243"/>
                          </a:cubicBezTo>
                          <a:cubicBezTo>
                            <a:pt x="2864" y="32862"/>
                            <a:pt x="-1518" y="25623"/>
                            <a:pt x="483" y="16574"/>
                          </a:cubicBezTo>
                          <a:cubicBezTo>
                            <a:pt x="2673" y="7430"/>
                            <a:pt x="10770" y="-94"/>
                            <a:pt x="18961" y="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1" name="Forme libre : forme 13880">
                      <a:extLst>
                        <a:ext uri="{FF2B5EF4-FFF2-40B4-BE49-F238E27FC236}">
                          <a16:creationId xmlns:a16="http://schemas.microsoft.com/office/drawing/2014/main" id="{836616E3-068C-4A06-9A77-45E7491AC0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6611" y="2993834"/>
                      <a:ext cx="25767" cy="33246"/>
                    </a:xfrm>
                    <a:custGeom>
                      <a:avLst/>
                      <a:gdLst>
                        <a:gd name="connsiteX0" fmla="*/ 11049 w 25767"/>
                        <a:gd name="connsiteY0" fmla="*/ 16574 h 33246"/>
                        <a:gd name="connsiteX1" fmla="*/ 0 w 25767"/>
                        <a:gd name="connsiteY1" fmla="*/ 30766 h 33246"/>
                        <a:gd name="connsiteX2" fmla="*/ 6382 w 25767"/>
                        <a:gd name="connsiteY2" fmla="*/ 33242 h 33246"/>
                        <a:gd name="connsiteX3" fmla="*/ 25146 w 25767"/>
                        <a:gd name="connsiteY3" fmla="*/ 17336 h 33246"/>
                        <a:gd name="connsiteX4" fmla="*/ 14764 w 25767"/>
                        <a:gd name="connsiteY4" fmla="*/ 0 h 33246"/>
                        <a:gd name="connsiteX5" fmla="*/ 7144 w 25767"/>
                        <a:gd name="connsiteY5" fmla="*/ 2096 h 33246"/>
                        <a:gd name="connsiteX6" fmla="*/ 11049 w 25767"/>
                        <a:gd name="connsiteY6" fmla="*/ 16574 h 33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767" h="33246">
                          <a:moveTo>
                            <a:pt x="11049" y="16574"/>
                          </a:moveTo>
                          <a:cubicBezTo>
                            <a:pt x="9430" y="22860"/>
                            <a:pt x="5048" y="28099"/>
                            <a:pt x="0" y="30766"/>
                          </a:cubicBezTo>
                          <a:cubicBezTo>
                            <a:pt x="1714" y="32195"/>
                            <a:pt x="3810" y="33147"/>
                            <a:pt x="6382" y="33242"/>
                          </a:cubicBezTo>
                          <a:cubicBezTo>
                            <a:pt x="14192" y="33433"/>
                            <a:pt x="22669" y="26384"/>
                            <a:pt x="25146" y="17336"/>
                          </a:cubicBezTo>
                          <a:cubicBezTo>
                            <a:pt x="27527" y="8287"/>
                            <a:pt x="22860" y="191"/>
                            <a:pt x="14764" y="0"/>
                          </a:cubicBezTo>
                          <a:cubicBezTo>
                            <a:pt x="12192" y="0"/>
                            <a:pt x="9525" y="762"/>
                            <a:pt x="7144" y="2096"/>
                          </a:cubicBezTo>
                          <a:cubicBezTo>
                            <a:pt x="10858" y="5048"/>
                            <a:pt x="12668" y="10382"/>
                            <a:pt x="11049" y="1657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2" name="Forme libre : forme 13881">
                      <a:extLst>
                        <a:ext uri="{FF2B5EF4-FFF2-40B4-BE49-F238E27FC236}">
                          <a16:creationId xmlns:a16="http://schemas.microsoft.com/office/drawing/2014/main" id="{532EBAAC-B0CC-4F52-BFEE-D50B894D9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9268" y="2997019"/>
                      <a:ext cx="14396" cy="14179"/>
                    </a:xfrm>
                    <a:custGeom>
                      <a:avLst/>
                      <a:gdLst>
                        <a:gd name="connsiteX0" fmla="*/ 5915 w 14396"/>
                        <a:gd name="connsiteY0" fmla="*/ 911 h 14179"/>
                        <a:gd name="connsiteX1" fmla="*/ 14298 w 14396"/>
                        <a:gd name="connsiteY1" fmla="*/ 3769 h 14179"/>
                        <a:gd name="connsiteX2" fmla="*/ 8297 w 14396"/>
                        <a:gd name="connsiteY2" fmla="*/ 13389 h 14179"/>
                        <a:gd name="connsiteX3" fmla="*/ 105 w 14396"/>
                        <a:gd name="connsiteY3" fmla="*/ 10627 h 14179"/>
                        <a:gd name="connsiteX4" fmla="*/ 5915 w 14396"/>
                        <a:gd name="connsiteY4" fmla="*/ 911 h 14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96" h="14179">
                          <a:moveTo>
                            <a:pt x="5915" y="911"/>
                          </a:moveTo>
                          <a:cubicBezTo>
                            <a:pt x="9821" y="-994"/>
                            <a:pt x="13726" y="149"/>
                            <a:pt x="14298" y="3769"/>
                          </a:cubicBezTo>
                          <a:cubicBezTo>
                            <a:pt x="14964" y="7293"/>
                            <a:pt x="12202" y="11579"/>
                            <a:pt x="8297" y="13389"/>
                          </a:cubicBezTo>
                          <a:cubicBezTo>
                            <a:pt x="4487" y="15103"/>
                            <a:pt x="772" y="13960"/>
                            <a:pt x="105" y="10627"/>
                          </a:cubicBezTo>
                          <a:cubicBezTo>
                            <a:pt x="-561" y="7198"/>
                            <a:pt x="2010" y="2816"/>
                            <a:pt x="5915" y="91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3" name="Forme libre : forme 13882">
                      <a:extLst>
                        <a:ext uri="{FF2B5EF4-FFF2-40B4-BE49-F238E27FC236}">
                          <a16:creationId xmlns:a16="http://schemas.microsoft.com/office/drawing/2014/main" id="{3ED7D6E3-29B3-4217-A1CE-3CD1E547A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8989" y="3006312"/>
                      <a:ext cx="4920" cy="5334"/>
                    </a:xfrm>
                    <a:custGeom>
                      <a:avLst/>
                      <a:gdLst>
                        <a:gd name="connsiteX0" fmla="*/ 3051 w 4920"/>
                        <a:gd name="connsiteY0" fmla="*/ 0 h 5334"/>
                        <a:gd name="connsiteX1" fmla="*/ 4860 w 4920"/>
                        <a:gd name="connsiteY1" fmla="*/ 2667 h 5334"/>
                        <a:gd name="connsiteX2" fmla="*/ 1813 w 4920"/>
                        <a:gd name="connsiteY2" fmla="*/ 5334 h 5334"/>
                        <a:gd name="connsiteX3" fmla="*/ 98 w 4920"/>
                        <a:gd name="connsiteY3" fmla="*/ 2667 h 5334"/>
                        <a:gd name="connsiteX4" fmla="*/ 3051 w 4920"/>
                        <a:gd name="connsiteY4" fmla="*/ 0 h 5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20" h="5334">
                          <a:moveTo>
                            <a:pt x="3051" y="0"/>
                          </a:moveTo>
                          <a:cubicBezTo>
                            <a:pt x="4384" y="0"/>
                            <a:pt x="5146" y="1238"/>
                            <a:pt x="4860" y="2667"/>
                          </a:cubicBezTo>
                          <a:cubicBezTo>
                            <a:pt x="4480" y="4191"/>
                            <a:pt x="3146" y="5334"/>
                            <a:pt x="1813" y="5334"/>
                          </a:cubicBezTo>
                          <a:cubicBezTo>
                            <a:pt x="479" y="5334"/>
                            <a:pt x="-283" y="4096"/>
                            <a:pt x="98" y="2667"/>
                          </a:cubicBezTo>
                          <a:cubicBezTo>
                            <a:pt x="384" y="1238"/>
                            <a:pt x="1717" y="0"/>
                            <a:pt x="305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884" name="Graphique 5">
                  <a:extLst>
                    <a:ext uri="{FF2B5EF4-FFF2-40B4-BE49-F238E27FC236}">
                      <a16:creationId xmlns:a16="http://schemas.microsoft.com/office/drawing/2014/main" id="{7A5EDC00-C885-4ADF-A440-19F85FA4ACEB}"/>
                    </a:ext>
                  </a:extLst>
                </p:cNvPr>
                <p:cNvGrpSpPr/>
                <p:nvPr/>
              </p:nvGrpSpPr>
              <p:grpSpPr>
                <a:xfrm>
                  <a:off x="3581754" y="2987037"/>
                  <a:ext cx="90714" cy="43183"/>
                  <a:chOff x="3581754" y="2987037"/>
                  <a:chExt cx="90714" cy="43183"/>
                </a:xfrm>
                <a:solidFill>
                  <a:schemeClr val="accent1"/>
                </a:solidFill>
              </p:grpSpPr>
              <p:grpSp>
                <p:nvGrpSpPr>
                  <p:cNvPr id="13885" name="Graphique 5">
                    <a:extLst>
                      <a:ext uri="{FF2B5EF4-FFF2-40B4-BE49-F238E27FC236}">
                        <a16:creationId xmlns:a16="http://schemas.microsoft.com/office/drawing/2014/main" id="{1BB76D87-7481-45C2-88BC-35AF6575C6A1}"/>
                      </a:ext>
                    </a:extLst>
                  </p:cNvPr>
                  <p:cNvGrpSpPr/>
                  <p:nvPr/>
                </p:nvGrpSpPr>
                <p:grpSpPr>
                  <a:xfrm>
                    <a:off x="3581754" y="2987037"/>
                    <a:ext cx="31366" cy="33259"/>
                    <a:chOff x="3581754" y="2987037"/>
                    <a:chExt cx="31366" cy="33259"/>
                  </a:xfrm>
                  <a:solidFill>
                    <a:schemeClr val="accent1"/>
                  </a:solidFill>
                </p:grpSpPr>
                <p:sp>
                  <p:nvSpPr>
                    <p:cNvPr id="13886" name="Forme libre : forme 13885">
                      <a:extLst>
                        <a:ext uri="{FF2B5EF4-FFF2-40B4-BE49-F238E27FC236}">
                          <a16:creationId xmlns:a16="http://schemas.microsoft.com/office/drawing/2014/main" id="{F6F1F01B-4BB3-43F4-8A41-1A14CC9965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1754" y="2987037"/>
                      <a:ext cx="31366" cy="33234"/>
                    </a:xfrm>
                    <a:custGeom>
                      <a:avLst/>
                      <a:gdLst>
                        <a:gd name="connsiteX0" fmla="*/ 27914 w 31366"/>
                        <a:gd name="connsiteY0" fmla="*/ 3939 h 33234"/>
                        <a:gd name="connsiteX1" fmla="*/ 25151 w 31366"/>
                        <a:gd name="connsiteY1" fmla="*/ 27276 h 33234"/>
                        <a:gd name="connsiteX2" fmla="*/ 3244 w 31366"/>
                        <a:gd name="connsiteY2" fmla="*/ 29466 h 33234"/>
                        <a:gd name="connsiteX3" fmla="*/ 5721 w 31366"/>
                        <a:gd name="connsiteY3" fmla="*/ 6130 h 33234"/>
                        <a:gd name="connsiteX4" fmla="*/ 27914 w 31366"/>
                        <a:gd name="connsiteY4" fmla="*/ 3939 h 33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366" h="33234">
                          <a:moveTo>
                            <a:pt x="27914" y="3939"/>
                          </a:moveTo>
                          <a:cubicBezTo>
                            <a:pt x="33438" y="9940"/>
                            <a:pt x="32200" y="20418"/>
                            <a:pt x="25151" y="27276"/>
                          </a:cubicBezTo>
                          <a:cubicBezTo>
                            <a:pt x="18198" y="34229"/>
                            <a:pt x="8388" y="35277"/>
                            <a:pt x="3244" y="29466"/>
                          </a:cubicBezTo>
                          <a:cubicBezTo>
                            <a:pt x="-1804" y="23656"/>
                            <a:pt x="-947" y="13369"/>
                            <a:pt x="5721" y="6130"/>
                          </a:cubicBezTo>
                          <a:cubicBezTo>
                            <a:pt x="12483" y="-1109"/>
                            <a:pt x="22389" y="-2061"/>
                            <a:pt x="27914" y="393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7" name="Forme libre : forme 13886">
                      <a:extLst>
                        <a:ext uri="{FF2B5EF4-FFF2-40B4-BE49-F238E27FC236}">
                          <a16:creationId xmlns:a16="http://schemas.microsoft.com/office/drawing/2014/main" id="{3ED87793-CF87-4571-AE7F-9C9E946CCD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2045" y="2987452"/>
                      <a:ext cx="31045" cy="32843"/>
                    </a:xfrm>
                    <a:custGeom>
                      <a:avLst/>
                      <a:gdLst>
                        <a:gd name="connsiteX0" fmla="*/ 15526 w 31045"/>
                        <a:gd name="connsiteY0" fmla="*/ 16478 h 32843"/>
                        <a:gd name="connsiteX1" fmla="*/ 0 w 31045"/>
                        <a:gd name="connsiteY1" fmla="*/ 22193 h 32843"/>
                        <a:gd name="connsiteX2" fmla="*/ 2953 w 31045"/>
                        <a:gd name="connsiteY2" fmla="*/ 29146 h 32843"/>
                        <a:gd name="connsiteX3" fmla="*/ 24860 w 31045"/>
                        <a:gd name="connsiteY3" fmla="*/ 26956 h 32843"/>
                        <a:gd name="connsiteX4" fmla="*/ 27622 w 31045"/>
                        <a:gd name="connsiteY4" fmla="*/ 3620 h 32843"/>
                        <a:gd name="connsiteX5" fmla="*/ 21241 w 31045"/>
                        <a:gd name="connsiteY5" fmla="*/ 0 h 32843"/>
                        <a:gd name="connsiteX6" fmla="*/ 15526 w 31045"/>
                        <a:gd name="connsiteY6" fmla="*/ 16478 h 32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045" h="32843">
                          <a:moveTo>
                            <a:pt x="15526" y="16478"/>
                          </a:moveTo>
                          <a:cubicBezTo>
                            <a:pt x="10859" y="21241"/>
                            <a:pt x="4953" y="23241"/>
                            <a:pt x="0" y="22193"/>
                          </a:cubicBezTo>
                          <a:cubicBezTo>
                            <a:pt x="381" y="24860"/>
                            <a:pt x="1334" y="27242"/>
                            <a:pt x="2953" y="29146"/>
                          </a:cubicBezTo>
                          <a:cubicBezTo>
                            <a:pt x="8096" y="34862"/>
                            <a:pt x="17812" y="33814"/>
                            <a:pt x="24860" y="26956"/>
                          </a:cubicBezTo>
                          <a:cubicBezTo>
                            <a:pt x="31813" y="20003"/>
                            <a:pt x="33147" y="9620"/>
                            <a:pt x="27622" y="3620"/>
                          </a:cubicBezTo>
                          <a:cubicBezTo>
                            <a:pt x="25908" y="1715"/>
                            <a:pt x="23622" y="571"/>
                            <a:pt x="21241" y="0"/>
                          </a:cubicBezTo>
                          <a:cubicBezTo>
                            <a:pt x="22098" y="5429"/>
                            <a:pt x="20098" y="11716"/>
                            <a:pt x="15526" y="164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8" name="Forme libre : forme 13887">
                      <a:extLst>
                        <a:ext uri="{FF2B5EF4-FFF2-40B4-BE49-F238E27FC236}">
                          <a16:creationId xmlns:a16="http://schemas.microsoft.com/office/drawing/2014/main" id="{E9B0B4F3-1ED7-434D-8D27-CE5D028E49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3125" y="2990007"/>
                      <a:ext cx="14701" cy="14057"/>
                    </a:xfrm>
                    <a:custGeom>
                      <a:avLst/>
                      <a:gdLst>
                        <a:gd name="connsiteX0" fmla="*/ 10066 w 14701"/>
                        <a:gd name="connsiteY0" fmla="*/ 303 h 14057"/>
                        <a:gd name="connsiteX1" fmla="*/ 14162 w 14701"/>
                        <a:gd name="connsiteY1" fmla="*/ 8971 h 14057"/>
                        <a:gd name="connsiteX2" fmla="*/ 4542 w 14701"/>
                        <a:gd name="connsiteY2" fmla="*/ 13829 h 14057"/>
                        <a:gd name="connsiteX3" fmla="*/ 541 w 14701"/>
                        <a:gd name="connsiteY3" fmla="*/ 5161 h 14057"/>
                        <a:gd name="connsiteX4" fmla="*/ 10066 w 14701"/>
                        <a:gd name="connsiteY4" fmla="*/ 303 h 140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01" h="14057">
                          <a:moveTo>
                            <a:pt x="10066" y="303"/>
                          </a:moveTo>
                          <a:cubicBezTo>
                            <a:pt x="13876" y="1351"/>
                            <a:pt x="15686" y="5256"/>
                            <a:pt x="14162" y="8971"/>
                          </a:cubicBezTo>
                          <a:cubicBezTo>
                            <a:pt x="12638" y="12686"/>
                            <a:pt x="8256" y="14781"/>
                            <a:pt x="4542" y="13829"/>
                          </a:cubicBezTo>
                          <a:cubicBezTo>
                            <a:pt x="827" y="12781"/>
                            <a:pt x="-983" y="8971"/>
                            <a:pt x="541" y="5161"/>
                          </a:cubicBezTo>
                          <a:cubicBezTo>
                            <a:pt x="1970" y="1351"/>
                            <a:pt x="6256" y="-840"/>
                            <a:pt x="10066" y="30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9" name="Forme libre : forme 13888">
                      <a:extLst>
                        <a:ext uri="{FF2B5EF4-FFF2-40B4-BE49-F238E27FC236}">
                          <a16:creationId xmlns:a16="http://schemas.microsoft.com/office/drawing/2014/main" id="{21E0B7E9-45C8-4C66-AA32-400CCBDBF4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1602" y="2995289"/>
                      <a:ext cx="5080" cy="5536"/>
                    </a:xfrm>
                    <a:custGeom>
                      <a:avLst/>
                      <a:gdLst>
                        <a:gd name="connsiteX0" fmla="*/ 4540 w 5080"/>
                        <a:gd name="connsiteY0" fmla="*/ 641 h 5536"/>
                        <a:gd name="connsiteX1" fmla="*/ 4159 w 5080"/>
                        <a:gd name="connsiteY1" fmla="*/ 4546 h 5536"/>
                        <a:gd name="connsiteX2" fmla="*/ 540 w 5080"/>
                        <a:gd name="connsiteY2" fmla="*/ 4927 h 5536"/>
                        <a:gd name="connsiteX3" fmla="*/ 921 w 5080"/>
                        <a:gd name="connsiteY3" fmla="*/ 1022 h 5536"/>
                        <a:gd name="connsiteX4" fmla="*/ 4540 w 5080"/>
                        <a:gd name="connsiteY4" fmla="*/ 641 h 5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80" h="5536">
                          <a:moveTo>
                            <a:pt x="4540" y="641"/>
                          </a:moveTo>
                          <a:cubicBezTo>
                            <a:pt x="5398" y="1593"/>
                            <a:pt x="5207" y="3308"/>
                            <a:pt x="4159" y="4546"/>
                          </a:cubicBezTo>
                          <a:cubicBezTo>
                            <a:pt x="3016" y="5689"/>
                            <a:pt x="1397" y="5879"/>
                            <a:pt x="540" y="4927"/>
                          </a:cubicBezTo>
                          <a:cubicBezTo>
                            <a:pt x="-317" y="3975"/>
                            <a:pt x="-127" y="2260"/>
                            <a:pt x="921" y="1022"/>
                          </a:cubicBezTo>
                          <a:cubicBezTo>
                            <a:pt x="1969" y="-217"/>
                            <a:pt x="3588" y="-312"/>
                            <a:pt x="4540" y="6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890" name="Graphique 5">
                    <a:extLst>
                      <a:ext uri="{FF2B5EF4-FFF2-40B4-BE49-F238E27FC236}">
                        <a16:creationId xmlns:a16="http://schemas.microsoft.com/office/drawing/2014/main" id="{7B05CE89-B46F-492E-A76E-C56D3D0A20E5}"/>
                      </a:ext>
                    </a:extLst>
                  </p:cNvPr>
                  <p:cNvGrpSpPr/>
                  <p:nvPr/>
                </p:nvGrpSpPr>
                <p:grpSpPr>
                  <a:xfrm>
                    <a:off x="3609018" y="2996723"/>
                    <a:ext cx="31959" cy="33170"/>
                    <a:chOff x="3609018" y="2996723"/>
                    <a:chExt cx="31959" cy="33170"/>
                  </a:xfrm>
                  <a:solidFill>
                    <a:schemeClr val="accent1"/>
                  </a:solidFill>
                </p:grpSpPr>
                <p:sp>
                  <p:nvSpPr>
                    <p:cNvPr id="13891" name="Forme libre : forme 13890">
                      <a:extLst>
                        <a:ext uri="{FF2B5EF4-FFF2-40B4-BE49-F238E27FC236}">
                          <a16:creationId xmlns:a16="http://schemas.microsoft.com/office/drawing/2014/main" id="{81B6B389-05BB-4ED8-9328-F02A64FC03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9018" y="2996723"/>
                      <a:ext cx="31864" cy="33170"/>
                    </a:xfrm>
                    <a:custGeom>
                      <a:avLst/>
                      <a:gdLst>
                        <a:gd name="connsiteX0" fmla="*/ 28749 w 31864"/>
                        <a:gd name="connsiteY0" fmla="*/ 4445 h 33170"/>
                        <a:gd name="connsiteX1" fmla="*/ 25129 w 31864"/>
                        <a:gd name="connsiteY1" fmla="*/ 27877 h 33170"/>
                        <a:gd name="connsiteX2" fmla="*/ 3031 w 31864"/>
                        <a:gd name="connsiteY2" fmla="*/ 28924 h 33170"/>
                        <a:gd name="connsiteX3" fmla="*/ 6270 w 31864"/>
                        <a:gd name="connsiteY3" fmla="*/ 5683 h 33170"/>
                        <a:gd name="connsiteX4" fmla="*/ 28749 w 31864"/>
                        <a:gd name="connsiteY4" fmla="*/ 4445 h 33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864" h="33170">
                          <a:moveTo>
                            <a:pt x="28749" y="4445"/>
                          </a:moveTo>
                          <a:cubicBezTo>
                            <a:pt x="34083" y="10827"/>
                            <a:pt x="32368" y="21209"/>
                            <a:pt x="25129" y="27877"/>
                          </a:cubicBezTo>
                          <a:cubicBezTo>
                            <a:pt x="17890" y="34449"/>
                            <a:pt x="7984" y="35020"/>
                            <a:pt x="3031" y="28924"/>
                          </a:cubicBezTo>
                          <a:cubicBezTo>
                            <a:pt x="-1922" y="22828"/>
                            <a:pt x="-779" y="12732"/>
                            <a:pt x="6270" y="5683"/>
                          </a:cubicBezTo>
                          <a:cubicBezTo>
                            <a:pt x="13128" y="-1270"/>
                            <a:pt x="23510" y="-2032"/>
                            <a:pt x="28749" y="444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2" name="Forme libre : forme 13891">
                      <a:extLst>
                        <a:ext uri="{FF2B5EF4-FFF2-40B4-BE49-F238E27FC236}">
                          <a16:creationId xmlns:a16="http://schemas.microsoft.com/office/drawing/2014/main" id="{1472B264-9291-4BD0-814C-8E1DE34F5C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9286" y="2997168"/>
                      <a:ext cx="31690" cy="32725"/>
                    </a:xfrm>
                    <a:custGeom>
                      <a:avLst/>
                      <a:gdLst>
                        <a:gd name="connsiteX0" fmla="*/ 15907 w 31690"/>
                        <a:gd name="connsiteY0" fmla="*/ 16383 h 32725"/>
                        <a:gd name="connsiteX1" fmla="*/ 0 w 31690"/>
                        <a:gd name="connsiteY1" fmla="*/ 21431 h 32725"/>
                        <a:gd name="connsiteX2" fmla="*/ 2858 w 31690"/>
                        <a:gd name="connsiteY2" fmla="*/ 28480 h 32725"/>
                        <a:gd name="connsiteX3" fmla="*/ 24956 w 31690"/>
                        <a:gd name="connsiteY3" fmla="*/ 27432 h 32725"/>
                        <a:gd name="connsiteX4" fmla="*/ 28575 w 31690"/>
                        <a:gd name="connsiteY4" fmla="*/ 4000 h 32725"/>
                        <a:gd name="connsiteX5" fmla="*/ 22289 w 31690"/>
                        <a:gd name="connsiteY5" fmla="*/ 0 h 32725"/>
                        <a:gd name="connsiteX6" fmla="*/ 15907 w 31690"/>
                        <a:gd name="connsiteY6" fmla="*/ 16383 h 32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90" h="32725">
                          <a:moveTo>
                            <a:pt x="15907" y="16383"/>
                          </a:moveTo>
                          <a:cubicBezTo>
                            <a:pt x="11049" y="21050"/>
                            <a:pt x="5049" y="22479"/>
                            <a:pt x="0" y="21431"/>
                          </a:cubicBezTo>
                          <a:cubicBezTo>
                            <a:pt x="381" y="24003"/>
                            <a:pt x="1238" y="26479"/>
                            <a:pt x="2858" y="28480"/>
                          </a:cubicBezTo>
                          <a:cubicBezTo>
                            <a:pt x="7811" y="34576"/>
                            <a:pt x="17621" y="34004"/>
                            <a:pt x="24956" y="27432"/>
                          </a:cubicBezTo>
                          <a:cubicBezTo>
                            <a:pt x="32195" y="20860"/>
                            <a:pt x="33909" y="10382"/>
                            <a:pt x="28575" y="4000"/>
                          </a:cubicBezTo>
                          <a:cubicBezTo>
                            <a:pt x="26861" y="2000"/>
                            <a:pt x="24670" y="667"/>
                            <a:pt x="22289" y="0"/>
                          </a:cubicBezTo>
                          <a:cubicBezTo>
                            <a:pt x="22860" y="5620"/>
                            <a:pt x="20669" y="11811"/>
                            <a:pt x="15907" y="163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3" name="Forme libre : forme 13892">
                      <a:extLst>
                        <a:ext uri="{FF2B5EF4-FFF2-40B4-BE49-F238E27FC236}">
                          <a16:creationId xmlns:a16="http://schemas.microsoft.com/office/drawing/2014/main" id="{9D369D78-87F1-4C51-A538-711AF4F371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0757" y="2999727"/>
                      <a:ext cx="14929" cy="14096"/>
                    </a:xfrm>
                    <a:custGeom>
                      <a:avLst/>
                      <a:gdLst>
                        <a:gd name="connsiteX0" fmla="*/ 10533 w 14929"/>
                        <a:gd name="connsiteY0" fmla="*/ 394 h 14096"/>
                        <a:gd name="connsiteX1" fmla="*/ 14247 w 14929"/>
                        <a:gd name="connsiteY1" fmla="*/ 9347 h 14096"/>
                        <a:gd name="connsiteX2" fmla="*/ 4341 w 14929"/>
                        <a:gd name="connsiteY2" fmla="*/ 13729 h 14096"/>
                        <a:gd name="connsiteX3" fmla="*/ 626 w 14929"/>
                        <a:gd name="connsiteY3" fmla="*/ 4871 h 14096"/>
                        <a:gd name="connsiteX4" fmla="*/ 10533 w 14929"/>
                        <a:gd name="connsiteY4" fmla="*/ 394 h 14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29" h="14096">
                          <a:moveTo>
                            <a:pt x="10533" y="394"/>
                          </a:moveTo>
                          <a:cubicBezTo>
                            <a:pt x="14342" y="1727"/>
                            <a:pt x="15962" y="5728"/>
                            <a:pt x="14247" y="9347"/>
                          </a:cubicBezTo>
                          <a:cubicBezTo>
                            <a:pt x="12533" y="12967"/>
                            <a:pt x="8056" y="14967"/>
                            <a:pt x="4341" y="13729"/>
                          </a:cubicBezTo>
                          <a:cubicBezTo>
                            <a:pt x="626" y="12491"/>
                            <a:pt x="-993" y="8490"/>
                            <a:pt x="626" y="4871"/>
                          </a:cubicBezTo>
                          <a:cubicBezTo>
                            <a:pt x="2246" y="1251"/>
                            <a:pt x="6818" y="-940"/>
                            <a:pt x="10533" y="3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4" name="Forme libre : forme 13893">
                      <a:extLst>
                        <a:ext uri="{FF2B5EF4-FFF2-40B4-BE49-F238E27FC236}">
                          <a16:creationId xmlns:a16="http://schemas.microsoft.com/office/drawing/2014/main" id="{13C697FB-0931-4A1E-A269-E31A92A3BC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9231" y="3004766"/>
                      <a:ext cx="5222" cy="5476"/>
                    </a:xfrm>
                    <a:custGeom>
                      <a:avLst/>
                      <a:gdLst>
                        <a:gd name="connsiteX0" fmla="*/ 4724 w 5222"/>
                        <a:gd name="connsiteY0" fmla="*/ 688 h 5476"/>
                        <a:gd name="connsiteX1" fmla="*/ 4152 w 5222"/>
                        <a:gd name="connsiteY1" fmla="*/ 4594 h 5476"/>
                        <a:gd name="connsiteX2" fmla="*/ 533 w 5222"/>
                        <a:gd name="connsiteY2" fmla="*/ 4784 h 5476"/>
                        <a:gd name="connsiteX3" fmla="*/ 1009 w 5222"/>
                        <a:gd name="connsiteY3" fmla="*/ 974 h 5476"/>
                        <a:gd name="connsiteX4" fmla="*/ 4724 w 5222"/>
                        <a:gd name="connsiteY4" fmla="*/ 688 h 5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22" h="5476">
                          <a:moveTo>
                            <a:pt x="4724" y="688"/>
                          </a:moveTo>
                          <a:cubicBezTo>
                            <a:pt x="5581" y="1736"/>
                            <a:pt x="5295" y="3451"/>
                            <a:pt x="4152" y="4594"/>
                          </a:cubicBezTo>
                          <a:cubicBezTo>
                            <a:pt x="3009" y="5737"/>
                            <a:pt x="1390" y="5737"/>
                            <a:pt x="533" y="4784"/>
                          </a:cubicBezTo>
                          <a:cubicBezTo>
                            <a:pt x="-325" y="3832"/>
                            <a:pt x="-134" y="2117"/>
                            <a:pt x="1009" y="974"/>
                          </a:cubicBezTo>
                          <a:cubicBezTo>
                            <a:pt x="2152" y="-169"/>
                            <a:pt x="3866" y="-359"/>
                            <a:pt x="4724" y="68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895" name="Graphique 5">
                    <a:extLst>
                      <a:ext uri="{FF2B5EF4-FFF2-40B4-BE49-F238E27FC236}">
                        <a16:creationId xmlns:a16="http://schemas.microsoft.com/office/drawing/2014/main" id="{71576CED-C335-4D25-B120-AFB9633E4AA1}"/>
                      </a:ext>
                    </a:extLst>
                  </p:cNvPr>
                  <p:cNvGrpSpPr/>
                  <p:nvPr/>
                </p:nvGrpSpPr>
                <p:grpSpPr>
                  <a:xfrm>
                    <a:off x="3639910" y="2997132"/>
                    <a:ext cx="32558" cy="33089"/>
                    <a:chOff x="3639910" y="2997132"/>
                    <a:chExt cx="32558" cy="33089"/>
                  </a:xfrm>
                  <a:solidFill>
                    <a:schemeClr val="accent1"/>
                  </a:solidFill>
                </p:grpSpPr>
                <p:sp>
                  <p:nvSpPr>
                    <p:cNvPr id="13896" name="Forme libre : forme 13895">
                      <a:extLst>
                        <a:ext uri="{FF2B5EF4-FFF2-40B4-BE49-F238E27FC236}">
                          <a16:creationId xmlns:a16="http://schemas.microsoft.com/office/drawing/2014/main" id="{7869502E-2E60-4841-AF86-4D67FAA7E3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9910" y="2997132"/>
                      <a:ext cx="32558" cy="33089"/>
                    </a:xfrm>
                    <a:custGeom>
                      <a:avLst/>
                      <a:gdLst>
                        <a:gd name="connsiteX0" fmla="*/ 29670 w 32558"/>
                        <a:gd name="connsiteY0" fmla="*/ 4799 h 33089"/>
                        <a:gd name="connsiteX1" fmla="*/ 25384 w 32558"/>
                        <a:gd name="connsiteY1" fmla="*/ 28421 h 33089"/>
                        <a:gd name="connsiteX2" fmla="*/ 3000 w 32558"/>
                        <a:gd name="connsiteY2" fmla="*/ 28326 h 33089"/>
                        <a:gd name="connsiteX3" fmla="*/ 6715 w 32558"/>
                        <a:gd name="connsiteY3" fmla="*/ 4989 h 33089"/>
                        <a:gd name="connsiteX4" fmla="*/ 29670 w 32558"/>
                        <a:gd name="connsiteY4" fmla="*/ 4799 h 33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558" h="33089">
                          <a:moveTo>
                            <a:pt x="29670" y="4799"/>
                          </a:moveTo>
                          <a:cubicBezTo>
                            <a:pt x="34814" y="11657"/>
                            <a:pt x="32909" y="22134"/>
                            <a:pt x="25384" y="28421"/>
                          </a:cubicBezTo>
                          <a:cubicBezTo>
                            <a:pt x="17764" y="34803"/>
                            <a:pt x="8048" y="34517"/>
                            <a:pt x="3000" y="28326"/>
                          </a:cubicBezTo>
                          <a:cubicBezTo>
                            <a:pt x="-2143" y="22134"/>
                            <a:pt x="-524" y="11657"/>
                            <a:pt x="6715" y="4989"/>
                          </a:cubicBezTo>
                          <a:cubicBezTo>
                            <a:pt x="13859" y="-1583"/>
                            <a:pt x="24241" y="-1678"/>
                            <a:pt x="29670" y="479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7" name="Forme libre : forme 13896">
                      <a:extLst>
                        <a:ext uri="{FF2B5EF4-FFF2-40B4-BE49-F238E27FC236}">
                          <a16:creationId xmlns:a16="http://schemas.microsoft.com/office/drawing/2014/main" id="{1DD9EB23-C81F-412B-8CBE-BADED711A9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0052" y="2997835"/>
                      <a:ext cx="32416" cy="32386"/>
                    </a:xfrm>
                    <a:custGeom>
                      <a:avLst/>
                      <a:gdLst>
                        <a:gd name="connsiteX0" fmla="*/ 16478 w 32416"/>
                        <a:gd name="connsiteY0" fmla="*/ 16002 h 32386"/>
                        <a:gd name="connsiteX1" fmla="*/ 0 w 32416"/>
                        <a:gd name="connsiteY1" fmla="*/ 20479 h 32386"/>
                        <a:gd name="connsiteX2" fmla="*/ 2858 w 32416"/>
                        <a:gd name="connsiteY2" fmla="*/ 27623 h 32386"/>
                        <a:gd name="connsiteX3" fmla="*/ 25241 w 32416"/>
                        <a:gd name="connsiteY3" fmla="*/ 27718 h 32386"/>
                        <a:gd name="connsiteX4" fmla="*/ 29528 w 32416"/>
                        <a:gd name="connsiteY4" fmla="*/ 4096 h 32386"/>
                        <a:gd name="connsiteX5" fmla="*/ 23051 w 32416"/>
                        <a:gd name="connsiteY5" fmla="*/ 0 h 32386"/>
                        <a:gd name="connsiteX6" fmla="*/ 16478 w 32416"/>
                        <a:gd name="connsiteY6" fmla="*/ 16002 h 32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416" h="32386">
                          <a:moveTo>
                            <a:pt x="16478" y="16002"/>
                          </a:moveTo>
                          <a:cubicBezTo>
                            <a:pt x="11430" y="20479"/>
                            <a:pt x="5144" y="21908"/>
                            <a:pt x="0" y="20479"/>
                          </a:cubicBezTo>
                          <a:cubicBezTo>
                            <a:pt x="286" y="23146"/>
                            <a:pt x="1143" y="25622"/>
                            <a:pt x="2858" y="27623"/>
                          </a:cubicBezTo>
                          <a:cubicBezTo>
                            <a:pt x="8001" y="33814"/>
                            <a:pt x="17717" y="34100"/>
                            <a:pt x="25241" y="27718"/>
                          </a:cubicBezTo>
                          <a:cubicBezTo>
                            <a:pt x="32766" y="21431"/>
                            <a:pt x="34671" y="10858"/>
                            <a:pt x="29528" y="4096"/>
                          </a:cubicBezTo>
                          <a:cubicBezTo>
                            <a:pt x="27813" y="2000"/>
                            <a:pt x="25527" y="762"/>
                            <a:pt x="23051" y="0"/>
                          </a:cubicBezTo>
                          <a:cubicBezTo>
                            <a:pt x="23717" y="5525"/>
                            <a:pt x="21431" y="11621"/>
                            <a:pt x="16478" y="1600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8" name="Forme libre : forme 13897">
                      <a:extLst>
                        <a:ext uri="{FF2B5EF4-FFF2-40B4-BE49-F238E27FC236}">
                          <a16:creationId xmlns:a16="http://schemas.microsoft.com/office/drawing/2014/main" id="{4549275A-BFF4-4058-937B-18BDEB83DC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2055" y="3000216"/>
                      <a:ext cx="15352" cy="13989"/>
                    </a:xfrm>
                    <a:custGeom>
                      <a:avLst/>
                      <a:gdLst>
                        <a:gd name="connsiteX0" fmla="*/ 10857 w 15352"/>
                        <a:gd name="connsiteY0" fmla="*/ 477 h 13989"/>
                        <a:gd name="connsiteX1" fmla="*/ 14572 w 15352"/>
                        <a:gd name="connsiteY1" fmla="*/ 9621 h 13989"/>
                        <a:gd name="connsiteX2" fmla="*/ 4475 w 15352"/>
                        <a:gd name="connsiteY2" fmla="*/ 13526 h 13989"/>
                        <a:gd name="connsiteX3" fmla="*/ 666 w 15352"/>
                        <a:gd name="connsiteY3" fmla="*/ 4572 h 13989"/>
                        <a:gd name="connsiteX4" fmla="*/ 10857 w 15352"/>
                        <a:gd name="connsiteY4" fmla="*/ 477 h 13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2" h="13989">
                          <a:moveTo>
                            <a:pt x="10857" y="477"/>
                          </a:moveTo>
                          <a:cubicBezTo>
                            <a:pt x="14762" y="1810"/>
                            <a:pt x="16477" y="6001"/>
                            <a:pt x="14572" y="9621"/>
                          </a:cubicBezTo>
                          <a:cubicBezTo>
                            <a:pt x="12667" y="13240"/>
                            <a:pt x="8285" y="14859"/>
                            <a:pt x="4475" y="13526"/>
                          </a:cubicBezTo>
                          <a:cubicBezTo>
                            <a:pt x="666" y="12192"/>
                            <a:pt x="-1049" y="8192"/>
                            <a:pt x="666" y="4572"/>
                          </a:cubicBezTo>
                          <a:cubicBezTo>
                            <a:pt x="2475" y="953"/>
                            <a:pt x="6952" y="-952"/>
                            <a:pt x="10857" y="47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9" name="Forme libre : forme 13898">
                      <a:extLst>
                        <a:ext uri="{FF2B5EF4-FFF2-40B4-BE49-F238E27FC236}">
                          <a16:creationId xmlns:a16="http://schemas.microsoft.com/office/drawing/2014/main" id="{13EEF7CA-8AD0-4C3D-B97E-708F3D94F3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0412" y="3004966"/>
                      <a:ext cx="5378" cy="5419"/>
                    </a:xfrm>
                    <a:custGeom>
                      <a:avLst/>
                      <a:gdLst>
                        <a:gd name="connsiteX0" fmla="*/ 4880 w 5378"/>
                        <a:gd name="connsiteY0" fmla="*/ 774 h 5419"/>
                        <a:gd name="connsiteX1" fmla="*/ 4308 w 5378"/>
                        <a:gd name="connsiteY1" fmla="*/ 4584 h 5419"/>
                        <a:gd name="connsiteX2" fmla="*/ 498 w 5378"/>
                        <a:gd name="connsiteY2" fmla="*/ 4680 h 5419"/>
                        <a:gd name="connsiteX3" fmla="*/ 1070 w 5378"/>
                        <a:gd name="connsiteY3" fmla="*/ 870 h 5419"/>
                        <a:gd name="connsiteX4" fmla="*/ 4880 w 5378"/>
                        <a:gd name="connsiteY4" fmla="*/ 774 h 54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78" h="5419">
                          <a:moveTo>
                            <a:pt x="4880" y="774"/>
                          </a:moveTo>
                          <a:cubicBezTo>
                            <a:pt x="5737" y="1822"/>
                            <a:pt x="5451" y="3537"/>
                            <a:pt x="4308" y="4584"/>
                          </a:cubicBezTo>
                          <a:cubicBezTo>
                            <a:pt x="3070" y="5632"/>
                            <a:pt x="1451" y="5727"/>
                            <a:pt x="498" y="4680"/>
                          </a:cubicBezTo>
                          <a:cubicBezTo>
                            <a:pt x="-359" y="3632"/>
                            <a:pt x="-73" y="1917"/>
                            <a:pt x="1070" y="870"/>
                          </a:cubicBezTo>
                          <a:cubicBezTo>
                            <a:pt x="2308" y="-273"/>
                            <a:pt x="4023" y="-273"/>
                            <a:pt x="4880" y="77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900" name="Graphique 5">
                  <a:extLst>
                    <a:ext uri="{FF2B5EF4-FFF2-40B4-BE49-F238E27FC236}">
                      <a16:creationId xmlns:a16="http://schemas.microsoft.com/office/drawing/2014/main" id="{767D5126-DE0A-406C-8EA1-808446705013}"/>
                    </a:ext>
                  </a:extLst>
                </p:cNvPr>
                <p:cNvGrpSpPr/>
                <p:nvPr/>
              </p:nvGrpSpPr>
              <p:grpSpPr>
                <a:xfrm>
                  <a:off x="3657465" y="2912352"/>
                  <a:ext cx="102529" cy="43335"/>
                  <a:chOff x="3657465" y="2912352"/>
                  <a:chExt cx="102529" cy="43335"/>
                </a:xfrm>
                <a:solidFill>
                  <a:schemeClr val="accent1"/>
                </a:solidFill>
              </p:grpSpPr>
              <p:grpSp>
                <p:nvGrpSpPr>
                  <p:cNvPr id="13901" name="Graphique 5">
                    <a:extLst>
                      <a:ext uri="{FF2B5EF4-FFF2-40B4-BE49-F238E27FC236}">
                        <a16:creationId xmlns:a16="http://schemas.microsoft.com/office/drawing/2014/main" id="{7D35A87E-6F5E-4368-A15B-8ED5AF1B1630}"/>
                      </a:ext>
                    </a:extLst>
                  </p:cNvPr>
                  <p:cNvGrpSpPr/>
                  <p:nvPr/>
                </p:nvGrpSpPr>
                <p:grpSpPr>
                  <a:xfrm>
                    <a:off x="3657465" y="2919336"/>
                    <a:ext cx="34103" cy="34501"/>
                    <a:chOff x="3657465" y="2919336"/>
                    <a:chExt cx="34103" cy="34501"/>
                  </a:xfrm>
                  <a:solidFill>
                    <a:schemeClr val="accent1"/>
                  </a:solidFill>
                </p:grpSpPr>
                <p:sp>
                  <p:nvSpPr>
                    <p:cNvPr id="13902" name="Forme libre : forme 13901">
                      <a:extLst>
                        <a:ext uri="{FF2B5EF4-FFF2-40B4-BE49-F238E27FC236}">
                          <a16:creationId xmlns:a16="http://schemas.microsoft.com/office/drawing/2014/main" id="{51413DB5-8C50-4924-B988-10486B5DD4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7465" y="2919336"/>
                      <a:ext cx="34103" cy="34501"/>
                    </a:xfrm>
                    <a:custGeom>
                      <a:avLst/>
                      <a:gdLst>
                        <a:gd name="connsiteX0" fmla="*/ 25354 w 34103"/>
                        <a:gd name="connsiteY0" fmla="*/ 1632 h 34501"/>
                        <a:gd name="connsiteX1" fmla="*/ 31736 w 34103"/>
                        <a:gd name="connsiteY1" fmla="*/ 24873 h 34501"/>
                        <a:gd name="connsiteX2" fmla="*/ 8590 w 34103"/>
                        <a:gd name="connsiteY2" fmla="*/ 32778 h 34501"/>
                        <a:gd name="connsiteX3" fmla="*/ 2113 w 34103"/>
                        <a:gd name="connsiteY3" fmla="*/ 10109 h 34501"/>
                        <a:gd name="connsiteX4" fmla="*/ 25354 w 34103"/>
                        <a:gd name="connsiteY4" fmla="*/ 1632 h 345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103" h="34501">
                          <a:moveTo>
                            <a:pt x="25354" y="1632"/>
                          </a:moveTo>
                          <a:cubicBezTo>
                            <a:pt x="33927" y="5537"/>
                            <a:pt x="36498" y="16395"/>
                            <a:pt x="31736" y="24873"/>
                          </a:cubicBezTo>
                          <a:cubicBezTo>
                            <a:pt x="26878" y="33445"/>
                            <a:pt x="16496" y="36874"/>
                            <a:pt x="8590" y="32778"/>
                          </a:cubicBezTo>
                          <a:cubicBezTo>
                            <a:pt x="494" y="28968"/>
                            <a:pt x="-2363" y="18872"/>
                            <a:pt x="2113" y="10109"/>
                          </a:cubicBezTo>
                          <a:cubicBezTo>
                            <a:pt x="6590" y="1441"/>
                            <a:pt x="16877" y="-2464"/>
                            <a:pt x="25354" y="163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03" name="Forme libre : forme 13902">
                      <a:extLst>
                        <a:ext uri="{FF2B5EF4-FFF2-40B4-BE49-F238E27FC236}">
                          <a16:creationId xmlns:a16="http://schemas.microsoft.com/office/drawing/2014/main" id="{395985BC-54EF-43AA-BFFC-360E00E261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9959" y="2919398"/>
                      <a:ext cx="31609" cy="34440"/>
                    </a:xfrm>
                    <a:custGeom>
                      <a:avLst/>
                      <a:gdLst>
                        <a:gd name="connsiteX0" fmla="*/ 14954 w 31609"/>
                        <a:gd name="connsiteY0" fmla="*/ 17191 h 34440"/>
                        <a:gd name="connsiteX1" fmla="*/ 0 w 31609"/>
                        <a:gd name="connsiteY1" fmla="*/ 27192 h 34440"/>
                        <a:gd name="connsiteX2" fmla="*/ 6096 w 31609"/>
                        <a:gd name="connsiteY2" fmla="*/ 32717 h 34440"/>
                        <a:gd name="connsiteX3" fmla="*/ 29242 w 31609"/>
                        <a:gd name="connsiteY3" fmla="*/ 24811 h 34440"/>
                        <a:gd name="connsiteX4" fmla="*/ 22860 w 31609"/>
                        <a:gd name="connsiteY4" fmla="*/ 1570 h 34440"/>
                        <a:gd name="connsiteX5" fmla="*/ 14478 w 31609"/>
                        <a:gd name="connsiteY5" fmla="*/ 46 h 34440"/>
                        <a:gd name="connsiteX6" fmla="*/ 14954 w 31609"/>
                        <a:gd name="connsiteY6" fmla="*/ 17191 h 344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09" h="34440">
                          <a:moveTo>
                            <a:pt x="14954" y="17191"/>
                          </a:moveTo>
                          <a:cubicBezTo>
                            <a:pt x="11811" y="23096"/>
                            <a:pt x="5905" y="26621"/>
                            <a:pt x="0" y="27192"/>
                          </a:cubicBezTo>
                          <a:cubicBezTo>
                            <a:pt x="1429" y="29478"/>
                            <a:pt x="3429" y="31479"/>
                            <a:pt x="6096" y="32717"/>
                          </a:cubicBezTo>
                          <a:cubicBezTo>
                            <a:pt x="14002" y="36813"/>
                            <a:pt x="24289" y="33384"/>
                            <a:pt x="29242" y="24811"/>
                          </a:cubicBezTo>
                          <a:cubicBezTo>
                            <a:pt x="34004" y="16334"/>
                            <a:pt x="31433" y="5475"/>
                            <a:pt x="22860" y="1570"/>
                          </a:cubicBezTo>
                          <a:cubicBezTo>
                            <a:pt x="20193" y="237"/>
                            <a:pt x="17336" y="-145"/>
                            <a:pt x="14478" y="46"/>
                          </a:cubicBezTo>
                          <a:cubicBezTo>
                            <a:pt x="17621" y="4999"/>
                            <a:pt x="18097" y="11476"/>
                            <a:pt x="14954" y="171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04" name="Forme libre : forme 13903">
                      <a:extLst>
                        <a:ext uri="{FF2B5EF4-FFF2-40B4-BE49-F238E27FC236}">
                          <a16:creationId xmlns:a16="http://schemas.microsoft.com/office/drawing/2014/main" id="{B67E1853-6CDC-4F24-8CAB-83E706156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6911" y="2922204"/>
                      <a:ext cx="16582" cy="14291"/>
                    </a:xfrm>
                    <a:custGeom>
                      <a:avLst/>
                      <a:gdLst>
                        <a:gd name="connsiteX0" fmla="*/ 8574 w 16582"/>
                        <a:gd name="connsiteY0" fmla="*/ 2 h 14291"/>
                        <a:gd name="connsiteX1" fmla="*/ 16575 w 16582"/>
                        <a:gd name="connsiteY1" fmla="*/ 6955 h 14291"/>
                        <a:gd name="connsiteX2" fmla="*/ 7908 w 16582"/>
                        <a:gd name="connsiteY2" fmla="*/ 14290 h 14291"/>
                        <a:gd name="connsiteX3" fmla="*/ 2 w 16582"/>
                        <a:gd name="connsiteY3" fmla="*/ 7432 h 14291"/>
                        <a:gd name="connsiteX4" fmla="*/ 8574 w 16582"/>
                        <a:gd name="connsiteY4" fmla="*/ 2 h 14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82" h="14291">
                          <a:moveTo>
                            <a:pt x="8574" y="2"/>
                          </a:moveTo>
                          <a:cubicBezTo>
                            <a:pt x="13146" y="-93"/>
                            <a:pt x="16766" y="3050"/>
                            <a:pt x="16575" y="6955"/>
                          </a:cubicBezTo>
                          <a:cubicBezTo>
                            <a:pt x="16385" y="10861"/>
                            <a:pt x="12480" y="14194"/>
                            <a:pt x="7908" y="14290"/>
                          </a:cubicBezTo>
                          <a:cubicBezTo>
                            <a:pt x="3336" y="14385"/>
                            <a:pt x="-93" y="11337"/>
                            <a:pt x="2" y="7432"/>
                          </a:cubicBezTo>
                          <a:cubicBezTo>
                            <a:pt x="288" y="3431"/>
                            <a:pt x="4002" y="97"/>
                            <a:pt x="8574" y="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05" name="Forme libre : forme 13904">
                      <a:extLst>
                        <a:ext uri="{FF2B5EF4-FFF2-40B4-BE49-F238E27FC236}">
                          <a16:creationId xmlns:a16="http://schemas.microsoft.com/office/drawing/2014/main" id="{F3F69864-267B-4896-A5EB-6E14A50A9D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5947" y="2929321"/>
                      <a:ext cx="5593" cy="5622"/>
                    </a:xfrm>
                    <a:custGeom>
                      <a:avLst/>
                      <a:gdLst>
                        <a:gd name="connsiteX0" fmla="*/ 4109 w 5593"/>
                        <a:gd name="connsiteY0" fmla="*/ 219 h 5622"/>
                        <a:gd name="connsiteX1" fmla="*/ 5252 w 5593"/>
                        <a:gd name="connsiteY1" fmla="*/ 3934 h 5622"/>
                        <a:gd name="connsiteX2" fmla="*/ 1442 w 5593"/>
                        <a:gd name="connsiteY2" fmla="*/ 5363 h 5622"/>
                        <a:gd name="connsiteX3" fmla="*/ 299 w 5593"/>
                        <a:gd name="connsiteY3" fmla="*/ 1648 h 5622"/>
                        <a:gd name="connsiteX4" fmla="*/ 4109 w 5593"/>
                        <a:gd name="connsiteY4" fmla="*/ 219 h 56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93" h="5622">
                          <a:moveTo>
                            <a:pt x="4109" y="219"/>
                          </a:moveTo>
                          <a:cubicBezTo>
                            <a:pt x="5443" y="886"/>
                            <a:pt x="6014" y="2505"/>
                            <a:pt x="5252" y="3934"/>
                          </a:cubicBezTo>
                          <a:cubicBezTo>
                            <a:pt x="4490" y="5363"/>
                            <a:pt x="2776" y="6029"/>
                            <a:pt x="1442" y="5363"/>
                          </a:cubicBezTo>
                          <a:cubicBezTo>
                            <a:pt x="109" y="4696"/>
                            <a:pt x="-368" y="3077"/>
                            <a:pt x="299" y="1648"/>
                          </a:cubicBezTo>
                          <a:cubicBezTo>
                            <a:pt x="966" y="219"/>
                            <a:pt x="2776" y="-352"/>
                            <a:pt x="4109" y="2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906" name="Graphique 5">
                    <a:extLst>
                      <a:ext uri="{FF2B5EF4-FFF2-40B4-BE49-F238E27FC236}">
                        <a16:creationId xmlns:a16="http://schemas.microsoft.com/office/drawing/2014/main" id="{2CACA918-12CA-42FD-AA38-0288F9C1BB18}"/>
                      </a:ext>
                    </a:extLst>
                  </p:cNvPr>
                  <p:cNvGrpSpPr/>
                  <p:nvPr/>
                </p:nvGrpSpPr>
                <p:grpSpPr>
                  <a:xfrm>
                    <a:off x="3691197" y="2920915"/>
                    <a:ext cx="34714" cy="34771"/>
                    <a:chOff x="3691197" y="2920915"/>
                    <a:chExt cx="34714" cy="34771"/>
                  </a:xfrm>
                  <a:solidFill>
                    <a:schemeClr val="accent1"/>
                  </a:solidFill>
                </p:grpSpPr>
                <p:sp>
                  <p:nvSpPr>
                    <p:cNvPr id="13907" name="Forme libre : forme 13906">
                      <a:extLst>
                        <a:ext uri="{FF2B5EF4-FFF2-40B4-BE49-F238E27FC236}">
                          <a16:creationId xmlns:a16="http://schemas.microsoft.com/office/drawing/2014/main" id="{8D9B23E7-7A9B-4740-9F5B-ED63D3178B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197" y="2920915"/>
                      <a:ext cx="34714" cy="34771"/>
                    </a:xfrm>
                    <a:custGeom>
                      <a:avLst/>
                      <a:gdLst>
                        <a:gd name="connsiteX0" fmla="*/ 26007 w 34714"/>
                        <a:gd name="connsiteY0" fmla="*/ 2053 h 34771"/>
                        <a:gd name="connsiteX1" fmla="*/ 32103 w 34714"/>
                        <a:gd name="connsiteY1" fmla="*/ 25770 h 34771"/>
                        <a:gd name="connsiteX2" fmla="*/ 8291 w 34714"/>
                        <a:gd name="connsiteY2" fmla="*/ 32819 h 34771"/>
                        <a:gd name="connsiteX3" fmla="*/ 2385 w 34714"/>
                        <a:gd name="connsiteY3" fmla="*/ 9387 h 34771"/>
                        <a:gd name="connsiteX4" fmla="*/ 26007 w 34714"/>
                        <a:gd name="connsiteY4" fmla="*/ 2053 h 34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714" h="34771">
                          <a:moveTo>
                            <a:pt x="26007" y="2053"/>
                          </a:moveTo>
                          <a:cubicBezTo>
                            <a:pt x="34390" y="6720"/>
                            <a:pt x="37342" y="17198"/>
                            <a:pt x="32103" y="25770"/>
                          </a:cubicBezTo>
                          <a:cubicBezTo>
                            <a:pt x="26960" y="34152"/>
                            <a:pt x="16387" y="37105"/>
                            <a:pt x="8291" y="32819"/>
                          </a:cubicBezTo>
                          <a:cubicBezTo>
                            <a:pt x="195" y="28532"/>
                            <a:pt x="-2377" y="18055"/>
                            <a:pt x="2385" y="9387"/>
                          </a:cubicBezTo>
                          <a:cubicBezTo>
                            <a:pt x="7053" y="815"/>
                            <a:pt x="17625" y="-2519"/>
                            <a:pt x="26007" y="20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08" name="Forme libre : forme 13907">
                      <a:extLst>
                        <a:ext uri="{FF2B5EF4-FFF2-40B4-BE49-F238E27FC236}">
                          <a16:creationId xmlns:a16="http://schemas.microsoft.com/office/drawing/2014/main" id="{7D32F7B3-E03C-4A2D-956F-F51A8B2464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3392" y="2920959"/>
                      <a:ext cx="32424" cy="34667"/>
                    </a:xfrm>
                    <a:custGeom>
                      <a:avLst/>
                      <a:gdLst>
                        <a:gd name="connsiteX0" fmla="*/ 15335 w 32424"/>
                        <a:gd name="connsiteY0" fmla="*/ 17535 h 34667"/>
                        <a:gd name="connsiteX1" fmla="*/ 0 w 32424"/>
                        <a:gd name="connsiteY1" fmla="*/ 26774 h 34667"/>
                        <a:gd name="connsiteX2" fmla="*/ 6001 w 32424"/>
                        <a:gd name="connsiteY2" fmla="*/ 32775 h 34667"/>
                        <a:gd name="connsiteX3" fmla="*/ 29813 w 32424"/>
                        <a:gd name="connsiteY3" fmla="*/ 25726 h 34667"/>
                        <a:gd name="connsiteX4" fmla="*/ 23717 w 32424"/>
                        <a:gd name="connsiteY4" fmla="*/ 2009 h 34667"/>
                        <a:gd name="connsiteX5" fmla="*/ 15335 w 32424"/>
                        <a:gd name="connsiteY5" fmla="*/ 9 h 34667"/>
                        <a:gd name="connsiteX6" fmla="*/ 15335 w 32424"/>
                        <a:gd name="connsiteY6" fmla="*/ 17535 h 34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424" h="34667">
                          <a:moveTo>
                            <a:pt x="15335" y="17535"/>
                          </a:moveTo>
                          <a:cubicBezTo>
                            <a:pt x="12002" y="23345"/>
                            <a:pt x="6001" y="26584"/>
                            <a:pt x="0" y="26774"/>
                          </a:cubicBezTo>
                          <a:cubicBezTo>
                            <a:pt x="1429" y="29251"/>
                            <a:pt x="3429" y="31346"/>
                            <a:pt x="6001" y="32775"/>
                          </a:cubicBezTo>
                          <a:cubicBezTo>
                            <a:pt x="14097" y="36966"/>
                            <a:pt x="24765" y="34013"/>
                            <a:pt x="29813" y="25726"/>
                          </a:cubicBezTo>
                          <a:cubicBezTo>
                            <a:pt x="35052" y="17249"/>
                            <a:pt x="32099" y="6676"/>
                            <a:pt x="23717" y="2009"/>
                          </a:cubicBezTo>
                          <a:cubicBezTo>
                            <a:pt x="21050" y="580"/>
                            <a:pt x="18193" y="-86"/>
                            <a:pt x="15335" y="9"/>
                          </a:cubicBezTo>
                          <a:cubicBezTo>
                            <a:pt x="18383" y="5152"/>
                            <a:pt x="18669" y="11820"/>
                            <a:pt x="15335" y="1753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09" name="Forme libre : forme 13908">
                      <a:extLst>
                        <a:ext uri="{FF2B5EF4-FFF2-40B4-BE49-F238E27FC236}">
                          <a16:creationId xmlns:a16="http://schemas.microsoft.com/office/drawing/2014/main" id="{38BB34F1-F8AA-476C-8812-4D9BCE3E3F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1091" y="2923818"/>
                      <a:ext cx="16605" cy="14494"/>
                    </a:xfrm>
                    <a:custGeom>
                      <a:avLst/>
                      <a:gdLst>
                        <a:gd name="connsiteX0" fmla="*/ 8684 w 16605"/>
                        <a:gd name="connsiteY0" fmla="*/ 8 h 14494"/>
                        <a:gd name="connsiteX1" fmla="*/ 16590 w 16605"/>
                        <a:gd name="connsiteY1" fmla="*/ 7533 h 14494"/>
                        <a:gd name="connsiteX2" fmla="*/ 7732 w 16605"/>
                        <a:gd name="connsiteY2" fmla="*/ 14486 h 14494"/>
                        <a:gd name="connsiteX3" fmla="*/ 17 w 16605"/>
                        <a:gd name="connsiteY3" fmla="*/ 7056 h 14494"/>
                        <a:gd name="connsiteX4" fmla="*/ 8684 w 16605"/>
                        <a:gd name="connsiteY4" fmla="*/ 8 h 14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05" h="14494">
                          <a:moveTo>
                            <a:pt x="8684" y="8"/>
                          </a:moveTo>
                          <a:cubicBezTo>
                            <a:pt x="13257" y="103"/>
                            <a:pt x="16876" y="3532"/>
                            <a:pt x="16590" y="7533"/>
                          </a:cubicBezTo>
                          <a:cubicBezTo>
                            <a:pt x="16304" y="11533"/>
                            <a:pt x="12304" y="14676"/>
                            <a:pt x="7732" y="14486"/>
                          </a:cubicBezTo>
                          <a:cubicBezTo>
                            <a:pt x="3160" y="14391"/>
                            <a:pt x="-269" y="11057"/>
                            <a:pt x="17" y="7056"/>
                          </a:cubicBezTo>
                          <a:cubicBezTo>
                            <a:pt x="207" y="3056"/>
                            <a:pt x="4112" y="-183"/>
                            <a:pt x="8684" y="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10" name="Forme libre : forme 13909">
                      <a:extLst>
                        <a:ext uri="{FF2B5EF4-FFF2-40B4-BE49-F238E27FC236}">
                          <a16:creationId xmlns:a16="http://schemas.microsoft.com/office/drawing/2014/main" id="{569A4F1B-2A81-4249-8D7C-94E5BF0BCC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9791" y="2930726"/>
                      <a:ext cx="5680" cy="5778"/>
                    </a:xfrm>
                    <a:custGeom>
                      <a:avLst/>
                      <a:gdLst>
                        <a:gd name="connsiteX0" fmla="*/ 4269 w 5680"/>
                        <a:gd name="connsiteY0" fmla="*/ 339 h 5778"/>
                        <a:gd name="connsiteX1" fmla="*/ 5317 w 5680"/>
                        <a:gd name="connsiteY1" fmla="*/ 4244 h 5778"/>
                        <a:gd name="connsiteX2" fmla="*/ 1411 w 5680"/>
                        <a:gd name="connsiteY2" fmla="*/ 5482 h 5778"/>
                        <a:gd name="connsiteX3" fmla="*/ 364 w 5680"/>
                        <a:gd name="connsiteY3" fmla="*/ 1577 h 5778"/>
                        <a:gd name="connsiteX4" fmla="*/ 4269 w 5680"/>
                        <a:gd name="connsiteY4" fmla="*/ 339 h 57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80" h="5778">
                          <a:moveTo>
                            <a:pt x="4269" y="339"/>
                          </a:moveTo>
                          <a:cubicBezTo>
                            <a:pt x="5603" y="1101"/>
                            <a:pt x="6079" y="2815"/>
                            <a:pt x="5317" y="4244"/>
                          </a:cubicBezTo>
                          <a:cubicBezTo>
                            <a:pt x="4555" y="5673"/>
                            <a:pt x="2745" y="6149"/>
                            <a:pt x="1411" y="5482"/>
                          </a:cubicBezTo>
                          <a:cubicBezTo>
                            <a:pt x="78" y="4720"/>
                            <a:pt x="-398" y="3006"/>
                            <a:pt x="364" y="1577"/>
                          </a:cubicBezTo>
                          <a:cubicBezTo>
                            <a:pt x="1221" y="148"/>
                            <a:pt x="2936" y="-423"/>
                            <a:pt x="4269" y="3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911" name="Graphique 5">
                    <a:extLst>
                      <a:ext uri="{FF2B5EF4-FFF2-40B4-BE49-F238E27FC236}">
                        <a16:creationId xmlns:a16="http://schemas.microsoft.com/office/drawing/2014/main" id="{B4252B05-713F-46D8-AD2F-6A937F6CD0C4}"/>
                      </a:ext>
                    </a:extLst>
                  </p:cNvPr>
                  <p:cNvGrpSpPr/>
                  <p:nvPr/>
                </p:nvGrpSpPr>
                <p:grpSpPr>
                  <a:xfrm>
                    <a:off x="3724779" y="2912352"/>
                    <a:ext cx="35215" cy="35487"/>
                    <a:chOff x="3724779" y="2912352"/>
                    <a:chExt cx="35215" cy="35487"/>
                  </a:xfrm>
                  <a:solidFill>
                    <a:schemeClr val="accent1"/>
                  </a:solidFill>
                </p:grpSpPr>
                <p:sp>
                  <p:nvSpPr>
                    <p:cNvPr id="13912" name="Forme libre : forme 13911">
                      <a:extLst>
                        <a:ext uri="{FF2B5EF4-FFF2-40B4-BE49-F238E27FC236}">
                          <a16:creationId xmlns:a16="http://schemas.microsoft.com/office/drawing/2014/main" id="{F330D5C0-77DC-449B-82F4-846FEE55D6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4779" y="2912352"/>
                      <a:ext cx="35215" cy="35487"/>
                    </a:xfrm>
                    <a:custGeom>
                      <a:avLst/>
                      <a:gdLst>
                        <a:gd name="connsiteX0" fmla="*/ 26716 w 35215"/>
                        <a:gd name="connsiteY0" fmla="*/ 2425 h 35487"/>
                        <a:gd name="connsiteX1" fmla="*/ 32526 w 35215"/>
                        <a:gd name="connsiteY1" fmla="*/ 26999 h 35487"/>
                        <a:gd name="connsiteX2" fmla="*/ 8333 w 35215"/>
                        <a:gd name="connsiteY2" fmla="*/ 33000 h 35487"/>
                        <a:gd name="connsiteX3" fmla="*/ 2427 w 35215"/>
                        <a:gd name="connsiteY3" fmla="*/ 8997 h 35487"/>
                        <a:gd name="connsiteX4" fmla="*/ 26716 w 35215"/>
                        <a:gd name="connsiteY4" fmla="*/ 2425 h 35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15" h="35487">
                          <a:moveTo>
                            <a:pt x="26716" y="2425"/>
                          </a:moveTo>
                          <a:cubicBezTo>
                            <a:pt x="35098" y="7663"/>
                            <a:pt x="37765" y="18712"/>
                            <a:pt x="32526" y="26999"/>
                          </a:cubicBezTo>
                          <a:cubicBezTo>
                            <a:pt x="27287" y="35286"/>
                            <a:pt x="16334" y="37953"/>
                            <a:pt x="8333" y="33000"/>
                          </a:cubicBezTo>
                          <a:cubicBezTo>
                            <a:pt x="427" y="27952"/>
                            <a:pt x="-2526" y="17665"/>
                            <a:pt x="2427" y="8997"/>
                          </a:cubicBezTo>
                          <a:cubicBezTo>
                            <a:pt x="7190" y="520"/>
                            <a:pt x="18144" y="-2624"/>
                            <a:pt x="26716" y="242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13" name="Forme libre : forme 13912">
                      <a:extLst>
                        <a:ext uri="{FF2B5EF4-FFF2-40B4-BE49-F238E27FC236}">
                          <a16:creationId xmlns:a16="http://schemas.microsoft.com/office/drawing/2014/main" id="{45EEC75B-A485-4314-83FB-B6E033013F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7111" y="2912491"/>
                      <a:ext cx="32883" cy="35349"/>
                    </a:xfrm>
                    <a:custGeom>
                      <a:avLst/>
                      <a:gdLst>
                        <a:gd name="connsiteX0" fmla="*/ 15621 w 32883"/>
                        <a:gd name="connsiteY0" fmla="*/ 17717 h 35349"/>
                        <a:gd name="connsiteX1" fmla="*/ 0 w 32883"/>
                        <a:gd name="connsiteY1" fmla="*/ 26384 h 35349"/>
                        <a:gd name="connsiteX2" fmla="*/ 6001 w 32883"/>
                        <a:gd name="connsiteY2" fmla="*/ 32861 h 35349"/>
                        <a:gd name="connsiteX3" fmla="*/ 30194 w 32883"/>
                        <a:gd name="connsiteY3" fmla="*/ 26860 h 35349"/>
                        <a:gd name="connsiteX4" fmla="*/ 24384 w 32883"/>
                        <a:gd name="connsiteY4" fmla="*/ 2286 h 35349"/>
                        <a:gd name="connsiteX5" fmla="*/ 15716 w 32883"/>
                        <a:gd name="connsiteY5" fmla="*/ 0 h 35349"/>
                        <a:gd name="connsiteX6" fmla="*/ 15621 w 32883"/>
                        <a:gd name="connsiteY6" fmla="*/ 17717 h 35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883" h="35349">
                          <a:moveTo>
                            <a:pt x="15621" y="17717"/>
                          </a:moveTo>
                          <a:cubicBezTo>
                            <a:pt x="12097" y="23431"/>
                            <a:pt x="6001" y="26479"/>
                            <a:pt x="0" y="26384"/>
                          </a:cubicBezTo>
                          <a:cubicBezTo>
                            <a:pt x="1333" y="28956"/>
                            <a:pt x="3334" y="31242"/>
                            <a:pt x="6001" y="32861"/>
                          </a:cubicBezTo>
                          <a:cubicBezTo>
                            <a:pt x="14097" y="37814"/>
                            <a:pt x="24955" y="35147"/>
                            <a:pt x="30194" y="26860"/>
                          </a:cubicBezTo>
                          <a:cubicBezTo>
                            <a:pt x="35433" y="18574"/>
                            <a:pt x="32766" y="7525"/>
                            <a:pt x="24384" y="2286"/>
                          </a:cubicBezTo>
                          <a:cubicBezTo>
                            <a:pt x="21717" y="571"/>
                            <a:pt x="18669" y="0"/>
                            <a:pt x="15716" y="0"/>
                          </a:cubicBezTo>
                          <a:cubicBezTo>
                            <a:pt x="19050" y="5143"/>
                            <a:pt x="19050" y="12097"/>
                            <a:pt x="15621" y="177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14" name="Forme libre : forme 13913">
                      <a:extLst>
                        <a:ext uri="{FF2B5EF4-FFF2-40B4-BE49-F238E27FC236}">
                          <a16:creationId xmlns:a16="http://schemas.microsoft.com/office/drawing/2014/main" id="{AA77330C-A93D-4CF5-BD4F-BC5DA99E14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4905" y="2915330"/>
                      <a:ext cx="16987" cy="14815"/>
                    </a:xfrm>
                    <a:custGeom>
                      <a:avLst/>
                      <a:gdLst>
                        <a:gd name="connsiteX0" fmla="*/ 9065 w 16987"/>
                        <a:gd name="connsiteY0" fmla="*/ 19 h 14815"/>
                        <a:gd name="connsiteX1" fmla="*/ 16971 w 16987"/>
                        <a:gd name="connsiteY1" fmla="*/ 8115 h 14815"/>
                        <a:gd name="connsiteX2" fmla="*/ 7827 w 16987"/>
                        <a:gd name="connsiteY2" fmla="*/ 14782 h 14815"/>
                        <a:gd name="connsiteX3" fmla="*/ 16 w 16987"/>
                        <a:gd name="connsiteY3" fmla="*/ 6877 h 14815"/>
                        <a:gd name="connsiteX4" fmla="*/ 9065 w 16987"/>
                        <a:gd name="connsiteY4" fmla="*/ 19 h 14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87" h="14815">
                          <a:moveTo>
                            <a:pt x="9065" y="19"/>
                          </a:moveTo>
                          <a:cubicBezTo>
                            <a:pt x="13923" y="209"/>
                            <a:pt x="17256" y="4019"/>
                            <a:pt x="16971" y="8115"/>
                          </a:cubicBezTo>
                          <a:cubicBezTo>
                            <a:pt x="16590" y="12211"/>
                            <a:pt x="12494" y="15163"/>
                            <a:pt x="7827" y="14782"/>
                          </a:cubicBezTo>
                          <a:cubicBezTo>
                            <a:pt x="3255" y="14306"/>
                            <a:pt x="-270" y="10877"/>
                            <a:pt x="16" y="6877"/>
                          </a:cubicBezTo>
                          <a:cubicBezTo>
                            <a:pt x="302" y="2781"/>
                            <a:pt x="4303" y="-267"/>
                            <a:pt x="9065" y="1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15" name="Forme libre : forme 13914">
                      <a:extLst>
                        <a:ext uri="{FF2B5EF4-FFF2-40B4-BE49-F238E27FC236}">
                          <a16:creationId xmlns:a16="http://schemas.microsoft.com/office/drawing/2014/main" id="{49E6FB94-9F7C-447A-8F7D-F42D5364DF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3637" y="2922033"/>
                      <a:ext cx="5902" cy="5701"/>
                    </a:xfrm>
                    <a:custGeom>
                      <a:avLst/>
                      <a:gdLst>
                        <a:gd name="connsiteX0" fmla="*/ 4427 w 5902"/>
                        <a:gd name="connsiteY0" fmla="*/ 364 h 5701"/>
                        <a:gd name="connsiteX1" fmla="*/ 5475 w 5902"/>
                        <a:gd name="connsiteY1" fmla="*/ 4269 h 5701"/>
                        <a:gd name="connsiteX2" fmla="*/ 1475 w 5902"/>
                        <a:gd name="connsiteY2" fmla="*/ 5317 h 5701"/>
                        <a:gd name="connsiteX3" fmla="*/ 427 w 5902"/>
                        <a:gd name="connsiteY3" fmla="*/ 1411 h 5701"/>
                        <a:gd name="connsiteX4" fmla="*/ 4427 w 5902"/>
                        <a:gd name="connsiteY4" fmla="*/ 364 h 5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2" h="5701">
                          <a:moveTo>
                            <a:pt x="4427" y="364"/>
                          </a:moveTo>
                          <a:cubicBezTo>
                            <a:pt x="5856" y="1126"/>
                            <a:pt x="6332" y="2935"/>
                            <a:pt x="5475" y="4269"/>
                          </a:cubicBezTo>
                          <a:cubicBezTo>
                            <a:pt x="4618" y="5698"/>
                            <a:pt x="2903" y="6079"/>
                            <a:pt x="1475" y="5317"/>
                          </a:cubicBezTo>
                          <a:cubicBezTo>
                            <a:pt x="46" y="4555"/>
                            <a:pt x="-430" y="2840"/>
                            <a:pt x="427" y="1411"/>
                          </a:cubicBezTo>
                          <a:cubicBezTo>
                            <a:pt x="1189" y="78"/>
                            <a:pt x="2999" y="-398"/>
                            <a:pt x="4427" y="36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916" name="Graphique 5">
                  <a:extLst>
                    <a:ext uri="{FF2B5EF4-FFF2-40B4-BE49-F238E27FC236}">
                      <a16:creationId xmlns:a16="http://schemas.microsoft.com/office/drawing/2014/main" id="{D5480923-7A8B-4BD9-ABC6-36F7669DC530}"/>
                    </a:ext>
                  </a:extLst>
                </p:cNvPr>
                <p:cNvGrpSpPr/>
                <p:nvPr/>
              </p:nvGrpSpPr>
              <p:grpSpPr>
                <a:xfrm>
                  <a:off x="3693924" y="2800328"/>
                  <a:ext cx="110441" cy="45209"/>
                  <a:chOff x="3693924" y="2800328"/>
                  <a:chExt cx="110441" cy="45209"/>
                </a:xfrm>
                <a:solidFill>
                  <a:schemeClr val="accent1"/>
                </a:solidFill>
              </p:grpSpPr>
              <p:grpSp>
                <p:nvGrpSpPr>
                  <p:cNvPr id="13917" name="Graphique 5">
                    <a:extLst>
                      <a:ext uri="{FF2B5EF4-FFF2-40B4-BE49-F238E27FC236}">
                        <a16:creationId xmlns:a16="http://schemas.microsoft.com/office/drawing/2014/main" id="{9478F62D-1BDD-4296-B65B-AEF117CA779F}"/>
                      </a:ext>
                    </a:extLst>
                  </p:cNvPr>
                  <p:cNvGrpSpPr/>
                  <p:nvPr/>
                </p:nvGrpSpPr>
                <p:grpSpPr>
                  <a:xfrm>
                    <a:off x="3693924" y="2806471"/>
                    <a:ext cx="37104" cy="36351"/>
                    <a:chOff x="3693924" y="2806471"/>
                    <a:chExt cx="37104" cy="36351"/>
                  </a:xfrm>
                  <a:solidFill>
                    <a:schemeClr val="accent1"/>
                  </a:solidFill>
                </p:grpSpPr>
                <p:sp>
                  <p:nvSpPr>
                    <p:cNvPr id="13918" name="Forme libre : forme 13917">
                      <a:extLst>
                        <a:ext uri="{FF2B5EF4-FFF2-40B4-BE49-F238E27FC236}">
                          <a16:creationId xmlns:a16="http://schemas.microsoft.com/office/drawing/2014/main" id="{87270D59-538E-4791-A72E-76B76D93F7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3924" y="2806471"/>
                      <a:ext cx="37049" cy="36309"/>
                    </a:xfrm>
                    <a:custGeom>
                      <a:avLst/>
                      <a:gdLst>
                        <a:gd name="connsiteX0" fmla="*/ 25662 w 37049"/>
                        <a:gd name="connsiteY0" fmla="*/ 1817 h 36309"/>
                        <a:gd name="connsiteX1" fmla="*/ 35472 w 37049"/>
                        <a:gd name="connsiteY1" fmla="*/ 26486 h 36309"/>
                        <a:gd name="connsiteX2" fmla="*/ 11279 w 37049"/>
                        <a:gd name="connsiteY2" fmla="*/ 34392 h 36309"/>
                        <a:gd name="connsiteX3" fmla="*/ 1373 w 37049"/>
                        <a:gd name="connsiteY3" fmla="*/ 10389 h 36309"/>
                        <a:gd name="connsiteX4" fmla="*/ 25662 w 37049"/>
                        <a:gd name="connsiteY4" fmla="*/ 1817 h 363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049" h="36309">
                          <a:moveTo>
                            <a:pt x="25662" y="1817"/>
                          </a:moveTo>
                          <a:cubicBezTo>
                            <a:pt x="35472" y="6103"/>
                            <a:pt x="39568" y="17628"/>
                            <a:pt x="35472" y="26486"/>
                          </a:cubicBezTo>
                          <a:cubicBezTo>
                            <a:pt x="31186" y="35440"/>
                            <a:pt x="20423" y="38774"/>
                            <a:pt x="11279" y="34392"/>
                          </a:cubicBezTo>
                          <a:cubicBezTo>
                            <a:pt x="1944" y="30201"/>
                            <a:pt x="-2437" y="19533"/>
                            <a:pt x="1373" y="10389"/>
                          </a:cubicBezTo>
                          <a:cubicBezTo>
                            <a:pt x="5183" y="1245"/>
                            <a:pt x="15946" y="-2565"/>
                            <a:pt x="25662" y="181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19" name="Forme libre : forme 13918">
                      <a:extLst>
                        <a:ext uri="{FF2B5EF4-FFF2-40B4-BE49-F238E27FC236}">
                          <a16:creationId xmlns:a16="http://schemas.microsoft.com/office/drawing/2014/main" id="{942E093F-181E-47DE-AF10-D458019ED6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7774" y="2806533"/>
                      <a:ext cx="33255" cy="36289"/>
                    </a:xfrm>
                    <a:custGeom>
                      <a:avLst/>
                      <a:gdLst>
                        <a:gd name="connsiteX0" fmla="*/ 15145 w 33255"/>
                        <a:gd name="connsiteY0" fmla="*/ 18137 h 36289"/>
                        <a:gd name="connsiteX1" fmla="*/ 0 w 33255"/>
                        <a:gd name="connsiteY1" fmla="*/ 28329 h 36289"/>
                        <a:gd name="connsiteX2" fmla="*/ 7429 w 33255"/>
                        <a:gd name="connsiteY2" fmla="*/ 34330 h 36289"/>
                        <a:gd name="connsiteX3" fmla="*/ 31623 w 33255"/>
                        <a:gd name="connsiteY3" fmla="*/ 26424 h 36289"/>
                        <a:gd name="connsiteX4" fmla="*/ 21812 w 33255"/>
                        <a:gd name="connsiteY4" fmla="*/ 1754 h 36289"/>
                        <a:gd name="connsiteX5" fmla="*/ 12478 w 33255"/>
                        <a:gd name="connsiteY5" fmla="*/ 40 h 36289"/>
                        <a:gd name="connsiteX6" fmla="*/ 15145 w 33255"/>
                        <a:gd name="connsiteY6" fmla="*/ 18137 h 36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55" h="36289">
                          <a:moveTo>
                            <a:pt x="15145" y="18137"/>
                          </a:moveTo>
                          <a:cubicBezTo>
                            <a:pt x="12383" y="24233"/>
                            <a:pt x="6477" y="27853"/>
                            <a:pt x="0" y="28329"/>
                          </a:cubicBezTo>
                          <a:cubicBezTo>
                            <a:pt x="1905" y="30806"/>
                            <a:pt x="4286" y="32901"/>
                            <a:pt x="7429" y="34330"/>
                          </a:cubicBezTo>
                          <a:cubicBezTo>
                            <a:pt x="16574" y="38807"/>
                            <a:pt x="27432" y="35378"/>
                            <a:pt x="31623" y="26424"/>
                          </a:cubicBezTo>
                          <a:cubicBezTo>
                            <a:pt x="35814" y="17566"/>
                            <a:pt x="31718" y="6041"/>
                            <a:pt x="21812" y="1754"/>
                          </a:cubicBezTo>
                          <a:cubicBezTo>
                            <a:pt x="18764" y="326"/>
                            <a:pt x="15526" y="-151"/>
                            <a:pt x="12478" y="40"/>
                          </a:cubicBezTo>
                          <a:cubicBezTo>
                            <a:pt x="16574" y="5279"/>
                            <a:pt x="17812" y="12137"/>
                            <a:pt x="15145" y="1813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20" name="Forme libre : forme 13919">
                      <a:extLst>
                        <a:ext uri="{FF2B5EF4-FFF2-40B4-BE49-F238E27FC236}">
                          <a16:creationId xmlns:a16="http://schemas.microsoft.com/office/drawing/2014/main" id="{4959D385-9AF9-423B-82A5-F04B77BA07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3378" y="2809526"/>
                      <a:ext cx="17937" cy="15144"/>
                    </a:xfrm>
                    <a:custGeom>
                      <a:avLst/>
                      <a:gdLst>
                        <a:gd name="connsiteX0" fmla="*/ 8397 w 17937"/>
                        <a:gd name="connsiteY0" fmla="*/ 0 h 15144"/>
                        <a:gd name="connsiteX1" fmla="*/ 17922 w 17937"/>
                        <a:gd name="connsiteY1" fmla="*/ 7525 h 15144"/>
                        <a:gd name="connsiteX2" fmla="*/ 9445 w 17937"/>
                        <a:gd name="connsiteY2" fmla="*/ 15145 h 15144"/>
                        <a:gd name="connsiteX3" fmla="*/ 15 w 17937"/>
                        <a:gd name="connsiteY3" fmla="*/ 7715 h 15144"/>
                        <a:gd name="connsiteX4" fmla="*/ 8397 w 17937"/>
                        <a:gd name="connsiteY4" fmla="*/ 0 h 15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37" h="15144">
                          <a:moveTo>
                            <a:pt x="8397" y="0"/>
                          </a:moveTo>
                          <a:cubicBezTo>
                            <a:pt x="13351" y="0"/>
                            <a:pt x="17637" y="3334"/>
                            <a:pt x="17922" y="7525"/>
                          </a:cubicBezTo>
                          <a:cubicBezTo>
                            <a:pt x="18208" y="11716"/>
                            <a:pt x="14398" y="15050"/>
                            <a:pt x="9445" y="15145"/>
                          </a:cubicBezTo>
                          <a:cubicBezTo>
                            <a:pt x="4492" y="15145"/>
                            <a:pt x="301" y="11906"/>
                            <a:pt x="15" y="7715"/>
                          </a:cubicBezTo>
                          <a:cubicBezTo>
                            <a:pt x="-270" y="3429"/>
                            <a:pt x="3445" y="0"/>
                            <a:pt x="8397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21" name="Forme libre : forme 13920">
                      <a:extLst>
                        <a:ext uri="{FF2B5EF4-FFF2-40B4-BE49-F238E27FC236}">
                          <a16:creationId xmlns:a16="http://schemas.microsoft.com/office/drawing/2014/main" id="{551A04ED-DCA5-4635-8495-C7FC8F12EF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2579" y="2816870"/>
                      <a:ext cx="6052" cy="5979"/>
                    </a:xfrm>
                    <a:custGeom>
                      <a:avLst/>
                      <a:gdLst>
                        <a:gd name="connsiteX0" fmla="*/ 4148 w 6052"/>
                        <a:gd name="connsiteY0" fmla="*/ 275 h 5979"/>
                        <a:gd name="connsiteX1" fmla="*/ 5862 w 6052"/>
                        <a:gd name="connsiteY1" fmla="*/ 4276 h 5979"/>
                        <a:gd name="connsiteX2" fmla="*/ 1862 w 6052"/>
                        <a:gd name="connsiteY2" fmla="*/ 5704 h 5979"/>
                        <a:gd name="connsiteX3" fmla="*/ 243 w 6052"/>
                        <a:gd name="connsiteY3" fmla="*/ 1704 h 5979"/>
                        <a:gd name="connsiteX4" fmla="*/ 4148 w 6052"/>
                        <a:gd name="connsiteY4" fmla="*/ 275 h 5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2" h="5979">
                          <a:moveTo>
                            <a:pt x="4148" y="275"/>
                          </a:moveTo>
                          <a:cubicBezTo>
                            <a:pt x="5672" y="942"/>
                            <a:pt x="6434" y="2752"/>
                            <a:pt x="5862" y="4276"/>
                          </a:cubicBezTo>
                          <a:cubicBezTo>
                            <a:pt x="5196" y="5800"/>
                            <a:pt x="3386" y="6371"/>
                            <a:pt x="1862" y="5704"/>
                          </a:cubicBezTo>
                          <a:cubicBezTo>
                            <a:pt x="338" y="5038"/>
                            <a:pt x="-424" y="3228"/>
                            <a:pt x="243" y="1704"/>
                          </a:cubicBezTo>
                          <a:cubicBezTo>
                            <a:pt x="909" y="180"/>
                            <a:pt x="2624" y="-392"/>
                            <a:pt x="4148" y="27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922" name="Graphique 5">
                    <a:extLst>
                      <a:ext uri="{FF2B5EF4-FFF2-40B4-BE49-F238E27FC236}">
                        <a16:creationId xmlns:a16="http://schemas.microsoft.com/office/drawing/2014/main" id="{F70E331C-9AF0-4CDA-ABE6-D586CBF53A46}"/>
                      </a:ext>
                    </a:extLst>
                  </p:cNvPr>
                  <p:cNvGrpSpPr/>
                  <p:nvPr/>
                </p:nvGrpSpPr>
                <p:grpSpPr>
                  <a:xfrm>
                    <a:off x="3730764" y="2808786"/>
                    <a:ext cx="37830" cy="36752"/>
                    <a:chOff x="3730764" y="2808786"/>
                    <a:chExt cx="37830" cy="36752"/>
                  </a:xfrm>
                  <a:solidFill>
                    <a:schemeClr val="accent1"/>
                  </a:solidFill>
                </p:grpSpPr>
                <p:sp>
                  <p:nvSpPr>
                    <p:cNvPr id="13923" name="Forme libre : forme 13922">
                      <a:extLst>
                        <a:ext uri="{FF2B5EF4-FFF2-40B4-BE49-F238E27FC236}">
                          <a16:creationId xmlns:a16="http://schemas.microsoft.com/office/drawing/2014/main" id="{64DE2174-3BF1-47B8-8E68-17A4550CF9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0764" y="2808786"/>
                      <a:ext cx="37734" cy="36752"/>
                    </a:xfrm>
                    <a:custGeom>
                      <a:avLst/>
                      <a:gdLst>
                        <a:gd name="connsiteX0" fmla="*/ 26446 w 37734"/>
                        <a:gd name="connsiteY0" fmla="*/ 2359 h 36752"/>
                        <a:gd name="connsiteX1" fmla="*/ 35876 w 37734"/>
                        <a:gd name="connsiteY1" fmla="*/ 27505 h 36752"/>
                        <a:gd name="connsiteX2" fmla="*/ 10920 w 37734"/>
                        <a:gd name="connsiteY2" fmla="*/ 34553 h 36752"/>
                        <a:gd name="connsiteX3" fmla="*/ 1585 w 37734"/>
                        <a:gd name="connsiteY3" fmla="*/ 9693 h 36752"/>
                        <a:gd name="connsiteX4" fmla="*/ 26446 w 37734"/>
                        <a:gd name="connsiteY4" fmla="*/ 2359 h 36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734" h="36752">
                          <a:moveTo>
                            <a:pt x="26446" y="2359"/>
                          </a:moveTo>
                          <a:cubicBezTo>
                            <a:pt x="36066" y="7407"/>
                            <a:pt x="40543" y="18647"/>
                            <a:pt x="35876" y="27505"/>
                          </a:cubicBezTo>
                          <a:cubicBezTo>
                            <a:pt x="31399" y="36268"/>
                            <a:pt x="20254" y="39221"/>
                            <a:pt x="10920" y="34553"/>
                          </a:cubicBezTo>
                          <a:cubicBezTo>
                            <a:pt x="1585" y="29791"/>
                            <a:pt x="-2510" y="18742"/>
                            <a:pt x="1585" y="9693"/>
                          </a:cubicBezTo>
                          <a:cubicBezTo>
                            <a:pt x="5776" y="644"/>
                            <a:pt x="16826" y="-2689"/>
                            <a:pt x="26446" y="235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24" name="Forme libre : forme 13923">
                      <a:extLst>
                        <a:ext uri="{FF2B5EF4-FFF2-40B4-BE49-F238E27FC236}">
                          <a16:creationId xmlns:a16="http://schemas.microsoft.com/office/drawing/2014/main" id="{484413A5-7AE2-43A6-866D-E6FB96BBDF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4445" y="2808859"/>
                      <a:ext cx="34149" cy="36679"/>
                    </a:xfrm>
                    <a:custGeom>
                      <a:avLst/>
                      <a:gdLst>
                        <a:gd name="connsiteX0" fmla="*/ 15526 w 34149"/>
                        <a:gd name="connsiteY0" fmla="*/ 18479 h 36679"/>
                        <a:gd name="connsiteX1" fmla="*/ 0 w 34149"/>
                        <a:gd name="connsiteY1" fmla="*/ 28004 h 36679"/>
                        <a:gd name="connsiteX2" fmla="*/ 7334 w 34149"/>
                        <a:gd name="connsiteY2" fmla="*/ 34480 h 36679"/>
                        <a:gd name="connsiteX3" fmla="*/ 32290 w 34149"/>
                        <a:gd name="connsiteY3" fmla="*/ 27432 h 36679"/>
                        <a:gd name="connsiteX4" fmla="*/ 22860 w 34149"/>
                        <a:gd name="connsiteY4" fmla="*/ 2286 h 36679"/>
                        <a:gd name="connsiteX5" fmla="*/ 13526 w 34149"/>
                        <a:gd name="connsiteY5" fmla="*/ 0 h 36679"/>
                        <a:gd name="connsiteX6" fmla="*/ 15526 w 34149"/>
                        <a:gd name="connsiteY6" fmla="*/ 18479 h 366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149" h="36679">
                          <a:moveTo>
                            <a:pt x="15526" y="18479"/>
                          </a:moveTo>
                          <a:cubicBezTo>
                            <a:pt x="12573" y="24575"/>
                            <a:pt x="6477" y="27908"/>
                            <a:pt x="0" y="28004"/>
                          </a:cubicBezTo>
                          <a:cubicBezTo>
                            <a:pt x="1810" y="30671"/>
                            <a:pt x="4286" y="32861"/>
                            <a:pt x="7334" y="34480"/>
                          </a:cubicBezTo>
                          <a:cubicBezTo>
                            <a:pt x="16669" y="39148"/>
                            <a:pt x="27813" y="36195"/>
                            <a:pt x="32290" y="27432"/>
                          </a:cubicBezTo>
                          <a:cubicBezTo>
                            <a:pt x="36957" y="18479"/>
                            <a:pt x="32480" y="7334"/>
                            <a:pt x="22860" y="2286"/>
                          </a:cubicBezTo>
                          <a:cubicBezTo>
                            <a:pt x="19812" y="667"/>
                            <a:pt x="16573" y="0"/>
                            <a:pt x="13526" y="0"/>
                          </a:cubicBezTo>
                          <a:cubicBezTo>
                            <a:pt x="17336" y="5525"/>
                            <a:pt x="18383" y="12478"/>
                            <a:pt x="15526" y="1847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25" name="Forme libre : forme 13924">
                      <a:extLst>
                        <a:ext uri="{FF2B5EF4-FFF2-40B4-BE49-F238E27FC236}">
                          <a16:creationId xmlns:a16="http://schemas.microsoft.com/office/drawing/2014/main" id="{1A01C91A-4511-4289-8BA5-C4807A7674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0629" y="2811890"/>
                      <a:ext cx="18110" cy="15360"/>
                    </a:xfrm>
                    <a:custGeom>
                      <a:avLst/>
                      <a:gdLst>
                        <a:gd name="connsiteX0" fmla="*/ 8675 w 18110"/>
                        <a:gd name="connsiteY0" fmla="*/ 17 h 15360"/>
                        <a:gd name="connsiteX1" fmla="*/ 18104 w 18110"/>
                        <a:gd name="connsiteY1" fmla="*/ 8113 h 15360"/>
                        <a:gd name="connsiteX2" fmla="*/ 9341 w 18110"/>
                        <a:gd name="connsiteY2" fmla="*/ 15352 h 15360"/>
                        <a:gd name="connsiteX3" fmla="*/ 7 w 18110"/>
                        <a:gd name="connsiteY3" fmla="*/ 7351 h 15360"/>
                        <a:gd name="connsiteX4" fmla="*/ 8675 w 18110"/>
                        <a:gd name="connsiteY4" fmla="*/ 17 h 153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110" h="15360">
                          <a:moveTo>
                            <a:pt x="8675" y="17"/>
                          </a:moveTo>
                          <a:cubicBezTo>
                            <a:pt x="13723" y="207"/>
                            <a:pt x="17914" y="3922"/>
                            <a:pt x="18104" y="8113"/>
                          </a:cubicBezTo>
                          <a:cubicBezTo>
                            <a:pt x="18295" y="12304"/>
                            <a:pt x="14294" y="15543"/>
                            <a:pt x="9341" y="15352"/>
                          </a:cubicBezTo>
                          <a:cubicBezTo>
                            <a:pt x="4388" y="15162"/>
                            <a:pt x="198" y="11542"/>
                            <a:pt x="7" y="7351"/>
                          </a:cubicBezTo>
                          <a:cubicBezTo>
                            <a:pt x="-184" y="3065"/>
                            <a:pt x="3626" y="-269"/>
                            <a:pt x="8675" y="1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26" name="Forme libre : forme 13925">
                      <a:extLst>
                        <a:ext uri="{FF2B5EF4-FFF2-40B4-BE49-F238E27FC236}">
                          <a16:creationId xmlns:a16="http://schemas.microsoft.com/office/drawing/2014/main" id="{6F33815C-8F3C-4CB4-8E4C-050FDB55AD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9575" y="2818998"/>
                      <a:ext cx="6217" cy="6011"/>
                    </a:xfrm>
                    <a:custGeom>
                      <a:avLst/>
                      <a:gdLst>
                        <a:gd name="connsiteX0" fmla="*/ 4395 w 6217"/>
                        <a:gd name="connsiteY0" fmla="*/ 339 h 6011"/>
                        <a:gd name="connsiteX1" fmla="*/ 5919 w 6217"/>
                        <a:gd name="connsiteY1" fmla="*/ 4434 h 6011"/>
                        <a:gd name="connsiteX2" fmla="*/ 1823 w 6217"/>
                        <a:gd name="connsiteY2" fmla="*/ 5673 h 6011"/>
                        <a:gd name="connsiteX3" fmla="*/ 299 w 6217"/>
                        <a:gd name="connsiteY3" fmla="*/ 1577 h 6011"/>
                        <a:gd name="connsiteX4" fmla="*/ 4395 w 6217"/>
                        <a:gd name="connsiteY4" fmla="*/ 339 h 6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17" h="6011">
                          <a:moveTo>
                            <a:pt x="4395" y="339"/>
                          </a:moveTo>
                          <a:cubicBezTo>
                            <a:pt x="5919" y="1101"/>
                            <a:pt x="6681" y="3006"/>
                            <a:pt x="5919" y="4434"/>
                          </a:cubicBezTo>
                          <a:cubicBezTo>
                            <a:pt x="5252" y="5863"/>
                            <a:pt x="3442" y="6435"/>
                            <a:pt x="1823" y="5673"/>
                          </a:cubicBezTo>
                          <a:cubicBezTo>
                            <a:pt x="299" y="4911"/>
                            <a:pt x="-463" y="3006"/>
                            <a:pt x="299" y="1577"/>
                          </a:cubicBezTo>
                          <a:cubicBezTo>
                            <a:pt x="966" y="148"/>
                            <a:pt x="2775" y="-423"/>
                            <a:pt x="4395" y="3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927" name="Graphique 5">
                    <a:extLst>
                      <a:ext uri="{FF2B5EF4-FFF2-40B4-BE49-F238E27FC236}">
                        <a16:creationId xmlns:a16="http://schemas.microsoft.com/office/drawing/2014/main" id="{DB0F8658-C1EC-421C-ADCF-E71F228B6C37}"/>
                      </a:ext>
                    </a:extLst>
                  </p:cNvPr>
                  <p:cNvGrpSpPr/>
                  <p:nvPr/>
                </p:nvGrpSpPr>
                <p:grpSpPr>
                  <a:xfrm>
                    <a:off x="3766185" y="2800328"/>
                    <a:ext cx="38180" cy="37657"/>
                    <a:chOff x="3766185" y="2800328"/>
                    <a:chExt cx="38180" cy="37657"/>
                  </a:xfrm>
                  <a:solidFill>
                    <a:schemeClr val="accent1"/>
                  </a:solidFill>
                </p:grpSpPr>
                <p:sp>
                  <p:nvSpPr>
                    <p:cNvPr id="13928" name="Forme libre : forme 13927">
                      <a:extLst>
                        <a:ext uri="{FF2B5EF4-FFF2-40B4-BE49-F238E27FC236}">
                          <a16:creationId xmlns:a16="http://schemas.microsoft.com/office/drawing/2014/main" id="{6C2152A6-2785-4C8D-81C3-79B460A717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6185" y="2800328"/>
                      <a:ext cx="38180" cy="37657"/>
                    </a:xfrm>
                    <a:custGeom>
                      <a:avLst/>
                      <a:gdLst>
                        <a:gd name="connsiteX0" fmla="*/ 27124 w 38180"/>
                        <a:gd name="connsiteY0" fmla="*/ 2720 h 37657"/>
                        <a:gd name="connsiteX1" fmla="*/ 36269 w 38180"/>
                        <a:gd name="connsiteY1" fmla="*/ 28914 h 37657"/>
                        <a:gd name="connsiteX2" fmla="*/ 10932 w 38180"/>
                        <a:gd name="connsiteY2" fmla="*/ 34819 h 37657"/>
                        <a:gd name="connsiteX3" fmla="*/ 1597 w 38180"/>
                        <a:gd name="connsiteY3" fmla="*/ 9292 h 37657"/>
                        <a:gd name="connsiteX4" fmla="*/ 27124 w 38180"/>
                        <a:gd name="connsiteY4" fmla="*/ 2720 h 376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80" h="37657">
                          <a:moveTo>
                            <a:pt x="27124" y="2720"/>
                          </a:moveTo>
                          <a:cubicBezTo>
                            <a:pt x="36745" y="8340"/>
                            <a:pt x="40936" y="20151"/>
                            <a:pt x="36269" y="28914"/>
                          </a:cubicBezTo>
                          <a:cubicBezTo>
                            <a:pt x="31601" y="37677"/>
                            <a:pt x="20171" y="40249"/>
                            <a:pt x="10932" y="34819"/>
                          </a:cubicBezTo>
                          <a:cubicBezTo>
                            <a:pt x="1788" y="29295"/>
                            <a:pt x="-2594" y="18341"/>
                            <a:pt x="1597" y="9292"/>
                          </a:cubicBezTo>
                          <a:cubicBezTo>
                            <a:pt x="5788" y="434"/>
                            <a:pt x="17314" y="-2805"/>
                            <a:pt x="27124" y="27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29" name="Forme libre : forme 13928">
                      <a:extLst>
                        <a:ext uri="{FF2B5EF4-FFF2-40B4-BE49-F238E27FC236}">
                          <a16:creationId xmlns:a16="http://schemas.microsoft.com/office/drawing/2014/main" id="{F71DAABB-A011-4CD2-AB53-9CBA00CD80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9878" y="2800477"/>
                      <a:ext cx="34487" cy="37444"/>
                    </a:xfrm>
                    <a:custGeom>
                      <a:avLst/>
                      <a:gdLst>
                        <a:gd name="connsiteX0" fmla="*/ 15812 w 34487"/>
                        <a:gd name="connsiteY0" fmla="*/ 18764 h 37444"/>
                        <a:gd name="connsiteX1" fmla="*/ 0 w 34487"/>
                        <a:gd name="connsiteY1" fmla="*/ 27623 h 37444"/>
                        <a:gd name="connsiteX2" fmla="*/ 7239 w 34487"/>
                        <a:gd name="connsiteY2" fmla="*/ 34671 h 37444"/>
                        <a:gd name="connsiteX3" fmla="*/ 32576 w 34487"/>
                        <a:gd name="connsiteY3" fmla="*/ 28766 h 37444"/>
                        <a:gd name="connsiteX4" fmla="*/ 23431 w 34487"/>
                        <a:gd name="connsiteY4" fmla="*/ 2572 h 37444"/>
                        <a:gd name="connsiteX5" fmla="*/ 13811 w 34487"/>
                        <a:gd name="connsiteY5" fmla="*/ 0 h 37444"/>
                        <a:gd name="connsiteX6" fmla="*/ 15812 w 34487"/>
                        <a:gd name="connsiteY6" fmla="*/ 18764 h 374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87" h="37444">
                          <a:moveTo>
                            <a:pt x="15812" y="18764"/>
                          </a:moveTo>
                          <a:cubicBezTo>
                            <a:pt x="12763" y="24765"/>
                            <a:pt x="6477" y="27908"/>
                            <a:pt x="0" y="27623"/>
                          </a:cubicBezTo>
                          <a:cubicBezTo>
                            <a:pt x="1810" y="30385"/>
                            <a:pt x="4191" y="32861"/>
                            <a:pt x="7239" y="34671"/>
                          </a:cubicBezTo>
                          <a:cubicBezTo>
                            <a:pt x="16573" y="40005"/>
                            <a:pt x="27908" y="37433"/>
                            <a:pt x="32576" y="28766"/>
                          </a:cubicBezTo>
                          <a:cubicBezTo>
                            <a:pt x="37243" y="20098"/>
                            <a:pt x="33052" y="8287"/>
                            <a:pt x="23431" y="2572"/>
                          </a:cubicBezTo>
                          <a:cubicBezTo>
                            <a:pt x="20383" y="762"/>
                            <a:pt x="17050" y="95"/>
                            <a:pt x="13811" y="0"/>
                          </a:cubicBezTo>
                          <a:cubicBezTo>
                            <a:pt x="17907" y="5525"/>
                            <a:pt x="18860" y="12764"/>
                            <a:pt x="15812" y="1876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0" name="Forme libre : forme 13929">
                      <a:extLst>
                        <a:ext uri="{FF2B5EF4-FFF2-40B4-BE49-F238E27FC236}">
                          <a16:creationId xmlns:a16="http://schemas.microsoft.com/office/drawing/2014/main" id="{B531F4BA-11F1-4770-B264-06A4EF6BFE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6253" y="2803493"/>
                      <a:ext cx="18391" cy="15701"/>
                    </a:xfrm>
                    <a:custGeom>
                      <a:avLst/>
                      <a:gdLst>
                        <a:gd name="connsiteX0" fmla="*/ 8960 w 18391"/>
                        <a:gd name="connsiteY0" fmla="*/ 31 h 15701"/>
                        <a:gd name="connsiteX1" fmla="*/ 18390 w 18391"/>
                        <a:gd name="connsiteY1" fmla="*/ 8699 h 15701"/>
                        <a:gd name="connsiteX2" fmla="*/ 9436 w 18391"/>
                        <a:gd name="connsiteY2" fmla="*/ 15652 h 15701"/>
                        <a:gd name="connsiteX3" fmla="*/ 7 w 18391"/>
                        <a:gd name="connsiteY3" fmla="*/ 7175 h 15701"/>
                        <a:gd name="connsiteX4" fmla="*/ 8960 w 18391"/>
                        <a:gd name="connsiteY4" fmla="*/ 31 h 15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391" h="15701">
                          <a:moveTo>
                            <a:pt x="8960" y="31"/>
                          </a:moveTo>
                          <a:cubicBezTo>
                            <a:pt x="14199" y="317"/>
                            <a:pt x="18295" y="4413"/>
                            <a:pt x="18390" y="8699"/>
                          </a:cubicBezTo>
                          <a:cubicBezTo>
                            <a:pt x="18485" y="13080"/>
                            <a:pt x="14389" y="16129"/>
                            <a:pt x="9436" y="15652"/>
                          </a:cubicBezTo>
                          <a:cubicBezTo>
                            <a:pt x="4483" y="15081"/>
                            <a:pt x="292" y="11366"/>
                            <a:pt x="7" y="7175"/>
                          </a:cubicBezTo>
                          <a:cubicBezTo>
                            <a:pt x="-184" y="2793"/>
                            <a:pt x="3721" y="-350"/>
                            <a:pt x="8960" y="3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1" name="Forme libre : forme 13930">
                      <a:extLst>
                        <a:ext uri="{FF2B5EF4-FFF2-40B4-BE49-F238E27FC236}">
                          <a16:creationId xmlns:a16="http://schemas.microsoft.com/office/drawing/2014/main" id="{5AC1A5FE-4B7A-48DA-A261-4B31F12148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5241" y="2810410"/>
                      <a:ext cx="6363" cy="6114"/>
                    </a:xfrm>
                    <a:custGeom>
                      <a:avLst/>
                      <a:gdLst>
                        <a:gd name="connsiteX0" fmla="*/ 4447 w 6363"/>
                        <a:gd name="connsiteY0" fmla="*/ 449 h 6114"/>
                        <a:gd name="connsiteX1" fmla="*/ 6067 w 6363"/>
                        <a:gd name="connsiteY1" fmla="*/ 4640 h 6114"/>
                        <a:gd name="connsiteX2" fmla="*/ 1876 w 6363"/>
                        <a:gd name="connsiteY2" fmla="*/ 5688 h 6114"/>
                        <a:gd name="connsiteX3" fmla="*/ 256 w 6363"/>
                        <a:gd name="connsiteY3" fmla="*/ 1497 h 6114"/>
                        <a:gd name="connsiteX4" fmla="*/ 4447 w 6363"/>
                        <a:gd name="connsiteY4" fmla="*/ 449 h 6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63" h="6114">
                          <a:moveTo>
                            <a:pt x="4447" y="449"/>
                          </a:moveTo>
                          <a:cubicBezTo>
                            <a:pt x="6067" y="1306"/>
                            <a:pt x="6829" y="3116"/>
                            <a:pt x="6067" y="4640"/>
                          </a:cubicBezTo>
                          <a:cubicBezTo>
                            <a:pt x="5305" y="6069"/>
                            <a:pt x="3495" y="6545"/>
                            <a:pt x="1876" y="5688"/>
                          </a:cubicBezTo>
                          <a:cubicBezTo>
                            <a:pt x="256" y="4831"/>
                            <a:pt x="-410" y="3021"/>
                            <a:pt x="256" y="1497"/>
                          </a:cubicBezTo>
                          <a:cubicBezTo>
                            <a:pt x="923" y="-27"/>
                            <a:pt x="2828" y="-408"/>
                            <a:pt x="4447" y="44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932" name="Graphique 5">
                  <a:extLst>
                    <a:ext uri="{FF2B5EF4-FFF2-40B4-BE49-F238E27FC236}">
                      <a16:creationId xmlns:a16="http://schemas.microsoft.com/office/drawing/2014/main" id="{69806011-5840-42A4-AF55-2868B8F144D4}"/>
                    </a:ext>
                  </a:extLst>
                </p:cNvPr>
                <p:cNvGrpSpPr/>
                <p:nvPr/>
              </p:nvGrpSpPr>
              <p:grpSpPr>
                <a:xfrm>
                  <a:off x="3760684" y="2687225"/>
                  <a:ext cx="85760" cy="92155"/>
                  <a:chOff x="3760684" y="2687225"/>
                  <a:chExt cx="85760" cy="92155"/>
                </a:xfrm>
                <a:solidFill>
                  <a:schemeClr val="accent1"/>
                </a:solidFill>
              </p:grpSpPr>
              <p:grpSp>
                <p:nvGrpSpPr>
                  <p:cNvPr id="13933" name="Graphique 5">
                    <a:extLst>
                      <a:ext uri="{FF2B5EF4-FFF2-40B4-BE49-F238E27FC236}">
                        <a16:creationId xmlns:a16="http://schemas.microsoft.com/office/drawing/2014/main" id="{04C5D705-EC24-4700-ACA8-39ABA4DEF2E0}"/>
                      </a:ext>
                    </a:extLst>
                  </p:cNvPr>
                  <p:cNvGrpSpPr/>
                  <p:nvPr/>
                </p:nvGrpSpPr>
                <p:grpSpPr>
                  <a:xfrm>
                    <a:off x="3804769" y="2687225"/>
                    <a:ext cx="41675" cy="39528"/>
                    <a:chOff x="3804769" y="2687225"/>
                    <a:chExt cx="41675" cy="39528"/>
                  </a:xfrm>
                  <a:solidFill>
                    <a:schemeClr val="accent1"/>
                  </a:solidFill>
                </p:grpSpPr>
                <p:sp>
                  <p:nvSpPr>
                    <p:cNvPr id="13934" name="Forme libre : forme 13933">
                      <a:extLst>
                        <a:ext uri="{FF2B5EF4-FFF2-40B4-BE49-F238E27FC236}">
                          <a16:creationId xmlns:a16="http://schemas.microsoft.com/office/drawing/2014/main" id="{5BC0227A-053A-4489-B03C-D864278057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769" y="2687225"/>
                      <a:ext cx="41675" cy="39528"/>
                    </a:xfrm>
                    <a:custGeom>
                      <a:avLst/>
                      <a:gdLst>
                        <a:gd name="connsiteX0" fmla="*/ 28736 w 41675"/>
                        <a:gd name="connsiteY0" fmla="*/ 39242 h 39528"/>
                        <a:gd name="connsiteX1" fmla="*/ 1780 w 41675"/>
                        <a:gd name="connsiteY1" fmla="*/ 23431 h 39528"/>
                        <a:gd name="connsiteX2" fmla="*/ 12448 w 41675"/>
                        <a:gd name="connsiteY2" fmla="*/ 380 h 39528"/>
                        <a:gd name="connsiteX3" fmla="*/ 40070 w 41675"/>
                        <a:gd name="connsiteY3" fmla="*/ 16478 h 39528"/>
                        <a:gd name="connsiteX4" fmla="*/ 28736 w 41675"/>
                        <a:gd name="connsiteY4" fmla="*/ 39242 h 39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675" h="39528">
                          <a:moveTo>
                            <a:pt x="28736" y="39242"/>
                          </a:moveTo>
                          <a:cubicBezTo>
                            <a:pt x="18163" y="41052"/>
                            <a:pt x="6257" y="34099"/>
                            <a:pt x="1780" y="23431"/>
                          </a:cubicBezTo>
                          <a:cubicBezTo>
                            <a:pt x="-2792" y="12953"/>
                            <a:pt x="1685" y="2666"/>
                            <a:pt x="12448" y="380"/>
                          </a:cubicBezTo>
                          <a:cubicBezTo>
                            <a:pt x="23116" y="-1810"/>
                            <a:pt x="35498" y="5714"/>
                            <a:pt x="40070" y="16478"/>
                          </a:cubicBezTo>
                          <a:cubicBezTo>
                            <a:pt x="44547" y="27336"/>
                            <a:pt x="39308" y="37433"/>
                            <a:pt x="28736" y="3924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5" name="Forme libre : forme 13934">
                      <a:extLst>
                        <a:ext uri="{FF2B5EF4-FFF2-40B4-BE49-F238E27FC236}">
                          <a16:creationId xmlns:a16="http://schemas.microsoft.com/office/drawing/2014/main" id="{EC91F953-E7CE-4493-98A6-647CA4BA9F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879" y="2687235"/>
                      <a:ext cx="37007" cy="39518"/>
                    </a:xfrm>
                    <a:custGeom>
                      <a:avLst/>
                      <a:gdLst>
                        <a:gd name="connsiteX0" fmla="*/ 20339 w 37007"/>
                        <a:gd name="connsiteY0" fmla="*/ 20087 h 39518"/>
                        <a:gd name="connsiteX1" fmla="*/ 23101 w 37007"/>
                        <a:gd name="connsiteY1" fmla="*/ 1228 h 39518"/>
                        <a:gd name="connsiteX2" fmla="*/ 12434 w 37007"/>
                        <a:gd name="connsiteY2" fmla="*/ 370 h 39518"/>
                        <a:gd name="connsiteX3" fmla="*/ 1765 w 37007"/>
                        <a:gd name="connsiteY3" fmla="*/ 23421 h 39518"/>
                        <a:gd name="connsiteX4" fmla="*/ 28721 w 37007"/>
                        <a:gd name="connsiteY4" fmla="*/ 39232 h 39518"/>
                        <a:gd name="connsiteX5" fmla="*/ 37008 w 37007"/>
                        <a:gd name="connsiteY5" fmla="*/ 35137 h 39518"/>
                        <a:gd name="connsiteX6" fmla="*/ 20339 w 37007"/>
                        <a:gd name="connsiteY6" fmla="*/ 20087 h 395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007" h="39518">
                          <a:moveTo>
                            <a:pt x="20339" y="20087"/>
                          </a:moveTo>
                          <a:cubicBezTo>
                            <a:pt x="17291" y="12753"/>
                            <a:pt x="18625" y="5704"/>
                            <a:pt x="23101" y="1228"/>
                          </a:cubicBezTo>
                          <a:cubicBezTo>
                            <a:pt x="19577" y="85"/>
                            <a:pt x="15958" y="-392"/>
                            <a:pt x="12434" y="370"/>
                          </a:cubicBezTo>
                          <a:cubicBezTo>
                            <a:pt x="1765" y="2561"/>
                            <a:pt x="-2807" y="12943"/>
                            <a:pt x="1765" y="23421"/>
                          </a:cubicBezTo>
                          <a:cubicBezTo>
                            <a:pt x="6147" y="34089"/>
                            <a:pt x="18053" y="41042"/>
                            <a:pt x="28721" y="39232"/>
                          </a:cubicBezTo>
                          <a:cubicBezTo>
                            <a:pt x="32055" y="38661"/>
                            <a:pt x="34817" y="37137"/>
                            <a:pt x="37008" y="35137"/>
                          </a:cubicBezTo>
                          <a:cubicBezTo>
                            <a:pt x="29769" y="32755"/>
                            <a:pt x="23292" y="27326"/>
                            <a:pt x="20339" y="200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6" name="Forme libre : forme 13935">
                      <a:extLst>
                        <a:ext uri="{FF2B5EF4-FFF2-40B4-BE49-F238E27FC236}">
                          <a16:creationId xmlns:a16="http://schemas.microsoft.com/office/drawing/2014/main" id="{5AAE256D-C425-45B6-A79E-B12FB00C18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2670" y="2705338"/>
                      <a:ext cx="18455" cy="17328"/>
                    </a:xfrm>
                    <a:custGeom>
                      <a:avLst/>
                      <a:gdLst>
                        <a:gd name="connsiteX0" fmla="*/ 15692 w 18455"/>
                        <a:gd name="connsiteY0" fmla="*/ 15319 h 17328"/>
                        <a:gd name="connsiteX1" fmla="*/ 2643 w 18455"/>
                        <a:gd name="connsiteY1" fmla="*/ 14272 h 17328"/>
                        <a:gd name="connsiteX2" fmla="*/ 2643 w 18455"/>
                        <a:gd name="connsiteY2" fmla="*/ 2080 h 17328"/>
                        <a:gd name="connsiteX3" fmla="*/ 15788 w 18455"/>
                        <a:gd name="connsiteY3" fmla="*/ 3127 h 17328"/>
                        <a:gd name="connsiteX4" fmla="*/ 15692 w 18455"/>
                        <a:gd name="connsiteY4" fmla="*/ 15319 h 173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455" h="17328">
                          <a:moveTo>
                            <a:pt x="15692" y="15319"/>
                          </a:moveTo>
                          <a:cubicBezTo>
                            <a:pt x="12073" y="18367"/>
                            <a:pt x="6167" y="17891"/>
                            <a:pt x="2643" y="14272"/>
                          </a:cubicBezTo>
                          <a:cubicBezTo>
                            <a:pt x="-881" y="10652"/>
                            <a:pt x="-881" y="5223"/>
                            <a:pt x="2643" y="2080"/>
                          </a:cubicBezTo>
                          <a:cubicBezTo>
                            <a:pt x="6263" y="-1064"/>
                            <a:pt x="12073" y="-587"/>
                            <a:pt x="15788" y="3127"/>
                          </a:cubicBezTo>
                          <a:cubicBezTo>
                            <a:pt x="19407" y="6842"/>
                            <a:pt x="19312" y="12271"/>
                            <a:pt x="15692" y="1531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7" name="Forme libre : forme 13936">
                      <a:extLst>
                        <a:ext uri="{FF2B5EF4-FFF2-40B4-BE49-F238E27FC236}">
                          <a16:creationId xmlns:a16="http://schemas.microsoft.com/office/drawing/2014/main" id="{4E679C02-BCA8-405A-A3B7-CED6B390BA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1130" y="2704040"/>
                      <a:ext cx="6859" cy="6469"/>
                    </a:xfrm>
                    <a:custGeom>
                      <a:avLst/>
                      <a:gdLst>
                        <a:gd name="connsiteX0" fmla="*/ 4756 w 6859"/>
                        <a:gd name="connsiteY0" fmla="*/ 6425 h 6469"/>
                        <a:gd name="connsiteX1" fmla="*/ 280 w 6859"/>
                        <a:gd name="connsiteY1" fmla="*/ 3758 h 6469"/>
                        <a:gd name="connsiteX2" fmla="*/ 2090 w 6859"/>
                        <a:gd name="connsiteY2" fmla="*/ 44 h 6469"/>
                        <a:gd name="connsiteX3" fmla="*/ 6566 w 6859"/>
                        <a:gd name="connsiteY3" fmla="*/ 2711 h 6469"/>
                        <a:gd name="connsiteX4" fmla="*/ 4756 w 6859"/>
                        <a:gd name="connsiteY4" fmla="*/ 6425 h 6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59" h="6469">
                          <a:moveTo>
                            <a:pt x="4756" y="6425"/>
                          </a:moveTo>
                          <a:cubicBezTo>
                            <a:pt x="3042" y="6711"/>
                            <a:pt x="1042" y="5568"/>
                            <a:pt x="280" y="3758"/>
                          </a:cubicBezTo>
                          <a:cubicBezTo>
                            <a:pt x="-482" y="1949"/>
                            <a:pt x="375" y="329"/>
                            <a:pt x="2090" y="44"/>
                          </a:cubicBezTo>
                          <a:cubicBezTo>
                            <a:pt x="3804" y="-242"/>
                            <a:pt x="5899" y="901"/>
                            <a:pt x="6566" y="2711"/>
                          </a:cubicBezTo>
                          <a:cubicBezTo>
                            <a:pt x="7328" y="4425"/>
                            <a:pt x="6566" y="6140"/>
                            <a:pt x="4756" y="642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938" name="Graphique 5">
                    <a:extLst>
                      <a:ext uri="{FF2B5EF4-FFF2-40B4-BE49-F238E27FC236}">
                        <a16:creationId xmlns:a16="http://schemas.microsoft.com/office/drawing/2014/main" id="{B5EE0F06-CFA1-4FE2-BA20-FDCC885DC7BD}"/>
                      </a:ext>
                    </a:extLst>
                  </p:cNvPr>
                  <p:cNvGrpSpPr/>
                  <p:nvPr/>
                </p:nvGrpSpPr>
                <p:grpSpPr>
                  <a:xfrm>
                    <a:off x="3777065" y="2709839"/>
                    <a:ext cx="40700" cy="38722"/>
                    <a:chOff x="3777065" y="2709839"/>
                    <a:chExt cx="40700" cy="38722"/>
                  </a:xfrm>
                  <a:solidFill>
                    <a:schemeClr val="accent1"/>
                  </a:solidFill>
                </p:grpSpPr>
                <p:sp>
                  <p:nvSpPr>
                    <p:cNvPr id="13939" name="Forme libre : forme 13938">
                      <a:extLst>
                        <a:ext uri="{FF2B5EF4-FFF2-40B4-BE49-F238E27FC236}">
                          <a16:creationId xmlns:a16="http://schemas.microsoft.com/office/drawing/2014/main" id="{583E5E69-B6E2-4CBE-88D3-DF8630838E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7065" y="2709839"/>
                      <a:ext cx="40700" cy="38722"/>
                    </a:xfrm>
                    <a:custGeom>
                      <a:avLst/>
                      <a:gdLst>
                        <a:gd name="connsiteX0" fmla="*/ 27865 w 40700"/>
                        <a:gd name="connsiteY0" fmla="*/ 38345 h 38722"/>
                        <a:gd name="connsiteX1" fmla="*/ 1671 w 40700"/>
                        <a:gd name="connsiteY1" fmla="*/ 23486 h 38722"/>
                        <a:gd name="connsiteX2" fmla="*/ 12244 w 40700"/>
                        <a:gd name="connsiteY2" fmla="*/ 531 h 38722"/>
                        <a:gd name="connsiteX3" fmla="*/ 39200 w 40700"/>
                        <a:gd name="connsiteY3" fmla="*/ 15676 h 38722"/>
                        <a:gd name="connsiteX4" fmla="*/ 27865 w 40700"/>
                        <a:gd name="connsiteY4" fmla="*/ 38345 h 38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700" h="38722">
                          <a:moveTo>
                            <a:pt x="27865" y="38345"/>
                          </a:moveTo>
                          <a:cubicBezTo>
                            <a:pt x="17388" y="40441"/>
                            <a:pt x="6148" y="33583"/>
                            <a:pt x="1671" y="23486"/>
                          </a:cubicBezTo>
                          <a:cubicBezTo>
                            <a:pt x="-2710" y="13294"/>
                            <a:pt x="1767" y="2912"/>
                            <a:pt x="12244" y="531"/>
                          </a:cubicBezTo>
                          <a:cubicBezTo>
                            <a:pt x="22817" y="-2041"/>
                            <a:pt x="34914" y="5008"/>
                            <a:pt x="39200" y="15676"/>
                          </a:cubicBezTo>
                          <a:cubicBezTo>
                            <a:pt x="43486" y="26248"/>
                            <a:pt x="38247" y="36345"/>
                            <a:pt x="27865" y="3834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0" name="Forme libre : forme 13939">
                      <a:extLst>
                        <a:ext uri="{FF2B5EF4-FFF2-40B4-BE49-F238E27FC236}">
                          <a16:creationId xmlns:a16="http://schemas.microsoft.com/office/drawing/2014/main" id="{470B6D9B-2E4A-49DE-A94B-7962507303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7065" y="2709934"/>
                      <a:ext cx="35961" cy="38627"/>
                    </a:xfrm>
                    <a:custGeom>
                      <a:avLst/>
                      <a:gdLst>
                        <a:gd name="connsiteX0" fmla="*/ 20055 w 35961"/>
                        <a:gd name="connsiteY0" fmla="*/ 19486 h 38627"/>
                        <a:gd name="connsiteX1" fmla="*/ 22817 w 35961"/>
                        <a:gd name="connsiteY1" fmla="*/ 912 h 38627"/>
                        <a:gd name="connsiteX2" fmla="*/ 12244 w 35961"/>
                        <a:gd name="connsiteY2" fmla="*/ 436 h 38627"/>
                        <a:gd name="connsiteX3" fmla="*/ 1671 w 35961"/>
                        <a:gd name="connsiteY3" fmla="*/ 23391 h 38627"/>
                        <a:gd name="connsiteX4" fmla="*/ 27865 w 35961"/>
                        <a:gd name="connsiteY4" fmla="*/ 38250 h 38627"/>
                        <a:gd name="connsiteX5" fmla="*/ 35961 w 35961"/>
                        <a:gd name="connsiteY5" fmla="*/ 34059 h 38627"/>
                        <a:gd name="connsiteX6" fmla="*/ 20055 w 35961"/>
                        <a:gd name="connsiteY6" fmla="*/ 19486 h 38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961" h="38627">
                          <a:moveTo>
                            <a:pt x="20055" y="19486"/>
                          </a:moveTo>
                          <a:cubicBezTo>
                            <a:pt x="17197" y="12247"/>
                            <a:pt x="18435" y="5389"/>
                            <a:pt x="22817" y="912"/>
                          </a:cubicBezTo>
                          <a:cubicBezTo>
                            <a:pt x="19293" y="-40"/>
                            <a:pt x="15673" y="-326"/>
                            <a:pt x="12244" y="436"/>
                          </a:cubicBezTo>
                          <a:cubicBezTo>
                            <a:pt x="1767" y="2817"/>
                            <a:pt x="-2710" y="13200"/>
                            <a:pt x="1671" y="23391"/>
                          </a:cubicBezTo>
                          <a:cubicBezTo>
                            <a:pt x="6148" y="33488"/>
                            <a:pt x="17483" y="40346"/>
                            <a:pt x="27865" y="38250"/>
                          </a:cubicBezTo>
                          <a:cubicBezTo>
                            <a:pt x="31199" y="37584"/>
                            <a:pt x="33866" y="36060"/>
                            <a:pt x="35961" y="34059"/>
                          </a:cubicBezTo>
                          <a:cubicBezTo>
                            <a:pt x="29103" y="31869"/>
                            <a:pt x="22817" y="26535"/>
                            <a:pt x="20055" y="1948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1" name="Forme libre : forme 13940">
                      <a:extLst>
                        <a:ext uri="{FF2B5EF4-FFF2-40B4-BE49-F238E27FC236}">
                          <a16:creationId xmlns:a16="http://schemas.microsoft.com/office/drawing/2014/main" id="{E5FE14CA-312F-42A5-9E2F-BD649184A8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4511" y="2727283"/>
                      <a:ext cx="18052" cy="17095"/>
                    </a:xfrm>
                    <a:custGeom>
                      <a:avLst/>
                      <a:gdLst>
                        <a:gd name="connsiteX0" fmla="*/ 15277 w 18052"/>
                        <a:gd name="connsiteY0" fmla="*/ 14996 h 17095"/>
                        <a:gd name="connsiteX1" fmla="*/ 2513 w 18052"/>
                        <a:gd name="connsiteY1" fmla="*/ 14234 h 17095"/>
                        <a:gd name="connsiteX2" fmla="*/ 2704 w 18052"/>
                        <a:gd name="connsiteY2" fmla="*/ 2138 h 17095"/>
                        <a:gd name="connsiteX3" fmla="*/ 15467 w 18052"/>
                        <a:gd name="connsiteY3" fmla="*/ 2900 h 17095"/>
                        <a:gd name="connsiteX4" fmla="*/ 15277 w 18052"/>
                        <a:gd name="connsiteY4" fmla="*/ 14996 h 17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52" h="17095">
                          <a:moveTo>
                            <a:pt x="15277" y="14996"/>
                          </a:moveTo>
                          <a:cubicBezTo>
                            <a:pt x="11657" y="18044"/>
                            <a:pt x="5942" y="17759"/>
                            <a:pt x="2513" y="14234"/>
                          </a:cubicBezTo>
                          <a:cubicBezTo>
                            <a:pt x="-916" y="10710"/>
                            <a:pt x="-820" y="5281"/>
                            <a:pt x="2704" y="2138"/>
                          </a:cubicBezTo>
                          <a:cubicBezTo>
                            <a:pt x="6228" y="-1006"/>
                            <a:pt x="11943" y="-625"/>
                            <a:pt x="15467" y="2900"/>
                          </a:cubicBezTo>
                          <a:cubicBezTo>
                            <a:pt x="18991" y="6519"/>
                            <a:pt x="18896" y="11948"/>
                            <a:pt x="15277" y="1499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2" name="Forme libre : forme 13941">
                      <a:extLst>
                        <a:ext uri="{FF2B5EF4-FFF2-40B4-BE49-F238E27FC236}">
                          <a16:creationId xmlns:a16="http://schemas.microsoft.com/office/drawing/2014/main" id="{451C8905-72AA-4763-BDD4-F0449BE17C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2880" y="2725823"/>
                      <a:ext cx="6710" cy="6528"/>
                    </a:xfrm>
                    <a:custGeom>
                      <a:avLst/>
                      <a:gdLst>
                        <a:gd name="connsiteX0" fmla="*/ 4621 w 6710"/>
                        <a:gd name="connsiteY0" fmla="*/ 6455 h 6528"/>
                        <a:gd name="connsiteX1" fmla="*/ 240 w 6710"/>
                        <a:gd name="connsiteY1" fmla="*/ 3883 h 6528"/>
                        <a:gd name="connsiteX2" fmla="*/ 2049 w 6710"/>
                        <a:gd name="connsiteY2" fmla="*/ 73 h 6528"/>
                        <a:gd name="connsiteX3" fmla="*/ 6431 w 6710"/>
                        <a:gd name="connsiteY3" fmla="*/ 2645 h 6528"/>
                        <a:gd name="connsiteX4" fmla="*/ 4621 w 6710"/>
                        <a:gd name="connsiteY4" fmla="*/ 6455 h 6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10" h="6528">
                          <a:moveTo>
                            <a:pt x="4621" y="6455"/>
                          </a:moveTo>
                          <a:cubicBezTo>
                            <a:pt x="2907" y="6836"/>
                            <a:pt x="1002" y="5693"/>
                            <a:pt x="240" y="3883"/>
                          </a:cubicBezTo>
                          <a:cubicBezTo>
                            <a:pt x="-427" y="2169"/>
                            <a:pt x="335" y="454"/>
                            <a:pt x="2049" y="73"/>
                          </a:cubicBezTo>
                          <a:cubicBezTo>
                            <a:pt x="3764" y="-308"/>
                            <a:pt x="5669" y="835"/>
                            <a:pt x="6431" y="2645"/>
                          </a:cubicBezTo>
                          <a:cubicBezTo>
                            <a:pt x="7193" y="4455"/>
                            <a:pt x="6336" y="6074"/>
                            <a:pt x="4621" y="645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943" name="Graphique 5">
                    <a:extLst>
                      <a:ext uri="{FF2B5EF4-FFF2-40B4-BE49-F238E27FC236}">
                        <a16:creationId xmlns:a16="http://schemas.microsoft.com/office/drawing/2014/main" id="{E39B2D97-5FAA-41F9-8321-CF01E154F5C1}"/>
                      </a:ext>
                    </a:extLst>
                  </p:cNvPr>
                  <p:cNvGrpSpPr/>
                  <p:nvPr/>
                </p:nvGrpSpPr>
                <p:grpSpPr>
                  <a:xfrm>
                    <a:off x="3760684" y="2741208"/>
                    <a:ext cx="39718" cy="38173"/>
                    <a:chOff x="3760684" y="2741208"/>
                    <a:chExt cx="39718" cy="38173"/>
                  </a:xfrm>
                  <a:solidFill>
                    <a:schemeClr val="accent1"/>
                  </a:solidFill>
                </p:grpSpPr>
                <p:sp>
                  <p:nvSpPr>
                    <p:cNvPr id="13944" name="Forme libre : forme 13943">
                      <a:extLst>
                        <a:ext uri="{FF2B5EF4-FFF2-40B4-BE49-F238E27FC236}">
                          <a16:creationId xmlns:a16="http://schemas.microsoft.com/office/drawing/2014/main" id="{6EA68E03-E260-4B70-A9B3-7FF57A4C5E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0779" y="2741236"/>
                      <a:ext cx="39623" cy="38144"/>
                    </a:xfrm>
                    <a:custGeom>
                      <a:avLst/>
                      <a:gdLst>
                        <a:gd name="connsiteX0" fmla="*/ 26720 w 39623"/>
                        <a:gd name="connsiteY0" fmla="*/ 37715 h 38144"/>
                        <a:gd name="connsiteX1" fmla="*/ 1479 w 39623"/>
                        <a:gd name="connsiteY1" fmla="*/ 23332 h 38144"/>
                        <a:gd name="connsiteX2" fmla="*/ 12337 w 39623"/>
                        <a:gd name="connsiteY2" fmla="*/ 567 h 38144"/>
                        <a:gd name="connsiteX3" fmla="*/ 38340 w 39623"/>
                        <a:gd name="connsiteY3" fmla="*/ 15236 h 38144"/>
                        <a:gd name="connsiteX4" fmla="*/ 26720 w 39623"/>
                        <a:gd name="connsiteY4" fmla="*/ 37715 h 38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623" h="38144">
                          <a:moveTo>
                            <a:pt x="26720" y="37715"/>
                          </a:moveTo>
                          <a:cubicBezTo>
                            <a:pt x="16528" y="39905"/>
                            <a:pt x="5384" y="33524"/>
                            <a:pt x="1479" y="23332"/>
                          </a:cubicBezTo>
                          <a:cubicBezTo>
                            <a:pt x="-2617" y="13331"/>
                            <a:pt x="2050" y="3044"/>
                            <a:pt x="12337" y="567"/>
                          </a:cubicBezTo>
                          <a:cubicBezTo>
                            <a:pt x="22719" y="-2100"/>
                            <a:pt x="34244" y="4949"/>
                            <a:pt x="38340" y="15236"/>
                          </a:cubicBezTo>
                          <a:cubicBezTo>
                            <a:pt x="42246" y="25618"/>
                            <a:pt x="36912" y="35619"/>
                            <a:pt x="26720" y="3771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5" name="Forme libre : forme 13944">
                      <a:extLst>
                        <a:ext uri="{FF2B5EF4-FFF2-40B4-BE49-F238E27FC236}">
                          <a16:creationId xmlns:a16="http://schemas.microsoft.com/office/drawing/2014/main" id="{B212950D-467F-490E-98AD-D534C4A9ED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0684" y="2741208"/>
                      <a:ext cx="34720" cy="38077"/>
                    </a:xfrm>
                    <a:custGeom>
                      <a:avLst/>
                      <a:gdLst>
                        <a:gd name="connsiteX0" fmla="*/ 19481 w 34720"/>
                        <a:gd name="connsiteY0" fmla="*/ 19360 h 38077"/>
                        <a:gd name="connsiteX1" fmla="*/ 22624 w 34720"/>
                        <a:gd name="connsiteY1" fmla="*/ 881 h 38077"/>
                        <a:gd name="connsiteX2" fmla="*/ 12337 w 34720"/>
                        <a:gd name="connsiteY2" fmla="*/ 500 h 38077"/>
                        <a:gd name="connsiteX3" fmla="*/ 1479 w 34720"/>
                        <a:gd name="connsiteY3" fmla="*/ 23265 h 38077"/>
                        <a:gd name="connsiteX4" fmla="*/ 26720 w 34720"/>
                        <a:gd name="connsiteY4" fmla="*/ 37647 h 38077"/>
                        <a:gd name="connsiteX5" fmla="*/ 34721 w 34720"/>
                        <a:gd name="connsiteY5" fmla="*/ 33361 h 38077"/>
                        <a:gd name="connsiteX6" fmla="*/ 19481 w 34720"/>
                        <a:gd name="connsiteY6" fmla="*/ 19360 h 38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720" h="38077">
                          <a:moveTo>
                            <a:pt x="19481" y="19360"/>
                          </a:moveTo>
                          <a:cubicBezTo>
                            <a:pt x="16814" y="12311"/>
                            <a:pt x="18243" y="5358"/>
                            <a:pt x="22624" y="881"/>
                          </a:cubicBezTo>
                          <a:cubicBezTo>
                            <a:pt x="19290" y="-167"/>
                            <a:pt x="15671" y="-262"/>
                            <a:pt x="12337" y="500"/>
                          </a:cubicBezTo>
                          <a:cubicBezTo>
                            <a:pt x="2050" y="2977"/>
                            <a:pt x="-2617" y="13359"/>
                            <a:pt x="1479" y="23265"/>
                          </a:cubicBezTo>
                          <a:cubicBezTo>
                            <a:pt x="5384" y="33456"/>
                            <a:pt x="16528" y="39838"/>
                            <a:pt x="26720" y="37647"/>
                          </a:cubicBezTo>
                          <a:cubicBezTo>
                            <a:pt x="29958" y="36981"/>
                            <a:pt x="32625" y="35457"/>
                            <a:pt x="34721" y="33361"/>
                          </a:cubicBezTo>
                          <a:cubicBezTo>
                            <a:pt x="28053" y="31456"/>
                            <a:pt x="22148" y="26313"/>
                            <a:pt x="19481" y="1936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6" name="Forme libre : forme 13945">
                      <a:extLst>
                        <a:ext uri="{FF2B5EF4-FFF2-40B4-BE49-F238E27FC236}">
                          <a16:creationId xmlns:a16="http://schemas.microsoft.com/office/drawing/2014/main" id="{2FAAAC5A-F1F2-4261-8336-6A63449F68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7494" y="2758473"/>
                      <a:ext cx="17701" cy="16856"/>
                    </a:xfrm>
                    <a:custGeom>
                      <a:avLst/>
                      <a:gdLst>
                        <a:gd name="connsiteX0" fmla="*/ 14863 w 17701"/>
                        <a:gd name="connsiteY0" fmla="*/ 14667 h 16856"/>
                        <a:gd name="connsiteX1" fmla="*/ 2386 w 17701"/>
                        <a:gd name="connsiteY1" fmla="*/ 14096 h 16856"/>
                        <a:gd name="connsiteX2" fmla="*/ 2767 w 17701"/>
                        <a:gd name="connsiteY2" fmla="*/ 2189 h 16856"/>
                        <a:gd name="connsiteX3" fmla="*/ 15244 w 17701"/>
                        <a:gd name="connsiteY3" fmla="*/ 2761 h 16856"/>
                        <a:gd name="connsiteX4" fmla="*/ 14863 w 17701"/>
                        <a:gd name="connsiteY4" fmla="*/ 14667 h 16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701" h="16856">
                          <a:moveTo>
                            <a:pt x="14863" y="14667"/>
                          </a:moveTo>
                          <a:cubicBezTo>
                            <a:pt x="11244" y="17810"/>
                            <a:pt x="5719" y="17525"/>
                            <a:pt x="2386" y="14096"/>
                          </a:cubicBezTo>
                          <a:cubicBezTo>
                            <a:pt x="-948" y="10667"/>
                            <a:pt x="-758" y="5333"/>
                            <a:pt x="2767" y="2189"/>
                          </a:cubicBezTo>
                          <a:cubicBezTo>
                            <a:pt x="6291" y="-954"/>
                            <a:pt x="11911" y="-668"/>
                            <a:pt x="15244" y="2761"/>
                          </a:cubicBezTo>
                          <a:cubicBezTo>
                            <a:pt x="18674" y="6285"/>
                            <a:pt x="18483" y="11524"/>
                            <a:pt x="14863" y="1466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7" name="Forme libre : forme 13946">
                      <a:extLst>
                        <a:ext uri="{FF2B5EF4-FFF2-40B4-BE49-F238E27FC236}">
                          <a16:creationId xmlns:a16="http://schemas.microsoft.com/office/drawing/2014/main" id="{BFC9A447-B304-412A-BBDC-D844FEAC36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5939" y="2757065"/>
                      <a:ext cx="6499" cy="6338"/>
                    </a:xfrm>
                    <a:custGeom>
                      <a:avLst/>
                      <a:gdLst>
                        <a:gd name="connsiteX0" fmla="*/ 4417 w 6499"/>
                        <a:gd name="connsiteY0" fmla="*/ 6265 h 6338"/>
                        <a:gd name="connsiteX1" fmla="*/ 226 w 6499"/>
                        <a:gd name="connsiteY1" fmla="*/ 3788 h 6338"/>
                        <a:gd name="connsiteX2" fmla="*/ 2131 w 6499"/>
                        <a:gd name="connsiteY2" fmla="*/ 73 h 6338"/>
                        <a:gd name="connsiteX3" fmla="*/ 6322 w 6499"/>
                        <a:gd name="connsiteY3" fmla="*/ 2550 h 6338"/>
                        <a:gd name="connsiteX4" fmla="*/ 4417 w 6499"/>
                        <a:gd name="connsiteY4" fmla="*/ 6265 h 6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99" h="6338">
                          <a:moveTo>
                            <a:pt x="4417" y="6265"/>
                          </a:moveTo>
                          <a:cubicBezTo>
                            <a:pt x="2703" y="6646"/>
                            <a:pt x="893" y="5503"/>
                            <a:pt x="226" y="3788"/>
                          </a:cubicBezTo>
                          <a:cubicBezTo>
                            <a:pt x="-441" y="2074"/>
                            <a:pt x="417" y="454"/>
                            <a:pt x="2131" y="73"/>
                          </a:cubicBezTo>
                          <a:cubicBezTo>
                            <a:pt x="3846" y="-308"/>
                            <a:pt x="5751" y="835"/>
                            <a:pt x="6322" y="2550"/>
                          </a:cubicBezTo>
                          <a:cubicBezTo>
                            <a:pt x="6894" y="4169"/>
                            <a:pt x="6037" y="5884"/>
                            <a:pt x="4417" y="62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948" name="Graphique 5">
                  <a:extLst>
                    <a:ext uri="{FF2B5EF4-FFF2-40B4-BE49-F238E27FC236}">
                      <a16:creationId xmlns:a16="http://schemas.microsoft.com/office/drawing/2014/main" id="{595ADB69-3540-45F3-A6B8-8786F97567DD}"/>
                    </a:ext>
                  </a:extLst>
                </p:cNvPr>
                <p:cNvGrpSpPr/>
                <p:nvPr/>
              </p:nvGrpSpPr>
              <p:grpSpPr>
                <a:xfrm>
                  <a:off x="3609283" y="2599240"/>
                  <a:ext cx="112232" cy="65840"/>
                  <a:chOff x="3609283" y="2599240"/>
                  <a:chExt cx="112232" cy="65840"/>
                </a:xfrm>
                <a:solidFill>
                  <a:schemeClr val="accent1"/>
                </a:solidFill>
              </p:grpSpPr>
              <p:grpSp>
                <p:nvGrpSpPr>
                  <p:cNvPr id="13949" name="Graphique 5">
                    <a:extLst>
                      <a:ext uri="{FF2B5EF4-FFF2-40B4-BE49-F238E27FC236}">
                        <a16:creationId xmlns:a16="http://schemas.microsoft.com/office/drawing/2014/main" id="{5D7A052D-EE0C-43C3-B771-B642381DFC87}"/>
                      </a:ext>
                    </a:extLst>
                  </p:cNvPr>
                  <p:cNvGrpSpPr/>
                  <p:nvPr/>
                </p:nvGrpSpPr>
                <p:grpSpPr>
                  <a:xfrm>
                    <a:off x="3609283" y="2627715"/>
                    <a:ext cx="41348" cy="37364"/>
                    <a:chOff x="3609283" y="2627715"/>
                    <a:chExt cx="41348" cy="37364"/>
                  </a:xfrm>
                  <a:solidFill>
                    <a:schemeClr val="accent1"/>
                  </a:solidFill>
                </p:grpSpPr>
                <p:sp>
                  <p:nvSpPr>
                    <p:cNvPr id="13950" name="Forme libre : forme 13949">
                      <a:extLst>
                        <a:ext uri="{FF2B5EF4-FFF2-40B4-BE49-F238E27FC236}">
                          <a16:creationId xmlns:a16="http://schemas.microsoft.com/office/drawing/2014/main" id="{89970663-E730-4C23-B1BE-5586ED6546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9283" y="2627725"/>
                      <a:ext cx="41348" cy="37329"/>
                    </a:xfrm>
                    <a:custGeom>
                      <a:avLst/>
                      <a:gdLst>
                        <a:gd name="connsiteX0" fmla="*/ 20672 w 41348"/>
                        <a:gd name="connsiteY0" fmla="*/ 158 h 37329"/>
                        <a:gd name="connsiteX1" fmla="*/ 41342 w 41348"/>
                        <a:gd name="connsiteY1" fmla="*/ 21780 h 37329"/>
                        <a:gd name="connsiteX2" fmla="*/ 20387 w 41348"/>
                        <a:gd name="connsiteY2" fmla="*/ 37115 h 37329"/>
                        <a:gd name="connsiteX3" fmla="*/ 6099 w 41348"/>
                        <a:gd name="connsiteY3" fmla="*/ 29686 h 37329"/>
                        <a:gd name="connsiteX4" fmla="*/ 3 w 41348"/>
                        <a:gd name="connsiteY4" fmla="*/ 16160 h 37329"/>
                        <a:gd name="connsiteX5" fmla="*/ 20672 w 41348"/>
                        <a:gd name="connsiteY5" fmla="*/ 158 h 37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1348" h="37329">
                          <a:moveTo>
                            <a:pt x="20672" y="158"/>
                          </a:moveTo>
                          <a:cubicBezTo>
                            <a:pt x="32197" y="1873"/>
                            <a:pt x="41627" y="11588"/>
                            <a:pt x="41342" y="21780"/>
                          </a:cubicBezTo>
                          <a:cubicBezTo>
                            <a:pt x="41056" y="31877"/>
                            <a:pt x="31531" y="38639"/>
                            <a:pt x="20387" y="37115"/>
                          </a:cubicBezTo>
                          <a:cubicBezTo>
                            <a:pt x="14767" y="36353"/>
                            <a:pt x="9719" y="33591"/>
                            <a:pt x="6099" y="29686"/>
                          </a:cubicBezTo>
                          <a:cubicBezTo>
                            <a:pt x="2384" y="25971"/>
                            <a:pt x="3" y="21209"/>
                            <a:pt x="3" y="16160"/>
                          </a:cubicBezTo>
                          <a:cubicBezTo>
                            <a:pt x="-187" y="6064"/>
                            <a:pt x="8956" y="-1175"/>
                            <a:pt x="20672" y="15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1" name="Forme libre : forme 13950">
                      <a:extLst>
                        <a:ext uri="{FF2B5EF4-FFF2-40B4-BE49-F238E27FC236}">
                          <a16:creationId xmlns:a16="http://schemas.microsoft.com/office/drawing/2014/main" id="{8EAE8D13-8C31-45F0-B56C-20ADFE6207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9574" y="2627715"/>
                      <a:ext cx="30962" cy="37364"/>
                    </a:xfrm>
                    <a:custGeom>
                      <a:avLst/>
                      <a:gdLst>
                        <a:gd name="connsiteX0" fmla="*/ 10763 w 30962"/>
                        <a:gd name="connsiteY0" fmla="*/ 18647 h 37364"/>
                        <a:gd name="connsiteX1" fmla="*/ 0 w 30962"/>
                        <a:gd name="connsiteY1" fmla="*/ 33220 h 37364"/>
                        <a:gd name="connsiteX2" fmla="*/ 10001 w 30962"/>
                        <a:gd name="connsiteY2" fmla="*/ 37125 h 37364"/>
                        <a:gd name="connsiteX3" fmla="*/ 30956 w 30962"/>
                        <a:gd name="connsiteY3" fmla="*/ 21790 h 37364"/>
                        <a:gd name="connsiteX4" fmla="*/ 10287 w 30962"/>
                        <a:gd name="connsiteY4" fmla="*/ 168 h 37364"/>
                        <a:gd name="connsiteX5" fmla="*/ 95 w 30962"/>
                        <a:gd name="connsiteY5" fmla="*/ 1407 h 37364"/>
                        <a:gd name="connsiteX6" fmla="*/ 10763 w 30962"/>
                        <a:gd name="connsiteY6" fmla="*/ 18647 h 37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962" h="37364">
                          <a:moveTo>
                            <a:pt x="10763" y="18647"/>
                          </a:moveTo>
                          <a:cubicBezTo>
                            <a:pt x="10668" y="25600"/>
                            <a:pt x="6287" y="30934"/>
                            <a:pt x="0" y="33220"/>
                          </a:cubicBezTo>
                          <a:cubicBezTo>
                            <a:pt x="2953" y="35221"/>
                            <a:pt x="6287" y="36649"/>
                            <a:pt x="10001" y="37125"/>
                          </a:cubicBezTo>
                          <a:cubicBezTo>
                            <a:pt x="21241" y="38745"/>
                            <a:pt x="30766" y="31982"/>
                            <a:pt x="30956" y="21790"/>
                          </a:cubicBezTo>
                          <a:cubicBezTo>
                            <a:pt x="31242" y="11694"/>
                            <a:pt x="21812" y="1883"/>
                            <a:pt x="10287" y="168"/>
                          </a:cubicBezTo>
                          <a:cubicBezTo>
                            <a:pt x="6572" y="-308"/>
                            <a:pt x="3143" y="264"/>
                            <a:pt x="95" y="1407"/>
                          </a:cubicBezTo>
                          <a:cubicBezTo>
                            <a:pt x="6668" y="5121"/>
                            <a:pt x="10858" y="11789"/>
                            <a:pt x="10763" y="1864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2" name="Forme libre : forme 13951">
                      <a:extLst>
                        <a:ext uri="{FF2B5EF4-FFF2-40B4-BE49-F238E27FC236}">
                          <a16:creationId xmlns:a16="http://schemas.microsoft.com/office/drawing/2014/main" id="{D1B9EA00-FCB3-4970-8686-CC47141A60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6779" y="2630928"/>
                      <a:ext cx="19464" cy="15788"/>
                    </a:xfrm>
                    <a:custGeom>
                      <a:avLst/>
                      <a:gdLst>
                        <a:gd name="connsiteX0" fmla="*/ 5843 w 19464"/>
                        <a:gd name="connsiteY0" fmla="*/ 575 h 15788"/>
                        <a:gd name="connsiteX1" fmla="*/ 18701 w 19464"/>
                        <a:gd name="connsiteY1" fmla="*/ 5242 h 15788"/>
                        <a:gd name="connsiteX2" fmla="*/ 13558 w 19464"/>
                        <a:gd name="connsiteY2" fmla="*/ 15339 h 15788"/>
                        <a:gd name="connsiteX3" fmla="*/ 890 w 19464"/>
                        <a:gd name="connsiteY3" fmla="*/ 10767 h 15788"/>
                        <a:gd name="connsiteX4" fmla="*/ 5843 w 19464"/>
                        <a:gd name="connsiteY4" fmla="*/ 575 h 157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464" h="15788">
                          <a:moveTo>
                            <a:pt x="5843" y="575"/>
                          </a:moveTo>
                          <a:cubicBezTo>
                            <a:pt x="10891" y="-1140"/>
                            <a:pt x="16606" y="1146"/>
                            <a:pt x="18701" y="5242"/>
                          </a:cubicBezTo>
                          <a:cubicBezTo>
                            <a:pt x="20797" y="9338"/>
                            <a:pt x="18416" y="13815"/>
                            <a:pt x="13558" y="15339"/>
                          </a:cubicBezTo>
                          <a:cubicBezTo>
                            <a:pt x="8605" y="16767"/>
                            <a:pt x="3080" y="14672"/>
                            <a:pt x="890" y="10767"/>
                          </a:cubicBezTo>
                          <a:cubicBezTo>
                            <a:pt x="-1396" y="6671"/>
                            <a:pt x="890" y="2194"/>
                            <a:pt x="5843" y="57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3" name="Forme libre : forme 13952">
                      <a:extLst>
                        <a:ext uri="{FF2B5EF4-FFF2-40B4-BE49-F238E27FC236}">
                          <a16:creationId xmlns:a16="http://schemas.microsoft.com/office/drawing/2014/main" id="{EC6FCD05-29DF-4ADB-92AC-405A652D11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7478" y="2640533"/>
                      <a:ext cx="6858" cy="6063"/>
                    </a:xfrm>
                    <a:custGeom>
                      <a:avLst/>
                      <a:gdLst>
                        <a:gd name="connsiteX0" fmla="*/ 3429 w 6858"/>
                        <a:gd name="connsiteY0" fmla="*/ 19 h 6063"/>
                        <a:gd name="connsiteX1" fmla="*/ 6858 w 6858"/>
                        <a:gd name="connsiteY1" fmla="*/ 3448 h 6063"/>
                        <a:gd name="connsiteX2" fmla="*/ 3429 w 6858"/>
                        <a:gd name="connsiteY2" fmla="*/ 6020 h 6063"/>
                        <a:gd name="connsiteX3" fmla="*/ 0 w 6858"/>
                        <a:gd name="connsiteY3" fmla="*/ 2686 h 6063"/>
                        <a:gd name="connsiteX4" fmla="*/ 3429 w 6858"/>
                        <a:gd name="connsiteY4" fmla="*/ 19 h 6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58" h="6063">
                          <a:moveTo>
                            <a:pt x="3429" y="19"/>
                          </a:moveTo>
                          <a:cubicBezTo>
                            <a:pt x="5334" y="210"/>
                            <a:pt x="6858" y="1829"/>
                            <a:pt x="6858" y="3448"/>
                          </a:cubicBezTo>
                          <a:cubicBezTo>
                            <a:pt x="6858" y="5163"/>
                            <a:pt x="5334" y="6306"/>
                            <a:pt x="3429" y="6020"/>
                          </a:cubicBezTo>
                          <a:cubicBezTo>
                            <a:pt x="1524" y="5830"/>
                            <a:pt x="0" y="4306"/>
                            <a:pt x="0" y="2686"/>
                          </a:cubicBezTo>
                          <a:cubicBezTo>
                            <a:pt x="0" y="1067"/>
                            <a:pt x="1524" y="-171"/>
                            <a:pt x="3429" y="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954" name="Graphique 5">
                    <a:extLst>
                      <a:ext uri="{FF2B5EF4-FFF2-40B4-BE49-F238E27FC236}">
                        <a16:creationId xmlns:a16="http://schemas.microsoft.com/office/drawing/2014/main" id="{44BE539B-3CC5-4DE2-9702-46C344A2DC88}"/>
                      </a:ext>
                    </a:extLst>
                  </p:cNvPr>
                  <p:cNvGrpSpPr/>
                  <p:nvPr/>
                </p:nvGrpSpPr>
                <p:grpSpPr>
                  <a:xfrm>
                    <a:off x="3647195" y="2618690"/>
                    <a:ext cx="42126" cy="37504"/>
                    <a:chOff x="3647195" y="2618690"/>
                    <a:chExt cx="42126" cy="37504"/>
                  </a:xfrm>
                  <a:solidFill>
                    <a:schemeClr val="accent1"/>
                  </a:solidFill>
                </p:grpSpPr>
                <p:sp>
                  <p:nvSpPr>
                    <p:cNvPr id="13955" name="Forme libre : forme 13954">
                      <a:extLst>
                        <a:ext uri="{FF2B5EF4-FFF2-40B4-BE49-F238E27FC236}">
                          <a16:creationId xmlns:a16="http://schemas.microsoft.com/office/drawing/2014/main" id="{7762B15D-CF04-463A-8D49-2A14EDA57C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7195" y="2618774"/>
                      <a:ext cx="42126" cy="37420"/>
                    </a:xfrm>
                    <a:custGeom>
                      <a:avLst/>
                      <a:gdLst>
                        <a:gd name="connsiteX0" fmla="*/ 21337 w 42126"/>
                        <a:gd name="connsiteY0" fmla="*/ 347 h 37420"/>
                        <a:gd name="connsiteX1" fmla="*/ 42101 w 42126"/>
                        <a:gd name="connsiteY1" fmla="*/ 22636 h 37420"/>
                        <a:gd name="connsiteX2" fmla="*/ 20479 w 42126"/>
                        <a:gd name="connsiteY2" fmla="*/ 37018 h 37420"/>
                        <a:gd name="connsiteX3" fmla="*/ 1 w 42126"/>
                        <a:gd name="connsiteY3" fmla="*/ 15397 h 37420"/>
                        <a:gd name="connsiteX4" fmla="*/ 21337 w 42126"/>
                        <a:gd name="connsiteY4" fmla="*/ 347 h 37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26" h="37420">
                          <a:moveTo>
                            <a:pt x="21337" y="347"/>
                          </a:moveTo>
                          <a:cubicBezTo>
                            <a:pt x="33243" y="2157"/>
                            <a:pt x="42673" y="12349"/>
                            <a:pt x="42101" y="22636"/>
                          </a:cubicBezTo>
                          <a:cubicBezTo>
                            <a:pt x="41625" y="32827"/>
                            <a:pt x="31814" y="39114"/>
                            <a:pt x="20479" y="37018"/>
                          </a:cubicBezTo>
                          <a:cubicBezTo>
                            <a:pt x="8954" y="35209"/>
                            <a:pt x="-95" y="25588"/>
                            <a:pt x="1" y="15397"/>
                          </a:cubicBezTo>
                          <a:cubicBezTo>
                            <a:pt x="1" y="5205"/>
                            <a:pt x="9526" y="-1653"/>
                            <a:pt x="21337" y="34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6" name="Forme libre : forme 13955">
                      <a:extLst>
                        <a:ext uri="{FF2B5EF4-FFF2-40B4-BE49-F238E27FC236}">
                          <a16:creationId xmlns:a16="http://schemas.microsoft.com/office/drawing/2014/main" id="{C10BF089-D565-4DD5-BEA4-57D5D7412B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7388" y="2618690"/>
                      <a:ext cx="31933" cy="37408"/>
                    </a:xfrm>
                    <a:custGeom>
                      <a:avLst/>
                      <a:gdLst>
                        <a:gd name="connsiteX0" fmla="*/ 11335 w 31933"/>
                        <a:gd name="connsiteY0" fmla="*/ 18719 h 37408"/>
                        <a:gd name="connsiteX1" fmla="*/ 0 w 31933"/>
                        <a:gd name="connsiteY1" fmla="*/ 32911 h 37408"/>
                        <a:gd name="connsiteX2" fmla="*/ 10287 w 31933"/>
                        <a:gd name="connsiteY2" fmla="*/ 37007 h 37408"/>
                        <a:gd name="connsiteX3" fmla="*/ 31909 w 31933"/>
                        <a:gd name="connsiteY3" fmla="*/ 22624 h 37408"/>
                        <a:gd name="connsiteX4" fmla="*/ 11144 w 31933"/>
                        <a:gd name="connsiteY4" fmla="*/ 336 h 37408"/>
                        <a:gd name="connsiteX5" fmla="*/ 857 w 31933"/>
                        <a:gd name="connsiteY5" fmla="*/ 1002 h 37408"/>
                        <a:gd name="connsiteX6" fmla="*/ 11335 w 31933"/>
                        <a:gd name="connsiteY6" fmla="*/ 18719 h 374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933" h="37408">
                          <a:moveTo>
                            <a:pt x="11335" y="18719"/>
                          </a:moveTo>
                          <a:cubicBezTo>
                            <a:pt x="11144" y="25672"/>
                            <a:pt x="6477" y="30816"/>
                            <a:pt x="0" y="32911"/>
                          </a:cubicBezTo>
                          <a:cubicBezTo>
                            <a:pt x="3048" y="34911"/>
                            <a:pt x="6477" y="36435"/>
                            <a:pt x="10287" y="37007"/>
                          </a:cubicBezTo>
                          <a:cubicBezTo>
                            <a:pt x="21622" y="39102"/>
                            <a:pt x="31432" y="32816"/>
                            <a:pt x="31909" y="22624"/>
                          </a:cubicBezTo>
                          <a:cubicBezTo>
                            <a:pt x="32480" y="12242"/>
                            <a:pt x="23146" y="2145"/>
                            <a:pt x="11144" y="336"/>
                          </a:cubicBezTo>
                          <a:cubicBezTo>
                            <a:pt x="7334" y="-331"/>
                            <a:pt x="3905" y="50"/>
                            <a:pt x="857" y="1002"/>
                          </a:cubicBezTo>
                          <a:cubicBezTo>
                            <a:pt x="7239" y="5384"/>
                            <a:pt x="11525" y="11956"/>
                            <a:pt x="11335" y="1871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7" name="Forme libre : forme 13956">
                      <a:extLst>
                        <a:ext uri="{FF2B5EF4-FFF2-40B4-BE49-F238E27FC236}">
                          <a16:creationId xmlns:a16="http://schemas.microsoft.com/office/drawing/2014/main" id="{C44D3F61-5240-4893-BAE6-BDFB73F532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4871" y="2621979"/>
                      <a:ext cx="19930" cy="15818"/>
                    </a:xfrm>
                    <a:custGeom>
                      <a:avLst/>
                      <a:gdLst>
                        <a:gd name="connsiteX0" fmla="*/ 6136 w 19930"/>
                        <a:gd name="connsiteY0" fmla="*/ 380 h 15818"/>
                        <a:gd name="connsiteX1" fmla="*/ 19185 w 19930"/>
                        <a:gd name="connsiteY1" fmla="*/ 5524 h 15818"/>
                        <a:gd name="connsiteX2" fmla="*/ 13661 w 19930"/>
                        <a:gd name="connsiteY2" fmla="*/ 15429 h 15818"/>
                        <a:gd name="connsiteX3" fmla="*/ 707 w 19930"/>
                        <a:gd name="connsiteY3" fmla="*/ 10381 h 15818"/>
                        <a:gd name="connsiteX4" fmla="*/ 6136 w 19930"/>
                        <a:gd name="connsiteY4" fmla="*/ 380 h 158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0" h="15818">
                          <a:moveTo>
                            <a:pt x="6136" y="380"/>
                          </a:moveTo>
                          <a:cubicBezTo>
                            <a:pt x="11184" y="-954"/>
                            <a:pt x="17090" y="1333"/>
                            <a:pt x="19185" y="5524"/>
                          </a:cubicBezTo>
                          <a:cubicBezTo>
                            <a:pt x="21281" y="9715"/>
                            <a:pt x="18804" y="14096"/>
                            <a:pt x="13661" y="15429"/>
                          </a:cubicBezTo>
                          <a:cubicBezTo>
                            <a:pt x="8612" y="16763"/>
                            <a:pt x="2802" y="14572"/>
                            <a:pt x="707" y="10381"/>
                          </a:cubicBezTo>
                          <a:cubicBezTo>
                            <a:pt x="-1293" y="6190"/>
                            <a:pt x="1088" y="1713"/>
                            <a:pt x="6136" y="38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8" name="Forme libre : forme 13957">
                      <a:extLst>
                        <a:ext uri="{FF2B5EF4-FFF2-40B4-BE49-F238E27FC236}">
                          <a16:creationId xmlns:a16="http://schemas.microsoft.com/office/drawing/2014/main" id="{F6D996B7-4B9C-464B-8A4E-86AF76EDB5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5578" y="2631430"/>
                      <a:ext cx="6953" cy="6216"/>
                    </a:xfrm>
                    <a:custGeom>
                      <a:avLst/>
                      <a:gdLst>
                        <a:gd name="connsiteX0" fmla="*/ 3524 w 6953"/>
                        <a:gd name="connsiteY0" fmla="*/ 73 h 6216"/>
                        <a:gd name="connsiteX1" fmla="*/ 6953 w 6953"/>
                        <a:gd name="connsiteY1" fmla="*/ 3693 h 6216"/>
                        <a:gd name="connsiteX2" fmla="*/ 3429 w 6953"/>
                        <a:gd name="connsiteY2" fmla="*/ 6169 h 6216"/>
                        <a:gd name="connsiteX3" fmla="*/ 0 w 6953"/>
                        <a:gd name="connsiteY3" fmla="*/ 2550 h 6216"/>
                        <a:gd name="connsiteX4" fmla="*/ 3524 w 6953"/>
                        <a:gd name="connsiteY4" fmla="*/ 73 h 62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53" h="6216">
                          <a:moveTo>
                            <a:pt x="3524" y="73"/>
                          </a:moveTo>
                          <a:cubicBezTo>
                            <a:pt x="5429" y="359"/>
                            <a:pt x="6953" y="1978"/>
                            <a:pt x="6953" y="3693"/>
                          </a:cubicBezTo>
                          <a:cubicBezTo>
                            <a:pt x="6953" y="5407"/>
                            <a:pt x="5334" y="6455"/>
                            <a:pt x="3429" y="6169"/>
                          </a:cubicBezTo>
                          <a:cubicBezTo>
                            <a:pt x="1524" y="5884"/>
                            <a:pt x="0" y="4264"/>
                            <a:pt x="0" y="2550"/>
                          </a:cubicBezTo>
                          <a:cubicBezTo>
                            <a:pt x="0" y="835"/>
                            <a:pt x="1619" y="-308"/>
                            <a:pt x="3524" y="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959" name="Graphique 5">
                    <a:extLst>
                      <a:ext uri="{FF2B5EF4-FFF2-40B4-BE49-F238E27FC236}">
                        <a16:creationId xmlns:a16="http://schemas.microsoft.com/office/drawing/2014/main" id="{D608D7ED-E234-4091-88A3-829030C8C08E}"/>
                      </a:ext>
                    </a:extLst>
                  </p:cNvPr>
                  <p:cNvGrpSpPr/>
                  <p:nvPr/>
                </p:nvGrpSpPr>
                <p:grpSpPr>
                  <a:xfrm>
                    <a:off x="3678343" y="2599240"/>
                    <a:ext cx="43172" cy="38237"/>
                    <a:chOff x="3678343" y="2599240"/>
                    <a:chExt cx="43172" cy="38237"/>
                  </a:xfrm>
                  <a:solidFill>
                    <a:schemeClr val="accent1"/>
                  </a:solidFill>
                </p:grpSpPr>
                <p:sp>
                  <p:nvSpPr>
                    <p:cNvPr id="13960" name="Forme libre : forme 13959">
                      <a:extLst>
                        <a:ext uri="{FF2B5EF4-FFF2-40B4-BE49-F238E27FC236}">
                          <a16:creationId xmlns:a16="http://schemas.microsoft.com/office/drawing/2014/main" id="{A45D3B21-FDD3-474E-855D-D3B27606CC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343" y="2599240"/>
                      <a:ext cx="43077" cy="38237"/>
                    </a:xfrm>
                    <a:custGeom>
                      <a:avLst/>
                      <a:gdLst>
                        <a:gd name="connsiteX0" fmla="*/ 22098 w 43077"/>
                        <a:gd name="connsiteY0" fmla="*/ 450 h 38237"/>
                        <a:gd name="connsiteX1" fmla="*/ 43053 w 43077"/>
                        <a:gd name="connsiteY1" fmla="*/ 23786 h 38237"/>
                        <a:gd name="connsiteX2" fmla="*/ 20765 w 43077"/>
                        <a:gd name="connsiteY2" fmla="*/ 37692 h 38237"/>
                        <a:gd name="connsiteX3" fmla="*/ 0 w 43077"/>
                        <a:gd name="connsiteY3" fmla="*/ 15023 h 38237"/>
                        <a:gd name="connsiteX4" fmla="*/ 22098 w 43077"/>
                        <a:gd name="connsiteY4" fmla="*/ 450 h 382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077" h="38237">
                          <a:moveTo>
                            <a:pt x="22098" y="450"/>
                          </a:moveTo>
                          <a:cubicBezTo>
                            <a:pt x="34100" y="3021"/>
                            <a:pt x="43625" y="13594"/>
                            <a:pt x="43053" y="23786"/>
                          </a:cubicBezTo>
                          <a:cubicBezTo>
                            <a:pt x="42482" y="33978"/>
                            <a:pt x="32385" y="40169"/>
                            <a:pt x="20765" y="37692"/>
                          </a:cubicBezTo>
                          <a:cubicBezTo>
                            <a:pt x="9144" y="35121"/>
                            <a:pt x="0" y="25119"/>
                            <a:pt x="0" y="15023"/>
                          </a:cubicBezTo>
                          <a:cubicBezTo>
                            <a:pt x="95" y="4831"/>
                            <a:pt x="9906" y="-1836"/>
                            <a:pt x="22098" y="45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61" name="Forme libre : forme 13960">
                      <a:extLst>
                        <a:ext uri="{FF2B5EF4-FFF2-40B4-BE49-F238E27FC236}">
                          <a16:creationId xmlns:a16="http://schemas.microsoft.com/office/drawing/2014/main" id="{072CE8B8-84E9-43E6-AA39-4A2B80736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820" y="2599254"/>
                      <a:ext cx="32695" cy="38223"/>
                    </a:xfrm>
                    <a:custGeom>
                      <a:avLst/>
                      <a:gdLst>
                        <a:gd name="connsiteX0" fmla="*/ 11621 w 32695"/>
                        <a:gd name="connsiteY0" fmla="*/ 19105 h 38223"/>
                        <a:gd name="connsiteX1" fmla="*/ 0 w 32695"/>
                        <a:gd name="connsiteY1" fmla="*/ 33012 h 38223"/>
                        <a:gd name="connsiteX2" fmla="*/ 10382 w 32695"/>
                        <a:gd name="connsiteY2" fmla="*/ 37679 h 38223"/>
                        <a:gd name="connsiteX3" fmla="*/ 32671 w 32695"/>
                        <a:gd name="connsiteY3" fmla="*/ 23772 h 38223"/>
                        <a:gd name="connsiteX4" fmla="*/ 11716 w 32695"/>
                        <a:gd name="connsiteY4" fmla="*/ 436 h 38223"/>
                        <a:gd name="connsiteX5" fmla="*/ 1048 w 32695"/>
                        <a:gd name="connsiteY5" fmla="*/ 912 h 38223"/>
                        <a:gd name="connsiteX6" fmla="*/ 11621 w 32695"/>
                        <a:gd name="connsiteY6" fmla="*/ 19105 h 38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95" h="38223">
                          <a:moveTo>
                            <a:pt x="11621" y="19105"/>
                          </a:moveTo>
                          <a:cubicBezTo>
                            <a:pt x="11335" y="26154"/>
                            <a:pt x="6572" y="31202"/>
                            <a:pt x="0" y="33012"/>
                          </a:cubicBezTo>
                          <a:cubicBezTo>
                            <a:pt x="3048" y="35202"/>
                            <a:pt x="6572" y="36917"/>
                            <a:pt x="10382" y="37679"/>
                          </a:cubicBezTo>
                          <a:cubicBezTo>
                            <a:pt x="22003" y="40155"/>
                            <a:pt x="32195" y="33964"/>
                            <a:pt x="32671" y="23772"/>
                          </a:cubicBezTo>
                          <a:cubicBezTo>
                            <a:pt x="33242" y="13580"/>
                            <a:pt x="23717" y="3008"/>
                            <a:pt x="11716" y="436"/>
                          </a:cubicBezTo>
                          <a:cubicBezTo>
                            <a:pt x="7906" y="-326"/>
                            <a:pt x="4286" y="-40"/>
                            <a:pt x="1048" y="912"/>
                          </a:cubicBezTo>
                          <a:cubicBezTo>
                            <a:pt x="7620" y="5103"/>
                            <a:pt x="11811" y="12152"/>
                            <a:pt x="11621" y="1910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62" name="Forme libre : forme 13961">
                      <a:extLst>
                        <a:ext uri="{FF2B5EF4-FFF2-40B4-BE49-F238E27FC236}">
                          <a16:creationId xmlns:a16="http://schemas.microsoft.com/office/drawing/2014/main" id="{AD2A34E7-DD25-4D7C-A7E5-0E285E96C9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6362" y="2602400"/>
                      <a:ext cx="20333" cy="16129"/>
                    </a:xfrm>
                    <a:custGeom>
                      <a:avLst/>
                      <a:gdLst>
                        <a:gd name="connsiteX0" fmla="*/ 6363 w 20333"/>
                        <a:gd name="connsiteY0" fmla="*/ 338 h 16129"/>
                        <a:gd name="connsiteX1" fmla="*/ 19603 w 20333"/>
                        <a:gd name="connsiteY1" fmla="*/ 6053 h 16129"/>
                        <a:gd name="connsiteX2" fmla="*/ 13888 w 20333"/>
                        <a:gd name="connsiteY2" fmla="*/ 15863 h 16129"/>
                        <a:gd name="connsiteX3" fmla="*/ 744 w 20333"/>
                        <a:gd name="connsiteY3" fmla="*/ 10244 h 16129"/>
                        <a:gd name="connsiteX4" fmla="*/ 6363 w 20333"/>
                        <a:gd name="connsiteY4" fmla="*/ 338 h 16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333" h="16129">
                          <a:moveTo>
                            <a:pt x="6363" y="338"/>
                          </a:moveTo>
                          <a:cubicBezTo>
                            <a:pt x="11697" y="-996"/>
                            <a:pt x="17508" y="1766"/>
                            <a:pt x="19603" y="6053"/>
                          </a:cubicBezTo>
                          <a:cubicBezTo>
                            <a:pt x="21699" y="10339"/>
                            <a:pt x="19127" y="14720"/>
                            <a:pt x="13888" y="15863"/>
                          </a:cubicBezTo>
                          <a:cubicBezTo>
                            <a:pt x="8745" y="17006"/>
                            <a:pt x="2935" y="14339"/>
                            <a:pt x="744" y="10244"/>
                          </a:cubicBezTo>
                          <a:cubicBezTo>
                            <a:pt x="-1352" y="6053"/>
                            <a:pt x="1125" y="1576"/>
                            <a:pt x="6363" y="33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63" name="Forme libre : forme 13962">
                      <a:extLst>
                        <a:ext uri="{FF2B5EF4-FFF2-40B4-BE49-F238E27FC236}">
                          <a16:creationId xmlns:a16="http://schemas.microsoft.com/office/drawing/2014/main" id="{7CDCD6E0-96BE-41C0-9A4D-007EB9A79D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7010" y="2611740"/>
                      <a:ext cx="7147" cy="6221"/>
                    </a:xfrm>
                    <a:custGeom>
                      <a:avLst/>
                      <a:gdLst>
                        <a:gd name="connsiteX0" fmla="*/ 3715 w 7147"/>
                        <a:gd name="connsiteY0" fmla="*/ 47 h 6221"/>
                        <a:gd name="connsiteX1" fmla="*/ 7144 w 7147"/>
                        <a:gd name="connsiteY1" fmla="*/ 3762 h 6221"/>
                        <a:gd name="connsiteX2" fmla="*/ 3524 w 7147"/>
                        <a:gd name="connsiteY2" fmla="*/ 6143 h 6221"/>
                        <a:gd name="connsiteX3" fmla="*/ 0 w 7147"/>
                        <a:gd name="connsiteY3" fmla="*/ 2428 h 6221"/>
                        <a:gd name="connsiteX4" fmla="*/ 3715 w 7147"/>
                        <a:gd name="connsiteY4" fmla="*/ 47 h 6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47" h="6221">
                          <a:moveTo>
                            <a:pt x="3715" y="47"/>
                          </a:moveTo>
                          <a:cubicBezTo>
                            <a:pt x="5715" y="333"/>
                            <a:pt x="7239" y="2142"/>
                            <a:pt x="7144" y="3762"/>
                          </a:cubicBezTo>
                          <a:cubicBezTo>
                            <a:pt x="7049" y="5476"/>
                            <a:pt x="5429" y="6524"/>
                            <a:pt x="3524" y="6143"/>
                          </a:cubicBezTo>
                          <a:cubicBezTo>
                            <a:pt x="1619" y="5762"/>
                            <a:pt x="0" y="4143"/>
                            <a:pt x="0" y="2428"/>
                          </a:cubicBezTo>
                          <a:cubicBezTo>
                            <a:pt x="95" y="809"/>
                            <a:pt x="1715" y="-239"/>
                            <a:pt x="3715" y="4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3964" name="Graphique 5">
                <a:extLst>
                  <a:ext uri="{FF2B5EF4-FFF2-40B4-BE49-F238E27FC236}">
                    <a16:creationId xmlns:a16="http://schemas.microsoft.com/office/drawing/2014/main" id="{8231D97C-E115-43B9-9EBE-34015A7B45A0}"/>
                  </a:ext>
                </a:extLst>
              </p:cNvPr>
              <p:cNvGrpSpPr/>
              <p:nvPr/>
            </p:nvGrpSpPr>
            <p:grpSpPr>
              <a:xfrm>
                <a:off x="3635149" y="2783618"/>
                <a:ext cx="525254" cy="459361"/>
                <a:chOff x="3635149" y="2783618"/>
                <a:chExt cx="525254" cy="459361"/>
              </a:xfrm>
              <a:solidFill>
                <a:schemeClr val="accent1"/>
              </a:solidFill>
            </p:grpSpPr>
            <p:sp>
              <p:nvSpPr>
                <p:cNvPr id="13965" name="Forme libre : forme 13964">
                  <a:extLst>
                    <a:ext uri="{FF2B5EF4-FFF2-40B4-BE49-F238E27FC236}">
                      <a16:creationId xmlns:a16="http://schemas.microsoft.com/office/drawing/2014/main" id="{0B2796E9-E98E-4EDE-812B-2A834A962B79}"/>
                    </a:ext>
                  </a:extLst>
                </p:cNvPr>
                <p:cNvSpPr/>
                <p:nvPr/>
              </p:nvSpPr>
              <p:spPr>
                <a:xfrm>
                  <a:off x="3649751" y="2783618"/>
                  <a:ext cx="510652" cy="459266"/>
                </a:xfrm>
                <a:custGeom>
                  <a:avLst/>
                  <a:gdLst>
                    <a:gd name="connsiteX0" fmla="*/ 245095 w 510652"/>
                    <a:gd name="connsiteY0" fmla="*/ 40386 h 459266"/>
                    <a:gd name="connsiteX1" fmla="*/ 310913 w 510652"/>
                    <a:gd name="connsiteY1" fmla="*/ 160972 h 459266"/>
                    <a:gd name="connsiteX2" fmla="*/ 253477 w 510652"/>
                    <a:gd name="connsiteY2" fmla="*/ 156305 h 459266"/>
                    <a:gd name="connsiteX3" fmla="*/ 198328 w 510652"/>
                    <a:gd name="connsiteY3" fmla="*/ 166306 h 459266"/>
                    <a:gd name="connsiteX4" fmla="*/ 101839 w 510652"/>
                    <a:gd name="connsiteY4" fmla="*/ 223933 h 459266"/>
                    <a:gd name="connsiteX5" fmla="*/ 43832 w 510652"/>
                    <a:gd name="connsiteY5" fmla="*/ 290417 h 459266"/>
                    <a:gd name="connsiteX6" fmla="*/ 11352 w 510652"/>
                    <a:gd name="connsiteY6" fmla="*/ 349663 h 459266"/>
                    <a:gd name="connsiteX7" fmla="*/ 112 w 510652"/>
                    <a:gd name="connsiteY7" fmla="*/ 397288 h 459266"/>
                    <a:gd name="connsiteX8" fmla="*/ 8590 w 510652"/>
                    <a:gd name="connsiteY8" fmla="*/ 431768 h 459266"/>
                    <a:gd name="connsiteX9" fmla="*/ 38879 w 510652"/>
                    <a:gd name="connsiteY9" fmla="*/ 453485 h 459266"/>
                    <a:gd name="connsiteX10" fmla="*/ 61834 w 510652"/>
                    <a:gd name="connsiteY10" fmla="*/ 458152 h 459266"/>
                    <a:gd name="connsiteX11" fmla="*/ 89171 w 510652"/>
                    <a:gd name="connsiteY11" fmla="*/ 459105 h 459266"/>
                    <a:gd name="connsiteX12" fmla="*/ 233475 w 510652"/>
                    <a:gd name="connsiteY12" fmla="*/ 420719 h 459266"/>
                    <a:gd name="connsiteX13" fmla="*/ 323677 w 510652"/>
                    <a:gd name="connsiteY13" fmla="*/ 353473 h 459266"/>
                    <a:gd name="connsiteX14" fmla="*/ 353776 w 510652"/>
                    <a:gd name="connsiteY14" fmla="*/ 306324 h 459266"/>
                    <a:gd name="connsiteX15" fmla="*/ 371397 w 510652"/>
                    <a:gd name="connsiteY15" fmla="*/ 251460 h 459266"/>
                    <a:gd name="connsiteX16" fmla="*/ 457884 w 510652"/>
                    <a:gd name="connsiteY16" fmla="*/ 358521 h 459266"/>
                    <a:gd name="connsiteX17" fmla="*/ 510652 w 510652"/>
                    <a:gd name="connsiteY17" fmla="*/ 336613 h 459266"/>
                    <a:gd name="connsiteX18" fmla="*/ 374540 w 510652"/>
                    <a:gd name="connsiteY18" fmla="*/ 183928 h 459266"/>
                    <a:gd name="connsiteX19" fmla="*/ 285577 w 510652"/>
                    <a:gd name="connsiteY19" fmla="*/ 0 h 459266"/>
                    <a:gd name="connsiteX20" fmla="*/ 245095 w 510652"/>
                    <a:gd name="connsiteY20" fmla="*/ 40386 h 459266"/>
                    <a:gd name="connsiteX21" fmla="*/ 209662 w 510652"/>
                    <a:gd name="connsiteY21" fmla="*/ 373380 h 459266"/>
                    <a:gd name="connsiteX22" fmla="*/ 97839 w 510652"/>
                    <a:gd name="connsiteY22" fmla="*/ 412051 h 459266"/>
                    <a:gd name="connsiteX23" fmla="*/ 56119 w 510652"/>
                    <a:gd name="connsiteY23" fmla="*/ 400145 h 459266"/>
                    <a:gd name="connsiteX24" fmla="*/ 62977 w 510652"/>
                    <a:gd name="connsiteY24" fmla="*/ 349091 h 459266"/>
                    <a:gd name="connsiteX25" fmla="*/ 136225 w 510652"/>
                    <a:gd name="connsiteY25" fmla="*/ 264033 h 459266"/>
                    <a:gd name="connsiteX26" fmla="*/ 220235 w 510652"/>
                    <a:gd name="connsiteY26" fmla="*/ 222028 h 459266"/>
                    <a:gd name="connsiteX27" fmla="*/ 266431 w 510652"/>
                    <a:gd name="connsiteY27" fmla="*/ 217360 h 459266"/>
                    <a:gd name="connsiteX28" fmla="*/ 313676 w 510652"/>
                    <a:gd name="connsiteY28" fmla="*/ 224504 h 459266"/>
                    <a:gd name="connsiteX29" fmla="*/ 280338 w 510652"/>
                    <a:gd name="connsiteY29" fmla="*/ 311848 h 459266"/>
                    <a:gd name="connsiteX30" fmla="*/ 209662 w 510652"/>
                    <a:gd name="connsiteY30" fmla="*/ 373380 h 459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10652" h="459266">
                      <a:moveTo>
                        <a:pt x="245095" y="40386"/>
                      </a:moveTo>
                      <a:cubicBezTo>
                        <a:pt x="279957" y="75629"/>
                        <a:pt x="302245" y="118586"/>
                        <a:pt x="310913" y="160972"/>
                      </a:cubicBezTo>
                      <a:cubicBezTo>
                        <a:pt x="291387" y="157067"/>
                        <a:pt x="272146" y="155543"/>
                        <a:pt x="253477" y="156305"/>
                      </a:cubicBezTo>
                      <a:cubicBezTo>
                        <a:pt x="234427" y="157353"/>
                        <a:pt x="215949" y="160782"/>
                        <a:pt x="198328" y="166306"/>
                      </a:cubicBezTo>
                      <a:cubicBezTo>
                        <a:pt x="163085" y="177260"/>
                        <a:pt x="130510" y="197358"/>
                        <a:pt x="101839" y="223933"/>
                      </a:cubicBezTo>
                      <a:cubicBezTo>
                        <a:pt x="77455" y="246602"/>
                        <a:pt x="58691" y="269081"/>
                        <a:pt x="43832" y="290417"/>
                      </a:cubicBezTo>
                      <a:cubicBezTo>
                        <a:pt x="28973" y="311848"/>
                        <a:pt x="18305" y="331851"/>
                        <a:pt x="11352" y="349663"/>
                      </a:cubicBezTo>
                      <a:cubicBezTo>
                        <a:pt x="4303" y="367570"/>
                        <a:pt x="208" y="383762"/>
                        <a:pt x="112" y="397288"/>
                      </a:cubicBezTo>
                      <a:cubicBezTo>
                        <a:pt x="-649" y="411194"/>
                        <a:pt x="2494" y="422529"/>
                        <a:pt x="8590" y="431768"/>
                      </a:cubicBezTo>
                      <a:cubicBezTo>
                        <a:pt x="15067" y="441960"/>
                        <a:pt x="25639" y="448818"/>
                        <a:pt x="38879" y="453485"/>
                      </a:cubicBezTo>
                      <a:cubicBezTo>
                        <a:pt x="45642" y="455771"/>
                        <a:pt x="53357" y="457295"/>
                        <a:pt x="61834" y="458152"/>
                      </a:cubicBezTo>
                      <a:cubicBezTo>
                        <a:pt x="70121" y="459200"/>
                        <a:pt x="79265" y="459486"/>
                        <a:pt x="89171" y="459105"/>
                      </a:cubicBezTo>
                      <a:cubicBezTo>
                        <a:pt x="128700" y="457390"/>
                        <a:pt x="178611" y="445770"/>
                        <a:pt x="233475" y="420719"/>
                      </a:cubicBezTo>
                      <a:cubicBezTo>
                        <a:pt x="268813" y="404527"/>
                        <a:pt x="300150" y="381952"/>
                        <a:pt x="323677" y="353473"/>
                      </a:cubicBezTo>
                      <a:cubicBezTo>
                        <a:pt x="335488" y="339280"/>
                        <a:pt x="345584" y="323469"/>
                        <a:pt x="353776" y="306324"/>
                      </a:cubicBezTo>
                      <a:cubicBezTo>
                        <a:pt x="362062" y="289084"/>
                        <a:pt x="367587" y="270986"/>
                        <a:pt x="371397" y="251460"/>
                      </a:cubicBezTo>
                      <a:cubicBezTo>
                        <a:pt x="407783" y="275368"/>
                        <a:pt x="438453" y="312801"/>
                        <a:pt x="457884" y="358521"/>
                      </a:cubicBezTo>
                      <a:lnTo>
                        <a:pt x="510652" y="336613"/>
                      </a:lnTo>
                      <a:cubicBezTo>
                        <a:pt x="481887" y="266700"/>
                        <a:pt x="430928" y="212884"/>
                        <a:pt x="374540" y="183928"/>
                      </a:cubicBezTo>
                      <a:cubicBezTo>
                        <a:pt x="369016" y="120872"/>
                        <a:pt x="338917" y="53340"/>
                        <a:pt x="285577" y="0"/>
                      </a:cubicBezTo>
                      <a:lnTo>
                        <a:pt x="245095" y="40386"/>
                      </a:lnTo>
                      <a:close/>
                      <a:moveTo>
                        <a:pt x="209662" y="373380"/>
                      </a:moveTo>
                      <a:cubicBezTo>
                        <a:pt x="154798" y="403193"/>
                        <a:pt x="118222" y="410337"/>
                        <a:pt x="97839" y="412051"/>
                      </a:cubicBezTo>
                      <a:cubicBezTo>
                        <a:pt x="77360" y="413385"/>
                        <a:pt x="62120" y="409956"/>
                        <a:pt x="56119" y="400145"/>
                      </a:cubicBezTo>
                      <a:cubicBezTo>
                        <a:pt x="49833" y="390430"/>
                        <a:pt x="50881" y="372904"/>
                        <a:pt x="62977" y="349091"/>
                      </a:cubicBezTo>
                      <a:cubicBezTo>
                        <a:pt x="74788" y="325660"/>
                        <a:pt x="97363" y="295561"/>
                        <a:pt x="136225" y="264033"/>
                      </a:cubicBezTo>
                      <a:cubicBezTo>
                        <a:pt x="161656" y="243554"/>
                        <a:pt x="189946" y="229076"/>
                        <a:pt x="220235" y="222028"/>
                      </a:cubicBezTo>
                      <a:cubicBezTo>
                        <a:pt x="235475" y="218408"/>
                        <a:pt x="250906" y="216789"/>
                        <a:pt x="266431" y="217360"/>
                      </a:cubicBezTo>
                      <a:cubicBezTo>
                        <a:pt x="281957" y="217837"/>
                        <a:pt x="298054" y="220027"/>
                        <a:pt x="313676" y="224504"/>
                      </a:cubicBezTo>
                      <a:cubicBezTo>
                        <a:pt x="309675" y="256984"/>
                        <a:pt x="298626" y="286512"/>
                        <a:pt x="280338" y="311848"/>
                      </a:cubicBezTo>
                      <a:cubicBezTo>
                        <a:pt x="262431" y="337090"/>
                        <a:pt x="238333" y="357664"/>
                        <a:pt x="209662" y="373380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966" name="Forme libre : forme 13965">
                  <a:extLst>
                    <a:ext uri="{FF2B5EF4-FFF2-40B4-BE49-F238E27FC236}">
                      <a16:creationId xmlns:a16="http://schemas.microsoft.com/office/drawing/2014/main" id="{7B52A5DD-913E-4923-B76F-1B08AC5C1AA9}"/>
                    </a:ext>
                  </a:extLst>
                </p:cNvPr>
                <p:cNvSpPr/>
                <p:nvPr/>
              </p:nvSpPr>
              <p:spPr>
                <a:xfrm>
                  <a:off x="3649655" y="3006026"/>
                  <a:ext cx="252524" cy="236952"/>
                </a:xfrm>
                <a:custGeom>
                  <a:avLst/>
                  <a:gdLst>
                    <a:gd name="connsiteX0" fmla="*/ 113555 w 252524"/>
                    <a:gd name="connsiteY0" fmla="*/ 223457 h 236952"/>
                    <a:gd name="connsiteX1" fmla="*/ 85933 w 252524"/>
                    <a:gd name="connsiteY1" fmla="*/ 221933 h 236952"/>
                    <a:gd name="connsiteX2" fmla="*/ 62597 w 252524"/>
                    <a:gd name="connsiteY2" fmla="*/ 216694 h 236952"/>
                    <a:gd name="connsiteX3" fmla="*/ 31355 w 252524"/>
                    <a:gd name="connsiteY3" fmla="*/ 193548 h 236952"/>
                    <a:gd name="connsiteX4" fmla="*/ 22020 w 252524"/>
                    <a:gd name="connsiteY4" fmla="*/ 160401 h 236952"/>
                    <a:gd name="connsiteX5" fmla="*/ 29735 w 252524"/>
                    <a:gd name="connsiteY5" fmla="*/ 116015 h 236952"/>
                    <a:gd name="connsiteX6" fmla="*/ 103649 w 252524"/>
                    <a:gd name="connsiteY6" fmla="*/ 0 h 236952"/>
                    <a:gd name="connsiteX7" fmla="*/ 101840 w 252524"/>
                    <a:gd name="connsiteY7" fmla="*/ 1619 h 236952"/>
                    <a:gd name="connsiteX8" fmla="*/ 43832 w 252524"/>
                    <a:gd name="connsiteY8" fmla="*/ 68104 h 236952"/>
                    <a:gd name="connsiteX9" fmla="*/ 11352 w 252524"/>
                    <a:gd name="connsiteY9" fmla="*/ 127349 h 236952"/>
                    <a:gd name="connsiteX10" fmla="*/ 112 w 252524"/>
                    <a:gd name="connsiteY10" fmla="*/ 174974 h 236952"/>
                    <a:gd name="connsiteX11" fmla="*/ 8590 w 252524"/>
                    <a:gd name="connsiteY11" fmla="*/ 209455 h 236952"/>
                    <a:gd name="connsiteX12" fmla="*/ 38879 w 252524"/>
                    <a:gd name="connsiteY12" fmla="*/ 231172 h 236952"/>
                    <a:gd name="connsiteX13" fmla="*/ 61834 w 252524"/>
                    <a:gd name="connsiteY13" fmla="*/ 235839 h 236952"/>
                    <a:gd name="connsiteX14" fmla="*/ 89171 w 252524"/>
                    <a:gd name="connsiteY14" fmla="*/ 236792 h 236952"/>
                    <a:gd name="connsiteX15" fmla="*/ 233475 w 252524"/>
                    <a:gd name="connsiteY15" fmla="*/ 198406 h 236952"/>
                    <a:gd name="connsiteX16" fmla="*/ 252525 w 252524"/>
                    <a:gd name="connsiteY16" fmla="*/ 188786 h 236952"/>
                    <a:gd name="connsiteX17" fmla="*/ 113555 w 252524"/>
                    <a:gd name="connsiteY17" fmla="*/ 223457 h 236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2524" h="236952">
                      <a:moveTo>
                        <a:pt x="113555" y="223457"/>
                      </a:moveTo>
                      <a:cubicBezTo>
                        <a:pt x="103554" y="223647"/>
                        <a:pt x="94315" y="223171"/>
                        <a:pt x="85933" y="221933"/>
                      </a:cubicBezTo>
                      <a:cubicBezTo>
                        <a:pt x="77265" y="220885"/>
                        <a:pt x="69550" y="219170"/>
                        <a:pt x="62597" y="216694"/>
                      </a:cubicBezTo>
                      <a:cubicBezTo>
                        <a:pt x="49166" y="211550"/>
                        <a:pt x="38212" y="204311"/>
                        <a:pt x="31355" y="193548"/>
                      </a:cubicBezTo>
                      <a:cubicBezTo>
                        <a:pt x="25449" y="184404"/>
                        <a:pt x="21925" y="173641"/>
                        <a:pt x="22020" y="160401"/>
                      </a:cubicBezTo>
                      <a:cubicBezTo>
                        <a:pt x="21449" y="147638"/>
                        <a:pt x="24116" y="132683"/>
                        <a:pt x="29735" y="116015"/>
                      </a:cubicBezTo>
                      <a:cubicBezTo>
                        <a:pt x="40594" y="83249"/>
                        <a:pt x="63835" y="42100"/>
                        <a:pt x="103649" y="0"/>
                      </a:cubicBezTo>
                      <a:lnTo>
                        <a:pt x="101840" y="1619"/>
                      </a:lnTo>
                      <a:cubicBezTo>
                        <a:pt x="77456" y="24289"/>
                        <a:pt x="58691" y="46768"/>
                        <a:pt x="43832" y="68104"/>
                      </a:cubicBezTo>
                      <a:cubicBezTo>
                        <a:pt x="28973" y="89535"/>
                        <a:pt x="18305" y="109538"/>
                        <a:pt x="11352" y="127349"/>
                      </a:cubicBezTo>
                      <a:cubicBezTo>
                        <a:pt x="4303" y="145256"/>
                        <a:pt x="208" y="161449"/>
                        <a:pt x="112" y="174974"/>
                      </a:cubicBezTo>
                      <a:cubicBezTo>
                        <a:pt x="-649" y="188881"/>
                        <a:pt x="2494" y="200216"/>
                        <a:pt x="8590" y="209455"/>
                      </a:cubicBezTo>
                      <a:cubicBezTo>
                        <a:pt x="15067" y="219647"/>
                        <a:pt x="25640" y="226504"/>
                        <a:pt x="38879" y="231172"/>
                      </a:cubicBezTo>
                      <a:cubicBezTo>
                        <a:pt x="45642" y="233458"/>
                        <a:pt x="53357" y="234982"/>
                        <a:pt x="61834" y="235839"/>
                      </a:cubicBezTo>
                      <a:cubicBezTo>
                        <a:pt x="70121" y="236887"/>
                        <a:pt x="79265" y="237173"/>
                        <a:pt x="89171" y="236792"/>
                      </a:cubicBezTo>
                      <a:cubicBezTo>
                        <a:pt x="128700" y="235077"/>
                        <a:pt x="178611" y="223457"/>
                        <a:pt x="233475" y="198406"/>
                      </a:cubicBezTo>
                      <a:cubicBezTo>
                        <a:pt x="239952" y="195453"/>
                        <a:pt x="246334" y="192119"/>
                        <a:pt x="252525" y="188786"/>
                      </a:cubicBezTo>
                      <a:cubicBezTo>
                        <a:pt x="200042" y="211741"/>
                        <a:pt x="152036" y="222409"/>
                        <a:pt x="113555" y="223457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967" name="Forme libre : forme 13966">
                  <a:extLst>
                    <a:ext uri="{FF2B5EF4-FFF2-40B4-BE49-F238E27FC236}">
                      <a16:creationId xmlns:a16="http://schemas.microsoft.com/office/drawing/2014/main" id="{C27A5CF1-426A-4982-B44B-19CCF356ED80}"/>
                    </a:ext>
                  </a:extLst>
                </p:cNvPr>
                <p:cNvSpPr/>
                <p:nvPr/>
              </p:nvSpPr>
              <p:spPr>
                <a:xfrm>
                  <a:off x="3838649" y="2951222"/>
                  <a:ext cx="270414" cy="94619"/>
                </a:xfrm>
                <a:custGeom>
                  <a:avLst/>
                  <a:gdLst>
                    <a:gd name="connsiteX0" fmla="*/ 270415 w 270414"/>
                    <a:gd name="connsiteY0" fmla="*/ 94619 h 94619"/>
                    <a:gd name="connsiteX1" fmla="*/ 265081 w 270414"/>
                    <a:gd name="connsiteY1" fmla="*/ 88523 h 94619"/>
                    <a:gd name="connsiteX2" fmla="*/ 249364 w 270414"/>
                    <a:gd name="connsiteY2" fmla="*/ 72902 h 94619"/>
                    <a:gd name="connsiteX3" fmla="*/ 189929 w 270414"/>
                    <a:gd name="connsiteY3" fmla="*/ 30230 h 94619"/>
                    <a:gd name="connsiteX4" fmla="*/ 170212 w 270414"/>
                    <a:gd name="connsiteY4" fmla="*/ 20324 h 94619"/>
                    <a:gd name="connsiteX5" fmla="*/ 148590 w 270414"/>
                    <a:gd name="connsiteY5" fmla="*/ 12037 h 94619"/>
                    <a:gd name="connsiteX6" fmla="*/ 101822 w 270414"/>
                    <a:gd name="connsiteY6" fmla="*/ 1369 h 94619"/>
                    <a:gd name="connsiteX7" fmla="*/ 51721 w 270414"/>
                    <a:gd name="connsiteY7" fmla="*/ 1560 h 94619"/>
                    <a:gd name="connsiteX8" fmla="*/ 0 w 270414"/>
                    <a:gd name="connsiteY8" fmla="*/ 15562 h 94619"/>
                    <a:gd name="connsiteX9" fmla="*/ 21622 w 270414"/>
                    <a:gd name="connsiteY9" fmla="*/ 10037 h 94619"/>
                    <a:gd name="connsiteX10" fmla="*/ 80772 w 270414"/>
                    <a:gd name="connsiteY10" fmla="*/ 6322 h 94619"/>
                    <a:gd name="connsiteX11" fmla="*/ 168593 w 270414"/>
                    <a:gd name="connsiteY11" fmla="*/ 26230 h 94619"/>
                    <a:gd name="connsiteX12" fmla="*/ 219075 w 270414"/>
                    <a:gd name="connsiteY12" fmla="*/ 52900 h 94619"/>
                    <a:gd name="connsiteX13" fmla="*/ 270415 w 270414"/>
                    <a:gd name="connsiteY13" fmla="*/ 94619 h 94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0414" h="94619">
                      <a:moveTo>
                        <a:pt x="270415" y="94619"/>
                      </a:moveTo>
                      <a:cubicBezTo>
                        <a:pt x="270415" y="94619"/>
                        <a:pt x="268605" y="92524"/>
                        <a:pt x="265081" y="88523"/>
                      </a:cubicBezTo>
                      <a:cubicBezTo>
                        <a:pt x="261652" y="84618"/>
                        <a:pt x="256413" y="79093"/>
                        <a:pt x="249364" y="72902"/>
                      </a:cubicBezTo>
                      <a:cubicBezTo>
                        <a:pt x="235458" y="60234"/>
                        <a:pt x="215455" y="43946"/>
                        <a:pt x="189929" y="30230"/>
                      </a:cubicBezTo>
                      <a:cubicBezTo>
                        <a:pt x="183642" y="26801"/>
                        <a:pt x="177070" y="23372"/>
                        <a:pt x="170212" y="20324"/>
                      </a:cubicBezTo>
                      <a:cubicBezTo>
                        <a:pt x="163258" y="17371"/>
                        <a:pt x="156020" y="14514"/>
                        <a:pt x="148590" y="12037"/>
                      </a:cubicBezTo>
                      <a:cubicBezTo>
                        <a:pt x="133731" y="7084"/>
                        <a:pt x="118396" y="2989"/>
                        <a:pt x="101822" y="1369"/>
                      </a:cubicBezTo>
                      <a:cubicBezTo>
                        <a:pt x="85439" y="-440"/>
                        <a:pt x="68675" y="-536"/>
                        <a:pt x="51721" y="1560"/>
                      </a:cubicBezTo>
                      <a:cubicBezTo>
                        <a:pt x="34671" y="3751"/>
                        <a:pt x="17240" y="8418"/>
                        <a:pt x="0" y="15562"/>
                      </a:cubicBezTo>
                      <a:cubicBezTo>
                        <a:pt x="0" y="15562"/>
                        <a:pt x="7715" y="12799"/>
                        <a:pt x="21622" y="10037"/>
                      </a:cubicBezTo>
                      <a:cubicBezTo>
                        <a:pt x="35719" y="7275"/>
                        <a:pt x="55721" y="4894"/>
                        <a:pt x="80772" y="6322"/>
                      </a:cubicBezTo>
                      <a:cubicBezTo>
                        <a:pt x="106108" y="7465"/>
                        <a:pt x="135541" y="13180"/>
                        <a:pt x="168593" y="26230"/>
                      </a:cubicBezTo>
                      <a:cubicBezTo>
                        <a:pt x="184595" y="33088"/>
                        <a:pt x="201835" y="41660"/>
                        <a:pt x="219075" y="52900"/>
                      </a:cubicBezTo>
                      <a:cubicBezTo>
                        <a:pt x="235744" y="64330"/>
                        <a:pt x="253841" y="77665"/>
                        <a:pt x="270415" y="946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968" name="Forme libre : forme 13967">
                  <a:extLst>
                    <a:ext uri="{FF2B5EF4-FFF2-40B4-BE49-F238E27FC236}">
                      <a16:creationId xmlns:a16="http://schemas.microsoft.com/office/drawing/2014/main" id="{E88661C4-6A97-44A1-A774-86B04866230C}"/>
                    </a:ext>
                  </a:extLst>
                </p:cNvPr>
                <p:cNvSpPr/>
                <p:nvPr/>
              </p:nvSpPr>
              <p:spPr>
                <a:xfrm>
                  <a:off x="3825504" y="3008027"/>
                  <a:ext cx="195548" cy="165830"/>
                </a:xfrm>
                <a:custGeom>
                  <a:avLst/>
                  <a:gdLst>
                    <a:gd name="connsiteX0" fmla="*/ 195548 w 195548"/>
                    <a:gd name="connsiteY0" fmla="*/ 26956 h 165830"/>
                    <a:gd name="connsiteX1" fmla="*/ 189643 w 195548"/>
                    <a:gd name="connsiteY1" fmla="*/ 23050 h 165830"/>
                    <a:gd name="connsiteX2" fmla="*/ 174879 w 195548"/>
                    <a:gd name="connsiteY2" fmla="*/ 14383 h 165830"/>
                    <a:gd name="connsiteX3" fmla="*/ 138017 w 195548"/>
                    <a:gd name="connsiteY3" fmla="*/ 0 h 165830"/>
                    <a:gd name="connsiteX4" fmla="*/ 135160 w 195548"/>
                    <a:gd name="connsiteY4" fmla="*/ 20003 h 165830"/>
                    <a:gd name="connsiteX5" fmla="*/ 118396 w 195548"/>
                    <a:gd name="connsiteY5" fmla="*/ 66675 h 165830"/>
                    <a:gd name="connsiteX6" fmla="*/ 75629 w 195548"/>
                    <a:gd name="connsiteY6" fmla="*/ 120682 h 165830"/>
                    <a:gd name="connsiteX7" fmla="*/ 0 w 195548"/>
                    <a:gd name="connsiteY7" fmla="*/ 165830 h 165830"/>
                    <a:gd name="connsiteX8" fmla="*/ 17812 w 195548"/>
                    <a:gd name="connsiteY8" fmla="*/ 161734 h 165830"/>
                    <a:gd name="connsiteX9" fmla="*/ 61627 w 195548"/>
                    <a:gd name="connsiteY9" fmla="*/ 146018 h 165830"/>
                    <a:gd name="connsiteX10" fmla="*/ 166783 w 195548"/>
                    <a:gd name="connsiteY10" fmla="*/ 46196 h 165830"/>
                    <a:gd name="connsiteX11" fmla="*/ 184023 w 195548"/>
                    <a:gd name="connsiteY11" fmla="*/ 30194 h 165830"/>
                    <a:gd name="connsiteX12" fmla="*/ 195548 w 195548"/>
                    <a:gd name="connsiteY12" fmla="*/ 26956 h 165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5548" h="165830">
                      <a:moveTo>
                        <a:pt x="195548" y="26956"/>
                      </a:moveTo>
                      <a:cubicBezTo>
                        <a:pt x="195548" y="26956"/>
                        <a:pt x="193357" y="25527"/>
                        <a:pt x="189643" y="23050"/>
                      </a:cubicBezTo>
                      <a:cubicBezTo>
                        <a:pt x="186023" y="20669"/>
                        <a:pt x="180880" y="17526"/>
                        <a:pt x="174879" y="14383"/>
                      </a:cubicBezTo>
                      <a:cubicBezTo>
                        <a:pt x="163068" y="8096"/>
                        <a:pt x="148685" y="1619"/>
                        <a:pt x="138017" y="0"/>
                      </a:cubicBezTo>
                      <a:cubicBezTo>
                        <a:pt x="138017" y="0"/>
                        <a:pt x="137731" y="7715"/>
                        <a:pt x="135160" y="20003"/>
                      </a:cubicBezTo>
                      <a:cubicBezTo>
                        <a:pt x="132493" y="32290"/>
                        <a:pt x="128016" y="48673"/>
                        <a:pt x="118396" y="66675"/>
                      </a:cubicBezTo>
                      <a:cubicBezTo>
                        <a:pt x="108871" y="84582"/>
                        <a:pt x="95060" y="103537"/>
                        <a:pt x="75629" y="120682"/>
                      </a:cubicBezTo>
                      <a:cubicBezTo>
                        <a:pt x="56293" y="137922"/>
                        <a:pt x="31242" y="153257"/>
                        <a:pt x="0" y="165830"/>
                      </a:cubicBezTo>
                      <a:cubicBezTo>
                        <a:pt x="0" y="165830"/>
                        <a:pt x="6668" y="164687"/>
                        <a:pt x="17812" y="161734"/>
                      </a:cubicBezTo>
                      <a:cubicBezTo>
                        <a:pt x="28765" y="158782"/>
                        <a:pt x="44196" y="153924"/>
                        <a:pt x="61627" y="146018"/>
                      </a:cubicBezTo>
                      <a:cubicBezTo>
                        <a:pt x="96298" y="130016"/>
                        <a:pt x="140398" y="102775"/>
                        <a:pt x="166783" y="46196"/>
                      </a:cubicBezTo>
                      <a:cubicBezTo>
                        <a:pt x="170783" y="37624"/>
                        <a:pt x="177832" y="32766"/>
                        <a:pt x="184023" y="30194"/>
                      </a:cubicBezTo>
                      <a:cubicBezTo>
                        <a:pt x="190310" y="27432"/>
                        <a:pt x="195548" y="26956"/>
                        <a:pt x="195548" y="26956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969" name="Forme libre : forme 13968">
                  <a:extLst>
                    <a:ext uri="{FF2B5EF4-FFF2-40B4-BE49-F238E27FC236}">
                      <a16:creationId xmlns:a16="http://schemas.microsoft.com/office/drawing/2014/main" id="{5E0488E7-7DEB-46C4-A2DA-1E50974204A3}"/>
                    </a:ext>
                  </a:extLst>
                </p:cNvPr>
                <p:cNvSpPr/>
                <p:nvPr/>
              </p:nvSpPr>
              <p:spPr>
                <a:xfrm>
                  <a:off x="3914563" y="2846102"/>
                  <a:ext cx="66865" cy="102965"/>
                </a:xfrm>
                <a:custGeom>
                  <a:avLst/>
                  <a:gdLst>
                    <a:gd name="connsiteX0" fmla="*/ 46101 w 66865"/>
                    <a:gd name="connsiteY0" fmla="*/ 98488 h 102965"/>
                    <a:gd name="connsiteX1" fmla="*/ 52959 w 66865"/>
                    <a:gd name="connsiteY1" fmla="*/ 99441 h 102965"/>
                    <a:gd name="connsiteX2" fmla="*/ 66865 w 66865"/>
                    <a:gd name="connsiteY2" fmla="*/ 102965 h 102965"/>
                    <a:gd name="connsiteX3" fmla="*/ 64103 w 66865"/>
                    <a:gd name="connsiteY3" fmla="*/ 93345 h 102965"/>
                    <a:gd name="connsiteX4" fmla="*/ 53530 w 66865"/>
                    <a:gd name="connsiteY4" fmla="*/ 68866 h 102965"/>
                    <a:gd name="connsiteX5" fmla="*/ 32956 w 66865"/>
                    <a:gd name="connsiteY5" fmla="*/ 35338 h 102965"/>
                    <a:gd name="connsiteX6" fmla="*/ 0 w 66865"/>
                    <a:gd name="connsiteY6" fmla="*/ 0 h 102965"/>
                    <a:gd name="connsiteX7" fmla="*/ 5620 w 66865"/>
                    <a:gd name="connsiteY7" fmla="*/ 7049 h 102965"/>
                    <a:gd name="connsiteX8" fmla="*/ 18764 w 66865"/>
                    <a:gd name="connsiteY8" fmla="*/ 27146 h 102965"/>
                    <a:gd name="connsiteX9" fmla="*/ 34290 w 66865"/>
                    <a:gd name="connsiteY9" fmla="*/ 58293 h 102965"/>
                    <a:gd name="connsiteX10" fmla="*/ 46101 w 66865"/>
                    <a:gd name="connsiteY10" fmla="*/ 98488 h 102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865" h="102965">
                      <a:moveTo>
                        <a:pt x="46101" y="98488"/>
                      </a:moveTo>
                      <a:cubicBezTo>
                        <a:pt x="46101" y="98488"/>
                        <a:pt x="48863" y="98774"/>
                        <a:pt x="52959" y="99441"/>
                      </a:cubicBezTo>
                      <a:cubicBezTo>
                        <a:pt x="56864" y="100203"/>
                        <a:pt x="62103" y="101346"/>
                        <a:pt x="66865" y="102965"/>
                      </a:cubicBezTo>
                      <a:cubicBezTo>
                        <a:pt x="66865" y="102965"/>
                        <a:pt x="66008" y="99441"/>
                        <a:pt x="64103" y="93345"/>
                      </a:cubicBezTo>
                      <a:cubicBezTo>
                        <a:pt x="62008" y="87344"/>
                        <a:pt x="58483" y="78867"/>
                        <a:pt x="53530" y="68866"/>
                      </a:cubicBezTo>
                      <a:cubicBezTo>
                        <a:pt x="48482" y="58769"/>
                        <a:pt x="42005" y="47054"/>
                        <a:pt x="32956" y="35338"/>
                      </a:cubicBezTo>
                      <a:cubicBezTo>
                        <a:pt x="24003" y="23527"/>
                        <a:pt x="13430" y="11049"/>
                        <a:pt x="0" y="0"/>
                      </a:cubicBezTo>
                      <a:cubicBezTo>
                        <a:pt x="0" y="0"/>
                        <a:pt x="2096" y="2476"/>
                        <a:pt x="5620" y="7049"/>
                      </a:cubicBezTo>
                      <a:cubicBezTo>
                        <a:pt x="9144" y="11525"/>
                        <a:pt x="13811" y="18479"/>
                        <a:pt x="18764" y="27146"/>
                      </a:cubicBezTo>
                      <a:cubicBezTo>
                        <a:pt x="23717" y="35909"/>
                        <a:pt x="29337" y="46292"/>
                        <a:pt x="34290" y="58293"/>
                      </a:cubicBezTo>
                      <a:cubicBezTo>
                        <a:pt x="38767" y="70580"/>
                        <a:pt x="43053" y="84106"/>
                        <a:pt x="46101" y="98488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3970" name="Graphique 5">
                  <a:extLst>
                    <a:ext uri="{FF2B5EF4-FFF2-40B4-BE49-F238E27FC236}">
                      <a16:creationId xmlns:a16="http://schemas.microsoft.com/office/drawing/2014/main" id="{D211D8D0-7924-4306-AC6E-BA9107ED82DA}"/>
                    </a:ext>
                  </a:extLst>
                </p:cNvPr>
                <p:cNvGrpSpPr/>
                <p:nvPr/>
              </p:nvGrpSpPr>
              <p:grpSpPr>
                <a:xfrm>
                  <a:off x="3882888" y="2916814"/>
                  <a:ext cx="57462" cy="107088"/>
                  <a:chOff x="3882888" y="2916814"/>
                  <a:chExt cx="57462" cy="107088"/>
                </a:xfrm>
                <a:solidFill>
                  <a:schemeClr val="accent1"/>
                </a:solidFill>
              </p:grpSpPr>
              <p:grpSp>
                <p:nvGrpSpPr>
                  <p:cNvPr id="13971" name="Graphique 5">
                    <a:extLst>
                      <a:ext uri="{FF2B5EF4-FFF2-40B4-BE49-F238E27FC236}">
                        <a16:creationId xmlns:a16="http://schemas.microsoft.com/office/drawing/2014/main" id="{C1CF459F-4312-40C9-9EC7-F8F1A6B76E52}"/>
                      </a:ext>
                    </a:extLst>
                  </p:cNvPr>
                  <p:cNvGrpSpPr/>
                  <p:nvPr/>
                </p:nvGrpSpPr>
                <p:grpSpPr>
                  <a:xfrm>
                    <a:off x="3902698" y="2916814"/>
                    <a:ext cx="37652" cy="38788"/>
                    <a:chOff x="3902698" y="2916814"/>
                    <a:chExt cx="37652" cy="38788"/>
                  </a:xfrm>
                  <a:solidFill>
                    <a:schemeClr val="accent1"/>
                  </a:solidFill>
                </p:grpSpPr>
                <p:sp>
                  <p:nvSpPr>
                    <p:cNvPr id="13972" name="Forme libre : forme 13971">
                      <a:extLst>
                        <a:ext uri="{FF2B5EF4-FFF2-40B4-BE49-F238E27FC236}">
                          <a16:creationId xmlns:a16="http://schemas.microsoft.com/office/drawing/2014/main" id="{59F45635-AEC9-4086-932A-A12397C93B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2817" y="2916814"/>
                      <a:ext cx="37533" cy="38788"/>
                    </a:xfrm>
                    <a:custGeom>
                      <a:avLst/>
                      <a:gdLst>
                        <a:gd name="connsiteX0" fmla="*/ 31272 w 37533"/>
                        <a:gd name="connsiteY0" fmla="*/ 35396 h 38788"/>
                        <a:gd name="connsiteX1" fmla="*/ 4888 w 37533"/>
                        <a:gd name="connsiteY1" fmla="*/ 30634 h 38788"/>
                        <a:gd name="connsiteX2" fmla="*/ 5840 w 37533"/>
                        <a:gd name="connsiteY2" fmla="*/ 3773 h 38788"/>
                        <a:gd name="connsiteX3" fmla="*/ 32605 w 37533"/>
                        <a:gd name="connsiteY3" fmla="*/ 8250 h 38788"/>
                        <a:gd name="connsiteX4" fmla="*/ 31272 w 37533"/>
                        <a:gd name="connsiteY4" fmla="*/ 35396 h 387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533" h="38788">
                          <a:moveTo>
                            <a:pt x="31272" y="35396"/>
                          </a:moveTo>
                          <a:cubicBezTo>
                            <a:pt x="23461" y="41397"/>
                            <a:pt x="11650" y="39206"/>
                            <a:pt x="4888" y="30634"/>
                          </a:cubicBezTo>
                          <a:cubicBezTo>
                            <a:pt x="-1780" y="21871"/>
                            <a:pt x="-1780" y="10250"/>
                            <a:pt x="5840" y="3773"/>
                          </a:cubicBezTo>
                          <a:cubicBezTo>
                            <a:pt x="13270" y="-2513"/>
                            <a:pt x="25652" y="-894"/>
                            <a:pt x="32605" y="8250"/>
                          </a:cubicBezTo>
                          <a:cubicBezTo>
                            <a:pt x="39654" y="17204"/>
                            <a:pt x="39082" y="29396"/>
                            <a:pt x="31272" y="3539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73" name="Forme libre : forme 13972">
                      <a:extLst>
                        <a:ext uri="{FF2B5EF4-FFF2-40B4-BE49-F238E27FC236}">
                          <a16:creationId xmlns:a16="http://schemas.microsoft.com/office/drawing/2014/main" id="{DC9CE155-B2BF-470F-89E1-64EF30465A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2698" y="2916968"/>
                      <a:ext cx="36343" cy="38634"/>
                    </a:xfrm>
                    <a:custGeom>
                      <a:avLst/>
                      <a:gdLst>
                        <a:gd name="connsiteX0" fmla="*/ 18532 w 36343"/>
                        <a:gd name="connsiteY0" fmla="*/ 19621 h 38634"/>
                        <a:gd name="connsiteX1" fmla="*/ 14341 w 36343"/>
                        <a:gd name="connsiteY1" fmla="*/ 0 h 38634"/>
                        <a:gd name="connsiteX2" fmla="*/ 5768 w 36343"/>
                        <a:gd name="connsiteY2" fmla="*/ 3619 h 38634"/>
                        <a:gd name="connsiteX3" fmla="*/ 4816 w 36343"/>
                        <a:gd name="connsiteY3" fmla="*/ 30480 h 38634"/>
                        <a:gd name="connsiteX4" fmla="*/ 31200 w 36343"/>
                        <a:gd name="connsiteY4" fmla="*/ 35242 h 38634"/>
                        <a:gd name="connsiteX5" fmla="*/ 36344 w 36343"/>
                        <a:gd name="connsiteY5" fmla="*/ 27908 h 38634"/>
                        <a:gd name="connsiteX6" fmla="*/ 18532 w 36343"/>
                        <a:gd name="connsiteY6" fmla="*/ 19621 h 38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343" h="38634">
                          <a:moveTo>
                            <a:pt x="18532" y="19621"/>
                          </a:moveTo>
                          <a:cubicBezTo>
                            <a:pt x="13865" y="13525"/>
                            <a:pt x="12531" y="6191"/>
                            <a:pt x="14341" y="0"/>
                          </a:cubicBezTo>
                          <a:cubicBezTo>
                            <a:pt x="11198" y="381"/>
                            <a:pt x="8245" y="1524"/>
                            <a:pt x="5768" y="3619"/>
                          </a:cubicBezTo>
                          <a:cubicBezTo>
                            <a:pt x="-1756" y="10096"/>
                            <a:pt x="-1756" y="21717"/>
                            <a:pt x="4816" y="30480"/>
                          </a:cubicBezTo>
                          <a:cubicBezTo>
                            <a:pt x="11579" y="39052"/>
                            <a:pt x="23390" y="41243"/>
                            <a:pt x="31200" y="35242"/>
                          </a:cubicBezTo>
                          <a:cubicBezTo>
                            <a:pt x="33677" y="33338"/>
                            <a:pt x="35391" y="30766"/>
                            <a:pt x="36344" y="27908"/>
                          </a:cubicBezTo>
                          <a:cubicBezTo>
                            <a:pt x="30057" y="28384"/>
                            <a:pt x="23199" y="25527"/>
                            <a:pt x="18532" y="196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74" name="Forme libre : forme 13973">
                      <a:extLst>
                        <a:ext uri="{FF2B5EF4-FFF2-40B4-BE49-F238E27FC236}">
                          <a16:creationId xmlns:a16="http://schemas.microsoft.com/office/drawing/2014/main" id="{A56C60AE-8160-4BBA-80AC-5CD0D6142C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0606" y="2931394"/>
                      <a:ext cx="16051" cy="18201"/>
                    </a:xfrm>
                    <a:custGeom>
                      <a:avLst/>
                      <a:gdLst>
                        <a:gd name="connsiteX0" fmla="*/ 15293 w 16051"/>
                        <a:gd name="connsiteY0" fmla="*/ 13100 h 18201"/>
                        <a:gd name="connsiteX1" fmla="*/ 4625 w 16051"/>
                        <a:gd name="connsiteY1" fmla="*/ 17291 h 18201"/>
                        <a:gd name="connsiteX2" fmla="*/ 720 w 16051"/>
                        <a:gd name="connsiteY2" fmla="*/ 5195 h 18201"/>
                        <a:gd name="connsiteX3" fmla="*/ 11292 w 16051"/>
                        <a:gd name="connsiteY3" fmla="*/ 908 h 18201"/>
                        <a:gd name="connsiteX4" fmla="*/ 15293 w 16051"/>
                        <a:gd name="connsiteY4" fmla="*/ 13100 h 18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51" h="18201">
                          <a:moveTo>
                            <a:pt x="15293" y="13100"/>
                          </a:moveTo>
                          <a:cubicBezTo>
                            <a:pt x="13388" y="17577"/>
                            <a:pt x="8625" y="19482"/>
                            <a:pt x="4625" y="17291"/>
                          </a:cubicBezTo>
                          <a:cubicBezTo>
                            <a:pt x="624" y="15100"/>
                            <a:pt x="-1090" y="9767"/>
                            <a:pt x="720" y="5195"/>
                          </a:cubicBezTo>
                          <a:cubicBezTo>
                            <a:pt x="2529" y="623"/>
                            <a:pt x="7292" y="-1283"/>
                            <a:pt x="11292" y="908"/>
                          </a:cubicBezTo>
                          <a:cubicBezTo>
                            <a:pt x="15388" y="3099"/>
                            <a:pt x="17198" y="8624"/>
                            <a:pt x="15293" y="1310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75" name="Forme libre : forme 13974">
                      <a:extLst>
                        <a:ext uri="{FF2B5EF4-FFF2-40B4-BE49-F238E27FC236}">
                          <a16:creationId xmlns:a16="http://schemas.microsoft.com/office/drawing/2014/main" id="{BDCC002D-E762-47B6-BD84-63C22E60B2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5478" y="2929515"/>
                      <a:ext cx="6173" cy="6431"/>
                    </a:xfrm>
                    <a:custGeom>
                      <a:avLst/>
                      <a:gdLst>
                        <a:gd name="connsiteX0" fmla="*/ 5183 w 6173"/>
                        <a:gd name="connsiteY0" fmla="*/ 5835 h 6431"/>
                        <a:gd name="connsiteX1" fmla="*/ 801 w 6173"/>
                        <a:gd name="connsiteY1" fmla="*/ 5073 h 6431"/>
                        <a:gd name="connsiteX2" fmla="*/ 991 w 6173"/>
                        <a:gd name="connsiteY2" fmla="*/ 597 h 6431"/>
                        <a:gd name="connsiteX3" fmla="*/ 5373 w 6173"/>
                        <a:gd name="connsiteY3" fmla="*/ 1359 h 6431"/>
                        <a:gd name="connsiteX4" fmla="*/ 5183 w 6173"/>
                        <a:gd name="connsiteY4" fmla="*/ 5835 h 6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73" h="6431">
                          <a:moveTo>
                            <a:pt x="5183" y="5835"/>
                          </a:moveTo>
                          <a:cubicBezTo>
                            <a:pt x="3944" y="6883"/>
                            <a:pt x="1944" y="6502"/>
                            <a:pt x="801" y="5073"/>
                          </a:cubicBezTo>
                          <a:cubicBezTo>
                            <a:pt x="-342" y="3645"/>
                            <a:pt x="-247" y="1644"/>
                            <a:pt x="991" y="597"/>
                          </a:cubicBezTo>
                          <a:cubicBezTo>
                            <a:pt x="2230" y="-451"/>
                            <a:pt x="4230" y="-70"/>
                            <a:pt x="5373" y="1359"/>
                          </a:cubicBezTo>
                          <a:cubicBezTo>
                            <a:pt x="6516" y="2787"/>
                            <a:pt x="6421" y="4788"/>
                            <a:pt x="5183" y="583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976" name="Graphique 5">
                    <a:extLst>
                      <a:ext uri="{FF2B5EF4-FFF2-40B4-BE49-F238E27FC236}">
                        <a16:creationId xmlns:a16="http://schemas.microsoft.com/office/drawing/2014/main" id="{4308ECA9-76F4-4029-939F-C56BDCA2E2EE}"/>
                      </a:ext>
                    </a:extLst>
                  </p:cNvPr>
                  <p:cNvGrpSpPr/>
                  <p:nvPr/>
                </p:nvGrpSpPr>
                <p:grpSpPr>
                  <a:xfrm>
                    <a:off x="3887473" y="2949784"/>
                    <a:ext cx="37142" cy="37940"/>
                    <a:chOff x="3887473" y="2949784"/>
                    <a:chExt cx="37142" cy="37940"/>
                  </a:xfrm>
                  <a:solidFill>
                    <a:schemeClr val="accent1"/>
                  </a:solidFill>
                </p:grpSpPr>
                <p:sp>
                  <p:nvSpPr>
                    <p:cNvPr id="13977" name="Forme libre : forme 13976">
                      <a:extLst>
                        <a:ext uri="{FF2B5EF4-FFF2-40B4-BE49-F238E27FC236}">
                          <a16:creationId xmlns:a16="http://schemas.microsoft.com/office/drawing/2014/main" id="{80F79104-CBBF-49ED-A947-CE98F45958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7473" y="2949784"/>
                      <a:ext cx="37142" cy="37940"/>
                    </a:xfrm>
                    <a:custGeom>
                      <a:avLst/>
                      <a:gdLst>
                        <a:gd name="connsiteX0" fmla="*/ 30518 w 37142"/>
                        <a:gd name="connsiteY0" fmla="*/ 34621 h 37940"/>
                        <a:gd name="connsiteX1" fmla="*/ 4420 w 37142"/>
                        <a:gd name="connsiteY1" fmla="*/ 30049 h 37940"/>
                        <a:gd name="connsiteX2" fmla="*/ 6325 w 37142"/>
                        <a:gd name="connsiteY2" fmla="*/ 3665 h 37940"/>
                        <a:gd name="connsiteX3" fmla="*/ 32519 w 37142"/>
                        <a:gd name="connsiteY3" fmla="*/ 8141 h 37940"/>
                        <a:gd name="connsiteX4" fmla="*/ 30518 w 37142"/>
                        <a:gd name="connsiteY4" fmla="*/ 34621 h 37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142" h="37940">
                          <a:moveTo>
                            <a:pt x="30518" y="34621"/>
                          </a:moveTo>
                          <a:cubicBezTo>
                            <a:pt x="22708" y="40431"/>
                            <a:pt x="10992" y="38431"/>
                            <a:pt x="4420" y="30049"/>
                          </a:cubicBezTo>
                          <a:cubicBezTo>
                            <a:pt x="-2152" y="21762"/>
                            <a:pt x="-1295" y="9951"/>
                            <a:pt x="6325" y="3665"/>
                          </a:cubicBezTo>
                          <a:cubicBezTo>
                            <a:pt x="13945" y="-2622"/>
                            <a:pt x="25661" y="-622"/>
                            <a:pt x="32519" y="8141"/>
                          </a:cubicBezTo>
                          <a:cubicBezTo>
                            <a:pt x="39377" y="16904"/>
                            <a:pt x="38519" y="28715"/>
                            <a:pt x="30518" y="3462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78" name="Forme libre : forme 13977">
                      <a:extLst>
                        <a:ext uri="{FF2B5EF4-FFF2-40B4-BE49-F238E27FC236}">
                          <a16:creationId xmlns:a16="http://schemas.microsoft.com/office/drawing/2014/main" id="{6EEFED38-DE0D-463A-B7D5-5EB524668C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7473" y="2950019"/>
                      <a:ext cx="35852" cy="37636"/>
                    </a:xfrm>
                    <a:custGeom>
                      <a:avLst/>
                      <a:gdLst>
                        <a:gd name="connsiteX0" fmla="*/ 18231 w 35852"/>
                        <a:gd name="connsiteY0" fmla="*/ 19240 h 37636"/>
                        <a:gd name="connsiteX1" fmla="*/ 14802 w 35852"/>
                        <a:gd name="connsiteY1" fmla="*/ 0 h 37636"/>
                        <a:gd name="connsiteX2" fmla="*/ 6325 w 35852"/>
                        <a:gd name="connsiteY2" fmla="*/ 3429 h 37636"/>
                        <a:gd name="connsiteX3" fmla="*/ 4420 w 35852"/>
                        <a:gd name="connsiteY3" fmla="*/ 29813 h 37636"/>
                        <a:gd name="connsiteX4" fmla="*/ 30518 w 35852"/>
                        <a:gd name="connsiteY4" fmla="*/ 34385 h 37636"/>
                        <a:gd name="connsiteX5" fmla="*/ 35852 w 35852"/>
                        <a:gd name="connsiteY5" fmla="*/ 27242 h 37636"/>
                        <a:gd name="connsiteX6" fmla="*/ 18231 w 35852"/>
                        <a:gd name="connsiteY6" fmla="*/ 19240 h 37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52" h="37636">
                          <a:moveTo>
                            <a:pt x="18231" y="19240"/>
                          </a:moveTo>
                          <a:cubicBezTo>
                            <a:pt x="13659" y="13430"/>
                            <a:pt x="12707" y="6096"/>
                            <a:pt x="14802" y="0"/>
                          </a:cubicBezTo>
                          <a:cubicBezTo>
                            <a:pt x="11754" y="286"/>
                            <a:pt x="8801" y="1429"/>
                            <a:pt x="6325" y="3429"/>
                          </a:cubicBezTo>
                          <a:cubicBezTo>
                            <a:pt x="-1295" y="9715"/>
                            <a:pt x="-2152" y="21431"/>
                            <a:pt x="4420" y="29813"/>
                          </a:cubicBezTo>
                          <a:cubicBezTo>
                            <a:pt x="10897" y="38100"/>
                            <a:pt x="22708" y="40100"/>
                            <a:pt x="30518" y="34385"/>
                          </a:cubicBezTo>
                          <a:cubicBezTo>
                            <a:pt x="32995" y="32480"/>
                            <a:pt x="34805" y="30004"/>
                            <a:pt x="35852" y="27242"/>
                          </a:cubicBezTo>
                          <a:cubicBezTo>
                            <a:pt x="29471" y="27718"/>
                            <a:pt x="22708" y="24955"/>
                            <a:pt x="18231" y="1924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79" name="Forme libre : forme 13978">
                      <a:extLst>
                        <a:ext uri="{FF2B5EF4-FFF2-40B4-BE49-F238E27FC236}">
                          <a16:creationId xmlns:a16="http://schemas.microsoft.com/office/drawing/2014/main" id="{29864C40-AFE4-4810-83DE-9DF6BA0F7F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5001" y="2964216"/>
                      <a:ext cx="15924" cy="17630"/>
                    </a:xfrm>
                    <a:custGeom>
                      <a:avLst/>
                      <a:gdLst>
                        <a:gd name="connsiteX0" fmla="*/ 15086 w 15924"/>
                        <a:gd name="connsiteY0" fmla="*/ 12664 h 17630"/>
                        <a:gd name="connsiteX1" fmla="*/ 4418 w 15924"/>
                        <a:gd name="connsiteY1" fmla="*/ 16760 h 17630"/>
                        <a:gd name="connsiteX2" fmla="*/ 799 w 15924"/>
                        <a:gd name="connsiteY2" fmla="*/ 5044 h 17630"/>
                        <a:gd name="connsiteX3" fmla="*/ 11371 w 15924"/>
                        <a:gd name="connsiteY3" fmla="*/ 853 h 17630"/>
                        <a:gd name="connsiteX4" fmla="*/ 15086 w 15924"/>
                        <a:gd name="connsiteY4" fmla="*/ 12664 h 17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24" h="17630">
                          <a:moveTo>
                            <a:pt x="15086" y="12664"/>
                          </a:moveTo>
                          <a:cubicBezTo>
                            <a:pt x="13086" y="17045"/>
                            <a:pt x="8323" y="18855"/>
                            <a:pt x="4418" y="16760"/>
                          </a:cubicBezTo>
                          <a:cubicBezTo>
                            <a:pt x="513" y="14664"/>
                            <a:pt x="-1106" y="9521"/>
                            <a:pt x="799" y="5044"/>
                          </a:cubicBezTo>
                          <a:cubicBezTo>
                            <a:pt x="2704" y="662"/>
                            <a:pt x="7466" y="-1243"/>
                            <a:pt x="11371" y="853"/>
                          </a:cubicBezTo>
                          <a:cubicBezTo>
                            <a:pt x="15372" y="2948"/>
                            <a:pt x="17087" y="8282"/>
                            <a:pt x="15086" y="1266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80" name="Forme libre : forme 13979">
                      <a:extLst>
                        <a:ext uri="{FF2B5EF4-FFF2-40B4-BE49-F238E27FC236}">
                          <a16:creationId xmlns:a16="http://schemas.microsoft.com/office/drawing/2014/main" id="{BD1490F4-AC2C-401E-B373-7FC42E178F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0032" y="2962281"/>
                      <a:ext cx="6083" cy="6295"/>
                    </a:xfrm>
                    <a:custGeom>
                      <a:avLst/>
                      <a:gdLst>
                        <a:gd name="connsiteX0" fmla="*/ 5006 w 6083"/>
                        <a:gd name="connsiteY0" fmla="*/ 5740 h 6295"/>
                        <a:gd name="connsiteX1" fmla="*/ 720 w 6083"/>
                        <a:gd name="connsiteY1" fmla="*/ 4978 h 6295"/>
                        <a:gd name="connsiteX2" fmla="*/ 1006 w 6083"/>
                        <a:gd name="connsiteY2" fmla="*/ 597 h 6295"/>
                        <a:gd name="connsiteX3" fmla="*/ 5292 w 6083"/>
                        <a:gd name="connsiteY3" fmla="*/ 1359 h 6295"/>
                        <a:gd name="connsiteX4" fmla="*/ 5006 w 6083"/>
                        <a:gd name="connsiteY4" fmla="*/ 5740 h 6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83" h="6295">
                          <a:moveTo>
                            <a:pt x="5006" y="5740"/>
                          </a:moveTo>
                          <a:cubicBezTo>
                            <a:pt x="3768" y="6693"/>
                            <a:pt x="1768" y="6407"/>
                            <a:pt x="720" y="4978"/>
                          </a:cubicBezTo>
                          <a:cubicBezTo>
                            <a:pt x="-327" y="3549"/>
                            <a:pt x="-232" y="1644"/>
                            <a:pt x="1006" y="597"/>
                          </a:cubicBezTo>
                          <a:cubicBezTo>
                            <a:pt x="2244" y="-451"/>
                            <a:pt x="4245" y="-70"/>
                            <a:pt x="5292" y="1359"/>
                          </a:cubicBezTo>
                          <a:cubicBezTo>
                            <a:pt x="6435" y="2787"/>
                            <a:pt x="6340" y="4788"/>
                            <a:pt x="5006" y="57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981" name="Graphique 5">
                    <a:extLst>
                      <a:ext uri="{FF2B5EF4-FFF2-40B4-BE49-F238E27FC236}">
                        <a16:creationId xmlns:a16="http://schemas.microsoft.com/office/drawing/2014/main" id="{04A86419-10CC-4E67-8F2F-9B8558AE1972}"/>
                      </a:ext>
                    </a:extLst>
                  </p:cNvPr>
                  <p:cNvGrpSpPr/>
                  <p:nvPr/>
                </p:nvGrpSpPr>
                <p:grpSpPr>
                  <a:xfrm>
                    <a:off x="3882888" y="2986617"/>
                    <a:ext cx="36411" cy="37285"/>
                    <a:chOff x="3882888" y="2986617"/>
                    <a:chExt cx="36411" cy="37285"/>
                  </a:xfrm>
                  <a:solidFill>
                    <a:schemeClr val="accent1"/>
                  </a:solidFill>
                </p:grpSpPr>
                <p:sp>
                  <p:nvSpPr>
                    <p:cNvPr id="13982" name="Forme libre : forme 13981">
                      <a:extLst>
                        <a:ext uri="{FF2B5EF4-FFF2-40B4-BE49-F238E27FC236}">
                          <a16:creationId xmlns:a16="http://schemas.microsoft.com/office/drawing/2014/main" id="{D0BCC03D-6EC4-4ED0-93F1-FFE491E45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2888" y="2986617"/>
                      <a:ext cx="36411" cy="37260"/>
                    </a:xfrm>
                    <a:custGeom>
                      <a:avLst/>
                      <a:gdLst>
                        <a:gd name="connsiteX0" fmla="*/ 29198 w 36411"/>
                        <a:gd name="connsiteY0" fmla="*/ 34173 h 37260"/>
                        <a:gd name="connsiteX1" fmla="*/ 3767 w 36411"/>
                        <a:gd name="connsiteY1" fmla="*/ 29220 h 37260"/>
                        <a:gd name="connsiteX2" fmla="*/ 6719 w 36411"/>
                        <a:gd name="connsiteY2" fmla="*/ 3502 h 37260"/>
                        <a:gd name="connsiteX3" fmla="*/ 32532 w 36411"/>
                        <a:gd name="connsiteY3" fmla="*/ 8169 h 37260"/>
                        <a:gd name="connsiteX4" fmla="*/ 29198 w 36411"/>
                        <a:gd name="connsiteY4" fmla="*/ 34173 h 37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11" h="37260">
                          <a:moveTo>
                            <a:pt x="29198" y="34173"/>
                          </a:moveTo>
                          <a:cubicBezTo>
                            <a:pt x="21102" y="39792"/>
                            <a:pt x="9767" y="37506"/>
                            <a:pt x="3767" y="29220"/>
                          </a:cubicBezTo>
                          <a:cubicBezTo>
                            <a:pt x="-2044" y="20742"/>
                            <a:pt x="-1187" y="9598"/>
                            <a:pt x="6719" y="3502"/>
                          </a:cubicBezTo>
                          <a:cubicBezTo>
                            <a:pt x="14435" y="-2498"/>
                            <a:pt x="26436" y="-689"/>
                            <a:pt x="32532" y="8169"/>
                          </a:cubicBezTo>
                          <a:cubicBezTo>
                            <a:pt x="38819" y="16932"/>
                            <a:pt x="37294" y="28553"/>
                            <a:pt x="29198" y="3417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83" name="Forme libre : forme 13982">
                      <a:extLst>
                        <a:ext uri="{FF2B5EF4-FFF2-40B4-BE49-F238E27FC236}">
                          <a16:creationId xmlns:a16="http://schemas.microsoft.com/office/drawing/2014/main" id="{C33C8803-25F7-4EB0-BB9B-1B5165319D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2888" y="2986786"/>
                      <a:ext cx="34817" cy="37116"/>
                    </a:xfrm>
                    <a:custGeom>
                      <a:avLst/>
                      <a:gdLst>
                        <a:gd name="connsiteX0" fmla="*/ 17959 w 34817"/>
                        <a:gd name="connsiteY0" fmla="*/ 18859 h 37116"/>
                        <a:gd name="connsiteX1" fmla="*/ 15387 w 34817"/>
                        <a:gd name="connsiteY1" fmla="*/ 0 h 37116"/>
                        <a:gd name="connsiteX2" fmla="*/ 6719 w 34817"/>
                        <a:gd name="connsiteY2" fmla="*/ 3334 h 37116"/>
                        <a:gd name="connsiteX3" fmla="*/ 3767 w 34817"/>
                        <a:gd name="connsiteY3" fmla="*/ 29051 h 37116"/>
                        <a:gd name="connsiteX4" fmla="*/ 29198 w 34817"/>
                        <a:gd name="connsiteY4" fmla="*/ 34004 h 37116"/>
                        <a:gd name="connsiteX5" fmla="*/ 34818 w 34817"/>
                        <a:gd name="connsiteY5" fmla="*/ 27051 h 37116"/>
                        <a:gd name="connsiteX6" fmla="*/ 17959 w 34817"/>
                        <a:gd name="connsiteY6" fmla="*/ 18859 h 37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817" h="37116">
                          <a:moveTo>
                            <a:pt x="17959" y="18859"/>
                          </a:moveTo>
                          <a:cubicBezTo>
                            <a:pt x="13863" y="12954"/>
                            <a:pt x="13101" y="5905"/>
                            <a:pt x="15387" y="0"/>
                          </a:cubicBezTo>
                          <a:cubicBezTo>
                            <a:pt x="12339" y="286"/>
                            <a:pt x="9291" y="1333"/>
                            <a:pt x="6719" y="3334"/>
                          </a:cubicBezTo>
                          <a:cubicBezTo>
                            <a:pt x="-1187" y="9430"/>
                            <a:pt x="-2044" y="20574"/>
                            <a:pt x="3767" y="29051"/>
                          </a:cubicBezTo>
                          <a:cubicBezTo>
                            <a:pt x="9767" y="37433"/>
                            <a:pt x="21102" y="39624"/>
                            <a:pt x="29198" y="34004"/>
                          </a:cubicBezTo>
                          <a:cubicBezTo>
                            <a:pt x="31770" y="32194"/>
                            <a:pt x="33580" y="29813"/>
                            <a:pt x="34818" y="27051"/>
                          </a:cubicBezTo>
                          <a:cubicBezTo>
                            <a:pt x="28531" y="27432"/>
                            <a:pt x="22054" y="24575"/>
                            <a:pt x="17959" y="188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84" name="Forme libre : forme 13983">
                      <a:extLst>
                        <a:ext uri="{FF2B5EF4-FFF2-40B4-BE49-F238E27FC236}">
                          <a16:creationId xmlns:a16="http://schemas.microsoft.com/office/drawing/2014/main" id="{F10D3A53-2996-4A02-BFA7-36245C840F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979" y="3000806"/>
                      <a:ext cx="15622" cy="17413"/>
                    </a:xfrm>
                    <a:custGeom>
                      <a:avLst/>
                      <a:gdLst>
                        <a:gd name="connsiteX0" fmla="*/ 14584 w 15622"/>
                        <a:gd name="connsiteY0" fmla="*/ 12649 h 17413"/>
                        <a:gd name="connsiteX1" fmla="*/ 3916 w 15622"/>
                        <a:gd name="connsiteY1" fmla="*/ 16460 h 17413"/>
                        <a:gd name="connsiteX2" fmla="*/ 1058 w 15622"/>
                        <a:gd name="connsiteY2" fmla="*/ 4839 h 17413"/>
                        <a:gd name="connsiteX3" fmla="*/ 11726 w 15622"/>
                        <a:gd name="connsiteY3" fmla="*/ 934 h 17413"/>
                        <a:gd name="connsiteX4" fmla="*/ 14584 w 15622"/>
                        <a:gd name="connsiteY4" fmla="*/ 12649 h 174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622" h="17413">
                          <a:moveTo>
                            <a:pt x="14584" y="12649"/>
                          </a:moveTo>
                          <a:cubicBezTo>
                            <a:pt x="12393" y="16936"/>
                            <a:pt x="7631" y="18650"/>
                            <a:pt x="3916" y="16460"/>
                          </a:cubicBezTo>
                          <a:cubicBezTo>
                            <a:pt x="201" y="14364"/>
                            <a:pt x="-1132" y="9125"/>
                            <a:pt x="1058" y="4839"/>
                          </a:cubicBezTo>
                          <a:cubicBezTo>
                            <a:pt x="3154" y="553"/>
                            <a:pt x="7916" y="-1257"/>
                            <a:pt x="11726" y="934"/>
                          </a:cubicBezTo>
                          <a:cubicBezTo>
                            <a:pt x="15346" y="3029"/>
                            <a:pt x="16775" y="8363"/>
                            <a:pt x="14584" y="1264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85" name="Forme libre : forme 13984">
                      <a:extLst>
                        <a:ext uri="{FF2B5EF4-FFF2-40B4-BE49-F238E27FC236}">
                          <a16:creationId xmlns:a16="http://schemas.microsoft.com/office/drawing/2014/main" id="{9CABC541-E44C-4A1E-BD11-DEC9C21376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5259" y="2998930"/>
                      <a:ext cx="5993" cy="6191"/>
                    </a:xfrm>
                    <a:custGeom>
                      <a:avLst/>
                      <a:gdLst>
                        <a:gd name="connsiteX0" fmla="*/ 4827 w 5993"/>
                        <a:gd name="connsiteY0" fmla="*/ 5668 h 6191"/>
                        <a:gd name="connsiteX1" fmla="*/ 636 w 5993"/>
                        <a:gd name="connsiteY1" fmla="*/ 4810 h 6191"/>
                        <a:gd name="connsiteX2" fmla="*/ 1207 w 5993"/>
                        <a:gd name="connsiteY2" fmla="*/ 524 h 6191"/>
                        <a:gd name="connsiteX3" fmla="*/ 5398 w 5993"/>
                        <a:gd name="connsiteY3" fmla="*/ 1381 h 6191"/>
                        <a:gd name="connsiteX4" fmla="*/ 4827 w 5993"/>
                        <a:gd name="connsiteY4" fmla="*/ 5668 h 6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93" h="6191">
                          <a:moveTo>
                            <a:pt x="4827" y="5668"/>
                          </a:moveTo>
                          <a:cubicBezTo>
                            <a:pt x="3493" y="6620"/>
                            <a:pt x="1588" y="6239"/>
                            <a:pt x="636" y="4810"/>
                          </a:cubicBezTo>
                          <a:cubicBezTo>
                            <a:pt x="-412" y="3382"/>
                            <a:pt x="-126" y="1477"/>
                            <a:pt x="1207" y="524"/>
                          </a:cubicBezTo>
                          <a:cubicBezTo>
                            <a:pt x="2541" y="-428"/>
                            <a:pt x="4351" y="-47"/>
                            <a:pt x="5398" y="1381"/>
                          </a:cubicBezTo>
                          <a:cubicBezTo>
                            <a:pt x="6351" y="2810"/>
                            <a:pt x="6160" y="4715"/>
                            <a:pt x="4827" y="566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986" name="Graphique 5">
                  <a:extLst>
                    <a:ext uri="{FF2B5EF4-FFF2-40B4-BE49-F238E27FC236}">
                      <a16:creationId xmlns:a16="http://schemas.microsoft.com/office/drawing/2014/main" id="{6F0525BC-DC53-4AE4-844F-60007B32A153}"/>
                    </a:ext>
                  </a:extLst>
                </p:cNvPr>
                <p:cNvGrpSpPr/>
                <p:nvPr/>
              </p:nvGrpSpPr>
              <p:grpSpPr>
                <a:xfrm>
                  <a:off x="3768824" y="2955889"/>
                  <a:ext cx="55199" cy="101035"/>
                  <a:chOff x="3768824" y="2955889"/>
                  <a:chExt cx="55199" cy="101035"/>
                </a:xfrm>
                <a:solidFill>
                  <a:schemeClr val="accent1"/>
                </a:solidFill>
              </p:grpSpPr>
              <p:grpSp>
                <p:nvGrpSpPr>
                  <p:cNvPr id="13987" name="Graphique 5">
                    <a:extLst>
                      <a:ext uri="{FF2B5EF4-FFF2-40B4-BE49-F238E27FC236}">
                        <a16:creationId xmlns:a16="http://schemas.microsoft.com/office/drawing/2014/main" id="{E9AB3FF3-594E-4E5D-805D-6DB381B2EA17}"/>
                      </a:ext>
                    </a:extLst>
                  </p:cNvPr>
                  <p:cNvGrpSpPr/>
                  <p:nvPr/>
                </p:nvGrpSpPr>
                <p:grpSpPr>
                  <a:xfrm>
                    <a:off x="3788429" y="2955889"/>
                    <a:ext cx="35594" cy="35742"/>
                    <a:chOff x="3788429" y="2955889"/>
                    <a:chExt cx="35594" cy="35742"/>
                  </a:xfrm>
                  <a:solidFill>
                    <a:schemeClr val="accent1"/>
                  </a:solidFill>
                </p:grpSpPr>
                <p:sp>
                  <p:nvSpPr>
                    <p:cNvPr id="13988" name="Forme libre : forme 13987">
                      <a:extLst>
                        <a:ext uri="{FF2B5EF4-FFF2-40B4-BE49-F238E27FC236}">
                          <a16:creationId xmlns:a16="http://schemas.microsoft.com/office/drawing/2014/main" id="{B4919FA9-55F1-49C6-BE39-E191677E66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8463" y="2955889"/>
                      <a:ext cx="35560" cy="35742"/>
                    </a:xfrm>
                    <a:custGeom>
                      <a:avLst/>
                      <a:gdLst>
                        <a:gd name="connsiteX0" fmla="*/ 29516 w 35560"/>
                        <a:gd name="connsiteY0" fmla="*/ 31373 h 35742"/>
                        <a:gd name="connsiteX1" fmla="*/ 4560 w 35560"/>
                        <a:gd name="connsiteY1" fmla="*/ 29753 h 35742"/>
                        <a:gd name="connsiteX2" fmla="*/ 5608 w 35560"/>
                        <a:gd name="connsiteY2" fmla="*/ 4798 h 35742"/>
                        <a:gd name="connsiteX3" fmla="*/ 31040 w 35560"/>
                        <a:gd name="connsiteY3" fmla="*/ 5941 h 35742"/>
                        <a:gd name="connsiteX4" fmla="*/ 29516 w 35560"/>
                        <a:gd name="connsiteY4" fmla="*/ 31373 h 35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60" h="35742">
                          <a:moveTo>
                            <a:pt x="29516" y="31373"/>
                          </a:moveTo>
                          <a:cubicBezTo>
                            <a:pt x="21991" y="37755"/>
                            <a:pt x="10847" y="37088"/>
                            <a:pt x="4560" y="29753"/>
                          </a:cubicBezTo>
                          <a:cubicBezTo>
                            <a:pt x="-1821" y="22514"/>
                            <a:pt x="-1535" y="11561"/>
                            <a:pt x="5608" y="4798"/>
                          </a:cubicBezTo>
                          <a:cubicBezTo>
                            <a:pt x="12657" y="-1870"/>
                            <a:pt x="24373" y="-1679"/>
                            <a:pt x="31040" y="5941"/>
                          </a:cubicBezTo>
                          <a:cubicBezTo>
                            <a:pt x="37612" y="13561"/>
                            <a:pt x="36945" y="24991"/>
                            <a:pt x="29516" y="3137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89" name="Forme libre : forme 13988">
                      <a:extLst>
                        <a:ext uri="{FF2B5EF4-FFF2-40B4-BE49-F238E27FC236}">
                          <a16:creationId xmlns:a16="http://schemas.microsoft.com/office/drawing/2014/main" id="{FCB1AA92-748D-4FA7-8041-DBA7EF7C86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8429" y="2956401"/>
                      <a:ext cx="34503" cy="35198"/>
                    </a:xfrm>
                    <a:custGeom>
                      <a:avLst/>
                      <a:gdLst>
                        <a:gd name="connsiteX0" fmla="*/ 17549 w 34503"/>
                        <a:gd name="connsiteY0" fmla="*/ 17717 h 35198"/>
                        <a:gd name="connsiteX1" fmla="*/ 13738 w 34503"/>
                        <a:gd name="connsiteY1" fmla="*/ 0 h 35198"/>
                        <a:gd name="connsiteX2" fmla="*/ 5642 w 34503"/>
                        <a:gd name="connsiteY2" fmla="*/ 4286 h 35198"/>
                        <a:gd name="connsiteX3" fmla="*/ 4594 w 34503"/>
                        <a:gd name="connsiteY3" fmla="*/ 29242 h 35198"/>
                        <a:gd name="connsiteX4" fmla="*/ 29550 w 34503"/>
                        <a:gd name="connsiteY4" fmla="*/ 30861 h 35198"/>
                        <a:gd name="connsiteX5" fmla="*/ 34503 w 34503"/>
                        <a:gd name="connsiteY5" fmla="*/ 23527 h 35198"/>
                        <a:gd name="connsiteX6" fmla="*/ 17549 w 34503"/>
                        <a:gd name="connsiteY6" fmla="*/ 17717 h 35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03" h="35198">
                          <a:moveTo>
                            <a:pt x="17549" y="17717"/>
                          </a:moveTo>
                          <a:cubicBezTo>
                            <a:pt x="13262" y="12573"/>
                            <a:pt x="11738" y="6096"/>
                            <a:pt x="13738" y="0"/>
                          </a:cubicBezTo>
                          <a:cubicBezTo>
                            <a:pt x="10786" y="667"/>
                            <a:pt x="7928" y="2096"/>
                            <a:pt x="5642" y="4286"/>
                          </a:cubicBezTo>
                          <a:cubicBezTo>
                            <a:pt x="-1597" y="11144"/>
                            <a:pt x="-1787" y="22003"/>
                            <a:pt x="4594" y="29242"/>
                          </a:cubicBezTo>
                          <a:cubicBezTo>
                            <a:pt x="10881" y="36481"/>
                            <a:pt x="22025" y="37243"/>
                            <a:pt x="29550" y="30861"/>
                          </a:cubicBezTo>
                          <a:cubicBezTo>
                            <a:pt x="31931" y="28861"/>
                            <a:pt x="33550" y="26289"/>
                            <a:pt x="34503" y="23527"/>
                          </a:cubicBezTo>
                          <a:cubicBezTo>
                            <a:pt x="28407" y="24575"/>
                            <a:pt x="21930" y="22669"/>
                            <a:pt x="17549" y="177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0" name="Forme libre : forme 13989">
                      <a:extLst>
                        <a:ext uri="{FF2B5EF4-FFF2-40B4-BE49-F238E27FC236}">
                          <a16:creationId xmlns:a16="http://schemas.microsoft.com/office/drawing/2014/main" id="{53AAB283-32A4-4118-9C99-A75A1E35FE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5425" y="2968560"/>
                      <a:ext cx="15106" cy="16899"/>
                    </a:xfrm>
                    <a:custGeom>
                      <a:avLst/>
                      <a:gdLst>
                        <a:gd name="connsiteX0" fmla="*/ 14364 w 15106"/>
                        <a:gd name="connsiteY0" fmla="*/ 11368 h 16899"/>
                        <a:gd name="connsiteX1" fmla="*/ 4267 w 15106"/>
                        <a:gd name="connsiteY1" fmla="*/ 16416 h 16899"/>
                        <a:gd name="connsiteX2" fmla="*/ 743 w 15106"/>
                        <a:gd name="connsiteY2" fmla="*/ 5653 h 16899"/>
                        <a:gd name="connsiteX3" fmla="*/ 10839 w 15106"/>
                        <a:gd name="connsiteY3" fmla="*/ 510 h 16899"/>
                        <a:gd name="connsiteX4" fmla="*/ 14364 w 15106"/>
                        <a:gd name="connsiteY4" fmla="*/ 11368 h 16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06" h="16899">
                          <a:moveTo>
                            <a:pt x="14364" y="11368"/>
                          </a:moveTo>
                          <a:cubicBezTo>
                            <a:pt x="12554" y="15749"/>
                            <a:pt x="7982" y="17940"/>
                            <a:pt x="4267" y="16416"/>
                          </a:cubicBezTo>
                          <a:cubicBezTo>
                            <a:pt x="553" y="14892"/>
                            <a:pt x="-1067" y="10035"/>
                            <a:pt x="743" y="5653"/>
                          </a:cubicBezTo>
                          <a:cubicBezTo>
                            <a:pt x="2553" y="1272"/>
                            <a:pt x="7029" y="-1110"/>
                            <a:pt x="10839" y="510"/>
                          </a:cubicBezTo>
                          <a:cubicBezTo>
                            <a:pt x="14554" y="2033"/>
                            <a:pt x="16173" y="6986"/>
                            <a:pt x="14364" y="1136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1" name="Forme libre : forme 13990">
                      <a:extLst>
                        <a:ext uri="{FF2B5EF4-FFF2-40B4-BE49-F238E27FC236}">
                          <a16:creationId xmlns:a16="http://schemas.microsoft.com/office/drawing/2014/main" id="{60FAC9F2-8D1C-4059-942B-94DE6AA157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0115" y="2966730"/>
                      <a:ext cx="5822" cy="5917"/>
                    </a:xfrm>
                    <a:custGeom>
                      <a:avLst/>
                      <a:gdLst>
                        <a:gd name="connsiteX0" fmla="*/ 4816 w 5822"/>
                        <a:gd name="connsiteY0" fmla="*/ 5197 h 5917"/>
                        <a:gd name="connsiteX1" fmla="*/ 720 w 5822"/>
                        <a:gd name="connsiteY1" fmla="*/ 4911 h 5917"/>
                        <a:gd name="connsiteX2" fmla="*/ 1006 w 5822"/>
                        <a:gd name="connsiteY2" fmla="*/ 720 h 5917"/>
                        <a:gd name="connsiteX3" fmla="*/ 5102 w 5822"/>
                        <a:gd name="connsiteY3" fmla="*/ 1006 h 5917"/>
                        <a:gd name="connsiteX4" fmla="*/ 4816 w 5822"/>
                        <a:gd name="connsiteY4" fmla="*/ 5197 h 5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2" h="5917">
                          <a:moveTo>
                            <a:pt x="4816" y="5197"/>
                          </a:moveTo>
                          <a:cubicBezTo>
                            <a:pt x="3578" y="6245"/>
                            <a:pt x="1768" y="6150"/>
                            <a:pt x="720" y="4911"/>
                          </a:cubicBezTo>
                          <a:cubicBezTo>
                            <a:pt x="-327" y="3673"/>
                            <a:pt x="-232" y="1768"/>
                            <a:pt x="1006" y="720"/>
                          </a:cubicBezTo>
                          <a:cubicBezTo>
                            <a:pt x="2244" y="-327"/>
                            <a:pt x="4054" y="-232"/>
                            <a:pt x="5102" y="1006"/>
                          </a:cubicBezTo>
                          <a:cubicBezTo>
                            <a:pt x="6150" y="2244"/>
                            <a:pt x="6054" y="4149"/>
                            <a:pt x="4816" y="51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992" name="Graphique 5">
                    <a:extLst>
                      <a:ext uri="{FF2B5EF4-FFF2-40B4-BE49-F238E27FC236}">
                        <a16:creationId xmlns:a16="http://schemas.microsoft.com/office/drawing/2014/main" id="{EAE4890C-45E5-4E7B-B0AD-B6CBAA5BE735}"/>
                      </a:ext>
                    </a:extLst>
                  </p:cNvPr>
                  <p:cNvGrpSpPr/>
                  <p:nvPr/>
                </p:nvGrpSpPr>
                <p:grpSpPr>
                  <a:xfrm>
                    <a:off x="3773615" y="2988143"/>
                    <a:ext cx="35124" cy="35125"/>
                    <a:chOff x="3773615" y="2988143"/>
                    <a:chExt cx="35124" cy="35125"/>
                  </a:xfrm>
                  <a:solidFill>
                    <a:schemeClr val="accent1"/>
                  </a:solidFill>
                </p:grpSpPr>
                <p:sp>
                  <p:nvSpPr>
                    <p:cNvPr id="13993" name="Forme libre : forme 13992">
                      <a:extLst>
                        <a:ext uri="{FF2B5EF4-FFF2-40B4-BE49-F238E27FC236}">
                          <a16:creationId xmlns:a16="http://schemas.microsoft.com/office/drawing/2014/main" id="{DC10904A-EC18-4F24-93BF-5C38483335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3749" y="2988143"/>
                      <a:ext cx="34989" cy="35006"/>
                    </a:xfrm>
                    <a:custGeom>
                      <a:avLst/>
                      <a:gdLst>
                        <a:gd name="connsiteX0" fmla="*/ 28609 w 34989"/>
                        <a:gd name="connsiteY0" fmla="*/ 30647 h 35006"/>
                        <a:gd name="connsiteX1" fmla="*/ 3939 w 34989"/>
                        <a:gd name="connsiteY1" fmla="*/ 29314 h 35006"/>
                        <a:gd name="connsiteX2" fmla="*/ 6130 w 34989"/>
                        <a:gd name="connsiteY2" fmla="*/ 4644 h 35006"/>
                        <a:gd name="connsiteX3" fmla="*/ 30800 w 34989"/>
                        <a:gd name="connsiteY3" fmla="*/ 5977 h 35006"/>
                        <a:gd name="connsiteX4" fmla="*/ 28609 w 34989"/>
                        <a:gd name="connsiteY4" fmla="*/ 30647 h 35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89" h="35006">
                          <a:moveTo>
                            <a:pt x="28609" y="30647"/>
                          </a:moveTo>
                          <a:cubicBezTo>
                            <a:pt x="20989" y="36933"/>
                            <a:pt x="9940" y="36362"/>
                            <a:pt x="3939" y="29314"/>
                          </a:cubicBezTo>
                          <a:cubicBezTo>
                            <a:pt x="-2061" y="22360"/>
                            <a:pt x="-1109" y="11311"/>
                            <a:pt x="6130" y="4644"/>
                          </a:cubicBezTo>
                          <a:cubicBezTo>
                            <a:pt x="13369" y="-2024"/>
                            <a:pt x="24418" y="-1452"/>
                            <a:pt x="30800" y="5977"/>
                          </a:cubicBezTo>
                          <a:cubicBezTo>
                            <a:pt x="37182" y="13407"/>
                            <a:pt x="36134" y="24361"/>
                            <a:pt x="28609" y="3064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4" name="Forme libre : forme 13993">
                      <a:extLst>
                        <a:ext uri="{FF2B5EF4-FFF2-40B4-BE49-F238E27FC236}">
                          <a16:creationId xmlns:a16="http://schemas.microsoft.com/office/drawing/2014/main" id="{75A4F010-1F1D-4514-9B88-7088968DD8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3615" y="2988786"/>
                      <a:ext cx="33791" cy="34482"/>
                    </a:xfrm>
                    <a:custGeom>
                      <a:avLst/>
                      <a:gdLst>
                        <a:gd name="connsiteX0" fmla="*/ 17219 w 33791"/>
                        <a:gd name="connsiteY0" fmla="*/ 17431 h 34482"/>
                        <a:gd name="connsiteX1" fmla="*/ 14266 w 33791"/>
                        <a:gd name="connsiteY1" fmla="*/ 0 h 34482"/>
                        <a:gd name="connsiteX2" fmla="*/ 6170 w 33791"/>
                        <a:gd name="connsiteY2" fmla="*/ 4191 h 34482"/>
                        <a:gd name="connsiteX3" fmla="*/ 3979 w 33791"/>
                        <a:gd name="connsiteY3" fmla="*/ 28861 h 34482"/>
                        <a:gd name="connsiteX4" fmla="*/ 28648 w 33791"/>
                        <a:gd name="connsiteY4" fmla="*/ 30194 h 34482"/>
                        <a:gd name="connsiteX5" fmla="*/ 33792 w 33791"/>
                        <a:gd name="connsiteY5" fmla="*/ 23050 h 34482"/>
                        <a:gd name="connsiteX6" fmla="*/ 17219 w 33791"/>
                        <a:gd name="connsiteY6" fmla="*/ 17431 h 34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791" h="34482">
                          <a:moveTo>
                            <a:pt x="17219" y="17431"/>
                          </a:moveTo>
                          <a:cubicBezTo>
                            <a:pt x="13028" y="12573"/>
                            <a:pt x="12170" y="5906"/>
                            <a:pt x="14266" y="0"/>
                          </a:cubicBezTo>
                          <a:cubicBezTo>
                            <a:pt x="11408" y="667"/>
                            <a:pt x="8551" y="2000"/>
                            <a:pt x="6170" y="4191"/>
                          </a:cubicBezTo>
                          <a:cubicBezTo>
                            <a:pt x="-1070" y="10858"/>
                            <a:pt x="-2117" y="21908"/>
                            <a:pt x="3979" y="28861"/>
                          </a:cubicBezTo>
                          <a:cubicBezTo>
                            <a:pt x="9979" y="35814"/>
                            <a:pt x="21029" y="36386"/>
                            <a:pt x="28648" y="30194"/>
                          </a:cubicBezTo>
                          <a:cubicBezTo>
                            <a:pt x="31030" y="28194"/>
                            <a:pt x="32744" y="25717"/>
                            <a:pt x="33792" y="23050"/>
                          </a:cubicBezTo>
                          <a:cubicBezTo>
                            <a:pt x="27791" y="24003"/>
                            <a:pt x="21409" y="22193"/>
                            <a:pt x="17219" y="1743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5" name="Forme libre : forme 13994">
                      <a:extLst>
                        <a:ext uri="{FF2B5EF4-FFF2-40B4-BE49-F238E27FC236}">
                          <a16:creationId xmlns:a16="http://schemas.microsoft.com/office/drawing/2014/main" id="{9D678C9D-91D4-4EFE-A7C9-0FA556366D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0086" y="3000696"/>
                      <a:ext cx="15113" cy="16387"/>
                    </a:xfrm>
                    <a:custGeom>
                      <a:avLst/>
                      <a:gdLst>
                        <a:gd name="connsiteX0" fmla="*/ 14273 w 15113"/>
                        <a:gd name="connsiteY0" fmla="*/ 10950 h 16387"/>
                        <a:gd name="connsiteX1" fmla="*/ 4081 w 15113"/>
                        <a:gd name="connsiteY1" fmla="*/ 15903 h 16387"/>
                        <a:gd name="connsiteX2" fmla="*/ 843 w 15113"/>
                        <a:gd name="connsiteY2" fmla="*/ 5521 h 16387"/>
                        <a:gd name="connsiteX3" fmla="*/ 10939 w 15113"/>
                        <a:gd name="connsiteY3" fmla="*/ 473 h 16387"/>
                        <a:gd name="connsiteX4" fmla="*/ 14273 w 15113"/>
                        <a:gd name="connsiteY4" fmla="*/ 10950 h 16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13" h="16387">
                          <a:moveTo>
                            <a:pt x="14273" y="10950"/>
                          </a:moveTo>
                          <a:cubicBezTo>
                            <a:pt x="12368" y="15237"/>
                            <a:pt x="7796" y="17427"/>
                            <a:pt x="4081" y="15903"/>
                          </a:cubicBezTo>
                          <a:cubicBezTo>
                            <a:pt x="366" y="14379"/>
                            <a:pt x="-1062" y="9807"/>
                            <a:pt x="843" y="5521"/>
                          </a:cubicBezTo>
                          <a:cubicBezTo>
                            <a:pt x="2748" y="1235"/>
                            <a:pt x="7224" y="-1051"/>
                            <a:pt x="10939" y="473"/>
                          </a:cubicBezTo>
                          <a:cubicBezTo>
                            <a:pt x="14749" y="1997"/>
                            <a:pt x="16178" y="6664"/>
                            <a:pt x="14273" y="1095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6" name="Forme libre : forme 13995">
                      <a:extLst>
                        <a:ext uri="{FF2B5EF4-FFF2-40B4-BE49-F238E27FC236}">
                          <a16:creationId xmlns:a16="http://schemas.microsoft.com/office/drawing/2014/main" id="{0B72E51C-B120-4646-80BB-38583B76B1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5011" y="2999010"/>
                      <a:ext cx="5797" cy="5745"/>
                    </a:xfrm>
                    <a:custGeom>
                      <a:avLst/>
                      <a:gdLst>
                        <a:gd name="connsiteX0" fmla="*/ 4776 w 5797"/>
                        <a:gd name="connsiteY0" fmla="*/ 5016 h 5745"/>
                        <a:gd name="connsiteX1" fmla="*/ 680 w 5797"/>
                        <a:gd name="connsiteY1" fmla="*/ 4825 h 5745"/>
                        <a:gd name="connsiteX2" fmla="*/ 1061 w 5797"/>
                        <a:gd name="connsiteY2" fmla="*/ 730 h 5745"/>
                        <a:gd name="connsiteX3" fmla="*/ 5157 w 5797"/>
                        <a:gd name="connsiteY3" fmla="*/ 920 h 5745"/>
                        <a:gd name="connsiteX4" fmla="*/ 4776 w 5797"/>
                        <a:gd name="connsiteY4" fmla="*/ 5016 h 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7" h="5745">
                          <a:moveTo>
                            <a:pt x="4776" y="5016"/>
                          </a:moveTo>
                          <a:cubicBezTo>
                            <a:pt x="3538" y="6064"/>
                            <a:pt x="1728" y="5968"/>
                            <a:pt x="680" y="4825"/>
                          </a:cubicBezTo>
                          <a:cubicBezTo>
                            <a:pt x="-368" y="3683"/>
                            <a:pt x="-177" y="1778"/>
                            <a:pt x="1061" y="730"/>
                          </a:cubicBezTo>
                          <a:cubicBezTo>
                            <a:pt x="2299" y="-318"/>
                            <a:pt x="4109" y="-223"/>
                            <a:pt x="5157" y="920"/>
                          </a:cubicBezTo>
                          <a:cubicBezTo>
                            <a:pt x="6109" y="2158"/>
                            <a:pt x="6014" y="3968"/>
                            <a:pt x="4776" y="50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997" name="Graphique 5">
                    <a:extLst>
                      <a:ext uri="{FF2B5EF4-FFF2-40B4-BE49-F238E27FC236}">
                        <a16:creationId xmlns:a16="http://schemas.microsoft.com/office/drawing/2014/main" id="{260BCF55-20DC-43C6-A795-1F855C0C6BAC}"/>
                      </a:ext>
                    </a:extLst>
                  </p:cNvPr>
                  <p:cNvGrpSpPr/>
                  <p:nvPr/>
                </p:nvGrpSpPr>
                <p:grpSpPr>
                  <a:xfrm>
                    <a:off x="3768824" y="3022675"/>
                    <a:ext cx="34569" cy="34250"/>
                    <a:chOff x="3768824" y="3022675"/>
                    <a:chExt cx="34569" cy="34250"/>
                  </a:xfrm>
                  <a:solidFill>
                    <a:schemeClr val="accent1"/>
                  </a:solidFill>
                </p:grpSpPr>
                <p:sp>
                  <p:nvSpPr>
                    <p:cNvPr id="13998" name="Forme libre : forme 13997">
                      <a:extLst>
                        <a:ext uri="{FF2B5EF4-FFF2-40B4-BE49-F238E27FC236}">
                          <a16:creationId xmlns:a16="http://schemas.microsoft.com/office/drawing/2014/main" id="{0A8D7E80-2C63-444F-BF9E-209E9CA635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8824" y="3022675"/>
                      <a:ext cx="34569" cy="34250"/>
                    </a:xfrm>
                    <a:custGeom>
                      <a:avLst/>
                      <a:gdLst>
                        <a:gd name="connsiteX0" fmla="*/ 27533 w 34569"/>
                        <a:gd name="connsiteY0" fmla="*/ 30214 h 34250"/>
                        <a:gd name="connsiteX1" fmla="*/ 3530 w 34569"/>
                        <a:gd name="connsiteY1" fmla="*/ 28405 h 34250"/>
                        <a:gd name="connsiteX2" fmla="*/ 6578 w 34569"/>
                        <a:gd name="connsiteY2" fmla="*/ 4497 h 34250"/>
                        <a:gd name="connsiteX3" fmla="*/ 31153 w 34569"/>
                        <a:gd name="connsiteY3" fmla="*/ 5830 h 34250"/>
                        <a:gd name="connsiteX4" fmla="*/ 27533 w 34569"/>
                        <a:gd name="connsiteY4" fmla="*/ 30214 h 342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69" h="34250">
                          <a:moveTo>
                            <a:pt x="27533" y="30214"/>
                          </a:moveTo>
                          <a:cubicBezTo>
                            <a:pt x="19723" y="36215"/>
                            <a:pt x="8959" y="35453"/>
                            <a:pt x="3530" y="28405"/>
                          </a:cubicBezTo>
                          <a:cubicBezTo>
                            <a:pt x="-2089" y="21451"/>
                            <a:pt x="-946" y="10974"/>
                            <a:pt x="6578" y="4497"/>
                          </a:cubicBezTo>
                          <a:cubicBezTo>
                            <a:pt x="14008" y="-1885"/>
                            <a:pt x="25247" y="-1504"/>
                            <a:pt x="31153" y="5830"/>
                          </a:cubicBezTo>
                          <a:cubicBezTo>
                            <a:pt x="36868" y="13260"/>
                            <a:pt x="35248" y="24118"/>
                            <a:pt x="27533" y="3021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9" name="Forme libre : forme 13998">
                      <a:extLst>
                        <a:ext uri="{FF2B5EF4-FFF2-40B4-BE49-F238E27FC236}">
                          <a16:creationId xmlns:a16="http://schemas.microsoft.com/office/drawing/2014/main" id="{9FECF453-2043-4185-A64B-AF66CB4B42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8824" y="3023171"/>
                      <a:ext cx="32962" cy="33754"/>
                    </a:xfrm>
                    <a:custGeom>
                      <a:avLst/>
                      <a:gdLst>
                        <a:gd name="connsiteX0" fmla="*/ 17056 w 32962"/>
                        <a:gd name="connsiteY0" fmla="*/ 16954 h 33754"/>
                        <a:gd name="connsiteX1" fmla="*/ 14770 w 32962"/>
                        <a:gd name="connsiteY1" fmla="*/ 0 h 33754"/>
                        <a:gd name="connsiteX2" fmla="*/ 6578 w 32962"/>
                        <a:gd name="connsiteY2" fmla="*/ 4000 h 33754"/>
                        <a:gd name="connsiteX3" fmla="*/ 3530 w 32962"/>
                        <a:gd name="connsiteY3" fmla="*/ 27908 h 33754"/>
                        <a:gd name="connsiteX4" fmla="*/ 27533 w 32962"/>
                        <a:gd name="connsiteY4" fmla="*/ 29718 h 33754"/>
                        <a:gd name="connsiteX5" fmla="*/ 32962 w 32962"/>
                        <a:gd name="connsiteY5" fmla="*/ 22765 h 33754"/>
                        <a:gd name="connsiteX6" fmla="*/ 17056 w 32962"/>
                        <a:gd name="connsiteY6" fmla="*/ 16954 h 33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962" h="33754">
                          <a:moveTo>
                            <a:pt x="17056" y="16954"/>
                          </a:moveTo>
                          <a:cubicBezTo>
                            <a:pt x="13246" y="12002"/>
                            <a:pt x="12388" y="5715"/>
                            <a:pt x="14770" y="0"/>
                          </a:cubicBezTo>
                          <a:cubicBezTo>
                            <a:pt x="11817" y="667"/>
                            <a:pt x="9055" y="1905"/>
                            <a:pt x="6578" y="4000"/>
                          </a:cubicBezTo>
                          <a:cubicBezTo>
                            <a:pt x="-946" y="10478"/>
                            <a:pt x="-2089" y="20955"/>
                            <a:pt x="3530" y="27908"/>
                          </a:cubicBezTo>
                          <a:cubicBezTo>
                            <a:pt x="9055" y="34957"/>
                            <a:pt x="19818" y="35719"/>
                            <a:pt x="27533" y="29718"/>
                          </a:cubicBezTo>
                          <a:cubicBezTo>
                            <a:pt x="30010" y="27813"/>
                            <a:pt x="31820" y="25337"/>
                            <a:pt x="32962" y="22765"/>
                          </a:cubicBezTo>
                          <a:cubicBezTo>
                            <a:pt x="26962" y="23717"/>
                            <a:pt x="20771" y="21812"/>
                            <a:pt x="17056" y="1695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00" name="Forme libre : forme 13999">
                      <a:extLst>
                        <a:ext uri="{FF2B5EF4-FFF2-40B4-BE49-F238E27FC236}">
                          <a16:creationId xmlns:a16="http://schemas.microsoft.com/office/drawing/2014/main" id="{17793B0B-59AB-421E-858E-6CC53EE6EA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4927" y="3034828"/>
                      <a:ext cx="14859" cy="16227"/>
                    </a:xfrm>
                    <a:custGeom>
                      <a:avLst/>
                      <a:gdLst>
                        <a:gd name="connsiteX0" fmla="*/ 13811 w 14859"/>
                        <a:gd name="connsiteY0" fmla="*/ 11013 h 16227"/>
                        <a:gd name="connsiteX1" fmla="*/ 3620 w 14859"/>
                        <a:gd name="connsiteY1" fmla="*/ 15680 h 16227"/>
                        <a:gd name="connsiteX2" fmla="*/ 1048 w 14859"/>
                        <a:gd name="connsiteY2" fmla="*/ 5297 h 16227"/>
                        <a:gd name="connsiteX3" fmla="*/ 11240 w 14859"/>
                        <a:gd name="connsiteY3" fmla="*/ 535 h 16227"/>
                        <a:gd name="connsiteX4" fmla="*/ 13811 w 14859"/>
                        <a:gd name="connsiteY4" fmla="*/ 11013 h 162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" h="16227">
                          <a:moveTo>
                            <a:pt x="13811" y="11013"/>
                          </a:moveTo>
                          <a:cubicBezTo>
                            <a:pt x="11716" y="15204"/>
                            <a:pt x="7144" y="17299"/>
                            <a:pt x="3620" y="15680"/>
                          </a:cubicBezTo>
                          <a:cubicBezTo>
                            <a:pt x="95" y="14156"/>
                            <a:pt x="-1047" y="9488"/>
                            <a:pt x="1048" y="5297"/>
                          </a:cubicBezTo>
                          <a:cubicBezTo>
                            <a:pt x="3144" y="1106"/>
                            <a:pt x="7620" y="-1084"/>
                            <a:pt x="11240" y="535"/>
                          </a:cubicBezTo>
                          <a:cubicBezTo>
                            <a:pt x="14764" y="2154"/>
                            <a:pt x="15907" y="6821"/>
                            <a:pt x="13811" y="1101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01" name="Forme libre : forme 14000">
                      <a:extLst>
                        <a:ext uri="{FF2B5EF4-FFF2-40B4-BE49-F238E27FC236}">
                          <a16:creationId xmlns:a16="http://schemas.microsoft.com/office/drawing/2014/main" id="{4952D700-72AE-4B85-B934-B4562DD1C5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0075" y="3033151"/>
                      <a:ext cx="5706" cy="5662"/>
                    </a:xfrm>
                    <a:custGeom>
                      <a:avLst/>
                      <a:gdLst>
                        <a:gd name="connsiteX0" fmla="*/ 4568 w 5706"/>
                        <a:gd name="connsiteY0" fmla="*/ 4975 h 5662"/>
                        <a:gd name="connsiteX1" fmla="*/ 567 w 5706"/>
                        <a:gd name="connsiteY1" fmla="*/ 4689 h 5662"/>
                        <a:gd name="connsiteX2" fmla="*/ 1138 w 5706"/>
                        <a:gd name="connsiteY2" fmla="*/ 688 h 5662"/>
                        <a:gd name="connsiteX3" fmla="*/ 5139 w 5706"/>
                        <a:gd name="connsiteY3" fmla="*/ 974 h 5662"/>
                        <a:gd name="connsiteX4" fmla="*/ 4568 w 5706"/>
                        <a:gd name="connsiteY4" fmla="*/ 4975 h 5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06" h="5662">
                          <a:moveTo>
                            <a:pt x="4568" y="4975"/>
                          </a:moveTo>
                          <a:cubicBezTo>
                            <a:pt x="3329" y="6022"/>
                            <a:pt x="1520" y="5832"/>
                            <a:pt x="567" y="4689"/>
                          </a:cubicBezTo>
                          <a:cubicBezTo>
                            <a:pt x="-386" y="3546"/>
                            <a:pt x="-100" y="1736"/>
                            <a:pt x="1138" y="688"/>
                          </a:cubicBezTo>
                          <a:cubicBezTo>
                            <a:pt x="2377" y="-359"/>
                            <a:pt x="4187" y="-169"/>
                            <a:pt x="5139" y="974"/>
                          </a:cubicBezTo>
                          <a:cubicBezTo>
                            <a:pt x="6092" y="2212"/>
                            <a:pt x="5806" y="4022"/>
                            <a:pt x="4568" y="497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002" name="Graphique 5">
                  <a:extLst>
                    <a:ext uri="{FF2B5EF4-FFF2-40B4-BE49-F238E27FC236}">
                      <a16:creationId xmlns:a16="http://schemas.microsoft.com/office/drawing/2014/main" id="{B448E807-C151-4743-9ABD-7F0A7C1C14C3}"/>
                    </a:ext>
                  </a:extLst>
                </p:cNvPr>
                <p:cNvGrpSpPr/>
                <p:nvPr/>
              </p:nvGrpSpPr>
              <p:grpSpPr>
                <a:xfrm>
                  <a:off x="3694957" y="3041801"/>
                  <a:ext cx="40364" cy="92954"/>
                  <a:chOff x="3694957" y="3041801"/>
                  <a:chExt cx="40364" cy="92954"/>
                </a:xfrm>
                <a:solidFill>
                  <a:schemeClr val="accent1"/>
                </a:solidFill>
              </p:grpSpPr>
              <p:grpSp>
                <p:nvGrpSpPr>
                  <p:cNvPr id="14003" name="Graphique 5">
                    <a:extLst>
                      <a:ext uri="{FF2B5EF4-FFF2-40B4-BE49-F238E27FC236}">
                        <a16:creationId xmlns:a16="http://schemas.microsoft.com/office/drawing/2014/main" id="{DC15E8DA-C354-4A19-A399-B0AF8E487EC3}"/>
                      </a:ext>
                    </a:extLst>
                  </p:cNvPr>
                  <p:cNvGrpSpPr/>
                  <p:nvPr/>
                </p:nvGrpSpPr>
                <p:grpSpPr>
                  <a:xfrm>
                    <a:off x="3697377" y="3041801"/>
                    <a:ext cx="33256" cy="32897"/>
                    <a:chOff x="3697377" y="3041801"/>
                    <a:chExt cx="33256" cy="32897"/>
                  </a:xfrm>
                  <a:solidFill>
                    <a:schemeClr val="accent1"/>
                  </a:solidFill>
                </p:grpSpPr>
                <p:sp>
                  <p:nvSpPr>
                    <p:cNvPr id="14004" name="Forme libre : forme 14003">
                      <a:extLst>
                        <a:ext uri="{FF2B5EF4-FFF2-40B4-BE49-F238E27FC236}">
                          <a16:creationId xmlns:a16="http://schemas.microsoft.com/office/drawing/2014/main" id="{9B725918-5330-4926-AAA0-1522F582D1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7408" y="3041801"/>
                      <a:ext cx="33225" cy="32801"/>
                    </a:xfrm>
                    <a:custGeom>
                      <a:avLst/>
                      <a:gdLst>
                        <a:gd name="connsiteX0" fmla="*/ 31418 w 33225"/>
                        <a:gd name="connsiteY0" fmla="*/ 21566 h 32801"/>
                        <a:gd name="connsiteX1" fmla="*/ 8938 w 33225"/>
                        <a:gd name="connsiteY1" fmla="*/ 32043 h 32801"/>
                        <a:gd name="connsiteX2" fmla="*/ 937 w 33225"/>
                        <a:gd name="connsiteY2" fmla="*/ 24138 h 32801"/>
                        <a:gd name="connsiteX3" fmla="*/ 1604 w 33225"/>
                        <a:gd name="connsiteY3" fmla="*/ 11850 h 32801"/>
                        <a:gd name="connsiteX4" fmla="*/ 23893 w 33225"/>
                        <a:gd name="connsiteY4" fmla="*/ 706 h 32801"/>
                        <a:gd name="connsiteX5" fmla="*/ 31418 w 33225"/>
                        <a:gd name="connsiteY5" fmla="*/ 21566 h 32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225" h="32801">
                          <a:moveTo>
                            <a:pt x="31418" y="21566"/>
                          </a:moveTo>
                          <a:cubicBezTo>
                            <a:pt x="27131" y="30138"/>
                            <a:pt x="16940" y="34710"/>
                            <a:pt x="8938" y="32043"/>
                          </a:cubicBezTo>
                          <a:cubicBezTo>
                            <a:pt x="4938" y="30710"/>
                            <a:pt x="2176" y="27757"/>
                            <a:pt x="937" y="24138"/>
                          </a:cubicBezTo>
                          <a:cubicBezTo>
                            <a:pt x="-491" y="20613"/>
                            <a:pt x="-301" y="16232"/>
                            <a:pt x="1604" y="11850"/>
                          </a:cubicBezTo>
                          <a:cubicBezTo>
                            <a:pt x="5510" y="3183"/>
                            <a:pt x="15416" y="-1961"/>
                            <a:pt x="23893" y="706"/>
                          </a:cubicBezTo>
                          <a:cubicBezTo>
                            <a:pt x="32275" y="3468"/>
                            <a:pt x="35609" y="13089"/>
                            <a:pt x="31418" y="2156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05" name="Forme libre : forme 14004">
                      <a:extLst>
                        <a:ext uri="{FF2B5EF4-FFF2-40B4-BE49-F238E27FC236}">
                          <a16:creationId xmlns:a16="http://schemas.microsoft.com/office/drawing/2014/main" id="{C5B012E8-EC2D-4DA4-9034-7D23EA93A8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7377" y="3046507"/>
                      <a:ext cx="33174" cy="28190"/>
                    </a:xfrm>
                    <a:custGeom>
                      <a:avLst/>
                      <a:gdLst>
                        <a:gd name="connsiteX0" fmla="*/ 16494 w 33174"/>
                        <a:gd name="connsiteY0" fmla="*/ 12192 h 28190"/>
                        <a:gd name="connsiteX1" fmla="*/ 7160 w 33174"/>
                        <a:gd name="connsiteY1" fmla="*/ 0 h 28190"/>
                        <a:gd name="connsiteX2" fmla="*/ 1635 w 33174"/>
                        <a:gd name="connsiteY2" fmla="*/ 7239 h 28190"/>
                        <a:gd name="connsiteX3" fmla="*/ 968 w 33174"/>
                        <a:gd name="connsiteY3" fmla="*/ 19526 h 28190"/>
                        <a:gd name="connsiteX4" fmla="*/ 8969 w 33174"/>
                        <a:gd name="connsiteY4" fmla="*/ 27432 h 28190"/>
                        <a:gd name="connsiteX5" fmla="*/ 31448 w 33174"/>
                        <a:gd name="connsiteY5" fmla="*/ 16954 h 28190"/>
                        <a:gd name="connsiteX6" fmla="*/ 33163 w 33174"/>
                        <a:gd name="connsiteY6" fmla="*/ 8763 h 28190"/>
                        <a:gd name="connsiteX7" fmla="*/ 16494 w 33174"/>
                        <a:gd name="connsiteY7" fmla="*/ 12192 h 2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3174" h="28190">
                          <a:moveTo>
                            <a:pt x="16494" y="12192"/>
                          </a:moveTo>
                          <a:cubicBezTo>
                            <a:pt x="11065" y="10192"/>
                            <a:pt x="7541" y="5620"/>
                            <a:pt x="7160" y="0"/>
                          </a:cubicBezTo>
                          <a:cubicBezTo>
                            <a:pt x="4874" y="1905"/>
                            <a:pt x="2873" y="4382"/>
                            <a:pt x="1635" y="7239"/>
                          </a:cubicBezTo>
                          <a:cubicBezTo>
                            <a:pt x="-365" y="11525"/>
                            <a:pt x="-460" y="15907"/>
                            <a:pt x="968" y="19526"/>
                          </a:cubicBezTo>
                          <a:cubicBezTo>
                            <a:pt x="2207" y="23241"/>
                            <a:pt x="4969" y="26099"/>
                            <a:pt x="8969" y="27432"/>
                          </a:cubicBezTo>
                          <a:cubicBezTo>
                            <a:pt x="16971" y="30099"/>
                            <a:pt x="27162" y="25527"/>
                            <a:pt x="31448" y="16954"/>
                          </a:cubicBezTo>
                          <a:cubicBezTo>
                            <a:pt x="32782" y="14192"/>
                            <a:pt x="33258" y="11430"/>
                            <a:pt x="33163" y="8763"/>
                          </a:cubicBezTo>
                          <a:cubicBezTo>
                            <a:pt x="28305" y="12478"/>
                            <a:pt x="22019" y="14002"/>
                            <a:pt x="16494" y="1219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06" name="Forme libre : forme 14005">
                      <a:extLst>
                        <a:ext uri="{FF2B5EF4-FFF2-40B4-BE49-F238E27FC236}">
                          <a16:creationId xmlns:a16="http://schemas.microsoft.com/office/drawing/2014/main" id="{9CC9C91E-9440-46EE-8C6C-F73A04FB23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4059" y="3049679"/>
                      <a:ext cx="13813" cy="15852"/>
                    </a:xfrm>
                    <a:custGeom>
                      <a:avLst/>
                      <a:gdLst>
                        <a:gd name="connsiteX0" fmla="*/ 13814 w 13813"/>
                        <a:gd name="connsiteY0" fmla="*/ 7020 h 15852"/>
                        <a:gd name="connsiteX1" fmla="*/ 6765 w 13813"/>
                        <a:gd name="connsiteY1" fmla="*/ 15783 h 15852"/>
                        <a:gd name="connsiteX2" fmla="*/ 2 w 13813"/>
                        <a:gd name="connsiteY2" fmla="*/ 8925 h 15852"/>
                        <a:gd name="connsiteX3" fmla="*/ 6956 w 13813"/>
                        <a:gd name="connsiteY3" fmla="*/ 67 h 15852"/>
                        <a:gd name="connsiteX4" fmla="*/ 13814 w 13813"/>
                        <a:gd name="connsiteY4" fmla="*/ 7020 h 15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13" h="15852">
                          <a:moveTo>
                            <a:pt x="13814" y="7020"/>
                          </a:moveTo>
                          <a:cubicBezTo>
                            <a:pt x="13814" y="11402"/>
                            <a:pt x="10575" y="15212"/>
                            <a:pt x="6765" y="15783"/>
                          </a:cubicBezTo>
                          <a:cubicBezTo>
                            <a:pt x="2955" y="16355"/>
                            <a:pt x="-93" y="13307"/>
                            <a:pt x="2" y="8925"/>
                          </a:cubicBezTo>
                          <a:cubicBezTo>
                            <a:pt x="98" y="4639"/>
                            <a:pt x="3146" y="543"/>
                            <a:pt x="6956" y="67"/>
                          </a:cubicBezTo>
                          <a:cubicBezTo>
                            <a:pt x="10765" y="-504"/>
                            <a:pt x="13814" y="2639"/>
                            <a:pt x="13814" y="702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07" name="Forme libre : forme 14006">
                      <a:extLst>
                        <a:ext uri="{FF2B5EF4-FFF2-40B4-BE49-F238E27FC236}">
                          <a16:creationId xmlns:a16="http://schemas.microsoft.com/office/drawing/2014/main" id="{FB866AA4-01CE-4422-A519-3F2D1E6D6D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5782" y="3049077"/>
                      <a:ext cx="5416" cy="5478"/>
                    </a:xfrm>
                    <a:custGeom>
                      <a:avLst/>
                      <a:gdLst>
                        <a:gd name="connsiteX0" fmla="*/ 5137 w 5416"/>
                        <a:gd name="connsiteY0" fmla="*/ 3622 h 5478"/>
                        <a:gd name="connsiteX1" fmla="*/ 1518 w 5416"/>
                        <a:gd name="connsiteY1" fmla="*/ 5336 h 5478"/>
                        <a:gd name="connsiteX2" fmla="*/ 279 w 5416"/>
                        <a:gd name="connsiteY2" fmla="*/ 1907 h 5478"/>
                        <a:gd name="connsiteX3" fmla="*/ 3899 w 5416"/>
                        <a:gd name="connsiteY3" fmla="*/ 98 h 5478"/>
                        <a:gd name="connsiteX4" fmla="*/ 5137 w 5416"/>
                        <a:gd name="connsiteY4" fmla="*/ 3622 h 5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16" h="5478">
                          <a:moveTo>
                            <a:pt x="5137" y="3622"/>
                          </a:moveTo>
                          <a:cubicBezTo>
                            <a:pt x="4470" y="5051"/>
                            <a:pt x="2851" y="5813"/>
                            <a:pt x="1518" y="5336"/>
                          </a:cubicBezTo>
                          <a:cubicBezTo>
                            <a:pt x="184" y="4860"/>
                            <a:pt x="-387" y="3336"/>
                            <a:pt x="279" y="1907"/>
                          </a:cubicBezTo>
                          <a:cubicBezTo>
                            <a:pt x="946" y="479"/>
                            <a:pt x="2565" y="-283"/>
                            <a:pt x="3899" y="98"/>
                          </a:cubicBezTo>
                          <a:cubicBezTo>
                            <a:pt x="5232" y="574"/>
                            <a:pt x="5804" y="2193"/>
                            <a:pt x="5137" y="36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008" name="Graphique 5">
                    <a:extLst>
                      <a:ext uri="{FF2B5EF4-FFF2-40B4-BE49-F238E27FC236}">
                        <a16:creationId xmlns:a16="http://schemas.microsoft.com/office/drawing/2014/main" id="{B1E8048A-63D0-4FF2-B6EB-CF4A98F8110F}"/>
                      </a:ext>
                    </a:extLst>
                  </p:cNvPr>
                  <p:cNvGrpSpPr/>
                  <p:nvPr/>
                </p:nvGrpSpPr>
                <p:grpSpPr>
                  <a:xfrm>
                    <a:off x="3694957" y="3074211"/>
                    <a:ext cx="33332" cy="32044"/>
                    <a:chOff x="3694957" y="3074211"/>
                    <a:chExt cx="33332" cy="32044"/>
                  </a:xfrm>
                  <a:solidFill>
                    <a:schemeClr val="accent1"/>
                  </a:solidFill>
                </p:grpSpPr>
                <p:sp>
                  <p:nvSpPr>
                    <p:cNvPr id="14009" name="Forme libre : forme 14008">
                      <a:extLst>
                        <a:ext uri="{FF2B5EF4-FFF2-40B4-BE49-F238E27FC236}">
                          <a16:creationId xmlns:a16="http://schemas.microsoft.com/office/drawing/2014/main" id="{85710F46-1E52-4DEA-9454-708895830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4957" y="3074211"/>
                      <a:ext cx="33332" cy="32044"/>
                    </a:xfrm>
                    <a:custGeom>
                      <a:avLst/>
                      <a:gdLst>
                        <a:gd name="connsiteX0" fmla="*/ 31010 w 33332"/>
                        <a:gd name="connsiteY0" fmla="*/ 21351 h 32044"/>
                        <a:gd name="connsiteX1" fmla="*/ 8436 w 33332"/>
                        <a:gd name="connsiteY1" fmla="*/ 31161 h 32044"/>
                        <a:gd name="connsiteX2" fmla="*/ 2054 w 33332"/>
                        <a:gd name="connsiteY2" fmla="*/ 11349 h 32044"/>
                        <a:gd name="connsiteX3" fmla="*/ 24533 w 33332"/>
                        <a:gd name="connsiteY3" fmla="*/ 777 h 32044"/>
                        <a:gd name="connsiteX4" fmla="*/ 31010 w 33332"/>
                        <a:gd name="connsiteY4" fmla="*/ 21351 h 32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332" h="32044">
                          <a:moveTo>
                            <a:pt x="31010" y="21351"/>
                          </a:moveTo>
                          <a:cubicBezTo>
                            <a:pt x="26343" y="29733"/>
                            <a:pt x="16151" y="34019"/>
                            <a:pt x="8436" y="31161"/>
                          </a:cubicBezTo>
                          <a:cubicBezTo>
                            <a:pt x="530" y="28494"/>
                            <a:pt x="-2327" y="19922"/>
                            <a:pt x="2054" y="11349"/>
                          </a:cubicBezTo>
                          <a:cubicBezTo>
                            <a:pt x="6340" y="2872"/>
                            <a:pt x="16342" y="-1986"/>
                            <a:pt x="24533" y="777"/>
                          </a:cubicBezTo>
                          <a:cubicBezTo>
                            <a:pt x="32820" y="3539"/>
                            <a:pt x="35868" y="12873"/>
                            <a:pt x="31010" y="2135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10" name="Forme libre : forme 14009">
                      <a:extLst>
                        <a:ext uri="{FF2B5EF4-FFF2-40B4-BE49-F238E27FC236}">
                          <a16:creationId xmlns:a16="http://schemas.microsoft.com/office/drawing/2014/main" id="{25DED73E-378F-40E6-94E3-916E854AD1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4957" y="3078607"/>
                      <a:ext cx="33201" cy="27601"/>
                    </a:xfrm>
                    <a:custGeom>
                      <a:avLst/>
                      <a:gdLst>
                        <a:gd name="connsiteX0" fmla="*/ 16532 w 33201"/>
                        <a:gd name="connsiteY0" fmla="*/ 12097 h 27601"/>
                        <a:gd name="connsiteX1" fmla="*/ 7865 w 33201"/>
                        <a:gd name="connsiteY1" fmla="*/ 0 h 27601"/>
                        <a:gd name="connsiteX2" fmla="*/ 2054 w 33201"/>
                        <a:gd name="connsiteY2" fmla="*/ 6953 h 27601"/>
                        <a:gd name="connsiteX3" fmla="*/ 8436 w 33201"/>
                        <a:gd name="connsiteY3" fmla="*/ 26765 h 27601"/>
                        <a:gd name="connsiteX4" fmla="*/ 31010 w 33201"/>
                        <a:gd name="connsiteY4" fmla="*/ 16954 h 27601"/>
                        <a:gd name="connsiteX5" fmla="*/ 33201 w 33201"/>
                        <a:gd name="connsiteY5" fmla="*/ 8858 h 27601"/>
                        <a:gd name="connsiteX6" fmla="*/ 16532 w 33201"/>
                        <a:gd name="connsiteY6" fmla="*/ 12097 h 27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01" h="27601">
                          <a:moveTo>
                            <a:pt x="16532" y="12097"/>
                          </a:moveTo>
                          <a:cubicBezTo>
                            <a:pt x="11008" y="10287"/>
                            <a:pt x="7960" y="5525"/>
                            <a:pt x="7865" y="0"/>
                          </a:cubicBezTo>
                          <a:cubicBezTo>
                            <a:pt x="5483" y="1905"/>
                            <a:pt x="3483" y="4191"/>
                            <a:pt x="2054" y="6953"/>
                          </a:cubicBezTo>
                          <a:cubicBezTo>
                            <a:pt x="-2327" y="15430"/>
                            <a:pt x="530" y="24098"/>
                            <a:pt x="8436" y="26765"/>
                          </a:cubicBezTo>
                          <a:cubicBezTo>
                            <a:pt x="16151" y="29527"/>
                            <a:pt x="26343" y="25241"/>
                            <a:pt x="31010" y="16954"/>
                          </a:cubicBezTo>
                          <a:cubicBezTo>
                            <a:pt x="32534" y="14288"/>
                            <a:pt x="33106" y="11525"/>
                            <a:pt x="33201" y="8858"/>
                          </a:cubicBezTo>
                          <a:cubicBezTo>
                            <a:pt x="28248" y="12573"/>
                            <a:pt x="22057" y="13906"/>
                            <a:pt x="16532" y="12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11" name="Forme libre : forme 14010">
                      <a:extLst>
                        <a:ext uri="{FF2B5EF4-FFF2-40B4-BE49-F238E27FC236}">
                          <a16:creationId xmlns:a16="http://schemas.microsoft.com/office/drawing/2014/main" id="{C7BFD385-30FB-400E-A621-C5C860D9B0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1583" y="3082002"/>
                      <a:ext cx="13939" cy="15402"/>
                    </a:xfrm>
                    <a:custGeom>
                      <a:avLst/>
                      <a:gdLst>
                        <a:gd name="connsiteX0" fmla="*/ 13909 w 13939"/>
                        <a:gd name="connsiteY0" fmla="*/ 6892 h 15402"/>
                        <a:gd name="connsiteX1" fmla="*/ 6479 w 13939"/>
                        <a:gd name="connsiteY1" fmla="*/ 15369 h 15402"/>
                        <a:gd name="connsiteX2" fmla="*/ 2 w 13939"/>
                        <a:gd name="connsiteY2" fmla="*/ 8606 h 15402"/>
                        <a:gd name="connsiteX3" fmla="*/ 7241 w 13939"/>
                        <a:gd name="connsiteY3" fmla="*/ 34 h 15402"/>
                        <a:gd name="connsiteX4" fmla="*/ 13909 w 13939"/>
                        <a:gd name="connsiteY4" fmla="*/ 6892 h 154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39" h="15402">
                          <a:moveTo>
                            <a:pt x="13909" y="6892"/>
                          </a:moveTo>
                          <a:cubicBezTo>
                            <a:pt x="13623" y="11178"/>
                            <a:pt x="10289" y="14988"/>
                            <a:pt x="6479" y="15369"/>
                          </a:cubicBezTo>
                          <a:cubicBezTo>
                            <a:pt x="2765" y="15750"/>
                            <a:pt x="-93" y="12797"/>
                            <a:pt x="2" y="8606"/>
                          </a:cubicBezTo>
                          <a:cubicBezTo>
                            <a:pt x="193" y="4415"/>
                            <a:pt x="3431" y="605"/>
                            <a:pt x="7241" y="34"/>
                          </a:cubicBezTo>
                          <a:cubicBezTo>
                            <a:pt x="11051" y="-347"/>
                            <a:pt x="14290" y="2510"/>
                            <a:pt x="13909" y="689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12" name="Forme libre : forme 14011">
                      <a:extLst>
                        <a:ext uri="{FF2B5EF4-FFF2-40B4-BE49-F238E27FC236}">
                          <a16:creationId xmlns:a16="http://schemas.microsoft.com/office/drawing/2014/main" id="{28049F8D-39B0-4312-BFA2-CA7F665CA6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3572" y="3081513"/>
                      <a:ext cx="5456" cy="5288"/>
                    </a:xfrm>
                    <a:custGeom>
                      <a:avLst/>
                      <a:gdLst>
                        <a:gd name="connsiteX0" fmla="*/ 5157 w 5456"/>
                        <a:gd name="connsiteY0" fmla="*/ 3476 h 5288"/>
                        <a:gd name="connsiteX1" fmla="*/ 1442 w 5456"/>
                        <a:gd name="connsiteY1" fmla="*/ 5190 h 5288"/>
                        <a:gd name="connsiteX2" fmla="*/ 299 w 5456"/>
                        <a:gd name="connsiteY2" fmla="*/ 1856 h 5288"/>
                        <a:gd name="connsiteX3" fmla="*/ 4014 w 5456"/>
                        <a:gd name="connsiteY3" fmla="*/ 142 h 5288"/>
                        <a:gd name="connsiteX4" fmla="*/ 5157 w 5456"/>
                        <a:gd name="connsiteY4" fmla="*/ 3476 h 5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56" h="5288">
                          <a:moveTo>
                            <a:pt x="5157" y="3476"/>
                          </a:moveTo>
                          <a:cubicBezTo>
                            <a:pt x="4395" y="4809"/>
                            <a:pt x="2776" y="5571"/>
                            <a:pt x="1442" y="5190"/>
                          </a:cubicBezTo>
                          <a:cubicBezTo>
                            <a:pt x="109" y="4714"/>
                            <a:pt x="-368" y="3285"/>
                            <a:pt x="299" y="1856"/>
                          </a:cubicBezTo>
                          <a:cubicBezTo>
                            <a:pt x="1061" y="427"/>
                            <a:pt x="2680" y="-335"/>
                            <a:pt x="4014" y="142"/>
                          </a:cubicBezTo>
                          <a:cubicBezTo>
                            <a:pt x="5347" y="618"/>
                            <a:pt x="5824" y="2047"/>
                            <a:pt x="5157" y="34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013" name="Graphique 5">
                    <a:extLst>
                      <a:ext uri="{FF2B5EF4-FFF2-40B4-BE49-F238E27FC236}">
                        <a16:creationId xmlns:a16="http://schemas.microsoft.com/office/drawing/2014/main" id="{D0A0A4A5-DC5F-430E-B0C8-09A1DC249A6C}"/>
                      </a:ext>
                    </a:extLst>
                  </p:cNvPr>
                  <p:cNvGrpSpPr/>
                  <p:nvPr/>
                </p:nvGrpSpPr>
                <p:grpSpPr>
                  <a:xfrm>
                    <a:off x="3701870" y="3103365"/>
                    <a:ext cx="33451" cy="31390"/>
                    <a:chOff x="3701870" y="3103365"/>
                    <a:chExt cx="33451" cy="31390"/>
                  </a:xfrm>
                  <a:solidFill>
                    <a:schemeClr val="accent1"/>
                  </a:solidFill>
                </p:grpSpPr>
                <p:sp>
                  <p:nvSpPr>
                    <p:cNvPr id="14014" name="Forme libre : forme 14013">
                      <a:extLst>
                        <a:ext uri="{FF2B5EF4-FFF2-40B4-BE49-F238E27FC236}">
                          <a16:creationId xmlns:a16="http://schemas.microsoft.com/office/drawing/2014/main" id="{01D5BF08-3421-4D4B-8D56-39D180A37F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2008" y="3103365"/>
                      <a:ext cx="33314" cy="31390"/>
                    </a:xfrm>
                    <a:custGeom>
                      <a:avLst/>
                      <a:gdLst>
                        <a:gd name="connsiteX0" fmla="*/ 30723 w 33314"/>
                        <a:gd name="connsiteY0" fmla="*/ 21343 h 31390"/>
                        <a:gd name="connsiteX1" fmla="*/ 7768 w 33314"/>
                        <a:gd name="connsiteY1" fmla="*/ 30487 h 31390"/>
                        <a:gd name="connsiteX2" fmla="*/ 2434 w 33314"/>
                        <a:gd name="connsiteY2" fmla="*/ 10675 h 31390"/>
                        <a:gd name="connsiteX3" fmla="*/ 25198 w 33314"/>
                        <a:gd name="connsiteY3" fmla="*/ 959 h 31390"/>
                        <a:gd name="connsiteX4" fmla="*/ 30723 w 33314"/>
                        <a:gd name="connsiteY4" fmla="*/ 21343 h 31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314" h="31390">
                          <a:moveTo>
                            <a:pt x="30723" y="21343"/>
                          </a:moveTo>
                          <a:cubicBezTo>
                            <a:pt x="25579" y="29534"/>
                            <a:pt x="15483" y="33249"/>
                            <a:pt x="7768" y="30487"/>
                          </a:cubicBezTo>
                          <a:cubicBezTo>
                            <a:pt x="-43" y="27725"/>
                            <a:pt x="-2234" y="18962"/>
                            <a:pt x="2434" y="10675"/>
                          </a:cubicBezTo>
                          <a:cubicBezTo>
                            <a:pt x="7196" y="2388"/>
                            <a:pt x="17197" y="-2089"/>
                            <a:pt x="25198" y="959"/>
                          </a:cubicBezTo>
                          <a:cubicBezTo>
                            <a:pt x="33009" y="4007"/>
                            <a:pt x="35866" y="13151"/>
                            <a:pt x="30723" y="2134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15" name="Forme libre : forme 14014">
                      <a:extLst>
                        <a:ext uri="{FF2B5EF4-FFF2-40B4-BE49-F238E27FC236}">
                          <a16:creationId xmlns:a16="http://schemas.microsoft.com/office/drawing/2014/main" id="{AAB979BD-C47E-49AA-856C-F53DDE4D6D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1870" y="3107277"/>
                      <a:ext cx="33241" cy="27478"/>
                    </a:xfrm>
                    <a:custGeom>
                      <a:avLst/>
                      <a:gdLst>
                        <a:gd name="connsiteX0" fmla="*/ 16573 w 33241"/>
                        <a:gd name="connsiteY0" fmla="*/ 12287 h 27478"/>
                        <a:gd name="connsiteX1" fmla="*/ 8667 w 33241"/>
                        <a:gd name="connsiteY1" fmla="*/ 0 h 27478"/>
                        <a:gd name="connsiteX2" fmla="*/ 2476 w 33241"/>
                        <a:gd name="connsiteY2" fmla="*/ 6763 h 27478"/>
                        <a:gd name="connsiteX3" fmla="*/ 7810 w 33241"/>
                        <a:gd name="connsiteY3" fmla="*/ 26575 h 27478"/>
                        <a:gd name="connsiteX4" fmla="*/ 30765 w 33241"/>
                        <a:gd name="connsiteY4" fmla="*/ 17431 h 27478"/>
                        <a:gd name="connsiteX5" fmla="*/ 33242 w 33241"/>
                        <a:gd name="connsiteY5" fmla="*/ 9525 h 27478"/>
                        <a:gd name="connsiteX6" fmla="*/ 16573 w 33241"/>
                        <a:gd name="connsiteY6" fmla="*/ 12287 h 27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41" h="27478">
                          <a:moveTo>
                            <a:pt x="16573" y="12287"/>
                          </a:moveTo>
                          <a:cubicBezTo>
                            <a:pt x="11239" y="10287"/>
                            <a:pt x="8476" y="5525"/>
                            <a:pt x="8667" y="0"/>
                          </a:cubicBezTo>
                          <a:cubicBezTo>
                            <a:pt x="6191" y="1810"/>
                            <a:pt x="4095" y="4000"/>
                            <a:pt x="2476" y="6763"/>
                          </a:cubicBezTo>
                          <a:cubicBezTo>
                            <a:pt x="-2287" y="15050"/>
                            <a:pt x="-1" y="23813"/>
                            <a:pt x="7810" y="26575"/>
                          </a:cubicBezTo>
                          <a:cubicBezTo>
                            <a:pt x="15525" y="29337"/>
                            <a:pt x="25717" y="25622"/>
                            <a:pt x="30765" y="17431"/>
                          </a:cubicBezTo>
                          <a:cubicBezTo>
                            <a:pt x="32384" y="14859"/>
                            <a:pt x="33242" y="12097"/>
                            <a:pt x="33242" y="9525"/>
                          </a:cubicBezTo>
                          <a:cubicBezTo>
                            <a:pt x="28288" y="12954"/>
                            <a:pt x="21811" y="14192"/>
                            <a:pt x="16573" y="122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16" name="Forme libre : forme 14015">
                      <a:extLst>
                        <a:ext uri="{FF2B5EF4-FFF2-40B4-BE49-F238E27FC236}">
                          <a16:creationId xmlns:a16="http://schemas.microsoft.com/office/drawing/2014/main" id="{2C9D6FE9-861C-4981-8464-2511F6D370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8503" y="3111246"/>
                      <a:ext cx="13976" cy="15018"/>
                    </a:xfrm>
                    <a:custGeom>
                      <a:avLst/>
                      <a:gdLst>
                        <a:gd name="connsiteX0" fmla="*/ 13942 w 13976"/>
                        <a:gd name="connsiteY0" fmla="*/ 6889 h 15018"/>
                        <a:gd name="connsiteX1" fmla="*/ 6227 w 13976"/>
                        <a:gd name="connsiteY1" fmla="*/ 14986 h 15018"/>
                        <a:gd name="connsiteX2" fmla="*/ 35 w 13976"/>
                        <a:gd name="connsiteY2" fmla="*/ 8223 h 15018"/>
                        <a:gd name="connsiteX3" fmla="*/ 7655 w 13976"/>
                        <a:gd name="connsiteY3" fmla="*/ 31 h 15018"/>
                        <a:gd name="connsiteX4" fmla="*/ 13942 w 13976"/>
                        <a:gd name="connsiteY4" fmla="*/ 6889 h 15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76" h="15018">
                          <a:moveTo>
                            <a:pt x="13942" y="6889"/>
                          </a:moveTo>
                          <a:cubicBezTo>
                            <a:pt x="13561" y="10985"/>
                            <a:pt x="10037" y="14700"/>
                            <a:pt x="6227" y="14986"/>
                          </a:cubicBezTo>
                          <a:cubicBezTo>
                            <a:pt x="2416" y="15367"/>
                            <a:pt x="-346" y="12414"/>
                            <a:pt x="35" y="8223"/>
                          </a:cubicBezTo>
                          <a:cubicBezTo>
                            <a:pt x="416" y="4127"/>
                            <a:pt x="3845" y="412"/>
                            <a:pt x="7655" y="31"/>
                          </a:cubicBezTo>
                          <a:cubicBezTo>
                            <a:pt x="11561" y="-350"/>
                            <a:pt x="14323" y="2794"/>
                            <a:pt x="13942" y="688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17" name="Forme libre : forme 14016">
                      <a:extLst>
                        <a:ext uri="{FF2B5EF4-FFF2-40B4-BE49-F238E27FC236}">
                          <a16:creationId xmlns:a16="http://schemas.microsoft.com/office/drawing/2014/main" id="{A2006E6D-6F6C-494E-974B-7C42F6614C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0722" y="3110609"/>
                      <a:ext cx="5539" cy="5203"/>
                    </a:xfrm>
                    <a:custGeom>
                      <a:avLst/>
                      <a:gdLst>
                        <a:gd name="connsiteX0" fmla="*/ 5151 w 5539"/>
                        <a:gd name="connsiteY0" fmla="*/ 3526 h 5203"/>
                        <a:gd name="connsiteX1" fmla="*/ 1341 w 5539"/>
                        <a:gd name="connsiteY1" fmla="*/ 5050 h 5203"/>
                        <a:gd name="connsiteX2" fmla="*/ 388 w 5539"/>
                        <a:gd name="connsiteY2" fmla="*/ 1716 h 5203"/>
                        <a:gd name="connsiteX3" fmla="*/ 4198 w 5539"/>
                        <a:gd name="connsiteY3" fmla="*/ 192 h 5203"/>
                        <a:gd name="connsiteX4" fmla="*/ 5151 w 5539"/>
                        <a:gd name="connsiteY4" fmla="*/ 3526 h 5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9" h="5203">
                          <a:moveTo>
                            <a:pt x="5151" y="3526"/>
                          </a:moveTo>
                          <a:cubicBezTo>
                            <a:pt x="4389" y="4859"/>
                            <a:pt x="2674" y="5526"/>
                            <a:pt x="1341" y="5050"/>
                          </a:cubicBezTo>
                          <a:cubicBezTo>
                            <a:pt x="7" y="4574"/>
                            <a:pt x="-374" y="3049"/>
                            <a:pt x="388" y="1716"/>
                          </a:cubicBezTo>
                          <a:cubicBezTo>
                            <a:pt x="1150" y="383"/>
                            <a:pt x="2865" y="-380"/>
                            <a:pt x="4198" y="192"/>
                          </a:cubicBezTo>
                          <a:cubicBezTo>
                            <a:pt x="5532" y="668"/>
                            <a:pt x="5913" y="2097"/>
                            <a:pt x="5151" y="35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018" name="Graphique 5">
                  <a:extLst>
                    <a:ext uri="{FF2B5EF4-FFF2-40B4-BE49-F238E27FC236}">
                      <a16:creationId xmlns:a16="http://schemas.microsoft.com/office/drawing/2014/main" id="{12AB508D-34EA-4A02-A8F8-83E36D92DCFE}"/>
                    </a:ext>
                  </a:extLst>
                </p:cNvPr>
                <p:cNvGrpSpPr/>
                <p:nvPr/>
              </p:nvGrpSpPr>
              <p:grpSpPr>
                <a:xfrm>
                  <a:off x="3635149" y="3166766"/>
                  <a:ext cx="96683" cy="42308"/>
                  <a:chOff x="3635149" y="3166766"/>
                  <a:chExt cx="96683" cy="42308"/>
                </a:xfrm>
                <a:solidFill>
                  <a:schemeClr val="accent1"/>
                </a:solidFill>
              </p:grpSpPr>
              <p:grpSp>
                <p:nvGrpSpPr>
                  <p:cNvPr id="14019" name="Graphique 5">
                    <a:extLst>
                      <a:ext uri="{FF2B5EF4-FFF2-40B4-BE49-F238E27FC236}">
                        <a16:creationId xmlns:a16="http://schemas.microsoft.com/office/drawing/2014/main" id="{4D08CC39-88F5-48CB-88F2-2231134F4B47}"/>
                      </a:ext>
                    </a:extLst>
                  </p:cNvPr>
                  <p:cNvGrpSpPr/>
                  <p:nvPr/>
                </p:nvGrpSpPr>
                <p:grpSpPr>
                  <a:xfrm>
                    <a:off x="3635149" y="3180244"/>
                    <a:ext cx="32185" cy="28829"/>
                    <a:chOff x="3635149" y="3180244"/>
                    <a:chExt cx="32185" cy="28829"/>
                  </a:xfrm>
                  <a:solidFill>
                    <a:schemeClr val="accent1"/>
                  </a:solidFill>
                </p:grpSpPr>
                <p:sp>
                  <p:nvSpPr>
                    <p:cNvPr id="14020" name="Forme libre : forme 14019">
                      <a:extLst>
                        <a:ext uri="{FF2B5EF4-FFF2-40B4-BE49-F238E27FC236}">
                          <a16:creationId xmlns:a16="http://schemas.microsoft.com/office/drawing/2014/main" id="{1B708E52-D878-4361-BE80-51E4E5736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5149" y="3180244"/>
                      <a:ext cx="32156" cy="28829"/>
                    </a:xfrm>
                    <a:custGeom>
                      <a:avLst/>
                      <a:gdLst>
                        <a:gd name="connsiteX0" fmla="*/ 25763 w 32156"/>
                        <a:gd name="connsiteY0" fmla="*/ 756 h 28829"/>
                        <a:gd name="connsiteX1" fmla="*/ 28811 w 32156"/>
                        <a:gd name="connsiteY1" fmla="*/ 19044 h 28829"/>
                        <a:gd name="connsiteX2" fmla="*/ 6046 w 32156"/>
                        <a:gd name="connsiteY2" fmla="*/ 28188 h 28829"/>
                        <a:gd name="connsiteX3" fmla="*/ 3379 w 32156"/>
                        <a:gd name="connsiteY3" fmla="*/ 10376 h 28829"/>
                        <a:gd name="connsiteX4" fmla="*/ 25763 w 32156"/>
                        <a:gd name="connsiteY4" fmla="*/ 756 h 28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156" h="28829">
                          <a:moveTo>
                            <a:pt x="25763" y="756"/>
                          </a:moveTo>
                          <a:cubicBezTo>
                            <a:pt x="32811" y="3328"/>
                            <a:pt x="34335" y="11615"/>
                            <a:pt x="28811" y="19044"/>
                          </a:cubicBezTo>
                          <a:cubicBezTo>
                            <a:pt x="23286" y="26474"/>
                            <a:pt x="13000" y="30474"/>
                            <a:pt x="6046" y="28188"/>
                          </a:cubicBezTo>
                          <a:cubicBezTo>
                            <a:pt x="-907" y="25902"/>
                            <a:pt x="-1955" y="18092"/>
                            <a:pt x="3379" y="10376"/>
                          </a:cubicBezTo>
                          <a:cubicBezTo>
                            <a:pt x="8523" y="2756"/>
                            <a:pt x="18715" y="-1911"/>
                            <a:pt x="25763" y="75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21" name="Forme libre : forme 14020">
                      <a:extLst>
                        <a:ext uri="{FF2B5EF4-FFF2-40B4-BE49-F238E27FC236}">
                          <a16:creationId xmlns:a16="http://schemas.microsoft.com/office/drawing/2014/main" id="{144807A2-D9B0-4EBD-A976-0636C249C4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6338" y="3180328"/>
                      <a:ext cx="30996" cy="28745"/>
                    </a:xfrm>
                    <a:custGeom>
                      <a:avLst/>
                      <a:gdLst>
                        <a:gd name="connsiteX0" fmla="*/ 15145 w 30996"/>
                        <a:gd name="connsiteY0" fmla="*/ 14483 h 28745"/>
                        <a:gd name="connsiteX1" fmla="*/ 0 w 30996"/>
                        <a:gd name="connsiteY1" fmla="*/ 24199 h 28745"/>
                        <a:gd name="connsiteX2" fmla="*/ 4858 w 30996"/>
                        <a:gd name="connsiteY2" fmla="*/ 28104 h 28745"/>
                        <a:gd name="connsiteX3" fmla="*/ 27622 w 30996"/>
                        <a:gd name="connsiteY3" fmla="*/ 18960 h 28745"/>
                        <a:gd name="connsiteX4" fmla="*/ 24574 w 30996"/>
                        <a:gd name="connsiteY4" fmla="*/ 672 h 28745"/>
                        <a:gd name="connsiteX5" fmla="*/ 17145 w 30996"/>
                        <a:gd name="connsiteY5" fmla="*/ 291 h 28745"/>
                        <a:gd name="connsiteX6" fmla="*/ 15145 w 30996"/>
                        <a:gd name="connsiteY6" fmla="*/ 14483 h 28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996" h="28745">
                          <a:moveTo>
                            <a:pt x="15145" y="14483"/>
                          </a:moveTo>
                          <a:cubicBezTo>
                            <a:pt x="11430" y="19627"/>
                            <a:pt x="5524" y="23151"/>
                            <a:pt x="0" y="24199"/>
                          </a:cubicBezTo>
                          <a:cubicBezTo>
                            <a:pt x="952" y="25913"/>
                            <a:pt x="2572" y="27342"/>
                            <a:pt x="4858" y="28104"/>
                          </a:cubicBezTo>
                          <a:cubicBezTo>
                            <a:pt x="11811" y="30390"/>
                            <a:pt x="22098" y="26390"/>
                            <a:pt x="27622" y="18960"/>
                          </a:cubicBezTo>
                          <a:cubicBezTo>
                            <a:pt x="33147" y="11531"/>
                            <a:pt x="31718" y="3244"/>
                            <a:pt x="24574" y="672"/>
                          </a:cubicBezTo>
                          <a:cubicBezTo>
                            <a:pt x="22288" y="-90"/>
                            <a:pt x="19812" y="-185"/>
                            <a:pt x="17145" y="291"/>
                          </a:cubicBezTo>
                          <a:cubicBezTo>
                            <a:pt x="19336" y="4006"/>
                            <a:pt x="18764" y="9435"/>
                            <a:pt x="15145" y="144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22" name="Forme libre : forme 14021">
                      <a:extLst>
                        <a:ext uri="{FF2B5EF4-FFF2-40B4-BE49-F238E27FC236}">
                          <a16:creationId xmlns:a16="http://schemas.microsoft.com/office/drawing/2014/main" id="{74C47532-9E17-4EE5-BDE2-1A032200D3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5069" y="3182723"/>
                      <a:ext cx="15370" cy="12087"/>
                    </a:xfrm>
                    <a:custGeom>
                      <a:avLst/>
                      <a:gdLst>
                        <a:gd name="connsiteX0" fmla="*/ 8985 w 15370"/>
                        <a:gd name="connsiteY0" fmla="*/ 88 h 12087"/>
                        <a:gd name="connsiteX1" fmla="*/ 15271 w 15370"/>
                        <a:gd name="connsiteY1" fmla="*/ 5041 h 12087"/>
                        <a:gd name="connsiteX2" fmla="*/ 6318 w 15370"/>
                        <a:gd name="connsiteY2" fmla="*/ 11994 h 12087"/>
                        <a:gd name="connsiteX3" fmla="*/ 126 w 15370"/>
                        <a:gd name="connsiteY3" fmla="*/ 7136 h 12087"/>
                        <a:gd name="connsiteX4" fmla="*/ 8985 w 15370"/>
                        <a:gd name="connsiteY4" fmla="*/ 88 h 12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70" h="12087">
                          <a:moveTo>
                            <a:pt x="8985" y="88"/>
                          </a:moveTo>
                          <a:cubicBezTo>
                            <a:pt x="13176" y="-484"/>
                            <a:pt x="15938" y="1802"/>
                            <a:pt x="15271" y="5041"/>
                          </a:cubicBezTo>
                          <a:cubicBezTo>
                            <a:pt x="14509" y="8374"/>
                            <a:pt x="10509" y="11422"/>
                            <a:pt x="6318" y="11994"/>
                          </a:cubicBezTo>
                          <a:cubicBezTo>
                            <a:pt x="2127" y="12565"/>
                            <a:pt x="-636" y="10470"/>
                            <a:pt x="126" y="7136"/>
                          </a:cubicBezTo>
                          <a:cubicBezTo>
                            <a:pt x="888" y="3898"/>
                            <a:pt x="4889" y="659"/>
                            <a:pt x="8985" y="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23" name="Forme libre : forme 14022">
                      <a:extLst>
                        <a:ext uri="{FF2B5EF4-FFF2-40B4-BE49-F238E27FC236}">
                          <a16:creationId xmlns:a16="http://schemas.microsoft.com/office/drawing/2014/main" id="{DF3F01F4-1744-4802-A6A4-88D2385F51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3806" y="3189371"/>
                      <a:ext cx="5256" cy="4690"/>
                    </a:xfrm>
                    <a:custGeom>
                      <a:avLst/>
                      <a:gdLst>
                        <a:gd name="connsiteX0" fmla="*/ 4247 w 5256"/>
                        <a:gd name="connsiteY0" fmla="*/ 107 h 4690"/>
                        <a:gd name="connsiteX1" fmla="*/ 4724 w 5256"/>
                        <a:gd name="connsiteY1" fmla="*/ 3060 h 4690"/>
                        <a:gd name="connsiteX2" fmla="*/ 1009 w 5256"/>
                        <a:gd name="connsiteY2" fmla="*/ 4584 h 4690"/>
                        <a:gd name="connsiteX3" fmla="*/ 533 w 5256"/>
                        <a:gd name="connsiteY3" fmla="*/ 1631 h 4690"/>
                        <a:gd name="connsiteX4" fmla="*/ 4247 w 5256"/>
                        <a:gd name="connsiteY4" fmla="*/ 107 h 4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56" h="4690">
                          <a:moveTo>
                            <a:pt x="4247" y="107"/>
                          </a:moveTo>
                          <a:cubicBezTo>
                            <a:pt x="5390" y="488"/>
                            <a:pt x="5581" y="1821"/>
                            <a:pt x="4724" y="3060"/>
                          </a:cubicBezTo>
                          <a:cubicBezTo>
                            <a:pt x="3867" y="4298"/>
                            <a:pt x="2152" y="4965"/>
                            <a:pt x="1009" y="4584"/>
                          </a:cubicBezTo>
                          <a:cubicBezTo>
                            <a:pt x="-134" y="4203"/>
                            <a:pt x="-324" y="2869"/>
                            <a:pt x="533" y="1631"/>
                          </a:cubicBezTo>
                          <a:cubicBezTo>
                            <a:pt x="1390" y="393"/>
                            <a:pt x="3104" y="-274"/>
                            <a:pt x="4247" y="10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024" name="Graphique 5">
                    <a:extLst>
                      <a:ext uri="{FF2B5EF4-FFF2-40B4-BE49-F238E27FC236}">
                        <a16:creationId xmlns:a16="http://schemas.microsoft.com/office/drawing/2014/main" id="{ED790D2C-B025-4F16-94D9-6CE684E52DE9}"/>
                      </a:ext>
                    </a:extLst>
                  </p:cNvPr>
                  <p:cNvGrpSpPr/>
                  <p:nvPr/>
                </p:nvGrpSpPr>
                <p:grpSpPr>
                  <a:xfrm>
                    <a:off x="3666278" y="3177717"/>
                    <a:ext cx="32777" cy="29081"/>
                    <a:chOff x="3666278" y="3177717"/>
                    <a:chExt cx="32777" cy="29081"/>
                  </a:xfrm>
                  <a:solidFill>
                    <a:schemeClr val="accent1"/>
                  </a:solidFill>
                </p:grpSpPr>
                <p:sp>
                  <p:nvSpPr>
                    <p:cNvPr id="14025" name="Forme libre : forme 14024">
                      <a:extLst>
                        <a:ext uri="{FF2B5EF4-FFF2-40B4-BE49-F238E27FC236}">
                          <a16:creationId xmlns:a16="http://schemas.microsoft.com/office/drawing/2014/main" id="{85556452-0F32-4FF0-9C75-81BF2F9524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6278" y="3177717"/>
                      <a:ext cx="32777" cy="29081"/>
                    </a:xfrm>
                    <a:custGeom>
                      <a:avLst/>
                      <a:gdLst>
                        <a:gd name="connsiteX0" fmla="*/ 26257 w 32777"/>
                        <a:gd name="connsiteY0" fmla="*/ 903 h 29081"/>
                        <a:gd name="connsiteX1" fmla="*/ 29210 w 32777"/>
                        <a:gd name="connsiteY1" fmla="*/ 19953 h 29081"/>
                        <a:gd name="connsiteX2" fmla="*/ 6160 w 32777"/>
                        <a:gd name="connsiteY2" fmla="*/ 28144 h 29081"/>
                        <a:gd name="connsiteX3" fmla="*/ 3302 w 32777"/>
                        <a:gd name="connsiteY3" fmla="*/ 9761 h 29081"/>
                        <a:gd name="connsiteX4" fmla="*/ 26257 w 32777"/>
                        <a:gd name="connsiteY4" fmla="*/ 903 h 290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777" h="29081">
                          <a:moveTo>
                            <a:pt x="26257" y="903"/>
                          </a:moveTo>
                          <a:cubicBezTo>
                            <a:pt x="33782" y="3665"/>
                            <a:pt x="34830" y="12523"/>
                            <a:pt x="29210" y="19953"/>
                          </a:cubicBezTo>
                          <a:cubicBezTo>
                            <a:pt x="23495" y="27382"/>
                            <a:pt x="13018" y="30906"/>
                            <a:pt x="6160" y="28144"/>
                          </a:cubicBezTo>
                          <a:cubicBezTo>
                            <a:pt x="-508" y="25191"/>
                            <a:pt x="-2222" y="17476"/>
                            <a:pt x="3302" y="9761"/>
                          </a:cubicBezTo>
                          <a:cubicBezTo>
                            <a:pt x="8636" y="2236"/>
                            <a:pt x="18828" y="-1955"/>
                            <a:pt x="26257" y="90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26" name="Forme libre : forme 14025">
                      <a:extLst>
                        <a:ext uri="{FF2B5EF4-FFF2-40B4-BE49-F238E27FC236}">
                          <a16:creationId xmlns:a16="http://schemas.microsoft.com/office/drawing/2014/main" id="{815265EB-07FC-4459-9731-2D83CC7045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7484" y="3177765"/>
                      <a:ext cx="31544" cy="29032"/>
                    </a:xfrm>
                    <a:custGeom>
                      <a:avLst/>
                      <a:gdLst>
                        <a:gd name="connsiteX0" fmla="*/ 15526 w 31544"/>
                        <a:gd name="connsiteY0" fmla="*/ 14570 h 29032"/>
                        <a:gd name="connsiteX1" fmla="*/ 0 w 31544"/>
                        <a:gd name="connsiteY1" fmla="*/ 23809 h 29032"/>
                        <a:gd name="connsiteX2" fmla="*/ 4858 w 31544"/>
                        <a:gd name="connsiteY2" fmla="*/ 28095 h 29032"/>
                        <a:gd name="connsiteX3" fmla="*/ 27908 w 31544"/>
                        <a:gd name="connsiteY3" fmla="*/ 19904 h 29032"/>
                        <a:gd name="connsiteX4" fmla="*/ 24955 w 31544"/>
                        <a:gd name="connsiteY4" fmla="*/ 854 h 29032"/>
                        <a:gd name="connsiteX5" fmla="*/ 17336 w 31544"/>
                        <a:gd name="connsiteY5" fmla="*/ 187 h 29032"/>
                        <a:gd name="connsiteX6" fmla="*/ 15526 w 31544"/>
                        <a:gd name="connsiteY6" fmla="*/ 14570 h 290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544" h="29032">
                          <a:moveTo>
                            <a:pt x="15526" y="14570"/>
                          </a:moveTo>
                          <a:cubicBezTo>
                            <a:pt x="11716" y="19713"/>
                            <a:pt x="5715" y="22952"/>
                            <a:pt x="0" y="23809"/>
                          </a:cubicBezTo>
                          <a:cubicBezTo>
                            <a:pt x="1143" y="25619"/>
                            <a:pt x="2572" y="27238"/>
                            <a:pt x="4858" y="28095"/>
                          </a:cubicBezTo>
                          <a:cubicBezTo>
                            <a:pt x="11716" y="30858"/>
                            <a:pt x="22193" y="27333"/>
                            <a:pt x="27908" y="19904"/>
                          </a:cubicBezTo>
                          <a:cubicBezTo>
                            <a:pt x="33623" y="12474"/>
                            <a:pt x="32576" y="3616"/>
                            <a:pt x="24955" y="854"/>
                          </a:cubicBezTo>
                          <a:cubicBezTo>
                            <a:pt x="22574" y="-3"/>
                            <a:pt x="20003" y="-194"/>
                            <a:pt x="17336" y="187"/>
                          </a:cubicBezTo>
                          <a:cubicBezTo>
                            <a:pt x="19621" y="4092"/>
                            <a:pt x="19240" y="9522"/>
                            <a:pt x="15526" y="1457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27" name="Forme libre : forme 14026">
                      <a:extLst>
                        <a:ext uri="{FF2B5EF4-FFF2-40B4-BE49-F238E27FC236}">
                          <a16:creationId xmlns:a16="http://schemas.microsoft.com/office/drawing/2014/main" id="{35263802-531E-4AE0-8481-55531FEC73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6413" y="3180180"/>
                      <a:ext cx="15739" cy="12198"/>
                    </a:xfrm>
                    <a:custGeom>
                      <a:avLst/>
                      <a:gdLst>
                        <a:gd name="connsiteX0" fmla="*/ 9073 w 15739"/>
                        <a:gd name="connsiteY0" fmla="*/ 59 h 12198"/>
                        <a:gd name="connsiteX1" fmla="*/ 15645 w 15739"/>
                        <a:gd name="connsiteY1" fmla="*/ 5393 h 12198"/>
                        <a:gd name="connsiteX2" fmla="*/ 6597 w 15739"/>
                        <a:gd name="connsiteY2" fmla="*/ 12156 h 12198"/>
                        <a:gd name="connsiteX3" fmla="*/ 120 w 15739"/>
                        <a:gd name="connsiteY3" fmla="*/ 7012 h 12198"/>
                        <a:gd name="connsiteX4" fmla="*/ 9073 w 15739"/>
                        <a:gd name="connsiteY4" fmla="*/ 59 h 12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39" h="12198">
                          <a:moveTo>
                            <a:pt x="9073" y="59"/>
                          </a:moveTo>
                          <a:cubicBezTo>
                            <a:pt x="13360" y="-418"/>
                            <a:pt x="16312" y="2059"/>
                            <a:pt x="15645" y="5393"/>
                          </a:cubicBezTo>
                          <a:cubicBezTo>
                            <a:pt x="14979" y="8727"/>
                            <a:pt x="10788" y="11774"/>
                            <a:pt x="6597" y="12156"/>
                          </a:cubicBezTo>
                          <a:cubicBezTo>
                            <a:pt x="2311" y="12536"/>
                            <a:pt x="-642" y="10346"/>
                            <a:pt x="120" y="7012"/>
                          </a:cubicBezTo>
                          <a:cubicBezTo>
                            <a:pt x="787" y="3583"/>
                            <a:pt x="4787" y="440"/>
                            <a:pt x="9073" y="5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28" name="Forme libre : forme 14027">
                      <a:extLst>
                        <a:ext uri="{FF2B5EF4-FFF2-40B4-BE49-F238E27FC236}">
                          <a16:creationId xmlns:a16="http://schemas.microsoft.com/office/drawing/2014/main" id="{D66E813D-48B3-4A38-A387-ABC9A92B93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5055" y="3186656"/>
                      <a:ext cx="5433" cy="4785"/>
                    </a:xfrm>
                    <a:custGeom>
                      <a:avLst/>
                      <a:gdLst>
                        <a:gd name="connsiteX0" fmla="*/ 4336 w 5433"/>
                        <a:gd name="connsiteY0" fmla="*/ 154 h 4785"/>
                        <a:gd name="connsiteX1" fmla="*/ 4907 w 5433"/>
                        <a:gd name="connsiteY1" fmla="*/ 3202 h 4785"/>
                        <a:gd name="connsiteX2" fmla="*/ 1098 w 5433"/>
                        <a:gd name="connsiteY2" fmla="*/ 4631 h 4785"/>
                        <a:gd name="connsiteX3" fmla="*/ 526 w 5433"/>
                        <a:gd name="connsiteY3" fmla="*/ 1583 h 4785"/>
                        <a:gd name="connsiteX4" fmla="*/ 4336 w 5433"/>
                        <a:gd name="connsiteY4" fmla="*/ 154 h 4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33" h="4785">
                          <a:moveTo>
                            <a:pt x="4336" y="154"/>
                          </a:moveTo>
                          <a:cubicBezTo>
                            <a:pt x="5574" y="631"/>
                            <a:pt x="5765" y="1964"/>
                            <a:pt x="4907" y="3202"/>
                          </a:cubicBezTo>
                          <a:cubicBezTo>
                            <a:pt x="4050" y="4441"/>
                            <a:pt x="2336" y="5107"/>
                            <a:pt x="1098" y="4631"/>
                          </a:cubicBezTo>
                          <a:cubicBezTo>
                            <a:pt x="-141" y="4155"/>
                            <a:pt x="-331" y="2821"/>
                            <a:pt x="526" y="1583"/>
                          </a:cubicBezTo>
                          <a:cubicBezTo>
                            <a:pt x="1383" y="345"/>
                            <a:pt x="3098" y="-322"/>
                            <a:pt x="4336" y="1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029" name="Graphique 5">
                    <a:extLst>
                      <a:ext uri="{FF2B5EF4-FFF2-40B4-BE49-F238E27FC236}">
                        <a16:creationId xmlns:a16="http://schemas.microsoft.com/office/drawing/2014/main" id="{734F6DC7-8B26-481B-8F54-46889D11BAA3}"/>
                      </a:ext>
                    </a:extLst>
                  </p:cNvPr>
                  <p:cNvGrpSpPr/>
                  <p:nvPr/>
                </p:nvGrpSpPr>
                <p:grpSpPr>
                  <a:xfrm>
                    <a:off x="3698611" y="3166766"/>
                    <a:ext cx="33222" cy="29893"/>
                    <a:chOff x="3698611" y="3166766"/>
                    <a:chExt cx="33222" cy="29893"/>
                  </a:xfrm>
                  <a:solidFill>
                    <a:schemeClr val="accent1"/>
                  </a:solidFill>
                </p:grpSpPr>
                <p:sp>
                  <p:nvSpPr>
                    <p:cNvPr id="14030" name="Forme libre : forme 14029">
                      <a:extLst>
                        <a:ext uri="{FF2B5EF4-FFF2-40B4-BE49-F238E27FC236}">
                          <a16:creationId xmlns:a16="http://schemas.microsoft.com/office/drawing/2014/main" id="{C62FCF1E-E699-43D3-A576-303977DA2C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8611" y="3166766"/>
                      <a:ext cx="33155" cy="29893"/>
                    </a:xfrm>
                    <a:custGeom>
                      <a:avLst/>
                      <a:gdLst>
                        <a:gd name="connsiteX0" fmla="*/ 26595 w 33155"/>
                        <a:gd name="connsiteY0" fmla="*/ 1186 h 29893"/>
                        <a:gd name="connsiteX1" fmla="*/ 29643 w 33155"/>
                        <a:gd name="connsiteY1" fmla="*/ 21093 h 29893"/>
                        <a:gd name="connsiteX2" fmla="*/ 6212 w 33155"/>
                        <a:gd name="connsiteY2" fmla="*/ 28713 h 29893"/>
                        <a:gd name="connsiteX3" fmla="*/ 3354 w 33155"/>
                        <a:gd name="connsiteY3" fmla="*/ 9377 h 29893"/>
                        <a:gd name="connsiteX4" fmla="*/ 26595 w 33155"/>
                        <a:gd name="connsiteY4" fmla="*/ 1186 h 29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155" h="29893">
                          <a:moveTo>
                            <a:pt x="26595" y="1186"/>
                          </a:moveTo>
                          <a:cubicBezTo>
                            <a:pt x="33929" y="4615"/>
                            <a:pt x="35358" y="13664"/>
                            <a:pt x="29643" y="21093"/>
                          </a:cubicBezTo>
                          <a:cubicBezTo>
                            <a:pt x="23928" y="28523"/>
                            <a:pt x="13356" y="31856"/>
                            <a:pt x="6212" y="28713"/>
                          </a:cubicBezTo>
                          <a:cubicBezTo>
                            <a:pt x="-1027" y="25665"/>
                            <a:pt x="-1885" y="16902"/>
                            <a:pt x="3354" y="9377"/>
                          </a:cubicBezTo>
                          <a:cubicBezTo>
                            <a:pt x="8688" y="1853"/>
                            <a:pt x="19261" y="-2148"/>
                            <a:pt x="26595" y="11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31" name="Forme libre : forme 14030">
                      <a:extLst>
                        <a:ext uri="{FF2B5EF4-FFF2-40B4-BE49-F238E27FC236}">
                          <a16:creationId xmlns:a16="http://schemas.microsoft.com/office/drawing/2014/main" id="{8E7D157E-65F2-4C60-A1EC-4A358A9A55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9869" y="3166785"/>
                      <a:ext cx="31963" cy="29873"/>
                    </a:xfrm>
                    <a:custGeom>
                      <a:avLst/>
                      <a:gdLst>
                        <a:gd name="connsiteX0" fmla="*/ 15621 w 31963"/>
                        <a:gd name="connsiteY0" fmla="*/ 15072 h 29873"/>
                        <a:gd name="connsiteX1" fmla="*/ 0 w 31963"/>
                        <a:gd name="connsiteY1" fmla="*/ 24026 h 29873"/>
                        <a:gd name="connsiteX2" fmla="*/ 5048 w 31963"/>
                        <a:gd name="connsiteY2" fmla="*/ 28693 h 29873"/>
                        <a:gd name="connsiteX3" fmla="*/ 28480 w 31963"/>
                        <a:gd name="connsiteY3" fmla="*/ 21073 h 29873"/>
                        <a:gd name="connsiteX4" fmla="*/ 25432 w 31963"/>
                        <a:gd name="connsiteY4" fmla="*/ 1166 h 29873"/>
                        <a:gd name="connsiteX5" fmla="*/ 17717 w 31963"/>
                        <a:gd name="connsiteY5" fmla="*/ 118 h 29873"/>
                        <a:gd name="connsiteX6" fmla="*/ 15621 w 31963"/>
                        <a:gd name="connsiteY6" fmla="*/ 15072 h 298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963" h="29873">
                          <a:moveTo>
                            <a:pt x="15621" y="15072"/>
                          </a:moveTo>
                          <a:cubicBezTo>
                            <a:pt x="11811" y="20216"/>
                            <a:pt x="5715" y="23454"/>
                            <a:pt x="0" y="24026"/>
                          </a:cubicBezTo>
                          <a:cubicBezTo>
                            <a:pt x="1048" y="26026"/>
                            <a:pt x="2667" y="27645"/>
                            <a:pt x="5048" y="28693"/>
                          </a:cubicBezTo>
                          <a:cubicBezTo>
                            <a:pt x="12192" y="31836"/>
                            <a:pt x="22765" y="28503"/>
                            <a:pt x="28480" y="21073"/>
                          </a:cubicBezTo>
                          <a:cubicBezTo>
                            <a:pt x="34195" y="13644"/>
                            <a:pt x="32671" y="4500"/>
                            <a:pt x="25432" y="1166"/>
                          </a:cubicBezTo>
                          <a:cubicBezTo>
                            <a:pt x="23146" y="23"/>
                            <a:pt x="20479" y="-168"/>
                            <a:pt x="17717" y="118"/>
                          </a:cubicBezTo>
                          <a:cubicBezTo>
                            <a:pt x="20003" y="4214"/>
                            <a:pt x="19336" y="10024"/>
                            <a:pt x="15621" y="1507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32" name="Forme libre : forme 14031">
                      <a:extLst>
                        <a:ext uri="{FF2B5EF4-FFF2-40B4-BE49-F238E27FC236}">
                          <a16:creationId xmlns:a16="http://schemas.microsoft.com/office/drawing/2014/main" id="{85490131-51F5-4EEC-BD83-28CEF54A12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8985" y="3169180"/>
                      <a:ext cx="15768" cy="12592"/>
                    </a:xfrm>
                    <a:custGeom>
                      <a:avLst/>
                      <a:gdLst>
                        <a:gd name="connsiteX0" fmla="*/ 9172 w 15768"/>
                        <a:gd name="connsiteY0" fmla="*/ 10 h 12592"/>
                        <a:gd name="connsiteX1" fmla="*/ 15649 w 15768"/>
                        <a:gd name="connsiteY1" fmla="*/ 6010 h 12592"/>
                        <a:gd name="connsiteX2" fmla="*/ 6505 w 15768"/>
                        <a:gd name="connsiteY2" fmla="*/ 12583 h 12592"/>
                        <a:gd name="connsiteX3" fmla="*/ 123 w 15768"/>
                        <a:gd name="connsiteY3" fmla="*/ 6772 h 12592"/>
                        <a:gd name="connsiteX4" fmla="*/ 9172 w 15768"/>
                        <a:gd name="connsiteY4" fmla="*/ 10 h 12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68" h="12592">
                          <a:moveTo>
                            <a:pt x="9172" y="10"/>
                          </a:moveTo>
                          <a:cubicBezTo>
                            <a:pt x="13458" y="-181"/>
                            <a:pt x="16411" y="2486"/>
                            <a:pt x="15649" y="6010"/>
                          </a:cubicBezTo>
                          <a:cubicBezTo>
                            <a:pt x="14887" y="9535"/>
                            <a:pt x="10791" y="12392"/>
                            <a:pt x="6505" y="12583"/>
                          </a:cubicBezTo>
                          <a:cubicBezTo>
                            <a:pt x="2218" y="12773"/>
                            <a:pt x="-639" y="10201"/>
                            <a:pt x="123" y="6772"/>
                          </a:cubicBezTo>
                          <a:cubicBezTo>
                            <a:pt x="790" y="3343"/>
                            <a:pt x="4790" y="391"/>
                            <a:pt x="9172" y="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33" name="Forme libre : forme 14032">
                      <a:extLst>
                        <a:ext uri="{FF2B5EF4-FFF2-40B4-BE49-F238E27FC236}">
                          <a16:creationId xmlns:a16="http://schemas.microsoft.com/office/drawing/2014/main" id="{0064C3C1-7601-40C0-A09F-88D327CDAE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7583" y="3175650"/>
                      <a:ext cx="5433" cy="4946"/>
                    </a:xfrm>
                    <a:custGeom>
                      <a:avLst/>
                      <a:gdLst>
                        <a:gd name="connsiteX0" fmla="*/ 4383 w 5433"/>
                        <a:gd name="connsiteY0" fmla="*/ 207 h 4946"/>
                        <a:gd name="connsiteX1" fmla="*/ 4860 w 5433"/>
                        <a:gd name="connsiteY1" fmla="*/ 3445 h 4946"/>
                        <a:gd name="connsiteX2" fmla="*/ 1050 w 5433"/>
                        <a:gd name="connsiteY2" fmla="*/ 4779 h 4946"/>
                        <a:gd name="connsiteX3" fmla="*/ 573 w 5433"/>
                        <a:gd name="connsiteY3" fmla="*/ 1540 h 4946"/>
                        <a:gd name="connsiteX4" fmla="*/ 4383 w 5433"/>
                        <a:gd name="connsiteY4" fmla="*/ 207 h 4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33" h="4946">
                          <a:moveTo>
                            <a:pt x="4383" y="207"/>
                          </a:moveTo>
                          <a:cubicBezTo>
                            <a:pt x="5526" y="778"/>
                            <a:pt x="5812" y="2207"/>
                            <a:pt x="4860" y="3445"/>
                          </a:cubicBezTo>
                          <a:cubicBezTo>
                            <a:pt x="3907" y="4684"/>
                            <a:pt x="2193" y="5255"/>
                            <a:pt x="1050" y="4779"/>
                          </a:cubicBezTo>
                          <a:cubicBezTo>
                            <a:pt x="-93" y="4207"/>
                            <a:pt x="-379" y="2779"/>
                            <a:pt x="573" y="1540"/>
                          </a:cubicBezTo>
                          <a:cubicBezTo>
                            <a:pt x="1430" y="302"/>
                            <a:pt x="3145" y="-365"/>
                            <a:pt x="4383" y="20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034" name="Graphique 5">
                  <a:extLst>
                    <a:ext uri="{FF2B5EF4-FFF2-40B4-BE49-F238E27FC236}">
                      <a16:creationId xmlns:a16="http://schemas.microsoft.com/office/drawing/2014/main" id="{88754B52-BACE-473A-B646-2FEE515F6B45}"/>
                    </a:ext>
                  </a:extLst>
                </p:cNvPr>
                <p:cNvGrpSpPr/>
                <p:nvPr/>
              </p:nvGrpSpPr>
              <p:grpSpPr>
                <a:xfrm>
                  <a:off x="3747006" y="3179184"/>
                  <a:ext cx="84805" cy="62440"/>
                  <a:chOff x="3747006" y="3179184"/>
                  <a:chExt cx="84805" cy="62440"/>
                </a:xfrm>
                <a:solidFill>
                  <a:schemeClr val="accent1"/>
                </a:solidFill>
              </p:grpSpPr>
              <p:grpSp>
                <p:nvGrpSpPr>
                  <p:cNvPr id="14035" name="Graphique 5">
                    <a:extLst>
                      <a:ext uri="{FF2B5EF4-FFF2-40B4-BE49-F238E27FC236}">
                        <a16:creationId xmlns:a16="http://schemas.microsoft.com/office/drawing/2014/main" id="{32CFEBB5-54C3-44AD-A28D-27DA858C0FC2}"/>
                      </a:ext>
                    </a:extLst>
                  </p:cNvPr>
                  <p:cNvGrpSpPr/>
                  <p:nvPr/>
                </p:nvGrpSpPr>
                <p:grpSpPr>
                  <a:xfrm>
                    <a:off x="3747006" y="3179184"/>
                    <a:ext cx="33957" cy="30441"/>
                    <a:chOff x="3747006" y="3179184"/>
                    <a:chExt cx="33957" cy="30441"/>
                  </a:xfrm>
                  <a:solidFill>
                    <a:schemeClr val="accent1"/>
                  </a:solidFill>
                </p:grpSpPr>
                <p:sp>
                  <p:nvSpPr>
                    <p:cNvPr id="14036" name="Forme libre : forme 14035">
                      <a:extLst>
                        <a:ext uri="{FF2B5EF4-FFF2-40B4-BE49-F238E27FC236}">
                          <a16:creationId xmlns:a16="http://schemas.microsoft.com/office/drawing/2014/main" id="{90889C93-FD5B-4915-88CF-DFB712ED3E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7006" y="3179184"/>
                      <a:ext cx="33957" cy="30441"/>
                    </a:xfrm>
                    <a:custGeom>
                      <a:avLst/>
                      <a:gdLst>
                        <a:gd name="connsiteX0" fmla="*/ 33159 w 33957"/>
                        <a:gd name="connsiteY0" fmla="*/ 8294 h 30441"/>
                        <a:gd name="connsiteX1" fmla="*/ 21824 w 33957"/>
                        <a:gd name="connsiteY1" fmla="*/ 28772 h 30441"/>
                        <a:gd name="connsiteX2" fmla="*/ 679 w 33957"/>
                        <a:gd name="connsiteY2" fmla="*/ 22581 h 30441"/>
                        <a:gd name="connsiteX3" fmla="*/ 11918 w 33957"/>
                        <a:gd name="connsiteY3" fmla="*/ 1912 h 30441"/>
                        <a:gd name="connsiteX4" fmla="*/ 33159 w 33957"/>
                        <a:gd name="connsiteY4" fmla="*/ 8294 h 30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957" h="30441">
                          <a:moveTo>
                            <a:pt x="33159" y="8294"/>
                          </a:moveTo>
                          <a:cubicBezTo>
                            <a:pt x="36016" y="15914"/>
                            <a:pt x="30968" y="25058"/>
                            <a:pt x="21824" y="28772"/>
                          </a:cubicBezTo>
                          <a:cubicBezTo>
                            <a:pt x="12680" y="32487"/>
                            <a:pt x="3250" y="29820"/>
                            <a:pt x="679" y="22581"/>
                          </a:cubicBezTo>
                          <a:cubicBezTo>
                            <a:pt x="-1893" y="15342"/>
                            <a:pt x="3060" y="6008"/>
                            <a:pt x="11918" y="1912"/>
                          </a:cubicBezTo>
                          <a:cubicBezTo>
                            <a:pt x="20776" y="-2279"/>
                            <a:pt x="30301" y="674"/>
                            <a:pt x="33159" y="829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37" name="Forme libre : forme 14036">
                      <a:extLst>
                        <a:ext uri="{FF2B5EF4-FFF2-40B4-BE49-F238E27FC236}">
                          <a16:creationId xmlns:a16="http://schemas.microsoft.com/office/drawing/2014/main" id="{6970AF11-44FC-441E-BF13-B278C598B1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7016" y="3181763"/>
                      <a:ext cx="33948" cy="27863"/>
                    </a:xfrm>
                    <a:custGeom>
                      <a:avLst/>
                      <a:gdLst>
                        <a:gd name="connsiteX0" fmla="*/ 17147 w 33948"/>
                        <a:gd name="connsiteY0" fmla="*/ 13049 h 27863"/>
                        <a:gd name="connsiteX1" fmla="*/ 479 w 33948"/>
                        <a:gd name="connsiteY1" fmla="*/ 12478 h 27863"/>
                        <a:gd name="connsiteX2" fmla="*/ 669 w 33948"/>
                        <a:gd name="connsiteY2" fmla="*/ 20002 h 27863"/>
                        <a:gd name="connsiteX3" fmla="*/ 21814 w 33948"/>
                        <a:gd name="connsiteY3" fmla="*/ 26194 h 27863"/>
                        <a:gd name="connsiteX4" fmla="*/ 33149 w 33948"/>
                        <a:gd name="connsiteY4" fmla="*/ 5715 h 27863"/>
                        <a:gd name="connsiteX5" fmla="*/ 28577 w 33948"/>
                        <a:gd name="connsiteY5" fmla="*/ 0 h 27863"/>
                        <a:gd name="connsiteX6" fmla="*/ 17147 w 33948"/>
                        <a:gd name="connsiteY6" fmla="*/ 13049 h 27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948" h="27863">
                          <a:moveTo>
                            <a:pt x="17147" y="13049"/>
                          </a:moveTo>
                          <a:cubicBezTo>
                            <a:pt x="11051" y="15716"/>
                            <a:pt x="4765" y="15240"/>
                            <a:pt x="479" y="12478"/>
                          </a:cubicBezTo>
                          <a:cubicBezTo>
                            <a:pt x="-188" y="15049"/>
                            <a:pt x="-188" y="17621"/>
                            <a:pt x="669" y="20002"/>
                          </a:cubicBezTo>
                          <a:cubicBezTo>
                            <a:pt x="3241" y="27242"/>
                            <a:pt x="12766" y="29908"/>
                            <a:pt x="21814" y="26194"/>
                          </a:cubicBezTo>
                          <a:cubicBezTo>
                            <a:pt x="30959" y="22479"/>
                            <a:pt x="36007" y="13335"/>
                            <a:pt x="33149" y="5715"/>
                          </a:cubicBezTo>
                          <a:cubicBezTo>
                            <a:pt x="32197" y="3334"/>
                            <a:pt x="30578" y="1429"/>
                            <a:pt x="28577" y="0"/>
                          </a:cubicBezTo>
                          <a:cubicBezTo>
                            <a:pt x="27339" y="5334"/>
                            <a:pt x="23148" y="10382"/>
                            <a:pt x="17147" y="1304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38" name="Forme libre : forme 14037">
                      <a:extLst>
                        <a:ext uri="{FF2B5EF4-FFF2-40B4-BE49-F238E27FC236}">
                          <a16:creationId xmlns:a16="http://schemas.microsoft.com/office/drawing/2014/main" id="{CCB7A948-9D81-4141-8F9E-4FBE2521DE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1739" y="3182771"/>
                      <a:ext cx="15206" cy="13453"/>
                    </a:xfrm>
                    <a:custGeom>
                      <a:avLst/>
                      <a:gdLst>
                        <a:gd name="connsiteX0" fmla="*/ 12711 w 15206"/>
                        <a:gd name="connsiteY0" fmla="*/ 1563 h 13453"/>
                        <a:gd name="connsiteX1" fmla="*/ 13187 w 15206"/>
                        <a:gd name="connsiteY1" fmla="*/ 11088 h 13453"/>
                        <a:gd name="connsiteX2" fmla="*/ 2424 w 15206"/>
                        <a:gd name="connsiteY2" fmla="*/ 11850 h 13453"/>
                        <a:gd name="connsiteX3" fmla="*/ 1948 w 15206"/>
                        <a:gd name="connsiteY3" fmla="*/ 2421 h 13453"/>
                        <a:gd name="connsiteX4" fmla="*/ 12711 w 15206"/>
                        <a:gd name="connsiteY4" fmla="*/ 1563 h 13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06" h="13453">
                          <a:moveTo>
                            <a:pt x="12711" y="1563"/>
                          </a:moveTo>
                          <a:cubicBezTo>
                            <a:pt x="15854" y="3945"/>
                            <a:pt x="16045" y="8326"/>
                            <a:pt x="13187" y="11088"/>
                          </a:cubicBezTo>
                          <a:cubicBezTo>
                            <a:pt x="10330" y="13946"/>
                            <a:pt x="5472" y="14232"/>
                            <a:pt x="2424" y="11850"/>
                          </a:cubicBezTo>
                          <a:cubicBezTo>
                            <a:pt x="-624" y="9469"/>
                            <a:pt x="-814" y="5278"/>
                            <a:pt x="1948" y="2421"/>
                          </a:cubicBezTo>
                          <a:cubicBezTo>
                            <a:pt x="4805" y="-437"/>
                            <a:pt x="9568" y="-818"/>
                            <a:pt x="12711" y="156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39" name="Forme libre : forme 14038">
                      <a:extLst>
                        <a:ext uri="{FF2B5EF4-FFF2-40B4-BE49-F238E27FC236}">
                          <a16:creationId xmlns:a16="http://schemas.microsoft.com/office/drawing/2014/main" id="{D77B978E-3B48-45FA-B945-9D3FF1709C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0316" y="3185556"/>
                      <a:ext cx="5598" cy="5080"/>
                    </a:xfrm>
                    <a:custGeom>
                      <a:avLst/>
                      <a:gdLst>
                        <a:gd name="connsiteX0" fmla="*/ 5466 w 5598"/>
                        <a:gd name="connsiteY0" fmla="*/ 1350 h 5080"/>
                        <a:gd name="connsiteX1" fmla="*/ 3657 w 5598"/>
                        <a:gd name="connsiteY1" fmla="*/ 4779 h 5080"/>
                        <a:gd name="connsiteX2" fmla="*/ 132 w 5598"/>
                        <a:gd name="connsiteY2" fmla="*/ 3731 h 5080"/>
                        <a:gd name="connsiteX3" fmla="*/ 1942 w 5598"/>
                        <a:gd name="connsiteY3" fmla="*/ 302 h 5080"/>
                        <a:gd name="connsiteX4" fmla="*/ 5466 w 5598"/>
                        <a:gd name="connsiteY4" fmla="*/ 1350 h 5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98" h="5080">
                          <a:moveTo>
                            <a:pt x="5466" y="1350"/>
                          </a:moveTo>
                          <a:cubicBezTo>
                            <a:pt x="5942" y="2588"/>
                            <a:pt x="5085" y="4112"/>
                            <a:pt x="3657" y="4779"/>
                          </a:cubicBezTo>
                          <a:cubicBezTo>
                            <a:pt x="2228" y="5445"/>
                            <a:pt x="608" y="4969"/>
                            <a:pt x="132" y="3731"/>
                          </a:cubicBezTo>
                          <a:cubicBezTo>
                            <a:pt x="-344" y="2493"/>
                            <a:pt x="513" y="969"/>
                            <a:pt x="1942" y="302"/>
                          </a:cubicBezTo>
                          <a:cubicBezTo>
                            <a:pt x="3466" y="-365"/>
                            <a:pt x="4990" y="111"/>
                            <a:pt x="5466" y="135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040" name="Graphique 5">
                    <a:extLst>
                      <a:ext uri="{FF2B5EF4-FFF2-40B4-BE49-F238E27FC236}">
                        <a16:creationId xmlns:a16="http://schemas.microsoft.com/office/drawing/2014/main" id="{C121F9D0-5D85-4350-8BAB-4F31B595D949}"/>
                      </a:ext>
                    </a:extLst>
                  </p:cNvPr>
                  <p:cNvGrpSpPr/>
                  <p:nvPr/>
                </p:nvGrpSpPr>
                <p:grpSpPr>
                  <a:xfrm>
                    <a:off x="3768613" y="3198528"/>
                    <a:ext cx="34281" cy="30550"/>
                    <a:chOff x="3768613" y="3198528"/>
                    <a:chExt cx="34281" cy="30550"/>
                  </a:xfrm>
                  <a:solidFill>
                    <a:schemeClr val="accent1"/>
                  </a:solidFill>
                </p:grpSpPr>
                <p:sp>
                  <p:nvSpPr>
                    <p:cNvPr id="14041" name="Forme libre : forme 14040">
                      <a:extLst>
                        <a:ext uri="{FF2B5EF4-FFF2-40B4-BE49-F238E27FC236}">
                          <a16:creationId xmlns:a16="http://schemas.microsoft.com/office/drawing/2014/main" id="{56C51B42-E6E1-4FBC-AE53-0ED908F65D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8613" y="3198528"/>
                      <a:ext cx="34281" cy="30550"/>
                    </a:xfrm>
                    <a:custGeom>
                      <a:avLst/>
                      <a:gdLst>
                        <a:gd name="connsiteX0" fmla="*/ 33650 w 34281"/>
                        <a:gd name="connsiteY0" fmla="*/ 9048 h 30550"/>
                        <a:gd name="connsiteX1" fmla="*/ 21458 w 34281"/>
                        <a:gd name="connsiteY1" fmla="*/ 29241 h 30550"/>
                        <a:gd name="connsiteX2" fmla="*/ 503 w 34281"/>
                        <a:gd name="connsiteY2" fmla="*/ 21906 h 30550"/>
                        <a:gd name="connsiteX3" fmla="*/ 12504 w 34281"/>
                        <a:gd name="connsiteY3" fmla="*/ 1618 h 30550"/>
                        <a:gd name="connsiteX4" fmla="*/ 33650 w 34281"/>
                        <a:gd name="connsiteY4" fmla="*/ 9048 h 305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81" h="30550">
                          <a:moveTo>
                            <a:pt x="33650" y="9048"/>
                          </a:moveTo>
                          <a:cubicBezTo>
                            <a:pt x="36222" y="16953"/>
                            <a:pt x="30697" y="25907"/>
                            <a:pt x="21458" y="29241"/>
                          </a:cubicBezTo>
                          <a:cubicBezTo>
                            <a:pt x="12218" y="32574"/>
                            <a:pt x="2884" y="29336"/>
                            <a:pt x="503" y="21906"/>
                          </a:cubicBezTo>
                          <a:cubicBezTo>
                            <a:pt x="-1688" y="14382"/>
                            <a:pt x="3456" y="5333"/>
                            <a:pt x="12504" y="1618"/>
                          </a:cubicBezTo>
                          <a:cubicBezTo>
                            <a:pt x="21743" y="-2287"/>
                            <a:pt x="31078" y="1142"/>
                            <a:pt x="33650" y="904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2" name="Forme libre : forme 14041">
                      <a:extLst>
                        <a:ext uri="{FF2B5EF4-FFF2-40B4-BE49-F238E27FC236}">
                          <a16:creationId xmlns:a16="http://schemas.microsoft.com/office/drawing/2014/main" id="{1FB83B7A-7F56-45F6-83BC-E9B91929F5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8631" y="3201574"/>
                      <a:ext cx="34263" cy="27503"/>
                    </a:xfrm>
                    <a:custGeom>
                      <a:avLst/>
                      <a:gdLst>
                        <a:gd name="connsiteX0" fmla="*/ 17249 w 34263"/>
                        <a:gd name="connsiteY0" fmla="*/ 12668 h 27503"/>
                        <a:gd name="connsiteX1" fmla="*/ 676 w 34263"/>
                        <a:gd name="connsiteY1" fmla="*/ 11240 h 27503"/>
                        <a:gd name="connsiteX2" fmla="*/ 485 w 34263"/>
                        <a:gd name="connsiteY2" fmla="*/ 18860 h 27503"/>
                        <a:gd name="connsiteX3" fmla="*/ 21440 w 34263"/>
                        <a:gd name="connsiteY3" fmla="*/ 26194 h 27503"/>
                        <a:gd name="connsiteX4" fmla="*/ 33632 w 34263"/>
                        <a:gd name="connsiteY4" fmla="*/ 6001 h 27503"/>
                        <a:gd name="connsiteX5" fmla="*/ 29346 w 34263"/>
                        <a:gd name="connsiteY5" fmla="*/ 0 h 27503"/>
                        <a:gd name="connsiteX6" fmla="*/ 17249 w 34263"/>
                        <a:gd name="connsiteY6" fmla="*/ 12668 h 27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263" h="27503">
                          <a:moveTo>
                            <a:pt x="17249" y="12668"/>
                          </a:moveTo>
                          <a:cubicBezTo>
                            <a:pt x="11058" y="15050"/>
                            <a:pt x="4771" y="14288"/>
                            <a:pt x="676" y="11240"/>
                          </a:cubicBezTo>
                          <a:cubicBezTo>
                            <a:pt x="-87" y="13811"/>
                            <a:pt x="-277" y="16383"/>
                            <a:pt x="485" y="18860"/>
                          </a:cubicBezTo>
                          <a:cubicBezTo>
                            <a:pt x="2771" y="26289"/>
                            <a:pt x="12105" y="29528"/>
                            <a:pt x="21440" y="26194"/>
                          </a:cubicBezTo>
                          <a:cubicBezTo>
                            <a:pt x="30679" y="22860"/>
                            <a:pt x="36204" y="13907"/>
                            <a:pt x="33632" y="6001"/>
                          </a:cubicBezTo>
                          <a:cubicBezTo>
                            <a:pt x="32870" y="3524"/>
                            <a:pt x="31251" y="1524"/>
                            <a:pt x="29346" y="0"/>
                          </a:cubicBezTo>
                          <a:cubicBezTo>
                            <a:pt x="27822" y="5429"/>
                            <a:pt x="23440" y="10287"/>
                            <a:pt x="17249" y="126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3" name="Forme libre : forme 14042">
                      <a:extLst>
                        <a:ext uri="{FF2B5EF4-FFF2-40B4-BE49-F238E27FC236}">
                          <a16:creationId xmlns:a16="http://schemas.microsoft.com/office/drawing/2014/main" id="{E9B9DC34-5049-4FA0-B70B-B8CD3EA83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3749" y="3202331"/>
                      <a:ext cx="15192" cy="13642"/>
                    </a:xfrm>
                    <a:custGeom>
                      <a:avLst/>
                      <a:gdLst>
                        <a:gd name="connsiteX0" fmla="*/ 12895 w 15192"/>
                        <a:gd name="connsiteY0" fmla="*/ 1815 h 13642"/>
                        <a:gd name="connsiteX1" fmla="*/ 12990 w 15192"/>
                        <a:gd name="connsiteY1" fmla="*/ 11531 h 13642"/>
                        <a:gd name="connsiteX2" fmla="*/ 2227 w 15192"/>
                        <a:gd name="connsiteY2" fmla="*/ 11817 h 13642"/>
                        <a:gd name="connsiteX3" fmla="*/ 2131 w 15192"/>
                        <a:gd name="connsiteY3" fmla="*/ 2197 h 13642"/>
                        <a:gd name="connsiteX4" fmla="*/ 12895 w 15192"/>
                        <a:gd name="connsiteY4" fmla="*/ 1815 h 13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92" h="13642">
                          <a:moveTo>
                            <a:pt x="12895" y="1815"/>
                          </a:moveTo>
                          <a:cubicBezTo>
                            <a:pt x="15943" y="4387"/>
                            <a:pt x="15943" y="8769"/>
                            <a:pt x="12990" y="11531"/>
                          </a:cubicBezTo>
                          <a:cubicBezTo>
                            <a:pt x="10037" y="14198"/>
                            <a:pt x="5179" y="14389"/>
                            <a:pt x="2227" y="11817"/>
                          </a:cubicBezTo>
                          <a:cubicBezTo>
                            <a:pt x="-726" y="9245"/>
                            <a:pt x="-726" y="4959"/>
                            <a:pt x="2131" y="2197"/>
                          </a:cubicBezTo>
                          <a:cubicBezTo>
                            <a:pt x="5084" y="-566"/>
                            <a:pt x="9846" y="-756"/>
                            <a:pt x="12895" y="181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4" name="Forme libre : forme 14043">
                      <a:extLst>
                        <a:ext uri="{FF2B5EF4-FFF2-40B4-BE49-F238E27FC236}">
                          <a16:creationId xmlns:a16="http://schemas.microsoft.com/office/drawing/2014/main" id="{0C260398-1A48-4AD6-B19A-46B92D1F72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2361" y="3204781"/>
                      <a:ext cx="5609" cy="5032"/>
                    </a:xfrm>
                    <a:custGeom>
                      <a:avLst/>
                      <a:gdLst>
                        <a:gd name="connsiteX0" fmla="*/ 5519 w 5609"/>
                        <a:gd name="connsiteY0" fmla="*/ 1461 h 5032"/>
                        <a:gd name="connsiteX1" fmla="*/ 3519 w 5609"/>
                        <a:gd name="connsiteY1" fmla="*/ 4794 h 5032"/>
                        <a:gd name="connsiteX2" fmla="*/ 90 w 5609"/>
                        <a:gd name="connsiteY2" fmla="*/ 3556 h 5032"/>
                        <a:gd name="connsiteX3" fmla="*/ 2090 w 5609"/>
                        <a:gd name="connsiteY3" fmla="*/ 222 h 5032"/>
                        <a:gd name="connsiteX4" fmla="*/ 5519 w 5609"/>
                        <a:gd name="connsiteY4" fmla="*/ 1461 h 50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09" h="5032">
                          <a:moveTo>
                            <a:pt x="5519" y="1461"/>
                          </a:moveTo>
                          <a:cubicBezTo>
                            <a:pt x="5900" y="2699"/>
                            <a:pt x="5043" y="4223"/>
                            <a:pt x="3519" y="4794"/>
                          </a:cubicBezTo>
                          <a:cubicBezTo>
                            <a:pt x="1995" y="5366"/>
                            <a:pt x="471" y="4890"/>
                            <a:pt x="90" y="3556"/>
                          </a:cubicBezTo>
                          <a:cubicBezTo>
                            <a:pt x="-291" y="2318"/>
                            <a:pt x="566" y="794"/>
                            <a:pt x="2090" y="222"/>
                          </a:cubicBezTo>
                          <a:cubicBezTo>
                            <a:pt x="3519" y="-349"/>
                            <a:pt x="5138" y="222"/>
                            <a:pt x="5519" y="14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045" name="Graphique 5">
                    <a:extLst>
                      <a:ext uri="{FF2B5EF4-FFF2-40B4-BE49-F238E27FC236}">
                        <a16:creationId xmlns:a16="http://schemas.microsoft.com/office/drawing/2014/main" id="{E7E06763-786D-4506-B6BA-8DA71812BBDC}"/>
                      </a:ext>
                    </a:extLst>
                  </p:cNvPr>
                  <p:cNvGrpSpPr/>
                  <p:nvPr/>
                </p:nvGrpSpPr>
                <p:grpSpPr>
                  <a:xfrm>
                    <a:off x="3797259" y="3210589"/>
                    <a:ext cx="34553" cy="31035"/>
                    <a:chOff x="3797259" y="3210589"/>
                    <a:chExt cx="34553" cy="31035"/>
                  </a:xfrm>
                  <a:solidFill>
                    <a:schemeClr val="accent1"/>
                  </a:solidFill>
                </p:grpSpPr>
                <p:sp>
                  <p:nvSpPr>
                    <p:cNvPr id="14046" name="Forme libre : forme 14045">
                      <a:extLst>
                        <a:ext uri="{FF2B5EF4-FFF2-40B4-BE49-F238E27FC236}">
                          <a16:creationId xmlns:a16="http://schemas.microsoft.com/office/drawing/2014/main" id="{A9589161-79A7-4AD8-8253-07F14650FD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7259" y="3210589"/>
                      <a:ext cx="34553" cy="31035"/>
                    </a:xfrm>
                    <a:custGeom>
                      <a:avLst/>
                      <a:gdLst>
                        <a:gd name="connsiteX0" fmla="*/ 34056 w 34553"/>
                        <a:gd name="connsiteY0" fmla="*/ 9845 h 31035"/>
                        <a:gd name="connsiteX1" fmla="*/ 21102 w 34553"/>
                        <a:gd name="connsiteY1" fmla="*/ 30038 h 31035"/>
                        <a:gd name="connsiteX2" fmla="*/ 528 w 34553"/>
                        <a:gd name="connsiteY2" fmla="*/ 21370 h 31035"/>
                        <a:gd name="connsiteX3" fmla="*/ 12815 w 34553"/>
                        <a:gd name="connsiteY3" fmla="*/ 1273 h 31035"/>
                        <a:gd name="connsiteX4" fmla="*/ 34056 w 34553"/>
                        <a:gd name="connsiteY4" fmla="*/ 9845 h 3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53" h="31035">
                          <a:moveTo>
                            <a:pt x="34056" y="9845"/>
                          </a:moveTo>
                          <a:cubicBezTo>
                            <a:pt x="36342" y="18037"/>
                            <a:pt x="30531" y="27085"/>
                            <a:pt x="21102" y="30038"/>
                          </a:cubicBezTo>
                          <a:cubicBezTo>
                            <a:pt x="11767" y="32991"/>
                            <a:pt x="2528" y="29181"/>
                            <a:pt x="528" y="21370"/>
                          </a:cubicBezTo>
                          <a:cubicBezTo>
                            <a:pt x="-1758" y="13750"/>
                            <a:pt x="3576" y="4702"/>
                            <a:pt x="12815" y="1273"/>
                          </a:cubicBezTo>
                          <a:cubicBezTo>
                            <a:pt x="21959" y="-2156"/>
                            <a:pt x="31960" y="1558"/>
                            <a:pt x="34056" y="984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7" name="Forme libre : forme 14046">
                      <a:extLst>
                        <a:ext uri="{FF2B5EF4-FFF2-40B4-BE49-F238E27FC236}">
                          <a16:creationId xmlns:a16="http://schemas.microsoft.com/office/drawing/2014/main" id="{F2203F1F-4460-4FD0-A5AD-F06B775171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7260" y="3214052"/>
                      <a:ext cx="34516" cy="27572"/>
                    </a:xfrm>
                    <a:custGeom>
                      <a:avLst/>
                      <a:gdLst>
                        <a:gd name="connsiteX0" fmla="*/ 17481 w 34516"/>
                        <a:gd name="connsiteY0" fmla="*/ 12382 h 27572"/>
                        <a:gd name="connsiteX1" fmla="*/ 621 w 34516"/>
                        <a:gd name="connsiteY1" fmla="*/ 10192 h 27572"/>
                        <a:gd name="connsiteX2" fmla="*/ 526 w 34516"/>
                        <a:gd name="connsiteY2" fmla="*/ 17907 h 27572"/>
                        <a:gd name="connsiteX3" fmla="*/ 21100 w 34516"/>
                        <a:gd name="connsiteY3" fmla="*/ 26575 h 27572"/>
                        <a:gd name="connsiteX4" fmla="*/ 34054 w 34516"/>
                        <a:gd name="connsiteY4" fmla="*/ 6382 h 27572"/>
                        <a:gd name="connsiteX5" fmla="*/ 29863 w 34516"/>
                        <a:gd name="connsiteY5" fmla="*/ 0 h 27572"/>
                        <a:gd name="connsiteX6" fmla="*/ 17481 w 34516"/>
                        <a:gd name="connsiteY6" fmla="*/ 12382 h 27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16" h="27572">
                          <a:moveTo>
                            <a:pt x="17481" y="12382"/>
                          </a:moveTo>
                          <a:cubicBezTo>
                            <a:pt x="11194" y="14478"/>
                            <a:pt x="5003" y="13430"/>
                            <a:pt x="621" y="10192"/>
                          </a:cubicBezTo>
                          <a:cubicBezTo>
                            <a:pt x="-141" y="12763"/>
                            <a:pt x="-236" y="15335"/>
                            <a:pt x="526" y="17907"/>
                          </a:cubicBezTo>
                          <a:cubicBezTo>
                            <a:pt x="2526" y="25717"/>
                            <a:pt x="11765" y="29527"/>
                            <a:pt x="21100" y="26575"/>
                          </a:cubicBezTo>
                          <a:cubicBezTo>
                            <a:pt x="30435" y="23622"/>
                            <a:pt x="36245" y="14668"/>
                            <a:pt x="34054" y="6382"/>
                          </a:cubicBezTo>
                          <a:cubicBezTo>
                            <a:pt x="33292" y="3810"/>
                            <a:pt x="31959" y="1619"/>
                            <a:pt x="29863" y="0"/>
                          </a:cubicBezTo>
                          <a:cubicBezTo>
                            <a:pt x="28434" y="5334"/>
                            <a:pt x="23672" y="10287"/>
                            <a:pt x="17481" y="1238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8" name="Forme libre : forme 14047">
                      <a:extLst>
                        <a:ext uri="{FF2B5EF4-FFF2-40B4-BE49-F238E27FC236}">
                          <a16:creationId xmlns:a16="http://schemas.microsoft.com/office/drawing/2014/main" id="{12BA1CFF-BC2D-407D-BB20-04411A5C80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2788" y="3214540"/>
                      <a:ext cx="15253" cy="13981"/>
                    </a:xfrm>
                    <a:custGeom>
                      <a:avLst/>
                      <a:gdLst>
                        <a:gd name="connsiteX0" fmla="*/ 13097 w 15253"/>
                        <a:gd name="connsiteY0" fmla="*/ 2084 h 13981"/>
                        <a:gd name="connsiteX1" fmla="*/ 12907 w 15253"/>
                        <a:gd name="connsiteY1" fmla="*/ 12085 h 13981"/>
                        <a:gd name="connsiteX2" fmla="*/ 2144 w 15253"/>
                        <a:gd name="connsiteY2" fmla="*/ 11799 h 13981"/>
                        <a:gd name="connsiteX3" fmla="*/ 2144 w 15253"/>
                        <a:gd name="connsiteY3" fmla="*/ 1988 h 13981"/>
                        <a:gd name="connsiteX4" fmla="*/ 13097 w 15253"/>
                        <a:gd name="connsiteY4" fmla="*/ 2084 h 13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53" h="13981">
                          <a:moveTo>
                            <a:pt x="13097" y="2084"/>
                          </a:moveTo>
                          <a:cubicBezTo>
                            <a:pt x="16050" y="4941"/>
                            <a:pt x="15955" y="9418"/>
                            <a:pt x="12907" y="12085"/>
                          </a:cubicBezTo>
                          <a:cubicBezTo>
                            <a:pt x="9859" y="14752"/>
                            <a:pt x="5001" y="14561"/>
                            <a:pt x="2144" y="11799"/>
                          </a:cubicBezTo>
                          <a:cubicBezTo>
                            <a:pt x="-619" y="8942"/>
                            <a:pt x="-809" y="4751"/>
                            <a:pt x="2144" y="1988"/>
                          </a:cubicBezTo>
                          <a:cubicBezTo>
                            <a:pt x="5096" y="-678"/>
                            <a:pt x="9954" y="-678"/>
                            <a:pt x="13097" y="208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9" name="Forme libre : forme 14048">
                      <a:extLst>
                        <a:ext uri="{FF2B5EF4-FFF2-40B4-BE49-F238E27FC236}">
                          <a16:creationId xmlns:a16="http://schemas.microsoft.com/office/drawing/2014/main" id="{4FA54F18-E63C-45E3-887A-77FC4771F3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1317" y="3216880"/>
                      <a:ext cx="5704" cy="5094"/>
                    </a:xfrm>
                    <a:custGeom>
                      <a:avLst/>
                      <a:gdLst>
                        <a:gd name="connsiteX0" fmla="*/ 5615 w 5704"/>
                        <a:gd name="connsiteY0" fmla="*/ 1554 h 5094"/>
                        <a:gd name="connsiteX1" fmla="*/ 3615 w 5704"/>
                        <a:gd name="connsiteY1" fmla="*/ 4888 h 5094"/>
                        <a:gd name="connsiteX2" fmla="*/ 90 w 5704"/>
                        <a:gd name="connsiteY2" fmla="*/ 3554 h 5094"/>
                        <a:gd name="connsiteX3" fmla="*/ 2091 w 5704"/>
                        <a:gd name="connsiteY3" fmla="*/ 221 h 5094"/>
                        <a:gd name="connsiteX4" fmla="*/ 5615 w 5704"/>
                        <a:gd name="connsiteY4" fmla="*/ 1554 h 5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04" h="5094">
                          <a:moveTo>
                            <a:pt x="5615" y="1554"/>
                          </a:moveTo>
                          <a:cubicBezTo>
                            <a:pt x="5996" y="2888"/>
                            <a:pt x="5138" y="4316"/>
                            <a:pt x="3615" y="4888"/>
                          </a:cubicBezTo>
                          <a:cubicBezTo>
                            <a:pt x="2091" y="5459"/>
                            <a:pt x="471" y="4793"/>
                            <a:pt x="90" y="3554"/>
                          </a:cubicBezTo>
                          <a:cubicBezTo>
                            <a:pt x="-291" y="2221"/>
                            <a:pt x="566" y="792"/>
                            <a:pt x="2091" y="221"/>
                          </a:cubicBezTo>
                          <a:cubicBezTo>
                            <a:pt x="3615" y="-351"/>
                            <a:pt x="5138" y="221"/>
                            <a:pt x="5615" y="15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050" name="Graphique 5">
                  <a:extLst>
                    <a:ext uri="{FF2B5EF4-FFF2-40B4-BE49-F238E27FC236}">
                      <a16:creationId xmlns:a16="http://schemas.microsoft.com/office/drawing/2014/main" id="{C803E7FF-BCC3-4E48-A9E7-0DFC27E68FCC}"/>
                    </a:ext>
                  </a:extLst>
                </p:cNvPr>
                <p:cNvGrpSpPr/>
                <p:nvPr/>
              </p:nvGrpSpPr>
              <p:grpSpPr>
                <a:xfrm>
                  <a:off x="3843454" y="3145082"/>
                  <a:ext cx="100361" cy="54262"/>
                  <a:chOff x="3843454" y="3145082"/>
                  <a:chExt cx="100361" cy="54262"/>
                </a:xfrm>
                <a:solidFill>
                  <a:schemeClr val="accent1"/>
                </a:solidFill>
              </p:grpSpPr>
              <p:grpSp>
                <p:nvGrpSpPr>
                  <p:cNvPr id="14051" name="Graphique 5">
                    <a:extLst>
                      <a:ext uri="{FF2B5EF4-FFF2-40B4-BE49-F238E27FC236}">
                        <a16:creationId xmlns:a16="http://schemas.microsoft.com/office/drawing/2014/main" id="{3661230B-4B50-4325-AEF3-1C151B754338}"/>
                      </a:ext>
                    </a:extLst>
                  </p:cNvPr>
                  <p:cNvGrpSpPr/>
                  <p:nvPr/>
                </p:nvGrpSpPr>
                <p:grpSpPr>
                  <a:xfrm>
                    <a:off x="3843454" y="3145082"/>
                    <a:ext cx="34953" cy="33584"/>
                    <a:chOff x="3843454" y="3145082"/>
                    <a:chExt cx="34953" cy="33584"/>
                  </a:xfrm>
                  <a:solidFill>
                    <a:schemeClr val="accent1"/>
                  </a:solidFill>
                </p:grpSpPr>
                <p:sp>
                  <p:nvSpPr>
                    <p:cNvPr id="14052" name="Forme libre : forme 14051">
                      <a:extLst>
                        <a:ext uri="{FF2B5EF4-FFF2-40B4-BE49-F238E27FC236}">
                          <a16:creationId xmlns:a16="http://schemas.microsoft.com/office/drawing/2014/main" id="{A4798772-7CBF-4FEE-A9A8-BCB1167B51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3454" y="3145082"/>
                      <a:ext cx="34953" cy="33545"/>
                    </a:xfrm>
                    <a:custGeom>
                      <a:avLst/>
                      <a:gdLst>
                        <a:gd name="connsiteX0" fmla="*/ 31199 w 34953"/>
                        <a:gd name="connsiteY0" fmla="*/ 5438 h 33545"/>
                        <a:gd name="connsiteX1" fmla="*/ 28056 w 34953"/>
                        <a:gd name="connsiteY1" fmla="*/ 29441 h 33545"/>
                        <a:gd name="connsiteX2" fmla="*/ 3672 w 34953"/>
                        <a:gd name="connsiteY2" fmla="*/ 28013 h 33545"/>
                        <a:gd name="connsiteX3" fmla="*/ 6434 w 34953"/>
                        <a:gd name="connsiteY3" fmla="*/ 4581 h 33545"/>
                        <a:gd name="connsiteX4" fmla="*/ 31199 w 34953"/>
                        <a:gd name="connsiteY4" fmla="*/ 5438 h 33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53" h="33545">
                          <a:moveTo>
                            <a:pt x="31199" y="5438"/>
                          </a:moveTo>
                          <a:cubicBezTo>
                            <a:pt x="37295" y="12487"/>
                            <a:pt x="35771" y="23441"/>
                            <a:pt x="28056" y="29441"/>
                          </a:cubicBezTo>
                          <a:cubicBezTo>
                            <a:pt x="20341" y="35442"/>
                            <a:pt x="9292" y="34775"/>
                            <a:pt x="3672" y="28013"/>
                          </a:cubicBezTo>
                          <a:cubicBezTo>
                            <a:pt x="-1948" y="21250"/>
                            <a:pt x="-1186" y="11058"/>
                            <a:pt x="6434" y="4581"/>
                          </a:cubicBezTo>
                          <a:cubicBezTo>
                            <a:pt x="13864" y="-1801"/>
                            <a:pt x="24913" y="-1515"/>
                            <a:pt x="31199" y="543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3" name="Forme libre : forme 14052">
                      <a:extLst>
                        <a:ext uri="{FF2B5EF4-FFF2-40B4-BE49-F238E27FC236}">
                          <a16:creationId xmlns:a16="http://schemas.microsoft.com/office/drawing/2014/main" id="{68456E2C-B4B2-4C33-BF97-49BEF1AD8F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3697" y="3145948"/>
                      <a:ext cx="34710" cy="32717"/>
                    </a:xfrm>
                    <a:custGeom>
                      <a:avLst/>
                      <a:gdLst>
                        <a:gd name="connsiteX0" fmla="*/ 17621 w 34710"/>
                        <a:gd name="connsiteY0" fmla="*/ 16097 h 32717"/>
                        <a:gd name="connsiteX1" fmla="*/ 0 w 34710"/>
                        <a:gd name="connsiteY1" fmla="*/ 19621 h 32717"/>
                        <a:gd name="connsiteX2" fmla="*/ 3429 w 34710"/>
                        <a:gd name="connsiteY2" fmla="*/ 27146 h 32717"/>
                        <a:gd name="connsiteX3" fmla="*/ 27813 w 34710"/>
                        <a:gd name="connsiteY3" fmla="*/ 28575 h 32717"/>
                        <a:gd name="connsiteX4" fmla="*/ 30956 w 34710"/>
                        <a:gd name="connsiteY4" fmla="*/ 4572 h 32717"/>
                        <a:gd name="connsiteX5" fmla="*/ 23717 w 34710"/>
                        <a:gd name="connsiteY5" fmla="*/ 0 h 32717"/>
                        <a:gd name="connsiteX6" fmla="*/ 17621 w 34710"/>
                        <a:gd name="connsiteY6" fmla="*/ 16097 h 32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710" h="32717">
                          <a:moveTo>
                            <a:pt x="17621" y="16097"/>
                          </a:moveTo>
                          <a:cubicBezTo>
                            <a:pt x="12382" y="20383"/>
                            <a:pt x="5810" y="21241"/>
                            <a:pt x="0" y="19621"/>
                          </a:cubicBezTo>
                          <a:cubicBezTo>
                            <a:pt x="476" y="22288"/>
                            <a:pt x="1524" y="24956"/>
                            <a:pt x="3429" y="27146"/>
                          </a:cubicBezTo>
                          <a:cubicBezTo>
                            <a:pt x="9144" y="33909"/>
                            <a:pt x="20098" y="34671"/>
                            <a:pt x="27813" y="28575"/>
                          </a:cubicBezTo>
                          <a:cubicBezTo>
                            <a:pt x="35528" y="22574"/>
                            <a:pt x="37052" y="11716"/>
                            <a:pt x="30956" y="4572"/>
                          </a:cubicBezTo>
                          <a:cubicBezTo>
                            <a:pt x="28956" y="2381"/>
                            <a:pt x="26384" y="857"/>
                            <a:pt x="23717" y="0"/>
                          </a:cubicBezTo>
                          <a:cubicBezTo>
                            <a:pt x="24860" y="5715"/>
                            <a:pt x="22860" y="11906"/>
                            <a:pt x="17621" y="16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4" name="Forme libre : forme 14053">
                      <a:extLst>
                        <a:ext uri="{FF2B5EF4-FFF2-40B4-BE49-F238E27FC236}">
                          <a16:creationId xmlns:a16="http://schemas.microsoft.com/office/drawing/2014/main" id="{C9C316A4-42E8-487A-B8CE-9D21914CE7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210" y="3148287"/>
                      <a:ext cx="16509" cy="14271"/>
                    </a:xfrm>
                    <a:custGeom>
                      <a:avLst/>
                      <a:gdLst>
                        <a:gd name="connsiteX0" fmla="*/ 11204 w 16509"/>
                        <a:gd name="connsiteY0" fmla="*/ 614 h 14271"/>
                        <a:gd name="connsiteX1" fmla="*/ 15871 w 16509"/>
                        <a:gd name="connsiteY1" fmla="*/ 10139 h 14271"/>
                        <a:gd name="connsiteX2" fmla="*/ 5203 w 16509"/>
                        <a:gd name="connsiteY2" fmla="*/ 13568 h 14271"/>
                        <a:gd name="connsiteX3" fmla="*/ 536 w 16509"/>
                        <a:gd name="connsiteY3" fmla="*/ 4233 h 14271"/>
                        <a:gd name="connsiteX4" fmla="*/ 11204 w 16509"/>
                        <a:gd name="connsiteY4" fmla="*/ 614 h 14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09" h="14271">
                          <a:moveTo>
                            <a:pt x="11204" y="614"/>
                          </a:moveTo>
                          <a:cubicBezTo>
                            <a:pt x="15490" y="2233"/>
                            <a:pt x="17681" y="6519"/>
                            <a:pt x="15871" y="10139"/>
                          </a:cubicBezTo>
                          <a:cubicBezTo>
                            <a:pt x="14062" y="13758"/>
                            <a:pt x="9299" y="15282"/>
                            <a:pt x="5203" y="13568"/>
                          </a:cubicBezTo>
                          <a:cubicBezTo>
                            <a:pt x="1107" y="11853"/>
                            <a:pt x="-1083" y="7853"/>
                            <a:pt x="536" y="4233"/>
                          </a:cubicBezTo>
                          <a:cubicBezTo>
                            <a:pt x="2155" y="709"/>
                            <a:pt x="6918" y="-1006"/>
                            <a:pt x="11204" y="61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5" name="Forme libre : forme 14054">
                      <a:extLst>
                        <a:ext uri="{FF2B5EF4-FFF2-40B4-BE49-F238E27FC236}">
                          <a16:creationId xmlns:a16="http://schemas.microsoft.com/office/drawing/2014/main" id="{7B81BA86-73DF-49E4-AA8C-091652AD04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4351" y="3152794"/>
                      <a:ext cx="5836" cy="5514"/>
                    </a:xfrm>
                    <a:custGeom>
                      <a:avLst/>
                      <a:gdLst>
                        <a:gd name="connsiteX0" fmla="*/ 5157 w 5836"/>
                        <a:gd name="connsiteY0" fmla="*/ 870 h 5514"/>
                        <a:gd name="connsiteX1" fmla="*/ 4776 w 5836"/>
                        <a:gd name="connsiteY1" fmla="*/ 4775 h 5514"/>
                        <a:gd name="connsiteX2" fmla="*/ 680 w 5836"/>
                        <a:gd name="connsiteY2" fmla="*/ 4680 h 5514"/>
                        <a:gd name="connsiteX3" fmla="*/ 1061 w 5836"/>
                        <a:gd name="connsiteY3" fmla="*/ 774 h 5514"/>
                        <a:gd name="connsiteX4" fmla="*/ 5157 w 5836"/>
                        <a:gd name="connsiteY4" fmla="*/ 870 h 5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6" h="5514">
                          <a:moveTo>
                            <a:pt x="5157" y="870"/>
                          </a:moveTo>
                          <a:cubicBezTo>
                            <a:pt x="6205" y="2013"/>
                            <a:pt x="6014" y="3727"/>
                            <a:pt x="4776" y="4775"/>
                          </a:cubicBezTo>
                          <a:cubicBezTo>
                            <a:pt x="3538" y="5823"/>
                            <a:pt x="1728" y="5727"/>
                            <a:pt x="680" y="4680"/>
                          </a:cubicBezTo>
                          <a:cubicBezTo>
                            <a:pt x="-368" y="3536"/>
                            <a:pt x="-177" y="1822"/>
                            <a:pt x="1061" y="774"/>
                          </a:cubicBezTo>
                          <a:cubicBezTo>
                            <a:pt x="2299" y="-273"/>
                            <a:pt x="4204" y="-273"/>
                            <a:pt x="5157" y="87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056" name="Graphique 5">
                    <a:extLst>
                      <a:ext uri="{FF2B5EF4-FFF2-40B4-BE49-F238E27FC236}">
                        <a16:creationId xmlns:a16="http://schemas.microsoft.com/office/drawing/2014/main" id="{B592DB7D-58D5-4642-93D5-596FFDA5151F}"/>
                      </a:ext>
                    </a:extLst>
                  </p:cNvPr>
                  <p:cNvGrpSpPr/>
                  <p:nvPr/>
                </p:nvGrpSpPr>
                <p:grpSpPr>
                  <a:xfrm>
                    <a:off x="3873908" y="3159299"/>
                    <a:ext cx="35441" cy="34169"/>
                    <a:chOff x="3873908" y="3159299"/>
                    <a:chExt cx="35441" cy="34169"/>
                  </a:xfrm>
                  <a:solidFill>
                    <a:schemeClr val="accent1"/>
                  </a:solidFill>
                </p:grpSpPr>
                <p:sp>
                  <p:nvSpPr>
                    <p:cNvPr id="14057" name="Forme libre : forme 14056">
                      <a:extLst>
                        <a:ext uri="{FF2B5EF4-FFF2-40B4-BE49-F238E27FC236}">
                          <a16:creationId xmlns:a16="http://schemas.microsoft.com/office/drawing/2014/main" id="{B607653E-AA2F-4FD6-B2AD-ED0DF8C427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3908" y="3159299"/>
                      <a:ext cx="35441" cy="34169"/>
                    </a:xfrm>
                    <a:custGeom>
                      <a:avLst/>
                      <a:gdLst>
                        <a:gd name="connsiteX0" fmla="*/ 31701 w 35441"/>
                        <a:gd name="connsiteY0" fmla="*/ 6271 h 34169"/>
                        <a:gd name="connsiteX1" fmla="*/ 28177 w 35441"/>
                        <a:gd name="connsiteY1" fmla="*/ 30560 h 34169"/>
                        <a:gd name="connsiteX2" fmla="*/ 3602 w 35441"/>
                        <a:gd name="connsiteY2" fmla="*/ 27893 h 34169"/>
                        <a:gd name="connsiteX3" fmla="*/ 6936 w 35441"/>
                        <a:gd name="connsiteY3" fmla="*/ 4080 h 34169"/>
                        <a:gd name="connsiteX4" fmla="*/ 31701 w 35441"/>
                        <a:gd name="connsiteY4" fmla="*/ 6271 h 34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41" h="34169">
                          <a:moveTo>
                            <a:pt x="31701" y="6271"/>
                          </a:moveTo>
                          <a:cubicBezTo>
                            <a:pt x="37892" y="13700"/>
                            <a:pt x="36178" y="24654"/>
                            <a:pt x="28177" y="30560"/>
                          </a:cubicBezTo>
                          <a:cubicBezTo>
                            <a:pt x="20176" y="36370"/>
                            <a:pt x="9508" y="34941"/>
                            <a:pt x="3602" y="27893"/>
                          </a:cubicBezTo>
                          <a:cubicBezTo>
                            <a:pt x="-2303" y="20844"/>
                            <a:pt x="-779" y="10271"/>
                            <a:pt x="6936" y="4080"/>
                          </a:cubicBezTo>
                          <a:cubicBezTo>
                            <a:pt x="14556" y="-2111"/>
                            <a:pt x="25605" y="-1159"/>
                            <a:pt x="31701" y="62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8" name="Forme libre : forme 14057">
                      <a:extLst>
                        <a:ext uri="{FF2B5EF4-FFF2-40B4-BE49-F238E27FC236}">
                          <a16:creationId xmlns:a16="http://schemas.microsoft.com/office/drawing/2014/main" id="{0FD75115-8FED-41E2-91D8-D710FA435F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4082" y="3160522"/>
                      <a:ext cx="35213" cy="32947"/>
                    </a:xfrm>
                    <a:custGeom>
                      <a:avLst/>
                      <a:gdLst>
                        <a:gd name="connsiteX0" fmla="*/ 17812 w 35213"/>
                        <a:gd name="connsiteY0" fmla="*/ 16097 h 32947"/>
                        <a:gd name="connsiteX1" fmla="*/ 0 w 35213"/>
                        <a:gd name="connsiteY1" fmla="*/ 18860 h 32947"/>
                        <a:gd name="connsiteX2" fmla="*/ 3334 w 35213"/>
                        <a:gd name="connsiteY2" fmla="*/ 26670 h 32947"/>
                        <a:gd name="connsiteX3" fmla="*/ 27908 w 35213"/>
                        <a:gd name="connsiteY3" fmla="*/ 29337 h 32947"/>
                        <a:gd name="connsiteX4" fmla="*/ 31432 w 35213"/>
                        <a:gd name="connsiteY4" fmla="*/ 5048 h 32947"/>
                        <a:gd name="connsiteX5" fmla="*/ 24384 w 35213"/>
                        <a:gd name="connsiteY5" fmla="*/ 0 h 32947"/>
                        <a:gd name="connsiteX6" fmla="*/ 17812 w 35213"/>
                        <a:gd name="connsiteY6" fmla="*/ 16097 h 32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13" h="32947">
                          <a:moveTo>
                            <a:pt x="17812" y="16097"/>
                          </a:moveTo>
                          <a:cubicBezTo>
                            <a:pt x="12478" y="20193"/>
                            <a:pt x="5715" y="20860"/>
                            <a:pt x="0" y="18860"/>
                          </a:cubicBezTo>
                          <a:cubicBezTo>
                            <a:pt x="381" y="21622"/>
                            <a:pt x="1429" y="24384"/>
                            <a:pt x="3334" y="26670"/>
                          </a:cubicBezTo>
                          <a:cubicBezTo>
                            <a:pt x="9239" y="33719"/>
                            <a:pt x="19812" y="35147"/>
                            <a:pt x="27908" y="29337"/>
                          </a:cubicBezTo>
                          <a:cubicBezTo>
                            <a:pt x="35909" y="23527"/>
                            <a:pt x="37719" y="12478"/>
                            <a:pt x="31432" y="5048"/>
                          </a:cubicBezTo>
                          <a:cubicBezTo>
                            <a:pt x="29528" y="2667"/>
                            <a:pt x="27051" y="1048"/>
                            <a:pt x="24384" y="0"/>
                          </a:cubicBezTo>
                          <a:cubicBezTo>
                            <a:pt x="25337" y="5906"/>
                            <a:pt x="23050" y="12097"/>
                            <a:pt x="17812" y="16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9" name="Forme libre : forme 14058">
                      <a:extLst>
                        <a:ext uri="{FF2B5EF4-FFF2-40B4-BE49-F238E27FC236}">
                          <a16:creationId xmlns:a16="http://schemas.microsoft.com/office/drawing/2014/main" id="{E5369029-EFDD-42A4-918D-B2BCDE275F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6844" y="3162725"/>
                      <a:ext cx="16656" cy="14665"/>
                    </a:xfrm>
                    <a:custGeom>
                      <a:avLst/>
                      <a:gdLst>
                        <a:gd name="connsiteX0" fmla="*/ 11527 w 16656"/>
                        <a:gd name="connsiteY0" fmla="*/ 845 h 14665"/>
                        <a:gd name="connsiteX1" fmla="*/ 16003 w 16656"/>
                        <a:gd name="connsiteY1" fmla="*/ 10751 h 14665"/>
                        <a:gd name="connsiteX2" fmla="*/ 5050 w 16656"/>
                        <a:gd name="connsiteY2" fmla="*/ 13799 h 14665"/>
                        <a:gd name="connsiteX3" fmla="*/ 668 w 16656"/>
                        <a:gd name="connsiteY3" fmla="*/ 3989 h 14665"/>
                        <a:gd name="connsiteX4" fmla="*/ 11527 w 16656"/>
                        <a:gd name="connsiteY4" fmla="*/ 845 h 14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56" h="14665">
                          <a:moveTo>
                            <a:pt x="11527" y="845"/>
                          </a:moveTo>
                          <a:cubicBezTo>
                            <a:pt x="15718" y="2750"/>
                            <a:pt x="17813" y="7227"/>
                            <a:pt x="16003" y="10751"/>
                          </a:cubicBezTo>
                          <a:cubicBezTo>
                            <a:pt x="14194" y="14371"/>
                            <a:pt x="9336" y="15704"/>
                            <a:pt x="5050" y="13799"/>
                          </a:cubicBezTo>
                          <a:cubicBezTo>
                            <a:pt x="859" y="11989"/>
                            <a:pt x="-1142" y="7608"/>
                            <a:pt x="668" y="3989"/>
                          </a:cubicBezTo>
                          <a:cubicBezTo>
                            <a:pt x="2478" y="369"/>
                            <a:pt x="7336" y="-1060"/>
                            <a:pt x="11527" y="84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60" name="Forme libre : forme 14059">
                      <a:extLst>
                        <a:ext uri="{FF2B5EF4-FFF2-40B4-BE49-F238E27FC236}">
                          <a16:creationId xmlns:a16="http://schemas.microsoft.com/office/drawing/2014/main" id="{5C110538-BF1A-461F-8587-7FF9A91E23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5202" y="3167040"/>
                      <a:ext cx="5769" cy="5647"/>
                    </a:xfrm>
                    <a:custGeom>
                      <a:avLst/>
                      <a:gdLst>
                        <a:gd name="connsiteX0" fmla="*/ 5167 w 5769"/>
                        <a:gd name="connsiteY0" fmla="*/ 1006 h 5647"/>
                        <a:gd name="connsiteX1" fmla="*/ 4691 w 5769"/>
                        <a:gd name="connsiteY1" fmla="*/ 5007 h 5647"/>
                        <a:gd name="connsiteX2" fmla="*/ 595 w 5769"/>
                        <a:gd name="connsiteY2" fmla="*/ 4625 h 5647"/>
                        <a:gd name="connsiteX3" fmla="*/ 1167 w 5769"/>
                        <a:gd name="connsiteY3" fmla="*/ 720 h 5647"/>
                        <a:gd name="connsiteX4" fmla="*/ 5167 w 5769"/>
                        <a:gd name="connsiteY4" fmla="*/ 1006 h 56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9" h="5647">
                          <a:moveTo>
                            <a:pt x="5167" y="1006"/>
                          </a:moveTo>
                          <a:cubicBezTo>
                            <a:pt x="6120" y="2244"/>
                            <a:pt x="5929" y="3959"/>
                            <a:pt x="4691" y="5007"/>
                          </a:cubicBezTo>
                          <a:cubicBezTo>
                            <a:pt x="3453" y="5959"/>
                            <a:pt x="1548" y="5864"/>
                            <a:pt x="595" y="4625"/>
                          </a:cubicBezTo>
                          <a:cubicBezTo>
                            <a:pt x="-357" y="3387"/>
                            <a:pt x="-167" y="1673"/>
                            <a:pt x="1167" y="720"/>
                          </a:cubicBezTo>
                          <a:cubicBezTo>
                            <a:pt x="2310" y="-327"/>
                            <a:pt x="4215" y="-232"/>
                            <a:pt x="5167" y="100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061" name="Graphique 5">
                    <a:extLst>
                      <a:ext uri="{FF2B5EF4-FFF2-40B4-BE49-F238E27FC236}">
                        <a16:creationId xmlns:a16="http://schemas.microsoft.com/office/drawing/2014/main" id="{22107F0A-D816-4E06-9490-D0756A8EDCF3}"/>
                      </a:ext>
                    </a:extLst>
                  </p:cNvPr>
                  <p:cNvGrpSpPr/>
                  <p:nvPr/>
                </p:nvGrpSpPr>
                <p:grpSpPr>
                  <a:xfrm>
                    <a:off x="3908424" y="3164091"/>
                    <a:ext cx="35391" cy="35253"/>
                    <a:chOff x="3908424" y="3164091"/>
                    <a:chExt cx="35391" cy="35253"/>
                  </a:xfrm>
                  <a:solidFill>
                    <a:schemeClr val="accent1"/>
                  </a:solidFill>
                </p:grpSpPr>
                <p:sp>
                  <p:nvSpPr>
                    <p:cNvPr id="14062" name="Forme libre : forme 14061">
                      <a:extLst>
                        <a:ext uri="{FF2B5EF4-FFF2-40B4-BE49-F238E27FC236}">
                          <a16:creationId xmlns:a16="http://schemas.microsoft.com/office/drawing/2014/main" id="{CB68F7F7-ACDA-4C4A-BCC9-2A7BD5BEC7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424" y="3164091"/>
                      <a:ext cx="35391" cy="35184"/>
                    </a:xfrm>
                    <a:custGeom>
                      <a:avLst/>
                      <a:gdLst>
                        <a:gd name="connsiteX0" fmla="*/ 31952 w 35391"/>
                        <a:gd name="connsiteY0" fmla="*/ 7004 h 35184"/>
                        <a:gd name="connsiteX1" fmla="*/ 28047 w 35391"/>
                        <a:gd name="connsiteY1" fmla="*/ 31864 h 35184"/>
                        <a:gd name="connsiteX2" fmla="*/ 3282 w 35391"/>
                        <a:gd name="connsiteY2" fmla="*/ 28245 h 35184"/>
                        <a:gd name="connsiteX3" fmla="*/ 7092 w 35391"/>
                        <a:gd name="connsiteY3" fmla="*/ 3765 h 35184"/>
                        <a:gd name="connsiteX4" fmla="*/ 31952 w 35391"/>
                        <a:gd name="connsiteY4" fmla="*/ 7004 h 351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91" h="35184">
                          <a:moveTo>
                            <a:pt x="31952" y="7004"/>
                          </a:moveTo>
                          <a:cubicBezTo>
                            <a:pt x="37762" y="15005"/>
                            <a:pt x="36048" y="26244"/>
                            <a:pt x="28047" y="31864"/>
                          </a:cubicBezTo>
                          <a:cubicBezTo>
                            <a:pt x="20046" y="37484"/>
                            <a:pt x="8902" y="35769"/>
                            <a:pt x="3282" y="28245"/>
                          </a:cubicBezTo>
                          <a:cubicBezTo>
                            <a:pt x="-2338" y="20625"/>
                            <a:pt x="-528" y="9766"/>
                            <a:pt x="7092" y="3765"/>
                          </a:cubicBezTo>
                          <a:cubicBezTo>
                            <a:pt x="14712" y="-2235"/>
                            <a:pt x="26237" y="-997"/>
                            <a:pt x="31952" y="700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63" name="Forme libre : forme 14062">
                      <a:extLst>
                        <a:ext uri="{FF2B5EF4-FFF2-40B4-BE49-F238E27FC236}">
                          <a16:creationId xmlns:a16="http://schemas.microsoft.com/office/drawing/2014/main" id="{C01111CD-D3F7-49CF-931F-44353319D4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562" y="3165570"/>
                      <a:ext cx="35253" cy="33774"/>
                    </a:xfrm>
                    <a:custGeom>
                      <a:avLst/>
                      <a:gdLst>
                        <a:gd name="connsiteX0" fmla="*/ 17812 w 35253"/>
                        <a:gd name="connsiteY0" fmla="*/ 16478 h 33774"/>
                        <a:gd name="connsiteX1" fmla="*/ 0 w 35253"/>
                        <a:gd name="connsiteY1" fmla="*/ 18479 h 33774"/>
                        <a:gd name="connsiteX2" fmla="*/ 3143 w 35253"/>
                        <a:gd name="connsiteY2" fmla="*/ 26765 h 33774"/>
                        <a:gd name="connsiteX3" fmla="*/ 27908 w 35253"/>
                        <a:gd name="connsiteY3" fmla="*/ 30385 h 33774"/>
                        <a:gd name="connsiteX4" fmla="*/ 31813 w 35253"/>
                        <a:gd name="connsiteY4" fmla="*/ 5525 h 33774"/>
                        <a:gd name="connsiteX5" fmla="*/ 24955 w 35253"/>
                        <a:gd name="connsiteY5" fmla="*/ 0 h 33774"/>
                        <a:gd name="connsiteX6" fmla="*/ 17812 w 35253"/>
                        <a:gd name="connsiteY6" fmla="*/ 16478 h 33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53" h="33774">
                          <a:moveTo>
                            <a:pt x="17812" y="16478"/>
                          </a:moveTo>
                          <a:cubicBezTo>
                            <a:pt x="12382" y="20479"/>
                            <a:pt x="5524" y="20955"/>
                            <a:pt x="0" y="18479"/>
                          </a:cubicBezTo>
                          <a:cubicBezTo>
                            <a:pt x="286" y="21431"/>
                            <a:pt x="1238" y="24289"/>
                            <a:pt x="3143" y="26765"/>
                          </a:cubicBezTo>
                          <a:cubicBezTo>
                            <a:pt x="8763" y="34385"/>
                            <a:pt x="19907" y="36100"/>
                            <a:pt x="27908" y="30385"/>
                          </a:cubicBezTo>
                          <a:cubicBezTo>
                            <a:pt x="35909" y="24765"/>
                            <a:pt x="37624" y="13525"/>
                            <a:pt x="31813" y="5525"/>
                          </a:cubicBezTo>
                          <a:cubicBezTo>
                            <a:pt x="30004" y="2953"/>
                            <a:pt x="27527" y="1143"/>
                            <a:pt x="24955" y="0"/>
                          </a:cubicBezTo>
                          <a:cubicBezTo>
                            <a:pt x="25622" y="6191"/>
                            <a:pt x="23146" y="12573"/>
                            <a:pt x="17812" y="164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64" name="Forme libre : forme 14063">
                      <a:extLst>
                        <a:ext uri="{FF2B5EF4-FFF2-40B4-BE49-F238E27FC236}">
                          <a16:creationId xmlns:a16="http://schemas.microsoft.com/office/drawing/2014/main" id="{54074FE0-C166-4283-9B4B-F662090F0A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1521" y="3167675"/>
                      <a:ext cx="16563" cy="15364"/>
                    </a:xfrm>
                    <a:custGeom>
                      <a:avLst/>
                      <a:gdLst>
                        <a:gd name="connsiteX0" fmla="*/ 11711 w 16563"/>
                        <a:gd name="connsiteY0" fmla="*/ 1038 h 15364"/>
                        <a:gd name="connsiteX1" fmla="*/ 15806 w 16563"/>
                        <a:gd name="connsiteY1" fmla="*/ 11611 h 15364"/>
                        <a:gd name="connsiteX2" fmla="*/ 4853 w 16563"/>
                        <a:gd name="connsiteY2" fmla="*/ 14278 h 15364"/>
                        <a:gd name="connsiteX3" fmla="*/ 757 w 16563"/>
                        <a:gd name="connsiteY3" fmla="*/ 3896 h 15364"/>
                        <a:gd name="connsiteX4" fmla="*/ 11711 w 16563"/>
                        <a:gd name="connsiteY4" fmla="*/ 1038 h 15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63" h="15364">
                          <a:moveTo>
                            <a:pt x="11711" y="1038"/>
                          </a:moveTo>
                          <a:cubicBezTo>
                            <a:pt x="15902" y="3134"/>
                            <a:pt x="17711" y="7896"/>
                            <a:pt x="15806" y="11611"/>
                          </a:cubicBezTo>
                          <a:cubicBezTo>
                            <a:pt x="13901" y="15230"/>
                            <a:pt x="8948" y="16469"/>
                            <a:pt x="4853" y="14278"/>
                          </a:cubicBezTo>
                          <a:cubicBezTo>
                            <a:pt x="662" y="12182"/>
                            <a:pt x="-1148" y="7515"/>
                            <a:pt x="757" y="3896"/>
                          </a:cubicBezTo>
                          <a:cubicBezTo>
                            <a:pt x="2662" y="276"/>
                            <a:pt x="7520" y="-1153"/>
                            <a:pt x="11711" y="103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65" name="Forme libre : forme 14064">
                      <a:extLst>
                        <a:ext uri="{FF2B5EF4-FFF2-40B4-BE49-F238E27FC236}">
                          <a16:creationId xmlns:a16="http://schemas.microsoft.com/office/drawing/2014/main" id="{C4EC1E89-BC10-4EF4-AFF7-EF4DE08205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9717" y="3171861"/>
                      <a:ext cx="5884" cy="5829"/>
                    </a:xfrm>
                    <a:custGeom>
                      <a:avLst/>
                      <a:gdLst>
                        <a:gd name="connsiteX0" fmla="*/ 5323 w 5884"/>
                        <a:gd name="connsiteY0" fmla="*/ 1138 h 5829"/>
                        <a:gd name="connsiteX1" fmla="*/ 4657 w 5884"/>
                        <a:gd name="connsiteY1" fmla="*/ 5234 h 5829"/>
                        <a:gd name="connsiteX2" fmla="*/ 561 w 5884"/>
                        <a:gd name="connsiteY2" fmla="*/ 4663 h 5829"/>
                        <a:gd name="connsiteX3" fmla="*/ 1227 w 5884"/>
                        <a:gd name="connsiteY3" fmla="*/ 567 h 5829"/>
                        <a:gd name="connsiteX4" fmla="*/ 5323 w 5884"/>
                        <a:gd name="connsiteY4" fmla="*/ 1138 h 5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4" h="5829">
                          <a:moveTo>
                            <a:pt x="5323" y="1138"/>
                          </a:moveTo>
                          <a:cubicBezTo>
                            <a:pt x="6276" y="2377"/>
                            <a:pt x="5990" y="4282"/>
                            <a:pt x="4657" y="5234"/>
                          </a:cubicBezTo>
                          <a:cubicBezTo>
                            <a:pt x="3323" y="6187"/>
                            <a:pt x="1513" y="5996"/>
                            <a:pt x="561" y="4663"/>
                          </a:cubicBezTo>
                          <a:cubicBezTo>
                            <a:pt x="-392" y="3424"/>
                            <a:pt x="-106" y="1519"/>
                            <a:pt x="1227" y="567"/>
                          </a:cubicBezTo>
                          <a:cubicBezTo>
                            <a:pt x="2656" y="-386"/>
                            <a:pt x="4466" y="-100"/>
                            <a:pt x="5323" y="113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066" name="Graphique 5">
                  <a:extLst>
                    <a:ext uri="{FF2B5EF4-FFF2-40B4-BE49-F238E27FC236}">
                      <a16:creationId xmlns:a16="http://schemas.microsoft.com/office/drawing/2014/main" id="{C54415A4-C5C6-4FA0-A965-B216F4AA6AE4}"/>
                    </a:ext>
                  </a:extLst>
                </p:cNvPr>
                <p:cNvGrpSpPr/>
                <p:nvPr/>
              </p:nvGrpSpPr>
              <p:grpSpPr>
                <a:xfrm>
                  <a:off x="3920611" y="3054238"/>
                  <a:ext cx="105798" cy="60912"/>
                  <a:chOff x="3920611" y="3054238"/>
                  <a:chExt cx="105798" cy="60912"/>
                </a:xfrm>
                <a:solidFill>
                  <a:schemeClr val="accent1"/>
                </a:solidFill>
              </p:grpSpPr>
              <p:grpSp>
                <p:nvGrpSpPr>
                  <p:cNvPr id="14067" name="Graphique 5">
                    <a:extLst>
                      <a:ext uri="{FF2B5EF4-FFF2-40B4-BE49-F238E27FC236}">
                        <a16:creationId xmlns:a16="http://schemas.microsoft.com/office/drawing/2014/main" id="{CA0D6410-E492-4C3B-9FBA-0C1FDC684E3B}"/>
                      </a:ext>
                    </a:extLst>
                  </p:cNvPr>
                  <p:cNvGrpSpPr/>
                  <p:nvPr/>
                </p:nvGrpSpPr>
                <p:grpSpPr>
                  <a:xfrm>
                    <a:off x="3920611" y="3054238"/>
                    <a:ext cx="36164" cy="37305"/>
                    <a:chOff x="3920611" y="3054238"/>
                    <a:chExt cx="36164" cy="37305"/>
                  </a:xfrm>
                  <a:solidFill>
                    <a:schemeClr val="accent1"/>
                  </a:solidFill>
                </p:grpSpPr>
                <p:sp>
                  <p:nvSpPr>
                    <p:cNvPr id="14068" name="Forme libre : forme 14067">
                      <a:extLst>
                        <a:ext uri="{FF2B5EF4-FFF2-40B4-BE49-F238E27FC236}">
                          <a16:creationId xmlns:a16="http://schemas.microsoft.com/office/drawing/2014/main" id="{D62472BB-40F7-4C76-BB31-BDE528CC59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0611" y="3054238"/>
                      <a:ext cx="36127" cy="37305"/>
                    </a:xfrm>
                    <a:custGeom>
                      <a:avLst/>
                      <a:gdLst>
                        <a:gd name="connsiteX0" fmla="*/ 31004 w 36127"/>
                        <a:gd name="connsiteY0" fmla="*/ 6176 h 37305"/>
                        <a:gd name="connsiteX1" fmla="*/ 30528 w 36127"/>
                        <a:gd name="connsiteY1" fmla="*/ 32846 h 37305"/>
                        <a:gd name="connsiteX2" fmla="*/ 5096 w 36127"/>
                        <a:gd name="connsiteY2" fmla="*/ 30941 h 37305"/>
                        <a:gd name="connsiteX3" fmla="*/ 5191 w 36127"/>
                        <a:gd name="connsiteY3" fmla="*/ 4938 h 37305"/>
                        <a:gd name="connsiteX4" fmla="*/ 31004 w 36127"/>
                        <a:gd name="connsiteY4" fmla="*/ 6176 h 373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127" h="37305">
                          <a:moveTo>
                            <a:pt x="31004" y="6176"/>
                          </a:moveTo>
                          <a:cubicBezTo>
                            <a:pt x="38053" y="14082"/>
                            <a:pt x="37767" y="26179"/>
                            <a:pt x="30528" y="32846"/>
                          </a:cubicBezTo>
                          <a:cubicBezTo>
                            <a:pt x="23194" y="39514"/>
                            <a:pt x="11764" y="38561"/>
                            <a:pt x="5096" y="30941"/>
                          </a:cubicBezTo>
                          <a:cubicBezTo>
                            <a:pt x="-1571" y="23321"/>
                            <a:pt x="-1857" y="11987"/>
                            <a:pt x="5191" y="4938"/>
                          </a:cubicBezTo>
                          <a:cubicBezTo>
                            <a:pt x="12145" y="-2110"/>
                            <a:pt x="23670" y="-1539"/>
                            <a:pt x="31004" y="617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69" name="Forme libre : forme 14068">
                      <a:extLst>
                        <a:ext uri="{FF2B5EF4-FFF2-40B4-BE49-F238E27FC236}">
                          <a16:creationId xmlns:a16="http://schemas.microsoft.com/office/drawing/2014/main" id="{699D1DC6-18EC-4BCC-ABE2-A3DFB57C2D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1325" y="3055270"/>
                      <a:ext cx="35449" cy="36272"/>
                    </a:xfrm>
                    <a:custGeom>
                      <a:avLst/>
                      <a:gdLst>
                        <a:gd name="connsiteX0" fmla="*/ 17812 w 35449"/>
                        <a:gd name="connsiteY0" fmla="*/ 17812 h 36272"/>
                        <a:gd name="connsiteX1" fmla="*/ 0 w 35449"/>
                        <a:gd name="connsiteY1" fmla="*/ 21431 h 36272"/>
                        <a:gd name="connsiteX2" fmla="*/ 4381 w 35449"/>
                        <a:gd name="connsiteY2" fmla="*/ 29909 h 36272"/>
                        <a:gd name="connsiteX3" fmla="*/ 29813 w 35449"/>
                        <a:gd name="connsiteY3" fmla="*/ 31814 h 36272"/>
                        <a:gd name="connsiteX4" fmla="*/ 30289 w 35449"/>
                        <a:gd name="connsiteY4" fmla="*/ 5144 h 36272"/>
                        <a:gd name="connsiteX5" fmla="*/ 22288 w 35449"/>
                        <a:gd name="connsiteY5" fmla="*/ 0 h 36272"/>
                        <a:gd name="connsiteX6" fmla="*/ 17812 w 35449"/>
                        <a:gd name="connsiteY6" fmla="*/ 17812 h 36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49" h="36272">
                          <a:moveTo>
                            <a:pt x="17812" y="17812"/>
                          </a:moveTo>
                          <a:cubicBezTo>
                            <a:pt x="12859" y="22479"/>
                            <a:pt x="6191" y="23432"/>
                            <a:pt x="0" y="21431"/>
                          </a:cubicBezTo>
                          <a:cubicBezTo>
                            <a:pt x="857" y="24384"/>
                            <a:pt x="2191" y="27337"/>
                            <a:pt x="4381" y="29909"/>
                          </a:cubicBezTo>
                          <a:cubicBezTo>
                            <a:pt x="11049" y="37529"/>
                            <a:pt x="22479" y="38481"/>
                            <a:pt x="29813" y="31814"/>
                          </a:cubicBezTo>
                          <a:cubicBezTo>
                            <a:pt x="37052" y="25241"/>
                            <a:pt x="37433" y="13145"/>
                            <a:pt x="30289" y="5144"/>
                          </a:cubicBezTo>
                          <a:cubicBezTo>
                            <a:pt x="28004" y="2667"/>
                            <a:pt x="25146" y="1048"/>
                            <a:pt x="22288" y="0"/>
                          </a:cubicBezTo>
                          <a:cubicBezTo>
                            <a:pt x="24098" y="6382"/>
                            <a:pt x="22670" y="13145"/>
                            <a:pt x="17812" y="17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70" name="Forme libre : forme 14069">
                      <a:extLst>
                        <a:ext uri="{FF2B5EF4-FFF2-40B4-BE49-F238E27FC236}">
                          <a16:creationId xmlns:a16="http://schemas.microsoft.com/office/drawing/2014/main" id="{BB578A69-8CE4-4195-AFE0-CAB6ADC280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2895" y="3057804"/>
                      <a:ext cx="17295" cy="15883"/>
                    </a:xfrm>
                    <a:custGeom>
                      <a:avLst/>
                      <a:gdLst>
                        <a:gd name="connsiteX0" fmla="*/ 11005 w 17295"/>
                        <a:gd name="connsiteY0" fmla="*/ 705 h 15883"/>
                        <a:gd name="connsiteX1" fmla="*/ 16910 w 17295"/>
                        <a:gd name="connsiteY1" fmla="*/ 11373 h 15883"/>
                        <a:gd name="connsiteX2" fmla="*/ 6242 w 17295"/>
                        <a:gd name="connsiteY2" fmla="*/ 15087 h 15883"/>
                        <a:gd name="connsiteX3" fmla="*/ 337 w 17295"/>
                        <a:gd name="connsiteY3" fmla="*/ 4610 h 15883"/>
                        <a:gd name="connsiteX4" fmla="*/ 11005 w 17295"/>
                        <a:gd name="connsiteY4" fmla="*/ 705 h 1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95" h="15883">
                          <a:moveTo>
                            <a:pt x="11005" y="705"/>
                          </a:moveTo>
                          <a:cubicBezTo>
                            <a:pt x="15672" y="2514"/>
                            <a:pt x="18339" y="7277"/>
                            <a:pt x="16910" y="11373"/>
                          </a:cubicBezTo>
                          <a:cubicBezTo>
                            <a:pt x="15481" y="15373"/>
                            <a:pt x="10719" y="16992"/>
                            <a:pt x="6242" y="15087"/>
                          </a:cubicBezTo>
                          <a:cubicBezTo>
                            <a:pt x="1765" y="13182"/>
                            <a:pt x="-997" y="8610"/>
                            <a:pt x="337" y="4610"/>
                          </a:cubicBezTo>
                          <a:cubicBezTo>
                            <a:pt x="1670" y="705"/>
                            <a:pt x="6433" y="-1105"/>
                            <a:pt x="11005" y="70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71" name="Forme libre : forme 14070">
                      <a:extLst>
                        <a:ext uri="{FF2B5EF4-FFF2-40B4-BE49-F238E27FC236}">
                          <a16:creationId xmlns:a16="http://schemas.microsoft.com/office/drawing/2014/main" id="{E6D8513D-D8D3-4CC6-9791-0B7E4CF2A2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1182" y="3062756"/>
                      <a:ext cx="6003" cy="6078"/>
                    </a:xfrm>
                    <a:custGeom>
                      <a:avLst/>
                      <a:gdLst>
                        <a:gd name="connsiteX0" fmla="*/ 5097 w 6003"/>
                        <a:gd name="connsiteY0" fmla="*/ 992 h 6078"/>
                        <a:gd name="connsiteX1" fmla="*/ 5193 w 6003"/>
                        <a:gd name="connsiteY1" fmla="*/ 5278 h 6078"/>
                        <a:gd name="connsiteX2" fmla="*/ 906 w 6003"/>
                        <a:gd name="connsiteY2" fmla="*/ 5087 h 6078"/>
                        <a:gd name="connsiteX3" fmla="*/ 811 w 6003"/>
                        <a:gd name="connsiteY3" fmla="*/ 801 h 6078"/>
                        <a:gd name="connsiteX4" fmla="*/ 5097 w 6003"/>
                        <a:gd name="connsiteY4" fmla="*/ 992 h 6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03" h="6078">
                          <a:moveTo>
                            <a:pt x="5097" y="992"/>
                          </a:moveTo>
                          <a:cubicBezTo>
                            <a:pt x="6240" y="2230"/>
                            <a:pt x="6336" y="4135"/>
                            <a:pt x="5193" y="5278"/>
                          </a:cubicBezTo>
                          <a:cubicBezTo>
                            <a:pt x="4049" y="6421"/>
                            <a:pt x="2145" y="6325"/>
                            <a:pt x="906" y="5087"/>
                          </a:cubicBezTo>
                          <a:cubicBezTo>
                            <a:pt x="-237" y="3849"/>
                            <a:pt x="-332" y="1944"/>
                            <a:pt x="811" y="801"/>
                          </a:cubicBezTo>
                          <a:cubicBezTo>
                            <a:pt x="1954" y="-342"/>
                            <a:pt x="3954" y="-247"/>
                            <a:pt x="5097" y="9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072" name="Graphique 5">
                    <a:extLst>
                      <a:ext uri="{FF2B5EF4-FFF2-40B4-BE49-F238E27FC236}">
                        <a16:creationId xmlns:a16="http://schemas.microsoft.com/office/drawing/2014/main" id="{8474C103-B351-45A5-A7FB-F2DB665434B8}"/>
                      </a:ext>
                    </a:extLst>
                  </p:cNvPr>
                  <p:cNvGrpSpPr/>
                  <p:nvPr/>
                </p:nvGrpSpPr>
                <p:grpSpPr>
                  <a:xfrm>
                    <a:off x="3953845" y="3070341"/>
                    <a:ext cx="36504" cy="38053"/>
                    <a:chOff x="3953845" y="3070341"/>
                    <a:chExt cx="36504" cy="38053"/>
                  </a:xfrm>
                  <a:solidFill>
                    <a:schemeClr val="accent1"/>
                  </a:solidFill>
                </p:grpSpPr>
                <p:sp>
                  <p:nvSpPr>
                    <p:cNvPr id="14073" name="Forme libre : forme 14072">
                      <a:extLst>
                        <a:ext uri="{FF2B5EF4-FFF2-40B4-BE49-F238E27FC236}">
                          <a16:creationId xmlns:a16="http://schemas.microsoft.com/office/drawing/2014/main" id="{78571302-5C32-4FAF-9AF9-890DBA774B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3845" y="3070341"/>
                      <a:ext cx="36470" cy="37957"/>
                    </a:xfrm>
                    <a:custGeom>
                      <a:avLst/>
                      <a:gdLst>
                        <a:gd name="connsiteX0" fmla="*/ 31394 w 36470"/>
                        <a:gd name="connsiteY0" fmla="*/ 7028 h 37957"/>
                        <a:gd name="connsiteX1" fmla="*/ 30441 w 36470"/>
                        <a:gd name="connsiteY1" fmla="*/ 33983 h 37957"/>
                        <a:gd name="connsiteX2" fmla="*/ 4914 w 36470"/>
                        <a:gd name="connsiteY2" fmla="*/ 30840 h 37957"/>
                        <a:gd name="connsiteX3" fmla="*/ 5676 w 36470"/>
                        <a:gd name="connsiteY3" fmla="*/ 4361 h 37957"/>
                        <a:gd name="connsiteX4" fmla="*/ 31394 w 36470"/>
                        <a:gd name="connsiteY4" fmla="*/ 7028 h 37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70" h="37957">
                          <a:moveTo>
                            <a:pt x="31394" y="7028"/>
                          </a:moveTo>
                          <a:cubicBezTo>
                            <a:pt x="38633" y="15219"/>
                            <a:pt x="37966" y="27506"/>
                            <a:pt x="30441" y="33983"/>
                          </a:cubicBezTo>
                          <a:cubicBezTo>
                            <a:pt x="22821" y="40460"/>
                            <a:pt x="11677" y="38746"/>
                            <a:pt x="4914" y="30840"/>
                          </a:cubicBezTo>
                          <a:cubicBezTo>
                            <a:pt x="-1944" y="22934"/>
                            <a:pt x="-1563" y="11219"/>
                            <a:pt x="5676" y="4361"/>
                          </a:cubicBezTo>
                          <a:cubicBezTo>
                            <a:pt x="12820" y="-2307"/>
                            <a:pt x="24345" y="-1259"/>
                            <a:pt x="31394" y="702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74" name="Forme libre : forme 14073">
                      <a:extLst>
                        <a:ext uri="{FF2B5EF4-FFF2-40B4-BE49-F238E27FC236}">
                          <a16:creationId xmlns:a16="http://schemas.microsoft.com/office/drawing/2014/main" id="{16045CDA-96CA-4F43-8983-EBD80C179B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4377" y="3071844"/>
                      <a:ext cx="35971" cy="36550"/>
                    </a:xfrm>
                    <a:custGeom>
                      <a:avLst/>
                      <a:gdLst>
                        <a:gd name="connsiteX0" fmla="*/ 18002 w 35971"/>
                        <a:gd name="connsiteY0" fmla="*/ 17812 h 36550"/>
                        <a:gd name="connsiteX1" fmla="*/ 0 w 35971"/>
                        <a:gd name="connsiteY1" fmla="*/ 20669 h 36550"/>
                        <a:gd name="connsiteX2" fmla="*/ 4381 w 35971"/>
                        <a:gd name="connsiteY2" fmla="*/ 29432 h 36550"/>
                        <a:gd name="connsiteX3" fmla="*/ 29909 w 35971"/>
                        <a:gd name="connsiteY3" fmla="*/ 32575 h 36550"/>
                        <a:gd name="connsiteX4" fmla="*/ 30861 w 35971"/>
                        <a:gd name="connsiteY4" fmla="*/ 5620 h 36550"/>
                        <a:gd name="connsiteX5" fmla="*/ 23051 w 35971"/>
                        <a:gd name="connsiteY5" fmla="*/ 0 h 36550"/>
                        <a:gd name="connsiteX6" fmla="*/ 18002 w 35971"/>
                        <a:gd name="connsiteY6" fmla="*/ 17812 h 365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971" h="36550">
                          <a:moveTo>
                            <a:pt x="18002" y="17812"/>
                          </a:moveTo>
                          <a:cubicBezTo>
                            <a:pt x="12954" y="22288"/>
                            <a:pt x="6001" y="23050"/>
                            <a:pt x="0" y="20669"/>
                          </a:cubicBezTo>
                          <a:cubicBezTo>
                            <a:pt x="667" y="23813"/>
                            <a:pt x="2096" y="26765"/>
                            <a:pt x="4381" y="29432"/>
                          </a:cubicBezTo>
                          <a:cubicBezTo>
                            <a:pt x="11239" y="37338"/>
                            <a:pt x="22288" y="39053"/>
                            <a:pt x="29909" y="32575"/>
                          </a:cubicBezTo>
                          <a:cubicBezTo>
                            <a:pt x="37529" y="26099"/>
                            <a:pt x="38100" y="13811"/>
                            <a:pt x="30861" y="5620"/>
                          </a:cubicBezTo>
                          <a:cubicBezTo>
                            <a:pt x="28575" y="2953"/>
                            <a:pt x="25908" y="1143"/>
                            <a:pt x="23051" y="0"/>
                          </a:cubicBezTo>
                          <a:cubicBezTo>
                            <a:pt x="24575" y="6477"/>
                            <a:pt x="22955" y="13335"/>
                            <a:pt x="18002" y="17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75" name="Forme libre : forme 14074">
                      <a:extLst>
                        <a:ext uri="{FF2B5EF4-FFF2-40B4-BE49-F238E27FC236}">
                          <a16:creationId xmlns:a16="http://schemas.microsoft.com/office/drawing/2014/main" id="{CEA623AD-4258-45F3-BB47-8DCD49923F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6451" y="3074161"/>
                      <a:ext cx="17277" cy="16265"/>
                    </a:xfrm>
                    <a:custGeom>
                      <a:avLst/>
                      <a:gdLst>
                        <a:gd name="connsiteX0" fmla="*/ 11167 w 17277"/>
                        <a:gd name="connsiteY0" fmla="*/ 922 h 16265"/>
                        <a:gd name="connsiteX1" fmla="*/ 16882 w 17277"/>
                        <a:gd name="connsiteY1" fmla="*/ 11971 h 16265"/>
                        <a:gd name="connsiteX2" fmla="*/ 6024 w 17277"/>
                        <a:gd name="connsiteY2" fmla="*/ 15304 h 16265"/>
                        <a:gd name="connsiteX3" fmla="*/ 404 w 17277"/>
                        <a:gd name="connsiteY3" fmla="*/ 4351 h 16265"/>
                        <a:gd name="connsiteX4" fmla="*/ 11167 w 17277"/>
                        <a:gd name="connsiteY4" fmla="*/ 922 h 16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77" h="16265">
                          <a:moveTo>
                            <a:pt x="11167" y="922"/>
                          </a:moveTo>
                          <a:cubicBezTo>
                            <a:pt x="15739" y="3017"/>
                            <a:pt x="18311" y="8065"/>
                            <a:pt x="16882" y="11971"/>
                          </a:cubicBezTo>
                          <a:cubicBezTo>
                            <a:pt x="15454" y="15971"/>
                            <a:pt x="10500" y="17400"/>
                            <a:pt x="6024" y="15304"/>
                          </a:cubicBezTo>
                          <a:cubicBezTo>
                            <a:pt x="1452" y="13209"/>
                            <a:pt x="-1025" y="8351"/>
                            <a:pt x="404" y="4351"/>
                          </a:cubicBezTo>
                          <a:cubicBezTo>
                            <a:pt x="1737" y="445"/>
                            <a:pt x="6595" y="-1174"/>
                            <a:pt x="11167" y="92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76" name="Forme libre : forme 14075">
                      <a:extLst>
                        <a:ext uri="{FF2B5EF4-FFF2-40B4-BE49-F238E27FC236}">
                          <a16:creationId xmlns:a16="http://schemas.microsoft.com/office/drawing/2014/main" id="{8E767F20-1159-4F9B-85FC-068050CB6D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4581" y="3078904"/>
                      <a:ext cx="6072" cy="6193"/>
                    </a:xfrm>
                    <a:custGeom>
                      <a:avLst/>
                      <a:gdLst>
                        <a:gd name="connsiteX0" fmla="*/ 5227 w 6072"/>
                        <a:gd name="connsiteY0" fmla="*/ 1132 h 6193"/>
                        <a:gd name="connsiteX1" fmla="*/ 5132 w 6072"/>
                        <a:gd name="connsiteY1" fmla="*/ 5513 h 6193"/>
                        <a:gd name="connsiteX2" fmla="*/ 846 w 6072"/>
                        <a:gd name="connsiteY2" fmla="*/ 5132 h 6193"/>
                        <a:gd name="connsiteX3" fmla="*/ 941 w 6072"/>
                        <a:gd name="connsiteY3" fmla="*/ 751 h 6193"/>
                        <a:gd name="connsiteX4" fmla="*/ 5227 w 6072"/>
                        <a:gd name="connsiteY4" fmla="*/ 1132 h 6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2" h="6193">
                          <a:moveTo>
                            <a:pt x="5227" y="1132"/>
                          </a:moveTo>
                          <a:cubicBezTo>
                            <a:pt x="6370" y="2465"/>
                            <a:pt x="6370" y="4465"/>
                            <a:pt x="5132" y="5513"/>
                          </a:cubicBezTo>
                          <a:cubicBezTo>
                            <a:pt x="3894" y="6561"/>
                            <a:pt x="1989" y="6370"/>
                            <a:pt x="846" y="5132"/>
                          </a:cubicBezTo>
                          <a:cubicBezTo>
                            <a:pt x="-297" y="3799"/>
                            <a:pt x="-297" y="1798"/>
                            <a:pt x="941" y="751"/>
                          </a:cubicBezTo>
                          <a:cubicBezTo>
                            <a:pt x="2179" y="-393"/>
                            <a:pt x="4084" y="-202"/>
                            <a:pt x="5227" y="11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077" name="Graphique 5">
                    <a:extLst>
                      <a:ext uri="{FF2B5EF4-FFF2-40B4-BE49-F238E27FC236}">
                        <a16:creationId xmlns:a16="http://schemas.microsoft.com/office/drawing/2014/main" id="{193BF8A7-A936-4168-821E-A21B3DE74815}"/>
                      </a:ext>
                    </a:extLst>
                  </p:cNvPr>
                  <p:cNvGrpSpPr/>
                  <p:nvPr/>
                </p:nvGrpSpPr>
                <p:grpSpPr>
                  <a:xfrm>
                    <a:off x="3989928" y="3075898"/>
                    <a:ext cx="36481" cy="39252"/>
                    <a:chOff x="3989928" y="3075898"/>
                    <a:chExt cx="36481" cy="39252"/>
                  </a:xfrm>
                  <a:solidFill>
                    <a:schemeClr val="accent1"/>
                  </a:solidFill>
                </p:grpSpPr>
                <p:sp>
                  <p:nvSpPr>
                    <p:cNvPr id="14078" name="Forme libre : forme 14077">
                      <a:extLst>
                        <a:ext uri="{FF2B5EF4-FFF2-40B4-BE49-F238E27FC236}">
                          <a16:creationId xmlns:a16="http://schemas.microsoft.com/office/drawing/2014/main" id="{FAECB9C2-30BE-4FCD-8C3A-CDD6441979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9928" y="3075898"/>
                      <a:ext cx="36481" cy="39156"/>
                    </a:xfrm>
                    <a:custGeom>
                      <a:avLst/>
                      <a:gdLst>
                        <a:gd name="connsiteX0" fmla="*/ 31695 w 36481"/>
                        <a:gd name="connsiteY0" fmla="*/ 7852 h 39156"/>
                        <a:gd name="connsiteX1" fmla="*/ 30362 w 36481"/>
                        <a:gd name="connsiteY1" fmla="*/ 35475 h 39156"/>
                        <a:gd name="connsiteX2" fmla="*/ 4549 w 36481"/>
                        <a:gd name="connsiteY2" fmla="*/ 31284 h 39156"/>
                        <a:gd name="connsiteX3" fmla="*/ 5787 w 36481"/>
                        <a:gd name="connsiteY3" fmla="*/ 4042 h 39156"/>
                        <a:gd name="connsiteX4" fmla="*/ 31695 w 36481"/>
                        <a:gd name="connsiteY4" fmla="*/ 7852 h 39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81" h="39156">
                          <a:moveTo>
                            <a:pt x="31695" y="7852"/>
                          </a:moveTo>
                          <a:cubicBezTo>
                            <a:pt x="38553" y="16710"/>
                            <a:pt x="37982" y="29188"/>
                            <a:pt x="30362" y="35475"/>
                          </a:cubicBezTo>
                          <a:cubicBezTo>
                            <a:pt x="22742" y="41761"/>
                            <a:pt x="11121" y="39761"/>
                            <a:pt x="4549" y="31284"/>
                          </a:cubicBezTo>
                          <a:cubicBezTo>
                            <a:pt x="-2023" y="22806"/>
                            <a:pt x="-1356" y="10614"/>
                            <a:pt x="5787" y="4042"/>
                          </a:cubicBezTo>
                          <a:cubicBezTo>
                            <a:pt x="13027" y="-2435"/>
                            <a:pt x="24933" y="-1101"/>
                            <a:pt x="31695" y="785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79" name="Forme libre : forme 14078">
                      <a:extLst>
                        <a:ext uri="{FF2B5EF4-FFF2-40B4-BE49-F238E27FC236}">
                          <a16:creationId xmlns:a16="http://schemas.microsoft.com/office/drawing/2014/main" id="{8C653D0A-C75D-429A-9E66-EEE6D8D03C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0286" y="3077654"/>
                      <a:ext cx="36028" cy="37496"/>
                    </a:xfrm>
                    <a:custGeom>
                      <a:avLst/>
                      <a:gdLst>
                        <a:gd name="connsiteX0" fmla="*/ 18098 w 36028"/>
                        <a:gd name="connsiteY0" fmla="*/ 18193 h 37496"/>
                        <a:gd name="connsiteX1" fmla="*/ 0 w 36028"/>
                        <a:gd name="connsiteY1" fmla="*/ 20383 h 37496"/>
                        <a:gd name="connsiteX2" fmla="*/ 4096 w 36028"/>
                        <a:gd name="connsiteY2" fmla="*/ 29623 h 37496"/>
                        <a:gd name="connsiteX3" fmla="*/ 29909 w 36028"/>
                        <a:gd name="connsiteY3" fmla="*/ 33814 h 37496"/>
                        <a:gd name="connsiteX4" fmla="*/ 31242 w 36028"/>
                        <a:gd name="connsiteY4" fmla="*/ 6191 h 37496"/>
                        <a:gd name="connsiteX5" fmla="*/ 23527 w 36028"/>
                        <a:gd name="connsiteY5" fmla="*/ 0 h 37496"/>
                        <a:gd name="connsiteX6" fmla="*/ 18098 w 36028"/>
                        <a:gd name="connsiteY6" fmla="*/ 18193 h 37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028" h="37496">
                          <a:moveTo>
                            <a:pt x="18098" y="18193"/>
                          </a:moveTo>
                          <a:cubicBezTo>
                            <a:pt x="12954" y="22574"/>
                            <a:pt x="6001" y="23050"/>
                            <a:pt x="0" y="20383"/>
                          </a:cubicBezTo>
                          <a:cubicBezTo>
                            <a:pt x="572" y="23622"/>
                            <a:pt x="1905" y="26861"/>
                            <a:pt x="4096" y="29623"/>
                          </a:cubicBezTo>
                          <a:cubicBezTo>
                            <a:pt x="10668" y="38100"/>
                            <a:pt x="22289" y="40100"/>
                            <a:pt x="29909" y="33814"/>
                          </a:cubicBezTo>
                          <a:cubicBezTo>
                            <a:pt x="37529" y="27527"/>
                            <a:pt x="38100" y="15050"/>
                            <a:pt x="31242" y="6191"/>
                          </a:cubicBezTo>
                          <a:cubicBezTo>
                            <a:pt x="29051" y="3334"/>
                            <a:pt x="26384" y="1333"/>
                            <a:pt x="23527" y="0"/>
                          </a:cubicBezTo>
                          <a:cubicBezTo>
                            <a:pt x="24956" y="6763"/>
                            <a:pt x="23146" y="13811"/>
                            <a:pt x="18098" y="1819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80" name="Forme libre : forme 14079">
                      <a:extLst>
                        <a:ext uri="{FF2B5EF4-FFF2-40B4-BE49-F238E27FC236}">
                          <a16:creationId xmlns:a16="http://schemas.microsoft.com/office/drawing/2014/main" id="{7B40F5D9-4CBB-49F9-813A-60E576C0A9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2685" y="3079929"/>
                      <a:ext cx="17198" cy="17004"/>
                    </a:xfrm>
                    <a:custGeom>
                      <a:avLst/>
                      <a:gdLst>
                        <a:gd name="connsiteX0" fmla="*/ 11319 w 17198"/>
                        <a:gd name="connsiteY0" fmla="*/ 1154 h 17004"/>
                        <a:gd name="connsiteX1" fmla="*/ 16748 w 17198"/>
                        <a:gd name="connsiteY1" fmla="*/ 12870 h 17004"/>
                        <a:gd name="connsiteX2" fmla="*/ 5794 w 17198"/>
                        <a:gd name="connsiteY2" fmla="*/ 15822 h 17004"/>
                        <a:gd name="connsiteX3" fmla="*/ 461 w 17198"/>
                        <a:gd name="connsiteY3" fmla="*/ 4297 h 17004"/>
                        <a:gd name="connsiteX4" fmla="*/ 11319 w 17198"/>
                        <a:gd name="connsiteY4" fmla="*/ 1154 h 17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98" h="17004">
                          <a:moveTo>
                            <a:pt x="11319" y="1154"/>
                          </a:moveTo>
                          <a:cubicBezTo>
                            <a:pt x="15796" y="3535"/>
                            <a:pt x="18272" y="8774"/>
                            <a:pt x="16748" y="12870"/>
                          </a:cubicBezTo>
                          <a:cubicBezTo>
                            <a:pt x="15224" y="16870"/>
                            <a:pt x="10271" y="18204"/>
                            <a:pt x="5794" y="15822"/>
                          </a:cubicBezTo>
                          <a:cubicBezTo>
                            <a:pt x="1318" y="13441"/>
                            <a:pt x="-1064" y="8298"/>
                            <a:pt x="461" y="4297"/>
                          </a:cubicBezTo>
                          <a:cubicBezTo>
                            <a:pt x="1889" y="201"/>
                            <a:pt x="6842" y="-1227"/>
                            <a:pt x="11319" y="115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81" name="Forme libre : forme 14080">
                      <a:extLst>
                        <a:ext uri="{FF2B5EF4-FFF2-40B4-BE49-F238E27FC236}">
                          <a16:creationId xmlns:a16="http://schemas.microsoft.com/office/drawing/2014/main" id="{A7320D76-27C0-433F-9395-4EA356E12A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0916" y="3084454"/>
                      <a:ext cx="5983" cy="6497"/>
                    </a:xfrm>
                    <a:custGeom>
                      <a:avLst/>
                      <a:gdLst>
                        <a:gd name="connsiteX0" fmla="*/ 5182 w 5983"/>
                        <a:gd name="connsiteY0" fmla="*/ 1296 h 6497"/>
                        <a:gd name="connsiteX1" fmla="*/ 4992 w 5983"/>
                        <a:gd name="connsiteY1" fmla="*/ 5868 h 6497"/>
                        <a:gd name="connsiteX2" fmla="*/ 801 w 5983"/>
                        <a:gd name="connsiteY2" fmla="*/ 5201 h 6497"/>
                        <a:gd name="connsiteX3" fmla="*/ 991 w 5983"/>
                        <a:gd name="connsiteY3" fmla="*/ 629 h 6497"/>
                        <a:gd name="connsiteX4" fmla="*/ 5182 w 5983"/>
                        <a:gd name="connsiteY4" fmla="*/ 1296 h 6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83" h="6497">
                          <a:moveTo>
                            <a:pt x="5182" y="1296"/>
                          </a:moveTo>
                          <a:cubicBezTo>
                            <a:pt x="6326" y="2725"/>
                            <a:pt x="6230" y="4725"/>
                            <a:pt x="4992" y="5868"/>
                          </a:cubicBezTo>
                          <a:cubicBezTo>
                            <a:pt x="3754" y="6916"/>
                            <a:pt x="1849" y="6630"/>
                            <a:pt x="801" y="5201"/>
                          </a:cubicBezTo>
                          <a:cubicBezTo>
                            <a:pt x="-342" y="3773"/>
                            <a:pt x="-247" y="1772"/>
                            <a:pt x="991" y="629"/>
                          </a:cubicBezTo>
                          <a:cubicBezTo>
                            <a:pt x="2230" y="-418"/>
                            <a:pt x="4039" y="-133"/>
                            <a:pt x="5182" y="129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082" name="Graphique 5">
                  <a:extLst>
                    <a:ext uri="{FF2B5EF4-FFF2-40B4-BE49-F238E27FC236}">
                      <a16:creationId xmlns:a16="http://schemas.microsoft.com/office/drawing/2014/main" id="{7AFF0883-F272-4529-86F4-C07D3ADEED8A}"/>
                    </a:ext>
                  </a:extLst>
                </p:cNvPr>
                <p:cNvGrpSpPr/>
                <p:nvPr/>
              </p:nvGrpSpPr>
              <p:grpSpPr>
                <a:xfrm>
                  <a:off x="4007424" y="2985754"/>
                  <a:ext cx="99737" cy="73796"/>
                  <a:chOff x="4007424" y="2985754"/>
                  <a:chExt cx="99737" cy="73796"/>
                </a:xfrm>
                <a:solidFill>
                  <a:schemeClr val="accent1"/>
                </a:solidFill>
              </p:grpSpPr>
              <p:grpSp>
                <p:nvGrpSpPr>
                  <p:cNvPr id="14083" name="Graphique 5">
                    <a:extLst>
                      <a:ext uri="{FF2B5EF4-FFF2-40B4-BE49-F238E27FC236}">
                        <a16:creationId xmlns:a16="http://schemas.microsoft.com/office/drawing/2014/main" id="{A1C1465D-512E-4FCB-B9E4-C3194031F11B}"/>
                      </a:ext>
                    </a:extLst>
                  </p:cNvPr>
                  <p:cNvGrpSpPr/>
                  <p:nvPr/>
                </p:nvGrpSpPr>
                <p:grpSpPr>
                  <a:xfrm>
                    <a:off x="4069057" y="2985754"/>
                    <a:ext cx="38103" cy="42886"/>
                    <a:chOff x="4069057" y="2985754"/>
                    <a:chExt cx="38103" cy="42886"/>
                  </a:xfrm>
                  <a:solidFill>
                    <a:schemeClr val="accent1"/>
                  </a:solidFill>
                </p:grpSpPr>
                <p:sp>
                  <p:nvSpPr>
                    <p:cNvPr id="14084" name="Forme libre : forme 14083">
                      <a:extLst>
                        <a:ext uri="{FF2B5EF4-FFF2-40B4-BE49-F238E27FC236}">
                          <a16:creationId xmlns:a16="http://schemas.microsoft.com/office/drawing/2014/main" id="{65B0C687-CA7B-44EE-B0CF-32DB9E4293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9057" y="2985849"/>
                      <a:ext cx="38103" cy="42791"/>
                    </a:xfrm>
                    <a:custGeom>
                      <a:avLst/>
                      <a:gdLst>
                        <a:gd name="connsiteX0" fmla="*/ 19051 w 38103"/>
                        <a:gd name="connsiteY0" fmla="*/ 42371 h 42791"/>
                        <a:gd name="connsiteX1" fmla="*/ 1 w 38103"/>
                        <a:gd name="connsiteY1" fmla="*/ 17606 h 42791"/>
                        <a:gd name="connsiteX2" fmla="*/ 18670 w 38103"/>
                        <a:gd name="connsiteY2" fmla="*/ 365 h 42791"/>
                        <a:gd name="connsiteX3" fmla="*/ 38101 w 38103"/>
                        <a:gd name="connsiteY3" fmla="*/ 25797 h 42791"/>
                        <a:gd name="connsiteX4" fmla="*/ 19051 w 38103"/>
                        <a:gd name="connsiteY4" fmla="*/ 42371 h 427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03" h="42791">
                          <a:moveTo>
                            <a:pt x="19051" y="42371"/>
                          </a:moveTo>
                          <a:cubicBezTo>
                            <a:pt x="8478" y="39989"/>
                            <a:pt x="96" y="29131"/>
                            <a:pt x="1" y="17606"/>
                          </a:cubicBezTo>
                          <a:cubicBezTo>
                            <a:pt x="-95" y="6080"/>
                            <a:pt x="8192" y="-1825"/>
                            <a:pt x="18670" y="365"/>
                          </a:cubicBezTo>
                          <a:cubicBezTo>
                            <a:pt x="29147" y="2556"/>
                            <a:pt x="38005" y="14081"/>
                            <a:pt x="38101" y="25797"/>
                          </a:cubicBezTo>
                          <a:cubicBezTo>
                            <a:pt x="38291" y="37418"/>
                            <a:pt x="29623" y="44657"/>
                            <a:pt x="19051" y="423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85" name="Forme libre : forme 14084">
                      <a:extLst>
                        <a:ext uri="{FF2B5EF4-FFF2-40B4-BE49-F238E27FC236}">
                          <a16:creationId xmlns:a16="http://schemas.microsoft.com/office/drawing/2014/main" id="{CBC2D212-1597-4556-B876-F9DE366058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9057" y="2985754"/>
                      <a:ext cx="28290" cy="42771"/>
                    </a:xfrm>
                    <a:custGeom>
                      <a:avLst/>
                      <a:gdLst>
                        <a:gd name="connsiteX0" fmla="*/ 18574 w 28290"/>
                        <a:gd name="connsiteY0" fmla="*/ 21606 h 42771"/>
                        <a:gd name="connsiteX1" fmla="*/ 28195 w 28290"/>
                        <a:gd name="connsiteY1" fmla="*/ 5223 h 42771"/>
                        <a:gd name="connsiteX2" fmla="*/ 18670 w 28290"/>
                        <a:gd name="connsiteY2" fmla="*/ 365 h 42771"/>
                        <a:gd name="connsiteX3" fmla="*/ 1 w 28290"/>
                        <a:gd name="connsiteY3" fmla="*/ 17605 h 42771"/>
                        <a:gd name="connsiteX4" fmla="*/ 19051 w 28290"/>
                        <a:gd name="connsiteY4" fmla="*/ 42371 h 42771"/>
                        <a:gd name="connsiteX5" fmla="*/ 28290 w 28290"/>
                        <a:gd name="connsiteY5" fmla="*/ 41704 h 42771"/>
                        <a:gd name="connsiteX6" fmla="*/ 18574 w 28290"/>
                        <a:gd name="connsiteY6" fmla="*/ 21606 h 42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290" h="42771">
                          <a:moveTo>
                            <a:pt x="18574" y="21606"/>
                          </a:moveTo>
                          <a:cubicBezTo>
                            <a:pt x="18479" y="13700"/>
                            <a:pt x="22385" y="7604"/>
                            <a:pt x="28195" y="5223"/>
                          </a:cubicBezTo>
                          <a:cubicBezTo>
                            <a:pt x="25337" y="2842"/>
                            <a:pt x="22099" y="1032"/>
                            <a:pt x="18670" y="365"/>
                          </a:cubicBezTo>
                          <a:cubicBezTo>
                            <a:pt x="8097" y="-1825"/>
                            <a:pt x="-95" y="6080"/>
                            <a:pt x="1" y="17605"/>
                          </a:cubicBezTo>
                          <a:cubicBezTo>
                            <a:pt x="96" y="29131"/>
                            <a:pt x="8478" y="40084"/>
                            <a:pt x="19051" y="42371"/>
                          </a:cubicBezTo>
                          <a:cubicBezTo>
                            <a:pt x="22385" y="43133"/>
                            <a:pt x="25528" y="42751"/>
                            <a:pt x="28290" y="41704"/>
                          </a:cubicBezTo>
                          <a:cubicBezTo>
                            <a:pt x="22480" y="36941"/>
                            <a:pt x="18670" y="29417"/>
                            <a:pt x="18574" y="2160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86" name="Forme libre : forme 14085">
                      <a:extLst>
                        <a:ext uri="{FF2B5EF4-FFF2-40B4-BE49-F238E27FC236}">
                          <a16:creationId xmlns:a16="http://schemas.microsoft.com/office/drawing/2014/main" id="{A2714CF9-B475-4EA5-8A21-4239FB4004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2342" y="3007121"/>
                      <a:ext cx="17898" cy="17959"/>
                    </a:xfrm>
                    <a:custGeom>
                      <a:avLst/>
                      <a:gdLst>
                        <a:gd name="connsiteX0" fmla="*/ 12433 w 17898"/>
                        <a:gd name="connsiteY0" fmla="*/ 17574 h 17959"/>
                        <a:gd name="connsiteX1" fmla="*/ 718 w 17898"/>
                        <a:gd name="connsiteY1" fmla="*/ 11669 h 17959"/>
                        <a:gd name="connsiteX2" fmla="*/ 5385 w 17898"/>
                        <a:gd name="connsiteY2" fmla="*/ 429 h 17959"/>
                        <a:gd name="connsiteX3" fmla="*/ 17196 w 17898"/>
                        <a:gd name="connsiteY3" fmla="*/ 6335 h 17959"/>
                        <a:gd name="connsiteX4" fmla="*/ 12433 w 17898"/>
                        <a:gd name="connsiteY4" fmla="*/ 17574 h 17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98" h="17959">
                          <a:moveTo>
                            <a:pt x="12433" y="17574"/>
                          </a:moveTo>
                          <a:cubicBezTo>
                            <a:pt x="7861" y="19003"/>
                            <a:pt x="2623" y="16336"/>
                            <a:pt x="718" y="11669"/>
                          </a:cubicBezTo>
                          <a:cubicBezTo>
                            <a:pt x="-1187" y="7001"/>
                            <a:pt x="813" y="1953"/>
                            <a:pt x="5385" y="429"/>
                          </a:cubicBezTo>
                          <a:cubicBezTo>
                            <a:pt x="9862" y="-1095"/>
                            <a:pt x="15196" y="1572"/>
                            <a:pt x="17196" y="6335"/>
                          </a:cubicBezTo>
                          <a:cubicBezTo>
                            <a:pt x="19101" y="11097"/>
                            <a:pt x="17005" y="16146"/>
                            <a:pt x="12433" y="1757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87" name="Forme libre : forme 14086">
                      <a:extLst>
                        <a:ext uri="{FF2B5EF4-FFF2-40B4-BE49-F238E27FC236}">
                          <a16:creationId xmlns:a16="http://schemas.microsoft.com/office/drawing/2014/main" id="{879E09A1-E098-47CA-A781-C33465AC03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3252" y="3007291"/>
                      <a:ext cx="6286" cy="7124"/>
                    </a:xfrm>
                    <a:custGeom>
                      <a:avLst/>
                      <a:gdLst>
                        <a:gd name="connsiteX0" fmla="*/ 3143 w 6286"/>
                        <a:gd name="connsiteY0" fmla="*/ 7022 h 7124"/>
                        <a:gd name="connsiteX1" fmla="*/ 0 w 6286"/>
                        <a:gd name="connsiteY1" fmla="*/ 2831 h 7124"/>
                        <a:gd name="connsiteX2" fmla="*/ 3143 w 6286"/>
                        <a:gd name="connsiteY2" fmla="*/ 69 h 7124"/>
                        <a:gd name="connsiteX3" fmla="*/ 6286 w 6286"/>
                        <a:gd name="connsiteY3" fmla="*/ 4260 h 7124"/>
                        <a:gd name="connsiteX4" fmla="*/ 3143 w 6286"/>
                        <a:gd name="connsiteY4" fmla="*/ 7022 h 7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86" h="7124">
                          <a:moveTo>
                            <a:pt x="3143" y="7022"/>
                          </a:moveTo>
                          <a:cubicBezTo>
                            <a:pt x="1429" y="6641"/>
                            <a:pt x="0" y="4736"/>
                            <a:pt x="0" y="2831"/>
                          </a:cubicBezTo>
                          <a:cubicBezTo>
                            <a:pt x="0" y="926"/>
                            <a:pt x="1333" y="-312"/>
                            <a:pt x="3143" y="69"/>
                          </a:cubicBezTo>
                          <a:cubicBezTo>
                            <a:pt x="4858" y="450"/>
                            <a:pt x="6286" y="2355"/>
                            <a:pt x="6286" y="4260"/>
                          </a:cubicBezTo>
                          <a:cubicBezTo>
                            <a:pt x="6286" y="6260"/>
                            <a:pt x="4858" y="7498"/>
                            <a:pt x="3143" y="70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088" name="Graphique 5">
                    <a:extLst>
                      <a:ext uri="{FF2B5EF4-FFF2-40B4-BE49-F238E27FC236}">
                        <a16:creationId xmlns:a16="http://schemas.microsoft.com/office/drawing/2014/main" id="{55A89461-4108-4B72-BC38-06D965FE498D}"/>
                      </a:ext>
                    </a:extLst>
                  </p:cNvPr>
                  <p:cNvGrpSpPr/>
                  <p:nvPr/>
                </p:nvGrpSpPr>
                <p:grpSpPr>
                  <a:xfrm>
                    <a:off x="4034765" y="2996170"/>
                    <a:ext cx="37627" cy="41620"/>
                    <a:chOff x="4034765" y="2996170"/>
                    <a:chExt cx="37627" cy="41620"/>
                  </a:xfrm>
                  <a:solidFill>
                    <a:schemeClr val="accent1"/>
                  </a:solidFill>
                </p:grpSpPr>
                <p:sp>
                  <p:nvSpPr>
                    <p:cNvPr id="14089" name="Forme libre : forme 14088">
                      <a:extLst>
                        <a:ext uri="{FF2B5EF4-FFF2-40B4-BE49-F238E27FC236}">
                          <a16:creationId xmlns:a16="http://schemas.microsoft.com/office/drawing/2014/main" id="{85BFA49B-B567-48A2-A352-5B1A3BB366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4765" y="2996170"/>
                      <a:ext cx="37627" cy="41620"/>
                    </a:xfrm>
                    <a:custGeom>
                      <a:avLst/>
                      <a:gdLst>
                        <a:gd name="connsiteX0" fmla="*/ 18577 w 37627"/>
                        <a:gd name="connsiteY0" fmla="*/ 41289 h 41620"/>
                        <a:gd name="connsiteX1" fmla="*/ 3 w 37627"/>
                        <a:gd name="connsiteY1" fmla="*/ 17476 h 41620"/>
                        <a:gd name="connsiteX2" fmla="*/ 18577 w 37627"/>
                        <a:gd name="connsiteY2" fmla="*/ 236 h 41620"/>
                        <a:gd name="connsiteX3" fmla="*/ 37627 w 37627"/>
                        <a:gd name="connsiteY3" fmla="*/ 24620 h 41620"/>
                        <a:gd name="connsiteX4" fmla="*/ 18577 w 37627"/>
                        <a:gd name="connsiteY4" fmla="*/ 41289 h 4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627" h="41620">
                          <a:moveTo>
                            <a:pt x="18577" y="41289"/>
                          </a:moveTo>
                          <a:cubicBezTo>
                            <a:pt x="8195" y="39193"/>
                            <a:pt x="3" y="28716"/>
                            <a:pt x="3" y="17476"/>
                          </a:cubicBezTo>
                          <a:cubicBezTo>
                            <a:pt x="-187" y="6332"/>
                            <a:pt x="7909" y="-1478"/>
                            <a:pt x="18577" y="236"/>
                          </a:cubicBezTo>
                          <a:cubicBezTo>
                            <a:pt x="29150" y="1951"/>
                            <a:pt x="37627" y="13190"/>
                            <a:pt x="37627" y="24620"/>
                          </a:cubicBezTo>
                          <a:cubicBezTo>
                            <a:pt x="37627" y="36050"/>
                            <a:pt x="29054" y="43289"/>
                            <a:pt x="18577" y="4128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0" name="Forme libre : forme 14089">
                      <a:extLst>
                        <a:ext uri="{FF2B5EF4-FFF2-40B4-BE49-F238E27FC236}">
                          <a16:creationId xmlns:a16="http://schemas.microsoft.com/office/drawing/2014/main" id="{BEF2C966-000F-4FE6-A3B7-35C4A41A91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4860" y="2996170"/>
                      <a:ext cx="28006" cy="41620"/>
                    </a:xfrm>
                    <a:custGeom>
                      <a:avLst/>
                      <a:gdLst>
                        <a:gd name="connsiteX0" fmla="*/ 18291 w 28006"/>
                        <a:gd name="connsiteY0" fmla="*/ 20905 h 41620"/>
                        <a:gd name="connsiteX1" fmla="*/ 28007 w 28006"/>
                        <a:gd name="connsiteY1" fmla="*/ 4713 h 41620"/>
                        <a:gd name="connsiteX2" fmla="*/ 18577 w 28006"/>
                        <a:gd name="connsiteY2" fmla="*/ 236 h 41620"/>
                        <a:gd name="connsiteX3" fmla="*/ 3 w 28006"/>
                        <a:gd name="connsiteY3" fmla="*/ 17476 h 41620"/>
                        <a:gd name="connsiteX4" fmla="*/ 18577 w 28006"/>
                        <a:gd name="connsiteY4" fmla="*/ 41289 h 41620"/>
                        <a:gd name="connsiteX5" fmla="*/ 27721 w 28006"/>
                        <a:gd name="connsiteY5" fmla="*/ 40527 h 41620"/>
                        <a:gd name="connsiteX6" fmla="*/ 18291 w 28006"/>
                        <a:gd name="connsiteY6" fmla="*/ 20905 h 4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006" h="41620">
                          <a:moveTo>
                            <a:pt x="18291" y="20905"/>
                          </a:moveTo>
                          <a:cubicBezTo>
                            <a:pt x="18291" y="13190"/>
                            <a:pt x="22196" y="7189"/>
                            <a:pt x="28007" y="4713"/>
                          </a:cubicBezTo>
                          <a:cubicBezTo>
                            <a:pt x="25244" y="2427"/>
                            <a:pt x="22006" y="712"/>
                            <a:pt x="18577" y="236"/>
                          </a:cubicBezTo>
                          <a:cubicBezTo>
                            <a:pt x="7909" y="-1478"/>
                            <a:pt x="-187" y="6332"/>
                            <a:pt x="3" y="17476"/>
                          </a:cubicBezTo>
                          <a:cubicBezTo>
                            <a:pt x="-92" y="28716"/>
                            <a:pt x="8100" y="39193"/>
                            <a:pt x="18577" y="41289"/>
                          </a:cubicBezTo>
                          <a:cubicBezTo>
                            <a:pt x="21911" y="41956"/>
                            <a:pt x="24959" y="41575"/>
                            <a:pt x="27721" y="40527"/>
                          </a:cubicBezTo>
                          <a:cubicBezTo>
                            <a:pt x="22006" y="35764"/>
                            <a:pt x="18291" y="28525"/>
                            <a:pt x="18291" y="2090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1" name="Forme libre : forme 14090">
                      <a:extLst>
                        <a:ext uri="{FF2B5EF4-FFF2-40B4-BE49-F238E27FC236}">
                          <a16:creationId xmlns:a16="http://schemas.microsoft.com/office/drawing/2014/main" id="{34931DDB-0070-4555-BD3C-4D905314C4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7876" y="3016684"/>
                      <a:ext cx="17641" cy="17604"/>
                    </a:xfrm>
                    <a:custGeom>
                      <a:avLst/>
                      <a:gdLst>
                        <a:gd name="connsiteX0" fmla="*/ 12229 w 17641"/>
                        <a:gd name="connsiteY0" fmla="*/ 17155 h 17604"/>
                        <a:gd name="connsiteX1" fmla="*/ 704 w 17641"/>
                        <a:gd name="connsiteY1" fmla="*/ 11631 h 17604"/>
                        <a:gd name="connsiteX2" fmla="*/ 5371 w 17641"/>
                        <a:gd name="connsiteY2" fmla="*/ 486 h 17604"/>
                        <a:gd name="connsiteX3" fmla="*/ 16992 w 17641"/>
                        <a:gd name="connsiteY3" fmla="*/ 6011 h 17604"/>
                        <a:gd name="connsiteX4" fmla="*/ 12229 w 17641"/>
                        <a:gd name="connsiteY4" fmla="*/ 17155 h 17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41" h="17604">
                          <a:moveTo>
                            <a:pt x="12229" y="17155"/>
                          </a:moveTo>
                          <a:cubicBezTo>
                            <a:pt x="7752" y="18679"/>
                            <a:pt x="2514" y="16203"/>
                            <a:pt x="704" y="11631"/>
                          </a:cubicBezTo>
                          <a:cubicBezTo>
                            <a:pt x="-1201" y="7059"/>
                            <a:pt x="894" y="2106"/>
                            <a:pt x="5371" y="486"/>
                          </a:cubicBezTo>
                          <a:cubicBezTo>
                            <a:pt x="9848" y="-1133"/>
                            <a:pt x="15087" y="1439"/>
                            <a:pt x="16992" y="6011"/>
                          </a:cubicBezTo>
                          <a:cubicBezTo>
                            <a:pt x="18801" y="10678"/>
                            <a:pt x="16706" y="15631"/>
                            <a:pt x="12229" y="1715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2" name="Forme libre : forme 14091">
                      <a:extLst>
                        <a:ext uri="{FF2B5EF4-FFF2-40B4-BE49-F238E27FC236}">
                          <a16:creationId xmlns:a16="http://schemas.microsoft.com/office/drawing/2014/main" id="{7E2CAF99-4FAE-407A-B837-0F79E94BF5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8676" y="3016911"/>
                      <a:ext cx="6286" cy="6872"/>
                    </a:xfrm>
                    <a:custGeom>
                      <a:avLst/>
                      <a:gdLst>
                        <a:gd name="connsiteX0" fmla="*/ 3048 w 6286"/>
                        <a:gd name="connsiteY0" fmla="*/ 6832 h 6872"/>
                        <a:gd name="connsiteX1" fmla="*/ 0 w 6286"/>
                        <a:gd name="connsiteY1" fmla="*/ 2831 h 6872"/>
                        <a:gd name="connsiteX2" fmla="*/ 3143 w 6286"/>
                        <a:gd name="connsiteY2" fmla="*/ 69 h 6872"/>
                        <a:gd name="connsiteX3" fmla="*/ 6287 w 6286"/>
                        <a:gd name="connsiteY3" fmla="*/ 4069 h 6872"/>
                        <a:gd name="connsiteX4" fmla="*/ 3048 w 6286"/>
                        <a:gd name="connsiteY4" fmla="*/ 6832 h 6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86" h="6872">
                          <a:moveTo>
                            <a:pt x="3048" y="6832"/>
                          </a:moveTo>
                          <a:cubicBezTo>
                            <a:pt x="1333" y="6451"/>
                            <a:pt x="0" y="4736"/>
                            <a:pt x="0" y="2831"/>
                          </a:cubicBezTo>
                          <a:cubicBezTo>
                            <a:pt x="0" y="926"/>
                            <a:pt x="1429" y="-312"/>
                            <a:pt x="3143" y="69"/>
                          </a:cubicBezTo>
                          <a:cubicBezTo>
                            <a:pt x="4858" y="450"/>
                            <a:pt x="6287" y="2164"/>
                            <a:pt x="6287" y="4069"/>
                          </a:cubicBezTo>
                          <a:cubicBezTo>
                            <a:pt x="6191" y="5879"/>
                            <a:pt x="4763" y="7117"/>
                            <a:pt x="3048" y="68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093" name="Graphique 5">
                    <a:extLst>
                      <a:ext uri="{FF2B5EF4-FFF2-40B4-BE49-F238E27FC236}">
                        <a16:creationId xmlns:a16="http://schemas.microsoft.com/office/drawing/2014/main" id="{FB9353E6-B5CB-474B-81F3-F16DF0A42315}"/>
                      </a:ext>
                    </a:extLst>
                  </p:cNvPr>
                  <p:cNvGrpSpPr/>
                  <p:nvPr/>
                </p:nvGrpSpPr>
                <p:grpSpPr>
                  <a:xfrm>
                    <a:off x="4007424" y="3019051"/>
                    <a:ext cx="37348" cy="40499"/>
                    <a:chOff x="4007424" y="3019051"/>
                    <a:chExt cx="37348" cy="40499"/>
                  </a:xfrm>
                  <a:solidFill>
                    <a:schemeClr val="accent1"/>
                  </a:solidFill>
                </p:grpSpPr>
                <p:sp>
                  <p:nvSpPr>
                    <p:cNvPr id="14094" name="Forme libre : forme 14093">
                      <a:extLst>
                        <a:ext uri="{FF2B5EF4-FFF2-40B4-BE49-F238E27FC236}">
                          <a16:creationId xmlns:a16="http://schemas.microsoft.com/office/drawing/2014/main" id="{BCBFCEC8-EF7E-401B-89F2-275368C852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7519" y="3019051"/>
                      <a:ext cx="37253" cy="40499"/>
                    </a:xfrm>
                    <a:custGeom>
                      <a:avLst/>
                      <a:gdLst>
                        <a:gd name="connsiteX0" fmla="*/ 18010 w 37253"/>
                        <a:gd name="connsiteY0" fmla="*/ 40220 h 40499"/>
                        <a:gd name="connsiteX1" fmla="*/ 7 w 37253"/>
                        <a:gd name="connsiteY1" fmla="*/ 17265 h 40499"/>
                        <a:gd name="connsiteX2" fmla="*/ 18867 w 37253"/>
                        <a:gd name="connsiteY2" fmla="*/ 215 h 40499"/>
                        <a:gd name="connsiteX3" fmla="*/ 37250 w 37253"/>
                        <a:gd name="connsiteY3" fmla="*/ 23742 h 40499"/>
                        <a:gd name="connsiteX4" fmla="*/ 18010 w 37253"/>
                        <a:gd name="connsiteY4" fmla="*/ 40220 h 40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253" h="40499">
                          <a:moveTo>
                            <a:pt x="18010" y="40220"/>
                          </a:moveTo>
                          <a:cubicBezTo>
                            <a:pt x="7723" y="38315"/>
                            <a:pt x="-278" y="28218"/>
                            <a:pt x="7" y="17265"/>
                          </a:cubicBezTo>
                          <a:cubicBezTo>
                            <a:pt x="293" y="6311"/>
                            <a:pt x="8389" y="-1404"/>
                            <a:pt x="18867" y="215"/>
                          </a:cubicBezTo>
                          <a:cubicBezTo>
                            <a:pt x="29154" y="1929"/>
                            <a:pt x="37441" y="12597"/>
                            <a:pt x="37250" y="23742"/>
                          </a:cubicBezTo>
                          <a:cubicBezTo>
                            <a:pt x="37060" y="34886"/>
                            <a:pt x="28297" y="42030"/>
                            <a:pt x="18010" y="402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5" name="Forme libre : forme 14094">
                      <a:extLst>
                        <a:ext uri="{FF2B5EF4-FFF2-40B4-BE49-F238E27FC236}">
                          <a16:creationId xmlns:a16="http://schemas.microsoft.com/office/drawing/2014/main" id="{DD0C53C0-39DA-48F4-94FD-543E5A376F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7424" y="3019051"/>
                      <a:ext cx="28105" cy="40485"/>
                    </a:xfrm>
                    <a:custGeom>
                      <a:avLst/>
                      <a:gdLst>
                        <a:gd name="connsiteX0" fmla="*/ 18200 w 28105"/>
                        <a:gd name="connsiteY0" fmla="*/ 20408 h 40485"/>
                        <a:gd name="connsiteX1" fmla="*/ 28106 w 28105"/>
                        <a:gd name="connsiteY1" fmla="*/ 4596 h 40485"/>
                        <a:gd name="connsiteX2" fmla="*/ 18867 w 28105"/>
                        <a:gd name="connsiteY2" fmla="*/ 215 h 40485"/>
                        <a:gd name="connsiteX3" fmla="*/ 7 w 28105"/>
                        <a:gd name="connsiteY3" fmla="*/ 17265 h 40485"/>
                        <a:gd name="connsiteX4" fmla="*/ 18010 w 28105"/>
                        <a:gd name="connsiteY4" fmla="*/ 40220 h 40485"/>
                        <a:gd name="connsiteX5" fmla="*/ 27058 w 28105"/>
                        <a:gd name="connsiteY5" fmla="*/ 39363 h 40485"/>
                        <a:gd name="connsiteX6" fmla="*/ 18200 w 28105"/>
                        <a:gd name="connsiteY6" fmla="*/ 20408 h 40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105" h="40485">
                          <a:moveTo>
                            <a:pt x="18200" y="20408"/>
                          </a:moveTo>
                          <a:cubicBezTo>
                            <a:pt x="18391" y="12883"/>
                            <a:pt x="22391" y="6978"/>
                            <a:pt x="28106" y="4596"/>
                          </a:cubicBezTo>
                          <a:cubicBezTo>
                            <a:pt x="25344" y="2406"/>
                            <a:pt x="22296" y="786"/>
                            <a:pt x="18867" y="215"/>
                          </a:cubicBezTo>
                          <a:cubicBezTo>
                            <a:pt x="8485" y="-1404"/>
                            <a:pt x="293" y="6311"/>
                            <a:pt x="7" y="17265"/>
                          </a:cubicBezTo>
                          <a:cubicBezTo>
                            <a:pt x="-278" y="28218"/>
                            <a:pt x="7723" y="38315"/>
                            <a:pt x="18010" y="40220"/>
                          </a:cubicBezTo>
                          <a:cubicBezTo>
                            <a:pt x="21248" y="40791"/>
                            <a:pt x="24391" y="40410"/>
                            <a:pt x="27058" y="39363"/>
                          </a:cubicBezTo>
                          <a:cubicBezTo>
                            <a:pt x="21724" y="34791"/>
                            <a:pt x="18105" y="27837"/>
                            <a:pt x="18200" y="2040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6" name="Forme libre : forme 14095">
                      <a:extLst>
                        <a:ext uri="{FF2B5EF4-FFF2-40B4-BE49-F238E27FC236}">
                          <a16:creationId xmlns:a16="http://schemas.microsoft.com/office/drawing/2014/main" id="{AEC60D32-23FF-4008-9316-7C7BA49F8E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0226" y="3039046"/>
                      <a:ext cx="17557" cy="17067"/>
                    </a:xfrm>
                    <a:custGeom>
                      <a:avLst/>
                      <a:gdLst>
                        <a:gd name="connsiteX0" fmla="*/ 11970 w 17557"/>
                        <a:gd name="connsiteY0" fmla="*/ 16606 h 17067"/>
                        <a:gd name="connsiteX1" fmla="*/ 636 w 17557"/>
                        <a:gd name="connsiteY1" fmla="*/ 11367 h 17067"/>
                        <a:gd name="connsiteX2" fmla="*/ 5493 w 17557"/>
                        <a:gd name="connsiteY2" fmla="*/ 509 h 17067"/>
                        <a:gd name="connsiteX3" fmla="*/ 16923 w 17557"/>
                        <a:gd name="connsiteY3" fmla="*/ 5747 h 17067"/>
                        <a:gd name="connsiteX4" fmla="*/ 11970 w 17557"/>
                        <a:gd name="connsiteY4" fmla="*/ 16606 h 170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57" h="17067">
                          <a:moveTo>
                            <a:pt x="11970" y="16606"/>
                          </a:moveTo>
                          <a:cubicBezTo>
                            <a:pt x="7494" y="18130"/>
                            <a:pt x="2350" y="15749"/>
                            <a:pt x="636" y="11367"/>
                          </a:cubicBezTo>
                          <a:cubicBezTo>
                            <a:pt x="-1174" y="6986"/>
                            <a:pt x="1016" y="2128"/>
                            <a:pt x="5493" y="509"/>
                          </a:cubicBezTo>
                          <a:cubicBezTo>
                            <a:pt x="9970" y="-1111"/>
                            <a:pt x="15113" y="1271"/>
                            <a:pt x="16923" y="5747"/>
                          </a:cubicBezTo>
                          <a:cubicBezTo>
                            <a:pt x="18733" y="10319"/>
                            <a:pt x="16542" y="15177"/>
                            <a:pt x="11970" y="1660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7" name="Forme libre : forme 14096">
                      <a:extLst>
                        <a:ext uri="{FF2B5EF4-FFF2-40B4-BE49-F238E27FC236}">
                          <a16:creationId xmlns:a16="http://schemas.microsoft.com/office/drawing/2014/main" id="{08E35D64-6C3A-4A43-A801-9AC3AE37C3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1144" y="3039227"/>
                      <a:ext cx="6195" cy="6654"/>
                    </a:xfrm>
                    <a:custGeom>
                      <a:avLst/>
                      <a:gdLst>
                        <a:gd name="connsiteX0" fmla="*/ 2958 w 6195"/>
                        <a:gd name="connsiteY0" fmla="*/ 6613 h 6654"/>
                        <a:gd name="connsiteX1" fmla="*/ 5 w 6195"/>
                        <a:gd name="connsiteY1" fmla="*/ 2803 h 6654"/>
                        <a:gd name="connsiteX2" fmla="*/ 3148 w 6195"/>
                        <a:gd name="connsiteY2" fmla="*/ 41 h 6654"/>
                        <a:gd name="connsiteX3" fmla="*/ 6196 w 6195"/>
                        <a:gd name="connsiteY3" fmla="*/ 3946 h 6654"/>
                        <a:gd name="connsiteX4" fmla="*/ 2958 w 6195"/>
                        <a:gd name="connsiteY4" fmla="*/ 6613 h 6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5" h="6654">
                          <a:moveTo>
                            <a:pt x="2958" y="6613"/>
                          </a:moveTo>
                          <a:cubicBezTo>
                            <a:pt x="1243" y="6328"/>
                            <a:pt x="-90" y="4613"/>
                            <a:pt x="5" y="2803"/>
                          </a:cubicBezTo>
                          <a:cubicBezTo>
                            <a:pt x="5" y="994"/>
                            <a:pt x="1433" y="-245"/>
                            <a:pt x="3148" y="41"/>
                          </a:cubicBezTo>
                          <a:cubicBezTo>
                            <a:pt x="4863" y="327"/>
                            <a:pt x="6196" y="2041"/>
                            <a:pt x="6196" y="3946"/>
                          </a:cubicBezTo>
                          <a:cubicBezTo>
                            <a:pt x="6006" y="5661"/>
                            <a:pt x="4672" y="6899"/>
                            <a:pt x="2958" y="661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098" name="Graphique 5">
                  <a:extLst>
                    <a:ext uri="{FF2B5EF4-FFF2-40B4-BE49-F238E27FC236}">
                      <a16:creationId xmlns:a16="http://schemas.microsoft.com/office/drawing/2014/main" id="{1E443B34-0334-422D-BE09-346E7E644619}"/>
                    </a:ext>
                  </a:extLst>
                </p:cNvPr>
                <p:cNvGrpSpPr/>
                <p:nvPr/>
              </p:nvGrpSpPr>
              <p:grpSpPr>
                <a:xfrm>
                  <a:off x="3911043" y="2856462"/>
                  <a:ext cx="114496" cy="46869"/>
                  <a:chOff x="3911043" y="2856462"/>
                  <a:chExt cx="114496" cy="46869"/>
                </a:xfrm>
                <a:solidFill>
                  <a:schemeClr val="accent1"/>
                </a:solidFill>
              </p:grpSpPr>
              <p:grpSp>
                <p:nvGrpSpPr>
                  <p:cNvPr id="14099" name="Graphique 5">
                    <a:extLst>
                      <a:ext uri="{FF2B5EF4-FFF2-40B4-BE49-F238E27FC236}">
                        <a16:creationId xmlns:a16="http://schemas.microsoft.com/office/drawing/2014/main" id="{18F4EDDA-49C1-4253-8047-14F32819CBE5}"/>
                      </a:ext>
                    </a:extLst>
                  </p:cNvPr>
                  <p:cNvGrpSpPr/>
                  <p:nvPr/>
                </p:nvGrpSpPr>
                <p:grpSpPr>
                  <a:xfrm>
                    <a:off x="3911043" y="2856729"/>
                    <a:ext cx="38772" cy="39804"/>
                    <a:chOff x="3911043" y="2856729"/>
                    <a:chExt cx="38772" cy="39804"/>
                  </a:xfrm>
                  <a:solidFill>
                    <a:schemeClr val="accent1"/>
                  </a:solidFill>
                </p:grpSpPr>
                <p:sp>
                  <p:nvSpPr>
                    <p:cNvPr id="14100" name="Forme libre : forme 14099">
                      <a:extLst>
                        <a:ext uri="{FF2B5EF4-FFF2-40B4-BE49-F238E27FC236}">
                          <a16:creationId xmlns:a16="http://schemas.microsoft.com/office/drawing/2014/main" id="{0A743057-0FCE-4929-BF0F-D682A9EACB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043" y="2856729"/>
                      <a:ext cx="38772" cy="39804"/>
                    </a:xfrm>
                    <a:custGeom>
                      <a:avLst/>
                      <a:gdLst>
                        <a:gd name="connsiteX0" fmla="*/ 26379 w 38772"/>
                        <a:gd name="connsiteY0" fmla="*/ 2993 h 39804"/>
                        <a:gd name="connsiteX1" fmla="*/ 37333 w 38772"/>
                        <a:gd name="connsiteY1" fmla="*/ 30615 h 39804"/>
                        <a:gd name="connsiteX2" fmla="*/ 11996 w 38772"/>
                        <a:gd name="connsiteY2" fmla="*/ 36807 h 39804"/>
                        <a:gd name="connsiteX3" fmla="*/ 1233 w 38772"/>
                        <a:gd name="connsiteY3" fmla="*/ 9660 h 39804"/>
                        <a:gd name="connsiteX4" fmla="*/ 26379 w 38772"/>
                        <a:gd name="connsiteY4" fmla="*/ 2993 h 39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772" h="39804">
                          <a:moveTo>
                            <a:pt x="26379" y="2993"/>
                          </a:moveTo>
                          <a:cubicBezTo>
                            <a:pt x="36476" y="8898"/>
                            <a:pt x="41429" y="21471"/>
                            <a:pt x="37333" y="30615"/>
                          </a:cubicBezTo>
                          <a:cubicBezTo>
                            <a:pt x="33237" y="39855"/>
                            <a:pt x="21807" y="42522"/>
                            <a:pt x="11996" y="36807"/>
                          </a:cubicBezTo>
                          <a:cubicBezTo>
                            <a:pt x="2186" y="31187"/>
                            <a:pt x="-2386" y="18995"/>
                            <a:pt x="1233" y="9660"/>
                          </a:cubicBezTo>
                          <a:cubicBezTo>
                            <a:pt x="4948" y="421"/>
                            <a:pt x="16378" y="-3008"/>
                            <a:pt x="26379" y="299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1" name="Forme libre : forme 14100">
                      <a:extLst>
                        <a:ext uri="{FF2B5EF4-FFF2-40B4-BE49-F238E27FC236}">
                          <a16:creationId xmlns:a16="http://schemas.microsoft.com/office/drawing/2014/main" id="{45436990-9E83-4183-9CA4-EB7638CF82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5230" y="2856865"/>
                      <a:ext cx="34586" cy="39669"/>
                    </a:xfrm>
                    <a:custGeom>
                      <a:avLst/>
                      <a:gdLst>
                        <a:gd name="connsiteX0" fmla="*/ 15526 w 34586"/>
                        <a:gd name="connsiteY0" fmla="*/ 20002 h 39669"/>
                        <a:gd name="connsiteX1" fmla="*/ 0 w 34586"/>
                        <a:gd name="connsiteY1" fmla="*/ 29337 h 39669"/>
                        <a:gd name="connsiteX2" fmla="*/ 7810 w 34586"/>
                        <a:gd name="connsiteY2" fmla="*/ 36671 h 39669"/>
                        <a:gd name="connsiteX3" fmla="*/ 33147 w 34586"/>
                        <a:gd name="connsiteY3" fmla="*/ 30480 h 39669"/>
                        <a:gd name="connsiteX4" fmla="*/ 22193 w 34586"/>
                        <a:gd name="connsiteY4" fmla="*/ 2857 h 39669"/>
                        <a:gd name="connsiteX5" fmla="*/ 12573 w 34586"/>
                        <a:gd name="connsiteY5" fmla="*/ 0 h 39669"/>
                        <a:gd name="connsiteX6" fmla="*/ 15526 w 34586"/>
                        <a:gd name="connsiteY6" fmla="*/ 20002 h 39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86" h="39669">
                          <a:moveTo>
                            <a:pt x="15526" y="20002"/>
                          </a:moveTo>
                          <a:cubicBezTo>
                            <a:pt x="12859" y="26384"/>
                            <a:pt x="6667" y="29623"/>
                            <a:pt x="0" y="29337"/>
                          </a:cubicBezTo>
                          <a:cubicBezTo>
                            <a:pt x="2000" y="32290"/>
                            <a:pt x="4572" y="34861"/>
                            <a:pt x="7810" y="36671"/>
                          </a:cubicBezTo>
                          <a:cubicBezTo>
                            <a:pt x="17621" y="42386"/>
                            <a:pt x="29051" y="39719"/>
                            <a:pt x="33147" y="30480"/>
                          </a:cubicBezTo>
                          <a:cubicBezTo>
                            <a:pt x="37243" y="21241"/>
                            <a:pt x="32290" y="8763"/>
                            <a:pt x="22193" y="2857"/>
                          </a:cubicBezTo>
                          <a:cubicBezTo>
                            <a:pt x="18955" y="952"/>
                            <a:pt x="15716" y="95"/>
                            <a:pt x="12573" y="0"/>
                          </a:cubicBezTo>
                          <a:cubicBezTo>
                            <a:pt x="16764" y="6001"/>
                            <a:pt x="18193" y="13716"/>
                            <a:pt x="15526" y="2000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2" name="Forme libre : forme 14101">
                      <a:extLst>
                        <a:ext uri="{FF2B5EF4-FFF2-40B4-BE49-F238E27FC236}">
                          <a16:creationId xmlns:a16="http://schemas.microsoft.com/office/drawing/2014/main" id="{3C48A2B3-D0B6-4A2F-9DBF-CAA3E4AE50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0739" y="2860058"/>
                      <a:ext cx="18614" cy="16665"/>
                    </a:xfrm>
                    <a:custGeom>
                      <a:avLst/>
                      <a:gdLst>
                        <a:gd name="connsiteX0" fmla="*/ 8588 w 18614"/>
                        <a:gd name="connsiteY0" fmla="*/ 45 h 16665"/>
                        <a:gd name="connsiteX1" fmla="*/ 18589 w 18614"/>
                        <a:gd name="connsiteY1" fmla="*/ 9285 h 16665"/>
                        <a:gd name="connsiteX2" fmla="*/ 9921 w 18614"/>
                        <a:gd name="connsiteY2" fmla="*/ 16619 h 16665"/>
                        <a:gd name="connsiteX3" fmla="*/ 15 w 18614"/>
                        <a:gd name="connsiteY3" fmla="*/ 7475 h 16665"/>
                        <a:gd name="connsiteX4" fmla="*/ 8588 w 18614"/>
                        <a:gd name="connsiteY4" fmla="*/ 45 h 16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614" h="16665">
                          <a:moveTo>
                            <a:pt x="8588" y="45"/>
                          </a:moveTo>
                          <a:cubicBezTo>
                            <a:pt x="13731" y="522"/>
                            <a:pt x="18208" y="4712"/>
                            <a:pt x="18589" y="9285"/>
                          </a:cubicBezTo>
                          <a:cubicBezTo>
                            <a:pt x="18970" y="13857"/>
                            <a:pt x="15065" y="17095"/>
                            <a:pt x="9921" y="16619"/>
                          </a:cubicBezTo>
                          <a:cubicBezTo>
                            <a:pt x="4778" y="16143"/>
                            <a:pt x="396" y="12047"/>
                            <a:pt x="15" y="7475"/>
                          </a:cubicBezTo>
                          <a:cubicBezTo>
                            <a:pt x="-271" y="2903"/>
                            <a:pt x="3539" y="-431"/>
                            <a:pt x="8588" y="4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3" name="Forme libre : forme 14102">
                      <a:extLst>
                        <a:ext uri="{FF2B5EF4-FFF2-40B4-BE49-F238E27FC236}">
                          <a16:creationId xmlns:a16="http://schemas.microsoft.com/office/drawing/2014/main" id="{74CF79F1-F765-4AE1-8981-2A398F2414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9994" y="2867422"/>
                      <a:ext cx="6321" cy="6507"/>
                    </a:xfrm>
                    <a:custGeom>
                      <a:avLst/>
                      <a:gdLst>
                        <a:gd name="connsiteX0" fmla="*/ 4284 w 6321"/>
                        <a:gd name="connsiteY0" fmla="*/ 491 h 6507"/>
                        <a:gd name="connsiteX1" fmla="*/ 6094 w 6321"/>
                        <a:gd name="connsiteY1" fmla="*/ 4968 h 6507"/>
                        <a:gd name="connsiteX2" fmla="*/ 1998 w 6321"/>
                        <a:gd name="connsiteY2" fmla="*/ 6016 h 6507"/>
                        <a:gd name="connsiteX3" fmla="*/ 189 w 6321"/>
                        <a:gd name="connsiteY3" fmla="*/ 1539 h 6507"/>
                        <a:gd name="connsiteX4" fmla="*/ 4284 w 6321"/>
                        <a:gd name="connsiteY4" fmla="*/ 491 h 6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21" h="6507">
                          <a:moveTo>
                            <a:pt x="4284" y="491"/>
                          </a:moveTo>
                          <a:cubicBezTo>
                            <a:pt x="5904" y="1444"/>
                            <a:pt x="6761" y="3444"/>
                            <a:pt x="6094" y="4968"/>
                          </a:cubicBezTo>
                          <a:cubicBezTo>
                            <a:pt x="5427" y="6492"/>
                            <a:pt x="3618" y="6968"/>
                            <a:pt x="1998" y="6016"/>
                          </a:cubicBezTo>
                          <a:cubicBezTo>
                            <a:pt x="379" y="5063"/>
                            <a:pt x="-383" y="3063"/>
                            <a:pt x="189" y="1539"/>
                          </a:cubicBezTo>
                          <a:cubicBezTo>
                            <a:pt x="855" y="15"/>
                            <a:pt x="2665" y="-461"/>
                            <a:pt x="4284" y="4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104" name="Graphique 5">
                    <a:extLst>
                      <a:ext uri="{FF2B5EF4-FFF2-40B4-BE49-F238E27FC236}">
                        <a16:creationId xmlns:a16="http://schemas.microsoft.com/office/drawing/2014/main" id="{11173E6D-E74C-4F75-81A3-22222122E00C}"/>
                      </a:ext>
                    </a:extLst>
                  </p:cNvPr>
                  <p:cNvGrpSpPr/>
                  <p:nvPr/>
                </p:nvGrpSpPr>
                <p:grpSpPr>
                  <a:xfrm>
                    <a:off x="3949611" y="2862716"/>
                    <a:ext cx="39108" cy="40615"/>
                    <a:chOff x="3949611" y="2862716"/>
                    <a:chExt cx="39108" cy="40615"/>
                  </a:xfrm>
                  <a:solidFill>
                    <a:schemeClr val="accent1"/>
                  </a:solidFill>
                </p:grpSpPr>
                <p:sp>
                  <p:nvSpPr>
                    <p:cNvPr id="14105" name="Forme libre : forme 14104">
                      <a:extLst>
                        <a:ext uri="{FF2B5EF4-FFF2-40B4-BE49-F238E27FC236}">
                          <a16:creationId xmlns:a16="http://schemas.microsoft.com/office/drawing/2014/main" id="{D6B85FA0-8F9D-46D4-8A2D-5B5DAD7DFD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9611" y="2862716"/>
                      <a:ext cx="39108" cy="40615"/>
                    </a:xfrm>
                    <a:custGeom>
                      <a:avLst/>
                      <a:gdLst>
                        <a:gd name="connsiteX0" fmla="*/ 26959 w 39108"/>
                        <a:gd name="connsiteY0" fmla="*/ 3388 h 40615"/>
                        <a:gd name="connsiteX1" fmla="*/ 37532 w 39108"/>
                        <a:gd name="connsiteY1" fmla="*/ 31963 h 40615"/>
                        <a:gd name="connsiteX2" fmla="*/ 12005 w 39108"/>
                        <a:gd name="connsiteY2" fmla="*/ 37011 h 40615"/>
                        <a:gd name="connsiteX3" fmla="*/ 1432 w 39108"/>
                        <a:gd name="connsiteY3" fmla="*/ 9198 h 40615"/>
                        <a:gd name="connsiteX4" fmla="*/ 26959 w 39108"/>
                        <a:gd name="connsiteY4" fmla="*/ 3388 h 40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08" h="40615">
                          <a:moveTo>
                            <a:pt x="26959" y="3388"/>
                          </a:moveTo>
                          <a:cubicBezTo>
                            <a:pt x="37342" y="9484"/>
                            <a:pt x="41723" y="22819"/>
                            <a:pt x="37532" y="31963"/>
                          </a:cubicBezTo>
                          <a:cubicBezTo>
                            <a:pt x="33151" y="41202"/>
                            <a:pt x="21625" y="43297"/>
                            <a:pt x="12005" y="37011"/>
                          </a:cubicBezTo>
                          <a:cubicBezTo>
                            <a:pt x="2385" y="30629"/>
                            <a:pt x="-2664" y="18628"/>
                            <a:pt x="1432" y="9198"/>
                          </a:cubicBezTo>
                          <a:cubicBezTo>
                            <a:pt x="5337" y="-137"/>
                            <a:pt x="16672" y="-2899"/>
                            <a:pt x="26959" y="33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6" name="Forme libre : forme 14105">
                      <a:extLst>
                        <a:ext uri="{FF2B5EF4-FFF2-40B4-BE49-F238E27FC236}">
                          <a16:creationId xmlns:a16="http://schemas.microsoft.com/office/drawing/2014/main" id="{4948BDB5-3A45-45AE-9C80-9E5698A31F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3806" y="2862865"/>
                      <a:ext cx="34873" cy="40466"/>
                    </a:xfrm>
                    <a:custGeom>
                      <a:avLst/>
                      <a:gdLst>
                        <a:gd name="connsiteX0" fmla="*/ 15907 w 34873"/>
                        <a:gd name="connsiteY0" fmla="*/ 20193 h 40466"/>
                        <a:gd name="connsiteX1" fmla="*/ 0 w 34873"/>
                        <a:gd name="connsiteY1" fmla="*/ 29051 h 40466"/>
                        <a:gd name="connsiteX2" fmla="*/ 7715 w 34873"/>
                        <a:gd name="connsiteY2" fmla="*/ 36862 h 40466"/>
                        <a:gd name="connsiteX3" fmla="*/ 33242 w 34873"/>
                        <a:gd name="connsiteY3" fmla="*/ 31814 h 40466"/>
                        <a:gd name="connsiteX4" fmla="*/ 22670 w 34873"/>
                        <a:gd name="connsiteY4" fmla="*/ 3239 h 40466"/>
                        <a:gd name="connsiteX5" fmla="*/ 12859 w 34873"/>
                        <a:gd name="connsiteY5" fmla="*/ 0 h 40466"/>
                        <a:gd name="connsiteX6" fmla="*/ 15907 w 34873"/>
                        <a:gd name="connsiteY6" fmla="*/ 20193 h 40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873" h="40466">
                          <a:moveTo>
                            <a:pt x="15907" y="20193"/>
                          </a:moveTo>
                          <a:cubicBezTo>
                            <a:pt x="13049" y="26575"/>
                            <a:pt x="6858" y="29528"/>
                            <a:pt x="0" y="29051"/>
                          </a:cubicBezTo>
                          <a:cubicBezTo>
                            <a:pt x="2096" y="32004"/>
                            <a:pt x="4572" y="34862"/>
                            <a:pt x="7715" y="36862"/>
                          </a:cubicBezTo>
                          <a:cubicBezTo>
                            <a:pt x="17431" y="43148"/>
                            <a:pt x="28861" y="41053"/>
                            <a:pt x="33242" y="31814"/>
                          </a:cubicBezTo>
                          <a:cubicBezTo>
                            <a:pt x="37529" y="22670"/>
                            <a:pt x="33147" y="9335"/>
                            <a:pt x="22670" y="3239"/>
                          </a:cubicBezTo>
                          <a:cubicBezTo>
                            <a:pt x="19431" y="1238"/>
                            <a:pt x="16002" y="286"/>
                            <a:pt x="12859" y="0"/>
                          </a:cubicBezTo>
                          <a:cubicBezTo>
                            <a:pt x="17240" y="6287"/>
                            <a:pt x="18669" y="14002"/>
                            <a:pt x="15907" y="2019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7" name="Forme libre : forme 14106">
                      <a:extLst>
                        <a:ext uri="{FF2B5EF4-FFF2-40B4-BE49-F238E27FC236}">
                          <a16:creationId xmlns:a16="http://schemas.microsoft.com/office/drawing/2014/main" id="{9A3921DB-4E23-444B-9BD8-7C130D638B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9506" y="2866207"/>
                      <a:ext cx="18983" cy="16869"/>
                    </a:xfrm>
                    <a:custGeom>
                      <a:avLst/>
                      <a:gdLst>
                        <a:gd name="connsiteX0" fmla="*/ 8778 w 18983"/>
                        <a:gd name="connsiteY0" fmla="*/ 87 h 16869"/>
                        <a:gd name="connsiteX1" fmla="*/ 18969 w 18983"/>
                        <a:gd name="connsiteY1" fmla="*/ 9707 h 16869"/>
                        <a:gd name="connsiteX2" fmla="*/ 10111 w 18983"/>
                        <a:gd name="connsiteY2" fmla="*/ 16756 h 16869"/>
                        <a:gd name="connsiteX3" fmla="*/ 15 w 18983"/>
                        <a:gd name="connsiteY3" fmla="*/ 7231 h 16869"/>
                        <a:gd name="connsiteX4" fmla="*/ 8778 w 18983"/>
                        <a:gd name="connsiteY4" fmla="*/ 87 h 16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983" h="16869">
                          <a:moveTo>
                            <a:pt x="8778" y="87"/>
                          </a:moveTo>
                          <a:cubicBezTo>
                            <a:pt x="14016" y="754"/>
                            <a:pt x="18588" y="5135"/>
                            <a:pt x="18969" y="9707"/>
                          </a:cubicBezTo>
                          <a:cubicBezTo>
                            <a:pt x="19255" y="14375"/>
                            <a:pt x="15255" y="17518"/>
                            <a:pt x="10111" y="16756"/>
                          </a:cubicBezTo>
                          <a:cubicBezTo>
                            <a:pt x="4873" y="16089"/>
                            <a:pt x="396" y="11803"/>
                            <a:pt x="15" y="7231"/>
                          </a:cubicBezTo>
                          <a:cubicBezTo>
                            <a:pt x="-271" y="2659"/>
                            <a:pt x="3634" y="-580"/>
                            <a:pt x="8778" y="8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8" name="Forme libre : forme 14107">
                      <a:extLst>
                        <a:ext uri="{FF2B5EF4-FFF2-40B4-BE49-F238E27FC236}">
                          <a16:creationId xmlns:a16="http://schemas.microsoft.com/office/drawing/2014/main" id="{66B3CB65-7944-44F3-9DE9-35F1FF64DE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8626" y="2873395"/>
                      <a:ext cx="6455" cy="6563"/>
                    </a:xfrm>
                    <a:custGeom>
                      <a:avLst/>
                      <a:gdLst>
                        <a:gd name="connsiteX0" fmla="*/ 4419 w 6455"/>
                        <a:gd name="connsiteY0" fmla="*/ 519 h 6563"/>
                        <a:gd name="connsiteX1" fmla="*/ 6228 w 6455"/>
                        <a:gd name="connsiteY1" fmla="*/ 5091 h 6563"/>
                        <a:gd name="connsiteX2" fmla="*/ 2037 w 6455"/>
                        <a:gd name="connsiteY2" fmla="*/ 6044 h 6563"/>
                        <a:gd name="connsiteX3" fmla="*/ 228 w 6455"/>
                        <a:gd name="connsiteY3" fmla="*/ 1472 h 6563"/>
                        <a:gd name="connsiteX4" fmla="*/ 4419 w 6455"/>
                        <a:gd name="connsiteY4" fmla="*/ 519 h 6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55" h="6563">
                          <a:moveTo>
                            <a:pt x="4419" y="519"/>
                          </a:moveTo>
                          <a:cubicBezTo>
                            <a:pt x="6038" y="1567"/>
                            <a:pt x="6895" y="3567"/>
                            <a:pt x="6228" y="5091"/>
                          </a:cubicBezTo>
                          <a:cubicBezTo>
                            <a:pt x="5562" y="6615"/>
                            <a:pt x="3657" y="6996"/>
                            <a:pt x="2037" y="6044"/>
                          </a:cubicBezTo>
                          <a:cubicBezTo>
                            <a:pt x="418" y="5091"/>
                            <a:pt x="-439" y="2996"/>
                            <a:pt x="228" y="1472"/>
                          </a:cubicBezTo>
                          <a:cubicBezTo>
                            <a:pt x="894" y="-52"/>
                            <a:pt x="2799" y="-433"/>
                            <a:pt x="4419" y="5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109" name="Graphique 5">
                    <a:extLst>
                      <a:ext uri="{FF2B5EF4-FFF2-40B4-BE49-F238E27FC236}">
                        <a16:creationId xmlns:a16="http://schemas.microsoft.com/office/drawing/2014/main" id="{5FE1D5A6-2FF0-454D-8941-E94435347864}"/>
                      </a:ext>
                    </a:extLst>
                  </p:cNvPr>
                  <p:cNvGrpSpPr/>
                  <p:nvPr/>
                </p:nvGrpSpPr>
                <p:grpSpPr>
                  <a:xfrm>
                    <a:off x="3986066" y="2856462"/>
                    <a:ext cx="39474" cy="41902"/>
                    <a:chOff x="3986066" y="2856462"/>
                    <a:chExt cx="39474" cy="41902"/>
                  </a:xfrm>
                  <a:solidFill>
                    <a:schemeClr val="accent1"/>
                  </a:solidFill>
                </p:grpSpPr>
                <p:sp>
                  <p:nvSpPr>
                    <p:cNvPr id="14110" name="Forme libre : forme 14109">
                      <a:extLst>
                        <a:ext uri="{FF2B5EF4-FFF2-40B4-BE49-F238E27FC236}">
                          <a16:creationId xmlns:a16="http://schemas.microsoft.com/office/drawing/2014/main" id="{C73E5C64-1F12-469C-BF3F-693A78EB9D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6066" y="2856462"/>
                      <a:ext cx="39474" cy="41740"/>
                    </a:xfrm>
                    <a:custGeom>
                      <a:avLst/>
                      <a:gdLst>
                        <a:gd name="connsiteX0" fmla="*/ 27271 w 39474"/>
                        <a:gd name="connsiteY0" fmla="*/ 3927 h 41740"/>
                        <a:gd name="connsiteX1" fmla="*/ 37844 w 39474"/>
                        <a:gd name="connsiteY1" fmla="*/ 33359 h 41740"/>
                        <a:gd name="connsiteX2" fmla="*/ 11841 w 39474"/>
                        <a:gd name="connsiteY2" fmla="*/ 37741 h 41740"/>
                        <a:gd name="connsiteX3" fmla="*/ 1459 w 39474"/>
                        <a:gd name="connsiteY3" fmla="*/ 8880 h 41740"/>
                        <a:gd name="connsiteX4" fmla="*/ 27271 w 39474"/>
                        <a:gd name="connsiteY4" fmla="*/ 3927 h 41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474" h="41740">
                          <a:moveTo>
                            <a:pt x="27271" y="3927"/>
                          </a:moveTo>
                          <a:cubicBezTo>
                            <a:pt x="37463" y="10785"/>
                            <a:pt x="42226" y="24120"/>
                            <a:pt x="37844" y="33359"/>
                          </a:cubicBezTo>
                          <a:cubicBezTo>
                            <a:pt x="33463" y="42599"/>
                            <a:pt x="21747" y="44408"/>
                            <a:pt x="11841" y="37741"/>
                          </a:cubicBezTo>
                          <a:cubicBezTo>
                            <a:pt x="1935" y="31073"/>
                            <a:pt x="-2542" y="18215"/>
                            <a:pt x="1459" y="8880"/>
                          </a:cubicBezTo>
                          <a:cubicBezTo>
                            <a:pt x="5364" y="-359"/>
                            <a:pt x="17175" y="-3026"/>
                            <a:pt x="27271" y="392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11" name="Forme libre : forme 14110">
                      <a:extLst>
                        <a:ext uri="{FF2B5EF4-FFF2-40B4-BE49-F238E27FC236}">
                          <a16:creationId xmlns:a16="http://schemas.microsoft.com/office/drawing/2014/main" id="{3AA3277B-C739-4F1C-BE89-E581D29B72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0096" y="2856865"/>
                      <a:ext cx="35430" cy="41500"/>
                    </a:xfrm>
                    <a:custGeom>
                      <a:avLst/>
                      <a:gdLst>
                        <a:gd name="connsiteX0" fmla="*/ 16097 w 35430"/>
                        <a:gd name="connsiteY0" fmla="*/ 20764 h 41500"/>
                        <a:gd name="connsiteX1" fmla="*/ 0 w 35430"/>
                        <a:gd name="connsiteY1" fmla="*/ 29242 h 41500"/>
                        <a:gd name="connsiteX2" fmla="*/ 7811 w 35430"/>
                        <a:gd name="connsiteY2" fmla="*/ 37528 h 41500"/>
                        <a:gd name="connsiteX3" fmla="*/ 33814 w 35430"/>
                        <a:gd name="connsiteY3" fmla="*/ 33147 h 41500"/>
                        <a:gd name="connsiteX4" fmla="*/ 23241 w 35430"/>
                        <a:gd name="connsiteY4" fmla="*/ 3715 h 41500"/>
                        <a:gd name="connsiteX5" fmla="*/ 13430 w 35430"/>
                        <a:gd name="connsiteY5" fmla="*/ 0 h 41500"/>
                        <a:gd name="connsiteX6" fmla="*/ 16097 w 35430"/>
                        <a:gd name="connsiteY6" fmla="*/ 20764 h 415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30" h="41500">
                          <a:moveTo>
                            <a:pt x="16097" y="20764"/>
                          </a:moveTo>
                          <a:cubicBezTo>
                            <a:pt x="13240" y="27146"/>
                            <a:pt x="6858" y="30004"/>
                            <a:pt x="0" y="29242"/>
                          </a:cubicBezTo>
                          <a:cubicBezTo>
                            <a:pt x="2000" y="32385"/>
                            <a:pt x="4572" y="35338"/>
                            <a:pt x="7811" y="37528"/>
                          </a:cubicBezTo>
                          <a:cubicBezTo>
                            <a:pt x="17717" y="44196"/>
                            <a:pt x="29432" y="42291"/>
                            <a:pt x="33814" y="33147"/>
                          </a:cubicBezTo>
                          <a:cubicBezTo>
                            <a:pt x="38195" y="23908"/>
                            <a:pt x="33338" y="10573"/>
                            <a:pt x="23241" y="3715"/>
                          </a:cubicBezTo>
                          <a:cubicBezTo>
                            <a:pt x="20003" y="1524"/>
                            <a:pt x="16669" y="381"/>
                            <a:pt x="13430" y="0"/>
                          </a:cubicBezTo>
                          <a:cubicBezTo>
                            <a:pt x="17621" y="6477"/>
                            <a:pt x="18955" y="14478"/>
                            <a:pt x="16097" y="2076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12" name="Forme libre : forme 14111">
                      <a:extLst>
                        <a:ext uri="{FF2B5EF4-FFF2-40B4-BE49-F238E27FC236}">
                          <a16:creationId xmlns:a16="http://schemas.microsoft.com/office/drawing/2014/main" id="{E34E575A-2E3C-4AE5-946D-57D5005EC7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6177" y="2860058"/>
                      <a:ext cx="18888" cy="17555"/>
                    </a:xfrm>
                    <a:custGeom>
                      <a:avLst/>
                      <a:gdLst>
                        <a:gd name="connsiteX0" fmla="*/ 8873 w 18888"/>
                        <a:gd name="connsiteY0" fmla="*/ 141 h 17555"/>
                        <a:gd name="connsiteX1" fmla="*/ 18874 w 18888"/>
                        <a:gd name="connsiteY1" fmla="*/ 10523 h 17555"/>
                        <a:gd name="connsiteX2" fmla="*/ 9921 w 18888"/>
                        <a:gd name="connsiteY2" fmla="*/ 17381 h 17555"/>
                        <a:gd name="connsiteX3" fmla="*/ 15 w 18888"/>
                        <a:gd name="connsiteY3" fmla="*/ 7094 h 17555"/>
                        <a:gd name="connsiteX4" fmla="*/ 8873 w 18888"/>
                        <a:gd name="connsiteY4" fmla="*/ 141 h 17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888" h="17555">
                          <a:moveTo>
                            <a:pt x="8873" y="141"/>
                          </a:moveTo>
                          <a:cubicBezTo>
                            <a:pt x="14112" y="1094"/>
                            <a:pt x="18588" y="5761"/>
                            <a:pt x="18874" y="10523"/>
                          </a:cubicBezTo>
                          <a:cubicBezTo>
                            <a:pt x="19160" y="15286"/>
                            <a:pt x="15064" y="18334"/>
                            <a:pt x="9921" y="17381"/>
                          </a:cubicBezTo>
                          <a:cubicBezTo>
                            <a:pt x="4682" y="16429"/>
                            <a:pt x="300" y="11857"/>
                            <a:pt x="15" y="7094"/>
                          </a:cubicBezTo>
                          <a:cubicBezTo>
                            <a:pt x="-271" y="2427"/>
                            <a:pt x="3634" y="-716"/>
                            <a:pt x="8873" y="14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13" name="Forme libre : forme 14112">
                      <a:extLst>
                        <a:ext uri="{FF2B5EF4-FFF2-40B4-BE49-F238E27FC236}">
                          <a16:creationId xmlns:a16="http://schemas.microsoft.com/office/drawing/2014/main" id="{3DABB114-5EA9-42CA-B187-A94FF1295C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5284" y="2867249"/>
                      <a:ext cx="6427" cy="6853"/>
                    </a:xfrm>
                    <a:custGeom>
                      <a:avLst/>
                      <a:gdLst>
                        <a:gd name="connsiteX0" fmla="*/ 4432 w 6427"/>
                        <a:gd name="connsiteY0" fmla="*/ 665 h 6853"/>
                        <a:gd name="connsiteX1" fmla="*/ 6147 w 6427"/>
                        <a:gd name="connsiteY1" fmla="*/ 5427 h 6853"/>
                        <a:gd name="connsiteX2" fmla="*/ 1956 w 6427"/>
                        <a:gd name="connsiteY2" fmla="*/ 6189 h 6853"/>
                        <a:gd name="connsiteX3" fmla="*/ 241 w 6427"/>
                        <a:gd name="connsiteY3" fmla="*/ 1427 h 6853"/>
                        <a:gd name="connsiteX4" fmla="*/ 4432 w 6427"/>
                        <a:gd name="connsiteY4" fmla="*/ 665 h 6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27" h="6853">
                          <a:moveTo>
                            <a:pt x="4432" y="665"/>
                          </a:moveTo>
                          <a:cubicBezTo>
                            <a:pt x="6051" y="1808"/>
                            <a:pt x="6909" y="3903"/>
                            <a:pt x="6147" y="5427"/>
                          </a:cubicBezTo>
                          <a:cubicBezTo>
                            <a:pt x="5480" y="6951"/>
                            <a:pt x="3575" y="7332"/>
                            <a:pt x="1956" y="6189"/>
                          </a:cubicBezTo>
                          <a:cubicBezTo>
                            <a:pt x="337" y="5046"/>
                            <a:pt x="-426" y="2951"/>
                            <a:pt x="241" y="1427"/>
                          </a:cubicBezTo>
                          <a:cubicBezTo>
                            <a:pt x="813" y="-97"/>
                            <a:pt x="2718" y="-478"/>
                            <a:pt x="4432" y="6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4114" name="Graphique 5">
                <a:extLst>
                  <a:ext uri="{FF2B5EF4-FFF2-40B4-BE49-F238E27FC236}">
                    <a16:creationId xmlns:a16="http://schemas.microsoft.com/office/drawing/2014/main" id="{FF6AF695-6917-4C74-81C0-D72AA96DFF78}"/>
                  </a:ext>
                </a:extLst>
              </p:cNvPr>
              <p:cNvGrpSpPr/>
              <p:nvPr/>
            </p:nvGrpSpPr>
            <p:grpSpPr>
              <a:xfrm>
                <a:off x="3722745" y="3120040"/>
                <a:ext cx="516810" cy="397287"/>
                <a:chOff x="3722745" y="3120040"/>
                <a:chExt cx="516810" cy="397287"/>
              </a:xfrm>
              <a:solidFill>
                <a:schemeClr val="accent1"/>
              </a:solidFill>
            </p:grpSpPr>
            <p:sp>
              <p:nvSpPr>
                <p:cNvPr id="14115" name="Forme libre : forme 14114">
                  <a:extLst>
                    <a:ext uri="{FF2B5EF4-FFF2-40B4-BE49-F238E27FC236}">
                      <a16:creationId xmlns:a16="http://schemas.microsoft.com/office/drawing/2014/main" id="{181E6916-CF97-4F17-BA0C-E322F60E69F2}"/>
                    </a:ext>
                  </a:extLst>
                </p:cNvPr>
                <p:cNvSpPr/>
                <p:nvPr/>
              </p:nvSpPr>
              <p:spPr>
                <a:xfrm>
                  <a:off x="3738428" y="3120040"/>
                  <a:ext cx="501127" cy="397287"/>
                </a:xfrm>
                <a:custGeom>
                  <a:avLst/>
                  <a:gdLst>
                    <a:gd name="connsiteX0" fmla="*/ 369112 w 501127"/>
                    <a:gd name="connsiteY0" fmla="*/ 22003 h 397287"/>
                    <a:gd name="connsiteX1" fmla="*/ 383971 w 501127"/>
                    <a:gd name="connsiteY1" fmla="*/ 158877 h 397287"/>
                    <a:gd name="connsiteX2" fmla="*/ 332535 w 501127"/>
                    <a:gd name="connsiteY2" fmla="*/ 132493 h 397287"/>
                    <a:gd name="connsiteX3" fmla="*/ 277767 w 501127"/>
                    <a:gd name="connsiteY3" fmla="*/ 120491 h 397287"/>
                    <a:gd name="connsiteX4" fmla="*/ 166705 w 501127"/>
                    <a:gd name="connsiteY4" fmla="*/ 136779 h 397287"/>
                    <a:gd name="connsiteX5" fmla="*/ 34974 w 501127"/>
                    <a:gd name="connsiteY5" fmla="*/ 218123 h 397287"/>
                    <a:gd name="connsiteX6" fmla="*/ 6304 w 501127"/>
                    <a:gd name="connsiteY6" fmla="*/ 257651 h 397287"/>
                    <a:gd name="connsiteX7" fmla="*/ 780 w 501127"/>
                    <a:gd name="connsiteY7" fmla="*/ 292608 h 397287"/>
                    <a:gd name="connsiteX8" fmla="*/ 20401 w 501127"/>
                    <a:gd name="connsiteY8" fmla="*/ 324231 h 397287"/>
                    <a:gd name="connsiteX9" fmla="*/ 39832 w 501127"/>
                    <a:gd name="connsiteY9" fmla="*/ 337375 h 397287"/>
                    <a:gd name="connsiteX10" fmla="*/ 64692 w 501127"/>
                    <a:gd name="connsiteY10" fmla="*/ 348806 h 397287"/>
                    <a:gd name="connsiteX11" fmla="*/ 130129 w 501127"/>
                    <a:gd name="connsiteY11" fmla="*/ 364712 h 397287"/>
                    <a:gd name="connsiteX12" fmla="*/ 212711 w 501127"/>
                    <a:gd name="connsiteY12" fmla="*/ 368808 h 397287"/>
                    <a:gd name="connsiteX13" fmla="*/ 321772 w 501127"/>
                    <a:gd name="connsiteY13" fmla="*/ 341376 h 397287"/>
                    <a:gd name="connsiteX14" fmla="*/ 367778 w 501127"/>
                    <a:gd name="connsiteY14" fmla="*/ 309467 h 397287"/>
                    <a:gd name="connsiteX15" fmla="*/ 405116 w 501127"/>
                    <a:gd name="connsiteY15" fmla="*/ 265557 h 397287"/>
                    <a:gd name="connsiteX16" fmla="*/ 443978 w 501127"/>
                    <a:gd name="connsiteY16" fmla="*/ 397288 h 397287"/>
                    <a:gd name="connsiteX17" fmla="*/ 501128 w 501127"/>
                    <a:gd name="connsiteY17" fmla="*/ 397288 h 397287"/>
                    <a:gd name="connsiteX18" fmla="*/ 433977 w 501127"/>
                    <a:gd name="connsiteY18" fmla="*/ 204407 h 397287"/>
                    <a:gd name="connsiteX19" fmla="*/ 422166 w 501127"/>
                    <a:gd name="connsiteY19" fmla="*/ 0 h 397287"/>
                    <a:gd name="connsiteX20" fmla="*/ 369112 w 501127"/>
                    <a:gd name="connsiteY20" fmla="*/ 22003 h 397287"/>
                    <a:gd name="connsiteX21" fmla="*/ 208710 w 501127"/>
                    <a:gd name="connsiteY21" fmla="*/ 316135 h 397287"/>
                    <a:gd name="connsiteX22" fmla="*/ 90600 w 501127"/>
                    <a:gd name="connsiteY22" fmla="*/ 308800 h 397287"/>
                    <a:gd name="connsiteX23" fmla="*/ 56691 w 501127"/>
                    <a:gd name="connsiteY23" fmla="*/ 281845 h 397287"/>
                    <a:gd name="connsiteX24" fmla="*/ 82790 w 501127"/>
                    <a:gd name="connsiteY24" fmla="*/ 237458 h 397287"/>
                    <a:gd name="connsiteX25" fmla="*/ 182993 w 501127"/>
                    <a:gd name="connsiteY25" fmla="*/ 187071 h 397287"/>
                    <a:gd name="connsiteX26" fmla="*/ 276719 w 501127"/>
                    <a:gd name="connsiteY26" fmla="*/ 180499 h 397287"/>
                    <a:gd name="connsiteX27" fmla="*/ 321201 w 501127"/>
                    <a:gd name="connsiteY27" fmla="*/ 193929 h 397287"/>
                    <a:gd name="connsiteX28" fmla="*/ 362063 w 501127"/>
                    <a:gd name="connsiteY28" fmla="*/ 218694 h 397287"/>
                    <a:gd name="connsiteX29" fmla="*/ 297674 w 501127"/>
                    <a:gd name="connsiteY29" fmla="*/ 286512 h 397287"/>
                    <a:gd name="connsiteX30" fmla="*/ 208710 w 501127"/>
                    <a:gd name="connsiteY30" fmla="*/ 316135 h 397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01127" h="397287">
                      <a:moveTo>
                        <a:pt x="369112" y="22003"/>
                      </a:moveTo>
                      <a:cubicBezTo>
                        <a:pt x="388352" y="67818"/>
                        <a:pt x="391876" y="116396"/>
                        <a:pt x="383971" y="158877"/>
                      </a:cubicBezTo>
                      <a:cubicBezTo>
                        <a:pt x="367397" y="147828"/>
                        <a:pt x="350157" y="138970"/>
                        <a:pt x="332535" y="132493"/>
                      </a:cubicBezTo>
                      <a:cubicBezTo>
                        <a:pt x="314914" y="126016"/>
                        <a:pt x="296150" y="122206"/>
                        <a:pt x="277767" y="120491"/>
                      </a:cubicBezTo>
                      <a:cubicBezTo>
                        <a:pt x="240810" y="117158"/>
                        <a:pt x="203376" y="123158"/>
                        <a:pt x="166705" y="136779"/>
                      </a:cubicBezTo>
                      <a:cubicBezTo>
                        <a:pt x="104793" y="160020"/>
                        <a:pt x="61454" y="190976"/>
                        <a:pt x="34974" y="218123"/>
                      </a:cubicBezTo>
                      <a:cubicBezTo>
                        <a:pt x="21258" y="232029"/>
                        <a:pt x="11638" y="245269"/>
                        <a:pt x="6304" y="257651"/>
                      </a:cubicBezTo>
                      <a:cubicBezTo>
                        <a:pt x="113" y="270224"/>
                        <a:pt x="-1030" y="281750"/>
                        <a:pt x="780" y="292608"/>
                      </a:cubicBezTo>
                      <a:cubicBezTo>
                        <a:pt x="2875" y="304514"/>
                        <a:pt x="10019" y="314801"/>
                        <a:pt x="20401" y="324231"/>
                      </a:cubicBezTo>
                      <a:cubicBezTo>
                        <a:pt x="25735" y="328898"/>
                        <a:pt x="32212" y="333280"/>
                        <a:pt x="39832" y="337375"/>
                      </a:cubicBezTo>
                      <a:cubicBezTo>
                        <a:pt x="47071" y="341471"/>
                        <a:pt x="55358" y="345281"/>
                        <a:pt x="64692" y="348806"/>
                      </a:cubicBezTo>
                      <a:cubicBezTo>
                        <a:pt x="83076" y="355759"/>
                        <a:pt x="105364" y="361093"/>
                        <a:pt x="130129" y="364712"/>
                      </a:cubicBezTo>
                      <a:cubicBezTo>
                        <a:pt x="154894" y="368237"/>
                        <a:pt x="182612" y="369951"/>
                        <a:pt x="212711" y="368808"/>
                      </a:cubicBezTo>
                      <a:cubicBezTo>
                        <a:pt x="251573" y="367379"/>
                        <a:pt x="289197" y="358616"/>
                        <a:pt x="321772" y="341376"/>
                      </a:cubicBezTo>
                      <a:cubicBezTo>
                        <a:pt x="338155" y="332804"/>
                        <a:pt x="353586" y="322136"/>
                        <a:pt x="367778" y="309467"/>
                      </a:cubicBezTo>
                      <a:cubicBezTo>
                        <a:pt x="381970" y="296799"/>
                        <a:pt x="394067" y="282131"/>
                        <a:pt x="405116" y="265557"/>
                      </a:cubicBezTo>
                      <a:cubicBezTo>
                        <a:pt x="429500" y="301657"/>
                        <a:pt x="443407" y="347853"/>
                        <a:pt x="443978" y="397288"/>
                      </a:cubicBezTo>
                      <a:lnTo>
                        <a:pt x="501128" y="397288"/>
                      </a:lnTo>
                      <a:cubicBezTo>
                        <a:pt x="501128" y="322136"/>
                        <a:pt x="474934" y="252889"/>
                        <a:pt x="433977" y="204407"/>
                      </a:cubicBezTo>
                      <a:cubicBezTo>
                        <a:pt x="453027" y="144018"/>
                        <a:pt x="451122" y="69818"/>
                        <a:pt x="422166" y="0"/>
                      </a:cubicBezTo>
                      <a:lnTo>
                        <a:pt x="369112" y="22003"/>
                      </a:lnTo>
                      <a:close/>
                      <a:moveTo>
                        <a:pt x="208710" y="316135"/>
                      </a:moveTo>
                      <a:cubicBezTo>
                        <a:pt x="146607" y="322517"/>
                        <a:pt x="110127" y="315087"/>
                        <a:pt x="90600" y="308800"/>
                      </a:cubicBezTo>
                      <a:cubicBezTo>
                        <a:pt x="71170" y="302133"/>
                        <a:pt x="58501" y="293180"/>
                        <a:pt x="56691" y="281845"/>
                      </a:cubicBezTo>
                      <a:cubicBezTo>
                        <a:pt x="54787" y="270415"/>
                        <a:pt x="62121" y="254794"/>
                        <a:pt x="82790" y="237458"/>
                      </a:cubicBezTo>
                      <a:cubicBezTo>
                        <a:pt x="102602" y="220409"/>
                        <a:pt x="134987" y="201263"/>
                        <a:pt x="182993" y="187071"/>
                      </a:cubicBezTo>
                      <a:cubicBezTo>
                        <a:pt x="214330" y="177927"/>
                        <a:pt x="246048" y="175355"/>
                        <a:pt x="276719" y="180499"/>
                      </a:cubicBezTo>
                      <a:cubicBezTo>
                        <a:pt x="292245" y="182975"/>
                        <a:pt x="306818" y="187547"/>
                        <a:pt x="321201" y="193929"/>
                      </a:cubicBezTo>
                      <a:cubicBezTo>
                        <a:pt x="335393" y="200311"/>
                        <a:pt x="349490" y="208598"/>
                        <a:pt x="362063" y="218694"/>
                      </a:cubicBezTo>
                      <a:cubicBezTo>
                        <a:pt x="345966" y="247174"/>
                        <a:pt x="324344" y="270129"/>
                        <a:pt x="297674" y="286512"/>
                      </a:cubicBezTo>
                      <a:cubicBezTo>
                        <a:pt x="271385" y="302895"/>
                        <a:pt x="241286" y="312611"/>
                        <a:pt x="208710" y="316135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116" name="Forme libre : forme 14115">
                  <a:extLst>
                    <a:ext uri="{FF2B5EF4-FFF2-40B4-BE49-F238E27FC236}">
                      <a16:creationId xmlns:a16="http://schemas.microsoft.com/office/drawing/2014/main" id="{2B42EC64-92AD-4B28-A6C4-8A3585DD7494}"/>
                    </a:ext>
                  </a:extLst>
                </p:cNvPr>
                <p:cNvSpPr/>
                <p:nvPr/>
              </p:nvSpPr>
              <p:spPr>
                <a:xfrm>
                  <a:off x="3738428" y="3256057"/>
                  <a:ext cx="233951" cy="233142"/>
                </a:xfrm>
                <a:custGeom>
                  <a:avLst/>
                  <a:gdLst>
                    <a:gd name="connsiteX0" fmla="*/ 92029 w 233951"/>
                    <a:gd name="connsiteY0" fmla="*/ 210026 h 233142"/>
                    <a:gd name="connsiteX1" fmla="*/ 67074 w 233951"/>
                    <a:gd name="connsiteY1" fmla="*/ 198025 h 233142"/>
                    <a:gd name="connsiteX2" fmla="*/ 47643 w 233951"/>
                    <a:gd name="connsiteY2" fmla="*/ 184214 h 233142"/>
                    <a:gd name="connsiteX3" fmla="*/ 27735 w 233951"/>
                    <a:gd name="connsiteY3" fmla="*/ 150876 h 233142"/>
                    <a:gd name="connsiteX4" fmla="*/ 31831 w 233951"/>
                    <a:gd name="connsiteY4" fmla="*/ 116777 h 233142"/>
                    <a:gd name="connsiteX5" fmla="*/ 56120 w 233951"/>
                    <a:gd name="connsiteY5" fmla="*/ 78867 h 233142"/>
                    <a:gd name="connsiteX6" fmla="*/ 168991 w 233951"/>
                    <a:gd name="connsiteY6" fmla="*/ 0 h 233142"/>
                    <a:gd name="connsiteX7" fmla="*/ 166705 w 233951"/>
                    <a:gd name="connsiteY7" fmla="*/ 762 h 233142"/>
                    <a:gd name="connsiteX8" fmla="*/ 34974 w 233951"/>
                    <a:gd name="connsiteY8" fmla="*/ 82106 h 233142"/>
                    <a:gd name="connsiteX9" fmla="*/ 6304 w 233951"/>
                    <a:gd name="connsiteY9" fmla="*/ 121634 h 233142"/>
                    <a:gd name="connsiteX10" fmla="*/ 780 w 233951"/>
                    <a:gd name="connsiteY10" fmla="*/ 156591 h 233142"/>
                    <a:gd name="connsiteX11" fmla="*/ 20401 w 233951"/>
                    <a:gd name="connsiteY11" fmla="*/ 188214 h 233142"/>
                    <a:gd name="connsiteX12" fmla="*/ 39832 w 233951"/>
                    <a:gd name="connsiteY12" fmla="*/ 201359 h 233142"/>
                    <a:gd name="connsiteX13" fmla="*/ 64692 w 233951"/>
                    <a:gd name="connsiteY13" fmla="*/ 212789 h 233142"/>
                    <a:gd name="connsiteX14" fmla="*/ 130129 w 233951"/>
                    <a:gd name="connsiteY14" fmla="*/ 228695 h 233142"/>
                    <a:gd name="connsiteX15" fmla="*/ 212711 w 233951"/>
                    <a:gd name="connsiteY15" fmla="*/ 232791 h 233142"/>
                    <a:gd name="connsiteX16" fmla="*/ 233952 w 233951"/>
                    <a:gd name="connsiteY16" fmla="*/ 231172 h 233142"/>
                    <a:gd name="connsiteX17" fmla="*/ 155180 w 233951"/>
                    <a:gd name="connsiteY17" fmla="*/ 226219 h 233142"/>
                    <a:gd name="connsiteX18" fmla="*/ 92029 w 233951"/>
                    <a:gd name="connsiteY18" fmla="*/ 210026 h 23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33951" h="233142">
                      <a:moveTo>
                        <a:pt x="92029" y="210026"/>
                      </a:moveTo>
                      <a:cubicBezTo>
                        <a:pt x="82695" y="206312"/>
                        <a:pt x="74503" y="202311"/>
                        <a:pt x="67074" y="198025"/>
                      </a:cubicBezTo>
                      <a:cubicBezTo>
                        <a:pt x="59549" y="193739"/>
                        <a:pt x="52977" y="189071"/>
                        <a:pt x="47643" y="184214"/>
                      </a:cubicBezTo>
                      <a:cubicBezTo>
                        <a:pt x="37165" y="174308"/>
                        <a:pt x="29926" y="163449"/>
                        <a:pt x="27735" y="150876"/>
                      </a:cubicBezTo>
                      <a:cubicBezTo>
                        <a:pt x="25926" y="140208"/>
                        <a:pt x="26592" y="128969"/>
                        <a:pt x="31831" y="116777"/>
                      </a:cubicBezTo>
                      <a:cubicBezTo>
                        <a:pt x="36403" y="104775"/>
                        <a:pt x="44309" y="92107"/>
                        <a:pt x="56120" y="78867"/>
                      </a:cubicBezTo>
                      <a:cubicBezTo>
                        <a:pt x="78790" y="52864"/>
                        <a:pt x="115842" y="23813"/>
                        <a:pt x="168991" y="0"/>
                      </a:cubicBezTo>
                      <a:lnTo>
                        <a:pt x="166705" y="762"/>
                      </a:lnTo>
                      <a:cubicBezTo>
                        <a:pt x="104793" y="24003"/>
                        <a:pt x="61454" y="54959"/>
                        <a:pt x="34974" y="82106"/>
                      </a:cubicBezTo>
                      <a:cubicBezTo>
                        <a:pt x="21258" y="96012"/>
                        <a:pt x="11638" y="109252"/>
                        <a:pt x="6304" y="121634"/>
                      </a:cubicBezTo>
                      <a:cubicBezTo>
                        <a:pt x="113" y="134207"/>
                        <a:pt x="-1030" y="145733"/>
                        <a:pt x="780" y="156591"/>
                      </a:cubicBezTo>
                      <a:cubicBezTo>
                        <a:pt x="2875" y="168497"/>
                        <a:pt x="10019" y="178784"/>
                        <a:pt x="20401" y="188214"/>
                      </a:cubicBezTo>
                      <a:cubicBezTo>
                        <a:pt x="25735" y="192881"/>
                        <a:pt x="32212" y="197263"/>
                        <a:pt x="39832" y="201359"/>
                      </a:cubicBezTo>
                      <a:cubicBezTo>
                        <a:pt x="47071" y="205454"/>
                        <a:pt x="55358" y="209264"/>
                        <a:pt x="64692" y="212789"/>
                      </a:cubicBezTo>
                      <a:cubicBezTo>
                        <a:pt x="83076" y="219742"/>
                        <a:pt x="105364" y="225076"/>
                        <a:pt x="130129" y="228695"/>
                      </a:cubicBezTo>
                      <a:cubicBezTo>
                        <a:pt x="154894" y="232220"/>
                        <a:pt x="182612" y="233934"/>
                        <a:pt x="212711" y="232791"/>
                      </a:cubicBezTo>
                      <a:cubicBezTo>
                        <a:pt x="219855" y="232505"/>
                        <a:pt x="226998" y="231934"/>
                        <a:pt x="233952" y="231172"/>
                      </a:cubicBezTo>
                      <a:cubicBezTo>
                        <a:pt x="205282" y="231839"/>
                        <a:pt x="178802" y="230029"/>
                        <a:pt x="155180" y="226219"/>
                      </a:cubicBezTo>
                      <a:cubicBezTo>
                        <a:pt x="131082" y="222599"/>
                        <a:pt x="109841" y="217075"/>
                        <a:pt x="92029" y="210026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117" name="Forme libre : forme 14116">
                  <a:extLst>
                    <a:ext uri="{FF2B5EF4-FFF2-40B4-BE49-F238E27FC236}">
                      <a16:creationId xmlns:a16="http://schemas.microsoft.com/office/drawing/2014/main" id="{F8D167CA-0D10-4AA4-8EFC-C8498C06B6E8}"/>
                    </a:ext>
                  </a:extLst>
                </p:cNvPr>
                <p:cNvSpPr/>
                <p:nvPr/>
              </p:nvSpPr>
              <p:spPr>
                <a:xfrm>
                  <a:off x="4000955" y="3252342"/>
                  <a:ext cx="219360" cy="177165"/>
                </a:xfrm>
                <a:custGeom>
                  <a:avLst/>
                  <a:gdLst>
                    <a:gd name="connsiteX0" fmla="*/ 219361 w 219360"/>
                    <a:gd name="connsiteY0" fmla="*/ 177166 h 177165"/>
                    <a:gd name="connsiteX1" fmla="*/ 216789 w 219360"/>
                    <a:gd name="connsiteY1" fmla="*/ 169451 h 177165"/>
                    <a:gd name="connsiteX2" fmla="*/ 208216 w 219360"/>
                    <a:gd name="connsiteY2" fmla="*/ 148972 h 177165"/>
                    <a:gd name="connsiteX3" fmla="*/ 169735 w 219360"/>
                    <a:gd name="connsiteY3" fmla="*/ 86678 h 177165"/>
                    <a:gd name="connsiteX4" fmla="*/ 155353 w 219360"/>
                    <a:gd name="connsiteY4" fmla="*/ 69914 h 177165"/>
                    <a:gd name="connsiteX5" fmla="*/ 138589 w 219360"/>
                    <a:gd name="connsiteY5" fmla="*/ 53912 h 177165"/>
                    <a:gd name="connsiteX6" fmla="*/ 99536 w 219360"/>
                    <a:gd name="connsiteY6" fmla="*/ 26004 h 177165"/>
                    <a:gd name="connsiteX7" fmla="*/ 0 w 219360"/>
                    <a:gd name="connsiteY7" fmla="*/ 1 h 177165"/>
                    <a:gd name="connsiteX8" fmla="*/ 22193 w 219360"/>
                    <a:gd name="connsiteY8" fmla="*/ 3239 h 177165"/>
                    <a:gd name="connsiteX9" fmla="*/ 78200 w 219360"/>
                    <a:gd name="connsiteY9" fmla="*/ 22575 h 177165"/>
                    <a:gd name="connsiteX10" fmla="*/ 151638 w 219360"/>
                    <a:gd name="connsiteY10" fmla="*/ 74867 h 177165"/>
                    <a:gd name="connsiteX11" fmla="*/ 188023 w 219360"/>
                    <a:gd name="connsiteY11" fmla="*/ 118873 h 177165"/>
                    <a:gd name="connsiteX12" fmla="*/ 204502 w 219360"/>
                    <a:gd name="connsiteY12" fmla="*/ 146114 h 177165"/>
                    <a:gd name="connsiteX13" fmla="*/ 212407 w 219360"/>
                    <a:gd name="connsiteY13" fmla="*/ 161068 h 177165"/>
                    <a:gd name="connsiteX14" fmla="*/ 219361 w 219360"/>
                    <a:gd name="connsiteY14" fmla="*/ 177166 h 177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19360" h="177165">
                      <a:moveTo>
                        <a:pt x="219361" y="177166"/>
                      </a:moveTo>
                      <a:cubicBezTo>
                        <a:pt x="219361" y="177166"/>
                        <a:pt x="218504" y="174499"/>
                        <a:pt x="216789" y="169451"/>
                      </a:cubicBezTo>
                      <a:cubicBezTo>
                        <a:pt x="215170" y="164497"/>
                        <a:pt x="212312" y="157449"/>
                        <a:pt x="208216" y="148972"/>
                      </a:cubicBezTo>
                      <a:cubicBezTo>
                        <a:pt x="200215" y="132017"/>
                        <a:pt x="188119" y="109157"/>
                        <a:pt x="169735" y="86678"/>
                      </a:cubicBezTo>
                      <a:cubicBezTo>
                        <a:pt x="165259" y="81059"/>
                        <a:pt x="160496" y="75439"/>
                        <a:pt x="155353" y="69914"/>
                      </a:cubicBezTo>
                      <a:cubicBezTo>
                        <a:pt x="150114" y="64390"/>
                        <a:pt x="144399" y="59056"/>
                        <a:pt x="138589" y="53912"/>
                      </a:cubicBezTo>
                      <a:cubicBezTo>
                        <a:pt x="126682" y="43625"/>
                        <a:pt x="114109" y="34005"/>
                        <a:pt x="99536" y="26004"/>
                      </a:cubicBezTo>
                      <a:cubicBezTo>
                        <a:pt x="70580" y="10002"/>
                        <a:pt x="37624" y="-95"/>
                        <a:pt x="0" y="1"/>
                      </a:cubicBezTo>
                      <a:cubicBezTo>
                        <a:pt x="0" y="1"/>
                        <a:pt x="8191" y="382"/>
                        <a:pt x="22193" y="3239"/>
                      </a:cubicBezTo>
                      <a:cubicBezTo>
                        <a:pt x="36385" y="6001"/>
                        <a:pt x="55340" y="11717"/>
                        <a:pt x="78200" y="22575"/>
                      </a:cubicBezTo>
                      <a:cubicBezTo>
                        <a:pt x="101251" y="33338"/>
                        <a:pt x="126111" y="50007"/>
                        <a:pt x="151638" y="74867"/>
                      </a:cubicBezTo>
                      <a:cubicBezTo>
                        <a:pt x="163830" y="87345"/>
                        <a:pt x="176498" y="101918"/>
                        <a:pt x="188023" y="118873"/>
                      </a:cubicBezTo>
                      <a:cubicBezTo>
                        <a:pt x="193643" y="127350"/>
                        <a:pt x="199168" y="136494"/>
                        <a:pt x="204502" y="146114"/>
                      </a:cubicBezTo>
                      <a:cubicBezTo>
                        <a:pt x="207169" y="150972"/>
                        <a:pt x="209836" y="155925"/>
                        <a:pt x="212407" y="161068"/>
                      </a:cubicBezTo>
                      <a:cubicBezTo>
                        <a:pt x="214789" y="166402"/>
                        <a:pt x="217075" y="171641"/>
                        <a:pt x="219361" y="1771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118" name="Forme libre : forme 14117">
                  <a:extLst>
                    <a:ext uri="{FF2B5EF4-FFF2-40B4-BE49-F238E27FC236}">
                      <a16:creationId xmlns:a16="http://schemas.microsoft.com/office/drawing/2014/main" id="{923DF31D-6DB1-496E-B47C-111605AF9AD0}"/>
                    </a:ext>
                  </a:extLst>
                </p:cNvPr>
                <p:cNvSpPr/>
                <p:nvPr/>
              </p:nvSpPr>
              <p:spPr>
                <a:xfrm>
                  <a:off x="3909419" y="3338639"/>
                  <a:ext cx="233838" cy="105469"/>
                </a:xfrm>
                <a:custGeom>
                  <a:avLst/>
                  <a:gdLst>
                    <a:gd name="connsiteX0" fmla="*/ 233839 w 233838"/>
                    <a:gd name="connsiteY0" fmla="*/ 47054 h 105469"/>
                    <a:gd name="connsiteX1" fmla="*/ 229934 w 233838"/>
                    <a:gd name="connsiteY1" fmla="*/ 41148 h 105469"/>
                    <a:gd name="connsiteX2" fmla="*/ 219646 w 233838"/>
                    <a:gd name="connsiteY2" fmla="*/ 27527 h 105469"/>
                    <a:gd name="connsiteX3" fmla="*/ 191071 w 233838"/>
                    <a:gd name="connsiteY3" fmla="*/ 0 h 105469"/>
                    <a:gd name="connsiteX4" fmla="*/ 180785 w 233838"/>
                    <a:gd name="connsiteY4" fmla="*/ 17336 h 105469"/>
                    <a:gd name="connsiteX5" fmla="*/ 147352 w 233838"/>
                    <a:gd name="connsiteY5" fmla="*/ 53912 h 105469"/>
                    <a:gd name="connsiteX6" fmla="*/ 87154 w 233838"/>
                    <a:gd name="connsiteY6" fmla="*/ 87344 h 105469"/>
                    <a:gd name="connsiteX7" fmla="*/ 0 w 233838"/>
                    <a:gd name="connsiteY7" fmla="*/ 99917 h 105469"/>
                    <a:gd name="connsiteX8" fmla="*/ 18002 w 233838"/>
                    <a:gd name="connsiteY8" fmla="*/ 102965 h 105469"/>
                    <a:gd name="connsiteX9" fmla="*/ 64579 w 233838"/>
                    <a:gd name="connsiteY9" fmla="*/ 105347 h 105469"/>
                    <a:gd name="connsiteX10" fmla="*/ 200025 w 233838"/>
                    <a:gd name="connsiteY10" fmla="*/ 53626 h 105469"/>
                    <a:gd name="connsiteX11" fmla="*/ 233839 w 233838"/>
                    <a:gd name="connsiteY11" fmla="*/ 47054 h 105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3838" h="105469">
                      <a:moveTo>
                        <a:pt x="233839" y="47054"/>
                      </a:moveTo>
                      <a:cubicBezTo>
                        <a:pt x="233839" y="47054"/>
                        <a:pt x="232410" y="44863"/>
                        <a:pt x="229934" y="41148"/>
                      </a:cubicBezTo>
                      <a:cubicBezTo>
                        <a:pt x="227552" y="37529"/>
                        <a:pt x="224028" y="32671"/>
                        <a:pt x="219646" y="27527"/>
                      </a:cubicBezTo>
                      <a:cubicBezTo>
                        <a:pt x="211169" y="17145"/>
                        <a:pt x="200311" y="5620"/>
                        <a:pt x="191071" y="0"/>
                      </a:cubicBezTo>
                      <a:cubicBezTo>
                        <a:pt x="191071" y="0"/>
                        <a:pt x="187833" y="7049"/>
                        <a:pt x="180785" y="17336"/>
                      </a:cubicBezTo>
                      <a:cubicBezTo>
                        <a:pt x="173641" y="27623"/>
                        <a:pt x="163163" y="41053"/>
                        <a:pt x="147352" y="53912"/>
                      </a:cubicBezTo>
                      <a:cubicBezTo>
                        <a:pt x="131636" y="66770"/>
                        <a:pt x="111633" y="78962"/>
                        <a:pt x="87154" y="87344"/>
                      </a:cubicBezTo>
                      <a:cubicBezTo>
                        <a:pt x="62675" y="95726"/>
                        <a:pt x="33623" y="100394"/>
                        <a:pt x="0" y="99917"/>
                      </a:cubicBezTo>
                      <a:cubicBezTo>
                        <a:pt x="0" y="99917"/>
                        <a:pt x="6572" y="101441"/>
                        <a:pt x="18002" y="102965"/>
                      </a:cubicBezTo>
                      <a:cubicBezTo>
                        <a:pt x="29432" y="104394"/>
                        <a:pt x="45339" y="105918"/>
                        <a:pt x="64579" y="105347"/>
                      </a:cubicBezTo>
                      <a:cubicBezTo>
                        <a:pt x="102775" y="103918"/>
                        <a:pt x="153924" y="95726"/>
                        <a:pt x="200025" y="53626"/>
                      </a:cubicBezTo>
                      <a:cubicBezTo>
                        <a:pt x="214027" y="40862"/>
                        <a:pt x="233839" y="47054"/>
                        <a:pt x="233839" y="47054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119" name="Forme libre : forme 14118">
                  <a:extLst>
                    <a:ext uri="{FF2B5EF4-FFF2-40B4-BE49-F238E27FC236}">
                      <a16:creationId xmlns:a16="http://schemas.microsoft.com/office/drawing/2014/main" id="{D53BC896-5707-4DC8-A22D-E6A3FB4D99F3}"/>
                    </a:ext>
                  </a:extLst>
                </p:cNvPr>
                <p:cNvSpPr/>
                <p:nvPr/>
              </p:nvSpPr>
              <p:spPr>
                <a:xfrm>
                  <a:off x="4117255" y="3170047"/>
                  <a:ext cx="23831" cy="121062"/>
                </a:xfrm>
                <a:custGeom>
                  <a:avLst/>
                  <a:gdLst>
                    <a:gd name="connsiteX0" fmla="*/ 5048 w 23831"/>
                    <a:gd name="connsiteY0" fmla="*/ 108871 h 121062"/>
                    <a:gd name="connsiteX1" fmla="*/ 22384 w 23831"/>
                    <a:gd name="connsiteY1" fmla="*/ 121063 h 121062"/>
                    <a:gd name="connsiteX2" fmla="*/ 23146 w 23831"/>
                    <a:gd name="connsiteY2" fmla="*/ 84296 h 121062"/>
                    <a:gd name="connsiteX3" fmla="*/ 0 w 23831"/>
                    <a:gd name="connsiteY3" fmla="*/ 0 h 121062"/>
                    <a:gd name="connsiteX4" fmla="*/ 2572 w 23831"/>
                    <a:gd name="connsiteY4" fmla="*/ 8668 h 121062"/>
                    <a:gd name="connsiteX5" fmla="*/ 6858 w 23831"/>
                    <a:gd name="connsiteY5" fmla="*/ 32385 h 121062"/>
                    <a:gd name="connsiteX6" fmla="*/ 9239 w 23831"/>
                    <a:gd name="connsiteY6" fmla="*/ 67151 h 121062"/>
                    <a:gd name="connsiteX7" fmla="*/ 5048 w 23831"/>
                    <a:gd name="connsiteY7" fmla="*/ 108871 h 121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831" h="121062">
                      <a:moveTo>
                        <a:pt x="5048" y="108871"/>
                      </a:moveTo>
                      <a:cubicBezTo>
                        <a:pt x="5048" y="108871"/>
                        <a:pt x="14669" y="114300"/>
                        <a:pt x="22384" y="121063"/>
                      </a:cubicBezTo>
                      <a:cubicBezTo>
                        <a:pt x="22384" y="121063"/>
                        <a:pt x="25051" y="106775"/>
                        <a:pt x="23146" y="84296"/>
                      </a:cubicBezTo>
                      <a:cubicBezTo>
                        <a:pt x="21812" y="61817"/>
                        <a:pt x="15716" y="31052"/>
                        <a:pt x="0" y="0"/>
                      </a:cubicBezTo>
                      <a:cubicBezTo>
                        <a:pt x="0" y="0"/>
                        <a:pt x="1048" y="3048"/>
                        <a:pt x="2572" y="8668"/>
                      </a:cubicBezTo>
                      <a:cubicBezTo>
                        <a:pt x="4000" y="14192"/>
                        <a:pt x="5524" y="22479"/>
                        <a:pt x="6858" y="32385"/>
                      </a:cubicBezTo>
                      <a:cubicBezTo>
                        <a:pt x="8096" y="42386"/>
                        <a:pt x="9620" y="54102"/>
                        <a:pt x="9239" y="67151"/>
                      </a:cubicBezTo>
                      <a:cubicBezTo>
                        <a:pt x="8954" y="80296"/>
                        <a:pt x="7715" y="94393"/>
                        <a:pt x="5048" y="108871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4120" name="Graphique 5">
                  <a:extLst>
                    <a:ext uri="{FF2B5EF4-FFF2-40B4-BE49-F238E27FC236}">
                      <a16:creationId xmlns:a16="http://schemas.microsoft.com/office/drawing/2014/main" id="{0C35388C-9505-45FD-A4DE-79225590737D}"/>
                    </a:ext>
                  </a:extLst>
                </p:cNvPr>
                <p:cNvGrpSpPr/>
                <p:nvPr/>
              </p:nvGrpSpPr>
              <p:grpSpPr>
                <a:xfrm>
                  <a:off x="4026088" y="3235852"/>
                  <a:ext cx="81172" cy="95180"/>
                  <a:chOff x="4026088" y="3235852"/>
                  <a:chExt cx="81172" cy="95180"/>
                </a:xfrm>
                <a:solidFill>
                  <a:schemeClr val="accent1"/>
                </a:solidFill>
              </p:grpSpPr>
              <p:grpSp>
                <p:nvGrpSpPr>
                  <p:cNvPr id="14121" name="Graphique 5">
                    <a:extLst>
                      <a:ext uri="{FF2B5EF4-FFF2-40B4-BE49-F238E27FC236}">
                        <a16:creationId xmlns:a16="http://schemas.microsoft.com/office/drawing/2014/main" id="{EFF4E552-0FE2-4F53-930C-B464139009FA}"/>
                      </a:ext>
                    </a:extLst>
                  </p:cNvPr>
                  <p:cNvGrpSpPr/>
                  <p:nvPr/>
                </p:nvGrpSpPr>
                <p:grpSpPr>
                  <a:xfrm>
                    <a:off x="4071290" y="3235852"/>
                    <a:ext cx="35970" cy="40384"/>
                    <a:chOff x="4071290" y="3235852"/>
                    <a:chExt cx="35970" cy="40384"/>
                  </a:xfrm>
                  <a:solidFill>
                    <a:schemeClr val="accent1"/>
                  </a:solidFill>
                </p:grpSpPr>
                <p:sp>
                  <p:nvSpPr>
                    <p:cNvPr id="14122" name="Forme libre : forme 14121">
                      <a:extLst>
                        <a:ext uri="{FF2B5EF4-FFF2-40B4-BE49-F238E27FC236}">
                          <a16:creationId xmlns:a16="http://schemas.microsoft.com/office/drawing/2014/main" id="{DAD69CA2-E4CB-4EB9-95E5-27ED051AF0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290" y="3235867"/>
                      <a:ext cx="35970" cy="40370"/>
                    </a:xfrm>
                    <a:custGeom>
                      <a:avLst/>
                      <a:gdLst>
                        <a:gd name="connsiteX0" fmla="*/ 23486 w 35970"/>
                        <a:gd name="connsiteY0" fmla="*/ 39812 h 40370"/>
                        <a:gd name="connsiteX1" fmla="*/ 816 w 35970"/>
                        <a:gd name="connsiteY1" fmla="*/ 25239 h 40370"/>
                        <a:gd name="connsiteX2" fmla="*/ 12056 w 35970"/>
                        <a:gd name="connsiteY2" fmla="*/ 760 h 40370"/>
                        <a:gd name="connsiteX3" fmla="*/ 35011 w 35970"/>
                        <a:gd name="connsiteY3" fmla="*/ 15238 h 40370"/>
                        <a:gd name="connsiteX4" fmla="*/ 23486 w 35970"/>
                        <a:gd name="connsiteY4" fmla="*/ 39812 h 40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970" h="40370">
                          <a:moveTo>
                            <a:pt x="23486" y="39812"/>
                          </a:moveTo>
                          <a:cubicBezTo>
                            <a:pt x="13961" y="42384"/>
                            <a:pt x="3864" y="35812"/>
                            <a:pt x="816" y="25239"/>
                          </a:cubicBezTo>
                          <a:cubicBezTo>
                            <a:pt x="-2041" y="14666"/>
                            <a:pt x="2817" y="3713"/>
                            <a:pt x="12056" y="760"/>
                          </a:cubicBezTo>
                          <a:cubicBezTo>
                            <a:pt x="21485" y="-2288"/>
                            <a:pt x="31963" y="4094"/>
                            <a:pt x="35011" y="15238"/>
                          </a:cubicBezTo>
                          <a:cubicBezTo>
                            <a:pt x="38250" y="26287"/>
                            <a:pt x="33011" y="37336"/>
                            <a:pt x="23486" y="3981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23" name="Forme libre : forme 14122">
                      <a:extLst>
                        <a:ext uri="{FF2B5EF4-FFF2-40B4-BE49-F238E27FC236}">
                          <a16:creationId xmlns:a16="http://schemas.microsoft.com/office/drawing/2014/main" id="{F19A0F93-A3DD-4A34-8F93-D2C136D848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385" y="3235852"/>
                      <a:ext cx="31105" cy="40259"/>
                    </a:xfrm>
                    <a:custGeom>
                      <a:avLst/>
                      <a:gdLst>
                        <a:gd name="connsiteX0" fmla="*/ 17580 w 31105"/>
                        <a:gd name="connsiteY0" fmla="*/ 20491 h 40259"/>
                        <a:gd name="connsiteX1" fmla="*/ 21390 w 31105"/>
                        <a:gd name="connsiteY1" fmla="*/ 679 h 40259"/>
                        <a:gd name="connsiteX2" fmla="*/ 12056 w 31105"/>
                        <a:gd name="connsiteY2" fmla="*/ 679 h 40259"/>
                        <a:gd name="connsiteX3" fmla="*/ 816 w 31105"/>
                        <a:gd name="connsiteY3" fmla="*/ 25158 h 40259"/>
                        <a:gd name="connsiteX4" fmla="*/ 23486 w 31105"/>
                        <a:gd name="connsiteY4" fmla="*/ 39732 h 40259"/>
                        <a:gd name="connsiteX5" fmla="*/ 31106 w 31105"/>
                        <a:gd name="connsiteY5" fmla="*/ 34969 h 40259"/>
                        <a:gd name="connsiteX6" fmla="*/ 17580 w 31105"/>
                        <a:gd name="connsiteY6" fmla="*/ 20491 h 40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105" h="40259">
                          <a:moveTo>
                            <a:pt x="17580" y="20491"/>
                          </a:moveTo>
                          <a:cubicBezTo>
                            <a:pt x="15389" y="13157"/>
                            <a:pt x="17390" y="5632"/>
                            <a:pt x="21390" y="679"/>
                          </a:cubicBezTo>
                          <a:cubicBezTo>
                            <a:pt x="18342" y="-178"/>
                            <a:pt x="15199" y="-273"/>
                            <a:pt x="12056" y="679"/>
                          </a:cubicBezTo>
                          <a:cubicBezTo>
                            <a:pt x="2817" y="3632"/>
                            <a:pt x="-2041" y="14586"/>
                            <a:pt x="816" y="25158"/>
                          </a:cubicBezTo>
                          <a:cubicBezTo>
                            <a:pt x="3864" y="35731"/>
                            <a:pt x="13961" y="42208"/>
                            <a:pt x="23486" y="39732"/>
                          </a:cubicBezTo>
                          <a:cubicBezTo>
                            <a:pt x="26534" y="38874"/>
                            <a:pt x="29010" y="37160"/>
                            <a:pt x="31106" y="34969"/>
                          </a:cubicBezTo>
                          <a:cubicBezTo>
                            <a:pt x="24914" y="33064"/>
                            <a:pt x="19581" y="27730"/>
                            <a:pt x="17580" y="204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24" name="Forme libre : forme 14123">
                      <a:extLst>
                        <a:ext uri="{FF2B5EF4-FFF2-40B4-BE49-F238E27FC236}">
                          <a16:creationId xmlns:a16="http://schemas.microsoft.com/office/drawing/2014/main" id="{CCD40202-9BFF-419B-A2A6-6C9CB8189B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6201" y="3253807"/>
                      <a:ext cx="16197" cy="18003"/>
                    </a:xfrm>
                    <a:custGeom>
                      <a:avLst/>
                      <a:gdLst>
                        <a:gd name="connsiteX0" fmla="*/ 13338 w 16197"/>
                        <a:gd name="connsiteY0" fmla="*/ 15490 h 18003"/>
                        <a:gd name="connsiteX1" fmla="*/ 1908 w 16197"/>
                        <a:gd name="connsiteY1" fmla="*/ 15300 h 18003"/>
                        <a:gd name="connsiteX2" fmla="*/ 2860 w 16197"/>
                        <a:gd name="connsiteY2" fmla="*/ 2631 h 18003"/>
                        <a:gd name="connsiteX3" fmla="*/ 14290 w 16197"/>
                        <a:gd name="connsiteY3" fmla="*/ 2727 h 18003"/>
                        <a:gd name="connsiteX4" fmla="*/ 13338 w 16197"/>
                        <a:gd name="connsiteY4" fmla="*/ 15490 h 18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97" h="18003">
                          <a:moveTo>
                            <a:pt x="13338" y="15490"/>
                          </a:moveTo>
                          <a:cubicBezTo>
                            <a:pt x="9909" y="18919"/>
                            <a:pt x="4765" y="18824"/>
                            <a:pt x="1908" y="15300"/>
                          </a:cubicBezTo>
                          <a:cubicBezTo>
                            <a:pt x="-950" y="11775"/>
                            <a:pt x="-569" y="6156"/>
                            <a:pt x="2860" y="2631"/>
                          </a:cubicBezTo>
                          <a:cubicBezTo>
                            <a:pt x="6289" y="-893"/>
                            <a:pt x="11337" y="-893"/>
                            <a:pt x="14290" y="2727"/>
                          </a:cubicBezTo>
                          <a:cubicBezTo>
                            <a:pt x="17148" y="6251"/>
                            <a:pt x="16767" y="12061"/>
                            <a:pt x="13338" y="1549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25" name="Forme libre : forme 14124">
                      <a:extLst>
                        <a:ext uri="{FF2B5EF4-FFF2-40B4-BE49-F238E27FC236}">
                          <a16:creationId xmlns:a16="http://schemas.microsoft.com/office/drawing/2014/main" id="{2B1B071D-4A4C-41A6-AB11-5F2578EF29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4263" y="3252234"/>
                      <a:ext cx="5883" cy="6694"/>
                    </a:xfrm>
                    <a:custGeom>
                      <a:avLst/>
                      <a:gdLst>
                        <a:gd name="connsiteX0" fmla="*/ 3846 w 5883"/>
                        <a:gd name="connsiteY0" fmla="*/ 6586 h 6694"/>
                        <a:gd name="connsiteX1" fmla="*/ 132 w 5883"/>
                        <a:gd name="connsiteY1" fmla="*/ 4204 h 6694"/>
                        <a:gd name="connsiteX2" fmla="*/ 2037 w 5883"/>
                        <a:gd name="connsiteY2" fmla="*/ 109 h 6694"/>
                        <a:gd name="connsiteX3" fmla="*/ 5751 w 5883"/>
                        <a:gd name="connsiteY3" fmla="*/ 2490 h 6694"/>
                        <a:gd name="connsiteX4" fmla="*/ 3846 w 5883"/>
                        <a:gd name="connsiteY4" fmla="*/ 6586 h 6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3" h="6694">
                          <a:moveTo>
                            <a:pt x="3846" y="6586"/>
                          </a:moveTo>
                          <a:cubicBezTo>
                            <a:pt x="2322" y="7062"/>
                            <a:pt x="608" y="5919"/>
                            <a:pt x="132" y="4204"/>
                          </a:cubicBezTo>
                          <a:cubicBezTo>
                            <a:pt x="-345" y="2395"/>
                            <a:pt x="513" y="585"/>
                            <a:pt x="2037" y="109"/>
                          </a:cubicBezTo>
                          <a:cubicBezTo>
                            <a:pt x="3561" y="-368"/>
                            <a:pt x="5275" y="775"/>
                            <a:pt x="5751" y="2490"/>
                          </a:cubicBezTo>
                          <a:cubicBezTo>
                            <a:pt x="6228" y="4204"/>
                            <a:pt x="5370" y="6109"/>
                            <a:pt x="3846" y="65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126" name="Graphique 5">
                    <a:extLst>
                      <a:ext uri="{FF2B5EF4-FFF2-40B4-BE49-F238E27FC236}">
                        <a16:creationId xmlns:a16="http://schemas.microsoft.com/office/drawing/2014/main" id="{82906DD5-6DE2-4D38-B292-DB90D98E3645}"/>
                      </a:ext>
                    </a:extLst>
                  </p:cNvPr>
                  <p:cNvGrpSpPr/>
                  <p:nvPr/>
                </p:nvGrpSpPr>
                <p:grpSpPr>
                  <a:xfrm>
                    <a:off x="4044466" y="3260804"/>
                    <a:ext cx="36004" cy="38995"/>
                    <a:chOff x="4044466" y="3260804"/>
                    <a:chExt cx="36004" cy="38995"/>
                  </a:xfrm>
                  <a:solidFill>
                    <a:schemeClr val="accent1"/>
                  </a:solidFill>
                </p:grpSpPr>
                <p:sp>
                  <p:nvSpPr>
                    <p:cNvPr id="14127" name="Forme libre : forme 14126">
                      <a:extLst>
                        <a:ext uri="{FF2B5EF4-FFF2-40B4-BE49-F238E27FC236}">
                          <a16:creationId xmlns:a16="http://schemas.microsoft.com/office/drawing/2014/main" id="{35A8F7EB-69DE-43DD-84C0-54A5AA336E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4466" y="3260804"/>
                      <a:ext cx="36004" cy="38960"/>
                    </a:xfrm>
                    <a:custGeom>
                      <a:avLst/>
                      <a:gdLst>
                        <a:gd name="connsiteX0" fmla="*/ 23068 w 36004"/>
                        <a:gd name="connsiteY0" fmla="*/ 38497 h 38960"/>
                        <a:gd name="connsiteX1" fmla="*/ 779 w 36004"/>
                        <a:gd name="connsiteY1" fmla="*/ 24304 h 38960"/>
                        <a:gd name="connsiteX2" fmla="*/ 12590 w 36004"/>
                        <a:gd name="connsiteY2" fmla="*/ 682 h 38960"/>
                        <a:gd name="connsiteX3" fmla="*/ 35165 w 36004"/>
                        <a:gd name="connsiteY3" fmla="*/ 14875 h 38960"/>
                        <a:gd name="connsiteX4" fmla="*/ 23068 w 36004"/>
                        <a:gd name="connsiteY4" fmla="*/ 38497 h 38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004" h="38960">
                          <a:moveTo>
                            <a:pt x="23068" y="38497"/>
                          </a:moveTo>
                          <a:cubicBezTo>
                            <a:pt x="13638" y="40783"/>
                            <a:pt x="3732" y="34401"/>
                            <a:pt x="779" y="24304"/>
                          </a:cubicBezTo>
                          <a:cubicBezTo>
                            <a:pt x="-2078" y="14113"/>
                            <a:pt x="3161" y="3540"/>
                            <a:pt x="12590" y="682"/>
                          </a:cubicBezTo>
                          <a:cubicBezTo>
                            <a:pt x="22020" y="-2175"/>
                            <a:pt x="32117" y="4207"/>
                            <a:pt x="35165" y="14875"/>
                          </a:cubicBezTo>
                          <a:cubicBezTo>
                            <a:pt x="38213" y="25543"/>
                            <a:pt x="32688" y="36115"/>
                            <a:pt x="23068" y="3849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28" name="Forme libre : forme 14127">
                      <a:extLst>
                        <a:ext uri="{FF2B5EF4-FFF2-40B4-BE49-F238E27FC236}">
                          <a16:creationId xmlns:a16="http://schemas.microsoft.com/office/drawing/2014/main" id="{CA19ACD9-065A-4255-9F30-86D0C7ECAB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4466" y="3260889"/>
                      <a:ext cx="30783" cy="38910"/>
                    </a:xfrm>
                    <a:custGeom>
                      <a:avLst/>
                      <a:gdLst>
                        <a:gd name="connsiteX0" fmla="*/ 17639 w 30783"/>
                        <a:gd name="connsiteY0" fmla="*/ 19742 h 38910"/>
                        <a:gd name="connsiteX1" fmla="*/ 21830 w 30783"/>
                        <a:gd name="connsiteY1" fmla="*/ 692 h 38910"/>
                        <a:gd name="connsiteX2" fmla="*/ 12590 w 30783"/>
                        <a:gd name="connsiteY2" fmla="*/ 597 h 38910"/>
                        <a:gd name="connsiteX3" fmla="*/ 779 w 30783"/>
                        <a:gd name="connsiteY3" fmla="*/ 24219 h 38910"/>
                        <a:gd name="connsiteX4" fmla="*/ 23068 w 30783"/>
                        <a:gd name="connsiteY4" fmla="*/ 38412 h 38910"/>
                        <a:gd name="connsiteX5" fmla="*/ 30783 w 30783"/>
                        <a:gd name="connsiteY5" fmla="*/ 33840 h 38910"/>
                        <a:gd name="connsiteX6" fmla="*/ 17639 w 30783"/>
                        <a:gd name="connsiteY6" fmla="*/ 19742 h 38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783" h="38910">
                          <a:moveTo>
                            <a:pt x="17639" y="19742"/>
                          </a:moveTo>
                          <a:cubicBezTo>
                            <a:pt x="15638" y="12599"/>
                            <a:pt x="17448" y="5455"/>
                            <a:pt x="21830" y="692"/>
                          </a:cubicBezTo>
                          <a:cubicBezTo>
                            <a:pt x="18877" y="-165"/>
                            <a:pt x="15734" y="-260"/>
                            <a:pt x="12590" y="597"/>
                          </a:cubicBezTo>
                          <a:cubicBezTo>
                            <a:pt x="3161" y="3455"/>
                            <a:pt x="-2078" y="14028"/>
                            <a:pt x="779" y="24219"/>
                          </a:cubicBezTo>
                          <a:cubicBezTo>
                            <a:pt x="3732" y="34411"/>
                            <a:pt x="13638" y="40793"/>
                            <a:pt x="23068" y="38412"/>
                          </a:cubicBezTo>
                          <a:cubicBezTo>
                            <a:pt x="26116" y="37650"/>
                            <a:pt x="28688" y="36030"/>
                            <a:pt x="30783" y="33840"/>
                          </a:cubicBezTo>
                          <a:cubicBezTo>
                            <a:pt x="24878" y="31839"/>
                            <a:pt x="19544" y="26696"/>
                            <a:pt x="17639" y="1974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29" name="Forme libre : forme 14128">
                      <a:extLst>
                        <a:ext uri="{FF2B5EF4-FFF2-40B4-BE49-F238E27FC236}">
                          <a16:creationId xmlns:a16="http://schemas.microsoft.com/office/drawing/2014/main" id="{14E7C063-FEA9-4A55-8F15-91388D99B2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9228" y="3278155"/>
                      <a:ext cx="16262" cy="17350"/>
                    </a:xfrm>
                    <a:custGeom>
                      <a:avLst/>
                      <a:gdLst>
                        <a:gd name="connsiteX0" fmla="*/ 13260 w 16262"/>
                        <a:gd name="connsiteY0" fmla="*/ 14955 h 17350"/>
                        <a:gd name="connsiteX1" fmla="*/ 1830 w 16262"/>
                        <a:gd name="connsiteY1" fmla="*/ 14669 h 17350"/>
                        <a:gd name="connsiteX2" fmla="*/ 2973 w 16262"/>
                        <a:gd name="connsiteY2" fmla="*/ 2477 h 17350"/>
                        <a:gd name="connsiteX3" fmla="*/ 14403 w 16262"/>
                        <a:gd name="connsiteY3" fmla="*/ 2667 h 17350"/>
                        <a:gd name="connsiteX4" fmla="*/ 13260 w 16262"/>
                        <a:gd name="connsiteY4" fmla="*/ 14955 h 173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62" h="17350">
                          <a:moveTo>
                            <a:pt x="13260" y="14955"/>
                          </a:moveTo>
                          <a:cubicBezTo>
                            <a:pt x="9640" y="18288"/>
                            <a:pt x="4687" y="18098"/>
                            <a:pt x="1830" y="14669"/>
                          </a:cubicBezTo>
                          <a:cubicBezTo>
                            <a:pt x="-1028" y="11240"/>
                            <a:pt x="-456" y="5811"/>
                            <a:pt x="2973" y="2477"/>
                          </a:cubicBezTo>
                          <a:cubicBezTo>
                            <a:pt x="6402" y="-857"/>
                            <a:pt x="11545" y="-857"/>
                            <a:pt x="14403" y="2667"/>
                          </a:cubicBezTo>
                          <a:cubicBezTo>
                            <a:pt x="17260" y="6192"/>
                            <a:pt x="16784" y="11716"/>
                            <a:pt x="13260" y="1495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30" name="Forme libre : forme 14129">
                      <a:extLst>
                        <a:ext uri="{FF2B5EF4-FFF2-40B4-BE49-F238E27FC236}">
                          <a16:creationId xmlns:a16="http://schemas.microsoft.com/office/drawing/2014/main" id="{FBAE8C4A-9A97-4228-9A81-15C07EC798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7403" y="3276618"/>
                      <a:ext cx="5882" cy="6473"/>
                    </a:xfrm>
                    <a:custGeom>
                      <a:avLst/>
                      <a:gdLst>
                        <a:gd name="connsiteX0" fmla="*/ 3846 w 5882"/>
                        <a:gd name="connsiteY0" fmla="*/ 6395 h 6473"/>
                        <a:gd name="connsiteX1" fmla="*/ 132 w 5882"/>
                        <a:gd name="connsiteY1" fmla="*/ 4014 h 6473"/>
                        <a:gd name="connsiteX2" fmla="*/ 2037 w 5882"/>
                        <a:gd name="connsiteY2" fmla="*/ 109 h 6473"/>
                        <a:gd name="connsiteX3" fmla="*/ 5751 w 5882"/>
                        <a:gd name="connsiteY3" fmla="*/ 2490 h 6473"/>
                        <a:gd name="connsiteX4" fmla="*/ 3846 w 5882"/>
                        <a:gd name="connsiteY4" fmla="*/ 6395 h 6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2" h="6473">
                          <a:moveTo>
                            <a:pt x="3846" y="6395"/>
                          </a:moveTo>
                          <a:cubicBezTo>
                            <a:pt x="2322" y="6776"/>
                            <a:pt x="608" y="5728"/>
                            <a:pt x="132" y="4014"/>
                          </a:cubicBezTo>
                          <a:cubicBezTo>
                            <a:pt x="-345" y="2299"/>
                            <a:pt x="513" y="585"/>
                            <a:pt x="2037" y="109"/>
                          </a:cubicBezTo>
                          <a:cubicBezTo>
                            <a:pt x="3560" y="-368"/>
                            <a:pt x="5275" y="775"/>
                            <a:pt x="5751" y="2490"/>
                          </a:cubicBezTo>
                          <a:cubicBezTo>
                            <a:pt x="6227" y="4204"/>
                            <a:pt x="5370" y="6014"/>
                            <a:pt x="3846" y="639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131" name="Graphique 5">
                    <a:extLst>
                      <a:ext uri="{FF2B5EF4-FFF2-40B4-BE49-F238E27FC236}">
                        <a16:creationId xmlns:a16="http://schemas.microsoft.com/office/drawing/2014/main" id="{615D37F4-EC7B-479D-938F-0BE66778711D}"/>
                      </a:ext>
                    </a:extLst>
                  </p:cNvPr>
                  <p:cNvGrpSpPr/>
                  <p:nvPr/>
                </p:nvGrpSpPr>
                <p:grpSpPr>
                  <a:xfrm>
                    <a:off x="4026088" y="3293011"/>
                    <a:ext cx="35693" cy="38021"/>
                    <a:chOff x="4026088" y="3293011"/>
                    <a:chExt cx="35693" cy="38021"/>
                  </a:xfrm>
                  <a:solidFill>
                    <a:schemeClr val="accent1"/>
                  </a:solidFill>
                </p:grpSpPr>
                <p:sp>
                  <p:nvSpPr>
                    <p:cNvPr id="14132" name="Forme libre : forme 14131">
                      <a:extLst>
                        <a:ext uri="{FF2B5EF4-FFF2-40B4-BE49-F238E27FC236}">
                          <a16:creationId xmlns:a16="http://schemas.microsoft.com/office/drawing/2014/main" id="{B1E495E2-EA3B-4514-8DDD-765ECBD512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6088" y="3293011"/>
                      <a:ext cx="35693" cy="38021"/>
                    </a:xfrm>
                    <a:custGeom>
                      <a:avLst/>
                      <a:gdLst>
                        <a:gd name="connsiteX0" fmla="*/ 22111 w 35693"/>
                        <a:gd name="connsiteY0" fmla="*/ 37627 h 38021"/>
                        <a:gd name="connsiteX1" fmla="*/ 489 w 35693"/>
                        <a:gd name="connsiteY1" fmla="*/ 23244 h 38021"/>
                        <a:gd name="connsiteX2" fmla="*/ 13157 w 35693"/>
                        <a:gd name="connsiteY2" fmla="*/ 575 h 38021"/>
                        <a:gd name="connsiteX3" fmla="*/ 35160 w 35693"/>
                        <a:gd name="connsiteY3" fmla="*/ 14862 h 38021"/>
                        <a:gd name="connsiteX4" fmla="*/ 22111 w 35693"/>
                        <a:gd name="connsiteY4" fmla="*/ 37627 h 38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93" h="38021">
                          <a:moveTo>
                            <a:pt x="22111" y="37627"/>
                          </a:moveTo>
                          <a:cubicBezTo>
                            <a:pt x="12491" y="39723"/>
                            <a:pt x="2870" y="33246"/>
                            <a:pt x="489" y="23244"/>
                          </a:cubicBezTo>
                          <a:cubicBezTo>
                            <a:pt x="-1702" y="13243"/>
                            <a:pt x="3632" y="3147"/>
                            <a:pt x="13157" y="575"/>
                          </a:cubicBezTo>
                          <a:cubicBezTo>
                            <a:pt x="22682" y="-1997"/>
                            <a:pt x="32874" y="4290"/>
                            <a:pt x="35160" y="14862"/>
                          </a:cubicBezTo>
                          <a:cubicBezTo>
                            <a:pt x="37541" y="25435"/>
                            <a:pt x="31731" y="35627"/>
                            <a:pt x="22111" y="3762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33" name="Forme libre : forme 14132">
                      <a:extLst>
                        <a:ext uri="{FF2B5EF4-FFF2-40B4-BE49-F238E27FC236}">
                          <a16:creationId xmlns:a16="http://schemas.microsoft.com/office/drawing/2014/main" id="{FC941B9D-61BA-486A-AE78-CE7E5B45A6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6088" y="3293109"/>
                      <a:ext cx="29921" cy="37923"/>
                    </a:xfrm>
                    <a:custGeom>
                      <a:avLst/>
                      <a:gdLst>
                        <a:gd name="connsiteX0" fmla="*/ 17444 w 29921"/>
                        <a:gd name="connsiteY0" fmla="*/ 19242 h 37923"/>
                        <a:gd name="connsiteX1" fmla="*/ 22397 w 29921"/>
                        <a:gd name="connsiteY1" fmla="*/ 763 h 37923"/>
                        <a:gd name="connsiteX2" fmla="*/ 13157 w 29921"/>
                        <a:gd name="connsiteY2" fmla="*/ 477 h 37923"/>
                        <a:gd name="connsiteX3" fmla="*/ 489 w 29921"/>
                        <a:gd name="connsiteY3" fmla="*/ 23147 h 37923"/>
                        <a:gd name="connsiteX4" fmla="*/ 22111 w 29921"/>
                        <a:gd name="connsiteY4" fmla="*/ 37530 h 37923"/>
                        <a:gd name="connsiteX5" fmla="*/ 29921 w 29921"/>
                        <a:gd name="connsiteY5" fmla="*/ 33243 h 37923"/>
                        <a:gd name="connsiteX6" fmla="*/ 17444 w 29921"/>
                        <a:gd name="connsiteY6" fmla="*/ 19242 h 379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921" h="37923">
                          <a:moveTo>
                            <a:pt x="17444" y="19242"/>
                          </a:moveTo>
                          <a:cubicBezTo>
                            <a:pt x="15824" y="12288"/>
                            <a:pt x="18110" y="5335"/>
                            <a:pt x="22397" y="763"/>
                          </a:cubicBezTo>
                          <a:cubicBezTo>
                            <a:pt x="19444" y="-94"/>
                            <a:pt x="16300" y="-285"/>
                            <a:pt x="13157" y="477"/>
                          </a:cubicBezTo>
                          <a:cubicBezTo>
                            <a:pt x="3632" y="3049"/>
                            <a:pt x="-1702" y="13146"/>
                            <a:pt x="489" y="23147"/>
                          </a:cubicBezTo>
                          <a:cubicBezTo>
                            <a:pt x="2775" y="33148"/>
                            <a:pt x="12491" y="39625"/>
                            <a:pt x="22111" y="37530"/>
                          </a:cubicBezTo>
                          <a:cubicBezTo>
                            <a:pt x="25159" y="36863"/>
                            <a:pt x="27826" y="35339"/>
                            <a:pt x="29921" y="33243"/>
                          </a:cubicBezTo>
                          <a:cubicBezTo>
                            <a:pt x="24016" y="31243"/>
                            <a:pt x="19063" y="26100"/>
                            <a:pt x="17444" y="1924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34" name="Forme libre : forme 14133">
                      <a:extLst>
                        <a:ext uri="{FF2B5EF4-FFF2-40B4-BE49-F238E27FC236}">
                          <a16:creationId xmlns:a16="http://schemas.microsoft.com/office/drawing/2014/main" id="{4B8B4F54-0D6A-43D5-B8F8-8489038C94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0354" y="3310179"/>
                      <a:ext cx="16218" cy="16838"/>
                    </a:xfrm>
                    <a:custGeom>
                      <a:avLst/>
                      <a:gdLst>
                        <a:gd name="connsiteX0" fmla="*/ 12893 w 16218"/>
                        <a:gd name="connsiteY0" fmla="*/ 14649 h 16838"/>
                        <a:gd name="connsiteX1" fmla="*/ 1558 w 16218"/>
                        <a:gd name="connsiteY1" fmla="*/ 14078 h 16838"/>
                        <a:gd name="connsiteX2" fmla="*/ 3368 w 16218"/>
                        <a:gd name="connsiteY2" fmla="*/ 2267 h 16838"/>
                        <a:gd name="connsiteX3" fmla="*/ 14702 w 16218"/>
                        <a:gd name="connsiteY3" fmla="*/ 2743 h 16838"/>
                        <a:gd name="connsiteX4" fmla="*/ 12893 w 16218"/>
                        <a:gd name="connsiteY4" fmla="*/ 14649 h 168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18" h="16838">
                          <a:moveTo>
                            <a:pt x="12893" y="14649"/>
                          </a:moveTo>
                          <a:cubicBezTo>
                            <a:pt x="9273" y="17792"/>
                            <a:pt x="4129" y="17507"/>
                            <a:pt x="1558" y="14078"/>
                          </a:cubicBezTo>
                          <a:cubicBezTo>
                            <a:pt x="-1109" y="10649"/>
                            <a:pt x="-252" y="5410"/>
                            <a:pt x="3368" y="2267"/>
                          </a:cubicBezTo>
                          <a:cubicBezTo>
                            <a:pt x="6987" y="-876"/>
                            <a:pt x="12035" y="-781"/>
                            <a:pt x="14702" y="2743"/>
                          </a:cubicBezTo>
                          <a:cubicBezTo>
                            <a:pt x="17274" y="6077"/>
                            <a:pt x="16512" y="11506"/>
                            <a:pt x="12893" y="1464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35" name="Forme libre : forme 14134">
                      <a:extLst>
                        <a:ext uri="{FF2B5EF4-FFF2-40B4-BE49-F238E27FC236}">
                          <a16:creationId xmlns:a16="http://schemas.microsoft.com/office/drawing/2014/main" id="{F9C4750E-7D05-45E7-945A-FEE46F0C7A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8972" y="3308653"/>
                      <a:ext cx="5787" cy="6347"/>
                    </a:xfrm>
                    <a:custGeom>
                      <a:avLst/>
                      <a:gdLst>
                        <a:gd name="connsiteX0" fmla="*/ 3608 w 5787"/>
                        <a:gd name="connsiteY0" fmla="*/ 6269 h 6347"/>
                        <a:gd name="connsiteX1" fmla="*/ 84 w 5787"/>
                        <a:gd name="connsiteY1" fmla="*/ 3888 h 6347"/>
                        <a:gd name="connsiteX2" fmla="*/ 2180 w 5787"/>
                        <a:gd name="connsiteY2" fmla="*/ 78 h 6347"/>
                        <a:gd name="connsiteX3" fmla="*/ 5704 w 5787"/>
                        <a:gd name="connsiteY3" fmla="*/ 2459 h 6347"/>
                        <a:gd name="connsiteX4" fmla="*/ 3608 w 5787"/>
                        <a:gd name="connsiteY4" fmla="*/ 6269 h 6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87" h="6347">
                          <a:moveTo>
                            <a:pt x="3608" y="6269"/>
                          </a:moveTo>
                          <a:cubicBezTo>
                            <a:pt x="1989" y="6650"/>
                            <a:pt x="465" y="5603"/>
                            <a:pt x="84" y="3888"/>
                          </a:cubicBezTo>
                          <a:cubicBezTo>
                            <a:pt x="-297" y="2174"/>
                            <a:pt x="656" y="459"/>
                            <a:pt x="2180" y="78"/>
                          </a:cubicBezTo>
                          <a:cubicBezTo>
                            <a:pt x="3704" y="-303"/>
                            <a:pt x="5323" y="745"/>
                            <a:pt x="5704" y="2459"/>
                          </a:cubicBezTo>
                          <a:cubicBezTo>
                            <a:pt x="6085" y="4174"/>
                            <a:pt x="5132" y="5888"/>
                            <a:pt x="3608" y="62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136" name="Graphique 5">
                  <a:extLst>
                    <a:ext uri="{FF2B5EF4-FFF2-40B4-BE49-F238E27FC236}">
                      <a16:creationId xmlns:a16="http://schemas.microsoft.com/office/drawing/2014/main" id="{885DAEB1-1510-4C54-B987-E0A0A7854517}"/>
                    </a:ext>
                  </a:extLst>
                </p:cNvPr>
                <p:cNvGrpSpPr/>
                <p:nvPr/>
              </p:nvGrpSpPr>
              <p:grpSpPr>
                <a:xfrm>
                  <a:off x="3906771" y="3228609"/>
                  <a:ext cx="79401" cy="87953"/>
                  <a:chOff x="3906771" y="3228609"/>
                  <a:chExt cx="79401" cy="87953"/>
                </a:xfrm>
                <a:solidFill>
                  <a:schemeClr val="accent1"/>
                </a:solidFill>
              </p:grpSpPr>
              <p:grpSp>
                <p:nvGrpSpPr>
                  <p:cNvPr id="14137" name="Graphique 5">
                    <a:extLst>
                      <a:ext uri="{FF2B5EF4-FFF2-40B4-BE49-F238E27FC236}">
                        <a16:creationId xmlns:a16="http://schemas.microsoft.com/office/drawing/2014/main" id="{A450F047-894C-4956-9422-C44C5EDCF000}"/>
                      </a:ext>
                    </a:extLst>
                  </p:cNvPr>
                  <p:cNvGrpSpPr/>
                  <p:nvPr/>
                </p:nvGrpSpPr>
                <p:grpSpPr>
                  <a:xfrm>
                    <a:off x="3950607" y="3228609"/>
                    <a:ext cx="35565" cy="35787"/>
                    <a:chOff x="3950607" y="3228609"/>
                    <a:chExt cx="35565" cy="35787"/>
                  </a:xfrm>
                  <a:solidFill>
                    <a:schemeClr val="accent1"/>
                  </a:solidFill>
                </p:grpSpPr>
                <p:sp>
                  <p:nvSpPr>
                    <p:cNvPr id="14138" name="Forme libre : forme 14137">
                      <a:extLst>
                        <a:ext uri="{FF2B5EF4-FFF2-40B4-BE49-F238E27FC236}">
                          <a16:creationId xmlns:a16="http://schemas.microsoft.com/office/drawing/2014/main" id="{D81D5177-9C7B-4CAA-97A3-CF8C84A1F1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0607" y="3228609"/>
                      <a:ext cx="35565" cy="35777"/>
                    </a:xfrm>
                    <a:custGeom>
                      <a:avLst/>
                      <a:gdLst>
                        <a:gd name="connsiteX0" fmla="*/ 23487 w 35565"/>
                        <a:gd name="connsiteY0" fmla="*/ 34878 h 35777"/>
                        <a:gd name="connsiteX1" fmla="*/ 913 w 35565"/>
                        <a:gd name="connsiteY1" fmla="*/ 23924 h 35777"/>
                        <a:gd name="connsiteX2" fmla="*/ 11581 w 35565"/>
                        <a:gd name="connsiteY2" fmla="*/ 1159 h 35777"/>
                        <a:gd name="connsiteX3" fmla="*/ 34536 w 35565"/>
                        <a:gd name="connsiteY3" fmla="*/ 12018 h 35777"/>
                        <a:gd name="connsiteX4" fmla="*/ 23487 w 35565"/>
                        <a:gd name="connsiteY4" fmla="*/ 34878 h 35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65" h="35777">
                          <a:moveTo>
                            <a:pt x="23487" y="34878"/>
                          </a:moveTo>
                          <a:cubicBezTo>
                            <a:pt x="14152" y="37926"/>
                            <a:pt x="4056" y="32973"/>
                            <a:pt x="913" y="23924"/>
                          </a:cubicBezTo>
                          <a:cubicBezTo>
                            <a:pt x="-2040" y="14780"/>
                            <a:pt x="2342" y="4779"/>
                            <a:pt x="11581" y="1159"/>
                          </a:cubicBezTo>
                          <a:cubicBezTo>
                            <a:pt x="20725" y="-2365"/>
                            <a:pt x="31393" y="2398"/>
                            <a:pt x="34536" y="12018"/>
                          </a:cubicBezTo>
                          <a:cubicBezTo>
                            <a:pt x="37870" y="21638"/>
                            <a:pt x="32822" y="31830"/>
                            <a:pt x="23487" y="3487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39" name="Forme libre : forme 14138">
                      <a:extLst>
                        <a:ext uri="{FF2B5EF4-FFF2-40B4-BE49-F238E27FC236}">
                          <a16:creationId xmlns:a16="http://schemas.microsoft.com/office/drawing/2014/main" id="{959EF39D-E72C-4395-B0DE-42B3E37451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0607" y="3228668"/>
                      <a:ext cx="30916" cy="35728"/>
                    </a:xfrm>
                    <a:custGeom>
                      <a:avLst/>
                      <a:gdLst>
                        <a:gd name="connsiteX0" fmla="*/ 17391 w 30916"/>
                        <a:gd name="connsiteY0" fmla="*/ 18150 h 35728"/>
                        <a:gd name="connsiteX1" fmla="*/ 20725 w 30916"/>
                        <a:gd name="connsiteY1" fmla="*/ 243 h 35728"/>
                        <a:gd name="connsiteX2" fmla="*/ 11581 w 30916"/>
                        <a:gd name="connsiteY2" fmla="*/ 1101 h 35728"/>
                        <a:gd name="connsiteX3" fmla="*/ 913 w 30916"/>
                        <a:gd name="connsiteY3" fmla="*/ 23865 h 35728"/>
                        <a:gd name="connsiteX4" fmla="*/ 23487 w 30916"/>
                        <a:gd name="connsiteY4" fmla="*/ 34819 h 35728"/>
                        <a:gd name="connsiteX5" fmla="*/ 30917 w 30916"/>
                        <a:gd name="connsiteY5" fmla="*/ 29961 h 35728"/>
                        <a:gd name="connsiteX6" fmla="*/ 17391 w 30916"/>
                        <a:gd name="connsiteY6" fmla="*/ 18150 h 35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916" h="35728">
                          <a:moveTo>
                            <a:pt x="17391" y="18150"/>
                          </a:moveTo>
                          <a:cubicBezTo>
                            <a:pt x="15295" y="11769"/>
                            <a:pt x="16819" y="5006"/>
                            <a:pt x="20725" y="243"/>
                          </a:cubicBezTo>
                          <a:cubicBezTo>
                            <a:pt x="17677" y="-233"/>
                            <a:pt x="14629" y="-42"/>
                            <a:pt x="11581" y="1101"/>
                          </a:cubicBezTo>
                          <a:cubicBezTo>
                            <a:pt x="2342" y="4625"/>
                            <a:pt x="-2040" y="14626"/>
                            <a:pt x="913" y="23865"/>
                          </a:cubicBezTo>
                          <a:cubicBezTo>
                            <a:pt x="3961" y="33009"/>
                            <a:pt x="14057" y="37867"/>
                            <a:pt x="23487" y="34819"/>
                          </a:cubicBezTo>
                          <a:cubicBezTo>
                            <a:pt x="26440" y="33867"/>
                            <a:pt x="28916" y="32057"/>
                            <a:pt x="30917" y="29961"/>
                          </a:cubicBezTo>
                          <a:cubicBezTo>
                            <a:pt x="24820" y="28628"/>
                            <a:pt x="19582" y="24437"/>
                            <a:pt x="17391" y="1815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0" name="Forme libre : forme 14139">
                      <a:extLst>
                        <a:ext uri="{FF2B5EF4-FFF2-40B4-BE49-F238E27FC236}">
                          <a16:creationId xmlns:a16="http://schemas.microsoft.com/office/drawing/2014/main" id="{7E0E0B41-4233-4E8E-BF31-BA41AEF6F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5406" y="3243974"/>
                      <a:ext cx="15964" cy="16136"/>
                    </a:xfrm>
                    <a:custGeom>
                      <a:avLst/>
                      <a:gdLst>
                        <a:gd name="connsiteX0" fmla="*/ 13260 w 15964"/>
                        <a:gd name="connsiteY0" fmla="*/ 13417 h 16136"/>
                        <a:gd name="connsiteX1" fmla="*/ 1925 w 15964"/>
                        <a:gd name="connsiteY1" fmla="*/ 14179 h 16136"/>
                        <a:gd name="connsiteX2" fmla="*/ 2687 w 15964"/>
                        <a:gd name="connsiteY2" fmla="*/ 2844 h 16136"/>
                        <a:gd name="connsiteX3" fmla="*/ 13926 w 15964"/>
                        <a:gd name="connsiteY3" fmla="*/ 1987 h 16136"/>
                        <a:gd name="connsiteX4" fmla="*/ 13260 w 15964"/>
                        <a:gd name="connsiteY4" fmla="*/ 13417 h 161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64" h="16136">
                          <a:moveTo>
                            <a:pt x="13260" y="13417"/>
                          </a:moveTo>
                          <a:cubicBezTo>
                            <a:pt x="9926" y="16751"/>
                            <a:pt x="4878" y="17037"/>
                            <a:pt x="1925" y="14179"/>
                          </a:cubicBezTo>
                          <a:cubicBezTo>
                            <a:pt x="-933" y="11321"/>
                            <a:pt x="-551" y="6273"/>
                            <a:pt x="2687" y="2844"/>
                          </a:cubicBezTo>
                          <a:cubicBezTo>
                            <a:pt x="6021" y="-585"/>
                            <a:pt x="11069" y="-966"/>
                            <a:pt x="13926" y="1987"/>
                          </a:cubicBezTo>
                          <a:cubicBezTo>
                            <a:pt x="16879" y="4940"/>
                            <a:pt x="16593" y="10083"/>
                            <a:pt x="13260" y="1341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1" name="Forme libre : forme 14140">
                      <a:extLst>
                        <a:ext uri="{FF2B5EF4-FFF2-40B4-BE49-F238E27FC236}">
                          <a16:creationId xmlns:a16="http://schemas.microsoft.com/office/drawing/2014/main" id="{DB2B4A2B-FA61-4A22-904C-6673A725C0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3286" y="3242449"/>
                      <a:ext cx="5806" cy="5975"/>
                    </a:xfrm>
                    <a:custGeom>
                      <a:avLst/>
                      <a:gdLst>
                        <a:gd name="connsiteX0" fmla="*/ 3856 w 5806"/>
                        <a:gd name="connsiteY0" fmla="*/ 5798 h 5975"/>
                        <a:gd name="connsiteX1" fmla="*/ 141 w 5806"/>
                        <a:gd name="connsiteY1" fmla="*/ 3988 h 5975"/>
                        <a:gd name="connsiteX2" fmla="*/ 1951 w 5806"/>
                        <a:gd name="connsiteY2" fmla="*/ 178 h 5975"/>
                        <a:gd name="connsiteX3" fmla="*/ 5666 w 5806"/>
                        <a:gd name="connsiteY3" fmla="*/ 1988 h 5975"/>
                        <a:gd name="connsiteX4" fmla="*/ 3856 w 5806"/>
                        <a:gd name="connsiteY4" fmla="*/ 5798 h 5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6" h="5975">
                          <a:moveTo>
                            <a:pt x="3856" y="5798"/>
                          </a:moveTo>
                          <a:cubicBezTo>
                            <a:pt x="2332" y="6369"/>
                            <a:pt x="617" y="5512"/>
                            <a:pt x="141" y="3988"/>
                          </a:cubicBezTo>
                          <a:cubicBezTo>
                            <a:pt x="-335" y="2464"/>
                            <a:pt x="427" y="750"/>
                            <a:pt x="1951" y="178"/>
                          </a:cubicBezTo>
                          <a:cubicBezTo>
                            <a:pt x="3475" y="-393"/>
                            <a:pt x="5094" y="464"/>
                            <a:pt x="5666" y="1988"/>
                          </a:cubicBezTo>
                          <a:cubicBezTo>
                            <a:pt x="6142" y="3512"/>
                            <a:pt x="5380" y="5226"/>
                            <a:pt x="3856" y="579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142" name="Graphique 5">
                    <a:extLst>
                      <a:ext uri="{FF2B5EF4-FFF2-40B4-BE49-F238E27FC236}">
                        <a16:creationId xmlns:a16="http://schemas.microsoft.com/office/drawing/2014/main" id="{E8037AF7-0317-4818-A24A-45C2F2D97A35}"/>
                      </a:ext>
                    </a:extLst>
                  </p:cNvPr>
                  <p:cNvGrpSpPr/>
                  <p:nvPr/>
                </p:nvGrpSpPr>
                <p:grpSpPr>
                  <a:xfrm>
                    <a:off x="3924397" y="3252993"/>
                    <a:ext cx="35629" cy="34528"/>
                    <a:chOff x="3924397" y="3252993"/>
                    <a:chExt cx="35629" cy="34528"/>
                  </a:xfrm>
                  <a:solidFill>
                    <a:schemeClr val="accent1"/>
                  </a:solidFill>
                </p:grpSpPr>
                <p:sp>
                  <p:nvSpPr>
                    <p:cNvPr id="14143" name="Forme libre : forme 14142">
                      <a:extLst>
                        <a:ext uri="{FF2B5EF4-FFF2-40B4-BE49-F238E27FC236}">
                          <a16:creationId xmlns:a16="http://schemas.microsoft.com/office/drawing/2014/main" id="{EBD7C0D1-7898-46BD-B9AA-299BDAE419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4492" y="3252993"/>
                      <a:ext cx="35533" cy="34469"/>
                    </a:xfrm>
                    <a:custGeom>
                      <a:avLst/>
                      <a:gdLst>
                        <a:gd name="connsiteX0" fmla="*/ 23122 w 35533"/>
                        <a:gd name="connsiteY0" fmla="*/ 33640 h 34469"/>
                        <a:gd name="connsiteX1" fmla="*/ 834 w 35533"/>
                        <a:gd name="connsiteY1" fmla="*/ 22972 h 34469"/>
                        <a:gd name="connsiteX2" fmla="*/ 12264 w 35533"/>
                        <a:gd name="connsiteY2" fmla="*/ 1065 h 34469"/>
                        <a:gd name="connsiteX3" fmla="*/ 34647 w 35533"/>
                        <a:gd name="connsiteY3" fmla="*/ 11637 h 34469"/>
                        <a:gd name="connsiteX4" fmla="*/ 23122 w 35533"/>
                        <a:gd name="connsiteY4" fmla="*/ 33640 h 34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33" h="34469">
                          <a:moveTo>
                            <a:pt x="23122" y="33640"/>
                          </a:moveTo>
                          <a:cubicBezTo>
                            <a:pt x="13883" y="36498"/>
                            <a:pt x="3691" y="31735"/>
                            <a:pt x="834" y="22972"/>
                          </a:cubicBezTo>
                          <a:cubicBezTo>
                            <a:pt x="-2119" y="14209"/>
                            <a:pt x="3024" y="4398"/>
                            <a:pt x="12264" y="1065"/>
                          </a:cubicBezTo>
                          <a:cubicBezTo>
                            <a:pt x="21503" y="-2269"/>
                            <a:pt x="31504" y="2493"/>
                            <a:pt x="34647" y="11637"/>
                          </a:cubicBezTo>
                          <a:cubicBezTo>
                            <a:pt x="37695" y="20972"/>
                            <a:pt x="32647" y="30782"/>
                            <a:pt x="23122" y="336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4" name="Forme libre : forme 14143">
                      <a:extLst>
                        <a:ext uri="{FF2B5EF4-FFF2-40B4-BE49-F238E27FC236}">
                          <a16:creationId xmlns:a16="http://schemas.microsoft.com/office/drawing/2014/main" id="{5466E478-439D-427C-B89F-5DAA0C3621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4397" y="3253121"/>
                      <a:ext cx="30647" cy="34400"/>
                    </a:xfrm>
                    <a:custGeom>
                      <a:avLst/>
                      <a:gdLst>
                        <a:gd name="connsiteX0" fmla="*/ 17407 w 30647"/>
                        <a:gd name="connsiteY0" fmla="*/ 17510 h 34400"/>
                        <a:gd name="connsiteX1" fmla="*/ 21312 w 30647"/>
                        <a:gd name="connsiteY1" fmla="*/ 270 h 34400"/>
                        <a:gd name="connsiteX2" fmla="*/ 12264 w 30647"/>
                        <a:gd name="connsiteY2" fmla="*/ 1032 h 34400"/>
                        <a:gd name="connsiteX3" fmla="*/ 834 w 30647"/>
                        <a:gd name="connsiteY3" fmla="*/ 22939 h 34400"/>
                        <a:gd name="connsiteX4" fmla="*/ 23122 w 30647"/>
                        <a:gd name="connsiteY4" fmla="*/ 33607 h 34400"/>
                        <a:gd name="connsiteX5" fmla="*/ 30647 w 30647"/>
                        <a:gd name="connsiteY5" fmla="*/ 28940 h 34400"/>
                        <a:gd name="connsiteX6" fmla="*/ 17407 w 30647"/>
                        <a:gd name="connsiteY6" fmla="*/ 17510 h 34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647" h="34400">
                          <a:moveTo>
                            <a:pt x="17407" y="17510"/>
                          </a:moveTo>
                          <a:cubicBezTo>
                            <a:pt x="15312" y="11414"/>
                            <a:pt x="17121" y="4937"/>
                            <a:pt x="21312" y="270"/>
                          </a:cubicBezTo>
                          <a:cubicBezTo>
                            <a:pt x="18360" y="-206"/>
                            <a:pt x="15312" y="-111"/>
                            <a:pt x="12264" y="1032"/>
                          </a:cubicBezTo>
                          <a:cubicBezTo>
                            <a:pt x="3025" y="4366"/>
                            <a:pt x="-2119" y="14177"/>
                            <a:pt x="834" y="22939"/>
                          </a:cubicBezTo>
                          <a:cubicBezTo>
                            <a:pt x="3786" y="31702"/>
                            <a:pt x="13883" y="36370"/>
                            <a:pt x="23122" y="33607"/>
                          </a:cubicBezTo>
                          <a:cubicBezTo>
                            <a:pt x="26075" y="32655"/>
                            <a:pt x="28647" y="31036"/>
                            <a:pt x="30647" y="28940"/>
                          </a:cubicBezTo>
                          <a:cubicBezTo>
                            <a:pt x="24646" y="27607"/>
                            <a:pt x="19503" y="23511"/>
                            <a:pt x="17407" y="1751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5" name="Forme libre : forme 14144">
                      <a:extLst>
                        <a:ext uri="{FF2B5EF4-FFF2-40B4-BE49-F238E27FC236}">
                          <a16:creationId xmlns:a16="http://schemas.microsoft.com/office/drawing/2014/main" id="{EE0AB01D-BF9B-4E58-AFDA-0176C00489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9071" y="3267928"/>
                      <a:ext cx="16055" cy="15456"/>
                    </a:xfrm>
                    <a:custGeom>
                      <a:avLst/>
                      <a:gdLst>
                        <a:gd name="connsiteX0" fmla="*/ 13211 w 16055"/>
                        <a:gd name="connsiteY0" fmla="*/ 12895 h 15456"/>
                        <a:gd name="connsiteX1" fmla="*/ 1876 w 16055"/>
                        <a:gd name="connsiteY1" fmla="*/ 13561 h 15456"/>
                        <a:gd name="connsiteX2" fmla="*/ 2829 w 16055"/>
                        <a:gd name="connsiteY2" fmla="*/ 2703 h 15456"/>
                        <a:gd name="connsiteX3" fmla="*/ 14068 w 16055"/>
                        <a:gd name="connsiteY3" fmla="*/ 1846 h 15456"/>
                        <a:gd name="connsiteX4" fmla="*/ 13211 w 16055"/>
                        <a:gd name="connsiteY4" fmla="*/ 12895 h 15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55" h="15456">
                          <a:moveTo>
                            <a:pt x="13211" y="12895"/>
                          </a:moveTo>
                          <a:cubicBezTo>
                            <a:pt x="9782" y="16038"/>
                            <a:pt x="4734" y="16324"/>
                            <a:pt x="1876" y="13561"/>
                          </a:cubicBezTo>
                          <a:cubicBezTo>
                            <a:pt x="-981" y="10799"/>
                            <a:pt x="-505" y="5941"/>
                            <a:pt x="2829" y="2703"/>
                          </a:cubicBezTo>
                          <a:cubicBezTo>
                            <a:pt x="6163" y="-536"/>
                            <a:pt x="11211" y="-917"/>
                            <a:pt x="14068" y="1846"/>
                          </a:cubicBezTo>
                          <a:cubicBezTo>
                            <a:pt x="17021" y="4798"/>
                            <a:pt x="16640" y="9751"/>
                            <a:pt x="13211" y="1289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6" name="Forme libre : forme 14145">
                      <a:extLst>
                        <a:ext uri="{FF2B5EF4-FFF2-40B4-BE49-F238E27FC236}">
                          <a16:creationId xmlns:a16="http://schemas.microsoft.com/office/drawing/2014/main" id="{3F1CD7FF-4558-48CD-85DE-2E05E968D3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7102" y="3266394"/>
                      <a:ext cx="5918" cy="5711"/>
                    </a:xfrm>
                    <a:custGeom>
                      <a:avLst/>
                      <a:gdLst>
                        <a:gd name="connsiteX0" fmla="*/ 3846 w 5918"/>
                        <a:gd name="connsiteY0" fmla="*/ 5570 h 5711"/>
                        <a:gd name="connsiteX1" fmla="*/ 132 w 5918"/>
                        <a:gd name="connsiteY1" fmla="*/ 3761 h 5711"/>
                        <a:gd name="connsiteX2" fmla="*/ 2037 w 5918"/>
                        <a:gd name="connsiteY2" fmla="*/ 141 h 5711"/>
                        <a:gd name="connsiteX3" fmla="*/ 5751 w 5918"/>
                        <a:gd name="connsiteY3" fmla="*/ 1951 h 5711"/>
                        <a:gd name="connsiteX4" fmla="*/ 3846 w 5918"/>
                        <a:gd name="connsiteY4" fmla="*/ 5570 h 5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8" h="5711">
                          <a:moveTo>
                            <a:pt x="3846" y="5570"/>
                          </a:moveTo>
                          <a:cubicBezTo>
                            <a:pt x="2322" y="6046"/>
                            <a:pt x="608" y="5284"/>
                            <a:pt x="132" y="3761"/>
                          </a:cubicBezTo>
                          <a:cubicBezTo>
                            <a:pt x="-345" y="2236"/>
                            <a:pt x="513" y="617"/>
                            <a:pt x="2037" y="141"/>
                          </a:cubicBezTo>
                          <a:cubicBezTo>
                            <a:pt x="3561" y="-335"/>
                            <a:pt x="5180" y="427"/>
                            <a:pt x="5751" y="1951"/>
                          </a:cubicBezTo>
                          <a:cubicBezTo>
                            <a:pt x="6323" y="3475"/>
                            <a:pt x="5371" y="5094"/>
                            <a:pt x="3846" y="557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147" name="Graphique 5">
                    <a:extLst>
                      <a:ext uri="{FF2B5EF4-FFF2-40B4-BE49-F238E27FC236}">
                        <a16:creationId xmlns:a16="http://schemas.microsoft.com/office/drawing/2014/main" id="{8CCB5481-2344-4E42-9599-3DA9549D2CB5}"/>
                      </a:ext>
                    </a:extLst>
                  </p:cNvPr>
                  <p:cNvGrpSpPr/>
                  <p:nvPr/>
                </p:nvGrpSpPr>
                <p:grpSpPr>
                  <a:xfrm>
                    <a:off x="3906771" y="3283035"/>
                    <a:ext cx="35315" cy="33527"/>
                    <a:chOff x="3906771" y="3283035"/>
                    <a:chExt cx="35315" cy="33527"/>
                  </a:xfrm>
                  <a:solidFill>
                    <a:schemeClr val="accent1"/>
                  </a:solidFill>
                </p:grpSpPr>
                <p:sp>
                  <p:nvSpPr>
                    <p:cNvPr id="14148" name="Forme libre : forme 14147">
                      <a:extLst>
                        <a:ext uri="{FF2B5EF4-FFF2-40B4-BE49-F238E27FC236}">
                          <a16:creationId xmlns:a16="http://schemas.microsoft.com/office/drawing/2014/main" id="{C339F1D6-9712-4F15-AB87-69D4AB0A10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6771" y="3283035"/>
                      <a:ext cx="35315" cy="33432"/>
                    </a:xfrm>
                    <a:custGeom>
                      <a:avLst/>
                      <a:gdLst>
                        <a:gd name="connsiteX0" fmla="*/ 22175 w 35315"/>
                        <a:gd name="connsiteY0" fmla="*/ 32744 h 33432"/>
                        <a:gd name="connsiteX1" fmla="*/ 553 w 35315"/>
                        <a:gd name="connsiteY1" fmla="*/ 21886 h 33432"/>
                        <a:gd name="connsiteX2" fmla="*/ 12650 w 35315"/>
                        <a:gd name="connsiteY2" fmla="*/ 931 h 33432"/>
                        <a:gd name="connsiteX3" fmla="*/ 34652 w 35315"/>
                        <a:gd name="connsiteY3" fmla="*/ 11599 h 33432"/>
                        <a:gd name="connsiteX4" fmla="*/ 22175 w 35315"/>
                        <a:gd name="connsiteY4" fmla="*/ 32744 h 33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15" h="33432">
                          <a:moveTo>
                            <a:pt x="22175" y="32744"/>
                          </a:moveTo>
                          <a:cubicBezTo>
                            <a:pt x="12650" y="35316"/>
                            <a:pt x="3029" y="30458"/>
                            <a:pt x="553" y="21886"/>
                          </a:cubicBezTo>
                          <a:cubicBezTo>
                            <a:pt x="-1733" y="13218"/>
                            <a:pt x="3220" y="4074"/>
                            <a:pt x="12650" y="931"/>
                          </a:cubicBezTo>
                          <a:cubicBezTo>
                            <a:pt x="21889" y="-2117"/>
                            <a:pt x="32271" y="2550"/>
                            <a:pt x="34652" y="11599"/>
                          </a:cubicBezTo>
                          <a:cubicBezTo>
                            <a:pt x="37319" y="20743"/>
                            <a:pt x="31700" y="30172"/>
                            <a:pt x="22175" y="3274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9" name="Forme libre : forme 14148">
                      <a:extLst>
                        <a:ext uri="{FF2B5EF4-FFF2-40B4-BE49-F238E27FC236}">
                          <a16:creationId xmlns:a16="http://schemas.microsoft.com/office/drawing/2014/main" id="{D1BF8518-F874-4007-A734-05038E3782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6803" y="3283142"/>
                      <a:ext cx="29857" cy="33420"/>
                    </a:xfrm>
                    <a:custGeom>
                      <a:avLst/>
                      <a:gdLst>
                        <a:gd name="connsiteX0" fmla="*/ 17284 w 29857"/>
                        <a:gd name="connsiteY0" fmla="*/ 16921 h 33420"/>
                        <a:gd name="connsiteX1" fmla="*/ 21761 w 29857"/>
                        <a:gd name="connsiteY1" fmla="*/ 348 h 33420"/>
                        <a:gd name="connsiteX2" fmla="*/ 12617 w 29857"/>
                        <a:gd name="connsiteY2" fmla="*/ 919 h 33420"/>
                        <a:gd name="connsiteX3" fmla="*/ 520 w 29857"/>
                        <a:gd name="connsiteY3" fmla="*/ 21874 h 33420"/>
                        <a:gd name="connsiteX4" fmla="*/ 22142 w 29857"/>
                        <a:gd name="connsiteY4" fmla="*/ 32732 h 33420"/>
                        <a:gd name="connsiteX5" fmla="*/ 29857 w 29857"/>
                        <a:gd name="connsiteY5" fmla="*/ 28351 h 33420"/>
                        <a:gd name="connsiteX6" fmla="*/ 17284 w 29857"/>
                        <a:gd name="connsiteY6" fmla="*/ 16921 h 33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857" h="33420">
                          <a:moveTo>
                            <a:pt x="17284" y="16921"/>
                          </a:moveTo>
                          <a:cubicBezTo>
                            <a:pt x="15665" y="10920"/>
                            <a:pt x="17475" y="4729"/>
                            <a:pt x="21761" y="348"/>
                          </a:cubicBezTo>
                          <a:cubicBezTo>
                            <a:pt x="18808" y="-224"/>
                            <a:pt x="15665" y="-129"/>
                            <a:pt x="12617" y="919"/>
                          </a:cubicBezTo>
                          <a:cubicBezTo>
                            <a:pt x="3187" y="4062"/>
                            <a:pt x="-1670" y="13206"/>
                            <a:pt x="520" y="21874"/>
                          </a:cubicBezTo>
                          <a:cubicBezTo>
                            <a:pt x="2902" y="30447"/>
                            <a:pt x="12617" y="35304"/>
                            <a:pt x="22142" y="32732"/>
                          </a:cubicBezTo>
                          <a:cubicBezTo>
                            <a:pt x="25190" y="31875"/>
                            <a:pt x="27762" y="30351"/>
                            <a:pt x="29857" y="28351"/>
                          </a:cubicBezTo>
                          <a:cubicBezTo>
                            <a:pt x="23952" y="26922"/>
                            <a:pt x="18999" y="22827"/>
                            <a:pt x="17284" y="169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50" name="Forme libre : forme 14149">
                      <a:extLst>
                        <a:ext uri="{FF2B5EF4-FFF2-40B4-BE49-F238E27FC236}">
                          <a16:creationId xmlns:a16="http://schemas.microsoft.com/office/drawing/2014/main" id="{966B96B5-41A3-45E6-989C-A992B4B1E3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1062" y="3297587"/>
                      <a:ext cx="16012" cy="15041"/>
                    </a:xfrm>
                    <a:custGeom>
                      <a:avLst/>
                      <a:gdLst>
                        <a:gd name="connsiteX0" fmla="*/ 12837 w 16012"/>
                        <a:gd name="connsiteY0" fmla="*/ 12668 h 15041"/>
                        <a:gd name="connsiteX1" fmla="*/ 1597 w 16012"/>
                        <a:gd name="connsiteY1" fmla="*/ 13049 h 15041"/>
                        <a:gd name="connsiteX2" fmla="*/ 3216 w 16012"/>
                        <a:gd name="connsiteY2" fmla="*/ 2476 h 15041"/>
                        <a:gd name="connsiteX3" fmla="*/ 14456 w 16012"/>
                        <a:gd name="connsiteY3" fmla="*/ 1905 h 15041"/>
                        <a:gd name="connsiteX4" fmla="*/ 12837 w 16012"/>
                        <a:gd name="connsiteY4" fmla="*/ 12668 h 15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12" h="15041">
                          <a:moveTo>
                            <a:pt x="12837" y="12668"/>
                          </a:moveTo>
                          <a:cubicBezTo>
                            <a:pt x="9313" y="15716"/>
                            <a:pt x="4264" y="15811"/>
                            <a:pt x="1597" y="13049"/>
                          </a:cubicBezTo>
                          <a:cubicBezTo>
                            <a:pt x="-1070" y="10287"/>
                            <a:pt x="-308" y="5620"/>
                            <a:pt x="3216" y="2476"/>
                          </a:cubicBezTo>
                          <a:cubicBezTo>
                            <a:pt x="6741" y="-572"/>
                            <a:pt x="11789" y="-857"/>
                            <a:pt x="14456" y="1905"/>
                          </a:cubicBezTo>
                          <a:cubicBezTo>
                            <a:pt x="17028" y="4762"/>
                            <a:pt x="16361" y="9620"/>
                            <a:pt x="12837" y="1266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51" name="Forme libre : forme 14150">
                      <a:extLst>
                        <a:ext uri="{FF2B5EF4-FFF2-40B4-BE49-F238E27FC236}">
                          <a16:creationId xmlns:a16="http://schemas.microsoft.com/office/drawing/2014/main" id="{F776D10B-70F9-40E6-8728-89E537BCE3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9427" y="3296121"/>
                      <a:ext cx="5793" cy="5598"/>
                    </a:xfrm>
                    <a:custGeom>
                      <a:avLst/>
                      <a:gdLst>
                        <a:gd name="connsiteX0" fmla="*/ 3614 w 5793"/>
                        <a:gd name="connsiteY0" fmla="*/ 5466 h 5598"/>
                        <a:gd name="connsiteX1" fmla="*/ 90 w 5793"/>
                        <a:gd name="connsiteY1" fmla="*/ 3657 h 5598"/>
                        <a:gd name="connsiteX2" fmla="*/ 2185 w 5793"/>
                        <a:gd name="connsiteY2" fmla="*/ 132 h 5598"/>
                        <a:gd name="connsiteX3" fmla="*/ 5709 w 5793"/>
                        <a:gd name="connsiteY3" fmla="*/ 1942 h 5598"/>
                        <a:gd name="connsiteX4" fmla="*/ 3614 w 5793"/>
                        <a:gd name="connsiteY4" fmla="*/ 5466 h 5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3" h="5598">
                          <a:moveTo>
                            <a:pt x="3614" y="5466"/>
                          </a:moveTo>
                          <a:cubicBezTo>
                            <a:pt x="2090" y="5943"/>
                            <a:pt x="471" y="5085"/>
                            <a:pt x="90" y="3657"/>
                          </a:cubicBezTo>
                          <a:cubicBezTo>
                            <a:pt x="-291" y="2228"/>
                            <a:pt x="566" y="609"/>
                            <a:pt x="2185" y="132"/>
                          </a:cubicBezTo>
                          <a:cubicBezTo>
                            <a:pt x="3804" y="-344"/>
                            <a:pt x="5328" y="513"/>
                            <a:pt x="5709" y="1942"/>
                          </a:cubicBezTo>
                          <a:cubicBezTo>
                            <a:pt x="6090" y="3466"/>
                            <a:pt x="5138" y="4990"/>
                            <a:pt x="3614" y="546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152" name="Graphique 5">
                  <a:extLst>
                    <a:ext uri="{FF2B5EF4-FFF2-40B4-BE49-F238E27FC236}">
                      <a16:creationId xmlns:a16="http://schemas.microsoft.com/office/drawing/2014/main" id="{1913745D-A6BC-4E64-B234-B93018F46E2D}"/>
                    </a:ext>
                  </a:extLst>
                </p:cNvPr>
                <p:cNvGrpSpPr/>
                <p:nvPr/>
              </p:nvGrpSpPr>
              <p:grpSpPr>
                <a:xfrm>
                  <a:off x="3814100" y="3273854"/>
                  <a:ext cx="54172" cy="87877"/>
                  <a:chOff x="3814100" y="3273854"/>
                  <a:chExt cx="54172" cy="87877"/>
                </a:xfrm>
                <a:solidFill>
                  <a:schemeClr val="accent1"/>
                </a:solidFill>
              </p:grpSpPr>
              <p:grpSp>
                <p:nvGrpSpPr>
                  <p:cNvPr id="14153" name="Graphique 5">
                    <a:extLst>
                      <a:ext uri="{FF2B5EF4-FFF2-40B4-BE49-F238E27FC236}">
                        <a16:creationId xmlns:a16="http://schemas.microsoft.com/office/drawing/2014/main" id="{83428868-CE3F-4A4E-9F56-4DF1878BD955}"/>
                      </a:ext>
                    </a:extLst>
                  </p:cNvPr>
                  <p:cNvGrpSpPr/>
                  <p:nvPr/>
                </p:nvGrpSpPr>
                <p:grpSpPr>
                  <a:xfrm>
                    <a:off x="3833265" y="3273854"/>
                    <a:ext cx="35008" cy="30808"/>
                    <a:chOff x="3833265" y="3273854"/>
                    <a:chExt cx="35008" cy="30808"/>
                  </a:xfrm>
                  <a:solidFill>
                    <a:schemeClr val="accent1"/>
                  </a:solidFill>
                </p:grpSpPr>
                <p:sp>
                  <p:nvSpPr>
                    <p:cNvPr id="14154" name="Forme libre : forme 14153">
                      <a:extLst>
                        <a:ext uri="{FF2B5EF4-FFF2-40B4-BE49-F238E27FC236}">
                          <a16:creationId xmlns:a16="http://schemas.microsoft.com/office/drawing/2014/main" id="{3D117C2A-17D4-4362-8725-0559609574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3265" y="3273854"/>
                      <a:ext cx="35008" cy="30808"/>
                    </a:xfrm>
                    <a:custGeom>
                      <a:avLst/>
                      <a:gdLst>
                        <a:gd name="connsiteX0" fmla="*/ 29291 w 35008"/>
                        <a:gd name="connsiteY0" fmla="*/ 25828 h 30808"/>
                        <a:gd name="connsiteX1" fmla="*/ 4431 w 35008"/>
                        <a:gd name="connsiteY1" fmla="*/ 26971 h 30808"/>
                        <a:gd name="connsiteX2" fmla="*/ 5479 w 35008"/>
                        <a:gd name="connsiteY2" fmla="*/ 5539 h 30808"/>
                        <a:gd name="connsiteX3" fmla="*/ 30339 w 35008"/>
                        <a:gd name="connsiteY3" fmla="*/ 3730 h 30808"/>
                        <a:gd name="connsiteX4" fmla="*/ 29291 w 35008"/>
                        <a:gd name="connsiteY4" fmla="*/ 25828 h 30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008" h="30808">
                          <a:moveTo>
                            <a:pt x="29291" y="25828"/>
                          </a:moveTo>
                          <a:cubicBezTo>
                            <a:pt x="22148" y="32114"/>
                            <a:pt x="10908" y="32400"/>
                            <a:pt x="4431" y="26971"/>
                          </a:cubicBezTo>
                          <a:cubicBezTo>
                            <a:pt x="-2046" y="21446"/>
                            <a:pt x="-1189" y="11921"/>
                            <a:pt x="5479" y="5539"/>
                          </a:cubicBezTo>
                          <a:cubicBezTo>
                            <a:pt x="12337" y="-938"/>
                            <a:pt x="23576" y="-1985"/>
                            <a:pt x="30339" y="3730"/>
                          </a:cubicBezTo>
                          <a:cubicBezTo>
                            <a:pt x="36911" y="9445"/>
                            <a:pt x="36530" y="19541"/>
                            <a:pt x="29291" y="2582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55" name="Forme libre : forme 14154">
                      <a:extLst>
                        <a:ext uri="{FF2B5EF4-FFF2-40B4-BE49-F238E27FC236}">
                          <a16:creationId xmlns:a16="http://schemas.microsoft.com/office/drawing/2014/main" id="{88018F4E-912A-418A-9C05-59035836D2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3327" y="3274822"/>
                      <a:ext cx="34086" cy="29784"/>
                    </a:xfrm>
                    <a:custGeom>
                      <a:avLst/>
                      <a:gdLst>
                        <a:gd name="connsiteX0" fmla="*/ 17228 w 34086"/>
                        <a:gd name="connsiteY0" fmla="*/ 14859 h 29784"/>
                        <a:gd name="connsiteX1" fmla="*/ 13418 w 34086"/>
                        <a:gd name="connsiteY1" fmla="*/ 0 h 29784"/>
                        <a:gd name="connsiteX2" fmla="*/ 5512 w 34086"/>
                        <a:gd name="connsiteY2" fmla="*/ 4477 h 29784"/>
                        <a:gd name="connsiteX3" fmla="*/ 4464 w 34086"/>
                        <a:gd name="connsiteY3" fmla="*/ 25908 h 29784"/>
                        <a:gd name="connsiteX4" fmla="*/ 29324 w 34086"/>
                        <a:gd name="connsiteY4" fmla="*/ 24765 h 29784"/>
                        <a:gd name="connsiteX5" fmla="*/ 34087 w 34086"/>
                        <a:gd name="connsiteY5" fmla="*/ 17907 h 29784"/>
                        <a:gd name="connsiteX6" fmla="*/ 17228 w 34086"/>
                        <a:gd name="connsiteY6" fmla="*/ 14859 h 297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086" h="29784">
                          <a:moveTo>
                            <a:pt x="17228" y="14859"/>
                          </a:moveTo>
                          <a:cubicBezTo>
                            <a:pt x="12846" y="10954"/>
                            <a:pt x="11798" y="5334"/>
                            <a:pt x="13418" y="0"/>
                          </a:cubicBezTo>
                          <a:cubicBezTo>
                            <a:pt x="10560" y="953"/>
                            <a:pt x="7798" y="2381"/>
                            <a:pt x="5512" y="4477"/>
                          </a:cubicBezTo>
                          <a:cubicBezTo>
                            <a:pt x="-1251" y="10954"/>
                            <a:pt x="-2013" y="20479"/>
                            <a:pt x="4464" y="25908"/>
                          </a:cubicBezTo>
                          <a:cubicBezTo>
                            <a:pt x="10941" y="31433"/>
                            <a:pt x="22085" y="31052"/>
                            <a:pt x="29324" y="24765"/>
                          </a:cubicBezTo>
                          <a:cubicBezTo>
                            <a:pt x="31610" y="22765"/>
                            <a:pt x="33134" y="20383"/>
                            <a:pt x="34087" y="17907"/>
                          </a:cubicBezTo>
                          <a:cubicBezTo>
                            <a:pt x="28086" y="19621"/>
                            <a:pt x="21609" y="18574"/>
                            <a:pt x="17228" y="148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56" name="Forme libre : forme 14155">
                      <a:extLst>
                        <a:ext uri="{FF2B5EF4-FFF2-40B4-BE49-F238E27FC236}">
                          <a16:creationId xmlns:a16="http://schemas.microsoft.com/office/drawing/2014/main" id="{EEC8422D-348F-4DA7-94C3-30B2AB73A6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9983" y="3283857"/>
                      <a:ext cx="14953" cy="14833"/>
                    </a:xfrm>
                    <a:custGeom>
                      <a:avLst/>
                      <a:gdLst>
                        <a:gd name="connsiteX0" fmla="*/ 14288 w 14953"/>
                        <a:gd name="connsiteY0" fmla="*/ 9253 h 14833"/>
                        <a:gd name="connsiteX1" fmla="*/ 4382 w 14953"/>
                        <a:gd name="connsiteY1" fmla="*/ 14587 h 14833"/>
                        <a:gd name="connsiteX2" fmla="*/ 667 w 14953"/>
                        <a:gd name="connsiteY2" fmla="*/ 5728 h 14833"/>
                        <a:gd name="connsiteX3" fmla="*/ 10478 w 14953"/>
                        <a:gd name="connsiteY3" fmla="*/ 204 h 14833"/>
                        <a:gd name="connsiteX4" fmla="*/ 14288 w 14953"/>
                        <a:gd name="connsiteY4" fmla="*/ 9253 h 14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53" h="14833">
                          <a:moveTo>
                            <a:pt x="14288" y="9253"/>
                          </a:moveTo>
                          <a:cubicBezTo>
                            <a:pt x="12574" y="13253"/>
                            <a:pt x="8192" y="15634"/>
                            <a:pt x="4382" y="14587"/>
                          </a:cubicBezTo>
                          <a:cubicBezTo>
                            <a:pt x="667" y="13634"/>
                            <a:pt x="-1047" y="9729"/>
                            <a:pt x="667" y="5728"/>
                          </a:cubicBezTo>
                          <a:cubicBezTo>
                            <a:pt x="2382" y="1728"/>
                            <a:pt x="6763" y="-749"/>
                            <a:pt x="10478" y="204"/>
                          </a:cubicBezTo>
                          <a:cubicBezTo>
                            <a:pt x="14288" y="1156"/>
                            <a:pt x="16002" y="5252"/>
                            <a:pt x="14288" y="925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57" name="Forme libre : forme 14156">
                      <a:extLst>
                        <a:ext uri="{FF2B5EF4-FFF2-40B4-BE49-F238E27FC236}">
                          <a16:creationId xmlns:a16="http://schemas.microsoft.com/office/drawing/2014/main" id="{12D23A6E-9D14-4E73-8D7F-C8F428F08F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4454" y="3282545"/>
                      <a:ext cx="5783" cy="5127"/>
                    </a:xfrm>
                    <a:custGeom>
                      <a:avLst/>
                      <a:gdLst>
                        <a:gd name="connsiteX0" fmla="*/ 4864 w 5783"/>
                        <a:gd name="connsiteY0" fmla="*/ 4278 h 5127"/>
                        <a:gd name="connsiteX1" fmla="*/ 768 w 5783"/>
                        <a:gd name="connsiteY1" fmla="*/ 4469 h 5127"/>
                        <a:gd name="connsiteX2" fmla="*/ 959 w 5783"/>
                        <a:gd name="connsiteY2" fmla="*/ 849 h 5127"/>
                        <a:gd name="connsiteX3" fmla="*/ 5054 w 5783"/>
                        <a:gd name="connsiteY3" fmla="*/ 659 h 5127"/>
                        <a:gd name="connsiteX4" fmla="*/ 4864 w 5783"/>
                        <a:gd name="connsiteY4" fmla="*/ 4278 h 5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83" h="5127">
                          <a:moveTo>
                            <a:pt x="4864" y="4278"/>
                          </a:moveTo>
                          <a:cubicBezTo>
                            <a:pt x="3721" y="5326"/>
                            <a:pt x="1911" y="5421"/>
                            <a:pt x="768" y="4469"/>
                          </a:cubicBezTo>
                          <a:cubicBezTo>
                            <a:pt x="-375" y="3516"/>
                            <a:pt x="-185" y="1897"/>
                            <a:pt x="959" y="849"/>
                          </a:cubicBezTo>
                          <a:cubicBezTo>
                            <a:pt x="2102" y="-199"/>
                            <a:pt x="3911" y="-294"/>
                            <a:pt x="5054" y="659"/>
                          </a:cubicBezTo>
                          <a:cubicBezTo>
                            <a:pt x="6102" y="1516"/>
                            <a:pt x="6007" y="3135"/>
                            <a:pt x="4864" y="42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158" name="Graphique 5">
                    <a:extLst>
                      <a:ext uri="{FF2B5EF4-FFF2-40B4-BE49-F238E27FC236}">
                        <a16:creationId xmlns:a16="http://schemas.microsoft.com/office/drawing/2014/main" id="{5ADA5206-9F8A-4C04-AAF8-590A29AD6E8F}"/>
                      </a:ext>
                    </a:extLst>
                  </p:cNvPr>
                  <p:cNvGrpSpPr/>
                  <p:nvPr/>
                </p:nvGrpSpPr>
                <p:grpSpPr>
                  <a:xfrm>
                    <a:off x="3818758" y="3303002"/>
                    <a:ext cx="35199" cy="29782"/>
                    <a:chOff x="3818758" y="3303002"/>
                    <a:chExt cx="35199" cy="29782"/>
                  </a:xfrm>
                  <a:solidFill>
                    <a:schemeClr val="accent1"/>
                  </a:solidFill>
                </p:grpSpPr>
                <p:sp>
                  <p:nvSpPr>
                    <p:cNvPr id="14159" name="Forme libre : forme 14158">
                      <a:extLst>
                        <a:ext uri="{FF2B5EF4-FFF2-40B4-BE49-F238E27FC236}">
                          <a16:creationId xmlns:a16="http://schemas.microsoft.com/office/drawing/2014/main" id="{00D17359-8BA7-44B6-8E11-3245D49C88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8796" y="3303002"/>
                      <a:ext cx="35160" cy="29782"/>
                    </a:xfrm>
                    <a:custGeom>
                      <a:avLst/>
                      <a:gdLst>
                        <a:gd name="connsiteX0" fmla="*/ 28806 w 35160"/>
                        <a:gd name="connsiteY0" fmla="*/ 25255 h 29782"/>
                        <a:gd name="connsiteX1" fmla="*/ 4136 w 35160"/>
                        <a:gd name="connsiteY1" fmla="*/ 25731 h 29782"/>
                        <a:gd name="connsiteX2" fmla="*/ 5850 w 35160"/>
                        <a:gd name="connsiteY2" fmla="*/ 5062 h 29782"/>
                        <a:gd name="connsiteX3" fmla="*/ 30615 w 35160"/>
                        <a:gd name="connsiteY3" fmla="*/ 3919 h 29782"/>
                        <a:gd name="connsiteX4" fmla="*/ 28806 w 35160"/>
                        <a:gd name="connsiteY4" fmla="*/ 25255 h 29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60" h="29782">
                          <a:moveTo>
                            <a:pt x="28806" y="25255"/>
                          </a:moveTo>
                          <a:cubicBezTo>
                            <a:pt x="21281" y="31161"/>
                            <a:pt x="10232" y="31256"/>
                            <a:pt x="4136" y="25731"/>
                          </a:cubicBezTo>
                          <a:cubicBezTo>
                            <a:pt x="-1769" y="20207"/>
                            <a:pt x="-1484" y="11253"/>
                            <a:pt x="5850" y="5062"/>
                          </a:cubicBezTo>
                          <a:cubicBezTo>
                            <a:pt x="13090" y="-1129"/>
                            <a:pt x="24139" y="-1796"/>
                            <a:pt x="30615" y="3919"/>
                          </a:cubicBezTo>
                          <a:cubicBezTo>
                            <a:pt x="37474" y="9539"/>
                            <a:pt x="36331" y="19350"/>
                            <a:pt x="28806" y="2525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0" name="Forme libre : forme 14159">
                      <a:extLst>
                        <a:ext uri="{FF2B5EF4-FFF2-40B4-BE49-F238E27FC236}">
                          <a16:creationId xmlns:a16="http://schemas.microsoft.com/office/drawing/2014/main" id="{072B6E28-8C39-4E0E-AA12-18329C6604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8758" y="3303873"/>
                      <a:ext cx="33892" cy="28911"/>
                    </a:xfrm>
                    <a:custGeom>
                      <a:avLst/>
                      <a:gdLst>
                        <a:gd name="connsiteX0" fmla="*/ 17414 w 33892"/>
                        <a:gd name="connsiteY0" fmla="*/ 14383 h 28911"/>
                        <a:gd name="connsiteX1" fmla="*/ 13985 w 33892"/>
                        <a:gd name="connsiteY1" fmla="*/ 0 h 28911"/>
                        <a:gd name="connsiteX2" fmla="*/ 5889 w 33892"/>
                        <a:gd name="connsiteY2" fmla="*/ 4191 h 28911"/>
                        <a:gd name="connsiteX3" fmla="*/ 4174 w 33892"/>
                        <a:gd name="connsiteY3" fmla="*/ 24860 h 28911"/>
                        <a:gd name="connsiteX4" fmla="*/ 28844 w 33892"/>
                        <a:gd name="connsiteY4" fmla="*/ 24384 h 28911"/>
                        <a:gd name="connsiteX5" fmla="*/ 33892 w 33892"/>
                        <a:gd name="connsiteY5" fmla="*/ 17812 h 28911"/>
                        <a:gd name="connsiteX6" fmla="*/ 17414 w 33892"/>
                        <a:gd name="connsiteY6" fmla="*/ 14383 h 28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892" h="28911">
                          <a:moveTo>
                            <a:pt x="17414" y="14383"/>
                          </a:moveTo>
                          <a:cubicBezTo>
                            <a:pt x="12937" y="10573"/>
                            <a:pt x="11985" y="5144"/>
                            <a:pt x="13985" y="0"/>
                          </a:cubicBezTo>
                          <a:cubicBezTo>
                            <a:pt x="11127" y="857"/>
                            <a:pt x="8270" y="2191"/>
                            <a:pt x="5889" y="4191"/>
                          </a:cubicBezTo>
                          <a:cubicBezTo>
                            <a:pt x="-1445" y="10382"/>
                            <a:pt x="-1827" y="19336"/>
                            <a:pt x="4174" y="24860"/>
                          </a:cubicBezTo>
                          <a:cubicBezTo>
                            <a:pt x="10270" y="30385"/>
                            <a:pt x="21319" y="30290"/>
                            <a:pt x="28844" y="24384"/>
                          </a:cubicBezTo>
                          <a:cubicBezTo>
                            <a:pt x="31225" y="22479"/>
                            <a:pt x="32844" y="20193"/>
                            <a:pt x="33892" y="17812"/>
                          </a:cubicBezTo>
                          <a:cubicBezTo>
                            <a:pt x="27891" y="19241"/>
                            <a:pt x="21700" y="18097"/>
                            <a:pt x="17414" y="143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1" name="Forme libre : forme 14160">
                      <a:extLst>
                        <a:ext uri="{FF2B5EF4-FFF2-40B4-BE49-F238E27FC236}">
                          <a16:creationId xmlns:a16="http://schemas.microsoft.com/office/drawing/2014/main" id="{B9F3615C-687C-44A7-878F-C7C0EC7AE5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5509" y="3312902"/>
                      <a:ext cx="14993" cy="14283"/>
                    </a:xfrm>
                    <a:custGeom>
                      <a:avLst/>
                      <a:gdLst>
                        <a:gd name="connsiteX0" fmla="*/ 14094 w 14993"/>
                        <a:gd name="connsiteY0" fmla="*/ 9069 h 14283"/>
                        <a:gd name="connsiteX1" fmla="*/ 3997 w 14993"/>
                        <a:gd name="connsiteY1" fmla="*/ 14022 h 14283"/>
                        <a:gd name="connsiteX2" fmla="*/ 759 w 14993"/>
                        <a:gd name="connsiteY2" fmla="*/ 5354 h 14283"/>
                        <a:gd name="connsiteX3" fmla="*/ 10760 w 14993"/>
                        <a:gd name="connsiteY3" fmla="*/ 210 h 14283"/>
                        <a:gd name="connsiteX4" fmla="*/ 14094 w 14993"/>
                        <a:gd name="connsiteY4" fmla="*/ 9069 h 142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93" h="14283">
                          <a:moveTo>
                            <a:pt x="14094" y="9069"/>
                          </a:moveTo>
                          <a:cubicBezTo>
                            <a:pt x="12189" y="12879"/>
                            <a:pt x="7617" y="15069"/>
                            <a:pt x="3997" y="14022"/>
                          </a:cubicBezTo>
                          <a:cubicBezTo>
                            <a:pt x="283" y="12974"/>
                            <a:pt x="-956" y="9069"/>
                            <a:pt x="759" y="5354"/>
                          </a:cubicBezTo>
                          <a:cubicBezTo>
                            <a:pt x="2473" y="1639"/>
                            <a:pt x="6950" y="-742"/>
                            <a:pt x="10760" y="210"/>
                          </a:cubicBezTo>
                          <a:cubicBezTo>
                            <a:pt x="14665" y="1163"/>
                            <a:pt x="16094" y="5163"/>
                            <a:pt x="14094" y="906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2" name="Forme libre : forme 14161">
                      <a:extLst>
                        <a:ext uri="{FF2B5EF4-FFF2-40B4-BE49-F238E27FC236}">
                          <a16:creationId xmlns:a16="http://schemas.microsoft.com/office/drawing/2014/main" id="{FED16A29-4AF0-446D-B492-62E5886870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0205" y="3311539"/>
                      <a:ext cx="5779" cy="4908"/>
                    </a:xfrm>
                    <a:custGeom>
                      <a:avLst/>
                      <a:gdLst>
                        <a:gd name="connsiteX0" fmla="*/ 4825 w 5779"/>
                        <a:gd name="connsiteY0" fmla="*/ 4145 h 4908"/>
                        <a:gd name="connsiteX1" fmla="*/ 730 w 5779"/>
                        <a:gd name="connsiteY1" fmla="*/ 4240 h 4908"/>
                        <a:gd name="connsiteX2" fmla="*/ 920 w 5779"/>
                        <a:gd name="connsiteY2" fmla="*/ 811 h 4908"/>
                        <a:gd name="connsiteX3" fmla="*/ 5016 w 5779"/>
                        <a:gd name="connsiteY3" fmla="*/ 621 h 4908"/>
                        <a:gd name="connsiteX4" fmla="*/ 4825 w 5779"/>
                        <a:gd name="connsiteY4" fmla="*/ 4145 h 4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79" h="4908">
                          <a:moveTo>
                            <a:pt x="4825" y="4145"/>
                          </a:moveTo>
                          <a:cubicBezTo>
                            <a:pt x="3587" y="5098"/>
                            <a:pt x="1778" y="5193"/>
                            <a:pt x="730" y="4240"/>
                          </a:cubicBezTo>
                          <a:cubicBezTo>
                            <a:pt x="-318" y="3288"/>
                            <a:pt x="-223" y="1764"/>
                            <a:pt x="920" y="811"/>
                          </a:cubicBezTo>
                          <a:cubicBezTo>
                            <a:pt x="2063" y="-236"/>
                            <a:pt x="3968" y="-236"/>
                            <a:pt x="5016" y="621"/>
                          </a:cubicBezTo>
                          <a:cubicBezTo>
                            <a:pt x="6064" y="1478"/>
                            <a:pt x="6064" y="3193"/>
                            <a:pt x="4825" y="41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163" name="Graphique 5">
                    <a:extLst>
                      <a:ext uri="{FF2B5EF4-FFF2-40B4-BE49-F238E27FC236}">
                        <a16:creationId xmlns:a16="http://schemas.microsoft.com/office/drawing/2014/main" id="{E6AC8E4C-02F3-48D0-B967-5123803E60E4}"/>
                      </a:ext>
                    </a:extLst>
                  </p:cNvPr>
                  <p:cNvGrpSpPr/>
                  <p:nvPr/>
                </p:nvGrpSpPr>
                <p:grpSpPr>
                  <a:xfrm>
                    <a:off x="3814100" y="3332422"/>
                    <a:ext cx="35329" cy="29310"/>
                    <a:chOff x="3814100" y="3332422"/>
                    <a:chExt cx="35329" cy="29310"/>
                  </a:xfrm>
                  <a:solidFill>
                    <a:schemeClr val="accent1"/>
                  </a:solidFill>
                </p:grpSpPr>
                <p:sp>
                  <p:nvSpPr>
                    <p:cNvPr id="14164" name="Forme libre : forme 14163">
                      <a:extLst>
                        <a:ext uri="{FF2B5EF4-FFF2-40B4-BE49-F238E27FC236}">
                          <a16:creationId xmlns:a16="http://schemas.microsoft.com/office/drawing/2014/main" id="{74A7F443-855F-4B13-A678-72659C9518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4196" y="3332422"/>
                      <a:ext cx="35234" cy="29214"/>
                    </a:xfrm>
                    <a:custGeom>
                      <a:avLst/>
                      <a:gdLst>
                        <a:gd name="connsiteX0" fmla="*/ 28453 w 35234"/>
                        <a:gd name="connsiteY0" fmla="*/ 25268 h 29214"/>
                        <a:gd name="connsiteX1" fmla="*/ 3879 w 35234"/>
                        <a:gd name="connsiteY1" fmla="*/ 24791 h 29214"/>
                        <a:gd name="connsiteX2" fmla="*/ 6546 w 35234"/>
                        <a:gd name="connsiteY2" fmla="*/ 4503 h 29214"/>
                        <a:gd name="connsiteX3" fmla="*/ 31311 w 35234"/>
                        <a:gd name="connsiteY3" fmla="*/ 4217 h 29214"/>
                        <a:gd name="connsiteX4" fmla="*/ 28453 w 35234"/>
                        <a:gd name="connsiteY4" fmla="*/ 25268 h 29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34" h="29214">
                          <a:moveTo>
                            <a:pt x="28453" y="25268"/>
                          </a:moveTo>
                          <a:cubicBezTo>
                            <a:pt x="20643" y="30792"/>
                            <a:pt x="9689" y="30411"/>
                            <a:pt x="3879" y="24791"/>
                          </a:cubicBezTo>
                          <a:cubicBezTo>
                            <a:pt x="-2217" y="19267"/>
                            <a:pt x="-979" y="10409"/>
                            <a:pt x="6546" y="4503"/>
                          </a:cubicBezTo>
                          <a:cubicBezTo>
                            <a:pt x="14071" y="-1307"/>
                            <a:pt x="25120" y="-1593"/>
                            <a:pt x="31311" y="4217"/>
                          </a:cubicBezTo>
                          <a:cubicBezTo>
                            <a:pt x="37407" y="10218"/>
                            <a:pt x="36359" y="19648"/>
                            <a:pt x="28453" y="2526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5" name="Forme libre : forme 14164">
                      <a:extLst>
                        <a:ext uri="{FF2B5EF4-FFF2-40B4-BE49-F238E27FC236}">
                          <a16:creationId xmlns:a16="http://schemas.microsoft.com/office/drawing/2014/main" id="{0D356C34-AC6A-429F-9474-8420568613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4100" y="3333210"/>
                      <a:ext cx="33882" cy="28521"/>
                    </a:xfrm>
                    <a:custGeom>
                      <a:avLst/>
                      <a:gdLst>
                        <a:gd name="connsiteX0" fmla="*/ 17404 w 33882"/>
                        <a:gd name="connsiteY0" fmla="*/ 14288 h 28521"/>
                        <a:gd name="connsiteX1" fmla="*/ 14833 w 33882"/>
                        <a:gd name="connsiteY1" fmla="*/ 0 h 28521"/>
                        <a:gd name="connsiteX2" fmla="*/ 6546 w 33882"/>
                        <a:gd name="connsiteY2" fmla="*/ 3810 h 28521"/>
                        <a:gd name="connsiteX3" fmla="*/ 3879 w 33882"/>
                        <a:gd name="connsiteY3" fmla="*/ 24098 h 28521"/>
                        <a:gd name="connsiteX4" fmla="*/ 28453 w 33882"/>
                        <a:gd name="connsiteY4" fmla="*/ 24575 h 28521"/>
                        <a:gd name="connsiteX5" fmla="*/ 33883 w 33882"/>
                        <a:gd name="connsiteY5" fmla="*/ 18288 h 28521"/>
                        <a:gd name="connsiteX6" fmla="*/ 17404 w 33882"/>
                        <a:gd name="connsiteY6" fmla="*/ 14288 h 28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882" h="28521">
                          <a:moveTo>
                            <a:pt x="17404" y="14288"/>
                          </a:moveTo>
                          <a:cubicBezTo>
                            <a:pt x="13213" y="10382"/>
                            <a:pt x="12547" y="4953"/>
                            <a:pt x="14833" y="0"/>
                          </a:cubicBezTo>
                          <a:cubicBezTo>
                            <a:pt x="11880" y="667"/>
                            <a:pt x="9022" y="1905"/>
                            <a:pt x="6546" y="3810"/>
                          </a:cubicBezTo>
                          <a:cubicBezTo>
                            <a:pt x="-979" y="9620"/>
                            <a:pt x="-2217" y="18479"/>
                            <a:pt x="3879" y="24098"/>
                          </a:cubicBezTo>
                          <a:cubicBezTo>
                            <a:pt x="9689" y="29718"/>
                            <a:pt x="20643" y="30099"/>
                            <a:pt x="28453" y="24575"/>
                          </a:cubicBezTo>
                          <a:cubicBezTo>
                            <a:pt x="30930" y="22765"/>
                            <a:pt x="32739" y="20574"/>
                            <a:pt x="33883" y="18288"/>
                          </a:cubicBezTo>
                          <a:cubicBezTo>
                            <a:pt x="27977" y="19336"/>
                            <a:pt x="21500" y="18097"/>
                            <a:pt x="17404" y="1428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6" name="Forme libre : forme 14165">
                      <a:extLst>
                        <a:ext uri="{FF2B5EF4-FFF2-40B4-BE49-F238E27FC236}">
                          <a16:creationId xmlns:a16="http://schemas.microsoft.com/office/drawing/2014/main" id="{F4EDFA13-44BD-49D8-9525-EC9D12EE1A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0805" y="3342526"/>
                      <a:ext cx="15070" cy="13864"/>
                    </a:xfrm>
                    <a:custGeom>
                      <a:avLst/>
                      <a:gdLst>
                        <a:gd name="connsiteX0" fmla="*/ 14225 w 15070"/>
                        <a:gd name="connsiteY0" fmla="*/ 8972 h 13864"/>
                        <a:gd name="connsiteX1" fmla="*/ 3938 w 15070"/>
                        <a:gd name="connsiteY1" fmla="*/ 13544 h 13864"/>
                        <a:gd name="connsiteX2" fmla="*/ 890 w 15070"/>
                        <a:gd name="connsiteY2" fmla="*/ 4972 h 13864"/>
                        <a:gd name="connsiteX3" fmla="*/ 11082 w 15070"/>
                        <a:gd name="connsiteY3" fmla="*/ 304 h 13864"/>
                        <a:gd name="connsiteX4" fmla="*/ 14225 w 15070"/>
                        <a:gd name="connsiteY4" fmla="*/ 8972 h 13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70" h="13864">
                          <a:moveTo>
                            <a:pt x="14225" y="8972"/>
                          </a:moveTo>
                          <a:cubicBezTo>
                            <a:pt x="12130" y="12687"/>
                            <a:pt x="7462" y="14687"/>
                            <a:pt x="3938" y="13544"/>
                          </a:cubicBezTo>
                          <a:cubicBezTo>
                            <a:pt x="414" y="12401"/>
                            <a:pt x="-1110" y="8591"/>
                            <a:pt x="890" y="4972"/>
                          </a:cubicBezTo>
                          <a:cubicBezTo>
                            <a:pt x="2795" y="1352"/>
                            <a:pt x="7367" y="-839"/>
                            <a:pt x="11082" y="304"/>
                          </a:cubicBezTo>
                          <a:cubicBezTo>
                            <a:pt x="14701" y="1352"/>
                            <a:pt x="16130" y="5353"/>
                            <a:pt x="14225" y="897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7" name="Forme libre : forme 14166">
                      <a:extLst>
                        <a:ext uri="{FF2B5EF4-FFF2-40B4-BE49-F238E27FC236}">
                          <a16:creationId xmlns:a16="http://schemas.microsoft.com/office/drawing/2014/main" id="{99414D42-FC9A-442E-B26B-4FA515FD99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5682" y="3341163"/>
                      <a:ext cx="5837" cy="4857"/>
                    </a:xfrm>
                    <a:custGeom>
                      <a:avLst/>
                      <a:gdLst>
                        <a:gd name="connsiteX0" fmla="*/ 4776 w 5837"/>
                        <a:gd name="connsiteY0" fmla="*/ 4143 h 4857"/>
                        <a:gd name="connsiteX1" fmla="*/ 680 w 5837"/>
                        <a:gd name="connsiteY1" fmla="*/ 4143 h 4857"/>
                        <a:gd name="connsiteX2" fmla="*/ 1061 w 5837"/>
                        <a:gd name="connsiteY2" fmla="*/ 714 h 4857"/>
                        <a:gd name="connsiteX3" fmla="*/ 5157 w 5837"/>
                        <a:gd name="connsiteY3" fmla="*/ 714 h 4857"/>
                        <a:gd name="connsiteX4" fmla="*/ 4776 w 5837"/>
                        <a:gd name="connsiteY4" fmla="*/ 4143 h 4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7" h="4857">
                          <a:moveTo>
                            <a:pt x="4776" y="4143"/>
                          </a:moveTo>
                          <a:cubicBezTo>
                            <a:pt x="3538" y="5096"/>
                            <a:pt x="1728" y="5096"/>
                            <a:pt x="680" y="4143"/>
                          </a:cubicBezTo>
                          <a:cubicBezTo>
                            <a:pt x="-368" y="3191"/>
                            <a:pt x="-177" y="1667"/>
                            <a:pt x="1061" y="714"/>
                          </a:cubicBezTo>
                          <a:cubicBezTo>
                            <a:pt x="2299" y="-238"/>
                            <a:pt x="4109" y="-238"/>
                            <a:pt x="5157" y="714"/>
                          </a:cubicBezTo>
                          <a:cubicBezTo>
                            <a:pt x="6205" y="1667"/>
                            <a:pt x="6014" y="3191"/>
                            <a:pt x="4776" y="41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168" name="Graphique 5">
                  <a:extLst>
                    <a:ext uri="{FF2B5EF4-FFF2-40B4-BE49-F238E27FC236}">
                      <a16:creationId xmlns:a16="http://schemas.microsoft.com/office/drawing/2014/main" id="{4493FCE6-0DF6-4041-88EB-96D99B9600CA}"/>
                    </a:ext>
                  </a:extLst>
                </p:cNvPr>
                <p:cNvGrpSpPr/>
                <p:nvPr/>
              </p:nvGrpSpPr>
              <p:grpSpPr>
                <a:xfrm>
                  <a:off x="3722745" y="3378438"/>
                  <a:ext cx="99295" cy="38771"/>
                  <a:chOff x="3722745" y="3378438"/>
                  <a:chExt cx="99295" cy="38771"/>
                </a:xfrm>
                <a:solidFill>
                  <a:schemeClr val="accent1"/>
                </a:solidFill>
              </p:grpSpPr>
              <p:grpSp>
                <p:nvGrpSpPr>
                  <p:cNvPr id="14169" name="Graphique 5">
                    <a:extLst>
                      <a:ext uri="{FF2B5EF4-FFF2-40B4-BE49-F238E27FC236}">
                        <a16:creationId xmlns:a16="http://schemas.microsoft.com/office/drawing/2014/main" id="{29DF44CC-4482-42CC-ACE8-EDDFDEC85C89}"/>
                      </a:ext>
                    </a:extLst>
                  </p:cNvPr>
                  <p:cNvGrpSpPr/>
                  <p:nvPr/>
                </p:nvGrpSpPr>
                <p:grpSpPr>
                  <a:xfrm>
                    <a:off x="3722745" y="3378438"/>
                    <a:ext cx="35178" cy="25069"/>
                    <a:chOff x="3722745" y="3378438"/>
                    <a:chExt cx="35178" cy="25069"/>
                  </a:xfrm>
                  <a:solidFill>
                    <a:schemeClr val="accent1"/>
                  </a:solidFill>
                </p:grpSpPr>
                <p:sp>
                  <p:nvSpPr>
                    <p:cNvPr id="14170" name="Forme libre : forme 14169">
                      <a:extLst>
                        <a:ext uri="{FF2B5EF4-FFF2-40B4-BE49-F238E27FC236}">
                          <a16:creationId xmlns:a16="http://schemas.microsoft.com/office/drawing/2014/main" id="{3AB7B78B-94D7-4132-ADBF-ABC3EF4325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2745" y="3378438"/>
                      <a:ext cx="35151" cy="25069"/>
                    </a:xfrm>
                    <a:custGeom>
                      <a:avLst/>
                      <a:gdLst>
                        <a:gd name="connsiteX0" fmla="*/ 31893 w 35151"/>
                        <a:gd name="connsiteY0" fmla="*/ 3635 h 25069"/>
                        <a:gd name="connsiteX1" fmla="*/ 27702 w 35151"/>
                        <a:gd name="connsiteY1" fmla="*/ 21638 h 25069"/>
                        <a:gd name="connsiteX2" fmla="*/ 3127 w 35151"/>
                        <a:gd name="connsiteY2" fmla="*/ 21352 h 25069"/>
                        <a:gd name="connsiteX3" fmla="*/ 7509 w 35151"/>
                        <a:gd name="connsiteY3" fmla="*/ 4016 h 25069"/>
                        <a:gd name="connsiteX4" fmla="*/ 31893 w 35151"/>
                        <a:gd name="connsiteY4" fmla="*/ 3635 h 250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51" h="25069">
                          <a:moveTo>
                            <a:pt x="31893" y="3635"/>
                          </a:moveTo>
                          <a:cubicBezTo>
                            <a:pt x="37512" y="8684"/>
                            <a:pt x="35703" y="16875"/>
                            <a:pt x="27702" y="21638"/>
                          </a:cubicBezTo>
                          <a:cubicBezTo>
                            <a:pt x="19796" y="26400"/>
                            <a:pt x="8747" y="26115"/>
                            <a:pt x="3127" y="21352"/>
                          </a:cubicBezTo>
                          <a:cubicBezTo>
                            <a:pt x="-2397" y="16590"/>
                            <a:pt x="-397" y="9065"/>
                            <a:pt x="7509" y="4016"/>
                          </a:cubicBezTo>
                          <a:cubicBezTo>
                            <a:pt x="15510" y="-1127"/>
                            <a:pt x="26368" y="-1413"/>
                            <a:pt x="31893" y="363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1" name="Forme libre : forme 14170">
                      <a:extLst>
                        <a:ext uri="{FF2B5EF4-FFF2-40B4-BE49-F238E27FC236}">
                          <a16:creationId xmlns:a16="http://schemas.microsoft.com/office/drawing/2014/main" id="{185A4F1F-CF6F-4C47-B52A-AB8DFE2044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2920" y="3378930"/>
                      <a:ext cx="35003" cy="24543"/>
                    </a:xfrm>
                    <a:custGeom>
                      <a:avLst/>
                      <a:gdLst>
                        <a:gd name="connsiteX0" fmla="*/ 17716 w 35003"/>
                        <a:gd name="connsiteY0" fmla="*/ 12287 h 24543"/>
                        <a:gd name="connsiteX1" fmla="*/ 0 w 35003"/>
                        <a:gd name="connsiteY1" fmla="*/ 15430 h 24543"/>
                        <a:gd name="connsiteX2" fmla="*/ 3048 w 35003"/>
                        <a:gd name="connsiteY2" fmla="*/ 20860 h 24543"/>
                        <a:gd name="connsiteX3" fmla="*/ 27622 w 35003"/>
                        <a:gd name="connsiteY3" fmla="*/ 21146 h 24543"/>
                        <a:gd name="connsiteX4" fmla="*/ 31813 w 35003"/>
                        <a:gd name="connsiteY4" fmla="*/ 3143 h 24543"/>
                        <a:gd name="connsiteX5" fmla="*/ 25146 w 35003"/>
                        <a:gd name="connsiteY5" fmla="*/ 0 h 24543"/>
                        <a:gd name="connsiteX6" fmla="*/ 17716 w 35003"/>
                        <a:gd name="connsiteY6" fmla="*/ 12287 h 24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003" h="24543">
                          <a:moveTo>
                            <a:pt x="17716" y="12287"/>
                          </a:moveTo>
                          <a:cubicBezTo>
                            <a:pt x="12287" y="15621"/>
                            <a:pt x="5524" y="16573"/>
                            <a:pt x="0" y="15430"/>
                          </a:cubicBezTo>
                          <a:cubicBezTo>
                            <a:pt x="286" y="17431"/>
                            <a:pt x="1143" y="19240"/>
                            <a:pt x="3048" y="20860"/>
                          </a:cubicBezTo>
                          <a:cubicBezTo>
                            <a:pt x="8572" y="25527"/>
                            <a:pt x="19717" y="25908"/>
                            <a:pt x="27622" y="21146"/>
                          </a:cubicBezTo>
                          <a:cubicBezTo>
                            <a:pt x="35528" y="16383"/>
                            <a:pt x="37338" y="8192"/>
                            <a:pt x="31813" y="3143"/>
                          </a:cubicBezTo>
                          <a:cubicBezTo>
                            <a:pt x="30004" y="1524"/>
                            <a:pt x="27718" y="571"/>
                            <a:pt x="25146" y="0"/>
                          </a:cubicBezTo>
                          <a:cubicBezTo>
                            <a:pt x="25622" y="4286"/>
                            <a:pt x="23050" y="8954"/>
                            <a:pt x="17716" y="122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2" name="Forme libre : forme 14171">
                      <a:extLst>
                        <a:ext uri="{FF2B5EF4-FFF2-40B4-BE49-F238E27FC236}">
                          <a16:creationId xmlns:a16="http://schemas.microsoft.com/office/drawing/2014/main" id="{920BE03C-02F6-42DF-BBE3-D0A9143471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6050" y="3380777"/>
                      <a:ext cx="16316" cy="10702"/>
                    </a:xfrm>
                    <a:custGeom>
                      <a:avLst/>
                      <a:gdLst>
                        <a:gd name="connsiteX0" fmla="*/ 11635 w 16316"/>
                        <a:gd name="connsiteY0" fmla="*/ 344 h 10702"/>
                        <a:gd name="connsiteX1" fmla="*/ 15540 w 16316"/>
                        <a:gd name="connsiteY1" fmla="*/ 7297 h 10702"/>
                        <a:gd name="connsiteX2" fmla="*/ 4682 w 16316"/>
                        <a:gd name="connsiteY2" fmla="*/ 10345 h 10702"/>
                        <a:gd name="connsiteX3" fmla="*/ 776 w 16316"/>
                        <a:gd name="connsiteY3" fmla="*/ 3487 h 10702"/>
                        <a:gd name="connsiteX4" fmla="*/ 11635 w 16316"/>
                        <a:gd name="connsiteY4" fmla="*/ 344 h 10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16" h="10702">
                          <a:moveTo>
                            <a:pt x="11635" y="344"/>
                          </a:moveTo>
                          <a:cubicBezTo>
                            <a:pt x="15731" y="1392"/>
                            <a:pt x="17445" y="4535"/>
                            <a:pt x="15540" y="7297"/>
                          </a:cubicBezTo>
                          <a:cubicBezTo>
                            <a:pt x="13635" y="10060"/>
                            <a:pt x="8682" y="11393"/>
                            <a:pt x="4682" y="10345"/>
                          </a:cubicBezTo>
                          <a:cubicBezTo>
                            <a:pt x="586" y="9298"/>
                            <a:pt x="-1129" y="6250"/>
                            <a:pt x="776" y="3487"/>
                          </a:cubicBezTo>
                          <a:cubicBezTo>
                            <a:pt x="2681" y="725"/>
                            <a:pt x="7539" y="-704"/>
                            <a:pt x="11635" y="34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3" name="Forme libre : forme 14172">
                      <a:extLst>
                        <a:ext uri="{FF2B5EF4-FFF2-40B4-BE49-F238E27FC236}">
                          <a16:creationId xmlns:a16="http://schemas.microsoft.com/office/drawing/2014/main" id="{5FBF8A3D-105E-401E-B1AF-7AB6515F4E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4297" y="3384429"/>
                      <a:ext cx="5730" cy="4192"/>
                    </a:xfrm>
                    <a:custGeom>
                      <a:avLst/>
                      <a:gdLst>
                        <a:gd name="connsiteX0" fmla="*/ 5196 w 5730"/>
                        <a:gd name="connsiteY0" fmla="*/ 597 h 4192"/>
                        <a:gd name="connsiteX1" fmla="*/ 4529 w 5730"/>
                        <a:gd name="connsiteY1" fmla="*/ 3550 h 4192"/>
                        <a:gd name="connsiteX2" fmla="*/ 529 w 5730"/>
                        <a:gd name="connsiteY2" fmla="*/ 3550 h 4192"/>
                        <a:gd name="connsiteX3" fmla="*/ 1291 w 5730"/>
                        <a:gd name="connsiteY3" fmla="*/ 692 h 4192"/>
                        <a:gd name="connsiteX4" fmla="*/ 5196 w 5730"/>
                        <a:gd name="connsiteY4" fmla="*/ 597 h 4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30" h="4192">
                          <a:moveTo>
                            <a:pt x="5196" y="597"/>
                          </a:moveTo>
                          <a:cubicBezTo>
                            <a:pt x="6149" y="1359"/>
                            <a:pt x="5768" y="2693"/>
                            <a:pt x="4529" y="3550"/>
                          </a:cubicBezTo>
                          <a:cubicBezTo>
                            <a:pt x="3196" y="4407"/>
                            <a:pt x="1386" y="4407"/>
                            <a:pt x="529" y="3550"/>
                          </a:cubicBezTo>
                          <a:cubicBezTo>
                            <a:pt x="-423" y="2788"/>
                            <a:pt x="-42" y="1455"/>
                            <a:pt x="1291" y="692"/>
                          </a:cubicBezTo>
                          <a:cubicBezTo>
                            <a:pt x="2529" y="-165"/>
                            <a:pt x="4339" y="-260"/>
                            <a:pt x="5196" y="5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174" name="Graphique 5">
                    <a:extLst>
                      <a:ext uri="{FF2B5EF4-FFF2-40B4-BE49-F238E27FC236}">
                        <a16:creationId xmlns:a16="http://schemas.microsoft.com/office/drawing/2014/main" id="{D2579024-3F53-4C76-BAA4-AA0816D13E35}"/>
                      </a:ext>
                    </a:extLst>
                  </p:cNvPr>
                  <p:cNvGrpSpPr/>
                  <p:nvPr/>
                </p:nvGrpSpPr>
                <p:grpSpPr>
                  <a:xfrm>
                    <a:off x="3752730" y="3387796"/>
                    <a:ext cx="35371" cy="25950"/>
                    <a:chOff x="3752730" y="3387796"/>
                    <a:chExt cx="35371" cy="25950"/>
                  </a:xfrm>
                  <a:solidFill>
                    <a:schemeClr val="accent1"/>
                  </a:solidFill>
                </p:grpSpPr>
                <p:sp>
                  <p:nvSpPr>
                    <p:cNvPr id="14175" name="Forme libre : forme 14174">
                      <a:extLst>
                        <a:ext uri="{FF2B5EF4-FFF2-40B4-BE49-F238E27FC236}">
                          <a16:creationId xmlns:a16="http://schemas.microsoft.com/office/drawing/2014/main" id="{7C19F8B8-AC08-496F-A775-66A87D7574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2730" y="3387796"/>
                      <a:ext cx="35371" cy="25950"/>
                    </a:xfrm>
                    <a:custGeom>
                      <a:avLst/>
                      <a:gdLst>
                        <a:gd name="connsiteX0" fmla="*/ 32102 w 35371"/>
                        <a:gd name="connsiteY0" fmla="*/ 4183 h 25950"/>
                        <a:gd name="connsiteX1" fmla="*/ 27434 w 35371"/>
                        <a:gd name="connsiteY1" fmla="*/ 22852 h 25950"/>
                        <a:gd name="connsiteX2" fmla="*/ 2955 w 35371"/>
                        <a:gd name="connsiteY2" fmla="*/ 21614 h 25950"/>
                        <a:gd name="connsiteX3" fmla="*/ 7432 w 35371"/>
                        <a:gd name="connsiteY3" fmla="*/ 3612 h 25950"/>
                        <a:gd name="connsiteX4" fmla="*/ 32102 w 35371"/>
                        <a:gd name="connsiteY4" fmla="*/ 4183 h 25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71" h="25950">
                          <a:moveTo>
                            <a:pt x="32102" y="4183"/>
                          </a:moveTo>
                          <a:cubicBezTo>
                            <a:pt x="38103" y="9517"/>
                            <a:pt x="35436" y="18185"/>
                            <a:pt x="27434" y="22852"/>
                          </a:cubicBezTo>
                          <a:cubicBezTo>
                            <a:pt x="19338" y="27519"/>
                            <a:pt x="8289" y="26757"/>
                            <a:pt x="2955" y="21614"/>
                          </a:cubicBezTo>
                          <a:cubicBezTo>
                            <a:pt x="-2188" y="16375"/>
                            <a:pt x="-569" y="8565"/>
                            <a:pt x="7432" y="3612"/>
                          </a:cubicBezTo>
                          <a:cubicBezTo>
                            <a:pt x="15338" y="-1341"/>
                            <a:pt x="26291" y="-1246"/>
                            <a:pt x="32102" y="418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6" name="Forme libre : forme 14175">
                      <a:extLst>
                        <a:ext uri="{FF2B5EF4-FFF2-40B4-BE49-F238E27FC236}">
                          <a16:creationId xmlns:a16="http://schemas.microsoft.com/office/drawing/2014/main" id="{C6BD243E-C542-4189-A924-193A6423DB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2924" y="3388360"/>
                      <a:ext cx="35178" cy="25323"/>
                    </a:xfrm>
                    <a:custGeom>
                      <a:avLst/>
                      <a:gdLst>
                        <a:gd name="connsiteX0" fmla="*/ 17812 w 35178"/>
                        <a:gd name="connsiteY0" fmla="*/ 12573 h 25323"/>
                        <a:gd name="connsiteX1" fmla="*/ 0 w 35178"/>
                        <a:gd name="connsiteY1" fmla="*/ 15145 h 25323"/>
                        <a:gd name="connsiteX2" fmla="*/ 2762 w 35178"/>
                        <a:gd name="connsiteY2" fmla="*/ 20955 h 25323"/>
                        <a:gd name="connsiteX3" fmla="*/ 27241 w 35178"/>
                        <a:gd name="connsiteY3" fmla="*/ 22193 h 25323"/>
                        <a:gd name="connsiteX4" fmla="*/ 31909 w 35178"/>
                        <a:gd name="connsiteY4" fmla="*/ 3524 h 25323"/>
                        <a:gd name="connsiteX5" fmla="*/ 25051 w 35178"/>
                        <a:gd name="connsiteY5" fmla="*/ 0 h 25323"/>
                        <a:gd name="connsiteX6" fmla="*/ 17812 w 35178"/>
                        <a:gd name="connsiteY6" fmla="*/ 12573 h 25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178" h="25323">
                          <a:moveTo>
                            <a:pt x="17812" y="12573"/>
                          </a:moveTo>
                          <a:cubicBezTo>
                            <a:pt x="12287" y="15812"/>
                            <a:pt x="5429" y="16574"/>
                            <a:pt x="0" y="15145"/>
                          </a:cubicBezTo>
                          <a:cubicBezTo>
                            <a:pt x="190" y="17240"/>
                            <a:pt x="953" y="19241"/>
                            <a:pt x="2762" y="20955"/>
                          </a:cubicBezTo>
                          <a:cubicBezTo>
                            <a:pt x="8096" y="26194"/>
                            <a:pt x="19050" y="26861"/>
                            <a:pt x="27241" y="22193"/>
                          </a:cubicBezTo>
                          <a:cubicBezTo>
                            <a:pt x="35243" y="17526"/>
                            <a:pt x="37910" y="8858"/>
                            <a:pt x="31909" y="3524"/>
                          </a:cubicBezTo>
                          <a:cubicBezTo>
                            <a:pt x="30099" y="1810"/>
                            <a:pt x="27718" y="667"/>
                            <a:pt x="25051" y="0"/>
                          </a:cubicBezTo>
                          <a:cubicBezTo>
                            <a:pt x="25622" y="4572"/>
                            <a:pt x="23241" y="9335"/>
                            <a:pt x="17812" y="125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7" name="Forme libre : forme 14176">
                      <a:extLst>
                        <a:ext uri="{FF2B5EF4-FFF2-40B4-BE49-F238E27FC236}">
                          <a16:creationId xmlns:a16="http://schemas.microsoft.com/office/drawing/2014/main" id="{961B9FDD-6D73-4682-B41F-146E90DFFE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6071" y="3390278"/>
                      <a:ext cx="16454" cy="11150"/>
                    </a:xfrm>
                    <a:custGeom>
                      <a:avLst/>
                      <a:gdLst>
                        <a:gd name="connsiteX0" fmla="*/ 11617 w 16454"/>
                        <a:gd name="connsiteY0" fmla="*/ 463 h 11150"/>
                        <a:gd name="connsiteX1" fmla="*/ 15713 w 16454"/>
                        <a:gd name="connsiteY1" fmla="*/ 7892 h 11150"/>
                        <a:gd name="connsiteX2" fmla="*/ 4759 w 16454"/>
                        <a:gd name="connsiteY2" fmla="*/ 10655 h 11150"/>
                        <a:gd name="connsiteX3" fmla="*/ 759 w 16454"/>
                        <a:gd name="connsiteY3" fmla="*/ 3416 h 11150"/>
                        <a:gd name="connsiteX4" fmla="*/ 11617 w 16454"/>
                        <a:gd name="connsiteY4" fmla="*/ 463 h 11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454" h="11150">
                          <a:moveTo>
                            <a:pt x="11617" y="463"/>
                          </a:moveTo>
                          <a:cubicBezTo>
                            <a:pt x="15713" y="1701"/>
                            <a:pt x="17618" y="5035"/>
                            <a:pt x="15713" y="7892"/>
                          </a:cubicBezTo>
                          <a:cubicBezTo>
                            <a:pt x="13713" y="10750"/>
                            <a:pt x="8760" y="11893"/>
                            <a:pt x="4759" y="10655"/>
                          </a:cubicBezTo>
                          <a:cubicBezTo>
                            <a:pt x="664" y="9416"/>
                            <a:pt x="-1146" y="6178"/>
                            <a:pt x="759" y="3416"/>
                          </a:cubicBezTo>
                          <a:cubicBezTo>
                            <a:pt x="2568" y="558"/>
                            <a:pt x="7521" y="-775"/>
                            <a:pt x="11617" y="46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78" name="Forme libre : forme 14177">
                      <a:extLst>
                        <a:ext uri="{FF2B5EF4-FFF2-40B4-BE49-F238E27FC236}">
                          <a16:creationId xmlns:a16="http://schemas.microsoft.com/office/drawing/2014/main" id="{0E9EB419-A338-4A12-8837-DEABC3F750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4174" y="3393813"/>
                      <a:ext cx="5884" cy="4288"/>
                    </a:xfrm>
                    <a:custGeom>
                      <a:avLst/>
                      <a:gdLst>
                        <a:gd name="connsiteX0" fmla="*/ 5323 w 5884"/>
                        <a:gd name="connsiteY0" fmla="*/ 643 h 4288"/>
                        <a:gd name="connsiteX1" fmla="*/ 4657 w 5884"/>
                        <a:gd name="connsiteY1" fmla="*/ 3691 h 4288"/>
                        <a:gd name="connsiteX2" fmla="*/ 561 w 5884"/>
                        <a:gd name="connsiteY2" fmla="*/ 3596 h 4288"/>
                        <a:gd name="connsiteX3" fmla="*/ 1228 w 5884"/>
                        <a:gd name="connsiteY3" fmla="*/ 643 h 4288"/>
                        <a:gd name="connsiteX4" fmla="*/ 5323 w 5884"/>
                        <a:gd name="connsiteY4" fmla="*/ 643 h 4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4" h="4288">
                          <a:moveTo>
                            <a:pt x="5323" y="643"/>
                          </a:moveTo>
                          <a:cubicBezTo>
                            <a:pt x="6276" y="1500"/>
                            <a:pt x="5990" y="2834"/>
                            <a:pt x="4657" y="3691"/>
                          </a:cubicBezTo>
                          <a:cubicBezTo>
                            <a:pt x="3323" y="4548"/>
                            <a:pt x="1513" y="4453"/>
                            <a:pt x="561" y="3596"/>
                          </a:cubicBezTo>
                          <a:cubicBezTo>
                            <a:pt x="-392" y="2738"/>
                            <a:pt x="-106" y="1405"/>
                            <a:pt x="1228" y="643"/>
                          </a:cubicBezTo>
                          <a:cubicBezTo>
                            <a:pt x="2561" y="-214"/>
                            <a:pt x="4371" y="-214"/>
                            <a:pt x="5323" y="6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179" name="Graphique 5">
                    <a:extLst>
                      <a:ext uri="{FF2B5EF4-FFF2-40B4-BE49-F238E27FC236}">
                        <a16:creationId xmlns:a16="http://schemas.microsoft.com/office/drawing/2014/main" id="{01DC3148-8E39-416D-A28A-9CCC5C7E7480}"/>
                      </a:ext>
                    </a:extLst>
                  </p:cNvPr>
                  <p:cNvGrpSpPr/>
                  <p:nvPr/>
                </p:nvGrpSpPr>
                <p:grpSpPr>
                  <a:xfrm>
                    <a:off x="3786737" y="3389867"/>
                    <a:ext cx="35303" cy="27342"/>
                    <a:chOff x="3786737" y="3389867"/>
                    <a:chExt cx="35303" cy="27342"/>
                  </a:xfrm>
                  <a:solidFill>
                    <a:schemeClr val="accent1"/>
                  </a:solidFill>
                </p:grpSpPr>
                <p:sp>
                  <p:nvSpPr>
                    <p:cNvPr id="14180" name="Forme libre : forme 14179">
                      <a:extLst>
                        <a:ext uri="{FF2B5EF4-FFF2-40B4-BE49-F238E27FC236}">
                          <a16:creationId xmlns:a16="http://schemas.microsoft.com/office/drawing/2014/main" id="{92203536-13AD-43F7-B58A-2E6B2073C9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6755" y="3389867"/>
                      <a:ext cx="35285" cy="27247"/>
                    </a:xfrm>
                    <a:custGeom>
                      <a:avLst/>
                      <a:gdLst>
                        <a:gd name="connsiteX0" fmla="*/ 32272 w 35285"/>
                        <a:gd name="connsiteY0" fmla="*/ 4779 h 27247"/>
                        <a:gd name="connsiteX1" fmla="*/ 27509 w 35285"/>
                        <a:gd name="connsiteY1" fmla="*/ 24305 h 27247"/>
                        <a:gd name="connsiteX2" fmla="*/ 2934 w 35285"/>
                        <a:gd name="connsiteY2" fmla="*/ 22305 h 27247"/>
                        <a:gd name="connsiteX3" fmla="*/ 7792 w 35285"/>
                        <a:gd name="connsiteY3" fmla="*/ 3350 h 27247"/>
                        <a:gd name="connsiteX4" fmla="*/ 32272 w 35285"/>
                        <a:gd name="connsiteY4" fmla="*/ 4779 h 27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85" h="27247">
                          <a:moveTo>
                            <a:pt x="32272" y="4779"/>
                          </a:moveTo>
                          <a:cubicBezTo>
                            <a:pt x="37701" y="10685"/>
                            <a:pt x="35605" y="19638"/>
                            <a:pt x="27509" y="24305"/>
                          </a:cubicBezTo>
                          <a:cubicBezTo>
                            <a:pt x="19413" y="28973"/>
                            <a:pt x="8364" y="27925"/>
                            <a:pt x="2934" y="22305"/>
                          </a:cubicBezTo>
                          <a:cubicBezTo>
                            <a:pt x="-2495" y="16685"/>
                            <a:pt x="-113" y="8303"/>
                            <a:pt x="7792" y="3350"/>
                          </a:cubicBezTo>
                          <a:cubicBezTo>
                            <a:pt x="15508" y="-1507"/>
                            <a:pt x="26938" y="-1126"/>
                            <a:pt x="32272" y="477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81" name="Forme libre : forme 14180">
                      <a:extLst>
                        <a:ext uri="{FF2B5EF4-FFF2-40B4-BE49-F238E27FC236}">
                          <a16:creationId xmlns:a16="http://schemas.microsoft.com/office/drawing/2014/main" id="{9F0B721C-82B5-42DC-B42D-2F4E75BD01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6737" y="3390836"/>
                      <a:ext cx="35208" cy="26373"/>
                    </a:xfrm>
                    <a:custGeom>
                      <a:avLst/>
                      <a:gdLst>
                        <a:gd name="connsiteX0" fmla="*/ 17907 w 35208"/>
                        <a:gd name="connsiteY0" fmla="*/ 12954 h 26373"/>
                        <a:gd name="connsiteX1" fmla="*/ 0 w 35208"/>
                        <a:gd name="connsiteY1" fmla="*/ 15240 h 26373"/>
                        <a:gd name="connsiteX2" fmla="*/ 2858 w 35208"/>
                        <a:gd name="connsiteY2" fmla="*/ 21431 h 26373"/>
                        <a:gd name="connsiteX3" fmla="*/ 27432 w 35208"/>
                        <a:gd name="connsiteY3" fmla="*/ 23431 h 26373"/>
                        <a:gd name="connsiteX4" fmla="*/ 32195 w 35208"/>
                        <a:gd name="connsiteY4" fmla="*/ 3905 h 26373"/>
                        <a:gd name="connsiteX5" fmla="*/ 25527 w 35208"/>
                        <a:gd name="connsiteY5" fmla="*/ 0 h 26373"/>
                        <a:gd name="connsiteX6" fmla="*/ 17907 w 35208"/>
                        <a:gd name="connsiteY6" fmla="*/ 12954 h 26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08" h="26373">
                          <a:moveTo>
                            <a:pt x="17907" y="12954"/>
                          </a:moveTo>
                          <a:cubicBezTo>
                            <a:pt x="12383" y="16288"/>
                            <a:pt x="5525" y="16859"/>
                            <a:pt x="0" y="15240"/>
                          </a:cubicBezTo>
                          <a:cubicBezTo>
                            <a:pt x="191" y="17431"/>
                            <a:pt x="1048" y="19621"/>
                            <a:pt x="2858" y="21431"/>
                          </a:cubicBezTo>
                          <a:cubicBezTo>
                            <a:pt x="8287" y="27051"/>
                            <a:pt x="19336" y="28099"/>
                            <a:pt x="27432" y="23431"/>
                          </a:cubicBezTo>
                          <a:cubicBezTo>
                            <a:pt x="35528" y="18764"/>
                            <a:pt x="37624" y="9811"/>
                            <a:pt x="32195" y="3905"/>
                          </a:cubicBezTo>
                          <a:cubicBezTo>
                            <a:pt x="30480" y="2000"/>
                            <a:pt x="28194" y="762"/>
                            <a:pt x="25527" y="0"/>
                          </a:cubicBezTo>
                          <a:cubicBezTo>
                            <a:pt x="26099" y="4667"/>
                            <a:pt x="23336" y="9715"/>
                            <a:pt x="17907" y="1295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82" name="Forme libre : forme 14181">
                      <a:extLst>
                        <a:ext uri="{FF2B5EF4-FFF2-40B4-BE49-F238E27FC236}">
                          <a16:creationId xmlns:a16="http://schemas.microsoft.com/office/drawing/2014/main" id="{1785A3D0-74B0-44B0-8D27-B269E05166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0204" y="3392528"/>
                      <a:ext cx="16423" cy="11799"/>
                    </a:xfrm>
                    <a:custGeom>
                      <a:avLst/>
                      <a:gdLst>
                        <a:gd name="connsiteX0" fmla="*/ 11870 w 16423"/>
                        <a:gd name="connsiteY0" fmla="*/ 594 h 11799"/>
                        <a:gd name="connsiteX1" fmla="*/ 15585 w 16423"/>
                        <a:gd name="connsiteY1" fmla="*/ 8595 h 11799"/>
                        <a:gd name="connsiteX2" fmla="*/ 4536 w 16423"/>
                        <a:gd name="connsiteY2" fmla="*/ 11167 h 11799"/>
                        <a:gd name="connsiteX3" fmla="*/ 916 w 16423"/>
                        <a:gd name="connsiteY3" fmla="*/ 3356 h 11799"/>
                        <a:gd name="connsiteX4" fmla="*/ 11870 w 16423"/>
                        <a:gd name="connsiteY4" fmla="*/ 594 h 11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423" h="11799">
                          <a:moveTo>
                            <a:pt x="11870" y="594"/>
                          </a:moveTo>
                          <a:cubicBezTo>
                            <a:pt x="15871" y="2023"/>
                            <a:pt x="17585" y="5642"/>
                            <a:pt x="15585" y="8595"/>
                          </a:cubicBezTo>
                          <a:cubicBezTo>
                            <a:pt x="13585" y="11548"/>
                            <a:pt x="8632" y="12595"/>
                            <a:pt x="4536" y="11167"/>
                          </a:cubicBezTo>
                          <a:cubicBezTo>
                            <a:pt x="440" y="9738"/>
                            <a:pt x="-1179" y="6214"/>
                            <a:pt x="916" y="3356"/>
                          </a:cubicBezTo>
                          <a:cubicBezTo>
                            <a:pt x="2917" y="403"/>
                            <a:pt x="7775" y="-835"/>
                            <a:pt x="11870" y="5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83" name="Forme libre : forme 14182">
                      <a:extLst>
                        <a:ext uri="{FF2B5EF4-FFF2-40B4-BE49-F238E27FC236}">
                          <a16:creationId xmlns:a16="http://schemas.microsoft.com/office/drawing/2014/main" id="{635134E4-237C-4C4E-BE4B-9EE5DE2E86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8567" y="3396043"/>
                      <a:ext cx="5707" cy="4445"/>
                    </a:xfrm>
                    <a:custGeom>
                      <a:avLst/>
                      <a:gdLst>
                        <a:gd name="connsiteX0" fmla="*/ 5220 w 5707"/>
                        <a:gd name="connsiteY0" fmla="*/ 794 h 4445"/>
                        <a:gd name="connsiteX1" fmla="*/ 4458 w 5707"/>
                        <a:gd name="connsiteY1" fmla="*/ 3937 h 4445"/>
                        <a:gd name="connsiteX2" fmla="*/ 458 w 5707"/>
                        <a:gd name="connsiteY2" fmla="*/ 3651 h 4445"/>
                        <a:gd name="connsiteX3" fmla="*/ 1315 w 5707"/>
                        <a:gd name="connsiteY3" fmla="*/ 508 h 4445"/>
                        <a:gd name="connsiteX4" fmla="*/ 5220 w 5707"/>
                        <a:gd name="connsiteY4" fmla="*/ 794 h 44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07" h="4445">
                          <a:moveTo>
                            <a:pt x="5220" y="794"/>
                          </a:moveTo>
                          <a:cubicBezTo>
                            <a:pt x="6077" y="1746"/>
                            <a:pt x="5792" y="3175"/>
                            <a:pt x="4458" y="3937"/>
                          </a:cubicBezTo>
                          <a:cubicBezTo>
                            <a:pt x="3125" y="4699"/>
                            <a:pt x="1315" y="4604"/>
                            <a:pt x="458" y="3651"/>
                          </a:cubicBezTo>
                          <a:cubicBezTo>
                            <a:pt x="-400" y="2699"/>
                            <a:pt x="-18" y="1270"/>
                            <a:pt x="1315" y="508"/>
                          </a:cubicBezTo>
                          <a:cubicBezTo>
                            <a:pt x="2458" y="-254"/>
                            <a:pt x="4268" y="-159"/>
                            <a:pt x="5220" y="79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184" name="Graphique 5">
                  <a:extLst>
                    <a:ext uri="{FF2B5EF4-FFF2-40B4-BE49-F238E27FC236}">
                      <a16:creationId xmlns:a16="http://schemas.microsoft.com/office/drawing/2014/main" id="{5200DE9A-5C95-4CBA-8E5E-F6F92A65789D}"/>
                    </a:ext>
                  </a:extLst>
                </p:cNvPr>
                <p:cNvGrpSpPr/>
                <p:nvPr/>
              </p:nvGrpSpPr>
              <p:grpSpPr>
                <a:xfrm>
                  <a:off x="3826729" y="3419681"/>
                  <a:ext cx="70346" cy="78106"/>
                  <a:chOff x="3826729" y="3419681"/>
                  <a:chExt cx="70346" cy="78106"/>
                </a:xfrm>
                <a:solidFill>
                  <a:schemeClr val="accent1"/>
                </a:solidFill>
              </p:grpSpPr>
              <p:grpSp>
                <p:nvGrpSpPr>
                  <p:cNvPr id="14185" name="Graphique 5">
                    <a:extLst>
                      <a:ext uri="{FF2B5EF4-FFF2-40B4-BE49-F238E27FC236}">
                        <a16:creationId xmlns:a16="http://schemas.microsoft.com/office/drawing/2014/main" id="{ECB40730-FE2F-439F-B74D-491FB96E5967}"/>
                      </a:ext>
                    </a:extLst>
                  </p:cNvPr>
                  <p:cNvGrpSpPr/>
                  <p:nvPr/>
                </p:nvGrpSpPr>
                <p:grpSpPr>
                  <a:xfrm>
                    <a:off x="3826729" y="3419681"/>
                    <a:ext cx="35555" cy="28782"/>
                    <a:chOff x="3826729" y="3419681"/>
                    <a:chExt cx="35555" cy="28782"/>
                  </a:xfrm>
                  <a:solidFill>
                    <a:schemeClr val="accent1"/>
                  </a:solidFill>
                </p:grpSpPr>
                <p:sp>
                  <p:nvSpPr>
                    <p:cNvPr id="14186" name="Forme libre : forme 14185">
                      <a:extLst>
                        <a:ext uri="{FF2B5EF4-FFF2-40B4-BE49-F238E27FC236}">
                          <a16:creationId xmlns:a16="http://schemas.microsoft.com/office/drawing/2014/main" id="{86A65FAE-88EC-4A93-A612-9BBAE4B4D3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6729" y="3419681"/>
                      <a:ext cx="35555" cy="28686"/>
                    </a:xfrm>
                    <a:custGeom>
                      <a:avLst/>
                      <a:gdLst>
                        <a:gd name="connsiteX0" fmla="*/ 35542 w 35555"/>
                        <a:gd name="connsiteY0" fmla="*/ 14113 h 28686"/>
                        <a:gd name="connsiteX1" fmla="*/ 17158 w 35555"/>
                        <a:gd name="connsiteY1" fmla="*/ 28686 h 28686"/>
                        <a:gd name="connsiteX2" fmla="*/ 14 w 35555"/>
                        <a:gd name="connsiteY2" fmla="*/ 14780 h 28686"/>
                        <a:gd name="connsiteX3" fmla="*/ 18397 w 35555"/>
                        <a:gd name="connsiteY3" fmla="*/ 16 h 28686"/>
                        <a:gd name="connsiteX4" fmla="*/ 35542 w 35555"/>
                        <a:gd name="connsiteY4" fmla="*/ 14113 h 28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55" h="28686">
                          <a:moveTo>
                            <a:pt x="35542" y="14113"/>
                          </a:moveTo>
                          <a:cubicBezTo>
                            <a:pt x="35256" y="22305"/>
                            <a:pt x="27064" y="28686"/>
                            <a:pt x="17158" y="28686"/>
                          </a:cubicBezTo>
                          <a:cubicBezTo>
                            <a:pt x="7348" y="28591"/>
                            <a:pt x="-368" y="22495"/>
                            <a:pt x="14" y="14780"/>
                          </a:cubicBezTo>
                          <a:cubicBezTo>
                            <a:pt x="395" y="7160"/>
                            <a:pt x="8586" y="397"/>
                            <a:pt x="18397" y="16"/>
                          </a:cubicBezTo>
                          <a:cubicBezTo>
                            <a:pt x="28207" y="-365"/>
                            <a:pt x="35923" y="6017"/>
                            <a:pt x="35542" y="1411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87" name="Forme libre : forme 14186">
                      <a:extLst>
                        <a:ext uri="{FF2B5EF4-FFF2-40B4-BE49-F238E27FC236}">
                          <a16:creationId xmlns:a16="http://schemas.microsoft.com/office/drawing/2014/main" id="{25E7D8DE-C5C4-449D-90AE-D0A431A4F9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6729" y="3426841"/>
                      <a:ext cx="35549" cy="21622"/>
                    </a:xfrm>
                    <a:custGeom>
                      <a:avLst/>
                      <a:gdLst>
                        <a:gd name="connsiteX0" fmla="*/ 17921 w 35549"/>
                        <a:gd name="connsiteY0" fmla="*/ 7620 h 21622"/>
                        <a:gd name="connsiteX1" fmla="*/ 2776 w 35549"/>
                        <a:gd name="connsiteY1" fmla="*/ 667 h 21622"/>
                        <a:gd name="connsiteX2" fmla="*/ 14 w 35549"/>
                        <a:gd name="connsiteY2" fmla="*/ 7715 h 21622"/>
                        <a:gd name="connsiteX3" fmla="*/ 17158 w 35549"/>
                        <a:gd name="connsiteY3" fmla="*/ 21622 h 21622"/>
                        <a:gd name="connsiteX4" fmla="*/ 35542 w 35549"/>
                        <a:gd name="connsiteY4" fmla="*/ 7048 h 21622"/>
                        <a:gd name="connsiteX5" fmla="*/ 33541 w 35549"/>
                        <a:gd name="connsiteY5" fmla="*/ 0 h 21622"/>
                        <a:gd name="connsiteX6" fmla="*/ 17921 w 35549"/>
                        <a:gd name="connsiteY6" fmla="*/ 7620 h 216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49" h="21622">
                          <a:moveTo>
                            <a:pt x="17921" y="7620"/>
                          </a:moveTo>
                          <a:cubicBezTo>
                            <a:pt x="11253" y="7715"/>
                            <a:pt x="5633" y="4858"/>
                            <a:pt x="2776" y="667"/>
                          </a:cubicBezTo>
                          <a:cubicBezTo>
                            <a:pt x="1156" y="2762"/>
                            <a:pt x="109" y="5143"/>
                            <a:pt x="14" y="7715"/>
                          </a:cubicBezTo>
                          <a:cubicBezTo>
                            <a:pt x="-368" y="15335"/>
                            <a:pt x="7348" y="21526"/>
                            <a:pt x="17158" y="21622"/>
                          </a:cubicBezTo>
                          <a:cubicBezTo>
                            <a:pt x="26969" y="21717"/>
                            <a:pt x="35161" y="15240"/>
                            <a:pt x="35542" y="7048"/>
                          </a:cubicBezTo>
                          <a:cubicBezTo>
                            <a:pt x="35637" y="4477"/>
                            <a:pt x="34875" y="2096"/>
                            <a:pt x="33541" y="0"/>
                          </a:cubicBezTo>
                          <a:cubicBezTo>
                            <a:pt x="30303" y="4477"/>
                            <a:pt x="24493" y="7429"/>
                            <a:pt x="17921" y="762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88" name="Forme libre : forme 14187">
                      <a:extLst>
                        <a:ext uri="{FF2B5EF4-FFF2-40B4-BE49-F238E27FC236}">
                          <a16:creationId xmlns:a16="http://schemas.microsoft.com/office/drawing/2014/main" id="{EEBDA7A0-2B3A-49C7-9B1E-20896AC7E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3807" y="3424805"/>
                      <a:ext cx="15210" cy="13580"/>
                    </a:xfrm>
                    <a:custGeom>
                      <a:avLst/>
                      <a:gdLst>
                        <a:gd name="connsiteX0" fmla="*/ 14368 w 15210"/>
                        <a:gd name="connsiteY0" fmla="*/ 3941 h 13580"/>
                        <a:gd name="connsiteX1" fmla="*/ 11130 w 15210"/>
                        <a:gd name="connsiteY1" fmla="*/ 12990 h 13580"/>
                        <a:gd name="connsiteX2" fmla="*/ 843 w 15210"/>
                        <a:gd name="connsiteY2" fmla="*/ 9561 h 13580"/>
                        <a:gd name="connsiteX3" fmla="*/ 4081 w 15210"/>
                        <a:gd name="connsiteY3" fmla="*/ 607 h 13580"/>
                        <a:gd name="connsiteX4" fmla="*/ 14368 w 15210"/>
                        <a:gd name="connsiteY4" fmla="*/ 3941 h 13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10" h="13580">
                          <a:moveTo>
                            <a:pt x="14368" y="3941"/>
                          </a:moveTo>
                          <a:cubicBezTo>
                            <a:pt x="16273" y="7370"/>
                            <a:pt x="14845" y="11466"/>
                            <a:pt x="11130" y="12990"/>
                          </a:cubicBezTo>
                          <a:cubicBezTo>
                            <a:pt x="7415" y="14514"/>
                            <a:pt x="2843" y="12990"/>
                            <a:pt x="843" y="9561"/>
                          </a:cubicBezTo>
                          <a:cubicBezTo>
                            <a:pt x="-1062" y="6227"/>
                            <a:pt x="366" y="2227"/>
                            <a:pt x="4081" y="607"/>
                          </a:cubicBezTo>
                          <a:cubicBezTo>
                            <a:pt x="7891" y="-917"/>
                            <a:pt x="12463" y="512"/>
                            <a:pt x="14368" y="394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89" name="Forme libre : forme 14188">
                      <a:extLst>
                        <a:ext uri="{FF2B5EF4-FFF2-40B4-BE49-F238E27FC236}">
                          <a16:creationId xmlns:a16="http://schemas.microsoft.com/office/drawing/2014/main" id="{84BC15E9-619F-4358-8912-5212CAC38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3316" y="3425412"/>
                      <a:ext cx="5910" cy="4768"/>
                    </a:xfrm>
                    <a:custGeom>
                      <a:avLst/>
                      <a:gdLst>
                        <a:gd name="connsiteX0" fmla="*/ 5905 w 5910"/>
                        <a:gd name="connsiteY0" fmla="*/ 2286 h 4768"/>
                        <a:gd name="connsiteX1" fmla="*/ 2858 w 5910"/>
                        <a:gd name="connsiteY1" fmla="*/ 4763 h 4768"/>
                        <a:gd name="connsiteX2" fmla="*/ 0 w 5910"/>
                        <a:gd name="connsiteY2" fmla="*/ 2477 h 4768"/>
                        <a:gd name="connsiteX3" fmla="*/ 3048 w 5910"/>
                        <a:gd name="connsiteY3" fmla="*/ 0 h 4768"/>
                        <a:gd name="connsiteX4" fmla="*/ 5905 w 5910"/>
                        <a:gd name="connsiteY4" fmla="*/ 2286 h 4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0" h="4768">
                          <a:moveTo>
                            <a:pt x="5905" y="2286"/>
                          </a:moveTo>
                          <a:cubicBezTo>
                            <a:pt x="5810" y="3620"/>
                            <a:pt x="4477" y="4667"/>
                            <a:pt x="2858" y="4763"/>
                          </a:cubicBezTo>
                          <a:cubicBezTo>
                            <a:pt x="1238" y="4858"/>
                            <a:pt x="0" y="3810"/>
                            <a:pt x="0" y="2477"/>
                          </a:cubicBezTo>
                          <a:cubicBezTo>
                            <a:pt x="95" y="1143"/>
                            <a:pt x="1429" y="95"/>
                            <a:pt x="3048" y="0"/>
                          </a:cubicBezTo>
                          <a:cubicBezTo>
                            <a:pt x="4667" y="0"/>
                            <a:pt x="6001" y="1048"/>
                            <a:pt x="5905" y="22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190" name="Graphique 5">
                    <a:extLst>
                      <a:ext uri="{FF2B5EF4-FFF2-40B4-BE49-F238E27FC236}">
                        <a16:creationId xmlns:a16="http://schemas.microsoft.com/office/drawing/2014/main" id="{90C27C1E-7465-4B02-A339-FB71446EB355}"/>
                      </a:ext>
                    </a:extLst>
                  </p:cNvPr>
                  <p:cNvGrpSpPr/>
                  <p:nvPr/>
                </p:nvGrpSpPr>
                <p:grpSpPr>
                  <a:xfrm>
                    <a:off x="3839356" y="3445890"/>
                    <a:ext cx="35636" cy="29077"/>
                    <a:chOff x="3839356" y="3445890"/>
                    <a:chExt cx="35636" cy="29077"/>
                  </a:xfrm>
                  <a:solidFill>
                    <a:schemeClr val="accent1"/>
                  </a:solidFill>
                </p:grpSpPr>
                <p:sp>
                  <p:nvSpPr>
                    <p:cNvPr id="14191" name="Forme libre : forme 14190">
                      <a:extLst>
                        <a:ext uri="{FF2B5EF4-FFF2-40B4-BE49-F238E27FC236}">
                          <a16:creationId xmlns:a16="http://schemas.microsoft.com/office/drawing/2014/main" id="{C89B81FC-F637-4D5E-8957-44C3CE876C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9451" y="3445890"/>
                      <a:ext cx="35541" cy="29077"/>
                    </a:xfrm>
                    <a:custGeom>
                      <a:avLst/>
                      <a:gdLst>
                        <a:gd name="connsiteX0" fmla="*/ 35487 w 35541"/>
                        <a:gd name="connsiteY0" fmla="*/ 15051 h 29077"/>
                        <a:gd name="connsiteX1" fmla="*/ 16437 w 35541"/>
                        <a:gd name="connsiteY1" fmla="*/ 29052 h 29077"/>
                        <a:gd name="connsiteX2" fmla="*/ 54 w 35541"/>
                        <a:gd name="connsiteY2" fmla="*/ 14193 h 29077"/>
                        <a:gd name="connsiteX3" fmla="*/ 18914 w 35541"/>
                        <a:gd name="connsiteY3" fmla="*/ 1 h 29077"/>
                        <a:gd name="connsiteX4" fmla="*/ 35487 w 35541"/>
                        <a:gd name="connsiteY4" fmla="*/ 15051 h 29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41" h="29077">
                          <a:moveTo>
                            <a:pt x="35487" y="15051"/>
                          </a:moveTo>
                          <a:cubicBezTo>
                            <a:pt x="34821" y="23337"/>
                            <a:pt x="26248" y="29528"/>
                            <a:pt x="16437" y="29052"/>
                          </a:cubicBezTo>
                          <a:cubicBezTo>
                            <a:pt x="6627" y="28576"/>
                            <a:pt x="-708" y="22004"/>
                            <a:pt x="54" y="14193"/>
                          </a:cubicBezTo>
                          <a:cubicBezTo>
                            <a:pt x="912" y="6383"/>
                            <a:pt x="9103" y="1"/>
                            <a:pt x="18914" y="1"/>
                          </a:cubicBezTo>
                          <a:cubicBezTo>
                            <a:pt x="28820" y="-94"/>
                            <a:pt x="36249" y="6764"/>
                            <a:pt x="35487" y="1505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92" name="Forme libre : forme 14191">
                      <a:extLst>
                        <a:ext uri="{FF2B5EF4-FFF2-40B4-BE49-F238E27FC236}">
                          <a16:creationId xmlns:a16="http://schemas.microsoft.com/office/drawing/2014/main" id="{F89619BC-334A-490B-9345-0A0C5588F0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9356" y="3453035"/>
                      <a:ext cx="35519" cy="21933"/>
                    </a:xfrm>
                    <a:custGeom>
                      <a:avLst/>
                      <a:gdLst>
                        <a:gd name="connsiteX0" fmla="*/ 17961 w 35519"/>
                        <a:gd name="connsiteY0" fmla="*/ 7715 h 21933"/>
                        <a:gd name="connsiteX1" fmla="*/ 3198 w 35519"/>
                        <a:gd name="connsiteY1" fmla="*/ 0 h 21933"/>
                        <a:gd name="connsiteX2" fmla="*/ 54 w 35519"/>
                        <a:gd name="connsiteY2" fmla="*/ 7048 h 21933"/>
                        <a:gd name="connsiteX3" fmla="*/ 16437 w 35519"/>
                        <a:gd name="connsiteY3" fmla="*/ 21908 h 21933"/>
                        <a:gd name="connsiteX4" fmla="*/ 35487 w 35519"/>
                        <a:gd name="connsiteY4" fmla="*/ 7906 h 21933"/>
                        <a:gd name="connsiteX5" fmla="*/ 33868 w 35519"/>
                        <a:gd name="connsiteY5" fmla="*/ 667 h 21933"/>
                        <a:gd name="connsiteX6" fmla="*/ 17961 w 35519"/>
                        <a:gd name="connsiteY6" fmla="*/ 7715 h 21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19" h="21933">
                          <a:moveTo>
                            <a:pt x="17961" y="7715"/>
                          </a:moveTo>
                          <a:cubicBezTo>
                            <a:pt x="11294" y="7525"/>
                            <a:pt x="5865" y="4381"/>
                            <a:pt x="3198" y="0"/>
                          </a:cubicBezTo>
                          <a:cubicBezTo>
                            <a:pt x="1483" y="2096"/>
                            <a:pt x="340" y="4477"/>
                            <a:pt x="54" y="7048"/>
                          </a:cubicBezTo>
                          <a:cubicBezTo>
                            <a:pt x="-708" y="14859"/>
                            <a:pt x="6627" y="21431"/>
                            <a:pt x="16437" y="21908"/>
                          </a:cubicBezTo>
                          <a:cubicBezTo>
                            <a:pt x="26248" y="22384"/>
                            <a:pt x="34726" y="16192"/>
                            <a:pt x="35487" y="7906"/>
                          </a:cubicBezTo>
                          <a:cubicBezTo>
                            <a:pt x="35678" y="5334"/>
                            <a:pt x="35011" y="2858"/>
                            <a:pt x="33868" y="667"/>
                          </a:cubicBezTo>
                          <a:cubicBezTo>
                            <a:pt x="30439" y="5048"/>
                            <a:pt x="24534" y="7906"/>
                            <a:pt x="17961" y="771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93" name="Forme libre : forme 14192">
                      <a:extLst>
                        <a:ext uri="{FF2B5EF4-FFF2-40B4-BE49-F238E27FC236}">
                          <a16:creationId xmlns:a16="http://schemas.microsoft.com/office/drawing/2014/main" id="{C24A4196-F168-4FC8-97F6-47842FA7FE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689" y="3451240"/>
                      <a:ext cx="15164" cy="13866"/>
                    </a:xfrm>
                    <a:custGeom>
                      <a:avLst/>
                      <a:gdLst>
                        <a:gd name="connsiteX0" fmla="*/ 14439 w 15164"/>
                        <a:gd name="connsiteY0" fmla="*/ 4367 h 13866"/>
                        <a:gd name="connsiteX1" fmla="*/ 10820 w 15164"/>
                        <a:gd name="connsiteY1" fmla="*/ 13415 h 13866"/>
                        <a:gd name="connsiteX2" fmla="*/ 723 w 15164"/>
                        <a:gd name="connsiteY2" fmla="*/ 9510 h 13866"/>
                        <a:gd name="connsiteX3" fmla="*/ 4438 w 15164"/>
                        <a:gd name="connsiteY3" fmla="*/ 557 h 13866"/>
                        <a:gd name="connsiteX4" fmla="*/ 14439 w 15164"/>
                        <a:gd name="connsiteY4" fmla="*/ 4367 h 13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64" h="13866">
                          <a:moveTo>
                            <a:pt x="14439" y="4367"/>
                          </a:moveTo>
                          <a:cubicBezTo>
                            <a:pt x="16249" y="7986"/>
                            <a:pt x="14534" y="11987"/>
                            <a:pt x="10820" y="13415"/>
                          </a:cubicBezTo>
                          <a:cubicBezTo>
                            <a:pt x="7010" y="14749"/>
                            <a:pt x="2533" y="13034"/>
                            <a:pt x="723" y="9510"/>
                          </a:cubicBezTo>
                          <a:cubicBezTo>
                            <a:pt x="-1086" y="5986"/>
                            <a:pt x="628" y="2081"/>
                            <a:pt x="4438" y="557"/>
                          </a:cubicBezTo>
                          <a:cubicBezTo>
                            <a:pt x="8153" y="-967"/>
                            <a:pt x="12630" y="747"/>
                            <a:pt x="14439" y="436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94" name="Forme libre : forme 14193">
                      <a:extLst>
                        <a:ext uri="{FF2B5EF4-FFF2-40B4-BE49-F238E27FC236}">
                          <a16:creationId xmlns:a16="http://schemas.microsoft.com/office/drawing/2014/main" id="{93DAC069-40E1-42DC-BDD3-7DD20F116E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346" y="3451701"/>
                      <a:ext cx="5835" cy="4857"/>
                    </a:xfrm>
                    <a:custGeom>
                      <a:avLst/>
                      <a:gdLst>
                        <a:gd name="connsiteX0" fmla="*/ 5830 w 5835"/>
                        <a:gd name="connsiteY0" fmla="*/ 2476 h 4857"/>
                        <a:gd name="connsiteX1" fmla="*/ 2686 w 5835"/>
                        <a:gd name="connsiteY1" fmla="*/ 4858 h 4857"/>
                        <a:gd name="connsiteX2" fmla="*/ 19 w 5835"/>
                        <a:gd name="connsiteY2" fmla="*/ 2381 h 4857"/>
                        <a:gd name="connsiteX3" fmla="*/ 3163 w 5835"/>
                        <a:gd name="connsiteY3" fmla="*/ 0 h 4857"/>
                        <a:gd name="connsiteX4" fmla="*/ 5830 w 5835"/>
                        <a:gd name="connsiteY4" fmla="*/ 2476 h 4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5" h="4857">
                          <a:moveTo>
                            <a:pt x="5830" y="2476"/>
                          </a:moveTo>
                          <a:cubicBezTo>
                            <a:pt x="5734" y="3810"/>
                            <a:pt x="4306" y="4858"/>
                            <a:pt x="2686" y="4858"/>
                          </a:cubicBezTo>
                          <a:cubicBezTo>
                            <a:pt x="1067" y="4858"/>
                            <a:pt x="-171" y="3715"/>
                            <a:pt x="19" y="2381"/>
                          </a:cubicBezTo>
                          <a:cubicBezTo>
                            <a:pt x="115" y="1048"/>
                            <a:pt x="1543" y="0"/>
                            <a:pt x="3163" y="0"/>
                          </a:cubicBezTo>
                          <a:cubicBezTo>
                            <a:pt x="4782" y="0"/>
                            <a:pt x="5925" y="1143"/>
                            <a:pt x="5830" y="24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195" name="Graphique 5">
                    <a:extLst>
                      <a:ext uri="{FF2B5EF4-FFF2-40B4-BE49-F238E27FC236}">
                        <a16:creationId xmlns:a16="http://schemas.microsoft.com/office/drawing/2014/main" id="{489A4197-FB61-4EDF-BAA3-29B61058F82C}"/>
                      </a:ext>
                    </a:extLst>
                  </p:cNvPr>
                  <p:cNvGrpSpPr/>
                  <p:nvPr/>
                </p:nvGrpSpPr>
                <p:grpSpPr>
                  <a:xfrm>
                    <a:off x="3861420" y="3467972"/>
                    <a:ext cx="35654" cy="29815"/>
                    <a:chOff x="3861420" y="3467972"/>
                    <a:chExt cx="35654" cy="29815"/>
                  </a:xfrm>
                  <a:solidFill>
                    <a:schemeClr val="accent1"/>
                  </a:solidFill>
                </p:grpSpPr>
                <p:sp>
                  <p:nvSpPr>
                    <p:cNvPr id="14196" name="Forme libre : forme 14195">
                      <a:extLst>
                        <a:ext uri="{FF2B5EF4-FFF2-40B4-BE49-F238E27FC236}">
                          <a16:creationId xmlns:a16="http://schemas.microsoft.com/office/drawing/2014/main" id="{7A900E8A-F91A-43B2-B5D0-E672E572A9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1420" y="3467972"/>
                      <a:ext cx="35601" cy="29815"/>
                    </a:xfrm>
                    <a:custGeom>
                      <a:avLst/>
                      <a:gdLst>
                        <a:gd name="connsiteX0" fmla="*/ 35521 w 35601"/>
                        <a:gd name="connsiteY0" fmla="*/ 16019 h 29815"/>
                        <a:gd name="connsiteX1" fmla="*/ 15804 w 35601"/>
                        <a:gd name="connsiteY1" fmla="*/ 29735 h 29815"/>
                        <a:gd name="connsiteX2" fmla="*/ 88 w 35601"/>
                        <a:gd name="connsiteY2" fmla="*/ 13828 h 29815"/>
                        <a:gd name="connsiteX3" fmla="*/ 19138 w 35601"/>
                        <a:gd name="connsiteY3" fmla="*/ 17 h 29815"/>
                        <a:gd name="connsiteX4" fmla="*/ 35521 w 35601"/>
                        <a:gd name="connsiteY4" fmla="*/ 16019 h 29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01" h="29815">
                          <a:moveTo>
                            <a:pt x="35521" y="16019"/>
                          </a:moveTo>
                          <a:cubicBezTo>
                            <a:pt x="34378" y="24496"/>
                            <a:pt x="25520" y="30592"/>
                            <a:pt x="15804" y="29735"/>
                          </a:cubicBezTo>
                          <a:cubicBezTo>
                            <a:pt x="5994" y="28877"/>
                            <a:pt x="-864" y="21734"/>
                            <a:pt x="88" y="13828"/>
                          </a:cubicBezTo>
                          <a:cubicBezTo>
                            <a:pt x="755" y="5827"/>
                            <a:pt x="9328" y="-364"/>
                            <a:pt x="19138" y="17"/>
                          </a:cubicBezTo>
                          <a:cubicBezTo>
                            <a:pt x="28854" y="302"/>
                            <a:pt x="36474" y="7542"/>
                            <a:pt x="35521" y="1601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97" name="Forme libre : forme 14196">
                      <a:extLst>
                        <a:ext uri="{FF2B5EF4-FFF2-40B4-BE49-F238E27FC236}">
                          <a16:creationId xmlns:a16="http://schemas.microsoft.com/office/drawing/2014/main" id="{C93C2625-20B8-407B-9F79-090F897B6B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1420" y="3474656"/>
                      <a:ext cx="35654" cy="23035"/>
                    </a:xfrm>
                    <a:custGeom>
                      <a:avLst/>
                      <a:gdLst>
                        <a:gd name="connsiteX0" fmla="*/ 17900 w 35654"/>
                        <a:gd name="connsiteY0" fmla="*/ 8477 h 23035"/>
                        <a:gd name="connsiteX1" fmla="*/ 3136 w 35654"/>
                        <a:gd name="connsiteY1" fmla="*/ 0 h 23035"/>
                        <a:gd name="connsiteX2" fmla="*/ 88 w 35654"/>
                        <a:gd name="connsiteY2" fmla="*/ 7048 h 23035"/>
                        <a:gd name="connsiteX3" fmla="*/ 15804 w 35654"/>
                        <a:gd name="connsiteY3" fmla="*/ 22955 h 23035"/>
                        <a:gd name="connsiteX4" fmla="*/ 35521 w 35654"/>
                        <a:gd name="connsiteY4" fmla="*/ 9239 h 23035"/>
                        <a:gd name="connsiteX5" fmla="*/ 33902 w 35654"/>
                        <a:gd name="connsiteY5" fmla="*/ 1714 h 23035"/>
                        <a:gd name="connsiteX6" fmla="*/ 17900 w 35654"/>
                        <a:gd name="connsiteY6" fmla="*/ 8477 h 23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54" h="23035">
                          <a:moveTo>
                            <a:pt x="17900" y="8477"/>
                          </a:moveTo>
                          <a:cubicBezTo>
                            <a:pt x="11328" y="8001"/>
                            <a:pt x="5708" y="4572"/>
                            <a:pt x="3136" y="0"/>
                          </a:cubicBezTo>
                          <a:cubicBezTo>
                            <a:pt x="1422" y="2095"/>
                            <a:pt x="279" y="4477"/>
                            <a:pt x="88" y="7048"/>
                          </a:cubicBezTo>
                          <a:cubicBezTo>
                            <a:pt x="-864" y="15049"/>
                            <a:pt x="5994" y="22098"/>
                            <a:pt x="15804" y="22955"/>
                          </a:cubicBezTo>
                          <a:cubicBezTo>
                            <a:pt x="25615" y="23813"/>
                            <a:pt x="34378" y="17717"/>
                            <a:pt x="35521" y="9239"/>
                          </a:cubicBezTo>
                          <a:cubicBezTo>
                            <a:pt x="35997" y="6572"/>
                            <a:pt x="35140" y="4000"/>
                            <a:pt x="33902" y="1714"/>
                          </a:cubicBezTo>
                          <a:cubicBezTo>
                            <a:pt x="30568" y="6191"/>
                            <a:pt x="24568" y="8858"/>
                            <a:pt x="17900" y="847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98" name="Forme libre : forme 14197">
                      <a:extLst>
                        <a:ext uri="{FF2B5EF4-FFF2-40B4-BE49-F238E27FC236}">
                          <a16:creationId xmlns:a16="http://schemas.microsoft.com/office/drawing/2014/main" id="{FAC032CE-EA70-4AF1-A971-99CD7C3D61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8811" y="3473649"/>
                      <a:ext cx="15146" cy="14233"/>
                    </a:xfrm>
                    <a:custGeom>
                      <a:avLst/>
                      <a:gdLst>
                        <a:gd name="connsiteX0" fmla="*/ 14416 w 15146"/>
                        <a:gd name="connsiteY0" fmla="*/ 4722 h 14233"/>
                        <a:gd name="connsiteX1" fmla="*/ 10510 w 15146"/>
                        <a:gd name="connsiteY1" fmla="*/ 13866 h 14233"/>
                        <a:gd name="connsiteX2" fmla="*/ 700 w 15146"/>
                        <a:gd name="connsiteY2" fmla="*/ 9485 h 14233"/>
                        <a:gd name="connsiteX3" fmla="*/ 4319 w 15146"/>
                        <a:gd name="connsiteY3" fmla="*/ 436 h 14233"/>
                        <a:gd name="connsiteX4" fmla="*/ 14416 w 15146"/>
                        <a:gd name="connsiteY4" fmla="*/ 4722 h 14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46" h="14233">
                          <a:moveTo>
                            <a:pt x="14416" y="4722"/>
                          </a:moveTo>
                          <a:cubicBezTo>
                            <a:pt x="16321" y="8437"/>
                            <a:pt x="14320" y="12628"/>
                            <a:pt x="10510" y="13866"/>
                          </a:cubicBezTo>
                          <a:cubicBezTo>
                            <a:pt x="6700" y="15104"/>
                            <a:pt x="2224" y="13104"/>
                            <a:pt x="700" y="9485"/>
                          </a:cubicBezTo>
                          <a:cubicBezTo>
                            <a:pt x="-1015" y="5770"/>
                            <a:pt x="509" y="1769"/>
                            <a:pt x="4319" y="436"/>
                          </a:cubicBezTo>
                          <a:cubicBezTo>
                            <a:pt x="8129" y="-898"/>
                            <a:pt x="12606" y="912"/>
                            <a:pt x="14416" y="472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99" name="Forme libre : forme 14198">
                      <a:extLst>
                        <a:ext uri="{FF2B5EF4-FFF2-40B4-BE49-F238E27FC236}">
                          <a16:creationId xmlns:a16="http://schemas.microsoft.com/office/drawing/2014/main" id="{5D39624C-CD00-4D59-B14B-1AE7B4F987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8362" y="3473983"/>
                      <a:ext cx="5915" cy="4869"/>
                    </a:xfrm>
                    <a:custGeom>
                      <a:avLst/>
                      <a:gdLst>
                        <a:gd name="connsiteX0" fmla="*/ 5911 w 5915"/>
                        <a:gd name="connsiteY0" fmla="*/ 2578 h 4869"/>
                        <a:gd name="connsiteX1" fmla="*/ 2767 w 5915"/>
                        <a:gd name="connsiteY1" fmla="*/ 4864 h 4869"/>
                        <a:gd name="connsiteX2" fmla="*/ 5 w 5915"/>
                        <a:gd name="connsiteY2" fmla="*/ 2292 h 4869"/>
                        <a:gd name="connsiteX3" fmla="*/ 3149 w 5915"/>
                        <a:gd name="connsiteY3" fmla="*/ 6 h 4869"/>
                        <a:gd name="connsiteX4" fmla="*/ 5911 w 5915"/>
                        <a:gd name="connsiteY4" fmla="*/ 2578 h 4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5" h="4869">
                          <a:moveTo>
                            <a:pt x="5911" y="2578"/>
                          </a:moveTo>
                          <a:cubicBezTo>
                            <a:pt x="5816" y="3911"/>
                            <a:pt x="4387" y="4959"/>
                            <a:pt x="2767" y="4864"/>
                          </a:cubicBezTo>
                          <a:cubicBezTo>
                            <a:pt x="1148" y="4769"/>
                            <a:pt x="-90" y="3626"/>
                            <a:pt x="5" y="2292"/>
                          </a:cubicBezTo>
                          <a:cubicBezTo>
                            <a:pt x="100" y="959"/>
                            <a:pt x="1529" y="-89"/>
                            <a:pt x="3149" y="6"/>
                          </a:cubicBezTo>
                          <a:cubicBezTo>
                            <a:pt x="4768" y="6"/>
                            <a:pt x="6006" y="1244"/>
                            <a:pt x="5911" y="25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200" name="Graphique 5">
                  <a:extLst>
                    <a:ext uri="{FF2B5EF4-FFF2-40B4-BE49-F238E27FC236}">
                      <a16:creationId xmlns:a16="http://schemas.microsoft.com/office/drawing/2014/main" id="{F574FB75-6A8F-4300-8898-E2CA9C94F2C0}"/>
                    </a:ext>
                  </a:extLst>
                </p:cNvPr>
                <p:cNvGrpSpPr/>
                <p:nvPr/>
              </p:nvGrpSpPr>
              <p:grpSpPr>
                <a:xfrm>
                  <a:off x="3928972" y="3424755"/>
                  <a:ext cx="87999" cy="77505"/>
                  <a:chOff x="3928972" y="3424755"/>
                  <a:chExt cx="87999" cy="77505"/>
                </a:xfrm>
                <a:solidFill>
                  <a:schemeClr val="accent1"/>
                </a:solidFill>
              </p:grpSpPr>
              <p:grpSp>
                <p:nvGrpSpPr>
                  <p:cNvPr id="14201" name="Graphique 5">
                    <a:extLst>
                      <a:ext uri="{FF2B5EF4-FFF2-40B4-BE49-F238E27FC236}">
                        <a16:creationId xmlns:a16="http://schemas.microsoft.com/office/drawing/2014/main" id="{9D28B48F-3A78-4936-A170-7EAF5DD96F99}"/>
                      </a:ext>
                    </a:extLst>
                  </p:cNvPr>
                  <p:cNvGrpSpPr/>
                  <p:nvPr/>
                </p:nvGrpSpPr>
                <p:grpSpPr>
                  <a:xfrm>
                    <a:off x="3928972" y="3424755"/>
                    <a:ext cx="35528" cy="32969"/>
                    <a:chOff x="3928972" y="3424755"/>
                    <a:chExt cx="35528" cy="32969"/>
                  </a:xfrm>
                  <a:solidFill>
                    <a:schemeClr val="accent1"/>
                  </a:solidFill>
                </p:grpSpPr>
                <p:sp>
                  <p:nvSpPr>
                    <p:cNvPr id="14202" name="Forme libre : forme 14201">
                      <a:extLst>
                        <a:ext uri="{FF2B5EF4-FFF2-40B4-BE49-F238E27FC236}">
                          <a16:creationId xmlns:a16="http://schemas.microsoft.com/office/drawing/2014/main" id="{F787C396-3A9A-4268-B06B-4369AAF2E5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8972" y="3424755"/>
                      <a:ext cx="35528" cy="32969"/>
                    </a:xfrm>
                    <a:custGeom>
                      <a:avLst/>
                      <a:gdLst>
                        <a:gd name="connsiteX0" fmla="*/ 34740 w 35528"/>
                        <a:gd name="connsiteY0" fmla="*/ 11325 h 32969"/>
                        <a:gd name="connsiteX1" fmla="*/ 22643 w 35528"/>
                        <a:gd name="connsiteY1" fmla="*/ 32280 h 32969"/>
                        <a:gd name="connsiteX2" fmla="*/ 735 w 35528"/>
                        <a:gd name="connsiteY2" fmla="*/ 21517 h 32969"/>
                        <a:gd name="connsiteX3" fmla="*/ 12166 w 35528"/>
                        <a:gd name="connsiteY3" fmla="*/ 943 h 32969"/>
                        <a:gd name="connsiteX4" fmla="*/ 34740 w 35528"/>
                        <a:gd name="connsiteY4" fmla="*/ 11325 h 32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28" h="32969">
                          <a:moveTo>
                            <a:pt x="34740" y="11325"/>
                          </a:moveTo>
                          <a:cubicBezTo>
                            <a:pt x="37693" y="20183"/>
                            <a:pt x="32073" y="29708"/>
                            <a:pt x="22643" y="32280"/>
                          </a:cubicBezTo>
                          <a:cubicBezTo>
                            <a:pt x="13213" y="34852"/>
                            <a:pt x="3307" y="29994"/>
                            <a:pt x="735" y="21517"/>
                          </a:cubicBezTo>
                          <a:cubicBezTo>
                            <a:pt x="-1932" y="13040"/>
                            <a:pt x="2831" y="3991"/>
                            <a:pt x="12166" y="943"/>
                          </a:cubicBezTo>
                          <a:cubicBezTo>
                            <a:pt x="21500" y="-2105"/>
                            <a:pt x="31596" y="2467"/>
                            <a:pt x="34740" y="1132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03" name="Forme libre : forme 14202">
                      <a:extLst>
                        <a:ext uri="{FF2B5EF4-FFF2-40B4-BE49-F238E27FC236}">
                          <a16:creationId xmlns:a16="http://schemas.microsoft.com/office/drawing/2014/main" id="{C3618BB7-5AE2-4040-B3D1-43100975B2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9023" y="3429127"/>
                      <a:ext cx="35477" cy="28597"/>
                    </a:xfrm>
                    <a:custGeom>
                      <a:avLst/>
                      <a:gdLst>
                        <a:gd name="connsiteX0" fmla="*/ 18020 w 35477"/>
                        <a:gd name="connsiteY0" fmla="*/ 12383 h 28597"/>
                        <a:gd name="connsiteX1" fmla="*/ 398 w 35477"/>
                        <a:gd name="connsiteY1" fmla="*/ 8858 h 28597"/>
                        <a:gd name="connsiteX2" fmla="*/ 684 w 35477"/>
                        <a:gd name="connsiteY2" fmla="*/ 17145 h 28597"/>
                        <a:gd name="connsiteX3" fmla="*/ 22591 w 35477"/>
                        <a:gd name="connsiteY3" fmla="*/ 27908 h 28597"/>
                        <a:gd name="connsiteX4" fmla="*/ 34688 w 35477"/>
                        <a:gd name="connsiteY4" fmla="*/ 6953 h 28597"/>
                        <a:gd name="connsiteX5" fmla="*/ 29735 w 35477"/>
                        <a:gd name="connsiteY5" fmla="*/ 0 h 28597"/>
                        <a:gd name="connsiteX6" fmla="*/ 18020 w 35477"/>
                        <a:gd name="connsiteY6" fmla="*/ 12383 h 285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77" h="28597">
                          <a:moveTo>
                            <a:pt x="18020" y="12383"/>
                          </a:moveTo>
                          <a:cubicBezTo>
                            <a:pt x="11638" y="14288"/>
                            <a:pt x="5065" y="12668"/>
                            <a:pt x="398" y="8858"/>
                          </a:cubicBezTo>
                          <a:cubicBezTo>
                            <a:pt x="-173" y="11525"/>
                            <a:pt x="-173" y="14288"/>
                            <a:pt x="684" y="17145"/>
                          </a:cubicBezTo>
                          <a:cubicBezTo>
                            <a:pt x="3351" y="25622"/>
                            <a:pt x="13162" y="30480"/>
                            <a:pt x="22591" y="27908"/>
                          </a:cubicBezTo>
                          <a:cubicBezTo>
                            <a:pt x="32021" y="25337"/>
                            <a:pt x="37641" y="15812"/>
                            <a:pt x="34688" y="6953"/>
                          </a:cubicBezTo>
                          <a:cubicBezTo>
                            <a:pt x="33640" y="4191"/>
                            <a:pt x="31926" y="1810"/>
                            <a:pt x="29735" y="0"/>
                          </a:cubicBezTo>
                          <a:cubicBezTo>
                            <a:pt x="28592" y="5620"/>
                            <a:pt x="24401" y="10573"/>
                            <a:pt x="18020" y="123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04" name="Forme libre : forme 14203">
                      <a:extLst>
                        <a:ext uri="{FF2B5EF4-FFF2-40B4-BE49-F238E27FC236}">
                          <a16:creationId xmlns:a16="http://schemas.microsoft.com/office/drawing/2014/main" id="{A1A58DDC-96EB-4093-8C87-DEB18A0298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4356" y="3429201"/>
                      <a:ext cx="16040" cy="14901"/>
                    </a:xfrm>
                    <a:custGeom>
                      <a:avLst/>
                      <a:gdLst>
                        <a:gd name="connsiteX0" fmla="*/ 13260 w 16040"/>
                        <a:gd name="connsiteY0" fmla="*/ 2593 h 14901"/>
                        <a:gd name="connsiteX1" fmla="*/ 13927 w 16040"/>
                        <a:gd name="connsiteY1" fmla="*/ 13166 h 14901"/>
                        <a:gd name="connsiteX2" fmla="*/ 2687 w 16040"/>
                        <a:gd name="connsiteY2" fmla="*/ 12213 h 14901"/>
                        <a:gd name="connsiteX3" fmla="*/ 1925 w 16040"/>
                        <a:gd name="connsiteY3" fmla="*/ 1736 h 14901"/>
                        <a:gd name="connsiteX4" fmla="*/ 13260 w 16040"/>
                        <a:gd name="connsiteY4" fmla="*/ 2593 h 14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40" h="14901">
                          <a:moveTo>
                            <a:pt x="13260" y="2593"/>
                          </a:moveTo>
                          <a:cubicBezTo>
                            <a:pt x="16594" y="5736"/>
                            <a:pt x="17070" y="10499"/>
                            <a:pt x="13927" y="13166"/>
                          </a:cubicBezTo>
                          <a:cubicBezTo>
                            <a:pt x="10878" y="15833"/>
                            <a:pt x="5830" y="15357"/>
                            <a:pt x="2687" y="12213"/>
                          </a:cubicBezTo>
                          <a:cubicBezTo>
                            <a:pt x="-551" y="9070"/>
                            <a:pt x="-932" y="4498"/>
                            <a:pt x="1925" y="1736"/>
                          </a:cubicBezTo>
                          <a:cubicBezTo>
                            <a:pt x="4878" y="-836"/>
                            <a:pt x="9926" y="-550"/>
                            <a:pt x="13260" y="259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05" name="Forme libre : forme 14204">
                      <a:extLst>
                        <a:ext uri="{FF2B5EF4-FFF2-40B4-BE49-F238E27FC236}">
                          <a16:creationId xmlns:a16="http://schemas.microsoft.com/office/drawing/2014/main" id="{681FB3DD-7393-4A0B-B4F7-BC66C328B9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2902" y="3431271"/>
                      <a:ext cx="5806" cy="5427"/>
                    </a:xfrm>
                    <a:custGeom>
                      <a:avLst/>
                      <a:gdLst>
                        <a:gd name="connsiteX0" fmla="*/ 5666 w 5806"/>
                        <a:gd name="connsiteY0" fmla="*/ 1856 h 5427"/>
                        <a:gd name="connsiteX1" fmla="*/ 3856 w 5806"/>
                        <a:gd name="connsiteY1" fmla="*/ 5285 h 5427"/>
                        <a:gd name="connsiteX2" fmla="*/ 141 w 5806"/>
                        <a:gd name="connsiteY2" fmla="*/ 3571 h 5427"/>
                        <a:gd name="connsiteX3" fmla="*/ 1951 w 5806"/>
                        <a:gd name="connsiteY3" fmla="*/ 142 h 5427"/>
                        <a:gd name="connsiteX4" fmla="*/ 5666 w 5806"/>
                        <a:gd name="connsiteY4" fmla="*/ 1856 h 54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6" h="5427">
                          <a:moveTo>
                            <a:pt x="5666" y="1856"/>
                          </a:moveTo>
                          <a:cubicBezTo>
                            <a:pt x="6142" y="3285"/>
                            <a:pt x="5380" y="4809"/>
                            <a:pt x="3856" y="5285"/>
                          </a:cubicBezTo>
                          <a:cubicBezTo>
                            <a:pt x="2332" y="5761"/>
                            <a:pt x="617" y="4999"/>
                            <a:pt x="141" y="3571"/>
                          </a:cubicBezTo>
                          <a:cubicBezTo>
                            <a:pt x="-335" y="2142"/>
                            <a:pt x="427" y="618"/>
                            <a:pt x="1951" y="142"/>
                          </a:cubicBezTo>
                          <a:cubicBezTo>
                            <a:pt x="3475" y="-335"/>
                            <a:pt x="5094" y="427"/>
                            <a:pt x="5666" y="185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206" name="Graphique 5">
                    <a:extLst>
                      <a:ext uri="{FF2B5EF4-FFF2-40B4-BE49-F238E27FC236}">
                        <a16:creationId xmlns:a16="http://schemas.microsoft.com/office/drawing/2014/main" id="{2530AD51-2327-4AD5-8069-7DB5DD29F952}"/>
                      </a:ext>
                    </a:extLst>
                  </p:cNvPr>
                  <p:cNvGrpSpPr/>
                  <p:nvPr/>
                </p:nvGrpSpPr>
                <p:grpSpPr>
                  <a:xfrm>
                    <a:off x="3951515" y="3449526"/>
                    <a:ext cx="35767" cy="33940"/>
                    <a:chOff x="3951515" y="3449526"/>
                    <a:chExt cx="35767" cy="33940"/>
                  </a:xfrm>
                  <a:solidFill>
                    <a:schemeClr val="accent1"/>
                  </a:solidFill>
                </p:grpSpPr>
                <p:sp>
                  <p:nvSpPr>
                    <p:cNvPr id="14207" name="Forme libre : forme 14206">
                      <a:extLst>
                        <a:ext uri="{FF2B5EF4-FFF2-40B4-BE49-F238E27FC236}">
                          <a16:creationId xmlns:a16="http://schemas.microsoft.com/office/drawing/2014/main" id="{6381A93F-8D38-4C61-8D48-CFCEE33EFA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1515" y="3449526"/>
                      <a:ext cx="35671" cy="33844"/>
                    </a:xfrm>
                    <a:custGeom>
                      <a:avLst/>
                      <a:gdLst>
                        <a:gd name="connsiteX0" fmla="*/ 34961 w 35671"/>
                        <a:gd name="connsiteY0" fmla="*/ 12271 h 33844"/>
                        <a:gd name="connsiteX1" fmla="*/ 22483 w 35671"/>
                        <a:gd name="connsiteY1" fmla="*/ 33322 h 33844"/>
                        <a:gd name="connsiteX2" fmla="*/ 671 w 35671"/>
                        <a:gd name="connsiteY2" fmla="*/ 21415 h 33844"/>
                        <a:gd name="connsiteX3" fmla="*/ 12958 w 35671"/>
                        <a:gd name="connsiteY3" fmla="*/ 746 h 33844"/>
                        <a:gd name="connsiteX4" fmla="*/ 34961 w 35671"/>
                        <a:gd name="connsiteY4" fmla="*/ 12271 h 338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71" h="33844">
                          <a:moveTo>
                            <a:pt x="34961" y="12271"/>
                          </a:moveTo>
                          <a:cubicBezTo>
                            <a:pt x="37723" y="21511"/>
                            <a:pt x="32199" y="31036"/>
                            <a:pt x="22483" y="33322"/>
                          </a:cubicBezTo>
                          <a:cubicBezTo>
                            <a:pt x="12863" y="35608"/>
                            <a:pt x="3529" y="30178"/>
                            <a:pt x="671" y="21415"/>
                          </a:cubicBezTo>
                          <a:cubicBezTo>
                            <a:pt x="-1996" y="12652"/>
                            <a:pt x="3529" y="3508"/>
                            <a:pt x="12958" y="746"/>
                          </a:cubicBezTo>
                          <a:cubicBezTo>
                            <a:pt x="22388" y="-2016"/>
                            <a:pt x="32199" y="3127"/>
                            <a:pt x="34961" y="122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08" name="Forme libre : forme 14207">
                      <a:extLst>
                        <a:ext uri="{FF2B5EF4-FFF2-40B4-BE49-F238E27FC236}">
                          <a16:creationId xmlns:a16="http://schemas.microsoft.com/office/drawing/2014/main" id="{53A7B638-1079-4CD0-8C56-FB041FEBA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1626" y="3454559"/>
                      <a:ext cx="35656" cy="28907"/>
                    </a:xfrm>
                    <a:custGeom>
                      <a:avLst/>
                      <a:gdLst>
                        <a:gd name="connsiteX0" fmla="*/ 17991 w 35656"/>
                        <a:gd name="connsiteY0" fmla="*/ 12287 h 28907"/>
                        <a:gd name="connsiteX1" fmla="*/ 560 w 35656"/>
                        <a:gd name="connsiteY1" fmla="*/ 8001 h 28907"/>
                        <a:gd name="connsiteX2" fmla="*/ 655 w 35656"/>
                        <a:gd name="connsiteY2" fmla="*/ 16478 h 28907"/>
                        <a:gd name="connsiteX3" fmla="*/ 22468 w 35656"/>
                        <a:gd name="connsiteY3" fmla="*/ 28384 h 28907"/>
                        <a:gd name="connsiteX4" fmla="*/ 34945 w 35656"/>
                        <a:gd name="connsiteY4" fmla="*/ 7334 h 28907"/>
                        <a:gd name="connsiteX5" fmla="*/ 30373 w 35656"/>
                        <a:gd name="connsiteY5" fmla="*/ 0 h 28907"/>
                        <a:gd name="connsiteX6" fmla="*/ 17991 w 35656"/>
                        <a:gd name="connsiteY6" fmla="*/ 12287 h 28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56" h="28907">
                          <a:moveTo>
                            <a:pt x="17991" y="12287"/>
                          </a:moveTo>
                          <a:cubicBezTo>
                            <a:pt x="11514" y="14002"/>
                            <a:pt x="4942" y="12097"/>
                            <a:pt x="560" y="8001"/>
                          </a:cubicBezTo>
                          <a:cubicBezTo>
                            <a:pt x="-202" y="10763"/>
                            <a:pt x="-202" y="13621"/>
                            <a:pt x="655" y="16478"/>
                          </a:cubicBezTo>
                          <a:cubicBezTo>
                            <a:pt x="3513" y="25241"/>
                            <a:pt x="12752" y="30671"/>
                            <a:pt x="22468" y="28384"/>
                          </a:cubicBezTo>
                          <a:cubicBezTo>
                            <a:pt x="32183" y="26098"/>
                            <a:pt x="37708" y="16573"/>
                            <a:pt x="34945" y="7334"/>
                          </a:cubicBezTo>
                          <a:cubicBezTo>
                            <a:pt x="34088" y="4381"/>
                            <a:pt x="32469" y="1905"/>
                            <a:pt x="30373" y="0"/>
                          </a:cubicBezTo>
                          <a:cubicBezTo>
                            <a:pt x="28754" y="5715"/>
                            <a:pt x="24277" y="10573"/>
                            <a:pt x="17991" y="122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09" name="Forme libre : forme 14208">
                      <a:extLst>
                        <a:ext uri="{FF2B5EF4-FFF2-40B4-BE49-F238E27FC236}">
                          <a16:creationId xmlns:a16="http://schemas.microsoft.com/office/drawing/2014/main" id="{E3778952-5C25-4E13-875B-AF60638609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7186" y="3454275"/>
                      <a:ext cx="15852" cy="15454"/>
                    </a:xfrm>
                    <a:custGeom>
                      <a:avLst/>
                      <a:gdLst>
                        <a:gd name="connsiteX0" fmla="*/ 13385 w 15852"/>
                        <a:gd name="connsiteY0" fmla="*/ 2950 h 15454"/>
                        <a:gd name="connsiteX1" fmla="*/ 13671 w 15852"/>
                        <a:gd name="connsiteY1" fmla="*/ 13809 h 15454"/>
                        <a:gd name="connsiteX2" fmla="*/ 2431 w 15852"/>
                        <a:gd name="connsiteY2" fmla="*/ 12475 h 15454"/>
                        <a:gd name="connsiteX3" fmla="*/ 2145 w 15852"/>
                        <a:gd name="connsiteY3" fmla="*/ 1712 h 15454"/>
                        <a:gd name="connsiteX4" fmla="*/ 13385 w 15852"/>
                        <a:gd name="connsiteY4" fmla="*/ 2950 h 15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52" h="15454">
                          <a:moveTo>
                            <a:pt x="13385" y="2950"/>
                          </a:moveTo>
                          <a:cubicBezTo>
                            <a:pt x="16528" y="6284"/>
                            <a:pt x="16719" y="11237"/>
                            <a:pt x="13671" y="13809"/>
                          </a:cubicBezTo>
                          <a:cubicBezTo>
                            <a:pt x="10623" y="16476"/>
                            <a:pt x="5574" y="15809"/>
                            <a:pt x="2431" y="12475"/>
                          </a:cubicBezTo>
                          <a:cubicBezTo>
                            <a:pt x="-712" y="9141"/>
                            <a:pt x="-807" y="4379"/>
                            <a:pt x="2145" y="1712"/>
                          </a:cubicBezTo>
                          <a:cubicBezTo>
                            <a:pt x="5193" y="-955"/>
                            <a:pt x="10242" y="-479"/>
                            <a:pt x="13385" y="295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10" name="Forme libre : forme 14209">
                      <a:extLst>
                        <a:ext uri="{FF2B5EF4-FFF2-40B4-BE49-F238E27FC236}">
                          <a16:creationId xmlns:a16="http://schemas.microsoft.com/office/drawing/2014/main" id="{D9D2E5E1-2D84-4F39-8B83-F74AF6E507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5684" y="3456237"/>
                      <a:ext cx="5866" cy="5562"/>
                    </a:xfrm>
                    <a:custGeom>
                      <a:avLst/>
                      <a:gdLst>
                        <a:gd name="connsiteX0" fmla="*/ 5743 w 5866"/>
                        <a:gd name="connsiteY0" fmla="*/ 2037 h 5562"/>
                        <a:gd name="connsiteX1" fmla="*/ 3743 w 5866"/>
                        <a:gd name="connsiteY1" fmla="*/ 5466 h 5562"/>
                        <a:gd name="connsiteX2" fmla="*/ 123 w 5866"/>
                        <a:gd name="connsiteY2" fmla="*/ 3561 h 5562"/>
                        <a:gd name="connsiteX3" fmla="*/ 2124 w 5866"/>
                        <a:gd name="connsiteY3" fmla="*/ 132 h 5562"/>
                        <a:gd name="connsiteX4" fmla="*/ 5743 w 5866"/>
                        <a:gd name="connsiteY4" fmla="*/ 2037 h 55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66" h="5562">
                          <a:moveTo>
                            <a:pt x="5743" y="2037"/>
                          </a:moveTo>
                          <a:cubicBezTo>
                            <a:pt x="6219" y="3561"/>
                            <a:pt x="5267" y="5085"/>
                            <a:pt x="3743" y="5466"/>
                          </a:cubicBezTo>
                          <a:cubicBezTo>
                            <a:pt x="2219" y="5847"/>
                            <a:pt x="600" y="5085"/>
                            <a:pt x="123" y="3561"/>
                          </a:cubicBezTo>
                          <a:cubicBezTo>
                            <a:pt x="-353" y="2037"/>
                            <a:pt x="600" y="513"/>
                            <a:pt x="2124" y="132"/>
                          </a:cubicBezTo>
                          <a:cubicBezTo>
                            <a:pt x="3743" y="-345"/>
                            <a:pt x="5362" y="513"/>
                            <a:pt x="5743" y="20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211" name="Graphique 5">
                    <a:extLst>
                      <a:ext uri="{FF2B5EF4-FFF2-40B4-BE49-F238E27FC236}">
                        <a16:creationId xmlns:a16="http://schemas.microsoft.com/office/drawing/2014/main" id="{6F90052E-603F-423A-B007-4280AB485AB5}"/>
                      </a:ext>
                    </a:extLst>
                  </p:cNvPr>
                  <p:cNvGrpSpPr/>
                  <p:nvPr/>
                </p:nvGrpSpPr>
                <p:grpSpPr>
                  <a:xfrm>
                    <a:off x="3981367" y="3467073"/>
                    <a:ext cx="35604" cy="35186"/>
                    <a:chOff x="3981367" y="3467073"/>
                    <a:chExt cx="35604" cy="35186"/>
                  </a:xfrm>
                  <a:solidFill>
                    <a:schemeClr val="accent1"/>
                  </a:solidFill>
                </p:grpSpPr>
                <p:sp>
                  <p:nvSpPr>
                    <p:cNvPr id="14212" name="Forme libre : forme 14211">
                      <a:extLst>
                        <a:ext uri="{FF2B5EF4-FFF2-40B4-BE49-F238E27FC236}">
                          <a16:creationId xmlns:a16="http://schemas.microsoft.com/office/drawing/2014/main" id="{03992E52-AB2E-4981-823E-412755CBE9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1367" y="3467073"/>
                      <a:ext cx="35599" cy="35061"/>
                    </a:xfrm>
                    <a:custGeom>
                      <a:avLst/>
                      <a:gdLst>
                        <a:gd name="connsiteX0" fmla="*/ 35113 w 35599"/>
                        <a:gd name="connsiteY0" fmla="*/ 13203 h 35061"/>
                        <a:gd name="connsiteX1" fmla="*/ 21874 w 35599"/>
                        <a:gd name="connsiteY1" fmla="*/ 34634 h 35061"/>
                        <a:gd name="connsiteX2" fmla="*/ 442 w 35599"/>
                        <a:gd name="connsiteY2" fmla="*/ 21775 h 35061"/>
                        <a:gd name="connsiteX3" fmla="*/ 13301 w 35599"/>
                        <a:gd name="connsiteY3" fmla="*/ 630 h 35061"/>
                        <a:gd name="connsiteX4" fmla="*/ 35113 w 35599"/>
                        <a:gd name="connsiteY4" fmla="*/ 13203 h 350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99" h="35061">
                          <a:moveTo>
                            <a:pt x="35113" y="13203"/>
                          </a:moveTo>
                          <a:cubicBezTo>
                            <a:pt x="37399" y="22823"/>
                            <a:pt x="31399" y="32539"/>
                            <a:pt x="21874" y="34634"/>
                          </a:cubicBezTo>
                          <a:cubicBezTo>
                            <a:pt x="12253" y="36730"/>
                            <a:pt x="2728" y="30919"/>
                            <a:pt x="442" y="21775"/>
                          </a:cubicBezTo>
                          <a:cubicBezTo>
                            <a:pt x="-1653" y="12631"/>
                            <a:pt x="3871" y="3201"/>
                            <a:pt x="13301" y="630"/>
                          </a:cubicBezTo>
                          <a:cubicBezTo>
                            <a:pt x="22636" y="-1942"/>
                            <a:pt x="32923" y="3582"/>
                            <a:pt x="35113" y="1320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13" name="Forme libre : forme 14212">
                      <a:extLst>
                        <a:ext uri="{FF2B5EF4-FFF2-40B4-BE49-F238E27FC236}">
                          <a16:creationId xmlns:a16="http://schemas.microsoft.com/office/drawing/2014/main" id="{163FD4D8-EB22-4F64-838E-7100C2A949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1408" y="3472656"/>
                      <a:ext cx="35563" cy="29603"/>
                    </a:xfrm>
                    <a:custGeom>
                      <a:avLst/>
                      <a:gdLst>
                        <a:gd name="connsiteX0" fmla="*/ 18022 w 35563"/>
                        <a:gd name="connsiteY0" fmla="*/ 12383 h 29603"/>
                        <a:gd name="connsiteX1" fmla="*/ 782 w 35563"/>
                        <a:gd name="connsiteY1" fmla="*/ 7429 h 29603"/>
                        <a:gd name="connsiteX2" fmla="*/ 401 w 35563"/>
                        <a:gd name="connsiteY2" fmla="*/ 16288 h 29603"/>
                        <a:gd name="connsiteX3" fmla="*/ 21832 w 35563"/>
                        <a:gd name="connsiteY3" fmla="*/ 29146 h 29603"/>
                        <a:gd name="connsiteX4" fmla="*/ 35072 w 35563"/>
                        <a:gd name="connsiteY4" fmla="*/ 7715 h 29603"/>
                        <a:gd name="connsiteX5" fmla="*/ 30690 w 35563"/>
                        <a:gd name="connsiteY5" fmla="*/ 0 h 29603"/>
                        <a:gd name="connsiteX6" fmla="*/ 18022 w 35563"/>
                        <a:gd name="connsiteY6" fmla="*/ 12383 h 29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63" h="29603">
                          <a:moveTo>
                            <a:pt x="18022" y="12383"/>
                          </a:moveTo>
                          <a:cubicBezTo>
                            <a:pt x="11450" y="14002"/>
                            <a:pt x="5068" y="11811"/>
                            <a:pt x="782" y="7429"/>
                          </a:cubicBezTo>
                          <a:cubicBezTo>
                            <a:pt x="-75" y="10192"/>
                            <a:pt x="-266" y="13240"/>
                            <a:pt x="401" y="16288"/>
                          </a:cubicBezTo>
                          <a:cubicBezTo>
                            <a:pt x="2687" y="25432"/>
                            <a:pt x="12212" y="31337"/>
                            <a:pt x="21832" y="29146"/>
                          </a:cubicBezTo>
                          <a:cubicBezTo>
                            <a:pt x="31453" y="27051"/>
                            <a:pt x="37358" y="17336"/>
                            <a:pt x="35072" y="7715"/>
                          </a:cubicBezTo>
                          <a:cubicBezTo>
                            <a:pt x="34405" y="4667"/>
                            <a:pt x="32881" y="2096"/>
                            <a:pt x="30690" y="0"/>
                          </a:cubicBezTo>
                          <a:cubicBezTo>
                            <a:pt x="29262" y="5905"/>
                            <a:pt x="24309" y="10763"/>
                            <a:pt x="18022" y="123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14" name="Forme libre : forme 14213">
                      <a:extLst>
                        <a:ext uri="{FF2B5EF4-FFF2-40B4-BE49-F238E27FC236}">
                          <a16:creationId xmlns:a16="http://schemas.microsoft.com/office/drawing/2014/main" id="{5E79A119-3DEB-4CED-8FC0-2CD6F2FFA4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7272" y="3472167"/>
                      <a:ext cx="15770" cy="16054"/>
                    </a:xfrm>
                    <a:custGeom>
                      <a:avLst/>
                      <a:gdLst>
                        <a:gd name="connsiteX0" fmla="*/ 13588 w 15770"/>
                        <a:gd name="connsiteY0" fmla="*/ 3156 h 16054"/>
                        <a:gd name="connsiteX1" fmla="*/ 13303 w 15770"/>
                        <a:gd name="connsiteY1" fmla="*/ 14491 h 16054"/>
                        <a:gd name="connsiteX2" fmla="*/ 2159 w 15770"/>
                        <a:gd name="connsiteY2" fmla="*/ 12776 h 16054"/>
                        <a:gd name="connsiteX3" fmla="*/ 2349 w 15770"/>
                        <a:gd name="connsiteY3" fmla="*/ 1632 h 16054"/>
                        <a:gd name="connsiteX4" fmla="*/ 13588 w 15770"/>
                        <a:gd name="connsiteY4" fmla="*/ 3156 h 16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70" h="16054">
                          <a:moveTo>
                            <a:pt x="13588" y="3156"/>
                          </a:moveTo>
                          <a:cubicBezTo>
                            <a:pt x="16637" y="6680"/>
                            <a:pt x="16446" y="11824"/>
                            <a:pt x="13303" y="14491"/>
                          </a:cubicBezTo>
                          <a:cubicBezTo>
                            <a:pt x="10160" y="17158"/>
                            <a:pt x="5111" y="16301"/>
                            <a:pt x="2159" y="12776"/>
                          </a:cubicBezTo>
                          <a:cubicBezTo>
                            <a:pt x="-889" y="9252"/>
                            <a:pt x="-604" y="4299"/>
                            <a:pt x="2349" y="1632"/>
                          </a:cubicBezTo>
                          <a:cubicBezTo>
                            <a:pt x="5397" y="-1035"/>
                            <a:pt x="10445" y="-368"/>
                            <a:pt x="13588" y="315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15" name="Forme libre : forme 14214">
                      <a:extLst>
                        <a:ext uri="{FF2B5EF4-FFF2-40B4-BE49-F238E27FC236}">
                          <a16:creationId xmlns:a16="http://schemas.microsoft.com/office/drawing/2014/main" id="{CAE23C7D-8BA6-439A-9CBD-A0A348371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5912" y="3474001"/>
                      <a:ext cx="5888" cy="5787"/>
                    </a:xfrm>
                    <a:custGeom>
                      <a:avLst/>
                      <a:gdLst>
                        <a:gd name="connsiteX0" fmla="*/ 5805 w 5888"/>
                        <a:gd name="connsiteY0" fmla="*/ 2179 h 5787"/>
                        <a:gd name="connsiteX1" fmla="*/ 3614 w 5888"/>
                        <a:gd name="connsiteY1" fmla="*/ 5704 h 5787"/>
                        <a:gd name="connsiteX2" fmla="*/ 90 w 5888"/>
                        <a:gd name="connsiteY2" fmla="*/ 3608 h 5787"/>
                        <a:gd name="connsiteX3" fmla="*/ 2185 w 5888"/>
                        <a:gd name="connsiteY3" fmla="*/ 84 h 5787"/>
                        <a:gd name="connsiteX4" fmla="*/ 5805 w 5888"/>
                        <a:gd name="connsiteY4" fmla="*/ 2179 h 57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8" h="5787">
                          <a:moveTo>
                            <a:pt x="5805" y="2179"/>
                          </a:moveTo>
                          <a:cubicBezTo>
                            <a:pt x="6186" y="3704"/>
                            <a:pt x="5233" y="5323"/>
                            <a:pt x="3614" y="5704"/>
                          </a:cubicBezTo>
                          <a:cubicBezTo>
                            <a:pt x="1995" y="6085"/>
                            <a:pt x="471" y="5132"/>
                            <a:pt x="90" y="3608"/>
                          </a:cubicBezTo>
                          <a:cubicBezTo>
                            <a:pt x="-291" y="2084"/>
                            <a:pt x="566" y="465"/>
                            <a:pt x="2185" y="84"/>
                          </a:cubicBezTo>
                          <a:cubicBezTo>
                            <a:pt x="3709" y="-297"/>
                            <a:pt x="5329" y="656"/>
                            <a:pt x="5805" y="217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216" name="Graphique 5">
                  <a:extLst>
                    <a:ext uri="{FF2B5EF4-FFF2-40B4-BE49-F238E27FC236}">
                      <a16:creationId xmlns:a16="http://schemas.microsoft.com/office/drawing/2014/main" id="{893D9978-4693-49A3-A235-B3F4B81B48D9}"/>
                    </a:ext>
                  </a:extLst>
                </p:cNvPr>
                <p:cNvGrpSpPr/>
                <p:nvPr/>
              </p:nvGrpSpPr>
              <p:grpSpPr>
                <a:xfrm>
                  <a:off x="4034853" y="3370065"/>
                  <a:ext cx="90983" cy="86523"/>
                  <a:chOff x="4034853" y="3370065"/>
                  <a:chExt cx="90983" cy="86523"/>
                </a:xfrm>
                <a:solidFill>
                  <a:schemeClr val="accent1"/>
                </a:solidFill>
              </p:grpSpPr>
              <p:grpSp>
                <p:nvGrpSpPr>
                  <p:cNvPr id="14217" name="Graphique 5">
                    <a:extLst>
                      <a:ext uri="{FF2B5EF4-FFF2-40B4-BE49-F238E27FC236}">
                        <a16:creationId xmlns:a16="http://schemas.microsoft.com/office/drawing/2014/main" id="{EF356F6B-E322-49B7-8D48-719808428D2A}"/>
                      </a:ext>
                    </a:extLst>
                  </p:cNvPr>
                  <p:cNvGrpSpPr/>
                  <p:nvPr/>
                </p:nvGrpSpPr>
                <p:grpSpPr>
                  <a:xfrm>
                    <a:off x="4034853" y="3370065"/>
                    <a:ext cx="35771" cy="37778"/>
                    <a:chOff x="4034853" y="3370065"/>
                    <a:chExt cx="35771" cy="37778"/>
                  </a:xfrm>
                  <a:solidFill>
                    <a:schemeClr val="accent1"/>
                  </a:solidFill>
                </p:grpSpPr>
                <p:sp>
                  <p:nvSpPr>
                    <p:cNvPr id="14218" name="Forme libre : forme 14217">
                      <a:extLst>
                        <a:ext uri="{FF2B5EF4-FFF2-40B4-BE49-F238E27FC236}">
                          <a16:creationId xmlns:a16="http://schemas.microsoft.com/office/drawing/2014/main" id="{ACD22524-DD60-466C-839C-C76F0E220A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4853" y="3370065"/>
                      <a:ext cx="35687" cy="37769"/>
                    </a:xfrm>
                    <a:custGeom>
                      <a:avLst/>
                      <a:gdLst>
                        <a:gd name="connsiteX0" fmla="*/ 34587 w 35687"/>
                        <a:gd name="connsiteY0" fmla="*/ 12389 h 37769"/>
                        <a:gd name="connsiteX1" fmla="*/ 23823 w 35687"/>
                        <a:gd name="connsiteY1" fmla="*/ 36773 h 37769"/>
                        <a:gd name="connsiteX2" fmla="*/ 1058 w 35687"/>
                        <a:gd name="connsiteY2" fmla="*/ 25248 h 37769"/>
                        <a:gd name="connsiteX3" fmla="*/ 11155 w 35687"/>
                        <a:gd name="connsiteY3" fmla="*/ 1245 h 37769"/>
                        <a:gd name="connsiteX4" fmla="*/ 34587 w 35687"/>
                        <a:gd name="connsiteY4" fmla="*/ 12389 h 37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87" h="37769">
                          <a:moveTo>
                            <a:pt x="34587" y="12389"/>
                          </a:moveTo>
                          <a:cubicBezTo>
                            <a:pt x="38016" y="22485"/>
                            <a:pt x="33158" y="33439"/>
                            <a:pt x="23823" y="36773"/>
                          </a:cubicBezTo>
                          <a:cubicBezTo>
                            <a:pt x="14489" y="40107"/>
                            <a:pt x="4392" y="34773"/>
                            <a:pt x="1058" y="25248"/>
                          </a:cubicBezTo>
                          <a:cubicBezTo>
                            <a:pt x="-2085" y="15627"/>
                            <a:pt x="1916" y="5055"/>
                            <a:pt x="11155" y="1245"/>
                          </a:cubicBezTo>
                          <a:cubicBezTo>
                            <a:pt x="20299" y="-2470"/>
                            <a:pt x="30776" y="2388"/>
                            <a:pt x="34587" y="1238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19" name="Forme libre : forme 14218">
                      <a:extLst>
                        <a:ext uri="{FF2B5EF4-FFF2-40B4-BE49-F238E27FC236}">
                          <a16:creationId xmlns:a16="http://schemas.microsoft.com/office/drawing/2014/main" id="{06B57B2A-159B-4244-9E24-7BE2D7CC2A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5040" y="3374644"/>
                      <a:ext cx="35584" cy="33200"/>
                    </a:xfrm>
                    <a:custGeom>
                      <a:avLst/>
                      <a:gdLst>
                        <a:gd name="connsiteX0" fmla="*/ 18017 w 35584"/>
                        <a:gd name="connsiteY0" fmla="*/ 14668 h 33200"/>
                        <a:gd name="connsiteX1" fmla="*/ 205 w 35584"/>
                        <a:gd name="connsiteY1" fmla="*/ 11144 h 33200"/>
                        <a:gd name="connsiteX2" fmla="*/ 967 w 35584"/>
                        <a:gd name="connsiteY2" fmla="*/ 20669 h 33200"/>
                        <a:gd name="connsiteX3" fmla="*/ 23731 w 35584"/>
                        <a:gd name="connsiteY3" fmla="*/ 32194 h 33200"/>
                        <a:gd name="connsiteX4" fmla="*/ 34495 w 35584"/>
                        <a:gd name="connsiteY4" fmla="*/ 7810 h 33200"/>
                        <a:gd name="connsiteX5" fmla="*/ 29065 w 35584"/>
                        <a:gd name="connsiteY5" fmla="*/ 0 h 33200"/>
                        <a:gd name="connsiteX6" fmla="*/ 18017 w 35584"/>
                        <a:gd name="connsiteY6" fmla="*/ 14668 h 33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84" h="33200">
                          <a:moveTo>
                            <a:pt x="18017" y="14668"/>
                          </a:moveTo>
                          <a:cubicBezTo>
                            <a:pt x="11635" y="17050"/>
                            <a:pt x="5158" y="15335"/>
                            <a:pt x="205" y="11144"/>
                          </a:cubicBezTo>
                          <a:cubicBezTo>
                            <a:pt x="-176" y="14192"/>
                            <a:pt x="-81" y="17431"/>
                            <a:pt x="967" y="20669"/>
                          </a:cubicBezTo>
                          <a:cubicBezTo>
                            <a:pt x="4205" y="30289"/>
                            <a:pt x="14397" y="35528"/>
                            <a:pt x="23731" y="32194"/>
                          </a:cubicBezTo>
                          <a:cubicBezTo>
                            <a:pt x="32971" y="28861"/>
                            <a:pt x="37924" y="17812"/>
                            <a:pt x="34495" y="7810"/>
                          </a:cubicBezTo>
                          <a:cubicBezTo>
                            <a:pt x="33256" y="4667"/>
                            <a:pt x="31352" y="2000"/>
                            <a:pt x="29065" y="0"/>
                          </a:cubicBezTo>
                          <a:cubicBezTo>
                            <a:pt x="28208" y="6572"/>
                            <a:pt x="24303" y="12287"/>
                            <a:pt x="18017" y="146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0" name="Forme libre : forme 14219">
                      <a:extLst>
                        <a:ext uri="{FF2B5EF4-FFF2-40B4-BE49-F238E27FC236}">
                          <a16:creationId xmlns:a16="http://schemas.microsoft.com/office/drawing/2014/main" id="{022C0108-A243-4F69-B63E-E87A89F731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0072" y="3375007"/>
                      <a:ext cx="16133" cy="17056"/>
                    </a:xfrm>
                    <a:custGeom>
                      <a:avLst/>
                      <a:gdLst>
                        <a:gd name="connsiteX0" fmla="*/ 12986 w 16133"/>
                        <a:gd name="connsiteY0" fmla="*/ 2780 h 17056"/>
                        <a:gd name="connsiteX1" fmla="*/ 14320 w 16133"/>
                        <a:gd name="connsiteY1" fmla="*/ 14877 h 17056"/>
                        <a:gd name="connsiteX2" fmla="*/ 3080 w 16133"/>
                        <a:gd name="connsiteY2" fmla="*/ 14210 h 17056"/>
                        <a:gd name="connsiteX3" fmla="*/ 1651 w 16133"/>
                        <a:gd name="connsiteY3" fmla="*/ 2304 h 17056"/>
                        <a:gd name="connsiteX4" fmla="*/ 12986 w 16133"/>
                        <a:gd name="connsiteY4" fmla="*/ 2780 h 170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33" h="17056">
                          <a:moveTo>
                            <a:pt x="12986" y="2780"/>
                          </a:moveTo>
                          <a:cubicBezTo>
                            <a:pt x="16605" y="6209"/>
                            <a:pt x="17177" y="11734"/>
                            <a:pt x="14320" y="14877"/>
                          </a:cubicBezTo>
                          <a:cubicBezTo>
                            <a:pt x="11462" y="18020"/>
                            <a:pt x="6414" y="17735"/>
                            <a:pt x="3080" y="14210"/>
                          </a:cubicBezTo>
                          <a:cubicBezTo>
                            <a:pt x="-254" y="10686"/>
                            <a:pt x="-1111" y="5447"/>
                            <a:pt x="1651" y="2304"/>
                          </a:cubicBezTo>
                          <a:cubicBezTo>
                            <a:pt x="4318" y="-934"/>
                            <a:pt x="9366" y="-744"/>
                            <a:pt x="12986" y="278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1" name="Forme libre : forme 14220">
                      <a:extLst>
                        <a:ext uri="{FF2B5EF4-FFF2-40B4-BE49-F238E27FC236}">
                          <a16:creationId xmlns:a16="http://schemas.microsoft.com/office/drawing/2014/main" id="{01309C35-3005-4F13-ABDB-1AD288AF86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8377" y="3377609"/>
                      <a:ext cx="5874" cy="6177"/>
                    </a:xfrm>
                    <a:custGeom>
                      <a:avLst/>
                      <a:gdLst>
                        <a:gd name="connsiteX0" fmla="*/ 5632 w 5874"/>
                        <a:gd name="connsiteY0" fmla="*/ 1988 h 6177"/>
                        <a:gd name="connsiteX1" fmla="*/ 4013 w 5874"/>
                        <a:gd name="connsiteY1" fmla="*/ 5988 h 6177"/>
                        <a:gd name="connsiteX2" fmla="*/ 203 w 5874"/>
                        <a:gd name="connsiteY2" fmla="*/ 4179 h 6177"/>
                        <a:gd name="connsiteX3" fmla="*/ 1822 w 5874"/>
                        <a:gd name="connsiteY3" fmla="*/ 178 h 6177"/>
                        <a:gd name="connsiteX4" fmla="*/ 5632 w 5874"/>
                        <a:gd name="connsiteY4" fmla="*/ 1988 h 6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74" h="6177">
                          <a:moveTo>
                            <a:pt x="5632" y="1988"/>
                          </a:moveTo>
                          <a:cubicBezTo>
                            <a:pt x="6299" y="3607"/>
                            <a:pt x="5537" y="5417"/>
                            <a:pt x="4013" y="5988"/>
                          </a:cubicBezTo>
                          <a:cubicBezTo>
                            <a:pt x="2489" y="6560"/>
                            <a:pt x="774" y="5798"/>
                            <a:pt x="203" y="4179"/>
                          </a:cubicBezTo>
                          <a:cubicBezTo>
                            <a:pt x="-369" y="2559"/>
                            <a:pt x="298" y="845"/>
                            <a:pt x="1822" y="178"/>
                          </a:cubicBezTo>
                          <a:cubicBezTo>
                            <a:pt x="3346" y="-393"/>
                            <a:pt x="5060" y="464"/>
                            <a:pt x="5632" y="198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222" name="Graphique 5">
                    <a:extLst>
                      <a:ext uri="{FF2B5EF4-FFF2-40B4-BE49-F238E27FC236}">
                        <a16:creationId xmlns:a16="http://schemas.microsoft.com/office/drawing/2014/main" id="{6BAE3C3B-4DFA-4F3B-B5F4-D2ACE45D042F}"/>
                      </a:ext>
                    </a:extLst>
                  </p:cNvPr>
                  <p:cNvGrpSpPr/>
                  <p:nvPr/>
                </p:nvGrpSpPr>
                <p:grpSpPr>
                  <a:xfrm>
                    <a:off x="4059292" y="3397717"/>
                    <a:ext cx="35729" cy="38699"/>
                    <a:chOff x="4059292" y="3397717"/>
                    <a:chExt cx="35729" cy="38699"/>
                  </a:xfrm>
                  <a:solidFill>
                    <a:schemeClr val="accent1"/>
                  </a:solidFill>
                </p:grpSpPr>
                <p:sp>
                  <p:nvSpPr>
                    <p:cNvPr id="14223" name="Forme libre : forme 14222">
                      <a:extLst>
                        <a:ext uri="{FF2B5EF4-FFF2-40B4-BE49-F238E27FC236}">
                          <a16:creationId xmlns:a16="http://schemas.microsoft.com/office/drawing/2014/main" id="{DDC39639-2731-4121-A4F5-B49A9CB42D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9292" y="3397717"/>
                      <a:ext cx="35729" cy="38699"/>
                    </a:xfrm>
                    <a:custGeom>
                      <a:avLst/>
                      <a:gdLst>
                        <a:gd name="connsiteX0" fmla="*/ 34627 w 35729"/>
                        <a:gd name="connsiteY0" fmla="*/ 13407 h 38699"/>
                        <a:gd name="connsiteX1" fmla="*/ 23387 w 35729"/>
                        <a:gd name="connsiteY1" fmla="*/ 37887 h 38699"/>
                        <a:gd name="connsiteX2" fmla="*/ 1003 w 35729"/>
                        <a:gd name="connsiteY2" fmla="*/ 25218 h 38699"/>
                        <a:gd name="connsiteX3" fmla="*/ 11862 w 35729"/>
                        <a:gd name="connsiteY3" fmla="*/ 1120 h 38699"/>
                        <a:gd name="connsiteX4" fmla="*/ 34627 w 35729"/>
                        <a:gd name="connsiteY4" fmla="*/ 13407 h 386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29" h="38699">
                          <a:moveTo>
                            <a:pt x="34627" y="13407"/>
                          </a:moveTo>
                          <a:cubicBezTo>
                            <a:pt x="38151" y="23790"/>
                            <a:pt x="32912" y="34839"/>
                            <a:pt x="23387" y="37887"/>
                          </a:cubicBezTo>
                          <a:cubicBezTo>
                            <a:pt x="13862" y="40935"/>
                            <a:pt x="4337" y="35125"/>
                            <a:pt x="1003" y="25218"/>
                          </a:cubicBezTo>
                          <a:cubicBezTo>
                            <a:pt x="-2235" y="15313"/>
                            <a:pt x="2623" y="4549"/>
                            <a:pt x="11862" y="1120"/>
                          </a:cubicBezTo>
                          <a:cubicBezTo>
                            <a:pt x="21101" y="-2499"/>
                            <a:pt x="31293" y="2930"/>
                            <a:pt x="34627" y="1340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4" name="Forme libre : forme 14223">
                      <a:extLst>
                        <a:ext uri="{FF2B5EF4-FFF2-40B4-BE49-F238E27FC236}">
                          <a16:creationId xmlns:a16="http://schemas.microsoft.com/office/drawing/2014/main" id="{E2CDE0AC-572D-4783-BA00-A4E2C750DC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9312" y="3402838"/>
                      <a:ext cx="35709" cy="33483"/>
                    </a:xfrm>
                    <a:custGeom>
                      <a:avLst/>
                      <a:gdLst>
                        <a:gd name="connsiteX0" fmla="*/ 18033 w 35709"/>
                        <a:gd name="connsiteY0" fmla="*/ 14573 h 33483"/>
                        <a:gd name="connsiteX1" fmla="*/ 317 w 35709"/>
                        <a:gd name="connsiteY1" fmla="*/ 10287 h 33483"/>
                        <a:gd name="connsiteX2" fmla="*/ 983 w 35709"/>
                        <a:gd name="connsiteY2" fmla="*/ 20003 h 33483"/>
                        <a:gd name="connsiteX3" fmla="*/ 23367 w 35709"/>
                        <a:gd name="connsiteY3" fmla="*/ 32671 h 33483"/>
                        <a:gd name="connsiteX4" fmla="*/ 34607 w 35709"/>
                        <a:gd name="connsiteY4" fmla="*/ 8192 h 33483"/>
                        <a:gd name="connsiteX5" fmla="*/ 29558 w 35709"/>
                        <a:gd name="connsiteY5" fmla="*/ 0 h 33483"/>
                        <a:gd name="connsiteX6" fmla="*/ 18033 w 35709"/>
                        <a:gd name="connsiteY6" fmla="*/ 14573 h 33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09" h="33483">
                          <a:moveTo>
                            <a:pt x="18033" y="14573"/>
                          </a:moveTo>
                          <a:cubicBezTo>
                            <a:pt x="11651" y="16764"/>
                            <a:pt x="4984" y="14764"/>
                            <a:pt x="317" y="10287"/>
                          </a:cubicBezTo>
                          <a:cubicBezTo>
                            <a:pt x="-255" y="13430"/>
                            <a:pt x="-64" y="16764"/>
                            <a:pt x="983" y="20003"/>
                          </a:cubicBezTo>
                          <a:cubicBezTo>
                            <a:pt x="4412" y="29908"/>
                            <a:pt x="13842" y="35719"/>
                            <a:pt x="23367" y="32671"/>
                          </a:cubicBezTo>
                          <a:cubicBezTo>
                            <a:pt x="32892" y="29623"/>
                            <a:pt x="38131" y="18574"/>
                            <a:pt x="34607" y="8192"/>
                          </a:cubicBezTo>
                          <a:cubicBezTo>
                            <a:pt x="33559" y="4858"/>
                            <a:pt x="31749" y="2191"/>
                            <a:pt x="29558" y="0"/>
                          </a:cubicBezTo>
                          <a:cubicBezTo>
                            <a:pt x="28415" y="6667"/>
                            <a:pt x="24320" y="12383"/>
                            <a:pt x="18033" y="145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5" name="Forme libre : forme 14224">
                      <a:extLst>
                        <a:ext uri="{FF2B5EF4-FFF2-40B4-BE49-F238E27FC236}">
                          <a16:creationId xmlns:a16="http://schemas.microsoft.com/office/drawing/2014/main" id="{897DCB47-8350-470B-B386-AB00344BE8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4485" y="3402893"/>
                      <a:ext cx="16102" cy="17510"/>
                    </a:xfrm>
                    <a:custGeom>
                      <a:avLst/>
                      <a:gdLst>
                        <a:gd name="connsiteX0" fmla="*/ 13242 w 16102"/>
                        <a:gd name="connsiteY0" fmla="*/ 3088 h 17510"/>
                        <a:gd name="connsiteX1" fmla="*/ 14195 w 16102"/>
                        <a:gd name="connsiteY1" fmla="*/ 15471 h 17510"/>
                        <a:gd name="connsiteX2" fmla="*/ 2860 w 16102"/>
                        <a:gd name="connsiteY2" fmla="*/ 14328 h 17510"/>
                        <a:gd name="connsiteX3" fmla="*/ 1908 w 16102"/>
                        <a:gd name="connsiteY3" fmla="*/ 2040 h 17510"/>
                        <a:gd name="connsiteX4" fmla="*/ 13242 w 16102"/>
                        <a:gd name="connsiteY4" fmla="*/ 3088 h 175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02" h="17510">
                          <a:moveTo>
                            <a:pt x="13242" y="3088"/>
                          </a:moveTo>
                          <a:cubicBezTo>
                            <a:pt x="16671" y="6803"/>
                            <a:pt x="17052" y="12423"/>
                            <a:pt x="14195" y="15471"/>
                          </a:cubicBezTo>
                          <a:cubicBezTo>
                            <a:pt x="11338" y="18614"/>
                            <a:pt x="6289" y="18042"/>
                            <a:pt x="2860" y="14328"/>
                          </a:cubicBezTo>
                          <a:cubicBezTo>
                            <a:pt x="-569" y="10613"/>
                            <a:pt x="-950" y="5184"/>
                            <a:pt x="1908" y="2040"/>
                          </a:cubicBezTo>
                          <a:cubicBezTo>
                            <a:pt x="4765" y="-1008"/>
                            <a:pt x="9813" y="-627"/>
                            <a:pt x="13242" y="30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6" name="Forme libre : forme 14225">
                      <a:extLst>
                        <a:ext uri="{FF2B5EF4-FFF2-40B4-BE49-F238E27FC236}">
                          <a16:creationId xmlns:a16="http://schemas.microsoft.com/office/drawing/2014/main" id="{2E7D45D3-1DCA-4051-B653-F57DB21736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2976" y="3405386"/>
                      <a:ext cx="5880" cy="6381"/>
                    </a:xfrm>
                    <a:custGeom>
                      <a:avLst/>
                      <a:gdLst>
                        <a:gd name="connsiteX0" fmla="*/ 5703 w 5880"/>
                        <a:gd name="connsiteY0" fmla="*/ 2214 h 6381"/>
                        <a:gd name="connsiteX1" fmla="*/ 3893 w 5880"/>
                        <a:gd name="connsiteY1" fmla="*/ 6215 h 6381"/>
                        <a:gd name="connsiteX2" fmla="*/ 178 w 5880"/>
                        <a:gd name="connsiteY2" fmla="*/ 4215 h 6381"/>
                        <a:gd name="connsiteX3" fmla="*/ 1988 w 5880"/>
                        <a:gd name="connsiteY3" fmla="*/ 214 h 6381"/>
                        <a:gd name="connsiteX4" fmla="*/ 5703 w 5880"/>
                        <a:gd name="connsiteY4" fmla="*/ 2214 h 63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0" h="6381">
                          <a:moveTo>
                            <a:pt x="5703" y="2214"/>
                          </a:moveTo>
                          <a:cubicBezTo>
                            <a:pt x="6274" y="3929"/>
                            <a:pt x="5417" y="5643"/>
                            <a:pt x="3893" y="6215"/>
                          </a:cubicBezTo>
                          <a:cubicBezTo>
                            <a:pt x="2369" y="6786"/>
                            <a:pt x="654" y="5834"/>
                            <a:pt x="178" y="4215"/>
                          </a:cubicBezTo>
                          <a:cubicBezTo>
                            <a:pt x="-393" y="2595"/>
                            <a:pt x="464" y="786"/>
                            <a:pt x="1988" y="214"/>
                          </a:cubicBezTo>
                          <a:cubicBezTo>
                            <a:pt x="3512" y="-453"/>
                            <a:pt x="5131" y="500"/>
                            <a:pt x="5703" y="221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227" name="Graphique 5">
                    <a:extLst>
                      <a:ext uri="{FF2B5EF4-FFF2-40B4-BE49-F238E27FC236}">
                        <a16:creationId xmlns:a16="http://schemas.microsoft.com/office/drawing/2014/main" id="{C0E6A029-B6CA-4479-B63A-54B7FCA4C08B}"/>
                      </a:ext>
                    </a:extLst>
                  </p:cNvPr>
                  <p:cNvGrpSpPr/>
                  <p:nvPr/>
                </p:nvGrpSpPr>
                <p:grpSpPr>
                  <a:xfrm>
                    <a:off x="4090167" y="3416628"/>
                    <a:ext cx="35668" cy="39961"/>
                    <a:chOff x="4090167" y="3416628"/>
                    <a:chExt cx="35668" cy="39961"/>
                  </a:xfrm>
                  <a:solidFill>
                    <a:schemeClr val="accent1"/>
                  </a:solidFill>
                </p:grpSpPr>
                <p:sp>
                  <p:nvSpPr>
                    <p:cNvPr id="14228" name="Forme libre : forme 14227">
                      <a:extLst>
                        <a:ext uri="{FF2B5EF4-FFF2-40B4-BE49-F238E27FC236}">
                          <a16:creationId xmlns:a16="http://schemas.microsoft.com/office/drawing/2014/main" id="{B4E3C475-B333-404C-811E-5460DA63F4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0255" y="3416628"/>
                      <a:ext cx="35581" cy="39961"/>
                    </a:xfrm>
                    <a:custGeom>
                      <a:avLst/>
                      <a:gdLst>
                        <a:gd name="connsiteX0" fmla="*/ 34810 w 35581"/>
                        <a:gd name="connsiteY0" fmla="*/ 14309 h 39961"/>
                        <a:gd name="connsiteX1" fmla="*/ 22904 w 35581"/>
                        <a:gd name="connsiteY1" fmla="*/ 39264 h 39961"/>
                        <a:gd name="connsiteX2" fmla="*/ 711 w 35581"/>
                        <a:gd name="connsiteY2" fmla="*/ 25548 h 39961"/>
                        <a:gd name="connsiteX3" fmla="*/ 12331 w 35581"/>
                        <a:gd name="connsiteY3" fmla="*/ 974 h 39961"/>
                        <a:gd name="connsiteX4" fmla="*/ 34810 w 35581"/>
                        <a:gd name="connsiteY4" fmla="*/ 14309 h 39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81" h="39961">
                          <a:moveTo>
                            <a:pt x="34810" y="14309"/>
                          </a:moveTo>
                          <a:cubicBezTo>
                            <a:pt x="37668" y="25167"/>
                            <a:pt x="32334" y="36407"/>
                            <a:pt x="22904" y="39264"/>
                          </a:cubicBezTo>
                          <a:cubicBezTo>
                            <a:pt x="13474" y="42122"/>
                            <a:pt x="3568" y="35931"/>
                            <a:pt x="711" y="25548"/>
                          </a:cubicBezTo>
                          <a:cubicBezTo>
                            <a:pt x="-1956" y="15166"/>
                            <a:pt x="3092" y="4212"/>
                            <a:pt x="12331" y="974"/>
                          </a:cubicBezTo>
                          <a:cubicBezTo>
                            <a:pt x="21475" y="-2455"/>
                            <a:pt x="32048" y="3450"/>
                            <a:pt x="34810" y="1430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9" name="Forme libre : forme 14228">
                      <a:extLst>
                        <a:ext uri="{FF2B5EF4-FFF2-40B4-BE49-F238E27FC236}">
                          <a16:creationId xmlns:a16="http://schemas.microsoft.com/office/drawing/2014/main" id="{06BFC94F-BA9A-4483-9D22-9BF0895DE2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0167" y="3422173"/>
                      <a:ext cx="35573" cy="34320"/>
                    </a:xfrm>
                    <a:custGeom>
                      <a:avLst/>
                      <a:gdLst>
                        <a:gd name="connsiteX0" fmla="*/ 18038 w 35573"/>
                        <a:gd name="connsiteY0" fmla="*/ 14764 h 34320"/>
                        <a:gd name="connsiteX1" fmla="*/ 512 w 35573"/>
                        <a:gd name="connsiteY1" fmla="*/ 9811 h 34320"/>
                        <a:gd name="connsiteX2" fmla="*/ 703 w 35573"/>
                        <a:gd name="connsiteY2" fmla="*/ 19907 h 34320"/>
                        <a:gd name="connsiteX3" fmla="*/ 22896 w 35573"/>
                        <a:gd name="connsiteY3" fmla="*/ 33623 h 34320"/>
                        <a:gd name="connsiteX4" fmla="*/ 34803 w 35573"/>
                        <a:gd name="connsiteY4" fmla="*/ 8668 h 34320"/>
                        <a:gd name="connsiteX5" fmla="*/ 30040 w 35573"/>
                        <a:gd name="connsiteY5" fmla="*/ 0 h 34320"/>
                        <a:gd name="connsiteX6" fmla="*/ 18038 w 35573"/>
                        <a:gd name="connsiteY6" fmla="*/ 14764 h 343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73" h="34320">
                          <a:moveTo>
                            <a:pt x="18038" y="14764"/>
                          </a:moveTo>
                          <a:cubicBezTo>
                            <a:pt x="11657" y="16859"/>
                            <a:pt x="4989" y="14669"/>
                            <a:pt x="512" y="9811"/>
                          </a:cubicBezTo>
                          <a:cubicBezTo>
                            <a:pt x="-154" y="13049"/>
                            <a:pt x="-249" y="16478"/>
                            <a:pt x="703" y="19907"/>
                          </a:cubicBezTo>
                          <a:cubicBezTo>
                            <a:pt x="3561" y="30290"/>
                            <a:pt x="13467" y="36481"/>
                            <a:pt x="22896" y="33623"/>
                          </a:cubicBezTo>
                          <a:cubicBezTo>
                            <a:pt x="32326" y="30766"/>
                            <a:pt x="37660" y="19526"/>
                            <a:pt x="34803" y="8668"/>
                          </a:cubicBezTo>
                          <a:cubicBezTo>
                            <a:pt x="33850" y="5239"/>
                            <a:pt x="32231" y="2381"/>
                            <a:pt x="30040" y="0"/>
                          </a:cubicBezTo>
                          <a:cubicBezTo>
                            <a:pt x="28802" y="6953"/>
                            <a:pt x="24420" y="12763"/>
                            <a:pt x="18038" y="1476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30" name="Forme libre : forme 14229">
                      <a:extLst>
                        <a:ext uri="{FF2B5EF4-FFF2-40B4-BE49-F238E27FC236}">
                          <a16:creationId xmlns:a16="http://schemas.microsoft.com/office/drawing/2014/main" id="{F8466B5E-8621-4248-92A0-091E10D64E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5735" y="3422149"/>
                      <a:ext cx="15896" cy="18167"/>
                    </a:xfrm>
                    <a:custGeom>
                      <a:avLst/>
                      <a:gdLst>
                        <a:gd name="connsiteX0" fmla="*/ 13330 w 15896"/>
                        <a:gd name="connsiteY0" fmla="*/ 3358 h 18167"/>
                        <a:gd name="connsiteX1" fmla="*/ 13806 w 15896"/>
                        <a:gd name="connsiteY1" fmla="*/ 16217 h 18167"/>
                        <a:gd name="connsiteX2" fmla="*/ 2566 w 15896"/>
                        <a:gd name="connsiteY2" fmla="*/ 14693 h 18167"/>
                        <a:gd name="connsiteX3" fmla="*/ 2090 w 15896"/>
                        <a:gd name="connsiteY3" fmla="*/ 2025 h 18167"/>
                        <a:gd name="connsiteX4" fmla="*/ 13330 w 15896"/>
                        <a:gd name="connsiteY4" fmla="*/ 3358 h 181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96" h="18167">
                          <a:moveTo>
                            <a:pt x="13330" y="3358"/>
                          </a:moveTo>
                          <a:cubicBezTo>
                            <a:pt x="16568" y="7263"/>
                            <a:pt x="16759" y="13074"/>
                            <a:pt x="13806" y="16217"/>
                          </a:cubicBezTo>
                          <a:cubicBezTo>
                            <a:pt x="10853" y="19360"/>
                            <a:pt x="5805" y="18598"/>
                            <a:pt x="2566" y="14693"/>
                          </a:cubicBezTo>
                          <a:cubicBezTo>
                            <a:pt x="-672" y="10788"/>
                            <a:pt x="-862" y="5168"/>
                            <a:pt x="2090" y="2025"/>
                          </a:cubicBezTo>
                          <a:cubicBezTo>
                            <a:pt x="4948" y="-1119"/>
                            <a:pt x="10186" y="-547"/>
                            <a:pt x="13330" y="335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31" name="Forme libre : forme 14230">
                      <a:extLst>
                        <a:ext uri="{FF2B5EF4-FFF2-40B4-BE49-F238E27FC236}">
                          <a16:creationId xmlns:a16="http://schemas.microsoft.com/office/drawing/2014/main" id="{1A2C39BC-C3C6-4FCC-87B2-176DFA4846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4264" y="3424485"/>
                      <a:ext cx="5882" cy="6574"/>
                    </a:xfrm>
                    <a:custGeom>
                      <a:avLst/>
                      <a:gdLst>
                        <a:gd name="connsiteX0" fmla="*/ 5751 w 5882"/>
                        <a:gd name="connsiteY0" fmla="*/ 2356 h 6574"/>
                        <a:gd name="connsiteX1" fmla="*/ 3751 w 5882"/>
                        <a:gd name="connsiteY1" fmla="*/ 6452 h 6574"/>
                        <a:gd name="connsiteX2" fmla="*/ 132 w 5882"/>
                        <a:gd name="connsiteY2" fmla="*/ 4261 h 6574"/>
                        <a:gd name="connsiteX3" fmla="*/ 2037 w 5882"/>
                        <a:gd name="connsiteY3" fmla="*/ 165 h 6574"/>
                        <a:gd name="connsiteX4" fmla="*/ 5751 w 5882"/>
                        <a:gd name="connsiteY4" fmla="*/ 2356 h 6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2" h="6574">
                          <a:moveTo>
                            <a:pt x="5751" y="2356"/>
                          </a:moveTo>
                          <a:cubicBezTo>
                            <a:pt x="6228" y="4071"/>
                            <a:pt x="5371" y="5976"/>
                            <a:pt x="3751" y="6452"/>
                          </a:cubicBezTo>
                          <a:cubicBezTo>
                            <a:pt x="2227" y="6928"/>
                            <a:pt x="608" y="5976"/>
                            <a:pt x="132" y="4261"/>
                          </a:cubicBezTo>
                          <a:cubicBezTo>
                            <a:pt x="-345" y="2547"/>
                            <a:pt x="513" y="737"/>
                            <a:pt x="2037" y="165"/>
                          </a:cubicBezTo>
                          <a:cubicBezTo>
                            <a:pt x="3561" y="-406"/>
                            <a:pt x="5275" y="546"/>
                            <a:pt x="5751" y="235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232" name="Graphique 5">
                  <a:extLst>
                    <a:ext uri="{FF2B5EF4-FFF2-40B4-BE49-F238E27FC236}">
                      <a16:creationId xmlns:a16="http://schemas.microsoft.com/office/drawing/2014/main" id="{4263925A-A817-4B32-86FE-216103419ADD}"/>
                    </a:ext>
                  </a:extLst>
                </p:cNvPr>
                <p:cNvGrpSpPr/>
                <p:nvPr/>
              </p:nvGrpSpPr>
              <p:grpSpPr>
                <a:xfrm>
                  <a:off x="4128342" y="3359879"/>
                  <a:ext cx="105339" cy="52713"/>
                  <a:chOff x="4128342" y="3359879"/>
                  <a:chExt cx="105339" cy="52713"/>
                </a:xfrm>
                <a:solidFill>
                  <a:schemeClr val="accent1"/>
                </a:solidFill>
              </p:grpSpPr>
              <p:grpSp>
                <p:nvGrpSpPr>
                  <p:cNvPr id="14233" name="Graphique 5">
                    <a:extLst>
                      <a:ext uri="{FF2B5EF4-FFF2-40B4-BE49-F238E27FC236}">
                        <a16:creationId xmlns:a16="http://schemas.microsoft.com/office/drawing/2014/main" id="{EF470ED4-3403-4328-9710-E72EBDBAF57C}"/>
                      </a:ext>
                    </a:extLst>
                  </p:cNvPr>
                  <p:cNvGrpSpPr/>
                  <p:nvPr/>
                </p:nvGrpSpPr>
                <p:grpSpPr>
                  <a:xfrm>
                    <a:off x="4197861" y="3363486"/>
                    <a:ext cx="35820" cy="44823"/>
                    <a:chOff x="4197861" y="3363486"/>
                    <a:chExt cx="35820" cy="44823"/>
                  </a:xfrm>
                  <a:solidFill>
                    <a:schemeClr val="accent1"/>
                  </a:solidFill>
                </p:grpSpPr>
                <p:sp>
                  <p:nvSpPr>
                    <p:cNvPr id="14234" name="Forme libre : forme 14233">
                      <a:extLst>
                        <a:ext uri="{FF2B5EF4-FFF2-40B4-BE49-F238E27FC236}">
                          <a16:creationId xmlns:a16="http://schemas.microsoft.com/office/drawing/2014/main" id="{296169F0-1133-44B8-8DE2-B938FFA928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7861" y="3363486"/>
                      <a:ext cx="35820" cy="44823"/>
                    </a:xfrm>
                    <a:custGeom>
                      <a:avLst/>
                      <a:gdLst>
                        <a:gd name="connsiteX0" fmla="*/ 9881 w 35820"/>
                        <a:gd name="connsiteY0" fmla="*/ 41733 h 44823"/>
                        <a:gd name="connsiteX1" fmla="*/ 1880 w 35820"/>
                        <a:gd name="connsiteY1" fmla="*/ 11538 h 44823"/>
                        <a:gd name="connsiteX2" fmla="*/ 25788 w 35820"/>
                        <a:gd name="connsiteY2" fmla="*/ 2775 h 44823"/>
                        <a:gd name="connsiteX3" fmla="*/ 33979 w 35820"/>
                        <a:gd name="connsiteY3" fmla="*/ 33732 h 44823"/>
                        <a:gd name="connsiteX4" fmla="*/ 9881 w 35820"/>
                        <a:gd name="connsiteY4" fmla="*/ 41733 h 448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20" h="44823">
                          <a:moveTo>
                            <a:pt x="9881" y="41733"/>
                          </a:moveTo>
                          <a:cubicBezTo>
                            <a:pt x="1023" y="35541"/>
                            <a:pt x="-2501" y="22206"/>
                            <a:pt x="1880" y="11538"/>
                          </a:cubicBezTo>
                          <a:cubicBezTo>
                            <a:pt x="6261" y="870"/>
                            <a:pt x="16929" y="-3225"/>
                            <a:pt x="25788" y="2775"/>
                          </a:cubicBezTo>
                          <a:cubicBezTo>
                            <a:pt x="34646" y="8776"/>
                            <a:pt x="38361" y="22873"/>
                            <a:pt x="33979" y="33732"/>
                          </a:cubicBezTo>
                          <a:cubicBezTo>
                            <a:pt x="29502" y="44590"/>
                            <a:pt x="18739" y="47924"/>
                            <a:pt x="9881" y="4173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35" name="Forme libre : forme 14234">
                      <a:extLst>
                        <a:ext uri="{FF2B5EF4-FFF2-40B4-BE49-F238E27FC236}">
                          <a16:creationId xmlns:a16="http://schemas.microsoft.com/office/drawing/2014/main" id="{0C3476F0-BF1C-4376-BAC3-02D4A5CA51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7973" y="3363486"/>
                      <a:ext cx="32628" cy="44685"/>
                    </a:xfrm>
                    <a:custGeom>
                      <a:avLst/>
                      <a:gdLst>
                        <a:gd name="connsiteX0" fmla="*/ 17389 w 32628"/>
                        <a:gd name="connsiteY0" fmla="*/ 22302 h 44685"/>
                        <a:gd name="connsiteX1" fmla="*/ 32629 w 32628"/>
                        <a:gd name="connsiteY1" fmla="*/ 10967 h 44685"/>
                        <a:gd name="connsiteX2" fmla="*/ 25771 w 32628"/>
                        <a:gd name="connsiteY2" fmla="*/ 2775 h 44685"/>
                        <a:gd name="connsiteX3" fmla="*/ 1863 w 32628"/>
                        <a:gd name="connsiteY3" fmla="*/ 11538 h 44685"/>
                        <a:gd name="connsiteX4" fmla="*/ 9864 w 32628"/>
                        <a:gd name="connsiteY4" fmla="*/ 41733 h 44685"/>
                        <a:gd name="connsiteX5" fmla="*/ 18627 w 32628"/>
                        <a:gd name="connsiteY5" fmla="*/ 44685 h 44685"/>
                        <a:gd name="connsiteX6" fmla="*/ 17389 w 32628"/>
                        <a:gd name="connsiteY6" fmla="*/ 22302 h 44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28" h="44685">
                          <a:moveTo>
                            <a:pt x="17389" y="22302"/>
                          </a:moveTo>
                          <a:cubicBezTo>
                            <a:pt x="20341" y="14967"/>
                            <a:pt x="26342" y="10872"/>
                            <a:pt x="32629" y="10967"/>
                          </a:cubicBezTo>
                          <a:cubicBezTo>
                            <a:pt x="30914" y="7633"/>
                            <a:pt x="28628" y="4776"/>
                            <a:pt x="25771" y="2775"/>
                          </a:cubicBezTo>
                          <a:cubicBezTo>
                            <a:pt x="16913" y="-3225"/>
                            <a:pt x="6245" y="870"/>
                            <a:pt x="1863" y="11538"/>
                          </a:cubicBezTo>
                          <a:cubicBezTo>
                            <a:pt x="-2519" y="22206"/>
                            <a:pt x="1101" y="35541"/>
                            <a:pt x="9864" y="41733"/>
                          </a:cubicBezTo>
                          <a:cubicBezTo>
                            <a:pt x="12722" y="43733"/>
                            <a:pt x="15674" y="44590"/>
                            <a:pt x="18627" y="44685"/>
                          </a:cubicBezTo>
                          <a:cubicBezTo>
                            <a:pt x="15103" y="38018"/>
                            <a:pt x="14436" y="29541"/>
                            <a:pt x="17389" y="2230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36" name="Forme libre : forme 14235">
                      <a:extLst>
                        <a:ext uri="{FF2B5EF4-FFF2-40B4-BE49-F238E27FC236}">
                          <a16:creationId xmlns:a16="http://schemas.microsoft.com/office/drawing/2014/main" id="{FCC4CE12-2C05-4B7C-88E2-683AADA9AE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790" y="3385953"/>
                      <a:ext cx="17145" cy="18639"/>
                    </a:xfrm>
                    <a:custGeom>
                      <a:avLst/>
                      <a:gdLst>
                        <a:gd name="connsiteX0" fmla="*/ 8572 w 17145"/>
                        <a:gd name="connsiteY0" fmla="*/ 18600 h 18639"/>
                        <a:gd name="connsiteX1" fmla="*/ 0 w 17145"/>
                        <a:gd name="connsiteY1" fmla="*/ 8598 h 18639"/>
                        <a:gd name="connsiteX2" fmla="*/ 8572 w 17145"/>
                        <a:gd name="connsiteY2" fmla="*/ 26 h 18639"/>
                        <a:gd name="connsiteX3" fmla="*/ 17145 w 17145"/>
                        <a:gd name="connsiteY3" fmla="*/ 10027 h 18639"/>
                        <a:gd name="connsiteX4" fmla="*/ 8572 w 17145"/>
                        <a:gd name="connsiteY4" fmla="*/ 18600 h 18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45" h="18639">
                          <a:moveTo>
                            <a:pt x="8572" y="18600"/>
                          </a:moveTo>
                          <a:cubicBezTo>
                            <a:pt x="3810" y="18123"/>
                            <a:pt x="0" y="13742"/>
                            <a:pt x="0" y="8598"/>
                          </a:cubicBezTo>
                          <a:cubicBezTo>
                            <a:pt x="0" y="3550"/>
                            <a:pt x="3905" y="-355"/>
                            <a:pt x="8572" y="26"/>
                          </a:cubicBezTo>
                          <a:cubicBezTo>
                            <a:pt x="13335" y="407"/>
                            <a:pt x="17145" y="4884"/>
                            <a:pt x="17145" y="10027"/>
                          </a:cubicBezTo>
                          <a:cubicBezTo>
                            <a:pt x="17145" y="15266"/>
                            <a:pt x="13240" y="19076"/>
                            <a:pt x="8572" y="1860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37" name="Forme libre : forme 14236">
                      <a:extLst>
                        <a:ext uri="{FF2B5EF4-FFF2-40B4-BE49-F238E27FC236}">
                          <a16:creationId xmlns:a16="http://schemas.microsoft.com/office/drawing/2014/main" id="{39E30BA1-E6E3-4942-991B-92BED550C0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9139" y="3388695"/>
                      <a:ext cx="5876" cy="7426"/>
                    </a:xfrm>
                    <a:custGeom>
                      <a:avLst/>
                      <a:gdLst>
                        <a:gd name="connsiteX0" fmla="*/ 1652 w 5876"/>
                        <a:gd name="connsiteY0" fmla="*/ 6904 h 7426"/>
                        <a:gd name="connsiteX1" fmla="*/ 319 w 5876"/>
                        <a:gd name="connsiteY1" fmla="*/ 1856 h 7426"/>
                        <a:gd name="connsiteX2" fmla="*/ 4224 w 5876"/>
                        <a:gd name="connsiteY2" fmla="*/ 522 h 7426"/>
                        <a:gd name="connsiteX3" fmla="*/ 5558 w 5876"/>
                        <a:gd name="connsiteY3" fmla="*/ 5570 h 7426"/>
                        <a:gd name="connsiteX4" fmla="*/ 1652 w 5876"/>
                        <a:gd name="connsiteY4" fmla="*/ 6904 h 74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76" h="7426">
                          <a:moveTo>
                            <a:pt x="1652" y="6904"/>
                          </a:moveTo>
                          <a:cubicBezTo>
                            <a:pt x="224" y="5856"/>
                            <a:pt x="-443" y="3665"/>
                            <a:pt x="319" y="1856"/>
                          </a:cubicBezTo>
                          <a:cubicBezTo>
                            <a:pt x="1081" y="46"/>
                            <a:pt x="2795" y="-526"/>
                            <a:pt x="4224" y="522"/>
                          </a:cubicBezTo>
                          <a:cubicBezTo>
                            <a:pt x="5653" y="1570"/>
                            <a:pt x="6319" y="3856"/>
                            <a:pt x="5558" y="5570"/>
                          </a:cubicBezTo>
                          <a:cubicBezTo>
                            <a:pt x="4891" y="7380"/>
                            <a:pt x="3081" y="7952"/>
                            <a:pt x="1652" y="69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238" name="Graphique 5">
                    <a:extLst>
                      <a:ext uri="{FF2B5EF4-FFF2-40B4-BE49-F238E27FC236}">
                        <a16:creationId xmlns:a16="http://schemas.microsoft.com/office/drawing/2014/main" id="{D61DB449-6D51-4E93-80BF-2FA9B3B61416}"/>
                      </a:ext>
                    </a:extLst>
                  </p:cNvPr>
                  <p:cNvGrpSpPr/>
                  <p:nvPr/>
                </p:nvGrpSpPr>
                <p:grpSpPr>
                  <a:xfrm>
                    <a:off x="4162367" y="3359879"/>
                    <a:ext cx="35838" cy="43382"/>
                    <a:chOff x="4162367" y="3359879"/>
                    <a:chExt cx="35838" cy="43382"/>
                  </a:xfrm>
                  <a:solidFill>
                    <a:schemeClr val="accent1"/>
                  </a:solidFill>
                </p:grpSpPr>
                <p:sp>
                  <p:nvSpPr>
                    <p:cNvPr id="14239" name="Forme libre : forme 14238">
                      <a:extLst>
                        <a:ext uri="{FF2B5EF4-FFF2-40B4-BE49-F238E27FC236}">
                          <a16:creationId xmlns:a16="http://schemas.microsoft.com/office/drawing/2014/main" id="{4DE1C632-2975-4AA5-99F4-74355360FC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2367" y="3359955"/>
                      <a:ext cx="35838" cy="43305"/>
                    </a:xfrm>
                    <a:custGeom>
                      <a:avLst/>
                      <a:gdLst>
                        <a:gd name="connsiteX0" fmla="*/ 9847 w 35838"/>
                        <a:gd name="connsiteY0" fmla="*/ 40406 h 43305"/>
                        <a:gd name="connsiteX1" fmla="*/ 1942 w 35838"/>
                        <a:gd name="connsiteY1" fmla="*/ 11355 h 43305"/>
                        <a:gd name="connsiteX2" fmla="*/ 25754 w 35838"/>
                        <a:gd name="connsiteY2" fmla="*/ 2592 h 43305"/>
                        <a:gd name="connsiteX3" fmla="*/ 33945 w 35838"/>
                        <a:gd name="connsiteY3" fmla="*/ 32405 h 43305"/>
                        <a:gd name="connsiteX4" fmla="*/ 9847 w 35838"/>
                        <a:gd name="connsiteY4" fmla="*/ 40406 h 433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38" h="43305">
                          <a:moveTo>
                            <a:pt x="9847" y="40406"/>
                          </a:moveTo>
                          <a:cubicBezTo>
                            <a:pt x="989" y="34500"/>
                            <a:pt x="-2535" y="21737"/>
                            <a:pt x="1942" y="11355"/>
                          </a:cubicBezTo>
                          <a:cubicBezTo>
                            <a:pt x="6133" y="972"/>
                            <a:pt x="16515" y="-3123"/>
                            <a:pt x="25754" y="2592"/>
                          </a:cubicBezTo>
                          <a:cubicBezTo>
                            <a:pt x="34898" y="8307"/>
                            <a:pt x="38327" y="21832"/>
                            <a:pt x="33945" y="32405"/>
                          </a:cubicBezTo>
                          <a:cubicBezTo>
                            <a:pt x="29374" y="42978"/>
                            <a:pt x="18610" y="46311"/>
                            <a:pt x="9847" y="4040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40" name="Forme libre : forme 14239">
                      <a:extLst>
                        <a:ext uri="{FF2B5EF4-FFF2-40B4-BE49-F238E27FC236}">
                          <a16:creationId xmlns:a16="http://schemas.microsoft.com/office/drawing/2014/main" id="{21F1E919-6702-417B-84CE-14026BA10F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2426" y="3359879"/>
                      <a:ext cx="32647" cy="43149"/>
                    </a:xfrm>
                    <a:custGeom>
                      <a:avLst/>
                      <a:gdLst>
                        <a:gd name="connsiteX0" fmla="*/ 17408 w 32647"/>
                        <a:gd name="connsiteY0" fmla="*/ 21623 h 43149"/>
                        <a:gd name="connsiteX1" fmla="*/ 32648 w 32647"/>
                        <a:gd name="connsiteY1" fmla="*/ 10383 h 43149"/>
                        <a:gd name="connsiteX2" fmla="*/ 25695 w 32647"/>
                        <a:gd name="connsiteY2" fmla="*/ 2573 h 43149"/>
                        <a:gd name="connsiteX3" fmla="*/ 1882 w 32647"/>
                        <a:gd name="connsiteY3" fmla="*/ 11336 h 43149"/>
                        <a:gd name="connsiteX4" fmla="*/ 9788 w 32647"/>
                        <a:gd name="connsiteY4" fmla="*/ 40387 h 43149"/>
                        <a:gd name="connsiteX5" fmla="*/ 18551 w 32647"/>
                        <a:gd name="connsiteY5" fmla="*/ 43149 h 43149"/>
                        <a:gd name="connsiteX6" fmla="*/ 17408 w 32647"/>
                        <a:gd name="connsiteY6" fmla="*/ 21623 h 43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47" h="43149">
                          <a:moveTo>
                            <a:pt x="17408" y="21623"/>
                          </a:moveTo>
                          <a:cubicBezTo>
                            <a:pt x="20456" y="14479"/>
                            <a:pt x="26362" y="10479"/>
                            <a:pt x="32648" y="10383"/>
                          </a:cubicBezTo>
                          <a:cubicBezTo>
                            <a:pt x="30933" y="7240"/>
                            <a:pt x="28743" y="4478"/>
                            <a:pt x="25695" y="2573"/>
                          </a:cubicBezTo>
                          <a:cubicBezTo>
                            <a:pt x="16551" y="-3142"/>
                            <a:pt x="6073" y="1049"/>
                            <a:pt x="1882" y="11336"/>
                          </a:cubicBezTo>
                          <a:cubicBezTo>
                            <a:pt x="-2499" y="21718"/>
                            <a:pt x="1025" y="34577"/>
                            <a:pt x="9788" y="40387"/>
                          </a:cubicBezTo>
                          <a:cubicBezTo>
                            <a:pt x="12550" y="42292"/>
                            <a:pt x="15598" y="43054"/>
                            <a:pt x="18551" y="43149"/>
                          </a:cubicBezTo>
                          <a:cubicBezTo>
                            <a:pt x="15122" y="36863"/>
                            <a:pt x="14455" y="28671"/>
                            <a:pt x="17408" y="2162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41" name="Forme libre : forme 14240">
                      <a:extLst>
                        <a:ext uri="{FF2B5EF4-FFF2-40B4-BE49-F238E27FC236}">
                          <a16:creationId xmlns:a16="http://schemas.microsoft.com/office/drawing/2014/main" id="{1B2DECD5-CE10-4696-A2D3-7DC447616D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1260" y="3381590"/>
                      <a:ext cx="17242" cy="18036"/>
                    </a:xfrm>
                    <a:custGeom>
                      <a:avLst/>
                      <a:gdLst>
                        <a:gd name="connsiteX0" fmla="*/ 8479 w 17242"/>
                        <a:gd name="connsiteY0" fmla="*/ 18009 h 18036"/>
                        <a:gd name="connsiteX1" fmla="*/ 2 w 17242"/>
                        <a:gd name="connsiteY1" fmla="*/ 8484 h 18036"/>
                        <a:gd name="connsiteX2" fmla="*/ 8670 w 17242"/>
                        <a:gd name="connsiteY2" fmla="*/ 7 h 18036"/>
                        <a:gd name="connsiteX3" fmla="*/ 17242 w 17242"/>
                        <a:gd name="connsiteY3" fmla="*/ 9627 h 18036"/>
                        <a:gd name="connsiteX4" fmla="*/ 8479 w 17242"/>
                        <a:gd name="connsiteY4" fmla="*/ 18009 h 180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42" h="18036">
                          <a:moveTo>
                            <a:pt x="8479" y="18009"/>
                          </a:moveTo>
                          <a:cubicBezTo>
                            <a:pt x="3717" y="17628"/>
                            <a:pt x="-93" y="13342"/>
                            <a:pt x="2" y="8484"/>
                          </a:cubicBezTo>
                          <a:cubicBezTo>
                            <a:pt x="2" y="3531"/>
                            <a:pt x="3907" y="-184"/>
                            <a:pt x="8670" y="7"/>
                          </a:cubicBezTo>
                          <a:cubicBezTo>
                            <a:pt x="13432" y="293"/>
                            <a:pt x="17242" y="4579"/>
                            <a:pt x="17242" y="9627"/>
                          </a:cubicBezTo>
                          <a:cubicBezTo>
                            <a:pt x="17052" y="14675"/>
                            <a:pt x="13242" y="18390"/>
                            <a:pt x="8479" y="1800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42" name="Forme libre : forme 14241">
                      <a:extLst>
                        <a:ext uri="{FF2B5EF4-FFF2-40B4-BE49-F238E27FC236}">
                          <a16:creationId xmlns:a16="http://schemas.microsoft.com/office/drawing/2014/main" id="{565B6E3A-A7FB-44BA-B8A1-D8F20B5648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3557" y="3384239"/>
                      <a:ext cx="5793" cy="7151"/>
                    </a:xfrm>
                    <a:custGeom>
                      <a:avLst/>
                      <a:gdLst>
                        <a:gd name="connsiteX0" fmla="*/ 1611 w 5793"/>
                        <a:gd name="connsiteY0" fmla="*/ 6692 h 7151"/>
                        <a:gd name="connsiteX1" fmla="*/ 277 w 5793"/>
                        <a:gd name="connsiteY1" fmla="*/ 1835 h 7151"/>
                        <a:gd name="connsiteX2" fmla="*/ 4182 w 5793"/>
                        <a:gd name="connsiteY2" fmla="*/ 501 h 7151"/>
                        <a:gd name="connsiteX3" fmla="*/ 5516 w 5793"/>
                        <a:gd name="connsiteY3" fmla="*/ 5359 h 7151"/>
                        <a:gd name="connsiteX4" fmla="*/ 1611 w 5793"/>
                        <a:gd name="connsiteY4" fmla="*/ 6692 h 71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3" h="7151">
                          <a:moveTo>
                            <a:pt x="1611" y="6692"/>
                          </a:moveTo>
                          <a:cubicBezTo>
                            <a:pt x="182" y="5740"/>
                            <a:pt x="-390" y="3549"/>
                            <a:pt x="277" y="1835"/>
                          </a:cubicBezTo>
                          <a:cubicBezTo>
                            <a:pt x="1039" y="120"/>
                            <a:pt x="2754" y="-547"/>
                            <a:pt x="4182" y="501"/>
                          </a:cubicBezTo>
                          <a:cubicBezTo>
                            <a:pt x="5611" y="1454"/>
                            <a:pt x="6183" y="3644"/>
                            <a:pt x="5516" y="5359"/>
                          </a:cubicBezTo>
                          <a:cubicBezTo>
                            <a:pt x="4849" y="7073"/>
                            <a:pt x="3040" y="7645"/>
                            <a:pt x="1611" y="66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243" name="Graphique 5">
                    <a:extLst>
                      <a:ext uri="{FF2B5EF4-FFF2-40B4-BE49-F238E27FC236}">
                        <a16:creationId xmlns:a16="http://schemas.microsoft.com/office/drawing/2014/main" id="{6A14EE74-60D7-4795-AE66-5A07FD133443}"/>
                      </a:ext>
                    </a:extLst>
                  </p:cNvPr>
                  <p:cNvGrpSpPr/>
                  <p:nvPr/>
                </p:nvGrpSpPr>
                <p:grpSpPr>
                  <a:xfrm>
                    <a:off x="4128342" y="3370718"/>
                    <a:ext cx="35699" cy="41874"/>
                    <a:chOff x="4128342" y="3370718"/>
                    <a:chExt cx="35699" cy="41874"/>
                  </a:xfrm>
                  <a:solidFill>
                    <a:schemeClr val="accent1"/>
                  </a:solidFill>
                </p:grpSpPr>
                <p:sp>
                  <p:nvSpPr>
                    <p:cNvPr id="14244" name="Forme libre : forme 14243">
                      <a:extLst>
                        <a:ext uri="{FF2B5EF4-FFF2-40B4-BE49-F238E27FC236}">
                          <a16:creationId xmlns:a16="http://schemas.microsoft.com/office/drawing/2014/main" id="{105B8649-EB66-45D7-9165-01199FE3F0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8402" y="3370718"/>
                      <a:ext cx="35639" cy="41874"/>
                    </a:xfrm>
                    <a:custGeom>
                      <a:avLst/>
                      <a:gdLst>
                        <a:gd name="connsiteX0" fmla="*/ 9713 w 35639"/>
                        <a:gd name="connsiteY0" fmla="*/ 39073 h 41874"/>
                        <a:gd name="connsiteX1" fmla="*/ 1902 w 35639"/>
                        <a:gd name="connsiteY1" fmla="*/ 10974 h 41874"/>
                        <a:gd name="connsiteX2" fmla="*/ 25810 w 35639"/>
                        <a:gd name="connsiteY2" fmla="*/ 2497 h 41874"/>
                        <a:gd name="connsiteX3" fmla="*/ 33716 w 35639"/>
                        <a:gd name="connsiteY3" fmla="*/ 31262 h 41874"/>
                        <a:gd name="connsiteX4" fmla="*/ 9713 w 35639"/>
                        <a:gd name="connsiteY4" fmla="*/ 39073 h 41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39" h="41874">
                          <a:moveTo>
                            <a:pt x="9713" y="39073"/>
                          </a:moveTo>
                          <a:cubicBezTo>
                            <a:pt x="950" y="33358"/>
                            <a:pt x="-2479" y="21071"/>
                            <a:pt x="1902" y="10974"/>
                          </a:cubicBezTo>
                          <a:cubicBezTo>
                            <a:pt x="6379" y="973"/>
                            <a:pt x="16952" y="-3028"/>
                            <a:pt x="25810" y="2497"/>
                          </a:cubicBezTo>
                          <a:cubicBezTo>
                            <a:pt x="34573" y="8021"/>
                            <a:pt x="38192" y="21071"/>
                            <a:pt x="33716" y="31262"/>
                          </a:cubicBezTo>
                          <a:cubicBezTo>
                            <a:pt x="29239" y="41549"/>
                            <a:pt x="18475" y="44788"/>
                            <a:pt x="9713" y="3907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45" name="Forme libre : forme 14244">
                      <a:extLst>
                        <a:ext uri="{FF2B5EF4-FFF2-40B4-BE49-F238E27FC236}">
                          <a16:creationId xmlns:a16="http://schemas.microsoft.com/office/drawing/2014/main" id="{5E30B3F3-879E-4DFC-A7EB-B7DF54ADF3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8342" y="3370813"/>
                      <a:ext cx="32727" cy="41739"/>
                    </a:xfrm>
                    <a:custGeom>
                      <a:avLst/>
                      <a:gdLst>
                        <a:gd name="connsiteX0" fmla="*/ 17487 w 32727"/>
                        <a:gd name="connsiteY0" fmla="*/ 20785 h 41739"/>
                        <a:gd name="connsiteX1" fmla="*/ 32727 w 32727"/>
                        <a:gd name="connsiteY1" fmla="*/ 10022 h 41739"/>
                        <a:gd name="connsiteX2" fmla="*/ 25869 w 32727"/>
                        <a:gd name="connsiteY2" fmla="*/ 2497 h 41739"/>
                        <a:gd name="connsiteX3" fmla="*/ 1962 w 32727"/>
                        <a:gd name="connsiteY3" fmla="*/ 10974 h 41739"/>
                        <a:gd name="connsiteX4" fmla="*/ 9772 w 32727"/>
                        <a:gd name="connsiteY4" fmla="*/ 39073 h 41739"/>
                        <a:gd name="connsiteX5" fmla="*/ 18535 w 32727"/>
                        <a:gd name="connsiteY5" fmla="*/ 41740 h 41739"/>
                        <a:gd name="connsiteX6" fmla="*/ 17487 w 32727"/>
                        <a:gd name="connsiteY6" fmla="*/ 20785 h 41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727" h="41739">
                          <a:moveTo>
                            <a:pt x="17487" y="20785"/>
                          </a:moveTo>
                          <a:cubicBezTo>
                            <a:pt x="20535" y="13927"/>
                            <a:pt x="26441" y="10022"/>
                            <a:pt x="32727" y="10022"/>
                          </a:cubicBezTo>
                          <a:cubicBezTo>
                            <a:pt x="31108" y="6974"/>
                            <a:pt x="28822" y="4307"/>
                            <a:pt x="25869" y="2497"/>
                          </a:cubicBezTo>
                          <a:cubicBezTo>
                            <a:pt x="16916" y="-3028"/>
                            <a:pt x="6438" y="973"/>
                            <a:pt x="1962" y="10974"/>
                          </a:cubicBezTo>
                          <a:cubicBezTo>
                            <a:pt x="-2515" y="20975"/>
                            <a:pt x="914" y="33358"/>
                            <a:pt x="9772" y="39073"/>
                          </a:cubicBezTo>
                          <a:cubicBezTo>
                            <a:pt x="12534" y="40883"/>
                            <a:pt x="15582" y="41645"/>
                            <a:pt x="18535" y="41740"/>
                          </a:cubicBezTo>
                          <a:cubicBezTo>
                            <a:pt x="15106" y="35453"/>
                            <a:pt x="14439" y="27548"/>
                            <a:pt x="17487" y="2078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46" name="Forme libre : forme 14245">
                      <a:extLst>
                        <a:ext uri="{FF2B5EF4-FFF2-40B4-BE49-F238E27FC236}">
                          <a16:creationId xmlns:a16="http://schemas.microsoft.com/office/drawing/2014/main" id="{220092BB-2085-4D6A-9FB7-F3C547208A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7160" y="3391773"/>
                      <a:ext cx="17148" cy="17367"/>
                    </a:xfrm>
                    <a:custGeom>
                      <a:avLst/>
                      <a:gdLst>
                        <a:gd name="connsiteX0" fmla="*/ 8479 w 17148"/>
                        <a:gd name="connsiteY0" fmla="*/ 17351 h 17367"/>
                        <a:gd name="connsiteX1" fmla="*/ 2 w 17148"/>
                        <a:gd name="connsiteY1" fmla="*/ 8112 h 17367"/>
                        <a:gd name="connsiteX2" fmla="*/ 8670 w 17148"/>
                        <a:gd name="connsiteY2" fmla="*/ 16 h 17367"/>
                        <a:gd name="connsiteX3" fmla="*/ 17147 w 17148"/>
                        <a:gd name="connsiteY3" fmla="*/ 9255 h 17367"/>
                        <a:gd name="connsiteX4" fmla="*/ 8479 w 17148"/>
                        <a:gd name="connsiteY4" fmla="*/ 17351 h 17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48" h="17367">
                          <a:moveTo>
                            <a:pt x="8479" y="17351"/>
                          </a:moveTo>
                          <a:cubicBezTo>
                            <a:pt x="3717" y="16970"/>
                            <a:pt x="-94" y="12875"/>
                            <a:pt x="2" y="8112"/>
                          </a:cubicBezTo>
                          <a:cubicBezTo>
                            <a:pt x="97" y="3350"/>
                            <a:pt x="3907" y="-270"/>
                            <a:pt x="8670" y="16"/>
                          </a:cubicBezTo>
                          <a:cubicBezTo>
                            <a:pt x="13432" y="302"/>
                            <a:pt x="17242" y="4397"/>
                            <a:pt x="17147" y="9255"/>
                          </a:cubicBezTo>
                          <a:cubicBezTo>
                            <a:pt x="17147" y="14113"/>
                            <a:pt x="13242" y="17637"/>
                            <a:pt x="8479" y="1735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47" name="Forme libre : forme 14246">
                      <a:extLst>
                        <a:ext uri="{FF2B5EF4-FFF2-40B4-BE49-F238E27FC236}">
                          <a16:creationId xmlns:a16="http://schemas.microsoft.com/office/drawing/2014/main" id="{70FDB450-220F-47F2-8703-23C1888D5C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9553" y="3394303"/>
                      <a:ext cx="5793" cy="6901"/>
                    </a:xfrm>
                    <a:custGeom>
                      <a:avLst/>
                      <a:gdLst>
                        <a:gd name="connsiteX0" fmla="*/ 1611 w 5793"/>
                        <a:gd name="connsiteY0" fmla="*/ 6440 h 6901"/>
                        <a:gd name="connsiteX1" fmla="*/ 277 w 5793"/>
                        <a:gd name="connsiteY1" fmla="*/ 1772 h 6901"/>
                        <a:gd name="connsiteX2" fmla="*/ 4182 w 5793"/>
                        <a:gd name="connsiteY2" fmla="*/ 439 h 6901"/>
                        <a:gd name="connsiteX3" fmla="*/ 5516 w 5793"/>
                        <a:gd name="connsiteY3" fmla="*/ 5201 h 6901"/>
                        <a:gd name="connsiteX4" fmla="*/ 1611 w 5793"/>
                        <a:gd name="connsiteY4" fmla="*/ 6440 h 6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3" h="6901">
                          <a:moveTo>
                            <a:pt x="1611" y="6440"/>
                          </a:moveTo>
                          <a:cubicBezTo>
                            <a:pt x="182" y="5487"/>
                            <a:pt x="-389" y="3392"/>
                            <a:pt x="277" y="1772"/>
                          </a:cubicBezTo>
                          <a:cubicBezTo>
                            <a:pt x="1039" y="153"/>
                            <a:pt x="2754" y="-514"/>
                            <a:pt x="4182" y="439"/>
                          </a:cubicBezTo>
                          <a:cubicBezTo>
                            <a:pt x="5611" y="1391"/>
                            <a:pt x="6183" y="3487"/>
                            <a:pt x="5516" y="5201"/>
                          </a:cubicBezTo>
                          <a:cubicBezTo>
                            <a:pt x="4849" y="6821"/>
                            <a:pt x="3039" y="7392"/>
                            <a:pt x="1611" y="64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248" name="Graphique 5">
                  <a:extLst>
                    <a:ext uri="{FF2B5EF4-FFF2-40B4-BE49-F238E27FC236}">
                      <a16:creationId xmlns:a16="http://schemas.microsoft.com/office/drawing/2014/main" id="{FCCE0827-AD80-4902-BEB9-34F7E0C62F6C}"/>
                    </a:ext>
                  </a:extLst>
                </p:cNvPr>
                <p:cNvGrpSpPr/>
                <p:nvPr/>
              </p:nvGrpSpPr>
              <p:grpSpPr>
                <a:xfrm>
                  <a:off x="4102011" y="3183380"/>
                  <a:ext cx="105778" cy="73100"/>
                  <a:chOff x="4102011" y="3183380"/>
                  <a:chExt cx="105778" cy="73100"/>
                </a:xfrm>
                <a:solidFill>
                  <a:schemeClr val="accent1"/>
                </a:solidFill>
              </p:grpSpPr>
              <p:grpSp>
                <p:nvGrpSpPr>
                  <p:cNvPr id="14249" name="Graphique 5">
                    <a:extLst>
                      <a:ext uri="{FF2B5EF4-FFF2-40B4-BE49-F238E27FC236}">
                        <a16:creationId xmlns:a16="http://schemas.microsoft.com/office/drawing/2014/main" id="{841D12A0-1CFA-4199-A494-3662BF356023}"/>
                      </a:ext>
                    </a:extLst>
                  </p:cNvPr>
                  <p:cNvGrpSpPr/>
                  <p:nvPr/>
                </p:nvGrpSpPr>
                <p:grpSpPr>
                  <a:xfrm>
                    <a:off x="4102011" y="3183380"/>
                    <a:ext cx="36545" cy="42114"/>
                    <a:chOff x="4102011" y="3183380"/>
                    <a:chExt cx="36545" cy="42114"/>
                  </a:xfrm>
                  <a:solidFill>
                    <a:schemeClr val="accent1"/>
                  </a:solidFill>
                </p:grpSpPr>
                <p:sp>
                  <p:nvSpPr>
                    <p:cNvPr id="14250" name="Forme libre : forme 14249">
                      <a:extLst>
                        <a:ext uri="{FF2B5EF4-FFF2-40B4-BE49-F238E27FC236}">
                          <a16:creationId xmlns:a16="http://schemas.microsoft.com/office/drawing/2014/main" id="{48275F23-52F6-4302-9DD1-00EC9148B8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2011" y="3183380"/>
                      <a:ext cx="36450" cy="42114"/>
                    </a:xfrm>
                    <a:custGeom>
                      <a:avLst/>
                      <a:gdLst>
                        <a:gd name="connsiteX0" fmla="*/ 31246 w 36450"/>
                        <a:gd name="connsiteY0" fmla="*/ 8098 h 42114"/>
                        <a:gd name="connsiteX1" fmla="*/ 30865 w 36450"/>
                        <a:gd name="connsiteY1" fmla="*/ 37911 h 42114"/>
                        <a:gd name="connsiteX2" fmla="*/ 5052 w 36450"/>
                        <a:gd name="connsiteY2" fmla="*/ 33910 h 42114"/>
                        <a:gd name="connsiteX3" fmla="*/ 5528 w 36450"/>
                        <a:gd name="connsiteY3" fmla="*/ 4669 h 42114"/>
                        <a:gd name="connsiteX4" fmla="*/ 31246 w 36450"/>
                        <a:gd name="connsiteY4" fmla="*/ 8098 h 42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50" h="42114">
                          <a:moveTo>
                            <a:pt x="31246" y="8098"/>
                          </a:moveTo>
                          <a:cubicBezTo>
                            <a:pt x="38294" y="17432"/>
                            <a:pt x="38199" y="30958"/>
                            <a:pt x="30865" y="37911"/>
                          </a:cubicBezTo>
                          <a:cubicBezTo>
                            <a:pt x="23530" y="44864"/>
                            <a:pt x="12005" y="42959"/>
                            <a:pt x="5052" y="33910"/>
                          </a:cubicBezTo>
                          <a:cubicBezTo>
                            <a:pt x="-1901" y="24862"/>
                            <a:pt x="-1615" y="12003"/>
                            <a:pt x="5528" y="4669"/>
                          </a:cubicBezTo>
                          <a:cubicBezTo>
                            <a:pt x="12672" y="-2666"/>
                            <a:pt x="24197" y="-1237"/>
                            <a:pt x="31246" y="809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1" name="Forme libre : forme 14250">
                      <a:extLst>
                        <a:ext uri="{FF2B5EF4-FFF2-40B4-BE49-F238E27FC236}">
                          <a16:creationId xmlns:a16="http://schemas.microsoft.com/office/drawing/2014/main" id="{4589AD34-6051-4D91-AD5A-7222000DE4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2682" y="3185001"/>
                      <a:ext cx="35874" cy="40370"/>
                    </a:xfrm>
                    <a:custGeom>
                      <a:avLst/>
                      <a:gdLst>
                        <a:gd name="connsiteX0" fmla="*/ 17907 w 35874"/>
                        <a:gd name="connsiteY0" fmla="*/ 19717 h 40370"/>
                        <a:gd name="connsiteX1" fmla="*/ 0 w 35874"/>
                        <a:gd name="connsiteY1" fmla="*/ 22384 h 40370"/>
                        <a:gd name="connsiteX2" fmla="*/ 4477 w 35874"/>
                        <a:gd name="connsiteY2" fmla="*/ 32194 h 40370"/>
                        <a:gd name="connsiteX3" fmla="*/ 30289 w 35874"/>
                        <a:gd name="connsiteY3" fmla="*/ 36195 h 40370"/>
                        <a:gd name="connsiteX4" fmla="*/ 30671 w 35874"/>
                        <a:gd name="connsiteY4" fmla="*/ 6382 h 40370"/>
                        <a:gd name="connsiteX5" fmla="*/ 22860 w 35874"/>
                        <a:gd name="connsiteY5" fmla="*/ 0 h 40370"/>
                        <a:gd name="connsiteX6" fmla="*/ 17907 w 35874"/>
                        <a:gd name="connsiteY6" fmla="*/ 19717 h 40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74" h="40370">
                          <a:moveTo>
                            <a:pt x="17907" y="19717"/>
                          </a:moveTo>
                          <a:cubicBezTo>
                            <a:pt x="12954" y="24575"/>
                            <a:pt x="6096" y="25241"/>
                            <a:pt x="0" y="22384"/>
                          </a:cubicBezTo>
                          <a:cubicBezTo>
                            <a:pt x="762" y="25813"/>
                            <a:pt x="2191" y="29242"/>
                            <a:pt x="4477" y="32194"/>
                          </a:cubicBezTo>
                          <a:cubicBezTo>
                            <a:pt x="11430" y="41148"/>
                            <a:pt x="22955" y="43148"/>
                            <a:pt x="30289" y="36195"/>
                          </a:cubicBezTo>
                          <a:cubicBezTo>
                            <a:pt x="37624" y="29242"/>
                            <a:pt x="37719" y="15716"/>
                            <a:pt x="30671" y="6382"/>
                          </a:cubicBezTo>
                          <a:cubicBezTo>
                            <a:pt x="28385" y="3429"/>
                            <a:pt x="25717" y="1333"/>
                            <a:pt x="22860" y="0"/>
                          </a:cubicBezTo>
                          <a:cubicBezTo>
                            <a:pt x="24384" y="7334"/>
                            <a:pt x="22765" y="14954"/>
                            <a:pt x="17907" y="197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2" name="Forme libre : forme 14251">
                      <a:extLst>
                        <a:ext uri="{FF2B5EF4-FFF2-40B4-BE49-F238E27FC236}">
                          <a16:creationId xmlns:a16="http://schemas.microsoft.com/office/drawing/2014/main" id="{A75C87A6-4360-4A9E-82AC-F6FD400EAA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4514" y="3187615"/>
                      <a:ext cx="17233" cy="18098"/>
                    </a:xfrm>
                    <a:custGeom>
                      <a:avLst/>
                      <a:gdLst>
                        <a:gd name="connsiteX0" fmla="*/ 11123 w 17233"/>
                        <a:gd name="connsiteY0" fmla="*/ 1101 h 18098"/>
                        <a:gd name="connsiteX1" fmla="*/ 16838 w 17233"/>
                        <a:gd name="connsiteY1" fmla="*/ 13484 h 18098"/>
                        <a:gd name="connsiteX2" fmla="*/ 6075 w 17233"/>
                        <a:gd name="connsiteY2" fmla="*/ 16913 h 18098"/>
                        <a:gd name="connsiteX3" fmla="*/ 360 w 17233"/>
                        <a:gd name="connsiteY3" fmla="*/ 4625 h 18098"/>
                        <a:gd name="connsiteX4" fmla="*/ 11123 w 17233"/>
                        <a:gd name="connsiteY4" fmla="*/ 1101 h 180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33" h="18098">
                          <a:moveTo>
                            <a:pt x="11123" y="1101"/>
                          </a:moveTo>
                          <a:cubicBezTo>
                            <a:pt x="15695" y="3482"/>
                            <a:pt x="18267" y="9102"/>
                            <a:pt x="16838" y="13484"/>
                          </a:cubicBezTo>
                          <a:cubicBezTo>
                            <a:pt x="15409" y="17865"/>
                            <a:pt x="10647" y="19389"/>
                            <a:pt x="6075" y="16913"/>
                          </a:cubicBezTo>
                          <a:cubicBezTo>
                            <a:pt x="1503" y="14436"/>
                            <a:pt x="-974" y="9007"/>
                            <a:pt x="360" y="4625"/>
                          </a:cubicBezTo>
                          <a:cubicBezTo>
                            <a:pt x="1789" y="339"/>
                            <a:pt x="6551" y="-1280"/>
                            <a:pt x="11123" y="110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3" name="Forme libre : forme 14252">
                      <a:extLst>
                        <a:ext uri="{FF2B5EF4-FFF2-40B4-BE49-F238E27FC236}">
                          <a16:creationId xmlns:a16="http://schemas.microsoft.com/office/drawing/2014/main" id="{F5AC2AD4-CFE6-41DB-ABBC-FC3B956F43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2790" y="3192703"/>
                      <a:ext cx="5977" cy="6938"/>
                    </a:xfrm>
                    <a:custGeom>
                      <a:avLst/>
                      <a:gdLst>
                        <a:gd name="connsiteX0" fmla="*/ 5132 w 5977"/>
                        <a:gd name="connsiteY0" fmla="*/ 1346 h 6938"/>
                        <a:gd name="connsiteX1" fmla="*/ 5037 w 5977"/>
                        <a:gd name="connsiteY1" fmla="*/ 6204 h 6938"/>
                        <a:gd name="connsiteX2" fmla="*/ 846 w 5977"/>
                        <a:gd name="connsiteY2" fmla="*/ 5633 h 6938"/>
                        <a:gd name="connsiteX3" fmla="*/ 941 w 5977"/>
                        <a:gd name="connsiteY3" fmla="*/ 775 h 6938"/>
                        <a:gd name="connsiteX4" fmla="*/ 5132 w 5977"/>
                        <a:gd name="connsiteY4" fmla="*/ 1346 h 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7" h="6938">
                          <a:moveTo>
                            <a:pt x="5132" y="1346"/>
                          </a:moveTo>
                          <a:cubicBezTo>
                            <a:pt x="6275" y="2870"/>
                            <a:pt x="6275" y="5061"/>
                            <a:pt x="5037" y="6204"/>
                          </a:cubicBezTo>
                          <a:cubicBezTo>
                            <a:pt x="3894" y="7347"/>
                            <a:pt x="1989" y="7157"/>
                            <a:pt x="846" y="5633"/>
                          </a:cubicBezTo>
                          <a:cubicBezTo>
                            <a:pt x="-297" y="4109"/>
                            <a:pt x="-297" y="2013"/>
                            <a:pt x="941" y="775"/>
                          </a:cubicBezTo>
                          <a:cubicBezTo>
                            <a:pt x="2084" y="-463"/>
                            <a:pt x="3989" y="-178"/>
                            <a:pt x="5132" y="13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254" name="Graphique 5">
                    <a:extLst>
                      <a:ext uri="{FF2B5EF4-FFF2-40B4-BE49-F238E27FC236}">
                        <a16:creationId xmlns:a16="http://schemas.microsoft.com/office/drawing/2014/main" id="{8453102D-3876-499B-B30B-2137357E0BFE}"/>
                      </a:ext>
                    </a:extLst>
                  </p:cNvPr>
                  <p:cNvGrpSpPr/>
                  <p:nvPr/>
                </p:nvGrpSpPr>
                <p:grpSpPr>
                  <a:xfrm>
                    <a:off x="4135476" y="3203647"/>
                    <a:ext cx="36448" cy="43166"/>
                    <a:chOff x="4135476" y="3203647"/>
                    <a:chExt cx="36448" cy="43166"/>
                  </a:xfrm>
                  <a:solidFill>
                    <a:schemeClr val="accent1"/>
                  </a:solidFill>
                </p:grpSpPr>
                <p:sp>
                  <p:nvSpPr>
                    <p:cNvPr id="14255" name="Forme libre : forme 14254">
                      <a:extLst>
                        <a:ext uri="{FF2B5EF4-FFF2-40B4-BE49-F238E27FC236}">
                          <a16:creationId xmlns:a16="http://schemas.microsoft.com/office/drawing/2014/main" id="{29358370-F996-4225-B1A4-0D4E8101F7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5476" y="3203647"/>
                      <a:ext cx="36423" cy="43166"/>
                    </a:xfrm>
                    <a:custGeom>
                      <a:avLst/>
                      <a:gdLst>
                        <a:gd name="connsiteX0" fmla="*/ 31595 w 36423"/>
                        <a:gd name="connsiteY0" fmla="*/ 8786 h 43166"/>
                        <a:gd name="connsiteX1" fmla="*/ 30261 w 36423"/>
                        <a:gd name="connsiteY1" fmla="*/ 39266 h 43166"/>
                        <a:gd name="connsiteX2" fmla="*/ 4639 w 36423"/>
                        <a:gd name="connsiteY2" fmla="*/ 34122 h 43166"/>
                        <a:gd name="connsiteX3" fmla="*/ 5592 w 36423"/>
                        <a:gd name="connsiteY3" fmla="*/ 4309 h 43166"/>
                        <a:gd name="connsiteX4" fmla="*/ 31595 w 36423"/>
                        <a:gd name="connsiteY4" fmla="*/ 8786 h 431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23" h="43166">
                          <a:moveTo>
                            <a:pt x="31595" y="8786"/>
                          </a:moveTo>
                          <a:cubicBezTo>
                            <a:pt x="38643" y="18597"/>
                            <a:pt x="37786" y="32503"/>
                            <a:pt x="30261" y="39266"/>
                          </a:cubicBezTo>
                          <a:cubicBezTo>
                            <a:pt x="22736" y="46124"/>
                            <a:pt x="11211" y="43647"/>
                            <a:pt x="4639" y="34122"/>
                          </a:cubicBezTo>
                          <a:cubicBezTo>
                            <a:pt x="-1743" y="24502"/>
                            <a:pt x="-1648" y="11453"/>
                            <a:pt x="5592" y="4309"/>
                          </a:cubicBezTo>
                          <a:cubicBezTo>
                            <a:pt x="12926" y="-2834"/>
                            <a:pt x="24451" y="-929"/>
                            <a:pt x="31595" y="87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6" name="Forme libre : forme 14255">
                      <a:extLst>
                        <a:ext uri="{FF2B5EF4-FFF2-40B4-BE49-F238E27FC236}">
                          <a16:creationId xmlns:a16="http://schemas.microsoft.com/office/drawing/2014/main" id="{0C065720-E6F2-4B49-AB49-C762D07BAF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6114" y="3205670"/>
                      <a:ext cx="35809" cy="41143"/>
                    </a:xfrm>
                    <a:custGeom>
                      <a:avLst/>
                      <a:gdLst>
                        <a:gd name="connsiteX0" fmla="*/ 18002 w 35809"/>
                        <a:gd name="connsiteY0" fmla="*/ 19812 h 41143"/>
                        <a:gd name="connsiteX1" fmla="*/ 0 w 35809"/>
                        <a:gd name="connsiteY1" fmla="*/ 21812 h 41143"/>
                        <a:gd name="connsiteX2" fmla="*/ 4096 w 35809"/>
                        <a:gd name="connsiteY2" fmla="*/ 32099 h 41143"/>
                        <a:gd name="connsiteX3" fmla="*/ 29718 w 35809"/>
                        <a:gd name="connsiteY3" fmla="*/ 37243 h 41143"/>
                        <a:gd name="connsiteX4" fmla="*/ 31051 w 35809"/>
                        <a:gd name="connsiteY4" fmla="*/ 6763 h 41143"/>
                        <a:gd name="connsiteX5" fmla="*/ 23146 w 35809"/>
                        <a:gd name="connsiteY5" fmla="*/ 0 h 41143"/>
                        <a:gd name="connsiteX6" fmla="*/ 18002 w 35809"/>
                        <a:gd name="connsiteY6" fmla="*/ 19812 h 41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09" h="41143">
                          <a:moveTo>
                            <a:pt x="18002" y="19812"/>
                          </a:moveTo>
                          <a:cubicBezTo>
                            <a:pt x="12954" y="24575"/>
                            <a:pt x="6001" y="24955"/>
                            <a:pt x="0" y="21812"/>
                          </a:cubicBezTo>
                          <a:cubicBezTo>
                            <a:pt x="571" y="25432"/>
                            <a:pt x="1905" y="28956"/>
                            <a:pt x="4096" y="32099"/>
                          </a:cubicBezTo>
                          <a:cubicBezTo>
                            <a:pt x="10668" y="41624"/>
                            <a:pt x="22098" y="44101"/>
                            <a:pt x="29718" y="37243"/>
                          </a:cubicBezTo>
                          <a:cubicBezTo>
                            <a:pt x="37147" y="30385"/>
                            <a:pt x="38005" y="16478"/>
                            <a:pt x="31051" y="6763"/>
                          </a:cubicBezTo>
                          <a:cubicBezTo>
                            <a:pt x="28765" y="3715"/>
                            <a:pt x="26003" y="1429"/>
                            <a:pt x="23146" y="0"/>
                          </a:cubicBezTo>
                          <a:cubicBezTo>
                            <a:pt x="24670" y="7429"/>
                            <a:pt x="23146" y="15145"/>
                            <a:pt x="18002" y="19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7" name="Forme libre : forme 14256">
                      <a:extLst>
                        <a:ext uri="{FF2B5EF4-FFF2-40B4-BE49-F238E27FC236}">
                          <a16:creationId xmlns:a16="http://schemas.microsoft.com/office/drawing/2014/main" id="{05F1726D-700D-428D-B12B-4D9D20DC07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8239" y="3208111"/>
                      <a:ext cx="17307" cy="18642"/>
                    </a:xfrm>
                    <a:custGeom>
                      <a:avLst/>
                      <a:gdLst>
                        <a:gd name="connsiteX0" fmla="*/ 11211 w 17307"/>
                        <a:gd name="connsiteY0" fmla="*/ 1274 h 18642"/>
                        <a:gd name="connsiteX1" fmla="*/ 16831 w 17307"/>
                        <a:gd name="connsiteY1" fmla="*/ 14132 h 18642"/>
                        <a:gd name="connsiteX2" fmla="*/ 5973 w 17307"/>
                        <a:gd name="connsiteY2" fmla="*/ 17275 h 18642"/>
                        <a:gd name="connsiteX3" fmla="*/ 353 w 17307"/>
                        <a:gd name="connsiteY3" fmla="*/ 4607 h 18642"/>
                        <a:gd name="connsiteX4" fmla="*/ 11211 w 17307"/>
                        <a:gd name="connsiteY4" fmla="*/ 1274 h 18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07" h="18642">
                          <a:moveTo>
                            <a:pt x="11211" y="1274"/>
                          </a:moveTo>
                          <a:cubicBezTo>
                            <a:pt x="15783" y="3941"/>
                            <a:pt x="18450" y="9656"/>
                            <a:pt x="16831" y="14132"/>
                          </a:cubicBezTo>
                          <a:cubicBezTo>
                            <a:pt x="15307" y="18609"/>
                            <a:pt x="10354" y="19943"/>
                            <a:pt x="5973" y="17275"/>
                          </a:cubicBezTo>
                          <a:cubicBezTo>
                            <a:pt x="1591" y="14513"/>
                            <a:pt x="-981" y="8989"/>
                            <a:pt x="353" y="4607"/>
                          </a:cubicBezTo>
                          <a:cubicBezTo>
                            <a:pt x="1781" y="131"/>
                            <a:pt x="6544" y="-1298"/>
                            <a:pt x="11211" y="127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8" name="Forme libre : forme 14257">
                      <a:extLst>
                        <a:ext uri="{FF2B5EF4-FFF2-40B4-BE49-F238E27FC236}">
                          <a16:creationId xmlns:a16="http://schemas.microsoft.com/office/drawing/2014/main" id="{3E3D82A2-5252-4888-A3C6-69762AF2B2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6413" y="3213074"/>
                      <a:ext cx="6072" cy="7099"/>
                    </a:xfrm>
                    <a:custGeom>
                      <a:avLst/>
                      <a:gdLst>
                        <a:gd name="connsiteX0" fmla="*/ 5227 w 6072"/>
                        <a:gd name="connsiteY0" fmla="*/ 1454 h 7099"/>
                        <a:gd name="connsiteX1" fmla="*/ 5132 w 6072"/>
                        <a:gd name="connsiteY1" fmla="*/ 6407 h 7099"/>
                        <a:gd name="connsiteX2" fmla="*/ 846 w 6072"/>
                        <a:gd name="connsiteY2" fmla="*/ 5645 h 7099"/>
                        <a:gd name="connsiteX3" fmla="*/ 941 w 6072"/>
                        <a:gd name="connsiteY3" fmla="*/ 692 h 7099"/>
                        <a:gd name="connsiteX4" fmla="*/ 5227 w 6072"/>
                        <a:gd name="connsiteY4" fmla="*/ 1454 h 7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2" h="7099">
                          <a:moveTo>
                            <a:pt x="5227" y="1454"/>
                          </a:moveTo>
                          <a:cubicBezTo>
                            <a:pt x="6370" y="2978"/>
                            <a:pt x="6370" y="5264"/>
                            <a:pt x="5132" y="6407"/>
                          </a:cubicBezTo>
                          <a:cubicBezTo>
                            <a:pt x="3894" y="7550"/>
                            <a:pt x="1989" y="7264"/>
                            <a:pt x="846" y="5645"/>
                          </a:cubicBezTo>
                          <a:cubicBezTo>
                            <a:pt x="-297" y="4121"/>
                            <a:pt x="-297" y="1930"/>
                            <a:pt x="941" y="692"/>
                          </a:cubicBezTo>
                          <a:cubicBezTo>
                            <a:pt x="2179" y="-451"/>
                            <a:pt x="4084" y="-165"/>
                            <a:pt x="5227" y="14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259" name="Graphique 5">
                    <a:extLst>
                      <a:ext uri="{FF2B5EF4-FFF2-40B4-BE49-F238E27FC236}">
                        <a16:creationId xmlns:a16="http://schemas.microsoft.com/office/drawing/2014/main" id="{FDE222FE-D844-4314-95E5-64C195B824B1}"/>
                      </a:ext>
                    </a:extLst>
                  </p:cNvPr>
                  <p:cNvGrpSpPr/>
                  <p:nvPr/>
                </p:nvGrpSpPr>
                <p:grpSpPr>
                  <a:xfrm>
                    <a:off x="4171423" y="3211812"/>
                    <a:ext cx="36367" cy="44669"/>
                    <a:chOff x="4171423" y="3211812"/>
                    <a:chExt cx="36367" cy="44669"/>
                  </a:xfrm>
                  <a:solidFill>
                    <a:schemeClr val="accent1"/>
                  </a:solidFill>
                </p:grpSpPr>
                <p:sp>
                  <p:nvSpPr>
                    <p:cNvPr id="14260" name="Forme libre : forme 14259">
                      <a:extLst>
                        <a:ext uri="{FF2B5EF4-FFF2-40B4-BE49-F238E27FC236}">
                          <a16:creationId xmlns:a16="http://schemas.microsoft.com/office/drawing/2014/main" id="{8C000C21-C927-430A-9149-FC78260E75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1423" y="3211812"/>
                      <a:ext cx="36367" cy="44669"/>
                    </a:xfrm>
                    <a:custGeom>
                      <a:avLst/>
                      <a:gdLst>
                        <a:gd name="connsiteX0" fmla="*/ 31652 w 36367"/>
                        <a:gd name="connsiteY0" fmla="*/ 9575 h 44669"/>
                        <a:gd name="connsiteX1" fmla="*/ 30319 w 36367"/>
                        <a:gd name="connsiteY1" fmla="*/ 40912 h 44669"/>
                        <a:gd name="connsiteX2" fmla="*/ 4601 w 36367"/>
                        <a:gd name="connsiteY2" fmla="*/ 35006 h 44669"/>
                        <a:gd name="connsiteX3" fmla="*/ 6030 w 36367"/>
                        <a:gd name="connsiteY3" fmla="*/ 4241 h 44669"/>
                        <a:gd name="connsiteX4" fmla="*/ 31652 w 36367"/>
                        <a:gd name="connsiteY4" fmla="*/ 9575 h 44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367" h="44669">
                          <a:moveTo>
                            <a:pt x="31652" y="9575"/>
                          </a:moveTo>
                          <a:cubicBezTo>
                            <a:pt x="38415" y="19862"/>
                            <a:pt x="37843" y="34054"/>
                            <a:pt x="30319" y="40912"/>
                          </a:cubicBezTo>
                          <a:cubicBezTo>
                            <a:pt x="22794" y="47770"/>
                            <a:pt x="11173" y="44912"/>
                            <a:pt x="4601" y="35006"/>
                          </a:cubicBezTo>
                          <a:cubicBezTo>
                            <a:pt x="-2066" y="25005"/>
                            <a:pt x="-1400" y="11384"/>
                            <a:pt x="6030" y="4241"/>
                          </a:cubicBezTo>
                          <a:cubicBezTo>
                            <a:pt x="13459" y="-2998"/>
                            <a:pt x="24889" y="-808"/>
                            <a:pt x="31652" y="957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61" name="Forme libre : forme 14260">
                      <a:extLst>
                        <a:ext uri="{FF2B5EF4-FFF2-40B4-BE49-F238E27FC236}">
                          <a16:creationId xmlns:a16="http://schemas.microsoft.com/office/drawing/2014/main" id="{A1149AFA-C6E1-4950-AD20-55CAC0F18F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1833" y="3214052"/>
                      <a:ext cx="35899" cy="42358"/>
                    </a:xfrm>
                    <a:custGeom>
                      <a:avLst/>
                      <a:gdLst>
                        <a:gd name="connsiteX0" fmla="*/ 18097 w 35899"/>
                        <a:gd name="connsiteY0" fmla="*/ 20383 h 42358"/>
                        <a:gd name="connsiteX1" fmla="*/ 0 w 35899"/>
                        <a:gd name="connsiteY1" fmla="*/ 22003 h 42358"/>
                        <a:gd name="connsiteX2" fmla="*/ 4096 w 35899"/>
                        <a:gd name="connsiteY2" fmla="*/ 32671 h 42358"/>
                        <a:gd name="connsiteX3" fmla="*/ 29813 w 35899"/>
                        <a:gd name="connsiteY3" fmla="*/ 38576 h 42358"/>
                        <a:gd name="connsiteX4" fmla="*/ 31147 w 35899"/>
                        <a:gd name="connsiteY4" fmla="*/ 7239 h 42358"/>
                        <a:gd name="connsiteX5" fmla="*/ 23527 w 35899"/>
                        <a:gd name="connsiteY5" fmla="*/ 0 h 42358"/>
                        <a:gd name="connsiteX6" fmla="*/ 18097 w 35899"/>
                        <a:gd name="connsiteY6" fmla="*/ 20383 h 42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99" h="42358">
                          <a:moveTo>
                            <a:pt x="18097" y="20383"/>
                          </a:moveTo>
                          <a:cubicBezTo>
                            <a:pt x="12954" y="25146"/>
                            <a:pt x="6001" y="25336"/>
                            <a:pt x="0" y="22003"/>
                          </a:cubicBezTo>
                          <a:cubicBezTo>
                            <a:pt x="667" y="25717"/>
                            <a:pt x="1905" y="29337"/>
                            <a:pt x="4096" y="32671"/>
                          </a:cubicBezTo>
                          <a:cubicBezTo>
                            <a:pt x="10763" y="42672"/>
                            <a:pt x="22288" y="45434"/>
                            <a:pt x="29813" y="38576"/>
                          </a:cubicBezTo>
                          <a:cubicBezTo>
                            <a:pt x="37338" y="31718"/>
                            <a:pt x="38005" y="17526"/>
                            <a:pt x="31147" y="7239"/>
                          </a:cubicBezTo>
                          <a:cubicBezTo>
                            <a:pt x="28956" y="4000"/>
                            <a:pt x="26289" y="1619"/>
                            <a:pt x="23527" y="0"/>
                          </a:cubicBezTo>
                          <a:cubicBezTo>
                            <a:pt x="24955" y="7810"/>
                            <a:pt x="23146" y="15716"/>
                            <a:pt x="18097" y="203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62" name="Forme libre : forme 14261">
                      <a:extLst>
                        <a:ext uri="{FF2B5EF4-FFF2-40B4-BE49-F238E27FC236}">
                          <a16:creationId xmlns:a16="http://schemas.microsoft.com/office/drawing/2014/main" id="{D15E29F9-77E3-4ADE-8DD8-CA28E03BEC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4136" y="3216479"/>
                      <a:ext cx="17208" cy="19390"/>
                    </a:xfrm>
                    <a:custGeom>
                      <a:avLst/>
                      <a:gdLst>
                        <a:gd name="connsiteX0" fmla="*/ 11414 w 17208"/>
                        <a:gd name="connsiteY0" fmla="*/ 1478 h 19390"/>
                        <a:gd name="connsiteX1" fmla="*/ 16748 w 17208"/>
                        <a:gd name="connsiteY1" fmla="*/ 14909 h 19390"/>
                        <a:gd name="connsiteX2" fmla="*/ 5794 w 17208"/>
                        <a:gd name="connsiteY2" fmla="*/ 17861 h 19390"/>
                        <a:gd name="connsiteX3" fmla="*/ 461 w 17208"/>
                        <a:gd name="connsiteY3" fmla="*/ 4526 h 19390"/>
                        <a:gd name="connsiteX4" fmla="*/ 11414 w 17208"/>
                        <a:gd name="connsiteY4" fmla="*/ 1478 h 19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08" h="19390">
                          <a:moveTo>
                            <a:pt x="11414" y="1478"/>
                          </a:moveTo>
                          <a:cubicBezTo>
                            <a:pt x="15891" y="4336"/>
                            <a:pt x="18272" y="10432"/>
                            <a:pt x="16748" y="14909"/>
                          </a:cubicBezTo>
                          <a:cubicBezTo>
                            <a:pt x="15224" y="19480"/>
                            <a:pt x="10271" y="20719"/>
                            <a:pt x="5794" y="17861"/>
                          </a:cubicBezTo>
                          <a:cubicBezTo>
                            <a:pt x="1318" y="15004"/>
                            <a:pt x="-1064" y="9098"/>
                            <a:pt x="461" y="4526"/>
                          </a:cubicBezTo>
                          <a:cubicBezTo>
                            <a:pt x="2080" y="50"/>
                            <a:pt x="6937" y="-1379"/>
                            <a:pt x="11414" y="147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63" name="Forme libre : forme 14262">
                      <a:extLst>
                        <a:ext uri="{FF2B5EF4-FFF2-40B4-BE49-F238E27FC236}">
                          <a16:creationId xmlns:a16="http://schemas.microsoft.com/office/drawing/2014/main" id="{7C0AC3F8-575D-4A1F-A8DE-E3495B25B6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2462" y="3221490"/>
                      <a:ext cx="5983" cy="7318"/>
                    </a:xfrm>
                    <a:custGeom>
                      <a:avLst/>
                      <a:gdLst>
                        <a:gd name="connsiteX0" fmla="*/ 5182 w 5983"/>
                        <a:gd name="connsiteY0" fmla="*/ 1516 h 7318"/>
                        <a:gd name="connsiteX1" fmla="*/ 4992 w 5983"/>
                        <a:gd name="connsiteY1" fmla="*/ 6660 h 7318"/>
                        <a:gd name="connsiteX2" fmla="*/ 801 w 5983"/>
                        <a:gd name="connsiteY2" fmla="*/ 5802 h 7318"/>
                        <a:gd name="connsiteX3" fmla="*/ 992 w 5983"/>
                        <a:gd name="connsiteY3" fmla="*/ 659 h 7318"/>
                        <a:gd name="connsiteX4" fmla="*/ 5182 w 5983"/>
                        <a:gd name="connsiteY4" fmla="*/ 1516 h 73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83" h="7318">
                          <a:moveTo>
                            <a:pt x="5182" y="1516"/>
                          </a:moveTo>
                          <a:cubicBezTo>
                            <a:pt x="6326" y="3135"/>
                            <a:pt x="6230" y="5517"/>
                            <a:pt x="4992" y="6660"/>
                          </a:cubicBezTo>
                          <a:cubicBezTo>
                            <a:pt x="3754" y="7803"/>
                            <a:pt x="1849" y="7422"/>
                            <a:pt x="801" y="5802"/>
                          </a:cubicBezTo>
                          <a:cubicBezTo>
                            <a:pt x="-342" y="4183"/>
                            <a:pt x="-247" y="1897"/>
                            <a:pt x="992" y="659"/>
                          </a:cubicBezTo>
                          <a:cubicBezTo>
                            <a:pt x="2230" y="-484"/>
                            <a:pt x="4039" y="-103"/>
                            <a:pt x="5182" y="15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</p:grpSp>
        <p:sp>
          <p:nvSpPr>
            <p:cNvPr id="14264" name="Forme libre : forme 14263">
              <a:extLst>
                <a:ext uri="{FF2B5EF4-FFF2-40B4-BE49-F238E27FC236}">
                  <a16:creationId xmlns:a16="http://schemas.microsoft.com/office/drawing/2014/main" id="{6564F932-463B-4962-B8D5-AA0F3782ED8E}"/>
                </a:ext>
              </a:extLst>
            </p:cNvPr>
            <p:cNvSpPr/>
            <p:nvPr/>
          </p:nvSpPr>
          <p:spPr>
            <a:xfrm>
              <a:off x="2294537" y="2487385"/>
              <a:ext cx="125267" cy="135164"/>
            </a:xfrm>
            <a:custGeom>
              <a:avLst/>
              <a:gdLst>
                <a:gd name="connsiteX0" fmla="*/ 31256 w 125267"/>
                <a:gd name="connsiteY0" fmla="*/ 35057 h 135164"/>
                <a:gd name="connsiteX1" fmla="*/ 86406 w 125267"/>
                <a:gd name="connsiteY1" fmla="*/ 105256 h 135164"/>
                <a:gd name="connsiteX2" fmla="*/ 102598 w 125267"/>
                <a:gd name="connsiteY2" fmla="*/ 124782 h 135164"/>
                <a:gd name="connsiteX3" fmla="*/ 125268 w 125267"/>
                <a:gd name="connsiteY3" fmla="*/ 135165 h 135164"/>
                <a:gd name="connsiteX4" fmla="*/ 116600 w 125267"/>
                <a:gd name="connsiteY4" fmla="*/ 123068 h 135164"/>
                <a:gd name="connsiteX5" fmla="*/ 54021 w 125267"/>
                <a:gd name="connsiteY5" fmla="*/ 52202 h 135164"/>
                <a:gd name="connsiteX6" fmla="*/ 12587 w 125267"/>
                <a:gd name="connsiteY6" fmla="*/ 5529 h 135164"/>
                <a:gd name="connsiteX7" fmla="*/ 1347 w 125267"/>
                <a:gd name="connsiteY7" fmla="*/ 291 h 135164"/>
                <a:gd name="connsiteX8" fmla="*/ 3252 w 125267"/>
                <a:gd name="connsiteY8" fmla="*/ 9054 h 135164"/>
                <a:gd name="connsiteX9" fmla="*/ 31256 w 125267"/>
                <a:gd name="connsiteY9" fmla="*/ 35057 h 13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267" h="135164">
                  <a:moveTo>
                    <a:pt x="31256" y="35057"/>
                  </a:moveTo>
                  <a:cubicBezTo>
                    <a:pt x="52020" y="56393"/>
                    <a:pt x="69165" y="80872"/>
                    <a:pt x="86406" y="105256"/>
                  </a:cubicBezTo>
                  <a:cubicBezTo>
                    <a:pt x="91264" y="112209"/>
                    <a:pt x="96216" y="119163"/>
                    <a:pt x="102598" y="124782"/>
                  </a:cubicBezTo>
                  <a:cubicBezTo>
                    <a:pt x="108980" y="130402"/>
                    <a:pt x="116790" y="134688"/>
                    <a:pt x="125268" y="135165"/>
                  </a:cubicBezTo>
                  <a:cubicBezTo>
                    <a:pt x="124125" y="130307"/>
                    <a:pt x="120219" y="126592"/>
                    <a:pt x="116600" y="123068"/>
                  </a:cubicBezTo>
                  <a:cubicBezTo>
                    <a:pt x="93645" y="101446"/>
                    <a:pt x="72690" y="77634"/>
                    <a:pt x="54021" y="52202"/>
                  </a:cubicBezTo>
                  <a:cubicBezTo>
                    <a:pt x="41829" y="35533"/>
                    <a:pt x="30018" y="17340"/>
                    <a:pt x="12587" y="5529"/>
                  </a:cubicBezTo>
                  <a:cubicBezTo>
                    <a:pt x="10682" y="4291"/>
                    <a:pt x="3824" y="-1329"/>
                    <a:pt x="1347" y="291"/>
                  </a:cubicBezTo>
                  <a:cubicBezTo>
                    <a:pt x="-1986" y="2481"/>
                    <a:pt x="1728" y="7244"/>
                    <a:pt x="3252" y="9054"/>
                  </a:cubicBezTo>
                  <a:cubicBezTo>
                    <a:pt x="11158" y="18483"/>
                    <a:pt x="22493" y="26103"/>
                    <a:pt x="31256" y="35057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65" name="Forme libre : forme 14264">
              <a:extLst>
                <a:ext uri="{FF2B5EF4-FFF2-40B4-BE49-F238E27FC236}">
                  <a16:creationId xmlns:a16="http://schemas.microsoft.com/office/drawing/2014/main" id="{6289BE15-B1F5-4AF0-BFE7-052B3ADFCBEF}"/>
                </a:ext>
              </a:extLst>
            </p:cNvPr>
            <p:cNvSpPr/>
            <p:nvPr/>
          </p:nvSpPr>
          <p:spPr>
            <a:xfrm>
              <a:off x="2399009" y="2395569"/>
              <a:ext cx="123358" cy="146399"/>
            </a:xfrm>
            <a:custGeom>
              <a:avLst/>
              <a:gdLst>
                <a:gd name="connsiteX0" fmla="*/ 47465 w 123358"/>
                <a:gd name="connsiteY0" fmla="*/ 60865 h 146399"/>
                <a:gd name="connsiteX1" fmla="*/ 65182 w 123358"/>
                <a:gd name="connsiteY1" fmla="*/ 76391 h 146399"/>
                <a:gd name="connsiteX2" fmla="*/ 122522 w 123358"/>
                <a:gd name="connsiteY2" fmla="*/ 146399 h 146399"/>
                <a:gd name="connsiteX3" fmla="*/ 121093 w 123358"/>
                <a:gd name="connsiteY3" fmla="*/ 133255 h 146399"/>
                <a:gd name="connsiteX4" fmla="*/ 85660 w 123358"/>
                <a:gd name="connsiteY4" fmla="*/ 81820 h 146399"/>
                <a:gd name="connsiteX5" fmla="*/ 44036 w 123358"/>
                <a:gd name="connsiteY5" fmla="*/ 38576 h 146399"/>
                <a:gd name="connsiteX6" fmla="*/ 126 w 123358"/>
                <a:gd name="connsiteY6" fmla="*/ 0 h 146399"/>
                <a:gd name="connsiteX7" fmla="*/ 8317 w 123358"/>
                <a:gd name="connsiteY7" fmla="*/ 14097 h 146399"/>
                <a:gd name="connsiteX8" fmla="*/ 20605 w 123358"/>
                <a:gd name="connsiteY8" fmla="*/ 30861 h 146399"/>
                <a:gd name="connsiteX9" fmla="*/ 47465 w 123358"/>
                <a:gd name="connsiteY9" fmla="*/ 60865 h 146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358" h="146399">
                  <a:moveTo>
                    <a:pt x="47465" y="60865"/>
                  </a:moveTo>
                  <a:cubicBezTo>
                    <a:pt x="53180" y="66199"/>
                    <a:pt x="59276" y="71152"/>
                    <a:pt x="65182" y="76391"/>
                  </a:cubicBezTo>
                  <a:cubicBezTo>
                    <a:pt x="87851" y="96488"/>
                    <a:pt x="107282" y="120205"/>
                    <a:pt x="122522" y="146399"/>
                  </a:cubicBezTo>
                  <a:cubicBezTo>
                    <a:pt x="124332" y="142208"/>
                    <a:pt x="122903" y="137446"/>
                    <a:pt x="121093" y="133255"/>
                  </a:cubicBezTo>
                  <a:cubicBezTo>
                    <a:pt x="112997" y="114014"/>
                    <a:pt x="99567" y="97441"/>
                    <a:pt x="85660" y="81820"/>
                  </a:cubicBezTo>
                  <a:cubicBezTo>
                    <a:pt x="72421" y="66866"/>
                    <a:pt x="58514" y="52483"/>
                    <a:pt x="44036" y="38576"/>
                  </a:cubicBezTo>
                  <a:cubicBezTo>
                    <a:pt x="30415" y="25527"/>
                    <a:pt x="16033" y="10096"/>
                    <a:pt x="126" y="0"/>
                  </a:cubicBezTo>
                  <a:cubicBezTo>
                    <a:pt x="-1017" y="4000"/>
                    <a:pt x="5936" y="10858"/>
                    <a:pt x="8317" y="14097"/>
                  </a:cubicBezTo>
                  <a:cubicBezTo>
                    <a:pt x="12318" y="19717"/>
                    <a:pt x="16414" y="25337"/>
                    <a:pt x="20605" y="30861"/>
                  </a:cubicBezTo>
                  <a:cubicBezTo>
                    <a:pt x="28796" y="41529"/>
                    <a:pt x="37559" y="51721"/>
                    <a:pt x="47465" y="60865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66" name="Forme libre : forme 14265">
              <a:extLst>
                <a:ext uri="{FF2B5EF4-FFF2-40B4-BE49-F238E27FC236}">
                  <a16:creationId xmlns:a16="http://schemas.microsoft.com/office/drawing/2014/main" id="{5EA1E1B2-A061-43E7-8A64-C9DF71EC042A}"/>
                </a:ext>
              </a:extLst>
            </p:cNvPr>
            <p:cNvSpPr/>
            <p:nvPr/>
          </p:nvSpPr>
          <p:spPr>
            <a:xfrm>
              <a:off x="2660017" y="2258785"/>
              <a:ext cx="75350" cy="166120"/>
            </a:xfrm>
            <a:custGeom>
              <a:avLst/>
              <a:gdLst>
                <a:gd name="connsiteX0" fmla="*/ 37060 w 75350"/>
                <a:gd name="connsiteY0" fmla="*/ 90207 h 166120"/>
                <a:gd name="connsiteX1" fmla="*/ 49348 w 75350"/>
                <a:gd name="connsiteY1" fmla="*/ 132117 h 166120"/>
                <a:gd name="connsiteX2" fmla="*/ 75351 w 75350"/>
                <a:gd name="connsiteY2" fmla="*/ 166121 h 166120"/>
                <a:gd name="connsiteX3" fmla="*/ 70683 w 75350"/>
                <a:gd name="connsiteY3" fmla="*/ 153072 h 166120"/>
                <a:gd name="connsiteX4" fmla="*/ 65445 w 75350"/>
                <a:gd name="connsiteY4" fmla="*/ 138879 h 166120"/>
                <a:gd name="connsiteX5" fmla="*/ 55062 w 75350"/>
                <a:gd name="connsiteY5" fmla="*/ 111828 h 166120"/>
                <a:gd name="connsiteX6" fmla="*/ 32107 w 75350"/>
                <a:gd name="connsiteY6" fmla="*/ 57250 h 166120"/>
                <a:gd name="connsiteX7" fmla="*/ 7342 w 75350"/>
                <a:gd name="connsiteY7" fmla="*/ 4196 h 166120"/>
                <a:gd name="connsiteX8" fmla="*/ 484 w 75350"/>
                <a:gd name="connsiteY8" fmla="*/ 8196 h 166120"/>
                <a:gd name="connsiteX9" fmla="*/ 11628 w 75350"/>
                <a:gd name="connsiteY9" fmla="*/ 32961 h 166120"/>
                <a:gd name="connsiteX10" fmla="*/ 37060 w 75350"/>
                <a:gd name="connsiteY10" fmla="*/ 90207 h 16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350" h="166120">
                  <a:moveTo>
                    <a:pt x="37060" y="90207"/>
                  </a:moveTo>
                  <a:cubicBezTo>
                    <a:pt x="41442" y="104113"/>
                    <a:pt x="44109" y="118496"/>
                    <a:pt x="49348" y="132117"/>
                  </a:cubicBezTo>
                  <a:cubicBezTo>
                    <a:pt x="54491" y="145737"/>
                    <a:pt x="62778" y="158787"/>
                    <a:pt x="75351" y="166121"/>
                  </a:cubicBezTo>
                  <a:cubicBezTo>
                    <a:pt x="73350" y="164978"/>
                    <a:pt x="71541" y="155358"/>
                    <a:pt x="70683" y="153072"/>
                  </a:cubicBezTo>
                  <a:cubicBezTo>
                    <a:pt x="68969" y="148309"/>
                    <a:pt x="67254" y="143642"/>
                    <a:pt x="65445" y="138879"/>
                  </a:cubicBezTo>
                  <a:cubicBezTo>
                    <a:pt x="62016" y="129831"/>
                    <a:pt x="58587" y="120877"/>
                    <a:pt x="55062" y="111828"/>
                  </a:cubicBezTo>
                  <a:cubicBezTo>
                    <a:pt x="47823" y="93540"/>
                    <a:pt x="40108" y="75348"/>
                    <a:pt x="32107" y="57250"/>
                  </a:cubicBezTo>
                  <a:cubicBezTo>
                    <a:pt x="24202" y="39438"/>
                    <a:pt x="16391" y="21436"/>
                    <a:pt x="7342" y="4196"/>
                  </a:cubicBezTo>
                  <a:cubicBezTo>
                    <a:pt x="3056" y="-3996"/>
                    <a:pt x="-1516" y="1148"/>
                    <a:pt x="484" y="8196"/>
                  </a:cubicBezTo>
                  <a:cubicBezTo>
                    <a:pt x="2865" y="16674"/>
                    <a:pt x="7818" y="25056"/>
                    <a:pt x="11628" y="32961"/>
                  </a:cubicBezTo>
                  <a:cubicBezTo>
                    <a:pt x="20773" y="51821"/>
                    <a:pt x="30678" y="70299"/>
                    <a:pt x="37060" y="90207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67" name="Forme libre : forme 14266">
              <a:extLst>
                <a:ext uri="{FF2B5EF4-FFF2-40B4-BE49-F238E27FC236}">
                  <a16:creationId xmlns:a16="http://schemas.microsoft.com/office/drawing/2014/main" id="{D50E828C-C990-4870-9FB7-C932D8697368}"/>
                </a:ext>
              </a:extLst>
            </p:cNvPr>
            <p:cNvSpPr/>
            <p:nvPr/>
          </p:nvSpPr>
          <p:spPr>
            <a:xfrm>
              <a:off x="2791955" y="2206533"/>
              <a:ext cx="67618" cy="170513"/>
            </a:xfrm>
            <a:custGeom>
              <a:avLst/>
              <a:gdLst>
                <a:gd name="connsiteX0" fmla="*/ 52950 w 67618"/>
                <a:gd name="connsiteY0" fmla="*/ 133791 h 170513"/>
                <a:gd name="connsiteX1" fmla="*/ 59903 w 67618"/>
                <a:gd name="connsiteY1" fmla="*/ 162747 h 170513"/>
                <a:gd name="connsiteX2" fmla="*/ 67618 w 67618"/>
                <a:gd name="connsiteY2" fmla="*/ 170367 h 170513"/>
                <a:gd name="connsiteX3" fmla="*/ 59141 w 67618"/>
                <a:gd name="connsiteY3" fmla="*/ 137887 h 170513"/>
                <a:gd name="connsiteX4" fmla="*/ 13802 w 67618"/>
                <a:gd name="connsiteY4" fmla="*/ 15205 h 170513"/>
                <a:gd name="connsiteX5" fmla="*/ 1991 w 67618"/>
                <a:gd name="connsiteY5" fmla="*/ 2060 h 170513"/>
                <a:gd name="connsiteX6" fmla="*/ 4849 w 67618"/>
                <a:gd name="connsiteY6" fmla="*/ 24063 h 170513"/>
                <a:gd name="connsiteX7" fmla="*/ 28375 w 67618"/>
                <a:gd name="connsiteY7" fmla="*/ 75593 h 170513"/>
                <a:gd name="connsiteX8" fmla="*/ 52950 w 67618"/>
                <a:gd name="connsiteY8" fmla="*/ 133791 h 170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18" h="170513">
                  <a:moveTo>
                    <a:pt x="52950" y="133791"/>
                  </a:moveTo>
                  <a:cubicBezTo>
                    <a:pt x="55522" y="143411"/>
                    <a:pt x="57331" y="153222"/>
                    <a:pt x="59903" y="162747"/>
                  </a:cubicBezTo>
                  <a:cubicBezTo>
                    <a:pt x="60951" y="166652"/>
                    <a:pt x="63713" y="171415"/>
                    <a:pt x="67618" y="170367"/>
                  </a:cubicBezTo>
                  <a:cubicBezTo>
                    <a:pt x="66952" y="159127"/>
                    <a:pt x="63046" y="148364"/>
                    <a:pt x="59141" y="137887"/>
                  </a:cubicBezTo>
                  <a:cubicBezTo>
                    <a:pt x="43996" y="97024"/>
                    <a:pt x="28947" y="56067"/>
                    <a:pt x="13802" y="15205"/>
                  </a:cubicBezTo>
                  <a:cubicBezTo>
                    <a:pt x="12088" y="10442"/>
                    <a:pt x="9421" y="-5655"/>
                    <a:pt x="1991" y="2060"/>
                  </a:cubicBezTo>
                  <a:cubicBezTo>
                    <a:pt x="-3057" y="7299"/>
                    <a:pt x="2848" y="18348"/>
                    <a:pt x="4849" y="24063"/>
                  </a:cubicBezTo>
                  <a:cubicBezTo>
                    <a:pt x="11040" y="41875"/>
                    <a:pt x="19803" y="58734"/>
                    <a:pt x="28375" y="75593"/>
                  </a:cubicBezTo>
                  <a:cubicBezTo>
                    <a:pt x="37900" y="94357"/>
                    <a:pt x="47425" y="113407"/>
                    <a:pt x="52950" y="133791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68" name="Forme libre : forme 14267">
              <a:extLst>
                <a:ext uri="{FF2B5EF4-FFF2-40B4-BE49-F238E27FC236}">
                  <a16:creationId xmlns:a16="http://schemas.microsoft.com/office/drawing/2014/main" id="{6B2B66A1-44AC-40D7-BB4C-ECAD988644E4}"/>
                </a:ext>
              </a:extLst>
            </p:cNvPr>
            <p:cNvSpPr/>
            <p:nvPr/>
          </p:nvSpPr>
          <p:spPr>
            <a:xfrm>
              <a:off x="3007685" y="2162699"/>
              <a:ext cx="37710" cy="173053"/>
            </a:xfrm>
            <a:custGeom>
              <a:avLst/>
              <a:gdLst>
                <a:gd name="connsiteX0" fmla="*/ 25720 w 37710"/>
                <a:gd name="connsiteY0" fmla="*/ 134001 h 173053"/>
                <a:gd name="connsiteX1" fmla="*/ 34769 w 37710"/>
                <a:gd name="connsiteY1" fmla="*/ 173053 h 173053"/>
                <a:gd name="connsiteX2" fmla="*/ 36959 w 37710"/>
                <a:gd name="connsiteY2" fmla="*/ 142764 h 173053"/>
                <a:gd name="connsiteX3" fmla="*/ 30958 w 37710"/>
                <a:gd name="connsiteY3" fmla="*/ 101806 h 173053"/>
                <a:gd name="connsiteX4" fmla="*/ 21529 w 37710"/>
                <a:gd name="connsiteY4" fmla="*/ 50562 h 173053"/>
                <a:gd name="connsiteX5" fmla="*/ 15623 w 37710"/>
                <a:gd name="connsiteY5" fmla="*/ 25892 h 173053"/>
                <a:gd name="connsiteX6" fmla="*/ 7717 w 37710"/>
                <a:gd name="connsiteY6" fmla="*/ 1889 h 173053"/>
                <a:gd name="connsiteX7" fmla="*/ 2 w 37710"/>
                <a:gd name="connsiteY7" fmla="*/ 6175 h 173053"/>
                <a:gd name="connsiteX8" fmla="*/ 4479 w 37710"/>
                <a:gd name="connsiteY8" fmla="*/ 30369 h 173053"/>
                <a:gd name="connsiteX9" fmla="*/ 16290 w 37710"/>
                <a:gd name="connsiteY9" fmla="*/ 79518 h 173053"/>
                <a:gd name="connsiteX10" fmla="*/ 25720 w 37710"/>
                <a:gd name="connsiteY10" fmla="*/ 134001 h 173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710" h="173053">
                  <a:moveTo>
                    <a:pt x="25720" y="134001"/>
                  </a:moveTo>
                  <a:cubicBezTo>
                    <a:pt x="26863" y="147526"/>
                    <a:pt x="26958" y="162004"/>
                    <a:pt x="34769" y="173053"/>
                  </a:cubicBezTo>
                  <a:cubicBezTo>
                    <a:pt x="38483" y="163528"/>
                    <a:pt x="38007" y="152955"/>
                    <a:pt x="36959" y="142764"/>
                  </a:cubicBezTo>
                  <a:cubicBezTo>
                    <a:pt x="35530" y="129048"/>
                    <a:pt x="33245" y="115427"/>
                    <a:pt x="30958" y="101806"/>
                  </a:cubicBezTo>
                  <a:cubicBezTo>
                    <a:pt x="28101" y="84661"/>
                    <a:pt x="25148" y="67611"/>
                    <a:pt x="21529" y="50562"/>
                  </a:cubicBezTo>
                  <a:cubicBezTo>
                    <a:pt x="19719" y="42275"/>
                    <a:pt x="17814" y="34083"/>
                    <a:pt x="15623" y="25892"/>
                  </a:cubicBezTo>
                  <a:cubicBezTo>
                    <a:pt x="14004" y="19986"/>
                    <a:pt x="12385" y="5985"/>
                    <a:pt x="7717" y="1889"/>
                  </a:cubicBezTo>
                  <a:cubicBezTo>
                    <a:pt x="2765" y="-2493"/>
                    <a:pt x="98" y="1508"/>
                    <a:pt x="2" y="6175"/>
                  </a:cubicBezTo>
                  <a:cubicBezTo>
                    <a:pt x="-93" y="13890"/>
                    <a:pt x="2860" y="22844"/>
                    <a:pt x="4479" y="30369"/>
                  </a:cubicBezTo>
                  <a:cubicBezTo>
                    <a:pt x="8003" y="46847"/>
                    <a:pt x="12385" y="63135"/>
                    <a:pt x="16290" y="79518"/>
                  </a:cubicBezTo>
                  <a:cubicBezTo>
                    <a:pt x="20481" y="97425"/>
                    <a:pt x="24196" y="115617"/>
                    <a:pt x="25720" y="134001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69" name="Forme libre : forme 14268">
              <a:extLst>
                <a:ext uri="{FF2B5EF4-FFF2-40B4-BE49-F238E27FC236}">
                  <a16:creationId xmlns:a16="http://schemas.microsoft.com/office/drawing/2014/main" id="{5BF1E12F-A9BE-480C-B7C2-4B94A917B155}"/>
                </a:ext>
              </a:extLst>
            </p:cNvPr>
            <p:cNvSpPr/>
            <p:nvPr/>
          </p:nvSpPr>
          <p:spPr>
            <a:xfrm>
              <a:off x="3343941" y="2155499"/>
              <a:ext cx="26648" cy="178348"/>
            </a:xfrm>
            <a:custGeom>
              <a:avLst/>
              <a:gdLst>
                <a:gd name="connsiteX0" fmla="*/ 3408 w 26648"/>
                <a:gd name="connsiteY0" fmla="*/ 128342 h 178348"/>
                <a:gd name="connsiteX1" fmla="*/ 74 w 26648"/>
                <a:gd name="connsiteY1" fmla="*/ 154821 h 178348"/>
                <a:gd name="connsiteX2" fmla="*/ 10932 w 26648"/>
                <a:gd name="connsiteY2" fmla="*/ 178348 h 178348"/>
                <a:gd name="connsiteX3" fmla="*/ 12361 w 26648"/>
                <a:gd name="connsiteY3" fmla="*/ 124818 h 178348"/>
                <a:gd name="connsiteX4" fmla="*/ 22553 w 26648"/>
                <a:gd name="connsiteY4" fmla="*/ 74526 h 178348"/>
                <a:gd name="connsiteX5" fmla="*/ 26649 w 26648"/>
                <a:gd name="connsiteY5" fmla="*/ 34140 h 178348"/>
                <a:gd name="connsiteX6" fmla="*/ 21124 w 26648"/>
                <a:gd name="connsiteY6" fmla="*/ 135 h 178348"/>
                <a:gd name="connsiteX7" fmla="*/ 17695 w 26648"/>
                <a:gd name="connsiteY7" fmla="*/ 39093 h 178348"/>
                <a:gd name="connsiteX8" fmla="*/ 12266 w 26648"/>
                <a:gd name="connsiteY8" fmla="*/ 81288 h 178348"/>
                <a:gd name="connsiteX9" fmla="*/ 3408 w 26648"/>
                <a:gd name="connsiteY9" fmla="*/ 128342 h 17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48" h="178348">
                  <a:moveTo>
                    <a:pt x="3408" y="128342"/>
                  </a:moveTo>
                  <a:cubicBezTo>
                    <a:pt x="1503" y="137105"/>
                    <a:pt x="-402" y="145868"/>
                    <a:pt x="74" y="154821"/>
                  </a:cubicBezTo>
                  <a:cubicBezTo>
                    <a:pt x="550" y="163775"/>
                    <a:pt x="3979" y="172919"/>
                    <a:pt x="10932" y="178348"/>
                  </a:cubicBezTo>
                  <a:cubicBezTo>
                    <a:pt x="14076" y="160727"/>
                    <a:pt x="11028" y="142629"/>
                    <a:pt x="12361" y="124818"/>
                  </a:cubicBezTo>
                  <a:cubicBezTo>
                    <a:pt x="13695" y="107768"/>
                    <a:pt x="19124" y="91290"/>
                    <a:pt x="22553" y="74526"/>
                  </a:cubicBezTo>
                  <a:cubicBezTo>
                    <a:pt x="25220" y="61286"/>
                    <a:pt x="26554" y="47760"/>
                    <a:pt x="26649" y="34140"/>
                  </a:cubicBezTo>
                  <a:cubicBezTo>
                    <a:pt x="26649" y="29949"/>
                    <a:pt x="26172" y="-2341"/>
                    <a:pt x="21124" y="135"/>
                  </a:cubicBezTo>
                  <a:cubicBezTo>
                    <a:pt x="17029" y="2136"/>
                    <a:pt x="18172" y="33568"/>
                    <a:pt x="17695" y="39093"/>
                  </a:cubicBezTo>
                  <a:cubicBezTo>
                    <a:pt x="16362" y="53190"/>
                    <a:pt x="14552" y="67287"/>
                    <a:pt x="12266" y="81288"/>
                  </a:cubicBezTo>
                  <a:cubicBezTo>
                    <a:pt x="9694" y="97100"/>
                    <a:pt x="6741" y="112721"/>
                    <a:pt x="3408" y="128342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70" name="Forme libre : forme 14269">
              <a:extLst>
                <a:ext uri="{FF2B5EF4-FFF2-40B4-BE49-F238E27FC236}">
                  <a16:creationId xmlns:a16="http://schemas.microsoft.com/office/drawing/2014/main" id="{A37C4646-0429-401A-B8A3-EB4981C76BA6}"/>
                </a:ext>
              </a:extLst>
            </p:cNvPr>
            <p:cNvSpPr/>
            <p:nvPr/>
          </p:nvSpPr>
          <p:spPr>
            <a:xfrm>
              <a:off x="3475936" y="2180104"/>
              <a:ext cx="32492" cy="174317"/>
            </a:xfrm>
            <a:custGeom>
              <a:avLst/>
              <a:gdLst>
                <a:gd name="connsiteX0" fmla="*/ 0 w 32492"/>
                <a:gd name="connsiteY0" fmla="*/ 174317 h 174317"/>
                <a:gd name="connsiteX1" fmla="*/ 14669 w 32492"/>
                <a:gd name="connsiteY1" fmla="*/ 152981 h 174317"/>
                <a:gd name="connsiteX2" fmla="*/ 31242 w 32492"/>
                <a:gd name="connsiteY2" fmla="*/ 22774 h 174317"/>
                <a:gd name="connsiteX3" fmla="*/ 31147 w 32492"/>
                <a:gd name="connsiteY3" fmla="*/ 2200 h 174317"/>
                <a:gd name="connsiteX4" fmla="*/ 24003 w 32492"/>
                <a:gd name="connsiteY4" fmla="*/ 5915 h 174317"/>
                <a:gd name="connsiteX5" fmla="*/ 17145 w 32492"/>
                <a:gd name="connsiteY5" fmla="*/ 46492 h 174317"/>
                <a:gd name="connsiteX6" fmla="*/ 10001 w 32492"/>
                <a:gd name="connsiteY6" fmla="*/ 128978 h 174317"/>
                <a:gd name="connsiteX7" fmla="*/ 0 w 32492"/>
                <a:gd name="connsiteY7" fmla="*/ 174317 h 17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492" h="174317">
                  <a:moveTo>
                    <a:pt x="0" y="174317"/>
                  </a:moveTo>
                  <a:cubicBezTo>
                    <a:pt x="8858" y="172317"/>
                    <a:pt x="12668" y="161935"/>
                    <a:pt x="14669" y="152981"/>
                  </a:cubicBezTo>
                  <a:cubicBezTo>
                    <a:pt x="24289" y="110214"/>
                    <a:pt x="27813" y="66399"/>
                    <a:pt x="31242" y="22774"/>
                  </a:cubicBezTo>
                  <a:cubicBezTo>
                    <a:pt x="31623" y="17821"/>
                    <a:pt x="33909" y="6582"/>
                    <a:pt x="31147" y="2200"/>
                  </a:cubicBezTo>
                  <a:cubicBezTo>
                    <a:pt x="28004" y="-2848"/>
                    <a:pt x="25337" y="1819"/>
                    <a:pt x="24003" y="5915"/>
                  </a:cubicBezTo>
                  <a:cubicBezTo>
                    <a:pt x="19908" y="18774"/>
                    <a:pt x="18574" y="33157"/>
                    <a:pt x="17145" y="46492"/>
                  </a:cubicBezTo>
                  <a:cubicBezTo>
                    <a:pt x="14192" y="73924"/>
                    <a:pt x="13621" y="101641"/>
                    <a:pt x="10001" y="128978"/>
                  </a:cubicBezTo>
                  <a:cubicBezTo>
                    <a:pt x="7906" y="144313"/>
                    <a:pt x="4953" y="159649"/>
                    <a:pt x="0" y="174317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71" name="Forme libre : forme 14270">
              <a:extLst>
                <a:ext uri="{FF2B5EF4-FFF2-40B4-BE49-F238E27FC236}">
                  <a16:creationId xmlns:a16="http://schemas.microsoft.com/office/drawing/2014/main" id="{29F0A0A0-3665-4C39-A3C6-22F7EDF728E3}"/>
                </a:ext>
              </a:extLst>
            </p:cNvPr>
            <p:cNvSpPr/>
            <p:nvPr/>
          </p:nvSpPr>
          <p:spPr>
            <a:xfrm>
              <a:off x="3653768" y="2260752"/>
              <a:ext cx="65740" cy="155581"/>
            </a:xfrm>
            <a:custGeom>
              <a:avLst/>
              <a:gdLst>
                <a:gd name="connsiteX0" fmla="*/ 39624 w 65740"/>
                <a:gd name="connsiteY0" fmla="*/ 37852 h 155581"/>
                <a:gd name="connsiteX1" fmla="*/ 14478 w 65740"/>
                <a:gd name="connsiteY1" fmla="*/ 101574 h 155581"/>
                <a:gd name="connsiteX2" fmla="*/ 0 w 65740"/>
                <a:gd name="connsiteY2" fmla="*/ 155581 h 155581"/>
                <a:gd name="connsiteX3" fmla="*/ 31718 w 65740"/>
                <a:gd name="connsiteY3" fmla="*/ 93002 h 155581"/>
                <a:gd name="connsiteX4" fmla="*/ 64579 w 65740"/>
                <a:gd name="connsiteY4" fmla="*/ 14802 h 155581"/>
                <a:gd name="connsiteX5" fmla="*/ 55912 w 65740"/>
                <a:gd name="connsiteY5" fmla="*/ 2705 h 155581"/>
                <a:gd name="connsiteX6" fmla="*/ 39624 w 65740"/>
                <a:gd name="connsiteY6" fmla="*/ 37852 h 155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740" h="155581">
                  <a:moveTo>
                    <a:pt x="39624" y="37852"/>
                  </a:moveTo>
                  <a:cubicBezTo>
                    <a:pt x="30671" y="58902"/>
                    <a:pt x="21717" y="79857"/>
                    <a:pt x="14478" y="101574"/>
                  </a:cubicBezTo>
                  <a:cubicBezTo>
                    <a:pt x="8572" y="119291"/>
                    <a:pt x="3905" y="137293"/>
                    <a:pt x="0" y="155581"/>
                  </a:cubicBezTo>
                  <a:cubicBezTo>
                    <a:pt x="10573" y="134721"/>
                    <a:pt x="21146" y="113862"/>
                    <a:pt x="31718" y="93002"/>
                  </a:cubicBezTo>
                  <a:cubicBezTo>
                    <a:pt x="44482" y="67761"/>
                    <a:pt x="57340" y="42234"/>
                    <a:pt x="64579" y="14802"/>
                  </a:cubicBezTo>
                  <a:cubicBezTo>
                    <a:pt x="66485" y="7753"/>
                    <a:pt x="67437" y="-5772"/>
                    <a:pt x="55912" y="2705"/>
                  </a:cubicBezTo>
                  <a:cubicBezTo>
                    <a:pt x="47815" y="8706"/>
                    <a:pt x="43624" y="28613"/>
                    <a:pt x="39624" y="37852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72" name="Forme libre : forme 14271">
              <a:extLst>
                <a:ext uri="{FF2B5EF4-FFF2-40B4-BE49-F238E27FC236}">
                  <a16:creationId xmlns:a16="http://schemas.microsoft.com/office/drawing/2014/main" id="{9B6FCCE5-3641-4DA4-A1BF-099AA8047BFE}"/>
                </a:ext>
              </a:extLst>
            </p:cNvPr>
            <p:cNvSpPr/>
            <p:nvPr/>
          </p:nvSpPr>
          <p:spPr>
            <a:xfrm>
              <a:off x="3919897" y="2426323"/>
              <a:ext cx="110141" cy="137176"/>
            </a:xfrm>
            <a:custGeom>
              <a:avLst/>
              <a:gdLst>
                <a:gd name="connsiteX0" fmla="*/ 21431 w 110141"/>
                <a:gd name="connsiteY0" fmla="*/ 101930 h 137176"/>
                <a:gd name="connsiteX1" fmla="*/ 0 w 110141"/>
                <a:gd name="connsiteY1" fmla="*/ 137172 h 137176"/>
                <a:gd name="connsiteX2" fmla="*/ 13145 w 110141"/>
                <a:gd name="connsiteY2" fmla="*/ 126885 h 137176"/>
                <a:gd name="connsiteX3" fmla="*/ 87344 w 110141"/>
                <a:gd name="connsiteY3" fmla="*/ 45446 h 137176"/>
                <a:gd name="connsiteX4" fmla="*/ 109538 w 110141"/>
                <a:gd name="connsiteY4" fmla="*/ 5346 h 137176"/>
                <a:gd name="connsiteX5" fmla="*/ 85820 w 110141"/>
                <a:gd name="connsiteY5" fmla="*/ 19919 h 137176"/>
                <a:gd name="connsiteX6" fmla="*/ 21431 w 110141"/>
                <a:gd name="connsiteY6" fmla="*/ 101930 h 137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141" h="137176">
                  <a:moveTo>
                    <a:pt x="21431" y="101930"/>
                  </a:moveTo>
                  <a:cubicBezTo>
                    <a:pt x="12002" y="112216"/>
                    <a:pt x="1714" y="123265"/>
                    <a:pt x="0" y="137172"/>
                  </a:cubicBezTo>
                  <a:cubicBezTo>
                    <a:pt x="5810" y="137363"/>
                    <a:pt x="9906" y="131743"/>
                    <a:pt x="13145" y="126885"/>
                  </a:cubicBezTo>
                  <a:cubicBezTo>
                    <a:pt x="33623" y="96405"/>
                    <a:pt x="62579" y="72593"/>
                    <a:pt x="87344" y="45446"/>
                  </a:cubicBezTo>
                  <a:cubicBezTo>
                    <a:pt x="94107" y="38017"/>
                    <a:pt x="113824" y="16966"/>
                    <a:pt x="109538" y="5346"/>
                  </a:cubicBezTo>
                  <a:cubicBezTo>
                    <a:pt x="103441" y="-11227"/>
                    <a:pt x="88678" y="15633"/>
                    <a:pt x="85820" y="19919"/>
                  </a:cubicBezTo>
                  <a:cubicBezTo>
                    <a:pt x="66485" y="48875"/>
                    <a:pt x="44958" y="76307"/>
                    <a:pt x="21431" y="101930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73" name="Forme libre : forme 14272">
              <a:extLst>
                <a:ext uri="{FF2B5EF4-FFF2-40B4-BE49-F238E27FC236}">
                  <a16:creationId xmlns:a16="http://schemas.microsoft.com/office/drawing/2014/main" id="{BFE9D5D5-771C-4CDC-8F02-194953279BD8}"/>
                </a:ext>
              </a:extLst>
            </p:cNvPr>
            <p:cNvSpPr/>
            <p:nvPr/>
          </p:nvSpPr>
          <p:spPr>
            <a:xfrm>
              <a:off x="4020437" y="2517894"/>
              <a:ext cx="110333" cy="139444"/>
            </a:xfrm>
            <a:custGeom>
              <a:avLst/>
              <a:gdLst>
                <a:gd name="connsiteX0" fmla="*/ 16902 w 110333"/>
                <a:gd name="connsiteY0" fmla="*/ 118563 h 139444"/>
                <a:gd name="connsiteX1" fmla="*/ 3186 w 110333"/>
                <a:gd name="connsiteY1" fmla="*/ 131326 h 139444"/>
                <a:gd name="connsiteX2" fmla="*/ 234 w 110333"/>
                <a:gd name="connsiteY2" fmla="*/ 135041 h 139444"/>
                <a:gd name="connsiteX3" fmla="*/ 1663 w 110333"/>
                <a:gd name="connsiteY3" fmla="*/ 139232 h 139444"/>
                <a:gd name="connsiteX4" fmla="*/ 6520 w 110333"/>
                <a:gd name="connsiteY4" fmla="*/ 137232 h 139444"/>
                <a:gd name="connsiteX5" fmla="*/ 75196 w 110333"/>
                <a:gd name="connsiteY5" fmla="*/ 61984 h 139444"/>
                <a:gd name="connsiteX6" fmla="*/ 92912 w 110333"/>
                <a:gd name="connsiteY6" fmla="*/ 35028 h 139444"/>
                <a:gd name="connsiteX7" fmla="*/ 109200 w 110333"/>
                <a:gd name="connsiteY7" fmla="*/ 1691 h 139444"/>
                <a:gd name="connsiteX8" fmla="*/ 85768 w 110333"/>
                <a:gd name="connsiteY8" fmla="*/ 19979 h 139444"/>
                <a:gd name="connsiteX9" fmla="*/ 43382 w 110333"/>
                <a:gd name="connsiteY9" fmla="*/ 84939 h 139444"/>
                <a:gd name="connsiteX10" fmla="*/ 16902 w 110333"/>
                <a:gd name="connsiteY10" fmla="*/ 118563 h 13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333" h="139444">
                  <a:moveTo>
                    <a:pt x="16902" y="118563"/>
                  </a:moveTo>
                  <a:cubicBezTo>
                    <a:pt x="12521" y="123039"/>
                    <a:pt x="7854" y="127135"/>
                    <a:pt x="3186" y="131326"/>
                  </a:cubicBezTo>
                  <a:cubicBezTo>
                    <a:pt x="1948" y="132374"/>
                    <a:pt x="710" y="133517"/>
                    <a:pt x="234" y="135041"/>
                  </a:cubicBezTo>
                  <a:cubicBezTo>
                    <a:pt x="-338" y="136565"/>
                    <a:pt x="139" y="138565"/>
                    <a:pt x="1663" y="139232"/>
                  </a:cubicBezTo>
                  <a:cubicBezTo>
                    <a:pt x="3377" y="139994"/>
                    <a:pt x="5187" y="138565"/>
                    <a:pt x="6520" y="137232"/>
                  </a:cubicBezTo>
                  <a:cubicBezTo>
                    <a:pt x="31095" y="113705"/>
                    <a:pt x="55860" y="89988"/>
                    <a:pt x="75196" y="61984"/>
                  </a:cubicBezTo>
                  <a:cubicBezTo>
                    <a:pt x="81292" y="53126"/>
                    <a:pt x="86816" y="43887"/>
                    <a:pt x="92912" y="35028"/>
                  </a:cubicBezTo>
                  <a:cubicBezTo>
                    <a:pt x="97389" y="28551"/>
                    <a:pt x="114915" y="10168"/>
                    <a:pt x="109200" y="1691"/>
                  </a:cubicBezTo>
                  <a:cubicBezTo>
                    <a:pt x="103866" y="-6120"/>
                    <a:pt x="89388" y="15407"/>
                    <a:pt x="85768" y="19979"/>
                  </a:cubicBezTo>
                  <a:cubicBezTo>
                    <a:pt x="69766" y="40362"/>
                    <a:pt x="57669" y="63413"/>
                    <a:pt x="43382" y="84939"/>
                  </a:cubicBezTo>
                  <a:cubicBezTo>
                    <a:pt x="35476" y="96845"/>
                    <a:pt x="26999" y="108371"/>
                    <a:pt x="16902" y="118563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74" name="Forme libre : forme 14273">
              <a:extLst>
                <a:ext uri="{FF2B5EF4-FFF2-40B4-BE49-F238E27FC236}">
                  <a16:creationId xmlns:a16="http://schemas.microsoft.com/office/drawing/2014/main" id="{8D816A3E-6E1F-4BC1-AF3C-E5AF9BB5FB10}"/>
                </a:ext>
              </a:extLst>
            </p:cNvPr>
            <p:cNvSpPr/>
            <p:nvPr/>
          </p:nvSpPr>
          <p:spPr>
            <a:xfrm>
              <a:off x="4098248" y="2619742"/>
              <a:ext cx="119304" cy="112535"/>
            </a:xfrm>
            <a:custGeom>
              <a:avLst/>
              <a:gdLst>
                <a:gd name="connsiteX0" fmla="*/ 21197 w 119304"/>
                <a:gd name="connsiteY0" fmla="*/ 82341 h 112535"/>
                <a:gd name="connsiteX1" fmla="*/ 5862 w 119304"/>
                <a:gd name="connsiteY1" fmla="*/ 94438 h 112535"/>
                <a:gd name="connsiteX2" fmla="*/ 433 w 119304"/>
                <a:gd name="connsiteY2" fmla="*/ 112536 h 112535"/>
                <a:gd name="connsiteX3" fmla="*/ 49963 w 119304"/>
                <a:gd name="connsiteY3" fmla="*/ 69006 h 112535"/>
                <a:gd name="connsiteX4" fmla="*/ 91968 w 119304"/>
                <a:gd name="connsiteY4" fmla="*/ 33002 h 112535"/>
                <a:gd name="connsiteX5" fmla="*/ 119305 w 119304"/>
                <a:gd name="connsiteY5" fmla="*/ 45 h 112535"/>
                <a:gd name="connsiteX6" fmla="*/ 97873 w 119304"/>
                <a:gd name="connsiteY6" fmla="*/ 20238 h 112535"/>
                <a:gd name="connsiteX7" fmla="*/ 73775 w 119304"/>
                <a:gd name="connsiteY7" fmla="*/ 42622 h 112535"/>
                <a:gd name="connsiteX8" fmla="*/ 21197 w 119304"/>
                <a:gd name="connsiteY8" fmla="*/ 82341 h 11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9304" h="112535">
                  <a:moveTo>
                    <a:pt x="21197" y="82341"/>
                  </a:moveTo>
                  <a:cubicBezTo>
                    <a:pt x="15673" y="85961"/>
                    <a:pt x="10053" y="89485"/>
                    <a:pt x="5862" y="94438"/>
                  </a:cubicBezTo>
                  <a:cubicBezTo>
                    <a:pt x="1576" y="99391"/>
                    <a:pt x="-1091" y="106154"/>
                    <a:pt x="433" y="112536"/>
                  </a:cubicBezTo>
                  <a:cubicBezTo>
                    <a:pt x="16244" y="97295"/>
                    <a:pt x="32722" y="82722"/>
                    <a:pt x="49963" y="69006"/>
                  </a:cubicBezTo>
                  <a:cubicBezTo>
                    <a:pt x="64346" y="57481"/>
                    <a:pt x="79395" y="46527"/>
                    <a:pt x="91968" y="33002"/>
                  </a:cubicBezTo>
                  <a:cubicBezTo>
                    <a:pt x="101683" y="22715"/>
                    <a:pt x="110827" y="11285"/>
                    <a:pt x="119305" y="45"/>
                  </a:cubicBezTo>
                  <a:cubicBezTo>
                    <a:pt x="114256" y="-1002"/>
                    <a:pt x="101683" y="16428"/>
                    <a:pt x="97873" y="20238"/>
                  </a:cubicBezTo>
                  <a:cubicBezTo>
                    <a:pt x="90063" y="27953"/>
                    <a:pt x="82062" y="35478"/>
                    <a:pt x="73775" y="42622"/>
                  </a:cubicBezTo>
                  <a:cubicBezTo>
                    <a:pt x="57106" y="57100"/>
                    <a:pt x="39580" y="70340"/>
                    <a:pt x="21197" y="82341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75" name="Forme libre : forme 14274">
              <a:extLst>
                <a:ext uri="{FF2B5EF4-FFF2-40B4-BE49-F238E27FC236}">
                  <a16:creationId xmlns:a16="http://schemas.microsoft.com/office/drawing/2014/main" id="{970BBE01-3A87-40AD-B079-99A0C138C116}"/>
                </a:ext>
              </a:extLst>
            </p:cNvPr>
            <p:cNvSpPr/>
            <p:nvPr/>
          </p:nvSpPr>
          <p:spPr>
            <a:xfrm>
              <a:off x="4178977" y="2715514"/>
              <a:ext cx="139160" cy="121985"/>
            </a:xfrm>
            <a:custGeom>
              <a:avLst/>
              <a:gdLst>
                <a:gd name="connsiteX0" fmla="*/ 139160 w 139160"/>
                <a:gd name="connsiteY0" fmla="*/ 0 h 121985"/>
                <a:gd name="connsiteX1" fmla="*/ 21146 w 139160"/>
                <a:gd name="connsiteY1" fmla="*/ 99155 h 121985"/>
                <a:gd name="connsiteX2" fmla="*/ 0 w 139160"/>
                <a:gd name="connsiteY2" fmla="*/ 121920 h 121985"/>
                <a:gd name="connsiteX3" fmla="*/ 11811 w 139160"/>
                <a:gd name="connsiteY3" fmla="*/ 117920 h 121985"/>
                <a:gd name="connsiteX4" fmla="*/ 52292 w 139160"/>
                <a:gd name="connsiteY4" fmla="*/ 85535 h 121985"/>
                <a:gd name="connsiteX5" fmla="*/ 100108 w 139160"/>
                <a:gd name="connsiteY5" fmla="*/ 51340 h 121985"/>
                <a:gd name="connsiteX6" fmla="*/ 139065 w 139160"/>
                <a:gd name="connsiteY6" fmla="*/ 8001 h 12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160" h="121985">
                  <a:moveTo>
                    <a:pt x="139160" y="0"/>
                  </a:moveTo>
                  <a:cubicBezTo>
                    <a:pt x="94012" y="24765"/>
                    <a:pt x="63151" y="69342"/>
                    <a:pt x="21146" y="99155"/>
                  </a:cubicBezTo>
                  <a:cubicBezTo>
                    <a:pt x="12573" y="105251"/>
                    <a:pt x="2762" y="111728"/>
                    <a:pt x="0" y="121920"/>
                  </a:cubicBezTo>
                  <a:cubicBezTo>
                    <a:pt x="4191" y="122396"/>
                    <a:pt x="8287" y="120206"/>
                    <a:pt x="11811" y="117920"/>
                  </a:cubicBezTo>
                  <a:cubicBezTo>
                    <a:pt x="26384" y="108585"/>
                    <a:pt x="38767" y="96298"/>
                    <a:pt x="52292" y="85535"/>
                  </a:cubicBezTo>
                  <a:cubicBezTo>
                    <a:pt x="67627" y="73343"/>
                    <a:pt x="84487" y="63151"/>
                    <a:pt x="100108" y="51340"/>
                  </a:cubicBezTo>
                  <a:cubicBezTo>
                    <a:pt x="115729" y="39433"/>
                    <a:pt x="130302" y="25527"/>
                    <a:pt x="139065" y="8001"/>
                  </a:cubicBezTo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76" name="Forme libre : forme 14275">
              <a:extLst>
                <a:ext uri="{FF2B5EF4-FFF2-40B4-BE49-F238E27FC236}">
                  <a16:creationId xmlns:a16="http://schemas.microsoft.com/office/drawing/2014/main" id="{0A5430C6-B4B6-4750-8D31-AED70959F479}"/>
                </a:ext>
              </a:extLst>
            </p:cNvPr>
            <p:cNvSpPr/>
            <p:nvPr/>
          </p:nvSpPr>
          <p:spPr>
            <a:xfrm>
              <a:off x="2198697" y="2593523"/>
              <a:ext cx="136335" cy="114941"/>
            </a:xfrm>
            <a:custGeom>
              <a:avLst/>
              <a:gdLst>
                <a:gd name="connsiteX0" fmla="*/ 26988 w 136335"/>
                <a:gd name="connsiteY0" fmla="*/ 29693 h 114941"/>
                <a:gd name="connsiteX1" fmla="*/ 93949 w 136335"/>
                <a:gd name="connsiteY1" fmla="*/ 84462 h 114941"/>
                <a:gd name="connsiteX2" fmla="*/ 136335 w 136335"/>
                <a:gd name="connsiteY2" fmla="*/ 114942 h 114941"/>
                <a:gd name="connsiteX3" fmla="*/ 121000 w 136335"/>
                <a:gd name="connsiteY3" fmla="*/ 99226 h 114941"/>
                <a:gd name="connsiteX4" fmla="*/ 104522 w 136335"/>
                <a:gd name="connsiteY4" fmla="*/ 83033 h 114941"/>
                <a:gd name="connsiteX5" fmla="*/ 70517 w 136335"/>
                <a:gd name="connsiteY5" fmla="*/ 51696 h 114941"/>
                <a:gd name="connsiteX6" fmla="*/ 35180 w 136335"/>
                <a:gd name="connsiteY6" fmla="*/ 21883 h 114941"/>
                <a:gd name="connsiteX7" fmla="*/ 2604 w 136335"/>
                <a:gd name="connsiteY7" fmla="*/ 547 h 114941"/>
                <a:gd name="connsiteX8" fmla="*/ 26988 w 136335"/>
                <a:gd name="connsiteY8" fmla="*/ 29693 h 11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35" h="114941">
                  <a:moveTo>
                    <a:pt x="26988" y="29693"/>
                  </a:moveTo>
                  <a:cubicBezTo>
                    <a:pt x="50229" y="46743"/>
                    <a:pt x="71946" y="65793"/>
                    <a:pt x="93949" y="84462"/>
                  </a:cubicBezTo>
                  <a:cubicBezTo>
                    <a:pt x="107284" y="95701"/>
                    <a:pt x="120905" y="106846"/>
                    <a:pt x="136335" y="114942"/>
                  </a:cubicBezTo>
                  <a:cubicBezTo>
                    <a:pt x="130906" y="112084"/>
                    <a:pt x="125477" y="103702"/>
                    <a:pt x="121000" y="99226"/>
                  </a:cubicBezTo>
                  <a:cubicBezTo>
                    <a:pt x="115571" y="93796"/>
                    <a:pt x="110046" y="88367"/>
                    <a:pt x="104522" y="83033"/>
                  </a:cubicBezTo>
                  <a:cubicBezTo>
                    <a:pt x="93377" y="72365"/>
                    <a:pt x="82043" y="61888"/>
                    <a:pt x="70517" y="51696"/>
                  </a:cubicBezTo>
                  <a:cubicBezTo>
                    <a:pt x="58992" y="41504"/>
                    <a:pt x="47181" y="31598"/>
                    <a:pt x="35180" y="21883"/>
                  </a:cubicBezTo>
                  <a:cubicBezTo>
                    <a:pt x="29655" y="17501"/>
                    <a:pt x="9081" y="-3644"/>
                    <a:pt x="2604" y="547"/>
                  </a:cubicBezTo>
                  <a:cubicBezTo>
                    <a:pt x="-9112" y="8167"/>
                    <a:pt x="22226" y="26169"/>
                    <a:pt x="26988" y="29693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77" name="Forme libre : forme 14276">
              <a:extLst>
                <a:ext uri="{FF2B5EF4-FFF2-40B4-BE49-F238E27FC236}">
                  <a16:creationId xmlns:a16="http://schemas.microsoft.com/office/drawing/2014/main" id="{3816567A-606C-4D1D-8FA5-9ACCD94EAE2D}"/>
                </a:ext>
              </a:extLst>
            </p:cNvPr>
            <p:cNvSpPr/>
            <p:nvPr/>
          </p:nvSpPr>
          <p:spPr>
            <a:xfrm>
              <a:off x="1963652" y="2932779"/>
              <a:ext cx="166687" cy="60959"/>
            </a:xfrm>
            <a:custGeom>
              <a:avLst/>
              <a:gdLst>
                <a:gd name="connsiteX0" fmla="*/ 68580 w 166687"/>
                <a:gd name="connsiteY0" fmla="*/ 30099 h 60959"/>
                <a:gd name="connsiteX1" fmla="*/ 117634 w 166687"/>
                <a:gd name="connsiteY1" fmla="*/ 42386 h 60959"/>
                <a:gd name="connsiteX2" fmla="*/ 147733 w 166687"/>
                <a:gd name="connsiteY2" fmla="*/ 55626 h 60959"/>
                <a:gd name="connsiteX3" fmla="*/ 166688 w 166687"/>
                <a:gd name="connsiteY3" fmla="*/ 60865 h 60959"/>
                <a:gd name="connsiteX4" fmla="*/ 49816 w 166687"/>
                <a:gd name="connsiteY4" fmla="*/ 7715 h 60959"/>
                <a:gd name="connsiteX5" fmla="*/ 0 w 166687"/>
                <a:gd name="connsiteY5" fmla="*/ 0 h 60959"/>
                <a:gd name="connsiteX6" fmla="*/ 68580 w 166687"/>
                <a:gd name="connsiteY6" fmla="*/ 30099 h 6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687" h="60959">
                  <a:moveTo>
                    <a:pt x="68580" y="30099"/>
                  </a:moveTo>
                  <a:cubicBezTo>
                    <a:pt x="84487" y="35814"/>
                    <a:pt x="101632" y="37147"/>
                    <a:pt x="117634" y="42386"/>
                  </a:cubicBezTo>
                  <a:cubicBezTo>
                    <a:pt x="128111" y="45815"/>
                    <a:pt x="137922" y="50768"/>
                    <a:pt x="147733" y="55626"/>
                  </a:cubicBezTo>
                  <a:cubicBezTo>
                    <a:pt x="153638" y="58579"/>
                    <a:pt x="160020" y="61531"/>
                    <a:pt x="166688" y="60865"/>
                  </a:cubicBezTo>
                  <a:cubicBezTo>
                    <a:pt x="130588" y="37528"/>
                    <a:pt x="91821" y="17240"/>
                    <a:pt x="49816" y="7715"/>
                  </a:cubicBezTo>
                  <a:cubicBezTo>
                    <a:pt x="33528" y="4000"/>
                    <a:pt x="16669" y="1524"/>
                    <a:pt x="0" y="0"/>
                  </a:cubicBezTo>
                  <a:cubicBezTo>
                    <a:pt x="24765" y="6953"/>
                    <a:pt x="44767" y="21526"/>
                    <a:pt x="68580" y="30099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78" name="Forme libre : forme 14277">
              <a:extLst>
                <a:ext uri="{FF2B5EF4-FFF2-40B4-BE49-F238E27FC236}">
                  <a16:creationId xmlns:a16="http://schemas.microsoft.com/office/drawing/2014/main" id="{3F0148B0-D545-42FD-9036-71DFE40292B1}"/>
                </a:ext>
              </a:extLst>
            </p:cNvPr>
            <p:cNvSpPr/>
            <p:nvPr/>
          </p:nvSpPr>
          <p:spPr>
            <a:xfrm>
              <a:off x="1918819" y="3060227"/>
              <a:ext cx="166593" cy="59661"/>
            </a:xfrm>
            <a:custGeom>
              <a:avLst/>
              <a:gdLst>
                <a:gd name="connsiteX0" fmla="*/ 68265 w 166593"/>
                <a:gd name="connsiteY0" fmla="*/ 25714 h 59661"/>
                <a:gd name="connsiteX1" fmla="*/ 110747 w 166593"/>
                <a:gd name="connsiteY1" fmla="*/ 40097 h 59661"/>
                <a:gd name="connsiteX2" fmla="*/ 134178 w 166593"/>
                <a:gd name="connsiteY2" fmla="*/ 51526 h 59661"/>
                <a:gd name="connsiteX3" fmla="*/ 161991 w 166593"/>
                <a:gd name="connsiteY3" fmla="*/ 59527 h 59661"/>
                <a:gd name="connsiteX4" fmla="*/ 165706 w 166593"/>
                <a:gd name="connsiteY4" fmla="*/ 59051 h 59661"/>
                <a:gd name="connsiteX5" fmla="*/ 163706 w 166593"/>
                <a:gd name="connsiteY5" fmla="*/ 52384 h 59661"/>
                <a:gd name="connsiteX6" fmla="*/ 127415 w 166593"/>
                <a:gd name="connsiteY6" fmla="*/ 35524 h 59661"/>
                <a:gd name="connsiteX7" fmla="*/ 97793 w 166593"/>
                <a:gd name="connsiteY7" fmla="*/ 25999 h 59661"/>
                <a:gd name="connsiteX8" fmla="*/ 73790 w 166593"/>
                <a:gd name="connsiteY8" fmla="*/ 19046 h 59661"/>
                <a:gd name="connsiteX9" fmla="*/ 24926 w 166593"/>
                <a:gd name="connsiteY9" fmla="*/ 8664 h 59661"/>
                <a:gd name="connsiteX10" fmla="*/ 1685 w 166593"/>
                <a:gd name="connsiteY10" fmla="*/ 472 h 59661"/>
                <a:gd name="connsiteX11" fmla="*/ 11972 w 166593"/>
                <a:gd name="connsiteY11" fmla="*/ 10188 h 59661"/>
                <a:gd name="connsiteX12" fmla="*/ 68265 w 166593"/>
                <a:gd name="connsiteY12" fmla="*/ 25714 h 5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593" h="59661">
                  <a:moveTo>
                    <a:pt x="68265" y="25714"/>
                  </a:moveTo>
                  <a:cubicBezTo>
                    <a:pt x="82648" y="29714"/>
                    <a:pt x="97126" y="33810"/>
                    <a:pt x="110747" y="40097"/>
                  </a:cubicBezTo>
                  <a:cubicBezTo>
                    <a:pt x="118652" y="43716"/>
                    <a:pt x="126177" y="48097"/>
                    <a:pt x="134178" y="51526"/>
                  </a:cubicBezTo>
                  <a:cubicBezTo>
                    <a:pt x="143036" y="55336"/>
                    <a:pt x="152466" y="58099"/>
                    <a:pt x="161991" y="59527"/>
                  </a:cubicBezTo>
                  <a:cubicBezTo>
                    <a:pt x="163229" y="59718"/>
                    <a:pt x="164658" y="59813"/>
                    <a:pt x="165706" y="59051"/>
                  </a:cubicBezTo>
                  <a:cubicBezTo>
                    <a:pt x="167801" y="57337"/>
                    <a:pt x="165801" y="54098"/>
                    <a:pt x="163706" y="52384"/>
                  </a:cubicBezTo>
                  <a:cubicBezTo>
                    <a:pt x="153228" y="43906"/>
                    <a:pt x="140179" y="39620"/>
                    <a:pt x="127415" y="35524"/>
                  </a:cubicBezTo>
                  <a:cubicBezTo>
                    <a:pt x="117509" y="32381"/>
                    <a:pt x="107699" y="29143"/>
                    <a:pt x="97793" y="25999"/>
                  </a:cubicBezTo>
                  <a:cubicBezTo>
                    <a:pt x="89887" y="23428"/>
                    <a:pt x="81886" y="20856"/>
                    <a:pt x="73790" y="19046"/>
                  </a:cubicBezTo>
                  <a:cubicBezTo>
                    <a:pt x="57502" y="15331"/>
                    <a:pt x="40547" y="14474"/>
                    <a:pt x="24926" y="8664"/>
                  </a:cubicBezTo>
                  <a:cubicBezTo>
                    <a:pt x="21116" y="7235"/>
                    <a:pt x="5019" y="-2195"/>
                    <a:pt x="1685" y="472"/>
                  </a:cubicBezTo>
                  <a:cubicBezTo>
                    <a:pt x="-4982" y="5806"/>
                    <a:pt x="10163" y="9617"/>
                    <a:pt x="11972" y="10188"/>
                  </a:cubicBezTo>
                  <a:cubicBezTo>
                    <a:pt x="30737" y="15236"/>
                    <a:pt x="49501" y="20475"/>
                    <a:pt x="68265" y="25714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79" name="Forme libre : forme 14278">
              <a:extLst>
                <a:ext uri="{FF2B5EF4-FFF2-40B4-BE49-F238E27FC236}">
                  <a16:creationId xmlns:a16="http://schemas.microsoft.com/office/drawing/2014/main" id="{42D60314-1A3D-42F3-8BAD-744642B0A0DB}"/>
                </a:ext>
              </a:extLst>
            </p:cNvPr>
            <p:cNvSpPr/>
            <p:nvPr/>
          </p:nvSpPr>
          <p:spPr>
            <a:xfrm>
              <a:off x="1875487" y="3202205"/>
              <a:ext cx="174366" cy="34040"/>
            </a:xfrm>
            <a:custGeom>
              <a:avLst/>
              <a:gdLst>
                <a:gd name="connsiteX0" fmla="*/ 92356 w 174366"/>
                <a:gd name="connsiteY0" fmla="*/ 18610 h 34040"/>
                <a:gd name="connsiteX1" fmla="*/ 116264 w 174366"/>
                <a:gd name="connsiteY1" fmla="*/ 18229 h 34040"/>
                <a:gd name="connsiteX2" fmla="*/ 174367 w 174366"/>
                <a:gd name="connsiteY2" fmla="*/ 34040 h 34040"/>
                <a:gd name="connsiteX3" fmla="*/ 137505 w 174366"/>
                <a:gd name="connsiteY3" fmla="*/ 16038 h 34040"/>
                <a:gd name="connsiteX4" fmla="*/ 36540 w 174366"/>
                <a:gd name="connsiteY4" fmla="*/ 4037 h 34040"/>
                <a:gd name="connsiteX5" fmla="*/ 1869 w 174366"/>
                <a:gd name="connsiteY5" fmla="*/ 2036 h 34040"/>
                <a:gd name="connsiteX6" fmla="*/ 21871 w 174366"/>
                <a:gd name="connsiteY6" fmla="*/ 12419 h 34040"/>
                <a:gd name="connsiteX7" fmla="*/ 92356 w 174366"/>
                <a:gd name="connsiteY7" fmla="*/ 18610 h 34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366" h="34040">
                  <a:moveTo>
                    <a:pt x="92356" y="18610"/>
                  </a:moveTo>
                  <a:cubicBezTo>
                    <a:pt x="100358" y="18324"/>
                    <a:pt x="108263" y="17848"/>
                    <a:pt x="116264" y="18229"/>
                  </a:cubicBezTo>
                  <a:cubicBezTo>
                    <a:pt x="136362" y="19372"/>
                    <a:pt x="155602" y="26706"/>
                    <a:pt x="174367" y="34040"/>
                  </a:cubicBezTo>
                  <a:cubicBezTo>
                    <a:pt x="163127" y="26230"/>
                    <a:pt x="150649" y="20039"/>
                    <a:pt x="137505" y="16038"/>
                  </a:cubicBezTo>
                  <a:cubicBezTo>
                    <a:pt x="105025" y="5942"/>
                    <a:pt x="70163" y="8513"/>
                    <a:pt x="36540" y="4037"/>
                  </a:cubicBezTo>
                  <a:cubicBezTo>
                    <a:pt x="28825" y="2989"/>
                    <a:pt x="8537" y="-3107"/>
                    <a:pt x="1869" y="2036"/>
                  </a:cubicBezTo>
                  <a:cubicBezTo>
                    <a:pt x="-6894" y="8704"/>
                    <a:pt x="17776" y="11561"/>
                    <a:pt x="21871" y="12419"/>
                  </a:cubicBezTo>
                  <a:cubicBezTo>
                    <a:pt x="45017" y="17181"/>
                    <a:pt x="68735" y="19277"/>
                    <a:pt x="92356" y="18610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80" name="Forme libre : forme 14279">
              <a:extLst>
                <a:ext uri="{FF2B5EF4-FFF2-40B4-BE49-F238E27FC236}">
                  <a16:creationId xmlns:a16="http://schemas.microsoft.com/office/drawing/2014/main" id="{747C7606-E69A-4095-BAF4-B6FD2818D109}"/>
                </a:ext>
              </a:extLst>
            </p:cNvPr>
            <p:cNvSpPr/>
            <p:nvPr/>
          </p:nvSpPr>
          <p:spPr>
            <a:xfrm>
              <a:off x="1849617" y="3344096"/>
              <a:ext cx="179186" cy="26653"/>
            </a:xfrm>
            <a:custGeom>
              <a:avLst/>
              <a:gdLst>
                <a:gd name="connsiteX0" fmla="*/ 123656 w 179186"/>
                <a:gd name="connsiteY0" fmla="*/ 22547 h 26653"/>
                <a:gd name="connsiteX1" fmla="*/ 152612 w 179186"/>
                <a:gd name="connsiteY1" fmla="*/ 26642 h 26653"/>
                <a:gd name="connsiteX2" fmla="*/ 179187 w 179186"/>
                <a:gd name="connsiteY2" fmla="*/ 16260 h 26653"/>
                <a:gd name="connsiteX3" fmla="*/ 55076 w 179186"/>
                <a:gd name="connsiteY3" fmla="*/ 5783 h 26653"/>
                <a:gd name="connsiteX4" fmla="*/ 18976 w 179186"/>
                <a:gd name="connsiteY4" fmla="*/ 925 h 26653"/>
                <a:gd name="connsiteX5" fmla="*/ 1260 w 179186"/>
                <a:gd name="connsiteY5" fmla="*/ 1115 h 26653"/>
                <a:gd name="connsiteX6" fmla="*/ 6498 w 179186"/>
                <a:gd name="connsiteY6" fmla="*/ 6735 h 26653"/>
                <a:gd name="connsiteX7" fmla="*/ 81174 w 179186"/>
                <a:gd name="connsiteY7" fmla="*/ 15117 h 26653"/>
                <a:gd name="connsiteX8" fmla="*/ 123656 w 179186"/>
                <a:gd name="connsiteY8" fmla="*/ 22547 h 2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9186" h="26653">
                  <a:moveTo>
                    <a:pt x="123656" y="22547"/>
                  </a:moveTo>
                  <a:cubicBezTo>
                    <a:pt x="133181" y="24547"/>
                    <a:pt x="142896" y="26833"/>
                    <a:pt x="152612" y="26642"/>
                  </a:cubicBezTo>
                  <a:cubicBezTo>
                    <a:pt x="162423" y="26452"/>
                    <a:pt x="172519" y="23404"/>
                    <a:pt x="179187" y="16260"/>
                  </a:cubicBezTo>
                  <a:cubicBezTo>
                    <a:pt x="137658" y="14260"/>
                    <a:pt x="96129" y="12260"/>
                    <a:pt x="55076" y="5783"/>
                  </a:cubicBezTo>
                  <a:cubicBezTo>
                    <a:pt x="43074" y="3878"/>
                    <a:pt x="31073" y="1687"/>
                    <a:pt x="18976" y="925"/>
                  </a:cubicBezTo>
                  <a:cubicBezTo>
                    <a:pt x="15833" y="734"/>
                    <a:pt x="3641" y="-1171"/>
                    <a:pt x="1260" y="1115"/>
                  </a:cubicBezTo>
                  <a:cubicBezTo>
                    <a:pt x="-2741" y="5116"/>
                    <a:pt x="3831" y="6354"/>
                    <a:pt x="6498" y="6735"/>
                  </a:cubicBezTo>
                  <a:cubicBezTo>
                    <a:pt x="31263" y="10259"/>
                    <a:pt x="56409" y="11593"/>
                    <a:pt x="81174" y="15117"/>
                  </a:cubicBezTo>
                  <a:cubicBezTo>
                    <a:pt x="95462" y="17117"/>
                    <a:pt x="109559" y="19594"/>
                    <a:pt x="123656" y="22547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81" name="Forme libre : forme 14280">
              <a:extLst>
                <a:ext uri="{FF2B5EF4-FFF2-40B4-BE49-F238E27FC236}">
                  <a16:creationId xmlns:a16="http://schemas.microsoft.com/office/drawing/2014/main" id="{3205746E-0CF1-4E99-B675-83F1C430E3CC}"/>
                </a:ext>
              </a:extLst>
            </p:cNvPr>
            <p:cNvSpPr/>
            <p:nvPr/>
          </p:nvSpPr>
          <p:spPr>
            <a:xfrm>
              <a:off x="1855634" y="3667919"/>
              <a:ext cx="177931" cy="30131"/>
            </a:xfrm>
            <a:custGeom>
              <a:avLst/>
              <a:gdLst>
                <a:gd name="connsiteX0" fmla="*/ 156596 w 177931"/>
                <a:gd name="connsiteY0" fmla="*/ 9430 h 30131"/>
                <a:gd name="connsiteX1" fmla="*/ 177932 w 177931"/>
                <a:gd name="connsiteY1" fmla="*/ 0 h 30131"/>
                <a:gd name="connsiteX2" fmla="*/ 28961 w 177931"/>
                <a:gd name="connsiteY2" fmla="*/ 14383 h 30131"/>
                <a:gd name="connsiteX3" fmla="*/ 5 w 177931"/>
                <a:gd name="connsiteY3" fmla="*/ 25146 h 30131"/>
                <a:gd name="connsiteX4" fmla="*/ 27818 w 177931"/>
                <a:gd name="connsiteY4" fmla="*/ 26956 h 30131"/>
                <a:gd name="connsiteX5" fmla="*/ 110876 w 177931"/>
                <a:gd name="connsiteY5" fmla="*/ 15716 h 30131"/>
                <a:gd name="connsiteX6" fmla="*/ 156596 w 177931"/>
                <a:gd name="connsiteY6" fmla="*/ 9430 h 3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931" h="30131">
                  <a:moveTo>
                    <a:pt x="156596" y="9430"/>
                  </a:moveTo>
                  <a:cubicBezTo>
                    <a:pt x="164597" y="8382"/>
                    <a:pt x="173550" y="6668"/>
                    <a:pt x="177932" y="0"/>
                  </a:cubicBezTo>
                  <a:cubicBezTo>
                    <a:pt x="127925" y="190"/>
                    <a:pt x="78014" y="5048"/>
                    <a:pt x="28961" y="14383"/>
                  </a:cubicBezTo>
                  <a:cubicBezTo>
                    <a:pt x="22960" y="15526"/>
                    <a:pt x="386" y="17145"/>
                    <a:pt x="5" y="25146"/>
                  </a:cubicBezTo>
                  <a:cubicBezTo>
                    <a:pt x="-376" y="34766"/>
                    <a:pt x="22674" y="27622"/>
                    <a:pt x="27818" y="26956"/>
                  </a:cubicBezTo>
                  <a:cubicBezTo>
                    <a:pt x="55535" y="23241"/>
                    <a:pt x="83158" y="19431"/>
                    <a:pt x="110876" y="15716"/>
                  </a:cubicBezTo>
                  <a:cubicBezTo>
                    <a:pt x="126020" y="13526"/>
                    <a:pt x="141260" y="11430"/>
                    <a:pt x="156596" y="9430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82" name="Forme libre : forme 14281">
              <a:extLst>
                <a:ext uri="{FF2B5EF4-FFF2-40B4-BE49-F238E27FC236}">
                  <a16:creationId xmlns:a16="http://schemas.microsoft.com/office/drawing/2014/main" id="{01BD5D20-0C38-4C1C-BEA7-3FC5C63EFA8F}"/>
                </a:ext>
              </a:extLst>
            </p:cNvPr>
            <p:cNvSpPr/>
            <p:nvPr/>
          </p:nvSpPr>
          <p:spPr>
            <a:xfrm>
              <a:off x="1898245" y="3807853"/>
              <a:ext cx="157323" cy="74953"/>
            </a:xfrm>
            <a:custGeom>
              <a:avLst/>
              <a:gdLst>
                <a:gd name="connsiteX0" fmla="*/ 65312 w 157323"/>
                <a:gd name="connsiteY0" fmla="*/ 55137 h 74953"/>
                <a:gd name="connsiteX1" fmla="*/ 90934 w 157323"/>
                <a:gd name="connsiteY1" fmla="*/ 44469 h 74953"/>
                <a:gd name="connsiteX2" fmla="*/ 139798 w 157323"/>
                <a:gd name="connsiteY2" fmla="*/ 15323 h 74953"/>
                <a:gd name="connsiteX3" fmla="*/ 157324 w 157323"/>
                <a:gd name="connsiteY3" fmla="*/ 845 h 74953"/>
                <a:gd name="connsiteX4" fmla="*/ 132082 w 157323"/>
                <a:gd name="connsiteY4" fmla="*/ 7322 h 74953"/>
                <a:gd name="connsiteX5" fmla="*/ 53215 w 157323"/>
                <a:gd name="connsiteY5" fmla="*/ 44850 h 74953"/>
                <a:gd name="connsiteX6" fmla="*/ 12544 w 157323"/>
                <a:gd name="connsiteY6" fmla="*/ 63233 h 74953"/>
                <a:gd name="connsiteX7" fmla="*/ 161 w 157323"/>
                <a:gd name="connsiteY7" fmla="*/ 73044 h 74953"/>
                <a:gd name="connsiteX8" fmla="*/ 15973 w 157323"/>
                <a:gd name="connsiteY8" fmla="*/ 71711 h 74953"/>
                <a:gd name="connsiteX9" fmla="*/ 65312 w 157323"/>
                <a:gd name="connsiteY9" fmla="*/ 55137 h 74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323" h="74953">
                  <a:moveTo>
                    <a:pt x="65312" y="55137"/>
                  </a:moveTo>
                  <a:cubicBezTo>
                    <a:pt x="73980" y="51899"/>
                    <a:pt x="82648" y="48660"/>
                    <a:pt x="90934" y="44469"/>
                  </a:cubicBezTo>
                  <a:cubicBezTo>
                    <a:pt x="107794" y="35706"/>
                    <a:pt x="122367" y="22848"/>
                    <a:pt x="139798" y="15323"/>
                  </a:cubicBezTo>
                  <a:cubicBezTo>
                    <a:pt x="147037" y="12180"/>
                    <a:pt x="155895" y="8655"/>
                    <a:pt x="157324" y="845"/>
                  </a:cubicBezTo>
                  <a:cubicBezTo>
                    <a:pt x="148846" y="-2013"/>
                    <a:pt x="139893" y="2940"/>
                    <a:pt x="132082" y="7322"/>
                  </a:cubicBezTo>
                  <a:cubicBezTo>
                    <a:pt x="106746" y="21800"/>
                    <a:pt x="79885" y="33230"/>
                    <a:pt x="53215" y="44850"/>
                  </a:cubicBezTo>
                  <a:cubicBezTo>
                    <a:pt x="39595" y="50756"/>
                    <a:pt x="25974" y="56757"/>
                    <a:pt x="12544" y="63233"/>
                  </a:cubicBezTo>
                  <a:cubicBezTo>
                    <a:pt x="9591" y="64662"/>
                    <a:pt x="-1458" y="67901"/>
                    <a:pt x="161" y="73044"/>
                  </a:cubicBezTo>
                  <a:cubicBezTo>
                    <a:pt x="1685" y="77616"/>
                    <a:pt x="12544" y="72663"/>
                    <a:pt x="15973" y="71711"/>
                  </a:cubicBezTo>
                  <a:cubicBezTo>
                    <a:pt x="32737" y="67139"/>
                    <a:pt x="49024" y="61138"/>
                    <a:pt x="65312" y="55137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83" name="Forme libre : forme 14282">
              <a:extLst>
                <a:ext uri="{FF2B5EF4-FFF2-40B4-BE49-F238E27FC236}">
                  <a16:creationId xmlns:a16="http://schemas.microsoft.com/office/drawing/2014/main" id="{B417F517-9991-4AF9-A1FE-4262B99DB1A9}"/>
                </a:ext>
              </a:extLst>
            </p:cNvPr>
            <p:cNvSpPr/>
            <p:nvPr/>
          </p:nvSpPr>
          <p:spPr>
            <a:xfrm>
              <a:off x="1938496" y="3938047"/>
              <a:ext cx="161839" cy="84867"/>
            </a:xfrm>
            <a:custGeom>
              <a:avLst/>
              <a:gdLst>
                <a:gd name="connsiteX0" fmla="*/ 161840 w 161839"/>
                <a:gd name="connsiteY0" fmla="*/ 0 h 84867"/>
                <a:gd name="connsiteX1" fmla="*/ 136408 w 161839"/>
                <a:gd name="connsiteY1" fmla="*/ 22003 h 84867"/>
                <a:gd name="connsiteX2" fmla="*/ 71447 w 161839"/>
                <a:gd name="connsiteY2" fmla="*/ 43244 h 84867"/>
                <a:gd name="connsiteX3" fmla="*/ 10 w 161839"/>
                <a:gd name="connsiteY3" fmla="*/ 84868 h 84867"/>
                <a:gd name="connsiteX4" fmla="*/ 11059 w 161839"/>
                <a:gd name="connsiteY4" fmla="*/ 71152 h 84867"/>
                <a:gd name="connsiteX5" fmla="*/ 87640 w 161839"/>
                <a:gd name="connsiteY5" fmla="*/ 31337 h 84867"/>
                <a:gd name="connsiteX6" fmla="*/ 156410 w 161839"/>
                <a:gd name="connsiteY6" fmla="*/ 6287 h 8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839" h="84867">
                  <a:moveTo>
                    <a:pt x="161840" y="0"/>
                  </a:moveTo>
                  <a:cubicBezTo>
                    <a:pt x="159649" y="11525"/>
                    <a:pt x="147457" y="18002"/>
                    <a:pt x="136408" y="22003"/>
                  </a:cubicBezTo>
                  <a:cubicBezTo>
                    <a:pt x="115072" y="29909"/>
                    <a:pt x="92783" y="35052"/>
                    <a:pt x="71447" y="43244"/>
                  </a:cubicBezTo>
                  <a:cubicBezTo>
                    <a:pt x="45539" y="53150"/>
                    <a:pt x="21346" y="67247"/>
                    <a:pt x="10" y="84868"/>
                  </a:cubicBezTo>
                  <a:cubicBezTo>
                    <a:pt x="-276" y="78677"/>
                    <a:pt x="5725" y="74295"/>
                    <a:pt x="11059" y="71152"/>
                  </a:cubicBezTo>
                  <a:cubicBezTo>
                    <a:pt x="35729" y="56293"/>
                    <a:pt x="60589" y="41339"/>
                    <a:pt x="87640" y="31337"/>
                  </a:cubicBezTo>
                  <a:cubicBezTo>
                    <a:pt x="110500" y="22860"/>
                    <a:pt x="134884" y="18002"/>
                    <a:pt x="156410" y="6287"/>
                  </a:cubicBezTo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84" name="Forme libre : forme 14283">
              <a:extLst>
                <a:ext uri="{FF2B5EF4-FFF2-40B4-BE49-F238E27FC236}">
                  <a16:creationId xmlns:a16="http://schemas.microsoft.com/office/drawing/2014/main" id="{3D1AAE65-3117-4F6A-8C20-4111EA341BDB}"/>
                </a:ext>
              </a:extLst>
            </p:cNvPr>
            <p:cNvSpPr/>
            <p:nvPr/>
          </p:nvSpPr>
          <p:spPr>
            <a:xfrm>
              <a:off x="2106426" y="4212282"/>
              <a:ext cx="145642" cy="121733"/>
            </a:xfrm>
            <a:custGeom>
              <a:avLst/>
              <a:gdLst>
                <a:gd name="connsiteX0" fmla="*/ 145643 w 145642"/>
                <a:gd name="connsiteY0" fmla="*/ 1323 h 121733"/>
                <a:gd name="connsiteX1" fmla="*/ 128212 w 145642"/>
                <a:gd name="connsiteY1" fmla="*/ 2752 h 121733"/>
                <a:gd name="connsiteX2" fmla="*/ 114115 w 145642"/>
                <a:gd name="connsiteY2" fmla="*/ 13992 h 121733"/>
                <a:gd name="connsiteX3" fmla="*/ 49155 w 145642"/>
                <a:gd name="connsiteY3" fmla="*/ 77142 h 121733"/>
                <a:gd name="connsiteX4" fmla="*/ 30486 w 145642"/>
                <a:gd name="connsiteY4" fmla="*/ 93811 h 121733"/>
                <a:gd name="connsiteX5" fmla="*/ 2101 w 145642"/>
                <a:gd name="connsiteY5" fmla="*/ 114957 h 121733"/>
                <a:gd name="connsiteX6" fmla="*/ 6 w 145642"/>
                <a:gd name="connsiteY6" fmla="*/ 118767 h 121733"/>
                <a:gd name="connsiteX7" fmla="*/ 2482 w 145642"/>
                <a:gd name="connsiteY7" fmla="*/ 121719 h 121733"/>
                <a:gd name="connsiteX8" fmla="*/ 4197 w 145642"/>
                <a:gd name="connsiteY8" fmla="*/ 120862 h 121733"/>
                <a:gd name="connsiteX9" fmla="*/ 32867 w 145642"/>
                <a:gd name="connsiteY9" fmla="*/ 98669 h 121733"/>
                <a:gd name="connsiteX10" fmla="*/ 140880 w 145642"/>
                <a:gd name="connsiteY10" fmla="*/ 2752 h 121733"/>
                <a:gd name="connsiteX11" fmla="*/ 137928 w 145642"/>
                <a:gd name="connsiteY11" fmla="*/ 4181 h 12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642" h="121733">
                  <a:moveTo>
                    <a:pt x="145643" y="1323"/>
                  </a:moveTo>
                  <a:cubicBezTo>
                    <a:pt x="140118" y="-1058"/>
                    <a:pt x="133641" y="-10"/>
                    <a:pt x="128212" y="2752"/>
                  </a:cubicBezTo>
                  <a:cubicBezTo>
                    <a:pt x="122878" y="5514"/>
                    <a:pt x="118497" y="9801"/>
                    <a:pt x="114115" y="13992"/>
                  </a:cubicBezTo>
                  <a:cubicBezTo>
                    <a:pt x="92493" y="35042"/>
                    <a:pt x="70872" y="56092"/>
                    <a:pt x="49155" y="77142"/>
                  </a:cubicBezTo>
                  <a:cubicBezTo>
                    <a:pt x="43154" y="82952"/>
                    <a:pt x="37153" y="88763"/>
                    <a:pt x="30486" y="93811"/>
                  </a:cubicBezTo>
                  <a:cubicBezTo>
                    <a:pt x="20961" y="100860"/>
                    <a:pt x="10102" y="106289"/>
                    <a:pt x="2101" y="114957"/>
                  </a:cubicBezTo>
                  <a:cubicBezTo>
                    <a:pt x="1053" y="116004"/>
                    <a:pt x="101" y="117243"/>
                    <a:pt x="6" y="118767"/>
                  </a:cubicBezTo>
                  <a:cubicBezTo>
                    <a:pt x="-90" y="120195"/>
                    <a:pt x="1053" y="121910"/>
                    <a:pt x="2482" y="121719"/>
                  </a:cubicBezTo>
                  <a:cubicBezTo>
                    <a:pt x="3149" y="121624"/>
                    <a:pt x="3625" y="121243"/>
                    <a:pt x="4197" y="120862"/>
                  </a:cubicBezTo>
                  <a:cubicBezTo>
                    <a:pt x="13912" y="113623"/>
                    <a:pt x="23628" y="106384"/>
                    <a:pt x="32867" y="98669"/>
                  </a:cubicBezTo>
                  <a:cubicBezTo>
                    <a:pt x="69919" y="67713"/>
                    <a:pt x="100209" y="28660"/>
                    <a:pt x="140880" y="2752"/>
                  </a:cubicBezTo>
                  <a:cubicBezTo>
                    <a:pt x="139928" y="3228"/>
                    <a:pt x="138880" y="3705"/>
                    <a:pt x="137928" y="4181"/>
                  </a:cubicBezTo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85" name="Forme libre : forme 14284">
              <a:extLst>
                <a:ext uri="{FF2B5EF4-FFF2-40B4-BE49-F238E27FC236}">
                  <a16:creationId xmlns:a16="http://schemas.microsoft.com/office/drawing/2014/main" id="{CBC6D81A-0811-4628-BCB6-154374BFCECC}"/>
                </a:ext>
              </a:extLst>
            </p:cNvPr>
            <p:cNvSpPr/>
            <p:nvPr/>
          </p:nvSpPr>
          <p:spPr>
            <a:xfrm>
              <a:off x="2205206" y="4316283"/>
              <a:ext cx="128453" cy="129256"/>
            </a:xfrm>
            <a:custGeom>
              <a:avLst/>
              <a:gdLst>
                <a:gd name="connsiteX0" fmla="*/ 116015 w 128453"/>
                <a:gd name="connsiteY0" fmla="*/ 9622 h 129256"/>
                <a:gd name="connsiteX1" fmla="*/ 93154 w 128453"/>
                <a:gd name="connsiteY1" fmla="*/ 35721 h 129256"/>
                <a:gd name="connsiteX2" fmla="*/ 17812 w 128453"/>
                <a:gd name="connsiteY2" fmla="*/ 97157 h 129256"/>
                <a:gd name="connsiteX3" fmla="*/ 0 w 128453"/>
                <a:gd name="connsiteY3" fmla="*/ 129257 h 129256"/>
                <a:gd name="connsiteX4" fmla="*/ 85344 w 128453"/>
                <a:gd name="connsiteY4" fmla="*/ 54104 h 129256"/>
                <a:gd name="connsiteX5" fmla="*/ 120110 w 128453"/>
                <a:gd name="connsiteY5" fmla="*/ 22672 h 129256"/>
                <a:gd name="connsiteX6" fmla="*/ 128016 w 128453"/>
                <a:gd name="connsiteY6" fmla="*/ 3907 h 129256"/>
                <a:gd name="connsiteX7" fmla="*/ 116015 w 128453"/>
                <a:gd name="connsiteY7" fmla="*/ 9622 h 129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453" h="129256">
                  <a:moveTo>
                    <a:pt x="116015" y="9622"/>
                  </a:moveTo>
                  <a:cubicBezTo>
                    <a:pt x="110585" y="19909"/>
                    <a:pt x="102013" y="28196"/>
                    <a:pt x="93154" y="35721"/>
                  </a:cubicBezTo>
                  <a:cubicBezTo>
                    <a:pt x="68390" y="56676"/>
                    <a:pt x="39815" y="73345"/>
                    <a:pt x="17812" y="97157"/>
                  </a:cubicBezTo>
                  <a:cubicBezTo>
                    <a:pt x="9334" y="106301"/>
                    <a:pt x="1715" y="116969"/>
                    <a:pt x="0" y="129257"/>
                  </a:cubicBezTo>
                  <a:cubicBezTo>
                    <a:pt x="23717" y="99538"/>
                    <a:pt x="54769" y="76774"/>
                    <a:pt x="85344" y="54104"/>
                  </a:cubicBezTo>
                  <a:cubicBezTo>
                    <a:pt x="97917" y="44865"/>
                    <a:pt x="110681" y="35245"/>
                    <a:pt x="120110" y="22672"/>
                  </a:cubicBezTo>
                  <a:cubicBezTo>
                    <a:pt x="123634" y="18004"/>
                    <a:pt x="130207" y="10194"/>
                    <a:pt x="128016" y="3907"/>
                  </a:cubicBezTo>
                  <a:cubicBezTo>
                    <a:pt x="124682" y="-5903"/>
                    <a:pt x="118300" y="5336"/>
                    <a:pt x="116015" y="9622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86" name="Forme libre : forme 14285">
              <a:extLst>
                <a:ext uri="{FF2B5EF4-FFF2-40B4-BE49-F238E27FC236}">
                  <a16:creationId xmlns:a16="http://schemas.microsoft.com/office/drawing/2014/main" id="{628529C8-9E42-4BF7-B703-5CBBBC98AC09}"/>
                </a:ext>
              </a:extLst>
            </p:cNvPr>
            <p:cNvSpPr/>
            <p:nvPr/>
          </p:nvSpPr>
          <p:spPr>
            <a:xfrm>
              <a:off x="2307981" y="4414502"/>
              <a:ext cx="107490" cy="138130"/>
            </a:xfrm>
            <a:custGeom>
              <a:avLst/>
              <a:gdLst>
                <a:gd name="connsiteX0" fmla="*/ 80486 w 107490"/>
                <a:gd name="connsiteY0" fmla="*/ 33038 h 138130"/>
                <a:gd name="connsiteX1" fmla="*/ 0 w 107490"/>
                <a:gd name="connsiteY1" fmla="*/ 137908 h 138130"/>
                <a:gd name="connsiteX2" fmla="*/ 17145 w 107490"/>
                <a:gd name="connsiteY2" fmla="*/ 128383 h 138130"/>
                <a:gd name="connsiteX3" fmla="*/ 71247 w 107490"/>
                <a:gd name="connsiteY3" fmla="*/ 60755 h 138130"/>
                <a:gd name="connsiteX4" fmla="*/ 97155 w 107490"/>
                <a:gd name="connsiteY4" fmla="*/ 25322 h 138130"/>
                <a:gd name="connsiteX5" fmla="*/ 103060 w 107490"/>
                <a:gd name="connsiteY5" fmla="*/ 81 h 138130"/>
                <a:gd name="connsiteX6" fmla="*/ 93726 w 107490"/>
                <a:gd name="connsiteY6" fmla="*/ 13416 h 138130"/>
                <a:gd name="connsiteX7" fmla="*/ 80486 w 107490"/>
                <a:gd name="connsiteY7" fmla="*/ 33038 h 138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0" h="138130">
                  <a:moveTo>
                    <a:pt x="80486" y="33038"/>
                  </a:moveTo>
                  <a:cubicBezTo>
                    <a:pt x="53626" y="67994"/>
                    <a:pt x="26860" y="102951"/>
                    <a:pt x="0" y="137908"/>
                  </a:cubicBezTo>
                  <a:cubicBezTo>
                    <a:pt x="6763" y="139337"/>
                    <a:pt x="12668" y="133622"/>
                    <a:pt x="17145" y="128383"/>
                  </a:cubicBezTo>
                  <a:cubicBezTo>
                    <a:pt x="35814" y="106380"/>
                    <a:pt x="53816" y="83806"/>
                    <a:pt x="71247" y="60755"/>
                  </a:cubicBezTo>
                  <a:cubicBezTo>
                    <a:pt x="80105" y="49040"/>
                    <a:pt x="88678" y="37229"/>
                    <a:pt x="97155" y="25322"/>
                  </a:cubicBezTo>
                  <a:cubicBezTo>
                    <a:pt x="99346" y="22274"/>
                    <a:pt x="114967" y="2843"/>
                    <a:pt x="103060" y="81"/>
                  </a:cubicBezTo>
                  <a:cubicBezTo>
                    <a:pt x="98203" y="-1062"/>
                    <a:pt x="95345" y="10178"/>
                    <a:pt x="93726" y="13416"/>
                  </a:cubicBezTo>
                  <a:cubicBezTo>
                    <a:pt x="90106" y="20465"/>
                    <a:pt x="85249" y="26751"/>
                    <a:pt x="80486" y="33038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87" name="Forme libre : forme 14286">
              <a:extLst>
                <a:ext uri="{FF2B5EF4-FFF2-40B4-BE49-F238E27FC236}">
                  <a16:creationId xmlns:a16="http://schemas.microsoft.com/office/drawing/2014/main" id="{8FC4F4C0-A1CA-4572-9CB0-A160EB076808}"/>
                </a:ext>
              </a:extLst>
            </p:cNvPr>
            <p:cNvSpPr/>
            <p:nvPr/>
          </p:nvSpPr>
          <p:spPr>
            <a:xfrm>
              <a:off x="2425234" y="4493304"/>
              <a:ext cx="104318" cy="141134"/>
            </a:xfrm>
            <a:custGeom>
              <a:avLst/>
              <a:gdLst>
                <a:gd name="connsiteX0" fmla="*/ 56102 w 104318"/>
                <a:gd name="connsiteY0" fmla="*/ 60249 h 141134"/>
                <a:gd name="connsiteX1" fmla="*/ 41910 w 104318"/>
                <a:gd name="connsiteY1" fmla="*/ 73774 h 141134"/>
                <a:gd name="connsiteX2" fmla="*/ 20764 w 104318"/>
                <a:gd name="connsiteY2" fmla="*/ 103683 h 141134"/>
                <a:gd name="connsiteX3" fmla="*/ 0 w 104318"/>
                <a:gd name="connsiteY3" fmla="*/ 141116 h 141134"/>
                <a:gd name="connsiteX4" fmla="*/ 7429 w 104318"/>
                <a:gd name="connsiteY4" fmla="*/ 135592 h 141134"/>
                <a:gd name="connsiteX5" fmla="*/ 72009 w 104318"/>
                <a:gd name="connsiteY5" fmla="*/ 52343 h 141134"/>
                <a:gd name="connsiteX6" fmla="*/ 93821 w 104318"/>
                <a:gd name="connsiteY6" fmla="*/ 26435 h 141134"/>
                <a:gd name="connsiteX7" fmla="*/ 103537 w 104318"/>
                <a:gd name="connsiteY7" fmla="*/ 1384 h 141134"/>
                <a:gd name="connsiteX8" fmla="*/ 98108 w 104318"/>
                <a:gd name="connsiteY8" fmla="*/ 5385 h 141134"/>
                <a:gd name="connsiteX9" fmla="*/ 91059 w 104318"/>
                <a:gd name="connsiteY9" fmla="*/ 17672 h 141134"/>
                <a:gd name="connsiteX10" fmla="*/ 56102 w 104318"/>
                <a:gd name="connsiteY10" fmla="*/ 60249 h 141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18" h="141134">
                  <a:moveTo>
                    <a:pt x="56102" y="60249"/>
                  </a:moveTo>
                  <a:cubicBezTo>
                    <a:pt x="51340" y="64726"/>
                    <a:pt x="46292" y="68917"/>
                    <a:pt x="41910" y="73774"/>
                  </a:cubicBezTo>
                  <a:cubicBezTo>
                    <a:pt x="33718" y="82823"/>
                    <a:pt x="27908" y="93777"/>
                    <a:pt x="20764" y="103683"/>
                  </a:cubicBezTo>
                  <a:cubicBezTo>
                    <a:pt x="12192" y="115398"/>
                    <a:pt x="1238" y="126733"/>
                    <a:pt x="0" y="141116"/>
                  </a:cubicBezTo>
                  <a:cubicBezTo>
                    <a:pt x="3238" y="141402"/>
                    <a:pt x="5620" y="138354"/>
                    <a:pt x="7429" y="135592"/>
                  </a:cubicBezTo>
                  <a:cubicBezTo>
                    <a:pt x="26670" y="106159"/>
                    <a:pt x="48292" y="78251"/>
                    <a:pt x="72009" y="52343"/>
                  </a:cubicBezTo>
                  <a:cubicBezTo>
                    <a:pt x="79629" y="44056"/>
                    <a:pt x="87535" y="35865"/>
                    <a:pt x="93821" y="26435"/>
                  </a:cubicBezTo>
                  <a:cubicBezTo>
                    <a:pt x="96679" y="22149"/>
                    <a:pt x="107251" y="6623"/>
                    <a:pt x="103537" y="1384"/>
                  </a:cubicBezTo>
                  <a:cubicBezTo>
                    <a:pt x="100679" y="-2521"/>
                    <a:pt x="99536" y="2813"/>
                    <a:pt x="98108" y="5385"/>
                  </a:cubicBezTo>
                  <a:cubicBezTo>
                    <a:pt x="95917" y="9576"/>
                    <a:pt x="93535" y="13671"/>
                    <a:pt x="91059" y="17672"/>
                  </a:cubicBezTo>
                  <a:cubicBezTo>
                    <a:pt x="81343" y="33388"/>
                    <a:pt x="69533" y="47676"/>
                    <a:pt x="56102" y="60249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88" name="Forme libre : forme 14287">
              <a:extLst>
                <a:ext uri="{FF2B5EF4-FFF2-40B4-BE49-F238E27FC236}">
                  <a16:creationId xmlns:a16="http://schemas.microsoft.com/office/drawing/2014/main" id="{12832D85-17C9-4FFD-8189-770B305BBD93}"/>
                </a:ext>
              </a:extLst>
            </p:cNvPr>
            <p:cNvSpPr/>
            <p:nvPr/>
          </p:nvSpPr>
          <p:spPr>
            <a:xfrm>
              <a:off x="2747941" y="4620800"/>
              <a:ext cx="58483" cy="178654"/>
            </a:xfrm>
            <a:custGeom>
              <a:avLst/>
              <a:gdLst>
                <a:gd name="connsiteX0" fmla="*/ 54007 w 58483"/>
                <a:gd name="connsiteY0" fmla="*/ 0 h 178654"/>
                <a:gd name="connsiteX1" fmla="*/ 40672 w 58483"/>
                <a:gd name="connsiteY1" fmla="*/ 43720 h 178654"/>
                <a:gd name="connsiteX2" fmla="*/ 27146 w 58483"/>
                <a:gd name="connsiteY2" fmla="*/ 85725 h 178654"/>
                <a:gd name="connsiteX3" fmla="*/ 0 w 58483"/>
                <a:gd name="connsiteY3" fmla="*/ 178308 h 178654"/>
                <a:gd name="connsiteX4" fmla="*/ 4382 w 58483"/>
                <a:gd name="connsiteY4" fmla="*/ 175831 h 178654"/>
                <a:gd name="connsiteX5" fmla="*/ 20479 w 58483"/>
                <a:gd name="connsiteY5" fmla="*/ 124206 h 178654"/>
                <a:gd name="connsiteX6" fmla="*/ 41148 w 58483"/>
                <a:gd name="connsiteY6" fmla="*/ 71533 h 178654"/>
                <a:gd name="connsiteX7" fmla="*/ 58484 w 58483"/>
                <a:gd name="connsiteY7" fmla="*/ 7810 h 17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483" h="178654">
                  <a:moveTo>
                    <a:pt x="54007" y="0"/>
                  </a:moveTo>
                  <a:cubicBezTo>
                    <a:pt x="52959" y="15240"/>
                    <a:pt x="46196" y="29432"/>
                    <a:pt x="40672" y="43720"/>
                  </a:cubicBezTo>
                  <a:cubicBezTo>
                    <a:pt x="35433" y="57436"/>
                    <a:pt x="31242" y="71533"/>
                    <a:pt x="27146" y="85725"/>
                  </a:cubicBezTo>
                  <a:cubicBezTo>
                    <a:pt x="18098" y="116586"/>
                    <a:pt x="9049" y="147447"/>
                    <a:pt x="0" y="178308"/>
                  </a:cubicBezTo>
                  <a:cubicBezTo>
                    <a:pt x="1524" y="179451"/>
                    <a:pt x="3524" y="177546"/>
                    <a:pt x="4382" y="175831"/>
                  </a:cubicBezTo>
                  <a:cubicBezTo>
                    <a:pt x="12954" y="159925"/>
                    <a:pt x="15335" y="141541"/>
                    <a:pt x="20479" y="124206"/>
                  </a:cubicBezTo>
                  <a:cubicBezTo>
                    <a:pt x="25813" y="106108"/>
                    <a:pt x="34290" y="89154"/>
                    <a:pt x="41148" y="71533"/>
                  </a:cubicBezTo>
                  <a:cubicBezTo>
                    <a:pt x="49149" y="50959"/>
                    <a:pt x="54959" y="29623"/>
                    <a:pt x="58484" y="7810"/>
                  </a:cubicBezTo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89" name="Forme libre : forme 14288">
              <a:extLst>
                <a:ext uri="{FF2B5EF4-FFF2-40B4-BE49-F238E27FC236}">
                  <a16:creationId xmlns:a16="http://schemas.microsoft.com/office/drawing/2014/main" id="{A175DEAC-A3B4-4229-A8B6-2202AB8181BF}"/>
                </a:ext>
              </a:extLst>
            </p:cNvPr>
            <p:cNvSpPr/>
            <p:nvPr/>
          </p:nvSpPr>
          <p:spPr>
            <a:xfrm>
              <a:off x="2943394" y="4676634"/>
              <a:ext cx="29770" cy="178289"/>
            </a:xfrm>
            <a:custGeom>
              <a:avLst/>
              <a:gdLst>
                <a:gd name="connsiteX0" fmla="*/ 3238 w 29770"/>
                <a:gd name="connsiteY0" fmla="*/ 155525 h 178289"/>
                <a:gd name="connsiteX1" fmla="*/ 0 w 29770"/>
                <a:gd name="connsiteY1" fmla="*/ 178290 h 178289"/>
                <a:gd name="connsiteX2" fmla="*/ 23717 w 29770"/>
                <a:gd name="connsiteY2" fmla="*/ 27509 h 178289"/>
                <a:gd name="connsiteX3" fmla="*/ 25622 w 29770"/>
                <a:gd name="connsiteY3" fmla="*/ 268 h 178289"/>
                <a:gd name="connsiteX4" fmla="*/ 13145 w 29770"/>
                <a:gd name="connsiteY4" fmla="*/ 20270 h 178289"/>
                <a:gd name="connsiteX5" fmla="*/ 9049 w 29770"/>
                <a:gd name="connsiteY5" fmla="*/ 107138 h 178289"/>
                <a:gd name="connsiteX6" fmla="*/ 3238 w 29770"/>
                <a:gd name="connsiteY6" fmla="*/ 155525 h 178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70" h="178289">
                  <a:moveTo>
                    <a:pt x="3238" y="155525"/>
                  </a:moveTo>
                  <a:cubicBezTo>
                    <a:pt x="1905" y="163050"/>
                    <a:pt x="381" y="170670"/>
                    <a:pt x="0" y="178290"/>
                  </a:cubicBezTo>
                  <a:cubicBezTo>
                    <a:pt x="18859" y="130856"/>
                    <a:pt x="10478" y="76849"/>
                    <a:pt x="23717" y="27509"/>
                  </a:cubicBezTo>
                  <a:cubicBezTo>
                    <a:pt x="25337" y="21413"/>
                    <a:pt x="35242" y="2363"/>
                    <a:pt x="25622" y="268"/>
                  </a:cubicBezTo>
                  <a:cubicBezTo>
                    <a:pt x="14002" y="-2209"/>
                    <a:pt x="13621" y="13126"/>
                    <a:pt x="13145" y="20270"/>
                  </a:cubicBezTo>
                  <a:cubicBezTo>
                    <a:pt x="11240" y="49226"/>
                    <a:pt x="11240" y="78182"/>
                    <a:pt x="9049" y="107138"/>
                  </a:cubicBezTo>
                  <a:cubicBezTo>
                    <a:pt x="7811" y="123331"/>
                    <a:pt x="6001" y="139523"/>
                    <a:pt x="3238" y="155525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90" name="Forme libre : forme 14289">
              <a:extLst>
                <a:ext uri="{FF2B5EF4-FFF2-40B4-BE49-F238E27FC236}">
                  <a16:creationId xmlns:a16="http://schemas.microsoft.com/office/drawing/2014/main" id="{493F4519-12CA-4928-AF9A-40F840DCF7C4}"/>
                </a:ext>
              </a:extLst>
            </p:cNvPr>
            <p:cNvSpPr/>
            <p:nvPr/>
          </p:nvSpPr>
          <p:spPr>
            <a:xfrm>
              <a:off x="3078906" y="4688490"/>
              <a:ext cx="22708" cy="189389"/>
            </a:xfrm>
            <a:custGeom>
              <a:avLst/>
              <a:gdLst>
                <a:gd name="connsiteX0" fmla="*/ 6315 w 22708"/>
                <a:gd name="connsiteY0" fmla="*/ 78900 h 189389"/>
                <a:gd name="connsiteX1" fmla="*/ 29 w 22708"/>
                <a:gd name="connsiteY1" fmla="*/ 166434 h 189389"/>
                <a:gd name="connsiteX2" fmla="*/ 2410 w 22708"/>
                <a:gd name="connsiteY2" fmla="*/ 189390 h 189389"/>
                <a:gd name="connsiteX3" fmla="*/ 3648 w 22708"/>
                <a:gd name="connsiteY3" fmla="*/ 149194 h 189389"/>
                <a:gd name="connsiteX4" fmla="*/ 12887 w 22708"/>
                <a:gd name="connsiteY4" fmla="*/ 102522 h 189389"/>
                <a:gd name="connsiteX5" fmla="*/ 22603 w 22708"/>
                <a:gd name="connsiteY5" fmla="*/ 24226 h 189389"/>
                <a:gd name="connsiteX6" fmla="*/ 16507 w 22708"/>
                <a:gd name="connsiteY6" fmla="*/ 2605 h 189389"/>
                <a:gd name="connsiteX7" fmla="*/ 16602 w 22708"/>
                <a:gd name="connsiteY7" fmla="*/ 18797 h 189389"/>
                <a:gd name="connsiteX8" fmla="*/ 14888 w 22708"/>
                <a:gd name="connsiteY8" fmla="*/ 37180 h 189389"/>
                <a:gd name="connsiteX9" fmla="*/ 6315 w 22708"/>
                <a:gd name="connsiteY9" fmla="*/ 78900 h 189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189389">
                  <a:moveTo>
                    <a:pt x="6315" y="78900"/>
                  </a:moveTo>
                  <a:cubicBezTo>
                    <a:pt x="791" y="107665"/>
                    <a:pt x="410" y="137098"/>
                    <a:pt x="29" y="166434"/>
                  </a:cubicBezTo>
                  <a:cubicBezTo>
                    <a:pt x="-67" y="174150"/>
                    <a:pt x="-67" y="182056"/>
                    <a:pt x="2410" y="189390"/>
                  </a:cubicBezTo>
                  <a:cubicBezTo>
                    <a:pt x="2220" y="175959"/>
                    <a:pt x="2124" y="162529"/>
                    <a:pt x="3648" y="149194"/>
                  </a:cubicBezTo>
                  <a:cubicBezTo>
                    <a:pt x="5458" y="133478"/>
                    <a:pt x="9554" y="118048"/>
                    <a:pt x="12887" y="102522"/>
                  </a:cubicBezTo>
                  <a:cubicBezTo>
                    <a:pt x="18317" y="76709"/>
                    <a:pt x="21650" y="50515"/>
                    <a:pt x="22603" y="24226"/>
                  </a:cubicBezTo>
                  <a:cubicBezTo>
                    <a:pt x="22698" y="21369"/>
                    <a:pt x="23746" y="-8921"/>
                    <a:pt x="16507" y="2605"/>
                  </a:cubicBezTo>
                  <a:cubicBezTo>
                    <a:pt x="14221" y="6224"/>
                    <a:pt x="16697" y="14511"/>
                    <a:pt x="16602" y="18797"/>
                  </a:cubicBezTo>
                  <a:cubicBezTo>
                    <a:pt x="16507" y="24988"/>
                    <a:pt x="15840" y="31084"/>
                    <a:pt x="14888" y="37180"/>
                  </a:cubicBezTo>
                  <a:cubicBezTo>
                    <a:pt x="12792" y="51182"/>
                    <a:pt x="8982" y="64898"/>
                    <a:pt x="6315" y="78900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91" name="Forme libre : forme 14290">
              <a:extLst>
                <a:ext uri="{FF2B5EF4-FFF2-40B4-BE49-F238E27FC236}">
                  <a16:creationId xmlns:a16="http://schemas.microsoft.com/office/drawing/2014/main" id="{FD4AB5C8-FB41-440B-AD31-F054DA4C16F3}"/>
                </a:ext>
              </a:extLst>
            </p:cNvPr>
            <p:cNvSpPr/>
            <p:nvPr/>
          </p:nvSpPr>
          <p:spPr>
            <a:xfrm>
              <a:off x="3440776" y="4681827"/>
              <a:ext cx="32061" cy="177669"/>
            </a:xfrm>
            <a:custGeom>
              <a:avLst/>
              <a:gdLst>
                <a:gd name="connsiteX0" fmla="*/ 21063 w 32061"/>
                <a:gd name="connsiteY0" fmla="*/ 130330 h 177669"/>
                <a:gd name="connsiteX1" fmla="*/ 31350 w 32061"/>
                <a:gd name="connsiteY1" fmla="*/ 177669 h 177669"/>
                <a:gd name="connsiteX2" fmla="*/ 19825 w 32061"/>
                <a:gd name="connsiteY2" fmla="*/ 45558 h 177669"/>
                <a:gd name="connsiteX3" fmla="*/ 10110 w 32061"/>
                <a:gd name="connsiteY3" fmla="*/ 10505 h 177669"/>
                <a:gd name="connsiteX4" fmla="*/ 2204 w 32061"/>
                <a:gd name="connsiteY4" fmla="*/ 28 h 177669"/>
                <a:gd name="connsiteX5" fmla="*/ 2013 w 32061"/>
                <a:gd name="connsiteY5" fmla="*/ 11268 h 177669"/>
                <a:gd name="connsiteX6" fmla="*/ 15539 w 32061"/>
                <a:gd name="connsiteY6" fmla="*/ 88039 h 177669"/>
                <a:gd name="connsiteX7" fmla="*/ 21063 w 32061"/>
                <a:gd name="connsiteY7" fmla="*/ 130330 h 177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61" h="177669">
                  <a:moveTo>
                    <a:pt x="21063" y="130330"/>
                  </a:moveTo>
                  <a:cubicBezTo>
                    <a:pt x="22873" y="146427"/>
                    <a:pt x="24492" y="163001"/>
                    <a:pt x="31350" y="177669"/>
                  </a:cubicBezTo>
                  <a:cubicBezTo>
                    <a:pt x="34017" y="133378"/>
                    <a:pt x="28969" y="88992"/>
                    <a:pt x="19825" y="45558"/>
                  </a:cubicBezTo>
                  <a:cubicBezTo>
                    <a:pt x="17348" y="33746"/>
                    <a:pt x="14491" y="21840"/>
                    <a:pt x="10110" y="10505"/>
                  </a:cubicBezTo>
                  <a:cubicBezTo>
                    <a:pt x="9062" y="7743"/>
                    <a:pt x="6776" y="-543"/>
                    <a:pt x="2204" y="28"/>
                  </a:cubicBezTo>
                  <a:cubicBezTo>
                    <a:pt x="-2273" y="600"/>
                    <a:pt x="1347" y="8029"/>
                    <a:pt x="2013" y="11268"/>
                  </a:cubicBezTo>
                  <a:cubicBezTo>
                    <a:pt x="7252" y="36699"/>
                    <a:pt x="11824" y="62321"/>
                    <a:pt x="15539" y="88039"/>
                  </a:cubicBezTo>
                  <a:cubicBezTo>
                    <a:pt x="17730" y="102136"/>
                    <a:pt x="19539" y="116233"/>
                    <a:pt x="21063" y="130330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92" name="Forme libre : forme 14291">
              <a:extLst>
                <a:ext uri="{FF2B5EF4-FFF2-40B4-BE49-F238E27FC236}">
                  <a16:creationId xmlns:a16="http://schemas.microsoft.com/office/drawing/2014/main" id="{66FDB5BA-EC92-4D98-B00A-818ABD93DDD3}"/>
                </a:ext>
              </a:extLst>
            </p:cNvPr>
            <p:cNvSpPr/>
            <p:nvPr/>
          </p:nvSpPr>
          <p:spPr>
            <a:xfrm>
              <a:off x="3603150" y="4634077"/>
              <a:ext cx="66811" cy="163983"/>
            </a:xfrm>
            <a:custGeom>
              <a:avLst/>
              <a:gdLst>
                <a:gd name="connsiteX0" fmla="*/ 4899 w 66811"/>
                <a:gd name="connsiteY0" fmla="*/ 38063 h 163983"/>
                <a:gd name="connsiteX1" fmla="*/ 17472 w 66811"/>
                <a:gd name="connsiteY1" fmla="*/ 56732 h 163983"/>
                <a:gd name="connsiteX2" fmla="*/ 55000 w 66811"/>
                <a:gd name="connsiteY2" fmla="*/ 135503 h 163983"/>
                <a:gd name="connsiteX3" fmla="*/ 66811 w 66811"/>
                <a:gd name="connsiteY3" fmla="*/ 163983 h 163983"/>
                <a:gd name="connsiteX4" fmla="*/ 36522 w 66811"/>
                <a:gd name="connsiteY4" fmla="*/ 86545 h 163983"/>
                <a:gd name="connsiteX5" fmla="*/ 25854 w 66811"/>
                <a:gd name="connsiteY5" fmla="*/ 67114 h 163983"/>
                <a:gd name="connsiteX6" fmla="*/ 17186 w 66811"/>
                <a:gd name="connsiteY6" fmla="*/ 46445 h 163983"/>
                <a:gd name="connsiteX7" fmla="*/ 10709 w 66811"/>
                <a:gd name="connsiteY7" fmla="*/ 21775 h 163983"/>
                <a:gd name="connsiteX8" fmla="*/ 5851 w 66811"/>
                <a:gd name="connsiteY8" fmla="*/ 629 h 163983"/>
                <a:gd name="connsiteX9" fmla="*/ 4899 w 66811"/>
                <a:gd name="connsiteY9" fmla="*/ 38063 h 163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811" h="163983">
                  <a:moveTo>
                    <a:pt x="4899" y="38063"/>
                  </a:moveTo>
                  <a:cubicBezTo>
                    <a:pt x="8137" y="44826"/>
                    <a:pt x="12995" y="50636"/>
                    <a:pt x="17472" y="56732"/>
                  </a:cubicBezTo>
                  <a:cubicBezTo>
                    <a:pt x="34617" y="80354"/>
                    <a:pt x="45570" y="107881"/>
                    <a:pt x="55000" y="135503"/>
                  </a:cubicBezTo>
                  <a:cubicBezTo>
                    <a:pt x="58334" y="145219"/>
                    <a:pt x="61477" y="155125"/>
                    <a:pt x="66811" y="163983"/>
                  </a:cubicBezTo>
                  <a:cubicBezTo>
                    <a:pt x="58524" y="137504"/>
                    <a:pt x="49762" y="110929"/>
                    <a:pt x="36522" y="86545"/>
                  </a:cubicBezTo>
                  <a:cubicBezTo>
                    <a:pt x="32997" y="80068"/>
                    <a:pt x="29187" y="73686"/>
                    <a:pt x="25854" y="67114"/>
                  </a:cubicBezTo>
                  <a:cubicBezTo>
                    <a:pt x="22520" y="60446"/>
                    <a:pt x="19662" y="53493"/>
                    <a:pt x="17186" y="46445"/>
                  </a:cubicBezTo>
                  <a:cubicBezTo>
                    <a:pt x="14424" y="38348"/>
                    <a:pt x="12328" y="30157"/>
                    <a:pt x="10709" y="21775"/>
                  </a:cubicBezTo>
                  <a:cubicBezTo>
                    <a:pt x="9756" y="16822"/>
                    <a:pt x="10709" y="3106"/>
                    <a:pt x="5851" y="629"/>
                  </a:cubicBezTo>
                  <a:cubicBezTo>
                    <a:pt x="-5388" y="-5371"/>
                    <a:pt x="2613" y="33395"/>
                    <a:pt x="4899" y="38063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93" name="Forme libre : forme 14292">
              <a:extLst>
                <a:ext uri="{FF2B5EF4-FFF2-40B4-BE49-F238E27FC236}">
                  <a16:creationId xmlns:a16="http://schemas.microsoft.com/office/drawing/2014/main" id="{8CF68751-AE6B-4C5D-9991-725B2F136E46}"/>
                </a:ext>
              </a:extLst>
            </p:cNvPr>
            <p:cNvSpPr/>
            <p:nvPr/>
          </p:nvSpPr>
          <p:spPr>
            <a:xfrm>
              <a:off x="3726698" y="4581979"/>
              <a:ext cx="77565" cy="159026"/>
            </a:xfrm>
            <a:custGeom>
              <a:avLst/>
              <a:gdLst>
                <a:gd name="connsiteX0" fmla="*/ 37942 w 77565"/>
                <a:gd name="connsiteY0" fmla="*/ 91208 h 159026"/>
                <a:gd name="connsiteX1" fmla="*/ 77565 w 77565"/>
                <a:gd name="connsiteY1" fmla="*/ 159026 h 159026"/>
                <a:gd name="connsiteX2" fmla="*/ 30893 w 77565"/>
                <a:gd name="connsiteY2" fmla="*/ 46441 h 159026"/>
                <a:gd name="connsiteX3" fmla="*/ 18796 w 77565"/>
                <a:gd name="connsiteY3" fmla="*/ 16723 h 159026"/>
                <a:gd name="connsiteX4" fmla="*/ 32 w 77565"/>
                <a:gd name="connsiteY4" fmla="*/ 2911 h 159026"/>
                <a:gd name="connsiteX5" fmla="*/ 8033 w 77565"/>
                <a:gd name="connsiteY5" fmla="*/ 14818 h 159026"/>
                <a:gd name="connsiteX6" fmla="*/ 15653 w 77565"/>
                <a:gd name="connsiteY6" fmla="*/ 28915 h 159026"/>
                <a:gd name="connsiteX7" fmla="*/ 37942 w 77565"/>
                <a:gd name="connsiteY7" fmla="*/ 91208 h 159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565" h="159026">
                  <a:moveTo>
                    <a:pt x="37942" y="91208"/>
                  </a:moveTo>
                  <a:cubicBezTo>
                    <a:pt x="47276" y="115783"/>
                    <a:pt x="60706" y="138738"/>
                    <a:pt x="77565" y="159026"/>
                  </a:cubicBezTo>
                  <a:cubicBezTo>
                    <a:pt x="58992" y="122926"/>
                    <a:pt x="43942" y="84922"/>
                    <a:pt x="30893" y="46441"/>
                  </a:cubicBezTo>
                  <a:cubicBezTo>
                    <a:pt x="27464" y="36344"/>
                    <a:pt x="24035" y="26057"/>
                    <a:pt x="18796" y="16723"/>
                  </a:cubicBezTo>
                  <a:cubicBezTo>
                    <a:pt x="17558" y="14532"/>
                    <a:pt x="2604" y="-7852"/>
                    <a:pt x="32" y="2911"/>
                  </a:cubicBezTo>
                  <a:cubicBezTo>
                    <a:pt x="-539" y="5388"/>
                    <a:pt x="6700" y="12627"/>
                    <a:pt x="8033" y="14818"/>
                  </a:cubicBezTo>
                  <a:cubicBezTo>
                    <a:pt x="10890" y="19294"/>
                    <a:pt x="13367" y="24057"/>
                    <a:pt x="15653" y="28915"/>
                  </a:cubicBezTo>
                  <a:cubicBezTo>
                    <a:pt x="24988" y="48917"/>
                    <a:pt x="30131" y="70539"/>
                    <a:pt x="37942" y="91208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94" name="Forme libre : forme 14293">
              <a:extLst>
                <a:ext uri="{FF2B5EF4-FFF2-40B4-BE49-F238E27FC236}">
                  <a16:creationId xmlns:a16="http://schemas.microsoft.com/office/drawing/2014/main" id="{C9DC83F9-C73A-4441-9A3E-2B85D833143E}"/>
                </a:ext>
              </a:extLst>
            </p:cNvPr>
            <p:cNvSpPr/>
            <p:nvPr/>
          </p:nvSpPr>
          <p:spPr>
            <a:xfrm>
              <a:off x="3922627" y="4457476"/>
              <a:ext cx="114808" cy="138939"/>
            </a:xfrm>
            <a:custGeom>
              <a:avLst/>
              <a:gdLst>
                <a:gd name="connsiteX0" fmla="*/ 13367 w 114808"/>
                <a:gd name="connsiteY0" fmla="*/ 29021 h 138939"/>
                <a:gd name="connsiteX1" fmla="*/ 42895 w 114808"/>
                <a:gd name="connsiteY1" fmla="*/ 59501 h 138939"/>
                <a:gd name="connsiteX2" fmla="*/ 114808 w 114808"/>
                <a:gd name="connsiteY2" fmla="*/ 138940 h 138939"/>
                <a:gd name="connsiteX3" fmla="*/ 85376 w 114808"/>
                <a:gd name="connsiteY3" fmla="*/ 97887 h 138939"/>
                <a:gd name="connsiteX4" fmla="*/ 39561 w 114808"/>
                <a:gd name="connsiteY4" fmla="*/ 47499 h 138939"/>
                <a:gd name="connsiteX5" fmla="*/ 7748 w 114808"/>
                <a:gd name="connsiteY5" fmla="*/ 5875 h 138939"/>
                <a:gd name="connsiteX6" fmla="*/ 604 w 114808"/>
                <a:gd name="connsiteY6" fmla="*/ 5494 h 138939"/>
                <a:gd name="connsiteX7" fmla="*/ 13367 w 114808"/>
                <a:gd name="connsiteY7" fmla="*/ 29021 h 138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808" h="138939">
                  <a:moveTo>
                    <a:pt x="13367" y="29021"/>
                  </a:moveTo>
                  <a:cubicBezTo>
                    <a:pt x="21940" y="40260"/>
                    <a:pt x="32608" y="49785"/>
                    <a:pt x="42895" y="59501"/>
                  </a:cubicBezTo>
                  <a:cubicBezTo>
                    <a:pt x="68898" y="84075"/>
                    <a:pt x="92996" y="110650"/>
                    <a:pt x="114808" y="138940"/>
                  </a:cubicBezTo>
                  <a:cubicBezTo>
                    <a:pt x="102998" y="126843"/>
                    <a:pt x="95187" y="111603"/>
                    <a:pt x="85376" y="97887"/>
                  </a:cubicBezTo>
                  <a:cubicBezTo>
                    <a:pt x="72136" y="79408"/>
                    <a:pt x="55182" y="63978"/>
                    <a:pt x="39561" y="47499"/>
                  </a:cubicBezTo>
                  <a:cubicBezTo>
                    <a:pt x="27274" y="34641"/>
                    <a:pt x="16701" y="21115"/>
                    <a:pt x="7748" y="5875"/>
                  </a:cubicBezTo>
                  <a:cubicBezTo>
                    <a:pt x="4795" y="922"/>
                    <a:pt x="-2063" y="-4221"/>
                    <a:pt x="604" y="5494"/>
                  </a:cubicBezTo>
                  <a:cubicBezTo>
                    <a:pt x="2985" y="13971"/>
                    <a:pt x="8128" y="22068"/>
                    <a:pt x="13367" y="29021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95" name="Forme libre : forme 14294">
              <a:extLst>
                <a:ext uri="{FF2B5EF4-FFF2-40B4-BE49-F238E27FC236}">
                  <a16:creationId xmlns:a16="http://schemas.microsoft.com/office/drawing/2014/main" id="{9BB6977D-F081-471E-83FF-07AFD6680AB2}"/>
                </a:ext>
              </a:extLst>
            </p:cNvPr>
            <p:cNvSpPr/>
            <p:nvPr/>
          </p:nvSpPr>
          <p:spPr>
            <a:xfrm>
              <a:off x="4022631" y="4363561"/>
              <a:ext cx="127484" cy="138176"/>
            </a:xfrm>
            <a:custGeom>
              <a:avLst/>
              <a:gdLst>
                <a:gd name="connsiteX0" fmla="*/ 12804 w 127484"/>
                <a:gd name="connsiteY0" fmla="*/ 13684 h 138176"/>
                <a:gd name="connsiteX1" fmla="*/ 29853 w 127484"/>
                <a:gd name="connsiteY1" fmla="*/ 28067 h 138176"/>
                <a:gd name="connsiteX2" fmla="*/ 70049 w 127484"/>
                <a:gd name="connsiteY2" fmla="*/ 79883 h 138176"/>
                <a:gd name="connsiteX3" fmla="*/ 127485 w 127484"/>
                <a:gd name="connsiteY3" fmla="*/ 138176 h 138176"/>
                <a:gd name="connsiteX4" fmla="*/ 94528 w 127484"/>
                <a:gd name="connsiteY4" fmla="*/ 99409 h 138176"/>
                <a:gd name="connsiteX5" fmla="*/ 29853 w 127484"/>
                <a:gd name="connsiteY5" fmla="*/ 27972 h 138176"/>
                <a:gd name="connsiteX6" fmla="*/ 14232 w 127484"/>
                <a:gd name="connsiteY6" fmla="*/ 11493 h 138176"/>
                <a:gd name="connsiteX7" fmla="*/ 516 w 127484"/>
                <a:gd name="connsiteY7" fmla="*/ 635 h 138176"/>
                <a:gd name="connsiteX8" fmla="*/ 12804 w 127484"/>
                <a:gd name="connsiteY8" fmla="*/ 13684 h 138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484" h="138176">
                  <a:moveTo>
                    <a:pt x="12804" y="13684"/>
                  </a:moveTo>
                  <a:cubicBezTo>
                    <a:pt x="18614" y="18351"/>
                    <a:pt x="24519" y="22924"/>
                    <a:pt x="29853" y="28067"/>
                  </a:cubicBezTo>
                  <a:cubicBezTo>
                    <a:pt x="45665" y="43212"/>
                    <a:pt x="56904" y="62357"/>
                    <a:pt x="70049" y="79883"/>
                  </a:cubicBezTo>
                  <a:cubicBezTo>
                    <a:pt x="86432" y="101791"/>
                    <a:pt x="105767" y="121507"/>
                    <a:pt x="127485" y="138176"/>
                  </a:cubicBezTo>
                  <a:cubicBezTo>
                    <a:pt x="116531" y="125222"/>
                    <a:pt x="105482" y="112363"/>
                    <a:pt x="94528" y="99409"/>
                  </a:cubicBezTo>
                  <a:cubicBezTo>
                    <a:pt x="73668" y="74930"/>
                    <a:pt x="52904" y="50356"/>
                    <a:pt x="29853" y="27972"/>
                  </a:cubicBezTo>
                  <a:cubicBezTo>
                    <a:pt x="24424" y="22638"/>
                    <a:pt x="18899" y="17494"/>
                    <a:pt x="14232" y="11493"/>
                  </a:cubicBezTo>
                  <a:cubicBezTo>
                    <a:pt x="12518" y="9303"/>
                    <a:pt x="4040" y="-2889"/>
                    <a:pt x="516" y="635"/>
                  </a:cubicBezTo>
                  <a:cubicBezTo>
                    <a:pt x="-2722" y="3969"/>
                    <a:pt x="10232" y="11684"/>
                    <a:pt x="12804" y="13684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96" name="Forme libre : forme 14295">
              <a:extLst>
                <a:ext uri="{FF2B5EF4-FFF2-40B4-BE49-F238E27FC236}">
                  <a16:creationId xmlns:a16="http://schemas.microsoft.com/office/drawing/2014/main" id="{9564F766-2332-40D2-B739-FD0A57817A9C}"/>
                </a:ext>
              </a:extLst>
            </p:cNvPr>
            <p:cNvSpPr/>
            <p:nvPr/>
          </p:nvSpPr>
          <p:spPr>
            <a:xfrm>
              <a:off x="4140877" y="4235775"/>
              <a:ext cx="141827" cy="122896"/>
            </a:xfrm>
            <a:custGeom>
              <a:avLst/>
              <a:gdLst>
                <a:gd name="connsiteX0" fmla="*/ 13811 w 141827"/>
                <a:gd name="connsiteY0" fmla="*/ 12693 h 122896"/>
                <a:gd name="connsiteX1" fmla="*/ 141827 w 141827"/>
                <a:gd name="connsiteY1" fmla="*/ 122897 h 122896"/>
                <a:gd name="connsiteX2" fmla="*/ 88392 w 141827"/>
                <a:gd name="connsiteY2" fmla="*/ 64889 h 122896"/>
                <a:gd name="connsiteX3" fmla="*/ 45244 w 141827"/>
                <a:gd name="connsiteY3" fmla="*/ 28314 h 122896"/>
                <a:gd name="connsiteX4" fmla="*/ 0 w 141827"/>
                <a:gd name="connsiteY4" fmla="*/ 691 h 122896"/>
                <a:gd name="connsiteX5" fmla="*/ 13811 w 141827"/>
                <a:gd name="connsiteY5" fmla="*/ 12693 h 12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827" h="122896">
                  <a:moveTo>
                    <a:pt x="13811" y="12693"/>
                  </a:moveTo>
                  <a:cubicBezTo>
                    <a:pt x="58864" y="46506"/>
                    <a:pt x="100393" y="84797"/>
                    <a:pt x="141827" y="122897"/>
                  </a:cubicBezTo>
                  <a:cubicBezTo>
                    <a:pt x="128302" y="100227"/>
                    <a:pt x="108204" y="82320"/>
                    <a:pt x="88392" y="64889"/>
                  </a:cubicBezTo>
                  <a:cubicBezTo>
                    <a:pt x="74200" y="52412"/>
                    <a:pt x="60103" y="39934"/>
                    <a:pt x="45244" y="28314"/>
                  </a:cubicBezTo>
                  <a:cubicBezTo>
                    <a:pt x="39052" y="23456"/>
                    <a:pt x="6667" y="-4738"/>
                    <a:pt x="0" y="691"/>
                  </a:cubicBezTo>
                  <a:cubicBezTo>
                    <a:pt x="2286" y="5549"/>
                    <a:pt x="9430" y="9454"/>
                    <a:pt x="13811" y="12693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97" name="Forme libre : forme 14296">
              <a:extLst>
                <a:ext uri="{FF2B5EF4-FFF2-40B4-BE49-F238E27FC236}">
                  <a16:creationId xmlns:a16="http://schemas.microsoft.com/office/drawing/2014/main" id="{DC1773AB-933E-4692-9854-33DD2CE82725}"/>
                </a:ext>
              </a:extLst>
            </p:cNvPr>
            <p:cNvSpPr/>
            <p:nvPr/>
          </p:nvSpPr>
          <p:spPr>
            <a:xfrm>
              <a:off x="4298516" y="3976121"/>
              <a:ext cx="156876" cy="72416"/>
            </a:xfrm>
            <a:custGeom>
              <a:avLst/>
              <a:gdLst>
                <a:gd name="connsiteX0" fmla="*/ 14383 w 156876"/>
                <a:gd name="connsiteY0" fmla="*/ 15362 h 72416"/>
                <a:gd name="connsiteX1" fmla="*/ 33719 w 156876"/>
                <a:gd name="connsiteY1" fmla="*/ 24791 h 72416"/>
                <a:gd name="connsiteX2" fmla="*/ 89916 w 156876"/>
                <a:gd name="connsiteY2" fmla="*/ 39460 h 72416"/>
                <a:gd name="connsiteX3" fmla="*/ 156877 w 156876"/>
                <a:gd name="connsiteY3" fmla="*/ 72416 h 72416"/>
                <a:gd name="connsiteX4" fmla="*/ 106489 w 156876"/>
                <a:gd name="connsiteY4" fmla="*/ 40412 h 72416"/>
                <a:gd name="connsiteX5" fmla="*/ 73343 w 156876"/>
                <a:gd name="connsiteY5" fmla="*/ 24887 h 72416"/>
                <a:gd name="connsiteX6" fmla="*/ 44005 w 156876"/>
                <a:gd name="connsiteY6" fmla="*/ 16695 h 72416"/>
                <a:gd name="connsiteX7" fmla="*/ 20764 w 156876"/>
                <a:gd name="connsiteY7" fmla="*/ 8504 h 72416"/>
                <a:gd name="connsiteX8" fmla="*/ 0 w 156876"/>
                <a:gd name="connsiteY8" fmla="*/ 407 h 72416"/>
                <a:gd name="connsiteX9" fmla="*/ 14383 w 156876"/>
                <a:gd name="connsiteY9" fmla="*/ 15362 h 7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876" h="72416">
                  <a:moveTo>
                    <a:pt x="14383" y="15362"/>
                  </a:moveTo>
                  <a:cubicBezTo>
                    <a:pt x="20193" y="19648"/>
                    <a:pt x="26861" y="22505"/>
                    <a:pt x="33719" y="24791"/>
                  </a:cubicBezTo>
                  <a:cubicBezTo>
                    <a:pt x="52102" y="30983"/>
                    <a:pt x="71438" y="33554"/>
                    <a:pt x="89916" y="39460"/>
                  </a:cubicBezTo>
                  <a:cubicBezTo>
                    <a:pt x="113729" y="46985"/>
                    <a:pt x="135446" y="59748"/>
                    <a:pt x="156877" y="72416"/>
                  </a:cubicBezTo>
                  <a:cubicBezTo>
                    <a:pt x="140398" y="61367"/>
                    <a:pt x="123825" y="50223"/>
                    <a:pt x="106489" y="40412"/>
                  </a:cubicBezTo>
                  <a:cubicBezTo>
                    <a:pt x="95917" y="34412"/>
                    <a:pt x="84963" y="28792"/>
                    <a:pt x="73343" y="24887"/>
                  </a:cubicBezTo>
                  <a:cubicBezTo>
                    <a:pt x="63722" y="21648"/>
                    <a:pt x="53816" y="19457"/>
                    <a:pt x="44005" y="16695"/>
                  </a:cubicBezTo>
                  <a:cubicBezTo>
                    <a:pt x="36100" y="14409"/>
                    <a:pt x="28385" y="11647"/>
                    <a:pt x="20764" y="8504"/>
                  </a:cubicBezTo>
                  <a:cubicBezTo>
                    <a:pt x="16573" y="6789"/>
                    <a:pt x="3715" y="-1974"/>
                    <a:pt x="0" y="407"/>
                  </a:cubicBezTo>
                  <a:cubicBezTo>
                    <a:pt x="3715" y="5932"/>
                    <a:pt x="8954" y="11361"/>
                    <a:pt x="14383" y="15362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98" name="Forme libre : forme 14297">
              <a:extLst>
                <a:ext uri="{FF2B5EF4-FFF2-40B4-BE49-F238E27FC236}">
                  <a16:creationId xmlns:a16="http://schemas.microsoft.com/office/drawing/2014/main" id="{339D2B50-75F7-4B64-8F92-CDF25FAEF75C}"/>
                </a:ext>
              </a:extLst>
            </p:cNvPr>
            <p:cNvSpPr/>
            <p:nvPr/>
          </p:nvSpPr>
          <p:spPr>
            <a:xfrm>
              <a:off x="4340265" y="3854347"/>
              <a:ext cx="175610" cy="56840"/>
            </a:xfrm>
            <a:custGeom>
              <a:avLst/>
              <a:gdLst>
                <a:gd name="connsiteX0" fmla="*/ 95791 w 175610"/>
                <a:gd name="connsiteY0" fmla="*/ 34171 h 56840"/>
                <a:gd name="connsiteX1" fmla="*/ 122461 w 175610"/>
                <a:gd name="connsiteY1" fmla="*/ 45506 h 56840"/>
                <a:gd name="connsiteX2" fmla="*/ 145607 w 175610"/>
                <a:gd name="connsiteY2" fmla="*/ 51030 h 56840"/>
                <a:gd name="connsiteX3" fmla="*/ 175611 w 175610"/>
                <a:gd name="connsiteY3" fmla="*/ 56840 h 56840"/>
                <a:gd name="connsiteX4" fmla="*/ 153513 w 175610"/>
                <a:gd name="connsiteY4" fmla="*/ 48934 h 56840"/>
                <a:gd name="connsiteX5" fmla="*/ 69788 w 175610"/>
                <a:gd name="connsiteY5" fmla="*/ 20836 h 56840"/>
                <a:gd name="connsiteX6" fmla="*/ 34069 w 175610"/>
                <a:gd name="connsiteY6" fmla="*/ 5310 h 56840"/>
                <a:gd name="connsiteX7" fmla="*/ 17591 w 175610"/>
                <a:gd name="connsiteY7" fmla="*/ 1214 h 56840"/>
                <a:gd name="connsiteX8" fmla="*/ 922 w 175610"/>
                <a:gd name="connsiteY8" fmla="*/ 1214 h 56840"/>
                <a:gd name="connsiteX9" fmla="*/ 8923 w 175610"/>
                <a:gd name="connsiteY9" fmla="*/ 6739 h 56840"/>
                <a:gd name="connsiteX10" fmla="*/ 26545 w 175610"/>
                <a:gd name="connsiteY10" fmla="*/ 11216 h 56840"/>
                <a:gd name="connsiteX11" fmla="*/ 95791 w 175610"/>
                <a:gd name="connsiteY11" fmla="*/ 34171 h 56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610" h="56840">
                  <a:moveTo>
                    <a:pt x="95791" y="34171"/>
                  </a:moveTo>
                  <a:cubicBezTo>
                    <a:pt x="104650" y="38076"/>
                    <a:pt x="113317" y="42458"/>
                    <a:pt x="122461" y="45506"/>
                  </a:cubicBezTo>
                  <a:cubicBezTo>
                    <a:pt x="129986" y="47982"/>
                    <a:pt x="137797" y="49506"/>
                    <a:pt x="145607" y="51030"/>
                  </a:cubicBezTo>
                  <a:cubicBezTo>
                    <a:pt x="155608" y="52935"/>
                    <a:pt x="165609" y="54935"/>
                    <a:pt x="175611" y="56840"/>
                  </a:cubicBezTo>
                  <a:cubicBezTo>
                    <a:pt x="167800" y="56078"/>
                    <a:pt x="160657" y="52173"/>
                    <a:pt x="153513" y="48934"/>
                  </a:cubicBezTo>
                  <a:cubicBezTo>
                    <a:pt x="126748" y="36647"/>
                    <a:pt x="97030" y="32075"/>
                    <a:pt x="69788" y="20836"/>
                  </a:cubicBezTo>
                  <a:cubicBezTo>
                    <a:pt x="57787" y="15883"/>
                    <a:pt x="46357" y="9596"/>
                    <a:pt x="34069" y="5310"/>
                  </a:cubicBezTo>
                  <a:cubicBezTo>
                    <a:pt x="28735" y="3405"/>
                    <a:pt x="23211" y="1976"/>
                    <a:pt x="17591" y="1214"/>
                  </a:cubicBezTo>
                  <a:cubicBezTo>
                    <a:pt x="14448" y="738"/>
                    <a:pt x="3208" y="-1262"/>
                    <a:pt x="922" y="1214"/>
                  </a:cubicBezTo>
                  <a:cubicBezTo>
                    <a:pt x="-2888" y="5215"/>
                    <a:pt x="6161" y="6072"/>
                    <a:pt x="8923" y="6739"/>
                  </a:cubicBezTo>
                  <a:cubicBezTo>
                    <a:pt x="14829" y="8167"/>
                    <a:pt x="20639" y="9692"/>
                    <a:pt x="26545" y="11216"/>
                  </a:cubicBezTo>
                  <a:cubicBezTo>
                    <a:pt x="50071" y="17121"/>
                    <a:pt x="73503" y="24265"/>
                    <a:pt x="95791" y="34171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99" name="Forme libre : forme 14298">
              <a:extLst>
                <a:ext uri="{FF2B5EF4-FFF2-40B4-BE49-F238E27FC236}">
                  <a16:creationId xmlns:a16="http://schemas.microsoft.com/office/drawing/2014/main" id="{10DA414E-81E4-4288-B381-4DC8F32B48A2}"/>
                </a:ext>
              </a:extLst>
            </p:cNvPr>
            <p:cNvSpPr/>
            <p:nvPr/>
          </p:nvSpPr>
          <p:spPr>
            <a:xfrm>
              <a:off x="4379192" y="3724116"/>
              <a:ext cx="175545" cy="34099"/>
            </a:xfrm>
            <a:custGeom>
              <a:avLst/>
              <a:gdLst>
                <a:gd name="connsiteX0" fmla="*/ 80677 w 175545"/>
                <a:gd name="connsiteY0" fmla="*/ 20764 h 34099"/>
                <a:gd name="connsiteX1" fmla="*/ 175546 w 175545"/>
                <a:gd name="connsiteY1" fmla="*/ 34100 h 34099"/>
                <a:gd name="connsiteX2" fmla="*/ 27051 w 175545"/>
                <a:gd name="connsiteY2" fmla="*/ 8668 h 34099"/>
                <a:gd name="connsiteX3" fmla="*/ 0 w 175545"/>
                <a:gd name="connsiteY3" fmla="*/ 0 h 34099"/>
                <a:gd name="connsiteX4" fmla="*/ 80677 w 175545"/>
                <a:gd name="connsiteY4" fmla="*/ 20764 h 3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545" h="34099">
                  <a:moveTo>
                    <a:pt x="80677" y="20764"/>
                  </a:moveTo>
                  <a:cubicBezTo>
                    <a:pt x="112681" y="22098"/>
                    <a:pt x="145256" y="23622"/>
                    <a:pt x="175546" y="34100"/>
                  </a:cubicBezTo>
                  <a:cubicBezTo>
                    <a:pt x="129254" y="14288"/>
                    <a:pt x="76867" y="16669"/>
                    <a:pt x="27051" y="8668"/>
                  </a:cubicBezTo>
                  <a:cubicBezTo>
                    <a:pt x="20764" y="7620"/>
                    <a:pt x="2953" y="6477"/>
                    <a:pt x="0" y="0"/>
                  </a:cubicBezTo>
                  <a:cubicBezTo>
                    <a:pt x="23717" y="17431"/>
                    <a:pt x="52197" y="19526"/>
                    <a:pt x="80677" y="20764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00" name="Forme libre : forme 14299">
              <a:extLst>
                <a:ext uri="{FF2B5EF4-FFF2-40B4-BE49-F238E27FC236}">
                  <a16:creationId xmlns:a16="http://schemas.microsoft.com/office/drawing/2014/main" id="{10AC62B3-459C-4276-A59A-F4B282BCD6A0}"/>
                </a:ext>
              </a:extLst>
            </p:cNvPr>
            <p:cNvSpPr/>
            <p:nvPr/>
          </p:nvSpPr>
          <p:spPr>
            <a:xfrm>
              <a:off x="4393384" y="3589884"/>
              <a:ext cx="180594" cy="20945"/>
            </a:xfrm>
            <a:custGeom>
              <a:avLst/>
              <a:gdLst>
                <a:gd name="connsiteX0" fmla="*/ 49625 w 180594"/>
                <a:gd name="connsiteY0" fmla="*/ 8787 h 20945"/>
                <a:gd name="connsiteX1" fmla="*/ 74295 w 180594"/>
                <a:gd name="connsiteY1" fmla="*/ 14026 h 20945"/>
                <a:gd name="connsiteX2" fmla="*/ 180594 w 180594"/>
                <a:gd name="connsiteY2" fmla="*/ 20884 h 20945"/>
                <a:gd name="connsiteX3" fmla="*/ 118682 w 180594"/>
                <a:gd name="connsiteY3" fmla="*/ 7358 h 20945"/>
                <a:gd name="connsiteX4" fmla="*/ 93821 w 180594"/>
                <a:gd name="connsiteY4" fmla="*/ 4215 h 20945"/>
                <a:gd name="connsiteX5" fmla="*/ 40386 w 180594"/>
                <a:gd name="connsiteY5" fmla="*/ 24 h 20945"/>
                <a:gd name="connsiteX6" fmla="*/ 0 w 180594"/>
                <a:gd name="connsiteY6" fmla="*/ 6025 h 20945"/>
                <a:gd name="connsiteX7" fmla="*/ 49625 w 180594"/>
                <a:gd name="connsiteY7" fmla="*/ 8787 h 20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594" h="20945">
                  <a:moveTo>
                    <a:pt x="49625" y="8787"/>
                  </a:moveTo>
                  <a:cubicBezTo>
                    <a:pt x="57912" y="10216"/>
                    <a:pt x="66008" y="12312"/>
                    <a:pt x="74295" y="14026"/>
                  </a:cubicBezTo>
                  <a:cubicBezTo>
                    <a:pt x="109157" y="21265"/>
                    <a:pt x="144971" y="21074"/>
                    <a:pt x="180594" y="20884"/>
                  </a:cubicBezTo>
                  <a:cubicBezTo>
                    <a:pt x="161068" y="12788"/>
                    <a:pt x="139732" y="10025"/>
                    <a:pt x="118682" y="7358"/>
                  </a:cubicBezTo>
                  <a:cubicBezTo>
                    <a:pt x="110395" y="6311"/>
                    <a:pt x="102108" y="5263"/>
                    <a:pt x="93821" y="4215"/>
                  </a:cubicBezTo>
                  <a:cubicBezTo>
                    <a:pt x="76105" y="2024"/>
                    <a:pt x="58293" y="-261"/>
                    <a:pt x="40386" y="24"/>
                  </a:cubicBezTo>
                  <a:cubicBezTo>
                    <a:pt x="34671" y="120"/>
                    <a:pt x="381" y="310"/>
                    <a:pt x="0" y="6025"/>
                  </a:cubicBezTo>
                  <a:cubicBezTo>
                    <a:pt x="16574" y="7454"/>
                    <a:pt x="33052" y="5930"/>
                    <a:pt x="49625" y="8787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01" name="Forme libre : forme 14300">
              <a:extLst>
                <a:ext uri="{FF2B5EF4-FFF2-40B4-BE49-F238E27FC236}">
                  <a16:creationId xmlns:a16="http://schemas.microsoft.com/office/drawing/2014/main" id="{6B68B951-C5AF-4627-81AB-4C22690CE239}"/>
                </a:ext>
              </a:extLst>
            </p:cNvPr>
            <p:cNvSpPr/>
            <p:nvPr/>
          </p:nvSpPr>
          <p:spPr>
            <a:xfrm>
              <a:off x="4294134" y="2999642"/>
              <a:ext cx="150125" cy="65153"/>
            </a:xfrm>
            <a:custGeom>
              <a:avLst/>
              <a:gdLst>
                <a:gd name="connsiteX0" fmla="*/ 34480 w 150125"/>
                <a:gd name="connsiteY0" fmla="*/ 40008 h 65153"/>
                <a:gd name="connsiteX1" fmla="*/ 0 w 150125"/>
                <a:gd name="connsiteY1" fmla="*/ 65154 h 65153"/>
                <a:gd name="connsiteX2" fmla="*/ 7048 w 150125"/>
                <a:gd name="connsiteY2" fmla="*/ 59439 h 65153"/>
                <a:gd name="connsiteX3" fmla="*/ 114014 w 150125"/>
                <a:gd name="connsiteY3" fmla="*/ 25149 h 65153"/>
                <a:gd name="connsiteX4" fmla="*/ 149923 w 150125"/>
                <a:gd name="connsiteY4" fmla="*/ 5623 h 65153"/>
                <a:gd name="connsiteX5" fmla="*/ 121348 w 150125"/>
                <a:gd name="connsiteY5" fmla="*/ 8385 h 65153"/>
                <a:gd name="connsiteX6" fmla="*/ 34480 w 150125"/>
                <a:gd name="connsiteY6" fmla="*/ 40008 h 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125" h="65153">
                  <a:moveTo>
                    <a:pt x="34480" y="40008"/>
                  </a:moveTo>
                  <a:cubicBezTo>
                    <a:pt x="20193" y="44389"/>
                    <a:pt x="3524" y="50676"/>
                    <a:pt x="0" y="65154"/>
                  </a:cubicBezTo>
                  <a:cubicBezTo>
                    <a:pt x="667" y="62106"/>
                    <a:pt x="4096" y="60487"/>
                    <a:pt x="7048" y="59439"/>
                  </a:cubicBezTo>
                  <a:cubicBezTo>
                    <a:pt x="42386" y="46866"/>
                    <a:pt x="79629" y="39913"/>
                    <a:pt x="114014" y="25149"/>
                  </a:cubicBezTo>
                  <a:cubicBezTo>
                    <a:pt x="120301" y="22482"/>
                    <a:pt x="148399" y="12576"/>
                    <a:pt x="149923" y="5623"/>
                  </a:cubicBezTo>
                  <a:cubicBezTo>
                    <a:pt x="152781" y="-7903"/>
                    <a:pt x="124492" y="7051"/>
                    <a:pt x="121348" y="8385"/>
                  </a:cubicBezTo>
                  <a:cubicBezTo>
                    <a:pt x="93059" y="20482"/>
                    <a:pt x="64008" y="31054"/>
                    <a:pt x="34480" y="40008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02" name="Forme libre : forme 14301">
              <a:extLst>
                <a:ext uri="{FF2B5EF4-FFF2-40B4-BE49-F238E27FC236}">
                  <a16:creationId xmlns:a16="http://schemas.microsoft.com/office/drawing/2014/main" id="{ACC5B2D1-16F9-40CE-8FCC-901C9EFAA564}"/>
                </a:ext>
              </a:extLst>
            </p:cNvPr>
            <p:cNvSpPr/>
            <p:nvPr/>
          </p:nvSpPr>
          <p:spPr>
            <a:xfrm>
              <a:off x="4344426" y="3123494"/>
              <a:ext cx="145572" cy="68460"/>
            </a:xfrm>
            <a:custGeom>
              <a:avLst/>
              <a:gdLst>
                <a:gd name="connsiteX0" fmla="*/ 0 w 145572"/>
                <a:gd name="connsiteY0" fmla="*/ 68460 h 68460"/>
                <a:gd name="connsiteX1" fmla="*/ 130397 w 145572"/>
                <a:gd name="connsiteY1" fmla="*/ 20931 h 68460"/>
                <a:gd name="connsiteX2" fmla="*/ 145447 w 145572"/>
                <a:gd name="connsiteY2" fmla="*/ 4357 h 68460"/>
                <a:gd name="connsiteX3" fmla="*/ 128397 w 145572"/>
                <a:gd name="connsiteY3" fmla="*/ 5405 h 68460"/>
                <a:gd name="connsiteX4" fmla="*/ 68771 w 145572"/>
                <a:gd name="connsiteY4" fmla="*/ 36647 h 68460"/>
                <a:gd name="connsiteX5" fmla="*/ 0 w 145572"/>
                <a:gd name="connsiteY5" fmla="*/ 68460 h 68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572" h="68460">
                  <a:moveTo>
                    <a:pt x="0" y="68460"/>
                  </a:moveTo>
                  <a:cubicBezTo>
                    <a:pt x="46482" y="62936"/>
                    <a:pt x="89725" y="43219"/>
                    <a:pt x="130397" y="20931"/>
                  </a:cubicBezTo>
                  <a:cubicBezTo>
                    <a:pt x="135731" y="17978"/>
                    <a:pt x="146875" y="12644"/>
                    <a:pt x="145447" y="4357"/>
                  </a:cubicBezTo>
                  <a:cubicBezTo>
                    <a:pt x="143828" y="-4691"/>
                    <a:pt x="134303" y="2738"/>
                    <a:pt x="128397" y="5405"/>
                  </a:cubicBezTo>
                  <a:cubicBezTo>
                    <a:pt x="107918" y="14644"/>
                    <a:pt x="88487" y="25884"/>
                    <a:pt x="68771" y="36647"/>
                  </a:cubicBezTo>
                  <a:cubicBezTo>
                    <a:pt x="48958" y="47696"/>
                    <a:pt x="22860" y="65793"/>
                    <a:pt x="0" y="68460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03" name="Forme libre : forme 14302">
              <a:extLst>
                <a:ext uri="{FF2B5EF4-FFF2-40B4-BE49-F238E27FC236}">
                  <a16:creationId xmlns:a16="http://schemas.microsoft.com/office/drawing/2014/main" id="{6913C847-F0ED-42DE-9F92-47C363D2BC51}"/>
                </a:ext>
              </a:extLst>
            </p:cNvPr>
            <p:cNvSpPr/>
            <p:nvPr/>
          </p:nvSpPr>
          <p:spPr>
            <a:xfrm>
              <a:off x="4370810" y="3303889"/>
              <a:ext cx="167965" cy="32604"/>
            </a:xfrm>
            <a:custGeom>
              <a:avLst/>
              <a:gdLst>
                <a:gd name="connsiteX0" fmla="*/ 55531 w 167965"/>
                <a:gd name="connsiteY0" fmla="*/ 15605 h 32604"/>
                <a:gd name="connsiteX1" fmla="*/ 32290 w 167965"/>
                <a:gd name="connsiteY1" fmla="*/ 23415 h 32604"/>
                <a:gd name="connsiteX2" fmla="*/ 0 w 167965"/>
                <a:gd name="connsiteY2" fmla="*/ 31512 h 32604"/>
                <a:gd name="connsiteX3" fmla="*/ 46387 w 167965"/>
                <a:gd name="connsiteY3" fmla="*/ 31226 h 32604"/>
                <a:gd name="connsiteX4" fmla="*/ 146018 w 167965"/>
                <a:gd name="connsiteY4" fmla="*/ 17700 h 32604"/>
                <a:gd name="connsiteX5" fmla="*/ 163068 w 167965"/>
                <a:gd name="connsiteY5" fmla="*/ 651 h 32604"/>
                <a:gd name="connsiteX6" fmla="*/ 141351 w 167965"/>
                <a:gd name="connsiteY6" fmla="*/ 3984 h 32604"/>
                <a:gd name="connsiteX7" fmla="*/ 114776 w 167965"/>
                <a:gd name="connsiteY7" fmla="*/ 8461 h 32604"/>
                <a:gd name="connsiteX8" fmla="*/ 55531 w 167965"/>
                <a:gd name="connsiteY8" fmla="*/ 15605 h 3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65" h="32604">
                  <a:moveTo>
                    <a:pt x="55531" y="15605"/>
                  </a:moveTo>
                  <a:cubicBezTo>
                    <a:pt x="47339" y="16367"/>
                    <a:pt x="39910" y="20272"/>
                    <a:pt x="32290" y="23415"/>
                  </a:cubicBezTo>
                  <a:cubicBezTo>
                    <a:pt x="22003" y="27606"/>
                    <a:pt x="11049" y="30369"/>
                    <a:pt x="0" y="31512"/>
                  </a:cubicBezTo>
                  <a:cubicBezTo>
                    <a:pt x="15335" y="33512"/>
                    <a:pt x="30956" y="32369"/>
                    <a:pt x="46387" y="31226"/>
                  </a:cubicBezTo>
                  <a:cubicBezTo>
                    <a:pt x="79820" y="28749"/>
                    <a:pt x="113443" y="25892"/>
                    <a:pt x="146018" y="17700"/>
                  </a:cubicBezTo>
                  <a:cubicBezTo>
                    <a:pt x="150495" y="16557"/>
                    <a:pt x="179261" y="9128"/>
                    <a:pt x="163068" y="651"/>
                  </a:cubicBezTo>
                  <a:cubicBezTo>
                    <a:pt x="158496" y="-1731"/>
                    <a:pt x="146209" y="3127"/>
                    <a:pt x="141351" y="3984"/>
                  </a:cubicBezTo>
                  <a:cubicBezTo>
                    <a:pt x="132493" y="5604"/>
                    <a:pt x="123635" y="7128"/>
                    <a:pt x="114776" y="8461"/>
                  </a:cubicBezTo>
                  <a:cubicBezTo>
                    <a:pt x="95060" y="11414"/>
                    <a:pt x="75247" y="13795"/>
                    <a:pt x="55531" y="15605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304" name="SARS-CoV-2-Virion-Structure">
            <a:extLst>
              <a:ext uri="{FF2B5EF4-FFF2-40B4-BE49-F238E27FC236}">
                <a16:creationId xmlns:a16="http://schemas.microsoft.com/office/drawing/2014/main" id="{EA664217-5DBD-41FA-BB24-8EAF365FAB6A}"/>
              </a:ext>
            </a:extLst>
          </p:cNvPr>
          <p:cNvGrpSpPr/>
          <p:nvPr/>
        </p:nvGrpSpPr>
        <p:grpSpPr>
          <a:xfrm>
            <a:off x="7290869" y="1943481"/>
            <a:ext cx="3521108" cy="3521108"/>
            <a:chOff x="6065911" y="1432750"/>
            <a:chExt cx="3936301" cy="3936301"/>
          </a:xfrm>
          <a:solidFill>
            <a:schemeClr val="accent1"/>
          </a:solidFill>
        </p:grpSpPr>
        <p:grpSp>
          <p:nvGrpSpPr>
            <p:cNvPr id="14305" name="Graphique 2">
              <a:extLst>
                <a:ext uri="{FF2B5EF4-FFF2-40B4-BE49-F238E27FC236}">
                  <a16:creationId xmlns:a16="http://schemas.microsoft.com/office/drawing/2014/main" id="{ECDE89AE-830F-4744-89F4-1401967A0F31}"/>
                </a:ext>
              </a:extLst>
            </p:cNvPr>
            <p:cNvGrpSpPr/>
            <p:nvPr/>
          </p:nvGrpSpPr>
          <p:grpSpPr>
            <a:xfrm>
              <a:off x="6065911" y="1432750"/>
              <a:ext cx="3936301" cy="3936301"/>
              <a:chOff x="6065911" y="1432750"/>
              <a:chExt cx="3936301" cy="3936301"/>
            </a:xfrm>
            <a:solidFill>
              <a:schemeClr val="accent1"/>
            </a:solidFill>
          </p:grpSpPr>
          <p:grpSp>
            <p:nvGrpSpPr>
              <p:cNvPr id="14306" name="Graphique 2">
                <a:extLst>
                  <a:ext uri="{FF2B5EF4-FFF2-40B4-BE49-F238E27FC236}">
                    <a16:creationId xmlns:a16="http://schemas.microsoft.com/office/drawing/2014/main" id="{E571D4AE-A4AD-4C63-BCB6-C6C42971C63F}"/>
                  </a:ext>
                </a:extLst>
              </p:cNvPr>
              <p:cNvGrpSpPr/>
              <p:nvPr/>
            </p:nvGrpSpPr>
            <p:grpSpPr>
              <a:xfrm>
                <a:off x="6279964" y="2284394"/>
                <a:ext cx="809159" cy="606808"/>
                <a:chOff x="6279964" y="2284394"/>
                <a:chExt cx="809159" cy="606808"/>
              </a:xfrm>
              <a:solidFill>
                <a:schemeClr val="accent1"/>
              </a:solidFill>
            </p:grpSpPr>
            <p:grpSp>
              <p:nvGrpSpPr>
                <p:cNvPr id="14307" name="Graphique 2">
                  <a:extLst>
                    <a:ext uri="{FF2B5EF4-FFF2-40B4-BE49-F238E27FC236}">
                      <a16:creationId xmlns:a16="http://schemas.microsoft.com/office/drawing/2014/main" id="{20526850-31C7-48CC-B933-84D24A67AD76}"/>
                    </a:ext>
                  </a:extLst>
                </p:cNvPr>
                <p:cNvGrpSpPr/>
                <p:nvPr/>
              </p:nvGrpSpPr>
              <p:grpSpPr>
                <a:xfrm>
                  <a:off x="6279964" y="2284394"/>
                  <a:ext cx="809159" cy="606808"/>
                  <a:chOff x="6279964" y="2284394"/>
                  <a:chExt cx="809159" cy="606808"/>
                </a:xfrm>
                <a:solidFill>
                  <a:schemeClr val="accent1"/>
                </a:solidFill>
              </p:grpSpPr>
              <p:sp>
                <p:nvSpPr>
                  <p:cNvPr id="14308" name="Forme libre : forme 14307">
                    <a:extLst>
                      <a:ext uri="{FF2B5EF4-FFF2-40B4-BE49-F238E27FC236}">
                        <a16:creationId xmlns:a16="http://schemas.microsoft.com/office/drawing/2014/main" id="{A9EC7385-427E-40B7-86EC-81CA4E4AE7EE}"/>
                      </a:ext>
                    </a:extLst>
                  </p:cNvPr>
                  <p:cNvSpPr/>
                  <p:nvPr/>
                </p:nvSpPr>
                <p:spPr>
                  <a:xfrm>
                    <a:off x="6364234" y="2334291"/>
                    <a:ext cx="724889" cy="556911"/>
                  </a:xfrm>
                  <a:custGeom>
                    <a:avLst/>
                    <a:gdLst>
                      <a:gd name="connsiteX0" fmla="*/ 0 w 724889"/>
                      <a:gd name="connsiteY0" fmla="*/ 317849 h 556911"/>
                      <a:gd name="connsiteX1" fmla="*/ 167830 w 724889"/>
                      <a:gd name="connsiteY1" fmla="*/ 335756 h 556911"/>
                      <a:gd name="connsiteX2" fmla="*/ 370046 w 724889"/>
                      <a:gd name="connsiteY2" fmla="*/ 380238 h 556911"/>
                      <a:gd name="connsiteX3" fmla="*/ 611981 w 724889"/>
                      <a:gd name="connsiteY3" fmla="*/ 515398 h 556911"/>
                      <a:gd name="connsiteX4" fmla="*/ 663607 w 724889"/>
                      <a:gd name="connsiteY4" fmla="*/ 554260 h 556911"/>
                      <a:gd name="connsiteX5" fmla="*/ 669036 w 724889"/>
                      <a:gd name="connsiteY5" fmla="*/ 497681 h 556911"/>
                      <a:gd name="connsiteX6" fmla="*/ 674656 w 724889"/>
                      <a:gd name="connsiteY6" fmla="*/ 487870 h 556911"/>
                      <a:gd name="connsiteX7" fmla="*/ 720852 w 724889"/>
                      <a:gd name="connsiteY7" fmla="*/ 454723 h 556911"/>
                      <a:gd name="connsiteX8" fmla="*/ 661321 w 724889"/>
                      <a:gd name="connsiteY8" fmla="*/ 429577 h 556911"/>
                      <a:gd name="connsiteX9" fmla="*/ 422815 w 724889"/>
                      <a:gd name="connsiteY9" fmla="*/ 288417 h 556911"/>
                      <a:gd name="connsiteX10" fmla="*/ 282702 w 724889"/>
                      <a:gd name="connsiteY10" fmla="*/ 136017 h 556911"/>
                      <a:gd name="connsiteX11" fmla="*/ 182785 w 724889"/>
                      <a:gd name="connsiteY11" fmla="*/ 0 h 556911"/>
                      <a:gd name="connsiteX12" fmla="*/ 34957 w 724889"/>
                      <a:gd name="connsiteY12" fmla="*/ 124682 h 556911"/>
                      <a:gd name="connsiteX13" fmla="*/ 0 w 724889"/>
                      <a:gd name="connsiteY13" fmla="*/ 317849 h 556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24889" h="556911">
                        <a:moveTo>
                          <a:pt x="0" y="317849"/>
                        </a:moveTo>
                        <a:cubicBezTo>
                          <a:pt x="0" y="317849"/>
                          <a:pt x="57531" y="334232"/>
                          <a:pt x="167830" y="335756"/>
                        </a:cubicBezTo>
                        <a:cubicBezTo>
                          <a:pt x="278130" y="337280"/>
                          <a:pt x="303562" y="344424"/>
                          <a:pt x="370046" y="380238"/>
                        </a:cubicBezTo>
                        <a:cubicBezTo>
                          <a:pt x="436531" y="416052"/>
                          <a:pt x="598456" y="507301"/>
                          <a:pt x="611981" y="515398"/>
                        </a:cubicBezTo>
                        <a:cubicBezTo>
                          <a:pt x="625507" y="523494"/>
                          <a:pt x="656558" y="539496"/>
                          <a:pt x="663607" y="554260"/>
                        </a:cubicBezTo>
                        <a:cubicBezTo>
                          <a:pt x="670655" y="569023"/>
                          <a:pt x="686181" y="518255"/>
                          <a:pt x="669036" y="497681"/>
                        </a:cubicBezTo>
                        <a:lnTo>
                          <a:pt x="674656" y="487870"/>
                        </a:lnTo>
                        <a:cubicBezTo>
                          <a:pt x="701040" y="492347"/>
                          <a:pt x="737045" y="453485"/>
                          <a:pt x="720852" y="454723"/>
                        </a:cubicBezTo>
                        <a:cubicBezTo>
                          <a:pt x="704564" y="456057"/>
                          <a:pt x="675132" y="437293"/>
                          <a:pt x="661321" y="429577"/>
                        </a:cubicBezTo>
                        <a:cubicBezTo>
                          <a:pt x="647414" y="421957"/>
                          <a:pt x="487204" y="327850"/>
                          <a:pt x="422815" y="288417"/>
                        </a:cubicBezTo>
                        <a:cubicBezTo>
                          <a:pt x="358426" y="248984"/>
                          <a:pt x="339566" y="230505"/>
                          <a:pt x="282702" y="136017"/>
                        </a:cubicBezTo>
                        <a:cubicBezTo>
                          <a:pt x="225933" y="41529"/>
                          <a:pt x="182785" y="0"/>
                          <a:pt x="182785" y="0"/>
                        </a:cubicBezTo>
                        <a:lnTo>
                          <a:pt x="34957" y="124682"/>
                        </a:lnTo>
                        <a:lnTo>
                          <a:pt x="0" y="317849"/>
                        </a:ln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grpSp>
                <p:nvGrpSpPr>
                  <p:cNvPr id="14309" name="Graphique 2">
                    <a:extLst>
                      <a:ext uri="{FF2B5EF4-FFF2-40B4-BE49-F238E27FC236}">
                        <a16:creationId xmlns:a16="http://schemas.microsoft.com/office/drawing/2014/main" id="{4FE0A9E5-CBE2-40EB-9D89-64B328D8B7B1}"/>
                      </a:ext>
                    </a:extLst>
                  </p:cNvPr>
                  <p:cNvGrpSpPr/>
                  <p:nvPr/>
                </p:nvGrpSpPr>
                <p:grpSpPr>
                  <a:xfrm>
                    <a:off x="6295873" y="2364079"/>
                    <a:ext cx="196984" cy="188004"/>
                    <a:chOff x="6295873" y="2364079"/>
                    <a:chExt cx="196984" cy="188004"/>
                  </a:xfrm>
                  <a:solidFill>
                    <a:schemeClr val="accent1"/>
                  </a:solidFill>
                </p:grpSpPr>
                <p:sp>
                  <p:nvSpPr>
                    <p:cNvPr id="14310" name="Forme libre : forme 14309">
                      <a:extLst>
                        <a:ext uri="{FF2B5EF4-FFF2-40B4-BE49-F238E27FC236}">
                          <a16:creationId xmlns:a16="http://schemas.microsoft.com/office/drawing/2014/main" id="{45925418-E950-436E-8A98-5906A8F1526A}"/>
                        </a:ext>
                      </a:extLst>
                    </p:cNvPr>
                    <p:cNvSpPr/>
                    <p:nvPr/>
                  </p:nvSpPr>
                  <p:spPr>
                    <a:xfrm rot="-3605671">
                      <a:off x="6329973" y="2381495"/>
                      <a:ext cx="128785" cy="153171"/>
                    </a:xfrm>
                    <a:custGeom>
                      <a:avLst/>
                      <a:gdLst>
                        <a:gd name="connsiteX0" fmla="*/ 128786 w 128785"/>
                        <a:gd name="connsiteY0" fmla="*/ 76586 h 153171"/>
                        <a:gd name="connsiteX1" fmla="*/ 64393 w 128785"/>
                        <a:gd name="connsiteY1" fmla="*/ 153171 h 153171"/>
                        <a:gd name="connsiteX2" fmla="*/ 0 w 128785"/>
                        <a:gd name="connsiteY2" fmla="*/ 76586 h 153171"/>
                        <a:gd name="connsiteX3" fmla="*/ 64393 w 128785"/>
                        <a:gd name="connsiteY3" fmla="*/ 0 h 153171"/>
                        <a:gd name="connsiteX4" fmla="*/ 128786 w 128785"/>
                        <a:gd name="connsiteY4" fmla="*/ 76586 h 153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85" h="153171">
                          <a:moveTo>
                            <a:pt x="128786" y="76586"/>
                          </a:moveTo>
                          <a:cubicBezTo>
                            <a:pt x="128786" y="118883"/>
                            <a:pt x="99956" y="153171"/>
                            <a:pt x="64393" y="153171"/>
                          </a:cubicBezTo>
                          <a:cubicBezTo>
                            <a:pt x="28830" y="153171"/>
                            <a:pt x="0" y="118883"/>
                            <a:pt x="0" y="76586"/>
                          </a:cubicBezTo>
                          <a:cubicBezTo>
                            <a:pt x="0" y="34289"/>
                            <a:pt x="28830" y="0"/>
                            <a:pt x="64393" y="0"/>
                          </a:cubicBezTo>
                          <a:cubicBezTo>
                            <a:pt x="99956" y="0"/>
                            <a:pt x="128786" y="34289"/>
                            <a:pt x="128786" y="76586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6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1" name="Forme libre : forme 14310">
                      <a:extLst>
                        <a:ext uri="{FF2B5EF4-FFF2-40B4-BE49-F238E27FC236}">
                          <a16:creationId xmlns:a16="http://schemas.microsoft.com/office/drawing/2014/main" id="{C17A072C-F591-4030-91E2-280C470EA4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72520" y="2391250"/>
                      <a:ext cx="95567" cy="134487"/>
                    </a:xfrm>
                    <a:custGeom>
                      <a:avLst/>
                      <a:gdLst>
                        <a:gd name="connsiteX0" fmla="*/ 21431 w 95567"/>
                        <a:gd name="connsiteY0" fmla="*/ 0 h 134487"/>
                        <a:gd name="connsiteX1" fmla="*/ 31718 w 95567"/>
                        <a:gd name="connsiteY1" fmla="*/ 5048 h 134487"/>
                        <a:gd name="connsiteX2" fmla="*/ 66008 w 95567"/>
                        <a:gd name="connsiteY2" fmla="*/ 99060 h 134487"/>
                        <a:gd name="connsiteX3" fmla="*/ 0 w 95567"/>
                        <a:gd name="connsiteY3" fmla="*/ 127730 h 134487"/>
                        <a:gd name="connsiteX4" fmla="*/ 88202 w 95567"/>
                        <a:gd name="connsiteY4" fmla="*/ 105061 h 134487"/>
                        <a:gd name="connsiteX5" fmla="*/ 53912 w 95567"/>
                        <a:gd name="connsiteY5" fmla="*/ 11049 h 134487"/>
                        <a:gd name="connsiteX6" fmla="*/ 21431 w 95567"/>
                        <a:gd name="connsiteY6" fmla="*/ 0 h 134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5567" h="134487">
                          <a:moveTo>
                            <a:pt x="21431" y="0"/>
                          </a:moveTo>
                          <a:cubicBezTo>
                            <a:pt x="24860" y="1429"/>
                            <a:pt x="28385" y="3048"/>
                            <a:pt x="31718" y="5048"/>
                          </a:cubicBezTo>
                          <a:cubicBezTo>
                            <a:pt x="68390" y="26098"/>
                            <a:pt x="83534" y="68104"/>
                            <a:pt x="66008" y="99060"/>
                          </a:cubicBezTo>
                          <a:cubicBezTo>
                            <a:pt x="52292" y="123254"/>
                            <a:pt x="23622" y="134779"/>
                            <a:pt x="0" y="127730"/>
                          </a:cubicBezTo>
                          <a:cubicBezTo>
                            <a:pt x="34290" y="142113"/>
                            <a:pt x="72104" y="133064"/>
                            <a:pt x="88202" y="105061"/>
                          </a:cubicBezTo>
                          <a:cubicBezTo>
                            <a:pt x="105918" y="74200"/>
                            <a:pt x="90583" y="32099"/>
                            <a:pt x="53912" y="11049"/>
                          </a:cubicBezTo>
                          <a:cubicBezTo>
                            <a:pt x="43339" y="4953"/>
                            <a:pt x="32290" y="1429"/>
                            <a:pt x="21431" y="0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2" name="Forme libre : forme 14311">
                      <a:extLst>
                        <a:ext uri="{FF2B5EF4-FFF2-40B4-BE49-F238E27FC236}">
                          <a16:creationId xmlns:a16="http://schemas.microsoft.com/office/drawing/2014/main" id="{1A2A0287-5884-4328-A086-93BC14C711C0}"/>
                        </a:ext>
                      </a:extLst>
                    </p:cNvPr>
                    <p:cNvSpPr/>
                    <p:nvPr/>
                  </p:nvSpPr>
                  <p:spPr>
                    <a:xfrm rot="-2324420">
                      <a:off x="6329841" y="2423765"/>
                      <a:ext cx="59246" cy="74867"/>
                    </a:xfrm>
                    <a:custGeom>
                      <a:avLst/>
                      <a:gdLst>
                        <a:gd name="connsiteX0" fmla="*/ 59246 w 59246"/>
                        <a:gd name="connsiteY0" fmla="*/ 37434 h 74867"/>
                        <a:gd name="connsiteX1" fmla="*/ 29623 w 59246"/>
                        <a:gd name="connsiteY1" fmla="*/ 74867 h 74867"/>
                        <a:gd name="connsiteX2" fmla="*/ 0 w 59246"/>
                        <a:gd name="connsiteY2" fmla="*/ 37434 h 74867"/>
                        <a:gd name="connsiteX3" fmla="*/ 29623 w 59246"/>
                        <a:gd name="connsiteY3" fmla="*/ 0 h 74867"/>
                        <a:gd name="connsiteX4" fmla="*/ 59246 w 59246"/>
                        <a:gd name="connsiteY4" fmla="*/ 37434 h 74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6" h="74867">
                          <a:moveTo>
                            <a:pt x="59246" y="37434"/>
                          </a:moveTo>
                          <a:cubicBezTo>
                            <a:pt x="59246" y="58108"/>
                            <a:pt x="45984" y="74867"/>
                            <a:pt x="29623" y="74867"/>
                          </a:cubicBezTo>
                          <a:cubicBezTo>
                            <a:pt x="13263" y="74867"/>
                            <a:pt x="0" y="58108"/>
                            <a:pt x="0" y="37434"/>
                          </a:cubicBezTo>
                          <a:cubicBezTo>
                            <a:pt x="0" y="16760"/>
                            <a:pt x="13263" y="0"/>
                            <a:pt x="29623" y="0"/>
                          </a:cubicBezTo>
                          <a:cubicBezTo>
                            <a:pt x="45984" y="0"/>
                            <a:pt x="59246" y="16760"/>
                            <a:pt x="59246" y="3743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3" name="Forme libre : forme 14312">
                      <a:extLst>
                        <a:ext uri="{FF2B5EF4-FFF2-40B4-BE49-F238E27FC236}">
                          <a16:creationId xmlns:a16="http://schemas.microsoft.com/office/drawing/2014/main" id="{89982DEF-21D5-4249-B626-DEAF54CBD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37468" y="2418873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3"/>
                          </a:cubicBezTo>
                          <a:cubicBezTo>
                            <a:pt x="0" y="4009"/>
                            <a:pt x="4009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314" name="Graphique 2">
                    <a:extLst>
                      <a:ext uri="{FF2B5EF4-FFF2-40B4-BE49-F238E27FC236}">
                        <a16:creationId xmlns:a16="http://schemas.microsoft.com/office/drawing/2014/main" id="{278B8D2E-42C5-464A-A8C5-EE2318C17179}"/>
                      </a:ext>
                    </a:extLst>
                  </p:cNvPr>
                  <p:cNvGrpSpPr/>
                  <p:nvPr/>
                </p:nvGrpSpPr>
                <p:grpSpPr>
                  <a:xfrm>
                    <a:off x="6279964" y="2494415"/>
                    <a:ext cx="196984" cy="188004"/>
                    <a:chOff x="6279964" y="2494415"/>
                    <a:chExt cx="196984" cy="188004"/>
                  </a:xfrm>
                  <a:solidFill>
                    <a:schemeClr val="accent1"/>
                  </a:solidFill>
                </p:grpSpPr>
                <p:sp>
                  <p:nvSpPr>
                    <p:cNvPr id="14315" name="Forme libre : forme 14314">
                      <a:extLst>
                        <a:ext uri="{FF2B5EF4-FFF2-40B4-BE49-F238E27FC236}">
                          <a16:creationId xmlns:a16="http://schemas.microsoft.com/office/drawing/2014/main" id="{B54B6034-B99F-46DA-96F1-842EE3957764}"/>
                        </a:ext>
                      </a:extLst>
                    </p:cNvPr>
                    <p:cNvSpPr/>
                    <p:nvPr/>
                  </p:nvSpPr>
                  <p:spPr>
                    <a:xfrm rot="-3605671">
                      <a:off x="6314063" y="2511831"/>
                      <a:ext cx="128785" cy="153171"/>
                    </a:xfrm>
                    <a:custGeom>
                      <a:avLst/>
                      <a:gdLst>
                        <a:gd name="connsiteX0" fmla="*/ 128786 w 128785"/>
                        <a:gd name="connsiteY0" fmla="*/ 76586 h 153171"/>
                        <a:gd name="connsiteX1" fmla="*/ 64393 w 128785"/>
                        <a:gd name="connsiteY1" fmla="*/ 153171 h 153171"/>
                        <a:gd name="connsiteX2" fmla="*/ 0 w 128785"/>
                        <a:gd name="connsiteY2" fmla="*/ 76586 h 153171"/>
                        <a:gd name="connsiteX3" fmla="*/ 64393 w 128785"/>
                        <a:gd name="connsiteY3" fmla="*/ 0 h 153171"/>
                        <a:gd name="connsiteX4" fmla="*/ 128786 w 128785"/>
                        <a:gd name="connsiteY4" fmla="*/ 76586 h 153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85" h="153171">
                          <a:moveTo>
                            <a:pt x="128786" y="76586"/>
                          </a:moveTo>
                          <a:cubicBezTo>
                            <a:pt x="128786" y="118883"/>
                            <a:pt x="99956" y="153171"/>
                            <a:pt x="64393" y="153171"/>
                          </a:cubicBezTo>
                          <a:cubicBezTo>
                            <a:pt x="28830" y="153171"/>
                            <a:pt x="0" y="118883"/>
                            <a:pt x="0" y="76586"/>
                          </a:cubicBezTo>
                          <a:cubicBezTo>
                            <a:pt x="0" y="34289"/>
                            <a:pt x="28830" y="0"/>
                            <a:pt x="64393" y="0"/>
                          </a:cubicBezTo>
                          <a:cubicBezTo>
                            <a:pt x="99956" y="0"/>
                            <a:pt x="128786" y="34289"/>
                            <a:pt x="128786" y="76586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6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6" name="Forme libre : forme 14315">
                      <a:extLst>
                        <a:ext uri="{FF2B5EF4-FFF2-40B4-BE49-F238E27FC236}">
                          <a16:creationId xmlns:a16="http://schemas.microsoft.com/office/drawing/2014/main" id="{2B89EB1F-B1C6-4C76-91FA-D1B449EA9E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56613" y="2521552"/>
                      <a:ext cx="95567" cy="134487"/>
                    </a:xfrm>
                    <a:custGeom>
                      <a:avLst/>
                      <a:gdLst>
                        <a:gd name="connsiteX0" fmla="*/ 21431 w 95567"/>
                        <a:gd name="connsiteY0" fmla="*/ 0 h 134487"/>
                        <a:gd name="connsiteX1" fmla="*/ 31718 w 95567"/>
                        <a:gd name="connsiteY1" fmla="*/ 5048 h 134487"/>
                        <a:gd name="connsiteX2" fmla="*/ 66008 w 95567"/>
                        <a:gd name="connsiteY2" fmla="*/ 99060 h 134487"/>
                        <a:gd name="connsiteX3" fmla="*/ 0 w 95567"/>
                        <a:gd name="connsiteY3" fmla="*/ 127730 h 134487"/>
                        <a:gd name="connsiteX4" fmla="*/ 88202 w 95567"/>
                        <a:gd name="connsiteY4" fmla="*/ 105061 h 134487"/>
                        <a:gd name="connsiteX5" fmla="*/ 53912 w 95567"/>
                        <a:gd name="connsiteY5" fmla="*/ 11049 h 134487"/>
                        <a:gd name="connsiteX6" fmla="*/ 21431 w 95567"/>
                        <a:gd name="connsiteY6" fmla="*/ 0 h 134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5567" h="134487">
                          <a:moveTo>
                            <a:pt x="21431" y="0"/>
                          </a:moveTo>
                          <a:cubicBezTo>
                            <a:pt x="24860" y="1429"/>
                            <a:pt x="28385" y="3048"/>
                            <a:pt x="31718" y="5048"/>
                          </a:cubicBezTo>
                          <a:cubicBezTo>
                            <a:pt x="68390" y="26099"/>
                            <a:pt x="83534" y="68104"/>
                            <a:pt x="66008" y="99060"/>
                          </a:cubicBezTo>
                          <a:cubicBezTo>
                            <a:pt x="52292" y="123254"/>
                            <a:pt x="23622" y="134779"/>
                            <a:pt x="0" y="127730"/>
                          </a:cubicBezTo>
                          <a:cubicBezTo>
                            <a:pt x="34290" y="142113"/>
                            <a:pt x="72104" y="133064"/>
                            <a:pt x="88202" y="105061"/>
                          </a:cubicBezTo>
                          <a:cubicBezTo>
                            <a:pt x="105918" y="74200"/>
                            <a:pt x="90583" y="32099"/>
                            <a:pt x="53912" y="11049"/>
                          </a:cubicBezTo>
                          <a:cubicBezTo>
                            <a:pt x="43339" y="4953"/>
                            <a:pt x="32290" y="1429"/>
                            <a:pt x="21431" y="0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7" name="Forme libre : forme 14316">
                      <a:extLst>
                        <a:ext uri="{FF2B5EF4-FFF2-40B4-BE49-F238E27FC236}">
                          <a16:creationId xmlns:a16="http://schemas.microsoft.com/office/drawing/2014/main" id="{8896E90D-3A2B-477B-ABEB-B1640562E7D0}"/>
                        </a:ext>
                      </a:extLst>
                    </p:cNvPr>
                    <p:cNvSpPr/>
                    <p:nvPr/>
                  </p:nvSpPr>
                  <p:spPr>
                    <a:xfrm rot="-2324420">
                      <a:off x="6313924" y="2554090"/>
                      <a:ext cx="59246" cy="74867"/>
                    </a:xfrm>
                    <a:custGeom>
                      <a:avLst/>
                      <a:gdLst>
                        <a:gd name="connsiteX0" fmla="*/ 59246 w 59246"/>
                        <a:gd name="connsiteY0" fmla="*/ 37434 h 74867"/>
                        <a:gd name="connsiteX1" fmla="*/ 29623 w 59246"/>
                        <a:gd name="connsiteY1" fmla="*/ 74867 h 74867"/>
                        <a:gd name="connsiteX2" fmla="*/ 0 w 59246"/>
                        <a:gd name="connsiteY2" fmla="*/ 37434 h 74867"/>
                        <a:gd name="connsiteX3" fmla="*/ 29623 w 59246"/>
                        <a:gd name="connsiteY3" fmla="*/ 0 h 74867"/>
                        <a:gd name="connsiteX4" fmla="*/ 59246 w 59246"/>
                        <a:gd name="connsiteY4" fmla="*/ 37434 h 74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6" h="74867">
                          <a:moveTo>
                            <a:pt x="59246" y="37434"/>
                          </a:moveTo>
                          <a:cubicBezTo>
                            <a:pt x="59246" y="58108"/>
                            <a:pt x="45983" y="74867"/>
                            <a:pt x="29623" y="74867"/>
                          </a:cubicBezTo>
                          <a:cubicBezTo>
                            <a:pt x="13263" y="74867"/>
                            <a:pt x="0" y="58108"/>
                            <a:pt x="0" y="37434"/>
                          </a:cubicBezTo>
                          <a:cubicBezTo>
                            <a:pt x="0" y="16760"/>
                            <a:pt x="13263" y="0"/>
                            <a:pt x="29623" y="0"/>
                          </a:cubicBezTo>
                          <a:cubicBezTo>
                            <a:pt x="45983" y="0"/>
                            <a:pt x="59246" y="16760"/>
                            <a:pt x="59246" y="3743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8" name="Forme libre : forme 14317">
                      <a:extLst>
                        <a:ext uri="{FF2B5EF4-FFF2-40B4-BE49-F238E27FC236}">
                          <a16:creationId xmlns:a16="http://schemas.microsoft.com/office/drawing/2014/main" id="{CA5A86AD-C985-41B0-A8A2-483BABB9BA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21657" y="2549175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4"/>
                          </a:cubicBezTo>
                          <a:cubicBezTo>
                            <a:pt x="0" y="4009"/>
                            <a:pt x="4009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319" name="Graphique 2">
                    <a:extLst>
                      <a:ext uri="{FF2B5EF4-FFF2-40B4-BE49-F238E27FC236}">
                        <a16:creationId xmlns:a16="http://schemas.microsoft.com/office/drawing/2014/main" id="{6A418731-50F5-4954-A506-4722B9FDF676}"/>
                      </a:ext>
                    </a:extLst>
                  </p:cNvPr>
                  <p:cNvGrpSpPr/>
                  <p:nvPr/>
                </p:nvGrpSpPr>
                <p:grpSpPr>
                  <a:xfrm>
                    <a:off x="6400769" y="2284394"/>
                    <a:ext cx="196984" cy="188004"/>
                    <a:chOff x="6400769" y="2284394"/>
                    <a:chExt cx="196984" cy="188004"/>
                  </a:xfrm>
                  <a:solidFill>
                    <a:schemeClr val="accent1"/>
                  </a:solidFill>
                </p:grpSpPr>
                <p:sp>
                  <p:nvSpPr>
                    <p:cNvPr id="14320" name="Forme libre : forme 14319">
                      <a:extLst>
                        <a:ext uri="{FF2B5EF4-FFF2-40B4-BE49-F238E27FC236}">
                          <a16:creationId xmlns:a16="http://schemas.microsoft.com/office/drawing/2014/main" id="{41EA697D-23B6-48A2-AE97-FBAD22D2C11A}"/>
                        </a:ext>
                      </a:extLst>
                    </p:cNvPr>
                    <p:cNvSpPr/>
                    <p:nvPr/>
                  </p:nvSpPr>
                  <p:spPr>
                    <a:xfrm rot="-3605671">
                      <a:off x="6434869" y="2301810"/>
                      <a:ext cx="128785" cy="153171"/>
                    </a:xfrm>
                    <a:custGeom>
                      <a:avLst/>
                      <a:gdLst>
                        <a:gd name="connsiteX0" fmla="*/ 128786 w 128785"/>
                        <a:gd name="connsiteY0" fmla="*/ 76585 h 153171"/>
                        <a:gd name="connsiteX1" fmla="*/ 64393 w 128785"/>
                        <a:gd name="connsiteY1" fmla="*/ 153171 h 153171"/>
                        <a:gd name="connsiteX2" fmla="*/ 0 w 128785"/>
                        <a:gd name="connsiteY2" fmla="*/ 76585 h 153171"/>
                        <a:gd name="connsiteX3" fmla="*/ 64393 w 128785"/>
                        <a:gd name="connsiteY3" fmla="*/ 0 h 153171"/>
                        <a:gd name="connsiteX4" fmla="*/ 128786 w 128785"/>
                        <a:gd name="connsiteY4" fmla="*/ 76585 h 153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85" h="153171">
                          <a:moveTo>
                            <a:pt x="128786" y="76585"/>
                          </a:moveTo>
                          <a:cubicBezTo>
                            <a:pt x="128786" y="118882"/>
                            <a:pt x="99956" y="153171"/>
                            <a:pt x="64393" y="153171"/>
                          </a:cubicBezTo>
                          <a:cubicBezTo>
                            <a:pt x="28830" y="153171"/>
                            <a:pt x="0" y="118882"/>
                            <a:pt x="0" y="76585"/>
                          </a:cubicBezTo>
                          <a:cubicBezTo>
                            <a:pt x="0" y="34288"/>
                            <a:pt x="28830" y="0"/>
                            <a:pt x="64393" y="0"/>
                          </a:cubicBezTo>
                          <a:cubicBezTo>
                            <a:pt x="99956" y="0"/>
                            <a:pt x="128786" y="34288"/>
                            <a:pt x="128786" y="76585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6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21" name="Forme libre : forme 14320">
                      <a:extLst>
                        <a:ext uri="{FF2B5EF4-FFF2-40B4-BE49-F238E27FC236}">
                          <a16:creationId xmlns:a16="http://schemas.microsoft.com/office/drawing/2014/main" id="{2DC172E7-531F-41DB-ACD7-FDD6FB35B0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7390" y="2311526"/>
                      <a:ext cx="95567" cy="134487"/>
                    </a:xfrm>
                    <a:custGeom>
                      <a:avLst/>
                      <a:gdLst>
                        <a:gd name="connsiteX0" fmla="*/ 21431 w 95567"/>
                        <a:gd name="connsiteY0" fmla="*/ 0 h 134487"/>
                        <a:gd name="connsiteX1" fmla="*/ 31718 w 95567"/>
                        <a:gd name="connsiteY1" fmla="*/ 5048 h 134487"/>
                        <a:gd name="connsiteX2" fmla="*/ 66008 w 95567"/>
                        <a:gd name="connsiteY2" fmla="*/ 99060 h 134487"/>
                        <a:gd name="connsiteX3" fmla="*/ 0 w 95567"/>
                        <a:gd name="connsiteY3" fmla="*/ 127730 h 134487"/>
                        <a:gd name="connsiteX4" fmla="*/ 88202 w 95567"/>
                        <a:gd name="connsiteY4" fmla="*/ 105061 h 134487"/>
                        <a:gd name="connsiteX5" fmla="*/ 53912 w 95567"/>
                        <a:gd name="connsiteY5" fmla="*/ 11049 h 134487"/>
                        <a:gd name="connsiteX6" fmla="*/ 21431 w 95567"/>
                        <a:gd name="connsiteY6" fmla="*/ 0 h 134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5567" h="134487">
                          <a:moveTo>
                            <a:pt x="21431" y="0"/>
                          </a:moveTo>
                          <a:cubicBezTo>
                            <a:pt x="24860" y="1429"/>
                            <a:pt x="28385" y="3048"/>
                            <a:pt x="31718" y="5048"/>
                          </a:cubicBezTo>
                          <a:cubicBezTo>
                            <a:pt x="68390" y="26099"/>
                            <a:pt x="83534" y="68104"/>
                            <a:pt x="66008" y="99060"/>
                          </a:cubicBezTo>
                          <a:cubicBezTo>
                            <a:pt x="52292" y="123254"/>
                            <a:pt x="23622" y="134779"/>
                            <a:pt x="0" y="127730"/>
                          </a:cubicBezTo>
                          <a:cubicBezTo>
                            <a:pt x="34290" y="142113"/>
                            <a:pt x="72104" y="133064"/>
                            <a:pt x="88202" y="105061"/>
                          </a:cubicBezTo>
                          <a:cubicBezTo>
                            <a:pt x="105918" y="74200"/>
                            <a:pt x="90583" y="32099"/>
                            <a:pt x="53912" y="11049"/>
                          </a:cubicBezTo>
                          <a:cubicBezTo>
                            <a:pt x="43434" y="4953"/>
                            <a:pt x="32290" y="1429"/>
                            <a:pt x="21431" y="0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22" name="Forme libre : forme 14321">
                      <a:extLst>
                        <a:ext uri="{FF2B5EF4-FFF2-40B4-BE49-F238E27FC236}">
                          <a16:creationId xmlns:a16="http://schemas.microsoft.com/office/drawing/2014/main" id="{8C2337D0-5D84-41FF-9365-7CCEE1FE59CC}"/>
                        </a:ext>
                      </a:extLst>
                    </p:cNvPr>
                    <p:cNvSpPr/>
                    <p:nvPr/>
                  </p:nvSpPr>
                  <p:spPr>
                    <a:xfrm rot="-2324420">
                      <a:off x="6434725" y="2344077"/>
                      <a:ext cx="59246" cy="74867"/>
                    </a:xfrm>
                    <a:custGeom>
                      <a:avLst/>
                      <a:gdLst>
                        <a:gd name="connsiteX0" fmla="*/ 59246 w 59246"/>
                        <a:gd name="connsiteY0" fmla="*/ 37434 h 74867"/>
                        <a:gd name="connsiteX1" fmla="*/ 29623 w 59246"/>
                        <a:gd name="connsiteY1" fmla="*/ 74867 h 74867"/>
                        <a:gd name="connsiteX2" fmla="*/ 0 w 59246"/>
                        <a:gd name="connsiteY2" fmla="*/ 37434 h 74867"/>
                        <a:gd name="connsiteX3" fmla="*/ 29623 w 59246"/>
                        <a:gd name="connsiteY3" fmla="*/ 0 h 74867"/>
                        <a:gd name="connsiteX4" fmla="*/ 59246 w 59246"/>
                        <a:gd name="connsiteY4" fmla="*/ 37434 h 74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6" h="74867">
                          <a:moveTo>
                            <a:pt x="59246" y="37434"/>
                          </a:moveTo>
                          <a:cubicBezTo>
                            <a:pt x="59246" y="58108"/>
                            <a:pt x="45984" y="74867"/>
                            <a:pt x="29623" y="74867"/>
                          </a:cubicBezTo>
                          <a:cubicBezTo>
                            <a:pt x="13263" y="74867"/>
                            <a:pt x="0" y="58108"/>
                            <a:pt x="0" y="37434"/>
                          </a:cubicBezTo>
                          <a:cubicBezTo>
                            <a:pt x="0" y="16760"/>
                            <a:pt x="13263" y="0"/>
                            <a:pt x="29623" y="0"/>
                          </a:cubicBezTo>
                          <a:cubicBezTo>
                            <a:pt x="45984" y="0"/>
                            <a:pt x="59246" y="16760"/>
                            <a:pt x="59246" y="3743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23" name="Forme libre : forme 14322">
                      <a:extLst>
                        <a:ext uri="{FF2B5EF4-FFF2-40B4-BE49-F238E27FC236}">
                          <a16:creationId xmlns:a16="http://schemas.microsoft.com/office/drawing/2014/main" id="{28E1F168-66C7-4901-9207-60EBF2D823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42434" y="2339149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4"/>
                          </a:cubicBezTo>
                          <a:cubicBezTo>
                            <a:pt x="0" y="4009"/>
                            <a:pt x="4009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sp>
                <p:nvSpPr>
                  <p:cNvPr id="14324" name="Forme libre : forme 14323">
                    <a:extLst>
                      <a:ext uri="{FF2B5EF4-FFF2-40B4-BE49-F238E27FC236}">
                        <a16:creationId xmlns:a16="http://schemas.microsoft.com/office/drawing/2014/main" id="{861957A4-9745-4286-A642-3EAFCC99A4E6}"/>
                      </a:ext>
                    </a:extLst>
                  </p:cNvPr>
                  <p:cNvSpPr/>
                  <p:nvPr/>
                </p:nvSpPr>
                <p:spPr>
                  <a:xfrm>
                    <a:off x="6607788" y="2670079"/>
                    <a:ext cx="433482" cy="156300"/>
                  </a:xfrm>
                  <a:custGeom>
                    <a:avLst/>
                    <a:gdLst>
                      <a:gd name="connsiteX0" fmla="*/ 0 w 433482"/>
                      <a:gd name="connsiteY0" fmla="*/ 1778 h 156300"/>
                      <a:gd name="connsiteX1" fmla="*/ 154972 w 433482"/>
                      <a:gd name="connsiteY1" fmla="*/ 30925 h 156300"/>
                      <a:gd name="connsiteX2" fmla="*/ 297847 w 433482"/>
                      <a:gd name="connsiteY2" fmla="*/ 102172 h 156300"/>
                      <a:gd name="connsiteX3" fmla="*/ 433483 w 433482"/>
                      <a:gd name="connsiteY3" fmla="*/ 149892 h 156300"/>
                      <a:gd name="connsiteX4" fmla="*/ 412433 w 433482"/>
                      <a:gd name="connsiteY4" fmla="*/ 155512 h 156300"/>
                      <a:gd name="connsiteX5" fmla="*/ 381000 w 433482"/>
                      <a:gd name="connsiteY5" fmla="*/ 149130 h 156300"/>
                      <a:gd name="connsiteX6" fmla="*/ 87154 w 433482"/>
                      <a:gd name="connsiteY6" fmla="*/ 13303 h 156300"/>
                      <a:gd name="connsiteX7" fmla="*/ 10668 w 433482"/>
                      <a:gd name="connsiteY7" fmla="*/ 1588 h 156300"/>
                      <a:gd name="connsiteX8" fmla="*/ 13621 w 433482"/>
                      <a:gd name="connsiteY8" fmla="*/ 5207 h 156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3482" h="156300">
                        <a:moveTo>
                          <a:pt x="0" y="1778"/>
                        </a:moveTo>
                        <a:cubicBezTo>
                          <a:pt x="52768" y="-5270"/>
                          <a:pt x="106204" y="9494"/>
                          <a:pt x="154972" y="30925"/>
                        </a:cubicBezTo>
                        <a:cubicBezTo>
                          <a:pt x="203740" y="52356"/>
                          <a:pt x="249269" y="80455"/>
                          <a:pt x="297847" y="102172"/>
                        </a:cubicBezTo>
                        <a:cubicBezTo>
                          <a:pt x="341662" y="121793"/>
                          <a:pt x="387572" y="136081"/>
                          <a:pt x="433483" y="149892"/>
                        </a:cubicBezTo>
                        <a:cubicBezTo>
                          <a:pt x="430339" y="157131"/>
                          <a:pt x="420148" y="156941"/>
                          <a:pt x="412433" y="155512"/>
                        </a:cubicBezTo>
                        <a:cubicBezTo>
                          <a:pt x="401860" y="153607"/>
                          <a:pt x="391382" y="151702"/>
                          <a:pt x="381000" y="149130"/>
                        </a:cubicBezTo>
                        <a:cubicBezTo>
                          <a:pt x="275749" y="123698"/>
                          <a:pt x="192214" y="39688"/>
                          <a:pt x="87154" y="13303"/>
                        </a:cubicBezTo>
                        <a:cubicBezTo>
                          <a:pt x="62103" y="7017"/>
                          <a:pt x="36385" y="4159"/>
                          <a:pt x="10668" y="1588"/>
                        </a:cubicBezTo>
                        <a:cubicBezTo>
                          <a:pt x="11621" y="2826"/>
                          <a:pt x="12573" y="3969"/>
                          <a:pt x="13621" y="5207"/>
                        </a:cubicBezTo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25" name="Forme libre : forme 14324">
                    <a:extLst>
                      <a:ext uri="{FF2B5EF4-FFF2-40B4-BE49-F238E27FC236}">
                        <a16:creationId xmlns:a16="http://schemas.microsoft.com/office/drawing/2014/main" id="{4B4251AC-A52B-46E7-BE55-FF69DFEE9510}"/>
                      </a:ext>
                    </a:extLst>
                  </p:cNvPr>
                  <p:cNvSpPr/>
                  <p:nvPr/>
                </p:nvSpPr>
                <p:spPr>
                  <a:xfrm>
                    <a:off x="6419002" y="2531792"/>
                    <a:ext cx="513873" cy="185213"/>
                  </a:xfrm>
                  <a:custGeom>
                    <a:avLst/>
                    <a:gdLst>
                      <a:gd name="connsiteX0" fmla="*/ 234220 w 513873"/>
                      <a:gd name="connsiteY0" fmla="*/ 100250 h 185213"/>
                      <a:gd name="connsiteX1" fmla="*/ 312134 w 513873"/>
                      <a:gd name="connsiteY1" fmla="*/ 119491 h 185213"/>
                      <a:gd name="connsiteX2" fmla="*/ 371856 w 513873"/>
                      <a:gd name="connsiteY2" fmla="*/ 136159 h 185213"/>
                      <a:gd name="connsiteX3" fmla="*/ 513874 w 513873"/>
                      <a:gd name="connsiteY3" fmla="*/ 185213 h 185213"/>
                      <a:gd name="connsiteX4" fmla="*/ 322707 w 513873"/>
                      <a:gd name="connsiteY4" fmla="*/ 110537 h 185213"/>
                      <a:gd name="connsiteX5" fmla="*/ 243364 w 513873"/>
                      <a:gd name="connsiteY5" fmla="*/ 83676 h 185213"/>
                      <a:gd name="connsiteX6" fmla="*/ 36957 w 513873"/>
                      <a:gd name="connsiteY6" fmla="*/ 9858 h 185213"/>
                      <a:gd name="connsiteX7" fmla="*/ 0 w 513873"/>
                      <a:gd name="connsiteY7" fmla="*/ 142 h 185213"/>
                      <a:gd name="connsiteX8" fmla="*/ 18002 w 513873"/>
                      <a:gd name="connsiteY8" fmla="*/ 8810 h 185213"/>
                      <a:gd name="connsiteX9" fmla="*/ 42005 w 513873"/>
                      <a:gd name="connsiteY9" fmla="*/ 17954 h 185213"/>
                      <a:gd name="connsiteX10" fmla="*/ 87916 w 513873"/>
                      <a:gd name="connsiteY10" fmla="*/ 38147 h 185213"/>
                      <a:gd name="connsiteX11" fmla="*/ 180308 w 513873"/>
                      <a:gd name="connsiteY11" fmla="*/ 80629 h 185213"/>
                      <a:gd name="connsiteX12" fmla="*/ 234220 w 513873"/>
                      <a:gd name="connsiteY12" fmla="*/ 100250 h 1852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3873" h="185213">
                        <a:moveTo>
                          <a:pt x="234220" y="100250"/>
                        </a:moveTo>
                        <a:cubicBezTo>
                          <a:pt x="259842" y="107870"/>
                          <a:pt x="286226" y="113013"/>
                          <a:pt x="312134" y="119491"/>
                        </a:cubicBezTo>
                        <a:cubicBezTo>
                          <a:pt x="332232" y="124443"/>
                          <a:pt x="352044" y="130159"/>
                          <a:pt x="371856" y="136159"/>
                        </a:cubicBezTo>
                        <a:cubicBezTo>
                          <a:pt x="419767" y="150733"/>
                          <a:pt x="467106" y="167116"/>
                          <a:pt x="513874" y="185213"/>
                        </a:cubicBezTo>
                        <a:cubicBezTo>
                          <a:pt x="459391" y="143208"/>
                          <a:pt x="388620" y="130444"/>
                          <a:pt x="322707" y="110537"/>
                        </a:cubicBezTo>
                        <a:cubicBezTo>
                          <a:pt x="295942" y="102441"/>
                          <a:pt x="269653" y="93106"/>
                          <a:pt x="243364" y="83676"/>
                        </a:cubicBezTo>
                        <a:cubicBezTo>
                          <a:pt x="174593" y="59102"/>
                          <a:pt x="105727" y="34527"/>
                          <a:pt x="36957" y="9858"/>
                        </a:cubicBezTo>
                        <a:cubicBezTo>
                          <a:pt x="26194" y="6048"/>
                          <a:pt x="11430" y="-1096"/>
                          <a:pt x="0" y="142"/>
                        </a:cubicBezTo>
                        <a:cubicBezTo>
                          <a:pt x="1238" y="5667"/>
                          <a:pt x="13335" y="7096"/>
                          <a:pt x="18002" y="8810"/>
                        </a:cubicBezTo>
                        <a:cubicBezTo>
                          <a:pt x="26098" y="11668"/>
                          <a:pt x="34004" y="14716"/>
                          <a:pt x="42005" y="17954"/>
                        </a:cubicBezTo>
                        <a:cubicBezTo>
                          <a:pt x="57531" y="24241"/>
                          <a:pt x="72771" y="31099"/>
                          <a:pt x="87916" y="38147"/>
                        </a:cubicBezTo>
                        <a:cubicBezTo>
                          <a:pt x="118681" y="52434"/>
                          <a:pt x="148971" y="67579"/>
                          <a:pt x="180308" y="80629"/>
                        </a:cubicBezTo>
                        <a:cubicBezTo>
                          <a:pt x="197739" y="88058"/>
                          <a:pt x="215741" y="94726"/>
                          <a:pt x="234220" y="10025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26" name="Forme libre : forme 14325">
                    <a:extLst>
                      <a:ext uri="{FF2B5EF4-FFF2-40B4-BE49-F238E27FC236}">
                        <a16:creationId xmlns:a16="http://schemas.microsoft.com/office/drawing/2014/main" id="{81E33429-8B26-4752-ACA5-1D936A5EE056}"/>
                      </a:ext>
                    </a:extLst>
                  </p:cNvPr>
                  <p:cNvSpPr/>
                  <p:nvPr/>
                </p:nvSpPr>
                <p:spPr>
                  <a:xfrm>
                    <a:off x="6469675" y="2441352"/>
                    <a:ext cx="227837" cy="189071"/>
                  </a:xfrm>
                  <a:custGeom>
                    <a:avLst/>
                    <a:gdLst>
                      <a:gd name="connsiteX0" fmla="*/ 44958 w 227837"/>
                      <a:gd name="connsiteY0" fmla="*/ 34862 h 189071"/>
                      <a:gd name="connsiteX1" fmla="*/ 71438 w 227837"/>
                      <a:gd name="connsiteY1" fmla="*/ 56388 h 189071"/>
                      <a:gd name="connsiteX2" fmla="*/ 87440 w 227837"/>
                      <a:gd name="connsiteY2" fmla="*/ 72390 h 189071"/>
                      <a:gd name="connsiteX3" fmla="*/ 140970 w 227837"/>
                      <a:gd name="connsiteY3" fmla="*/ 128302 h 189071"/>
                      <a:gd name="connsiteX4" fmla="*/ 162020 w 227837"/>
                      <a:gd name="connsiteY4" fmla="*/ 152686 h 189071"/>
                      <a:gd name="connsiteX5" fmla="*/ 177451 w 227837"/>
                      <a:gd name="connsiteY5" fmla="*/ 171545 h 189071"/>
                      <a:gd name="connsiteX6" fmla="*/ 188976 w 227837"/>
                      <a:gd name="connsiteY6" fmla="*/ 176975 h 189071"/>
                      <a:gd name="connsiteX7" fmla="*/ 227838 w 227837"/>
                      <a:gd name="connsiteY7" fmla="*/ 189071 h 189071"/>
                      <a:gd name="connsiteX8" fmla="*/ 176498 w 227837"/>
                      <a:gd name="connsiteY8" fmla="*/ 146495 h 189071"/>
                      <a:gd name="connsiteX9" fmla="*/ 40767 w 227837"/>
                      <a:gd name="connsiteY9" fmla="*/ 27813 h 189071"/>
                      <a:gd name="connsiteX10" fmla="*/ 20193 w 227837"/>
                      <a:gd name="connsiteY10" fmla="*/ 13049 h 189071"/>
                      <a:gd name="connsiteX11" fmla="*/ 0 w 227837"/>
                      <a:gd name="connsiteY11" fmla="*/ 0 h 189071"/>
                      <a:gd name="connsiteX12" fmla="*/ 22574 w 227837"/>
                      <a:gd name="connsiteY12" fmla="*/ 17621 h 189071"/>
                      <a:gd name="connsiteX13" fmla="*/ 44958 w 227837"/>
                      <a:gd name="connsiteY13" fmla="*/ 34862 h 189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27837" h="189071">
                        <a:moveTo>
                          <a:pt x="44958" y="34862"/>
                        </a:moveTo>
                        <a:cubicBezTo>
                          <a:pt x="54007" y="41815"/>
                          <a:pt x="63055" y="48673"/>
                          <a:pt x="71438" y="56388"/>
                        </a:cubicBezTo>
                        <a:cubicBezTo>
                          <a:pt x="76962" y="61532"/>
                          <a:pt x="82201" y="66961"/>
                          <a:pt x="87440" y="72390"/>
                        </a:cubicBezTo>
                        <a:cubicBezTo>
                          <a:pt x="105251" y="91059"/>
                          <a:pt x="123158" y="109633"/>
                          <a:pt x="140970" y="128302"/>
                        </a:cubicBezTo>
                        <a:cubicBezTo>
                          <a:pt x="148400" y="136112"/>
                          <a:pt x="155924" y="143923"/>
                          <a:pt x="162020" y="152686"/>
                        </a:cubicBezTo>
                        <a:cubicBezTo>
                          <a:pt x="166688" y="159353"/>
                          <a:pt x="170688" y="166878"/>
                          <a:pt x="177451" y="171545"/>
                        </a:cubicBezTo>
                        <a:cubicBezTo>
                          <a:pt x="180975" y="174022"/>
                          <a:pt x="184975" y="175546"/>
                          <a:pt x="188976" y="176975"/>
                        </a:cubicBezTo>
                        <a:cubicBezTo>
                          <a:pt x="201739" y="181642"/>
                          <a:pt x="214693" y="185642"/>
                          <a:pt x="227838" y="189071"/>
                        </a:cubicBezTo>
                        <a:cubicBezTo>
                          <a:pt x="207359" y="180023"/>
                          <a:pt x="191929" y="162782"/>
                          <a:pt x="176498" y="146495"/>
                        </a:cubicBezTo>
                        <a:cubicBezTo>
                          <a:pt x="135064" y="102870"/>
                          <a:pt x="89249" y="63437"/>
                          <a:pt x="40767" y="27813"/>
                        </a:cubicBezTo>
                        <a:cubicBezTo>
                          <a:pt x="33909" y="22860"/>
                          <a:pt x="27051" y="17907"/>
                          <a:pt x="20193" y="13049"/>
                        </a:cubicBezTo>
                        <a:cubicBezTo>
                          <a:pt x="15335" y="9620"/>
                          <a:pt x="5620" y="191"/>
                          <a:pt x="0" y="0"/>
                        </a:cubicBezTo>
                        <a:cubicBezTo>
                          <a:pt x="5905" y="6763"/>
                          <a:pt x="15335" y="12097"/>
                          <a:pt x="22574" y="17621"/>
                        </a:cubicBezTo>
                        <a:cubicBezTo>
                          <a:pt x="30004" y="23432"/>
                          <a:pt x="37433" y="29146"/>
                          <a:pt x="44958" y="3486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27" name="Forme libre : forme 14326">
                    <a:extLst>
                      <a:ext uri="{FF2B5EF4-FFF2-40B4-BE49-F238E27FC236}">
                        <a16:creationId xmlns:a16="http://schemas.microsoft.com/office/drawing/2014/main" id="{6CA020D7-2716-4E4E-8F06-65CA70C6B8D8}"/>
                      </a:ext>
                    </a:extLst>
                  </p:cNvPr>
                  <p:cNvSpPr/>
                  <p:nvPr/>
                </p:nvSpPr>
                <p:spPr>
                  <a:xfrm>
                    <a:off x="6447399" y="2573855"/>
                    <a:ext cx="239488" cy="86803"/>
                  </a:xfrm>
                  <a:custGeom>
                    <a:avLst/>
                    <a:gdLst>
                      <a:gd name="connsiteX0" fmla="*/ 13800 w 239488"/>
                      <a:gd name="connsiteY0" fmla="*/ 58759 h 86803"/>
                      <a:gd name="connsiteX1" fmla="*/ 18657 w 239488"/>
                      <a:gd name="connsiteY1" fmla="*/ 46091 h 86803"/>
                      <a:gd name="connsiteX2" fmla="*/ 19133 w 239488"/>
                      <a:gd name="connsiteY2" fmla="*/ 29136 h 86803"/>
                      <a:gd name="connsiteX3" fmla="*/ 20086 w 239488"/>
                      <a:gd name="connsiteY3" fmla="*/ 11229 h 86803"/>
                      <a:gd name="connsiteX4" fmla="*/ 22086 w 239488"/>
                      <a:gd name="connsiteY4" fmla="*/ 4371 h 86803"/>
                      <a:gd name="connsiteX5" fmla="*/ 38850 w 239488"/>
                      <a:gd name="connsiteY5" fmla="*/ 847 h 86803"/>
                      <a:gd name="connsiteX6" fmla="*/ 70188 w 239488"/>
                      <a:gd name="connsiteY6" fmla="*/ 13801 h 86803"/>
                      <a:gd name="connsiteX7" fmla="*/ 153817 w 239488"/>
                      <a:gd name="connsiteY7" fmla="*/ 47520 h 86803"/>
                      <a:gd name="connsiteX8" fmla="*/ 233065 w 239488"/>
                      <a:gd name="connsiteY8" fmla="*/ 75047 h 86803"/>
                      <a:gd name="connsiteX9" fmla="*/ 239161 w 239488"/>
                      <a:gd name="connsiteY9" fmla="*/ 83619 h 86803"/>
                      <a:gd name="connsiteX10" fmla="*/ 230684 w 239488"/>
                      <a:gd name="connsiteY10" fmla="*/ 86763 h 86803"/>
                      <a:gd name="connsiteX11" fmla="*/ 181249 w 239488"/>
                      <a:gd name="connsiteY11" fmla="*/ 83238 h 86803"/>
                      <a:gd name="connsiteX12" fmla="*/ 50566 w 239488"/>
                      <a:gd name="connsiteY12" fmla="*/ 85334 h 86803"/>
                      <a:gd name="connsiteX13" fmla="*/ 9799 w 239488"/>
                      <a:gd name="connsiteY13" fmla="*/ 80000 h 86803"/>
                      <a:gd name="connsiteX14" fmla="*/ 846 w 239488"/>
                      <a:gd name="connsiteY14" fmla="*/ 72475 h 86803"/>
                      <a:gd name="connsiteX15" fmla="*/ 13800 w 239488"/>
                      <a:gd name="connsiteY15" fmla="*/ 58759 h 86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39488" h="86803">
                        <a:moveTo>
                          <a:pt x="13800" y="58759"/>
                        </a:moveTo>
                        <a:cubicBezTo>
                          <a:pt x="16086" y="54854"/>
                          <a:pt x="17895" y="50567"/>
                          <a:pt x="18657" y="46091"/>
                        </a:cubicBezTo>
                        <a:cubicBezTo>
                          <a:pt x="19705" y="40471"/>
                          <a:pt x="19229" y="34756"/>
                          <a:pt x="19133" y="29136"/>
                        </a:cubicBezTo>
                        <a:cubicBezTo>
                          <a:pt x="19038" y="23135"/>
                          <a:pt x="19324" y="17230"/>
                          <a:pt x="20086" y="11229"/>
                        </a:cubicBezTo>
                        <a:cubicBezTo>
                          <a:pt x="20372" y="8848"/>
                          <a:pt x="20753" y="6372"/>
                          <a:pt x="22086" y="4371"/>
                        </a:cubicBezTo>
                        <a:cubicBezTo>
                          <a:pt x="25420" y="-677"/>
                          <a:pt x="32850" y="-582"/>
                          <a:pt x="38850" y="847"/>
                        </a:cubicBezTo>
                        <a:cubicBezTo>
                          <a:pt x="49804" y="3514"/>
                          <a:pt x="59996" y="8848"/>
                          <a:pt x="70188" y="13801"/>
                        </a:cubicBezTo>
                        <a:cubicBezTo>
                          <a:pt x="97238" y="27041"/>
                          <a:pt x="125147" y="38280"/>
                          <a:pt x="153817" y="47520"/>
                        </a:cubicBezTo>
                        <a:cubicBezTo>
                          <a:pt x="180487" y="56092"/>
                          <a:pt x="207824" y="62855"/>
                          <a:pt x="233065" y="75047"/>
                        </a:cubicBezTo>
                        <a:cubicBezTo>
                          <a:pt x="236589" y="76761"/>
                          <a:pt x="240685" y="80000"/>
                          <a:pt x="239161" y="83619"/>
                        </a:cubicBezTo>
                        <a:cubicBezTo>
                          <a:pt x="237923" y="86572"/>
                          <a:pt x="233922" y="86953"/>
                          <a:pt x="230684" y="86763"/>
                        </a:cubicBezTo>
                        <a:cubicBezTo>
                          <a:pt x="214205" y="85905"/>
                          <a:pt x="197727" y="83905"/>
                          <a:pt x="181249" y="83238"/>
                        </a:cubicBezTo>
                        <a:cubicBezTo>
                          <a:pt x="137720" y="81333"/>
                          <a:pt x="94000" y="88096"/>
                          <a:pt x="50566" y="85334"/>
                        </a:cubicBezTo>
                        <a:cubicBezTo>
                          <a:pt x="36850" y="84476"/>
                          <a:pt x="23229" y="82667"/>
                          <a:pt x="9799" y="80000"/>
                        </a:cubicBezTo>
                        <a:cubicBezTo>
                          <a:pt x="5227" y="79047"/>
                          <a:pt x="-2583" y="78476"/>
                          <a:pt x="846" y="72475"/>
                        </a:cubicBezTo>
                        <a:cubicBezTo>
                          <a:pt x="3703" y="67522"/>
                          <a:pt x="10656" y="64188"/>
                          <a:pt x="13800" y="58759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28" name="Forme libre : forme 14327">
                    <a:extLst>
                      <a:ext uri="{FF2B5EF4-FFF2-40B4-BE49-F238E27FC236}">
                        <a16:creationId xmlns:a16="http://schemas.microsoft.com/office/drawing/2014/main" id="{B1F256A1-D694-4DDD-A734-ACE4FFA949E1}"/>
                      </a:ext>
                    </a:extLst>
                  </p:cNvPr>
                  <p:cNvSpPr/>
                  <p:nvPr/>
                </p:nvSpPr>
                <p:spPr>
                  <a:xfrm>
                    <a:off x="6457810" y="2463640"/>
                    <a:ext cx="147784" cy="115355"/>
                  </a:xfrm>
                  <a:custGeom>
                    <a:avLst/>
                    <a:gdLst>
                      <a:gd name="connsiteX0" fmla="*/ 21962 w 147784"/>
                      <a:gd name="connsiteY0" fmla="*/ 0 h 115355"/>
                      <a:gd name="connsiteX1" fmla="*/ 37297 w 147784"/>
                      <a:gd name="connsiteY1" fmla="*/ 9049 h 115355"/>
                      <a:gd name="connsiteX2" fmla="*/ 123403 w 147784"/>
                      <a:gd name="connsiteY2" fmla="*/ 82487 h 115355"/>
                      <a:gd name="connsiteX3" fmla="*/ 146358 w 147784"/>
                      <a:gd name="connsiteY3" fmla="*/ 107633 h 115355"/>
                      <a:gd name="connsiteX4" fmla="*/ 147692 w 147784"/>
                      <a:gd name="connsiteY4" fmla="*/ 112204 h 115355"/>
                      <a:gd name="connsiteX5" fmla="*/ 143310 w 147784"/>
                      <a:gd name="connsiteY5" fmla="*/ 115348 h 115355"/>
                      <a:gd name="connsiteX6" fmla="*/ 137786 w 147784"/>
                      <a:gd name="connsiteY6" fmla="*/ 113824 h 115355"/>
                      <a:gd name="connsiteX7" fmla="*/ 50441 w 147784"/>
                      <a:gd name="connsiteY7" fmla="*/ 80486 h 115355"/>
                      <a:gd name="connsiteX8" fmla="*/ 6341 w 147784"/>
                      <a:gd name="connsiteY8" fmla="*/ 66770 h 115355"/>
                      <a:gd name="connsiteX9" fmla="*/ 10055 w 147784"/>
                      <a:gd name="connsiteY9" fmla="*/ 41434 h 115355"/>
                      <a:gd name="connsiteX10" fmla="*/ 19295 w 147784"/>
                      <a:gd name="connsiteY10" fmla="*/ 21717 h 115355"/>
                      <a:gd name="connsiteX11" fmla="*/ 21962 w 147784"/>
                      <a:gd name="connsiteY11" fmla="*/ 0 h 115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7784" h="115355">
                        <a:moveTo>
                          <a:pt x="21962" y="0"/>
                        </a:moveTo>
                        <a:cubicBezTo>
                          <a:pt x="27772" y="1429"/>
                          <a:pt x="32630" y="5239"/>
                          <a:pt x="37297" y="9049"/>
                        </a:cubicBezTo>
                        <a:cubicBezTo>
                          <a:pt x="66634" y="32766"/>
                          <a:pt x="95399" y="57245"/>
                          <a:pt x="123403" y="82487"/>
                        </a:cubicBezTo>
                        <a:cubicBezTo>
                          <a:pt x="131880" y="90107"/>
                          <a:pt x="140358" y="97917"/>
                          <a:pt x="146358" y="107633"/>
                        </a:cubicBezTo>
                        <a:cubicBezTo>
                          <a:pt x="147215" y="108966"/>
                          <a:pt x="148073" y="110585"/>
                          <a:pt x="147692" y="112204"/>
                        </a:cubicBezTo>
                        <a:cubicBezTo>
                          <a:pt x="147311" y="114110"/>
                          <a:pt x="145215" y="115253"/>
                          <a:pt x="143310" y="115348"/>
                        </a:cubicBezTo>
                        <a:cubicBezTo>
                          <a:pt x="141405" y="115443"/>
                          <a:pt x="139500" y="114586"/>
                          <a:pt x="137786" y="113824"/>
                        </a:cubicBezTo>
                        <a:cubicBezTo>
                          <a:pt x="109211" y="101441"/>
                          <a:pt x="80064" y="90297"/>
                          <a:pt x="50441" y="80486"/>
                        </a:cubicBezTo>
                        <a:cubicBezTo>
                          <a:pt x="36440" y="75819"/>
                          <a:pt x="19485" y="73343"/>
                          <a:pt x="6341" y="66770"/>
                        </a:cubicBezTo>
                        <a:cubicBezTo>
                          <a:pt x="-7375" y="59912"/>
                          <a:pt x="4626" y="49435"/>
                          <a:pt x="10055" y="41434"/>
                        </a:cubicBezTo>
                        <a:cubicBezTo>
                          <a:pt x="14151" y="35338"/>
                          <a:pt x="17294" y="28670"/>
                          <a:pt x="19295" y="21717"/>
                        </a:cubicBezTo>
                        <a:cubicBezTo>
                          <a:pt x="19771" y="19622"/>
                          <a:pt x="24057" y="572"/>
                          <a:pt x="21962" y="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29" name="Forme libre : forme 14328">
                    <a:extLst>
                      <a:ext uri="{FF2B5EF4-FFF2-40B4-BE49-F238E27FC236}">
                        <a16:creationId xmlns:a16="http://schemas.microsoft.com/office/drawing/2014/main" id="{883E9051-0A53-4240-A39B-F617B733E76E}"/>
                      </a:ext>
                    </a:extLst>
                  </p:cNvPr>
                  <p:cNvSpPr/>
                  <p:nvPr/>
                </p:nvSpPr>
                <p:spPr>
                  <a:xfrm>
                    <a:off x="6537206" y="2420499"/>
                    <a:ext cx="221584" cy="200690"/>
                  </a:xfrm>
                  <a:custGeom>
                    <a:avLst/>
                    <a:gdLst>
                      <a:gd name="connsiteX0" fmla="*/ 37815 w 221584"/>
                      <a:gd name="connsiteY0" fmla="*/ 8565 h 200690"/>
                      <a:gd name="connsiteX1" fmla="*/ 45245 w 221584"/>
                      <a:gd name="connsiteY1" fmla="*/ 659 h 200690"/>
                      <a:gd name="connsiteX2" fmla="*/ 61914 w 221584"/>
                      <a:gd name="connsiteY2" fmla="*/ 7994 h 200690"/>
                      <a:gd name="connsiteX3" fmla="*/ 133637 w 221584"/>
                      <a:gd name="connsiteY3" fmla="*/ 120484 h 200690"/>
                      <a:gd name="connsiteX4" fmla="*/ 217076 w 221584"/>
                      <a:gd name="connsiteY4" fmla="*/ 191826 h 200690"/>
                      <a:gd name="connsiteX5" fmla="*/ 221076 w 221584"/>
                      <a:gd name="connsiteY5" fmla="*/ 195350 h 200690"/>
                      <a:gd name="connsiteX6" fmla="*/ 220219 w 221584"/>
                      <a:gd name="connsiteY6" fmla="*/ 200208 h 200690"/>
                      <a:gd name="connsiteX7" fmla="*/ 217266 w 221584"/>
                      <a:gd name="connsiteY7" fmla="*/ 200684 h 200690"/>
                      <a:gd name="connsiteX8" fmla="*/ 141733 w 221584"/>
                      <a:gd name="connsiteY8" fmla="*/ 181539 h 200690"/>
                      <a:gd name="connsiteX9" fmla="*/ 123255 w 221584"/>
                      <a:gd name="connsiteY9" fmla="*/ 165823 h 200690"/>
                      <a:gd name="connsiteX10" fmla="*/ 12574 w 221584"/>
                      <a:gd name="connsiteY10" fmla="*/ 54476 h 200690"/>
                      <a:gd name="connsiteX11" fmla="*/ 1 w 221584"/>
                      <a:gd name="connsiteY11" fmla="*/ 43141 h 200690"/>
                      <a:gd name="connsiteX12" fmla="*/ 10002 w 221584"/>
                      <a:gd name="connsiteY12" fmla="*/ 33806 h 200690"/>
                      <a:gd name="connsiteX13" fmla="*/ 37815 w 221584"/>
                      <a:gd name="connsiteY13" fmla="*/ 8565 h 200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21584" h="200690">
                        <a:moveTo>
                          <a:pt x="37815" y="8565"/>
                        </a:moveTo>
                        <a:cubicBezTo>
                          <a:pt x="39816" y="5517"/>
                          <a:pt x="41911" y="2088"/>
                          <a:pt x="45245" y="659"/>
                        </a:cubicBezTo>
                        <a:cubicBezTo>
                          <a:pt x="51246" y="-1817"/>
                          <a:pt x="57627" y="3136"/>
                          <a:pt x="61914" y="7994"/>
                        </a:cubicBezTo>
                        <a:cubicBezTo>
                          <a:pt x="91631" y="41141"/>
                          <a:pt x="106586" y="85051"/>
                          <a:pt x="133637" y="120484"/>
                        </a:cubicBezTo>
                        <a:cubicBezTo>
                          <a:pt x="156021" y="149726"/>
                          <a:pt x="186024" y="172109"/>
                          <a:pt x="217076" y="191826"/>
                        </a:cubicBezTo>
                        <a:cubicBezTo>
                          <a:pt x="218600" y="192779"/>
                          <a:pt x="220219" y="193826"/>
                          <a:pt x="221076" y="195350"/>
                        </a:cubicBezTo>
                        <a:cubicBezTo>
                          <a:pt x="221934" y="196970"/>
                          <a:pt x="221743" y="199256"/>
                          <a:pt x="220219" y="200208"/>
                        </a:cubicBezTo>
                        <a:cubicBezTo>
                          <a:pt x="219362" y="200780"/>
                          <a:pt x="218219" y="200684"/>
                          <a:pt x="217266" y="200684"/>
                        </a:cubicBezTo>
                        <a:cubicBezTo>
                          <a:pt x="190977" y="199827"/>
                          <a:pt x="163545" y="196303"/>
                          <a:pt x="141733" y="181539"/>
                        </a:cubicBezTo>
                        <a:cubicBezTo>
                          <a:pt x="135066" y="176967"/>
                          <a:pt x="129065" y="171538"/>
                          <a:pt x="123255" y="165823"/>
                        </a:cubicBezTo>
                        <a:cubicBezTo>
                          <a:pt x="85917" y="128866"/>
                          <a:pt x="57437" y="81812"/>
                          <a:pt x="12574" y="54476"/>
                        </a:cubicBezTo>
                        <a:cubicBezTo>
                          <a:pt x="8764" y="52190"/>
                          <a:pt x="1" y="48475"/>
                          <a:pt x="1" y="43141"/>
                        </a:cubicBezTo>
                        <a:cubicBezTo>
                          <a:pt x="-94" y="38188"/>
                          <a:pt x="6478" y="35711"/>
                          <a:pt x="10002" y="33806"/>
                        </a:cubicBezTo>
                        <a:cubicBezTo>
                          <a:pt x="21051" y="27710"/>
                          <a:pt x="30767" y="19138"/>
                          <a:pt x="37815" y="856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30" name="Forme libre : forme 14329">
                    <a:extLst>
                      <a:ext uri="{FF2B5EF4-FFF2-40B4-BE49-F238E27FC236}">
                        <a16:creationId xmlns:a16="http://schemas.microsoft.com/office/drawing/2014/main" id="{7AD28462-087A-43BB-AFC2-55DBBB9245E2}"/>
                      </a:ext>
                    </a:extLst>
                  </p:cNvPr>
                  <p:cNvSpPr/>
                  <p:nvPr/>
                </p:nvSpPr>
                <p:spPr>
                  <a:xfrm>
                    <a:off x="6735366" y="2668135"/>
                    <a:ext cx="323621" cy="132223"/>
                  </a:xfrm>
                  <a:custGeom>
                    <a:avLst/>
                    <a:gdLst>
                      <a:gd name="connsiteX0" fmla="*/ 126644 w 323621"/>
                      <a:gd name="connsiteY0" fmla="*/ 36202 h 132223"/>
                      <a:gd name="connsiteX1" fmla="*/ 161506 w 323621"/>
                      <a:gd name="connsiteY1" fmla="*/ 45918 h 132223"/>
                      <a:gd name="connsiteX2" fmla="*/ 221894 w 323621"/>
                      <a:gd name="connsiteY2" fmla="*/ 75636 h 132223"/>
                      <a:gd name="connsiteX3" fmla="*/ 323621 w 323621"/>
                      <a:gd name="connsiteY3" fmla="*/ 123927 h 132223"/>
                      <a:gd name="connsiteX4" fmla="*/ 306191 w 323621"/>
                      <a:gd name="connsiteY4" fmla="*/ 132214 h 132223"/>
                      <a:gd name="connsiteX5" fmla="*/ 172650 w 323621"/>
                      <a:gd name="connsiteY5" fmla="*/ 93352 h 132223"/>
                      <a:gd name="connsiteX6" fmla="*/ 113405 w 323621"/>
                      <a:gd name="connsiteY6" fmla="*/ 61062 h 132223"/>
                      <a:gd name="connsiteX7" fmla="*/ 37871 w 323621"/>
                      <a:gd name="connsiteY7" fmla="*/ 22677 h 132223"/>
                      <a:gd name="connsiteX8" fmla="*/ 17964 w 323621"/>
                      <a:gd name="connsiteY8" fmla="*/ 17152 h 132223"/>
                      <a:gd name="connsiteX9" fmla="*/ 1295 w 323621"/>
                      <a:gd name="connsiteY9" fmla="*/ 11437 h 132223"/>
                      <a:gd name="connsiteX10" fmla="*/ 2057 w 323621"/>
                      <a:gd name="connsiteY10" fmla="*/ 3055 h 132223"/>
                      <a:gd name="connsiteX11" fmla="*/ 12535 w 323621"/>
                      <a:gd name="connsiteY11" fmla="*/ 388 h 132223"/>
                      <a:gd name="connsiteX12" fmla="*/ 85877 w 323621"/>
                      <a:gd name="connsiteY12" fmla="*/ 22296 h 132223"/>
                      <a:gd name="connsiteX13" fmla="*/ 126644 w 323621"/>
                      <a:gd name="connsiteY13" fmla="*/ 36202 h 13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23621" h="132223">
                        <a:moveTo>
                          <a:pt x="126644" y="36202"/>
                        </a:moveTo>
                        <a:cubicBezTo>
                          <a:pt x="138265" y="39441"/>
                          <a:pt x="150076" y="42012"/>
                          <a:pt x="161506" y="45918"/>
                        </a:cubicBezTo>
                        <a:cubicBezTo>
                          <a:pt x="182747" y="53157"/>
                          <a:pt x="202178" y="64968"/>
                          <a:pt x="221894" y="75636"/>
                        </a:cubicBezTo>
                        <a:cubicBezTo>
                          <a:pt x="254851" y="93543"/>
                          <a:pt x="289236" y="108783"/>
                          <a:pt x="323621" y="123927"/>
                        </a:cubicBezTo>
                        <a:cubicBezTo>
                          <a:pt x="321526" y="130500"/>
                          <a:pt x="313049" y="132119"/>
                          <a:pt x="306191" y="132214"/>
                        </a:cubicBezTo>
                        <a:cubicBezTo>
                          <a:pt x="259423" y="132690"/>
                          <a:pt x="214560" y="114402"/>
                          <a:pt x="172650" y="93352"/>
                        </a:cubicBezTo>
                        <a:cubicBezTo>
                          <a:pt x="152552" y="83256"/>
                          <a:pt x="132836" y="72492"/>
                          <a:pt x="113405" y="61062"/>
                        </a:cubicBezTo>
                        <a:cubicBezTo>
                          <a:pt x="89021" y="46680"/>
                          <a:pt x="64922" y="31154"/>
                          <a:pt x="37871" y="22677"/>
                        </a:cubicBezTo>
                        <a:cubicBezTo>
                          <a:pt x="31299" y="20581"/>
                          <a:pt x="24536" y="18962"/>
                          <a:pt x="17964" y="17152"/>
                        </a:cubicBezTo>
                        <a:cubicBezTo>
                          <a:pt x="13583" y="15914"/>
                          <a:pt x="4439" y="14866"/>
                          <a:pt x="1295" y="11437"/>
                        </a:cubicBezTo>
                        <a:cubicBezTo>
                          <a:pt x="-991" y="8961"/>
                          <a:pt x="57" y="5436"/>
                          <a:pt x="2057" y="3055"/>
                        </a:cubicBezTo>
                        <a:cubicBezTo>
                          <a:pt x="5010" y="-469"/>
                          <a:pt x="8344" y="-279"/>
                          <a:pt x="12535" y="388"/>
                        </a:cubicBezTo>
                        <a:cubicBezTo>
                          <a:pt x="37871" y="4293"/>
                          <a:pt x="61970" y="13533"/>
                          <a:pt x="85877" y="22296"/>
                        </a:cubicBezTo>
                        <a:cubicBezTo>
                          <a:pt x="99212" y="27439"/>
                          <a:pt x="112738" y="32297"/>
                          <a:pt x="126644" y="3620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31" name="Forme libre : forme 14330">
                    <a:extLst>
                      <a:ext uri="{FF2B5EF4-FFF2-40B4-BE49-F238E27FC236}">
                        <a16:creationId xmlns:a16="http://schemas.microsoft.com/office/drawing/2014/main" id="{8C1F0885-6E4B-43E7-AB94-51ED00C70715}"/>
                      </a:ext>
                    </a:extLst>
                  </p:cNvPr>
                  <p:cNvSpPr/>
                  <p:nvPr/>
                </p:nvSpPr>
                <p:spPr>
                  <a:xfrm>
                    <a:off x="6899564" y="2796053"/>
                    <a:ext cx="133218" cy="74979"/>
                  </a:xfrm>
                  <a:custGeom>
                    <a:avLst/>
                    <a:gdLst>
                      <a:gd name="connsiteX0" fmla="*/ 62839 w 133218"/>
                      <a:gd name="connsiteY0" fmla="*/ 26299 h 74979"/>
                      <a:gd name="connsiteX1" fmla="*/ 109131 w 133218"/>
                      <a:gd name="connsiteY1" fmla="*/ 41348 h 74979"/>
                      <a:gd name="connsiteX2" fmla="*/ 127514 w 133218"/>
                      <a:gd name="connsiteY2" fmla="*/ 54397 h 74979"/>
                      <a:gd name="connsiteX3" fmla="*/ 132753 w 133218"/>
                      <a:gd name="connsiteY3" fmla="*/ 68113 h 74979"/>
                      <a:gd name="connsiteX4" fmla="*/ 133038 w 133218"/>
                      <a:gd name="connsiteY4" fmla="*/ 72114 h 74979"/>
                      <a:gd name="connsiteX5" fmla="*/ 128657 w 133218"/>
                      <a:gd name="connsiteY5" fmla="*/ 74971 h 74979"/>
                      <a:gd name="connsiteX6" fmla="*/ 123418 w 133218"/>
                      <a:gd name="connsiteY6" fmla="*/ 73352 h 74979"/>
                      <a:gd name="connsiteX7" fmla="*/ 111703 w 133218"/>
                      <a:gd name="connsiteY7" fmla="*/ 64208 h 74979"/>
                      <a:gd name="connsiteX8" fmla="*/ 40265 w 133218"/>
                      <a:gd name="connsiteY8" fmla="*/ 24298 h 74979"/>
                      <a:gd name="connsiteX9" fmla="*/ 3499 w 133218"/>
                      <a:gd name="connsiteY9" fmla="*/ 6106 h 74979"/>
                      <a:gd name="connsiteX10" fmla="*/ 4165 w 133218"/>
                      <a:gd name="connsiteY10" fmla="*/ 10 h 74979"/>
                      <a:gd name="connsiteX11" fmla="*/ 20453 w 133218"/>
                      <a:gd name="connsiteY11" fmla="*/ 8106 h 74979"/>
                      <a:gd name="connsiteX12" fmla="*/ 62839 w 133218"/>
                      <a:gd name="connsiteY12" fmla="*/ 26299 h 74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3218" h="74979">
                        <a:moveTo>
                          <a:pt x="62839" y="26299"/>
                        </a:moveTo>
                        <a:cubicBezTo>
                          <a:pt x="78270" y="31347"/>
                          <a:pt x="94177" y="35157"/>
                          <a:pt x="109131" y="41348"/>
                        </a:cubicBezTo>
                        <a:cubicBezTo>
                          <a:pt x="116179" y="44301"/>
                          <a:pt x="123323" y="48016"/>
                          <a:pt x="127514" y="54397"/>
                        </a:cubicBezTo>
                        <a:cubicBezTo>
                          <a:pt x="130181" y="58493"/>
                          <a:pt x="131515" y="63351"/>
                          <a:pt x="132753" y="68113"/>
                        </a:cubicBezTo>
                        <a:cubicBezTo>
                          <a:pt x="133134" y="69447"/>
                          <a:pt x="133420" y="70876"/>
                          <a:pt x="133038" y="72114"/>
                        </a:cubicBezTo>
                        <a:cubicBezTo>
                          <a:pt x="132467" y="73828"/>
                          <a:pt x="130562" y="74876"/>
                          <a:pt x="128657" y="74971"/>
                        </a:cubicBezTo>
                        <a:cubicBezTo>
                          <a:pt x="126752" y="75067"/>
                          <a:pt x="125037" y="74305"/>
                          <a:pt x="123418" y="73352"/>
                        </a:cubicBezTo>
                        <a:cubicBezTo>
                          <a:pt x="119132" y="70971"/>
                          <a:pt x="115512" y="67447"/>
                          <a:pt x="111703" y="64208"/>
                        </a:cubicBezTo>
                        <a:cubicBezTo>
                          <a:pt x="90843" y="46206"/>
                          <a:pt x="65125" y="35443"/>
                          <a:pt x="40265" y="24298"/>
                        </a:cubicBezTo>
                        <a:cubicBezTo>
                          <a:pt x="27787" y="18679"/>
                          <a:pt x="15310" y="13059"/>
                          <a:pt x="3499" y="6106"/>
                        </a:cubicBezTo>
                        <a:cubicBezTo>
                          <a:pt x="-407" y="3820"/>
                          <a:pt x="-2121" y="391"/>
                          <a:pt x="4165" y="10"/>
                        </a:cubicBezTo>
                        <a:cubicBezTo>
                          <a:pt x="9213" y="-276"/>
                          <a:pt x="16071" y="5820"/>
                          <a:pt x="20453" y="8106"/>
                        </a:cubicBezTo>
                        <a:cubicBezTo>
                          <a:pt x="33979" y="15440"/>
                          <a:pt x="48171" y="21441"/>
                          <a:pt x="62839" y="26299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332" name="Forme libre : forme 14331">
                  <a:extLst>
                    <a:ext uri="{FF2B5EF4-FFF2-40B4-BE49-F238E27FC236}">
                      <a16:creationId xmlns:a16="http://schemas.microsoft.com/office/drawing/2014/main" id="{51136882-70A8-4FC8-84B0-1C887E968336}"/>
                    </a:ext>
                  </a:extLst>
                </p:cNvPr>
                <p:cNvSpPr/>
                <p:nvPr/>
              </p:nvSpPr>
              <p:spPr>
                <a:xfrm>
                  <a:off x="6470300" y="2623556"/>
                  <a:ext cx="121676" cy="26760"/>
                </a:xfrm>
                <a:custGeom>
                  <a:avLst/>
                  <a:gdLst>
                    <a:gd name="connsiteX0" fmla="*/ 54239 w 121676"/>
                    <a:gd name="connsiteY0" fmla="*/ 26393 h 26760"/>
                    <a:gd name="connsiteX1" fmla="*/ 112056 w 121676"/>
                    <a:gd name="connsiteY1" fmla="*/ 22202 h 26760"/>
                    <a:gd name="connsiteX2" fmla="*/ 121676 w 121676"/>
                    <a:gd name="connsiteY2" fmla="*/ 17534 h 26760"/>
                    <a:gd name="connsiteX3" fmla="*/ 97959 w 121676"/>
                    <a:gd name="connsiteY3" fmla="*/ 14487 h 26760"/>
                    <a:gd name="connsiteX4" fmla="*/ 70432 w 121676"/>
                    <a:gd name="connsiteY4" fmla="*/ 10105 h 26760"/>
                    <a:gd name="connsiteX5" fmla="*/ 14711 w 121676"/>
                    <a:gd name="connsiteY5" fmla="*/ 104 h 26760"/>
                    <a:gd name="connsiteX6" fmla="*/ 328 w 121676"/>
                    <a:gd name="connsiteY6" fmla="*/ 12010 h 26760"/>
                    <a:gd name="connsiteX7" fmla="*/ 20521 w 121676"/>
                    <a:gd name="connsiteY7" fmla="*/ 25059 h 26760"/>
                    <a:gd name="connsiteX8" fmla="*/ 54239 w 121676"/>
                    <a:gd name="connsiteY8" fmla="*/ 26393 h 26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676" h="26760">
                      <a:moveTo>
                        <a:pt x="54239" y="26393"/>
                      </a:moveTo>
                      <a:cubicBezTo>
                        <a:pt x="73575" y="25631"/>
                        <a:pt x="92911" y="24869"/>
                        <a:pt x="112056" y="22202"/>
                      </a:cubicBezTo>
                      <a:cubicBezTo>
                        <a:pt x="115676" y="21726"/>
                        <a:pt x="119867" y="20773"/>
                        <a:pt x="121676" y="17534"/>
                      </a:cubicBezTo>
                      <a:cubicBezTo>
                        <a:pt x="113770" y="16487"/>
                        <a:pt x="105865" y="15439"/>
                        <a:pt x="97959" y="14487"/>
                      </a:cubicBezTo>
                      <a:cubicBezTo>
                        <a:pt x="88720" y="13248"/>
                        <a:pt x="79576" y="12105"/>
                        <a:pt x="70432" y="10105"/>
                      </a:cubicBezTo>
                      <a:cubicBezTo>
                        <a:pt x="52049" y="6200"/>
                        <a:pt x="33761" y="-944"/>
                        <a:pt x="14711" y="104"/>
                      </a:cubicBezTo>
                      <a:cubicBezTo>
                        <a:pt x="7376" y="485"/>
                        <a:pt x="-1863" y="2580"/>
                        <a:pt x="328" y="12010"/>
                      </a:cubicBezTo>
                      <a:cubicBezTo>
                        <a:pt x="2328" y="20868"/>
                        <a:pt x="12901" y="23535"/>
                        <a:pt x="20521" y="25059"/>
                      </a:cubicBezTo>
                      <a:cubicBezTo>
                        <a:pt x="31665" y="27250"/>
                        <a:pt x="43000" y="26869"/>
                        <a:pt x="54239" y="26393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333" name="Forme libre : forme 14332">
                  <a:extLst>
                    <a:ext uri="{FF2B5EF4-FFF2-40B4-BE49-F238E27FC236}">
                      <a16:creationId xmlns:a16="http://schemas.microsoft.com/office/drawing/2014/main" id="{705C7EC5-B397-4206-A338-C622CE33609D}"/>
                    </a:ext>
                  </a:extLst>
                </p:cNvPr>
                <p:cNvSpPr/>
                <p:nvPr/>
              </p:nvSpPr>
              <p:spPr>
                <a:xfrm>
                  <a:off x="6478120" y="2500757"/>
                  <a:ext cx="54515" cy="29853"/>
                </a:xfrm>
                <a:custGeom>
                  <a:avLst/>
                  <a:gdLst>
                    <a:gd name="connsiteX0" fmla="*/ 49658 w 54515"/>
                    <a:gd name="connsiteY0" fmla="*/ 29844 h 29853"/>
                    <a:gd name="connsiteX1" fmla="*/ 54515 w 54515"/>
                    <a:gd name="connsiteY1" fmla="*/ 27272 h 29853"/>
                    <a:gd name="connsiteX2" fmla="*/ 52896 w 54515"/>
                    <a:gd name="connsiteY2" fmla="*/ 24795 h 29853"/>
                    <a:gd name="connsiteX3" fmla="*/ 1366 w 54515"/>
                    <a:gd name="connsiteY3" fmla="*/ 6127 h 29853"/>
                    <a:gd name="connsiteX4" fmla="*/ 49658 w 54515"/>
                    <a:gd name="connsiteY4" fmla="*/ 29844 h 29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515" h="29853">
                      <a:moveTo>
                        <a:pt x="49658" y="29844"/>
                      </a:moveTo>
                      <a:cubicBezTo>
                        <a:pt x="51753" y="29939"/>
                        <a:pt x="54515" y="29368"/>
                        <a:pt x="54515" y="27272"/>
                      </a:cubicBezTo>
                      <a:cubicBezTo>
                        <a:pt x="54515" y="26224"/>
                        <a:pt x="53658" y="25462"/>
                        <a:pt x="52896" y="24795"/>
                      </a:cubicBezTo>
                      <a:cubicBezTo>
                        <a:pt x="43085" y="16032"/>
                        <a:pt x="14129" y="-12352"/>
                        <a:pt x="1366" y="6127"/>
                      </a:cubicBezTo>
                      <a:cubicBezTo>
                        <a:pt x="-8826" y="20700"/>
                        <a:pt x="41085" y="29368"/>
                        <a:pt x="49658" y="29844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334" name="Forme libre : forme 14333">
                  <a:extLst>
                    <a:ext uri="{FF2B5EF4-FFF2-40B4-BE49-F238E27FC236}">
                      <a16:creationId xmlns:a16="http://schemas.microsoft.com/office/drawing/2014/main" id="{251EAA4D-E936-40FE-8D54-8090EAC699CF}"/>
                    </a:ext>
                  </a:extLst>
                </p:cNvPr>
                <p:cNvSpPr/>
                <p:nvPr/>
              </p:nvSpPr>
              <p:spPr>
                <a:xfrm>
                  <a:off x="6570804" y="2444823"/>
                  <a:ext cx="53947" cy="66789"/>
                </a:xfrm>
                <a:custGeom>
                  <a:avLst/>
                  <a:gdLst>
                    <a:gd name="connsiteX0" fmla="*/ 18600 w 53947"/>
                    <a:gd name="connsiteY0" fmla="*/ 37296 h 66789"/>
                    <a:gd name="connsiteX1" fmla="*/ 46318 w 53947"/>
                    <a:gd name="connsiteY1" fmla="*/ 65490 h 66789"/>
                    <a:gd name="connsiteX2" fmla="*/ 50700 w 53947"/>
                    <a:gd name="connsiteY2" fmla="*/ 66728 h 66789"/>
                    <a:gd name="connsiteX3" fmla="*/ 53938 w 53947"/>
                    <a:gd name="connsiteY3" fmla="*/ 62346 h 66789"/>
                    <a:gd name="connsiteX4" fmla="*/ 52605 w 53947"/>
                    <a:gd name="connsiteY4" fmla="*/ 56727 h 66789"/>
                    <a:gd name="connsiteX5" fmla="*/ 15362 w 53947"/>
                    <a:gd name="connsiteY5" fmla="*/ 2339 h 66789"/>
                    <a:gd name="connsiteX6" fmla="*/ 122 w 53947"/>
                    <a:gd name="connsiteY6" fmla="*/ 5387 h 66789"/>
                    <a:gd name="connsiteX7" fmla="*/ 18600 w 53947"/>
                    <a:gd name="connsiteY7" fmla="*/ 37296 h 66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3947" h="66789">
                      <a:moveTo>
                        <a:pt x="18600" y="37296"/>
                      </a:moveTo>
                      <a:cubicBezTo>
                        <a:pt x="26411" y="48059"/>
                        <a:pt x="34793" y="58727"/>
                        <a:pt x="46318" y="65490"/>
                      </a:cubicBezTo>
                      <a:cubicBezTo>
                        <a:pt x="47652" y="66252"/>
                        <a:pt x="49176" y="67014"/>
                        <a:pt x="50700" y="66728"/>
                      </a:cubicBezTo>
                      <a:cubicBezTo>
                        <a:pt x="52605" y="66347"/>
                        <a:pt x="53843" y="64347"/>
                        <a:pt x="53938" y="62346"/>
                      </a:cubicBezTo>
                      <a:cubicBezTo>
                        <a:pt x="54033" y="60442"/>
                        <a:pt x="53367" y="58537"/>
                        <a:pt x="52605" y="56727"/>
                      </a:cubicBezTo>
                      <a:cubicBezTo>
                        <a:pt x="45366" y="38820"/>
                        <a:pt x="34031" y="11102"/>
                        <a:pt x="15362" y="2339"/>
                      </a:cubicBezTo>
                      <a:cubicBezTo>
                        <a:pt x="10028" y="-137"/>
                        <a:pt x="1455" y="-2424"/>
                        <a:pt x="122" y="5387"/>
                      </a:cubicBezTo>
                      <a:cubicBezTo>
                        <a:pt x="-1497" y="15007"/>
                        <a:pt x="13457" y="30152"/>
                        <a:pt x="18600" y="37296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335" name="Forme libre : forme 14334">
                  <a:extLst>
                    <a:ext uri="{FF2B5EF4-FFF2-40B4-BE49-F238E27FC236}">
                      <a16:creationId xmlns:a16="http://schemas.microsoft.com/office/drawing/2014/main" id="{5AFA2A87-0813-45B6-AAAA-81754377D0AB}"/>
                    </a:ext>
                  </a:extLst>
                </p:cNvPr>
                <p:cNvSpPr/>
                <p:nvPr/>
              </p:nvSpPr>
              <p:spPr>
                <a:xfrm>
                  <a:off x="6581689" y="2574987"/>
                  <a:ext cx="165163" cy="75152"/>
                </a:xfrm>
                <a:custGeom>
                  <a:avLst/>
                  <a:gdLst>
                    <a:gd name="connsiteX0" fmla="*/ 69533 w 165163"/>
                    <a:gd name="connsiteY0" fmla="*/ 40577 h 75152"/>
                    <a:gd name="connsiteX1" fmla="*/ 42386 w 165163"/>
                    <a:gd name="connsiteY1" fmla="*/ 0 h 75152"/>
                    <a:gd name="connsiteX2" fmla="*/ 78772 w 165163"/>
                    <a:gd name="connsiteY2" fmla="*/ 39433 h 75152"/>
                    <a:gd name="connsiteX3" fmla="*/ 128111 w 165163"/>
                    <a:gd name="connsiteY3" fmla="*/ 63341 h 75152"/>
                    <a:gd name="connsiteX4" fmla="*/ 165163 w 165163"/>
                    <a:gd name="connsiteY4" fmla="*/ 75152 h 75152"/>
                    <a:gd name="connsiteX5" fmla="*/ 65342 w 165163"/>
                    <a:gd name="connsiteY5" fmla="*/ 46768 h 75152"/>
                    <a:gd name="connsiteX6" fmla="*/ 15907 w 165163"/>
                    <a:gd name="connsiteY6" fmla="*/ 26956 h 75152"/>
                    <a:gd name="connsiteX7" fmla="*/ 0 w 165163"/>
                    <a:gd name="connsiteY7" fmla="*/ 20383 h 75152"/>
                    <a:gd name="connsiteX8" fmla="*/ 12573 w 165163"/>
                    <a:gd name="connsiteY8" fmla="*/ 23336 h 75152"/>
                    <a:gd name="connsiteX9" fmla="*/ 31052 w 165163"/>
                    <a:gd name="connsiteY9" fmla="*/ 29813 h 75152"/>
                    <a:gd name="connsiteX10" fmla="*/ 69533 w 165163"/>
                    <a:gd name="connsiteY10" fmla="*/ 40577 h 75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5163" h="75152">
                      <a:moveTo>
                        <a:pt x="69533" y="40577"/>
                      </a:moveTo>
                      <a:cubicBezTo>
                        <a:pt x="62579" y="25813"/>
                        <a:pt x="53340" y="12097"/>
                        <a:pt x="42386" y="0"/>
                      </a:cubicBezTo>
                      <a:cubicBezTo>
                        <a:pt x="57341" y="10001"/>
                        <a:pt x="65437" y="27432"/>
                        <a:pt x="78772" y="39433"/>
                      </a:cubicBezTo>
                      <a:cubicBezTo>
                        <a:pt x="92392" y="51816"/>
                        <a:pt x="110585" y="57721"/>
                        <a:pt x="128111" y="63341"/>
                      </a:cubicBezTo>
                      <a:cubicBezTo>
                        <a:pt x="140494" y="67246"/>
                        <a:pt x="152781" y="71247"/>
                        <a:pt x="165163" y="75152"/>
                      </a:cubicBezTo>
                      <a:cubicBezTo>
                        <a:pt x="130969" y="69628"/>
                        <a:pt x="97727" y="59055"/>
                        <a:pt x="65342" y="46768"/>
                      </a:cubicBezTo>
                      <a:cubicBezTo>
                        <a:pt x="48768" y="40481"/>
                        <a:pt x="32385" y="33719"/>
                        <a:pt x="15907" y="26956"/>
                      </a:cubicBezTo>
                      <a:cubicBezTo>
                        <a:pt x="10668" y="24670"/>
                        <a:pt x="5239" y="22860"/>
                        <a:pt x="0" y="20383"/>
                      </a:cubicBezTo>
                      <a:cubicBezTo>
                        <a:pt x="4763" y="19717"/>
                        <a:pt x="8287" y="21717"/>
                        <a:pt x="12573" y="23336"/>
                      </a:cubicBezTo>
                      <a:cubicBezTo>
                        <a:pt x="18669" y="25717"/>
                        <a:pt x="24860" y="27813"/>
                        <a:pt x="31052" y="29813"/>
                      </a:cubicBezTo>
                      <a:cubicBezTo>
                        <a:pt x="43815" y="34100"/>
                        <a:pt x="56674" y="37624"/>
                        <a:pt x="69533" y="40577"/>
                      </a:cubicBezTo>
                      <a:close/>
                    </a:path>
                  </a:pathLst>
                </a:custGeom>
                <a:solidFill>
                  <a:srgbClr val="6B359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336" name="Graphique 2">
                <a:extLst>
                  <a:ext uri="{FF2B5EF4-FFF2-40B4-BE49-F238E27FC236}">
                    <a16:creationId xmlns:a16="http://schemas.microsoft.com/office/drawing/2014/main" id="{E141C0A9-53AD-4F5D-B377-6B98FDC9AD9A}"/>
                  </a:ext>
                </a:extLst>
              </p:cNvPr>
              <p:cNvGrpSpPr/>
              <p:nvPr/>
            </p:nvGrpSpPr>
            <p:grpSpPr>
              <a:xfrm>
                <a:off x="8979000" y="3910598"/>
                <a:ext cx="809561" cy="606812"/>
                <a:chOff x="8979000" y="3910598"/>
                <a:chExt cx="809561" cy="606812"/>
              </a:xfrm>
              <a:solidFill>
                <a:schemeClr val="accent1"/>
              </a:solidFill>
            </p:grpSpPr>
            <p:grpSp>
              <p:nvGrpSpPr>
                <p:cNvPr id="14337" name="Graphique 2">
                  <a:extLst>
                    <a:ext uri="{FF2B5EF4-FFF2-40B4-BE49-F238E27FC236}">
                      <a16:creationId xmlns:a16="http://schemas.microsoft.com/office/drawing/2014/main" id="{B7C3D5F4-E639-4266-857A-D8C9E61A187D}"/>
                    </a:ext>
                  </a:extLst>
                </p:cNvPr>
                <p:cNvGrpSpPr/>
                <p:nvPr/>
              </p:nvGrpSpPr>
              <p:grpSpPr>
                <a:xfrm>
                  <a:off x="8979000" y="3910598"/>
                  <a:ext cx="809561" cy="606812"/>
                  <a:chOff x="8979000" y="3910598"/>
                  <a:chExt cx="809561" cy="606812"/>
                </a:xfrm>
                <a:solidFill>
                  <a:schemeClr val="accent1"/>
                </a:solidFill>
              </p:grpSpPr>
              <p:sp>
                <p:nvSpPr>
                  <p:cNvPr id="14338" name="Forme libre : forme 14337">
                    <a:extLst>
                      <a:ext uri="{FF2B5EF4-FFF2-40B4-BE49-F238E27FC236}">
                        <a16:creationId xmlns:a16="http://schemas.microsoft.com/office/drawing/2014/main" id="{41885E74-9ACF-4879-A35B-EBAF67CFD836}"/>
                      </a:ext>
                    </a:extLst>
                  </p:cNvPr>
                  <p:cNvSpPr/>
                  <p:nvPr/>
                </p:nvSpPr>
                <p:spPr>
                  <a:xfrm>
                    <a:off x="8979000" y="3910598"/>
                    <a:ext cx="724889" cy="556911"/>
                  </a:xfrm>
                  <a:custGeom>
                    <a:avLst/>
                    <a:gdLst>
                      <a:gd name="connsiteX0" fmla="*/ 724889 w 724889"/>
                      <a:gd name="connsiteY0" fmla="*/ 239062 h 556911"/>
                      <a:gd name="connsiteX1" fmla="*/ 557059 w 724889"/>
                      <a:gd name="connsiteY1" fmla="*/ 221155 h 556911"/>
                      <a:gd name="connsiteX2" fmla="*/ 354843 w 724889"/>
                      <a:gd name="connsiteY2" fmla="*/ 176673 h 556911"/>
                      <a:gd name="connsiteX3" fmla="*/ 112908 w 724889"/>
                      <a:gd name="connsiteY3" fmla="*/ 41514 h 556911"/>
                      <a:gd name="connsiteX4" fmla="*/ 61282 w 724889"/>
                      <a:gd name="connsiteY4" fmla="*/ 2652 h 556911"/>
                      <a:gd name="connsiteX5" fmla="*/ 55853 w 724889"/>
                      <a:gd name="connsiteY5" fmla="*/ 59230 h 556911"/>
                      <a:gd name="connsiteX6" fmla="*/ 50233 w 724889"/>
                      <a:gd name="connsiteY6" fmla="*/ 69041 h 556911"/>
                      <a:gd name="connsiteX7" fmla="*/ 4037 w 724889"/>
                      <a:gd name="connsiteY7" fmla="*/ 102188 h 556911"/>
                      <a:gd name="connsiteX8" fmla="*/ 63569 w 724889"/>
                      <a:gd name="connsiteY8" fmla="*/ 127334 h 556911"/>
                      <a:gd name="connsiteX9" fmla="*/ 302074 w 724889"/>
                      <a:gd name="connsiteY9" fmla="*/ 268495 h 556911"/>
                      <a:gd name="connsiteX10" fmla="*/ 442187 w 724889"/>
                      <a:gd name="connsiteY10" fmla="*/ 420895 h 556911"/>
                      <a:gd name="connsiteX11" fmla="*/ 542105 w 724889"/>
                      <a:gd name="connsiteY11" fmla="*/ 556912 h 556911"/>
                      <a:gd name="connsiteX12" fmla="*/ 689933 w 724889"/>
                      <a:gd name="connsiteY12" fmla="*/ 432229 h 556911"/>
                      <a:gd name="connsiteX13" fmla="*/ 724889 w 724889"/>
                      <a:gd name="connsiteY13" fmla="*/ 239062 h 556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24889" h="556911">
                        <a:moveTo>
                          <a:pt x="724889" y="239062"/>
                        </a:moveTo>
                        <a:cubicBezTo>
                          <a:pt x="724889" y="239062"/>
                          <a:pt x="667358" y="222679"/>
                          <a:pt x="557059" y="221155"/>
                        </a:cubicBezTo>
                        <a:cubicBezTo>
                          <a:pt x="446855" y="219536"/>
                          <a:pt x="421328" y="212487"/>
                          <a:pt x="354843" y="176673"/>
                        </a:cubicBezTo>
                        <a:cubicBezTo>
                          <a:pt x="288358" y="140860"/>
                          <a:pt x="126433" y="49610"/>
                          <a:pt x="112908" y="41514"/>
                        </a:cubicBezTo>
                        <a:cubicBezTo>
                          <a:pt x="99287" y="33418"/>
                          <a:pt x="68331" y="17416"/>
                          <a:pt x="61282" y="2652"/>
                        </a:cubicBezTo>
                        <a:cubicBezTo>
                          <a:pt x="54234" y="-12112"/>
                          <a:pt x="38708" y="38656"/>
                          <a:pt x="55853" y="59230"/>
                        </a:cubicBezTo>
                        <a:lnTo>
                          <a:pt x="50233" y="69041"/>
                        </a:lnTo>
                        <a:cubicBezTo>
                          <a:pt x="23849" y="64564"/>
                          <a:pt x="-12155" y="103426"/>
                          <a:pt x="4037" y="102188"/>
                        </a:cubicBezTo>
                        <a:cubicBezTo>
                          <a:pt x="20325" y="100854"/>
                          <a:pt x="49757" y="119619"/>
                          <a:pt x="63569" y="127334"/>
                        </a:cubicBezTo>
                        <a:cubicBezTo>
                          <a:pt x="77380" y="135049"/>
                          <a:pt x="237686" y="229061"/>
                          <a:pt x="302074" y="268495"/>
                        </a:cubicBezTo>
                        <a:cubicBezTo>
                          <a:pt x="366464" y="307928"/>
                          <a:pt x="385323" y="326406"/>
                          <a:pt x="442187" y="420895"/>
                        </a:cubicBezTo>
                        <a:cubicBezTo>
                          <a:pt x="498956" y="515383"/>
                          <a:pt x="542105" y="556912"/>
                          <a:pt x="542105" y="556912"/>
                        </a:cubicBezTo>
                        <a:lnTo>
                          <a:pt x="689933" y="432229"/>
                        </a:lnTo>
                        <a:lnTo>
                          <a:pt x="724889" y="239062"/>
                        </a:ln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grpSp>
                <p:nvGrpSpPr>
                  <p:cNvPr id="14339" name="Graphique 2">
                    <a:extLst>
                      <a:ext uri="{FF2B5EF4-FFF2-40B4-BE49-F238E27FC236}">
                        <a16:creationId xmlns:a16="http://schemas.microsoft.com/office/drawing/2014/main" id="{B33D7D04-FAD9-4A1C-AA62-8733863CD160}"/>
                      </a:ext>
                    </a:extLst>
                  </p:cNvPr>
                  <p:cNvGrpSpPr/>
                  <p:nvPr/>
                </p:nvGrpSpPr>
                <p:grpSpPr>
                  <a:xfrm>
                    <a:off x="9575750" y="4249722"/>
                    <a:ext cx="196984" cy="188004"/>
                    <a:chOff x="9575750" y="4249722"/>
                    <a:chExt cx="196984" cy="188004"/>
                  </a:xfrm>
                  <a:solidFill>
                    <a:schemeClr val="accent1"/>
                  </a:solidFill>
                </p:grpSpPr>
                <p:sp>
                  <p:nvSpPr>
                    <p:cNvPr id="14340" name="Forme libre : forme 14339">
                      <a:extLst>
                        <a:ext uri="{FF2B5EF4-FFF2-40B4-BE49-F238E27FC236}">
                          <a16:creationId xmlns:a16="http://schemas.microsoft.com/office/drawing/2014/main" id="{17E996D0-217D-4EF7-9390-A1AFE659FE32}"/>
                        </a:ext>
                      </a:extLst>
                    </p:cNvPr>
                    <p:cNvSpPr/>
                    <p:nvPr/>
                  </p:nvSpPr>
                  <p:spPr>
                    <a:xfrm rot="-3605671">
                      <a:off x="9609850" y="4267139"/>
                      <a:ext cx="128785" cy="153171"/>
                    </a:xfrm>
                    <a:custGeom>
                      <a:avLst/>
                      <a:gdLst>
                        <a:gd name="connsiteX0" fmla="*/ 128786 w 128785"/>
                        <a:gd name="connsiteY0" fmla="*/ 76586 h 153171"/>
                        <a:gd name="connsiteX1" fmla="*/ 64393 w 128785"/>
                        <a:gd name="connsiteY1" fmla="*/ 153171 h 153171"/>
                        <a:gd name="connsiteX2" fmla="*/ 0 w 128785"/>
                        <a:gd name="connsiteY2" fmla="*/ 76586 h 153171"/>
                        <a:gd name="connsiteX3" fmla="*/ 64393 w 128785"/>
                        <a:gd name="connsiteY3" fmla="*/ 0 h 153171"/>
                        <a:gd name="connsiteX4" fmla="*/ 128786 w 128785"/>
                        <a:gd name="connsiteY4" fmla="*/ 76586 h 153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85" h="153171">
                          <a:moveTo>
                            <a:pt x="128786" y="76586"/>
                          </a:moveTo>
                          <a:cubicBezTo>
                            <a:pt x="128786" y="118883"/>
                            <a:pt x="99956" y="153171"/>
                            <a:pt x="64393" y="153171"/>
                          </a:cubicBezTo>
                          <a:cubicBezTo>
                            <a:pt x="28829" y="153171"/>
                            <a:pt x="0" y="118883"/>
                            <a:pt x="0" y="76586"/>
                          </a:cubicBezTo>
                          <a:cubicBezTo>
                            <a:pt x="0" y="34289"/>
                            <a:pt x="28829" y="0"/>
                            <a:pt x="64393" y="0"/>
                          </a:cubicBezTo>
                          <a:cubicBezTo>
                            <a:pt x="99956" y="0"/>
                            <a:pt x="128786" y="34289"/>
                            <a:pt x="128786" y="76586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6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41" name="Forme libre : forme 14340">
                      <a:extLst>
                        <a:ext uri="{FF2B5EF4-FFF2-40B4-BE49-F238E27FC236}">
                          <a16:creationId xmlns:a16="http://schemas.microsoft.com/office/drawing/2014/main" id="{EB6C1721-FC0D-4511-8465-E18DF7D252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00130" y="4276158"/>
                      <a:ext cx="95567" cy="134486"/>
                    </a:xfrm>
                    <a:custGeom>
                      <a:avLst/>
                      <a:gdLst>
                        <a:gd name="connsiteX0" fmla="*/ 74136 w 95567"/>
                        <a:gd name="connsiteY0" fmla="*/ 134487 h 134486"/>
                        <a:gd name="connsiteX1" fmla="*/ 63849 w 95567"/>
                        <a:gd name="connsiteY1" fmla="*/ 129439 h 134486"/>
                        <a:gd name="connsiteX2" fmla="*/ 29559 w 95567"/>
                        <a:gd name="connsiteY2" fmla="*/ 35427 h 134486"/>
                        <a:gd name="connsiteX3" fmla="*/ 95567 w 95567"/>
                        <a:gd name="connsiteY3" fmla="*/ 6757 h 134486"/>
                        <a:gd name="connsiteX4" fmla="*/ 7366 w 95567"/>
                        <a:gd name="connsiteY4" fmla="*/ 29426 h 134486"/>
                        <a:gd name="connsiteX5" fmla="*/ 41656 w 95567"/>
                        <a:gd name="connsiteY5" fmla="*/ 123438 h 134486"/>
                        <a:gd name="connsiteX6" fmla="*/ 74136 w 95567"/>
                        <a:gd name="connsiteY6" fmla="*/ 134487 h 1344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5567" h="134486">
                          <a:moveTo>
                            <a:pt x="74136" y="134487"/>
                          </a:moveTo>
                          <a:cubicBezTo>
                            <a:pt x="70707" y="133058"/>
                            <a:pt x="67183" y="131439"/>
                            <a:pt x="63849" y="129439"/>
                          </a:cubicBezTo>
                          <a:cubicBezTo>
                            <a:pt x="27178" y="108389"/>
                            <a:pt x="12033" y="66383"/>
                            <a:pt x="29559" y="35427"/>
                          </a:cubicBezTo>
                          <a:cubicBezTo>
                            <a:pt x="43275" y="11233"/>
                            <a:pt x="71945" y="-292"/>
                            <a:pt x="95567" y="6757"/>
                          </a:cubicBezTo>
                          <a:cubicBezTo>
                            <a:pt x="61277" y="-7626"/>
                            <a:pt x="23463" y="1423"/>
                            <a:pt x="7366" y="29426"/>
                          </a:cubicBezTo>
                          <a:cubicBezTo>
                            <a:pt x="-10351" y="60287"/>
                            <a:pt x="4984" y="102388"/>
                            <a:pt x="41656" y="123438"/>
                          </a:cubicBezTo>
                          <a:cubicBezTo>
                            <a:pt x="52133" y="129439"/>
                            <a:pt x="63182" y="133058"/>
                            <a:pt x="74136" y="134487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42" name="Forme libre : forme 14341">
                      <a:extLst>
                        <a:ext uri="{FF2B5EF4-FFF2-40B4-BE49-F238E27FC236}">
                          <a16:creationId xmlns:a16="http://schemas.microsoft.com/office/drawing/2014/main" id="{9DEBF18E-D8BD-41F7-B200-E648C1B9C14A}"/>
                        </a:ext>
                      </a:extLst>
                    </p:cNvPr>
                    <p:cNvSpPr/>
                    <p:nvPr/>
                  </p:nvSpPr>
                  <p:spPr>
                    <a:xfrm rot="-2324420">
                      <a:off x="9679109" y="4303316"/>
                      <a:ext cx="59246" cy="74867"/>
                    </a:xfrm>
                    <a:custGeom>
                      <a:avLst/>
                      <a:gdLst>
                        <a:gd name="connsiteX0" fmla="*/ 59246 w 59246"/>
                        <a:gd name="connsiteY0" fmla="*/ 37434 h 74867"/>
                        <a:gd name="connsiteX1" fmla="*/ 29623 w 59246"/>
                        <a:gd name="connsiteY1" fmla="*/ 74867 h 74867"/>
                        <a:gd name="connsiteX2" fmla="*/ 0 w 59246"/>
                        <a:gd name="connsiteY2" fmla="*/ 37434 h 74867"/>
                        <a:gd name="connsiteX3" fmla="*/ 29623 w 59246"/>
                        <a:gd name="connsiteY3" fmla="*/ 0 h 74867"/>
                        <a:gd name="connsiteX4" fmla="*/ 59246 w 59246"/>
                        <a:gd name="connsiteY4" fmla="*/ 37434 h 74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6" h="74867">
                          <a:moveTo>
                            <a:pt x="59246" y="37434"/>
                          </a:moveTo>
                          <a:cubicBezTo>
                            <a:pt x="59246" y="58108"/>
                            <a:pt x="45983" y="74867"/>
                            <a:pt x="29623" y="74867"/>
                          </a:cubicBezTo>
                          <a:cubicBezTo>
                            <a:pt x="13263" y="74867"/>
                            <a:pt x="0" y="58108"/>
                            <a:pt x="0" y="37434"/>
                          </a:cubicBezTo>
                          <a:cubicBezTo>
                            <a:pt x="0" y="16760"/>
                            <a:pt x="13263" y="0"/>
                            <a:pt x="29623" y="0"/>
                          </a:cubicBezTo>
                          <a:cubicBezTo>
                            <a:pt x="45983" y="0"/>
                            <a:pt x="59246" y="16760"/>
                            <a:pt x="59246" y="3743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43" name="Forme libre : forme 14342">
                      <a:extLst>
                        <a:ext uri="{FF2B5EF4-FFF2-40B4-BE49-F238E27FC236}">
                          <a16:creationId xmlns:a16="http://schemas.microsoft.com/office/drawing/2014/main" id="{663E7F54-70B8-4209-8FDD-ADF12F06E8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12747" y="4365116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4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4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9" y="17907"/>
                            <a:pt x="8954" y="17907"/>
                          </a:cubicBezTo>
                          <a:cubicBezTo>
                            <a:pt x="4009" y="17907"/>
                            <a:pt x="0" y="13899"/>
                            <a:pt x="0" y="8954"/>
                          </a:cubicBezTo>
                          <a:cubicBezTo>
                            <a:pt x="0" y="4009"/>
                            <a:pt x="4008" y="0"/>
                            <a:pt x="8954" y="0"/>
                          </a:cubicBezTo>
                          <a:cubicBezTo>
                            <a:pt x="13898" y="0"/>
                            <a:pt x="17907" y="4008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344" name="Graphique 2">
                    <a:extLst>
                      <a:ext uri="{FF2B5EF4-FFF2-40B4-BE49-F238E27FC236}">
                        <a16:creationId xmlns:a16="http://schemas.microsoft.com/office/drawing/2014/main" id="{A4BED35E-3B64-44E6-8C79-30D0EDA47951}"/>
                      </a:ext>
                    </a:extLst>
                  </p:cNvPr>
                  <p:cNvGrpSpPr/>
                  <p:nvPr/>
                </p:nvGrpSpPr>
                <p:grpSpPr>
                  <a:xfrm>
                    <a:off x="9591577" y="4119329"/>
                    <a:ext cx="196984" cy="188004"/>
                    <a:chOff x="9591577" y="4119329"/>
                    <a:chExt cx="196984" cy="188004"/>
                  </a:xfrm>
                  <a:solidFill>
                    <a:schemeClr val="accent1"/>
                  </a:solidFill>
                </p:grpSpPr>
                <p:sp>
                  <p:nvSpPr>
                    <p:cNvPr id="14345" name="Forme libre : forme 14344">
                      <a:extLst>
                        <a:ext uri="{FF2B5EF4-FFF2-40B4-BE49-F238E27FC236}">
                          <a16:creationId xmlns:a16="http://schemas.microsoft.com/office/drawing/2014/main" id="{AA57F2AD-14FE-4CA8-B4F6-ECB76088515E}"/>
                        </a:ext>
                      </a:extLst>
                    </p:cNvPr>
                    <p:cNvSpPr/>
                    <p:nvPr/>
                  </p:nvSpPr>
                  <p:spPr>
                    <a:xfrm rot="-3605671">
                      <a:off x="9625676" y="4136746"/>
                      <a:ext cx="128785" cy="153171"/>
                    </a:xfrm>
                    <a:custGeom>
                      <a:avLst/>
                      <a:gdLst>
                        <a:gd name="connsiteX0" fmla="*/ 128786 w 128785"/>
                        <a:gd name="connsiteY0" fmla="*/ 76586 h 153171"/>
                        <a:gd name="connsiteX1" fmla="*/ 64393 w 128785"/>
                        <a:gd name="connsiteY1" fmla="*/ 153171 h 153171"/>
                        <a:gd name="connsiteX2" fmla="*/ 0 w 128785"/>
                        <a:gd name="connsiteY2" fmla="*/ 76586 h 153171"/>
                        <a:gd name="connsiteX3" fmla="*/ 64393 w 128785"/>
                        <a:gd name="connsiteY3" fmla="*/ 0 h 153171"/>
                        <a:gd name="connsiteX4" fmla="*/ 128786 w 128785"/>
                        <a:gd name="connsiteY4" fmla="*/ 76586 h 153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85" h="153171">
                          <a:moveTo>
                            <a:pt x="128786" y="76586"/>
                          </a:moveTo>
                          <a:cubicBezTo>
                            <a:pt x="128786" y="118883"/>
                            <a:pt x="99956" y="153171"/>
                            <a:pt x="64393" y="153171"/>
                          </a:cubicBezTo>
                          <a:cubicBezTo>
                            <a:pt x="28829" y="153171"/>
                            <a:pt x="0" y="118883"/>
                            <a:pt x="0" y="76586"/>
                          </a:cubicBezTo>
                          <a:cubicBezTo>
                            <a:pt x="0" y="34289"/>
                            <a:pt x="28829" y="0"/>
                            <a:pt x="64393" y="0"/>
                          </a:cubicBezTo>
                          <a:cubicBezTo>
                            <a:pt x="99956" y="0"/>
                            <a:pt x="128786" y="34289"/>
                            <a:pt x="128786" y="76586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6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46" name="Forme libre : forme 14345">
                      <a:extLst>
                        <a:ext uri="{FF2B5EF4-FFF2-40B4-BE49-F238E27FC236}">
                          <a16:creationId xmlns:a16="http://schemas.microsoft.com/office/drawing/2014/main" id="{9E533782-581F-401B-853C-3DEB8A2AD1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15942" y="4145761"/>
                      <a:ext cx="95567" cy="134486"/>
                    </a:xfrm>
                    <a:custGeom>
                      <a:avLst/>
                      <a:gdLst>
                        <a:gd name="connsiteX0" fmla="*/ 74136 w 95567"/>
                        <a:gd name="connsiteY0" fmla="*/ 134487 h 134486"/>
                        <a:gd name="connsiteX1" fmla="*/ 63849 w 95567"/>
                        <a:gd name="connsiteY1" fmla="*/ 129439 h 134486"/>
                        <a:gd name="connsiteX2" fmla="*/ 29559 w 95567"/>
                        <a:gd name="connsiteY2" fmla="*/ 35427 h 134486"/>
                        <a:gd name="connsiteX3" fmla="*/ 95567 w 95567"/>
                        <a:gd name="connsiteY3" fmla="*/ 6757 h 134486"/>
                        <a:gd name="connsiteX4" fmla="*/ 7366 w 95567"/>
                        <a:gd name="connsiteY4" fmla="*/ 29426 h 134486"/>
                        <a:gd name="connsiteX5" fmla="*/ 41656 w 95567"/>
                        <a:gd name="connsiteY5" fmla="*/ 123438 h 134486"/>
                        <a:gd name="connsiteX6" fmla="*/ 74136 w 95567"/>
                        <a:gd name="connsiteY6" fmla="*/ 134487 h 1344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5567" h="134486">
                          <a:moveTo>
                            <a:pt x="74136" y="134487"/>
                          </a:moveTo>
                          <a:cubicBezTo>
                            <a:pt x="70707" y="133058"/>
                            <a:pt x="67183" y="131439"/>
                            <a:pt x="63849" y="129439"/>
                          </a:cubicBezTo>
                          <a:cubicBezTo>
                            <a:pt x="27178" y="108389"/>
                            <a:pt x="12033" y="66383"/>
                            <a:pt x="29559" y="35427"/>
                          </a:cubicBezTo>
                          <a:cubicBezTo>
                            <a:pt x="43275" y="11233"/>
                            <a:pt x="71945" y="-292"/>
                            <a:pt x="95567" y="6757"/>
                          </a:cubicBezTo>
                          <a:cubicBezTo>
                            <a:pt x="61277" y="-7626"/>
                            <a:pt x="23463" y="1423"/>
                            <a:pt x="7366" y="29426"/>
                          </a:cubicBezTo>
                          <a:cubicBezTo>
                            <a:pt x="-10351" y="60287"/>
                            <a:pt x="4984" y="102388"/>
                            <a:pt x="41656" y="123438"/>
                          </a:cubicBezTo>
                          <a:cubicBezTo>
                            <a:pt x="52228" y="129534"/>
                            <a:pt x="63277" y="133058"/>
                            <a:pt x="74136" y="134487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47" name="Forme libre : forme 14346">
                      <a:extLst>
                        <a:ext uri="{FF2B5EF4-FFF2-40B4-BE49-F238E27FC236}">
                          <a16:creationId xmlns:a16="http://schemas.microsoft.com/office/drawing/2014/main" id="{82BF73EA-E3AE-404B-B2CA-8468E3319292}"/>
                        </a:ext>
                      </a:extLst>
                    </p:cNvPr>
                    <p:cNvSpPr/>
                    <p:nvPr/>
                  </p:nvSpPr>
                  <p:spPr>
                    <a:xfrm rot="-2324420">
                      <a:off x="9695022" y="4172991"/>
                      <a:ext cx="59246" cy="74867"/>
                    </a:xfrm>
                    <a:custGeom>
                      <a:avLst/>
                      <a:gdLst>
                        <a:gd name="connsiteX0" fmla="*/ 59246 w 59246"/>
                        <a:gd name="connsiteY0" fmla="*/ 37434 h 74867"/>
                        <a:gd name="connsiteX1" fmla="*/ 29623 w 59246"/>
                        <a:gd name="connsiteY1" fmla="*/ 74867 h 74867"/>
                        <a:gd name="connsiteX2" fmla="*/ 0 w 59246"/>
                        <a:gd name="connsiteY2" fmla="*/ 37434 h 74867"/>
                        <a:gd name="connsiteX3" fmla="*/ 29623 w 59246"/>
                        <a:gd name="connsiteY3" fmla="*/ 0 h 74867"/>
                        <a:gd name="connsiteX4" fmla="*/ 59246 w 59246"/>
                        <a:gd name="connsiteY4" fmla="*/ 37434 h 74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6" h="74867">
                          <a:moveTo>
                            <a:pt x="59246" y="37434"/>
                          </a:moveTo>
                          <a:cubicBezTo>
                            <a:pt x="59246" y="58108"/>
                            <a:pt x="45984" y="74867"/>
                            <a:pt x="29623" y="74867"/>
                          </a:cubicBezTo>
                          <a:cubicBezTo>
                            <a:pt x="13263" y="74867"/>
                            <a:pt x="0" y="58108"/>
                            <a:pt x="0" y="37434"/>
                          </a:cubicBezTo>
                          <a:cubicBezTo>
                            <a:pt x="0" y="16760"/>
                            <a:pt x="13263" y="0"/>
                            <a:pt x="29623" y="0"/>
                          </a:cubicBezTo>
                          <a:cubicBezTo>
                            <a:pt x="45984" y="0"/>
                            <a:pt x="59246" y="16760"/>
                            <a:pt x="59246" y="3743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48" name="Forme libre : forme 14347">
                      <a:extLst>
                        <a:ext uri="{FF2B5EF4-FFF2-40B4-BE49-F238E27FC236}">
                          <a16:creationId xmlns:a16="http://schemas.microsoft.com/office/drawing/2014/main" id="{69796469-FD55-4FE7-A0C6-698539A8E9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8559" y="4234719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4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4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9" y="17907"/>
                            <a:pt x="8954" y="17907"/>
                          </a:cubicBezTo>
                          <a:cubicBezTo>
                            <a:pt x="4009" y="17907"/>
                            <a:pt x="0" y="13899"/>
                            <a:pt x="0" y="8953"/>
                          </a:cubicBezTo>
                          <a:cubicBezTo>
                            <a:pt x="0" y="4009"/>
                            <a:pt x="4008" y="0"/>
                            <a:pt x="8954" y="0"/>
                          </a:cubicBezTo>
                          <a:cubicBezTo>
                            <a:pt x="13898" y="0"/>
                            <a:pt x="17907" y="4008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349" name="Graphique 2">
                    <a:extLst>
                      <a:ext uri="{FF2B5EF4-FFF2-40B4-BE49-F238E27FC236}">
                        <a16:creationId xmlns:a16="http://schemas.microsoft.com/office/drawing/2014/main" id="{7D2004B9-27FC-4AFB-A73B-4E7BA2A46BB3}"/>
                      </a:ext>
                    </a:extLst>
                  </p:cNvPr>
                  <p:cNvGrpSpPr/>
                  <p:nvPr/>
                </p:nvGrpSpPr>
                <p:grpSpPr>
                  <a:xfrm>
                    <a:off x="9470854" y="4329407"/>
                    <a:ext cx="196984" cy="188004"/>
                    <a:chOff x="9470854" y="4329407"/>
                    <a:chExt cx="196984" cy="188004"/>
                  </a:xfrm>
                  <a:solidFill>
                    <a:schemeClr val="accent1"/>
                  </a:solidFill>
                </p:grpSpPr>
                <p:sp>
                  <p:nvSpPr>
                    <p:cNvPr id="14350" name="Forme libre : forme 14349">
                      <a:extLst>
                        <a:ext uri="{FF2B5EF4-FFF2-40B4-BE49-F238E27FC236}">
                          <a16:creationId xmlns:a16="http://schemas.microsoft.com/office/drawing/2014/main" id="{8653AB87-6DD2-4CE4-802C-A2CE9437ADC2}"/>
                        </a:ext>
                      </a:extLst>
                    </p:cNvPr>
                    <p:cNvSpPr/>
                    <p:nvPr/>
                  </p:nvSpPr>
                  <p:spPr>
                    <a:xfrm rot="-3605671">
                      <a:off x="9504953" y="4346824"/>
                      <a:ext cx="128785" cy="153171"/>
                    </a:xfrm>
                    <a:custGeom>
                      <a:avLst/>
                      <a:gdLst>
                        <a:gd name="connsiteX0" fmla="*/ 128786 w 128785"/>
                        <a:gd name="connsiteY0" fmla="*/ 76586 h 153171"/>
                        <a:gd name="connsiteX1" fmla="*/ 64393 w 128785"/>
                        <a:gd name="connsiteY1" fmla="*/ 153171 h 153171"/>
                        <a:gd name="connsiteX2" fmla="*/ 0 w 128785"/>
                        <a:gd name="connsiteY2" fmla="*/ 76586 h 153171"/>
                        <a:gd name="connsiteX3" fmla="*/ 64393 w 128785"/>
                        <a:gd name="connsiteY3" fmla="*/ 0 h 153171"/>
                        <a:gd name="connsiteX4" fmla="*/ 128786 w 128785"/>
                        <a:gd name="connsiteY4" fmla="*/ 76586 h 153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85" h="153171">
                          <a:moveTo>
                            <a:pt x="128786" y="76586"/>
                          </a:moveTo>
                          <a:cubicBezTo>
                            <a:pt x="128786" y="118883"/>
                            <a:pt x="99956" y="153171"/>
                            <a:pt x="64393" y="153171"/>
                          </a:cubicBezTo>
                          <a:cubicBezTo>
                            <a:pt x="28830" y="153171"/>
                            <a:pt x="0" y="118883"/>
                            <a:pt x="0" y="76586"/>
                          </a:cubicBezTo>
                          <a:cubicBezTo>
                            <a:pt x="0" y="34289"/>
                            <a:pt x="28830" y="0"/>
                            <a:pt x="64393" y="0"/>
                          </a:cubicBezTo>
                          <a:cubicBezTo>
                            <a:pt x="99956" y="0"/>
                            <a:pt x="128786" y="34289"/>
                            <a:pt x="128786" y="76586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6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51" name="Forme libre : forme 14350">
                      <a:extLst>
                        <a:ext uri="{FF2B5EF4-FFF2-40B4-BE49-F238E27FC236}">
                          <a16:creationId xmlns:a16="http://schemas.microsoft.com/office/drawing/2014/main" id="{0A43629C-8E72-4EC6-96EE-FAAE68AFD7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5165" y="4355883"/>
                      <a:ext cx="95567" cy="134486"/>
                    </a:xfrm>
                    <a:custGeom>
                      <a:avLst/>
                      <a:gdLst>
                        <a:gd name="connsiteX0" fmla="*/ 74136 w 95567"/>
                        <a:gd name="connsiteY0" fmla="*/ 134487 h 134486"/>
                        <a:gd name="connsiteX1" fmla="*/ 63849 w 95567"/>
                        <a:gd name="connsiteY1" fmla="*/ 129439 h 134486"/>
                        <a:gd name="connsiteX2" fmla="*/ 29559 w 95567"/>
                        <a:gd name="connsiteY2" fmla="*/ 35427 h 134486"/>
                        <a:gd name="connsiteX3" fmla="*/ 95567 w 95567"/>
                        <a:gd name="connsiteY3" fmla="*/ 6757 h 134486"/>
                        <a:gd name="connsiteX4" fmla="*/ 7366 w 95567"/>
                        <a:gd name="connsiteY4" fmla="*/ 29426 h 134486"/>
                        <a:gd name="connsiteX5" fmla="*/ 41656 w 95567"/>
                        <a:gd name="connsiteY5" fmla="*/ 123438 h 134486"/>
                        <a:gd name="connsiteX6" fmla="*/ 74136 w 95567"/>
                        <a:gd name="connsiteY6" fmla="*/ 134487 h 1344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5567" h="134486">
                          <a:moveTo>
                            <a:pt x="74136" y="134487"/>
                          </a:moveTo>
                          <a:cubicBezTo>
                            <a:pt x="70707" y="133058"/>
                            <a:pt x="67183" y="131439"/>
                            <a:pt x="63849" y="129439"/>
                          </a:cubicBezTo>
                          <a:cubicBezTo>
                            <a:pt x="27178" y="108389"/>
                            <a:pt x="12033" y="66383"/>
                            <a:pt x="29559" y="35427"/>
                          </a:cubicBezTo>
                          <a:cubicBezTo>
                            <a:pt x="43275" y="11233"/>
                            <a:pt x="71945" y="-292"/>
                            <a:pt x="95567" y="6757"/>
                          </a:cubicBezTo>
                          <a:cubicBezTo>
                            <a:pt x="61277" y="-7626"/>
                            <a:pt x="23463" y="1423"/>
                            <a:pt x="7366" y="29426"/>
                          </a:cubicBezTo>
                          <a:cubicBezTo>
                            <a:pt x="-10351" y="60287"/>
                            <a:pt x="4984" y="102388"/>
                            <a:pt x="41656" y="123438"/>
                          </a:cubicBezTo>
                          <a:cubicBezTo>
                            <a:pt x="52229" y="129439"/>
                            <a:pt x="63277" y="133058"/>
                            <a:pt x="74136" y="134487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52" name="Forme libre : forme 14351">
                      <a:extLst>
                        <a:ext uri="{FF2B5EF4-FFF2-40B4-BE49-F238E27FC236}">
                          <a16:creationId xmlns:a16="http://schemas.microsoft.com/office/drawing/2014/main" id="{3F57CA2F-825C-417D-A161-8C99722FE891}"/>
                        </a:ext>
                      </a:extLst>
                    </p:cNvPr>
                    <p:cNvSpPr/>
                    <p:nvPr/>
                  </p:nvSpPr>
                  <p:spPr>
                    <a:xfrm rot="-2324420">
                      <a:off x="9574221" y="4383009"/>
                      <a:ext cx="59246" cy="74867"/>
                    </a:xfrm>
                    <a:custGeom>
                      <a:avLst/>
                      <a:gdLst>
                        <a:gd name="connsiteX0" fmla="*/ 59246 w 59246"/>
                        <a:gd name="connsiteY0" fmla="*/ 37434 h 74867"/>
                        <a:gd name="connsiteX1" fmla="*/ 29623 w 59246"/>
                        <a:gd name="connsiteY1" fmla="*/ 74867 h 74867"/>
                        <a:gd name="connsiteX2" fmla="*/ 0 w 59246"/>
                        <a:gd name="connsiteY2" fmla="*/ 37434 h 74867"/>
                        <a:gd name="connsiteX3" fmla="*/ 29623 w 59246"/>
                        <a:gd name="connsiteY3" fmla="*/ 0 h 74867"/>
                        <a:gd name="connsiteX4" fmla="*/ 59246 w 59246"/>
                        <a:gd name="connsiteY4" fmla="*/ 37434 h 74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6" h="74867">
                          <a:moveTo>
                            <a:pt x="59246" y="37434"/>
                          </a:moveTo>
                          <a:cubicBezTo>
                            <a:pt x="59246" y="58108"/>
                            <a:pt x="45984" y="74867"/>
                            <a:pt x="29623" y="74867"/>
                          </a:cubicBezTo>
                          <a:cubicBezTo>
                            <a:pt x="13263" y="74867"/>
                            <a:pt x="0" y="58108"/>
                            <a:pt x="0" y="37434"/>
                          </a:cubicBezTo>
                          <a:cubicBezTo>
                            <a:pt x="0" y="16760"/>
                            <a:pt x="13263" y="0"/>
                            <a:pt x="29623" y="0"/>
                          </a:cubicBezTo>
                          <a:cubicBezTo>
                            <a:pt x="45984" y="0"/>
                            <a:pt x="59246" y="16760"/>
                            <a:pt x="59246" y="3743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53" name="Forme libre : forme 14352">
                      <a:extLst>
                        <a:ext uri="{FF2B5EF4-FFF2-40B4-BE49-F238E27FC236}">
                          <a16:creationId xmlns:a16="http://schemas.microsoft.com/office/drawing/2014/main" id="{22A287D1-936C-48B0-81B0-E2B5CDD074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07782" y="4444840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4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4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9" y="17907"/>
                            <a:pt x="8954" y="17907"/>
                          </a:cubicBezTo>
                          <a:cubicBezTo>
                            <a:pt x="4009" y="17907"/>
                            <a:pt x="0" y="13899"/>
                            <a:pt x="0" y="8953"/>
                          </a:cubicBezTo>
                          <a:cubicBezTo>
                            <a:pt x="0" y="4009"/>
                            <a:pt x="4009" y="0"/>
                            <a:pt x="8954" y="0"/>
                          </a:cubicBezTo>
                          <a:cubicBezTo>
                            <a:pt x="13898" y="0"/>
                            <a:pt x="17907" y="4008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sp>
                <p:nvSpPr>
                  <p:cNvPr id="14354" name="Forme libre : forme 14353">
                    <a:extLst>
                      <a:ext uri="{FF2B5EF4-FFF2-40B4-BE49-F238E27FC236}">
                        <a16:creationId xmlns:a16="http://schemas.microsoft.com/office/drawing/2014/main" id="{E3A495FE-222B-456D-91FD-FFDE2D9E230B}"/>
                      </a:ext>
                    </a:extLst>
                  </p:cNvPr>
                  <p:cNvSpPr/>
                  <p:nvPr/>
                </p:nvSpPr>
                <p:spPr>
                  <a:xfrm>
                    <a:off x="9026852" y="3975517"/>
                    <a:ext cx="433482" cy="156300"/>
                  </a:xfrm>
                  <a:custGeom>
                    <a:avLst/>
                    <a:gdLst>
                      <a:gd name="connsiteX0" fmla="*/ 433483 w 433482"/>
                      <a:gd name="connsiteY0" fmla="*/ 154522 h 156300"/>
                      <a:gd name="connsiteX1" fmla="*/ 278511 w 433482"/>
                      <a:gd name="connsiteY1" fmla="*/ 125375 h 156300"/>
                      <a:gd name="connsiteX2" fmla="*/ 135636 w 433482"/>
                      <a:gd name="connsiteY2" fmla="*/ 54128 h 156300"/>
                      <a:gd name="connsiteX3" fmla="*/ 0 w 433482"/>
                      <a:gd name="connsiteY3" fmla="*/ 6408 h 156300"/>
                      <a:gd name="connsiteX4" fmla="*/ 21050 w 433482"/>
                      <a:gd name="connsiteY4" fmla="*/ 788 h 156300"/>
                      <a:gd name="connsiteX5" fmla="*/ 52483 w 433482"/>
                      <a:gd name="connsiteY5" fmla="*/ 7170 h 156300"/>
                      <a:gd name="connsiteX6" fmla="*/ 346329 w 433482"/>
                      <a:gd name="connsiteY6" fmla="*/ 142997 h 156300"/>
                      <a:gd name="connsiteX7" fmla="*/ 422815 w 433482"/>
                      <a:gd name="connsiteY7" fmla="*/ 154712 h 156300"/>
                      <a:gd name="connsiteX8" fmla="*/ 419862 w 433482"/>
                      <a:gd name="connsiteY8" fmla="*/ 151093 h 156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3482" h="156300">
                        <a:moveTo>
                          <a:pt x="433483" y="154522"/>
                        </a:moveTo>
                        <a:cubicBezTo>
                          <a:pt x="380714" y="161570"/>
                          <a:pt x="327279" y="146807"/>
                          <a:pt x="278511" y="125375"/>
                        </a:cubicBezTo>
                        <a:cubicBezTo>
                          <a:pt x="229743" y="103944"/>
                          <a:pt x="184214" y="75845"/>
                          <a:pt x="135636" y="54128"/>
                        </a:cubicBezTo>
                        <a:cubicBezTo>
                          <a:pt x="91821" y="34507"/>
                          <a:pt x="45911" y="20219"/>
                          <a:pt x="0" y="6408"/>
                        </a:cubicBezTo>
                        <a:cubicBezTo>
                          <a:pt x="3143" y="-831"/>
                          <a:pt x="13335" y="-640"/>
                          <a:pt x="21050" y="788"/>
                        </a:cubicBezTo>
                        <a:cubicBezTo>
                          <a:pt x="31623" y="2693"/>
                          <a:pt x="42101" y="4598"/>
                          <a:pt x="52483" y="7170"/>
                        </a:cubicBezTo>
                        <a:cubicBezTo>
                          <a:pt x="157734" y="32602"/>
                          <a:pt x="241268" y="116612"/>
                          <a:pt x="346329" y="142997"/>
                        </a:cubicBezTo>
                        <a:cubicBezTo>
                          <a:pt x="371380" y="149283"/>
                          <a:pt x="397097" y="152141"/>
                          <a:pt x="422815" y="154712"/>
                        </a:cubicBezTo>
                        <a:cubicBezTo>
                          <a:pt x="421862" y="153474"/>
                          <a:pt x="420910" y="152331"/>
                          <a:pt x="419862" y="151093"/>
                        </a:cubicBezTo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55" name="Forme libre : forme 14354">
                    <a:extLst>
                      <a:ext uri="{FF2B5EF4-FFF2-40B4-BE49-F238E27FC236}">
                        <a16:creationId xmlns:a16="http://schemas.microsoft.com/office/drawing/2014/main" id="{76E6F523-4708-44CF-8FBA-37F8A100EAC9}"/>
                      </a:ext>
                    </a:extLst>
                  </p:cNvPr>
                  <p:cNvSpPr/>
                  <p:nvPr/>
                </p:nvSpPr>
                <p:spPr>
                  <a:xfrm>
                    <a:off x="9135246" y="4084795"/>
                    <a:ext cx="513873" cy="185213"/>
                  </a:xfrm>
                  <a:custGeom>
                    <a:avLst/>
                    <a:gdLst>
                      <a:gd name="connsiteX0" fmla="*/ 279654 w 513873"/>
                      <a:gd name="connsiteY0" fmla="*/ 84963 h 185213"/>
                      <a:gd name="connsiteX1" fmla="*/ 201739 w 513873"/>
                      <a:gd name="connsiteY1" fmla="*/ 65722 h 185213"/>
                      <a:gd name="connsiteX2" fmla="*/ 142018 w 513873"/>
                      <a:gd name="connsiteY2" fmla="*/ 49054 h 185213"/>
                      <a:gd name="connsiteX3" fmla="*/ 0 w 513873"/>
                      <a:gd name="connsiteY3" fmla="*/ 0 h 185213"/>
                      <a:gd name="connsiteX4" fmla="*/ 191167 w 513873"/>
                      <a:gd name="connsiteY4" fmla="*/ 74676 h 185213"/>
                      <a:gd name="connsiteX5" fmla="*/ 270510 w 513873"/>
                      <a:gd name="connsiteY5" fmla="*/ 101537 h 185213"/>
                      <a:gd name="connsiteX6" fmla="*/ 476917 w 513873"/>
                      <a:gd name="connsiteY6" fmla="*/ 175355 h 185213"/>
                      <a:gd name="connsiteX7" fmla="*/ 513874 w 513873"/>
                      <a:gd name="connsiteY7" fmla="*/ 185071 h 185213"/>
                      <a:gd name="connsiteX8" fmla="*/ 495871 w 513873"/>
                      <a:gd name="connsiteY8" fmla="*/ 176403 h 185213"/>
                      <a:gd name="connsiteX9" fmla="*/ 471869 w 513873"/>
                      <a:gd name="connsiteY9" fmla="*/ 167259 h 185213"/>
                      <a:gd name="connsiteX10" fmla="*/ 425958 w 513873"/>
                      <a:gd name="connsiteY10" fmla="*/ 147066 h 185213"/>
                      <a:gd name="connsiteX11" fmla="*/ 333566 w 513873"/>
                      <a:gd name="connsiteY11" fmla="*/ 104584 h 185213"/>
                      <a:gd name="connsiteX12" fmla="*/ 279654 w 513873"/>
                      <a:gd name="connsiteY12" fmla="*/ 84963 h 1852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3873" h="185213">
                        <a:moveTo>
                          <a:pt x="279654" y="84963"/>
                        </a:moveTo>
                        <a:cubicBezTo>
                          <a:pt x="254032" y="77343"/>
                          <a:pt x="227647" y="72199"/>
                          <a:pt x="201739" y="65722"/>
                        </a:cubicBezTo>
                        <a:cubicBezTo>
                          <a:pt x="181642" y="60770"/>
                          <a:pt x="161830" y="55054"/>
                          <a:pt x="142018" y="49054"/>
                        </a:cubicBezTo>
                        <a:cubicBezTo>
                          <a:pt x="94107" y="34480"/>
                          <a:pt x="46768" y="18097"/>
                          <a:pt x="0" y="0"/>
                        </a:cubicBezTo>
                        <a:cubicBezTo>
                          <a:pt x="54483" y="42005"/>
                          <a:pt x="125254" y="54769"/>
                          <a:pt x="191167" y="74676"/>
                        </a:cubicBezTo>
                        <a:cubicBezTo>
                          <a:pt x="217932" y="82772"/>
                          <a:pt x="244221" y="92107"/>
                          <a:pt x="270510" y="101537"/>
                        </a:cubicBezTo>
                        <a:cubicBezTo>
                          <a:pt x="339280" y="126111"/>
                          <a:pt x="408146" y="150686"/>
                          <a:pt x="476917" y="175355"/>
                        </a:cubicBezTo>
                        <a:cubicBezTo>
                          <a:pt x="487680" y="179165"/>
                          <a:pt x="502444" y="186309"/>
                          <a:pt x="513874" y="185071"/>
                        </a:cubicBezTo>
                        <a:cubicBezTo>
                          <a:pt x="512636" y="179546"/>
                          <a:pt x="500539" y="178117"/>
                          <a:pt x="495871" y="176403"/>
                        </a:cubicBezTo>
                        <a:cubicBezTo>
                          <a:pt x="487775" y="173546"/>
                          <a:pt x="479870" y="170497"/>
                          <a:pt x="471869" y="167259"/>
                        </a:cubicBezTo>
                        <a:cubicBezTo>
                          <a:pt x="456343" y="160972"/>
                          <a:pt x="441103" y="154114"/>
                          <a:pt x="425958" y="147066"/>
                        </a:cubicBezTo>
                        <a:cubicBezTo>
                          <a:pt x="395192" y="132779"/>
                          <a:pt x="364903" y="117634"/>
                          <a:pt x="333566" y="104584"/>
                        </a:cubicBezTo>
                        <a:cubicBezTo>
                          <a:pt x="316135" y="97250"/>
                          <a:pt x="298133" y="90488"/>
                          <a:pt x="279654" y="84963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56" name="Forme libre : forme 14355">
                    <a:extLst>
                      <a:ext uri="{FF2B5EF4-FFF2-40B4-BE49-F238E27FC236}">
                        <a16:creationId xmlns:a16="http://schemas.microsoft.com/office/drawing/2014/main" id="{05AEA47C-67C6-4F97-948D-276B24AD9C3E}"/>
                      </a:ext>
                    </a:extLst>
                  </p:cNvPr>
                  <p:cNvSpPr/>
                  <p:nvPr/>
                </p:nvSpPr>
                <p:spPr>
                  <a:xfrm>
                    <a:off x="9370609" y="4171378"/>
                    <a:ext cx="227837" cy="189071"/>
                  </a:xfrm>
                  <a:custGeom>
                    <a:avLst/>
                    <a:gdLst>
                      <a:gd name="connsiteX0" fmla="*/ 182880 w 227837"/>
                      <a:gd name="connsiteY0" fmla="*/ 154210 h 189071"/>
                      <a:gd name="connsiteX1" fmla="*/ 156400 w 227837"/>
                      <a:gd name="connsiteY1" fmla="*/ 132683 h 189071"/>
                      <a:gd name="connsiteX2" fmla="*/ 140398 w 227837"/>
                      <a:gd name="connsiteY2" fmla="*/ 116681 h 189071"/>
                      <a:gd name="connsiteX3" fmla="*/ 86868 w 227837"/>
                      <a:gd name="connsiteY3" fmla="*/ 60770 h 189071"/>
                      <a:gd name="connsiteX4" fmla="*/ 65817 w 227837"/>
                      <a:gd name="connsiteY4" fmla="*/ 36386 h 189071"/>
                      <a:gd name="connsiteX5" fmla="*/ 50387 w 227837"/>
                      <a:gd name="connsiteY5" fmla="*/ 17526 h 189071"/>
                      <a:gd name="connsiteX6" fmla="*/ 38862 w 227837"/>
                      <a:gd name="connsiteY6" fmla="*/ 12097 h 189071"/>
                      <a:gd name="connsiteX7" fmla="*/ 0 w 227837"/>
                      <a:gd name="connsiteY7" fmla="*/ 0 h 189071"/>
                      <a:gd name="connsiteX8" fmla="*/ 51340 w 227837"/>
                      <a:gd name="connsiteY8" fmla="*/ 42577 h 189071"/>
                      <a:gd name="connsiteX9" fmla="*/ 187071 w 227837"/>
                      <a:gd name="connsiteY9" fmla="*/ 161258 h 189071"/>
                      <a:gd name="connsiteX10" fmla="*/ 207645 w 227837"/>
                      <a:gd name="connsiteY10" fmla="*/ 176022 h 189071"/>
                      <a:gd name="connsiteX11" fmla="*/ 227838 w 227837"/>
                      <a:gd name="connsiteY11" fmla="*/ 189071 h 189071"/>
                      <a:gd name="connsiteX12" fmla="*/ 205264 w 227837"/>
                      <a:gd name="connsiteY12" fmla="*/ 171450 h 189071"/>
                      <a:gd name="connsiteX13" fmla="*/ 182880 w 227837"/>
                      <a:gd name="connsiteY13" fmla="*/ 154210 h 189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27837" h="189071">
                        <a:moveTo>
                          <a:pt x="182880" y="154210"/>
                        </a:moveTo>
                        <a:cubicBezTo>
                          <a:pt x="173831" y="147256"/>
                          <a:pt x="164782" y="140398"/>
                          <a:pt x="156400" y="132683"/>
                        </a:cubicBezTo>
                        <a:cubicBezTo>
                          <a:pt x="150876" y="127540"/>
                          <a:pt x="145637" y="122111"/>
                          <a:pt x="140398" y="116681"/>
                        </a:cubicBezTo>
                        <a:cubicBezTo>
                          <a:pt x="122587" y="98012"/>
                          <a:pt x="104680" y="79438"/>
                          <a:pt x="86868" y="60770"/>
                        </a:cubicBezTo>
                        <a:cubicBezTo>
                          <a:pt x="79438" y="52959"/>
                          <a:pt x="71914" y="45148"/>
                          <a:pt x="65817" y="36386"/>
                        </a:cubicBezTo>
                        <a:cubicBezTo>
                          <a:pt x="61150" y="29718"/>
                          <a:pt x="57150" y="22193"/>
                          <a:pt x="50387" y="17526"/>
                        </a:cubicBezTo>
                        <a:cubicBezTo>
                          <a:pt x="46863" y="15049"/>
                          <a:pt x="42863" y="13525"/>
                          <a:pt x="38862" y="12097"/>
                        </a:cubicBezTo>
                        <a:cubicBezTo>
                          <a:pt x="26098" y="7429"/>
                          <a:pt x="13144" y="3429"/>
                          <a:pt x="0" y="0"/>
                        </a:cubicBezTo>
                        <a:cubicBezTo>
                          <a:pt x="20479" y="9049"/>
                          <a:pt x="35909" y="26289"/>
                          <a:pt x="51340" y="42577"/>
                        </a:cubicBezTo>
                        <a:cubicBezTo>
                          <a:pt x="92773" y="86201"/>
                          <a:pt x="138589" y="125635"/>
                          <a:pt x="187071" y="161258"/>
                        </a:cubicBezTo>
                        <a:cubicBezTo>
                          <a:pt x="193929" y="166211"/>
                          <a:pt x="200787" y="171164"/>
                          <a:pt x="207645" y="176022"/>
                        </a:cubicBezTo>
                        <a:cubicBezTo>
                          <a:pt x="212503" y="179451"/>
                          <a:pt x="222218" y="188881"/>
                          <a:pt x="227838" y="189071"/>
                        </a:cubicBezTo>
                        <a:cubicBezTo>
                          <a:pt x="221932" y="182308"/>
                          <a:pt x="212503" y="176974"/>
                          <a:pt x="205264" y="171450"/>
                        </a:cubicBezTo>
                        <a:cubicBezTo>
                          <a:pt x="197834" y="165640"/>
                          <a:pt x="190405" y="159925"/>
                          <a:pt x="182880" y="15421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57" name="Forme libre : forme 14356">
                    <a:extLst>
                      <a:ext uri="{FF2B5EF4-FFF2-40B4-BE49-F238E27FC236}">
                        <a16:creationId xmlns:a16="http://schemas.microsoft.com/office/drawing/2014/main" id="{84DFED3E-2601-4226-905D-BDFE6C1475CD}"/>
                      </a:ext>
                    </a:extLst>
                  </p:cNvPr>
                  <p:cNvSpPr/>
                  <p:nvPr/>
                </p:nvSpPr>
                <p:spPr>
                  <a:xfrm>
                    <a:off x="9381236" y="4141238"/>
                    <a:ext cx="239488" cy="86803"/>
                  </a:xfrm>
                  <a:custGeom>
                    <a:avLst/>
                    <a:gdLst>
                      <a:gd name="connsiteX0" fmla="*/ 225689 w 239488"/>
                      <a:gd name="connsiteY0" fmla="*/ 28044 h 86803"/>
                      <a:gd name="connsiteX1" fmla="*/ 220831 w 239488"/>
                      <a:gd name="connsiteY1" fmla="*/ 40713 h 86803"/>
                      <a:gd name="connsiteX2" fmla="*/ 220355 w 239488"/>
                      <a:gd name="connsiteY2" fmla="*/ 57667 h 86803"/>
                      <a:gd name="connsiteX3" fmla="*/ 219402 w 239488"/>
                      <a:gd name="connsiteY3" fmla="*/ 75574 h 86803"/>
                      <a:gd name="connsiteX4" fmla="*/ 217402 w 239488"/>
                      <a:gd name="connsiteY4" fmla="*/ 82432 h 86803"/>
                      <a:gd name="connsiteX5" fmla="*/ 200638 w 239488"/>
                      <a:gd name="connsiteY5" fmla="*/ 85956 h 86803"/>
                      <a:gd name="connsiteX6" fmla="*/ 169301 w 239488"/>
                      <a:gd name="connsiteY6" fmla="*/ 73002 h 86803"/>
                      <a:gd name="connsiteX7" fmla="*/ 85671 w 239488"/>
                      <a:gd name="connsiteY7" fmla="*/ 39284 h 86803"/>
                      <a:gd name="connsiteX8" fmla="*/ 6423 w 239488"/>
                      <a:gd name="connsiteY8" fmla="*/ 11757 h 86803"/>
                      <a:gd name="connsiteX9" fmla="*/ 327 w 239488"/>
                      <a:gd name="connsiteY9" fmla="*/ 3184 h 86803"/>
                      <a:gd name="connsiteX10" fmla="*/ 8805 w 239488"/>
                      <a:gd name="connsiteY10" fmla="*/ 41 h 86803"/>
                      <a:gd name="connsiteX11" fmla="*/ 58239 w 239488"/>
                      <a:gd name="connsiteY11" fmla="*/ 3565 h 86803"/>
                      <a:gd name="connsiteX12" fmla="*/ 188922 w 239488"/>
                      <a:gd name="connsiteY12" fmla="*/ 1470 h 86803"/>
                      <a:gd name="connsiteX13" fmla="*/ 229689 w 239488"/>
                      <a:gd name="connsiteY13" fmla="*/ 6804 h 86803"/>
                      <a:gd name="connsiteX14" fmla="*/ 238643 w 239488"/>
                      <a:gd name="connsiteY14" fmla="*/ 14328 h 86803"/>
                      <a:gd name="connsiteX15" fmla="*/ 225689 w 239488"/>
                      <a:gd name="connsiteY15" fmla="*/ 28044 h 86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39488" h="86803">
                        <a:moveTo>
                          <a:pt x="225689" y="28044"/>
                        </a:moveTo>
                        <a:cubicBezTo>
                          <a:pt x="223403" y="31950"/>
                          <a:pt x="221593" y="36236"/>
                          <a:pt x="220831" y="40713"/>
                        </a:cubicBezTo>
                        <a:cubicBezTo>
                          <a:pt x="219783" y="46333"/>
                          <a:pt x="220260" y="52047"/>
                          <a:pt x="220355" y="57667"/>
                        </a:cubicBezTo>
                        <a:cubicBezTo>
                          <a:pt x="220450" y="63668"/>
                          <a:pt x="220164" y="69573"/>
                          <a:pt x="219402" y="75574"/>
                        </a:cubicBezTo>
                        <a:cubicBezTo>
                          <a:pt x="219117" y="77955"/>
                          <a:pt x="218736" y="80432"/>
                          <a:pt x="217402" y="82432"/>
                        </a:cubicBezTo>
                        <a:cubicBezTo>
                          <a:pt x="214068" y="87480"/>
                          <a:pt x="206639" y="87385"/>
                          <a:pt x="200638" y="85956"/>
                        </a:cubicBezTo>
                        <a:cubicBezTo>
                          <a:pt x="189685" y="83289"/>
                          <a:pt x="179493" y="77955"/>
                          <a:pt x="169301" y="73002"/>
                        </a:cubicBezTo>
                        <a:cubicBezTo>
                          <a:pt x="142250" y="59763"/>
                          <a:pt x="114342" y="48523"/>
                          <a:pt x="85671" y="39284"/>
                        </a:cubicBezTo>
                        <a:cubicBezTo>
                          <a:pt x="59001" y="30711"/>
                          <a:pt x="31665" y="23949"/>
                          <a:pt x="6423" y="11757"/>
                        </a:cubicBezTo>
                        <a:cubicBezTo>
                          <a:pt x="2899" y="10042"/>
                          <a:pt x="-1197" y="6804"/>
                          <a:pt x="327" y="3184"/>
                        </a:cubicBezTo>
                        <a:cubicBezTo>
                          <a:pt x="1566" y="231"/>
                          <a:pt x="5566" y="-149"/>
                          <a:pt x="8805" y="41"/>
                        </a:cubicBezTo>
                        <a:cubicBezTo>
                          <a:pt x="25283" y="898"/>
                          <a:pt x="41761" y="2898"/>
                          <a:pt x="58239" y="3565"/>
                        </a:cubicBezTo>
                        <a:cubicBezTo>
                          <a:pt x="101769" y="5470"/>
                          <a:pt x="145488" y="-1292"/>
                          <a:pt x="188922" y="1470"/>
                        </a:cubicBezTo>
                        <a:cubicBezTo>
                          <a:pt x="202638" y="2327"/>
                          <a:pt x="216259" y="4137"/>
                          <a:pt x="229689" y="6804"/>
                        </a:cubicBezTo>
                        <a:cubicBezTo>
                          <a:pt x="234261" y="7756"/>
                          <a:pt x="242072" y="8328"/>
                          <a:pt x="238643" y="14328"/>
                        </a:cubicBezTo>
                        <a:cubicBezTo>
                          <a:pt x="235785" y="19186"/>
                          <a:pt x="228927" y="22615"/>
                          <a:pt x="225689" y="2804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58" name="Forme libre : forme 14357">
                    <a:extLst>
                      <a:ext uri="{FF2B5EF4-FFF2-40B4-BE49-F238E27FC236}">
                        <a16:creationId xmlns:a16="http://schemas.microsoft.com/office/drawing/2014/main" id="{CEA862F0-7C31-4E43-BB5E-1131E40E2E95}"/>
                      </a:ext>
                    </a:extLst>
                  </p:cNvPr>
                  <p:cNvSpPr/>
                  <p:nvPr/>
                </p:nvSpPr>
                <p:spPr>
                  <a:xfrm>
                    <a:off x="9462528" y="4222805"/>
                    <a:ext cx="147784" cy="115355"/>
                  </a:xfrm>
                  <a:custGeom>
                    <a:avLst/>
                    <a:gdLst>
                      <a:gd name="connsiteX0" fmla="*/ 125823 w 147784"/>
                      <a:gd name="connsiteY0" fmla="*/ 115355 h 115355"/>
                      <a:gd name="connsiteX1" fmla="*/ 110488 w 147784"/>
                      <a:gd name="connsiteY1" fmla="*/ 106306 h 115355"/>
                      <a:gd name="connsiteX2" fmla="*/ 24382 w 147784"/>
                      <a:gd name="connsiteY2" fmla="*/ 32869 h 115355"/>
                      <a:gd name="connsiteX3" fmla="*/ 1427 w 147784"/>
                      <a:gd name="connsiteY3" fmla="*/ 7723 h 115355"/>
                      <a:gd name="connsiteX4" fmla="*/ 93 w 147784"/>
                      <a:gd name="connsiteY4" fmla="*/ 3151 h 115355"/>
                      <a:gd name="connsiteX5" fmla="*/ 4475 w 147784"/>
                      <a:gd name="connsiteY5" fmla="*/ 7 h 115355"/>
                      <a:gd name="connsiteX6" fmla="*/ 9999 w 147784"/>
                      <a:gd name="connsiteY6" fmla="*/ 1531 h 115355"/>
                      <a:gd name="connsiteX7" fmla="*/ 97343 w 147784"/>
                      <a:gd name="connsiteY7" fmla="*/ 34869 h 115355"/>
                      <a:gd name="connsiteX8" fmla="*/ 141444 w 147784"/>
                      <a:gd name="connsiteY8" fmla="*/ 48585 h 115355"/>
                      <a:gd name="connsiteX9" fmla="*/ 137729 w 147784"/>
                      <a:gd name="connsiteY9" fmla="*/ 73921 h 115355"/>
                      <a:gd name="connsiteX10" fmla="*/ 128490 w 147784"/>
                      <a:gd name="connsiteY10" fmla="*/ 93638 h 115355"/>
                      <a:gd name="connsiteX11" fmla="*/ 125823 w 147784"/>
                      <a:gd name="connsiteY11" fmla="*/ 115355 h 115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7784" h="115355">
                        <a:moveTo>
                          <a:pt x="125823" y="115355"/>
                        </a:moveTo>
                        <a:cubicBezTo>
                          <a:pt x="120013" y="113926"/>
                          <a:pt x="115155" y="110116"/>
                          <a:pt x="110488" y="106306"/>
                        </a:cubicBezTo>
                        <a:cubicBezTo>
                          <a:pt x="81151" y="82589"/>
                          <a:pt x="52385" y="58110"/>
                          <a:pt x="24382" y="32869"/>
                        </a:cubicBezTo>
                        <a:cubicBezTo>
                          <a:pt x="15904" y="25248"/>
                          <a:pt x="7427" y="17438"/>
                          <a:pt x="1427" y="7723"/>
                        </a:cubicBezTo>
                        <a:cubicBezTo>
                          <a:pt x="569" y="6389"/>
                          <a:pt x="-288" y="4770"/>
                          <a:pt x="93" y="3151"/>
                        </a:cubicBezTo>
                        <a:cubicBezTo>
                          <a:pt x="474" y="1246"/>
                          <a:pt x="2570" y="103"/>
                          <a:pt x="4475" y="7"/>
                        </a:cubicBezTo>
                        <a:cubicBezTo>
                          <a:pt x="6379" y="-88"/>
                          <a:pt x="8285" y="769"/>
                          <a:pt x="9999" y="1531"/>
                        </a:cubicBezTo>
                        <a:cubicBezTo>
                          <a:pt x="38574" y="13914"/>
                          <a:pt x="67721" y="25058"/>
                          <a:pt x="97343" y="34869"/>
                        </a:cubicBezTo>
                        <a:cubicBezTo>
                          <a:pt x="111345" y="39536"/>
                          <a:pt x="128300" y="42013"/>
                          <a:pt x="141444" y="48585"/>
                        </a:cubicBezTo>
                        <a:cubicBezTo>
                          <a:pt x="155160" y="55443"/>
                          <a:pt x="143159" y="65920"/>
                          <a:pt x="137729" y="73921"/>
                        </a:cubicBezTo>
                        <a:cubicBezTo>
                          <a:pt x="133634" y="80017"/>
                          <a:pt x="130490" y="86685"/>
                          <a:pt x="128490" y="93638"/>
                        </a:cubicBezTo>
                        <a:cubicBezTo>
                          <a:pt x="128014" y="95734"/>
                          <a:pt x="123728" y="114879"/>
                          <a:pt x="125823" y="11535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59" name="Forme libre : forme 14358">
                    <a:extLst>
                      <a:ext uri="{FF2B5EF4-FFF2-40B4-BE49-F238E27FC236}">
                        <a16:creationId xmlns:a16="http://schemas.microsoft.com/office/drawing/2014/main" id="{41D0A22D-B719-4EAB-8965-70FAF60EB3F8}"/>
                      </a:ext>
                    </a:extLst>
                  </p:cNvPr>
                  <p:cNvSpPr/>
                  <p:nvPr/>
                </p:nvSpPr>
                <p:spPr>
                  <a:xfrm>
                    <a:off x="9309332" y="4180611"/>
                    <a:ext cx="221584" cy="200690"/>
                  </a:xfrm>
                  <a:custGeom>
                    <a:avLst/>
                    <a:gdLst>
                      <a:gd name="connsiteX0" fmla="*/ 183769 w 221584"/>
                      <a:gd name="connsiteY0" fmla="*/ 192125 h 200690"/>
                      <a:gd name="connsiteX1" fmla="*/ 176339 w 221584"/>
                      <a:gd name="connsiteY1" fmla="*/ 200031 h 200690"/>
                      <a:gd name="connsiteX2" fmla="*/ 159671 w 221584"/>
                      <a:gd name="connsiteY2" fmla="*/ 192697 h 200690"/>
                      <a:gd name="connsiteX3" fmla="*/ 87947 w 221584"/>
                      <a:gd name="connsiteY3" fmla="*/ 80206 h 200690"/>
                      <a:gd name="connsiteX4" fmla="*/ 4508 w 221584"/>
                      <a:gd name="connsiteY4" fmla="*/ 8864 h 200690"/>
                      <a:gd name="connsiteX5" fmla="*/ 508 w 221584"/>
                      <a:gd name="connsiteY5" fmla="*/ 5340 h 200690"/>
                      <a:gd name="connsiteX6" fmla="*/ 1365 w 221584"/>
                      <a:gd name="connsiteY6" fmla="*/ 482 h 200690"/>
                      <a:gd name="connsiteX7" fmla="*/ 4318 w 221584"/>
                      <a:gd name="connsiteY7" fmla="*/ 6 h 200690"/>
                      <a:gd name="connsiteX8" fmla="*/ 79851 w 221584"/>
                      <a:gd name="connsiteY8" fmla="*/ 19151 h 200690"/>
                      <a:gd name="connsiteX9" fmla="*/ 98330 w 221584"/>
                      <a:gd name="connsiteY9" fmla="*/ 34868 h 200690"/>
                      <a:gd name="connsiteX10" fmla="*/ 209010 w 221584"/>
                      <a:gd name="connsiteY10" fmla="*/ 146215 h 200690"/>
                      <a:gd name="connsiteX11" fmla="*/ 221583 w 221584"/>
                      <a:gd name="connsiteY11" fmla="*/ 157550 h 200690"/>
                      <a:gd name="connsiteX12" fmla="*/ 211582 w 221584"/>
                      <a:gd name="connsiteY12" fmla="*/ 166884 h 200690"/>
                      <a:gd name="connsiteX13" fmla="*/ 183769 w 221584"/>
                      <a:gd name="connsiteY13" fmla="*/ 192125 h 200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21584" h="200690">
                        <a:moveTo>
                          <a:pt x="183769" y="192125"/>
                        </a:moveTo>
                        <a:cubicBezTo>
                          <a:pt x="181769" y="195173"/>
                          <a:pt x="179673" y="198602"/>
                          <a:pt x="176339" y="200031"/>
                        </a:cubicBezTo>
                        <a:cubicBezTo>
                          <a:pt x="170339" y="202508"/>
                          <a:pt x="163957" y="197554"/>
                          <a:pt x="159671" y="192697"/>
                        </a:cubicBezTo>
                        <a:cubicBezTo>
                          <a:pt x="129953" y="159550"/>
                          <a:pt x="114998" y="115639"/>
                          <a:pt x="87947" y="80206"/>
                        </a:cubicBezTo>
                        <a:cubicBezTo>
                          <a:pt x="65564" y="50965"/>
                          <a:pt x="35560" y="28581"/>
                          <a:pt x="4508" y="8864"/>
                        </a:cubicBezTo>
                        <a:cubicBezTo>
                          <a:pt x="2984" y="7912"/>
                          <a:pt x="1365" y="6864"/>
                          <a:pt x="508" y="5340"/>
                        </a:cubicBezTo>
                        <a:cubicBezTo>
                          <a:pt x="-349" y="3721"/>
                          <a:pt x="-159" y="1435"/>
                          <a:pt x="1365" y="482"/>
                        </a:cubicBezTo>
                        <a:cubicBezTo>
                          <a:pt x="2222" y="-89"/>
                          <a:pt x="3365" y="6"/>
                          <a:pt x="4318" y="6"/>
                        </a:cubicBezTo>
                        <a:cubicBezTo>
                          <a:pt x="30607" y="863"/>
                          <a:pt x="58039" y="4387"/>
                          <a:pt x="79851" y="19151"/>
                        </a:cubicBezTo>
                        <a:cubicBezTo>
                          <a:pt x="86519" y="23723"/>
                          <a:pt x="92519" y="29152"/>
                          <a:pt x="98330" y="34868"/>
                        </a:cubicBezTo>
                        <a:cubicBezTo>
                          <a:pt x="135668" y="71825"/>
                          <a:pt x="164147" y="118878"/>
                          <a:pt x="209010" y="146215"/>
                        </a:cubicBezTo>
                        <a:cubicBezTo>
                          <a:pt x="212820" y="148501"/>
                          <a:pt x="221583" y="152216"/>
                          <a:pt x="221583" y="157550"/>
                        </a:cubicBezTo>
                        <a:cubicBezTo>
                          <a:pt x="221678" y="162502"/>
                          <a:pt x="215106" y="164979"/>
                          <a:pt x="211582" y="166884"/>
                        </a:cubicBezTo>
                        <a:cubicBezTo>
                          <a:pt x="200533" y="172980"/>
                          <a:pt x="190817" y="181552"/>
                          <a:pt x="183769" y="19212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60" name="Forme libre : forme 14359">
                    <a:extLst>
                      <a:ext uri="{FF2B5EF4-FFF2-40B4-BE49-F238E27FC236}">
                        <a16:creationId xmlns:a16="http://schemas.microsoft.com/office/drawing/2014/main" id="{7B5FE2E2-30E2-474C-BDF8-0FFE5ED0862B}"/>
                      </a:ext>
                    </a:extLst>
                  </p:cNvPr>
                  <p:cNvSpPr/>
                  <p:nvPr/>
                </p:nvSpPr>
                <p:spPr>
                  <a:xfrm>
                    <a:off x="9009136" y="4001442"/>
                    <a:ext cx="323621" cy="132223"/>
                  </a:xfrm>
                  <a:custGeom>
                    <a:avLst/>
                    <a:gdLst>
                      <a:gd name="connsiteX0" fmla="*/ 196977 w 323621"/>
                      <a:gd name="connsiteY0" fmla="*/ 96021 h 132223"/>
                      <a:gd name="connsiteX1" fmla="*/ 162115 w 323621"/>
                      <a:gd name="connsiteY1" fmla="*/ 86306 h 132223"/>
                      <a:gd name="connsiteX2" fmla="*/ 101727 w 323621"/>
                      <a:gd name="connsiteY2" fmla="*/ 56588 h 132223"/>
                      <a:gd name="connsiteX3" fmla="*/ 0 w 323621"/>
                      <a:gd name="connsiteY3" fmla="*/ 8296 h 132223"/>
                      <a:gd name="connsiteX4" fmla="*/ 17431 w 323621"/>
                      <a:gd name="connsiteY4" fmla="*/ 9 h 132223"/>
                      <a:gd name="connsiteX5" fmla="*/ 150971 w 323621"/>
                      <a:gd name="connsiteY5" fmla="*/ 38871 h 132223"/>
                      <a:gd name="connsiteX6" fmla="*/ 210217 w 323621"/>
                      <a:gd name="connsiteY6" fmla="*/ 71161 h 132223"/>
                      <a:gd name="connsiteX7" fmla="*/ 285750 w 323621"/>
                      <a:gd name="connsiteY7" fmla="*/ 109547 h 132223"/>
                      <a:gd name="connsiteX8" fmla="*/ 305657 w 323621"/>
                      <a:gd name="connsiteY8" fmla="*/ 115071 h 132223"/>
                      <a:gd name="connsiteX9" fmla="*/ 322326 w 323621"/>
                      <a:gd name="connsiteY9" fmla="*/ 120786 h 132223"/>
                      <a:gd name="connsiteX10" fmla="*/ 321564 w 323621"/>
                      <a:gd name="connsiteY10" fmla="*/ 129168 h 132223"/>
                      <a:gd name="connsiteX11" fmla="*/ 311087 w 323621"/>
                      <a:gd name="connsiteY11" fmla="*/ 131835 h 132223"/>
                      <a:gd name="connsiteX12" fmla="*/ 237744 w 323621"/>
                      <a:gd name="connsiteY12" fmla="*/ 109928 h 132223"/>
                      <a:gd name="connsiteX13" fmla="*/ 196977 w 323621"/>
                      <a:gd name="connsiteY13" fmla="*/ 96021 h 13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23621" h="132223">
                        <a:moveTo>
                          <a:pt x="196977" y="96021"/>
                        </a:moveTo>
                        <a:cubicBezTo>
                          <a:pt x="185356" y="92783"/>
                          <a:pt x="173546" y="90211"/>
                          <a:pt x="162115" y="86306"/>
                        </a:cubicBezTo>
                        <a:cubicBezTo>
                          <a:pt x="140875" y="79066"/>
                          <a:pt x="121444" y="67256"/>
                          <a:pt x="101727" y="56588"/>
                        </a:cubicBezTo>
                        <a:cubicBezTo>
                          <a:pt x="68771" y="38681"/>
                          <a:pt x="34385" y="23441"/>
                          <a:pt x="0" y="8296"/>
                        </a:cubicBezTo>
                        <a:cubicBezTo>
                          <a:pt x="2096" y="1724"/>
                          <a:pt x="10573" y="104"/>
                          <a:pt x="17431" y="9"/>
                        </a:cubicBezTo>
                        <a:cubicBezTo>
                          <a:pt x="64198" y="-467"/>
                          <a:pt x="109061" y="17821"/>
                          <a:pt x="150971" y="38871"/>
                        </a:cubicBezTo>
                        <a:cubicBezTo>
                          <a:pt x="171069" y="48967"/>
                          <a:pt x="190786" y="59731"/>
                          <a:pt x="210217" y="71161"/>
                        </a:cubicBezTo>
                        <a:cubicBezTo>
                          <a:pt x="234601" y="85543"/>
                          <a:pt x="258699" y="101069"/>
                          <a:pt x="285750" y="109547"/>
                        </a:cubicBezTo>
                        <a:cubicBezTo>
                          <a:pt x="292322" y="111642"/>
                          <a:pt x="298990" y="113261"/>
                          <a:pt x="305657" y="115071"/>
                        </a:cubicBezTo>
                        <a:cubicBezTo>
                          <a:pt x="310039" y="116309"/>
                          <a:pt x="319183" y="117357"/>
                          <a:pt x="322326" y="120786"/>
                        </a:cubicBezTo>
                        <a:cubicBezTo>
                          <a:pt x="324612" y="123263"/>
                          <a:pt x="323564" y="126787"/>
                          <a:pt x="321564" y="129168"/>
                        </a:cubicBezTo>
                        <a:cubicBezTo>
                          <a:pt x="318611" y="132692"/>
                          <a:pt x="315278" y="132502"/>
                          <a:pt x="311087" y="131835"/>
                        </a:cubicBezTo>
                        <a:cubicBezTo>
                          <a:pt x="285750" y="127930"/>
                          <a:pt x="261652" y="118691"/>
                          <a:pt x="237744" y="109928"/>
                        </a:cubicBezTo>
                        <a:cubicBezTo>
                          <a:pt x="224409" y="104784"/>
                          <a:pt x="210883" y="99926"/>
                          <a:pt x="196977" y="9602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61" name="Forme libre : forme 14360">
                    <a:extLst>
                      <a:ext uri="{FF2B5EF4-FFF2-40B4-BE49-F238E27FC236}">
                        <a16:creationId xmlns:a16="http://schemas.microsoft.com/office/drawing/2014/main" id="{64964FE8-3D1B-4E02-A075-2D0A56EA0564}"/>
                      </a:ext>
                    </a:extLst>
                  </p:cNvPr>
                  <p:cNvSpPr/>
                  <p:nvPr/>
                </p:nvSpPr>
                <p:spPr>
                  <a:xfrm>
                    <a:off x="9035340" y="3930768"/>
                    <a:ext cx="133218" cy="74979"/>
                  </a:xfrm>
                  <a:custGeom>
                    <a:avLst/>
                    <a:gdLst>
                      <a:gd name="connsiteX0" fmla="*/ 70379 w 133218"/>
                      <a:gd name="connsiteY0" fmla="*/ 48681 h 74979"/>
                      <a:gd name="connsiteX1" fmla="*/ 24088 w 133218"/>
                      <a:gd name="connsiteY1" fmla="*/ 33631 h 74979"/>
                      <a:gd name="connsiteX2" fmla="*/ 5704 w 133218"/>
                      <a:gd name="connsiteY2" fmla="*/ 20582 h 74979"/>
                      <a:gd name="connsiteX3" fmla="*/ 466 w 133218"/>
                      <a:gd name="connsiteY3" fmla="*/ 6866 h 74979"/>
                      <a:gd name="connsiteX4" fmla="*/ 180 w 133218"/>
                      <a:gd name="connsiteY4" fmla="*/ 2866 h 74979"/>
                      <a:gd name="connsiteX5" fmla="*/ 4561 w 133218"/>
                      <a:gd name="connsiteY5" fmla="*/ 8 h 74979"/>
                      <a:gd name="connsiteX6" fmla="*/ 9800 w 133218"/>
                      <a:gd name="connsiteY6" fmla="*/ 1627 h 74979"/>
                      <a:gd name="connsiteX7" fmla="*/ 21516 w 133218"/>
                      <a:gd name="connsiteY7" fmla="*/ 10771 h 74979"/>
                      <a:gd name="connsiteX8" fmla="*/ 92953 w 133218"/>
                      <a:gd name="connsiteY8" fmla="*/ 50681 h 74979"/>
                      <a:gd name="connsiteX9" fmla="*/ 129720 w 133218"/>
                      <a:gd name="connsiteY9" fmla="*/ 68874 h 74979"/>
                      <a:gd name="connsiteX10" fmla="*/ 129053 w 133218"/>
                      <a:gd name="connsiteY10" fmla="*/ 74970 h 74979"/>
                      <a:gd name="connsiteX11" fmla="*/ 112765 w 133218"/>
                      <a:gd name="connsiteY11" fmla="*/ 66874 h 74979"/>
                      <a:gd name="connsiteX12" fmla="*/ 70379 w 133218"/>
                      <a:gd name="connsiteY12" fmla="*/ 48681 h 74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3218" h="74979">
                        <a:moveTo>
                          <a:pt x="70379" y="48681"/>
                        </a:moveTo>
                        <a:cubicBezTo>
                          <a:pt x="54949" y="43633"/>
                          <a:pt x="39042" y="39822"/>
                          <a:pt x="24088" y="33631"/>
                        </a:cubicBezTo>
                        <a:cubicBezTo>
                          <a:pt x="17039" y="30679"/>
                          <a:pt x="9895" y="26964"/>
                          <a:pt x="5704" y="20582"/>
                        </a:cubicBezTo>
                        <a:cubicBezTo>
                          <a:pt x="3037" y="16486"/>
                          <a:pt x="1704" y="11629"/>
                          <a:pt x="466" y="6866"/>
                        </a:cubicBezTo>
                        <a:cubicBezTo>
                          <a:pt x="85" y="5533"/>
                          <a:pt x="-201" y="4104"/>
                          <a:pt x="180" y="2866"/>
                        </a:cubicBezTo>
                        <a:cubicBezTo>
                          <a:pt x="751" y="1151"/>
                          <a:pt x="2656" y="103"/>
                          <a:pt x="4561" y="8"/>
                        </a:cubicBezTo>
                        <a:cubicBezTo>
                          <a:pt x="6371" y="-87"/>
                          <a:pt x="8181" y="675"/>
                          <a:pt x="9800" y="1627"/>
                        </a:cubicBezTo>
                        <a:cubicBezTo>
                          <a:pt x="14086" y="4009"/>
                          <a:pt x="17706" y="7533"/>
                          <a:pt x="21516" y="10771"/>
                        </a:cubicBezTo>
                        <a:cubicBezTo>
                          <a:pt x="42376" y="28774"/>
                          <a:pt x="68093" y="39537"/>
                          <a:pt x="92953" y="50681"/>
                        </a:cubicBezTo>
                        <a:cubicBezTo>
                          <a:pt x="105431" y="56301"/>
                          <a:pt x="117909" y="61921"/>
                          <a:pt x="129720" y="68874"/>
                        </a:cubicBezTo>
                        <a:cubicBezTo>
                          <a:pt x="133625" y="71160"/>
                          <a:pt x="135340" y="74589"/>
                          <a:pt x="129053" y="74970"/>
                        </a:cubicBezTo>
                        <a:cubicBezTo>
                          <a:pt x="124005" y="75255"/>
                          <a:pt x="117147" y="69160"/>
                          <a:pt x="112765" y="66874"/>
                        </a:cubicBezTo>
                        <a:cubicBezTo>
                          <a:pt x="99240" y="59539"/>
                          <a:pt x="85048" y="53538"/>
                          <a:pt x="70379" y="4868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362" name="Forme libre : forme 14361">
                  <a:extLst>
                    <a:ext uri="{FF2B5EF4-FFF2-40B4-BE49-F238E27FC236}">
                      <a16:creationId xmlns:a16="http://schemas.microsoft.com/office/drawing/2014/main" id="{9FC2033B-DD8C-43BF-BB66-6F1DA94347AC}"/>
                    </a:ext>
                  </a:extLst>
                </p:cNvPr>
                <p:cNvSpPr/>
                <p:nvPr/>
              </p:nvSpPr>
              <p:spPr>
                <a:xfrm>
                  <a:off x="9476146" y="4151525"/>
                  <a:ext cx="121676" cy="26718"/>
                </a:xfrm>
                <a:custGeom>
                  <a:avLst/>
                  <a:gdLst>
                    <a:gd name="connsiteX0" fmla="*/ 67437 w 121676"/>
                    <a:gd name="connsiteY0" fmla="*/ 326 h 26718"/>
                    <a:gd name="connsiteX1" fmla="*/ 9620 w 121676"/>
                    <a:gd name="connsiteY1" fmla="*/ 4517 h 26718"/>
                    <a:gd name="connsiteX2" fmla="*/ 0 w 121676"/>
                    <a:gd name="connsiteY2" fmla="*/ 9185 h 26718"/>
                    <a:gd name="connsiteX3" fmla="*/ 23717 w 121676"/>
                    <a:gd name="connsiteY3" fmla="*/ 12233 h 26718"/>
                    <a:gd name="connsiteX4" fmla="*/ 51245 w 121676"/>
                    <a:gd name="connsiteY4" fmla="*/ 16614 h 26718"/>
                    <a:gd name="connsiteX5" fmla="*/ 106966 w 121676"/>
                    <a:gd name="connsiteY5" fmla="*/ 26615 h 26718"/>
                    <a:gd name="connsiteX6" fmla="*/ 121348 w 121676"/>
                    <a:gd name="connsiteY6" fmla="*/ 14709 h 26718"/>
                    <a:gd name="connsiteX7" fmla="*/ 101155 w 121676"/>
                    <a:gd name="connsiteY7" fmla="*/ 1660 h 26718"/>
                    <a:gd name="connsiteX8" fmla="*/ 67437 w 121676"/>
                    <a:gd name="connsiteY8" fmla="*/ 326 h 26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1676" h="26718">
                      <a:moveTo>
                        <a:pt x="67437" y="326"/>
                      </a:moveTo>
                      <a:cubicBezTo>
                        <a:pt x="48101" y="1088"/>
                        <a:pt x="28765" y="1850"/>
                        <a:pt x="9620" y="4517"/>
                      </a:cubicBezTo>
                      <a:cubicBezTo>
                        <a:pt x="6001" y="4994"/>
                        <a:pt x="1810" y="5946"/>
                        <a:pt x="0" y="9185"/>
                      </a:cubicBezTo>
                      <a:cubicBezTo>
                        <a:pt x="7906" y="10232"/>
                        <a:pt x="15812" y="11280"/>
                        <a:pt x="23717" y="12233"/>
                      </a:cubicBezTo>
                      <a:cubicBezTo>
                        <a:pt x="32956" y="13471"/>
                        <a:pt x="42101" y="14614"/>
                        <a:pt x="51245" y="16614"/>
                      </a:cubicBezTo>
                      <a:cubicBezTo>
                        <a:pt x="69628" y="20519"/>
                        <a:pt x="87916" y="27663"/>
                        <a:pt x="106966" y="26615"/>
                      </a:cubicBezTo>
                      <a:cubicBezTo>
                        <a:pt x="114300" y="26234"/>
                        <a:pt x="123539" y="24139"/>
                        <a:pt x="121348" y="14709"/>
                      </a:cubicBezTo>
                      <a:cubicBezTo>
                        <a:pt x="119348" y="5851"/>
                        <a:pt x="108776" y="3184"/>
                        <a:pt x="101155" y="1660"/>
                      </a:cubicBezTo>
                      <a:cubicBezTo>
                        <a:pt x="90011" y="-531"/>
                        <a:pt x="78677" y="-55"/>
                        <a:pt x="67437" y="326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363" name="Forme libre : forme 14362">
                  <a:extLst>
                    <a:ext uri="{FF2B5EF4-FFF2-40B4-BE49-F238E27FC236}">
                      <a16:creationId xmlns:a16="http://schemas.microsoft.com/office/drawing/2014/main" id="{F08224F6-C0EC-4A1B-A2E4-010CDABD1A4B}"/>
                    </a:ext>
                  </a:extLst>
                </p:cNvPr>
                <p:cNvSpPr/>
                <p:nvPr/>
              </p:nvSpPr>
              <p:spPr>
                <a:xfrm>
                  <a:off x="9535487" y="4271190"/>
                  <a:ext cx="54515" cy="29853"/>
                </a:xfrm>
                <a:custGeom>
                  <a:avLst/>
                  <a:gdLst>
                    <a:gd name="connsiteX0" fmla="*/ 4858 w 54515"/>
                    <a:gd name="connsiteY0" fmla="*/ 10 h 29853"/>
                    <a:gd name="connsiteX1" fmla="*/ 0 w 54515"/>
                    <a:gd name="connsiteY1" fmla="*/ 2582 h 29853"/>
                    <a:gd name="connsiteX2" fmla="*/ 1619 w 54515"/>
                    <a:gd name="connsiteY2" fmla="*/ 5058 h 29853"/>
                    <a:gd name="connsiteX3" fmla="*/ 53149 w 54515"/>
                    <a:gd name="connsiteY3" fmla="*/ 23727 h 29853"/>
                    <a:gd name="connsiteX4" fmla="*/ 4858 w 54515"/>
                    <a:gd name="connsiteY4" fmla="*/ 10 h 29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515" h="29853">
                      <a:moveTo>
                        <a:pt x="4858" y="10"/>
                      </a:moveTo>
                      <a:cubicBezTo>
                        <a:pt x="2762" y="-85"/>
                        <a:pt x="0" y="486"/>
                        <a:pt x="0" y="2582"/>
                      </a:cubicBezTo>
                      <a:cubicBezTo>
                        <a:pt x="0" y="3629"/>
                        <a:pt x="857" y="4391"/>
                        <a:pt x="1619" y="5058"/>
                      </a:cubicBezTo>
                      <a:cubicBezTo>
                        <a:pt x="11430" y="13821"/>
                        <a:pt x="40386" y="42206"/>
                        <a:pt x="53149" y="23727"/>
                      </a:cubicBezTo>
                      <a:cubicBezTo>
                        <a:pt x="63341" y="9154"/>
                        <a:pt x="13430" y="581"/>
                        <a:pt x="4858" y="10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364" name="Forme libre : forme 14363">
                  <a:extLst>
                    <a:ext uri="{FF2B5EF4-FFF2-40B4-BE49-F238E27FC236}">
                      <a16:creationId xmlns:a16="http://schemas.microsoft.com/office/drawing/2014/main" id="{1A1C427D-B266-480F-8EFE-8FE3422879E8}"/>
                    </a:ext>
                  </a:extLst>
                </p:cNvPr>
                <p:cNvSpPr/>
                <p:nvPr/>
              </p:nvSpPr>
              <p:spPr>
                <a:xfrm>
                  <a:off x="9443371" y="4290188"/>
                  <a:ext cx="53947" cy="66789"/>
                </a:xfrm>
                <a:custGeom>
                  <a:avLst/>
                  <a:gdLst>
                    <a:gd name="connsiteX0" fmla="*/ 35347 w 53947"/>
                    <a:gd name="connsiteY0" fmla="*/ 29494 h 66789"/>
                    <a:gd name="connsiteX1" fmla="*/ 7629 w 53947"/>
                    <a:gd name="connsiteY1" fmla="*/ 1299 h 66789"/>
                    <a:gd name="connsiteX2" fmla="*/ 3248 w 53947"/>
                    <a:gd name="connsiteY2" fmla="*/ 61 h 66789"/>
                    <a:gd name="connsiteX3" fmla="*/ 9 w 53947"/>
                    <a:gd name="connsiteY3" fmla="*/ 4443 h 66789"/>
                    <a:gd name="connsiteX4" fmla="*/ 1343 w 53947"/>
                    <a:gd name="connsiteY4" fmla="*/ 10063 h 66789"/>
                    <a:gd name="connsiteX5" fmla="*/ 38585 w 53947"/>
                    <a:gd name="connsiteY5" fmla="*/ 64450 h 66789"/>
                    <a:gd name="connsiteX6" fmla="*/ 53825 w 53947"/>
                    <a:gd name="connsiteY6" fmla="*/ 61402 h 66789"/>
                    <a:gd name="connsiteX7" fmla="*/ 35347 w 53947"/>
                    <a:gd name="connsiteY7" fmla="*/ 29494 h 66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3947" h="66789">
                      <a:moveTo>
                        <a:pt x="35347" y="29494"/>
                      </a:moveTo>
                      <a:cubicBezTo>
                        <a:pt x="27537" y="18730"/>
                        <a:pt x="19154" y="8062"/>
                        <a:pt x="7629" y="1299"/>
                      </a:cubicBezTo>
                      <a:cubicBezTo>
                        <a:pt x="6296" y="538"/>
                        <a:pt x="4772" y="-224"/>
                        <a:pt x="3248" y="61"/>
                      </a:cubicBezTo>
                      <a:cubicBezTo>
                        <a:pt x="1343" y="442"/>
                        <a:pt x="104" y="2443"/>
                        <a:pt x="9" y="4443"/>
                      </a:cubicBezTo>
                      <a:cubicBezTo>
                        <a:pt x="-86" y="6348"/>
                        <a:pt x="581" y="8253"/>
                        <a:pt x="1343" y="10063"/>
                      </a:cubicBezTo>
                      <a:cubicBezTo>
                        <a:pt x="8582" y="27970"/>
                        <a:pt x="19916" y="55687"/>
                        <a:pt x="38585" y="64450"/>
                      </a:cubicBezTo>
                      <a:cubicBezTo>
                        <a:pt x="43920" y="66927"/>
                        <a:pt x="52492" y="69213"/>
                        <a:pt x="53825" y="61402"/>
                      </a:cubicBezTo>
                      <a:cubicBezTo>
                        <a:pt x="55445" y="51782"/>
                        <a:pt x="40490" y="36637"/>
                        <a:pt x="35347" y="29494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365" name="Forme libre : forme 14364">
                  <a:extLst>
                    <a:ext uri="{FF2B5EF4-FFF2-40B4-BE49-F238E27FC236}">
                      <a16:creationId xmlns:a16="http://schemas.microsoft.com/office/drawing/2014/main" id="{0FC81EC8-D35C-4514-BFB3-A30D87F85476}"/>
                    </a:ext>
                  </a:extLst>
                </p:cNvPr>
                <p:cNvSpPr/>
                <p:nvPr/>
              </p:nvSpPr>
              <p:spPr>
                <a:xfrm>
                  <a:off x="9321270" y="4151661"/>
                  <a:ext cx="165163" cy="75152"/>
                </a:xfrm>
                <a:custGeom>
                  <a:avLst/>
                  <a:gdLst>
                    <a:gd name="connsiteX0" fmla="*/ 95631 w 165163"/>
                    <a:gd name="connsiteY0" fmla="*/ 34576 h 75152"/>
                    <a:gd name="connsiteX1" fmla="*/ 122777 w 165163"/>
                    <a:gd name="connsiteY1" fmla="*/ 75152 h 75152"/>
                    <a:gd name="connsiteX2" fmla="*/ 86392 w 165163"/>
                    <a:gd name="connsiteY2" fmla="*/ 35719 h 75152"/>
                    <a:gd name="connsiteX3" fmla="*/ 37052 w 165163"/>
                    <a:gd name="connsiteY3" fmla="*/ 11811 h 75152"/>
                    <a:gd name="connsiteX4" fmla="*/ 0 w 165163"/>
                    <a:gd name="connsiteY4" fmla="*/ 0 h 75152"/>
                    <a:gd name="connsiteX5" fmla="*/ 99822 w 165163"/>
                    <a:gd name="connsiteY5" fmla="*/ 28385 h 75152"/>
                    <a:gd name="connsiteX6" fmla="*/ 149257 w 165163"/>
                    <a:gd name="connsiteY6" fmla="*/ 48196 h 75152"/>
                    <a:gd name="connsiteX7" fmla="*/ 165163 w 165163"/>
                    <a:gd name="connsiteY7" fmla="*/ 54769 h 75152"/>
                    <a:gd name="connsiteX8" fmla="*/ 152591 w 165163"/>
                    <a:gd name="connsiteY8" fmla="*/ 51816 h 75152"/>
                    <a:gd name="connsiteX9" fmla="*/ 134112 w 165163"/>
                    <a:gd name="connsiteY9" fmla="*/ 45339 h 75152"/>
                    <a:gd name="connsiteX10" fmla="*/ 95631 w 165163"/>
                    <a:gd name="connsiteY10" fmla="*/ 34576 h 75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5163" h="75152">
                      <a:moveTo>
                        <a:pt x="95631" y="34576"/>
                      </a:moveTo>
                      <a:cubicBezTo>
                        <a:pt x="102584" y="49339"/>
                        <a:pt x="111824" y="63055"/>
                        <a:pt x="122777" y="75152"/>
                      </a:cubicBezTo>
                      <a:cubicBezTo>
                        <a:pt x="107823" y="65151"/>
                        <a:pt x="99727" y="47720"/>
                        <a:pt x="86392" y="35719"/>
                      </a:cubicBezTo>
                      <a:cubicBezTo>
                        <a:pt x="72771" y="23336"/>
                        <a:pt x="54578" y="17431"/>
                        <a:pt x="37052" y="11811"/>
                      </a:cubicBezTo>
                      <a:cubicBezTo>
                        <a:pt x="24670" y="7906"/>
                        <a:pt x="12383" y="3905"/>
                        <a:pt x="0" y="0"/>
                      </a:cubicBezTo>
                      <a:cubicBezTo>
                        <a:pt x="34195" y="5525"/>
                        <a:pt x="67437" y="16097"/>
                        <a:pt x="99822" y="28385"/>
                      </a:cubicBezTo>
                      <a:cubicBezTo>
                        <a:pt x="116396" y="34671"/>
                        <a:pt x="132779" y="41434"/>
                        <a:pt x="149257" y="48196"/>
                      </a:cubicBezTo>
                      <a:cubicBezTo>
                        <a:pt x="154496" y="50483"/>
                        <a:pt x="159925" y="52292"/>
                        <a:pt x="165163" y="54769"/>
                      </a:cubicBezTo>
                      <a:cubicBezTo>
                        <a:pt x="160401" y="55436"/>
                        <a:pt x="156877" y="53435"/>
                        <a:pt x="152591" y="51816"/>
                      </a:cubicBezTo>
                      <a:cubicBezTo>
                        <a:pt x="146495" y="49435"/>
                        <a:pt x="140303" y="47339"/>
                        <a:pt x="134112" y="45339"/>
                      </a:cubicBezTo>
                      <a:cubicBezTo>
                        <a:pt x="121349" y="41053"/>
                        <a:pt x="108490" y="37529"/>
                        <a:pt x="95631" y="34576"/>
                      </a:cubicBezTo>
                      <a:close/>
                    </a:path>
                  </a:pathLst>
                </a:custGeom>
                <a:solidFill>
                  <a:srgbClr val="6B359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366" name="Graphique 2">
                <a:extLst>
                  <a:ext uri="{FF2B5EF4-FFF2-40B4-BE49-F238E27FC236}">
                    <a16:creationId xmlns:a16="http://schemas.microsoft.com/office/drawing/2014/main" id="{33BD3793-4D82-450B-A8A3-4DD8DCF81408}"/>
                  </a:ext>
                </a:extLst>
              </p:cNvPr>
              <p:cNvGrpSpPr/>
              <p:nvPr/>
            </p:nvGrpSpPr>
            <p:grpSpPr>
              <a:xfrm>
                <a:off x="6913871" y="1648519"/>
                <a:ext cx="607989" cy="809089"/>
                <a:chOff x="6913871" y="1648519"/>
                <a:chExt cx="607989" cy="809089"/>
              </a:xfrm>
              <a:solidFill>
                <a:schemeClr val="accent1"/>
              </a:solidFill>
            </p:grpSpPr>
            <p:grpSp>
              <p:nvGrpSpPr>
                <p:cNvPr id="14367" name="Graphique 2">
                  <a:extLst>
                    <a:ext uri="{FF2B5EF4-FFF2-40B4-BE49-F238E27FC236}">
                      <a16:creationId xmlns:a16="http://schemas.microsoft.com/office/drawing/2014/main" id="{EA537AF9-462A-4F6B-8902-B91A03FB0BC8}"/>
                    </a:ext>
                  </a:extLst>
                </p:cNvPr>
                <p:cNvGrpSpPr/>
                <p:nvPr/>
              </p:nvGrpSpPr>
              <p:grpSpPr>
                <a:xfrm>
                  <a:off x="6913871" y="1648519"/>
                  <a:ext cx="607989" cy="809089"/>
                  <a:chOff x="6913871" y="1648519"/>
                  <a:chExt cx="607989" cy="809089"/>
                </a:xfrm>
                <a:solidFill>
                  <a:schemeClr val="accent1"/>
                </a:solidFill>
              </p:grpSpPr>
              <p:sp>
                <p:nvSpPr>
                  <p:cNvPr id="14368" name="Forme libre : forme 14367">
                    <a:extLst>
                      <a:ext uri="{FF2B5EF4-FFF2-40B4-BE49-F238E27FC236}">
                        <a16:creationId xmlns:a16="http://schemas.microsoft.com/office/drawing/2014/main" id="{0B93CBCD-5A2F-411D-AC0E-EA5DBEF581F4}"/>
                      </a:ext>
                    </a:extLst>
                  </p:cNvPr>
                  <p:cNvSpPr/>
                  <p:nvPr/>
                </p:nvSpPr>
                <p:spPr>
                  <a:xfrm>
                    <a:off x="6963832" y="1733168"/>
                    <a:ext cx="558027" cy="724439"/>
                  </a:xfrm>
                  <a:custGeom>
                    <a:avLst/>
                    <a:gdLst>
                      <a:gd name="connsiteX0" fmla="*/ 0 w 558027"/>
                      <a:gd name="connsiteY0" fmla="*/ 183261 h 724439"/>
                      <a:gd name="connsiteX1" fmla="*/ 136207 w 558027"/>
                      <a:gd name="connsiteY1" fmla="*/ 282893 h 724439"/>
                      <a:gd name="connsiteX2" fmla="*/ 288988 w 558027"/>
                      <a:gd name="connsiteY2" fmla="*/ 422624 h 724439"/>
                      <a:gd name="connsiteX3" fmla="*/ 430720 w 558027"/>
                      <a:gd name="connsiteY3" fmla="*/ 660845 h 724439"/>
                      <a:gd name="connsiteX4" fmla="*/ 455962 w 558027"/>
                      <a:gd name="connsiteY4" fmla="*/ 720376 h 724439"/>
                      <a:gd name="connsiteX5" fmla="*/ 489013 w 558027"/>
                      <a:gd name="connsiteY5" fmla="*/ 674180 h 724439"/>
                      <a:gd name="connsiteX6" fmla="*/ 498824 w 558027"/>
                      <a:gd name="connsiteY6" fmla="*/ 668560 h 724439"/>
                      <a:gd name="connsiteX7" fmla="*/ 555403 w 558027"/>
                      <a:gd name="connsiteY7" fmla="*/ 663035 h 724439"/>
                      <a:gd name="connsiteX8" fmla="*/ 516445 w 558027"/>
                      <a:gd name="connsiteY8" fmla="*/ 611505 h 724439"/>
                      <a:gd name="connsiteX9" fmla="*/ 380714 w 558027"/>
                      <a:gd name="connsiteY9" fmla="*/ 369856 h 724439"/>
                      <a:gd name="connsiteX10" fmla="*/ 335851 w 558027"/>
                      <a:gd name="connsiteY10" fmla="*/ 167735 h 724439"/>
                      <a:gd name="connsiteX11" fmla="*/ 317468 w 558027"/>
                      <a:gd name="connsiteY11" fmla="*/ 0 h 724439"/>
                      <a:gd name="connsiteX12" fmla="*/ 127063 w 558027"/>
                      <a:gd name="connsiteY12" fmla="*/ 33909 h 724439"/>
                      <a:gd name="connsiteX13" fmla="*/ 0 w 558027"/>
                      <a:gd name="connsiteY13" fmla="*/ 183261 h 724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58027" h="724439">
                        <a:moveTo>
                          <a:pt x="0" y="183261"/>
                        </a:moveTo>
                        <a:cubicBezTo>
                          <a:pt x="0" y="183261"/>
                          <a:pt x="41624" y="226219"/>
                          <a:pt x="136207" y="282893"/>
                        </a:cubicBezTo>
                        <a:cubicBezTo>
                          <a:pt x="230791" y="339471"/>
                          <a:pt x="249364" y="358331"/>
                          <a:pt x="288988" y="422624"/>
                        </a:cubicBezTo>
                        <a:cubicBezTo>
                          <a:pt x="328613" y="486918"/>
                          <a:pt x="423005" y="647033"/>
                          <a:pt x="430720" y="660845"/>
                        </a:cubicBezTo>
                        <a:cubicBezTo>
                          <a:pt x="438436" y="674656"/>
                          <a:pt x="457200" y="704088"/>
                          <a:pt x="455962" y="720376"/>
                        </a:cubicBezTo>
                        <a:cubicBezTo>
                          <a:pt x="454723" y="736664"/>
                          <a:pt x="493585" y="700469"/>
                          <a:pt x="489013" y="674180"/>
                        </a:cubicBezTo>
                        <a:lnTo>
                          <a:pt x="498824" y="668560"/>
                        </a:lnTo>
                        <a:cubicBezTo>
                          <a:pt x="519398" y="685610"/>
                          <a:pt x="570071" y="669989"/>
                          <a:pt x="555403" y="663035"/>
                        </a:cubicBezTo>
                        <a:cubicBezTo>
                          <a:pt x="540639" y="655987"/>
                          <a:pt x="524637" y="625031"/>
                          <a:pt x="516445" y="611505"/>
                        </a:cubicBezTo>
                        <a:cubicBezTo>
                          <a:pt x="508254" y="597980"/>
                          <a:pt x="416623" y="436245"/>
                          <a:pt x="380714" y="369856"/>
                        </a:cubicBezTo>
                        <a:cubicBezTo>
                          <a:pt x="344805" y="303467"/>
                          <a:pt x="337661" y="277940"/>
                          <a:pt x="335851" y="167735"/>
                        </a:cubicBezTo>
                        <a:cubicBezTo>
                          <a:pt x="334042" y="57531"/>
                          <a:pt x="317468" y="0"/>
                          <a:pt x="317468" y="0"/>
                        </a:cubicBezTo>
                        <a:lnTo>
                          <a:pt x="127063" y="33909"/>
                        </a:lnTo>
                        <a:lnTo>
                          <a:pt x="0" y="183261"/>
                        </a:ln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grpSp>
                <p:nvGrpSpPr>
                  <p:cNvPr id="14369" name="Graphique 2">
                    <a:extLst>
                      <a:ext uri="{FF2B5EF4-FFF2-40B4-BE49-F238E27FC236}">
                        <a16:creationId xmlns:a16="http://schemas.microsoft.com/office/drawing/2014/main" id="{5544E93E-C4AE-4276-B710-4D133EFC58DA}"/>
                      </a:ext>
                    </a:extLst>
                  </p:cNvPr>
                  <p:cNvGrpSpPr/>
                  <p:nvPr/>
                </p:nvGrpSpPr>
                <p:grpSpPr>
                  <a:xfrm>
                    <a:off x="6992956" y="1664967"/>
                    <a:ext cx="188156" cy="197058"/>
                    <a:chOff x="6992956" y="1664967"/>
                    <a:chExt cx="188156" cy="197058"/>
                  </a:xfrm>
                  <a:solidFill>
                    <a:schemeClr val="accent1"/>
                  </a:solidFill>
                </p:grpSpPr>
                <p:sp>
                  <p:nvSpPr>
                    <p:cNvPr id="14370" name="Forme libre : forme 14369">
                      <a:extLst>
                        <a:ext uri="{FF2B5EF4-FFF2-40B4-BE49-F238E27FC236}">
                          <a16:creationId xmlns:a16="http://schemas.microsoft.com/office/drawing/2014/main" id="{4D91D192-1BDC-42ED-A34D-1C32CC014D59}"/>
                        </a:ext>
                      </a:extLst>
                    </p:cNvPr>
                    <p:cNvSpPr/>
                    <p:nvPr/>
                  </p:nvSpPr>
                  <p:spPr>
                    <a:xfrm rot="-1802346">
                      <a:off x="7022644" y="1686914"/>
                      <a:ext cx="128780" cy="153164"/>
                    </a:xfrm>
                    <a:custGeom>
                      <a:avLst/>
                      <a:gdLst>
                        <a:gd name="connsiteX0" fmla="*/ 128780 w 128780"/>
                        <a:gd name="connsiteY0" fmla="*/ 76582 h 153164"/>
                        <a:gd name="connsiteX1" fmla="*/ 64390 w 128780"/>
                        <a:gd name="connsiteY1" fmla="*/ 153165 h 153164"/>
                        <a:gd name="connsiteX2" fmla="*/ 0 w 128780"/>
                        <a:gd name="connsiteY2" fmla="*/ 76582 h 153164"/>
                        <a:gd name="connsiteX3" fmla="*/ 64390 w 128780"/>
                        <a:gd name="connsiteY3" fmla="*/ 0 h 153164"/>
                        <a:gd name="connsiteX4" fmla="*/ 128780 w 128780"/>
                        <a:gd name="connsiteY4" fmla="*/ 76582 h 153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80" h="153164">
                          <a:moveTo>
                            <a:pt x="128780" y="76582"/>
                          </a:moveTo>
                          <a:cubicBezTo>
                            <a:pt x="128780" y="118878"/>
                            <a:pt x="99952" y="153165"/>
                            <a:pt x="64390" y="153165"/>
                          </a:cubicBezTo>
                          <a:cubicBezTo>
                            <a:pt x="28828" y="153165"/>
                            <a:pt x="0" y="118878"/>
                            <a:pt x="0" y="76582"/>
                          </a:cubicBezTo>
                          <a:cubicBezTo>
                            <a:pt x="0" y="34287"/>
                            <a:pt x="28828" y="0"/>
                            <a:pt x="64390" y="0"/>
                          </a:cubicBezTo>
                          <a:cubicBezTo>
                            <a:pt x="99952" y="0"/>
                            <a:pt x="128780" y="34287"/>
                            <a:pt x="128780" y="76582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1" name="Forme libre : forme 14370">
                      <a:extLst>
                        <a:ext uri="{FF2B5EF4-FFF2-40B4-BE49-F238E27FC236}">
                          <a16:creationId xmlns:a16="http://schemas.microsoft.com/office/drawing/2014/main" id="{80BF5AE7-3A9C-4F20-8702-4DDDE86305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37556" y="1705545"/>
                      <a:ext cx="116952" cy="131682"/>
                    </a:xfrm>
                    <a:custGeom>
                      <a:avLst/>
                      <a:gdLst>
                        <a:gd name="connsiteX0" fmla="*/ 82582 w 116952"/>
                        <a:gd name="connsiteY0" fmla="*/ 0 h 131682"/>
                        <a:gd name="connsiteX1" fmla="*/ 88963 w 116952"/>
                        <a:gd name="connsiteY1" fmla="*/ 9525 h 131682"/>
                        <a:gd name="connsiteX2" fmla="*/ 71533 w 116952"/>
                        <a:gd name="connsiteY2" fmla="*/ 108014 h 131682"/>
                        <a:gd name="connsiteX3" fmla="*/ 0 w 116952"/>
                        <a:gd name="connsiteY3" fmla="*/ 99727 h 131682"/>
                        <a:gd name="connsiteX4" fmla="*/ 87630 w 116952"/>
                        <a:gd name="connsiteY4" fmla="*/ 124301 h 131682"/>
                        <a:gd name="connsiteX5" fmla="*/ 105061 w 116952"/>
                        <a:gd name="connsiteY5" fmla="*/ 25813 h 131682"/>
                        <a:gd name="connsiteX6" fmla="*/ 82582 w 116952"/>
                        <a:gd name="connsiteY6" fmla="*/ 0 h 131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6952" h="131682">
                          <a:moveTo>
                            <a:pt x="82582" y="0"/>
                          </a:moveTo>
                          <a:cubicBezTo>
                            <a:pt x="84868" y="2953"/>
                            <a:pt x="87058" y="6096"/>
                            <a:pt x="88963" y="9525"/>
                          </a:cubicBezTo>
                          <a:cubicBezTo>
                            <a:pt x="110109" y="46101"/>
                            <a:pt x="102203" y="90011"/>
                            <a:pt x="71533" y="108014"/>
                          </a:cubicBezTo>
                          <a:cubicBezTo>
                            <a:pt x="47530" y="122111"/>
                            <a:pt x="16954" y="117729"/>
                            <a:pt x="0" y="99727"/>
                          </a:cubicBezTo>
                          <a:cubicBezTo>
                            <a:pt x="22479" y="129254"/>
                            <a:pt x="59722" y="140399"/>
                            <a:pt x="87630" y="124301"/>
                          </a:cubicBezTo>
                          <a:cubicBezTo>
                            <a:pt x="118396" y="106490"/>
                            <a:pt x="126206" y="62389"/>
                            <a:pt x="105061" y="25813"/>
                          </a:cubicBezTo>
                          <a:cubicBezTo>
                            <a:pt x="99155" y="15240"/>
                            <a:pt x="91345" y="6668"/>
                            <a:pt x="82582" y="0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2" name="Forme libre : forme 14371">
                      <a:extLst>
                        <a:ext uri="{FF2B5EF4-FFF2-40B4-BE49-F238E27FC236}">
                          <a16:creationId xmlns:a16="http://schemas.microsoft.com/office/drawing/2014/main" id="{536D4BBB-47D6-4293-A934-5BA7F4922B8B}"/>
                        </a:ext>
                      </a:extLst>
                    </p:cNvPr>
                    <p:cNvSpPr/>
                    <p:nvPr/>
                  </p:nvSpPr>
                  <p:spPr>
                    <a:xfrm rot="-521110">
                      <a:off x="7025691" y="1711308"/>
                      <a:ext cx="59243" cy="74864"/>
                    </a:xfrm>
                    <a:custGeom>
                      <a:avLst/>
                      <a:gdLst>
                        <a:gd name="connsiteX0" fmla="*/ 59243 w 59243"/>
                        <a:gd name="connsiteY0" fmla="*/ 37432 h 74864"/>
                        <a:gd name="connsiteX1" fmla="*/ 29622 w 59243"/>
                        <a:gd name="connsiteY1" fmla="*/ 74864 h 74864"/>
                        <a:gd name="connsiteX2" fmla="*/ 0 w 59243"/>
                        <a:gd name="connsiteY2" fmla="*/ 37432 h 74864"/>
                        <a:gd name="connsiteX3" fmla="*/ 29622 w 59243"/>
                        <a:gd name="connsiteY3" fmla="*/ 0 h 74864"/>
                        <a:gd name="connsiteX4" fmla="*/ 59243 w 59243"/>
                        <a:gd name="connsiteY4" fmla="*/ 37432 h 74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3" h="74864">
                          <a:moveTo>
                            <a:pt x="59243" y="37432"/>
                          </a:moveTo>
                          <a:cubicBezTo>
                            <a:pt x="59243" y="58105"/>
                            <a:pt x="45981" y="74864"/>
                            <a:pt x="29622" y="74864"/>
                          </a:cubicBezTo>
                          <a:cubicBezTo>
                            <a:pt x="13262" y="74864"/>
                            <a:pt x="0" y="58105"/>
                            <a:pt x="0" y="37432"/>
                          </a:cubicBezTo>
                          <a:cubicBezTo>
                            <a:pt x="0" y="16759"/>
                            <a:pt x="13262" y="0"/>
                            <a:pt x="29622" y="0"/>
                          </a:cubicBezTo>
                          <a:cubicBezTo>
                            <a:pt x="45981" y="0"/>
                            <a:pt x="59243" y="16759"/>
                            <a:pt x="59243" y="37432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3" name="Forme libre : forme 14372">
                      <a:extLst>
                        <a:ext uri="{FF2B5EF4-FFF2-40B4-BE49-F238E27FC236}">
                          <a16:creationId xmlns:a16="http://schemas.microsoft.com/office/drawing/2014/main" id="{888F5973-79C2-4257-8685-C3FF9C192E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1843" y="1704403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3"/>
                          </a:cubicBezTo>
                          <a:cubicBezTo>
                            <a:pt x="0" y="4009"/>
                            <a:pt x="4009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374" name="Graphique 2">
                    <a:extLst>
                      <a:ext uri="{FF2B5EF4-FFF2-40B4-BE49-F238E27FC236}">
                        <a16:creationId xmlns:a16="http://schemas.microsoft.com/office/drawing/2014/main" id="{D75819FA-558B-4122-8BFB-EEB60E6ABC0E}"/>
                      </a:ext>
                    </a:extLst>
                  </p:cNvPr>
                  <p:cNvGrpSpPr/>
                  <p:nvPr/>
                </p:nvGrpSpPr>
                <p:grpSpPr>
                  <a:xfrm>
                    <a:off x="6913871" y="1769769"/>
                    <a:ext cx="188156" cy="197058"/>
                    <a:chOff x="6913871" y="1769769"/>
                    <a:chExt cx="188156" cy="197058"/>
                  </a:xfrm>
                  <a:solidFill>
                    <a:schemeClr val="accent1"/>
                  </a:solidFill>
                </p:grpSpPr>
                <p:sp>
                  <p:nvSpPr>
                    <p:cNvPr id="14375" name="Forme libre : forme 14374">
                      <a:extLst>
                        <a:ext uri="{FF2B5EF4-FFF2-40B4-BE49-F238E27FC236}">
                          <a16:creationId xmlns:a16="http://schemas.microsoft.com/office/drawing/2014/main" id="{2774256C-B452-4FDF-B722-D73741465279}"/>
                        </a:ext>
                      </a:extLst>
                    </p:cNvPr>
                    <p:cNvSpPr/>
                    <p:nvPr/>
                  </p:nvSpPr>
                  <p:spPr>
                    <a:xfrm rot="-1802346">
                      <a:off x="6943558" y="1791716"/>
                      <a:ext cx="128780" cy="153164"/>
                    </a:xfrm>
                    <a:custGeom>
                      <a:avLst/>
                      <a:gdLst>
                        <a:gd name="connsiteX0" fmla="*/ 128780 w 128780"/>
                        <a:gd name="connsiteY0" fmla="*/ 76582 h 153164"/>
                        <a:gd name="connsiteX1" fmla="*/ 64390 w 128780"/>
                        <a:gd name="connsiteY1" fmla="*/ 153165 h 153164"/>
                        <a:gd name="connsiteX2" fmla="*/ 0 w 128780"/>
                        <a:gd name="connsiteY2" fmla="*/ 76582 h 153164"/>
                        <a:gd name="connsiteX3" fmla="*/ 64390 w 128780"/>
                        <a:gd name="connsiteY3" fmla="*/ 0 h 153164"/>
                        <a:gd name="connsiteX4" fmla="*/ 128780 w 128780"/>
                        <a:gd name="connsiteY4" fmla="*/ 76582 h 153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80" h="153164">
                          <a:moveTo>
                            <a:pt x="128780" y="76582"/>
                          </a:moveTo>
                          <a:cubicBezTo>
                            <a:pt x="128780" y="118878"/>
                            <a:pt x="99952" y="153165"/>
                            <a:pt x="64390" y="153165"/>
                          </a:cubicBezTo>
                          <a:cubicBezTo>
                            <a:pt x="28829" y="153165"/>
                            <a:pt x="0" y="118878"/>
                            <a:pt x="0" y="76582"/>
                          </a:cubicBezTo>
                          <a:cubicBezTo>
                            <a:pt x="0" y="34287"/>
                            <a:pt x="28829" y="0"/>
                            <a:pt x="64390" y="0"/>
                          </a:cubicBezTo>
                          <a:cubicBezTo>
                            <a:pt x="99952" y="0"/>
                            <a:pt x="128780" y="34287"/>
                            <a:pt x="128780" y="76582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6" name="Forme libre : forme 14375">
                      <a:extLst>
                        <a:ext uri="{FF2B5EF4-FFF2-40B4-BE49-F238E27FC236}">
                          <a16:creationId xmlns:a16="http://schemas.microsoft.com/office/drawing/2014/main" id="{6F29B84D-C67F-4686-8DD1-675441378E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8594" y="1810320"/>
                      <a:ext cx="116952" cy="131682"/>
                    </a:xfrm>
                    <a:custGeom>
                      <a:avLst/>
                      <a:gdLst>
                        <a:gd name="connsiteX0" fmla="*/ 82582 w 116952"/>
                        <a:gd name="connsiteY0" fmla="*/ 0 h 131682"/>
                        <a:gd name="connsiteX1" fmla="*/ 88963 w 116952"/>
                        <a:gd name="connsiteY1" fmla="*/ 9525 h 131682"/>
                        <a:gd name="connsiteX2" fmla="*/ 71533 w 116952"/>
                        <a:gd name="connsiteY2" fmla="*/ 108014 h 131682"/>
                        <a:gd name="connsiteX3" fmla="*/ 0 w 116952"/>
                        <a:gd name="connsiteY3" fmla="*/ 99727 h 131682"/>
                        <a:gd name="connsiteX4" fmla="*/ 87630 w 116952"/>
                        <a:gd name="connsiteY4" fmla="*/ 124301 h 131682"/>
                        <a:gd name="connsiteX5" fmla="*/ 105061 w 116952"/>
                        <a:gd name="connsiteY5" fmla="*/ 25813 h 131682"/>
                        <a:gd name="connsiteX6" fmla="*/ 82582 w 116952"/>
                        <a:gd name="connsiteY6" fmla="*/ 0 h 131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6952" h="131682">
                          <a:moveTo>
                            <a:pt x="82582" y="0"/>
                          </a:moveTo>
                          <a:cubicBezTo>
                            <a:pt x="84868" y="2953"/>
                            <a:pt x="87058" y="6096"/>
                            <a:pt x="88963" y="9525"/>
                          </a:cubicBezTo>
                          <a:cubicBezTo>
                            <a:pt x="110109" y="46101"/>
                            <a:pt x="102203" y="90011"/>
                            <a:pt x="71533" y="108014"/>
                          </a:cubicBezTo>
                          <a:cubicBezTo>
                            <a:pt x="47530" y="122111"/>
                            <a:pt x="16954" y="117729"/>
                            <a:pt x="0" y="99727"/>
                          </a:cubicBezTo>
                          <a:cubicBezTo>
                            <a:pt x="22479" y="129254"/>
                            <a:pt x="59722" y="140399"/>
                            <a:pt x="87630" y="124301"/>
                          </a:cubicBezTo>
                          <a:cubicBezTo>
                            <a:pt x="118396" y="106490"/>
                            <a:pt x="126206" y="62389"/>
                            <a:pt x="105061" y="25813"/>
                          </a:cubicBezTo>
                          <a:cubicBezTo>
                            <a:pt x="99060" y="15335"/>
                            <a:pt x="91250" y="6763"/>
                            <a:pt x="82582" y="0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7" name="Forme libre : forme 14376">
                      <a:extLst>
                        <a:ext uri="{FF2B5EF4-FFF2-40B4-BE49-F238E27FC236}">
                          <a16:creationId xmlns:a16="http://schemas.microsoft.com/office/drawing/2014/main" id="{FFEA61C9-CB25-4F4D-B963-7216B251C202}"/>
                        </a:ext>
                      </a:extLst>
                    </p:cNvPr>
                    <p:cNvSpPr/>
                    <p:nvPr/>
                  </p:nvSpPr>
                  <p:spPr>
                    <a:xfrm rot="-521110">
                      <a:off x="6946641" y="1816181"/>
                      <a:ext cx="59243" cy="74864"/>
                    </a:xfrm>
                    <a:custGeom>
                      <a:avLst/>
                      <a:gdLst>
                        <a:gd name="connsiteX0" fmla="*/ 59244 w 59243"/>
                        <a:gd name="connsiteY0" fmla="*/ 37432 h 74864"/>
                        <a:gd name="connsiteX1" fmla="*/ 29622 w 59243"/>
                        <a:gd name="connsiteY1" fmla="*/ 74864 h 74864"/>
                        <a:gd name="connsiteX2" fmla="*/ 0 w 59243"/>
                        <a:gd name="connsiteY2" fmla="*/ 37432 h 74864"/>
                        <a:gd name="connsiteX3" fmla="*/ 29622 w 59243"/>
                        <a:gd name="connsiteY3" fmla="*/ 0 h 74864"/>
                        <a:gd name="connsiteX4" fmla="*/ 59244 w 59243"/>
                        <a:gd name="connsiteY4" fmla="*/ 37432 h 74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3" h="74864">
                          <a:moveTo>
                            <a:pt x="59244" y="37432"/>
                          </a:moveTo>
                          <a:cubicBezTo>
                            <a:pt x="59244" y="58105"/>
                            <a:pt x="45981" y="74864"/>
                            <a:pt x="29622" y="74864"/>
                          </a:cubicBezTo>
                          <a:cubicBezTo>
                            <a:pt x="13262" y="74864"/>
                            <a:pt x="0" y="58105"/>
                            <a:pt x="0" y="37432"/>
                          </a:cubicBezTo>
                          <a:cubicBezTo>
                            <a:pt x="0" y="16759"/>
                            <a:pt x="13262" y="0"/>
                            <a:pt x="29622" y="0"/>
                          </a:cubicBezTo>
                          <a:cubicBezTo>
                            <a:pt x="45981" y="0"/>
                            <a:pt x="59244" y="16759"/>
                            <a:pt x="59244" y="37432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8" name="Forme libre : forme 14377">
                      <a:extLst>
                        <a:ext uri="{FF2B5EF4-FFF2-40B4-BE49-F238E27FC236}">
                          <a16:creationId xmlns:a16="http://schemas.microsoft.com/office/drawing/2014/main" id="{0D2168D0-2170-436F-A6C4-AAD0CD5CC4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72786" y="1809273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3"/>
                          </a:cubicBezTo>
                          <a:cubicBezTo>
                            <a:pt x="0" y="4009"/>
                            <a:pt x="4009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379" name="Graphique 2">
                    <a:extLst>
                      <a:ext uri="{FF2B5EF4-FFF2-40B4-BE49-F238E27FC236}">
                        <a16:creationId xmlns:a16="http://schemas.microsoft.com/office/drawing/2014/main" id="{7FFAA5A5-29C9-4C77-A5E7-2AAAC8770635}"/>
                      </a:ext>
                    </a:extLst>
                  </p:cNvPr>
                  <p:cNvGrpSpPr/>
                  <p:nvPr/>
                </p:nvGrpSpPr>
                <p:grpSpPr>
                  <a:xfrm>
                    <a:off x="7123634" y="1648519"/>
                    <a:ext cx="188156" cy="197058"/>
                    <a:chOff x="7123634" y="1648519"/>
                    <a:chExt cx="188156" cy="197058"/>
                  </a:xfrm>
                  <a:solidFill>
                    <a:schemeClr val="accent1"/>
                  </a:solidFill>
                </p:grpSpPr>
                <p:sp>
                  <p:nvSpPr>
                    <p:cNvPr id="14380" name="Forme libre : forme 14379">
                      <a:extLst>
                        <a:ext uri="{FF2B5EF4-FFF2-40B4-BE49-F238E27FC236}">
                          <a16:creationId xmlns:a16="http://schemas.microsoft.com/office/drawing/2014/main" id="{29C719BF-3786-45DE-97CF-36AA82AC295D}"/>
                        </a:ext>
                      </a:extLst>
                    </p:cNvPr>
                    <p:cNvSpPr/>
                    <p:nvPr/>
                  </p:nvSpPr>
                  <p:spPr>
                    <a:xfrm rot="-1802346">
                      <a:off x="7153321" y="1670466"/>
                      <a:ext cx="128780" cy="153164"/>
                    </a:xfrm>
                    <a:custGeom>
                      <a:avLst/>
                      <a:gdLst>
                        <a:gd name="connsiteX0" fmla="*/ 128780 w 128780"/>
                        <a:gd name="connsiteY0" fmla="*/ 76582 h 153164"/>
                        <a:gd name="connsiteX1" fmla="*/ 64390 w 128780"/>
                        <a:gd name="connsiteY1" fmla="*/ 153165 h 153164"/>
                        <a:gd name="connsiteX2" fmla="*/ 0 w 128780"/>
                        <a:gd name="connsiteY2" fmla="*/ 76582 h 153164"/>
                        <a:gd name="connsiteX3" fmla="*/ 64390 w 128780"/>
                        <a:gd name="connsiteY3" fmla="*/ 0 h 153164"/>
                        <a:gd name="connsiteX4" fmla="*/ 128780 w 128780"/>
                        <a:gd name="connsiteY4" fmla="*/ 76582 h 153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80" h="153164">
                          <a:moveTo>
                            <a:pt x="128780" y="76582"/>
                          </a:moveTo>
                          <a:cubicBezTo>
                            <a:pt x="128780" y="118878"/>
                            <a:pt x="99952" y="153165"/>
                            <a:pt x="64390" y="153165"/>
                          </a:cubicBezTo>
                          <a:cubicBezTo>
                            <a:pt x="28828" y="153165"/>
                            <a:pt x="0" y="118878"/>
                            <a:pt x="0" y="76582"/>
                          </a:cubicBezTo>
                          <a:cubicBezTo>
                            <a:pt x="0" y="34287"/>
                            <a:pt x="28828" y="0"/>
                            <a:pt x="64390" y="0"/>
                          </a:cubicBezTo>
                          <a:cubicBezTo>
                            <a:pt x="99952" y="0"/>
                            <a:pt x="128780" y="34287"/>
                            <a:pt x="128780" y="76582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81" name="Forme libre : forme 14380">
                      <a:extLst>
                        <a:ext uri="{FF2B5EF4-FFF2-40B4-BE49-F238E27FC236}">
                          <a16:creationId xmlns:a16="http://schemas.microsoft.com/office/drawing/2014/main" id="{4A4C4988-0389-4AEA-A67F-970587CE64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8334" y="1689067"/>
                      <a:ext cx="116952" cy="131681"/>
                    </a:xfrm>
                    <a:custGeom>
                      <a:avLst/>
                      <a:gdLst>
                        <a:gd name="connsiteX0" fmla="*/ 82582 w 116952"/>
                        <a:gd name="connsiteY0" fmla="*/ 0 h 131681"/>
                        <a:gd name="connsiteX1" fmla="*/ 88964 w 116952"/>
                        <a:gd name="connsiteY1" fmla="*/ 9525 h 131681"/>
                        <a:gd name="connsiteX2" fmla="*/ 71533 w 116952"/>
                        <a:gd name="connsiteY2" fmla="*/ 108013 h 131681"/>
                        <a:gd name="connsiteX3" fmla="*/ 0 w 116952"/>
                        <a:gd name="connsiteY3" fmla="*/ 99727 h 131681"/>
                        <a:gd name="connsiteX4" fmla="*/ 87630 w 116952"/>
                        <a:gd name="connsiteY4" fmla="*/ 124301 h 131681"/>
                        <a:gd name="connsiteX5" fmla="*/ 105061 w 116952"/>
                        <a:gd name="connsiteY5" fmla="*/ 25813 h 131681"/>
                        <a:gd name="connsiteX6" fmla="*/ 82582 w 116952"/>
                        <a:gd name="connsiteY6" fmla="*/ 0 h 131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6952" h="131681">
                          <a:moveTo>
                            <a:pt x="82582" y="0"/>
                          </a:moveTo>
                          <a:cubicBezTo>
                            <a:pt x="84868" y="2953"/>
                            <a:pt x="87059" y="6096"/>
                            <a:pt x="88964" y="9525"/>
                          </a:cubicBezTo>
                          <a:cubicBezTo>
                            <a:pt x="110109" y="46101"/>
                            <a:pt x="102203" y="90011"/>
                            <a:pt x="71533" y="108013"/>
                          </a:cubicBezTo>
                          <a:cubicBezTo>
                            <a:pt x="47530" y="122111"/>
                            <a:pt x="16955" y="117729"/>
                            <a:pt x="0" y="99727"/>
                          </a:cubicBezTo>
                          <a:cubicBezTo>
                            <a:pt x="22479" y="129254"/>
                            <a:pt x="59722" y="140398"/>
                            <a:pt x="87630" y="124301"/>
                          </a:cubicBezTo>
                          <a:cubicBezTo>
                            <a:pt x="118396" y="106490"/>
                            <a:pt x="126206" y="62389"/>
                            <a:pt x="105061" y="25813"/>
                          </a:cubicBezTo>
                          <a:cubicBezTo>
                            <a:pt x="99060" y="15335"/>
                            <a:pt x="91345" y="6667"/>
                            <a:pt x="82582" y="0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82" name="Forme libre : forme 14381">
                      <a:extLst>
                        <a:ext uri="{FF2B5EF4-FFF2-40B4-BE49-F238E27FC236}">
                          <a16:creationId xmlns:a16="http://schemas.microsoft.com/office/drawing/2014/main" id="{0361D8E9-3AA2-407A-BB6D-E50C91DC2295}"/>
                        </a:ext>
                      </a:extLst>
                    </p:cNvPr>
                    <p:cNvSpPr/>
                    <p:nvPr/>
                  </p:nvSpPr>
                  <p:spPr>
                    <a:xfrm rot="-521110">
                      <a:off x="7156365" y="1694839"/>
                      <a:ext cx="59243" cy="74864"/>
                    </a:xfrm>
                    <a:custGeom>
                      <a:avLst/>
                      <a:gdLst>
                        <a:gd name="connsiteX0" fmla="*/ 59243 w 59243"/>
                        <a:gd name="connsiteY0" fmla="*/ 37432 h 74864"/>
                        <a:gd name="connsiteX1" fmla="*/ 29622 w 59243"/>
                        <a:gd name="connsiteY1" fmla="*/ 74864 h 74864"/>
                        <a:gd name="connsiteX2" fmla="*/ 0 w 59243"/>
                        <a:gd name="connsiteY2" fmla="*/ 37432 h 74864"/>
                        <a:gd name="connsiteX3" fmla="*/ 29622 w 59243"/>
                        <a:gd name="connsiteY3" fmla="*/ 0 h 74864"/>
                        <a:gd name="connsiteX4" fmla="*/ 59243 w 59243"/>
                        <a:gd name="connsiteY4" fmla="*/ 37432 h 74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3" h="74864">
                          <a:moveTo>
                            <a:pt x="59243" y="37432"/>
                          </a:moveTo>
                          <a:cubicBezTo>
                            <a:pt x="59243" y="58105"/>
                            <a:pt x="45981" y="74864"/>
                            <a:pt x="29622" y="74864"/>
                          </a:cubicBezTo>
                          <a:cubicBezTo>
                            <a:pt x="13262" y="74864"/>
                            <a:pt x="0" y="58105"/>
                            <a:pt x="0" y="37432"/>
                          </a:cubicBezTo>
                          <a:cubicBezTo>
                            <a:pt x="0" y="16759"/>
                            <a:pt x="13262" y="0"/>
                            <a:pt x="29622" y="0"/>
                          </a:cubicBezTo>
                          <a:cubicBezTo>
                            <a:pt x="45981" y="0"/>
                            <a:pt x="59243" y="16759"/>
                            <a:pt x="59243" y="37432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83" name="Forme libre : forme 14382">
                      <a:extLst>
                        <a:ext uri="{FF2B5EF4-FFF2-40B4-BE49-F238E27FC236}">
                          <a16:creationId xmlns:a16="http://schemas.microsoft.com/office/drawing/2014/main" id="{39F5F49E-A95B-44AE-9E95-765DE0A76C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82622" y="1688020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4"/>
                          </a:cubicBezTo>
                          <a:cubicBezTo>
                            <a:pt x="0" y="4009"/>
                            <a:pt x="4009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sp>
                <p:nvSpPr>
                  <p:cNvPr id="14384" name="Forme libre : forme 14383">
                    <a:extLst>
                      <a:ext uri="{FF2B5EF4-FFF2-40B4-BE49-F238E27FC236}">
                        <a16:creationId xmlns:a16="http://schemas.microsoft.com/office/drawing/2014/main" id="{4A3615FB-206C-48C1-BF5B-B3730129CE11}"/>
                      </a:ext>
                    </a:extLst>
                  </p:cNvPr>
                  <p:cNvSpPr/>
                  <p:nvPr/>
                </p:nvSpPr>
                <p:spPr>
                  <a:xfrm>
                    <a:off x="7164715" y="2055494"/>
                    <a:ext cx="301085" cy="347092"/>
                  </a:xfrm>
                  <a:custGeom>
                    <a:avLst/>
                    <a:gdLst>
                      <a:gd name="connsiteX0" fmla="*/ 0 w 301085"/>
                      <a:gd name="connsiteY0" fmla="*/ 0 h 347092"/>
                      <a:gd name="connsiteX1" fmla="*/ 119539 w 301085"/>
                      <a:gd name="connsiteY1" fmla="*/ 102775 h 347092"/>
                      <a:gd name="connsiteX2" fmla="*/ 207550 w 301085"/>
                      <a:gd name="connsiteY2" fmla="*/ 236029 h 347092"/>
                      <a:gd name="connsiteX3" fmla="*/ 301085 w 301085"/>
                      <a:gd name="connsiteY3" fmla="*/ 345281 h 347092"/>
                      <a:gd name="connsiteX4" fmla="*/ 280035 w 301085"/>
                      <a:gd name="connsiteY4" fmla="*/ 339566 h 347092"/>
                      <a:gd name="connsiteX5" fmla="*/ 255937 w 301085"/>
                      <a:gd name="connsiteY5" fmla="*/ 318325 h 347092"/>
                      <a:gd name="connsiteX6" fmla="*/ 69628 w 301085"/>
                      <a:gd name="connsiteY6" fmla="*/ 53626 h 347092"/>
                      <a:gd name="connsiteX7" fmla="*/ 9334 w 301085"/>
                      <a:gd name="connsiteY7" fmla="*/ 5143 h 347092"/>
                      <a:gd name="connsiteX8" fmla="*/ 10096 w 301085"/>
                      <a:gd name="connsiteY8" fmla="*/ 9715 h 347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1085" h="347092">
                        <a:moveTo>
                          <a:pt x="0" y="0"/>
                        </a:moveTo>
                        <a:cubicBezTo>
                          <a:pt x="49244" y="20288"/>
                          <a:pt x="88106" y="59912"/>
                          <a:pt x="119539" y="102775"/>
                        </a:cubicBezTo>
                        <a:cubicBezTo>
                          <a:pt x="150971" y="145732"/>
                          <a:pt x="176403" y="192881"/>
                          <a:pt x="207550" y="236029"/>
                        </a:cubicBezTo>
                        <a:cubicBezTo>
                          <a:pt x="235648" y="274892"/>
                          <a:pt x="268224" y="310325"/>
                          <a:pt x="301085" y="345281"/>
                        </a:cubicBezTo>
                        <a:cubicBezTo>
                          <a:pt x="294799" y="349948"/>
                          <a:pt x="286036" y="344710"/>
                          <a:pt x="280035" y="339566"/>
                        </a:cubicBezTo>
                        <a:cubicBezTo>
                          <a:pt x="271843" y="332613"/>
                          <a:pt x="263747" y="325660"/>
                          <a:pt x="255937" y="318325"/>
                        </a:cubicBezTo>
                        <a:cubicBezTo>
                          <a:pt x="177546" y="243554"/>
                          <a:pt x="147352" y="129064"/>
                          <a:pt x="69628" y="53626"/>
                        </a:cubicBezTo>
                        <a:cubicBezTo>
                          <a:pt x="51149" y="35623"/>
                          <a:pt x="30289" y="20288"/>
                          <a:pt x="9334" y="5143"/>
                        </a:cubicBezTo>
                        <a:cubicBezTo>
                          <a:pt x="9620" y="6667"/>
                          <a:pt x="9811" y="8192"/>
                          <a:pt x="10096" y="9715"/>
                        </a:cubicBezTo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85" name="Forme libre : forme 14384">
                    <a:extLst>
                      <a:ext uri="{FF2B5EF4-FFF2-40B4-BE49-F238E27FC236}">
                        <a16:creationId xmlns:a16="http://schemas.microsoft.com/office/drawing/2014/main" id="{2F394A16-1731-4BA0-8BF2-27728F75E9D0}"/>
                      </a:ext>
                    </a:extLst>
                  </p:cNvPr>
                  <p:cNvSpPr/>
                  <p:nvPr/>
                </p:nvSpPr>
                <p:spPr>
                  <a:xfrm>
                    <a:off x="7071073" y="1839753"/>
                    <a:ext cx="352340" cy="417576"/>
                  </a:xfrm>
                  <a:custGeom>
                    <a:avLst/>
                    <a:gdLst>
                      <a:gd name="connsiteX0" fmla="*/ 152887 w 352340"/>
                      <a:gd name="connsiteY0" fmla="*/ 204025 h 417576"/>
                      <a:gd name="connsiteX1" fmla="*/ 210704 w 352340"/>
                      <a:gd name="connsiteY1" fmla="*/ 259747 h 417576"/>
                      <a:gd name="connsiteX2" fmla="*/ 254042 w 352340"/>
                      <a:gd name="connsiteY2" fmla="*/ 304038 h 417576"/>
                      <a:gd name="connsiteX3" fmla="*/ 352340 w 352340"/>
                      <a:gd name="connsiteY3" fmla="*/ 417576 h 417576"/>
                      <a:gd name="connsiteX4" fmla="*/ 224324 w 352340"/>
                      <a:gd name="connsiteY4" fmla="*/ 257270 h 417576"/>
                      <a:gd name="connsiteX5" fmla="*/ 169079 w 352340"/>
                      <a:gd name="connsiteY5" fmla="*/ 194215 h 417576"/>
                      <a:gd name="connsiteX6" fmla="*/ 27347 w 352340"/>
                      <a:gd name="connsiteY6" fmla="*/ 26956 h 417576"/>
                      <a:gd name="connsiteX7" fmla="*/ 201 w 352340"/>
                      <a:gd name="connsiteY7" fmla="*/ 0 h 417576"/>
                      <a:gd name="connsiteX8" fmla="*/ 11441 w 352340"/>
                      <a:gd name="connsiteY8" fmla="*/ 16478 h 417576"/>
                      <a:gd name="connsiteX9" fmla="*/ 27633 w 352340"/>
                      <a:gd name="connsiteY9" fmla="*/ 36385 h 417576"/>
                      <a:gd name="connsiteX10" fmla="*/ 57256 w 352340"/>
                      <a:gd name="connsiteY10" fmla="*/ 76867 h 417576"/>
                      <a:gd name="connsiteX11" fmla="*/ 115930 w 352340"/>
                      <a:gd name="connsiteY11" fmla="*/ 159925 h 417576"/>
                      <a:gd name="connsiteX12" fmla="*/ 152887 w 352340"/>
                      <a:gd name="connsiteY12" fmla="*/ 204025 h 417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52340" h="417576">
                        <a:moveTo>
                          <a:pt x="152887" y="204025"/>
                        </a:moveTo>
                        <a:cubicBezTo>
                          <a:pt x="171270" y="223456"/>
                          <a:pt x="191463" y="241173"/>
                          <a:pt x="210704" y="259747"/>
                        </a:cubicBezTo>
                        <a:cubicBezTo>
                          <a:pt x="225563" y="274034"/>
                          <a:pt x="239945" y="288988"/>
                          <a:pt x="254042" y="304038"/>
                        </a:cubicBezTo>
                        <a:cubicBezTo>
                          <a:pt x="288237" y="340614"/>
                          <a:pt x="321003" y="378523"/>
                          <a:pt x="352340" y="417576"/>
                        </a:cubicBezTo>
                        <a:cubicBezTo>
                          <a:pt x="326242" y="353854"/>
                          <a:pt x="271378" y="307467"/>
                          <a:pt x="224324" y="257270"/>
                        </a:cubicBezTo>
                        <a:cubicBezTo>
                          <a:pt x="205179" y="236887"/>
                          <a:pt x="187177" y="215551"/>
                          <a:pt x="169079" y="194215"/>
                        </a:cubicBezTo>
                        <a:cubicBezTo>
                          <a:pt x="121835" y="138494"/>
                          <a:pt x="74591" y="82677"/>
                          <a:pt x="27347" y="26956"/>
                        </a:cubicBezTo>
                        <a:cubicBezTo>
                          <a:pt x="20013" y="18288"/>
                          <a:pt x="10774" y="4667"/>
                          <a:pt x="201" y="0"/>
                        </a:cubicBezTo>
                        <a:cubicBezTo>
                          <a:pt x="-1513" y="5334"/>
                          <a:pt x="8202" y="12668"/>
                          <a:pt x="11441" y="16478"/>
                        </a:cubicBezTo>
                        <a:cubicBezTo>
                          <a:pt x="16965" y="22955"/>
                          <a:pt x="22394" y="29623"/>
                          <a:pt x="27633" y="36385"/>
                        </a:cubicBezTo>
                        <a:cubicBezTo>
                          <a:pt x="37920" y="49625"/>
                          <a:pt x="47636" y="63151"/>
                          <a:pt x="57256" y="76867"/>
                        </a:cubicBezTo>
                        <a:cubicBezTo>
                          <a:pt x="76687" y="104584"/>
                          <a:pt x="95356" y="132969"/>
                          <a:pt x="115930" y="159925"/>
                        </a:cubicBezTo>
                        <a:cubicBezTo>
                          <a:pt x="127550" y="175260"/>
                          <a:pt x="139742" y="190119"/>
                          <a:pt x="152887" y="204025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86" name="Forme libre : forme 14385">
                    <a:extLst>
                      <a:ext uri="{FF2B5EF4-FFF2-40B4-BE49-F238E27FC236}">
                        <a16:creationId xmlns:a16="http://schemas.microsoft.com/office/drawing/2014/main" id="{D1ED6ECC-D69D-4C79-9FE1-A313AB48096A}"/>
                      </a:ext>
                    </a:extLst>
                  </p:cNvPr>
                  <p:cNvSpPr/>
                  <p:nvPr/>
                </p:nvSpPr>
                <p:spPr>
                  <a:xfrm>
                    <a:off x="7160428" y="1786794"/>
                    <a:ext cx="102679" cy="277939"/>
                  </a:xfrm>
                  <a:custGeom>
                    <a:avLst/>
                    <a:gdLst>
                      <a:gd name="connsiteX0" fmla="*/ 21717 w 102679"/>
                      <a:gd name="connsiteY0" fmla="*/ 52769 h 277939"/>
                      <a:gd name="connsiteX1" fmla="*/ 33814 w 102679"/>
                      <a:gd name="connsiteY1" fmla="*/ 84677 h 277939"/>
                      <a:gd name="connsiteX2" fmla="*/ 39624 w 102679"/>
                      <a:gd name="connsiteY2" fmla="*/ 106585 h 277939"/>
                      <a:gd name="connsiteX3" fmla="*/ 58007 w 102679"/>
                      <a:gd name="connsiteY3" fmla="*/ 181832 h 277939"/>
                      <a:gd name="connsiteX4" fmla="*/ 64008 w 102679"/>
                      <a:gd name="connsiteY4" fmla="*/ 213551 h 277939"/>
                      <a:gd name="connsiteX5" fmla="*/ 67913 w 102679"/>
                      <a:gd name="connsiteY5" fmla="*/ 237554 h 277939"/>
                      <a:gd name="connsiteX6" fmla="*/ 75152 w 102679"/>
                      <a:gd name="connsiteY6" fmla="*/ 248031 h 277939"/>
                      <a:gd name="connsiteX7" fmla="*/ 102679 w 102679"/>
                      <a:gd name="connsiteY7" fmla="*/ 277940 h 277939"/>
                      <a:gd name="connsiteX8" fmla="*/ 79534 w 102679"/>
                      <a:gd name="connsiteY8" fmla="*/ 215360 h 277939"/>
                      <a:gd name="connsiteX9" fmla="*/ 21431 w 102679"/>
                      <a:gd name="connsiteY9" fmla="*/ 44577 h 277939"/>
                      <a:gd name="connsiteX10" fmla="*/ 10954 w 102679"/>
                      <a:gd name="connsiteY10" fmla="*/ 21431 h 277939"/>
                      <a:gd name="connsiteX11" fmla="*/ 0 w 102679"/>
                      <a:gd name="connsiteY11" fmla="*/ 0 h 277939"/>
                      <a:gd name="connsiteX12" fmla="*/ 10763 w 102679"/>
                      <a:gd name="connsiteY12" fmla="*/ 26575 h 277939"/>
                      <a:gd name="connsiteX13" fmla="*/ 21717 w 102679"/>
                      <a:gd name="connsiteY13" fmla="*/ 52769 h 277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2679" h="277939">
                        <a:moveTo>
                          <a:pt x="21717" y="52769"/>
                        </a:moveTo>
                        <a:cubicBezTo>
                          <a:pt x="26098" y="63246"/>
                          <a:pt x="30480" y="73819"/>
                          <a:pt x="33814" y="84677"/>
                        </a:cubicBezTo>
                        <a:cubicBezTo>
                          <a:pt x="36100" y="91916"/>
                          <a:pt x="37814" y="99251"/>
                          <a:pt x="39624" y="106585"/>
                        </a:cubicBezTo>
                        <a:cubicBezTo>
                          <a:pt x="45720" y="131636"/>
                          <a:pt x="51816" y="156686"/>
                          <a:pt x="58007" y="181832"/>
                        </a:cubicBezTo>
                        <a:cubicBezTo>
                          <a:pt x="60579" y="192310"/>
                          <a:pt x="63151" y="202787"/>
                          <a:pt x="64008" y="213551"/>
                        </a:cubicBezTo>
                        <a:cubicBezTo>
                          <a:pt x="64675" y="221647"/>
                          <a:pt x="64484" y="230124"/>
                          <a:pt x="67913" y="237554"/>
                        </a:cubicBezTo>
                        <a:cubicBezTo>
                          <a:pt x="69723" y="241459"/>
                          <a:pt x="72390" y="244793"/>
                          <a:pt x="75152" y="248031"/>
                        </a:cubicBezTo>
                        <a:cubicBezTo>
                          <a:pt x="83820" y="258413"/>
                          <a:pt x="93059" y="268415"/>
                          <a:pt x="102679" y="277940"/>
                        </a:cubicBezTo>
                        <a:cubicBezTo>
                          <a:pt x="89440" y="259842"/>
                          <a:pt x="84772" y="237173"/>
                          <a:pt x="79534" y="215360"/>
                        </a:cubicBezTo>
                        <a:cubicBezTo>
                          <a:pt x="65532" y="156782"/>
                          <a:pt x="45625" y="99727"/>
                          <a:pt x="21431" y="44577"/>
                        </a:cubicBezTo>
                        <a:cubicBezTo>
                          <a:pt x="18002" y="36862"/>
                          <a:pt x="14573" y="29147"/>
                          <a:pt x="10954" y="21431"/>
                        </a:cubicBezTo>
                        <a:cubicBezTo>
                          <a:pt x="8477" y="16097"/>
                          <a:pt x="4763" y="2953"/>
                          <a:pt x="0" y="0"/>
                        </a:cubicBezTo>
                        <a:cubicBezTo>
                          <a:pt x="1714" y="8858"/>
                          <a:pt x="7239" y="18193"/>
                          <a:pt x="10763" y="26575"/>
                        </a:cubicBezTo>
                        <a:cubicBezTo>
                          <a:pt x="14383" y="35338"/>
                          <a:pt x="18002" y="44006"/>
                          <a:pt x="21717" y="52769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87" name="Forme libre : forme 14386">
                    <a:extLst>
                      <a:ext uri="{FF2B5EF4-FFF2-40B4-BE49-F238E27FC236}">
                        <a16:creationId xmlns:a16="http://schemas.microsoft.com/office/drawing/2014/main" id="{6F023712-685E-47CA-ACBC-E7E3084CB3C2}"/>
                      </a:ext>
                    </a:extLst>
                  </p:cNvPr>
                  <p:cNvSpPr/>
                  <p:nvPr/>
                </p:nvSpPr>
                <p:spPr>
                  <a:xfrm>
                    <a:off x="7036958" y="1904454"/>
                    <a:ext cx="204756" cy="179083"/>
                  </a:xfrm>
                  <a:custGeom>
                    <a:avLst/>
                    <a:gdLst>
                      <a:gd name="connsiteX0" fmla="*/ 20600 w 204756"/>
                      <a:gd name="connsiteY0" fmla="*/ 43693 h 179083"/>
                      <a:gd name="connsiteX1" fmla="*/ 31173 w 204756"/>
                      <a:gd name="connsiteY1" fmla="*/ 35216 h 179083"/>
                      <a:gd name="connsiteX2" fmla="*/ 40031 w 204756"/>
                      <a:gd name="connsiteY2" fmla="*/ 20738 h 179083"/>
                      <a:gd name="connsiteX3" fmla="*/ 49842 w 204756"/>
                      <a:gd name="connsiteY3" fmla="*/ 5783 h 179083"/>
                      <a:gd name="connsiteX4" fmla="*/ 54985 w 204756"/>
                      <a:gd name="connsiteY4" fmla="*/ 926 h 179083"/>
                      <a:gd name="connsiteX5" fmla="*/ 71273 w 204756"/>
                      <a:gd name="connsiteY5" fmla="*/ 6260 h 179083"/>
                      <a:gd name="connsiteX6" fmla="*/ 91847 w 204756"/>
                      <a:gd name="connsiteY6" fmla="*/ 33215 h 179083"/>
                      <a:gd name="connsiteX7" fmla="*/ 147378 w 204756"/>
                      <a:gd name="connsiteY7" fmla="*/ 104272 h 179083"/>
                      <a:gd name="connsiteX8" fmla="*/ 202147 w 204756"/>
                      <a:gd name="connsiteY8" fmla="*/ 167708 h 179083"/>
                      <a:gd name="connsiteX9" fmla="*/ 203099 w 204756"/>
                      <a:gd name="connsiteY9" fmla="*/ 178186 h 179083"/>
                      <a:gd name="connsiteX10" fmla="*/ 194241 w 204756"/>
                      <a:gd name="connsiteY10" fmla="*/ 176662 h 179083"/>
                      <a:gd name="connsiteX11" fmla="*/ 153188 w 204756"/>
                      <a:gd name="connsiteY11" fmla="*/ 148849 h 179083"/>
                      <a:gd name="connsiteX12" fmla="*/ 38983 w 204756"/>
                      <a:gd name="connsiteY12" fmla="*/ 85222 h 179083"/>
                      <a:gd name="connsiteX13" fmla="*/ 6408 w 204756"/>
                      <a:gd name="connsiteY13" fmla="*/ 60171 h 179083"/>
                      <a:gd name="connsiteX14" fmla="*/ 2407 w 204756"/>
                      <a:gd name="connsiteY14" fmla="*/ 49217 h 179083"/>
                      <a:gd name="connsiteX15" fmla="*/ 20600 w 204756"/>
                      <a:gd name="connsiteY15" fmla="*/ 43693 h 179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04756" h="179083">
                        <a:moveTo>
                          <a:pt x="20600" y="43693"/>
                        </a:moveTo>
                        <a:cubicBezTo>
                          <a:pt x="24601" y="41502"/>
                          <a:pt x="28220" y="38645"/>
                          <a:pt x="31173" y="35216"/>
                        </a:cubicBezTo>
                        <a:cubicBezTo>
                          <a:pt x="34792" y="30929"/>
                          <a:pt x="37269" y="25691"/>
                          <a:pt x="40031" y="20738"/>
                        </a:cubicBezTo>
                        <a:cubicBezTo>
                          <a:pt x="42984" y="15499"/>
                          <a:pt x="46222" y="10546"/>
                          <a:pt x="49842" y="5783"/>
                        </a:cubicBezTo>
                        <a:cubicBezTo>
                          <a:pt x="51271" y="3878"/>
                          <a:pt x="52890" y="1973"/>
                          <a:pt x="54985" y="926"/>
                        </a:cubicBezTo>
                        <a:cubicBezTo>
                          <a:pt x="60415" y="-1837"/>
                          <a:pt x="66796" y="2069"/>
                          <a:pt x="71273" y="6260"/>
                        </a:cubicBezTo>
                        <a:cubicBezTo>
                          <a:pt x="79465" y="14070"/>
                          <a:pt x="85561" y="23786"/>
                          <a:pt x="91847" y="33215"/>
                        </a:cubicBezTo>
                        <a:cubicBezTo>
                          <a:pt x="108611" y="58171"/>
                          <a:pt x="127185" y="81983"/>
                          <a:pt x="147378" y="104272"/>
                        </a:cubicBezTo>
                        <a:cubicBezTo>
                          <a:pt x="166142" y="125036"/>
                          <a:pt x="186430" y="144658"/>
                          <a:pt x="202147" y="167708"/>
                        </a:cubicBezTo>
                        <a:cubicBezTo>
                          <a:pt x="204337" y="170947"/>
                          <a:pt x="206242" y="175805"/>
                          <a:pt x="203099" y="178186"/>
                        </a:cubicBezTo>
                        <a:cubicBezTo>
                          <a:pt x="200527" y="180186"/>
                          <a:pt x="196908" y="178472"/>
                          <a:pt x="194241" y="176662"/>
                        </a:cubicBezTo>
                        <a:cubicBezTo>
                          <a:pt x="180430" y="167613"/>
                          <a:pt x="167190" y="157707"/>
                          <a:pt x="153188" y="148849"/>
                        </a:cubicBezTo>
                        <a:cubicBezTo>
                          <a:pt x="116422" y="125417"/>
                          <a:pt x="75274" y="109320"/>
                          <a:pt x="38983" y="85222"/>
                        </a:cubicBezTo>
                        <a:cubicBezTo>
                          <a:pt x="27553" y="77602"/>
                          <a:pt x="16695" y="69220"/>
                          <a:pt x="6408" y="60171"/>
                        </a:cubicBezTo>
                        <a:cubicBezTo>
                          <a:pt x="2884" y="57028"/>
                          <a:pt x="-3498" y="52646"/>
                          <a:pt x="2407" y="49217"/>
                        </a:cubicBezTo>
                        <a:cubicBezTo>
                          <a:pt x="7456" y="46265"/>
                          <a:pt x="15076" y="46741"/>
                          <a:pt x="20600" y="43693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88" name="Forme libre : forme 14387">
                    <a:extLst>
                      <a:ext uri="{FF2B5EF4-FFF2-40B4-BE49-F238E27FC236}">
                        <a16:creationId xmlns:a16="http://schemas.microsoft.com/office/drawing/2014/main" id="{758D11F7-47EC-4C2E-B461-989866533F7C}"/>
                      </a:ext>
                    </a:extLst>
                  </p:cNvPr>
                  <p:cNvSpPr/>
                  <p:nvPr/>
                </p:nvSpPr>
                <p:spPr>
                  <a:xfrm>
                    <a:off x="7108883" y="1811178"/>
                    <a:ext cx="103171" cy="161255"/>
                  </a:xfrm>
                  <a:custGeom>
                    <a:avLst/>
                    <a:gdLst>
                      <a:gd name="connsiteX0" fmla="*/ 49355 w 103171"/>
                      <a:gd name="connsiteY0" fmla="*/ 0 h 161255"/>
                      <a:gd name="connsiteX1" fmla="*/ 58118 w 103171"/>
                      <a:gd name="connsiteY1" fmla="*/ 15526 h 161255"/>
                      <a:gd name="connsiteX2" fmla="*/ 95837 w 103171"/>
                      <a:gd name="connsiteY2" fmla="*/ 122301 h 161255"/>
                      <a:gd name="connsiteX3" fmla="*/ 103171 w 103171"/>
                      <a:gd name="connsiteY3" fmla="*/ 155543 h 161255"/>
                      <a:gd name="connsiteX4" fmla="*/ 102028 w 103171"/>
                      <a:gd name="connsiteY4" fmla="*/ 160115 h 161255"/>
                      <a:gd name="connsiteX5" fmla="*/ 96694 w 103171"/>
                      <a:gd name="connsiteY5" fmla="*/ 160592 h 161255"/>
                      <a:gd name="connsiteX6" fmla="*/ 92598 w 103171"/>
                      <a:gd name="connsiteY6" fmla="*/ 156496 h 161255"/>
                      <a:gd name="connsiteX7" fmla="*/ 33734 w 103171"/>
                      <a:gd name="connsiteY7" fmla="*/ 83915 h 161255"/>
                      <a:gd name="connsiteX8" fmla="*/ 2397 w 103171"/>
                      <a:gd name="connsiteY8" fmla="*/ 49911 h 161255"/>
                      <a:gd name="connsiteX9" fmla="*/ 18303 w 103171"/>
                      <a:gd name="connsiteY9" fmla="*/ 29813 h 161255"/>
                      <a:gd name="connsiteX10" fmla="*/ 36210 w 103171"/>
                      <a:gd name="connsiteY10" fmla="*/ 17335 h 161255"/>
                      <a:gd name="connsiteX11" fmla="*/ 49355 w 103171"/>
                      <a:gd name="connsiteY11" fmla="*/ 0 h 161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3171" h="161255">
                        <a:moveTo>
                          <a:pt x="49355" y="0"/>
                        </a:moveTo>
                        <a:cubicBezTo>
                          <a:pt x="53736" y="4096"/>
                          <a:pt x="56022" y="9906"/>
                          <a:pt x="58118" y="15526"/>
                        </a:cubicBezTo>
                        <a:cubicBezTo>
                          <a:pt x="71643" y="50768"/>
                          <a:pt x="84216" y="86392"/>
                          <a:pt x="95837" y="122301"/>
                        </a:cubicBezTo>
                        <a:cubicBezTo>
                          <a:pt x="99361" y="133159"/>
                          <a:pt x="102790" y="144209"/>
                          <a:pt x="103171" y="155543"/>
                        </a:cubicBezTo>
                        <a:cubicBezTo>
                          <a:pt x="103171" y="157163"/>
                          <a:pt x="103171" y="158972"/>
                          <a:pt x="102028" y="160115"/>
                        </a:cubicBezTo>
                        <a:cubicBezTo>
                          <a:pt x="100694" y="161544"/>
                          <a:pt x="98313" y="161544"/>
                          <a:pt x="96694" y="160592"/>
                        </a:cubicBezTo>
                        <a:cubicBezTo>
                          <a:pt x="94980" y="159639"/>
                          <a:pt x="93741" y="158020"/>
                          <a:pt x="92598" y="156496"/>
                        </a:cubicBezTo>
                        <a:cubicBezTo>
                          <a:pt x="74025" y="131445"/>
                          <a:pt x="54403" y="107252"/>
                          <a:pt x="33734" y="83915"/>
                        </a:cubicBezTo>
                        <a:cubicBezTo>
                          <a:pt x="23923" y="72866"/>
                          <a:pt x="10493" y="62198"/>
                          <a:pt x="2397" y="49911"/>
                        </a:cubicBezTo>
                        <a:cubicBezTo>
                          <a:pt x="-5986" y="37148"/>
                          <a:pt x="9635" y="34004"/>
                          <a:pt x="18303" y="29813"/>
                        </a:cubicBezTo>
                        <a:cubicBezTo>
                          <a:pt x="24876" y="26575"/>
                          <a:pt x="30876" y="22384"/>
                          <a:pt x="36210" y="17335"/>
                        </a:cubicBezTo>
                        <a:cubicBezTo>
                          <a:pt x="37639" y="16002"/>
                          <a:pt x="50879" y="1524"/>
                          <a:pt x="49355" y="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89" name="Forme libre : forme 14388">
                    <a:extLst>
                      <a:ext uri="{FF2B5EF4-FFF2-40B4-BE49-F238E27FC236}">
                        <a16:creationId xmlns:a16="http://schemas.microsoft.com/office/drawing/2014/main" id="{94EA0F77-4B1C-4085-81D2-63AA8013B832}"/>
                      </a:ext>
                    </a:extLst>
                  </p:cNvPr>
                  <p:cNvSpPr/>
                  <p:nvPr/>
                </p:nvSpPr>
                <p:spPr>
                  <a:xfrm>
                    <a:off x="7207019" y="1825867"/>
                    <a:ext cx="115912" cy="260297"/>
                  </a:xfrm>
                  <a:custGeom>
                    <a:avLst/>
                    <a:gdLst>
                      <a:gd name="connsiteX0" fmla="*/ 50945 w 115912"/>
                      <a:gd name="connsiteY0" fmla="*/ 3122 h 260297"/>
                      <a:gd name="connsiteX1" fmla="*/ 61327 w 115912"/>
                      <a:gd name="connsiteY1" fmla="*/ 74 h 260297"/>
                      <a:gd name="connsiteX2" fmla="*/ 72090 w 115912"/>
                      <a:gd name="connsiteY2" fmla="*/ 14743 h 260297"/>
                      <a:gd name="connsiteX3" fmla="*/ 77805 w 115912"/>
                      <a:gd name="connsiteY3" fmla="*/ 147998 h 260297"/>
                      <a:gd name="connsiteX4" fmla="*/ 114286 w 115912"/>
                      <a:gd name="connsiteY4" fmla="*/ 251534 h 260297"/>
                      <a:gd name="connsiteX5" fmla="*/ 115905 w 115912"/>
                      <a:gd name="connsiteY5" fmla="*/ 256583 h 260297"/>
                      <a:gd name="connsiteX6" fmla="*/ 112762 w 115912"/>
                      <a:gd name="connsiteY6" fmla="*/ 260297 h 260297"/>
                      <a:gd name="connsiteX7" fmla="*/ 109905 w 115912"/>
                      <a:gd name="connsiteY7" fmla="*/ 259250 h 260297"/>
                      <a:gd name="connsiteX8" fmla="*/ 54088 w 115912"/>
                      <a:gd name="connsiteY8" fmla="*/ 204862 h 260297"/>
                      <a:gd name="connsiteX9" fmla="*/ 45992 w 115912"/>
                      <a:gd name="connsiteY9" fmla="*/ 182002 h 260297"/>
                      <a:gd name="connsiteX10" fmla="*/ 5892 w 115912"/>
                      <a:gd name="connsiteY10" fmla="*/ 30173 h 260297"/>
                      <a:gd name="connsiteX11" fmla="*/ 653 w 115912"/>
                      <a:gd name="connsiteY11" fmla="*/ 14076 h 260297"/>
                      <a:gd name="connsiteX12" fmla="*/ 13988 w 115912"/>
                      <a:gd name="connsiteY12" fmla="*/ 11028 h 260297"/>
                      <a:gd name="connsiteX13" fmla="*/ 50945 w 115912"/>
                      <a:gd name="connsiteY13" fmla="*/ 3122 h 260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5912" h="260297">
                        <a:moveTo>
                          <a:pt x="50945" y="3122"/>
                        </a:moveTo>
                        <a:cubicBezTo>
                          <a:pt x="54183" y="1503"/>
                          <a:pt x="57708" y="-402"/>
                          <a:pt x="61327" y="74"/>
                        </a:cubicBezTo>
                        <a:cubicBezTo>
                          <a:pt x="67804" y="932"/>
                          <a:pt x="70757" y="8361"/>
                          <a:pt x="72090" y="14743"/>
                        </a:cubicBezTo>
                        <a:cubicBezTo>
                          <a:pt x="81234" y="58367"/>
                          <a:pt x="72090" y="103802"/>
                          <a:pt x="77805" y="147998"/>
                        </a:cubicBezTo>
                        <a:cubicBezTo>
                          <a:pt x="82568" y="184478"/>
                          <a:pt x="97236" y="218959"/>
                          <a:pt x="114286" y="251534"/>
                        </a:cubicBezTo>
                        <a:cubicBezTo>
                          <a:pt x="115143" y="253154"/>
                          <a:pt x="116001" y="254773"/>
                          <a:pt x="115905" y="256583"/>
                        </a:cubicBezTo>
                        <a:cubicBezTo>
                          <a:pt x="115905" y="258392"/>
                          <a:pt x="114572" y="260297"/>
                          <a:pt x="112762" y="260297"/>
                        </a:cubicBezTo>
                        <a:cubicBezTo>
                          <a:pt x="111714" y="260297"/>
                          <a:pt x="110762" y="259726"/>
                          <a:pt x="109905" y="259250"/>
                        </a:cubicBezTo>
                        <a:cubicBezTo>
                          <a:pt x="87521" y="245343"/>
                          <a:pt x="65613" y="228579"/>
                          <a:pt x="54088" y="204862"/>
                        </a:cubicBezTo>
                        <a:cubicBezTo>
                          <a:pt x="50564" y="197528"/>
                          <a:pt x="48087" y="189812"/>
                          <a:pt x="45992" y="182002"/>
                        </a:cubicBezTo>
                        <a:cubicBezTo>
                          <a:pt x="32276" y="131329"/>
                          <a:pt x="31133" y="76370"/>
                          <a:pt x="5892" y="30173"/>
                        </a:cubicBezTo>
                        <a:cubicBezTo>
                          <a:pt x="3796" y="26268"/>
                          <a:pt x="-1919" y="18648"/>
                          <a:pt x="653" y="14076"/>
                        </a:cubicBezTo>
                        <a:cubicBezTo>
                          <a:pt x="3034" y="9790"/>
                          <a:pt x="9987" y="10838"/>
                          <a:pt x="13988" y="11028"/>
                        </a:cubicBezTo>
                        <a:cubicBezTo>
                          <a:pt x="26847" y="11314"/>
                          <a:pt x="39610" y="8742"/>
                          <a:pt x="50945" y="312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90" name="Forme libre : forme 14389">
                    <a:extLst>
                      <a:ext uri="{FF2B5EF4-FFF2-40B4-BE49-F238E27FC236}">
                        <a16:creationId xmlns:a16="http://schemas.microsoft.com/office/drawing/2014/main" id="{F1DBB581-1226-4AB1-A909-E555CA111A26}"/>
                      </a:ext>
                    </a:extLst>
                  </p:cNvPr>
                  <p:cNvSpPr/>
                  <p:nvPr/>
                </p:nvSpPr>
                <p:spPr>
                  <a:xfrm>
                    <a:off x="7272028" y="2119572"/>
                    <a:ext cx="222822" cy="268506"/>
                  </a:xfrm>
                  <a:custGeom>
                    <a:avLst/>
                    <a:gdLst>
                      <a:gd name="connsiteX0" fmla="*/ 96426 w 222822"/>
                      <a:gd name="connsiteY0" fmla="*/ 91370 h 268506"/>
                      <a:gd name="connsiteX1" fmla="*/ 121667 w 222822"/>
                      <a:gd name="connsiteY1" fmla="*/ 117278 h 268506"/>
                      <a:gd name="connsiteX2" fmla="*/ 159005 w 222822"/>
                      <a:gd name="connsiteY2" fmla="*/ 173285 h 268506"/>
                      <a:gd name="connsiteX3" fmla="*/ 222823 w 222822"/>
                      <a:gd name="connsiteY3" fmla="*/ 266059 h 268506"/>
                      <a:gd name="connsiteX4" fmla="*/ 203582 w 222822"/>
                      <a:gd name="connsiteY4" fmla="*/ 264535 h 268506"/>
                      <a:gd name="connsiteX5" fmla="*/ 107475 w 222822"/>
                      <a:gd name="connsiteY5" fmla="*/ 164046 h 268506"/>
                      <a:gd name="connsiteX6" fmla="*/ 72328 w 222822"/>
                      <a:gd name="connsiteY6" fmla="*/ 106515 h 268506"/>
                      <a:gd name="connsiteX7" fmla="*/ 26132 w 222822"/>
                      <a:gd name="connsiteY7" fmla="*/ 35459 h 268506"/>
                      <a:gd name="connsiteX8" fmla="*/ 11653 w 222822"/>
                      <a:gd name="connsiteY8" fmla="*/ 20695 h 268506"/>
                      <a:gd name="connsiteX9" fmla="*/ 128 w 222822"/>
                      <a:gd name="connsiteY9" fmla="*/ 7455 h 268506"/>
                      <a:gd name="connsiteX10" fmla="*/ 4986 w 222822"/>
                      <a:gd name="connsiteY10" fmla="*/ 597 h 268506"/>
                      <a:gd name="connsiteX11" fmla="*/ 15368 w 222822"/>
                      <a:gd name="connsiteY11" fmla="*/ 3550 h 268506"/>
                      <a:gd name="connsiteX12" fmla="*/ 67851 w 222822"/>
                      <a:gd name="connsiteY12" fmla="*/ 59271 h 268506"/>
                      <a:gd name="connsiteX13" fmla="*/ 96426 w 222822"/>
                      <a:gd name="connsiteY13" fmla="*/ 91370 h 268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22822" h="268506">
                        <a:moveTo>
                          <a:pt x="96426" y="91370"/>
                        </a:moveTo>
                        <a:cubicBezTo>
                          <a:pt x="104808" y="100038"/>
                          <a:pt x="113761" y="108134"/>
                          <a:pt x="121667" y="117278"/>
                        </a:cubicBezTo>
                        <a:cubicBezTo>
                          <a:pt x="136431" y="134233"/>
                          <a:pt x="147290" y="154045"/>
                          <a:pt x="159005" y="173285"/>
                        </a:cubicBezTo>
                        <a:cubicBezTo>
                          <a:pt x="178627" y="205289"/>
                          <a:pt x="200725" y="235674"/>
                          <a:pt x="222823" y="266059"/>
                        </a:cubicBezTo>
                        <a:cubicBezTo>
                          <a:pt x="217679" y="270726"/>
                          <a:pt x="209583" y="267869"/>
                          <a:pt x="203582" y="264535"/>
                        </a:cubicBezTo>
                        <a:cubicBezTo>
                          <a:pt x="162815" y="241580"/>
                          <a:pt x="133193" y="203194"/>
                          <a:pt x="107475" y="164046"/>
                        </a:cubicBezTo>
                        <a:cubicBezTo>
                          <a:pt x="95093" y="145282"/>
                          <a:pt x="83377" y="126041"/>
                          <a:pt x="72328" y="106515"/>
                        </a:cubicBezTo>
                        <a:cubicBezTo>
                          <a:pt x="58421" y="81845"/>
                          <a:pt x="45372" y="56318"/>
                          <a:pt x="26132" y="35459"/>
                        </a:cubicBezTo>
                        <a:cubicBezTo>
                          <a:pt x="21464" y="30410"/>
                          <a:pt x="16511" y="25648"/>
                          <a:pt x="11653" y="20695"/>
                        </a:cubicBezTo>
                        <a:cubicBezTo>
                          <a:pt x="8510" y="17456"/>
                          <a:pt x="1081" y="11932"/>
                          <a:pt x="128" y="7455"/>
                        </a:cubicBezTo>
                        <a:cubicBezTo>
                          <a:pt x="-634" y="4217"/>
                          <a:pt x="2128" y="1645"/>
                          <a:pt x="4986" y="597"/>
                        </a:cubicBezTo>
                        <a:cubicBezTo>
                          <a:pt x="9272" y="-1022"/>
                          <a:pt x="12035" y="883"/>
                          <a:pt x="15368" y="3550"/>
                        </a:cubicBezTo>
                        <a:cubicBezTo>
                          <a:pt x="35276" y="19647"/>
                          <a:pt x="51563" y="39745"/>
                          <a:pt x="67851" y="59271"/>
                        </a:cubicBezTo>
                        <a:cubicBezTo>
                          <a:pt x="77186" y="70130"/>
                          <a:pt x="86425" y="81083"/>
                          <a:pt x="96426" y="9137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391" name="Forme libre : forme 14390">
                    <a:extLst>
                      <a:ext uri="{FF2B5EF4-FFF2-40B4-BE49-F238E27FC236}">
                        <a16:creationId xmlns:a16="http://schemas.microsoft.com/office/drawing/2014/main" id="{2B71E84B-3154-4782-8D4C-BAA6D55156AA}"/>
                      </a:ext>
                    </a:extLst>
                  </p:cNvPr>
                  <p:cNvSpPr/>
                  <p:nvPr/>
                </p:nvSpPr>
                <p:spPr>
                  <a:xfrm>
                    <a:off x="7353725" y="2310448"/>
                    <a:ext cx="84491" cy="128785"/>
                  </a:xfrm>
                  <a:custGeom>
                    <a:avLst/>
                    <a:gdLst>
                      <a:gd name="connsiteX0" fmla="*/ 42543 w 84491"/>
                      <a:gd name="connsiteY0" fmla="*/ 52894 h 128785"/>
                      <a:gd name="connsiteX1" fmla="*/ 75118 w 84491"/>
                      <a:gd name="connsiteY1" fmla="*/ 89184 h 128785"/>
                      <a:gd name="connsiteX2" fmla="*/ 84453 w 84491"/>
                      <a:gd name="connsiteY2" fmla="*/ 109758 h 128785"/>
                      <a:gd name="connsiteX3" fmla="*/ 82071 w 84491"/>
                      <a:gd name="connsiteY3" fmla="*/ 124236 h 128785"/>
                      <a:gd name="connsiteX4" fmla="*/ 80262 w 84491"/>
                      <a:gd name="connsiteY4" fmla="*/ 127855 h 128785"/>
                      <a:gd name="connsiteX5" fmla="*/ 75118 w 84491"/>
                      <a:gd name="connsiteY5" fmla="*/ 128141 h 128785"/>
                      <a:gd name="connsiteX6" fmla="*/ 71403 w 84491"/>
                      <a:gd name="connsiteY6" fmla="*/ 124141 h 128785"/>
                      <a:gd name="connsiteX7" fmla="*/ 65879 w 84491"/>
                      <a:gd name="connsiteY7" fmla="*/ 110425 h 128785"/>
                      <a:gd name="connsiteX8" fmla="*/ 23969 w 84491"/>
                      <a:gd name="connsiteY8" fmla="*/ 40130 h 128785"/>
                      <a:gd name="connsiteX9" fmla="*/ 1299 w 84491"/>
                      <a:gd name="connsiteY9" fmla="*/ 5935 h 128785"/>
                      <a:gd name="connsiteX10" fmla="*/ 4919 w 84491"/>
                      <a:gd name="connsiteY10" fmla="*/ 982 h 128785"/>
                      <a:gd name="connsiteX11" fmla="*/ 14920 w 84491"/>
                      <a:gd name="connsiteY11" fmla="*/ 16127 h 128785"/>
                      <a:gd name="connsiteX12" fmla="*/ 42543 w 84491"/>
                      <a:gd name="connsiteY12" fmla="*/ 52894 h 128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4491" h="128785">
                        <a:moveTo>
                          <a:pt x="42543" y="52894"/>
                        </a:moveTo>
                        <a:cubicBezTo>
                          <a:pt x="53306" y="64990"/>
                          <a:pt x="65212" y="76230"/>
                          <a:pt x="75118" y="89184"/>
                        </a:cubicBezTo>
                        <a:cubicBezTo>
                          <a:pt x="79785" y="95280"/>
                          <a:pt x="84072" y="102138"/>
                          <a:pt x="84453" y="109758"/>
                        </a:cubicBezTo>
                        <a:cubicBezTo>
                          <a:pt x="84738" y="114711"/>
                          <a:pt x="83405" y="119569"/>
                          <a:pt x="82071" y="124236"/>
                        </a:cubicBezTo>
                        <a:cubicBezTo>
                          <a:pt x="81690" y="125569"/>
                          <a:pt x="81309" y="126903"/>
                          <a:pt x="80262" y="127855"/>
                        </a:cubicBezTo>
                        <a:cubicBezTo>
                          <a:pt x="78833" y="129094"/>
                          <a:pt x="76737" y="128998"/>
                          <a:pt x="75118" y="128141"/>
                        </a:cubicBezTo>
                        <a:cubicBezTo>
                          <a:pt x="73499" y="127284"/>
                          <a:pt x="72356" y="125760"/>
                          <a:pt x="71403" y="124141"/>
                        </a:cubicBezTo>
                        <a:cubicBezTo>
                          <a:pt x="68832" y="119854"/>
                          <a:pt x="67498" y="115092"/>
                          <a:pt x="65879" y="110425"/>
                        </a:cubicBezTo>
                        <a:cubicBezTo>
                          <a:pt x="56830" y="84421"/>
                          <a:pt x="39971" y="62228"/>
                          <a:pt x="23969" y="40130"/>
                        </a:cubicBezTo>
                        <a:cubicBezTo>
                          <a:pt x="15968" y="29081"/>
                          <a:pt x="8062" y="17842"/>
                          <a:pt x="1299" y="5935"/>
                        </a:cubicBezTo>
                        <a:cubicBezTo>
                          <a:pt x="-891" y="2030"/>
                          <a:pt x="-701" y="-1875"/>
                          <a:pt x="4919" y="982"/>
                        </a:cubicBezTo>
                        <a:cubicBezTo>
                          <a:pt x="9396" y="3268"/>
                          <a:pt x="12348" y="11936"/>
                          <a:pt x="14920" y="16127"/>
                        </a:cubicBezTo>
                        <a:cubicBezTo>
                          <a:pt x="23016" y="29081"/>
                          <a:pt x="32351" y="41464"/>
                          <a:pt x="42543" y="5289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392" name="Forme libre : forme 14391">
                  <a:extLst>
                    <a:ext uri="{FF2B5EF4-FFF2-40B4-BE49-F238E27FC236}">
                      <a16:creationId xmlns:a16="http://schemas.microsoft.com/office/drawing/2014/main" id="{DFA2B458-7F04-4212-893C-F5D4BB918E73}"/>
                    </a:ext>
                  </a:extLst>
                </p:cNvPr>
                <p:cNvSpPr/>
                <p:nvPr/>
              </p:nvSpPr>
              <p:spPr>
                <a:xfrm>
                  <a:off x="7063783" y="1949063"/>
                  <a:ext cx="102741" cy="72828"/>
                </a:xfrm>
                <a:custGeom>
                  <a:avLst/>
                  <a:gdLst>
                    <a:gd name="connsiteX0" fmla="*/ 39877 w 102741"/>
                    <a:gd name="connsiteY0" fmla="*/ 45756 h 72828"/>
                    <a:gd name="connsiteX1" fmla="*/ 92074 w 102741"/>
                    <a:gd name="connsiteY1" fmla="*/ 71093 h 72828"/>
                    <a:gd name="connsiteX2" fmla="*/ 102742 w 102741"/>
                    <a:gd name="connsiteY2" fmla="*/ 71855 h 72828"/>
                    <a:gd name="connsiteX3" fmla="*/ 83787 w 102741"/>
                    <a:gd name="connsiteY3" fmla="*/ 57282 h 72828"/>
                    <a:gd name="connsiteX4" fmla="*/ 62165 w 102741"/>
                    <a:gd name="connsiteY4" fmla="*/ 39756 h 72828"/>
                    <a:gd name="connsiteX5" fmla="*/ 18922 w 102741"/>
                    <a:gd name="connsiteY5" fmla="*/ 3180 h 72828"/>
                    <a:gd name="connsiteX6" fmla="*/ 538 w 102741"/>
                    <a:gd name="connsiteY6" fmla="*/ 6323 h 72828"/>
                    <a:gd name="connsiteX7" fmla="*/ 11492 w 102741"/>
                    <a:gd name="connsiteY7" fmla="*/ 27754 h 72828"/>
                    <a:gd name="connsiteX8" fmla="*/ 39877 w 102741"/>
                    <a:gd name="connsiteY8" fmla="*/ 45756 h 72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2741" h="72828">
                      <a:moveTo>
                        <a:pt x="39877" y="45756"/>
                      </a:moveTo>
                      <a:cubicBezTo>
                        <a:pt x="57022" y="54805"/>
                        <a:pt x="74167" y="63759"/>
                        <a:pt x="92074" y="71093"/>
                      </a:cubicBezTo>
                      <a:cubicBezTo>
                        <a:pt x="95503" y="72522"/>
                        <a:pt x="99598" y="73760"/>
                        <a:pt x="102742" y="71855"/>
                      </a:cubicBezTo>
                      <a:cubicBezTo>
                        <a:pt x="96455" y="66997"/>
                        <a:pt x="90073" y="62139"/>
                        <a:pt x="83787" y="57282"/>
                      </a:cubicBezTo>
                      <a:cubicBezTo>
                        <a:pt x="76453" y="51662"/>
                        <a:pt x="69023" y="45947"/>
                        <a:pt x="62165" y="39756"/>
                      </a:cubicBezTo>
                      <a:cubicBezTo>
                        <a:pt x="48259" y="27183"/>
                        <a:pt x="35971" y="11847"/>
                        <a:pt x="18922" y="3180"/>
                      </a:cubicBezTo>
                      <a:cubicBezTo>
                        <a:pt x="12349" y="-154"/>
                        <a:pt x="3396" y="-3012"/>
                        <a:pt x="538" y="6323"/>
                      </a:cubicBezTo>
                      <a:cubicBezTo>
                        <a:pt x="-2129" y="14991"/>
                        <a:pt x="5682" y="22611"/>
                        <a:pt x="11492" y="27754"/>
                      </a:cubicBezTo>
                      <a:cubicBezTo>
                        <a:pt x="19874" y="35279"/>
                        <a:pt x="29971" y="40518"/>
                        <a:pt x="39877" y="45756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393" name="Forme libre : forme 14392">
                  <a:extLst>
                    <a:ext uri="{FF2B5EF4-FFF2-40B4-BE49-F238E27FC236}">
                      <a16:creationId xmlns:a16="http://schemas.microsoft.com/office/drawing/2014/main" id="{57623701-E6E4-485D-848B-AD8D5123D564}"/>
                    </a:ext>
                  </a:extLst>
                </p:cNvPr>
                <p:cNvSpPr/>
                <p:nvPr/>
              </p:nvSpPr>
              <p:spPr>
                <a:xfrm>
                  <a:off x="7132459" y="1846939"/>
                  <a:ext cx="39463" cy="47484"/>
                </a:xfrm>
                <a:custGeom>
                  <a:avLst/>
                  <a:gdLst>
                    <a:gd name="connsiteX0" fmla="*/ 33779 w 39463"/>
                    <a:gd name="connsiteY0" fmla="*/ 46249 h 47484"/>
                    <a:gd name="connsiteX1" fmla="*/ 39208 w 39463"/>
                    <a:gd name="connsiteY1" fmla="*/ 46439 h 47484"/>
                    <a:gd name="connsiteX2" fmla="*/ 39113 w 39463"/>
                    <a:gd name="connsiteY2" fmla="*/ 43486 h 47484"/>
                    <a:gd name="connsiteX3" fmla="*/ 3871 w 39463"/>
                    <a:gd name="connsiteY3" fmla="*/ 1481 h 47484"/>
                    <a:gd name="connsiteX4" fmla="*/ 33779 w 39463"/>
                    <a:gd name="connsiteY4" fmla="*/ 46249 h 47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463" h="47484">
                      <a:moveTo>
                        <a:pt x="33779" y="46249"/>
                      </a:moveTo>
                      <a:cubicBezTo>
                        <a:pt x="35494" y="47392"/>
                        <a:pt x="38256" y="48249"/>
                        <a:pt x="39208" y="46439"/>
                      </a:cubicBezTo>
                      <a:cubicBezTo>
                        <a:pt x="39685" y="45582"/>
                        <a:pt x="39399" y="44439"/>
                        <a:pt x="39113" y="43486"/>
                      </a:cubicBezTo>
                      <a:cubicBezTo>
                        <a:pt x="35017" y="31009"/>
                        <a:pt x="24159" y="-8044"/>
                        <a:pt x="3871" y="1481"/>
                      </a:cubicBezTo>
                      <a:cubicBezTo>
                        <a:pt x="-12227" y="9006"/>
                        <a:pt x="26635" y="41486"/>
                        <a:pt x="33779" y="46249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394" name="Forme libre : forme 14393">
                  <a:extLst>
                    <a:ext uri="{FF2B5EF4-FFF2-40B4-BE49-F238E27FC236}">
                      <a16:creationId xmlns:a16="http://schemas.microsoft.com/office/drawing/2014/main" id="{4E3B42D4-FA45-44F5-8A8F-54ECB268712D}"/>
                    </a:ext>
                  </a:extLst>
                </p:cNvPr>
                <p:cNvSpPr/>
                <p:nvPr/>
              </p:nvSpPr>
              <p:spPr>
                <a:xfrm>
                  <a:off x="7240940" y="1842820"/>
                  <a:ext cx="25660" cy="81005"/>
                </a:xfrm>
                <a:custGeom>
                  <a:avLst/>
                  <a:gdLst>
                    <a:gd name="connsiteX0" fmla="*/ 2927 w 25660"/>
                    <a:gd name="connsiteY0" fmla="*/ 39319 h 81005"/>
                    <a:gd name="connsiteX1" fmla="*/ 12738 w 25660"/>
                    <a:gd name="connsiteY1" fmla="*/ 77610 h 81005"/>
                    <a:gd name="connsiteX2" fmla="*/ 15976 w 25660"/>
                    <a:gd name="connsiteY2" fmla="*/ 80848 h 81005"/>
                    <a:gd name="connsiteX3" fmla="*/ 21025 w 25660"/>
                    <a:gd name="connsiteY3" fmla="*/ 78753 h 81005"/>
                    <a:gd name="connsiteX4" fmla="*/ 22739 w 25660"/>
                    <a:gd name="connsiteY4" fmla="*/ 73228 h 81005"/>
                    <a:gd name="connsiteX5" fmla="*/ 17786 w 25660"/>
                    <a:gd name="connsiteY5" fmla="*/ 7506 h 81005"/>
                    <a:gd name="connsiteX6" fmla="*/ 3022 w 25660"/>
                    <a:gd name="connsiteY6" fmla="*/ 2458 h 81005"/>
                    <a:gd name="connsiteX7" fmla="*/ 2927 w 25660"/>
                    <a:gd name="connsiteY7" fmla="*/ 39319 h 81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660" h="81005">
                      <a:moveTo>
                        <a:pt x="2927" y="39319"/>
                      </a:moveTo>
                      <a:cubicBezTo>
                        <a:pt x="4261" y="52559"/>
                        <a:pt x="6261" y="66085"/>
                        <a:pt x="12738" y="77610"/>
                      </a:cubicBezTo>
                      <a:cubicBezTo>
                        <a:pt x="13500" y="78943"/>
                        <a:pt x="14452" y="80372"/>
                        <a:pt x="15976" y="80848"/>
                      </a:cubicBezTo>
                      <a:cubicBezTo>
                        <a:pt x="17786" y="81420"/>
                        <a:pt x="19882" y="80372"/>
                        <a:pt x="21025" y="78753"/>
                      </a:cubicBezTo>
                      <a:cubicBezTo>
                        <a:pt x="22072" y="77134"/>
                        <a:pt x="22453" y="75133"/>
                        <a:pt x="22739" y="73228"/>
                      </a:cubicBezTo>
                      <a:cubicBezTo>
                        <a:pt x="25406" y="54083"/>
                        <a:pt x="29502" y="24365"/>
                        <a:pt x="17786" y="7506"/>
                      </a:cubicBezTo>
                      <a:cubicBezTo>
                        <a:pt x="14452" y="2743"/>
                        <a:pt x="8166" y="-3543"/>
                        <a:pt x="3022" y="2458"/>
                      </a:cubicBezTo>
                      <a:cubicBezTo>
                        <a:pt x="-3264" y="9887"/>
                        <a:pt x="2070" y="30461"/>
                        <a:pt x="2927" y="39319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395" name="Forme libre : forme 14394">
                  <a:extLst>
                    <a:ext uri="{FF2B5EF4-FFF2-40B4-BE49-F238E27FC236}">
                      <a16:creationId xmlns:a16="http://schemas.microsoft.com/office/drawing/2014/main" id="{752D1DB5-4FD3-4356-B1F3-6DEA150D7586}"/>
                    </a:ext>
                  </a:extLst>
                </p:cNvPr>
                <p:cNvSpPr/>
                <p:nvPr/>
              </p:nvSpPr>
              <p:spPr>
                <a:xfrm>
                  <a:off x="7180431" y="1976532"/>
                  <a:ext cx="115538" cy="129920"/>
                </a:xfrm>
                <a:custGeom>
                  <a:avLst/>
                  <a:gdLst>
                    <a:gd name="connsiteX0" fmla="*/ 50102 w 115538"/>
                    <a:gd name="connsiteY0" fmla="*/ 52006 h 129920"/>
                    <a:gd name="connsiteX1" fmla="*/ 46958 w 115538"/>
                    <a:gd name="connsiteY1" fmla="*/ 3334 h 129920"/>
                    <a:gd name="connsiteX2" fmla="*/ 58674 w 115538"/>
                    <a:gd name="connsiteY2" fmla="*/ 55721 h 129920"/>
                    <a:gd name="connsiteX3" fmla="*/ 89345 w 115538"/>
                    <a:gd name="connsiteY3" fmla="*/ 101060 h 129920"/>
                    <a:gd name="connsiteX4" fmla="*/ 115538 w 115538"/>
                    <a:gd name="connsiteY4" fmla="*/ 129921 h 129920"/>
                    <a:gd name="connsiteX5" fmla="*/ 43339 w 115538"/>
                    <a:gd name="connsiteY5" fmla="*/ 55435 h 129920"/>
                    <a:gd name="connsiteX6" fmla="*/ 10478 w 115538"/>
                    <a:gd name="connsiteY6" fmla="*/ 13621 h 129920"/>
                    <a:gd name="connsiteX7" fmla="*/ 0 w 115538"/>
                    <a:gd name="connsiteY7" fmla="*/ 0 h 129920"/>
                    <a:gd name="connsiteX8" fmla="*/ 9430 w 115538"/>
                    <a:gd name="connsiteY8" fmla="*/ 8858 h 129920"/>
                    <a:gd name="connsiteX9" fmla="*/ 22193 w 115538"/>
                    <a:gd name="connsiteY9" fmla="*/ 23717 h 129920"/>
                    <a:gd name="connsiteX10" fmla="*/ 50102 w 115538"/>
                    <a:gd name="connsiteY10" fmla="*/ 52006 h 129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538" h="129920">
                      <a:moveTo>
                        <a:pt x="50102" y="52006"/>
                      </a:moveTo>
                      <a:cubicBezTo>
                        <a:pt x="51435" y="35719"/>
                        <a:pt x="50387" y="19336"/>
                        <a:pt x="46958" y="3334"/>
                      </a:cubicBezTo>
                      <a:cubicBezTo>
                        <a:pt x="54864" y="19431"/>
                        <a:pt x="53245" y="38576"/>
                        <a:pt x="58674" y="55721"/>
                      </a:cubicBezTo>
                      <a:cubicBezTo>
                        <a:pt x="64294" y="73247"/>
                        <a:pt x="77057" y="87440"/>
                        <a:pt x="89345" y="101060"/>
                      </a:cubicBezTo>
                      <a:cubicBezTo>
                        <a:pt x="98108" y="110680"/>
                        <a:pt x="106775" y="120301"/>
                        <a:pt x="115538" y="129921"/>
                      </a:cubicBezTo>
                      <a:cubicBezTo>
                        <a:pt x="88678" y="108013"/>
                        <a:pt x="65246" y="82296"/>
                        <a:pt x="43339" y="55435"/>
                      </a:cubicBezTo>
                      <a:cubicBezTo>
                        <a:pt x="32099" y="41719"/>
                        <a:pt x="21336" y="27623"/>
                        <a:pt x="10478" y="13621"/>
                      </a:cubicBezTo>
                      <a:cubicBezTo>
                        <a:pt x="7049" y="9049"/>
                        <a:pt x="3238" y="4667"/>
                        <a:pt x="0" y="0"/>
                      </a:cubicBezTo>
                      <a:cubicBezTo>
                        <a:pt x="4477" y="1810"/>
                        <a:pt x="6477" y="5239"/>
                        <a:pt x="9430" y="8858"/>
                      </a:cubicBezTo>
                      <a:cubicBezTo>
                        <a:pt x="13525" y="13906"/>
                        <a:pt x="17812" y="18859"/>
                        <a:pt x="22193" y="23717"/>
                      </a:cubicBezTo>
                      <a:cubicBezTo>
                        <a:pt x="31147" y="33623"/>
                        <a:pt x="40386" y="43053"/>
                        <a:pt x="50102" y="52006"/>
                      </a:cubicBezTo>
                      <a:close/>
                    </a:path>
                  </a:pathLst>
                </a:custGeom>
                <a:solidFill>
                  <a:srgbClr val="6B359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396" name="Graphique 2">
                <a:extLst>
                  <a:ext uri="{FF2B5EF4-FFF2-40B4-BE49-F238E27FC236}">
                    <a16:creationId xmlns:a16="http://schemas.microsoft.com/office/drawing/2014/main" id="{21E59117-FD97-4755-9322-B2B3D6395866}"/>
                  </a:ext>
                </a:extLst>
              </p:cNvPr>
              <p:cNvGrpSpPr/>
              <p:nvPr/>
            </p:nvGrpSpPr>
            <p:grpSpPr>
              <a:xfrm>
                <a:off x="8546263" y="4344193"/>
                <a:ext cx="608132" cy="808989"/>
                <a:chOff x="8546263" y="4344193"/>
                <a:chExt cx="608132" cy="808989"/>
              </a:xfrm>
              <a:solidFill>
                <a:schemeClr val="accent1"/>
              </a:solidFill>
            </p:grpSpPr>
            <p:grpSp>
              <p:nvGrpSpPr>
                <p:cNvPr id="14397" name="Graphique 2">
                  <a:extLst>
                    <a:ext uri="{FF2B5EF4-FFF2-40B4-BE49-F238E27FC236}">
                      <a16:creationId xmlns:a16="http://schemas.microsoft.com/office/drawing/2014/main" id="{8F98FE27-BB7F-4F8E-92C0-FAD64C842227}"/>
                    </a:ext>
                  </a:extLst>
                </p:cNvPr>
                <p:cNvGrpSpPr/>
                <p:nvPr/>
              </p:nvGrpSpPr>
              <p:grpSpPr>
                <a:xfrm>
                  <a:off x="8546263" y="4344193"/>
                  <a:ext cx="608132" cy="808989"/>
                  <a:chOff x="8546263" y="4344193"/>
                  <a:chExt cx="608132" cy="808989"/>
                </a:xfrm>
                <a:solidFill>
                  <a:schemeClr val="accent1"/>
                </a:solidFill>
              </p:grpSpPr>
              <p:sp>
                <p:nvSpPr>
                  <p:cNvPr id="14398" name="Forme libre : forme 14397">
                    <a:extLst>
                      <a:ext uri="{FF2B5EF4-FFF2-40B4-BE49-F238E27FC236}">
                        <a16:creationId xmlns:a16="http://schemas.microsoft.com/office/drawing/2014/main" id="{B63585A8-886E-42A3-B08F-DDA47E8CABD4}"/>
                      </a:ext>
                    </a:extLst>
                  </p:cNvPr>
                  <p:cNvSpPr/>
                  <p:nvPr/>
                </p:nvSpPr>
                <p:spPr>
                  <a:xfrm>
                    <a:off x="8546263" y="4344193"/>
                    <a:ext cx="558027" cy="724439"/>
                  </a:xfrm>
                  <a:custGeom>
                    <a:avLst/>
                    <a:gdLst>
                      <a:gd name="connsiteX0" fmla="*/ 558027 w 558027"/>
                      <a:gd name="connsiteY0" fmla="*/ 541179 h 724439"/>
                      <a:gd name="connsiteX1" fmla="*/ 421820 w 558027"/>
                      <a:gd name="connsiteY1" fmla="*/ 441547 h 724439"/>
                      <a:gd name="connsiteX2" fmla="*/ 269039 w 558027"/>
                      <a:gd name="connsiteY2" fmla="*/ 301816 h 724439"/>
                      <a:gd name="connsiteX3" fmla="*/ 127307 w 558027"/>
                      <a:gd name="connsiteY3" fmla="*/ 63595 h 724439"/>
                      <a:gd name="connsiteX4" fmla="*/ 102066 w 558027"/>
                      <a:gd name="connsiteY4" fmla="*/ 4064 h 724439"/>
                      <a:gd name="connsiteX5" fmla="*/ 69014 w 558027"/>
                      <a:gd name="connsiteY5" fmla="*/ 50260 h 724439"/>
                      <a:gd name="connsiteX6" fmla="*/ 59203 w 558027"/>
                      <a:gd name="connsiteY6" fmla="*/ 55880 h 724439"/>
                      <a:gd name="connsiteX7" fmla="*/ 2625 w 558027"/>
                      <a:gd name="connsiteY7" fmla="*/ 61405 h 724439"/>
                      <a:gd name="connsiteX8" fmla="*/ 41582 w 558027"/>
                      <a:gd name="connsiteY8" fmla="*/ 112935 h 724439"/>
                      <a:gd name="connsiteX9" fmla="*/ 177313 w 558027"/>
                      <a:gd name="connsiteY9" fmla="*/ 354584 h 724439"/>
                      <a:gd name="connsiteX10" fmla="*/ 222176 w 558027"/>
                      <a:gd name="connsiteY10" fmla="*/ 556705 h 724439"/>
                      <a:gd name="connsiteX11" fmla="*/ 240559 w 558027"/>
                      <a:gd name="connsiteY11" fmla="*/ 724440 h 724439"/>
                      <a:gd name="connsiteX12" fmla="*/ 430964 w 558027"/>
                      <a:gd name="connsiteY12" fmla="*/ 690531 h 724439"/>
                      <a:gd name="connsiteX13" fmla="*/ 558027 w 558027"/>
                      <a:gd name="connsiteY13" fmla="*/ 541179 h 724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58027" h="724439">
                        <a:moveTo>
                          <a:pt x="558027" y="541179"/>
                        </a:moveTo>
                        <a:cubicBezTo>
                          <a:pt x="558027" y="541179"/>
                          <a:pt x="516403" y="498221"/>
                          <a:pt x="421820" y="441547"/>
                        </a:cubicBezTo>
                        <a:cubicBezTo>
                          <a:pt x="327237" y="384874"/>
                          <a:pt x="308663" y="366109"/>
                          <a:pt x="269039" y="301816"/>
                        </a:cubicBezTo>
                        <a:cubicBezTo>
                          <a:pt x="229415" y="237522"/>
                          <a:pt x="135022" y="77407"/>
                          <a:pt x="127307" y="63595"/>
                        </a:cubicBezTo>
                        <a:cubicBezTo>
                          <a:pt x="119592" y="49784"/>
                          <a:pt x="100827" y="20352"/>
                          <a:pt x="102066" y="4064"/>
                        </a:cubicBezTo>
                        <a:cubicBezTo>
                          <a:pt x="103304" y="-12224"/>
                          <a:pt x="64442" y="23971"/>
                          <a:pt x="69014" y="50260"/>
                        </a:cubicBezTo>
                        <a:lnTo>
                          <a:pt x="59203" y="55880"/>
                        </a:lnTo>
                        <a:cubicBezTo>
                          <a:pt x="38629" y="38830"/>
                          <a:pt x="-12044" y="54451"/>
                          <a:pt x="2625" y="61405"/>
                        </a:cubicBezTo>
                        <a:cubicBezTo>
                          <a:pt x="17389" y="68453"/>
                          <a:pt x="33391" y="99409"/>
                          <a:pt x="41582" y="112935"/>
                        </a:cubicBezTo>
                        <a:cubicBezTo>
                          <a:pt x="49774" y="126556"/>
                          <a:pt x="141404" y="288195"/>
                          <a:pt x="177313" y="354584"/>
                        </a:cubicBezTo>
                        <a:cubicBezTo>
                          <a:pt x="213318" y="420973"/>
                          <a:pt x="220366" y="446500"/>
                          <a:pt x="222176" y="556705"/>
                        </a:cubicBezTo>
                        <a:cubicBezTo>
                          <a:pt x="223986" y="666909"/>
                          <a:pt x="240559" y="724440"/>
                          <a:pt x="240559" y="724440"/>
                        </a:cubicBezTo>
                        <a:lnTo>
                          <a:pt x="430964" y="690531"/>
                        </a:lnTo>
                        <a:lnTo>
                          <a:pt x="558027" y="541179"/>
                        </a:ln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grpSp>
                <p:nvGrpSpPr>
                  <p:cNvPr id="14399" name="Graphique 2">
                    <a:extLst>
                      <a:ext uri="{FF2B5EF4-FFF2-40B4-BE49-F238E27FC236}">
                        <a16:creationId xmlns:a16="http://schemas.microsoft.com/office/drawing/2014/main" id="{CFF432AB-594F-42BA-8792-A9143800882C}"/>
                      </a:ext>
                    </a:extLst>
                  </p:cNvPr>
                  <p:cNvGrpSpPr/>
                  <p:nvPr/>
                </p:nvGrpSpPr>
                <p:grpSpPr>
                  <a:xfrm>
                    <a:off x="8887204" y="4939758"/>
                    <a:ext cx="188156" cy="197058"/>
                    <a:chOff x="8887204" y="4939758"/>
                    <a:chExt cx="188156" cy="197058"/>
                  </a:xfrm>
                  <a:solidFill>
                    <a:schemeClr val="accent1"/>
                  </a:solidFill>
                </p:grpSpPr>
                <p:sp>
                  <p:nvSpPr>
                    <p:cNvPr id="14400" name="Forme libre : forme 14399">
                      <a:extLst>
                        <a:ext uri="{FF2B5EF4-FFF2-40B4-BE49-F238E27FC236}">
                          <a16:creationId xmlns:a16="http://schemas.microsoft.com/office/drawing/2014/main" id="{123200DF-3BA4-44A1-94E9-7C0BA6B8CB70}"/>
                        </a:ext>
                      </a:extLst>
                    </p:cNvPr>
                    <p:cNvSpPr/>
                    <p:nvPr/>
                  </p:nvSpPr>
                  <p:spPr>
                    <a:xfrm rot="-1802346">
                      <a:off x="8916892" y="4961705"/>
                      <a:ext cx="128780" cy="153164"/>
                    </a:xfrm>
                    <a:custGeom>
                      <a:avLst/>
                      <a:gdLst>
                        <a:gd name="connsiteX0" fmla="*/ 128780 w 128780"/>
                        <a:gd name="connsiteY0" fmla="*/ 76582 h 153164"/>
                        <a:gd name="connsiteX1" fmla="*/ 64390 w 128780"/>
                        <a:gd name="connsiteY1" fmla="*/ 153165 h 153164"/>
                        <a:gd name="connsiteX2" fmla="*/ 0 w 128780"/>
                        <a:gd name="connsiteY2" fmla="*/ 76582 h 153164"/>
                        <a:gd name="connsiteX3" fmla="*/ 64390 w 128780"/>
                        <a:gd name="connsiteY3" fmla="*/ 0 h 153164"/>
                        <a:gd name="connsiteX4" fmla="*/ 128780 w 128780"/>
                        <a:gd name="connsiteY4" fmla="*/ 76582 h 153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80" h="153164">
                          <a:moveTo>
                            <a:pt x="128780" y="76582"/>
                          </a:moveTo>
                          <a:cubicBezTo>
                            <a:pt x="128780" y="118878"/>
                            <a:pt x="99952" y="153165"/>
                            <a:pt x="64390" y="153165"/>
                          </a:cubicBezTo>
                          <a:cubicBezTo>
                            <a:pt x="28828" y="153165"/>
                            <a:pt x="0" y="118878"/>
                            <a:pt x="0" y="76582"/>
                          </a:cubicBezTo>
                          <a:cubicBezTo>
                            <a:pt x="0" y="34287"/>
                            <a:pt x="28828" y="0"/>
                            <a:pt x="64390" y="0"/>
                          </a:cubicBezTo>
                          <a:cubicBezTo>
                            <a:pt x="99952" y="0"/>
                            <a:pt x="128780" y="34287"/>
                            <a:pt x="128780" y="76582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01" name="Forme libre : forme 14400">
                      <a:extLst>
                        <a:ext uri="{FF2B5EF4-FFF2-40B4-BE49-F238E27FC236}">
                          <a16:creationId xmlns:a16="http://schemas.microsoft.com/office/drawing/2014/main" id="{8B43A168-2057-4CCB-9831-7A33353E5C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13615" y="4964668"/>
                      <a:ext cx="116952" cy="131681"/>
                    </a:xfrm>
                    <a:custGeom>
                      <a:avLst/>
                      <a:gdLst>
                        <a:gd name="connsiteX0" fmla="*/ 34370 w 116952"/>
                        <a:gd name="connsiteY0" fmla="*/ 131682 h 131681"/>
                        <a:gd name="connsiteX1" fmla="*/ 27989 w 116952"/>
                        <a:gd name="connsiteY1" fmla="*/ 122157 h 131681"/>
                        <a:gd name="connsiteX2" fmla="*/ 45419 w 116952"/>
                        <a:gd name="connsiteY2" fmla="*/ 23668 h 131681"/>
                        <a:gd name="connsiteX3" fmla="*/ 116952 w 116952"/>
                        <a:gd name="connsiteY3" fmla="*/ 31955 h 131681"/>
                        <a:gd name="connsiteX4" fmla="*/ 29322 w 116952"/>
                        <a:gd name="connsiteY4" fmla="*/ 7381 h 131681"/>
                        <a:gd name="connsiteX5" fmla="*/ 11891 w 116952"/>
                        <a:gd name="connsiteY5" fmla="*/ 105869 h 131681"/>
                        <a:gd name="connsiteX6" fmla="*/ 34370 w 116952"/>
                        <a:gd name="connsiteY6" fmla="*/ 131682 h 131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6952" h="131681">
                          <a:moveTo>
                            <a:pt x="34370" y="131682"/>
                          </a:moveTo>
                          <a:cubicBezTo>
                            <a:pt x="32084" y="128729"/>
                            <a:pt x="29894" y="125586"/>
                            <a:pt x="27989" y="122157"/>
                          </a:cubicBezTo>
                          <a:cubicBezTo>
                            <a:pt x="6843" y="85581"/>
                            <a:pt x="14749" y="41671"/>
                            <a:pt x="45419" y="23668"/>
                          </a:cubicBezTo>
                          <a:cubicBezTo>
                            <a:pt x="69422" y="9572"/>
                            <a:pt x="99998" y="13953"/>
                            <a:pt x="116952" y="31955"/>
                          </a:cubicBezTo>
                          <a:cubicBezTo>
                            <a:pt x="94473" y="2428"/>
                            <a:pt x="57230" y="-8717"/>
                            <a:pt x="29322" y="7381"/>
                          </a:cubicBezTo>
                          <a:cubicBezTo>
                            <a:pt x="-1444" y="25192"/>
                            <a:pt x="-9254" y="69293"/>
                            <a:pt x="11891" y="105869"/>
                          </a:cubicBezTo>
                          <a:cubicBezTo>
                            <a:pt x="17797" y="116347"/>
                            <a:pt x="25607" y="124919"/>
                            <a:pt x="34370" y="131682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02" name="Forme libre : forme 14401">
                      <a:extLst>
                        <a:ext uri="{FF2B5EF4-FFF2-40B4-BE49-F238E27FC236}">
                          <a16:creationId xmlns:a16="http://schemas.microsoft.com/office/drawing/2014/main" id="{4818FC88-0F1A-45AD-827B-201C2311BB5A}"/>
                        </a:ext>
                      </a:extLst>
                    </p:cNvPr>
                    <p:cNvSpPr/>
                    <p:nvPr/>
                  </p:nvSpPr>
                  <p:spPr>
                    <a:xfrm rot="-521110">
                      <a:off x="8983139" y="5015394"/>
                      <a:ext cx="59243" cy="74864"/>
                    </a:xfrm>
                    <a:custGeom>
                      <a:avLst/>
                      <a:gdLst>
                        <a:gd name="connsiteX0" fmla="*/ 59244 w 59243"/>
                        <a:gd name="connsiteY0" fmla="*/ 37432 h 74864"/>
                        <a:gd name="connsiteX1" fmla="*/ 29622 w 59243"/>
                        <a:gd name="connsiteY1" fmla="*/ 74864 h 74864"/>
                        <a:gd name="connsiteX2" fmla="*/ 0 w 59243"/>
                        <a:gd name="connsiteY2" fmla="*/ 37432 h 74864"/>
                        <a:gd name="connsiteX3" fmla="*/ 29622 w 59243"/>
                        <a:gd name="connsiteY3" fmla="*/ 0 h 74864"/>
                        <a:gd name="connsiteX4" fmla="*/ 59244 w 59243"/>
                        <a:gd name="connsiteY4" fmla="*/ 37432 h 74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3" h="74864">
                          <a:moveTo>
                            <a:pt x="59244" y="37432"/>
                          </a:moveTo>
                          <a:cubicBezTo>
                            <a:pt x="59244" y="58105"/>
                            <a:pt x="45981" y="74864"/>
                            <a:pt x="29622" y="74864"/>
                          </a:cubicBezTo>
                          <a:cubicBezTo>
                            <a:pt x="13262" y="74864"/>
                            <a:pt x="0" y="58105"/>
                            <a:pt x="0" y="37432"/>
                          </a:cubicBezTo>
                          <a:cubicBezTo>
                            <a:pt x="0" y="16759"/>
                            <a:pt x="13262" y="0"/>
                            <a:pt x="29622" y="0"/>
                          </a:cubicBezTo>
                          <a:cubicBezTo>
                            <a:pt x="45981" y="0"/>
                            <a:pt x="59244" y="16759"/>
                            <a:pt x="59244" y="37432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03" name="Forme libre : forme 14402">
                      <a:extLst>
                        <a:ext uri="{FF2B5EF4-FFF2-40B4-BE49-F238E27FC236}">
                          <a16:creationId xmlns:a16="http://schemas.microsoft.com/office/drawing/2014/main" id="{24B37BE6-D7D0-4BD0-9CB0-04A64AB4D7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98372" y="5079491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4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4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9" y="17907"/>
                            <a:pt x="8954" y="17907"/>
                          </a:cubicBezTo>
                          <a:cubicBezTo>
                            <a:pt x="4009" y="17907"/>
                            <a:pt x="0" y="13899"/>
                            <a:pt x="0" y="8954"/>
                          </a:cubicBezTo>
                          <a:cubicBezTo>
                            <a:pt x="0" y="4009"/>
                            <a:pt x="4008" y="0"/>
                            <a:pt x="8954" y="0"/>
                          </a:cubicBezTo>
                          <a:cubicBezTo>
                            <a:pt x="13898" y="0"/>
                            <a:pt x="17907" y="4008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404" name="Graphique 2">
                    <a:extLst>
                      <a:ext uri="{FF2B5EF4-FFF2-40B4-BE49-F238E27FC236}">
                        <a16:creationId xmlns:a16="http://schemas.microsoft.com/office/drawing/2014/main" id="{17D01677-CF44-4C3D-8631-5821D802A2D8}"/>
                      </a:ext>
                    </a:extLst>
                  </p:cNvPr>
                  <p:cNvGrpSpPr/>
                  <p:nvPr/>
                </p:nvGrpSpPr>
                <p:grpSpPr>
                  <a:xfrm>
                    <a:off x="8966239" y="4834865"/>
                    <a:ext cx="188156" cy="197058"/>
                    <a:chOff x="8966239" y="4834865"/>
                    <a:chExt cx="188156" cy="197058"/>
                  </a:xfrm>
                  <a:solidFill>
                    <a:schemeClr val="accent1"/>
                  </a:solidFill>
                </p:grpSpPr>
                <p:sp>
                  <p:nvSpPr>
                    <p:cNvPr id="14405" name="Forme libre : forme 14404">
                      <a:extLst>
                        <a:ext uri="{FF2B5EF4-FFF2-40B4-BE49-F238E27FC236}">
                          <a16:creationId xmlns:a16="http://schemas.microsoft.com/office/drawing/2014/main" id="{FA0040E5-0D6E-4273-BD46-625309BEF29C}"/>
                        </a:ext>
                      </a:extLst>
                    </p:cNvPr>
                    <p:cNvSpPr/>
                    <p:nvPr/>
                  </p:nvSpPr>
                  <p:spPr>
                    <a:xfrm rot="-1802346">
                      <a:off x="8995927" y="4856812"/>
                      <a:ext cx="128780" cy="153164"/>
                    </a:xfrm>
                    <a:custGeom>
                      <a:avLst/>
                      <a:gdLst>
                        <a:gd name="connsiteX0" fmla="*/ 128780 w 128780"/>
                        <a:gd name="connsiteY0" fmla="*/ 76583 h 153164"/>
                        <a:gd name="connsiteX1" fmla="*/ 64390 w 128780"/>
                        <a:gd name="connsiteY1" fmla="*/ 153165 h 153164"/>
                        <a:gd name="connsiteX2" fmla="*/ 0 w 128780"/>
                        <a:gd name="connsiteY2" fmla="*/ 76583 h 153164"/>
                        <a:gd name="connsiteX3" fmla="*/ 64390 w 128780"/>
                        <a:gd name="connsiteY3" fmla="*/ 0 h 153164"/>
                        <a:gd name="connsiteX4" fmla="*/ 128780 w 128780"/>
                        <a:gd name="connsiteY4" fmla="*/ 76583 h 153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80" h="153164">
                          <a:moveTo>
                            <a:pt x="128780" y="76583"/>
                          </a:moveTo>
                          <a:cubicBezTo>
                            <a:pt x="128780" y="118878"/>
                            <a:pt x="99952" y="153165"/>
                            <a:pt x="64390" y="153165"/>
                          </a:cubicBezTo>
                          <a:cubicBezTo>
                            <a:pt x="28828" y="153165"/>
                            <a:pt x="0" y="118878"/>
                            <a:pt x="0" y="76583"/>
                          </a:cubicBezTo>
                          <a:cubicBezTo>
                            <a:pt x="0" y="34287"/>
                            <a:pt x="28828" y="0"/>
                            <a:pt x="64390" y="0"/>
                          </a:cubicBezTo>
                          <a:cubicBezTo>
                            <a:pt x="99952" y="0"/>
                            <a:pt x="128780" y="34287"/>
                            <a:pt x="128780" y="76583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06" name="Forme libre : forme 14405">
                      <a:extLst>
                        <a:ext uri="{FF2B5EF4-FFF2-40B4-BE49-F238E27FC236}">
                          <a16:creationId xmlns:a16="http://schemas.microsoft.com/office/drawing/2014/main" id="{737D419C-5044-4465-A425-FD9FBD6439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92577" y="4859798"/>
                      <a:ext cx="116952" cy="131682"/>
                    </a:xfrm>
                    <a:custGeom>
                      <a:avLst/>
                      <a:gdLst>
                        <a:gd name="connsiteX0" fmla="*/ 34370 w 116952"/>
                        <a:gd name="connsiteY0" fmla="*/ 131682 h 131682"/>
                        <a:gd name="connsiteX1" fmla="*/ 27989 w 116952"/>
                        <a:gd name="connsiteY1" fmla="*/ 122157 h 131682"/>
                        <a:gd name="connsiteX2" fmla="*/ 45419 w 116952"/>
                        <a:gd name="connsiteY2" fmla="*/ 23669 h 131682"/>
                        <a:gd name="connsiteX3" fmla="*/ 116952 w 116952"/>
                        <a:gd name="connsiteY3" fmla="*/ 31955 h 131682"/>
                        <a:gd name="connsiteX4" fmla="*/ 29322 w 116952"/>
                        <a:gd name="connsiteY4" fmla="*/ 7381 h 131682"/>
                        <a:gd name="connsiteX5" fmla="*/ 11891 w 116952"/>
                        <a:gd name="connsiteY5" fmla="*/ 105869 h 131682"/>
                        <a:gd name="connsiteX6" fmla="*/ 34370 w 116952"/>
                        <a:gd name="connsiteY6" fmla="*/ 131682 h 131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6952" h="131682">
                          <a:moveTo>
                            <a:pt x="34370" y="131682"/>
                          </a:moveTo>
                          <a:cubicBezTo>
                            <a:pt x="32084" y="128729"/>
                            <a:pt x="29894" y="125586"/>
                            <a:pt x="27989" y="122157"/>
                          </a:cubicBezTo>
                          <a:cubicBezTo>
                            <a:pt x="6843" y="85581"/>
                            <a:pt x="14749" y="41671"/>
                            <a:pt x="45419" y="23669"/>
                          </a:cubicBezTo>
                          <a:cubicBezTo>
                            <a:pt x="69422" y="9572"/>
                            <a:pt x="99998" y="13953"/>
                            <a:pt x="116952" y="31955"/>
                          </a:cubicBezTo>
                          <a:cubicBezTo>
                            <a:pt x="94473" y="2428"/>
                            <a:pt x="57230" y="-8717"/>
                            <a:pt x="29322" y="7381"/>
                          </a:cubicBezTo>
                          <a:cubicBezTo>
                            <a:pt x="-1444" y="25192"/>
                            <a:pt x="-9254" y="69293"/>
                            <a:pt x="11891" y="105869"/>
                          </a:cubicBezTo>
                          <a:cubicBezTo>
                            <a:pt x="17892" y="116347"/>
                            <a:pt x="25703" y="125015"/>
                            <a:pt x="34370" y="131682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07" name="Forme libre : forme 14406">
                      <a:extLst>
                        <a:ext uri="{FF2B5EF4-FFF2-40B4-BE49-F238E27FC236}">
                          <a16:creationId xmlns:a16="http://schemas.microsoft.com/office/drawing/2014/main" id="{57E58368-5E88-463D-9B62-FB2EE5354480}"/>
                        </a:ext>
                      </a:extLst>
                    </p:cNvPr>
                    <p:cNvSpPr/>
                    <p:nvPr/>
                  </p:nvSpPr>
                  <p:spPr>
                    <a:xfrm rot="-521110">
                      <a:off x="9062095" y="4910537"/>
                      <a:ext cx="59243" cy="74864"/>
                    </a:xfrm>
                    <a:custGeom>
                      <a:avLst/>
                      <a:gdLst>
                        <a:gd name="connsiteX0" fmla="*/ 59244 w 59243"/>
                        <a:gd name="connsiteY0" fmla="*/ 37432 h 74864"/>
                        <a:gd name="connsiteX1" fmla="*/ 29622 w 59243"/>
                        <a:gd name="connsiteY1" fmla="*/ 74864 h 74864"/>
                        <a:gd name="connsiteX2" fmla="*/ 0 w 59243"/>
                        <a:gd name="connsiteY2" fmla="*/ 37432 h 74864"/>
                        <a:gd name="connsiteX3" fmla="*/ 29622 w 59243"/>
                        <a:gd name="connsiteY3" fmla="*/ 0 h 74864"/>
                        <a:gd name="connsiteX4" fmla="*/ 59244 w 59243"/>
                        <a:gd name="connsiteY4" fmla="*/ 37432 h 74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3" h="74864">
                          <a:moveTo>
                            <a:pt x="59244" y="37432"/>
                          </a:moveTo>
                          <a:cubicBezTo>
                            <a:pt x="59244" y="58105"/>
                            <a:pt x="45981" y="74864"/>
                            <a:pt x="29622" y="74864"/>
                          </a:cubicBezTo>
                          <a:cubicBezTo>
                            <a:pt x="13262" y="74864"/>
                            <a:pt x="0" y="58105"/>
                            <a:pt x="0" y="37432"/>
                          </a:cubicBezTo>
                          <a:cubicBezTo>
                            <a:pt x="0" y="16759"/>
                            <a:pt x="13262" y="0"/>
                            <a:pt x="29622" y="0"/>
                          </a:cubicBezTo>
                          <a:cubicBezTo>
                            <a:pt x="45981" y="0"/>
                            <a:pt x="59244" y="16759"/>
                            <a:pt x="59244" y="37432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08" name="Forme libre : forme 14407">
                      <a:extLst>
                        <a:ext uri="{FF2B5EF4-FFF2-40B4-BE49-F238E27FC236}">
                          <a16:creationId xmlns:a16="http://schemas.microsoft.com/office/drawing/2014/main" id="{62E0FC06-1400-40E2-BF2E-3947FBFAE5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77430" y="4974621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3"/>
                          </a:cubicBezTo>
                          <a:cubicBezTo>
                            <a:pt x="0" y="4009"/>
                            <a:pt x="4008" y="0"/>
                            <a:pt x="8953" y="0"/>
                          </a:cubicBezTo>
                          <a:cubicBezTo>
                            <a:pt x="13898" y="0"/>
                            <a:pt x="17907" y="4008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409" name="Graphique 2">
                    <a:extLst>
                      <a:ext uri="{FF2B5EF4-FFF2-40B4-BE49-F238E27FC236}">
                        <a16:creationId xmlns:a16="http://schemas.microsoft.com/office/drawing/2014/main" id="{66321557-8DB0-4F69-ABC2-C09071F19B53}"/>
                      </a:ext>
                    </a:extLst>
                  </p:cNvPr>
                  <p:cNvGrpSpPr/>
                  <p:nvPr/>
                </p:nvGrpSpPr>
                <p:grpSpPr>
                  <a:xfrm>
                    <a:off x="8756479" y="4956124"/>
                    <a:ext cx="188156" cy="197058"/>
                    <a:chOff x="8756479" y="4956124"/>
                    <a:chExt cx="188156" cy="197058"/>
                  </a:xfrm>
                  <a:solidFill>
                    <a:schemeClr val="accent1"/>
                  </a:solidFill>
                </p:grpSpPr>
                <p:sp>
                  <p:nvSpPr>
                    <p:cNvPr id="14410" name="Forme libre : forme 14409">
                      <a:extLst>
                        <a:ext uri="{FF2B5EF4-FFF2-40B4-BE49-F238E27FC236}">
                          <a16:creationId xmlns:a16="http://schemas.microsoft.com/office/drawing/2014/main" id="{C73E392A-0935-429E-82CB-C546A8F74559}"/>
                        </a:ext>
                      </a:extLst>
                    </p:cNvPr>
                    <p:cNvSpPr/>
                    <p:nvPr/>
                  </p:nvSpPr>
                  <p:spPr>
                    <a:xfrm rot="-1802346">
                      <a:off x="8786167" y="4978071"/>
                      <a:ext cx="128780" cy="153164"/>
                    </a:xfrm>
                    <a:custGeom>
                      <a:avLst/>
                      <a:gdLst>
                        <a:gd name="connsiteX0" fmla="*/ 128780 w 128780"/>
                        <a:gd name="connsiteY0" fmla="*/ 76582 h 153164"/>
                        <a:gd name="connsiteX1" fmla="*/ 64390 w 128780"/>
                        <a:gd name="connsiteY1" fmla="*/ 153165 h 153164"/>
                        <a:gd name="connsiteX2" fmla="*/ 0 w 128780"/>
                        <a:gd name="connsiteY2" fmla="*/ 76582 h 153164"/>
                        <a:gd name="connsiteX3" fmla="*/ 64390 w 128780"/>
                        <a:gd name="connsiteY3" fmla="*/ 0 h 153164"/>
                        <a:gd name="connsiteX4" fmla="*/ 128780 w 128780"/>
                        <a:gd name="connsiteY4" fmla="*/ 76582 h 153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80" h="153164">
                          <a:moveTo>
                            <a:pt x="128780" y="76582"/>
                          </a:moveTo>
                          <a:cubicBezTo>
                            <a:pt x="128780" y="118878"/>
                            <a:pt x="99952" y="153165"/>
                            <a:pt x="64390" y="153165"/>
                          </a:cubicBezTo>
                          <a:cubicBezTo>
                            <a:pt x="28828" y="153165"/>
                            <a:pt x="0" y="118878"/>
                            <a:pt x="0" y="76582"/>
                          </a:cubicBezTo>
                          <a:cubicBezTo>
                            <a:pt x="0" y="34287"/>
                            <a:pt x="28828" y="0"/>
                            <a:pt x="64390" y="0"/>
                          </a:cubicBezTo>
                          <a:cubicBezTo>
                            <a:pt x="99952" y="0"/>
                            <a:pt x="128780" y="34287"/>
                            <a:pt x="128780" y="76582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11" name="Forme libre : forme 14410">
                      <a:extLst>
                        <a:ext uri="{FF2B5EF4-FFF2-40B4-BE49-F238E27FC236}">
                          <a16:creationId xmlns:a16="http://schemas.microsoft.com/office/drawing/2014/main" id="{CE40C589-F6C3-464D-BC3C-BAEA78CBDE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82836" y="4981051"/>
                      <a:ext cx="116952" cy="131681"/>
                    </a:xfrm>
                    <a:custGeom>
                      <a:avLst/>
                      <a:gdLst>
                        <a:gd name="connsiteX0" fmla="*/ 34371 w 116952"/>
                        <a:gd name="connsiteY0" fmla="*/ 131682 h 131681"/>
                        <a:gd name="connsiteX1" fmla="*/ 27989 w 116952"/>
                        <a:gd name="connsiteY1" fmla="*/ 122157 h 131681"/>
                        <a:gd name="connsiteX2" fmla="*/ 45420 w 116952"/>
                        <a:gd name="connsiteY2" fmla="*/ 23668 h 131681"/>
                        <a:gd name="connsiteX3" fmla="*/ 116952 w 116952"/>
                        <a:gd name="connsiteY3" fmla="*/ 31955 h 131681"/>
                        <a:gd name="connsiteX4" fmla="*/ 29322 w 116952"/>
                        <a:gd name="connsiteY4" fmla="*/ 7381 h 131681"/>
                        <a:gd name="connsiteX5" fmla="*/ 11891 w 116952"/>
                        <a:gd name="connsiteY5" fmla="*/ 105869 h 131681"/>
                        <a:gd name="connsiteX6" fmla="*/ 34371 w 116952"/>
                        <a:gd name="connsiteY6" fmla="*/ 131682 h 131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6952" h="131681">
                          <a:moveTo>
                            <a:pt x="34371" y="131682"/>
                          </a:moveTo>
                          <a:cubicBezTo>
                            <a:pt x="32084" y="128729"/>
                            <a:pt x="29894" y="125586"/>
                            <a:pt x="27989" y="122157"/>
                          </a:cubicBezTo>
                          <a:cubicBezTo>
                            <a:pt x="6843" y="85581"/>
                            <a:pt x="14749" y="41671"/>
                            <a:pt x="45420" y="23668"/>
                          </a:cubicBezTo>
                          <a:cubicBezTo>
                            <a:pt x="69422" y="9572"/>
                            <a:pt x="99998" y="13953"/>
                            <a:pt x="116952" y="31955"/>
                          </a:cubicBezTo>
                          <a:cubicBezTo>
                            <a:pt x="94473" y="2428"/>
                            <a:pt x="57230" y="-8717"/>
                            <a:pt x="29322" y="7381"/>
                          </a:cubicBezTo>
                          <a:cubicBezTo>
                            <a:pt x="-1444" y="25192"/>
                            <a:pt x="-9254" y="69293"/>
                            <a:pt x="11891" y="105869"/>
                          </a:cubicBezTo>
                          <a:cubicBezTo>
                            <a:pt x="17892" y="116347"/>
                            <a:pt x="25703" y="125015"/>
                            <a:pt x="34371" y="131682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12" name="Forme libre : forme 14411">
                      <a:extLst>
                        <a:ext uri="{FF2B5EF4-FFF2-40B4-BE49-F238E27FC236}">
                          <a16:creationId xmlns:a16="http://schemas.microsoft.com/office/drawing/2014/main" id="{AD904ADB-B69C-4E1B-91BC-00FC550208B9}"/>
                        </a:ext>
                      </a:extLst>
                    </p:cNvPr>
                    <p:cNvSpPr/>
                    <p:nvPr/>
                  </p:nvSpPr>
                  <p:spPr>
                    <a:xfrm rot="-521110">
                      <a:off x="8852371" y="5031878"/>
                      <a:ext cx="59243" cy="74864"/>
                    </a:xfrm>
                    <a:custGeom>
                      <a:avLst/>
                      <a:gdLst>
                        <a:gd name="connsiteX0" fmla="*/ 59243 w 59243"/>
                        <a:gd name="connsiteY0" fmla="*/ 37432 h 74864"/>
                        <a:gd name="connsiteX1" fmla="*/ 29622 w 59243"/>
                        <a:gd name="connsiteY1" fmla="*/ 74864 h 74864"/>
                        <a:gd name="connsiteX2" fmla="*/ 0 w 59243"/>
                        <a:gd name="connsiteY2" fmla="*/ 37432 h 74864"/>
                        <a:gd name="connsiteX3" fmla="*/ 29622 w 59243"/>
                        <a:gd name="connsiteY3" fmla="*/ 0 h 74864"/>
                        <a:gd name="connsiteX4" fmla="*/ 59243 w 59243"/>
                        <a:gd name="connsiteY4" fmla="*/ 37432 h 74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3" h="74864">
                          <a:moveTo>
                            <a:pt x="59243" y="37432"/>
                          </a:moveTo>
                          <a:cubicBezTo>
                            <a:pt x="59243" y="58105"/>
                            <a:pt x="45981" y="74864"/>
                            <a:pt x="29622" y="74864"/>
                          </a:cubicBezTo>
                          <a:cubicBezTo>
                            <a:pt x="13262" y="74864"/>
                            <a:pt x="0" y="58105"/>
                            <a:pt x="0" y="37432"/>
                          </a:cubicBezTo>
                          <a:cubicBezTo>
                            <a:pt x="0" y="16759"/>
                            <a:pt x="13262" y="0"/>
                            <a:pt x="29622" y="0"/>
                          </a:cubicBezTo>
                          <a:cubicBezTo>
                            <a:pt x="45981" y="0"/>
                            <a:pt x="59243" y="16759"/>
                            <a:pt x="59243" y="37432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13" name="Forme libre : forme 14412">
                      <a:extLst>
                        <a:ext uri="{FF2B5EF4-FFF2-40B4-BE49-F238E27FC236}">
                          <a16:creationId xmlns:a16="http://schemas.microsoft.com/office/drawing/2014/main" id="{7E8D4C69-682E-4167-9B35-2DA5CCA41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67594" y="5095969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9"/>
                            <a:pt x="0" y="8954"/>
                          </a:cubicBezTo>
                          <a:cubicBezTo>
                            <a:pt x="0" y="4009"/>
                            <a:pt x="4008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sp>
                <p:nvSpPr>
                  <p:cNvPr id="14414" name="Forme libre : forme 14413">
                    <a:extLst>
                      <a:ext uri="{FF2B5EF4-FFF2-40B4-BE49-F238E27FC236}">
                        <a16:creationId xmlns:a16="http://schemas.microsoft.com/office/drawing/2014/main" id="{B348948F-60C3-4C5F-9099-87716BE7BEBE}"/>
                      </a:ext>
                    </a:extLst>
                  </p:cNvPr>
                  <p:cNvSpPr/>
                  <p:nvPr/>
                </p:nvSpPr>
                <p:spPr>
                  <a:xfrm>
                    <a:off x="8602323" y="4399214"/>
                    <a:ext cx="301085" cy="347092"/>
                  </a:xfrm>
                  <a:custGeom>
                    <a:avLst/>
                    <a:gdLst>
                      <a:gd name="connsiteX0" fmla="*/ 301085 w 301085"/>
                      <a:gd name="connsiteY0" fmla="*/ 347092 h 347092"/>
                      <a:gd name="connsiteX1" fmla="*/ 181546 w 301085"/>
                      <a:gd name="connsiteY1" fmla="*/ 244318 h 347092"/>
                      <a:gd name="connsiteX2" fmla="*/ 93535 w 301085"/>
                      <a:gd name="connsiteY2" fmla="*/ 111063 h 347092"/>
                      <a:gd name="connsiteX3" fmla="*/ 0 w 301085"/>
                      <a:gd name="connsiteY3" fmla="*/ 1811 h 347092"/>
                      <a:gd name="connsiteX4" fmla="*/ 21050 w 301085"/>
                      <a:gd name="connsiteY4" fmla="*/ 7526 h 347092"/>
                      <a:gd name="connsiteX5" fmla="*/ 45148 w 301085"/>
                      <a:gd name="connsiteY5" fmla="*/ 28767 h 347092"/>
                      <a:gd name="connsiteX6" fmla="*/ 231457 w 301085"/>
                      <a:gd name="connsiteY6" fmla="*/ 293467 h 347092"/>
                      <a:gd name="connsiteX7" fmla="*/ 291751 w 301085"/>
                      <a:gd name="connsiteY7" fmla="*/ 341949 h 347092"/>
                      <a:gd name="connsiteX8" fmla="*/ 290989 w 301085"/>
                      <a:gd name="connsiteY8" fmla="*/ 337377 h 347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1085" h="347092">
                        <a:moveTo>
                          <a:pt x="301085" y="347092"/>
                        </a:moveTo>
                        <a:cubicBezTo>
                          <a:pt x="251841" y="326804"/>
                          <a:pt x="212979" y="287180"/>
                          <a:pt x="181546" y="244318"/>
                        </a:cubicBezTo>
                        <a:cubicBezTo>
                          <a:pt x="150114" y="201360"/>
                          <a:pt x="124682" y="154211"/>
                          <a:pt x="93535" y="111063"/>
                        </a:cubicBezTo>
                        <a:cubicBezTo>
                          <a:pt x="65437" y="72201"/>
                          <a:pt x="32861" y="36768"/>
                          <a:pt x="0" y="1811"/>
                        </a:cubicBezTo>
                        <a:cubicBezTo>
                          <a:pt x="6287" y="-2856"/>
                          <a:pt x="15049" y="2383"/>
                          <a:pt x="21050" y="7526"/>
                        </a:cubicBezTo>
                        <a:cubicBezTo>
                          <a:pt x="29242" y="14479"/>
                          <a:pt x="37338" y="21433"/>
                          <a:pt x="45148" y="28767"/>
                        </a:cubicBezTo>
                        <a:cubicBezTo>
                          <a:pt x="123539" y="103538"/>
                          <a:pt x="153733" y="218029"/>
                          <a:pt x="231457" y="293467"/>
                        </a:cubicBezTo>
                        <a:cubicBezTo>
                          <a:pt x="249936" y="311469"/>
                          <a:pt x="270796" y="326804"/>
                          <a:pt x="291751" y="341949"/>
                        </a:cubicBezTo>
                        <a:cubicBezTo>
                          <a:pt x="291465" y="340425"/>
                          <a:pt x="291274" y="338901"/>
                          <a:pt x="290989" y="337377"/>
                        </a:cubicBezTo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15" name="Forme libre : forme 14414">
                    <a:extLst>
                      <a:ext uri="{FF2B5EF4-FFF2-40B4-BE49-F238E27FC236}">
                        <a16:creationId xmlns:a16="http://schemas.microsoft.com/office/drawing/2014/main" id="{10B2E68E-D870-4CD4-9948-5B5E25D8705E}"/>
                      </a:ext>
                    </a:extLst>
                  </p:cNvPr>
                  <p:cNvSpPr/>
                  <p:nvPr/>
                </p:nvSpPr>
                <p:spPr>
                  <a:xfrm>
                    <a:off x="8644709" y="4544472"/>
                    <a:ext cx="352340" cy="417576"/>
                  </a:xfrm>
                  <a:custGeom>
                    <a:avLst/>
                    <a:gdLst>
                      <a:gd name="connsiteX0" fmla="*/ 199454 w 352340"/>
                      <a:gd name="connsiteY0" fmla="*/ 213551 h 417576"/>
                      <a:gd name="connsiteX1" fmla="*/ 141637 w 352340"/>
                      <a:gd name="connsiteY1" fmla="*/ 157829 h 417576"/>
                      <a:gd name="connsiteX2" fmla="*/ 98298 w 352340"/>
                      <a:gd name="connsiteY2" fmla="*/ 113538 h 417576"/>
                      <a:gd name="connsiteX3" fmla="*/ 0 w 352340"/>
                      <a:gd name="connsiteY3" fmla="*/ 0 h 417576"/>
                      <a:gd name="connsiteX4" fmla="*/ 128016 w 352340"/>
                      <a:gd name="connsiteY4" fmla="*/ 160306 h 417576"/>
                      <a:gd name="connsiteX5" fmla="*/ 183261 w 352340"/>
                      <a:gd name="connsiteY5" fmla="*/ 223361 h 417576"/>
                      <a:gd name="connsiteX6" fmla="*/ 324993 w 352340"/>
                      <a:gd name="connsiteY6" fmla="*/ 390620 h 417576"/>
                      <a:gd name="connsiteX7" fmla="*/ 352139 w 352340"/>
                      <a:gd name="connsiteY7" fmla="*/ 417576 h 417576"/>
                      <a:gd name="connsiteX8" fmla="*/ 340900 w 352340"/>
                      <a:gd name="connsiteY8" fmla="*/ 401098 h 417576"/>
                      <a:gd name="connsiteX9" fmla="*/ 324707 w 352340"/>
                      <a:gd name="connsiteY9" fmla="*/ 381191 h 417576"/>
                      <a:gd name="connsiteX10" fmla="*/ 295085 w 352340"/>
                      <a:gd name="connsiteY10" fmla="*/ 340709 h 417576"/>
                      <a:gd name="connsiteX11" fmla="*/ 236411 w 352340"/>
                      <a:gd name="connsiteY11" fmla="*/ 257651 h 417576"/>
                      <a:gd name="connsiteX12" fmla="*/ 199454 w 352340"/>
                      <a:gd name="connsiteY12" fmla="*/ 213551 h 417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52340" h="417576">
                        <a:moveTo>
                          <a:pt x="199454" y="213551"/>
                        </a:moveTo>
                        <a:cubicBezTo>
                          <a:pt x="181070" y="194120"/>
                          <a:pt x="160877" y="176403"/>
                          <a:pt x="141637" y="157829"/>
                        </a:cubicBezTo>
                        <a:cubicBezTo>
                          <a:pt x="126778" y="143542"/>
                          <a:pt x="112395" y="128588"/>
                          <a:pt x="98298" y="113538"/>
                        </a:cubicBezTo>
                        <a:cubicBezTo>
                          <a:pt x="64103" y="76962"/>
                          <a:pt x="31337" y="39053"/>
                          <a:pt x="0" y="0"/>
                        </a:cubicBezTo>
                        <a:cubicBezTo>
                          <a:pt x="26099" y="63722"/>
                          <a:pt x="80963" y="110109"/>
                          <a:pt x="128016" y="160306"/>
                        </a:cubicBezTo>
                        <a:cubicBezTo>
                          <a:pt x="147161" y="180689"/>
                          <a:pt x="165163" y="202025"/>
                          <a:pt x="183261" y="223361"/>
                        </a:cubicBezTo>
                        <a:cubicBezTo>
                          <a:pt x="230505" y="279083"/>
                          <a:pt x="277749" y="334899"/>
                          <a:pt x="324993" y="390620"/>
                        </a:cubicBezTo>
                        <a:cubicBezTo>
                          <a:pt x="332327" y="399288"/>
                          <a:pt x="341567" y="412909"/>
                          <a:pt x="352139" y="417576"/>
                        </a:cubicBezTo>
                        <a:cubicBezTo>
                          <a:pt x="353854" y="412242"/>
                          <a:pt x="344138" y="404908"/>
                          <a:pt x="340900" y="401098"/>
                        </a:cubicBezTo>
                        <a:cubicBezTo>
                          <a:pt x="335375" y="394621"/>
                          <a:pt x="329946" y="387953"/>
                          <a:pt x="324707" y="381191"/>
                        </a:cubicBezTo>
                        <a:cubicBezTo>
                          <a:pt x="314420" y="367951"/>
                          <a:pt x="304705" y="354425"/>
                          <a:pt x="295085" y="340709"/>
                        </a:cubicBezTo>
                        <a:cubicBezTo>
                          <a:pt x="275654" y="312992"/>
                          <a:pt x="256985" y="284607"/>
                          <a:pt x="236411" y="257651"/>
                        </a:cubicBezTo>
                        <a:cubicBezTo>
                          <a:pt x="224790" y="242316"/>
                          <a:pt x="212598" y="227552"/>
                          <a:pt x="199454" y="213551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16" name="Forme libre : forme 14415">
                    <a:extLst>
                      <a:ext uri="{FF2B5EF4-FFF2-40B4-BE49-F238E27FC236}">
                        <a16:creationId xmlns:a16="http://schemas.microsoft.com/office/drawing/2014/main" id="{E259BCA6-101D-4E0F-A3BB-1BD98C751F0E}"/>
                      </a:ext>
                    </a:extLst>
                  </p:cNvPr>
                  <p:cNvSpPr/>
                  <p:nvPr/>
                </p:nvSpPr>
                <p:spPr>
                  <a:xfrm>
                    <a:off x="8805110" y="4737067"/>
                    <a:ext cx="102679" cy="277939"/>
                  </a:xfrm>
                  <a:custGeom>
                    <a:avLst/>
                    <a:gdLst>
                      <a:gd name="connsiteX0" fmla="*/ 80963 w 102679"/>
                      <a:gd name="connsiteY0" fmla="*/ 225171 h 277939"/>
                      <a:gd name="connsiteX1" fmla="*/ 68866 w 102679"/>
                      <a:gd name="connsiteY1" fmla="*/ 193262 h 277939"/>
                      <a:gd name="connsiteX2" fmla="*/ 63056 w 102679"/>
                      <a:gd name="connsiteY2" fmla="*/ 171355 h 277939"/>
                      <a:gd name="connsiteX3" fmla="*/ 44672 w 102679"/>
                      <a:gd name="connsiteY3" fmla="*/ 96108 h 277939"/>
                      <a:gd name="connsiteX4" fmla="*/ 38671 w 102679"/>
                      <a:gd name="connsiteY4" fmla="*/ 64389 h 277939"/>
                      <a:gd name="connsiteX5" fmla="*/ 34766 w 102679"/>
                      <a:gd name="connsiteY5" fmla="*/ 40386 h 277939"/>
                      <a:gd name="connsiteX6" fmla="*/ 27527 w 102679"/>
                      <a:gd name="connsiteY6" fmla="*/ 29909 h 277939"/>
                      <a:gd name="connsiteX7" fmla="*/ 0 w 102679"/>
                      <a:gd name="connsiteY7" fmla="*/ 0 h 277939"/>
                      <a:gd name="connsiteX8" fmla="*/ 23146 w 102679"/>
                      <a:gd name="connsiteY8" fmla="*/ 62579 h 277939"/>
                      <a:gd name="connsiteX9" fmla="*/ 81248 w 102679"/>
                      <a:gd name="connsiteY9" fmla="*/ 233363 h 277939"/>
                      <a:gd name="connsiteX10" fmla="*/ 91726 w 102679"/>
                      <a:gd name="connsiteY10" fmla="*/ 256508 h 277939"/>
                      <a:gd name="connsiteX11" fmla="*/ 102679 w 102679"/>
                      <a:gd name="connsiteY11" fmla="*/ 277940 h 277939"/>
                      <a:gd name="connsiteX12" fmla="*/ 91916 w 102679"/>
                      <a:gd name="connsiteY12" fmla="*/ 251365 h 277939"/>
                      <a:gd name="connsiteX13" fmla="*/ 80963 w 102679"/>
                      <a:gd name="connsiteY13" fmla="*/ 225171 h 277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2679" h="277939">
                        <a:moveTo>
                          <a:pt x="80963" y="225171"/>
                        </a:moveTo>
                        <a:cubicBezTo>
                          <a:pt x="76581" y="214694"/>
                          <a:pt x="72200" y="204121"/>
                          <a:pt x="68866" y="193262"/>
                        </a:cubicBezTo>
                        <a:cubicBezTo>
                          <a:pt x="66580" y="186023"/>
                          <a:pt x="64865" y="178689"/>
                          <a:pt x="63056" y="171355"/>
                        </a:cubicBezTo>
                        <a:cubicBezTo>
                          <a:pt x="56960" y="146304"/>
                          <a:pt x="50863" y="121253"/>
                          <a:pt x="44672" y="96108"/>
                        </a:cubicBezTo>
                        <a:cubicBezTo>
                          <a:pt x="42101" y="85630"/>
                          <a:pt x="39529" y="75152"/>
                          <a:pt x="38671" y="64389"/>
                        </a:cubicBezTo>
                        <a:cubicBezTo>
                          <a:pt x="38005" y="56293"/>
                          <a:pt x="38195" y="47816"/>
                          <a:pt x="34766" y="40386"/>
                        </a:cubicBezTo>
                        <a:cubicBezTo>
                          <a:pt x="32957" y="36481"/>
                          <a:pt x="30290" y="33147"/>
                          <a:pt x="27527" y="29909"/>
                        </a:cubicBezTo>
                        <a:cubicBezTo>
                          <a:pt x="18860" y="19526"/>
                          <a:pt x="9620" y="9525"/>
                          <a:pt x="0" y="0"/>
                        </a:cubicBezTo>
                        <a:cubicBezTo>
                          <a:pt x="13240" y="18098"/>
                          <a:pt x="17907" y="40767"/>
                          <a:pt x="23146" y="62579"/>
                        </a:cubicBezTo>
                        <a:cubicBezTo>
                          <a:pt x="37148" y="121158"/>
                          <a:pt x="57055" y="178213"/>
                          <a:pt x="81248" y="233363"/>
                        </a:cubicBezTo>
                        <a:cubicBezTo>
                          <a:pt x="84677" y="241078"/>
                          <a:pt x="88106" y="248793"/>
                          <a:pt x="91726" y="256508"/>
                        </a:cubicBezTo>
                        <a:cubicBezTo>
                          <a:pt x="94202" y="261842"/>
                          <a:pt x="97917" y="274987"/>
                          <a:pt x="102679" y="277940"/>
                        </a:cubicBezTo>
                        <a:cubicBezTo>
                          <a:pt x="100965" y="269081"/>
                          <a:pt x="95441" y="259747"/>
                          <a:pt x="91916" y="251365"/>
                        </a:cubicBezTo>
                        <a:cubicBezTo>
                          <a:pt x="88202" y="242602"/>
                          <a:pt x="84582" y="233934"/>
                          <a:pt x="80963" y="225171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17" name="Forme libre : forme 14416">
                    <a:extLst>
                      <a:ext uri="{FF2B5EF4-FFF2-40B4-BE49-F238E27FC236}">
                        <a16:creationId xmlns:a16="http://schemas.microsoft.com/office/drawing/2014/main" id="{50544D0F-3BF1-4BCA-99F1-25042838E243}"/>
                      </a:ext>
                    </a:extLst>
                  </p:cNvPr>
                  <p:cNvSpPr/>
                  <p:nvPr/>
                </p:nvSpPr>
                <p:spPr>
                  <a:xfrm>
                    <a:off x="8826407" y="4718263"/>
                    <a:ext cx="204756" cy="179083"/>
                  </a:xfrm>
                  <a:custGeom>
                    <a:avLst/>
                    <a:gdLst>
                      <a:gd name="connsiteX0" fmla="*/ 184157 w 204756"/>
                      <a:gd name="connsiteY0" fmla="*/ 135391 h 179083"/>
                      <a:gd name="connsiteX1" fmla="*/ 173584 w 204756"/>
                      <a:gd name="connsiteY1" fmla="*/ 143868 h 179083"/>
                      <a:gd name="connsiteX2" fmla="*/ 164726 w 204756"/>
                      <a:gd name="connsiteY2" fmla="*/ 158346 h 179083"/>
                      <a:gd name="connsiteX3" fmla="*/ 154915 w 204756"/>
                      <a:gd name="connsiteY3" fmla="*/ 173300 h 179083"/>
                      <a:gd name="connsiteX4" fmla="*/ 149772 w 204756"/>
                      <a:gd name="connsiteY4" fmla="*/ 178158 h 179083"/>
                      <a:gd name="connsiteX5" fmla="*/ 133484 w 204756"/>
                      <a:gd name="connsiteY5" fmla="*/ 172824 h 179083"/>
                      <a:gd name="connsiteX6" fmla="*/ 112910 w 204756"/>
                      <a:gd name="connsiteY6" fmla="*/ 145868 h 179083"/>
                      <a:gd name="connsiteX7" fmla="*/ 57379 w 204756"/>
                      <a:gd name="connsiteY7" fmla="*/ 74812 h 179083"/>
                      <a:gd name="connsiteX8" fmla="*/ 2610 w 204756"/>
                      <a:gd name="connsiteY8" fmla="*/ 11375 h 179083"/>
                      <a:gd name="connsiteX9" fmla="*/ 1658 w 204756"/>
                      <a:gd name="connsiteY9" fmla="*/ 898 h 179083"/>
                      <a:gd name="connsiteX10" fmla="*/ 10516 w 204756"/>
                      <a:gd name="connsiteY10" fmla="*/ 2422 h 179083"/>
                      <a:gd name="connsiteX11" fmla="*/ 51569 w 204756"/>
                      <a:gd name="connsiteY11" fmla="*/ 30235 h 179083"/>
                      <a:gd name="connsiteX12" fmla="*/ 165774 w 204756"/>
                      <a:gd name="connsiteY12" fmla="*/ 93862 h 179083"/>
                      <a:gd name="connsiteX13" fmla="*/ 198349 w 204756"/>
                      <a:gd name="connsiteY13" fmla="*/ 118912 h 179083"/>
                      <a:gd name="connsiteX14" fmla="*/ 202350 w 204756"/>
                      <a:gd name="connsiteY14" fmla="*/ 129866 h 179083"/>
                      <a:gd name="connsiteX15" fmla="*/ 184157 w 204756"/>
                      <a:gd name="connsiteY15" fmla="*/ 135391 h 179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04756" h="179083">
                        <a:moveTo>
                          <a:pt x="184157" y="135391"/>
                        </a:moveTo>
                        <a:cubicBezTo>
                          <a:pt x="180156" y="137581"/>
                          <a:pt x="176537" y="140439"/>
                          <a:pt x="173584" y="143868"/>
                        </a:cubicBezTo>
                        <a:cubicBezTo>
                          <a:pt x="169965" y="148154"/>
                          <a:pt x="167488" y="153393"/>
                          <a:pt x="164726" y="158346"/>
                        </a:cubicBezTo>
                        <a:cubicBezTo>
                          <a:pt x="161773" y="163585"/>
                          <a:pt x="158534" y="168538"/>
                          <a:pt x="154915" y="173300"/>
                        </a:cubicBezTo>
                        <a:cubicBezTo>
                          <a:pt x="153486" y="175205"/>
                          <a:pt x="151867" y="177110"/>
                          <a:pt x="149772" y="178158"/>
                        </a:cubicBezTo>
                        <a:cubicBezTo>
                          <a:pt x="144342" y="180920"/>
                          <a:pt x="137960" y="177015"/>
                          <a:pt x="133484" y="172824"/>
                        </a:cubicBezTo>
                        <a:cubicBezTo>
                          <a:pt x="125292" y="165013"/>
                          <a:pt x="119196" y="155298"/>
                          <a:pt x="112910" y="145868"/>
                        </a:cubicBezTo>
                        <a:cubicBezTo>
                          <a:pt x="96146" y="120913"/>
                          <a:pt x="77572" y="97100"/>
                          <a:pt x="57379" y="74812"/>
                        </a:cubicBezTo>
                        <a:cubicBezTo>
                          <a:pt x="38615" y="54047"/>
                          <a:pt x="18326" y="34426"/>
                          <a:pt x="2610" y="11375"/>
                        </a:cubicBezTo>
                        <a:cubicBezTo>
                          <a:pt x="419" y="8137"/>
                          <a:pt x="-1485" y="3279"/>
                          <a:pt x="1658" y="898"/>
                        </a:cubicBezTo>
                        <a:cubicBezTo>
                          <a:pt x="4230" y="-1103"/>
                          <a:pt x="7849" y="612"/>
                          <a:pt x="10516" y="2422"/>
                        </a:cubicBezTo>
                        <a:cubicBezTo>
                          <a:pt x="24327" y="11470"/>
                          <a:pt x="37567" y="21376"/>
                          <a:pt x="51569" y="30235"/>
                        </a:cubicBezTo>
                        <a:cubicBezTo>
                          <a:pt x="88335" y="53666"/>
                          <a:pt x="129483" y="69763"/>
                          <a:pt x="165774" y="93862"/>
                        </a:cubicBezTo>
                        <a:cubicBezTo>
                          <a:pt x="177203" y="101482"/>
                          <a:pt x="188062" y="109864"/>
                          <a:pt x="198349" y="118912"/>
                        </a:cubicBezTo>
                        <a:cubicBezTo>
                          <a:pt x="201873" y="122056"/>
                          <a:pt x="208255" y="126437"/>
                          <a:pt x="202350" y="129866"/>
                        </a:cubicBezTo>
                        <a:cubicBezTo>
                          <a:pt x="197301" y="132819"/>
                          <a:pt x="189681" y="132343"/>
                          <a:pt x="184157" y="13539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18" name="Forme libre : forme 14417">
                    <a:extLst>
                      <a:ext uri="{FF2B5EF4-FFF2-40B4-BE49-F238E27FC236}">
                        <a16:creationId xmlns:a16="http://schemas.microsoft.com/office/drawing/2014/main" id="{D510264E-7E15-4A97-860F-128EA9473285}"/>
                      </a:ext>
                    </a:extLst>
                  </p:cNvPr>
                  <p:cNvSpPr/>
                  <p:nvPr/>
                </p:nvSpPr>
                <p:spPr>
                  <a:xfrm>
                    <a:off x="8856041" y="4829367"/>
                    <a:ext cx="103199" cy="161255"/>
                  </a:xfrm>
                  <a:custGeom>
                    <a:avLst/>
                    <a:gdLst>
                      <a:gd name="connsiteX0" fmla="*/ 53844 w 103199"/>
                      <a:gd name="connsiteY0" fmla="*/ 161256 h 161255"/>
                      <a:gd name="connsiteX1" fmla="*/ 45081 w 103199"/>
                      <a:gd name="connsiteY1" fmla="*/ 145730 h 161255"/>
                      <a:gd name="connsiteX2" fmla="*/ 7362 w 103199"/>
                      <a:gd name="connsiteY2" fmla="*/ 38954 h 161255"/>
                      <a:gd name="connsiteX3" fmla="*/ 28 w 103199"/>
                      <a:gd name="connsiteY3" fmla="*/ 5712 h 161255"/>
                      <a:gd name="connsiteX4" fmla="*/ 1171 w 103199"/>
                      <a:gd name="connsiteY4" fmla="*/ 1140 h 161255"/>
                      <a:gd name="connsiteX5" fmla="*/ 6505 w 103199"/>
                      <a:gd name="connsiteY5" fmla="*/ 664 h 161255"/>
                      <a:gd name="connsiteX6" fmla="*/ 10601 w 103199"/>
                      <a:gd name="connsiteY6" fmla="*/ 4760 h 161255"/>
                      <a:gd name="connsiteX7" fmla="*/ 69465 w 103199"/>
                      <a:gd name="connsiteY7" fmla="*/ 77340 h 161255"/>
                      <a:gd name="connsiteX8" fmla="*/ 100803 w 103199"/>
                      <a:gd name="connsiteY8" fmla="*/ 111344 h 161255"/>
                      <a:gd name="connsiteX9" fmla="*/ 84896 w 103199"/>
                      <a:gd name="connsiteY9" fmla="*/ 131442 h 161255"/>
                      <a:gd name="connsiteX10" fmla="*/ 66989 w 103199"/>
                      <a:gd name="connsiteY10" fmla="*/ 143920 h 161255"/>
                      <a:gd name="connsiteX11" fmla="*/ 53844 w 103199"/>
                      <a:gd name="connsiteY11" fmla="*/ 161256 h 161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3199" h="161255">
                        <a:moveTo>
                          <a:pt x="53844" y="161256"/>
                        </a:moveTo>
                        <a:cubicBezTo>
                          <a:pt x="49463" y="157160"/>
                          <a:pt x="47177" y="151349"/>
                          <a:pt x="45081" y="145730"/>
                        </a:cubicBezTo>
                        <a:cubicBezTo>
                          <a:pt x="31556" y="110487"/>
                          <a:pt x="18983" y="74864"/>
                          <a:pt x="7362" y="38954"/>
                        </a:cubicBezTo>
                        <a:cubicBezTo>
                          <a:pt x="3838" y="28096"/>
                          <a:pt x="409" y="17047"/>
                          <a:pt x="28" y="5712"/>
                        </a:cubicBezTo>
                        <a:cubicBezTo>
                          <a:pt x="-67" y="4093"/>
                          <a:pt x="28" y="2283"/>
                          <a:pt x="1171" y="1140"/>
                        </a:cubicBezTo>
                        <a:cubicBezTo>
                          <a:pt x="2505" y="-289"/>
                          <a:pt x="4886" y="-289"/>
                          <a:pt x="6505" y="664"/>
                        </a:cubicBezTo>
                        <a:cubicBezTo>
                          <a:pt x="8220" y="1616"/>
                          <a:pt x="9458" y="3236"/>
                          <a:pt x="10601" y="4760"/>
                        </a:cubicBezTo>
                        <a:cubicBezTo>
                          <a:pt x="29174" y="29810"/>
                          <a:pt x="48796" y="54004"/>
                          <a:pt x="69465" y="77340"/>
                        </a:cubicBezTo>
                        <a:cubicBezTo>
                          <a:pt x="79276" y="88389"/>
                          <a:pt x="92706" y="99057"/>
                          <a:pt x="100803" y="111344"/>
                        </a:cubicBezTo>
                        <a:cubicBezTo>
                          <a:pt x="109184" y="124108"/>
                          <a:pt x="93564" y="127251"/>
                          <a:pt x="84896" y="131442"/>
                        </a:cubicBezTo>
                        <a:cubicBezTo>
                          <a:pt x="78323" y="134681"/>
                          <a:pt x="72323" y="138872"/>
                          <a:pt x="66989" y="143920"/>
                        </a:cubicBezTo>
                        <a:cubicBezTo>
                          <a:pt x="65560" y="145349"/>
                          <a:pt x="52320" y="159731"/>
                          <a:pt x="53844" y="161256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19" name="Forme libre : forme 14418">
                    <a:extLst>
                      <a:ext uri="{FF2B5EF4-FFF2-40B4-BE49-F238E27FC236}">
                        <a16:creationId xmlns:a16="http://schemas.microsoft.com/office/drawing/2014/main" id="{6DE5F84F-CE26-429B-8A9E-633969D25844}"/>
                      </a:ext>
                    </a:extLst>
                  </p:cNvPr>
                  <p:cNvSpPr/>
                  <p:nvPr/>
                </p:nvSpPr>
                <p:spPr>
                  <a:xfrm>
                    <a:off x="8745191" y="4715636"/>
                    <a:ext cx="115912" cy="260297"/>
                  </a:xfrm>
                  <a:custGeom>
                    <a:avLst/>
                    <a:gdLst>
                      <a:gd name="connsiteX0" fmla="*/ 64968 w 115912"/>
                      <a:gd name="connsiteY0" fmla="*/ 257175 h 260297"/>
                      <a:gd name="connsiteX1" fmla="*/ 54585 w 115912"/>
                      <a:gd name="connsiteY1" fmla="*/ 260223 h 260297"/>
                      <a:gd name="connsiteX2" fmla="*/ 43822 w 115912"/>
                      <a:gd name="connsiteY2" fmla="*/ 245554 h 260297"/>
                      <a:gd name="connsiteX3" fmla="*/ 38107 w 115912"/>
                      <a:gd name="connsiteY3" fmla="*/ 112300 h 260297"/>
                      <a:gd name="connsiteX4" fmla="*/ 1626 w 115912"/>
                      <a:gd name="connsiteY4" fmla="*/ 8763 h 260297"/>
                      <a:gd name="connsiteX5" fmla="*/ 7 w 115912"/>
                      <a:gd name="connsiteY5" fmla="*/ 3715 h 260297"/>
                      <a:gd name="connsiteX6" fmla="*/ 3150 w 115912"/>
                      <a:gd name="connsiteY6" fmla="*/ 0 h 260297"/>
                      <a:gd name="connsiteX7" fmla="*/ 6008 w 115912"/>
                      <a:gd name="connsiteY7" fmla="*/ 1048 h 260297"/>
                      <a:gd name="connsiteX8" fmla="*/ 61824 w 115912"/>
                      <a:gd name="connsiteY8" fmla="*/ 55436 h 260297"/>
                      <a:gd name="connsiteX9" fmla="*/ 69921 w 115912"/>
                      <a:gd name="connsiteY9" fmla="*/ 78296 h 260297"/>
                      <a:gd name="connsiteX10" fmla="*/ 110021 w 115912"/>
                      <a:gd name="connsiteY10" fmla="*/ 230124 h 260297"/>
                      <a:gd name="connsiteX11" fmla="*/ 115260 w 115912"/>
                      <a:gd name="connsiteY11" fmla="*/ 246221 h 260297"/>
                      <a:gd name="connsiteX12" fmla="*/ 101925 w 115912"/>
                      <a:gd name="connsiteY12" fmla="*/ 249269 h 260297"/>
                      <a:gd name="connsiteX13" fmla="*/ 64968 w 115912"/>
                      <a:gd name="connsiteY13" fmla="*/ 257175 h 260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5912" h="260297">
                        <a:moveTo>
                          <a:pt x="64968" y="257175"/>
                        </a:moveTo>
                        <a:cubicBezTo>
                          <a:pt x="61729" y="258794"/>
                          <a:pt x="58205" y="260700"/>
                          <a:pt x="54585" y="260223"/>
                        </a:cubicBezTo>
                        <a:cubicBezTo>
                          <a:pt x="48108" y="259366"/>
                          <a:pt x="45156" y="251936"/>
                          <a:pt x="43822" y="245554"/>
                        </a:cubicBezTo>
                        <a:cubicBezTo>
                          <a:pt x="34678" y="201930"/>
                          <a:pt x="43822" y="156496"/>
                          <a:pt x="38107" y="112300"/>
                        </a:cubicBezTo>
                        <a:cubicBezTo>
                          <a:pt x="33345" y="75819"/>
                          <a:pt x="18676" y="41339"/>
                          <a:pt x="1626" y="8763"/>
                        </a:cubicBezTo>
                        <a:cubicBezTo>
                          <a:pt x="769" y="7144"/>
                          <a:pt x="-88" y="5525"/>
                          <a:pt x="7" y="3715"/>
                        </a:cubicBezTo>
                        <a:cubicBezTo>
                          <a:pt x="102" y="1905"/>
                          <a:pt x="1341" y="0"/>
                          <a:pt x="3150" y="0"/>
                        </a:cubicBezTo>
                        <a:cubicBezTo>
                          <a:pt x="4198" y="0"/>
                          <a:pt x="5151" y="572"/>
                          <a:pt x="6008" y="1048"/>
                        </a:cubicBezTo>
                        <a:cubicBezTo>
                          <a:pt x="28392" y="14954"/>
                          <a:pt x="50299" y="31718"/>
                          <a:pt x="61824" y="55436"/>
                        </a:cubicBezTo>
                        <a:cubicBezTo>
                          <a:pt x="65349" y="62770"/>
                          <a:pt x="67825" y="70485"/>
                          <a:pt x="69921" y="78296"/>
                        </a:cubicBezTo>
                        <a:cubicBezTo>
                          <a:pt x="83637" y="128969"/>
                          <a:pt x="84780" y="183928"/>
                          <a:pt x="110021" y="230124"/>
                        </a:cubicBezTo>
                        <a:cubicBezTo>
                          <a:pt x="112116" y="234029"/>
                          <a:pt x="117831" y="241650"/>
                          <a:pt x="115260" y="246221"/>
                        </a:cubicBezTo>
                        <a:cubicBezTo>
                          <a:pt x="112878" y="250508"/>
                          <a:pt x="105925" y="249460"/>
                          <a:pt x="101925" y="249269"/>
                        </a:cubicBezTo>
                        <a:cubicBezTo>
                          <a:pt x="89066" y="248984"/>
                          <a:pt x="76302" y="251555"/>
                          <a:pt x="64968" y="25717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20" name="Forme libre : forme 14419">
                    <a:extLst>
                      <a:ext uri="{FF2B5EF4-FFF2-40B4-BE49-F238E27FC236}">
                        <a16:creationId xmlns:a16="http://schemas.microsoft.com/office/drawing/2014/main" id="{0009042E-B826-450F-8309-248E4A9B47FA}"/>
                      </a:ext>
                    </a:extLst>
                  </p:cNvPr>
                  <p:cNvSpPr/>
                  <p:nvPr/>
                </p:nvSpPr>
                <p:spPr>
                  <a:xfrm>
                    <a:off x="8573271" y="4413722"/>
                    <a:ext cx="222822" cy="268506"/>
                  </a:xfrm>
                  <a:custGeom>
                    <a:avLst/>
                    <a:gdLst>
                      <a:gd name="connsiteX0" fmla="*/ 126397 w 222822"/>
                      <a:gd name="connsiteY0" fmla="*/ 177136 h 268506"/>
                      <a:gd name="connsiteX1" fmla="*/ 101155 w 222822"/>
                      <a:gd name="connsiteY1" fmla="*/ 151228 h 268506"/>
                      <a:gd name="connsiteX2" fmla="*/ 63818 w 222822"/>
                      <a:gd name="connsiteY2" fmla="*/ 95221 h 268506"/>
                      <a:gd name="connsiteX3" fmla="*/ 0 w 222822"/>
                      <a:gd name="connsiteY3" fmla="*/ 2448 h 268506"/>
                      <a:gd name="connsiteX4" fmla="*/ 19241 w 222822"/>
                      <a:gd name="connsiteY4" fmla="*/ 3972 h 268506"/>
                      <a:gd name="connsiteX5" fmla="*/ 115348 w 222822"/>
                      <a:gd name="connsiteY5" fmla="*/ 104461 h 268506"/>
                      <a:gd name="connsiteX6" fmla="*/ 150495 w 222822"/>
                      <a:gd name="connsiteY6" fmla="*/ 161992 h 268506"/>
                      <a:gd name="connsiteX7" fmla="*/ 196691 w 222822"/>
                      <a:gd name="connsiteY7" fmla="*/ 233048 h 268506"/>
                      <a:gd name="connsiteX8" fmla="*/ 211169 w 222822"/>
                      <a:gd name="connsiteY8" fmla="*/ 247812 h 268506"/>
                      <a:gd name="connsiteX9" fmla="*/ 222695 w 222822"/>
                      <a:gd name="connsiteY9" fmla="*/ 261052 h 268506"/>
                      <a:gd name="connsiteX10" fmla="*/ 217837 w 222822"/>
                      <a:gd name="connsiteY10" fmla="*/ 267910 h 268506"/>
                      <a:gd name="connsiteX11" fmla="*/ 207454 w 222822"/>
                      <a:gd name="connsiteY11" fmla="*/ 264957 h 268506"/>
                      <a:gd name="connsiteX12" fmla="*/ 154972 w 222822"/>
                      <a:gd name="connsiteY12" fmla="*/ 209236 h 268506"/>
                      <a:gd name="connsiteX13" fmla="*/ 126397 w 222822"/>
                      <a:gd name="connsiteY13" fmla="*/ 177136 h 268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22822" h="268506">
                        <a:moveTo>
                          <a:pt x="126397" y="177136"/>
                        </a:moveTo>
                        <a:cubicBezTo>
                          <a:pt x="118015" y="168469"/>
                          <a:pt x="109061" y="160372"/>
                          <a:pt x="101155" y="151228"/>
                        </a:cubicBezTo>
                        <a:cubicBezTo>
                          <a:pt x="86392" y="134274"/>
                          <a:pt x="75533" y="114462"/>
                          <a:pt x="63818" y="95221"/>
                        </a:cubicBezTo>
                        <a:cubicBezTo>
                          <a:pt x="44196" y="63217"/>
                          <a:pt x="22098" y="32832"/>
                          <a:pt x="0" y="2448"/>
                        </a:cubicBezTo>
                        <a:cubicBezTo>
                          <a:pt x="5144" y="-2219"/>
                          <a:pt x="13240" y="638"/>
                          <a:pt x="19241" y="3972"/>
                        </a:cubicBezTo>
                        <a:cubicBezTo>
                          <a:pt x="60008" y="26927"/>
                          <a:pt x="89630" y="65313"/>
                          <a:pt x="115348" y="104461"/>
                        </a:cubicBezTo>
                        <a:cubicBezTo>
                          <a:pt x="127730" y="123225"/>
                          <a:pt x="139446" y="142465"/>
                          <a:pt x="150495" y="161992"/>
                        </a:cubicBezTo>
                        <a:cubicBezTo>
                          <a:pt x="164402" y="186661"/>
                          <a:pt x="177451" y="212188"/>
                          <a:pt x="196691" y="233048"/>
                        </a:cubicBezTo>
                        <a:cubicBezTo>
                          <a:pt x="201359" y="238096"/>
                          <a:pt x="206312" y="242859"/>
                          <a:pt x="211169" y="247812"/>
                        </a:cubicBezTo>
                        <a:cubicBezTo>
                          <a:pt x="214313" y="251050"/>
                          <a:pt x="221742" y="256575"/>
                          <a:pt x="222695" y="261052"/>
                        </a:cubicBezTo>
                        <a:cubicBezTo>
                          <a:pt x="223457" y="264290"/>
                          <a:pt x="220694" y="266862"/>
                          <a:pt x="217837" y="267910"/>
                        </a:cubicBezTo>
                        <a:cubicBezTo>
                          <a:pt x="213551" y="269529"/>
                          <a:pt x="210788" y="267624"/>
                          <a:pt x="207454" y="264957"/>
                        </a:cubicBezTo>
                        <a:cubicBezTo>
                          <a:pt x="187547" y="248860"/>
                          <a:pt x="171260" y="228762"/>
                          <a:pt x="154972" y="209236"/>
                        </a:cubicBezTo>
                        <a:cubicBezTo>
                          <a:pt x="145637" y="198377"/>
                          <a:pt x="136398" y="187423"/>
                          <a:pt x="126397" y="177136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21" name="Forme libre : forme 14420">
                    <a:extLst>
                      <a:ext uri="{FF2B5EF4-FFF2-40B4-BE49-F238E27FC236}">
                        <a16:creationId xmlns:a16="http://schemas.microsoft.com/office/drawing/2014/main" id="{2CDFA840-7B13-42ED-95DB-D0C0B2AAF5FB}"/>
                      </a:ext>
                    </a:extLst>
                  </p:cNvPr>
                  <p:cNvSpPr/>
                  <p:nvPr/>
                </p:nvSpPr>
                <p:spPr>
                  <a:xfrm>
                    <a:off x="8629906" y="4362566"/>
                    <a:ext cx="84491" cy="128785"/>
                  </a:xfrm>
                  <a:custGeom>
                    <a:avLst/>
                    <a:gdLst>
                      <a:gd name="connsiteX0" fmla="*/ 41949 w 84491"/>
                      <a:gd name="connsiteY0" fmla="*/ 75892 h 128785"/>
                      <a:gd name="connsiteX1" fmla="*/ 9373 w 84491"/>
                      <a:gd name="connsiteY1" fmla="*/ 39602 h 128785"/>
                      <a:gd name="connsiteX2" fmla="*/ 39 w 84491"/>
                      <a:gd name="connsiteY2" fmla="*/ 19028 h 128785"/>
                      <a:gd name="connsiteX3" fmla="*/ 2420 w 84491"/>
                      <a:gd name="connsiteY3" fmla="*/ 4550 h 128785"/>
                      <a:gd name="connsiteX4" fmla="*/ 4230 w 84491"/>
                      <a:gd name="connsiteY4" fmla="*/ 930 h 128785"/>
                      <a:gd name="connsiteX5" fmla="*/ 9373 w 84491"/>
                      <a:gd name="connsiteY5" fmla="*/ 644 h 128785"/>
                      <a:gd name="connsiteX6" fmla="*/ 13088 w 84491"/>
                      <a:gd name="connsiteY6" fmla="*/ 4645 h 128785"/>
                      <a:gd name="connsiteX7" fmla="*/ 18613 w 84491"/>
                      <a:gd name="connsiteY7" fmla="*/ 18361 h 128785"/>
                      <a:gd name="connsiteX8" fmla="*/ 60523 w 84491"/>
                      <a:gd name="connsiteY8" fmla="*/ 88656 h 128785"/>
                      <a:gd name="connsiteX9" fmla="*/ 83192 w 84491"/>
                      <a:gd name="connsiteY9" fmla="*/ 122850 h 128785"/>
                      <a:gd name="connsiteX10" fmla="*/ 79573 w 84491"/>
                      <a:gd name="connsiteY10" fmla="*/ 127803 h 128785"/>
                      <a:gd name="connsiteX11" fmla="*/ 69571 w 84491"/>
                      <a:gd name="connsiteY11" fmla="*/ 112659 h 128785"/>
                      <a:gd name="connsiteX12" fmla="*/ 41949 w 84491"/>
                      <a:gd name="connsiteY12" fmla="*/ 75892 h 128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4491" h="128785">
                        <a:moveTo>
                          <a:pt x="41949" y="75892"/>
                        </a:moveTo>
                        <a:cubicBezTo>
                          <a:pt x="31186" y="63795"/>
                          <a:pt x="19279" y="52556"/>
                          <a:pt x="9373" y="39602"/>
                        </a:cubicBezTo>
                        <a:cubicBezTo>
                          <a:pt x="4706" y="33506"/>
                          <a:pt x="420" y="26648"/>
                          <a:pt x="39" y="19028"/>
                        </a:cubicBezTo>
                        <a:cubicBezTo>
                          <a:pt x="-247" y="14075"/>
                          <a:pt x="1087" y="9217"/>
                          <a:pt x="2420" y="4550"/>
                        </a:cubicBezTo>
                        <a:cubicBezTo>
                          <a:pt x="2801" y="3216"/>
                          <a:pt x="3182" y="1883"/>
                          <a:pt x="4230" y="930"/>
                        </a:cubicBezTo>
                        <a:cubicBezTo>
                          <a:pt x="5659" y="-308"/>
                          <a:pt x="7754" y="-213"/>
                          <a:pt x="9373" y="644"/>
                        </a:cubicBezTo>
                        <a:cubicBezTo>
                          <a:pt x="10993" y="1502"/>
                          <a:pt x="12136" y="3026"/>
                          <a:pt x="13088" y="4645"/>
                        </a:cubicBezTo>
                        <a:cubicBezTo>
                          <a:pt x="15660" y="8931"/>
                          <a:pt x="16994" y="13694"/>
                          <a:pt x="18613" y="18361"/>
                        </a:cubicBezTo>
                        <a:cubicBezTo>
                          <a:pt x="27661" y="44364"/>
                          <a:pt x="44521" y="66558"/>
                          <a:pt x="60523" y="88656"/>
                        </a:cubicBezTo>
                        <a:cubicBezTo>
                          <a:pt x="68524" y="99705"/>
                          <a:pt x="76429" y="110944"/>
                          <a:pt x="83192" y="122850"/>
                        </a:cubicBezTo>
                        <a:cubicBezTo>
                          <a:pt x="85383" y="126756"/>
                          <a:pt x="85193" y="130661"/>
                          <a:pt x="79573" y="127803"/>
                        </a:cubicBezTo>
                        <a:cubicBezTo>
                          <a:pt x="75096" y="125517"/>
                          <a:pt x="72143" y="116850"/>
                          <a:pt x="69571" y="112659"/>
                        </a:cubicBezTo>
                        <a:cubicBezTo>
                          <a:pt x="61475" y="99705"/>
                          <a:pt x="52236" y="87322"/>
                          <a:pt x="41949" y="7589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422" name="Forme libre : forme 14421">
                  <a:extLst>
                    <a:ext uri="{FF2B5EF4-FFF2-40B4-BE49-F238E27FC236}">
                      <a16:creationId xmlns:a16="http://schemas.microsoft.com/office/drawing/2014/main" id="{471DDF45-D6FE-4231-8035-0DFE83832001}"/>
                    </a:ext>
                  </a:extLst>
                </p:cNvPr>
                <p:cNvSpPr/>
                <p:nvPr/>
              </p:nvSpPr>
              <p:spPr>
                <a:xfrm>
                  <a:off x="8901598" y="4779909"/>
                  <a:ext cx="102741" cy="72828"/>
                </a:xfrm>
                <a:custGeom>
                  <a:avLst/>
                  <a:gdLst>
                    <a:gd name="connsiteX0" fmla="*/ 62865 w 102741"/>
                    <a:gd name="connsiteY0" fmla="*/ 27072 h 72828"/>
                    <a:gd name="connsiteX1" fmla="*/ 10668 w 102741"/>
                    <a:gd name="connsiteY1" fmla="*/ 1735 h 72828"/>
                    <a:gd name="connsiteX2" fmla="*/ 0 w 102741"/>
                    <a:gd name="connsiteY2" fmla="*/ 973 h 72828"/>
                    <a:gd name="connsiteX3" fmla="*/ 18955 w 102741"/>
                    <a:gd name="connsiteY3" fmla="*/ 15546 h 72828"/>
                    <a:gd name="connsiteX4" fmla="*/ 40577 w 102741"/>
                    <a:gd name="connsiteY4" fmla="*/ 33072 h 72828"/>
                    <a:gd name="connsiteX5" fmla="*/ 83820 w 102741"/>
                    <a:gd name="connsiteY5" fmla="*/ 69649 h 72828"/>
                    <a:gd name="connsiteX6" fmla="*/ 102203 w 102741"/>
                    <a:gd name="connsiteY6" fmla="*/ 66505 h 72828"/>
                    <a:gd name="connsiteX7" fmla="*/ 91250 w 102741"/>
                    <a:gd name="connsiteY7" fmla="*/ 45074 h 72828"/>
                    <a:gd name="connsiteX8" fmla="*/ 62865 w 102741"/>
                    <a:gd name="connsiteY8" fmla="*/ 27072 h 72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2741" h="72828">
                      <a:moveTo>
                        <a:pt x="62865" y="27072"/>
                      </a:moveTo>
                      <a:cubicBezTo>
                        <a:pt x="45720" y="18023"/>
                        <a:pt x="28575" y="9070"/>
                        <a:pt x="10668" y="1735"/>
                      </a:cubicBezTo>
                      <a:cubicBezTo>
                        <a:pt x="7239" y="306"/>
                        <a:pt x="3143" y="-932"/>
                        <a:pt x="0" y="973"/>
                      </a:cubicBezTo>
                      <a:cubicBezTo>
                        <a:pt x="6287" y="5831"/>
                        <a:pt x="12668" y="10689"/>
                        <a:pt x="18955" y="15546"/>
                      </a:cubicBezTo>
                      <a:cubicBezTo>
                        <a:pt x="26289" y="21166"/>
                        <a:pt x="33719" y="26881"/>
                        <a:pt x="40577" y="33072"/>
                      </a:cubicBezTo>
                      <a:cubicBezTo>
                        <a:pt x="54483" y="45645"/>
                        <a:pt x="66770" y="60981"/>
                        <a:pt x="83820" y="69649"/>
                      </a:cubicBezTo>
                      <a:cubicBezTo>
                        <a:pt x="90392" y="72982"/>
                        <a:pt x="99346" y="75840"/>
                        <a:pt x="102203" y="66505"/>
                      </a:cubicBezTo>
                      <a:cubicBezTo>
                        <a:pt x="104870" y="57837"/>
                        <a:pt x="97060" y="50218"/>
                        <a:pt x="91250" y="45074"/>
                      </a:cubicBezTo>
                      <a:cubicBezTo>
                        <a:pt x="82868" y="37645"/>
                        <a:pt x="72771" y="32311"/>
                        <a:pt x="62865" y="27072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423" name="Forme libre : forme 14422">
                  <a:extLst>
                    <a:ext uri="{FF2B5EF4-FFF2-40B4-BE49-F238E27FC236}">
                      <a16:creationId xmlns:a16="http://schemas.microsoft.com/office/drawing/2014/main" id="{E3003C86-5CCD-4BC0-B026-0DDBF4FD0AA5}"/>
                    </a:ext>
                  </a:extLst>
                </p:cNvPr>
                <p:cNvSpPr/>
                <p:nvPr/>
              </p:nvSpPr>
              <p:spPr>
                <a:xfrm>
                  <a:off x="8896200" y="4907377"/>
                  <a:ext cx="39463" cy="47484"/>
                </a:xfrm>
                <a:custGeom>
                  <a:avLst/>
                  <a:gdLst>
                    <a:gd name="connsiteX0" fmla="*/ 5684 w 39463"/>
                    <a:gd name="connsiteY0" fmla="*/ 1236 h 47484"/>
                    <a:gd name="connsiteX1" fmla="*/ 255 w 39463"/>
                    <a:gd name="connsiteY1" fmla="*/ 1045 h 47484"/>
                    <a:gd name="connsiteX2" fmla="*/ 350 w 39463"/>
                    <a:gd name="connsiteY2" fmla="*/ 3998 h 47484"/>
                    <a:gd name="connsiteX3" fmla="*/ 35593 w 39463"/>
                    <a:gd name="connsiteY3" fmla="*/ 46003 h 47484"/>
                    <a:gd name="connsiteX4" fmla="*/ 5684 w 39463"/>
                    <a:gd name="connsiteY4" fmla="*/ 1236 h 47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463" h="47484">
                      <a:moveTo>
                        <a:pt x="5684" y="1236"/>
                      </a:moveTo>
                      <a:cubicBezTo>
                        <a:pt x="3970" y="93"/>
                        <a:pt x="1207" y="-764"/>
                        <a:pt x="255" y="1045"/>
                      </a:cubicBezTo>
                      <a:cubicBezTo>
                        <a:pt x="-221" y="1903"/>
                        <a:pt x="64" y="3046"/>
                        <a:pt x="350" y="3998"/>
                      </a:cubicBezTo>
                      <a:cubicBezTo>
                        <a:pt x="4446" y="16476"/>
                        <a:pt x="15304" y="55528"/>
                        <a:pt x="35593" y="46003"/>
                      </a:cubicBezTo>
                      <a:cubicBezTo>
                        <a:pt x="51690" y="38479"/>
                        <a:pt x="12828" y="5998"/>
                        <a:pt x="5684" y="1236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424" name="Forme libre : forme 14423">
                  <a:extLst>
                    <a:ext uri="{FF2B5EF4-FFF2-40B4-BE49-F238E27FC236}">
                      <a16:creationId xmlns:a16="http://schemas.microsoft.com/office/drawing/2014/main" id="{775B5BEA-941A-47E7-88AC-2093752916B7}"/>
                    </a:ext>
                  </a:extLst>
                </p:cNvPr>
                <p:cNvSpPr/>
                <p:nvPr/>
              </p:nvSpPr>
              <p:spPr>
                <a:xfrm>
                  <a:off x="8801521" y="4877975"/>
                  <a:ext cx="25660" cy="81005"/>
                </a:xfrm>
                <a:custGeom>
                  <a:avLst/>
                  <a:gdLst>
                    <a:gd name="connsiteX0" fmla="*/ 22734 w 25660"/>
                    <a:gd name="connsiteY0" fmla="*/ 41687 h 81005"/>
                    <a:gd name="connsiteX1" fmla="*/ 12923 w 25660"/>
                    <a:gd name="connsiteY1" fmla="*/ 3396 h 81005"/>
                    <a:gd name="connsiteX2" fmla="*/ 9685 w 25660"/>
                    <a:gd name="connsiteY2" fmla="*/ 158 h 81005"/>
                    <a:gd name="connsiteX3" fmla="*/ 4636 w 25660"/>
                    <a:gd name="connsiteY3" fmla="*/ 2253 h 81005"/>
                    <a:gd name="connsiteX4" fmla="*/ 2922 w 25660"/>
                    <a:gd name="connsiteY4" fmla="*/ 7778 h 81005"/>
                    <a:gd name="connsiteX5" fmla="*/ 7875 w 25660"/>
                    <a:gd name="connsiteY5" fmla="*/ 73500 h 81005"/>
                    <a:gd name="connsiteX6" fmla="*/ 22638 w 25660"/>
                    <a:gd name="connsiteY6" fmla="*/ 78548 h 81005"/>
                    <a:gd name="connsiteX7" fmla="*/ 22734 w 25660"/>
                    <a:gd name="connsiteY7" fmla="*/ 41687 h 81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660" h="81005">
                      <a:moveTo>
                        <a:pt x="22734" y="41687"/>
                      </a:moveTo>
                      <a:cubicBezTo>
                        <a:pt x="21400" y="28447"/>
                        <a:pt x="19400" y="14921"/>
                        <a:pt x="12923" y="3396"/>
                      </a:cubicBezTo>
                      <a:cubicBezTo>
                        <a:pt x="12161" y="2063"/>
                        <a:pt x="11209" y="634"/>
                        <a:pt x="9685" y="158"/>
                      </a:cubicBezTo>
                      <a:cubicBezTo>
                        <a:pt x="7875" y="-414"/>
                        <a:pt x="5779" y="634"/>
                        <a:pt x="4636" y="2253"/>
                      </a:cubicBezTo>
                      <a:cubicBezTo>
                        <a:pt x="3588" y="3872"/>
                        <a:pt x="3208" y="5872"/>
                        <a:pt x="2922" y="7778"/>
                      </a:cubicBezTo>
                      <a:cubicBezTo>
                        <a:pt x="255" y="26923"/>
                        <a:pt x="-3841" y="56641"/>
                        <a:pt x="7875" y="73500"/>
                      </a:cubicBezTo>
                      <a:cubicBezTo>
                        <a:pt x="11209" y="78263"/>
                        <a:pt x="17495" y="84549"/>
                        <a:pt x="22638" y="78548"/>
                      </a:cubicBezTo>
                      <a:cubicBezTo>
                        <a:pt x="28925" y="71119"/>
                        <a:pt x="23591" y="50545"/>
                        <a:pt x="22734" y="41687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425" name="Forme libre : forme 14424">
                  <a:extLst>
                    <a:ext uri="{FF2B5EF4-FFF2-40B4-BE49-F238E27FC236}">
                      <a16:creationId xmlns:a16="http://schemas.microsoft.com/office/drawing/2014/main" id="{564E11D0-5F24-48C4-AC56-0EE821128723}"/>
                    </a:ext>
                  </a:extLst>
                </p:cNvPr>
                <p:cNvSpPr/>
                <p:nvPr/>
              </p:nvSpPr>
              <p:spPr>
                <a:xfrm>
                  <a:off x="8772153" y="4695348"/>
                  <a:ext cx="115538" cy="129920"/>
                </a:xfrm>
                <a:custGeom>
                  <a:avLst/>
                  <a:gdLst>
                    <a:gd name="connsiteX0" fmla="*/ 65437 w 115538"/>
                    <a:gd name="connsiteY0" fmla="*/ 77914 h 129920"/>
                    <a:gd name="connsiteX1" fmla="*/ 68580 w 115538"/>
                    <a:gd name="connsiteY1" fmla="*/ 126587 h 129920"/>
                    <a:gd name="connsiteX2" fmla="*/ 56864 w 115538"/>
                    <a:gd name="connsiteY2" fmla="*/ 74200 h 129920"/>
                    <a:gd name="connsiteX3" fmla="*/ 26194 w 115538"/>
                    <a:gd name="connsiteY3" fmla="*/ 28861 h 129920"/>
                    <a:gd name="connsiteX4" fmla="*/ 0 w 115538"/>
                    <a:gd name="connsiteY4" fmla="*/ 0 h 129920"/>
                    <a:gd name="connsiteX5" fmla="*/ 72200 w 115538"/>
                    <a:gd name="connsiteY5" fmla="*/ 74485 h 129920"/>
                    <a:gd name="connsiteX6" fmla="*/ 105061 w 115538"/>
                    <a:gd name="connsiteY6" fmla="*/ 116300 h 129920"/>
                    <a:gd name="connsiteX7" fmla="*/ 115538 w 115538"/>
                    <a:gd name="connsiteY7" fmla="*/ 129921 h 129920"/>
                    <a:gd name="connsiteX8" fmla="*/ 106109 w 115538"/>
                    <a:gd name="connsiteY8" fmla="*/ 121063 h 129920"/>
                    <a:gd name="connsiteX9" fmla="*/ 93345 w 115538"/>
                    <a:gd name="connsiteY9" fmla="*/ 106204 h 129920"/>
                    <a:gd name="connsiteX10" fmla="*/ 65437 w 115538"/>
                    <a:gd name="connsiteY10" fmla="*/ 77914 h 129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538" h="129920">
                      <a:moveTo>
                        <a:pt x="65437" y="77914"/>
                      </a:moveTo>
                      <a:cubicBezTo>
                        <a:pt x="64103" y="94202"/>
                        <a:pt x="65151" y="110585"/>
                        <a:pt x="68580" y="126587"/>
                      </a:cubicBezTo>
                      <a:cubicBezTo>
                        <a:pt x="60674" y="110490"/>
                        <a:pt x="62294" y="91345"/>
                        <a:pt x="56864" y="74200"/>
                      </a:cubicBezTo>
                      <a:cubicBezTo>
                        <a:pt x="51245" y="56674"/>
                        <a:pt x="38481" y="42481"/>
                        <a:pt x="26194" y="28861"/>
                      </a:cubicBezTo>
                      <a:cubicBezTo>
                        <a:pt x="17431" y="19240"/>
                        <a:pt x="8763" y="9620"/>
                        <a:pt x="0" y="0"/>
                      </a:cubicBezTo>
                      <a:cubicBezTo>
                        <a:pt x="26861" y="21907"/>
                        <a:pt x="50292" y="47625"/>
                        <a:pt x="72200" y="74485"/>
                      </a:cubicBezTo>
                      <a:cubicBezTo>
                        <a:pt x="83439" y="88201"/>
                        <a:pt x="94202" y="102298"/>
                        <a:pt x="105061" y="116300"/>
                      </a:cubicBezTo>
                      <a:cubicBezTo>
                        <a:pt x="108490" y="120872"/>
                        <a:pt x="112300" y="125254"/>
                        <a:pt x="115538" y="129921"/>
                      </a:cubicBezTo>
                      <a:cubicBezTo>
                        <a:pt x="111062" y="128111"/>
                        <a:pt x="109061" y="124682"/>
                        <a:pt x="106109" y="121063"/>
                      </a:cubicBezTo>
                      <a:cubicBezTo>
                        <a:pt x="102013" y="116014"/>
                        <a:pt x="97727" y="111061"/>
                        <a:pt x="93345" y="106204"/>
                      </a:cubicBezTo>
                      <a:cubicBezTo>
                        <a:pt x="84392" y="96393"/>
                        <a:pt x="75152" y="86868"/>
                        <a:pt x="65437" y="77914"/>
                      </a:cubicBezTo>
                      <a:close/>
                    </a:path>
                  </a:pathLst>
                </a:custGeom>
                <a:solidFill>
                  <a:srgbClr val="6B359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426" name="Graphique 2">
                <a:extLst>
                  <a:ext uri="{FF2B5EF4-FFF2-40B4-BE49-F238E27FC236}">
                    <a16:creationId xmlns:a16="http://schemas.microsoft.com/office/drawing/2014/main" id="{6E323C42-C8C4-4497-9AD2-221213DE05F2}"/>
                  </a:ext>
                </a:extLst>
              </p:cNvPr>
              <p:cNvGrpSpPr/>
              <p:nvPr/>
            </p:nvGrpSpPr>
            <p:grpSpPr>
              <a:xfrm>
                <a:off x="8977354" y="2280082"/>
                <a:ext cx="808758" cy="608235"/>
                <a:chOff x="8977354" y="2280082"/>
                <a:chExt cx="808758" cy="608235"/>
              </a:xfrm>
              <a:solidFill>
                <a:schemeClr val="accent1"/>
              </a:solidFill>
            </p:grpSpPr>
            <p:grpSp>
              <p:nvGrpSpPr>
                <p:cNvPr id="14427" name="Graphique 2">
                  <a:extLst>
                    <a:ext uri="{FF2B5EF4-FFF2-40B4-BE49-F238E27FC236}">
                      <a16:creationId xmlns:a16="http://schemas.microsoft.com/office/drawing/2014/main" id="{CE420904-4BC3-4C8A-A27A-3AFC18845F42}"/>
                    </a:ext>
                  </a:extLst>
                </p:cNvPr>
                <p:cNvGrpSpPr/>
                <p:nvPr/>
              </p:nvGrpSpPr>
              <p:grpSpPr>
                <a:xfrm>
                  <a:off x="8977354" y="2280082"/>
                  <a:ext cx="808758" cy="608235"/>
                  <a:chOff x="8977354" y="2280082"/>
                  <a:chExt cx="808758" cy="608235"/>
                </a:xfrm>
                <a:solidFill>
                  <a:schemeClr val="accent1"/>
                </a:solidFill>
              </p:grpSpPr>
              <p:sp>
                <p:nvSpPr>
                  <p:cNvPr id="14428" name="Forme libre : forme 14427">
                    <a:extLst>
                      <a:ext uri="{FF2B5EF4-FFF2-40B4-BE49-F238E27FC236}">
                        <a16:creationId xmlns:a16="http://schemas.microsoft.com/office/drawing/2014/main" id="{D66CB4A6-A167-4420-974C-A77CBDE89AD8}"/>
                      </a:ext>
                    </a:extLst>
                  </p:cNvPr>
                  <p:cNvSpPr/>
                  <p:nvPr/>
                </p:nvSpPr>
                <p:spPr>
                  <a:xfrm>
                    <a:off x="8977354" y="2330100"/>
                    <a:ext cx="724534" cy="558217"/>
                  </a:xfrm>
                  <a:custGeom>
                    <a:avLst/>
                    <a:gdLst>
                      <a:gd name="connsiteX0" fmla="*/ 540797 w 724534"/>
                      <a:gd name="connsiteY0" fmla="*/ 0 h 558217"/>
                      <a:gd name="connsiteX1" fmla="*/ 441261 w 724534"/>
                      <a:gd name="connsiteY1" fmla="*/ 136303 h 558217"/>
                      <a:gd name="connsiteX2" fmla="*/ 301625 w 724534"/>
                      <a:gd name="connsiteY2" fmla="*/ 289084 h 558217"/>
                      <a:gd name="connsiteX3" fmla="*/ 63499 w 724534"/>
                      <a:gd name="connsiteY3" fmla="*/ 430911 h 558217"/>
                      <a:gd name="connsiteX4" fmla="*/ 4064 w 724534"/>
                      <a:gd name="connsiteY4" fmla="*/ 456152 h 558217"/>
                      <a:gd name="connsiteX5" fmla="*/ 50355 w 724534"/>
                      <a:gd name="connsiteY5" fmla="*/ 489204 h 558217"/>
                      <a:gd name="connsiteX6" fmla="*/ 55975 w 724534"/>
                      <a:gd name="connsiteY6" fmla="*/ 499015 h 558217"/>
                      <a:gd name="connsiteX7" fmla="*/ 61595 w 724534"/>
                      <a:gd name="connsiteY7" fmla="*/ 555593 h 558217"/>
                      <a:gd name="connsiteX8" fmla="*/ 113125 w 724534"/>
                      <a:gd name="connsiteY8" fmla="*/ 516636 h 558217"/>
                      <a:gd name="connsiteX9" fmla="*/ 354679 w 724534"/>
                      <a:gd name="connsiteY9" fmla="*/ 380809 h 558217"/>
                      <a:gd name="connsiteX10" fmla="*/ 556799 w 724534"/>
                      <a:gd name="connsiteY10" fmla="*/ 335851 h 558217"/>
                      <a:gd name="connsiteX11" fmla="*/ 724535 w 724534"/>
                      <a:gd name="connsiteY11" fmla="*/ 317468 h 558217"/>
                      <a:gd name="connsiteX12" fmla="*/ 690625 w 724534"/>
                      <a:gd name="connsiteY12" fmla="*/ 127063 h 558217"/>
                      <a:gd name="connsiteX13" fmla="*/ 540797 w 724534"/>
                      <a:gd name="connsiteY13" fmla="*/ 0 h 558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24534" h="558217">
                        <a:moveTo>
                          <a:pt x="540797" y="0"/>
                        </a:moveTo>
                        <a:cubicBezTo>
                          <a:pt x="540797" y="0"/>
                          <a:pt x="497840" y="41624"/>
                          <a:pt x="441261" y="136303"/>
                        </a:cubicBezTo>
                        <a:cubicBezTo>
                          <a:pt x="384683" y="230981"/>
                          <a:pt x="365823" y="249460"/>
                          <a:pt x="301625" y="289084"/>
                        </a:cubicBezTo>
                        <a:cubicBezTo>
                          <a:pt x="237331" y="328708"/>
                          <a:pt x="77311" y="423196"/>
                          <a:pt x="63499" y="430911"/>
                        </a:cubicBezTo>
                        <a:cubicBezTo>
                          <a:pt x="49688" y="438626"/>
                          <a:pt x="20256" y="457486"/>
                          <a:pt x="4064" y="456152"/>
                        </a:cubicBezTo>
                        <a:cubicBezTo>
                          <a:pt x="-12224" y="454914"/>
                          <a:pt x="23971" y="493681"/>
                          <a:pt x="50355" y="489204"/>
                        </a:cubicBezTo>
                        <a:lnTo>
                          <a:pt x="55975" y="499015"/>
                        </a:lnTo>
                        <a:cubicBezTo>
                          <a:pt x="38925" y="519589"/>
                          <a:pt x="54546" y="570262"/>
                          <a:pt x="61595" y="555593"/>
                        </a:cubicBezTo>
                        <a:cubicBezTo>
                          <a:pt x="68643" y="540830"/>
                          <a:pt x="99599" y="524732"/>
                          <a:pt x="113125" y="516636"/>
                        </a:cubicBezTo>
                        <a:cubicBezTo>
                          <a:pt x="126746" y="508444"/>
                          <a:pt x="288290" y="416814"/>
                          <a:pt x="354679" y="380809"/>
                        </a:cubicBezTo>
                        <a:cubicBezTo>
                          <a:pt x="421068" y="344805"/>
                          <a:pt x="446500" y="337756"/>
                          <a:pt x="556799" y="335851"/>
                        </a:cubicBezTo>
                        <a:cubicBezTo>
                          <a:pt x="667099" y="333946"/>
                          <a:pt x="724535" y="317468"/>
                          <a:pt x="724535" y="317468"/>
                        </a:cubicBezTo>
                        <a:lnTo>
                          <a:pt x="690625" y="127063"/>
                        </a:lnTo>
                        <a:lnTo>
                          <a:pt x="540797" y="0"/>
                        </a:ln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grpSp>
                <p:nvGrpSpPr>
                  <p:cNvPr id="14429" name="Graphique 2">
                    <a:extLst>
                      <a:ext uri="{FF2B5EF4-FFF2-40B4-BE49-F238E27FC236}">
                        <a16:creationId xmlns:a16="http://schemas.microsoft.com/office/drawing/2014/main" id="{AF6C74B5-1C97-4CFF-8064-5BF922B9FA8E}"/>
                      </a:ext>
                    </a:extLst>
                  </p:cNvPr>
                  <p:cNvGrpSpPr/>
                  <p:nvPr/>
                </p:nvGrpSpPr>
                <p:grpSpPr>
                  <a:xfrm>
                    <a:off x="9572544" y="2359045"/>
                    <a:ext cx="197066" cy="188176"/>
                    <a:chOff x="9572544" y="2359045"/>
                    <a:chExt cx="197066" cy="188176"/>
                  </a:xfrm>
                  <a:solidFill>
                    <a:schemeClr val="accent1"/>
                  </a:solidFill>
                </p:grpSpPr>
                <p:sp>
                  <p:nvSpPr>
                    <p:cNvPr id="14430" name="Forme libre : forme 14429">
                      <a:extLst>
                        <a:ext uri="{FF2B5EF4-FFF2-40B4-BE49-F238E27FC236}">
                          <a16:creationId xmlns:a16="http://schemas.microsoft.com/office/drawing/2014/main" id="{F1E6CB99-6C11-4349-B8DB-4CF80634E6B0}"/>
                        </a:ext>
                      </a:extLst>
                    </p:cNvPr>
                    <p:cNvSpPr/>
                    <p:nvPr/>
                  </p:nvSpPr>
                  <p:spPr>
                    <a:xfrm rot="-1803583">
                      <a:off x="9594497" y="2388745"/>
                      <a:ext cx="153161" cy="128777"/>
                    </a:xfrm>
                    <a:custGeom>
                      <a:avLst/>
                      <a:gdLst>
                        <a:gd name="connsiteX0" fmla="*/ 153161 w 153161"/>
                        <a:gd name="connsiteY0" fmla="*/ 64389 h 128777"/>
                        <a:gd name="connsiteX1" fmla="*/ 76581 w 153161"/>
                        <a:gd name="connsiteY1" fmla="*/ 128777 h 128777"/>
                        <a:gd name="connsiteX2" fmla="*/ 0 w 153161"/>
                        <a:gd name="connsiteY2" fmla="*/ 64389 h 128777"/>
                        <a:gd name="connsiteX3" fmla="*/ 76581 w 153161"/>
                        <a:gd name="connsiteY3" fmla="*/ 0 h 128777"/>
                        <a:gd name="connsiteX4" fmla="*/ 153161 w 153161"/>
                        <a:gd name="connsiteY4" fmla="*/ 64389 h 128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1" h="128777">
                          <a:moveTo>
                            <a:pt x="153161" y="64389"/>
                          </a:moveTo>
                          <a:cubicBezTo>
                            <a:pt x="153161" y="99950"/>
                            <a:pt x="118875" y="128777"/>
                            <a:pt x="76581" y="128777"/>
                          </a:cubicBezTo>
                          <a:cubicBezTo>
                            <a:pt x="34286" y="128777"/>
                            <a:pt x="0" y="99950"/>
                            <a:pt x="0" y="64389"/>
                          </a:cubicBezTo>
                          <a:cubicBezTo>
                            <a:pt x="0" y="28828"/>
                            <a:pt x="34286" y="0"/>
                            <a:pt x="76581" y="0"/>
                          </a:cubicBezTo>
                          <a:cubicBezTo>
                            <a:pt x="118875" y="0"/>
                            <a:pt x="153161" y="28828"/>
                            <a:pt x="153161" y="64389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1" name="Forme libre : forme 14430">
                      <a:extLst>
                        <a:ext uri="{FF2B5EF4-FFF2-40B4-BE49-F238E27FC236}">
                          <a16:creationId xmlns:a16="http://schemas.microsoft.com/office/drawing/2014/main" id="{F7F8022F-C296-4530-BC24-89BD51E1E4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97384" y="2403823"/>
                      <a:ext cx="131746" cy="116952"/>
                    </a:xfrm>
                    <a:custGeom>
                      <a:avLst/>
                      <a:gdLst>
                        <a:gd name="connsiteX0" fmla="*/ 131746 w 131746"/>
                        <a:gd name="connsiteY0" fmla="*/ 82582 h 116952"/>
                        <a:gd name="connsiteX1" fmla="*/ 122221 w 131746"/>
                        <a:gd name="connsiteY1" fmla="*/ 88964 h 116952"/>
                        <a:gd name="connsiteX2" fmla="*/ 23733 w 131746"/>
                        <a:gd name="connsiteY2" fmla="*/ 71533 h 116952"/>
                        <a:gd name="connsiteX3" fmla="*/ 31924 w 131746"/>
                        <a:gd name="connsiteY3" fmla="*/ 0 h 116952"/>
                        <a:gd name="connsiteX4" fmla="*/ 7445 w 131746"/>
                        <a:gd name="connsiteY4" fmla="*/ 87630 h 116952"/>
                        <a:gd name="connsiteX5" fmla="*/ 105933 w 131746"/>
                        <a:gd name="connsiteY5" fmla="*/ 105061 h 116952"/>
                        <a:gd name="connsiteX6" fmla="*/ 131746 w 131746"/>
                        <a:gd name="connsiteY6" fmla="*/ 82582 h 116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1746" h="116952">
                          <a:moveTo>
                            <a:pt x="131746" y="82582"/>
                          </a:moveTo>
                          <a:cubicBezTo>
                            <a:pt x="128793" y="84868"/>
                            <a:pt x="125650" y="87058"/>
                            <a:pt x="122221" y="88964"/>
                          </a:cubicBezTo>
                          <a:cubicBezTo>
                            <a:pt x="85645" y="110109"/>
                            <a:pt x="41735" y="102203"/>
                            <a:pt x="23733" y="71533"/>
                          </a:cubicBezTo>
                          <a:cubicBezTo>
                            <a:pt x="9636" y="47530"/>
                            <a:pt x="14017" y="16954"/>
                            <a:pt x="31924" y="0"/>
                          </a:cubicBezTo>
                          <a:cubicBezTo>
                            <a:pt x="2397" y="22479"/>
                            <a:pt x="-8748" y="59722"/>
                            <a:pt x="7445" y="87630"/>
                          </a:cubicBezTo>
                          <a:cubicBezTo>
                            <a:pt x="25257" y="118396"/>
                            <a:pt x="69357" y="126206"/>
                            <a:pt x="105933" y="105061"/>
                          </a:cubicBezTo>
                          <a:cubicBezTo>
                            <a:pt x="116411" y="99060"/>
                            <a:pt x="125078" y="91250"/>
                            <a:pt x="131746" y="82582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2" name="Forme libre : forme 14431">
                      <a:extLst>
                        <a:ext uri="{FF2B5EF4-FFF2-40B4-BE49-F238E27FC236}">
                          <a16:creationId xmlns:a16="http://schemas.microsoft.com/office/drawing/2014/main" id="{84DB08A1-BD1C-40C3-9DC6-65EE3CC49CDF}"/>
                        </a:ext>
                      </a:extLst>
                    </p:cNvPr>
                    <p:cNvSpPr/>
                    <p:nvPr/>
                  </p:nvSpPr>
                  <p:spPr>
                    <a:xfrm rot="-522470">
                      <a:off x="9648503" y="2391772"/>
                      <a:ext cx="74868" cy="59247"/>
                    </a:xfrm>
                    <a:custGeom>
                      <a:avLst/>
                      <a:gdLst>
                        <a:gd name="connsiteX0" fmla="*/ 74869 w 74868"/>
                        <a:gd name="connsiteY0" fmla="*/ 29623 h 59247"/>
                        <a:gd name="connsiteX1" fmla="*/ 37434 w 74868"/>
                        <a:gd name="connsiteY1" fmla="*/ 59247 h 59247"/>
                        <a:gd name="connsiteX2" fmla="*/ 0 w 74868"/>
                        <a:gd name="connsiteY2" fmla="*/ 29623 h 59247"/>
                        <a:gd name="connsiteX3" fmla="*/ 37434 w 74868"/>
                        <a:gd name="connsiteY3" fmla="*/ 0 h 59247"/>
                        <a:gd name="connsiteX4" fmla="*/ 74869 w 74868"/>
                        <a:gd name="connsiteY4" fmla="*/ 29623 h 59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8" h="59247">
                          <a:moveTo>
                            <a:pt x="74869" y="29623"/>
                          </a:moveTo>
                          <a:cubicBezTo>
                            <a:pt x="74869" y="45984"/>
                            <a:pt x="58109" y="59247"/>
                            <a:pt x="37434" y="59247"/>
                          </a:cubicBezTo>
                          <a:cubicBezTo>
                            <a:pt x="16760" y="59247"/>
                            <a:pt x="0" y="45984"/>
                            <a:pt x="0" y="29623"/>
                          </a:cubicBezTo>
                          <a:cubicBezTo>
                            <a:pt x="0" y="13263"/>
                            <a:pt x="16760" y="0"/>
                            <a:pt x="37434" y="0"/>
                          </a:cubicBezTo>
                          <a:cubicBezTo>
                            <a:pt x="58109" y="0"/>
                            <a:pt x="74869" y="13263"/>
                            <a:pt x="74869" y="29623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3" name="Forme libre : forme 14432">
                      <a:extLst>
                        <a:ext uri="{FF2B5EF4-FFF2-40B4-BE49-F238E27FC236}">
                          <a16:creationId xmlns:a16="http://schemas.microsoft.com/office/drawing/2014/main" id="{4CB1C337-BD0B-46A8-9D4B-96DD308EEE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12271" y="2418111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4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4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9" y="17907"/>
                            <a:pt x="8954" y="17907"/>
                          </a:cubicBezTo>
                          <a:cubicBezTo>
                            <a:pt x="4009" y="17907"/>
                            <a:pt x="0" y="13898"/>
                            <a:pt x="0" y="8953"/>
                          </a:cubicBezTo>
                          <a:cubicBezTo>
                            <a:pt x="0" y="4009"/>
                            <a:pt x="4009" y="0"/>
                            <a:pt x="8954" y="0"/>
                          </a:cubicBezTo>
                          <a:cubicBezTo>
                            <a:pt x="13898" y="0"/>
                            <a:pt x="17907" y="4009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434" name="Graphique 2">
                    <a:extLst>
                      <a:ext uri="{FF2B5EF4-FFF2-40B4-BE49-F238E27FC236}">
                        <a16:creationId xmlns:a16="http://schemas.microsoft.com/office/drawing/2014/main" id="{F4FD766B-F76B-413A-AC98-FF30D42C0E1F}"/>
                      </a:ext>
                    </a:extLst>
                  </p:cNvPr>
                  <p:cNvGrpSpPr/>
                  <p:nvPr/>
                </p:nvGrpSpPr>
                <p:grpSpPr>
                  <a:xfrm>
                    <a:off x="9467684" y="2280082"/>
                    <a:ext cx="197066" cy="188176"/>
                    <a:chOff x="9467684" y="2280082"/>
                    <a:chExt cx="197066" cy="188176"/>
                  </a:xfrm>
                  <a:solidFill>
                    <a:schemeClr val="accent1"/>
                  </a:solidFill>
                </p:grpSpPr>
                <p:sp>
                  <p:nvSpPr>
                    <p:cNvPr id="14435" name="Forme libre : forme 14434">
                      <a:extLst>
                        <a:ext uri="{FF2B5EF4-FFF2-40B4-BE49-F238E27FC236}">
                          <a16:creationId xmlns:a16="http://schemas.microsoft.com/office/drawing/2014/main" id="{65014240-BE9F-4622-B97D-BBAE0F4448E2}"/>
                        </a:ext>
                      </a:extLst>
                    </p:cNvPr>
                    <p:cNvSpPr/>
                    <p:nvPr/>
                  </p:nvSpPr>
                  <p:spPr>
                    <a:xfrm rot="-1803583">
                      <a:off x="9489637" y="2309782"/>
                      <a:ext cx="153161" cy="128777"/>
                    </a:xfrm>
                    <a:custGeom>
                      <a:avLst/>
                      <a:gdLst>
                        <a:gd name="connsiteX0" fmla="*/ 153161 w 153161"/>
                        <a:gd name="connsiteY0" fmla="*/ 64389 h 128777"/>
                        <a:gd name="connsiteX1" fmla="*/ 76581 w 153161"/>
                        <a:gd name="connsiteY1" fmla="*/ 128777 h 128777"/>
                        <a:gd name="connsiteX2" fmla="*/ 0 w 153161"/>
                        <a:gd name="connsiteY2" fmla="*/ 64389 h 128777"/>
                        <a:gd name="connsiteX3" fmla="*/ 76581 w 153161"/>
                        <a:gd name="connsiteY3" fmla="*/ 0 h 128777"/>
                        <a:gd name="connsiteX4" fmla="*/ 153161 w 153161"/>
                        <a:gd name="connsiteY4" fmla="*/ 64389 h 128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1" h="128777">
                          <a:moveTo>
                            <a:pt x="153161" y="64389"/>
                          </a:moveTo>
                          <a:cubicBezTo>
                            <a:pt x="153161" y="99950"/>
                            <a:pt x="118875" y="128777"/>
                            <a:pt x="76581" y="128777"/>
                          </a:cubicBezTo>
                          <a:cubicBezTo>
                            <a:pt x="34286" y="128777"/>
                            <a:pt x="0" y="99950"/>
                            <a:pt x="0" y="64389"/>
                          </a:cubicBezTo>
                          <a:cubicBezTo>
                            <a:pt x="0" y="28828"/>
                            <a:pt x="34286" y="0"/>
                            <a:pt x="76581" y="0"/>
                          </a:cubicBezTo>
                          <a:cubicBezTo>
                            <a:pt x="118875" y="0"/>
                            <a:pt x="153161" y="28828"/>
                            <a:pt x="153161" y="64389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6" name="Forme libre : forme 14435">
                      <a:extLst>
                        <a:ext uri="{FF2B5EF4-FFF2-40B4-BE49-F238E27FC236}">
                          <a16:creationId xmlns:a16="http://schemas.microsoft.com/office/drawing/2014/main" id="{921B9F35-7243-439E-99AF-8676E61403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2514" y="2324861"/>
                      <a:ext cx="131746" cy="116952"/>
                    </a:xfrm>
                    <a:custGeom>
                      <a:avLst/>
                      <a:gdLst>
                        <a:gd name="connsiteX0" fmla="*/ 131746 w 131746"/>
                        <a:gd name="connsiteY0" fmla="*/ 82582 h 116952"/>
                        <a:gd name="connsiteX1" fmla="*/ 122221 w 131746"/>
                        <a:gd name="connsiteY1" fmla="*/ 88963 h 116952"/>
                        <a:gd name="connsiteX2" fmla="*/ 23733 w 131746"/>
                        <a:gd name="connsiteY2" fmla="*/ 71533 h 116952"/>
                        <a:gd name="connsiteX3" fmla="*/ 31924 w 131746"/>
                        <a:gd name="connsiteY3" fmla="*/ 0 h 116952"/>
                        <a:gd name="connsiteX4" fmla="*/ 7445 w 131746"/>
                        <a:gd name="connsiteY4" fmla="*/ 87630 h 116952"/>
                        <a:gd name="connsiteX5" fmla="*/ 105933 w 131746"/>
                        <a:gd name="connsiteY5" fmla="*/ 105061 h 116952"/>
                        <a:gd name="connsiteX6" fmla="*/ 131746 w 131746"/>
                        <a:gd name="connsiteY6" fmla="*/ 82582 h 116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1746" h="116952">
                          <a:moveTo>
                            <a:pt x="131746" y="82582"/>
                          </a:moveTo>
                          <a:cubicBezTo>
                            <a:pt x="128793" y="84868"/>
                            <a:pt x="125650" y="87058"/>
                            <a:pt x="122221" y="88963"/>
                          </a:cubicBezTo>
                          <a:cubicBezTo>
                            <a:pt x="85645" y="110109"/>
                            <a:pt x="41735" y="102203"/>
                            <a:pt x="23733" y="71533"/>
                          </a:cubicBezTo>
                          <a:cubicBezTo>
                            <a:pt x="9636" y="47530"/>
                            <a:pt x="14017" y="16954"/>
                            <a:pt x="31924" y="0"/>
                          </a:cubicBezTo>
                          <a:cubicBezTo>
                            <a:pt x="2397" y="22479"/>
                            <a:pt x="-8748" y="59722"/>
                            <a:pt x="7445" y="87630"/>
                          </a:cubicBezTo>
                          <a:cubicBezTo>
                            <a:pt x="25257" y="118396"/>
                            <a:pt x="69357" y="126206"/>
                            <a:pt x="105933" y="105061"/>
                          </a:cubicBezTo>
                          <a:cubicBezTo>
                            <a:pt x="116411" y="99060"/>
                            <a:pt x="125079" y="91250"/>
                            <a:pt x="131746" y="82582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7" name="Forme libre : forme 14436">
                      <a:extLst>
                        <a:ext uri="{FF2B5EF4-FFF2-40B4-BE49-F238E27FC236}">
                          <a16:creationId xmlns:a16="http://schemas.microsoft.com/office/drawing/2014/main" id="{88CE5E08-6652-4A7E-88FF-CEC598ADE62B}"/>
                        </a:ext>
                      </a:extLst>
                    </p:cNvPr>
                    <p:cNvSpPr/>
                    <p:nvPr/>
                  </p:nvSpPr>
                  <p:spPr>
                    <a:xfrm rot="-522470">
                      <a:off x="9543631" y="2312812"/>
                      <a:ext cx="74868" cy="59247"/>
                    </a:xfrm>
                    <a:custGeom>
                      <a:avLst/>
                      <a:gdLst>
                        <a:gd name="connsiteX0" fmla="*/ 74868 w 74868"/>
                        <a:gd name="connsiteY0" fmla="*/ 29624 h 59247"/>
                        <a:gd name="connsiteX1" fmla="*/ 37434 w 74868"/>
                        <a:gd name="connsiteY1" fmla="*/ 59247 h 59247"/>
                        <a:gd name="connsiteX2" fmla="*/ 0 w 74868"/>
                        <a:gd name="connsiteY2" fmla="*/ 29624 h 59247"/>
                        <a:gd name="connsiteX3" fmla="*/ 37434 w 74868"/>
                        <a:gd name="connsiteY3" fmla="*/ 0 h 59247"/>
                        <a:gd name="connsiteX4" fmla="*/ 74868 w 74868"/>
                        <a:gd name="connsiteY4" fmla="*/ 29624 h 59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8" h="59247">
                          <a:moveTo>
                            <a:pt x="74868" y="29624"/>
                          </a:moveTo>
                          <a:cubicBezTo>
                            <a:pt x="74868" y="45984"/>
                            <a:pt x="58109" y="59247"/>
                            <a:pt x="37434" y="59247"/>
                          </a:cubicBezTo>
                          <a:cubicBezTo>
                            <a:pt x="16760" y="59247"/>
                            <a:pt x="0" y="45984"/>
                            <a:pt x="0" y="29624"/>
                          </a:cubicBezTo>
                          <a:cubicBezTo>
                            <a:pt x="0" y="13263"/>
                            <a:pt x="16760" y="0"/>
                            <a:pt x="37434" y="0"/>
                          </a:cubicBezTo>
                          <a:cubicBezTo>
                            <a:pt x="58109" y="0"/>
                            <a:pt x="74868" y="13263"/>
                            <a:pt x="74868" y="2962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8" name="Forme libre : forme 14437">
                      <a:extLst>
                        <a:ext uri="{FF2B5EF4-FFF2-40B4-BE49-F238E27FC236}">
                          <a16:creationId xmlns:a16="http://schemas.microsoft.com/office/drawing/2014/main" id="{488C74CE-312A-45C8-B58A-A9F30C1130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07401" y="2339053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4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4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9" y="17907"/>
                            <a:pt x="8954" y="17907"/>
                          </a:cubicBezTo>
                          <a:cubicBezTo>
                            <a:pt x="4009" y="17907"/>
                            <a:pt x="0" y="13898"/>
                            <a:pt x="0" y="8953"/>
                          </a:cubicBezTo>
                          <a:cubicBezTo>
                            <a:pt x="0" y="4009"/>
                            <a:pt x="4008" y="0"/>
                            <a:pt x="8954" y="0"/>
                          </a:cubicBezTo>
                          <a:cubicBezTo>
                            <a:pt x="13898" y="0"/>
                            <a:pt x="17907" y="4009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439" name="Graphique 2">
                    <a:extLst>
                      <a:ext uri="{FF2B5EF4-FFF2-40B4-BE49-F238E27FC236}">
                        <a16:creationId xmlns:a16="http://schemas.microsoft.com/office/drawing/2014/main" id="{E15A47C3-38CC-4BDD-B518-9032DDC237D8}"/>
                      </a:ext>
                    </a:extLst>
                  </p:cNvPr>
                  <p:cNvGrpSpPr/>
                  <p:nvPr/>
                </p:nvGrpSpPr>
                <p:grpSpPr>
                  <a:xfrm>
                    <a:off x="9589046" y="2489831"/>
                    <a:ext cx="197066" cy="188176"/>
                    <a:chOff x="9589046" y="2489831"/>
                    <a:chExt cx="197066" cy="188176"/>
                  </a:xfrm>
                  <a:solidFill>
                    <a:schemeClr val="accent1"/>
                  </a:solidFill>
                </p:grpSpPr>
                <p:sp>
                  <p:nvSpPr>
                    <p:cNvPr id="14440" name="Forme libre : forme 14439">
                      <a:extLst>
                        <a:ext uri="{FF2B5EF4-FFF2-40B4-BE49-F238E27FC236}">
                          <a16:creationId xmlns:a16="http://schemas.microsoft.com/office/drawing/2014/main" id="{48F1421B-7E18-4BD3-88DA-9C5241F4B2A7}"/>
                        </a:ext>
                      </a:extLst>
                    </p:cNvPr>
                    <p:cNvSpPr/>
                    <p:nvPr/>
                  </p:nvSpPr>
                  <p:spPr>
                    <a:xfrm rot="-1803583">
                      <a:off x="9610999" y="2519530"/>
                      <a:ext cx="153161" cy="128777"/>
                    </a:xfrm>
                    <a:custGeom>
                      <a:avLst/>
                      <a:gdLst>
                        <a:gd name="connsiteX0" fmla="*/ 153161 w 153161"/>
                        <a:gd name="connsiteY0" fmla="*/ 64389 h 128777"/>
                        <a:gd name="connsiteX1" fmla="*/ 76580 w 153161"/>
                        <a:gd name="connsiteY1" fmla="*/ 128777 h 128777"/>
                        <a:gd name="connsiteX2" fmla="*/ 0 w 153161"/>
                        <a:gd name="connsiteY2" fmla="*/ 64389 h 128777"/>
                        <a:gd name="connsiteX3" fmla="*/ 76580 w 153161"/>
                        <a:gd name="connsiteY3" fmla="*/ 0 h 128777"/>
                        <a:gd name="connsiteX4" fmla="*/ 153161 w 153161"/>
                        <a:gd name="connsiteY4" fmla="*/ 64389 h 128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1" h="128777">
                          <a:moveTo>
                            <a:pt x="153161" y="64389"/>
                          </a:moveTo>
                          <a:cubicBezTo>
                            <a:pt x="153161" y="99950"/>
                            <a:pt x="118875" y="128777"/>
                            <a:pt x="76580" y="128777"/>
                          </a:cubicBezTo>
                          <a:cubicBezTo>
                            <a:pt x="34286" y="128777"/>
                            <a:pt x="0" y="99950"/>
                            <a:pt x="0" y="64389"/>
                          </a:cubicBezTo>
                          <a:cubicBezTo>
                            <a:pt x="0" y="28828"/>
                            <a:pt x="34286" y="0"/>
                            <a:pt x="76580" y="0"/>
                          </a:cubicBezTo>
                          <a:cubicBezTo>
                            <a:pt x="118875" y="0"/>
                            <a:pt x="153161" y="28828"/>
                            <a:pt x="153161" y="64389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41" name="Forme libre : forme 14440">
                      <a:extLst>
                        <a:ext uri="{FF2B5EF4-FFF2-40B4-BE49-F238E27FC236}">
                          <a16:creationId xmlns:a16="http://schemas.microsoft.com/office/drawing/2014/main" id="{05718DBE-85F5-4C6B-94CF-BDDAE4D720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13862" y="2534602"/>
                      <a:ext cx="131746" cy="116952"/>
                    </a:xfrm>
                    <a:custGeom>
                      <a:avLst/>
                      <a:gdLst>
                        <a:gd name="connsiteX0" fmla="*/ 131746 w 131746"/>
                        <a:gd name="connsiteY0" fmla="*/ 82582 h 116952"/>
                        <a:gd name="connsiteX1" fmla="*/ 122221 w 131746"/>
                        <a:gd name="connsiteY1" fmla="*/ 88963 h 116952"/>
                        <a:gd name="connsiteX2" fmla="*/ 23733 w 131746"/>
                        <a:gd name="connsiteY2" fmla="*/ 71533 h 116952"/>
                        <a:gd name="connsiteX3" fmla="*/ 31924 w 131746"/>
                        <a:gd name="connsiteY3" fmla="*/ 0 h 116952"/>
                        <a:gd name="connsiteX4" fmla="*/ 7445 w 131746"/>
                        <a:gd name="connsiteY4" fmla="*/ 87630 h 116952"/>
                        <a:gd name="connsiteX5" fmla="*/ 105933 w 131746"/>
                        <a:gd name="connsiteY5" fmla="*/ 105061 h 116952"/>
                        <a:gd name="connsiteX6" fmla="*/ 131746 w 131746"/>
                        <a:gd name="connsiteY6" fmla="*/ 82582 h 116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1746" h="116952">
                          <a:moveTo>
                            <a:pt x="131746" y="82582"/>
                          </a:moveTo>
                          <a:cubicBezTo>
                            <a:pt x="128794" y="84868"/>
                            <a:pt x="125650" y="87058"/>
                            <a:pt x="122221" y="88963"/>
                          </a:cubicBezTo>
                          <a:cubicBezTo>
                            <a:pt x="85645" y="110109"/>
                            <a:pt x="41735" y="102203"/>
                            <a:pt x="23733" y="71533"/>
                          </a:cubicBezTo>
                          <a:cubicBezTo>
                            <a:pt x="9636" y="47530"/>
                            <a:pt x="14017" y="16954"/>
                            <a:pt x="31924" y="0"/>
                          </a:cubicBezTo>
                          <a:cubicBezTo>
                            <a:pt x="2397" y="22479"/>
                            <a:pt x="-8748" y="59722"/>
                            <a:pt x="7445" y="87630"/>
                          </a:cubicBezTo>
                          <a:cubicBezTo>
                            <a:pt x="25257" y="118396"/>
                            <a:pt x="69357" y="126206"/>
                            <a:pt x="105933" y="105061"/>
                          </a:cubicBezTo>
                          <a:cubicBezTo>
                            <a:pt x="116411" y="99060"/>
                            <a:pt x="125079" y="91249"/>
                            <a:pt x="131746" y="82582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42" name="Forme libre : forme 14441">
                      <a:extLst>
                        <a:ext uri="{FF2B5EF4-FFF2-40B4-BE49-F238E27FC236}">
                          <a16:creationId xmlns:a16="http://schemas.microsoft.com/office/drawing/2014/main" id="{22C59E46-95A5-4D1F-A466-78F43EBD38EB}"/>
                        </a:ext>
                      </a:extLst>
                    </p:cNvPr>
                    <p:cNvSpPr/>
                    <p:nvPr/>
                  </p:nvSpPr>
                  <p:spPr>
                    <a:xfrm rot="-522470">
                      <a:off x="9664994" y="2522555"/>
                      <a:ext cx="74868" cy="59247"/>
                    </a:xfrm>
                    <a:custGeom>
                      <a:avLst/>
                      <a:gdLst>
                        <a:gd name="connsiteX0" fmla="*/ 74869 w 74868"/>
                        <a:gd name="connsiteY0" fmla="*/ 29624 h 59247"/>
                        <a:gd name="connsiteX1" fmla="*/ 37434 w 74868"/>
                        <a:gd name="connsiteY1" fmla="*/ 59247 h 59247"/>
                        <a:gd name="connsiteX2" fmla="*/ 0 w 74868"/>
                        <a:gd name="connsiteY2" fmla="*/ 29624 h 59247"/>
                        <a:gd name="connsiteX3" fmla="*/ 37434 w 74868"/>
                        <a:gd name="connsiteY3" fmla="*/ 0 h 59247"/>
                        <a:gd name="connsiteX4" fmla="*/ 74869 w 74868"/>
                        <a:gd name="connsiteY4" fmla="*/ 29624 h 59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8" h="59247">
                          <a:moveTo>
                            <a:pt x="74869" y="29624"/>
                          </a:moveTo>
                          <a:cubicBezTo>
                            <a:pt x="74869" y="45984"/>
                            <a:pt x="58109" y="59247"/>
                            <a:pt x="37434" y="59247"/>
                          </a:cubicBezTo>
                          <a:cubicBezTo>
                            <a:pt x="16760" y="59247"/>
                            <a:pt x="0" y="45984"/>
                            <a:pt x="0" y="29624"/>
                          </a:cubicBezTo>
                          <a:cubicBezTo>
                            <a:pt x="0" y="13263"/>
                            <a:pt x="16760" y="0"/>
                            <a:pt x="37434" y="0"/>
                          </a:cubicBezTo>
                          <a:cubicBezTo>
                            <a:pt x="58109" y="0"/>
                            <a:pt x="74869" y="13263"/>
                            <a:pt x="74869" y="2962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43" name="Forme libre : forme 14442">
                      <a:extLst>
                        <a:ext uri="{FF2B5EF4-FFF2-40B4-BE49-F238E27FC236}">
                          <a16:creationId xmlns:a16="http://schemas.microsoft.com/office/drawing/2014/main" id="{40354F63-AFC1-4C74-94D9-D4F45A824D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8749" y="2548794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3"/>
                          </a:cubicBezTo>
                          <a:cubicBezTo>
                            <a:pt x="0" y="4009"/>
                            <a:pt x="4008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sp>
                <p:nvSpPr>
                  <p:cNvPr id="14444" name="Forme libre : forme 14443">
                    <a:extLst>
                      <a:ext uri="{FF2B5EF4-FFF2-40B4-BE49-F238E27FC236}">
                        <a16:creationId xmlns:a16="http://schemas.microsoft.com/office/drawing/2014/main" id="{9C52AC5D-783C-4F2E-9598-731ACD65719F}"/>
                      </a:ext>
                    </a:extLst>
                  </p:cNvPr>
                  <p:cNvSpPr/>
                  <p:nvPr/>
                </p:nvSpPr>
                <p:spPr>
                  <a:xfrm>
                    <a:off x="9032280" y="2531077"/>
                    <a:ext cx="346901" cy="301085"/>
                  </a:xfrm>
                  <a:custGeom>
                    <a:avLst/>
                    <a:gdLst>
                      <a:gd name="connsiteX0" fmla="*/ 346902 w 346901"/>
                      <a:gd name="connsiteY0" fmla="*/ 0 h 301085"/>
                      <a:gd name="connsiteX1" fmla="*/ 244127 w 346901"/>
                      <a:gd name="connsiteY1" fmla="*/ 119539 h 301085"/>
                      <a:gd name="connsiteX2" fmla="*/ 110968 w 346901"/>
                      <a:gd name="connsiteY2" fmla="*/ 207550 h 301085"/>
                      <a:gd name="connsiteX3" fmla="*/ 1811 w 346901"/>
                      <a:gd name="connsiteY3" fmla="*/ 301085 h 301085"/>
                      <a:gd name="connsiteX4" fmla="*/ 7526 w 346901"/>
                      <a:gd name="connsiteY4" fmla="*/ 280035 h 301085"/>
                      <a:gd name="connsiteX5" fmla="*/ 28767 w 346901"/>
                      <a:gd name="connsiteY5" fmla="*/ 255937 h 301085"/>
                      <a:gd name="connsiteX6" fmla="*/ 293467 w 346901"/>
                      <a:gd name="connsiteY6" fmla="*/ 69533 h 301085"/>
                      <a:gd name="connsiteX7" fmla="*/ 341854 w 346901"/>
                      <a:gd name="connsiteY7" fmla="*/ 9144 h 301085"/>
                      <a:gd name="connsiteX8" fmla="*/ 337282 w 346901"/>
                      <a:gd name="connsiteY8" fmla="*/ 9906 h 30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6901" h="301085">
                        <a:moveTo>
                          <a:pt x="346902" y="0"/>
                        </a:moveTo>
                        <a:cubicBezTo>
                          <a:pt x="326614" y="49244"/>
                          <a:pt x="287085" y="88106"/>
                          <a:pt x="244127" y="119539"/>
                        </a:cubicBezTo>
                        <a:cubicBezTo>
                          <a:pt x="201169" y="150971"/>
                          <a:pt x="154116" y="176403"/>
                          <a:pt x="110968" y="207550"/>
                        </a:cubicBezTo>
                        <a:cubicBezTo>
                          <a:pt x="72106" y="235649"/>
                          <a:pt x="36673" y="268224"/>
                          <a:pt x="1811" y="301085"/>
                        </a:cubicBezTo>
                        <a:cubicBezTo>
                          <a:pt x="-2856" y="294799"/>
                          <a:pt x="2383" y="286036"/>
                          <a:pt x="7526" y="280035"/>
                        </a:cubicBezTo>
                        <a:cubicBezTo>
                          <a:pt x="14479" y="271844"/>
                          <a:pt x="21433" y="263747"/>
                          <a:pt x="28767" y="255937"/>
                        </a:cubicBezTo>
                        <a:cubicBezTo>
                          <a:pt x="103443" y="177546"/>
                          <a:pt x="218029" y="147257"/>
                          <a:pt x="293467" y="69533"/>
                        </a:cubicBezTo>
                        <a:cubicBezTo>
                          <a:pt x="311469" y="50959"/>
                          <a:pt x="326804" y="30099"/>
                          <a:pt x="341854" y="9144"/>
                        </a:cubicBezTo>
                        <a:cubicBezTo>
                          <a:pt x="340330" y="9430"/>
                          <a:pt x="338806" y="9620"/>
                          <a:pt x="337282" y="9906"/>
                        </a:cubicBezTo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45" name="Forme libre : forme 14444">
                    <a:extLst>
                      <a:ext uri="{FF2B5EF4-FFF2-40B4-BE49-F238E27FC236}">
                        <a16:creationId xmlns:a16="http://schemas.microsoft.com/office/drawing/2014/main" id="{BF260CAA-C97F-4C04-ABD9-CF058AF98880}"/>
                      </a:ext>
                    </a:extLst>
                  </p:cNvPr>
                  <p:cNvSpPr/>
                  <p:nvPr/>
                </p:nvSpPr>
                <p:spPr>
                  <a:xfrm>
                    <a:off x="9177442" y="2437436"/>
                    <a:ext cx="417480" cy="352435"/>
                  </a:xfrm>
                  <a:custGeom>
                    <a:avLst/>
                    <a:gdLst>
                      <a:gd name="connsiteX0" fmla="*/ 213455 w 417480"/>
                      <a:gd name="connsiteY0" fmla="*/ 152887 h 352435"/>
                      <a:gd name="connsiteX1" fmla="*/ 157829 w 417480"/>
                      <a:gd name="connsiteY1" fmla="*/ 210704 h 352435"/>
                      <a:gd name="connsiteX2" fmla="*/ 113538 w 417480"/>
                      <a:gd name="connsiteY2" fmla="*/ 254043 h 352435"/>
                      <a:gd name="connsiteX3" fmla="*/ 0 w 417480"/>
                      <a:gd name="connsiteY3" fmla="*/ 352436 h 352435"/>
                      <a:gd name="connsiteX4" fmla="*/ 160306 w 417480"/>
                      <a:gd name="connsiteY4" fmla="*/ 224324 h 352435"/>
                      <a:gd name="connsiteX5" fmla="*/ 223266 w 417480"/>
                      <a:gd name="connsiteY5" fmla="*/ 169079 h 352435"/>
                      <a:gd name="connsiteX6" fmla="*/ 390525 w 417480"/>
                      <a:gd name="connsiteY6" fmla="*/ 27347 h 352435"/>
                      <a:gd name="connsiteX7" fmla="*/ 417481 w 417480"/>
                      <a:gd name="connsiteY7" fmla="*/ 201 h 352435"/>
                      <a:gd name="connsiteX8" fmla="*/ 401003 w 417480"/>
                      <a:gd name="connsiteY8" fmla="*/ 11441 h 352435"/>
                      <a:gd name="connsiteX9" fmla="*/ 381095 w 417480"/>
                      <a:gd name="connsiteY9" fmla="*/ 27633 h 352435"/>
                      <a:gd name="connsiteX10" fmla="*/ 340614 w 417480"/>
                      <a:gd name="connsiteY10" fmla="*/ 57256 h 352435"/>
                      <a:gd name="connsiteX11" fmla="*/ 257556 w 417480"/>
                      <a:gd name="connsiteY11" fmla="*/ 115930 h 352435"/>
                      <a:gd name="connsiteX12" fmla="*/ 213455 w 417480"/>
                      <a:gd name="connsiteY12" fmla="*/ 152887 h 352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17480" h="352435">
                        <a:moveTo>
                          <a:pt x="213455" y="152887"/>
                        </a:moveTo>
                        <a:cubicBezTo>
                          <a:pt x="194025" y="171270"/>
                          <a:pt x="176403" y="191463"/>
                          <a:pt x="157829" y="210704"/>
                        </a:cubicBezTo>
                        <a:cubicBezTo>
                          <a:pt x="143542" y="225563"/>
                          <a:pt x="128683" y="239945"/>
                          <a:pt x="113538" y="254043"/>
                        </a:cubicBezTo>
                        <a:cubicBezTo>
                          <a:pt x="76962" y="288237"/>
                          <a:pt x="39053" y="321098"/>
                          <a:pt x="0" y="352436"/>
                        </a:cubicBezTo>
                        <a:cubicBezTo>
                          <a:pt x="63722" y="326242"/>
                          <a:pt x="110109" y="271473"/>
                          <a:pt x="160306" y="224324"/>
                        </a:cubicBezTo>
                        <a:cubicBezTo>
                          <a:pt x="180689" y="205179"/>
                          <a:pt x="202025" y="187082"/>
                          <a:pt x="223266" y="169079"/>
                        </a:cubicBezTo>
                        <a:cubicBezTo>
                          <a:pt x="278987" y="121835"/>
                          <a:pt x="334709" y="74591"/>
                          <a:pt x="390525" y="27347"/>
                        </a:cubicBezTo>
                        <a:cubicBezTo>
                          <a:pt x="399193" y="20013"/>
                          <a:pt x="412814" y="10774"/>
                          <a:pt x="417481" y="201"/>
                        </a:cubicBezTo>
                        <a:cubicBezTo>
                          <a:pt x="412147" y="-1513"/>
                          <a:pt x="404813" y="8202"/>
                          <a:pt x="401003" y="11441"/>
                        </a:cubicBezTo>
                        <a:cubicBezTo>
                          <a:pt x="394526" y="16965"/>
                          <a:pt x="387858" y="22394"/>
                          <a:pt x="381095" y="27633"/>
                        </a:cubicBezTo>
                        <a:cubicBezTo>
                          <a:pt x="367856" y="37920"/>
                          <a:pt x="354330" y="47636"/>
                          <a:pt x="340614" y="57256"/>
                        </a:cubicBezTo>
                        <a:cubicBezTo>
                          <a:pt x="312896" y="76687"/>
                          <a:pt x="284512" y="95451"/>
                          <a:pt x="257556" y="115930"/>
                        </a:cubicBezTo>
                        <a:cubicBezTo>
                          <a:pt x="242221" y="127455"/>
                          <a:pt x="227362" y="139743"/>
                          <a:pt x="213455" y="152887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46" name="Forme libre : forme 14445">
                    <a:extLst>
                      <a:ext uri="{FF2B5EF4-FFF2-40B4-BE49-F238E27FC236}">
                        <a16:creationId xmlns:a16="http://schemas.microsoft.com/office/drawing/2014/main" id="{C863213C-5845-4177-80EC-B84B84041C0A}"/>
                      </a:ext>
                    </a:extLst>
                  </p:cNvPr>
                  <p:cNvSpPr/>
                  <p:nvPr/>
                </p:nvSpPr>
                <p:spPr>
                  <a:xfrm>
                    <a:off x="9370133" y="2526600"/>
                    <a:ext cx="277749" cy="102679"/>
                  </a:xfrm>
                  <a:custGeom>
                    <a:avLst/>
                    <a:gdLst>
                      <a:gd name="connsiteX0" fmla="*/ 224980 w 277749"/>
                      <a:gd name="connsiteY0" fmla="*/ 21717 h 102679"/>
                      <a:gd name="connsiteX1" fmla="*/ 193072 w 277749"/>
                      <a:gd name="connsiteY1" fmla="*/ 33814 h 102679"/>
                      <a:gd name="connsiteX2" fmla="*/ 171164 w 277749"/>
                      <a:gd name="connsiteY2" fmla="*/ 39624 h 102679"/>
                      <a:gd name="connsiteX3" fmla="*/ 96012 w 277749"/>
                      <a:gd name="connsiteY3" fmla="*/ 58007 h 102679"/>
                      <a:gd name="connsiteX4" fmla="*/ 64389 w 277749"/>
                      <a:gd name="connsiteY4" fmla="*/ 64008 h 102679"/>
                      <a:gd name="connsiteX5" fmla="*/ 40386 w 277749"/>
                      <a:gd name="connsiteY5" fmla="*/ 67913 h 102679"/>
                      <a:gd name="connsiteX6" fmla="*/ 29909 w 277749"/>
                      <a:gd name="connsiteY6" fmla="*/ 75152 h 102679"/>
                      <a:gd name="connsiteX7" fmla="*/ 0 w 277749"/>
                      <a:gd name="connsiteY7" fmla="*/ 102679 h 102679"/>
                      <a:gd name="connsiteX8" fmla="*/ 62484 w 277749"/>
                      <a:gd name="connsiteY8" fmla="*/ 79534 h 102679"/>
                      <a:gd name="connsiteX9" fmla="*/ 233172 w 277749"/>
                      <a:gd name="connsiteY9" fmla="*/ 21431 h 102679"/>
                      <a:gd name="connsiteX10" fmla="*/ 256318 w 277749"/>
                      <a:gd name="connsiteY10" fmla="*/ 10954 h 102679"/>
                      <a:gd name="connsiteX11" fmla="*/ 277749 w 277749"/>
                      <a:gd name="connsiteY11" fmla="*/ 0 h 102679"/>
                      <a:gd name="connsiteX12" fmla="*/ 251174 w 277749"/>
                      <a:gd name="connsiteY12" fmla="*/ 10763 h 102679"/>
                      <a:gd name="connsiteX13" fmla="*/ 224980 w 277749"/>
                      <a:gd name="connsiteY13" fmla="*/ 21717 h 102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77749" h="102679">
                        <a:moveTo>
                          <a:pt x="224980" y="21717"/>
                        </a:moveTo>
                        <a:cubicBezTo>
                          <a:pt x="214503" y="26099"/>
                          <a:pt x="203930" y="30480"/>
                          <a:pt x="193072" y="33814"/>
                        </a:cubicBezTo>
                        <a:cubicBezTo>
                          <a:pt x="185833" y="36100"/>
                          <a:pt x="178498" y="37814"/>
                          <a:pt x="171164" y="39624"/>
                        </a:cubicBezTo>
                        <a:cubicBezTo>
                          <a:pt x="146113" y="45720"/>
                          <a:pt x="121063" y="51911"/>
                          <a:pt x="96012" y="58007"/>
                        </a:cubicBezTo>
                        <a:cubicBezTo>
                          <a:pt x="85535" y="60579"/>
                          <a:pt x="75057" y="63151"/>
                          <a:pt x="64389" y="64008"/>
                        </a:cubicBezTo>
                        <a:cubicBezTo>
                          <a:pt x="56293" y="64675"/>
                          <a:pt x="47815" y="64484"/>
                          <a:pt x="40386" y="67913"/>
                        </a:cubicBezTo>
                        <a:cubicBezTo>
                          <a:pt x="36481" y="69723"/>
                          <a:pt x="33147" y="72390"/>
                          <a:pt x="29909" y="75152"/>
                        </a:cubicBezTo>
                        <a:cubicBezTo>
                          <a:pt x="19526" y="83820"/>
                          <a:pt x="9525" y="93059"/>
                          <a:pt x="0" y="102679"/>
                        </a:cubicBezTo>
                        <a:cubicBezTo>
                          <a:pt x="18097" y="89440"/>
                          <a:pt x="40767" y="84773"/>
                          <a:pt x="62484" y="79534"/>
                        </a:cubicBezTo>
                        <a:cubicBezTo>
                          <a:pt x="121063" y="65532"/>
                          <a:pt x="178118" y="45625"/>
                          <a:pt x="233172" y="21431"/>
                        </a:cubicBezTo>
                        <a:cubicBezTo>
                          <a:pt x="240887" y="18002"/>
                          <a:pt x="248603" y="14573"/>
                          <a:pt x="256318" y="10954"/>
                        </a:cubicBezTo>
                        <a:cubicBezTo>
                          <a:pt x="261652" y="8477"/>
                          <a:pt x="274796" y="4763"/>
                          <a:pt x="277749" y="0"/>
                        </a:cubicBezTo>
                        <a:cubicBezTo>
                          <a:pt x="268891" y="1715"/>
                          <a:pt x="259556" y="7239"/>
                          <a:pt x="251174" y="10763"/>
                        </a:cubicBezTo>
                        <a:cubicBezTo>
                          <a:pt x="242411" y="14478"/>
                          <a:pt x="233648" y="18098"/>
                          <a:pt x="224980" y="21717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47" name="Forme libre : forme 14446">
                    <a:extLst>
                      <a:ext uri="{FF2B5EF4-FFF2-40B4-BE49-F238E27FC236}">
                        <a16:creationId xmlns:a16="http://schemas.microsoft.com/office/drawing/2014/main" id="{5FF67CB1-3FBE-44A8-AD2C-1E7D52E1D975}"/>
                      </a:ext>
                    </a:extLst>
                  </p:cNvPr>
                  <p:cNvSpPr/>
                  <p:nvPr/>
                </p:nvSpPr>
                <p:spPr>
                  <a:xfrm>
                    <a:off x="9351233" y="2403416"/>
                    <a:ext cx="179000" cy="204756"/>
                  </a:xfrm>
                  <a:custGeom>
                    <a:avLst/>
                    <a:gdLst>
                      <a:gd name="connsiteX0" fmla="*/ 135295 w 179000"/>
                      <a:gd name="connsiteY0" fmla="*/ 20410 h 204756"/>
                      <a:gd name="connsiteX1" fmla="*/ 143773 w 179000"/>
                      <a:gd name="connsiteY1" fmla="*/ 30982 h 204756"/>
                      <a:gd name="connsiteX2" fmla="*/ 158251 w 179000"/>
                      <a:gd name="connsiteY2" fmla="*/ 39840 h 204756"/>
                      <a:gd name="connsiteX3" fmla="*/ 173205 w 179000"/>
                      <a:gd name="connsiteY3" fmla="*/ 49651 h 204756"/>
                      <a:gd name="connsiteX4" fmla="*/ 178063 w 179000"/>
                      <a:gd name="connsiteY4" fmla="*/ 54795 h 204756"/>
                      <a:gd name="connsiteX5" fmla="*/ 172729 w 179000"/>
                      <a:gd name="connsiteY5" fmla="*/ 71082 h 204756"/>
                      <a:gd name="connsiteX6" fmla="*/ 145868 w 179000"/>
                      <a:gd name="connsiteY6" fmla="*/ 91752 h 204756"/>
                      <a:gd name="connsiteX7" fmla="*/ 74812 w 179000"/>
                      <a:gd name="connsiteY7" fmla="*/ 147282 h 204756"/>
                      <a:gd name="connsiteX8" fmla="*/ 11375 w 179000"/>
                      <a:gd name="connsiteY8" fmla="*/ 202147 h 204756"/>
                      <a:gd name="connsiteX9" fmla="*/ 898 w 179000"/>
                      <a:gd name="connsiteY9" fmla="*/ 203099 h 204756"/>
                      <a:gd name="connsiteX10" fmla="*/ 2422 w 179000"/>
                      <a:gd name="connsiteY10" fmla="*/ 194241 h 204756"/>
                      <a:gd name="connsiteX11" fmla="*/ 30235 w 179000"/>
                      <a:gd name="connsiteY11" fmla="*/ 153188 h 204756"/>
                      <a:gd name="connsiteX12" fmla="*/ 93862 w 179000"/>
                      <a:gd name="connsiteY12" fmla="*/ 38983 h 204756"/>
                      <a:gd name="connsiteX13" fmla="*/ 118912 w 179000"/>
                      <a:gd name="connsiteY13" fmla="*/ 6408 h 204756"/>
                      <a:gd name="connsiteX14" fmla="*/ 129866 w 179000"/>
                      <a:gd name="connsiteY14" fmla="*/ 2407 h 204756"/>
                      <a:gd name="connsiteX15" fmla="*/ 135295 w 179000"/>
                      <a:gd name="connsiteY15" fmla="*/ 20410 h 204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79000" h="204756">
                        <a:moveTo>
                          <a:pt x="135295" y="20410"/>
                        </a:moveTo>
                        <a:cubicBezTo>
                          <a:pt x="137486" y="24410"/>
                          <a:pt x="140344" y="28030"/>
                          <a:pt x="143773" y="30982"/>
                        </a:cubicBezTo>
                        <a:cubicBezTo>
                          <a:pt x="148059" y="34602"/>
                          <a:pt x="153298" y="37078"/>
                          <a:pt x="158251" y="39840"/>
                        </a:cubicBezTo>
                        <a:cubicBezTo>
                          <a:pt x="163489" y="42793"/>
                          <a:pt x="168443" y="46032"/>
                          <a:pt x="173205" y="49651"/>
                        </a:cubicBezTo>
                        <a:cubicBezTo>
                          <a:pt x="175110" y="51080"/>
                          <a:pt x="177015" y="52699"/>
                          <a:pt x="178063" y="54795"/>
                        </a:cubicBezTo>
                        <a:cubicBezTo>
                          <a:pt x="180825" y="60224"/>
                          <a:pt x="177015" y="66606"/>
                          <a:pt x="172729" y="71082"/>
                        </a:cubicBezTo>
                        <a:cubicBezTo>
                          <a:pt x="164918" y="79274"/>
                          <a:pt x="155203" y="85370"/>
                          <a:pt x="145868" y="91752"/>
                        </a:cubicBezTo>
                        <a:cubicBezTo>
                          <a:pt x="120913" y="108516"/>
                          <a:pt x="97100" y="127090"/>
                          <a:pt x="74812" y="147282"/>
                        </a:cubicBezTo>
                        <a:cubicBezTo>
                          <a:pt x="54047" y="166047"/>
                          <a:pt x="34521" y="186335"/>
                          <a:pt x="11375" y="202147"/>
                        </a:cubicBezTo>
                        <a:cubicBezTo>
                          <a:pt x="8137" y="204337"/>
                          <a:pt x="3279" y="206242"/>
                          <a:pt x="898" y="203099"/>
                        </a:cubicBezTo>
                        <a:cubicBezTo>
                          <a:pt x="-1103" y="200527"/>
                          <a:pt x="612" y="196908"/>
                          <a:pt x="2422" y="194241"/>
                        </a:cubicBezTo>
                        <a:cubicBezTo>
                          <a:pt x="11470" y="180430"/>
                          <a:pt x="21376" y="167190"/>
                          <a:pt x="30235" y="153188"/>
                        </a:cubicBezTo>
                        <a:cubicBezTo>
                          <a:pt x="53666" y="116422"/>
                          <a:pt x="69668" y="75274"/>
                          <a:pt x="93862" y="38983"/>
                        </a:cubicBezTo>
                        <a:cubicBezTo>
                          <a:pt x="101482" y="27553"/>
                          <a:pt x="109864" y="16695"/>
                          <a:pt x="118912" y="6408"/>
                        </a:cubicBezTo>
                        <a:cubicBezTo>
                          <a:pt x="122056" y="2884"/>
                          <a:pt x="126437" y="-3498"/>
                          <a:pt x="129866" y="2407"/>
                        </a:cubicBezTo>
                        <a:cubicBezTo>
                          <a:pt x="132628" y="7265"/>
                          <a:pt x="132152" y="14980"/>
                          <a:pt x="135295" y="2041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48" name="Forme libre : forme 14447">
                    <a:extLst>
                      <a:ext uri="{FF2B5EF4-FFF2-40B4-BE49-F238E27FC236}">
                        <a16:creationId xmlns:a16="http://schemas.microsoft.com/office/drawing/2014/main" id="{3C8B7D84-2E07-4DFD-90C7-7C163A4502FA}"/>
                      </a:ext>
                    </a:extLst>
                  </p:cNvPr>
                  <p:cNvSpPr/>
                  <p:nvPr/>
                </p:nvSpPr>
                <p:spPr>
                  <a:xfrm>
                    <a:off x="9462243" y="2475209"/>
                    <a:ext cx="161255" cy="103235"/>
                  </a:xfrm>
                  <a:custGeom>
                    <a:avLst/>
                    <a:gdLst>
                      <a:gd name="connsiteX0" fmla="*/ 161255 w 161255"/>
                      <a:gd name="connsiteY0" fmla="*/ 49296 h 103235"/>
                      <a:gd name="connsiteX1" fmla="*/ 145730 w 161255"/>
                      <a:gd name="connsiteY1" fmla="*/ 58059 h 103235"/>
                      <a:gd name="connsiteX2" fmla="*/ 38954 w 161255"/>
                      <a:gd name="connsiteY2" fmla="*/ 95873 h 103235"/>
                      <a:gd name="connsiteX3" fmla="*/ 5712 w 161255"/>
                      <a:gd name="connsiteY3" fmla="*/ 103208 h 103235"/>
                      <a:gd name="connsiteX4" fmla="*/ 1140 w 161255"/>
                      <a:gd name="connsiteY4" fmla="*/ 102065 h 103235"/>
                      <a:gd name="connsiteX5" fmla="*/ 664 w 161255"/>
                      <a:gd name="connsiteY5" fmla="*/ 96731 h 103235"/>
                      <a:gd name="connsiteX6" fmla="*/ 4760 w 161255"/>
                      <a:gd name="connsiteY6" fmla="*/ 92635 h 103235"/>
                      <a:gd name="connsiteX7" fmla="*/ 77340 w 161255"/>
                      <a:gd name="connsiteY7" fmla="*/ 33770 h 103235"/>
                      <a:gd name="connsiteX8" fmla="*/ 111344 w 161255"/>
                      <a:gd name="connsiteY8" fmla="*/ 2433 h 103235"/>
                      <a:gd name="connsiteX9" fmla="*/ 131442 w 161255"/>
                      <a:gd name="connsiteY9" fmla="*/ 18340 h 103235"/>
                      <a:gd name="connsiteX10" fmla="*/ 143920 w 161255"/>
                      <a:gd name="connsiteY10" fmla="*/ 36247 h 103235"/>
                      <a:gd name="connsiteX11" fmla="*/ 161255 w 161255"/>
                      <a:gd name="connsiteY11" fmla="*/ 49296 h 103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1255" h="103235">
                        <a:moveTo>
                          <a:pt x="161255" y="49296"/>
                        </a:moveTo>
                        <a:cubicBezTo>
                          <a:pt x="157160" y="53678"/>
                          <a:pt x="151349" y="55964"/>
                          <a:pt x="145730" y="58059"/>
                        </a:cubicBezTo>
                        <a:cubicBezTo>
                          <a:pt x="110487" y="71585"/>
                          <a:pt x="74863" y="84158"/>
                          <a:pt x="38954" y="95873"/>
                        </a:cubicBezTo>
                        <a:cubicBezTo>
                          <a:pt x="28096" y="99398"/>
                          <a:pt x="17047" y="102827"/>
                          <a:pt x="5712" y="103208"/>
                        </a:cubicBezTo>
                        <a:cubicBezTo>
                          <a:pt x="4093" y="103303"/>
                          <a:pt x="2283" y="103208"/>
                          <a:pt x="1140" y="102065"/>
                        </a:cubicBezTo>
                        <a:cubicBezTo>
                          <a:pt x="-289" y="100731"/>
                          <a:pt x="-289" y="98350"/>
                          <a:pt x="664" y="96731"/>
                        </a:cubicBezTo>
                        <a:cubicBezTo>
                          <a:pt x="1616" y="95016"/>
                          <a:pt x="3236" y="93778"/>
                          <a:pt x="4760" y="92635"/>
                        </a:cubicBezTo>
                        <a:cubicBezTo>
                          <a:pt x="29810" y="74061"/>
                          <a:pt x="54004" y="54440"/>
                          <a:pt x="77340" y="33770"/>
                        </a:cubicBezTo>
                        <a:cubicBezTo>
                          <a:pt x="88389" y="23960"/>
                          <a:pt x="99057" y="10529"/>
                          <a:pt x="111344" y="2433"/>
                        </a:cubicBezTo>
                        <a:cubicBezTo>
                          <a:pt x="124108" y="-6044"/>
                          <a:pt x="127251" y="9672"/>
                          <a:pt x="131442" y="18340"/>
                        </a:cubicBezTo>
                        <a:cubicBezTo>
                          <a:pt x="134680" y="24912"/>
                          <a:pt x="138871" y="30913"/>
                          <a:pt x="143920" y="36247"/>
                        </a:cubicBezTo>
                        <a:cubicBezTo>
                          <a:pt x="145253" y="37580"/>
                          <a:pt x="159731" y="50820"/>
                          <a:pt x="161255" y="49296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49" name="Forme libre : forme 14448">
                    <a:extLst>
                      <a:ext uri="{FF2B5EF4-FFF2-40B4-BE49-F238E27FC236}">
                        <a16:creationId xmlns:a16="http://schemas.microsoft.com/office/drawing/2014/main" id="{C31FECC3-7B06-4D07-9967-EAB4D9C81428}"/>
                      </a:ext>
                    </a:extLst>
                  </p:cNvPr>
                  <p:cNvSpPr/>
                  <p:nvPr/>
                </p:nvSpPr>
                <p:spPr>
                  <a:xfrm>
                    <a:off x="9348511" y="2573477"/>
                    <a:ext cx="260297" cy="115912"/>
                  </a:xfrm>
                  <a:custGeom>
                    <a:avLst/>
                    <a:gdLst>
                      <a:gd name="connsiteX0" fmla="*/ 257175 w 260297"/>
                      <a:gd name="connsiteY0" fmla="*/ 50754 h 115912"/>
                      <a:gd name="connsiteX1" fmla="*/ 260223 w 260297"/>
                      <a:gd name="connsiteY1" fmla="*/ 61137 h 115912"/>
                      <a:gd name="connsiteX2" fmla="*/ 245554 w 260297"/>
                      <a:gd name="connsiteY2" fmla="*/ 71900 h 115912"/>
                      <a:gd name="connsiteX3" fmla="*/ 112300 w 260297"/>
                      <a:gd name="connsiteY3" fmla="*/ 77710 h 115912"/>
                      <a:gd name="connsiteX4" fmla="*/ 8763 w 260297"/>
                      <a:gd name="connsiteY4" fmla="*/ 114286 h 115912"/>
                      <a:gd name="connsiteX5" fmla="*/ 3715 w 260297"/>
                      <a:gd name="connsiteY5" fmla="*/ 115905 h 115912"/>
                      <a:gd name="connsiteX6" fmla="*/ 0 w 260297"/>
                      <a:gd name="connsiteY6" fmla="*/ 112762 h 115912"/>
                      <a:gd name="connsiteX7" fmla="*/ 1048 w 260297"/>
                      <a:gd name="connsiteY7" fmla="*/ 109905 h 115912"/>
                      <a:gd name="connsiteX8" fmla="*/ 55436 w 260297"/>
                      <a:gd name="connsiteY8" fmla="*/ 54088 h 115912"/>
                      <a:gd name="connsiteX9" fmla="*/ 78296 w 260297"/>
                      <a:gd name="connsiteY9" fmla="*/ 45992 h 115912"/>
                      <a:gd name="connsiteX10" fmla="*/ 230029 w 260297"/>
                      <a:gd name="connsiteY10" fmla="*/ 5892 h 115912"/>
                      <a:gd name="connsiteX11" fmla="*/ 246126 w 260297"/>
                      <a:gd name="connsiteY11" fmla="*/ 653 h 115912"/>
                      <a:gd name="connsiteX12" fmla="*/ 249174 w 260297"/>
                      <a:gd name="connsiteY12" fmla="*/ 13988 h 115912"/>
                      <a:gd name="connsiteX13" fmla="*/ 257175 w 260297"/>
                      <a:gd name="connsiteY13" fmla="*/ 50754 h 115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60297" h="115912">
                        <a:moveTo>
                          <a:pt x="257175" y="50754"/>
                        </a:moveTo>
                        <a:cubicBezTo>
                          <a:pt x="258794" y="53993"/>
                          <a:pt x="260699" y="57517"/>
                          <a:pt x="260223" y="61137"/>
                        </a:cubicBezTo>
                        <a:cubicBezTo>
                          <a:pt x="259366" y="67614"/>
                          <a:pt x="251936" y="70566"/>
                          <a:pt x="245554" y="71900"/>
                        </a:cubicBezTo>
                        <a:cubicBezTo>
                          <a:pt x="201930" y="81044"/>
                          <a:pt x="156496" y="71900"/>
                          <a:pt x="112300" y="77710"/>
                        </a:cubicBezTo>
                        <a:cubicBezTo>
                          <a:pt x="75819" y="82473"/>
                          <a:pt x="41338" y="97236"/>
                          <a:pt x="8763" y="114286"/>
                        </a:cubicBezTo>
                        <a:cubicBezTo>
                          <a:pt x="7144" y="115143"/>
                          <a:pt x="5524" y="116001"/>
                          <a:pt x="3715" y="115905"/>
                        </a:cubicBezTo>
                        <a:cubicBezTo>
                          <a:pt x="1905" y="115810"/>
                          <a:pt x="0" y="114572"/>
                          <a:pt x="0" y="112762"/>
                        </a:cubicBezTo>
                        <a:cubicBezTo>
                          <a:pt x="0" y="111714"/>
                          <a:pt x="571" y="110762"/>
                          <a:pt x="1048" y="109905"/>
                        </a:cubicBezTo>
                        <a:cubicBezTo>
                          <a:pt x="14954" y="87521"/>
                          <a:pt x="31718" y="65518"/>
                          <a:pt x="55436" y="54088"/>
                        </a:cubicBezTo>
                        <a:cubicBezTo>
                          <a:pt x="62770" y="50564"/>
                          <a:pt x="70485" y="48087"/>
                          <a:pt x="78296" y="45992"/>
                        </a:cubicBezTo>
                        <a:cubicBezTo>
                          <a:pt x="128968" y="32181"/>
                          <a:pt x="183928" y="31038"/>
                          <a:pt x="230029" y="5892"/>
                        </a:cubicBezTo>
                        <a:cubicBezTo>
                          <a:pt x="233934" y="3796"/>
                          <a:pt x="241554" y="-1919"/>
                          <a:pt x="246126" y="653"/>
                        </a:cubicBezTo>
                        <a:cubicBezTo>
                          <a:pt x="250412" y="3034"/>
                          <a:pt x="249364" y="9987"/>
                          <a:pt x="249174" y="13988"/>
                        </a:cubicBezTo>
                        <a:cubicBezTo>
                          <a:pt x="248983" y="26656"/>
                          <a:pt x="251555" y="39420"/>
                          <a:pt x="257175" y="5075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50" name="Forme libre : forme 14449">
                    <a:extLst>
                      <a:ext uri="{FF2B5EF4-FFF2-40B4-BE49-F238E27FC236}">
                        <a16:creationId xmlns:a16="http://schemas.microsoft.com/office/drawing/2014/main" id="{240D6369-BE8E-4779-A7BA-9910202D44A2}"/>
                      </a:ext>
                    </a:extLst>
                  </p:cNvPr>
                  <p:cNvSpPr/>
                  <p:nvPr/>
                </p:nvSpPr>
                <p:spPr>
                  <a:xfrm>
                    <a:off x="9046883" y="2638486"/>
                    <a:ext cx="268506" cy="222822"/>
                  </a:xfrm>
                  <a:custGeom>
                    <a:avLst/>
                    <a:gdLst>
                      <a:gd name="connsiteX0" fmla="*/ 176851 w 268506"/>
                      <a:gd name="connsiteY0" fmla="*/ 96331 h 222822"/>
                      <a:gd name="connsiteX1" fmla="*/ 151038 w 268506"/>
                      <a:gd name="connsiteY1" fmla="*/ 121572 h 222822"/>
                      <a:gd name="connsiteX2" fmla="*/ 95126 w 268506"/>
                      <a:gd name="connsiteY2" fmla="*/ 158910 h 222822"/>
                      <a:gd name="connsiteX3" fmla="*/ 2448 w 268506"/>
                      <a:gd name="connsiteY3" fmla="*/ 222823 h 222822"/>
                      <a:gd name="connsiteX4" fmla="*/ 3972 w 268506"/>
                      <a:gd name="connsiteY4" fmla="*/ 203582 h 222822"/>
                      <a:gd name="connsiteX5" fmla="*/ 104461 w 268506"/>
                      <a:gd name="connsiteY5" fmla="*/ 107475 h 222822"/>
                      <a:gd name="connsiteX6" fmla="*/ 161992 w 268506"/>
                      <a:gd name="connsiteY6" fmla="*/ 72328 h 222822"/>
                      <a:gd name="connsiteX7" fmla="*/ 233048 w 268506"/>
                      <a:gd name="connsiteY7" fmla="*/ 26132 h 222822"/>
                      <a:gd name="connsiteX8" fmla="*/ 247812 w 268506"/>
                      <a:gd name="connsiteY8" fmla="*/ 11653 h 222822"/>
                      <a:gd name="connsiteX9" fmla="*/ 261052 w 268506"/>
                      <a:gd name="connsiteY9" fmla="*/ 128 h 222822"/>
                      <a:gd name="connsiteX10" fmla="*/ 267910 w 268506"/>
                      <a:gd name="connsiteY10" fmla="*/ 4986 h 222822"/>
                      <a:gd name="connsiteX11" fmla="*/ 264957 w 268506"/>
                      <a:gd name="connsiteY11" fmla="*/ 15368 h 222822"/>
                      <a:gd name="connsiteX12" fmla="*/ 209236 w 268506"/>
                      <a:gd name="connsiteY12" fmla="*/ 67946 h 222822"/>
                      <a:gd name="connsiteX13" fmla="*/ 176851 w 268506"/>
                      <a:gd name="connsiteY13" fmla="*/ 96331 h 222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68506" h="222822">
                        <a:moveTo>
                          <a:pt x="176851" y="96331"/>
                        </a:moveTo>
                        <a:cubicBezTo>
                          <a:pt x="168183" y="104713"/>
                          <a:pt x="160086" y="113666"/>
                          <a:pt x="151038" y="121572"/>
                        </a:cubicBezTo>
                        <a:cubicBezTo>
                          <a:pt x="134083" y="136336"/>
                          <a:pt x="114271" y="147194"/>
                          <a:pt x="95126" y="158910"/>
                        </a:cubicBezTo>
                        <a:cubicBezTo>
                          <a:pt x="63122" y="178532"/>
                          <a:pt x="32737" y="200630"/>
                          <a:pt x="2448" y="222823"/>
                        </a:cubicBezTo>
                        <a:cubicBezTo>
                          <a:pt x="-2219" y="217679"/>
                          <a:pt x="638" y="209583"/>
                          <a:pt x="3972" y="203582"/>
                        </a:cubicBezTo>
                        <a:cubicBezTo>
                          <a:pt x="26927" y="162815"/>
                          <a:pt x="65313" y="133193"/>
                          <a:pt x="104461" y="107475"/>
                        </a:cubicBezTo>
                        <a:cubicBezTo>
                          <a:pt x="123225" y="95093"/>
                          <a:pt x="142465" y="83377"/>
                          <a:pt x="161992" y="72328"/>
                        </a:cubicBezTo>
                        <a:cubicBezTo>
                          <a:pt x="186661" y="58421"/>
                          <a:pt x="212188" y="45277"/>
                          <a:pt x="233048" y="26132"/>
                        </a:cubicBezTo>
                        <a:cubicBezTo>
                          <a:pt x="238096" y="21464"/>
                          <a:pt x="242859" y="16511"/>
                          <a:pt x="247812" y="11653"/>
                        </a:cubicBezTo>
                        <a:cubicBezTo>
                          <a:pt x="251050" y="8510"/>
                          <a:pt x="256575" y="1081"/>
                          <a:pt x="261052" y="128"/>
                        </a:cubicBezTo>
                        <a:cubicBezTo>
                          <a:pt x="264290" y="-634"/>
                          <a:pt x="266862" y="2128"/>
                          <a:pt x="267910" y="4986"/>
                        </a:cubicBezTo>
                        <a:cubicBezTo>
                          <a:pt x="269529" y="9272"/>
                          <a:pt x="267624" y="12035"/>
                          <a:pt x="264957" y="15368"/>
                        </a:cubicBezTo>
                        <a:cubicBezTo>
                          <a:pt x="248860" y="35276"/>
                          <a:pt x="228762" y="51563"/>
                          <a:pt x="209236" y="67946"/>
                        </a:cubicBezTo>
                        <a:cubicBezTo>
                          <a:pt x="198186" y="77090"/>
                          <a:pt x="187137" y="86330"/>
                          <a:pt x="176851" y="9633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51" name="Forme libre : forme 14450">
                    <a:extLst>
                      <a:ext uri="{FF2B5EF4-FFF2-40B4-BE49-F238E27FC236}">
                        <a16:creationId xmlns:a16="http://schemas.microsoft.com/office/drawing/2014/main" id="{60298A38-E329-4B6A-8A9E-B68F5FD41B5B}"/>
                      </a:ext>
                    </a:extLst>
                  </p:cNvPr>
                  <p:cNvSpPr/>
                  <p:nvPr/>
                </p:nvSpPr>
                <p:spPr>
                  <a:xfrm>
                    <a:off x="8995537" y="2720183"/>
                    <a:ext cx="128785" cy="84491"/>
                  </a:xfrm>
                  <a:custGeom>
                    <a:avLst/>
                    <a:gdLst>
                      <a:gd name="connsiteX0" fmla="*/ 75797 w 128785"/>
                      <a:gd name="connsiteY0" fmla="*/ 42543 h 84491"/>
                      <a:gd name="connsiteX1" fmla="*/ 39602 w 128785"/>
                      <a:gd name="connsiteY1" fmla="*/ 75118 h 84491"/>
                      <a:gd name="connsiteX2" fmla="*/ 19028 w 128785"/>
                      <a:gd name="connsiteY2" fmla="*/ 84453 h 84491"/>
                      <a:gd name="connsiteX3" fmla="*/ 4550 w 128785"/>
                      <a:gd name="connsiteY3" fmla="*/ 82071 h 84491"/>
                      <a:gd name="connsiteX4" fmla="*/ 930 w 128785"/>
                      <a:gd name="connsiteY4" fmla="*/ 80262 h 84491"/>
                      <a:gd name="connsiteX5" fmla="*/ 644 w 128785"/>
                      <a:gd name="connsiteY5" fmla="*/ 75118 h 84491"/>
                      <a:gd name="connsiteX6" fmla="*/ 4645 w 128785"/>
                      <a:gd name="connsiteY6" fmla="*/ 71403 h 84491"/>
                      <a:gd name="connsiteX7" fmla="*/ 18361 w 128785"/>
                      <a:gd name="connsiteY7" fmla="*/ 65879 h 84491"/>
                      <a:gd name="connsiteX8" fmla="*/ 88656 w 128785"/>
                      <a:gd name="connsiteY8" fmla="*/ 23969 h 84491"/>
                      <a:gd name="connsiteX9" fmla="*/ 122850 w 128785"/>
                      <a:gd name="connsiteY9" fmla="*/ 1299 h 84491"/>
                      <a:gd name="connsiteX10" fmla="*/ 127803 w 128785"/>
                      <a:gd name="connsiteY10" fmla="*/ 4919 h 84491"/>
                      <a:gd name="connsiteX11" fmla="*/ 112659 w 128785"/>
                      <a:gd name="connsiteY11" fmla="*/ 15015 h 84491"/>
                      <a:gd name="connsiteX12" fmla="*/ 75797 w 128785"/>
                      <a:gd name="connsiteY12" fmla="*/ 42543 h 84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28785" h="84491">
                        <a:moveTo>
                          <a:pt x="75797" y="42543"/>
                        </a:moveTo>
                        <a:cubicBezTo>
                          <a:pt x="63700" y="53306"/>
                          <a:pt x="52460" y="65212"/>
                          <a:pt x="39602" y="75118"/>
                        </a:cubicBezTo>
                        <a:cubicBezTo>
                          <a:pt x="33506" y="79785"/>
                          <a:pt x="26648" y="84072"/>
                          <a:pt x="19028" y="84453"/>
                        </a:cubicBezTo>
                        <a:cubicBezTo>
                          <a:pt x="14075" y="84738"/>
                          <a:pt x="9217" y="83405"/>
                          <a:pt x="4550" y="82071"/>
                        </a:cubicBezTo>
                        <a:cubicBezTo>
                          <a:pt x="3216" y="81690"/>
                          <a:pt x="1883" y="81309"/>
                          <a:pt x="930" y="80262"/>
                        </a:cubicBezTo>
                        <a:cubicBezTo>
                          <a:pt x="-308" y="78833"/>
                          <a:pt x="-213" y="76737"/>
                          <a:pt x="644" y="75118"/>
                        </a:cubicBezTo>
                        <a:cubicBezTo>
                          <a:pt x="1502" y="73499"/>
                          <a:pt x="3026" y="72356"/>
                          <a:pt x="4645" y="71403"/>
                        </a:cubicBezTo>
                        <a:cubicBezTo>
                          <a:pt x="8931" y="68832"/>
                          <a:pt x="13694" y="67498"/>
                          <a:pt x="18361" y="65879"/>
                        </a:cubicBezTo>
                        <a:cubicBezTo>
                          <a:pt x="44364" y="56735"/>
                          <a:pt x="66558" y="39971"/>
                          <a:pt x="88656" y="23969"/>
                        </a:cubicBezTo>
                        <a:cubicBezTo>
                          <a:pt x="99705" y="15968"/>
                          <a:pt x="110944" y="7967"/>
                          <a:pt x="122850" y="1299"/>
                        </a:cubicBezTo>
                        <a:cubicBezTo>
                          <a:pt x="126756" y="-891"/>
                          <a:pt x="130661" y="-701"/>
                          <a:pt x="127803" y="4919"/>
                        </a:cubicBezTo>
                        <a:cubicBezTo>
                          <a:pt x="125517" y="9396"/>
                          <a:pt x="116850" y="12348"/>
                          <a:pt x="112659" y="15015"/>
                        </a:cubicBezTo>
                        <a:cubicBezTo>
                          <a:pt x="99609" y="23016"/>
                          <a:pt x="87322" y="32351"/>
                          <a:pt x="75797" y="42543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452" name="Forme libre : forme 14451">
                  <a:extLst>
                    <a:ext uri="{FF2B5EF4-FFF2-40B4-BE49-F238E27FC236}">
                      <a16:creationId xmlns:a16="http://schemas.microsoft.com/office/drawing/2014/main" id="{3ECE09A0-B156-4633-9BAD-AF5A9B2D4135}"/>
                    </a:ext>
                  </a:extLst>
                </p:cNvPr>
                <p:cNvSpPr/>
                <p:nvPr/>
              </p:nvSpPr>
              <p:spPr>
                <a:xfrm>
                  <a:off x="9412784" y="2430050"/>
                  <a:ext cx="72792" cy="102741"/>
                </a:xfrm>
                <a:custGeom>
                  <a:avLst/>
                  <a:gdLst>
                    <a:gd name="connsiteX0" fmla="*/ 26976 w 72792"/>
                    <a:gd name="connsiteY0" fmla="*/ 39877 h 102741"/>
                    <a:gd name="connsiteX1" fmla="*/ 1735 w 72792"/>
                    <a:gd name="connsiteY1" fmla="*/ 92074 h 102741"/>
                    <a:gd name="connsiteX2" fmla="*/ 973 w 72792"/>
                    <a:gd name="connsiteY2" fmla="*/ 102742 h 102741"/>
                    <a:gd name="connsiteX3" fmla="*/ 15547 w 72792"/>
                    <a:gd name="connsiteY3" fmla="*/ 83787 h 102741"/>
                    <a:gd name="connsiteX4" fmla="*/ 33073 w 72792"/>
                    <a:gd name="connsiteY4" fmla="*/ 62165 h 102741"/>
                    <a:gd name="connsiteX5" fmla="*/ 69649 w 72792"/>
                    <a:gd name="connsiteY5" fmla="*/ 18922 h 102741"/>
                    <a:gd name="connsiteX6" fmla="*/ 66505 w 72792"/>
                    <a:gd name="connsiteY6" fmla="*/ 538 h 102741"/>
                    <a:gd name="connsiteX7" fmla="*/ 45074 w 72792"/>
                    <a:gd name="connsiteY7" fmla="*/ 11492 h 102741"/>
                    <a:gd name="connsiteX8" fmla="*/ 26976 w 72792"/>
                    <a:gd name="connsiteY8" fmla="*/ 39877 h 102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2792" h="102741">
                      <a:moveTo>
                        <a:pt x="26976" y="39877"/>
                      </a:moveTo>
                      <a:cubicBezTo>
                        <a:pt x="17928" y="57022"/>
                        <a:pt x="8974" y="74167"/>
                        <a:pt x="1735" y="92074"/>
                      </a:cubicBezTo>
                      <a:cubicBezTo>
                        <a:pt x="307" y="95503"/>
                        <a:pt x="-932" y="99598"/>
                        <a:pt x="973" y="102742"/>
                      </a:cubicBezTo>
                      <a:cubicBezTo>
                        <a:pt x="5831" y="96455"/>
                        <a:pt x="10689" y="90073"/>
                        <a:pt x="15547" y="83787"/>
                      </a:cubicBezTo>
                      <a:cubicBezTo>
                        <a:pt x="21166" y="76453"/>
                        <a:pt x="26881" y="69023"/>
                        <a:pt x="33073" y="62165"/>
                      </a:cubicBezTo>
                      <a:cubicBezTo>
                        <a:pt x="45645" y="48163"/>
                        <a:pt x="60981" y="35971"/>
                        <a:pt x="69649" y="18922"/>
                      </a:cubicBezTo>
                      <a:cubicBezTo>
                        <a:pt x="72982" y="12349"/>
                        <a:pt x="75744" y="3396"/>
                        <a:pt x="66505" y="538"/>
                      </a:cubicBezTo>
                      <a:cubicBezTo>
                        <a:pt x="57838" y="-2129"/>
                        <a:pt x="50217" y="5682"/>
                        <a:pt x="45074" y="11492"/>
                      </a:cubicBezTo>
                      <a:cubicBezTo>
                        <a:pt x="37549" y="19969"/>
                        <a:pt x="32215" y="29971"/>
                        <a:pt x="26976" y="39877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453" name="Forme libre : forme 14452">
                  <a:extLst>
                    <a:ext uri="{FF2B5EF4-FFF2-40B4-BE49-F238E27FC236}">
                      <a16:creationId xmlns:a16="http://schemas.microsoft.com/office/drawing/2014/main" id="{EB88EDE7-D4AC-4E8F-A69F-5433DAA51B8E}"/>
                    </a:ext>
                  </a:extLst>
                </p:cNvPr>
                <p:cNvSpPr/>
                <p:nvPr/>
              </p:nvSpPr>
              <p:spPr>
                <a:xfrm>
                  <a:off x="9540252" y="2498727"/>
                  <a:ext cx="47484" cy="39463"/>
                </a:xfrm>
                <a:custGeom>
                  <a:avLst/>
                  <a:gdLst>
                    <a:gd name="connsiteX0" fmla="*/ 1236 w 47484"/>
                    <a:gd name="connsiteY0" fmla="*/ 33779 h 39463"/>
                    <a:gd name="connsiteX1" fmla="*/ 1045 w 47484"/>
                    <a:gd name="connsiteY1" fmla="*/ 39208 h 39463"/>
                    <a:gd name="connsiteX2" fmla="*/ 3998 w 47484"/>
                    <a:gd name="connsiteY2" fmla="*/ 39113 h 39463"/>
                    <a:gd name="connsiteX3" fmla="*/ 46003 w 47484"/>
                    <a:gd name="connsiteY3" fmla="*/ 3871 h 39463"/>
                    <a:gd name="connsiteX4" fmla="*/ 1236 w 47484"/>
                    <a:gd name="connsiteY4" fmla="*/ 33779 h 39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484" h="39463">
                      <a:moveTo>
                        <a:pt x="1236" y="33779"/>
                      </a:moveTo>
                      <a:cubicBezTo>
                        <a:pt x="93" y="35494"/>
                        <a:pt x="-764" y="38256"/>
                        <a:pt x="1045" y="39208"/>
                      </a:cubicBezTo>
                      <a:cubicBezTo>
                        <a:pt x="1903" y="39685"/>
                        <a:pt x="3046" y="39399"/>
                        <a:pt x="3998" y="39113"/>
                      </a:cubicBezTo>
                      <a:cubicBezTo>
                        <a:pt x="16476" y="35017"/>
                        <a:pt x="55528" y="24159"/>
                        <a:pt x="46003" y="3871"/>
                      </a:cubicBezTo>
                      <a:cubicBezTo>
                        <a:pt x="38384" y="-12227"/>
                        <a:pt x="5903" y="26635"/>
                        <a:pt x="1236" y="33779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454" name="Forme libre : forme 14453">
                  <a:extLst>
                    <a:ext uri="{FF2B5EF4-FFF2-40B4-BE49-F238E27FC236}">
                      <a16:creationId xmlns:a16="http://schemas.microsoft.com/office/drawing/2014/main" id="{14F09C96-2FCE-4835-B253-B54FF3433569}"/>
                    </a:ext>
                  </a:extLst>
                </p:cNvPr>
                <p:cNvSpPr/>
                <p:nvPr/>
              </p:nvSpPr>
              <p:spPr>
                <a:xfrm>
                  <a:off x="9510850" y="2607232"/>
                  <a:ext cx="81005" cy="25731"/>
                </a:xfrm>
                <a:custGeom>
                  <a:avLst/>
                  <a:gdLst>
                    <a:gd name="connsiteX0" fmla="*/ 41686 w 81005"/>
                    <a:gd name="connsiteY0" fmla="*/ 2902 h 25731"/>
                    <a:gd name="connsiteX1" fmla="*/ 3396 w 81005"/>
                    <a:gd name="connsiteY1" fmla="*/ 12808 h 25731"/>
                    <a:gd name="connsiteX2" fmla="*/ 158 w 81005"/>
                    <a:gd name="connsiteY2" fmla="*/ 16047 h 25731"/>
                    <a:gd name="connsiteX3" fmla="*/ 2253 w 81005"/>
                    <a:gd name="connsiteY3" fmla="*/ 21095 h 25731"/>
                    <a:gd name="connsiteX4" fmla="*/ 7777 w 81005"/>
                    <a:gd name="connsiteY4" fmla="*/ 22810 h 25731"/>
                    <a:gd name="connsiteX5" fmla="*/ 73500 w 81005"/>
                    <a:gd name="connsiteY5" fmla="*/ 17857 h 25731"/>
                    <a:gd name="connsiteX6" fmla="*/ 78548 w 81005"/>
                    <a:gd name="connsiteY6" fmla="*/ 3093 h 25731"/>
                    <a:gd name="connsiteX7" fmla="*/ 41686 w 81005"/>
                    <a:gd name="connsiteY7" fmla="*/ 2902 h 25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1005" h="25731">
                      <a:moveTo>
                        <a:pt x="41686" y="2902"/>
                      </a:moveTo>
                      <a:cubicBezTo>
                        <a:pt x="28447" y="4236"/>
                        <a:pt x="14921" y="6236"/>
                        <a:pt x="3396" y="12808"/>
                      </a:cubicBezTo>
                      <a:cubicBezTo>
                        <a:pt x="2062" y="13570"/>
                        <a:pt x="634" y="14523"/>
                        <a:pt x="158" y="16047"/>
                      </a:cubicBezTo>
                      <a:cubicBezTo>
                        <a:pt x="-414" y="17857"/>
                        <a:pt x="634" y="19952"/>
                        <a:pt x="2253" y="21095"/>
                      </a:cubicBezTo>
                      <a:cubicBezTo>
                        <a:pt x="3872" y="22143"/>
                        <a:pt x="5873" y="22524"/>
                        <a:pt x="7777" y="22810"/>
                      </a:cubicBezTo>
                      <a:cubicBezTo>
                        <a:pt x="26923" y="25477"/>
                        <a:pt x="56641" y="29572"/>
                        <a:pt x="73500" y="17857"/>
                      </a:cubicBezTo>
                      <a:cubicBezTo>
                        <a:pt x="78262" y="14523"/>
                        <a:pt x="84549" y="8236"/>
                        <a:pt x="78548" y="3093"/>
                      </a:cubicBezTo>
                      <a:cubicBezTo>
                        <a:pt x="71119" y="-3289"/>
                        <a:pt x="50545" y="2045"/>
                        <a:pt x="41686" y="2902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455" name="Forme libre : forme 14454">
                  <a:extLst>
                    <a:ext uri="{FF2B5EF4-FFF2-40B4-BE49-F238E27FC236}">
                      <a16:creationId xmlns:a16="http://schemas.microsoft.com/office/drawing/2014/main" id="{E2033F54-3F1C-4A00-B91D-57B48E60A071}"/>
                    </a:ext>
                  </a:extLst>
                </p:cNvPr>
                <p:cNvSpPr/>
                <p:nvPr/>
              </p:nvSpPr>
              <p:spPr>
                <a:xfrm>
                  <a:off x="9328128" y="2546889"/>
                  <a:ext cx="129921" cy="115538"/>
                </a:xfrm>
                <a:custGeom>
                  <a:avLst/>
                  <a:gdLst>
                    <a:gd name="connsiteX0" fmla="*/ 77914 w 129921"/>
                    <a:gd name="connsiteY0" fmla="*/ 50006 h 115538"/>
                    <a:gd name="connsiteX1" fmla="*/ 126587 w 129921"/>
                    <a:gd name="connsiteY1" fmla="*/ 46863 h 115538"/>
                    <a:gd name="connsiteX2" fmla="*/ 74200 w 129921"/>
                    <a:gd name="connsiteY2" fmla="*/ 58579 h 115538"/>
                    <a:gd name="connsiteX3" fmla="*/ 28861 w 129921"/>
                    <a:gd name="connsiteY3" fmla="*/ 89345 h 115538"/>
                    <a:gd name="connsiteX4" fmla="*/ 0 w 129921"/>
                    <a:gd name="connsiteY4" fmla="*/ 115538 h 115538"/>
                    <a:gd name="connsiteX5" fmla="*/ 74486 w 129921"/>
                    <a:gd name="connsiteY5" fmla="*/ 43339 h 115538"/>
                    <a:gd name="connsiteX6" fmla="*/ 116300 w 129921"/>
                    <a:gd name="connsiteY6" fmla="*/ 10478 h 115538"/>
                    <a:gd name="connsiteX7" fmla="*/ 129921 w 129921"/>
                    <a:gd name="connsiteY7" fmla="*/ 0 h 115538"/>
                    <a:gd name="connsiteX8" fmla="*/ 121063 w 129921"/>
                    <a:gd name="connsiteY8" fmla="*/ 9430 h 115538"/>
                    <a:gd name="connsiteX9" fmla="*/ 106204 w 129921"/>
                    <a:gd name="connsiteY9" fmla="*/ 22193 h 115538"/>
                    <a:gd name="connsiteX10" fmla="*/ 77914 w 129921"/>
                    <a:gd name="connsiteY10" fmla="*/ 50006 h 115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921" h="115538">
                      <a:moveTo>
                        <a:pt x="77914" y="50006"/>
                      </a:moveTo>
                      <a:cubicBezTo>
                        <a:pt x="94202" y="51340"/>
                        <a:pt x="110585" y="50292"/>
                        <a:pt x="126587" y="46863"/>
                      </a:cubicBezTo>
                      <a:cubicBezTo>
                        <a:pt x="110490" y="54769"/>
                        <a:pt x="91345" y="53150"/>
                        <a:pt x="74200" y="58579"/>
                      </a:cubicBezTo>
                      <a:cubicBezTo>
                        <a:pt x="56674" y="64199"/>
                        <a:pt x="42482" y="76962"/>
                        <a:pt x="28861" y="89345"/>
                      </a:cubicBezTo>
                      <a:cubicBezTo>
                        <a:pt x="19241" y="98108"/>
                        <a:pt x="9620" y="106775"/>
                        <a:pt x="0" y="115538"/>
                      </a:cubicBezTo>
                      <a:cubicBezTo>
                        <a:pt x="21908" y="88678"/>
                        <a:pt x="47625" y="65246"/>
                        <a:pt x="74486" y="43339"/>
                      </a:cubicBezTo>
                      <a:cubicBezTo>
                        <a:pt x="88202" y="32099"/>
                        <a:pt x="102299" y="21336"/>
                        <a:pt x="116300" y="10478"/>
                      </a:cubicBezTo>
                      <a:cubicBezTo>
                        <a:pt x="120872" y="7049"/>
                        <a:pt x="125254" y="3238"/>
                        <a:pt x="129921" y="0"/>
                      </a:cubicBezTo>
                      <a:cubicBezTo>
                        <a:pt x="128111" y="4477"/>
                        <a:pt x="124682" y="6477"/>
                        <a:pt x="121063" y="9430"/>
                      </a:cubicBezTo>
                      <a:cubicBezTo>
                        <a:pt x="116014" y="13525"/>
                        <a:pt x="111062" y="17812"/>
                        <a:pt x="106204" y="22193"/>
                      </a:cubicBezTo>
                      <a:cubicBezTo>
                        <a:pt x="96393" y="30956"/>
                        <a:pt x="86963" y="40291"/>
                        <a:pt x="77914" y="50006"/>
                      </a:cubicBezTo>
                      <a:close/>
                    </a:path>
                  </a:pathLst>
                </a:custGeom>
                <a:solidFill>
                  <a:srgbClr val="6B359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456" name="Graphique 2">
                <a:extLst>
                  <a:ext uri="{FF2B5EF4-FFF2-40B4-BE49-F238E27FC236}">
                    <a16:creationId xmlns:a16="http://schemas.microsoft.com/office/drawing/2014/main" id="{BD070B64-AD6E-4D6F-8A3B-BC63408EE020}"/>
                  </a:ext>
                </a:extLst>
              </p:cNvPr>
              <p:cNvGrpSpPr/>
              <p:nvPr/>
            </p:nvGrpSpPr>
            <p:grpSpPr>
              <a:xfrm>
                <a:off x="6281980" y="3913483"/>
                <a:ext cx="808788" cy="608194"/>
                <a:chOff x="6281980" y="3913483"/>
                <a:chExt cx="808788" cy="608194"/>
              </a:xfrm>
              <a:solidFill>
                <a:schemeClr val="accent1"/>
              </a:solidFill>
            </p:grpSpPr>
            <p:grpSp>
              <p:nvGrpSpPr>
                <p:cNvPr id="14457" name="Graphique 2">
                  <a:extLst>
                    <a:ext uri="{FF2B5EF4-FFF2-40B4-BE49-F238E27FC236}">
                      <a16:creationId xmlns:a16="http://schemas.microsoft.com/office/drawing/2014/main" id="{874CBAC5-F91F-4944-A095-31F521B705BE}"/>
                    </a:ext>
                  </a:extLst>
                </p:cNvPr>
                <p:cNvGrpSpPr/>
                <p:nvPr/>
              </p:nvGrpSpPr>
              <p:grpSpPr>
                <a:xfrm>
                  <a:off x="6281980" y="3913483"/>
                  <a:ext cx="808788" cy="608194"/>
                  <a:chOff x="6281980" y="3913483"/>
                  <a:chExt cx="808788" cy="608194"/>
                </a:xfrm>
                <a:solidFill>
                  <a:schemeClr val="accent1"/>
                </a:solidFill>
              </p:grpSpPr>
              <p:sp>
                <p:nvSpPr>
                  <p:cNvPr id="14458" name="Forme libre : forme 14457">
                    <a:extLst>
                      <a:ext uri="{FF2B5EF4-FFF2-40B4-BE49-F238E27FC236}">
                        <a16:creationId xmlns:a16="http://schemas.microsoft.com/office/drawing/2014/main" id="{BD571E03-4D3B-4AFA-BB91-445AEEAEE08A}"/>
                      </a:ext>
                    </a:extLst>
                  </p:cNvPr>
                  <p:cNvSpPr/>
                  <p:nvPr/>
                </p:nvSpPr>
                <p:spPr>
                  <a:xfrm>
                    <a:off x="6366234" y="3913483"/>
                    <a:ext cx="724534" cy="558217"/>
                  </a:xfrm>
                  <a:custGeom>
                    <a:avLst/>
                    <a:gdLst>
                      <a:gd name="connsiteX0" fmla="*/ 183737 w 724534"/>
                      <a:gd name="connsiteY0" fmla="*/ 558218 h 558217"/>
                      <a:gd name="connsiteX1" fmla="*/ 283274 w 724534"/>
                      <a:gd name="connsiteY1" fmla="*/ 421915 h 558217"/>
                      <a:gd name="connsiteX2" fmla="*/ 422910 w 724534"/>
                      <a:gd name="connsiteY2" fmla="*/ 269134 h 558217"/>
                      <a:gd name="connsiteX3" fmla="*/ 661035 w 724534"/>
                      <a:gd name="connsiteY3" fmla="*/ 127307 h 558217"/>
                      <a:gd name="connsiteX4" fmla="*/ 720471 w 724534"/>
                      <a:gd name="connsiteY4" fmla="*/ 102065 h 558217"/>
                      <a:gd name="connsiteX5" fmla="*/ 674180 w 724534"/>
                      <a:gd name="connsiteY5" fmla="*/ 69014 h 558217"/>
                      <a:gd name="connsiteX6" fmla="*/ 668560 w 724534"/>
                      <a:gd name="connsiteY6" fmla="*/ 59203 h 558217"/>
                      <a:gd name="connsiteX7" fmla="*/ 662940 w 724534"/>
                      <a:gd name="connsiteY7" fmla="*/ 2625 h 558217"/>
                      <a:gd name="connsiteX8" fmla="*/ 611410 w 724534"/>
                      <a:gd name="connsiteY8" fmla="*/ 41582 h 558217"/>
                      <a:gd name="connsiteX9" fmla="*/ 369856 w 724534"/>
                      <a:gd name="connsiteY9" fmla="*/ 177408 h 558217"/>
                      <a:gd name="connsiteX10" fmla="*/ 167735 w 724534"/>
                      <a:gd name="connsiteY10" fmla="*/ 222366 h 558217"/>
                      <a:gd name="connsiteX11" fmla="*/ 0 w 724534"/>
                      <a:gd name="connsiteY11" fmla="*/ 240750 h 558217"/>
                      <a:gd name="connsiteX12" fmla="*/ 33909 w 724534"/>
                      <a:gd name="connsiteY12" fmla="*/ 431154 h 558217"/>
                      <a:gd name="connsiteX13" fmla="*/ 183737 w 724534"/>
                      <a:gd name="connsiteY13" fmla="*/ 558218 h 558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24534" h="558217">
                        <a:moveTo>
                          <a:pt x="183737" y="558218"/>
                        </a:moveTo>
                        <a:cubicBezTo>
                          <a:pt x="183737" y="558218"/>
                          <a:pt x="226695" y="516594"/>
                          <a:pt x="283274" y="421915"/>
                        </a:cubicBezTo>
                        <a:cubicBezTo>
                          <a:pt x="339852" y="327237"/>
                          <a:pt x="358712" y="308758"/>
                          <a:pt x="422910" y="269134"/>
                        </a:cubicBezTo>
                        <a:cubicBezTo>
                          <a:pt x="487109" y="229510"/>
                          <a:pt x="647224" y="135022"/>
                          <a:pt x="661035" y="127307"/>
                        </a:cubicBezTo>
                        <a:cubicBezTo>
                          <a:pt x="674846" y="119592"/>
                          <a:pt x="704279" y="100732"/>
                          <a:pt x="720471" y="102065"/>
                        </a:cubicBezTo>
                        <a:cubicBezTo>
                          <a:pt x="736759" y="103304"/>
                          <a:pt x="700564" y="64537"/>
                          <a:pt x="674180" y="69014"/>
                        </a:cubicBezTo>
                        <a:lnTo>
                          <a:pt x="668560" y="59203"/>
                        </a:lnTo>
                        <a:cubicBezTo>
                          <a:pt x="685609" y="38629"/>
                          <a:pt x="669988" y="-12044"/>
                          <a:pt x="662940" y="2625"/>
                        </a:cubicBezTo>
                        <a:cubicBezTo>
                          <a:pt x="655892" y="17293"/>
                          <a:pt x="624935" y="33486"/>
                          <a:pt x="611410" y="41582"/>
                        </a:cubicBezTo>
                        <a:cubicBezTo>
                          <a:pt x="597789" y="49773"/>
                          <a:pt x="436245" y="141404"/>
                          <a:pt x="369856" y="177408"/>
                        </a:cubicBezTo>
                        <a:cubicBezTo>
                          <a:pt x="303467" y="213413"/>
                          <a:pt x="278035" y="220461"/>
                          <a:pt x="167735" y="222366"/>
                        </a:cubicBezTo>
                        <a:cubicBezTo>
                          <a:pt x="57436" y="224271"/>
                          <a:pt x="0" y="240750"/>
                          <a:pt x="0" y="240750"/>
                        </a:cubicBezTo>
                        <a:lnTo>
                          <a:pt x="33909" y="431154"/>
                        </a:lnTo>
                        <a:lnTo>
                          <a:pt x="183737" y="558218"/>
                        </a:ln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grpSp>
                <p:nvGrpSpPr>
                  <p:cNvPr id="14459" name="Graphique 2">
                    <a:extLst>
                      <a:ext uri="{FF2B5EF4-FFF2-40B4-BE49-F238E27FC236}">
                        <a16:creationId xmlns:a16="http://schemas.microsoft.com/office/drawing/2014/main" id="{76266139-CDCB-44C1-9F4B-61979FC4D750}"/>
                      </a:ext>
                    </a:extLst>
                  </p:cNvPr>
                  <p:cNvGrpSpPr/>
                  <p:nvPr/>
                </p:nvGrpSpPr>
                <p:grpSpPr>
                  <a:xfrm>
                    <a:off x="6298474" y="4254538"/>
                    <a:ext cx="197066" cy="188176"/>
                    <a:chOff x="6298474" y="4254538"/>
                    <a:chExt cx="197066" cy="188176"/>
                  </a:xfrm>
                  <a:solidFill>
                    <a:schemeClr val="accent1"/>
                  </a:solidFill>
                </p:grpSpPr>
                <p:sp>
                  <p:nvSpPr>
                    <p:cNvPr id="14460" name="Forme libre : forme 14459">
                      <a:extLst>
                        <a:ext uri="{FF2B5EF4-FFF2-40B4-BE49-F238E27FC236}">
                          <a16:creationId xmlns:a16="http://schemas.microsoft.com/office/drawing/2014/main" id="{4F70E931-D1EB-4642-998D-81FFE9297A55}"/>
                        </a:ext>
                      </a:extLst>
                    </p:cNvPr>
                    <p:cNvSpPr/>
                    <p:nvPr/>
                  </p:nvSpPr>
                  <p:spPr>
                    <a:xfrm rot="-1803583">
                      <a:off x="6320427" y="4284238"/>
                      <a:ext cx="153161" cy="128777"/>
                    </a:xfrm>
                    <a:custGeom>
                      <a:avLst/>
                      <a:gdLst>
                        <a:gd name="connsiteX0" fmla="*/ 153161 w 153161"/>
                        <a:gd name="connsiteY0" fmla="*/ 64389 h 128777"/>
                        <a:gd name="connsiteX1" fmla="*/ 76581 w 153161"/>
                        <a:gd name="connsiteY1" fmla="*/ 128777 h 128777"/>
                        <a:gd name="connsiteX2" fmla="*/ 0 w 153161"/>
                        <a:gd name="connsiteY2" fmla="*/ 64389 h 128777"/>
                        <a:gd name="connsiteX3" fmla="*/ 76581 w 153161"/>
                        <a:gd name="connsiteY3" fmla="*/ 0 h 128777"/>
                        <a:gd name="connsiteX4" fmla="*/ 153161 w 153161"/>
                        <a:gd name="connsiteY4" fmla="*/ 64389 h 128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1" h="128777">
                          <a:moveTo>
                            <a:pt x="153161" y="64389"/>
                          </a:moveTo>
                          <a:cubicBezTo>
                            <a:pt x="153161" y="99950"/>
                            <a:pt x="118875" y="128777"/>
                            <a:pt x="76581" y="128777"/>
                          </a:cubicBezTo>
                          <a:cubicBezTo>
                            <a:pt x="34286" y="128777"/>
                            <a:pt x="0" y="99950"/>
                            <a:pt x="0" y="64389"/>
                          </a:cubicBezTo>
                          <a:cubicBezTo>
                            <a:pt x="0" y="28828"/>
                            <a:pt x="34286" y="0"/>
                            <a:pt x="76581" y="0"/>
                          </a:cubicBezTo>
                          <a:cubicBezTo>
                            <a:pt x="118875" y="0"/>
                            <a:pt x="153161" y="28828"/>
                            <a:pt x="153161" y="64389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1" name="Forme libre : forme 14460">
                      <a:extLst>
                        <a:ext uri="{FF2B5EF4-FFF2-40B4-BE49-F238E27FC236}">
                          <a16:creationId xmlns:a16="http://schemas.microsoft.com/office/drawing/2014/main" id="{AA43A7A9-85E2-4425-AE52-C78F0DB7F7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38992" y="4281025"/>
                      <a:ext cx="131746" cy="116952"/>
                    </a:xfrm>
                    <a:custGeom>
                      <a:avLst/>
                      <a:gdLst>
                        <a:gd name="connsiteX0" fmla="*/ 0 w 131746"/>
                        <a:gd name="connsiteY0" fmla="*/ 34370 h 116952"/>
                        <a:gd name="connsiteX1" fmla="*/ 9525 w 131746"/>
                        <a:gd name="connsiteY1" fmla="*/ 27989 h 116952"/>
                        <a:gd name="connsiteX2" fmla="*/ 108013 w 131746"/>
                        <a:gd name="connsiteY2" fmla="*/ 45419 h 116952"/>
                        <a:gd name="connsiteX3" fmla="*/ 99822 w 131746"/>
                        <a:gd name="connsiteY3" fmla="*/ 116952 h 116952"/>
                        <a:gd name="connsiteX4" fmla="*/ 124301 w 131746"/>
                        <a:gd name="connsiteY4" fmla="*/ 29322 h 116952"/>
                        <a:gd name="connsiteX5" fmla="*/ 25813 w 131746"/>
                        <a:gd name="connsiteY5" fmla="*/ 11891 h 116952"/>
                        <a:gd name="connsiteX6" fmla="*/ 0 w 131746"/>
                        <a:gd name="connsiteY6" fmla="*/ 34370 h 116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1746" h="116952">
                          <a:moveTo>
                            <a:pt x="0" y="34370"/>
                          </a:moveTo>
                          <a:cubicBezTo>
                            <a:pt x="2953" y="32084"/>
                            <a:pt x="6096" y="29894"/>
                            <a:pt x="9525" y="27989"/>
                          </a:cubicBezTo>
                          <a:cubicBezTo>
                            <a:pt x="46101" y="6843"/>
                            <a:pt x="90011" y="14749"/>
                            <a:pt x="108013" y="45419"/>
                          </a:cubicBezTo>
                          <a:cubicBezTo>
                            <a:pt x="122111" y="69422"/>
                            <a:pt x="117729" y="99998"/>
                            <a:pt x="99822" y="116952"/>
                          </a:cubicBezTo>
                          <a:cubicBezTo>
                            <a:pt x="129350" y="94473"/>
                            <a:pt x="140494" y="57230"/>
                            <a:pt x="124301" y="29322"/>
                          </a:cubicBezTo>
                          <a:cubicBezTo>
                            <a:pt x="106490" y="-1444"/>
                            <a:pt x="62389" y="-9254"/>
                            <a:pt x="25813" y="11891"/>
                          </a:cubicBezTo>
                          <a:cubicBezTo>
                            <a:pt x="15335" y="17892"/>
                            <a:pt x="6667" y="25703"/>
                            <a:pt x="0" y="34370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2" name="Forme libre : forme 14461">
                      <a:extLst>
                        <a:ext uri="{FF2B5EF4-FFF2-40B4-BE49-F238E27FC236}">
                          <a16:creationId xmlns:a16="http://schemas.microsoft.com/office/drawing/2014/main" id="{629D355F-08D9-47DD-A03C-BEA7EB7DBF42}"/>
                        </a:ext>
                      </a:extLst>
                    </p:cNvPr>
                    <p:cNvSpPr/>
                    <p:nvPr/>
                  </p:nvSpPr>
                  <p:spPr>
                    <a:xfrm rot="-522470">
                      <a:off x="6345052" y="4350666"/>
                      <a:ext cx="74868" cy="59247"/>
                    </a:xfrm>
                    <a:custGeom>
                      <a:avLst/>
                      <a:gdLst>
                        <a:gd name="connsiteX0" fmla="*/ 74869 w 74868"/>
                        <a:gd name="connsiteY0" fmla="*/ 29624 h 59247"/>
                        <a:gd name="connsiteX1" fmla="*/ 37434 w 74868"/>
                        <a:gd name="connsiteY1" fmla="*/ 59247 h 59247"/>
                        <a:gd name="connsiteX2" fmla="*/ 0 w 74868"/>
                        <a:gd name="connsiteY2" fmla="*/ 29624 h 59247"/>
                        <a:gd name="connsiteX3" fmla="*/ 37434 w 74868"/>
                        <a:gd name="connsiteY3" fmla="*/ 0 h 59247"/>
                        <a:gd name="connsiteX4" fmla="*/ 74869 w 74868"/>
                        <a:gd name="connsiteY4" fmla="*/ 29624 h 59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8" h="59247">
                          <a:moveTo>
                            <a:pt x="74869" y="29624"/>
                          </a:moveTo>
                          <a:cubicBezTo>
                            <a:pt x="74869" y="45984"/>
                            <a:pt x="58109" y="59247"/>
                            <a:pt x="37434" y="59247"/>
                          </a:cubicBezTo>
                          <a:cubicBezTo>
                            <a:pt x="16760" y="59247"/>
                            <a:pt x="0" y="45984"/>
                            <a:pt x="0" y="29624"/>
                          </a:cubicBezTo>
                          <a:cubicBezTo>
                            <a:pt x="0" y="13263"/>
                            <a:pt x="16760" y="0"/>
                            <a:pt x="37434" y="0"/>
                          </a:cubicBezTo>
                          <a:cubicBezTo>
                            <a:pt x="58109" y="0"/>
                            <a:pt x="74869" y="13263"/>
                            <a:pt x="74869" y="2962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3" name="Forme libre : forme 14462">
                      <a:extLst>
                        <a:ext uri="{FF2B5EF4-FFF2-40B4-BE49-F238E27FC236}">
                          <a16:creationId xmlns:a16="http://schemas.microsoft.com/office/drawing/2014/main" id="{C0FCC84C-9DF2-4A72-8E42-E3DE703A3F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37945" y="4365878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3"/>
                          </a:cubicBezTo>
                          <a:cubicBezTo>
                            <a:pt x="0" y="4009"/>
                            <a:pt x="4009" y="0"/>
                            <a:pt x="8953" y="0"/>
                          </a:cubicBezTo>
                          <a:cubicBezTo>
                            <a:pt x="13898" y="0"/>
                            <a:pt x="17907" y="4008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464" name="Graphique 2">
                    <a:extLst>
                      <a:ext uri="{FF2B5EF4-FFF2-40B4-BE49-F238E27FC236}">
                        <a16:creationId xmlns:a16="http://schemas.microsoft.com/office/drawing/2014/main" id="{72C52A0B-09B3-4149-AE13-E14A10B57AD3}"/>
                      </a:ext>
                    </a:extLst>
                  </p:cNvPr>
                  <p:cNvGrpSpPr/>
                  <p:nvPr/>
                </p:nvGrpSpPr>
                <p:grpSpPr>
                  <a:xfrm>
                    <a:off x="6403341" y="4333501"/>
                    <a:ext cx="197066" cy="188176"/>
                    <a:chOff x="6403341" y="4333501"/>
                    <a:chExt cx="197066" cy="188176"/>
                  </a:xfrm>
                  <a:solidFill>
                    <a:schemeClr val="accent1"/>
                  </a:solidFill>
                </p:grpSpPr>
                <p:sp>
                  <p:nvSpPr>
                    <p:cNvPr id="14465" name="Forme libre : forme 14464">
                      <a:extLst>
                        <a:ext uri="{FF2B5EF4-FFF2-40B4-BE49-F238E27FC236}">
                          <a16:creationId xmlns:a16="http://schemas.microsoft.com/office/drawing/2014/main" id="{3B527723-49D4-4E69-97EB-ED7E179C0231}"/>
                        </a:ext>
                      </a:extLst>
                    </p:cNvPr>
                    <p:cNvSpPr/>
                    <p:nvPr/>
                  </p:nvSpPr>
                  <p:spPr>
                    <a:xfrm rot="-1803583">
                      <a:off x="6425293" y="4363201"/>
                      <a:ext cx="153161" cy="128777"/>
                    </a:xfrm>
                    <a:custGeom>
                      <a:avLst/>
                      <a:gdLst>
                        <a:gd name="connsiteX0" fmla="*/ 153161 w 153161"/>
                        <a:gd name="connsiteY0" fmla="*/ 64389 h 128777"/>
                        <a:gd name="connsiteX1" fmla="*/ 76581 w 153161"/>
                        <a:gd name="connsiteY1" fmla="*/ 128777 h 128777"/>
                        <a:gd name="connsiteX2" fmla="*/ 0 w 153161"/>
                        <a:gd name="connsiteY2" fmla="*/ 64389 h 128777"/>
                        <a:gd name="connsiteX3" fmla="*/ 76581 w 153161"/>
                        <a:gd name="connsiteY3" fmla="*/ 0 h 128777"/>
                        <a:gd name="connsiteX4" fmla="*/ 153161 w 153161"/>
                        <a:gd name="connsiteY4" fmla="*/ 64389 h 128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1" h="128777">
                          <a:moveTo>
                            <a:pt x="153161" y="64389"/>
                          </a:moveTo>
                          <a:cubicBezTo>
                            <a:pt x="153161" y="99950"/>
                            <a:pt x="118875" y="128777"/>
                            <a:pt x="76581" y="128777"/>
                          </a:cubicBezTo>
                          <a:cubicBezTo>
                            <a:pt x="34286" y="128777"/>
                            <a:pt x="0" y="99950"/>
                            <a:pt x="0" y="64389"/>
                          </a:cubicBezTo>
                          <a:cubicBezTo>
                            <a:pt x="0" y="28828"/>
                            <a:pt x="34286" y="0"/>
                            <a:pt x="76581" y="0"/>
                          </a:cubicBezTo>
                          <a:cubicBezTo>
                            <a:pt x="118875" y="0"/>
                            <a:pt x="153161" y="28828"/>
                            <a:pt x="153161" y="64389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6" name="Forme libre : forme 14465">
                      <a:extLst>
                        <a:ext uri="{FF2B5EF4-FFF2-40B4-BE49-F238E27FC236}">
                          <a16:creationId xmlns:a16="http://schemas.microsoft.com/office/drawing/2014/main" id="{41E7172C-097E-4E0B-8FF0-83A101F1AD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43863" y="4360083"/>
                      <a:ext cx="131746" cy="116952"/>
                    </a:xfrm>
                    <a:custGeom>
                      <a:avLst/>
                      <a:gdLst>
                        <a:gd name="connsiteX0" fmla="*/ 0 w 131746"/>
                        <a:gd name="connsiteY0" fmla="*/ 34370 h 116952"/>
                        <a:gd name="connsiteX1" fmla="*/ 9525 w 131746"/>
                        <a:gd name="connsiteY1" fmla="*/ 27989 h 116952"/>
                        <a:gd name="connsiteX2" fmla="*/ 108013 w 131746"/>
                        <a:gd name="connsiteY2" fmla="*/ 45419 h 116952"/>
                        <a:gd name="connsiteX3" fmla="*/ 99822 w 131746"/>
                        <a:gd name="connsiteY3" fmla="*/ 116952 h 116952"/>
                        <a:gd name="connsiteX4" fmla="*/ 124301 w 131746"/>
                        <a:gd name="connsiteY4" fmla="*/ 29322 h 116952"/>
                        <a:gd name="connsiteX5" fmla="*/ 25813 w 131746"/>
                        <a:gd name="connsiteY5" fmla="*/ 11891 h 116952"/>
                        <a:gd name="connsiteX6" fmla="*/ 0 w 131746"/>
                        <a:gd name="connsiteY6" fmla="*/ 34370 h 116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1746" h="116952">
                          <a:moveTo>
                            <a:pt x="0" y="34370"/>
                          </a:moveTo>
                          <a:cubicBezTo>
                            <a:pt x="2953" y="32084"/>
                            <a:pt x="6096" y="29894"/>
                            <a:pt x="9525" y="27989"/>
                          </a:cubicBezTo>
                          <a:cubicBezTo>
                            <a:pt x="46101" y="6843"/>
                            <a:pt x="90011" y="14749"/>
                            <a:pt x="108013" y="45419"/>
                          </a:cubicBezTo>
                          <a:cubicBezTo>
                            <a:pt x="122111" y="69422"/>
                            <a:pt x="117729" y="99998"/>
                            <a:pt x="99822" y="116952"/>
                          </a:cubicBezTo>
                          <a:cubicBezTo>
                            <a:pt x="129349" y="94473"/>
                            <a:pt x="140494" y="57230"/>
                            <a:pt x="124301" y="29322"/>
                          </a:cubicBezTo>
                          <a:cubicBezTo>
                            <a:pt x="106490" y="-1444"/>
                            <a:pt x="62389" y="-9254"/>
                            <a:pt x="25813" y="11891"/>
                          </a:cubicBezTo>
                          <a:cubicBezTo>
                            <a:pt x="15335" y="17797"/>
                            <a:pt x="6667" y="25607"/>
                            <a:pt x="0" y="34370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7" name="Forme libre : forme 14466">
                      <a:extLst>
                        <a:ext uri="{FF2B5EF4-FFF2-40B4-BE49-F238E27FC236}">
                          <a16:creationId xmlns:a16="http://schemas.microsoft.com/office/drawing/2014/main" id="{58073CA5-65D0-4922-86A3-52A5AC8B8798}"/>
                        </a:ext>
                      </a:extLst>
                    </p:cNvPr>
                    <p:cNvSpPr/>
                    <p:nvPr/>
                  </p:nvSpPr>
                  <p:spPr>
                    <a:xfrm rot="-522470">
                      <a:off x="6449925" y="4429627"/>
                      <a:ext cx="74868" cy="59247"/>
                    </a:xfrm>
                    <a:custGeom>
                      <a:avLst/>
                      <a:gdLst>
                        <a:gd name="connsiteX0" fmla="*/ 74869 w 74868"/>
                        <a:gd name="connsiteY0" fmla="*/ 29624 h 59247"/>
                        <a:gd name="connsiteX1" fmla="*/ 37434 w 74868"/>
                        <a:gd name="connsiteY1" fmla="*/ 59247 h 59247"/>
                        <a:gd name="connsiteX2" fmla="*/ 0 w 74868"/>
                        <a:gd name="connsiteY2" fmla="*/ 29624 h 59247"/>
                        <a:gd name="connsiteX3" fmla="*/ 37434 w 74868"/>
                        <a:gd name="connsiteY3" fmla="*/ 0 h 59247"/>
                        <a:gd name="connsiteX4" fmla="*/ 74869 w 74868"/>
                        <a:gd name="connsiteY4" fmla="*/ 29624 h 59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8" h="59247">
                          <a:moveTo>
                            <a:pt x="74869" y="29624"/>
                          </a:moveTo>
                          <a:cubicBezTo>
                            <a:pt x="74869" y="45984"/>
                            <a:pt x="58109" y="59247"/>
                            <a:pt x="37434" y="59247"/>
                          </a:cubicBezTo>
                          <a:cubicBezTo>
                            <a:pt x="16760" y="59247"/>
                            <a:pt x="0" y="45984"/>
                            <a:pt x="0" y="29624"/>
                          </a:cubicBezTo>
                          <a:cubicBezTo>
                            <a:pt x="0" y="13263"/>
                            <a:pt x="16760" y="0"/>
                            <a:pt x="37434" y="0"/>
                          </a:cubicBezTo>
                          <a:cubicBezTo>
                            <a:pt x="58109" y="0"/>
                            <a:pt x="74869" y="13263"/>
                            <a:pt x="74869" y="2962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8" name="Forme libre : forme 14467">
                      <a:extLst>
                        <a:ext uri="{FF2B5EF4-FFF2-40B4-BE49-F238E27FC236}">
                          <a16:creationId xmlns:a16="http://schemas.microsoft.com/office/drawing/2014/main" id="{920D5D37-1175-4980-80AD-87D195AF56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42815" y="4444840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9"/>
                            <a:pt x="0" y="8953"/>
                          </a:cubicBezTo>
                          <a:cubicBezTo>
                            <a:pt x="0" y="4009"/>
                            <a:pt x="4009" y="0"/>
                            <a:pt x="8953" y="0"/>
                          </a:cubicBezTo>
                          <a:cubicBezTo>
                            <a:pt x="13898" y="0"/>
                            <a:pt x="17907" y="4008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469" name="Graphique 2">
                    <a:extLst>
                      <a:ext uri="{FF2B5EF4-FFF2-40B4-BE49-F238E27FC236}">
                        <a16:creationId xmlns:a16="http://schemas.microsoft.com/office/drawing/2014/main" id="{261F83E5-BFA9-4344-A7E4-7DAF4A96A803}"/>
                      </a:ext>
                    </a:extLst>
                  </p:cNvPr>
                  <p:cNvGrpSpPr/>
                  <p:nvPr/>
                </p:nvGrpSpPr>
                <p:grpSpPr>
                  <a:xfrm>
                    <a:off x="6281980" y="4123753"/>
                    <a:ext cx="197066" cy="188176"/>
                    <a:chOff x="6281980" y="4123753"/>
                    <a:chExt cx="197066" cy="188176"/>
                  </a:xfrm>
                  <a:solidFill>
                    <a:schemeClr val="accent1"/>
                  </a:solidFill>
                </p:grpSpPr>
                <p:sp>
                  <p:nvSpPr>
                    <p:cNvPr id="14470" name="Forme libre : forme 14469">
                      <a:extLst>
                        <a:ext uri="{FF2B5EF4-FFF2-40B4-BE49-F238E27FC236}">
                          <a16:creationId xmlns:a16="http://schemas.microsoft.com/office/drawing/2014/main" id="{3DF1707D-9680-4423-89F1-D15F7DF6C481}"/>
                        </a:ext>
                      </a:extLst>
                    </p:cNvPr>
                    <p:cNvSpPr/>
                    <p:nvPr/>
                  </p:nvSpPr>
                  <p:spPr>
                    <a:xfrm rot="-1803583">
                      <a:off x="6303933" y="4153452"/>
                      <a:ext cx="153161" cy="128777"/>
                    </a:xfrm>
                    <a:custGeom>
                      <a:avLst/>
                      <a:gdLst>
                        <a:gd name="connsiteX0" fmla="*/ 153161 w 153161"/>
                        <a:gd name="connsiteY0" fmla="*/ 64389 h 128777"/>
                        <a:gd name="connsiteX1" fmla="*/ 76581 w 153161"/>
                        <a:gd name="connsiteY1" fmla="*/ 128778 h 128777"/>
                        <a:gd name="connsiteX2" fmla="*/ 0 w 153161"/>
                        <a:gd name="connsiteY2" fmla="*/ 64389 h 128777"/>
                        <a:gd name="connsiteX3" fmla="*/ 76581 w 153161"/>
                        <a:gd name="connsiteY3" fmla="*/ 0 h 128777"/>
                        <a:gd name="connsiteX4" fmla="*/ 153161 w 153161"/>
                        <a:gd name="connsiteY4" fmla="*/ 64389 h 128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1" h="128777">
                          <a:moveTo>
                            <a:pt x="153161" y="64389"/>
                          </a:moveTo>
                          <a:cubicBezTo>
                            <a:pt x="153161" y="99950"/>
                            <a:pt x="118875" y="128778"/>
                            <a:pt x="76581" y="128778"/>
                          </a:cubicBezTo>
                          <a:cubicBezTo>
                            <a:pt x="34286" y="128778"/>
                            <a:pt x="0" y="99950"/>
                            <a:pt x="0" y="64389"/>
                          </a:cubicBezTo>
                          <a:cubicBezTo>
                            <a:pt x="0" y="28828"/>
                            <a:pt x="34286" y="0"/>
                            <a:pt x="76581" y="0"/>
                          </a:cubicBezTo>
                          <a:cubicBezTo>
                            <a:pt x="118875" y="0"/>
                            <a:pt x="153161" y="28828"/>
                            <a:pt x="153161" y="64389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71" name="Forme libre : forme 14470">
                      <a:extLst>
                        <a:ext uri="{FF2B5EF4-FFF2-40B4-BE49-F238E27FC236}">
                          <a16:creationId xmlns:a16="http://schemas.microsoft.com/office/drawing/2014/main" id="{76CAB66B-38DB-4A76-B039-DBF75247EB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22514" y="4150342"/>
                      <a:ext cx="131746" cy="116952"/>
                    </a:xfrm>
                    <a:custGeom>
                      <a:avLst/>
                      <a:gdLst>
                        <a:gd name="connsiteX0" fmla="*/ 0 w 131746"/>
                        <a:gd name="connsiteY0" fmla="*/ 34370 h 116952"/>
                        <a:gd name="connsiteX1" fmla="*/ 9525 w 131746"/>
                        <a:gd name="connsiteY1" fmla="*/ 27989 h 116952"/>
                        <a:gd name="connsiteX2" fmla="*/ 108014 w 131746"/>
                        <a:gd name="connsiteY2" fmla="*/ 45419 h 116952"/>
                        <a:gd name="connsiteX3" fmla="*/ 99822 w 131746"/>
                        <a:gd name="connsiteY3" fmla="*/ 116952 h 116952"/>
                        <a:gd name="connsiteX4" fmla="*/ 124301 w 131746"/>
                        <a:gd name="connsiteY4" fmla="*/ 29322 h 116952"/>
                        <a:gd name="connsiteX5" fmla="*/ 25813 w 131746"/>
                        <a:gd name="connsiteY5" fmla="*/ 11891 h 116952"/>
                        <a:gd name="connsiteX6" fmla="*/ 0 w 131746"/>
                        <a:gd name="connsiteY6" fmla="*/ 34370 h 116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1746" h="116952">
                          <a:moveTo>
                            <a:pt x="0" y="34370"/>
                          </a:moveTo>
                          <a:cubicBezTo>
                            <a:pt x="2953" y="32084"/>
                            <a:pt x="6096" y="29894"/>
                            <a:pt x="9525" y="27989"/>
                          </a:cubicBezTo>
                          <a:cubicBezTo>
                            <a:pt x="46101" y="6843"/>
                            <a:pt x="90011" y="14749"/>
                            <a:pt x="108014" y="45419"/>
                          </a:cubicBezTo>
                          <a:cubicBezTo>
                            <a:pt x="122111" y="69422"/>
                            <a:pt x="117729" y="99998"/>
                            <a:pt x="99822" y="116952"/>
                          </a:cubicBezTo>
                          <a:cubicBezTo>
                            <a:pt x="129350" y="94473"/>
                            <a:pt x="140494" y="57230"/>
                            <a:pt x="124301" y="29322"/>
                          </a:cubicBezTo>
                          <a:cubicBezTo>
                            <a:pt x="106490" y="-1444"/>
                            <a:pt x="62389" y="-9254"/>
                            <a:pt x="25813" y="11891"/>
                          </a:cubicBezTo>
                          <a:cubicBezTo>
                            <a:pt x="15335" y="17892"/>
                            <a:pt x="6668" y="25608"/>
                            <a:pt x="0" y="34370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72" name="Forme libre : forme 14471">
                      <a:extLst>
                        <a:ext uri="{FF2B5EF4-FFF2-40B4-BE49-F238E27FC236}">
                          <a16:creationId xmlns:a16="http://schemas.microsoft.com/office/drawing/2014/main" id="{96DCCF88-8AFC-4360-AA38-936697BA6B85}"/>
                        </a:ext>
                      </a:extLst>
                    </p:cNvPr>
                    <p:cNvSpPr/>
                    <p:nvPr/>
                  </p:nvSpPr>
                  <p:spPr>
                    <a:xfrm rot="-522470">
                      <a:off x="6328577" y="4219977"/>
                      <a:ext cx="74868" cy="59247"/>
                    </a:xfrm>
                    <a:custGeom>
                      <a:avLst/>
                      <a:gdLst>
                        <a:gd name="connsiteX0" fmla="*/ 74869 w 74868"/>
                        <a:gd name="connsiteY0" fmla="*/ 29623 h 59247"/>
                        <a:gd name="connsiteX1" fmla="*/ 37434 w 74868"/>
                        <a:gd name="connsiteY1" fmla="*/ 59247 h 59247"/>
                        <a:gd name="connsiteX2" fmla="*/ 0 w 74868"/>
                        <a:gd name="connsiteY2" fmla="*/ 29623 h 59247"/>
                        <a:gd name="connsiteX3" fmla="*/ 37434 w 74868"/>
                        <a:gd name="connsiteY3" fmla="*/ 0 h 59247"/>
                        <a:gd name="connsiteX4" fmla="*/ 74869 w 74868"/>
                        <a:gd name="connsiteY4" fmla="*/ 29623 h 59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8" h="59247">
                          <a:moveTo>
                            <a:pt x="74869" y="29623"/>
                          </a:moveTo>
                          <a:cubicBezTo>
                            <a:pt x="74869" y="45984"/>
                            <a:pt x="58109" y="59247"/>
                            <a:pt x="37434" y="59247"/>
                          </a:cubicBezTo>
                          <a:cubicBezTo>
                            <a:pt x="16760" y="59247"/>
                            <a:pt x="0" y="45984"/>
                            <a:pt x="0" y="29623"/>
                          </a:cubicBezTo>
                          <a:cubicBezTo>
                            <a:pt x="0" y="13263"/>
                            <a:pt x="16760" y="0"/>
                            <a:pt x="37434" y="0"/>
                          </a:cubicBezTo>
                          <a:cubicBezTo>
                            <a:pt x="58109" y="0"/>
                            <a:pt x="74869" y="13263"/>
                            <a:pt x="74869" y="29623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73" name="Forme libre : forme 14472">
                      <a:extLst>
                        <a:ext uri="{FF2B5EF4-FFF2-40B4-BE49-F238E27FC236}">
                          <a16:creationId xmlns:a16="http://schemas.microsoft.com/office/drawing/2014/main" id="{19E87580-D972-4BDC-964E-B0102333FA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21466" y="4235100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9"/>
                            <a:pt x="0" y="8954"/>
                          </a:cubicBezTo>
                          <a:cubicBezTo>
                            <a:pt x="0" y="4009"/>
                            <a:pt x="4009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sp>
                <p:nvSpPr>
                  <p:cNvPr id="14474" name="Forme libre : forme 14473">
                    <a:extLst>
                      <a:ext uri="{FF2B5EF4-FFF2-40B4-BE49-F238E27FC236}">
                        <a16:creationId xmlns:a16="http://schemas.microsoft.com/office/drawing/2014/main" id="{139D234B-27D8-457D-851E-63CD051A98DE}"/>
                      </a:ext>
                    </a:extLst>
                  </p:cNvPr>
                  <p:cNvSpPr/>
                  <p:nvPr/>
                </p:nvSpPr>
                <p:spPr>
                  <a:xfrm>
                    <a:off x="6688941" y="3969638"/>
                    <a:ext cx="346901" cy="301085"/>
                  </a:xfrm>
                  <a:custGeom>
                    <a:avLst/>
                    <a:gdLst>
                      <a:gd name="connsiteX0" fmla="*/ 0 w 346901"/>
                      <a:gd name="connsiteY0" fmla="*/ 301085 h 301085"/>
                      <a:gd name="connsiteX1" fmla="*/ 102775 w 346901"/>
                      <a:gd name="connsiteY1" fmla="*/ 181546 h 301085"/>
                      <a:gd name="connsiteX2" fmla="*/ 235934 w 346901"/>
                      <a:gd name="connsiteY2" fmla="*/ 93535 h 301085"/>
                      <a:gd name="connsiteX3" fmla="*/ 345091 w 346901"/>
                      <a:gd name="connsiteY3" fmla="*/ 0 h 301085"/>
                      <a:gd name="connsiteX4" fmla="*/ 339376 w 346901"/>
                      <a:gd name="connsiteY4" fmla="*/ 21050 h 301085"/>
                      <a:gd name="connsiteX5" fmla="*/ 318135 w 346901"/>
                      <a:gd name="connsiteY5" fmla="*/ 45148 h 301085"/>
                      <a:gd name="connsiteX6" fmla="*/ 53435 w 346901"/>
                      <a:gd name="connsiteY6" fmla="*/ 231553 h 301085"/>
                      <a:gd name="connsiteX7" fmla="*/ 5048 w 346901"/>
                      <a:gd name="connsiteY7" fmla="*/ 291941 h 301085"/>
                      <a:gd name="connsiteX8" fmla="*/ 9620 w 346901"/>
                      <a:gd name="connsiteY8" fmla="*/ 291179 h 30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46901" h="301085">
                        <a:moveTo>
                          <a:pt x="0" y="301085"/>
                        </a:moveTo>
                        <a:cubicBezTo>
                          <a:pt x="20288" y="251841"/>
                          <a:pt x="59817" y="212979"/>
                          <a:pt x="102775" y="181546"/>
                        </a:cubicBezTo>
                        <a:cubicBezTo>
                          <a:pt x="145732" y="150114"/>
                          <a:pt x="192786" y="124682"/>
                          <a:pt x="235934" y="93535"/>
                        </a:cubicBezTo>
                        <a:cubicBezTo>
                          <a:pt x="274796" y="65437"/>
                          <a:pt x="310229" y="32861"/>
                          <a:pt x="345091" y="0"/>
                        </a:cubicBezTo>
                        <a:cubicBezTo>
                          <a:pt x="349758" y="6287"/>
                          <a:pt x="344519" y="15049"/>
                          <a:pt x="339376" y="21050"/>
                        </a:cubicBezTo>
                        <a:cubicBezTo>
                          <a:pt x="332422" y="29242"/>
                          <a:pt x="325469" y="37338"/>
                          <a:pt x="318135" y="45148"/>
                        </a:cubicBezTo>
                        <a:cubicBezTo>
                          <a:pt x="243459" y="123539"/>
                          <a:pt x="128873" y="153829"/>
                          <a:pt x="53435" y="231553"/>
                        </a:cubicBezTo>
                        <a:cubicBezTo>
                          <a:pt x="35433" y="250126"/>
                          <a:pt x="20098" y="270986"/>
                          <a:pt x="5048" y="291941"/>
                        </a:cubicBezTo>
                        <a:cubicBezTo>
                          <a:pt x="6572" y="291655"/>
                          <a:pt x="8096" y="291465"/>
                          <a:pt x="9620" y="291179"/>
                        </a:cubicBezTo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75" name="Forme libre : forme 14474">
                    <a:extLst>
                      <a:ext uri="{FF2B5EF4-FFF2-40B4-BE49-F238E27FC236}">
                        <a16:creationId xmlns:a16="http://schemas.microsoft.com/office/drawing/2014/main" id="{6A196FD6-4D93-491F-8174-5DCEC097C9EF}"/>
                      </a:ext>
                    </a:extLst>
                  </p:cNvPr>
                  <p:cNvSpPr/>
                  <p:nvPr/>
                </p:nvSpPr>
                <p:spPr>
                  <a:xfrm>
                    <a:off x="6473199" y="4011929"/>
                    <a:ext cx="417480" cy="352435"/>
                  </a:xfrm>
                  <a:custGeom>
                    <a:avLst/>
                    <a:gdLst>
                      <a:gd name="connsiteX0" fmla="*/ 204025 w 417480"/>
                      <a:gd name="connsiteY0" fmla="*/ 199549 h 352435"/>
                      <a:gd name="connsiteX1" fmla="*/ 259652 w 417480"/>
                      <a:gd name="connsiteY1" fmla="*/ 141732 h 352435"/>
                      <a:gd name="connsiteX2" fmla="*/ 303943 w 417480"/>
                      <a:gd name="connsiteY2" fmla="*/ 98393 h 352435"/>
                      <a:gd name="connsiteX3" fmla="*/ 417481 w 417480"/>
                      <a:gd name="connsiteY3" fmla="*/ 0 h 352435"/>
                      <a:gd name="connsiteX4" fmla="*/ 257175 w 417480"/>
                      <a:gd name="connsiteY4" fmla="*/ 128111 h 352435"/>
                      <a:gd name="connsiteX5" fmla="*/ 194215 w 417480"/>
                      <a:gd name="connsiteY5" fmla="*/ 183356 h 352435"/>
                      <a:gd name="connsiteX6" fmla="*/ 26956 w 417480"/>
                      <a:gd name="connsiteY6" fmla="*/ 325088 h 352435"/>
                      <a:gd name="connsiteX7" fmla="*/ 0 w 417480"/>
                      <a:gd name="connsiteY7" fmla="*/ 352234 h 352435"/>
                      <a:gd name="connsiteX8" fmla="*/ 16478 w 417480"/>
                      <a:gd name="connsiteY8" fmla="*/ 340995 h 352435"/>
                      <a:gd name="connsiteX9" fmla="*/ 36385 w 417480"/>
                      <a:gd name="connsiteY9" fmla="*/ 324802 h 352435"/>
                      <a:gd name="connsiteX10" fmla="*/ 76867 w 417480"/>
                      <a:gd name="connsiteY10" fmla="*/ 295180 h 352435"/>
                      <a:gd name="connsiteX11" fmla="*/ 159925 w 417480"/>
                      <a:gd name="connsiteY11" fmla="*/ 236506 h 352435"/>
                      <a:gd name="connsiteX12" fmla="*/ 204025 w 417480"/>
                      <a:gd name="connsiteY12" fmla="*/ 199549 h 352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17480" h="352435">
                        <a:moveTo>
                          <a:pt x="204025" y="199549"/>
                        </a:moveTo>
                        <a:cubicBezTo>
                          <a:pt x="223457" y="181165"/>
                          <a:pt x="241078" y="160972"/>
                          <a:pt x="259652" y="141732"/>
                        </a:cubicBezTo>
                        <a:cubicBezTo>
                          <a:pt x="273939" y="126873"/>
                          <a:pt x="288798" y="112490"/>
                          <a:pt x="303943" y="98393"/>
                        </a:cubicBezTo>
                        <a:cubicBezTo>
                          <a:pt x="340519" y="64198"/>
                          <a:pt x="378428" y="31337"/>
                          <a:pt x="417481" y="0"/>
                        </a:cubicBezTo>
                        <a:cubicBezTo>
                          <a:pt x="353759" y="26194"/>
                          <a:pt x="307372" y="80963"/>
                          <a:pt x="257175" y="128111"/>
                        </a:cubicBezTo>
                        <a:cubicBezTo>
                          <a:pt x="236792" y="147256"/>
                          <a:pt x="215456" y="165354"/>
                          <a:pt x="194215" y="183356"/>
                        </a:cubicBezTo>
                        <a:cubicBezTo>
                          <a:pt x="138494" y="230600"/>
                          <a:pt x="82772" y="277844"/>
                          <a:pt x="26956" y="325088"/>
                        </a:cubicBezTo>
                        <a:cubicBezTo>
                          <a:pt x="18288" y="332422"/>
                          <a:pt x="4667" y="341662"/>
                          <a:pt x="0" y="352234"/>
                        </a:cubicBezTo>
                        <a:cubicBezTo>
                          <a:pt x="5334" y="353949"/>
                          <a:pt x="12668" y="344233"/>
                          <a:pt x="16478" y="340995"/>
                        </a:cubicBezTo>
                        <a:cubicBezTo>
                          <a:pt x="22955" y="335471"/>
                          <a:pt x="29623" y="330041"/>
                          <a:pt x="36385" y="324802"/>
                        </a:cubicBezTo>
                        <a:cubicBezTo>
                          <a:pt x="49625" y="314515"/>
                          <a:pt x="63151" y="304800"/>
                          <a:pt x="76867" y="295180"/>
                        </a:cubicBezTo>
                        <a:cubicBezTo>
                          <a:pt x="104585" y="275749"/>
                          <a:pt x="132969" y="256984"/>
                          <a:pt x="159925" y="236506"/>
                        </a:cubicBezTo>
                        <a:cubicBezTo>
                          <a:pt x="175260" y="224980"/>
                          <a:pt x="190119" y="212788"/>
                          <a:pt x="204025" y="199549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76" name="Forme libre : forme 14475">
                    <a:extLst>
                      <a:ext uri="{FF2B5EF4-FFF2-40B4-BE49-F238E27FC236}">
                        <a16:creationId xmlns:a16="http://schemas.microsoft.com/office/drawing/2014/main" id="{74EB9EC9-1642-42B5-869F-FBA0C79B4E60}"/>
                      </a:ext>
                    </a:extLst>
                  </p:cNvPr>
                  <p:cNvSpPr/>
                  <p:nvPr/>
                </p:nvSpPr>
                <p:spPr>
                  <a:xfrm>
                    <a:off x="6420240" y="4172520"/>
                    <a:ext cx="277749" cy="102679"/>
                  </a:xfrm>
                  <a:custGeom>
                    <a:avLst/>
                    <a:gdLst>
                      <a:gd name="connsiteX0" fmla="*/ 52769 w 277749"/>
                      <a:gd name="connsiteY0" fmla="*/ 80963 h 102679"/>
                      <a:gd name="connsiteX1" fmla="*/ 84677 w 277749"/>
                      <a:gd name="connsiteY1" fmla="*/ 68866 h 102679"/>
                      <a:gd name="connsiteX2" fmla="*/ 106585 w 277749"/>
                      <a:gd name="connsiteY2" fmla="*/ 63055 h 102679"/>
                      <a:gd name="connsiteX3" fmla="*/ 181737 w 277749"/>
                      <a:gd name="connsiteY3" fmla="*/ 44672 h 102679"/>
                      <a:gd name="connsiteX4" fmla="*/ 213360 w 277749"/>
                      <a:gd name="connsiteY4" fmla="*/ 38671 h 102679"/>
                      <a:gd name="connsiteX5" fmla="*/ 237363 w 277749"/>
                      <a:gd name="connsiteY5" fmla="*/ 34766 h 102679"/>
                      <a:gd name="connsiteX6" fmla="*/ 247841 w 277749"/>
                      <a:gd name="connsiteY6" fmla="*/ 27527 h 102679"/>
                      <a:gd name="connsiteX7" fmla="*/ 277749 w 277749"/>
                      <a:gd name="connsiteY7" fmla="*/ 0 h 102679"/>
                      <a:gd name="connsiteX8" fmla="*/ 215265 w 277749"/>
                      <a:gd name="connsiteY8" fmla="*/ 23146 h 102679"/>
                      <a:gd name="connsiteX9" fmla="*/ 44577 w 277749"/>
                      <a:gd name="connsiteY9" fmla="*/ 81248 h 102679"/>
                      <a:gd name="connsiteX10" fmla="*/ 21431 w 277749"/>
                      <a:gd name="connsiteY10" fmla="*/ 91726 h 102679"/>
                      <a:gd name="connsiteX11" fmla="*/ 0 w 277749"/>
                      <a:gd name="connsiteY11" fmla="*/ 102679 h 102679"/>
                      <a:gd name="connsiteX12" fmla="*/ 26575 w 277749"/>
                      <a:gd name="connsiteY12" fmla="*/ 91916 h 102679"/>
                      <a:gd name="connsiteX13" fmla="*/ 52769 w 277749"/>
                      <a:gd name="connsiteY13" fmla="*/ 80963 h 102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77749" h="102679">
                        <a:moveTo>
                          <a:pt x="52769" y="80963"/>
                        </a:moveTo>
                        <a:cubicBezTo>
                          <a:pt x="63246" y="76581"/>
                          <a:pt x="73819" y="72200"/>
                          <a:pt x="84677" y="68866"/>
                        </a:cubicBezTo>
                        <a:cubicBezTo>
                          <a:pt x="91916" y="66580"/>
                          <a:pt x="99250" y="64865"/>
                          <a:pt x="106585" y="63055"/>
                        </a:cubicBezTo>
                        <a:cubicBezTo>
                          <a:pt x="131636" y="56960"/>
                          <a:pt x="156686" y="50768"/>
                          <a:pt x="181737" y="44672"/>
                        </a:cubicBezTo>
                        <a:cubicBezTo>
                          <a:pt x="192215" y="42101"/>
                          <a:pt x="202692" y="39529"/>
                          <a:pt x="213360" y="38671"/>
                        </a:cubicBezTo>
                        <a:cubicBezTo>
                          <a:pt x="221456" y="38005"/>
                          <a:pt x="229934" y="38195"/>
                          <a:pt x="237363" y="34766"/>
                        </a:cubicBezTo>
                        <a:cubicBezTo>
                          <a:pt x="241268" y="32956"/>
                          <a:pt x="244602" y="30289"/>
                          <a:pt x="247841" y="27527"/>
                        </a:cubicBezTo>
                        <a:cubicBezTo>
                          <a:pt x="258223" y="18860"/>
                          <a:pt x="268224" y="9620"/>
                          <a:pt x="277749" y="0"/>
                        </a:cubicBezTo>
                        <a:cubicBezTo>
                          <a:pt x="259651" y="13240"/>
                          <a:pt x="236982" y="17907"/>
                          <a:pt x="215265" y="23146"/>
                        </a:cubicBezTo>
                        <a:cubicBezTo>
                          <a:pt x="156686" y="37147"/>
                          <a:pt x="99631" y="57055"/>
                          <a:pt x="44577" y="81248"/>
                        </a:cubicBezTo>
                        <a:cubicBezTo>
                          <a:pt x="36862" y="84677"/>
                          <a:pt x="29146" y="88106"/>
                          <a:pt x="21431" y="91726"/>
                        </a:cubicBezTo>
                        <a:cubicBezTo>
                          <a:pt x="16097" y="94202"/>
                          <a:pt x="2953" y="97917"/>
                          <a:pt x="0" y="102679"/>
                        </a:cubicBezTo>
                        <a:cubicBezTo>
                          <a:pt x="8858" y="100965"/>
                          <a:pt x="18193" y="95440"/>
                          <a:pt x="26575" y="91916"/>
                        </a:cubicBezTo>
                        <a:cubicBezTo>
                          <a:pt x="35338" y="88202"/>
                          <a:pt x="44101" y="84582"/>
                          <a:pt x="52769" y="80963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77" name="Forme libre : forme 14476">
                    <a:extLst>
                      <a:ext uri="{FF2B5EF4-FFF2-40B4-BE49-F238E27FC236}">
                        <a16:creationId xmlns:a16="http://schemas.microsoft.com/office/drawing/2014/main" id="{B0622F5E-679F-4068-8D1B-514EB37D559E}"/>
                      </a:ext>
                    </a:extLst>
                  </p:cNvPr>
                  <p:cNvSpPr/>
                  <p:nvPr/>
                </p:nvSpPr>
                <p:spPr>
                  <a:xfrm>
                    <a:off x="6537984" y="4193628"/>
                    <a:ext cx="179000" cy="204756"/>
                  </a:xfrm>
                  <a:custGeom>
                    <a:avLst/>
                    <a:gdLst>
                      <a:gd name="connsiteX0" fmla="*/ 43705 w 179000"/>
                      <a:gd name="connsiteY0" fmla="*/ 184347 h 204756"/>
                      <a:gd name="connsiteX1" fmla="*/ 35228 w 179000"/>
                      <a:gd name="connsiteY1" fmla="*/ 173774 h 204756"/>
                      <a:gd name="connsiteX2" fmla="*/ 20750 w 179000"/>
                      <a:gd name="connsiteY2" fmla="*/ 164916 h 204756"/>
                      <a:gd name="connsiteX3" fmla="*/ 5795 w 179000"/>
                      <a:gd name="connsiteY3" fmla="*/ 155105 h 204756"/>
                      <a:gd name="connsiteX4" fmla="*/ 938 w 179000"/>
                      <a:gd name="connsiteY4" fmla="*/ 149962 h 204756"/>
                      <a:gd name="connsiteX5" fmla="*/ 6272 w 179000"/>
                      <a:gd name="connsiteY5" fmla="*/ 133674 h 204756"/>
                      <a:gd name="connsiteX6" fmla="*/ 33132 w 179000"/>
                      <a:gd name="connsiteY6" fmla="*/ 113005 h 204756"/>
                      <a:gd name="connsiteX7" fmla="*/ 104189 w 179000"/>
                      <a:gd name="connsiteY7" fmla="*/ 57474 h 204756"/>
                      <a:gd name="connsiteX8" fmla="*/ 167625 w 179000"/>
                      <a:gd name="connsiteY8" fmla="*/ 2610 h 204756"/>
                      <a:gd name="connsiteX9" fmla="*/ 178103 w 179000"/>
                      <a:gd name="connsiteY9" fmla="*/ 1658 h 204756"/>
                      <a:gd name="connsiteX10" fmla="*/ 176579 w 179000"/>
                      <a:gd name="connsiteY10" fmla="*/ 10516 h 204756"/>
                      <a:gd name="connsiteX11" fmla="*/ 148766 w 179000"/>
                      <a:gd name="connsiteY11" fmla="*/ 51569 h 204756"/>
                      <a:gd name="connsiteX12" fmla="*/ 85139 w 179000"/>
                      <a:gd name="connsiteY12" fmla="*/ 165773 h 204756"/>
                      <a:gd name="connsiteX13" fmla="*/ 60088 w 179000"/>
                      <a:gd name="connsiteY13" fmla="*/ 198349 h 204756"/>
                      <a:gd name="connsiteX14" fmla="*/ 49134 w 179000"/>
                      <a:gd name="connsiteY14" fmla="*/ 202349 h 204756"/>
                      <a:gd name="connsiteX15" fmla="*/ 43705 w 179000"/>
                      <a:gd name="connsiteY15" fmla="*/ 184347 h 204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79000" h="204756">
                        <a:moveTo>
                          <a:pt x="43705" y="184347"/>
                        </a:moveTo>
                        <a:cubicBezTo>
                          <a:pt x="41514" y="180347"/>
                          <a:pt x="38657" y="176727"/>
                          <a:pt x="35228" y="173774"/>
                        </a:cubicBezTo>
                        <a:cubicBezTo>
                          <a:pt x="30941" y="170155"/>
                          <a:pt x="25703" y="167679"/>
                          <a:pt x="20750" y="164916"/>
                        </a:cubicBezTo>
                        <a:cubicBezTo>
                          <a:pt x="15511" y="161963"/>
                          <a:pt x="10558" y="158725"/>
                          <a:pt x="5795" y="155105"/>
                        </a:cubicBezTo>
                        <a:cubicBezTo>
                          <a:pt x="3890" y="153677"/>
                          <a:pt x="1985" y="152057"/>
                          <a:pt x="938" y="149962"/>
                        </a:cubicBezTo>
                        <a:cubicBezTo>
                          <a:pt x="-1825" y="144533"/>
                          <a:pt x="1985" y="138151"/>
                          <a:pt x="6272" y="133674"/>
                        </a:cubicBezTo>
                        <a:cubicBezTo>
                          <a:pt x="14082" y="125483"/>
                          <a:pt x="23798" y="119387"/>
                          <a:pt x="33132" y="113005"/>
                        </a:cubicBezTo>
                        <a:cubicBezTo>
                          <a:pt x="58088" y="96241"/>
                          <a:pt x="81900" y="77667"/>
                          <a:pt x="104189" y="57474"/>
                        </a:cubicBezTo>
                        <a:cubicBezTo>
                          <a:pt x="124953" y="38710"/>
                          <a:pt x="144479" y="18422"/>
                          <a:pt x="167625" y="2610"/>
                        </a:cubicBezTo>
                        <a:cubicBezTo>
                          <a:pt x="170864" y="420"/>
                          <a:pt x="175721" y="-1486"/>
                          <a:pt x="178103" y="1658"/>
                        </a:cubicBezTo>
                        <a:cubicBezTo>
                          <a:pt x="180103" y="4229"/>
                          <a:pt x="178388" y="7849"/>
                          <a:pt x="176579" y="10516"/>
                        </a:cubicBezTo>
                        <a:cubicBezTo>
                          <a:pt x="167530" y="24327"/>
                          <a:pt x="157624" y="37567"/>
                          <a:pt x="148766" y="51569"/>
                        </a:cubicBezTo>
                        <a:cubicBezTo>
                          <a:pt x="125334" y="88335"/>
                          <a:pt x="109332" y="129483"/>
                          <a:pt x="85139" y="165773"/>
                        </a:cubicBezTo>
                        <a:cubicBezTo>
                          <a:pt x="77519" y="177204"/>
                          <a:pt x="69137" y="188062"/>
                          <a:pt x="60088" y="198349"/>
                        </a:cubicBezTo>
                        <a:cubicBezTo>
                          <a:pt x="56945" y="201873"/>
                          <a:pt x="52563" y="208255"/>
                          <a:pt x="49134" y="202349"/>
                        </a:cubicBezTo>
                        <a:cubicBezTo>
                          <a:pt x="46277" y="197492"/>
                          <a:pt x="46753" y="189872"/>
                          <a:pt x="43705" y="184347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78" name="Forme libre : forme 14477">
                    <a:extLst>
                      <a:ext uri="{FF2B5EF4-FFF2-40B4-BE49-F238E27FC236}">
                        <a16:creationId xmlns:a16="http://schemas.microsoft.com/office/drawing/2014/main" id="{BBFCDF65-A049-453B-AF2B-D456491BA945}"/>
                      </a:ext>
                    </a:extLst>
                  </p:cNvPr>
                  <p:cNvSpPr/>
                  <p:nvPr/>
                </p:nvSpPr>
                <p:spPr>
                  <a:xfrm>
                    <a:off x="6444624" y="4223451"/>
                    <a:ext cx="161255" cy="103235"/>
                  </a:xfrm>
                  <a:custGeom>
                    <a:avLst/>
                    <a:gdLst>
                      <a:gd name="connsiteX0" fmla="*/ 0 w 161255"/>
                      <a:gd name="connsiteY0" fmla="*/ 53939 h 103235"/>
                      <a:gd name="connsiteX1" fmla="*/ 15526 w 161255"/>
                      <a:gd name="connsiteY1" fmla="*/ 45176 h 103235"/>
                      <a:gd name="connsiteX2" fmla="*/ 122301 w 161255"/>
                      <a:gd name="connsiteY2" fmla="*/ 7362 h 103235"/>
                      <a:gd name="connsiteX3" fmla="*/ 155543 w 161255"/>
                      <a:gd name="connsiteY3" fmla="*/ 28 h 103235"/>
                      <a:gd name="connsiteX4" fmla="*/ 160115 w 161255"/>
                      <a:gd name="connsiteY4" fmla="*/ 1171 h 103235"/>
                      <a:gd name="connsiteX5" fmla="*/ 160592 w 161255"/>
                      <a:gd name="connsiteY5" fmla="*/ 6505 h 103235"/>
                      <a:gd name="connsiteX6" fmla="*/ 156496 w 161255"/>
                      <a:gd name="connsiteY6" fmla="*/ 10601 h 103235"/>
                      <a:gd name="connsiteX7" fmla="*/ 83915 w 161255"/>
                      <a:gd name="connsiteY7" fmla="*/ 69465 h 103235"/>
                      <a:gd name="connsiteX8" fmla="*/ 49911 w 161255"/>
                      <a:gd name="connsiteY8" fmla="*/ 100802 h 103235"/>
                      <a:gd name="connsiteX9" fmla="*/ 29813 w 161255"/>
                      <a:gd name="connsiteY9" fmla="*/ 84896 h 103235"/>
                      <a:gd name="connsiteX10" fmla="*/ 17335 w 161255"/>
                      <a:gd name="connsiteY10" fmla="*/ 66989 h 103235"/>
                      <a:gd name="connsiteX11" fmla="*/ 0 w 161255"/>
                      <a:gd name="connsiteY11" fmla="*/ 53939 h 103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1255" h="103235">
                        <a:moveTo>
                          <a:pt x="0" y="53939"/>
                        </a:moveTo>
                        <a:cubicBezTo>
                          <a:pt x="4096" y="49558"/>
                          <a:pt x="9906" y="47272"/>
                          <a:pt x="15526" y="45176"/>
                        </a:cubicBezTo>
                        <a:cubicBezTo>
                          <a:pt x="50768" y="31651"/>
                          <a:pt x="86392" y="19078"/>
                          <a:pt x="122301" y="7362"/>
                        </a:cubicBezTo>
                        <a:cubicBezTo>
                          <a:pt x="133160" y="3838"/>
                          <a:pt x="144209" y="409"/>
                          <a:pt x="155543" y="28"/>
                        </a:cubicBezTo>
                        <a:cubicBezTo>
                          <a:pt x="157163" y="-67"/>
                          <a:pt x="158972" y="28"/>
                          <a:pt x="160115" y="1171"/>
                        </a:cubicBezTo>
                        <a:cubicBezTo>
                          <a:pt x="161544" y="2505"/>
                          <a:pt x="161544" y="4886"/>
                          <a:pt x="160592" y="6505"/>
                        </a:cubicBezTo>
                        <a:cubicBezTo>
                          <a:pt x="159639" y="8219"/>
                          <a:pt x="158020" y="9458"/>
                          <a:pt x="156496" y="10601"/>
                        </a:cubicBezTo>
                        <a:cubicBezTo>
                          <a:pt x="131445" y="29174"/>
                          <a:pt x="107252" y="48796"/>
                          <a:pt x="83915" y="69465"/>
                        </a:cubicBezTo>
                        <a:cubicBezTo>
                          <a:pt x="72866" y="79276"/>
                          <a:pt x="62198" y="92706"/>
                          <a:pt x="49911" y="100802"/>
                        </a:cubicBezTo>
                        <a:cubicBezTo>
                          <a:pt x="37148" y="109280"/>
                          <a:pt x="34004" y="93564"/>
                          <a:pt x="29813" y="84896"/>
                        </a:cubicBezTo>
                        <a:cubicBezTo>
                          <a:pt x="26575" y="78323"/>
                          <a:pt x="22384" y="72323"/>
                          <a:pt x="17335" y="66989"/>
                        </a:cubicBezTo>
                        <a:cubicBezTo>
                          <a:pt x="16002" y="65560"/>
                          <a:pt x="1524" y="52320"/>
                          <a:pt x="0" y="53939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79" name="Forme libre : forme 14478">
                    <a:extLst>
                      <a:ext uri="{FF2B5EF4-FFF2-40B4-BE49-F238E27FC236}">
                        <a16:creationId xmlns:a16="http://schemas.microsoft.com/office/drawing/2014/main" id="{AB8F4766-E5DF-4210-BD36-9812D52FCA5C}"/>
                      </a:ext>
                    </a:extLst>
                  </p:cNvPr>
                  <p:cNvSpPr/>
                  <p:nvPr/>
                </p:nvSpPr>
                <p:spPr>
                  <a:xfrm>
                    <a:off x="6459314" y="4112410"/>
                    <a:ext cx="260297" cy="115912"/>
                  </a:xfrm>
                  <a:custGeom>
                    <a:avLst/>
                    <a:gdLst>
                      <a:gd name="connsiteX0" fmla="*/ 3122 w 260297"/>
                      <a:gd name="connsiteY0" fmla="*/ 65158 h 115912"/>
                      <a:gd name="connsiteX1" fmla="*/ 74 w 260297"/>
                      <a:gd name="connsiteY1" fmla="*/ 54776 h 115912"/>
                      <a:gd name="connsiteX2" fmla="*/ 14743 w 260297"/>
                      <a:gd name="connsiteY2" fmla="*/ 44013 h 115912"/>
                      <a:gd name="connsiteX3" fmla="*/ 147998 w 260297"/>
                      <a:gd name="connsiteY3" fmla="*/ 38203 h 115912"/>
                      <a:gd name="connsiteX4" fmla="*/ 251534 w 260297"/>
                      <a:gd name="connsiteY4" fmla="*/ 1627 h 115912"/>
                      <a:gd name="connsiteX5" fmla="*/ 256583 w 260297"/>
                      <a:gd name="connsiteY5" fmla="*/ 7 h 115912"/>
                      <a:gd name="connsiteX6" fmla="*/ 260297 w 260297"/>
                      <a:gd name="connsiteY6" fmla="*/ 3150 h 115912"/>
                      <a:gd name="connsiteX7" fmla="*/ 259250 w 260297"/>
                      <a:gd name="connsiteY7" fmla="*/ 6008 h 115912"/>
                      <a:gd name="connsiteX8" fmla="*/ 204862 w 260297"/>
                      <a:gd name="connsiteY8" fmla="*/ 61824 h 115912"/>
                      <a:gd name="connsiteX9" fmla="*/ 182002 w 260297"/>
                      <a:gd name="connsiteY9" fmla="*/ 69921 h 115912"/>
                      <a:gd name="connsiteX10" fmla="*/ 30269 w 260297"/>
                      <a:gd name="connsiteY10" fmla="*/ 110021 h 115912"/>
                      <a:gd name="connsiteX11" fmla="*/ 14171 w 260297"/>
                      <a:gd name="connsiteY11" fmla="*/ 115260 h 115912"/>
                      <a:gd name="connsiteX12" fmla="*/ 11123 w 260297"/>
                      <a:gd name="connsiteY12" fmla="*/ 101925 h 115912"/>
                      <a:gd name="connsiteX13" fmla="*/ 3122 w 260297"/>
                      <a:gd name="connsiteY13" fmla="*/ 65158 h 115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60297" h="115912">
                        <a:moveTo>
                          <a:pt x="3122" y="65158"/>
                        </a:moveTo>
                        <a:cubicBezTo>
                          <a:pt x="1503" y="61920"/>
                          <a:pt x="-402" y="58396"/>
                          <a:pt x="74" y="54776"/>
                        </a:cubicBezTo>
                        <a:cubicBezTo>
                          <a:pt x="932" y="48299"/>
                          <a:pt x="8361" y="45346"/>
                          <a:pt x="14743" y="44013"/>
                        </a:cubicBezTo>
                        <a:cubicBezTo>
                          <a:pt x="58367" y="34869"/>
                          <a:pt x="103802" y="44013"/>
                          <a:pt x="147998" y="38203"/>
                        </a:cubicBezTo>
                        <a:cubicBezTo>
                          <a:pt x="184478" y="33440"/>
                          <a:pt x="218959" y="18676"/>
                          <a:pt x="251534" y="1627"/>
                        </a:cubicBezTo>
                        <a:cubicBezTo>
                          <a:pt x="253154" y="769"/>
                          <a:pt x="254773" y="-88"/>
                          <a:pt x="256583" y="7"/>
                        </a:cubicBezTo>
                        <a:cubicBezTo>
                          <a:pt x="258392" y="103"/>
                          <a:pt x="260297" y="1341"/>
                          <a:pt x="260297" y="3150"/>
                        </a:cubicBezTo>
                        <a:cubicBezTo>
                          <a:pt x="260297" y="4198"/>
                          <a:pt x="259726" y="5151"/>
                          <a:pt x="259250" y="6008"/>
                        </a:cubicBezTo>
                        <a:cubicBezTo>
                          <a:pt x="245343" y="28392"/>
                          <a:pt x="228579" y="50395"/>
                          <a:pt x="204862" y="61824"/>
                        </a:cubicBezTo>
                        <a:cubicBezTo>
                          <a:pt x="197528" y="65349"/>
                          <a:pt x="189812" y="67825"/>
                          <a:pt x="182002" y="69921"/>
                        </a:cubicBezTo>
                        <a:cubicBezTo>
                          <a:pt x="131329" y="83732"/>
                          <a:pt x="76370" y="84875"/>
                          <a:pt x="30269" y="110021"/>
                        </a:cubicBezTo>
                        <a:cubicBezTo>
                          <a:pt x="26363" y="112116"/>
                          <a:pt x="18743" y="117831"/>
                          <a:pt x="14171" y="115260"/>
                        </a:cubicBezTo>
                        <a:cubicBezTo>
                          <a:pt x="9885" y="112879"/>
                          <a:pt x="10933" y="105925"/>
                          <a:pt x="11123" y="101925"/>
                        </a:cubicBezTo>
                        <a:cubicBezTo>
                          <a:pt x="11314" y="89256"/>
                          <a:pt x="8742" y="76588"/>
                          <a:pt x="3122" y="65158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80" name="Forme libre : forme 14479">
                    <a:extLst>
                      <a:ext uri="{FF2B5EF4-FFF2-40B4-BE49-F238E27FC236}">
                        <a16:creationId xmlns:a16="http://schemas.microsoft.com/office/drawing/2014/main" id="{A696B2FF-CF23-4BB8-80A4-6B26063EAD6A}"/>
                      </a:ext>
                    </a:extLst>
                  </p:cNvPr>
                  <p:cNvSpPr/>
                  <p:nvPr/>
                </p:nvSpPr>
                <p:spPr>
                  <a:xfrm>
                    <a:off x="6752733" y="3940492"/>
                    <a:ext cx="268506" cy="222822"/>
                  </a:xfrm>
                  <a:custGeom>
                    <a:avLst/>
                    <a:gdLst>
                      <a:gd name="connsiteX0" fmla="*/ 91656 w 268506"/>
                      <a:gd name="connsiteY0" fmla="*/ 126492 h 222822"/>
                      <a:gd name="connsiteX1" fmla="*/ 117469 w 268506"/>
                      <a:gd name="connsiteY1" fmla="*/ 101251 h 222822"/>
                      <a:gd name="connsiteX2" fmla="*/ 173381 w 268506"/>
                      <a:gd name="connsiteY2" fmla="*/ 63913 h 222822"/>
                      <a:gd name="connsiteX3" fmla="*/ 266059 w 268506"/>
                      <a:gd name="connsiteY3" fmla="*/ 0 h 222822"/>
                      <a:gd name="connsiteX4" fmla="*/ 264535 w 268506"/>
                      <a:gd name="connsiteY4" fmla="*/ 19240 h 222822"/>
                      <a:gd name="connsiteX5" fmla="*/ 164046 w 268506"/>
                      <a:gd name="connsiteY5" fmla="*/ 115348 h 222822"/>
                      <a:gd name="connsiteX6" fmla="*/ 106515 w 268506"/>
                      <a:gd name="connsiteY6" fmla="*/ 150495 h 222822"/>
                      <a:gd name="connsiteX7" fmla="*/ 35459 w 268506"/>
                      <a:gd name="connsiteY7" fmla="*/ 196691 h 222822"/>
                      <a:gd name="connsiteX8" fmla="*/ 20695 w 268506"/>
                      <a:gd name="connsiteY8" fmla="*/ 211169 h 222822"/>
                      <a:gd name="connsiteX9" fmla="*/ 7455 w 268506"/>
                      <a:gd name="connsiteY9" fmla="*/ 222694 h 222822"/>
                      <a:gd name="connsiteX10" fmla="*/ 597 w 268506"/>
                      <a:gd name="connsiteY10" fmla="*/ 217837 h 222822"/>
                      <a:gd name="connsiteX11" fmla="*/ 3550 w 268506"/>
                      <a:gd name="connsiteY11" fmla="*/ 207454 h 222822"/>
                      <a:gd name="connsiteX12" fmla="*/ 59271 w 268506"/>
                      <a:gd name="connsiteY12" fmla="*/ 154876 h 222822"/>
                      <a:gd name="connsiteX13" fmla="*/ 91656 w 268506"/>
                      <a:gd name="connsiteY13" fmla="*/ 126492 h 222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68506" h="222822">
                        <a:moveTo>
                          <a:pt x="91656" y="126492"/>
                        </a:moveTo>
                        <a:cubicBezTo>
                          <a:pt x="100324" y="118110"/>
                          <a:pt x="108420" y="109156"/>
                          <a:pt x="117469" y="101251"/>
                        </a:cubicBezTo>
                        <a:cubicBezTo>
                          <a:pt x="134423" y="86487"/>
                          <a:pt x="154235" y="75629"/>
                          <a:pt x="173381" y="63913"/>
                        </a:cubicBezTo>
                        <a:cubicBezTo>
                          <a:pt x="205385" y="44291"/>
                          <a:pt x="235769" y="22193"/>
                          <a:pt x="266059" y="0"/>
                        </a:cubicBezTo>
                        <a:cubicBezTo>
                          <a:pt x="270726" y="5143"/>
                          <a:pt x="267869" y="13240"/>
                          <a:pt x="264535" y="19240"/>
                        </a:cubicBezTo>
                        <a:cubicBezTo>
                          <a:pt x="241580" y="60007"/>
                          <a:pt x="203194" y="89630"/>
                          <a:pt x="164046" y="115348"/>
                        </a:cubicBezTo>
                        <a:cubicBezTo>
                          <a:pt x="145282" y="127730"/>
                          <a:pt x="126041" y="139446"/>
                          <a:pt x="106515" y="150495"/>
                        </a:cubicBezTo>
                        <a:cubicBezTo>
                          <a:pt x="81845" y="164401"/>
                          <a:pt x="56318" y="177546"/>
                          <a:pt x="35459" y="196691"/>
                        </a:cubicBezTo>
                        <a:cubicBezTo>
                          <a:pt x="30410" y="201358"/>
                          <a:pt x="25648" y="206311"/>
                          <a:pt x="20695" y="211169"/>
                        </a:cubicBezTo>
                        <a:cubicBezTo>
                          <a:pt x="17456" y="214313"/>
                          <a:pt x="11932" y="221742"/>
                          <a:pt x="7455" y="222694"/>
                        </a:cubicBezTo>
                        <a:cubicBezTo>
                          <a:pt x="4217" y="223456"/>
                          <a:pt x="1645" y="220694"/>
                          <a:pt x="597" y="217837"/>
                        </a:cubicBezTo>
                        <a:cubicBezTo>
                          <a:pt x="-1022" y="213550"/>
                          <a:pt x="883" y="210788"/>
                          <a:pt x="3550" y="207454"/>
                        </a:cubicBezTo>
                        <a:cubicBezTo>
                          <a:pt x="19647" y="187547"/>
                          <a:pt x="39745" y="171259"/>
                          <a:pt x="59271" y="154876"/>
                        </a:cubicBezTo>
                        <a:cubicBezTo>
                          <a:pt x="70320" y="145732"/>
                          <a:pt x="81369" y="136493"/>
                          <a:pt x="91656" y="12649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481" name="Forme libre : forme 14480">
                    <a:extLst>
                      <a:ext uri="{FF2B5EF4-FFF2-40B4-BE49-F238E27FC236}">
                        <a16:creationId xmlns:a16="http://schemas.microsoft.com/office/drawing/2014/main" id="{4371E596-57EB-4919-BE88-AB4E5B904553}"/>
                      </a:ext>
                    </a:extLst>
                  </p:cNvPr>
                  <p:cNvSpPr/>
                  <p:nvPr/>
                </p:nvSpPr>
                <p:spPr>
                  <a:xfrm>
                    <a:off x="6943800" y="3997126"/>
                    <a:ext cx="128785" cy="84491"/>
                  </a:xfrm>
                  <a:custGeom>
                    <a:avLst/>
                    <a:gdLst>
                      <a:gd name="connsiteX0" fmla="*/ 52989 w 128785"/>
                      <a:gd name="connsiteY0" fmla="*/ 41949 h 84491"/>
                      <a:gd name="connsiteX1" fmla="*/ 89184 w 128785"/>
                      <a:gd name="connsiteY1" fmla="*/ 9374 h 84491"/>
                      <a:gd name="connsiteX2" fmla="*/ 109758 w 128785"/>
                      <a:gd name="connsiteY2" fmla="*/ 39 h 84491"/>
                      <a:gd name="connsiteX3" fmla="*/ 124236 w 128785"/>
                      <a:gd name="connsiteY3" fmla="*/ 2420 h 84491"/>
                      <a:gd name="connsiteX4" fmla="*/ 127855 w 128785"/>
                      <a:gd name="connsiteY4" fmla="*/ 4230 h 84491"/>
                      <a:gd name="connsiteX5" fmla="*/ 128141 w 128785"/>
                      <a:gd name="connsiteY5" fmla="*/ 9374 h 84491"/>
                      <a:gd name="connsiteX6" fmla="*/ 124140 w 128785"/>
                      <a:gd name="connsiteY6" fmla="*/ 13088 h 84491"/>
                      <a:gd name="connsiteX7" fmla="*/ 110424 w 128785"/>
                      <a:gd name="connsiteY7" fmla="*/ 18613 h 84491"/>
                      <a:gd name="connsiteX8" fmla="*/ 40130 w 128785"/>
                      <a:gd name="connsiteY8" fmla="*/ 60523 h 84491"/>
                      <a:gd name="connsiteX9" fmla="*/ 5935 w 128785"/>
                      <a:gd name="connsiteY9" fmla="*/ 83192 h 84491"/>
                      <a:gd name="connsiteX10" fmla="*/ 982 w 128785"/>
                      <a:gd name="connsiteY10" fmla="*/ 79573 h 84491"/>
                      <a:gd name="connsiteX11" fmla="*/ 16127 w 128785"/>
                      <a:gd name="connsiteY11" fmla="*/ 69476 h 84491"/>
                      <a:gd name="connsiteX12" fmla="*/ 52989 w 128785"/>
                      <a:gd name="connsiteY12" fmla="*/ 41949 h 84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28785" h="84491">
                        <a:moveTo>
                          <a:pt x="52989" y="41949"/>
                        </a:moveTo>
                        <a:cubicBezTo>
                          <a:pt x="65086" y="31186"/>
                          <a:pt x="76325" y="19280"/>
                          <a:pt x="89184" y="9374"/>
                        </a:cubicBezTo>
                        <a:cubicBezTo>
                          <a:pt x="95280" y="4706"/>
                          <a:pt x="102138" y="420"/>
                          <a:pt x="109758" y="39"/>
                        </a:cubicBezTo>
                        <a:cubicBezTo>
                          <a:pt x="114711" y="-247"/>
                          <a:pt x="119569" y="1087"/>
                          <a:pt x="124236" y="2420"/>
                        </a:cubicBezTo>
                        <a:cubicBezTo>
                          <a:pt x="125569" y="2801"/>
                          <a:pt x="126903" y="3182"/>
                          <a:pt x="127855" y="4230"/>
                        </a:cubicBezTo>
                        <a:cubicBezTo>
                          <a:pt x="129094" y="5659"/>
                          <a:pt x="128998" y="7754"/>
                          <a:pt x="128141" y="9374"/>
                        </a:cubicBezTo>
                        <a:cubicBezTo>
                          <a:pt x="127284" y="10993"/>
                          <a:pt x="125760" y="12136"/>
                          <a:pt x="124140" y="13088"/>
                        </a:cubicBezTo>
                        <a:cubicBezTo>
                          <a:pt x="119854" y="15660"/>
                          <a:pt x="115092" y="16993"/>
                          <a:pt x="110424" y="18613"/>
                        </a:cubicBezTo>
                        <a:cubicBezTo>
                          <a:pt x="84421" y="27757"/>
                          <a:pt x="62228" y="44521"/>
                          <a:pt x="40130" y="60523"/>
                        </a:cubicBezTo>
                        <a:cubicBezTo>
                          <a:pt x="29081" y="68524"/>
                          <a:pt x="17841" y="76525"/>
                          <a:pt x="5935" y="83192"/>
                        </a:cubicBezTo>
                        <a:cubicBezTo>
                          <a:pt x="2030" y="85383"/>
                          <a:pt x="-1875" y="85193"/>
                          <a:pt x="982" y="79573"/>
                        </a:cubicBezTo>
                        <a:cubicBezTo>
                          <a:pt x="3268" y="75096"/>
                          <a:pt x="11936" y="72143"/>
                          <a:pt x="16127" y="69476"/>
                        </a:cubicBezTo>
                        <a:cubicBezTo>
                          <a:pt x="29176" y="61475"/>
                          <a:pt x="41464" y="52236"/>
                          <a:pt x="52989" y="41949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482" name="Forme libre : forme 14481">
                  <a:extLst>
                    <a:ext uri="{FF2B5EF4-FFF2-40B4-BE49-F238E27FC236}">
                      <a16:creationId xmlns:a16="http://schemas.microsoft.com/office/drawing/2014/main" id="{170E5FFC-33DC-4D13-9D86-ECC17E21CDB6}"/>
                    </a:ext>
                  </a:extLst>
                </p:cNvPr>
                <p:cNvSpPr/>
                <p:nvPr/>
              </p:nvSpPr>
              <p:spPr>
                <a:xfrm>
                  <a:off x="6582545" y="4269009"/>
                  <a:ext cx="72792" cy="102741"/>
                </a:xfrm>
                <a:custGeom>
                  <a:avLst/>
                  <a:gdLst>
                    <a:gd name="connsiteX0" fmla="*/ 45816 w 72792"/>
                    <a:gd name="connsiteY0" fmla="*/ 62865 h 102741"/>
                    <a:gd name="connsiteX1" fmla="*/ 71058 w 72792"/>
                    <a:gd name="connsiteY1" fmla="*/ 10668 h 102741"/>
                    <a:gd name="connsiteX2" fmla="*/ 71820 w 72792"/>
                    <a:gd name="connsiteY2" fmla="*/ 0 h 102741"/>
                    <a:gd name="connsiteX3" fmla="*/ 57246 w 72792"/>
                    <a:gd name="connsiteY3" fmla="*/ 18955 h 102741"/>
                    <a:gd name="connsiteX4" fmla="*/ 39720 w 72792"/>
                    <a:gd name="connsiteY4" fmla="*/ 40577 h 102741"/>
                    <a:gd name="connsiteX5" fmla="*/ 3144 w 72792"/>
                    <a:gd name="connsiteY5" fmla="*/ 83820 h 102741"/>
                    <a:gd name="connsiteX6" fmla="*/ 6288 w 72792"/>
                    <a:gd name="connsiteY6" fmla="*/ 102203 h 102741"/>
                    <a:gd name="connsiteX7" fmla="*/ 27719 w 72792"/>
                    <a:gd name="connsiteY7" fmla="*/ 91249 h 102741"/>
                    <a:gd name="connsiteX8" fmla="*/ 45816 w 72792"/>
                    <a:gd name="connsiteY8" fmla="*/ 62865 h 102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2792" h="102741">
                      <a:moveTo>
                        <a:pt x="45816" y="62865"/>
                      </a:moveTo>
                      <a:cubicBezTo>
                        <a:pt x="54865" y="45720"/>
                        <a:pt x="63819" y="28575"/>
                        <a:pt x="71058" y="10668"/>
                      </a:cubicBezTo>
                      <a:cubicBezTo>
                        <a:pt x="72486" y="7239"/>
                        <a:pt x="73725" y="3143"/>
                        <a:pt x="71820" y="0"/>
                      </a:cubicBezTo>
                      <a:cubicBezTo>
                        <a:pt x="66962" y="6287"/>
                        <a:pt x="62104" y="12668"/>
                        <a:pt x="57246" y="18955"/>
                      </a:cubicBezTo>
                      <a:cubicBezTo>
                        <a:pt x="51627" y="26289"/>
                        <a:pt x="45912" y="33719"/>
                        <a:pt x="39720" y="40577"/>
                      </a:cubicBezTo>
                      <a:cubicBezTo>
                        <a:pt x="27147" y="54578"/>
                        <a:pt x="11812" y="66770"/>
                        <a:pt x="3144" y="83820"/>
                      </a:cubicBezTo>
                      <a:cubicBezTo>
                        <a:pt x="-189" y="90392"/>
                        <a:pt x="-2952" y="99346"/>
                        <a:pt x="6288" y="102203"/>
                      </a:cubicBezTo>
                      <a:cubicBezTo>
                        <a:pt x="14955" y="104870"/>
                        <a:pt x="22575" y="97060"/>
                        <a:pt x="27719" y="91249"/>
                      </a:cubicBezTo>
                      <a:cubicBezTo>
                        <a:pt x="35244" y="82868"/>
                        <a:pt x="40578" y="72771"/>
                        <a:pt x="45816" y="62865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483" name="Forme libre : forme 14482">
                  <a:extLst>
                    <a:ext uri="{FF2B5EF4-FFF2-40B4-BE49-F238E27FC236}">
                      <a16:creationId xmlns:a16="http://schemas.microsoft.com/office/drawing/2014/main" id="{3E08F34F-9C56-4821-AAAB-FE3289AD4D40}"/>
                    </a:ext>
                  </a:extLst>
                </p:cNvPr>
                <p:cNvSpPr/>
                <p:nvPr/>
              </p:nvSpPr>
              <p:spPr>
                <a:xfrm>
                  <a:off x="6480386" y="4263611"/>
                  <a:ext cx="47484" cy="39462"/>
                </a:xfrm>
                <a:custGeom>
                  <a:avLst/>
                  <a:gdLst>
                    <a:gd name="connsiteX0" fmla="*/ 46249 w 47484"/>
                    <a:gd name="connsiteY0" fmla="*/ 5684 h 39462"/>
                    <a:gd name="connsiteX1" fmla="*/ 46439 w 47484"/>
                    <a:gd name="connsiteY1" fmla="*/ 255 h 39462"/>
                    <a:gd name="connsiteX2" fmla="*/ 43486 w 47484"/>
                    <a:gd name="connsiteY2" fmla="*/ 350 h 39462"/>
                    <a:gd name="connsiteX3" fmla="*/ 1481 w 47484"/>
                    <a:gd name="connsiteY3" fmla="*/ 35592 h 39462"/>
                    <a:gd name="connsiteX4" fmla="*/ 46249 w 47484"/>
                    <a:gd name="connsiteY4" fmla="*/ 5684 h 39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484" h="39462">
                      <a:moveTo>
                        <a:pt x="46249" y="5684"/>
                      </a:moveTo>
                      <a:cubicBezTo>
                        <a:pt x="47392" y="3970"/>
                        <a:pt x="48249" y="1207"/>
                        <a:pt x="46439" y="255"/>
                      </a:cubicBezTo>
                      <a:cubicBezTo>
                        <a:pt x="45582" y="-221"/>
                        <a:pt x="44439" y="64"/>
                        <a:pt x="43486" y="350"/>
                      </a:cubicBezTo>
                      <a:cubicBezTo>
                        <a:pt x="31009" y="4446"/>
                        <a:pt x="-8044" y="15304"/>
                        <a:pt x="1481" y="35592"/>
                      </a:cubicBezTo>
                      <a:cubicBezTo>
                        <a:pt x="9101" y="51690"/>
                        <a:pt x="41581" y="12828"/>
                        <a:pt x="46249" y="5684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484" name="Forme libre : forme 14483">
                  <a:extLst>
                    <a:ext uri="{FF2B5EF4-FFF2-40B4-BE49-F238E27FC236}">
                      <a16:creationId xmlns:a16="http://schemas.microsoft.com/office/drawing/2014/main" id="{42BDCFB6-FE2D-4F19-84AC-CFE3C0E42FE2}"/>
                    </a:ext>
                  </a:extLst>
                </p:cNvPr>
                <p:cNvSpPr/>
                <p:nvPr/>
              </p:nvSpPr>
              <p:spPr>
                <a:xfrm>
                  <a:off x="6476266" y="4168837"/>
                  <a:ext cx="81005" cy="25731"/>
                </a:xfrm>
                <a:custGeom>
                  <a:avLst/>
                  <a:gdLst>
                    <a:gd name="connsiteX0" fmla="*/ 39319 w 81005"/>
                    <a:gd name="connsiteY0" fmla="*/ 22829 h 25731"/>
                    <a:gd name="connsiteX1" fmla="*/ 77610 w 81005"/>
                    <a:gd name="connsiteY1" fmla="*/ 12923 h 25731"/>
                    <a:gd name="connsiteX2" fmla="*/ 80848 w 81005"/>
                    <a:gd name="connsiteY2" fmla="*/ 9685 h 25731"/>
                    <a:gd name="connsiteX3" fmla="*/ 78753 w 81005"/>
                    <a:gd name="connsiteY3" fmla="*/ 4636 h 25731"/>
                    <a:gd name="connsiteX4" fmla="*/ 73228 w 81005"/>
                    <a:gd name="connsiteY4" fmla="*/ 2922 h 25731"/>
                    <a:gd name="connsiteX5" fmla="*/ 7506 w 81005"/>
                    <a:gd name="connsiteY5" fmla="*/ 7875 h 25731"/>
                    <a:gd name="connsiteX6" fmla="*/ 2458 w 81005"/>
                    <a:gd name="connsiteY6" fmla="*/ 22638 h 25731"/>
                    <a:gd name="connsiteX7" fmla="*/ 39319 w 81005"/>
                    <a:gd name="connsiteY7" fmla="*/ 22829 h 25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1005" h="25731">
                      <a:moveTo>
                        <a:pt x="39319" y="22829"/>
                      </a:moveTo>
                      <a:cubicBezTo>
                        <a:pt x="52559" y="21496"/>
                        <a:pt x="66085" y="19495"/>
                        <a:pt x="77610" y="12923"/>
                      </a:cubicBezTo>
                      <a:cubicBezTo>
                        <a:pt x="78943" y="12161"/>
                        <a:pt x="80372" y="11209"/>
                        <a:pt x="80848" y="9685"/>
                      </a:cubicBezTo>
                      <a:cubicBezTo>
                        <a:pt x="81420" y="7875"/>
                        <a:pt x="80372" y="5779"/>
                        <a:pt x="78753" y="4636"/>
                      </a:cubicBezTo>
                      <a:cubicBezTo>
                        <a:pt x="77134" y="3588"/>
                        <a:pt x="75133" y="3208"/>
                        <a:pt x="73228" y="2922"/>
                      </a:cubicBezTo>
                      <a:cubicBezTo>
                        <a:pt x="54083" y="255"/>
                        <a:pt x="24365" y="-3841"/>
                        <a:pt x="7506" y="7875"/>
                      </a:cubicBezTo>
                      <a:cubicBezTo>
                        <a:pt x="2743" y="11209"/>
                        <a:pt x="-3543" y="17495"/>
                        <a:pt x="2458" y="22638"/>
                      </a:cubicBezTo>
                      <a:cubicBezTo>
                        <a:pt x="9887" y="29020"/>
                        <a:pt x="30461" y="23686"/>
                        <a:pt x="39319" y="22829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485" name="Forme libre : forme 14484">
                  <a:extLst>
                    <a:ext uri="{FF2B5EF4-FFF2-40B4-BE49-F238E27FC236}">
                      <a16:creationId xmlns:a16="http://schemas.microsoft.com/office/drawing/2014/main" id="{9A4D4419-930B-4906-A902-14567EACFF74}"/>
                    </a:ext>
                  </a:extLst>
                </p:cNvPr>
                <p:cNvSpPr/>
                <p:nvPr/>
              </p:nvSpPr>
              <p:spPr>
                <a:xfrm>
                  <a:off x="6610074" y="4139469"/>
                  <a:ext cx="129920" cy="115538"/>
                </a:xfrm>
                <a:custGeom>
                  <a:avLst/>
                  <a:gdLst>
                    <a:gd name="connsiteX0" fmla="*/ 52006 w 129920"/>
                    <a:gd name="connsiteY0" fmla="*/ 65532 h 115538"/>
                    <a:gd name="connsiteX1" fmla="*/ 3334 w 129920"/>
                    <a:gd name="connsiteY1" fmla="*/ 68675 h 115538"/>
                    <a:gd name="connsiteX2" fmla="*/ 55721 w 129920"/>
                    <a:gd name="connsiteY2" fmla="*/ 56960 h 115538"/>
                    <a:gd name="connsiteX3" fmla="*/ 101060 w 129920"/>
                    <a:gd name="connsiteY3" fmla="*/ 26194 h 115538"/>
                    <a:gd name="connsiteX4" fmla="*/ 129921 w 129920"/>
                    <a:gd name="connsiteY4" fmla="*/ 0 h 115538"/>
                    <a:gd name="connsiteX5" fmla="*/ 55435 w 129920"/>
                    <a:gd name="connsiteY5" fmla="*/ 72200 h 115538"/>
                    <a:gd name="connsiteX6" fmla="*/ 13621 w 129920"/>
                    <a:gd name="connsiteY6" fmla="*/ 105061 h 115538"/>
                    <a:gd name="connsiteX7" fmla="*/ 0 w 129920"/>
                    <a:gd name="connsiteY7" fmla="*/ 115538 h 115538"/>
                    <a:gd name="connsiteX8" fmla="*/ 8858 w 129920"/>
                    <a:gd name="connsiteY8" fmla="*/ 106109 h 115538"/>
                    <a:gd name="connsiteX9" fmla="*/ 23717 w 129920"/>
                    <a:gd name="connsiteY9" fmla="*/ 93345 h 115538"/>
                    <a:gd name="connsiteX10" fmla="*/ 52006 w 129920"/>
                    <a:gd name="connsiteY10" fmla="*/ 65532 h 115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9920" h="115538">
                      <a:moveTo>
                        <a:pt x="52006" y="65532"/>
                      </a:moveTo>
                      <a:cubicBezTo>
                        <a:pt x="35719" y="64198"/>
                        <a:pt x="19336" y="65246"/>
                        <a:pt x="3334" y="68675"/>
                      </a:cubicBezTo>
                      <a:cubicBezTo>
                        <a:pt x="19431" y="60770"/>
                        <a:pt x="38576" y="62389"/>
                        <a:pt x="55721" y="56960"/>
                      </a:cubicBezTo>
                      <a:cubicBezTo>
                        <a:pt x="73247" y="51340"/>
                        <a:pt x="87439" y="38576"/>
                        <a:pt x="101060" y="26194"/>
                      </a:cubicBezTo>
                      <a:cubicBezTo>
                        <a:pt x="110680" y="17431"/>
                        <a:pt x="120301" y="8763"/>
                        <a:pt x="129921" y="0"/>
                      </a:cubicBezTo>
                      <a:cubicBezTo>
                        <a:pt x="108013" y="26861"/>
                        <a:pt x="82296" y="50292"/>
                        <a:pt x="55435" y="72200"/>
                      </a:cubicBezTo>
                      <a:cubicBezTo>
                        <a:pt x="41719" y="83439"/>
                        <a:pt x="27622" y="94202"/>
                        <a:pt x="13621" y="105061"/>
                      </a:cubicBezTo>
                      <a:cubicBezTo>
                        <a:pt x="9049" y="108490"/>
                        <a:pt x="4667" y="112300"/>
                        <a:pt x="0" y="115538"/>
                      </a:cubicBezTo>
                      <a:cubicBezTo>
                        <a:pt x="1810" y="111062"/>
                        <a:pt x="5239" y="109061"/>
                        <a:pt x="8858" y="106109"/>
                      </a:cubicBezTo>
                      <a:cubicBezTo>
                        <a:pt x="13906" y="102013"/>
                        <a:pt x="18859" y="97727"/>
                        <a:pt x="23717" y="93345"/>
                      </a:cubicBezTo>
                      <a:cubicBezTo>
                        <a:pt x="33528" y="84487"/>
                        <a:pt x="42958" y="75152"/>
                        <a:pt x="52006" y="65532"/>
                      </a:cubicBezTo>
                      <a:close/>
                    </a:path>
                  </a:pathLst>
                </a:custGeom>
                <a:solidFill>
                  <a:srgbClr val="6B359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486" name="Graphique 2">
                <a:extLst>
                  <a:ext uri="{FF2B5EF4-FFF2-40B4-BE49-F238E27FC236}">
                    <a16:creationId xmlns:a16="http://schemas.microsoft.com/office/drawing/2014/main" id="{565A671F-CE7E-43A8-8ED0-24C5AFCDB049}"/>
                  </a:ext>
                </a:extLst>
              </p:cNvPr>
              <p:cNvGrpSpPr/>
              <p:nvPr/>
            </p:nvGrpSpPr>
            <p:grpSpPr>
              <a:xfrm>
                <a:off x="8546140" y="1648608"/>
                <a:ext cx="608257" cy="808619"/>
                <a:chOff x="8546140" y="1648608"/>
                <a:chExt cx="608257" cy="808619"/>
              </a:xfrm>
              <a:solidFill>
                <a:schemeClr val="accent1"/>
              </a:solidFill>
            </p:grpSpPr>
            <p:grpSp>
              <p:nvGrpSpPr>
                <p:cNvPr id="14487" name="Graphique 2">
                  <a:extLst>
                    <a:ext uri="{FF2B5EF4-FFF2-40B4-BE49-F238E27FC236}">
                      <a16:creationId xmlns:a16="http://schemas.microsoft.com/office/drawing/2014/main" id="{BBF78D81-8E2F-4212-B346-04C3E79B65F6}"/>
                    </a:ext>
                  </a:extLst>
                </p:cNvPr>
                <p:cNvGrpSpPr/>
                <p:nvPr/>
              </p:nvGrpSpPr>
              <p:grpSpPr>
                <a:xfrm>
                  <a:off x="8546140" y="1648608"/>
                  <a:ext cx="608257" cy="808619"/>
                  <a:chOff x="8546140" y="1648608"/>
                  <a:chExt cx="608257" cy="808619"/>
                </a:xfrm>
                <a:solidFill>
                  <a:schemeClr val="accent1"/>
                </a:solidFill>
              </p:grpSpPr>
              <p:sp>
                <p:nvSpPr>
                  <p:cNvPr id="14488" name="Forme libre : forme 14487">
                    <a:extLst>
                      <a:ext uri="{FF2B5EF4-FFF2-40B4-BE49-F238E27FC236}">
                        <a16:creationId xmlns:a16="http://schemas.microsoft.com/office/drawing/2014/main" id="{BA1655FC-5BA3-4633-9532-43AB4FD5F8C3}"/>
                      </a:ext>
                    </a:extLst>
                  </p:cNvPr>
                  <p:cNvSpPr/>
                  <p:nvPr/>
                </p:nvSpPr>
                <p:spPr>
                  <a:xfrm>
                    <a:off x="8546140" y="1732787"/>
                    <a:ext cx="558054" cy="724439"/>
                  </a:xfrm>
                  <a:custGeom>
                    <a:avLst/>
                    <a:gdLst>
                      <a:gd name="connsiteX0" fmla="*/ 240586 w 558054"/>
                      <a:gd name="connsiteY0" fmla="*/ 0 h 724439"/>
                      <a:gd name="connsiteX1" fmla="*/ 222203 w 558054"/>
                      <a:gd name="connsiteY1" fmla="*/ 167735 h 724439"/>
                      <a:gd name="connsiteX2" fmla="*/ 177340 w 558054"/>
                      <a:gd name="connsiteY2" fmla="*/ 369856 h 724439"/>
                      <a:gd name="connsiteX3" fmla="*/ 41609 w 558054"/>
                      <a:gd name="connsiteY3" fmla="*/ 611505 h 724439"/>
                      <a:gd name="connsiteX4" fmla="*/ 2652 w 558054"/>
                      <a:gd name="connsiteY4" fmla="*/ 663035 h 724439"/>
                      <a:gd name="connsiteX5" fmla="*/ 59230 w 558054"/>
                      <a:gd name="connsiteY5" fmla="*/ 668560 h 724439"/>
                      <a:gd name="connsiteX6" fmla="*/ 69041 w 558054"/>
                      <a:gd name="connsiteY6" fmla="*/ 674180 h 724439"/>
                      <a:gd name="connsiteX7" fmla="*/ 102093 w 558054"/>
                      <a:gd name="connsiteY7" fmla="*/ 720376 h 724439"/>
                      <a:gd name="connsiteX8" fmla="*/ 127334 w 558054"/>
                      <a:gd name="connsiteY8" fmla="*/ 660845 h 724439"/>
                      <a:gd name="connsiteX9" fmla="*/ 269066 w 558054"/>
                      <a:gd name="connsiteY9" fmla="*/ 422624 h 724439"/>
                      <a:gd name="connsiteX10" fmla="*/ 421847 w 558054"/>
                      <a:gd name="connsiteY10" fmla="*/ 282893 h 724439"/>
                      <a:gd name="connsiteX11" fmla="*/ 558055 w 558054"/>
                      <a:gd name="connsiteY11" fmla="*/ 183261 h 724439"/>
                      <a:gd name="connsiteX12" fmla="*/ 433658 w 558054"/>
                      <a:gd name="connsiteY12" fmla="*/ 35147 h 724439"/>
                      <a:gd name="connsiteX13" fmla="*/ 240586 w 558054"/>
                      <a:gd name="connsiteY13" fmla="*/ 0 h 724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58054" h="724439">
                        <a:moveTo>
                          <a:pt x="240586" y="0"/>
                        </a:moveTo>
                        <a:cubicBezTo>
                          <a:pt x="240586" y="0"/>
                          <a:pt x="224108" y="57531"/>
                          <a:pt x="222203" y="167735"/>
                        </a:cubicBezTo>
                        <a:cubicBezTo>
                          <a:pt x="220298" y="277940"/>
                          <a:pt x="213250" y="303467"/>
                          <a:pt x="177340" y="369856"/>
                        </a:cubicBezTo>
                        <a:cubicBezTo>
                          <a:pt x="141336" y="436245"/>
                          <a:pt x="49705" y="597884"/>
                          <a:pt x="41609" y="611505"/>
                        </a:cubicBezTo>
                        <a:cubicBezTo>
                          <a:pt x="33513" y="625126"/>
                          <a:pt x="17416" y="656082"/>
                          <a:pt x="2652" y="663035"/>
                        </a:cubicBezTo>
                        <a:cubicBezTo>
                          <a:pt x="-12112" y="670084"/>
                          <a:pt x="38657" y="685705"/>
                          <a:pt x="59230" y="668560"/>
                        </a:cubicBezTo>
                        <a:lnTo>
                          <a:pt x="69041" y="674180"/>
                        </a:lnTo>
                        <a:cubicBezTo>
                          <a:pt x="64469" y="700469"/>
                          <a:pt x="103331" y="736663"/>
                          <a:pt x="102093" y="720376"/>
                        </a:cubicBezTo>
                        <a:cubicBezTo>
                          <a:pt x="100855" y="704088"/>
                          <a:pt x="119619" y="674751"/>
                          <a:pt x="127334" y="660845"/>
                        </a:cubicBezTo>
                        <a:cubicBezTo>
                          <a:pt x="135049" y="647033"/>
                          <a:pt x="229442" y="486918"/>
                          <a:pt x="269066" y="422624"/>
                        </a:cubicBezTo>
                        <a:cubicBezTo>
                          <a:pt x="308690" y="358331"/>
                          <a:pt x="327169" y="339471"/>
                          <a:pt x="421847" y="282893"/>
                        </a:cubicBezTo>
                        <a:cubicBezTo>
                          <a:pt x="516430" y="226314"/>
                          <a:pt x="558055" y="183261"/>
                          <a:pt x="558055" y="183261"/>
                        </a:cubicBezTo>
                        <a:lnTo>
                          <a:pt x="433658" y="35147"/>
                        </a:lnTo>
                        <a:lnTo>
                          <a:pt x="240586" y="0"/>
                        </a:ln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grpSp>
                <p:nvGrpSpPr>
                  <p:cNvPr id="14489" name="Graphique 2">
                    <a:extLst>
                      <a:ext uri="{FF2B5EF4-FFF2-40B4-BE49-F238E27FC236}">
                        <a16:creationId xmlns:a16="http://schemas.microsoft.com/office/drawing/2014/main" id="{2303E7CD-0D53-4B93-9B49-99D73757E48E}"/>
                      </a:ext>
                    </a:extLst>
                  </p:cNvPr>
                  <p:cNvGrpSpPr/>
                  <p:nvPr/>
                </p:nvGrpSpPr>
                <p:grpSpPr>
                  <a:xfrm>
                    <a:off x="8886768" y="1664783"/>
                    <a:ext cx="188156" cy="197058"/>
                    <a:chOff x="8886768" y="1664783"/>
                    <a:chExt cx="188156" cy="197058"/>
                  </a:xfrm>
                  <a:solidFill>
                    <a:schemeClr val="accent1"/>
                  </a:solidFill>
                </p:grpSpPr>
                <p:sp>
                  <p:nvSpPr>
                    <p:cNvPr id="14490" name="Forme libre : forme 14489">
                      <a:extLst>
                        <a:ext uri="{FF2B5EF4-FFF2-40B4-BE49-F238E27FC236}">
                          <a16:creationId xmlns:a16="http://schemas.microsoft.com/office/drawing/2014/main" id="{2AA34616-0AFF-4648-8C4D-668E576AADDA}"/>
                        </a:ext>
                      </a:extLst>
                    </p:cNvPr>
                    <p:cNvSpPr/>
                    <p:nvPr/>
                  </p:nvSpPr>
                  <p:spPr>
                    <a:xfrm rot="-3597654">
                      <a:off x="8904264" y="1698923"/>
                      <a:ext cx="153164" cy="128780"/>
                    </a:xfrm>
                    <a:custGeom>
                      <a:avLst/>
                      <a:gdLst>
                        <a:gd name="connsiteX0" fmla="*/ 153165 w 153164"/>
                        <a:gd name="connsiteY0" fmla="*/ 64390 h 128780"/>
                        <a:gd name="connsiteX1" fmla="*/ 76582 w 153164"/>
                        <a:gd name="connsiteY1" fmla="*/ 128780 h 128780"/>
                        <a:gd name="connsiteX2" fmla="*/ 0 w 153164"/>
                        <a:gd name="connsiteY2" fmla="*/ 64390 h 128780"/>
                        <a:gd name="connsiteX3" fmla="*/ 76582 w 153164"/>
                        <a:gd name="connsiteY3" fmla="*/ 0 h 128780"/>
                        <a:gd name="connsiteX4" fmla="*/ 153165 w 153164"/>
                        <a:gd name="connsiteY4" fmla="*/ 64390 h 128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4" h="128780">
                          <a:moveTo>
                            <a:pt x="153165" y="64390"/>
                          </a:moveTo>
                          <a:cubicBezTo>
                            <a:pt x="153165" y="99952"/>
                            <a:pt x="118878" y="128780"/>
                            <a:pt x="76582" y="128780"/>
                          </a:cubicBezTo>
                          <a:cubicBezTo>
                            <a:pt x="34287" y="128780"/>
                            <a:pt x="0" y="99952"/>
                            <a:pt x="0" y="64390"/>
                          </a:cubicBezTo>
                          <a:cubicBezTo>
                            <a:pt x="0" y="28829"/>
                            <a:pt x="34287" y="0"/>
                            <a:pt x="76582" y="0"/>
                          </a:cubicBezTo>
                          <a:cubicBezTo>
                            <a:pt x="118878" y="0"/>
                            <a:pt x="153165" y="28829"/>
                            <a:pt x="153165" y="64390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91" name="Forme libre : forme 14490">
                      <a:extLst>
                        <a:ext uri="{FF2B5EF4-FFF2-40B4-BE49-F238E27FC236}">
                          <a16:creationId xmlns:a16="http://schemas.microsoft.com/office/drawing/2014/main" id="{29ED9B49-6E40-4997-B657-F127C84A3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12989" y="1741264"/>
                      <a:ext cx="134532" cy="95648"/>
                    </a:xfrm>
                    <a:custGeom>
                      <a:avLst/>
                      <a:gdLst>
                        <a:gd name="connsiteX0" fmla="*/ 134532 w 134532"/>
                        <a:gd name="connsiteY0" fmla="*/ 21812 h 95648"/>
                        <a:gd name="connsiteX1" fmla="*/ 129484 w 134532"/>
                        <a:gd name="connsiteY1" fmla="*/ 32099 h 95648"/>
                        <a:gd name="connsiteX2" fmla="*/ 35377 w 134532"/>
                        <a:gd name="connsiteY2" fmla="*/ 66104 h 95648"/>
                        <a:gd name="connsiteX3" fmla="*/ 6802 w 134532"/>
                        <a:gd name="connsiteY3" fmla="*/ 0 h 95648"/>
                        <a:gd name="connsiteX4" fmla="*/ 29281 w 134532"/>
                        <a:gd name="connsiteY4" fmla="*/ 88202 h 95648"/>
                        <a:gd name="connsiteX5" fmla="*/ 123388 w 134532"/>
                        <a:gd name="connsiteY5" fmla="*/ 54197 h 95648"/>
                        <a:gd name="connsiteX6" fmla="*/ 134532 w 134532"/>
                        <a:gd name="connsiteY6" fmla="*/ 21812 h 95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4532" h="95648">
                          <a:moveTo>
                            <a:pt x="134532" y="21812"/>
                          </a:moveTo>
                          <a:cubicBezTo>
                            <a:pt x="133104" y="25241"/>
                            <a:pt x="131484" y="28766"/>
                            <a:pt x="129484" y="32099"/>
                          </a:cubicBezTo>
                          <a:cubicBezTo>
                            <a:pt x="108339" y="68675"/>
                            <a:pt x="66333" y="83725"/>
                            <a:pt x="35377" y="66104"/>
                          </a:cubicBezTo>
                          <a:cubicBezTo>
                            <a:pt x="11184" y="52388"/>
                            <a:pt x="-246" y="23717"/>
                            <a:pt x="6802" y="0"/>
                          </a:cubicBezTo>
                          <a:cubicBezTo>
                            <a:pt x="-7581" y="34195"/>
                            <a:pt x="1278" y="72009"/>
                            <a:pt x="29281" y="88202"/>
                          </a:cubicBezTo>
                          <a:cubicBezTo>
                            <a:pt x="60047" y="106013"/>
                            <a:pt x="102148" y="90773"/>
                            <a:pt x="123388" y="54197"/>
                          </a:cubicBezTo>
                          <a:cubicBezTo>
                            <a:pt x="129484" y="43720"/>
                            <a:pt x="133104" y="32671"/>
                            <a:pt x="134532" y="21812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92" name="Forme libre : forme 14491">
                      <a:extLst>
                        <a:ext uri="{FF2B5EF4-FFF2-40B4-BE49-F238E27FC236}">
                          <a16:creationId xmlns:a16="http://schemas.microsoft.com/office/drawing/2014/main" id="{EF25B701-F31F-4DA8-AD97-BA65F80EE267}"/>
                        </a:ext>
                      </a:extLst>
                    </p:cNvPr>
                    <p:cNvSpPr/>
                    <p:nvPr/>
                  </p:nvSpPr>
                  <p:spPr>
                    <a:xfrm rot="-2316582">
                      <a:off x="8940133" y="1698913"/>
                      <a:ext cx="74865" cy="59244"/>
                    </a:xfrm>
                    <a:custGeom>
                      <a:avLst/>
                      <a:gdLst>
                        <a:gd name="connsiteX0" fmla="*/ 74865 w 74865"/>
                        <a:gd name="connsiteY0" fmla="*/ 29622 h 59244"/>
                        <a:gd name="connsiteX1" fmla="*/ 37433 w 74865"/>
                        <a:gd name="connsiteY1" fmla="*/ 59244 h 59244"/>
                        <a:gd name="connsiteX2" fmla="*/ 0 w 74865"/>
                        <a:gd name="connsiteY2" fmla="*/ 29622 h 59244"/>
                        <a:gd name="connsiteX3" fmla="*/ 37433 w 74865"/>
                        <a:gd name="connsiteY3" fmla="*/ 0 h 59244"/>
                        <a:gd name="connsiteX4" fmla="*/ 74865 w 74865"/>
                        <a:gd name="connsiteY4" fmla="*/ 29622 h 59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5" h="59244">
                          <a:moveTo>
                            <a:pt x="74865" y="29622"/>
                          </a:moveTo>
                          <a:cubicBezTo>
                            <a:pt x="74865" y="45982"/>
                            <a:pt x="58106" y="59244"/>
                            <a:pt x="37433" y="59244"/>
                          </a:cubicBezTo>
                          <a:cubicBezTo>
                            <a:pt x="16759" y="59244"/>
                            <a:pt x="0" y="45982"/>
                            <a:pt x="0" y="29622"/>
                          </a:cubicBezTo>
                          <a:cubicBezTo>
                            <a:pt x="0" y="13262"/>
                            <a:pt x="16759" y="0"/>
                            <a:pt x="37433" y="0"/>
                          </a:cubicBezTo>
                          <a:cubicBezTo>
                            <a:pt x="58106" y="0"/>
                            <a:pt x="74865" y="13262"/>
                            <a:pt x="74865" y="29622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93" name="Forme libre : forme 14492">
                      <a:extLst>
                        <a:ext uri="{FF2B5EF4-FFF2-40B4-BE49-F238E27FC236}">
                          <a16:creationId xmlns:a16="http://schemas.microsoft.com/office/drawing/2014/main" id="{2804A0DF-C5D3-4F9C-B9A0-593A15B32F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02087" y="1706593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4"/>
                          </a:cubicBezTo>
                          <a:cubicBezTo>
                            <a:pt x="0" y="4009"/>
                            <a:pt x="4008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494" name="Graphique 2">
                    <a:extLst>
                      <a:ext uri="{FF2B5EF4-FFF2-40B4-BE49-F238E27FC236}">
                        <a16:creationId xmlns:a16="http://schemas.microsoft.com/office/drawing/2014/main" id="{EBE16DD3-77A7-42E9-B6E1-D852FF2FA995}"/>
                      </a:ext>
                    </a:extLst>
                  </p:cNvPr>
                  <p:cNvGrpSpPr/>
                  <p:nvPr/>
                </p:nvGrpSpPr>
                <p:grpSpPr>
                  <a:xfrm>
                    <a:off x="8756467" y="1648608"/>
                    <a:ext cx="188156" cy="197058"/>
                    <a:chOff x="8756467" y="1648608"/>
                    <a:chExt cx="188156" cy="197058"/>
                  </a:xfrm>
                  <a:solidFill>
                    <a:schemeClr val="accent1"/>
                  </a:solidFill>
                </p:grpSpPr>
                <p:sp>
                  <p:nvSpPr>
                    <p:cNvPr id="14495" name="Forme libre : forme 14494">
                      <a:extLst>
                        <a:ext uri="{FF2B5EF4-FFF2-40B4-BE49-F238E27FC236}">
                          <a16:creationId xmlns:a16="http://schemas.microsoft.com/office/drawing/2014/main" id="{014BB662-B591-4B74-9592-54F134A95A15}"/>
                        </a:ext>
                      </a:extLst>
                    </p:cNvPr>
                    <p:cNvSpPr/>
                    <p:nvPr/>
                  </p:nvSpPr>
                  <p:spPr>
                    <a:xfrm rot="-3597654">
                      <a:off x="8773963" y="1682747"/>
                      <a:ext cx="153164" cy="128780"/>
                    </a:xfrm>
                    <a:custGeom>
                      <a:avLst/>
                      <a:gdLst>
                        <a:gd name="connsiteX0" fmla="*/ 153165 w 153164"/>
                        <a:gd name="connsiteY0" fmla="*/ 64390 h 128780"/>
                        <a:gd name="connsiteX1" fmla="*/ 76582 w 153164"/>
                        <a:gd name="connsiteY1" fmla="*/ 128780 h 128780"/>
                        <a:gd name="connsiteX2" fmla="*/ 0 w 153164"/>
                        <a:gd name="connsiteY2" fmla="*/ 64390 h 128780"/>
                        <a:gd name="connsiteX3" fmla="*/ 76582 w 153164"/>
                        <a:gd name="connsiteY3" fmla="*/ 0 h 128780"/>
                        <a:gd name="connsiteX4" fmla="*/ 153165 w 153164"/>
                        <a:gd name="connsiteY4" fmla="*/ 64390 h 128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4" h="128780">
                          <a:moveTo>
                            <a:pt x="153165" y="64390"/>
                          </a:moveTo>
                          <a:cubicBezTo>
                            <a:pt x="153165" y="99952"/>
                            <a:pt x="118878" y="128780"/>
                            <a:pt x="76582" y="128780"/>
                          </a:cubicBezTo>
                          <a:cubicBezTo>
                            <a:pt x="34287" y="128780"/>
                            <a:pt x="0" y="99952"/>
                            <a:pt x="0" y="64390"/>
                          </a:cubicBezTo>
                          <a:cubicBezTo>
                            <a:pt x="0" y="28828"/>
                            <a:pt x="34287" y="0"/>
                            <a:pt x="76582" y="0"/>
                          </a:cubicBezTo>
                          <a:cubicBezTo>
                            <a:pt x="118878" y="0"/>
                            <a:pt x="153165" y="28828"/>
                            <a:pt x="153165" y="64390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96" name="Forme libre : forme 14495">
                      <a:extLst>
                        <a:ext uri="{FF2B5EF4-FFF2-40B4-BE49-F238E27FC236}">
                          <a16:creationId xmlns:a16="http://schemas.microsoft.com/office/drawing/2014/main" id="{449A6DED-6ACE-4961-9954-AB3CD61D46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82687" y="1725072"/>
                      <a:ext cx="134532" cy="95648"/>
                    </a:xfrm>
                    <a:custGeom>
                      <a:avLst/>
                      <a:gdLst>
                        <a:gd name="connsiteX0" fmla="*/ 134533 w 134532"/>
                        <a:gd name="connsiteY0" fmla="*/ 21812 h 95648"/>
                        <a:gd name="connsiteX1" fmla="*/ 129484 w 134532"/>
                        <a:gd name="connsiteY1" fmla="*/ 32099 h 95648"/>
                        <a:gd name="connsiteX2" fmla="*/ 35377 w 134532"/>
                        <a:gd name="connsiteY2" fmla="*/ 66104 h 95648"/>
                        <a:gd name="connsiteX3" fmla="*/ 6802 w 134532"/>
                        <a:gd name="connsiteY3" fmla="*/ 0 h 95648"/>
                        <a:gd name="connsiteX4" fmla="*/ 29281 w 134532"/>
                        <a:gd name="connsiteY4" fmla="*/ 88202 h 95648"/>
                        <a:gd name="connsiteX5" fmla="*/ 123388 w 134532"/>
                        <a:gd name="connsiteY5" fmla="*/ 54197 h 95648"/>
                        <a:gd name="connsiteX6" fmla="*/ 134533 w 134532"/>
                        <a:gd name="connsiteY6" fmla="*/ 21812 h 95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4532" h="95648">
                          <a:moveTo>
                            <a:pt x="134533" y="21812"/>
                          </a:moveTo>
                          <a:cubicBezTo>
                            <a:pt x="133104" y="25241"/>
                            <a:pt x="131484" y="28765"/>
                            <a:pt x="129484" y="32099"/>
                          </a:cubicBezTo>
                          <a:cubicBezTo>
                            <a:pt x="108339" y="68675"/>
                            <a:pt x="66334" y="83725"/>
                            <a:pt x="35377" y="66104"/>
                          </a:cubicBezTo>
                          <a:cubicBezTo>
                            <a:pt x="11184" y="52388"/>
                            <a:pt x="-246" y="23717"/>
                            <a:pt x="6802" y="0"/>
                          </a:cubicBezTo>
                          <a:cubicBezTo>
                            <a:pt x="-7581" y="34195"/>
                            <a:pt x="1278" y="72009"/>
                            <a:pt x="29281" y="88202"/>
                          </a:cubicBezTo>
                          <a:cubicBezTo>
                            <a:pt x="60047" y="106013"/>
                            <a:pt x="102148" y="90773"/>
                            <a:pt x="123388" y="54197"/>
                          </a:cubicBezTo>
                          <a:cubicBezTo>
                            <a:pt x="129484" y="43815"/>
                            <a:pt x="133104" y="32671"/>
                            <a:pt x="134533" y="21812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97" name="Forme libre : forme 14496">
                      <a:extLst>
                        <a:ext uri="{FF2B5EF4-FFF2-40B4-BE49-F238E27FC236}">
                          <a16:creationId xmlns:a16="http://schemas.microsoft.com/office/drawing/2014/main" id="{F1449C8F-1441-4164-ACC2-42E43E6D17CD}"/>
                        </a:ext>
                      </a:extLst>
                    </p:cNvPr>
                    <p:cNvSpPr/>
                    <p:nvPr/>
                  </p:nvSpPr>
                  <p:spPr>
                    <a:xfrm rot="-2316582">
                      <a:off x="8809830" y="1682730"/>
                      <a:ext cx="74865" cy="59244"/>
                    </a:xfrm>
                    <a:custGeom>
                      <a:avLst/>
                      <a:gdLst>
                        <a:gd name="connsiteX0" fmla="*/ 74865 w 74865"/>
                        <a:gd name="connsiteY0" fmla="*/ 29622 h 59244"/>
                        <a:gd name="connsiteX1" fmla="*/ 37433 w 74865"/>
                        <a:gd name="connsiteY1" fmla="*/ 59244 h 59244"/>
                        <a:gd name="connsiteX2" fmla="*/ 0 w 74865"/>
                        <a:gd name="connsiteY2" fmla="*/ 29622 h 59244"/>
                        <a:gd name="connsiteX3" fmla="*/ 37433 w 74865"/>
                        <a:gd name="connsiteY3" fmla="*/ 0 h 59244"/>
                        <a:gd name="connsiteX4" fmla="*/ 74865 w 74865"/>
                        <a:gd name="connsiteY4" fmla="*/ 29622 h 59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5" h="59244">
                          <a:moveTo>
                            <a:pt x="74865" y="29622"/>
                          </a:moveTo>
                          <a:cubicBezTo>
                            <a:pt x="74865" y="45982"/>
                            <a:pt x="58106" y="59244"/>
                            <a:pt x="37433" y="59244"/>
                          </a:cubicBezTo>
                          <a:cubicBezTo>
                            <a:pt x="16759" y="59244"/>
                            <a:pt x="0" y="45982"/>
                            <a:pt x="0" y="29622"/>
                          </a:cubicBezTo>
                          <a:cubicBezTo>
                            <a:pt x="0" y="13262"/>
                            <a:pt x="16759" y="0"/>
                            <a:pt x="37433" y="0"/>
                          </a:cubicBezTo>
                          <a:cubicBezTo>
                            <a:pt x="58106" y="0"/>
                            <a:pt x="74865" y="13262"/>
                            <a:pt x="74865" y="29622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98" name="Forme libre : forme 14497">
                      <a:extLst>
                        <a:ext uri="{FF2B5EF4-FFF2-40B4-BE49-F238E27FC236}">
                          <a16:creationId xmlns:a16="http://schemas.microsoft.com/office/drawing/2014/main" id="{A2C2B347-3449-4A71-A35F-601A10D566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71785" y="1690401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4"/>
                          </a:cubicBezTo>
                          <a:cubicBezTo>
                            <a:pt x="0" y="4009"/>
                            <a:pt x="4008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499" name="Graphique 2">
                    <a:extLst>
                      <a:ext uri="{FF2B5EF4-FFF2-40B4-BE49-F238E27FC236}">
                        <a16:creationId xmlns:a16="http://schemas.microsoft.com/office/drawing/2014/main" id="{B9BF1495-E2BE-4068-BC09-9543213E3F1D}"/>
                      </a:ext>
                    </a:extLst>
                  </p:cNvPr>
                  <p:cNvGrpSpPr/>
                  <p:nvPr/>
                </p:nvGrpSpPr>
                <p:grpSpPr>
                  <a:xfrm>
                    <a:off x="8966242" y="1769825"/>
                    <a:ext cx="188156" cy="197058"/>
                    <a:chOff x="8966242" y="1769825"/>
                    <a:chExt cx="188156" cy="197058"/>
                  </a:xfrm>
                  <a:solidFill>
                    <a:schemeClr val="accent1"/>
                  </a:solidFill>
                </p:grpSpPr>
                <p:sp>
                  <p:nvSpPr>
                    <p:cNvPr id="14500" name="Forme libre : forme 14499">
                      <a:extLst>
                        <a:ext uri="{FF2B5EF4-FFF2-40B4-BE49-F238E27FC236}">
                          <a16:creationId xmlns:a16="http://schemas.microsoft.com/office/drawing/2014/main" id="{5051E642-FB6E-4AB9-814D-D4B585186C5F}"/>
                        </a:ext>
                      </a:extLst>
                    </p:cNvPr>
                    <p:cNvSpPr/>
                    <p:nvPr/>
                  </p:nvSpPr>
                  <p:spPr>
                    <a:xfrm rot="-3597654">
                      <a:off x="8983737" y="1803965"/>
                      <a:ext cx="153164" cy="128780"/>
                    </a:xfrm>
                    <a:custGeom>
                      <a:avLst/>
                      <a:gdLst>
                        <a:gd name="connsiteX0" fmla="*/ 153165 w 153164"/>
                        <a:gd name="connsiteY0" fmla="*/ 64390 h 128780"/>
                        <a:gd name="connsiteX1" fmla="*/ 76582 w 153164"/>
                        <a:gd name="connsiteY1" fmla="*/ 128780 h 128780"/>
                        <a:gd name="connsiteX2" fmla="*/ 0 w 153164"/>
                        <a:gd name="connsiteY2" fmla="*/ 64390 h 128780"/>
                        <a:gd name="connsiteX3" fmla="*/ 76582 w 153164"/>
                        <a:gd name="connsiteY3" fmla="*/ 0 h 128780"/>
                        <a:gd name="connsiteX4" fmla="*/ 153165 w 153164"/>
                        <a:gd name="connsiteY4" fmla="*/ 64390 h 128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4" h="128780">
                          <a:moveTo>
                            <a:pt x="153165" y="64390"/>
                          </a:moveTo>
                          <a:cubicBezTo>
                            <a:pt x="153165" y="99952"/>
                            <a:pt x="118878" y="128780"/>
                            <a:pt x="76582" y="128780"/>
                          </a:cubicBezTo>
                          <a:cubicBezTo>
                            <a:pt x="34287" y="128780"/>
                            <a:pt x="0" y="99952"/>
                            <a:pt x="0" y="64390"/>
                          </a:cubicBezTo>
                          <a:cubicBezTo>
                            <a:pt x="0" y="28828"/>
                            <a:pt x="34287" y="0"/>
                            <a:pt x="76582" y="0"/>
                          </a:cubicBezTo>
                          <a:cubicBezTo>
                            <a:pt x="118878" y="0"/>
                            <a:pt x="153165" y="28828"/>
                            <a:pt x="153165" y="64390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01" name="Forme libre : forme 14500">
                      <a:extLst>
                        <a:ext uri="{FF2B5EF4-FFF2-40B4-BE49-F238E27FC236}">
                          <a16:creationId xmlns:a16="http://schemas.microsoft.com/office/drawing/2014/main" id="{44441EBF-4882-40D5-8E79-4C14948F5B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92523" y="1846420"/>
                      <a:ext cx="134532" cy="95648"/>
                    </a:xfrm>
                    <a:custGeom>
                      <a:avLst/>
                      <a:gdLst>
                        <a:gd name="connsiteX0" fmla="*/ 134533 w 134532"/>
                        <a:gd name="connsiteY0" fmla="*/ 21812 h 95648"/>
                        <a:gd name="connsiteX1" fmla="*/ 129484 w 134532"/>
                        <a:gd name="connsiteY1" fmla="*/ 32099 h 95648"/>
                        <a:gd name="connsiteX2" fmla="*/ 35377 w 134532"/>
                        <a:gd name="connsiteY2" fmla="*/ 66104 h 95648"/>
                        <a:gd name="connsiteX3" fmla="*/ 6802 w 134532"/>
                        <a:gd name="connsiteY3" fmla="*/ 0 h 95648"/>
                        <a:gd name="connsiteX4" fmla="*/ 29281 w 134532"/>
                        <a:gd name="connsiteY4" fmla="*/ 88202 h 95648"/>
                        <a:gd name="connsiteX5" fmla="*/ 123388 w 134532"/>
                        <a:gd name="connsiteY5" fmla="*/ 54197 h 95648"/>
                        <a:gd name="connsiteX6" fmla="*/ 134533 w 134532"/>
                        <a:gd name="connsiteY6" fmla="*/ 21812 h 95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4532" h="95648">
                          <a:moveTo>
                            <a:pt x="134533" y="21812"/>
                          </a:moveTo>
                          <a:cubicBezTo>
                            <a:pt x="133104" y="25241"/>
                            <a:pt x="131484" y="28766"/>
                            <a:pt x="129484" y="32099"/>
                          </a:cubicBezTo>
                          <a:cubicBezTo>
                            <a:pt x="108339" y="68675"/>
                            <a:pt x="66334" y="83725"/>
                            <a:pt x="35377" y="66104"/>
                          </a:cubicBezTo>
                          <a:cubicBezTo>
                            <a:pt x="11184" y="52388"/>
                            <a:pt x="-246" y="23717"/>
                            <a:pt x="6802" y="0"/>
                          </a:cubicBezTo>
                          <a:cubicBezTo>
                            <a:pt x="-7581" y="34195"/>
                            <a:pt x="1278" y="72009"/>
                            <a:pt x="29281" y="88202"/>
                          </a:cubicBezTo>
                          <a:cubicBezTo>
                            <a:pt x="60047" y="106013"/>
                            <a:pt x="102148" y="90773"/>
                            <a:pt x="123388" y="54197"/>
                          </a:cubicBezTo>
                          <a:cubicBezTo>
                            <a:pt x="129389" y="43720"/>
                            <a:pt x="133009" y="32671"/>
                            <a:pt x="134533" y="21812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02" name="Forme libre : forme 14501">
                      <a:extLst>
                        <a:ext uri="{FF2B5EF4-FFF2-40B4-BE49-F238E27FC236}">
                          <a16:creationId xmlns:a16="http://schemas.microsoft.com/office/drawing/2014/main" id="{E14A5000-23BB-4B72-9E3D-FDC6BA17247A}"/>
                        </a:ext>
                      </a:extLst>
                    </p:cNvPr>
                    <p:cNvSpPr/>
                    <p:nvPr/>
                  </p:nvSpPr>
                  <p:spPr>
                    <a:xfrm rot="-2316582">
                      <a:off x="9019624" y="1803950"/>
                      <a:ext cx="74865" cy="59244"/>
                    </a:xfrm>
                    <a:custGeom>
                      <a:avLst/>
                      <a:gdLst>
                        <a:gd name="connsiteX0" fmla="*/ 74865 w 74865"/>
                        <a:gd name="connsiteY0" fmla="*/ 29622 h 59244"/>
                        <a:gd name="connsiteX1" fmla="*/ 37433 w 74865"/>
                        <a:gd name="connsiteY1" fmla="*/ 59244 h 59244"/>
                        <a:gd name="connsiteX2" fmla="*/ 0 w 74865"/>
                        <a:gd name="connsiteY2" fmla="*/ 29622 h 59244"/>
                        <a:gd name="connsiteX3" fmla="*/ 37433 w 74865"/>
                        <a:gd name="connsiteY3" fmla="*/ 0 h 59244"/>
                        <a:gd name="connsiteX4" fmla="*/ 74865 w 74865"/>
                        <a:gd name="connsiteY4" fmla="*/ 29622 h 59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5" h="59244">
                          <a:moveTo>
                            <a:pt x="74865" y="29622"/>
                          </a:moveTo>
                          <a:cubicBezTo>
                            <a:pt x="74865" y="45982"/>
                            <a:pt x="58106" y="59244"/>
                            <a:pt x="37433" y="59244"/>
                          </a:cubicBezTo>
                          <a:cubicBezTo>
                            <a:pt x="16759" y="59244"/>
                            <a:pt x="0" y="45982"/>
                            <a:pt x="0" y="29622"/>
                          </a:cubicBezTo>
                          <a:cubicBezTo>
                            <a:pt x="0" y="13262"/>
                            <a:pt x="16759" y="0"/>
                            <a:pt x="37433" y="0"/>
                          </a:cubicBezTo>
                          <a:cubicBezTo>
                            <a:pt x="58106" y="0"/>
                            <a:pt x="74865" y="13262"/>
                            <a:pt x="74865" y="29622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03" name="Forme libre : forme 14502">
                      <a:extLst>
                        <a:ext uri="{FF2B5EF4-FFF2-40B4-BE49-F238E27FC236}">
                          <a16:creationId xmlns:a16="http://schemas.microsoft.com/office/drawing/2014/main" id="{439755D6-28CA-436A-95BD-6CD21F94E5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81621" y="1811749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4"/>
                          </a:cubicBezTo>
                          <a:cubicBezTo>
                            <a:pt x="0" y="4009"/>
                            <a:pt x="4008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sp>
                <p:nvSpPr>
                  <p:cNvPr id="14504" name="Forme libre : forme 14503">
                    <a:extLst>
                      <a:ext uri="{FF2B5EF4-FFF2-40B4-BE49-F238E27FC236}">
                        <a16:creationId xmlns:a16="http://schemas.microsoft.com/office/drawing/2014/main" id="{EAB5149A-2718-45D4-A4D5-EB66E18F87EB}"/>
                      </a:ext>
                    </a:extLst>
                  </p:cNvPr>
                  <p:cNvSpPr/>
                  <p:nvPr/>
                </p:nvSpPr>
                <p:spPr>
                  <a:xfrm>
                    <a:off x="8611131" y="1976341"/>
                    <a:ext cx="157036" cy="433101"/>
                  </a:xfrm>
                  <a:custGeom>
                    <a:avLst/>
                    <a:gdLst>
                      <a:gd name="connsiteX0" fmla="*/ 155307 w 157036"/>
                      <a:gd name="connsiteY0" fmla="*/ 0 h 433101"/>
                      <a:gd name="connsiteX1" fmla="*/ 125875 w 157036"/>
                      <a:gd name="connsiteY1" fmla="*/ 154877 h 433101"/>
                      <a:gd name="connsiteX2" fmla="*/ 54342 w 157036"/>
                      <a:gd name="connsiteY2" fmla="*/ 297561 h 433101"/>
                      <a:gd name="connsiteX3" fmla="*/ 6336 w 157036"/>
                      <a:gd name="connsiteY3" fmla="*/ 433102 h 433101"/>
                      <a:gd name="connsiteX4" fmla="*/ 812 w 157036"/>
                      <a:gd name="connsiteY4" fmla="*/ 412052 h 433101"/>
                      <a:gd name="connsiteX5" fmla="*/ 7194 w 157036"/>
                      <a:gd name="connsiteY5" fmla="*/ 380619 h 433101"/>
                      <a:gd name="connsiteX6" fmla="*/ 143687 w 157036"/>
                      <a:gd name="connsiteY6" fmla="*/ 87154 h 433101"/>
                      <a:gd name="connsiteX7" fmla="*/ 155593 w 157036"/>
                      <a:gd name="connsiteY7" fmla="*/ 10668 h 433101"/>
                      <a:gd name="connsiteX8" fmla="*/ 151973 w 157036"/>
                      <a:gd name="connsiteY8" fmla="*/ 13526 h 43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7036" h="433101">
                        <a:moveTo>
                          <a:pt x="155307" y="0"/>
                        </a:moveTo>
                        <a:cubicBezTo>
                          <a:pt x="162261" y="52769"/>
                          <a:pt x="147402" y="106204"/>
                          <a:pt x="125875" y="154877"/>
                        </a:cubicBezTo>
                        <a:cubicBezTo>
                          <a:pt x="104348" y="203549"/>
                          <a:pt x="76155" y="249079"/>
                          <a:pt x="54342" y="297561"/>
                        </a:cubicBezTo>
                        <a:cubicBezTo>
                          <a:pt x="34626" y="341281"/>
                          <a:pt x="20243" y="387191"/>
                          <a:pt x="6336" y="433102"/>
                        </a:cubicBezTo>
                        <a:cubicBezTo>
                          <a:pt x="-903" y="429959"/>
                          <a:pt x="-617" y="419767"/>
                          <a:pt x="812" y="412052"/>
                        </a:cubicBezTo>
                        <a:cubicBezTo>
                          <a:pt x="2717" y="401479"/>
                          <a:pt x="4717" y="391001"/>
                          <a:pt x="7194" y="380619"/>
                        </a:cubicBezTo>
                        <a:cubicBezTo>
                          <a:pt x="32911" y="275463"/>
                          <a:pt x="117112" y="192119"/>
                          <a:pt x="143687" y="87154"/>
                        </a:cubicBezTo>
                        <a:cubicBezTo>
                          <a:pt x="150069" y="62103"/>
                          <a:pt x="152926" y="36385"/>
                          <a:pt x="155593" y="10668"/>
                        </a:cubicBezTo>
                        <a:cubicBezTo>
                          <a:pt x="154355" y="11621"/>
                          <a:pt x="153212" y="12573"/>
                          <a:pt x="151973" y="13526"/>
                        </a:cubicBezTo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05" name="Forme libre : forme 14504">
                    <a:extLst>
                      <a:ext uri="{FF2B5EF4-FFF2-40B4-BE49-F238E27FC236}">
                        <a16:creationId xmlns:a16="http://schemas.microsoft.com/office/drawing/2014/main" id="{DA4D1187-573B-4CCD-A277-F5BF0BEEE786}"/>
                      </a:ext>
                    </a:extLst>
                  </p:cNvPr>
                  <p:cNvSpPr/>
                  <p:nvPr/>
                </p:nvSpPr>
                <p:spPr>
                  <a:xfrm>
                    <a:off x="8720528" y="1787556"/>
                    <a:ext cx="186355" cy="513587"/>
                  </a:xfrm>
                  <a:custGeom>
                    <a:avLst/>
                    <a:gdLst>
                      <a:gd name="connsiteX0" fmla="*/ 85630 w 186355"/>
                      <a:gd name="connsiteY0" fmla="*/ 234220 h 513587"/>
                      <a:gd name="connsiteX1" fmla="*/ 66199 w 186355"/>
                      <a:gd name="connsiteY1" fmla="*/ 312134 h 513587"/>
                      <a:gd name="connsiteX2" fmla="*/ 49434 w 186355"/>
                      <a:gd name="connsiteY2" fmla="*/ 371761 h 513587"/>
                      <a:gd name="connsiteX3" fmla="*/ 0 w 186355"/>
                      <a:gd name="connsiteY3" fmla="*/ 513588 h 513587"/>
                      <a:gd name="connsiteX4" fmla="*/ 75057 w 186355"/>
                      <a:gd name="connsiteY4" fmla="*/ 322612 h 513587"/>
                      <a:gd name="connsiteX5" fmla="*/ 102108 w 186355"/>
                      <a:gd name="connsiteY5" fmla="*/ 243269 h 513587"/>
                      <a:gd name="connsiteX6" fmla="*/ 176403 w 186355"/>
                      <a:gd name="connsiteY6" fmla="*/ 36957 h 513587"/>
                      <a:gd name="connsiteX7" fmla="*/ 186214 w 186355"/>
                      <a:gd name="connsiteY7" fmla="*/ 0 h 513587"/>
                      <a:gd name="connsiteX8" fmla="*/ 177546 w 186355"/>
                      <a:gd name="connsiteY8" fmla="*/ 17907 h 513587"/>
                      <a:gd name="connsiteX9" fmla="*/ 168307 w 186355"/>
                      <a:gd name="connsiteY9" fmla="*/ 41815 h 513587"/>
                      <a:gd name="connsiteX10" fmla="*/ 148018 w 186355"/>
                      <a:gd name="connsiteY10" fmla="*/ 87725 h 513587"/>
                      <a:gd name="connsiteX11" fmla="*/ 105346 w 186355"/>
                      <a:gd name="connsiteY11" fmla="*/ 180023 h 513587"/>
                      <a:gd name="connsiteX12" fmla="*/ 85630 w 186355"/>
                      <a:gd name="connsiteY12" fmla="*/ 234220 h 513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86355" h="513587">
                        <a:moveTo>
                          <a:pt x="85630" y="234220"/>
                        </a:moveTo>
                        <a:cubicBezTo>
                          <a:pt x="77914" y="259842"/>
                          <a:pt x="72676" y="286131"/>
                          <a:pt x="66199" y="312134"/>
                        </a:cubicBezTo>
                        <a:cubicBezTo>
                          <a:pt x="61246" y="332137"/>
                          <a:pt x="55435" y="352044"/>
                          <a:pt x="49434" y="371761"/>
                        </a:cubicBezTo>
                        <a:cubicBezTo>
                          <a:pt x="34766" y="419672"/>
                          <a:pt x="18288" y="467011"/>
                          <a:pt x="0" y="513588"/>
                        </a:cubicBezTo>
                        <a:cubicBezTo>
                          <a:pt x="42196" y="459200"/>
                          <a:pt x="55054" y="388525"/>
                          <a:pt x="75057" y="322612"/>
                        </a:cubicBezTo>
                        <a:cubicBezTo>
                          <a:pt x="83153" y="295847"/>
                          <a:pt x="92678" y="269558"/>
                          <a:pt x="102108" y="243269"/>
                        </a:cubicBezTo>
                        <a:cubicBezTo>
                          <a:pt x="126873" y="174498"/>
                          <a:pt x="151638" y="105727"/>
                          <a:pt x="176403" y="36957"/>
                        </a:cubicBezTo>
                        <a:cubicBezTo>
                          <a:pt x="180308" y="26194"/>
                          <a:pt x="187452" y="11525"/>
                          <a:pt x="186214" y="0"/>
                        </a:cubicBezTo>
                        <a:cubicBezTo>
                          <a:pt x="180689" y="1238"/>
                          <a:pt x="179165" y="13240"/>
                          <a:pt x="177546" y="17907"/>
                        </a:cubicBezTo>
                        <a:cubicBezTo>
                          <a:pt x="174688" y="26003"/>
                          <a:pt x="171545" y="33909"/>
                          <a:pt x="168307" y="41815"/>
                        </a:cubicBezTo>
                        <a:cubicBezTo>
                          <a:pt x="162020" y="57341"/>
                          <a:pt x="155067" y="72581"/>
                          <a:pt x="148018" y="87725"/>
                        </a:cubicBezTo>
                        <a:cubicBezTo>
                          <a:pt x="133636" y="118396"/>
                          <a:pt x="118396" y="148781"/>
                          <a:pt x="105346" y="180023"/>
                        </a:cubicBezTo>
                        <a:cubicBezTo>
                          <a:pt x="97917" y="197834"/>
                          <a:pt x="91154" y="215837"/>
                          <a:pt x="85630" y="23422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06" name="Forme libre : forme 14505">
                    <a:extLst>
                      <a:ext uri="{FF2B5EF4-FFF2-40B4-BE49-F238E27FC236}">
                        <a16:creationId xmlns:a16="http://schemas.microsoft.com/office/drawing/2014/main" id="{E88C1042-F92D-449D-A90B-417AB2760EB3}"/>
                      </a:ext>
                    </a:extLst>
                  </p:cNvPr>
                  <p:cNvSpPr/>
                  <p:nvPr/>
                </p:nvSpPr>
                <p:spPr>
                  <a:xfrm>
                    <a:off x="8807586" y="1838610"/>
                    <a:ext cx="189547" cy="227552"/>
                  </a:xfrm>
                  <a:custGeom>
                    <a:avLst/>
                    <a:gdLst>
                      <a:gd name="connsiteX0" fmla="*/ 154686 w 189547"/>
                      <a:gd name="connsiteY0" fmla="*/ 45053 h 227552"/>
                      <a:gd name="connsiteX1" fmla="*/ 133064 w 189547"/>
                      <a:gd name="connsiteY1" fmla="*/ 71533 h 227552"/>
                      <a:gd name="connsiteX2" fmla="*/ 116967 w 189547"/>
                      <a:gd name="connsiteY2" fmla="*/ 87535 h 227552"/>
                      <a:gd name="connsiteX3" fmla="*/ 60960 w 189547"/>
                      <a:gd name="connsiteY3" fmla="*/ 140970 h 227552"/>
                      <a:gd name="connsiteX4" fmla="*/ 36481 w 189547"/>
                      <a:gd name="connsiteY4" fmla="*/ 161925 h 227552"/>
                      <a:gd name="connsiteX5" fmla="*/ 17621 w 189547"/>
                      <a:gd name="connsiteY5" fmla="*/ 177260 h 227552"/>
                      <a:gd name="connsiteX6" fmla="*/ 12192 w 189547"/>
                      <a:gd name="connsiteY6" fmla="*/ 188786 h 227552"/>
                      <a:gd name="connsiteX7" fmla="*/ 0 w 189547"/>
                      <a:gd name="connsiteY7" fmla="*/ 227552 h 227552"/>
                      <a:gd name="connsiteX8" fmla="*/ 42672 w 189547"/>
                      <a:gd name="connsiteY8" fmla="*/ 176308 h 227552"/>
                      <a:gd name="connsiteX9" fmla="*/ 161639 w 189547"/>
                      <a:gd name="connsiteY9" fmla="*/ 40767 h 227552"/>
                      <a:gd name="connsiteX10" fmla="*/ 176498 w 189547"/>
                      <a:gd name="connsiteY10" fmla="*/ 20193 h 227552"/>
                      <a:gd name="connsiteX11" fmla="*/ 189547 w 189547"/>
                      <a:gd name="connsiteY11" fmla="*/ 0 h 227552"/>
                      <a:gd name="connsiteX12" fmla="*/ 171926 w 189547"/>
                      <a:gd name="connsiteY12" fmla="*/ 22574 h 227552"/>
                      <a:gd name="connsiteX13" fmla="*/ 154686 w 189547"/>
                      <a:gd name="connsiteY13" fmla="*/ 45053 h 227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89547" h="227552">
                        <a:moveTo>
                          <a:pt x="154686" y="45053"/>
                        </a:moveTo>
                        <a:cubicBezTo>
                          <a:pt x="147733" y="54102"/>
                          <a:pt x="140779" y="63151"/>
                          <a:pt x="133064" y="71533"/>
                        </a:cubicBezTo>
                        <a:cubicBezTo>
                          <a:pt x="127921" y="77057"/>
                          <a:pt x="122492" y="82296"/>
                          <a:pt x="116967" y="87535"/>
                        </a:cubicBezTo>
                        <a:cubicBezTo>
                          <a:pt x="98298" y="105346"/>
                          <a:pt x="79629" y="123158"/>
                          <a:pt x="60960" y="140970"/>
                        </a:cubicBezTo>
                        <a:cubicBezTo>
                          <a:pt x="53149" y="148400"/>
                          <a:pt x="45339" y="155829"/>
                          <a:pt x="36481" y="161925"/>
                        </a:cubicBezTo>
                        <a:cubicBezTo>
                          <a:pt x="29813" y="166592"/>
                          <a:pt x="22288" y="170593"/>
                          <a:pt x="17621" y="177260"/>
                        </a:cubicBezTo>
                        <a:cubicBezTo>
                          <a:pt x="15145" y="180785"/>
                          <a:pt x="13621" y="184785"/>
                          <a:pt x="12192" y="188786"/>
                        </a:cubicBezTo>
                        <a:cubicBezTo>
                          <a:pt x="7525" y="201549"/>
                          <a:pt x="3429" y="214503"/>
                          <a:pt x="0" y="227552"/>
                        </a:cubicBezTo>
                        <a:cubicBezTo>
                          <a:pt x="9049" y="207073"/>
                          <a:pt x="26384" y="191643"/>
                          <a:pt x="42672" y="176308"/>
                        </a:cubicBezTo>
                        <a:cubicBezTo>
                          <a:pt x="86392" y="134969"/>
                          <a:pt x="126016" y="89249"/>
                          <a:pt x="161639" y="40767"/>
                        </a:cubicBezTo>
                        <a:cubicBezTo>
                          <a:pt x="166688" y="34004"/>
                          <a:pt x="171640" y="27146"/>
                          <a:pt x="176498" y="20193"/>
                        </a:cubicBezTo>
                        <a:cubicBezTo>
                          <a:pt x="179927" y="15335"/>
                          <a:pt x="189452" y="5620"/>
                          <a:pt x="189547" y="0"/>
                        </a:cubicBezTo>
                        <a:cubicBezTo>
                          <a:pt x="182785" y="5906"/>
                          <a:pt x="177451" y="15335"/>
                          <a:pt x="171926" y="22574"/>
                        </a:cubicBezTo>
                        <a:cubicBezTo>
                          <a:pt x="166116" y="30004"/>
                          <a:pt x="160401" y="37529"/>
                          <a:pt x="154686" y="45053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07" name="Forme libre : forme 14506">
                    <a:extLst>
                      <a:ext uri="{FF2B5EF4-FFF2-40B4-BE49-F238E27FC236}">
                        <a16:creationId xmlns:a16="http://schemas.microsoft.com/office/drawing/2014/main" id="{10A47418-5696-44D8-8E38-10D86E51CA86}"/>
                      </a:ext>
                    </a:extLst>
                  </p:cNvPr>
                  <p:cNvSpPr/>
                  <p:nvPr/>
                </p:nvSpPr>
                <p:spPr>
                  <a:xfrm>
                    <a:off x="8777542" y="1816006"/>
                    <a:ext cx="87184" cy="239434"/>
                  </a:xfrm>
                  <a:custGeom>
                    <a:avLst/>
                    <a:gdLst>
                      <a:gd name="connsiteX0" fmla="*/ 28425 w 87184"/>
                      <a:gd name="connsiteY0" fmla="*/ 13841 h 239434"/>
                      <a:gd name="connsiteX1" fmla="*/ 41094 w 87184"/>
                      <a:gd name="connsiteY1" fmla="*/ 18699 h 239434"/>
                      <a:gd name="connsiteX2" fmla="*/ 58048 w 87184"/>
                      <a:gd name="connsiteY2" fmla="*/ 19175 h 239434"/>
                      <a:gd name="connsiteX3" fmla="*/ 75955 w 87184"/>
                      <a:gd name="connsiteY3" fmla="*/ 20223 h 239434"/>
                      <a:gd name="connsiteX4" fmla="*/ 82813 w 87184"/>
                      <a:gd name="connsiteY4" fmla="*/ 22223 h 239434"/>
                      <a:gd name="connsiteX5" fmla="*/ 86338 w 87184"/>
                      <a:gd name="connsiteY5" fmla="*/ 38987 h 239434"/>
                      <a:gd name="connsiteX6" fmla="*/ 73288 w 87184"/>
                      <a:gd name="connsiteY6" fmla="*/ 70324 h 239434"/>
                      <a:gd name="connsiteX7" fmla="*/ 39379 w 87184"/>
                      <a:gd name="connsiteY7" fmla="*/ 153858 h 239434"/>
                      <a:gd name="connsiteX8" fmla="*/ 11757 w 87184"/>
                      <a:gd name="connsiteY8" fmla="*/ 233011 h 239434"/>
                      <a:gd name="connsiteX9" fmla="*/ 3184 w 87184"/>
                      <a:gd name="connsiteY9" fmla="*/ 239107 h 239434"/>
                      <a:gd name="connsiteX10" fmla="*/ 41 w 87184"/>
                      <a:gd name="connsiteY10" fmla="*/ 230630 h 239434"/>
                      <a:gd name="connsiteX11" fmla="*/ 3661 w 87184"/>
                      <a:gd name="connsiteY11" fmla="*/ 181195 h 239434"/>
                      <a:gd name="connsiteX12" fmla="*/ 1851 w 87184"/>
                      <a:gd name="connsiteY12" fmla="*/ 50512 h 239434"/>
                      <a:gd name="connsiteX13" fmla="*/ 7280 w 87184"/>
                      <a:gd name="connsiteY13" fmla="*/ 9745 h 239434"/>
                      <a:gd name="connsiteX14" fmla="*/ 14805 w 87184"/>
                      <a:gd name="connsiteY14" fmla="*/ 887 h 239434"/>
                      <a:gd name="connsiteX15" fmla="*/ 28425 w 87184"/>
                      <a:gd name="connsiteY15" fmla="*/ 13841 h 239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7184" h="239434">
                        <a:moveTo>
                          <a:pt x="28425" y="13841"/>
                        </a:moveTo>
                        <a:cubicBezTo>
                          <a:pt x="32331" y="16127"/>
                          <a:pt x="36617" y="17937"/>
                          <a:pt x="41094" y="18699"/>
                        </a:cubicBezTo>
                        <a:cubicBezTo>
                          <a:pt x="46713" y="19747"/>
                          <a:pt x="52429" y="19270"/>
                          <a:pt x="58048" y="19175"/>
                        </a:cubicBezTo>
                        <a:cubicBezTo>
                          <a:pt x="64049" y="19080"/>
                          <a:pt x="69955" y="19461"/>
                          <a:pt x="75955" y="20223"/>
                        </a:cubicBezTo>
                        <a:cubicBezTo>
                          <a:pt x="78337" y="20508"/>
                          <a:pt x="80813" y="20889"/>
                          <a:pt x="82813" y="22223"/>
                        </a:cubicBezTo>
                        <a:cubicBezTo>
                          <a:pt x="87862" y="25557"/>
                          <a:pt x="87766" y="33081"/>
                          <a:pt x="86338" y="38987"/>
                        </a:cubicBezTo>
                        <a:cubicBezTo>
                          <a:pt x="83671" y="49941"/>
                          <a:pt x="78337" y="60132"/>
                          <a:pt x="73288" y="70324"/>
                        </a:cubicBezTo>
                        <a:cubicBezTo>
                          <a:pt x="59953" y="97280"/>
                          <a:pt x="48619" y="125283"/>
                          <a:pt x="39379" y="153858"/>
                        </a:cubicBezTo>
                        <a:cubicBezTo>
                          <a:pt x="30807" y="180433"/>
                          <a:pt x="23854" y="207865"/>
                          <a:pt x="11757" y="233011"/>
                        </a:cubicBezTo>
                        <a:cubicBezTo>
                          <a:pt x="10042" y="236535"/>
                          <a:pt x="6708" y="240631"/>
                          <a:pt x="3184" y="239107"/>
                        </a:cubicBezTo>
                        <a:cubicBezTo>
                          <a:pt x="231" y="237869"/>
                          <a:pt x="-150" y="233868"/>
                          <a:pt x="41" y="230630"/>
                        </a:cubicBezTo>
                        <a:cubicBezTo>
                          <a:pt x="994" y="214152"/>
                          <a:pt x="2898" y="197674"/>
                          <a:pt x="3661" y="181195"/>
                        </a:cubicBezTo>
                        <a:cubicBezTo>
                          <a:pt x="5661" y="137666"/>
                          <a:pt x="-912" y="93946"/>
                          <a:pt x="1851" y="50512"/>
                        </a:cubicBezTo>
                        <a:cubicBezTo>
                          <a:pt x="2708" y="36796"/>
                          <a:pt x="4613" y="23175"/>
                          <a:pt x="7280" y="9745"/>
                        </a:cubicBezTo>
                        <a:cubicBezTo>
                          <a:pt x="8232" y="5173"/>
                          <a:pt x="8899" y="-2637"/>
                          <a:pt x="14805" y="887"/>
                        </a:cubicBezTo>
                        <a:cubicBezTo>
                          <a:pt x="19663" y="3744"/>
                          <a:pt x="22996" y="10602"/>
                          <a:pt x="28425" y="1384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08" name="Forme libre : forme 14507">
                    <a:extLst>
                      <a:ext uri="{FF2B5EF4-FFF2-40B4-BE49-F238E27FC236}">
                        <a16:creationId xmlns:a16="http://schemas.microsoft.com/office/drawing/2014/main" id="{4F2CFF6D-D9CF-418E-9DF0-41DDF653EB0A}"/>
                      </a:ext>
                    </a:extLst>
                  </p:cNvPr>
                  <p:cNvSpPr/>
                  <p:nvPr/>
                </p:nvSpPr>
                <p:spPr>
                  <a:xfrm>
                    <a:off x="8859403" y="1826861"/>
                    <a:ext cx="115538" cy="147667"/>
                  </a:xfrm>
                  <a:custGeom>
                    <a:avLst/>
                    <a:gdLst>
                      <a:gd name="connsiteX0" fmla="*/ 115538 w 115538"/>
                      <a:gd name="connsiteY0" fmla="*/ 21940 h 147667"/>
                      <a:gd name="connsiteX1" fmla="*/ 106489 w 115538"/>
                      <a:gd name="connsiteY1" fmla="*/ 37275 h 147667"/>
                      <a:gd name="connsiteX2" fmla="*/ 32766 w 115538"/>
                      <a:gd name="connsiteY2" fmla="*/ 123286 h 147667"/>
                      <a:gd name="connsiteX3" fmla="*/ 7620 w 115538"/>
                      <a:gd name="connsiteY3" fmla="*/ 146241 h 147667"/>
                      <a:gd name="connsiteX4" fmla="*/ 3048 w 115538"/>
                      <a:gd name="connsiteY4" fmla="*/ 147575 h 147667"/>
                      <a:gd name="connsiteX5" fmla="*/ 0 w 115538"/>
                      <a:gd name="connsiteY5" fmla="*/ 143193 h 147667"/>
                      <a:gd name="connsiteX6" fmla="*/ 1524 w 115538"/>
                      <a:gd name="connsiteY6" fmla="*/ 137669 h 147667"/>
                      <a:gd name="connsiteX7" fmla="*/ 35052 w 115538"/>
                      <a:gd name="connsiteY7" fmla="*/ 50420 h 147667"/>
                      <a:gd name="connsiteX8" fmla="*/ 48863 w 115538"/>
                      <a:gd name="connsiteY8" fmla="*/ 6319 h 147667"/>
                      <a:gd name="connsiteX9" fmla="*/ 74200 w 115538"/>
                      <a:gd name="connsiteY9" fmla="*/ 10034 h 147667"/>
                      <a:gd name="connsiteX10" fmla="*/ 93916 w 115538"/>
                      <a:gd name="connsiteY10" fmla="*/ 19368 h 147667"/>
                      <a:gd name="connsiteX11" fmla="*/ 115538 w 115538"/>
                      <a:gd name="connsiteY11" fmla="*/ 21940 h 147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5538" h="147667">
                        <a:moveTo>
                          <a:pt x="115538" y="21940"/>
                        </a:moveTo>
                        <a:cubicBezTo>
                          <a:pt x="114110" y="27750"/>
                          <a:pt x="110299" y="32608"/>
                          <a:pt x="106489" y="37275"/>
                        </a:cubicBezTo>
                        <a:cubicBezTo>
                          <a:pt x="82677" y="66612"/>
                          <a:pt x="58103" y="95283"/>
                          <a:pt x="32766" y="123286"/>
                        </a:cubicBezTo>
                        <a:cubicBezTo>
                          <a:pt x="25146" y="131763"/>
                          <a:pt x="17240" y="140241"/>
                          <a:pt x="7620" y="146241"/>
                        </a:cubicBezTo>
                        <a:cubicBezTo>
                          <a:pt x="6287" y="147099"/>
                          <a:pt x="4667" y="147956"/>
                          <a:pt x="3048" y="147575"/>
                        </a:cubicBezTo>
                        <a:cubicBezTo>
                          <a:pt x="1143" y="147099"/>
                          <a:pt x="0" y="145098"/>
                          <a:pt x="0" y="143193"/>
                        </a:cubicBezTo>
                        <a:cubicBezTo>
                          <a:pt x="0" y="141288"/>
                          <a:pt x="762" y="139383"/>
                          <a:pt x="1524" y="137669"/>
                        </a:cubicBezTo>
                        <a:cubicBezTo>
                          <a:pt x="13906" y="109094"/>
                          <a:pt x="25146" y="79947"/>
                          <a:pt x="35052" y="50420"/>
                        </a:cubicBezTo>
                        <a:cubicBezTo>
                          <a:pt x="39719" y="36418"/>
                          <a:pt x="42291" y="19464"/>
                          <a:pt x="48863" y="6319"/>
                        </a:cubicBezTo>
                        <a:cubicBezTo>
                          <a:pt x="55721" y="-7397"/>
                          <a:pt x="66294" y="4700"/>
                          <a:pt x="74200" y="10034"/>
                        </a:cubicBezTo>
                        <a:cubicBezTo>
                          <a:pt x="80201" y="14130"/>
                          <a:pt x="86963" y="17273"/>
                          <a:pt x="93916" y="19368"/>
                        </a:cubicBezTo>
                        <a:cubicBezTo>
                          <a:pt x="95821" y="19749"/>
                          <a:pt x="114967" y="24036"/>
                          <a:pt x="115538" y="2194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09" name="Forme libre : forme 14508">
                    <a:extLst>
                      <a:ext uri="{FF2B5EF4-FFF2-40B4-BE49-F238E27FC236}">
                        <a16:creationId xmlns:a16="http://schemas.microsoft.com/office/drawing/2014/main" id="{C11D4BC4-E546-489B-B7C8-2AA76764C410}"/>
                      </a:ext>
                    </a:extLst>
                  </p:cNvPr>
                  <p:cNvSpPr/>
                  <p:nvPr/>
                </p:nvSpPr>
                <p:spPr>
                  <a:xfrm>
                    <a:off x="8816820" y="1906046"/>
                    <a:ext cx="200976" cy="221393"/>
                  </a:xfrm>
                  <a:custGeom>
                    <a:avLst/>
                    <a:gdLst>
                      <a:gd name="connsiteX0" fmla="*/ 192506 w 200976"/>
                      <a:gd name="connsiteY0" fmla="*/ 38101 h 221393"/>
                      <a:gd name="connsiteX1" fmla="*/ 200317 w 200976"/>
                      <a:gd name="connsiteY1" fmla="*/ 45531 h 221393"/>
                      <a:gd name="connsiteX2" fmla="*/ 192983 w 200976"/>
                      <a:gd name="connsiteY2" fmla="*/ 62199 h 221393"/>
                      <a:gd name="connsiteX3" fmla="*/ 80397 w 200976"/>
                      <a:gd name="connsiteY3" fmla="*/ 133637 h 221393"/>
                      <a:gd name="connsiteX4" fmla="*/ 8864 w 200976"/>
                      <a:gd name="connsiteY4" fmla="*/ 216885 h 221393"/>
                      <a:gd name="connsiteX5" fmla="*/ 5340 w 200976"/>
                      <a:gd name="connsiteY5" fmla="*/ 220886 h 221393"/>
                      <a:gd name="connsiteX6" fmla="*/ 482 w 200976"/>
                      <a:gd name="connsiteY6" fmla="*/ 220029 h 221393"/>
                      <a:gd name="connsiteX7" fmla="*/ 6 w 200976"/>
                      <a:gd name="connsiteY7" fmla="*/ 217076 h 221393"/>
                      <a:gd name="connsiteX8" fmla="*/ 19342 w 200976"/>
                      <a:gd name="connsiteY8" fmla="*/ 141543 h 221393"/>
                      <a:gd name="connsiteX9" fmla="*/ 35153 w 200976"/>
                      <a:gd name="connsiteY9" fmla="*/ 123064 h 221393"/>
                      <a:gd name="connsiteX10" fmla="*/ 146691 w 200976"/>
                      <a:gd name="connsiteY10" fmla="*/ 12574 h 221393"/>
                      <a:gd name="connsiteX11" fmla="*/ 158026 w 200976"/>
                      <a:gd name="connsiteY11" fmla="*/ 1 h 221393"/>
                      <a:gd name="connsiteX12" fmla="*/ 167360 w 200976"/>
                      <a:gd name="connsiteY12" fmla="*/ 10002 h 221393"/>
                      <a:gd name="connsiteX13" fmla="*/ 192506 w 200976"/>
                      <a:gd name="connsiteY13" fmla="*/ 38101 h 221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0976" h="221393">
                        <a:moveTo>
                          <a:pt x="192506" y="38101"/>
                        </a:moveTo>
                        <a:cubicBezTo>
                          <a:pt x="195554" y="40101"/>
                          <a:pt x="198983" y="42197"/>
                          <a:pt x="200317" y="45531"/>
                        </a:cubicBezTo>
                        <a:cubicBezTo>
                          <a:pt x="202793" y="51531"/>
                          <a:pt x="197840" y="57913"/>
                          <a:pt x="192983" y="62199"/>
                        </a:cubicBezTo>
                        <a:cubicBezTo>
                          <a:pt x="159740" y="91822"/>
                          <a:pt x="115830" y="106681"/>
                          <a:pt x="80397" y="133637"/>
                        </a:cubicBezTo>
                        <a:cubicBezTo>
                          <a:pt x="51155" y="155925"/>
                          <a:pt x="28676" y="185929"/>
                          <a:pt x="8864" y="216885"/>
                        </a:cubicBezTo>
                        <a:cubicBezTo>
                          <a:pt x="7912" y="218409"/>
                          <a:pt x="6864" y="220029"/>
                          <a:pt x="5340" y="220886"/>
                        </a:cubicBezTo>
                        <a:cubicBezTo>
                          <a:pt x="3816" y="221743"/>
                          <a:pt x="1435" y="221553"/>
                          <a:pt x="482" y="220029"/>
                        </a:cubicBezTo>
                        <a:cubicBezTo>
                          <a:pt x="-89" y="219171"/>
                          <a:pt x="6" y="218028"/>
                          <a:pt x="6" y="217076"/>
                        </a:cubicBezTo>
                        <a:cubicBezTo>
                          <a:pt x="959" y="190787"/>
                          <a:pt x="4483" y="163355"/>
                          <a:pt x="19342" y="141543"/>
                        </a:cubicBezTo>
                        <a:cubicBezTo>
                          <a:pt x="23914" y="134875"/>
                          <a:pt x="29438" y="128874"/>
                          <a:pt x="35153" y="123064"/>
                        </a:cubicBezTo>
                        <a:cubicBezTo>
                          <a:pt x="72205" y="85821"/>
                          <a:pt x="119354" y="57437"/>
                          <a:pt x="146691" y="12574"/>
                        </a:cubicBezTo>
                        <a:cubicBezTo>
                          <a:pt x="148977" y="8764"/>
                          <a:pt x="152692" y="96"/>
                          <a:pt x="158026" y="1"/>
                        </a:cubicBezTo>
                        <a:cubicBezTo>
                          <a:pt x="162979" y="-94"/>
                          <a:pt x="165455" y="6573"/>
                          <a:pt x="167360" y="10002"/>
                        </a:cubicBezTo>
                        <a:cubicBezTo>
                          <a:pt x="173266" y="21337"/>
                          <a:pt x="181838" y="31053"/>
                          <a:pt x="192506" y="3810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10" name="Forme libre : forme 14509">
                    <a:extLst>
                      <a:ext uri="{FF2B5EF4-FFF2-40B4-BE49-F238E27FC236}">
                        <a16:creationId xmlns:a16="http://schemas.microsoft.com/office/drawing/2014/main" id="{3588D0A6-984B-4F65-8B57-A91AF54AC907}"/>
                      </a:ext>
                    </a:extLst>
                  </p:cNvPr>
                  <p:cNvSpPr/>
                  <p:nvPr/>
                </p:nvSpPr>
                <p:spPr>
                  <a:xfrm>
                    <a:off x="8636798" y="2103851"/>
                    <a:ext cx="132748" cy="323308"/>
                  </a:xfrm>
                  <a:custGeom>
                    <a:avLst/>
                    <a:gdLst>
                      <a:gd name="connsiteX0" fmla="*/ 96494 w 132748"/>
                      <a:gd name="connsiteY0" fmla="*/ 126617 h 323308"/>
                      <a:gd name="connsiteX1" fmla="*/ 86683 w 132748"/>
                      <a:gd name="connsiteY1" fmla="*/ 161384 h 323308"/>
                      <a:gd name="connsiteX2" fmla="*/ 56775 w 132748"/>
                      <a:gd name="connsiteY2" fmla="*/ 221677 h 323308"/>
                      <a:gd name="connsiteX3" fmla="*/ 8292 w 132748"/>
                      <a:gd name="connsiteY3" fmla="*/ 323309 h 323308"/>
                      <a:gd name="connsiteX4" fmla="*/ 6 w 132748"/>
                      <a:gd name="connsiteY4" fmla="*/ 305878 h 323308"/>
                      <a:gd name="connsiteX5" fmla="*/ 39153 w 132748"/>
                      <a:gd name="connsiteY5" fmla="*/ 172432 h 323308"/>
                      <a:gd name="connsiteX6" fmla="*/ 71538 w 132748"/>
                      <a:gd name="connsiteY6" fmla="*/ 113282 h 323308"/>
                      <a:gd name="connsiteX7" fmla="*/ 110115 w 132748"/>
                      <a:gd name="connsiteY7" fmla="*/ 37844 h 323308"/>
                      <a:gd name="connsiteX8" fmla="*/ 115639 w 132748"/>
                      <a:gd name="connsiteY8" fmla="*/ 17937 h 323308"/>
                      <a:gd name="connsiteX9" fmla="*/ 121354 w 132748"/>
                      <a:gd name="connsiteY9" fmla="*/ 1268 h 323308"/>
                      <a:gd name="connsiteX10" fmla="*/ 129736 w 132748"/>
                      <a:gd name="connsiteY10" fmla="*/ 2030 h 323308"/>
                      <a:gd name="connsiteX11" fmla="*/ 132403 w 132748"/>
                      <a:gd name="connsiteY11" fmla="*/ 12508 h 323308"/>
                      <a:gd name="connsiteX12" fmla="*/ 110305 w 132748"/>
                      <a:gd name="connsiteY12" fmla="*/ 85850 h 323308"/>
                      <a:gd name="connsiteX13" fmla="*/ 96494 w 132748"/>
                      <a:gd name="connsiteY13" fmla="*/ 126617 h 323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32748" h="323308">
                        <a:moveTo>
                          <a:pt x="96494" y="126617"/>
                        </a:moveTo>
                        <a:cubicBezTo>
                          <a:pt x="93160" y="138238"/>
                          <a:pt x="90588" y="150049"/>
                          <a:pt x="86683" y="161384"/>
                        </a:cubicBezTo>
                        <a:cubicBezTo>
                          <a:pt x="79349" y="182624"/>
                          <a:pt x="67538" y="201960"/>
                          <a:pt x="56775" y="221677"/>
                        </a:cubicBezTo>
                        <a:cubicBezTo>
                          <a:pt x="38773" y="254633"/>
                          <a:pt x="23533" y="289019"/>
                          <a:pt x="8292" y="323309"/>
                        </a:cubicBezTo>
                        <a:cubicBezTo>
                          <a:pt x="1720" y="321213"/>
                          <a:pt x="101" y="312736"/>
                          <a:pt x="6" y="305878"/>
                        </a:cubicBezTo>
                        <a:cubicBezTo>
                          <a:pt x="-375" y="259110"/>
                          <a:pt x="18103" y="214247"/>
                          <a:pt x="39153" y="172432"/>
                        </a:cubicBezTo>
                        <a:cubicBezTo>
                          <a:pt x="49250" y="152335"/>
                          <a:pt x="60109" y="132618"/>
                          <a:pt x="71538" y="113282"/>
                        </a:cubicBezTo>
                        <a:cubicBezTo>
                          <a:pt x="86017" y="88898"/>
                          <a:pt x="101637" y="64800"/>
                          <a:pt x="110115" y="37844"/>
                        </a:cubicBezTo>
                        <a:cubicBezTo>
                          <a:pt x="112210" y="31272"/>
                          <a:pt x="113829" y="24605"/>
                          <a:pt x="115639" y="17937"/>
                        </a:cubicBezTo>
                        <a:cubicBezTo>
                          <a:pt x="116877" y="13556"/>
                          <a:pt x="117925" y="4411"/>
                          <a:pt x="121354" y="1268"/>
                        </a:cubicBezTo>
                        <a:cubicBezTo>
                          <a:pt x="123831" y="-1018"/>
                          <a:pt x="127355" y="125"/>
                          <a:pt x="129736" y="2030"/>
                        </a:cubicBezTo>
                        <a:cubicBezTo>
                          <a:pt x="133260" y="4983"/>
                          <a:pt x="132975" y="8317"/>
                          <a:pt x="132403" y="12508"/>
                        </a:cubicBezTo>
                        <a:cubicBezTo>
                          <a:pt x="128403" y="37844"/>
                          <a:pt x="119068" y="61943"/>
                          <a:pt x="110305" y="85850"/>
                        </a:cubicBezTo>
                        <a:cubicBezTo>
                          <a:pt x="105352" y="99281"/>
                          <a:pt x="100399" y="112711"/>
                          <a:pt x="96494" y="126617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11" name="Forme libre : forme 14510">
                    <a:extLst>
                      <a:ext uri="{FF2B5EF4-FFF2-40B4-BE49-F238E27FC236}">
                        <a16:creationId xmlns:a16="http://schemas.microsoft.com/office/drawing/2014/main" id="{7460ABCB-B7F9-43C8-90A1-B232262F5511}"/>
                      </a:ext>
                    </a:extLst>
                  </p:cNvPr>
                  <p:cNvSpPr/>
                  <p:nvPr/>
                </p:nvSpPr>
                <p:spPr>
                  <a:xfrm>
                    <a:off x="8566120" y="2267832"/>
                    <a:ext cx="75264" cy="133002"/>
                  </a:xfrm>
                  <a:custGeom>
                    <a:avLst/>
                    <a:gdLst>
                      <a:gd name="connsiteX0" fmla="*/ 48966 w 75264"/>
                      <a:gd name="connsiteY0" fmla="*/ 62744 h 133002"/>
                      <a:gd name="connsiteX1" fmla="*/ 33821 w 75264"/>
                      <a:gd name="connsiteY1" fmla="*/ 109035 h 133002"/>
                      <a:gd name="connsiteX2" fmla="*/ 20677 w 75264"/>
                      <a:gd name="connsiteY2" fmla="*/ 127419 h 133002"/>
                      <a:gd name="connsiteX3" fmla="*/ 6865 w 75264"/>
                      <a:gd name="connsiteY3" fmla="*/ 132562 h 133002"/>
                      <a:gd name="connsiteX4" fmla="*/ 2865 w 75264"/>
                      <a:gd name="connsiteY4" fmla="*/ 132753 h 133002"/>
                      <a:gd name="connsiteX5" fmla="*/ 7 w 75264"/>
                      <a:gd name="connsiteY5" fmla="*/ 128371 h 133002"/>
                      <a:gd name="connsiteX6" fmla="*/ 1627 w 75264"/>
                      <a:gd name="connsiteY6" fmla="*/ 123133 h 133002"/>
                      <a:gd name="connsiteX7" fmla="*/ 10771 w 75264"/>
                      <a:gd name="connsiteY7" fmla="*/ 111512 h 133002"/>
                      <a:gd name="connsiteX8" fmla="*/ 50871 w 75264"/>
                      <a:gd name="connsiteY8" fmla="*/ 40170 h 133002"/>
                      <a:gd name="connsiteX9" fmla="*/ 69159 w 75264"/>
                      <a:gd name="connsiteY9" fmla="*/ 3499 h 133002"/>
                      <a:gd name="connsiteX10" fmla="*/ 75255 w 75264"/>
                      <a:gd name="connsiteY10" fmla="*/ 4165 h 133002"/>
                      <a:gd name="connsiteX11" fmla="*/ 67159 w 75264"/>
                      <a:gd name="connsiteY11" fmla="*/ 20453 h 133002"/>
                      <a:gd name="connsiteX12" fmla="*/ 48966 w 75264"/>
                      <a:gd name="connsiteY12" fmla="*/ 62744 h 133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5264" h="133002">
                        <a:moveTo>
                          <a:pt x="48966" y="62744"/>
                        </a:moveTo>
                        <a:cubicBezTo>
                          <a:pt x="43822" y="78175"/>
                          <a:pt x="40108" y="94081"/>
                          <a:pt x="33821" y="109035"/>
                        </a:cubicBezTo>
                        <a:cubicBezTo>
                          <a:pt x="30868" y="116084"/>
                          <a:pt x="27058" y="123228"/>
                          <a:pt x="20677" y="127419"/>
                        </a:cubicBezTo>
                        <a:cubicBezTo>
                          <a:pt x="16581" y="130086"/>
                          <a:pt x="11723" y="131419"/>
                          <a:pt x="6865" y="132562"/>
                        </a:cubicBezTo>
                        <a:cubicBezTo>
                          <a:pt x="5532" y="132943"/>
                          <a:pt x="4103" y="133229"/>
                          <a:pt x="2865" y="132753"/>
                        </a:cubicBezTo>
                        <a:cubicBezTo>
                          <a:pt x="1150" y="132181"/>
                          <a:pt x="103" y="130276"/>
                          <a:pt x="7" y="128371"/>
                        </a:cubicBezTo>
                        <a:cubicBezTo>
                          <a:pt x="-88" y="126466"/>
                          <a:pt x="769" y="124752"/>
                          <a:pt x="1627" y="123133"/>
                        </a:cubicBezTo>
                        <a:cubicBezTo>
                          <a:pt x="4008" y="118846"/>
                          <a:pt x="7532" y="115227"/>
                          <a:pt x="10771" y="111512"/>
                        </a:cubicBezTo>
                        <a:cubicBezTo>
                          <a:pt x="28773" y="90652"/>
                          <a:pt x="39631" y="65030"/>
                          <a:pt x="50871" y="40170"/>
                        </a:cubicBezTo>
                        <a:cubicBezTo>
                          <a:pt x="56490" y="27692"/>
                          <a:pt x="62205" y="15214"/>
                          <a:pt x="69159" y="3499"/>
                        </a:cubicBezTo>
                        <a:cubicBezTo>
                          <a:pt x="71445" y="-407"/>
                          <a:pt x="74969" y="-2121"/>
                          <a:pt x="75255" y="4165"/>
                        </a:cubicBezTo>
                        <a:cubicBezTo>
                          <a:pt x="75540" y="9214"/>
                          <a:pt x="69445" y="16072"/>
                          <a:pt x="67159" y="20453"/>
                        </a:cubicBezTo>
                        <a:cubicBezTo>
                          <a:pt x="59920" y="33979"/>
                          <a:pt x="53823" y="48171"/>
                          <a:pt x="48966" y="6274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512" name="Forme libre : forme 14511">
                  <a:extLst>
                    <a:ext uri="{FF2B5EF4-FFF2-40B4-BE49-F238E27FC236}">
                      <a16:creationId xmlns:a16="http://schemas.microsoft.com/office/drawing/2014/main" id="{3C8DD035-33B5-4C34-9D73-F03809CB2B07}"/>
                    </a:ext>
                  </a:extLst>
                </p:cNvPr>
                <p:cNvSpPr/>
                <p:nvPr/>
              </p:nvSpPr>
              <p:spPr>
                <a:xfrm>
                  <a:off x="8788175" y="1838949"/>
                  <a:ext cx="26849" cy="121581"/>
                </a:xfrm>
                <a:custGeom>
                  <a:avLst/>
                  <a:gdLst>
                    <a:gd name="connsiteX0" fmla="*/ 361 w 26849"/>
                    <a:gd name="connsiteY0" fmla="*/ 54144 h 121581"/>
                    <a:gd name="connsiteX1" fmla="*/ 4457 w 26849"/>
                    <a:gd name="connsiteY1" fmla="*/ 111961 h 121581"/>
                    <a:gd name="connsiteX2" fmla="*/ 9124 w 26849"/>
                    <a:gd name="connsiteY2" fmla="*/ 121581 h 121581"/>
                    <a:gd name="connsiteX3" fmla="*/ 12267 w 26849"/>
                    <a:gd name="connsiteY3" fmla="*/ 97959 h 121581"/>
                    <a:gd name="connsiteX4" fmla="*/ 16649 w 26849"/>
                    <a:gd name="connsiteY4" fmla="*/ 70432 h 121581"/>
                    <a:gd name="connsiteX5" fmla="*/ 26745 w 26849"/>
                    <a:gd name="connsiteY5" fmla="*/ 14711 h 121581"/>
                    <a:gd name="connsiteX6" fmla="*/ 14839 w 26849"/>
                    <a:gd name="connsiteY6" fmla="*/ 328 h 121581"/>
                    <a:gd name="connsiteX7" fmla="*/ 1790 w 26849"/>
                    <a:gd name="connsiteY7" fmla="*/ 20521 h 121581"/>
                    <a:gd name="connsiteX8" fmla="*/ 361 w 26849"/>
                    <a:gd name="connsiteY8" fmla="*/ 54144 h 121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849" h="121581">
                      <a:moveTo>
                        <a:pt x="361" y="54144"/>
                      </a:moveTo>
                      <a:cubicBezTo>
                        <a:pt x="1123" y="73480"/>
                        <a:pt x="1790" y="92816"/>
                        <a:pt x="4457" y="111961"/>
                      </a:cubicBezTo>
                      <a:cubicBezTo>
                        <a:pt x="4933" y="115580"/>
                        <a:pt x="5886" y="119771"/>
                        <a:pt x="9124" y="121581"/>
                      </a:cubicBezTo>
                      <a:cubicBezTo>
                        <a:pt x="10172" y="113675"/>
                        <a:pt x="11220" y="105770"/>
                        <a:pt x="12267" y="97959"/>
                      </a:cubicBezTo>
                      <a:cubicBezTo>
                        <a:pt x="13506" y="88720"/>
                        <a:pt x="14744" y="79576"/>
                        <a:pt x="16649" y="70432"/>
                      </a:cubicBezTo>
                      <a:cubicBezTo>
                        <a:pt x="20650" y="52049"/>
                        <a:pt x="27793" y="33761"/>
                        <a:pt x="26745" y="14711"/>
                      </a:cubicBezTo>
                      <a:cubicBezTo>
                        <a:pt x="26365" y="7376"/>
                        <a:pt x="24269" y="-1863"/>
                        <a:pt x="14839" y="328"/>
                      </a:cubicBezTo>
                      <a:cubicBezTo>
                        <a:pt x="5981" y="2328"/>
                        <a:pt x="3314" y="12901"/>
                        <a:pt x="1790" y="20521"/>
                      </a:cubicBezTo>
                      <a:cubicBezTo>
                        <a:pt x="-496" y="31570"/>
                        <a:pt x="-115" y="43000"/>
                        <a:pt x="361" y="54144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513" name="Forme libre : forme 14512">
                  <a:extLst>
                    <a:ext uri="{FF2B5EF4-FFF2-40B4-BE49-F238E27FC236}">
                      <a16:creationId xmlns:a16="http://schemas.microsoft.com/office/drawing/2014/main" id="{85581773-08E3-4E8F-A03E-6C46808EAF7D}"/>
                    </a:ext>
                  </a:extLst>
                </p:cNvPr>
                <p:cNvSpPr/>
                <p:nvPr/>
              </p:nvSpPr>
              <p:spPr>
                <a:xfrm>
                  <a:off x="8907780" y="1846959"/>
                  <a:ext cx="29977" cy="54515"/>
                </a:xfrm>
                <a:custGeom>
                  <a:avLst/>
                  <a:gdLst>
                    <a:gd name="connsiteX0" fmla="*/ 10 w 29977"/>
                    <a:gd name="connsiteY0" fmla="*/ 49658 h 54515"/>
                    <a:gd name="connsiteX1" fmla="*/ 2582 w 29977"/>
                    <a:gd name="connsiteY1" fmla="*/ 54515 h 54515"/>
                    <a:gd name="connsiteX2" fmla="*/ 5058 w 29977"/>
                    <a:gd name="connsiteY2" fmla="*/ 52896 h 54515"/>
                    <a:gd name="connsiteX3" fmla="*/ 23918 w 29977"/>
                    <a:gd name="connsiteY3" fmla="*/ 1366 h 54515"/>
                    <a:gd name="connsiteX4" fmla="*/ 10 w 29977"/>
                    <a:gd name="connsiteY4" fmla="*/ 49658 h 54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977" h="54515">
                      <a:moveTo>
                        <a:pt x="10" y="49658"/>
                      </a:moveTo>
                      <a:cubicBezTo>
                        <a:pt x="-85" y="51753"/>
                        <a:pt x="486" y="54515"/>
                        <a:pt x="2582" y="54515"/>
                      </a:cubicBezTo>
                      <a:cubicBezTo>
                        <a:pt x="3629" y="54515"/>
                        <a:pt x="4392" y="53658"/>
                        <a:pt x="5058" y="52896"/>
                      </a:cubicBezTo>
                      <a:cubicBezTo>
                        <a:pt x="13821" y="43085"/>
                        <a:pt x="42301" y="14225"/>
                        <a:pt x="23918" y="1366"/>
                      </a:cubicBezTo>
                      <a:cubicBezTo>
                        <a:pt x="9344" y="-8826"/>
                        <a:pt x="581" y="41085"/>
                        <a:pt x="10" y="49658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514" name="Forme libre : forme 14513">
                  <a:extLst>
                    <a:ext uri="{FF2B5EF4-FFF2-40B4-BE49-F238E27FC236}">
                      <a16:creationId xmlns:a16="http://schemas.microsoft.com/office/drawing/2014/main" id="{E5C4BEFA-5DF3-4107-AF13-077C75B326F9}"/>
                    </a:ext>
                  </a:extLst>
                </p:cNvPr>
                <p:cNvSpPr/>
                <p:nvPr/>
              </p:nvSpPr>
              <p:spPr>
                <a:xfrm>
                  <a:off x="8926683" y="1939914"/>
                  <a:ext cx="66895" cy="53771"/>
                </a:xfrm>
                <a:custGeom>
                  <a:avLst/>
                  <a:gdLst>
                    <a:gd name="connsiteX0" fmla="*/ 29494 w 66895"/>
                    <a:gd name="connsiteY0" fmla="*/ 18520 h 53771"/>
                    <a:gd name="connsiteX1" fmla="*/ 1300 w 66895"/>
                    <a:gd name="connsiteY1" fmla="*/ 46143 h 53771"/>
                    <a:gd name="connsiteX2" fmla="*/ 61 w 66895"/>
                    <a:gd name="connsiteY2" fmla="*/ 50524 h 53771"/>
                    <a:gd name="connsiteX3" fmla="*/ 4443 w 66895"/>
                    <a:gd name="connsiteY3" fmla="*/ 53763 h 53771"/>
                    <a:gd name="connsiteX4" fmla="*/ 10063 w 66895"/>
                    <a:gd name="connsiteY4" fmla="*/ 52429 h 53771"/>
                    <a:gd name="connsiteX5" fmla="*/ 64546 w 66895"/>
                    <a:gd name="connsiteY5" fmla="*/ 15377 h 53771"/>
                    <a:gd name="connsiteX6" fmla="*/ 61593 w 66895"/>
                    <a:gd name="connsiteY6" fmla="*/ 137 h 53771"/>
                    <a:gd name="connsiteX7" fmla="*/ 29494 w 66895"/>
                    <a:gd name="connsiteY7" fmla="*/ 18520 h 53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6895" h="53771">
                      <a:moveTo>
                        <a:pt x="29494" y="18520"/>
                      </a:moveTo>
                      <a:cubicBezTo>
                        <a:pt x="18730" y="26235"/>
                        <a:pt x="7967" y="34713"/>
                        <a:pt x="1300" y="46143"/>
                      </a:cubicBezTo>
                      <a:cubicBezTo>
                        <a:pt x="538" y="47476"/>
                        <a:pt x="-224" y="49000"/>
                        <a:pt x="61" y="50524"/>
                      </a:cubicBezTo>
                      <a:cubicBezTo>
                        <a:pt x="442" y="52429"/>
                        <a:pt x="2443" y="53667"/>
                        <a:pt x="4443" y="53763"/>
                      </a:cubicBezTo>
                      <a:cubicBezTo>
                        <a:pt x="6348" y="53858"/>
                        <a:pt x="8253" y="53191"/>
                        <a:pt x="10063" y="52429"/>
                      </a:cubicBezTo>
                      <a:cubicBezTo>
                        <a:pt x="27970" y="45190"/>
                        <a:pt x="55783" y="33951"/>
                        <a:pt x="64546" y="15377"/>
                      </a:cubicBezTo>
                      <a:cubicBezTo>
                        <a:pt x="67022" y="10043"/>
                        <a:pt x="69308" y="1470"/>
                        <a:pt x="61593" y="137"/>
                      </a:cubicBezTo>
                      <a:cubicBezTo>
                        <a:pt x="51877" y="-1578"/>
                        <a:pt x="36637" y="13281"/>
                        <a:pt x="29494" y="18520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515" name="Forme libre : forme 14514">
                  <a:extLst>
                    <a:ext uri="{FF2B5EF4-FFF2-40B4-BE49-F238E27FC236}">
                      <a16:creationId xmlns:a16="http://schemas.microsoft.com/office/drawing/2014/main" id="{2D60749A-2572-4BD4-B9F1-BAE0A43086A8}"/>
                    </a:ext>
                  </a:extLst>
                </p:cNvPr>
                <p:cNvSpPr/>
                <p:nvPr/>
              </p:nvSpPr>
              <p:spPr>
                <a:xfrm>
                  <a:off x="8787679" y="1950528"/>
                  <a:ext cx="75437" cy="164877"/>
                </a:xfrm>
                <a:custGeom>
                  <a:avLst/>
                  <a:gdLst>
                    <a:gd name="connsiteX0" fmla="*/ 34862 w 75437"/>
                    <a:gd name="connsiteY0" fmla="*/ 69342 h 164877"/>
                    <a:gd name="connsiteX1" fmla="*/ 75438 w 75437"/>
                    <a:gd name="connsiteY1" fmla="*/ 42291 h 164877"/>
                    <a:gd name="connsiteX2" fmla="*/ 35909 w 75437"/>
                    <a:gd name="connsiteY2" fmla="*/ 78581 h 164877"/>
                    <a:gd name="connsiteX3" fmla="*/ 11906 w 75437"/>
                    <a:gd name="connsiteY3" fmla="*/ 127825 h 164877"/>
                    <a:gd name="connsiteX4" fmla="*/ 0 w 75437"/>
                    <a:gd name="connsiteY4" fmla="*/ 164878 h 164877"/>
                    <a:gd name="connsiteX5" fmla="*/ 28575 w 75437"/>
                    <a:gd name="connsiteY5" fmla="*/ 65151 h 164877"/>
                    <a:gd name="connsiteX6" fmla="*/ 48482 w 75437"/>
                    <a:gd name="connsiteY6" fmla="*/ 15812 h 164877"/>
                    <a:gd name="connsiteX7" fmla="*/ 55054 w 75437"/>
                    <a:gd name="connsiteY7" fmla="*/ 0 h 164877"/>
                    <a:gd name="connsiteX8" fmla="*/ 52102 w 75437"/>
                    <a:gd name="connsiteY8" fmla="*/ 12573 h 164877"/>
                    <a:gd name="connsiteX9" fmla="*/ 45625 w 75437"/>
                    <a:gd name="connsiteY9" fmla="*/ 31052 h 164877"/>
                    <a:gd name="connsiteX10" fmla="*/ 34862 w 75437"/>
                    <a:gd name="connsiteY10" fmla="*/ 69342 h 164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5437" h="164877">
                      <a:moveTo>
                        <a:pt x="34862" y="69342"/>
                      </a:moveTo>
                      <a:cubicBezTo>
                        <a:pt x="49625" y="62389"/>
                        <a:pt x="63341" y="53245"/>
                        <a:pt x="75438" y="42291"/>
                      </a:cubicBezTo>
                      <a:cubicBezTo>
                        <a:pt x="65437" y="57150"/>
                        <a:pt x="48006" y="65342"/>
                        <a:pt x="35909" y="78581"/>
                      </a:cubicBezTo>
                      <a:cubicBezTo>
                        <a:pt x="23527" y="92202"/>
                        <a:pt x="17526" y="110300"/>
                        <a:pt x="11906" y="127825"/>
                      </a:cubicBezTo>
                      <a:cubicBezTo>
                        <a:pt x="7906" y="140208"/>
                        <a:pt x="3905" y="152495"/>
                        <a:pt x="0" y="164878"/>
                      </a:cubicBezTo>
                      <a:cubicBezTo>
                        <a:pt x="5524" y="130683"/>
                        <a:pt x="16193" y="97536"/>
                        <a:pt x="28575" y="65151"/>
                      </a:cubicBezTo>
                      <a:cubicBezTo>
                        <a:pt x="34862" y="48577"/>
                        <a:pt x="41720" y="32195"/>
                        <a:pt x="48482" y="15812"/>
                      </a:cubicBezTo>
                      <a:cubicBezTo>
                        <a:pt x="50768" y="10573"/>
                        <a:pt x="52673" y="5144"/>
                        <a:pt x="55054" y="0"/>
                      </a:cubicBezTo>
                      <a:cubicBezTo>
                        <a:pt x="55721" y="4763"/>
                        <a:pt x="53721" y="8287"/>
                        <a:pt x="52102" y="12573"/>
                      </a:cubicBezTo>
                      <a:cubicBezTo>
                        <a:pt x="49721" y="18669"/>
                        <a:pt x="47625" y="24860"/>
                        <a:pt x="45625" y="31052"/>
                      </a:cubicBezTo>
                      <a:cubicBezTo>
                        <a:pt x="41434" y="43720"/>
                        <a:pt x="37910" y="56483"/>
                        <a:pt x="34862" y="69342"/>
                      </a:cubicBezTo>
                      <a:close/>
                    </a:path>
                  </a:pathLst>
                </a:custGeom>
                <a:solidFill>
                  <a:srgbClr val="6B359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516" name="Graphique 2">
                <a:extLst>
                  <a:ext uri="{FF2B5EF4-FFF2-40B4-BE49-F238E27FC236}">
                    <a16:creationId xmlns:a16="http://schemas.microsoft.com/office/drawing/2014/main" id="{D256D2AF-F9CA-4D42-BE99-03810A41DD16}"/>
                  </a:ext>
                </a:extLst>
              </p:cNvPr>
              <p:cNvGrpSpPr/>
              <p:nvPr/>
            </p:nvGrpSpPr>
            <p:grpSpPr>
              <a:xfrm>
                <a:off x="6913919" y="4344574"/>
                <a:ext cx="608158" cy="808861"/>
                <a:chOff x="6913919" y="4344574"/>
                <a:chExt cx="608158" cy="808861"/>
              </a:xfrm>
              <a:solidFill>
                <a:schemeClr val="accent1"/>
              </a:solidFill>
            </p:grpSpPr>
            <p:grpSp>
              <p:nvGrpSpPr>
                <p:cNvPr id="14517" name="Graphique 2">
                  <a:extLst>
                    <a:ext uri="{FF2B5EF4-FFF2-40B4-BE49-F238E27FC236}">
                      <a16:creationId xmlns:a16="http://schemas.microsoft.com/office/drawing/2014/main" id="{E8B04E9E-035E-4354-A1A1-8CD5320EFCAD}"/>
                    </a:ext>
                  </a:extLst>
                </p:cNvPr>
                <p:cNvGrpSpPr/>
                <p:nvPr/>
              </p:nvGrpSpPr>
              <p:grpSpPr>
                <a:xfrm>
                  <a:off x="6913919" y="4344574"/>
                  <a:ext cx="608158" cy="808861"/>
                  <a:chOff x="6913919" y="4344574"/>
                  <a:chExt cx="608158" cy="808861"/>
                </a:xfrm>
                <a:solidFill>
                  <a:schemeClr val="accent1"/>
                </a:solidFill>
              </p:grpSpPr>
              <p:sp>
                <p:nvSpPr>
                  <p:cNvPr id="14518" name="Forme libre : forme 14517">
                    <a:extLst>
                      <a:ext uri="{FF2B5EF4-FFF2-40B4-BE49-F238E27FC236}">
                        <a16:creationId xmlns:a16="http://schemas.microsoft.com/office/drawing/2014/main" id="{C5239710-C3DC-4C08-B19A-F9727709D7E3}"/>
                      </a:ext>
                    </a:extLst>
                  </p:cNvPr>
                  <p:cNvSpPr/>
                  <p:nvPr/>
                </p:nvSpPr>
                <p:spPr>
                  <a:xfrm>
                    <a:off x="6964023" y="4344574"/>
                    <a:ext cx="558054" cy="724439"/>
                  </a:xfrm>
                  <a:custGeom>
                    <a:avLst/>
                    <a:gdLst>
                      <a:gd name="connsiteX0" fmla="*/ 317468 w 558054"/>
                      <a:gd name="connsiteY0" fmla="*/ 724440 h 724439"/>
                      <a:gd name="connsiteX1" fmla="*/ 335852 w 558054"/>
                      <a:gd name="connsiteY1" fmla="*/ 556705 h 724439"/>
                      <a:gd name="connsiteX2" fmla="*/ 380714 w 558054"/>
                      <a:gd name="connsiteY2" fmla="*/ 354584 h 724439"/>
                      <a:gd name="connsiteX3" fmla="*/ 516446 w 558054"/>
                      <a:gd name="connsiteY3" fmla="*/ 112935 h 724439"/>
                      <a:gd name="connsiteX4" fmla="*/ 555403 w 558054"/>
                      <a:gd name="connsiteY4" fmla="*/ 61405 h 724439"/>
                      <a:gd name="connsiteX5" fmla="*/ 498824 w 558054"/>
                      <a:gd name="connsiteY5" fmla="*/ 55880 h 724439"/>
                      <a:gd name="connsiteX6" fmla="*/ 489014 w 558054"/>
                      <a:gd name="connsiteY6" fmla="*/ 50260 h 724439"/>
                      <a:gd name="connsiteX7" fmla="*/ 455962 w 558054"/>
                      <a:gd name="connsiteY7" fmla="*/ 4064 h 724439"/>
                      <a:gd name="connsiteX8" fmla="*/ 430721 w 558054"/>
                      <a:gd name="connsiteY8" fmla="*/ 63595 h 724439"/>
                      <a:gd name="connsiteX9" fmla="*/ 288989 w 558054"/>
                      <a:gd name="connsiteY9" fmla="*/ 301816 h 724439"/>
                      <a:gd name="connsiteX10" fmla="*/ 136208 w 558054"/>
                      <a:gd name="connsiteY10" fmla="*/ 441548 h 724439"/>
                      <a:gd name="connsiteX11" fmla="*/ 0 w 558054"/>
                      <a:gd name="connsiteY11" fmla="*/ 541179 h 724439"/>
                      <a:gd name="connsiteX12" fmla="*/ 124396 w 558054"/>
                      <a:gd name="connsiteY12" fmla="*/ 689293 h 724439"/>
                      <a:gd name="connsiteX13" fmla="*/ 317468 w 558054"/>
                      <a:gd name="connsiteY13" fmla="*/ 724440 h 724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58054" h="724439">
                        <a:moveTo>
                          <a:pt x="317468" y="724440"/>
                        </a:moveTo>
                        <a:cubicBezTo>
                          <a:pt x="317468" y="724440"/>
                          <a:pt x="333946" y="666909"/>
                          <a:pt x="335852" y="556705"/>
                        </a:cubicBezTo>
                        <a:cubicBezTo>
                          <a:pt x="337757" y="446500"/>
                          <a:pt x="344805" y="420974"/>
                          <a:pt x="380714" y="354584"/>
                        </a:cubicBezTo>
                        <a:cubicBezTo>
                          <a:pt x="416719" y="288195"/>
                          <a:pt x="508349" y="126556"/>
                          <a:pt x="516446" y="112935"/>
                        </a:cubicBezTo>
                        <a:cubicBezTo>
                          <a:pt x="524637" y="99314"/>
                          <a:pt x="540639" y="68358"/>
                          <a:pt x="555403" y="61405"/>
                        </a:cubicBezTo>
                        <a:cubicBezTo>
                          <a:pt x="570167" y="54356"/>
                          <a:pt x="519398" y="38735"/>
                          <a:pt x="498824" y="55880"/>
                        </a:cubicBezTo>
                        <a:lnTo>
                          <a:pt x="489014" y="50260"/>
                        </a:lnTo>
                        <a:cubicBezTo>
                          <a:pt x="493586" y="23972"/>
                          <a:pt x="454724" y="-12224"/>
                          <a:pt x="455962" y="4064"/>
                        </a:cubicBezTo>
                        <a:cubicBezTo>
                          <a:pt x="457200" y="20352"/>
                          <a:pt x="438436" y="49689"/>
                          <a:pt x="430721" y="63595"/>
                        </a:cubicBezTo>
                        <a:cubicBezTo>
                          <a:pt x="423005" y="77502"/>
                          <a:pt x="328613" y="237522"/>
                          <a:pt x="288989" y="301816"/>
                        </a:cubicBezTo>
                        <a:cubicBezTo>
                          <a:pt x="249365" y="366109"/>
                          <a:pt x="230886" y="384969"/>
                          <a:pt x="136208" y="441548"/>
                        </a:cubicBezTo>
                        <a:cubicBezTo>
                          <a:pt x="41529" y="498126"/>
                          <a:pt x="0" y="541179"/>
                          <a:pt x="0" y="541179"/>
                        </a:cubicBezTo>
                        <a:lnTo>
                          <a:pt x="124396" y="689293"/>
                        </a:lnTo>
                        <a:lnTo>
                          <a:pt x="317468" y="724440"/>
                        </a:ln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grpSp>
                <p:nvGrpSpPr>
                  <p:cNvPr id="14519" name="Graphique 2">
                    <a:extLst>
                      <a:ext uri="{FF2B5EF4-FFF2-40B4-BE49-F238E27FC236}">
                        <a16:creationId xmlns:a16="http://schemas.microsoft.com/office/drawing/2014/main" id="{5D3FEC80-875D-40D7-9BBA-67C30124AE07}"/>
                      </a:ext>
                    </a:extLst>
                  </p:cNvPr>
                  <p:cNvGrpSpPr/>
                  <p:nvPr/>
                </p:nvGrpSpPr>
                <p:grpSpPr>
                  <a:xfrm>
                    <a:off x="6993475" y="4940249"/>
                    <a:ext cx="188156" cy="197058"/>
                    <a:chOff x="6993475" y="4940249"/>
                    <a:chExt cx="188156" cy="197058"/>
                  </a:xfrm>
                  <a:solidFill>
                    <a:schemeClr val="accent1"/>
                  </a:solidFill>
                </p:grpSpPr>
                <p:sp>
                  <p:nvSpPr>
                    <p:cNvPr id="14520" name="Forme libre : forme 14519">
                      <a:extLst>
                        <a:ext uri="{FF2B5EF4-FFF2-40B4-BE49-F238E27FC236}">
                          <a16:creationId xmlns:a16="http://schemas.microsoft.com/office/drawing/2014/main" id="{BEC91586-81EB-4495-B3A9-5FBFBF4D1C9E}"/>
                        </a:ext>
                      </a:extLst>
                    </p:cNvPr>
                    <p:cNvSpPr/>
                    <p:nvPr/>
                  </p:nvSpPr>
                  <p:spPr>
                    <a:xfrm rot="-3597654">
                      <a:off x="7010970" y="4974388"/>
                      <a:ext cx="153164" cy="128780"/>
                    </a:xfrm>
                    <a:custGeom>
                      <a:avLst/>
                      <a:gdLst>
                        <a:gd name="connsiteX0" fmla="*/ 153165 w 153164"/>
                        <a:gd name="connsiteY0" fmla="*/ 64390 h 128780"/>
                        <a:gd name="connsiteX1" fmla="*/ 76582 w 153164"/>
                        <a:gd name="connsiteY1" fmla="*/ 128780 h 128780"/>
                        <a:gd name="connsiteX2" fmla="*/ 0 w 153164"/>
                        <a:gd name="connsiteY2" fmla="*/ 64390 h 128780"/>
                        <a:gd name="connsiteX3" fmla="*/ 76582 w 153164"/>
                        <a:gd name="connsiteY3" fmla="*/ 0 h 128780"/>
                        <a:gd name="connsiteX4" fmla="*/ 153165 w 153164"/>
                        <a:gd name="connsiteY4" fmla="*/ 64390 h 128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4" h="128780">
                          <a:moveTo>
                            <a:pt x="153165" y="64390"/>
                          </a:moveTo>
                          <a:cubicBezTo>
                            <a:pt x="153165" y="99952"/>
                            <a:pt x="118878" y="128780"/>
                            <a:pt x="76582" y="128780"/>
                          </a:cubicBezTo>
                          <a:cubicBezTo>
                            <a:pt x="34287" y="128780"/>
                            <a:pt x="0" y="99952"/>
                            <a:pt x="0" y="64390"/>
                          </a:cubicBezTo>
                          <a:cubicBezTo>
                            <a:pt x="0" y="28828"/>
                            <a:pt x="34287" y="0"/>
                            <a:pt x="76582" y="0"/>
                          </a:cubicBezTo>
                          <a:cubicBezTo>
                            <a:pt x="118878" y="0"/>
                            <a:pt x="153165" y="28828"/>
                            <a:pt x="153165" y="64390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1" name="Forme libre : forme 14520">
                      <a:extLst>
                        <a:ext uri="{FF2B5EF4-FFF2-40B4-BE49-F238E27FC236}">
                          <a16:creationId xmlns:a16="http://schemas.microsoft.com/office/drawing/2014/main" id="{1004B91C-F831-4DCB-AD49-4902C220B0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0601" y="4964888"/>
                      <a:ext cx="134532" cy="95648"/>
                    </a:xfrm>
                    <a:custGeom>
                      <a:avLst/>
                      <a:gdLst>
                        <a:gd name="connsiteX0" fmla="*/ 0 w 134532"/>
                        <a:gd name="connsiteY0" fmla="*/ 73836 h 95648"/>
                        <a:gd name="connsiteX1" fmla="*/ 5048 w 134532"/>
                        <a:gd name="connsiteY1" fmla="*/ 63549 h 95648"/>
                        <a:gd name="connsiteX2" fmla="*/ 99155 w 134532"/>
                        <a:gd name="connsiteY2" fmla="*/ 29545 h 95648"/>
                        <a:gd name="connsiteX3" fmla="*/ 127730 w 134532"/>
                        <a:gd name="connsiteY3" fmla="*/ 95648 h 95648"/>
                        <a:gd name="connsiteX4" fmla="*/ 105251 w 134532"/>
                        <a:gd name="connsiteY4" fmla="*/ 7446 h 95648"/>
                        <a:gd name="connsiteX5" fmla="*/ 11144 w 134532"/>
                        <a:gd name="connsiteY5" fmla="*/ 41451 h 95648"/>
                        <a:gd name="connsiteX6" fmla="*/ 0 w 134532"/>
                        <a:gd name="connsiteY6" fmla="*/ 73836 h 95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4532" h="95648">
                          <a:moveTo>
                            <a:pt x="0" y="73836"/>
                          </a:moveTo>
                          <a:cubicBezTo>
                            <a:pt x="1429" y="70407"/>
                            <a:pt x="3048" y="66882"/>
                            <a:pt x="5048" y="63549"/>
                          </a:cubicBezTo>
                          <a:cubicBezTo>
                            <a:pt x="26194" y="26973"/>
                            <a:pt x="68199" y="11923"/>
                            <a:pt x="99155" y="29545"/>
                          </a:cubicBezTo>
                          <a:cubicBezTo>
                            <a:pt x="123349" y="43261"/>
                            <a:pt x="134779" y="71931"/>
                            <a:pt x="127730" y="95648"/>
                          </a:cubicBezTo>
                          <a:cubicBezTo>
                            <a:pt x="142113" y="61453"/>
                            <a:pt x="133255" y="23639"/>
                            <a:pt x="105251" y="7446"/>
                          </a:cubicBezTo>
                          <a:cubicBezTo>
                            <a:pt x="74486" y="-10365"/>
                            <a:pt x="32385" y="4875"/>
                            <a:pt x="11144" y="41451"/>
                          </a:cubicBezTo>
                          <a:cubicBezTo>
                            <a:pt x="5048" y="51928"/>
                            <a:pt x="1429" y="62977"/>
                            <a:pt x="0" y="73836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2" name="Forme libre : forme 14521">
                      <a:extLst>
                        <a:ext uri="{FF2B5EF4-FFF2-40B4-BE49-F238E27FC236}">
                          <a16:creationId xmlns:a16="http://schemas.microsoft.com/office/drawing/2014/main" id="{DB7C3C1F-A580-4A04-9919-701105F05E32}"/>
                        </a:ext>
                      </a:extLst>
                    </p:cNvPr>
                    <p:cNvSpPr/>
                    <p:nvPr/>
                  </p:nvSpPr>
                  <p:spPr>
                    <a:xfrm rot="-2316582">
                      <a:off x="7053036" y="5043694"/>
                      <a:ext cx="74865" cy="59244"/>
                    </a:xfrm>
                    <a:custGeom>
                      <a:avLst/>
                      <a:gdLst>
                        <a:gd name="connsiteX0" fmla="*/ 74865 w 74865"/>
                        <a:gd name="connsiteY0" fmla="*/ 29622 h 59244"/>
                        <a:gd name="connsiteX1" fmla="*/ 37433 w 74865"/>
                        <a:gd name="connsiteY1" fmla="*/ 59244 h 59244"/>
                        <a:gd name="connsiteX2" fmla="*/ 0 w 74865"/>
                        <a:gd name="connsiteY2" fmla="*/ 29622 h 59244"/>
                        <a:gd name="connsiteX3" fmla="*/ 37433 w 74865"/>
                        <a:gd name="connsiteY3" fmla="*/ 0 h 59244"/>
                        <a:gd name="connsiteX4" fmla="*/ 74865 w 74865"/>
                        <a:gd name="connsiteY4" fmla="*/ 29622 h 59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5" h="59244">
                          <a:moveTo>
                            <a:pt x="74865" y="29622"/>
                          </a:moveTo>
                          <a:cubicBezTo>
                            <a:pt x="74865" y="45982"/>
                            <a:pt x="58106" y="59244"/>
                            <a:pt x="37433" y="59244"/>
                          </a:cubicBezTo>
                          <a:cubicBezTo>
                            <a:pt x="16759" y="59244"/>
                            <a:pt x="0" y="45982"/>
                            <a:pt x="0" y="29622"/>
                          </a:cubicBezTo>
                          <a:cubicBezTo>
                            <a:pt x="0" y="13263"/>
                            <a:pt x="16759" y="0"/>
                            <a:pt x="37433" y="0"/>
                          </a:cubicBezTo>
                          <a:cubicBezTo>
                            <a:pt x="58106" y="0"/>
                            <a:pt x="74865" y="13263"/>
                            <a:pt x="74865" y="29622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3" name="Forme libre : forme 14522">
                      <a:extLst>
                        <a:ext uri="{FF2B5EF4-FFF2-40B4-BE49-F238E27FC236}">
                          <a16:creationId xmlns:a16="http://schemas.microsoft.com/office/drawing/2014/main" id="{77FD86E0-098C-4E35-93C9-3E7250398D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48129" y="5077300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4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4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8" y="17907"/>
                            <a:pt x="8954" y="17907"/>
                          </a:cubicBezTo>
                          <a:cubicBezTo>
                            <a:pt x="4009" y="17907"/>
                            <a:pt x="0" y="13898"/>
                            <a:pt x="0" y="8953"/>
                          </a:cubicBezTo>
                          <a:cubicBezTo>
                            <a:pt x="0" y="4009"/>
                            <a:pt x="4009" y="0"/>
                            <a:pt x="8954" y="0"/>
                          </a:cubicBezTo>
                          <a:cubicBezTo>
                            <a:pt x="13898" y="0"/>
                            <a:pt x="17907" y="4008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524" name="Graphique 2">
                    <a:extLst>
                      <a:ext uri="{FF2B5EF4-FFF2-40B4-BE49-F238E27FC236}">
                        <a16:creationId xmlns:a16="http://schemas.microsoft.com/office/drawing/2014/main" id="{678D3509-4C8D-4F35-8F58-E47B04A5AB3B}"/>
                      </a:ext>
                    </a:extLst>
                  </p:cNvPr>
                  <p:cNvGrpSpPr/>
                  <p:nvPr/>
                </p:nvGrpSpPr>
                <p:grpSpPr>
                  <a:xfrm>
                    <a:off x="7123703" y="4956377"/>
                    <a:ext cx="188156" cy="197058"/>
                    <a:chOff x="7123703" y="4956377"/>
                    <a:chExt cx="188156" cy="197058"/>
                  </a:xfrm>
                  <a:solidFill>
                    <a:schemeClr val="accent1"/>
                  </a:solidFill>
                </p:grpSpPr>
                <p:sp>
                  <p:nvSpPr>
                    <p:cNvPr id="14525" name="Forme libre : forme 14524">
                      <a:extLst>
                        <a:ext uri="{FF2B5EF4-FFF2-40B4-BE49-F238E27FC236}">
                          <a16:creationId xmlns:a16="http://schemas.microsoft.com/office/drawing/2014/main" id="{5F0247BB-AF1A-4437-863F-9CDCE104BAE8}"/>
                        </a:ext>
                      </a:extLst>
                    </p:cNvPr>
                    <p:cNvSpPr/>
                    <p:nvPr/>
                  </p:nvSpPr>
                  <p:spPr>
                    <a:xfrm rot="-3597654">
                      <a:off x="7141198" y="4990516"/>
                      <a:ext cx="153164" cy="128780"/>
                    </a:xfrm>
                    <a:custGeom>
                      <a:avLst/>
                      <a:gdLst>
                        <a:gd name="connsiteX0" fmla="*/ 153165 w 153164"/>
                        <a:gd name="connsiteY0" fmla="*/ 64390 h 128780"/>
                        <a:gd name="connsiteX1" fmla="*/ 76583 w 153164"/>
                        <a:gd name="connsiteY1" fmla="*/ 128780 h 128780"/>
                        <a:gd name="connsiteX2" fmla="*/ 0 w 153164"/>
                        <a:gd name="connsiteY2" fmla="*/ 64390 h 128780"/>
                        <a:gd name="connsiteX3" fmla="*/ 76583 w 153164"/>
                        <a:gd name="connsiteY3" fmla="*/ 0 h 128780"/>
                        <a:gd name="connsiteX4" fmla="*/ 153165 w 153164"/>
                        <a:gd name="connsiteY4" fmla="*/ 64390 h 128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4" h="128780">
                          <a:moveTo>
                            <a:pt x="153165" y="64390"/>
                          </a:moveTo>
                          <a:cubicBezTo>
                            <a:pt x="153165" y="99952"/>
                            <a:pt x="118878" y="128780"/>
                            <a:pt x="76583" y="128780"/>
                          </a:cubicBezTo>
                          <a:cubicBezTo>
                            <a:pt x="34287" y="128780"/>
                            <a:pt x="0" y="99952"/>
                            <a:pt x="0" y="64390"/>
                          </a:cubicBezTo>
                          <a:cubicBezTo>
                            <a:pt x="0" y="28828"/>
                            <a:pt x="34287" y="0"/>
                            <a:pt x="76583" y="0"/>
                          </a:cubicBezTo>
                          <a:cubicBezTo>
                            <a:pt x="118878" y="0"/>
                            <a:pt x="153165" y="28828"/>
                            <a:pt x="153165" y="64390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6" name="Forme libre : forme 14525">
                      <a:extLst>
                        <a:ext uri="{FF2B5EF4-FFF2-40B4-BE49-F238E27FC236}">
                          <a16:creationId xmlns:a16="http://schemas.microsoft.com/office/drawing/2014/main" id="{4F096DBA-535B-4536-9DDC-35597D8770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0903" y="4981081"/>
                      <a:ext cx="134532" cy="95647"/>
                    </a:xfrm>
                    <a:custGeom>
                      <a:avLst/>
                      <a:gdLst>
                        <a:gd name="connsiteX0" fmla="*/ 0 w 134532"/>
                        <a:gd name="connsiteY0" fmla="*/ 73836 h 95647"/>
                        <a:gd name="connsiteX1" fmla="*/ 5048 w 134532"/>
                        <a:gd name="connsiteY1" fmla="*/ 63549 h 95647"/>
                        <a:gd name="connsiteX2" fmla="*/ 99155 w 134532"/>
                        <a:gd name="connsiteY2" fmla="*/ 29544 h 95647"/>
                        <a:gd name="connsiteX3" fmla="*/ 127730 w 134532"/>
                        <a:gd name="connsiteY3" fmla="*/ 95648 h 95647"/>
                        <a:gd name="connsiteX4" fmla="*/ 105251 w 134532"/>
                        <a:gd name="connsiteY4" fmla="*/ 7447 h 95647"/>
                        <a:gd name="connsiteX5" fmla="*/ 11144 w 134532"/>
                        <a:gd name="connsiteY5" fmla="*/ 41451 h 95647"/>
                        <a:gd name="connsiteX6" fmla="*/ 0 w 134532"/>
                        <a:gd name="connsiteY6" fmla="*/ 73836 h 956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4532" h="95647">
                          <a:moveTo>
                            <a:pt x="0" y="73836"/>
                          </a:moveTo>
                          <a:cubicBezTo>
                            <a:pt x="1429" y="70407"/>
                            <a:pt x="3048" y="66883"/>
                            <a:pt x="5048" y="63549"/>
                          </a:cubicBezTo>
                          <a:cubicBezTo>
                            <a:pt x="26194" y="26973"/>
                            <a:pt x="68199" y="11923"/>
                            <a:pt x="99155" y="29544"/>
                          </a:cubicBezTo>
                          <a:cubicBezTo>
                            <a:pt x="123349" y="43260"/>
                            <a:pt x="134779" y="71931"/>
                            <a:pt x="127730" y="95648"/>
                          </a:cubicBezTo>
                          <a:cubicBezTo>
                            <a:pt x="142113" y="61453"/>
                            <a:pt x="133255" y="23639"/>
                            <a:pt x="105251" y="7447"/>
                          </a:cubicBezTo>
                          <a:cubicBezTo>
                            <a:pt x="74485" y="-10365"/>
                            <a:pt x="32385" y="4875"/>
                            <a:pt x="11144" y="41451"/>
                          </a:cubicBezTo>
                          <a:cubicBezTo>
                            <a:pt x="5048" y="51928"/>
                            <a:pt x="1429" y="62977"/>
                            <a:pt x="0" y="73836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7" name="Forme libre : forme 14526">
                      <a:extLst>
                        <a:ext uri="{FF2B5EF4-FFF2-40B4-BE49-F238E27FC236}">
                          <a16:creationId xmlns:a16="http://schemas.microsoft.com/office/drawing/2014/main" id="{6EF88798-EC77-4772-AF49-65469E4E16DD}"/>
                        </a:ext>
                      </a:extLst>
                    </p:cNvPr>
                    <p:cNvSpPr/>
                    <p:nvPr/>
                  </p:nvSpPr>
                  <p:spPr>
                    <a:xfrm rot="-2316582">
                      <a:off x="7183282" y="5059803"/>
                      <a:ext cx="74865" cy="59244"/>
                    </a:xfrm>
                    <a:custGeom>
                      <a:avLst/>
                      <a:gdLst>
                        <a:gd name="connsiteX0" fmla="*/ 74865 w 74865"/>
                        <a:gd name="connsiteY0" fmla="*/ 29622 h 59244"/>
                        <a:gd name="connsiteX1" fmla="*/ 37433 w 74865"/>
                        <a:gd name="connsiteY1" fmla="*/ 59244 h 59244"/>
                        <a:gd name="connsiteX2" fmla="*/ 0 w 74865"/>
                        <a:gd name="connsiteY2" fmla="*/ 29622 h 59244"/>
                        <a:gd name="connsiteX3" fmla="*/ 37433 w 74865"/>
                        <a:gd name="connsiteY3" fmla="*/ 0 h 59244"/>
                        <a:gd name="connsiteX4" fmla="*/ 74865 w 74865"/>
                        <a:gd name="connsiteY4" fmla="*/ 29622 h 59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5" h="59244">
                          <a:moveTo>
                            <a:pt x="74865" y="29622"/>
                          </a:moveTo>
                          <a:cubicBezTo>
                            <a:pt x="74865" y="45982"/>
                            <a:pt x="58106" y="59244"/>
                            <a:pt x="37433" y="59244"/>
                          </a:cubicBezTo>
                          <a:cubicBezTo>
                            <a:pt x="16759" y="59244"/>
                            <a:pt x="0" y="45982"/>
                            <a:pt x="0" y="29622"/>
                          </a:cubicBezTo>
                          <a:cubicBezTo>
                            <a:pt x="0" y="13262"/>
                            <a:pt x="16759" y="0"/>
                            <a:pt x="37433" y="0"/>
                          </a:cubicBezTo>
                          <a:cubicBezTo>
                            <a:pt x="58106" y="0"/>
                            <a:pt x="74865" y="13262"/>
                            <a:pt x="74865" y="29622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8" name="Forme libre : forme 14527">
                      <a:extLst>
                        <a:ext uri="{FF2B5EF4-FFF2-40B4-BE49-F238E27FC236}">
                          <a16:creationId xmlns:a16="http://schemas.microsoft.com/office/drawing/2014/main" id="{8CA45B9C-EC33-4EC7-9882-CB31506D49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8431" y="5093493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9"/>
                            <a:pt x="0" y="8954"/>
                          </a:cubicBezTo>
                          <a:cubicBezTo>
                            <a:pt x="0" y="4009"/>
                            <a:pt x="4009" y="0"/>
                            <a:pt x="8953" y="0"/>
                          </a:cubicBezTo>
                          <a:cubicBezTo>
                            <a:pt x="13898" y="0"/>
                            <a:pt x="17907" y="4008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529" name="Graphique 2">
                    <a:extLst>
                      <a:ext uri="{FF2B5EF4-FFF2-40B4-BE49-F238E27FC236}">
                        <a16:creationId xmlns:a16="http://schemas.microsoft.com/office/drawing/2014/main" id="{C0C83C7B-FAF2-4296-A72E-648A7B028B8B}"/>
                      </a:ext>
                    </a:extLst>
                  </p:cNvPr>
                  <p:cNvGrpSpPr/>
                  <p:nvPr/>
                </p:nvGrpSpPr>
                <p:grpSpPr>
                  <a:xfrm>
                    <a:off x="6913919" y="4835159"/>
                    <a:ext cx="188156" cy="197058"/>
                    <a:chOff x="6913919" y="4835159"/>
                    <a:chExt cx="188156" cy="197058"/>
                  </a:xfrm>
                  <a:solidFill>
                    <a:schemeClr val="accent1"/>
                  </a:solidFill>
                </p:grpSpPr>
                <p:sp>
                  <p:nvSpPr>
                    <p:cNvPr id="14530" name="Forme libre : forme 14529">
                      <a:extLst>
                        <a:ext uri="{FF2B5EF4-FFF2-40B4-BE49-F238E27FC236}">
                          <a16:creationId xmlns:a16="http://schemas.microsoft.com/office/drawing/2014/main" id="{7E86906B-2F91-4F78-8C00-7FD4D2688A1E}"/>
                        </a:ext>
                      </a:extLst>
                    </p:cNvPr>
                    <p:cNvSpPr/>
                    <p:nvPr/>
                  </p:nvSpPr>
                  <p:spPr>
                    <a:xfrm rot="-3597654">
                      <a:off x="6931414" y="4869298"/>
                      <a:ext cx="153164" cy="128780"/>
                    </a:xfrm>
                    <a:custGeom>
                      <a:avLst/>
                      <a:gdLst>
                        <a:gd name="connsiteX0" fmla="*/ 153165 w 153164"/>
                        <a:gd name="connsiteY0" fmla="*/ 64390 h 128780"/>
                        <a:gd name="connsiteX1" fmla="*/ 76583 w 153164"/>
                        <a:gd name="connsiteY1" fmla="*/ 128781 h 128780"/>
                        <a:gd name="connsiteX2" fmla="*/ 0 w 153164"/>
                        <a:gd name="connsiteY2" fmla="*/ 64390 h 128780"/>
                        <a:gd name="connsiteX3" fmla="*/ 76583 w 153164"/>
                        <a:gd name="connsiteY3" fmla="*/ 0 h 128780"/>
                        <a:gd name="connsiteX4" fmla="*/ 153165 w 153164"/>
                        <a:gd name="connsiteY4" fmla="*/ 64390 h 128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4" h="128780">
                          <a:moveTo>
                            <a:pt x="153165" y="64390"/>
                          </a:moveTo>
                          <a:cubicBezTo>
                            <a:pt x="153165" y="99952"/>
                            <a:pt x="118878" y="128781"/>
                            <a:pt x="76583" y="128781"/>
                          </a:cubicBezTo>
                          <a:cubicBezTo>
                            <a:pt x="34287" y="128781"/>
                            <a:pt x="0" y="99952"/>
                            <a:pt x="0" y="64390"/>
                          </a:cubicBezTo>
                          <a:cubicBezTo>
                            <a:pt x="0" y="28828"/>
                            <a:pt x="34287" y="0"/>
                            <a:pt x="76583" y="0"/>
                          </a:cubicBezTo>
                          <a:cubicBezTo>
                            <a:pt x="118878" y="0"/>
                            <a:pt x="153165" y="28828"/>
                            <a:pt x="153165" y="64390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31" name="Forme libre : forme 14530">
                      <a:extLst>
                        <a:ext uri="{FF2B5EF4-FFF2-40B4-BE49-F238E27FC236}">
                          <a16:creationId xmlns:a16="http://schemas.microsoft.com/office/drawing/2014/main" id="{E76BC678-97DF-43AF-8214-025B3AABD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41068" y="4859828"/>
                      <a:ext cx="134532" cy="95648"/>
                    </a:xfrm>
                    <a:custGeom>
                      <a:avLst/>
                      <a:gdLst>
                        <a:gd name="connsiteX0" fmla="*/ 0 w 134532"/>
                        <a:gd name="connsiteY0" fmla="*/ 73836 h 95648"/>
                        <a:gd name="connsiteX1" fmla="*/ 5048 w 134532"/>
                        <a:gd name="connsiteY1" fmla="*/ 63549 h 95648"/>
                        <a:gd name="connsiteX2" fmla="*/ 99155 w 134532"/>
                        <a:gd name="connsiteY2" fmla="*/ 29545 h 95648"/>
                        <a:gd name="connsiteX3" fmla="*/ 127730 w 134532"/>
                        <a:gd name="connsiteY3" fmla="*/ 95648 h 95648"/>
                        <a:gd name="connsiteX4" fmla="*/ 105251 w 134532"/>
                        <a:gd name="connsiteY4" fmla="*/ 7446 h 95648"/>
                        <a:gd name="connsiteX5" fmla="*/ 11144 w 134532"/>
                        <a:gd name="connsiteY5" fmla="*/ 41451 h 95648"/>
                        <a:gd name="connsiteX6" fmla="*/ 0 w 134532"/>
                        <a:gd name="connsiteY6" fmla="*/ 73836 h 95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4532" h="95648">
                          <a:moveTo>
                            <a:pt x="0" y="73836"/>
                          </a:moveTo>
                          <a:cubicBezTo>
                            <a:pt x="1429" y="70407"/>
                            <a:pt x="3048" y="66882"/>
                            <a:pt x="5048" y="63549"/>
                          </a:cubicBezTo>
                          <a:cubicBezTo>
                            <a:pt x="26194" y="26973"/>
                            <a:pt x="68199" y="11923"/>
                            <a:pt x="99155" y="29545"/>
                          </a:cubicBezTo>
                          <a:cubicBezTo>
                            <a:pt x="123349" y="43261"/>
                            <a:pt x="134779" y="71931"/>
                            <a:pt x="127730" y="95648"/>
                          </a:cubicBezTo>
                          <a:cubicBezTo>
                            <a:pt x="142113" y="61453"/>
                            <a:pt x="133255" y="23639"/>
                            <a:pt x="105251" y="7446"/>
                          </a:cubicBezTo>
                          <a:cubicBezTo>
                            <a:pt x="74485" y="-10365"/>
                            <a:pt x="32385" y="4875"/>
                            <a:pt x="11144" y="41451"/>
                          </a:cubicBezTo>
                          <a:cubicBezTo>
                            <a:pt x="5143" y="51833"/>
                            <a:pt x="1524" y="62882"/>
                            <a:pt x="0" y="73836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32" name="Forme libre : forme 14531">
                      <a:extLst>
                        <a:ext uri="{FF2B5EF4-FFF2-40B4-BE49-F238E27FC236}">
                          <a16:creationId xmlns:a16="http://schemas.microsoft.com/office/drawing/2014/main" id="{FC3250F7-BB3C-42AD-B173-560C95CD7FA3}"/>
                        </a:ext>
                      </a:extLst>
                    </p:cNvPr>
                    <p:cNvSpPr/>
                    <p:nvPr/>
                  </p:nvSpPr>
                  <p:spPr>
                    <a:xfrm rot="-2316582">
                      <a:off x="6973487" y="4938583"/>
                      <a:ext cx="74865" cy="59244"/>
                    </a:xfrm>
                    <a:custGeom>
                      <a:avLst/>
                      <a:gdLst>
                        <a:gd name="connsiteX0" fmla="*/ 74865 w 74865"/>
                        <a:gd name="connsiteY0" fmla="*/ 29622 h 59244"/>
                        <a:gd name="connsiteX1" fmla="*/ 37433 w 74865"/>
                        <a:gd name="connsiteY1" fmla="*/ 59244 h 59244"/>
                        <a:gd name="connsiteX2" fmla="*/ 0 w 74865"/>
                        <a:gd name="connsiteY2" fmla="*/ 29622 h 59244"/>
                        <a:gd name="connsiteX3" fmla="*/ 37433 w 74865"/>
                        <a:gd name="connsiteY3" fmla="*/ 0 h 59244"/>
                        <a:gd name="connsiteX4" fmla="*/ 74865 w 74865"/>
                        <a:gd name="connsiteY4" fmla="*/ 29622 h 59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5" h="59244">
                          <a:moveTo>
                            <a:pt x="74865" y="29622"/>
                          </a:moveTo>
                          <a:cubicBezTo>
                            <a:pt x="74865" y="45982"/>
                            <a:pt x="58106" y="59244"/>
                            <a:pt x="37433" y="59244"/>
                          </a:cubicBezTo>
                          <a:cubicBezTo>
                            <a:pt x="16759" y="59244"/>
                            <a:pt x="0" y="45982"/>
                            <a:pt x="0" y="29622"/>
                          </a:cubicBezTo>
                          <a:cubicBezTo>
                            <a:pt x="0" y="13263"/>
                            <a:pt x="16759" y="0"/>
                            <a:pt x="37433" y="0"/>
                          </a:cubicBezTo>
                          <a:cubicBezTo>
                            <a:pt x="58106" y="0"/>
                            <a:pt x="74865" y="13263"/>
                            <a:pt x="74865" y="29622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33" name="Forme libre : forme 14532">
                      <a:extLst>
                        <a:ext uri="{FF2B5EF4-FFF2-40B4-BE49-F238E27FC236}">
                          <a16:creationId xmlns:a16="http://schemas.microsoft.com/office/drawing/2014/main" id="{2DAE1FEB-C630-49AC-9CEB-85CD5C5C19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8595" y="4972240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3"/>
                          </a:cubicBezTo>
                          <a:cubicBezTo>
                            <a:pt x="0" y="4009"/>
                            <a:pt x="4009" y="0"/>
                            <a:pt x="8953" y="0"/>
                          </a:cubicBezTo>
                          <a:cubicBezTo>
                            <a:pt x="13898" y="0"/>
                            <a:pt x="17907" y="4008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sp>
                <p:nvSpPr>
                  <p:cNvPr id="14534" name="Forme libre : forme 14533">
                    <a:extLst>
                      <a:ext uri="{FF2B5EF4-FFF2-40B4-BE49-F238E27FC236}">
                        <a16:creationId xmlns:a16="http://schemas.microsoft.com/office/drawing/2014/main" id="{44BE0F0F-4B91-430C-93D2-54E1DDCED7A5}"/>
                      </a:ext>
                    </a:extLst>
                  </p:cNvPr>
                  <p:cNvSpPr/>
                  <p:nvPr/>
                </p:nvSpPr>
                <p:spPr>
                  <a:xfrm>
                    <a:off x="7299954" y="4392453"/>
                    <a:ext cx="157079" cy="433101"/>
                  </a:xfrm>
                  <a:custGeom>
                    <a:avLst/>
                    <a:gdLst>
                      <a:gd name="connsiteX0" fmla="*/ 1729 w 157079"/>
                      <a:gd name="connsiteY0" fmla="*/ 433102 h 433101"/>
                      <a:gd name="connsiteX1" fmla="*/ 31162 w 157079"/>
                      <a:gd name="connsiteY1" fmla="*/ 278225 h 433101"/>
                      <a:gd name="connsiteX2" fmla="*/ 102695 w 157079"/>
                      <a:gd name="connsiteY2" fmla="*/ 135541 h 433101"/>
                      <a:gd name="connsiteX3" fmla="*/ 150701 w 157079"/>
                      <a:gd name="connsiteY3" fmla="*/ 0 h 433101"/>
                      <a:gd name="connsiteX4" fmla="*/ 156225 w 157079"/>
                      <a:gd name="connsiteY4" fmla="*/ 21050 h 433101"/>
                      <a:gd name="connsiteX5" fmla="*/ 149843 w 157079"/>
                      <a:gd name="connsiteY5" fmla="*/ 52483 h 433101"/>
                      <a:gd name="connsiteX6" fmla="*/ 13350 w 157079"/>
                      <a:gd name="connsiteY6" fmla="*/ 345948 h 433101"/>
                      <a:gd name="connsiteX7" fmla="*/ 1444 w 157079"/>
                      <a:gd name="connsiteY7" fmla="*/ 422434 h 433101"/>
                      <a:gd name="connsiteX8" fmla="*/ 5063 w 157079"/>
                      <a:gd name="connsiteY8" fmla="*/ 419576 h 43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7079" h="433101">
                        <a:moveTo>
                          <a:pt x="1729" y="433102"/>
                        </a:moveTo>
                        <a:cubicBezTo>
                          <a:pt x="-5224" y="380333"/>
                          <a:pt x="9635" y="326898"/>
                          <a:pt x="31162" y="278225"/>
                        </a:cubicBezTo>
                        <a:cubicBezTo>
                          <a:pt x="52688" y="229553"/>
                          <a:pt x="80882" y="184023"/>
                          <a:pt x="102695" y="135541"/>
                        </a:cubicBezTo>
                        <a:cubicBezTo>
                          <a:pt x="122411" y="91821"/>
                          <a:pt x="136794" y="45911"/>
                          <a:pt x="150701" y="0"/>
                        </a:cubicBezTo>
                        <a:cubicBezTo>
                          <a:pt x="157940" y="3143"/>
                          <a:pt x="157749" y="13335"/>
                          <a:pt x="156225" y="21050"/>
                        </a:cubicBezTo>
                        <a:cubicBezTo>
                          <a:pt x="154320" y="31623"/>
                          <a:pt x="152320" y="42101"/>
                          <a:pt x="149843" y="52483"/>
                        </a:cubicBezTo>
                        <a:cubicBezTo>
                          <a:pt x="124126" y="157639"/>
                          <a:pt x="39925" y="240983"/>
                          <a:pt x="13350" y="345948"/>
                        </a:cubicBezTo>
                        <a:cubicBezTo>
                          <a:pt x="6968" y="370999"/>
                          <a:pt x="4111" y="396716"/>
                          <a:pt x="1444" y="422434"/>
                        </a:cubicBezTo>
                        <a:cubicBezTo>
                          <a:pt x="2682" y="421481"/>
                          <a:pt x="3825" y="420529"/>
                          <a:pt x="5063" y="419576"/>
                        </a:cubicBezTo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35" name="Forme libre : forme 14534">
                    <a:extLst>
                      <a:ext uri="{FF2B5EF4-FFF2-40B4-BE49-F238E27FC236}">
                        <a16:creationId xmlns:a16="http://schemas.microsoft.com/office/drawing/2014/main" id="{076E9CC5-9E7E-4928-BADC-A0724FB7A012}"/>
                      </a:ext>
                    </a:extLst>
                  </p:cNvPr>
                  <p:cNvSpPr/>
                  <p:nvPr/>
                </p:nvSpPr>
                <p:spPr>
                  <a:xfrm>
                    <a:off x="7161238" y="4500657"/>
                    <a:ext cx="186356" cy="513587"/>
                  </a:xfrm>
                  <a:custGeom>
                    <a:avLst/>
                    <a:gdLst>
                      <a:gd name="connsiteX0" fmla="*/ 100726 w 186356"/>
                      <a:gd name="connsiteY0" fmla="*/ 279368 h 513587"/>
                      <a:gd name="connsiteX1" fmla="*/ 120157 w 186356"/>
                      <a:gd name="connsiteY1" fmla="*/ 201454 h 513587"/>
                      <a:gd name="connsiteX2" fmla="*/ 136921 w 186356"/>
                      <a:gd name="connsiteY2" fmla="*/ 141827 h 513587"/>
                      <a:gd name="connsiteX3" fmla="*/ 186356 w 186356"/>
                      <a:gd name="connsiteY3" fmla="*/ 0 h 513587"/>
                      <a:gd name="connsiteX4" fmla="*/ 111299 w 186356"/>
                      <a:gd name="connsiteY4" fmla="*/ 190976 h 513587"/>
                      <a:gd name="connsiteX5" fmla="*/ 84248 w 186356"/>
                      <a:gd name="connsiteY5" fmla="*/ 270320 h 513587"/>
                      <a:gd name="connsiteX6" fmla="*/ 9953 w 186356"/>
                      <a:gd name="connsiteY6" fmla="*/ 476631 h 513587"/>
                      <a:gd name="connsiteX7" fmla="*/ 142 w 186356"/>
                      <a:gd name="connsiteY7" fmla="*/ 513588 h 513587"/>
                      <a:gd name="connsiteX8" fmla="*/ 8810 w 186356"/>
                      <a:gd name="connsiteY8" fmla="*/ 495681 h 513587"/>
                      <a:gd name="connsiteX9" fmla="*/ 18049 w 186356"/>
                      <a:gd name="connsiteY9" fmla="*/ 471773 h 513587"/>
                      <a:gd name="connsiteX10" fmla="*/ 38338 w 186356"/>
                      <a:gd name="connsiteY10" fmla="*/ 425863 h 513587"/>
                      <a:gd name="connsiteX11" fmla="*/ 81010 w 186356"/>
                      <a:gd name="connsiteY11" fmla="*/ 333565 h 513587"/>
                      <a:gd name="connsiteX12" fmla="*/ 100726 w 186356"/>
                      <a:gd name="connsiteY12" fmla="*/ 279368 h 513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86356" h="513587">
                        <a:moveTo>
                          <a:pt x="100726" y="279368"/>
                        </a:moveTo>
                        <a:cubicBezTo>
                          <a:pt x="108442" y="253746"/>
                          <a:pt x="113680" y="227457"/>
                          <a:pt x="120157" y="201454"/>
                        </a:cubicBezTo>
                        <a:cubicBezTo>
                          <a:pt x="125110" y="181451"/>
                          <a:pt x="130920" y="161544"/>
                          <a:pt x="136921" y="141827"/>
                        </a:cubicBezTo>
                        <a:cubicBezTo>
                          <a:pt x="151590" y="93916"/>
                          <a:pt x="168068" y="46577"/>
                          <a:pt x="186356" y="0"/>
                        </a:cubicBezTo>
                        <a:cubicBezTo>
                          <a:pt x="144160" y="54388"/>
                          <a:pt x="131302" y="125063"/>
                          <a:pt x="111299" y="190976"/>
                        </a:cubicBezTo>
                        <a:cubicBezTo>
                          <a:pt x="103203" y="217741"/>
                          <a:pt x="93678" y="244030"/>
                          <a:pt x="84248" y="270320"/>
                        </a:cubicBezTo>
                        <a:cubicBezTo>
                          <a:pt x="59483" y="339090"/>
                          <a:pt x="34718" y="407860"/>
                          <a:pt x="9953" y="476631"/>
                        </a:cubicBezTo>
                        <a:cubicBezTo>
                          <a:pt x="6048" y="487394"/>
                          <a:pt x="-1096" y="502063"/>
                          <a:pt x="142" y="513588"/>
                        </a:cubicBezTo>
                        <a:cubicBezTo>
                          <a:pt x="5667" y="512350"/>
                          <a:pt x="7191" y="500348"/>
                          <a:pt x="8810" y="495681"/>
                        </a:cubicBezTo>
                        <a:cubicBezTo>
                          <a:pt x="11668" y="487585"/>
                          <a:pt x="14811" y="479679"/>
                          <a:pt x="18049" y="471773"/>
                        </a:cubicBezTo>
                        <a:cubicBezTo>
                          <a:pt x="24336" y="456247"/>
                          <a:pt x="31289" y="441007"/>
                          <a:pt x="38338" y="425863"/>
                        </a:cubicBezTo>
                        <a:cubicBezTo>
                          <a:pt x="52720" y="395192"/>
                          <a:pt x="67960" y="364807"/>
                          <a:pt x="81010" y="333565"/>
                        </a:cubicBezTo>
                        <a:cubicBezTo>
                          <a:pt x="88439" y="315754"/>
                          <a:pt x="95297" y="297751"/>
                          <a:pt x="100726" y="279368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36" name="Forme libre : forme 14535">
                    <a:extLst>
                      <a:ext uri="{FF2B5EF4-FFF2-40B4-BE49-F238E27FC236}">
                        <a16:creationId xmlns:a16="http://schemas.microsoft.com/office/drawing/2014/main" id="{CD3B88EC-A15B-49D2-9034-F66891FAE8ED}"/>
                      </a:ext>
                    </a:extLst>
                  </p:cNvPr>
                  <p:cNvSpPr/>
                  <p:nvPr/>
                </p:nvSpPr>
                <p:spPr>
                  <a:xfrm>
                    <a:off x="7070989" y="4735734"/>
                    <a:ext cx="189547" cy="227552"/>
                  </a:xfrm>
                  <a:custGeom>
                    <a:avLst/>
                    <a:gdLst>
                      <a:gd name="connsiteX0" fmla="*/ 34861 w 189547"/>
                      <a:gd name="connsiteY0" fmla="*/ 182499 h 227552"/>
                      <a:gd name="connsiteX1" fmla="*/ 56483 w 189547"/>
                      <a:gd name="connsiteY1" fmla="*/ 156020 h 227552"/>
                      <a:gd name="connsiteX2" fmla="*/ 72580 w 189547"/>
                      <a:gd name="connsiteY2" fmla="*/ 140018 h 227552"/>
                      <a:gd name="connsiteX3" fmla="*/ 128588 w 189547"/>
                      <a:gd name="connsiteY3" fmla="*/ 86582 h 227552"/>
                      <a:gd name="connsiteX4" fmla="*/ 153067 w 189547"/>
                      <a:gd name="connsiteY4" fmla="*/ 65627 h 227552"/>
                      <a:gd name="connsiteX5" fmla="*/ 171926 w 189547"/>
                      <a:gd name="connsiteY5" fmla="*/ 50292 h 227552"/>
                      <a:gd name="connsiteX6" fmla="*/ 177355 w 189547"/>
                      <a:gd name="connsiteY6" fmla="*/ 38767 h 227552"/>
                      <a:gd name="connsiteX7" fmla="*/ 189547 w 189547"/>
                      <a:gd name="connsiteY7" fmla="*/ 0 h 227552"/>
                      <a:gd name="connsiteX8" fmla="*/ 146875 w 189547"/>
                      <a:gd name="connsiteY8" fmla="*/ 51245 h 227552"/>
                      <a:gd name="connsiteX9" fmla="*/ 27908 w 189547"/>
                      <a:gd name="connsiteY9" fmla="*/ 186785 h 227552"/>
                      <a:gd name="connsiteX10" fmla="*/ 13049 w 189547"/>
                      <a:gd name="connsiteY10" fmla="*/ 207359 h 227552"/>
                      <a:gd name="connsiteX11" fmla="*/ 0 w 189547"/>
                      <a:gd name="connsiteY11" fmla="*/ 227552 h 227552"/>
                      <a:gd name="connsiteX12" fmla="*/ 17621 w 189547"/>
                      <a:gd name="connsiteY12" fmla="*/ 204978 h 227552"/>
                      <a:gd name="connsiteX13" fmla="*/ 34861 w 189547"/>
                      <a:gd name="connsiteY13" fmla="*/ 182499 h 227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89547" h="227552">
                        <a:moveTo>
                          <a:pt x="34861" y="182499"/>
                        </a:moveTo>
                        <a:cubicBezTo>
                          <a:pt x="41815" y="173450"/>
                          <a:pt x="48768" y="164402"/>
                          <a:pt x="56483" y="156020"/>
                        </a:cubicBezTo>
                        <a:cubicBezTo>
                          <a:pt x="61627" y="150495"/>
                          <a:pt x="67056" y="145256"/>
                          <a:pt x="72580" y="140018"/>
                        </a:cubicBezTo>
                        <a:cubicBezTo>
                          <a:pt x="91249" y="122206"/>
                          <a:pt x="109918" y="104394"/>
                          <a:pt x="128588" y="86582"/>
                        </a:cubicBezTo>
                        <a:cubicBezTo>
                          <a:pt x="136398" y="79153"/>
                          <a:pt x="144209" y="71723"/>
                          <a:pt x="153067" y="65627"/>
                        </a:cubicBezTo>
                        <a:cubicBezTo>
                          <a:pt x="159734" y="60960"/>
                          <a:pt x="167259" y="56960"/>
                          <a:pt x="171926" y="50292"/>
                        </a:cubicBezTo>
                        <a:cubicBezTo>
                          <a:pt x="174403" y="46768"/>
                          <a:pt x="175927" y="42767"/>
                          <a:pt x="177355" y="38767"/>
                        </a:cubicBezTo>
                        <a:cubicBezTo>
                          <a:pt x="182023" y="26003"/>
                          <a:pt x="186118" y="13049"/>
                          <a:pt x="189547" y="0"/>
                        </a:cubicBezTo>
                        <a:cubicBezTo>
                          <a:pt x="180499" y="20479"/>
                          <a:pt x="163163" y="35909"/>
                          <a:pt x="146875" y="51245"/>
                        </a:cubicBezTo>
                        <a:cubicBezTo>
                          <a:pt x="103156" y="92583"/>
                          <a:pt x="63532" y="138303"/>
                          <a:pt x="27908" y="186785"/>
                        </a:cubicBezTo>
                        <a:cubicBezTo>
                          <a:pt x="22860" y="193548"/>
                          <a:pt x="17907" y="200406"/>
                          <a:pt x="13049" y="207359"/>
                        </a:cubicBezTo>
                        <a:cubicBezTo>
                          <a:pt x="9620" y="212217"/>
                          <a:pt x="95" y="221932"/>
                          <a:pt x="0" y="227552"/>
                        </a:cubicBezTo>
                        <a:cubicBezTo>
                          <a:pt x="6763" y="221647"/>
                          <a:pt x="12097" y="212217"/>
                          <a:pt x="17621" y="204978"/>
                        </a:cubicBezTo>
                        <a:cubicBezTo>
                          <a:pt x="23431" y="197453"/>
                          <a:pt x="29146" y="189929"/>
                          <a:pt x="34861" y="182499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37" name="Forme libre : forme 14536">
                    <a:extLst>
                      <a:ext uri="{FF2B5EF4-FFF2-40B4-BE49-F238E27FC236}">
                        <a16:creationId xmlns:a16="http://schemas.microsoft.com/office/drawing/2014/main" id="{A665FB2A-CCAE-4AB4-8F63-109450A5D8C7}"/>
                      </a:ext>
                    </a:extLst>
                  </p:cNvPr>
                  <p:cNvSpPr/>
                  <p:nvPr/>
                </p:nvSpPr>
                <p:spPr>
                  <a:xfrm>
                    <a:off x="7203396" y="4746360"/>
                    <a:ext cx="87184" cy="239434"/>
                  </a:xfrm>
                  <a:custGeom>
                    <a:avLst/>
                    <a:gdLst>
                      <a:gd name="connsiteX0" fmla="*/ 58759 w 87184"/>
                      <a:gd name="connsiteY0" fmla="*/ 225594 h 239434"/>
                      <a:gd name="connsiteX1" fmla="*/ 46091 w 87184"/>
                      <a:gd name="connsiteY1" fmla="*/ 220736 h 239434"/>
                      <a:gd name="connsiteX2" fmla="*/ 29136 w 87184"/>
                      <a:gd name="connsiteY2" fmla="*/ 220260 h 239434"/>
                      <a:gd name="connsiteX3" fmla="*/ 11229 w 87184"/>
                      <a:gd name="connsiteY3" fmla="*/ 219212 h 239434"/>
                      <a:gd name="connsiteX4" fmla="*/ 4371 w 87184"/>
                      <a:gd name="connsiteY4" fmla="*/ 217212 h 239434"/>
                      <a:gd name="connsiteX5" fmla="*/ 847 w 87184"/>
                      <a:gd name="connsiteY5" fmla="*/ 200448 h 239434"/>
                      <a:gd name="connsiteX6" fmla="*/ 13896 w 87184"/>
                      <a:gd name="connsiteY6" fmla="*/ 169110 h 239434"/>
                      <a:gd name="connsiteX7" fmla="*/ 47805 w 87184"/>
                      <a:gd name="connsiteY7" fmla="*/ 85576 h 239434"/>
                      <a:gd name="connsiteX8" fmla="*/ 75428 w 87184"/>
                      <a:gd name="connsiteY8" fmla="*/ 6424 h 239434"/>
                      <a:gd name="connsiteX9" fmla="*/ 84000 w 87184"/>
                      <a:gd name="connsiteY9" fmla="*/ 327 h 239434"/>
                      <a:gd name="connsiteX10" fmla="*/ 87143 w 87184"/>
                      <a:gd name="connsiteY10" fmla="*/ 8805 h 239434"/>
                      <a:gd name="connsiteX11" fmla="*/ 83524 w 87184"/>
                      <a:gd name="connsiteY11" fmla="*/ 58240 h 239434"/>
                      <a:gd name="connsiteX12" fmla="*/ 85334 w 87184"/>
                      <a:gd name="connsiteY12" fmla="*/ 188923 h 239434"/>
                      <a:gd name="connsiteX13" fmla="*/ 79905 w 87184"/>
                      <a:gd name="connsiteY13" fmla="*/ 229690 h 239434"/>
                      <a:gd name="connsiteX14" fmla="*/ 72380 w 87184"/>
                      <a:gd name="connsiteY14" fmla="*/ 238548 h 239434"/>
                      <a:gd name="connsiteX15" fmla="*/ 58759 w 87184"/>
                      <a:gd name="connsiteY15" fmla="*/ 225594 h 239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7184" h="239434">
                        <a:moveTo>
                          <a:pt x="58759" y="225594"/>
                        </a:moveTo>
                        <a:cubicBezTo>
                          <a:pt x="54854" y="223308"/>
                          <a:pt x="50567" y="221498"/>
                          <a:pt x="46091" y="220736"/>
                        </a:cubicBezTo>
                        <a:cubicBezTo>
                          <a:pt x="40471" y="219688"/>
                          <a:pt x="34756" y="220165"/>
                          <a:pt x="29136" y="220260"/>
                        </a:cubicBezTo>
                        <a:cubicBezTo>
                          <a:pt x="23135" y="220355"/>
                          <a:pt x="17230" y="219974"/>
                          <a:pt x="11229" y="219212"/>
                        </a:cubicBezTo>
                        <a:cubicBezTo>
                          <a:pt x="8848" y="218926"/>
                          <a:pt x="6371" y="218545"/>
                          <a:pt x="4371" y="217212"/>
                        </a:cubicBezTo>
                        <a:cubicBezTo>
                          <a:pt x="-677" y="213878"/>
                          <a:pt x="-582" y="206353"/>
                          <a:pt x="847" y="200448"/>
                        </a:cubicBezTo>
                        <a:cubicBezTo>
                          <a:pt x="3514" y="189494"/>
                          <a:pt x="8848" y="179302"/>
                          <a:pt x="13896" y="169110"/>
                        </a:cubicBezTo>
                        <a:cubicBezTo>
                          <a:pt x="27231" y="142155"/>
                          <a:pt x="38566" y="114151"/>
                          <a:pt x="47805" y="85576"/>
                        </a:cubicBezTo>
                        <a:cubicBezTo>
                          <a:pt x="56378" y="59001"/>
                          <a:pt x="63331" y="31569"/>
                          <a:pt x="75428" y="6424"/>
                        </a:cubicBezTo>
                        <a:cubicBezTo>
                          <a:pt x="77142" y="2899"/>
                          <a:pt x="80476" y="-1197"/>
                          <a:pt x="84000" y="327"/>
                        </a:cubicBezTo>
                        <a:cubicBezTo>
                          <a:pt x="86953" y="1566"/>
                          <a:pt x="87334" y="5566"/>
                          <a:pt x="87143" y="8805"/>
                        </a:cubicBezTo>
                        <a:cubicBezTo>
                          <a:pt x="86191" y="25283"/>
                          <a:pt x="84286" y="41761"/>
                          <a:pt x="83524" y="58240"/>
                        </a:cubicBezTo>
                        <a:cubicBezTo>
                          <a:pt x="81524" y="101769"/>
                          <a:pt x="88096" y="145488"/>
                          <a:pt x="85334" y="188923"/>
                        </a:cubicBezTo>
                        <a:cubicBezTo>
                          <a:pt x="84476" y="202638"/>
                          <a:pt x="82572" y="216259"/>
                          <a:pt x="79905" y="229690"/>
                        </a:cubicBezTo>
                        <a:cubicBezTo>
                          <a:pt x="78952" y="234261"/>
                          <a:pt x="78285" y="242072"/>
                          <a:pt x="72380" y="238548"/>
                        </a:cubicBezTo>
                        <a:cubicBezTo>
                          <a:pt x="67522" y="235690"/>
                          <a:pt x="64188" y="228832"/>
                          <a:pt x="58759" y="22559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38" name="Forme libre : forme 14537">
                    <a:extLst>
                      <a:ext uri="{FF2B5EF4-FFF2-40B4-BE49-F238E27FC236}">
                        <a16:creationId xmlns:a16="http://schemas.microsoft.com/office/drawing/2014/main" id="{D32116A1-B75D-4954-90A6-061665243C4D}"/>
                      </a:ext>
                    </a:extLst>
                  </p:cNvPr>
                  <p:cNvSpPr/>
                  <p:nvPr/>
                </p:nvSpPr>
                <p:spPr>
                  <a:xfrm>
                    <a:off x="7093182" y="4827366"/>
                    <a:ext cx="115538" cy="147667"/>
                  </a:xfrm>
                  <a:custGeom>
                    <a:avLst/>
                    <a:gdLst>
                      <a:gd name="connsiteX0" fmla="*/ 0 w 115538"/>
                      <a:gd name="connsiteY0" fmla="*/ 125728 h 147667"/>
                      <a:gd name="connsiteX1" fmla="*/ 9049 w 115538"/>
                      <a:gd name="connsiteY1" fmla="*/ 110392 h 147667"/>
                      <a:gd name="connsiteX2" fmla="*/ 82772 w 115538"/>
                      <a:gd name="connsiteY2" fmla="*/ 24382 h 147667"/>
                      <a:gd name="connsiteX3" fmla="*/ 107918 w 115538"/>
                      <a:gd name="connsiteY3" fmla="*/ 1426 h 147667"/>
                      <a:gd name="connsiteX4" fmla="*/ 112490 w 115538"/>
                      <a:gd name="connsiteY4" fmla="*/ 93 h 147667"/>
                      <a:gd name="connsiteX5" fmla="*/ 115538 w 115538"/>
                      <a:gd name="connsiteY5" fmla="*/ 4475 h 147667"/>
                      <a:gd name="connsiteX6" fmla="*/ 114014 w 115538"/>
                      <a:gd name="connsiteY6" fmla="*/ 9999 h 147667"/>
                      <a:gd name="connsiteX7" fmla="*/ 80486 w 115538"/>
                      <a:gd name="connsiteY7" fmla="*/ 97248 h 147667"/>
                      <a:gd name="connsiteX8" fmla="*/ 66675 w 115538"/>
                      <a:gd name="connsiteY8" fmla="*/ 141349 h 147667"/>
                      <a:gd name="connsiteX9" fmla="*/ 41339 w 115538"/>
                      <a:gd name="connsiteY9" fmla="*/ 137634 h 147667"/>
                      <a:gd name="connsiteX10" fmla="*/ 21622 w 115538"/>
                      <a:gd name="connsiteY10" fmla="*/ 128300 h 147667"/>
                      <a:gd name="connsiteX11" fmla="*/ 0 w 115538"/>
                      <a:gd name="connsiteY11" fmla="*/ 125728 h 147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5538" h="147667">
                        <a:moveTo>
                          <a:pt x="0" y="125728"/>
                        </a:moveTo>
                        <a:cubicBezTo>
                          <a:pt x="1429" y="119917"/>
                          <a:pt x="5239" y="115060"/>
                          <a:pt x="9049" y="110392"/>
                        </a:cubicBezTo>
                        <a:cubicBezTo>
                          <a:pt x="32861" y="81056"/>
                          <a:pt x="57436" y="52385"/>
                          <a:pt x="82772" y="24382"/>
                        </a:cubicBezTo>
                        <a:cubicBezTo>
                          <a:pt x="90392" y="15905"/>
                          <a:pt x="98298" y="7427"/>
                          <a:pt x="107918" y="1426"/>
                        </a:cubicBezTo>
                        <a:cubicBezTo>
                          <a:pt x="109252" y="569"/>
                          <a:pt x="110871" y="-288"/>
                          <a:pt x="112490" y="93"/>
                        </a:cubicBezTo>
                        <a:cubicBezTo>
                          <a:pt x="114395" y="569"/>
                          <a:pt x="115538" y="2569"/>
                          <a:pt x="115538" y="4475"/>
                        </a:cubicBezTo>
                        <a:cubicBezTo>
                          <a:pt x="115538" y="6380"/>
                          <a:pt x="114776" y="8284"/>
                          <a:pt x="114014" y="9999"/>
                        </a:cubicBezTo>
                        <a:cubicBezTo>
                          <a:pt x="101632" y="38574"/>
                          <a:pt x="90392" y="67721"/>
                          <a:pt x="80486" y="97248"/>
                        </a:cubicBezTo>
                        <a:cubicBezTo>
                          <a:pt x="75819" y="111250"/>
                          <a:pt x="73247" y="128204"/>
                          <a:pt x="66675" y="141349"/>
                        </a:cubicBezTo>
                        <a:cubicBezTo>
                          <a:pt x="59817" y="155065"/>
                          <a:pt x="49244" y="142968"/>
                          <a:pt x="41339" y="137634"/>
                        </a:cubicBezTo>
                        <a:cubicBezTo>
                          <a:pt x="35338" y="133538"/>
                          <a:pt x="28575" y="130395"/>
                          <a:pt x="21622" y="128300"/>
                        </a:cubicBezTo>
                        <a:cubicBezTo>
                          <a:pt x="19717" y="127918"/>
                          <a:pt x="572" y="123537"/>
                          <a:pt x="0" y="125728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39" name="Forme libre : forme 14538">
                    <a:extLst>
                      <a:ext uri="{FF2B5EF4-FFF2-40B4-BE49-F238E27FC236}">
                        <a16:creationId xmlns:a16="http://schemas.microsoft.com/office/drawing/2014/main" id="{78F5E9EC-7A60-4436-8B20-B0712DD43E65}"/>
                      </a:ext>
                    </a:extLst>
                  </p:cNvPr>
                  <p:cNvSpPr/>
                  <p:nvPr/>
                </p:nvSpPr>
                <p:spPr>
                  <a:xfrm>
                    <a:off x="7050422" y="4674361"/>
                    <a:ext cx="200975" cy="221393"/>
                  </a:xfrm>
                  <a:custGeom>
                    <a:avLst/>
                    <a:gdLst>
                      <a:gd name="connsiteX0" fmla="*/ 8470 w 200975"/>
                      <a:gd name="connsiteY0" fmla="*/ 183293 h 221393"/>
                      <a:gd name="connsiteX1" fmla="*/ 659 w 200975"/>
                      <a:gd name="connsiteY1" fmla="*/ 175863 h 221393"/>
                      <a:gd name="connsiteX2" fmla="*/ 7994 w 200975"/>
                      <a:gd name="connsiteY2" fmla="*/ 159194 h 221393"/>
                      <a:gd name="connsiteX3" fmla="*/ 120579 w 200975"/>
                      <a:gd name="connsiteY3" fmla="*/ 87757 h 221393"/>
                      <a:gd name="connsiteX4" fmla="*/ 192112 w 200975"/>
                      <a:gd name="connsiteY4" fmla="*/ 4508 h 221393"/>
                      <a:gd name="connsiteX5" fmla="*/ 195636 w 200975"/>
                      <a:gd name="connsiteY5" fmla="*/ 508 h 221393"/>
                      <a:gd name="connsiteX6" fmla="*/ 200494 w 200975"/>
                      <a:gd name="connsiteY6" fmla="*/ 1365 h 221393"/>
                      <a:gd name="connsiteX7" fmla="*/ 200970 w 200975"/>
                      <a:gd name="connsiteY7" fmla="*/ 4318 h 221393"/>
                      <a:gd name="connsiteX8" fmla="*/ 181634 w 200975"/>
                      <a:gd name="connsiteY8" fmla="*/ 79851 h 221393"/>
                      <a:gd name="connsiteX9" fmla="*/ 165823 w 200975"/>
                      <a:gd name="connsiteY9" fmla="*/ 98330 h 221393"/>
                      <a:gd name="connsiteX10" fmla="*/ 54285 w 200975"/>
                      <a:gd name="connsiteY10" fmla="*/ 208820 h 221393"/>
                      <a:gd name="connsiteX11" fmla="*/ 42950 w 200975"/>
                      <a:gd name="connsiteY11" fmla="*/ 221393 h 221393"/>
                      <a:gd name="connsiteX12" fmla="*/ 33616 w 200975"/>
                      <a:gd name="connsiteY12" fmla="*/ 211392 h 221393"/>
                      <a:gd name="connsiteX13" fmla="*/ 8470 w 200975"/>
                      <a:gd name="connsiteY13" fmla="*/ 183293 h 221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0975" h="221393">
                        <a:moveTo>
                          <a:pt x="8470" y="183293"/>
                        </a:moveTo>
                        <a:cubicBezTo>
                          <a:pt x="5422" y="181292"/>
                          <a:pt x="1993" y="179197"/>
                          <a:pt x="659" y="175863"/>
                        </a:cubicBezTo>
                        <a:cubicBezTo>
                          <a:pt x="-1817" y="169862"/>
                          <a:pt x="3136" y="163481"/>
                          <a:pt x="7994" y="159194"/>
                        </a:cubicBezTo>
                        <a:cubicBezTo>
                          <a:pt x="41236" y="129572"/>
                          <a:pt x="85146" y="114713"/>
                          <a:pt x="120579" y="87757"/>
                        </a:cubicBezTo>
                        <a:cubicBezTo>
                          <a:pt x="149821" y="65468"/>
                          <a:pt x="172300" y="35465"/>
                          <a:pt x="192112" y="4508"/>
                        </a:cubicBezTo>
                        <a:cubicBezTo>
                          <a:pt x="193064" y="2984"/>
                          <a:pt x="194112" y="1365"/>
                          <a:pt x="195636" y="508"/>
                        </a:cubicBezTo>
                        <a:cubicBezTo>
                          <a:pt x="197255" y="-349"/>
                          <a:pt x="199541" y="-159"/>
                          <a:pt x="200494" y="1365"/>
                        </a:cubicBezTo>
                        <a:cubicBezTo>
                          <a:pt x="201065" y="2223"/>
                          <a:pt x="200970" y="3366"/>
                          <a:pt x="200970" y="4318"/>
                        </a:cubicBezTo>
                        <a:cubicBezTo>
                          <a:pt x="200018" y="30607"/>
                          <a:pt x="196493" y="58039"/>
                          <a:pt x="181634" y="79851"/>
                        </a:cubicBezTo>
                        <a:cubicBezTo>
                          <a:pt x="177062" y="86519"/>
                          <a:pt x="171538" y="92519"/>
                          <a:pt x="165823" y="98330"/>
                        </a:cubicBezTo>
                        <a:cubicBezTo>
                          <a:pt x="128771" y="135573"/>
                          <a:pt x="81622" y="163957"/>
                          <a:pt x="54285" y="208820"/>
                        </a:cubicBezTo>
                        <a:cubicBezTo>
                          <a:pt x="51999" y="212630"/>
                          <a:pt x="48284" y="221298"/>
                          <a:pt x="42950" y="221393"/>
                        </a:cubicBezTo>
                        <a:cubicBezTo>
                          <a:pt x="37997" y="221488"/>
                          <a:pt x="35521" y="214820"/>
                          <a:pt x="33616" y="211392"/>
                        </a:cubicBezTo>
                        <a:cubicBezTo>
                          <a:pt x="27615" y="200152"/>
                          <a:pt x="19043" y="190436"/>
                          <a:pt x="8470" y="183293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40" name="Forme libre : forme 14539">
                    <a:extLst>
                      <a:ext uri="{FF2B5EF4-FFF2-40B4-BE49-F238E27FC236}">
                        <a16:creationId xmlns:a16="http://schemas.microsoft.com/office/drawing/2014/main" id="{E02C66A6-2738-4CBB-BADA-6DDD4A25975C}"/>
                      </a:ext>
                    </a:extLst>
                  </p:cNvPr>
                  <p:cNvSpPr/>
                  <p:nvPr/>
                </p:nvSpPr>
                <p:spPr>
                  <a:xfrm>
                    <a:off x="7298576" y="4374736"/>
                    <a:ext cx="132748" cy="323308"/>
                  </a:xfrm>
                  <a:custGeom>
                    <a:avLst/>
                    <a:gdLst>
                      <a:gd name="connsiteX0" fmla="*/ 36255 w 132748"/>
                      <a:gd name="connsiteY0" fmla="*/ 196691 h 323308"/>
                      <a:gd name="connsiteX1" fmla="*/ 46066 w 132748"/>
                      <a:gd name="connsiteY1" fmla="*/ 161925 h 323308"/>
                      <a:gd name="connsiteX2" fmla="*/ 75974 w 132748"/>
                      <a:gd name="connsiteY2" fmla="*/ 101632 h 323308"/>
                      <a:gd name="connsiteX3" fmla="*/ 124457 w 132748"/>
                      <a:gd name="connsiteY3" fmla="*/ 0 h 323308"/>
                      <a:gd name="connsiteX4" fmla="*/ 132743 w 132748"/>
                      <a:gd name="connsiteY4" fmla="*/ 17431 h 323308"/>
                      <a:gd name="connsiteX5" fmla="*/ 93595 w 132748"/>
                      <a:gd name="connsiteY5" fmla="*/ 150876 h 323308"/>
                      <a:gd name="connsiteX6" fmla="*/ 61211 w 132748"/>
                      <a:gd name="connsiteY6" fmla="*/ 210026 h 323308"/>
                      <a:gd name="connsiteX7" fmla="*/ 22634 w 132748"/>
                      <a:gd name="connsiteY7" fmla="*/ 285464 h 323308"/>
                      <a:gd name="connsiteX8" fmla="*/ 17110 w 132748"/>
                      <a:gd name="connsiteY8" fmla="*/ 305371 h 323308"/>
                      <a:gd name="connsiteX9" fmla="*/ 11395 w 132748"/>
                      <a:gd name="connsiteY9" fmla="*/ 322040 h 323308"/>
                      <a:gd name="connsiteX10" fmla="*/ 3013 w 132748"/>
                      <a:gd name="connsiteY10" fmla="*/ 321278 h 323308"/>
                      <a:gd name="connsiteX11" fmla="*/ 346 w 132748"/>
                      <a:gd name="connsiteY11" fmla="*/ 310801 h 323308"/>
                      <a:gd name="connsiteX12" fmla="*/ 22444 w 132748"/>
                      <a:gd name="connsiteY12" fmla="*/ 237458 h 323308"/>
                      <a:gd name="connsiteX13" fmla="*/ 36255 w 132748"/>
                      <a:gd name="connsiteY13" fmla="*/ 196691 h 323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32748" h="323308">
                        <a:moveTo>
                          <a:pt x="36255" y="196691"/>
                        </a:moveTo>
                        <a:cubicBezTo>
                          <a:pt x="39589" y="185071"/>
                          <a:pt x="42161" y="173260"/>
                          <a:pt x="46066" y="161925"/>
                        </a:cubicBezTo>
                        <a:cubicBezTo>
                          <a:pt x="53400" y="140684"/>
                          <a:pt x="65211" y="121348"/>
                          <a:pt x="75974" y="101632"/>
                        </a:cubicBezTo>
                        <a:cubicBezTo>
                          <a:pt x="93977" y="68675"/>
                          <a:pt x="109217" y="34290"/>
                          <a:pt x="124457" y="0"/>
                        </a:cubicBezTo>
                        <a:cubicBezTo>
                          <a:pt x="131029" y="2096"/>
                          <a:pt x="132648" y="10573"/>
                          <a:pt x="132743" y="17431"/>
                        </a:cubicBezTo>
                        <a:cubicBezTo>
                          <a:pt x="133124" y="64198"/>
                          <a:pt x="114646" y="109061"/>
                          <a:pt x="93595" y="150876"/>
                        </a:cubicBezTo>
                        <a:cubicBezTo>
                          <a:pt x="83499" y="170974"/>
                          <a:pt x="72640" y="190690"/>
                          <a:pt x="61211" y="210026"/>
                        </a:cubicBezTo>
                        <a:cubicBezTo>
                          <a:pt x="46732" y="234410"/>
                          <a:pt x="31111" y="258508"/>
                          <a:pt x="22634" y="285464"/>
                        </a:cubicBezTo>
                        <a:cubicBezTo>
                          <a:pt x="20539" y="292037"/>
                          <a:pt x="18919" y="298704"/>
                          <a:pt x="17110" y="305371"/>
                        </a:cubicBezTo>
                        <a:cubicBezTo>
                          <a:pt x="15872" y="309753"/>
                          <a:pt x="14824" y="318897"/>
                          <a:pt x="11395" y="322040"/>
                        </a:cubicBezTo>
                        <a:cubicBezTo>
                          <a:pt x="8918" y="324326"/>
                          <a:pt x="5394" y="323183"/>
                          <a:pt x="3013" y="321278"/>
                        </a:cubicBezTo>
                        <a:cubicBezTo>
                          <a:pt x="-511" y="318325"/>
                          <a:pt x="-226" y="314992"/>
                          <a:pt x="346" y="310801"/>
                        </a:cubicBezTo>
                        <a:cubicBezTo>
                          <a:pt x="4346" y="285464"/>
                          <a:pt x="13681" y="261366"/>
                          <a:pt x="22444" y="237458"/>
                        </a:cubicBezTo>
                        <a:cubicBezTo>
                          <a:pt x="27397" y="224028"/>
                          <a:pt x="32350" y="210503"/>
                          <a:pt x="36255" y="19669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41" name="Forme libre : forme 14540">
                    <a:extLst>
                      <a:ext uri="{FF2B5EF4-FFF2-40B4-BE49-F238E27FC236}">
                        <a16:creationId xmlns:a16="http://schemas.microsoft.com/office/drawing/2014/main" id="{2EE2D831-19C8-4999-88D2-8294E766DB5C}"/>
                      </a:ext>
                    </a:extLst>
                  </p:cNvPr>
                  <p:cNvSpPr/>
                  <p:nvPr/>
                </p:nvSpPr>
                <p:spPr>
                  <a:xfrm>
                    <a:off x="7426738" y="4401061"/>
                    <a:ext cx="75264" cy="133002"/>
                  </a:xfrm>
                  <a:custGeom>
                    <a:avLst/>
                    <a:gdLst>
                      <a:gd name="connsiteX0" fmla="*/ 26299 w 75264"/>
                      <a:gd name="connsiteY0" fmla="*/ 70258 h 133002"/>
                      <a:gd name="connsiteX1" fmla="*/ 41444 w 75264"/>
                      <a:gd name="connsiteY1" fmla="*/ 23967 h 133002"/>
                      <a:gd name="connsiteX2" fmla="*/ 54588 w 75264"/>
                      <a:gd name="connsiteY2" fmla="*/ 5584 h 133002"/>
                      <a:gd name="connsiteX3" fmla="*/ 68399 w 75264"/>
                      <a:gd name="connsiteY3" fmla="*/ 440 h 133002"/>
                      <a:gd name="connsiteX4" fmla="*/ 72400 w 75264"/>
                      <a:gd name="connsiteY4" fmla="*/ 249 h 133002"/>
                      <a:gd name="connsiteX5" fmla="*/ 75257 w 75264"/>
                      <a:gd name="connsiteY5" fmla="*/ 4631 h 133002"/>
                      <a:gd name="connsiteX6" fmla="*/ 73638 w 75264"/>
                      <a:gd name="connsiteY6" fmla="*/ 9870 h 133002"/>
                      <a:gd name="connsiteX7" fmla="*/ 64494 w 75264"/>
                      <a:gd name="connsiteY7" fmla="*/ 21490 h 133002"/>
                      <a:gd name="connsiteX8" fmla="*/ 24394 w 75264"/>
                      <a:gd name="connsiteY8" fmla="*/ 92832 h 133002"/>
                      <a:gd name="connsiteX9" fmla="*/ 6106 w 75264"/>
                      <a:gd name="connsiteY9" fmla="*/ 129504 h 133002"/>
                      <a:gd name="connsiteX10" fmla="*/ 10 w 75264"/>
                      <a:gd name="connsiteY10" fmla="*/ 128837 h 133002"/>
                      <a:gd name="connsiteX11" fmla="*/ 8106 w 75264"/>
                      <a:gd name="connsiteY11" fmla="*/ 112549 h 133002"/>
                      <a:gd name="connsiteX12" fmla="*/ 26299 w 75264"/>
                      <a:gd name="connsiteY12" fmla="*/ 70258 h 133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5264" h="133002">
                        <a:moveTo>
                          <a:pt x="26299" y="70258"/>
                        </a:moveTo>
                        <a:cubicBezTo>
                          <a:pt x="31442" y="54828"/>
                          <a:pt x="35157" y="38921"/>
                          <a:pt x="41444" y="23967"/>
                        </a:cubicBezTo>
                        <a:cubicBezTo>
                          <a:pt x="44396" y="16918"/>
                          <a:pt x="48206" y="9774"/>
                          <a:pt x="54588" y="5584"/>
                        </a:cubicBezTo>
                        <a:cubicBezTo>
                          <a:pt x="58684" y="2916"/>
                          <a:pt x="63541" y="1583"/>
                          <a:pt x="68399" y="440"/>
                        </a:cubicBezTo>
                        <a:cubicBezTo>
                          <a:pt x="69733" y="59"/>
                          <a:pt x="71161" y="-227"/>
                          <a:pt x="72400" y="249"/>
                        </a:cubicBezTo>
                        <a:cubicBezTo>
                          <a:pt x="74114" y="821"/>
                          <a:pt x="75162" y="2726"/>
                          <a:pt x="75257" y="4631"/>
                        </a:cubicBezTo>
                        <a:cubicBezTo>
                          <a:pt x="75353" y="6536"/>
                          <a:pt x="74495" y="8251"/>
                          <a:pt x="73638" y="9870"/>
                        </a:cubicBezTo>
                        <a:cubicBezTo>
                          <a:pt x="71257" y="14156"/>
                          <a:pt x="67732" y="17776"/>
                          <a:pt x="64494" y="21490"/>
                        </a:cubicBezTo>
                        <a:cubicBezTo>
                          <a:pt x="46492" y="42350"/>
                          <a:pt x="35633" y="67972"/>
                          <a:pt x="24394" y="92832"/>
                        </a:cubicBezTo>
                        <a:cubicBezTo>
                          <a:pt x="18774" y="105310"/>
                          <a:pt x="13059" y="117788"/>
                          <a:pt x="6106" y="129504"/>
                        </a:cubicBezTo>
                        <a:cubicBezTo>
                          <a:pt x="3820" y="133409"/>
                          <a:pt x="295" y="135123"/>
                          <a:pt x="10" y="128837"/>
                        </a:cubicBezTo>
                        <a:cubicBezTo>
                          <a:pt x="-276" y="123789"/>
                          <a:pt x="5820" y="116931"/>
                          <a:pt x="8106" y="112549"/>
                        </a:cubicBezTo>
                        <a:cubicBezTo>
                          <a:pt x="15345" y="99024"/>
                          <a:pt x="21441" y="84831"/>
                          <a:pt x="26299" y="70258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542" name="Forme libre : forme 14541">
                  <a:extLst>
                    <a:ext uri="{FF2B5EF4-FFF2-40B4-BE49-F238E27FC236}">
                      <a16:creationId xmlns:a16="http://schemas.microsoft.com/office/drawing/2014/main" id="{44C55621-55FC-49D0-B48A-6C50F39B12FC}"/>
                    </a:ext>
                  </a:extLst>
                </p:cNvPr>
                <p:cNvSpPr/>
                <p:nvPr/>
              </p:nvSpPr>
              <p:spPr>
                <a:xfrm>
                  <a:off x="7253098" y="4841271"/>
                  <a:ext cx="26849" cy="121581"/>
                </a:xfrm>
                <a:custGeom>
                  <a:avLst/>
                  <a:gdLst>
                    <a:gd name="connsiteX0" fmla="*/ 26488 w 26849"/>
                    <a:gd name="connsiteY0" fmla="*/ 67437 h 121581"/>
                    <a:gd name="connsiteX1" fmla="*/ 22392 w 26849"/>
                    <a:gd name="connsiteY1" fmla="*/ 9620 h 121581"/>
                    <a:gd name="connsiteX2" fmla="*/ 17725 w 26849"/>
                    <a:gd name="connsiteY2" fmla="*/ 0 h 121581"/>
                    <a:gd name="connsiteX3" fmla="*/ 14582 w 26849"/>
                    <a:gd name="connsiteY3" fmla="*/ 23622 h 121581"/>
                    <a:gd name="connsiteX4" fmla="*/ 10200 w 26849"/>
                    <a:gd name="connsiteY4" fmla="*/ 51149 h 121581"/>
                    <a:gd name="connsiteX5" fmla="*/ 104 w 26849"/>
                    <a:gd name="connsiteY5" fmla="*/ 106871 h 121581"/>
                    <a:gd name="connsiteX6" fmla="*/ 12010 w 26849"/>
                    <a:gd name="connsiteY6" fmla="*/ 121253 h 121581"/>
                    <a:gd name="connsiteX7" fmla="*/ 25059 w 26849"/>
                    <a:gd name="connsiteY7" fmla="*/ 101060 h 121581"/>
                    <a:gd name="connsiteX8" fmla="*/ 26488 w 26849"/>
                    <a:gd name="connsiteY8" fmla="*/ 67437 h 121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849" h="121581">
                      <a:moveTo>
                        <a:pt x="26488" y="67437"/>
                      </a:moveTo>
                      <a:cubicBezTo>
                        <a:pt x="25726" y="48101"/>
                        <a:pt x="25059" y="28766"/>
                        <a:pt x="22392" y="9620"/>
                      </a:cubicBezTo>
                      <a:cubicBezTo>
                        <a:pt x="21916" y="6001"/>
                        <a:pt x="20963" y="1810"/>
                        <a:pt x="17725" y="0"/>
                      </a:cubicBezTo>
                      <a:cubicBezTo>
                        <a:pt x="16677" y="7906"/>
                        <a:pt x="15629" y="15812"/>
                        <a:pt x="14582" y="23622"/>
                      </a:cubicBezTo>
                      <a:cubicBezTo>
                        <a:pt x="13343" y="32861"/>
                        <a:pt x="12105" y="42005"/>
                        <a:pt x="10200" y="51149"/>
                      </a:cubicBezTo>
                      <a:cubicBezTo>
                        <a:pt x="6200" y="69533"/>
                        <a:pt x="-944" y="87821"/>
                        <a:pt x="104" y="106871"/>
                      </a:cubicBezTo>
                      <a:cubicBezTo>
                        <a:pt x="485" y="114205"/>
                        <a:pt x="2580" y="123444"/>
                        <a:pt x="12010" y="121253"/>
                      </a:cubicBezTo>
                      <a:cubicBezTo>
                        <a:pt x="20868" y="119253"/>
                        <a:pt x="23535" y="108680"/>
                        <a:pt x="25059" y="101060"/>
                      </a:cubicBezTo>
                      <a:cubicBezTo>
                        <a:pt x="27345" y="90011"/>
                        <a:pt x="26964" y="78677"/>
                        <a:pt x="26488" y="67437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543" name="Forme libre : forme 14542">
                  <a:extLst>
                    <a:ext uri="{FF2B5EF4-FFF2-40B4-BE49-F238E27FC236}">
                      <a16:creationId xmlns:a16="http://schemas.microsoft.com/office/drawing/2014/main" id="{5940333E-B36F-4634-ACD7-0DC4D6C33158}"/>
                    </a:ext>
                  </a:extLst>
                </p:cNvPr>
                <p:cNvSpPr/>
                <p:nvPr/>
              </p:nvSpPr>
              <p:spPr>
                <a:xfrm>
                  <a:off x="7130365" y="4900326"/>
                  <a:ext cx="29977" cy="54515"/>
                </a:xfrm>
                <a:custGeom>
                  <a:avLst/>
                  <a:gdLst>
                    <a:gd name="connsiteX0" fmla="*/ 29968 w 29977"/>
                    <a:gd name="connsiteY0" fmla="*/ 4858 h 54515"/>
                    <a:gd name="connsiteX1" fmla="*/ 27396 w 29977"/>
                    <a:gd name="connsiteY1" fmla="*/ 0 h 54515"/>
                    <a:gd name="connsiteX2" fmla="*/ 24920 w 29977"/>
                    <a:gd name="connsiteY2" fmla="*/ 1619 h 54515"/>
                    <a:gd name="connsiteX3" fmla="*/ 6060 w 29977"/>
                    <a:gd name="connsiteY3" fmla="*/ 53149 h 54515"/>
                    <a:gd name="connsiteX4" fmla="*/ 29968 w 29977"/>
                    <a:gd name="connsiteY4" fmla="*/ 4858 h 54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977" h="54515">
                      <a:moveTo>
                        <a:pt x="29968" y="4858"/>
                      </a:moveTo>
                      <a:cubicBezTo>
                        <a:pt x="30063" y="2762"/>
                        <a:pt x="29492" y="0"/>
                        <a:pt x="27396" y="0"/>
                      </a:cubicBezTo>
                      <a:cubicBezTo>
                        <a:pt x="26349" y="0"/>
                        <a:pt x="25587" y="857"/>
                        <a:pt x="24920" y="1619"/>
                      </a:cubicBezTo>
                      <a:cubicBezTo>
                        <a:pt x="16157" y="11430"/>
                        <a:pt x="-12323" y="40291"/>
                        <a:pt x="6060" y="53149"/>
                      </a:cubicBezTo>
                      <a:cubicBezTo>
                        <a:pt x="20634" y="63341"/>
                        <a:pt x="29397" y="13430"/>
                        <a:pt x="29968" y="4858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544" name="Forme libre : forme 14543">
                  <a:extLst>
                    <a:ext uri="{FF2B5EF4-FFF2-40B4-BE49-F238E27FC236}">
                      <a16:creationId xmlns:a16="http://schemas.microsoft.com/office/drawing/2014/main" id="{0411A06E-AEB5-4595-96A1-BF92253315CB}"/>
                    </a:ext>
                  </a:extLst>
                </p:cNvPr>
                <p:cNvSpPr/>
                <p:nvPr/>
              </p:nvSpPr>
              <p:spPr>
                <a:xfrm>
                  <a:off x="7074544" y="4808115"/>
                  <a:ext cx="66895" cy="53771"/>
                </a:xfrm>
                <a:custGeom>
                  <a:avLst/>
                  <a:gdLst>
                    <a:gd name="connsiteX0" fmla="*/ 37402 w 66895"/>
                    <a:gd name="connsiteY0" fmla="*/ 35251 h 53771"/>
                    <a:gd name="connsiteX1" fmla="*/ 65596 w 66895"/>
                    <a:gd name="connsiteY1" fmla="*/ 7629 h 53771"/>
                    <a:gd name="connsiteX2" fmla="*/ 66834 w 66895"/>
                    <a:gd name="connsiteY2" fmla="*/ 3248 h 53771"/>
                    <a:gd name="connsiteX3" fmla="*/ 62452 w 66895"/>
                    <a:gd name="connsiteY3" fmla="*/ 9 h 53771"/>
                    <a:gd name="connsiteX4" fmla="*/ 56833 w 66895"/>
                    <a:gd name="connsiteY4" fmla="*/ 1342 h 53771"/>
                    <a:gd name="connsiteX5" fmla="*/ 2350 w 66895"/>
                    <a:gd name="connsiteY5" fmla="*/ 38395 h 53771"/>
                    <a:gd name="connsiteX6" fmla="*/ 5302 w 66895"/>
                    <a:gd name="connsiteY6" fmla="*/ 53635 h 53771"/>
                    <a:gd name="connsiteX7" fmla="*/ 37402 w 66895"/>
                    <a:gd name="connsiteY7" fmla="*/ 35251 h 53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6895" h="53771">
                      <a:moveTo>
                        <a:pt x="37402" y="35251"/>
                      </a:moveTo>
                      <a:cubicBezTo>
                        <a:pt x="48165" y="27536"/>
                        <a:pt x="58928" y="19059"/>
                        <a:pt x="65596" y="7629"/>
                      </a:cubicBezTo>
                      <a:cubicBezTo>
                        <a:pt x="66358" y="6296"/>
                        <a:pt x="67120" y="4772"/>
                        <a:pt x="66834" y="3248"/>
                      </a:cubicBezTo>
                      <a:cubicBezTo>
                        <a:pt x="66453" y="1342"/>
                        <a:pt x="64453" y="104"/>
                        <a:pt x="62452" y="9"/>
                      </a:cubicBezTo>
                      <a:cubicBezTo>
                        <a:pt x="60547" y="-86"/>
                        <a:pt x="58642" y="581"/>
                        <a:pt x="56833" y="1342"/>
                      </a:cubicBezTo>
                      <a:cubicBezTo>
                        <a:pt x="38926" y="8582"/>
                        <a:pt x="11113" y="19821"/>
                        <a:pt x="2350" y="38395"/>
                      </a:cubicBezTo>
                      <a:cubicBezTo>
                        <a:pt x="-127" y="43729"/>
                        <a:pt x="-2413" y="52301"/>
                        <a:pt x="5302" y="53635"/>
                      </a:cubicBezTo>
                      <a:cubicBezTo>
                        <a:pt x="15018" y="55349"/>
                        <a:pt x="30258" y="40490"/>
                        <a:pt x="37402" y="35251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545" name="Forme libre : forme 14544">
                  <a:extLst>
                    <a:ext uri="{FF2B5EF4-FFF2-40B4-BE49-F238E27FC236}">
                      <a16:creationId xmlns:a16="http://schemas.microsoft.com/office/drawing/2014/main" id="{546090E3-3BBB-4FF4-9E4F-BA8BB1C092E9}"/>
                    </a:ext>
                  </a:extLst>
                </p:cNvPr>
                <p:cNvSpPr/>
                <p:nvPr/>
              </p:nvSpPr>
              <p:spPr>
                <a:xfrm>
                  <a:off x="7205005" y="4686394"/>
                  <a:ext cx="75437" cy="164877"/>
                </a:xfrm>
                <a:custGeom>
                  <a:avLst/>
                  <a:gdLst>
                    <a:gd name="connsiteX0" fmla="*/ 40576 w 75437"/>
                    <a:gd name="connsiteY0" fmla="*/ 95536 h 164877"/>
                    <a:gd name="connsiteX1" fmla="*/ 0 w 75437"/>
                    <a:gd name="connsiteY1" fmla="*/ 122587 h 164877"/>
                    <a:gd name="connsiteX2" fmla="*/ 39529 w 75437"/>
                    <a:gd name="connsiteY2" fmla="*/ 86296 h 164877"/>
                    <a:gd name="connsiteX3" fmla="*/ 63532 w 75437"/>
                    <a:gd name="connsiteY3" fmla="*/ 37052 h 164877"/>
                    <a:gd name="connsiteX4" fmla="*/ 75438 w 75437"/>
                    <a:gd name="connsiteY4" fmla="*/ 0 h 164877"/>
                    <a:gd name="connsiteX5" fmla="*/ 46863 w 75437"/>
                    <a:gd name="connsiteY5" fmla="*/ 99727 h 164877"/>
                    <a:gd name="connsiteX6" fmla="*/ 26956 w 75437"/>
                    <a:gd name="connsiteY6" fmla="*/ 149066 h 164877"/>
                    <a:gd name="connsiteX7" fmla="*/ 20383 w 75437"/>
                    <a:gd name="connsiteY7" fmla="*/ 164878 h 164877"/>
                    <a:gd name="connsiteX8" fmla="*/ 23336 w 75437"/>
                    <a:gd name="connsiteY8" fmla="*/ 152305 h 164877"/>
                    <a:gd name="connsiteX9" fmla="*/ 29813 w 75437"/>
                    <a:gd name="connsiteY9" fmla="*/ 133826 h 164877"/>
                    <a:gd name="connsiteX10" fmla="*/ 40576 w 75437"/>
                    <a:gd name="connsiteY10" fmla="*/ 95536 h 164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5437" h="164877">
                      <a:moveTo>
                        <a:pt x="40576" y="95536"/>
                      </a:moveTo>
                      <a:cubicBezTo>
                        <a:pt x="25813" y="102489"/>
                        <a:pt x="12097" y="111633"/>
                        <a:pt x="0" y="122587"/>
                      </a:cubicBezTo>
                      <a:cubicBezTo>
                        <a:pt x="10001" y="107728"/>
                        <a:pt x="27432" y="99536"/>
                        <a:pt x="39529" y="86296"/>
                      </a:cubicBezTo>
                      <a:cubicBezTo>
                        <a:pt x="51911" y="72676"/>
                        <a:pt x="57912" y="54578"/>
                        <a:pt x="63532" y="37052"/>
                      </a:cubicBezTo>
                      <a:cubicBezTo>
                        <a:pt x="67532" y="24670"/>
                        <a:pt x="71533" y="12382"/>
                        <a:pt x="75438" y="0"/>
                      </a:cubicBezTo>
                      <a:cubicBezTo>
                        <a:pt x="69913" y="34195"/>
                        <a:pt x="59246" y="67342"/>
                        <a:pt x="46863" y="99727"/>
                      </a:cubicBezTo>
                      <a:cubicBezTo>
                        <a:pt x="40576" y="116300"/>
                        <a:pt x="33719" y="132683"/>
                        <a:pt x="26956" y="149066"/>
                      </a:cubicBezTo>
                      <a:cubicBezTo>
                        <a:pt x="24670" y="154305"/>
                        <a:pt x="22765" y="159734"/>
                        <a:pt x="20383" y="164878"/>
                      </a:cubicBezTo>
                      <a:cubicBezTo>
                        <a:pt x="19717" y="160115"/>
                        <a:pt x="21717" y="156591"/>
                        <a:pt x="23336" y="152305"/>
                      </a:cubicBezTo>
                      <a:cubicBezTo>
                        <a:pt x="25717" y="146209"/>
                        <a:pt x="27813" y="140017"/>
                        <a:pt x="29813" y="133826"/>
                      </a:cubicBezTo>
                      <a:cubicBezTo>
                        <a:pt x="34004" y="121253"/>
                        <a:pt x="37624" y="108395"/>
                        <a:pt x="40576" y="95536"/>
                      </a:cubicBezTo>
                      <a:close/>
                    </a:path>
                  </a:pathLst>
                </a:custGeom>
                <a:solidFill>
                  <a:srgbClr val="6B359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546" name="Graphique 2">
                <a:extLst>
                  <a:ext uri="{FF2B5EF4-FFF2-40B4-BE49-F238E27FC236}">
                    <a16:creationId xmlns:a16="http://schemas.microsoft.com/office/drawing/2014/main" id="{5F4D7699-6FF0-4033-B6F2-018E5F883844}"/>
                  </a:ext>
                </a:extLst>
              </p:cNvPr>
              <p:cNvGrpSpPr/>
              <p:nvPr/>
            </p:nvGrpSpPr>
            <p:grpSpPr>
              <a:xfrm>
                <a:off x="9156118" y="3215353"/>
                <a:ext cx="846093" cy="371093"/>
                <a:chOff x="9156118" y="3215353"/>
                <a:chExt cx="846093" cy="371093"/>
              </a:xfrm>
              <a:solidFill>
                <a:schemeClr val="accent1"/>
              </a:solidFill>
            </p:grpSpPr>
            <p:grpSp>
              <p:nvGrpSpPr>
                <p:cNvPr id="14547" name="Graphique 2">
                  <a:extLst>
                    <a:ext uri="{FF2B5EF4-FFF2-40B4-BE49-F238E27FC236}">
                      <a16:creationId xmlns:a16="http://schemas.microsoft.com/office/drawing/2014/main" id="{DC4DA401-B7EF-476B-B9AF-5467F1D1A405}"/>
                    </a:ext>
                  </a:extLst>
                </p:cNvPr>
                <p:cNvGrpSpPr/>
                <p:nvPr/>
              </p:nvGrpSpPr>
              <p:grpSpPr>
                <a:xfrm>
                  <a:off x="9156118" y="3215353"/>
                  <a:ext cx="846093" cy="371093"/>
                  <a:chOff x="9156118" y="3215353"/>
                  <a:chExt cx="846093" cy="371093"/>
                </a:xfrm>
                <a:solidFill>
                  <a:schemeClr val="accent1"/>
                </a:solidFill>
              </p:grpSpPr>
              <p:sp>
                <p:nvSpPr>
                  <p:cNvPr id="14548" name="Forme libre : forme 14547">
                    <a:extLst>
                      <a:ext uri="{FF2B5EF4-FFF2-40B4-BE49-F238E27FC236}">
                        <a16:creationId xmlns:a16="http://schemas.microsoft.com/office/drawing/2014/main" id="{086DB041-2B24-439D-8E0E-10CBB42E1AD9}"/>
                      </a:ext>
                    </a:extLst>
                  </p:cNvPr>
                  <p:cNvSpPr/>
                  <p:nvPr/>
                </p:nvSpPr>
                <p:spPr>
                  <a:xfrm>
                    <a:off x="9156118" y="3217449"/>
                    <a:ext cx="764750" cy="366521"/>
                  </a:xfrm>
                  <a:custGeom>
                    <a:avLst/>
                    <a:gdLst>
                      <a:gd name="connsiteX0" fmla="*/ 698742 w 764750"/>
                      <a:gd name="connsiteY0" fmla="*/ 0 h 366521"/>
                      <a:gd name="connsiteX1" fmla="*/ 544342 w 764750"/>
                      <a:gd name="connsiteY1" fmla="*/ 68104 h 366521"/>
                      <a:gd name="connsiteX2" fmla="*/ 346889 w 764750"/>
                      <a:gd name="connsiteY2" fmla="*/ 130397 h 366521"/>
                      <a:gd name="connsiteX3" fmla="*/ 69711 w 764750"/>
                      <a:gd name="connsiteY3" fmla="*/ 133826 h 366521"/>
                      <a:gd name="connsiteX4" fmla="*/ 5608 w 764750"/>
                      <a:gd name="connsiteY4" fmla="*/ 125921 h 366521"/>
                      <a:gd name="connsiteX5" fmla="*/ 29135 w 764750"/>
                      <a:gd name="connsiteY5" fmla="*/ 177641 h 366521"/>
                      <a:gd name="connsiteX6" fmla="*/ 29135 w 764750"/>
                      <a:gd name="connsiteY6" fmla="*/ 188881 h 366521"/>
                      <a:gd name="connsiteX7" fmla="*/ 5608 w 764750"/>
                      <a:gd name="connsiteY7" fmla="*/ 240602 h 366521"/>
                      <a:gd name="connsiteX8" fmla="*/ 69711 w 764750"/>
                      <a:gd name="connsiteY8" fmla="*/ 232696 h 366521"/>
                      <a:gd name="connsiteX9" fmla="*/ 346889 w 764750"/>
                      <a:gd name="connsiteY9" fmla="*/ 236125 h 366521"/>
                      <a:gd name="connsiteX10" fmla="*/ 544342 w 764750"/>
                      <a:gd name="connsiteY10" fmla="*/ 298418 h 366521"/>
                      <a:gd name="connsiteX11" fmla="*/ 698742 w 764750"/>
                      <a:gd name="connsiteY11" fmla="*/ 366522 h 366521"/>
                      <a:gd name="connsiteX12" fmla="*/ 764750 w 764750"/>
                      <a:gd name="connsiteY12" fmla="*/ 184690 h 366521"/>
                      <a:gd name="connsiteX13" fmla="*/ 698742 w 764750"/>
                      <a:gd name="connsiteY13" fmla="*/ 0 h 366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64750" h="366521">
                        <a:moveTo>
                          <a:pt x="698742" y="0"/>
                        </a:moveTo>
                        <a:cubicBezTo>
                          <a:pt x="698742" y="0"/>
                          <a:pt x="640640" y="14478"/>
                          <a:pt x="544342" y="68104"/>
                        </a:cubicBezTo>
                        <a:cubicBezTo>
                          <a:pt x="448044" y="121730"/>
                          <a:pt x="422422" y="128302"/>
                          <a:pt x="346889" y="130397"/>
                        </a:cubicBezTo>
                        <a:cubicBezTo>
                          <a:pt x="271355" y="132493"/>
                          <a:pt x="85618" y="134112"/>
                          <a:pt x="69711" y="133826"/>
                        </a:cubicBezTo>
                        <a:cubicBezTo>
                          <a:pt x="53900" y="133541"/>
                          <a:pt x="19038" y="135160"/>
                          <a:pt x="5608" y="125921"/>
                        </a:cubicBezTo>
                        <a:cubicBezTo>
                          <a:pt x="-7822" y="116681"/>
                          <a:pt x="3989" y="168402"/>
                          <a:pt x="29135" y="177641"/>
                        </a:cubicBezTo>
                        <a:lnTo>
                          <a:pt x="29135" y="188881"/>
                        </a:lnTo>
                        <a:cubicBezTo>
                          <a:pt x="4084" y="198120"/>
                          <a:pt x="-7822" y="249841"/>
                          <a:pt x="5608" y="240602"/>
                        </a:cubicBezTo>
                        <a:cubicBezTo>
                          <a:pt x="19038" y="231362"/>
                          <a:pt x="53900" y="232982"/>
                          <a:pt x="69711" y="232696"/>
                        </a:cubicBezTo>
                        <a:cubicBezTo>
                          <a:pt x="85523" y="232410"/>
                          <a:pt x="271355" y="234029"/>
                          <a:pt x="346889" y="236125"/>
                        </a:cubicBezTo>
                        <a:cubicBezTo>
                          <a:pt x="422422" y="238220"/>
                          <a:pt x="447949" y="244793"/>
                          <a:pt x="544342" y="298418"/>
                        </a:cubicBezTo>
                        <a:cubicBezTo>
                          <a:pt x="640640" y="352044"/>
                          <a:pt x="698742" y="366522"/>
                          <a:pt x="698742" y="366522"/>
                        </a:cubicBezTo>
                        <a:lnTo>
                          <a:pt x="764750" y="184690"/>
                        </a:lnTo>
                        <a:lnTo>
                          <a:pt x="698742" y="0"/>
                        </a:ln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grpSp>
                <p:nvGrpSpPr>
                  <p:cNvPr id="14549" name="Graphique 2">
                    <a:extLst>
                      <a:ext uri="{FF2B5EF4-FFF2-40B4-BE49-F238E27FC236}">
                        <a16:creationId xmlns:a16="http://schemas.microsoft.com/office/drawing/2014/main" id="{644A9EF0-F9AC-45DC-953A-9B1802721A1D}"/>
                      </a:ext>
                    </a:extLst>
                  </p:cNvPr>
                  <p:cNvGrpSpPr/>
                  <p:nvPr/>
                </p:nvGrpSpPr>
                <p:grpSpPr>
                  <a:xfrm>
                    <a:off x="9849050" y="3336226"/>
                    <a:ext cx="153162" cy="128780"/>
                    <a:chOff x="9849050" y="3336226"/>
                    <a:chExt cx="153162" cy="128780"/>
                  </a:xfrm>
                  <a:solidFill>
                    <a:schemeClr val="accent1"/>
                  </a:solidFill>
                </p:grpSpPr>
                <p:sp>
                  <p:nvSpPr>
                    <p:cNvPr id="14550" name="Forme libre : forme 14549">
                      <a:extLst>
                        <a:ext uri="{FF2B5EF4-FFF2-40B4-BE49-F238E27FC236}">
                          <a16:creationId xmlns:a16="http://schemas.microsoft.com/office/drawing/2014/main" id="{921F8B48-8DA6-46DE-9B68-914BD20212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9050" y="3336226"/>
                      <a:ext cx="153162" cy="128777"/>
                    </a:xfrm>
                    <a:custGeom>
                      <a:avLst/>
                      <a:gdLst>
                        <a:gd name="connsiteX0" fmla="*/ 153162 w 153162"/>
                        <a:gd name="connsiteY0" fmla="*/ 64389 h 128777"/>
                        <a:gd name="connsiteX1" fmla="*/ 76581 w 153162"/>
                        <a:gd name="connsiteY1" fmla="*/ 128778 h 128777"/>
                        <a:gd name="connsiteX2" fmla="*/ 0 w 153162"/>
                        <a:gd name="connsiteY2" fmla="*/ 64389 h 128777"/>
                        <a:gd name="connsiteX3" fmla="*/ 76581 w 153162"/>
                        <a:gd name="connsiteY3" fmla="*/ 0 h 128777"/>
                        <a:gd name="connsiteX4" fmla="*/ 153162 w 153162"/>
                        <a:gd name="connsiteY4" fmla="*/ 64389 h 128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2" h="128777">
                          <a:moveTo>
                            <a:pt x="153162" y="64389"/>
                          </a:moveTo>
                          <a:cubicBezTo>
                            <a:pt x="153162" y="99950"/>
                            <a:pt x="118876" y="128778"/>
                            <a:pt x="76581" y="128778"/>
                          </a:cubicBezTo>
                          <a:cubicBezTo>
                            <a:pt x="34287" y="128778"/>
                            <a:pt x="0" y="99950"/>
                            <a:pt x="0" y="64389"/>
                          </a:cubicBezTo>
                          <a:cubicBezTo>
                            <a:pt x="0" y="28828"/>
                            <a:pt x="34287" y="0"/>
                            <a:pt x="76581" y="0"/>
                          </a:cubicBezTo>
                          <a:cubicBezTo>
                            <a:pt x="118876" y="0"/>
                            <a:pt x="153162" y="28828"/>
                            <a:pt x="153162" y="64389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51" name="Forme libre : forme 14550">
                      <a:extLst>
                        <a:ext uri="{FF2B5EF4-FFF2-40B4-BE49-F238E27FC236}">
                          <a16:creationId xmlns:a16="http://schemas.microsoft.com/office/drawing/2014/main" id="{6A86FD20-E463-4D9E-ABA6-2F8A311334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9050" y="3336987"/>
                      <a:ext cx="110204" cy="128018"/>
                    </a:xfrm>
                    <a:custGeom>
                      <a:avLst/>
                      <a:gdLst>
                        <a:gd name="connsiteX0" fmla="*/ 110204 w 110204"/>
                        <a:gd name="connsiteY0" fmla="*/ 121444 h 128018"/>
                        <a:gd name="connsiteX1" fmla="*/ 98774 w 110204"/>
                        <a:gd name="connsiteY1" fmla="*/ 122206 h 128018"/>
                        <a:gd name="connsiteX2" fmla="*/ 22193 w 110204"/>
                        <a:gd name="connsiteY2" fmla="*/ 57817 h 128018"/>
                        <a:gd name="connsiteX3" fmla="*/ 65151 w 110204"/>
                        <a:gd name="connsiteY3" fmla="*/ 0 h 128018"/>
                        <a:gd name="connsiteX4" fmla="*/ 0 w 110204"/>
                        <a:gd name="connsiteY4" fmla="*/ 63627 h 128018"/>
                        <a:gd name="connsiteX5" fmla="*/ 76581 w 110204"/>
                        <a:gd name="connsiteY5" fmla="*/ 128016 h 128018"/>
                        <a:gd name="connsiteX6" fmla="*/ 110204 w 110204"/>
                        <a:gd name="connsiteY6" fmla="*/ 121444 h 128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0204" h="128018">
                          <a:moveTo>
                            <a:pt x="110204" y="121444"/>
                          </a:moveTo>
                          <a:cubicBezTo>
                            <a:pt x="106489" y="121920"/>
                            <a:pt x="102679" y="122206"/>
                            <a:pt x="98774" y="122206"/>
                          </a:cubicBezTo>
                          <a:cubicBezTo>
                            <a:pt x="56483" y="122206"/>
                            <a:pt x="22479" y="93345"/>
                            <a:pt x="22193" y="57817"/>
                          </a:cubicBezTo>
                          <a:cubicBezTo>
                            <a:pt x="22003" y="30004"/>
                            <a:pt x="41053" y="5715"/>
                            <a:pt x="65151" y="0"/>
                          </a:cubicBezTo>
                          <a:cubicBezTo>
                            <a:pt x="28289" y="4667"/>
                            <a:pt x="0" y="31337"/>
                            <a:pt x="0" y="63627"/>
                          </a:cubicBezTo>
                          <a:cubicBezTo>
                            <a:pt x="0" y="99155"/>
                            <a:pt x="34290" y="128016"/>
                            <a:pt x="76581" y="128016"/>
                          </a:cubicBezTo>
                          <a:cubicBezTo>
                            <a:pt x="88678" y="128111"/>
                            <a:pt x="100013" y="125635"/>
                            <a:pt x="110204" y="121444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52" name="Forme libre : forme 14551">
                      <a:extLst>
                        <a:ext uri="{FF2B5EF4-FFF2-40B4-BE49-F238E27FC236}">
                          <a16:creationId xmlns:a16="http://schemas.microsoft.com/office/drawing/2014/main" id="{B030E6D8-DA03-4186-AB94-49CF103B6FA5}"/>
                        </a:ext>
                      </a:extLst>
                    </p:cNvPr>
                    <p:cNvSpPr/>
                    <p:nvPr/>
                  </p:nvSpPr>
                  <p:spPr>
                    <a:xfrm rot="-4118918">
                      <a:off x="9924587" y="3342909"/>
                      <a:ext cx="59247" cy="74869"/>
                    </a:xfrm>
                    <a:custGeom>
                      <a:avLst/>
                      <a:gdLst>
                        <a:gd name="connsiteX0" fmla="*/ 59248 w 59247"/>
                        <a:gd name="connsiteY0" fmla="*/ 37435 h 74869"/>
                        <a:gd name="connsiteX1" fmla="*/ 29624 w 59247"/>
                        <a:gd name="connsiteY1" fmla="*/ 74869 h 74869"/>
                        <a:gd name="connsiteX2" fmla="*/ 0 w 59247"/>
                        <a:gd name="connsiteY2" fmla="*/ 37435 h 74869"/>
                        <a:gd name="connsiteX3" fmla="*/ 29624 w 59247"/>
                        <a:gd name="connsiteY3" fmla="*/ 0 h 74869"/>
                        <a:gd name="connsiteX4" fmla="*/ 59248 w 59247"/>
                        <a:gd name="connsiteY4" fmla="*/ 37435 h 74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7" h="74869">
                          <a:moveTo>
                            <a:pt x="59248" y="37435"/>
                          </a:moveTo>
                          <a:cubicBezTo>
                            <a:pt x="59248" y="58109"/>
                            <a:pt x="45985" y="74869"/>
                            <a:pt x="29624" y="74869"/>
                          </a:cubicBezTo>
                          <a:cubicBezTo>
                            <a:pt x="13263" y="74869"/>
                            <a:pt x="0" y="58109"/>
                            <a:pt x="0" y="37435"/>
                          </a:cubicBezTo>
                          <a:cubicBezTo>
                            <a:pt x="0" y="16760"/>
                            <a:pt x="13263" y="0"/>
                            <a:pt x="29624" y="0"/>
                          </a:cubicBezTo>
                          <a:cubicBezTo>
                            <a:pt x="45985" y="0"/>
                            <a:pt x="59248" y="16760"/>
                            <a:pt x="59248" y="37435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53" name="Forme libre : forme 14552">
                      <a:extLst>
                        <a:ext uri="{FF2B5EF4-FFF2-40B4-BE49-F238E27FC236}">
                          <a16:creationId xmlns:a16="http://schemas.microsoft.com/office/drawing/2014/main" id="{50FD768A-55A7-4B9B-A75C-102F271BAE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3161" y="3394138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9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3"/>
                          </a:cubicBezTo>
                          <a:cubicBezTo>
                            <a:pt x="0" y="4009"/>
                            <a:pt x="4008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554" name="Graphique 2">
                    <a:extLst>
                      <a:ext uri="{FF2B5EF4-FFF2-40B4-BE49-F238E27FC236}">
                        <a16:creationId xmlns:a16="http://schemas.microsoft.com/office/drawing/2014/main" id="{E47E2ABA-D2A2-48CC-ADF2-10CE209694FB}"/>
                      </a:ext>
                    </a:extLst>
                  </p:cNvPr>
                  <p:cNvGrpSpPr/>
                  <p:nvPr/>
                </p:nvGrpSpPr>
                <p:grpSpPr>
                  <a:xfrm>
                    <a:off x="9797805" y="3215353"/>
                    <a:ext cx="153162" cy="128777"/>
                    <a:chOff x="9797805" y="3215353"/>
                    <a:chExt cx="153162" cy="128777"/>
                  </a:xfrm>
                  <a:solidFill>
                    <a:schemeClr val="accent1"/>
                  </a:solidFill>
                </p:grpSpPr>
                <p:sp>
                  <p:nvSpPr>
                    <p:cNvPr id="14555" name="Forme libre : forme 14554">
                      <a:extLst>
                        <a:ext uri="{FF2B5EF4-FFF2-40B4-BE49-F238E27FC236}">
                          <a16:creationId xmlns:a16="http://schemas.microsoft.com/office/drawing/2014/main" id="{ABC7E48F-7E4C-4A92-801E-E28F5B20A9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7806" y="3215353"/>
                      <a:ext cx="153162" cy="128777"/>
                    </a:xfrm>
                    <a:custGeom>
                      <a:avLst/>
                      <a:gdLst>
                        <a:gd name="connsiteX0" fmla="*/ 153162 w 153162"/>
                        <a:gd name="connsiteY0" fmla="*/ 64389 h 128777"/>
                        <a:gd name="connsiteX1" fmla="*/ 76581 w 153162"/>
                        <a:gd name="connsiteY1" fmla="*/ 128778 h 128777"/>
                        <a:gd name="connsiteX2" fmla="*/ 0 w 153162"/>
                        <a:gd name="connsiteY2" fmla="*/ 64389 h 128777"/>
                        <a:gd name="connsiteX3" fmla="*/ 76581 w 153162"/>
                        <a:gd name="connsiteY3" fmla="*/ 0 h 128777"/>
                        <a:gd name="connsiteX4" fmla="*/ 153162 w 153162"/>
                        <a:gd name="connsiteY4" fmla="*/ 64389 h 128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2" h="128777">
                          <a:moveTo>
                            <a:pt x="153162" y="64389"/>
                          </a:moveTo>
                          <a:cubicBezTo>
                            <a:pt x="153162" y="99950"/>
                            <a:pt x="118876" y="128778"/>
                            <a:pt x="76581" y="128778"/>
                          </a:cubicBezTo>
                          <a:cubicBezTo>
                            <a:pt x="34286" y="128778"/>
                            <a:pt x="0" y="99950"/>
                            <a:pt x="0" y="64389"/>
                          </a:cubicBezTo>
                          <a:cubicBezTo>
                            <a:pt x="0" y="28828"/>
                            <a:pt x="34286" y="0"/>
                            <a:pt x="76581" y="0"/>
                          </a:cubicBezTo>
                          <a:cubicBezTo>
                            <a:pt x="118876" y="0"/>
                            <a:pt x="153162" y="28828"/>
                            <a:pt x="153162" y="64389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56" name="Forme libre : forme 14555">
                      <a:extLst>
                        <a:ext uri="{FF2B5EF4-FFF2-40B4-BE49-F238E27FC236}">
                          <a16:creationId xmlns:a16="http://schemas.microsoft.com/office/drawing/2014/main" id="{86B86107-27C2-4065-839C-338684BA1F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7805" y="3216115"/>
                      <a:ext cx="110204" cy="128016"/>
                    </a:xfrm>
                    <a:custGeom>
                      <a:avLst/>
                      <a:gdLst>
                        <a:gd name="connsiteX0" fmla="*/ 110204 w 110204"/>
                        <a:gd name="connsiteY0" fmla="*/ 121444 h 128016"/>
                        <a:gd name="connsiteX1" fmla="*/ 98774 w 110204"/>
                        <a:gd name="connsiteY1" fmla="*/ 122206 h 128016"/>
                        <a:gd name="connsiteX2" fmla="*/ 22193 w 110204"/>
                        <a:gd name="connsiteY2" fmla="*/ 57817 h 128016"/>
                        <a:gd name="connsiteX3" fmla="*/ 65151 w 110204"/>
                        <a:gd name="connsiteY3" fmla="*/ 0 h 128016"/>
                        <a:gd name="connsiteX4" fmla="*/ 0 w 110204"/>
                        <a:gd name="connsiteY4" fmla="*/ 63627 h 128016"/>
                        <a:gd name="connsiteX5" fmla="*/ 76581 w 110204"/>
                        <a:gd name="connsiteY5" fmla="*/ 128016 h 128016"/>
                        <a:gd name="connsiteX6" fmla="*/ 110204 w 110204"/>
                        <a:gd name="connsiteY6" fmla="*/ 121444 h 128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0204" h="128016">
                          <a:moveTo>
                            <a:pt x="110204" y="121444"/>
                          </a:moveTo>
                          <a:cubicBezTo>
                            <a:pt x="106490" y="121920"/>
                            <a:pt x="102679" y="122206"/>
                            <a:pt x="98774" y="122206"/>
                          </a:cubicBezTo>
                          <a:cubicBezTo>
                            <a:pt x="56483" y="122206"/>
                            <a:pt x="22479" y="93345"/>
                            <a:pt x="22193" y="57817"/>
                          </a:cubicBezTo>
                          <a:cubicBezTo>
                            <a:pt x="22003" y="30004"/>
                            <a:pt x="41053" y="5715"/>
                            <a:pt x="65151" y="0"/>
                          </a:cubicBezTo>
                          <a:cubicBezTo>
                            <a:pt x="28289" y="4667"/>
                            <a:pt x="0" y="31337"/>
                            <a:pt x="0" y="63627"/>
                          </a:cubicBezTo>
                          <a:cubicBezTo>
                            <a:pt x="0" y="99155"/>
                            <a:pt x="34290" y="128016"/>
                            <a:pt x="76581" y="128016"/>
                          </a:cubicBezTo>
                          <a:cubicBezTo>
                            <a:pt x="88678" y="128016"/>
                            <a:pt x="100108" y="125635"/>
                            <a:pt x="110204" y="121444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57" name="Forme libre : forme 14556">
                      <a:extLst>
                        <a:ext uri="{FF2B5EF4-FFF2-40B4-BE49-F238E27FC236}">
                          <a16:creationId xmlns:a16="http://schemas.microsoft.com/office/drawing/2014/main" id="{573DC69D-1A06-42FC-A11A-0ED2054D3418}"/>
                        </a:ext>
                      </a:extLst>
                    </p:cNvPr>
                    <p:cNvSpPr/>
                    <p:nvPr/>
                  </p:nvSpPr>
                  <p:spPr>
                    <a:xfrm rot="-4118918">
                      <a:off x="9873378" y="3222060"/>
                      <a:ext cx="59247" cy="74869"/>
                    </a:xfrm>
                    <a:custGeom>
                      <a:avLst/>
                      <a:gdLst>
                        <a:gd name="connsiteX0" fmla="*/ 59248 w 59247"/>
                        <a:gd name="connsiteY0" fmla="*/ 37435 h 74869"/>
                        <a:gd name="connsiteX1" fmla="*/ 29624 w 59247"/>
                        <a:gd name="connsiteY1" fmla="*/ 74869 h 74869"/>
                        <a:gd name="connsiteX2" fmla="*/ 0 w 59247"/>
                        <a:gd name="connsiteY2" fmla="*/ 37435 h 74869"/>
                        <a:gd name="connsiteX3" fmla="*/ 29624 w 59247"/>
                        <a:gd name="connsiteY3" fmla="*/ 0 h 74869"/>
                        <a:gd name="connsiteX4" fmla="*/ 59248 w 59247"/>
                        <a:gd name="connsiteY4" fmla="*/ 37435 h 74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7" h="74869">
                          <a:moveTo>
                            <a:pt x="59248" y="37435"/>
                          </a:moveTo>
                          <a:cubicBezTo>
                            <a:pt x="59248" y="58109"/>
                            <a:pt x="45985" y="74869"/>
                            <a:pt x="29624" y="74869"/>
                          </a:cubicBezTo>
                          <a:cubicBezTo>
                            <a:pt x="13263" y="74869"/>
                            <a:pt x="0" y="58109"/>
                            <a:pt x="0" y="37435"/>
                          </a:cubicBezTo>
                          <a:cubicBezTo>
                            <a:pt x="0" y="16760"/>
                            <a:pt x="13263" y="0"/>
                            <a:pt x="29624" y="0"/>
                          </a:cubicBezTo>
                          <a:cubicBezTo>
                            <a:pt x="45985" y="0"/>
                            <a:pt x="59248" y="16760"/>
                            <a:pt x="59248" y="37435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58" name="Forme libre : forme 14557">
                      <a:extLst>
                        <a:ext uri="{FF2B5EF4-FFF2-40B4-BE49-F238E27FC236}">
                          <a16:creationId xmlns:a16="http://schemas.microsoft.com/office/drawing/2014/main" id="{608014F0-28A7-408E-8492-2D996C9477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22012" y="3273265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4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4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9" y="17907"/>
                            <a:pt x="8954" y="17907"/>
                          </a:cubicBezTo>
                          <a:cubicBezTo>
                            <a:pt x="4009" y="17907"/>
                            <a:pt x="0" y="13898"/>
                            <a:pt x="0" y="8953"/>
                          </a:cubicBezTo>
                          <a:cubicBezTo>
                            <a:pt x="0" y="4009"/>
                            <a:pt x="4008" y="0"/>
                            <a:pt x="8954" y="0"/>
                          </a:cubicBezTo>
                          <a:cubicBezTo>
                            <a:pt x="13898" y="0"/>
                            <a:pt x="17907" y="4009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559" name="Graphique 2">
                    <a:extLst>
                      <a:ext uri="{FF2B5EF4-FFF2-40B4-BE49-F238E27FC236}">
                        <a16:creationId xmlns:a16="http://schemas.microsoft.com/office/drawing/2014/main" id="{6AC3BB56-3290-4D09-A3EA-7DFC417431D9}"/>
                      </a:ext>
                    </a:extLst>
                  </p:cNvPr>
                  <p:cNvGrpSpPr/>
                  <p:nvPr/>
                </p:nvGrpSpPr>
                <p:grpSpPr>
                  <a:xfrm>
                    <a:off x="9797805" y="3457669"/>
                    <a:ext cx="153162" cy="128777"/>
                    <a:chOff x="9797805" y="3457669"/>
                    <a:chExt cx="153162" cy="128777"/>
                  </a:xfrm>
                  <a:solidFill>
                    <a:schemeClr val="accent1"/>
                  </a:solidFill>
                </p:grpSpPr>
                <p:sp>
                  <p:nvSpPr>
                    <p:cNvPr id="14560" name="Forme libre : forme 14559">
                      <a:extLst>
                        <a:ext uri="{FF2B5EF4-FFF2-40B4-BE49-F238E27FC236}">
                          <a16:creationId xmlns:a16="http://schemas.microsoft.com/office/drawing/2014/main" id="{DA573675-AB6A-495C-BBBC-DEEC738BF7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7806" y="3457669"/>
                      <a:ext cx="153162" cy="128777"/>
                    </a:xfrm>
                    <a:custGeom>
                      <a:avLst/>
                      <a:gdLst>
                        <a:gd name="connsiteX0" fmla="*/ 153162 w 153162"/>
                        <a:gd name="connsiteY0" fmla="*/ 64389 h 128777"/>
                        <a:gd name="connsiteX1" fmla="*/ 76581 w 153162"/>
                        <a:gd name="connsiteY1" fmla="*/ 128778 h 128777"/>
                        <a:gd name="connsiteX2" fmla="*/ 0 w 153162"/>
                        <a:gd name="connsiteY2" fmla="*/ 64389 h 128777"/>
                        <a:gd name="connsiteX3" fmla="*/ 76581 w 153162"/>
                        <a:gd name="connsiteY3" fmla="*/ 0 h 128777"/>
                        <a:gd name="connsiteX4" fmla="*/ 153162 w 153162"/>
                        <a:gd name="connsiteY4" fmla="*/ 64389 h 128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2" h="128777">
                          <a:moveTo>
                            <a:pt x="153162" y="64389"/>
                          </a:moveTo>
                          <a:cubicBezTo>
                            <a:pt x="153162" y="99950"/>
                            <a:pt x="118876" y="128778"/>
                            <a:pt x="76581" y="128778"/>
                          </a:cubicBezTo>
                          <a:cubicBezTo>
                            <a:pt x="34286" y="128778"/>
                            <a:pt x="0" y="99950"/>
                            <a:pt x="0" y="64389"/>
                          </a:cubicBezTo>
                          <a:cubicBezTo>
                            <a:pt x="0" y="28828"/>
                            <a:pt x="34286" y="0"/>
                            <a:pt x="76581" y="0"/>
                          </a:cubicBezTo>
                          <a:cubicBezTo>
                            <a:pt x="118876" y="0"/>
                            <a:pt x="153162" y="28828"/>
                            <a:pt x="153162" y="64389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61" name="Forme libre : forme 14560">
                      <a:extLst>
                        <a:ext uri="{FF2B5EF4-FFF2-40B4-BE49-F238E27FC236}">
                          <a16:creationId xmlns:a16="http://schemas.microsoft.com/office/drawing/2014/main" id="{AB75ABF4-25CD-48FB-ADEA-C80944F509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7805" y="3458431"/>
                      <a:ext cx="110204" cy="128016"/>
                    </a:xfrm>
                    <a:custGeom>
                      <a:avLst/>
                      <a:gdLst>
                        <a:gd name="connsiteX0" fmla="*/ 110204 w 110204"/>
                        <a:gd name="connsiteY0" fmla="*/ 121444 h 128016"/>
                        <a:gd name="connsiteX1" fmla="*/ 98774 w 110204"/>
                        <a:gd name="connsiteY1" fmla="*/ 122206 h 128016"/>
                        <a:gd name="connsiteX2" fmla="*/ 22193 w 110204"/>
                        <a:gd name="connsiteY2" fmla="*/ 57817 h 128016"/>
                        <a:gd name="connsiteX3" fmla="*/ 65151 w 110204"/>
                        <a:gd name="connsiteY3" fmla="*/ 0 h 128016"/>
                        <a:gd name="connsiteX4" fmla="*/ 0 w 110204"/>
                        <a:gd name="connsiteY4" fmla="*/ 63627 h 128016"/>
                        <a:gd name="connsiteX5" fmla="*/ 76581 w 110204"/>
                        <a:gd name="connsiteY5" fmla="*/ 128016 h 128016"/>
                        <a:gd name="connsiteX6" fmla="*/ 110204 w 110204"/>
                        <a:gd name="connsiteY6" fmla="*/ 121444 h 128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0204" h="128016">
                          <a:moveTo>
                            <a:pt x="110204" y="121444"/>
                          </a:moveTo>
                          <a:cubicBezTo>
                            <a:pt x="106490" y="121920"/>
                            <a:pt x="102679" y="122206"/>
                            <a:pt x="98774" y="122206"/>
                          </a:cubicBezTo>
                          <a:cubicBezTo>
                            <a:pt x="56483" y="122206"/>
                            <a:pt x="22479" y="93345"/>
                            <a:pt x="22193" y="57817"/>
                          </a:cubicBezTo>
                          <a:cubicBezTo>
                            <a:pt x="22003" y="30004"/>
                            <a:pt x="41053" y="5715"/>
                            <a:pt x="65151" y="0"/>
                          </a:cubicBezTo>
                          <a:cubicBezTo>
                            <a:pt x="28289" y="4667"/>
                            <a:pt x="0" y="31337"/>
                            <a:pt x="0" y="63627"/>
                          </a:cubicBezTo>
                          <a:cubicBezTo>
                            <a:pt x="0" y="99155"/>
                            <a:pt x="34290" y="128016"/>
                            <a:pt x="76581" y="128016"/>
                          </a:cubicBezTo>
                          <a:cubicBezTo>
                            <a:pt x="88678" y="128016"/>
                            <a:pt x="100108" y="125635"/>
                            <a:pt x="110204" y="121444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62" name="Forme libre : forme 14561">
                      <a:extLst>
                        <a:ext uri="{FF2B5EF4-FFF2-40B4-BE49-F238E27FC236}">
                          <a16:creationId xmlns:a16="http://schemas.microsoft.com/office/drawing/2014/main" id="{C10203E2-A95F-4B14-8968-396B6E89A3CF}"/>
                        </a:ext>
                      </a:extLst>
                    </p:cNvPr>
                    <p:cNvSpPr/>
                    <p:nvPr/>
                  </p:nvSpPr>
                  <p:spPr>
                    <a:xfrm rot="-4118918">
                      <a:off x="9873397" y="3464373"/>
                      <a:ext cx="59247" cy="74869"/>
                    </a:xfrm>
                    <a:custGeom>
                      <a:avLst/>
                      <a:gdLst>
                        <a:gd name="connsiteX0" fmla="*/ 59248 w 59247"/>
                        <a:gd name="connsiteY0" fmla="*/ 37435 h 74869"/>
                        <a:gd name="connsiteX1" fmla="*/ 29624 w 59247"/>
                        <a:gd name="connsiteY1" fmla="*/ 74869 h 74869"/>
                        <a:gd name="connsiteX2" fmla="*/ 0 w 59247"/>
                        <a:gd name="connsiteY2" fmla="*/ 37435 h 74869"/>
                        <a:gd name="connsiteX3" fmla="*/ 29624 w 59247"/>
                        <a:gd name="connsiteY3" fmla="*/ 0 h 74869"/>
                        <a:gd name="connsiteX4" fmla="*/ 59248 w 59247"/>
                        <a:gd name="connsiteY4" fmla="*/ 37435 h 74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7" h="74869">
                          <a:moveTo>
                            <a:pt x="59248" y="37435"/>
                          </a:moveTo>
                          <a:cubicBezTo>
                            <a:pt x="59248" y="58109"/>
                            <a:pt x="45985" y="74869"/>
                            <a:pt x="29624" y="74869"/>
                          </a:cubicBezTo>
                          <a:cubicBezTo>
                            <a:pt x="13263" y="74869"/>
                            <a:pt x="0" y="58109"/>
                            <a:pt x="0" y="37435"/>
                          </a:cubicBezTo>
                          <a:cubicBezTo>
                            <a:pt x="0" y="16760"/>
                            <a:pt x="13263" y="0"/>
                            <a:pt x="29624" y="0"/>
                          </a:cubicBezTo>
                          <a:cubicBezTo>
                            <a:pt x="45985" y="0"/>
                            <a:pt x="59248" y="16760"/>
                            <a:pt x="59248" y="37435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63" name="Forme libre : forme 14562">
                      <a:extLst>
                        <a:ext uri="{FF2B5EF4-FFF2-40B4-BE49-F238E27FC236}">
                          <a16:creationId xmlns:a16="http://schemas.microsoft.com/office/drawing/2014/main" id="{F68C65B5-0DF1-407E-97FE-87FF4898C7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22012" y="3515581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4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4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9" y="17907"/>
                            <a:pt x="8954" y="17907"/>
                          </a:cubicBezTo>
                          <a:cubicBezTo>
                            <a:pt x="4009" y="17907"/>
                            <a:pt x="0" y="13899"/>
                            <a:pt x="0" y="8953"/>
                          </a:cubicBezTo>
                          <a:cubicBezTo>
                            <a:pt x="0" y="4009"/>
                            <a:pt x="4008" y="0"/>
                            <a:pt x="8954" y="0"/>
                          </a:cubicBezTo>
                          <a:cubicBezTo>
                            <a:pt x="13898" y="0"/>
                            <a:pt x="17907" y="4008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sp>
                <p:nvSpPr>
                  <p:cNvPr id="14564" name="Forme libre : forme 14563">
                    <a:extLst>
                      <a:ext uri="{FF2B5EF4-FFF2-40B4-BE49-F238E27FC236}">
                        <a16:creationId xmlns:a16="http://schemas.microsoft.com/office/drawing/2014/main" id="{0E63DC41-0651-4515-86F9-42A842CBA286}"/>
                      </a:ext>
                    </a:extLst>
                  </p:cNvPr>
                  <p:cNvSpPr/>
                  <p:nvPr/>
                </p:nvSpPr>
                <p:spPr>
                  <a:xfrm>
                    <a:off x="9184325" y="3321843"/>
                    <a:ext cx="449650" cy="87820"/>
                  </a:xfrm>
                  <a:custGeom>
                    <a:avLst/>
                    <a:gdLst>
                      <a:gd name="connsiteX0" fmla="*/ 449650 w 449650"/>
                      <a:gd name="connsiteY0" fmla="*/ 0 h 87820"/>
                      <a:gd name="connsiteX1" fmla="*/ 300774 w 449650"/>
                      <a:gd name="connsiteY1" fmla="*/ 52007 h 87820"/>
                      <a:gd name="connsiteX2" fmla="*/ 141421 w 449650"/>
                      <a:gd name="connsiteY2" fmla="*/ 61532 h 87820"/>
                      <a:gd name="connsiteX3" fmla="*/ 70 w 449650"/>
                      <a:gd name="connsiteY3" fmla="*/ 87821 h 87820"/>
                      <a:gd name="connsiteX4" fmla="*/ 15500 w 449650"/>
                      <a:gd name="connsiteY4" fmla="*/ 72485 h 87820"/>
                      <a:gd name="connsiteX5" fmla="*/ 45981 w 449650"/>
                      <a:gd name="connsiteY5" fmla="*/ 62293 h 87820"/>
                      <a:gd name="connsiteX6" fmla="*/ 368402 w 449650"/>
                      <a:gd name="connsiteY6" fmla="*/ 33528 h 87820"/>
                      <a:gd name="connsiteX7" fmla="*/ 440506 w 449650"/>
                      <a:gd name="connsiteY7" fmla="*/ 5525 h 87820"/>
                      <a:gd name="connsiteX8" fmla="*/ 436220 w 449650"/>
                      <a:gd name="connsiteY8" fmla="*/ 3905 h 87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9650" h="87820">
                        <a:moveTo>
                          <a:pt x="449650" y="0"/>
                        </a:moveTo>
                        <a:cubicBezTo>
                          <a:pt x="407454" y="32385"/>
                          <a:pt x="353733" y="46292"/>
                          <a:pt x="300774" y="52007"/>
                        </a:cubicBezTo>
                        <a:cubicBezTo>
                          <a:pt x="247815" y="57721"/>
                          <a:pt x="194380" y="56102"/>
                          <a:pt x="141421" y="61532"/>
                        </a:cubicBezTo>
                        <a:cubicBezTo>
                          <a:pt x="93701" y="66389"/>
                          <a:pt x="46742" y="76867"/>
                          <a:pt x="70" y="87821"/>
                        </a:cubicBezTo>
                        <a:cubicBezTo>
                          <a:pt x="-883" y="80010"/>
                          <a:pt x="8071" y="75057"/>
                          <a:pt x="15500" y="72485"/>
                        </a:cubicBezTo>
                        <a:cubicBezTo>
                          <a:pt x="25597" y="68866"/>
                          <a:pt x="35693" y="65342"/>
                          <a:pt x="45981" y="62293"/>
                        </a:cubicBezTo>
                        <a:cubicBezTo>
                          <a:pt x="149898" y="31909"/>
                          <a:pt x="264198" y="63055"/>
                          <a:pt x="368402" y="33528"/>
                        </a:cubicBezTo>
                        <a:cubicBezTo>
                          <a:pt x="393262" y="26479"/>
                          <a:pt x="416979" y="16097"/>
                          <a:pt x="440506" y="5525"/>
                        </a:cubicBezTo>
                        <a:cubicBezTo>
                          <a:pt x="439077" y="4953"/>
                          <a:pt x="437649" y="4382"/>
                          <a:pt x="436220" y="3905"/>
                        </a:cubicBezTo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65" name="Forme libre : forme 14564">
                    <a:extLst>
                      <a:ext uri="{FF2B5EF4-FFF2-40B4-BE49-F238E27FC236}">
                        <a16:creationId xmlns:a16="http://schemas.microsoft.com/office/drawing/2014/main" id="{B073E9D0-454A-4558-9CD8-1E490F6F147F}"/>
                      </a:ext>
                    </a:extLst>
                  </p:cNvPr>
                  <p:cNvSpPr/>
                  <p:nvPr/>
                </p:nvSpPr>
                <p:spPr>
                  <a:xfrm>
                    <a:off x="9329747" y="3347287"/>
                    <a:ext cx="537781" cy="99566"/>
                  </a:xfrm>
                  <a:custGeom>
                    <a:avLst/>
                    <a:gdLst>
                      <a:gd name="connsiteX0" fmla="*/ 284702 w 537781"/>
                      <a:gd name="connsiteY0" fmla="*/ 31705 h 99566"/>
                      <a:gd name="connsiteX1" fmla="*/ 207550 w 537781"/>
                      <a:gd name="connsiteY1" fmla="*/ 53899 h 99566"/>
                      <a:gd name="connsiteX2" fmla="*/ 147542 w 537781"/>
                      <a:gd name="connsiteY2" fmla="*/ 69234 h 99566"/>
                      <a:gd name="connsiteX3" fmla="*/ 0 w 537781"/>
                      <a:gd name="connsiteY3" fmla="*/ 97523 h 99566"/>
                      <a:gd name="connsiteX4" fmla="*/ 202882 w 537781"/>
                      <a:gd name="connsiteY4" fmla="*/ 66948 h 99566"/>
                      <a:gd name="connsiteX5" fmla="*/ 285083 w 537781"/>
                      <a:gd name="connsiteY5" fmla="*/ 50660 h 99566"/>
                      <a:gd name="connsiteX6" fmla="*/ 500824 w 537781"/>
                      <a:gd name="connsiteY6" fmla="*/ 11703 h 99566"/>
                      <a:gd name="connsiteX7" fmla="*/ 537781 w 537781"/>
                      <a:gd name="connsiteY7" fmla="*/ 1702 h 99566"/>
                      <a:gd name="connsiteX8" fmla="*/ 517874 w 537781"/>
                      <a:gd name="connsiteY8" fmla="*/ 3130 h 99566"/>
                      <a:gd name="connsiteX9" fmla="*/ 492538 w 537781"/>
                      <a:gd name="connsiteY9" fmla="*/ 7131 h 99566"/>
                      <a:gd name="connsiteX10" fmla="*/ 442627 w 537781"/>
                      <a:gd name="connsiteY10" fmla="*/ 12560 h 99566"/>
                      <a:gd name="connsiteX11" fmla="*/ 341376 w 537781"/>
                      <a:gd name="connsiteY11" fmla="*/ 21799 h 99566"/>
                      <a:gd name="connsiteX12" fmla="*/ 284702 w 537781"/>
                      <a:gd name="connsiteY12" fmla="*/ 31705 h 99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37781" h="99566">
                        <a:moveTo>
                          <a:pt x="284702" y="31705"/>
                        </a:moveTo>
                        <a:cubicBezTo>
                          <a:pt x="258699" y="37897"/>
                          <a:pt x="233267" y="46469"/>
                          <a:pt x="207550" y="53899"/>
                        </a:cubicBezTo>
                        <a:cubicBezTo>
                          <a:pt x="187738" y="59614"/>
                          <a:pt x="167640" y="64567"/>
                          <a:pt x="147542" y="69234"/>
                        </a:cubicBezTo>
                        <a:cubicBezTo>
                          <a:pt x="98774" y="80473"/>
                          <a:pt x="49530" y="89903"/>
                          <a:pt x="0" y="97523"/>
                        </a:cubicBezTo>
                        <a:cubicBezTo>
                          <a:pt x="68199" y="106762"/>
                          <a:pt x="135826" y="82569"/>
                          <a:pt x="202882" y="66948"/>
                        </a:cubicBezTo>
                        <a:cubicBezTo>
                          <a:pt x="230124" y="60566"/>
                          <a:pt x="257556" y="55613"/>
                          <a:pt x="285083" y="50660"/>
                        </a:cubicBezTo>
                        <a:cubicBezTo>
                          <a:pt x="356997" y="37706"/>
                          <a:pt x="428911" y="24657"/>
                          <a:pt x="500824" y="11703"/>
                        </a:cubicBezTo>
                        <a:cubicBezTo>
                          <a:pt x="512064" y="9703"/>
                          <a:pt x="528447" y="8464"/>
                          <a:pt x="537781" y="1702"/>
                        </a:cubicBezTo>
                        <a:cubicBezTo>
                          <a:pt x="533972" y="-2489"/>
                          <a:pt x="522732" y="2273"/>
                          <a:pt x="517874" y="3130"/>
                        </a:cubicBezTo>
                        <a:cubicBezTo>
                          <a:pt x="509492" y="4654"/>
                          <a:pt x="501015" y="5988"/>
                          <a:pt x="492538" y="7131"/>
                        </a:cubicBezTo>
                        <a:cubicBezTo>
                          <a:pt x="475964" y="9417"/>
                          <a:pt x="459296" y="11036"/>
                          <a:pt x="442627" y="12560"/>
                        </a:cubicBezTo>
                        <a:cubicBezTo>
                          <a:pt x="408813" y="15513"/>
                          <a:pt x="374999" y="17513"/>
                          <a:pt x="341376" y="21799"/>
                        </a:cubicBezTo>
                        <a:cubicBezTo>
                          <a:pt x="322326" y="24085"/>
                          <a:pt x="303371" y="27229"/>
                          <a:pt x="284702" y="31705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66" name="Forme libre : forme 14565">
                    <a:extLst>
                      <a:ext uri="{FF2B5EF4-FFF2-40B4-BE49-F238E27FC236}">
                        <a16:creationId xmlns:a16="http://schemas.microsoft.com/office/drawing/2014/main" id="{5FFABD7C-4341-4F16-AF8B-C72879B29109}"/>
                      </a:ext>
                    </a:extLst>
                  </p:cNvPr>
                  <p:cNvSpPr/>
                  <p:nvPr/>
                </p:nvSpPr>
                <p:spPr>
                  <a:xfrm>
                    <a:off x="9576826" y="3392408"/>
                    <a:ext cx="291845" cy="61329"/>
                  </a:xfrm>
                  <a:custGeom>
                    <a:avLst/>
                    <a:gdLst>
                      <a:gd name="connsiteX0" fmla="*/ 235363 w 291845"/>
                      <a:gd name="connsiteY0" fmla="*/ 52498 h 61329"/>
                      <a:gd name="connsiteX1" fmla="*/ 201644 w 291845"/>
                      <a:gd name="connsiteY1" fmla="*/ 47069 h 61329"/>
                      <a:gd name="connsiteX2" fmla="*/ 179832 w 291845"/>
                      <a:gd name="connsiteY2" fmla="*/ 41163 h 61329"/>
                      <a:gd name="connsiteX3" fmla="*/ 105537 w 291845"/>
                      <a:gd name="connsiteY3" fmla="*/ 19446 h 61329"/>
                      <a:gd name="connsiteX4" fmla="*/ 75152 w 291845"/>
                      <a:gd name="connsiteY4" fmla="*/ 8778 h 61329"/>
                      <a:gd name="connsiteX5" fmla="*/ 52388 w 291845"/>
                      <a:gd name="connsiteY5" fmla="*/ 110 h 61329"/>
                      <a:gd name="connsiteX6" fmla="*/ 39719 w 291845"/>
                      <a:gd name="connsiteY6" fmla="*/ 1158 h 61329"/>
                      <a:gd name="connsiteX7" fmla="*/ 0 w 291845"/>
                      <a:gd name="connsiteY7" fmla="*/ 10017 h 61329"/>
                      <a:gd name="connsiteX8" fmla="*/ 65722 w 291845"/>
                      <a:gd name="connsiteY8" fmla="*/ 21256 h 61329"/>
                      <a:gd name="connsiteX9" fmla="*/ 242602 w 291845"/>
                      <a:gd name="connsiteY9" fmla="*/ 56498 h 61329"/>
                      <a:gd name="connsiteX10" fmla="*/ 267843 w 291845"/>
                      <a:gd name="connsiteY10" fmla="*/ 59070 h 61329"/>
                      <a:gd name="connsiteX11" fmla="*/ 291846 w 291845"/>
                      <a:gd name="connsiteY11" fmla="*/ 60309 h 61329"/>
                      <a:gd name="connsiteX12" fmla="*/ 263462 w 291845"/>
                      <a:gd name="connsiteY12" fmla="*/ 56308 h 61329"/>
                      <a:gd name="connsiteX13" fmla="*/ 235363 w 291845"/>
                      <a:gd name="connsiteY13" fmla="*/ 52498 h 61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91845" h="61329">
                        <a:moveTo>
                          <a:pt x="235363" y="52498"/>
                        </a:moveTo>
                        <a:cubicBezTo>
                          <a:pt x="224028" y="51069"/>
                          <a:pt x="212788" y="49545"/>
                          <a:pt x="201644" y="47069"/>
                        </a:cubicBezTo>
                        <a:cubicBezTo>
                          <a:pt x="194310" y="45354"/>
                          <a:pt x="187071" y="43259"/>
                          <a:pt x="179832" y="41163"/>
                        </a:cubicBezTo>
                        <a:cubicBezTo>
                          <a:pt x="155067" y="33924"/>
                          <a:pt x="130302" y="26685"/>
                          <a:pt x="105537" y="19446"/>
                        </a:cubicBezTo>
                        <a:cubicBezTo>
                          <a:pt x="95250" y="16398"/>
                          <a:pt x="84868" y="13350"/>
                          <a:pt x="75152" y="8778"/>
                        </a:cubicBezTo>
                        <a:cubicBezTo>
                          <a:pt x="67818" y="5254"/>
                          <a:pt x="60579" y="872"/>
                          <a:pt x="52388" y="110"/>
                        </a:cubicBezTo>
                        <a:cubicBezTo>
                          <a:pt x="48101" y="-270"/>
                          <a:pt x="43910" y="396"/>
                          <a:pt x="39719" y="1158"/>
                        </a:cubicBezTo>
                        <a:cubicBezTo>
                          <a:pt x="26384" y="3444"/>
                          <a:pt x="13145" y="6397"/>
                          <a:pt x="0" y="10017"/>
                        </a:cubicBezTo>
                        <a:cubicBezTo>
                          <a:pt x="22288" y="7635"/>
                          <a:pt x="44291" y="14874"/>
                          <a:pt x="65722" y="21256"/>
                        </a:cubicBezTo>
                        <a:cubicBezTo>
                          <a:pt x="123444" y="38401"/>
                          <a:pt x="182785" y="49831"/>
                          <a:pt x="242602" y="56498"/>
                        </a:cubicBezTo>
                        <a:cubicBezTo>
                          <a:pt x="250984" y="57451"/>
                          <a:pt x="259366" y="58308"/>
                          <a:pt x="267843" y="59070"/>
                        </a:cubicBezTo>
                        <a:cubicBezTo>
                          <a:pt x="273748" y="59642"/>
                          <a:pt x="286893" y="62976"/>
                          <a:pt x="291846" y="60309"/>
                        </a:cubicBezTo>
                        <a:cubicBezTo>
                          <a:pt x="283369" y="57356"/>
                          <a:pt x="272510" y="57451"/>
                          <a:pt x="263462" y="56308"/>
                        </a:cubicBezTo>
                        <a:cubicBezTo>
                          <a:pt x="254127" y="54974"/>
                          <a:pt x="244697" y="53736"/>
                          <a:pt x="235363" y="52498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67" name="Forme libre : forme 14566">
                    <a:extLst>
                      <a:ext uri="{FF2B5EF4-FFF2-40B4-BE49-F238E27FC236}">
                        <a16:creationId xmlns:a16="http://schemas.microsoft.com/office/drawing/2014/main" id="{61F384E3-F744-40C8-9134-EFB92842CC58}"/>
                      </a:ext>
                    </a:extLst>
                  </p:cNvPr>
                  <p:cNvSpPr/>
                  <p:nvPr/>
                </p:nvSpPr>
                <p:spPr>
                  <a:xfrm>
                    <a:off x="9572699" y="3260259"/>
                    <a:ext cx="227800" cy="117831"/>
                  </a:xfrm>
                  <a:custGeom>
                    <a:avLst/>
                    <a:gdLst>
                      <a:gd name="connsiteX0" fmla="*/ 207866 w 227800"/>
                      <a:gd name="connsiteY0" fmla="*/ 22531 h 117831"/>
                      <a:gd name="connsiteX1" fmla="*/ 209962 w 227800"/>
                      <a:gd name="connsiteY1" fmla="*/ 35961 h 117831"/>
                      <a:gd name="connsiteX2" fmla="*/ 218058 w 227800"/>
                      <a:gd name="connsiteY2" fmla="*/ 50916 h 117831"/>
                      <a:gd name="connsiteX3" fmla="*/ 226154 w 227800"/>
                      <a:gd name="connsiteY3" fmla="*/ 66918 h 117831"/>
                      <a:gd name="connsiteX4" fmla="*/ 227773 w 227800"/>
                      <a:gd name="connsiteY4" fmla="*/ 73871 h 117831"/>
                      <a:gd name="connsiteX5" fmla="*/ 215010 w 227800"/>
                      <a:gd name="connsiteY5" fmla="*/ 85301 h 117831"/>
                      <a:gd name="connsiteX6" fmla="*/ 181387 w 227800"/>
                      <a:gd name="connsiteY6" fmla="*/ 89682 h 117831"/>
                      <a:gd name="connsiteX7" fmla="*/ 92042 w 227800"/>
                      <a:gd name="connsiteY7" fmla="*/ 102160 h 117831"/>
                      <a:gd name="connsiteX8" fmla="*/ 9651 w 227800"/>
                      <a:gd name="connsiteY8" fmla="*/ 117781 h 117831"/>
                      <a:gd name="connsiteX9" fmla="*/ 31 w 227800"/>
                      <a:gd name="connsiteY9" fmla="*/ 113400 h 117831"/>
                      <a:gd name="connsiteX10" fmla="*/ 5746 w 227800"/>
                      <a:gd name="connsiteY10" fmla="*/ 106446 h 117831"/>
                      <a:gd name="connsiteX11" fmla="*/ 50323 w 227800"/>
                      <a:gd name="connsiteY11" fmla="*/ 84825 h 117831"/>
                      <a:gd name="connsiteX12" fmla="*/ 162622 w 227800"/>
                      <a:gd name="connsiteY12" fmla="*/ 17864 h 117831"/>
                      <a:gd name="connsiteX13" fmla="*/ 200627 w 227800"/>
                      <a:gd name="connsiteY13" fmla="*/ 2148 h 117831"/>
                      <a:gd name="connsiteX14" fmla="*/ 212057 w 227800"/>
                      <a:gd name="connsiteY14" fmla="*/ 4243 h 117831"/>
                      <a:gd name="connsiteX15" fmla="*/ 207866 w 227800"/>
                      <a:gd name="connsiteY15" fmla="*/ 22531 h 117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27800" h="117831">
                        <a:moveTo>
                          <a:pt x="207866" y="22531"/>
                        </a:moveTo>
                        <a:cubicBezTo>
                          <a:pt x="207771" y="27103"/>
                          <a:pt x="208438" y="31675"/>
                          <a:pt x="209962" y="35961"/>
                        </a:cubicBezTo>
                        <a:cubicBezTo>
                          <a:pt x="211867" y="41295"/>
                          <a:pt x="215105" y="46058"/>
                          <a:pt x="218058" y="50916"/>
                        </a:cubicBezTo>
                        <a:cubicBezTo>
                          <a:pt x="221106" y="56059"/>
                          <a:pt x="223773" y="61393"/>
                          <a:pt x="226154" y="66918"/>
                        </a:cubicBezTo>
                        <a:cubicBezTo>
                          <a:pt x="227107" y="69108"/>
                          <a:pt x="227964" y="71490"/>
                          <a:pt x="227773" y="73871"/>
                        </a:cubicBezTo>
                        <a:cubicBezTo>
                          <a:pt x="227393" y="79967"/>
                          <a:pt x="220915" y="83586"/>
                          <a:pt x="215010" y="85301"/>
                        </a:cubicBezTo>
                        <a:cubicBezTo>
                          <a:pt x="204152" y="88444"/>
                          <a:pt x="192722" y="88920"/>
                          <a:pt x="181387" y="89682"/>
                        </a:cubicBezTo>
                        <a:cubicBezTo>
                          <a:pt x="151383" y="91683"/>
                          <a:pt x="121474" y="95874"/>
                          <a:pt x="92042" y="102160"/>
                        </a:cubicBezTo>
                        <a:cubicBezTo>
                          <a:pt x="64705" y="108066"/>
                          <a:pt x="37559" y="115781"/>
                          <a:pt x="9651" y="117781"/>
                        </a:cubicBezTo>
                        <a:cubicBezTo>
                          <a:pt x="5746" y="118067"/>
                          <a:pt x="602" y="117210"/>
                          <a:pt x="31" y="113400"/>
                        </a:cubicBezTo>
                        <a:cubicBezTo>
                          <a:pt x="-350" y="110256"/>
                          <a:pt x="2888" y="107970"/>
                          <a:pt x="5746" y="106446"/>
                        </a:cubicBezTo>
                        <a:cubicBezTo>
                          <a:pt x="20510" y="99017"/>
                          <a:pt x="35749" y="92445"/>
                          <a:pt x="50323" y="84825"/>
                        </a:cubicBezTo>
                        <a:cubicBezTo>
                          <a:pt x="88994" y="64727"/>
                          <a:pt x="123475" y="37200"/>
                          <a:pt x="162622" y="17864"/>
                        </a:cubicBezTo>
                        <a:cubicBezTo>
                          <a:pt x="174910" y="11768"/>
                          <a:pt x="187673" y="6529"/>
                          <a:pt x="200627" y="2148"/>
                        </a:cubicBezTo>
                        <a:cubicBezTo>
                          <a:pt x="205104" y="624"/>
                          <a:pt x="212153" y="-2710"/>
                          <a:pt x="212057" y="4243"/>
                        </a:cubicBezTo>
                        <a:cubicBezTo>
                          <a:pt x="212153" y="9863"/>
                          <a:pt x="207962" y="16245"/>
                          <a:pt x="207866" y="2253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68" name="Forme libre : forme 14567">
                    <a:extLst>
                      <a:ext uri="{FF2B5EF4-FFF2-40B4-BE49-F238E27FC236}">
                        <a16:creationId xmlns:a16="http://schemas.microsoft.com/office/drawing/2014/main" id="{A7DB2746-0E6F-4434-96B8-D85D781470F3}"/>
                      </a:ext>
                    </a:extLst>
                  </p:cNvPr>
                  <p:cNvSpPr/>
                  <p:nvPr/>
                </p:nvSpPr>
                <p:spPr>
                  <a:xfrm>
                    <a:off x="9683459" y="3372862"/>
                    <a:ext cx="165209" cy="66515"/>
                  </a:xfrm>
                  <a:custGeom>
                    <a:avLst/>
                    <a:gdLst>
                      <a:gd name="connsiteX0" fmla="*/ 165210 w 165209"/>
                      <a:gd name="connsiteY0" fmla="*/ 65567 h 66515"/>
                      <a:gd name="connsiteX1" fmla="*/ 147398 w 165209"/>
                      <a:gd name="connsiteY1" fmla="*/ 65377 h 66515"/>
                      <a:gd name="connsiteX2" fmla="*/ 36051 w 165209"/>
                      <a:gd name="connsiteY2" fmla="*/ 44612 h 66515"/>
                      <a:gd name="connsiteX3" fmla="*/ 3570 w 165209"/>
                      <a:gd name="connsiteY3" fmla="*/ 34325 h 66515"/>
                      <a:gd name="connsiteX4" fmla="*/ 142 w 165209"/>
                      <a:gd name="connsiteY4" fmla="*/ 31087 h 66515"/>
                      <a:gd name="connsiteX5" fmla="*/ 2427 w 165209"/>
                      <a:gd name="connsiteY5" fmla="*/ 26229 h 66515"/>
                      <a:gd name="connsiteX6" fmla="*/ 7952 w 165209"/>
                      <a:gd name="connsiteY6" fmla="*/ 24800 h 66515"/>
                      <a:gd name="connsiteX7" fmla="*/ 100249 w 165209"/>
                      <a:gd name="connsiteY7" fmla="*/ 10132 h 66515"/>
                      <a:gd name="connsiteX8" fmla="*/ 145398 w 165209"/>
                      <a:gd name="connsiteY8" fmla="*/ 35 h 66515"/>
                      <a:gd name="connsiteX9" fmla="*/ 154827 w 165209"/>
                      <a:gd name="connsiteY9" fmla="*/ 23848 h 66515"/>
                      <a:gd name="connsiteX10" fmla="*/ 156637 w 165209"/>
                      <a:gd name="connsiteY10" fmla="*/ 45565 h 66515"/>
                      <a:gd name="connsiteX11" fmla="*/ 165210 w 165209"/>
                      <a:gd name="connsiteY11" fmla="*/ 65567 h 66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5209" h="66515">
                        <a:moveTo>
                          <a:pt x="165210" y="65567"/>
                        </a:moveTo>
                        <a:cubicBezTo>
                          <a:pt x="159495" y="67282"/>
                          <a:pt x="153303" y="66329"/>
                          <a:pt x="147398" y="65377"/>
                        </a:cubicBezTo>
                        <a:cubicBezTo>
                          <a:pt x="110155" y="59471"/>
                          <a:pt x="73008" y="52518"/>
                          <a:pt x="36051" y="44612"/>
                        </a:cubicBezTo>
                        <a:cubicBezTo>
                          <a:pt x="24907" y="42231"/>
                          <a:pt x="13667" y="39659"/>
                          <a:pt x="3570" y="34325"/>
                        </a:cubicBezTo>
                        <a:cubicBezTo>
                          <a:pt x="2142" y="33563"/>
                          <a:pt x="618" y="32611"/>
                          <a:pt x="142" y="31087"/>
                        </a:cubicBezTo>
                        <a:cubicBezTo>
                          <a:pt x="-430" y="29277"/>
                          <a:pt x="808" y="27181"/>
                          <a:pt x="2427" y="26229"/>
                        </a:cubicBezTo>
                        <a:cubicBezTo>
                          <a:pt x="4047" y="25181"/>
                          <a:pt x="6047" y="24991"/>
                          <a:pt x="7952" y="24800"/>
                        </a:cubicBezTo>
                        <a:cubicBezTo>
                          <a:pt x="38908" y="21276"/>
                          <a:pt x="69769" y="16323"/>
                          <a:pt x="100249" y="10132"/>
                        </a:cubicBezTo>
                        <a:cubicBezTo>
                          <a:pt x="114727" y="7179"/>
                          <a:pt x="130729" y="892"/>
                          <a:pt x="145398" y="35"/>
                        </a:cubicBezTo>
                        <a:cubicBezTo>
                          <a:pt x="160733" y="-822"/>
                          <a:pt x="155494" y="14227"/>
                          <a:pt x="154827" y="23848"/>
                        </a:cubicBezTo>
                        <a:cubicBezTo>
                          <a:pt x="154351" y="31087"/>
                          <a:pt x="154923" y="38516"/>
                          <a:pt x="156637" y="45565"/>
                        </a:cubicBezTo>
                        <a:cubicBezTo>
                          <a:pt x="157304" y="47470"/>
                          <a:pt x="163114" y="66234"/>
                          <a:pt x="165210" y="65567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69" name="Forme libre : forme 14568">
                    <a:extLst>
                      <a:ext uri="{FF2B5EF4-FFF2-40B4-BE49-F238E27FC236}">
                        <a16:creationId xmlns:a16="http://schemas.microsoft.com/office/drawing/2014/main" id="{9BBD6B4C-4C2B-457C-B7C7-5A26EAC70A1D}"/>
                      </a:ext>
                    </a:extLst>
                  </p:cNvPr>
                  <p:cNvSpPr/>
                  <p:nvPr/>
                </p:nvSpPr>
                <p:spPr>
                  <a:xfrm>
                    <a:off x="9529273" y="3417612"/>
                    <a:ext cx="270412" cy="112516"/>
                  </a:xfrm>
                  <a:custGeom>
                    <a:avLst/>
                    <a:gdLst>
                      <a:gd name="connsiteX0" fmla="*/ 254054 w 270412"/>
                      <a:gd name="connsiteY0" fmla="*/ 98350 h 112516"/>
                      <a:gd name="connsiteX1" fmla="*/ 251483 w 270412"/>
                      <a:gd name="connsiteY1" fmla="*/ 108828 h 112516"/>
                      <a:gd name="connsiteX2" fmla="*/ 233385 w 270412"/>
                      <a:gd name="connsiteY2" fmla="*/ 110828 h 112516"/>
                      <a:gd name="connsiteX3" fmla="*/ 115180 w 270412"/>
                      <a:gd name="connsiteY3" fmla="*/ 49106 h 112516"/>
                      <a:gd name="connsiteX4" fmla="*/ 7261 w 270412"/>
                      <a:gd name="connsiteY4" fmla="*/ 28913 h 112516"/>
                      <a:gd name="connsiteX5" fmla="*/ 2023 w 270412"/>
                      <a:gd name="connsiteY5" fmla="*/ 27770 h 112516"/>
                      <a:gd name="connsiteX6" fmla="*/ 308 w 270412"/>
                      <a:gd name="connsiteY6" fmla="*/ 23198 h 112516"/>
                      <a:gd name="connsiteX7" fmla="*/ 2689 w 270412"/>
                      <a:gd name="connsiteY7" fmla="*/ 21293 h 112516"/>
                      <a:gd name="connsiteX8" fmla="*/ 77746 w 270412"/>
                      <a:gd name="connsiteY8" fmla="*/ 243 h 112516"/>
                      <a:gd name="connsiteX9" fmla="*/ 101654 w 270412"/>
                      <a:gd name="connsiteY9" fmla="*/ 4719 h 112516"/>
                      <a:gd name="connsiteX10" fmla="*/ 253102 w 270412"/>
                      <a:gd name="connsiteY10" fmla="*/ 46058 h 112516"/>
                      <a:gd name="connsiteX11" fmla="*/ 269675 w 270412"/>
                      <a:gd name="connsiteY11" fmla="*/ 49582 h 112516"/>
                      <a:gd name="connsiteX12" fmla="*/ 265675 w 270412"/>
                      <a:gd name="connsiteY12" fmla="*/ 62631 h 112516"/>
                      <a:gd name="connsiteX13" fmla="*/ 254054 w 270412"/>
                      <a:gd name="connsiteY13" fmla="*/ 98350 h 112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70412" h="112516">
                        <a:moveTo>
                          <a:pt x="254054" y="98350"/>
                        </a:moveTo>
                        <a:cubicBezTo>
                          <a:pt x="253864" y="101970"/>
                          <a:pt x="253768" y="105970"/>
                          <a:pt x="251483" y="108828"/>
                        </a:cubicBezTo>
                        <a:cubicBezTo>
                          <a:pt x="247577" y="113971"/>
                          <a:pt x="239576" y="112828"/>
                          <a:pt x="233385" y="110828"/>
                        </a:cubicBezTo>
                        <a:cubicBezTo>
                          <a:pt x="191094" y="96921"/>
                          <a:pt x="156233" y="66251"/>
                          <a:pt x="115180" y="49106"/>
                        </a:cubicBezTo>
                        <a:cubicBezTo>
                          <a:pt x="81271" y="34914"/>
                          <a:pt x="44028" y="30437"/>
                          <a:pt x="7261" y="28913"/>
                        </a:cubicBezTo>
                        <a:cubicBezTo>
                          <a:pt x="5452" y="28818"/>
                          <a:pt x="3547" y="28722"/>
                          <a:pt x="2023" y="27770"/>
                        </a:cubicBezTo>
                        <a:cubicBezTo>
                          <a:pt x="499" y="26817"/>
                          <a:pt x="-549" y="24722"/>
                          <a:pt x="308" y="23198"/>
                        </a:cubicBezTo>
                        <a:cubicBezTo>
                          <a:pt x="784" y="22340"/>
                          <a:pt x="1737" y="21769"/>
                          <a:pt x="2689" y="21293"/>
                        </a:cubicBezTo>
                        <a:cubicBezTo>
                          <a:pt x="25930" y="8910"/>
                          <a:pt x="51458" y="-1758"/>
                          <a:pt x="77746" y="243"/>
                        </a:cubicBezTo>
                        <a:cubicBezTo>
                          <a:pt x="85843" y="814"/>
                          <a:pt x="93749" y="2624"/>
                          <a:pt x="101654" y="4719"/>
                        </a:cubicBezTo>
                        <a:cubicBezTo>
                          <a:pt x="152422" y="18150"/>
                          <a:pt x="200619" y="44724"/>
                          <a:pt x="253102" y="46058"/>
                        </a:cubicBezTo>
                        <a:cubicBezTo>
                          <a:pt x="257578" y="46153"/>
                          <a:pt x="267008" y="45010"/>
                          <a:pt x="269675" y="49582"/>
                        </a:cubicBezTo>
                        <a:cubicBezTo>
                          <a:pt x="272152" y="53773"/>
                          <a:pt x="267770" y="59298"/>
                          <a:pt x="265675" y="62631"/>
                        </a:cubicBezTo>
                        <a:cubicBezTo>
                          <a:pt x="259007" y="73395"/>
                          <a:pt x="254911" y="85682"/>
                          <a:pt x="254054" y="9835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70" name="Forme libre : forme 14569">
                    <a:extLst>
                      <a:ext uri="{FF2B5EF4-FFF2-40B4-BE49-F238E27FC236}">
                        <a16:creationId xmlns:a16="http://schemas.microsoft.com/office/drawing/2014/main" id="{62B8DC00-2C86-4638-9EAC-22C18BC19A52}"/>
                      </a:ext>
                    </a:extLst>
                  </p:cNvPr>
                  <p:cNvSpPr/>
                  <p:nvPr/>
                </p:nvSpPr>
                <p:spPr>
                  <a:xfrm>
                    <a:off x="9182766" y="3378950"/>
                    <a:ext cx="339229" cy="63479"/>
                  </a:xfrm>
                  <a:custGeom>
                    <a:avLst/>
                    <a:gdLst>
                      <a:gd name="connsiteX0" fmla="*/ 214608 w 339229"/>
                      <a:gd name="connsiteY0" fmla="*/ 41382 h 63479"/>
                      <a:gd name="connsiteX1" fmla="*/ 179556 w 339229"/>
                      <a:gd name="connsiteY1" fmla="*/ 50335 h 63479"/>
                      <a:gd name="connsiteX2" fmla="*/ 112405 w 339229"/>
                      <a:gd name="connsiteY2" fmla="*/ 54621 h 63479"/>
                      <a:gd name="connsiteX3" fmla="*/ 200 w 339229"/>
                      <a:gd name="connsiteY3" fmla="*/ 63480 h 63479"/>
                      <a:gd name="connsiteX4" fmla="*/ 11154 w 339229"/>
                      <a:gd name="connsiteY4" fmla="*/ 47573 h 63479"/>
                      <a:gd name="connsiteX5" fmla="*/ 146219 w 339229"/>
                      <a:gd name="connsiteY5" fmla="*/ 14712 h 63479"/>
                      <a:gd name="connsiteX6" fmla="*/ 213656 w 339229"/>
                      <a:gd name="connsiteY6" fmla="*/ 13188 h 63479"/>
                      <a:gd name="connsiteX7" fmla="*/ 298333 w 339229"/>
                      <a:gd name="connsiteY7" fmla="*/ 8806 h 63479"/>
                      <a:gd name="connsiteX8" fmla="*/ 318335 w 339229"/>
                      <a:gd name="connsiteY8" fmla="*/ 3663 h 63479"/>
                      <a:gd name="connsiteX9" fmla="*/ 335576 w 339229"/>
                      <a:gd name="connsiteY9" fmla="*/ 329 h 63479"/>
                      <a:gd name="connsiteX10" fmla="*/ 339100 w 339229"/>
                      <a:gd name="connsiteY10" fmla="*/ 7949 h 63479"/>
                      <a:gd name="connsiteX11" fmla="*/ 331385 w 339229"/>
                      <a:gd name="connsiteY11" fmla="*/ 15474 h 63479"/>
                      <a:gd name="connsiteX12" fmla="*/ 256804 w 339229"/>
                      <a:gd name="connsiteY12" fmla="*/ 33000 h 63479"/>
                      <a:gd name="connsiteX13" fmla="*/ 214608 w 339229"/>
                      <a:gd name="connsiteY13" fmla="*/ 41382 h 63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39229" h="63479">
                        <a:moveTo>
                          <a:pt x="214608" y="41382"/>
                        </a:moveTo>
                        <a:cubicBezTo>
                          <a:pt x="202892" y="44334"/>
                          <a:pt x="191367" y="47954"/>
                          <a:pt x="179556" y="50335"/>
                        </a:cubicBezTo>
                        <a:cubicBezTo>
                          <a:pt x="157553" y="54621"/>
                          <a:pt x="134884" y="54145"/>
                          <a:pt x="112405" y="54621"/>
                        </a:cubicBezTo>
                        <a:cubicBezTo>
                          <a:pt x="74876" y="55574"/>
                          <a:pt x="37538" y="59479"/>
                          <a:pt x="200" y="63480"/>
                        </a:cubicBezTo>
                        <a:cubicBezTo>
                          <a:pt x="-1228" y="56717"/>
                          <a:pt x="5249" y="51097"/>
                          <a:pt x="11154" y="47573"/>
                        </a:cubicBezTo>
                        <a:cubicBezTo>
                          <a:pt x="51445" y="23760"/>
                          <a:pt x="99546" y="17379"/>
                          <a:pt x="146219" y="14712"/>
                        </a:cubicBezTo>
                        <a:cubicBezTo>
                          <a:pt x="168698" y="13473"/>
                          <a:pt x="191177" y="12902"/>
                          <a:pt x="213656" y="13188"/>
                        </a:cubicBezTo>
                        <a:cubicBezTo>
                          <a:pt x="241945" y="13473"/>
                          <a:pt x="270615" y="14997"/>
                          <a:pt x="298333" y="8806"/>
                        </a:cubicBezTo>
                        <a:cubicBezTo>
                          <a:pt x="305096" y="7282"/>
                          <a:pt x="311668" y="5377"/>
                          <a:pt x="318335" y="3663"/>
                        </a:cubicBezTo>
                        <a:cubicBezTo>
                          <a:pt x="322717" y="2520"/>
                          <a:pt x="331194" y="-1100"/>
                          <a:pt x="335576" y="329"/>
                        </a:cubicBezTo>
                        <a:cubicBezTo>
                          <a:pt x="338814" y="1377"/>
                          <a:pt x="339576" y="4901"/>
                          <a:pt x="339100" y="7949"/>
                        </a:cubicBezTo>
                        <a:cubicBezTo>
                          <a:pt x="338338" y="12426"/>
                          <a:pt x="335290" y="13950"/>
                          <a:pt x="331385" y="15474"/>
                        </a:cubicBezTo>
                        <a:cubicBezTo>
                          <a:pt x="307477" y="24713"/>
                          <a:pt x="281950" y="28713"/>
                          <a:pt x="256804" y="33000"/>
                        </a:cubicBezTo>
                        <a:cubicBezTo>
                          <a:pt x="242707" y="35381"/>
                          <a:pt x="228515" y="37857"/>
                          <a:pt x="214608" y="4138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71" name="Forme libre : forme 14570">
                    <a:extLst>
                      <a:ext uri="{FF2B5EF4-FFF2-40B4-BE49-F238E27FC236}">
                        <a16:creationId xmlns:a16="http://schemas.microsoft.com/office/drawing/2014/main" id="{7B452A1E-C567-400D-B1C2-352B32045626}"/>
                      </a:ext>
                    </a:extLst>
                  </p:cNvPr>
                  <p:cNvSpPr/>
                  <p:nvPr/>
                </p:nvSpPr>
                <p:spPr>
                  <a:xfrm>
                    <a:off x="9167844" y="3355842"/>
                    <a:ext cx="150477" cy="22922"/>
                  </a:xfrm>
                  <a:custGeom>
                    <a:avLst/>
                    <a:gdLst>
                      <a:gd name="connsiteX0" fmla="*/ 83703 w 150477"/>
                      <a:gd name="connsiteY0" fmla="*/ 12292 h 22922"/>
                      <a:gd name="connsiteX1" fmla="*/ 36078 w 150477"/>
                      <a:gd name="connsiteY1" fmla="*/ 22293 h 22922"/>
                      <a:gd name="connsiteX2" fmla="*/ 13599 w 150477"/>
                      <a:gd name="connsiteY2" fmla="*/ 20102 h 22922"/>
                      <a:gd name="connsiteX3" fmla="*/ 2264 w 150477"/>
                      <a:gd name="connsiteY3" fmla="*/ 10768 h 22922"/>
                      <a:gd name="connsiteX4" fmla="*/ 74 w 150477"/>
                      <a:gd name="connsiteY4" fmla="*/ 7434 h 22922"/>
                      <a:gd name="connsiteX5" fmla="*/ 2455 w 150477"/>
                      <a:gd name="connsiteY5" fmla="*/ 2767 h 22922"/>
                      <a:gd name="connsiteX6" fmla="*/ 7789 w 150477"/>
                      <a:gd name="connsiteY6" fmla="*/ 1529 h 22922"/>
                      <a:gd name="connsiteX7" fmla="*/ 22457 w 150477"/>
                      <a:gd name="connsiteY7" fmla="*/ 3624 h 22922"/>
                      <a:gd name="connsiteX8" fmla="*/ 104277 w 150477"/>
                      <a:gd name="connsiteY8" fmla="*/ 2576 h 22922"/>
                      <a:gd name="connsiteX9" fmla="*/ 145235 w 150477"/>
                      <a:gd name="connsiteY9" fmla="*/ 5 h 22922"/>
                      <a:gd name="connsiteX10" fmla="*/ 147711 w 150477"/>
                      <a:gd name="connsiteY10" fmla="*/ 5625 h 22922"/>
                      <a:gd name="connsiteX11" fmla="*/ 129519 w 150477"/>
                      <a:gd name="connsiteY11" fmla="*/ 6767 h 22922"/>
                      <a:gd name="connsiteX12" fmla="*/ 83703 w 150477"/>
                      <a:gd name="connsiteY12" fmla="*/ 12292 h 229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0477" h="22922">
                        <a:moveTo>
                          <a:pt x="83703" y="12292"/>
                        </a:moveTo>
                        <a:cubicBezTo>
                          <a:pt x="67796" y="15530"/>
                          <a:pt x="52175" y="20293"/>
                          <a:pt x="36078" y="22293"/>
                        </a:cubicBezTo>
                        <a:cubicBezTo>
                          <a:pt x="28458" y="23246"/>
                          <a:pt x="20457" y="23531"/>
                          <a:pt x="13599" y="20102"/>
                        </a:cubicBezTo>
                        <a:cubicBezTo>
                          <a:pt x="9218" y="17912"/>
                          <a:pt x="5694" y="14292"/>
                          <a:pt x="2264" y="10768"/>
                        </a:cubicBezTo>
                        <a:cubicBezTo>
                          <a:pt x="1312" y="9816"/>
                          <a:pt x="360" y="8768"/>
                          <a:pt x="74" y="7434"/>
                        </a:cubicBezTo>
                        <a:cubicBezTo>
                          <a:pt x="-307" y="5625"/>
                          <a:pt x="836" y="3720"/>
                          <a:pt x="2455" y="2767"/>
                        </a:cubicBezTo>
                        <a:cubicBezTo>
                          <a:pt x="4074" y="1814"/>
                          <a:pt x="5979" y="1624"/>
                          <a:pt x="7789" y="1529"/>
                        </a:cubicBezTo>
                        <a:cubicBezTo>
                          <a:pt x="12742" y="1434"/>
                          <a:pt x="17600" y="2672"/>
                          <a:pt x="22457" y="3624"/>
                        </a:cubicBezTo>
                        <a:cubicBezTo>
                          <a:pt x="49508" y="8768"/>
                          <a:pt x="77131" y="5339"/>
                          <a:pt x="104277" y="2576"/>
                        </a:cubicBezTo>
                        <a:cubicBezTo>
                          <a:pt x="117898" y="1243"/>
                          <a:pt x="131519" y="-91"/>
                          <a:pt x="145235" y="5"/>
                        </a:cubicBezTo>
                        <a:cubicBezTo>
                          <a:pt x="149807" y="5"/>
                          <a:pt x="153045" y="2196"/>
                          <a:pt x="147711" y="5625"/>
                        </a:cubicBezTo>
                        <a:cubicBezTo>
                          <a:pt x="143425" y="8387"/>
                          <a:pt x="134567" y="6577"/>
                          <a:pt x="129519" y="6767"/>
                        </a:cubicBezTo>
                        <a:cubicBezTo>
                          <a:pt x="114088" y="7339"/>
                          <a:pt x="98753" y="9149"/>
                          <a:pt x="83703" y="1229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572" name="Forme libre : forme 14571">
                  <a:extLst>
                    <a:ext uri="{FF2B5EF4-FFF2-40B4-BE49-F238E27FC236}">
                      <a16:creationId xmlns:a16="http://schemas.microsoft.com/office/drawing/2014/main" id="{81E12FF1-3B62-4DF9-938F-B99470F3679E}"/>
                    </a:ext>
                  </a:extLst>
                </p:cNvPr>
                <p:cNvSpPr/>
                <p:nvPr/>
              </p:nvSpPr>
              <p:spPr>
                <a:xfrm>
                  <a:off x="9663025" y="3280808"/>
                  <a:ext cx="110635" cy="59798"/>
                </a:xfrm>
                <a:custGeom>
                  <a:avLst/>
                  <a:gdLst>
                    <a:gd name="connsiteX0" fmla="*/ 54009 w 110635"/>
                    <a:gd name="connsiteY0" fmla="*/ 18460 h 59798"/>
                    <a:gd name="connsiteX1" fmla="*/ 6003 w 110635"/>
                    <a:gd name="connsiteY1" fmla="*/ 50940 h 59798"/>
                    <a:gd name="connsiteX2" fmla="*/ 2 w 110635"/>
                    <a:gd name="connsiteY2" fmla="*/ 59799 h 59798"/>
                    <a:gd name="connsiteX3" fmla="*/ 22100 w 110635"/>
                    <a:gd name="connsiteY3" fmla="*/ 50655 h 59798"/>
                    <a:gd name="connsiteX4" fmla="*/ 48104 w 110635"/>
                    <a:gd name="connsiteY4" fmla="*/ 40749 h 59798"/>
                    <a:gd name="connsiteX5" fmla="*/ 101443 w 110635"/>
                    <a:gd name="connsiteY5" fmla="*/ 21603 h 59798"/>
                    <a:gd name="connsiteX6" fmla="*/ 107921 w 110635"/>
                    <a:gd name="connsiteY6" fmla="*/ 4077 h 59798"/>
                    <a:gd name="connsiteX7" fmla="*/ 83917 w 110635"/>
                    <a:gd name="connsiteY7" fmla="*/ 2839 h 59798"/>
                    <a:gd name="connsiteX8" fmla="*/ 54009 w 110635"/>
                    <a:gd name="connsiteY8" fmla="*/ 18460 h 59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0635" h="59798">
                      <a:moveTo>
                        <a:pt x="54009" y="18460"/>
                      </a:moveTo>
                      <a:cubicBezTo>
                        <a:pt x="37626" y="28747"/>
                        <a:pt x="21243" y="39034"/>
                        <a:pt x="6003" y="50940"/>
                      </a:cubicBezTo>
                      <a:cubicBezTo>
                        <a:pt x="3050" y="53226"/>
                        <a:pt x="-93" y="56084"/>
                        <a:pt x="2" y="59799"/>
                      </a:cubicBezTo>
                      <a:cubicBezTo>
                        <a:pt x="7336" y="56751"/>
                        <a:pt x="14671" y="53703"/>
                        <a:pt x="22100" y="50655"/>
                      </a:cubicBezTo>
                      <a:cubicBezTo>
                        <a:pt x="30673" y="47130"/>
                        <a:pt x="39245" y="43606"/>
                        <a:pt x="48104" y="40749"/>
                      </a:cubicBezTo>
                      <a:cubicBezTo>
                        <a:pt x="66010" y="34938"/>
                        <a:pt x="85346" y="31986"/>
                        <a:pt x="101443" y="21603"/>
                      </a:cubicBezTo>
                      <a:cubicBezTo>
                        <a:pt x="107635" y="17603"/>
                        <a:pt x="114588" y="11221"/>
                        <a:pt x="107921" y="4077"/>
                      </a:cubicBezTo>
                      <a:cubicBezTo>
                        <a:pt x="101729" y="-2590"/>
                        <a:pt x="91252" y="363"/>
                        <a:pt x="83917" y="2839"/>
                      </a:cubicBezTo>
                      <a:cubicBezTo>
                        <a:pt x="73154" y="6459"/>
                        <a:pt x="63439" y="12555"/>
                        <a:pt x="54009" y="18460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573" name="Forme libre : forme 14572">
                  <a:extLst>
                    <a:ext uri="{FF2B5EF4-FFF2-40B4-BE49-F238E27FC236}">
                      <a16:creationId xmlns:a16="http://schemas.microsoft.com/office/drawing/2014/main" id="{BD4D35D3-943E-40D1-9461-805A5DE166DA}"/>
                    </a:ext>
                  </a:extLst>
                </p:cNvPr>
                <p:cNvSpPr/>
                <p:nvPr/>
              </p:nvSpPr>
              <p:spPr>
                <a:xfrm>
                  <a:off x="9770534" y="3393037"/>
                  <a:ext cx="56930" cy="21926"/>
                </a:xfrm>
                <a:custGeom>
                  <a:avLst/>
                  <a:gdLst>
                    <a:gd name="connsiteX0" fmla="*/ 3173 w 56930"/>
                    <a:gd name="connsiteY0" fmla="*/ 11292 h 21926"/>
                    <a:gd name="connsiteX1" fmla="*/ 316 w 56930"/>
                    <a:gd name="connsiteY1" fmla="*/ 15960 h 21926"/>
                    <a:gd name="connsiteX2" fmla="*/ 2888 w 56930"/>
                    <a:gd name="connsiteY2" fmla="*/ 17293 h 21926"/>
                    <a:gd name="connsiteX3" fmla="*/ 56894 w 56930"/>
                    <a:gd name="connsiteY3" fmla="*/ 7768 h 21926"/>
                    <a:gd name="connsiteX4" fmla="*/ 3173 w 56930"/>
                    <a:gd name="connsiteY4" fmla="*/ 11292 h 21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930" h="21926">
                      <a:moveTo>
                        <a:pt x="3173" y="11292"/>
                      </a:moveTo>
                      <a:cubicBezTo>
                        <a:pt x="1364" y="12245"/>
                        <a:pt x="-827" y="14150"/>
                        <a:pt x="316" y="15960"/>
                      </a:cubicBezTo>
                      <a:cubicBezTo>
                        <a:pt x="887" y="16817"/>
                        <a:pt x="1935" y="17103"/>
                        <a:pt x="2888" y="17293"/>
                      </a:cubicBezTo>
                      <a:cubicBezTo>
                        <a:pt x="15746" y="19960"/>
                        <a:pt x="54989" y="30152"/>
                        <a:pt x="56894" y="7768"/>
                      </a:cubicBezTo>
                      <a:cubicBezTo>
                        <a:pt x="58419" y="-9853"/>
                        <a:pt x="10889" y="7482"/>
                        <a:pt x="3173" y="11292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574" name="Forme libre : forme 14573">
                  <a:extLst>
                    <a:ext uri="{FF2B5EF4-FFF2-40B4-BE49-F238E27FC236}">
                      <a16:creationId xmlns:a16="http://schemas.microsoft.com/office/drawing/2014/main" id="{ABAB5D8D-046A-491D-9B74-AEE299BCF183}"/>
                    </a:ext>
                  </a:extLst>
                </p:cNvPr>
                <p:cNvSpPr/>
                <p:nvPr/>
              </p:nvSpPr>
              <p:spPr>
                <a:xfrm>
                  <a:off x="9700579" y="3466528"/>
                  <a:ext cx="76134" cy="39450"/>
                </a:xfrm>
                <a:custGeom>
                  <a:avLst/>
                  <a:gdLst>
                    <a:gd name="connsiteX0" fmla="*/ 43791 w 76134"/>
                    <a:gd name="connsiteY0" fmla="*/ 10573 h 39450"/>
                    <a:gd name="connsiteX1" fmla="*/ 5691 w 76134"/>
                    <a:gd name="connsiteY1" fmla="*/ 0 h 39450"/>
                    <a:gd name="connsiteX2" fmla="*/ 1215 w 76134"/>
                    <a:gd name="connsiteY2" fmla="*/ 1143 h 39450"/>
                    <a:gd name="connsiteX3" fmla="*/ 548 w 76134"/>
                    <a:gd name="connsiteY3" fmla="*/ 6572 h 39450"/>
                    <a:gd name="connsiteX4" fmla="*/ 4548 w 76134"/>
                    <a:gd name="connsiteY4" fmla="*/ 10763 h 39450"/>
                    <a:gd name="connsiteX5" fmla="*/ 63889 w 76134"/>
                    <a:gd name="connsiteY5" fmla="*/ 39338 h 39450"/>
                    <a:gd name="connsiteX6" fmla="*/ 75605 w 76134"/>
                    <a:gd name="connsiteY6" fmla="*/ 29146 h 39450"/>
                    <a:gd name="connsiteX7" fmla="*/ 43791 w 76134"/>
                    <a:gd name="connsiteY7" fmla="*/ 10573 h 39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6134" h="39450">
                      <a:moveTo>
                        <a:pt x="43791" y="10573"/>
                      </a:moveTo>
                      <a:cubicBezTo>
                        <a:pt x="31695" y="5143"/>
                        <a:pt x="19026" y="95"/>
                        <a:pt x="5691" y="0"/>
                      </a:cubicBezTo>
                      <a:cubicBezTo>
                        <a:pt x="4167" y="0"/>
                        <a:pt x="2453" y="95"/>
                        <a:pt x="1215" y="1143"/>
                      </a:cubicBezTo>
                      <a:cubicBezTo>
                        <a:pt x="-214" y="2476"/>
                        <a:pt x="-309" y="4763"/>
                        <a:pt x="548" y="6572"/>
                      </a:cubicBezTo>
                      <a:cubicBezTo>
                        <a:pt x="1405" y="8287"/>
                        <a:pt x="2929" y="9620"/>
                        <a:pt x="4548" y="10763"/>
                      </a:cubicBezTo>
                      <a:cubicBezTo>
                        <a:pt x="19788" y="22670"/>
                        <a:pt x="43410" y="41053"/>
                        <a:pt x="63889" y="39338"/>
                      </a:cubicBezTo>
                      <a:cubicBezTo>
                        <a:pt x="69699" y="38862"/>
                        <a:pt x="78367" y="36576"/>
                        <a:pt x="75605" y="29146"/>
                      </a:cubicBezTo>
                      <a:cubicBezTo>
                        <a:pt x="72366" y="19907"/>
                        <a:pt x="51888" y="14192"/>
                        <a:pt x="43791" y="10573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575" name="Forme libre : forme 14574">
                  <a:extLst>
                    <a:ext uri="{FF2B5EF4-FFF2-40B4-BE49-F238E27FC236}">
                      <a16:creationId xmlns:a16="http://schemas.microsoft.com/office/drawing/2014/main" id="{2C14EE38-EA2F-414B-8DA0-7F4F9130DA7B}"/>
                    </a:ext>
                  </a:extLst>
                </p:cNvPr>
                <p:cNvSpPr/>
                <p:nvPr/>
              </p:nvSpPr>
              <p:spPr>
                <a:xfrm>
                  <a:off x="9524152" y="3374992"/>
                  <a:ext cx="170402" cy="38862"/>
                </a:xfrm>
                <a:custGeom>
                  <a:avLst/>
                  <a:gdLst>
                    <a:gd name="connsiteX0" fmla="*/ 100203 w 170402"/>
                    <a:gd name="connsiteY0" fmla="*/ 17240 h 38862"/>
                    <a:gd name="connsiteX1" fmla="*/ 143923 w 170402"/>
                    <a:gd name="connsiteY1" fmla="*/ 38862 h 38862"/>
                    <a:gd name="connsiteX2" fmla="*/ 92678 w 170402"/>
                    <a:gd name="connsiteY2" fmla="*/ 22765 h 38862"/>
                    <a:gd name="connsiteX3" fmla="*/ 38005 w 170402"/>
                    <a:gd name="connsiteY3" fmla="*/ 26670 h 38862"/>
                    <a:gd name="connsiteX4" fmla="*/ 0 w 170402"/>
                    <a:gd name="connsiteY4" fmla="*/ 34862 h 38862"/>
                    <a:gd name="connsiteX5" fmla="*/ 100679 w 170402"/>
                    <a:gd name="connsiteY5" fmla="*/ 9716 h 38862"/>
                    <a:gd name="connsiteX6" fmla="*/ 153352 w 170402"/>
                    <a:gd name="connsiteY6" fmla="*/ 2191 h 38862"/>
                    <a:gd name="connsiteX7" fmla="*/ 170402 w 170402"/>
                    <a:gd name="connsiteY7" fmla="*/ 0 h 38862"/>
                    <a:gd name="connsiteX8" fmla="*/ 158020 w 170402"/>
                    <a:gd name="connsiteY8" fmla="*/ 3715 h 38862"/>
                    <a:gd name="connsiteX9" fmla="*/ 138779 w 170402"/>
                    <a:gd name="connsiteY9" fmla="*/ 7334 h 38862"/>
                    <a:gd name="connsiteX10" fmla="*/ 100203 w 170402"/>
                    <a:gd name="connsiteY10" fmla="*/ 17240 h 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0402" h="38862">
                      <a:moveTo>
                        <a:pt x="100203" y="17240"/>
                      </a:moveTo>
                      <a:cubicBezTo>
                        <a:pt x="113633" y="26575"/>
                        <a:pt x="128397" y="33814"/>
                        <a:pt x="143923" y="38862"/>
                      </a:cubicBezTo>
                      <a:cubicBezTo>
                        <a:pt x="126016" y="37624"/>
                        <a:pt x="110204" y="26575"/>
                        <a:pt x="92678" y="22765"/>
                      </a:cubicBezTo>
                      <a:cubicBezTo>
                        <a:pt x="74676" y="18859"/>
                        <a:pt x="56007" y="22765"/>
                        <a:pt x="38005" y="26670"/>
                      </a:cubicBezTo>
                      <a:cubicBezTo>
                        <a:pt x="25337" y="29432"/>
                        <a:pt x="12668" y="32099"/>
                        <a:pt x="0" y="34862"/>
                      </a:cubicBezTo>
                      <a:cubicBezTo>
                        <a:pt x="32385" y="22574"/>
                        <a:pt x="66484" y="15145"/>
                        <a:pt x="100679" y="9716"/>
                      </a:cubicBezTo>
                      <a:cubicBezTo>
                        <a:pt x="118205" y="6858"/>
                        <a:pt x="135826" y="4572"/>
                        <a:pt x="153352" y="2191"/>
                      </a:cubicBezTo>
                      <a:cubicBezTo>
                        <a:pt x="159067" y="1524"/>
                        <a:pt x="164687" y="381"/>
                        <a:pt x="170402" y="0"/>
                      </a:cubicBezTo>
                      <a:cubicBezTo>
                        <a:pt x="166592" y="2953"/>
                        <a:pt x="162592" y="2953"/>
                        <a:pt x="158020" y="3715"/>
                      </a:cubicBezTo>
                      <a:cubicBezTo>
                        <a:pt x="151543" y="4763"/>
                        <a:pt x="145161" y="6001"/>
                        <a:pt x="138779" y="7334"/>
                      </a:cubicBezTo>
                      <a:cubicBezTo>
                        <a:pt x="125635" y="10096"/>
                        <a:pt x="112776" y="13335"/>
                        <a:pt x="100203" y="17240"/>
                      </a:cubicBezTo>
                      <a:close/>
                    </a:path>
                  </a:pathLst>
                </a:custGeom>
                <a:solidFill>
                  <a:srgbClr val="6B359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576" name="Graphique 2">
                <a:extLst>
                  <a:ext uri="{FF2B5EF4-FFF2-40B4-BE49-F238E27FC236}">
                    <a16:creationId xmlns:a16="http://schemas.microsoft.com/office/drawing/2014/main" id="{91DBFE9B-5765-4E88-9541-9D58DFD4D002}"/>
                  </a:ext>
                </a:extLst>
              </p:cNvPr>
              <p:cNvGrpSpPr/>
              <p:nvPr/>
            </p:nvGrpSpPr>
            <p:grpSpPr>
              <a:xfrm>
                <a:off x="6065911" y="3215353"/>
                <a:ext cx="846093" cy="371093"/>
                <a:chOff x="6065911" y="3215353"/>
                <a:chExt cx="846093" cy="371093"/>
              </a:xfrm>
              <a:solidFill>
                <a:schemeClr val="accent1"/>
              </a:solidFill>
            </p:grpSpPr>
            <p:grpSp>
              <p:nvGrpSpPr>
                <p:cNvPr id="14577" name="Graphique 2">
                  <a:extLst>
                    <a:ext uri="{FF2B5EF4-FFF2-40B4-BE49-F238E27FC236}">
                      <a16:creationId xmlns:a16="http://schemas.microsoft.com/office/drawing/2014/main" id="{44423AA1-90ED-42DF-A224-6B013DDF0B58}"/>
                    </a:ext>
                  </a:extLst>
                </p:cNvPr>
                <p:cNvGrpSpPr/>
                <p:nvPr/>
              </p:nvGrpSpPr>
              <p:grpSpPr>
                <a:xfrm>
                  <a:off x="6065911" y="3215353"/>
                  <a:ext cx="846093" cy="371093"/>
                  <a:chOff x="6065911" y="3215353"/>
                  <a:chExt cx="846093" cy="371093"/>
                </a:xfrm>
                <a:solidFill>
                  <a:schemeClr val="accent1"/>
                </a:solidFill>
              </p:grpSpPr>
              <p:sp>
                <p:nvSpPr>
                  <p:cNvPr id="14578" name="Forme libre : forme 14577">
                    <a:extLst>
                      <a:ext uri="{FF2B5EF4-FFF2-40B4-BE49-F238E27FC236}">
                        <a16:creationId xmlns:a16="http://schemas.microsoft.com/office/drawing/2014/main" id="{4107C4BC-692A-469F-B857-62D05CE86B19}"/>
                      </a:ext>
                    </a:extLst>
                  </p:cNvPr>
                  <p:cNvSpPr/>
                  <p:nvPr/>
                </p:nvSpPr>
                <p:spPr>
                  <a:xfrm>
                    <a:off x="6147254" y="3217830"/>
                    <a:ext cx="764750" cy="366521"/>
                  </a:xfrm>
                  <a:custGeom>
                    <a:avLst/>
                    <a:gdLst>
                      <a:gd name="connsiteX0" fmla="*/ 66008 w 764750"/>
                      <a:gd name="connsiteY0" fmla="*/ 366522 h 366521"/>
                      <a:gd name="connsiteX1" fmla="*/ 220409 w 764750"/>
                      <a:gd name="connsiteY1" fmla="*/ 298418 h 366521"/>
                      <a:gd name="connsiteX2" fmla="*/ 417862 w 764750"/>
                      <a:gd name="connsiteY2" fmla="*/ 236125 h 366521"/>
                      <a:gd name="connsiteX3" fmla="*/ 695039 w 764750"/>
                      <a:gd name="connsiteY3" fmla="*/ 232696 h 366521"/>
                      <a:gd name="connsiteX4" fmla="*/ 759142 w 764750"/>
                      <a:gd name="connsiteY4" fmla="*/ 240601 h 366521"/>
                      <a:gd name="connsiteX5" fmla="*/ 735616 w 764750"/>
                      <a:gd name="connsiteY5" fmla="*/ 188881 h 366521"/>
                      <a:gd name="connsiteX6" fmla="*/ 735616 w 764750"/>
                      <a:gd name="connsiteY6" fmla="*/ 177641 h 366521"/>
                      <a:gd name="connsiteX7" fmla="*/ 759142 w 764750"/>
                      <a:gd name="connsiteY7" fmla="*/ 125921 h 366521"/>
                      <a:gd name="connsiteX8" fmla="*/ 695039 w 764750"/>
                      <a:gd name="connsiteY8" fmla="*/ 133826 h 366521"/>
                      <a:gd name="connsiteX9" fmla="*/ 417862 w 764750"/>
                      <a:gd name="connsiteY9" fmla="*/ 130397 h 366521"/>
                      <a:gd name="connsiteX10" fmla="*/ 220409 w 764750"/>
                      <a:gd name="connsiteY10" fmla="*/ 68104 h 366521"/>
                      <a:gd name="connsiteX11" fmla="*/ 66008 w 764750"/>
                      <a:gd name="connsiteY11" fmla="*/ 0 h 366521"/>
                      <a:gd name="connsiteX12" fmla="*/ 0 w 764750"/>
                      <a:gd name="connsiteY12" fmla="*/ 181832 h 366521"/>
                      <a:gd name="connsiteX13" fmla="*/ 66008 w 764750"/>
                      <a:gd name="connsiteY13" fmla="*/ 366522 h 366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64750" h="366521">
                        <a:moveTo>
                          <a:pt x="66008" y="366522"/>
                        </a:moveTo>
                        <a:cubicBezTo>
                          <a:pt x="66008" y="366522"/>
                          <a:pt x="124111" y="352044"/>
                          <a:pt x="220409" y="298418"/>
                        </a:cubicBezTo>
                        <a:cubicBezTo>
                          <a:pt x="316706" y="244792"/>
                          <a:pt x="342328" y="238220"/>
                          <a:pt x="417862" y="236125"/>
                        </a:cubicBezTo>
                        <a:cubicBezTo>
                          <a:pt x="493395" y="234029"/>
                          <a:pt x="679132" y="232410"/>
                          <a:pt x="695039" y="232696"/>
                        </a:cubicBezTo>
                        <a:cubicBezTo>
                          <a:pt x="710946" y="232981"/>
                          <a:pt x="745712" y="231362"/>
                          <a:pt x="759142" y="240601"/>
                        </a:cubicBezTo>
                        <a:cubicBezTo>
                          <a:pt x="772573" y="249841"/>
                          <a:pt x="760762" y="198120"/>
                          <a:pt x="735616" y="188881"/>
                        </a:cubicBezTo>
                        <a:lnTo>
                          <a:pt x="735616" y="177641"/>
                        </a:lnTo>
                        <a:cubicBezTo>
                          <a:pt x="760666" y="168402"/>
                          <a:pt x="772573" y="116681"/>
                          <a:pt x="759142" y="125921"/>
                        </a:cubicBezTo>
                        <a:cubicBezTo>
                          <a:pt x="745712" y="135160"/>
                          <a:pt x="710851" y="133541"/>
                          <a:pt x="695039" y="133826"/>
                        </a:cubicBezTo>
                        <a:cubicBezTo>
                          <a:pt x="679228" y="134112"/>
                          <a:pt x="493395" y="132493"/>
                          <a:pt x="417862" y="130397"/>
                        </a:cubicBezTo>
                        <a:cubicBezTo>
                          <a:pt x="342328" y="128302"/>
                          <a:pt x="316801" y="121729"/>
                          <a:pt x="220409" y="68104"/>
                        </a:cubicBezTo>
                        <a:cubicBezTo>
                          <a:pt x="124111" y="14478"/>
                          <a:pt x="66008" y="0"/>
                          <a:pt x="66008" y="0"/>
                        </a:cubicBezTo>
                        <a:lnTo>
                          <a:pt x="0" y="181832"/>
                        </a:lnTo>
                        <a:lnTo>
                          <a:pt x="66008" y="366522"/>
                        </a:ln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grpSp>
                <p:nvGrpSpPr>
                  <p:cNvPr id="14579" name="Graphique 2">
                    <a:extLst>
                      <a:ext uri="{FF2B5EF4-FFF2-40B4-BE49-F238E27FC236}">
                        <a16:creationId xmlns:a16="http://schemas.microsoft.com/office/drawing/2014/main" id="{A343F4D2-91D0-4B2E-BCC6-041CED070FEF}"/>
                      </a:ext>
                    </a:extLst>
                  </p:cNvPr>
                  <p:cNvGrpSpPr/>
                  <p:nvPr/>
                </p:nvGrpSpPr>
                <p:grpSpPr>
                  <a:xfrm>
                    <a:off x="6065911" y="3336797"/>
                    <a:ext cx="153162" cy="128777"/>
                    <a:chOff x="6065911" y="3336797"/>
                    <a:chExt cx="153162" cy="128777"/>
                  </a:xfrm>
                  <a:solidFill>
                    <a:schemeClr val="accent1"/>
                  </a:solidFill>
                </p:grpSpPr>
                <p:sp>
                  <p:nvSpPr>
                    <p:cNvPr id="14580" name="Forme libre : forme 14579">
                      <a:extLst>
                        <a:ext uri="{FF2B5EF4-FFF2-40B4-BE49-F238E27FC236}">
                          <a16:creationId xmlns:a16="http://schemas.microsoft.com/office/drawing/2014/main" id="{E7694610-66DA-4C2A-BFE3-2253B17A2C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65911" y="3336797"/>
                      <a:ext cx="153162" cy="128777"/>
                    </a:xfrm>
                    <a:custGeom>
                      <a:avLst/>
                      <a:gdLst>
                        <a:gd name="connsiteX0" fmla="*/ 153162 w 153162"/>
                        <a:gd name="connsiteY0" fmla="*/ 64389 h 128777"/>
                        <a:gd name="connsiteX1" fmla="*/ 76581 w 153162"/>
                        <a:gd name="connsiteY1" fmla="*/ 128778 h 128777"/>
                        <a:gd name="connsiteX2" fmla="*/ 0 w 153162"/>
                        <a:gd name="connsiteY2" fmla="*/ 64389 h 128777"/>
                        <a:gd name="connsiteX3" fmla="*/ 76581 w 153162"/>
                        <a:gd name="connsiteY3" fmla="*/ 0 h 128777"/>
                        <a:gd name="connsiteX4" fmla="*/ 153162 w 153162"/>
                        <a:gd name="connsiteY4" fmla="*/ 64389 h 128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2" h="128777">
                          <a:moveTo>
                            <a:pt x="153162" y="64389"/>
                          </a:moveTo>
                          <a:cubicBezTo>
                            <a:pt x="153162" y="99950"/>
                            <a:pt x="118875" y="128778"/>
                            <a:pt x="76581" y="128778"/>
                          </a:cubicBezTo>
                          <a:cubicBezTo>
                            <a:pt x="34286" y="128778"/>
                            <a:pt x="0" y="99950"/>
                            <a:pt x="0" y="64389"/>
                          </a:cubicBezTo>
                          <a:cubicBezTo>
                            <a:pt x="0" y="28828"/>
                            <a:pt x="34286" y="0"/>
                            <a:pt x="76581" y="0"/>
                          </a:cubicBezTo>
                          <a:cubicBezTo>
                            <a:pt x="118875" y="0"/>
                            <a:pt x="153162" y="28828"/>
                            <a:pt x="153162" y="64389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1" name="Forme libre : forme 14580">
                      <a:extLst>
                        <a:ext uri="{FF2B5EF4-FFF2-40B4-BE49-F238E27FC236}">
                          <a16:creationId xmlns:a16="http://schemas.microsoft.com/office/drawing/2014/main" id="{FF8201E3-7DFA-45DE-A2C4-608CC815D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08868" y="3336797"/>
                      <a:ext cx="110204" cy="128015"/>
                    </a:xfrm>
                    <a:custGeom>
                      <a:avLst/>
                      <a:gdLst>
                        <a:gd name="connsiteX0" fmla="*/ 0 w 110204"/>
                        <a:gd name="connsiteY0" fmla="*/ 6572 h 128015"/>
                        <a:gd name="connsiteX1" fmla="*/ 11430 w 110204"/>
                        <a:gd name="connsiteY1" fmla="*/ 5810 h 128015"/>
                        <a:gd name="connsiteX2" fmla="*/ 88011 w 110204"/>
                        <a:gd name="connsiteY2" fmla="*/ 70199 h 128015"/>
                        <a:gd name="connsiteX3" fmla="*/ 45053 w 110204"/>
                        <a:gd name="connsiteY3" fmla="*/ 128016 h 128015"/>
                        <a:gd name="connsiteX4" fmla="*/ 110204 w 110204"/>
                        <a:gd name="connsiteY4" fmla="*/ 64389 h 128015"/>
                        <a:gd name="connsiteX5" fmla="*/ 33623 w 110204"/>
                        <a:gd name="connsiteY5" fmla="*/ 0 h 128015"/>
                        <a:gd name="connsiteX6" fmla="*/ 0 w 110204"/>
                        <a:gd name="connsiteY6" fmla="*/ 6572 h 128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0204" h="128015">
                          <a:moveTo>
                            <a:pt x="0" y="6572"/>
                          </a:moveTo>
                          <a:cubicBezTo>
                            <a:pt x="3715" y="6096"/>
                            <a:pt x="7525" y="5810"/>
                            <a:pt x="11430" y="5810"/>
                          </a:cubicBezTo>
                          <a:cubicBezTo>
                            <a:pt x="53721" y="5810"/>
                            <a:pt x="87725" y="34671"/>
                            <a:pt x="88011" y="70199"/>
                          </a:cubicBezTo>
                          <a:cubicBezTo>
                            <a:pt x="88202" y="98012"/>
                            <a:pt x="69152" y="122301"/>
                            <a:pt x="45053" y="128016"/>
                          </a:cubicBezTo>
                          <a:cubicBezTo>
                            <a:pt x="81915" y="123349"/>
                            <a:pt x="110204" y="96679"/>
                            <a:pt x="110204" y="64389"/>
                          </a:cubicBezTo>
                          <a:cubicBezTo>
                            <a:pt x="110204" y="28861"/>
                            <a:pt x="75914" y="0"/>
                            <a:pt x="33623" y="0"/>
                          </a:cubicBezTo>
                          <a:cubicBezTo>
                            <a:pt x="21527" y="0"/>
                            <a:pt x="10192" y="2381"/>
                            <a:pt x="0" y="6572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2" name="Forme libre : forme 14581">
                      <a:extLst>
                        <a:ext uri="{FF2B5EF4-FFF2-40B4-BE49-F238E27FC236}">
                          <a16:creationId xmlns:a16="http://schemas.microsoft.com/office/drawing/2014/main" id="{EC28B86C-6634-4B78-916D-F1951E4AF089}"/>
                        </a:ext>
                      </a:extLst>
                    </p:cNvPr>
                    <p:cNvSpPr/>
                    <p:nvPr/>
                  </p:nvSpPr>
                  <p:spPr>
                    <a:xfrm rot="-4118918">
                      <a:off x="6084377" y="3383665"/>
                      <a:ext cx="59247" cy="74869"/>
                    </a:xfrm>
                    <a:custGeom>
                      <a:avLst/>
                      <a:gdLst>
                        <a:gd name="connsiteX0" fmla="*/ 59248 w 59247"/>
                        <a:gd name="connsiteY0" fmla="*/ 37435 h 74869"/>
                        <a:gd name="connsiteX1" fmla="*/ 29624 w 59247"/>
                        <a:gd name="connsiteY1" fmla="*/ 74869 h 74869"/>
                        <a:gd name="connsiteX2" fmla="*/ 0 w 59247"/>
                        <a:gd name="connsiteY2" fmla="*/ 37435 h 74869"/>
                        <a:gd name="connsiteX3" fmla="*/ 29624 w 59247"/>
                        <a:gd name="connsiteY3" fmla="*/ 0 h 74869"/>
                        <a:gd name="connsiteX4" fmla="*/ 59248 w 59247"/>
                        <a:gd name="connsiteY4" fmla="*/ 37435 h 74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7" h="74869">
                          <a:moveTo>
                            <a:pt x="59248" y="37435"/>
                          </a:moveTo>
                          <a:cubicBezTo>
                            <a:pt x="59248" y="58109"/>
                            <a:pt x="45985" y="74869"/>
                            <a:pt x="29624" y="74869"/>
                          </a:cubicBezTo>
                          <a:cubicBezTo>
                            <a:pt x="13263" y="74869"/>
                            <a:pt x="0" y="58109"/>
                            <a:pt x="0" y="37435"/>
                          </a:cubicBezTo>
                          <a:cubicBezTo>
                            <a:pt x="0" y="16760"/>
                            <a:pt x="13263" y="0"/>
                            <a:pt x="29624" y="0"/>
                          </a:cubicBezTo>
                          <a:cubicBezTo>
                            <a:pt x="45985" y="0"/>
                            <a:pt x="59248" y="16760"/>
                            <a:pt x="59248" y="37435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3" name="Forme libre : forme 14582">
                      <a:extLst>
                        <a:ext uri="{FF2B5EF4-FFF2-40B4-BE49-F238E27FC236}">
                          <a16:creationId xmlns:a16="http://schemas.microsoft.com/office/drawing/2014/main" id="{2D7A8D0F-5A5A-4C54-92C9-60159549AE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7055" y="3389756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4"/>
                          </a:cubicBezTo>
                          <a:cubicBezTo>
                            <a:pt x="0" y="4009"/>
                            <a:pt x="4009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584" name="Graphique 2">
                    <a:extLst>
                      <a:ext uri="{FF2B5EF4-FFF2-40B4-BE49-F238E27FC236}">
                        <a16:creationId xmlns:a16="http://schemas.microsoft.com/office/drawing/2014/main" id="{20CF3BB0-C2A9-4214-B2CB-D15C52D69644}"/>
                      </a:ext>
                    </a:extLst>
                  </p:cNvPr>
                  <p:cNvGrpSpPr/>
                  <p:nvPr/>
                </p:nvGrpSpPr>
                <p:grpSpPr>
                  <a:xfrm>
                    <a:off x="6117155" y="3457669"/>
                    <a:ext cx="153162" cy="128778"/>
                    <a:chOff x="6117155" y="3457669"/>
                    <a:chExt cx="153162" cy="128778"/>
                  </a:xfrm>
                  <a:solidFill>
                    <a:schemeClr val="accent1"/>
                  </a:solidFill>
                </p:grpSpPr>
                <p:sp>
                  <p:nvSpPr>
                    <p:cNvPr id="14585" name="Forme libre : forme 14584">
                      <a:extLst>
                        <a:ext uri="{FF2B5EF4-FFF2-40B4-BE49-F238E27FC236}">
                          <a16:creationId xmlns:a16="http://schemas.microsoft.com/office/drawing/2014/main" id="{0414E0F1-8CD5-4D7D-8ACF-1DB84D04CD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7155" y="3457669"/>
                      <a:ext cx="153162" cy="128777"/>
                    </a:xfrm>
                    <a:custGeom>
                      <a:avLst/>
                      <a:gdLst>
                        <a:gd name="connsiteX0" fmla="*/ 153162 w 153162"/>
                        <a:gd name="connsiteY0" fmla="*/ 64389 h 128777"/>
                        <a:gd name="connsiteX1" fmla="*/ 76581 w 153162"/>
                        <a:gd name="connsiteY1" fmla="*/ 128778 h 128777"/>
                        <a:gd name="connsiteX2" fmla="*/ 0 w 153162"/>
                        <a:gd name="connsiteY2" fmla="*/ 64389 h 128777"/>
                        <a:gd name="connsiteX3" fmla="*/ 76581 w 153162"/>
                        <a:gd name="connsiteY3" fmla="*/ 0 h 128777"/>
                        <a:gd name="connsiteX4" fmla="*/ 153162 w 153162"/>
                        <a:gd name="connsiteY4" fmla="*/ 64389 h 128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2" h="128777">
                          <a:moveTo>
                            <a:pt x="153162" y="64389"/>
                          </a:moveTo>
                          <a:cubicBezTo>
                            <a:pt x="153162" y="99950"/>
                            <a:pt x="118876" y="128778"/>
                            <a:pt x="76581" y="128778"/>
                          </a:cubicBezTo>
                          <a:cubicBezTo>
                            <a:pt x="34286" y="128778"/>
                            <a:pt x="0" y="99950"/>
                            <a:pt x="0" y="64389"/>
                          </a:cubicBezTo>
                          <a:cubicBezTo>
                            <a:pt x="0" y="28828"/>
                            <a:pt x="34286" y="0"/>
                            <a:pt x="76581" y="0"/>
                          </a:cubicBezTo>
                          <a:cubicBezTo>
                            <a:pt x="118876" y="0"/>
                            <a:pt x="153162" y="28828"/>
                            <a:pt x="153162" y="64389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6" name="Forme libre : forme 14585">
                      <a:extLst>
                        <a:ext uri="{FF2B5EF4-FFF2-40B4-BE49-F238E27FC236}">
                          <a16:creationId xmlns:a16="http://schemas.microsoft.com/office/drawing/2014/main" id="{EA2C266A-3E54-4854-8FE4-5E9A834455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0113" y="3457669"/>
                      <a:ext cx="110204" cy="128016"/>
                    </a:xfrm>
                    <a:custGeom>
                      <a:avLst/>
                      <a:gdLst>
                        <a:gd name="connsiteX0" fmla="*/ 0 w 110204"/>
                        <a:gd name="connsiteY0" fmla="*/ 6572 h 128016"/>
                        <a:gd name="connsiteX1" fmla="*/ 11430 w 110204"/>
                        <a:gd name="connsiteY1" fmla="*/ 5810 h 128016"/>
                        <a:gd name="connsiteX2" fmla="*/ 88011 w 110204"/>
                        <a:gd name="connsiteY2" fmla="*/ 70199 h 128016"/>
                        <a:gd name="connsiteX3" fmla="*/ 45053 w 110204"/>
                        <a:gd name="connsiteY3" fmla="*/ 128016 h 128016"/>
                        <a:gd name="connsiteX4" fmla="*/ 110204 w 110204"/>
                        <a:gd name="connsiteY4" fmla="*/ 64389 h 128016"/>
                        <a:gd name="connsiteX5" fmla="*/ 33623 w 110204"/>
                        <a:gd name="connsiteY5" fmla="*/ 0 h 128016"/>
                        <a:gd name="connsiteX6" fmla="*/ 0 w 110204"/>
                        <a:gd name="connsiteY6" fmla="*/ 6572 h 128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0204" h="128016">
                          <a:moveTo>
                            <a:pt x="0" y="6572"/>
                          </a:moveTo>
                          <a:cubicBezTo>
                            <a:pt x="3715" y="6096"/>
                            <a:pt x="7525" y="5810"/>
                            <a:pt x="11430" y="5810"/>
                          </a:cubicBezTo>
                          <a:cubicBezTo>
                            <a:pt x="53721" y="5810"/>
                            <a:pt x="87725" y="34671"/>
                            <a:pt x="88011" y="70199"/>
                          </a:cubicBezTo>
                          <a:cubicBezTo>
                            <a:pt x="88201" y="98012"/>
                            <a:pt x="69151" y="122301"/>
                            <a:pt x="45053" y="128016"/>
                          </a:cubicBezTo>
                          <a:cubicBezTo>
                            <a:pt x="81915" y="123349"/>
                            <a:pt x="110204" y="96679"/>
                            <a:pt x="110204" y="64389"/>
                          </a:cubicBezTo>
                          <a:cubicBezTo>
                            <a:pt x="110204" y="28861"/>
                            <a:pt x="75914" y="0"/>
                            <a:pt x="33623" y="0"/>
                          </a:cubicBezTo>
                          <a:cubicBezTo>
                            <a:pt x="21526" y="0"/>
                            <a:pt x="10096" y="2381"/>
                            <a:pt x="0" y="6572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7" name="Forme libre : forme 14586">
                      <a:extLst>
                        <a:ext uri="{FF2B5EF4-FFF2-40B4-BE49-F238E27FC236}">
                          <a16:creationId xmlns:a16="http://schemas.microsoft.com/office/drawing/2014/main" id="{87734AAA-E417-4421-B2C6-537791E0D7F3}"/>
                        </a:ext>
                      </a:extLst>
                    </p:cNvPr>
                    <p:cNvSpPr/>
                    <p:nvPr/>
                  </p:nvSpPr>
                  <p:spPr>
                    <a:xfrm rot="-4118918">
                      <a:off x="6135586" y="3504514"/>
                      <a:ext cx="59247" cy="74869"/>
                    </a:xfrm>
                    <a:custGeom>
                      <a:avLst/>
                      <a:gdLst>
                        <a:gd name="connsiteX0" fmla="*/ 59248 w 59247"/>
                        <a:gd name="connsiteY0" fmla="*/ 37435 h 74869"/>
                        <a:gd name="connsiteX1" fmla="*/ 29624 w 59247"/>
                        <a:gd name="connsiteY1" fmla="*/ 74869 h 74869"/>
                        <a:gd name="connsiteX2" fmla="*/ 0 w 59247"/>
                        <a:gd name="connsiteY2" fmla="*/ 37435 h 74869"/>
                        <a:gd name="connsiteX3" fmla="*/ 29624 w 59247"/>
                        <a:gd name="connsiteY3" fmla="*/ 0 h 74869"/>
                        <a:gd name="connsiteX4" fmla="*/ 59248 w 59247"/>
                        <a:gd name="connsiteY4" fmla="*/ 37435 h 74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7" h="74869">
                          <a:moveTo>
                            <a:pt x="59248" y="37435"/>
                          </a:moveTo>
                          <a:cubicBezTo>
                            <a:pt x="59248" y="58109"/>
                            <a:pt x="45985" y="74869"/>
                            <a:pt x="29624" y="74869"/>
                          </a:cubicBezTo>
                          <a:cubicBezTo>
                            <a:pt x="13263" y="74869"/>
                            <a:pt x="0" y="58109"/>
                            <a:pt x="0" y="37435"/>
                          </a:cubicBezTo>
                          <a:cubicBezTo>
                            <a:pt x="0" y="16760"/>
                            <a:pt x="13263" y="0"/>
                            <a:pt x="29624" y="0"/>
                          </a:cubicBezTo>
                          <a:cubicBezTo>
                            <a:pt x="45985" y="0"/>
                            <a:pt x="59248" y="16760"/>
                            <a:pt x="59248" y="37435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8" name="Forme libre : forme 14587">
                      <a:extLst>
                        <a:ext uri="{FF2B5EF4-FFF2-40B4-BE49-F238E27FC236}">
                          <a16:creationId xmlns:a16="http://schemas.microsoft.com/office/drawing/2014/main" id="{6A5FF4CE-AEFD-4316-913B-FD4205B358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28299" y="3510628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4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4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8" y="17907"/>
                            <a:pt x="8954" y="17907"/>
                          </a:cubicBezTo>
                          <a:cubicBezTo>
                            <a:pt x="4009" y="17907"/>
                            <a:pt x="0" y="13899"/>
                            <a:pt x="0" y="8954"/>
                          </a:cubicBezTo>
                          <a:cubicBezTo>
                            <a:pt x="0" y="4009"/>
                            <a:pt x="4009" y="0"/>
                            <a:pt x="8954" y="0"/>
                          </a:cubicBezTo>
                          <a:cubicBezTo>
                            <a:pt x="13898" y="0"/>
                            <a:pt x="17907" y="4009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589" name="Graphique 2">
                    <a:extLst>
                      <a:ext uri="{FF2B5EF4-FFF2-40B4-BE49-F238E27FC236}">
                        <a16:creationId xmlns:a16="http://schemas.microsoft.com/office/drawing/2014/main" id="{F24B16E4-C2DE-4EAD-964B-B569F965B56A}"/>
                      </a:ext>
                    </a:extLst>
                  </p:cNvPr>
                  <p:cNvGrpSpPr/>
                  <p:nvPr/>
                </p:nvGrpSpPr>
                <p:grpSpPr>
                  <a:xfrm>
                    <a:off x="6117155" y="3215353"/>
                    <a:ext cx="153162" cy="128777"/>
                    <a:chOff x="6117155" y="3215353"/>
                    <a:chExt cx="153162" cy="128777"/>
                  </a:xfrm>
                  <a:solidFill>
                    <a:schemeClr val="accent1"/>
                  </a:solidFill>
                </p:grpSpPr>
                <p:sp>
                  <p:nvSpPr>
                    <p:cNvPr id="14590" name="Forme libre : forme 14589">
                      <a:extLst>
                        <a:ext uri="{FF2B5EF4-FFF2-40B4-BE49-F238E27FC236}">
                          <a16:creationId xmlns:a16="http://schemas.microsoft.com/office/drawing/2014/main" id="{B75417AE-0FB5-4B18-9721-E7F44C5D98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7155" y="3215353"/>
                      <a:ext cx="153162" cy="128777"/>
                    </a:xfrm>
                    <a:custGeom>
                      <a:avLst/>
                      <a:gdLst>
                        <a:gd name="connsiteX0" fmla="*/ 153162 w 153162"/>
                        <a:gd name="connsiteY0" fmla="*/ 64389 h 128777"/>
                        <a:gd name="connsiteX1" fmla="*/ 76581 w 153162"/>
                        <a:gd name="connsiteY1" fmla="*/ 128778 h 128777"/>
                        <a:gd name="connsiteX2" fmla="*/ 0 w 153162"/>
                        <a:gd name="connsiteY2" fmla="*/ 64389 h 128777"/>
                        <a:gd name="connsiteX3" fmla="*/ 76581 w 153162"/>
                        <a:gd name="connsiteY3" fmla="*/ 0 h 128777"/>
                        <a:gd name="connsiteX4" fmla="*/ 153162 w 153162"/>
                        <a:gd name="connsiteY4" fmla="*/ 64389 h 128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162" h="128777">
                          <a:moveTo>
                            <a:pt x="153162" y="64389"/>
                          </a:moveTo>
                          <a:cubicBezTo>
                            <a:pt x="153162" y="99950"/>
                            <a:pt x="118876" y="128778"/>
                            <a:pt x="76581" y="128778"/>
                          </a:cubicBezTo>
                          <a:cubicBezTo>
                            <a:pt x="34286" y="128778"/>
                            <a:pt x="0" y="99950"/>
                            <a:pt x="0" y="64389"/>
                          </a:cubicBezTo>
                          <a:cubicBezTo>
                            <a:pt x="0" y="28828"/>
                            <a:pt x="34286" y="0"/>
                            <a:pt x="76581" y="0"/>
                          </a:cubicBezTo>
                          <a:cubicBezTo>
                            <a:pt x="118876" y="0"/>
                            <a:pt x="153162" y="28828"/>
                            <a:pt x="153162" y="64389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91" name="Forme libre : forme 14590">
                      <a:extLst>
                        <a:ext uri="{FF2B5EF4-FFF2-40B4-BE49-F238E27FC236}">
                          <a16:creationId xmlns:a16="http://schemas.microsoft.com/office/drawing/2014/main" id="{2F0801B8-04D7-46C6-BE0D-223A4B30DC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0113" y="3215353"/>
                      <a:ext cx="110204" cy="128015"/>
                    </a:xfrm>
                    <a:custGeom>
                      <a:avLst/>
                      <a:gdLst>
                        <a:gd name="connsiteX0" fmla="*/ 0 w 110204"/>
                        <a:gd name="connsiteY0" fmla="*/ 6572 h 128015"/>
                        <a:gd name="connsiteX1" fmla="*/ 11430 w 110204"/>
                        <a:gd name="connsiteY1" fmla="*/ 5810 h 128015"/>
                        <a:gd name="connsiteX2" fmla="*/ 88011 w 110204"/>
                        <a:gd name="connsiteY2" fmla="*/ 70199 h 128015"/>
                        <a:gd name="connsiteX3" fmla="*/ 45053 w 110204"/>
                        <a:gd name="connsiteY3" fmla="*/ 128016 h 128015"/>
                        <a:gd name="connsiteX4" fmla="*/ 110204 w 110204"/>
                        <a:gd name="connsiteY4" fmla="*/ 64389 h 128015"/>
                        <a:gd name="connsiteX5" fmla="*/ 33623 w 110204"/>
                        <a:gd name="connsiteY5" fmla="*/ 0 h 128015"/>
                        <a:gd name="connsiteX6" fmla="*/ 0 w 110204"/>
                        <a:gd name="connsiteY6" fmla="*/ 6572 h 128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0204" h="128015">
                          <a:moveTo>
                            <a:pt x="0" y="6572"/>
                          </a:moveTo>
                          <a:cubicBezTo>
                            <a:pt x="3715" y="6096"/>
                            <a:pt x="7525" y="5810"/>
                            <a:pt x="11430" y="5810"/>
                          </a:cubicBezTo>
                          <a:cubicBezTo>
                            <a:pt x="53721" y="5810"/>
                            <a:pt x="87725" y="34671"/>
                            <a:pt x="88011" y="70199"/>
                          </a:cubicBezTo>
                          <a:cubicBezTo>
                            <a:pt x="88201" y="98012"/>
                            <a:pt x="69151" y="122301"/>
                            <a:pt x="45053" y="128016"/>
                          </a:cubicBezTo>
                          <a:cubicBezTo>
                            <a:pt x="81915" y="123349"/>
                            <a:pt x="110204" y="96679"/>
                            <a:pt x="110204" y="64389"/>
                          </a:cubicBezTo>
                          <a:cubicBezTo>
                            <a:pt x="110204" y="28861"/>
                            <a:pt x="75914" y="0"/>
                            <a:pt x="33623" y="0"/>
                          </a:cubicBezTo>
                          <a:cubicBezTo>
                            <a:pt x="21526" y="0"/>
                            <a:pt x="10096" y="2381"/>
                            <a:pt x="0" y="6572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92" name="Forme libre : forme 14591">
                      <a:extLst>
                        <a:ext uri="{FF2B5EF4-FFF2-40B4-BE49-F238E27FC236}">
                          <a16:creationId xmlns:a16="http://schemas.microsoft.com/office/drawing/2014/main" id="{ADCBAF9C-B73D-4775-8BB6-0248F09CC392}"/>
                        </a:ext>
                      </a:extLst>
                    </p:cNvPr>
                    <p:cNvSpPr/>
                    <p:nvPr/>
                  </p:nvSpPr>
                  <p:spPr>
                    <a:xfrm rot="-4118918">
                      <a:off x="6135569" y="3262201"/>
                      <a:ext cx="59247" cy="74869"/>
                    </a:xfrm>
                    <a:custGeom>
                      <a:avLst/>
                      <a:gdLst>
                        <a:gd name="connsiteX0" fmla="*/ 59248 w 59247"/>
                        <a:gd name="connsiteY0" fmla="*/ 37435 h 74869"/>
                        <a:gd name="connsiteX1" fmla="*/ 29624 w 59247"/>
                        <a:gd name="connsiteY1" fmla="*/ 74869 h 74869"/>
                        <a:gd name="connsiteX2" fmla="*/ 0 w 59247"/>
                        <a:gd name="connsiteY2" fmla="*/ 37435 h 74869"/>
                        <a:gd name="connsiteX3" fmla="*/ 29624 w 59247"/>
                        <a:gd name="connsiteY3" fmla="*/ 0 h 74869"/>
                        <a:gd name="connsiteX4" fmla="*/ 59248 w 59247"/>
                        <a:gd name="connsiteY4" fmla="*/ 37435 h 74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47" h="74869">
                          <a:moveTo>
                            <a:pt x="59248" y="37435"/>
                          </a:moveTo>
                          <a:cubicBezTo>
                            <a:pt x="59248" y="58109"/>
                            <a:pt x="45985" y="74869"/>
                            <a:pt x="29624" y="74869"/>
                          </a:cubicBezTo>
                          <a:cubicBezTo>
                            <a:pt x="13263" y="74869"/>
                            <a:pt x="0" y="58109"/>
                            <a:pt x="0" y="37435"/>
                          </a:cubicBezTo>
                          <a:cubicBezTo>
                            <a:pt x="0" y="16760"/>
                            <a:pt x="13263" y="0"/>
                            <a:pt x="29624" y="0"/>
                          </a:cubicBezTo>
                          <a:cubicBezTo>
                            <a:pt x="45985" y="0"/>
                            <a:pt x="59248" y="16760"/>
                            <a:pt x="59248" y="37435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93" name="Forme libre : forme 14592">
                      <a:extLst>
                        <a:ext uri="{FF2B5EF4-FFF2-40B4-BE49-F238E27FC236}">
                          <a16:creationId xmlns:a16="http://schemas.microsoft.com/office/drawing/2014/main" id="{9B015653-A8AB-4E41-8522-5EC771E018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28299" y="3268408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4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4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8" y="17907"/>
                            <a:pt x="8954" y="17907"/>
                          </a:cubicBezTo>
                          <a:cubicBezTo>
                            <a:pt x="4009" y="17907"/>
                            <a:pt x="0" y="13898"/>
                            <a:pt x="0" y="8954"/>
                          </a:cubicBezTo>
                          <a:cubicBezTo>
                            <a:pt x="0" y="4009"/>
                            <a:pt x="4009" y="0"/>
                            <a:pt x="8954" y="0"/>
                          </a:cubicBezTo>
                          <a:cubicBezTo>
                            <a:pt x="13898" y="0"/>
                            <a:pt x="17907" y="4009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sp>
                <p:nvSpPr>
                  <p:cNvPr id="14594" name="Forme libre : forme 14593">
                    <a:extLst>
                      <a:ext uri="{FF2B5EF4-FFF2-40B4-BE49-F238E27FC236}">
                        <a16:creationId xmlns:a16="http://schemas.microsoft.com/office/drawing/2014/main" id="{796EF212-E231-4199-9B55-FAB5559AA2DF}"/>
                      </a:ext>
                    </a:extLst>
                  </p:cNvPr>
                  <p:cNvSpPr/>
                  <p:nvPr/>
                </p:nvSpPr>
                <p:spPr>
                  <a:xfrm>
                    <a:off x="6434147" y="3392137"/>
                    <a:ext cx="449650" cy="87820"/>
                  </a:xfrm>
                  <a:custGeom>
                    <a:avLst/>
                    <a:gdLst>
                      <a:gd name="connsiteX0" fmla="*/ 0 w 449650"/>
                      <a:gd name="connsiteY0" fmla="*/ 87821 h 87820"/>
                      <a:gd name="connsiteX1" fmla="*/ 148876 w 449650"/>
                      <a:gd name="connsiteY1" fmla="*/ 35814 h 87820"/>
                      <a:gd name="connsiteX2" fmla="*/ 308229 w 449650"/>
                      <a:gd name="connsiteY2" fmla="*/ 26289 h 87820"/>
                      <a:gd name="connsiteX3" fmla="*/ 449580 w 449650"/>
                      <a:gd name="connsiteY3" fmla="*/ 0 h 87820"/>
                      <a:gd name="connsiteX4" fmla="*/ 434149 w 449650"/>
                      <a:gd name="connsiteY4" fmla="*/ 15335 h 87820"/>
                      <a:gd name="connsiteX5" fmla="*/ 403669 w 449650"/>
                      <a:gd name="connsiteY5" fmla="*/ 25527 h 87820"/>
                      <a:gd name="connsiteX6" fmla="*/ 81248 w 449650"/>
                      <a:gd name="connsiteY6" fmla="*/ 54292 h 87820"/>
                      <a:gd name="connsiteX7" fmla="*/ 9144 w 449650"/>
                      <a:gd name="connsiteY7" fmla="*/ 82296 h 87820"/>
                      <a:gd name="connsiteX8" fmla="*/ 13430 w 449650"/>
                      <a:gd name="connsiteY8" fmla="*/ 83915 h 87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9650" h="87820">
                        <a:moveTo>
                          <a:pt x="0" y="87821"/>
                        </a:moveTo>
                        <a:cubicBezTo>
                          <a:pt x="42196" y="55435"/>
                          <a:pt x="95917" y="41529"/>
                          <a:pt x="148876" y="35814"/>
                        </a:cubicBezTo>
                        <a:cubicBezTo>
                          <a:pt x="201835" y="30099"/>
                          <a:pt x="255270" y="31718"/>
                          <a:pt x="308229" y="26289"/>
                        </a:cubicBezTo>
                        <a:cubicBezTo>
                          <a:pt x="355949" y="21431"/>
                          <a:pt x="402907" y="10954"/>
                          <a:pt x="449580" y="0"/>
                        </a:cubicBezTo>
                        <a:cubicBezTo>
                          <a:pt x="450532" y="7810"/>
                          <a:pt x="441579" y="12763"/>
                          <a:pt x="434149" y="15335"/>
                        </a:cubicBezTo>
                        <a:cubicBezTo>
                          <a:pt x="424053" y="18955"/>
                          <a:pt x="413957" y="22479"/>
                          <a:pt x="403669" y="25527"/>
                        </a:cubicBezTo>
                        <a:cubicBezTo>
                          <a:pt x="299752" y="55912"/>
                          <a:pt x="185452" y="24765"/>
                          <a:pt x="81248" y="54292"/>
                        </a:cubicBezTo>
                        <a:cubicBezTo>
                          <a:pt x="56388" y="61341"/>
                          <a:pt x="32671" y="71723"/>
                          <a:pt x="9144" y="82296"/>
                        </a:cubicBezTo>
                        <a:cubicBezTo>
                          <a:pt x="10573" y="82867"/>
                          <a:pt x="12002" y="83439"/>
                          <a:pt x="13430" y="83915"/>
                        </a:cubicBezTo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95" name="Forme libre : forme 14594">
                    <a:extLst>
                      <a:ext uri="{FF2B5EF4-FFF2-40B4-BE49-F238E27FC236}">
                        <a16:creationId xmlns:a16="http://schemas.microsoft.com/office/drawing/2014/main" id="{43F8378C-6D29-4AFE-A504-A61A13E5C0A6}"/>
                      </a:ext>
                    </a:extLst>
                  </p:cNvPr>
                  <p:cNvSpPr/>
                  <p:nvPr/>
                </p:nvSpPr>
                <p:spPr>
                  <a:xfrm>
                    <a:off x="6200594" y="3355042"/>
                    <a:ext cx="537781" cy="99566"/>
                  </a:xfrm>
                  <a:custGeom>
                    <a:avLst/>
                    <a:gdLst>
                      <a:gd name="connsiteX0" fmla="*/ 253079 w 537781"/>
                      <a:gd name="connsiteY0" fmla="*/ 67861 h 99566"/>
                      <a:gd name="connsiteX1" fmla="*/ 330232 w 537781"/>
                      <a:gd name="connsiteY1" fmla="*/ 45668 h 99566"/>
                      <a:gd name="connsiteX2" fmla="*/ 390239 w 537781"/>
                      <a:gd name="connsiteY2" fmla="*/ 30333 h 99566"/>
                      <a:gd name="connsiteX3" fmla="*/ 537781 w 537781"/>
                      <a:gd name="connsiteY3" fmla="*/ 2043 h 99566"/>
                      <a:gd name="connsiteX4" fmla="*/ 334899 w 537781"/>
                      <a:gd name="connsiteY4" fmla="*/ 32619 h 99566"/>
                      <a:gd name="connsiteX5" fmla="*/ 252698 w 537781"/>
                      <a:gd name="connsiteY5" fmla="*/ 48906 h 99566"/>
                      <a:gd name="connsiteX6" fmla="*/ 36957 w 537781"/>
                      <a:gd name="connsiteY6" fmla="*/ 87864 h 99566"/>
                      <a:gd name="connsiteX7" fmla="*/ 0 w 537781"/>
                      <a:gd name="connsiteY7" fmla="*/ 97865 h 99566"/>
                      <a:gd name="connsiteX8" fmla="*/ 19907 w 537781"/>
                      <a:gd name="connsiteY8" fmla="*/ 96436 h 99566"/>
                      <a:gd name="connsiteX9" fmla="*/ 45244 w 537781"/>
                      <a:gd name="connsiteY9" fmla="*/ 92436 h 99566"/>
                      <a:gd name="connsiteX10" fmla="*/ 95155 w 537781"/>
                      <a:gd name="connsiteY10" fmla="*/ 87006 h 99566"/>
                      <a:gd name="connsiteX11" fmla="*/ 196405 w 537781"/>
                      <a:gd name="connsiteY11" fmla="*/ 77767 h 99566"/>
                      <a:gd name="connsiteX12" fmla="*/ 253079 w 537781"/>
                      <a:gd name="connsiteY12" fmla="*/ 67861 h 99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37781" h="99566">
                        <a:moveTo>
                          <a:pt x="253079" y="67861"/>
                        </a:moveTo>
                        <a:cubicBezTo>
                          <a:pt x="279082" y="61670"/>
                          <a:pt x="304514" y="53097"/>
                          <a:pt x="330232" y="45668"/>
                        </a:cubicBezTo>
                        <a:cubicBezTo>
                          <a:pt x="350044" y="39953"/>
                          <a:pt x="370142" y="35000"/>
                          <a:pt x="390239" y="30333"/>
                        </a:cubicBezTo>
                        <a:cubicBezTo>
                          <a:pt x="439007" y="19093"/>
                          <a:pt x="488251" y="9663"/>
                          <a:pt x="537781" y="2043"/>
                        </a:cubicBezTo>
                        <a:cubicBezTo>
                          <a:pt x="469583" y="-7196"/>
                          <a:pt x="401955" y="16998"/>
                          <a:pt x="334899" y="32619"/>
                        </a:cubicBezTo>
                        <a:cubicBezTo>
                          <a:pt x="307657" y="39000"/>
                          <a:pt x="280225" y="43953"/>
                          <a:pt x="252698" y="48906"/>
                        </a:cubicBezTo>
                        <a:cubicBezTo>
                          <a:pt x="180784" y="61860"/>
                          <a:pt x="108871" y="74910"/>
                          <a:pt x="36957" y="87864"/>
                        </a:cubicBezTo>
                        <a:cubicBezTo>
                          <a:pt x="25717" y="89864"/>
                          <a:pt x="9334" y="91102"/>
                          <a:pt x="0" y="97865"/>
                        </a:cubicBezTo>
                        <a:cubicBezTo>
                          <a:pt x="3810" y="102056"/>
                          <a:pt x="15050" y="97293"/>
                          <a:pt x="19907" y="96436"/>
                        </a:cubicBezTo>
                        <a:cubicBezTo>
                          <a:pt x="28289" y="94912"/>
                          <a:pt x="36767" y="93579"/>
                          <a:pt x="45244" y="92436"/>
                        </a:cubicBezTo>
                        <a:cubicBezTo>
                          <a:pt x="61817" y="90150"/>
                          <a:pt x="78486" y="88530"/>
                          <a:pt x="95155" y="87006"/>
                        </a:cubicBezTo>
                        <a:cubicBezTo>
                          <a:pt x="128969" y="84054"/>
                          <a:pt x="162782" y="82053"/>
                          <a:pt x="196405" y="77767"/>
                        </a:cubicBezTo>
                        <a:cubicBezTo>
                          <a:pt x="215455" y="75386"/>
                          <a:pt x="234410" y="72243"/>
                          <a:pt x="253079" y="67861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96" name="Forme libre : forme 14595">
                    <a:extLst>
                      <a:ext uri="{FF2B5EF4-FFF2-40B4-BE49-F238E27FC236}">
                        <a16:creationId xmlns:a16="http://schemas.microsoft.com/office/drawing/2014/main" id="{199EB12F-BC2A-4B0E-A3AF-EAE49CAD6F95}"/>
                      </a:ext>
                    </a:extLst>
                  </p:cNvPr>
                  <p:cNvSpPr/>
                  <p:nvPr/>
                </p:nvSpPr>
                <p:spPr>
                  <a:xfrm>
                    <a:off x="6199451" y="3348063"/>
                    <a:ext cx="291845" cy="61329"/>
                  </a:xfrm>
                  <a:custGeom>
                    <a:avLst/>
                    <a:gdLst>
                      <a:gd name="connsiteX0" fmla="*/ 56483 w 291845"/>
                      <a:gd name="connsiteY0" fmla="*/ 8832 h 61329"/>
                      <a:gd name="connsiteX1" fmla="*/ 90202 w 291845"/>
                      <a:gd name="connsiteY1" fmla="*/ 14261 h 61329"/>
                      <a:gd name="connsiteX2" fmla="*/ 112014 w 291845"/>
                      <a:gd name="connsiteY2" fmla="*/ 20166 h 61329"/>
                      <a:gd name="connsiteX3" fmla="*/ 186309 w 291845"/>
                      <a:gd name="connsiteY3" fmla="*/ 41883 h 61329"/>
                      <a:gd name="connsiteX4" fmla="*/ 216694 w 291845"/>
                      <a:gd name="connsiteY4" fmla="*/ 52552 h 61329"/>
                      <a:gd name="connsiteX5" fmla="*/ 239459 w 291845"/>
                      <a:gd name="connsiteY5" fmla="*/ 61219 h 61329"/>
                      <a:gd name="connsiteX6" fmla="*/ 252127 w 291845"/>
                      <a:gd name="connsiteY6" fmla="*/ 60172 h 61329"/>
                      <a:gd name="connsiteX7" fmla="*/ 291846 w 291845"/>
                      <a:gd name="connsiteY7" fmla="*/ 51313 h 61329"/>
                      <a:gd name="connsiteX8" fmla="*/ 226123 w 291845"/>
                      <a:gd name="connsiteY8" fmla="*/ 40074 h 61329"/>
                      <a:gd name="connsiteX9" fmla="*/ 49244 w 291845"/>
                      <a:gd name="connsiteY9" fmla="*/ 4831 h 61329"/>
                      <a:gd name="connsiteX10" fmla="*/ 24003 w 291845"/>
                      <a:gd name="connsiteY10" fmla="*/ 2260 h 61329"/>
                      <a:gd name="connsiteX11" fmla="*/ 0 w 291845"/>
                      <a:gd name="connsiteY11" fmla="*/ 1021 h 61329"/>
                      <a:gd name="connsiteX12" fmla="*/ 28385 w 291845"/>
                      <a:gd name="connsiteY12" fmla="*/ 5022 h 61329"/>
                      <a:gd name="connsiteX13" fmla="*/ 56483 w 291845"/>
                      <a:gd name="connsiteY13" fmla="*/ 8832 h 61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91845" h="61329">
                        <a:moveTo>
                          <a:pt x="56483" y="8832"/>
                        </a:moveTo>
                        <a:cubicBezTo>
                          <a:pt x="67818" y="10261"/>
                          <a:pt x="79058" y="11785"/>
                          <a:pt x="90202" y="14261"/>
                        </a:cubicBezTo>
                        <a:cubicBezTo>
                          <a:pt x="97536" y="15975"/>
                          <a:pt x="104775" y="18071"/>
                          <a:pt x="112014" y="20166"/>
                        </a:cubicBezTo>
                        <a:cubicBezTo>
                          <a:pt x="136779" y="27406"/>
                          <a:pt x="161544" y="34645"/>
                          <a:pt x="186309" y="41883"/>
                        </a:cubicBezTo>
                        <a:cubicBezTo>
                          <a:pt x="196596" y="44932"/>
                          <a:pt x="206978" y="47979"/>
                          <a:pt x="216694" y="52552"/>
                        </a:cubicBezTo>
                        <a:cubicBezTo>
                          <a:pt x="224028" y="56076"/>
                          <a:pt x="231267" y="60457"/>
                          <a:pt x="239459" y="61219"/>
                        </a:cubicBezTo>
                        <a:cubicBezTo>
                          <a:pt x="243745" y="61600"/>
                          <a:pt x="247936" y="60933"/>
                          <a:pt x="252127" y="60172"/>
                        </a:cubicBezTo>
                        <a:cubicBezTo>
                          <a:pt x="265462" y="57886"/>
                          <a:pt x="278702" y="54933"/>
                          <a:pt x="291846" y="51313"/>
                        </a:cubicBezTo>
                        <a:cubicBezTo>
                          <a:pt x="269558" y="53695"/>
                          <a:pt x="247555" y="46456"/>
                          <a:pt x="226123" y="40074"/>
                        </a:cubicBezTo>
                        <a:cubicBezTo>
                          <a:pt x="168402" y="22929"/>
                          <a:pt x="109061" y="11499"/>
                          <a:pt x="49244" y="4831"/>
                        </a:cubicBezTo>
                        <a:cubicBezTo>
                          <a:pt x="40862" y="3879"/>
                          <a:pt x="32480" y="3022"/>
                          <a:pt x="24003" y="2260"/>
                        </a:cubicBezTo>
                        <a:cubicBezTo>
                          <a:pt x="18098" y="1688"/>
                          <a:pt x="4953" y="-1646"/>
                          <a:pt x="0" y="1021"/>
                        </a:cubicBezTo>
                        <a:cubicBezTo>
                          <a:pt x="8477" y="3974"/>
                          <a:pt x="19336" y="3879"/>
                          <a:pt x="28385" y="5022"/>
                        </a:cubicBezTo>
                        <a:cubicBezTo>
                          <a:pt x="37814" y="6355"/>
                          <a:pt x="47149" y="7594"/>
                          <a:pt x="56483" y="883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97" name="Forme libre : forme 14596">
                    <a:extLst>
                      <a:ext uri="{FF2B5EF4-FFF2-40B4-BE49-F238E27FC236}">
                        <a16:creationId xmlns:a16="http://schemas.microsoft.com/office/drawing/2014/main" id="{612AD27F-4202-4FCF-AF7B-EE0CB53F3C2C}"/>
                      </a:ext>
                    </a:extLst>
                  </p:cNvPr>
                  <p:cNvSpPr/>
                  <p:nvPr/>
                </p:nvSpPr>
                <p:spPr>
                  <a:xfrm>
                    <a:off x="6267623" y="3423710"/>
                    <a:ext cx="227800" cy="117831"/>
                  </a:xfrm>
                  <a:custGeom>
                    <a:avLst/>
                    <a:gdLst>
                      <a:gd name="connsiteX0" fmla="*/ 19934 w 227800"/>
                      <a:gd name="connsiteY0" fmla="*/ 95301 h 117831"/>
                      <a:gd name="connsiteX1" fmla="*/ 17838 w 227800"/>
                      <a:gd name="connsiteY1" fmla="*/ 81870 h 117831"/>
                      <a:gd name="connsiteX2" fmla="*/ 9742 w 227800"/>
                      <a:gd name="connsiteY2" fmla="*/ 66916 h 117831"/>
                      <a:gd name="connsiteX3" fmla="*/ 1646 w 227800"/>
                      <a:gd name="connsiteY3" fmla="*/ 50914 h 117831"/>
                      <a:gd name="connsiteX4" fmla="*/ 27 w 227800"/>
                      <a:gd name="connsiteY4" fmla="*/ 43961 h 117831"/>
                      <a:gd name="connsiteX5" fmla="*/ 12790 w 227800"/>
                      <a:gd name="connsiteY5" fmla="*/ 32531 h 117831"/>
                      <a:gd name="connsiteX6" fmla="*/ 46413 w 227800"/>
                      <a:gd name="connsiteY6" fmla="*/ 28149 h 117831"/>
                      <a:gd name="connsiteX7" fmla="*/ 135758 w 227800"/>
                      <a:gd name="connsiteY7" fmla="*/ 15671 h 117831"/>
                      <a:gd name="connsiteX8" fmla="*/ 218149 w 227800"/>
                      <a:gd name="connsiteY8" fmla="*/ 50 h 117831"/>
                      <a:gd name="connsiteX9" fmla="*/ 227769 w 227800"/>
                      <a:gd name="connsiteY9" fmla="*/ 4432 h 117831"/>
                      <a:gd name="connsiteX10" fmla="*/ 222054 w 227800"/>
                      <a:gd name="connsiteY10" fmla="*/ 11385 h 117831"/>
                      <a:gd name="connsiteX11" fmla="*/ 177477 w 227800"/>
                      <a:gd name="connsiteY11" fmla="*/ 33007 h 117831"/>
                      <a:gd name="connsiteX12" fmla="*/ 65178 w 227800"/>
                      <a:gd name="connsiteY12" fmla="*/ 99968 h 117831"/>
                      <a:gd name="connsiteX13" fmla="*/ 27173 w 227800"/>
                      <a:gd name="connsiteY13" fmla="*/ 115684 h 117831"/>
                      <a:gd name="connsiteX14" fmla="*/ 15743 w 227800"/>
                      <a:gd name="connsiteY14" fmla="*/ 113588 h 117831"/>
                      <a:gd name="connsiteX15" fmla="*/ 19934 w 227800"/>
                      <a:gd name="connsiteY15" fmla="*/ 95301 h 117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27800" h="117831">
                        <a:moveTo>
                          <a:pt x="19934" y="95301"/>
                        </a:moveTo>
                        <a:cubicBezTo>
                          <a:pt x="20029" y="90729"/>
                          <a:pt x="19362" y="86156"/>
                          <a:pt x="17838" y="81870"/>
                        </a:cubicBezTo>
                        <a:cubicBezTo>
                          <a:pt x="15933" y="76536"/>
                          <a:pt x="12695" y="71774"/>
                          <a:pt x="9742" y="66916"/>
                        </a:cubicBezTo>
                        <a:cubicBezTo>
                          <a:pt x="6694" y="61772"/>
                          <a:pt x="4027" y="56438"/>
                          <a:pt x="1646" y="50914"/>
                        </a:cubicBezTo>
                        <a:cubicBezTo>
                          <a:pt x="693" y="48723"/>
                          <a:pt x="-164" y="46342"/>
                          <a:pt x="27" y="43961"/>
                        </a:cubicBezTo>
                        <a:cubicBezTo>
                          <a:pt x="408" y="37865"/>
                          <a:pt x="6885" y="34245"/>
                          <a:pt x="12790" y="32531"/>
                        </a:cubicBezTo>
                        <a:cubicBezTo>
                          <a:pt x="23649" y="29387"/>
                          <a:pt x="35079" y="28911"/>
                          <a:pt x="46413" y="28149"/>
                        </a:cubicBezTo>
                        <a:cubicBezTo>
                          <a:pt x="76417" y="26149"/>
                          <a:pt x="106326" y="21958"/>
                          <a:pt x="135758" y="15671"/>
                        </a:cubicBezTo>
                        <a:cubicBezTo>
                          <a:pt x="163095" y="9766"/>
                          <a:pt x="190241" y="2051"/>
                          <a:pt x="218149" y="50"/>
                        </a:cubicBezTo>
                        <a:cubicBezTo>
                          <a:pt x="222054" y="-235"/>
                          <a:pt x="227198" y="622"/>
                          <a:pt x="227769" y="4432"/>
                        </a:cubicBezTo>
                        <a:cubicBezTo>
                          <a:pt x="228150" y="7575"/>
                          <a:pt x="224912" y="9861"/>
                          <a:pt x="222054" y="11385"/>
                        </a:cubicBezTo>
                        <a:cubicBezTo>
                          <a:pt x="207291" y="18815"/>
                          <a:pt x="192051" y="25387"/>
                          <a:pt x="177477" y="33007"/>
                        </a:cubicBezTo>
                        <a:cubicBezTo>
                          <a:pt x="138806" y="53105"/>
                          <a:pt x="104325" y="80632"/>
                          <a:pt x="65178" y="99968"/>
                        </a:cubicBezTo>
                        <a:cubicBezTo>
                          <a:pt x="52890" y="106064"/>
                          <a:pt x="40127" y="111303"/>
                          <a:pt x="27173" y="115684"/>
                        </a:cubicBezTo>
                        <a:cubicBezTo>
                          <a:pt x="22696" y="117208"/>
                          <a:pt x="15648" y="120542"/>
                          <a:pt x="15743" y="113588"/>
                        </a:cubicBezTo>
                        <a:cubicBezTo>
                          <a:pt x="15648" y="107969"/>
                          <a:pt x="19839" y="101682"/>
                          <a:pt x="19934" y="9530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98" name="Forme libre : forme 14597">
                    <a:extLst>
                      <a:ext uri="{FF2B5EF4-FFF2-40B4-BE49-F238E27FC236}">
                        <a16:creationId xmlns:a16="http://schemas.microsoft.com/office/drawing/2014/main" id="{E1A8503D-5D8D-434A-99C4-80B8DE89B761}"/>
                      </a:ext>
                    </a:extLst>
                  </p:cNvPr>
                  <p:cNvSpPr/>
                  <p:nvPr/>
                </p:nvSpPr>
                <p:spPr>
                  <a:xfrm>
                    <a:off x="6219453" y="3362424"/>
                    <a:ext cx="165209" cy="66515"/>
                  </a:xfrm>
                  <a:custGeom>
                    <a:avLst/>
                    <a:gdLst>
                      <a:gd name="connsiteX0" fmla="*/ 0 w 165209"/>
                      <a:gd name="connsiteY0" fmla="*/ 948 h 66515"/>
                      <a:gd name="connsiteX1" fmla="*/ 17812 w 165209"/>
                      <a:gd name="connsiteY1" fmla="*/ 1139 h 66515"/>
                      <a:gd name="connsiteX2" fmla="*/ 129159 w 165209"/>
                      <a:gd name="connsiteY2" fmla="*/ 21903 h 66515"/>
                      <a:gd name="connsiteX3" fmla="*/ 161639 w 165209"/>
                      <a:gd name="connsiteY3" fmla="*/ 32190 h 66515"/>
                      <a:gd name="connsiteX4" fmla="*/ 165068 w 165209"/>
                      <a:gd name="connsiteY4" fmla="*/ 35428 h 66515"/>
                      <a:gd name="connsiteX5" fmla="*/ 162782 w 165209"/>
                      <a:gd name="connsiteY5" fmla="*/ 40286 h 66515"/>
                      <a:gd name="connsiteX6" fmla="*/ 157258 w 165209"/>
                      <a:gd name="connsiteY6" fmla="*/ 41715 h 66515"/>
                      <a:gd name="connsiteX7" fmla="*/ 64960 w 165209"/>
                      <a:gd name="connsiteY7" fmla="*/ 56383 h 66515"/>
                      <a:gd name="connsiteX8" fmla="*/ 19812 w 165209"/>
                      <a:gd name="connsiteY8" fmla="*/ 66480 h 66515"/>
                      <a:gd name="connsiteX9" fmla="*/ 10382 w 165209"/>
                      <a:gd name="connsiteY9" fmla="*/ 42668 h 66515"/>
                      <a:gd name="connsiteX10" fmla="*/ 8573 w 165209"/>
                      <a:gd name="connsiteY10" fmla="*/ 20951 h 66515"/>
                      <a:gd name="connsiteX11" fmla="*/ 0 w 165209"/>
                      <a:gd name="connsiteY11" fmla="*/ 948 h 66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5209" h="66515">
                        <a:moveTo>
                          <a:pt x="0" y="948"/>
                        </a:moveTo>
                        <a:cubicBezTo>
                          <a:pt x="5715" y="-767"/>
                          <a:pt x="11906" y="186"/>
                          <a:pt x="17812" y="1139"/>
                        </a:cubicBezTo>
                        <a:cubicBezTo>
                          <a:pt x="55054" y="7044"/>
                          <a:pt x="92202" y="13997"/>
                          <a:pt x="129159" y="21903"/>
                        </a:cubicBezTo>
                        <a:cubicBezTo>
                          <a:pt x="140303" y="24284"/>
                          <a:pt x="151543" y="26856"/>
                          <a:pt x="161639" y="32190"/>
                        </a:cubicBezTo>
                        <a:cubicBezTo>
                          <a:pt x="163068" y="32952"/>
                          <a:pt x="164592" y="33905"/>
                          <a:pt x="165068" y="35428"/>
                        </a:cubicBezTo>
                        <a:cubicBezTo>
                          <a:pt x="165640" y="37238"/>
                          <a:pt x="164402" y="39334"/>
                          <a:pt x="162782" y="40286"/>
                        </a:cubicBezTo>
                        <a:cubicBezTo>
                          <a:pt x="161163" y="41334"/>
                          <a:pt x="159163" y="41524"/>
                          <a:pt x="157258" y="41715"/>
                        </a:cubicBezTo>
                        <a:cubicBezTo>
                          <a:pt x="126302" y="45239"/>
                          <a:pt x="95441" y="50192"/>
                          <a:pt x="64960" y="56383"/>
                        </a:cubicBezTo>
                        <a:cubicBezTo>
                          <a:pt x="50483" y="59336"/>
                          <a:pt x="34481" y="65623"/>
                          <a:pt x="19812" y="66480"/>
                        </a:cubicBezTo>
                        <a:cubicBezTo>
                          <a:pt x="4477" y="67337"/>
                          <a:pt x="9716" y="52288"/>
                          <a:pt x="10382" y="42668"/>
                        </a:cubicBezTo>
                        <a:cubicBezTo>
                          <a:pt x="10858" y="35428"/>
                          <a:pt x="10287" y="27999"/>
                          <a:pt x="8573" y="20951"/>
                        </a:cubicBezTo>
                        <a:cubicBezTo>
                          <a:pt x="7906" y="19045"/>
                          <a:pt x="2096" y="281"/>
                          <a:pt x="0" y="948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599" name="Forme libre : forme 14598">
                    <a:extLst>
                      <a:ext uri="{FF2B5EF4-FFF2-40B4-BE49-F238E27FC236}">
                        <a16:creationId xmlns:a16="http://schemas.microsoft.com/office/drawing/2014/main" id="{10E47E43-AE82-4496-AF3C-0A1EE3811239}"/>
                      </a:ext>
                    </a:extLst>
                  </p:cNvPr>
                  <p:cNvSpPr/>
                  <p:nvPr/>
                </p:nvSpPr>
                <p:spPr>
                  <a:xfrm>
                    <a:off x="6268436" y="3271672"/>
                    <a:ext cx="270412" cy="112516"/>
                  </a:xfrm>
                  <a:custGeom>
                    <a:avLst/>
                    <a:gdLst>
                      <a:gd name="connsiteX0" fmla="*/ 16359 w 270412"/>
                      <a:gd name="connsiteY0" fmla="*/ 14166 h 112516"/>
                      <a:gd name="connsiteX1" fmla="*/ 18930 w 270412"/>
                      <a:gd name="connsiteY1" fmla="*/ 3689 h 112516"/>
                      <a:gd name="connsiteX2" fmla="*/ 37028 w 270412"/>
                      <a:gd name="connsiteY2" fmla="*/ 1689 h 112516"/>
                      <a:gd name="connsiteX3" fmla="*/ 155233 w 270412"/>
                      <a:gd name="connsiteY3" fmla="*/ 63411 h 112516"/>
                      <a:gd name="connsiteX4" fmla="*/ 263151 w 270412"/>
                      <a:gd name="connsiteY4" fmla="*/ 83604 h 112516"/>
                      <a:gd name="connsiteX5" fmla="*/ 268390 w 270412"/>
                      <a:gd name="connsiteY5" fmla="*/ 84747 h 112516"/>
                      <a:gd name="connsiteX6" fmla="*/ 270105 w 270412"/>
                      <a:gd name="connsiteY6" fmla="*/ 89319 h 112516"/>
                      <a:gd name="connsiteX7" fmla="*/ 267723 w 270412"/>
                      <a:gd name="connsiteY7" fmla="*/ 91224 h 112516"/>
                      <a:gd name="connsiteX8" fmla="*/ 192666 w 270412"/>
                      <a:gd name="connsiteY8" fmla="*/ 112274 h 112516"/>
                      <a:gd name="connsiteX9" fmla="*/ 168759 w 270412"/>
                      <a:gd name="connsiteY9" fmla="*/ 107797 h 112516"/>
                      <a:gd name="connsiteX10" fmla="*/ 17311 w 270412"/>
                      <a:gd name="connsiteY10" fmla="*/ 66459 h 112516"/>
                      <a:gd name="connsiteX11" fmla="*/ 738 w 270412"/>
                      <a:gd name="connsiteY11" fmla="*/ 62934 h 112516"/>
                      <a:gd name="connsiteX12" fmla="*/ 4738 w 270412"/>
                      <a:gd name="connsiteY12" fmla="*/ 49885 h 112516"/>
                      <a:gd name="connsiteX13" fmla="*/ 16359 w 270412"/>
                      <a:gd name="connsiteY13" fmla="*/ 14166 h 112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70412" h="112516">
                        <a:moveTo>
                          <a:pt x="16359" y="14166"/>
                        </a:moveTo>
                        <a:cubicBezTo>
                          <a:pt x="16549" y="10547"/>
                          <a:pt x="16644" y="6546"/>
                          <a:pt x="18930" y="3689"/>
                        </a:cubicBezTo>
                        <a:cubicBezTo>
                          <a:pt x="22836" y="-1455"/>
                          <a:pt x="30837" y="-312"/>
                          <a:pt x="37028" y="1689"/>
                        </a:cubicBezTo>
                        <a:cubicBezTo>
                          <a:pt x="79319" y="15595"/>
                          <a:pt x="114180" y="46266"/>
                          <a:pt x="155233" y="63411"/>
                        </a:cubicBezTo>
                        <a:cubicBezTo>
                          <a:pt x="189142" y="77603"/>
                          <a:pt x="226385" y="82080"/>
                          <a:pt x="263151" y="83604"/>
                        </a:cubicBezTo>
                        <a:cubicBezTo>
                          <a:pt x="264961" y="83699"/>
                          <a:pt x="266866" y="83794"/>
                          <a:pt x="268390" y="84747"/>
                        </a:cubicBezTo>
                        <a:cubicBezTo>
                          <a:pt x="269914" y="85699"/>
                          <a:pt x="270962" y="87795"/>
                          <a:pt x="270105" y="89319"/>
                        </a:cubicBezTo>
                        <a:cubicBezTo>
                          <a:pt x="269628" y="90176"/>
                          <a:pt x="268676" y="90747"/>
                          <a:pt x="267723" y="91224"/>
                        </a:cubicBezTo>
                        <a:cubicBezTo>
                          <a:pt x="244482" y="103606"/>
                          <a:pt x="218955" y="114274"/>
                          <a:pt x="192666" y="112274"/>
                        </a:cubicBezTo>
                        <a:cubicBezTo>
                          <a:pt x="184570" y="111702"/>
                          <a:pt x="176664" y="109893"/>
                          <a:pt x="168759" y="107797"/>
                        </a:cubicBezTo>
                        <a:cubicBezTo>
                          <a:pt x="117990" y="94367"/>
                          <a:pt x="69794" y="67792"/>
                          <a:pt x="17311" y="66459"/>
                        </a:cubicBezTo>
                        <a:cubicBezTo>
                          <a:pt x="12834" y="66363"/>
                          <a:pt x="3405" y="67506"/>
                          <a:pt x="738" y="62934"/>
                        </a:cubicBezTo>
                        <a:cubicBezTo>
                          <a:pt x="-1739" y="58743"/>
                          <a:pt x="2643" y="53219"/>
                          <a:pt x="4738" y="49885"/>
                        </a:cubicBezTo>
                        <a:cubicBezTo>
                          <a:pt x="11406" y="39217"/>
                          <a:pt x="15501" y="26930"/>
                          <a:pt x="16359" y="14166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00" name="Forme libre : forme 14599">
                    <a:extLst>
                      <a:ext uri="{FF2B5EF4-FFF2-40B4-BE49-F238E27FC236}">
                        <a16:creationId xmlns:a16="http://schemas.microsoft.com/office/drawing/2014/main" id="{A302BF80-D254-4F1E-AFB8-B0983DFA8561}"/>
                      </a:ext>
                    </a:extLst>
                  </p:cNvPr>
                  <p:cNvSpPr/>
                  <p:nvPr/>
                </p:nvSpPr>
                <p:spPr>
                  <a:xfrm>
                    <a:off x="6546127" y="3359371"/>
                    <a:ext cx="339229" cy="63479"/>
                  </a:xfrm>
                  <a:custGeom>
                    <a:avLst/>
                    <a:gdLst>
                      <a:gd name="connsiteX0" fmla="*/ 124621 w 339229"/>
                      <a:gd name="connsiteY0" fmla="*/ 22098 h 63479"/>
                      <a:gd name="connsiteX1" fmla="*/ 159673 w 339229"/>
                      <a:gd name="connsiteY1" fmla="*/ 13145 h 63479"/>
                      <a:gd name="connsiteX2" fmla="*/ 226825 w 339229"/>
                      <a:gd name="connsiteY2" fmla="*/ 8858 h 63479"/>
                      <a:gd name="connsiteX3" fmla="*/ 339029 w 339229"/>
                      <a:gd name="connsiteY3" fmla="*/ 0 h 63479"/>
                      <a:gd name="connsiteX4" fmla="*/ 328075 w 339229"/>
                      <a:gd name="connsiteY4" fmla="*/ 15907 h 63479"/>
                      <a:gd name="connsiteX5" fmla="*/ 193011 w 339229"/>
                      <a:gd name="connsiteY5" fmla="*/ 48768 h 63479"/>
                      <a:gd name="connsiteX6" fmla="*/ 125574 w 339229"/>
                      <a:gd name="connsiteY6" fmla="*/ 50292 h 63479"/>
                      <a:gd name="connsiteX7" fmla="*/ 40897 w 339229"/>
                      <a:gd name="connsiteY7" fmla="*/ 54673 h 63479"/>
                      <a:gd name="connsiteX8" fmla="*/ 20894 w 339229"/>
                      <a:gd name="connsiteY8" fmla="*/ 59817 h 63479"/>
                      <a:gd name="connsiteX9" fmla="*/ 3654 w 339229"/>
                      <a:gd name="connsiteY9" fmla="*/ 63151 h 63479"/>
                      <a:gd name="connsiteX10" fmla="*/ 130 w 339229"/>
                      <a:gd name="connsiteY10" fmla="*/ 55531 h 63479"/>
                      <a:gd name="connsiteX11" fmla="*/ 7845 w 339229"/>
                      <a:gd name="connsiteY11" fmla="*/ 48006 h 63479"/>
                      <a:gd name="connsiteX12" fmla="*/ 82426 w 339229"/>
                      <a:gd name="connsiteY12" fmla="*/ 30480 h 63479"/>
                      <a:gd name="connsiteX13" fmla="*/ 124621 w 339229"/>
                      <a:gd name="connsiteY13" fmla="*/ 22098 h 63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39229" h="63479">
                        <a:moveTo>
                          <a:pt x="124621" y="22098"/>
                        </a:moveTo>
                        <a:cubicBezTo>
                          <a:pt x="136337" y="19145"/>
                          <a:pt x="147862" y="15526"/>
                          <a:pt x="159673" y="13145"/>
                        </a:cubicBezTo>
                        <a:cubicBezTo>
                          <a:pt x="181676" y="8858"/>
                          <a:pt x="204346" y="9334"/>
                          <a:pt x="226825" y="8858"/>
                        </a:cubicBezTo>
                        <a:cubicBezTo>
                          <a:pt x="264353" y="7906"/>
                          <a:pt x="301691" y="4000"/>
                          <a:pt x="339029" y="0"/>
                        </a:cubicBezTo>
                        <a:cubicBezTo>
                          <a:pt x="340458" y="6763"/>
                          <a:pt x="333981" y="12383"/>
                          <a:pt x="328075" y="15907"/>
                        </a:cubicBezTo>
                        <a:cubicBezTo>
                          <a:pt x="287785" y="39719"/>
                          <a:pt x="239683" y="46101"/>
                          <a:pt x="193011" y="48768"/>
                        </a:cubicBezTo>
                        <a:cubicBezTo>
                          <a:pt x="170532" y="50006"/>
                          <a:pt x="148053" y="50578"/>
                          <a:pt x="125574" y="50292"/>
                        </a:cubicBezTo>
                        <a:cubicBezTo>
                          <a:pt x="97285" y="50006"/>
                          <a:pt x="68614" y="48482"/>
                          <a:pt x="40897" y="54673"/>
                        </a:cubicBezTo>
                        <a:cubicBezTo>
                          <a:pt x="34134" y="56197"/>
                          <a:pt x="27562" y="58102"/>
                          <a:pt x="20894" y="59817"/>
                        </a:cubicBezTo>
                        <a:cubicBezTo>
                          <a:pt x="16513" y="60960"/>
                          <a:pt x="8035" y="64579"/>
                          <a:pt x="3654" y="63151"/>
                        </a:cubicBezTo>
                        <a:cubicBezTo>
                          <a:pt x="415" y="62103"/>
                          <a:pt x="-347" y="58579"/>
                          <a:pt x="130" y="55531"/>
                        </a:cubicBezTo>
                        <a:cubicBezTo>
                          <a:pt x="892" y="51054"/>
                          <a:pt x="3940" y="49530"/>
                          <a:pt x="7845" y="48006"/>
                        </a:cubicBezTo>
                        <a:cubicBezTo>
                          <a:pt x="31753" y="38767"/>
                          <a:pt x="57280" y="34766"/>
                          <a:pt x="82426" y="30480"/>
                        </a:cubicBezTo>
                        <a:cubicBezTo>
                          <a:pt x="96523" y="28099"/>
                          <a:pt x="110715" y="25622"/>
                          <a:pt x="124621" y="22098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01" name="Forme libre : forme 14600">
                    <a:extLst>
                      <a:ext uri="{FF2B5EF4-FFF2-40B4-BE49-F238E27FC236}">
                        <a16:creationId xmlns:a16="http://schemas.microsoft.com/office/drawing/2014/main" id="{29154477-5EC7-42D5-A0FF-96A5093F4439}"/>
                      </a:ext>
                    </a:extLst>
                  </p:cNvPr>
                  <p:cNvSpPr/>
                  <p:nvPr/>
                </p:nvSpPr>
                <p:spPr>
                  <a:xfrm>
                    <a:off x="6749801" y="3423035"/>
                    <a:ext cx="150477" cy="22923"/>
                  </a:xfrm>
                  <a:custGeom>
                    <a:avLst/>
                    <a:gdLst>
                      <a:gd name="connsiteX0" fmla="*/ 66775 w 150477"/>
                      <a:gd name="connsiteY0" fmla="*/ 10631 h 22923"/>
                      <a:gd name="connsiteX1" fmla="*/ 114400 w 150477"/>
                      <a:gd name="connsiteY1" fmla="*/ 630 h 22923"/>
                      <a:gd name="connsiteX2" fmla="*/ 136879 w 150477"/>
                      <a:gd name="connsiteY2" fmla="*/ 2821 h 22923"/>
                      <a:gd name="connsiteX3" fmla="*/ 148214 w 150477"/>
                      <a:gd name="connsiteY3" fmla="*/ 12155 h 22923"/>
                      <a:gd name="connsiteX4" fmla="*/ 150404 w 150477"/>
                      <a:gd name="connsiteY4" fmla="*/ 15489 h 22923"/>
                      <a:gd name="connsiteX5" fmla="*/ 148023 w 150477"/>
                      <a:gd name="connsiteY5" fmla="*/ 20156 h 22923"/>
                      <a:gd name="connsiteX6" fmla="*/ 142689 w 150477"/>
                      <a:gd name="connsiteY6" fmla="*/ 21394 h 22923"/>
                      <a:gd name="connsiteX7" fmla="*/ 128020 w 150477"/>
                      <a:gd name="connsiteY7" fmla="*/ 19299 h 22923"/>
                      <a:gd name="connsiteX8" fmla="*/ 46201 w 150477"/>
                      <a:gd name="connsiteY8" fmla="*/ 20346 h 22923"/>
                      <a:gd name="connsiteX9" fmla="*/ 5243 w 150477"/>
                      <a:gd name="connsiteY9" fmla="*/ 22918 h 22923"/>
                      <a:gd name="connsiteX10" fmla="*/ 2767 w 150477"/>
                      <a:gd name="connsiteY10" fmla="*/ 17299 h 22923"/>
                      <a:gd name="connsiteX11" fmla="*/ 20960 w 150477"/>
                      <a:gd name="connsiteY11" fmla="*/ 16156 h 22923"/>
                      <a:gd name="connsiteX12" fmla="*/ 66775 w 150477"/>
                      <a:gd name="connsiteY12" fmla="*/ 10631 h 22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0477" h="22923">
                        <a:moveTo>
                          <a:pt x="66775" y="10631"/>
                        </a:moveTo>
                        <a:cubicBezTo>
                          <a:pt x="82681" y="7392"/>
                          <a:pt x="98302" y="2630"/>
                          <a:pt x="114400" y="630"/>
                        </a:cubicBezTo>
                        <a:cubicBezTo>
                          <a:pt x="122020" y="-323"/>
                          <a:pt x="130021" y="-608"/>
                          <a:pt x="136879" y="2821"/>
                        </a:cubicBezTo>
                        <a:cubicBezTo>
                          <a:pt x="141260" y="5011"/>
                          <a:pt x="144785" y="8631"/>
                          <a:pt x="148214" y="12155"/>
                        </a:cubicBezTo>
                        <a:cubicBezTo>
                          <a:pt x="149166" y="13108"/>
                          <a:pt x="150119" y="14155"/>
                          <a:pt x="150404" y="15489"/>
                        </a:cubicBezTo>
                        <a:cubicBezTo>
                          <a:pt x="150785" y="17299"/>
                          <a:pt x="149642" y="19204"/>
                          <a:pt x="148023" y="20156"/>
                        </a:cubicBezTo>
                        <a:cubicBezTo>
                          <a:pt x="146404" y="21109"/>
                          <a:pt x="144499" y="21299"/>
                          <a:pt x="142689" y="21394"/>
                        </a:cubicBezTo>
                        <a:cubicBezTo>
                          <a:pt x="137736" y="21490"/>
                          <a:pt x="132878" y="20251"/>
                          <a:pt x="128020" y="19299"/>
                        </a:cubicBezTo>
                        <a:cubicBezTo>
                          <a:pt x="100969" y="14155"/>
                          <a:pt x="73347" y="17584"/>
                          <a:pt x="46201" y="20346"/>
                        </a:cubicBezTo>
                        <a:cubicBezTo>
                          <a:pt x="32580" y="21680"/>
                          <a:pt x="18959" y="23013"/>
                          <a:pt x="5243" y="22918"/>
                        </a:cubicBezTo>
                        <a:cubicBezTo>
                          <a:pt x="671" y="22918"/>
                          <a:pt x="-2567" y="20728"/>
                          <a:pt x="2767" y="17299"/>
                        </a:cubicBezTo>
                        <a:cubicBezTo>
                          <a:pt x="7053" y="14536"/>
                          <a:pt x="15911" y="16346"/>
                          <a:pt x="20960" y="16156"/>
                        </a:cubicBezTo>
                        <a:cubicBezTo>
                          <a:pt x="36390" y="15584"/>
                          <a:pt x="51725" y="13774"/>
                          <a:pt x="66775" y="1063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602" name="Forme libre : forme 14601">
                  <a:extLst>
                    <a:ext uri="{FF2B5EF4-FFF2-40B4-BE49-F238E27FC236}">
                      <a16:creationId xmlns:a16="http://schemas.microsoft.com/office/drawing/2014/main" id="{E095435C-3432-4A86-9F31-5E2971012DC6}"/>
                    </a:ext>
                  </a:extLst>
                </p:cNvPr>
                <p:cNvSpPr/>
                <p:nvPr/>
              </p:nvSpPr>
              <p:spPr>
                <a:xfrm>
                  <a:off x="6294462" y="3461194"/>
                  <a:ext cx="110635" cy="59798"/>
                </a:xfrm>
                <a:custGeom>
                  <a:avLst/>
                  <a:gdLst>
                    <a:gd name="connsiteX0" fmla="*/ 56627 w 110635"/>
                    <a:gd name="connsiteY0" fmla="*/ 41338 h 59798"/>
                    <a:gd name="connsiteX1" fmla="*/ 104633 w 110635"/>
                    <a:gd name="connsiteY1" fmla="*/ 8858 h 59798"/>
                    <a:gd name="connsiteX2" fmla="*/ 110633 w 110635"/>
                    <a:gd name="connsiteY2" fmla="*/ 0 h 59798"/>
                    <a:gd name="connsiteX3" fmla="*/ 88535 w 110635"/>
                    <a:gd name="connsiteY3" fmla="*/ 9144 h 59798"/>
                    <a:gd name="connsiteX4" fmla="*/ 62532 w 110635"/>
                    <a:gd name="connsiteY4" fmla="*/ 19050 h 59798"/>
                    <a:gd name="connsiteX5" fmla="*/ 9192 w 110635"/>
                    <a:gd name="connsiteY5" fmla="*/ 38195 h 59798"/>
                    <a:gd name="connsiteX6" fmla="*/ 2715 w 110635"/>
                    <a:gd name="connsiteY6" fmla="*/ 55721 h 59798"/>
                    <a:gd name="connsiteX7" fmla="*/ 26718 w 110635"/>
                    <a:gd name="connsiteY7" fmla="*/ 56959 h 59798"/>
                    <a:gd name="connsiteX8" fmla="*/ 56627 w 110635"/>
                    <a:gd name="connsiteY8" fmla="*/ 41338 h 59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0635" h="59798">
                      <a:moveTo>
                        <a:pt x="56627" y="41338"/>
                      </a:moveTo>
                      <a:cubicBezTo>
                        <a:pt x="73010" y="31052"/>
                        <a:pt x="89393" y="20764"/>
                        <a:pt x="104633" y="8858"/>
                      </a:cubicBezTo>
                      <a:cubicBezTo>
                        <a:pt x="107585" y="6572"/>
                        <a:pt x="110729" y="3715"/>
                        <a:pt x="110633" y="0"/>
                      </a:cubicBezTo>
                      <a:cubicBezTo>
                        <a:pt x="103299" y="3048"/>
                        <a:pt x="95965" y="6096"/>
                        <a:pt x="88535" y="9144"/>
                      </a:cubicBezTo>
                      <a:cubicBezTo>
                        <a:pt x="79963" y="12668"/>
                        <a:pt x="71390" y="16192"/>
                        <a:pt x="62532" y="19050"/>
                      </a:cubicBezTo>
                      <a:cubicBezTo>
                        <a:pt x="44625" y="24860"/>
                        <a:pt x="25289" y="27813"/>
                        <a:pt x="9192" y="38195"/>
                      </a:cubicBezTo>
                      <a:cubicBezTo>
                        <a:pt x="3001" y="42196"/>
                        <a:pt x="-3952" y="48578"/>
                        <a:pt x="2715" y="55721"/>
                      </a:cubicBezTo>
                      <a:cubicBezTo>
                        <a:pt x="8906" y="62389"/>
                        <a:pt x="19384" y="59436"/>
                        <a:pt x="26718" y="56959"/>
                      </a:cubicBezTo>
                      <a:cubicBezTo>
                        <a:pt x="37481" y="53340"/>
                        <a:pt x="47197" y="47339"/>
                        <a:pt x="56627" y="41338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03" name="Forme libre : forme 14602">
                  <a:extLst>
                    <a:ext uri="{FF2B5EF4-FFF2-40B4-BE49-F238E27FC236}">
                      <a16:creationId xmlns:a16="http://schemas.microsoft.com/office/drawing/2014/main" id="{394F62FC-9772-4EF3-85DC-63135BD76830}"/>
                    </a:ext>
                  </a:extLst>
                </p:cNvPr>
                <p:cNvSpPr/>
                <p:nvPr/>
              </p:nvSpPr>
              <p:spPr>
                <a:xfrm>
                  <a:off x="6240658" y="3386837"/>
                  <a:ext cx="56930" cy="21968"/>
                </a:xfrm>
                <a:custGeom>
                  <a:avLst/>
                  <a:gdLst>
                    <a:gd name="connsiteX0" fmla="*/ 53757 w 56930"/>
                    <a:gd name="connsiteY0" fmla="*/ 10634 h 21968"/>
                    <a:gd name="connsiteX1" fmla="*/ 56614 w 56930"/>
                    <a:gd name="connsiteY1" fmla="*/ 5967 h 21968"/>
                    <a:gd name="connsiteX2" fmla="*/ 54043 w 56930"/>
                    <a:gd name="connsiteY2" fmla="*/ 4633 h 21968"/>
                    <a:gd name="connsiteX3" fmla="*/ 36 w 56930"/>
                    <a:gd name="connsiteY3" fmla="*/ 14158 h 21968"/>
                    <a:gd name="connsiteX4" fmla="*/ 53757 w 56930"/>
                    <a:gd name="connsiteY4" fmla="*/ 10634 h 21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930" h="21968">
                      <a:moveTo>
                        <a:pt x="53757" y="10634"/>
                      </a:moveTo>
                      <a:cubicBezTo>
                        <a:pt x="55567" y="9681"/>
                        <a:pt x="57757" y="7776"/>
                        <a:pt x="56614" y="5967"/>
                      </a:cubicBezTo>
                      <a:cubicBezTo>
                        <a:pt x="56043" y="5109"/>
                        <a:pt x="54995" y="4824"/>
                        <a:pt x="54043" y="4633"/>
                      </a:cubicBezTo>
                      <a:cubicBezTo>
                        <a:pt x="41184" y="1966"/>
                        <a:pt x="1941" y="-8226"/>
                        <a:pt x="36" y="14158"/>
                      </a:cubicBezTo>
                      <a:cubicBezTo>
                        <a:pt x="-1488" y="31875"/>
                        <a:pt x="46042" y="14444"/>
                        <a:pt x="53757" y="10634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04" name="Forme libre : forme 14603">
                  <a:extLst>
                    <a:ext uri="{FF2B5EF4-FFF2-40B4-BE49-F238E27FC236}">
                      <a16:creationId xmlns:a16="http://schemas.microsoft.com/office/drawing/2014/main" id="{693A7007-56C6-4BB9-A4A0-C5B9D69219F6}"/>
                    </a:ext>
                  </a:extLst>
                </p:cNvPr>
                <p:cNvSpPr/>
                <p:nvPr/>
              </p:nvSpPr>
              <p:spPr>
                <a:xfrm>
                  <a:off x="6291409" y="3295823"/>
                  <a:ext cx="76134" cy="39450"/>
                </a:xfrm>
                <a:custGeom>
                  <a:avLst/>
                  <a:gdLst>
                    <a:gd name="connsiteX0" fmla="*/ 32343 w 76134"/>
                    <a:gd name="connsiteY0" fmla="*/ 28877 h 39450"/>
                    <a:gd name="connsiteX1" fmla="*/ 70443 w 76134"/>
                    <a:gd name="connsiteY1" fmla="*/ 39450 h 39450"/>
                    <a:gd name="connsiteX2" fmla="*/ 74920 w 76134"/>
                    <a:gd name="connsiteY2" fmla="*/ 38307 h 39450"/>
                    <a:gd name="connsiteX3" fmla="*/ 75586 w 76134"/>
                    <a:gd name="connsiteY3" fmla="*/ 32878 h 39450"/>
                    <a:gd name="connsiteX4" fmla="*/ 71586 w 76134"/>
                    <a:gd name="connsiteY4" fmla="*/ 28687 h 39450"/>
                    <a:gd name="connsiteX5" fmla="*/ 12245 w 76134"/>
                    <a:gd name="connsiteY5" fmla="*/ 112 h 39450"/>
                    <a:gd name="connsiteX6" fmla="*/ 529 w 76134"/>
                    <a:gd name="connsiteY6" fmla="*/ 10304 h 39450"/>
                    <a:gd name="connsiteX7" fmla="*/ 32343 w 76134"/>
                    <a:gd name="connsiteY7" fmla="*/ 28877 h 39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6134" h="39450">
                      <a:moveTo>
                        <a:pt x="32343" y="28877"/>
                      </a:moveTo>
                      <a:cubicBezTo>
                        <a:pt x="44440" y="34307"/>
                        <a:pt x="57108" y="39355"/>
                        <a:pt x="70443" y="39450"/>
                      </a:cubicBezTo>
                      <a:cubicBezTo>
                        <a:pt x="71967" y="39450"/>
                        <a:pt x="73681" y="39355"/>
                        <a:pt x="74920" y="38307"/>
                      </a:cubicBezTo>
                      <a:cubicBezTo>
                        <a:pt x="76348" y="36974"/>
                        <a:pt x="76444" y="34688"/>
                        <a:pt x="75586" y="32878"/>
                      </a:cubicBezTo>
                      <a:cubicBezTo>
                        <a:pt x="74729" y="31068"/>
                        <a:pt x="73205" y="29830"/>
                        <a:pt x="71586" y="28687"/>
                      </a:cubicBezTo>
                      <a:cubicBezTo>
                        <a:pt x="56346" y="16781"/>
                        <a:pt x="32724" y="-1603"/>
                        <a:pt x="12245" y="112"/>
                      </a:cubicBezTo>
                      <a:cubicBezTo>
                        <a:pt x="6435" y="588"/>
                        <a:pt x="-2233" y="2874"/>
                        <a:pt x="529" y="10304"/>
                      </a:cubicBezTo>
                      <a:cubicBezTo>
                        <a:pt x="3768" y="19543"/>
                        <a:pt x="24247" y="25258"/>
                        <a:pt x="32343" y="28877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05" name="Forme libre : forme 14604">
                  <a:extLst>
                    <a:ext uri="{FF2B5EF4-FFF2-40B4-BE49-F238E27FC236}">
                      <a16:creationId xmlns:a16="http://schemas.microsoft.com/office/drawing/2014/main" id="{8E05CA8D-520B-4738-9F23-0F3289F76AB4}"/>
                    </a:ext>
                  </a:extLst>
                </p:cNvPr>
                <p:cNvSpPr/>
                <p:nvPr/>
              </p:nvSpPr>
              <p:spPr>
                <a:xfrm>
                  <a:off x="6373663" y="3387946"/>
                  <a:ext cx="170402" cy="38862"/>
                </a:xfrm>
                <a:custGeom>
                  <a:avLst/>
                  <a:gdLst>
                    <a:gd name="connsiteX0" fmla="*/ 70199 w 170402"/>
                    <a:gd name="connsiteY0" fmla="*/ 21622 h 38862"/>
                    <a:gd name="connsiteX1" fmla="*/ 26479 w 170402"/>
                    <a:gd name="connsiteY1" fmla="*/ 0 h 38862"/>
                    <a:gd name="connsiteX2" fmla="*/ 77724 w 170402"/>
                    <a:gd name="connsiteY2" fmla="*/ 16097 h 38862"/>
                    <a:gd name="connsiteX3" fmla="*/ 132398 w 170402"/>
                    <a:gd name="connsiteY3" fmla="*/ 12192 h 38862"/>
                    <a:gd name="connsiteX4" fmla="*/ 170402 w 170402"/>
                    <a:gd name="connsiteY4" fmla="*/ 4000 h 38862"/>
                    <a:gd name="connsiteX5" fmla="*/ 69723 w 170402"/>
                    <a:gd name="connsiteY5" fmla="*/ 29146 h 38862"/>
                    <a:gd name="connsiteX6" fmla="*/ 17050 w 170402"/>
                    <a:gd name="connsiteY6" fmla="*/ 36671 h 38862"/>
                    <a:gd name="connsiteX7" fmla="*/ 0 w 170402"/>
                    <a:gd name="connsiteY7" fmla="*/ 38862 h 38862"/>
                    <a:gd name="connsiteX8" fmla="*/ 12383 w 170402"/>
                    <a:gd name="connsiteY8" fmla="*/ 35147 h 38862"/>
                    <a:gd name="connsiteX9" fmla="*/ 31623 w 170402"/>
                    <a:gd name="connsiteY9" fmla="*/ 31528 h 38862"/>
                    <a:gd name="connsiteX10" fmla="*/ 70199 w 170402"/>
                    <a:gd name="connsiteY10" fmla="*/ 21622 h 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0402" h="38862">
                      <a:moveTo>
                        <a:pt x="70199" y="21622"/>
                      </a:moveTo>
                      <a:cubicBezTo>
                        <a:pt x="56769" y="12287"/>
                        <a:pt x="42005" y="5048"/>
                        <a:pt x="26479" y="0"/>
                      </a:cubicBezTo>
                      <a:cubicBezTo>
                        <a:pt x="44387" y="1238"/>
                        <a:pt x="60198" y="12287"/>
                        <a:pt x="77724" y="16097"/>
                      </a:cubicBezTo>
                      <a:cubicBezTo>
                        <a:pt x="95726" y="20002"/>
                        <a:pt x="114395" y="16097"/>
                        <a:pt x="132398" y="12192"/>
                      </a:cubicBezTo>
                      <a:cubicBezTo>
                        <a:pt x="145066" y="9430"/>
                        <a:pt x="157734" y="6763"/>
                        <a:pt x="170402" y="4000"/>
                      </a:cubicBezTo>
                      <a:cubicBezTo>
                        <a:pt x="138017" y="16288"/>
                        <a:pt x="103918" y="23717"/>
                        <a:pt x="69723" y="29146"/>
                      </a:cubicBezTo>
                      <a:cubicBezTo>
                        <a:pt x="52197" y="32004"/>
                        <a:pt x="34576" y="34290"/>
                        <a:pt x="17050" y="36671"/>
                      </a:cubicBezTo>
                      <a:cubicBezTo>
                        <a:pt x="11335" y="37338"/>
                        <a:pt x="5715" y="38481"/>
                        <a:pt x="0" y="38862"/>
                      </a:cubicBezTo>
                      <a:cubicBezTo>
                        <a:pt x="3810" y="35909"/>
                        <a:pt x="7810" y="35909"/>
                        <a:pt x="12383" y="35147"/>
                      </a:cubicBezTo>
                      <a:cubicBezTo>
                        <a:pt x="18860" y="34100"/>
                        <a:pt x="25241" y="32861"/>
                        <a:pt x="31623" y="31528"/>
                      </a:cubicBezTo>
                      <a:cubicBezTo>
                        <a:pt x="44672" y="28861"/>
                        <a:pt x="57531" y="25527"/>
                        <a:pt x="70199" y="21622"/>
                      </a:cubicBezTo>
                      <a:close/>
                    </a:path>
                  </a:pathLst>
                </a:custGeom>
                <a:solidFill>
                  <a:srgbClr val="6B359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606" name="Graphique 2">
                <a:extLst>
                  <a:ext uri="{FF2B5EF4-FFF2-40B4-BE49-F238E27FC236}">
                    <a16:creationId xmlns:a16="http://schemas.microsoft.com/office/drawing/2014/main" id="{4CBC305B-E07A-407E-97E8-E717A39E342F}"/>
                  </a:ext>
                </a:extLst>
              </p:cNvPr>
              <p:cNvGrpSpPr/>
              <p:nvPr/>
            </p:nvGrpSpPr>
            <p:grpSpPr>
              <a:xfrm>
                <a:off x="7848514" y="1432750"/>
                <a:ext cx="371093" cy="846093"/>
                <a:chOff x="7848514" y="1432750"/>
                <a:chExt cx="371093" cy="846093"/>
              </a:xfrm>
              <a:solidFill>
                <a:schemeClr val="accent1"/>
              </a:solidFill>
            </p:grpSpPr>
            <p:grpSp>
              <p:nvGrpSpPr>
                <p:cNvPr id="14607" name="Graphique 2">
                  <a:extLst>
                    <a:ext uri="{FF2B5EF4-FFF2-40B4-BE49-F238E27FC236}">
                      <a16:creationId xmlns:a16="http://schemas.microsoft.com/office/drawing/2014/main" id="{0F781F41-E337-4F12-AEBF-2025B0C29223}"/>
                    </a:ext>
                  </a:extLst>
                </p:cNvPr>
                <p:cNvGrpSpPr/>
                <p:nvPr/>
              </p:nvGrpSpPr>
              <p:grpSpPr>
                <a:xfrm>
                  <a:off x="7848514" y="1432750"/>
                  <a:ext cx="371093" cy="846093"/>
                  <a:chOff x="7848514" y="1432750"/>
                  <a:chExt cx="371093" cy="846093"/>
                </a:xfrm>
                <a:solidFill>
                  <a:schemeClr val="accent1"/>
                </a:solidFill>
              </p:grpSpPr>
              <p:sp>
                <p:nvSpPr>
                  <p:cNvPr id="14608" name="Forme libre : forme 14607">
                    <a:extLst>
                      <a:ext uri="{FF2B5EF4-FFF2-40B4-BE49-F238E27FC236}">
                        <a16:creationId xmlns:a16="http://schemas.microsoft.com/office/drawing/2014/main" id="{40986724-4328-4CD0-B738-49DFAC7E3394}"/>
                      </a:ext>
                    </a:extLst>
                  </p:cNvPr>
                  <p:cNvSpPr/>
                  <p:nvPr/>
                </p:nvSpPr>
                <p:spPr>
                  <a:xfrm>
                    <a:off x="7850610" y="1514093"/>
                    <a:ext cx="366522" cy="764750"/>
                  </a:xfrm>
                  <a:custGeom>
                    <a:avLst/>
                    <a:gdLst>
                      <a:gd name="connsiteX0" fmla="*/ 0 w 366522"/>
                      <a:gd name="connsiteY0" fmla="*/ 66008 h 764750"/>
                      <a:gd name="connsiteX1" fmla="*/ 68104 w 366522"/>
                      <a:gd name="connsiteY1" fmla="*/ 220409 h 764750"/>
                      <a:gd name="connsiteX2" fmla="*/ 130397 w 366522"/>
                      <a:gd name="connsiteY2" fmla="*/ 417862 h 764750"/>
                      <a:gd name="connsiteX3" fmla="*/ 133826 w 366522"/>
                      <a:gd name="connsiteY3" fmla="*/ 695039 h 764750"/>
                      <a:gd name="connsiteX4" fmla="*/ 125921 w 366522"/>
                      <a:gd name="connsiteY4" fmla="*/ 759143 h 764750"/>
                      <a:gd name="connsiteX5" fmla="*/ 177641 w 366522"/>
                      <a:gd name="connsiteY5" fmla="*/ 735616 h 764750"/>
                      <a:gd name="connsiteX6" fmla="*/ 188881 w 366522"/>
                      <a:gd name="connsiteY6" fmla="*/ 735616 h 764750"/>
                      <a:gd name="connsiteX7" fmla="*/ 240602 w 366522"/>
                      <a:gd name="connsiteY7" fmla="*/ 759143 h 764750"/>
                      <a:gd name="connsiteX8" fmla="*/ 232696 w 366522"/>
                      <a:gd name="connsiteY8" fmla="*/ 695039 h 764750"/>
                      <a:gd name="connsiteX9" fmla="*/ 236125 w 366522"/>
                      <a:gd name="connsiteY9" fmla="*/ 417862 h 764750"/>
                      <a:gd name="connsiteX10" fmla="*/ 298418 w 366522"/>
                      <a:gd name="connsiteY10" fmla="*/ 220409 h 764750"/>
                      <a:gd name="connsiteX11" fmla="*/ 366522 w 366522"/>
                      <a:gd name="connsiteY11" fmla="*/ 66008 h 764750"/>
                      <a:gd name="connsiteX12" fmla="*/ 184690 w 366522"/>
                      <a:gd name="connsiteY12" fmla="*/ 0 h 764750"/>
                      <a:gd name="connsiteX13" fmla="*/ 0 w 366522"/>
                      <a:gd name="connsiteY13" fmla="*/ 66008 h 764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66522" h="764750">
                        <a:moveTo>
                          <a:pt x="0" y="66008"/>
                        </a:moveTo>
                        <a:cubicBezTo>
                          <a:pt x="0" y="66008"/>
                          <a:pt x="14478" y="124111"/>
                          <a:pt x="68104" y="220409"/>
                        </a:cubicBezTo>
                        <a:cubicBezTo>
                          <a:pt x="121729" y="316706"/>
                          <a:pt x="128302" y="342329"/>
                          <a:pt x="130397" y="417862"/>
                        </a:cubicBezTo>
                        <a:cubicBezTo>
                          <a:pt x="132493" y="493395"/>
                          <a:pt x="134112" y="679133"/>
                          <a:pt x="133826" y="695039"/>
                        </a:cubicBezTo>
                        <a:cubicBezTo>
                          <a:pt x="133540" y="710851"/>
                          <a:pt x="135160" y="745712"/>
                          <a:pt x="125921" y="759143"/>
                        </a:cubicBezTo>
                        <a:cubicBezTo>
                          <a:pt x="116681" y="772573"/>
                          <a:pt x="168402" y="760762"/>
                          <a:pt x="177641" y="735616"/>
                        </a:cubicBezTo>
                        <a:lnTo>
                          <a:pt x="188881" y="735616"/>
                        </a:lnTo>
                        <a:cubicBezTo>
                          <a:pt x="198120" y="760667"/>
                          <a:pt x="249841" y="772573"/>
                          <a:pt x="240602" y="759143"/>
                        </a:cubicBezTo>
                        <a:cubicBezTo>
                          <a:pt x="231362" y="745712"/>
                          <a:pt x="232981" y="710851"/>
                          <a:pt x="232696" y="695039"/>
                        </a:cubicBezTo>
                        <a:cubicBezTo>
                          <a:pt x="232410" y="679228"/>
                          <a:pt x="234029" y="493395"/>
                          <a:pt x="236125" y="417862"/>
                        </a:cubicBezTo>
                        <a:cubicBezTo>
                          <a:pt x="238220" y="342329"/>
                          <a:pt x="244793" y="316802"/>
                          <a:pt x="298418" y="220409"/>
                        </a:cubicBezTo>
                        <a:cubicBezTo>
                          <a:pt x="352044" y="124016"/>
                          <a:pt x="366522" y="66008"/>
                          <a:pt x="366522" y="66008"/>
                        </a:cubicBezTo>
                        <a:lnTo>
                          <a:pt x="184690" y="0"/>
                        </a:lnTo>
                        <a:lnTo>
                          <a:pt x="0" y="66008"/>
                        </a:ln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grpSp>
                <p:nvGrpSpPr>
                  <p:cNvPr id="14609" name="Graphique 2">
                    <a:extLst>
                      <a:ext uri="{FF2B5EF4-FFF2-40B4-BE49-F238E27FC236}">
                        <a16:creationId xmlns:a16="http://schemas.microsoft.com/office/drawing/2014/main" id="{BE590A88-6A6E-4E6A-B9B6-0D11038A017C}"/>
                      </a:ext>
                    </a:extLst>
                  </p:cNvPr>
                  <p:cNvGrpSpPr/>
                  <p:nvPr/>
                </p:nvGrpSpPr>
                <p:grpSpPr>
                  <a:xfrm>
                    <a:off x="7969387" y="1432750"/>
                    <a:ext cx="128777" cy="153161"/>
                    <a:chOff x="7969387" y="1432750"/>
                    <a:chExt cx="128777" cy="153161"/>
                  </a:xfrm>
                  <a:solidFill>
                    <a:schemeClr val="accent1"/>
                  </a:solidFill>
                </p:grpSpPr>
                <p:sp>
                  <p:nvSpPr>
                    <p:cNvPr id="14610" name="Forme libre : forme 14609">
                      <a:extLst>
                        <a:ext uri="{FF2B5EF4-FFF2-40B4-BE49-F238E27FC236}">
                          <a16:creationId xmlns:a16="http://schemas.microsoft.com/office/drawing/2014/main" id="{59B9705C-D537-4075-8D43-973685539A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9387" y="1432750"/>
                      <a:ext cx="128777" cy="153161"/>
                    </a:xfrm>
                    <a:custGeom>
                      <a:avLst/>
                      <a:gdLst>
                        <a:gd name="connsiteX0" fmla="*/ 128778 w 128777"/>
                        <a:gd name="connsiteY0" fmla="*/ 76581 h 153161"/>
                        <a:gd name="connsiteX1" fmla="*/ 64389 w 128777"/>
                        <a:gd name="connsiteY1" fmla="*/ 153162 h 153161"/>
                        <a:gd name="connsiteX2" fmla="*/ 0 w 128777"/>
                        <a:gd name="connsiteY2" fmla="*/ 76581 h 153161"/>
                        <a:gd name="connsiteX3" fmla="*/ 64389 w 128777"/>
                        <a:gd name="connsiteY3" fmla="*/ 0 h 153161"/>
                        <a:gd name="connsiteX4" fmla="*/ 128778 w 128777"/>
                        <a:gd name="connsiteY4" fmla="*/ 76581 h 1531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77" h="153161">
                          <a:moveTo>
                            <a:pt x="128778" y="76581"/>
                          </a:moveTo>
                          <a:cubicBezTo>
                            <a:pt x="128778" y="118876"/>
                            <a:pt x="99950" y="153162"/>
                            <a:pt x="64389" y="153162"/>
                          </a:cubicBezTo>
                          <a:cubicBezTo>
                            <a:pt x="28828" y="153162"/>
                            <a:pt x="0" y="118876"/>
                            <a:pt x="0" y="76581"/>
                          </a:cubicBezTo>
                          <a:cubicBezTo>
                            <a:pt x="0" y="34286"/>
                            <a:pt x="28828" y="0"/>
                            <a:pt x="64389" y="0"/>
                          </a:cubicBezTo>
                          <a:cubicBezTo>
                            <a:pt x="99950" y="0"/>
                            <a:pt x="128778" y="34286"/>
                            <a:pt x="128778" y="76581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11" name="Forme libre : forme 14610">
                      <a:extLst>
                        <a:ext uri="{FF2B5EF4-FFF2-40B4-BE49-F238E27FC236}">
                          <a16:creationId xmlns:a16="http://schemas.microsoft.com/office/drawing/2014/main" id="{8C8C15A1-8505-4A34-8CD0-204A1DDA44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0148" y="1475707"/>
                      <a:ext cx="128016" cy="110204"/>
                    </a:xfrm>
                    <a:custGeom>
                      <a:avLst/>
                      <a:gdLst>
                        <a:gd name="connsiteX0" fmla="*/ 121444 w 128016"/>
                        <a:gd name="connsiteY0" fmla="*/ 0 h 110204"/>
                        <a:gd name="connsiteX1" fmla="*/ 122206 w 128016"/>
                        <a:gd name="connsiteY1" fmla="*/ 11430 h 110204"/>
                        <a:gd name="connsiteX2" fmla="*/ 57817 w 128016"/>
                        <a:gd name="connsiteY2" fmla="*/ 88011 h 110204"/>
                        <a:gd name="connsiteX3" fmla="*/ 0 w 128016"/>
                        <a:gd name="connsiteY3" fmla="*/ 45053 h 110204"/>
                        <a:gd name="connsiteX4" fmla="*/ 63627 w 128016"/>
                        <a:gd name="connsiteY4" fmla="*/ 110204 h 110204"/>
                        <a:gd name="connsiteX5" fmla="*/ 128016 w 128016"/>
                        <a:gd name="connsiteY5" fmla="*/ 33623 h 110204"/>
                        <a:gd name="connsiteX6" fmla="*/ 121444 w 128016"/>
                        <a:gd name="connsiteY6" fmla="*/ 0 h 11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8016" h="110204">
                          <a:moveTo>
                            <a:pt x="121444" y="0"/>
                          </a:moveTo>
                          <a:cubicBezTo>
                            <a:pt x="121920" y="3715"/>
                            <a:pt x="122206" y="7525"/>
                            <a:pt x="122206" y="11430"/>
                          </a:cubicBezTo>
                          <a:cubicBezTo>
                            <a:pt x="122206" y="53721"/>
                            <a:pt x="93345" y="87725"/>
                            <a:pt x="57817" y="88011"/>
                          </a:cubicBezTo>
                          <a:cubicBezTo>
                            <a:pt x="30004" y="88201"/>
                            <a:pt x="5715" y="69151"/>
                            <a:pt x="0" y="45053"/>
                          </a:cubicBezTo>
                          <a:cubicBezTo>
                            <a:pt x="4667" y="81915"/>
                            <a:pt x="31337" y="110204"/>
                            <a:pt x="63627" y="110204"/>
                          </a:cubicBezTo>
                          <a:cubicBezTo>
                            <a:pt x="99155" y="110204"/>
                            <a:pt x="128016" y="75914"/>
                            <a:pt x="128016" y="33623"/>
                          </a:cubicBezTo>
                          <a:cubicBezTo>
                            <a:pt x="128016" y="21526"/>
                            <a:pt x="125635" y="10192"/>
                            <a:pt x="121444" y="0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12" name="Forme libre : forme 14611">
                      <a:extLst>
                        <a:ext uri="{FF2B5EF4-FFF2-40B4-BE49-F238E27FC236}">
                          <a16:creationId xmlns:a16="http://schemas.microsoft.com/office/drawing/2014/main" id="{E1E8584C-3788-483C-B8B7-0A7642786AF6}"/>
                        </a:ext>
                      </a:extLst>
                    </p:cNvPr>
                    <p:cNvSpPr/>
                    <p:nvPr/>
                  </p:nvSpPr>
                  <p:spPr>
                    <a:xfrm rot="-4118918">
                      <a:off x="7976295" y="1450991"/>
                      <a:ext cx="74869" cy="59247"/>
                    </a:xfrm>
                    <a:custGeom>
                      <a:avLst/>
                      <a:gdLst>
                        <a:gd name="connsiteX0" fmla="*/ 74869 w 74869"/>
                        <a:gd name="connsiteY0" fmla="*/ 29624 h 59247"/>
                        <a:gd name="connsiteX1" fmla="*/ 37435 w 74869"/>
                        <a:gd name="connsiteY1" fmla="*/ 59248 h 59247"/>
                        <a:gd name="connsiteX2" fmla="*/ 0 w 74869"/>
                        <a:gd name="connsiteY2" fmla="*/ 29624 h 59247"/>
                        <a:gd name="connsiteX3" fmla="*/ 37435 w 74869"/>
                        <a:gd name="connsiteY3" fmla="*/ 0 h 59247"/>
                        <a:gd name="connsiteX4" fmla="*/ 74869 w 74869"/>
                        <a:gd name="connsiteY4" fmla="*/ 29624 h 59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9" h="59247">
                          <a:moveTo>
                            <a:pt x="74869" y="29624"/>
                          </a:moveTo>
                          <a:cubicBezTo>
                            <a:pt x="74869" y="45985"/>
                            <a:pt x="58109" y="59248"/>
                            <a:pt x="37435" y="59248"/>
                          </a:cubicBezTo>
                          <a:cubicBezTo>
                            <a:pt x="16760" y="59248"/>
                            <a:pt x="0" y="45985"/>
                            <a:pt x="0" y="29624"/>
                          </a:cubicBezTo>
                          <a:cubicBezTo>
                            <a:pt x="0" y="13263"/>
                            <a:pt x="16760" y="0"/>
                            <a:pt x="37435" y="0"/>
                          </a:cubicBezTo>
                          <a:cubicBezTo>
                            <a:pt x="58109" y="0"/>
                            <a:pt x="74869" y="13263"/>
                            <a:pt x="74869" y="2962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13" name="Forme libre : forme 14612">
                      <a:extLst>
                        <a:ext uri="{FF2B5EF4-FFF2-40B4-BE49-F238E27FC236}">
                          <a16:creationId xmlns:a16="http://schemas.microsoft.com/office/drawing/2014/main" id="{C132AC1E-F6BB-44AD-AA0D-24B3DAA14A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7299" y="1443894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3"/>
                          </a:cubicBezTo>
                          <a:cubicBezTo>
                            <a:pt x="0" y="4009"/>
                            <a:pt x="4008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614" name="Graphique 2">
                    <a:extLst>
                      <a:ext uri="{FF2B5EF4-FFF2-40B4-BE49-F238E27FC236}">
                        <a16:creationId xmlns:a16="http://schemas.microsoft.com/office/drawing/2014/main" id="{14813114-10E8-4B3A-8335-FD29921FE508}"/>
                      </a:ext>
                    </a:extLst>
                  </p:cNvPr>
                  <p:cNvGrpSpPr/>
                  <p:nvPr/>
                </p:nvGrpSpPr>
                <p:grpSpPr>
                  <a:xfrm>
                    <a:off x="7848514" y="1483994"/>
                    <a:ext cx="128777" cy="153162"/>
                    <a:chOff x="7848514" y="1483994"/>
                    <a:chExt cx="128777" cy="153162"/>
                  </a:xfrm>
                  <a:solidFill>
                    <a:schemeClr val="accent1"/>
                  </a:solidFill>
                </p:grpSpPr>
                <p:sp>
                  <p:nvSpPr>
                    <p:cNvPr id="14615" name="Forme libre : forme 14614">
                      <a:extLst>
                        <a:ext uri="{FF2B5EF4-FFF2-40B4-BE49-F238E27FC236}">
                          <a16:creationId xmlns:a16="http://schemas.microsoft.com/office/drawing/2014/main" id="{8F619B52-2FC9-4DFE-A8A8-9409CC351E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48514" y="1483994"/>
                      <a:ext cx="128777" cy="153161"/>
                    </a:xfrm>
                    <a:custGeom>
                      <a:avLst/>
                      <a:gdLst>
                        <a:gd name="connsiteX0" fmla="*/ 128778 w 128777"/>
                        <a:gd name="connsiteY0" fmla="*/ 76581 h 153161"/>
                        <a:gd name="connsiteX1" fmla="*/ 64389 w 128777"/>
                        <a:gd name="connsiteY1" fmla="*/ 153162 h 153161"/>
                        <a:gd name="connsiteX2" fmla="*/ 0 w 128777"/>
                        <a:gd name="connsiteY2" fmla="*/ 76581 h 153161"/>
                        <a:gd name="connsiteX3" fmla="*/ 64389 w 128777"/>
                        <a:gd name="connsiteY3" fmla="*/ 0 h 153161"/>
                        <a:gd name="connsiteX4" fmla="*/ 128778 w 128777"/>
                        <a:gd name="connsiteY4" fmla="*/ 76581 h 1531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77" h="153161">
                          <a:moveTo>
                            <a:pt x="128778" y="76581"/>
                          </a:moveTo>
                          <a:cubicBezTo>
                            <a:pt x="128778" y="118876"/>
                            <a:pt x="99950" y="153162"/>
                            <a:pt x="64389" y="153162"/>
                          </a:cubicBezTo>
                          <a:cubicBezTo>
                            <a:pt x="28828" y="153162"/>
                            <a:pt x="0" y="118876"/>
                            <a:pt x="0" y="76581"/>
                          </a:cubicBezTo>
                          <a:cubicBezTo>
                            <a:pt x="0" y="34286"/>
                            <a:pt x="28828" y="0"/>
                            <a:pt x="64389" y="0"/>
                          </a:cubicBezTo>
                          <a:cubicBezTo>
                            <a:pt x="99950" y="0"/>
                            <a:pt x="128778" y="34286"/>
                            <a:pt x="128778" y="76581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16" name="Forme libre : forme 14615">
                      <a:extLst>
                        <a:ext uri="{FF2B5EF4-FFF2-40B4-BE49-F238E27FC236}">
                          <a16:creationId xmlns:a16="http://schemas.microsoft.com/office/drawing/2014/main" id="{2D83C5E6-DF36-4419-8954-054869D33D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49276" y="1526952"/>
                      <a:ext cx="128015" cy="110204"/>
                    </a:xfrm>
                    <a:custGeom>
                      <a:avLst/>
                      <a:gdLst>
                        <a:gd name="connsiteX0" fmla="*/ 121444 w 128015"/>
                        <a:gd name="connsiteY0" fmla="*/ 0 h 110204"/>
                        <a:gd name="connsiteX1" fmla="*/ 122206 w 128015"/>
                        <a:gd name="connsiteY1" fmla="*/ 11430 h 110204"/>
                        <a:gd name="connsiteX2" fmla="*/ 57817 w 128015"/>
                        <a:gd name="connsiteY2" fmla="*/ 88011 h 110204"/>
                        <a:gd name="connsiteX3" fmla="*/ 0 w 128015"/>
                        <a:gd name="connsiteY3" fmla="*/ 45053 h 110204"/>
                        <a:gd name="connsiteX4" fmla="*/ 63627 w 128015"/>
                        <a:gd name="connsiteY4" fmla="*/ 110204 h 110204"/>
                        <a:gd name="connsiteX5" fmla="*/ 128016 w 128015"/>
                        <a:gd name="connsiteY5" fmla="*/ 33623 h 110204"/>
                        <a:gd name="connsiteX6" fmla="*/ 121444 w 128015"/>
                        <a:gd name="connsiteY6" fmla="*/ 0 h 11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8015" h="110204">
                          <a:moveTo>
                            <a:pt x="121444" y="0"/>
                          </a:moveTo>
                          <a:cubicBezTo>
                            <a:pt x="121920" y="3715"/>
                            <a:pt x="122206" y="7525"/>
                            <a:pt x="122206" y="11430"/>
                          </a:cubicBezTo>
                          <a:cubicBezTo>
                            <a:pt x="122206" y="53721"/>
                            <a:pt x="93345" y="87725"/>
                            <a:pt x="57817" y="88011"/>
                          </a:cubicBezTo>
                          <a:cubicBezTo>
                            <a:pt x="30004" y="88201"/>
                            <a:pt x="5715" y="69151"/>
                            <a:pt x="0" y="45053"/>
                          </a:cubicBezTo>
                          <a:cubicBezTo>
                            <a:pt x="4667" y="81915"/>
                            <a:pt x="31337" y="110204"/>
                            <a:pt x="63627" y="110204"/>
                          </a:cubicBezTo>
                          <a:cubicBezTo>
                            <a:pt x="99155" y="110204"/>
                            <a:pt x="128016" y="75914"/>
                            <a:pt x="128016" y="33623"/>
                          </a:cubicBezTo>
                          <a:cubicBezTo>
                            <a:pt x="128016" y="21526"/>
                            <a:pt x="125634" y="10192"/>
                            <a:pt x="121444" y="0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17" name="Forme libre : forme 14616">
                      <a:extLst>
                        <a:ext uri="{FF2B5EF4-FFF2-40B4-BE49-F238E27FC236}">
                          <a16:creationId xmlns:a16="http://schemas.microsoft.com/office/drawing/2014/main" id="{46A60987-14F7-4ED2-A99C-7B24E8DF8A3C}"/>
                        </a:ext>
                      </a:extLst>
                    </p:cNvPr>
                    <p:cNvSpPr/>
                    <p:nvPr/>
                  </p:nvSpPr>
                  <p:spPr>
                    <a:xfrm rot="-4118918">
                      <a:off x="7855446" y="1502200"/>
                      <a:ext cx="74869" cy="59247"/>
                    </a:xfrm>
                    <a:custGeom>
                      <a:avLst/>
                      <a:gdLst>
                        <a:gd name="connsiteX0" fmla="*/ 74869 w 74869"/>
                        <a:gd name="connsiteY0" fmla="*/ 29624 h 59247"/>
                        <a:gd name="connsiteX1" fmla="*/ 37435 w 74869"/>
                        <a:gd name="connsiteY1" fmla="*/ 59248 h 59247"/>
                        <a:gd name="connsiteX2" fmla="*/ 0 w 74869"/>
                        <a:gd name="connsiteY2" fmla="*/ 29624 h 59247"/>
                        <a:gd name="connsiteX3" fmla="*/ 37435 w 74869"/>
                        <a:gd name="connsiteY3" fmla="*/ 0 h 59247"/>
                        <a:gd name="connsiteX4" fmla="*/ 74869 w 74869"/>
                        <a:gd name="connsiteY4" fmla="*/ 29624 h 59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9" h="59247">
                          <a:moveTo>
                            <a:pt x="74869" y="29624"/>
                          </a:moveTo>
                          <a:cubicBezTo>
                            <a:pt x="74869" y="45985"/>
                            <a:pt x="58109" y="59248"/>
                            <a:pt x="37435" y="59248"/>
                          </a:cubicBezTo>
                          <a:cubicBezTo>
                            <a:pt x="16760" y="59248"/>
                            <a:pt x="0" y="45985"/>
                            <a:pt x="0" y="29624"/>
                          </a:cubicBezTo>
                          <a:cubicBezTo>
                            <a:pt x="0" y="13263"/>
                            <a:pt x="16760" y="0"/>
                            <a:pt x="37435" y="0"/>
                          </a:cubicBezTo>
                          <a:cubicBezTo>
                            <a:pt x="58109" y="0"/>
                            <a:pt x="74869" y="13263"/>
                            <a:pt x="74869" y="2962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18" name="Forme libre : forme 14617">
                      <a:extLst>
                        <a:ext uri="{FF2B5EF4-FFF2-40B4-BE49-F238E27FC236}">
                          <a16:creationId xmlns:a16="http://schemas.microsoft.com/office/drawing/2014/main" id="{2DE0681E-192E-420C-994F-0EAD486782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6426" y="1495138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3"/>
                          </a:cubicBezTo>
                          <a:cubicBezTo>
                            <a:pt x="0" y="4009"/>
                            <a:pt x="4008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619" name="Graphique 2">
                    <a:extLst>
                      <a:ext uri="{FF2B5EF4-FFF2-40B4-BE49-F238E27FC236}">
                        <a16:creationId xmlns:a16="http://schemas.microsoft.com/office/drawing/2014/main" id="{699EE771-1643-4A84-81FD-CE537AED6EB8}"/>
                      </a:ext>
                    </a:extLst>
                  </p:cNvPr>
                  <p:cNvGrpSpPr/>
                  <p:nvPr/>
                </p:nvGrpSpPr>
                <p:grpSpPr>
                  <a:xfrm>
                    <a:off x="8090830" y="1483994"/>
                    <a:ext cx="128777" cy="153162"/>
                    <a:chOff x="8090830" y="1483994"/>
                    <a:chExt cx="128777" cy="153162"/>
                  </a:xfrm>
                  <a:solidFill>
                    <a:schemeClr val="accent1"/>
                  </a:solidFill>
                </p:grpSpPr>
                <p:sp>
                  <p:nvSpPr>
                    <p:cNvPr id="14620" name="Forme libre : forme 14619">
                      <a:extLst>
                        <a:ext uri="{FF2B5EF4-FFF2-40B4-BE49-F238E27FC236}">
                          <a16:creationId xmlns:a16="http://schemas.microsoft.com/office/drawing/2014/main" id="{0B73C12B-45BC-433D-BBDF-7B03EF803E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90830" y="1483994"/>
                      <a:ext cx="128777" cy="153161"/>
                    </a:xfrm>
                    <a:custGeom>
                      <a:avLst/>
                      <a:gdLst>
                        <a:gd name="connsiteX0" fmla="*/ 128778 w 128777"/>
                        <a:gd name="connsiteY0" fmla="*/ 76581 h 153161"/>
                        <a:gd name="connsiteX1" fmla="*/ 64389 w 128777"/>
                        <a:gd name="connsiteY1" fmla="*/ 153162 h 153161"/>
                        <a:gd name="connsiteX2" fmla="*/ 0 w 128777"/>
                        <a:gd name="connsiteY2" fmla="*/ 76581 h 153161"/>
                        <a:gd name="connsiteX3" fmla="*/ 64389 w 128777"/>
                        <a:gd name="connsiteY3" fmla="*/ 0 h 153161"/>
                        <a:gd name="connsiteX4" fmla="*/ 128778 w 128777"/>
                        <a:gd name="connsiteY4" fmla="*/ 76581 h 1531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77" h="153161">
                          <a:moveTo>
                            <a:pt x="128778" y="76581"/>
                          </a:moveTo>
                          <a:cubicBezTo>
                            <a:pt x="128778" y="118876"/>
                            <a:pt x="99950" y="153162"/>
                            <a:pt x="64389" y="153162"/>
                          </a:cubicBezTo>
                          <a:cubicBezTo>
                            <a:pt x="28828" y="153162"/>
                            <a:pt x="0" y="118876"/>
                            <a:pt x="0" y="76581"/>
                          </a:cubicBezTo>
                          <a:cubicBezTo>
                            <a:pt x="0" y="34286"/>
                            <a:pt x="28828" y="0"/>
                            <a:pt x="64389" y="0"/>
                          </a:cubicBezTo>
                          <a:cubicBezTo>
                            <a:pt x="99950" y="0"/>
                            <a:pt x="128778" y="34286"/>
                            <a:pt x="128778" y="76581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21" name="Forme libre : forme 14620">
                      <a:extLst>
                        <a:ext uri="{FF2B5EF4-FFF2-40B4-BE49-F238E27FC236}">
                          <a16:creationId xmlns:a16="http://schemas.microsoft.com/office/drawing/2014/main" id="{4E3D8A23-99AC-446E-A392-84F1AC15D5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91592" y="1526952"/>
                      <a:ext cx="128016" cy="110204"/>
                    </a:xfrm>
                    <a:custGeom>
                      <a:avLst/>
                      <a:gdLst>
                        <a:gd name="connsiteX0" fmla="*/ 121444 w 128016"/>
                        <a:gd name="connsiteY0" fmla="*/ 0 h 110204"/>
                        <a:gd name="connsiteX1" fmla="*/ 122206 w 128016"/>
                        <a:gd name="connsiteY1" fmla="*/ 11430 h 110204"/>
                        <a:gd name="connsiteX2" fmla="*/ 57817 w 128016"/>
                        <a:gd name="connsiteY2" fmla="*/ 88011 h 110204"/>
                        <a:gd name="connsiteX3" fmla="*/ 0 w 128016"/>
                        <a:gd name="connsiteY3" fmla="*/ 45053 h 110204"/>
                        <a:gd name="connsiteX4" fmla="*/ 63627 w 128016"/>
                        <a:gd name="connsiteY4" fmla="*/ 110204 h 110204"/>
                        <a:gd name="connsiteX5" fmla="*/ 128016 w 128016"/>
                        <a:gd name="connsiteY5" fmla="*/ 33623 h 110204"/>
                        <a:gd name="connsiteX6" fmla="*/ 121444 w 128016"/>
                        <a:gd name="connsiteY6" fmla="*/ 0 h 11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8016" h="110204">
                          <a:moveTo>
                            <a:pt x="121444" y="0"/>
                          </a:moveTo>
                          <a:cubicBezTo>
                            <a:pt x="121920" y="3715"/>
                            <a:pt x="122206" y="7525"/>
                            <a:pt x="122206" y="11430"/>
                          </a:cubicBezTo>
                          <a:cubicBezTo>
                            <a:pt x="122206" y="53721"/>
                            <a:pt x="93345" y="87725"/>
                            <a:pt x="57817" y="88011"/>
                          </a:cubicBezTo>
                          <a:cubicBezTo>
                            <a:pt x="30004" y="88201"/>
                            <a:pt x="5715" y="69151"/>
                            <a:pt x="0" y="45053"/>
                          </a:cubicBezTo>
                          <a:cubicBezTo>
                            <a:pt x="4667" y="81915"/>
                            <a:pt x="31337" y="110204"/>
                            <a:pt x="63627" y="110204"/>
                          </a:cubicBezTo>
                          <a:cubicBezTo>
                            <a:pt x="99155" y="110204"/>
                            <a:pt x="128016" y="75914"/>
                            <a:pt x="128016" y="33623"/>
                          </a:cubicBezTo>
                          <a:cubicBezTo>
                            <a:pt x="128016" y="21526"/>
                            <a:pt x="125635" y="10192"/>
                            <a:pt x="121444" y="0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22" name="Forme libre : forme 14621">
                      <a:extLst>
                        <a:ext uri="{FF2B5EF4-FFF2-40B4-BE49-F238E27FC236}">
                          <a16:creationId xmlns:a16="http://schemas.microsoft.com/office/drawing/2014/main" id="{7D37CA3C-A812-40B7-9923-D89587C363A4}"/>
                        </a:ext>
                      </a:extLst>
                    </p:cNvPr>
                    <p:cNvSpPr/>
                    <p:nvPr/>
                  </p:nvSpPr>
                  <p:spPr>
                    <a:xfrm rot="-4118918">
                      <a:off x="8097759" y="1502183"/>
                      <a:ext cx="74869" cy="59247"/>
                    </a:xfrm>
                    <a:custGeom>
                      <a:avLst/>
                      <a:gdLst>
                        <a:gd name="connsiteX0" fmla="*/ 74869 w 74869"/>
                        <a:gd name="connsiteY0" fmla="*/ 29624 h 59247"/>
                        <a:gd name="connsiteX1" fmla="*/ 37435 w 74869"/>
                        <a:gd name="connsiteY1" fmla="*/ 59248 h 59247"/>
                        <a:gd name="connsiteX2" fmla="*/ 0 w 74869"/>
                        <a:gd name="connsiteY2" fmla="*/ 29624 h 59247"/>
                        <a:gd name="connsiteX3" fmla="*/ 37435 w 74869"/>
                        <a:gd name="connsiteY3" fmla="*/ 0 h 59247"/>
                        <a:gd name="connsiteX4" fmla="*/ 74869 w 74869"/>
                        <a:gd name="connsiteY4" fmla="*/ 29624 h 59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9" h="59247">
                          <a:moveTo>
                            <a:pt x="74869" y="29624"/>
                          </a:moveTo>
                          <a:cubicBezTo>
                            <a:pt x="74869" y="45985"/>
                            <a:pt x="58109" y="59248"/>
                            <a:pt x="37435" y="59248"/>
                          </a:cubicBezTo>
                          <a:cubicBezTo>
                            <a:pt x="16760" y="59248"/>
                            <a:pt x="0" y="45985"/>
                            <a:pt x="0" y="29624"/>
                          </a:cubicBezTo>
                          <a:cubicBezTo>
                            <a:pt x="0" y="13263"/>
                            <a:pt x="16760" y="0"/>
                            <a:pt x="37435" y="0"/>
                          </a:cubicBezTo>
                          <a:cubicBezTo>
                            <a:pt x="58109" y="0"/>
                            <a:pt x="74869" y="13263"/>
                            <a:pt x="74869" y="2962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23" name="Forme libre : forme 14622">
                      <a:extLst>
                        <a:ext uri="{FF2B5EF4-FFF2-40B4-BE49-F238E27FC236}">
                          <a16:creationId xmlns:a16="http://schemas.microsoft.com/office/drawing/2014/main" id="{867D15A6-8F66-4072-B392-DB7DA6183D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8742" y="1495138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3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3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3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3"/>
                          </a:moveTo>
                          <a:cubicBezTo>
                            <a:pt x="17907" y="13898"/>
                            <a:pt x="13898" y="17907"/>
                            <a:pt x="8953" y="17907"/>
                          </a:cubicBezTo>
                          <a:cubicBezTo>
                            <a:pt x="4009" y="17907"/>
                            <a:pt x="0" y="13898"/>
                            <a:pt x="0" y="8953"/>
                          </a:cubicBezTo>
                          <a:cubicBezTo>
                            <a:pt x="0" y="4009"/>
                            <a:pt x="4008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3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sp>
                <p:nvSpPr>
                  <p:cNvPr id="14624" name="Forme libre : forme 14623">
                    <a:extLst>
                      <a:ext uri="{FF2B5EF4-FFF2-40B4-BE49-F238E27FC236}">
                        <a16:creationId xmlns:a16="http://schemas.microsoft.com/office/drawing/2014/main" id="{3FC6F910-4FF8-459D-829C-2CCFD19CC50A}"/>
                      </a:ext>
                    </a:extLst>
                  </p:cNvPr>
                  <p:cNvSpPr/>
                  <p:nvPr/>
                </p:nvSpPr>
                <p:spPr>
                  <a:xfrm>
                    <a:off x="7955004" y="1800986"/>
                    <a:ext cx="87820" cy="449649"/>
                  </a:xfrm>
                  <a:custGeom>
                    <a:avLst/>
                    <a:gdLst>
                      <a:gd name="connsiteX0" fmla="*/ 0 w 87820"/>
                      <a:gd name="connsiteY0" fmla="*/ 0 h 449649"/>
                      <a:gd name="connsiteX1" fmla="*/ 52007 w 87820"/>
                      <a:gd name="connsiteY1" fmla="*/ 148876 h 449649"/>
                      <a:gd name="connsiteX2" fmla="*/ 61532 w 87820"/>
                      <a:gd name="connsiteY2" fmla="*/ 308229 h 449649"/>
                      <a:gd name="connsiteX3" fmla="*/ 87821 w 87820"/>
                      <a:gd name="connsiteY3" fmla="*/ 449580 h 449649"/>
                      <a:gd name="connsiteX4" fmla="*/ 72485 w 87820"/>
                      <a:gd name="connsiteY4" fmla="*/ 434150 h 449649"/>
                      <a:gd name="connsiteX5" fmla="*/ 62294 w 87820"/>
                      <a:gd name="connsiteY5" fmla="*/ 403669 h 449649"/>
                      <a:gd name="connsiteX6" fmla="*/ 33528 w 87820"/>
                      <a:gd name="connsiteY6" fmla="*/ 81248 h 449649"/>
                      <a:gd name="connsiteX7" fmla="*/ 5525 w 87820"/>
                      <a:gd name="connsiteY7" fmla="*/ 9144 h 449649"/>
                      <a:gd name="connsiteX8" fmla="*/ 3905 w 87820"/>
                      <a:gd name="connsiteY8" fmla="*/ 13430 h 449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7820" h="449649">
                        <a:moveTo>
                          <a:pt x="0" y="0"/>
                        </a:moveTo>
                        <a:cubicBezTo>
                          <a:pt x="32385" y="42196"/>
                          <a:pt x="46292" y="95917"/>
                          <a:pt x="52007" y="148876"/>
                        </a:cubicBezTo>
                        <a:cubicBezTo>
                          <a:pt x="57721" y="201835"/>
                          <a:pt x="56102" y="255270"/>
                          <a:pt x="61532" y="308229"/>
                        </a:cubicBezTo>
                        <a:cubicBezTo>
                          <a:pt x="66389" y="355949"/>
                          <a:pt x="76867" y="402907"/>
                          <a:pt x="87821" y="449580"/>
                        </a:cubicBezTo>
                        <a:cubicBezTo>
                          <a:pt x="80010" y="450532"/>
                          <a:pt x="75057" y="441579"/>
                          <a:pt x="72485" y="434150"/>
                        </a:cubicBezTo>
                        <a:cubicBezTo>
                          <a:pt x="68866" y="424053"/>
                          <a:pt x="65342" y="413957"/>
                          <a:pt x="62294" y="403669"/>
                        </a:cubicBezTo>
                        <a:cubicBezTo>
                          <a:pt x="31909" y="299752"/>
                          <a:pt x="63056" y="185452"/>
                          <a:pt x="33528" y="81248"/>
                        </a:cubicBezTo>
                        <a:cubicBezTo>
                          <a:pt x="26479" y="56388"/>
                          <a:pt x="16097" y="32671"/>
                          <a:pt x="5525" y="9144"/>
                        </a:cubicBezTo>
                        <a:cubicBezTo>
                          <a:pt x="4953" y="10573"/>
                          <a:pt x="4382" y="12001"/>
                          <a:pt x="3905" y="13430"/>
                        </a:cubicBezTo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25" name="Forme libre : forme 14624">
                    <a:extLst>
                      <a:ext uri="{FF2B5EF4-FFF2-40B4-BE49-F238E27FC236}">
                        <a16:creationId xmlns:a16="http://schemas.microsoft.com/office/drawing/2014/main" id="{DF554A96-FA86-4788-A2BB-3E3B68CF264B}"/>
                      </a:ext>
                    </a:extLst>
                  </p:cNvPr>
                  <p:cNvSpPr/>
                  <p:nvPr/>
                </p:nvSpPr>
                <p:spPr>
                  <a:xfrm>
                    <a:off x="7980448" y="1567528"/>
                    <a:ext cx="99566" cy="537781"/>
                  </a:xfrm>
                  <a:custGeom>
                    <a:avLst/>
                    <a:gdLst>
                      <a:gd name="connsiteX0" fmla="*/ 31705 w 99566"/>
                      <a:gd name="connsiteY0" fmla="*/ 253079 h 537781"/>
                      <a:gd name="connsiteX1" fmla="*/ 53899 w 99566"/>
                      <a:gd name="connsiteY1" fmla="*/ 330232 h 537781"/>
                      <a:gd name="connsiteX2" fmla="*/ 69234 w 99566"/>
                      <a:gd name="connsiteY2" fmla="*/ 390239 h 537781"/>
                      <a:gd name="connsiteX3" fmla="*/ 97523 w 99566"/>
                      <a:gd name="connsiteY3" fmla="*/ 537782 h 537781"/>
                      <a:gd name="connsiteX4" fmla="*/ 66948 w 99566"/>
                      <a:gd name="connsiteY4" fmla="*/ 334899 h 537781"/>
                      <a:gd name="connsiteX5" fmla="*/ 50660 w 99566"/>
                      <a:gd name="connsiteY5" fmla="*/ 252698 h 537781"/>
                      <a:gd name="connsiteX6" fmla="*/ 11703 w 99566"/>
                      <a:gd name="connsiteY6" fmla="*/ 36957 h 537781"/>
                      <a:gd name="connsiteX7" fmla="*/ 1702 w 99566"/>
                      <a:gd name="connsiteY7" fmla="*/ 0 h 537781"/>
                      <a:gd name="connsiteX8" fmla="*/ 3130 w 99566"/>
                      <a:gd name="connsiteY8" fmla="*/ 19907 h 537781"/>
                      <a:gd name="connsiteX9" fmla="*/ 7131 w 99566"/>
                      <a:gd name="connsiteY9" fmla="*/ 45244 h 537781"/>
                      <a:gd name="connsiteX10" fmla="*/ 12560 w 99566"/>
                      <a:gd name="connsiteY10" fmla="*/ 95155 h 537781"/>
                      <a:gd name="connsiteX11" fmla="*/ 21800 w 99566"/>
                      <a:gd name="connsiteY11" fmla="*/ 196406 h 537781"/>
                      <a:gd name="connsiteX12" fmla="*/ 31705 w 99566"/>
                      <a:gd name="connsiteY12" fmla="*/ 253079 h 537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9566" h="537781">
                        <a:moveTo>
                          <a:pt x="31705" y="253079"/>
                        </a:moveTo>
                        <a:cubicBezTo>
                          <a:pt x="37897" y="279083"/>
                          <a:pt x="46469" y="304514"/>
                          <a:pt x="53899" y="330232"/>
                        </a:cubicBezTo>
                        <a:cubicBezTo>
                          <a:pt x="59614" y="350044"/>
                          <a:pt x="64567" y="370142"/>
                          <a:pt x="69234" y="390239"/>
                        </a:cubicBezTo>
                        <a:cubicBezTo>
                          <a:pt x="80474" y="439007"/>
                          <a:pt x="89903" y="488252"/>
                          <a:pt x="97523" y="537782"/>
                        </a:cubicBezTo>
                        <a:cubicBezTo>
                          <a:pt x="106762" y="469583"/>
                          <a:pt x="82569" y="401955"/>
                          <a:pt x="66948" y="334899"/>
                        </a:cubicBezTo>
                        <a:cubicBezTo>
                          <a:pt x="60566" y="307658"/>
                          <a:pt x="55613" y="280225"/>
                          <a:pt x="50660" y="252698"/>
                        </a:cubicBezTo>
                        <a:cubicBezTo>
                          <a:pt x="37706" y="180785"/>
                          <a:pt x="24657" y="108871"/>
                          <a:pt x="11703" y="36957"/>
                        </a:cubicBezTo>
                        <a:cubicBezTo>
                          <a:pt x="9703" y="25718"/>
                          <a:pt x="8464" y="9334"/>
                          <a:pt x="1702" y="0"/>
                        </a:cubicBezTo>
                        <a:cubicBezTo>
                          <a:pt x="-2489" y="3810"/>
                          <a:pt x="2273" y="15050"/>
                          <a:pt x="3130" y="19907"/>
                        </a:cubicBezTo>
                        <a:cubicBezTo>
                          <a:pt x="4654" y="28289"/>
                          <a:pt x="5988" y="36767"/>
                          <a:pt x="7131" y="45244"/>
                        </a:cubicBezTo>
                        <a:cubicBezTo>
                          <a:pt x="9417" y="61817"/>
                          <a:pt x="11036" y="78486"/>
                          <a:pt x="12560" y="95155"/>
                        </a:cubicBezTo>
                        <a:cubicBezTo>
                          <a:pt x="15513" y="128969"/>
                          <a:pt x="17513" y="162782"/>
                          <a:pt x="21800" y="196406"/>
                        </a:cubicBezTo>
                        <a:cubicBezTo>
                          <a:pt x="24086" y="215360"/>
                          <a:pt x="27229" y="234315"/>
                          <a:pt x="31705" y="253079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26" name="Forme libre : forme 14625">
                    <a:extLst>
                      <a:ext uri="{FF2B5EF4-FFF2-40B4-BE49-F238E27FC236}">
                        <a16:creationId xmlns:a16="http://schemas.microsoft.com/office/drawing/2014/main" id="{F2C07970-A2B9-49D5-9EFF-3944076AA4B6}"/>
                      </a:ext>
                    </a:extLst>
                  </p:cNvPr>
                  <p:cNvSpPr/>
                  <p:nvPr/>
                </p:nvSpPr>
                <p:spPr>
                  <a:xfrm>
                    <a:off x="8025569" y="1566290"/>
                    <a:ext cx="61329" cy="291846"/>
                  </a:xfrm>
                  <a:custGeom>
                    <a:avLst/>
                    <a:gdLst>
                      <a:gd name="connsiteX0" fmla="*/ 52498 w 61329"/>
                      <a:gd name="connsiteY0" fmla="*/ 56483 h 291846"/>
                      <a:gd name="connsiteX1" fmla="*/ 47069 w 61329"/>
                      <a:gd name="connsiteY1" fmla="*/ 90202 h 291846"/>
                      <a:gd name="connsiteX2" fmla="*/ 41163 w 61329"/>
                      <a:gd name="connsiteY2" fmla="*/ 112014 h 291846"/>
                      <a:gd name="connsiteX3" fmla="*/ 19446 w 61329"/>
                      <a:gd name="connsiteY3" fmla="*/ 186309 h 291846"/>
                      <a:gd name="connsiteX4" fmla="*/ 8778 w 61329"/>
                      <a:gd name="connsiteY4" fmla="*/ 216694 h 291846"/>
                      <a:gd name="connsiteX5" fmla="*/ 111 w 61329"/>
                      <a:gd name="connsiteY5" fmla="*/ 239459 h 291846"/>
                      <a:gd name="connsiteX6" fmla="*/ 1158 w 61329"/>
                      <a:gd name="connsiteY6" fmla="*/ 252127 h 291846"/>
                      <a:gd name="connsiteX7" fmla="*/ 10017 w 61329"/>
                      <a:gd name="connsiteY7" fmla="*/ 291846 h 291846"/>
                      <a:gd name="connsiteX8" fmla="*/ 21256 w 61329"/>
                      <a:gd name="connsiteY8" fmla="*/ 226124 h 291846"/>
                      <a:gd name="connsiteX9" fmla="*/ 56498 w 61329"/>
                      <a:gd name="connsiteY9" fmla="*/ 49244 h 291846"/>
                      <a:gd name="connsiteX10" fmla="*/ 59070 w 61329"/>
                      <a:gd name="connsiteY10" fmla="*/ 24003 h 291846"/>
                      <a:gd name="connsiteX11" fmla="*/ 60309 w 61329"/>
                      <a:gd name="connsiteY11" fmla="*/ 0 h 291846"/>
                      <a:gd name="connsiteX12" fmla="*/ 56308 w 61329"/>
                      <a:gd name="connsiteY12" fmla="*/ 28384 h 291846"/>
                      <a:gd name="connsiteX13" fmla="*/ 52498 w 61329"/>
                      <a:gd name="connsiteY13" fmla="*/ 56483 h 291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1329" h="291846">
                        <a:moveTo>
                          <a:pt x="52498" y="56483"/>
                        </a:moveTo>
                        <a:cubicBezTo>
                          <a:pt x="51069" y="67818"/>
                          <a:pt x="49545" y="79057"/>
                          <a:pt x="47069" y="90202"/>
                        </a:cubicBezTo>
                        <a:cubicBezTo>
                          <a:pt x="45354" y="97536"/>
                          <a:pt x="43259" y="104775"/>
                          <a:pt x="41163" y="112014"/>
                        </a:cubicBezTo>
                        <a:cubicBezTo>
                          <a:pt x="33924" y="136779"/>
                          <a:pt x="26685" y="161544"/>
                          <a:pt x="19446" y="186309"/>
                        </a:cubicBezTo>
                        <a:cubicBezTo>
                          <a:pt x="16398" y="196596"/>
                          <a:pt x="13350" y="206978"/>
                          <a:pt x="8778" y="216694"/>
                        </a:cubicBezTo>
                        <a:cubicBezTo>
                          <a:pt x="5254" y="224028"/>
                          <a:pt x="872" y="231267"/>
                          <a:pt x="111" y="239459"/>
                        </a:cubicBezTo>
                        <a:cubicBezTo>
                          <a:pt x="-271" y="243745"/>
                          <a:pt x="396" y="247936"/>
                          <a:pt x="1158" y="252127"/>
                        </a:cubicBezTo>
                        <a:cubicBezTo>
                          <a:pt x="3444" y="265462"/>
                          <a:pt x="6397" y="278701"/>
                          <a:pt x="10017" y="291846"/>
                        </a:cubicBezTo>
                        <a:cubicBezTo>
                          <a:pt x="7635" y="269558"/>
                          <a:pt x="14874" y="247555"/>
                          <a:pt x="21256" y="226124"/>
                        </a:cubicBezTo>
                        <a:cubicBezTo>
                          <a:pt x="38401" y="168402"/>
                          <a:pt x="49831" y="109061"/>
                          <a:pt x="56498" y="49244"/>
                        </a:cubicBezTo>
                        <a:cubicBezTo>
                          <a:pt x="57451" y="40862"/>
                          <a:pt x="58308" y="32480"/>
                          <a:pt x="59070" y="24003"/>
                        </a:cubicBezTo>
                        <a:cubicBezTo>
                          <a:pt x="59642" y="18098"/>
                          <a:pt x="62976" y="4953"/>
                          <a:pt x="60309" y="0"/>
                        </a:cubicBezTo>
                        <a:cubicBezTo>
                          <a:pt x="57356" y="8477"/>
                          <a:pt x="57451" y="19336"/>
                          <a:pt x="56308" y="28384"/>
                        </a:cubicBezTo>
                        <a:cubicBezTo>
                          <a:pt x="54975" y="37814"/>
                          <a:pt x="53736" y="47149"/>
                          <a:pt x="52498" y="56483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27" name="Forme libre : forme 14626">
                    <a:extLst>
                      <a:ext uri="{FF2B5EF4-FFF2-40B4-BE49-F238E27FC236}">
                        <a16:creationId xmlns:a16="http://schemas.microsoft.com/office/drawing/2014/main" id="{675E2C49-CF86-4BC3-88CA-472DBCD0D0C6}"/>
                      </a:ext>
                    </a:extLst>
                  </p:cNvPr>
                  <p:cNvSpPr/>
                  <p:nvPr/>
                </p:nvSpPr>
                <p:spPr>
                  <a:xfrm>
                    <a:off x="7893420" y="1634462"/>
                    <a:ext cx="117831" cy="227800"/>
                  </a:xfrm>
                  <a:custGeom>
                    <a:avLst/>
                    <a:gdLst>
                      <a:gd name="connsiteX0" fmla="*/ 22531 w 117831"/>
                      <a:gd name="connsiteY0" fmla="*/ 19934 h 227800"/>
                      <a:gd name="connsiteX1" fmla="*/ 35961 w 117831"/>
                      <a:gd name="connsiteY1" fmla="*/ 17839 h 227800"/>
                      <a:gd name="connsiteX2" fmla="*/ 50916 w 117831"/>
                      <a:gd name="connsiteY2" fmla="*/ 9742 h 227800"/>
                      <a:gd name="connsiteX3" fmla="*/ 66918 w 117831"/>
                      <a:gd name="connsiteY3" fmla="*/ 1646 h 227800"/>
                      <a:gd name="connsiteX4" fmla="*/ 73871 w 117831"/>
                      <a:gd name="connsiteY4" fmla="*/ 27 h 227800"/>
                      <a:gd name="connsiteX5" fmla="*/ 85301 w 117831"/>
                      <a:gd name="connsiteY5" fmla="*/ 12790 h 227800"/>
                      <a:gd name="connsiteX6" fmla="*/ 89682 w 117831"/>
                      <a:gd name="connsiteY6" fmla="*/ 46414 h 227800"/>
                      <a:gd name="connsiteX7" fmla="*/ 102160 w 117831"/>
                      <a:gd name="connsiteY7" fmla="*/ 135758 h 227800"/>
                      <a:gd name="connsiteX8" fmla="*/ 117781 w 117831"/>
                      <a:gd name="connsiteY8" fmla="*/ 218149 h 227800"/>
                      <a:gd name="connsiteX9" fmla="*/ 113400 w 117831"/>
                      <a:gd name="connsiteY9" fmla="*/ 227770 h 227800"/>
                      <a:gd name="connsiteX10" fmla="*/ 106447 w 117831"/>
                      <a:gd name="connsiteY10" fmla="*/ 222055 h 227800"/>
                      <a:gd name="connsiteX11" fmla="*/ 84825 w 117831"/>
                      <a:gd name="connsiteY11" fmla="*/ 177478 h 227800"/>
                      <a:gd name="connsiteX12" fmla="*/ 17864 w 117831"/>
                      <a:gd name="connsiteY12" fmla="*/ 65178 h 227800"/>
                      <a:gd name="connsiteX13" fmla="*/ 2148 w 117831"/>
                      <a:gd name="connsiteY13" fmla="*/ 27173 h 227800"/>
                      <a:gd name="connsiteX14" fmla="*/ 4243 w 117831"/>
                      <a:gd name="connsiteY14" fmla="*/ 15743 h 227800"/>
                      <a:gd name="connsiteX15" fmla="*/ 22531 w 117831"/>
                      <a:gd name="connsiteY15" fmla="*/ 19934 h 227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7831" h="227800">
                        <a:moveTo>
                          <a:pt x="22531" y="19934"/>
                        </a:moveTo>
                        <a:cubicBezTo>
                          <a:pt x="27103" y="20029"/>
                          <a:pt x="31675" y="19362"/>
                          <a:pt x="35961" y="17839"/>
                        </a:cubicBezTo>
                        <a:cubicBezTo>
                          <a:pt x="41296" y="15933"/>
                          <a:pt x="46058" y="12695"/>
                          <a:pt x="50916" y="9742"/>
                        </a:cubicBezTo>
                        <a:cubicBezTo>
                          <a:pt x="56059" y="6694"/>
                          <a:pt x="61393" y="4027"/>
                          <a:pt x="66918" y="1646"/>
                        </a:cubicBezTo>
                        <a:cubicBezTo>
                          <a:pt x="69108" y="693"/>
                          <a:pt x="71490" y="-164"/>
                          <a:pt x="73871" y="27"/>
                        </a:cubicBezTo>
                        <a:cubicBezTo>
                          <a:pt x="79967" y="408"/>
                          <a:pt x="83586" y="6885"/>
                          <a:pt x="85301" y="12790"/>
                        </a:cubicBezTo>
                        <a:cubicBezTo>
                          <a:pt x="88444" y="23649"/>
                          <a:pt x="88921" y="35079"/>
                          <a:pt x="89682" y="46414"/>
                        </a:cubicBezTo>
                        <a:cubicBezTo>
                          <a:pt x="91683" y="76417"/>
                          <a:pt x="95874" y="106326"/>
                          <a:pt x="102160" y="135758"/>
                        </a:cubicBezTo>
                        <a:cubicBezTo>
                          <a:pt x="108066" y="163095"/>
                          <a:pt x="115781" y="190241"/>
                          <a:pt x="117781" y="218149"/>
                        </a:cubicBezTo>
                        <a:cubicBezTo>
                          <a:pt x="118067" y="222055"/>
                          <a:pt x="117210" y="227198"/>
                          <a:pt x="113400" y="227770"/>
                        </a:cubicBezTo>
                        <a:cubicBezTo>
                          <a:pt x="110256" y="228151"/>
                          <a:pt x="107971" y="224912"/>
                          <a:pt x="106447" y="222055"/>
                        </a:cubicBezTo>
                        <a:cubicBezTo>
                          <a:pt x="99017" y="207291"/>
                          <a:pt x="92445" y="192051"/>
                          <a:pt x="84825" y="177478"/>
                        </a:cubicBezTo>
                        <a:cubicBezTo>
                          <a:pt x="64727" y="138806"/>
                          <a:pt x="37200" y="104326"/>
                          <a:pt x="17864" y="65178"/>
                        </a:cubicBezTo>
                        <a:cubicBezTo>
                          <a:pt x="11768" y="52891"/>
                          <a:pt x="6529" y="40127"/>
                          <a:pt x="2148" y="27173"/>
                        </a:cubicBezTo>
                        <a:cubicBezTo>
                          <a:pt x="624" y="22696"/>
                          <a:pt x="-2710" y="15648"/>
                          <a:pt x="4243" y="15743"/>
                        </a:cubicBezTo>
                        <a:cubicBezTo>
                          <a:pt x="9863" y="15648"/>
                          <a:pt x="16245" y="19934"/>
                          <a:pt x="22531" y="1993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28" name="Forme libre : forme 14627">
                    <a:extLst>
                      <a:ext uri="{FF2B5EF4-FFF2-40B4-BE49-F238E27FC236}">
                        <a16:creationId xmlns:a16="http://schemas.microsoft.com/office/drawing/2014/main" id="{E2B63537-D3C6-453D-8D0A-816F1102B83A}"/>
                      </a:ext>
                    </a:extLst>
                  </p:cNvPr>
                  <p:cNvSpPr/>
                  <p:nvPr/>
                </p:nvSpPr>
                <p:spPr>
                  <a:xfrm>
                    <a:off x="8006023" y="1586293"/>
                    <a:ext cx="66514" cy="165209"/>
                  </a:xfrm>
                  <a:custGeom>
                    <a:avLst/>
                    <a:gdLst>
                      <a:gd name="connsiteX0" fmla="*/ 65567 w 66514"/>
                      <a:gd name="connsiteY0" fmla="*/ 0 h 165209"/>
                      <a:gd name="connsiteX1" fmla="*/ 65376 w 66514"/>
                      <a:gd name="connsiteY1" fmla="*/ 17812 h 165209"/>
                      <a:gd name="connsiteX2" fmla="*/ 44612 w 66514"/>
                      <a:gd name="connsiteY2" fmla="*/ 129159 h 165209"/>
                      <a:gd name="connsiteX3" fmla="*/ 34325 w 66514"/>
                      <a:gd name="connsiteY3" fmla="*/ 161639 h 165209"/>
                      <a:gd name="connsiteX4" fmla="*/ 31087 w 66514"/>
                      <a:gd name="connsiteY4" fmla="*/ 165068 h 165209"/>
                      <a:gd name="connsiteX5" fmla="*/ 26229 w 66514"/>
                      <a:gd name="connsiteY5" fmla="*/ 162782 h 165209"/>
                      <a:gd name="connsiteX6" fmla="*/ 24800 w 66514"/>
                      <a:gd name="connsiteY6" fmla="*/ 157258 h 165209"/>
                      <a:gd name="connsiteX7" fmla="*/ 10132 w 66514"/>
                      <a:gd name="connsiteY7" fmla="*/ 64960 h 165209"/>
                      <a:gd name="connsiteX8" fmla="*/ 35 w 66514"/>
                      <a:gd name="connsiteY8" fmla="*/ 19812 h 165209"/>
                      <a:gd name="connsiteX9" fmla="*/ 23848 w 66514"/>
                      <a:gd name="connsiteY9" fmla="*/ 10382 h 165209"/>
                      <a:gd name="connsiteX10" fmla="*/ 45565 w 66514"/>
                      <a:gd name="connsiteY10" fmla="*/ 8572 h 165209"/>
                      <a:gd name="connsiteX11" fmla="*/ 65567 w 66514"/>
                      <a:gd name="connsiteY11" fmla="*/ 0 h 165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6514" h="165209">
                        <a:moveTo>
                          <a:pt x="65567" y="0"/>
                        </a:moveTo>
                        <a:cubicBezTo>
                          <a:pt x="67282" y="5715"/>
                          <a:pt x="66329" y="11906"/>
                          <a:pt x="65376" y="17812"/>
                        </a:cubicBezTo>
                        <a:cubicBezTo>
                          <a:pt x="59471" y="55054"/>
                          <a:pt x="52518" y="92202"/>
                          <a:pt x="44612" y="129159"/>
                        </a:cubicBezTo>
                        <a:cubicBezTo>
                          <a:pt x="42231" y="140303"/>
                          <a:pt x="39659" y="151543"/>
                          <a:pt x="34325" y="161639"/>
                        </a:cubicBezTo>
                        <a:cubicBezTo>
                          <a:pt x="33563" y="163068"/>
                          <a:pt x="32610" y="164592"/>
                          <a:pt x="31087" y="165068"/>
                        </a:cubicBezTo>
                        <a:cubicBezTo>
                          <a:pt x="29277" y="165640"/>
                          <a:pt x="27181" y="164402"/>
                          <a:pt x="26229" y="162782"/>
                        </a:cubicBezTo>
                        <a:cubicBezTo>
                          <a:pt x="25181" y="161163"/>
                          <a:pt x="24991" y="159163"/>
                          <a:pt x="24800" y="157258"/>
                        </a:cubicBezTo>
                        <a:cubicBezTo>
                          <a:pt x="21276" y="126302"/>
                          <a:pt x="16323" y="95440"/>
                          <a:pt x="10132" y="64960"/>
                        </a:cubicBezTo>
                        <a:cubicBezTo>
                          <a:pt x="7179" y="50482"/>
                          <a:pt x="892" y="34480"/>
                          <a:pt x="35" y="19812"/>
                        </a:cubicBezTo>
                        <a:cubicBezTo>
                          <a:pt x="-822" y="4477"/>
                          <a:pt x="14227" y="9716"/>
                          <a:pt x="23848" y="10382"/>
                        </a:cubicBezTo>
                        <a:cubicBezTo>
                          <a:pt x="31087" y="10858"/>
                          <a:pt x="38516" y="10287"/>
                          <a:pt x="45565" y="8572"/>
                        </a:cubicBezTo>
                        <a:cubicBezTo>
                          <a:pt x="47469" y="7906"/>
                          <a:pt x="66234" y="2095"/>
                          <a:pt x="65567" y="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29" name="Forme libre : forme 14628">
                    <a:extLst>
                      <a:ext uri="{FF2B5EF4-FFF2-40B4-BE49-F238E27FC236}">
                        <a16:creationId xmlns:a16="http://schemas.microsoft.com/office/drawing/2014/main" id="{3377AB92-A2A0-401B-9219-C540E5979400}"/>
                      </a:ext>
                    </a:extLst>
                  </p:cNvPr>
                  <p:cNvSpPr/>
                  <p:nvPr/>
                </p:nvSpPr>
                <p:spPr>
                  <a:xfrm>
                    <a:off x="8050773" y="1635180"/>
                    <a:ext cx="112516" cy="270412"/>
                  </a:xfrm>
                  <a:custGeom>
                    <a:avLst/>
                    <a:gdLst>
                      <a:gd name="connsiteX0" fmla="*/ 98350 w 112516"/>
                      <a:gd name="connsiteY0" fmla="*/ 16454 h 270412"/>
                      <a:gd name="connsiteX1" fmla="*/ 108827 w 112516"/>
                      <a:gd name="connsiteY1" fmla="*/ 18930 h 270412"/>
                      <a:gd name="connsiteX2" fmla="*/ 110828 w 112516"/>
                      <a:gd name="connsiteY2" fmla="*/ 37028 h 270412"/>
                      <a:gd name="connsiteX3" fmla="*/ 49106 w 112516"/>
                      <a:gd name="connsiteY3" fmla="*/ 155233 h 270412"/>
                      <a:gd name="connsiteX4" fmla="*/ 28913 w 112516"/>
                      <a:gd name="connsiteY4" fmla="*/ 263151 h 270412"/>
                      <a:gd name="connsiteX5" fmla="*/ 27770 w 112516"/>
                      <a:gd name="connsiteY5" fmla="*/ 268390 h 270412"/>
                      <a:gd name="connsiteX6" fmla="*/ 23198 w 112516"/>
                      <a:gd name="connsiteY6" fmla="*/ 270105 h 270412"/>
                      <a:gd name="connsiteX7" fmla="*/ 21293 w 112516"/>
                      <a:gd name="connsiteY7" fmla="*/ 267723 h 270412"/>
                      <a:gd name="connsiteX8" fmla="*/ 243 w 112516"/>
                      <a:gd name="connsiteY8" fmla="*/ 192666 h 270412"/>
                      <a:gd name="connsiteX9" fmla="*/ 4719 w 112516"/>
                      <a:gd name="connsiteY9" fmla="*/ 168759 h 270412"/>
                      <a:gd name="connsiteX10" fmla="*/ 46058 w 112516"/>
                      <a:gd name="connsiteY10" fmla="*/ 17311 h 270412"/>
                      <a:gd name="connsiteX11" fmla="*/ 49582 w 112516"/>
                      <a:gd name="connsiteY11" fmla="*/ 738 h 270412"/>
                      <a:gd name="connsiteX12" fmla="*/ 62631 w 112516"/>
                      <a:gd name="connsiteY12" fmla="*/ 4738 h 270412"/>
                      <a:gd name="connsiteX13" fmla="*/ 98350 w 112516"/>
                      <a:gd name="connsiteY13" fmla="*/ 16454 h 270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2516" h="270412">
                        <a:moveTo>
                          <a:pt x="98350" y="16454"/>
                        </a:moveTo>
                        <a:cubicBezTo>
                          <a:pt x="101969" y="16644"/>
                          <a:pt x="105970" y="16740"/>
                          <a:pt x="108827" y="18930"/>
                        </a:cubicBezTo>
                        <a:cubicBezTo>
                          <a:pt x="113971" y="22836"/>
                          <a:pt x="112828" y="30837"/>
                          <a:pt x="110828" y="37028"/>
                        </a:cubicBezTo>
                        <a:cubicBezTo>
                          <a:pt x="96921" y="79319"/>
                          <a:pt x="66251" y="114180"/>
                          <a:pt x="49106" y="155233"/>
                        </a:cubicBezTo>
                        <a:cubicBezTo>
                          <a:pt x="34913" y="189142"/>
                          <a:pt x="30437" y="226385"/>
                          <a:pt x="28913" y="263151"/>
                        </a:cubicBezTo>
                        <a:cubicBezTo>
                          <a:pt x="28818" y="264961"/>
                          <a:pt x="28722" y="266866"/>
                          <a:pt x="27770" y="268390"/>
                        </a:cubicBezTo>
                        <a:cubicBezTo>
                          <a:pt x="26817" y="269914"/>
                          <a:pt x="24722" y="270962"/>
                          <a:pt x="23198" y="270105"/>
                        </a:cubicBezTo>
                        <a:cubicBezTo>
                          <a:pt x="22341" y="269628"/>
                          <a:pt x="21769" y="268676"/>
                          <a:pt x="21293" y="267723"/>
                        </a:cubicBezTo>
                        <a:cubicBezTo>
                          <a:pt x="8910" y="244482"/>
                          <a:pt x="-1758" y="218955"/>
                          <a:pt x="243" y="192666"/>
                        </a:cubicBezTo>
                        <a:cubicBezTo>
                          <a:pt x="814" y="184570"/>
                          <a:pt x="2624" y="176664"/>
                          <a:pt x="4719" y="168759"/>
                        </a:cubicBezTo>
                        <a:cubicBezTo>
                          <a:pt x="18150" y="117990"/>
                          <a:pt x="44724" y="69794"/>
                          <a:pt x="46058" y="17311"/>
                        </a:cubicBezTo>
                        <a:cubicBezTo>
                          <a:pt x="46153" y="12834"/>
                          <a:pt x="45010" y="3405"/>
                          <a:pt x="49582" y="738"/>
                        </a:cubicBezTo>
                        <a:cubicBezTo>
                          <a:pt x="53773" y="-1739"/>
                          <a:pt x="59297" y="2643"/>
                          <a:pt x="62631" y="4738"/>
                        </a:cubicBezTo>
                        <a:cubicBezTo>
                          <a:pt x="73299" y="11501"/>
                          <a:pt x="85682" y="15597"/>
                          <a:pt x="98350" y="1645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30" name="Forme libre : forme 14629">
                    <a:extLst>
                      <a:ext uri="{FF2B5EF4-FFF2-40B4-BE49-F238E27FC236}">
                        <a16:creationId xmlns:a16="http://schemas.microsoft.com/office/drawing/2014/main" id="{BFC8FB16-968A-4299-9C84-0B6FF2EC2A91}"/>
                      </a:ext>
                    </a:extLst>
                  </p:cNvPr>
                  <p:cNvSpPr/>
                  <p:nvPr/>
                </p:nvSpPr>
                <p:spPr>
                  <a:xfrm>
                    <a:off x="8012110" y="1912966"/>
                    <a:ext cx="63479" cy="339229"/>
                  </a:xfrm>
                  <a:custGeom>
                    <a:avLst/>
                    <a:gdLst>
                      <a:gd name="connsiteX0" fmla="*/ 41382 w 63479"/>
                      <a:gd name="connsiteY0" fmla="*/ 124621 h 339229"/>
                      <a:gd name="connsiteX1" fmla="*/ 50335 w 63479"/>
                      <a:gd name="connsiteY1" fmla="*/ 159673 h 339229"/>
                      <a:gd name="connsiteX2" fmla="*/ 54622 w 63479"/>
                      <a:gd name="connsiteY2" fmla="*/ 226825 h 339229"/>
                      <a:gd name="connsiteX3" fmla="*/ 63480 w 63479"/>
                      <a:gd name="connsiteY3" fmla="*/ 339029 h 339229"/>
                      <a:gd name="connsiteX4" fmla="*/ 47573 w 63479"/>
                      <a:gd name="connsiteY4" fmla="*/ 328075 h 339229"/>
                      <a:gd name="connsiteX5" fmla="*/ 14712 w 63479"/>
                      <a:gd name="connsiteY5" fmla="*/ 193011 h 339229"/>
                      <a:gd name="connsiteX6" fmla="*/ 13188 w 63479"/>
                      <a:gd name="connsiteY6" fmla="*/ 125574 h 339229"/>
                      <a:gd name="connsiteX7" fmla="*/ 8806 w 63479"/>
                      <a:gd name="connsiteY7" fmla="*/ 40897 h 339229"/>
                      <a:gd name="connsiteX8" fmla="*/ 3663 w 63479"/>
                      <a:gd name="connsiteY8" fmla="*/ 20894 h 339229"/>
                      <a:gd name="connsiteX9" fmla="*/ 329 w 63479"/>
                      <a:gd name="connsiteY9" fmla="*/ 3654 h 339229"/>
                      <a:gd name="connsiteX10" fmla="*/ 7949 w 63479"/>
                      <a:gd name="connsiteY10" fmla="*/ 130 h 339229"/>
                      <a:gd name="connsiteX11" fmla="*/ 15474 w 63479"/>
                      <a:gd name="connsiteY11" fmla="*/ 7845 h 339229"/>
                      <a:gd name="connsiteX12" fmla="*/ 33000 w 63479"/>
                      <a:gd name="connsiteY12" fmla="*/ 82426 h 339229"/>
                      <a:gd name="connsiteX13" fmla="*/ 41382 w 63479"/>
                      <a:gd name="connsiteY13" fmla="*/ 124621 h 339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3479" h="339229">
                        <a:moveTo>
                          <a:pt x="41382" y="124621"/>
                        </a:moveTo>
                        <a:cubicBezTo>
                          <a:pt x="44335" y="136337"/>
                          <a:pt x="47954" y="147862"/>
                          <a:pt x="50335" y="159673"/>
                        </a:cubicBezTo>
                        <a:cubicBezTo>
                          <a:pt x="54622" y="181676"/>
                          <a:pt x="54145" y="204346"/>
                          <a:pt x="54622" y="226825"/>
                        </a:cubicBezTo>
                        <a:cubicBezTo>
                          <a:pt x="55574" y="264353"/>
                          <a:pt x="59479" y="301691"/>
                          <a:pt x="63480" y="339029"/>
                        </a:cubicBezTo>
                        <a:cubicBezTo>
                          <a:pt x="56717" y="340458"/>
                          <a:pt x="51097" y="333981"/>
                          <a:pt x="47573" y="328075"/>
                        </a:cubicBezTo>
                        <a:cubicBezTo>
                          <a:pt x="23761" y="287785"/>
                          <a:pt x="17379" y="239683"/>
                          <a:pt x="14712" y="193011"/>
                        </a:cubicBezTo>
                        <a:cubicBezTo>
                          <a:pt x="13473" y="170532"/>
                          <a:pt x="12902" y="148053"/>
                          <a:pt x="13188" y="125574"/>
                        </a:cubicBezTo>
                        <a:cubicBezTo>
                          <a:pt x="13473" y="97285"/>
                          <a:pt x="14997" y="68614"/>
                          <a:pt x="8806" y="40897"/>
                        </a:cubicBezTo>
                        <a:cubicBezTo>
                          <a:pt x="7282" y="34134"/>
                          <a:pt x="5377" y="27562"/>
                          <a:pt x="3663" y="20894"/>
                        </a:cubicBezTo>
                        <a:cubicBezTo>
                          <a:pt x="2520" y="16513"/>
                          <a:pt x="-1100" y="8035"/>
                          <a:pt x="329" y="3654"/>
                        </a:cubicBezTo>
                        <a:cubicBezTo>
                          <a:pt x="1377" y="415"/>
                          <a:pt x="4901" y="-347"/>
                          <a:pt x="7949" y="130"/>
                        </a:cubicBezTo>
                        <a:cubicBezTo>
                          <a:pt x="12426" y="892"/>
                          <a:pt x="13950" y="3940"/>
                          <a:pt x="15474" y="7845"/>
                        </a:cubicBezTo>
                        <a:cubicBezTo>
                          <a:pt x="24713" y="31753"/>
                          <a:pt x="28714" y="57280"/>
                          <a:pt x="33000" y="82426"/>
                        </a:cubicBezTo>
                        <a:cubicBezTo>
                          <a:pt x="35381" y="96523"/>
                          <a:pt x="37857" y="110715"/>
                          <a:pt x="41382" y="12462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31" name="Forme libre : forme 14630">
                    <a:extLst>
                      <a:ext uri="{FF2B5EF4-FFF2-40B4-BE49-F238E27FC236}">
                        <a16:creationId xmlns:a16="http://schemas.microsoft.com/office/drawing/2014/main" id="{4BB0DB2E-5B9C-4AE9-B9AC-28B4B0343A8D}"/>
                      </a:ext>
                    </a:extLst>
                  </p:cNvPr>
                  <p:cNvSpPr/>
                  <p:nvPr/>
                </p:nvSpPr>
                <p:spPr>
                  <a:xfrm>
                    <a:off x="7989003" y="2116640"/>
                    <a:ext cx="22923" cy="150477"/>
                  </a:xfrm>
                  <a:custGeom>
                    <a:avLst/>
                    <a:gdLst>
                      <a:gd name="connsiteX0" fmla="*/ 12292 w 22923"/>
                      <a:gd name="connsiteY0" fmla="*/ 66775 h 150477"/>
                      <a:gd name="connsiteX1" fmla="*/ 22293 w 22923"/>
                      <a:gd name="connsiteY1" fmla="*/ 114400 h 150477"/>
                      <a:gd name="connsiteX2" fmla="*/ 20103 w 22923"/>
                      <a:gd name="connsiteY2" fmla="*/ 136879 h 150477"/>
                      <a:gd name="connsiteX3" fmla="*/ 10768 w 22923"/>
                      <a:gd name="connsiteY3" fmla="*/ 148213 h 150477"/>
                      <a:gd name="connsiteX4" fmla="*/ 7434 w 22923"/>
                      <a:gd name="connsiteY4" fmla="*/ 150404 h 150477"/>
                      <a:gd name="connsiteX5" fmla="*/ 2767 w 22923"/>
                      <a:gd name="connsiteY5" fmla="*/ 148023 h 150477"/>
                      <a:gd name="connsiteX6" fmla="*/ 1529 w 22923"/>
                      <a:gd name="connsiteY6" fmla="*/ 142689 h 150477"/>
                      <a:gd name="connsiteX7" fmla="*/ 3624 w 22923"/>
                      <a:gd name="connsiteY7" fmla="*/ 128021 h 150477"/>
                      <a:gd name="connsiteX8" fmla="*/ 2576 w 22923"/>
                      <a:gd name="connsiteY8" fmla="*/ 46201 h 150477"/>
                      <a:gd name="connsiteX9" fmla="*/ 5 w 22923"/>
                      <a:gd name="connsiteY9" fmla="*/ 5243 h 150477"/>
                      <a:gd name="connsiteX10" fmla="*/ 5625 w 22923"/>
                      <a:gd name="connsiteY10" fmla="*/ 2767 h 150477"/>
                      <a:gd name="connsiteX11" fmla="*/ 6767 w 22923"/>
                      <a:gd name="connsiteY11" fmla="*/ 20959 h 150477"/>
                      <a:gd name="connsiteX12" fmla="*/ 12292 w 22923"/>
                      <a:gd name="connsiteY12" fmla="*/ 66775 h 15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2923" h="150477">
                        <a:moveTo>
                          <a:pt x="12292" y="66775"/>
                        </a:moveTo>
                        <a:cubicBezTo>
                          <a:pt x="15531" y="82682"/>
                          <a:pt x="20293" y="98303"/>
                          <a:pt x="22293" y="114400"/>
                        </a:cubicBezTo>
                        <a:cubicBezTo>
                          <a:pt x="23246" y="122020"/>
                          <a:pt x="23532" y="130021"/>
                          <a:pt x="20103" y="136879"/>
                        </a:cubicBezTo>
                        <a:cubicBezTo>
                          <a:pt x="17912" y="141260"/>
                          <a:pt x="14292" y="144784"/>
                          <a:pt x="10768" y="148213"/>
                        </a:cubicBezTo>
                        <a:cubicBezTo>
                          <a:pt x="9816" y="149166"/>
                          <a:pt x="8768" y="150118"/>
                          <a:pt x="7434" y="150404"/>
                        </a:cubicBezTo>
                        <a:cubicBezTo>
                          <a:pt x="5625" y="150785"/>
                          <a:pt x="3720" y="149642"/>
                          <a:pt x="2767" y="148023"/>
                        </a:cubicBezTo>
                        <a:cubicBezTo>
                          <a:pt x="1815" y="146404"/>
                          <a:pt x="1624" y="144499"/>
                          <a:pt x="1529" y="142689"/>
                        </a:cubicBezTo>
                        <a:cubicBezTo>
                          <a:pt x="1434" y="137736"/>
                          <a:pt x="2672" y="132878"/>
                          <a:pt x="3624" y="128021"/>
                        </a:cubicBezTo>
                        <a:cubicBezTo>
                          <a:pt x="8768" y="100969"/>
                          <a:pt x="5339" y="73347"/>
                          <a:pt x="2576" y="46201"/>
                        </a:cubicBezTo>
                        <a:cubicBezTo>
                          <a:pt x="1243" y="32580"/>
                          <a:pt x="-91" y="18959"/>
                          <a:pt x="5" y="5243"/>
                        </a:cubicBezTo>
                        <a:cubicBezTo>
                          <a:pt x="5" y="671"/>
                          <a:pt x="2196" y="-2567"/>
                          <a:pt x="5625" y="2767"/>
                        </a:cubicBezTo>
                        <a:cubicBezTo>
                          <a:pt x="8387" y="7053"/>
                          <a:pt x="6577" y="15911"/>
                          <a:pt x="6767" y="20959"/>
                        </a:cubicBezTo>
                        <a:cubicBezTo>
                          <a:pt x="7339" y="36485"/>
                          <a:pt x="9149" y="51725"/>
                          <a:pt x="12292" y="6677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632" name="Forme libre : forme 14631">
                  <a:extLst>
                    <a:ext uri="{FF2B5EF4-FFF2-40B4-BE49-F238E27FC236}">
                      <a16:creationId xmlns:a16="http://schemas.microsoft.com/office/drawing/2014/main" id="{355D7D2E-1335-4514-BCFF-7D9A29820A78}"/>
                    </a:ext>
                  </a:extLst>
                </p:cNvPr>
                <p:cNvSpPr/>
                <p:nvPr/>
              </p:nvSpPr>
              <p:spPr>
                <a:xfrm>
                  <a:off x="7913969" y="1661301"/>
                  <a:ext cx="59798" cy="110635"/>
                </a:xfrm>
                <a:custGeom>
                  <a:avLst/>
                  <a:gdLst>
                    <a:gd name="connsiteX0" fmla="*/ 18460 w 59798"/>
                    <a:gd name="connsiteY0" fmla="*/ 56627 h 110635"/>
                    <a:gd name="connsiteX1" fmla="*/ 50940 w 59798"/>
                    <a:gd name="connsiteY1" fmla="*/ 104633 h 110635"/>
                    <a:gd name="connsiteX2" fmla="*/ 59798 w 59798"/>
                    <a:gd name="connsiteY2" fmla="*/ 110633 h 110635"/>
                    <a:gd name="connsiteX3" fmla="*/ 50654 w 59798"/>
                    <a:gd name="connsiteY3" fmla="*/ 88535 h 110635"/>
                    <a:gd name="connsiteX4" fmla="*/ 40748 w 59798"/>
                    <a:gd name="connsiteY4" fmla="*/ 62532 h 110635"/>
                    <a:gd name="connsiteX5" fmla="*/ 21603 w 59798"/>
                    <a:gd name="connsiteY5" fmla="*/ 9192 h 110635"/>
                    <a:gd name="connsiteX6" fmla="*/ 4077 w 59798"/>
                    <a:gd name="connsiteY6" fmla="*/ 2715 h 110635"/>
                    <a:gd name="connsiteX7" fmla="*/ 2839 w 59798"/>
                    <a:gd name="connsiteY7" fmla="*/ 26718 h 110635"/>
                    <a:gd name="connsiteX8" fmla="*/ 18460 w 59798"/>
                    <a:gd name="connsiteY8" fmla="*/ 56627 h 110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798" h="110635">
                      <a:moveTo>
                        <a:pt x="18460" y="56627"/>
                      </a:moveTo>
                      <a:cubicBezTo>
                        <a:pt x="28747" y="73010"/>
                        <a:pt x="39034" y="89393"/>
                        <a:pt x="50940" y="104633"/>
                      </a:cubicBezTo>
                      <a:cubicBezTo>
                        <a:pt x="53226" y="107585"/>
                        <a:pt x="56084" y="110729"/>
                        <a:pt x="59798" y="110633"/>
                      </a:cubicBezTo>
                      <a:cubicBezTo>
                        <a:pt x="56751" y="103299"/>
                        <a:pt x="53703" y="95965"/>
                        <a:pt x="50654" y="88535"/>
                      </a:cubicBezTo>
                      <a:cubicBezTo>
                        <a:pt x="47130" y="79963"/>
                        <a:pt x="43606" y="71390"/>
                        <a:pt x="40748" y="62532"/>
                      </a:cubicBezTo>
                      <a:cubicBezTo>
                        <a:pt x="34938" y="44625"/>
                        <a:pt x="31986" y="25289"/>
                        <a:pt x="21603" y="9192"/>
                      </a:cubicBezTo>
                      <a:cubicBezTo>
                        <a:pt x="17603" y="3001"/>
                        <a:pt x="11221" y="-3952"/>
                        <a:pt x="4077" y="2715"/>
                      </a:cubicBezTo>
                      <a:cubicBezTo>
                        <a:pt x="-2590" y="8906"/>
                        <a:pt x="363" y="19384"/>
                        <a:pt x="2839" y="26718"/>
                      </a:cubicBezTo>
                      <a:cubicBezTo>
                        <a:pt x="6459" y="37481"/>
                        <a:pt x="12554" y="47197"/>
                        <a:pt x="18460" y="56627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33" name="Forme libre : forme 14632">
                  <a:extLst>
                    <a:ext uri="{FF2B5EF4-FFF2-40B4-BE49-F238E27FC236}">
                      <a16:creationId xmlns:a16="http://schemas.microsoft.com/office/drawing/2014/main" id="{46282B5D-9B8B-4CF2-A71A-30FCA0E0DCA2}"/>
                    </a:ext>
                  </a:extLst>
                </p:cNvPr>
                <p:cNvSpPr/>
                <p:nvPr/>
              </p:nvSpPr>
              <p:spPr>
                <a:xfrm>
                  <a:off x="8026156" y="1607497"/>
                  <a:ext cx="21968" cy="56930"/>
                </a:xfrm>
                <a:custGeom>
                  <a:avLst/>
                  <a:gdLst>
                    <a:gd name="connsiteX0" fmla="*/ 11335 w 21968"/>
                    <a:gd name="connsiteY0" fmla="*/ 53757 h 56930"/>
                    <a:gd name="connsiteX1" fmla="*/ 16002 w 21968"/>
                    <a:gd name="connsiteY1" fmla="*/ 56614 h 56930"/>
                    <a:gd name="connsiteX2" fmla="*/ 17335 w 21968"/>
                    <a:gd name="connsiteY2" fmla="*/ 54043 h 56930"/>
                    <a:gd name="connsiteX3" fmla="*/ 7810 w 21968"/>
                    <a:gd name="connsiteY3" fmla="*/ 36 h 56930"/>
                    <a:gd name="connsiteX4" fmla="*/ 11335 w 21968"/>
                    <a:gd name="connsiteY4" fmla="*/ 53757 h 56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68" h="56930">
                      <a:moveTo>
                        <a:pt x="11335" y="53757"/>
                      </a:moveTo>
                      <a:cubicBezTo>
                        <a:pt x="12287" y="55567"/>
                        <a:pt x="14192" y="57757"/>
                        <a:pt x="16002" y="56614"/>
                      </a:cubicBezTo>
                      <a:cubicBezTo>
                        <a:pt x="16859" y="56043"/>
                        <a:pt x="17145" y="54995"/>
                        <a:pt x="17335" y="54043"/>
                      </a:cubicBezTo>
                      <a:cubicBezTo>
                        <a:pt x="20002" y="41184"/>
                        <a:pt x="30194" y="1941"/>
                        <a:pt x="7810" y="36"/>
                      </a:cubicBezTo>
                      <a:cubicBezTo>
                        <a:pt x="-9906" y="-1488"/>
                        <a:pt x="7525" y="46137"/>
                        <a:pt x="11335" y="53757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34" name="Forme libre : forme 14633">
                  <a:extLst>
                    <a:ext uri="{FF2B5EF4-FFF2-40B4-BE49-F238E27FC236}">
                      <a16:creationId xmlns:a16="http://schemas.microsoft.com/office/drawing/2014/main" id="{EA2CFE01-0048-4354-BAEB-84C6B68E1A55}"/>
                    </a:ext>
                  </a:extLst>
                </p:cNvPr>
                <p:cNvSpPr/>
                <p:nvPr/>
              </p:nvSpPr>
              <p:spPr>
                <a:xfrm>
                  <a:off x="8099688" y="1658249"/>
                  <a:ext cx="39450" cy="76134"/>
                </a:xfrm>
                <a:custGeom>
                  <a:avLst/>
                  <a:gdLst>
                    <a:gd name="connsiteX0" fmla="*/ 10573 w 39450"/>
                    <a:gd name="connsiteY0" fmla="*/ 32343 h 76134"/>
                    <a:gd name="connsiteX1" fmla="*/ 0 w 39450"/>
                    <a:gd name="connsiteY1" fmla="*/ 70443 h 76134"/>
                    <a:gd name="connsiteX2" fmla="*/ 1143 w 39450"/>
                    <a:gd name="connsiteY2" fmla="*/ 74919 h 76134"/>
                    <a:gd name="connsiteX3" fmla="*/ 6572 w 39450"/>
                    <a:gd name="connsiteY3" fmla="*/ 75586 h 76134"/>
                    <a:gd name="connsiteX4" fmla="*/ 10763 w 39450"/>
                    <a:gd name="connsiteY4" fmla="*/ 71586 h 76134"/>
                    <a:gd name="connsiteX5" fmla="*/ 39338 w 39450"/>
                    <a:gd name="connsiteY5" fmla="*/ 12245 h 76134"/>
                    <a:gd name="connsiteX6" fmla="*/ 29146 w 39450"/>
                    <a:gd name="connsiteY6" fmla="*/ 529 h 76134"/>
                    <a:gd name="connsiteX7" fmla="*/ 10573 w 39450"/>
                    <a:gd name="connsiteY7" fmla="*/ 32343 h 76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450" h="76134">
                      <a:moveTo>
                        <a:pt x="10573" y="32343"/>
                      </a:moveTo>
                      <a:cubicBezTo>
                        <a:pt x="5144" y="44440"/>
                        <a:pt x="95" y="57108"/>
                        <a:pt x="0" y="70443"/>
                      </a:cubicBezTo>
                      <a:cubicBezTo>
                        <a:pt x="0" y="71967"/>
                        <a:pt x="95" y="73681"/>
                        <a:pt x="1143" y="74919"/>
                      </a:cubicBezTo>
                      <a:cubicBezTo>
                        <a:pt x="2477" y="76348"/>
                        <a:pt x="4763" y="76444"/>
                        <a:pt x="6572" y="75586"/>
                      </a:cubicBezTo>
                      <a:cubicBezTo>
                        <a:pt x="8287" y="74729"/>
                        <a:pt x="9620" y="73205"/>
                        <a:pt x="10763" y="71586"/>
                      </a:cubicBezTo>
                      <a:cubicBezTo>
                        <a:pt x="22670" y="56346"/>
                        <a:pt x="41053" y="32724"/>
                        <a:pt x="39338" y="12245"/>
                      </a:cubicBezTo>
                      <a:cubicBezTo>
                        <a:pt x="38862" y="6435"/>
                        <a:pt x="36576" y="-2233"/>
                        <a:pt x="29146" y="529"/>
                      </a:cubicBezTo>
                      <a:cubicBezTo>
                        <a:pt x="19907" y="3768"/>
                        <a:pt x="14192" y="24246"/>
                        <a:pt x="10573" y="32343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35" name="Forme libre : forme 14634">
                  <a:extLst>
                    <a:ext uri="{FF2B5EF4-FFF2-40B4-BE49-F238E27FC236}">
                      <a16:creationId xmlns:a16="http://schemas.microsoft.com/office/drawing/2014/main" id="{E14985AB-1426-4555-BBE7-9CFBBE841AFF}"/>
                    </a:ext>
                  </a:extLst>
                </p:cNvPr>
                <p:cNvSpPr/>
                <p:nvPr/>
              </p:nvSpPr>
              <p:spPr>
                <a:xfrm>
                  <a:off x="8008153" y="1740502"/>
                  <a:ext cx="38861" cy="170402"/>
                </a:xfrm>
                <a:custGeom>
                  <a:avLst/>
                  <a:gdLst>
                    <a:gd name="connsiteX0" fmla="*/ 17240 w 38861"/>
                    <a:gd name="connsiteY0" fmla="*/ 70199 h 170402"/>
                    <a:gd name="connsiteX1" fmla="*/ 38862 w 38861"/>
                    <a:gd name="connsiteY1" fmla="*/ 26479 h 170402"/>
                    <a:gd name="connsiteX2" fmla="*/ 22765 w 38861"/>
                    <a:gd name="connsiteY2" fmla="*/ 77724 h 170402"/>
                    <a:gd name="connsiteX3" fmla="*/ 26670 w 38861"/>
                    <a:gd name="connsiteY3" fmla="*/ 132397 h 170402"/>
                    <a:gd name="connsiteX4" fmla="*/ 34862 w 38861"/>
                    <a:gd name="connsiteY4" fmla="*/ 170402 h 170402"/>
                    <a:gd name="connsiteX5" fmla="*/ 9715 w 38861"/>
                    <a:gd name="connsiteY5" fmla="*/ 69723 h 170402"/>
                    <a:gd name="connsiteX6" fmla="*/ 2191 w 38861"/>
                    <a:gd name="connsiteY6" fmla="*/ 17050 h 170402"/>
                    <a:gd name="connsiteX7" fmla="*/ 0 w 38861"/>
                    <a:gd name="connsiteY7" fmla="*/ 0 h 170402"/>
                    <a:gd name="connsiteX8" fmla="*/ 3715 w 38861"/>
                    <a:gd name="connsiteY8" fmla="*/ 12382 h 170402"/>
                    <a:gd name="connsiteX9" fmla="*/ 7334 w 38861"/>
                    <a:gd name="connsiteY9" fmla="*/ 31623 h 170402"/>
                    <a:gd name="connsiteX10" fmla="*/ 17240 w 38861"/>
                    <a:gd name="connsiteY10" fmla="*/ 70199 h 170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8861" h="170402">
                      <a:moveTo>
                        <a:pt x="17240" y="70199"/>
                      </a:moveTo>
                      <a:cubicBezTo>
                        <a:pt x="26575" y="56769"/>
                        <a:pt x="33814" y="42005"/>
                        <a:pt x="38862" y="26479"/>
                      </a:cubicBezTo>
                      <a:cubicBezTo>
                        <a:pt x="37624" y="44386"/>
                        <a:pt x="26575" y="60198"/>
                        <a:pt x="22765" y="77724"/>
                      </a:cubicBezTo>
                      <a:cubicBezTo>
                        <a:pt x="18859" y="95726"/>
                        <a:pt x="22765" y="114395"/>
                        <a:pt x="26670" y="132397"/>
                      </a:cubicBezTo>
                      <a:cubicBezTo>
                        <a:pt x="29432" y="145066"/>
                        <a:pt x="32099" y="157734"/>
                        <a:pt x="34862" y="170402"/>
                      </a:cubicBezTo>
                      <a:cubicBezTo>
                        <a:pt x="22574" y="138017"/>
                        <a:pt x="15145" y="103918"/>
                        <a:pt x="9715" y="69723"/>
                      </a:cubicBezTo>
                      <a:cubicBezTo>
                        <a:pt x="6858" y="52197"/>
                        <a:pt x="4572" y="34576"/>
                        <a:pt x="2191" y="17050"/>
                      </a:cubicBezTo>
                      <a:cubicBezTo>
                        <a:pt x="1524" y="11335"/>
                        <a:pt x="381" y="5715"/>
                        <a:pt x="0" y="0"/>
                      </a:cubicBezTo>
                      <a:cubicBezTo>
                        <a:pt x="2953" y="3810"/>
                        <a:pt x="2953" y="7810"/>
                        <a:pt x="3715" y="12382"/>
                      </a:cubicBezTo>
                      <a:cubicBezTo>
                        <a:pt x="4763" y="18859"/>
                        <a:pt x="6001" y="25241"/>
                        <a:pt x="7334" y="31623"/>
                      </a:cubicBezTo>
                      <a:cubicBezTo>
                        <a:pt x="10096" y="44672"/>
                        <a:pt x="13335" y="57531"/>
                        <a:pt x="17240" y="70199"/>
                      </a:cubicBezTo>
                      <a:close/>
                    </a:path>
                  </a:pathLst>
                </a:custGeom>
                <a:solidFill>
                  <a:srgbClr val="6B359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636" name="Graphique 2">
                <a:extLst>
                  <a:ext uri="{FF2B5EF4-FFF2-40B4-BE49-F238E27FC236}">
                    <a16:creationId xmlns:a16="http://schemas.microsoft.com/office/drawing/2014/main" id="{20AB808E-2FE7-44EE-AA33-BEFE7FA4460F}"/>
                  </a:ext>
                </a:extLst>
              </p:cNvPr>
              <p:cNvGrpSpPr/>
              <p:nvPr/>
            </p:nvGrpSpPr>
            <p:grpSpPr>
              <a:xfrm>
                <a:off x="7848514" y="4523053"/>
                <a:ext cx="371094" cy="845998"/>
                <a:chOff x="7848514" y="4523053"/>
                <a:chExt cx="371094" cy="845998"/>
              </a:xfrm>
              <a:solidFill>
                <a:schemeClr val="accent1"/>
              </a:solidFill>
            </p:grpSpPr>
            <p:grpSp>
              <p:nvGrpSpPr>
                <p:cNvPr id="14637" name="Graphique 2">
                  <a:extLst>
                    <a:ext uri="{FF2B5EF4-FFF2-40B4-BE49-F238E27FC236}">
                      <a16:creationId xmlns:a16="http://schemas.microsoft.com/office/drawing/2014/main" id="{0BF7085D-23FE-47F3-8610-6699B6E1358D}"/>
                    </a:ext>
                  </a:extLst>
                </p:cNvPr>
                <p:cNvGrpSpPr/>
                <p:nvPr/>
              </p:nvGrpSpPr>
              <p:grpSpPr>
                <a:xfrm>
                  <a:off x="7848514" y="4523053"/>
                  <a:ext cx="371094" cy="845998"/>
                  <a:chOff x="7848514" y="4523053"/>
                  <a:chExt cx="371094" cy="845998"/>
                </a:xfrm>
                <a:solidFill>
                  <a:schemeClr val="accent1"/>
                </a:solidFill>
              </p:grpSpPr>
              <p:sp>
                <p:nvSpPr>
                  <p:cNvPr id="14638" name="Forme libre : forme 14637">
                    <a:extLst>
                      <a:ext uri="{FF2B5EF4-FFF2-40B4-BE49-F238E27FC236}">
                        <a16:creationId xmlns:a16="http://schemas.microsoft.com/office/drawing/2014/main" id="{0A0B16E5-AFA1-485E-AC13-B62B12AAD5EC}"/>
                      </a:ext>
                    </a:extLst>
                  </p:cNvPr>
                  <p:cNvSpPr/>
                  <p:nvPr/>
                </p:nvSpPr>
                <p:spPr>
                  <a:xfrm>
                    <a:off x="7850991" y="4523053"/>
                    <a:ext cx="366521" cy="764750"/>
                  </a:xfrm>
                  <a:custGeom>
                    <a:avLst/>
                    <a:gdLst>
                      <a:gd name="connsiteX0" fmla="*/ 366522 w 366521"/>
                      <a:gd name="connsiteY0" fmla="*/ 698742 h 764750"/>
                      <a:gd name="connsiteX1" fmla="*/ 298418 w 366521"/>
                      <a:gd name="connsiteY1" fmla="*/ 544342 h 764750"/>
                      <a:gd name="connsiteX2" fmla="*/ 236125 w 366521"/>
                      <a:gd name="connsiteY2" fmla="*/ 346888 h 764750"/>
                      <a:gd name="connsiteX3" fmla="*/ 232696 w 366521"/>
                      <a:gd name="connsiteY3" fmla="*/ 69711 h 764750"/>
                      <a:gd name="connsiteX4" fmla="*/ 240601 w 366521"/>
                      <a:gd name="connsiteY4" fmla="*/ 5608 h 764750"/>
                      <a:gd name="connsiteX5" fmla="*/ 188881 w 366521"/>
                      <a:gd name="connsiteY5" fmla="*/ 29135 h 764750"/>
                      <a:gd name="connsiteX6" fmla="*/ 177641 w 366521"/>
                      <a:gd name="connsiteY6" fmla="*/ 29135 h 764750"/>
                      <a:gd name="connsiteX7" fmla="*/ 125921 w 366521"/>
                      <a:gd name="connsiteY7" fmla="*/ 5608 h 764750"/>
                      <a:gd name="connsiteX8" fmla="*/ 133826 w 366521"/>
                      <a:gd name="connsiteY8" fmla="*/ 69711 h 764750"/>
                      <a:gd name="connsiteX9" fmla="*/ 130397 w 366521"/>
                      <a:gd name="connsiteY9" fmla="*/ 346888 h 764750"/>
                      <a:gd name="connsiteX10" fmla="*/ 68104 w 366521"/>
                      <a:gd name="connsiteY10" fmla="*/ 544342 h 764750"/>
                      <a:gd name="connsiteX11" fmla="*/ 0 w 366521"/>
                      <a:gd name="connsiteY11" fmla="*/ 698742 h 764750"/>
                      <a:gd name="connsiteX12" fmla="*/ 181832 w 366521"/>
                      <a:gd name="connsiteY12" fmla="*/ 764750 h 764750"/>
                      <a:gd name="connsiteX13" fmla="*/ 366522 w 366521"/>
                      <a:gd name="connsiteY13" fmla="*/ 698742 h 764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66521" h="764750">
                        <a:moveTo>
                          <a:pt x="366522" y="698742"/>
                        </a:moveTo>
                        <a:cubicBezTo>
                          <a:pt x="366522" y="698742"/>
                          <a:pt x="352044" y="640639"/>
                          <a:pt x="298418" y="544342"/>
                        </a:cubicBezTo>
                        <a:cubicBezTo>
                          <a:pt x="244792" y="448044"/>
                          <a:pt x="238220" y="422422"/>
                          <a:pt x="236125" y="346888"/>
                        </a:cubicBezTo>
                        <a:cubicBezTo>
                          <a:pt x="234029" y="271355"/>
                          <a:pt x="232410" y="85618"/>
                          <a:pt x="232696" y="69711"/>
                        </a:cubicBezTo>
                        <a:cubicBezTo>
                          <a:pt x="232981" y="53899"/>
                          <a:pt x="231362" y="19038"/>
                          <a:pt x="240601" y="5608"/>
                        </a:cubicBezTo>
                        <a:cubicBezTo>
                          <a:pt x="249841" y="-7822"/>
                          <a:pt x="198120" y="3988"/>
                          <a:pt x="188881" y="29135"/>
                        </a:cubicBezTo>
                        <a:lnTo>
                          <a:pt x="177641" y="29135"/>
                        </a:lnTo>
                        <a:cubicBezTo>
                          <a:pt x="168402" y="4084"/>
                          <a:pt x="116681" y="-7822"/>
                          <a:pt x="125921" y="5608"/>
                        </a:cubicBezTo>
                        <a:cubicBezTo>
                          <a:pt x="135160" y="19038"/>
                          <a:pt x="133540" y="53899"/>
                          <a:pt x="133826" y="69711"/>
                        </a:cubicBezTo>
                        <a:cubicBezTo>
                          <a:pt x="134112" y="85522"/>
                          <a:pt x="132493" y="271355"/>
                          <a:pt x="130397" y="346888"/>
                        </a:cubicBezTo>
                        <a:cubicBezTo>
                          <a:pt x="128302" y="422422"/>
                          <a:pt x="121729" y="447949"/>
                          <a:pt x="68104" y="544342"/>
                        </a:cubicBezTo>
                        <a:cubicBezTo>
                          <a:pt x="14478" y="640639"/>
                          <a:pt x="0" y="698742"/>
                          <a:pt x="0" y="698742"/>
                        </a:cubicBezTo>
                        <a:lnTo>
                          <a:pt x="181832" y="764750"/>
                        </a:lnTo>
                        <a:lnTo>
                          <a:pt x="366522" y="698742"/>
                        </a:ln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grpSp>
                <p:nvGrpSpPr>
                  <p:cNvPr id="14639" name="Graphique 2">
                    <a:extLst>
                      <a:ext uri="{FF2B5EF4-FFF2-40B4-BE49-F238E27FC236}">
                        <a16:creationId xmlns:a16="http://schemas.microsoft.com/office/drawing/2014/main" id="{B7A96A5C-B032-4815-AE03-011A814AE140}"/>
                      </a:ext>
                    </a:extLst>
                  </p:cNvPr>
                  <p:cNvGrpSpPr/>
                  <p:nvPr/>
                </p:nvGrpSpPr>
                <p:grpSpPr>
                  <a:xfrm>
                    <a:off x="7969958" y="5215889"/>
                    <a:ext cx="128778" cy="153162"/>
                    <a:chOff x="7969958" y="5215889"/>
                    <a:chExt cx="128778" cy="153162"/>
                  </a:xfrm>
                  <a:solidFill>
                    <a:schemeClr val="accent1"/>
                  </a:solidFill>
                </p:grpSpPr>
                <p:sp>
                  <p:nvSpPr>
                    <p:cNvPr id="14640" name="Forme libre : forme 14639">
                      <a:extLst>
                        <a:ext uri="{FF2B5EF4-FFF2-40B4-BE49-F238E27FC236}">
                          <a16:creationId xmlns:a16="http://schemas.microsoft.com/office/drawing/2014/main" id="{7FC54F6C-2749-4D29-8F92-AF9C20E5D7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9958" y="5215889"/>
                      <a:ext cx="128777" cy="153162"/>
                    </a:xfrm>
                    <a:custGeom>
                      <a:avLst/>
                      <a:gdLst>
                        <a:gd name="connsiteX0" fmla="*/ 128778 w 128777"/>
                        <a:gd name="connsiteY0" fmla="*/ 76581 h 153162"/>
                        <a:gd name="connsiteX1" fmla="*/ 64389 w 128777"/>
                        <a:gd name="connsiteY1" fmla="*/ 153162 h 153162"/>
                        <a:gd name="connsiteX2" fmla="*/ 0 w 128777"/>
                        <a:gd name="connsiteY2" fmla="*/ 76581 h 153162"/>
                        <a:gd name="connsiteX3" fmla="*/ 64389 w 128777"/>
                        <a:gd name="connsiteY3" fmla="*/ 0 h 153162"/>
                        <a:gd name="connsiteX4" fmla="*/ 128778 w 128777"/>
                        <a:gd name="connsiteY4" fmla="*/ 76581 h 153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77" h="153162">
                          <a:moveTo>
                            <a:pt x="128778" y="76581"/>
                          </a:moveTo>
                          <a:cubicBezTo>
                            <a:pt x="128778" y="118876"/>
                            <a:pt x="99950" y="153162"/>
                            <a:pt x="64389" y="153162"/>
                          </a:cubicBezTo>
                          <a:cubicBezTo>
                            <a:pt x="28828" y="153162"/>
                            <a:pt x="0" y="118876"/>
                            <a:pt x="0" y="76581"/>
                          </a:cubicBezTo>
                          <a:cubicBezTo>
                            <a:pt x="0" y="34287"/>
                            <a:pt x="28828" y="0"/>
                            <a:pt x="64389" y="0"/>
                          </a:cubicBezTo>
                          <a:cubicBezTo>
                            <a:pt x="99950" y="0"/>
                            <a:pt x="128778" y="34287"/>
                            <a:pt x="128778" y="76581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1" name="Forme libre : forme 14640">
                      <a:extLst>
                        <a:ext uri="{FF2B5EF4-FFF2-40B4-BE49-F238E27FC236}">
                          <a16:creationId xmlns:a16="http://schemas.microsoft.com/office/drawing/2014/main" id="{E33C0A16-A7F6-44D4-B586-76495EC846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9958" y="5215889"/>
                      <a:ext cx="128016" cy="110204"/>
                    </a:xfrm>
                    <a:custGeom>
                      <a:avLst/>
                      <a:gdLst>
                        <a:gd name="connsiteX0" fmla="*/ 6572 w 128016"/>
                        <a:gd name="connsiteY0" fmla="*/ 110204 h 110204"/>
                        <a:gd name="connsiteX1" fmla="*/ 5810 w 128016"/>
                        <a:gd name="connsiteY1" fmla="*/ 98774 h 110204"/>
                        <a:gd name="connsiteX2" fmla="*/ 70199 w 128016"/>
                        <a:gd name="connsiteY2" fmla="*/ 22193 h 110204"/>
                        <a:gd name="connsiteX3" fmla="*/ 128016 w 128016"/>
                        <a:gd name="connsiteY3" fmla="*/ 65151 h 110204"/>
                        <a:gd name="connsiteX4" fmla="*/ 64389 w 128016"/>
                        <a:gd name="connsiteY4" fmla="*/ 0 h 110204"/>
                        <a:gd name="connsiteX5" fmla="*/ 0 w 128016"/>
                        <a:gd name="connsiteY5" fmla="*/ 76581 h 110204"/>
                        <a:gd name="connsiteX6" fmla="*/ 6572 w 128016"/>
                        <a:gd name="connsiteY6" fmla="*/ 110204 h 11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8016" h="110204">
                          <a:moveTo>
                            <a:pt x="6572" y="110204"/>
                          </a:moveTo>
                          <a:cubicBezTo>
                            <a:pt x="6096" y="106489"/>
                            <a:pt x="5810" y="102679"/>
                            <a:pt x="5810" y="98774"/>
                          </a:cubicBezTo>
                          <a:cubicBezTo>
                            <a:pt x="5810" y="56483"/>
                            <a:pt x="34671" y="22479"/>
                            <a:pt x="70199" y="22193"/>
                          </a:cubicBezTo>
                          <a:cubicBezTo>
                            <a:pt x="98012" y="22003"/>
                            <a:pt x="122301" y="41053"/>
                            <a:pt x="128016" y="65151"/>
                          </a:cubicBezTo>
                          <a:cubicBezTo>
                            <a:pt x="123349" y="28289"/>
                            <a:pt x="96679" y="0"/>
                            <a:pt x="64389" y="0"/>
                          </a:cubicBezTo>
                          <a:cubicBezTo>
                            <a:pt x="28861" y="0"/>
                            <a:pt x="0" y="34290"/>
                            <a:pt x="0" y="76581"/>
                          </a:cubicBezTo>
                          <a:cubicBezTo>
                            <a:pt x="0" y="88678"/>
                            <a:pt x="2381" y="100013"/>
                            <a:pt x="6572" y="110204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2" name="Forme libre : forme 14641">
                      <a:extLst>
                        <a:ext uri="{FF2B5EF4-FFF2-40B4-BE49-F238E27FC236}">
                          <a16:creationId xmlns:a16="http://schemas.microsoft.com/office/drawing/2014/main" id="{0C655FDA-94E6-4D2F-9816-3FAA63DB5832}"/>
                        </a:ext>
                      </a:extLst>
                    </p:cNvPr>
                    <p:cNvSpPr/>
                    <p:nvPr/>
                  </p:nvSpPr>
                  <p:spPr>
                    <a:xfrm rot="-4118918">
                      <a:off x="8017051" y="5291205"/>
                      <a:ext cx="74869" cy="59247"/>
                    </a:xfrm>
                    <a:custGeom>
                      <a:avLst/>
                      <a:gdLst>
                        <a:gd name="connsiteX0" fmla="*/ 74869 w 74869"/>
                        <a:gd name="connsiteY0" fmla="*/ 29624 h 59247"/>
                        <a:gd name="connsiteX1" fmla="*/ 37435 w 74869"/>
                        <a:gd name="connsiteY1" fmla="*/ 59248 h 59247"/>
                        <a:gd name="connsiteX2" fmla="*/ 0 w 74869"/>
                        <a:gd name="connsiteY2" fmla="*/ 29624 h 59247"/>
                        <a:gd name="connsiteX3" fmla="*/ 37435 w 74869"/>
                        <a:gd name="connsiteY3" fmla="*/ 0 h 59247"/>
                        <a:gd name="connsiteX4" fmla="*/ 74869 w 74869"/>
                        <a:gd name="connsiteY4" fmla="*/ 29624 h 59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9" h="59247">
                          <a:moveTo>
                            <a:pt x="74869" y="29624"/>
                          </a:moveTo>
                          <a:cubicBezTo>
                            <a:pt x="74869" y="45985"/>
                            <a:pt x="58109" y="59248"/>
                            <a:pt x="37435" y="59248"/>
                          </a:cubicBezTo>
                          <a:cubicBezTo>
                            <a:pt x="16760" y="59248"/>
                            <a:pt x="0" y="45985"/>
                            <a:pt x="0" y="29624"/>
                          </a:cubicBezTo>
                          <a:cubicBezTo>
                            <a:pt x="0" y="13263"/>
                            <a:pt x="16760" y="0"/>
                            <a:pt x="37435" y="0"/>
                          </a:cubicBezTo>
                          <a:cubicBezTo>
                            <a:pt x="58109" y="0"/>
                            <a:pt x="74869" y="13263"/>
                            <a:pt x="74869" y="2962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3" name="Forme libre : forme 14642">
                      <a:extLst>
                        <a:ext uri="{FF2B5EF4-FFF2-40B4-BE49-F238E27FC236}">
                          <a16:creationId xmlns:a16="http://schemas.microsoft.com/office/drawing/2014/main" id="{7869A855-60DD-40DF-B685-FC79138F56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2917" y="5340000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9" y="17907"/>
                            <a:pt x="8953" y="17907"/>
                          </a:cubicBezTo>
                          <a:cubicBezTo>
                            <a:pt x="4009" y="17907"/>
                            <a:pt x="0" y="13899"/>
                            <a:pt x="0" y="8954"/>
                          </a:cubicBezTo>
                          <a:cubicBezTo>
                            <a:pt x="0" y="4009"/>
                            <a:pt x="4008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644" name="Graphique 2">
                    <a:extLst>
                      <a:ext uri="{FF2B5EF4-FFF2-40B4-BE49-F238E27FC236}">
                        <a16:creationId xmlns:a16="http://schemas.microsoft.com/office/drawing/2014/main" id="{A3864835-4234-4D4F-BA57-3AC7F6AA435A}"/>
                      </a:ext>
                    </a:extLst>
                  </p:cNvPr>
                  <p:cNvGrpSpPr/>
                  <p:nvPr/>
                </p:nvGrpSpPr>
                <p:grpSpPr>
                  <a:xfrm>
                    <a:off x="8090830" y="5164645"/>
                    <a:ext cx="128778" cy="153257"/>
                    <a:chOff x="8090830" y="5164645"/>
                    <a:chExt cx="128778" cy="153257"/>
                  </a:xfrm>
                  <a:solidFill>
                    <a:schemeClr val="accent1"/>
                  </a:solidFill>
                </p:grpSpPr>
                <p:sp>
                  <p:nvSpPr>
                    <p:cNvPr id="14645" name="Forme libre : forme 14644">
                      <a:extLst>
                        <a:ext uri="{FF2B5EF4-FFF2-40B4-BE49-F238E27FC236}">
                          <a16:creationId xmlns:a16="http://schemas.microsoft.com/office/drawing/2014/main" id="{4263268C-C6F8-4EA4-8A48-06DFF24963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90830" y="5164740"/>
                      <a:ext cx="128777" cy="153162"/>
                    </a:xfrm>
                    <a:custGeom>
                      <a:avLst/>
                      <a:gdLst>
                        <a:gd name="connsiteX0" fmla="*/ 128778 w 128777"/>
                        <a:gd name="connsiteY0" fmla="*/ 76581 h 153162"/>
                        <a:gd name="connsiteX1" fmla="*/ 64389 w 128777"/>
                        <a:gd name="connsiteY1" fmla="*/ 153162 h 153162"/>
                        <a:gd name="connsiteX2" fmla="*/ 0 w 128777"/>
                        <a:gd name="connsiteY2" fmla="*/ 76581 h 153162"/>
                        <a:gd name="connsiteX3" fmla="*/ 64389 w 128777"/>
                        <a:gd name="connsiteY3" fmla="*/ 0 h 153162"/>
                        <a:gd name="connsiteX4" fmla="*/ 128778 w 128777"/>
                        <a:gd name="connsiteY4" fmla="*/ 76581 h 153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77" h="153162">
                          <a:moveTo>
                            <a:pt x="128778" y="76581"/>
                          </a:moveTo>
                          <a:cubicBezTo>
                            <a:pt x="128778" y="118875"/>
                            <a:pt x="99950" y="153162"/>
                            <a:pt x="64389" y="153162"/>
                          </a:cubicBezTo>
                          <a:cubicBezTo>
                            <a:pt x="28828" y="153162"/>
                            <a:pt x="0" y="118875"/>
                            <a:pt x="0" y="76581"/>
                          </a:cubicBezTo>
                          <a:cubicBezTo>
                            <a:pt x="0" y="34286"/>
                            <a:pt x="28828" y="0"/>
                            <a:pt x="64389" y="0"/>
                          </a:cubicBezTo>
                          <a:cubicBezTo>
                            <a:pt x="99950" y="0"/>
                            <a:pt x="128778" y="34286"/>
                            <a:pt x="128778" y="76581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6" name="Forme libre : forme 14645">
                      <a:extLst>
                        <a:ext uri="{FF2B5EF4-FFF2-40B4-BE49-F238E27FC236}">
                          <a16:creationId xmlns:a16="http://schemas.microsoft.com/office/drawing/2014/main" id="{120715AA-3A9D-47D0-B141-C4641987CE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90830" y="5164645"/>
                      <a:ext cx="128016" cy="110204"/>
                    </a:xfrm>
                    <a:custGeom>
                      <a:avLst/>
                      <a:gdLst>
                        <a:gd name="connsiteX0" fmla="*/ 6572 w 128016"/>
                        <a:gd name="connsiteY0" fmla="*/ 110204 h 110204"/>
                        <a:gd name="connsiteX1" fmla="*/ 5810 w 128016"/>
                        <a:gd name="connsiteY1" fmla="*/ 98774 h 110204"/>
                        <a:gd name="connsiteX2" fmla="*/ 70199 w 128016"/>
                        <a:gd name="connsiteY2" fmla="*/ 22193 h 110204"/>
                        <a:gd name="connsiteX3" fmla="*/ 128016 w 128016"/>
                        <a:gd name="connsiteY3" fmla="*/ 65151 h 110204"/>
                        <a:gd name="connsiteX4" fmla="*/ 64389 w 128016"/>
                        <a:gd name="connsiteY4" fmla="*/ 0 h 110204"/>
                        <a:gd name="connsiteX5" fmla="*/ 0 w 128016"/>
                        <a:gd name="connsiteY5" fmla="*/ 76581 h 110204"/>
                        <a:gd name="connsiteX6" fmla="*/ 6572 w 128016"/>
                        <a:gd name="connsiteY6" fmla="*/ 110204 h 11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8016" h="110204">
                          <a:moveTo>
                            <a:pt x="6572" y="110204"/>
                          </a:moveTo>
                          <a:cubicBezTo>
                            <a:pt x="6096" y="106489"/>
                            <a:pt x="5810" y="102679"/>
                            <a:pt x="5810" y="98774"/>
                          </a:cubicBezTo>
                          <a:cubicBezTo>
                            <a:pt x="5810" y="56483"/>
                            <a:pt x="34671" y="22479"/>
                            <a:pt x="70199" y="22193"/>
                          </a:cubicBezTo>
                          <a:cubicBezTo>
                            <a:pt x="98012" y="22003"/>
                            <a:pt x="122301" y="41053"/>
                            <a:pt x="128016" y="65151"/>
                          </a:cubicBezTo>
                          <a:cubicBezTo>
                            <a:pt x="123349" y="28289"/>
                            <a:pt x="96679" y="0"/>
                            <a:pt x="64389" y="0"/>
                          </a:cubicBezTo>
                          <a:cubicBezTo>
                            <a:pt x="28861" y="0"/>
                            <a:pt x="0" y="34290"/>
                            <a:pt x="0" y="76581"/>
                          </a:cubicBezTo>
                          <a:cubicBezTo>
                            <a:pt x="0" y="88678"/>
                            <a:pt x="2381" y="100108"/>
                            <a:pt x="6572" y="110204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7" name="Forme libre : forme 14646">
                      <a:extLst>
                        <a:ext uri="{FF2B5EF4-FFF2-40B4-BE49-F238E27FC236}">
                          <a16:creationId xmlns:a16="http://schemas.microsoft.com/office/drawing/2014/main" id="{2C545B46-81D2-499D-B66F-3F854BFF699D}"/>
                        </a:ext>
                      </a:extLst>
                    </p:cNvPr>
                    <p:cNvSpPr/>
                    <p:nvPr/>
                  </p:nvSpPr>
                  <p:spPr>
                    <a:xfrm rot="-4118918">
                      <a:off x="8137988" y="5240030"/>
                      <a:ext cx="74869" cy="59247"/>
                    </a:xfrm>
                    <a:custGeom>
                      <a:avLst/>
                      <a:gdLst>
                        <a:gd name="connsiteX0" fmla="*/ 74869 w 74869"/>
                        <a:gd name="connsiteY0" fmla="*/ 29624 h 59247"/>
                        <a:gd name="connsiteX1" fmla="*/ 37435 w 74869"/>
                        <a:gd name="connsiteY1" fmla="*/ 59247 h 59247"/>
                        <a:gd name="connsiteX2" fmla="*/ 0 w 74869"/>
                        <a:gd name="connsiteY2" fmla="*/ 29624 h 59247"/>
                        <a:gd name="connsiteX3" fmla="*/ 37435 w 74869"/>
                        <a:gd name="connsiteY3" fmla="*/ 0 h 59247"/>
                        <a:gd name="connsiteX4" fmla="*/ 74869 w 74869"/>
                        <a:gd name="connsiteY4" fmla="*/ 29624 h 59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9" h="59247">
                          <a:moveTo>
                            <a:pt x="74869" y="29624"/>
                          </a:moveTo>
                          <a:cubicBezTo>
                            <a:pt x="74869" y="45984"/>
                            <a:pt x="58109" y="59247"/>
                            <a:pt x="37435" y="59247"/>
                          </a:cubicBezTo>
                          <a:cubicBezTo>
                            <a:pt x="16760" y="59247"/>
                            <a:pt x="0" y="45984"/>
                            <a:pt x="0" y="29624"/>
                          </a:cubicBezTo>
                          <a:cubicBezTo>
                            <a:pt x="0" y="13263"/>
                            <a:pt x="16760" y="0"/>
                            <a:pt x="37435" y="0"/>
                          </a:cubicBezTo>
                          <a:cubicBezTo>
                            <a:pt x="58109" y="0"/>
                            <a:pt x="74869" y="13263"/>
                            <a:pt x="74869" y="2962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8" name="Forme libre : forme 14647">
                      <a:extLst>
                        <a:ext uri="{FF2B5EF4-FFF2-40B4-BE49-F238E27FC236}">
                          <a16:creationId xmlns:a16="http://schemas.microsoft.com/office/drawing/2014/main" id="{B34F1E2D-7610-48A1-B62D-87C3E0111F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3789" y="5288851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9" y="17907"/>
                            <a:pt x="8953" y="17907"/>
                          </a:cubicBezTo>
                          <a:cubicBezTo>
                            <a:pt x="4009" y="17907"/>
                            <a:pt x="0" y="13899"/>
                            <a:pt x="0" y="8954"/>
                          </a:cubicBezTo>
                          <a:cubicBezTo>
                            <a:pt x="0" y="4009"/>
                            <a:pt x="4008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649" name="Graphique 2">
                    <a:extLst>
                      <a:ext uri="{FF2B5EF4-FFF2-40B4-BE49-F238E27FC236}">
                        <a16:creationId xmlns:a16="http://schemas.microsoft.com/office/drawing/2014/main" id="{FE89D05A-10DC-4D08-A7BB-1E3A9CF84F6D}"/>
                      </a:ext>
                    </a:extLst>
                  </p:cNvPr>
                  <p:cNvGrpSpPr/>
                  <p:nvPr/>
                </p:nvGrpSpPr>
                <p:grpSpPr>
                  <a:xfrm>
                    <a:off x="7848514" y="5164645"/>
                    <a:ext cx="128778" cy="153257"/>
                    <a:chOff x="7848514" y="5164645"/>
                    <a:chExt cx="128778" cy="153257"/>
                  </a:xfrm>
                  <a:solidFill>
                    <a:schemeClr val="accent1"/>
                  </a:solidFill>
                </p:grpSpPr>
                <p:sp>
                  <p:nvSpPr>
                    <p:cNvPr id="14650" name="Forme libre : forme 14649">
                      <a:extLst>
                        <a:ext uri="{FF2B5EF4-FFF2-40B4-BE49-F238E27FC236}">
                          <a16:creationId xmlns:a16="http://schemas.microsoft.com/office/drawing/2014/main" id="{CD4EC46A-B74B-4599-A101-2ADA201127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48514" y="5164740"/>
                      <a:ext cx="128777" cy="153162"/>
                    </a:xfrm>
                    <a:custGeom>
                      <a:avLst/>
                      <a:gdLst>
                        <a:gd name="connsiteX0" fmla="*/ 128778 w 128777"/>
                        <a:gd name="connsiteY0" fmla="*/ 76581 h 153162"/>
                        <a:gd name="connsiteX1" fmla="*/ 64389 w 128777"/>
                        <a:gd name="connsiteY1" fmla="*/ 153162 h 153162"/>
                        <a:gd name="connsiteX2" fmla="*/ 0 w 128777"/>
                        <a:gd name="connsiteY2" fmla="*/ 76581 h 153162"/>
                        <a:gd name="connsiteX3" fmla="*/ 64389 w 128777"/>
                        <a:gd name="connsiteY3" fmla="*/ 0 h 153162"/>
                        <a:gd name="connsiteX4" fmla="*/ 128778 w 128777"/>
                        <a:gd name="connsiteY4" fmla="*/ 76581 h 153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77" h="153162">
                          <a:moveTo>
                            <a:pt x="128778" y="76581"/>
                          </a:moveTo>
                          <a:cubicBezTo>
                            <a:pt x="128778" y="118875"/>
                            <a:pt x="99950" y="153162"/>
                            <a:pt x="64389" y="153162"/>
                          </a:cubicBezTo>
                          <a:cubicBezTo>
                            <a:pt x="28828" y="153162"/>
                            <a:pt x="0" y="118875"/>
                            <a:pt x="0" y="76581"/>
                          </a:cubicBezTo>
                          <a:cubicBezTo>
                            <a:pt x="0" y="34286"/>
                            <a:pt x="28828" y="0"/>
                            <a:pt x="64389" y="0"/>
                          </a:cubicBezTo>
                          <a:cubicBezTo>
                            <a:pt x="99950" y="0"/>
                            <a:pt x="128778" y="34286"/>
                            <a:pt x="128778" y="76581"/>
                          </a:cubicBezTo>
                          <a:close/>
                        </a:path>
                      </a:pathLst>
                    </a:custGeom>
                    <a:solidFill>
                      <a:srgbClr val="994FC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51" name="Forme libre : forme 14650">
                      <a:extLst>
                        <a:ext uri="{FF2B5EF4-FFF2-40B4-BE49-F238E27FC236}">
                          <a16:creationId xmlns:a16="http://schemas.microsoft.com/office/drawing/2014/main" id="{5D74045F-87E7-4A0F-BE22-44A797559F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48514" y="5164645"/>
                      <a:ext cx="128016" cy="110204"/>
                    </a:xfrm>
                    <a:custGeom>
                      <a:avLst/>
                      <a:gdLst>
                        <a:gd name="connsiteX0" fmla="*/ 6572 w 128016"/>
                        <a:gd name="connsiteY0" fmla="*/ 110204 h 110204"/>
                        <a:gd name="connsiteX1" fmla="*/ 5810 w 128016"/>
                        <a:gd name="connsiteY1" fmla="*/ 98774 h 110204"/>
                        <a:gd name="connsiteX2" fmla="*/ 70199 w 128016"/>
                        <a:gd name="connsiteY2" fmla="*/ 22193 h 110204"/>
                        <a:gd name="connsiteX3" fmla="*/ 128016 w 128016"/>
                        <a:gd name="connsiteY3" fmla="*/ 65151 h 110204"/>
                        <a:gd name="connsiteX4" fmla="*/ 64389 w 128016"/>
                        <a:gd name="connsiteY4" fmla="*/ 0 h 110204"/>
                        <a:gd name="connsiteX5" fmla="*/ 0 w 128016"/>
                        <a:gd name="connsiteY5" fmla="*/ 76581 h 110204"/>
                        <a:gd name="connsiteX6" fmla="*/ 6572 w 128016"/>
                        <a:gd name="connsiteY6" fmla="*/ 110204 h 11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8016" h="110204">
                          <a:moveTo>
                            <a:pt x="6572" y="110204"/>
                          </a:moveTo>
                          <a:cubicBezTo>
                            <a:pt x="6096" y="106489"/>
                            <a:pt x="5810" y="102679"/>
                            <a:pt x="5810" y="98774"/>
                          </a:cubicBezTo>
                          <a:cubicBezTo>
                            <a:pt x="5810" y="56483"/>
                            <a:pt x="34671" y="22479"/>
                            <a:pt x="70199" y="22193"/>
                          </a:cubicBezTo>
                          <a:cubicBezTo>
                            <a:pt x="98012" y="22003"/>
                            <a:pt x="122301" y="41053"/>
                            <a:pt x="128016" y="65151"/>
                          </a:cubicBezTo>
                          <a:cubicBezTo>
                            <a:pt x="123349" y="28289"/>
                            <a:pt x="96679" y="0"/>
                            <a:pt x="64389" y="0"/>
                          </a:cubicBezTo>
                          <a:cubicBezTo>
                            <a:pt x="28861" y="0"/>
                            <a:pt x="0" y="34290"/>
                            <a:pt x="0" y="76581"/>
                          </a:cubicBezTo>
                          <a:cubicBezTo>
                            <a:pt x="0" y="88678"/>
                            <a:pt x="2381" y="100108"/>
                            <a:pt x="6572" y="110204"/>
                          </a:cubicBezTo>
                          <a:close/>
                        </a:path>
                      </a:pathLst>
                    </a:custGeom>
                    <a:solidFill>
                      <a:srgbClr val="8244B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52" name="Forme libre : forme 14651">
                      <a:extLst>
                        <a:ext uri="{FF2B5EF4-FFF2-40B4-BE49-F238E27FC236}">
                          <a16:creationId xmlns:a16="http://schemas.microsoft.com/office/drawing/2014/main" id="{E2757491-D9C8-44EB-B1B7-C48BB12AC121}"/>
                        </a:ext>
                      </a:extLst>
                    </p:cNvPr>
                    <p:cNvSpPr/>
                    <p:nvPr/>
                  </p:nvSpPr>
                  <p:spPr>
                    <a:xfrm rot="-4118918">
                      <a:off x="7895675" y="5240047"/>
                      <a:ext cx="74869" cy="59247"/>
                    </a:xfrm>
                    <a:custGeom>
                      <a:avLst/>
                      <a:gdLst>
                        <a:gd name="connsiteX0" fmla="*/ 74869 w 74869"/>
                        <a:gd name="connsiteY0" fmla="*/ 29624 h 59247"/>
                        <a:gd name="connsiteX1" fmla="*/ 37435 w 74869"/>
                        <a:gd name="connsiteY1" fmla="*/ 59247 h 59247"/>
                        <a:gd name="connsiteX2" fmla="*/ 0 w 74869"/>
                        <a:gd name="connsiteY2" fmla="*/ 29624 h 59247"/>
                        <a:gd name="connsiteX3" fmla="*/ 37435 w 74869"/>
                        <a:gd name="connsiteY3" fmla="*/ 0 h 59247"/>
                        <a:gd name="connsiteX4" fmla="*/ 74869 w 74869"/>
                        <a:gd name="connsiteY4" fmla="*/ 29624 h 59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69" h="59247">
                          <a:moveTo>
                            <a:pt x="74869" y="29624"/>
                          </a:moveTo>
                          <a:cubicBezTo>
                            <a:pt x="74869" y="45984"/>
                            <a:pt x="58109" y="59247"/>
                            <a:pt x="37435" y="59247"/>
                          </a:cubicBezTo>
                          <a:cubicBezTo>
                            <a:pt x="16760" y="59247"/>
                            <a:pt x="0" y="45984"/>
                            <a:pt x="0" y="29624"/>
                          </a:cubicBezTo>
                          <a:cubicBezTo>
                            <a:pt x="0" y="13263"/>
                            <a:pt x="16760" y="0"/>
                            <a:pt x="37435" y="0"/>
                          </a:cubicBezTo>
                          <a:cubicBezTo>
                            <a:pt x="58109" y="0"/>
                            <a:pt x="74869" y="13263"/>
                            <a:pt x="74869" y="29624"/>
                          </a:cubicBezTo>
                          <a:close/>
                        </a:path>
                      </a:pathLst>
                    </a:custGeom>
                    <a:solidFill>
                      <a:srgbClr val="A361D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53" name="Forme libre : forme 14652">
                      <a:extLst>
                        <a:ext uri="{FF2B5EF4-FFF2-40B4-BE49-F238E27FC236}">
                          <a16:creationId xmlns:a16="http://schemas.microsoft.com/office/drawing/2014/main" id="{0A8CD08A-1D38-412D-BEEC-0E6D16B309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473" y="5288851"/>
                      <a:ext cx="17906" cy="17906"/>
                    </a:xfrm>
                    <a:custGeom>
                      <a:avLst/>
                      <a:gdLst>
                        <a:gd name="connsiteX0" fmla="*/ 17907 w 17906"/>
                        <a:gd name="connsiteY0" fmla="*/ 8954 h 17906"/>
                        <a:gd name="connsiteX1" fmla="*/ 8953 w 17906"/>
                        <a:gd name="connsiteY1" fmla="*/ 17907 h 17906"/>
                        <a:gd name="connsiteX2" fmla="*/ 0 w 17906"/>
                        <a:gd name="connsiteY2" fmla="*/ 8954 h 17906"/>
                        <a:gd name="connsiteX3" fmla="*/ 8953 w 17906"/>
                        <a:gd name="connsiteY3" fmla="*/ 0 h 17906"/>
                        <a:gd name="connsiteX4" fmla="*/ 17907 w 17906"/>
                        <a:gd name="connsiteY4" fmla="*/ 8954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06" h="17906">
                          <a:moveTo>
                            <a:pt x="17907" y="8954"/>
                          </a:moveTo>
                          <a:cubicBezTo>
                            <a:pt x="17907" y="13898"/>
                            <a:pt x="13899" y="17907"/>
                            <a:pt x="8953" y="17907"/>
                          </a:cubicBezTo>
                          <a:cubicBezTo>
                            <a:pt x="4009" y="17907"/>
                            <a:pt x="0" y="13899"/>
                            <a:pt x="0" y="8954"/>
                          </a:cubicBezTo>
                          <a:cubicBezTo>
                            <a:pt x="0" y="4009"/>
                            <a:pt x="4008" y="0"/>
                            <a:pt x="8953" y="0"/>
                          </a:cubicBezTo>
                          <a:cubicBezTo>
                            <a:pt x="13898" y="0"/>
                            <a:pt x="17907" y="4009"/>
                            <a:pt x="17907" y="8954"/>
                          </a:cubicBezTo>
                          <a:close/>
                        </a:path>
                      </a:pathLst>
                    </a:custGeom>
                    <a:solidFill>
                      <a:srgbClr val="D8BBF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sp>
                <p:nvSpPr>
                  <p:cNvPr id="14654" name="Forme libre : forme 14653">
                    <a:extLst>
                      <a:ext uri="{FF2B5EF4-FFF2-40B4-BE49-F238E27FC236}">
                        <a16:creationId xmlns:a16="http://schemas.microsoft.com/office/drawing/2014/main" id="{9B9ED4CD-6B75-4361-8EB9-092BD3E38D01}"/>
                      </a:ext>
                    </a:extLst>
                  </p:cNvPr>
                  <p:cNvSpPr/>
                  <p:nvPr/>
                </p:nvSpPr>
                <p:spPr>
                  <a:xfrm>
                    <a:off x="8025298" y="4551165"/>
                    <a:ext cx="87820" cy="449649"/>
                  </a:xfrm>
                  <a:custGeom>
                    <a:avLst/>
                    <a:gdLst>
                      <a:gd name="connsiteX0" fmla="*/ 87821 w 87820"/>
                      <a:gd name="connsiteY0" fmla="*/ 449650 h 449649"/>
                      <a:gd name="connsiteX1" fmla="*/ 35814 w 87820"/>
                      <a:gd name="connsiteY1" fmla="*/ 300774 h 449649"/>
                      <a:gd name="connsiteX2" fmla="*/ 26289 w 87820"/>
                      <a:gd name="connsiteY2" fmla="*/ 141421 h 449649"/>
                      <a:gd name="connsiteX3" fmla="*/ 0 w 87820"/>
                      <a:gd name="connsiteY3" fmla="*/ 70 h 449649"/>
                      <a:gd name="connsiteX4" fmla="*/ 15335 w 87820"/>
                      <a:gd name="connsiteY4" fmla="*/ 15500 h 449649"/>
                      <a:gd name="connsiteX5" fmla="*/ 25527 w 87820"/>
                      <a:gd name="connsiteY5" fmla="*/ 45981 h 449649"/>
                      <a:gd name="connsiteX6" fmla="*/ 54293 w 87820"/>
                      <a:gd name="connsiteY6" fmla="*/ 368402 h 449649"/>
                      <a:gd name="connsiteX7" fmla="*/ 82296 w 87820"/>
                      <a:gd name="connsiteY7" fmla="*/ 440506 h 449649"/>
                      <a:gd name="connsiteX8" fmla="*/ 83915 w 87820"/>
                      <a:gd name="connsiteY8" fmla="*/ 436220 h 449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7820" h="449649">
                        <a:moveTo>
                          <a:pt x="87821" y="449650"/>
                        </a:moveTo>
                        <a:cubicBezTo>
                          <a:pt x="55436" y="407454"/>
                          <a:pt x="41529" y="353733"/>
                          <a:pt x="35814" y="300774"/>
                        </a:cubicBezTo>
                        <a:cubicBezTo>
                          <a:pt x="30099" y="247815"/>
                          <a:pt x="31718" y="194380"/>
                          <a:pt x="26289" y="141421"/>
                        </a:cubicBezTo>
                        <a:cubicBezTo>
                          <a:pt x="21431" y="93701"/>
                          <a:pt x="10954" y="46742"/>
                          <a:pt x="0" y="70"/>
                        </a:cubicBezTo>
                        <a:cubicBezTo>
                          <a:pt x="7811" y="-883"/>
                          <a:pt x="12763" y="8071"/>
                          <a:pt x="15335" y="15500"/>
                        </a:cubicBezTo>
                        <a:cubicBezTo>
                          <a:pt x="18955" y="25597"/>
                          <a:pt x="22479" y="35693"/>
                          <a:pt x="25527" y="45981"/>
                        </a:cubicBezTo>
                        <a:cubicBezTo>
                          <a:pt x="55912" y="149898"/>
                          <a:pt x="24765" y="264198"/>
                          <a:pt x="54293" y="368402"/>
                        </a:cubicBezTo>
                        <a:cubicBezTo>
                          <a:pt x="61341" y="393262"/>
                          <a:pt x="71723" y="416979"/>
                          <a:pt x="82296" y="440506"/>
                        </a:cubicBezTo>
                        <a:cubicBezTo>
                          <a:pt x="82868" y="439077"/>
                          <a:pt x="83439" y="437649"/>
                          <a:pt x="83915" y="436220"/>
                        </a:cubicBezTo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55" name="Forme libre : forme 14654">
                    <a:extLst>
                      <a:ext uri="{FF2B5EF4-FFF2-40B4-BE49-F238E27FC236}">
                        <a16:creationId xmlns:a16="http://schemas.microsoft.com/office/drawing/2014/main" id="{CCE510F0-B614-4D14-B84F-C1D88B9235A2}"/>
                      </a:ext>
                    </a:extLst>
                  </p:cNvPr>
                  <p:cNvSpPr/>
                  <p:nvPr/>
                </p:nvSpPr>
                <p:spPr>
                  <a:xfrm>
                    <a:off x="7988108" y="4696586"/>
                    <a:ext cx="99566" cy="537781"/>
                  </a:xfrm>
                  <a:custGeom>
                    <a:avLst/>
                    <a:gdLst>
                      <a:gd name="connsiteX0" fmla="*/ 67861 w 99566"/>
                      <a:gd name="connsiteY0" fmla="*/ 284702 h 537781"/>
                      <a:gd name="connsiteX1" fmla="*/ 45668 w 99566"/>
                      <a:gd name="connsiteY1" fmla="*/ 207550 h 537781"/>
                      <a:gd name="connsiteX2" fmla="*/ 30333 w 99566"/>
                      <a:gd name="connsiteY2" fmla="*/ 147542 h 537781"/>
                      <a:gd name="connsiteX3" fmla="*/ 2043 w 99566"/>
                      <a:gd name="connsiteY3" fmla="*/ 0 h 537781"/>
                      <a:gd name="connsiteX4" fmla="*/ 32619 w 99566"/>
                      <a:gd name="connsiteY4" fmla="*/ 202883 h 537781"/>
                      <a:gd name="connsiteX5" fmla="*/ 48907 w 99566"/>
                      <a:gd name="connsiteY5" fmla="*/ 285083 h 537781"/>
                      <a:gd name="connsiteX6" fmla="*/ 87864 w 99566"/>
                      <a:gd name="connsiteY6" fmla="*/ 500825 h 537781"/>
                      <a:gd name="connsiteX7" fmla="*/ 97865 w 99566"/>
                      <a:gd name="connsiteY7" fmla="*/ 537782 h 537781"/>
                      <a:gd name="connsiteX8" fmla="*/ 96436 w 99566"/>
                      <a:gd name="connsiteY8" fmla="*/ 517875 h 537781"/>
                      <a:gd name="connsiteX9" fmla="*/ 92436 w 99566"/>
                      <a:gd name="connsiteY9" fmla="*/ 492538 h 537781"/>
                      <a:gd name="connsiteX10" fmla="*/ 87007 w 99566"/>
                      <a:gd name="connsiteY10" fmla="*/ 442627 h 537781"/>
                      <a:gd name="connsiteX11" fmla="*/ 77767 w 99566"/>
                      <a:gd name="connsiteY11" fmla="*/ 341376 h 537781"/>
                      <a:gd name="connsiteX12" fmla="*/ 67861 w 99566"/>
                      <a:gd name="connsiteY12" fmla="*/ 284702 h 537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9566" h="537781">
                        <a:moveTo>
                          <a:pt x="67861" y="284702"/>
                        </a:moveTo>
                        <a:cubicBezTo>
                          <a:pt x="61670" y="258699"/>
                          <a:pt x="53098" y="233267"/>
                          <a:pt x="45668" y="207550"/>
                        </a:cubicBezTo>
                        <a:cubicBezTo>
                          <a:pt x="39953" y="187738"/>
                          <a:pt x="35000" y="167640"/>
                          <a:pt x="30333" y="147542"/>
                        </a:cubicBezTo>
                        <a:cubicBezTo>
                          <a:pt x="19093" y="98774"/>
                          <a:pt x="9664" y="49530"/>
                          <a:pt x="2043" y="0"/>
                        </a:cubicBezTo>
                        <a:cubicBezTo>
                          <a:pt x="-7196" y="68199"/>
                          <a:pt x="16998" y="135827"/>
                          <a:pt x="32619" y="202883"/>
                        </a:cubicBezTo>
                        <a:cubicBezTo>
                          <a:pt x="39000" y="230124"/>
                          <a:pt x="43953" y="257556"/>
                          <a:pt x="48907" y="285083"/>
                        </a:cubicBezTo>
                        <a:cubicBezTo>
                          <a:pt x="61860" y="356997"/>
                          <a:pt x="74910" y="428911"/>
                          <a:pt x="87864" y="500825"/>
                        </a:cubicBezTo>
                        <a:cubicBezTo>
                          <a:pt x="89864" y="512064"/>
                          <a:pt x="91102" y="528447"/>
                          <a:pt x="97865" y="537782"/>
                        </a:cubicBezTo>
                        <a:cubicBezTo>
                          <a:pt x="102056" y="533972"/>
                          <a:pt x="97293" y="522732"/>
                          <a:pt x="96436" y="517875"/>
                        </a:cubicBezTo>
                        <a:cubicBezTo>
                          <a:pt x="94912" y="509492"/>
                          <a:pt x="93579" y="501015"/>
                          <a:pt x="92436" y="492538"/>
                        </a:cubicBezTo>
                        <a:cubicBezTo>
                          <a:pt x="90150" y="475964"/>
                          <a:pt x="88531" y="459296"/>
                          <a:pt x="87007" y="442627"/>
                        </a:cubicBezTo>
                        <a:cubicBezTo>
                          <a:pt x="84054" y="408813"/>
                          <a:pt x="82053" y="375000"/>
                          <a:pt x="77767" y="341376"/>
                        </a:cubicBezTo>
                        <a:cubicBezTo>
                          <a:pt x="75481" y="322326"/>
                          <a:pt x="72338" y="303371"/>
                          <a:pt x="67861" y="28470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56" name="Forme libre : forme 14655">
                    <a:extLst>
                      <a:ext uri="{FF2B5EF4-FFF2-40B4-BE49-F238E27FC236}">
                        <a16:creationId xmlns:a16="http://schemas.microsoft.com/office/drawing/2014/main" id="{A1AAC900-FE9D-41EA-875E-78395230050C}"/>
                      </a:ext>
                    </a:extLst>
                  </p:cNvPr>
                  <p:cNvSpPr/>
                  <p:nvPr/>
                </p:nvSpPr>
                <p:spPr>
                  <a:xfrm>
                    <a:off x="7981224" y="4943664"/>
                    <a:ext cx="61329" cy="291846"/>
                  </a:xfrm>
                  <a:custGeom>
                    <a:avLst/>
                    <a:gdLst>
                      <a:gd name="connsiteX0" fmla="*/ 8832 w 61329"/>
                      <a:gd name="connsiteY0" fmla="*/ 235363 h 291846"/>
                      <a:gd name="connsiteX1" fmla="*/ 14261 w 61329"/>
                      <a:gd name="connsiteY1" fmla="*/ 201644 h 291846"/>
                      <a:gd name="connsiteX2" fmla="*/ 20167 w 61329"/>
                      <a:gd name="connsiteY2" fmla="*/ 179832 h 291846"/>
                      <a:gd name="connsiteX3" fmla="*/ 41884 w 61329"/>
                      <a:gd name="connsiteY3" fmla="*/ 105537 h 291846"/>
                      <a:gd name="connsiteX4" fmla="*/ 52552 w 61329"/>
                      <a:gd name="connsiteY4" fmla="*/ 75152 h 291846"/>
                      <a:gd name="connsiteX5" fmla="*/ 61219 w 61329"/>
                      <a:gd name="connsiteY5" fmla="*/ 52388 h 291846"/>
                      <a:gd name="connsiteX6" fmla="*/ 60171 w 61329"/>
                      <a:gd name="connsiteY6" fmla="*/ 39719 h 291846"/>
                      <a:gd name="connsiteX7" fmla="*/ 51313 w 61329"/>
                      <a:gd name="connsiteY7" fmla="*/ 0 h 291846"/>
                      <a:gd name="connsiteX8" fmla="*/ 40074 w 61329"/>
                      <a:gd name="connsiteY8" fmla="*/ 65723 h 291846"/>
                      <a:gd name="connsiteX9" fmla="*/ 4831 w 61329"/>
                      <a:gd name="connsiteY9" fmla="*/ 242602 h 291846"/>
                      <a:gd name="connsiteX10" fmla="*/ 2260 w 61329"/>
                      <a:gd name="connsiteY10" fmla="*/ 267843 h 291846"/>
                      <a:gd name="connsiteX11" fmla="*/ 1021 w 61329"/>
                      <a:gd name="connsiteY11" fmla="*/ 291846 h 291846"/>
                      <a:gd name="connsiteX12" fmla="*/ 5022 w 61329"/>
                      <a:gd name="connsiteY12" fmla="*/ 263462 h 291846"/>
                      <a:gd name="connsiteX13" fmla="*/ 8832 w 61329"/>
                      <a:gd name="connsiteY13" fmla="*/ 235363 h 291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1329" h="291846">
                        <a:moveTo>
                          <a:pt x="8832" y="235363"/>
                        </a:moveTo>
                        <a:cubicBezTo>
                          <a:pt x="10261" y="224028"/>
                          <a:pt x="11785" y="212788"/>
                          <a:pt x="14261" y="201644"/>
                        </a:cubicBezTo>
                        <a:cubicBezTo>
                          <a:pt x="15976" y="194310"/>
                          <a:pt x="18071" y="187071"/>
                          <a:pt x="20167" y="179832"/>
                        </a:cubicBezTo>
                        <a:cubicBezTo>
                          <a:pt x="27405" y="155067"/>
                          <a:pt x="34645" y="130302"/>
                          <a:pt x="41884" y="105537"/>
                        </a:cubicBezTo>
                        <a:cubicBezTo>
                          <a:pt x="44931" y="95250"/>
                          <a:pt x="47979" y="84868"/>
                          <a:pt x="52552" y="75152"/>
                        </a:cubicBezTo>
                        <a:cubicBezTo>
                          <a:pt x="56076" y="67818"/>
                          <a:pt x="60457" y="60579"/>
                          <a:pt x="61219" y="52388"/>
                        </a:cubicBezTo>
                        <a:cubicBezTo>
                          <a:pt x="61600" y="48101"/>
                          <a:pt x="60934" y="43910"/>
                          <a:pt x="60171" y="39719"/>
                        </a:cubicBezTo>
                        <a:cubicBezTo>
                          <a:pt x="57886" y="26384"/>
                          <a:pt x="54933" y="13145"/>
                          <a:pt x="51313" y="0"/>
                        </a:cubicBezTo>
                        <a:cubicBezTo>
                          <a:pt x="53695" y="22288"/>
                          <a:pt x="46455" y="44291"/>
                          <a:pt x="40074" y="65723"/>
                        </a:cubicBezTo>
                        <a:cubicBezTo>
                          <a:pt x="22929" y="123444"/>
                          <a:pt x="11499" y="182785"/>
                          <a:pt x="4831" y="242602"/>
                        </a:cubicBezTo>
                        <a:cubicBezTo>
                          <a:pt x="3879" y="250984"/>
                          <a:pt x="3021" y="259366"/>
                          <a:pt x="2260" y="267843"/>
                        </a:cubicBezTo>
                        <a:cubicBezTo>
                          <a:pt x="1688" y="273749"/>
                          <a:pt x="-1646" y="286893"/>
                          <a:pt x="1021" y="291846"/>
                        </a:cubicBezTo>
                        <a:cubicBezTo>
                          <a:pt x="3974" y="283369"/>
                          <a:pt x="3879" y="272510"/>
                          <a:pt x="5022" y="263462"/>
                        </a:cubicBezTo>
                        <a:cubicBezTo>
                          <a:pt x="6355" y="254127"/>
                          <a:pt x="7594" y="244697"/>
                          <a:pt x="8832" y="235363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57" name="Forme libre : forme 14656">
                    <a:extLst>
                      <a:ext uri="{FF2B5EF4-FFF2-40B4-BE49-F238E27FC236}">
                        <a16:creationId xmlns:a16="http://schemas.microsoft.com/office/drawing/2014/main" id="{2EB1F37E-0396-4E06-AF16-3A0C72A5126B}"/>
                      </a:ext>
                    </a:extLst>
                  </p:cNvPr>
                  <p:cNvSpPr/>
                  <p:nvPr/>
                </p:nvSpPr>
                <p:spPr>
                  <a:xfrm>
                    <a:off x="8056871" y="4939538"/>
                    <a:ext cx="117831" cy="227800"/>
                  </a:xfrm>
                  <a:custGeom>
                    <a:avLst/>
                    <a:gdLst>
                      <a:gd name="connsiteX0" fmla="*/ 95300 w 117831"/>
                      <a:gd name="connsiteY0" fmla="*/ 207866 h 227800"/>
                      <a:gd name="connsiteX1" fmla="*/ 81870 w 117831"/>
                      <a:gd name="connsiteY1" fmla="*/ 209962 h 227800"/>
                      <a:gd name="connsiteX2" fmla="*/ 66916 w 117831"/>
                      <a:gd name="connsiteY2" fmla="*/ 218058 h 227800"/>
                      <a:gd name="connsiteX3" fmla="*/ 50914 w 117831"/>
                      <a:gd name="connsiteY3" fmla="*/ 226154 h 227800"/>
                      <a:gd name="connsiteX4" fmla="*/ 43961 w 117831"/>
                      <a:gd name="connsiteY4" fmla="*/ 227773 h 227800"/>
                      <a:gd name="connsiteX5" fmla="*/ 32531 w 117831"/>
                      <a:gd name="connsiteY5" fmla="*/ 215010 h 227800"/>
                      <a:gd name="connsiteX6" fmla="*/ 28149 w 117831"/>
                      <a:gd name="connsiteY6" fmla="*/ 181387 h 227800"/>
                      <a:gd name="connsiteX7" fmla="*/ 15671 w 117831"/>
                      <a:gd name="connsiteY7" fmla="*/ 92042 h 227800"/>
                      <a:gd name="connsiteX8" fmla="*/ 50 w 117831"/>
                      <a:gd name="connsiteY8" fmla="*/ 9651 h 227800"/>
                      <a:gd name="connsiteX9" fmla="*/ 4432 w 117831"/>
                      <a:gd name="connsiteY9" fmla="*/ 31 h 227800"/>
                      <a:gd name="connsiteX10" fmla="*/ 11385 w 117831"/>
                      <a:gd name="connsiteY10" fmla="*/ 5746 h 227800"/>
                      <a:gd name="connsiteX11" fmla="*/ 33007 w 117831"/>
                      <a:gd name="connsiteY11" fmla="*/ 50323 h 227800"/>
                      <a:gd name="connsiteX12" fmla="*/ 99968 w 117831"/>
                      <a:gd name="connsiteY12" fmla="*/ 162623 h 227800"/>
                      <a:gd name="connsiteX13" fmla="*/ 115684 w 117831"/>
                      <a:gd name="connsiteY13" fmla="*/ 200627 h 227800"/>
                      <a:gd name="connsiteX14" fmla="*/ 113589 w 117831"/>
                      <a:gd name="connsiteY14" fmla="*/ 212057 h 227800"/>
                      <a:gd name="connsiteX15" fmla="*/ 95300 w 117831"/>
                      <a:gd name="connsiteY15" fmla="*/ 207866 h 227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7831" h="227800">
                        <a:moveTo>
                          <a:pt x="95300" y="207866"/>
                        </a:moveTo>
                        <a:cubicBezTo>
                          <a:pt x="90728" y="207771"/>
                          <a:pt x="86157" y="208438"/>
                          <a:pt x="81870" y="209962"/>
                        </a:cubicBezTo>
                        <a:cubicBezTo>
                          <a:pt x="76536" y="211867"/>
                          <a:pt x="71774" y="215105"/>
                          <a:pt x="66916" y="218058"/>
                        </a:cubicBezTo>
                        <a:cubicBezTo>
                          <a:pt x="61773" y="221106"/>
                          <a:pt x="56439" y="223773"/>
                          <a:pt x="50914" y="226154"/>
                        </a:cubicBezTo>
                        <a:cubicBezTo>
                          <a:pt x="48723" y="227107"/>
                          <a:pt x="46342" y="227964"/>
                          <a:pt x="43961" y="227773"/>
                        </a:cubicBezTo>
                        <a:cubicBezTo>
                          <a:pt x="37865" y="227392"/>
                          <a:pt x="34245" y="220915"/>
                          <a:pt x="32531" y="215010"/>
                        </a:cubicBezTo>
                        <a:cubicBezTo>
                          <a:pt x="29387" y="204151"/>
                          <a:pt x="28911" y="192722"/>
                          <a:pt x="28149" y="181387"/>
                        </a:cubicBezTo>
                        <a:cubicBezTo>
                          <a:pt x="26149" y="151383"/>
                          <a:pt x="21958" y="121474"/>
                          <a:pt x="15671" y="92042"/>
                        </a:cubicBezTo>
                        <a:cubicBezTo>
                          <a:pt x="9766" y="64706"/>
                          <a:pt x="2051" y="37559"/>
                          <a:pt x="50" y="9651"/>
                        </a:cubicBezTo>
                        <a:cubicBezTo>
                          <a:pt x="-235" y="5746"/>
                          <a:pt x="622" y="602"/>
                          <a:pt x="4432" y="31"/>
                        </a:cubicBezTo>
                        <a:cubicBezTo>
                          <a:pt x="7575" y="-350"/>
                          <a:pt x="9861" y="2888"/>
                          <a:pt x="11385" y="5746"/>
                        </a:cubicBezTo>
                        <a:cubicBezTo>
                          <a:pt x="18815" y="20509"/>
                          <a:pt x="25387" y="35749"/>
                          <a:pt x="33007" y="50323"/>
                        </a:cubicBezTo>
                        <a:cubicBezTo>
                          <a:pt x="53105" y="88994"/>
                          <a:pt x="80632" y="123475"/>
                          <a:pt x="99968" y="162623"/>
                        </a:cubicBezTo>
                        <a:cubicBezTo>
                          <a:pt x="106064" y="174910"/>
                          <a:pt x="111302" y="187673"/>
                          <a:pt x="115684" y="200627"/>
                        </a:cubicBezTo>
                        <a:cubicBezTo>
                          <a:pt x="117208" y="205104"/>
                          <a:pt x="120542" y="212152"/>
                          <a:pt x="113589" y="212057"/>
                        </a:cubicBezTo>
                        <a:cubicBezTo>
                          <a:pt x="107969" y="212152"/>
                          <a:pt x="101682" y="207962"/>
                          <a:pt x="95300" y="207866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58" name="Forme libre : forme 14657">
                    <a:extLst>
                      <a:ext uri="{FF2B5EF4-FFF2-40B4-BE49-F238E27FC236}">
                        <a16:creationId xmlns:a16="http://schemas.microsoft.com/office/drawing/2014/main" id="{55806726-D4E5-4367-B513-7E05F4BE2FF4}"/>
                      </a:ext>
                    </a:extLst>
                  </p:cNvPr>
                  <p:cNvSpPr/>
                  <p:nvPr/>
                </p:nvSpPr>
                <p:spPr>
                  <a:xfrm>
                    <a:off x="7995585" y="5050298"/>
                    <a:ext cx="66515" cy="165209"/>
                  </a:xfrm>
                  <a:custGeom>
                    <a:avLst/>
                    <a:gdLst>
                      <a:gd name="connsiteX0" fmla="*/ 948 w 66515"/>
                      <a:gd name="connsiteY0" fmla="*/ 165210 h 165209"/>
                      <a:gd name="connsiteX1" fmla="*/ 1138 w 66515"/>
                      <a:gd name="connsiteY1" fmla="*/ 147398 h 165209"/>
                      <a:gd name="connsiteX2" fmla="*/ 21903 w 66515"/>
                      <a:gd name="connsiteY2" fmla="*/ 36051 h 165209"/>
                      <a:gd name="connsiteX3" fmla="*/ 32190 w 66515"/>
                      <a:gd name="connsiteY3" fmla="*/ 3570 h 165209"/>
                      <a:gd name="connsiteX4" fmla="*/ 35428 w 66515"/>
                      <a:gd name="connsiteY4" fmla="*/ 142 h 165209"/>
                      <a:gd name="connsiteX5" fmla="*/ 40286 w 66515"/>
                      <a:gd name="connsiteY5" fmla="*/ 2427 h 165209"/>
                      <a:gd name="connsiteX6" fmla="*/ 41715 w 66515"/>
                      <a:gd name="connsiteY6" fmla="*/ 7952 h 165209"/>
                      <a:gd name="connsiteX7" fmla="*/ 56384 w 66515"/>
                      <a:gd name="connsiteY7" fmla="*/ 100249 h 165209"/>
                      <a:gd name="connsiteX8" fmla="*/ 66480 w 66515"/>
                      <a:gd name="connsiteY8" fmla="*/ 145398 h 165209"/>
                      <a:gd name="connsiteX9" fmla="*/ 42668 w 66515"/>
                      <a:gd name="connsiteY9" fmla="*/ 154828 h 165209"/>
                      <a:gd name="connsiteX10" fmla="*/ 20951 w 66515"/>
                      <a:gd name="connsiteY10" fmla="*/ 156637 h 165209"/>
                      <a:gd name="connsiteX11" fmla="*/ 948 w 66515"/>
                      <a:gd name="connsiteY11" fmla="*/ 165210 h 165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6515" h="165209">
                        <a:moveTo>
                          <a:pt x="948" y="165210"/>
                        </a:moveTo>
                        <a:cubicBezTo>
                          <a:pt x="-766" y="159495"/>
                          <a:pt x="186" y="153303"/>
                          <a:pt x="1138" y="147398"/>
                        </a:cubicBezTo>
                        <a:cubicBezTo>
                          <a:pt x="7044" y="110155"/>
                          <a:pt x="13997" y="73008"/>
                          <a:pt x="21903" y="36051"/>
                        </a:cubicBezTo>
                        <a:cubicBezTo>
                          <a:pt x="24284" y="24906"/>
                          <a:pt x="26856" y="13667"/>
                          <a:pt x="32190" y="3570"/>
                        </a:cubicBezTo>
                        <a:cubicBezTo>
                          <a:pt x="32952" y="2142"/>
                          <a:pt x="33904" y="618"/>
                          <a:pt x="35428" y="142"/>
                        </a:cubicBezTo>
                        <a:cubicBezTo>
                          <a:pt x="37238" y="-430"/>
                          <a:pt x="39334" y="808"/>
                          <a:pt x="40286" y="2427"/>
                        </a:cubicBezTo>
                        <a:cubicBezTo>
                          <a:pt x="41239" y="4047"/>
                          <a:pt x="41525" y="6047"/>
                          <a:pt x="41715" y="7952"/>
                        </a:cubicBezTo>
                        <a:cubicBezTo>
                          <a:pt x="45239" y="38908"/>
                          <a:pt x="50192" y="69769"/>
                          <a:pt x="56384" y="100249"/>
                        </a:cubicBezTo>
                        <a:cubicBezTo>
                          <a:pt x="59336" y="114727"/>
                          <a:pt x="65623" y="130729"/>
                          <a:pt x="66480" y="145398"/>
                        </a:cubicBezTo>
                        <a:cubicBezTo>
                          <a:pt x="67337" y="160733"/>
                          <a:pt x="52288" y="155494"/>
                          <a:pt x="42668" y="154828"/>
                        </a:cubicBezTo>
                        <a:cubicBezTo>
                          <a:pt x="35428" y="154351"/>
                          <a:pt x="27999" y="154923"/>
                          <a:pt x="20951" y="156637"/>
                        </a:cubicBezTo>
                        <a:cubicBezTo>
                          <a:pt x="19045" y="157304"/>
                          <a:pt x="281" y="163114"/>
                          <a:pt x="948" y="16521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59" name="Forme libre : forme 14658">
                    <a:extLst>
                      <a:ext uri="{FF2B5EF4-FFF2-40B4-BE49-F238E27FC236}">
                        <a16:creationId xmlns:a16="http://schemas.microsoft.com/office/drawing/2014/main" id="{8A01DDA0-C1B0-406E-9BAF-CE7F0AAD3450}"/>
                      </a:ext>
                    </a:extLst>
                  </p:cNvPr>
                  <p:cNvSpPr/>
                  <p:nvPr/>
                </p:nvSpPr>
                <p:spPr>
                  <a:xfrm>
                    <a:off x="7904833" y="4896112"/>
                    <a:ext cx="112516" cy="270412"/>
                  </a:xfrm>
                  <a:custGeom>
                    <a:avLst/>
                    <a:gdLst>
                      <a:gd name="connsiteX0" fmla="*/ 14166 w 112516"/>
                      <a:gd name="connsiteY0" fmla="*/ 254054 h 270412"/>
                      <a:gd name="connsiteX1" fmla="*/ 3689 w 112516"/>
                      <a:gd name="connsiteY1" fmla="*/ 251482 h 270412"/>
                      <a:gd name="connsiteX2" fmla="*/ 1688 w 112516"/>
                      <a:gd name="connsiteY2" fmla="*/ 233385 h 270412"/>
                      <a:gd name="connsiteX3" fmla="*/ 63411 w 112516"/>
                      <a:gd name="connsiteY3" fmla="*/ 115180 h 270412"/>
                      <a:gd name="connsiteX4" fmla="*/ 83604 w 112516"/>
                      <a:gd name="connsiteY4" fmla="*/ 7261 h 270412"/>
                      <a:gd name="connsiteX5" fmla="*/ 84746 w 112516"/>
                      <a:gd name="connsiteY5" fmla="*/ 2023 h 270412"/>
                      <a:gd name="connsiteX6" fmla="*/ 89319 w 112516"/>
                      <a:gd name="connsiteY6" fmla="*/ 308 h 270412"/>
                      <a:gd name="connsiteX7" fmla="*/ 91223 w 112516"/>
                      <a:gd name="connsiteY7" fmla="*/ 2689 h 270412"/>
                      <a:gd name="connsiteX8" fmla="*/ 112274 w 112516"/>
                      <a:gd name="connsiteY8" fmla="*/ 77746 h 270412"/>
                      <a:gd name="connsiteX9" fmla="*/ 107797 w 112516"/>
                      <a:gd name="connsiteY9" fmla="*/ 101654 h 270412"/>
                      <a:gd name="connsiteX10" fmla="*/ 66459 w 112516"/>
                      <a:gd name="connsiteY10" fmla="*/ 253102 h 270412"/>
                      <a:gd name="connsiteX11" fmla="*/ 62934 w 112516"/>
                      <a:gd name="connsiteY11" fmla="*/ 269675 h 270412"/>
                      <a:gd name="connsiteX12" fmla="*/ 49885 w 112516"/>
                      <a:gd name="connsiteY12" fmla="*/ 265675 h 270412"/>
                      <a:gd name="connsiteX13" fmla="*/ 14166 w 112516"/>
                      <a:gd name="connsiteY13" fmla="*/ 254054 h 270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2516" h="270412">
                        <a:moveTo>
                          <a:pt x="14166" y="254054"/>
                        </a:moveTo>
                        <a:cubicBezTo>
                          <a:pt x="10547" y="253864"/>
                          <a:pt x="6546" y="253769"/>
                          <a:pt x="3689" y="251482"/>
                        </a:cubicBezTo>
                        <a:cubicBezTo>
                          <a:pt x="-1455" y="247577"/>
                          <a:pt x="-312" y="239576"/>
                          <a:pt x="1688" y="233385"/>
                        </a:cubicBezTo>
                        <a:cubicBezTo>
                          <a:pt x="15595" y="191094"/>
                          <a:pt x="46265" y="156232"/>
                          <a:pt x="63411" y="115180"/>
                        </a:cubicBezTo>
                        <a:cubicBezTo>
                          <a:pt x="77603" y="81271"/>
                          <a:pt x="82080" y="44028"/>
                          <a:pt x="83604" y="7261"/>
                        </a:cubicBezTo>
                        <a:cubicBezTo>
                          <a:pt x="83699" y="5452"/>
                          <a:pt x="83794" y="3547"/>
                          <a:pt x="84746" y="2023"/>
                        </a:cubicBezTo>
                        <a:cubicBezTo>
                          <a:pt x="85699" y="498"/>
                          <a:pt x="87795" y="-549"/>
                          <a:pt x="89319" y="308"/>
                        </a:cubicBezTo>
                        <a:cubicBezTo>
                          <a:pt x="90176" y="784"/>
                          <a:pt x="90747" y="1737"/>
                          <a:pt x="91223" y="2689"/>
                        </a:cubicBezTo>
                        <a:cubicBezTo>
                          <a:pt x="103606" y="25930"/>
                          <a:pt x="114274" y="51457"/>
                          <a:pt x="112274" y="77746"/>
                        </a:cubicBezTo>
                        <a:cubicBezTo>
                          <a:pt x="111702" y="85843"/>
                          <a:pt x="109893" y="93748"/>
                          <a:pt x="107797" y="101654"/>
                        </a:cubicBezTo>
                        <a:cubicBezTo>
                          <a:pt x="94367" y="152422"/>
                          <a:pt x="67792" y="200619"/>
                          <a:pt x="66459" y="253102"/>
                        </a:cubicBezTo>
                        <a:cubicBezTo>
                          <a:pt x="66363" y="257578"/>
                          <a:pt x="67506" y="267008"/>
                          <a:pt x="62934" y="269675"/>
                        </a:cubicBezTo>
                        <a:cubicBezTo>
                          <a:pt x="58743" y="272152"/>
                          <a:pt x="53219" y="267770"/>
                          <a:pt x="49885" y="265675"/>
                        </a:cubicBezTo>
                        <a:cubicBezTo>
                          <a:pt x="39217" y="259007"/>
                          <a:pt x="26930" y="254911"/>
                          <a:pt x="14166" y="25405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60" name="Forme libre : forme 14659">
                    <a:extLst>
                      <a:ext uri="{FF2B5EF4-FFF2-40B4-BE49-F238E27FC236}">
                        <a16:creationId xmlns:a16="http://schemas.microsoft.com/office/drawing/2014/main" id="{81E566D8-8A57-456D-B76C-D55BAC4FEA99}"/>
                      </a:ext>
                    </a:extLst>
                  </p:cNvPr>
                  <p:cNvSpPr/>
                  <p:nvPr/>
                </p:nvSpPr>
                <p:spPr>
                  <a:xfrm>
                    <a:off x="7992532" y="4549605"/>
                    <a:ext cx="63479" cy="339229"/>
                  </a:xfrm>
                  <a:custGeom>
                    <a:avLst/>
                    <a:gdLst>
                      <a:gd name="connsiteX0" fmla="*/ 22098 w 63479"/>
                      <a:gd name="connsiteY0" fmla="*/ 214608 h 339229"/>
                      <a:gd name="connsiteX1" fmla="*/ 13145 w 63479"/>
                      <a:gd name="connsiteY1" fmla="*/ 179556 h 339229"/>
                      <a:gd name="connsiteX2" fmla="*/ 8858 w 63479"/>
                      <a:gd name="connsiteY2" fmla="*/ 112405 h 339229"/>
                      <a:gd name="connsiteX3" fmla="*/ 0 w 63479"/>
                      <a:gd name="connsiteY3" fmla="*/ 200 h 339229"/>
                      <a:gd name="connsiteX4" fmla="*/ 15907 w 63479"/>
                      <a:gd name="connsiteY4" fmla="*/ 11154 h 339229"/>
                      <a:gd name="connsiteX5" fmla="*/ 48768 w 63479"/>
                      <a:gd name="connsiteY5" fmla="*/ 146219 h 339229"/>
                      <a:gd name="connsiteX6" fmla="*/ 50292 w 63479"/>
                      <a:gd name="connsiteY6" fmla="*/ 213655 h 339229"/>
                      <a:gd name="connsiteX7" fmla="*/ 54674 w 63479"/>
                      <a:gd name="connsiteY7" fmla="*/ 298333 h 339229"/>
                      <a:gd name="connsiteX8" fmla="*/ 59817 w 63479"/>
                      <a:gd name="connsiteY8" fmla="*/ 318335 h 339229"/>
                      <a:gd name="connsiteX9" fmla="*/ 63151 w 63479"/>
                      <a:gd name="connsiteY9" fmla="*/ 335576 h 339229"/>
                      <a:gd name="connsiteX10" fmla="*/ 55531 w 63479"/>
                      <a:gd name="connsiteY10" fmla="*/ 339100 h 339229"/>
                      <a:gd name="connsiteX11" fmla="*/ 48006 w 63479"/>
                      <a:gd name="connsiteY11" fmla="*/ 331385 h 339229"/>
                      <a:gd name="connsiteX12" fmla="*/ 30480 w 63479"/>
                      <a:gd name="connsiteY12" fmla="*/ 256804 h 339229"/>
                      <a:gd name="connsiteX13" fmla="*/ 22098 w 63479"/>
                      <a:gd name="connsiteY13" fmla="*/ 214608 h 339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3479" h="339229">
                        <a:moveTo>
                          <a:pt x="22098" y="214608"/>
                        </a:moveTo>
                        <a:cubicBezTo>
                          <a:pt x="19145" y="202892"/>
                          <a:pt x="15526" y="191367"/>
                          <a:pt x="13145" y="179556"/>
                        </a:cubicBezTo>
                        <a:cubicBezTo>
                          <a:pt x="8858" y="157553"/>
                          <a:pt x="9335" y="134884"/>
                          <a:pt x="8858" y="112405"/>
                        </a:cubicBezTo>
                        <a:cubicBezTo>
                          <a:pt x="7906" y="74876"/>
                          <a:pt x="4001" y="37538"/>
                          <a:pt x="0" y="200"/>
                        </a:cubicBezTo>
                        <a:cubicBezTo>
                          <a:pt x="6763" y="-1229"/>
                          <a:pt x="12383" y="5249"/>
                          <a:pt x="15907" y="11154"/>
                        </a:cubicBezTo>
                        <a:cubicBezTo>
                          <a:pt x="39719" y="51445"/>
                          <a:pt x="46101" y="99546"/>
                          <a:pt x="48768" y="146219"/>
                        </a:cubicBezTo>
                        <a:cubicBezTo>
                          <a:pt x="50006" y="168697"/>
                          <a:pt x="50578" y="191177"/>
                          <a:pt x="50292" y="213655"/>
                        </a:cubicBezTo>
                        <a:cubicBezTo>
                          <a:pt x="50006" y="241945"/>
                          <a:pt x="48482" y="270615"/>
                          <a:pt x="54674" y="298333"/>
                        </a:cubicBezTo>
                        <a:cubicBezTo>
                          <a:pt x="56197" y="305096"/>
                          <a:pt x="58103" y="311668"/>
                          <a:pt x="59817" y="318335"/>
                        </a:cubicBezTo>
                        <a:cubicBezTo>
                          <a:pt x="60960" y="322717"/>
                          <a:pt x="64579" y="331194"/>
                          <a:pt x="63151" y="335576"/>
                        </a:cubicBezTo>
                        <a:cubicBezTo>
                          <a:pt x="62103" y="338814"/>
                          <a:pt x="58579" y="339576"/>
                          <a:pt x="55531" y="339100"/>
                        </a:cubicBezTo>
                        <a:cubicBezTo>
                          <a:pt x="51054" y="338338"/>
                          <a:pt x="49530" y="335290"/>
                          <a:pt x="48006" y="331385"/>
                        </a:cubicBezTo>
                        <a:cubicBezTo>
                          <a:pt x="38767" y="307477"/>
                          <a:pt x="34766" y="281950"/>
                          <a:pt x="30480" y="256804"/>
                        </a:cubicBezTo>
                        <a:cubicBezTo>
                          <a:pt x="28099" y="242707"/>
                          <a:pt x="25622" y="228515"/>
                          <a:pt x="22098" y="214608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4661" name="Forme libre : forme 14660">
                    <a:extLst>
                      <a:ext uri="{FF2B5EF4-FFF2-40B4-BE49-F238E27FC236}">
                        <a16:creationId xmlns:a16="http://schemas.microsoft.com/office/drawing/2014/main" id="{79B07DE0-DB0B-4531-9D71-960A1D255813}"/>
                      </a:ext>
                    </a:extLst>
                  </p:cNvPr>
                  <p:cNvSpPr/>
                  <p:nvPr/>
                </p:nvSpPr>
                <p:spPr>
                  <a:xfrm>
                    <a:off x="8056196" y="4534683"/>
                    <a:ext cx="22923" cy="150477"/>
                  </a:xfrm>
                  <a:custGeom>
                    <a:avLst/>
                    <a:gdLst>
                      <a:gd name="connsiteX0" fmla="*/ 10631 w 22923"/>
                      <a:gd name="connsiteY0" fmla="*/ 83703 h 150477"/>
                      <a:gd name="connsiteX1" fmla="*/ 630 w 22923"/>
                      <a:gd name="connsiteY1" fmla="*/ 36078 h 150477"/>
                      <a:gd name="connsiteX2" fmla="*/ 2821 w 22923"/>
                      <a:gd name="connsiteY2" fmla="*/ 13599 h 150477"/>
                      <a:gd name="connsiteX3" fmla="*/ 12155 w 22923"/>
                      <a:gd name="connsiteY3" fmla="*/ 2265 h 150477"/>
                      <a:gd name="connsiteX4" fmla="*/ 15489 w 22923"/>
                      <a:gd name="connsiteY4" fmla="*/ 74 h 150477"/>
                      <a:gd name="connsiteX5" fmla="*/ 20156 w 22923"/>
                      <a:gd name="connsiteY5" fmla="*/ 2455 h 150477"/>
                      <a:gd name="connsiteX6" fmla="*/ 21395 w 22923"/>
                      <a:gd name="connsiteY6" fmla="*/ 7789 h 150477"/>
                      <a:gd name="connsiteX7" fmla="*/ 19299 w 22923"/>
                      <a:gd name="connsiteY7" fmla="*/ 22457 h 150477"/>
                      <a:gd name="connsiteX8" fmla="*/ 20347 w 22923"/>
                      <a:gd name="connsiteY8" fmla="*/ 104277 h 150477"/>
                      <a:gd name="connsiteX9" fmla="*/ 22918 w 22923"/>
                      <a:gd name="connsiteY9" fmla="*/ 145235 h 150477"/>
                      <a:gd name="connsiteX10" fmla="*/ 17299 w 22923"/>
                      <a:gd name="connsiteY10" fmla="*/ 147711 h 150477"/>
                      <a:gd name="connsiteX11" fmla="*/ 16156 w 22923"/>
                      <a:gd name="connsiteY11" fmla="*/ 129518 h 150477"/>
                      <a:gd name="connsiteX12" fmla="*/ 10631 w 22923"/>
                      <a:gd name="connsiteY12" fmla="*/ 83703 h 15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2923" h="150477">
                        <a:moveTo>
                          <a:pt x="10631" y="83703"/>
                        </a:moveTo>
                        <a:cubicBezTo>
                          <a:pt x="7393" y="67797"/>
                          <a:pt x="2630" y="52175"/>
                          <a:pt x="630" y="36078"/>
                        </a:cubicBezTo>
                        <a:cubicBezTo>
                          <a:pt x="-323" y="28458"/>
                          <a:pt x="-608" y="20457"/>
                          <a:pt x="2821" y="13599"/>
                        </a:cubicBezTo>
                        <a:cubicBezTo>
                          <a:pt x="5012" y="9218"/>
                          <a:pt x="8631" y="5693"/>
                          <a:pt x="12155" y="2265"/>
                        </a:cubicBezTo>
                        <a:cubicBezTo>
                          <a:pt x="13108" y="1312"/>
                          <a:pt x="14155" y="359"/>
                          <a:pt x="15489" y="74"/>
                        </a:cubicBezTo>
                        <a:cubicBezTo>
                          <a:pt x="17299" y="-307"/>
                          <a:pt x="19204" y="836"/>
                          <a:pt x="20156" y="2455"/>
                        </a:cubicBezTo>
                        <a:cubicBezTo>
                          <a:pt x="21109" y="4074"/>
                          <a:pt x="21299" y="5979"/>
                          <a:pt x="21395" y="7789"/>
                        </a:cubicBezTo>
                        <a:cubicBezTo>
                          <a:pt x="21490" y="12742"/>
                          <a:pt x="20251" y="17600"/>
                          <a:pt x="19299" y="22457"/>
                        </a:cubicBezTo>
                        <a:cubicBezTo>
                          <a:pt x="14155" y="49508"/>
                          <a:pt x="17584" y="77131"/>
                          <a:pt x="20347" y="104277"/>
                        </a:cubicBezTo>
                        <a:cubicBezTo>
                          <a:pt x="21680" y="117898"/>
                          <a:pt x="23014" y="131519"/>
                          <a:pt x="22918" y="145235"/>
                        </a:cubicBezTo>
                        <a:cubicBezTo>
                          <a:pt x="22918" y="149807"/>
                          <a:pt x="20728" y="153045"/>
                          <a:pt x="17299" y="147711"/>
                        </a:cubicBezTo>
                        <a:cubicBezTo>
                          <a:pt x="14537" y="143425"/>
                          <a:pt x="16346" y="134567"/>
                          <a:pt x="16156" y="129518"/>
                        </a:cubicBezTo>
                        <a:cubicBezTo>
                          <a:pt x="15584" y="114088"/>
                          <a:pt x="13774" y="98753"/>
                          <a:pt x="10631" y="83703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662" name="Forme libre : forme 14661">
                  <a:extLst>
                    <a:ext uri="{FF2B5EF4-FFF2-40B4-BE49-F238E27FC236}">
                      <a16:creationId xmlns:a16="http://schemas.microsoft.com/office/drawing/2014/main" id="{64E167BE-2572-42C7-A3DC-413539C250EB}"/>
                    </a:ext>
                  </a:extLst>
                </p:cNvPr>
                <p:cNvSpPr/>
                <p:nvPr/>
              </p:nvSpPr>
              <p:spPr>
                <a:xfrm>
                  <a:off x="8094354" y="5029864"/>
                  <a:ext cx="59798" cy="110635"/>
                </a:xfrm>
                <a:custGeom>
                  <a:avLst/>
                  <a:gdLst>
                    <a:gd name="connsiteX0" fmla="*/ 41338 w 59798"/>
                    <a:gd name="connsiteY0" fmla="*/ 54009 h 110635"/>
                    <a:gd name="connsiteX1" fmla="*/ 8858 w 59798"/>
                    <a:gd name="connsiteY1" fmla="*/ 6003 h 110635"/>
                    <a:gd name="connsiteX2" fmla="*/ 0 w 59798"/>
                    <a:gd name="connsiteY2" fmla="*/ 2 h 110635"/>
                    <a:gd name="connsiteX3" fmla="*/ 9144 w 59798"/>
                    <a:gd name="connsiteY3" fmla="*/ 22100 h 110635"/>
                    <a:gd name="connsiteX4" fmla="*/ 19050 w 59798"/>
                    <a:gd name="connsiteY4" fmla="*/ 48103 h 110635"/>
                    <a:gd name="connsiteX5" fmla="*/ 38195 w 59798"/>
                    <a:gd name="connsiteY5" fmla="*/ 101443 h 110635"/>
                    <a:gd name="connsiteX6" fmla="*/ 55721 w 59798"/>
                    <a:gd name="connsiteY6" fmla="*/ 107920 h 110635"/>
                    <a:gd name="connsiteX7" fmla="*/ 56960 w 59798"/>
                    <a:gd name="connsiteY7" fmla="*/ 83917 h 110635"/>
                    <a:gd name="connsiteX8" fmla="*/ 41338 w 59798"/>
                    <a:gd name="connsiteY8" fmla="*/ 54009 h 110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798" h="110635">
                      <a:moveTo>
                        <a:pt x="41338" y="54009"/>
                      </a:moveTo>
                      <a:cubicBezTo>
                        <a:pt x="31052" y="37626"/>
                        <a:pt x="20764" y="21243"/>
                        <a:pt x="8858" y="6003"/>
                      </a:cubicBezTo>
                      <a:cubicBezTo>
                        <a:pt x="6572" y="3050"/>
                        <a:pt x="3715" y="-93"/>
                        <a:pt x="0" y="2"/>
                      </a:cubicBezTo>
                      <a:cubicBezTo>
                        <a:pt x="3048" y="7336"/>
                        <a:pt x="6096" y="14670"/>
                        <a:pt x="9144" y="22100"/>
                      </a:cubicBezTo>
                      <a:cubicBezTo>
                        <a:pt x="12668" y="30673"/>
                        <a:pt x="16193" y="39245"/>
                        <a:pt x="19050" y="48103"/>
                      </a:cubicBezTo>
                      <a:cubicBezTo>
                        <a:pt x="24860" y="66010"/>
                        <a:pt x="27813" y="85346"/>
                        <a:pt x="38195" y="101443"/>
                      </a:cubicBezTo>
                      <a:cubicBezTo>
                        <a:pt x="42196" y="107635"/>
                        <a:pt x="48578" y="114588"/>
                        <a:pt x="55721" y="107920"/>
                      </a:cubicBezTo>
                      <a:cubicBezTo>
                        <a:pt x="62389" y="101729"/>
                        <a:pt x="59436" y="91251"/>
                        <a:pt x="56960" y="83917"/>
                      </a:cubicBezTo>
                      <a:cubicBezTo>
                        <a:pt x="53340" y="73154"/>
                        <a:pt x="47244" y="63534"/>
                        <a:pt x="41338" y="54009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63" name="Forme libre : forme 14662">
                  <a:extLst>
                    <a:ext uri="{FF2B5EF4-FFF2-40B4-BE49-F238E27FC236}">
                      <a16:creationId xmlns:a16="http://schemas.microsoft.com/office/drawing/2014/main" id="{A9148030-8DD8-4224-BBA2-0743D7D6B405}"/>
                    </a:ext>
                  </a:extLst>
                </p:cNvPr>
                <p:cNvSpPr/>
                <p:nvPr/>
              </p:nvSpPr>
              <p:spPr>
                <a:xfrm>
                  <a:off x="8019998" y="5137373"/>
                  <a:ext cx="21968" cy="56930"/>
                </a:xfrm>
                <a:custGeom>
                  <a:avLst/>
                  <a:gdLst>
                    <a:gd name="connsiteX0" fmla="*/ 10634 w 21968"/>
                    <a:gd name="connsiteY0" fmla="*/ 3173 h 56930"/>
                    <a:gd name="connsiteX1" fmla="*/ 5967 w 21968"/>
                    <a:gd name="connsiteY1" fmla="*/ 316 h 56930"/>
                    <a:gd name="connsiteX2" fmla="*/ 4633 w 21968"/>
                    <a:gd name="connsiteY2" fmla="*/ 2888 h 56930"/>
                    <a:gd name="connsiteX3" fmla="*/ 14158 w 21968"/>
                    <a:gd name="connsiteY3" fmla="*/ 56894 h 56930"/>
                    <a:gd name="connsiteX4" fmla="*/ 10634 w 21968"/>
                    <a:gd name="connsiteY4" fmla="*/ 3173 h 56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68" h="56930">
                      <a:moveTo>
                        <a:pt x="10634" y="3173"/>
                      </a:moveTo>
                      <a:cubicBezTo>
                        <a:pt x="9681" y="1364"/>
                        <a:pt x="7777" y="-827"/>
                        <a:pt x="5967" y="316"/>
                      </a:cubicBezTo>
                      <a:cubicBezTo>
                        <a:pt x="5110" y="888"/>
                        <a:pt x="4824" y="1935"/>
                        <a:pt x="4633" y="2888"/>
                      </a:cubicBezTo>
                      <a:cubicBezTo>
                        <a:pt x="1966" y="15747"/>
                        <a:pt x="-8225" y="54989"/>
                        <a:pt x="14158" y="56894"/>
                      </a:cubicBezTo>
                      <a:cubicBezTo>
                        <a:pt x="31875" y="58418"/>
                        <a:pt x="14444" y="10889"/>
                        <a:pt x="10634" y="3173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64" name="Forme libre : forme 14663">
                  <a:extLst>
                    <a:ext uri="{FF2B5EF4-FFF2-40B4-BE49-F238E27FC236}">
                      <a16:creationId xmlns:a16="http://schemas.microsoft.com/office/drawing/2014/main" id="{223EFAAF-E63E-4A40-8002-6184AAE81907}"/>
                    </a:ext>
                  </a:extLst>
                </p:cNvPr>
                <p:cNvSpPr/>
                <p:nvPr/>
              </p:nvSpPr>
              <p:spPr>
                <a:xfrm>
                  <a:off x="7928984" y="5067418"/>
                  <a:ext cx="39450" cy="76134"/>
                </a:xfrm>
                <a:custGeom>
                  <a:avLst/>
                  <a:gdLst>
                    <a:gd name="connsiteX0" fmla="*/ 28878 w 39450"/>
                    <a:gd name="connsiteY0" fmla="*/ 43791 h 76134"/>
                    <a:gd name="connsiteX1" fmla="*/ 39450 w 39450"/>
                    <a:gd name="connsiteY1" fmla="*/ 5691 h 76134"/>
                    <a:gd name="connsiteX2" fmla="*/ 38307 w 39450"/>
                    <a:gd name="connsiteY2" fmla="*/ 1215 h 76134"/>
                    <a:gd name="connsiteX3" fmla="*/ 32878 w 39450"/>
                    <a:gd name="connsiteY3" fmla="*/ 548 h 76134"/>
                    <a:gd name="connsiteX4" fmla="*/ 28687 w 39450"/>
                    <a:gd name="connsiteY4" fmla="*/ 4548 h 76134"/>
                    <a:gd name="connsiteX5" fmla="*/ 112 w 39450"/>
                    <a:gd name="connsiteY5" fmla="*/ 63889 h 76134"/>
                    <a:gd name="connsiteX6" fmla="*/ 10304 w 39450"/>
                    <a:gd name="connsiteY6" fmla="*/ 75605 h 76134"/>
                    <a:gd name="connsiteX7" fmla="*/ 28878 w 39450"/>
                    <a:gd name="connsiteY7" fmla="*/ 43791 h 76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450" h="76134">
                      <a:moveTo>
                        <a:pt x="28878" y="43791"/>
                      </a:moveTo>
                      <a:cubicBezTo>
                        <a:pt x="34307" y="31695"/>
                        <a:pt x="39355" y="19026"/>
                        <a:pt x="39450" y="5691"/>
                      </a:cubicBezTo>
                      <a:cubicBezTo>
                        <a:pt x="39450" y="4167"/>
                        <a:pt x="39355" y="2453"/>
                        <a:pt x="38307" y="1215"/>
                      </a:cubicBezTo>
                      <a:cubicBezTo>
                        <a:pt x="36974" y="-214"/>
                        <a:pt x="34688" y="-309"/>
                        <a:pt x="32878" y="548"/>
                      </a:cubicBezTo>
                      <a:cubicBezTo>
                        <a:pt x="31068" y="1405"/>
                        <a:pt x="29830" y="2929"/>
                        <a:pt x="28687" y="4548"/>
                      </a:cubicBezTo>
                      <a:cubicBezTo>
                        <a:pt x="16781" y="19788"/>
                        <a:pt x="-1603" y="43410"/>
                        <a:pt x="112" y="63889"/>
                      </a:cubicBezTo>
                      <a:cubicBezTo>
                        <a:pt x="588" y="69699"/>
                        <a:pt x="2874" y="78367"/>
                        <a:pt x="10304" y="75605"/>
                      </a:cubicBezTo>
                      <a:cubicBezTo>
                        <a:pt x="19543" y="72366"/>
                        <a:pt x="25258" y="51888"/>
                        <a:pt x="28878" y="43791"/>
                      </a:cubicBezTo>
                      <a:close/>
                    </a:path>
                  </a:pathLst>
                </a:custGeom>
                <a:solidFill>
                  <a:srgbClr val="B274E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65" name="Forme libre : forme 14664">
                  <a:extLst>
                    <a:ext uri="{FF2B5EF4-FFF2-40B4-BE49-F238E27FC236}">
                      <a16:creationId xmlns:a16="http://schemas.microsoft.com/office/drawing/2014/main" id="{4335F977-3C14-4D74-A2B9-E2D55A763D8C}"/>
                    </a:ext>
                  </a:extLst>
                </p:cNvPr>
                <p:cNvSpPr/>
                <p:nvPr/>
              </p:nvSpPr>
              <p:spPr>
                <a:xfrm>
                  <a:off x="8021107" y="4890991"/>
                  <a:ext cx="38862" cy="170402"/>
                </a:xfrm>
                <a:custGeom>
                  <a:avLst/>
                  <a:gdLst>
                    <a:gd name="connsiteX0" fmla="*/ 21622 w 38862"/>
                    <a:gd name="connsiteY0" fmla="*/ 100203 h 170402"/>
                    <a:gd name="connsiteX1" fmla="*/ 0 w 38862"/>
                    <a:gd name="connsiteY1" fmla="*/ 143923 h 170402"/>
                    <a:gd name="connsiteX2" fmla="*/ 16097 w 38862"/>
                    <a:gd name="connsiteY2" fmla="*/ 92678 h 170402"/>
                    <a:gd name="connsiteX3" fmla="*/ 12192 w 38862"/>
                    <a:gd name="connsiteY3" fmla="*/ 38005 h 170402"/>
                    <a:gd name="connsiteX4" fmla="*/ 4001 w 38862"/>
                    <a:gd name="connsiteY4" fmla="*/ 0 h 170402"/>
                    <a:gd name="connsiteX5" fmla="*/ 29146 w 38862"/>
                    <a:gd name="connsiteY5" fmla="*/ 100679 h 170402"/>
                    <a:gd name="connsiteX6" fmla="*/ 36671 w 38862"/>
                    <a:gd name="connsiteY6" fmla="*/ 153353 h 170402"/>
                    <a:gd name="connsiteX7" fmla="*/ 38862 w 38862"/>
                    <a:gd name="connsiteY7" fmla="*/ 170402 h 170402"/>
                    <a:gd name="connsiteX8" fmla="*/ 35147 w 38862"/>
                    <a:gd name="connsiteY8" fmla="*/ 158020 h 170402"/>
                    <a:gd name="connsiteX9" fmla="*/ 31528 w 38862"/>
                    <a:gd name="connsiteY9" fmla="*/ 138779 h 170402"/>
                    <a:gd name="connsiteX10" fmla="*/ 21622 w 38862"/>
                    <a:gd name="connsiteY10" fmla="*/ 100203 h 170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8862" h="170402">
                      <a:moveTo>
                        <a:pt x="21622" y="100203"/>
                      </a:moveTo>
                      <a:cubicBezTo>
                        <a:pt x="12287" y="113633"/>
                        <a:pt x="5048" y="128397"/>
                        <a:pt x="0" y="143923"/>
                      </a:cubicBezTo>
                      <a:cubicBezTo>
                        <a:pt x="1238" y="126016"/>
                        <a:pt x="12287" y="110204"/>
                        <a:pt x="16097" y="92678"/>
                      </a:cubicBezTo>
                      <a:cubicBezTo>
                        <a:pt x="20003" y="74676"/>
                        <a:pt x="16097" y="56007"/>
                        <a:pt x="12192" y="38005"/>
                      </a:cubicBezTo>
                      <a:cubicBezTo>
                        <a:pt x="9430" y="25337"/>
                        <a:pt x="6763" y="12668"/>
                        <a:pt x="4001" y="0"/>
                      </a:cubicBezTo>
                      <a:cubicBezTo>
                        <a:pt x="16288" y="32385"/>
                        <a:pt x="23717" y="66485"/>
                        <a:pt x="29146" y="100679"/>
                      </a:cubicBezTo>
                      <a:cubicBezTo>
                        <a:pt x="32004" y="118205"/>
                        <a:pt x="34290" y="135827"/>
                        <a:pt x="36671" y="153353"/>
                      </a:cubicBezTo>
                      <a:cubicBezTo>
                        <a:pt x="37338" y="159068"/>
                        <a:pt x="38481" y="164687"/>
                        <a:pt x="38862" y="170402"/>
                      </a:cubicBezTo>
                      <a:cubicBezTo>
                        <a:pt x="35909" y="166592"/>
                        <a:pt x="35909" y="162592"/>
                        <a:pt x="35147" y="158020"/>
                      </a:cubicBezTo>
                      <a:cubicBezTo>
                        <a:pt x="34100" y="151543"/>
                        <a:pt x="32861" y="145161"/>
                        <a:pt x="31528" y="138779"/>
                      </a:cubicBezTo>
                      <a:cubicBezTo>
                        <a:pt x="28861" y="125635"/>
                        <a:pt x="25527" y="112871"/>
                        <a:pt x="21622" y="100203"/>
                      </a:cubicBezTo>
                      <a:close/>
                    </a:path>
                  </a:pathLst>
                </a:custGeom>
                <a:solidFill>
                  <a:srgbClr val="6B359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666" name="Graphique 2">
              <a:extLst>
                <a:ext uri="{FF2B5EF4-FFF2-40B4-BE49-F238E27FC236}">
                  <a16:creationId xmlns:a16="http://schemas.microsoft.com/office/drawing/2014/main" id="{902AC176-A1F8-423F-876F-5CF612386C4D}"/>
                </a:ext>
              </a:extLst>
            </p:cNvPr>
            <p:cNvGrpSpPr/>
            <p:nvPr/>
          </p:nvGrpSpPr>
          <p:grpSpPr>
            <a:xfrm>
              <a:off x="6066006" y="1432940"/>
              <a:ext cx="3936111" cy="3936015"/>
              <a:chOff x="6066006" y="1432940"/>
              <a:chExt cx="3936111" cy="3936015"/>
            </a:xfrm>
            <a:noFill/>
          </p:grpSpPr>
          <p:sp>
            <p:nvSpPr>
              <p:cNvPr id="14667" name="Forme libre : forme 14666">
                <a:extLst>
                  <a:ext uri="{FF2B5EF4-FFF2-40B4-BE49-F238E27FC236}">
                    <a16:creationId xmlns:a16="http://schemas.microsoft.com/office/drawing/2014/main" id="{E5D998BF-3675-43A6-BB1D-52A806F122A0}"/>
                  </a:ext>
                </a:extLst>
              </p:cNvPr>
              <p:cNvSpPr/>
              <p:nvPr/>
            </p:nvSpPr>
            <p:spPr>
              <a:xfrm>
                <a:off x="6304646" y="2310839"/>
                <a:ext cx="784409" cy="580363"/>
              </a:xfrm>
              <a:custGeom>
                <a:avLst/>
                <a:gdLst>
                  <a:gd name="connsiteX0" fmla="*/ 41585 w 784409"/>
                  <a:gd name="connsiteY0" fmla="*/ 333396 h 580363"/>
                  <a:gd name="connsiteX1" fmla="*/ 59588 w 784409"/>
                  <a:gd name="connsiteY1" fmla="*/ 341206 h 580363"/>
                  <a:gd name="connsiteX2" fmla="*/ 59588 w 784409"/>
                  <a:gd name="connsiteY2" fmla="*/ 341301 h 580363"/>
                  <a:gd name="connsiteX3" fmla="*/ 61207 w 784409"/>
                  <a:gd name="connsiteY3" fmla="*/ 341778 h 580363"/>
                  <a:gd name="connsiteX4" fmla="*/ 70637 w 784409"/>
                  <a:gd name="connsiteY4" fmla="*/ 343968 h 580363"/>
                  <a:gd name="connsiteX5" fmla="*/ 227323 w 784409"/>
                  <a:gd name="connsiteY5" fmla="*/ 359304 h 580363"/>
                  <a:gd name="connsiteX6" fmla="*/ 313048 w 784409"/>
                  <a:gd name="connsiteY6" fmla="*/ 363495 h 580363"/>
                  <a:gd name="connsiteX7" fmla="*/ 316667 w 784409"/>
                  <a:gd name="connsiteY7" fmla="*/ 364352 h 580363"/>
                  <a:gd name="connsiteX8" fmla="*/ 316287 w 784409"/>
                  <a:gd name="connsiteY8" fmla="*/ 363876 h 580363"/>
                  <a:gd name="connsiteX9" fmla="*/ 429539 w 784409"/>
                  <a:gd name="connsiteY9" fmla="*/ 403690 h 580363"/>
                  <a:gd name="connsiteX10" fmla="*/ 671474 w 784409"/>
                  <a:gd name="connsiteY10" fmla="*/ 538850 h 580363"/>
                  <a:gd name="connsiteX11" fmla="*/ 723099 w 784409"/>
                  <a:gd name="connsiteY11" fmla="*/ 577712 h 580363"/>
                  <a:gd name="connsiteX12" fmla="*/ 728529 w 784409"/>
                  <a:gd name="connsiteY12" fmla="*/ 521133 h 580363"/>
                  <a:gd name="connsiteX13" fmla="*/ 733291 w 784409"/>
                  <a:gd name="connsiteY13" fmla="*/ 512942 h 580363"/>
                  <a:gd name="connsiteX14" fmla="*/ 735005 w 784409"/>
                  <a:gd name="connsiteY14" fmla="*/ 511418 h 580363"/>
                  <a:gd name="connsiteX15" fmla="*/ 780344 w 784409"/>
                  <a:gd name="connsiteY15" fmla="*/ 478271 h 580363"/>
                  <a:gd name="connsiteX16" fmla="*/ 720813 w 784409"/>
                  <a:gd name="connsiteY16" fmla="*/ 453125 h 580363"/>
                  <a:gd name="connsiteX17" fmla="*/ 482307 w 784409"/>
                  <a:gd name="connsiteY17" fmla="*/ 311964 h 580363"/>
                  <a:gd name="connsiteX18" fmla="*/ 342194 w 784409"/>
                  <a:gd name="connsiteY18" fmla="*/ 159564 h 580363"/>
                  <a:gd name="connsiteX19" fmla="*/ 253040 w 784409"/>
                  <a:gd name="connsiteY19" fmla="*/ 34977 h 580363"/>
                  <a:gd name="connsiteX20" fmla="*/ 233133 w 784409"/>
                  <a:gd name="connsiteY20" fmla="*/ 15832 h 580363"/>
                  <a:gd name="connsiteX21" fmla="*/ 226561 w 784409"/>
                  <a:gd name="connsiteY21" fmla="*/ 11641 h 580363"/>
                  <a:gd name="connsiteX22" fmla="*/ 226561 w 784409"/>
                  <a:gd name="connsiteY22" fmla="*/ 11641 h 580363"/>
                  <a:gd name="connsiteX23" fmla="*/ 218941 w 784409"/>
                  <a:gd name="connsiteY23" fmla="*/ 7736 h 580363"/>
                  <a:gd name="connsiteX24" fmla="*/ 217322 w 784409"/>
                  <a:gd name="connsiteY24" fmla="*/ 7069 h 580363"/>
                  <a:gd name="connsiteX25" fmla="*/ 210940 w 784409"/>
                  <a:gd name="connsiteY25" fmla="*/ 4593 h 580363"/>
                  <a:gd name="connsiteX26" fmla="*/ 209702 w 784409"/>
                  <a:gd name="connsiteY26" fmla="*/ 4212 h 580363"/>
                  <a:gd name="connsiteX27" fmla="*/ 202558 w 784409"/>
                  <a:gd name="connsiteY27" fmla="*/ 2211 h 580363"/>
                  <a:gd name="connsiteX28" fmla="*/ 201986 w 784409"/>
                  <a:gd name="connsiteY28" fmla="*/ 2116 h 580363"/>
                  <a:gd name="connsiteX29" fmla="*/ 128072 w 784409"/>
                  <a:gd name="connsiteY29" fmla="*/ 29358 h 580363"/>
                  <a:gd name="connsiteX30" fmla="*/ 142455 w 784409"/>
                  <a:gd name="connsiteY30" fmla="*/ 107748 h 580363"/>
                  <a:gd name="connsiteX31" fmla="*/ 142360 w 784409"/>
                  <a:gd name="connsiteY31" fmla="*/ 107844 h 580363"/>
                  <a:gd name="connsiteX32" fmla="*/ 121691 w 784409"/>
                  <a:gd name="connsiteY32" fmla="*/ 91365 h 580363"/>
                  <a:gd name="connsiteX33" fmla="*/ 114071 w 784409"/>
                  <a:gd name="connsiteY33" fmla="*/ 87460 h 580363"/>
                  <a:gd name="connsiteX34" fmla="*/ 112451 w 784409"/>
                  <a:gd name="connsiteY34" fmla="*/ 86793 h 580363"/>
                  <a:gd name="connsiteX35" fmla="*/ 106070 w 784409"/>
                  <a:gd name="connsiteY35" fmla="*/ 84317 h 580363"/>
                  <a:gd name="connsiteX36" fmla="*/ 104831 w 784409"/>
                  <a:gd name="connsiteY36" fmla="*/ 83936 h 580363"/>
                  <a:gd name="connsiteX37" fmla="*/ 97783 w 784409"/>
                  <a:gd name="connsiteY37" fmla="*/ 81936 h 580363"/>
                  <a:gd name="connsiteX38" fmla="*/ 97211 w 784409"/>
                  <a:gd name="connsiteY38" fmla="*/ 81840 h 580363"/>
                  <a:gd name="connsiteX39" fmla="*/ 23297 w 784409"/>
                  <a:gd name="connsiteY39" fmla="*/ 109082 h 580363"/>
                  <a:gd name="connsiteX40" fmla="*/ 57587 w 784409"/>
                  <a:gd name="connsiteY40" fmla="*/ 203094 h 580363"/>
                  <a:gd name="connsiteX41" fmla="*/ 76161 w 784409"/>
                  <a:gd name="connsiteY41" fmla="*/ 211095 h 580363"/>
                  <a:gd name="connsiteX42" fmla="*/ 7486 w 784409"/>
                  <a:gd name="connsiteY42" fmla="*/ 239384 h 580363"/>
                  <a:gd name="connsiteX43" fmla="*/ 41585 w 784409"/>
                  <a:gd name="connsiteY43" fmla="*/ 333396 h 58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784409" h="580363">
                    <a:moveTo>
                      <a:pt x="41585" y="333396"/>
                    </a:moveTo>
                    <a:cubicBezTo>
                      <a:pt x="47396" y="336729"/>
                      <a:pt x="53492" y="339301"/>
                      <a:pt x="59588" y="341206"/>
                    </a:cubicBezTo>
                    <a:lnTo>
                      <a:pt x="59588" y="341301"/>
                    </a:lnTo>
                    <a:cubicBezTo>
                      <a:pt x="59588" y="341301"/>
                      <a:pt x="60254" y="341492"/>
                      <a:pt x="61207" y="341778"/>
                    </a:cubicBezTo>
                    <a:cubicBezTo>
                      <a:pt x="64350" y="342730"/>
                      <a:pt x="67493" y="343492"/>
                      <a:pt x="70637" y="343968"/>
                    </a:cubicBezTo>
                    <a:cubicBezTo>
                      <a:pt x="92163" y="348636"/>
                      <a:pt x="145122" y="358065"/>
                      <a:pt x="227323" y="359304"/>
                    </a:cubicBezTo>
                    <a:cubicBezTo>
                      <a:pt x="263613" y="359780"/>
                      <a:pt x="290664" y="361018"/>
                      <a:pt x="313048" y="363495"/>
                    </a:cubicBezTo>
                    <a:lnTo>
                      <a:pt x="316667" y="364352"/>
                    </a:lnTo>
                    <a:cubicBezTo>
                      <a:pt x="316572" y="364161"/>
                      <a:pt x="316382" y="363971"/>
                      <a:pt x="316287" y="363876"/>
                    </a:cubicBezTo>
                    <a:cubicBezTo>
                      <a:pt x="359911" y="369210"/>
                      <a:pt x="386009" y="380259"/>
                      <a:pt x="429539" y="403690"/>
                    </a:cubicBezTo>
                    <a:cubicBezTo>
                      <a:pt x="496023" y="439504"/>
                      <a:pt x="657948" y="530754"/>
                      <a:pt x="671474" y="538850"/>
                    </a:cubicBezTo>
                    <a:cubicBezTo>
                      <a:pt x="685094" y="546946"/>
                      <a:pt x="716051" y="562948"/>
                      <a:pt x="723099" y="577712"/>
                    </a:cubicBezTo>
                    <a:cubicBezTo>
                      <a:pt x="730148" y="592476"/>
                      <a:pt x="745673" y="541707"/>
                      <a:pt x="728529" y="521133"/>
                    </a:cubicBezTo>
                    <a:lnTo>
                      <a:pt x="733291" y="512942"/>
                    </a:lnTo>
                    <a:cubicBezTo>
                      <a:pt x="733958" y="512466"/>
                      <a:pt x="734529" y="511989"/>
                      <a:pt x="735005" y="511418"/>
                    </a:cubicBezTo>
                    <a:cubicBezTo>
                      <a:pt x="761294" y="514942"/>
                      <a:pt x="796442" y="476937"/>
                      <a:pt x="780344" y="478271"/>
                    </a:cubicBezTo>
                    <a:cubicBezTo>
                      <a:pt x="764057" y="479604"/>
                      <a:pt x="734625" y="460840"/>
                      <a:pt x="720813" y="453125"/>
                    </a:cubicBezTo>
                    <a:cubicBezTo>
                      <a:pt x="707002" y="445410"/>
                      <a:pt x="546696" y="351398"/>
                      <a:pt x="482307" y="311964"/>
                    </a:cubicBezTo>
                    <a:cubicBezTo>
                      <a:pt x="417918" y="272531"/>
                      <a:pt x="399059" y="254052"/>
                      <a:pt x="342194" y="159564"/>
                    </a:cubicBezTo>
                    <a:cubicBezTo>
                      <a:pt x="302285" y="93270"/>
                      <a:pt x="269233" y="53075"/>
                      <a:pt x="253040" y="34977"/>
                    </a:cubicBezTo>
                    <a:cubicBezTo>
                      <a:pt x="247706" y="27834"/>
                      <a:pt x="241039" y="21357"/>
                      <a:pt x="233133" y="15832"/>
                    </a:cubicBezTo>
                    <a:cubicBezTo>
                      <a:pt x="231038" y="14403"/>
                      <a:pt x="228847" y="12975"/>
                      <a:pt x="226561" y="11641"/>
                    </a:cubicBezTo>
                    <a:cubicBezTo>
                      <a:pt x="226561" y="11641"/>
                      <a:pt x="226561" y="11641"/>
                      <a:pt x="226561" y="11641"/>
                    </a:cubicBezTo>
                    <a:cubicBezTo>
                      <a:pt x="224084" y="10212"/>
                      <a:pt x="221513" y="8974"/>
                      <a:pt x="218941" y="7736"/>
                    </a:cubicBezTo>
                    <a:cubicBezTo>
                      <a:pt x="218369" y="7450"/>
                      <a:pt x="217893" y="7260"/>
                      <a:pt x="217322" y="7069"/>
                    </a:cubicBezTo>
                    <a:cubicBezTo>
                      <a:pt x="215226" y="6117"/>
                      <a:pt x="213035" y="5259"/>
                      <a:pt x="210940" y="4593"/>
                    </a:cubicBezTo>
                    <a:cubicBezTo>
                      <a:pt x="210559" y="4497"/>
                      <a:pt x="210083" y="4307"/>
                      <a:pt x="209702" y="4212"/>
                    </a:cubicBezTo>
                    <a:cubicBezTo>
                      <a:pt x="207320" y="3450"/>
                      <a:pt x="204939" y="2783"/>
                      <a:pt x="202558" y="2211"/>
                    </a:cubicBezTo>
                    <a:cubicBezTo>
                      <a:pt x="202367" y="2211"/>
                      <a:pt x="202177" y="2116"/>
                      <a:pt x="201986" y="2116"/>
                    </a:cubicBezTo>
                    <a:cubicBezTo>
                      <a:pt x="171983" y="-4742"/>
                      <a:pt x="141979" y="5259"/>
                      <a:pt x="128072" y="29358"/>
                    </a:cubicBezTo>
                    <a:cubicBezTo>
                      <a:pt x="113975" y="53742"/>
                      <a:pt x="120833" y="85269"/>
                      <a:pt x="142455" y="107748"/>
                    </a:cubicBezTo>
                    <a:lnTo>
                      <a:pt x="142360" y="107844"/>
                    </a:lnTo>
                    <a:cubicBezTo>
                      <a:pt x="136550" y="101652"/>
                      <a:pt x="129596" y="96033"/>
                      <a:pt x="121691" y="91365"/>
                    </a:cubicBezTo>
                    <a:cubicBezTo>
                      <a:pt x="119214" y="89937"/>
                      <a:pt x="116642" y="88603"/>
                      <a:pt x="114071" y="87460"/>
                    </a:cubicBezTo>
                    <a:cubicBezTo>
                      <a:pt x="113499" y="87174"/>
                      <a:pt x="113023" y="86984"/>
                      <a:pt x="112451" y="86793"/>
                    </a:cubicBezTo>
                    <a:cubicBezTo>
                      <a:pt x="110356" y="85841"/>
                      <a:pt x="108165" y="84984"/>
                      <a:pt x="106070" y="84317"/>
                    </a:cubicBezTo>
                    <a:cubicBezTo>
                      <a:pt x="105689" y="84222"/>
                      <a:pt x="105212" y="84031"/>
                      <a:pt x="104831" y="83936"/>
                    </a:cubicBezTo>
                    <a:cubicBezTo>
                      <a:pt x="102450" y="83174"/>
                      <a:pt x="100069" y="82507"/>
                      <a:pt x="97783" y="81936"/>
                    </a:cubicBezTo>
                    <a:cubicBezTo>
                      <a:pt x="97592" y="81936"/>
                      <a:pt x="97402" y="81840"/>
                      <a:pt x="97211" y="81840"/>
                    </a:cubicBezTo>
                    <a:cubicBezTo>
                      <a:pt x="67208" y="74982"/>
                      <a:pt x="37204" y="84984"/>
                      <a:pt x="23297" y="109082"/>
                    </a:cubicBezTo>
                    <a:cubicBezTo>
                      <a:pt x="5581" y="139943"/>
                      <a:pt x="20916" y="182043"/>
                      <a:pt x="57587" y="203094"/>
                    </a:cubicBezTo>
                    <a:cubicBezTo>
                      <a:pt x="63588" y="206523"/>
                      <a:pt x="69875" y="209190"/>
                      <a:pt x="76161" y="211095"/>
                    </a:cubicBezTo>
                    <a:cubicBezTo>
                      <a:pt x="47967" y="206427"/>
                      <a:pt x="20535" y="216714"/>
                      <a:pt x="7486" y="239384"/>
                    </a:cubicBezTo>
                    <a:cubicBezTo>
                      <a:pt x="-10421" y="270245"/>
                      <a:pt x="4914" y="312345"/>
                      <a:pt x="41585" y="33339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4668" name="Forme libre : forme 14667">
                <a:extLst>
                  <a:ext uri="{FF2B5EF4-FFF2-40B4-BE49-F238E27FC236}">
                    <a16:creationId xmlns:a16="http://schemas.microsoft.com/office/drawing/2014/main" id="{829261A7-8967-43A3-B027-88108C4B18B4}"/>
                  </a:ext>
                </a:extLst>
              </p:cNvPr>
              <p:cNvSpPr/>
              <p:nvPr/>
            </p:nvSpPr>
            <p:spPr>
              <a:xfrm>
                <a:off x="8978972" y="3910598"/>
                <a:ext cx="784504" cy="580363"/>
              </a:xfrm>
              <a:custGeom>
                <a:avLst/>
                <a:gdLst>
                  <a:gd name="connsiteX0" fmla="*/ 742919 w 784504"/>
                  <a:gd name="connsiteY0" fmla="*/ 246968 h 580363"/>
                  <a:gd name="connsiteX1" fmla="*/ 724917 w 784504"/>
                  <a:gd name="connsiteY1" fmla="*/ 239158 h 580363"/>
                  <a:gd name="connsiteX2" fmla="*/ 724917 w 784504"/>
                  <a:gd name="connsiteY2" fmla="*/ 239062 h 580363"/>
                  <a:gd name="connsiteX3" fmla="*/ 723298 w 784504"/>
                  <a:gd name="connsiteY3" fmla="*/ 238586 h 580363"/>
                  <a:gd name="connsiteX4" fmla="*/ 713868 w 784504"/>
                  <a:gd name="connsiteY4" fmla="*/ 236395 h 580363"/>
                  <a:gd name="connsiteX5" fmla="*/ 557087 w 784504"/>
                  <a:gd name="connsiteY5" fmla="*/ 221060 h 580363"/>
                  <a:gd name="connsiteX6" fmla="*/ 471362 w 784504"/>
                  <a:gd name="connsiteY6" fmla="*/ 216869 h 580363"/>
                  <a:gd name="connsiteX7" fmla="*/ 467742 w 784504"/>
                  <a:gd name="connsiteY7" fmla="*/ 216012 h 580363"/>
                  <a:gd name="connsiteX8" fmla="*/ 468123 w 784504"/>
                  <a:gd name="connsiteY8" fmla="*/ 216488 h 580363"/>
                  <a:gd name="connsiteX9" fmla="*/ 354871 w 784504"/>
                  <a:gd name="connsiteY9" fmla="*/ 176673 h 580363"/>
                  <a:gd name="connsiteX10" fmla="*/ 112936 w 784504"/>
                  <a:gd name="connsiteY10" fmla="*/ 41514 h 580363"/>
                  <a:gd name="connsiteX11" fmla="*/ 61310 w 784504"/>
                  <a:gd name="connsiteY11" fmla="*/ 2652 h 580363"/>
                  <a:gd name="connsiteX12" fmla="*/ 55881 w 784504"/>
                  <a:gd name="connsiteY12" fmla="*/ 59230 h 580363"/>
                  <a:gd name="connsiteX13" fmla="*/ 51119 w 784504"/>
                  <a:gd name="connsiteY13" fmla="*/ 67422 h 580363"/>
                  <a:gd name="connsiteX14" fmla="*/ 49404 w 784504"/>
                  <a:gd name="connsiteY14" fmla="*/ 68946 h 580363"/>
                  <a:gd name="connsiteX15" fmla="*/ 4065 w 784504"/>
                  <a:gd name="connsiteY15" fmla="*/ 102093 h 580363"/>
                  <a:gd name="connsiteX16" fmla="*/ 63596 w 784504"/>
                  <a:gd name="connsiteY16" fmla="*/ 127239 h 580363"/>
                  <a:gd name="connsiteX17" fmla="*/ 302102 w 784504"/>
                  <a:gd name="connsiteY17" fmla="*/ 268399 h 580363"/>
                  <a:gd name="connsiteX18" fmla="*/ 442215 w 784504"/>
                  <a:gd name="connsiteY18" fmla="*/ 420799 h 580363"/>
                  <a:gd name="connsiteX19" fmla="*/ 531369 w 784504"/>
                  <a:gd name="connsiteY19" fmla="*/ 545386 h 580363"/>
                  <a:gd name="connsiteX20" fmla="*/ 557848 w 784504"/>
                  <a:gd name="connsiteY20" fmla="*/ 568722 h 580363"/>
                  <a:gd name="connsiteX21" fmla="*/ 557848 w 784504"/>
                  <a:gd name="connsiteY21" fmla="*/ 568722 h 580363"/>
                  <a:gd name="connsiteX22" fmla="*/ 565469 w 784504"/>
                  <a:gd name="connsiteY22" fmla="*/ 572628 h 580363"/>
                  <a:gd name="connsiteX23" fmla="*/ 567088 w 784504"/>
                  <a:gd name="connsiteY23" fmla="*/ 573295 h 580363"/>
                  <a:gd name="connsiteX24" fmla="*/ 573470 w 784504"/>
                  <a:gd name="connsiteY24" fmla="*/ 575771 h 580363"/>
                  <a:gd name="connsiteX25" fmla="*/ 574708 w 784504"/>
                  <a:gd name="connsiteY25" fmla="*/ 576152 h 580363"/>
                  <a:gd name="connsiteX26" fmla="*/ 581851 w 784504"/>
                  <a:gd name="connsiteY26" fmla="*/ 578152 h 580363"/>
                  <a:gd name="connsiteX27" fmla="*/ 582423 w 784504"/>
                  <a:gd name="connsiteY27" fmla="*/ 578247 h 580363"/>
                  <a:gd name="connsiteX28" fmla="*/ 656337 w 784504"/>
                  <a:gd name="connsiteY28" fmla="*/ 551006 h 580363"/>
                  <a:gd name="connsiteX29" fmla="*/ 641954 w 784504"/>
                  <a:gd name="connsiteY29" fmla="*/ 472615 h 580363"/>
                  <a:gd name="connsiteX30" fmla="*/ 642049 w 784504"/>
                  <a:gd name="connsiteY30" fmla="*/ 472520 h 580363"/>
                  <a:gd name="connsiteX31" fmla="*/ 662719 w 784504"/>
                  <a:gd name="connsiteY31" fmla="*/ 488998 h 580363"/>
                  <a:gd name="connsiteX32" fmla="*/ 670339 w 784504"/>
                  <a:gd name="connsiteY32" fmla="*/ 492904 h 580363"/>
                  <a:gd name="connsiteX33" fmla="*/ 671958 w 784504"/>
                  <a:gd name="connsiteY33" fmla="*/ 493570 h 580363"/>
                  <a:gd name="connsiteX34" fmla="*/ 678340 w 784504"/>
                  <a:gd name="connsiteY34" fmla="*/ 496047 h 580363"/>
                  <a:gd name="connsiteX35" fmla="*/ 679578 w 784504"/>
                  <a:gd name="connsiteY35" fmla="*/ 496428 h 580363"/>
                  <a:gd name="connsiteX36" fmla="*/ 686722 w 784504"/>
                  <a:gd name="connsiteY36" fmla="*/ 498428 h 580363"/>
                  <a:gd name="connsiteX37" fmla="*/ 687293 w 784504"/>
                  <a:gd name="connsiteY37" fmla="*/ 498523 h 580363"/>
                  <a:gd name="connsiteX38" fmla="*/ 761207 w 784504"/>
                  <a:gd name="connsiteY38" fmla="*/ 471282 h 580363"/>
                  <a:gd name="connsiteX39" fmla="*/ 726917 w 784504"/>
                  <a:gd name="connsiteY39" fmla="*/ 377270 h 580363"/>
                  <a:gd name="connsiteX40" fmla="*/ 708344 w 784504"/>
                  <a:gd name="connsiteY40" fmla="*/ 369269 h 580363"/>
                  <a:gd name="connsiteX41" fmla="*/ 777019 w 784504"/>
                  <a:gd name="connsiteY41" fmla="*/ 340980 h 580363"/>
                  <a:gd name="connsiteX42" fmla="*/ 742919 w 784504"/>
                  <a:gd name="connsiteY42" fmla="*/ 246968 h 58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784504" h="580363">
                    <a:moveTo>
                      <a:pt x="742919" y="246968"/>
                    </a:moveTo>
                    <a:cubicBezTo>
                      <a:pt x="737109" y="243634"/>
                      <a:pt x="731013" y="241062"/>
                      <a:pt x="724917" y="239158"/>
                    </a:cubicBezTo>
                    <a:lnTo>
                      <a:pt x="724917" y="239062"/>
                    </a:lnTo>
                    <a:cubicBezTo>
                      <a:pt x="724917" y="239062"/>
                      <a:pt x="724250" y="238872"/>
                      <a:pt x="723298" y="238586"/>
                    </a:cubicBezTo>
                    <a:cubicBezTo>
                      <a:pt x="720155" y="237634"/>
                      <a:pt x="717011" y="236871"/>
                      <a:pt x="713868" y="236395"/>
                    </a:cubicBezTo>
                    <a:cubicBezTo>
                      <a:pt x="692341" y="231728"/>
                      <a:pt x="639382" y="222298"/>
                      <a:pt x="557087" y="221060"/>
                    </a:cubicBezTo>
                    <a:cubicBezTo>
                      <a:pt x="520796" y="220584"/>
                      <a:pt x="493745" y="219345"/>
                      <a:pt x="471362" y="216869"/>
                    </a:cubicBezTo>
                    <a:lnTo>
                      <a:pt x="467742" y="216012"/>
                    </a:lnTo>
                    <a:cubicBezTo>
                      <a:pt x="467837" y="216202"/>
                      <a:pt x="468028" y="216393"/>
                      <a:pt x="468123" y="216488"/>
                    </a:cubicBezTo>
                    <a:cubicBezTo>
                      <a:pt x="424498" y="211154"/>
                      <a:pt x="398400" y="200105"/>
                      <a:pt x="354871" y="176673"/>
                    </a:cubicBezTo>
                    <a:cubicBezTo>
                      <a:pt x="288386" y="140860"/>
                      <a:pt x="126461" y="49610"/>
                      <a:pt x="112936" y="41514"/>
                    </a:cubicBezTo>
                    <a:cubicBezTo>
                      <a:pt x="99315" y="33418"/>
                      <a:pt x="68359" y="17416"/>
                      <a:pt x="61310" y="2652"/>
                    </a:cubicBezTo>
                    <a:cubicBezTo>
                      <a:pt x="54262" y="-12112"/>
                      <a:pt x="38736" y="38656"/>
                      <a:pt x="55881" y="59230"/>
                    </a:cubicBezTo>
                    <a:lnTo>
                      <a:pt x="51119" y="67422"/>
                    </a:lnTo>
                    <a:cubicBezTo>
                      <a:pt x="50452" y="67898"/>
                      <a:pt x="49880" y="68374"/>
                      <a:pt x="49404" y="68946"/>
                    </a:cubicBezTo>
                    <a:cubicBezTo>
                      <a:pt x="23115" y="65421"/>
                      <a:pt x="-12032" y="103426"/>
                      <a:pt x="4065" y="102093"/>
                    </a:cubicBezTo>
                    <a:cubicBezTo>
                      <a:pt x="20353" y="100759"/>
                      <a:pt x="49785" y="119523"/>
                      <a:pt x="63596" y="127239"/>
                    </a:cubicBezTo>
                    <a:cubicBezTo>
                      <a:pt x="77503" y="134859"/>
                      <a:pt x="237713" y="228966"/>
                      <a:pt x="302102" y="268399"/>
                    </a:cubicBezTo>
                    <a:cubicBezTo>
                      <a:pt x="366491" y="307833"/>
                      <a:pt x="385351" y="326311"/>
                      <a:pt x="442215" y="420799"/>
                    </a:cubicBezTo>
                    <a:cubicBezTo>
                      <a:pt x="482125" y="487093"/>
                      <a:pt x="515176" y="527289"/>
                      <a:pt x="531369" y="545386"/>
                    </a:cubicBezTo>
                    <a:cubicBezTo>
                      <a:pt x="538132" y="554435"/>
                      <a:pt x="547085" y="562531"/>
                      <a:pt x="557848" y="568722"/>
                    </a:cubicBezTo>
                    <a:cubicBezTo>
                      <a:pt x="557848" y="568722"/>
                      <a:pt x="557848" y="568722"/>
                      <a:pt x="557848" y="568722"/>
                    </a:cubicBezTo>
                    <a:cubicBezTo>
                      <a:pt x="560325" y="570151"/>
                      <a:pt x="562897" y="571389"/>
                      <a:pt x="565469" y="572628"/>
                    </a:cubicBezTo>
                    <a:cubicBezTo>
                      <a:pt x="566040" y="572913"/>
                      <a:pt x="566516" y="573104"/>
                      <a:pt x="567088" y="573295"/>
                    </a:cubicBezTo>
                    <a:cubicBezTo>
                      <a:pt x="569183" y="574247"/>
                      <a:pt x="571374" y="575104"/>
                      <a:pt x="573470" y="575771"/>
                    </a:cubicBezTo>
                    <a:cubicBezTo>
                      <a:pt x="573850" y="575866"/>
                      <a:pt x="574327" y="576057"/>
                      <a:pt x="574708" y="576152"/>
                    </a:cubicBezTo>
                    <a:cubicBezTo>
                      <a:pt x="577089" y="576914"/>
                      <a:pt x="579470" y="577581"/>
                      <a:pt x="581851" y="578152"/>
                    </a:cubicBezTo>
                    <a:cubicBezTo>
                      <a:pt x="582042" y="578152"/>
                      <a:pt x="582232" y="578247"/>
                      <a:pt x="582423" y="578247"/>
                    </a:cubicBezTo>
                    <a:cubicBezTo>
                      <a:pt x="612427" y="585105"/>
                      <a:pt x="642431" y="575104"/>
                      <a:pt x="656337" y="551006"/>
                    </a:cubicBezTo>
                    <a:cubicBezTo>
                      <a:pt x="670434" y="526622"/>
                      <a:pt x="663576" y="495094"/>
                      <a:pt x="641954" y="472615"/>
                    </a:cubicBezTo>
                    <a:lnTo>
                      <a:pt x="642049" y="472520"/>
                    </a:lnTo>
                    <a:cubicBezTo>
                      <a:pt x="647860" y="478711"/>
                      <a:pt x="654813" y="484331"/>
                      <a:pt x="662719" y="488998"/>
                    </a:cubicBezTo>
                    <a:cubicBezTo>
                      <a:pt x="665195" y="490427"/>
                      <a:pt x="667767" y="491761"/>
                      <a:pt x="670339" y="492904"/>
                    </a:cubicBezTo>
                    <a:cubicBezTo>
                      <a:pt x="670910" y="493189"/>
                      <a:pt x="671387" y="493380"/>
                      <a:pt x="671958" y="493570"/>
                    </a:cubicBezTo>
                    <a:cubicBezTo>
                      <a:pt x="674054" y="494523"/>
                      <a:pt x="676244" y="495380"/>
                      <a:pt x="678340" y="496047"/>
                    </a:cubicBezTo>
                    <a:cubicBezTo>
                      <a:pt x="678721" y="496142"/>
                      <a:pt x="679197" y="496333"/>
                      <a:pt x="679578" y="496428"/>
                    </a:cubicBezTo>
                    <a:cubicBezTo>
                      <a:pt x="681959" y="497190"/>
                      <a:pt x="684340" y="497856"/>
                      <a:pt x="686722" y="498428"/>
                    </a:cubicBezTo>
                    <a:cubicBezTo>
                      <a:pt x="686912" y="498428"/>
                      <a:pt x="687103" y="498523"/>
                      <a:pt x="687293" y="498523"/>
                    </a:cubicBezTo>
                    <a:cubicBezTo>
                      <a:pt x="717297" y="505381"/>
                      <a:pt x="747301" y="495380"/>
                      <a:pt x="761207" y="471282"/>
                    </a:cubicBezTo>
                    <a:cubicBezTo>
                      <a:pt x="778924" y="440421"/>
                      <a:pt x="763589" y="398320"/>
                      <a:pt x="726917" y="377270"/>
                    </a:cubicBezTo>
                    <a:cubicBezTo>
                      <a:pt x="720916" y="373841"/>
                      <a:pt x="714630" y="371174"/>
                      <a:pt x="708344" y="369269"/>
                    </a:cubicBezTo>
                    <a:cubicBezTo>
                      <a:pt x="736538" y="373936"/>
                      <a:pt x="763970" y="363649"/>
                      <a:pt x="777019" y="340980"/>
                    </a:cubicBezTo>
                    <a:cubicBezTo>
                      <a:pt x="794926" y="310119"/>
                      <a:pt x="779590" y="268113"/>
                      <a:pt x="742919" y="24696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4669" name="Forme libre : forme 14668">
                <a:extLst>
                  <a:ext uri="{FF2B5EF4-FFF2-40B4-BE49-F238E27FC236}">
                    <a16:creationId xmlns:a16="http://schemas.microsoft.com/office/drawing/2014/main" id="{7DB0E3E6-76C9-4541-92FB-34B7153A3688}"/>
                  </a:ext>
                </a:extLst>
              </p:cNvPr>
              <p:cNvSpPr/>
              <p:nvPr/>
            </p:nvSpPr>
            <p:spPr>
              <a:xfrm>
                <a:off x="6940320" y="1673669"/>
                <a:ext cx="581369" cy="783939"/>
              </a:xfrm>
              <a:custGeom>
                <a:avLst/>
                <a:gdLst>
                  <a:gd name="connsiteX0" fmla="*/ 23512 w 581369"/>
                  <a:gd name="connsiteY0" fmla="*/ 242760 h 783939"/>
                  <a:gd name="connsiteX1" fmla="*/ 23512 w 581369"/>
                  <a:gd name="connsiteY1" fmla="*/ 242760 h 783939"/>
                  <a:gd name="connsiteX2" fmla="*/ 24655 w 581369"/>
                  <a:gd name="connsiteY2" fmla="*/ 243999 h 783939"/>
                  <a:gd name="connsiteX3" fmla="*/ 31703 w 581369"/>
                  <a:gd name="connsiteY3" fmla="*/ 250666 h 783939"/>
                  <a:gd name="connsiteX4" fmla="*/ 159719 w 581369"/>
                  <a:gd name="connsiteY4" fmla="*/ 342392 h 783939"/>
                  <a:gd name="connsiteX5" fmla="*/ 231824 w 581369"/>
                  <a:gd name="connsiteY5" fmla="*/ 388969 h 783939"/>
                  <a:gd name="connsiteX6" fmla="*/ 234491 w 581369"/>
                  <a:gd name="connsiteY6" fmla="*/ 391541 h 783939"/>
                  <a:gd name="connsiteX7" fmla="*/ 234395 w 581369"/>
                  <a:gd name="connsiteY7" fmla="*/ 390874 h 783939"/>
                  <a:gd name="connsiteX8" fmla="*/ 312500 w 581369"/>
                  <a:gd name="connsiteY8" fmla="*/ 482124 h 783939"/>
                  <a:gd name="connsiteX9" fmla="*/ 454232 w 581369"/>
                  <a:gd name="connsiteY9" fmla="*/ 720344 h 783939"/>
                  <a:gd name="connsiteX10" fmla="*/ 479474 w 581369"/>
                  <a:gd name="connsiteY10" fmla="*/ 779875 h 783939"/>
                  <a:gd name="connsiteX11" fmla="*/ 512525 w 581369"/>
                  <a:gd name="connsiteY11" fmla="*/ 733679 h 783939"/>
                  <a:gd name="connsiteX12" fmla="*/ 520717 w 581369"/>
                  <a:gd name="connsiteY12" fmla="*/ 728917 h 783939"/>
                  <a:gd name="connsiteX13" fmla="*/ 522908 w 581369"/>
                  <a:gd name="connsiteY13" fmla="*/ 728535 h 783939"/>
                  <a:gd name="connsiteX14" fmla="*/ 578724 w 581369"/>
                  <a:gd name="connsiteY14" fmla="*/ 722535 h 783939"/>
                  <a:gd name="connsiteX15" fmla="*/ 539767 w 581369"/>
                  <a:gd name="connsiteY15" fmla="*/ 671004 h 783939"/>
                  <a:gd name="connsiteX16" fmla="*/ 404036 w 581369"/>
                  <a:gd name="connsiteY16" fmla="*/ 429355 h 783939"/>
                  <a:gd name="connsiteX17" fmla="*/ 359173 w 581369"/>
                  <a:gd name="connsiteY17" fmla="*/ 227235 h 783939"/>
                  <a:gd name="connsiteX18" fmla="*/ 344409 w 581369"/>
                  <a:gd name="connsiteY18" fmla="*/ 74739 h 783939"/>
                  <a:gd name="connsiteX19" fmla="*/ 333170 w 581369"/>
                  <a:gd name="connsiteY19" fmla="*/ 41307 h 783939"/>
                  <a:gd name="connsiteX20" fmla="*/ 328502 w 581369"/>
                  <a:gd name="connsiteY20" fmla="*/ 34163 h 783939"/>
                  <a:gd name="connsiteX21" fmla="*/ 327455 w 581369"/>
                  <a:gd name="connsiteY21" fmla="*/ 32734 h 783939"/>
                  <a:gd name="connsiteX22" fmla="*/ 323168 w 581369"/>
                  <a:gd name="connsiteY22" fmla="*/ 27400 h 783939"/>
                  <a:gd name="connsiteX23" fmla="*/ 322311 w 581369"/>
                  <a:gd name="connsiteY23" fmla="*/ 26448 h 783939"/>
                  <a:gd name="connsiteX24" fmla="*/ 317168 w 581369"/>
                  <a:gd name="connsiteY24" fmla="*/ 21209 h 783939"/>
                  <a:gd name="connsiteX25" fmla="*/ 316787 w 581369"/>
                  <a:gd name="connsiteY25" fmla="*/ 20828 h 783939"/>
                  <a:gd name="connsiteX26" fmla="*/ 239158 w 581369"/>
                  <a:gd name="connsiteY26" fmla="*/ 7398 h 783939"/>
                  <a:gd name="connsiteX27" fmla="*/ 212297 w 581369"/>
                  <a:gd name="connsiteY27" fmla="*/ 82455 h 783939"/>
                  <a:gd name="connsiteX28" fmla="*/ 212202 w 581369"/>
                  <a:gd name="connsiteY28" fmla="*/ 82455 h 783939"/>
                  <a:gd name="connsiteX29" fmla="*/ 202487 w 581369"/>
                  <a:gd name="connsiteY29" fmla="*/ 57880 h 783939"/>
                  <a:gd name="connsiteX30" fmla="*/ 197819 w 581369"/>
                  <a:gd name="connsiteY30" fmla="*/ 50736 h 783939"/>
                  <a:gd name="connsiteX31" fmla="*/ 196772 w 581369"/>
                  <a:gd name="connsiteY31" fmla="*/ 49308 h 783939"/>
                  <a:gd name="connsiteX32" fmla="*/ 192485 w 581369"/>
                  <a:gd name="connsiteY32" fmla="*/ 43974 h 783939"/>
                  <a:gd name="connsiteX33" fmla="*/ 191628 w 581369"/>
                  <a:gd name="connsiteY33" fmla="*/ 43021 h 783939"/>
                  <a:gd name="connsiteX34" fmla="*/ 186485 w 581369"/>
                  <a:gd name="connsiteY34" fmla="*/ 37782 h 783939"/>
                  <a:gd name="connsiteX35" fmla="*/ 186008 w 581369"/>
                  <a:gd name="connsiteY35" fmla="*/ 37401 h 783939"/>
                  <a:gd name="connsiteX36" fmla="*/ 179912 w 581369"/>
                  <a:gd name="connsiteY36" fmla="*/ 32258 h 783939"/>
                  <a:gd name="connsiteX37" fmla="*/ 179912 w 581369"/>
                  <a:gd name="connsiteY37" fmla="*/ 32258 h 783939"/>
                  <a:gd name="connsiteX38" fmla="*/ 179912 w 581369"/>
                  <a:gd name="connsiteY38" fmla="*/ 32258 h 783939"/>
                  <a:gd name="connsiteX39" fmla="*/ 108380 w 581369"/>
                  <a:gd name="connsiteY39" fmla="*/ 23971 h 783939"/>
                  <a:gd name="connsiteX40" fmla="*/ 90949 w 581369"/>
                  <a:gd name="connsiteY40" fmla="*/ 122460 h 783939"/>
                  <a:gd name="connsiteX41" fmla="*/ 102950 w 581369"/>
                  <a:gd name="connsiteY41" fmla="*/ 138652 h 783939"/>
                  <a:gd name="connsiteX42" fmla="*/ 29322 w 581369"/>
                  <a:gd name="connsiteY42" fmla="*/ 128746 h 783939"/>
                  <a:gd name="connsiteX43" fmla="*/ 11891 w 581369"/>
                  <a:gd name="connsiteY43" fmla="*/ 227235 h 783939"/>
                  <a:gd name="connsiteX44" fmla="*/ 23512 w 581369"/>
                  <a:gd name="connsiteY44" fmla="*/ 242760 h 78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581369" h="783939">
                    <a:moveTo>
                      <a:pt x="23512" y="242760"/>
                    </a:moveTo>
                    <a:lnTo>
                      <a:pt x="23512" y="242760"/>
                    </a:lnTo>
                    <a:cubicBezTo>
                      <a:pt x="23417" y="242856"/>
                      <a:pt x="23893" y="243332"/>
                      <a:pt x="24655" y="243999"/>
                    </a:cubicBezTo>
                    <a:cubicBezTo>
                      <a:pt x="26941" y="246380"/>
                      <a:pt x="29227" y="248571"/>
                      <a:pt x="31703" y="250666"/>
                    </a:cubicBezTo>
                    <a:cubicBezTo>
                      <a:pt x="47991" y="265525"/>
                      <a:pt x="89044" y="300196"/>
                      <a:pt x="159719" y="342392"/>
                    </a:cubicBezTo>
                    <a:cubicBezTo>
                      <a:pt x="190866" y="361061"/>
                      <a:pt x="213726" y="375539"/>
                      <a:pt x="231824" y="388969"/>
                    </a:cubicBezTo>
                    <a:lnTo>
                      <a:pt x="234491" y="391541"/>
                    </a:lnTo>
                    <a:cubicBezTo>
                      <a:pt x="234491" y="391350"/>
                      <a:pt x="234395" y="391065"/>
                      <a:pt x="234395" y="390874"/>
                    </a:cubicBezTo>
                    <a:cubicBezTo>
                      <a:pt x="269543" y="417354"/>
                      <a:pt x="286592" y="440023"/>
                      <a:pt x="312500" y="482124"/>
                    </a:cubicBezTo>
                    <a:cubicBezTo>
                      <a:pt x="352124" y="546417"/>
                      <a:pt x="446517" y="706533"/>
                      <a:pt x="454232" y="720344"/>
                    </a:cubicBezTo>
                    <a:cubicBezTo>
                      <a:pt x="461948" y="734155"/>
                      <a:pt x="480712" y="763587"/>
                      <a:pt x="479474" y="779875"/>
                    </a:cubicBezTo>
                    <a:cubicBezTo>
                      <a:pt x="478235" y="796163"/>
                      <a:pt x="517097" y="759968"/>
                      <a:pt x="512525" y="733679"/>
                    </a:cubicBezTo>
                    <a:lnTo>
                      <a:pt x="520717" y="728917"/>
                    </a:lnTo>
                    <a:cubicBezTo>
                      <a:pt x="521479" y="728821"/>
                      <a:pt x="522241" y="728726"/>
                      <a:pt x="522908" y="728535"/>
                    </a:cubicBezTo>
                    <a:cubicBezTo>
                      <a:pt x="543863" y="744728"/>
                      <a:pt x="593297" y="729488"/>
                      <a:pt x="578724" y="722535"/>
                    </a:cubicBezTo>
                    <a:cubicBezTo>
                      <a:pt x="563960" y="715486"/>
                      <a:pt x="547958" y="684530"/>
                      <a:pt x="539767" y="671004"/>
                    </a:cubicBezTo>
                    <a:cubicBezTo>
                      <a:pt x="531575" y="657384"/>
                      <a:pt x="439945" y="495744"/>
                      <a:pt x="404036" y="429355"/>
                    </a:cubicBezTo>
                    <a:cubicBezTo>
                      <a:pt x="368031" y="362966"/>
                      <a:pt x="360983" y="337439"/>
                      <a:pt x="359173" y="227235"/>
                    </a:cubicBezTo>
                    <a:cubicBezTo>
                      <a:pt x="357839" y="149892"/>
                      <a:pt x="349362" y="98552"/>
                      <a:pt x="344409" y="74739"/>
                    </a:cubicBezTo>
                    <a:cubicBezTo>
                      <a:pt x="343076" y="63500"/>
                      <a:pt x="339361" y="52070"/>
                      <a:pt x="333170" y="41307"/>
                    </a:cubicBezTo>
                    <a:cubicBezTo>
                      <a:pt x="331741" y="38830"/>
                      <a:pt x="330122" y="36449"/>
                      <a:pt x="328502" y="34163"/>
                    </a:cubicBezTo>
                    <a:cubicBezTo>
                      <a:pt x="328121" y="33687"/>
                      <a:pt x="327740" y="33210"/>
                      <a:pt x="327455" y="32734"/>
                    </a:cubicBezTo>
                    <a:cubicBezTo>
                      <a:pt x="326121" y="30924"/>
                      <a:pt x="324692" y="29115"/>
                      <a:pt x="323168" y="27400"/>
                    </a:cubicBezTo>
                    <a:cubicBezTo>
                      <a:pt x="322883" y="27019"/>
                      <a:pt x="322597" y="26733"/>
                      <a:pt x="322311" y="26448"/>
                    </a:cubicBezTo>
                    <a:cubicBezTo>
                      <a:pt x="320692" y="24638"/>
                      <a:pt x="318977" y="22828"/>
                      <a:pt x="317168" y="21209"/>
                    </a:cubicBezTo>
                    <a:cubicBezTo>
                      <a:pt x="317072" y="21114"/>
                      <a:pt x="316882" y="20923"/>
                      <a:pt x="316787" y="20828"/>
                    </a:cubicBezTo>
                    <a:cubicBezTo>
                      <a:pt x="294308" y="-127"/>
                      <a:pt x="263256" y="-6509"/>
                      <a:pt x="239158" y="7398"/>
                    </a:cubicBezTo>
                    <a:cubicBezTo>
                      <a:pt x="214774" y="21495"/>
                      <a:pt x="204868" y="52165"/>
                      <a:pt x="212297" y="82455"/>
                    </a:cubicBezTo>
                    <a:lnTo>
                      <a:pt x="212202" y="82455"/>
                    </a:lnTo>
                    <a:cubicBezTo>
                      <a:pt x="210297" y="74168"/>
                      <a:pt x="207154" y="65786"/>
                      <a:pt x="202487" y="57880"/>
                    </a:cubicBezTo>
                    <a:cubicBezTo>
                      <a:pt x="201058" y="55404"/>
                      <a:pt x="199439" y="53022"/>
                      <a:pt x="197819" y="50736"/>
                    </a:cubicBezTo>
                    <a:cubicBezTo>
                      <a:pt x="197438" y="50260"/>
                      <a:pt x="197057" y="49784"/>
                      <a:pt x="196772" y="49308"/>
                    </a:cubicBezTo>
                    <a:cubicBezTo>
                      <a:pt x="195438" y="47498"/>
                      <a:pt x="194009" y="45688"/>
                      <a:pt x="192485" y="43974"/>
                    </a:cubicBezTo>
                    <a:cubicBezTo>
                      <a:pt x="192200" y="43593"/>
                      <a:pt x="191914" y="43307"/>
                      <a:pt x="191628" y="43021"/>
                    </a:cubicBezTo>
                    <a:cubicBezTo>
                      <a:pt x="190009" y="41211"/>
                      <a:pt x="188294" y="39402"/>
                      <a:pt x="186485" y="37782"/>
                    </a:cubicBezTo>
                    <a:cubicBezTo>
                      <a:pt x="186294" y="37687"/>
                      <a:pt x="186199" y="37497"/>
                      <a:pt x="186008" y="37401"/>
                    </a:cubicBezTo>
                    <a:cubicBezTo>
                      <a:pt x="184008" y="35592"/>
                      <a:pt x="182008" y="33877"/>
                      <a:pt x="179912" y="32258"/>
                    </a:cubicBezTo>
                    <a:lnTo>
                      <a:pt x="179912" y="32258"/>
                    </a:lnTo>
                    <a:lnTo>
                      <a:pt x="179912" y="32258"/>
                    </a:lnTo>
                    <a:cubicBezTo>
                      <a:pt x="158100" y="15494"/>
                      <a:pt x="130382" y="11303"/>
                      <a:pt x="108380" y="23971"/>
                    </a:cubicBezTo>
                    <a:cubicBezTo>
                      <a:pt x="77614" y="41783"/>
                      <a:pt x="69803" y="85884"/>
                      <a:pt x="90949" y="122460"/>
                    </a:cubicBezTo>
                    <a:cubicBezTo>
                      <a:pt x="94473" y="128460"/>
                      <a:pt x="98569" y="133890"/>
                      <a:pt x="102950" y="138652"/>
                    </a:cubicBezTo>
                    <a:cubicBezTo>
                      <a:pt x="80852" y="120555"/>
                      <a:pt x="51992" y="115602"/>
                      <a:pt x="29322" y="128746"/>
                    </a:cubicBezTo>
                    <a:cubicBezTo>
                      <a:pt x="-1444" y="146558"/>
                      <a:pt x="-9254" y="190659"/>
                      <a:pt x="11891" y="227235"/>
                    </a:cubicBezTo>
                    <a:cubicBezTo>
                      <a:pt x="15225" y="232759"/>
                      <a:pt x="19226" y="237998"/>
                      <a:pt x="23512" y="24276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4670" name="Forme libre : forme 14669">
                <a:extLst>
                  <a:ext uri="{FF2B5EF4-FFF2-40B4-BE49-F238E27FC236}">
                    <a16:creationId xmlns:a16="http://schemas.microsoft.com/office/drawing/2014/main" id="{7A240663-3280-4F69-A410-A578949564CE}"/>
                  </a:ext>
                </a:extLst>
              </p:cNvPr>
              <p:cNvSpPr/>
              <p:nvPr/>
            </p:nvSpPr>
            <p:spPr>
              <a:xfrm>
                <a:off x="8546433" y="4344288"/>
                <a:ext cx="581178" cy="783939"/>
              </a:xfrm>
              <a:custGeom>
                <a:avLst/>
                <a:gdLst>
                  <a:gd name="connsiteX0" fmla="*/ 557857 w 581178"/>
                  <a:gd name="connsiteY0" fmla="*/ 541179 h 783939"/>
                  <a:gd name="connsiteX1" fmla="*/ 557857 w 581178"/>
                  <a:gd name="connsiteY1" fmla="*/ 541179 h 783939"/>
                  <a:gd name="connsiteX2" fmla="*/ 556714 w 581178"/>
                  <a:gd name="connsiteY2" fmla="*/ 539941 h 783939"/>
                  <a:gd name="connsiteX3" fmla="*/ 549666 w 581178"/>
                  <a:gd name="connsiteY3" fmla="*/ 533273 h 783939"/>
                  <a:gd name="connsiteX4" fmla="*/ 421650 w 581178"/>
                  <a:gd name="connsiteY4" fmla="*/ 441548 h 783939"/>
                  <a:gd name="connsiteX5" fmla="*/ 349546 w 581178"/>
                  <a:gd name="connsiteY5" fmla="*/ 394970 h 783939"/>
                  <a:gd name="connsiteX6" fmla="*/ 346879 w 581178"/>
                  <a:gd name="connsiteY6" fmla="*/ 392399 h 783939"/>
                  <a:gd name="connsiteX7" fmla="*/ 346974 w 581178"/>
                  <a:gd name="connsiteY7" fmla="*/ 393065 h 783939"/>
                  <a:gd name="connsiteX8" fmla="*/ 268869 w 581178"/>
                  <a:gd name="connsiteY8" fmla="*/ 301816 h 783939"/>
                  <a:gd name="connsiteX9" fmla="*/ 127137 w 581178"/>
                  <a:gd name="connsiteY9" fmla="*/ 63595 h 783939"/>
                  <a:gd name="connsiteX10" fmla="*/ 101896 w 581178"/>
                  <a:gd name="connsiteY10" fmla="*/ 4064 h 783939"/>
                  <a:gd name="connsiteX11" fmla="*/ 68844 w 581178"/>
                  <a:gd name="connsiteY11" fmla="*/ 50260 h 783939"/>
                  <a:gd name="connsiteX12" fmla="*/ 60653 w 581178"/>
                  <a:gd name="connsiteY12" fmla="*/ 55023 h 783939"/>
                  <a:gd name="connsiteX13" fmla="*/ 58462 w 581178"/>
                  <a:gd name="connsiteY13" fmla="*/ 55404 h 783939"/>
                  <a:gd name="connsiteX14" fmla="*/ 2645 w 581178"/>
                  <a:gd name="connsiteY14" fmla="*/ 61405 h 783939"/>
                  <a:gd name="connsiteX15" fmla="*/ 41603 w 581178"/>
                  <a:gd name="connsiteY15" fmla="*/ 112935 h 783939"/>
                  <a:gd name="connsiteX16" fmla="*/ 177334 w 581178"/>
                  <a:gd name="connsiteY16" fmla="*/ 354584 h 783939"/>
                  <a:gd name="connsiteX17" fmla="*/ 222196 w 581178"/>
                  <a:gd name="connsiteY17" fmla="*/ 556705 h 783939"/>
                  <a:gd name="connsiteX18" fmla="*/ 236960 w 581178"/>
                  <a:gd name="connsiteY18" fmla="*/ 709200 h 783939"/>
                  <a:gd name="connsiteX19" fmla="*/ 248200 w 581178"/>
                  <a:gd name="connsiteY19" fmla="*/ 742633 h 783939"/>
                  <a:gd name="connsiteX20" fmla="*/ 252867 w 581178"/>
                  <a:gd name="connsiteY20" fmla="*/ 749776 h 783939"/>
                  <a:gd name="connsiteX21" fmla="*/ 253915 w 581178"/>
                  <a:gd name="connsiteY21" fmla="*/ 751205 h 783939"/>
                  <a:gd name="connsiteX22" fmla="*/ 258201 w 581178"/>
                  <a:gd name="connsiteY22" fmla="*/ 756539 h 783939"/>
                  <a:gd name="connsiteX23" fmla="*/ 259058 w 581178"/>
                  <a:gd name="connsiteY23" fmla="*/ 757492 h 783939"/>
                  <a:gd name="connsiteX24" fmla="*/ 264202 w 581178"/>
                  <a:gd name="connsiteY24" fmla="*/ 762731 h 783939"/>
                  <a:gd name="connsiteX25" fmla="*/ 264583 w 581178"/>
                  <a:gd name="connsiteY25" fmla="*/ 763111 h 783939"/>
                  <a:gd name="connsiteX26" fmla="*/ 342212 w 581178"/>
                  <a:gd name="connsiteY26" fmla="*/ 776542 h 783939"/>
                  <a:gd name="connsiteX27" fmla="*/ 369072 w 581178"/>
                  <a:gd name="connsiteY27" fmla="*/ 701485 h 783939"/>
                  <a:gd name="connsiteX28" fmla="*/ 369167 w 581178"/>
                  <a:gd name="connsiteY28" fmla="*/ 701485 h 783939"/>
                  <a:gd name="connsiteX29" fmla="*/ 375168 w 581178"/>
                  <a:gd name="connsiteY29" fmla="*/ 719106 h 783939"/>
                  <a:gd name="connsiteX30" fmla="*/ 378788 w 581178"/>
                  <a:gd name="connsiteY30" fmla="*/ 726059 h 783939"/>
                  <a:gd name="connsiteX31" fmla="*/ 383455 w 581178"/>
                  <a:gd name="connsiteY31" fmla="*/ 733203 h 783939"/>
                  <a:gd name="connsiteX32" fmla="*/ 384503 w 581178"/>
                  <a:gd name="connsiteY32" fmla="*/ 734632 h 783939"/>
                  <a:gd name="connsiteX33" fmla="*/ 388789 w 581178"/>
                  <a:gd name="connsiteY33" fmla="*/ 739966 h 783939"/>
                  <a:gd name="connsiteX34" fmla="*/ 389646 w 581178"/>
                  <a:gd name="connsiteY34" fmla="*/ 740918 h 783939"/>
                  <a:gd name="connsiteX35" fmla="*/ 394789 w 581178"/>
                  <a:gd name="connsiteY35" fmla="*/ 746252 h 783939"/>
                  <a:gd name="connsiteX36" fmla="*/ 395171 w 581178"/>
                  <a:gd name="connsiteY36" fmla="*/ 746633 h 783939"/>
                  <a:gd name="connsiteX37" fmla="*/ 472799 w 581178"/>
                  <a:gd name="connsiteY37" fmla="*/ 760064 h 783939"/>
                  <a:gd name="connsiteX38" fmla="*/ 490230 w 581178"/>
                  <a:gd name="connsiteY38" fmla="*/ 661575 h 783939"/>
                  <a:gd name="connsiteX39" fmla="*/ 478229 w 581178"/>
                  <a:gd name="connsiteY39" fmla="*/ 645383 h 783939"/>
                  <a:gd name="connsiteX40" fmla="*/ 551857 w 581178"/>
                  <a:gd name="connsiteY40" fmla="*/ 655289 h 783939"/>
                  <a:gd name="connsiteX41" fmla="*/ 569288 w 581178"/>
                  <a:gd name="connsiteY41" fmla="*/ 556800 h 783939"/>
                  <a:gd name="connsiteX42" fmla="*/ 557857 w 581178"/>
                  <a:gd name="connsiteY42" fmla="*/ 541179 h 78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581178" h="783939">
                    <a:moveTo>
                      <a:pt x="557857" y="541179"/>
                    </a:moveTo>
                    <a:lnTo>
                      <a:pt x="557857" y="541179"/>
                    </a:lnTo>
                    <a:cubicBezTo>
                      <a:pt x="557953" y="541084"/>
                      <a:pt x="557477" y="540608"/>
                      <a:pt x="556714" y="539941"/>
                    </a:cubicBezTo>
                    <a:cubicBezTo>
                      <a:pt x="554429" y="537559"/>
                      <a:pt x="552142" y="535369"/>
                      <a:pt x="549666" y="533273"/>
                    </a:cubicBezTo>
                    <a:cubicBezTo>
                      <a:pt x="533378" y="518414"/>
                      <a:pt x="492325" y="483743"/>
                      <a:pt x="421650" y="441548"/>
                    </a:cubicBezTo>
                    <a:cubicBezTo>
                      <a:pt x="390503" y="422878"/>
                      <a:pt x="367643" y="408400"/>
                      <a:pt x="349546" y="394970"/>
                    </a:cubicBezTo>
                    <a:lnTo>
                      <a:pt x="346879" y="392399"/>
                    </a:lnTo>
                    <a:cubicBezTo>
                      <a:pt x="346879" y="392589"/>
                      <a:pt x="346974" y="392875"/>
                      <a:pt x="346974" y="393065"/>
                    </a:cubicBezTo>
                    <a:cubicBezTo>
                      <a:pt x="311827" y="366586"/>
                      <a:pt x="294777" y="343916"/>
                      <a:pt x="268869" y="301816"/>
                    </a:cubicBezTo>
                    <a:cubicBezTo>
                      <a:pt x="229245" y="237522"/>
                      <a:pt x="134852" y="77407"/>
                      <a:pt x="127137" y="63595"/>
                    </a:cubicBezTo>
                    <a:cubicBezTo>
                      <a:pt x="119422" y="49784"/>
                      <a:pt x="100657" y="20352"/>
                      <a:pt x="101896" y="4064"/>
                    </a:cubicBezTo>
                    <a:cubicBezTo>
                      <a:pt x="103134" y="-12224"/>
                      <a:pt x="64272" y="23971"/>
                      <a:pt x="68844" y="50260"/>
                    </a:cubicBezTo>
                    <a:lnTo>
                      <a:pt x="60653" y="55023"/>
                    </a:lnTo>
                    <a:cubicBezTo>
                      <a:pt x="59890" y="55118"/>
                      <a:pt x="59129" y="55214"/>
                      <a:pt x="58462" y="55404"/>
                    </a:cubicBezTo>
                    <a:cubicBezTo>
                      <a:pt x="37507" y="39211"/>
                      <a:pt x="-11928" y="54451"/>
                      <a:pt x="2645" y="61405"/>
                    </a:cubicBezTo>
                    <a:cubicBezTo>
                      <a:pt x="17409" y="68453"/>
                      <a:pt x="33411" y="99409"/>
                      <a:pt x="41603" y="112935"/>
                    </a:cubicBezTo>
                    <a:cubicBezTo>
                      <a:pt x="49794" y="126556"/>
                      <a:pt x="141424" y="288195"/>
                      <a:pt x="177334" y="354584"/>
                    </a:cubicBezTo>
                    <a:cubicBezTo>
                      <a:pt x="213338" y="420974"/>
                      <a:pt x="220387" y="446500"/>
                      <a:pt x="222196" y="556705"/>
                    </a:cubicBezTo>
                    <a:cubicBezTo>
                      <a:pt x="223530" y="634048"/>
                      <a:pt x="232007" y="685387"/>
                      <a:pt x="236960" y="709200"/>
                    </a:cubicBezTo>
                    <a:cubicBezTo>
                      <a:pt x="238294" y="720440"/>
                      <a:pt x="242008" y="731869"/>
                      <a:pt x="248200" y="742633"/>
                    </a:cubicBezTo>
                    <a:cubicBezTo>
                      <a:pt x="249629" y="745109"/>
                      <a:pt x="251248" y="747491"/>
                      <a:pt x="252867" y="749776"/>
                    </a:cubicBezTo>
                    <a:cubicBezTo>
                      <a:pt x="253248" y="750253"/>
                      <a:pt x="253629" y="750729"/>
                      <a:pt x="253915" y="751205"/>
                    </a:cubicBezTo>
                    <a:cubicBezTo>
                      <a:pt x="255248" y="753015"/>
                      <a:pt x="256677" y="754825"/>
                      <a:pt x="258201" y="756539"/>
                    </a:cubicBezTo>
                    <a:cubicBezTo>
                      <a:pt x="258487" y="756920"/>
                      <a:pt x="258772" y="757206"/>
                      <a:pt x="259058" y="757492"/>
                    </a:cubicBezTo>
                    <a:cubicBezTo>
                      <a:pt x="260678" y="759301"/>
                      <a:pt x="262392" y="761111"/>
                      <a:pt x="264202" y="762731"/>
                    </a:cubicBezTo>
                    <a:cubicBezTo>
                      <a:pt x="264297" y="762826"/>
                      <a:pt x="264488" y="763016"/>
                      <a:pt x="264583" y="763111"/>
                    </a:cubicBezTo>
                    <a:cubicBezTo>
                      <a:pt x="287062" y="784066"/>
                      <a:pt x="318113" y="790448"/>
                      <a:pt x="342212" y="776542"/>
                    </a:cubicBezTo>
                    <a:cubicBezTo>
                      <a:pt x="366596" y="762445"/>
                      <a:pt x="376502" y="731774"/>
                      <a:pt x="369072" y="701485"/>
                    </a:cubicBezTo>
                    <a:lnTo>
                      <a:pt x="369167" y="701485"/>
                    </a:lnTo>
                    <a:cubicBezTo>
                      <a:pt x="370501" y="707390"/>
                      <a:pt x="372501" y="713296"/>
                      <a:pt x="375168" y="719106"/>
                    </a:cubicBezTo>
                    <a:cubicBezTo>
                      <a:pt x="376311" y="721487"/>
                      <a:pt x="377454" y="723773"/>
                      <a:pt x="378788" y="726059"/>
                    </a:cubicBezTo>
                    <a:cubicBezTo>
                      <a:pt x="380216" y="728536"/>
                      <a:pt x="381836" y="730917"/>
                      <a:pt x="383455" y="733203"/>
                    </a:cubicBezTo>
                    <a:cubicBezTo>
                      <a:pt x="383836" y="733679"/>
                      <a:pt x="384121" y="734156"/>
                      <a:pt x="384503" y="734632"/>
                    </a:cubicBezTo>
                    <a:cubicBezTo>
                      <a:pt x="385836" y="736537"/>
                      <a:pt x="387265" y="738251"/>
                      <a:pt x="388789" y="739966"/>
                    </a:cubicBezTo>
                    <a:cubicBezTo>
                      <a:pt x="389074" y="740251"/>
                      <a:pt x="389360" y="740633"/>
                      <a:pt x="389646" y="740918"/>
                    </a:cubicBezTo>
                    <a:cubicBezTo>
                      <a:pt x="391265" y="742728"/>
                      <a:pt x="392980" y="744538"/>
                      <a:pt x="394789" y="746252"/>
                    </a:cubicBezTo>
                    <a:cubicBezTo>
                      <a:pt x="394885" y="746348"/>
                      <a:pt x="395075" y="746538"/>
                      <a:pt x="395171" y="746633"/>
                    </a:cubicBezTo>
                    <a:cubicBezTo>
                      <a:pt x="417649" y="767588"/>
                      <a:pt x="448701" y="773970"/>
                      <a:pt x="472799" y="760064"/>
                    </a:cubicBezTo>
                    <a:cubicBezTo>
                      <a:pt x="503565" y="742252"/>
                      <a:pt x="511375" y="698151"/>
                      <a:pt x="490230" y="661575"/>
                    </a:cubicBezTo>
                    <a:cubicBezTo>
                      <a:pt x="486706" y="655574"/>
                      <a:pt x="482610" y="650145"/>
                      <a:pt x="478229" y="645383"/>
                    </a:cubicBezTo>
                    <a:cubicBezTo>
                      <a:pt x="500327" y="663480"/>
                      <a:pt x="529187" y="668433"/>
                      <a:pt x="551857" y="655289"/>
                    </a:cubicBezTo>
                    <a:cubicBezTo>
                      <a:pt x="582622" y="637477"/>
                      <a:pt x="590433" y="593376"/>
                      <a:pt x="569288" y="556800"/>
                    </a:cubicBezTo>
                    <a:cubicBezTo>
                      <a:pt x="566144" y="551085"/>
                      <a:pt x="562144" y="545846"/>
                      <a:pt x="557857" y="541179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4671" name="Forme libre : forme 14670">
                <a:extLst>
                  <a:ext uri="{FF2B5EF4-FFF2-40B4-BE49-F238E27FC236}">
                    <a16:creationId xmlns:a16="http://schemas.microsoft.com/office/drawing/2014/main" id="{8E7DEAFD-5314-4C9A-A57F-ECD9811D36C8}"/>
                  </a:ext>
                </a:extLst>
              </p:cNvPr>
              <p:cNvSpPr/>
              <p:nvPr/>
            </p:nvSpPr>
            <p:spPr>
              <a:xfrm>
                <a:off x="8977164" y="2306778"/>
                <a:ext cx="784033" cy="581464"/>
              </a:xfrm>
              <a:custGeom>
                <a:avLst/>
                <a:gdLst>
                  <a:gd name="connsiteX0" fmla="*/ 4064 w 784033"/>
                  <a:gd name="connsiteY0" fmla="*/ 479474 h 581464"/>
                  <a:gd name="connsiteX1" fmla="*/ 50355 w 784033"/>
                  <a:gd name="connsiteY1" fmla="*/ 512525 h 581464"/>
                  <a:gd name="connsiteX2" fmla="*/ 55118 w 784033"/>
                  <a:gd name="connsiteY2" fmla="*/ 520717 h 581464"/>
                  <a:gd name="connsiteX3" fmla="*/ 55499 w 784033"/>
                  <a:gd name="connsiteY3" fmla="*/ 523003 h 581464"/>
                  <a:gd name="connsiteX4" fmla="*/ 61594 w 784033"/>
                  <a:gd name="connsiteY4" fmla="*/ 578819 h 581464"/>
                  <a:gd name="connsiteX5" fmla="*/ 113125 w 784033"/>
                  <a:gd name="connsiteY5" fmla="*/ 539862 h 581464"/>
                  <a:gd name="connsiteX6" fmla="*/ 354679 w 784033"/>
                  <a:gd name="connsiteY6" fmla="*/ 404036 h 581464"/>
                  <a:gd name="connsiteX7" fmla="*/ 556799 w 784033"/>
                  <a:gd name="connsiteY7" fmla="*/ 359078 h 581464"/>
                  <a:gd name="connsiteX8" fmla="*/ 709199 w 784033"/>
                  <a:gd name="connsiteY8" fmla="*/ 344219 h 581464"/>
                  <a:gd name="connsiteX9" fmla="*/ 742632 w 784033"/>
                  <a:gd name="connsiteY9" fmla="*/ 332979 h 581464"/>
                  <a:gd name="connsiteX10" fmla="*/ 749776 w 784033"/>
                  <a:gd name="connsiteY10" fmla="*/ 328312 h 581464"/>
                  <a:gd name="connsiteX11" fmla="*/ 751205 w 784033"/>
                  <a:gd name="connsiteY11" fmla="*/ 327264 h 581464"/>
                  <a:gd name="connsiteX12" fmla="*/ 756539 w 784033"/>
                  <a:gd name="connsiteY12" fmla="*/ 322978 h 581464"/>
                  <a:gd name="connsiteX13" fmla="*/ 757491 w 784033"/>
                  <a:gd name="connsiteY13" fmla="*/ 322121 h 581464"/>
                  <a:gd name="connsiteX14" fmla="*/ 762825 w 784033"/>
                  <a:gd name="connsiteY14" fmla="*/ 316977 h 581464"/>
                  <a:gd name="connsiteX15" fmla="*/ 763206 w 784033"/>
                  <a:gd name="connsiteY15" fmla="*/ 316596 h 581464"/>
                  <a:gd name="connsiteX16" fmla="*/ 776636 w 784033"/>
                  <a:gd name="connsiteY16" fmla="*/ 238967 h 581464"/>
                  <a:gd name="connsiteX17" fmla="*/ 701579 w 784033"/>
                  <a:gd name="connsiteY17" fmla="*/ 212107 h 581464"/>
                  <a:gd name="connsiteX18" fmla="*/ 701579 w 784033"/>
                  <a:gd name="connsiteY18" fmla="*/ 212012 h 581464"/>
                  <a:gd name="connsiteX19" fmla="*/ 726154 w 784033"/>
                  <a:gd name="connsiteY19" fmla="*/ 202296 h 581464"/>
                  <a:gd name="connsiteX20" fmla="*/ 733298 w 784033"/>
                  <a:gd name="connsiteY20" fmla="*/ 197629 h 581464"/>
                  <a:gd name="connsiteX21" fmla="*/ 734726 w 784033"/>
                  <a:gd name="connsiteY21" fmla="*/ 196581 h 581464"/>
                  <a:gd name="connsiteX22" fmla="*/ 740060 w 784033"/>
                  <a:gd name="connsiteY22" fmla="*/ 192295 h 581464"/>
                  <a:gd name="connsiteX23" fmla="*/ 741013 w 784033"/>
                  <a:gd name="connsiteY23" fmla="*/ 191438 h 581464"/>
                  <a:gd name="connsiteX24" fmla="*/ 746347 w 784033"/>
                  <a:gd name="connsiteY24" fmla="*/ 186294 h 581464"/>
                  <a:gd name="connsiteX25" fmla="*/ 746728 w 784033"/>
                  <a:gd name="connsiteY25" fmla="*/ 185913 h 581464"/>
                  <a:gd name="connsiteX26" fmla="*/ 760158 w 784033"/>
                  <a:gd name="connsiteY26" fmla="*/ 108284 h 581464"/>
                  <a:gd name="connsiteX27" fmla="*/ 661670 w 784033"/>
                  <a:gd name="connsiteY27" fmla="*/ 90854 h 581464"/>
                  <a:gd name="connsiteX28" fmla="*/ 645477 w 784033"/>
                  <a:gd name="connsiteY28" fmla="*/ 102950 h 581464"/>
                  <a:gd name="connsiteX29" fmla="*/ 655288 w 784033"/>
                  <a:gd name="connsiteY29" fmla="*/ 29322 h 581464"/>
                  <a:gd name="connsiteX30" fmla="*/ 556799 w 784033"/>
                  <a:gd name="connsiteY30" fmla="*/ 11891 h 581464"/>
                  <a:gd name="connsiteX31" fmla="*/ 540988 w 784033"/>
                  <a:gd name="connsiteY31" fmla="*/ 23512 h 581464"/>
                  <a:gd name="connsiteX32" fmla="*/ 540893 w 784033"/>
                  <a:gd name="connsiteY32" fmla="*/ 23417 h 581464"/>
                  <a:gd name="connsiteX33" fmla="*/ 539750 w 784033"/>
                  <a:gd name="connsiteY33" fmla="*/ 24560 h 581464"/>
                  <a:gd name="connsiteX34" fmla="*/ 533082 w 784033"/>
                  <a:gd name="connsiteY34" fmla="*/ 31608 h 581464"/>
                  <a:gd name="connsiteX35" fmla="*/ 441356 w 784033"/>
                  <a:gd name="connsiteY35" fmla="*/ 159624 h 581464"/>
                  <a:gd name="connsiteX36" fmla="*/ 394779 w 784033"/>
                  <a:gd name="connsiteY36" fmla="*/ 231728 h 581464"/>
                  <a:gd name="connsiteX37" fmla="*/ 392207 w 784033"/>
                  <a:gd name="connsiteY37" fmla="*/ 234395 h 581464"/>
                  <a:gd name="connsiteX38" fmla="*/ 392874 w 784033"/>
                  <a:gd name="connsiteY38" fmla="*/ 234300 h 581464"/>
                  <a:gd name="connsiteX39" fmla="*/ 301720 w 784033"/>
                  <a:gd name="connsiteY39" fmla="*/ 312405 h 581464"/>
                  <a:gd name="connsiteX40" fmla="*/ 63595 w 784033"/>
                  <a:gd name="connsiteY40" fmla="*/ 454232 h 581464"/>
                  <a:gd name="connsiteX41" fmla="*/ 4064 w 784033"/>
                  <a:gd name="connsiteY41" fmla="*/ 479474 h 581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784033" h="581464">
                    <a:moveTo>
                      <a:pt x="4064" y="479474"/>
                    </a:moveTo>
                    <a:cubicBezTo>
                      <a:pt x="-12224" y="478235"/>
                      <a:pt x="23971" y="517002"/>
                      <a:pt x="50355" y="512525"/>
                    </a:cubicBezTo>
                    <a:lnTo>
                      <a:pt x="55118" y="520717"/>
                    </a:lnTo>
                    <a:cubicBezTo>
                      <a:pt x="55213" y="521479"/>
                      <a:pt x="55308" y="522241"/>
                      <a:pt x="55499" y="523003"/>
                    </a:cubicBezTo>
                    <a:cubicBezTo>
                      <a:pt x="39306" y="543958"/>
                      <a:pt x="54641" y="593393"/>
                      <a:pt x="61594" y="578819"/>
                    </a:cubicBezTo>
                    <a:cubicBezTo>
                      <a:pt x="68643" y="564056"/>
                      <a:pt x="99599" y="547958"/>
                      <a:pt x="113125" y="539862"/>
                    </a:cubicBezTo>
                    <a:cubicBezTo>
                      <a:pt x="126746" y="531671"/>
                      <a:pt x="288290" y="440040"/>
                      <a:pt x="354679" y="404036"/>
                    </a:cubicBezTo>
                    <a:cubicBezTo>
                      <a:pt x="421068" y="368031"/>
                      <a:pt x="446500" y="360983"/>
                      <a:pt x="556799" y="359078"/>
                    </a:cubicBezTo>
                    <a:cubicBezTo>
                      <a:pt x="634142" y="357744"/>
                      <a:pt x="685482" y="349267"/>
                      <a:pt x="709199" y="344219"/>
                    </a:cubicBezTo>
                    <a:cubicBezTo>
                      <a:pt x="720439" y="342885"/>
                      <a:pt x="731869" y="339170"/>
                      <a:pt x="742632" y="332979"/>
                    </a:cubicBezTo>
                    <a:cubicBezTo>
                      <a:pt x="745109" y="331550"/>
                      <a:pt x="747490" y="329931"/>
                      <a:pt x="749776" y="328312"/>
                    </a:cubicBezTo>
                    <a:cubicBezTo>
                      <a:pt x="750252" y="327931"/>
                      <a:pt x="750728" y="327645"/>
                      <a:pt x="751205" y="327264"/>
                    </a:cubicBezTo>
                    <a:cubicBezTo>
                      <a:pt x="753110" y="325931"/>
                      <a:pt x="754824" y="324502"/>
                      <a:pt x="756539" y="322978"/>
                    </a:cubicBezTo>
                    <a:cubicBezTo>
                      <a:pt x="756824" y="322692"/>
                      <a:pt x="757205" y="322406"/>
                      <a:pt x="757491" y="322121"/>
                    </a:cubicBezTo>
                    <a:cubicBezTo>
                      <a:pt x="759301" y="320501"/>
                      <a:pt x="761111" y="318787"/>
                      <a:pt x="762825" y="316977"/>
                    </a:cubicBezTo>
                    <a:cubicBezTo>
                      <a:pt x="762920" y="316882"/>
                      <a:pt x="763111" y="316691"/>
                      <a:pt x="763206" y="316596"/>
                    </a:cubicBezTo>
                    <a:cubicBezTo>
                      <a:pt x="784161" y="294117"/>
                      <a:pt x="790543" y="263066"/>
                      <a:pt x="776636" y="238967"/>
                    </a:cubicBezTo>
                    <a:cubicBezTo>
                      <a:pt x="762540" y="214583"/>
                      <a:pt x="731869" y="204677"/>
                      <a:pt x="701579" y="212107"/>
                    </a:cubicBezTo>
                    <a:lnTo>
                      <a:pt x="701579" y="212012"/>
                    </a:lnTo>
                    <a:cubicBezTo>
                      <a:pt x="709866" y="210107"/>
                      <a:pt x="718248" y="206963"/>
                      <a:pt x="726154" y="202296"/>
                    </a:cubicBezTo>
                    <a:cubicBezTo>
                      <a:pt x="728630" y="200867"/>
                      <a:pt x="731012" y="199248"/>
                      <a:pt x="733298" y="197629"/>
                    </a:cubicBezTo>
                    <a:cubicBezTo>
                      <a:pt x="733774" y="197248"/>
                      <a:pt x="734250" y="196962"/>
                      <a:pt x="734726" y="196581"/>
                    </a:cubicBezTo>
                    <a:cubicBezTo>
                      <a:pt x="736536" y="195248"/>
                      <a:pt x="738346" y="193819"/>
                      <a:pt x="740060" y="192295"/>
                    </a:cubicBezTo>
                    <a:cubicBezTo>
                      <a:pt x="740441" y="192009"/>
                      <a:pt x="740727" y="191723"/>
                      <a:pt x="741013" y="191438"/>
                    </a:cubicBezTo>
                    <a:cubicBezTo>
                      <a:pt x="742823" y="189818"/>
                      <a:pt x="744632" y="188104"/>
                      <a:pt x="746347" y="186294"/>
                    </a:cubicBezTo>
                    <a:cubicBezTo>
                      <a:pt x="746442" y="186199"/>
                      <a:pt x="746633" y="186008"/>
                      <a:pt x="746728" y="185913"/>
                    </a:cubicBezTo>
                    <a:cubicBezTo>
                      <a:pt x="767683" y="163434"/>
                      <a:pt x="774065" y="132383"/>
                      <a:pt x="760158" y="108284"/>
                    </a:cubicBezTo>
                    <a:cubicBezTo>
                      <a:pt x="742346" y="77519"/>
                      <a:pt x="698246" y="69708"/>
                      <a:pt x="661670" y="90854"/>
                    </a:cubicBezTo>
                    <a:cubicBezTo>
                      <a:pt x="655669" y="94378"/>
                      <a:pt x="650240" y="98474"/>
                      <a:pt x="645477" y="102950"/>
                    </a:cubicBezTo>
                    <a:cubicBezTo>
                      <a:pt x="663575" y="80852"/>
                      <a:pt x="668432" y="51992"/>
                      <a:pt x="655288" y="29322"/>
                    </a:cubicBezTo>
                    <a:cubicBezTo>
                      <a:pt x="637476" y="-1444"/>
                      <a:pt x="593375" y="-9254"/>
                      <a:pt x="556799" y="11891"/>
                    </a:cubicBezTo>
                    <a:cubicBezTo>
                      <a:pt x="550989" y="15320"/>
                      <a:pt x="545750" y="19226"/>
                      <a:pt x="540988" y="23512"/>
                    </a:cubicBezTo>
                    <a:lnTo>
                      <a:pt x="540893" y="23417"/>
                    </a:lnTo>
                    <a:cubicBezTo>
                      <a:pt x="540893" y="23417"/>
                      <a:pt x="540416" y="23893"/>
                      <a:pt x="539750" y="24560"/>
                    </a:cubicBezTo>
                    <a:cubicBezTo>
                      <a:pt x="537368" y="26846"/>
                      <a:pt x="535178" y="29227"/>
                      <a:pt x="533082" y="31608"/>
                    </a:cubicBezTo>
                    <a:cubicBezTo>
                      <a:pt x="518223" y="47896"/>
                      <a:pt x="483552" y="89044"/>
                      <a:pt x="441356" y="159624"/>
                    </a:cubicBezTo>
                    <a:cubicBezTo>
                      <a:pt x="422687" y="190771"/>
                      <a:pt x="408209" y="213631"/>
                      <a:pt x="394779" y="231728"/>
                    </a:cubicBezTo>
                    <a:lnTo>
                      <a:pt x="392207" y="234395"/>
                    </a:lnTo>
                    <a:cubicBezTo>
                      <a:pt x="392398" y="234395"/>
                      <a:pt x="392684" y="234300"/>
                      <a:pt x="392874" y="234300"/>
                    </a:cubicBezTo>
                    <a:cubicBezTo>
                      <a:pt x="366394" y="269447"/>
                      <a:pt x="343725" y="286497"/>
                      <a:pt x="301720" y="312405"/>
                    </a:cubicBezTo>
                    <a:cubicBezTo>
                      <a:pt x="237426" y="352029"/>
                      <a:pt x="77406" y="446517"/>
                      <a:pt x="63595" y="454232"/>
                    </a:cubicBezTo>
                    <a:cubicBezTo>
                      <a:pt x="49784" y="461948"/>
                      <a:pt x="20351" y="480712"/>
                      <a:pt x="4064" y="47947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4672" name="Forme libre : forme 14671">
                <a:extLst>
                  <a:ext uri="{FF2B5EF4-FFF2-40B4-BE49-F238E27FC236}">
                    <a16:creationId xmlns:a16="http://schemas.microsoft.com/office/drawing/2014/main" id="{CACC9569-AB79-43D6-A437-192538B82988}"/>
                  </a:ext>
                </a:extLst>
              </p:cNvPr>
              <p:cNvSpPr/>
              <p:nvPr/>
            </p:nvSpPr>
            <p:spPr>
              <a:xfrm>
                <a:off x="6306925" y="3913653"/>
                <a:ext cx="784034" cy="581274"/>
              </a:xfrm>
              <a:custGeom>
                <a:avLst/>
                <a:gdLst>
                  <a:gd name="connsiteX0" fmla="*/ 779970 w 784034"/>
                  <a:gd name="connsiteY0" fmla="*/ 101896 h 581274"/>
                  <a:gd name="connsiteX1" fmla="*/ 733679 w 784034"/>
                  <a:gd name="connsiteY1" fmla="*/ 68844 h 581274"/>
                  <a:gd name="connsiteX2" fmla="*/ 728916 w 784034"/>
                  <a:gd name="connsiteY2" fmla="*/ 60652 h 581274"/>
                  <a:gd name="connsiteX3" fmla="*/ 728535 w 784034"/>
                  <a:gd name="connsiteY3" fmla="*/ 58462 h 581274"/>
                  <a:gd name="connsiteX4" fmla="*/ 722439 w 784034"/>
                  <a:gd name="connsiteY4" fmla="*/ 2645 h 581274"/>
                  <a:gd name="connsiteX5" fmla="*/ 670909 w 784034"/>
                  <a:gd name="connsiteY5" fmla="*/ 41602 h 581274"/>
                  <a:gd name="connsiteX6" fmla="*/ 429355 w 784034"/>
                  <a:gd name="connsiteY6" fmla="*/ 177429 h 581274"/>
                  <a:gd name="connsiteX7" fmla="*/ 227235 w 784034"/>
                  <a:gd name="connsiteY7" fmla="*/ 222387 h 581274"/>
                  <a:gd name="connsiteX8" fmla="*/ 74835 w 784034"/>
                  <a:gd name="connsiteY8" fmla="*/ 237151 h 581274"/>
                  <a:gd name="connsiteX9" fmla="*/ 55404 w 784034"/>
                  <a:gd name="connsiteY9" fmla="*/ 241818 h 581274"/>
                  <a:gd name="connsiteX10" fmla="*/ 41402 w 784034"/>
                  <a:gd name="connsiteY10" fmla="*/ 248390 h 581274"/>
                  <a:gd name="connsiteX11" fmla="*/ 34258 w 784034"/>
                  <a:gd name="connsiteY11" fmla="*/ 253058 h 581274"/>
                  <a:gd name="connsiteX12" fmla="*/ 32829 w 784034"/>
                  <a:gd name="connsiteY12" fmla="*/ 254105 h 581274"/>
                  <a:gd name="connsiteX13" fmla="*/ 27495 w 784034"/>
                  <a:gd name="connsiteY13" fmla="*/ 258392 h 581274"/>
                  <a:gd name="connsiteX14" fmla="*/ 26543 w 784034"/>
                  <a:gd name="connsiteY14" fmla="*/ 259249 h 581274"/>
                  <a:gd name="connsiteX15" fmla="*/ 21209 w 784034"/>
                  <a:gd name="connsiteY15" fmla="*/ 264392 h 581274"/>
                  <a:gd name="connsiteX16" fmla="*/ 20828 w 784034"/>
                  <a:gd name="connsiteY16" fmla="*/ 264773 h 581274"/>
                  <a:gd name="connsiteX17" fmla="*/ 7398 w 784034"/>
                  <a:gd name="connsiteY17" fmla="*/ 342402 h 581274"/>
                  <a:gd name="connsiteX18" fmla="*/ 82455 w 784034"/>
                  <a:gd name="connsiteY18" fmla="*/ 369262 h 581274"/>
                  <a:gd name="connsiteX19" fmla="*/ 82455 w 784034"/>
                  <a:gd name="connsiteY19" fmla="*/ 369358 h 581274"/>
                  <a:gd name="connsiteX20" fmla="*/ 71882 w 784034"/>
                  <a:gd name="connsiteY20" fmla="*/ 372406 h 581274"/>
                  <a:gd name="connsiteX21" fmla="*/ 57880 w 784034"/>
                  <a:gd name="connsiteY21" fmla="*/ 378978 h 581274"/>
                  <a:gd name="connsiteX22" fmla="*/ 50736 w 784034"/>
                  <a:gd name="connsiteY22" fmla="*/ 383645 h 581274"/>
                  <a:gd name="connsiteX23" fmla="*/ 49308 w 784034"/>
                  <a:gd name="connsiteY23" fmla="*/ 384693 h 581274"/>
                  <a:gd name="connsiteX24" fmla="*/ 43974 w 784034"/>
                  <a:gd name="connsiteY24" fmla="*/ 388979 h 581274"/>
                  <a:gd name="connsiteX25" fmla="*/ 43021 w 784034"/>
                  <a:gd name="connsiteY25" fmla="*/ 389836 h 581274"/>
                  <a:gd name="connsiteX26" fmla="*/ 37687 w 784034"/>
                  <a:gd name="connsiteY26" fmla="*/ 394980 h 581274"/>
                  <a:gd name="connsiteX27" fmla="*/ 37306 w 784034"/>
                  <a:gd name="connsiteY27" fmla="*/ 395361 h 581274"/>
                  <a:gd name="connsiteX28" fmla="*/ 23876 w 784034"/>
                  <a:gd name="connsiteY28" fmla="*/ 472990 h 581274"/>
                  <a:gd name="connsiteX29" fmla="*/ 122364 w 784034"/>
                  <a:gd name="connsiteY29" fmla="*/ 490420 h 581274"/>
                  <a:gd name="connsiteX30" fmla="*/ 138557 w 784034"/>
                  <a:gd name="connsiteY30" fmla="*/ 478324 h 581274"/>
                  <a:gd name="connsiteX31" fmla="*/ 128746 w 784034"/>
                  <a:gd name="connsiteY31" fmla="*/ 551952 h 581274"/>
                  <a:gd name="connsiteX32" fmla="*/ 227235 w 784034"/>
                  <a:gd name="connsiteY32" fmla="*/ 569383 h 581274"/>
                  <a:gd name="connsiteX33" fmla="*/ 243046 w 784034"/>
                  <a:gd name="connsiteY33" fmla="*/ 557762 h 581274"/>
                  <a:gd name="connsiteX34" fmla="*/ 243141 w 784034"/>
                  <a:gd name="connsiteY34" fmla="*/ 557858 h 581274"/>
                  <a:gd name="connsiteX35" fmla="*/ 244284 w 784034"/>
                  <a:gd name="connsiteY35" fmla="*/ 556619 h 581274"/>
                  <a:gd name="connsiteX36" fmla="*/ 250952 w 784034"/>
                  <a:gd name="connsiteY36" fmla="*/ 549571 h 581274"/>
                  <a:gd name="connsiteX37" fmla="*/ 342678 w 784034"/>
                  <a:gd name="connsiteY37" fmla="*/ 421555 h 581274"/>
                  <a:gd name="connsiteX38" fmla="*/ 389255 w 784034"/>
                  <a:gd name="connsiteY38" fmla="*/ 349451 h 581274"/>
                  <a:gd name="connsiteX39" fmla="*/ 391827 w 784034"/>
                  <a:gd name="connsiteY39" fmla="*/ 346784 h 581274"/>
                  <a:gd name="connsiteX40" fmla="*/ 391160 w 784034"/>
                  <a:gd name="connsiteY40" fmla="*/ 346879 h 581274"/>
                  <a:gd name="connsiteX41" fmla="*/ 482314 w 784034"/>
                  <a:gd name="connsiteY41" fmla="*/ 268774 h 581274"/>
                  <a:gd name="connsiteX42" fmla="*/ 720439 w 784034"/>
                  <a:gd name="connsiteY42" fmla="*/ 126946 h 581274"/>
                  <a:gd name="connsiteX43" fmla="*/ 779970 w 784034"/>
                  <a:gd name="connsiteY43" fmla="*/ 101896 h 581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784034" h="581274">
                    <a:moveTo>
                      <a:pt x="779970" y="101896"/>
                    </a:moveTo>
                    <a:cubicBezTo>
                      <a:pt x="796258" y="103134"/>
                      <a:pt x="760063" y="64367"/>
                      <a:pt x="733679" y="68844"/>
                    </a:cubicBezTo>
                    <a:lnTo>
                      <a:pt x="728916" y="60652"/>
                    </a:lnTo>
                    <a:cubicBezTo>
                      <a:pt x="728821" y="59891"/>
                      <a:pt x="728726" y="59128"/>
                      <a:pt x="728535" y="58462"/>
                    </a:cubicBezTo>
                    <a:cubicBezTo>
                      <a:pt x="744728" y="37507"/>
                      <a:pt x="729393" y="-11928"/>
                      <a:pt x="722439" y="2645"/>
                    </a:cubicBezTo>
                    <a:cubicBezTo>
                      <a:pt x="715391" y="17409"/>
                      <a:pt x="684435" y="33506"/>
                      <a:pt x="670909" y="41602"/>
                    </a:cubicBezTo>
                    <a:cubicBezTo>
                      <a:pt x="657288" y="49794"/>
                      <a:pt x="495744" y="141425"/>
                      <a:pt x="429355" y="177429"/>
                    </a:cubicBezTo>
                    <a:cubicBezTo>
                      <a:pt x="362966" y="213434"/>
                      <a:pt x="337534" y="220482"/>
                      <a:pt x="227235" y="222387"/>
                    </a:cubicBezTo>
                    <a:cubicBezTo>
                      <a:pt x="149892" y="223720"/>
                      <a:pt x="98552" y="232198"/>
                      <a:pt x="74835" y="237151"/>
                    </a:cubicBezTo>
                    <a:cubicBezTo>
                      <a:pt x="68358" y="237913"/>
                      <a:pt x="61881" y="239437"/>
                      <a:pt x="55404" y="241818"/>
                    </a:cubicBezTo>
                    <a:cubicBezTo>
                      <a:pt x="50641" y="243533"/>
                      <a:pt x="45974" y="245723"/>
                      <a:pt x="41402" y="248390"/>
                    </a:cubicBezTo>
                    <a:cubicBezTo>
                      <a:pt x="38925" y="249819"/>
                      <a:pt x="36544" y="251438"/>
                      <a:pt x="34258" y="253058"/>
                    </a:cubicBezTo>
                    <a:cubicBezTo>
                      <a:pt x="33782" y="253438"/>
                      <a:pt x="33306" y="253724"/>
                      <a:pt x="32829" y="254105"/>
                    </a:cubicBezTo>
                    <a:cubicBezTo>
                      <a:pt x="30924" y="255439"/>
                      <a:pt x="29210" y="256868"/>
                      <a:pt x="27495" y="258392"/>
                    </a:cubicBezTo>
                    <a:cubicBezTo>
                      <a:pt x="27210" y="258677"/>
                      <a:pt x="26829" y="258963"/>
                      <a:pt x="26543" y="259249"/>
                    </a:cubicBezTo>
                    <a:cubicBezTo>
                      <a:pt x="24733" y="260868"/>
                      <a:pt x="22923" y="262583"/>
                      <a:pt x="21209" y="264392"/>
                    </a:cubicBezTo>
                    <a:cubicBezTo>
                      <a:pt x="21114" y="264487"/>
                      <a:pt x="20923" y="264678"/>
                      <a:pt x="20828" y="264773"/>
                    </a:cubicBezTo>
                    <a:cubicBezTo>
                      <a:pt x="-127" y="287252"/>
                      <a:pt x="-6509" y="318304"/>
                      <a:pt x="7398" y="342402"/>
                    </a:cubicBezTo>
                    <a:cubicBezTo>
                      <a:pt x="21495" y="366786"/>
                      <a:pt x="52165" y="376692"/>
                      <a:pt x="82455" y="369262"/>
                    </a:cubicBezTo>
                    <a:lnTo>
                      <a:pt x="82455" y="369358"/>
                    </a:lnTo>
                    <a:cubicBezTo>
                      <a:pt x="78930" y="370215"/>
                      <a:pt x="75406" y="371168"/>
                      <a:pt x="71882" y="372406"/>
                    </a:cubicBezTo>
                    <a:cubicBezTo>
                      <a:pt x="67119" y="374120"/>
                      <a:pt x="62452" y="376311"/>
                      <a:pt x="57880" y="378978"/>
                    </a:cubicBezTo>
                    <a:cubicBezTo>
                      <a:pt x="55404" y="380407"/>
                      <a:pt x="53022" y="382026"/>
                      <a:pt x="50736" y="383645"/>
                    </a:cubicBezTo>
                    <a:cubicBezTo>
                      <a:pt x="50260" y="384026"/>
                      <a:pt x="49784" y="384312"/>
                      <a:pt x="49308" y="384693"/>
                    </a:cubicBezTo>
                    <a:cubicBezTo>
                      <a:pt x="47403" y="386026"/>
                      <a:pt x="45688" y="387455"/>
                      <a:pt x="43974" y="388979"/>
                    </a:cubicBezTo>
                    <a:cubicBezTo>
                      <a:pt x="43688" y="389265"/>
                      <a:pt x="43307" y="389551"/>
                      <a:pt x="43021" y="389836"/>
                    </a:cubicBezTo>
                    <a:cubicBezTo>
                      <a:pt x="41211" y="391456"/>
                      <a:pt x="39402" y="393170"/>
                      <a:pt x="37687" y="394980"/>
                    </a:cubicBezTo>
                    <a:cubicBezTo>
                      <a:pt x="37592" y="395075"/>
                      <a:pt x="37401" y="395266"/>
                      <a:pt x="37306" y="395361"/>
                    </a:cubicBezTo>
                    <a:cubicBezTo>
                      <a:pt x="16351" y="417840"/>
                      <a:pt x="9969" y="448892"/>
                      <a:pt x="23876" y="472990"/>
                    </a:cubicBezTo>
                    <a:cubicBezTo>
                      <a:pt x="41688" y="503755"/>
                      <a:pt x="85788" y="511566"/>
                      <a:pt x="122364" y="490420"/>
                    </a:cubicBezTo>
                    <a:cubicBezTo>
                      <a:pt x="128365" y="486896"/>
                      <a:pt x="133794" y="482801"/>
                      <a:pt x="138557" y="478324"/>
                    </a:cubicBezTo>
                    <a:cubicBezTo>
                      <a:pt x="120459" y="500422"/>
                      <a:pt x="115602" y="529283"/>
                      <a:pt x="128746" y="551952"/>
                    </a:cubicBezTo>
                    <a:cubicBezTo>
                      <a:pt x="146558" y="582718"/>
                      <a:pt x="190659" y="590528"/>
                      <a:pt x="227235" y="569383"/>
                    </a:cubicBezTo>
                    <a:cubicBezTo>
                      <a:pt x="233045" y="565954"/>
                      <a:pt x="238284" y="562049"/>
                      <a:pt x="243046" y="557762"/>
                    </a:cubicBezTo>
                    <a:lnTo>
                      <a:pt x="243141" y="557858"/>
                    </a:lnTo>
                    <a:cubicBezTo>
                      <a:pt x="243141" y="557858"/>
                      <a:pt x="243618" y="557381"/>
                      <a:pt x="244284" y="556619"/>
                    </a:cubicBezTo>
                    <a:cubicBezTo>
                      <a:pt x="246666" y="554333"/>
                      <a:pt x="248856" y="552047"/>
                      <a:pt x="250952" y="549571"/>
                    </a:cubicBezTo>
                    <a:cubicBezTo>
                      <a:pt x="265811" y="533283"/>
                      <a:pt x="300482" y="492135"/>
                      <a:pt x="342678" y="421555"/>
                    </a:cubicBezTo>
                    <a:cubicBezTo>
                      <a:pt x="361347" y="390408"/>
                      <a:pt x="375825" y="367548"/>
                      <a:pt x="389255" y="349451"/>
                    </a:cubicBezTo>
                    <a:lnTo>
                      <a:pt x="391827" y="346784"/>
                    </a:lnTo>
                    <a:cubicBezTo>
                      <a:pt x="391636" y="346784"/>
                      <a:pt x="391350" y="346879"/>
                      <a:pt x="391160" y="346879"/>
                    </a:cubicBezTo>
                    <a:cubicBezTo>
                      <a:pt x="417639" y="311731"/>
                      <a:pt x="440309" y="294682"/>
                      <a:pt x="482314" y="268774"/>
                    </a:cubicBezTo>
                    <a:cubicBezTo>
                      <a:pt x="546608" y="229150"/>
                      <a:pt x="706628" y="134662"/>
                      <a:pt x="720439" y="126946"/>
                    </a:cubicBezTo>
                    <a:cubicBezTo>
                      <a:pt x="734250" y="119517"/>
                      <a:pt x="763683" y="100658"/>
                      <a:pt x="779970" y="10189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4673" name="Forme libre : forme 14672">
                <a:extLst>
                  <a:ext uri="{FF2B5EF4-FFF2-40B4-BE49-F238E27FC236}">
                    <a16:creationId xmlns:a16="http://schemas.microsoft.com/office/drawing/2014/main" id="{56C0AB1B-80A8-4EDA-9925-FE34B5CFE279}"/>
                  </a:ext>
                </a:extLst>
              </p:cNvPr>
              <p:cNvSpPr/>
              <p:nvPr/>
            </p:nvSpPr>
            <p:spPr>
              <a:xfrm>
                <a:off x="8545879" y="1673334"/>
                <a:ext cx="581731" cy="784076"/>
              </a:xfrm>
              <a:custGeom>
                <a:avLst/>
                <a:gdLst>
                  <a:gd name="connsiteX0" fmla="*/ 59396 w 581731"/>
                  <a:gd name="connsiteY0" fmla="*/ 728108 h 784076"/>
                  <a:gd name="connsiteX1" fmla="*/ 67588 w 581731"/>
                  <a:gd name="connsiteY1" fmla="*/ 732871 h 784076"/>
                  <a:gd name="connsiteX2" fmla="*/ 69112 w 581731"/>
                  <a:gd name="connsiteY2" fmla="*/ 734585 h 784076"/>
                  <a:gd name="connsiteX3" fmla="*/ 102164 w 581731"/>
                  <a:gd name="connsiteY3" fmla="*/ 780019 h 784076"/>
                  <a:gd name="connsiteX4" fmla="*/ 127405 w 581731"/>
                  <a:gd name="connsiteY4" fmla="*/ 720488 h 784076"/>
                  <a:gd name="connsiteX5" fmla="*/ 269137 w 581731"/>
                  <a:gd name="connsiteY5" fmla="*/ 482268 h 784076"/>
                  <a:gd name="connsiteX6" fmla="*/ 421918 w 581731"/>
                  <a:gd name="connsiteY6" fmla="*/ 342536 h 784076"/>
                  <a:gd name="connsiteX7" fmla="*/ 546695 w 581731"/>
                  <a:gd name="connsiteY7" fmla="*/ 253668 h 784076"/>
                  <a:gd name="connsiteX8" fmla="*/ 570032 w 581731"/>
                  <a:gd name="connsiteY8" fmla="*/ 227188 h 784076"/>
                  <a:gd name="connsiteX9" fmla="*/ 573937 w 581731"/>
                  <a:gd name="connsiteY9" fmla="*/ 219568 h 784076"/>
                  <a:gd name="connsiteX10" fmla="*/ 574604 w 581731"/>
                  <a:gd name="connsiteY10" fmla="*/ 217949 h 784076"/>
                  <a:gd name="connsiteX11" fmla="*/ 577080 w 581731"/>
                  <a:gd name="connsiteY11" fmla="*/ 211567 h 784076"/>
                  <a:gd name="connsiteX12" fmla="*/ 577461 w 581731"/>
                  <a:gd name="connsiteY12" fmla="*/ 210329 h 784076"/>
                  <a:gd name="connsiteX13" fmla="*/ 579461 w 581731"/>
                  <a:gd name="connsiteY13" fmla="*/ 203281 h 784076"/>
                  <a:gd name="connsiteX14" fmla="*/ 579557 w 581731"/>
                  <a:gd name="connsiteY14" fmla="*/ 202709 h 784076"/>
                  <a:gd name="connsiteX15" fmla="*/ 552506 w 581731"/>
                  <a:gd name="connsiteY15" fmla="*/ 128700 h 784076"/>
                  <a:gd name="connsiteX16" fmla="*/ 474115 w 581731"/>
                  <a:gd name="connsiteY16" fmla="*/ 142892 h 784076"/>
                  <a:gd name="connsiteX17" fmla="*/ 474020 w 581731"/>
                  <a:gd name="connsiteY17" fmla="*/ 142797 h 784076"/>
                  <a:gd name="connsiteX18" fmla="*/ 476591 w 581731"/>
                  <a:gd name="connsiteY18" fmla="*/ 140416 h 784076"/>
                  <a:gd name="connsiteX19" fmla="*/ 490498 w 581731"/>
                  <a:gd name="connsiteY19" fmla="*/ 122128 h 784076"/>
                  <a:gd name="connsiteX20" fmla="*/ 494403 w 581731"/>
                  <a:gd name="connsiteY20" fmla="*/ 114508 h 784076"/>
                  <a:gd name="connsiteX21" fmla="*/ 495070 w 581731"/>
                  <a:gd name="connsiteY21" fmla="*/ 112888 h 784076"/>
                  <a:gd name="connsiteX22" fmla="*/ 497546 w 581731"/>
                  <a:gd name="connsiteY22" fmla="*/ 106507 h 784076"/>
                  <a:gd name="connsiteX23" fmla="*/ 497927 w 581731"/>
                  <a:gd name="connsiteY23" fmla="*/ 105268 h 784076"/>
                  <a:gd name="connsiteX24" fmla="*/ 499928 w 581731"/>
                  <a:gd name="connsiteY24" fmla="*/ 98220 h 784076"/>
                  <a:gd name="connsiteX25" fmla="*/ 500023 w 581731"/>
                  <a:gd name="connsiteY25" fmla="*/ 97648 h 784076"/>
                  <a:gd name="connsiteX26" fmla="*/ 472972 w 581731"/>
                  <a:gd name="connsiteY26" fmla="*/ 23639 h 784076"/>
                  <a:gd name="connsiteX27" fmla="*/ 378865 w 581731"/>
                  <a:gd name="connsiteY27" fmla="*/ 57643 h 784076"/>
                  <a:gd name="connsiteX28" fmla="*/ 373816 w 581731"/>
                  <a:gd name="connsiteY28" fmla="*/ 67930 h 784076"/>
                  <a:gd name="connsiteX29" fmla="*/ 373816 w 581731"/>
                  <a:gd name="connsiteY29" fmla="*/ 67930 h 784076"/>
                  <a:gd name="connsiteX30" fmla="*/ 373816 w 581731"/>
                  <a:gd name="connsiteY30" fmla="*/ 67930 h 784076"/>
                  <a:gd name="connsiteX31" fmla="*/ 370769 w 581731"/>
                  <a:gd name="connsiteY31" fmla="*/ 76217 h 784076"/>
                  <a:gd name="connsiteX32" fmla="*/ 342574 w 581731"/>
                  <a:gd name="connsiteY32" fmla="*/ 7447 h 784076"/>
                  <a:gd name="connsiteX33" fmla="*/ 248468 w 581731"/>
                  <a:gd name="connsiteY33" fmla="*/ 41451 h 784076"/>
                  <a:gd name="connsiteX34" fmla="*/ 240562 w 581731"/>
                  <a:gd name="connsiteY34" fmla="*/ 59453 h 784076"/>
                  <a:gd name="connsiteX35" fmla="*/ 240466 w 581731"/>
                  <a:gd name="connsiteY35" fmla="*/ 59453 h 784076"/>
                  <a:gd name="connsiteX36" fmla="*/ 239990 w 581731"/>
                  <a:gd name="connsiteY36" fmla="*/ 61072 h 784076"/>
                  <a:gd name="connsiteX37" fmla="*/ 237704 w 581731"/>
                  <a:gd name="connsiteY37" fmla="*/ 70502 h 784076"/>
                  <a:gd name="connsiteX38" fmla="*/ 222083 w 581731"/>
                  <a:gd name="connsiteY38" fmla="*/ 227188 h 784076"/>
                  <a:gd name="connsiteX39" fmla="*/ 217702 w 581731"/>
                  <a:gd name="connsiteY39" fmla="*/ 312913 h 784076"/>
                  <a:gd name="connsiteX40" fmla="*/ 216845 w 581731"/>
                  <a:gd name="connsiteY40" fmla="*/ 316533 h 784076"/>
                  <a:gd name="connsiteX41" fmla="*/ 217321 w 581731"/>
                  <a:gd name="connsiteY41" fmla="*/ 316152 h 784076"/>
                  <a:gd name="connsiteX42" fmla="*/ 177221 w 581731"/>
                  <a:gd name="connsiteY42" fmla="*/ 429309 h 784076"/>
                  <a:gd name="connsiteX43" fmla="*/ 41489 w 581731"/>
                  <a:gd name="connsiteY43" fmla="*/ 670958 h 784076"/>
                  <a:gd name="connsiteX44" fmla="*/ 2532 w 581731"/>
                  <a:gd name="connsiteY44" fmla="*/ 722488 h 784076"/>
                  <a:gd name="connsiteX45" fmla="*/ 59396 w 581731"/>
                  <a:gd name="connsiteY45" fmla="*/ 728108 h 784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581731" h="784076">
                    <a:moveTo>
                      <a:pt x="59396" y="728108"/>
                    </a:moveTo>
                    <a:lnTo>
                      <a:pt x="67588" y="732871"/>
                    </a:lnTo>
                    <a:cubicBezTo>
                      <a:pt x="68064" y="733537"/>
                      <a:pt x="68540" y="734109"/>
                      <a:pt x="69112" y="734585"/>
                    </a:cubicBezTo>
                    <a:cubicBezTo>
                      <a:pt x="65492" y="760874"/>
                      <a:pt x="103402" y="796117"/>
                      <a:pt x="102164" y="780019"/>
                    </a:cubicBezTo>
                    <a:cubicBezTo>
                      <a:pt x="100925" y="763732"/>
                      <a:pt x="119689" y="734395"/>
                      <a:pt x="127405" y="720488"/>
                    </a:cubicBezTo>
                    <a:cubicBezTo>
                      <a:pt x="135120" y="706677"/>
                      <a:pt x="229513" y="546562"/>
                      <a:pt x="269137" y="482268"/>
                    </a:cubicBezTo>
                    <a:cubicBezTo>
                      <a:pt x="308761" y="417974"/>
                      <a:pt x="327239" y="399115"/>
                      <a:pt x="421918" y="342536"/>
                    </a:cubicBezTo>
                    <a:cubicBezTo>
                      <a:pt x="488307" y="302817"/>
                      <a:pt x="528598" y="269860"/>
                      <a:pt x="546695" y="253668"/>
                    </a:cubicBezTo>
                    <a:cubicBezTo>
                      <a:pt x="555744" y="246905"/>
                      <a:pt x="563840" y="238047"/>
                      <a:pt x="570032" y="227188"/>
                    </a:cubicBezTo>
                    <a:cubicBezTo>
                      <a:pt x="571460" y="224712"/>
                      <a:pt x="572794" y="222140"/>
                      <a:pt x="573937" y="219568"/>
                    </a:cubicBezTo>
                    <a:cubicBezTo>
                      <a:pt x="574223" y="218997"/>
                      <a:pt x="574413" y="218521"/>
                      <a:pt x="574604" y="217949"/>
                    </a:cubicBezTo>
                    <a:cubicBezTo>
                      <a:pt x="575556" y="215854"/>
                      <a:pt x="576413" y="213663"/>
                      <a:pt x="577080" y="211567"/>
                    </a:cubicBezTo>
                    <a:cubicBezTo>
                      <a:pt x="577271" y="211186"/>
                      <a:pt x="577366" y="210710"/>
                      <a:pt x="577461" y="210329"/>
                    </a:cubicBezTo>
                    <a:cubicBezTo>
                      <a:pt x="578223" y="207948"/>
                      <a:pt x="578890" y="205567"/>
                      <a:pt x="579461" y="203281"/>
                    </a:cubicBezTo>
                    <a:cubicBezTo>
                      <a:pt x="579461" y="203090"/>
                      <a:pt x="579557" y="202900"/>
                      <a:pt x="579557" y="202709"/>
                    </a:cubicBezTo>
                    <a:cubicBezTo>
                      <a:pt x="586510" y="172705"/>
                      <a:pt x="576604" y="142702"/>
                      <a:pt x="552506" y="128700"/>
                    </a:cubicBezTo>
                    <a:cubicBezTo>
                      <a:pt x="528122" y="114603"/>
                      <a:pt x="496594" y="121270"/>
                      <a:pt x="474115" y="142892"/>
                    </a:cubicBezTo>
                    <a:lnTo>
                      <a:pt x="474020" y="142797"/>
                    </a:lnTo>
                    <a:cubicBezTo>
                      <a:pt x="474877" y="142035"/>
                      <a:pt x="475734" y="141273"/>
                      <a:pt x="476591" y="140416"/>
                    </a:cubicBezTo>
                    <a:cubicBezTo>
                      <a:pt x="481830" y="135177"/>
                      <a:pt x="486497" y="128986"/>
                      <a:pt x="490498" y="122128"/>
                    </a:cubicBezTo>
                    <a:cubicBezTo>
                      <a:pt x="491927" y="119651"/>
                      <a:pt x="493260" y="117079"/>
                      <a:pt x="494403" y="114508"/>
                    </a:cubicBezTo>
                    <a:cubicBezTo>
                      <a:pt x="494689" y="113936"/>
                      <a:pt x="494879" y="113460"/>
                      <a:pt x="495070" y="112888"/>
                    </a:cubicBezTo>
                    <a:cubicBezTo>
                      <a:pt x="496022" y="110793"/>
                      <a:pt x="496880" y="108602"/>
                      <a:pt x="497546" y="106507"/>
                    </a:cubicBezTo>
                    <a:cubicBezTo>
                      <a:pt x="497737" y="106126"/>
                      <a:pt x="497832" y="105649"/>
                      <a:pt x="497927" y="105268"/>
                    </a:cubicBezTo>
                    <a:cubicBezTo>
                      <a:pt x="498689" y="102887"/>
                      <a:pt x="499356" y="100506"/>
                      <a:pt x="499928" y="98220"/>
                    </a:cubicBezTo>
                    <a:cubicBezTo>
                      <a:pt x="499928" y="98029"/>
                      <a:pt x="500023" y="97839"/>
                      <a:pt x="500023" y="97648"/>
                    </a:cubicBezTo>
                    <a:cubicBezTo>
                      <a:pt x="506976" y="67645"/>
                      <a:pt x="497070" y="37641"/>
                      <a:pt x="472972" y="23639"/>
                    </a:cubicBezTo>
                    <a:cubicBezTo>
                      <a:pt x="442206" y="5827"/>
                      <a:pt x="400106" y="21067"/>
                      <a:pt x="378865" y="57643"/>
                    </a:cubicBezTo>
                    <a:cubicBezTo>
                      <a:pt x="376960" y="60977"/>
                      <a:pt x="375340" y="64501"/>
                      <a:pt x="373816" y="67930"/>
                    </a:cubicBezTo>
                    <a:lnTo>
                      <a:pt x="373816" y="67930"/>
                    </a:lnTo>
                    <a:lnTo>
                      <a:pt x="373816" y="67930"/>
                    </a:lnTo>
                    <a:cubicBezTo>
                      <a:pt x="372673" y="70693"/>
                      <a:pt x="371626" y="73455"/>
                      <a:pt x="370769" y="76217"/>
                    </a:cubicBezTo>
                    <a:cubicBezTo>
                      <a:pt x="375436" y="48023"/>
                      <a:pt x="365339" y="20591"/>
                      <a:pt x="342574" y="7447"/>
                    </a:cubicBezTo>
                    <a:cubicBezTo>
                      <a:pt x="311809" y="-10365"/>
                      <a:pt x="269708" y="4875"/>
                      <a:pt x="248468" y="41451"/>
                    </a:cubicBezTo>
                    <a:cubicBezTo>
                      <a:pt x="245134" y="47261"/>
                      <a:pt x="242562" y="53357"/>
                      <a:pt x="240562" y="59453"/>
                    </a:cubicBezTo>
                    <a:lnTo>
                      <a:pt x="240466" y="59453"/>
                    </a:lnTo>
                    <a:cubicBezTo>
                      <a:pt x="240466" y="59453"/>
                      <a:pt x="240276" y="60120"/>
                      <a:pt x="239990" y="61072"/>
                    </a:cubicBezTo>
                    <a:cubicBezTo>
                      <a:pt x="239038" y="64216"/>
                      <a:pt x="238276" y="67359"/>
                      <a:pt x="237704" y="70502"/>
                    </a:cubicBezTo>
                    <a:cubicBezTo>
                      <a:pt x="232942" y="92029"/>
                      <a:pt x="223417" y="144892"/>
                      <a:pt x="222083" y="227188"/>
                    </a:cubicBezTo>
                    <a:cubicBezTo>
                      <a:pt x="221512" y="263479"/>
                      <a:pt x="220273" y="290530"/>
                      <a:pt x="217702" y="312913"/>
                    </a:cubicBezTo>
                    <a:lnTo>
                      <a:pt x="216845" y="316533"/>
                    </a:lnTo>
                    <a:cubicBezTo>
                      <a:pt x="217035" y="316438"/>
                      <a:pt x="217225" y="316247"/>
                      <a:pt x="217321" y="316152"/>
                    </a:cubicBezTo>
                    <a:cubicBezTo>
                      <a:pt x="211891" y="359776"/>
                      <a:pt x="200747" y="385875"/>
                      <a:pt x="177221" y="429309"/>
                    </a:cubicBezTo>
                    <a:cubicBezTo>
                      <a:pt x="141216" y="495698"/>
                      <a:pt x="49586" y="657337"/>
                      <a:pt x="41489" y="670958"/>
                    </a:cubicBezTo>
                    <a:cubicBezTo>
                      <a:pt x="33393" y="684579"/>
                      <a:pt x="17296" y="715535"/>
                      <a:pt x="2532" y="722488"/>
                    </a:cubicBezTo>
                    <a:cubicBezTo>
                      <a:pt x="-11851" y="729537"/>
                      <a:pt x="38822" y="745158"/>
                      <a:pt x="59396" y="72810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4674" name="Forme libre : forme 14673">
                <a:extLst>
                  <a:ext uri="{FF2B5EF4-FFF2-40B4-BE49-F238E27FC236}">
                    <a16:creationId xmlns:a16="http://schemas.microsoft.com/office/drawing/2014/main" id="{E68DE65E-B0AC-4C98-A811-5602DFDE5834}"/>
                  </a:ext>
                </a:extLst>
              </p:cNvPr>
              <p:cNvSpPr/>
              <p:nvPr/>
            </p:nvSpPr>
            <p:spPr>
              <a:xfrm>
                <a:off x="6940417" y="4344390"/>
                <a:ext cx="581633" cy="784076"/>
              </a:xfrm>
              <a:custGeom>
                <a:avLst/>
                <a:gdLst>
                  <a:gd name="connsiteX0" fmla="*/ 522430 w 581633"/>
                  <a:gd name="connsiteY0" fmla="*/ 55969 h 784076"/>
                  <a:gd name="connsiteX1" fmla="*/ 514239 w 581633"/>
                  <a:gd name="connsiteY1" fmla="*/ 51206 h 784076"/>
                  <a:gd name="connsiteX2" fmla="*/ 512715 w 581633"/>
                  <a:gd name="connsiteY2" fmla="*/ 49492 h 784076"/>
                  <a:gd name="connsiteX3" fmla="*/ 479663 w 581633"/>
                  <a:gd name="connsiteY3" fmla="*/ 4057 h 784076"/>
                  <a:gd name="connsiteX4" fmla="*/ 454422 w 581633"/>
                  <a:gd name="connsiteY4" fmla="*/ 63589 h 784076"/>
                  <a:gd name="connsiteX5" fmla="*/ 312690 w 581633"/>
                  <a:gd name="connsiteY5" fmla="*/ 301809 h 784076"/>
                  <a:gd name="connsiteX6" fmla="*/ 159909 w 581633"/>
                  <a:gd name="connsiteY6" fmla="*/ 441541 h 784076"/>
                  <a:gd name="connsiteX7" fmla="*/ 35131 w 581633"/>
                  <a:gd name="connsiteY7" fmla="*/ 530409 h 784076"/>
                  <a:gd name="connsiteX8" fmla="*/ 31035 w 581633"/>
                  <a:gd name="connsiteY8" fmla="*/ 533552 h 784076"/>
                  <a:gd name="connsiteX9" fmla="*/ 25606 w 581633"/>
                  <a:gd name="connsiteY9" fmla="*/ 538600 h 784076"/>
                  <a:gd name="connsiteX10" fmla="*/ 20558 w 581633"/>
                  <a:gd name="connsiteY10" fmla="*/ 544125 h 784076"/>
                  <a:gd name="connsiteX11" fmla="*/ 11700 w 581633"/>
                  <a:gd name="connsiteY11" fmla="*/ 556793 h 784076"/>
                  <a:gd name="connsiteX12" fmla="*/ 11700 w 581633"/>
                  <a:gd name="connsiteY12" fmla="*/ 556793 h 784076"/>
                  <a:gd name="connsiteX13" fmla="*/ 7795 w 581633"/>
                  <a:gd name="connsiteY13" fmla="*/ 564413 h 784076"/>
                  <a:gd name="connsiteX14" fmla="*/ 7128 w 581633"/>
                  <a:gd name="connsiteY14" fmla="*/ 566032 h 784076"/>
                  <a:gd name="connsiteX15" fmla="*/ 4651 w 581633"/>
                  <a:gd name="connsiteY15" fmla="*/ 572414 h 784076"/>
                  <a:gd name="connsiteX16" fmla="*/ 4270 w 581633"/>
                  <a:gd name="connsiteY16" fmla="*/ 573652 h 784076"/>
                  <a:gd name="connsiteX17" fmla="*/ 2270 w 581633"/>
                  <a:gd name="connsiteY17" fmla="*/ 580701 h 784076"/>
                  <a:gd name="connsiteX18" fmla="*/ 2175 w 581633"/>
                  <a:gd name="connsiteY18" fmla="*/ 581272 h 784076"/>
                  <a:gd name="connsiteX19" fmla="*/ 29226 w 581633"/>
                  <a:gd name="connsiteY19" fmla="*/ 655282 h 784076"/>
                  <a:gd name="connsiteX20" fmla="*/ 107617 w 581633"/>
                  <a:gd name="connsiteY20" fmla="*/ 641089 h 784076"/>
                  <a:gd name="connsiteX21" fmla="*/ 107712 w 581633"/>
                  <a:gd name="connsiteY21" fmla="*/ 641185 h 784076"/>
                  <a:gd name="connsiteX22" fmla="*/ 105140 w 581633"/>
                  <a:gd name="connsiteY22" fmla="*/ 643566 h 784076"/>
                  <a:gd name="connsiteX23" fmla="*/ 91234 w 581633"/>
                  <a:gd name="connsiteY23" fmla="*/ 661854 h 784076"/>
                  <a:gd name="connsiteX24" fmla="*/ 87328 w 581633"/>
                  <a:gd name="connsiteY24" fmla="*/ 669474 h 784076"/>
                  <a:gd name="connsiteX25" fmla="*/ 86662 w 581633"/>
                  <a:gd name="connsiteY25" fmla="*/ 671093 h 784076"/>
                  <a:gd name="connsiteX26" fmla="*/ 84090 w 581633"/>
                  <a:gd name="connsiteY26" fmla="*/ 677475 h 784076"/>
                  <a:gd name="connsiteX27" fmla="*/ 83709 w 581633"/>
                  <a:gd name="connsiteY27" fmla="*/ 678713 h 784076"/>
                  <a:gd name="connsiteX28" fmla="*/ 81709 w 581633"/>
                  <a:gd name="connsiteY28" fmla="*/ 685857 h 784076"/>
                  <a:gd name="connsiteX29" fmla="*/ 81613 w 581633"/>
                  <a:gd name="connsiteY29" fmla="*/ 686429 h 784076"/>
                  <a:gd name="connsiteX30" fmla="*/ 108664 w 581633"/>
                  <a:gd name="connsiteY30" fmla="*/ 760438 h 784076"/>
                  <a:gd name="connsiteX31" fmla="*/ 202771 w 581633"/>
                  <a:gd name="connsiteY31" fmla="*/ 726433 h 784076"/>
                  <a:gd name="connsiteX32" fmla="*/ 210772 w 581633"/>
                  <a:gd name="connsiteY32" fmla="*/ 707860 h 784076"/>
                  <a:gd name="connsiteX33" fmla="*/ 238966 w 581633"/>
                  <a:gd name="connsiteY33" fmla="*/ 776630 h 784076"/>
                  <a:gd name="connsiteX34" fmla="*/ 333073 w 581633"/>
                  <a:gd name="connsiteY34" fmla="*/ 742626 h 784076"/>
                  <a:gd name="connsiteX35" fmla="*/ 340979 w 581633"/>
                  <a:gd name="connsiteY35" fmla="*/ 724624 h 784076"/>
                  <a:gd name="connsiteX36" fmla="*/ 341074 w 581633"/>
                  <a:gd name="connsiteY36" fmla="*/ 724624 h 784076"/>
                  <a:gd name="connsiteX37" fmla="*/ 341551 w 581633"/>
                  <a:gd name="connsiteY37" fmla="*/ 723005 h 784076"/>
                  <a:gd name="connsiteX38" fmla="*/ 343837 w 581633"/>
                  <a:gd name="connsiteY38" fmla="*/ 713575 h 784076"/>
                  <a:gd name="connsiteX39" fmla="*/ 359458 w 581633"/>
                  <a:gd name="connsiteY39" fmla="*/ 556888 h 784076"/>
                  <a:gd name="connsiteX40" fmla="*/ 363839 w 581633"/>
                  <a:gd name="connsiteY40" fmla="*/ 471163 h 784076"/>
                  <a:gd name="connsiteX41" fmla="*/ 364696 w 581633"/>
                  <a:gd name="connsiteY41" fmla="*/ 467544 h 784076"/>
                  <a:gd name="connsiteX42" fmla="*/ 364220 w 581633"/>
                  <a:gd name="connsiteY42" fmla="*/ 467925 h 784076"/>
                  <a:gd name="connsiteX43" fmla="*/ 404320 w 581633"/>
                  <a:gd name="connsiteY43" fmla="*/ 354768 h 784076"/>
                  <a:gd name="connsiteX44" fmla="*/ 540052 w 581633"/>
                  <a:gd name="connsiteY44" fmla="*/ 113119 h 784076"/>
                  <a:gd name="connsiteX45" fmla="*/ 579009 w 581633"/>
                  <a:gd name="connsiteY45" fmla="*/ 61588 h 784076"/>
                  <a:gd name="connsiteX46" fmla="*/ 522430 w 581633"/>
                  <a:gd name="connsiteY46" fmla="*/ 55969 h 784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581633" h="784076">
                    <a:moveTo>
                      <a:pt x="522430" y="55969"/>
                    </a:moveTo>
                    <a:lnTo>
                      <a:pt x="514239" y="51206"/>
                    </a:lnTo>
                    <a:cubicBezTo>
                      <a:pt x="513763" y="50539"/>
                      <a:pt x="513286" y="49968"/>
                      <a:pt x="512715" y="49492"/>
                    </a:cubicBezTo>
                    <a:cubicBezTo>
                      <a:pt x="516334" y="23203"/>
                      <a:pt x="478425" y="-12040"/>
                      <a:pt x="479663" y="4057"/>
                    </a:cubicBezTo>
                    <a:cubicBezTo>
                      <a:pt x="480901" y="20345"/>
                      <a:pt x="462137" y="49682"/>
                      <a:pt x="454422" y="63589"/>
                    </a:cubicBezTo>
                    <a:cubicBezTo>
                      <a:pt x="446707" y="77495"/>
                      <a:pt x="352314" y="237515"/>
                      <a:pt x="312690" y="301809"/>
                    </a:cubicBezTo>
                    <a:cubicBezTo>
                      <a:pt x="273066" y="366103"/>
                      <a:pt x="254587" y="384962"/>
                      <a:pt x="159909" y="441541"/>
                    </a:cubicBezTo>
                    <a:cubicBezTo>
                      <a:pt x="93520" y="481260"/>
                      <a:pt x="53229" y="514216"/>
                      <a:pt x="35131" y="530409"/>
                    </a:cubicBezTo>
                    <a:cubicBezTo>
                      <a:pt x="33798" y="531457"/>
                      <a:pt x="32369" y="532505"/>
                      <a:pt x="31035" y="533552"/>
                    </a:cubicBezTo>
                    <a:cubicBezTo>
                      <a:pt x="29226" y="535171"/>
                      <a:pt x="27416" y="536791"/>
                      <a:pt x="25606" y="538600"/>
                    </a:cubicBezTo>
                    <a:cubicBezTo>
                      <a:pt x="23797" y="540410"/>
                      <a:pt x="22177" y="542220"/>
                      <a:pt x="20558" y="544125"/>
                    </a:cubicBezTo>
                    <a:cubicBezTo>
                      <a:pt x="17320" y="548030"/>
                      <a:pt x="14367" y="552221"/>
                      <a:pt x="11700" y="556793"/>
                    </a:cubicBezTo>
                    <a:cubicBezTo>
                      <a:pt x="11700" y="556793"/>
                      <a:pt x="11700" y="556793"/>
                      <a:pt x="11700" y="556793"/>
                    </a:cubicBezTo>
                    <a:cubicBezTo>
                      <a:pt x="10271" y="559270"/>
                      <a:pt x="8938" y="561841"/>
                      <a:pt x="7795" y="564413"/>
                    </a:cubicBezTo>
                    <a:cubicBezTo>
                      <a:pt x="7509" y="564985"/>
                      <a:pt x="7318" y="565461"/>
                      <a:pt x="7128" y="566032"/>
                    </a:cubicBezTo>
                    <a:cubicBezTo>
                      <a:pt x="6175" y="568128"/>
                      <a:pt x="5318" y="570319"/>
                      <a:pt x="4651" y="572414"/>
                    </a:cubicBezTo>
                    <a:cubicBezTo>
                      <a:pt x="4461" y="572795"/>
                      <a:pt x="4366" y="573271"/>
                      <a:pt x="4270" y="573652"/>
                    </a:cubicBezTo>
                    <a:cubicBezTo>
                      <a:pt x="3508" y="576034"/>
                      <a:pt x="2842" y="578415"/>
                      <a:pt x="2270" y="580701"/>
                    </a:cubicBezTo>
                    <a:cubicBezTo>
                      <a:pt x="2270" y="580891"/>
                      <a:pt x="2175" y="581082"/>
                      <a:pt x="2175" y="581272"/>
                    </a:cubicBezTo>
                    <a:cubicBezTo>
                      <a:pt x="-4778" y="611276"/>
                      <a:pt x="5127" y="641280"/>
                      <a:pt x="29226" y="655282"/>
                    </a:cubicBezTo>
                    <a:cubicBezTo>
                      <a:pt x="53610" y="669379"/>
                      <a:pt x="85138" y="662711"/>
                      <a:pt x="107617" y="641089"/>
                    </a:cubicBezTo>
                    <a:lnTo>
                      <a:pt x="107712" y="641185"/>
                    </a:lnTo>
                    <a:cubicBezTo>
                      <a:pt x="106855" y="641947"/>
                      <a:pt x="105997" y="642709"/>
                      <a:pt x="105140" y="643566"/>
                    </a:cubicBezTo>
                    <a:cubicBezTo>
                      <a:pt x="99901" y="648805"/>
                      <a:pt x="95234" y="654996"/>
                      <a:pt x="91234" y="661854"/>
                    </a:cubicBezTo>
                    <a:cubicBezTo>
                      <a:pt x="89805" y="664330"/>
                      <a:pt x="88471" y="666902"/>
                      <a:pt x="87328" y="669474"/>
                    </a:cubicBezTo>
                    <a:cubicBezTo>
                      <a:pt x="87043" y="670046"/>
                      <a:pt x="86852" y="670522"/>
                      <a:pt x="86662" y="671093"/>
                    </a:cubicBezTo>
                    <a:cubicBezTo>
                      <a:pt x="85709" y="673189"/>
                      <a:pt x="84852" y="675380"/>
                      <a:pt x="84090" y="677475"/>
                    </a:cubicBezTo>
                    <a:cubicBezTo>
                      <a:pt x="83995" y="677856"/>
                      <a:pt x="83804" y="678332"/>
                      <a:pt x="83709" y="678713"/>
                    </a:cubicBezTo>
                    <a:cubicBezTo>
                      <a:pt x="82947" y="681094"/>
                      <a:pt x="82280" y="683476"/>
                      <a:pt x="81709" y="685857"/>
                    </a:cubicBezTo>
                    <a:cubicBezTo>
                      <a:pt x="81709" y="686047"/>
                      <a:pt x="81613" y="686238"/>
                      <a:pt x="81613" y="686429"/>
                    </a:cubicBezTo>
                    <a:cubicBezTo>
                      <a:pt x="74660" y="716432"/>
                      <a:pt x="84566" y="746436"/>
                      <a:pt x="108664" y="760438"/>
                    </a:cubicBezTo>
                    <a:cubicBezTo>
                      <a:pt x="139430" y="778249"/>
                      <a:pt x="181531" y="763009"/>
                      <a:pt x="202771" y="726433"/>
                    </a:cubicBezTo>
                    <a:cubicBezTo>
                      <a:pt x="206296" y="720433"/>
                      <a:pt x="208867" y="714146"/>
                      <a:pt x="210772" y="707860"/>
                    </a:cubicBezTo>
                    <a:cubicBezTo>
                      <a:pt x="206105" y="736054"/>
                      <a:pt x="216202" y="763486"/>
                      <a:pt x="238966" y="776630"/>
                    </a:cubicBezTo>
                    <a:cubicBezTo>
                      <a:pt x="269732" y="794442"/>
                      <a:pt x="311833" y="779202"/>
                      <a:pt x="333073" y="742626"/>
                    </a:cubicBezTo>
                    <a:cubicBezTo>
                      <a:pt x="336407" y="736816"/>
                      <a:pt x="338979" y="730720"/>
                      <a:pt x="340979" y="724624"/>
                    </a:cubicBezTo>
                    <a:lnTo>
                      <a:pt x="341074" y="724624"/>
                    </a:lnTo>
                    <a:cubicBezTo>
                      <a:pt x="341074" y="724624"/>
                      <a:pt x="341265" y="723957"/>
                      <a:pt x="341551" y="723005"/>
                    </a:cubicBezTo>
                    <a:cubicBezTo>
                      <a:pt x="342503" y="719861"/>
                      <a:pt x="343265" y="716718"/>
                      <a:pt x="343837" y="713575"/>
                    </a:cubicBezTo>
                    <a:cubicBezTo>
                      <a:pt x="348599" y="692048"/>
                      <a:pt x="358124" y="639184"/>
                      <a:pt x="359458" y="556888"/>
                    </a:cubicBezTo>
                    <a:cubicBezTo>
                      <a:pt x="360029" y="520598"/>
                      <a:pt x="361267" y="493547"/>
                      <a:pt x="363839" y="471163"/>
                    </a:cubicBezTo>
                    <a:lnTo>
                      <a:pt x="364696" y="467544"/>
                    </a:lnTo>
                    <a:cubicBezTo>
                      <a:pt x="364506" y="467639"/>
                      <a:pt x="364315" y="467830"/>
                      <a:pt x="364220" y="467925"/>
                    </a:cubicBezTo>
                    <a:cubicBezTo>
                      <a:pt x="369649" y="424300"/>
                      <a:pt x="380794" y="398202"/>
                      <a:pt x="404320" y="354768"/>
                    </a:cubicBezTo>
                    <a:cubicBezTo>
                      <a:pt x="440325" y="288379"/>
                      <a:pt x="531955" y="126739"/>
                      <a:pt x="540052" y="113119"/>
                    </a:cubicBezTo>
                    <a:cubicBezTo>
                      <a:pt x="548148" y="99498"/>
                      <a:pt x="564245" y="68542"/>
                      <a:pt x="579009" y="61588"/>
                    </a:cubicBezTo>
                    <a:cubicBezTo>
                      <a:pt x="593677" y="54540"/>
                      <a:pt x="543004" y="38919"/>
                      <a:pt x="522430" y="55969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4675" name="Forme libre : forme 14674">
                <a:extLst>
                  <a:ext uri="{FF2B5EF4-FFF2-40B4-BE49-F238E27FC236}">
                    <a16:creationId xmlns:a16="http://schemas.microsoft.com/office/drawing/2014/main" id="{EF8D88D5-3E09-404A-A016-9FC3DC76802E}"/>
                  </a:ext>
                </a:extLst>
              </p:cNvPr>
              <p:cNvSpPr/>
              <p:nvPr/>
            </p:nvSpPr>
            <p:spPr>
              <a:xfrm>
                <a:off x="9156013" y="3215449"/>
                <a:ext cx="846103" cy="371189"/>
              </a:xfrm>
              <a:custGeom>
                <a:avLst/>
                <a:gdLst>
                  <a:gd name="connsiteX0" fmla="*/ 769618 w 846103"/>
                  <a:gd name="connsiteY0" fmla="*/ 249650 h 371189"/>
                  <a:gd name="connsiteX1" fmla="*/ 769618 w 846103"/>
                  <a:gd name="connsiteY1" fmla="*/ 249650 h 371189"/>
                  <a:gd name="connsiteX2" fmla="*/ 769618 w 846103"/>
                  <a:gd name="connsiteY2" fmla="*/ 249650 h 371189"/>
                  <a:gd name="connsiteX3" fmla="*/ 778190 w 846103"/>
                  <a:gd name="connsiteY3" fmla="*/ 249269 h 371189"/>
                  <a:gd name="connsiteX4" fmla="*/ 779905 w 846103"/>
                  <a:gd name="connsiteY4" fmla="*/ 249079 h 371189"/>
                  <a:gd name="connsiteX5" fmla="*/ 786668 w 846103"/>
                  <a:gd name="connsiteY5" fmla="*/ 248031 h 371189"/>
                  <a:gd name="connsiteX6" fmla="*/ 787906 w 846103"/>
                  <a:gd name="connsiteY6" fmla="*/ 247745 h 371189"/>
                  <a:gd name="connsiteX7" fmla="*/ 795049 w 846103"/>
                  <a:gd name="connsiteY7" fmla="*/ 245935 h 371189"/>
                  <a:gd name="connsiteX8" fmla="*/ 795621 w 846103"/>
                  <a:gd name="connsiteY8" fmla="*/ 245745 h 371189"/>
                  <a:gd name="connsiteX9" fmla="*/ 846104 w 846103"/>
                  <a:gd name="connsiteY9" fmla="*/ 185261 h 371189"/>
                  <a:gd name="connsiteX10" fmla="*/ 769523 w 846103"/>
                  <a:gd name="connsiteY10" fmla="*/ 120872 h 371189"/>
                  <a:gd name="connsiteX11" fmla="*/ 749425 w 846103"/>
                  <a:gd name="connsiteY11" fmla="*/ 123158 h 371189"/>
                  <a:gd name="connsiteX12" fmla="*/ 794859 w 846103"/>
                  <a:gd name="connsiteY12" fmla="*/ 64389 h 371189"/>
                  <a:gd name="connsiteX13" fmla="*/ 718278 w 846103"/>
                  <a:gd name="connsiteY13" fmla="*/ 0 h 371189"/>
                  <a:gd name="connsiteX14" fmla="*/ 698752 w 846103"/>
                  <a:gd name="connsiteY14" fmla="*/ 2191 h 371189"/>
                  <a:gd name="connsiteX15" fmla="*/ 698752 w 846103"/>
                  <a:gd name="connsiteY15" fmla="*/ 2096 h 371189"/>
                  <a:gd name="connsiteX16" fmla="*/ 697132 w 846103"/>
                  <a:gd name="connsiteY16" fmla="*/ 2572 h 371189"/>
                  <a:gd name="connsiteX17" fmla="*/ 687798 w 846103"/>
                  <a:gd name="connsiteY17" fmla="*/ 5334 h 371189"/>
                  <a:gd name="connsiteX18" fmla="*/ 544352 w 846103"/>
                  <a:gd name="connsiteY18" fmla="*/ 70199 h 371189"/>
                  <a:gd name="connsiteX19" fmla="*/ 467961 w 846103"/>
                  <a:gd name="connsiteY19" fmla="*/ 109347 h 371189"/>
                  <a:gd name="connsiteX20" fmla="*/ 464437 w 846103"/>
                  <a:gd name="connsiteY20" fmla="*/ 110395 h 371189"/>
                  <a:gd name="connsiteX21" fmla="*/ 465008 w 846103"/>
                  <a:gd name="connsiteY21" fmla="*/ 110585 h 371189"/>
                  <a:gd name="connsiteX22" fmla="*/ 346898 w 846103"/>
                  <a:gd name="connsiteY22" fmla="*/ 132493 h 371189"/>
                  <a:gd name="connsiteX23" fmla="*/ 69721 w 846103"/>
                  <a:gd name="connsiteY23" fmla="*/ 135922 h 371189"/>
                  <a:gd name="connsiteX24" fmla="*/ 5618 w 846103"/>
                  <a:gd name="connsiteY24" fmla="*/ 128016 h 371189"/>
                  <a:gd name="connsiteX25" fmla="*/ 29144 w 846103"/>
                  <a:gd name="connsiteY25" fmla="*/ 179737 h 371189"/>
                  <a:gd name="connsiteX26" fmla="*/ 29144 w 846103"/>
                  <a:gd name="connsiteY26" fmla="*/ 189262 h 371189"/>
                  <a:gd name="connsiteX27" fmla="*/ 28382 w 846103"/>
                  <a:gd name="connsiteY27" fmla="*/ 191452 h 371189"/>
                  <a:gd name="connsiteX28" fmla="*/ 5618 w 846103"/>
                  <a:gd name="connsiteY28" fmla="*/ 242792 h 371189"/>
                  <a:gd name="connsiteX29" fmla="*/ 69721 w 846103"/>
                  <a:gd name="connsiteY29" fmla="*/ 234887 h 371189"/>
                  <a:gd name="connsiteX30" fmla="*/ 346898 w 846103"/>
                  <a:gd name="connsiteY30" fmla="*/ 238316 h 371189"/>
                  <a:gd name="connsiteX31" fmla="*/ 544352 w 846103"/>
                  <a:gd name="connsiteY31" fmla="*/ 300609 h 371189"/>
                  <a:gd name="connsiteX32" fmla="*/ 683702 w 846103"/>
                  <a:gd name="connsiteY32" fmla="*/ 364141 h 371189"/>
                  <a:gd name="connsiteX33" fmla="*/ 718278 w 846103"/>
                  <a:gd name="connsiteY33" fmla="*/ 371189 h 371189"/>
                  <a:gd name="connsiteX34" fmla="*/ 726851 w 846103"/>
                  <a:gd name="connsiteY34" fmla="*/ 370808 h 371189"/>
                  <a:gd name="connsiteX35" fmla="*/ 728565 w 846103"/>
                  <a:gd name="connsiteY35" fmla="*/ 370618 h 371189"/>
                  <a:gd name="connsiteX36" fmla="*/ 735328 w 846103"/>
                  <a:gd name="connsiteY36" fmla="*/ 369570 h 371189"/>
                  <a:gd name="connsiteX37" fmla="*/ 736566 w 846103"/>
                  <a:gd name="connsiteY37" fmla="*/ 369284 h 371189"/>
                  <a:gd name="connsiteX38" fmla="*/ 743710 w 846103"/>
                  <a:gd name="connsiteY38" fmla="*/ 367475 h 371189"/>
                  <a:gd name="connsiteX39" fmla="*/ 744281 w 846103"/>
                  <a:gd name="connsiteY39" fmla="*/ 367284 h 371189"/>
                  <a:gd name="connsiteX40" fmla="*/ 794764 w 846103"/>
                  <a:gd name="connsiteY40" fmla="*/ 306800 h 371189"/>
                  <a:gd name="connsiteX41" fmla="*/ 743234 w 846103"/>
                  <a:gd name="connsiteY41" fmla="*/ 246031 h 371189"/>
                  <a:gd name="connsiteX42" fmla="*/ 743329 w 846103"/>
                  <a:gd name="connsiteY42" fmla="*/ 245935 h 371189"/>
                  <a:gd name="connsiteX43" fmla="*/ 769618 w 846103"/>
                  <a:gd name="connsiteY43" fmla="*/ 249650 h 37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846103" h="371189">
                    <a:moveTo>
                      <a:pt x="769618" y="249650"/>
                    </a:moveTo>
                    <a:lnTo>
                      <a:pt x="769618" y="249650"/>
                    </a:lnTo>
                    <a:lnTo>
                      <a:pt x="769618" y="249650"/>
                    </a:lnTo>
                    <a:cubicBezTo>
                      <a:pt x="772475" y="249650"/>
                      <a:pt x="775333" y="249460"/>
                      <a:pt x="778190" y="249269"/>
                    </a:cubicBezTo>
                    <a:cubicBezTo>
                      <a:pt x="778762" y="249174"/>
                      <a:pt x="779333" y="249079"/>
                      <a:pt x="779905" y="249079"/>
                    </a:cubicBezTo>
                    <a:cubicBezTo>
                      <a:pt x="782191" y="248793"/>
                      <a:pt x="784477" y="248507"/>
                      <a:pt x="786668" y="248031"/>
                    </a:cubicBezTo>
                    <a:cubicBezTo>
                      <a:pt x="787144" y="247936"/>
                      <a:pt x="787525" y="247841"/>
                      <a:pt x="787906" y="247745"/>
                    </a:cubicBezTo>
                    <a:cubicBezTo>
                      <a:pt x="790382" y="247269"/>
                      <a:pt x="792764" y="246602"/>
                      <a:pt x="795049" y="245935"/>
                    </a:cubicBezTo>
                    <a:cubicBezTo>
                      <a:pt x="795240" y="245840"/>
                      <a:pt x="795431" y="245840"/>
                      <a:pt x="795621" y="245745"/>
                    </a:cubicBezTo>
                    <a:cubicBezTo>
                      <a:pt x="825053" y="236792"/>
                      <a:pt x="846104" y="213074"/>
                      <a:pt x="846104" y="185261"/>
                    </a:cubicBezTo>
                    <a:cubicBezTo>
                      <a:pt x="846104" y="149733"/>
                      <a:pt x="811814" y="120872"/>
                      <a:pt x="769523" y="120872"/>
                    </a:cubicBezTo>
                    <a:cubicBezTo>
                      <a:pt x="762569" y="120872"/>
                      <a:pt x="755902" y="121729"/>
                      <a:pt x="749425" y="123158"/>
                    </a:cubicBezTo>
                    <a:cubicBezTo>
                      <a:pt x="776190" y="113157"/>
                      <a:pt x="794859" y="90583"/>
                      <a:pt x="794859" y="64389"/>
                    </a:cubicBezTo>
                    <a:cubicBezTo>
                      <a:pt x="794859" y="28861"/>
                      <a:pt x="760569" y="0"/>
                      <a:pt x="718278" y="0"/>
                    </a:cubicBezTo>
                    <a:cubicBezTo>
                      <a:pt x="711515" y="0"/>
                      <a:pt x="705038" y="762"/>
                      <a:pt x="698752" y="2191"/>
                    </a:cubicBezTo>
                    <a:lnTo>
                      <a:pt x="698752" y="2096"/>
                    </a:lnTo>
                    <a:cubicBezTo>
                      <a:pt x="698752" y="2096"/>
                      <a:pt x="698085" y="2286"/>
                      <a:pt x="697132" y="2572"/>
                    </a:cubicBezTo>
                    <a:cubicBezTo>
                      <a:pt x="693989" y="3334"/>
                      <a:pt x="690846" y="4286"/>
                      <a:pt x="687798" y="5334"/>
                    </a:cubicBezTo>
                    <a:cubicBezTo>
                      <a:pt x="666748" y="12001"/>
                      <a:pt x="616170" y="30194"/>
                      <a:pt x="544352" y="70199"/>
                    </a:cubicBezTo>
                    <a:cubicBezTo>
                      <a:pt x="512633" y="87821"/>
                      <a:pt x="488630" y="100298"/>
                      <a:pt x="467961" y="109347"/>
                    </a:cubicBezTo>
                    <a:lnTo>
                      <a:pt x="464437" y="110395"/>
                    </a:lnTo>
                    <a:cubicBezTo>
                      <a:pt x="464627" y="110490"/>
                      <a:pt x="464818" y="110585"/>
                      <a:pt x="465008" y="110585"/>
                    </a:cubicBezTo>
                    <a:cubicBezTo>
                      <a:pt x="424527" y="127730"/>
                      <a:pt x="396333" y="131159"/>
                      <a:pt x="346898" y="132493"/>
                    </a:cubicBezTo>
                    <a:cubicBezTo>
                      <a:pt x="271365" y="134588"/>
                      <a:pt x="85628" y="136208"/>
                      <a:pt x="69721" y="135922"/>
                    </a:cubicBezTo>
                    <a:cubicBezTo>
                      <a:pt x="53814" y="135636"/>
                      <a:pt x="19048" y="137255"/>
                      <a:pt x="5618" y="128016"/>
                    </a:cubicBezTo>
                    <a:cubicBezTo>
                      <a:pt x="-7813" y="118777"/>
                      <a:pt x="3998" y="170497"/>
                      <a:pt x="29144" y="179737"/>
                    </a:cubicBezTo>
                    <a:lnTo>
                      <a:pt x="29144" y="189262"/>
                    </a:lnTo>
                    <a:cubicBezTo>
                      <a:pt x="28859" y="189929"/>
                      <a:pt x="28573" y="190691"/>
                      <a:pt x="28382" y="191452"/>
                    </a:cubicBezTo>
                    <a:cubicBezTo>
                      <a:pt x="3808" y="201454"/>
                      <a:pt x="-7718" y="251936"/>
                      <a:pt x="5618" y="242792"/>
                    </a:cubicBezTo>
                    <a:cubicBezTo>
                      <a:pt x="19048" y="233553"/>
                      <a:pt x="53909" y="235172"/>
                      <a:pt x="69721" y="234887"/>
                    </a:cubicBezTo>
                    <a:cubicBezTo>
                      <a:pt x="85532" y="234601"/>
                      <a:pt x="271365" y="236220"/>
                      <a:pt x="346898" y="238316"/>
                    </a:cubicBezTo>
                    <a:cubicBezTo>
                      <a:pt x="422431" y="240411"/>
                      <a:pt x="447959" y="246983"/>
                      <a:pt x="544352" y="300609"/>
                    </a:cubicBezTo>
                    <a:cubicBezTo>
                      <a:pt x="611979" y="338233"/>
                      <a:pt x="660652" y="356521"/>
                      <a:pt x="683702" y="364141"/>
                    </a:cubicBezTo>
                    <a:cubicBezTo>
                      <a:pt x="694085" y="368617"/>
                      <a:pt x="705800" y="371189"/>
                      <a:pt x="718278" y="371189"/>
                    </a:cubicBezTo>
                    <a:cubicBezTo>
                      <a:pt x="721136" y="371189"/>
                      <a:pt x="723993" y="370999"/>
                      <a:pt x="726851" y="370808"/>
                    </a:cubicBezTo>
                    <a:cubicBezTo>
                      <a:pt x="727422" y="370713"/>
                      <a:pt x="727994" y="370618"/>
                      <a:pt x="728565" y="370618"/>
                    </a:cubicBezTo>
                    <a:cubicBezTo>
                      <a:pt x="730851" y="370332"/>
                      <a:pt x="733137" y="370046"/>
                      <a:pt x="735328" y="369570"/>
                    </a:cubicBezTo>
                    <a:cubicBezTo>
                      <a:pt x="735804" y="369475"/>
                      <a:pt x="736185" y="369379"/>
                      <a:pt x="736566" y="369284"/>
                    </a:cubicBezTo>
                    <a:cubicBezTo>
                      <a:pt x="739043" y="368808"/>
                      <a:pt x="741424" y="368141"/>
                      <a:pt x="743710" y="367475"/>
                    </a:cubicBezTo>
                    <a:cubicBezTo>
                      <a:pt x="743900" y="367379"/>
                      <a:pt x="744091" y="367379"/>
                      <a:pt x="744281" y="367284"/>
                    </a:cubicBezTo>
                    <a:cubicBezTo>
                      <a:pt x="773714" y="358331"/>
                      <a:pt x="794764" y="334613"/>
                      <a:pt x="794764" y="306800"/>
                    </a:cubicBezTo>
                    <a:cubicBezTo>
                      <a:pt x="794764" y="278606"/>
                      <a:pt x="773237" y="254699"/>
                      <a:pt x="743234" y="246031"/>
                    </a:cubicBezTo>
                    <a:lnTo>
                      <a:pt x="743329" y="245935"/>
                    </a:lnTo>
                    <a:cubicBezTo>
                      <a:pt x="751711" y="248126"/>
                      <a:pt x="760474" y="249650"/>
                      <a:pt x="769618" y="24965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4676" name="Forme libre : forme 14675">
                <a:extLst>
                  <a:ext uri="{FF2B5EF4-FFF2-40B4-BE49-F238E27FC236}">
                    <a16:creationId xmlns:a16="http://schemas.microsoft.com/office/drawing/2014/main" id="{246D5C7B-D804-4954-8F71-0C7A23D86EB5}"/>
                  </a:ext>
                </a:extLst>
              </p:cNvPr>
              <p:cNvSpPr/>
              <p:nvPr/>
            </p:nvSpPr>
            <p:spPr>
              <a:xfrm>
                <a:off x="6066006" y="3215449"/>
                <a:ext cx="846008" cy="370998"/>
              </a:xfrm>
              <a:custGeom>
                <a:avLst/>
                <a:gdLst>
                  <a:gd name="connsiteX0" fmla="*/ 148876 w 846008"/>
                  <a:gd name="connsiteY0" fmla="*/ 368522 h 370998"/>
                  <a:gd name="connsiteX1" fmla="*/ 158210 w 846008"/>
                  <a:gd name="connsiteY1" fmla="*/ 365760 h 370998"/>
                  <a:gd name="connsiteX2" fmla="*/ 301657 w 846008"/>
                  <a:gd name="connsiteY2" fmla="*/ 300895 h 370998"/>
                  <a:gd name="connsiteX3" fmla="*/ 378047 w 846008"/>
                  <a:gd name="connsiteY3" fmla="*/ 261842 h 370998"/>
                  <a:gd name="connsiteX4" fmla="*/ 381572 w 846008"/>
                  <a:gd name="connsiteY4" fmla="*/ 260794 h 370998"/>
                  <a:gd name="connsiteX5" fmla="*/ 381000 w 846008"/>
                  <a:gd name="connsiteY5" fmla="*/ 260604 h 370998"/>
                  <a:gd name="connsiteX6" fmla="*/ 499110 w 846008"/>
                  <a:gd name="connsiteY6" fmla="*/ 238696 h 370998"/>
                  <a:gd name="connsiteX7" fmla="*/ 776288 w 846008"/>
                  <a:gd name="connsiteY7" fmla="*/ 235267 h 370998"/>
                  <a:gd name="connsiteX8" fmla="*/ 840391 w 846008"/>
                  <a:gd name="connsiteY8" fmla="*/ 243173 h 370998"/>
                  <a:gd name="connsiteX9" fmla="*/ 816864 w 846008"/>
                  <a:gd name="connsiteY9" fmla="*/ 191452 h 370998"/>
                  <a:gd name="connsiteX10" fmla="*/ 816864 w 846008"/>
                  <a:gd name="connsiteY10" fmla="*/ 181927 h 370998"/>
                  <a:gd name="connsiteX11" fmla="*/ 817626 w 846008"/>
                  <a:gd name="connsiteY11" fmla="*/ 179737 h 370998"/>
                  <a:gd name="connsiteX12" fmla="*/ 840391 w 846008"/>
                  <a:gd name="connsiteY12" fmla="*/ 128397 h 370998"/>
                  <a:gd name="connsiteX13" fmla="*/ 776288 w 846008"/>
                  <a:gd name="connsiteY13" fmla="*/ 136303 h 370998"/>
                  <a:gd name="connsiteX14" fmla="*/ 499110 w 846008"/>
                  <a:gd name="connsiteY14" fmla="*/ 132874 h 370998"/>
                  <a:gd name="connsiteX15" fmla="*/ 301657 w 846008"/>
                  <a:gd name="connsiteY15" fmla="*/ 70580 h 370998"/>
                  <a:gd name="connsiteX16" fmla="*/ 162306 w 846008"/>
                  <a:gd name="connsiteY16" fmla="*/ 7049 h 370998"/>
                  <a:gd name="connsiteX17" fmla="*/ 127730 w 846008"/>
                  <a:gd name="connsiteY17" fmla="*/ 0 h 370998"/>
                  <a:gd name="connsiteX18" fmla="*/ 119158 w 846008"/>
                  <a:gd name="connsiteY18" fmla="*/ 381 h 370998"/>
                  <a:gd name="connsiteX19" fmla="*/ 117443 w 846008"/>
                  <a:gd name="connsiteY19" fmla="*/ 571 h 370998"/>
                  <a:gd name="connsiteX20" fmla="*/ 110681 w 846008"/>
                  <a:gd name="connsiteY20" fmla="*/ 1619 h 370998"/>
                  <a:gd name="connsiteX21" fmla="*/ 109442 w 846008"/>
                  <a:gd name="connsiteY21" fmla="*/ 1905 h 370998"/>
                  <a:gd name="connsiteX22" fmla="*/ 102299 w 846008"/>
                  <a:gd name="connsiteY22" fmla="*/ 3715 h 370998"/>
                  <a:gd name="connsiteX23" fmla="*/ 101727 w 846008"/>
                  <a:gd name="connsiteY23" fmla="*/ 3905 h 370998"/>
                  <a:gd name="connsiteX24" fmla="*/ 51245 w 846008"/>
                  <a:gd name="connsiteY24" fmla="*/ 64389 h 370998"/>
                  <a:gd name="connsiteX25" fmla="*/ 102775 w 846008"/>
                  <a:gd name="connsiteY25" fmla="*/ 125158 h 370998"/>
                  <a:gd name="connsiteX26" fmla="*/ 102680 w 846008"/>
                  <a:gd name="connsiteY26" fmla="*/ 125254 h 370998"/>
                  <a:gd name="connsiteX27" fmla="*/ 76581 w 846008"/>
                  <a:gd name="connsiteY27" fmla="*/ 121349 h 370998"/>
                  <a:gd name="connsiteX28" fmla="*/ 68008 w 846008"/>
                  <a:gd name="connsiteY28" fmla="*/ 121729 h 370998"/>
                  <a:gd name="connsiteX29" fmla="*/ 66294 w 846008"/>
                  <a:gd name="connsiteY29" fmla="*/ 121920 h 370998"/>
                  <a:gd name="connsiteX30" fmla="*/ 59436 w 846008"/>
                  <a:gd name="connsiteY30" fmla="*/ 122968 h 370998"/>
                  <a:gd name="connsiteX31" fmla="*/ 58198 w 846008"/>
                  <a:gd name="connsiteY31" fmla="*/ 123254 h 370998"/>
                  <a:gd name="connsiteX32" fmla="*/ 51054 w 846008"/>
                  <a:gd name="connsiteY32" fmla="*/ 125063 h 370998"/>
                  <a:gd name="connsiteX33" fmla="*/ 50483 w 846008"/>
                  <a:gd name="connsiteY33" fmla="*/ 125254 h 370998"/>
                  <a:gd name="connsiteX34" fmla="*/ 0 w 846008"/>
                  <a:gd name="connsiteY34" fmla="*/ 185738 h 370998"/>
                  <a:gd name="connsiteX35" fmla="*/ 76581 w 846008"/>
                  <a:gd name="connsiteY35" fmla="*/ 250126 h 370998"/>
                  <a:gd name="connsiteX36" fmla="*/ 96679 w 846008"/>
                  <a:gd name="connsiteY36" fmla="*/ 247841 h 370998"/>
                  <a:gd name="connsiteX37" fmla="*/ 51245 w 846008"/>
                  <a:gd name="connsiteY37" fmla="*/ 306610 h 370998"/>
                  <a:gd name="connsiteX38" fmla="*/ 127826 w 846008"/>
                  <a:gd name="connsiteY38" fmla="*/ 370999 h 370998"/>
                  <a:gd name="connsiteX39" fmla="*/ 147352 w 846008"/>
                  <a:gd name="connsiteY39" fmla="*/ 368808 h 370998"/>
                  <a:gd name="connsiteX40" fmla="*/ 147352 w 846008"/>
                  <a:gd name="connsiteY40" fmla="*/ 368903 h 370998"/>
                  <a:gd name="connsiteX41" fmla="*/ 148876 w 846008"/>
                  <a:gd name="connsiteY41" fmla="*/ 368522 h 370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846008" h="370998">
                    <a:moveTo>
                      <a:pt x="148876" y="368522"/>
                    </a:moveTo>
                    <a:cubicBezTo>
                      <a:pt x="152019" y="367760"/>
                      <a:pt x="155162" y="366808"/>
                      <a:pt x="158210" y="365760"/>
                    </a:cubicBezTo>
                    <a:cubicBezTo>
                      <a:pt x="179261" y="359092"/>
                      <a:pt x="229838" y="340900"/>
                      <a:pt x="301657" y="300895"/>
                    </a:cubicBezTo>
                    <a:cubicBezTo>
                      <a:pt x="333375" y="283274"/>
                      <a:pt x="357378" y="270796"/>
                      <a:pt x="378047" y="261842"/>
                    </a:cubicBezTo>
                    <a:lnTo>
                      <a:pt x="381572" y="260794"/>
                    </a:lnTo>
                    <a:cubicBezTo>
                      <a:pt x="381381" y="260699"/>
                      <a:pt x="381191" y="260604"/>
                      <a:pt x="381000" y="260604"/>
                    </a:cubicBezTo>
                    <a:cubicBezTo>
                      <a:pt x="421481" y="243459"/>
                      <a:pt x="449675" y="240030"/>
                      <a:pt x="499110" y="238696"/>
                    </a:cubicBezTo>
                    <a:cubicBezTo>
                      <a:pt x="574643" y="236601"/>
                      <a:pt x="760381" y="234982"/>
                      <a:pt x="776288" y="235267"/>
                    </a:cubicBezTo>
                    <a:cubicBezTo>
                      <a:pt x="792194" y="235553"/>
                      <a:pt x="826961" y="233934"/>
                      <a:pt x="840391" y="243173"/>
                    </a:cubicBezTo>
                    <a:cubicBezTo>
                      <a:pt x="853821" y="252413"/>
                      <a:pt x="842010" y="200692"/>
                      <a:pt x="816864" y="191452"/>
                    </a:cubicBezTo>
                    <a:lnTo>
                      <a:pt x="816864" y="181927"/>
                    </a:lnTo>
                    <a:cubicBezTo>
                      <a:pt x="817150" y="181261"/>
                      <a:pt x="817436" y="180499"/>
                      <a:pt x="817626" y="179737"/>
                    </a:cubicBezTo>
                    <a:cubicBezTo>
                      <a:pt x="842201" y="169735"/>
                      <a:pt x="853726" y="119253"/>
                      <a:pt x="840391" y="128397"/>
                    </a:cubicBezTo>
                    <a:cubicBezTo>
                      <a:pt x="826961" y="137636"/>
                      <a:pt x="792099" y="136017"/>
                      <a:pt x="776288" y="136303"/>
                    </a:cubicBezTo>
                    <a:cubicBezTo>
                      <a:pt x="760476" y="136588"/>
                      <a:pt x="574643" y="134969"/>
                      <a:pt x="499110" y="132874"/>
                    </a:cubicBezTo>
                    <a:cubicBezTo>
                      <a:pt x="423577" y="130778"/>
                      <a:pt x="398050" y="124206"/>
                      <a:pt x="301657" y="70580"/>
                    </a:cubicBezTo>
                    <a:cubicBezTo>
                      <a:pt x="234029" y="32956"/>
                      <a:pt x="185357" y="14668"/>
                      <a:pt x="162306" y="7049"/>
                    </a:cubicBezTo>
                    <a:cubicBezTo>
                      <a:pt x="151924" y="2572"/>
                      <a:pt x="140208" y="0"/>
                      <a:pt x="127730" y="0"/>
                    </a:cubicBezTo>
                    <a:cubicBezTo>
                      <a:pt x="124873" y="0"/>
                      <a:pt x="122015" y="191"/>
                      <a:pt x="119158" y="381"/>
                    </a:cubicBezTo>
                    <a:cubicBezTo>
                      <a:pt x="118586" y="476"/>
                      <a:pt x="118015" y="571"/>
                      <a:pt x="117443" y="571"/>
                    </a:cubicBezTo>
                    <a:cubicBezTo>
                      <a:pt x="115157" y="857"/>
                      <a:pt x="112871" y="1143"/>
                      <a:pt x="110681" y="1619"/>
                    </a:cubicBezTo>
                    <a:cubicBezTo>
                      <a:pt x="110204" y="1714"/>
                      <a:pt x="109823" y="1810"/>
                      <a:pt x="109442" y="1905"/>
                    </a:cubicBezTo>
                    <a:cubicBezTo>
                      <a:pt x="106966" y="2381"/>
                      <a:pt x="104585" y="3048"/>
                      <a:pt x="102299" y="3715"/>
                    </a:cubicBezTo>
                    <a:cubicBezTo>
                      <a:pt x="102108" y="3810"/>
                      <a:pt x="101918" y="3810"/>
                      <a:pt x="101727" y="3905"/>
                    </a:cubicBezTo>
                    <a:cubicBezTo>
                      <a:pt x="72295" y="12859"/>
                      <a:pt x="51245" y="36576"/>
                      <a:pt x="51245" y="64389"/>
                    </a:cubicBezTo>
                    <a:cubicBezTo>
                      <a:pt x="51245" y="92583"/>
                      <a:pt x="72771" y="116491"/>
                      <a:pt x="102775" y="125158"/>
                    </a:cubicBezTo>
                    <a:lnTo>
                      <a:pt x="102680" y="125254"/>
                    </a:lnTo>
                    <a:cubicBezTo>
                      <a:pt x="94488" y="122777"/>
                      <a:pt x="85725" y="121349"/>
                      <a:pt x="76581" y="121349"/>
                    </a:cubicBezTo>
                    <a:cubicBezTo>
                      <a:pt x="73724" y="121349"/>
                      <a:pt x="70866" y="121539"/>
                      <a:pt x="68008" y="121729"/>
                    </a:cubicBezTo>
                    <a:cubicBezTo>
                      <a:pt x="67437" y="121825"/>
                      <a:pt x="66866" y="121920"/>
                      <a:pt x="66294" y="121920"/>
                    </a:cubicBezTo>
                    <a:cubicBezTo>
                      <a:pt x="64008" y="122206"/>
                      <a:pt x="61722" y="122492"/>
                      <a:pt x="59436" y="122968"/>
                    </a:cubicBezTo>
                    <a:cubicBezTo>
                      <a:pt x="59055" y="123063"/>
                      <a:pt x="58579" y="123158"/>
                      <a:pt x="58198" y="123254"/>
                    </a:cubicBezTo>
                    <a:cubicBezTo>
                      <a:pt x="55721" y="123730"/>
                      <a:pt x="53340" y="124396"/>
                      <a:pt x="51054" y="125063"/>
                    </a:cubicBezTo>
                    <a:cubicBezTo>
                      <a:pt x="50864" y="125158"/>
                      <a:pt x="50673" y="125158"/>
                      <a:pt x="50483" y="125254"/>
                    </a:cubicBezTo>
                    <a:cubicBezTo>
                      <a:pt x="21050" y="134207"/>
                      <a:pt x="0" y="157925"/>
                      <a:pt x="0" y="185738"/>
                    </a:cubicBezTo>
                    <a:cubicBezTo>
                      <a:pt x="0" y="221266"/>
                      <a:pt x="34290" y="250126"/>
                      <a:pt x="76581" y="250126"/>
                    </a:cubicBezTo>
                    <a:cubicBezTo>
                      <a:pt x="83534" y="250126"/>
                      <a:pt x="90202" y="249269"/>
                      <a:pt x="96679" y="247841"/>
                    </a:cubicBezTo>
                    <a:cubicBezTo>
                      <a:pt x="69914" y="257842"/>
                      <a:pt x="51245" y="280416"/>
                      <a:pt x="51245" y="306610"/>
                    </a:cubicBezTo>
                    <a:cubicBezTo>
                      <a:pt x="51245" y="342138"/>
                      <a:pt x="85535" y="370999"/>
                      <a:pt x="127826" y="370999"/>
                    </a:cubicBezTo>
                    <a:cubicBezTo>
                      <a:pt x="134588" y="370999"/>
                      <a:pt x="141065" y="370237"/>
                      <a:pt x="147352" y="368808"/>
                    </a:cubicBezTo>
                    <a:lnTo>
                      <a:pt x="147352" y="368903"/>
                    </a:lnTo>
                    <a:cubicBezTo>
                      <a:pt x="147257" y="368903"/>
                      <a:pt x="147828" y="368713"/>
                      <a:pt x="148876" y="368522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4677" name="Forme libre : forme 14676">
                <a:extLst>
                  <a:ext uri="{FF2B5EF4-FFF2-40B4-BE49-F238E27FC236}">
                    <a16:creationId xmlns:a16="http://schemas.microsoft.com/office/drawing/2014/main" id="{73C52B5B-BF24-4D52-8DBA-5BF87B178CCC}"/>
                  </a:ext>
                </a:extLst>
              </p:cNvPr>
              <p:cNvSpPr/>
              <p:nvPr/>
            </p:nvSpPr>
            <p:spPr>
              <a:xfrm>
                <a:off x="7848514" y="1432940"/>
                <a:ext cx="371093" cy="846103"/>
              </a:xfrm>
              <a:custGeom>
                <a:avLst/>
                <a:gdLst>
                  <a:gd name="connsiteX0" fmla="*/ 370427 w 371093"/>
                  <a:gd name="connsiteY0" fmla="*/ 117348 h 846103"/>
                  <a:gd name="connsiteX1" fmla="*/ 369380 w 371093"/>
                  <a:gd name="connsiteY1" fmla="*/ 110585 h 846103"/>
                  <a:gd name="connsiteX2" fmla="*/ 369094 w 371093"/>
                  <a:gd name="connsiteY2" fmla="*/ 109347 h 846103"/>
                  <a:gd name="connsiteX3" fmla="*/ 367284 w 371093"/>
                  <a:gd name="connsiteY3" fmla="*/ 102203 h 846103"/>
                  <a:gd name="connsiteX4" fmla="*/ 367094 w 371093"/>
                  <a:gd name="connsiteY4" fmla="*/ 101632 h 846103"/>
                  <a:gd name="connsiteX5" fmla="*/ 306610 w 371093"/>
                  <a:gd name="connsiteY5" fmla="*/ 51149 h 846103"/>
                  <a:gd name="connsiteX6" fmla="*/ 245840 w 371093"/>
                  <a:gd name="connsiteY6" fmla="*/ 102680 h 846103"/>
                  <a:gd name="connsiteX7" fmla="*/ 245745 w 371093"/>
                  <a:gd name="connsiteY7" fmla="*/ 102584 h 846103"/>
                  <a:gd name="connsiteX8" fmla="*/ 249650 w 371093"/>
                  <a:gd name="connsiteY8" fmla="*/ 76486 h 846103"/>
                  <a:gd name="connsiteX9" fmla="*/ 249269 w 371093"/>
                  <a:gd name="connsiteY9" fmla="*/ 67913 h 846103"/>
                  <a:gd name="connsiteX10" fmla="*/ 249079 w 371093"/>
                  <a:gd name="connsiteY10" fmla="*/ 66199 h 846103"/>
                  <a:gd name="connsiteX11" fmla="*/ 248031 w 371093"/>
                  <a:gd name="connsiteY11" fmla="*/ 59341 h 846103"/>
                  <a:gd name="connsiteX12" fmla="*/ 247745 w 371093"/>
                  <a:gd name="connsiteY12" fmla="*/ 58103 h 846103"/>
                  <a:gd name="connsiteX13" fmla="*/ 245936 w 371093"/>
                  <a:gd name="connsiteY13" fmla="*/ 50959 h 846103"/>
                  <a:gd name="connsiteX14" fmla="*/ 245745 w 371093"/>
                  <a:gd name="connsiteY14" fmla="*/ 50483 h 846103"/>
                  <a:gd name="connsiteX15" fmla="*/ 185261 w 371093"/>
                  <a:gd name="connsiteY15" fmla="*/ 0 h 846103"/>
                  <a:gd name="connsiteX16" fmla="*/ 120872 w 371093"/>
                  <a:gd name="connsiteY16" fmla="*/ 76581 h 846103"/>
                  <a:gd name="connsiteX17" fmla="*/ 123158 w 371093"/>
                  <a:gd name="connsiteY17" fmla="*/ 96679 h 846103"/>
                  <a:gd name="connsiteX18" fmla="*/ 64389 w 371093"/>
                  <a:gd name="connsiteY18" fmla="*/ 51245 h 846103"/>
                  <a:gd name="connsiteX19" fmla="*/ 0 w 371093"/>
                  <a:gd name="connsiteY19" fmla="*/ 127826 h 846103"/>
                  <a:gd name="connsiteX20" fmla="*/ 2191 w 371093"/>
                  <a:gd name="connsiteY20" fmla="*/ 147352 h 846103"/>
                  <a:gd name="connsiteX21" fmla="*/ 2096 w 371093"/>
                  <a:gd name="connsiteY21" fmla="*/ 147352 h 846103"/>
                  <a:gd name="connsiteX22" fmla="*/ 2572 w 371093"/>
                  <a:gd name="connsiteY22" fmla="*/ 148971 h 846103"/>
                  <a:gd name="connsiteX23" fmla="*/ 5334 w 371093"/>
                  <a:gd name="connsiteY23" fmla="*/ 158306 h 846103"/>
                  <a:gd name="connsiteX24" fmla="*/ 70199 w 371093"/>
                  <a:gd name="connsiteY24" fmla="*/ 301752 h 846103"/>
                  <a:gd name="connsiteX25" fmla="*/ 109252 w 371093"/>
                  <a:gd name="connsiteY25" fmla="*/ 378143 h 846103"/>
                  <a:gd name="connsiteX26" fmla="*/ 110300 w 371093"/>
                  <a:gd name="connsiteY26" fmla="*/ 381667 h 846103"/>
                  <a:gd name="connsiteX27" fmla="*/ 110490 w 371093"/>
                  <a:gd name="connsiteY27" fmla="*/ 381095 h 846103"/>
                  <a:gd name="connsiteX28" fmla="*/ 132397 w 371093"/>
                  <a:gd name="connsiteY28" fmla="*/ 499205 h 846103"/>
                  <a:gd name="connsiteX29" fmla="*/ 135827 w 371093"/>
                  <a:gd name="connsiteY29" fmla="*/ 776383 h 846103"/>
                  <a:gd name="connsiteX30" fmla="*/ 127921 w 371093"/>
                  <a:gd name="connsiteY30" fmla="*/ 840486 h 846103"/>
                  <a:gd name="connsiteX31" fmla="*/ 179642 w 371093"/>
                  <a:gd name="connsiteY31" fmla="*/ 816959 h 846103"/>
                  <a:gd name="connsiteX32" fmla="*/ 189167 w 371093"/>
                  <a:gd name="connsiteY32" fmla="*/ 816959 h 846103"/>
                  <a:gd name="connsiteX33" fmla="*/ 191357 w 371093"/>
                  <a:gd name="connsiteY33" fmla="*/ 817721 h 846103"/>
                  <a:gd name="connsiteX34" fmla="*/ 242697 w 371093"/>
                  <a:gd name="connsiteY34" fmla="*/ 840486 h 846103"/>
                  <a:gd name="connsiteX35" fmla="*/ 234791 w 371093"/>
                  <a:gd name="connsiteY35" fmla="*/ 776383 h 846103"/>
                  <a:gd name="connsiteX36" fmla="*/ 238220 w 371093"/>
                  <a:gd name="connsiteY36" fmla="*/ 499205 h 846103"/>
                  <a:gd name="connsiteX37" fmla="*/ 300514 w 371093"/>
                  <a:gd name="connsiteY37" fmla="*/ 301752 h 846103"/>
                  <a:gd name="connsiteX38" fmla="*/ 364046 w 371093"/>
                  <a:gd name="connsiteY38" fmla="*/ 162401 h 846103"/>
                  <a:gd name="connsiteX39" fmla="*/ 371094 w 371093"/>
                  <a:gd name="connsiteY39" fmla="*/ 127826 h 846103"/>
                  <a:gd name="connsiteX40" fmla="*/ 370713 w 371093"/>
                  <a:gd name="connsiteY40" fmla="*/ 119253 h 846103"/>
                  <a:gd name="connsiteX41" fmla="*/ 370427 w 371093"/>
                  <a:gd name="connsiteY41" fmla="*/ 117348 h 84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371093" h="846103">
                    <a:moveTo>
                      <a:pt x="370427" y="117348"/>
                    </a:moveTo>
                    <a:cubicBezTo>
                      <a:pt x="370142" y="115062"/>
                      <a:pt x="369856" y="112776"/>
                      <a:pt x="369380" y="110585"/>
                    </a:cubicBezTo>
                    <a:cubicBezTo>
                      <a:pt x="369284" y="110109"/>
                      <a:pt x="369189" y="109728"/>
                      <a:pt x="369094" y="109347"/>
                    </a:cubicBezTo>
                    <a:cubicBezTo>
                      <a:pt x="368618" y="106871"/>
                      <a:pt x="367951" y="104489"/>
                      <a:pt x="367284" y="102203"/>
                    </a:cubicBezTo>
                    <a:cubicBezTo>
                      <a:pt x="367189" y="102013"/>
                      <a:pt x="367189" y="101822"/>
                      <a:pt x="367094" y="101632"/>
                    </a:cubicBezTo>
                    <a:cubicBezTo>
                      <a:pt x="358140" y="72200"/>
                      <a:pt x="334423" y="51149"/>
                      <a:pt x="306610" y="51149"/>
                    </a:cubicBezTo>
                    <a:cubicBezTo>
                      <a:pt x="278416" y="51149"/>
                      <a:pt x="254508" y="72676"/>
                      <a:pt x="245840" y="102680"/>
                    </a:cubicBezTo>
                    <a:lnTo>
                      <a:pt x="245745" y="102584"/>
                    </a:lnTo>
                    <a:cubicBezTo>
                      <a:pt x="248221" y="94393"/>
                      <a:pt x="249650" y="85630"/>
                      <a:pt x="249650" y="76486"/>
                    </a:cubicBezTo>
                    <a:cubicBezTo>
                      <a:pt x="249650" y="73628"/>
                      <a:pt x="249460" y="70771"/>
                      <a:pt x="249269" y="67913"/>
                    </a:cubicBezTo>
                    <a:cubicBezTo>
                      <a:pt x="249174" y="67342"/>
                      <a:pt x="249079" y="66770"/>
                      <a:pt x="249079" y="66199"/>
                    </a:cubicBezTo>
                    <a:cubicBezTo>
                      <a:pt x="248793" y="63913"/>
                      <a:pt x="248507" y="61627"/>
                      <a:pt x="248031" y="59341"/>
                    </a:cubicBezTo>
                    <a:cubicBezTo>
                      <a:pt x="247936" y="58960"/>
                      <a:pt x="247840" y="58484"/>
                      <a:pt x="247745" y="58103"/>
                    </a:cubicBezTo>
                    <a:cubicBezTo>
                      <a:pt x="247269" y="55626"/>
                      <a:pt x="246602" y="53245"/>
                      <a:pt x="245936" y="50959"/>
                    </a:cubicBezTo>
                    <a:cubicBezTo>
                      <a:pt x="245840" y="50768"/>
                      <a:pt x="245840" y="50578"/>
                      <a:pt x="245745" y="50483"/>
                    </a:cubicBezTo>
                    <a:cubicBezTo>
                      <a:pt x="236792" y="21050"/>
                      <a:pt x="213074" y="0"/>
                      <a:pt x="185261" y="0"/>
                    </a:cubicBezTo>
                    <a:cubicBezTo>
                      <a:pt x="149733" y="0"/>
                      <a:pt x="120872" y="34290"/>
                      <a:pt x="120872" y="76581"/>
                    </a:cubicBezTo>
                    <a:cubicBezTo>
                      <a:pt x="120872" y="83534"/>
                      <a:pt x="121729" y="90202"/>
                      <a:pt x="123158" y="96679"/>
                    </a:cubicBezTo>
                    <a:cubicBezTo>
                      <a:pt x="113157" y="69914"/>
                      <a:pt x="90583" y="51245"/>
                      <a:pt x="64389" y="51245"/>
                    </a:cubicBezTo>
                    <a:cubicBezTo>
                      <a:pt x="28861" y="51245"/>
                      <a:pt x="0" y="85534"/>
                      <a:pt x="0" y="127826"/>
                    </a:cubicBezTo>
                    <a:cubicBezTo>
                      <a:pt x="0" y="134588"/>
                      <a:pt x="762" y="141065"/>
                      <a:pt x="2191" y="147352"/>
                    </a:cubicBezTo>
                    <a:lnTo>
                      <a:pt x="2096" y="147352"/>
                    </a:lnTo>
                    <a:cubicBezTo>
                      <a:pt x="2096" y="147352"/>
                      <a:pt x="2286" y="148019"/>
                      <a:pt x="2572" y="148971"/>
                    </a:cubicBezTo>
                    <a:cubicBezTo>
                      <a:pt x="3334" y="152114"/>
                      <a:pt x="4286" y="155258"/>
                      <a:pt x="5334" y="158306"/>
                    </a:cubicBezTo>
                    <a:cubicBezTo>
                      <a:pt x="12002" y="179356"/>
                      <a:pt x="30194" y="229934"/>
                      <a:pt x="70199" y="301752"/>
                    </a:cubicBezTo>
                    <a:cubicBezTo>
                      <a:pt x="87821" y="333470"/>
                      <a:pt x="100298" y="357473"/>
                      <a:pt x="109252" y="378143"/>
                    </a:cubicBezTo>
                    <a:lnTo>
                      <a:pt x="110300" y="381667"/>
                    </a:lnTo>
                    <a:cubicBezTo>
                      <a:pt x="110395" y="381476"/>
                      <a:pt x="110490" y="381286"/>
                      <a:pt x="110490" y="381095"/>
                    </a:cubicBezTo>
                    <a:cubicBezTo>
                      <a:pt x="127635" y="421576"/>
                      <a:pt x="131064" y="449771"/>
                      <a:pt x="132397" y="499205"/>
                    </a:cubicBezTo>
                    <a:cubicBezTo>
                      <a:pt x="134493" y="574739"/>
                      <a:pt x="136112" y="760476"/>
                      <a:pt x="135827" y="776383"/>
                    </a:cubicBezTo>
                    <a:cubicBezTo>
                      <a:pt x="135541" y="792290"/>
                      <a:pt x="137160" y="827056"/>
                      <a:pt x="127921" y="840486"/>
                    </a:cubicBezTo>
                    <a:cubicBezTo>
                      <a:pt x="118681" y="853916"/>
                      <a:pt x="170402" y="842105"/>
                      <a:pt x="179642" y="816959"/>
                    </a:cubicBezTo>
                    <a:lnTo>
                      <a:pt x="189167" y="816959"/>
                    </a:lnTo>
                    <a:cubicBezTo>
                      <a:pt x="189833" y="817245"/>
                      <a:pt x="190595" y="817531"/>
                      <a:pt x="191357" y="817721"/>
                    </a:cubicBezTo>
                    <a:cubicBezTo>
                      <a:pt x="201359" y="842296"/>
                      <a:pt x="251841" y="853821"/>
                      <a:pt x="242697" y="840486"/>
                    </a:cubicBezTo>
                    <a:cubicBezTo>
                      <a:pt x="233458" y="827056"/>
                      <a:pt x="235077" y="792194"/>
                      <a:pt x="234791" y="776383"/>
                    </a:cubicBezTo>
                    <a:cubicBezTo>
                      <a:pt x="234505" y="760571"/>
                      <a:pt x="236125" y="574739"/>
                      <a:pt x="238220" y="499205"/>
                    </a:cubicBezTo>
                    <a:cubicBezTo>
                      <a:pt x="240316" y="423672"/>
                      <a:pt x="246888" y="398145"/>
                      <a:pt x="300514" y="301752"/>
                    </a:cubicBezTo>
                    <a:cubicBezTo>
                      <a:pt x="338138" y="234124"/>
                      <a:pt x="356426" y="185452"/>
                      <a:pt x="364046" y="162401"/>
                    </a:cubicBezTo>
                    <a:cubicBezTo>
                      <a:pt x="368522" y="152019"/>
                      <a:pt x="371094" y="140303"/>
                      <a:pt x="371094" y="127826"/>
                    </a:cubicBezTo>
                    <a:cubicBezTo>
                      <a:pt x="371094" y="124968"/>
                      <a:pt x="370904" y="122111"/>
                      <a:pt x="370713" y="119253"/>
                    </a:cubicBezTo>
                    <a:cubicBezTo>
                      <a:pt x="370618" y="118491"/>
                      <a:pt x="370522" y="117920"/>
                      <a:pt x="370427" y="11734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4678" name="Forme libre : forme 14677">
                <a:extLst>
                  <a:ext uri="{FF2B5EF4-FFF2-40B4-BE49-F238E27FC236}">
                    <a16:creationId xmlns:a16="http://schemas.microsoft.com/office/drawing/2014/main" id="{BF587372-70F4-4113-89CC-F90C947EC96D}"/>
                  </a:ext>
                </a:extLst>
              </p:cNvPr>
              <p:cNvSpPr/>
              <p:nvPr/>
            </p:nvSpPr>
            <p:spPr>
              <a:xfrm>
                <a:off x="7848419" y="4523043"/>
                <a:ext cx="371027" cy="845913"/>
              </a:xfrm>
              <a:custGeom>
                <a:avLst/>
                <a:gdLst>
                  <a:gd name="connsiteX0" fmla="*/ 369094 w 371027"/>
                  <a:gd name="connsiteY0" fmla="*/ 698752 h 845913"/>
                  <a:gd name="connsiteX1" fmla="*/ 368618 w 371027"/>
                  <a:gd name="connsiteY1" fmla="*/ 697132 h 845913"/>
                  <a:gd name="connsiteX2" fmla="*/ 365855 w 371027"/>
                  <a:gd name="connsiteY2" fmla="*/ 687798 h 845913"/>
                  <a:gd name="connsiteX3" fmla="*/ 300990 w 371027"/>
                  <a:gd name="connsiteY3" fmla="*/ 544352 h 845913"/>
                  <a:gd name="connsiteX4" fmla="*/ 261842 w 371027"/>
                  <a:gd name="connsiteY4" fmla="*/ 467961 h 845913"/>
                  <a:gd name="connsiteX5" fmla="*/ 260795 w 371027"/>
                  <a:gd name="connsiteY5" fmla="*/ 464437 h 845913"/>
                  <a:gd name="connsiteX6" fmla="*/ 260604 w 371027"/>
                  <a:gd name="connsiteY6" fmla="*/ 465008 h 845913"/>
                  <a:gd name="connsiteX7" fmla="*/ 238697 w 371027"/>
                  <a:gd name="connsiteY7" fmla="*/ 346898 h 845913"/>
                  <a:gd name="connsiteX8" fmla="*/ 235268 w 371027"/>
                  <a:gd name="connsiteY8" fmla="*/ 69721 h 845913"/>
                  <a:gd name="connsiteX9" fmla="*/ 243173 w 371027"/>
                  <a:gd name="connsiteY9" fmla="*/ 5618 h 845913"/>
                  <a:gd name="connsiteX10" fmla="*/ 191453 w 371027"/>
                  <a:gd name="connsiteY10" fmla="*/ 29144 h 845913"/>
                  <a:gd name="connsiteX11" fmla="*/ 181928 w 371027"/>
                  <a:gd name="connsiteY11" fmla="*/ 29144 h 845913"/>
                  <a:gd name="connsiteX12" fmla="*/ 179737 w 371027"/>
                  <a:gd name="connsiteY12" fmla="*/ 28382 h 845913"/>
                  <a:gd name="connsiteX13" fmla="*/ 128397 w 371027"/>
                  <a:gd name="connsiteY13" fmla="*/ 5618 h 845913"/>
                  <a:gd name="connsiteX14" fmla="*/ 136303 w 371027"/>
                  <a:gd name="connsiteY14" fmla="*/ 69721 h 845913"/>
                  <a:gd name="connsiteX15" fmla="*/ 132874 w 371027"/>
                  <a:gd name="connsiteY15" fmla="*/ 346898 h 845913"/>
                  <a:gd name="connsiteX16" fmla="*/ 70580 w 371027"/>
                  <a:gd name="connsiteY16" fmla="*/ 544352 h 845913"/>
                  <a:gd name="connsiteX17" fmla="*/ 7049 w 371027"/>
                  <a:gd name="connsiteY17" fmla="*/ 683702 h 845913"/>
                  <a:gd name="connsiteX18" fmla="*/ 0 w 371027"/>
                  <a:gd name="connsiteY18" fmla="*/ 718278 h 845913"/>
                  <a:gd name="connsiteX19" fmla="*/ 381 w 371027"/>
                  <a:gd name="connsiteY19" fmla="*/ 726851 h 845913"/>
                  <a:gd name="connsiteX20" fmla="*/ 572 w 371027"/>
                  <a:gd name="connsiteY20" fmla="*/ 728565 h 845913"/>
                  <a:gd name="connsiteX21" fmla="*/ 1619 w 371027"/>
                  <a:gd name="connsiteY21" fmla="*/ 735328 h 845913"/>
                  <a:gd name="connsiteX22" fmla="*/ 1905 w 371027"/>
                  <a:gd name="connsiteY22" fmla="*/ 736566 h 845913"/>
                  <a:gd name="connsiteX23" fmla="*/ 3715 w 371027"/>
                  <a:gd name="connsiteY23" fmla="*/ 743710 h 845913"/>
                  <a:gd name="connsiteX24" fmla="*/ 3905 w 371027"/>
                  <a:gd name="connsiteY24" fmla="*/ 744281 h 845913"/>
                  <a:gd name="connsiteX25" fmla="*/ 64389 w 371027"/>
                  <a:gd name="connsiteY25" fmla="*/ 794764 h 845913"/>
                  <a:gd name="connsiteX26" fmla="*/ 125159 w 371027"/>
                  <a:gd name="connsiteY26" fmla="*/ 743234 h 845913"/>
                  <a:gd name="connsiteX27" fmla="*/ 125254 w 371027"/>
                  <a:gd name="connsiteY27" fmla="*/ 743329 h 845913"/>
                  <a:gd name="connsiteX28" fmla="*/ 121349 w 371027"/>
                  <a:gd name="connsiteY28" fmla="*/ 769427 h 845913"/>
                  <a:gd name="connsiteX29" fmla="*/ 121729 w 371027"/>
                  <a:gd name="connsiteY29" fmla="*/ 778000 h 845913"/>
                  <a:gd name="connsiteX30" fmla="*/ 121920 w 371027"/>
                  <a:gd name="connsiteY30" fmla="*/ 779714 h 845913"/>
                  <a:gd name="connsiteX31" fmla="*/ 122968 w 371027"/>
                  <a:gd name="connsiteY31" fmla="*/ 786477 h 845913"/>
                  <a:gd name="connsiteX32" fmla="*/ 123254 w 371027"/>
                  <a:gd name="connsiteY32" fmla="*/ 787715 h 845913"/>
                  <a:gd name="connsiteX33" fmla="*/ 125063 w 371027"/>
                  <a:gd name="connsiteY33" fmla="*/ 794859 h 845913"/>
                  <a:gd name="connsiteX34" fmla="*/ 125254 w 371027"/>
                  <a:gd name="connsiteY34" fmla="*/ 795431 h 845913"/>
                  <a:gd name="connsiteX35" fmla="*/ 185738 w 371027"/>
                  <a:gd name="connsiteY35" fmla="*/ 845913 h 845913"/>
                  <a:gd name="connsiteX36" fmla="*/ 250127 w 371027"/>
                  <a:gd name="connsiteY36" fmla="*/ 769332 h 845913"/>
                  <a:gd name="connsiteX37" fmla="*/ 247841 w 371027"/>
                  <a:gd name="connsiteY37" fmla="*/ 749234 h 845913"/>
                  <a:gd name="connsiteX38" fmla="*/ 306610 w 371027"/>
                  <a:gd name="connsiteY38" fmla="*/ 794669 h 845913"/>
                  <a:gd name="connsiteX39" fmla="*/ 370999 w 371027"/>
                  <a:gd name="connsiteY39" fmla="*/ 718088 h 845913"/>
                  <a:gd name="connsiteX40" fmla="*/ 369094 w 371027"/>
                  <a:gd name="connsiteY40" fmla="*/ 698752 h 845913"/>
                  <a:gd name="connsiteX41" fmla="*/ 369094 w 371027"/>
                  <a:gd name="connsiteY41" fmla="*/ 698752 h 84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371027" h="845913">
                    <a:moveTo>
                      <a:pt x="369094" y="698752"/>
                    </a:moveTo>
                    <a:cubicBezTo>
                      <a:pt x="369094" y="698752"/>
                      <a:pt x="368903" y="698085"/>
                      <a:pt x="368618" y="697132"/>
                    </a:cubicBezTo>
                    <a:cubicBezTo>
                      <a:pt x="367856" y="693989"/>
                      <a:pt x="366903" y="690846"/>
                      <a:pt x="365855" y="687798"/>
                    </a:cubicBezTo>
                    <a:cubicBezTo>
                      <a:pt x="359188" y="666748"/>
                      <a:pt x="340995" y="616170"/>
                      <a:pt x="300990" y="544352"/>
                    </a:cubicBezTo>
                    <a:cubicBezTo>
                      <a:pt x="283369" y="512633"/>
                      <a:pt x="270891" y="488630"/>
                      <a:pt x="261842" y="467961"/>
                    </a:cubicBezTo>
                    <a:lnTo>
                      <a:pt x="260795" y="464437"/>
                    </a:lnTo>
                    <a:cubicBezTo>
                      <a:pt x="260700" y="464627"/>
                      <a:pt x="260604" y="464818"/>
                      <a:pt x="260604" y="465008"/>
                    </a:cubicBezTo>
                    <a:cubicBezTo>
                      <a:pt x="243459" y="424527"/>
                      <a:pt x="240030" y="396333"/>
                      <a:pt x="238697" y="346898"/>
                    </a:cubicBezTo>
                    <a:cubicBezTo>
                      <a:pt x="236601" y="271365"/>
                      <a:pt x="234982" y="85628"/>
                      <a:pt x="235268" y="69721"/>
                    </a:cubicBezTo>
                    <a:cubicBezTo>
                      <a:pt x="235553" y="53814"/>
                      <a:pt x="233934" y="19048"/>
                      <a:pt x="243173" y="5618"/>
                    </a:cubicBezTo>
                    <a:cubicBezTo>
                      <a:pt x="252413" y="-7813"/>
                      <a:pt x="200692" y="3998"/>
                      <a:pt x="191453" y="29144"/>
                    </a:cubicBezTo>
                    <a:lnTo>
                      <a:pt x="181928" y="29144"/>
                    </a:lnTo>
                    <a:cubicBezTo>
                      <a:pt x="181261" y="28859"/>
                      <a:pt x="180499" y="28573"/>
                      <a:pt x="179737" y="28382"/>
                    </a:cubicBezTo>
                    <a:cubicBezTo>
                      <a:pt x="169736" y="3808"/>
                      <a:pt x="119253" y="-7718"/>
                      <a:pt x="128397" y="5618"/>
                    </a:cubicBezTo>
                    <a:cubicBezTo>
                      <a:pt x="137636" y="19048"/>
                      <a:pt x="136017" y="53909"/>
                      <a:pt x="136303" y="69721"/>
                    </a:cubicBezTo>
                    <a:cubicBezTo>
                      <a:pt x="136589" y="85532"/>
                      <a:pt x="134969" y="271365"/>
                      <a:pt x="132874" y="346898"/>
                    </a:cubicBezTo>
                    <a:cubicBezTo>
                      <a:pt x="130778" y="422431"/>
                      <a:pt x="124206" y="447959"/>
                      <a:pt x="70580" y="544352"/>
                    </a:cubicBezTo>
                    <a:cubicBezTo>
                      <a:pt x="32957" y="611979"/>
                      <a:pt x="14669" y="660652"/>
                      <a:pt x="7049" y="683702"/>
                    </a:cubicBezTo>
                    <a:cubicBezTo>
                      <a:pt x="2572" y="694085"/>
                      <a:pt x="0" y="705800"/>
                      <a:pt x="0" y="718278"/>
                    </a:cubicBezTo>
                    <a:cubicBezTo>
                      <a:pt x="0" y="721136"/>
                      <a:pt x="191" y="723993"/>
                      <a:pt x="381" y="726851"/>
                    </a:cubicBezTo>
                    <a:cubicBezTo>
                      <a:pt x="476" y="727422"/>
                      <a:pt x="572" y="727994"/>
                      <a:pt x="572" y="728565"/>
                    </a:cubicBezTo>
                    <a:cubicBezTo>
                      <a:pt x="858" y="730851"/>
                      <a:pt x="1143" y="733137"/>
                      <a:pt x="1619" y="735328"/>
                    </a:cubicBezTo>
                    <a:cubicBezTo>
                      <a:pt x="1715" y="735804"/>
                      <a:pt x="1810" y="736185"/>
                      <a:pt x="1905" y="736566"/>
                    </a:cubicBezTo>
                    <a:cubicBezTo>
                      <a:pt x="2381" y="739043"/>
                      <a:pt x="3048" y="741424"/>
                      <a:pt x="3715" y="743710"/>
                    </a:cubicBezTo>
                    <a:cubicBezTo>
                      <a:pt x="3810" y="743900"/>
                      <a:pt x="3810" y="744091"/>
                      <a:pt x="3905" y="744281"/>
                    </a:cubicBezTo>
                    <a:cubicBezTo>
                      <a:pt x="12859" y="773714"/>
                      <a:pt x="36576" y="794764"/>
                      <a:pt x="64389" y="794764"/>
                    </a:cubicBezTo>
                    <a:cubicBezTo>
                      <a:pt x="92583" y="794764"/>
                      <a:pt x="116491" y="773237"/>
                      <a:pt x="125159" y="743234"/>
                    </a:cubicBezTo>
                    <a:lnTo>
                      <a:pt x="125254" y="743329"/>
                    </a:lnTo>
                    <a:cubicBezTo>
                      <a:pt x="122777" y="751520"/>
                      <a:pt x="121349" y="760283"/>
                      <a:pt x="121349" y="769427"/>
                    </a:cubicBezTo>
                    <a:cubicBezTo>
                      <a:pt x="121349" y="772285"/>
                      <a:pt x="121539" y="775142"/>
                      <a:pt x="121729" y="778000"/>
                    </a:cubicBezTo>
                    <a:cubicBezTo>
                      <a:pt x="121825" y="778571"/>
                      <a:pt x="121920" y="779143"/>
                      <a:pt x="121920" y="779714"/>
                    </a:cubicBezTo>
                    <a:cubicBezTo>
                      <a:pt x="122206" y="782000"/>
                      <a:pt x="122492" y="784286"/>
                      <a:pt x="122968" y="786477"/>
                    </a:cubicBezTo>
                    <a:cubicBezTo>
                      <a:pt x="123063" y="786953"/>
                      <a:pt x="123158" y="787334"/>
                      <a:pt x="123254" y="787715"/>
                    </a:cubicBezTo>
                    <a:cubicBezTo>
                      <a:pt x="123730" y="790192"/>
                      <a:pt x="124397" y="792573"/>
                      <a:pt x="125063" y="794859"/>
                    </a:cubicBezTo>
                    <a:cubicBezTo>
                      <a:pt x="125159" y="795049"/>
                      <a:pt x="125159" y="795240"/>
                      <a:pt x="125254" y="795431"/>
                    </a:cubicBezTo>
                    <a:cubicBezTo>
                      <a:pt x="134208" y="824863"/>
                      <a:pt x="157925" y="845913"/>
                      <a:pt x="185738" y="845913"/>
                    </a:cubicBezTo>
                    <a:cubicBezTo>
                      <a:pt x="221266" y="845913"/>
                      <a:pt x="250127" y="811623"/>
                      <a:pt x="250127" y="769332"/>
                    </a:cubicBezTo>
                    <a:cubicBezTo>
                      <a:pt x="250127" y="762379"/>
                      <a:pt x="249269" y="755711"/>
                      <a:pt x="247841" y="749234"/>
                    </a:cubicBezTo>
                    <a:cubicBezTo>
                      <a:pt x="257842" y="775999"/>
                      <a:pt x="280416" y="794669"/>
                      <a:pt x="306610" y="794669"/>
                    </a:cubicBezTo>
                    <a:cubicBezTo>
                      <a:pt x="342138" y="794669"/>
                      <a:pt x="370999" y="760379"/>
                      <a:pt x="370999" y="718088"/>
                    </a:cubicBezTo>
                    <a:cubicBezTo>
                      <a:pt x="371189" y="711515"/>
                      <a:pt x="370427" y="704943"/>
                      <a:pt x="369094" y="698752"/>
                    </a:cubicBezTo>
                    <a:lnTo>
                      <a:pt x="369094" y="698752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14679" name="Forme libre : forme 14678">
              <a:extLst>
                <a:ext uri="{FF2B5EF4-FFF2-40B4-BE49-F238E27FC236}">
                  <a16:creationId xmlns:a16="http://schemas.microsoft.com/office/drawing/2014/main" id="{F3061802-D07B-4281-881D-88D1DDB4530F}"/>
                </a:ext>
              </a:extLst>
            </p:cNvPr>
            <p:cNvSpPr/>
            <p:nvPr/>
          </p:nvSpPr>
          <p:spPr>
            <a:xfrm>
              <a:off x="6643983" y="2019013"/>
              <a:ext cx="2767012" cy="2767012"/>
            </a:xfrm>
            <a:custGeom>
              <a:avLst/>
              <a:gdLst>
                <a:gd name="connsiteX0" fmla="*/ 2767013 w 2767012"/>
                <a:gd name="connsiteY0" fmla="*/ 1383506 h 2767012"/>
                <a:gd name="connsiteX1" fmla="*/ 1383506 w 2767012"/>
                <a:gd name="connsiteY1" fmla="*/ 2767013 h 2767012"/>
                <a:gd name="connsiteX2" fmla="*/ 0 w 2767012"/>
                <a:gd name="connsiteY2" fmla="*/ 1383506 h 2767012"/>
                <a:gd name="connsiteX3" fmla="*/ 1383506 w 2767012"/>
                <a:gd name="connsiteY3" fmla="*/ 0 h 2767012"/>
                <a:gd name="connsiteX4" fmla="*/ 2767013 w 2767012"/>
                <a:gd name="connsiteY4" fmla="*/ 1383506 h 276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012" h="2767012">
                  <a:moveTo>
                    <a:pt x="2767013" y="1383506"/>
                  </a:moveTo>
                  <a:cubicBezTo>
                    <a:pt x="2767013" y="2147596"/>
                    <a:pt x="2147596" y="2767013"/>
                    <a:pt x="1383506" y="2767013"/>
                  </a:cubicBezTo>
                  <a:cubicBezTo>
                    <a:pt x="619417" y="2767013"/>
                    <a:pt x="0" y="2147596"/>
                    <a:pt x="0" y="1383506"/>
                  </a:cubicBezTo>
                  <a:cubicBezTo>
                    <a:pt x="0" y="619417"/>
                    <a:pt x="619417" y="0"/>
                    <a:pt x="1383506" y="0"/>
                  </a:cubicBezTo>
                  <a:cubicBezTo>
                    <a:pt x="2147596" y="0"/>
                    <a:pt x="2767013" y="619417"/>
                    <a:pt x="2767013" y="1383506"/>
                  </a:cubicBezTo>
                  <a:close/>
                </a:path>
              </a:pathLst>
            </a:custGeom>
            <a:solidFill>
              <a:srgbClr val="03B7E0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80" name="Forme libre : forme 14679">
              <a:extLst>
                <a:ext uri="{FF2B5EF4-FFF2-40B4-BE49-F238E27FC236}">
                  <a16:creationId xmlns:a16="http://schemas.microsoft.com/office/drawing/2014/main" id="{BF91EC2C-8AAC-4D6F-A535-5288191E82AD}"/>
                </a:ext>
              </a:extLst>
            </p:cNvPr>
            <p:cNvSpPr/>
            <p:nvPr/>
          </p:nvSpPr>
          <p:spPr>
            <a:xfrm>
              <a:off x="6643983" y="2398775"/>
              <a:ext cx="2766345" cy="2387250"/>
            </a:xfrm>
            <a:custGeom>
              <a:avLst/>
              <a:gdLst>
                <a:gd name="connsiteX0" fmla="*/ 1814227 w 2766345"/>
                <a:gd name="connsiteY0" fmla="*/ 1424369 h 2387250"/>
                <a:gd name="connsiteX1" fmla="*/ 430721 w 2766345"/>
                <a:gd name="connsiteY1" fmla="*/ 40862 h 2387250"/>
                <a:gd name="connsiteX2" fmla="*/ 431387 w 2766345"/>
                <a:gd name="connsiteY2" fmla="*/ 0 h 2387250"/>
                <a:gd name="connsiteX3" fmla="*/ 0 w 2766345"/>
                <a:gd name="connsiteY3" fmla="*/ 1003745 h 2387250"/>
                <a:gd name="connsiteX4" fmla="*/ 1383506 w 2766345"/>
                <a:gd name="connsiteY4" fmla="*/ 2387251 h 2387250"/>
                <a:gd name="connsiteX5" fmla="*/ 2766346 w 2766345"/>
                <a:gd name="connsiteY5" fmla="*/ 1044607 h 2387250"/>
                <a:gd name="connsiteX6" fmla="*/ 1814227 w 2766345"/>
                <a:gd name="connsiteY6" fmla="*/ 1424369 h 238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6345" h="2387250">
                  <a:moveTo>
                    <a:pt x="1814227" y="1424369"/>
                  </a:moveTo>
                  <a:cubicBezTo>
                    <a:pt x="1050131" y="1424369"/>
                    <a:pt x="430721" y="804958"/>
                    <a:pt x="430721" y="40862"/>
                  </a:cubicBezTo>
                  <a:cubicBezTo>
                    <a:pt x="430721" y="27146"/>
                    <a:pt x="431006" y="13621"/>
                    <a:pt x="431387" y="0"/>
                  </a:cubicBezTo>
                  <a:cubicBezTo>
                    <a:pt x="165640" y="252127"/>
                    <a:pt x="0" y="608552"/>
                    <a:pt x="0" y="1003745"/>
                  </a:cubicBezTo>
                  <a:cubicBezTo>
                    <a:pt x="0" y="1767840"/>
                    <a:pt x="619411" y="2387251"/>
                    <a:pt x="1383506" y="2387251"/>
                  </a:cubicBezTo>
                  <a:cubicBezTo>
                    <a:pt x="2133886" y="2387251"/>
                    <a:pt x="2744724" y="1789748"/>
                    <a:pt x="2766346" y="1044607"/>
                  </a:cubicBezTo>
                  <a:cubicBezTo>
                    <a:pt x="2518315" y="1279874"/>
                    <a:pt x="2183130" y="1424369"/>
                    <a:pt x="1814227" y="1424369"/>
                  </a:cubicBezTo>
                  <a:close/>
                </a:path>
              </a:pathLst>
            </a:custGeom>
            <a:solidFill>
              <a:srgbClr val="05A7C1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81" name="Forme libre : forme 14680">
              <a:extLst>
                <a:ext uri="{FF2B5EF4-FFF2-40B4-BE49-F238E27FC236}">
                  <a16:creationId xmlns:a16="http://schemas.microsoft.com/office/drawing/2014/main" id="{F859E40B-B7E4-4D22-8726-2BC02435E753}"/>
                </a:ext>
              </a:extLst>
            </p:cNvPr>
            <p:cNvSpPr/>
            <p:nvPr/>
          </p:nvSpPr>
          <p:spPr>
            <a:xfrm>
              <a:off x="6643983" y="2019013"/>
              <a:ext cx="2767012" cy="2767012"/>
            </a:xfrm>
            <a:custGeom>
              <a:avLst/>
              <a:gdLst>
                <a:gd name="connsiteX0" fmla="*/ 2767013 w 2767012"/>
                <a:gd name="connsiteY0" fmla="*/ 1383506 h 2767012"/>
                <a:gd name="connsiteX1" fmla="*/ 1383506 w 2767012"/>
                <a:gd name="connsiteY1" fmla="*/ 2767013 h 2767012"/>
                <a:gd name="connsiteX2" fmla="*/ 0 w 2767012"/>
                <a:gd name="connsiteY2" fmla="*/ 1383506 h 2767012"/>
                <a:gd name="connsiteX3" fmla="*/ 1383506 w 2767012"/>
                <a:gd name="connsiteY3" fmla="*/ 0 h 2767012"/>
                <a:gd name="connsiteX4" fmla="*/ 2767013 w 2767012"/>
                <a:gd name="connsiteY4" fmla="*/ 1383506 h 276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012" h="2767012">
                  <a:moveTo>
                    <a:pt x="2767013" y="1383506"/>
                  </a:moveTo>
                  <a:cubicBezTo>
                    <a:pt x="2767013" y="2147596"/>
                    <a:pt x="2147596" y="2767013"/>
                    <a:pt x="1383506" y="2767013"/>
                  </a:cubicBezTo>
                  <a:cubicBezTo>
                    <a:pt x="619417" y="2767013"/>
                    <a:pt x="0" y="2147596"/>
                    <a:pt x="0" y="1383506"/>
                  </a:cubicBezTo>
                  <a:cubicBezTo>
                    <a:pt x="0" y="619417"/>
                    <a:pt x="619417" y="0"/>
                    <a:pt x="1383506" y="0"/>
                  </a:cubicBezTo>
                  <a:cubicBezTo>
                    <a:pt x="2147596" y="0"/>
                    <a:pt x="2767013" y="619417"/>
                    <a:pt x="2767013" y="1383506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82" name="Forme libre : forme 14681">
              <a:extLst>
                <a:ext uri="{FF2B5EF4-FFF2-40B4-BE49-F238E27FC236}">
                  <a16:creationId xmlns:a16="http://schemas.microsoft.com/office/drawing/2014/main" id="{FB3C7970-AB99-4DF3-BB39-5C0512A6FA44}"/>
                </a:ext>
              </a:extLst>
            </p:cNvPr>
            <p:cNvSpPr/>
            <p:nvPr/>
          </p:nvSpPr>
          <p:spPr>
            <a:xfrm rot="-1696462">
              <a:off x="7933139" y="2581035"/>
              <a:ext cx="1299797" cy="1554498"/>
            </a:xfrm>
            <a:custGeom>
              <a:avLst/>
              <a:gdLst>
                <a:gd name="connsiteX0" fmla="*/ 1299797 w 1299797"/>
                <a:gd name="connsiteY0" fmla="*/ 777249 h 1554498"/>
                <a:gd name="connsiteX1" fmla="*/ 649898 w 1299797"/>
                <a:gd name="connsiteY1" fmla="*/ 1554499 h 1554498"/>
                <a:gd name="connsiteX2" fmla="*/ 0 w 1299797"/>
                <a:gd name="connsiteY2" fmla="*/ 777249 h 1554498"/>
                <a:gd name="connsiteX3" fmla="*/ 649898 w 1299797"/>
                <a:gd name="connsiteY3" fmla="*/ 0 h 1554498"/>
                <a:gd name="connsiteX4" fmla="*/ 1299797 w 1299797"/>
                <a:gd name="connsiteY4" fmla="*/ 777249 h 155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9797" h="1554498">
                  <a:moveTo>
                    <a:pt x="1299797" y="777249"/>
                  </a:moveTo>
                  <a:cubicBezTo>
                    <a:pt x="1299797" y="1206512"/>
                    <a:pt x="1008828" y="1554499"/>
                    <a:pt x="649898" y="1554499"/>
                  </a:cubicBezTo>
                  <a:cubicBezTo>
                    <a:pt x="290969" y="1554499"/>
                    <a:pt x="0" y="1206512"/>
                    <a:pt x="0" y="777249"/>
                  </a:cubicBezTo>
                  <a:cubicBezTo>
                    <a:pt x="0" y="347986"/>
                    <a:pt x="290969" y="0"/>
                    <a:pt x="649898" y="0"/>
                  </a:cubicBezTo>
                  <a:cubicBezTo>
                    <a:pt x="1008828" y="0"/>
                    <a:pt x="1299797" y="347986"/>
                    <a:pt x="1299797" y="777249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83" name="Forme libre : forme 14682">
              <a:extLst>
                <a:ext uri="{FF2B5EF4-FFF2-40B4-BE49-F238E27FC236}">
                  <a16:creationId xmlns:a16="http://schemas.microsoft.com/office/drawing/2014/main" id="{14E7A7EE-61D0-45BF-BA99-C1114B92EB58}"/>
                </a:ext>
              </a:extLst>
            </p:cNvPr>
            <p:cNvSpPr/>
            <p:nvPr/>
          </p:nvSpPr>
          <p:spPr>
            <a:xfrm>
              <a:off x="8244469" y="3685603"/>
              <a:ext cx="243840" cy="243840"/>
            </a:xfrm>
            <a:custGeom>
              <a:avLst/>
              <a:gdLst>
                <a:gd name="connsiteX0" fmla="*/ 243840 w 243840"/>
                <a:gd name="connsiteY0" fmla="*/ 121920 h 243840"/>
                <a:gd name="connsiteX1" fmla="*/ 121920 w 243840"/>
                <a:gd name="connsiteY1" fmla="*/ 243840 h 243840"/>
                <a:gd name="connsiteX2" fmla="*/ 0 w 243840"/>
                <a:gd name="connsiteY2" fmla="*/ 121920 h 243840"/>
                <a:gd name="connsiteX3" fmla="*/ 121920 w 243840"/>
                <a:gd name="connsiteY3" fmla="*/ 0 h 243840"/>
                <a:gd name="connsiteX4" fmla="*/ 243840 w 243840"/>
                <a:gd name="connsiteY4" fmla="*/ 121920 h 24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840" h="243840">
                  <a:moveTo>
                    <a:pt x="243840" y="121920"/>
                  </a:moveTo>
                  <a:cubicBezTo>
                    <a:pt x="243840" y="189254"/>
                    <a:pt x="189255" y="243840"/>
                    <a:pt x="121920" y="243840"/>
                  </a:cubicBezTo>
                  <a:cubicBezTo>
                    <a:pt x="54586" y="243840"/>
                    <a:pt x="0" y="189254"/>
                    <a:pt x="0" y="121920"/>
                  </a:cubicBezTo>
                  <a:cubicBezTo>
                    <a:pt x="0" y="54585"/>
                    <a:pt x="54586" y="0"/>
                    <a:pt x="121920" y="0"/>
                  </a:cubicBezTo>
                  <a:cubicBezTo>
                    <a:pt x="189255" y="0"/>
                    <a:pt x="243840" y="54585"/>
                    <a:pt x="243840" y="121920"/>
                  </a:cubicBezTo>
                  <a:close/>
                </a:path>
              </a:pathLst>
            </a:custGeom>
            <a:solidFill>
              <a:srgbClr val="FFFFFF">
                <a:alpha val="37000"/>
              </a:srgbClr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14684" name="Graphique 2">
              <a:extLst>
                <a:ext uri="{FF2B5EF4-FFF2-40B4-BE49-F238E27FC236}">
                  <a16:creationId xmlns:a16="http://schemas.microsoft.com/office/drawing/2014/main" id="{6B46D4B6-7FC1-433D-AEDD-A02C62FE2764}"/>
                </a:ext>
              </a:extLst>
            </p:cNvPr>
            <p:cNvGrpSpPr/>
            <p:nvPr/>
          </p:nvGrpSpPr>
          <p:grpSpPr>
            <a:xfrm>
              <a:off x="8109309" y="1911095"/>
              <a:ext cx="272319" cy="138312"/>
              <a:chOff x="8109309" y="1911095"/>
              <a:chExt cx="272319" cy="138312"/>
            </a:xfrm>
            <a:solidFill>
              <a:schemeClr val="accent1"/>
            </a:solidFill>
          </p:grpSpPr>
          <p:grpSp>
            <p:nvGrpSpPr>
              <p:cNvPr id="14685" name="Graphique 2">
                <a:extLst>
                  <a:ext uri="{FF2B5EF4-FFF2-40B4-BE49-F238E27FC236}">
                    <a16:creationId xmlns:a16="http://schemas.microsoft.com/office/drawing/2014/main" id="{67507258-CE5A-401F-9FCB-8C71D9277FAF}"/>
                  </a:ext>
                </a:extLst>
              </p:cNvPr>
              <p:cNvGrpSpPr/>
              <p:nvPr/>
            </p:nvGrpSpPr>
            <p:grpSpPr>
              <a:xfrm>
                <a:off x="8109309" y="1911095"/>
                <a:ext cx="112966" cy="112976"/>
                <a:chOff x="8109309" y="1911095"/>
                <a:chExt cx="112966" cy="112976"/>
              </a:xfrm>
              <a:solidFill>
                <a:schemeClr val="accent1"/>
              </a:solidFill>
            </p:grpSpPr>
            <p:sp>
              <p:nvSpPr>
                <p:cNvPr id="14686" name="Forme libre : forme 14685">
                  <a:extLst>
                    <a:ext uri="{FF2B5EF4-FFF2-40B4-BE49-F238E27FC236}">
                      <a16:creationId xmlns:a16="http://schemas.microsoft.com/office/drawing/2014/main" id="{60C09728-3015-4F59-9003-75BE69E50005}"/>
                    </a:ext>
                  </a:extLst>
                </p:cNvPr>
                <p:cNvSpPr/>
                <p:nvPr/>
              </p:nvSpPr>
              <p:spPr>
                <a:xfrm>
                  <a:off x="8109309" y="1911095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87" name="Forme libre : forme 14686">
                  <a:extLst>
                    <a:ext uri="{FF2B5EF4-FFF2-40B4-BE49-F238E27FC236}">
                      <a16:creationId xmlns:a16="http://schemas.microsoft.com/office/drawing/2014/main" id="{A9FFE9B3-7171-4A8A-AB57-EC34509876A2}"/>
                    </a:ext>
                  </a:extLst>
                </p:cNvPr>
                <p:cNvSpPr/>
                <p:nvPr/>
              </p:nvSpPr>
              <p:spPr>
                <a:xfrm>
                  <a:off x="8109394" y="1916620"/>
                  <a:ext cx="112214" cy="107451"/>
                </a:xfrm>
                <a:custGeom>
                  <a:avLst/>
                  <a:gdLst>
                    <a:gd name="connsiteX0" fmla="*/ 56017 w 112214"/>
                    <a:gd name="connsiteY0" fmla="*/ 52292 h 107451"/>
                    <a:gd name="connsiteX1" fmla="*/ 32966 w 112214"/>
                    <a:gd name="connsiteY1" fmla="*/ 0 h 107451"/>
                    <a:gd name="connsiteX2" fmla="*/ 10487 w 112214"/>
                    <a:gd name="connsiteY2" fmla="*/ 18288 h 107451"/>
                    <a:gd name="connsiteX3" fmla="*/ 23727 w 112214"/>
                    <a:gd name="connsiteY3" fmla="*/ 96965 h 107451"/>
                    <a:gd name="connsiteX4" fmla="*/ 102404 w 112214"/>
                    <a:gd name="connsiteY4" fmla="*/ 83725 h 107451"/>
                    <a:gd name="connsiteX5" fmla="*/ 112214 w 112214"/>
                    <a:gd name="connsiteY5" fmla="*/ 57340 h 107451"/>
                    <a:gd name="connsiteX6" fmla="*/ 56017 w 112214"/>
                    <a:gd name="connsiteY6" fmla="*/ 52292 h 10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214" h="107451">
                      <a:moveTo>
                        <a:pt x="56017" y="52292"/>
                      </a:moveTo>
                      <a:cubicBezTo>
                        <a:pt x="38681" y="40005"/>
                        <a:pt x="30680" y="19717"/>
                        <a:pt x="32966" y="0"/>
                      </a:cubicBezTo>
                      <a:cubicBezTo>
                        <a:pt x="24298" y="4000"/>
                        <a:pt x="16393" y="10001"/>
                        <a:pt x="10487" y="18288"/>
                      </a:cubicBezTo>
                      <a:cubicBezTo>
                        <a:pt x="-7610" y="43720"/>
                        <a:pt x="-1705" y="78962"/>
                        <a:pt x="23727" y="96965"/>
                      </a:cubicBezTo>
                      <a:cubicBezTo>
                        <a:pt x="49159" y="115062"/>
                        <a:pt x="84401" y="109156"/>
                        <a:pt x="102404" y="83725"/>
                      </a:cubicBezTo>
                      <a:cubicBezTo>
                        <a:pt x="108118" y="75629"/>
                        <a:pt x="111262" y="66580"/>
                        <a:pt x="112214" y="57340"/>
                      </a:cubicBezTo>
                      <a:cubicBezTo>
                        <a:pt x="94403" y="65532"/>
                        <a:pt x="73066" y="64389"/>
                        <a:pt x="56017" y="52292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88" name="Forme libre : forme 14687">
                  <a:extLst>
                    <a:ext uri="{FF2B5EF4-FFF2-40B4-BE49-F238E27FC236}">
                      <a16:creationId xmlns:a16="http://schemas.microsoft.com/office/drawing/2014/main" id="{5EDCE3E9-254F-4875-85D7-DDB7404CBD03}"/>
                    </a:ext>
                  </a:extLst>
                </p:cNvPr>
                <p:cNvSpPr/>
                <p:nvPr/>
              </p:nvSpPr>
              <p:spPr>
                <a:xfrm rot="-4847238">
                  <a:off x="8161901" y="1949043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89" name="Forme libre : forme 14688">
                  <a:extLst>
                    <a:ext uri="{FF2B5EF4-FFF2-40B4-BE49-F238E27FC236}">
                      <a16:creationId xmlns:a16="http://schemas.microsoft.com/office/drawing/2014/main" id="{3FC9E4D7-D35B-4B14-95A2-098C8EA18D73}"/>
                    </a:ext>
                  </a:extLst>
                </p:cNvPr>
                <p:cNvSpPr/>
                <p:nvPr/>
              </p:nvSpPr>
              <p:spPr>
                <a:xfrm>
                  <a:off x="8174650" y="1941099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690" name="Graphique 2">
                <a:extLst>
                  <a:ext uri="{FF2B5EF4-FFF2-40B4-BE49-F238E27FC236}">
                    <a16:creationId xmlns:a16="http://schemas.microsoft.com/office/drawing/2014/main" id="{F7BF3D4E-3DAA-4DEB-8367-629FB0637C19}"/>
                  </a:ext>
                </a:extLst>
              </p:cNvPr>
              <p:cNvGrpSpPr/>
              <p:nvPr/>
            </p:nvGrpSpPr>
            <p:grpSpPr>
              <a:xfrm>
                <a:off x="8268662" y="1936432"/>
                <a:ext cx="112966" cy="112976"/>
                <a:chOff x="8268662" y="1936432"/>
                <a:chExt cx="112966" cy="112976"/>
              </a:xfrm>
              <a:solidFill>
                <a:schemeClr val="accent1"/>
              </a:solidFill>
            </p:grpSpPr>
            <p:sp>
              <p:nvSpPr>
                <p:cNvPr id="14691" name="Forme libre : forme 14690">
                  <a:extLst>
                    <a:ext uri="{FF2B5EF4-FFF2-40B4-BE49-F238E27FC236}">
                      <a16:creationId xmlns:a16="http://schemas.microsoft.com/office/drawing/2014/main" id="{B42789B1-32E1-436E-AB5B-99B8F6149F3C}"/>
                    </a:ext>
                  </a:extLst>
                </p:cNvPr>
                <p:cNvSpPr/>
                <p:nvPr/>
              </p:nvSpPr>
              <p:spPr>
                <a:xfrm>
                  <a:off x="8268662" y="1936432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92" name="Forme libre : forme 14691">
                  <a:extLst>
                    <a:ext uri="{FF2B5EF4-FFF2-40B4-BE49-F238E27FC236}">
                      <a16:creationId xmlns:a16="http://schemas.microsoft.com/office/drawing/2014/main" id="{A08C8EDA-AB04-44AC-82E3-4CFD5A0C15CB}"/>
                    </a:ext>
                  </a:extLst>
                </p:cNvPr>
                <p:cNvSpPr/>
                <p:nvPr/>
              </p:nvSpPr>
              <p:spPr>
                <a:xfrm>
                  <a:off x="8268748" y="1941956"/>
                  <a:ext cx="112214" cy="107451"/>
                </a:xfrm>
                <a:custGeom>
                  <a:avLst/>
                  <a:gdLst>
                    <a:gd name="connsiteX0" fmla="*/ 56017 w 112214"/>
                    <a:gd name="connsiteY0" fmla="*/ 52292 h 107451"/>
                    <a:gd name="connsiteX1" fmla="*/ 32966 w 112214"/>
                    <a:gd name="connsiteY1" fmla="*/ 0 h 107451"/>
                    <a:gd name="connsiteX2" fmla="*/ 10487 w 112214"/>
                    <a:gd name="connsiteY2" fmla="*/ 18288 h 107451"/>
                    <a:gd name="connsiteX3" fmla="*/ 23727 w 112214"/>
                    <a:gd name="connsiteY3" fmla="*/ 96965 h 107451"/>
                    <a:gd name="connsiteX4" fmla="*/ 102403 w 112214"/>
                    <a:gd name="connsiteY4" fmla="*/ 83725 h 107451"/>
                    <a:gd name="connsiteX5" fmla="*/ 112214 w 112214"/>
                    <a:gd name="connsiteY5" fmla="*/ 57341 h 107451"/>
                    <a:gd name="connsiteX6" fmla="*/ 56017 w 112214"/>
                    <a:gd name="connsiteY6" fmla="*/ 52292 h 10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214" h="107451">
                      <a:moveTo>
                        <a:pt x="56017" y="52292"/>
                      </a:moveTo>
                      <a:cubicBezTo>
                        <a:pt x="38681" y="40005"/>
                        <a:pt x="30680" y="19717"/>
                        <a:pt x="32966" y="0"/>
                      </a:cubicBezTo>
                      <a:cubicBezTo>
                        <a:pt x="24298" y="4001"/>
                        <a:pt x="16393" y="10001"/>
                        <a:pt x="10487" y="18288"/>
                      </a:cubicBezTo>
                      <a:cubicBezTo>
                        <a:pt x="-7610" y="43720"/>
                        <a:pt x="-1705" y="78962"/>
                        <a:pt x="23727" y="96965"/>
                      </a:cubicBezTo>
                      <a:cubicBezTo>
                        <a:pt x="49159" y="115062"/>
                        <a:pt x="84401" y="109156"/>
                        <a:pt x="102403" y="83725"/>
                      </a:cubicBezTo>
                      <a:cubicBezTo>
                        <a:pt x="108118" y="75629"/>
                        <a:pt x="111262" y="66580"/>
                        <a:pt x="112214" y="57341"/>
                      </a:cubicBezTo>
                      <a:cubicBezTo>
                        <a:pt x="94498" y="65532"/>
                        <a:pt x="73066" y="64389"/>
                        <a:pt x="56017" y="52292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93" name="Forme libre : forme 14692">
                  <a:extLst>
                    <a:ext uri="{FF2B5EF4-FFF2-40B4-BE49-F238E27FC236}">
                      <a16:creationId xmlns:a16="http://schemas.microsoft.com/office/drawing/2014/main" id="{B90998E7-125E-4108-B1E4-FD4C5020B6CD}"/>
                    </a:ext>
                  </a:extLst>
                </p:cNvPr>
                <p:cNvSpPr/>
                <p:nvPr/>
              </p:nvSpPr>
              <p:spPr>
                <a:xfrm rot="-4847238">
                  <a:off x="8321328" y="1974368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94" name="Forme libre : forme 14693">
                  <a:extLst>
                    <a:ext uri="{FF2B5EF4-FFF2-40B4-BE49-F238E27FC236}">
                      <a16:creationId xmlns:a16="http://schemas.microsoft.com/office/drawing/2014/main" id="{47FB6219-1A41-45FE-A843-0F7422831789}"/>
                    </a:ext>
                  </a:extLst>
                </p:cNvPr>
                <p:cNvSpPr/>
                <p:nvPr/>
              </p:nvSpPr>
              <p:spPr>
                <a:xfrm>
                  <a:off x="8334099" y="1966435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695" name="Graphique 2">
              <a:extLst>
                <a:ext uri="{FF2B5EF4-FFF2-40B4-BE49-F238E27FC236}">
                  <a16:creationId xmlns:a16="http://schemas.microsoft.com/office/drawing/2014/main" id="{99CBE88C-3901-4E80-873E-3F965BE5ACA4}"/>
                </a:ext>
              </a:extLst>
            </p:cNvPr>
            <p:cNvGrpSpPr/>
            <p:nvPr/>
          </p:nvGrpSpPr>
          <p:grpSpPr>
            <a:xfrm>
              <a:off x="7657633" y="4753682"/>
              <a:ext cx="272891" cy="134546"/>
              <a:chOff x="7657633" y="4753682"/>
              <a:chExt cx="272891" cy="134546"/>
            </a:xfrm>
            <a:solidFill>
              <a:schemeClr val="accent1"/>
            </a:solidFill>
          </p:grpSpPr>
          <p:grpSp>
            <p:nvGrpSpPr>
              <p:cNvPr id="14696" name="Graphique 2">
                <a:extLst>
                  <a:ext uri="{FF2B5EF4-FFF2-40B4-BE49-F238E27FC236}">
                    <a16:creationId xmlns:a16="http://schemas.microsoft.com/office/drawing/2014/main" id="{F4F06547-47F1-4929-9693-047858853FC2}"/>
                  </a:ext>
                </a:extLst>
              </p:cNvPr>
              <p:cNvGrpSpPr/>
              <p:nvPr/>
            </p:nvGrpSpPr>
            <p:grpSpPr>
              <a:xfrm>
                <a:off x="7817558" y="4775209"/>
                <a:ext cx="112966" cy="113020"/>
                <a:chOff x="7817558" y="4775209"/>
                <a:chExt cx="112966" cy="113020"/>
              </a:xfrm>
              <a:solidFill>
                <a:schemeClr val="accent1"/>
              </a:solidFill>
            </p:grpSpPr>
            <p:sp>
              <p:nvSpPr>
                <p:cNvPr id="14697" name="Forme libre : forme 14696">
                  <a:extLst>
                    <a:ext uri="{FF2B5EF4-FFF2-40B4-BE49-F238E27FC236}">
                      <a16:creationId xmlns:a16="http://schemas.microsoft.com/office/drawing/2014/main" id="{F801E40E-2DD2-43C3-A914-DCE4C16251E1}"/>
                    </a:ext>
                  </a:extLst>
                </p:cNvPr>
                <p:cNvSpPr/>
                <p:nvPr/>
              </p:nvSpPr>
              <p:spPr>
                <a:xfrm>
                  <a:off x="7817558" y="4775263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98" name="Forme libre : forme 14697">
                  <a:extLst>
                    <a:ext uri="{FF2B5EF4-FFF2-40B4-BE49-F238E27FC236}">
                      <a16:creationId xmlns:a16="http://schemas.microsoft.com/office/drawing/2014/main" id="{6E9B4AA6-232F-44AD-9414-FEE94459B238}"/>
                    </a:ext>
                  </a:extLst>
                </p:cNvPr>
                <p:cNvSpPr/>
                <p:nvPr/>
              </p:nvSpPr>
              <p:spPr>
                <a:xfrm>
                  <a:off x="7818034" y="4775209"/>
                  <a:ext cx="112448" cy="106924"/>
                </a:xfrm>
                <a:custGeom>
                  <a:avLst/>
                  <a:gdLst>
                    <a:gd name="connsiteX0" fmla="*/ 56388 w 112448"/>
                    <a:gd name="connsiteY0" fmla="*/ 55204 h 106924"/>
                    <a:gd name="connsiteX1" fmla="*/ 80676 w 112448"/>
                    <a:gd name="connsiteY1" fmla="*/ 106924 h 106924"/>
                    <a:gd name="connsiteX2" fmla="*/ 102775 w 112448"/>
                    <a:gd name="connsiteY2" fmla="*/ 88065 h 106924"/>
                    <a:gd name="connsiteX3" fmla="*/ 87630 w 112448"/>
                    <a:gd name="connsiteY3" fmla="*/ 9674 h 106924"/>
                    <a:gd name="connsiteX4" fmla="*/ 9239 w 112448"/>
                    <a:gd name="connsiteY4" fmla="*/ 24819 h 106924"/>
                    <a:gd name="connsiteX5" fmla="*/ 0 w 112448"/>
                    <a:gd name="connsiteY5" fmla="*/ 51394 h 106924"/>
                    <a:gd name="connsiteX6" fmla="*/ 56388 w 112448"/>
                    <a:gd name="connsiteY6" fmla="*/ 55204 h 106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48" h="106924">
                      <a:moveTo>
                        <a:pt x="56388" y="55204"/>
                      </a:moveTo>
                      <a:cubicBezTo>
                        <a:pt x="74009" y="67110"/>
                        <a:pt x="82486" y="87208"/>
                        <a:pt x="80676" y="106924"/>
                      </a:cubicBezTo>
                      <a:cubicBezTo>
                        <a:pt x="89249" y="102733"/>
                        <a:pt x="96964" y="96542"/>
                        <a:pt x="102775" y="88065"/>
                      </a:cubicBezTo>
                      <a:cubicBezTo>
                        <a:pt x="120205" y="62252"/>
                        <a:pt x="113442" y="27200"/>
                        <a:pt x="87630" y="9674"/>
                      </a:cubicBezTo>
                      <a:cubicBezTo>
                        <a:pt x="61817" y="-7757"/>
                        <a:pt x="26765" y="-994"/>
                        <a:pt x="9239" y="24819"/>
                      </a:cubicBezTo>
                      <a:cubicBezTo>
                        <a:pt x="3715" y="33010"/>
                        <a:pt x="857" y="42250"/>
                        <a:pt x="0" y="51394"/>
                      </a:cubicBezTo>
                      <a:cubicBezTo>
                        <a:pt x="17621" y="42916"/>
                        <a:pt x="39052" y="43488"/>
                        <a:pt x="56388" y="55204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699" name="Forme libre : forme 14698">
                  <a:extLst>
                    <a:ext uri="{FF2B5EF4-FFF2-40B4-BE49-F238E27FC236}">
                      <a16:creationId xmlns:a16="http://schemas.microsoft.com/office/drawing/2014/main" id="{D8083359-5242-4945-9A43-AA870BCB86A9}"/>
                    </a:ext>
                  </a:extLst>
                </p:cNvPr>
                <p:cNvSpPr/>
                <p:nvPr/>
              </p:nvSpPr>
              <p:spPr>
                <a:xfrm rot="-4929647">
                  <a:off x="7823915" y="4803597"/>
                  <a:ext cx="54104" cy="47055"/>
                </a:xfrm>
                <a:custGeom>
                  <a:avLst/>
                  <a:gdLst>
                    <a:gd name="connsiteX0" fmla="*/ 54105 w 54104"/>
                    <a:gd name="connsiteY0" fmla="*/ 23528 h 47055"/>
                    <a:gd name="connsiteX1" fmla="*/ 27052 w 54104"/>
                    <a:gd name="connsiteY1" fmla="*/ 47056 h 47055"/>
                    <a:gd name="connsiteX2" fmla="*/ 0 w 54104"/>
                    <a:gd name="connsiteY2" fmla="*/ 23528 h 47055"/>
                    <a:gd name="connsiteX3" fmla="*/ 27052 w 54104"/>
                    <a:gd name="connsiteY3" fmla="*/ 0 h 47055"/>
                    <a:gd name="connsiteX4" fmla="*/ 54105 w 54104"/>
                    <a:gd name="connsiteY4" fmla="*/ 23528 h 47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4" h="47055">
                      <a:moveTo>
                        <a:pt x="54105" y="23528"/>
                      </a:moveTo>
                      <a:cubicBezTo>
                        <a:pt x="54105" y="36522"/>
                        <a:pt x="41993" y="47056"/>
                        <a:pt x="27052" y="47056"/>
                      </a:cubicBezTo>
                      <a:cubicBezTo>
                        <a:pt x="12112" y="47056"/>
                        <a:pt x="0" y="36522"/>
                        <a:pt x="0" y="23528"/>
                      </a:cubicBezTo>
                      <a:cubicBezTo>
                        <a:pt x="0" y="10534"/>
                        <a:pt x="12112" y="0"/>
                        <a:pt x="27052" y="0"/>
                      </a:cubicBezTo>
                      <a:cubicBezTo>
                        <a:pt x="41993" y="0"/>
                        <a:pt x="54105" y="10534"/>
                        <a:pt x="54105" y="23528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00" name="Forme libre : forme 14699">
                  <a:extLst>
                    <a:ext uri="{FF2B5EF4-FFF2-40B4-BE49-F238E27FC236}">
                      <a16:creationId xmlns:a16="http://schemas.microsoft.com/office/drawing/2014/main" id="{80F81076-9476-4082-8F46-ED05510332ED}"/>
                    </a:ext>
                  </a:extLst>
                </p:cNvPr>
                <p:cNvSpPr/>
                <p:nvPr/>
              </p:nvSpPr>
              <p:spPr>
                <a:xfrm>
                  <a:off x="7847086" y="4840128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701" name="Graphique 2">
                <a:extLst>
                  <a:ext uri="{FF2B5EF4-FFF2-40B4-BE49-F238E27FC236}">
                    <a16:creationId xmlns:a16="http://schemas.microsoft.com/office/drawing/2014/main" id="{155FA6DB-D3B7-49A2-8BE2-44BDBBE00104}"/>
                  </a:ext>
                </a:extLst>
              </p:cNvPr>
              <p:cNvGrpSpPr/>
              <p:nvPr/>
            </p:nvGrpSpPr>
            <p:grpSpPr>
              <a:xfrm>
                <a:off x="7657633" y="4753682"/>
                <a:ext cx="112966" cy="113020"/>
                <a:chOff x="7657633" y="4753682"/>
                <a:chExt cx="112966" cy="113020"/>
              </a:xfrm>
              <a:solidFill>
                <a:schemeClr val="accent1"/>
              </a:solidFill>
            </p:grpSpPr>
            <p:sp>
              <p:nvSpPr>
                <p:cNvPr id="14702" name="Forme libre : forme 14701">
                  <a:extLst>
                    <a:ext uri="{FF2B5EF4-FFF2-40B4-BE49-F238E27FC236}">
                      <a16:creationId xmlns:a16="http://schemas.microsoft.com/office/drawing/2014/main" id="{75C43689-1CE2-48D8-9F3E-CDE9A8474FBA}"/>
                    </a:ext>
                  </a:extLst>
                </p:cNvPr>
                <p:cNvSpPr/>
                <p:nvPr/>
              </p:nvSpPr>
              <p:spPr>
                <a:xfrm>
                  <a:off x="7657633" y="4753736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03" name="Forme libre : forme 14702">
                  <a:extLst>
                    <a:ext uri="{FF2B5EF4-FFF2-40B4-BE49-F238E27FC236}">
                      <a16:creationId xmlns:a16="http://schemas.microsoft.com/office/drawing/2014/main" id="{4470996F-03B9-4041-96A1-71BB945BE0F8}"/>
                    </a:ext>
                  </a:extLst>
                </p:cNvPr>
                <p:cNvSpPr/>
                <p:nvPr/>
              </p:nvSpPr>
              <p:spPr>
                <a:xfrm>
                  <a:off x="7658014" y="4753682"/>
                  <a:ext cx="112449" cy="106924"/>
                </a:xfrm>
                <a:custGeom>
                  <a:avLst/>
                  <a:gdLst>
                    <a:gd name="connsiteX0" fmla="*/ 56388 w 112449"/>
                    <a:gd name="connsiteY0" fmla="*/ 55204 h 106924"/>
                    <a:gd name="connsiteX1" fmla="*/ 80677 w 112449"/>
                    <a:gd name="connsiteY1" fmla="*/ 106924 h 106924"/>
                    <a:gd name="connsiteX2" fmla="*/ 102775 w 112449"/>
                    <a:gd name="connsiteY2" fmla="*/ 88065 h 106924"/>
                    <a:gd name="connsiteX3" fmla="*/ 87630 w 112449"/>
                    <a:gd name="connsiteY3" fmla="*/ 9674 h 106924"/>
                    <a:gd name="connsiteX4" fmla="*/ 9239 w 112449"/>
                    <a:gd name="connsiteY4" fmla="*/ 24819 h 106924"/>
                    <a:gd name="connsiteX5" fmla="*/ 0 w 112449"/>
                    <a:gd name="connsiteY5" fmla="*/ 51394 h 106924"/>
                    <a:gd name="connsiteX6" fmla="*/ 56388 w 112449"/>
                    <a:gd name="connsiteY6" fmla="*/ 55204 h 106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49" h="106924">
                      <a:moveTo>
                        <a:pt x="56388" y="55204"/>
                      </a:moveTo>
                      <a:cubicBezTo>
                        <a:pt x="74009" y="67110"/>
                        <a:pt x="82487" y="87208"/>
                        <a:pt x="80677" y="106924"/>
                      </a:cubicBezTo>
                      <a:cubicBezTo>
                        <a:pt x="89249" y="102733"/>
                        <a:pt x="96965" y="96542"/>
                        <a:pt x="102775" y="88065"/>
                      </a:cubicBezTo>
                      <a:cubicBezTo>
                        <a:pt x="120206" y="62252"/>
                        <a:pt x="113443" y="27200"/>
                        <a:pt x="87630" y="9674"/>
                      </a:cubicBezTo>
                      <a:cubicBezTo>
                        <a:pt x="61817" y="-7756"/>
                        <a:pt x="26765" y="-994"/>
                        <a:pt x="9239" y="24819"/>
                      </a:cubicBezTo>
                      <a:cubicBezTo>
                        <a:pt x="3715" y="33011"/>
                        <a:pt x="857" y="42250"/>
                        <a:pt x="0" y="51394"/>
                      </a:cubicBezTo>
                      <a:cubicBezTo>
                        <a:pt x="17621" y="42916"/>
                        <a:pt x="39053" y="43488"/>
                        <a:pt x="56388" y="55204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04" name="Forme libre : forme 14703">
                  <a:extLst>
                    <a:ext uri="{FF2B5EF4-FFF2-40B4-BE49-F238E27FC236}">
                      <a16:creationId xmlns:a16="http://schemas.microsoft.com/office/drawing/2014/main" id="{870B1D71-CC1A-4703-98C3-CEA46C3010E1}"/>
                    </a:ext>
                  </a:extLst>
                </p:cNvPr>
                <p:cNvSpPr/>
                <p:nvPr/>
              </p:nvSpPr>
              <p:spPr>
                <a:xfrm rot="-4929647">
                  <a:off x="7663919" y="4782114"/>
                  <a:ext cx="54104" cy="47055"/>
                </a:xfrm>
                <a:custGeom>
                  <a:avLst/>
                  <a:gdLst>
                    <a:gd name="connsiteX0" fmla="*/ 54104 w 54104"/>
                    <a:gd name="connsiteY0" fmla="*/ 23528 h 47055"/>
                    <a:gd name="connsiteX1" fmla="*/ 27052 w 54104"/>
                    <a:gd name="connsiteY1" fmla="*/ 47056 h 47055"/>
                    <a:gd name="connsiteX2" fmla="*/ 0 w 54104"/>
                    <a:gd name="connsiteY2" fmla="*/ 23528 h 47055"/>
                    <a:gd name="connsiteX3" fmla="*/ 27052 w 54104"/>
                    <a:gd name="connsiteY3" fmla="*/ 0 h 47055"/>
                    <a:gd name="connsiteX4" fmla="*/ 54104 w 54104"/>
                    <a:gd name="connsiteY4" fmla="*/ 23528 h 47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4" h="47055">
                      <a:moveTo>
                        <a:pt x="54104" y="23528"/>
                      </a:moveTo>
                      <a:cubicBezTo>
                        <a:pt x="54104" y="36522"/>
                        <a:pt x="41993" y="47056"/>
                        <a:pt x="27052" y="47056"/>
                      </a:cubicBezTo>
                      <a:cubicBezTo>
                        <a:pt x="12112" y="47056"/>
                        <a:pt x="0" y="36522"/>
                        <a:pt x="0" y="23528"/>
                      </a:cubicBezTo>
                      <a:cubicBezTo>
                        <a:pt x="0" y="10534"/>
                        <a:pt x="12112" y="0"/>
                        <a:pt x="27052" y="0"/>
                      </a:cubicBezTo>
                      <a:cubicBezTo>
                        <a:pt x="41993" y="0"/>
                        <a:pt x="54104" y="10534"/>
                        <a:pt x="54104" y="23528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05" name="Forme libre : forme 14704">
                  <a:extLst>
                    <a:ext uri="{FF2B5EF4-FFF2-40B4-BE49-F238E27FC236}">
                      <a16:creationId xmlns:a16="http://schemas.microsoft.com/office/drawing/2014/main" id="{33D92B1A-A9F8-4C83-98B6-FBC17B06C600}"/>
                    </a:ext>
                  </a:extLst>
                </p:cNvPr>
                <p:cNvSpPr/>
                <p:nvPr/>
              </p:nvSpPr>
              <p:spPr>
                <a:xfrm>
                  <a:off x="7687161" y="4818697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6" y="18478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706" name="Graphique 2">
              <a:extLst>
                <a:ext uri="{FF2B5EF4-FFF2-40B4-BE49-F238E27FC236}">
                  <a16:creationId xmlns:a16="http://schemas.microsoft.com/office/drawing/2014/main" id="{50143A8F-6914-49F2-A70F-51A507F06EB5}"/>
                </a:ext>
              </a:extLst>
            </p:cNvPr>
            <p:cNvGrpSpPr/>
            <p:nvPr/>
          </p:nvGrpSpPr>
          <p:grpSpPr>
            <a:xfrm>
              <a:off x="8430873" y="4651341"/>
              <a:ext cx="261462" cy="176499"/>
              <a:chOff x="8430873" y="4651341"/>
              <a:chExt cx="261462" cy="176499"/>
            </a:xfrm>
            <a:solidFill>
              <a:schemeClr val="accent1"/>
            </a:solidFill>
          </p:grpSpPr>
          <p:grpSp>
            <p:nvGrpSpPr>
              <p:cNvPr id="14707" name="Graphique 2">
                <a:extLst>
                  <a:ext uri="{FF2B5EF4-FFF2-40B4-BE49-F238E27FC236}">
                    <a16:creationId xmlns:a16="http://schemas.microsoft.com/office/drawing/2014/main" id="{2FBC2521-EAB5-4BE8-92E0-BB8DF4C0EBF6}"/>
                  </a:ext>
                </a:extLst>
              </p:cNvPr>
              <p:cNvGrpSpPr/>
              <p:nvPr/>
            </p:nvGrpSpPr>
            <p:grpSpPr>
              <a:xfrm>
                <a:off x="8579272" y="4651341"/>
                <a:ext cx="113063" cy="113063"/>
                <a:chOff x="8579272" y="4651341"/>
                <a:chExt cx="113063" cy="113063"/>
              </a:xfrm>
              <a:solidFill>
                <a:schemeClr val="accent1"/>
              </a:solidFill>
            </p:grpSpPr>
            <p:sp>
              <p:nvSpPr>
                <p:cNvPr id="14708" name="Forme libre : forme 14707">
                  <a:extLst>
                    <a:ext uri="{FF2B5EF4-FFF2-40B4-BE49-F238E27FC236}">
                      <a16:creationId xmlns:a16="http://schemas.microsoft.com/office/drawing/2014/main" id="{2F68BBB2-228F-4156-9BD3-3C52B2072FAF}"/>
                    </a:ext>
                  </a:extLst>
                </p:cNvPr>
                <p:cNvSpPr/>
                <p:nvPr/>
              </p:nvSpPr>
              <p:spPr>
                <a:xfrm>
                  <a:off x="8579272" y="4651438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09" name="Forme libre : forme 14708">
                  <a:extLst>
                    <a:ext uri="{FF2B5EF4-FFF2-40B4-BE49-F238E27FC236}">
                      <a16:creationId xmlns:a16="http://schemas.microsoft.com/office/drawing/2014/main" id="{F756EA1A-5912-41C7-B1CA-60AC893EBE26}"/>
                    </a:ext>
                  </a:extLst>
                </p:cNvPr>
                <p:cNvSpPr/>
                <p:nvPr/>
              </p:nvSpPr>
              <p:spPr>
                <a:xfrm>
                  <a:off x="8579376" y="4651341"/>
                  <a:ext cx="112959" cy="87250"/>
                </a:xfrm>
                <a:custGeom>
                  <a:avLst/>
                  <a:gdLst>
                    <a:gd name="connsiteX0" fmla="*/ 56094 w 112959"/>
                    <a:gd name="connsiteY0" fmla="*/ 55247 h 87250"/>
                    <a:gd name="connsiteX1" fmla="*/ 103529 w 112959"/>
                    <a:gd name="connsiteY1" fmla="*/ 87250 h 87250"/>
                    <a:gd name="connsiteX2" fmla="*/ 112863 w 112959"/>
                    <a:gd name="connsiteY2" fmla="*/ 59723 h 87250"/>
                    <a:gd name="connsiteX3" fmla="*/ 59713 w 112959"/>
                    <a:gd name="connsiteY3" fmla="*/ 97 h 87250"/>
                    <a:gd name="connsiteX4" fmla="*/ 87 w 112959"/>
                    <a:gd name="connsiteY4" fmla="*/ 53246 h 87250"/>
                    <a:gd name="connsiteX5" fmla="*/ 5802 w 112959"/>
                    <a:gd name="connsiteY5" fmla="*/ 80869 h 87250"/>
                    <a:gd name="connsiteX6" fmla="*/ 56094 w 112959"/>
                    <a:gd name="connsiteY6" fmla="*/ 55247 h 87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959" h="87250">
                      <a:moveTo>
                        <a:pt x="56094" y="55247"/>
                      </a:moveTo>
                      <a:cubicBezTo>
                        <a:pt x="77335" y="56485"/>
                        <a:pt x="94861" y="69343"/>
                        <a:pt x="103529" y="87250"/>
                      </a:cubicBezTo>
                      <a:cubicBezTo>
                        <a:pt x="108767" y="79249"/>
                        <a:pt x="112196" y="70010"/>
                        <a:pt x="112863" y="59723"/>
                      </a:cubicBezTo>
                      <a:cubicBezTo>
                        <a:pt x="114673" y="28576"/>
                        <a:pt x="90860" y="1906"/>
                        <a:pt x="59713" y="97"/>
                      </a:cubicBezTo>
                      <a:cubicBezTo>
                        <a:pt x="28567" y="-1713"/>
                        <a:pt x="1897" y="22099"/>
                        <a:pt x="87" y="53246"/>
                      </a:cubicBezTo>
                      <a:cubicBezTo>
                        <a:pt x="-485" y="63152"/>
                        <a:pt x="1802" y="72487"/>
                        <a:pt x="5802" y="80869"/>
                      </a:cubicBezTo>
                      <a:cubicBezTo>
                        <a:pt x="16470" y="64581"/>
                        <a:pt x="35139" y="54104"/>
                        <a:pt x="56094" y="55247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10" name="Forme libre : forme 14709">
                  <a:extLst>
                    <a:ext uri="{FF2B5EF4-FFF2-40B4-BE49-F238E27FC236}">
                      <a16:creationId xmlns:a16="http://schemas.microsoft.com/office/drawing/2014/main" id="{7BFC0AB6-32A3-4B92-8492-80F4F2E118AC}"/>
                    </a:ext>
                  </a:extLst>
                </p:cNvPr>
                <p:cNvSpPr/>
                <p:nvPr/>
              </p:nvSpPr>
              <p:spPr>
                <a:xfrm rot="-1377606">
                  <a:off x="8590098" y="4689087"/>
                  <a:ext cx="47054" cy="54103"/>
                </a:xfrm>
                <a:custGeom>
                  <a:avLst/>
                  <a:gdLst>
                    <a:gd name="connsiteX0" fmla="*/ 47055 w 47054"/>
                    <a:gd name="connsiteY0" fmla="*/ 27052 h 54103"/>
                    <a:gd name="connsiteX1" fmla="*/ 23527 w 47054"/>
                    <a:gd name="connsiteY1" fmla="*/ 54103 h 54103"/>
                    <a:gd name="connsiteX2" fmla="*/ 0 w 47054"/>
                    <a:gd name="connsiteY2" fmla="*/ 27052 h 54103"/>
                    <a:gd name="connsiteX3" fmla="*/ 23527 w 47054"/>
                    <a:gd name="connsiteY3" fmla="*/ 0 h 54103"/>
                    <a:gd name="connsiteX4" fmla="*/ 47055 w 47054"/>
                    <a:gd name="connsiteY4" fmla="*/ 27052 h 5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3">
                      <a:moveTo>
                        <a:pt x="47055" y="27052"/>
                      </a:moveTo>
                      <a:cubicBezTo>
                        <a:pt x="47055" y="41992"/>
                        <a:pt x="36521" y="54103"/>
                        <a:pt x="23527" y="54103"/>
                      </a:cubicBezTo>
                      <a:cubicBezTo>
                        <a:pt x="10534" y="54103"/>
                        <a:pt x="0" y="41992"/>
                        <a:pt x="0" y="27052"/>
                      </a:cubicBezTo>
                      <a:cubicBezTo>
                        <a:pt x="0" y="12111"/>
                        <a:pt x="10534" y="0"/>
                        <a:pt x="23527" y="0"/>
                      </a:cubicBezTo>
                      <a:cubicBezTo>
                        <a:pt x="36521" y="0"/>
                        <a:pt x="47055" y="12111"/>
                        <a:pt x="47055" y="27052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11" name="Forme libre : forme 14710">
                  <a:extLst>
                    <a:ext uri="{FF2B5EF4-FFF2-40B4-BE49-F238E27FC236}">
                      <a16:creationId xmlns:a16="http://schemas.microsoft.com/office/drawing/2014/main" id="{200CAA14-B8C0-45A1-AFF2-30D5E1576AF3}"/>
                    </a:ext>
                  </a:extLst>
                </p:cNvPr>
                <p:cNvSpPr/>
                <p:nvPr/>
              </p:nvSpPr>
              <p:spPr>
                <a:xfrm>
                  <a:off x="8620420" y="4722875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712" name="Graphique 2">
                <a:extLst>
                  <a:ext uri="{FF2B5EF4-FFF2-40B4-BE49-F238E27FC236}">
                    <a16:creationId xmlns:a16="http://schemas.microsoft.com/office/drawing/2014/main" id="{FF187DD0-8743-44A2-91BA-F2D8A36E3B31}"/>
                  </a:ext>
                </a:extLst>
              </p:cNvPr>
              <p:cNvGrpSpPr/>
              <p:nvPr/>
            </p:nvGrpSpPr>
            <p:grpSpPr>
              <a:xfrm>
                <a:off x="8430873" y="4714777"/>
                <a:ext cx="112967" cy="113063"/>
                <a:chOff x="8430873" y="4714777"/>
                <a:chExt cx="112967" cy="113063"/>
              </a:xfrm>
              <a:solidFill>
                <a:schemeClr val="accent1"/>
              </a:solidFill>
            </p:grpSpPr>
            <p:sp>
              <p:nvSpPr>
                <p:cNvPr id="14713" name="Forme libre : forme 14712">
                  <a:extLst>
                    <a:ext uri="{FF2B5EF4-FFF2-40B4-BE49-F238E27FC236}">
                      <a16:creationId xmlns:a16="http://schemas.microsoft.com/office/drawing/2014/main" id="{2B919BC0-7B4D-4678-880B-7FE55F5DD1D4}"/>
                    </a:ext>
                  </a:extLst>
                </p:cNvPr>
                <p:cNvSpPr/>
                <p:nvPr/>
              </p:nvSpPr>
              <p:spPr>
                <a:xfrm>
                  <a:off x="8430873" y="4714874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14" name="Forme libre : forme 14713">
                  <a:extLst>
                    <a:ext uri="{FF2B5EF4-FFF2-40B4-BE49-F238E27FC236}">
                      <a16:creationId xmlns:a16="http://schemas.microsoft.com/office/drawing/2014/main" id="{46E2F812-6514-45DE-B98C-F66CC29A5608}"/>
                    </a:ext>
                  </a:extLst>
                </p:cNvPr>
                <p:cNvSpPr/>
                <p:nvPr/>
              </p:nvSpPr>
              <p:spPr>
                <a:xfrm>
                  <a:off x="8430881" y="4714777"/>
                  <a:ext cx="112959" cy="87250"/>
                </a:xfrm>
                <a:custGeom>
                  <a:avLst/>
                  <a:gdLst>
                    <a:gd name="connsiteX0" fmla="*/ 56094 w 112959"/>
                    <a:gd name="connsiteY0" fmla="*/ 55247 h 87250"/>
                    <a:gd name="connsiteX1" fmla="*/ 103529 w 112959"/>
                    <a:gd name="connsiteY1" fmla="*/ 87250 h 87250"/>
                    <a:gd name="connsiteX2" fmla="*/ 112863 w 112959"/>
                    <a:gd name="connsiteY2" fmla="*/ 59723 h 87250"/>
                    <a:gd name="connsiteX3" fmla="*/ 59713 w 112959"/>
                    <a:gd name="connsiteY3" fmla="*/ 97 h 87250"/>
                    <a:gd name="connsiteX4" fmla="*/ 87 w 112959"/>
                    <a:gd name="connsiteY4" fmla="*/ 53246 h 87250"/>
                    <a:gd name="connsiteX5" fmla="*/ 5802 w 112959"/>
                    <a:gd name="connsiteY5" fmla="*/ 80869 h 87250"/>
                    <a:gd name="connsiteX6" fmla="*/ 56094 w 112959"/>
                    <a:gd name="connsiteY6" fmla="*/ 55247 h 87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959" h="87250">
                      <a:moveTo>
                        <a:pt x="56094" y="55247"/>
                      </a:moveTo>
                      <a:cubicBezTo>
                        <a:pt x="77335" y="56485"/>
                        <a:pt x="94861" y="69343"/>
                        <a:pt x="103529" y="87250"/>
                      </a:cubicBezTo>
                      <a:cubicBezTo>
                        <a:pt x="108767" y="79249"/>
                        <a:pt x="112196" y="70010"/>
                        <a:pt x="112863" y="59723"/>
                      </a:cubicBezTo>
                      <a:cubicBezTo>
                        <a:pt x="114673" y="28576"/>
                        <a:pt x="90860" y="1906"/>
                        <a:pt x="59713" y="97"/>
                      </a:cubicBezTo>
                      <a:cubicBezTo>
                        <a:pt x="28567" y="-1713"/>
                        <a:pt x="1897" y="22099"/>
                        <a:pt x="87" y="53246"/>
                      </a:cubicBezTo>
                      <a:cubicBezTo>
                        <a:pt x="-485" y="63152"/>
                        <a:pt x="1802" y="72487"/>
                        <a:pt x="5802" y="80869"/>
                      </a:cubicBezTo>
                      <a:cubicBezTo>
                        <a:pt x="16565" y="64581"/>
                        <a:pt x="35234" y="54104"/>
                        <a:pt x="56094" y="55247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15" name="Forme libre : forme 14714">
                  <a:extLst>
                    <a:ext uri="{FF2B5EF4-FFF2-40B4-BE49-F238E27FC236}">
                      <a16:creationId xmlns:a16="http://schemas.microsoft.com/office/drawing/2014/main" id="{98924291-2FA2-464B-8BA1-63878EEF9087}"/>
                    </a:ext>
                  </a:extLst>
                </p:cNvPr>
                <p:cNvSpPr/>
                <p:nvPr/>
              </p:nvSpPr>
              <p:spPr>
                <a:xfrm rot="-1377606">
                  <a:off x="8441601" y="4752545"/>
                  <a:ext cx="47054" cy="54103"/>
                </a:xfrm>
                <a:custGeom>
                  <a:avLst/>
                  <a:gdLst>
                    <a:gd name="connsiteX0" fmla="*/ 47055 w 47054"/>
                    <a:gd name="connsiteY0" fmla="*/ 27052 h 54103"/>
                    <a:gd name="connsiteX1" fmla="*/ 23527 w 47054"/>
                    <a:gd name="connsiteY1" fmla="*/ 54103 h 54103"/>
                    <a:gd name="connsiteX2" fmla="*/ 0 w 47054"/>
                    <a:gd name="connsiteY2" fmla="*/ 27052 h 54103"/>
                    <a:gd name="connsiteX3" fmla="*/ 23527 w 47054"/>
                    <a:gd name="connsiteY3" fmla="*/ 0 h 54103"/>
                    <a:gd name="connsiteX4" fmla="*/ 47055 w 47054"/>
                    <a:gd name="connsiteY4" fmla="*/ 27052 h 5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3">
                      <a:moveTo>
                        <a:pt x="47055" y="27052"/>
                      </a:moveTo>
                      <a:cubicBezTo>
                        <a:pt x="47055" y="41992"/>
                        <a:pt x="36521" y="54103"/>
                        <a:pt x="23527" y="54103"/>
                      </a:cubicBezTo>
                      <a:cubicBezTo>
                        <a:pt x="10534" y="54103"/>
                        <a:pt x="0" y="41992"/>
                        <a:pt x="0" y="27052"/>
                      </a:cubicBezTo>
                      <a:cubicBezTo>
                        <a:pt x="0" y="12112"/>
                        <a:pt x="10534" y="0"/>
                        <a:pt x="23527" y="0"/>
                      </a:cubicBezTo>
                      <a:cubicBezTo>
                        <a:pt x="36521" y="0"/>
                        <a:pt x="47055" y="12112"/>
                        <a:pt x="47055" y="27052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16" name="Forme libre : forme 14715">
                  <a:extLst>
                    <a:ext uri="{FF2B5EF4-FFF2-40B4-BE49-F238E27FC236}">
                      <a16:creationId xmlns:a16="http://schemas.microsoft.com/office/drawing/2014/main" id="{1A5D44ED-4A2B-4CCB-AA8E-87689C6B5FF6}"/>
                    </a:ext>
                  </a:extLst>
                </p:cNvPr>
                <p:cNvSpPr/>
                <p:nvPr/>
              </p:nvSpPr>
              <p:spPr>
                <a:xfrm>
                  <a:off x="8471926" y="4786407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717" name="Graphique 2">
              <a:extLst>
                <a:ext uri="{FF2B5EF4-FFF2-40B4-BE49-F238E27FC236}">
                  <a16:creationId xmlns:a16="http://schemas.microsoft.com/office/drawing/2014/main" id="{4BBAE271-EC1C-4040-AAB3-860112D59886}"/>
                </a:ext>
              </a:extLst>
            </p:cNvPr>
            <p:cNvGrpSpPr/>
            <p:nvPr/>
          </p:nvGrpSpPr>
          <p:grpSpPr>
            <a:xfrm>
              <a:off x="8821588" y="4401011"/>
              <a:ext cx="235458" cy="218136"/>
              <a:chOff x="8821588" y="4401011"/>
              <a:chExt cx="235458" cy="218136"/>
            </a:xfrm>
            <a:solidFill>
              <a:schemeClr val="accent1"/>
            </a:solidFill>
          </p:grpSpPr>
          <p:grpSp>
            <p:nvGrpSpPr>
              <p:cNvPr id="14718" name="Graphique 2">
                <a:extLst>
                  <a:ext uri="{FF2B5EF4-FFF2-40B4-BE49-F238E27FC236}">
                    <a16:creationId xmlns:a16="http://schemas.microsoft.com/office/drawing/2014/main" id="{593EE06C-17B4-47D6-AA38-1844720E2F59}"/>
                  </a:ext>
                </a:extLst>
              </p:cNvPr>
              <p:cNvGrpSpPr/>
              <p:nvPr/>
            </p:nvGrpSpPr>
            <p:grpSpPr>
              <a:xfrm>
                <a:off x="8944066" y="4401011"/>
                <a:ext cx="112980" cy="112980"/>
                <a:chOff x="8944066" y="4401011"/>
                <a:chExt cx="112980" cy="112980"/>
              </a:xfrm>
              <a:solidFill>
                <a:schemeClr val="accent1"/>
              </a:solidFill>
            </p:grpSpPr>
            <p:sp>
              <p:nvSpPr>
                <p:cNvPr id="14719" name="Forme libre : forme 14718">
                  <a:extLst>
                    <a:ext uri="{FF2B5EF4-FFF2-40B4-BE49-F238E27FC236}">
                      <a16:creationId xmlns:a16="http://schemas.microsoft.com/office/drawing/2014/main" id="{EFB08423-2C0E-43EE-9560-AC0FF1B2E758}"/>
                    </a:ext>
                  </a:extLst>
                </p:cNvPr>
                <p:cNvSpPr/>
                <p:nvPr/>
              </p:nvSpPr>
              <p:spPr>
                <a:xfrm>
                  <a:off x="8944080" y="4401025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20" name="Forme libre : forme 14719">
                  <a:extLst>
                    <a:ext uri="{FF2B5EF4-FFF2-40B4-BE49-F238E27FC236}">
                      <a16:creationId xmlns:a16="http://schemas.microsoft.com/office/drawing/2014/main" id="{2807A925-DE0B-4D67-80CE-76F71963E3A5}"/>
                    </a:ext>
                  </a:extLst>
                </p:cNvPr>
                <p:cNvSpPr/>
                <p:nvPr/>
              </p:nvSpPr>
              <p:spPr>
                <a:xfrm>
                  <a:off x="8944066" y="4401011"/>
                  <a:ext cx="112837" cy="94882"/>
                </a:xfrm>
                <a:custGeom>
                  <a:avLst/>
                  <a:gdLst>
                    <a:gd name="connsiteX0" fmla="*/ 55735 w 112837"/>
                    <a:gd name="connsiteY0" fmla="*/ 55354 h 94882"/>
                    <a:gd name="connsiteX1" fmla="*/ 110599 w 112837"/>
                    <a:gd name="connsiteY1" fmla="*/ 71642 h 94882"/>
                    <a:gd name="connsiteX2" fmla="*/ 111171 w 112837"/>
                    <a:gd name="connsiteY2" fmla="*/ 42590 h 94882"/>
                    <a:gd name="connsiteX3" fmla="*/ 42590 w 112837"/>
                    <a:gd name="connsiteY3" fmla="*/ 1728 h 94882"/>
                    <a:gd name="connsiteX4" fmla="*/ 1728 w 112837"/>
                    <a:gd name="connsiteY4" fmla="*/ 70308 h 94882"/>
                    <a:gd name="connsiteX5" fmla="*/ 15444 w 112837"/>
                    <a:gd name="connsiteY5" fmla="*/ 94883 h 94882"/>
                    <a:gd name="connsiteX6" fmla="*/ 55735 w 112837"/>
                    <a:gd name="connsiteY6" fmla="*/ 55354 h 94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37" h="94882">
                      <a:moveTo>
                        <a:pt x="55735" y="55354"/>
                      </a:moveTo>
                      <a:cubicBezTo>
                        <a:pt x="76309" y="50115"/>
                        <a:pt x="96978" y="57164"/>
                        <a:pt x="110599" y="71642"/>
                      </a:cubicBezTo>
                      <a:cubicBezTo>
                        <a:pt x="113171" y="62403"/>
                        <a:pt x="113742" y="52592"/>
                        <a:pt x="111171" y="42590"/>
                      </a:cubicBezTo>
                      <a:cubicBezTo>
                        <a:pt x="103551" y="12396"/>
                        <a:pt x="72785" y="-5892"/>
                        <a:pt x="42590" y="1728"/>
                      </a:cubicBezTo>
                      <a:cubicBezTo>
                        <a:pt x="12396" y="9348"/>
                        <a:pt x="-5892" y="40114"/>
                        <a:pt x="1728" y="70308"/>
                      </a:cubicBezTo>
                      <a:cubicBezTo>
                        <a:pt x="4205" y="79929"/>
                        <a:pt x="9158" y="88120"/>
                        <a:pt x="15444" y="94883"/>
                      </a:cubicBezTo>
                      <a:cubicBezTo>
                        <a:pt x="20778" y="76119"/>
                        <a:pt x="35447" y="60497"/>
                        <a:pt x="55735" y="55354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21" name="Forme libre : forme 14720">
                  <a:extLst>
                    <a:ext uri="{FF2B5EF4-FFF2-40B4-BE49-F238E27FC236}">
                      <a16:creationId xmlns:a16="http://schemas.microsoft.com/office/drawing/2014/main" id="{0A90F193-8BA7-4D86-B1B0-745ED3998116}"/>
                    </a:ext>
                  </a:extLst>
                </p:cNvPr>
                <p:cNvSpPr/>
                <p:nvPr/>
              </p:nvSpPr>
              <p:spPr>
                <a:xfrm rot="-2428918">
                  <a:off x="8958220" y="4444888"/>
                  <a:ext cx="47052" cy="54101"/>
                </a:xfrm>
                <a:custGeom>
                  <a:avLst/>
                  <a:gdLst>
                    <a:gd name="connsiteX0" fmla="*/ 47053 w 47052"/>
                    <a:gd name="connsiteY0" fmla="*/ 27051 h 54101"/>
                    <a:gd name="connsiteX1" fmla="*/ 23526 w 47052"/>
                    <a:gd name="connsiteY1" fmla="*/ 54101 h 54101"/>
                    <a:gd name="connsiteX2" fmla="*/ 0 w 47052"/>
                    <a:gd name="connsiteY2" fmla="*/ 27051 h 54101"/>
                    <a:gd name="connsiteX3" fmla="*/ 23526 w 47052"/>
                    <a:gd name="connsiteY3" fmla="*/ 0 h 54101"/>
                    <a:gd name="connsiteX4" fmla="*/ 47053 w 47052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1">
                      <a:moveTo>
                        <a:pt x="47053" y="27051"/>
                      </a:moveTo>
                      <a:cubicBezTo>
                        <a:pt x="47053" y="41990"/>
                        <a:pt x="36520" y="54101"/>
                        <a:pt x="23526" y="54101"/>
                      </a:cubicBezTo>
                      <a:cubicBezTo>
                        <a:pt x="10533" y="54101"/>
                        <a:pt x="0" y="41990"/>
                        <a:pt x="0" y="27051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20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22" name="Forme libre : forme 14721">
                  <a:extLst>
                    <a:ext uri="{FF2B5EF4-FFF2-40B4-BE49-F238E27FC236}">
                      <a16:creationId xmlns:a16="http://schemas.microsoft.com/office/drawing/2014/main" id="{9CD6394D-24E3-46A0-AB28-7EDC6FDCC2CC}"/>
                    </a:ext>
                  </a:extLst>
                </p:cNvPr>
                <p:cNvSpPr/>
                <p:nvPr/>
              </p:nvSpPr>
              <p:spPr>
                <a:xfrm>
                  <a:off x="8992753" y="4473225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723" name="Graphique 2">
                <a:extLst>
                  <a:ext uri="{FF2B5EF4-FFF2-40B4-BE49-F238E27FC236}">
                    <a16:creationId xmlns:a16="http://schemas.microsoft.com/office/drawing/2014/main" id="{119324D4-ECF6-40FD-8610-0516838BDD53}"/>
                  </a:ext>
                </a:extLst>
              </p:cNvPr>
              <p:cNvGrpSpPr/>
              <p:nvPr/>
            </p:nvGrpSpPr>
            <p:grpSpPr>
              <a:xfrm>
                <a:off x="8821588" y="4506167"/>
                <a:ext cx="112966" cy="112980"/>
                <a:chOff x="8821588" y="4506167"/>
                <a:chExt cx="112966" cy="112980"/>
              </a:xfrm>
              <a:solidFill>
                <a:schemeClr val="accent1"/>
              </a:solidFill>
            </p:grpSpPr>
            <p:sp>
              <p:nvSpPr>
                <p:cNvPr id="14724" name="Forme libre : forme 14723">
                  <a:extLst>
                    <a:ext uri="{FF2B5EF4-FFF2-40B4-BE49-F238E27FC236}">
                      <a16:creationId xmlns:a16="http://schemas.microsoft.com/office/drawing/2014/main" id="{5B12A417-3DE6-417C-961F-7589021731A1}"/>
                    </a:ext>
                  </a:extLst>
                </p:cNvPr>
                <p:cNvSpPr/>
                <p:nvPr/>
              </p:nvSpPr>
              <p:spPr>
                <a:xfrm>
                  <a:off x="8821588" y="4506181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25" name="Forme libre : forme 14724">
                  <a:extLst>
                    <a:ext uri="{FF2B5EF4-FFF2-40B4-BE49-F238E27FC236}">
                      <a16:creationId xmlns:a16="http://schemas.microsoft.com/office/drawing/2014/main" id="{316FCF88-54A6-4B31-8B72-6A67A812DA53}"/>
                    </a:ext>
                  </a:extLst>
                </p:cNvPr>
                <p:cNvSpPr/>
                <p:nvPr/>
              </p:nvSpPr>
              <p:spPr>
                <a:xfrm>
                  <a:off x="8821670" y="4506167"/>
                  <a:ext cx="112837" cy="94882"/>
                </a:xfrm>
                <a:custGeom>
                  <a:avLst/>
                  <a:gdLst>
                    <a:gd name="connsiteX0" fmla="*/ 55735 w 112837"/>
                    <a:gd name="connsiteY0" fmla="*/ 55354 h 94882"/>
                    <a:gd name="connsiteX1" fmla="*/ 110599 w 112837"/>
                    <a:gd name="connsiteY1" fmla="*/ 71642 h 94882"/>
                    <a:gd name="connsiteX2" fmla="*/ 111170 w 112837"/>
                    <a:gd name="connsiteY2" fmla="*/ 42591 h 94882"/>
                    <a:gd name="connsiteX3" fmla="*/ 42591 w 112837"/>
                    <a:gd name="connsiteY3" fmla="*/ 1728 h 94882"/>
                    <a:gd name="connsiteX4" fmla="*/ 1728 w 112837"/>
                    <a:gd name="connsiteY4" fmla="*/ 70308 h 94882"/>
                    <a:gd name="connsiteX5" fmla="*/ 15444 w 112837"/>
                    <a:gd name="connsiteY5" fmla="*/ 94883 h 94882"/>
                    <a:gd name="connsiteX6" fmla="*/ 55735 w 112837"/>
                    <a:gd name="connsiteY6" fmla="*/ 55354 h 94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37" h="94882">
                      <a:moveTo>
                        <a:pt x="55735" y="55354"/>
                      </a:moveTo>
                      <a:cubicBezTo>
                        <a:pt x="76309" y="50115"/>
                        <a:pt x="96978" y="57164"/>
                        <a:pt x="110599" y="71642"/>
                      </a:cubicBezTo>
                      <a:cubicBezTo>
                        <a:pt x="113171" y="62403"/>
                        <a:pt x="113742" y="52592"/>
                        <a:pt x="111170" y="42591"/>
                      </a:cubicBezTo>
                      <a:cubicBezTo>
                        <a:pt x="103551" y="12396"/>
                        <a:pt x="72785" y="-5892"/>
                        <a:pt x="42591" y="1728"/>
                      </a:cubicBezTo>
                      <a:cubicBezTo>
                        <a:pt x="12396" y="9348"/>
                        <a:pt x="-5892" y="40114"/>
                        <a:pt x="1728" y="70308"/>
                      </a:cubicBezTo>
                      <a:cubicBezTo>
                        <a:pt x="4205" y="79929"/>
                        <a:pt x="9158" y="88120"/>
                        <a:pt x="15444" y="94883"/>
                      </a:cubicBezTo>
                      <a:cubicBezTo>
                        <a:pt x="20683" y="76118"/>
                        <a:pt x="35447" y="60498"/>
                        <a:pt x="55735" y="55354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26" name="Forme libre : forme 14725">
                  <a:extLst>
                    <a:ext uri="{FF2B5EF4-FFF2-40B4-BE49-F238E27FC236}">
                      <a16:creationId xmlns:a16="http://schemas.microsoft.com/office/drawing/2014/main" id="{122B9E96-E40A-49E4-8C98-416A8B302F7F}"/>
                    </a:ext>
                  </a:extLst>
                </p:cNvPr>
                <p:cNvSpPr/>
                <p:nvPr/>
              </p:nvSpPr>
              <p:spPr>
                <a:xfrm rot="-2428918">
                  <a:off x="8835718" y="4550070"/>
                  <a:ext cx="47052" cy="54101"/>
                </a:xfrm>
                <a:custGeom>
                  <a:avLst/>
                  <a:gdLst>
                    <a:gd name="connsiteX0" fmla="*/ 47053 w 47052"/>
                    <a:gd name="connsiteY0" fmla="*/ 27051 h 54101"/>
                    <a:gd name="connsiteX1" fmla="*/ 23526 w 47052"/>
                    <a:gd name="connsiteY1" fmla="*/ 54101 h 54101"/>
                    <a:gd name="connsiteX2" fmla="*/ 0 w 47052"/>
                    <a:gd name="connsiteY2" fmla="*/ 27051 h 54101"/>
                    <a:gd name="connsiteX3" fmla="*/ 23526 w 47052"/>
                    <a:gd name="connsiteY3" fmla="*/ 0 h 54101"/>
                    <a:gd name="connsiteX4" fmla="*/ 47053 w 47052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1">
                      <a:moveTo>
                        <a:pt x="47053" y="27051"/>
                      </a:moveTo>
                      <a:cubicBezTo>
                        <a:pt x="47053" y="41990"/>
                        <a:pt x="36520" y="54101"/>
                        <a:pt x="23526" y="54101"/>
                      </a:cubicBezTo>
                      <a:cubicBezTo>
                        <a:pt x="10533" y="54101"/>
                        <a:pt x="0" y="41990"/>
                        <a:pt x="0" y="27051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20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27" name="Forme libre : forme 14726">
                  <a:extLst>
                    <a:ext uri="{FF2B5EF4-FFF2-40B4-BE49-F238E27FC236}">
                      <a16:creationId xmlns:a16="http://schemas.microsoft.com/office/drawing/2014/main" id="{46BAE0A6-98C3-4484-A2D6-56294D8A3127}"/>
                    </a:ext>
                  </a:extLst>
                </p:cNvPr>
                <p:cNvSpPr/>
                <p:nvPr/>
              </p:nvSpPr>
              <p:spPr>
                <a:xfrm>
                  <a:off x="8870261" y="4578381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728" name="Graphique 2">
              <a:extLst>
                <a:ext uri="{FF2B5EF4-FFF2-40B4-BE49-F238E27FC236}">
                  <a16:creationId xmlns:a16="http://schemas.microsoft.com/office/drawing/2014/main" id="{A8833C37-FD87-4992-BCE9-E508BA0951AF}"/>
                </a:ext>
              </a:extLst>
            </p:cNvPr>
            <p:cNvGrpSpPr/>
            <p:nvPr/>
          </p:nvGrpSpPr>
          <p:grpSpPr>
            <a:xfrm>
              <a:off x="6984692" y="2188844"/>
              <a:ext cx="235471" cy="218217"/>
              <a:chOff x="6984692" y="2188844"/>
              <a:chExt cx="235471" cy="218217"/>
            </a:xfrm>
            <a:solidFill>
              <a:schemeClr val="accent1"/>
            </a:solidFill>
          </p:grpSpPr>
          <p:grpSp>
            <p:nvGrpSpPr>
              <p:cNvPr id="14729" name="Graphique 2">
                <a:extLst>
                  <a:ext uri="{FF2B5EF4-FFF2-40B4-BE49-F238E27FC236}">
                    <a16:creationId xmlns:a16="http://schemas.microsoft.com/office/drawing/2014/main" id="{A93160C9-5BD4-4514-815A-5A6C8FC94177}"/>
                  </a:ext>
                </a:extLst>
              </p:cNvPr>
              <p:cNvGrpSpPr/>
              <p:nvPr/>
            </p:nvGrpSpPr>
            <p:grpSpPr>
              <a:xfrm>
                <a:off x="6984692" y="2294095"/>
                <a:ext cx="112980" cy="112966"/>
                <a:chOff x="6984692" y="2294095"/>
                <a:chExt cx="112980" cy="112966"/>
              </a:xfrm>
              <a:solidFill>
                <a:schemeClr val="accent1"/>
              </a:solidFill>
            </p:grpSpPr>
            <p:sp>
              <p:nvSpPr>
                <p:cNvPr id="14730" name="Forme libre : forme 14729">
                  <a:extLst>
                    <a:ext uri="{FF2B5EF4-FFF2-40B4-BE49-F238E27FC236}">
                      <a16:creationId xmlns:a16="http://schemas.microsoft.com/office/drawing/2014/main" id="{ED9E1683-4F37-470E-A3BC-8EA42D3890AA}"/>
                    </a:ext>
                  </a:extLst>
                </p:cNvPr>
                <p:cNvSpPr/>
                <p:nvPr/>
              </p:nvSpPr>
              <p:spPr>
                <a:xfrm>
                  <a:off x="6984692" y="2294095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31" name="Forme libre : forme 14730">
                  <a:extLst>
                    <a:ext uri="{FF2B5EF4-FFF2-40B4-BE49-F238E27FC236}">
                      <a16:creationId xmlns:a16="http://schemas.microsoft.com/office/drawing/2014/main" id="{FC4B1422-B9B8-4266-9A10-73FD61E74FDB}"/>
                    </a:ext>
                  </a:extLst>
                </p:cNvPr>
                <p:cNvSpPr/>
                <p:nvPr/>
              </p:nvSpPr>
              <p:spPr>
                <a:xfrm>
                  <a:off x="6984835" y="2312098"/>
                  <a:ext cx="112837" cy="94882"/>
                </a:xfrm>
                <a:custGeom>
                  <a:avLst/>
                  <a:gdLst>
                    <a:gd name="connsiteX0" fmla="*/ 57102 w 112837"/>
                    <a:gd name="connsiteY0" fmla="*/ 39529 h 94882"/>
                    <a:gd name="connsiteX1" fmla="*/ 2238 w 112837"/>
                    <a:gd name="connsiteY1" fmla="*/ 23241 h 94882"/>
                    <a:gd name="connsiteX2" fmla="*/ 1667 w 112837"/>
                    <a:gd name="connsiteY2" fmla="*/ 52292 h 94882"/>
                    <a:gd name="connsiteX3" fmla="*/ 70247 w 112837"/>
                    <a:gd name="connsiteY3" fmla="*/ 93154 h 94882"/>
                    <a:gd name="connsiteX4" fmla="*/ 111109 w 112837"/>
                    <a:gd name="connsiteY4" fmla="*/ 24575 h 94882"/>
                    <a:gd name="connsiteX5" fmla="*/ 97393 w 112837"/>
                    <a:gd name="connsiteY5" fmla="*/ 0 h 94882"/>
                    <a:gd name="connsiteX6" fmla="*/ 57102 w 112837"/>
                    <a:gd name="connsiteY6" fmla="*/ 39529 h 94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37" h="94882">
                      <a:moveTo>
                        <a:pt x="57102" y="39529"/>
                      </a:moveTo>
                      <a:cubicBezTo>
                        <a:pt x="36528" y="44767"/>
                        <a:pt x="15859" y="37719"/>
                        <a:pt x="2238" y="23241"/>
                      </a:cubicBezTo>
                      <a:cubicBezTo>
                        <a:pt x="-334" y="32480"/>
                        <a:pt x="-905" y="42291"/>
                        <a:pt x="1667" y="52292"/>
                      </a:cubicBezTo>
                      <a:cubicBezTo>
                        <a:pt x="9287" y="82486"/>
                        <a:pt x="40052" y="100775"/>
                        <a:pt x="70247" y="93154"/>
                      </a:cubicBezTo>
                      <a:cubicBezTo>
                        <a:pt x="100441" y="85534"/>
                        <a:pt x="118729" y="54769"/>
                        <a:pt x="111109" y="24575"/>
                      </a:cubicBezTo>
                      <a:cubicBezTo>
                        <a:pt x="108632" y="14954"/>
                        <a:pt x="103679" y="6763"/>
                        <a:pt x="97393" y="0"/>
                      </a:cubicBezTo>
                      <a:cubicBezTo>
                        <a:pt x="92059" y="18764"/>
                        <a:pt x="77390" y="34385"/>
                        <a:pt x="57102" y="3952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32" name="Forme libre : forme 14731">
                  <a:extLst>
                    <a:ext uri="{FF2B5EF4-FFF2-40B4-BE49-F238E27FC236}">
                      <a16:creationId xmlns:a16="http://schemas.microsoft.com/office/drawing/2014/main" id="{A1B28B41-3C50-4950-9618-36B2B16AF294}"/>
                    </a:ext>
                  </a:extLst>
                </p:cNvPr>
                <p:cNvSpPr/>
                <p:nvPr/>
              </p:nvSpPr>
              <p:spPr>
                <a:xfrm rot="-2428918">
                  <a:off x="7036405" y="2309060"/>
                  <a:ext cx="47052" cy="54101"/>
                </a:xfrm>
                <a:custGeom>
                  <a:avLst/>
                  <a:gdLst>
                    <a:gd name="connsiteX0" fmla="*/ 47053 w 47052"/>
                    <a:gd name="connsiteY0" fmla="*/ 27051 h 54101"/>
                    <a:gd name="connsiteX1" fmla="*/ 23526 w 47052"/>
                    <a:gd name="connsiteY1" fmla="*/ 54101 h 54101"/>
                    <a:gd name="connsiteX2" fmla="*/ 0 w 47052"/>
                    <a:gd name="connsiteY2" fmla="*/ 27051 h 54101"/>
                    <a:gd name="connsiteX3" fmla="*/ 23526 w 47052"/>
                    <a:gd name="connsiteY3" fmla="*/ 0 h 54101"/>
                    <a:gd name="connsiteX4" fmla="*/ 47053 w 47052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1">
                      <a:moveTo>
                        <a:pt x="47053" y="27051"/>
                      </a:moveTo>
                      <a:cubicBezTo>
                        <a:pt x="47053" y="41990"/>
                        <a:pt x="36520" y="54101"/>
                        <a:pt x="23526" y="54101"/>
                      </a:cubicBezTo>
                      <a:cubicBezTo>
                        <a:pt x="10533" y="54101"/>
                        <a:pt x="0" y="41990"/>
                        <a:pt x="0" y="27051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20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33" name="Forme libre : forme 14732">
                  <a:extLst>
                    <a:ext uri="{FF2B5EF4-FFF2-40B4-BE49-F238E27FC236}">
                      <a16:creationId xmlns:a16="http://schemas.microsoft.com/office/drawing/2014/main" id="{590D3DCD-BAE8-4922-B52B-48F7D648769C}"/>
                    </a:ext>
                  </a:extLst>
                </p:cNvPr>
                <p:cNvSpPr/>
                <p:nvPr/>
              </p:nvSpPr>
              <p:spPr>
                <a:xfrm>
                  <a:off x="7030507" y="2316289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6" y="18478"/>
                        <a:pt x="0" y="14342"/>
                        <a:pt x="0" y="9239"/>
                      </a:cubicBezTo>
                      <a:cubicBezTo>
                        <a:pt x="0" y="4136"/>
                        <a:pt x="4136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734" name="Graphique 2">
                <a:extLst>
                  <a:ext uri="{FF2B5EF4-FFF2-40B4-BE49-F238E27FC236}">
                    <a16:creationId xmlns:a16="http://schemas.microsoft.com/office/drawing/2014/main" id="{F6B8C89F-7DD7-412B-BC21-F1D49B36F148}"/>
                  </a:ext>
                </a:extLst>
              </p:cNvPr>
              <p:cNvGrpSpPr/>
              <p:nvPr/>
            </p:nvGrpSpPr>
            <p:grpSpPr>
              <a:xfrm>
                <a:off x="7107184" y="2188844"/>
                <a:ext cx="112980" cy="112980"/>
                <a:chOff x="7107184" y="2188844"/>
                <a:chExt cx="112980" cy="112980"/>
              </a:xfrm>
              <a:solidFill>
                <a:schemeClr val="accent1"/>
              </a:solidFill>
            </p:grpSpPr>
            <p:sp>
              <p:nvSpPr>
                <p:cNvPr id="14735" name="Forme libre : forme 14734">
                  <a:extLst>
                    <a:ext uri="{FF2B5EF4-FFF2-40B4-BE49-F238E27FC236}">
                      <a16:creationId xmlns:a16="http://schemas.microsoft.com/office/drawing/2014/main" id="{91A9447E-CD8B-496F-8CB8-D1C31F30BCA7}"/>
                    </a:ext>
                  </a:extLst>
                </p:cNvPr>
                <p:cNvSpPr/>
                <p:nvPr/>
              </p:nvSpPr>
              <p:spPr>
                <a:xfrm>
                  <a:off x="7107184" y="2188844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36" name="Forme libre : forme 14735">
                  <a:extLst>
                    <a:ext uri="{FF2B5EF4-FFF2-40B4-BE49-F238E27FC236}">
                      <a16:creationId xmlns:a16="http://schemas.microsoft.com/office/drawing/2014/main" id="{8A3AC62B-F917-4D91-8A6C-88BBFF625A27}"/>
                    </a:ext>
                  </a:extLst>
                </p:cNvPr>
                <p:cNvSpPr/>
                <p:nvPr/>
              </p:nvSpPr>
              <p:spPr>
                <a:xfrm>
                  <a:off x="7107327" y="2206941"/>
                  <a:ext cx="112837" cy="94882"/>
                </a:xfrm>
                <a:custGeom>
                  <a:avLst/>
                  <a:gdLst>
                    <a:gd name="connsiteX0" fmla="*/ 57102 w 112837"/>
                    <a:gd name="connsiteY0" fmla="*/ 39529 h 94882"/>
                    <a:gd name="connsiteX1" fmla="*/ 2238 w 112837"/>
                    <a:gd name="connsiteY1" fmla="*/ 23241 h 94882"/>
                    <a:gd name="connsiteX2" fmla="*/ 1667 w 112837"/>
                    <a:gd name="connsiteY2" fmla="*/ 52292 h 94882"/>
                    <a:gd name="connsiteX3" fmla="*/ 70247 w 112837"/>
                    <a:gd name="connsiteY3" fmla="*/ 93154 h 94882"/>
                    <a:gd name="connsiteX4" fmla="*/ 111109 w 112837"/>
                    <a:gd name="connsiteY4" fmla="*/ 24575 h 94882"/>
                    <a:gd name="connsiteX5" fmla="*/ 97393 w 112837"/>
                    <a:gd name="connsiteY5" fmla="*/ 0 h 94882"/>
                    <a:gd name="connsiteX6" fmla="*/ 57102 w 112837"/>
                    <a:gd name="connsiteY6" fmla="*/ 39529 h 94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37" h="94882">
                      <a:moveTo>
                        <a:pt x="57102" y="39529"/>
                      </a:moveTo>
                      <a:cubicBezTo>
                        <a:pt x="36528" y="44768"/>
                        <a:pt x="15859" y="37719"/>
                        <a:pt x="2238" y="23241"/>
                      </a:cubicBezTo>
                      <a:cubicBezTo>
                        <a:pt x="-333" y="32480"/>
                        <a:pt x="-905" y="42291"/>
                        <a:pt x="1667" y="52292"/>
                      </a:cubicBezTo>
                      <a:cubicBezTo>
                        <a:pt x="9287" y="82487"/>
                        <a:pt x="40052" y="100775"/>
                        <a:pt x="70247" y="93154"/>
                      </a:cubicBezTo>
                      <a:cubicBezTo>
                        <a:pt x="100441" y="85534"/>
                        <a:pt x="118729" y="54769"/>
                        <a:pt x="111109" y="24575"/>
                      </a:cubicBezTo>
                      <a:cubicBezTo>
                        <a:pt x="108632" y="14954"/>
                        <a:pt x="103679" y="6763"/>
                        <a:pt x="97393" y="0"/>
                      </a:cubicBezTo>
                      <a:cubicBezTo>
                        <a:pt x="92059" y="18764"/>
                        <a:pt x="77390" y="34385"/>
                        <a:pt x="57102" y="3952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37" name="Forme libre : forme 14736">
                  <a:extLst>
                    <a:ext uri="{FF2B5EF4-FFF2-40B4-BE49-F238E27FC236}">
                      <a16:creationId xmlns:a16="http://schemas.microsoft.com/office/drawing/2014/main" id="{BFF71E3C-7F7D-4880-86D0-615178BA73D7}"/>
                    </a:ext>
                  </a:extLst>
                </p:cNvPr>
                <p:cNvSpPr/>
                <p:nvPr/>
              </p:nvSpPr>
              <p:spPr>
                <a:xfrm rot="-2428918">
                  <a:off x="7158846" y="2203806"/>
                  <a:ext cx="47052" cy="54101"/>
                </a:xfrm>
                <a:custGeom>
                  <a:avLst/>
                  <a:gdLst>
                    <a:gd name="connsiteX0" fmla="*/ 47053 w 47052"/>
                    <a:gd name="connsiteY0" fmla="*/ 27051 h 54101"/>
                    <a:gd name="connsiteX1" fmla="*/ 23526 w 47052"/>
                    <a:gd name="connsiteY1" fmla="*/ 54101 h 54101"/>
                    <a:gd name="connsiteX2" fmla="*/ 0 w 47052"/>
                    <a:gd name="connsiteY2" fmla="*/ 27051 h 54101"/>
                    <a:gd name="connsiteX3" fmla="*/ 23526 w 47052"/>
                    <a:gd name="connsiteY3" fmla="*/ 0 h 54101"/>
                    <a:gd name="connsiteX4" fmla="*/ 47053 w 47052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1">
                      <a:moveTo>
                        <a:pt x="47053" y="27051"/>
                      </a:moveTo>
                      <a:cubicBezTo>
                        <a:pt x="47053" y="41990"/>
                        <a:pt x="36520" y="54101"/>
                        <a:pt x="23526" y="54101"/>
                      </a:cubicBezTo>
                      <a:cubicBezTo>
                        <a:pt x="10533" y="54101"/>
                        <a:pt x="0" y="41990"/>
                        <a:pt x="0" y="27051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20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38" name="Forme libre : forme 14737">
                  <a:extLst>
                    <a:ext uri="{FF2B5EF4-FFF2-40B4-BE49-F238E27FC236}">
                      <a16:creationId xmlns:a16="http://schemas.microsoft.com/office/drawing/2014/main" id="{A10DE5CB-B2CC-45F9-BF97-38FACF03B4E1}"/>
                    </a:ext>
                  </a:extLst>
                </p:cNvPr>
                <p:cNvSpPr/>
                <p:nvPr/>
              </p:nvSpPr>
              <p:spPr>
                <a:xfrm>
                  <a:off x="7152999" y="2211133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6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739" name="Graphique 2">
              <a:extLst>
                <a:ext uri="{FF2B5EF4-FFF2-40B4-BE49-F238E27FC236}">
                  <a16:creationId xmlns:a16="http://schemas.microsoft.com/office/drawing/2014/main" id="{A0EDDCBA-348D-4D47-88E2-5ABB9A3A58C3}"/>
                </a:ext>
              </a:extLst>
            </p:cNvPr>
            <p:cNvGrpSpPr/>
            <p:nvPr/>
          </p:nvGrpSpPr>
          <p:grpSpPr>
            <a:xfrm>
              <a:off x="9285932" y="3792715"/>
              <a:ext cx="168402" cy="264648"/>
              <a:chOff x="9285932" y="3792715"/>
              <a:chExt cx="168402" cy="264648"/>
            </a:xfrm>
            <a:solidFill>
              <a:schemeClr val="accent1"/>
            </a:solidFill>
          </p:grpSpPr>
          <p:grpSp>
            <p:nvGrpSpPr>
              <p:cNvPr id="14740" name="Graphique 2">
                <a:extLst>
                  <a:ext uri="{FF2B5EF4-FFF2-40B4-BE49-F238E27FC236}">
                    <a16:creationId xmlns:a16="http://schemas.microsoft.com/office/drawing/2014/main" id="{2A75C03A-8D5B-4315-8153-ADD8D38719B8}"/>
                  </a:ext>
                </a:extLst>
              </p:cNvPr>
              <p:cNvGrpSpPr/>
              <p:nvPr/>
            </p:nvGrpSpPr>
            <p:grpSpPr>
              <a:xfrm>
                <a:off x="9341368" y="3792715"/>
                <a:ext cx="112966" cy="113010"/>
                <a:chOff x="9341368" y="3792715"/>
                <a:chExt cx="112966" cy="113010"/>
              </a:xfrm>
              <a:solidFill>
                <a:schemeClr val="accent1"/>
              </a:solidFill>
            </p:grpSpPr>
            <p:sp>
              <p:nvSpPr>
                <p:cNvPr id="14741" name="Forme libre : forme 14740">
                  <a:extLst>
                    <a:ext uri="{FF2B5EF4-FFF2-40B4-BE49-F238E27FC236}">
                      <a16:creationId xmlns:a16="http://schemas.microsoft.com/office/drawing/2014/main" id="{711C04CD-5BB1-469D-A400-2D910091537C}"/>
                    </a:ext>
                  </a:extLst>
                </p:cNvPr>
                <p:cNvSpPr/>
                <p:nvPr/>
              </p:nvSpPr>
              <p:spPr>
                <a:xfrm>
                  <a:off x="9341368" y="3792759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42" name="Forme libre : forme 14741">
                  <a:extLst>
                    <a:ext uri="{FF2B5EF4-FFF2-40B4-BE49-F238E27FC236}">
                      <a16:creationId xmlns:a16="http://schemas.microsoft.com/office/drawing/2014/main" id="{55DC6792-CE4C-4648-9BBC-A3EC6574A961}"/>
                    </a:ext>
                  </a:extLst>
                </p:cNvPr>
                <p:cNvSpPr/>
                <p:nvPr/>
              </p:nvSpPr>
              <p:spPr>
                <a:xfrm>
                  <a:off x="9341419" y="3792715"/>
                  <a:ext cx="111104" cy="110057"/>
                </a:xfrm>
                <a:custGeom>
                  <a:avLst/>
                  <a:gdLst>
                    <a:gd name="connsiteX0" fmla="*/ 55289 w 111104"/>
                    <a:gd name="connsiteY0" fmla="*/ 55860 h 110057"/>
                    <a:gd name="connsiteX1" fmla="*/ 111105 w 111104"/>
                    <a:gd name="connsiteY1" fmla="*/ 43192 h 110057"/>
                    <a:gd name="connsiteX2" fmla="*/ 97389 w 111104"/>
                    <a:gd name="connsiteY2" fmla="*/ 17570 h 110057"/>
                    <a:gd name="connsiteX3" fmla="*/ 17570 w 111104"/>
                    <a:gd name="connsiteY3" fmla="*/ 15474 h 110057"/>
                    <a:gd name="connsiteX4" fmla="*/ 15474 w 111104"/>
                    <a:gd name="connsiteY4" fmla="*/ 95294 h 110057"/>
                    <a:gd name="connsiteX5" fmla="*/ 39477 w 111104"/>
                    <a:gd name="connsiteY5" fmla="*/ 110057 h 110057"/>
                    <a:gd name="connsiteX6" fmla="*/ 55289 w 111104"/>
                    <a:gd name="connsiteY6" fmla="*/ 55860 h 11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104" h="110057">
                      <a:moveTo>
                        <a:pt x="55289" y="55860"/>
                      </a:moveTo>
                      <a:cubicBezTo>
                        <a:pt x="70719" y="41192"/>
                        <a:pt x="92150" y="37286"/>
                        <a:pt x="111105" y="43192"/>
                      </a:cubicBezTo>
                      <a:cubicBezTo>
                        <a:pt x="108819" y="33953"/>
                        <a:pt x="104438" y="24999"/>
                        <a:pt x="97389" y="17570"/>
                      </a:cubicBezTo>
                      <a:cubicBezTo>
                        <a:pt x="75958" y="-5005"/>
                        <a:pt x="40239" y="-5957"/>
                        <a:pt x="17570" y="15474"/>
                      </a:cubicBezTo>
                      <a:cubicBezTo>
                        <a:pt x="-5005" y="36905"/>
                        <a:pt x="-5957" y="72624"/>
                        <a:pt x="15474" y="95294"/>
                      </a:cubicBezTo>
                      <a:cubicBezTo>
                        <a:pt x="22332" y="102533"/>
                        <a:pt x="30619" y="107200"/>
                        <a:pt x="39477" y="110057"/>
                      </a:cubicBezTo>
                      <a:cubicBezTo>
                        <a:pt x="34905" y="91103"/>
                        <a:pt x="40049" y="70338"/>
                        <a:pt x="55289" y="55860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43" name="Forme libre : forme 14742">
                  <a:extLst>
                    <a:ext uri="{FF2B5EF4-FFF2-40B4-BE49-F238E27FC236}">
                      <a16:creationId xmlns:a16="http://schemas.microsoft.com/office/drawing/2014/main" id="{74B8EBAB-5DA2-49B4-BE5C-6004945B628D}"/>
                    </a:ext>
                  </a:extLst>
                </p:cNvPr>
                <p:cNvSpPr/>
                <p:nvPr/>
              </p:nvSpPr>
              <p:spPr>
                <a:xfrm rot="-4183979">
                  <a:off x="9365196" y="3844152"/>
                  <a:ext cx="47054" cy="54102"/>
                </a:xfrm>
                <a:custGeom>
                  <a:avLst/>
                  <a:gdLst>
                    <a:gd name="connsiteX0" fmla="*/ 47054 w 47054"/>
                    <a:gd name="connsiteY0" fmla="*/ 27051 h 54102"/>
                    <a:gd name="connsiteX1" fmla="*/ 23527 w 47054"/>
                    <a:gd name="connsiteY1" fmla="*/ 54103 h 54102"/>
                    <a:gd name="connsiteX2" fmla="*/ 0 w 47054"/>
                    <a:gd name="connsiteY2" fmla="*/ 27051 h 54102"/>
                    <a:gd name="connsiteX3" fmla="*/ 23527 w 47054"/>
                    <a:gd name="connsiteY3" fmla="*/ 0 h 54102"/>
                    <a:gd name="connsiteX4" fmla="*/ 47054 w 47054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2">
                      <a:moveTo>
                        <a:pt x="47054" y="27051"/>
                      </a:moveTo>
                      <a:cubicBezTo>
                        <a:pt x="47054" y="41991"/>
                        <a:pt x="36521" y="54103"/>
                        <a:pt x="23527" y="54103"/>
                      </a:cubicBezTo>
                      <a:cubicBezTo>
                        <a:pt x="10533" y="54103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1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44" name="Forme libre : forme 14743">
                  <a:extLst>
                    <a:ext uri="{FF2B5EF4-FFF2-40B4-BE49-F238E27FC236}">
                      <a16:creationId xmlns:a16="http://schemas.microsoft.com/office/drawing/2014/main" id="{99D5B295-E295-49D1-BB96-6C36559572A9}"/>
                    </a:ext>
                  </a:extLst>
                </p:cNvPr>
                <p:cNvSpPr/>
                <p:nvPr/>
              </p:nvSpPr>
              <p:spPr>
                <a:xfrm>
                  <a:off x="9402042" y="3861148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745" name="Graphique 2">
                <a:extLst>
                  <a:ext uri="{FF2B5EF4-FFF2-40B4-BE49-F238E27FC236}">
                    <a16:creationId xmlns:a16="http://schemas.microsoft.com/office/drawing/2014/main" id="{2681E184-B016-4487-8EC2-75FC0D24563F}"/>
                  </a:ext>
                </a:extLst>
              </p:cNvPr>
              <p:cNvGrpSpPr/>
              <p:nvPr/>
            </p:nvGrpSpPr>
            <p:grpSpPr>
              <a:xfrm>
                <a:off x="9285932" y="3944353"/>
                <a:ext cx="112966" cy="113010"/>
                <a:chOff x="9285932" y="3944353"/>
                <a:chExt cx="112966" cy="113010"/>
              </a:xfrm>
              <a:solidFill>
                <a:schemeClr val="accent1"/>
              </a:solidFill>
            </p:grpSpPr>
            <p:sp>
              <p:nvSpPr>
                <p:cNvPr id="14746" name="Forme libre : forme 14745">
                  <a:extLst>
                    <a:ext uri="{FF2B5EF4-FFF2-40B4-BE49-F238E27FC236}">
                      <a16:creationId xmlns:a16="http://schemas.microsoft.com/office/drawing/2014/main" id="{0CF79028-9CBA-4A90-B9DE-BBF87AE2C5F4}"/>
                    </a:ext>
                  </a:extLst>
                </p:cNvPr>
                <p:cNvSpPr/>
                <p:nvPr/>
              </p:nvSpPr>
              <p:spPr>
                <a:xfrm>
                  <a:off x="9285932" y="3944397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47" name="Forme libre : forme 14746">
                  <a:extLst>
                    <a:ext uri="{FF2B5EF4-FFF2-40B4-BE49-F238E27FC236}">
                      <a16:creationId xmlns:a16="http://schemas.microsoft.com/office/drawing/2014/main" id="{4A6AFFF2-DEFF-4CFE-B7F3-9252B3B73566}"/>
                    </a:ext>
                  </a:extLst>
                </p:cNvPr>
                <p:cNvSpPr/>
                <p:nvPr/>
              </p:nvSpPr>
              <p:spPr>
                <a:xfrm>
                  <a:off x="9285984" y="3944353"/>
                  <a:ext cx="111105" cy="110057"/>
                </a:xfrm>
                <a:custGeom>
                  <a:avLst/>
                  <a:gdLst>
                    <a:gd name="connsiteX0" fmla="*/ 55289 w 111105"/>
                    <a:gd name="connsiteY0" fmla="*/ 55860 h 110057"/>
                    <a:gd name="connsiteX1" fmla="*/ 111105 w 111105"/>
                    <a:gd name="connsiteY1" fmla="*/ 43192 h 110057"/>
                    <a:gd name="connsiteX2" fmla="*/ 97389 w 111105"/>
                    <a:gd name="connsiteY2" fmla="*/ 17570 h 110057"/>
                    <a:gd name="connsiteX3" fmla="*/ 17570 w 111105"/>
                    <a:gd name="connsiteY3" fmla="*/ 15474 h 110057"/>
                    <a:gd name="connsiteX4" fmla="*/ 15474 w 111105"/>
                    <a:gd name="connsiteY4" fmla="*/ 95293 h 110057"/>
                    <a:gd name="connsiteX5" fmla="*/ 39477 w 111105"/>
                    <a:gd name="connsiteY5" fmla="*/ 110057 h 110057"/>
                    <a:gd name="connsiteX6" fmla="*/ 55289 w 111105"/>
                    <a:gd name="connsiteY6" fmla="*/ 55860 h 11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105" h="110057">
                      <a:moveTo>
                        <a:pt x="55289" y="55860"/>
                      </a:moveTo>
                      <a:cubicBezTo>
                        <a:pt x="70719" y="41192"/>
                        <a:pt x="92150" y="37286"/>
                        <a:pt x="111105" y="43192"/>
                      </a:cubicBezTo>
                      <a:cubicBezTo>
                        <a:pt x="108819" y="33953"/>
                        <a:pt x="104438" y="24999"/>
                        <a:pt x="97389" y="17570"/>
                      </a:cubicBezTo>
                      <a:cubicBezTo>
                        <a:pt x="75958" y="-5005"/>
                        <a:pt x="40239" y="-5957"/>
                        <a:pt x="17570" y="15474"/>
                      </a:cubicBezTo>
                      <a:cubicBezTo>
                        <a:pt x="-5005" y="36905"/>
                        <a:pt x="-5957" y="72624"/>
                        <a:pt x="15474" y="95293"/>
                      </a:cubicBezTo>
                      <a:cubicBezTo>
                        <a:pt x="22332" y="102533"/>
                        <a:pt x="30619" y="107200"/>
                        <a:pt x="39477" y="110057"/>
                      </a:cubicBezTo>
                      <a:cubicBezTo>
                        <a:pt x="34905" y="91103"/>
                        <a:pt x="40048" y="70243"/>
                        <a:pt x="55289" y="55860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48" name="Forme libre : forme 14747">
                  <a:extLst>
                    <a:ext uri="{FF2B5EF4-FFF2-40B4-BE49-F238E27FC236}">
                      <a16:creationId xmlns:a16="http://schemas.microsoft.com/office/drawing/2014/main" id="{4AAEAA6B-8C7C-4A6A-BC6A-50B646A8DC06}"/>
                    </a:ext>
                  </a:extLst>
                </p:cNvPr>
                <p:cNvSpPr/>
                <p:nvPr/>
              </p:nvSpPr>
              <p:spPr>
                <a:xfrm rot="-4183979">
                  <a:off x="9309692" y="3995742"/>
                  <a:ext cx="47054" cy="54102"/>
                </a:xfrm>
                <a:custGeom>
                  <a:avLst/>
                  <a:gdLst>
                    <a:gd name="connsiteX0" fmla="*/ 47054 w 47054"/>
                    <a:gd name="connsiteY0" fmla="*/ 27051 h 54102"/>
                    <a:gd name="connsiteX1" fmla="*/ 23527 w 47054"/>
                    <a:gd name="connsiteY1" fmla="*/ 54103 h 54102"/>
                    <a:gd name="connsiteX2" fmla="*/ 0 w 47054"/>
                    <a:gd name="connsiteY2" fmla="*/ 27051 h 54102"/>
                    <a:gd name="connsiteX3" fmla="*/ 23527 w 47054"/>
                    <a:gd name="connsiteY3" fmla="*/ 0 h 54102"/>
                    <a:gd name="connsiteX4" fmla="*/ 47054 w 47054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2">
                      <a:moveTo>
                        <a:pt x="47054" y="27051"/>
                      </a:moveTo>
                      <a:cubicBezTo>
                        <a:pt x="47054" y="41991"/>
                        <a:pt x="36521" y="54103"/>
                        <a:pt x="23527" y="54103"/>
                      </a:cubicBezTo>
                      <a:cubicBezTo>
                        <a:pt x="10534" y="54103"/>
                        <a:pt x="0" y="41991"/>
                        <a:pt x="0" y="27051"/>
                      </a:cubicBezTo>
                      <a:cubicBezTo>
                        <a:pt x="0" y="12111"/>
                        <a:pt x="10534" y="0"/>
                        <a:pt x="23527" y="0"/>
                      </a:cubicBezTo>
                      <a:cubicBezTo>
                        <a:pt x="36521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49" name="Forme libre : forme 14748">
                  <a:extLst>
                    <a:ext uri="{FF2B5EF4-FFF2-40B4-BE49-F238E27FC236}">
                      <a16:creationId xmlns:a16="http://schemas.microsoft.com/office/drawing/2014/main" id="{71949AB5-F3C4-4C4E-AABD-A6EC1B733B61}"/>
                    </a:ext>
                  </a:extLst>
                </p:cNvPr>
                <p:cNvSpPr/>
                <p:nvPr/>
              </p:nvSpPr>
              <p:spPr>
                <a:xfrm>
                  <a:off x="9346606" y="4012691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750" name="Graphique 2">
              <a:extLst>
                <a:ext uri="{FF2B5EF4-FFF2-40B4-BE49-F238E27FC236}">
                  <a16:creationId xmlns:a16="http://schemas.microsoft.com/office/drawing/2014/main" id="{D90980C0-EDD3-46A9-A9C6-676BC932A978}"/>
                </a:ext>
              </a:extLst>
            </p:cNvPr>
            <p:cNvGrpSpPr/>
            <p:nvPr/>
          </p:nvGrpSpPr>
          <p:grpSpPr>
            <a:xfrm>
              <a:off x="6602454" y="2749295"/>
              <a:ext cx="168402" cy="264648"/>
              <a:chOff x="6602454" y="2749295"/>
              <a:chExt cx="168402" cy="264648"/>
            </a:xfrm>
            <a:solidFill>
              <a:schemeClr val="accent1"/>
            </a:solidFill>
          </p:grpSpPr>
          <p:grpSp>
            <p:nvGrpSpPr>
              <p:cNvPr id="14751" name="Graphique 2">
                <a:extLst>
                  <a:ext uri="{FF2B5EF4-FFF2-40B4-BE49-F238E27FC236}">
                    <a16:creationId xmlns:a16="http://schemas.microsoft.com/office/drawing/2014/main" id="{A3784806-6A95-4247-96A8-EDB6C5066F6E}"/>
                  </a:ext>
                </a:extLst>
              </p:cNvPr>
              <p:cNvGrpSpPr/>
              <p:nvPr/>
            </p:nvGrpSpPr>
            <p:grpSpPr>
              <a:xfrm>
                <a:off x="6602454" y="2900933"/>
                <a:ext cx="112966" cy="113010"/>
                <a:chOff x="6602454" y="2900933"/>
                <a:chExt cx="112966" cy="113010"/>
              </a:xfrm>
              <a:solidFill>
                <a:schemeClr val="accent1"/>
              </a:solidFill>
            </p:grpSpPr>
            <p:sp>
              <p:nvSpPr>
                <p:cNvPr id="14752" name="Forme libre : forme 14751">
                  <a:extLst>
                    <a:ext uri="{FF2B5EF4-FFF2-40B4-BE49-F238E27FC236}">
                      <a16:creationId xmlns:a16="http://schemas.microsoft.com/office/drawing/2014/main" id="{A80A273E-835C-4874-80AF-69ECFD9B4369}"/>
                    </a:ext>
                  </a:extLst>
                </p:cNvPr>
                <p:cNvSpPr/>
                <p:nvPr/>
              </p:nvSpPr>
              <p:spPr>
                <a:xfrm>
                  <a:off x="6602454" y="2900933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9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53" name="Forme libre : forme 14752">
                  <a:extLst>
                    <a:ext uri="{FF2B5EF4-FFF2-40B4-BE49-F238E27FC236}">
                      <a16:creationId xmlns:a16="http://schemas.microsoft.com/office/drawing/2014/main" id="{077DB89F-4105-4168-98B5-CE238E32B68C}"/>
                    </a:ext>
                  </a:extLst>
                </p:cNvPr>
                <p:cNvSpPr/>
                <p:nvPr/>
              </p:nvSpPr>
              <p:spPr>
                <a:xfrm>
                  <a:off x="6604264" y="2903886"/>
                  <a:ext cx="111105" cy="110057"/>
                </a:xfrm>
                <a:custGeom>
                  <a:avLst/>
                  <a:gdLst>
                    <a:gd name="connsiteX0" fmla="*/ 55817 w 111105"/>
                    <a:gd name="connsiteY0" fmla="*/ 54197 h 110057"/>
                    <a:gd name="connsiteX1" fmla="*/ 0 w 111105"/>
                    <a:gd name="connsiteY1" fmla="*/ 66866 h 110057"/>
                    <a:gd name="connsiteX2" fmla="*/ 13716 w 111105"/>
                    <a:gd name="connsiteY2" fmla="*/ 92488 h 110057"/>
                    <a:gd name="connsiteX3" fmla="*/ 93535 w 111105"/>
                    <a:gd name="connsiteY3" fmla="*/ 94583 h 110057"/>
                    <a:gd name="connsiteX4" fmla="*/ 95631 w 111105"/>
                    <a:gd name="connsiteY4" fmla="*/ 14764 h 110057"/>
                    <a:gd name="connsiteX5" fmla="*/ 71628 w 111105"/>
                    <a:gd name="connsiteY5" fmla="*/ 0 h 110057"/>
                    <a:gd name="connsiteX6" fmla="*/ 55817 w 111105"/>
                    <a:gd name="connsiteY6" fmla="*/ 54197 h 11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105" h="110057">
                      <a:moveTo>
                        <a:pt x="55817" y="54197"/>
                      </a:moveTo>
                      <a:cubicBezTo>
                        <a:pt x="40386" y="68866"/>
                        <a:pt x="18955" y="72771"/>
                        <a:pt x="0" y="66866"/>
                      </a:cubicBezTo>
                      <a:cubicBezTo>
                        <a:pt x="2286" y="76105"/>
                        <a:pt x="6667" y="85058"/>
                        <a:pt x="13716" y="92488"/>
                      </a:cubicBezTo>
                      <a:cubicBezTo>
                        <a:pt x="35147" y="115062"/>
                        <a:pt x="70866" y="116015"/>
                        <a:pt x="93535" y="94583"/>
                      </a:cubicBezTo>
                      <a:cubicBezTo>
                        <a:pt x="116110" y="73152"/>
                        <a:pt x="117062" y="37433"/>
                        <a:pt x="95631" y="14764"/>
                      </a:cubicBezTo>
                      <a:cubicBezTo>
                        <a:pt x="88773" y="7525"/>
                        <a:pt x="80486" y="2858"/>
                        <a:pt x="71628" y="0"/>
                      </a:cubicBezTo>
                      <a:cubicBezTo>
                        <a:pt x="76200" y="18955"/>
                        <a:pt x="70961" y="39719"/>
                        <a:pt x="55817" y="54197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54" name="Forme libre : forme 14753">
                  <a:extLst>
                    <a:ext uri="{FF2B5EF4-FFF2-40B4-BE49-F238E27FC236}">
                      <a16:creationId xmlns:a16="http://schemas.microsoft.com/office/drawing/2014/main" id="{73D2AB73-5423-4971-8A43-08877F1CACAD}"/>
                    </a:ext>
                  </a:extLst>
                </p:cNvPr>
                <p:cNvSpPr/>
                <p:nvPr/>
              </p:nvSpPr>
              <p:spPr>
                <a:xfrm rot="-4183979">
                  <a:off x="6644685" y="2908667"/>
                  <a:ext cx="47054" cy="54102"/>
                </a:xfrm>
                <a:custGeom>
                  <a:avLst/>
                  <a:gdLst>
                    <a:gd name="connsiteX0" fmla="*/ 47054 w 47054"/>
                    <a:gd name="connsiteY0" fmla="*/ 27051 h 54102"/>
                    <a:gd name="connsiteX1" fmla="*/ 23527 w 47054"/>
                    <a:gd name="connsiteY1" fmla="*/ 54103 h 54102"/>
                    <a:gd name="connsiteX2" fmla="*/ 0 w 47054"/>
                    <a:gd name="connsiteY2" fmla="*/ 27051 h 54102"/>
                    <a:gd name="connsiteX3" fmla="*/ 23527 w 47054"/>
                    <a:gd name="connsiteY3" fmla="*/ 0 h 54102"/>
                    <a:gd name="connsiteX4" fmla="*/ 47054 w 47054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2">
                      <a:moveTo>
                        <a:pt x="47054" y="27051"/>
                      </a:moveTo>
                      <a:cubicBezTo>
                        <a:pt x="47054" y="41991"/>
                        <a:pt x="36521" y="54103"/>
                        <a:pt x="23527" y="54103"/>
                      </a:cubicBezTo>
                      <a:cubicBezTo>
                        <a:pt x="10533" y="54103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1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55" name="Forme libre : forme 14754">
                  <a:extLst>
                    <a:ext uri="{FF2B5EF4-FFF2-40B4-BE49-F238E27FC236}">
                      <a16:creationId xmlns:a16="http://schemas.microsoft.com/office/drawing/2014/main" id="{46812A2E-E514-42B1-A90B-70B251726869}"/>
                    </a:ext>
                  </a:extLst>
                </p:cNvPr>
                <p:cNvSpPr/>
                <p:nvPr/>
              </p:nvSpPr>
              <p:spPr>
                <a:xfrm>
                  <a:off x="6636172" y="2927127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6" y="18479"/>
                        <a:pt x="0" y="14342"/>
                        <a:pt x="0" y="9239"/>
                      </a:cubicBezTo>
                      <a:cubicBezTo>
                        <a:pt x="0" y="4136"/>
                        <a:pt x="4136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756" name="Graphique 2">
                <a:extLst>
                  <a:ext uri="{FF2B5EF4-FFF2-40B4-BE49-F238E27FC236}">
                    <a16:creationId xmlns:a16="http://schemas.microsoft.com/office/drawing/2014/main" id="{9C4332AD-B3E1-45CF-BC78-BDF256294046}"/>
                  </a:ext>
                </a:extLst>
              </p:cNvPr>
              <p:cNvGrpSpPr/>
              <p:nvPr/>
            </p:nvGrpSpPr>
            <p:grpSpPr>
              <a:xfrm>
                <a:off x="6657889" y="2749295"/>
                <a:ext cx="112966" cy="113010"/>
                <a:chOff x="6657889" y="2749295"/>
                <a:chExt cx="112966" cy="113010"/>
              </a:xfrm>
              <a:solidFill>
                <a:schemeClr val="accent1"/>
              </a:solidFill>
            </p:grpSpPr>
            <p:sp>
              <p:nvSpPr>
                <p:cNvPr id="14757" name="Forme libre : forme 14756">
                  <a:extLst>
                    <a:ext uri="{FF2B5EF4-FFF2-40B4-BE49-F238E27FC236}">
                      <a16:creationId xmlns:a16="http://schemas.microsoft.com/office/drawing/2014/main" id="{F907ACB7-776F-48FF-A93E-D8FB3D9FD08D}"/>
                    </a:ext>
                  </a:extLst>
                </p:cNvPr>
                <p:cNvSpPr/>
                <p:nvPr/>
              </p:nvSpPr>
              <p:spPr>
                <a:xfrm>
                  <a:off x="6657889" y="2749295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9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58" name="Forme libre : forme 14757">
                  <a:extLst>
                    <a:ext uri="{FF2B5EF4-FFF2-40B4-BE49-F238E27FC236}">
                      <a16:creationId xmlns:a16="http://schemas.microsoft.com/office/drawing/2014/main" id="{AA0B381B-2800-41F5-8863-36B08D8F02A3}"/>
                    </a:ext>
                  </a:extLst>
                </p:cNvPr>
                <p:cNvSpPr/>
                <p:nvPr/>
              </p:nvSpPr>
              <p:spPr>
                <a:xfrm>
                  <a:off x="6659699" y="2752248"/>
                  <a:ext cx="111105" cy="110057"/>
                </a:xfrm>
                <a:custGeom>
                  <a:avLst/>
                  <a:gdLst>
                    <a:gd name="connsiteX0" fmla="*/ 55817 w 111105"/>
                    <a:gd name="connsiteY0" fmla="*/ 54197 h 110057"/>
                    <a:gd name="connsiteX1" fmla="*/ 0 w 111105"/>
                    <a:gd name="connsiteY1" fmla="*/ 66866 h 110057"/>
                    <a:gd name="connsiteX2" fmla="*/ 13716 w 111105"/>
                    <a:gd name="connsiteY2" fmla="*/ 92488 h 110057"/>
                    <a:gd name="connsiteX3" fmla="*/ 93536 w 111105"/>
                    <a:gd name="connsiteY3" fmla="*/ 94583 h 110057"/>
                    <a:gd name="connsiteX4" fmla="*/ 95631 w 111105"/>
                    <a:gd name="connsiteY4" fmla="*/ 14764 h 110057"/>
                    <a:gd name="connsiteX5" fmla="*/ 71628 w 111105"/>
                    <a:gd name="connsiteY5" fmla="*/ 0 h 110057"/>
                    <a:gd name="connsiteX6" fmla="*/ 55817 w 111105"/>
                    <a:gd name="connsiteY6" fmla="*/ 54197 h 11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105" h="110057">
                      <a:moveTo>
                        <a:pt x="55817" y="54197"/>
                      </a:moveTo>
                      <a:cubicBezTo>
                        <a:pt x="40386" y="68866"/>
                        <a:pt x="18955" y="72771"/>
                        <a:pt x="0" y="66866"/>
                      </a:cubicBezTo>
                      <a:cubicBezTo>
                        <a:pt x="2286" y="76105"/>
                        <a:pt x="6667" y="85058"/>
                        <a:pt x="13716" y="92488"/>
                      </a:cubicBezTo>
                      <a:cubicBezTo>
                        <a:pt x="35147" y="115062"/>
                        <a:pt x="70866" y="116015"/>
                        <a:pt x="93536" y="94583"/>
                      </a:cubicBezTo>
                      <a:cubicBezTo>
                        <a:pt x="116110" y="73152"/>
                        <a:pt x="117062" y="37433"/>
                        <a:pt x="95631" y="14764"/>
                      </a:cubicBezTo>
                      <a:cubicBezTo>
                        <a:pt x="88773" y="7525"/>
                        <a:pt x="80486" y="2858"/>
                        <a:pt x="71628" y="0"/>
                      </a:cubicBezTo>
                      <a:cubicBezTo>
                        <a:pt x="76200" y="18955"/>
                        <a:pt x="70961" y="39815"/>
                        <a:pt x="55817" y="54197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59" name="Forme libre : forme 14758">
                  <a:extLst>
                    <a:ext uri="{FF2B5EF4-FFF2-40B4-BE49-F238E27FC236}">
                      <a16:creationId xmlns:a16="http://schemas.microsoft.com/office/drawing/2014/main" id="{234C2EAE-16A8-4426-A252-7E7E21C8D4C2}"/>
                    </a:ext>
                  </a:extLst>
                </p:cNvPr>
                <p:cNvSpPr/>
                <p:nvPr/>
              </p:nvSpPr>
              <p:spPr>
                <a:xfrm rot="-4183979">
                  <a:off x="6700189" y="2757077"/>
                  <a:ext cx="47054" cy="54102"/>
                </a:xfrm>
                <a:custGeom>
                  <a:avLst/>
                  <a:gdLst>
                    <a:gd name="connsiteX0" fmla="*/ 47054 w 47054"/>
                    <a:gd name="connsiteY0" fmla="*/ 27051 h 54102"/>
                    <a:gd name="connsiteX1" fmla="*/ 23527 w 47054"/>
                    <a:gd name="connsiteY1" fmla="*/ 54103 h 54102"/>
                    <a:gd name="connsiteX2" fmla="*/ 0 w 47054"/>
                    <a:gd name="connsiteY2" fmla="*/ 27051 h 54102"/>
                    <a:gd name="connsiteX3" fmla="*/ 23527 w 47054"/>
                    <a:gd name="connsiteY3" fmla="*/ 0 h 54102"/>
                    <a:gd name="connsiteX4" fmla="*/ 47054 w 47054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2">
                      <a:moveTo>
                        <a:pt x="47054" y="27051"/>
                      </a:moveTo>
                      <a:cubicBezTo>
                        <a:pt x="47054" y="41991"/>
                        <a:pt x="36521" y="54103"/>
                        <a:pt x="23527" y="54103"/>
                      </a:cubicBezTo>
                      <a:cubicBezTo>
                        <a:pt x="10534" y="54103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1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60" name="Forme libre : forme 14759">
                  <a:extLst>
                    <a:ext uri="{FF2B5EF4-FFF2-40B4-BE49-F238E27FC236}">
                      <a16:creationId xmlns:a16="http://schemas.microsoft.com/office/drawing/2014/main" id="{A64DF6DA-B1C7-46AC-B95B-79E0C8878120}"/>
                    </a:ext>
                  </a:extLst>
                </p:cNvPr>
                <p:cNvSpPr/>
                <p:nvPr/>
              </p:nvSpPr>
              <p:spPr>
                <a:xfrm>
                  <a:off x="6691608" y="2775489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761" name="Graphique 2">
              <a:extLst>
                <a:ext uri="{FF2B5EF4-FFF2-40B4-BE49-F238E27FC236}">
                  <a16:creationId xmlns:a16="http://schemas.microsoft.com/office/drawing/2014/main" id="{9D06C082-5B89-4EBA-B59A-F97193889309}"/>
                </a:ext>
              </a:extLst>
            </p:cNvPr>
            <p:cNvGrpSpPr/>
            <p:nvPr/>
          </p:nvGrpSpPr>
          <p:grpSpPr>
            <a:xfrm>
              <a:off x="9383649" y="3478243"/>
              <a:ext cx="135550" cy="272891"/>
              <a:chOff x="9383649" y="3478243"/>
              <a:chExt cx="135550" cy="272891"/>
            </a:xfrm>
            <a:solidFill>
              <a:schemeClr val="accent1"/>
            </a:solidFill>
          </p:grpSpPr>
          <p:grpSp>
            <p:nvGrpSpPr>
              <p:cNvPr id="14762" name="Graphique 2">
                <a:extLst>
                  <a:ext uri="{FF2B5EF4-FFF2-40B4-BE49-F238E27FC236}">
                    <a16:creationId xmlns:a16="http://schemas.microsoft.com/office/drawing/2014/main" id="{FFDF2EB6-D5BA-436F-9B1A-A5D726673A18}"/>
                  </a:ext>
                </a:extLst>
              </p:cNvPr>
              <p:cNvGrpSpPr/>
              <p:nvPr/>
            </p:nvGrpSpPr>
            <p:grpSpPr>
              <a:xfrm>
                <a:off x="9406233" y="3478243"/>
                <a:ext cx="112966" cy="112966"/>
                <a:chOff x="9406233" y="3478243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763" name="Forme libre : forme 14762">
                  <a:extLst>
                    <a:ext uri="{FF2B5EF4-FFF2-40B4-BE49-F238E27FC236}">
                      <a16:creationId xmlns:a16="http://schemas.microsoft.com/office/drawing/2014/main" id="{286F33EC-E717-4B0D-842B-D46CE49808BE}"/>
                    </a:ext>
                  </a:extLst>
                </p:cNvPr>
                <p:cNvSpPr/>
                <p:nvPr/>
              </p:nvSpPr>
              <p:spPr>
                <a:xfrm>
                  <a:off x="9406233" y="3478243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64" name="Forme libre : forme 14763">
                  <a:extLst>
                    <a:ext uri="{FF2B5EF4-FFF2-40B4-BE49-F238E27FC236}">
                      <a16:creationId xmlns:a16="http://schemas.microsoft.com/office/drawing/2014/main" id="{CC44CF61-A4B2-4B04-9D47-FD3049A20AFE}"/>
                    </a:ext>
                  </a:extLst>
                </p:cNvPr>
                <p:cNvSpPr/>
                <p:nvPr/>
              </p:nvSpPr>
              <p:spPr>
                <a:xfrm>
                  <a:off x="9406319" y="3478329"/>
                  <a:ext cx="107070" cy="112404"/>
                </a:xfrm>
                <a:custGeom>
                  <a:avLst/>
                  <a:gdLst>
                    <a:gd name="connsiteX0" fmla="*/ 55159 w 107070"/>
                    <a:gd name="connsiteY0" fmla="*/ 56112 h 112404"/>
                    <a:gd name="connsiteX1" fmla="*/ 107071 w 107070"/>
                    <a:gd name="connsiteY1" fmla="*/ 32109 h 112404"/>
                    <a:gd name="connsiteX2" fmla="*/ 88402 w 107070"/>
                    <a:gd name="connsiteY2" fmla="*/ 9915 h 112404"/>
                    <a:gd name="connsiteX3" fmla="*/ 9915 w 107070"/>
                    <a:gd name="connsiteY3" fmla="*/ 24489 h 112404"/>
                    <a:gd name="connsiteX4" fmla="*/ 24489 w 107070"/>
                    <a:gd name="connsiteY4" fmla="*/ 102975 h 112404"/>
                    <a:gd name="connsiteX5" fmla="*/ 51063 w 107070"/>
                    <a:gd name="connsiteY5" fmla="*/ 112405 h 112404"/>
                    <a:gd name="connsiteX6" fmla="*/ 55159 w 107070"/>
                    <a:gd name="connsiteY6" fmla="*/ 56112 h 112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070" h="112404">
                      <a:moveTo>
                        <a:pt x="55159" y="56112"/>
                      </a:moveTo>
                      <a:cubicBezTo>
                        <a:pt x="67161" y="38586"/>
                        <a:pt x="87354" y="30204"/>
                        <a:pt x="107071" y="32109"/>
                      </a:cubicBezTo>
                      <a:cubicBezTo>
                        <a:pt x="102975" y="23536"/>
                        <a:pt x="96783" y="15726"/>
                        <a:pt x="88402" y="9915"/>
                      </a:cubicBezTo>
                      <a:cubicBezTo>
                        <a:pt x="62684" y="-7706"/>
                        <a:pt x="27537" y="-1229"/>
                        <a:pt x="9915" y="24489"/>
                      </a:cubicBezTo>
                      <a:cubicBezTo>
                        <a:pt x="-7706" y="50206"/>
                        <a:pt x="-1229" y="85354"/>
                        <a:pt x="24489" y="102975"/>
                      </a:cubicBezTo>
                      <a:cubicBezTo>
                        <a:pt x="32680" y="108594"/>
                        <a:pt x="41824" y="111452"/>
                        <a:pt x="51063" y="112405"/>
                      </a:cubicBezTo>
                      <a:cubicBezTo>
                        <a:pt x="42586" y="94783"/>
                        <a:pt x="43253" y="73352"/>
                        <a:pt x="55159" y="56112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65" name="Forme libre : forme 14764">
                  <a:extLst>
                    <a:ext uri="{FF2B5EF4-FFF2-40B4-BE49-F238E27FC236}">
                      <a16:creationId xmlns:a16="http://schemas.microsoft.com/office/drawing/2014/main" id="{D2218194-BDF7-4CD0-992B-82BDA5725DFB}"/>
                    </a:ext>
                  </a:extLst>
                </p:cNvPr>
                <p:cNvSpPr/>
                <p:nvPr/>
              </p:nvSpPr>
              <p:spPr>
                <a:xfrm rot="-4906020">
                  <a:off x="9434757" y="3531026"/>
                  <a:ext cx="47053" cy="54102"/>
                </a:xfrm>
                <a:custGeom>
                  <a:avLst/>
                  <a:gdLst>
                    <a:gd name="connsiteX0" fmla="*/ 47054 w 47053"/>
                    <a:gd name="connsiteY0" fmla="*/ 27051 h 54102"/>
                    <a:gd name="connsiteX1" fmla="*/ 23527 w 47053"/>
                    <a:gd name="connsiteY1" fmla="*/ 54102 h 54102"/>
                    <a:gd name="connsiteX2" fmla="*/ 0 w 47053"/>
                    <a:gd name="connsiteY2" fmla="*/ 27051 h 54102"/>
                    <a:gd name="connsiteX3" fmla="*/ 23527 w 47053"/>
                    <a:gd name="connsiteY3" fmla="*/ 0 h 54102"/>
                    <a:gd name="connsiteX4" fmla="*/ 47054 w 47053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2">
                      <a:moveTo>
                        <a:pt x="47054" y="27051"/>
                      </a:moveTo>
                      <a:cubicBezTo>
                        <a:pt x="47054" y="41991"/>
                        <a:pt x="36520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66" name="Forme libre : forme 14765">
                  <a:extLst>
                    <a:ext uri="{FF2B5EF4-FFF2-40B4-BE49-F238E27FC236}">
                      <a16:creationId xmlns:a16="http://schemas.microsoft.com/office/drawing/2014/main" id="{364FBD7B-9EFB-41E4-891F-140D18FAFB23}"/>
                    </a:ext>
                  </a:extLst>
                </p:cNvPr>
                <p:cNvSpPr/>
                <p:nvPr/>
              </p:nvSpPr>
              <p:spPr>
                <a:xfrm>
                  <a:off x="9471098" y="3543394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767" name="Graphique 2">
                <a:extLst>
                  <a:ext uri="{FF2B5EF4-FFF2-40B4-BE49-F238E27FC236}">
                    <a16:creationId xmlns:a16="http://schemas.microsoft.com/office/drawing/2014/main" id="{417DFE83-FE42-44B8-B141-30E74644D74B}"/>
                  </a:ext>
                </a:extLst>
              </p:cNvPr>
              <p:cNvGrpSpPr/>
              <p:nvPr/>
            </p:nvGrpSpPr>
            <p:grpSpPr>
              <a:xfrm>
                <a:off x="9383649" y="3638159"/>
                <a:ext cx="112975" cy="112975"/>
                <a:chOff x="9383649" y="3638159"/>
                <a:chExt cx="112975" cy="112975"/>
              </a:xfrm>
              <a:solidFill>
                <a:schemeClr val="accent1"/>
              </a:solidFill>
            </p:grpSpPr>
            <p:sp>
              <p:nvSpPr>
                <p:cNvPr id="14768" name="Forme libre : forme 14767">
                  <a:extLst>
                    <a:ext uri="{FF2B5EF4-FFF2-40B4-BE49-F238E27FC236}">
                      <a16:creationId xmlns:a16="http://schemas.microsoft.com/office/drawing/2014/main" id="{926F6A5E-83EF-4AE3-A0FB-435F50203A01}"/>
                    </a:ext>
                  </a:extLst>
                </p:cNvPr>
                <p:cNvSpPr/>
                <p:nvPr/>
              </p:nvSpPr>
              <p:spPr>
                <a:xfrm>
                  <a:off x="9383659" y="3638168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69" name="Forme libre : forme 14768">
                  <a:extLst>
                    <a:ext uri="{FF2B5EF4-FFF2-40B4-BE49-F238E27FC236}">
                      <a16:creationId xmlns:a16="http://schemas.microsoft.com/office/drawing/2014/main" id="{42F19E9F-AD99-477C-9CEC-C99C606F1A1B}"/>
                    </a:ext>
                  </a:extLst>
                </p:cNvPr>
                <p:cNvSpPr/>
                <p:nvPr/>
              </p:nvSpPr>
              <p:spPr>
                <a:xfrm>
                  <a:off x="9383649" y="3638159"/>
                  <a:ext cx="107070" cy="112404"/>
                </a:xfrm>
                <a:custGeom>
                  <a:avLst/>
                  <a:gdLst>
                    <a:gd name="connsiteX0" fmla="*/ 55159 w 107070"/>
                    <a:gd name="connsiteY0" fmla="*/ 56112 h 112404"/>
                    <a:gd name="connsiteX1" fmla="*/ 107070 w 107070"/>
                    <a:gd name="connsiteY1" fmla="*/ 32109 h 112404"/>
                    <a:gd name="connsiteX2" fmla="*/ 88401 w 107070"/>
                    <a:gd name="connsiteY2" fmla="*/ 9915 h 112404"/>
                    <a:gd name="connsiteX3" fmla="*/ 9915 w 107070"/>
                    <a:gd name="connsiteY3" fmla="*/ 24489 h 112404"/>
                    <a:gd name="connsiteX4" fmla="*/ 24489 w 107070"/>
                    <a:gd name="connsiteY4" fmla="*/ 102975 h 112404"/>
                    <a:gd name="connsiteX5" fmla="*/ 51063 w 107070"/>
                    <a:gd name="connsiteY5" fmla="*/ 112405 h 112404"/>
                    <a:gd name="connsiteX6" fmla="*/ 55159 w 107070"/>
                    <a:gd name="connsiteY6" fmla="*/ 56112 h 112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070" h="112404">
                      <a:moveTo>
                        <a:pt x="55159" y="56112"/>
                      </a:moveTo>
                      <a:cubicBezTo>
                        <a:pt x="67161" y="38586"/>
                        <a:pt x="87354" y="30204"/>
                        <a:pt x="107070" y="32109"/>
                      </a:cubicBezTo>
                      <a:cubicBezTo>
                        <a:pt x="102975" y="23536"/>
                        <a:pt x="96784" y="15726"/>
                        <a:pt x="88401" y="9915"/>
                      </a:cubicBezTo>
                      <a:cubicBezTo>
                        <a:pt x="62684" y="-7706"/>
                        <a:pt x="27537" y="-1229"/>
                        <a:pt x="9915" y="24489"/>
                      </a:cubicBezTo>
                      <a:cubicBezTo>
                        <a:pt x="-7706" y="50206"/>
                        <a:pt x="-1229" y="85354"/>
                        <a:pt x="24489" y="102975"/>
                      </a:cubicBezTo>
                      <a:cubicBezTo>
                        <a:pt x="32680" y="108594"/>
                        <a:pt x="41824" y="111452"/>
                        <a:pt x="51063" y="112405"/>
                      </a:cubicBezTo>
                      <a:cubicBezTo>
                        <a:pt x="42586" y="94783"/>
                        <a:pt x="43348" y="73352"/>
                        <a:pt x="55159" y="56112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70" name="Forme libre : forme 14769">
                  <a:extLst>
                    <a:ext uri="{FF2B5EF4-FFF2-40B4-BE49-F238E27FC236}">
                      <a16:creationId xmlns:a16="http://schemas.microsoft.com/office/drawing/2014/main" id="{3D4562FB-3877-4461-BF8D-B7F982A8A991}"/>
                    </a:ext>
                  </a:extLst>
                </p:cNvPr>
                <p:cNvSpPr/>
                <p:nvPr/>
              </p:nvSpPr>
              <p:spPr>
                <a:xfrm rot="-4906020">
                  <a:off x="9412140" y="3690832"/>
                  <a:ext cx="47053" cy="54102"/>
                </a:xfrm>
                <a:custGeom>
                  <a:avLst/>
                  <a:gdLst>
                    <a:gd name="connsiteX0" fmla="*/ 47054 w 47053"/>
                    <a:gd name="connsiteY0" fmla="*/ 27051 h 54102"/>
                    <a:gd name="connsiteX1" fmla="*/ 23527 w 47053"/>
                    <a:gd name="connsiteY1" fmla="*/ 54102 h 54102"/>
                    <a:gd name="connsiteX2" fmla="*/ 0 w 47053"/>
                    <a:gd name="connsiteY2" fmla="*/ 27051 h 54102"/>
                    <a:gd name="connsiteX3" fmla="*/ 23527 w 47053"/>
                    <a:gd name="connsiteY3" fmla="*/ 0 h 54102"/>
                    <a:gd name="connsiteX4" fmla="*/ 47054 w 47053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2">
                      <a:moveTo>
                        <a:pt x="47054" y="27051"/>
                      </a:moveTo>
                      <a:cubicBezTo>
                        <a:pt x="47054" y="41991"/>
                        <a:pt x="36520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71" name="Forme libre : forme 14770">
                  <a:extLst>
                    <a:ext uri="{FF2B5EF4-FFF2-40B4-BE49-F238E27FC236}">
                      <a16:creationId xmlns:a16="http://schemas.microsoft.com/office/drawing/2014/main" id="{489E2839-0A6B-4161-A90C-65AC7A2FBEF3}"/>
                    </a:ext>
                  </a:extLst>
                </p:cNvPr>
                <p:cNvSpPr/>
                <p:nvPr/>
              </p:nvSpPr>
              <p:spPr>
                <a:xfrm>
                  <a:off x="9448429" y="3703224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772" name="Graphique 2">
              <a:extLst>
                <a:ext uri="{FF2B5EF4-FFF2-40B4-BE49-F238E27FC236}">
                  <a16:creationId xmlns:a16="http://schemas.microsoft.com/office/drawing/2014/main" id="{13E5A94B-663A-47AF-A515-FB815624F919}"/>
                </a:ext>
              </a:extLst>
            </p:cNvPr>
            <p:cNvGrpSpPr/>
            <p:nvPr/>
          </p:nvGrpSpPr>
          <p:grpSpPr>
            <a:xfrm>
              <a:off x="6539017" y="3040379"/>
              <a:ext cx="135636" cy="272805"/>
              <a:chOff x="6539017" y="3040379"/>
              <a:chExt cx="135636" cy="272805"/>
            </a:xfrm>
            <a:solidFill>
              <a:schemeClr val="accent1"/>
            </a:solidFill>
          </p:grpSpPr>
          <p:grpSp>
            <p:nvGrpSpPr>
              <p:cNvPr id="14773" name="Graphique 2">
                <a:extLst>
                  <a:ext uri="{FF2B5EF4-FFF2-40B4-BE49-F238E27FC236}">
                    <a16:creationId xmlns:a16="http://schemas.microsoft.com/office/drawing/2014/main" id="{5949DD40-31B7-4527-9385-17F39E94092E}"/>
                  </a:ext>
                </a:extLst>
              </p:cNvPr>
              <p:cNvGrpSpPr/>
              <p:nvPr/>
            </p:nvGrpSpPr>
            <p:grpSpPr>
              <a:xfrm>
                <a:off x="6539017" y="3200209"/>
                <a:ext cx="112975" cy="112975"/>
                <a:chOff x="6539017" y="3200209"/>
                <a:chExt cx="112975" cy="112975"/>
              </a:xfrm>
              <a:solidFill>
                <a:schemeClr val="accent1"/>
              </a:solidFill>
            </p:grpSpPr>
            <p:sp>
              <p:nvSpPr>
                <p:cNvPr id="14774" name="Forme libre : forme 14773">
                  <a:extLst>
                    <a:ext uri="{FF2B5EF4-FFF2-40B4-BE49-F238E27FC236}">
                      <a16:creationId xmlns:a16="http://schemas.microsoft.com/office/drawing/2014/main" id="{BC343F65-B69D-4D99-A73E-E232E601BEA9}"/>
                    </a:ext>
                  </a:extLst>
                </p:cNvPr>
                <p:cNvSpPr/>
                <p:nvPr/>
              </p:nvSpPr>
              <p:spPr>
                <a:xfrm>
                  <a:off x="6539017" y="3200209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9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75" name="Forme libre : forme 14774">
                  <a:extLst>
                    <a:ext uri="{FF2B5EF4-FFF2-40B4-BE49-F238E27FC236}">
                      <a16:creationId xmlns:a16="http://schemas.microsoft.com/office/drawing/2014/main" id="{43DB4D04-ED40-4A90-BAE7-5D642E9197CC}"/>
                    </a:ext>
                  </a:extLst>
                </p:cNvPr>
                <p:cNvSpPr/>
                <p:nvPr/>
              </p:nvSpPr>
              <p:spPr>
                <a:xfrm>
                  <a:off x="6544923" y="3200780"/>
                  <a:ext cx="107070" cy="112404"/>
                </a:xfrm>
                <a:custGeom>
                  <a:avLst/>
                  <a:gdLst>
                    <a:gd name="connsiteX0" fmla="*/ 51911 w 107070"/>
                    <a:gd name="connsiteY0" fmla="*/ 56293 h 112404"/>
                    <a:gd name="connsiteX1" fmla="*/ 0 w 107070"/>
                    <a:gd name="connsiteY1" fmla="*/ 80296 h 112404"/>
                    <a:gd name="connsiteX2" fmla="*/ 18669 w 107070"/>
                    <a:gd name="connsiteY2" fmla="*/ 102489 h 112404"/>
                    <a:gd name="connsiteX3" fmla="*/ 97155 w 107070"/>
                    <a:gd name="connsiteY3" fmla="*/ 87916 h 112404"/>
                    <a:gd name="connsiteX4" fmla="*/ 82582 w 107070"/>
                    <a:gd name="connsiteY4" fmla="*/ 9430 h 112404"/>
                    <a:gd name="connsiteX5" fmla="*/ 56007 w 107070"/>
                    <a:gd name="connsiteY5" fmla="*/ 0 h 112404"/>
                    <a:gd name="connsiteX6" fmla="*/ 51911 w 107070"/>
                    <a:gd name="connsiteY6" fmla="*/ 56293 h 112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070" h="112404">
                      <a:moveTo>
                        <a:pt x="51911" y="56293"/>
                      </a:moveTo>
                      <a:cubicBezTo>
                        <a:pt x="39910" y="73819"/>
                        <a:pt x="19717" y="82201"/>
                        <a:pt x="0" y="80296"/>
                      </a:cubicBezTo>
                      <a:cubicBezTo>
                        <a:pt x="4096" y="88868"/>
                        <a:pt x="10287" y="96679"/>
                        <a:pt x="18669" y="102489"/>
                      </a:cubicBezTo>
                      <a:cubicBezTo>
                        <a:pt x="44386" y="120110"/>
                        <a:pt x="79534" y="113633"/>
                        <a:pt x="97155" y="87916"/>
                      </a:cubicBezTo>
                      <a:cubicBezTo>
                        <a:pt x="114776" y="62198"/>
                        <a:pt x="108299" y="27051"/>
                        <a:pt x="82582" y="9430"/>
                      </a:cubicBezTo>
                      <a:cubicBezTo>
                        <a:pt x="74390" y="3810"/>
                        <a:pt x="65246" y="953"/>
                        <a:pt x="56007" y="0"/>
                      </a:cubicBezTo>
                      <a:cubicBezTo>
                        <a:pt x="64484" y="17621"/>
                        <a:pt x="63722" y="39053"/>
                        <a:pt x="51911" y="5629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76" name="Forme libre : forme 14775">
                  <a:extLst>
                    <a:ext uri="{FF2B5EF4-FFF2-40B4-BE49-F238E27FC236}">
                      <a16:creationId xmlns:a16="http://schemas.microsoft.com/office/drawing/2014/main" id="{55C2D198-1713-44ED-AC17-82E331DECB4A}"/>
                    </a:ext>
                  </a:extLst>
                </p:cNvPr>
                <p:cNvSpPr/>
                <p:nvPr/>
              </p:nvSpPr>
              <p:spPr>
                <a:xfrm rot="-4906020">
                  <a:off x="6576584" y="3206444"/>
                  <a:ext cx="47053" cy="54102"/>
                </a:xfrm>
                <a:custGeom>
                  <a:avLst/>
                  <a:gdLst>
                    <a:gd name="connsiteX0" fmla="*/ 47054 w 47053"/>
                    <a:gd name="connsiteY0" fmla="*/ 27051 h 54102"/>
                    <a:gd name="connsiteX1" fmla="*/ 23527 w 47053"/>
                    <a:gd name="connsiteY1" fmla="*/ 54102 h 54102"/>
                    <a:gd name="connsiteX2" fmla="*/ 0 w 47053"/>
                    <a:gd name="connsiteY2" fmla="*/ 27051 h 54102"/>
                    <a:gd name="connsiteX3" fmla="*/ 23527 w 47053"/>
                    <a:gd name="connsiteY3" fmla="*/ 0 h 54102"/>
                    <a:gd name="connsiteX4" fmla="*/ 47054 w 47053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2">
                      <a:moveTo>
                        <a:pt x="47054" y="27051"/>
                      </a:moveTo>
                      <a:cubicBezTo>
                        <a:pt x="47054" y="41991"/>
                        <a:pt x="36521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77" name="Forme libre : forme 14776">
                  <a:extLst>
                    <a:ext uri="{FF2B5EF4-FFF2-40B4-BE49-F238E27FC236}">
                      <a16:creationId xmlns:a16="http://schemas.microsoft.com/office/drawing/2014/main" id="{2611E23A-A5BB-4A70-85BB-3B091565A4BC}"/>
                    </a:ext>
                  </a:extLst>
                </p:cNvPr>
                <p:cNvSpPr/>
                <p:nvPr/>
              </p:nvSpPr>
              <p:spPr>
                <a:xfrm>
                  <a:off x="6568735" y="3229641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6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778" name="Graphique 2">
                <a:extLst>
                  <a:ext uri="{FF2B5EF4-FFF2-40B4-BE49-F238E27FC236}">
                    <a16:creationId xmlns:a16="http://schemas.microsoft.com/office/drawing/2014/main" id="{788B80B7-16A6-443D-B213-8461475B001C}"/>
                  </a:ext>
                </a:extLst>
              </p:cNvPr>
              <p:cNvGrpSpPr/>
              <p:nvPr/>
            </p:nvGrpSpPr>
            <p:grpSpPr>
              <a:xfrm>
                <a:off x="6561687" y="3040379"/>
                <a:ext cx="112966" cy="112975"/>
                <a:chOff x="6561687" y="3040379"/>
                <a:chExt cx="112966" cy="112975"/>
              </a:xfrm>
              <a:solidFill>
                <a:schemeClr val="accent1"/>
              </a:solidFill>
            </p:grpSpPr>
            <p:sp>
              <p:nvSpPr>
                <p:cNvPr id="14779" name="Forme libre : forme 14778">
                  <a:extLst>
                    <a:ext uri="{FF2B5EF4-FFF2-40B4-BE49-F238E27FC236}">
                      <a16:creationId xmlns:a16="http://schemas.microsoft.com/office/drawing/2014/main" id="{D15D909D-9415-4BDC-9441-71D3542F3F43}"/>
                    </a:ext>
                  </a:extLst>
                </p:cNvPr>
                <p:cNvSpPr/>
                <p:nvPr/>
              </p:nvSpPr>
              <p:spPr>
                <a:xfrm>
                  <a:off x="6561687" y="3040379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9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80" name="Forme libre : forme 14779">
                  <a:extLst>
                    <a:ext uri="{FF2B5EF4-FFF2-40B4-BE49-F238E27FC236}">
                      <a16:creationId xmlns:a16="http://schemas.microsoft.com/office/drawing/2014/main" id="{83690B44-9349-4F4D-B7C1-2048F1EF366B}"/>
                    </a:ext>
                  </a:extLst>
                </p:cNvPr>
                <p:cNvSpPr/>
                <p:nvPr/>
              </p:nvSpPr>
              <p:spPr>
                <a:xfrm>
                  <a:off x="6567497" y="3040950"/>
                  <a:ext cx="107070" cy="112404"/>
                </a:xfrm>
                <a:custGeom>
                  <a:avLst/>
                  <a:gdLst>
                    <a:gd name="connsiteX0" fmla="*/ 51911 w 107070"/>
                    <a:gd name="connsiteY0" fmla="*/ 56293 h 112404"/>
                    <a:gd name="connsiteX1" fmla="*/ 0 w 107070"/>
                    <a:gd name="connsiteY1" fmla="*/ 80296 h 112404"/>
                    <a:gd name="connsiteX2" fmla="*/ 18669 w 107070"/>
                    <a:gd name="connsiteY2" fmla="*/ 102489 h 112404"/>
                    <a:gd name="connsiteX3" fmla="*/ 97155 w 107070"/>
                    <a:gd name="connsiteY3" fmla="*/ 87916 h 112404"/>
                    <a:gd name="connsiteX4" fmla="*/ 82582 w 107070"/>
                    <a:gd name="connsiteY4" fmla="*/ 9430 h 112404"/>
                    <a:gd name="connsiteX5" fmla="*/ 56007 w 107070"/>
                    <a:gd name="connsiteY5" fmla="*/ 0 h 112404"/>
                    <a:gd name="connsiteX6" fmla="*/ 51911 w 107070"/>
                    <a:gd name="connsiteY6" fmla="*/ 56293 h 112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070" h="112404">
                      <a:moveTo>
                        <a:pt x="51911" y="56293"/>
                      </a:moveTo>
                      <a:cubicBezTo>
                        <a:pt x="39910" y="73819"/>
                        <a:pt x="19717" y="82201"/>
                        <a:pt x="0" y="80296"/>
                      </a:cubicBezTo>
                      <a:cubicBezTo>
                        <a:pt x="4096" y="88868"/>
                        <a:pt x="10287" y="96679"/>
                        <a:pt x="18669" y="102489"/>
                      </a:cubicBezTo>
                      <a:cubicBezTo>
                        <a:pt x="44386" y="120110"/>
                        <a:pt x="79534" y="113633"/>
                        <a:pt x="97155" y="87916"/>
                      </a:cubicBezTo>
                      <a:cubicBezTo>
                        <a:pt x="114776" y="62198"/>
                        <a:pt x="108299" y="27051"/>
                        <a:pt x="82582" y="9430"/>
                      </a:cubicBezTo>
                      <a:cubicBezTo>
                        <a:pt x="74390" y="3810"/>
                        <a:pt x="65246" y="953"/>
                        <a:pt x="56007" y="0"/>
                      </a:cubicBezTo>
                      <a:cubicBezTo>
                        <a:pt x="64484" y="17621"/>
                        <a:pt x="63818" y="39053"/>
                        <a:pt x="51911" y="5629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81" name="Forme libre : forme 14780">
                  <a:extLst>
                    <a:ext uri="{FF2B5EF4-FFF2-40B4-BE49-F238E27FC236}">
                      <a16:creationId xmlns:a16="http://schemas.microsoft.com/office/drawing/2014/main" id="{03E6CBBA-BB5C-46F7-BC57-BF3651B1591E}"/>
                    </a:ext>
                  </a:extLst>
                </p:cNvPr>
                <p:cNvSpPr/>
                <p:nvPr/>
              </p:nvSpPr>
              <p:spPr>
                <a:xfrm rot="-4906020">
                  <a:off x="6599214" y="3046544"/>
                  <a:ext cx="47053" cy="54102"/>
                </a:xfrm>
                <a:custGeom>
                  <a:avLst/>
                  <a:gdLst>
                    <a:gd name="connsiteX0" fmla="*/ 47054 w 47053"/>
                    <a:gd name="connsiteY0" fmla="*/ 27051 h 54102"/>
                    <a:gd name="connsiteX1" fmla="*/ 23527 w 47053"/>
                    <a:gd name="connsiteY1" fmla="*/ 54102 h 54102"/>
                    <a:gd name="connsiteX2" fmla="*/ 0 w 47053"/>
                    <a:gd name="connsiteY2" fmla="*/ 27051 h 54102"/>
                    <a:gd name="connsiteX3" fmla="*/ 23527 w 47053"/>
                    <a:gd name="connsiteY3" fmla="*/ 0 h 54102"/>
                    <a:gd name="connsiteX4" fmla="*/ 47054 w 47053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2">
                      <a:moveTo>
                        <a:pt x="47054" y="27051"/>
                      </a:moveTo>
                      <a:cubicBezTo>
                        <a:pt x="47054" y="41991"/>
                        <a:pt x="36520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82" name="Forme libre : forme 14781">
                  <a:extLst>
                    <a:ext uri="{FF2B5EF4-FFF2-40B4-BE49-F238E27FC236}">
                      <a16:creationId xmlns:a16="http://schemas.microsoft.com/office/drawing/2014/main" id="{D2B1F5E1-B1B4-4C9B-A424-5548F7A74BB3}"/>
                    </a:ext>
                  </a:extLst>
                </p:cNvPr>
                <p:cNvSpPr/>
                <p:nvPr/>
              </p:nvSpPr>
              <p:spPr>
                <a:xfrm>
                  <a:off x="6591310" y="3069811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6" y="18478"/>
                        <a:pt x="0" y="14342"/>
                        <a:pt x="0" y="9239"/>
                      </a:cubicBezTo>
                      <a:cubicBezTo>
                        <a:pt x="0" y="4136"/>
                        <a:pt x="4136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783" name="Graphique 2">
              <a:extLst>
                <a:ext uri="{FF2B5EF4-FFF2-40B4-BE49-F238E27FC236}">
                  <a16:creationId xmlns:a16="http://schemas.microsoft.com/office/drawing/2014/main" id="{DAF90FE8-1D53-4487-B746-63E944699FA7}"/>
                </a:ext>
              </a:extLst>
            </p:cNvPr>
            <p:cNvGrpSpPr/>
            <p:nvPr/>
          </p:nvGrpSpPr>
          <p:grpSpPr>
            <a:xfrm>
              <a:off x="9287932" y="2763868"/>
              <a:ext cx="170116" cy="263902"/>
              <a:chOff x="9287932" y="2763868"/>
              <a:chExt cx="170116" cy="263902"/>
            </a:xfrm>
            <a:solidFill>
              <a:schemeClr val="accent1"/>
            </a:solidFill>
          </p:grpSpPr>
          <p:grpSp>
            <p:nvGrpSpPr>
              <p:cNvPr id="14784" name="Graphique 2">
                <a:extLst>
                  <a:ext uri="{FF2B5EF4-FFF2-40B4-BE49-F238E27FC236}">
                    <a16:creationId xmlns:a16="http://schemas.microsoft.com/office/drawing/2014/main" id="{2351CDFB-E909-4DC4-AD98-596E8C0735F8}"/>
                  </a:ext>
                </a:extLst>
              </p:cNvPr>
              <p:cNvGrpSpPr/>
              <p:nvPr/>
            </p:nvGrpSpPr>
            <p:grpSpPr>
              <a:xfrm>
                <a:off x="9287932" y="2763868"/>
                <a:ext cx="112966" cy="112966"/>
                <a:chOff x="9287932" y="2763868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785" name="Forme libre : forme 14784">
                  <a:extLst>
                    <a:ext uri="{FF2B5EF4-FFF2-40B4-BE49-F238E27FC236}">
                      <a16:creationId xmlns:a16="http://schemas.microsoft.com/office/drawing/2014/main" id="{1155E0A7-A595-4A38-A9F4-5020E437EE1B}"/>
                    </a:ext>
                  </a:extLst>
                </p:cNvPr>
                <p:cNvSpPr/>
                <p:nvPr/>
              </p:nvSpPr>
              <p:spPr>
                <a:xfrm>
                  <a:off x="9287932" y="2763868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9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86" name="Forme libre : forme 14785">
                  <a:extLst>
                    <a:ext uri="{FF2B5EF4-FFF2-40B4-BE49-F238E27FC236}">
                      <a16:creationId xmlns:a16="http://schemas.microsoft.com/office/drawing/2014/main" id="{832BE31C-6F43-4DD5-8119-4EABD45CA30B}"/>
                    </a:ext>
                  </a:extLst>
                </p:cNvPr>
                <p:cNvSpPr/>
                <p:nvPr/>
              </p:nvSpPr>
              <p:spPr>
                <a:xfrm>
                  <a:off x="9287942" y="2763974"/>
                  <a:ext cx="89048" cy="112826"/>
                </a:xfrm>
                <a:custGeom>
                  <a:avLst/>
                  <a:gdLst>
                    <a:gd name="connsiteX0" fmla="*/ 55140 w 89048"/>
                    <a:gd name="connsiteY0" fmla="*/ 56664 h 112826"/>
                    <a:gd name="connsiteX1" fmla="*/ 89049 w 89048"/>
                    <a:gd name="connsiteY1" fmla="*/ 10658 h 112826"/>
                    <a:gd name="connsiteX2" fmla="*/ 61998 w 89048"/>
                    <a:gd name="connsiteY2" fmla="*/ 276 h 112826"/>
                    <a:gd name="connsiteX3" fmla="*/ 276 w 89048"/>
                    <a:gd name="connsiteY3" fmla="*/ 50853 h 112826"/>
                    <a:gd name="connsiteX4" fmla="*/ 50853 w 89048"/>
                    <a:gd name="connsiteY4" fmla="*/ 112575 h 112826"/>
                    <a:gd name="connsiteX5" fmla="*/ 78666 w 89048"/>
                    <a:gd name="connsiteY5" fmla="*/ 108003 h 112826"/>
                    <a:gd name="connsiteX6" fmla="*/ 55140 w 89048"/>
                    <a:gd name="connsiteY6" fmla="*/ 56664 h 112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048" h="112826">
                      <a:moveTo>
                        <a:pt x="55140" y="56664"/>
                      </a:moveTo>
                      <a:cubicBezTo>
                        <a:pt x="57235" y="35518"/>
                        <a:pt x="70856" y="18468"/>
                        <a:pt x="89049" y="10658"/>
                      </a:cubicBezTo>
                      <a:cubicBezTo>
                        <a:pt x="81238" y="5133"/>
                        <a:pt x="72190" y="1228"/>
                        <a:pt x="61998" y="276"/>
                      </a:cubicBezTo>
                      <a:cubicBezTo>
                        <a:pt x="30946" y="-2772"/>
                        <a:pt x="3324" y="19802"/>
                        <a:pt x="276" y="50853"/>
                      </a:cubicBezTo>
                      <a:cubicBezTo>
                        <a:pt x="-2772" y="81905"/>
                        <a:pt x="19802" y="109527"/>
                        <a:pt x="50853" y="112575"/>
                      </a:cubicBezTo>
                      <a:cubicBezTo>
                        <a:pt x="60759" y="113528"/>
                        <a:pt x="70189" y="111718"/>
                        <a:pt x="78666" y="108003"/>
                      </a:cubicBezTo>
                      <a:cubicBezTo>
                        <a:pt x="62760" y="96573"/>
                        <a:pt x="53140" y="77428"/>
                        <a:pt x="55140" y="56664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87" name="Forme libre : forme 14786">
                  <a:extLst>
                    <a:ext uri="{FF2B5EF4-FFF2-40B4-BE49-F238E27FC236}">
                      <a16:creationId xmlns:a16="http://schemas.microsoft.com/office/drawing/2014/main" id="{90C2E76D-C779-423A-BA02-BEE75263FF29}"/>
                    </a:ext>
                  </a:extLst>
                </p:cNvPr>
                <p:cNvSpPr/>
                <p:nvPr/>
              </p:nvSpPr>
              <p:spPr>
                <a:xfrm rot="-1234409">
                  <a:off x="9324524" y="2819214"/>
                  <a:ext cx="54100" cy="47052"/>
                </a:xfrm>
                <a:custGeom>
                  <a:avLst/>
                  <a:gdLst>
                    <a:gd name="connsiteX0" fmla="*/ 54101 w 54100"/>
                    <a:gd name="connsiteY0" fmla="*/ 23526 h 47052"/>
                    <a:gd name="connsiteX1" fmla="*/ 27050 w 54100"/>
                    <a:gd name="connsiteY1" fmla="*/ 47052 h 47052"/>
                    <a:gd name="connsiteX2" fmla="*/ 0 w 54100"/>
                    <a:gd name="connsiteY2" fmla="*/ 23526 h 47052"/>
                    <a:gd name="connsiteX3" fmla="*/ 27050 w 54100"/>
                    <a:gd name="connsiteY3" fmla="*/ 0 h 47052"/>
                    <a:gd name="connsiteX4" fmla="*/ 54101 w 54100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0" h="47052">
                      <a:moveTo>
                        <a:pt x="54101" y="23526"/>
                      </a:moveTo>
                      <a:cubicBezTo>
                        <a:pt x="54101" y="36519"/>
                        <a:pt x="41990" y="47052"/>
                        <a:pt x="27050" y="47052"/>
                      </a:cubicBezTo>
                      <a:cubicBezTo>
                        <a:pt x="12111" y="47052"/>
                        <a:pt x="0" y="36519"/>
                        <a:pt x="0" y="23526"/>
                      </a:cubicBezTo>
                      <a:cubicBezTo>
                        <a:pt x="0" y="10533"/>
                        <a:pt x="12111" y="0"/>
                        <a:pt x="27050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88" name="Forme libre : forme 14787">
                  <a:extLst>
                    <a:ext uri="{FF2B5EF4-FFF2-40B4-BE49-F238E27FC236}">
                      <a16:creationId xmlns:a16="http://schemas.microsoft.com/office/drawing/2014/main" id="{C034F53C-2950-4A0A-98A1-FF7E6FCD36CF}"/>
                    </a:ext>
                  </a:extLst>
                </p:cNvPr>
                <p:cNvSpPr/>
                <p:nvPr/>
              </p:nvSpPr>
              <p:spPr>
                <a:xfrm>
                  <a:off x="9359179" y="2818256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789" name="Graphique 2">
                <a:extLst>
                  <a:ext uri="{FF2B5EF4-FFF2-40B4-BE49-F238E27FC236}">
                    <a16:creationId xmlns:a16="http://schemas.microsoft.com/office/drawing/2014/main" id="{0D1A1816-7CAE-4306-A936-D4DED275A07A}"/>
                  </a:ext>
                </a:extLst>
              </p:cNvPr>
              <p:cNvGrpSpPr/>
              <p:nvPr/>
            </p:nvGrpSpPr>
            <p:grpSpPr>
              <a:xfrm>
                <a:off x="9345082" y="2914744"/>
                <a:ext cx="112966" cy="113026"/>
                <a:chOff x="9345082" y="2914744"/>
                <a:chExt cx="112966" cy="113026"/>
              </a:xfrm>
              <a:solidFill>
                <a:schemeClr val="accent1"/>
              </a:solidFill>
            </p:grpSpPr>
            <p:sp>
              <p:nvSpPr>
                <p:cNvPr id="14790" name="Forme libre : forme 14789">
                  <a:extLst>
                    <a:ext uri="{FF2B5EF4-FFF2-40B4-BE49-F238E27FC236}">
                      <a16:creationId xmlns:a16="http://schemas.microsoft.com/office/drawing/2014/main" id="{A48F3B4F-CAA7-4981-A7F9-0971EC953679}"/>
                    </a:ext>
                  </a:extLst>
                </p:cNvPr>
                <p:cNvSpPr/>
                <p:nvPr/>
              </p:nvSpPr>
              <p:spPr>
                <a:xfrm>
                  <a:off x="9345082" y="2914744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9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91" name="Forme libre : forme 14790">
                  <a:extLst>
                    <a:ext uri="{FF2B5EF4-FFF2-40B4-BE49-F238E27FC236}">
                      <a16:creationId xmlns:a16="http://schemas.microsoft.com/office/drawing/2014/main" id="{4A552AAA-57B4-40F3-AB22-502151F08631}"/>
                    </a:ext>
                  </a:extLst>
                </p:cNvPr>
                <p:cNvSpPr/>
                <p:nvPr/>
              </p:nvSpPr>
              <p:spPr>
                <a:xfrm>
                  <a:off x="9345188" y="2914945"/>
                  <a:ext cx="89048" cy="112826"/>
                </a:xfrm>
                <a:custGeom>
                  <a:avLst/>
                  <a:gdLst>
                    <a:gd name="connsiteX0" fmla="*/ 55140 w 89048"/>
                    <a:gd name="connsiteY0" fmla="*/ 56664 h 112826"/>
                    <a:gd name="connsiteX1" fmla="*/ 89049 w 89048"/>
                    <a:gd name="connsiteY1" fmla="*/ 10658 h 112826"/>
                    <a:gd name="connsiteX2" fmla="*/ 61998 w 89048"/>
                    <a:gd name="connsiteY2" fmla="*/ 276 h 112826"/>
                    <a:gd name="connsiteX3" fmla="*/ 276 w 89048"/>
                    <a:gd name="connsiteY3" fmla="*/ 50853 h 112826"/>
                    <a:gd name="connsiteX4" fmla="*/ 50853 w 89048"/>
                    <a:gd name="connsiteY4" fmla="*/ 112575 h 112826"/>
                    <a:gd name="connsiteX5" fmla="*/ 78667 w 89048"/>
                    <a:gd name="connsiteY5" fmla="*/ 108003 h 112826"/>
                    <a:gd name="connsiteX6" fmla="*/ 55140 w 89048"/>
                    <a:gd name="connsiteY6" fmla="*/ 56664 h 112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048" h="112826">
                      <a:moveTo>
                        <a:pt x="55140" y="56664"/>
                      </a:moveTo>
                      <a:cubicBezTo>
                        <a:pt x="57235" y="35518"/>
                        <a:pt x="70856" y="18468"/>
                        <a:pt x="89049" y="10658"/>
                      </a:cubicBezTo>
                      <a:cubicBezTo>
                        <a:pt x="81238" y="5133"/>
                        <a:pt x="72189" y="1228"/>
                        <a:pt x="61998" y="276"/>
                      </a:cubicBezTo>
                      <a:cubicBezTo>
                        <a:pt x="30946" y="-2772"/>
                        <a:pt x="3324" y="19802"/>
                        <a:pt x="276" y="50853"/>
                      </a:cubicBezTo>
                      <a:cubicBezTo>
                        <a:pt x="-2772" y="81905"/>
                        <a:pt x="19802" y="109527"/>
                        <a:pt x="50853" y="112575"/>
                      </a:cubicBezTo>
                      <a:cubicBezTo>
                        <a:pt x="60759" y="113528"/>
                        <a:pt x="70189" y="111718"/>
                        <a:pt x="78667" y="108003"/>
                      </a:cubicBezTo>
                      <a:cubicBezTo>
                        <a:pt x="62760" y="96573"/>
                        <a:pt x="53044" y="77428"/>
                        <a:pt x="55140" y="56664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92" name="Forme libre : forme 14791">
                  <a:extLst>
                    <a:ext uri="{FF2B5EF4-FFF2-40B4-BE49-F238E27FC236}">
                      <a16:creationId xmlns:a16="http://schemas.microsoft.com/office/drawing/2014/main" id="{7F7615E1-1811-419A-B67A-C018BB045578}"/>
                    </a:ext>
                  </a:extLst>
                </p:cNvPr>
                <p:cNvSpPr/>
                <p:nvPr/>
              </p:nvSpPr>
              <p:spPr>
                <a:xfrm rot="-1234409">
                  <a:off x="9381651" y="2970109"/>
                  <a:ext cx="54100" cy="47052"/>
                </a:xfrm>
                <a:custGeom>
                  <a:avLst/>
                  <a:gdLst>
                    <a:gd name="connsiteX0" fmla="*/ 54101 w 54100"/>
                    <a:gd name="connsiteY0" fmla="*/ 23526 h 47052"/>
                    <a:gd name="connsiteX1" fmla="*/ 27050 w 54100"/>
                    <a:gd name="connsiteY1" fmla="*/ 47052 h 47052"/>
                    <a:gd name="connsiteX2" fmla="*/ 0 w 54100"/>
                    <a:gd name="connsiteY2" fmla="*/ 23526 h 47052"/>
                    <a:gd name="connsiteX3" fmla="*/ 27050 w 54100"/>
                    <a:gd name="connsiteY3" fmla="*/ 0 h 47052"/>
                    <a:gd name="connsiteX4" fmla="*/ 54101 w 54100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0" h="47052">
                      <a:moveTo>
                        <a:pt x="54101" y="23526"/>
                      </a:moveTo>
                      <a:cubicBezTo>
                        <a:pt x="54101" y="36519"/>
                        <a:pt x="41990" y="47052"/>
                        <a:pt x="27050" y="47052"/>
                      </a:cubicBezTo>
                      <a:cubicBezTo>
                        <a:pt x="12111" y="47052"/>
                        <a:pt x="0" y="36519"/>
                        <a:pt x="0" y="23526"/>
                      </a:cubicBezTo>
                      <a:cubicBezTo>
                        <a:pt x="0" y="10533"/>
                        <a:pt x="12111" y="0"/>
                        <a:pt x="27050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93" name="Forme libre : forme 14792">
                  <a:extLst>
                    <a:ext uri="{FF2B5EF4-FFF2-40B4-BE49-F238E27FC236}">
                      <a16:creationId xmlns:a16="http://schemas.microsoft.com/office/drawing/2014/main" id="{5572351E-C0E5-42AC-BB25-3170395B8716}"/>
                    </a:ext>
                  </a:extLst>
                </p:cNvPr>
                <p:cNvSpPr/>
                <p:nvPr/>
              </p:nvSpPr>
              <p:spPr>
                <a:xfrm>
                  <a:off x="9416329" y="2969227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794" name="Graphique 2">
              <a:extLst>
                <a:ext uri="{FF2B5EF4-FFF2-40B4-BE49-F238E27FC236}">
                  <a16:creationId xmlns:a16="http://schemas.microsoft.com/office/drawing/2014/main" id="{D8CD6784-2A22-4AD5-A235-AA2188658705}"/>
                </a:ext>
              </a:extLst>
            </p:cNvPr>
            <p:cNvGrpSpPr/>
            <p:nvPr/>
          </p:nvGrpSpPr>
          <p:grpSpPr>
            <a:xfrm>
              <a:off x="8455447" y="3807808"/>
              <a:ext cx="251233" cy="196405"/>
              <a:chOff x="8455447" y="3807808"/>
              <a:chExt cx="251233" cy="196405"/>
            </a:xfrm>
            <a:solidFill>
              <a:schemeClr val="accent1"/>
            </a:solidFill>
          </p:grpSpPr>
          <p:grpSp>
            <p:nvGrpSpPr>
              <p:cNvPr id="14795" name="Graphique 2">
                <a:extLst>
                  <a:ext uri="{FF2B5EF4-FFF2-40B4-BE49-F238E27FC236}">
                    <a16:creationId xmlns:a16="http://schemas.microsoft.com/office/drawing/2014/main" id="{B19968A8-28D5-4F6C-A995-81D7FF479081}"/>
                  </a:ext>
                </a:extLst>
              </p:cNvPr>
              <p:cNvGrpSpPr/>
              <p:nvPr/>
            </p:nvGrpSpPr>
            <p:grpSpPr>
              <a:xfrm>
                <a:off x="8593655" y="3807808"/>
                <a:ext cx="113025" cy="112966"/>
                <a:chOff x="8593655" y="3807808"/>
                <a:chExt cx="113025" cy="112966"/>
              </a:xfrm>
              <a:solidFill>
                <a:schemeClr val="accent1"/>
              </a:solidFill>
            </p:grpSpPr>
            <p:sp>
              <p:nvSpPr>
                <p:cNvPr id="14796" name="Forme libre : forme 14795">
                  <a:extLst>
                    <a:ext uri="{FF2B5EF4-FFF2-40B4-BE49-F238E27FC236}">
                      <a16:creationId xmlns:a16="http://schemas.microsoft.com/office/drawing/2014/main" id="{5514846B-F5EC-4494-8442-CCFBD5ED164E}"/>
                    </a:ext>
                  </a:extLst>
                </p:cNvPr>
                <p:cNvSpPr/>
                <p:nvPr/>
              </p:nvSpPr>
              <p:spPr>
                <a:xfrm>
                  <a:off x="8593655" y="3807808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97" name="Forme libre : forme 14796">
                  <a:extLst>
                    <a:ext uri="{FF2B5EF4-FFF2-40B4-BE49-F238E27FC236}">
                      <a16:creationId xmlns:a16="http://schemas.microsoft.com/office/drawing/2014/main" id="{6BF6B8C0-CCB5-49B2-A35E-A3A73F232AAB}"/>
                    </a:ext>
                  </a:extLst>
                </p:cNvPr>
                <p:cNvSpPr/>
                <p:nvPr/>
              </p:nvSpPr>
              <p:spPr>
                <a:xfrm>
                  <a:off x="8593841" y="3807899"/>
                  <a:ext cx="112840" cy="87539"/>
                </a:xfrm>
                <a:custGeom>
                  <a:avLst/>
                  <a:gdLst>
                    <a:gd name="connsiteX0" fmla="*/ 55821 w 112840"/>
                    <a:gd name="connsiteY0" fmla="*/ 55155 h 87539"/>
                    <a:gd name="connsiteX1" fmla="*/ 107256 w 112840"/>
                    <a:gd name="connsiteY1" fmla="*/ 80300 h 87539"/>
                    <a:gd name="connsiteX2" fmla="*/ 112686 w 112840"/>
                    <a:gd name="connsiteY2" fmla="*/ 51821 h 87539"/>
                    <a:gd name="connsiteX3" fmla="*/ 51821 w 112840"/>
                    <a:gd name="connsiteY3" fmla="*/ 195 h 87539"/>
                    <a:gd name="connsiteX4" fmla="*/ 195 w 112840"/>
                    <a:gd name="connsiteY4" fmla="*/ 61060 h 87539"/>
                    <a:gd name="connsiteX5" fmla="*/ 9720 w 112840"/>
                    <a:gd name="connsiteY5" fmla="*/ 87540 h 87539"/>
                    <a:gd name="connsiteX6" fmla="*/ 55821 w 112840"/>
                    <a:gd name="connsiteY6" fmla="*/ 55155 h 87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40" h="87539">
                      <a:moveTo>
                        <a:pt x="55821" y="55155"/>
                      </a:moveTo>
                      <a:cubicBezTo>
                        <a:pt x="76967" y="53440"/>
                        <a:pt x="96207" y="63727"/>
                        <a:pt x="107256" y="80300"/>
                      </a:cubicBezTo>
                      <a:cubicBezTo>
                        <a:pt x="111352" y="71633"/>
                        <a:pt x="113448" y="62013"/>
                        <a:pt x="112686" y="51821"/>
                      </a:cubicBezTo>
                      <a:cubicBezTo>
                        <a:pt x="110114" y="20769"/>
                        <a:pt x="82872" y="-2376"/>
                        <a:pt x="51821" y="195"/>
                      </a:cubicBezTo>
                      <a:cubicBezTo>
                        <a:pt x="20769" y="2767"/>
                        <a:pt x="-2376" y="30008"/>
                        <a:pt x="195" y="61060"/>
                      </a:cubicBezTo>
                      <a:cubicBezTo>
                        <a:pt x="1053" y="70966"/>
                        <a:pt x="4577" y="79920"/>
                        <a:pt x="9720" y="87540"/>
                      </a:cubicBezTo>
                      <a:cubicBezTo>
                        <a:pt x="17912" y="69918"/>
                        <a:pt x="34962" y="56869"/>
                        <a:pt x="55821" y="55155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98" name="Forme libre : forme 14797">
                  <a:extLst>
                    <a:ext uri="{FF2B5EF4-FFF2-40B4-BE49-F238E27FC236}">
                      <a16:creationId xmlns:a16="http://schemas.microsoft.com/office/drawing/2014/main" id="{AF4EE73C-481E-4444-A382-1FB5D30F48C6}"/>
                    </a:ext>
                  </a:extLst>
                </p:cNvPr>
                <p:cNvSpPr/>
                <p:nvPr/>
              </p:nvSpPr>
              <p:spPr>
                <a:xfrm rot="-1856293">
                  <a:off x="8605629" y="3848328"/>
                  <a:ext cx="47052" cy="54100"/>
                </a:xfrm>
                <a:custGeom>
                  <a:avLst/>
                  <a:gdLst>
                    <a:gd name="connsiteX0" fmla="*/ 47052 w 47052"/>
                    <a:gd name="connsiteY0" fmla="*/ 27050 h 54100"/>
                    <a:gd name="connsiteX1" fmla="*/ 23526 w 47052"/>
                    <a:gd name="connsiteY1" fmla="*/ 54101 h 54100"/>
                    <a:gd name="connsiteX2" fmla="*/ 0 w 47052"/>
                    <a:gd name="connsiteY2" fmla="*/ 27050 h 54100"/>
                    <a:gd name="connsiteX3" fmla="*/ 23526 w 47052"/>
                    <a:gd name="connsiteY3" fmla="*/ 0 h 54100"/>
                    <a:gd name="connsiteX4" fmla="*/ 47052 w 47052"/>
                    <a:gd name="connsiteY4" fmla="*/ 27050 h 54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0">
                      <a:moveTo>
                        <a:pt x="47052" y="27050"/>
                      </a:moveTo>
                      <a:cubicBezTo>
                        <a:pt x="47052" y="41990"/>
                        <a:pt x="36519" y="54101"/>
                        <a:pt x="23526" y="54101"/>
                      </a:cubicBezTo>
                      <a:cubicBezTo>
                        <a:pt x="10533" y="54101"/>
                        <a:pt x="0" y="41990"/>
                        <a:pt x="0" y="27050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19" y="0"/>
                        <a:pt x="47052" y="12111"/>
                        <a:pt x="47052" y="27050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799" name="Forme libre : forme 14798">
                  <a:extLst>
                    <a:ext uri="{FF2B5EF4-FFF2-40B4-BE49-F238E27FC236}">
                      <a16:creationId xmlns:a16="http://schemas.microsoft.com/office/drawing/2014/main" id="{B30785AC-6D44-43DA-A1B2-ED5D96E13829}"/>
                    </a:ext>
                  </a:extLst>
                </p:cNvPr>
                <p:cNvSpPr/>
                <p:nvPr/>
              </p:nvSpPr>
              <p:spPr>
                <a:xfrm>
                  <a:off x="8638232" y="3879912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800" name="Graphique 2">
                <a:extLst>
                  <a:ext uri="{FF2B5EF4-FFF2-40B4-BE49-F238E27FC236}">
                    <a16:creationId xmlns:a16="http://schemas.microsoft.com/office/drawing/2014/main" id="{A6175B9B-750E-4AA1-91F0-1B355103555E}"/>
                  </a:ext>
                </a:extLst>
              </p:cNvPr>
              <p:cNvGrpSpPr/>
              <p:nvPr/>
            </p:nvGrpSpPr>
            <p:grpSpPr>
              <a:xfrm>
                <a:off x="8455447" y="3891247"/>
                <a:ext cx="113025" cy="112966"/>
                <a:chOff x="8455447" y="3891247"/>
                <a:chExt cx="113025" cy="112966"/>
              </a:xfrm>
              <a:solidFill>
                <a:schemeClr val="accent1"/>
              </a:solidFill>
            </p:grpSpPr>
            <p:sp>
              <p:nvSpPr>
                <p:cNvPr id="14801" name="Forme libre : forme 14800">
                  <a:extLst>
                    <a:ext uri="{FF2B5EF4-FFF2-40B4-BE49-F238E27FC236}">
                      <a16:creationId xmlns:a16="http://schemas.microsoft.com/office/drawing/2014/main" id="{E3D31012-170D-4EDF-83B5-686F4B628BE0}"/>
                    </a:ext>
                  </a:extLst>
                </p:cNvPr>
                <p:cNvSpPr/>
                <p:nvPr/>
              </p:nvSpPr>
              <p:spPr>
                <a:xfrm>
                  <a:off x="8455447" y="3891247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02" name="Forme libre : forme 14801">
                  <a:extLst>
                    <a:ext uri="{FF2B5EF4-FFF2-40B4-BE49-F238E27FC236}">
                      <a16:creationId xmlns:a16="http://schemas.microsoft.com/office/drawing/2014/main" id="{30ED6806-98CB-4180-AB73-171227C0149D}"/>
                    </a:ext>
                  </a:extLst>
                </p:cNvPr>
                <p:cNvSpPr/>
                <p:nvPr/>
              </p:nvSpPr>
              <p:spPr>
                <a:xfrm>
                  <a:off x="8455633" y="3891338"/>
                  <a:ext cx="112839" cy="87539"/>
                </a:xfrm>
                <a:custGeom>
                  <a:avLst/>
                  <a:gdLst>
                    <a:gd name="connsiteX0" fmla="*/ 55821 w 112839"/>
                    <a:gd name="connsiteY0" fmla="*/ 55154 h 87539"/>
                    <a:gd name="connsiteX1" fmla="*/ 107256 w 112839"/>
                    <a:gd name="connsiteY1" fmla="*/ 80300 h 87539"/>
                    <a:gd name="connsiteX2" fmla="*/ 112685 w 112839"/>
                    <a:gd name="connsiteY2" fmla="*/ 51821 h 87539"/>
                    <a:gd name="connsiteX3" fmla="*/ 51821 w 112839"/>
                    <a:gd name="connsiteY3" fmla="*/ 195 h 87539"/>
                    <a:gd name="connsiteX4" fmla="*/ 195 w 112839"/>
                    <a:gd name="connsiteY4" fmla="*/ 61060 h 87539"/>
                    <a:gd name="connsiteX5" fmla="*/ 9720 w 112839"/>
                    <a:gd name="connsiteY5" fmla="*/ 87540 h 87539"/>
                    <a:gd name="connsiteX6" fmla="*/ 55821 w 112839"/>
                    <a:gd name="connsiteY6" fmla="*/ 55154 h 87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39" h="87539">
                      <a:moveTo>
                        <a:pt x="55821" y="55154"/>
                      </a:moveTo>
                      <a:cubicBezTo>
                        <a:pt x="76967" y="53440"/>
                        <a:pt x="96207" y="63727"/>
                        <a:pt x="107256" y="80300"/>
                      </a:cubicBezTo>
                      <a:cubicBezTo>
                        <a:pt x="111352" y="71633"/>
                        <a:pt x="113447" y="62012"/>
                        <a:pt x="112685" y="51821"/>
                      </a:cubicBezTo>
                      <a:cubicBezTo>
                        <a:pt x="110114" y="20769"/>
                        <a:pt x="82872" y="-2376"/>
                        <a:pt x="51821" y="195"/>
                      </a:cubicBezTo>
                      <a:cubicBezTo>
                        <a:pt x="20769" y="2767"/>
                        <a:pt x="-2377" y="30008"/>
                        <a:pt x="195" y="61060"/>
                      </a:cubicBezTo>
                      <a:cubicBezTo>
                        <a:pt x="1052" y="70966"/>
                        <a:pt x="4577" y="79919"/>
                        <a:pt x="9720" y="87540"/>
                      </a:cubicBezTo>
                      <a:cubicBezTo>
                        <a:pt x="17912" y="69823"/>
                        <a:pt x="34961" y="56869"/>
                        <a:pt x="55821" y="55154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03" name="Forme libre : forme 14802">
                  <a:extLst>
                    <a:ext uri="{FF2B5EF4-FFF2-40B4-BE49-F238E27FC236}">
                      <a16:creationId xmlns:a16="http://schemas.microsoft.com/office/drawing/2014/main" id="{4C41F418-13F3-4E74-8165-6B32F19829DE}"/>
                    </a:ext>
                  </a:extLst>
                </p:cNvPr>
                <p:cNvSpPr/>
                <p:nvPr/>
              </p:nvSpPr>
              <p:spPr>
                <a:xfrm rot="-1856293">
                  <a:off x="8467433" y="3931767"/>
                  <a:ext cx="47052" cy="54100"/>
                </a:xfrm>
                <a:custGeom>
                  <a:avLst/>
                  <a:gdLst>
                    <a:gd name="connsiteX0" fmla="*/ 47052 w 47052"/>
                    <a:gd name="connsiteY0" fmla="*/ 27050 h 54100"/>
                    <a:gd name="connsiteX1" fmla="*/ 23526 w 47052"/>
                    <a:gd name="connsiteY1" fmla="*/ 54101 h 54100"/>
                    <a:gd name="connsiteX2" fmla="*/ 0 w 47052"/>
                    <a:gd name="connsiteY2" fmla="*/ 27050 h 54100"/>
                    <a:gd name="connsiteX3" fmla="*/ 23526 w 47052"/>
                    <a:gd name="connsiteY3" fmla="*/ 0 h 54100"/>
                    <a:gd name="connsiteX4" fmla="*/ 47052 w 47052"/>
                    <a:gd name="connsiteY4" fmla="*/ 27050 h 54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0">
                      <a:moveTo>
                        <a:pt x="47052" y="27050"/>
                      </a:moveTo>
                      <a:cubicBezTo>
                        <a:pt x="47052" y="41990"/>
                        <a:pt x="36519" y="54101"/>
                        <a:pt x="23526" y="54101"/>
                      </a:cubicBezTo>
                      <a:cubicBezTo>
                        <a:pt x="10533" y="54101"/>
                        <a:pt x="0" y="41990"/>
                        <a:pt x="0" y="27050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19" y="0"/>
                        <a:pt x="47052" y="12111"/>
                        <a:pt x="47052" y="27050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04" name="Forme libre : forme 14803">
                  <a:extLst>
                    <a:ext uri="{FF2B5EF4-FFF2-40B4-BE49-F238E27FC236}">
                      <a16:creationId xmlns:a16="http://schemas.microsoft.com/office/drawing/2014/main" id="{CBA69ED7-64DA-4098-9B22-4E55793DCDF5}"/>
                    </a:ext>
                  </a:extLst>
                </p:cNvPr>
                <p:cNvSpPr/>
                <p:nvPr/>
              </p:nvSpPr>
              <p:spPr>
                <a:xfrm>
                  <a:off x="8500024" y="3963351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805" name="Graphique 2">
              <a:extLst>
                <a:ext uri="{FF2B5EF4-FFF2-40B4-BE49-F238E27FC236}">
                  <a16:creationId xmlns:a16="http://schemas.microsoft.com/office/drawing/2014/main" id="{A209A979-1D0C-438D-BCF6-D495F3728843}"/>
                </a:ext>
              </a:extLst>
            </p:cNvPr>
            <p:cNvGrpSpPr/>
            <p:nvPr/>
          </p:nvGrpSpPr>
          <p:grpSpPr>
            <a:xfrm>
              <a:off x="8184271" y="3464813"/>
              <a:ext cx="205168" cy="245554"/>
              <a:chOff x="8184271" y="3464813"/>
              <a:chExt cx="205168" cy="245554"/>
            </a:xfrm>
            <a:solidFill>
              <a:schemeClr val="accent1"/>
            </a:solidFill>
          </p:grpSpPr>
          <p:grpSp>
            <p:nvGrpSpPr>
              <p:cNvPr id="14806" name="Graphique 2">
                <a:extLst>
                  <a:ext uri="{FF2B5EF4-FFF2-40B4-BE49-F238E27FC236}">
                    <a16:creationId xmlns:a16="http://schemas.microsoft.com/office/drawing/2014/main" id="{215DE53F-DCD1-46AD-A8A0-5AB522E5D924}"/>
                  </a:ext>
                </a:extLst>
              </p:cNvPr>
              <p:cNvGrpSpPr/>
              <p:nvPr/>
            </p:nvGrpSpPr>
            <p:grpSpPr>
              <a:xfrm>
                <a:off x="8276473" y="3464813"/>
                <a:ext cx="112966" cy="112966"/>
                <a:chOff x="8276473" y="3464813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807" name="Forme libre : forme 14806">
                  <a:extLst>
                    <a:ext uri="{FF2B5EF4-FFF2-40B4-BE49-F238E27FC236}">
                      <a16:creationId xmlns:a16="http://schemas.microsoft.com/office/drawing/2014/main" id="{76606ED0-818F-4065-B902-A1D0A0835CDF}"/>
                    </a:ext>
                  </a:extLst>
                </p:cNvPr>
                <p:cNvSpPr/>
                <p:nvPr/>
              </p:nvSpPr>
              <p:spPr>
                <a:xfrm>
                  <a:off x="8276473" y="3464813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08" name="Forme libre : forme 14807">
                  <a:extLst>
                    <a:ext uri="{FF2B5EF4-FFF2-40B4-BE49-F238E27FC236}">
                      <a16:creationId xmlns:a16="http://schemas.microsoft.com/office/drawing/2014/main" id="{62698F87-CB71-4030-BCCF-42DE02748A40}"/>
                    </a:ext>
                  </a:extLst>
                </p:cNvPr>
                <p:cNvSpPr/>
                <p:nvPr/>
              </p:nvSpPr>
              <p:spPr>
                <a:xfrm>
                  <a:off x="8276515" y="3464951"/>
                  <a:ext cx="112650" cy="104065"/>
                </a:xfrm>
                <a:custGeom>
                  <a:avLst/>
                  <a:gdLst>
                    <a:gd name="connsiteX0" fmla="*/ 55488 w 112650"/>
                    <a:gd name="connsiteY0" fmla="*/ 55488 h 104065"/>
                    <a:gd name="connsiteX1" fmla="*/ 112638 w 112650"/>
                    <a:gd name="connsiteY1" fmla="*/ 57488 h 104065"/>
                    <a:gd name="connsiteX2" fmla="*/ 105971 w 112650"/>
                    <a:gd name="connsiteY2" fmla="*/ 29295 h 104065"/>
                    <a:gd name="connsiteX3" fmla="*/ 29295 w 112650"/>
                    <a:gd name="connsiteY3" fmla="*/ 7006 h 104065"/>
                    <a:gd name="connsiteX4" fmla="*/ 7006 w 112650"/>
                    <a:gd name="connsiteY4" fmla="*/ 83682 h 104065"/>
                    <a:gd name="connsiteX5" fmla="*/ 26437 w 112650"/>
                    <a:gd name="connsiteY5" fmla="*/ 104066 h 104065"/>
                    <a:gd name="connsiteX6" fmla="*/ 55488 w 112650"/>
                    <a:gd name="connsiteY6" fmla="*/ 55488 h 104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650" h="104065">
                      <a:moveTo>
                        <a:pt x="55488" y="55488"/>
                      </a:moveTo>
                      <a:cubicBezTo>
                        <a:pt x="74157" y="45296"/>
                        <a:pt x="95874" y="46916"/>
                        <a:pt x="112638" y="57488"/>
                      </a:cubicBezTo>
                      <a:cubicBezTo>
                        <a:pt x="112829" y="47963"/>
                        <a:pt x="110828" y="38248"/>
                        <a:pt x="105971" y="29295"/>
                      </a:cubicBezTo>
                      <a:cubicBezTo>
                        <a:pt x="91016" y="1958"/>
                        <a:pt x="56631" y="-8044"/>
                        <a:pt x="29295" y="7006"/>
                      </a:cubicBezTo>
                      <a:cubicBezTo>
                        <a:pt x="1958" y="21960"/>
                        <a:pt x="-8044" y="56346"/>
                        <a:pt x="7006" y="83682"/>
                      </a:cubicBezTo>
                      <a:cubicBezTo>
                        <a:pt x="11769" y="92350"/>
                        <a:pt x="18627" y="99113"/>
                        <a:pt x="26437" y="104066"/>
                      </a:cubicBezTo>
                      <a:cubicBezTo>
                        <a:pt x="26818" y="84349"/>
                        <a:pt x="37105" y="65585"/>
                        <a:pt x="55488" y="55488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09" name="Forme libre : forme 14808">
                  <a:extLst>
                    <a:ext uri="{FF2B5EF4-FFF2-40B4-BE49-F238E27FC236}">
                      <a16:creationId xmlns:a16="http://schemas.microsoft.com/office/drawing/2014/main" id="{0048AD46-6201-4BF4-A47C-F018A584D279}"/>
                    </a:ext>
                  </a:extLst>
                </p:cNvPr>
                <p:cNvSpPr/>
                <p:nvPr/>
              </p:nvSpPr>
              <p:spPr>
                <a:xfrm rot="-3300310">
                  <a:off x="8294879" y="3513067"/>
                  <a:ext cx="47053" cy="54101"/>
                </a:xfrm>
                <a:custGeom>
                  <a:avLst/>
                  <a:gdLst>
                    <a:gd name="connsiteX0" fmla="*/ 47053 w 47053"/>
                    <a:gd name="connsiteY0" fmla="*/ 27051 h 54101"/>
                    <a:gd name="connsiteX1" fmla="*/ 23527 w 47053"/>
                    <a:gd name="connsiteY1" fmla="*/ 54102 h 54101"/>
                    <a:gd name="connsiteX2" fmla="*/ 0 w 47053"/>
                    <a:gd name="connsiteY2" fmla="*/ 27051 h 54101"/>
                    <a:gd name="connsiteX3" fmla="*/ 23527 w 47053"/>
                    <a:gd name="connsiteY3" fmla="*/ 0 h 54101"/>
                    <a:gd name="connsiteX4" fmla="*/ 47053 w 47053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1">
                      <a:moveTo>
                        <a:pt x="47053" y="27051"/>
                      </a:moveTo>
                      <a:cubicBezTo>
                        <a:pt x="47053" y="41991"/>
                        <a:pt x="36520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10" name="Forme libre : forme 14809">
                  <a:extLst>
                    <a:ext uri="{FF2B5EF4-FFF2-40B4-BE49-F238E27FC236}">
                      <a16:creationId xmlns:a16="http://schemas.microsoft.com/office/drawing/2014/main" id="{B66A17AA-256E-4D4A-82CF-AC0DC6018EFD}"/>
                    </a:ext>
                  </a:extLst>
                </p:cNvPr>
                <p:cNvSpPr/>
                <p:nvPr/>
              </p:nvSpPr>
              <p:spPr>
                <a:xfrm>
                  <a:off x="8331337" y="3535965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811" name="Graphique 2">
                <a:extLst>
                  <a:ext uri="{FF2B5EF4-FFF2-40B4-BE49-F238E27FC236}">
                    <a16:creationId xmlns:a16="http://schemas.microsoft.com/office/drawing/2014/main" id="{3EC769FC-BAFA-4078-BB3F-788EB9A11903}"/>
                  </a:ext>
                </a:extLst>
              </p:cNvPr>
              <p:cNvGrpSpPr/>
              <p:nvPr/>
            </p:nvGrpSpPr>
            <p:grpSpPr>
              <a:xfrm>
                <a:off x="8184271" y="3597401"/>
                <a:ext cx="112966" cy="112966"/>
                <a:chOff x="8184271" y="3597401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812" name="Forme libre : forme 14811">
                  <a:extLst>
                    <a:ext uri="{FF2B5EF4-FFF2-40B4-BE49-F238E27FC236}">
                      <a16:creationId xmlns:a16="http://schemas.microsoft.com/office/drawing/2014/main" id="{E3DB3B3E-BEA4-46BC-B52B-39787301712E}"/>
                    </a:ext>
                  </a:extLst>
                </p:cNvPr>
                <p:cNvSpPr/>
                <p:nvPr/>
              </p:nvSpPr>
              <p:spPr>
                <a:xfrm>
                  <a:off x="8184271" y="3597401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13" name="Forme libre : forme 14812">
                  <a:extLst>
                    <a:ext uri="{FF2B5EF4-FFF2-40B4-BE49-F238E27FC236}">
                      <a16:creationId xmlns:a16="http://schemas.microsoft.com/office/drawing/2014/main" id="{EF41F14E-2E90-475B-A524-DD8B84AF98D4}"/>
                    </a:ext>
                  </a:extLst>
                </p:cNvPr>
                <p:cNvSpPr/>
                <p:nvPr/>
              </p:nvSpPr>
              <p:spPr>
                <a:xfrm>
                  <a:off x="8184313" y="3597444"/>
                  <a:ext cx="112650" cy="104065"/>
                </a:xfrm>
                <a:custGeom>
                  <a:avLst/>
                  <a:gdLst>
                    <a:gd name="connsiteX0" fmla="*/ 55488 w 112650"/>
                    <a:gd name="connsiteY0" fmla="*/ 55488 h 104065"/>
                    <a:gd name="connsiteX1" fmla="*/ 112638 w 112650"/>
                    <a:gd name="connsiteY1" fmla="*/ 57488 h 104065"/>
                    <a:gd name="connsiteX2" fmla="*/ 105971 w 112650"/>
                    <a:gd name="connsiteY2" fmla="*/ 29295 h 104065"/>
                    <a:gd name="connsiteX3" fmla="*/ 29295 w 112650"/>
                    <a:gd name="connsiteY3" fmla="*/ 7006 h 104065"/>
                    <a:gd name="connsiteX4" fmla="*/ 7006 w 112650"/>
                    <a:gd name="connsiteY4" fmla="*/ 83682 h 104065"/>
                    <a:gd name="connsiteX5" fmla="*/ 26437 w 112650"/>
                    <a:gd name="connsiteY5" fmla="*/ 104066 h 104065"/>
                    <a:gd name="connsiteX6" fmla="*/ 55488 w 112650"/>
                    <a:gd name="connsiteY6" fmla="*/ 55488 h 104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650" h="104065">
                      <a:moveTo>
                        <a:pt x="55488" y="55488"/>
                      </a:moveTo>
                      <a:cubicBezTo>
                        <a:pt x="74157" y="45296"/>
                        <a:pt x="95874" y="46916"/>
                        <a:pt x="112638" y="57488"/>
                      </a:cubicBezTo>
                      <a:cubicBezTo>
                        <a:pt x="112829" y="47963"/>
                        <a:pt x="110829" y="38248"/>
                        <a:pt x="105971" y="29295"/>
                      </a:cubicBezTo>
                      <a:cubicBezTo>
                        <a:pt x="91016" y="1958"/>
                        <a:pt x="56631" y="-8044"/>
                        <a:pt x="29295" y="7006"/>
                      </a:cubicBezTo>
                      <a:cubicBezTo>
                        <a:pt x="1958" y="21960"/>
                        <a:pt x="-8043" y="56345"/>
                        <a:pt x="7006" y="83682"/>
                      </a:cubicBezTo>
                      <a:cubicBezTo>
                        <a:pt x="11768" y="92350"/>
                        <a:pt x="18626" y="99113"/>
                        <a:pt x="26437" y="104066"/>
                      </a:cubicBezTo>
                      <a:cubicBezTo>
                        <a:pt x="26818" y="84444"/>
                        <a:pt x="37105" y="65585"/>
                        <a:pt x="55488" y="55488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14" name="Forme libre : forme 14813">
                  <a:extLst>
                    <a:ext uri="{FF2B5EF4-FFF2-40B4-BE49-F238E27FC236}">
                      <a16:creationId xmlns:a16="http://schemas.microsoft.com/office/drawing/2014/main" id="{1EE56EEF-7DC1-4523-9D38-A6C278B9EC8F}"/>
                    </a:ext>
                  </a:extLst>
                </p:cNvPr>
                <p:cNvSpPr/>
                <p:nvPr/>
              </p:nvSpPr>
              <p:spPr>
                <a:xfrm rot="-3300310">
                  <a:off x="8202711" y="3645541"/>
                  <a:ext cx="47053" cy="54101"/>
                </a:xfrm>
                <a:custGeom>
                  <a:avLst/>
                  <a:gdLst>
                    <a:gd name="connsiteX0" fmla="*/ 47053 w 47053"/>
                    <a:gd name="connsiteY0" fmla="*/ 27051 h 54101"/>
                    <a:gd name="connsiteX1" fmla="*/ 23527 w 47053"/>
                    <a:gd name="connsiteY1" fmla="*/ 54102 h 54101"/>
                    <a:gd name="connsiteX2" fmla="*/ 0 w 47053"/>
                    <a:gd name="connsiteY2" fmla="*/ 27051 h 54101"/>
                    <a:gd name="connsiteX3" fmla="*/ 23527 w 47053"/>
                    <a:gd name="connsiteY3" fmla="*/ 0 h 54101"/>
                    <a:gd name="connsiteX4" fmla="*/ 47053 w 47053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1">
                      <a:moveTo>
                        <a:pt x="47053" y="27051"/>
                      </a:moveTo>
                      <a:cubicBezTo>
                        <a:pt x="47053" y="41991"/>
                        <a:pt x="36520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15" name="Forme libre : forme 14814">
                  <a:extLst>
                    <a:ext uri="{FF2B5EF4-FFF2-40B4-BE49-F238E27FC236}">
                      <a16:creationId xmlns:a16="http://schemas.microsoft.com/office/drawing/2014/main" id="{1FCD8C3A-CD44-4997-A342-6FFA41B72034}"/>
                    </a:ext>
                  </a:extLst>
                </p:cNvPr>
                <p:cNvSpPr/>
                <p:nvPr/>
              </p:nvSpPr>
              <p:spPr>
                <a:xfrm>
                  <a:off x="8239230" y="3668458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816" name="Graphique 2">
              <a:extLst>
                <a:ext uri="{FF2B5EF4-FFF2-40B4-BE49-F238E27FC236}">
                  <a16:creationId xmlns:a16="http://schemas.microsoft.com/office/drawing/2014/main" id="{8C775F7E-3DC7-4C73-88BD-891793E3EB1F}"/>
                </a:ext>
              </a:extLst>
            </p:cNvPr>
            <p:cNvGrpSpPr/>
            <p:nvPr/>
          </p:nvGrpSpPr>
          <p:grpSpPr>
            <a:xfrm>
              <a:off x="7712474" y="3360491"/>
              <a:ext cx="159757" cy="267484"/>
              <a:chOff x="7712474" y="3360491"/>
              <a:chExt cx="159757" cy="267484"/>
            </a:xfrm>
            <a:solidFill>
              <a:schemeClr val="accent1"/>
            </a:solidFill>
          </p:grpSpPr>
          <p:grpSp>
            <p:nvGrpSpPr>
              <p:cNvPr id="14817" name="Graphique 2">
                <a:extLst>
                  <a:ext uri="{FF2B5EF4-FFF2-40B4-BE49-F238E27FC236}">
                    <a16:creationId xmlns:a16="http://schemas.microsoft.com/office/drawing/2014/main" id="{CD96D154-B931-4150-8083-CAF2ACB395F1}"/>
                  </a:ext>
                </a:extLst>
              </p:cNvPr>
              <p:cNvGrpSpPr/>
              <p:nvPr/>
            </p:nvGrpSpPr>
            <p:grpSpPr>
              <a:xfrm>
                <a:off x="7712474" y="3360491"/>
                <a:ext cx="112989" cy="112989"/>
                <a:chOff x="7712474" y="3360491"/>
                <a:chExt cx="112989" cy="112989"/>
              </a:xfrm>
              <a:solidFill>
                <a:schemeClr val="accent1"/>
              </a:solidFill>
            </p:grpSpPr>
            <p:sp>
              <p:nvSpPr>
                <p:cNvPr id="14818" name="Forme libre : forme 14817">
                  <a:extLst>
                    <a:ext uri="{FF2B5EF4-FFF2-40B4-BE49-F238E27FC236}">
                      <a16:creationId xmlns:a16="http://schemas.microsoft.com/office/drawing/2014/main" id="{2F70375E-E19D-4EDA-9981-8E973DEF7431}"/>
                    </a:ext>
                  </a:extLst>
                </p:cNvPr>
                <p:cNvSpPr/>
                <p:nvPr/>
              </p:nvSpPr>
              <p:spPr>
                <a:xfrm>
                  <a:off x="7712497" y="3360514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9" y="112967"/>
                        <a:pt x="0" y="87678"/>
                        <a:pt x="0" y="56483"/>
                      </a:cubicBezTo>
                      <a:cubicBezTo>
                        <a:pt x="0" y="25289"/>
                        <a:pt x="25289" y="0"/>
                        <a:pt x="56483" y="0"/>
                      </a:cubicBezTo>
                      <a:cubicBezTo>
                        <a:pt x="87678" y="0"/>
                        <a:pt x="112967" y="25289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19" name="Forme libre : forme 14818">
                  <a:extLst>
                    <a:ext uri="{FF2B5EF4-FFF2-40B4-BE49-F238E27FC236}">
                      <a16:creationId xmlns:a16="http://schemas.microsoft.com/office/drawing/2014/main" id="{E2AE83B8-087A-4F5F-B861-E1EA036FFA8B}"/>
                    </a:ext>
                  </a:extLst>
                </p:cNvPr>
                <p:cNvSpPr/>
                <p:nvPr/>
              </p:nvSpPr>
              <p:spPr>
                <a:xfrm>
                  <a:off x="7712474" y="3360491"/>
                  <a:ext cx="92129" cy="112864"/>
                </a:xfrm>
                <a:custGeom>
                  <a:avLst/>
                  <a:gdLst>
                    <a:gd name="connsiteX0" fmla="*/ 55173 w 92129"/>
                    <a:gd name="connsiteY0" fmla="*/ 56697 h 112864"/>
                    <a:gd name="connsiteX1" fmla="*/ 92130 w 92129"/>
                    <a:gd name="connsiteY1" fmla="*/ 13072 h 112864"/>
                    <a:gd name="connsiteX2" fmla="*/ 65841 w 92129"/>
                    <a:gd name="connsiteY2" fmla="*/ 785 h 112864"/>
                    <a:gd name="connsiteX3" fmla="*/ 785 w 92129"/>
                    <a:gd name="connsiteY3" fmla="*/ 47076 h 112864"/>
                    <a:gd name="connsiteX4" fmla="*/ 47076 w 92129"/>
                    <a:gd name="connsiteY4" fmla="*/ 112132 h 112864"/>
                    <a:gd name="connsiteX5" fmla="*/ 75080 w 92129"/>
                    <a:gd name="connsiteY5" fmla="*/ 109465 h 112864"/>
                    <a:gd name="connsiteX6" fmla="*/ 55173 w 92129"/>
                    <a:gd name="connsiteY6" fmla="*/ 56697 h 112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2129" h="112864">
                      <a:moveTo>
                        <a:pt x="55173" y="56697"/>
                      </a:moveTo>
                      <a:cubicBezTo>
                        <a:pt x="58697" y="35742"/>
                        <a:pt x="73461" y="19644"/>
                        <a:pt x="92130" y="13072"/>
                      </a:cubicBezTo>
                      <a:cubicBezTo>
                        <a:pt x="84796" y="6976"/>
                        <a:pt x="75937" y="2500"/>
                        <a:pt x="65841" y="785"/>
                      </a:cubicBezTo>
                      <a:cubicBezTo>
                        <a:pt x="35075" y="-4358"/>
                        <a:pt x="6024" y="16311"/>
                        <a:pt x="785" y="47076"/>
                      </a:cubicBezTo>
                      <a:cubicBezTo>
                        <a:pt x="-4358" y="77842"/>
                        <a:pt x="16311" y="106893"/>
                        <a:pt x="47076" y="112132"/>
                      </a:cubicBezTo>
                      <a:cubicBezTo>
                        <a:pt x="56887" y="113751"/>
                        <a:pt x="66412" y="112609"/>
                        <a:pt x="75080" y="109465"/>
                      </a:cubicBezTo>
                      <a:cubicBezTo>
                        <a:pt x="60030" y="97083"/>
                        <a:pt x="51648" y="77366"/>
                        <a:pt x="55173" y="56697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20" name="Forme libre : forme 14819">
                  <a:extLst>
                    <a:ext uri="{FF2B5EF4-FFF2-40B4-BE49-F238E27FC236}">
                      <a16:creationId xmlns:a16="http://schemas.microsoft.com/office/drawing/2014/main" id="{038F592D-DBF1-4441-95CE-398EE9B94FF0}"/>
                    </a:ext>
                  </a:extLst>
                </p:cNvPr>
                <p:cNvSpPr/>
                <p:nvPr/>
              </p:nvSpPr>
              <p:spPr>
                <a:xfrm rot="-1001066">
                  <a:off x="7747628" y="3416394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4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4"/>
                        <a:pt x="27051" y="47054"/>
                      </a:cubicBezTo>
                      <a:cubicBezTo>
                        <a:pt x="12111" y="47054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21" name="Forme libre : forme 14820">
                  <a:extLst>
                    <a:ext uri="{FF2B5EF4-FFF2-40B4-BE49-F238E27FC236}">
                      <a16:creationId xmlns:a16="http://schemas.microsoft.com/office/drawing/2014/main" id="{999887BF-8E68-4644-800B-7D3455B0EC54}"/>
                    </a:ext>
                  </a:extLst>
                </p:cNvPr>
                <p:cNvSpPr/>
                <p:nvPr/>
              </p:nvSpPr>
              <p:spPr>
                <a:xfrm>
                  <a:off x="7783173" y="3416521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6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822" name="Graphique 2">
                <a:extLst>
                  <a:ext uri="{FF2B5EF4-FFF2-40B4-BE49-F238E27FC236}">
                    <a16:creationId xmlns:a16="http://schemas.microsoft.com/office/drawing/2014/main" id="{E11F4721-429C-443D-B18E-58F75435B879}"/>
                  </a:ext>
                </a:extLst>
              </p:cNvPr>
              <p:cNvGrpSpPr/>
              <p:nvPr/>
            </p:nvGrpSpPr>
            <p:grpSpPr>
              <a:xfrm>
                <a:off x="7759265" y="3514987"/>
                <a:ext cx="112966" cy="112989"/>
                <a:chOff x="7759265" y="3514987"/>
                <a:chExt cx="112966" cy="112989"/>
              </a:xfrm>
              <a:solidFill>
                <a:schemeClr val="accent1"/>
              </a:solidFill>
            </p:grpSpPr>
            <p:sp>
              <p:nvSpPr>
                <p:cNvPr id="14823" name="Forme libre : forme 14822">
                  <a:extLst>
                    <a:ext uri="{FF2B5EF4-FFF2-40B4-BE49-F238E27FC236}">
                      <a16:creationId xmlns:a16="http://schemas.microsoft.com/office/drawing/2014/main" id="{0187510D-B812-4769-A129-D6560566D8EC}"/>
                    </a:ext>
                  </a:extLst>
                </p:cNvPr>
                <p:cNvSpPr/>
                <p:nvPr/>
              </p:nvSpPr>
              <p:spPr>
                <a:xfrm>
                  <a:off x="7759265" y="3515010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24" name="Forme libre : forme 14823">
                  <a:extLst>
                    <a:ext uri="{FF2B5EF4-FFF2-40B4-BE49-F238E27FC236}">
                      <a16:creationId xmlns:a16="http://schemas.microsoft.com/office/drawing/2014/main" id="{973AD992-AB65-4736-9053-B35601E31979}"/>
                    </a:ext>
                  </a:extLst>
                </p:cNvPr>
                <p:cNvSpPr/>
                <p:nvPr/>
              </p:nvSpPr>
              <p:spPr>
                <a:xfrm>
                  <a:off x="7759337" y="3514987"/>
                  <a:ext cx="92129" cy="112864"/>
                </a:xfrm>
                <a:custGeom>
                  <a:avLst/>
                  <a:gdLst>
                    <a:gd name="connsiteX0" fmla="*/ 55173 w 92129"/>
                    <a:gd name="connsiteY0" fmla="*/ 56697 h 112864"/>
                    <a:gd name="connsiteX1" fmla="*/ 92130 w 92129"/>
                    <a:gd name="connsiteY1" fmla="*/ 13072 h 112864"/>
                    <a:gd name="connsiteX2" fmla="*/ 65841 w 92129"/>
                    <a:gd name="connsiteY2" fmla="*/ 785 h 112864"/>
                    <a:gd name="connsiteX3" fmla="*/ 785 w 92129"/>
                    <a:gd name="connsiteY3" fmla="*/ 47077 h 112864"/>
                    <a:gd name="connsiteX4" fmla="*/ 47076 w 92129"/>
                    <a:gd name="connsiteY4" fmla="*/ 112132 h 112864"/>
                    <a:gd name="connsiteX5" fmla="*/ 75080 w 92129"/>
                    <a:gd name="connsiteY5" fmla="*/ 109465 h 112864"/>
                    <a:gd name="connsiteX6" fmla="*/ 55173 w 92129"/>
                    <a:gd name="connsiteY6" fmla="*/ 56697 h 112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2129" h="112864">
                      <a:moveTo>
                        <a:pt x="55173" y="56697"/>
                      </a:moveTo>
                      <a:cubicBezTo>
                        <a:pt x="58697" y="35742"/>
                        <a:pt x="73461" y="19645"/>
                        <a:pt x="92130" y="13072"/>
                      </a:cubicBezTo>
                      <a:cubicBezTo>
                        <a:pt x="84796" y="6976"/>
                        <a:pt x="75937" y="2500"/>
                        <a:pt x="65841" y="785"/>
                      </a:cubicBezTo>
                      <a:cubicBezTo>
                        <a:pt x="35075" y="-4358"/>
                        <a:pt x="6024" y="16311"/>
                        <a:pt x="785" y="47077"/>
                      </a:cubicBezTo>
                      <a:cubicBezTo>
                        <a:pt x="-4358" y="77842"/>
                        <a:pt x="16311" y="106894"/>
                        <a:pt x="47076" y="112132"/>
                      </a:cubicBezTo>
                      <a:cubicBezTo>
                        <a:pt x="56887" y="113752"/>
                        <a:pt x="66412" y="112609"/>
                        <a:pt x="75080" y="109465"/>
                      </a:cubicBezTo>
                      <a:cubicBezTo>
                        <a:pt x="60030" y="97083"/>
                        <a:pt x="51648" y="77366"/>
                        <a:pt x="55173" y="56697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25" name="Forme libre : forme 14824">
                  <a:extLst>
                    <a:ext uri="{FF2B5EF4-FFF2-40B4-BE49-F238E27FC236}">
                      <a16:creationId xmlns:a16="http://schemas.microsoft.com/office/drawing/2014/main" id="{12863FF4-7430-4123-B63E-66FC7859E9FD}"/>
                    </a:ext>
                  </a:extLst>
                </p:cNvPr>
                <p:cNvSpPr/>
                <p:nvPr/>
              </p:nvSpPr>
              <p:spPr>
                <a:xfrm rot="-1001066">
                  <a:off x="7794497" y="3570875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4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4"/>
                        <a:pt x="27051" y="47054"/>
                      </a:cubicBezTo>
                      <a:cubicBezTo>
                        <a:pt x="12111" y="47054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26" name="Forme libre : forme 14825">
                  <a:extLst>
                    <a:ext uri="{FF2B5EF4-FFF2-40B4-BE49-F238E27FC236}">
                      <a16:creationId xmlns:a16="http://schemas.microsoft.com/office/drawing/2014/main" id="{19F4C951-198E-4C6D-B3F4-BE714534E711}"/>
                    </a:ext>
                  </a:extLst>
                </p:cNvPr>
                <p:cNvSpPr/>
                <p:nvPr/>
              </p:nvSpPr>
              <p:spPr>
                <a:xfrm>
                  <a:off x="7829941" y="3571017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827" name="Graphique 2">
              <a:extLst>
                <a:ext uri="{FF2B5EF4-FFF2-40B4-BE49-F238E27FC236}">
                  <a16:creationId xmlns:a16="http://schemas.microsoft.com/office/drawing/2014/main" id="{FCAB24A4-0B81-49CC-9DF4-054614C17C0B}"/>
                </a:ext>
              </a:extLst>
            </p:cNvPr>
            <p:cNvGrpSpPr/>
            <p:nvPr/>
          </p:nvGrpSpPr>
          <p:grpSpPr>
            <a:xfrm>
              <a:off x="7372931" y="3311746"/>
              <a:ext cx="137445" cy="272510"/>
              <a:chOff x="7372931" y="3311746"/>
              <a:chExt cx="137445" cy="272510"/>
            </a:xfrm>
            <a:solidFill>
              <a:schemeClr val="accent1"/>
            </a:solidFill>
          </p:grpSpPr>
          <p:grpSp>
            <p:nvGrpSpPr>
              <p:cNvPr id="14828" name="Graphique 2">
                <a:extLst>
                  <a:ext uri="{FF2B5EF4-FFF2-40B4-BE49-F238E27FC236}">
                    <a16:creationId xmlns:a16="http://schemas.microsoft.com/office/drawing/2014/main" id="{ECBF74D5-1C7C-46F5-BF49-59139305091C}"/>
                  </a:ext>
                </a:extLst>
              </p:cNvPr>
              <p:cNvGrpSpPr/>
              <p:nvPr/>
            </p:nvGrpSpPr>
            <p:grpSpPr>
              <a:xfrm>
                <a:off x="7372931" y="3311746"/>
                <a:ext cx="112966" cy="112966"/>
                <a:chOff x="7372931" y="3311746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829" name="Forme libre : forme 14828">
                  <a:extLst>
                    <a:ext uri="{FF2B5EF4-FFF2-40B4-BE49-F238E27FC236}">
                      <a16:creationId xmlns:a16="http://schemas.microsoft.com/office/drawing/2014/main" id="{C1B72305-9DDB-4A90-ABB0-06B0EF3FA4CD}"/>
                    </a:ext>
                  </a:extLst>
                </p:cNvPr>
                <p:cNvSpPr/>
                <p:nvPr/>
              </p:nvSpPr>
              <p:spPr>
                <a:xfrm>
                  <a:off x="7372931" y="3311746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30" name="Forme libre : forme 14829">
                  <a:extLst>
                    <a:ext uri="{FF2B5EF4-FFF2-40B4-BE49-F238E27FC236}">
                      <a16:creationId xmlns:a16="http://schemas.microsoft.com/office/drawing/2014/main" id="{2F78C140-71A1-4C4C-991E-307AE6CF17A6}"/>
                    </a:ext>
                  </a:extLst>
                </p:cNvPr>
                <p:cNvSpPr/>
                <p:nvPr/>
              </p:nvSpPr>
              <p:spPr>
                <a:xfrm>
                  <a:off x="7372983" y="3311798"/>
                  <a:ext cx="97960" cy="112775"/>
                </a:xfrm>
                <a:custGeom>
                  <a:avLst/>
                  <a:gdLst>
                    <a:gd name="connsiteX0" fmla="*/ 55193 w 97960"/>
                    <a:gd name="connsiteY0" fmla="*/ 56431 h 112775"/>
                    <a:gd name="connsiteX1" fmla="*/ 97960 w 97960"/>
                    <a:gd name="connsiteY1" fmla="*/ 18522 h 112775"/>
                    <a:gd name="connsiteX2" fmla="*/ 73671 w 97960"/>
                    <a:gd name="connsiteY2" fmla="*/ 2710 h 112775"/>
                    <a:gd name="connsiteX3" fmla="*/ 2710 w 97960"/>
                    <a:gd name="connsiteY3" fmla="*/ 39286 h 112775"/>
                    <a:gd name="connsiteX4" fmla="*/ 39286 w 97960"/>
                    <a:gd name="connsiteY4" fmla="*/ 110248 h 112775"/>
                    <a:gd name="connsiteX5" fmla="*/ 67385 w 97960"/>
                    <a:gd name="connsiteY5" fmla="*/ 111581 h 112775"/>
                    <a:gd name="connsiteX6" fmla="*/ 55193 w 97960"/>
                    <a:gd name="connsiteY6" fmla="*/ 56431 h 112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960" h="112775">
                      <a:moveTo>
                        <a:pt x="55193" y="56431"/>
                      </a:moveTo>
                      <a:cubicBezTo>
                        <a:pt x="61670" y="36143"/>
                        <a:pt x="78529" y="22427"/>
                        <a:pt x="97960" y="18522"/>
                      </a:cubicBezTo>
                      <a:cubicBezTo>
                        <a:pt x="91483" y="11473"/>
                        <a:pt x="83387" y="5758"/>
                        <a:pt x="73671" y="2710"/>
                      </a:cubicBezTo>
                      <a:cubicBezTo>
                        <a:pt x="43953" y="-6815"/>
                        <a:pt x="12235" y="9568"/>
                        <a:pt x="2710" y="39286"/>
                      </a:cubicBezTo>
                      <a:cubicBezTo>
                        <a:pt x="-6815" y="69004"/>
                        <a:pt x="9568" y="100723"/>
                        <a:pt x="39286" y="110248"/>
                      </a:cubicBezTo>
                      <a:cubicBezTo>
                        <a:pt x="48716" y="113295"/>
                        <a:pt x="58336" y="113391"/>
                        <a:pt x="67385" y="111581"/>
                      </a:cubicBezTo>
                      <a:cubicBezTo>
                        <a:pt x="54241" y="97103"/>
                        <a:pt x="48811" y="76339"/>
                        <a:pt x="55193" y="56431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31" name="Forme libre : forme 14830">
                  <a:extLst>
                    <a:ext uri="{FF2B5EF4-FFF2-40B4-BE49-F238E27FC236}">
                      <a16:creationId xmlns:a16="http://schemas.microsoft.com/office/drawing/2014/main" id="{09F92D3F-5A8A-4ABF-921D-EA1B1E3C6C6B}"/>
                    </a:ext>
                  </a:extLst>
                </p:cNvPr>
                <p:cNvSpPr/>
                <p:nvPr/>
              </p:nvSpPr>
              <p:spPr>
                <a:xfrm rot="-512067">
                  <a:off x="7404586" y="3368282"/>
                  <a:ext cx="54100" cy="47052"/>
                </a:xfrm>
                <a:custGeom>
                  <a:avLst/>
                  <a:gdLst>
                    <a:gd name="connsiteX0" fmla="*/ 54100 w 54100"/>
                    <a:gd name="connsiteY0" fmla="*/ 23526 h 47052"/>
                    <a:gd name="connsiteX1" fmla="*/ 27050 w 54100"/>
                    <a:gd name="connsiteY1" fmla="*/ 47052 h 47052"/>
                    <a:gd name="connsiteX2" fmla="*/ 0 w 54100"/>
                    <a:gd name="connsiteY2" fmla="*/ 23526 h 47052"/>
                    <a:gd name="connsiteX3" fmla="*/ 27050 w 54100"/>
                    <a:gd name="connsiteY3" fmla="*/ 0 h 47052"/>
                    <a:gd name="connsiteX4" fmla="*/ 54100 w 54100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0" h="47052">
                      <a:moveTo>
                        <a:pt x="54100" y="23526"/>
                      </a:moveTo>
                      <a:cubicBezTo>
                        <a:pt x="54100" y="36519"/>
                        <a:pt x="41990" y="47052"/>
                        <a:pt x="27050" y="47052"/>
                      </a:cubicBezTo>
                      <a:cubicBezTo>
                        <a:pt x="12111" y="47052"/>
                        <a:pt x="0" y="36519"/>
                        <a:pt x="0" y="23526"/>
                      </a:cubicBezTo>
                      <a:cubicBezTo>
                        <a:pt x="0" y="10533"/>
                        <a:pt x="12111" y="0"/>
                        <a:pt x="27050" y="0"/>
                      </a:cubicBezTo>
                      <a:cubicBezTo>
                        <a:pt x="41990" y="0"/>
                        <a:pt x="54100" y="10533"/>
                        <a:pt x="54100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32" name="Forme libre : forme 14831">
                  <a:extLst>
                    <a:ext uri="{FF2B5EF4-FFF2-40B4-BE49-F238E27FC236}">
                      <a16:creationId xmlns:a16="http://schemas.microsoft.com/office/drawing/2014/main" id="{7CCE3AED-B14C-41B7-83F2-9F98E0B8B484}"/>
                    </a:ext>
                  </a:extLst>
                </p:cNvPr>
                <p:cNvSpPr/>
                <p:nvPr/>
              </p:nvSpPr>
              <p:spPr>
                <a:xfrm>
                  <a:off x="7442178" y="3370992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6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833" name="Graphique 2">
                <a:extLst>
                  <a:ext uri="{FF2B5EF4-FFF2-40B4-BE49-F238E27FC236}">
                    <a16:creationId xmlns:a16="http://schemas.microsoft.com/office/drawing/2014/main" id="{3CB18AF2-D732-42C1-BED2-7DF3BE6231CA}"/>
                  </a:ext>
                </a:extLst>
              </p:cNvPr>
              <p:cNvGrpSpPr/>
              <p:nvPr/>
            </p:nvGrpSpPr>
            <p:grpSpPr>
              <a:xfrm>
                <a:off x="7397367" y="3471290"/>
                <a:ext cx="113009" cy="112966"/>
                <a:chOff x="7397367" y="3471290"/>
                <a:chExt cx="113009" cy="112966"/>
              </a:xfrm>
              <a:solidFill>
                <a:schemeClr val="accent1"/>
              </a:solidFill>
            </p:grpSpPr>
            <p:sp>
              <p:nvSpPr>
                <p:cNvPr id="14834" name="Forme libre : forme 14833">
                  <a:extLst>
                    <a:ext uri="{FF2B5EF4-FFF2-40B4-BE49-F238E27FC236}">
                      <a16:creationId xmlns:a16="http://schemas.microsoft.com/office/drawing/2014/main" id="{53F421DE-EDD9-4A18-996C-7501A4CF67AA}"/>
                    </a:ext>
                  </a:extLst>
                </p:cNvPr>
                <p:cNvSpPr/>
                <p:nvPr/>
              </p:nvSpPr>
              <p:spPr>
                <a:xfrm>
                  <a:off x="7397410" y="3471290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35" name="Forme libre : forme 14834">
                  <a:extLst>
                    <a:ext uri="{FF2B5EF4-FFF2-40B4-BE49-F238E27FC236}">
                      <a16:creationId xmlns:a16="http://schemas.microsoft.com/office/drawing/2014/main" id="{005A6A18-D967-43DE-B0ED-00369A4CD6ED}"/>
                    </a:ext>
                  </a:extLst>
                </p:cNvPr>
                <p:cNvSpPr/>
                <p:nvPr/>
              </p:nvSpPr>
              <p:spPr>
                <a:xfrm>
                  <a:off x="7397367" y="3471342"/>
                  <a:ext cx="97960" cy="112775"/>
                </a:xfrm>
                <a:custGeom>
                  <a:avLst/>
                  <a:gdLst>
                    <a:gd name="connsiteX0" fmla="*/ 55193 w 97960"/>
                    <a:gd name="connsiteY0" fmla="*/ 56431 h 112775"/>
                    <a:gd name="connsiteX1" fmla="*/ 97960 w 97960"/>
                    <a:gd name="connsiteY1" fmla="*/ 18522 h 112775"/>
                    <a:gd name="connsiteX2" fmla="*/ 73672 w 97960"/>
                    <a:gd name="connsiteY2" fmla="*/ 2710 h 112775"/>
                    <a:gd name="connsiteX3" fmla="*/ 2710 w 97960"/>
                    <a:gd name="connsiteY3" fmla="*/ 39286 h 112775"/>
                    <a:gd name="connsiteX4" fmla="*/ 39286 w 97960"/>
                    <a:gd name="connsiteY4" fmla="*/ 110247 h 112775"/>
                    <a:gd name="connsiteX5" fmla="*/ 67385 w 97960"/>
                    <a:gd name="connsiteY5" fmla="*/ 111581 h 112775"/>
                    <a:gd name="connsiteX6" fmla="*/ 55193 w 97960"/>
                    <a:gd name="connsiteY6" fmla="*/ 56431 h 112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960" h="112775">
                      <a:moveTo>
                        <a:pt x="55193" y="56431"/>
                      </a:moveTo>
                      <a:cubicBezTo>
                        <a:pt x="61670" y="36143"/>
                        <a:pt x="78529" y="22427"/>
                        <a:pt x="97960" y="18522"/>
                      </a:cubicBezTo>
                      <a:cubicBezTo>
                        <a:pt x="91483" y="11473"/>
                        <a:pt x="83387" y="5758"/>
                        <a:pt x="73672" y="2710"/>
                      </a:cubicBezTo>
                      <a:cubicBezTo>
                        <a:pt x="43953" y="-6815"/>
                        <a:pt x="12235" y="9568"/>
                        <a:pt x="2710" y="39286"/>
                      </a:cubicBezTo>
                      <a:cubicBezTo>
                        <a:pt x="-6815" y="69004"/>
                        <a:pt x="9568" y="100722"/>
                        <a:pt x="39286" y="110247"/>
                      </a:cubicBezTo>
                      <a:cubicBezTo>
                        <a:pt x="48716" y="113295"/>
                        <a:pt x="58336" y="113391"/>
                        <a:pt x="67385" y="111581"/>
                      </a:cubicBezTo>
                      <a:cubicBezTo>
                        <a:pt x="54336" y="97103"/>
                        <a:pt x="48907" y="76434"/>
                        <a:pt x="55193" y="56431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36" name="Forme libre : forme 14835">
                  <a:extLst>
                    <a:ext uri="{FF2B5EF4-FFF2-40B4-BE49-F238E27FC236}">
                      <a16:creationId xmlns:a16="http://schemas.microsoft.com/office/drawing/2014/main" id="{C59E463B-795D-4543-99D9-D32527AA7114}"/>
                    </a:ext>
                  </a:extLst>
                </p:cNvPr>
                <p:cNvSpPr/>
                <p:nvPr/>
              </p:nvSpPr>
              <p:spPr>
                <a:xfrm rot="-512067">
                  <a:off x="7429068" y="3527916"/>
                  <a:ext cx="54100" cy="47052"/>
                </a:xfrm>
                <a:custGeom>
                  <a:avLst/>
                  <a:gdLst>
                    <a:gd name="connsiteX0" fmla="*/ 54101 w 54100"/>
                    <a:gd name="connsiteY0" fmla="*/ 23526 h 47052"/>
                    <a:gd name="connsiteX1" fmla="*/ 27050 w 54100"/>
                    <a:gd name="connsiteY1" fmla="*/ 47052 h 47052"/>
                    <a:gd name="connsiteX2" fmla="*/ 0 w 54100"/>
                    <a:gd name="connsiteY2" fmla="*/ 23526 h 47052"/>
                    <a:gd name="connsiteX3" fmla="*/ 27050 w 54100"/>
                    <a:gd name="connsiteY3" fmla="*/ 0 h 47052"/>
                    <a:gd name="connsiteX4" fmla="*/ 54101 w 54100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0" h="47052">
                      <a:moveTo>
                        <a:pt x="54101" y="23526"/>
                      </a:moveTo>
                      <a:cubicBezTo>
                        <a:pt x="54101" y="36519"/>
                        <a:pt x="41990" y="47052"/>
                        <a:pt x="27050" y="47052"/>
                      </a:cubicBezTo>
                      <a:cubicBezTo>
                        <a:pt x="12111" y="47052"/>
                        <a:pt x="0" y="36519"/>
                        <a:pt x="0" y="23526"/>
                      </a:cubicBezTo>
                      <a:cubicBezTo>
                        <a:pt x="0" y="10533"/>
                        <a:pt x="12111" y="0"/>
                        <a:pt x="27050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37" name="Forme libre : forme 14836">
                  <a:extLst>
                    <a:ext uri="{FF2B5EF4-FFF2-40B4-BE49-F238E27FC236}">
                      <a16:creationId xmlns:a16="http://schemas.microsoft.com/office/drawing/2014/main" id="{0EC6982A-871E-4995-9D72-9A76163EF01A}"/>
                    </a:ext>
                  </a:extLst>
                </p:cNvPr>
                <p:cNvSpPr/>
                <p:nvPr/>
              </p:nvSpPr>
              <p:spPr>
                <a:xfrm>
                  <a:off x="7466657" y="3530535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838" name="Graphique 2">
              <a:extLst>
                <a:ext uri="{FF2B5EF4-FFF2-40B4-BE49-F238E27FC236}">
                  <a16:creationId xmlns:a16="http://schemas.microsoft.com/office/drawing/2014/main" id="{6036227A-4BD1-4B4D-BE6F-17A3469F1346}"/>
                </a:ext>
              </a:extLst>
            </p:cNvPr>
            <p:cNvGrpSpPr/>
            <p:nvPr/>
          </p:nvGrpSpPr>
          <p:grpSpPr>
            <a:xfrm>
              <a:off x="6835054" y="3295268"/>
              <a:ext cx="274224" cy="119634"/>
              <a:chOff x="6835054" y="3295268"/>
              <a:chExt cx="274224" cy="119634"/>
            </a:xfrm>
            <a:solidFill>
              <a:schemeClr val="accent1"/>
            </a:solidFill>
          </p:grpSpPr>
          <p:grpSp>
            <p:nvGrpSpPr>
              <p:cNvPr id="14839" name="Graphique 2">
                <a:extLst>
                  <a:ext uri="{FF2B5EF4-FFF2-40B4-BE49-F238E27FC236}">
                    <a16:creationId xmlns:a16="http://schemas.microsoft.com/office/drawing/2014/main" id="{4FAAA8BD-B661-45F3-A8EA-2495A71A9591}"/>
                  </a:ext>
                </a:extLst>
              </p:cNvPr>
              <p:cNvGrpSpPr/>
              <p:nvPr/>
            </p:nvGrpSpPr>
            <p:grpSpPr>
              <a:xfrm>
                <a:off x="6835054" y="3295268"/>
                <a:ext cx="112966" cy="112966"/>
                <a:chOff x="6835054" y="3295268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840" name="Forme libre : forme 14839">
                  <a:extLst>
                    <a:ext uri="{FF2B5EF4-FFF2-40B4-BE49-F238E27FC236}">
                      <a16:creationId xmlns:a16="http://schemas.microsoft.com/office/drawing/2014/main" id="{62BB47B8-DECD-4DC7-9EDA-783D3FDC0A6B}"/>
                    </a:ext>
                  </a:extLst>
                </p:cNvPr>
                <p:cNvSpPr/>
                <p:nvPr/>
              </p:nvSpPr>
              <p:spPr>
                <a:xfrm>
                  <a:off x="6835054" y="3295268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41" name="Forme libre : forme 14840">
                  <a:extLst>
                    <a:ext uri="{FF2B5EF4-FFF2-40B4-BE49-F238E27FC236}">
                      <a16:creationId xmlns:a16="http://schemas.microsoft.com/office/drawing/2014/main" id="{9F2F0EBA-658A-4772-8EA6-F3711899D5CF}"/>
                    </a:ext>
                  </a:extLst>
                </p:cNvPr>
                <p:cNvSpPr/>
                <p:nvPr/>
              </p:nvSpPr>
              <p:spPr>
                <a:xfrm>
                  <a:off x="6835097" y="3303745"/>
                  <a:ext cx="112733" cy="104446"/>
                </a:xfrm>
                <a:custGeom>
                  <a:avLst/>
                  <a:gdLst>
                    <a:gd name="connsiteX0" fmla="*/ 56155 w 112733"/>
                    <a:gd name="connsiteY0" fmla="*/ 49339 h 104446"/>
                    <a:gd name="connsiteX1" fmla="*/ 27199 w 112733"/>
                    <a:gd name="connsiteY1" fmla="*/ 0 h 104446"/>
                    <a:gd name="connsiteX2" fmla="*/ 7006 w 112733"/>
                    <a:gd name="connsiteY2" fmla="*/ 20764 h 104446"/>
                    <a:gd name="connsiteX3" fmla="*/ 29295 w 112733"/>
                    <a:gd name="connsiteY3" fmla="*/ 97441 h 104446"/>
                    <a:gd name="connsiteX4" fmla="*/ 105971 w 112733"/>
                    <a:gd name="connsiteY4" fmla="*/ 75152 h 104446"/>
                    <a:gd name="connsiteX5" fmla="*/ 112733 w 112733"/>
                    <a:gd name="connsiteY5" fmla="*/ 47815 h 104446"/>
                    <a:gd name="connsiteX6" fmla="*/ 56155 w 112733"/>
                    <a:gd name="connsiteY6" fmla="*/ 49339 h 104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733" h="104446">
                      <a:moveTo>
                        <a:pt x="56155" y="49339"/>
                      </a:moveTo>
                      <a:cubicBezTo>
                        <a:pt x="37581" y="39052"/>
                        <a:pt x="27199" y="19907"/>
                        <a:pt x="27199" y="0"/>
                      </a:cubicBezTo>
                      <a:cubicBezTo>
                        <a:pt x="19008" y="4953"/>
                        <a:pt x="11864" y="11811"/>
                        <a:pt x="7006" y="20764"/>
                      </a:cubicBezTo>
                      <a:cubicBezTo>
                        <a:pt x="-8043" y="48101"/>
                        <a:pt x="1958" y="82391"/>
                        <a:pt x="29295" y="97441"/>
                      </a:cubicBezTo>
                      <a:cubicBezTo>
                        <a:pt x="56631" y="112490"/>
                        <a:pt x="90921" y="102489"/>
                        <a:pt x="105971" y="75152"/>
                      </a:cubicBezTo>
                      <a:cubicBezTo>
                        <a:pt x="110733" y="66484"/>
                        <a:pt x="112733" y="57055"/>
                        <a:pt x="112733" y="47815"/>
                      </a:cubicBezTo>
                      <a:cubicBezTo>
                        <a:pt x="95874" y="58007"/>
                        <a:pt x="74538" y="59341"/>
                        <a:pt x="56155" y="4933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42" name="Forme libre : forme 14841">
                  <a:extLst>
                    <a:ext uri="{FF2B5EF4-FFF2-40B4-BE49-F238E27FC236}">
                      <a16:creationId xmlns:a16="http://schemas.microsoft.com/office/drawing/2014/main" id="{485B566F-D07F-471C-B325-4A720AAEC08E}"/>
                    </a:ext>
                  </a:extLst>
                </p:cNvPr>
                <p:cNvSpPr/>
                <p:nvPr/>
              </p:nvSpPr>
              <p:spPr>
                <a:xfrm rot="-5246282">
                  <a:off x="6888047" y="3330552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43" name="Forme libre : forme 14842">
                  <a:extLst>
                    <a:ext uri="{FF2B5EF4-FFF2-40B4-BE49-F238E27FC236}">
                      <a16:creationId xmlns:a16="http://schemas.microsoft.com/office/drawing/2014/main" id="{3EA99F18-0372-4CAA-A7AB-DD3F4A45D5BE}"/>
                    </a:ext>
                  </a:extLst>
                </p:cNvPr>
                <p:cNvSpPr/>
                <p:nvPr/>
              </p:nvSpPr>
              <p:spPr>
                <a:xfrm>
                  <a:off x="6898300" y="3323272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844" name="Graphique 2">
                <a:extLst>
                  <a:ext uri="{FF2B5EF4-FFF2-40B4-BE49-F238E27FC236}">
                    <a16:creationId xmlns:a16="http://schemas.microsoft.com/office/drawing/2014/main" id="{37A814C4-8E41-449A-A7FB-C158DD02C1BA}"/>
                  </a:ext>
                </a:extLst>
              </p:cNvPr>
              <p:cNvGrpSpPr/>
              <p:nvPr/>
            </p:nvGrpSpPr>
            <p:grpSpPr>
              <a:xfrm>
                <a:off x="6996313" y="3301936"/>
                <a:ext cx="112966" cy="112966"/>
                <a:chOff x="6996313" y="3301936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845" name="Forme libre : forme 14844">
                  <a:extLst>
                    <a:ext uri="{FF2B5EF4-FFF2-40B4-BE49-F238E27FC236}">
                      <a16:creationId xmlns:a16="http://schemas.microsoft.com/office/drawing/2014/main" id="{DB848A72-5D41-467A-911E-5765347EDE72}"/>
                    </a:ext>
                  </a:extLst>
                </p:cNvPr>
                <p:cNvSpPr/>
                <p:nvPr/>
              </p:nvSpPr>
              <p:spPr>
                <a:xfrm>
                  <a:off x="6996313" y="3301936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46" name="Forme libre : forme 14845">
                  <a:extLst>
                    <a:ext uri="{FF2B5EF4-FFF2-40B4-BE49-F238E27FC236}">
                      <a16:creationId xmlns:a16="http://schemas.microsoft.com/office/drawing/2014/main" id="{82A13850-82DD-46FF-9B0A-AD0DC8DD938D}"/>
                    </a:ext>
                  </a:extLst>
                </p:cNvPr>
                <p:cNvSpPr/>
                <p:nvPr/>
              </p:nvSpPr>
              <p:spPr>
                <a:xfrm>
                  <a:off x="6996355" y="3310413"/>
                  <a:ext cx="112733" cy="104446"/>
                </a:xfrm>
                <a:custGeom>
                  <a:avLst/>
                  <a:gdLst>
                    <a:gd name="connsiteX0" fmla="*/ 56155 w 112733"/>
                    <a:gd name="connsiteY0" fmla="*/ 49339 h 104446"/>
                    <a:gd name="connsiteX1" fmla="*/ 27199 w 112733"/>
                    <a:gd name="connsiteY1" fmla="*/ 0 h 104446"/>
                    <a:gd name="connsiteX2" fmla="*/ 7006 w 112733"/>
                    <a:gd name="connsiteY2" fmla="*/ 20764 h 104446"/>
                    <a:gd name="connsiteX3" fmla="*/ 29294 w 112733"/>
                    <a:gd name="connsiteY3" fmla="*/ 97441 h 104446"/>
                    <a:gd name="connsiteX4" fmla="*/ 105971 w 112733"/>
                    <a:gd name="connsiteY4" fmla="*/ 75152 h 104446"/>
                    <a:gd name="connsiteX5" fmla="*/ 112734 w 112733"/>
                    <a:gd name="connsiteY5" fmla="*/ 47816 h 104446"/>
                    <a:gd name="connsiteX6" fmla="*/ 56155 w 112733"/>
                    <a:gd name="connsiteY6" fmla="*/ 49339 h 104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733" h="104446">
                      <a:moveTo>
                        <a:pt x="56155" y="49339"/>
                      </a:moveTo>
                      <a:cubicBezTo>
                        <a:pt x="37581" y="39052"/>
                        <a:pt x="27199" y="19907"/>
                        <a:pt x="27199" y="0"/>
                      </a:cubicBezTo>
                      <a:cubicBezTo>
                        <a:pt x="19007" y="4953"/>
                        <a:pt x="11864" y="11811"/>
                        <a:pt x="7006" y="20764"/>
                      </a:cubicBezTo>
                      <a:cubicBezTo>
                        <a:pt x="-8044" y="48101"/>
                        <a:pt x="1958" y="82391"/>
                        <a:pt x="29294" y="97441"/>
                      </a:cubicBezTo>
                      <a:cubicBezTo>
                        <a:pt x="56631" y="112490"/>
                        <a:pt x="90921" y="102489"/>
                        <a:pt x="105971" y="75152"/>
                      </a:cubicBezTo>
                      <a:cubicBezTo>
                        <a:pt x="110733" y="66484"/>
                        <a:pt x="112734" y="57055"/>
                        <a:pt x="112734" y="47816"/>
                      </a:cubicBezTo>
                      <a:cubicBezTo>
                        <a:pt x="95969" y="58007"/>
                        <a:pt x="74538" y="59436"/>
                        <a:pt x="56155" y="4933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47" name="Forme libre : forme 14846">
                  <a:extLst>
                    <a:ext uri="{FF2B5EF4-FFF2-40B4-BE49-F238E27FC236}">
                      <a16:creationId xmlns:a16="http://schemas.microsoft.com/office/drawing/2014/main" id="{F40FB59A-8A20-4BBD-89DD-36ED15199C69}"/>
                    </a:ext>
                  </a:extLst>
                </p:cNvPr>
                <p:cNvSpPr/>
                <p:nvPr/>
              </p:nvSpPr>
              <p:spPr>
                <a:xfrm rot="-5246282">
                  <a:off x="7049405" y="3337188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4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4"/>
                        <a:pt x="27051" y="47054"/>
                      </a:cubicBezTo>
                      <a:cubicBezTo>
                        <a:pt x="12111" y="47054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48" name="Forme libre : forme 14847">
                  <a:extLst>
                    <a:ext uri="{FF2B5EF4-FFF2-40B4-BE49-F238E27FC236}">
                      <a16:creationId xmlns:a16="http://schemas.microsoft.com/office/drawing/2014/main" id="{0C1DEE6A-CBFC-4DB6-B980-1FBAF4FA8B77}"/>
                    </a:ext>
                  </a:extLst>
                </p:cNvPr>
                <p:cNvSpPr/>
                <p:nvPr/>
              </p:nvSpPr>
              <p:spPr>
                <a:xfrm>
                  <a:off x="7059559" y="3329939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6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849" name="Graphique 2">
              <a:extLst>
                <a:ext uri="{FF2B5EF4-FFF2-40B4-BE49-F238E27FC236}">
                  <a16:creationId xmlns:a16="http://schemas.microsoft.com/office/drawing/2014/main" id="{2FF4FFCD-2F48-429E-A72E-3E6A5DD3AA80}"/>
                </a:ext>
              </a:extLst>
            </p:cNvPr>
            <p:cNvGrpSpPr/>
            <p:nvPr/>
          </p:nvGrpSpPr>
          <p:grpSpPr>
            <a:xfrm>
              <a:off x="6785429" y="2896552"/>
              <a:ext cx="206692" cy="244411"/>
              <a:chOff x="6785429" y="2896552"/>
              <a:chExt cx="206692" cy="244411"/>
            </a:xfrm>
            <a:solidFill>
              <a:schemeClr val="accent1"/>
            </a:solidFill>
          </p:grpSpPr>
          <p:grpSp>
            <p:nvGrpSpPr>
              <p:cNvPr id="14850" name="Graphique 2">
                <a:extLst>
                  <a:ext uri="{FF2B5EF4-FFF2-40B4-BE49-F238E27FC236}">
                    <a16:creationId xmlns:a16="http://schemas.microsoft.com/office/drawing/2014/main" id="{F010DEDB-DFCD-4205-BA50-0F1A1AF03439}"/>
                  </a:ext>
                </a:extLst>
              </p:cNvPr>
              <p:cNvGrpSpPr/>
              <p:nvPr/>
            </p:nvGrpSpPr>
            <p:grpSpPr>
              <a:xfrm>
                <a:off x="6879155" y="2896552"/>
                <a:ext cx="112966" cy="112966"/>
                <a:chOff x="6879155" y="2896552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851" name="Forme libre : forme 14850">
                  <a:extLst>
                    <a:ext uri="{FF2B5EF4-FFF2-40B4-BE49-F238E27FC236}">
                      <a16:creationId xmlns:a16="http://schemas.microsoft.com/office/drawing/2014/main" id="{10DCAD3D-9C1D-4D5B-A323-F01EA712C106}"/>
                    </a:ext>
                  </a:extLst>
                </p:cNvPr>
                <p:cNvSpPr/>
                <p:nvPr/>
              </p:nvSpPr>
              <p:spPr>
                <a:xfrm>
                  <a:off x="6879155" y="2896552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52" name="Forme libre : forme 14851">
                  <a:extLst>
                    <a:ext uri="{FF2B5EF4-FFF2-40B4-BE49-F238E27FC236}">
                      <a16:creationId xmlns:a16="http://schemas.microsoft.com/office/drawing/2014/main" id="{189267A7-EF59-41A4-8207-1191A152A356}"/>
                    </a:ext>
                  </a:extLst>
                </p:cNvPr>
                <p:cNvSpPr/>
                <p:nvPr/>
              </p:nvSpPr>
              <p:spPr>
                <a:xfrm>
                  <a:off x="6879167" y="2896564"/>
                  <a:ext cx="112697" cy="103619"/>
                </a:xfrm>
                <a:custGeom>
                  <a:avLst/>
                  <a:gdLst>
                    <a:gd name="connsiteX0" fmla="*/ 55519 w 112697"/>
                    <a:gd name="connsiteY0" fmla="*/ 55519 h 103619"/>
                    <a:gd name="connsiteX1" fmla="*/ 112669 w 112697"/>
                    <a:gd name="connsiteY1" fmla="*/ 58186 h 103619"/>
                    <a:gd name="connsiteX2" fmla="*/ 106287 w 112697"/>
                    <a:gd name="connsiteY2" fmla="*/ 29897 h 103619"/>
                    <a:gd name="connsiteX3" fmla="*/ 29897 w 112697"/>
                    <a:gd name="connsiteY3" fmla="*/ 6655 h 103619"/>
                    <a:gd name="connsiteX4" fmla="*/ 6655 w 112697"/>
                    <a:gd name="connsiteY4" fmla="*/ 83046 h 103619"/>
                    <a:gd name="connsiteX5" fmla="*/ 25896 w 112697"/>
                    <a:gd name="connsiteY5" fmla="*/ 103620 h 103619"/>
                    <a:gd name="connsiteX6" fmla="*/ 55519 w 112697"/>
                    <a:gd name="connsiteY6" fmla="*/ 55519 h 103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697" h="103619">
                      <a:moveTo>
                        <a:pt x="55519" y="55519"/>
                      </a:moveTo>
                      <a:cubicBezTo>
                        <a:pt x="74283" y="45517"/>
                        <a:pt x="96000" y="47422"/>
                        <a:pt x="112669" y="58186"/>
                      </a:cubicBezTo>
                      <a:cubicBezTo>
                        <a:pt x="112954" y="48661"/>
                        <a:pt x="111145" y="38945"/>
                        <a:pt x="106287" y="29897"/>
                      </a:cubicBezTo>
                      <a:cubicBezTo>
                        <a:pt x="91618" y="2369"/>
                        <a:pt x="57424" y="-8013"/>
                        <a:pt x="29897" y="6655"/>
                      </a:cubicBezTo>
                      <a:cubicBezTo>
                        <a:pt x="2369" y="21324"/>
                        <a:pt x="-8013" y="55519"/>
                        <a:pt x="6655" y="83046"/>
                      </a:cubicBezTo>
                      <a:cubicBezTo>
                        <a:pt x="11323" y="91809"/>
                        <a:pt x="18085" y="98572"/>
                        <a:pt x="25896" y="103620"/>
                      </a:cubicBezTo>
                      <a:cubicBezTo>
                        <a:pt x="26563" y="84094"/>
                        <a:pt x="37040" y="65425"/>
                        <a:pt x="55519" y="5551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53" name="Forme libre : forme 14852">
                  <a:extLst>
                    <a:ext uri="{FF2B5EF4-FFF2-40B4-BE49-F238E27FC236}">
                      <a16:creationId xmlns:a16="http://schemas.microsoft.com/office/drawing/2014/main" id="{6D309476-3737-4E15-9FE4-911510DFD034}"/>
                    </a:ext>
                  </a:extLst>
                </p:cNvPr>
                <p:cNvSpPr/>
                <p:nvPr/>
              </p:nvSpPr>
              <p:spPr>
                <a:xfrm rot="-3259867">
                  <a:off x="6897351" y="2944606"/>
                  <a:ext cx="47053" cy="54101"/>
                </a:xfrm>
                <a:custGeom>
                  <a:avLst/>
                  <a:gdLst>
                    <a:gd name="connsiteX0" fmla="*/ 47053 w 47053"/>
                    <a:gd name="connsiteY0" fmla="*/ 27051 h 54101"/>
                    <a:gd name="connsiteX1" fmla="*/ 23527 w 47053"/>
                    <a:gd name="connsiteY1" fmla="*/ 54102 h 54101"/>
                    <a:gd name="connsiteX2" fmla="*/ 0 w 47053"/>
                    <a:gd name="connsiteY2" fmla="*/ 27051 h 54101"/>
                    <a:gd name="connsiteX3" fmla="*/ 23527 w 47053"/>
                    <a:gd name="connsiteY3" fmla="*/ 0 h 54101"/>
                    <a:gd name="connsiteX4" fmla="*/ 47053 w 47053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1">
                      <a:moveTo>
                        <a:pt x="47053" y="27051"/>
                      </a:moveTo>
                      <a:cubicBezTo>
                        <a:pt x="47053" y="41991"/>
                        <a:pt x="36520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54" name="Forme libre : forme 14853">
                  <a:extLst>
                    <a:ext uri="{FF2B5EF4-FFF2-40B4-BE49-F238E27FC236}">
                      <a16:creationId xmlns:a16="http://schemas.microsoft.com/office/drawing/2014/main" id="{53097CB6-A39D-4640-BA56-F46124EB83EC}"/>
                    </a:ext>
                  </a:extLst>
                </p:cNvPr>
                <p:cNvSpPr/>
                <p:nvPr/>
              </p:nvSpPr>
              <p:spPr>
                <a:xfrm>
                  <a:off x="6933829" y="2967703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6" y="18478"/>
                        <a:pt x="0" y="14342"/>
                        <a:pt x="0" y="9239"/>
                      </a:cubicBezTo>
                      <a:cubicBezTo>
                        <a:pt x="0" y="4136"/>
                        <a:pt x="4136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855" name="Graphique 2">
                <a:extLst>
                  <a:ext uri="{FF2B5EF4-FFF2-40B4-BE49-F238E27FC236}">
                    <a16:creationId xmlns:a16="http://schemas.microsoft.com/office/drawing/2014/main" id="{BB887BB4-4A80-413E-9A35-8601BF25800C}"/>
                  </a:ext>
                </a:extLst>
              </p:cNvPr>
              <p:cNvGrpSpPr/>
              <p:nvPr/>
            </p:nvGrpSpPr>
            <p:grpSpPr>
              <a:xfrm>
                <a:off x="6785429" y="3027997"/>
                <a:ext cx="112966" cy="112966"/>
                <a:chOff x="6785429" y="3027997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856" name="Forme libre : forme 14855">
                  <a:extLst>
                    <a:ext uri="{FF2B5EF4-FFF2-40B4-BE49-F238E27FC236}">
                      <a16:creationId xmlns:a16="http://schemas.microsoft.com/office/drawing/2014/main" id="{3E1BE786-DA42-4DD2-B3E8-617001834A3B}"/>
                    </a:ext>
                  </a:extLst>
                </p:cNvPr>
                <p:cNvSpPr/>
                <p:nvPr/>
              </p:nvSpPr>
              <p:spPr>
                <a:xfrm>
                  <a:off x="6785429" y="3027997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9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57" name="Forme libre : forme 14856">
                  <a:extLst>
                    <a:ext uri="{FF2B5EF4-FFF2-40B4-BE49-F238E27FC236}">
                      <a16:creationId xmlns:a16="http://schemas.microsoft.com/office/drawing/2014/main" id="{21B18141-7512-4893-9C0D-54E9AC8F17E2}"/>
                    </a:ext>
                  </a:extLst>
                </p:cNvPr>
                <p:cNvSpPr/>
                <p:nvPr/>
              </p:nvSpPr>
              <p:spPr>
                <a:xfrm>
                  <a:off x="6785441" y="3028009"/>
                  <a:ext cx="112697" cy="103619"/>
                </a:xfrm>
                <a:custGeom>
                  <a:avLst/>
                  <a:gdLst>
                    <a:gd name="connsiteX0" fmla="*/ 55519 w 112697"/>
                    <a:gd name="connsiteY0" fmla="*/ 55519 h 103619"/>
                    <a:gd name="connsiteX1" fmla="*/ 112669 w 112697"/>
                    <a:gd name="connsiteY1" fmla="*/ 58186 h 103619"/>
                    <a:gd name="connsiteX2" fmla="*/ 106287 w 112697"/>
                    <a:gd name="connsiteY2" fmla="*/ 29896 h 103619"/>
                    <a:gd name="connsiteX3" fmla="*/ 29896 w 112697"/>
                    <a:gd name="connsiteY3" fmla="*/ 6656 h 103619"/>
                    <a:gd name="connsiteX4" fmla="*/ 6655 w 112697"/>
                    <a:gd name="connsiteY4" fmla="*/ 83046 h 103619"/>
                    <a:gd name="connsiteX5" fmla="*/ 25896 w 112697"/>
                    <a:gd name="connsiteY5" fmla="*/ 103620 h 103619"/>
                    <a:gd name="connsiteX6" fmla="*/ 55519 w 112697"/>
                    <a:gd name="connsiteY6" fmla="*/ 55519 h 103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697" h="103619">
                      <a:moveTo>
                        <a:pt x="55519" y="55519"/>
                      </a:moveTo>
                      <a:cubicBezTo>
                        <a:pt x="74283" y="45517"/>
                        <a:pt x="96000" y="47423"/>
                        <a:pt x="112669" y="58186"/>
                      </a:cubicBezTo>
                      <a:cubicBezTo>
                        <a:pt x="112954" y="48661"/>
                        <a:pt x="111145" y="38945"/>
                        <a:pt x="106287" y="29896"/>
                      </a:cubicBezTo>
                      <a:cubicBezTo>
                        <a:pt x="91619" y="2369"/>
                        <a:pt x="57424" y="-8013"/>
                        <a:pt x="29896" y="6656"/>
                      </a:cubicBezTo>
                      <a:cubicBezTo>
                        <a:pt x="2369" y="21324"/>
                        <a:pt x="-8013" y="55519"/>
                        <a:pt x="6655" y="83046"/>
                      </a:cubicBezTo>
                      <a:cubicBezTo>
                        <a:pt x="11323" y="91809"/>
                        <a:pt x="18086" y="98572"/>
                        <a:pt x="25896" y="103620"/>
                      </a:cubicBezTo>
                      <a:cubicBezTo>
                        <a:pt x="26563" y="84094"/>
                        <a:pt x="37040" y="65425"/>
                        <a:pt x="55519" y="5551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58" name="Forme libre : forme 14857">
                  <a:extLst>
                    <a:ext uri="{FF2B5EF4-FFF2-40B4-BE49-F238E27FC236}">
                      <a16:creationId xmlns:a16="http://schemas.microsoft.com/office/drawing/2014/main" id="{E809452A-7810-4FBF-89AF-15D2D4D1D8CA}"/>
                    </a:ext>
                  </a:extLst>
                </p:cNvPr>
                <p:cNvSpPr/>
                <p:nvPr/>
              </p:nvSpPr>
              <p:spPr>
                <a:xfrm rot="-3259867">
                  <a:off x="6803624" y="3076068"/>
                  <a:ext cx="47053" cy="54101"/>
                </a:xfrm>
                <a:custGeom>
                  <a:avLst/>
                  <a:gdLst>
                    <a:gd name="connsiteX0" fmla="*/ 47054 w 47053"/>
                    <a:gd name="connsiteY0" fmla="*/ 27051 h 54101"/>
                    <a:gd name="connsiteX1" fmla="*/ 23527 w 47053"/>
                    <a:gd name="connsiteY1" fmla="*/ 54102 h 54101"/>
                    <a:gd name="connsiteX2" fmla="*/ 0 w 47053"/>
                    <a:gd name="connsiteY2" fmla="*/ 27051 h 54101"/>
                    <a:gd name="connsiteX3" fmla="*/ 23527 w 47053"/>
                    <a:gd name="connsiteY3" fmla="*/ 0 h 54101"/>
                    <a:gd name="connsiteX4" fmla="*/ 47054 w 47053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1">
                      <a:moveTo>
                        <a:pt x="47054" y="27051"/>
                      </a:moveTo>
                      <a:cubicBezTo>
                        <a:pt x="47054" y="41991"/>
                        <a:pt x="36520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59" name="Forme libre : forme 14858">
                  <a:extLst>
                    <a:ext uri="{FF2B5EF4-FFF2-40B4-BE49-F238E27FC236}">
                      <a16:creationId xmlns:a16="http://schemas.microsoft.com/office/drawing/2014/main" id="{ED8A7F94-89B0-41C4-A4CE-1A1E968B797E}"/>
                    </a:ext>
                  </a:extLst>
                </p:cNvPr>
                <p:cNvSpPr/>
                <p:nvPr/>
              </p:nvSpPr>
              <p:spPr>
                <a:xfrm>
                  <a:off x="6840103" y="3099148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860" name="Graphique 2">
              <a:extLst>
                <a:ext uri="{FF2B5EF4-FFF2-40B4-BE49-F238E27FC236}">
                  <a16:creationId xmlns:a16="http://schemas.microsoft.com/office/drawing/2014/main" id="{A8377236-1248-4B6F-B8E8-220E00B17196}"/>
                </a:ext>
              </a:extLst>
            </p:cNvPr>
            <p:cNvGrpSpPr/>
            <p:nvPr/>
          </p:nvGrpSpPr>
          <p:grpSpPr>
            <a:xfrm>
              <a:off x="7493437" y="2542603"/>
              <a:ext cx="120857" cy="274224"/>
              <a:chOff x="7493437" y="2542603"/>
              <a:chExt cx="120857" cy="274224"/>
            </a:xfrm>
            <a:solidFill>
              <a:schemeClr val="accent1"/>
            </a:solidFill>
          </p:grpSpPr>
          <p:grpSp>
            <p:nvGrpSpPr>
              <p:cNvPr id="14861" name="Graphique 2">
                <a:extLst>
                  <a:ext uri="{FF2B5EF4-FFF2-40B4-BE49-F238E27FC236}">
                    <a16:creationId xmlns:a16="http://schemas.microsoft.com/office/drawing/2014/main" id="{20CFD70C-CCF8-447D-A33B-722CB9A651C8}"/>
                  </a:ext>
                </a:extLst>
              </p:cNvPr>
              <p:cNvGrpSpPr/>
              <p:nvPr/>
            </p:nvGrpSpPr>
            <p:grpSpPr>
              <a:xfrm>
                <a:off x="7493437" y="2542603"/>
                <a:ext cx="113047" cy="112966"/>
                <a:chOff x="7493437" y="2542603"/>
                <a:chExt cx="113047" cy="112966"/>
              </a:xfrm>
              <a:solidFill>
                <a:schemeClr val="accent1"/>
              </a:solidFill>
            </p:grpSpPr>
            <p:sp>
              <p:nvSpPr>
                <p:cNvPr id="14862" name="Forme libre : forme 14861">
                  <a:extLst>
                    <a:ext uri="{FF2B5EF4-FFF2-40B4-BE49-F238E27FC236}">
                      <a16:creationId xmlns:a16="http://schemas.microsoft.com/office/drawing/2014/main" id="{9D8A3EBA-2FCC-44B5-B4F5-5FD581D51B6F}"/>
                    </a:ext>
                  </a:extLst>
                </p:cNvPr>
                <p:cNvSpPr/>
                <p:nvPr/>
              </p:nvSpPr>
              <p:spPr>
                <a:xfrm>
                  <a:off x="7493518" y="2542603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63" name="Forme libre : forme 14862">
                  <a:extLst>
                    <a:ext uri="{FF2B5EF4-FFF2-40B4-BE49-F238E27FC236}">
                      <a16:creationId xmlns:a16="http://schemas.microsoft.com/office/drawing/2014/main" id="{898C0EDB-3B40-4DDE-A7B2-EAA1072CB83B}"/>
                    </a:ext>
                  </a:extLst>
                </p:cNvPr>
                <p:cNvSpPr/>
                <p:nvPr/>
              </p:nvSpPr>
              <p:spPr>
                <a:xfrm>
                  <a:off x="7493437" y="2542617"/>
                  <a:ext cx="101712" cy="112743"/>
                </a:xfrm>
                <a:custGeom>
                  <a:avLst/>
                  <a:gdLst>
                    <a:gd name="connsiteX0" fmla="*/ 55230 w 101712"/>
                    <a:gd name="connsiteY0" fmla="*/ 56373 h 112743"/>
                    <a:gd name="connsiteX1" fmla="*/ 101712 w 101712"/>
                    <a:gd name="connsiteY1" fmla="*/ 23036 h 112743"/>
                    <a:gd name="connsiteX2" fmla="*/ 79138 w 101712"/>
                    <a:gd name="connsiteY2" fmla="*/ 4748 h 112743"/>
                    <a:gd name="connsiteX3" fmla="*/ 4748 w 101712"/>
                    <a:gd name="connsiteY3" fmla="*/ 33799 h 112743"/>
                    <a:gd name="connsiteX4" fmla="*/ 33799 w 101712"/>
                    <a:gd name="connsiteY4" fmla="*/ 108189 h 112743"/>
                    <a:gd name="connsiteX5" fmla="*/ 61612 w 101712"/>
                    <a:gd name="connsiteY5" fmla="*/ 112475 h 112743"/>
                    <a:gd name="connsiteX6" fmla="*/ 55230 w 101712"/>
                    <a:gd name="connsiteY6" fmla="*/ 56373 h 112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712" h="112743">
                      <a:moveTo>
                        <a:pt x="55230" y="56373"/>
                      </a:moveTo>
                      <a:cubicBezTo>
                        <a:pt x="63708" y="36942"/>
                        <a:pt x="81995" y="24941"/>
                        <a:pt x="101712" y="23036"/>
                      </a:cubicBezTo>
                      <a:cubicBezTo>
                        <a:pt x="95997" y="15320"/>
                        <a:pt x="88568" y="8843"/>
                        <a:pt x="79138" y="4748"/>
                      </a:cubicBezTo>
                      <a:cubicBezTo>
                        <a:pt x="50563" y="-7730"/>
                        <a:pt x="17321" y="5224"/>
                        <a:pt x="4748" y="33799"/>
                      </a:cubicBezTo>
                      <a:cubicBezTo>
                        <a:pt x="-7730" y="62374"/>
                        <a:pt x="5224" y="95616"/>
                        <a:pt x="33799" y="108189"/>
                      </a:cubicBezTo>
                      <a:cubicBezTo>
                        <a:pt x="42848" y="112190"/>
                        <a:pt x="52373" y="113333"/>
                        <a:pt x="61612" y="112475"/>
                      </a:cubicBezTo>
                      <a:cubicBezTo>
                        <a:pt x="50182" y="96759"/>
                        <a:pt x="46848" y="75614"/>
                        <a:pt x="55230" y="5637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64" name="Forme libre : forme 14863">
                  <a:extLst>
                    <a:ext uri="{FF2B5EF4-FFF2-40B4-BE49-F238E27FC236}">
                      <a16:creationId xmlns:a16="http://schemas.microsoft.com/office/drawing/2014/main" id="{6BFCD5F7-B4BA-41C5-AB76-64BEB48FCBC2}"/>
                    </a:ext>
                  </a:extLst>
                </p:cNvPr>
                <p:cNvSpPr/>
                <p:nvPr/>
              </p:nvSpPr>
              <p:spPr>
                <a:xfrm rot="-156466">
                  <a:off x="7522994" y="2599236"/>
                  <a:ext cx="54103" cy="47055"/>
                </a:xfrm>
                <a:custGeom>
                  <a:avLst/>
                  <a:gdLst>
                    <a:gd name="connsiteX0" fmla="*/ 54104 w 54103"/>
                    <a:gd name="connsiteY0" fmla="*/ 23528 h 47055"/>
                    <a:gd name="connsiteX1" fmla="*/ 27052 w 54103"/>
                    <a:gd name="connsiteY1" fmla="*/ 47055 h 47055"/>
                    <a:gd name="connsiteX2" fmla="*/ 0 w 54103"/>
                    <a:gd name="connsiteY2" fmla="*/ 23528 h 47055"/>
                    <a:gd name="connsiteX3" fmla="*/ 27052 w 54103"/>
                    <a:gd name="connsiteY3" fmla="*/ 0 h 47055"/>
                    <a:gd name="connsiteX4" fmla="*/ 54104 w 54103"/>
                    <a:gd name="connsiteY4" fmla="*/ 23528 h 47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3" h="47055">
                      <a:moveTo>
                        <a:pt x="54104" y="23528"/>
                      </a:moveTo>
                      <a:cubicBezTo>
                        <a:pt x="54104" y="36521"/>
                        <a:pt x="41992" y="47055"/>
                        <a:pt x="27052" y="47055"/>
                      </a:cubicBezTo>
                      <a:cubicBezTo>
                        <a:pt x="12112" y="47055"/>
                        <a:pt x="0" y="36522"/>
                        <a:pt x="0" y="23528"/>
                      </a:cubicBezTo>
                      <a:cubicBezTo>
                        <a:pt x="0" y="10534"/>
                        <a:pt x="12112" y="0"/>
                        <a:pt x="27052" y="0"/>
                      </a:cubicBezTo>
                      <a:cubicBezTo>
                        <a:pt x="41992" y="0"/>
                        <a:pt x="54104" y="10534"/>
                        <a:pt x="54104" y="23528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65" name="Forme libre : forme 14864">
                  <a:extLst>
                    <a:ext uri="{FF2B5EF4-FFF2-40B4-BE49-F238E27FC236}">
                      <a16:creationId xmlns:a16="http://schemas.microsoft.com/office/drawing/2014/main" id="{6E34C5E0-E976-4D7D-B483-27C4B9EE3775}"/>
                    </a:ext>
                  </a:extLst>
                </p:cNvPr>
                <p:cNvSpPr/>
                <p:nvPr/>
              </p:nvSpPr>
              <p:spPr>
                <a:xfrm>
                  <a:off x="7561336" y="2604134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866" name="Graphique 2">
                <a:extLst>
                  <a:ext uri="{FF2B5EF4-FFF2-40B4-BE49-F238E27FC236}">
                    <a16:creationId xmlns:a16="http://schemas.microsoft.com/office/drawing/2014/main" id="{22C12BDB-40C3-40D2-9770-45AB74FE49BF}"/>
                  </a:ext>
                </a:extLst>
              </p:cNvPr>
              <p:cNvGrpSpPr/>
              <p:nvPr/>
            </p:nvGrpSpPr>
            <p:grpSpPr>
              <a:xfrm>
                <a:off x="7501328" y="2703861"/>
                <a:ext cx="112966" cy="112966"/>
                <a:chOff x="7501328" y="2703861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867" name="Forme libre : forme 14866">
                  <a:extLst>
                    <a:ext uri="{FF2B5EF4-FFF2-40B4-BE49-F238E27FC236}">
                      <a16:creationId xmlns:a16="http://schemas.microsoft.com/office/drawing/2014/main" id="{39DED9DE-9392-45F1-B4B4-EC268B4C32F6}"/>
                    </a:ext>
                  </a:extLst>
                </p:cNvPr>
                <p:cNvSpPr/>
                <p:nvPr/>
              </p:nvSpPr>
              <p:spPr>
                <a:xfrm>
                  <a:off x="7501328" y="2703861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9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68" name="Forme libre : forme 14867">
                  <a:extLst>
                    <a:ext uri="{FF2B5EF4-FFF2-40B4-BE49-F238E27FC236}">
                      <a16:creationId xmlns:a16="http://schemas.microsoft.com/office/drawing/2014/main" id="{07F3D5B6-3CFD-4459-9229-104C79E31CDE}"/>
                    </a:ext>
                  </a:extLst>
                </p:cNvPr>
                <p:cNvSpPr/>
                <p:nvPr/>
              </p:nvSpPr>
              <p:spPr>
                <a:xfrm>
                  <a:off x="7501343" y="2703875"/>
                  <a:ext cx="101712" cy="112743"/>
                </a:xfrm>
                <a:custGeom>
                  <a:avLst/>
                  <a:gdLst>
                    <a:gd name="connsiteX0" fmla="*/ 55230 w 101712"/>
                    <a:gd name="connsiteY0" fmla="*/ 56373 h 112743"/>
                    <a:gd name="connsiteX1" fmla="*/ 101712 w 101712"/>
                    <a:gd name="connsiteY1" fmla="*/ 23036 h 112743"/>
                    <a:gd name="connsiteX2" fmla="*/ 79138 w 101712"/>
                    <a:gd name="connsiteY2" fmla="*/ 4748 h 112743"/>
                    <a:gd name="connsiteX3" fmla="*/ 4748 w 101712"/>
                    <a:gd name="connsiteY3" fmla="*/ 33799 h 112743"/>
                    <a:gd name="connsiteX4" fmla="*/ 33799 w 101712"/>
                    <a:gd name="connsiteY4" fmla="*/ 108189 h 112743"/>
                    <a:gd name="connsiteX5" fmla="*/ 61612 w 101712"/>
                    <a:gd name="connsiteY5" fmla="*/ 112475 h 112743"/>
                    <a:gd name="connsiteX6" fmla="*/ 55230 w 101712"/>
                    <a:gd name="connsiteY6" fmla="*/ 56373 h 112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712" h="112743">
                      <a:moveTo>
                        <a:pt x="55230" y="56373"/>
                      </a:moveTo>
                      <a:cubicBezTo>
                        <a:pt x="63708" y="36942"/>
                        <a:pt x="81995" y="24941"/>
                        <a:pt x="101712" y="23036"/>
                      </a:cubicBezTo>
                      <a:cubicBezTo>
                        <a:pt x="95997" y="15320"/>
                        <a:pt x="88568" y="8844"/>
                        <a:pt x="79138" y="4748"/>
                      </a:cubicBezTo>
                      <a:cubicBezTo>
                        <a:pt x="50563" y="-7730"/>
                        <a:pt x="17321" y="5224"/>
                        <a:pt x="4748" y="33799"/>
                      </a:cubicBezTo>
                      <a:cubicBezTo>
                        <a:pt x="-7730" y="62374"/>
                        <a:pt x="5224" y="95616"/>
                        <a:pt x="33799" y="108189"/>
                      </a:cubicBezTo>
                      <a:cubicBezTo>
                        <a:pt x="42848" y="112190"/>
                        <a:pt x="52373" y="113333"/>
                        <a:pt x="61612" y="112475"/>
                      </a:cubicBezTo>
                      <a:cubicBezTo>
                        <a:pt x="50087" y="96759"/>
                        <a:pt x="46753" y="75519"/>
                        <a:pt x="55230" y="5637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69" name="Forme libre : forme 14868">
                  <a:extLst>
                    <a:ext uri="{FF2B5EF4-FFF2-40B4-BE49-F238E27FC236}">
                      <a16:creationId xmlns:a16="http://schemas.microsoft.com/office/drawing/2014/main" id="{D50FE3A4-C181-49C7-AB2A-E60E07660A33}"/>
                    </a:ext>
                  </a:extLst>
                </p:cNvPr>
                <p:cNvSpPr/>
                <p:nvPr/>
              </p:nvSpPr>
              <p:spPr>
                <a:xfrm rot="-156466">
                  <a:off x="7530813" y="2760500"/>
                  <a:ext cx="54103" cy="47055"/>
                </a:xfrm>
                <a:custGeom>
                  <a:avLst/>
                  <a:gdLst>
                    <a:gd name="connsiteX0" fmla="*/ 54104 w 54103"/>
                    <a:gd name="connsiteY0" fmla="*/ 23528 h 47055"/>
                    <a:gd name="connsiteX1" fmla="*/ 27052 w 54103"/>
                    <a:gd name="connsiteY1" fmla="*/ 47055 h 47055"/>
                    <a:gd name="connsiteX2" fmla="*/ 0 w 54103"/>
                    <a:gd name="connsiteY2" fmla="*/ 23528 h 47055"/>
                    <a:gd name="connsiteX3" fmla="*/ 27052 w 54103"/>
                    <a:gd name="connsiteY3" fmla="*/ 0 h 47055"/>
                    <a:gd name="connsiteX4" fmla="*/ 54104 w 54103"/>
                    <a:gd name="connsiteY4" fmla="*/ 23528 h 47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3" h="47055">
                      <a:moveTo>
                        <a:pt x="54104" y="23528"/>
                      </a:moveTo>
                      <a:cubicBezTo>
                        <a:pt x="54104" y="36521"/>
                        <a:pt x="41992" y="47055"/>
                        <a:pt x="27052" y="47055"/>
                      </a:cubicBezTo>
                      <a:cubicBezTo>
                        <a:pt x="12112" y="47055"/>
                        <a:pt x="0" y="36522"/>
                        <a:pt x="0" y="23528"/>
                      </a:cubicBezTo>
                      <a:cubicBezTo>
                        <a:pt x="0" y="10534"/>
                        <a:pt x="12112" y="0"/>
                        <a:pt x="27052" y="0"/>
                      </a:cubicBezTo>
                      <a:cubicBezTo>
                        <a:pt x="41992" y="0"/>
                        <a:pt x="54104" y="10534"/>
                        <a:pt x="54104" y="23528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70" name="Forme libre : forme 14869">
                  <a:extLst>
                    <a:ext uri="{FF2B5EF4-FFF2-40B4-BE49-F238E27FC236}">
                      <a16:creationId xmlns:a16="http://schemas.microsoft.com/office/drawing/2014/main" id="{8C222C6E-D78E-46DF-8485-BBB34FE255C4}"/>
                    </a:ext>
                  </a:extLst>
                </p:cNvPr>
                <p:cNvSpPr/>
                <p:nvPr/>
              </p:nvSpPr>
              <p:spPr>
                <a:xfrm>
                  <a:off x="7569241" y="2765297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871" name="Graphique 2">
              <a:extLst>
                <a:ext uri="{FF2B5EF4-FFF2-40B4-BE49-F238E27FC236}">
                  <a16:creationId xmlns:a16="http://schemas.microsoft.com/office/drawing/2014/main" id="{52FEC005-D175-42EB-AB5C-E329D47C373B}"/>
                </a:ext>
              </a:extLst>
            </p:cNvPr>
            <p:cNvGrpSpPr/>
            <p:nvPr/>
          </p:nvGrpSpPr>
          <p:grpSpPr>
            <a:xfrm>
              <a:off x="7841561" y="2135028"/>
              <a:ext cx="271938" cy="140969"/>
              <a:chOff x="7841561" y="2135028"/>
              <a:chExt cx="271938" cy="140969"/>
            </a:xfrm>
            <a:solidFill>
              <a:schemeClr val="accent1"/>
            </a:solidFill>
          </p:grpSpPr>
          <p:grpSp>
            <p:nvGrpSpPr>
              <p:cNvPr id="14872" name="Graphique 2">
                <a:extLst>
                  <a:ext uri="{FF2B5EF4-FFF2-40B4-BE49-F238E27FC236}">
                    <a16:creationId xmlns:a16="http://schemas.microsoft.com/office/drawing/2014/main" id="{DFEA7A46-A03C-4BF5-8D0B-9D7DA7128117}"/>
                  </a:ext>
                </a:extLst>
              </p:cNvPr>
              <p:cNvGrpSpPr/>
              <p:nvPr/>
            </p:nvGrpSpPr>
            <p:grpSpPr>
              <a:xfrm>
                <a:off x="8000533" y="2163031"/>
                <a:ext cx="112966" cy="112966"/>
                <a:chOff x="8000533" y="2163031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873" name="Forme libre : forme 14872">
                  <a:extLst>
                    <a:ext uri="{FF2B5EF4-FFF2-40B4-BE49-F238E27FC236}">
                      <a16:creationId xmlns:a16="http://schemas.microsoft.com/office/drawing/2014/main" id="{6BDC2B0F-2C0B-4259-84F7-59C2395735F2}"/>
                    </a:ext>
                  </a:extLst>
                </p:cNvPr>
                <p:cNvSpPr/>
                <p:nvPr/>
              </p:nvSpPr>
              <p:spPr>
                <a:xfrm>
                  <a:off x="8000533" y="2163031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74" name="Forme libre : forme 14873">
                  <a:extLst>
                    <a:ext uri="{FF2B5EF4-FFF2-40B4-BE49-F238E27FC236}">
                      <a16:creationId xmlns:a16="http://schemas.microsoft.com/office/drawing/2014/main" id="{CE482E22-9FA0-465A-B2C0-4BA513B9F5C3}"/>
                    </a:ext>
                  </a:extLst>
                </p:cNvPr>
                <p:cNvSpPr/>
                <p:nvPr/>
              </p:nvSpPr>
              <p:spPr>
                <a:xfrm>
                  <a:off x="8001200" y="2163074"/>
                  <a:ext cx="112162" cy="107875"/>
                </a:xfrm>
                <a:custGeom>
                  <a:avLst/>
                  <a:gdLst>
                    <a:gd name="connsiteX0" fmla="*/ 56197 w 112162"/>
                    <a:gd name="connsiteY0" fmla="*/ 55203 h 107875"/>
                    <a:gd name="connsiteX1" fmla="*/ 78391 w 112162"/>
                    <a:gd name="connsiteY1" fmla="*/ 107876 h 107875"/>
                    <a:gd name="connsiteX2" fmla="*/ 101155 w 112162"/>
                    <a:gd name="connsiteY2" fmla="*/ 89969 h 107875"/>
                    <a:gd name="connsiteX3" fmla="*/ 89249 w 112162"/>
                    <a:gd name="connsiteY3" fmla="*/ 11007 h 107875"/>
                    <a:gd name="connsiteX4" fmla="*/ 10287 w 112162"/>
                    <a:gd name="connsiteY4" fmla="*/ 22913 h 107875"/>
                    <a:gd name="connsiteX5" fmla="*/ 0 w 112162"/>
                    <a:gd name="connsiteY5" fmla="*/ 49107 h 107875"/>
                    <a:gd name="connsiteX6" fmla="*/ 56197 w 112162"/>
                    <a:gd name="connsiteY6" fmla="*/ 55203 h 107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162" h="107875">
                      <a:moveTo>
                        <a:pt x="56197" y="55203"/>
                      </a:moveTo>
                      <a:cubicBezTo>
                        <a:pt x="73343" y="67776"/>
                        <a:pt x="80963" y="88254"/>
                        <a:pt x="78391" y="107876"/>
                      </a:cubicBezTo>
                      <a:cubicBezTo>
                        <a:pt x="87154" y="104066"/>
                        <a:pt x="95155" y="98160"/>
                        <a:pt x="101155" y="89969"/>
                      </a:cubicBezTo>
                      <a:cubicBezTo>
                        <a:pt x="119634" y="64918"/>
                        <a:pt x="114300" y="29580"/>
                        <a:pt x="89249" y="11007"/>
                      </a:cubicBezTo>
                      <a:cubicBezTo>
                        <a:pt x="64198" y="-7472"/>
                        <a:pt x="28861" y="-2138"/>
                        <a:pt x="10287" y="22913"/>
                      </a:cubicBezTo>
                      <a:cubicBezTo>
                        <a:pt x="4381" y="30914"/>
                        <a:pt x="1143" y="39963"/>
                        <a:pt x="0" y="49107"/>
                      </a:cubicBezTo>
                      <a:cubicBezTo>
                        <a:pt x="18002" y="41296"/>
                        <a:pt x="39338" y="42725"/>
                        <a:pt x="56197" y="5520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75" name="Forme libre : forme 14874">
                  <a:extLst>
                    <a:ext uri="{FF2B5EF4-FFF2-40B4-BE49-F238E27FC236}">
                      <a16:creationId xmlns:a16="http://schemas.microsoft.com/office/drawing/2014/main" id="{D21C637C-8BA9-4E8C-A84D-DAC68EC7A8A1}"/>
                    </a:ext>
                  </a:extLst>
                </p:cNvPr>
                <p:cNvSpPr/>
                <p:nvPr/>
              </p:nvSpPr>
              <p:spPr>
                <a:xfrm rot="-4789704">
                  <a:off x="8006772" y="2190562"/>
                  <a:ext cx="54102" cy="47054"/>
                </a:xfrm>
                <a:custGeom>
                  <a:avLst/>
                  <a:gdLst>
                    <a:gd name="connsiteX0" fmla="*/ 54103 w 54102"/>
                    <a:gd name="connsiteY0" fmla="*/ 23527 h 47054"/>
                    <a:gd name="connsiteX1" fmla="*/ 27052 w 54102"/>
                    <a:gd name="connsiteY1" fmla="*/ 47054 h 47054"/>
                    <a:gd name="connsiteX2" fmla="*/ 0 w 54102"/>
                    <a:gd name="connsiteY2" fmla="*/ 23527 h 47054"/>
                    <a:gd name="connsiteX3" fmla="*/ 27052 w 54102"/>
                    <a:gd name="connsiteY3" fmla="*/ 0 h 47054"/>
                    <a:gd name="connsiteX4" fmla="*/ 54103 w 54102"/>
                    <a:gd name="connsiteY4" fmla="*/ 23527 h 47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2" h="47054">
                      <a:moveTo>
                        <a:pt x="54103" y="23527"/>
                      </a:moveTo>
                      <a:cubicBezTo>
                        <a:pt x="54103" y="36521"/>
                        <a:pt x="41992" y="47054"/>
                        <a:pt x="27052" y="47054"/>
                      </a:cubicBezTo>
                      <a:cubicBezTo>
                        <a:pt x="12112" y="47054"/>
                        <a:pt x="0" y="36521"/>
                        <a:pt x="0" y="23527"/>
                      </a:cubicBezTo>
                      <a:cubicBezTo>
                        <a:pt x="0" y="10533"/>
                        <a:pt x="12112" y="0"/>
                        <a:pt x="27052" y="0"/>
                      </a:cubicBezTo>
                      <a:cubicBezTo>
                        <a:pt x="41992" y="0"/>
                        <a:pt x="54103" y="10533"/>
                        <a:pt x="54103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76" name="Forme libre : forme 14875">
                  <a:extLst>
                    <a:ext uri="{FF2B5EF4-FFF2-40B4-BE49-F238E27FC236}">
                      <a16:creationId xmlns:a16="http://schemas.microsoft.com/office/drawing/2014/main" id="{2DEE36CA-297D-4F58-B6DA-4C0C7CE444ED}"/>
                    </a:ext>
                  </a:extLst>
                </p:cNvPr>
                <p:cNvSpPr/>
                <p:nvPr/>
              </p:nvSpPr>
              <p:spPr>
                <a:xfrm>
                  <a:off x="8029299" y="2227230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877" name="Graphique 2">
                <a:extLst>
                  <a:ext uri="{FF2B5EF4-FFF2-40B4-BE49-F238E27FC236}">
                    <a16:creationId xmlns:a16="http://schemas.microsoft.com/office/drawing/2014/main" id="{729EA3BB-EAEF-40A9-80B1-01FC32AC11C9}"/>
                  </a:ext>
                </a:extLst>
              </p:cNvPr>
              <p:cNvGrpSpPr/>
              <p:nvPr/>
            </p:nvGrpSpPr>
            <p:grpSpPr>
              <a:xfrm>
                <a:off x="7841561" y="2135028"/>
                <a:ext cx="112966" cy="112966"/>
                <a:chOff x="7841561" y="2135028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878" name="Forme libre : forme 14877">
                  <a:extLst>
                    <a:ext uri="{FF2B5EF4-FFF2-40B4-BE49-F238E27FC236}">
                      <a16:creationId xmlns:a16="http://schemas.microsoft.com/office/drawing/2014/main" id="{193B613C-943C-4F34-A9B5-7D02410BB8C7}"/>
                    </a:ext>
                  </a:extLst>
                </p:cNvPr>
                <p:cNvSpPr/>
                <p:nvPr/>
              </p:nvSpPr>
              <p:spPr>
                <a:xfrm>
                  <a:off x="7841561" y="2135028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79" name="Forme libre : forme 14878">
                  <a:extLst>
                    <a:ext uri="{FF2B5EF4-FFF2-40B4-BE49-F238E27FC236}">
                      <a16:creationId xmlns:a16="http://schemas.microsoft.com/office/drawing/2014/main" id="{07A649A6-9B19-4AD7-9983-36C6EABF71A3}"/>
                    </a:ext>
                  </a:extLst>
                </p:cNvPr>
                <p:cNvSpPr/>
                <p:nvPr/>
              </p:nvSpPr>
              <p:spPr>
                <a:xfrm>
                  <a:off x="7842228" y="2135070"/>
                  <a:ext cx="112162" cy="107875"/>
                </a:xfrm>
                <a:custGeom>
                  <a:avLst/>
                  <a:gdLst>
                    <a:gd name="connsiteX0" fmla="*/ 56197 w 112162"/>
                    <a:gd name="connsiteY0" fmla="*/ 55203 h 107875"/>
                    <a:gd name="connsiteX1" fmla="*/ 78391 w 112162"/>
                    <a:gd name="connsiteY1" fmla="*/ 107876 h 107875"/>
                    <a:gd name="connsiteX2" fmla="*/ 101155 w 112162"/>
                    <a:gd name="connsiteY2" fmla="*/ 89969 h 107875"/>
                    <a:gd name="connsiteX3" fmla="*/ 89249 w 112162"/>
                    <a:gd name="connsiteY3" fmla="*/ 11007 h 107875"/>
                    <a:gd name="connsiteX4" fmla="*/ 10287 w 112162"/>
                    <a:gd name="connsiteY4" fmla="*/ 22913 h 107875"/>
                    <a:gd name="connsiteX5" fmla="*/ 0 w 112162"/>
                    <a:gd name="connsiteY5" fmla="*/ 49107 h 107875"/>
                    <a:gd name="connsiteX6" fmla="*/ 56197 w 112162"/>
                    <a:gd name="connsiteY6" fmla="*/ 55203 h 107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162" h="107875">
                      <a:moveTo>
                        <a:pt x="56197" y="55203"/>
                      </a:moveTo>
                      <a:cubicBezTo>
                        <a:pt x="73343" y="67776"/>
                        <a:pt x="80963" y="88254"/>
                        <a:pt x="78391" y="107876"/>
                      </a:cubicBezTo>
                      <a:cubicBezTo>
                        <a:pt x="87154" y="104066"/>
                        <a:pt x="95155" y="98160"/>
                        <a:pt x="101155" y="89969"/>
                      </a:cubicBezTo>
                      <a:cubicBezTo>
                        <a:pt x="119634" y="64918"/>
                        <a:pt x="114300" y="29580"/>
                        <a:pt x="89249" y="11007"/>
                      </a:cubicBezTo>
                      <a:cubicBezTo>
                        <a:pt x="64199" y="-7472"/>
                        <a:pt x="28861" y="-2138"/>
                        <a:pt x="10287" y="22913"/>
                      </a:cubicBezTo>
                      <a:cubicBezTo>
                        <a:pt x="4382" y="30914"/>
                        <a:pt x="1143" y="39963"/>
                        <a:pt x="0" y="49107"/>
                      </a:cubicBezTo>
                      <a:cubicBezTo>
                        <a:pt x="18002" y="41296"/>
                        <a:pt x="39338" y="42725"/>
                        <a:pt x="56197" y="5520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80" name="Forme libre : forme 14879">
                  <a:extLst>
                    <a:ext uri="{FF2B5EF4-FFF2-40B4-BE49-F238E27FC236}">
                      <a16:creationId xmlns:a16="http://schemas.microsoft.com/office/drawing/2014/main" id="{F7B2DF39-29F2-4255-A945-F030A0839DA0}"/>
                    </a:ext>
                  </a:extLst>
                </p:cNvPr>
                <p:cNvSpPr/>
                <p:nvPr/>
              </p:nvSpPr>
              <p:spPr>
                <a:xfrm rot="-4789704">
                  <a:off x="7847814" y="2162547"/>
                  <a:ext cx="54102" cy="47054"/>
                </a:xfrm>
                <a:custGeom>
                  <a:avLst/>
                  <a:gdLst>
                    <a:gd name="connsiteX0" fmla="*/ 54103 w 54102"/>
                    <a:gd name="connsiteY0" fmla="*/ 23527 h 47054"/>
                    <a:gd name="connsiteX1" fmla="*/ 27052 w 54102"/>
                    <a:gd name="connsiteY1" fmla="*/ 47054 h 47054"/>
                    <a:gd name="connsiteX2" fmla="*/ 0 w 54102"/>
                    <a:gd name="connsiteY2" fmla="*/ 23527 h 47054"/>
                    <a:gd name="connsiteX3" fmla="*/ 27052 w 54102"/>
                    <a:gd name="connsiteY3" fmla="*/ 0 h 47054"/>
                    <a:gd name="connsiteX4" fmla="*/ 54103 w 54102"/>
                    <a:gd name="connsiteY4" fmla="*/ 23527 h 47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2" h="47054">
                      <a:moveTo>
                        <a:pt x="54103" y="23527"/>
                      </a:moveTo>
                      <a:cubicBezTo>
                        <a:pt x="54103" y="36521"/>
                        <a:pt x="41992" y="47054"/>
                        <a:pt x="27052" y="47054"/>
                      </a:cubicBezTo>
                      <a:cubicBezTo>
                        <a:pt x="12112" y="47054"/>
                        <a:pt x="0" y="36521"/>
                        <a:pt x="0" y="23527"/>
                      </a:cubicBezTo>
                      <a:cubicBezTo>
                        <a:pt x="0" y="10533"/>
                        <a:pt x="12112" y="0"/>
                        <a:pt x="27052" y="0"/>
                      </a:cubicBezTo>
                      <a:cubicBezTo>
                        <a:pt x="41992" y="0"/>
                        <a:pt x="54103" y="10533"/>
                        <a:pt x="54103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81" name="Forme libre : forme 14880">
                  <a:extLst>
                    <a:ext uri="{FF2B5EF4-FFF2-40B4-BE49-F238E27FC236}">
                      <a16:creationId xmlns:a16="http://schemas.microsoft.com/office/drawing/2014/main" id="{C79CC804-7952-4FF3-8E10-4495B4511610}"/>
                    </a:ext>
                  </a:extLst>
                </p:cNvPr>
                <p:cNvSpPr/>
                <p:nvPr/>
              </p:nvSpPr>
              <p:spPr>
                <a:xfrm>
                  <a:off x="7870327" y="2199226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882" name="Graphique 2">
              <a:extLst>
                <a:ext uri="{FF2B5EF4-FFF2-40B4-BE49-F238E27FC236}">
                  <a16:creationId xmlns:a16="http://schemas.microsoft.com/office/drawing/2014/main" id="{32B19C6A-DD9A-4E9A-AE2B-79FC6CB9628C}"/>
                </a:ext>
              </a:extLst>
            </p:cNvPr>
            <p:cNvGrpSpPr/>
            <p:nvPr/>
          </p:nvGrpSpPr>
          <p:grpSpPr>
            <a:xfrm>
              <a:off x="8605371" y="2304763"/>
              <a:ext cx="246697" cy="203358"/>
              <a:chOff x="8605371" y="2304763"/>
              <a:chExt cx="246697" cy="203358"/>
            </a:xfrm>
            <a:solidFill>
              <a:schemeClr val="accent1"/>
            </a:solidFill>
          </p:grpSpPr>
          <p:grpSp>
            <p:nvGrpSpPr>
              <p:cNvPr id="14883" name="Graphique 2">
                <a:extLst>
                  <a:ext uri="{FF2B5EF4-FFF2-40B4-BE49-F238E27FC236}">
                    <a16:creationId xmlns:a16="http://schemas.microsoft.com/office/drawing/2014/main" id="{2F30BDD3-0B0D-4A85-9E70-E7E9ECD3DEFF}"/>
                  </a:ext>
                </a:extLst>
              </p:cNvPr>
              <p:cNvGrpSpPr/>
              <p:nvPr/>
            </p:nvGrpSpPr>
            <p:grpSpPr>
              <a:xfrm>
                <a:off x="8739102" y="2395156"/>
                <a:ext cx="112966" cy="112966"/>
                <a:chOff x="8739102" y="2395156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884" name="Forme libre : forme 14883">
                  <a:extLst>
                    <a:ext uri="{FF2B5EF4-FFF2-40B4-BE49-F238E27FC236}">
                      <a16:creationId xmlns:a16="http://schemas.microsoft.com/office/drawing/2014/main" id="{02EBC324-5FF4-4975-8C9F-AC0BE19AEDAD}"/>
                    </a:ext>
                  </a:extLst>
                </p:cNvPr>
                <p:cNvSpPr/>
                <p:nvPr/>
              </p:nvSpPr>
              <p:spPr>
                <a:xfrm>
                  <a:off x="8739102" y="2395156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85" name="Forme libre : forme 14884">
                  <a:extLst>
                    <a:ext uri="{FF2B5EF4-FFF2-40B4-BE49-F238E27FC236}">
                      <a16:creationId xmlns:a16="http://schemas.microsoft.com/office/drawing/2014/main" id="{06058C00-D47D-42E8-928F-9CF3182560CC}"/>
                    </a:ext>
                  </a:extLst>
                </p:cNvPr>
                <p:cNvSpPr/>
                <p:nvPr/>
              </p:nvSpPr>
              <p:spPr>
                <a:xfrm>
                  <a:off x="8747579" y="2395167"/>
                  <a:ext cx="104382" cy="112672"/>
                </a:xfrm>
                <a:custGeom>
                  <a:avLst/>
                  <a:gdLst>
                    <a:gd name="connsiteX0" fmla="*/ 48863 w 104382"/>
                    <a:gd name="connsiteY0" fmla="*/ 55519 h 112672"/>
                    <a:gd name="connsiteX1" fmla="*/ 47625 w 104382"/>
                    <a:gd name="connsiteY1" fmla="*/ 112669 h 112672"/>
                    <a:gd name="connsiteX2" fmla="*/ 75724 w 104382"/>
                    <a:gd name="connsiteY2" fmla="*/ 105621 h 112672"/>
                    <a:gd name="connsiteX3" fmla="*/ 97060 w 104382"/>
                    <a:gd name="connsiteY3" fmla="*/ 28659 h 112672"/>
                    <a:gd name="connsiteX4" fmla="*/ 20098 w 104382"/>
                    <a:gd name="connsiteY4" fmla="*/ 7323 h 112672"/>
                    <a:gd name="connsiteX5" fmla="*/ 0 w 104382"/>
                    <a:gd name="connsiteY5" fmla="*/ 27040 h 112672"/>
                    <a:gd name="connsiteX6" fmla="*/ 48863 w 104382"/>
                    <a:gd name="connsiteY6" fmla="*/ 55519 h 112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4382" h="112672">
                      <a:moveTo>
                        <a:pt x="48863" y="55519"/>
                      </a:moveTo>
                      <a:cubicBezTo>
                        <a:pt x="59341" y="73998"/>
                        <a:pt x="58007" y="95810"/>
                        <a:pt x="47625" y="112669"/>
                      </a:cubicBezTo>
                      <a:cubicBezTo>
                        <a:pt x="57150" y="112765"/>
                        <a:pt x="66865" y="110669"/>
                        <a:pt x="75724" y="105621"/>
                      </a:cubicBezTo>
                      <a:cubicBezTo>
                        <a:pt x="102870" y="90286"/>
                        <a:pt x="112395" y="55805"/>
                        <a:pt x="97060" y="28659"/>
                      </a:cubicBezTo>
                      <a:cubicBezTo>
                        <a:pt x="81724" y="1513"/>
                        <a:pt x="47244" y="-8012"/>
                        <a:pt x="20098" y="7323"/>
                      </a:cubicBezTo>
                      <a:cubicBezTo>
                        <a:pt x="11430" y="12181"/>
                        <a:pt x="4858" y="19134"/>
                        <a:pt x="0" y="27040"/>
                      </a:cubicBezTo>
                      <a:cubicBezTo>
                        <a:pt x="19621" y="27230"/>
                        <a:pt x="38576" y="37327"/>
                        <a:pt x="48863" y="5551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86" name="Forme libre : forme 14885">
                  <a:extLst>
                    <a:ext uri="{FF2B5EF4-FFF2-40B4-BE49-F238E27FC236}">
                      <a16:creationId xmlns:a16="http://schemas.microsoft.com/office/drawing/2014/main" id="{235E21F1-F2A9-48BC-9181-E3FCB811CA74}"/>
                    </a:ext>
                  </a:extLst>
                </p:cNvPr>
                <p:cNvSpPr/>
                <p:nvPr/>
              </p:nvSpPr>
              <p:spPr>
                <a:xfrm rot="-3345034">
                  <a:off x="8749592" y="2413708"/>
                  <a:ext cx="54102" cy="47053"/>
                </a:xfrm>
                <a:custGeom>
                  <a:avLst/>
                  <a:gdLst>
                    <a:gd name="connsiteX0" fmla="*/ 54102 w 54102"/>
                    <a:gd name="connsiteY0" fmla="*/ 23527 h 47053"/>
                    <a:gd name="connsiteX1" fmla="*/ 27051 w 54102"/>
                    <a:gd name="connsiteY1" fmla="*/ 47054 h 47053"/>
                    <a:gd name="connsiteX2" fmla="*/ 0 w 54102"/>
                    <a:gd name="connsiteY2" fmla="*/ 23527 h 47053"/>
                    <a:gd name="connsiteX3" fmla="*/ 27051 w 54102"/>
                    <a:gd name="connsiteY3" fmla="*/ 0 h 47053"/>
                    <a:gd name="connsiteX4" fmla="*/ 54102 w 54102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2" h="47053">
                      <a:moveTo>
                        <a:pt x="54102" y="23527"/>
                      </a:moveTo>
                      <a:cubicBezTo>
                        <a:pt x="54102" y="36520"/>
                        <a:pt x="41991" y="47054"/>
                        <a:pt x="27051" y="47054"/>
                      </a:cubicBezTo>
                      <a:cubicBezTo>
                        <a:pt x="12111" y="47054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87" name="Forme libre : forme 14886">
                  <a:extLst>
                    <a:ext uri="{FF2B5EF4-FFF2-40B4-BE49-F238E27FC236}">
                      <a16:creationId xmlns:a16="http://schemas.microsoft.com/office/drawing/2014/main" id="{01DC9CE1-C1B8-40AE-94AF-CCCCA0AD9AE7}"/>
                    </a:ext>
                  </a:extLst>
                </p:cNvPr>
                <p:cNvSpPr/>
                <p:nvPr/>
              </p:nvSpPr>
              <p:spPr>
                <a:xfrm>
                  <a:off x="8762629" y="2450401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888" name="Graphique 2">
                <a:extLst>
                  <a:ext uri="{FF2B5EF4-FFF2-40B4-BE49-F238E27FC236}">
                    <a16:creationId xmlns:a16="http://schemas.microsoft.com/office/drawing/2014/main" id="{6A6A88A4-633D-4ACB-AD22-A2966A46CD66}"/>
                  </a:ext>
                </a:extLst>
              </p:cNvPr>
              <p:cNvGrpSpPr/>
              <p:nvPr/>
            </p:nvGrpSpPr>
            <p:grpSpPr>
              <a:xfrm>
                <a:off x="8605371" y="2304763"/>
                <a:ext cx="112966" cy="112966"/>
                <a:chOff x="8605371" y="2304763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889" name="Forme libre : forme 14888">
                  <a:extLst>
                    <a:ext uri="{FF2B5EF4-FFF2-40B4-BE49-F238E27FC236}">
                      <a16:creationId xmlns:a16="http://schemas.microsoft.com/office/drawing/2014/main" id="{153EF387-A15B-4186-B38C-34E319BBFC70}"/>
                    </a:ext>
                  </a:extLst>
                </p:cNvPr>
                <p:cNvSpPr/>
                <p:nvPr/>
              </p:nvSpPr>
              <p:spPr>
                <a:xfrm>
                  <a:off x="8605371" y="2304763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90" name="Forme libre : forme 14889">
                  <a:extLst>
                    <a:ext uri="{FF2B5EF4-FFF2-40B4-BE49-F238E27FC236}">
                      <a16:creationId xmlns:a16="http://schemas.microsoft.com/office/drawing/2014/main" id="{2CA5E07A-1D15-4BE4-9D6A-E03C09167142}"/>
                    </a:ext>
                  </a:extLst>
                </p:cNvPr>
                <p:cNvSpPr/>
                <p:nvPr/>
              </p:nvSpPr>
              <p:spPr>
                <a:xfrm>
                  <a:off x="8613848" y="2304775"/>
                  <a:ext cx="104382" cy="112672"/>
                </a:xfrm>
                <a:custGeom>
                  <a:avLst/>
                  <a:gdLst>
                    <a:gd name="connsiteX0" fmla="*/ 48863 w 104382"/>
                    <a:gd name="connsiteY0" fmla="*/ 55519 h 112672"/>
                    <a:gd name="connsiteX1" fmla="*/ 47625 w 104382"/>
                    <a:gd name="connsiteY1" fmla="*/ 112669 h 112672"/>
                    <a:gd name="connsiteX2" fmla="*/ 75724 w 104382"/>
                    <a:gd name="connsiteY2" fmla="*/ 105621 h 112672"/>
                    <a:gd name="connsiteX3" fmla="*/ 97060 w 104382"/>
                    <a:gd name="connsiteY3" fmla="*/ 28659 h 112672"/>
                    <a:gd name="connsiteX4" fmla="*/ 20098 w 104382"/>
                    <a:gd name="connsiteY4" fmla="*/ 7323 h 112672"/>
                    <a:gd name="connsiteX5" fmla="*/ 0 w 104382"/>
                    <a:gd name="connsiteY5" fmla="*/ 27040 h 112672"/>
                    <a:gd name="connsiteX6" fmla="*/ 48863 w 104382"/>
                    <a:gd name="connsiteY6" fmla="*/ 55519 h 112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4382" h="112672">
                      <a:moveTo>
                        <a:pt x="48863" y="55519"/>
                      </a:moveTo>
                      <a:cubicBezTo>
                        <a:pt x="59341" y="73998"/>
                        <a:pt x="58007" y="95810"/>
                        <a:pt x="47625" y="112669"/>
                      </a:cubicBezTo>
                      <a:cubicBezTo>
                        <a:pt x="57150" y="112765"/>
                        <a:pt x="66865" y="110669"/>
                        <a:pt x="75724" y="105621"/>
                      </a:cubicBezTo>
                      <a:cubicBezTo>
                        <a:pt x="102870" y="90286"/>
                        <a:pt x="112395" y="55805"/>
                        <a:pt x="97060" y="28659"/>
                      </a:cubicBezTo>
                      <a:cubicBezTo>
                        <a:pt x="81724" y="1513"/>
                        <a:pt x="47244" y="-8012"/>
                        <a:pt x="20098" y="7323"/>
                      </a:cubicBezTo>
                      <a:cubicBezTo>
                        <a:pt x="11430" y="12181"/>
                        <a:pt x="4858" y="19134"/>
                        <a:pt x="0" y="27040"/>
                      </a:cubicBezTo>
                      <a:cubicBezTo>
                        <a:pt x="19621" y="27230"/>
                        <a:pt x="38576" y="37231"/>
                        <a:pt x="48863" y="5551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91" name="Forme libre : forme 14890">
                  <a:extLst>
                    <a:ext uri="{FF2B5EF4-FFF2-40B4-BE49-F238E27FC236}">
                      <a16:creationId xmlns:a16="http://schemas.microsoft.com/office/drawing/2014/main" id="{0A222CCF-4B44-440C-A5D5-87C57452E278}"/>
                    </a:ext>
                  </a:extLst>
                </p:cNvPr>
                <p:cNvSpPr/>
                <p:nvPr/>
              </p:nvSpPr>
              <p:spPr>
                <a:xfrm rot="-3345034">
                  <a:off x="8615903" y="2323311"/>
                  <a:ext cx="54102" cy="47053"/>
                </a:xfrm>
                <a:custGeom>
                  <a:avLst/>
                  <a:gdLst>
                    <a:gd name="connsiteX0" fmla="*/ 54102 w 54102"/>
                    <a:gd name="connsiteY0" fmla="*/ 23527 h 47053"/>
                    <a:gd name="connsiteX1" fmla="*/ 27051 w 54102"/>
                    <a:gd name="connsiteY1" fmla="*/ 47054 h 47053"/>
                    <a:gd name="connsiteX2" fmla="*/ 0 w 54102"/>
                    <a:gd name="connsiteY2" fmla="*/ 23527 h 47053"/>
                    <a:gd name="connsiteX3" fmla="*/ 27051 w 54102"/>
                    <a:gd name="connsiteY3" fmla="*/ 0 h 47053"/>
                    <a:gd name="connsiteX4" fmla="*/ 54102 w 54102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2" h="47053">
                      <a:moveTo>
                        <a:pt x="54102" y="23527"/>
                      </a:moveTo>
                      <a:cubicBezTo>
                        <a:pt x="54102" y="36520"/>
                        <a:pt x="41991" y="47054"/>
                        <a:pt x="27051" y="47054"/>
                      </a:cubicBezTo>
                      <a:cubicBezTo>
                        <a:pt x="12111" y="47054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92" name="Forme libre : forme 14891">
                  <a:extLst>
                    <a:ext uri="{FF2B5EF4-FFF2-40B4-BE49-F238E27FC236}">
                      <a16:creationId xmlns:a16="http://schemas.microsoft.com/office/drawing/2014/main" id="{F2B375BB-3B77-4825-8CF6-C8732F1A59FE}"/>
                    </a:ext>
                  </a:extLst>
                </p:cNvPr>
                <p:cNvSpPr/>
                <p:nvPr/>
              </p:nvSpPr>
              <p:spPr>
                <a:xfrm>
                  <a:off x="8628898" y="2360008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893" name="Graphique 2">
              <a:extLst>
                <a:ext uri="{FF2B5EF4-FFF2-40B4-BE49-F238E27FC236}">
                  <a16:creationId xmlns:a16="http://schemas.microsoft.com/office/drawing/2014/main" id="{5E6B1E76-27B4-4DD4-B63D-82BE9818545C}"/>
                </a:ext>
              </a:extLst>
            </p:cNvPr>
            <p:cNvGrpSpPr/>
            <p:nvPr/>
          </p:nvGrpSpPr>
          <p:grpSpPr>
            <a:xfrm>
              <a:off x="9023212" y="3281266"/>
              <a:ext cx="151848" cy="269652"/>
              <a:chOff x="9023212" y="3281266"/>
              <a:chExt cx="151848" cy="269652"/>
            </a:xfrm>
            <a:solidFill>
              <a:schemeClr val="accent1"/>
            </a:solidFill>
          </p:grpSpPr>
          <p:grpSp>
            <p:nvGrpSpPr>
              <p:cNvPr id="14894" name="Graphique 2">
                <a:extLst>
                  <a:ext uri="{FF2B5EF4-FFF2-40B4-BE49-F238E27FC236}">
                    <a16:creationId xmlns:a16="http://schemas.microsoft.com/office/drawing/2014/main" id="{312A6CE6-1864-4B0E-A0C3-8CA72614887F}"/>
                  </a:ext>
                </a:extLst>
              </p:cNvPr>
              <p:cNvGrpSpPr/>
              <p:nvPr/>
            </p:nvGrpSpPr>
            <p:grpSpPr>
              <a:xfrm>
                <a:off x="9023212" y="3281266"/>
                <a:ext cx="112986" cy="112966"/>
                <a:chOff x="9023212" y="3281266"/>
                <a:chExt cx="112986" cy="112966"/>
              </a:xfrm>
              <a:solidFill>
                <a:schemeClr val="accent1"/>
              </a:solidFill>
            </p:grpSpPr>
            <p:sp>
              <p:nvSpPr>
                <p:cNvPr id="14895" name="Forme libre : forme 14894">
                  <a:extLst>
                    <a:ext uri="{FF2B5EF4-FFF2-40B4-BE49-F238E27FC236}">
                      <a16:creationId xmlns:a16="http://schemas.microsoft.com/office/drawing/2014/main" id="{0A4E3796-CB86-4988-B19A-063944F210AA}"/>
                    </a:ext>
                  </a:extLst>
                </p:cNvPr>
                <p:cNvSpPr/>
                <p:nvPr/>
              </p:nvSpPr>
              <p:spPr>
                <a:xfrm>
                  <a:off x="9023233" y="3281266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96" name="Forme libre : forme 14895">
                  <a:extLst>
                    <a:ext uri="{FF2B5EF4-FFF2-40B4-BE49-F238E27FC236}">
                      <a16:creationId xmlns:a16="http://schemas.microsoft.com/office/drawing/2014/main" id="{C0EAAA57-5F3E-439F-BED9-63BF0B402614}"/>
                    </a:ext>
                  </a:extLst>
                </p:cNvPr>
                <p:cNvSpPr/>
                <p:nvPr/>
              </p:nvSpPr>
              <p:spPr>
                <a:xfrm>
                  <a:off x="9023212" y="3281341"/>
                  <a:ext cx="94317" cy="112836"/>
                </a:xfrm>
                <a:custGeom>
                  <a:avLst/>
                  <a:gdLst>
                    <a:gd name="connsiteX0" fmla="*/ 55170 w 94317"/>
                    <a:gd name="connsiteY0" fmla="*/ 56599 h 112836"/>
                    <a:gd name="connsiteX1" fmla="*/ 94318 w 94317"/>
                    <a:gd name="connsiteY1" fmla="*/ 14879 h 112836"/>
                    <a:gd name="connsiteX2" fmla="*/ 68696 w 94317"/>
                    <a:gd name="connsiteY2" fmla="*/ 1354 h 112836"/>
                    <a:gd name="connsiteX3" fmla="*/ 1354 w 94317"/>
                    <a:gd name="connsiteY3" fmla="*/ 44216 h 112836"/>
                    <a:gd name="connsiteX4" fmla="*/ 44216 w 94317"/>
                    <a:gd name="connsiteY4" fmla="*/ 111558 h 112836"/>
                    <a:gd name="connsiteX5" fmla="*/ 72315 w 94317"/>
                    <a:gd name="connsiteY5" fmla="*/ 110320 h 112836"/>
                    <a:gd name="connsiteX6" fmla="*/ 55170 w 94317"/>
                    <a:gd name="connsiteY6" fmla="*/ 56599 h 112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317" h="112836">
                      <a:moveTo>
                        <a:pt x="55170" y="56599"/>
                      </a:moveTo>
                      <a:cubicBezTo>
                        <a:pt x="59742" y="35834"/>
                        <a:pt x="75363" y="20594"/>
                        <a:pt x="94318" y="14879"/>
                      </a:cubicBezTo>
                      <a:cubicBezTo>
                        <a:pt x="87269" y="8402"/>
                        <a:pt x="78697" y="3544"/>
                        <a:pt x="68696" y="1354"/>
                      </a:cubicBezTo>
                      <a:cubicBezTo>
                        <a:pt x="38215" y="-5409"/>
                        <a:pt x="8116" y="13831"/>
                        <a:pt x="1354" y="44216"/>
                      </a:cubicBezTo>
                      <a:cubicBezTo>
                        <a:pt x="-5409" y="74696"/>
                        <a:pt x="13831" y="104795"/>
                        <a:pt x="44216" y="111558"/>
                      </a:cubicBezTo>
                      <a:cubicBezTo>
                        <a:pt x="53932" y="113749"/>
                        <a:pt x="63457" y="112987"/>
                        <a:pt x="72315" y="110320"/>
                      </a:cubicBezTo>
                      <a:cubicBezTo>
                        <a:pt x="57932" y="97175"/>
                        <a:pt x="50598" y="76982"/>
                        <a:pt x="55170" y="5659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97" name="Forme libre : forme 14896">
                  <a:extLst>
                    <a:ext uri="{FF2B5EF4-FFF2-40B4-BE49-F238E27FC236}">
                      <a16:creationId xmlns:a16="http://schemas.microsoft.com/office/drawing/2014/main" id="{9067C926-5897-4067-884B-C9A55504686E}"/>
                    </a:ext>
                  </a:extLst>
                </p:cNvPr>
                <p:cNvSpPr/>
                <p:nvPr/>
              </p:nvSpPr>
              <p:spPr>
                <a:xfrm rot="-825415">
                  <a:off x="9057080" y="3337420"/>
                  <a:ext cx="54101" cy="47052"/>
                </a:xfrm>
                <a:custGeom>
                  <a:avLst/>
                  <a:gdLst>
                    <a:gd name="connsiteX0" fmla="*/ 54101 w 54101"/>
                    <a:gd name="connsiteY0" fmla="*/ 23526 h 47052"/>
                    <a:gd name="connsiteX1" fmla="*/ 27051 w 54101"/>
                    <a:gd name="connsiteY1" fmla="*/ 47053 h 47052"/>
                    <a:gd name="connsiteX2" fmla="*/ 0 w 54101"/>
                    <a:gd name="connsiteY2" fmla="*/ 23526 h 47052"/>
                    <a:gd name="connsiteX3" fmla="*/ 27051 w 54101"/>
                    <a:gd name="connsiteY3" fmla="*/ 0 h 47052"/>
                    <a:gd name="connsiteX4" fmla="*/ 54101 w 54101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2">
                      <a:moveTo>
                        <a:pt x="54101" y="23526"/>
                      </a:moveTo>
                      <a:cubicBezTo>
                        <a:pt x="54101" y="36520"/>
                        <a:pt x="41990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6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98" name="Forme libre : forme 14897">
                  <a:extLst>
                    <a:ext uri="{FF2B5EF4-FFF2-40B4-BE49-F238E27FC236}">
                      <a16:creationId xmlns:a16="http://schemas.microsoft.com/office/drawing/2014/main" id="{4DD64BB7-476C-4DE1-84C3-71E07208F447}"/>
                    </a:ext>
                  </a:extLst>
                </p:cNvPr>
                <p:cNvSpPr/>
                <p:nvPr/>
              </p:nvSpPr>
              <p:spPr>
                <a:xfrm>
                  <a:off x="9093432" y="3338512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899" name="Graphique 2">
                <a:extLst>
                  <a:ext uri="{FF2B5EF4-FFF2-40B4-BE49-F238E27FC236}">
                    <a16:creationId xmlns:a16="http://schemas.microsoft.com/office/drawing/2014/main" id="{663D557D-CEBA-48AE-9E75-3F05F0BCECCD}"/>
                  </a:ext>
                </a:extLst>
              </p:cNvPr>
              <p:cNvGrpSpPr/>
              <p:nvPr/>
            </p:nvGrpSpPr>
            <p:grpSpPr>
              <a:xfrm>
                <a:off x="9062074" y="3437953"/>
                <a:ext cx="112986" cy="112966"/>
                <a:chOff x="9062074" y="3437953"/>
                <a:chExt cx="112986" cy="112966"/>
              </a:xfrm>
              <a:solidFill>
                <a:schemeClr val="accent1"/>
              </a:solidFill>
            </p:grpSpPr>
            <p:sp>
              <p:nvSpPr>
                <p:cNvPr id="14900" name="Forme libre : forme 14899">
                  <a:extLst>
                    <a:ext uri="{FF2B5EF4-FFF2-40B4-BE49-F238E27FC236}">
                      <a16:creationId xmlns:a16="http://schemas.microsoft.com/office/drawing/2014/main" id="{588A3EF6-3A36-445F-8074-6ADE292DBC4E}"/>
                    </a:ext>
                  </a:extLst>
                </p:cNvPr>
                <p:cNvSpPr/>
                <p:nvPr/>
              </p:nvSpPr>
              <p:spPr>
                <a:xfrm>
                  <a:off x="9062095" y="3437953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01" name="Forme libre : forme 14900">
                  <a:extLst>
                    <a:ext uri="{FF2B5EF4-FFF2-40B4-BE49-F238E27FC236}">
                      <a16:creationId xmlns:a16="http://schemas.microsoft.com/office/drawing/2014/main" id="{CE484DDA-4249-401F-9522-0361D07531AF}"/>
                    </a:ext>
                  </a:extLst>
                </p:cNvPr>
                <p:cNvSpPr/>
                <p:nvPr/>
              </p:nvSpPr>
              <p:spPr>
                <a:xfrm>
                  <a:off x="9062074" y="3438027"/>
                  <a:ext cx="94317" cy="112836"/>
                </a:xfrm>
                <a:custGeom>
                  <a:avLst/>
                  <a:gdLst>
                    <a:gd name="connsiteX0" fmla="*/ 55170 w 94317"/>
                    <a:gd name="connsiteY0" fmla="*/ 56599 h 112836"/>
                    <a:gd name="connsiteX1" fmla="*/ 94318 w 94317"/>
                    <a:gd name="connsiteY1" fmla="*/ 14879 h 112836"/>
                    <a:gd name="connsiteX2" fmla="*/ 68695 w 94317"/>
                    <a:gd name="connsiteY2" fmla="*/ 1354 h 112836"/>
                    <a:gd name="connsiteX3" fmla="*/ 1354 w 94317"/>
                    <a:gd name="connsiteY3" fmla="*/ 44216 h 112836"/>
                    <a:gd name="connsiteX4" fmla="*/ 44216 w 94317"/>
                    <a:gd name="connsiteY4" fmla="*/ 111558 h 112836"/>
                    <a:gd name="connsiteX5" fmla="*/ 72315 w 94317"/>
                    <a:gd name="connsiteY5" fmla="*/ 110320 h 112836"/>
                    <a:gd name="connsiteX6" fmla="*/ 55170 w 94317"/>
                    <a:gd name="connsiteY6" fmla="*/ 56599 h 112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317" h="112836">
                      <a:moveTo>
                        <a:pt x="55170" y="56599"/>
                      </a:moveTo>
                      <a:cubicBezTo>
                        <a:pt x="59742" y="35834"/>
                        <a:pt x="75363" y="20594"/>
                        <a:pt x="94318" y="14879"/>
                      </a:cubicBezTo>
                      <a:cubicBezTo>
                        <a:pt x="87269" y="8402"/>
                        <a:pt x="78697" y="3545"/>
                        <a:pt x="68695" y="1354"/>
                      </a:cubicBezTo>
                      <a:cubicBezTo>
                        <a:pt x="38216" y="-5409"/>
                        <a:pt x="8116" y="13831"/>
                        <a:pt x="1354" y="44216"/>
                      </a:cubicBezTo>
                      <a:cubicBezTo>
                        <a:pt x="-5409" y="74696"/>
                        <a:pt x="13832" y="104795"/>
                        <a:pt x="44216" y="111558"/>
                      </a:cubicBezTo>
                      <a:cubicBezTo>
                        <a:pt x="53932" y="113749"/>
                        <a:pt x="63457" y="112987"/>
                        <a:pt x="72315" y="110320"/>
                      </a:cubicBezTo>
                      <a:cubicBezTo>
                        <a:pt x="58027" y="97080"/>
                        <a:pt x="50598" y="76982"/>
                        <a:pt x="55170" y="5659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02" name="Forme libre : forme 14901">
                  <a:extLst>
                    <a:ext uri="{FF2B5EF4-FFF2-40B4-BE49-F238E27FC236}">
                      <a16:creationId xmlns:a16="http://schemas.microsoft.com/office/drawing/2014/main" id="{C3C55F13-B5F8-4A48-A459-F7D9E3E1032B}"/>
                    </a:ext>
                  </a:extLst>
                </p:cNvPr>
                <p:cNvSpPr/>
                <p:nvPr/>
              </p:nvSpPr>
              <p:spPr>
                <a:xfrm rot="-825415">
                  <a:off x="9095944" y="3494105"/>
                  <a:ext cx="54101" cy="47052"/>
                </a:xfrm>
                <a:custGeom>
                  <a:avLst/>
                  <a:gdLst>
                    <a:gd name="connsiteX0" fmla="*/ 54101 w 54101"/>
                    <a:gd name="connsiteY0" fmla="*/ 23526 h 47052"/>
                    <a:gd name="connsiteX1" fmla="*/ 27051 w 54101"/>
                    <a:gd name="connsiteY1" fmla="*/ 47053 h 47052"/>
                    <a:gd name="connsiteX2" fmla="*/ 0 w 54101"/>
                    <a:gd name="connsiteY2" fmla="*/ 23526 h 47052"/>
                    <a:gd name="connsiteX3" fmla="*/ 27051 w 54101"/>
                    <a:gd name="connsiteY3" fmla="*/ 0 h 47052"/>
                    <a:gd name="connsiteX4" fmla="*/ 54101 w 54101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2">
                      <a:moveTo>
                        <a:pt x="54101" y="23526"/>
                      </a:moveTo>
                      <a:cubicBezTo>
                        <a:pt x="54101" y="36520"/>
                        <a:pt x="41990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6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03" name="Forme libre : forme 14902">
                  <a:extLst>
                    <a:ext uri="{FF2B5EF4-FFF2-40B4-BE49-F238E27FC236}">
                      <a16:creationId xmlns:a16="http://schemas.microsoft.com/office/drawing/2014/main" id="{B43929D7-B0DA-4E59-917C-25EAB67B1537}"/>
                    </a:ext>
                  </a:extLst>
                </p:cNvPr>
                <p:cNvSpPr/>
                <p:nvPr/>
              </p:nvSpPr>
              <p:spPr>
                <a:xfrm>
                  <a:off x="9132294" y="3495198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904" name="Graphique 2">
              <a:extLst>
                <a:ext uri="{FF2B5EF4-FFF2-40B4-BE49-F238E27FC236}">
                  <a16:creationId xmlns:a16="http://schemas.microsoft.com/office/drawing/2014/main" id="{858C0040-7DD5-48F9-BA6B-5BA7D446A477}"/>
                </a:ext>
              </a:extLst>
            </p:cNvPr>
            <p:cNvGrpSpPr/>
            <p:nvPr/>
          </p:nvGrpSpPr>
          <p:grpSpPr>
            <a:xfrm>
              <a:off x="9025138" y="3743038"/>
              <a:ext cx="206692" cy="244411"/>
              <a:chOff x="9025138" y="3743038"/>
              <a:chExt cx="206692" cy="244411"/>
            </a:xfrm>
            <a:solidFill>
              <a:schemeClr val="accent1"/>
            </a:solidFill>
          </p:grpSpPr>
          <p:grpSp>
            <p:nvGrpSpPr>
              <p:cNvPr id="14905" name="Graphique 2">
                <a:extLst>
                  <a:ext uri="{FF2B5EF4-FFF2-40B4-BE49-F238E27FC236}">
                    <a16:creationId xmlns:a16="http://schemas.microsoft.com/office/drawing/2014/main" id="{D312DCF7-9FC0-4B89-8220-3A4FB6D40169}"/>
                  </a:ext>
                </a:extLst>
              </p:cNvPr>
              <p:cNvGrpSpPr/>
              <p:nvPr/>
            </p:nvGrpSpPr>
            <p:grpSpPr>
              <a:xfrm>
                <a:off x="9118864" y="3743038"/>
                <a:ext cx="112966" cy="112966"/>
                <a:chOff x="9118864" y="3743038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906" name="Forme libre : forme 14905">
                  <a:extLst>
                    <a:ext uri="{FF2B5EF4-FFF2-40B4-BE49-F238E27FC236}">
                      <a16:creationId xmlns:a16="http://schemas.microsoft.com/office/drawing/2014/main" id="{370D3B64-7F26-4094-953C-1992F4DD7DC2}"/>
                    </a:ext>
                  </a:extLst>
                </p:cNvPr>
                <p:cNvSpPr/>
                <p:nvPr/>
              </p:nvSpPr>
              <p:spPr>
                <a:xfrm>
                  <a:off x="9118864" y="3743038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07" name="Forme libre : forme 14906">
                  <a:extLst>
                    <a:ext uri="{FF2B5EF4-FFF2-40B4-BE49-F238E27FC236}">
                      <a16:creationId xmlns:a16="http://schemas.microsoft.com/office/drawing/2014/main" id="{4B3FD160-8052-4C25-AF2B-96D88F8DB9C3}"/>
                    </a:ext>
                  </a:extLst>
                </p:cNvPr>
                <p:cNvSpPr/>
                <p:nvPr/>
              </p:nvSpPr>
              <p:spPr>
                <a:xfrm>
                  <a:off x="9118876" y="3743146"/>
                  <a:ext cx="112697" cy="103619"/>
                </a:xfrm>
                <a:custGeom>
                  <a:avLst/>
                  <a:gdLst>
                    <a:gd name="connsiteX0" fmla="*/ 55519 w 112697"/>
                    <a:gd name="connsiteY0" fmla="*/ 55519 h 103619"/>
                    <a:gd name="connsiteX1" fmla="*/ 112669 w 112697"/>
                    <a:gd name="connsiteY1" fmla="*/ 58186 h 103619"/>
                    <a:gd name="connsiteX2" fmla="*/ 106287 w 112697"/>
                    <a:gd name="connsiteY2" fmla="*/ 29896 h 103619"/>
                    <a:gd name="connsiteX3" fmla="*/ 29897 w 112697"/>
                    <a:gd name="connsiteY3" fmla="*/ 6655 h 103619"/>
                    <a:gd name="connsiteX4" fmla="*/ 6656 w 112697"/>
                    <a:gd name="connsiteY4" fmla="*/ 83046 h 103619"/>
                    <a:gd name="connsiteX5" fmla="*/ 25896 w 112697"/>
                    <a:gd name="connsiteY5" fmla="*/ 103620 h 103619"/>
                    <a:gd name="connsiteX6" fmla="*/ 55519 w 112697"/>
                    <a:gd name="connsiteY6" fmla="*/ 55519 h 103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697" h="103619">
                      <a:moveTo>
                        <a:pt x="55519" y="55519"/>
                      </a:moveTo>
                      <a:cubicBezTo>
                        <a:pt x="74283" y="45517"/>
                        <a:pt x="96000" y="47422"/>
                        <a:pt x="112669" y="58186"/>
                      </a:cubicBezTo>
                      <a:cubicBezTo>
                        <a:pt x="112955" y="48661"/>
                        <a:pt x="111145" y="38945"/>
                        <a:pt x="106287" y="29896"/>
                      </a:cubicBezTo>
                      <a:cubicBezTo>
                        <a:pt x="91618" y="2369"/>
                        <a:pt x="57424" y="-8013"/>
                        <a:pt x="29897" y="6655"/>
                      </a:cubicBezTo>
                      <a:cubicBezTo>
                        <a:pt x="2369" y="21324"/>
                        <a:pt x="-8013" y="55519"/>
                        <a:pt x="6656" y="83046"/>
                      </a:cubicBezTo>
                      <a:cubicBezTo>
                        <a:pt x="11323" y="91809"/>
                        <a:pt x="18085" y="98572"/>
                        <a:pt x="25896" y="103620"/>
                      </a:cubicBezTo>
                      <a:cubicBezTo>
                        <a:pt x="26563" y="83998"/>
                        <a:pt x="37040" y="65329"/>
                        <a:pt x="55519" y="5551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08" name="Forme libre : forme 14907">
                  <a:extLst>
                    <a:ext uri="{FF2B5EF4-FFF2-40B4-BE49-F238E27FC236}">
                      <a16:creationId xmlns:a16="http://schemas.microsoft.com/office/drawing/2014/main" id="{4EDE97A5-1EFD-4CBE-9AEB-4651B6952BD3}"/>
                    </a:ext>
                  </a:extLst>
                </p:cNvPr>
                <p:cNvSpPr/>
                <p:nvPr/>
              </p:nvSpPr>
              <p:spPr>
                <a:xfrm rot="-3259867">
                  <a:off x="9137150" y="3791247"/>
                  <a:ext cx="47053" cy="54101"/>
                </a:xfrm>
                <a:custGeom>
                  <a:avLst/>
                  <a:gdLst>
                    <a:gd name="connsiteX0" fmla="*/ 47053 w 47053"/>
                    <a:gd name="connsiteY0" fmla="*/ 27051 h 54101"/>
                    <a:gd name="connsiteX1" fmla="*/ 23527 w 47053"/>
                    <a:gd name="connsiteY1" fmla="*/ 54102 h 54101"/>
                    <a:gd name="connsiteX2" fmla="*/ 0 w 47053"/>
                    <a:gd name="connsiteY2" fmla="*/ 27051 h 54101"/>
                    <a:gd name="connsiteX3" fmla="*/ 23527 w 47053"/>
                    <a:gd name="connsiteY3" fmla="*/ 0 h 54101"/>
                    <a:gd name="connsiteX4" fmla="*/ 47053 w 47053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1">
                      <a:moveTo>
                        <a:pt x="47053" y="27051"/>
                      </a:moveTo>
                      <a:cubicBezTo>
                        <a:pt x="47053" y="41991"/>
                        <a:pt x="36520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09" name="Forme libre : forme 14908">
                  <a:extLst>
                    <a:ext uri="{FF2B5EF4-FFF2-40B4-BE49-F238E27FC236}">
                      <a16:creationId xmlns:a16="http://schemas.microsoft.com/office/drawing/2014/main" id="{7C906B6F-A0F6-4CE6-8BAB-4ABA52FAC622}"/>
                    </a:ext>
                  </a:extLst>
                </p:cNvPr>
                <p:cNvSpPr/>
                <p:nvPr/>
              </p:nvSpPr>
              <p:spPr>
                <a:xfrm>
                  <a:off x="9173442" y="3814190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910" name="Graphique 2">
                <a:extLst>
                  <a:ext uri="{FF2B5EF4-FFF2-40B4-BE49-F238E27FC236}">
                    <a16:creationId xmlns:a16="http://schemas.microsoft.com/office/drawing/2014/main" id="{861305D1-F98D-47B9-9DA8-BE1B17627A78}"/>
                  </a:ext>
                </a:extLst>
              </p:cNvPr>
              <p:cNvGrpSpPr/>
              <p:nvPr/>
            </p:nvGrpSpPr>
            <p:grpSpPr>
              <a:xfrm>
                <a:off x="9025138" y="3874483"/>
                <a:ext cx="112966" cy="112966"/>
                <a:chOff x="9025138" y="3874483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911" name="Forme libre : forme 14910">
                  <a:extLst>
                    <a:ext uri="{FF2B5EF4-FFF2-40B4-BE49-F238E27FC236}">
                      <a16:creationId xmlns:a16="http://schemas.microsoft.com/office/drawing/2014/main" id="{242057BA-DCBF-4B4A-A996-7198772EF094}"/>
                    </a:ext>
                  </a:extLst>
                </p:cNvPr>
                <p:cNvSpPr/>
                <p:nvPr/>
              </p:nvSpPr>
              <p:spPr>
                <a:xfrm>
                  <a:off x="9025138" y="3874483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9" y="112967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12" name="Forme libre : forme 14911">
                  <a:extLst>
                    <a:ext uri="{FF2B5EF4-FFF2-40B4-BE49-F238E27FC236}">
                      <a16:creationId xmlns:a16="http://schemas.microsoft.com/office/drawing/2014/main" id="{0E02E466-9624-4572-A54D-1607E02CABC3}"/>
                    </a:ext>
                  </a:extLst>
                </p:cNvPr>
                <p:cNvSpPr/>
                <p:nvPr/>
              </p:nvSpPr>
              <p:spPr>
                <a:xfrm>
                  <a:off x="9025150" y="3874591"/>
                  <a:ext cx="112697" cy="103619"/>
                </a:xfrm>
                <a:custGeom>
                  <a:avLst/>
                  <a:gdLst>
                    <a:gd name="connsiteX0" fmla="*/ 55519 w 112697"/>
                    <a:gd name="connsiteY0" fmla="*/ 55519 h 103619"/>
                    <a:gd name="connsiteX1" fmla="*/ 112669 w 112697"/>
                    <a:gd name="connsiteY1" fmla="*/ 58186 h 103619"/>
                    <a:gd name="connsiteX2" fmla="*/ 106287 w 112697"/>
                    <a:gd name="connsiteY2" fmla="*/ 29897 h 103619"/>
                    <a:gd name="connsiteX3" fmla="*/ 29897 w 112697"/>
                    <a:gd name="connsiteY3" fmla="*/ 6656 h 103619"/>
                    <a:gd name="connsiteX4" fmla="*/ 6656 w 112697"/>
                    <a:gd name="connsiteY4" fmla="*/ 83046 h 103619"/>
                    <a:gd name="connsiteX5" fmla="*/ 25896 w 112697"/>
                    <a:gd name="connsiteY5" fmla="*/ 103620 h 103619"/>
                    <a:gd name="connsiteX6" fmla="*/ 55519 w 112697"/>
                    <a:gd name="connsiteY6" fmla="*/ 55519 h 103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697" h="103619">
                      <a:moveTo>
                        <a:pt x="55519" y="55519"/>
                      </a:moveTo>
                      <a:cubicBezTo>
                        <a:pt x="74283" y="45517"/>
                        <a:pt x="96000" y="47422"/>
                        <a:pt x="112669" y="58186"/>
                      </a:cubicBezTo>
                      <a:cubicBezTo>
                        <a:pt x="112955" y="48661"/>
                        <a:pt x="111145" y="38945"/>
                        <a:pt x="106287" y="29897"/>
                      </a:cubicBezTo>
                      <a:cubicBezTo>
                        <a:pt x="91618" y="2369"/>
                        <a:pt x="57424" y="-8013"/>
                        <a:pt x="29897" y="6656"/>
                      </a:cubicBezTo>
                      <a:cubicBezTo>
                        <a:pt x="2369" y="21324"/>
                        <a:pt x="-8013" y="55519"/>
                        <a:pt x="6656" y="83046"/>
                      </a:cubicBezTo>
                      <a:cubicBezTo>
                        <a:pt x="11323" y="91809"/>
                        <a:pt x="18085" y="98572"/>
                        <a:pt x="25896" y="103620"/>
                      </a:cubicBezTo>
                      <a:cubicBezTo>
                        <a:pt x="26563" y="83998"/>
                        <a:pt x="37040" y="65330"/>
                        <a:pt x="55519" y="5551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13" name="Forme libre : forme 14912">
                  <a:extLst>
                    <a:ext uri="{FF2B5EF4-FFF2-40B4-BE49-F238E27FC236}">
                      <a16:creationId xmlns:a16="http://schemas.microsoft.com/office/drawing/2014/main" id="{7928A329-D5F0-468D-B8CB-5FDFF797AB02}"/>
                    </a:ext>
                  </a:extLst>
                </p:cNvPr>
                <p:cNvSpPr/>
                <p:nvPr/>
              </p:nvSpPr>
              <p:spPr>
                <a:xfrm rot="-3259867">
                  <a:off x="9043423" y="3922709"/>
                  <a:ext cx="47053" cy="54101"/>
                </a:xfrm>
                <a:custGeom>
                  <a:avLst/>
                  <a:gdLst>
                    <a:gd name="connsiteX0" fmla="*/ 47054 w 47053"/>
                    <a:gd name="connsiteY0" fmla="*/ 27051 h 54101"/>
                    <a:gd name="connsiteX1" fmla="*/ 23527 w 47053"/>
                    <a:gd name="connsiteY1" fmla="*/ 54102 h 54101"/>
                    <a:gd name="connsiteX2" fmla="*/ 0 w 47053"/>
                    <a:gd name="connsiteY2" fmla="*/ 27051 h 54101"/>
                    <a:gd name="connsiteX3" fmla="*/ 23527 w 47053"/>
                    <a:gd name="connsiteY3" fmla="*/ 0 h 54101"/>
                    <a:gd name="connsiteX4" fmla="*/ 47054 w 47053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1">
                      <a:moveTo>
                        <a:pt x="47054" y="27051"/>
                      </a:moveTo>
                      <a:cubicBezTo>
                        <a:pt x="47054" y="41991"/>
                        <a:pt x="36520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14" name="Forme libre : forme 14913">
                  <a:extLst>
                    <a:ext uri="{FF2B5EF4-FFF2-40B4-BE49-F238E27FC236}">
                      <a16:creationId xmlns:a16="http://schemas.microsoft.com/office/drawing/2014/main" id="{2275FDD4-8536-4338-8638-43589C785949}"/>
                    </a:ext>
                  </a:extLst>
                </p:cNvPr>
                <p:cNvSpPr/>
                <p:nvPr/>
              </p:nvSpPr>
              <p:spPr>
                <a:xfrm>
                  <a:off x="9079811" y="3945635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915" name="Graphique 2">
              <a:extLst>
                <a:ext uri="{FF2B5EF4-FFF2-40B4-BE49-F238E27FC236}">
                  <a16:creationId xmlns:a16="http://schemas.microsoft.com/office/drawing/2014/main" id="{8025CDAF-08CA-4F44-AA80-D3E1C67A3983}"/>
                </a:ext>
              </a:extLst>
            </p:cNvPr>
            <p:cNvGrpSpPr/>
            <p:nvPr/>
          </p:nvGrpSpPr>
          <p:grpSpPr>
            <a:xfrm>
              <a:off x="8193700" y="4437125"/>
              <a:ext cx="268700" cy="155448"/>
              <a:chOff x="8193700" y="4437125"/>
              <a:chExt cx="268700" cy="155448"/>
            </a:xfrm>
            <a:solidFill>
              <a:schemeClr val="accent1"/>
            </a:solidFill>
          </p:grpSpPr>
          <p:grpSp>
            <p:nvGrpSpPr>
              <p:cNvPr id="14916" name="Graphique 2">
                <a:extLst>
                  <a:ext uri="{FF2B5EF4-FFF2-40B4-BE49-F238E27FC236}">
                    <a16:creationId xmlns:a16="http://schemas.microsoft.com/office/drawing/2014/main" id="{9C08176D-64CA-4611-BA86-5F4ADD383DED}"/>
                  </a:ext>
                </a:extLst>
              </p:cNvPr>
              <p:cNvGrpSpPr/>
              <p:nvPr/>
            </p:nvGrpSpPr>
            <p:grpSpPr>
              <a:xfrm>
                <a:off x="8349434" y="4437125"/>
                <a:ext cx="112966" cy="112966"/>
                <a:chOff x="8349434" y="4437125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917" name="Forme libre : forme 14916">
                  <a:extLst>
                    <a:ext uri="{FF2B5EF4-FFF2-40B4-BE49-F238E27FC236}">
                      <a16:creationId xmlns:a16="http://schemas.microsoft.com/office/drawing/2014/main" id="{C1A6104B-D234-433E-9AB6-CDD81BC95F1B}"/>
                    </a:ext>
                  </a:extLst>
                </p:cNvPr>
                <p:cNvSpPr/>
                <p:nvPr/>
              </p:nvSpPr>
              <p:spPr>
                <a:xfrm>
                  <a:off x="8349434" y="4437125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18" name="Forme libre : forme 14917">
                  <a:extLst>
                    <a:ext uri="{FF2B5EF4-FFF2-40B4-BE49-F238E27FC236}">
                      <a16:creationId xmlns:a16="http://schemas.microsoft.com/office/drawing/2014/main" id="{86AC941C-E973-40CB-A018-C321E5C5CC67}"/>
                    </a:ext>
                  </a:extLst>
                </p:cNvPr>
                <p:cNvSpPr/>
                <p:nvPr/>
              </p:nvSpPr>
              <p:spPr>
                <a:xfrm>
                  <a:off x="8349586" y="4437292"/>
                  <a:ext cx="112742" cy="93273"/>
                </a:xfrm>
                <a:custGeom>
                  <a:avLst/>
                  <a:gdLst>
                    <a:gd name="connsiteX0" fmla="*/ 56141 w 112742"/>
                    <a:gd name="connsiteY0" fmla="*/ 55078 h 93273"/>
                    <a:gd name="connsiteX1" fmla="*/ 98718 w 112742"/>
                    <a:gd name="connsiteY1" fmla="*/ 93273 h 93273"/>
                    <a:gd name="connsiteX2" fmla="*/ 111672 w 112742"/>
                    <a:gd name="connsiteY2" fmla="*/ 67365 h 93273"/>
                    <a:gd name="connsiteX3" fmla="*/ 67285 w 112742"/>
                    <a:gd name="connsiteY3" fmla="*/ 1071 h 93273"/>
                    <a:gd name="connsiteX4" fmla="*/ 991 w 112742"/>
                    <a:gd name="connsiteY4" fmla="*/ 45458 h 93273"/>
                    <a:gd name="connsiteX5" fmla="*/ 2896 w 112742"/>
                    <a:gd name="connsiteY5" fmla="*/ 73556 h 93273"/>
                    <a:gd name="connsiteX6" fmla="*/ 56141 w 112742"/>
                    <a:gd name="connsiteY6" fmla="*/ 55078 h 93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742" h="93273">
                      <a:moveTo>
                        <a:pt x="56141" y="55078"/>
                      </a:moveTo>
                      <a:cubicBezTo>
                        <a:pt x="77001" y="59174"/>
                        <a:pt x="92622" y="74414"/>
                        <a:pt x="98718" y="93273"/>
                      </a:cubicBezTo>
                      <a:cubicBezTo>
                        <a:pt x="105004" y="86034"/>
                        <a:pt x="109671" y="77367"/>
                        <a:pt x="111672" y="67365"/>
                      </a:cubicBezTo>
                      <a:cubicBezTo>
                        <a:pt x="117672" y="36790"/>
                        <a:pt x="97860" y="7072"/>
                        <a:pt x="67285" y="1071"/>
                      </a:cubicBezTo>
                      <a:cubicBezTo>
                        <a:pt x="36710" y="-4930"/>
                        <a:pt x="6992" y="14883"/>
                        <a:pt x="991" y="45458"/>
                      </a:cubicBezTo>
                      <a:cubicBezTo>
                        <a:pt x="-914" y="55173"/>
                        <a:pt x="39" y="64698"/>
                        <a:pt x="2896" y="73556"/>
                      </a:cubicBezTo>
                      <a:cubicBezTo>
                        <a:pt x="15660" y="58793"/>
                        <a:pt x="35662" y="50982"/>
                        <a:pt x="56141" y="55078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19" name="Forme libre : forme 14918">
                  <a:extLst>
                    <a:ext uri="{FF2B5EF4-FFF2-40B4-BE49-F238E27FC236}">
                      <a16:creationId xmlns:a16="http://schemas.microsoft.com/office/drawing/2014/main" id="{DA0A5E66-FED9-4FC8-8397-56395649984B}"/>
                    </a:ext>
                  </a:extLst>
                </p:cNvPr>
                <p:cNvSpPr/>
                <p:nvPr/>
              </p:nvSpPr>
              <p:spPr>
                <a:xfrm rot="-903880">
                  <a:off x="8359157" y="4471459"/>
                  <a:ext cx="47051" cy="54100"/>
                </a:xfrm>
                <a:custGeom>
                  <a:avLst/>
                  <a:gdLst>
                    <a:gd name="connsiteX0" fmla="*/ 47052 w 47051"/>
                    <a:gd name="connsiteY0" fmla="*/ 27050 h 54100"/>
                    <a:gd name="connsiteX1" fmla="*/ 23526 w 47051"/>
                    <a:gd name="connsiteY1" fmla="*/ 54100 h 54100"/>
                    <a:gd name="connsiteX2" fmla="*/ 0 w 47051"/>
                    <a:gd name="connsiteY2" fmla="*/ 27050 h 54100"/>
                    <a:gd name="connsiteX3" fmla="*/ 23526 w 47051"/>
                    <a:gd name="connsiteY3" fmla="*/ 0 h 54100"/>
                    <a:gd name="connsiteX4" fmla="*/ 47052 w 47051"/>
                    <a:gd name="connsiteY4" fmla="*/ 27050 h 54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1" h="54100">
                      <a:moveTo>
                        <a:pt x="47052" y="27050"/>
                      </a:moveTo>
                      <a:cubicBezTo>
                        <a:pt x="47052" y="41989"/>
                        <a:pt x="36519" y="54100"/>
                        <a:pt x="23526" y="54100"/>
                      </a:cubicBezTo>
                      <a:cubicBezTo>
                        <a:pt x="10533" y="54100"/>
                        <a:pt x="0" y="41989"/>
                        <a:pt x="0" y="27050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19" y="0"/>
                        <a:pt x="47052" y="12111"/>
                        <a:pt x="47052" y="27050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20" name="Forme libre : forme 14919">
                  <a:extLst>
                    <a:ext uri="{FF2B5EF4-FFF2-40B4-BE49-F238E27FC236}">
                      <a16:creationId xmlns:a16="http://schemas.microsoft.com/office/drawing/2014/main" id="{8975A27B-45E2-4E18-9062-1EE0C58D84B2}"/>
                    </a:ext>
                  </a:extLst>
                </p:cNvPr>
                <p:cNvSpPr/>
                <p:nvPr/>
              </p:nvSpPr>
              <p:spPr>
                <a:xfrm>
                  <a:off x="8387248" y="4507610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921" name="Graphique 2">
                <a:extLst>
                  <a:ext uri="{FF2B5EF4-FFF2-40B4-BE49-F238E27FC236}">
                    <a16:creationId xmlns:a16="http://schemas.microsoft.com/office/drawing/2014/main" id="{E75D381C-E525-46CD-B54E-E19C2744E601}"/>
                  </a:ext>
                </a:extLst>
              </p:cNvPr>
              <p:cNvGrpSpPr/>
              <p:nvPr/>
            </p:nvGrpSpPr>
            <p:grpSpPr>
              <a:xfrm>
                <a:off x="8193700" y="4479607"/>
                <a:ext cx="112966" cy="112966"/>
                <a:chOff x="8193700" y="4479607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922" name="Forme libre : forme 14921">
                  <a:extLst>
                    <a:ext uri="{FF2B5EF4-FFF2-40B4-BE49-F238E27FC236}">
                      <a16:creationId xmlns:a16="http://schemas.microsoft.com/office/drawing/2014/main" id="{C8B74F52-06D4-4A59-BB7E-790A22A285D6}"/>
                    </a:ext>
                  </a:extLst>
                </p:cNvPr>
                <p:cNvSpPr/>
                <p:nvPr/>
              </p:nvSpPr>
              <p:spPr>
                <a:xfrm>
                  <a:off x="8193700" y="4479607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23" name="Forme libre : forme 14922">
                  <a:extLst>
                    <a:ext uri="{FF2B5EF4-FFF2-40B4-BE49-F238E27FC236}">
                      <a16:creationId xmlns:a16="http://schemas.microsoft.com/office/drawing/2014/main" id="{68185EBB-99AF-46EB-B03A-FAAE92B0CEDE}"/>
                    </a:ext>
                  </a:extLst>
                </p:cNvPr>
                <p:cNvSpPr/>
                <p:nvPr/>
              </p:nvSpPr>
              <p:spPr>
                <a:xfrm>
                  <a:off x="8193852" y="4479678"/>
                  <a:ext cx="112742" cy="93273"/>
                </a:xfrm>
                <a:custGeom>
                  <a:avLst/>
                  <a:gdLst>
                    <a:gd name="connsiteX0" fmla="*/ 56141 w 112742"/>
                    <a:gd name="connsiteY0" fmla="*/ 55078 h 93273"/>
                    <a:gd name="connsiteX1" fmla="*/ 98717 w 112742"/>
                    <a:gd name="connsiteY1" fmla="*/ 93273 h 93273"/>
                    <a:gd name="connsiteX2" fmla="*/ 111672 w 112742"/>
                    <a:gd name="connsiteY2" fmla="*/ 67365 h 93273"/>
                    <a:gd name="connsiteX3" fmla="*/ 67285 w 112742"/>
                    <a:gd name="connsiteY3" fmla="*/ 1071 h 93273"/>
                    <a:gd name="connsiteX4" fmla="*/ 991 w 112742"/>
                    <a:gd name="connsiteY4" fmla="*/ 45457 h 93273"/>
                    <a:gd name="connsiteX5" fmla="*/ 2896 w 112742"/>
                    <a:gd name="connsiteY5" fmla="*/ 73556 h 93273"/>
                    <a:gd name="connsiteX6" fmla="*/ 56141 w 112742"/>
                    <a:gd name="connsiteY6" fmla="*/ 55078 h 93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742" h="93273">
                      <a:moveTo>
                        <a:pt x="56141" y="55078"/>
                      </a:moveTo>
                      <a:cubicBezTo>
                        <a:pt x="77000" y="59173"/>
                        <a:pt x="92622" y="74414"/>
                        <a:pt x="98717" y="93273"/>
                      </a:cubicBezTo>
                      <a:cubicBezTo>
                        <a:pt x="105004" y="86034"/>
                        <a:pt x="109671" y="77366"/>
                        <a:pt x="111672" y="67365"/>
                      </a:cubicBezTo>
                      <a:cubicBezTo>
                        <a:pt x="117672" y="36790"/>
                        <a:pt x="97860" y="7072"/>
                        <a:pt x="67285" y="1071"/>
                      </a:cubicBezTo>
                      <a:cubicBezTo>
                        <a:pt x="36710" y="-4930"/>
                        <a:pt x="6992" y="14882"/>
                        <a:pt x="991" y="45457"/>
                      </a:cubicBezTo>
                      <a:cubicBezTo>
                        <a:pt x="-914" y="55173"/>
                        <a:pt x="39" y="64698"/>
                        <a:pt x="2896" y="73556"/>
                      </a:cubicBezTo>
                      <a:cubicBezTo>
                        <a:pt x="15659" y="58888"/>
                        <a:pt x="35662" y="51077"/>
                        <a:pt x="56141" y="55078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24" name="Forme libre : forme 14923">
                  <a:extLst>
                    <a:ext uri="{FF2B5EF4-FFF2-40B4-BE49-F238E27FC236}">
                      <a16:creationId xmlns:a16="http://schemas.microsoft.com/office/drawing/2014/main" id="{F6C821F2-2A4F-4FD9-8F20-B767BBCBC880}"/>
                    </a:ext>
                  </a:extLst>
                </p:cNvPr>
                <p:cNvSpPr/>
                <p:nvPr/>
              </p:nvSpPr>
              <p:spPr>
                <a:xfrm rot="-903880">
                  <a:off x="8203438" y="4513934"/>
                  <a:ext cx="47051" cy="54100"/>
                </a:xfrm>
                <a:custGeom>
                  <a:avLst/>
                  <a:gdLst>
                    <a:gd name="connsiteX0" fmla="*/ 47052 w 47051"/>
                    <a:gd name="connsiteY0" fmla="*/ 27050 h 54100"/>
                    <a:gd name="connsiteX1" fmla="*/ 23526 w 47051"/>
                    <a:gd name="connsiteY1" fmla="*/ 54100 h 54100"/>
                    <a:gd name="connsiteX2" fmla="*/ 0 w 47051"/>
                    <a:gd name="connsiteY2" fmla="*/ 27050 h 54100"/>
                    <a:gd name="connsiteX3" fmla="*/ 23526 w 47051"/>
                    <a:gd name="connsiteY3" fmla="*/ 0 h 54100"/>
                    <a:gd name="connsiteX4" fmla="*/ 47052 w 47051"/>
                    <a:gd name="connsiteY4" fmla="*/ 27050 h 54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1" h="54100">
                      <a:moveTo>
                        <a:pt x="47052" y="27050"/>
                      </a:moveTo>
                      <a:cubicBezTo>
                        <a:pt x="47052" y="41989"/>
                        <a:pt x="36519" y="54100"/>
                        <a:pt x="23526" y="54100"/>
                      </a:cubicBezTo>
                      <a:cubicBezTo>
                        <a:pt x="10533" y="54100"/>
                        <a:pt x="0" y="41989"/>
                        <a:pt x="0" y="27050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19" y="0"/>
                        <a:pt x="47052" y="12111"/>
                        <a:pt x="47052" y="27050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25" name="Forme libre : forme 14924">
                  <a:extLst>
                    <a:ext uri="{FF2B5EF4-FFF2-40B4-BE49-F238E27FC236}">
                      <a16:creationId xmlns:a16="http://schemas.microsoft.com/office/drawing/2014/main" id="{7338DCC5-B23C-44A5-8A96-C1DFBDE07E97}"/>
                    </a:ext>
                  </a:extLst>
                </p:cNvPr>
                <p:cNvSpPr/>
                <p:nvPr/>
              </p:nvSpPr>
              <p:spPr>
                <a:xfrm>
                  <a:off x="8231515" y="4549996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926" name="Graphique 2">
              <a:extLst>
                <a:ext uri="{FF2B5EF4-FFF2-40B4-BE49-F238E27FC236}">
                  <a16:creationId xmlns:a16="http://schemas.microsoft.com/office/drawing/2014/main" id="{974B471D-A506-4DC9-A918-16C8AC29F82C}"/>
                </a:ext>
              </a:extLst>
            </p:cNvPr>
            <p:cNvGrpSpPr/>
            <p:nvPr/>
          </p:nvGrpSpPr>
          <p:grpSpPr>
            <a:xfrm>
              <a:off x="6954879" y="3865149"/>
              <a:ext cx="204501" cy="245935"/>
              <a:chOff x="6954879" y="3865149"/>
              <a:chExt cx="204501" cy="245935"/>
            </a:xfrm>
            <a:solidFill>
              <a:schemeClr val="accent1"/>
            </a:solidFill>
          </p:grpSpPr>
          <p:grpSp>
            <p:nvGrpSpPr>
              <p:cNvPr id="14927" name="Graphique 2">
                <a:extLst>
                  <a:ext uri="{FF2B5EF4-FFF2-40B4-BE49-F238E27FC236}">
                    <a16:creationId xmlns:a16="http://schemas.microsoft.com/office/drawing/2014/main" id="{0578EDD0-A314-45C3-8B6C-848A908BD627}"/>
                  </a:ext>
                </a:extLst>
              </p:cNvPr>
              <p:cNvGrpSpPr/>
              <p:nvPr/>
            </p:nvGrpSpPr>
            <p:grpSpPr>
              <a:xfrm>
                <a:off x="6954879" y="3865149"/>
                <a:ext cx="112966" cy="112966"/>
                <a:chOff x="6954879" y="3865149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928" name="Forme libre : forme 14927">
                  <a:extLst>
                    <a:ext uri="{FF2B5EF4-FFF2-40B4-BE49-F238E27FC236}">
                      <a16:creationId xmlns:a16="http://schemas.microsoft.com/office/drawing/2014/main" id="{0BDE8ADD-555D-446B-9239-3E25761F285E}"/>
                    </a:ext>
                  </a:extLst>
                </p:cNvPr>
                <p:cNvSpPr/>
                <p:nvPr/>
              </p:nvSpPr>
              <p:spPr>
                <a:xfrm>
                  <a:off x="6954879" y="3865149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29" name="Forme libre : forme 14928">
                  <a:extLst>
                    <a:ext uri="{FF2B5EF4-FFF2-40B4-BE49-F238E27FC236}">
                      <a16:creationId xmlns:a16="http://schemas.microsoft.com/office/drawing/2014/main" id="{A1BC605F-804D-4347-8F76-AE862A573F56}"/>
                    </a:ext>
                  </a:extLst>
                </p:cNvPr>
                <p:cNvSpPr/>
                <p:nvPr/>
              </p:nvSpPr>
              <p:spPr>
                <a:xfrm>
                  <a:off x="6954977" y="3865202"/>
                  <a:ext cx="90293" cy="112814"/>
                </a:xfrm>
                <a:custGeom>
                  <a:avLst/>
                  <a:gdLst>
                    <a:gd name="connsiteX0" fmla="*/ 55242 w 90293"/>
                    <a:gd name="connsiteY0" fmla="*/ 57001 h 112814"/>
                    <a:gd name="connsiteX1" fmla="*/ 77244 w 90293"/>
                    <a:gd name="connsiteY1" fmla="*/ 4233 h 112814"/>
                    <a:gd name="connsiteX2" fmla="*/ 48479 w 90293"/>
                    <a:gd name="connsiteY2" fmla="*/ 518 h 112814"/>
                    <a:gd name="connsiteX3" fmla="*/ 568 w 90293"/>
                    <a:gd name="connsiteY3" fmla="*/ 64335 h 112814"/>
                    <a:gd name="connsiteX4" fmla="*/ 64386 w 90293"/>
                    <a:gd name="connsiteY4" fmla="*/ 112246 h 112814"/>
                    <a:gd name="connsiteX5" fmla="*/ 90294 w 90293"/>
                    <a:gd name="connsiteY5" fmla="*/ 101197 h 112814"/>
                    <a:gd name="connsiteX6" fmla="*/ 55242 w 90293"/>
                    <a:gd name="connsiteY6" fmla="*/ 57001 h 112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293" h="112814">
                      <a:moveTo>
                        <a:pt x="55242" y="57001"/>
                      </a:moveTo>
                      <a:cubicBezTo>
                        <a:pt x="52289" y="35951"/>
                        <a:pt x="61433" y="16139"/>
                        <a:pt x="77244" y="4233"/>
                      </a:cubicBezTo>
                      <a:cubicBezTo>
                        <a:pt x="68386" y="708"/>
                        <a:pt x="58575" y="-911"/>
                        <a:pt x="48479" y="518"/>
                      </a:cubicBezTo>
                      <a:cubicBezTo>
                        <a:pt x="17618" y="4899"/>
                        <a:pt x="-3813" y="33474"/>
                        <a:pt x="568" y="64335"/>
                      </a:cubicBezTo>
                      <a:cubicBezTo>
                        <a:pt x="4950" y="95197"/>
                        <a:pt x="33525" y="116628"/>
                        <a:pt x="64386" y="112246"/>
                      </a:cubicBezTo>
                      <a:cubicBezTo>
                        <a:pt x="74197" y="110817"/>
                        <a:pt x="82960" y="106817"/>
                        <a:pt x="90294" y="101197"/>
                      </a:cubicBezTo>
                      <a:cubicBezTo>
                        <a:pt x="72101" y="94054"/>
                        <a:pt x="58194" y="77766"/>
                        <a:pt x="55242" y="57001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30" name="Forme libre : forme 14929">
                  <a:extLst>
                    <a:ext uri="{FF2B5EF4-FFF2-40B4-BE49-F238E27FC236}">
                      <a16:creationId xmlns:a16="http://schemas.microsoft.com/office/drawing/2014/main" id="{85D5925B-E99D-4D42-8359-D60FA5121097}"/>
                    </a:ext>
                  </a:extLst>
                </p:cNvPr>
                <p:cNvSpPr/>
                <p:nvPr/>
              </p:nvSpPr>
              <p:spPr>
                <a:xfrm rot="-2060402">
                  <a:off x="6996621" y="3918393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31" name="Forme libre : forme 14930">
                  <a:extLst>
                    <a:ext uri="{FF2B5EF4-FFF2-40B4-BE49-F238E27FC236}">
                      <a16:creationId xmlns:a16="http://schemas.microsoft.com/office/drawing/2014/main" id="{2A2CA58C-0F9E-4B1F-9F1A-7D140C7F209E}"/>
                    </a:ext>
                  </a:extLst>
                </p:cNvPr>
                <p:cNvSpPr/>
                <p:nvPr/>
              </p:nvSpPr>
              <p:spPr>
                <a:xfrm>
                  <a:off x="7027174" y="3913631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932" name="Graphique 2">
                <a:extLst>
                  <a:ext uri="{FF2B5EF4-FFF2-40B4-BE49-F238E27FC236}">
                    <a16:creationId xmlns:a16="http://schemas.microsoft.com/office/drawing/2014/main" id="{C29C00FB-EBB0-44B6-A37F-7A5F91750F39}"/>
                  </a:ext>
                </a:extLst>
              </p:cNvPr>
              <p:cNvGrpSpPr/>
              <p:nvPr/>
            </p:nvGrpSpPr>
            <p:grpSpPr>
              <a:xfrm>
                <a:off x="7046414" y="3998118"/>
                <a:ext cx="112966" cy="112966"/>
                <a:chOff x="7046414" y="3998118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933" name="Forme libre : forme 14932">
                  <a:extLst>
                    <a:ext uri="{FF2B5EF4-FFF2-40B4-BE49-F238E27FC236}">
                      <a16:creationId xmlns:a16="http://schemas.microsoft.com/office/drawing/2014/main" id="{23A41DDF-D6E6-45B9-B5D2-C7ADC63911D6}"/>
                    </a:ext>
                  </a:extLst>
                </p:cNvPr>
                <p:cNvSpPr/>
                <p:nvPr/>
              </p:nvSpPr>
              <p:spPr>
                <a:xfrm>
                  <a:off x="7046414" y="3998118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34" name="Forme libre : forme 14933">
                  <a:extLst>
                    <a:ext uri="{FF2B5EF4-FFF2-40B4-BE49-F238E27FC236}">
                      <a16:creationId xmlns:a16="http://schemas.microsoft.com/office/drawing/2014/main" id="{21D281F0-BF22-46F5-B3A3-7FABC09A90C2}"/>
                    </a:ext>
                  </a:extLst>
                </p:cNvPr>
                <p:cNvSpPr/>
                <p:nvPr/>
              </p:nvSpPr>
              <p:spPr>
                <a:xfrm>
                  <a:off x="7046417" y="3998267"/>
                  <a:ext cx="90293" cy="112814"/>
                </a:xfrm>
                <a:custGeom>
                  <a:avLst/>
                  <a:gdLst>
                    <a:gd name="connsiteX0" fmla="*/ 55242 w 90293"/>
                    <a:gd name="connsiteY0" fmla="*/ 57001 h 112814"/>
                    <a:gd name="connsiteX1" fmla="*/ 77245 w 90293"/>
                    <a:gd name="connsiteY1" fmla="*/ 4233 h 112814"/>
                    <a:gd name="connsiteX2" fmla="*/ 48479 w 90293"/>
                    <a:gd name="connsiteY2" fmla="*/ 518 h 112814"/>
                    <a:gd name="connsiteX3" fmla="*/ 568 w 90293"/>
                    <a:gd name="connsiteY3" fmla="*/ 64335 h 112814"/>
                    <a:gd name="connsiteX4" fmla="*/ 64386 w 90293"/>
                    <a:gd name="connsiteY4" fmla="*/ 112246 h 112814"/>
                    <a:gd name="connsiteX5" fmla="*/ 90294 w 90293"/>
                    <a:gd name="connsiteY5" fmla="*/ 101197 h 112814"/>
                    <a:gd name="connsiteX6" fmla="*/ 55242 w 90293"/>
                    <a:gd name="connsiteY6" fmla="*/ 57001 h 112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293" h="112814">
                      <a:moveTo>
                        <a:pt x="55242" y="57001"/>
                      </a:moveTo>
                      <a:cubicBezTo>
                        <a:pt x="52289" y="35951"/>
                        <a:pt x="61433" y="16139"/>
                        <a:pt x="77245" y="4233"/>
                      </a:cubicBezTo>
                      <a:cubicBezTo>
                        <a:pt x="68386" y="708"/>
                        <a:pt x="58575" y="-911"/>
                        <a:pt x="48479" y="518"/>
                      </a:cubicBezTo>
                      <a:cubicBezTo>
                        <a:pt x="17618" y="4899"/>
                        <a:pt x="-3813" y="33474"/>
                        <a:pt x="568" y="64335"/>
                      </a:cubicBezTo>
                      <a:cubicBezTo>
                        <a:pt x="4950" y="95197"/>
                        <a:pt x="33525" y="116628"/>
                        <a:pt x="64386" y="112246"/>
                      </a:cubicBezTo>
                      <a:cubicBezTo>
                        <a:pt x="74196" y="110817"/>
                        <a:pt x="82959" y="106817"/>
                        <a:pt x="90294" y="101197"/>
                      </a:cubicBezTo>
                      <a:cubicBezTo>
                        <a:pt x="72196" y="93958"/>
                        <a:pt x="58195" y="77671"/>
                        <a:pt x="55242" y="57001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35" name="Forme libre : forme 14934">
                  <a:extLst>
                    <a:ext uri="{FF2B5EF4-FFF2-40B4-BE49-F238E27FC236}">
                      <a16:creationId xmlns:a16="http://schemas.microsoft.com/office/drawing/2014/main" id="{169FDDDE-F399-4333-A629-1D70520B20F0}"/>
                    </a:ext>
                  </a:extLst>
                </p:cNvPr>
                <p:cNvSpPr/>
                <p:nvPr/>
              </p:nvSpPr>
              <p:spPr>
                <a:xfrm rot="-2060402">
                  <a:off x="7088047" y="4051395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36" name="Forme libre : forme 14935">
                  <a:extLst>
                    <a:ext uri="{FF2B5EF4-FFF2-40B4-BE49-F238E27FC236}">
                      <a16:creationId xmlns:a16="http://schemas.microsoft.com/office/drawing/2014/main" id="{0BDA74A1-7336-468E-A03F-058B8B119D2C}"/>
                    </a:ext>
                  </a:extLst>
                </p:cNvPr>
                <p:cNvSpPr/>
                <p:nvPr/>
              </p:nvSpPr>
              <p:spPr>
                <a:xfrm>
                  <a:off x="7118614" y="4046600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6" y="18478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937" name="Graphique 2">
              <a:extLst>
                <a:ext uri="{FF2B5EF4-FFF2-40B4-BE49-F238E27FC236}">
                  <a16:creationId xmlns:a16="http://schemas.microsoft.com/office/drawing/2014/main" id="{B5EACFB0-9636-4819-90B9-E7E1C805CE25}"/>
                </a:ext>
              </a:extLst>
            </p:cNvPr>
            <p:cNvGrpSpPr/>
            <p:nvPr/>
          </p:nvGrpSpPr>
          <p:grpSpPr>
            <a:xfrm>
              <a:off x="7515508" y="4063745"/>
              <a:ext cx="164890" cy="265842"/>
              <a:chOff x="7515508" y="4063745"/>
              <a:chExt cx="164890" cy="265842"/>
            </a:xfrm>
            <a:solidFill>
              <a:schemeClr val="accent1"/>
            </a:solidFill>
          </p:grpSpPr>
          <p:grpSp>
            <p:nvGrpSpPr>
              <p:cNvPr id="14938" name="Graphique 2">
                <a:extLst>
                  <a:ext uri="{FF2B5EF4-FFF2-40B4-BE49-F238E27FC236}">
                    <a16:creationId xmlns:a16="http://schemas.microsoft.com/office/drawing/2014/main" id="{7291795E-996D-4DCD-ADB3-A7172EB31D14}"/>
                  </a:ext>
                </a:extLst>
              </p:cNvPr>
              <p:cNvGrpSpPr/>
              <p:nvPr/>
            </p:nvGrpSpPr>
            <p:grpSpPr>
              <a:xfrm>
                <a:off x="7567432" y="4063745"/>
                <a:ext cx="112966" cy="112966"/>
                <a:chOff x="7567432" y="4063745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939" name="Forme libre : forme 14938">
                  <a:extLst>
                    <a:ext uri="{FF2B5EF4-FFF2-40B4-BE49-F238E27FC236}">
                      <a16:creationId xmlns:a16="http://schemas.microsoft.com/office/drawing/2014/main" id="{991AF927-9C7B-47FE-8820-9DB83E02B641}"/>
                    </a:ext>
                  </a:extLst>
                </p:cNvPr>
                <p:cNvSpPr/>
                <p:nvPr/>
              </p:nvSpPr>
              <p:spPr>
                <a:xfrm>
                  <a:off x="7567432" y="4063745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40" name="Forme libre : forme 14939">
                  <a:extLst>
                    <a:ext uri="{FF2B5EF4-FFF2-40B4-BE49-F238E27FC236}">
                      <a16:creationId xmlns:a16="http://schemas.microsoft.com/office/drawing/2014/main" id="{96DFCBF5-EFC0-4C7E-8B76-F6260253478B}"/>
                    </a:ext>
                  </a:extLst>
                </p:cNvPr>
                <p:cNvSpPr/>
                <p:nvPr/>
              </p:nvSpPr>
              <p:spPr>
                <a:xfrm>
                  <a:off x="7567514" y="4063828"/>
                  <a:ext cx="110788" cy="110407"/>
                </a:xfrm>
                <a:custGeom>
                  <a:avLst/>
                  <a:gdLst>
                    <a:gd name="connsiteX0" fmla="*/ 55257 w 110788"/>
                    <a:gd name="connsiteY0" fmla="*/ 55829 h 110407"/>
                    <a:gd name="connsiteX1" fmla="*/ 110788 w 110788"/>
                    <a:gd name="connsiteY1" fmla="*/ 41922 h 110407"/>
                    <a:gd name="connsiteX2" fmla="*/ 96501 w 110788"/>
                    <a:gd name="connsiteY2" fmla="*/ 16681 h 110407"/>
                    <a:gd name="connsiteX3" fmla="*/ 16681 w 110788"/>
                    <a:gd name="connsiteY3" fmla="*/ 16395 h 110407"/>
                    <a:gd name="connsiteX4" fmla="*/ 16395 w 110788"/>
                    <a:gd name="connsiteY4" fmla="*/ 96215 h 110407"/>
                    <a:gd name="connsiteX5" fmla="*/ 40779 w 110788"/>
                    <a:gd name="connsiteY5" fmla="*/ 110407 h 110407"/>
                    <a:gd name="connsiteX6" fmla="*/ 55257 w 110788"/>
                    <a:gd name="connsiteY6" fmla="*/ 55829 h 110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788" h="110407">
                      <a:moveTo>
                        <a:pt x="55257" y="55829"/>
                      </a:moveTo>
                      <a:cubicBezTo>
                        <a:pt x="70307" y="40875"/>
                        <a:pt x="91643" y="36398"/>
                        <a:pt x="110788" y="41922"/>
                      </a:cubicBezTo>
                      <a:cubicBezTo>
                        <a:pt x="108312" y="32683"/>
                        <a:pt x="103740" y="23920"/>
                        <a:pt x="96501" y="16681"/>
                      </a:cubicBezTo>
                      <a:cubicBezTo>
                        <a:pt x="74498" y="-5417"/>
                        <a:pt x="38779" y="-5607"/>
                        <a:pt x="16681" y="16395"/>
                      </a:cubicBezTo>
                      <a:cubicBezTo>
                        <a:pt x="-5417" y="38398"/>
                        <a:pt x="-5607" y="74117"/>
                        <a:pt x="16395" y="96215"/>
                      </a:cubicBezTo>
                      <a:cubicBezTo>
                        <a:pt x="23349" y="103263"/>
                        <a:pt x="31826" y="107835"/>
                        <a:pt x="40779" y="110407"/>
                      </a:cubicBezTo>
                      <a:cubicBezTo>
                        <a:pt x="35636" y="91452"/>
                        <a:pt x="40398" y="70593"/>
                        <a:pt x="55257" y="5582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41" name="Forme libre : forme 14940">
                  <a:extLst>
                    <a:ext uri="{FF2B5EF4-FFF2-40B4-BE49-F238E27FC236}">
                      <a16:creationId xmlns:a16="http://schemas.microsoft.com/office/drawing/2014/main" id="{83448D16-68D9-4E71-84AF-5D2E5EADB741}"/>
                    </a:ext>
                  </a:extLst>
                </p:cNvPr>
                <p:cNvSpPr/>
                <p:nvPr/>
              </p:nvSpPr>
              <p:spPr>
                <a:xfrm rot="-4262812">
                  <a:off x="7591581" y="4114933"/>
                  <a:ext cx="47054" cy="54102"/>
                </a:xfrm>
                <a:custGeom>
                  <a:avLst/>
                  <a:gdLst>
                    <a:gd name="connsiteX0" fmla="*/ 47054 w 47054"/>
                    <a:gd name="connsiteY0" fmla="*/ 27051 h 54102"/>
                    <a:gd name="connsiteX1" fmla="*/ 23527 w 47054"/>
                    <a:gd name="connsiteY1" fmla="*/ 54103 h 54102"/>
                    <a:gd name="connsiteX2" fmla="*/ 0 w 47054"/>
                    <a:gd name="connsiteY2" fmla="*/ 27051 h 54102"/>
                    <a:gd name="connsiteX3" fmla="*/ 23527 w 47054"/>
                    <a:gd name="connsiteY3" fmla="*/ 0 h 54102"/>
                    <a:gd name="connsiteX4" fmla="*/ 47054 w 47054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2">
                      <a:moveTo>
                        <a:pt x="47054" y="27051"/>
                      </a:moveTo>
                      <a:cubicBezTo>
                        <a:pt x="47054" y="41991"/>
                        <a:pt x="36521" y="54103"/>
                        <a:pt x="23527" y="54103"/>
                      </a:cubicBezTo>
                      <a:cubicBezTo>
                        <a:pt x="10533" y="54103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1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42" name="Forme libre : forme 14941">
                  <a:extLst>
                    <a:ext uri="{FF2B5EF4-FFF2-40B4-BE49-F238E27FC236}">
                      <a16:creationId xmlns:a16="http://schemas.microsoft.com/office/drawing/2014/main" id="{A07C55FE-17BD-4210-B8BD-21543F085F7D}"/>
                    </a:ext>
                  </a:extLst>
                </p:cNvPr>
                <p:cNvSpPr/>
                <p:nvPr/>
              </p:nvSpPr>
              <p:spPr>
                <a:xfrm>
                  <a:off x="7628582" y="4131849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943" name="Graphique 2">
                <a:extLst>
                  <a:ext uri="{FF2B5EF4-FFF2-40B4-BE49-F238E27FC236}">
                    <a16:creationId xmlns:a16="http://schemas.microsoft.com/office/drawing/2014/main" id="{8209E18E-8D5B-487C-974A-47D4CFCF0F6C}"/>
                  </a:ext>
                </a:extLst>
              </p:cNvPr>
              <p:cNvGrpSpPr/>
              <p:nvPr/>
            </p:nvGrpSpPr>
            <p:grpSpPr>
              <a:xfrm>
                <a:off x="7515508" y="4216621"/>
                <a:ext cx="112978" cy="112966"/>
                <a:chOff x="7515508" y="4216621"/>
                <a:chExt cx="112978" cy="112966"/>
              </a:xfrm>
              <a:solidFill>
                <a:schemeClr val="accent1"/>
              </a:solidFill>
            </p:grpSpPr>
            <p:sp>
              <p:nvSpPr>
                <p:cNvPr id="14944" name="Forme libre : forme 14943">
                  <a:extLst>
                    <a:ext uri="{FF2B5EF4-FFF2-40B4-BE49-F238E27FC236}">
                      <a16:creationId xmlns:a16="http://schemas.microsoft.com/office/drawing/2014/main" id="{25910D14-4949-490D-A810-7B07C8F8BB37}"/>
                    </a:ext>
                  </a:extLst>
                </p:cNvPr>
                <p:cNvSpPr/>
                <p:nvPr/>
              </p:nvSpPr>
              <p:spPr>
                <a:xfrm>
                  <a:off x="7515520" y="4216621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45" name="Forme libre : forme 14944">
                  <a:extLst>
                    <a:ext uri="{FF2B5EF4-FFF2-40B4-BE49-F238E27FC236}">
                      <a16:creationId xmlns:a16="http://schemas.microsoft.com/office/drawing/2014/main" id="{E3CD70F5-8408-4E3D-98F2-371DFEE66062}"/>
                    </a:ext>
                  </a:extLst>
                </p:cNvPr>
                <p:cNvSpPr/>
                <p:nvPr/>
              </p:nvSpPr>
              <p:spPr>
                <a:xfrm>
                  <a:off x="7515508" y="4216704"/>
                  <a:ext cx="110788" cy="110407"/>
                </a:xfrm>
                <a:custGeom>
                  <a:avLst/>
                  <a:gdLst>
                    <a:gd name="connsiteX0" fmla="*/ 55257 w 110788"/>
                    <a:gd name="connsiteY0" fmla="*/ 55829 h 110407"/>
                    <a:gd name="connsiteX1" fmla="*/ 110788 w 110788"/>
                    <a:gd name="connsiteY1" fmla="*/ 41922 h 110407"/>
                    <a:gd name="connsiteX2" fmla="*/ 96501 w 110788"/>
                    <a:gd name="connsiteY2" fmla="*/ 16681 h 110407"/>
                    <a:gd name="connsiteX3" fmla="*/ 16681 w 110788"/>
                    <a:gd name="connsiteY3" fmla="*/ 16396 h 110407"/>
                    <a:gd name="connsiteX4" fmla="*/ 16395 w 110788"/>
                    <a:gd name="connsiteY4" fmla="*/ 96215 h 110407"/>
                    <a:gd name="connsiteX5" fmla="*/ 40779 w 110788"/>
                    <a:gd name="connsiteY5" fmla="*/ 110407 h 110407"/>
                    <a:gd name="connsiteX6" fmla="*/ 55257 w 110788"/>
                    <a:gd name="connsiteY6" fmla="*/ 55829 h 110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788" h="110407">
                      <a:moveTo>
                        <a:pt x="55257" y="55829"/>
                      </a:moveTo>
                      <a:cubicBezTo>
                        <a:pt x="70307" y="40875"/>
                        <a:pt x="91643" y="36398"/>
                        <a:pt x="110788" y="41922"/>
                      </a:cubicBezTo>
                      <a:cubicBezTo>
                        <a:pt x="108312" y="32683"/>
                        <a:pt x="103740" y="23920"/>
                        <a:pt x="96501" y="16681"/>
                      </a:cubicBezTo>
                      <a:cubicBezTo>
                        <a:pt x="74498" y="-5417"/>
                        <a:pt x="38779" y="-5607"/>
                        <a:pt x="16681" y="16396"/>
                      </a:cubicBezTo>
                      <a:cubicBezTo>
                        <a:pt x="-5417" y="38398"/>
                        <a:pt x="-5607" y="74117"/>
                        <a:pt x="16395" y="96215"/>
                      </a:cubicBezTo>
                      <a:cubicBezTo>
                        <a:pt x="23349" y="103263"/>
                        <a:pt x="31826" y="107835"/>
                        <a:pt x="40779" y="110407"/>
                      </a:cubicBezTo>
                      <a:cubicBezTo>
                        <a:pt x="35731" y="91452"/>
                        <a:pt x="40398" y="70593"/>
                        <a:pt x="55257" y="5582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46" name="Forme libre : forme 14945">
                  <a:extLst>
                    <a:ext uri="{FF2B5EF4-FFF2-40B4-BE49-F238E27FC236}">
                      <a16:creationId xmlns:a16="http://schemas.microsoft.com/office/drawing/2014/main" id="{5D62647D-EC2D-495D-8FB7-96D07DE70EEB}"/>
                    </a:ext>
                  </a:extLst>
                </p:cNvPr>
                <p:cNvSpPr/>
                <p:nvPr/>
              </p:nvSpPr>
              <p:spPr>
                <a:xfrm rot="-4262812">
                  <a:off x="7539648" y="4267829"/>
                  <a:ext cx="47054" cy="54102"/>
                </a:xfrm>
                <a:custGeom>
                  <a:avLst/>
                  <a:gdLst>
                    <a:gd name="connsiteX0" fmla="*/ 47054 w 47054"/>
                    <a:gd name="connsiteY0" fmla="*/ 27051 h 54102"/>
                    <a:gd name="connsiteX1" fmla="*/ 23527 w 47054"/>
                    <a:gd name="connsiteY1" fmla="*/ 54103 h 54102"/>
                    <a:gd name="connsiteX2" fmla="*/ 0 w 47054"/>
                    <a:gd name="connsiteY2" fmla="*/ 27051 h 54102"/>
                    <a:gd name="connsiteX3" fmla="*/ 23527 w 47054"/>
                    <a:gd name="connsiteY3" fmla="*/ 0 h 54102"/>
                    <a:gd name="connsiteX4" fmla="*/ 47054 w 47054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2">
                      <a:moveTo>
                        <a:pt x="47054" y="27051"/>
                      </a:moveTo>
                      <a:cubicBezTo>
                        <a:pt x="47054" y="41991"/>
                        <a:pt x="36521" y="54103"/>
                        <a:pt x="23527" y="54103"/>
                      </a:cubicBezTo>
                      <a:cubicBezTo>
                        <a:pt x="10534" y="54103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1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47" name="Forme libre : forme 14946">
                  <a:extLst>
                    <a:ext uri="{FF2B5EF4-FFF2-40B4-BE49-F238E27FC236}">
                      <a16:creationId xmlns:a16="http://schemas.microsoft.com/office/drawing/2014/main" id="{75215C5A-1203-434B-A11D-76D143E235D7}"/>
                    </a:ext>
                  </a:extLst>
                </p:cNvPr>
                <p:cNvSpPr/>
                <p:nvPr/>
              </p:nvSpPr>
              <p:spPr>
                <a:xfrm>
                  <a:off x="7576671" y="4284630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948" name="Graphique 2">
              <a:extLst>
                <a:ext uri="{FF2B5EF4-FFF2-40B4-BE49-F238E27FC236}">
                  <a16:creationId xmlns:a16="http://schemas.microsoft.com/office/drawing/2014/main" id="{4BDBC0D4-D167-4C09-BE2F-6C05482578F4}"/>
                </a:ext>
              </a:extLst>
            </p:cNvPr>
            <p:cNvGrpSpPr/>
            <p:nvPr/>
          </p:nvGrpSpPr>
          <p:grpSpPr>
            <a:xfrm>
              <a:off x="7952337" y="2887598"/>
              <a:ext cx="146310" cy="270897"/>
              <a:chOff x="7952337" y="2887598"/>
              <a:chExt cx="146310" cy="270897"/>
            </a:xfrm>
            <a:solidFill>
              <a:schemeClr val="accent1"/>
            </a:solidFill>
          </p:grpSpPr>
          <p:grpSp>
            <p:nvGrpSpPr>
              <p:cNvPr id="14949" name="Graphique 2">
                <a:extLst>
                  <a:ext uri="{FF2B5EF4-FFF2-40B4-BE49-F238E27FC236}">
                    <a16:creationId xmlns:a16="http://schemas.microsoft.com/office/drawing/2014/main" id="{555C6FF0-6435-48DA-B2E8-93E7F850C38E}"/>
                  </a:ext>
                </a:extLst>
              </p:cNvPr>
              <p:cNvGrpSpPr/>
              <p:nvPr/>
            </p:nvGrpSpPr>
            <p:grpSpPr>
              <a:xfrm>
                <a:off x="7985674" y="3045523"/>
                <a:ext cx="112973" cy="112973"/>
                <a:chOff x="7985674" y="3045523"/>
                <a:chExt cx="112973" cy="112973"/>
              </a:xfrm>
              <a:solidFill>
                <a:schemeClr val="accent1"/>
              </a:solidFill>
            </p:grpSpPr>
            <p:sp>
              <p:nvSpPr>
                <p:cNvPr id="14950" name="Forme libre : forme 14949">
                  <a:extLst>
                    <a:ext uri="{FF2B5EF4-FFF2-40B4-BE49-F238E27FC236}">
                      <a16:creationId xmlns:a16="http://schemas.microsoft.com/office/drawing/2014/main" id="{1BF2C245-449D-4F6F-936F-8CD18D6A2340}"/>
                    </a:ext>
                  </a:extLst>
                </p:cNvPr>
                <p:cNvSpPr/>
                <p:nvPr/>
              </p:nvSpPr>
              <p:spPr>
                <a:xfrm>
                  <a:off x="7985674" y="3045523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51" name="Forme libre : forme 14950">
                  <a:extLst>
                    <a:ext uri="{FF2B5EF4-FFF2-40B4-BE49-F238E27FC236}">
                      <a16:creationId xmlns:a16="http://schemas.microsoft.com/office/drawing/2014/main" id="{C6B2B6D8-6241-4CBE-AB1A-F37A767C2BF7}"/>
                    </a:ext>
                  </a:extLst>
                </p:cNvPr>
                <p:cNvSpPr/>
                <p:nvPr/>
              </p:nvSpPr>
              <p:spPr>
                <a:xfrm>
                  <a:off x="8002914" y="3045730"/>
                  <a:ext cx="95733" cy="112765"/>
                </a:xfrm>
                <a:custGeom>
                  <a:avLst/>
                  <a:gdLst>
                    <a:gd name="connsiteX0" fmla="*/ 40577 w 95733"/>
                    <a:gd name="connsiteY0" fmla="*/ 56180 h 112765"/>
                    <a:gd name="connsiteX1" fmla="*/ 0 w 95733"/>
                    <a:gd name="connsiteY1" fmla="*/ 96471 h 112765"/>
                    <a:gd name="connsiteX2" fmla="*/ 25146 w 95733"/>
                    <a:gd name="connsiteY2" fmla="*/ 110949 h 112765"/>
                    <a:gd name="connsiteX3" fmla="*/ 93917 w 95733"/>
                    <a:gd name="connsiteY3" fmla="*/ 70468 h 112765"/>
                    <a:gd name="connsiteX4" fmla="*/ 53435 w 95733"/>
                    <a:gd name="connsiteY4" fmla="*/ 1697 h 112765"/>
                    <a:gd name="connsiteX5" fmla="*/ 25241 w 95733"/>
                    <a:gd name="connsiteY5" fmla="*/ 1888 h 112765"/>
                    <a:gd name="connsiteX6" fmla="*/ 40577 w 95733"/>
                    <a:gd name="connsiteY6" fmla="*/ 56180 h 11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5733" h="112765">
                      <a:moveTo>
                        <a:pt x="40577" y="56180"/>
                      </a:moveTo>
                      <a:cubicBezTo>
                        <a:pt x="35243" y="76754"/>
                        <a:pt x="19145" y="91518"/>
                        <a:pt x="0" y="96471"/>
                      </a:cubicBezTo>
                      <a:cubicBezTo>
                        <a:pt x="6858" y="103138"/>
                        <a:pt x="15240" y="108377"/>
                        <a:pt x="25146" y="110949"/>
                      </a:cubicBezTo>
                      <a:cubicBezTo>
                        <a:pt x="55340" y="118759"/>
                        <a:pt x="86106" y="100662"/>
                        <a:pt x="93917" y="70468"/>
                      </a:cubicBezTo>
                      <a:cubicBezTo>
                        <a:pt x="101727" y="40273"/>
                        <a:pt x="83629" y="9508"/>
                        <a:pt x="53435" y="1697"/>
                      </a:cubicBezTo>
                      <a:cubicBezTo>
                        <a:pt x="43815" y="-779"/>
                        <a:pt x="34195" y="-398"/>
                        <a:pt x="25241" y="1888"/>
                      </a:cubicBezTo>
                      <a:cubicBezTo>
                        <a:pt x="39148" y="15508"/>
                        <a:pt x="45815" y="35892"/>
                        <a:pt x="40577" y="56180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52" name="Forme libre : forme 14951">
                  <a:extLst>
                    <a:ext uri="{FF2B5EF4-FFF2-40B4-BE49-F238E27FC236}">
                      <a16:creationId xmlns:a16="http://schemas.microsoft.com/office/drawing/2014/main" id="{2E2CF2F3-65D2-48BA-8069-8C5E1C203B37}"/>
                    </a:ext>
                  </a:extLst>
                </p:cNvPr>
                <p:cNvSpPr/>
                <p:nvPr/>
              </p:nvSpPr>
              <p:spPr>
                <a:xfrm rot="-704485">
                  <a:off x="8011535" y="3055113"/>
                  <a:ext cx="54103" cy="47054"/>
                </a:xfrm>
                <a:custGeom>
                  <a:avLst/>
                  <a:gdLst>
                    <a:gd name="connsiteX0" fmla="*/ 54103 w 54103"/>
                    <a:gd name="connsiteY0" fmla="*/ 23527 h 47054"/>
                    <a:gd name="connsiteX1" fmla="*/ 27052 w 54103"/>
                    <a:gd name="connsiteY1" fmla="*/ 47055 h 47054"/>
                    <a:gd name="connsiteX2" fmla="*/ 0 w 54103"/>
                    <a:gd name="connsiteY2" fmla="*/ 23527 h 47054"/>
                    <a:gd name="connsiteX3" fmla="*/ 27052 w 54103"/>
                    <a:gd name="connsiteY3" fmla="*/ 0 h 47054"/>
                    <a:gd name="connsiteX4" fmla="*/ 54103 w 54103"/>
                    <a:gd name="connsiteY4" fmla="*/ 23527 h 47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3" h="47054">
                      <a:moveTo>
                        <a:pt x="54103" y="23527"/>
                      </a:moveTo>
                      <a:cubicBezTo>
                        <a:pt x="54103" y="36521"/>
                        <a:pt x="41992" y="47055"/>
                        <a:pt x="27052" y="47055"/>
                      </a:cubicBezTo>
                      <a:cubicBezTo>
                        <a:pt x="12112" y="47055"/>
                        <a:pt x="0" y="36521"/>
                        <a:pt x="0" y="23527"/>
                      </a:cubicBezTo>
                      <a:cubicBezTo>
                        <a:pt x="0" y="10534"/>
                        <a:pt x="12112" y="0"/>
                        <a:pt x="27052" y="0"/>
                      </a:cubicBezTo>
                      <a:cubicBezTo>
                        <a:pt x="41992" y="0"/>
                        <a:pt x="54103" y="10534"/>
                        <a:pt x="54103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53" name="Forme libre : forme 14952">
                  <a:extLst>
                    <a:ext uri="{FF2B5EF4-FFF2-40B4-BE49-F238E27FC236}">
                      <a16:creationId xmlns:a16="http://schemas.microsoft.com/office/drawing/2014/main" id="{D54F32A7-8B5B-4174-9632-5C9AD45582F8}"/>
                    </a:ext>
                  </a:extLst>
                </p:cNvPr>
                <p:cNvSpPr/>
                <p:nvPr/>
              </p:nvSpPr>
              <p:spPr>
                <a:xfrm>
                  <a:off x="8010344" y="3082003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954" name="Graphique 2">
                <a:extLst>
                  <a:ext uri="{FF2B5EF4-FFF2-40B4-BE49-F238E27FC236}">
                    <a16:creationId xmlns:a16="http://schemas.microsoft.com/office/drawing/2014/main" id="{24B4B72A-0AF0-4AFD-9C05-12414BC1EE77}"/>
                  </a:ext>
                </a:extLst>
              </p:cNvPr>
              <p:cNvGrpSpPr/>
              <p:nvPr/>
            </p:nvGrpSpPr>
            <p:grpSpPr>
              <a:xfrm>
                <a:off x="7952337" y="2887598"/>
                <a:ext cx="112973" cy="112973"/>
                <a:chOff x="7952337" y="2887598"/>
                <a:chExt cx="112973" cy="112973"/>
              </a:xfrm>
              <a:solidFill>
                <a:schemeClr val="accent1"/>
              </a:solidFill>
            </p:grpSpPr>
            <p:sp>
              <p:nvSpPr>
                <p:cNvPr id="14955" name="Forme libre : forme 14954">
                  <a:extLst>
                    <a:ext uri="{FF2B5EF4-FFF2-40B4-BE49-F238E27FC236}">
                      <a16:creationId xmlns:a16="http://schemas.microsoft.com/office/drawing/2014/main" id="{79CB7A45-F181-4790-8168-4B2B020244A4}"/>
                    </a:ext>
                  </a:extLst>
                </p:cNvPr>
                <p:cNvSpPr/>
                <p:nvPr/>
              </p:nvSpPr>
              <p:spPr>
                <a:xfrm>
                  <a:off x="7952337" y="2887598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56" name="Forme libre : forme 14955">
                  <a:extLst>
                    <a:ext uri="{FF2B5EF4-FFF2-40B4-BE49-F238E27FC236}">
                      <a16:creationId xmlns:a16="http://schemas.microsoft.com/office/drawing/2014/main" id="{12677C01-1B2B-40F0-92AD-AA1D0629F6E9}"/>
                    </a:ext>
                  </a:extLst>
                </p:cNvPr>
                <p:cNvSpPr/>
                <p:nvPr/>
              </p:nvSpPr>
              <p:spPr>
                <a:xfrm>
                  <a:off x="7969577" y="2887806"/>
                  <a:ext cx="95733" cy="112765"/>
                </a:xfrm>
                <a:custGeom>
                  <a:avLst/>
                  <a:gdLst>
                    <a:gd name="connsiteX0" fmla="*/ 40577 w 95733"/>
                    <a:gd name="connsiteY0" fmla="*/ 56180 h 112765"/>
                    <a:gd name="connsiteX1" fmla="*/ 0 w 95733"/>
                    <a:gd name="connsiteY1" fmla="*/ 96471 h 112765"/>
                    <a:gd name="connsiteX2" fmla="*/ 25146 w 95733"/>
                    <a:gd name="connsiteY2" fmla="*/ 110949 h 112765"/>
                    <a:gd name="connsiteX3" fmla="*/ 93917 w 95733"/>
                    <a:gd name="connsiteY3" fmla="*/ 70468 h 112765"/>
                    <a:gd name="connsiteX4" fmla="*/ 53435 w 95733"/>
                    <a:gd name="connsiteY4" fmla="*/ 1697 h 112765"/>
                    <a:gd name="connsiteX5" fmla="*/ 25241 w 95733"/>
                    <a:gd name="connsiteY5" fmla="*/ 1888 h 112765"/>
                    <a:gd name="connsiteX6" fmla="*/ 40577 w 95733"/>
                    <a:gd name="connsiteY6" fmla="*/ 56180 h 11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5733" h="112765">
                      <a:moveTo>
                        <a:pt x="40577" y="56180"/>
                      </a:moveTo>
                      <a:cubicBezTo>
                        <a:pt x="35243" y="76754"/>
                        <a:pt x="19145" y="91518"/>
                        <a:pt x="0" y="96471"/>
                      </a:cubicBezTo>
                      <a:cubicBezTo>
                        <a:pt x="6858" y="103138"/>
                        <a:pt x="15240" y="108377"/>
                        <a:pt x="25146" y="110949"/>
                      </a:cubicBezTo>
                      <a:cubicBezTo>
                        <a:pt x="55340" y="118759"/>
                        <a:pt x="86106" y="100662"/>
                        <a:pt x="93917" y="70468"/>
                      </a:cubicBezTo>
                      <a:cubicBezTo>
                        <a:pt x="101727" y="40273"/>
                        <a:pt x="83629" y="9507"/>
                        <a:pt x="53435" y="1697"/>
                      </a:cubicBezTo>
                      <a:cubicBezTo>
                        <a:pt x="43815" y="-779"/>
                        <a:pt x="34195" y="-398"/>
                        <a:pt x="25241" y="1888"/>
                      </a:cubicBezTo>
                      <a:cubicBezTo>
                        <a:pt x="39148" y="15508"/>
                        <a:pt x="45815" y="35892"/>
                        <a:pt x="40577" y="56180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57" name="Forme libre : forme 14956">
                  <a:extLst>
                    <a:ext uri="{FF2B5EF4-FFF2-40B4-BE49-F238E27FC236}">
                      <a16:creationId xmlns:a16="http://schemas.microsoft.com/office/drawing/2014/main" id="{20229332-B6D9-4FE1-84C2-F4FFF62510E7}"/>
                    </a:ext>
                  </a:extLst>
                </p:cNvPr>
                <p:cNvSpPr/>
                <p:nvPr/>
              </p:nvSpPr>
              <p:spPr>
                <a:xfrm rot="-704485">
                  <a:off x="7978201" y="2897181"/>
                  <a:ext cx="54103" cy="47054"/>
                </a:xfrm>
                <a:custGeom>
                  <a:avLst/>
                  <a:gdLst>
                    <a:gd name="connsiteX0" fmla="*/ 54103 w 54103"/>
                    <a:gd name="connsiteY0" fmla="*/ 23527 h 47054"/>
                    <a:gd name="connsiteX1" fmla="*/ 27052 w 54103"/>
                    <a:gd name="connsiteY1" fmla="*/ 47055 h 47054"/>
                    <a:gd name="connsiteX2" fmla="*/ 0 w 54103"/>
                    <a:gd name="connsiteY2" fmla="*/ 23527 h 47054"/>
                    <a:gd name="connsiteX3" fmla="*/ 27052 w 54103"/>
                    <a:gd name="connsiteY3" fmla="*/ 0 h 47054"/>
                    <a:gd name="connsiteX4" fmla="*/ 54103 w 54103"/>
                    <a:gd name="connsiteY4" fmla="*/ 23527 h 47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3" h="47054">
                      <a:moveTo>
                        <a:pt x="54103" y="23527"/>
                      </a:moveTo>
                      <a:cubicBezTo>
                        <a:pt x="54103" y="36521"/>
                        <a:pt x="41992" y="47055"/>
                        <a:pt x="27052" y="47055"/>
                      </a:cubicBezTo>
                      <a:cubicBezTo>
                        <a:pt x="12112" y="47055"/>
                        <a:pt x="0" y="36521"/>
                        <a:pt x="0" y="23527"/>
                      </a:cubicBezTo>
                      <a:cubicBezTo>
                        <a:pt x="0" y="10534"/>
                        <a:pt x="12112" y="0"/>
                        <a:pt x="27052" y="0"/>
                      </a:cubicBezTo>
                      <a:cubicBezTo>
                        <a:pt x="41992" y="0"/>
                        <a:pt x="54103" y="10534"/>
                        <a:pt x="54103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58" name="Forme libre : forme 14957">
                  <a:extLst>
                    <a:ext uri="{FF2B5EF4-FFF2-40B4-BE49-F238E27FC236}">
                      <a16:creationId xmlns:a16="http://schemas.microsoft.com/office/drawing/2014/main" id="{7F5C0006-2923-40C2-A907-481790611E70}"/>
                    </a:ext>
                  </a:extLst>
                </p:cNvPr>
                <p:cNvSpPr/>
                <p:nvPr/>
              </p:nvSpPr>
              <p:spPr>
                <a:xfrm>
                  <a:off x="7977007" y="2924079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959" name="Graphique 2">
              <a:extLst>
                <a:ext uri="{FF2B5EF4-FFF2-40B4-BE49-F238E27FC236}">
                  <a16:creationId xmlns:a16="http://schemas.microsoft.com/office/drawing/2014/main" id="{E0A0DB34-501A-4FE5-8801-6AFC64052C02}"/>
                </a:ext>
              </a:extLst>
            </p:cNvPr>
            <p:cNvGrpSpPr/>
            <p:nvPr/>
          </p:nvGrpSpPr>
          <p:grpSpPr>
            <a:xfrm>
              <a:off x="8149790" y="2681572"/>
              <a:ext cx="230981" cy="223075"/>
              <a:chOff x="8149790" y="2681572"/>
              <a:chExt cx="230981" cy="223075"/>
            </a:xfrm>
            <a:solidFill>
              <a:schemeClr val="accent1"/>
            </a:solidFill>
          </p:grpSpPr>
          <p:grpSp>
            <p:nvGrpSpPr>
              <p:cNvPr id="14960" name="Graphique 2">
                <a:extLst>
                  <a:ext uri="{FF2B5EF4-FFF2-40B4-BE49-F238E27FC236}">
                    <a16:creationId xmlns:a16="http://schemas.microsoft.com/office/drawing/2014/main" id="{4A06A8F6-FB81-48EF-A94F-521A5C5686E6}"/>
                  </a:ext>
                </a:extLst>
              </p:cNvPr>
              <p:cNvGrpSpPr/>
              <p:nvPr/>
            </p:nvGrpSpPr>
            <p:grpSpPr>
              <a:xfrm>
                <a:off x="8267805" y="2791681"/>
                <a:ext cx="112966" cy="112966"/>
                <a:chOff x="8267805" y="2791681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961" name="Forme libre : forme 14960">
                  <a:extLst>
                    <a:ext uri="{FF2B5EF4-FFF2-40B4-BE49-F238E27FC236}">
                      <a16:creationId xmlns:a16="http://schemas.microsoft.com/office/drawing/2014/main" id="{5D464E47-55CA-4199-A893-38EFD2B6FCAE}"/>
                    </a:ext>
                  </a:extLst>
                </p:cNvPr>
                <p:cNvSpPr/>
                <p:nvPr/>
              </p:nvSpPr>
              <p:spPr>
                <a:xfrm>
                  <a:off x="8267805" y="2791681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9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62" name="Forme libre : forme 14961">
                  <a:extLst>
                    <a:ext uri="{FF2B5EF4-FFF2-40B4-BE49-F238E27FC236}">
                      <a16:creationId xmlns:a16="http://schemas.microsoft.com/office/drawing/2014/main" id="{A1D1153C-7D13-4573-A6B9-B9CFDCA26200}"/>
                    </a:ext>
                  </a:extLst>
                </p:cNvPr>
                <p:cNvSpPr/>
                <p:nvPr/>
              </p:nvSpPr>
              <p:spPr>
                <a:xfrm>
                  <a:off x="8281521" y="2791696"/>
                  <a:ext cx="99236" cy="112698"/>
                </a:xfrm>
                <a:custGeom>
                  <a:avLst/>
                  <a:gdLst>
                    <a:gd name="connsiteX0" fmla="*/ 43815 w 99236"/>
                    <a:gd name="connsiteY0" fmla="*/ 55611 h 112698"/>
                    <a:gd name="connsiteX1" fmla="*/ 33719 w 99236"/>
                    <a:gd name="connsiteY1" fmla="*/ 111904 h 112698"/>
                    <a:gd name="connsiteX2" fmla="*/ 62579 w 99236"/>
                    <a:gd name="connsiteY2" fmla="*/ 109332 h 112698"/>
                    <a:gd name="connsiteX3" fmla="*/ 95631 w 99236"/>
                    <a:gd name="connsiteY3" fmla="*/ 36657 h 112698"/>
                    <a:gd name="connsiteX4" fmla="*/ 22955 w 99236"/>
                    <a:gd name="connsiteY4" fmla="*/ 3605 h 112698"/>
                    <a:gd name="connsiteX5" fmla="*/ 0 w 99236"/>
                    <a:gd name="connsiteY5" fmla="*/ 19988 h 112698"/>
                    <a:gd name="connsiteX6" fmla="*/ 43815 w 99236"/>
                    <a:gd name="connsiteY6" fmla="*/ 55611 h 112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236" h="112698">
                      <a:moveTo>
                        <a:pt x="43815" y="55611"/>
                      </a:moveTo>
                      <a:cubicBezTo>
                        <a:pt x="51245" y="75519"/>
                        <a:pt x="46577" y="96759"/>
                        <a:pt x="33719" y="111904"/>
                      </a:cubicBezTo>
                      <a:cubicBezTo>
                        <a:pt x="43148" y="113428"/>
                        <a:pt x="53054" y="112857"/>
                        <a:pt x="62579" y="109332"/>
                      </a:cubicBezTo>
                      <a:cubicBezTo>
                        <a:pt x="91726" y="98379"/>
                        <a:pt x="106585" y="65898"/>
                        <a:pt x="95631" y="36657"/>
                      </a:cubicBezTo>
                      <a:cubicBezTo>
                        <a:pt x="84677" y="7510"/>
                        <a:pt x="52197" y="-7349"/>
                        <a:pt x="22955" y="3605"/>
                      </a:cubicBezTo>
                      <a:cubicBezTo>
                        <a:pt x="13621" y="7129"/>
                        <a:pt x="6001" y="12939"/>
                        <a:pt x="0" y="19988"/>
                      </a:cubicBezTo>
                      <a:cubicBezTo>
                        <a:pt x="19336" y="23131"/>
                        <a:pt x="36481" y="35990"/>
                        <a:pt x="43815" y="55611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63" name="Forme libre : forme 14962">
                  <a:extLst>
                    <a:ext uri="{FF2B5EF4-FFF2-40B4-BE49-F238E27FC236}">
                      <a16:creationId xmlns:a16="http://schemas.microsoft.com/office/drawing/2014/main" id="{C7F969A0-65CB-44BD-9928-FB10B72120D1}"/>
                    </a:ext>
                  </a:extLst>
                </p:cNvPr>
                <p:cNvSpPr/>
                <p:nvPr/>
              </p:nvSpPr>
              <p:spPr>
                <a:xfrm rot="-2808192">
                  <a:off x="8280852" y="2807635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6 h 47053"/>
                    <a:gd name="connsiteX1" fmla="*/ 27051 w 54101"/>
                    <a:gd name="connsiteY1" fmla="*/ 47053 h 47053"/>
                    <a:gd name="connsiteX2" fmla="*/ 0 w 54101"/>
                    <a:gd name="connsiteY2" fmla="*/ 23526 h 47053"/>
                    <a:gd name="connsiteX3" fmla="*/ 27051 w 54101"/>
                    <a:gd name="connsiteY3" fmla="*/ 0 h 47053"/>
                    <a:gd name="connsiteX4" fmla="*/ 54102 w 54101"/>
                    <a:gd name="connsiteY4" fmla="*/ 23526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6"/>
                      </a:moveTo>
                      <a:cubicBezTo>
                        <a:pt x="54102" y="36520"/>
                        <a:pt x="41990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6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0" y="0"/>
                        <a:pt x="54102" y="10533"/>
                        <a:pt x="54102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64" name="Forme libre : forme 14963">
                  <a:extLst>
                    <a:ext uri="{FF2B5EF4-FFF2-40B4-BE49-F238E27FC236}">
                      <a16:creationId xmlns:a16="http://schemas.microsoft.com/office/drawing/2014/main" id="{AE34E5EE-3220-4D91-A8E7-EF49CD5ECC6F}"/>
                    </a:ext>
                  </a:extLst>
                </p:cNvPr>
                <p:cNvSpPr/>
                <p:nvPr/>
              </p:nvSpPr>
              <p:spPr>
                <a:xfrm>
                  <a:off x="8290379" y="2843116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965" name="Graphique 2">
                <a:extLst>
                  <a:ext uri="{FF2B5EF4-FFF2-40B4-BE49-F238E27FC236}">
                    <a16:creationId xmlns:a16="http://schemas.microsoft.com/office/drawing/2014/main" id="{6F8245C8-D09B-4EFA-9DBD-795FC3EBC60E}"/>
                  </a:ext>
                </a:extLst>
              </p:cNvPr>
              <p:cNvGrpSpPr/>
              <p:nvPr/>
            </p:nvGrpSpPr>
            <p:grpSpPr>
              <a:xfrm>
                <a:off x="8149790" y="2681572"/>
                <a:ext cx="112966" cy="112966"/>
                <a:chOff x="8149790" y="2681572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966" name="Forme libre : forme 14965">
                  <a:extLst>
                    <a:ext uri="{FF2B5EF4-FFF2-40B4-BE49-F238E27FC236}">
                      <a16:creationId xmlns:a16="http://schemas.microsoft.com/office/drawing/2014/main" id="{46AE2CEF-7F24-4039-8439-6B8DBEBB8E7E}"/>
                    </a:ext>
                  </a:extLst>
                </p:cNvPr>
                <p:cNvSpPr/>
                <p:nvPr/>
              </p:nvSpPr>
              <p:spPr>
                <a:xfrm>
                  <a:off x="8149790" y="2681572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9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67" name="Forme libre : forme 14966">
                  <a:extLst>
                    <a:ext uri="{FF2B5EF4-FFF2-40B4-BE49-F238E27FC236}">
                      <a16:creationId xmlns:a16="http://schemas.microsoft.com/office/drawing/2014/main" id="{B1FA3D32-9281-4527-B4AF-A21E7EA07DD4}"/>
                    </a:ext>
                  </a:extLst>
                </p:cNvPr>
                <p:cNvSpPr/>
                <p:nvPr/>
              </p:nvSpPr>
              <p:spPr>
                <a:xfrm>
                  <a:off x="8163506" y="2681587"/>
                  <a:ext cx="99236" cy="112698"/>
                </a:xfrm>
                <a:custGeom>
                  <a:avLst/>
                  <a:gdLst>
                    <a:gd name="connsiteX0" fmla="*/ 43815 w 99236"/>
                    <a:gd name="connsiteY0" fmla="*/ 55611 h 112698"/>
                    <a:gd name="connsiteX1" fmla="*/ 33719 w 99236"/>
                    <a:gd name="connsiteY1" fmla="*/ 111904 h 112698"/>
                    <a:gd name="connsiteX2" fmla="*/ 62579 w 99236"/>
                    <a:gd name="connsiteY2" fmla="*/ 109332 h 112698"/>
                    <a:gd name="connsiteX3" fmla="*/ 95631 w 99236"/>
                    <a:gd name="connsiteY3" fmla="*/ 36657 h 112698"/>
                    <a:gd name="connsiteX4" fmla="*/ 22955 w 99236"/>
                    <a:gd name="connsiteY4" fmla="*/ 3605 h 112698"/>
                    <a:gd name="connsiteX5" fmla="*/ 0 w 99236"/>
                    <a:gd name="connsiteY5" fmla="*/ 19988 h 112698"/>
                    <a:gd name="connsiteX6" fmla="*/ 43815 w 99236"/>
                    <a:gd name="connsiteY6" fmla="*/ 55611 h 112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236" h="112698">
                      <a:moveTo>
                        <a:pt x="43815" y="55611"/>
                      </a:moveTo>
                      <a:cubicBezTo>
                        <a:pt x="51245" y="75519"/>
                        <a:pt x="46577" y="96759"/>
                        <a:pt x="33719" y="111904"/>
                      </a:cubicBezTo>
                      <a:cubicBezTo>
                        <a:pt x="43148" y="113428"/>
                        <a:pt x="53054" y="112857"/>
                        <a:pt x="62579" y="109332"/>
                      </a:cubicBezTo>
                      <a:cubicBezTo>
                        <a:pt x="91726" y="98379"/>
                        <a:pt x="106585" y="65898"/>
                        <a:pt x="95631" y="36657"/>
                      </a:cubicBezTo>
                      <a:cubicBezTo>
                        <a:pt x="84677" y="7510"/>
                        <a:pt x="52197" y="-7349"/>
                        <a:pt x="22955" y="3605"/>
                      </a:cubicBezTo>
                      <a:cubicBezTo>
                        <a:pt x="13621" y="7129"/>
                        <a:pt x="6001" y="12939"/>
                        <a:pt x="0" y="19988"/>
                      </a:cubicBezTo>
                      <a:cubicBezTo>
                        <a:pt x="19336" y="23131"/>
                        <a:pt x="36481" y="35990"/>
                        <a:pt x="43815" y="55611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68" name="Forme libre : forme 14967">
                  <a:extLst>
                    <a:ext uri="{FF2B5EF4-FFF2-40B4-BE49-F238E27FC236}">
                      <a16:creationId xmlns:a16="http://schemas.microsoft.com/office/drawing/2014/main" id="{0F8CC135-3D4D-45FB-81F7-294C76365DDE}"/>
                    </a:ext>
                  </a:extLst>
                </p:cNvPr>
                <p:cNvSpPr/>
                <p:nvPr/>
              </p:nvSpPr>
              <p:spPr>
                <a:xfrm rot="-2808192">
                  <a:off x="8162845" y="2697502"/>
                  <a:ext cx="54101" cy="47053"/>
                </a:xfrm>
                <a:custGeom>
                  <a:avLst/>
                  <a:gdLst>
                    <a:gd name="connsiteX0" fmla="*/ 54101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1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1" y="23527"/>
                      </a:moveTo>
                      <a:cubicBezTo>
                        <a:pt x="54101" y="36520"/>
                        <a:pt x="41990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0" y="0"/>
                        <a:pt x="54101" y="10533"/>
                        <a:pt x="54101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69" name="Forme libre : forme 14968">
                  <a:extLst>
                    <a:ext uri="{FF2B5EF4-FFF2-40B4-BE49-F238E27FC236}">
                      <a16:creationId xmlns:a16="http://schemas.microsoft.com/office/drawing/2014/main" id="{C000EAB2-973B-48F9-BD7E-67D288073004}"/>
                    </a:ext>
                  </a:extLst>
                </p:cNvPr>
                <p:cNvSpPr/>
                <p:nvPr/>
              </p:nvSpPr>
              <p:spPr>
                <a:xfrm>
                  <a:off x="8172364" y="2733007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970" name="Graphique 2">
              <a:extLst>
                <a:ext uri="{FF2B5EF4-FFF2-40B4-BE49-F238E27FC236}">
                  <a16:creationId xmlns:a16="http://schemas.microsoft.com/office/drawing/2014/main" id="{68686C51-0578-4035-B7B7-A2AA65B26731}"/>
                </a:ext>
              </a:extLst>
            </p:cNvPr>
            <p:cNvGrpSpPr/>
            <p:nvPr/>
          </p:nvGrpSpPr>
          <p:grpSpPr>
            <a:xfrm>
              <a:off x="6596358" y="3754468"/>
              <a:ext cx="170116" cy="263842"/>
              <a:chOff x="6596358" y="3754468"/>
              <a:chExt cx="170116" cy="263842"/>
            </a:xfrm>
            <a:solidFill>
              <a:schemeClr val="accent1"/>
            </a:solidFill>
          </p:grpSpPr>
          <p:grpSp>
            <p:nvGrpSpPr>
              <p:cNvPr id="14971" name="Graphique 2">
                <a:extLst>
                  <a:ext uri="{FF2B5EF4-FFF2-40B4-BE49-F238E27FC236}">
                    <a16:creationId xmlns:a16="http://schemas.microsoft.com/office/drawing/2014/main" id="{F5E2CE3F-285B-4F28-A8BD-D4AD70FF7F50}"/>
                  </a:ext>
                </a:extLst>
              </p:cNvPr>
              <p:cNvGrpSpPr/>
              <p:nvPr/>
            </p:nvGrpSpPr>
            <p:grpSpPr>
              <a:xfrm>
                <a:off x="6653508" y="3905344"/>
                <a:ext cx="112966" cy="112966"/>
                <a:chOff x="6653508" y="3905344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972" name="Forme libre : forme 14971">
                  <a:extLst>
                    <a:ext uri="{FF2B5EF4-FFF2-40B4-BE49-F238E27FC236}">
                      <a16:creationId xmlns:a16="http://schemas.microsoft.com/office/drawing/2014/main" id="{814B4BDE-6389-4FF5-ABB2-9F0066B6DD4B}"/>
                    </a:ext>
                  </a:extLst>
                </p:cNvPr>
                <p:cNvSpPr/>
                <p:nvPr/>
              </p:nvSpPr>
              <p:spPr>
                <a:xfrm>
                  <a:off x="6653508" y="3905344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73" name="Forme libre : forme 14972">
                  <a:extLst>
                    <a:ext uri="{FF2B5EF4-FFF2-40B4-BE49-F238E27FC236}">
                      <a16:creationId xmlns:a16="http://schemas.microsoft.com/office/drawing/2014/main" id="{C6750390-2BEC-4CE9-8262-EF0213CAF428}"/>
                    </a:ext>
                  </a:extLst>
                </p:cNvPr>
                <p:cNvSpPr/>
                <p:nvPr/>
              </p:nvSpPr>
              <p:spPr>
                <a:xfrm>
                  <a:off x="6677415" y="3905379"/>
                  <a:ext cx="89048" cy="112826"/>
                </a:xfrm>
                <a:custGeom>
                  <a:avLst/>
                  <a:gdLst>
                    <a:gd name="connsiteX0" fmla="*/ 33909 w 89048"/>
                    <a:gd name="connsiteY0" fmla="*/ 56163 h 112826"/>
                    <a:gd name="connsiteX1" fmla="*/ 0 w 89048"/>
                    <a:gd name="connsiteY1" fmla="*/ 102168 h 112826"/>
                    <a:gd name="connsiteX2" fmla="*/ 27051 w 89048"/>
                    <a:gd name="connsiteY2" fmla="*/ 112550 h 112826"/>
                    <a:gd name="connsiteX3" fmla="*/ 88773 w 89048"/>
                    <a:gd name="connsiteY3" fmla="*/ 61973 h 112826"/>
                    <a:gd name="connsiteX4" fmla="*/ 38195 w 89048"/>
                    <a:gd name="connsiteY4" fmla="*/ 251 h 112826"/>
                    <a:gd name="connsiteX5" fmla="*/ 10382 w 89048"/>
                    <a:gd name="connsiteY5" fmla="*/ 4823 h 112826"/>
                    <a:gd name="connsiteX6" fmla="*/ 33909 w 89048"/>
                    <a:gd name="connsiteY6" fmla="*/ 56163 h 112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048" h="112826">
                      <a:moveTo>
                        <a:pt x="33909" y="56163"/>
                      </a:moveTo>
                      <a:cubicBezTo>
                        <a:pt x="31813" y="77308"/>
                        <a:pt x="18193" y="94358"/>
                        <a:pt x="0" y="102168"/>
                      </a:cubicBezTo>
                      <a:cubicBezTo>
                        <a:pt x="7811" y="107693"/>
                        <a:pt x="16859" y="111598"/>
                        <a:pt x="27051" y="112550"/>
                      </a:cubicBezTo>
                      <a:cubicBezTo>
                        <a:pt x="58103" y="115599"/>
                        <a:pt x="85725" y="93024"/>
                        <a:pt x="88773" y="61973"/>
                      </a:cubicBezTo>
                      <a:cubicBezTo>
                        <a:pt x="91821" y="30921"/>
                        <a:pt x="69247" y="3299"/>
                        <a:pt x="38195" y="251"/>
                      </a:cubicBezTo>
                      <a:cubicBezTo>
                        <a:pt x="28289" y="-702"/>
                        <a:pt x="18859" y="1108"/>
                        <a:pt x="10382" y="4823"/>
                      </a:cubicBezTo>
                      <a:cubicBezTo>
                        <a:pt x="26289" y="16253"/>
                        <a:pt x="35909" y="35398"/>
                        <a:pt x="33909" y="5616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74" name="Forme libre : forme 14973">
                  <a:extLst>
                    <a:ext uri="{FF2B5EF4-FFF2-40B4-BE49-F238E27FC236}">
                      <a16:creationId xmlns:a16="http://schemas.microsoft.com/office/drawing/2014/main" id="{11A39374-402D-4574-B667-C808028F9C12}"/>
                    </a:ext>
                  </a:extLst>
                </p:cNvPr>
                <p:cNvSpPr/>
                <p:nvPr/>
              </p:nvSpPr>
              <p:spPr>
                <a:xfrm rot="-1234409">
                  <a:off x="6675749" y="3915693"/>
                  <a:ext cx="54100" cy="47052"/>
                </a:xfrm>
                <a:custGeom>
                  <a:avLst/>
                  <a:gdLst>
                    <a:gd name="connsiteX0" fmla="*/ 54101 w 54100"/>
                    <a:gd name="connsiteY0" fmla="*/ 23526 h 47052"/>
                    <a:gd name="connsiteX1" fmla="*/ 27050 w 54100"/>
                    <a:gd name="connsiteY1" fmla="*/ 47052 h 47052"/>
                    <a:gd name="connsiteX2" fmla="*/ 0 w 54100"/>
                    <a:gd name="connsiteY2" fmla="*/ 23526 h 47052"/>
                    <a:gd name="connsiteX3" fmla="*/ 27050 w 54100"/>
                    <a:gd name="connsiteY3" fmla="*/ 0 h 47052"/>
                    <a:gd name="connsiteX4" fmla="*/ 54101 w 54100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0" h="47052">
                      <a:moveTo>
                        <a:pt x="54101" y="23526"/>
                      </a:moveTo>
                      <a:cubicBezTo>
                        <a:pt x="54101" y="36519"/>
                        <a:pt x="41990" y="47052"/>
                        <a:pt x="27050" y="47052"/>
                      </a:cubicBezTo>
                      <a:cubicBezTo>
                        <a:pt x="12111" y="47052"/>
                        <a:pt x="0" y="36519"/>
                        <a:pt x="0" y="23526"/>
                      </a:cubicBezTo>
                      <a:cubicBezTo>
                        <a:pt x="0" y="10533"/>
                        <a:pt x="12111" y="0"/>
                        <a:pt x="27050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75" name="Forme libre : forme 14974">
                  <a:extLst>
                    <a:ext uri="{FF2B5EF4-FFF2-40B4-BE49-F238E27FC236}">
                      <a16:creationId xmlns:a16="http://schemas.microsoft.com/office/drawing/2014/main" id="{A3101D96-087B-4D6E-A52B-45F943984139}"/>
                    </a:ext>
                  </a:extLst>
                </p:cNvPr>
                <p:cNvSpPr/>
                <p:nvPr/>
              </p:nvSpPr>
              <p:spPr>
                <a:xfrm>
                  <a:off x="6676749" y="3945444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6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976" name="Graphique 2">
                <a:extLst>
                  <a:ext uri="{FF2B5EF4-FFF2-40B4-BE49-F238E27FC236}">
                    <a16:creationId xmlns:a16="http://schemas.microsoft.com/office/drawing/2014/main" id="{BD076FAE-E34B-4544-9B8B-CF730A427AEE}"/>
                  </a:ext>
                </a:extLst>
              </p:cNvPr>
              <p:cNvGrpSpPr/>
              <p:nvPr/>
            </p:nvGrpSpPr>
            <p:grpSpPr>
              <a:xfrm>
                <a:off x="6596358" y="3754468"/>
                <a:ext cx="112966" cy="112966"/>
                <a:chOff x="6596358" y="3754468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977" name="Forme libre : forme 14976">
                  <a:extLst>
                    <a:ext uri="{FF2B5EF4-FFF2-40B4-BE49-F238E27FC236}">
                      <a16:creationId xmlns:a16="http://schemas.microsoft.com/office/drawing/2014/main" id="{1590368E-49D3-46FE-9D43-5F65C019D4A8}"/>
                    </a:ext>
                  </a:extLst>
                </p:cNvPr>
                <p:cNvSpPr/>
                <p:nvPr/>
              </p:nvSpPr>
              <p:spPr>
                <a:xfrm>
                  <a:off x="6596358" y="3754468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78" name="Forme libre : forme 14977">
                  <a:extLst>
                    <a:ext uri="{FF2B5EF4-FFF2-40B4-BE49-F238E27FC236}">
                      <a16:creationId xmlns:a16="http://schemas.microsoft.com/office/drawing/2014/main" id="{027632BF-9B8E-4FD1-B3F5-2F4D7ADB73A2}"/>
                    </a:ext>
                  </a:extLst>
                </p:cNvPr>
                <p:cNvSpPr/>
                <p:nvPr/>
              </p:nvSpPr>
              <p:spPr>
                <a:xfrm>
                  <a:off x="6620170" y="3754503"/>
                  <a:ext cx="89048" cy="112826"/>
                </a:xfrm>
                <a:custGeom>
                  <a:avLst/>
                  <a:gdLst>
                    <a:gd name="connsiteX0" fmla="*/ 33909 w 89048"/>
                    <a:gd name="connsiteY0" fmla="*/ 56163 h 112826"/>
                    <a:gd name="connsiteX1" fmla="*/ 0 w 89048"/>
                    <a:gd name="connsiteY1" fmla="*/ 102168 h 112826"/>
                    <a:gd name="connsiteX2" fmla="*/ 27051 w 89048"/>
                    <a:gd name="connsiteY2" fmla="*/ 112550 h 112826"/>
                    <a:gd name="connsiteX3" fmla="*/ 88773 w 89048"/>
                    <a:gd name="connsiteY3" fmla="*/ 61973 h 112826"/>
                    <a:gd name="connsiteX4" fmla="*/ 38195 w 89048"/>
                    <a:gd name="connsiteY4" fmla="*/ 251 h 112826"/>
                    <a:gd name="connsiteX5" fmla="*/ 10382 w 89048"/>
                    <a:gd name="connsiteY5" fmla="*/ 4823 h 112826"/>
                    <a:gd name="connsiteX6" fmla="*/ 33909 w 89048"/>
                    <a:gd name="connsiteY6" fmla="*/ 56163 h 112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048" h="112826">
                      <a:moveTo>
                        <a:pt x="33909" y="56163"/>
                      </a:moveTo>
                      <a:cubicBezTo>
                        <a:pt x="31813" y="77308"/>
                        <a:pt x="18193" y="94358"/>
                        <a:pt x="0" y="102168"/>
                      </a:cubicBezTo>
                      <a:cubicBezTo>
                        <a:pt x="7810" y="107693"/>
                        <a:pt x="16859" y="111598"/>
                        <a:pt x="27051" y="112550"/>
                      </a:cubicBezTo>
                      <a:cubicBezTo>
                        <a:pt x="58102" y="115599"/>
                        <a:pt x="85725" y="93024"/>
                        <a:pt x="88773" y="61973"/>
                      </a:cubicBezTo>
                      <a:cubicBezTo>
                        <a:pt x="91821" y="30921"/>
                        <a:pt x="69247" y="3299"/>
                        <a:pt x="38195" y="251"/>
                      </a:cubicBezTo>
                      <a:cubicBezTo>
                        <a:pt x="28289" y="-702"/>
                        <a:pt x="18859" y="1108"/>
                        <a:pt x="10382" y="4823"/>
                      </a:cubicBezTo>
                      <a:cubicBezTo>
                        <a:pt x="26289" y="16158"/>
                        <a:pt x="36004" y="35303"/>
                        <a:pt x="33909" y="5616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79" name="Forme libre : forme 14978">
                  <a:extLst>
                    <a:ext uri="{FF2B5EF4-FFF2-40B4-BE49-F238E27FC236}">
                      <a16:creationId xmlns:a16="http://schemas.microsoft.com/office/drawing/2014/main" id="{EDA6B1E1-F939-4622-A6DC-7235AFBEB6A2}"/>
                    </a:ext>
                  </a:extLst>
                </p:cNvPr>
                <p:cNvSpPr/>
                <p:nvPr/>
              </p:nvSpPr>
              <p:spPr>
                <a:xfrm rot="-1234409">
                  <a:off x="6618589" y="3764713"/>
                  <a:ext cx="54100" cy="47052"/>
                </a:xfrm>
                <a:custGeom>
                  <a:avLst/>
                  <a:gdLst>
                    <a:gd name="connsiteX0" fmla="*/ 54101 w 54100"/>
                    <a:gd name="connsiteY0" fmla="*/ 23526 h 47052"/>
                    <a:gd name="connsiteX1" fmla="*/ 27050 w 54100"/>
                    <a:gd name="connsiteY1" fmla="*/ 47052 h 47052"/>
                    <a:gd name="connsiteX2" fmla="*/ 0 w 54100"/>
                    <a:gd name="connsiteY2" fmla="*/ 23526 h 47052"/>
                    <a:gd name="connsiteX3" fmla="*/ 27050 w 54100"/>
                    <a:gd name="connsiteY3" fmla="*/ 0 h 47052"/>
                    <a:gd name="connsiteX4" fmla="*/ 54101 w 54100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0" h="47052">
                      <a:moveTo>
                        <a:pt x="54101" y="23526"/>
                      </a:moveTo>
                      <a:cubicBezTo>
                        <a:pt x="54101" y="36519"/>
                        <a:pt x="41990" y="47052"/>
                        <a:pt x="27050" y="47052"/>
                      </a:cubicBezTo>
                      <a:cubicBezTo>
                        <a:pt x="12111" y="47052"/>
                        <a:pt x="0" y="36519"/>
                        <a:pt x="0" y="23526"/>
                      </a:cubicBezTo>
                      <a:cubicBezTo>
                        <a:pt x="0" y="10533"/>
                        <a:pt x="12111" y="0"/>
                        <a:pt x="27050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80" name="Forme libre : forme 14979">
                  <a:extLst>
                    <a:ext uri="{FF2B5EF4-FFF2-40B4-BE49-F238E27FC236}">
                      <a16:creationId xmlns:a16="http://schemas.microsoft.com/office/drawing/2014/main" id="{FC499952-15BC-4062-89A6-F9FA9BB8454B}"/>
                    </a:ext>
                  </a:extLst>
                </p:cNvPr>
                <p:cNvSpPr/>
                <p:nvPr/>
              </p:nvSpPr>
              <p:spPr>
                <a:xfrm>
                  <a:off x="6619599" y="3794473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6" y="18478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981" name="Graphique 2">
              <a:extLst>
                <a:ext uri="{FF2B5EF4-FFF2-40B4-BE49-F238E27FC236}">
                  <a16:creationId xmlns:a16="http://schemas.microsoft.com/office/drawing/2014/main" id="{0146DD18-476D-4A2C-AA48-3BC21C518E29}"/>
                </a:ext>
              </a:extLst>
            </p:cNvPr>
            <p:cNvGrpSpPr/>
            <p:nvPr/>
          </p:nvGrpSpPr>
          <p:grpSpPr>
            <a:xfrm>
              <a:off x="9029138" y="2370200"/>
              <a:ext cx="215741" cy="237553"/>
              <a:chOff x="9029138" y="2370200"/>
              <a:chExt cx="215741" cy="237553"/>
            </a:xfrm>
            <a:solidFill>
              <a:schemeClr val="accent1"/>
            </a:solidFill>
          </p:grpSpPr>
          <p:grpSp>
            <p:nvGrpSpPr>
              <p:cNvPr id="14982" name="Graphique 2">
                <a:extLst>
                  <a:ext uri="{FF2B5EF4-FFF2-40B4-BE49-F238E27FC236}">
                    <a16:creationId xmlns:a16="http://schemas.microsoft.com/office/drawing/2014/main" id="{D699B1C0-FF57-4B8D-A104-6DBB7E7D378F}"/>
                  </a:ext>
                </a:extLst>
              </p:cNvPr>
              <p:cNvGrpSpPr/>
              <p:nvPr/>
            </p:nvGrpSpPr>
            <p:grpSpPr>
              <a:xfrm>
                <a:off x="9029138" y="2370200"/>
                <a:ext cx="112966" cy="113014"/>
                <a:chOff x="9029138" y="2370200"/>
                <a:chExt cx="112966" cy="113014"/>
              </a:xfrm>
              <a:solidFill>
                <a:schemeClr val="accent1"/>
              </a:solidFill>
            </p:grpSpPr>
            <p:sp>
              <p:nvSpPr>
                <p:cNvPr id="14983" name="Forme libre : forme 14982">
                  <a:extLst>
                    <a:ext uri="{FF2B5EF4-FFF2-40B4-BE49-F238E27FC236}">
                      <a16:creationId xmlns:a16="http://schemas.microsoft.com/office/drawing/2014/main" id="{3B300228-071C-4A4C-8D51-D4F44EA33682}"/>
                    </a:ext>
                  </a:extLst>
                </p:cNvPr>
                <p:cNvSpPr/>
                <p:nvPr/>
              </p:nvSpPr>
              <p:spPr>
                <a:xfrm>
                  <a:off x="9029138" y="2370200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9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84" name="Forme libre : forme 14983">
                  <a:extLst>
                    <a:ext uri="{FF2B5EF4-FFF2-40B4-BE49-F238E27FC236}">
                      <a16:creationId xmlns:a16="http://schemas.microsoft.com/office/drawing/2014/main" id="{AF0A004A-037A-4087-91D0-B63E9E93A02C}"/>
                    </a:ext>
                  </a:extLst>
                </p:cNvPr>
                <p:cNvSpPr/>
                <p:nvPr/>
              </p:nvSpPr>
              <p:spPr>
                <a:xfrm>
                  <a:off x="9029281" y="2370397"/>
                  <a:ext cx="94059" cy="112817"/>
                </a:xfrm>
                <a:custGeom>
                  <a:avLst/>
                  <a:gdLst>
                    <a:gd name="connsiteX0" fmla="*/ 55293 w 94059"/>
                    <a:gd name="connsiteY0" fmla="*/ 57049 h 112817"/>
                    <a:gd name="connsiteX1" fmla="*/ 72628 w 94059"/>
                    <a:gd name="connsiteY1" fmla="*/ 2566 h 112817"/>
                    <a:gd name="connsiteX2" fmla="*/ 43673 w 94059"/>
                    <a:gd name="connsiteY2" fmla="*/ 1423 h 112817"/>
                    <a:gd name="connsiteX3" fmla="*/ 1477 w 94059"/>
                    <a:gd name="connsiteY3" fmla="*/ 69145 h 112817"/>
                    <a:gd name="connsiteX4" fmla="*/ 69199 w 94059"/>
                    <a:gd name="connsiteY4" fmla="*/ 111341 h 112817"/>
                    <a:gd name="connsiteX5" fmla="*/ 94060 w 94059"/>
                    <a:gd name="connsiteY5" fmla="*/ 98101 h 112817"/>
                    <a:gd name="connsiteX6" fmla="*/ 55293 w 94059"/>
                    <a:gd name="connsiteY6" fmla="*/ 57049 h 112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59" h="112817">
                      <a:moveTo>
                        <a:pt x="55293" y="57049"/>
                      </a:moveTo>
                      <a:cubicBezTo>
                        <a:pt x="50435" y="36379"/>
                        <a:pt x="57865" y="15805"/>
                        <a:pt x="72628" y="2566"/>
                      </a:cubicBezTo>
                      <a:cubicBezTo>
                        <a:pt x="63484" y="-197"/>
                        <a:pt x="53578" y="-959"/>
                        <a:pt x="43673" y="1423"/>
                      </a:cubicBezTo>
                      <a:cubicBezTo>
                        <a:pt x="13288" y="8471"/>
                        <a:pt x="-5572" y="38856"/>
                        <a:pt x="1477" y="69145"/>
                      </a:cubicBezTo>
                      <a:cubicBezTo>
                        <a:pt x="8525" y="99530"/>
                        <a:pt x="38910" y="118390"/>
                        <a:pt x="69199" y="111341"/>
                      </a:cubicBezTo>
                      <a:cubicBezTo>
                        <a:pt x="78820" y="109055"/>
                        <a:pt x="87202" y="104293"/>
                        <a:pt x="94060" y="98101"/>
                      </a:cubicBezTo>
                      <a:cubicBezTo>
                        <a:pt x="75295" y="92386"/>
                        <a:pt x="59960" y="77432"/>
                        <a:pt x="55293" y="5704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85" name="Forme libre : forme 14984">
                  <a:extLst>
                    <a:ext uri="{FF2B5EF4-FFF2-40B4-BE49-F238E27FC236}">
                      <a16:creationId xmlns:a16="http://schemas.microsoft.com/office/drawing/2014/main" id="{06E927B9-A5EA-4EDC-93D1-77281BA99BAD}"/>
                    </a:ext>
                  </a:extLst>
                </p:cNvPr>
                <p:cNvSpPr/>
                <p:nvPr/>
              </p:nvSpPr>
              <p:spPr>
                <a:xfrm rot="-2360340">
                  <a:off x="9072649" y="2422357"/>
                  <a:ext cx="54101" cy="47052"/>
                </a:xfrm>
                <a:custGeom>
                  <a:avLst/>
                  <a:gdLst>
                    <a:gd name="connsiteX0" fmla="*/ 54101 w 54101"/>
                    <a:gd name="connsiteY0" fmla="*/ 23527 h 47052"/>
                    <a:gd name="connsiteX1" fmla="*/ 27051 w 54101"/>
                    <a:gd name="connsiteY1" fmla="*/ 47053 h 47052"/>
                    <a:gd name="connsiteX2" fmla="*/ 0 w 54101"/>
                    <a:gd name="connsiteY2" fmla="*/ 23527 h 47052"/>
                    <a:gd name="connsiteX3" fmla="*/ 27051 w 54101"/>
                    <a:gd name="connsiteY3" fmla="*/ 0 h 47052"/>
                    <a:gd name="connsiteX4" fmla="*/ 54101 w 54101"/>
                    <a:gd name="connsiteY4" fmla="*/ 23527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2">
                      <a:moveTo>
                        <a:pt x="54101" y="23527"/>
                      </a:moveTo>
                      <a:cubicBezTo>
                        <a:pt x="54101" y="36520"/>
                        <a:pt x="41990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0" y="0"/>
                        <a:pt x="54101" y="10533"/>
                        <a:pt x="54101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86" name="Forme libre : forme 14985">
                  <a:extLst>
                    <a:ext uri="{FF2B5EF4-FFF2-40B4-BE49-F238E27FC236}">
                      <a16:creationId xmlns:a16="http://schemas.microsoft.com/office/drawing/2014/main" id="{E268A347-D50B-4578-9579-DAA30AD3AF7B}"/>
                    </a:ext>
                  </a:extLst>
                </p:cNvPr>
                <p:cNvSpPr/>
                <p:nvPr/>
              </p:nvSpPr>
              <p:spPr>
                <a:xfrm>
                  <a:off x="9101433" y="2416492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987" name="Graphique 2">
                <a:extLst>
                  <a:ext uri="{FF2B5EF4-FFF2-40B4-BE49-F238E27FC236}">
                    <a16:creationId xmlns:a16="http://schemas.microsoft.com/office/drawing/2014/main" id="{69E017B8-4892-4BE5-BA53-481450C679DB}"/>
                  </a:ext>
                </a:extLst>
              </p:cNvPr>
              <p:cNvGrpSpPr/>
              <p:nvPr/>
            </p:nvGrpSpPr>
            <p:grpSpPr>
              <a:xfrm>
                <a:off x="9131913" y="2494787"/>
                <a:ext cx="112966" cy="112966"/>
                <a:chOff x="9131913" y="2494787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988" name="Forme libre : forme 14987">
                  <a:extLst>
                    <a:ext uri="{FF2B5EF4-FFF2-40B4-BE49-F238E27FC236}">
                      <a16:creationId xmlns:a16="http://schemas.microsoft.com/office/drawing/2014/main" id="{233250C9-F678-451A-B80F-540CEA5EFB87}"/>
                    </a:ext>
                  </a:extLst>
                </p:cNvPr>
                <p:cNvSpPr/>
                <p:nvPr/>
              </p:nvSpPr>
              <p:spPr>
                <a:xfrm>
                  <a:off x="9131913" y="2494787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9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89" name="Forme libre : forme 14988">
                  <a:extLst>
                    <a:ext uri="{FF2B5EF4-FFF2-40B4-BE49-F238E27FC236}">
                      <a16:creationId xmlns:a16="http://schemas.microsoft.com/office/drawing/2014/main" id="{9B8C377F-C79F-4599-B222-F16FE98D0B9B}"/>
                    </a:ext>
                  </a:extLst>
                </p:cNvPr>
                <p:cNvSpPr/>
                <p:nvPr/>
              </p:nvSpPr>
              <p:spPr>
                <a:xfrm>
                  <a:off x="9131960" y="2494888"/>
                  <a:ext cx="94059" cy="112817"/>
                </a:xfrm>
                <a:custGeom>
                  <a:avLst/>
                  <a:gdLst>
                    <a:gd name="connsiteX0" fmla="*/ 55293 w 94059"/>
                    <a:gd name="connsiteY0" fmla="*/ 57049 h 112817"/>
                    <a:gd name="connsiteX1" fmla="*/ 72628 w 94059"/>
                    <a:gd name="connsiteY1" fmla="*/ 2566 h 112817"/>
                    <a:gd name="connsiteX2" fmla="*/ 43673 w 94059"/>
                    <a:gd name="connsiteY2" fmla="*/ 1423 h 112817"/>
                    <a:gd name="connsiteX3" fmla="*/ 1477 w 94059"/>
                    <a:gd name="connsiteY3" fmla="*/ 69145 h 112817"/>
                    <a:gd name="connsiteX4" fmla="*/ 69199 w 94059"/>
                    <a:gd name="connsiteY4" fmla="*/ 111341 h 112817"/>
                    <a:gd name="connsiteX5" fmla="*/ 94060 w 94059"/>
                    <a:gd name="connsiteY5" fmla="*/ 98101 h 112817"/>
                    <a:gd name="connsiteX6" fmla="*/ 55293 w 94059"/>
                    <a:gd name="connsiteY6" fmla="*/ 57049 h 112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59" h="112817">
                      <a:moveTo>
                        <a:pt x="55293" y="57049"/>
                      </a:moveTo>
                      <a:cubicBezTo>
                        <a:pt x="50435" y="36379"/>
                        <a:pt x="57865" y="15805"/>
                        <a:pt x="72628" y="2566"/>
                      </a:cubicBezTo>
                      <a:cubicBezTo>
                        <a:pt x="63484" y="-197"/>
                        <a:pt x="53578" y="-959"/>
                        <a:pt x="43673" y="1423"/>
                      </a:cubicBezTo>
                      <a:cubicBezTo>
                        <a:pt x="13288" y="8471"/>
                        <a:pt x="-5572" y="38856"/>
                        <a:pt x="1477" y="69145"/>
                      </a:cubicBezTo>
                      <a:cubicBezTo>
                        <a:pt x="8525" y="99530"/>
                        <a:pt x="38910" y="118390"/>
                        <a:pt x="69199" y="111341"/>
                      </a:cubicBezTo>
                      <a:cubicBezTo>
                        <a:pt x="78820" y="109055"/>
                        <a:pt x="87202" y="104293"/>
                        <a:pt x="94060" y="98101"/>
                      </a:cubicBezTo>
                      <a:cubicBezTo>
                        <a:pt x="75391" y="92386"/>
                        <a:pt x="60056" y="77432"/>
                        <a:pt x="55293" y="5704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90" name="Forme libre : forme 14989">
                  <a:extLst>
                    <a:ext uri="{FF2B5EF4-FFF2-40B4-BE49-F238E27FC236}">
                      <a16:creationId xmlns:a16="http://schemas.microsoft.com/office/drawing/2014/main" id="{6C53E9EB-994C-4646-83AC-9E8F1A396A1C}"/>
                    </a:ext>
                  </a:extLst>
                </p:cNvPr>
                <p:cNvSpPr/>
                <p:nvPr/>
              </p:nvSpPr>
              <p:spPr>
                <a:xfrm rot="-2360340">
                  <a:off x="9175451" y="2546909"/>
                  <a:ext cx="54101" cy="47052"/>
                </a:xfrm>
                <a:custGeom>
                  <a:avLst/>
                  <a:gdLst>
                    <a:gd name="connsiteX0" fmla="*/ 54101 w 54101"/>
                    <a:gd name="connsiteY0" fmla="*/ 23527 h 47052"/>
                    <a:gd name="connsiteX1" fmla="*/ 27051 w 54101"/>
                    <a:gd name="connsiteY1" fmla="*/ 47053 h 47052"/>
                    <a:gd name="connsiteX2" fmla="*/ 0 w 54101"/>
                    <a:gd name="connsiteY2" fmla="*/ 23527 h 47052"/>
                    <a:gd name="connsiteX3" fmla="*/ 27051 w 54101"/>
                    <a:gd name="connsiteY3" fmla="*/ 0 h 47052"/>
                    <a:gd name="connsiteX4" fmla="*/ 54101 w 54101"/>
                    <a:gd name="connsiteY4" fmla="*/ 23527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2">
                      <a:moveTo>
                        <a:pt x="54101" y="23527"/>
                      </a:moveTo>
                      <a:cubicBezTo>
                        <a:pt x="54101" y="36520"/>
                        <a:pt x="41990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0" y="0"/>
                        <a:pt x="54101" y="10533"/>
                        <a:pt x="54101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91" name="Forme libre : forme 14990">
                  <a:extLst>
                    <a:ext uri="{FF2B5EF4-FFF2-40B4-BE49-F238E27FC236}">
                      <a16:creationId xmlns:a16="http://schemas.microsoft.com/office/drawing/2014/main" id="{E2445A40-14EC-41C9-BEA2-16ABFA241EDA}"/>
                    </a:ext>
                  </a:extLst>
                </p:cNvPr>
                <p:cNvSpPr/>
                <p:nvPr/>
              </p:nvSpPr>
              <p:spPr>
                <a:xfrm>
                  <a:off x="9204112" y="2541079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4992" name="Graphique 2">
              <a:extLst>
                <a:ext uri="{FF2B5EF4-FFF2-40B4-BE49-F238E27FC236}">
                  <a16:creationId xmlns:a16="http://schemas.microsoft.com/office/drawing/2014/main" id="{85648ECA-FA0B-4EF8-9DB0-FAD388E79CA5}"/>
                </a:ext>
              </a:extLst>
            </p:cNvPr>
            <p:cNvGrpSpPr/>
            <p:nvPr/>
          </p:nvGrpSpPr>
          <p:grpSpPr>
            <a:xfrm>
              <a:off x="6802574" y="4171854"/>
              <a:ext cx="215741" cy="237458"/>
              <a:chOff x="6802574" y="4171854"/>
              <a:chExt cx="215741" cy="237458"/>
            </a:xfrm>
            <a:solidFill>
              <a:schemeClr val="accent1"/>
            </a:solidFill>
          </p:grpSpPr>
          <p:grpSp>
            <p:nvGrpSpPr>
              <p:cNvPr id="14993" name="Graphique 2">
                <a:extLst>
                  <a:ext uri="{FF2B5EF4-FFF2-40B4-BE49-F238E27FC236}">
                    <a16:creationId xmlns:a16="http://schemas.microsoft.com/office/drawing/2014/main" id="{6FC369BE-AD28-4557-A6CC-3A062D0B7712}"/>
                  </a:ext>
                </a:extLst>
              </p:cNvPr>
              <p:cNvGrpSpPr/>
              <p:nvPr/>
            </p:nvGrpSpPr>
            <p:grpSpPr>
              <a:xfrm>
                <a:off x="6905349" y="4296346"/>
                <a:ext cx="112966" cy="112966"/>
                <a:chOff x="6905349" y="4296346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994" name="Forme libre : forme 14993">
                  <a:extLst>
                    <a:ext uri="{FF2B5EF4-FFF2-40B4-BE49-F238E27FC236}">
                      <a16:creationId xmlns:a16="http://schemas.microsoft.com/office/drawing/2014/main" id="{1BE7665B-2785-4F18-918B-C9C04141EF5C}"/>
                    </a:ext>
                  </a:extLst>
                </p:cNvPr>
                <p:cNvSpPr/>
                <p:nvPr/>
              </p:nvSpPr>
              <p:spPr>
                <a:xfrm>
                  <a:off x="6905349" y="4296346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95" name="Forme libre : forme 14994">
                  <a:extLst>
                    <a:ext uri="{FF2B5EF4-FFF2-40B4-BE49-F238E27FC236}">
                      <a16:creationId xmlns:a16="http://schemas.microsoft.com/office/drawing/2014/main" id="{0893CBE3-01D5-4504-B175-805A70A9D4E6}"/>
                    </a:ext>
                  </a:extLst>
                </p:cNvPr>
                <p:cNvSpPr/>
                <p:nvPr/>
              </p:nvSpPr>
              <p:spPr>
                <a:xfrm>
                  <a:off x="6924113" y="4296393"/>
                  <a:ext cx="94059" cy="112817"/>
                </a:xfrm>
                <a:custGeom>
                  <a:avLst/>
                  <a:gdLst>
                    <a:gd name="connsiteX0" fmla="*/ 38767 w 94059"/>
                    <a:gd name="connsiteY0" fmla="*/ 55769 h 112817"/>
                    <a:gd name="connsiteX1" fmla="*/ 21431 w 94059"/>
                    <a:gd name="connsiteY1" fmla="*/ 110252 h 112817"/>
                    <a:gd name="connsiteX2" fmla="*/ 50387 w 94059"/>
                    <a:gd name="connsiteY2" fmla="*/ 111395 h 112817"/>
                    <a:gd name="connsiteX3" fmla="*/ 92583 w 94059"/>
                    <a:gd name="connsiteY3" fmla="*/ 43672 h 112817"/>
                    <a:gd name="connsiteX4" fmla="*/ 24860 w 94059"/>
                    <a:gd name="connsiteY4" fmla="*/ 1477 h 112817"/>
                    <a:gd name="connsiteX5" fmla="*/ 0 w 94059"/>
                    <a:gd name="connsiteY5" fmla="*/ 14716 h 112817"/>
                    <a:gd name="connsiteX6" fmla="*/ 38767 w 94059"/>
                    <a:gd name="connsiteY6" fmla="*/ 55769 h 112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59" h="112817">
                      <a:moveTo>
                        <a:pt x="38767" y="55769"/>
                      </a:moveTo>
                      <a:cubicBezTo>
                        <a:pt x="43625" y="76438"/>
                        <a:pt x="36195" y="97012"/>
                        <a:pt x="21431" y="110252"/>
                      </a:cubicBezTo>
                      <a:cubicBezTo>
                        <a:pt x="30575" y="113014"/>
                        <a:pt x="40481" y="113776"/>
                        <a:pt x="50387" y="111395"/>
                      </a:cubicBezTo>
                      <a:cubicBezTo>
                        <a:pt x="80772" y="104346"/>
                        <a:pt x="99632" y="73962"/>
                        <a:pt x="92583" y="43672"/>
                      </a:cubicBezTo>
                      <a:cubicBezTo>
                        <a:pt x="85535" y="13288"/>
                        <a:pt x="55150" y="-5572"/>
                        <a:pt x="24860" y="1477"/>
                      </a:cubicBezTo>
                      <a:cubicBezTo>
                        <a:pt x="15240" y="3763"/>
                        <a:pt x="6858" y="8525"/>
                        <a:pt x="0" y="14716"/>
                      </a:cubicBezTo>
                      <a:cubicBezTo>
                        <a:pt x="18764" y="20431"/>
                        <a:pt x="34100" y="35386"/>
                        <a:pt x="38767" y="5576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96" name="Forme libre : forme 14995">
                  <a:extLst>
                    <a:ext uri="{FF2B5EF4-FFF2-40B4-BE49-F238E27FC236}">
                      <a16:creationId xmlns:a16="http://schemas.microsoft.com/office/drawing/2014/main" id="{227FEF12-50F9-4A0D-8D44-4032B8C72393}"/>
                    </a:ext>
                  </a:extLst>
                </p:cNvPr>
                <p:cNvSpPr/>
                <p:nvPr/>
              </p:nvSpPr>
              <p:spPr>
                <a:xfrm rot="-2360340">
                  <a:off x="6920565" y="4310321"/>
                  <a:ext cx="54101" cy="47052"/>
                </a:xfrm>
                <a:custGeom>
                  <a:avLst/>
                  <a:gdLst>
                    <a:gd name="connsiteX0" fmla="*/ 54101 w 54101"/>
                    <a:gd name="connsiteY0" fmla="*/ 23526 h 47052"/>
                    <a:gd name="connsiteX1" fmla="*/ 27051 w 54101"/>
                    <a:gd name="connsiteY1" fmla="*/ 47053 h 47052"/>
                    <a:gd name="connsiteX2" fmla="*/ 0 w 54101"/>
                    <a:gd name="connsiteY2" fmla="*/ 23526 h 47052"/>
                    <a:gd name="connsiteX3" fmla="*/ 27051 w 54101"/>
                    <a:gd name="connsiteY3" fmla="*/ 0 h 47052"/>
                    <a:gd name="connsiteX4" fmla="*/ 54101 w 54101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2">
                      <a:moveTo>
                        <a:pt x="54101" y="23526"/>
                      </a:moveTo>
                      <a:cubicBezTo>
                        <a:pt x="54101" y="36520"/>
                        <a:pt x="41990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6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97" name="Forme libre : forme 14996">
                  <a:extLst>
                    <a:ext uri="{FF2B5EF4-FFF2-40B4-BE49-F238E27FC236}">
                      <a16:creationId xmlns:a16="http://schemas.microsoft.com/office/drawing/2014/main" id="{AF4732BD-AA98-41BE-9EB3-E714CB16DC7B}"/>
                    </a:ext>
                  </a:extLst>
                </p:cNvPr>
                <p:cNvSpPr/>
                <p:nvPr/>
              </p:nvSpPr>
              <p:spPr>
                <a:xfrm>
                  <a:off x="6927542" y="4344542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6" y="18478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998" name="Graphique 2">
                <a:extLst>
                  <a:ext uri="{FF2B5EF4-FFF2-40B4-BE49-F238E27FC236}">
                    <a16:creationId xmlns:a16="http://schemas.microsoft.com/office/drawing/2014/main" id="{8D377D2D-628D-4713-A001-8859FA931119}"/>
                  </a:ext>
                </a:extLst>
              </p:cNvPr>
              <p:cNvGrpSpPr/>
              <p:nvPr/>
            </p:nvGrpSpPr>
            <p:grpSpPr>
              <a:xfrm>
                <a:off x="6802574" y="4171854"/>
                <a:ext cx="112966" cy="112966"/>
                <a:chOff x="6802574" y="4171854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999" name="Forme libre : forme 14998">
                  <a:extLst>
                    <a:ext uri="{FF2B5EF4-FFF2-40B4-BE49-F238E27FC236}">
                      <a16:creationId xmlns:a16="http://schemas.microsoft.com/office/drawing/2014/main" id="{6CECDCC1-89F1-4474-9647-F8E23EA9C957}"/>
                    </a:ext>
                  </a:extLst>
                </p:cNvPr>
                <p:cNvSpPr/>
                <p:nvPr/>
              </p:nvSpPr>
              <p:spPr>
                <a:xfrm>
                  <a:off x="6802574" y="4171854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00" name="Forme libre : forme 14999">
                  <a:extLst>
                    <a:ext uri="{FF2B5EF4-FFF2-40B4-BE49-F238E27FC236}">
                      <a16:creationId xmlns:a16="http://schemas.microsoft.com/office/drawing/2014/main" id="{7A5CECFE-0779-4F69-9967-811040DDF787}"/>
                    </a:ext>
                  </a:extLst>
                </p:cNvPr>
                <p:cNvSpPr/>
                <p:nvPr/>
              </p:nvSpPr>
              <p:spPr>
                <a:xfrm>
                  <a:off x="6821433" y="4171901"/>
                  <a:ext cx="94059" cy="112817"/>
                </a:xfrm>
                <a:custGeom>
                  <a:avLst/>
                  <a:gdLst>
                    <a:gd name="connsiteX0" fmla="*/ 38767 w 94059"/>
                    <a:gd name="connsiteY0" fmla="*/ 55769 h 112817"/>
                    <a:gd name="connsiteX1" fmla="*/ 21431 w 94059"/>
                    <a:gd name="connsiteY1" fmla="*/ 110252 h 112817"/>
                    <a:gd name="connsiteX2" fmla="*/ 50387 w 94059"/>
                    <a:gd name="connsiteY2" fmla="*/ 111395 h 112817"/>
                    <a:gd name="connsiteX3" fmla="*/ 92583 w 94059"/>
                    <a:gd name="connsiteY3" fmla="*/ 43672 h 112817"/>
                    <a:gd name="connsiteX4" fmla="*/ 24860 w 94059"/>
                    <a:gd name="connsiteY4" fmla="*/ 1477 h 112817"/>
                    <a:gd name="connsiteX5" fmla="*/ 0 w 94059"/>
                    <a:gd name="connsiteY5" fmla="*/ 14716 h 112817"/>
                    <a:gd name="connsiteX6" fmla="*/ 38767 w 94059"/>
                    <a:gd name="connsiteY6" fmla="*/ 55769 h 112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59" h="112817">
                      <a:moveTo>
                        <a:pt x="38767" y="55769"/>
                      </a:moveTo>
                      <a:cubicBezTo>
                        <a:pt x="43625" y="76438"/>
                        <a:pt x="36195" y="97012"/>
                        <a:pt x="21431" y="110252"/>
                      </a:cubicBezTo>
                      <a:cubicBezTo>
                        <a:pt x="30575" y="113014"/>
                        <a:pt x="40481" y="113776"/>
                        <a:pt x="50387" y="111395"/>
                      </a:cubicBezTo>
                      <a:cubicBezTo>
                        <a:pt x="80772" y="104347"/>
                        <a:pt x="99632" y="73962"/>
                        <a:pt x="92583" y="43672"/>
                      </a:cubicBezTo>
                      <a:cubicBezTo>
                        <a:pt x="85535" y="13288"/>
                        <a:pt x="55150" y="-5572"/>
                        <a:pt x="24860" y="1477"/>
                      </a:cubicBezTo>
                      <a:cubicBezTo>
                        <a:pt x="15240" y="3763"/>
                        <a:pt x="6858" y="8525"/>
                        <a:pt x="0" y="14716"/>
                      </a:cubicBezTo>
                      <a:cubicBezTo>
                        <a:pt x="18669" y="20336"/>
                        <a:pt x="34004" y="35386"/>
                        <a:pt x="38767" y="55769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01" name="Forme libre : forme 15000">
                  <a:extLst>
                    <a:ext uri="{FF2B5EF4-FFF2-40B4-BE49-F238E27FC236}">
                      <a16:creationId xmlns:a16="http://schemas.microsoft.com/office/drawing/2014/main" id="{55D802A1-CFCA-40B1-A776-DBBFF38B4B4D}"/>
                    </a:ext>
                  </a:extLst>
                </p:cNvPr>
                <p:cNvSpPr/>
                <p:nvPr/>
              </p:nvSpPr>
              <p:spPr>
                <a:xfrm rot="-2360340">
                  <a:off x="6817818" y="4185852"/>
                  <a:ext cx="54101" cy="47052"/>
                </a:xfrm>
                <a:custGeom>
                  <a:avLst/>
                  <a:gdLst>
                    <a:gd name="connsiteX0" fmla="*/ 54101 w 54101"/>
                    <a:gd name="connsiteY0" fmla="*/ 23527 h 47052"/>
                    <a:gd name="connsiteX1" fmla="*/ 27051 w 54101"/>
                    <a:gd name="connsiteY1" fmla="*/ 47053 h 47052"/>
                    <a:gd name="connsiteX2" fmla="*/ 0 w 54101"/>
                    <a:gd name="connsiteY2" fmla="*/ 23527 h 47052"/>
                    <a:gd name="connsiteX3" fmla="*/ 27051 w 54101"/>
                    <a:gd name="connsiteY3" fmla="*/ 0 h 47052"/>
                    <a:gd name="connsiteX4" fmla="*/ 54101 w 54101"/>
                    <a:gd name="connsiteY4" fmla="*/ 23527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2">
                      <a:moveTo>
                        <a:pt x="54101" y="23527"/>
                      </a:moveTo>
                      <a:cubicBezTo>
                        <a:pt x="54101" y="36520"/>
                        <a:pt x="41990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0" y="0"/>
                        <a:pt x="54101" y="10533"/>
                        <a:pt x="54101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02" name="Forme libre : forme 15001">
                  <a:extLst>
                    <a:ext uri="{FF2B5EF4-FFF2-40B4-BE49-F238E27FC236}">
                      <a16:creationId xmlns:a16="http://schemas.microsoft.com/office/drawing/2014/main" id="{F9A69C77-BD8C-4C41-B0DB-EFD54FBE5047}"/>
                    </a:ext>
                  </a:extLst>
                </p:cNvPr>
                <p:cNvSpPr/>
                <p:nvPr/>
              </p:nvSpPr>
              <p:spPr>
                <a:xfrm>
                  <a:off x="6824767" y="4220050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5003" name="Graphique 2">
              <a:extLst>
                <a:ext uri="{FF2B5EF4-FFF2-40B4-BE49-F238E27FC236}">
                  <a16:creationId xmlns:a16="http://schemas.microsoft.com/office/drawing/2014/main" id="{751E693A-7728-465B-B9C9-482C6A2F191A}"/>
                </a:ext>
              </a:extLst>
            </p:cNvPr>
            <p:cNvGrpSpPr/>
            <p:nvPr/>
          </p:nvGrpSpPr>
          <p:grpSpPr>
            <a:xfrm>
              <a:off x="8815207" y="2175509"/>
              <a:ext cx="238029" cy="214979"/>
              <a:chOff x="8815207" y="2175509"/>
              <a:chExt cx="238029" cy="214979"/>
            </a:xfrm>
            <a:solidFill>
              <a:schemeClr val="accent1"/>
            </a:solidFill>
          </p:grpSpPr>
          <p:grpSp>
            <p:nvGrpSpPr>
              <p:cNvPr id="15004" name="Graphique 2">
                <a:extLst>
                  <a:ext uri="{FF2B5EF4-FFF2-40B4-BE49-F238E27FC236}">
                    <a16:creationId xmlns:a16="http://schemas.microsoft.com/office/drawing/2014/main" id="{1320A68D-FEC1-43F4-A667-0A41670E4CF5}"/>
                  </a:ext>
                </a:extLst>
              </p:cNvPr>
              <p:cNvGrpSpPr/>
              <p:nvPr/>
            </p:nvGrpSpPr>
            <p:grpSpPr>
              <a:xfrm>
                <a:off x="8815207" y="2175509"/>
                <a:ext cx="112966" cy="112966"/>
                <a:chOff x="8815207" y="2175509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5005" name="Forme libre : forme 15004">
                  <a:extLst>
                    <a:ext uri="{FF2B5EF4-FFF2-40B4-BE49-F238E27FC236}">
                      <a16:creationId xmlns:a16="http://schemas.microsoft.com/office/drawing/2014/main" id="{72931D7C-6D56-4D41-9E5C-4EF9D7F3A856}"/>
                    </a:ext>
                  </a:extLst>
                </p:cNvPr>
                <p:cNvSpPr/>
                <p:nvPr/>
              </p:nvSpPr>
              <p:spPr>
                <a:xfrm>
                  <a:off x="8815207" y="2175509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06" name="Forme libre : forme 15005">
                  <a:extLst>
                    <a:ext uri="{FF2B5EF4-FFF2-40B4-BE49-F238E27FC236}">
                      <a16:creationId xmlns:a16="http://schemas.microsoft.com/office/drawing/2014/main" id="{E901161C-3955-4D6D-BA04-857B33101C82}"/>
                    </a:ext>
                  </a:extLst>
                </p:cNvPr>
                <p:cNvSpPr/>
                <p:nvPr/>
              </p:nvSpPr>
              <p:spPr>
                <a:xfrm>
                  <a:off x="8815306" y="2175683"/>
                  <a:ext cx="101532" cy="112693"/>
                </a:xfrm>
                <a:custGeom>
                  <a:avLst/>
                  <a:gdLst>
                    <a:gd name="connsiteX0" fmla="*/ 55431 w 101532"/>
                    <a:gd name="connsiteY0" fmla="*/ 57167 h 112693"/>
                    <a:gd name="connsiteX1" fmla="*/ 61813 w 101532"/>
                    <a:gd name="connsiteY1" fmla="*/ 302 h 112693"/>
                    <a:gd name="connsiteX2" fmla="*/ 33143 w 101532"/>
                    <a:gd name="connsiteY2" fmla="*/ 4874 h 112693"/>
                    <a:gd name="connsiteX3" fmla="*/ 5044 w 101532"/>
                    <a:gd name="connsiteY3" fmla="*/ 79550 h 112693"/>
                    <a:gd name="connsiteX4" fmla="*/ 79720 w 101532"/>
                    <a:gd name="connsiteY4" fmla="*/ 107649 h 112693"/>
                    <a:gd name="connsiteX5" fmla="*/ 101532 w 101532"/>
                    <a:gd name="connsiteY5" fmla="*/ 89742 h 112693"/>
                    <a:gd name="connsiteX6" fmla="*/ 55431 w 101532"/>
                    <a:gd name="connsiteY6" fmla="*/ 57167 h 112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532" h="112693">
                      <a:moveTo>
                        <a:pt x="55431" y="57167"/>
                      </a:moveTo>
                      <a:cubicBezTo>
                        <a:pt x="46668" y="37831"/>
                        <a:pt x="49907" y="16209"/>
                        <a:pt x="61813" y="302"/>
                      </a:cubicBezTo>
                      <a:cubicBezTo>
                        <a:pt x="52288" y="-650"/>
                        <a:pt x="42477" y="588"/>
                        <a:pt x="33143" y="4874"/>
                      </a:cubicBezTo>
                      <a:cubicBezTo>
                        <a:pt x="4758" y="17733"/>
                        <a:pt x="-7815" y="51166"/>
                        <a:pt x="5044" y="79550"/>
                      </a:cubicBezTo>
                      <a:cubicBezTo>
                        <a:pt x="17903" y="107935"/>
                        <a:pt x="51336" y="120508"/>
                        <a:pt x="79720" y="107649"/>
                      </a:cubicBezTo>
                      <a:cubicBezTo>
                        <a:pt x="88769" y="103553"/>
                        <a:pt x="96008" y="97267"/>
                        <a:pt x="101532" y="89742"/>
                      </a:cubicBezTo>
                      <a:cubicBezTo>
                        <a:pt x="82006" y="87932"/>
                        <a:pt x="64004" y="76217"/>
                        <a:pt x="55431" y="57167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07" name="Forme libre : forme 15006">
                  <a:extLst>
                    <a:ext uri="{FF2B5EF4-FFF2-40B4-BE49-F238E27FC236}">
                      <a16:creationId xmlns:a16="http://schemas.microsoft.com/office/drawing/2014/main" id="{8148A048-5EB7-412D-8F69-ECFF13D49049}"/>
                    </a:ext>
                  </a:extLst>
                </p:cNvPr>
                <p:cNvSpPr/>
                <p:nvPr/>
              </p:nvSpPr>
              <p:spPr>
                <a:xfrm rot="-3037459">
                  <a:off x="8862234" y="2224458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08" name="Forme libre : forme 15007">
                  <a:extLst>
                    <a:ext uri="{FF2B5EF4-FFF2-40B4-BE49-F238E27FC236}">
                      <a16:creationId xmlns:a16="http://schemas.microsoft.com/office/drawing/2014/main" id="{0FDA0C35-0431-4208-B67A-F611E4EC1D36}"/>
                    </a:ext>
                  </a:extLst>
                </p:cNvPr>
                <p:cNvSpPr/>
                <p:nvPr/>
              </p:nvSpPr>
              <p:spPr>
                <a:xfrm>
                  <a:off x="8886739" y="2216848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5009" name="Graphique 2">
                <a:extLst>
                  <a:ext uri="{FF2B5EF4-FFF2-40B4-BE49-F238E27FC236}">
                    <a16:creationId xmlns:a16="http://schemas.microsoft.com/office/drawing/2014/main" id="{03E30562-2F73-42E5-9894-29AEACB1EDDE}"/>
                  </a:ext>
                </a:extLst>
              </p:cNvPr>
              <p:cNvGrpSpPr/>
              <p:nvPr/>
            </p:nvGrpSpPr>
            <p:grpSpPr>
              <a:xfrm>
                <a:off x="8940270" y="2277522"/>
                <a:ext cx="112966" cy="112966"/>
                <a:chOff x="8940270" y="2277522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5010" name="Forme libre : forme 15009">
                  <a:extLst>
                    <a:ext uri="{FF2B5EF4-FFF2-40B4-BE49-F238E27FC236}">
                      <a16:creationId xmlns:a16="http://schemas.microsoft.com/office/drawing/2014/main" id="{8D7BC701-4400-40B2-B759-3692FF85A98B}"/>
                    </a:ext>
                  </a:extLst>
                </p:cNvPr>
                <p:cNvSpPr/>
                <p:nvPr/>
              </p:nvSpPr>
              <p:spPr>
                <a:xfrm>
                  <a:off x="8940270" y="2277522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11" name="Forme libre : forme 15010">
                  <a:extLst>
                    <a:ext uri="{FF2B5EF4-FFF2-40B4-BE49-F238E27FC236}">
                      <a16:creationId xmlns:a16="http://schemas.microsoft.com/office/drawing/2014/main" id="{858EA93A-BB1E-40D0-98E6-540DE03BFDA0}"/>
                    </a:ext>
                  </a:extLst>
                </p:cNvPr>
                <p:cNvSpPr/>
                <p:nvPr/>
              </p:nvSpPr>
              <p:spPr>
                <a:xfrm>
                  <a:off x="8940369" y="2277696"/>
                  <a:ext cx="101532" cy="112693"/>
                </a:xfrm>
                <a:custGeom>
                  <a:avLst/>
                  <a:gdLst>
                    <a:gd name="connsiteX0" fmla="*/ 55431 w 101532"/>
                    <a:gd name="connsiteY0" fmla="*/ 57167 h 112693"/>
                    <a:gd name="connsiteX1" fmla="*/ 61813 w 101532"/>
                    <a:gd name="connsiteY1" fmla="*/ 302 h 112693"/>
                    <a:gd name="connsiteX2" fmla="*/ 33143 w 101532"/>
                    <a:gd name="connsiteY2" fmla="*/ 4874 h 112693"/>
                    <a:gd name="connsiteX3" fmla="*/ 5044 w 101532"/>
                    <a:gd name="connsiteY3" fmla="*/ 79550 h 112693"/>
                    <a:gd name="connsiteX4" fmla="*/ 79720 w 101532"/>
                    <a:gd name="connsiteY4" fmla="*/ 107649 h 112693"/>
                    <a:gd name="connsiteX5" fmla="*/ 101532 w 101532"/>
                    <a:gd name="connsiteY5" fmla="*/ 89742 h 112693"/>
                    <a:gd name="connsiteX6" fmla="*/ 55431 w 101532"/>
                    <a:gd name="connsiteY6" fmla="*/ 57167 h 112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532" h="112693">
                      <a:moveTo>
                        <a:pt x="55431" y="57167"/>
                      </a:moveTo>
                      <a:cubicBezTo>
                        <a:pt x="46668" y="37831"/>
                        <a:pt x="49907" y="16209"/>
                        <a:pt x="61813" y="302"/>
                      </a:cubicBezTo>
                      <a:cubicBezTo>
                        <a:pt x="52288" y="-650"/>
                        <a:pt x="42477" y="588"/>
                        <a:pt x="33143" y="4874"/>
                      </a:cubicBezTo>
                      <a:cubicBezTo>
                        <a:pt x="4758" y="17733"/>
                        <a:pt x="-7815" y="51166"/>
                        <a:pt x="5044" y="79550"/>
                      </a:cubicBezTo>
                      <a:cubicBezTo>
                        <a:pt x="17903" y="107935"/>
                        <a:pt x="51335" y="120508"/>
                        <a:pt x="79720" y="107649"/>
                      </a:cubicBezTo>
                      <a:cubicBezTo>
                        <a:pt x="88769" y="103553"/>
                        <a:pt x="96008" y="97267"/>
                        <a:pt x="101532" y="89742"/>
                      </a:cubicBezTo>
                      <a:cubicBezTo>
                        <a:pt x="82006" y="87932"/>
                        <a:pt x="64099" y="76217"/>
                        <a:pt x="55431" y="57167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12" name="Forme libre : forme 15011">
                  <a:extLst>
                    <a:ext uri="{FF2B5EF4-FFF2-40B4-BE49-F238E27FC236}">
                      <a16:creationId xmlns:a16="http://schemas.microsoft.com/office/drawing/2014/main" id="{0B267593-DCB2-4EE2-915F-81DEB7F503C6}"/>
                    </a:ext>
                  </a:extLst>
                </p:cNvPr>
                <p:cNvSpPr/>
                <p:nvPr/>
              </p:nvSpPr>
              <p:spPr>
                <a:xfrm rot="-3037459">
                  <a:off x="8987374" y="2326434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13" name="Forme libre : forme 15012">
                  <a:extLst>
                    <a:ext uri="{FF2B5EF4-FFF2-40B4-BE49-F238E27FC236}">
                      <a16:creationId xmlns:a16="http://schemas.microsoft.com/office/drawing/2014/main" id="{FC91DD6E-345F-4559-8659-90B3E499DB31}"/>
                    </a:ext>
                  </a:extLst>
                </p:cNvPr>
                <p:cNvSpPr/>
                <p:nvPr/>
              </p:nvSpPr>
              <p:spPr>
                <a:xfrm>
                  <a:off x="9011898" y="2318860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5014" name="Graphique 2">
              <a:extLst>
                <a:ext uri="{FF2B5EF4-FFF2-40B4-BE49-F238E27FC236}">
                  <a16:creationId xmlns:a16="http://schemas.microsoft.com/office/drawing/2014/main" id="{207C483A-BD51-449C-AACA-1D66EBABD4B6}"/>
                </a:ext>
              </a:extLst>
            </p:cNvPr>
            <p:cNvGrpSpPr/>
            <p:nvPr/>
          </p:nvGrpSpPr>
          <p:grpSpPr>
            <a:xfrm>
              <a:off x="7003742" y="4412170"/>
              <a:ext cx="238125" cy="214979"/>
              <a:chOff x="7003742" y="4412170"/>
              <a:chExt cx="238125" cy="214979"/>
            </a:xfrm>
            <a:solidFill>
              <a:schemeClr val="accent1"/>
            </a:solidFill>
          </p:grpSpPr>
          <p:grpSp>
            <p:nvGrpSpPr>
              <p:cNvPr id="15015" name="Graphique 2">
                <a:extLst>
                  <a:ext uri="{FF2B5EF4-FFF2-40B4-BE49-F238E27FC236}">
                    <a16:creationId xmlns:a16="http://schemas.microsoft.com/office/drawing/2014/main" id="{FF999F86-0C7A-4911-B86C-E9661631930A}"/>
                  </a:ext>
                </a:extLst>
              </p:cNvPr>
              <p:cNvGrpSpPr/>
              <p:nvPr/>
            </p:nvGrpSpPr>
            <p:grpSpPr>
              <a:xfrm>
                <a:off x="7128901" y="4514182"/>
                <a:ext cx="112966" cy="112966"/>
                <a:chOff x="7128901" y="4514182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5016" name="Forme libre : forme 15015">
                  <a:extLst>
                    <a:ext uri="{FF2B5EF4-FFF2-40B4-BE49-F238E27FC236}">
                      <a16:creationId xmlns:a16="http://schemas.microsoft.com/office/drawing/2014/main" id="{948E5C83-191B-4AA5-8D52-F75D30C477EF}"/>
                    </a:ext>
                  </a:extLst>
                </p:cNvPr>
                <p:cNvSpPr/>
                <p:nvPr/>
              </p:nvSpPr>
              <p:spPr>
                <a:xfrm>
                  <a:off x="7128901" y="4514182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17" name="Forme libre : forme 15016">
                  <a:extLst>
                    <a:ext uri="{FF2B5EF4-FFF2-40B4-BE49-F238E27FC236}">
                      <a16:creationId xmlns:a16="http://schemas.microsoft.com/office/drawing/2014/main" id="{91ADDD18-44DB-43EA-BF93-85F7DD2647FE}"/>
                    </a:ext>
                  </a:extLst>
                </p:cNvPr>
                <p:cNvSpPr/>
                <p:nvPr/>
              </p:nvSpPr>
              <p:spPr>
                <a:xfrm>
                  <a:off x="7140235" y="4514186"/>
                  <a:ext cx="101532" cy="112693"/>
                </a:xfrm>
                <a:custGeom>
                  <a:avLst/>
                  <a:gdLst>
                    <a:gd name="connsiteX0" fmla="*/ 46101 w 101532"/>
                    <a:gd name="connsiteY0" fmla="*/ 55527 h 112693"/>
                    <a:gd name="connsiteX1" fmla="*/ 39719 w 101532"/>
                    <a:gd name="connsiteY1" fmla="*/ 112391 h 112693"/>
                    <a:gd name="connsiteX2" fmla="*/ 68390 w 101532"/>
                    <a:gd name="connsiteY2" fmla="*/ 107819 h 112693"/>
                    <a:gd name="connsiteX3" fmla="*/ 96488 w 101532"/>
                    <a:gd name="connsiteY3" fmla="*/ 33143 h 112693"/>
                    <a:gd name="connsiteX4" fmla="*/ 21812 w 101532"/>
                    <a:gd name="connsiteY4" fmla="*/ 5044 h 112693"/>
                    <a:gd name="connsiteX5" fmla="*/ 0 w 101532"/>
                    <a:gd name="connsiteY5" fmla="*/ 22951 h 112693"/>
                    <a:gd name="connsiteX6" fmla="*/ 46101 w 101532"/>
                    <a:gd name="connsiteY6" fmla="*/ 55527 h 112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532" h="112693">
                      <a:moveTo>
                        <a:pt x="46101" y="55527"/>
                      </a:moveTo>
                      <a:cubicBezTo>
                        <a:pt x="54864" y="74862"/>
                        <a:pt x="51625" y="96484"/>
                        <a:pt x="39719" y="112391"/>
                      </a:cubicBezTo>
                      <a:cubicBezTo>
                        <a:pt x="49244" y="113343"/>
                        <a:pt x="59055" y="112105"/>
                        <a:pt x="68390" y="107819"/>
                      </a:cubicBezTo>
                      <a:cubicBezTo>
                        <a:pt x="96774" y="94960"/>
                        <a:pt x="109347" y="61527"/>
                        <a:pt x="96488" y="33143"/>
                      </a:cubicBezTo>
                      <a:cubicBezTo>
                        <a:pt x="83629" y="4758"/>
                        <a:pt x="50197" y="-7815"/>
                        <a:pt x="21812" y="5044"/>
                      </a:cubicBezTo>
                      <a:cubicBezTo>
                        <a:pt x="12764" y="9140"/>
                        <a:pt x="5525" y="15426"/>
                        <a:pt x="0" y="22951"/>
                      </a:cubicBezTo>
                      <a:cubicBezTo>
                        <a:pt x="19526" y="24761"/>
                        <a:pt x="37433" y="36477"/>
                        <a:pt x="46101" y="55527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18" name="Forme libre : forme 15017">
                  <a:extLst>
                    <a:ext uri="{FF2B5EF4-FFF2-40B4-BE49-F238E27FC236}">
                      <a16:creationId xmlns:a16="http://schemas.microsoft.com/office/drawing/2014/main" id="{20DDC588-A77B-46A1-8F94-D4B0F04E4AF4}"/>
                    </a:ext>
                  </a:extLst>
                </p:cNvPr>
                <p:cNvSpPr/>
                <p:nvPr/>
              </p:nvSpPr>
              <p:spPr>
                <a:xfrm rot="-3037459">
                  <a:off x="7140779" y="4531307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19" name="Forme libre : forme 15018">
                  <a:extLst>
                    <a:ext uri="{FF2B5EF4-FFF2-40B4-BE49-F238E27FC236}">
                      <a16:creationId xmlns:a16="http://schemas.microsoft.com/office/drawing/2014/main" id="{75C0B953-AB98-4C7D-AE89-A2E96683B444}"/>
                    </a:ext>
                  </a:extLst>
                </p:cNvPr>
                <p:cNvSpPr/>
                <p:nvPr/>
              </p:nvSpPr>
              <p:spPr>
                <a:xfrm>
                  <a:off x="7151761" y="4567237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5020" name="Graphique 2">
                <a:extLst>
                  <a:ext uri="{FF2B5EF4-FFF2-40B4-BE49-F238E27FC236}">
                    <a16:creationId xmlns:a16="http://schemas.microsoft.com/office/drawing/2014/main" id="{F4128A88-26A2-4643-9844-84E891BC233E}"/>
                  </a:ext>
                </a:extLst>
              </p:cNvPr>
              <p:cNvGrpSpPr/>
              <p:nvPr/>
            </p:nvGrpSpPr>
            <p:grpSpPr>
              <a:xfrm>
                <a:off x="7003742" y="4412170"/>
                <a:ext cx="112966" cy="112966"/>
                <a:chOff x="7003742" y="4412170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5021" name="Forme libre : forme 15020">
                  <a:extLst>
                    <a:ext uri="{FF2B5EF4-FFF2-40B4-BE49-F238E27FC236}">
                      <a16:creationId xmlns:a16="http://schemas.microsoft.com/office/drawing/2014/main" id="{FECBCD7D-2743-46AF-AED4-47FC565D3608}"/>
                    </a:ext>
                  </a:extLst>
                </p:cNvPr>
                <p:cNvSpPr/>
                <p:nvPr/>
              </p:nvSpPr>
              <p:spPr>
                <a:xfrm>
                  <a:off x="7003742" y="4412170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22" name="Forme libre : forme 15021">
                  <a:extLst>
                    <a:ext uri="{FF2B5EF4-FFF2-40B4-BE49-F238E27FC236}">
                      <a16:creationId xmlns:a16="http://schemas.microsoft.com/office/drawing/2014/main" id="{879A9E51-4E82-42EC-AD06-640FFCDCEDB7}"/>
                    </a:ext>
                  </a:extLst>
                </p:cNvPr>
                <p:cNvSpPr/>
                <p:nvPr/>
              </p:nvSpPr>
              <p:spPr>
                <a:xfrm>
                  <a:off x="7015172" y="4412174"/>
                  <a:ext cx="101532" cy="112693"/>
                </a:xfrm>
                <a:custGeom>
                  <a:avLst/>
                  <a:gdLst>
                    <a:gd name="connsiteX0" fmla="*/ 46101 w 101532"/>
                    <a:gd name="connsiteY0" fmla="*/ 55526 h 112693"/>
                    <a:gd name="connsiteX1" fmla="*/ 39719 w 101532"/>
                    <a:gd name="connsiteY1" fmla="*/ 112391 h 112693"/>
                    <a:gd name="connsiteX2" fmla="*/ 68389 w 101532"/>
                    <a:gd name="connsiteY2" fmla="*/ 107819 h 112693"/>
                    <a:gd name="connsiteX3" fmla="*/ 96488 w 101532"/>
                    <a:gd name="connsiteY3" fmla="*/ 33143 h 112693"/>
                    <a:gd name="connsiteX4" fmla="*/ 21812 w 101532"/>
                    <a:gd name="connsiteY4" fmla="*/ 5044 h 112693"/>
                    <a:gd name="connsiteX5" fmla="*/ 0 w 101532"/>
                    <a:gd name="connsiteY5" fmla="*/ 22951 h 112693"/>
                    <a:gd name="connsiteX6" fmla="*/ 46101 w 101532"/>
                    <a:gd name="connsiteY6" fmla="*/ 55526 h 112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532" h="112693">
                      <a:moveTo>
                        <a:pt x="46101" y="55526"/>
                      </a:moveTo>
                      <a:cubicBezTo>
                        <a:pt x="54864" y="74862"/>
                        <a:pt x="51625" y="96484"/>
                        <a:pt x="39719" y="112391"/>
                      </a:cubicBezTo>
                      <a:cubicBezTo>
                        <a:pt x="49244" y="113343"/>
                        <a:pt x="59055" y="112105"/>
                        <a:pt x="68389" y="107819"/>
                      </a:cubicBezTo>
                      <a:cubicBezTo>
                        <a:pt x="96774" y="94960"/>
                        <a:pt x="109347" y="61527"/>
                        <a:pt x="96488" y="33143"/>
                      </a:cubicBezTo>
                      <a:cubicBezTo>
                        <a:pt x="83629" y="4758"/>
                        <a:pt x="50197" y="-7815"/>
                        <a:pt x="21812" y="5044"/>
                      </a:cubicBezTo>
                      <a:cubicBezTo>
                        <a:pt x="12763" y="9140"/>
                        <a:pt x="5524" y="15426"/>
                        <a:pt x="0" y="22951"/>
                      </a:cubicBezTo>
                      <a:cubicBezTo>
                        <a:pt x="19431" y="24761"/>
                        <a:pt x="37433" y="36476"/>
                        <a:pt x="46101" y="55526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23" name="Forme libre : forme 15022">
                  <a:extLst>
                    <a:ext uri="{FF2B5EF4-FFF2-40B4-BE49-F238E27FC236}">
                      <a16:creationId xmlns:a16="http://schemas.microsoft.com/office/drawing/2014/main" id="{756B2477-E0A5-4672-836A-2CB9CAD0AECE}"/>
                    </a:ext>
                  </a:extLst>
                </p:cNvPr>
                <p:cNvSpPr/>
                <p:nvPr/>
              </p:nvSpPr>
              <p:spPr>
                <a:xfrm rot="-3037459">
                  <a:off x="7015641" y="4429321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24" name="Forme libre : forme 15023">
                  <a:extLst>
                    <a:ext uri="{FF2B5EF4-FFF2-40B4-BE49-F238E27FC236}">
                      <a16:creationId xmlns:a16="http://schemas.microsoft.com/office/drawing/2014/main" id="{D490C665-9889-4728-9123-41B882564F46}"/>
                    </a:ext>
                  </a:extLst>
                </p:cNvPr>
                <p:cNvSpPr/>
                <p:nvPr/>
              </p:nvSpPr>
              <p:spPr>
                <a:xfrm>
                  <a:off x="7026697" y="4465224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6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5025" name="Graphique 2">
              <a:extLst>
                <a:ext uri="{FF2B5EF4-FFF2-40B4-BE49-F238E27FC236}">
                  <a16:creationId xmlns:a16="http://schemas.microsoft.com/office/drawing/2014/main" id="{1FC9ADB6-3830-4C23-B0DB-97D3D8986CB2}"/>
                </a:ext>
              </a:extLst>
            </p:cNvPr>
            <p:cNvGrpSpPr/>
            <p:nvPr/>
          </p:nvGrpSpPr>
          <p:grpSpPr>
            <a:xfrm>
              <a:off x="7366549" y="1975960"/>
              <a:ext cx="263506" cy="171259"/>
              <a:chOff x="7366549" y="1975960"/>
              <a:chExt cx="263506" cy="171259"/>
            </a:xfrm>
            <a:solidFill>
              <a:schemeClr val="accent1"/>
            </a:solidFill>
          </p:grpSpPr>
          <p:grpSp>
            <p:nvGrpSpPr>
              <p:cNvPr id="15026" name="Graphique 2">
                <a:extLst>
                  <a:ext uri="{FF2B5EF4-FFF2-40B4-BE49-F238E27FC236}">
                    <a16:creationId xmlns:a16="http://schemas.microsoft.com/office/drawing/2014/main" id="{63B63E39-9D41-4CA9-B11F-37FD870B2494}"/>
                  </a:ext>
                </a:extLst>
              </p:cNvPr>
              <p:cNvGrpSpPr/>
              <p:nvPr/>
            </p:nvGrpSpPr>
            <p:grpSpPr>
              <a:xfrm>
                <a:off x="7366549" y="2034253"/>
                <a:ext cx="112966" cy="112966"/>
                <a:chOff x="7366549" y="2034253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5027" name="Forme libre : forme 15026">
                  <a:extLst>
                    <a:ext uri="{FF2B5EF4-FFF2-40B4-BE49-F238E27FC236}">
                      <a16:creationId xmlns:a16="http://schemas.microsoft.com/office/drawing/2014/main" id="{F50BD065-6226-4F2F-B6B2-BF98E42D3D36}"/>
                    </a:ext>
                  </a:extLst>
                </p:cNvPr>
                <p:cNvSpPr/>
                <p:nvPr/>
              </p:nvSpPr>
              <p:spPr>
                <a:xfrm>
                  <a:off x="7366549" y="2034253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28" name="Forme libre : forme 15027">
                  <a:extLst>
                    <a:ext uri="{FF2B5EF4-FFF2-40B4-BE49-F238E27FC236}">
                      <a16:creationId xmlns:a16="http://schemas.microsoft.com/office/drawing/2014/main" id="{179DFBB0-3E71-463E-9B77-130AF71FD317}"/>
                    </a:ext>
                  </a:extLst>
                </p:cNvPr>
                <p:cNvSpPr/>
                <p:nvPr/>
              </p:nvSpPr>
              <p:spPr>
                <a:xfrm>
                  <a:off x="7366594" y="2058447"/>
                  <a:ext cx="112872" cy="88728"/>
                </a:xfrm>
                <a:custGeom>
                  <a:avLst/>
                  <a:gdLst>
                    <a:gd name="connsiteX0" fmla="*/ 56724 w 112872"/>
                    <a:gd name="connsiteY0" fmla="*/ 33623 h 88728"/>
                    <a:gd name="connsiteX1" fmla="*/ 10433 w 112872"/>
                    <a:gd name="connsiteY1" fmla="*/ 0 h 88728"/>
                    <a:gd name="connsiteX2" fmla="*/ 241 w 112872"/>
                    <a:gd name="connsiteY2" fmla="*/ 27146 h 88728"/>
                    <a:gd name="connsiteX3" fmla="*/ 51295 w 112872"/>
                    <a:gd name="connsiteY3" fmla="*/ 88487 h 88728"/>
                    <a:gd name="connsiteX4" fmla="*/ 112636 w 112872"/>
                    <a:gd name="connsiteY4" fmla="*/ 37433 h 88728"/>
                    <a:gd name="connsiteX5" fmla="*/ 107874 w 112872"/>
                    <a:gd name="connsiteY5" fmla="*/ 9715 h 88728"/>
                    <a:gd name="connsiteX6" fmla="*/ 56724 w 112872"/>
                    <a:gd name="connsiteY6" fmla="*/ 33623 h 88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72" h="88728">
                      <a:moveTo>
                        <a:pt x="56724" y="33623"/>
                      </a:moveTo>
                      <a:cubicBezTo>
                        <a:pt x="35579" y="31718"/>
                        <a:pt x="18434" y="18193"/>
                        <a:pt x="10433" y="0"/>
                      </a:cubicBezTo>
                      <a:cubicBezTo>
                        <a:pt x="4908" y="7810"/>
                        <a:pt x="1194" y="16954"/>
                        <a:pt x="241" y="27146"/>
                      </a:cubicBezTo>
                      <a:cubicBezTo>
                        <a:pt x="-2616" y="58198"/>
                        <a:pt x="20244" y="85630"/>
                        <a:pt x="51295" y="88487"/>
                      </a:cubicBezTo>
                      <a:cubicBezTo>
                        <a:pt x="82347" y="91345"/>
                        <a:pt x="109779" y="68485"/>
                        <a:pt x="112636" y="37433"/>
                      </a:cubicBezTo>
                      <a:cubicBezTo>
                        <a:pt x="113589" y="27527"/>
                        <a:pt x="111589" y="18193"/>
                        <a:pt x="107874" y="9715"/>
                      </a:cubicBezTo>
                      <a:cubicBezTo>
                        <a:pt x="96634" y="25717"/>
                        <a:pt x="77584" y="35528"/>
                        <a:pt x="56724" y="3362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29" name="Forme libre : forme 15028">
                  <a:extLst>
                    <a:ext uri="{FF2B5EF4-FFF2-40B4-BE49-F238E27FC236}">
                      <a16:creationId xmlns:a16="http://schemas.microsoft.com/office/drawing/2014/main" id="{46E91664-935D-4B87-875A-3435CED8DC76}"/>
                    </a:ext>
                  </a:extLst>
                </p:cNvPr>
                <p:cNvSpPr/>
                <p:nvPr/>
              </p:nvSpPr>
              <p:spPr>
                <a:xfrm rot="-1260523">
                  <a:off x="7422018" y="2056310"/>
                  <a:ext cx="47052" cy="54100"/>
                </a:xfrm>
                <a:custGeom>
                  <a:avLst/>
                  <a:gdLst>
                    <a:gd name="connsiteX0" fmla="*/ 47052 w 47052"/>
                    <a:gd name="connsiteY0" fmla="*/ 27050 h 54100"/>
                    <a:gd name="connsiteX1" fmla="*/ 23526 w 47052"/>
                    <a:gd name="connsiteY1" fmla="*/ 54100 h 54100"/>
                    <a:gd name="connsiteX2" fmla="*/ 0 w 47052"/>
                    <a:gd name="connsiteY2" fmla="*/ 27050 h 54100"/>
                    <a:gd name="connsiteX3" fmla="*/ 23526 w 47052"/>
                    <a:gd name="connsiteY3" fmla="*/ 0 h 54100"/>
                    <a:gd name="connsiteX4" fmla="*/ 47052 w 47052"/>
                    <a:gd name="connsiteY4" fmla="*/ 27050 h 54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0">
                      <a:moveTo>
                        <a:pt x="47052" y="27050"/>
                      </a:moveTo>
                      <a:cubicBezTo>
                        <a:pt x="47052" y="41990"/>
                        <a:pt x="36519" y="54100"/>
                        <a:pt x="23526" y="54100"/>
                      </a:cubicBezTo>
                      <a:cubicBezTo>
                        <a:pt x="10533" y="54100"/>
                        <a:pt x="0" y="41990"/>
                        <a:pt x="0" y="27050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19" y="0"/>
                        <a:pt x="47052" y="12111"/>
                        <a:pt x="47052" y="27050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30" name="Forme libre : forme 15029">
                  <a:extLst>
                    <a:ext uri="{FF2B5EF4-FFF2-40B4-BE49-F238E27FC236}">
                      <a16:creationId xmlns:a16="http://schemas.microsoft.com/office/drawing/2014/main" id="{0EB40D77-9B82-428F-8EBE-5C404F5603DC}"/>
                    </a:ext>
                  </a:extLst>
                </p:cNvPr>
                <p:cNvSpPr/>
                <p:nvPr/>
              </p:nvSpPr>
              <p:spPr>
                <a:xfrm>
                  <a:off x="7420747" y="2057494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6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5031" name="Graphique 2">
                <a:extLst>
                  <a:ext uri="{FF2B5EF4-FFF2-40B4-BE49-F238E27FC236}">
                    <a16:creationId xmlns:a16="http://schemas.microsoft.com/office/drawing/2014/main" id="{DCF06051-DF15-4217-9EA2-72A4979DB989}"/>
                  </a:ext>
                </a:extLst>
              </p:cNvPr>
              <p:cNvGrpSpPr/>
              <p:nvPr/>
            </p:nvGrpSpPr>
            <p:grpSpPr>
              <a:xfrm>
                <a:off x="7517044" y="1975960"/>
                <a:ext cx="113011" cy="112966"/>
                <a:chOff x="7517044" y="1975960"/>
                <a:chExt cx="113011" cy="112966"/>
              </a:xfrm>
              <a:solidFill>
                <a:schemeClr val="accent1"/>
              </a:solidFill>
            </p:grpSpPr>
            <p:sp>
              <p:nvSpPr>
                <p:cNvPr id="15032" name="Forme libre : forme 15031">
                  <a:extLst>
                    <a:ext uri="{FF2B5EF4-FFF2-40B4-BE49-F238E27FC236}">
                      <a16:creationId xmlns:a16="http://schemas.microsoft.com/office/drawing/2014/main" id="{B98D072E-ECCE-41ED-9CE8-325750BBFE04}"/>
                    </a:ext>
                  </a:extLst>
                </p:cNvPr>
                <p:cNvSpPr/>
                <p:nvPr/>
              </p:nvSpPr>
              <p:spPr>
                <a:xfrm>
                  <a:off x="7517044" y="1975960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51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33" name="Forme libre : forme 15032">
                  <a:extLst>
                    <a:ext uri="{FF2B5EF4-FFF2-40B4-BE49-F238E27FC236}">
                      <a16:creationId xmlns:a16="http://schemas.microsoft.com/office/drawing/2014/main" id="{0EF553DD-76C3-4B90-8B7A-9A10FC137093}"/>
                    </a:ext>
                  </a:extLst>
                </p:cNvPr>
                <p:cNvSpPr/>
                <p:nvPr/>
              </p:nvSpPr>
              <p:spPr>
                <a:xfrm>
                  <a:off x="7517184" y="2000059"/>
                  <a:ext cx="112872" cy="88728"/>
                </a:xfrm>
                <a:custGeom>
                  <a:avLst/>
                  <a:gdLst>
                    <a:gd name="connsiteX0" fmla="*/ 56724 w 112872"/>
                    <a:gd name="connsiteY0" fmla="*/ 33623 h 88728"/>
                    <a:gd name="connsiteX1" fmla="*/ 10433 w 112872"/>
                    <a:gd name="connsiteY1" fmla="*/ 0 h 88728"/>
                    <a:gd name="connsiteX2" fmla="*/ 241 w 112872"/>
                    <a:gd name="connsiteY2" fmla="*/ 27146 h 88728"/>
                    <a:gd name="connsiteX3" fmla="*/ 51295 w 112872"/>
                    <a:gd name="connsiteY3" fmla="*/ 88487 h 88728"/>
                    <a:gd name="connsiteX4" fmla="*/ 112636 w 112872"/>
                    <a:gd name="connsiteY4" fmla="*/ 37433 h 88728"/>
                    <a:gd name="connsiteX5" fmla="*/ 107874 w 112872"/>
                    <a:gd name="connsiteY5" fmla="*/ 9715 h 88728"/>
                    <a:gd name="connsiteX6" fmla="*/ 56724 w 112872"/>
                    <a:gd name="connsiteY6" fmla="*/ 33623 h 88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72" h="88728">
                      <a:moveTo>
                        <a:pt x="56724" y="33623"/>
                      </a:moveTo>
                      <a:cubicBezTo>
                        <a:pt x="35579" y="31718"/>
                        <a:pt x="18434" y="18193"/>
                        <a:pt x="10433" y="0"/>
                      </a:cubicBezTo>
                      <a:cubicBezTo>
                        <a:pt x="4909" y="7810"/>
                        <a:pt x="1194" y="16954"/>
                        <a:pt x="241" y="27146"/>
                      </a:cubicBezTo>
                      <a:cubicBezTo>
                        <a:pt x="-2616" y="58198"/>
                        <a:pt x="20244" y="85630"/>
                        <a:pt x="51295" y="88487"/>
                      </a:cubicBezTo>
                      <a:cubicBezTo>
                        <a:pt x="82347" y="91345"/>
                        <a:pt x="109779" y="68485"/>
                        <a:pt x="112636" y="37433"/>
                      </a:cubicBezTo>
                      <a:cubicBezTo>
                        <a:pt x="113589" y="27527"/>
                        <a:pt x="111589" y="18193"/>
                        <a:pt x="107874" y="9715"/>
                      </a:cubicBezTo>
                      <a:cubicBezTo>
                        <a:pt x="96539" y="25717"/>
                        <a:pt x="77584" y="35528"/>
                        <a:pt x="56724" y="33623"/>
                      </a:cubicBezTo>
                      <a:close/>
                    </a:path>
                  </a:pathLst>
                </a:custGeom>
                <a:solidFill>
                  <a:srgbClr val="F99A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34" name="Forme libre : forme 15033">
                  <a:extLst>
                    <a:ext uri="{FF2B5EF4-FFF2-40B4-BE49-F238E27FC236}">
                      <a16:creationId xmlns:a16="http://schemas.microsoft.com/office/drawing/2014/main" id="{848AEDB3-D329-4072-9539-E7AFE5A19DCB}"/>
                    </a:ext>
                  </a:extLst>
                </p:cNvPr>
                <p:cNvSpPr/>
                <p:nvPr/>
              </p:nvSpPr>
              <p:spPr>
                <a:xfrm rot="-1260523">
                  <a:off x="7572496" y="1997934"/>
                  <a:ext cx="47052" cy="54100"/>
                </a:xfrm>
                <a:custGeom>
                  <a:avLst/>
                  <a:gdLst>
                    <a:gd name="connsiteX0" fmla="*/ 47052 w 47052"/>
                    <a:gd name="connsiteY0" fmla="*/ 27050 h 54100"/>
                    <a:gd name="connsiteX1" fmla="*/ 23526 w 47052"/>
                    <a:gd name="connsiteY1" fmla="*/ 54100 h 54100"/>
                    <a:gd name="connsiteX2" fmla="*/ 0 w 47052"/>
                    <a:gd name="connsiteY2" fmla="*/ 27050 h 54100"/>
                    <a:gd name="connsiteX3" fmla="*/ 23526 w 47052"/>
                    <a:gd name="connsiteY3" fmla="*/ 0 h 54100"/>
                    <a:gd name="connsiteX4" fmla="*/ 47052 w 47052"/>
                    <a:gd name="connsiteY4" fmla="*/ 27050 h 54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0">
                      <a:moveTo>
                        <a:pt x="47052" y="27050"/>
                      </a:moveTo>
                      <a:cubicBezTo>
                        <a:pt x="47052" y="41990"/>
                        <a:pt x="36519" y="54100"/>
                        <a:pt x="23526" y="54100"/>
                      </a:cubicBezTo>
                      <a:cubicBezTo>
                        <a:pt x="10533" y="54100"/>
                        <a:pt x="0" y="41990"/>
                        <a:pt x="0" y="27050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19" y="0"/>
                        <a:pt x="47052" y="12111"/>
                        <a:pt x="47052" y="27050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35" name="Forme libre : forme 15034">
                  <a:extLst>
                    <a:ext uri="{FF2B5EF4-FFF2-40B4-BE49-F238E27FC236}">
                      <a16:creationId xmlns:a16="http://schemas.microsoft.com/office/drawing/2014/main" id="{DE3DE5DC-D349-4155-8018-9CCE59AC1F1B}"/>
                    </a:ext>
                  </a:extLst>
                </p:cNvPr>
                <p:cNvSpPr/>
                <p:nvPr/>
              </p:nvSpPr>
              <p:spPr>
                <a:xfrm>
                  <a:off x="7571337" y="1999106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6" y="18478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5036" name="Graphique 2">
              <a:extLst>
                <a:ext uri="{FF2B5EF4-FFF2-40B4-BE49-F238E27FC236}">
                  <a16:creationId xmlns:a16="http://schemas.microsoft.com/office/drawing/2014/main" id="{92CEB99D-39EC-4F55-B1E2-6B68485E0BDA}"/>
                </a:ext>
              </a:extLst>
            </p:cNvPr>
            <p:cNvGrpSpPr/>
            <p:nvPr/>
          </p:nvGrpSpPr>
          <p:grpSpPr>
            <a:xfrm>
              <a:off x="8480308" y="1996439"/>
              <a:ext cx="112966" cy="112976"/>
              <a:chOff x="8480308" y="1996439"/>
              <a:chExt cx="112966" cy="112976"/>
            </a:xfrm>
            <a:solidFill>
              <a:schemeClr val="accent1"/>
            </a:solidFill>
          </p:grpSpPr>
          <p:sp>
            <p:nvSpPr>
              <p:cNvPr id="15037" name="Forme libre : forme 15036">
                <a:extLst>
                  <a:ext uri="{FF2B5EF4-FFF2-40B4-BE49-F238E27FC236}">
                    <a16:creationId xmlns:a16="http://schemas.microsoft.com/office/drawing/2014/main" id="{81123300-8697-4678-A53A-A4300ECF9C37}"/>
                  </a:ext>
                </a:extLst>
              </p:cNvPr>
              <p:cNvSpPr/>
              <p:nvPr/>
            </p:nvSpPr>
            <p:spPr>
              <a:xfrm>
                <a:off x="8480308" y="1996439"/>
                <a:ext cx="112966" cy="112966"/>
              </a:xfrm>
              <a:custGeom>
                <a:avLst/>
                <a:gdLst>
                  <a:gd name="connsiteX0" fmla="*/ 112966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6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6" y="56483"/>
                    </a:moveTo>
                    <a:cubicBezTo>
                      <a:pt x="112966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8" y="0"/>
                      <a:pt x="56483" y="0"/>
                    </a:cubicBezTo>
                    <a:cubicBezTo>
                      <a:pt x="87678" y="0"/>
                      <a:pt x="112966" y="25288"/>
                      <a:pt x="112966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38" name="Forme libre : forme 15037">
                <a:extLst>
                  <a:ext uri="{FF2B5EF4-FFF2-40B4-BE49-F238E27FC236}">
                    <a16:creationId xmlns:a16="http://schemas.microsoft.com/office/drawing/2014/main" id="{CD482175-42D9-4916-B4AE-2211056B9C85}"/>
                  </a:ext>
                </a:extLst>
              </p:cNvPr>
              <p:cNvSpPr/>
              <p:nvPr/>
            </p:nvSpPr>
            <p:spPr>
              <a:xfrm>
                <a:off x="8480393" y="2001964"/>
                <a:ext cx="112214" cy="107451"/>
              </a:xfrm>
              <a:custGeom>
                <a:avLst/>
                <a:gdLst>
                  <a:gd name="connsiteX0" fmla="*/ 56017 w 112214"/>
                  <a:gd name="connsiteY0" fmla="*/ 52292 h 107451"/>
                  <a:gd name="connsiteX1" fmla="*/ 32966 w 112214"/>
                  <a:gd name="connsiteY1" fmla="*/ 0 h 107451"/>
                  <a:gd name="connsiteX2" fmla="*/ 10487 w 112214"/>
                  <a:gd name="connsiteY2" fmla="*/ 18288 h 107451"/>
                  <a:gd name="connsiteX3" fmla="*/ 23727 w 112214"/>
                  <a:gd name="connsiteY3" fmla="*/ 96965 h 107451"/>
                  <a:gd name="connsiteX4" fmla="*/ 102403 w 112214"/>
                  <a:gd name="connsiteY4" fmla="*/ 83725 h 107451"/>
                  <a:gd name="connsiteX5" fmla="*/ 112214 w 112214"/>
                  <a:gd name="connsiteY5" fmla="*/ 57340 h 107451"/>
                  <a:gd name="connsiteX6" fmla="*/ 56017 w 112214"/>
                  <a:gd name="connsiteY6" fmla="*/ 52292 h 107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214" h="107451">
                    <a:moveTo>
                      <a:pt x="56017" y="52292"/>
                    </a:moveTo>
                    <a:cubicBezTo>
                      <a:pt x="38681" y="40005"/>
                      <a:pt x="30680" y="19717"/>
                      <a:pt x="32966" y="0"/>
                    </a:cubicBezTo>
                    <a:cubicBezTo>
                      <a:pt x="24298" y="4000"/>
                      <a:pt x="16393" y="10001"/>
                      <a:pt x="10487" y="18288"/>
                    </a:cubicBezTo>
                    <a:cubicBezTo>
                      <a:pt x="-7610" y="43720"/>
                      <a:pt x="-1705" y="78962"/>
                      <a:pt x="23727" y="96965"/>
                    </a:cubicBezTo>
                    <a:cubicBezTo>
                      <a:pt x="49159" y="115062"/>
                      <a:pt x="84401" y="109156"/>
                      <a:pt x="102403" y="83725"/>
                    </a:cubicBezTo>
                    <a:cubicBezTo>
                      <a:pt x="108118" y="75629"/>
                      <a:pt x="111262" y="66580"/>
                      <a:pt x="112214" y="57340"/>
                    </a:cubicBezTo>
                    <a:cubicBezTo>
                      <a:pt x="94402" y="65532"/>
                      <a:pt x="73066" y="64389"/>
                      <a:pt x="56017" y="52292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39" name="Forme libre : forme 15038">
                <a:extLst>
                  <a:ext uri="{FF2B5EF4-FFF2-40B4-BE49-F238E27FC236}">
                    <a16:creationId xmlns:a16="http://schemas.microsoft.com/office/drawing/2014/main" id="{07160D79-D6FE-4657-9171-E5F2CC68E68A}"/>
                  </a:ext>
                </a:extLst>
              </p:cNvPr>
              <p:cNvSpPr/>
              <p:nvPr/>
            </p:nvSpPr>
            <p:spPr>
              <a:xfrm rot="-4847238">
                <a:off x="8532808" y="2034358"/>
                <a:ext cx="54101" cy="47053"/>
              </a:xfrm>
              <a:custGeom>
                <a:avLst/>
                <a:gdLst>
                  <a:gd name="connsiteX0" fmla="*/ 54102 w 54101"/>
                  <a:gd name="connsiteY0" fmla="*/ 23527 h 47053"/>
                  <a:gd name="connsiteX1" fmla="*/ 27051 w 54101"/>
                  <a:gd name="connsiteY1" fmla="*/ 47054 h 47053"/>
                  <a:gd name="connsiteX2" fmla="*/ 0 w 54101"/>
                  <a:gd name="connsiteY2" fmla="*/ 23527 h 47053"/>
                  <a:gd name="connsiteX3" fmla="*/ 27051 w 54101"/>
                  <a:gd name="connsiteY3" fmla="*/ 0 h 47053"/>
                  <a:gd name="connsiteX4" fmla="*/ 54102 w 54101"/>
                  <a:gd name="connsiteY4" fmla="*/ 23527 h 4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101" h="47053">
                    <a:moveTo>
                      <a:pt x="54102" y="23527"/>
                    </a:moveTo>
                    <a:cubicBezTo>
                      <a:pt x="54102" y="36520"/>
                      <a:pt x="41991" y="47054"/>
                      <a:pt x="27051" y="47054"/>
                    </a:cubicBezTo>
                    <a:cubicBezTo>
                      <a:pt x="12111" y="47054"/>
                      <a:pt x="0" y="36520"/>
                      <a:pt x="0" y="23527"/>
                    </a:cubicBezTo>
                    <a:cubicBezTo>
                      <a:pt x="0" y="10533"/>
                      <a:pt x="12111" y="0"/>
                      <a:pt x="27051" y="0"/>
                    </a:cubicBezTo>
                    <a:cubicBezTo>
                      <a:pt x="41991" y="0"/>
                      <a:pt x="54102" y="10533"/>
                      <a:pt x="54102" y="23527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40" name="Forme libre : forme 15039">
                <a:extLst>
                  <a:ext uri="{FF2B5EF4-FFF2-40B4-BE49-F238E27FC236}">
                    <a16:creationId xmlns:a16="http://schemas.microsoft.com/office/drawing/2014/main" id="{8CBE1E5B-C23A-4DFF-B681-5E12FBCD0DBD}"/>
                  </a:ext>
                </a:extLst>
              </p:cNvPr>
              <p:cNvSpPr/>
              <p:nvPr/>
            </p:nvSpPr>
            <p:spPr>
              <a:xfrm>
                <a:off x="8545649" y="2026443"/>
                <a:ext cx="18478" cy="18478"/>
              </a:xfrm>
              <a:custGeom>
                <a:avLst/>
                <a:gdLst>
                  <a:gd name="connsiteX0" fmla="*/ 18479 w 18478"/>
                  <a:gd name="connsiteY0" fmla="*/ 9239 h 18478"/>
                  <a:gd name="connsiteX1" fmla="*/ 9239 w 18478"/>
                  <a:gd name="connsiteY1" fmla="*/ 18479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9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9" y="9239"/>
                    </a:moveTo>
                    <a:cubicBezTo>
                      <a:pt x="18479" y="14342"/>
                      <a:pt x="14342" y="18479"/>
                      <a:pt x="9239" y="18479"/>
                    </a:cubicBezTo>
                    <a:cubicBezTo>
                      <a:pt x="4137" y="18479"/>
                      <a:pt x="0" y="14342"/>
                      <a:pt x="0" y="9239"/>
                    </a:cubicBezTo>
                    <a:cubicBezTo>
                      <a:pt x="0" y="4137"/>
                      <a:pt x="4137" y="0"/>
                      <a:pt x="9239" y="0"/>
                    </a:cubicBezTo>
                    <a:cubicBezTo>
                      <a:pt x="14342" y="0"/>
                      <a:pt x="18479" y="4137"/>
                      <a:pt x="18479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041" name="Graphique 2">
              <a:extLst>
                <a:ext uri="{FF2B5EF4-FFF2-40B4-BE49-F238E27FC236}">
                  <a16:creationId xmlns:a16="http://schemas.microsoft.com/office/drawing/2014/main" id="{A28667E0-9C5E-4808-B547-89C6A4E9FFDB}"/>
                </a:ext>
              </a:extLst>
            </p:cNvPr>
            <p:cNvGrpSpPr/>
            <p:nvPr/>
          </p:nvGrpSpPr>
          <p:grpSpPr>
            <a:xfrm>
              <a:off x="9391945" y="3098767"/>
              <a:ext cx="112966" cy="112966"/>
              <a:chOff x="9391945" y="3098767"/>
              <a:chExt cx="112966" cy="112966"/>
            </a:xfrm>
            <a:solidFill>
              <a:schemeClr val="accent1"/>
            </a:solidFill>
          </p:grpSpPr>
          <p:sp>
            <p:nvSpPr>
              <p:cNvPr id="15042" name="Forme libre : forme 15041">
                <a:extLst>
                  <a:ext uri="{FF2B5EF4-FFF2-40B4-BE49-F238E27FC236}">
                    <a16:creationId xmlns:a16="http://schemas.microsoft.com/office/drawing/2014/main" id="{46088033-B8B6-42DC-828B-64359452FB2D}"/>
                  </a:ext>
                </a:extLst>
              </p:cNvPr>
              <p:cNvSpPr/>
              <p:nvPr/>
            </p:nvSpPr>
            <p:spPr>
              <a:xfrm>
                <a:off x="9391945" y="3098767"/>
                <a:ext cx="112966" cy="112966"/>
              </a:xfrm>
              <a:custGeom>
                <a:avLst/>
                <a:gdLst>
                  <a:gd name="connsiteX0" fmla="*/ 112966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6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6" y="56483"/>
                    </a:moveTo>
                    <a:cubicBezTo>
                      <a:pt x="112966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8" y="0"/>
                      <a:pt x="56483" y="0"/>
                    </a:cubicBezTo>
                    <a:cubicBezTo>
                      <a:pt x="87678" y="0"/>
                      <a:pt x="112966" y="25288"/>
                      <a:pt x="112966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43" name="Forme libre : forme 15042">
                <a:extLst>
                  <a:ext uri="{FF2B5EF4-FFF2-40B4-BE49-F238E27FC236}">
                    <a16:creationId xmlns:a16="http://schemas.microsoft.com/office/drawing/2014/main" id="{4D302845-BCCD-4D76-B851-E7016125A383}"/>
                  </a:ext>
                </a:extLst>
              </p:cNvPr>
              <p:cNvSpPr/>
              <p:nvPr/>
            </p:nvSpPr>
            <p:spPr>
              <a:xfrm>
                <a:off x="9391989" y="3098811"/>
                <a:ext cx="88824" cy="112880"/>
              </a:xfrm>
              <a:custGeom>
                <a:avLst/>
                <a:gdLst>
                  <a:gd name="connsiteX0" fmla="*/ 55106 w 88824"/>
                  <a:gd name="connsiteY0" fmla="*/ 56725 h 112880"/>
                  <a:gd name="connsiteX1" fmla="*/ 88825 w 88824"/>
                  <a:gd name="connsiteY1" fmla="*/ 10529 h 112880"/>
                  <a:gd name="connsiteX2" fmla="*/ 61678 w 88824"/>
                  <a:gd name="connsiteY2" fmla="*/ 242 h 112880"/>
                  <a:gd name="connsiteX3" fmla="*/ 242 w 88824"/>
                  <a:gd name="connsiteY3" fmla="*/ 51201 h 112880"/>
                  <a:gd name="connsiteX4" fmla="*/ 51201 w 88824"/>
                  <a:gd name="connsiteY4" fmla="*/ 112637 h 112880"/>
                  <a:gd name="connsiteX5" fmla="*/ 79014 w 88824"/>
                  <a:gd name="connsiteY5" fmla="*/ 107970 h 112880"/>
                  <a:gd name="connsiteX6" fmla="*/ 55106 w 88824"/>
                  <a:gd name="connsiteY6" fmla="*/ 56725 h 11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8824" h="112880">
                    <a:moveTo>
                      <a:pt x="55106" y="56725"/>
                    </a:moveTo>
                    <a:cubicBezTo>
                      <a:pt x="57106" y="35580"/>
                      <a:pt x="70632" y="18435"/>
                      <a:pt x="88825" y="10529"/>
                    </a:cubicBezTo>
                    <a:cubicBezTo>
                      <a:pt x="81014" y="5005"/>
                      <a:pt x="71870" y="1195"/>
                      <a:pt x="61678" y="242"/>
                    </a:cubicBezTo>
                    <a:cubicBezTo>
                      <a:pt x="30627" y="-2615"/>
                      <a:pt x="3100" y="20149"/>
                      <a:pt x="242" y="51201"/>
                    </a:cubicBezTo>
                    <a:cubicBezTo>
                      <a:pt x="-2616" y="82252"/>
                      <a:pt x="20149" y="109780"/>
                      <a:pt x="51201" y="112637"/>
                    </a:cubicBezTo>
                    <a:cubicBezTo>
                      <a:pt x="61107" y="113590"/>
                      <a:pt x="70441" y="111685"/>
                      <a:pt x="79014" y="107970"/>
                    </a:cubicBezTo>
                    <a:cubicBezTo>
                      <a:pt x="63012" y="96635"/>
                      <a:pt x="53201" y="77585"/>
                      <a:pt x="55106" y="56725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44" name="Forme libre : forme 15043">
                <a:extLst>
                  <a:ext uri="{FF2B5EF4-FFF2-40B4-BE49-F238E27FC236}">
                    <a16:creationId xmlns:a16="http://schemas.microsoft.com/office/drawing/2014/main" id="{D9349134-DA68-498B-8AFC-FFE4BB7CEB66}"/>
                  </a:ext>
                </a:extLst>
              </p:cNvPr>
              <p:cNvSpPr/>
              <p:nvPr/>
            </p:nvSpPr>
            <p:spPr>
              <a:xfrm rot="-1254205">
                <a:off x="9428765" y="3154421"/>
                <a:ext cx="54102" cy="47054"/>
              </a:xfrm>
              <a:custGeom>
                <a:avLst/>
                <a:gdLst>
                  <a:gd name="connsiteX0" fmla="*/ 54103 w 54102"/>
                  <a:gd name="connsiteY0" fmla="*/ 23527 h 47054"/>
                  <a:gd name="connsiteX1" fmla="*/ 27052 w 54102"/>
                  <a:gd name="connsiteY1" fmla="*/ 47054 h 47054"/>
                  <a:gd name="connsiteX2" fmla="*/ 0 w 54102"/>
                  <a:gd name="connsiteY2" fmla="*/ 23527 h 47054"/>
                  <a:gd name="connsiteX3" fmla="*/ 27052 w 54102"/>
                  <a:gd name="connsiteY3" fmla="*/ 0 h 47054"/>
                  <a:gd name="connsiteX4" fmla="*/ 54103 w 54102"/>
                  <a:gd name="connsiteY4" fmla="*/ 23527 h 47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102" h="47054">
                    <a:moveTo>
                      <a:pt x="54103" y="23527"/>
                    </a:moveTo>
                    <a:cubicBezTo>
                      <a:pt x="54103" y="36521"/>
                      <a:pt x="41992" y="47054"/>
                      <a:pt x="27052" y="47054"/>
                    </a:cubicBezTo>
                    <a:cubicBezTo>
                      <a:pt x="12112" y="47054"/>
                      <a:pt x="0" y="36521"/>
                      <a:pt x="0" y="23527"/>
                    </a:cubicBezTo>
                    <a:cubicBezTo>
                      <a:pt x="0" y="10534"/>
                      <a:pt x="12112" y="0"/>
                      <a:pt x="27052" y="0"/>
                    </a:cubicBezTo>
                    <a:cubicBezTo>
                      <a:pt x="41992" y="0"/>
                      <a:pt x="54103" y="10533"/>
                      <a:pt x="54103" y="23527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45" name="Forme libre : forme 15044">
                <a:extLst>
                  <a:ext uri="{FF2B5EF4-FFF2-40B4-BE49-F238E27FC236}">
                    <a16:creationId xmlns:a16="http://schemas.microsoft.com/office/drawing/2014/main" id="{06A872E6-E0A4-48AA-A7EF-ACD4195D651A}"/>
                  </a:ext>
                </a:extLst>
              </p:cNvPr>
              <p:cNvSpPr/>
              <p:nvPr/>
            </p:nvSpPr>
            <p:spPr>
              <a:xfrm>
                <a:off x="9463192" y="3152965"/>
                <a:ext cx="18478" cy="18478"/>
              </a:xfrm>
              <a:custGeom>
                <a:avLst/>
                <a:gdLst>
                  <a:gd name="connsiteX0" fmla="*/ 18478 w 18478"/>
                  <a:gd name="connsiteY0" fmla="*/ 9239 h 18478"/>
                  <a:gd name="connsiteX1" fmla="*/ 9239 w 18478"/>
                  <a:gd name="connsiteY1" fmla="*/ 18479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8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8" y="9239"/>
                    </a:moveTo>
                    <a:cubicBezTo>
                      <a:pt x="18478" y="14342"/>
                      <a:pt x="14342" y="18479"/>
                      <a:pt x="9239" y="18479"/>
                    </a:cubicBezTo>
                    <a:cubicBezTo>
                      <a:pt x="4137" y="18479"/>
                      <a:pt x="0" y="14342"/>
                      <a:pt x="0" y="9239"/>
                    </a:cubicBezTo>
                    <a:cubicBezTo>
                      <a:pt x="0" y="4137"/>
                      <a:pt x="4137" y="0"/>
                      <a:pt x="9239" y="0"/>
                    </a:cubicBezTo>
                    <a:cubicBezTo>
                      <a:pt x="14342" y="0"/>
                      <a:pt x="18478" y="4137"/>
                      <a:pt x="18478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046" name="Graphique 2">
              <a:extLst>
                <a:ext uri="{FF2B5EF4-FFF2-40B4-BE49-F238E27FC236}">
                  <a16:creationId xmlns:a16="http://schemas.microsoft.com/office/drawing/2014/main" id="{8AE06168-D86E-429F-B3AE-EF3D0D98F4C1}"/>
                </a:ext>
              </a:extLst>
            </p:cNvPr>
            <p:cNvGrpSpPr/>
            <p:nvPr/>
          </p:nvGrpSpPr>
          <p:grpSpPr>
            <a:xfrm>
              <a:off x="9083041" y="4261865"/>
              <a:ext cx="112974" cy="112966"/>
              <a:chOff x="9083041" y="4261865"/>
              <a:chExt cx="112974" cy="112966"/>
            </a:xfrm>
            <a:solidFill>
              <a:schemeClr val="accent1"/>
            </a:solidFill>
          </p:grpSpPr>
          <p:sp>
            <p:nvSpPr>
              <p:cNvPr id="15047" name="Forme libre : forme 15046">
                <a:extLst>
                  <a:ext uri="{FF2B5EF4-FFF2-40B4-BE49-F238E27FC236}">
                    <a16:creationId xmlns:a16="http://schemas.microsoft.com/office/drawing/2014/main" id="{7061CB10-CC03-4982-B5B1-BA339098AD4D}"/>
                  </a:ext>
                </a:extLst>
              </p:cNvPr>
              <p:cNvSpPr/>
              <p:nvPr/>
            </p:nvSpPr>
            <p:spPr>
              <a:xfrm>
                <a:off x="9083050" y="4261865"/>
                <a:ext cx="112966" cy="112966"/>
              </a:xfrm>
              <a:custGeom>
                <a:avLst/>
                <a:gdLst>
                  <a:gd name="connsiteX0" fmla="*/ 112966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6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6" y="56483"/>
                    </a:moveTo>
                    <a:cubicBezTo>
                      <a:pt x="112966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8" y="0"/>
                      <a:pt x="56483" y="0"/>
                    </a:cubicBezTo>
                    <a:cubicBezTo>
                      <a:pt x="87678" y="0"/>
                      <a:pt x="112966" y="25288"/>
                      <a:pt x="112966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48" name="Forme libre : forme 15047">
                <a:extLst>
                  <a:ext uri="{FF2B5EF4-FFF2-40B4-BE49-F238E27FC236}">
                    <a16:creationId xmlns:a16="http://schemas.microsoft.com/office/drawing/2014/main" id="{53584C78-C4B3-4207-99B5-1B5C7743D48B}"/>
                  </a:ext>
                </a:extLst>
              </p:cNvPr>
              <p:cNvSpPr/>
              <p:nvPr/>
            </p:nvSpPr>
            <p:spPr>
              <a:xfrm>
                <a:off x="9083041" y="4261952"/>
                <a:ext cx="112593" cy="105926"/>
              </a:xfrm>
              <a:custGeom>
                <a:avLst/>
                <a:gdLst>
                  <a:gd name="connsiteX0" fmla="*/ 55443 w 112593"/>
                  <a:gd name="connsiteY0" fmla="*/ 55634 h 105926"/>
                  <a:gd name="connsiteX1" fmla="*/ 112593 w 112593"/>
                  <a:gd name="connsiteY1" fmla="*/ 53729 h 105926"/>
                  <a:gd name="connsiteX2" fmla="*/ 104021 w 112593"/>
                  <a:gd name="connsiteY2" fmla="*/ 26011 h 105926"/>
                  <a:gd name="connsiteX3" fmla="*/ 26011 w 112593"/>
                  <a:gd name="connsiteY3" fmla="*/ 8962 h 105926"/>
                  <a:gd name="connsiteX4" fmla="*/ 8962 w 112593"/>
                  <a:gd name="connsiteY4" fmla="*/ 86971 h 105926"/>
                  <a:gd name="connsiteX5" fmla="*/ 29726 w 112593"/>
                  <a:gd name="connsiteY5" fmla="*/ 105926 h 105926"/>
                  <a:gd name="connsiteX6" fmla="*/ 55443 w 112593"/>
                  <a:gd name="connsiteY6" fmla="*/ 55634 h 105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593" h="105926">
                    <a:moveTo>
                      <a:pt x="55443" y="55634"/>
                    </a:moveTo>
                    <a:cubicBezTo>
                      <a:pt x="73350" y="44204"/>
                      <a:pt x="95163" y="44299"/>
                      <a:pt x="112593" y="53729"/>
                    </a:cubicBezTo>
                    <a:cubicBezTo>
                      <a:pt x="112117" y="44204"/>
                      <a:pt x="109546" y="34679"/>
                      <a:pt x="104021" y="26011"/>
                    </a:cubicBezTo>
                    <a:cubicBezTo>
                      <a:pt x="87162" y="-278"/>
                      <a:pt x="52300" y="-7898"/>
                      <a:pt x="26011" y="8962"/>
                    </a:cubicBezTo>
                    <a:cubicBezTo>
                      <a:pt x="-278" y="25821"/>
                      <a:pt x="-7898" y="60682"/>
                      <a:pt x="8962" y="86971"/>
                    </a:cubicBezTo>
                    <a:cubicBezTo>
                      <a:pt x="14296" y="95353"/>
                      <a:pt x="21630" y="101544"/>
                      <a:pt x="29726" y="105926"/>
                    </a:cubicBezTo>
                    <a:cubicBezTo>
                      <a:pt x="28774" y="86400"/>
                      <a:pt x="37822" y="66874"/>
                      <a:pt x="55443" y="55634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49" name="Forme libre : forme 15048">
                <a:extLst>
                  <a:ext uri="{FF2B5EF4-FFF2-40B4-BE49-F238E27FC236}">
                    <a16:creationId xmlns:a16="http://schemas.microsoft.com/office/drawing/2014/main" id="{E5F94955-E754-49BD-B277-02F810854AFC}"/>
                  </a:ext>
                </a:extLst>
              </p:cNvPr>
              <p:cNvSpPr/>
              <p:nvPr/>
            </p:nvSpPr>
            <p:spPr>
              <a:xfrm rot="-3533862">
                <a:off x="9103096" y="4310952"/>
                <a:ext cx="47056" cy="54105"/>
              </a:xfrm>
              <a:custGeom>
                <a:avLst/>
                <a:gdLst>
                  <a:gd name="connsiteX0" fmla="*/ 47056 w 47056"/>
                  <a:gd name="connsiteY0" fmla="*/ 27053 h 54105"/>
                  <a:gd name="connsiteX1" fmla="*/ 23528 w 47056"/>
                  <a:gd name="connsiteY1" fmla="*/ 54105 h 54105"/>
                  <a:gd name="connsiteX2" fmla="*/ 0 w 47056"/>
                  <a:gd name="connsiteY2" fmla="*/ 27053 h 54105"/>
                  <a:gd name="connsiteX3" fmla="*/ 23528 w 47056"/>
                  <a:gd name="connsiteY3" fmla="*/ 0 h 54105"/>
                  <a:gd name="connsiteX4" fmla="*/ 47056 w 47056"/>
                  <a:gd name="connsiteY4" fmla="*/ 27053 h 5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6" h="54105">
                    <a:moveTo>
                      <a:pt x="47056" y="27053"/>
                    </a:moveTo>
                    <a:cubicBezTo>
                      <a:pt x="47056" y="41993"/>
                      <a:pt x="36522" y="54105"/>
                      <a:pt x="23528" y="54105"/>
                    </a:cubicBezTo>
                    <a:cubicBezTo>
                      <a:pt x="10534" y="54105"/>
                      <a:pt x="0" y="41993"/>
                      <a:pt x="0" y="27053"/>
                    </a:cubicBezTo>
                    <a:cubicBezTo>
                      <a:pt x="0" y="12112"/>
                      <a:pt x="10534" y="0"/>
                      <a:pt x="23528" y="0"/>
                    </a:cubicBezTo>
                    <a:cubicBezTo>
                      <a:pt x="36522" y="0"/>
                      <a:pt x="47056" y="12112"/>
                      <a:pt x="47056" y="27053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6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50" name="Forme libre : forme 15049">
                <a:extLst>
                  <a:ext uri="{FF2B5EF4-FFF2-40B4-BE49-F238E27FC236}">
                    <a16:creationId xmlns:a16="http://schemas.microsoft.com/office/drawing/2014/main" id="{943A9870-8346-4239-BB7C-81F78454CF26}"/>
                  </a:ext>
                </a:extLst>
              </p:cNvPr>
              <p:cNvSpPr/>
              <p:nvPr/>
            </p:nvSpPr>
            <p:spPr>
              <a:xfrm>
                <a:off x="9139533" y="4332445"/>
                <a:ext cx="18478" cy="18478"/>
              </a:xfrm>
              <a:custGeom>
                <a:avLst/>
                <a:gdLst>
                  <a:gd name="connsiteX0" fmla="*/ 18479 w 18478"/>
                  <a:gd name="connsiteY0" fmla="*/ 9239 h 18478"/>
                  <a:gd name="connsiteX1" fmla="*/ 9239 w 18478"/>
                  <a:gd name="connsiteY1" fmla="*/ 18479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9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9" y="9239"/>
                    </a:moveTo>
                    <a:cubicBezTo>
                      <a:pt x="18479" y="14342"/>
                      <a:pt x="14342" y="18479"/>
                      <a:pt x="9239" y="18479"/>
                    </a:cubicBezTo>
                    <a:cubicBezTo>
                      <a:pt x="4137" y="18479"/>
                      <a:pt x="0" y="14342"/>
                      <a:pt x="0" y="9239"/>
                    </a:cubicBezTo>
                    <a:cubicBezTo>
                      <a:pt x="0" y="4137"/>
                      <a:pt x="4137" y="0"/>
                      <a:pt x="9239" y="0"/>
                    </a:cubicBezTo>
                    <a:cubicBezTo>
                      <a:pt x="14342" y="0"/>
                      <a:pt x="18479" y="4137"/>
                      <a:pt x="18479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051" name="Graphique 2">
              <a:extLst>
                <a:ext uri="{FF2B5EF4-FFF2-40B4-BE49-F238E27FC236}">
                  <a16:creationId xmlns:a16="http://schemas.microsoft.com/office/drawing/2014/main" id="{1EE56281-E0BB-41B1-A828-FFE4EAE20000}"/>
                </a:ext>
              </a:extLst>
            </p:cNvPr>
            <p:cNvGrpSpPr/>
            <p:nvPr/>
          </p:nvGrpSpPr>
          <p:grpSpPr>
            <a:xfrm>
              <a:off x="8224942" y="4762023"/>
              <a:ext cx="113008" cy="112966"/>
              <a:chOff x="8224942" y="4762023"/>
              <a:chExt cx="113008" cy="112966"/>
            </a:xfrm>
            <a:solidFill>
              <a:schemeClr val="accent1"/>
            </a:solidFill>
          </p:grpSpPr>
          <p:sp>
            <p:nvSpPr>
              <p:cNvPr id="15052" name="Forme libre : forme 15051">
                <a:extLst>
                  <a:ext uri="{FF2B5EF4-FFF2-40B4-BE49-F238E27FC236}">
                    <a16:creationId xmlns:a16="http://schemas.microsoft.com/office/drawing/2014/main" id="{6E6C760C-C124-4503-8717-46853D721354}"/>
                  </a:ext>
                </a:extLst>
              </p:cNvPr>
              <p:cNvSpPr/>
              <p:nvPr/>
            </p:nvSpPr>
            <p:spPr>
              <a:xfrm>
                <a:off x="8224942" y="4762023"/>
                <a:ext cx="112966" cy="112966"/>
              </a:xfrm>
              <a:custGeom>
                <a:avLst/>
                <a:gdLst>
                  <a:gd name="connsiteX0" fmla="*/ 112967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7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7" y="56483"/>
                    </a:moveTo>
                    <a:cubicBezTo>
                      <a:pt x="112967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8" y="0"/>
                      <a:pt x="56483" y="0"/>
                    </a:cubicBezTo>
                    <a:cubicBezTo>
                      <a:pt x="87678" y="0"/>
                      <a:pt x="112967" y="25288"/>
                      <a:pt x="112967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53" name="Forme libre : forme 15052">
                <a:extLst>
                  <a:ext uri="{FF2B5EF4-FFF2-40B4-BE49-F238E27FC236}">
                    <a16:creationId xmlns:a16="http://schemas.microsoft.com/office/drawing/2014/main" id="{022A3433-8BE9-4A34-8DBA-35BE572676B2}"/>
                  </a:ext>
                </a:extLst>
              </p:cNvPr>
              <p:cNvSpPr/>
              <p:nvPr/>
            </p:nvSpPr>
            <p:spPr>
              <a:xfrm>
                <a:off x="8225028" y="4762076"/>
                <a:ext cx="112922" cy="89481"/>
              </a:xfrm>
              <a:custGeom>
                <a:avLst/>
                <a:gdLst>
                  <a:gd name="connsiteX0" fmla="*/ 56207 w 112922"/>
                  <a:gd name="connsiteY0" fmla="*/ 55192 h 89481"/>
                  <a:gd name="connsiteX1" fmla="*/ 102022 w 112922"/>
                  <a:gd name="connsiteY1" fmla="*/ 89482 h 89481"/>
                  <a:gd name="connsiteX2" fmla="*/ 112595 w 112922"/>
                  <a:gd name="connsiteY2" fmla="*/ 62431 h 89481"/>
                  <a:gd name="connsiteX3" fmla="*/ 62398 w 112922"/>
                  <a:gd name="connsiteY3" fmla="*/ 328 h 89481"/>
                  <a:gd name="connsiteX4" fmla="*/ 295 w 112922"/>
                  <a:gd name="connsiteY4" fmla="*/ 50525 h 89481"/>
                  <a:gd name="connsiteX5" fmla="*/ 4676 w 112922"/>
                  <a:gd name="connsiteY5" fmla="*/ 78337 h 89481"/>
                  <a:gd name="connsiteX6" fmla="*/ 56207 w 112922"/>
                  <a:gd name="connsiteY6" fmla="*/ 55192 h 89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922" h="89481">
                    <a:moveTo>
                      <a:pt x="56207" y="55192"/>
                    </a:moveTo>
                    <a:cubicBezTo>
                      <a:pt x="77352" y="57478"/>
                      <a:pt x="94307" y="71194"/>
                      <a:pt x="102022" y="89482"/>
                    </a:cubicBezTo>
                    <a:cubicBezTo>
                      <a:pt x="107642" y="81767"/>
                      <a:pt x="111547" y="72622"/>
                      <a:pt x="112595" y="62431"/>
                    </a:cubicBezTo>
                    <a:cubicBezTo>
                      <a:pt x="115929" y="31475"/>
                      <a:pt x="93449" y="3661"/>
                      <a:pt x="62398" y="328"/>
                    </a:cubicBezTo>
                    <a:cubicBezTo>
                      <a:pt x="31442" y="-3006"/>
                      <a:pt x="3629" y="19473"/>
                      <a:pt x="295" y="50525"/>
                    </a:cubicBezTo>
                    <a:cubicBezTo>
                      <a:pt x="-753" y="60430"/>
                      <a:pt x="1057" y="69860"/>
                      <a:pt x="4676" y="78337"/>
                    </a:cubicBezTo>
                    <a:cubicBezTo>
                      <a:pt x="16202" y="62526"/>
                      <a:pt x="35347" y="52906"/>
                      <a:pt x="56207" y="55192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54" name="Forme libre : forme 15053">
                <a:extLst>
                  <a:ext uri="{FF2B5EF4-FFF2-40B4-BE49-F238E27FC236}">
                    <a16:creationId xmlns:a16="http://schemas.microsoft.com/office/drawing/2014/main" id="{E47534DC-AF09-482E-B12F-676146938484}"/>
                  </a:ext>
                </a:extLst>
              </p:cNvPr>
              <p:cNvSpPr/>
              <p:nvPr/>
            </p:nvSpPr>
            <p:spPr>
              <a:xfrm rot="-1210147">
                <a:off x="8235258" y="4798785"/>
                <a:ext cx="47054" cy="54103"/>
              </a:xfrm>
              <a:custGeom>
                <a:avLst/>
                <a:gdLst>
                  <a:gd name="connsiteX0" fmla="*/ 47055 w 47054"/>
                  <a:gd name="connsiteY0" fmla="*/ 27052 h 54103"/>
                  <a:gd name="connsiteX1" fmla="*/ 23527 w 47054"/>
                  <a:gd name="connsiteY1" fmla="*/ 54103 h 54103"/>
                  <a:gd name="connsiteX2" fmla="*/ 0 w 47054"/>
                  <a:gd name="connsiteY2" fmla="*/ 27052 h 54103"/>
                  <a:gd name="connsiteX3" fmla="*/ 23527 w 47054"/>
                  <a:gd name="connsiteY3" fmla="*/ 0 h 54103"/>
                  <a:gd name="connsiteX4" fmla="*/ 47055 w 47054"/>
                  <a:gd name="connsiteY4" fmla="*/ 27052 h 54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4" h="54103">
                    <a:moveTo>
                      <a:pt x="47055" y="27052"/>
                    </a:moveTo>
                    <a:cubicBezTo>
                      <a:pt x="47055" y="41992"/>
                      <a:pt x="36521" y="54103"/>
                      <a:pt x="23527" y="54103"/>
                    </a:cubicBezTo>
                    <a:cubicBezTo>
                      <a:pt x="10534" y="54103"/>
                      <a:pt x="0" y="41992"/>
                      <a:pt x="0" y="27052"/>
                    </a:cubicBezTo>
                    <a:cubicBezTo>
                      <a:pt x="0" y="12111"/>
                      <a:pt x="10534" y="0"/>
                      <a:pt x="23527" y="0"/>
                    </a:cubicBezTo>
                    <a:cubicBezTo>
                      <a:pt x="36521" y="0"/>
                      <a:pt x="47055" y="12111"/>
                      <a:pt x="47055" y="27052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55" name="Forme libre : forme 15054">
                <a:extLst>
                  <a:ext uri="{FF2B5EF4-FFF2-40B4-BE49-F238E27FC236}">
                    <a16:creationId xmlns:a16="http://schemas.microsoft.com/office/drawing/2014/main" id="{5C679B67-A56E-4787-A9B0-C4D569E95689}"/>
                  </a:ext>
                </a:extLst>
              </p:cNvPr>
              <p:cNvSpPr/>
              <p:nvPr/>
            </p:nvSpPr>
            <p:spPr>
              <a:xfrm>
                <a:off x="8264947" y="4833270"/>
                <a:ext cx="18478" cy="18478"/>
              </a:xfrm>
              <a:custGeom>
                <a:avLst/>
                <a:gdLst>
                  <a:gd name="connsiteX0" fmla="*/ 18479 w 18478"/>
                  <a:gd name="connsiteY0" fmla="*/ 9239 h 18478"/>
                  <a:gd name="connsiteX1" fmla="*/ 9239 w 18478"/>
                  <a:gd name="connsiteY1" fmla="*/ 18478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9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9" y="9239"/>
                    </a:moveTo>
                    <a:cubicBezTo>
                      <a:pt x="18479" y="14342"/>
                      <a:pt x="14342" y="18478"/>
                      <a:pt x="9239" y="18478"/>
                    </a:cubicBezTo>
                    <a:cubicBezTo>
                      <a:pt x="4137" y="18478"/>
                      <a:pt x="0" y="14342"/>
                      <a:pt x="0" y="9239"/>
                    </a:cubicBezTo>
                    <a:cubicBezTo>
                      <a:pt x="0" y="4137"/>
                      <a:pt x="4137" y="0"/>
                      <a:pt x="9239" y="0"/>
                    </a:cubicBezTo>
                    <a:cubicBezTo>
                      <a:pt x="14342" y="0"/>
                      <a:pt x="18479" y="4137"/>
                      <a:pt x="18479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056" name="Graphique 2">
              <a:extLst>
                <a:ext uri="{FF2B5EF4-FFF2-40B4-BE49-F238E27FC236}">
                  <a16:creationId xmlns:a16="http://schemas.microsoft.com/office/drawing/2014/main" id="{3FDFE052-08F6-45DE-802D-14902A17DE9A}"/>
                </a:ext>
              </a:extLst>
            </p:cNvPr>
            <p:cNvGrpSpPr/>
            <p:nvPr/>
          </p:nvGrpSpPr>
          <p:grpSpPr>
            <a:xfrm>
              <a:off x="7453989" y="4687909"/>
              <a:ext cx="112966" cy="112975"/>
              <a:chOff x="7453989" y="4687909"/>
              <a:chExt cx="112966" cy="112975"/>
            </a:xfrm>
            <a:solidFill>
              <a:schemeClr val="accent1"/>
            </a:solidFill>
          </p:grpSpPr>
          <p:sp>
            <p:nvSpPr>
              <p:cNvPr id="15057" name="Forme libre : forme 15056">
                <a:extLst>
                  <a:ext uri="{FF2B5EF4-FFF2-40B4-BE49-F238E27FC236}">
                    <a16:creationId xmlns:a16="http://schemas.microsoft.com/office/drawing/2014/main" id="{8F1E522B-4C7D-4E7F-A198-9673C9738040}"/>
                  </a:ext>
                </a:extLst>
              </p:cNvPr>
              <p:cNvSpPr/>
              <p:nvPr/>
            </p:nvSpPr>
            <p:spPr>
              <a:xfrm>
                <a:off x="7453989" y="4687918"/>
                <a:ext cx="112966" cy="112966"/>
              </a:xfrm>
              <a:custGeom>
                <a:avLst/>
                <a:gdLst>
                  <a:gd name="connsiteX0" fmla="*/ 112966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6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6" y="56483"/>
                    </a:moveTo>
                    <a:cubicBezTo>
                      <a:pt x="112966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9" y="0"/>
                      <a:pt x="56483" y="0"/>
                    </a:cubicBezTo>
                    <a:cubicBezTo>
                      <a:pt x="87678" y="0"/>
                      <a:pt x="112966" y="25288"/>
                      <a:pt x="112966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58" name="Forme libre : forme 15057">
                <a:extLst>
                  <a:ext uri="{FF2B5EF4-FFF2-40B4-BE49-F238E27FC236}">
                    <a16:creationId xmlns:a16="http://schemas.microsoft.com/office/drawing/2014/main" id="{2943FABA-D819-4880-935B-30CF57C18DAF}"/>
                  </a:ext>
                </a:extLst>
              </p:cNvPr>
              <p:cNvSpPr/>
              <p:nvPr/>
            </p:nvSpPr>
            <p:spPr>
              <a:xfrm>
                <a:off x="7454941" y="4687909"/>
                <a:ext cx="111927" cy="108213"/>
              </a:xfrm>
              <a:custGeom>
                <a:avLst/>
                <a:gdLst>
                  <a:gd name="connsiteX0" fmla="*/ 55912 w 111927"/>
                  <a:gd name="connsiteY0" fmla="*/ 55159 h 108213"/>
                  <a:gd name="connsiteX1" fmla="*/ 77343 w 111927"/>
                  <a:gd name="connsiteY1" fmla="*/ 108213 h 108213"/>
                  <a:gd name="connsiteX2" fmla="*/ 100393 w 111927"/>
                  <a:gd name="connsiteY2" fmla="*/ 90592 h 108213"/>
                  <a:gd name="connsiteX3" fmla="*/ 89725 w 111927"/>
                  <a:gd name="connsiteY3" fmla="*/ 11534 h 108213"/>
                  <a:gd name="connsiteX4" fmla="*/ 10668 w 111927"/>
                  <a:gd name="connsiteY4" fmla="*/ 22202 h 108213"/>
                  <a:gd name="connsiteX5" fmla="*/ 0 w 111927"/>
                  <a:gd name="connsiteY5" fmla="*/ 48301 h 108213"/>
                  <a:gd name="connsiteX6" fmla="*/ 55912 w 111927"/>
                  <a:gd name="connsiteY6" fmla="*/ 55159 h 108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927" h="108213">
                    <a:moveTo>
                      <a:pt x="55912" y="55159"/>
                    </a:moveTo>
                    <a:cubicBezTo>
                      <a:pt x="72771" y="68018"/>
                      <a:pt x="80200" y="88592"/>
                      <a:pt x="77343" y="108213"/>
                    </a:cubicBezTo>
                    <a:cubicBezTo>
                      <a:pt x="86106" y="104499"/>
                      <a:pt x="94202" y="98784"/>
                      <a:pt x="100393" y="90592"/>
                    </a:cubicBezTo>
                    <a:cubicBezTo>
                      <a:pt x="119253" y="65827"/>
                      <a:pt x="114490" y="30394"/>
                      <a:pt x="89725" y="11534"/>
                    </a:cubicBezTo>
                    <a:cubicBezTo>
                      <a:pt x="64960" y="-7325"/>
                      <a:pt x="29527" y="-2563"/>
                      <a:pt x="10668" y="22202"/>
                    </a:cubicBezTo>
                    <a:cubicBezTo>
                      <a:pt x="4667" y="30108"/>
                      <a:pt x="1333" y="39062"/>
                      <a:pt x="0" y="48301"/>
                    </a:cubicBezTo>
                    <a:cubicBezTo>
                      <a:pt x="17907" y="40776"/>
                      <a:pt x="39338" y="42491"/>
                      <a:pt x="55912" y="55159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59" name="Forme libre : forme 15058">
                <a:extLst>
                  <a:ext uri="{FF2B5EF4-FFF2-40B4-BE49-F238E27FC236}">
                    <a16:creationId xmlns:a16="http://schemas.microsoft.com/office/drawing/2014/main" id="{2859F1CA-11E5-403F-8715-D9B2A494EDD1}"/>
                  </a:ext>
                </a:extLst>
              </p:cNvPr>
              <p:cNvSpPr/>
              <p:nvPr/>
            </p:nvSpPr>
            <p:spPr>
              <a:xfrm rot="-4736910">
                <a:off x="7460575" y="4715010"/>
                <a:ext cx="54104" cy="47055"/>
              </a:xfrm>
              <a:custGeom>
                <a:avLst/>
                <a:gdLst>
                  <a:gd name="connsiteX0" fmla="*/ 54105 w 54104"/>
                  <a:gd name="connsiteY0" fmla="*/ 23528 h 47055"/>
                  <a:gd name="connsiteX1" fmla="*/ 27052 w 54104"/>
                  <a:gd name="connsiteY1" fmla="*/ 47056 h 47055"/>
                  <a:gd name="connsiteX2" fmla="*/ 0 w 54104"/>
                  <a:gd name="connsiteY2" fmla="*/ 23528 h 47055"/>
                  <a:gd name="connsiteX3" fmla="*/ 27052 w 54104"/>
                  <a:gd name="connsiteY3" fmla="*/ 0 h 47055"/>
                  <a:gd name="connsiteX4" fmla="*/ 54105 w 54104"/>
                  <a:gd name="connsiteY4" fmla="*/ 23528 h 47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104" h="47055">
                    <a:moveTo>
                      <a:pt x="54105" y="23528"/>
                    </a:moveTo>
                    <a:cubicBezTo>
                      <a:pt x="54105" y="36522"/>
                      <a:pt x="41993" y="47056"/>
                      <a:pt x="27052" y="47056"/>
                    </a:cubicBezTo>
                    <a:cubicBezTo>
                      <a:pt x="12112" y="47056"/>
                      <a:pt x="0" y="36522"/>
                      <a:pt x="0" y="23528"/>
                    </a:cubicBezTo>
                    <a:cubicBezTo>
                      <a:pt x="0" y="10534"/>
                      <a:pt x="12112" y="0"/>
                      <a:pt x="27052" y="0"/>
                    </a:cubicBezTo>
                    <a:cubicBezTo>
                      <a:pt x="41993" y="0"/>
                      <a:pt x="54105" y="10534"/>
                      <a:pt x="54105" y="23528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60" name="Forme libre : forme 15059">
                <a:extLst>
                  <a:ext uri="{FF2B5EF4-FFF2-40B4-BE49-F238E27FC236}">
                    <a16:creationId xmlns:a16="http://schemas.microsoft.com/office/drawing/2014/main" id="{B6253498-39A1-4315-8F48-7DFE36429B3E}"/>
                  </a:ext>
                </a:extLst>
              </p:cNvPr>
              <p:cNvSpPr/>
              <p:nvPr/>
            </p:nvSpPr>
            <p:spPr>
              <a:xfrm>
                <a:off x="7482564" y="4751831"/>
                <a:ext cx="18478" cy="18478"/>
              </a:xfrm>
              <a:custGeom>
                <a:avLst/>
                <a:gdLst>
                  <a:gd name="connsiteX0" fmla="*/ 18479 w 18478"/>
                  <a:gd name="connsiteY0" fmla="*/ 9239 h 18478"/>
                  <a:gd name="connsiteX1" fmla="*/ 9239 w 18478"/>
                  <a:gd name="connsiteY1" fmla="*/ 18479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9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9" y="9239"/>
                    </a:moveTo>
                    <a:cubicBezTo>
                      <a:pt x="18479" y="14342"/>
                      <a:pt x="14342" y="18479"/>
                      <a:pt x="9239" y="18479"/>
                    </a:cubicBezTo>
                    <a:cubicBezTo>
                      <a:pt x="4137" y="18479"/>
                      <a:pt x="0" y="14342"/>
                      <a:pt x="0" y="9239"/>
                    </a:cubicBezTo>
                    <a:cubicBezTo>
                      <a:pt x="0" y="4137"/>
                      <a:pt x="4137" y="0"/>
                      <a:pt x="9239" y="0"/>
                    </a:cubicBezTo>
                    <a:cubicBezTo>
                      <a:pt x="14342" y="0"/>
                      <a:pt x="18479" y="4137"/>
                      <a:pt x="18479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061" name="Graphique 2">
              <a:extLst>
                <a:ext uri="{FF2B5EF4-FFF2-40B4-BE49-F238E27FC236}">
                  <a16:creationId xmlns:a16="http://schemas.microsoft.com/office/drawing/2014/main" id="{4CA79486-2678-4787-8183-B25D7917771B}"/>
                </a:ext>
              </a:extLst>
            </p:cNvPr>
            <p:cNvGrpSpPr/>
            <p:nvPr/>
          </p:nvGrpSpPr>
          <p:grpSpPr>
            <a:xfrm>
              <a:off x="6556448" y="3562250"/>
              <a:ext cx="112966" cy="112969"/>
              <a:chOff x="6556448" y="3562250"/>
              <a:chExt cx="112966" cy="112969"/>
            </a:xfrm>
            <a:solidFill>
              <a:schemeClr val="accent1"/>
            </a:solidFill>
          </p:grpSpPr>
          <p:sp>
            <p:nvSpPr>
              <p:cNvPr id="15062" name="Forme libre : forme 15061">
                <a:extLst>
                  <a:ext uri="{FF2B5EF4-FFF2-40B4-BE49-F238E27FC236}">
                    <a16:creationId xmlns:a16="http://schemas.microsoft.com/office/drawing/2014/main" id="{228E0469-F67C-46B1-9093-67733E427034}"/>
                  </a:ext>
                </a:extLst>
              </p:cNvPr>
              <p:cNvSpPr/>
              <p:nvPr/>
            </p:nvSpPr>
            <p:spPr>
              <a:xfrm>
                <a:off x="6556448" y="3562254"/>
                <a:ext cx="112966" cy="112966"/>
              </a:xfrm>
              <a:custGeom>
                <a:avLst/>
                <a:gdLst>
                  <a:gd name="connsiteX0" fmla="*/ 112967 w 112966"/>
                  <a:gd name="connsiteY0" fmla="*/ 56483 h 112966"/>
                  <a:gd name="connsiteX1" fmla="*/ 56483 w 112966"/>
                  <a:gd name="connsiteY1" fmla="*/ 112967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7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7" y="56483"/>
                    </a:moveTo>
                    <a:cubicBezTo>
                      <a:pt x="112967" y="87678"/>
                      <a:pt x="87678" y="112967"/>
                      <a:pt x="56483" y="112967"/>
                    </a:cubicBezTo>
                    <a:cubicBezTo>
                      <a:pt x="25289" y="112967"/>
                      <a:pt x="0" y="87678"/>
                      <a:pt x="0" y="56483"/>
                    </a:cubicBezTo>
                    <a:cubicBezTo>
                      <a:pt x="0" y="25288"/>
                      <a:pt x="25289" y="0"/>
                      <a:pt x="56483" y="0"/>
                    </a:cubicBezTo>
                    <a:cubicBezTo>
                      <a:pt x="87678" y="0"/>
                      <a:pt x="112967" y="25288"/>
                      <a:pt x="112967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63" name="Forme libre : forme 15062">
                <a:extLst>
                  <a:ext uri="{FF2B5EF4-FFF2-40B4-BE49-F238E27FC236}">
                    <a16:creationId xmlns:a16="http://schemas.microsoft.com/office/drawing/2014/main" id="{1A5FC407-727A-40BA-9C48-1D0FAF2D6079}"/>
                  </a:ext>
                </a:extLst>
              </p:cNvPr>
              <p:cNvSpPr/>
              <p:nvPr/>
            </p:nvSpPr>
            <p:spPr>
              <a:xfrm>
                <a:off x="6578641" y="3562250"/>
                <a:ext cx="90604" cy="112896"/>
              </a:xfrm>
              <a:custGeom>
                <a:avLst/>
                <a:gdLst>
                  <a:gd name="connsiteX0" fmla="*/ 35528 w 90604"/>
                  <a:gd name="connsiteY0" fmla="*/ 56201 h 112896"/>
                  <a:gd name="connsiteX1" fmla="*/ 0 w 90604"/>
                  <a:gd name="connsiteY1" fmla="*/ 101064 h 112896"/>
                  <a:gd name="connsiteX2" fmla="*/ 26670 w 90604"/>
                  <a:gd name="connsiteY2" fmla="*/ 112398 h 112896"/>
                  <a:gd name="connsiteX3" fmla="*/ 90106 w 90604"/>
                  <a:gd name="connsiteY3" fmla="*/ 63916 h 112896"/>
                  <a:gd name="connsiteX4" fmla="*/ 41624 w 90604"/>
                  <a:gd name="connsiteY4" fmla="*/ 480 h 112896"/>
                  <a:gd name="connsiteX5" fmla="*/ 13716 w 90604"/>
                  <a:gd name="connsiteY5" fmla="*/ 4099 h 112896"/>
                  <a:gd name="connsiteX6" fmla="*/ 35528 w 90604"/>
                  <a:gd name="connsiteY6" fmla="*/ 56201 h 112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0604" h="112896">
                    <a:moveTo>
                      <a:pt x="35528" y="56201"/>
                    </a:moveTo>
                    <a:cubicBezTo>
                      <a:pt x="32671" y="77251"/>
                      <a:pt x="18479" y="93825"/>
                      <a:pt x="0" y="101064"/>
                    </a:cubicBezTo>
                    <a:cubicBezTo>
                      <a:pt x="7525" y="106874"/>
                      <a:pt x="16573" y="111065"/>
                      <a:pt x="26670" y="112398"/>
                    </a:cubicBezTo>
                    <a:cubicBezTo>
                      <a:pt x="57531" y="116494"/>
                      <a:pt x="86011" y="94872"/>
                      <a:pt x="90106" y="63916"/>
                    </a:cubicBezTo>
                    <a:cubicBezTo>
                      <a:pt x="94202" y="33055"/>
                      <a:pt x="72581" y="4575"/>
                      <a:pt x="41624" y="480"/>
                    </a:cubicBezTo>
                    <a:cubicBezTo>
                      <a:pt x="31814" y="-854"/>
                      <a:pt x="22289" y="670"/>
                      <a:pt x="13716" y="4099"/>
                    </a:cubicBezTo>
                    <a:cubicBezTo>
                      <a:pt x="29337" y="16005"/>
                      <a:pt x="38290" y="35436"/>
                      <a:pt x="35528" y="56201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64" name="Forme libre : forme 15063">
                <a:extLst>
                  <a:ext uri="{FF2B5EF4-FFF2-40B4-BE49-F238E27FC236}">
                    <a16:creationId xmlns:a16="http://schemas.microsoft.com/office/drawing/2014/main" id="{AC6A961B-B8A7-43B1-92DF-725FCC4D0C80}"/>
                  </a:ext>
                </a:extLst>
              </p:cNvPr>
              <p:cNvSpPr/>
              <p:nvPr/>
            </p:nvSpPr>
            <p:spPr>
              <a:xfrm rot="-1116859">
                <a:off x="6579470" y="3572330"/>
                <a:ext cx="54102" cy="47054"/>
              </a:xfrm>
              <a:custGeom>
                <a:avLst/>
                <a:gdLst>
                  <a:gd name="connsiteX0" fmla="*/ 54103 w 54102"/>
                  <a:gd name="connsiteY0" fmla="*/ 23527 h 47054"/>
                  <a:gd name="connsiteX1" fmla="*/ 27051 w 54102"/>
                  <a:gd name="connsiteY1" fmla="*/ 47054 h 47054"/>
                  <a:gd name="connsiteX2" fmla="*/ 0 w 54102"/>
                  <a:gd name="connsiteY2" fmla="*/ 23527 h 47054"/>
                  <a:gd name="connsiteX3" fmla="*/ 27051 w 54102"/>
                  <a:gd name="connsiteY3" fmla="*/ 0 h 47054"/>
                  <a:gd name="connsiteX4" fmla="*/ 54103 w 54102"/>
                  <a:gd name="connsiteY4" fmla="*/ 23527 h 47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102" h="47054">
                    <a:moveTo>
                      <a:pt x="54103" y="23527"/>
                    </a:moveTo>
                    <a:cubicBezTo>
                      <a:pt x="54103" y="36520"/>
                      <a:pt x="41991" y="47054"/>
                      <a:pt x="27051" y="47054"/>
                    </a:cubicBezTo>
                    <a:cubicBezTo>
                      <a:pt x="12111" y="47054"/>
                      <a:pt x="0" y="36520"/>
                      <a:pt x="0" y="23527"/>
                    </a:cubicBezTo>
                    <a:cubicBezTo>
                      <a:pt x="0" y="10533"/>
                      <a:pt x="12111" y="0"/>
                      <a:pt x="27051" y="0"/>
                    </a:cubicBezTo>
                    <a:cubicBezTo>
                      <a:pt x="41991" y="0"/>
                      <a:pt x="54103" y="10533"/>
                      <a:pt x="54103" y="23527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65" name="Forme libre : forme 15064">
                <a:extLst>
                  <a:ext uri="{FF2B5EF4-FFF2-40B4-BE49-F238E27FC236}">
                    <a16:creationId xmlns:a16="http://schemas.microsoft.com/office/drawing/2014/main" id="{D938A416-BFA1-4078-8EC7-E4ABF9B1AB1B}"/>
                  </a:ext>
                </a:extLst>
              </p:cNvPr>
              <p:cNvSpPr/>
              <p:nvPr/>
            </p:nvSpPr>
            <p:spPr>
              <a:xfrm>
                <a:off x="6579975" y="3601497"/>
                <a:ext cx="18478" cy="18478"/>
              </a:xfrm>
              <a:custGeom>
                <a:avLst/>
                <a:gdLst>
                  <a:gd name="connsiteX0" fmla="*/ 18479 w 18478"/>
                  <a:gd name="connsiteY0" fmla="*/ 9239 h 18478"/>
                  <a:gd name="connsiteX1" fmla="*/ 9239 w 18478"/>
                  <a:gd name="connsiteY1" fmla="*/ 18478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9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9" y="9239"/>
                    </a:moveTo>
                    <a:cubicBezTo>
                      <a:pt x="18479" y="14342"/>
                      <a:pt x="14342" y="18478"/>
                      <a:pt x="9239" y="18478"/>
                    </a:cubicBezTo>
                    <a:cubicBezTo>
                      <a:pt x="4137" y="18478"/>
                      <a:pt x="0" y="14342"/>
                      <a:pt x="0" y="9239"/>
                    </a:cubicBezTo>
                    <a:cubicBezTo>
                      <a:pt x="0" y="4137"/>
                      <a:pt x="4137" y="0"/>
                      <a:pt x="9239" y="0"/>
                    </a:cubicBezTo>
                    <a:cubicBezTo>
                      <a:pt x="14342" y="0"/>
                      <a:pt x="18479" y="4137"/>
                      <a:pt x="18479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066" name="Graphique 2">
              <a:extLst>
                <a:ext uri="{FF2B5EF4-FFF2-40B4-BE49-F238E27FC236}">
                  <a16:creationId xmlns:a16="http://schemas.microsoft.com/office/drawing/2014/main" id="{62310601-2303-4FE1-BF38-BDA828E5DEB7}"/>
                </a:ext>
              </a:extLst>
            </p:cNvPr>
            <p:cNvGrpSpPr/>
            <p:nvPr/>
          </p:nvGrpSpPr>
          <p:grpSpPr>
            <a:xfrm>
              <a:off x="6885823" y="2402204"/>
              <a:ext cx="112966" cy="113013"/>
              <a:chOff x="6885823" y="2402204"/>
              <a:chExt cx="112966" cy="113013"/>
            </a:xfrm>
            <a:solidFill>
              <a:schemeClr val="accent1"/>
            </a:solidFill>
          </p:grpSpPr>
          <p:sp>
            <p:nvSpPr>
              <p:cNvPr id="15067" name="Forme libre : forme 15066">
                <a:extLst>
                  <a:ext uri="{FF2B5EF4-FFF2-40B4-BE49-F238E27FC236}">
                    <a16:creationId xmlns:a16="http://schemas.microsoft.com/office/drawing/2014/main" id="{F64050B6-887C-4138-AEE3-27FF98D9137D}"/>
                  </a:ext>
                </a:extLst>
              </p:cNvPr>
              <p:cNvSpPr/>
              <p:nvPr/>
            </p:nvSpPr>
            <p:spPr>
              <a:xfrm>
                <a:off x="6885823" y="2402204"/>
                <a:ext cx="112966" cy="112966"/>
              </a:xfrm>
              <a:custGeom>
                <a:avLst/>
                <a:gdLst>
                  <a:gd name="connsiteX0" fmla="*/ 112967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7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7" y="56483"/>
                    </a:moveTo>
                    <a:cubicBezTo>
                      <a:pt x="112967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9" y="0"/>
                      <a:pt x="56483" y="0"/>
                    </a:cubicBezTo>
                    <a:cubicBezTo>
                      <a:pt x="87678" y="0"/>
                      <a:pt x="112967" y="25289"/>
                      <a:pt x="112967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68" name="Forme libre : forme 15067">
                <a:extLst>
                  <a:ext uri="{FF2B5EF4-FFF2-40B4-BE49-F238E27FC236}">
                    <a16:creationId xmlns:a16="http://schemas.microsoft.com/office/drawing/2014/main" id="{6B8CB516-7A0A-4F62-982E-4065EECD58DB}"/>
                  </a:ext>
                </a:extLst>
              </p:cNvPr>
              <p:cNvSpPr/>
              <p:nvPr/>
            </p:nvSpPr>
            <p:spPr>
              <a:xfrm>
                <a:off x="6886203" y="2408776"/>
                <a:ext cx="112442" cy="106441"/>
              </a:xfrm>
              <a:custGeom>
                <a:avLst/>
                <a:gdLst>
                  <a:gd name="connsiteX0" fmla="*/ 57150 w 112442"/>
                  <a:gd name="connsiteY0" fmla="*/ 50768 h 106441"/>
                  <a:gd name="connsiteX1" fmla="*/ 0 w 112442"/>
                  <a:gd name="connsiteY1" fmla="*/ 54007 h 106441"/>
                  <a:gd name="connsiteX2" fmla="*/ 9239 w 112442"/>
                  <a:gd name="connsiteY2" fmla="*/ 81534 h 106441"/>
                  <a:gd name="connsiteX3" fmla="*/ 87535 w 112442"/>
                  <a:gd name="connsiteY3" fmla="*/ 96869 h 106441"/>
                  <a:gd name="connsiteX4" fmla="*/ 102870 w 112442"/>
                  <a:gd name="connsiteY4" fmla="*/ 18479 h 106441"/>
                  <a:gd name="connsiteX5" fmla="*/ 81629 w 112442"/>
                  <a:gd name="connsiteY5" fmla="*/ 0 h 106441"/>
                  <a:gd name="connsiteX6" fmla="*/ 57150 w 112442"/>
                  <a:gd name="connsiteY6" fmla="*/ 50768 h 10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42" h="106441">
                    <a:moveTo>
                      <a:pt x="57150" y="50768"/>
                    </a:moveTo>
                    <a:cubicBezTo>
                      <a:pt x="39529" y="62675"/>
                      <a:pt x="17717" y="62960"/>
                      <a:pt x="0" y="54007"/>
                    </a:cubicBezTo>
                    <a:cubicBezTo>
                      <a:pt x="667" y="63532"/>
                      <a:pt x="3524" y="73057"/>
                      <a:pt x="9239" y="81534"/>
                    </a:cubicBezTo>
                    <a:cubicBezTo>
                      <a:pt x="26670" y="107347"/>
                      <a:pt x="61722" y="114205"/>
                      <a:pt x="87535" y="96869"/>
                    </a:cubicBezTo>
                    <a:cubicBezTo>
                      <a:pt x="113348" y="79438"/>
                      <a:pt x="120205" y="44387"/>
                      <a:pt x="102870" y="18479"/>
                    </a:cubicBezTo>
                    <a:cubicBezTo>
                      <a:pt x="97346" y="10287"/>
                      <a:pt x="89916" y="4191"/>
                      <a:pt x="81629" y="0"/>
                    </a:cubicBezTo>
                    <a:cubicBezTo>
                      <a:pt x="83058" y="19431"/>
                      <a:pt x="74486" y="39053"/>
                      <a:pt x="57150" y="50768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69" name="Forme libre : forme 15068">
                <a:extLst>
                  <a:ext uri="{FF2B5EF4-FFF2-40B4-BE49-F238E27FC236}">
                    <a16:creationId xmlns:a16="http://schemas.microsoft.com/office/drawing/2014/main" id="{5D2520B2-F63A-4981-A1CB-FEC8671B1361}"/>
                  </a:ext>
                </a:extLst>
              </p:cNvPr>
              <p:cNvSpPr/>
              <p:nvPr/>
            </p:nvSpPr>
            <p:spPr>
              <a:xfrm rot="-3611810">
                <a:off x="6931472" y="2411791"/>
                <a:ext cx="47051" cy="54099"/>
              </a:xfrm>
              <a:custGeom>
                <a:avLst/>
                <a:gdLst>
                  <a:gd name="connsiteX0" fmla="*/ 47051 w 47051"/>
                  <a:gd name="connsiteY0" fmla="*/ 27050 h 54099"/>
                  <a:gd name="connsiteX1" fmla="*/ 23526 w 47051"/>
                  <a:gd name="connsiteY1" fmla="*/ 54100 h 54099"/>
                  <a:gd name="connsiteX2" fmla="*/ 0 w 47051"/>
                  <a:gd name="connsiteY2" fmla="*/ 27050 h 54099"/>
                  <a:gd name="connsiteX3" fmla="*/ 23526 w 47051"/>
                  <a:gd name="connsiteY3" fmla="*/ 0 h 54099"/>
                  <a:gd name="connsiteX4" fmla="*/ 47051 w 47051"/>
                  <a:gd name="connsiteY4" fmla="*/ 27050 h 5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1" h="54099">
                    <a:moveTo>
                      <a:pt x="47051" y="27050"/>
                    </a:moveTo>
                    <a:cubicBezTo>
                      <a:pt x="47051" y="41989"/>
                      <a:pt x="36519" y="54100"/>
                      <a:pt x="23526" y="54100"/>
                    </a:cubicBezTo>
                    <a:cubicBezTo>
                      <a:pt x="10533" y="54100"/>
                      <a:pt x="0" y="41989"/>
                      <a:pt x="0" y="27050"/>
                    </a:cubicBezTo>
                    <a:cubicBezTo>
                      <a:pt x="0" y="12111"/>
                      <a:pt x="10533" y="0"/>
                      <a:pt x="23526" y="0"/>
                    </a:cubicBezTo>
                    <a:cubicBezTo>
                      <a:pt x="36518" y="0"/>
                      <a:pt x="47051" y="12111"/>
                      <a:pt x="47051" y="27050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70" name="Forme libre : forme 15069">
                <a:extLst>
                  <a:ext uri="{FF2B5EF4-FFF2-40B4-BE49-F238E27FC236}">
                    <a16:creationId xmlns:a16="http://schemas.microsoft.com/office/drawing/2014/main" id="{390207A1-DDA2-45AA-BDF4-7800C89129CF}"/>
                  </a:ext>
                </a:extLst>
              </p:cNvPr>
              <p:cNvSpPr/>
              <p:nvPr/>
            </p:nvSpPr>
            <p:spPr>
              <a:xfrm>
                <a:off x="6923256" y="2426398"/>
                <a:ext cx="18478" cy="18478"/>
              </a:xfrm>
              <a:custGeom>
                <a:avLst/>
                <a:gdLst>
                  <a:gd name="connsiteX0" fmla="*/ 18478 w 18478"/>
                  <a:gd name="connsiteY0" fmla="*/ 9239 h 18478"/>
                  <a:gd name="connsiteX1" fmla="*/ 9239 w 18478"/>
                  <a:gd name="connsiteY1" fmla="*/ 18479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8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8" y="9239"/>
                    </a:moveTo>
                    <a:cubicBezTo>
                      <a:pt x="18478" y="14342"/>
                      <a:pt x="14342" y="18479"/>
                      <a:pt x="9239" y="18479"/>
                    </a:cubicBezTo>
                    <a:cubicBezTo>
                      <a:pt x="4136" y="18479"/>
                      <a:pt x="0" y="14342"/>
                      <a:pt x="0" y="9239"/>
                    </a:cubicBezTo>
                    <a:cubicBezTo>
                      <a:pt x="0" y="4137"/>
                      <a:pt x="4136" y="0"/>
                      <a:pt x="9239" y="0"/>
                    </a:cubicBezTo>
                    <a:cubicBezTo>
                      <a:pt x="14342" y="0"/>
                      <a:pt x="18478" y="4137"/>
                      <a:pt x="18478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071" name="Graphique 2">
              <a:extLst>
                <a:ext uri="{FF2B5EF4-FFF2-40B4-BE49-F238E27FC236}">
                  <a16:creationId xmlns:a16="http://schemas.microsoft.com/office/drawing/2014/main" id="{C4C916B1-330B-4119-8D4E-A6362F5B75B4}"/>
                </a:ext>
              </a:extLst>
            </p:cNvPr>
            <p:cNvGrpSpPr/>
            <p:nvPr/>
          </p:nvGrpSpPr>
          <p:grpSpPr>
            <a:xfrm>
              <a:off x="7037080" y="2754343"/>
              <a:ext cx="112966" cy="113013"/>
              <a:chOff x="7037080" y="2754343"/>
              <a:chExt cx="112966" cy="113013"/>
            </a:xfrm>
            <a:solidFill>
              <a:schemeClr val="accent1"/>
            </a:solidFill>
          </p:grpSpPr>
          <p:sp>
            <p:nvSpPr>
              <p:cNvPr id="15072" name="Forme libre : forme 15071">
                <a:extLst>
                  <a:ext uri="{FF2B5EF4-FFF2-40B4-BE49-F238E27FC236}">
                    <a16:creationId xmlns:a16="http://schemas.microsoft.com/office/drawing/2014/main" id="{CA661CB5-5A17-47D9-825C-C9991734EE79}"/>
                  </a:ext>
                </a:extLst>
              </p:cNvPr>
              <p:cNvSpPr/>
              <p:nvPr/>
            </p:nvSpPr>
            <p:spPr>
              <a:xfrm>
                <a:off x="7037080" y="2754343"/>
                <a:ext cx="112966" cy="112966"/>
              </a:xfrm>
              <a:custGeom>
                <a:avLst/>
                <a:gdLst>
                  <a:gd name="connsiteX0" fmla="*/ 112966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6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6" y="56483"/>
                    </a:moveTo>
                    <a:cubicBezTo>
                      <a:pt x="112966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9" y="0"/>
                      <a:pt x="56483" y="0"/>
                    </a:cubicBezTo>
                    <a:cubicBezTo>
                      <a:pt x="87678" y="0"/>
                      <a:pt x="112966" y="25289"/>
                      <a:pt x="112966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73" name="Forme libre : forme 15072">
                <a:extLst>
                  <a:ext uri="{FF2B5EF4-FFF2-40B4-BE49-F238E27FC236}">
                    <a16:creationId xmlns:a16="http://schemas.microsoft.com/office/drawing/2014/main" id="{6FC4B6B2-C15D-4E0A-8751-D13DE86C1E6C}"/>
                  </a:ext>
                </a:extLst>
              </p:cNvPr>
              <p:cNvSpPr/>
              <p:nvPr/>
            </p:nvSpPr>
            <p:spPr>
              <a:xfrm>
                <a:off x="7037461" y="2760916"/>
                <a:ext cx="112537" cy="106441"/>
              </a:xfrm>
              <a:custGeom>
                <a:avLst/>
                <a:gdLst>
                  <a:gd name="connsiteX0" fmla="*/ 57150 w 112537"/>
                  <a:gd name="connsiteY0" fmla="*/ 50768 h 106441"/>
                  <a:gd name="connsiteX1" fmla="*/ 0 w 112537"/>
                  <a:gd name="connsiteY1" fmla="*/ 54007 h 106441"/>
                  <a:gd name="connsiteX2" fmla="*/ 9239 w 112537"/>
                  <a:gd name="connsiteY2" fmla="*/ 81534 h 106441"/>
                  <a:gd name="connsiteX3" fmla="*/ 87630 w 112537"/>
                  <a:gd name="connsiteY3" fmla="*/ 96869 h 106441"/>
                  <a:gd name="connsiteX4" fmla="*/ 102965 w 112537"/>
                  <a:gd name="connsiteY4" fmla="*/ 18479 h 106441"/>
                  <a:gd name="connsiteX5" fmla="*/ 81725 w 112537"/>
                  <a:gd name="connsiteY5" fmla="*/ 0 h 106441"/>
                  <a:gd name="connsiteX6" fmla="*/ 57150 w 112537"/>
                  <a:gd name="connsiteY6" fmla="*/ 50768 h 10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537" h="106441">
                    <a:moveTo>
                      <a:pt x="57150" y="50768"/>
                    </a:moveTo>
                    <a:cubicBezTo>
                      <a:pt x="39529" y="62675"/>
                      <a:pt x="17717" y="62960"/>
                      <a:pt x="0" y="54007"/>
                    </a:cubicBezTo>
                    <a:cubicBezTo>
                      <a:pt x="667" y="63532"/>
                      <a:pt x="3524" y="73057"/>
                      <a:pt x="9239" y="81534"/>
                    </a:cubicBezTo>
                    <a:cubicBezTo>
                      <a:pt x="26670" y="107347"/>
                      <a:pt x="61722" y="114205"/>
                      <a:pt x="87630" y="96869"/>
                    </a:cubicBezTo>
                    <a:cubicBezTo>
                      <a:pt x="113443" y="79438"/>
                      <a:pt x="120301" y="44387"/>
                      <a:pt x="102965" y="18479"/>
                    </a:cubicBezTo>
                    <a:cubicBezTo>
                      <a:pt x="97441" y="10287"/>
                      <a:pt x="90011" y="4191"/>
                      <a:pt x="81725" y="0"/>
                    </a:cubicBezTo>
                    <a:cubicBezTo>
                      <a:pt x="83058" y="19431"/>
                      <a:pt x="74485" y="39053"/>
                      <a:pt x="57150" y="50768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74" name="Forme libre : forme 15073">
                <a:extLst>
                  <a:ext uri="{FF2B5EF4-FFF2-40B4-BE49-F238E27FC236}">
                    <a16:creationId xmlns:a16="http://schemas.microsoft.com/office/drawing/2014/main" id="{D30BEAF2-F4E6-4C45-8882-50E554D740D2}"/>
                  </a:ext>
                </a:extLst>
              </p:cNvPr>
              <p:cNvSpPr/>
              <p:nvPr/>
            </p:nvSpPr>
            <p:spPr>
              <a:xfrm rot="-3611810">
                <a:off x="7082708" y="2763959"/>
                <a:ext cx="47051" cy="54099"/>
              </a:xfrm>
              <a:custGeom>
                <a:avLst/>
                <a:gdLst>
                  <a:gd name="connsiteX0" fmla="*/ 47051 w 47051"/>
                  <a:gd name="connsiteY0" fmla="*/ 27050 h 54099"/>
                  <a:gd name="connsiteX1" fmla="*/ 23526 w 47051"/>
                  <a:gd name="connsiteY1" fmla="*/ 54100 h 54099"/>
                  <a:gd name="connsiteX2" fmla="*/ 0 w 47051"/>
                  <a:gd name="connsiteY2" fmla="*/ 27050 h 54099"/>
                  <a:gd name="connsiteX3" fmla="*/ 23526 w 47051"/>
                  <a:gd name="connsiteY3" fmla="*/ 0 h 54099"/>
                  <a:gd name="connsiteX4" fmla="*/ 47051 w 47051"/>
                  <a:gd name="connsiteY4" fmla="*/ 27050 h 5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1" h="54099">
                    <a:moveTo>
                      <a:pt x="47051" y="27050"/>
                    </a:moveTo>
                    <a:cubicBezTo>
                      <a:pt x="47051" y="41989"/>
                      <a:pt x="36519" y="54100"/>
                      <a:pt x="23526" y="54100"/>
                    </a:cubicBezTo>
                    <a:cubicBezTo>
                      <a:pt x="10533" y="54100"/>
                      <a:pt x="0" y="41989"/>
                      <a:pt x="0" y="27050"/>
                    </a:cubicBezTo>
                    <a:cubicBezTo>
                      <a:pt x="0" y="12111"/>
                      <a:pt x="10533" y="0"/>
                      <a:pt x="23526" y="0"/>
                    </a:cubicBezTo>
                    <a:cubicBezTo>
                      <a:pt x="36519" y="0"/>
                      <a:pt x="47051" y="12111"/>
                      <a:pt x="47051" y="27050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75" name="Forme libre : forme 15074">
                <a:extLst>
                  <a:ext uri="{FF2B5EF4-FFF2-40B4-BE49-F238E27FC236}">
                    <a16:creationId xmlns:a16="http://schemas.microsoft.com/office/drawing/2014/main" id="{927DED0B-4F20-42D0-B5AE-BF4AB7F35FAB}"/>
                  </a:ext>
                </a:extLst>
              </p:cNvPr>
              <p:cNvSpPr/>
              <p:nvPr/>
            </p:nvSpPr>
            <p:spPr>
              <a:xfrm>
                <a:off x="7074513" y="2778632"/>
                <a:ext cx="18478" cy="18478"/>
              </a:xfrm>
              <a:custGeom>
                <a:avLst/>
                <a:gdLst>
                  <a:gd name="connsiteX0" fmla="*/ 18479 w 18478"/>
                  <a:gd name="connsiteY0" fmla="*/ 9239 h 18478"/>
                  <a:gd name="connsiteX1" fmla="*/ 9239 w 18478"/>
                  <a:gd name="connsiteY1" fmla="*/ 18479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9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9" y="9239"/>
                    </a:moveTo>
                    <a:cubicBezTo>
                      <a:pt x="18479" y="14342"/>
                      <a:pt x="14342" y="18479"/>
                      <a:pt x="9239" y="18479"/>
                    </a:cubicBezTo>
                    <a:cubicBezTo>
                      <a:pt x="4137" y="18479"/>
                      <a:pt x="0" y="14342"/>
                      <a:pt x="0" y="9239"/>
                    </a:cubicBezTo>
                    <a:cubicBezTo>
                      <a:pt x="0" y="4137"/>
                      <a:pt x="4137" y="0"/>
                      <a:pt x="9239" y="0"/>
                    </a:cubicBezTo>
                    <a:cubicBezTo>
                      <a:pt x="14342" y="0"/>
                      <a:pt x="18479" y="4137"/>
                      <a:pt x="18479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076" name="Graphique 2">
              <a:extLst>
                <a:ext uri="{FF2B5EF4-FFF2-40B4-BE49-F238E27FC236}">
                  <a16:creationId xmlns:a16="http://schemas.microsoft.com/office/drawing/2014/main" id="{4154700C-9300-45F4-A0C2-6C32105CD450}"/>
                </a:ext>
              </a:extLst>
            </p:cNvPr>
            <p:cNvGrpSpPr/>
            <p:nvPr/>
          </p:nvGrpSpPr>
          <p:grpSpPr>
            <a:xfrm>
              <a:off x="7413508" y="2889027"/>
              <a:ext cx="112966" cy="112966"/>
              <a:chOff x="7413508" y="2889027"/>
              <a:chExt cx="112966" cy="112966"/>
            </a:xfrm>
            <a:solidFill>
              <a:schemeClr val="accent1"/>
            </a:solidFill>
          </p:grpSpPr>
          <p:sp>
            <p:nvSpPr>
              <p:cNvPr id="15077" name="Forme libre : forme 15076">
                <a:extLst>
                  <a:ext uri="{FF2B5EF4-FFF2-40B4-BE49-F238E27FC236}">
                    <a16:creationId xmlns:a16="http://schemas.microsoft.com/office/drawing/2014/main" id="{0DE0846D-6A29-4948-8D80-C134D61E371F}"/>
                  </a:ext>
                </a:extLst>
              </p:cNvPr>
              <p:cNvSpPr/>
              <p:nvPr/>
            </p:nvSpPr>
            <p:spPr>
              <a:xfrm>
                <a:off x="7413508" y="2889027"/>
                <a:ext cx="112966" cy="112966"/>
              </a:xfrm>
              <a:custGeom>
                <a:avLst/>
                <a:gdLst>
                  <a:gd name="connsiteX0" fmla="*/ 112966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6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6" y="56483"/>
                    </a:moveTo>
                    <a:cubicBezTo>
                      <a:pt x="112966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9" y="0"/>
                      <a:pt x="56483" y="0"/>
                    </a:cubicBezTo>
                    <a:cubicBezTo>
                      <a:pt x="87678" y="0"/>
                      <a:pt x="112966" y="25289"/>
                      <a:pt x="112966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78" name="Forme libre : forme 15077">
                <a:extLst>
                  <a:ext uri="{FF2B5EF4-FFF2-40B4-BE49-F238E27FC236}">
                    <a16:creationId xmlns:a16="http://schemas.microsoft.com/office/drawing/2014/main" id="{5796BFD5-14B6-48F1-B2A6-402D27B5F7E3}"/>
                  </a:ext>
                </a:extLst>
              </p:cNvPr>
              <p:cNvSpPr/>
              <p:nvPr/>
            </p:nvSpPr>
            <p:spPr>
              <a:xfrm>
                <a:off x="7413889" y="2895599"/>
                <a:ext cx="112442" cy="106346"/>
              </a:xfrm>
              <a:custGeom>
                <a:avLst/>
                <a:gdLst>
                  <a:gd name="connsiteX0" fmla="*/ 57150 w 112442"/>
                  <a:gd name="connsiteY0" fmla="*/ 50673 h 106346"/>
                  <a:gd name="connsiteX1" fmla="*/ 0 w 112442"/>
                  <a:gd name="connsiteY1" fmla="*/ 53912 h 106346"/>
                  <a:gd name="connsiteX2" fmla="*/ 9239 w 112442"/>
                  <a:gd name="connsiteY2" fmla="*/ 81439 h 106346"/>
                  <a:gd name="connsiteX3" fmla="*/ 87535 w 112442"/>
                  <a:gd name="connsiteY3" fmla="*/ 96774 h 106346"/>
                  <a:gd name="connsiteX4" fmla="*/ 102870 w 112442"/>
                  <a:gd name="connsiteY4" fmla="*/ 18479 h 106346"/>
                  <a:gd name="connsiteX5" fmla="*/ 81629 w 112442"/>
                  <a:gd name="connsiteY5" fmla="*/ 0 h 106346"/>
                  <a:gd name="connsiteX6" fmla="*/ 57150 w 112442"/>
                  <a:gd name="connsiteY6" fmla="*/ 50673 h 10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42" h="106346">
                    <a:moveTo>
                      <a:pt x="57150" y="50673"/>
                    </a:moveTo>
                    <a:cubicBezTo>
                      <a:pt x="39529" y="62579"/>
                      <a:pt x="17717" y="62865"/>
                      <a:pt x="0" y="53912"/>
                    </a:cubicBezTo>
                    <a:cubicBezTo>
                      <a:pt x="667" y="63437"/>
                      <a:pt x="3524" y="72962"/>
                      <a:pt x="9239" y="81439"/>
                    </a:cubicBezTo>
                    <a:cubicBezTo>
                      <a:pt x="26670" y="107251"/>
                      <a:pt x="61722" y="114109"/>
                      <a:pt x="87535" y="96774"/>
                    </a:cubicBezTo>
                    <a:cubicBezTo>
                      <a:pt x="113347" y="79343"/>
                      <a:pt x="120205" y="44291"/>
                      <a:pt x="102870" y="18479"/>
                    </a:cubicBezTo>
                    <a:cubicBezTo>
                      <a:pt x="97345" y="10287"/>
                      <a:pt x="89916" y="4191"/>
                      <a:pt x="81629" y="0"/>
                    </a:cubicBezTo>
                    <a:cubicBezTo>
                      <a:pt x="83058" y="19336"/>
                      <a:pt x="74485" y="39053"/>
                      <a:pt x="57150" y="50673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79" name="Forme libre : forme 15078">
                <a:extLst>
                  <a:ext uri="{FF2B5EF4-FFF2-40B4-BE49-F238E27FC236}">
                    <a16:creationId xmlns:a16="http://schemas.microsoft.com/office/drawing/2014/main" id="{5FE01BF3-FB01-4339-9C8C-5BCD204C87CE}"/>
                  </a:ext>
                </a:extLst>
              </p:cNvPr>
              <p:cNvSpPr/>
              <p:nvPr/>
            </p:nvSpPr>
            <p:spPr>
              <a:xfrm rot="-3611810">
                <a:off x="7459087" y="2898548"/>
                <a:ext cx="47051" cy="54099"/>
              </a:xfrm>
              <a:custGeom>
                <a:avLst/>
                <a:gdLst>
                  <a:gd name="connsiteX0" fmla="*/ 47051 w 47051"/>
                  <a:gd name="connsiteY0" fmla="*/ 27050 h 54099"/>
                  <a:gd name="connsiteX1" fmla="*/ 23526 w 47051"/>
                  <a:gd name="connsiteY1" fmla="*/ 54100 h 54099"/>
                  <a:gd name="connsiteX2" fmla="*/ 0 w 47051"/>
                  <a:gd name="connsiteY2" fmla="*/ 27050 h 54099"/>
                  <a:gd name="connsiteX3" fmla="*/ 23526 w 47051"/>
                  <a:gd name="connsiteY3" fmla="*/ 0 h 54099"/>
                  <a:gd name="connsiteX4" fmla="*/ 47051 w 47051"/>
                  <a:gd name="connsiteY4" fmla="*/ 27050 h 5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1" h="54099">
                    <a:moveTo>
                      <a:pt x="47051" y="27050"/>
                    </a:moveTo>
                    <a:cubicBezTo>
                      <a:pt x="47051" y="41989"/>
                      <a:pt x="36519" y="54100"/>
                      <a:pt x="23526" y="54100"/>
                    </a:cubicBezTo>
                    <a:cubicBezTo>
                      <a:pt x="10533" y="54100"/>
                      <a:pt x="0" y="41989"/>
                      <a:pt x="0" y="27050"/>
                    </a:cubicBezTo>
                    <a:cubicBezTo>
                      <a:pt x="0" y="12111"/>
                      <a:pt x="10533" y="0"/>
                      <a:pt x="23526" y="0"/>
                    </a:cubicBezTo>
                    <a:cubicBezTo>
                      <a:pt x="36519" y="0"/>
                      <a:pt x="47051" y="12111"/>
                      <a:pt x="47051" y="27050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80" name="Forme libre : forme 15079">
                <a:extLst>
                  <a:ext uri="{FF2B5EF4-FFF2-40B4-BE49-F238E27FC236}">
                    <a16:creationId xmlns:a16="http://schemas.microsoft.com/office/drawing/2014/main" id="{6EE3A6FB-88B0-4747-AC93-3FE5C94A8670}"/>
                  </a:ext>
                </a:extLst>
              </p:cNvPr>
              <p:cNvSpPr/>
              <p:nvPr/>
            </p:nvSpPr>
            <p:spPr>
              <a:xfrm>
                <a:off x="7450941" y="2913220"/>
                <a:ext cx="18478" cy="18478"/>
              </a:xfrm>
              <a:custGeom>
                <a:avLst/>
                <a:gdLst>
                  <a:gd name="connsiteX0" fmla="*/ 18478 w 18478"/>
                  <a:gd name="connsiteY0" fmla="*/ 9239 h 18478"/>
                  <a:gd name="connsiteX1" fmla="*/ 9239 w 18478"/>
                  <a:gd name="connsiteY1" fmla="*/ 18479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8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8" y="9239"/>
                    </a:moveTo>
                    <a:cubicBezTo>
                      <a:pt x="18478" y="14342"/>
                      <a:pt x="14342" y="18479"/>
                      <a:pt x="9239" y="18479"/>
                    </a:cubicBezTo>
                    <a:cubicBezTo>
                      <a:pt x="4136" y="18479"/>
                      <a:pt x="0" y="14342"/>
                      <a:pt x="0" y="9239"/>
                    </a:cubicBezTo>
                    <a:cubicBezTo>
                      <a:pt x="0" y="4137"/>
                      <a:pt x="4136" y="0"/>
                      <a:pt x="9239" y="0"/>
                    </a:cubicBezTo>
                    <a:cubicBezTo>
                      <a:pt x="14342" y="0"/>
                      <a:pt x="18478" y="4137"/>
                      <a:pt x="18478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081" name="Graphique 2">
              <a:extLst>
                <a:ext uri="{FF2B5EF4-FFF2-40B4-BE49-F238E27FC236}">
                  <a16:creationId xmlns:a16="http://schemas.microsoft.com/office/drawing/2014/main" id="{16BB9295-D5FE-4904-BB68-9CF02BBA381A}"/>
                </a:ext>
              </a:extLst>
            </p:cNvPr>
            <p:cNvGrpSpPr/>
            <p:nvPr/>
          </p:nvGrpSpPr>
          <p:grpSpPr>
            <a:xfrm>
              <a:off x="7557049" y="2249137"/>
              <a:ext cx="112966" cy="113013"/>
              <a:chOff x="7557049" y="2249137"/>
              <a:chExt cx="112966" cy="113013"/>
            </a:xfrm>
            <a:solidFill>
              <a:schemeClr val="accent1"/>
            </a:solidFill>
          </p:grpSpPr>
          <p:sp>
            <p:nvSpPr>
              <p:cNvPr id="15082" name="Forme libre : forme 15081">
                <a:extLst>
                  <a:ext uri="{FF2B5EF4-FFF2-40B4-BE49-F238E27FC236}">
                    <a16:creationId xmlns:a16="http://schemas.microsoft.com/office/drawing/2014/main" id="{B3E4E6AE-5D9C-413F-9E17-DAA793F0F10F}"/>
                  </a:ext>
                </a:extLst>
              </p:cNvPr>
              <p:cNvSpPr/>
              <p:nvPr/>
            </p:nvSpPr>
            <p:spPr>
              <a:xfrm>
                <a:off x="7557049" y="2249137"/>
                <a:ext cx="112966" cy="112966"/>
              </a:xfrm>
              <a:custGeom>
                <a:avLst/>
                <a:gdLst>
                  <a:gd name="connsiteX0" fmla="*/ 112967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7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7" y="56483"/>
                    </a:moveTo>
                    <a:cubicBezTo>
                      <a:pt x="112967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9" y="0"/>
                      <a:pt x="56483" y="0"/>
                    </a:cubicBezTo>
                    <a:cubicBezTo>
                      <a:pt x="87678" y="0"/>
                      <a:pt x="112967" y="25288"/>
                      <a:pt x="112967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83" name="Forme libre : forme 15082">
                <a:extLst>
                  <a:ext uri="{FF2B5EF4-FFF2-40B4-BE49-F238E27FC236}">
                    <a16:creationId xmlns:a16="http://schemas.microsoft.com/office/drawing/2014/main" id="{3395C3E4-90CB-410E-B936-8397442F81E5}"/>
                  </a:ext>
                </a:extLst>
              </p:cNvPr>
              <p:cNvSpPr/>
              <p:nvPr/>
            </p:nvSpPr>
            <p:spPr>
              <a:xfrm>
                <a:off x="7557430" y="2255710"/>
                <a:ext cx="112537" cy="106441"/>
              </a:xfrm>
              <a:custGeom>
                <a:avLst/>
                <a:gdLst>
                  <a:gd name="connsiteX0" fmla="*/ 57150 w 112537"/>
                  <a:gd name="connsiteY0" fmla="*/ 50768 h 106441"/>
                  <a:gd name="connsiteX1" fmla="*/ 0 w 112537"/>
                  <a:gd name="connsiteY1" fmla="*/ 54007 h 106441"/>
                  <a:gd name="connsiteX2" fmla="*/ 9239 w 112537"/>
                  <a:gd name="connsiteY2" fmla="*/ 81534 h 106441"/>
                  <a:gd name="connsiteX3" fmla="*/ 87630 w 112537"/>
                  <a:gd name="connsiteY3" fmla="*/ 96869 h 106441"/>
                  <a:gd name="connsiteX4" fmla="*/ 102965 w 112537"/>
                  <a:gd name="connsiteY4" fmla="*/ 18478 h 106441"/>
                  <a:gd name="connsiteX5" fmla="*/ 81725 w 112537"/>
                  <a:gd name="connsiteY5" fmla="*/ 0 h 106441"/>
                  <a:gd name="connsiteX6" fmla="*/ 57150 w 112537"/>
                  <a:gd name="connsiteY6" fmla="*/ 50768 h 10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537" h="106441">
                    <a:moveTo>
                      <a:pt x="57150" y="50768"/>
                    </a:moveTo>
                    <a:cubicBezTo>
                      <a:pt x="39529" y="62674"/>
                      <a:pt x="17717" y="62960"/>
                      <a:pt x="0" y="54007"/>
                    </a:cubicBezTo>
                    <a:cubicBezTo>
                      <a:pt x="667" y="63532"/>
                      <a:pt x="3524" y="73057"/>
                      <a:pt x="9239" y="81534"/>
                    </a:cubicBezTo>
                    <a:cubicBezTo>
                      <a:pt x="26670" y="107347"/>
                      <a:pt x="61722" y="114205"/>
                      <a:pt x="87630" y="96869"/>
                    </a:cubicBezTo>
                    <a:cubicBezTo>
                      <a:pt x="113443" y="79438"/>
                      <a:pt x="120301" y="44386"/>
                      <a:pt x="102965" y="18478"/>
                    </a:cubicBezTo>
                    <a:cubicBezTo>
                      <a:pt x="97441" y="10287"/>
                      <a:pt x="90011" y="4191"/>
                      <a:pt x="81725" y="0"/>
                    </a:cubicBezTo>
                    <a:cubicBezTo>
                      <a:pt x="83058" y="19431"/>
                      <a:pt x="74581" y="39052"/>
                      <a:pt x="57150" y="50768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84" name="Forme libre : forme 15083">
                <a:extLst>
                  <a:ext uri="{FF2B5EF4-FFF2-40B4-BE49-F238E27FC236}">
                    <a16:creationId xmlns:a16="http://schemas.microsoft.com/office/drawing/2014/main" id="{AAC19DD3-4037-4DC9-A7D7-D15F5120B2A7}"/>
                  </a:ext>
                </a:extLst>
              </p:cNvPr>
              <p:cNvSpPr/>
              <p:nvPr/>
            </p:nvSpPr>
            <p:spPr>
              <a:xfrm rot="-3611810">
                <a:off x="7602708" y="2258795"/>
                <a:ext cx="47051" cy="54099"/>
              </a:xfrm>
              <a:custGeom>
                <a:avLst/>
                <a:gdLst>
                  <a:gd name="connsiteX0" fmla="*/ 47051 w 47051"/>
                  <a:gd name="connsiteY0" fmla="*/ 27050 h 54099"/>
                  <a:gd name="connsiteX1" fmla="*/ 23526 w 47051"/>
                  <a:gd name="connsiteY1" fmla="*/ 54100 h 54099"/>
                  <a:gd name="connsiteX2" fmla="*/ 0 w 47051"/>
                  <a:gd name="connsiteY2" fmla="*/ 27050 h 54099"/>
                  <a:gd name="connsiteX3" fmla="*/ 23526 w 47051"/>
                  <a:gd name="connsiteY3" fmla="*/ 0 h 54099"/>
                  <a:gd name="connsiteX4" fmla="*/ 47051 w 47051"/>
                  <a:gd name="connsiteY4" fmla="*/ 27050 h 5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1" h="54099">
                    <a:moveTo>
                      <a:pt x="47051" y="27050"/>
                    </a:moveTo>
                    <a:cubicBezTo>
                      <a:pt x="47051" y="41989"/>
                      <a:pt x="36519" y="54100"/>
                      <a:pt x="23526" y="54100"/>
                    </a:cubicBezTo>
                    <a:cubicBezTo>
                      <a:pt x="10533" y="54100"/>
                      <a:pt x="0" y="41989"/>
                      <a:pt x="0" y="27050"/>
                    </a:cubicBezTo>
                    <a:cubicBezTo>
                      <a:pt x="0" y="12111"/>
                      <a:pt x="10533" y="0"/>
                      <a:pt x="23526" y="0"/>
                    </a:cubicBezTo>
                    <a:cubicBezTo>
                      <a:pt x="36518" y="0"/>
                      <a:pt x="47051" y="12111"/>
                      <a:pt x="47051" y="27050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85" name="Forme libre : forme 15084">
                <a:extLst>
                  <a:ext uri="{FF2B5EF4-FFF2-40B4-BE49-F238E27FC236}">
                    <a16:creationId xmlns:a16="http://schemas.microsoft.com/office/drawing/2014/main" id="{D8EACE3F-3ACD-42C0-BCA8-5F2BBA20DFC1}"/>
                  </a:ext>
                </a:extLst>
              </p:cNvPr>
              <p:cNvSpPr/>
              <p:nvPr/>
            </p:nvSpPr>
            <p:spPr>
              <a:xfrm>
                <a:off x="7594578" y="2273426"/>
                <a:ext cx="18478" cy="18478"/>
              </a:xfrm>
              <a:custGeom>
                <a:avLst/>
                <a:gdLst>
                  <a:gd name="connsiteX0" fmla="*/ 18478 w 18478"/>
                  <a:gd name="connsiteY0" fmla="*/ 9239 h 18478"/>
                  <a:gd name="connsiteX1" fmla="*/ 9239 w 18478"/>
                  <a:gd name="connsiteY1" fmla="*/ 18478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8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8" y="9239"/>
                    </a:moveTo>
                    <a:cubicBezTo>
                      <a:pt x="18478" y="14342"/>
                      <a:pt x="14342" y="18478"/>
                      <a:pt x="9239" y="18478"/>
                    </a:cubicBezTo>
                    <a:cubicBezTo>
                      <a:pt x="4136" y="18478"/>
                      <a:pt x="0" y="14342"/>
                      <a:pt x="0" y="9239"/>
                    </a:cubicBezTo>
                    <a:cubicBezTo>
                      <a:pt x="0" y="4136"/>
                      <a:pt x="4136" y="0"/>
                      <a:pt x="9239" y="0"/>
                    </a:cubicBezTo>
                    <a:cubicBezTo>
                      <a:pt x="14342" y="0"/>
                      <a:pt x="18478" y="4136"/>
                      <a:pt x="18478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086" name="Graphique 2">
              <a:extLst>
                <a:ext uri="{FF2B5EF4-FFF2-40B4-BE49-F238E27FC236}">
                  <a16:creationId xmlns:a16="http://schemas.microsoft.com/office/drawing/2014/main" id="{AC001897-D811-4512-98C2-ABD841F4E2A1}"/>
                </a:ext>
              </a:extLst>
            </p:cNvPr>
            <p:cNvGrpSpPr/>
            <p:nvPr/>
          </p:nvGrpSpPr>
          <p:grpSpPr>
            <a:xfrm>
              <a:off x="8047968" y="2497168"/>
              <a:ext cx="112966" cy="112966"/>
              <a:chOff x="8047968" y="2497168"/>
              <a:chExt cx="112966" cy="112966"/>
            </a:xfrm>
            <a:solidFill>
              <a:schemeClr val="accent1"/>
            </a:solidFill>
          </p:grpSpPr>
          <p:sp>
            <p:nvSpPr>
              <p:cNvPr id="15087" name="Forme libre : forme 15086">
                <a:extLst>
                  <a:ext uri="{FF2B5EF4-FFF2-40B4-BE49-F238E27FC236}">
                    <a16:creationId xmlns:a16="http://schemas.microsoft.com/office/drawing/2014/main" id="{5F58FA01-780F-4236-A805-AA535A88509D}"/>
                  </a:ext>
                </a:extLst>
              </p:cNvPr>
              <p:cNvSpPr/>
              <p:nvPr/>
            </p:nvSpPr>
            <p:spPr>
              <a:xfrm>
                <a:off x="8047968" y="2497168"/>
                <a:ext cx="112966" cy="112966"/>
              </a:xfrm>
              <a:custGeom>
                <a:avLst/>
                <a:gdLst>
                  <a:gd name="connsiteX0" fmla="*/ 112967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7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7" y="56483"/>
                    </a:moveTo>
                    <a:cubicBezTo>
                      <a:pt x="112967" y="87678"/>
                      <a:pt x="87678" y="112966"/>
                      <a:pt x="56483" y="112966"/>
                    </a:cubicBezTo>
                    <a:cubicBezTo>
                      <a:pt x="25289" y="112966"/>
                      <a:pt x="0" y="87678"/>
                      <a:pt x="0" y="56483"/>
                    </a:cubicBezTo>
                    <a:cubicBezTo>
                      <a:pt x="0" y="25288"/>
                      <a:pt x="25289" y="0"/>
                      <a:pt x="56483" y="0"/>
                    </a:cubicBezTo>
                    <a:cubicBezTo>
                      <a:pt x="87678" y="0"/>
                      <a:pt x="112967" y="25289"/>
                      <a:pt x="112967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88" name="Forme libre : forme 15087">
                <a:extLst>
                  <a:ext uri="{FF2B5EF4-FFF2-40B4-BE49-F238E27FC236}">
                    <a16:creationId xmlns:a16="http://schemas.microsoft.com/office/drawing/2014/main" id="{1E84CB79-BA6A-4EAD-BBEC-7C3D926E0830}"/>
                  </a:ext>
                </a:extLst>
              </p:cNvPr>
              <p:cNvSpPr/>
              <p:nvPr/>
            </p:nvSpPr>
            <p:spPr>
              <a:xfrm>
                <a:off x="8048349" y="2503645"/>
                <a:ext cx="112537" cy="106441"/>
              </a:xfrm>
              <a:custGeom>
                <a:avLst/>
                <a:gdLst>
                  <a:gd name="connsiteX0" fmla="*/ 57150 w 112537"/>
                  <a:gd name="connsiteY0" fmla="*/ 50768 h 106441"/>
                  <a:gd name="connsiteX1" fmla="*/ 0 w 112537"/>
                  <a:gd name="connsiteY1" fmla="*/ 54007 h 106441"/>
                  <a:gd name="connsiteX2" fmla="*/ 9239 w 112537"/>
                  <a:gd name="connsiteY2" fmla="*/ 81534 h 106441"/>
                  <a:gd name="connsiteX3" fmla="*/ 87630 w 112537"/>
                  <a:gd name="connsiteY3" fmla="*/ 96869 h 106441"/>
                  <a:gd name="connsiteX4" fmla="*/ 102965 w 112537"/>
                  <a:gd name="connsiteY4" fmla="*/ 18478 h 106441"/>
                  <a:gd name="connsiteX5" fmla="*/ 81724 w 112537"/>
                  <a:gd name="connsiteY5" fmla="*/ 0 h 106441"/>
                  <a:gd name="connsiteX6" fmla="*/ 57150 w 112537"/>
                  <a:gd name="connsiteY6" fmla="*/ 50768 h 10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537" h="106441">
                    <a:moveTo>
                      <a:pt x="57150" y="50768"/>
                    </a:moveTo>
                    <a:cubicBezTo>
                      <a:pt x="39529" y="62674"/>
                      <a:pt x="17716" y="62960"/>
                      <a:pt x="0" y="54007"/>
                    </a:cubicBezTo>
                    <a:cubicBezTo>
                      <a:pt x="667" y="63532"/>
                      <a:pt x="3524" y="73057"/>
                      <a:pt x="9239" y="81534"/>
                    </a:cubicBezTo>
                    <a:cubicBezTo>
                      <a:pt x="26670" y="107347"/>
                      <a:pt x="61722" y="114205"/>
                      <a:pt x="87630" y="96869"/>
                    </a:cubicBezTo>
                    <a:cubicBezTo>
                      <a:pt x="113443" y="79438"/>
                      <a:pt x="120301" y="44386"/>
                      <a:pt x="102965" y="18478"/>
                    </a:cubicBezTo>
                    <a:cubicBezTo>
                      <a:pt x="97441" y="10287"/>
                      <a:pt x="90011" y="4191"/>
                      <a:pt x="81724" y="0"/>
                    </a:cubicBezTo>
                    <a:cubicBezTo>
                      <a:pt x="83058" y="19431"/>
                      <a:pt x="74581" y="39148"/>
                      <a:pt x="57150" y="50768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89" name="Forme libre : forme 15088">
                <a:extLst>
                  <a:ext uri="{FF2B5EF4-FFF2-40B4-BE49-F238E27FC236}">
                    <a16:creationId xmlns:a16="http://schemas.microsoft.com/office/drawing/2014/main" id="{65031262-CC9F-4DA5-8752-0702D8B92B84}"/>
                  </a:ext>
                </a:extLst>
              </p:cNvPr>
              <p:cNvSpPr/>
              <p:nvPr/>
            </p:nvSpPr>
            <p:spPr>
              <a:xfrm rot="-3611810">
                <a:off x="8093631" y="2506692"/>
                <a:ext cx="47051" cy="54099"/>
              </a:xfrm>
              <a:custGeom>
                <a:avLst/>
                <a:gdLst>
                  <a:gd name="connsiteX0" fmla="*/ 47051 w 47051"/>
                  <a:gd name="connsiteY0" fmla="*/ 27050 h 54099"/>
                  <a:gd name="connsiteX1" fmla="*/ 23526 w 47051"/>
                  <a:gd name="connsiteY1" fmla="*/ 54100 h 54099"/>
                  <a:gd name="connsiteX2" fmla="*/ 0 w 47051"/>
                  <a:gd name="connsiteY2" fmla="*/ 27050 h 54099"/>
                  <a:gd name="connsiteX3" fmla="*/ 23526 w 47051"/>
                  <a:gd name="connsiteY3" fmla="*/ 0 h 54099"/>
                  <a:gd name="connsiteX4" fmla="*/ 47051 w 47051"/>
                  <a:gd name="connsiteY4" fmla="*/ 27050 h 5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1" h="54099">
                    <a:moveTo>
                      <a:pt x="47051" y="27050"/>
                    </a:moveTo>
                    <a:cubicBezTo>
                      <a:pt x="47051" y="41989"/>
                      <a:pt x="36519" y="54100"/>
                      <a:pt x="23526" y="54100"/>
                    </a:cubicBezTo>
                    <a:cubicBezTo>
                      <a:pt x="10533" y="54100"/>
                      <a:pt x="0" y="41989"/>
                      <a:pt x="0" y="27050"/>
                    </a:cubicBezTo>
                    <a:cubicBezTo>
                      <a:pt x="0" y="12111"/>
                      <a:pt x="10533" y="0"/>
                      <a:pt x="23526" y="0"/>
                    </a:cubicBezTo>
                    <a:cubicBezTo>
                      <a:pt x="36519" y="0"/>
                      <a:pt x="47051" y="12111"/>
                      <a:pt x="47051" y="27050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90" name="Forme libre : forme 15089">
                <a:extLst>
                  <a:ext uri="{FF2B5EF4-FFF2-40B4-BE49-F238E27FC236}">
                    <a16:creationId xmlns:a16="http://schemas.microsoft.com/office/drawing/2014/main" id="{B5FBBC99-D4C2-4BAB-AF7D-E37F83700432}"/>
                  </a:ext>
                </a:extLst>
              </p:cNvPr>
              <p:cNvSpPr/>
              <p:nvPr/>
            </p:nvSpPr>
            <p:spPr>
              <a:xfrm>
                <a:off x="8085496" y="2521362"/>
                <a:ext cx="18478" cy="18478"/>
              </a:xfrm>
              <a:custGeom>
                <a:avLst/>
                <a:gdLst>
                  <a:gd name="connsiteX0" fmla="*/ 18479 w 18478"/>
                  <a:gd name="connsiteY0" fmla="*/ 9239 h 18478"/>
                  <a:gd name="connsiteX1" fmla="*/ 9239 w 18478"/>
                  <a:gd name="connsiteY1" fmla="*/ 18478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9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9" y="9239"/>
                    </a:moveTo>
                    <a:cubicBezTo>
                      <a:pt x="18479" y="14342"/>
                      <a:pt x="14342" y="18478"/>
                      <a:pt x="9239" y="18478"/>
                    </a:cubicBezTo>
                    <a:cubicBezTo>
                      <a:pt x="4137" y="18478"/>
                      <a:pt x="0" y="14342"/>
                      <a:pt x="0" y="9239"/>
                    </a:cubicBezTo>
                    <a:cubicBezTo>
                      <a:pt x="0" y="4136"/>
                      <a:pt x="4137" y="0"/>
                      <a:pt x="9239" y="0"/>
                    </a:cubicBezTo>
                    <a:cubicBezTo>
                      <a:pt x="14342" y="0"/>
                      <a:pt x="18479" y="4136"/>
                      <a:pt x="18479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091" name="Graphique 2">
              <a:extLst>
                <a:ext uri="{FF2B5EF4-FFF2-40B4-BE49-F238E27FC236}">
                  <a16:creationId xmlns:a16="http://schemas.microsoft.com/office/drawing/2014/main" id="{723E568D-B66D-488D-B51D-0C3959E39DC4}"/>
                </a:ext>
              </a:extLst>
            </p:cNvPr>
            <p:cNvGrpSpPr/>
            <p:nvPr/>
          </p:nvGrpSpPr>
          <p:grpSpPr>
            <a:xfrm>
              <a:off x="8928554" y="2573178"/>
              <a:ext cx="112966" cy="112966"/>
              <a:chOff x="8928554" y="2573178"/>
              <a:chExt cx="112966" cy="112966"/>
            </a:xfrm>
            <a:solidFill>
              <a:schemeClr val="accent1"/>
            </a:solidFill>
          </p:grpSpPr>
          <p:sp>
            <p:nvSpPr>
              <p:cNvPr id="15092" name="Forme libre : forme 15091">
                <a:extLst>
                  <a:ext uri="{FF2B5EF4-FFF2-40B4-BE49-F238E27FC236}">
                    <a16:creationId xmlns:a16="http://schemas.microsoft.com/office/drawing/2014/main" id="{E5CF53F4-1E7F-4178-8842-950588CCB47B}"/>
                  </a:ext>
                </a:extLst>
              </p:cNvPr>
              <p:cNvSpPr/>
              <p:nvPr/>
            </p:nvSpPr>
            <p:spPr>
              <a:xfrm>
                <a:off x="8928554" y="2573178"/>
                <a:ext cx="112966" cy="112966"/>
              </a:xfrm>
              <a:custGeom>
                <a:avLst/>
                <a:gdLst>
                  <a:gd name="connsiteX0" fmla="*/ 112966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6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6" y="56483"/>
                    </a:moveTo>
                    <a:cubicBezTo>
                      <a:pt x="112966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8" y="0"/>
                      <a:pt x="56483" y="0"/>
                    </a:cubicBezTo>
                    <a:cubicBezTo>
                      <a:pt x="87678" y="0"/>
                      <a:pt x="112966" y="25289"/>
                      <a:pt x="112966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93" name="Forme libre : forme 15092">
                <a:extLst>
                  <a:ext uri="{FF2B5EF4-FFF2-40B4-BE49-F238E27FC236}">
                    <a16:creationId xmlns:a16="http://schemas.microsoft.com/office/drawing/2014/main" id="{EF515753-CCF5-4D25-AB32-32FC1C9CBA48}"/>
                  </a:ext>
                </a:extLst>
              </p:cNvPr>
              <p:cNvSpPr/>
              <p:nvPr/>
            </p:nvSpPr>
            <p:spPr>
              <a:xfrm>
                <a:off x="8928935" y="2579655"/>
                <a:ext cx="112537" cy="106441"/>
              </a:xfrm>
              <a:custGeom>
                <a:avLst/>
                <a:gdLst>
                  <a:gd name="connsiteX0" fmla="*/ 57150 w 112537"/>
                  <a:gd name="connsiteY0" fmla="*/ 50768 h 106441"/>
                  <a:gd name="connsiteX1" fmla="*/ 0 w 112537"/>
                  <a:gd name="connsiteY1" fmla="*/ 54007 h 106441"/>
                  <a:gd name="connsiteX2" fmla="*/ 9239 w 112537"/>
                  <a:gd name="connsiteY2" fmla="*/ 81534 h 106441"/>
                  <a:gd name="connsiteX3" fmla="*/ 87630 w 112537"/>
                  <a:gd name="connsiteY3" fmla="*/ 96869 h 106441"/>
                  <a:gd name="connsiteX4" fmla="*/ 102965 w 112537"/>
                  <a:gd name="connsiteY4" fmla="*/ 18479 h 106441"/>
                  <a:gd name="connsiteX5" fmla="*/ 81725 w 112537"/>
                  <a:gd name="connsiteY5" fmla="*/ 0 h 106441"/>
                  <a:gd name="connsiteX6" fmla="*/ 57150 w 112537"/>
                  <a:gd name="connsiteY6" fmla="*/ 50768 h 10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537" h="106441">
                    <a:moveTo>
                      <a:pt x="57150" y="50768"/>
                    </a:moveTo>
                    <a:cubicBezTo>
                      <a:pt x="39529" y="62675"/>
                      <a:pt x="17717" y="62960"/>
                      <a:pt x="0" y="54007"/>
                    </a:cubicBezTo>
                    <a:cubicBezTo>
                      <a:pt x="667" y="63532"/>
                      <a:pt x="3524" y="73057"/>
                      <a:pt x="9239" y="81534"/>
                    </a:cubicBezTo>
                    <a:cubicBezTo>
                      <a:pt x="26670" y="107347"/>
                      <a:pt x="61722" y="114205"/>
                      <a:pt x="87630" y="96869"/>
                    </a:cubicBezTo>
                    <a:cubicBezTo>
                      <a:pt x="113443" y="79438"/>
                      <a:pt x="120301" y="44387"/>
                      <a:pt x="102965" y="18479"/>
                    </a:cubicBezTo>
                    <a:cubicBezTo>
                      <a:pt x="97441" y="10287"/>
                      <a:pt x="90011" y="4191"/>
                      <a:pt x="81725" y="0"/>
                    </a:cubicBezTo>
                    <a:cubicBezTo>
                      <a:pt x="83058" y="19431"/>
                      <a:pt x="74486" y="39148"/>
                      <a:pt x="57150" y="50768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94" name="Forme libre : forme 15093">
                <a:extLst>
                  <a:ext uri="{FF2B5EF4-FFF2-40B4-BE49-F238E27FC236}">
                    <a16:creationId xmlns:a16="http://schemas.microsoft.com/office/drawing/2014/main" id="{9DD9CC55-297B-413A-B4D7-1929CDE61CB3}"/>
                  </a:ext>
                </a:extLst>
              </p:cNvPr>
              <p:cNvSpPr/>
              <p:nvPr/>
            </p:nvSpPr>
            <p:spPr>
              <a:xfrm rot="-3611810">
                <a:off x="8974214" y="2582843"/>
                <a:ext cx="47051" cy="54099"/>
              </a:xfrm>
              <a:custGeom>
                <a:avLst/>
                <a:gdLst>
                  <a:gd name="connsiteX0" fmla="*/ 47051 w 47051"/>
                  <a:gd name="connsiteY0" fmla="*/ 27050 h 54099"/>
                  <a:gd name="connsiteX1" fmla="*/ 23526 w 47051"/>
                  <a:gd name="connsiteY1" fmla="*/ 54100 h 54099"/>
                  <a:gd name="connsiteX2" fmla="*/ 0 w 47051"/>
                  <a:gd name="connsiteY2" fmla="*/ 27050 h 54099"/>
                  <a:gd name="connsiteX3" fmla="*/ 23526 w 47051"/>
                  <a:gd name="connsiteY3" fmla="*/ 0 h 54099"/>
                  <a:gd name="connsiteX4" fmla="*/ 47051 w 47051"/>
                  <a:gd name="connsiteY4" fmla="*/ 27050 h 5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1" h="54099">
                    <a:moveTo>
                      <a:pt x="47051" y="27050"/>
                    </a:moveTo>
                    <a:cubicBezTo>
                      <a:pt x="47051" y="41989"/>
                      <a:pt x="36519" y="54100"/>
                      <a:pt x="23526" y="54100"/>
                    </a:cubicBezTo>
                    <a:cubicBezTo>
                      <a:pt x="10533" y="54100"/>
                      <a:pt x="0" y="41989"/>
                      <a:pt x="0" y="27050"/>
                    </a:cubicBezTo>
                    <a:cubicBezTo>
                      <a:pt x="0" y="12111"/>
                      <a:pt x="10533" y="0"/>
                      <a:pt x="23526" y="0"/>
                    </a:cubicBezTo>
                    <a:cubicBezTo>
                      <a:pt x="36519" y="0"/>
                      <a:pt x="47051" y="12111"/>
                      <a:pt x="47051" y="27050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95" name="Forme libre : forme 15094">
                <a:extLst>
                  <a:ext uri="{FF2B5EF4-FFF2-40B4-BE49-F238E27FC236}">
                    <a16:creationId xmlns:a16="http://schemas.microsoft.com/office/drawing/2014/main" id="{FC8C74B9-68DC-4EB2-A560-78DA1BDE9A01}"/>
                  </a:ext>
                </a:extLst>
              </p:cNvPr>
              <p:cNvSpPr/>
              <p:nvPr/>
            </p:nvSpPr>
            <p:spPr>
              <a:xfrm>
                <a:off x="8965987" y="2597371"/>
                <a:ext cx="18478" cy="18478"/>
              </a:xfrm>
              <a:custGeom>
                <a:avLst/>
                <a:gdLst>
                  <a:gd name="connsiteX0" fmla="*/ 18479 w 18478"/>
                  <a:gd name="connsiteY0" fmla="*/ 9239 h 18478"/>
                  <a:gd name="connsiteX1" fmla="*/ 9239 w 18478"/>
                  <a:gd name="connsiteY1" fmla="*/ 18479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9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9" y="9239"/>
                    </a:moveTo>
                    <a:cubicBezTo>
                      <a:pt x="18479" y="14342"/>
                      <a:pt x="14342" y="18479"/>
                      <a:pt x="9239" y="18479"/>
                    </a:cubicBezTo>
                    <a:cubicBezTo>
                      <a:pt x="4137" y="18479"/>
                      <a:pt x="0" y="14342"/>
                      <a:pt x="0" y="9239"/>
                    </a:cubicBezTo>
                    <a:cubicBezTo>
                      <a:pt x="0" y="4137"/>
                      <a:pt x="4137" y="0"/>
                      <a:pt x="9239" y="0"/>
                    </a:cubicBezTo>
                    <a:cubicBezTo>
                      <a:pt x="14342" y="0"/>
                      <a:pt x="18479" y="4137"/>
                      <a:pt x="18479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096" name="Graphique 2">
              <a:extLst>
                <a:ext uri="{FF2B5EF4-FFF2-40B4-BE49-F238E27FC236}">
                  <a16:creationId xmlns:a16="http://schemas.microsoft.com/office/drawing/2014/main" id="{84406125-A0CB-481C-A2C9-F955E89AF5BF}"/>
                </a:ext>
              </a:extLst>
            </p:cNvPr>
            <p:cNvGrpSpPr/>
            <p:nvPr/>
          </p:nvGrpSpPr>
          <p:grpSpPr>
            <a:xfrm>
              <a:off x="8794537" y="2935509"/>
              <a:ext cx="112966" cy="112966"/>
              <a:chOff x="8794537" y="2935509"/>
              <a:chExt cx="112966" cy="112966"/>
            </a:xfrm>
            <a:solidFill>
              <a:schemeClr val="accent1"/>
            </a:solidFill>
          </p:grpSpPr>
          <p:sp>
            <p:nvSpPr>
              <p:cNvPr id="15097" name="Forme libre : forme 15096">
                <a:extLst>
                  <a:ext uri="{FF2B5EF4-FFF2-40B4-BE49-F238E27FC236}">
                    <a16:creationId xmlns:a16="http://schemas.microsoft.com/office/drawing/2014/main" id="{B781DDC6-F708-48AF-9E54-D94BF100A0EB}"/>
                  </a:ext>
                </a:extLst>
              </p:cNvPr>
              <p:cNvSpPr/>
              <p:nvPr/>
            </p:nvSpPr>
            <p:spPr>
              <a:xfrm>
                <a:off x="8794537" y="2935509"/>
                <a:ext cx="112966" cy="112966"/>
              </a:xfrm>
              <a:custGeom>
                <a:avLst/>
                <a:gdLst>
                  <a:gd name="connsiteX0" fmla="*/ 112966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6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6" y="56483"/>
                    </a:moveTo>
                    <a:cubicBezTo>
                      <a:pt x="112966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8" y="0"/>
                      <a:pt x="56483" y="0"/>
                    </a:cubicBezTo>
                    <a:cubicBezTo>
                      <a:pt x="87678" y="0"/>
                      <a:pt x="112966" y="25288"/>
                      <a:pt x="112966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98" name="Forme libre : forme 15097">
                <a:extLst>
                  <a:ext uri="{FF2B5EF4-FFF2-40B4-BE49-F238E27FC236}">
                    <a16:creationId xmlns:a16="http://schemas.microsoft.com/office/drawing/2014/main" id="{06B7D96E-A973-4C5D-9D7A-285E82944A1B}"/>
                  </a:ext>
                </a:extLst>
              </p:cNvPr>
              <p:cNvSpPr/>
              <p:nvPr/>
            </p:nvSpPr>
            <p:spPr>
              <a:xfrm>
                <a:off x="8794918" y="2941986"/>
                <a:ext cx="112537" cy="106441"/>
              </a:xfrm>
              <a:custGeom>
                <a:avLst/>
                <a:gdLst>
                  <a:gd name="connsiteX0" fmla="*/ 57150 w 112537"/>
                  <a:gd name="connsiteY0" fmla="*/ 50768 h 106441"/>
                  <a:gd name="connsiteX1" fmla="*/ 0 w 112537"/>
                  <a:gd name="connsiteY1" fmla="*/ 54007 h 106441"/>
                  <a:gd name="connsiteX2" fmla="*/ 9239 w 112537"/>
                  <a:gd name="connsiteY2" fmla="*/ 81534 h 106441"/>
                  <a:gd name="connsiteX3" fmla="*/ 87630 w 112537"/>
                  <a:gd name="connsiteY3" fmla="*/ 96869 h 106441"/>
                  <a:gd name="connsiteX4" fmla="*/ 102965 w 112537"/>
                  <a:gd name="connsiteY4" fmla="*/ 18479 h 106441"/>
                  <a:gd name="connsiteX5" fmla="*/ 81724 w 112537"/>
                  <a:gd name="connsiteY5" fmla="*/ 0 h 106441"/>
                  <a:gd name="connsiteX6" fmla="*/ 57150 w 112537"/>
                  <a:gd name="connsiteY6" fmla="*/ 50768 h 10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537" h="106441">
                    <a:moveTo>
                      <a:pt x="57150" y="50768"/>
                    </a:moveTo>
                    <a:cubicBezTo>
                      <a:pt x="39529" y="62675"/>
                      <a:pt x="17716" y="62960"/>
                      <a:pt x="0" y="54007"/>
                    </a:cubicBezTo>
                    <a:cubicBezTo>
                      <a:pt x="667" y="63532"/>
                      <a:pt x="3524" y="73057"/>
                      <a:pt x="9239" y="81534"/>
                    </a:cubicBezTo>
                    <a:cubicBezTo>
                      <a:pt x="26670" y="107347"/>
                      <a:pt x="61722" y="114205"/>
                      <a:pt x="87630" y="96869"/>
                    </a:cubicBezTo>
                    <a:cubicBezTo>
                      <a:pt x="113442" y="79439"/>
                      <a:pt x="120301" y="44387"/>
                      <a:pt x="102965" y="18479"/>
                    </a:cubicBezTo>
                    <a:cubicBezTo>
                      <a:pt x="97441" y="10287"/>
                      <a:pt x="90011" y="4191"/>
                      <a:pt x="81724" y="0"/>
                    </a:cubicBezTo>
                    <a:cubicBezTo>
                      <a:pt x="83058" y="19431"/>
                      <a:pt x="74485" y="39053"/>
                      <a:pt x="57150" y="50768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099" name="Forme libre : forme 15098">
                <a:extLst>
                  <a:ext uri="{FF2B5EF4-FFF2-40B4-BE49-F238E27FC236}">
                    <a16:creationId xmlns:a16="http://schemas.microsoft.com/office/drawing/2014/main" id="{143A6DB7-098C-4C8D-98E6-04E58299DBB9}"/>
                  </a:ext>
                </a:extLst>
              </p:cNvPr>
              <p:cNvSpPr/>
              <p:nvPr/>
            </p:nvSpPr>
            <p:spPr>
              <a:xfrm rot="-3611810">
                <a:off x="8840113" y="2945064"/>
                <a:ext cx="47051" cy="54099"/>
              </a:xfrm>
              <a:custGeom>
                <a:avLst/>
                <a:gdLst>
                  <a:gd name="connsiteX0" fmla="*/ 47051 w 47051"/>
                  <a:gd name="connsiteY0" fmla="*/ 27050 h 54099"/>
                  <a:gd name="connsiteX1" fmla="*/ 23526 w 47051"/>
                  <a:gd name="connsiteY1" fmla="*/ 54100 h 54099"/>
                  <a:gd name="connsiteX2" fmla="*/ 0 w 47051"/>
                  <a:gd name="connsiteY2" fmla="*/ 27050 h 54099"/>
                  <a:gd name="connsiteX3" fmla="*/ 23526 w 47051"/>
                  <a:gd name="connsiteY3" fmla="*/ 0 h 54099"/>
                  <a:gd name="connsiteX4" fmla="*/ 47051 w 47051"/>
                  <a:gd name="connsiteY4" fmla="*/ 27050 h 5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1" h="54099">
                    <a:moveTo>
                      <a:pt x="47051" y="27050"/>
                    </a:moveTo>
                    <a:cubicBezTo>
                      <a:pt x="47051" y="41989"/>
                      <a:pt x="36518" y="54100"/>
                      <a:pt x="23526" y="54100"/>
                    </a:cubicBezTo>
                    <a:cubicBezTo>
                      <a:pt x="10533" y="54100"/>
                      <a:pt x="0" y="41989"/>
                      <a:pt x="0" y="27050"/>
                    </a:cubicBezTo>
                    <a:cubicBezTo>
                      <a:pt x="0" y="12111"/>
                      <a:pt x="10533" y="0"/>
                      <a:pt x="23526" y="0"/>
                    </a:cubicBezTo>
                    <a:cubicBezTo>
                      <a:pt x="36518" y="0"/>
                      <a:pt x="47051" y="12111"/>
                      <a:pt x="47051" y="27050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00" name="Forme libre : forme 15099">
                <a:extLst>
                  <a:ext uri="{FF2B5EF4-FFF2-40B4-BE49-F238E27FC236}">
                    <a16:creationId xmlns:a16="http://schemas.microsoft.com/office/drawing/2014/main" id="{83E1C2CB-395F-4A52-BAD2-E40C4FB9CD6C}"/>
                  </a:ext>
                </a:extLst>
              </p:cNvPr>
              <p:cNvSpPr/>
              <p:nvPr/>
            </p:nvSpPr>
            <p:spPr>
              <a:xfrm>
                <a:off x="8831971" y="2959702"/>
                <a:ext cx="18478" cy="18478"/>
              </a:xfrm>
              <a:custGeom>
                <a:avLst/>
                <a:gdLst>
                  <a:gd name="connsiteX0" fmla="*/ 18478 w 18478"/>
                  <a:gd name="connsiteY0" fmla="*/ 9239 h 18478"/>
                  <a:gd name="connsiteX1" fmla="*/ 9239 w 18478"/>
                  <a:gd name="connsiteY1" fmla="*/ 18478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8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8" y="9239"/>
                    </a:moveTo>
                    <a:cubicBezTo>
                      <a:pt x="18478" y="14342"/>
                      <a:pt x="14342" y="18478"/>
                      <a:pt x="9239" y="18478"/>
                    </a:cubicBezTo>
                    <a:cubicBezTo>
                      <a:pt x="4137" y="18478"/>
                      <a:pt x="0" y="14342"/>
                      <a:pt x="0" y="9239"/>
                    </a:cubicBezTo>
                    <a:cubicBezTo>
                      <a:pt x="0" y="4136"/>
                      <a:pt x="4137" y="0"/>
                      <a:pt x="9239" y="0"/>
                    </a:cubicBezTo>
                    <a:cubicBezTo>
                      <a:pt x="14342" y="0"/>
                      <a:pt x="18478" y="4136"/>
                      <a:pt x="18478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101" name="Graphique 2">
              <a:extLst>
                <a:ext uri="{FF2B5EF4-FFF2-40B4-BE49-F238E27FC236}">
                  <a16:creationId xmlns:a16="http://schemas.microsoft.com/office/drawing/2014/main" id="{984DF8DB-82CA-4E7B-8628-30A1E432FAE1}"/>
                </a:ext>
              </a:extLst>
            </p:cNvPr>
            <p:cNvGrpSpPr/>
            <p:nvPr/>
          </p:nvGrpSpPr>
          <p:grpSpPr>
            <a:xfrm>
              <a:off x="8238087" y="3022948"/>
              <a:ext cx="112966" cy="112966"/>
              <a:chOff x="8238087" y="3022948"/>
              <a:chExt cx="112966" cy="112966"/>
            </a:xfrm>
            <a:solidFill>
              <a:schemeClr val="accent1"/>
            </a:solidFill>
          </p:grpSpPr>
          <p:sp>
            <p:nvSpPr>
              <p:cNvPr id="15102" name="Forme libre : forme 15101">
                <a:extLst>
                  <a:ext uri="{FF2B5EF4-FFF2-40B4-BE49-F238E27FC236}">
                    <a16:creationId xmlns:a16="http://schemas.microsoft.com/office/drawing/2014/main" id="{F976D5EB-9B16-4AC3-BD44-5EE12CF3C0EB}"/>
                  </a:ext>
                </a:extLst>
              </p:cNvPr>
              <p:cNvSpPr/>
              <p:nvPr/>
            </p:nvSpPr>
            <p:spPr>
              <a:xfrm>
                <a:off x="8238087" y="3022948"/>
                <a:ext cx="112966" cy="112966"/>
              </a:xfrm>
              <a:custGeom>
                <a:avLst/>
                <a:gdLst>
                  <a:gd name="connsiteX0" fmla="*/ 112967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7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7" y="56483"/>
                    </a:moveTo>
                    <a:cubicBezTo>
                      <a:pt x="112967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8" y="0"/>
                      <a:pt x="56483" y="0"/>
                    </a:cubicBezTo>
                    <a:cubicBezTo>
                      <a:pt x="87678" y="0"/>
                      <a:pt x="112967" y="25289"/>
                      <a:pt x="112967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03" name="Forme libre : forme 15102">
                <a:extLst>
                  <a:ext uri="{FF2B5EF4-FFF2-40B4-BE49-F238E27FC236}">
                    <a16:creationId xmlns:a16="http://schemas.microsoft.com/office/drawing/2014/main" id="{5FA6E01D-9720-4D37-9452-93EAECD817F8}"/>
                  </a:ext>
                </a:extLst>
              </p:cNvPr>
              <p:cNvSpPr/>
              <p:nvPr/>
            </p:nvSpPr>
            <p:spPr>
              <a:xfrm>
                <a:off x="8238468" y="3029425"/>
                <a:ext cx="112537" cy="106441"/>
              </a:xfrm>
              <a:custGeom>
                <a:avLst/>
                <a:gdLst>
                  <a:gd name="connsiteX0" fmla="*/ 57150 w 112537"/>
                  <a:gd name="connsiteY0" fmla="*/ 50768 h 106441"/>
                  <a:gd name="connsiteX1" fmla="*/ 0 w 112537"/>
                  <a:gd name="connsiteY1" fmla="*/ 54007 h 106441"/>
                  <a:gd name="connsiteX2" fmla="*/ 9239 w 112537"/>
                  <a:gd name="connsiteY2" fmla="*/ 81534 h 106441"/>
                  <a:gd name="connsiteX3" fmla="*/ 87630 w 112537"/>
                  <a:gd name="connsiteY3" fmla="*/ 96869 h 106441"/>
                  <a:gd name="connsiteX4" fmla="*/ 102965 w 112537"/>
                  <a:gd name="connsiteY4" fmla="*/ 18479 h 106441"/>
                  <a:gd name="connsiteX5" fmla="*/ 81724 w 112537"/>
                  <a:gd name="connsiteY5" fmla="*/ 0 h 106441"/>
                  <a:gd name="connsiteX6" fmla="*/ 57150 w 112537"/>
                  <a:gd name="connsiteY6" fmla="*/ 50768 h 10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537" h="106441">
                    <a:moveTo>
                      <a:pt x="57150" y="50768"/>
                    </a:moveTo>
                    <a:cubicBezTo>
                      <a:pt x="39529" y="62675"/>
                      <a:pt x="17717" y="62960"/>
                      <a:pt x="0" y="54007"/>
                    </a:cubicBezTo>
                    <a:cubicBezTo>
                      <a:pt x="667" y="63532"/>
                      <a:pt x="3524" y="73057"/>
                      <a:pt x="9239" y="81534"/>
                    </a:cubicBezTo>
                    <a:cubicBezTo>
                      <a:pt x="26670" y="107347"/>
                      <a:pt x="61722" y="114205"/>
                      <a:pt x="87630" y="96869"/>
                    </a:cubicBezTo>
                    <a:cubicBezTo>
                      <a:pt x="113443" y="79438"/>
                      <a:pt x="120301" y="44387"/>
                      <a:pt x="102965" y="18479"/>
                    </a:cubicBezTo>
                    <a:cubicBezTo>
                      <a:pt x="97441" y="10287"/>
                      <a:pt x="90011" y="4191"/>
                      <a:pt x="81724" y="0"/>
                    </a:cubicBezTo>
                    <a:cubicBezTo>
                      <a:pt x="83058" y="19431"/>
                      <a:pt x="74486" y="39148"/>
                      <a:pt x="57150" y="50768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04" name="Forme libre : forme 15103">
                <a:extLst>
                  <a:ext uri="{FF2B5EF4-FFF2-40B4-BE49-F238E27FC236}">
                    <a16:creationId xmlns:a16="http://schemas.microsoft.com/office/drawing/2014/main" id="{CAC37ADC-6675-4D47-A762-564446E293C1}"/>
                  </a:ext>
                </a:extLst>
              </p:cNvPr>
              <p:cNvSpPr/>
              <p:nvPr/>
            </p:nvSpPr>
            <p:spPr>
              <a:xfrm rot="-3611810">
                <a:off x="8283709" y="3032546"/>
                <a:ext cx="47051" cy="54099"/>
              </a:xfrm>
              <a:custGeom>
                <a:avLst/>
                <a:gdLst>
                  <a:gd name="connsiteX0" fmla="*/ 47052 w 47051"/>
                  <a:gd name="connsiteY0" fmla="*/ 27050 h 54099"/>
                  <a:gd name="connsiteX1" fmla="*/ 23526 w 47051"/>
                  <a:gd name="connsiteY1" fmla="*/ 54100 h 54099"/>
                  <a:gd name="connsiteX2" fmla="*/ 0 w 47051"/>
                  <a:gd name="connsiteY2" fmla="*/ 27050 h 54099"/>
                  <a:gd name="connsiteX3" fmla="*/ 23526 w 47051"/>
                  <a:gd name="connsiteY3" fmla="*/ 0 h 54099"/>
                  <a:gd name="connsiteX4" fmla="*/ 47052 w 47051"/>
                  <a:gd name="connsiteY4" fmla="*/ 27050 h 5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1" h="54099">
                    <a:moveTo>
                      <a:pt x="47052" y="27050"/>
                    </a:moveTo>
                    <a:cubicBezTo>
                      <a:pt x="47052" y="41989"/>
                      <a:pt x="36519" y="54100"/>
                      <a:pt x="23526" y="54100"/>
                    </a:cubicBezTo>
                    <a:cubicBezTo>
                      <a:pt x="10533" y="54100"/>
                      <a:pt x="0" y="41989"/>
                      <a:pt x="0" y="27050"/>
                    </a:cubicBezTo>
                    <a:cubicBezTo>
                      <a:pt x="0" y="12111"/>
                      <a:pt x="10533" y="0"/>
                      <a:pt x="23526" y="0"/>
                    </a:cubicBezTo>
                    <a:cubicBezTo>
                      <a:pt x="36519" y="0"/>
                      <a:pt x="47052" y="12111"/>
                      <a:pt x="47052" y="27050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05" name="Forme libre : forme 15104">
                <a:extLst>
                  <a:ext uri="{FF2B5EF4-FFF2-40B4-BE49-F238E27FC236}">
                    <a16:creationId xmlns:a16="http://schemas.microsoft.com/office/drawing/2014/main" id="{326214D8-C999-4535-BB2A-8B46AF1F21FA}"/>
                  </a:ext>
                </a:extLst>
              </p:cNvPr>
              <p:cNvSpPr/>
              <p:nvPr/>
            </p:nvSpPr>
            <p:spPr>
              <a:xfrm>
                <a:off x="8275520" y="3047142"/>
                <a:ext cx="18478" cy="18478"/>
              </a:xfrm>
              <a:custGeom>
                <a:avLst/>
                <a:gdLst>
                  <a:gd name="connsiteX0" fmla="*/ 18478 w 18478"/>
                  <a:gd name="connsiteY0" fmla="*/ 9239 h 18478"/>
                  <a:gd name="connsiteX1" fmla="*/ 9239 w 18478"/>
                  <a:gd name="connsiteY1" fmla="*/ 18479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8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8" y="9239"/>
                    </a:moveTo>
                    <a:cubicBezTo>
                      <a:pt x="18478" y="14342"/>
                      <a:pt x="14342" y="18479"/>
                      <a:pt x="9239" y="18479"/>
                    </a:cubicBezTo>
                    <a:cubicBezTo>
                      <a:pt x="4137" y="18479"/>
                      <a:pt x="0" y="14342"/>
                      <a:pt x="0" y="9239"/>
                    </a:cubicBezTo>
                    <a:cubicBezTo>
                      <a:pt x="0" y="4137"/>
                      <a:pt x="4137" y="0"/>
                      <a:pt x="9239" y="0"/>
                    </a:cubicBezTo>
                    <a:cubicBezTo>
                      <a:pt x="14342" y="0"/>
                      <a:pt x="18478" y="4137"/>
                      <a:pt x="18478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106" name="Graphique 2">
              <a:extLst>
                <a:ext uri="{FF2B5EF4-FFF2-40B4-BE49-F238E27FC236}">
                  <a16:creationId xmlns:a16="http://schemas.microsoft.com/office/drawing/2014/main" id="{8BC1ABA5-C395-48A3-90BB-6B2296B4D26B}"/>
                </a:ext>
              </a:extLst>
            </p:cNvPr>
            <p:cNvGrpSpPr/>
            <p:nvPr/>
          </p:nvGrpSpPr>
          <p:grpSpPr>
            <a:xfrm>
              <a:off x="8451352" y="3536060"/>
              <a:ext cx="112966" cy="113013"/>
              <a:chOff x="8451352" y="3536060"/>
              <a:chExt cx="112966" cy="113013"/>
            </a:xfrm>
            <a:solidFill>
              <a:schemeClr val="accent1"/>
            </a:solidFill>
          </p:grpSpPr>
          <p:sp>
            <p:nvSpPr>
              <p:cNvPr id="15107" name="Forme libre : forme 15106">
                <a:extLst>
                  <a:ext uri="{FF2B5EF4-FFF2-40B4-BE49-F238E27FC236}">
                    <a16:creationId xmlns:a16="http://schemas.microsoft.com/office/drawing/2014/main" id="{2B82CA6C-BB7B-4A9E-B82C-71567F783EC1}"/>
                  </a:ext>
                </a:extLst>
              </p:cNvPr>
              <p:cNvSpPr/>
              <p:nvPr/>
            </p:nvSpPr>
            <p:spPr>
              <a:xfrm>
                <a:off x="8451352" y="3536060"/>
                <a:ext cx="112966" cy="112966"/>
              </a:xfrm>
              <a:custGeom>
                <a:avLst/>
                <a:gdLst>
                  <a:gd name="connsiteX0" fmla="*/ 112966 w 112966"/>
                  <a:gd name="connsiteY0" fmla="*/ 56483 h 112966"/>
                  <a:gd name="connsiteX1" fmla="*/ 56483 w 112966"/>
                  <a:gd name="connsiteY1" fmla="*/ 112967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6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6" y="56483"/>
                    </a:moveTo>
                    <a:cubicBezTo>
                      <a:pt x="112966" y="87678"/>
                      <a:pt x="87678" y="112967"/>
                      <a:pt x="56483" y="112967"/>
                    </a:cubicBezTo>
                    <a:cubicBezTo>
                      <a:pt x="25288" y="112967"/>
                      <a:pt x="0" y="87678"/>
                      <a:pt x="0" y="56483"/>
                    </a:cubicBezTo>
                    <a:cubicBezTo>
                      <a:pt x="0" y="25288"/>
                      <a:pt x="25288" y="0"/>
                      <a:pt x="56483" y="0"/>
                    </a:cubicBezTo>
                    <a:cubicBezTo>
                      <a:pt x="87678" y="0"/>
                      <a:pt x="112966" y="25288"/>
                      <a:pt x="112966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08" name="Forme libre : forme 15107">
                <a:extLst>
                  <a:ext uri="{FF2B5EF4-FFF2-40B4-BE49-F238E27FC236}">
                    <a16:creationId xmlns:a16="http://schemas.microsoft.com/office/drawing/2014/main" id="{FDA9984A-D1B5-4241-BE01-FEBAEF22D7E2}"/>
                  </a:ext>
                </a:extLst>
              </p:cNvPr>
              <p:cNvSpPr/>
              <p:nvPr/>
            </p:nvSpPr>
            <p:spPr>
              <a:xfrm>
                <a:off x="8451733" y="3542632"/>
                <a:ext cx="112537" cy="106441"/>
              </a:xfrm>
              <a:custGeom>
                <a:avLst/>
                <a:gdLst>
                  <a:gd name="connsiteX0" fmla="*/ 57150 w 112537"/>
                  <a:gd name="connsiteY0" fmla="*/ 50768 h 106441"/>
                  <a:gd name="connsiteX1" fmla="*/ 0 w 112537"/>
                  <a:gd name="connsiteY1" fmla="*/ 54007 h 106441"/>
                  <a:gd name="connsiteX2" fmla="*/ 9239 w 112537"/>
                  <a:gd name="connsiteY2" fmla="*/ 81534 h 106441"/>
                  <a:gd name="connsiteX3" fmla="*/ 87630 w 112537"/>
                  <a:gd name="connsiteY3" fmla="*/ 96869 h 106441"/>
                  <a:gd name="connsiteX4" fmla="*/ 102965 w 112537"/>
                  <a:gd name="connsiteY4" fmla="*/ 18479 h 106441"/>
                  <a:gd name="connsiteX5" fmla="*/ 81724 w 112537"/>
                  <a:gd name="connsiteY5" fmla="*/ 0 h 106441"/>
                  <a:gd name="connsiteX6" fmla="*/ 57150 w 112537"/>
                  <a:gd name="connsiteY6" fmla="*/ 50768 h 10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537" h="106441">
                    <a:moveTo>
                      <a:pt x="57150" y="50768"/>
                    </a:moveTo>
                    <a:cubicBezTo>
                      <a:pt x="39529" y="62675"/>
                      <a:pt x="17716" y="62960"/>
                      <a:pt x="0" y="54007"/>
                    </a:cubicBezTo>
                    <a:cubicBezTo>
                      <a:pt x="667" y="63532"/>
                      <a:pt x="3524" y="73057"/>
                      <a:pt x="9239" y="81534"/>
                    </a:cubicBezTo>
                    <a:cubicBezTo>
                      <a:pt x="26670" y="107347"/>
                      <a:pt x="61722" y="114205"/>
                      <a:pt x="87630" y="96869"/>
                    </a:cubicBezTo>
                    <a:cubicBezTo>
                      <a:pt x="113442" y="79438"/>
                      <a:pt x="120301" y="44387"/>
                      <a:pt x="102965" y="18479"/>
                    </a:cubicBezTo>
                    <a:cubicBezTo>
                      <a:pt x="97441" y="10287"/>
                      <a:pt x="90011" y="4191"/>
                      <a:pt x="81724" y="0"/>
                    </a:cubicBezTo>
                    <a:cubicBezTo>
                      <a:pt x="83058" y="19431"/>
                      <a:pt x="74485" y="39053"/>
                      <a:pt x="57150" y="50768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09" name="Forme libre : forme 15108">
                <a:extLst>
                  <a:ext uri="{FF2B5EF4-FFF2-40B4-BE49-F238E27FC236}">
                    <a16:creationId xmlns:a16="http://schemas.microsoft.com/office/drawing/2014/main" id="{350834B1-EE64-46FA-BFF6-D913A0AC8E9F}"/>
                  </a:ext>
                </a:extLst>
              </p:cNvPr>
              <p:cNvSpPr/>
              <p:nvPr/>
            </p:nvSpPr>
            <p:spPr>
              <a:xfrm rot="-3611810">
                <a:off x="8496939" y="3545682"/>
                <a:ext cx="47051" cy="54099"/>
              </a:xfrm>
              <a:custGeom>
                <a:avLst/>
                <a:gdLst>
                  <a:gd name="connsiteX0" fmla="*/ 47051 w 47051"/>
                  <a:gd name="connsiteY0" fmla="*/ 27050 h 54099"/>
                  <a:gd name="connsiteX1" fmla="*/ 23526 w 47051"/>
                  <a:gd name="connsiteY1" fmla="*/ 54099 h 54099"/>
                  <a:gd name="connsiteX2" fmla="*/ 0 w 47051"/>
                  <a:gd name="connsiteY2" fmla="*/ 27050 h 54099"/>
                  <a:gd name="connsiteX3" fmla="*/ 23526 w 47051"/>
                  <a:gd name="connsiteY3" fmla="*/ 0 h 54099"/>
                  <a:gd name="connsiteX4" fmla="*/ 47051 w 47051"/>
                  <a:gd name="connsiteY4" fmla="*/ 27050 h 5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1" h="54099">
                    <a:moveTo>
                      <a:pt x="47051" y="27050"/>
                    </a:moveTo>
                    <a:cubicBezTo>
                      <a:pt x="47051" y="41989"/>
                      <a:pt x="36518" y="54099"/>
                      <a:pt x="23526" y="54099"/>
                    </a:cubicBezTo>
                    <a:cubicBezTo>
                      <a:pt x="10533" y="54099"/>
                      <a:pt x="0" y="41989"/>
                      <a:pt x="0" y="27050"/>
                    </a:cubicBezTo>
                    <a:cubicBezTo>
                      <a:pt x="0" y="12111"/>
                      <a:pt x="10533" y="0"/>
                      <a:pt x="23526" y="0"/>
                    </a:cubicBezTo>
                    <a:cubicBezTo>
                      <a:pt x="36518" y="0"/>
                      <a:pt x="47051" y="12111"/>
                      <a:pt x="47051" y="27050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10" name="Forme libre : forme 15109">
                <a:extLst>
                  <a:ext uri="{FF2B5EF4-FFF2-40B4-BE49-F238E27FC236}">
                    <a16:creationId xmlns:a16="http://schemas.microsoft.com/office/drawing/2014/main" id="{80C58020-389C-4181-B94D-CA06B5074322}"/>
                  </a:ext>
                </a:extLst>
              </p:cNvPr>
              <p:cNvSpPr/>
              <p:nvPr/>
            </p:nvSpPr>
            <p:spPr>
              <a:xfrm>
                <a:off x="8488785" y="3560253"/>
                <a:ext cx="18478" cy="18478"/>
              </a:xfrm>
              <a:custGeom>
                <a:avLst/>
                <a:gdLst>
                  <a:gd name="connsiteX0" fmla="*/ 18479 w 18478"/>
                  <a:gd name="connsiteY0" fmla="*/ 9239 h 18478"/>
                  <a:gd name="connsiteX1" fmla="*/ 9239 w 18478"/>
                  <a:gd name="connsiteY1" fmla="*/ 18479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9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9" y="9239"/>
                    </a:moveTo>
                    <a:cubicBezTo>
                      <a:pt x="18479" y="14342"/>
                      <a:pt x="14342" y="18479"/>
                      <a:pt x="9239" y="18479"/>
                    </a:cubicBezTo>
                    <a:cubicBezTo>
                      <a:pt x="4137" y="18479"/>
                      <a:pt x="0" y="14342"/>
                      <a:pt x="0" y="9239"/>
                    </a:cubicBezTo>
                    <a:cubicBezTo>
                      <a:pt x="0" y="4137"/>
                      <a:pt x="4137" y="0"/>
                      <a:pt x="9239" y="0"/>
                    </a:cubicBezTo>
                    <a:cubicBezTo>
                      <a:pt x="14342" y="0"/>
                      <a:pt x="18479" y="4137"/>
                      <a:pt x="18479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111" name="Graphique 2">
              <a:extLst>
                <a:ext uri="{FF2B5EF4-FFF2-40B4-BE49-F238E27FC236}">
                  <a16:creationId xmlns:a16="http://schemas.microsoft.com/office/drawing/2014/main" id="{979E7FAD-D25E-472B-9EDC-BC50D5B5EEEC}"/>
                </a:ext>
              </a:extLst>
            </p:cNvPr>
            <p:cNvGrpSpPr/>
            <p:nvPr/>
          </p:nvGrpSpPr>
          <p:grpSpPr>
            <a:xfrm>
              <a:off x="7565527" y="3228974"/>
              <a:ext cx="112966" cy="113013"/>
              <a:chOff x="7565527" y="3228974"/>
              <a:chExt cx="112966" cy="113013"/>
            </a:xfrm>
            <a:solidFill>
              <a:schemeClr val="accent1"/>
            </a:solidFill>
          </p:grpSpPr>
          <p:sp>
            <p:nvSpPr>
              <p:cNvPr id="15112" name="Forme libre : forme 15111">
                <a:extLst>
                  <a:ext uri="{FF2B5EF4-FFF2-40B4-BE49-F238E27FC236}">
                    <a16:creationId xmlns:a16="http://schemas.microsoft.com/office/drawing/2014/main" id="{2AEDED74-5D41-4115-A780-B1CC39817D55}"/>
                  </a:ext>
                </a:extLst>
              </p:cNvPr>
              <p:cNvSpPr/>
              <p:nvPr/>
            </p:nvSpPr>
            <p:spPr>
              <a:xfrm>
                <a:off x="7565527" y="3228974"/>
                <a:ext cx="112966" cy="112966"/>
              </a:xfrm>
              <a:custGeom>
                <a:avLst/>
                <a:gdLst>
                  <a:gd name="connsiteX0" fmla="*/ 112967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7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7" y="56483"/>
                    </a:moveTo>
                    <a:cubicBezTo>
                      <a:pt x="112967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9" y="0"/>
                      <a:pt x="56483" y="0"/>
                    </a:cubicBezTo>
                    <a:cubicBezTo>
                      <a:pt x="87678" y="0"/>
                      <a:pt x="112967" y="25288"/>
                      <a:pt x="112967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13" name="Forme libre : forme 15112">
                <a:extLst>
                  <a:ext uri="{FF2B5EF4-FFF2-40B4-BE49-F238E27FC236}">
                    <a16:creationId xmlns:a16="http://schemas.microsoft.com/office/drawing/2014/main" id="{8C3459AE-483E-4289-8A85-D6F16A1AD9FB}"/>
                  </a:ext>
                </a:extLst>
              </p:cNvPr>
              <p:cNvSpPr/>
              <p:nvPr/>
            </p:nvSpPr>
            <p:spPr>
              <a:xfrm>
                <a:off x="7565907" y="3235546"/>
                <a:ext cx="112537" cy="106441"/>
              </a:xfrm>
              <a:custGeom>
                <a:avLst/>
                <a:gdLst>
                  <a:gd name="connsiteX0" fmla="*/ 57150 w 112537"/>
                  <a:gd name="connsiteY0" fmla="*/ 50768 h 106441"/>
                  <a:gd name="connsiteX1" fmla="*/ 0 w 112537"/>
                  <a:gd name="connsiteY1" fmla="*/ 54007 h 106441"/>
                  <a:gd name="connsiteX2" fmla="*/ 9239 w 112537"/>
                  <a:gd name="connsiteY2" fmla="*/ 81534 h 106441"/>
                  <a:gd name="connsiteX3" fmla="*/ 87630 w 112537"/>
                  <a:gd name="connsiteY3" fmla="*/ 96869 h 106441"/>
                  <a:gd name="connsiteX4" fmla="*/ 102965 w 112537"/>
                  <a:gd name="connsiteY4" fmla="*/ 18479 h 106441"/>
                  <a:gd name="connsiteX5" fmla="*/ 81725 w 112537"/>
                  <a:gd name="connsiteY5" fmla="*/ 0 h 106441"/>
                  <a:gd name="connsiteX6" fmla="*/ 57150 w 112537"/>
                  <a:gd name="connsiteY6" fmla="*/ 50768 h 10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537" h="106441">
                    <a:moveTo>
                      <a:pt x="57150" y="50768"/>
                    </a:moveTo>
                    <a:cubicBezTo>
                      <a:pt x="39529" y="62675"/>
                      <a:pt x="17717" y="62960"/>
                      <a:pt x="0" y="54007"/>
                    </a:cubicBezTo>
                    <a:cubicBezTo>
                      <a:pt x="667" y="63532"/>
                      <a:pt x="3524" y="73057"/>
                      <a:pt x="9239" y="81534"/>
                    </a:cubicBezTo>
                    <a:cubicBezTo>
                      <a:pt x="26670" y="107347"/>
                      <a:pt x="61722" y="114205"/>
                      <a:pt x="87630" y="96869"/>
                    </a:cubicBezTo>
                    <a:cubicBezTo>
                      <a:pt x="113443" y="79438"/>
                      <a:pt x="120301" y="44387"/>
                      <a:pt x="102965" y="18479"/>
                    </a:cubicBezTo>
                    <a:cubicBezTo>
                      <a:pt x="97441" y="10287"/>
                      <a:pt x="90011" y="4191"/>
                      <a:pt x="81725" y="0"/>
                    </a:cubicBezTo>
                    <a:cubicBezTo>
                      <a:pt x="83058" y="19336"/>
                      <a:pt x="74486" y="39052"/>
                      <a:pt x="57150" y="50768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14" name="Forme libre : forme 15113">
                <a:extLst>
                  <a:ext uri="{FF2B5EF4-FFF2-40B4-BE49-F238E27FC236}">
                    <a16:creationId xmlns:a16="http://schemas.microsoft.com/office/drawing/2014/main" id="{B5D70A8E-9B72-4180-ADAB-F3C271729526}"/>
                  </a:ext>
                </a:extLst>
              </p:cNvPr>
              <p:cNvSpPr/>
              <p:nvPr/>
            </p:nvSpPr>
            <p:spPr>
              <a:xfrm rot="-3611810">
                <a:off x="7611159" y="3238576"/>
                <a:ext cx="47051" cy="54099"/>
              </a:xfrm>
              <a:custGeom>
                <a:avLst/>
                <a:gdLst>
                  <a:gd name="connsiteX0" fmla="*/ 47051 w 47051"/>
                  <a:gd name="connsiteY0" fmla="*/ 27050 h 54099"/>
                  <a:gd name="connsiteX1" fmla="*/ 23526 w 47051"/>
                  <a:gd name="connsiteY1" fmla="*/ 54100 h 54099"/>
                  <a:gd name="connsiteX2" fmla="*/ 0 w 47051"/>
                  <a:gd name="connsiteY2" fmla="*/ 27050 h 54099"/>
                  <a:gd name="connsiteX3" fmla="*/ 23526 w 47051"/>
                  <a:gd name="connsiteY3" fmla="*/ 0 h 54099"/>
                  <a:gd name="connsiteX4" fmla="*/ 47051 w 47051"/>
                  <a:gd name="connsiteY4" fmla="*/ 27050 h 5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1" h="54099">
                    <a:moveTo>
                      <a:pt x="47051" y="27050"/>
                    </a:moveTo>
                    <a:cubicBezTo>
                      <a:pt x="47051" y="41989"/>
                      <a:pt x="36519" y="54100"/>
                      <a:pt x="23526" y="54100"/>
                    </a:cubicBezTo>
                    <a:cubicBezTo>
                      <a:pt x="10533" y="54100"/>
                      <a:pt x="0" y="41989"/>
                      <a:pt x="0" y="27050"/>
                    </a:cubicBezTo>
                    <a:cubicBezTo>
                      <a:pt x="0" y="12111"/>
                      <a:pt x="10533" y="0"/>
                      <a:pt x="23526" y="0"/>
                    </a:cubicBezTo>
                    <a:cubicBezTo>
                      <a:pt x="36518" y="0"/>
                      <a:pt x="47051" y="12111"/>
                      <a:pt x="47051" y="27050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15" name="Forme libre : forme 15114">
                <a:extLst>
                  <a:ext uri="{FF2B5EF4-FFF2-40B4-BE49-F238E27FC236}">
                    <a16:creationId xmlns:a16="http://schemas.microsoft.com/office/drawing/2014/main" id="{6FE4DF7F-E6A5-4134-97F5-64EDB8E40D3F}"/>
                  </a:ext>
                </a:extLst>
              </p:cNvPr>
              <p:cNvSpPr/>
              <p:nvPr/>
            </p:nvSpPr>
            <p:spPr>
              <a:xfrm>
                <a:off x="7602960" y="3253168"/>
                <a:ext cx="18478" cy="18478"/>
              </a:xfrm>
              <a:custGeom>
                <a:avLst/>
                <a:gdLst>
                  <a:gd name="connsiteX0" fmla="*/ 18479 w 18478"/>
                  <a:gd name="connsiteY0" fmla="*/ 9239 h 18478"/>
                  <a:gd name="connsiteX1" fmla="*/ 9239 w 18478"/>
                  <a:gd name="connsiteY1" fmla="*/ 18478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9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9" y="9239"/>
                    </a:moveTo>
                    <a:cubicBezTo>
                      <a:pt x="18479" y="14342"/>
                      <a:pt x="14342" y="18478"/>
                      <a:pt x="9239" y="18478"/>
                    </a:cubicBezTo>
                    <a:cubicBezTo>
                      <a:pt x="4136" y="18478"/>
                      <a:pt x="0" y="14342"/>
                      <a:pt x="0" y="9239"/>
                    </a:cubicBezTo>
                    <a:cubicBezTo>
                      <a:pt x="0" y="4136"/>
                      <a:pt x="4136" y="0"/>
                      <a:pt x="9239" y="0"/>
                    </a:cubicBezTo>
                    <a:cubicBezTo>
                      <a:pt x="14342" y="0"/>
                      <a:pt x="18479" y="4136"/>
                      <a:pt x="18479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116" name="Graphique 2">
              <a:extLst>
                <a:ext uri="{FF2B5EF4-FFF2-40B4-BE49-F238E27FC236}">
                  <a16:creationId xmlns:a16="http://schemas.microsoft.com/office/drawing/2014/main" id="{2164D85D-D392-454D-A37C-4D87C6F1C263}"/>
                </a:ext>
              </a:extLst>
            </p:cNvPr>
            <p:cNvGrpSpPr/>
            <p:nvPr/>
          </p:nvGrpSpPr>
          <p:grpSpPr>
            <a:xfrm>
              <a:off x="7612199" y="3700271"/>
              <a:ext cx="112966" cy="113013"/>
              <a:chOff x="7612199" y="3700271"/>
              <a:chExt cx="112966" cy="113013"/>
            </a:xfrm>
            <a:solidFill>
              <a:schemeClr val="accent1"/>
            </a:solidFill>
          </p:grpSpPr>
          <p:sp>
            <p:nvSpPr>
              <p:cNvPr id="15117" name="Forme libre : forme 15116">
                <a:extLst>
                  <a:ext uri="{FF2B5EF4-FFF2-40B4-BE49-F238E27FC236}">
                    <a16:creationId xmlns:a16="http://schemas.microsoft.com/office/drawing/2014/main" id="{3DB88094-4E9A-4E25-BD43-9F893842E78B}"/>
                  </a:ext>
                </a:extLst>
              </p:cNvPr>
              <p:cNvSpPr/>
              <p:nvPr/>
            </p:nvSpPr>
            <p:spPr>
              <a:xfrm>
                <a:off x="7612199" y="3700271"/>
                <a:ext cx="112966" cy="112966"/>
              </a:xfrm>
              <a:custGeom>
                <a:avLst/>
                <a:gdLst>
                  <a:gd name="connsiteX0" fmla="*/ 112966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6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6" y="56483"/>
                    </a:moveTo>
                    <a:cubicBezTo>
                      <a:pt x="112966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9" y="0"/>
                      <a:pt x="56483" y="0"/>
                    </a:cubicBezTo>
                    <a:cubicBezTo>
                      <a:pt x="87678" y="0"/>
                      <a:pt x="112966" y="25288"/>
                      <a:pt x="112966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18" name="Forme libre : forme 15117">
                <a:extLst>
                  <a:ext uri="{FF2B5EF4-FFF2-40B4-BE49-F238E27FC236}">
                    <a16:creationId xmlns:a16="http://schemas.microsoft.com/office/drawing/2014/main" id="{109EB348-157B-42AC-B24B-216CEDBC993D}"/>
                  </a:ext>
                </a:extLst>
              </p:cNvPr>
              <p:cNvSpPr/>
              <p:nvPr/>
            </p:nvSpPr>
            <p:spPr>
              <a:xfrm>
                <a:off x="7612580" y="3706843"/>
                <a:ext cx="112537" cy="106441"/>
              </a:xfrm>
              <a:custGeom>
                <a:avLst/>
                <a:gdLst>
                  <a:gd name="connsiteX0" fmla="*/ 57150 w 112537"/>
                  <a:gd name="connsiteY0" fmla="*/ 50768 h 106441"/>
                  <a:gd name="connsiteX1" fmla="*/ 0 w 112537"/>
                  <a:gd name="connsiteY1" fmla="*/ 54007 h 106441"/>
                  <a:gd name="connsiteX2" fmla="*/ 9239 w 112537"/>
                  <a:gd name="connsiteY2" fmla="*/ 81534 h 106441"/>
                  <a:gd name="connsiteX3" fmla="*/ 87630 w 112537"/>
                  <a:gd name="connsiteY3" fmla="*/ 96869 h 106441"/>
                  <a:gd name="connsiteX4" fmla="*/ 102965 w 112537"/>
                  <a:gd name="connsiteY4" fmla="*/ 18478 h 106441"/>
                  <a:gd name="connsiteX5" fmla="*/ 81724 w 112537"/>
                  <a:gd name="connsiteY5" fmla="*/ 0 h 106441"/>
                  <a:gd name="connsiteX6" fmla="*/ 57150 w 112537"/>
                  <a:gd name="connsiteY6" fmla="*/ 50768 h 10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537" h="106441">
                    <a:moveTo>
                      <a:pt x="57150" y="50768"/>
                    </a:moveTo>
                    <a:cubicBezTo>
                      <a:pt x="39529" y="62674"/>
                      <a:pt x="17716" y="62960"/>
                      <a:pt x="0" y="54007"/>
                    </a:cubicBezTo>
                    <a:cubicBezTo>
                      <a:pt x="667" y="63532"/>
                      <a:pt x="3524" y="73057"/>
                      <a:pt x="9239" y="81534"/>
                    </a:cubicBezTo>
                    <a:cubicBezTo>
                      <a:pt x="26670" y="107347"/>
                      <a:pt x="61722" y="114205"/>
                      <a:pt x="87630" y="96869"/>
                    </a:cubicBezTo>
                    <a:cubicBezTo>
                      <a:pt x="113443" y="79438"/>
                      <a:pt x="120301" y="44386"/>
                      <a:pt x="102965" y="18478"/>
                    </a:cubicBezTo>
                    <a:cubicBezTo>
                      <a:pt x="97441" y="10287"/>
                      <a:pt x="90011" y="4191"/>
                      <a:pt x="81724" y="0"/>
                    </a:cubicBezTo>
                    <a:cubicBezTo>
                      <a:pt x="83058" y="19336"/>
                      <a:pt x="74485" y="39052"/>
                      <a:pt x="57150" y="50768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19" name="Forme libre : forme 15118">
                <a:extLst>
                  <a:ext uri="{FF2B5EF4-FFF2-40B4-BE49-F238E27FC236}">
                    <a16:creationId xmlns:a16="http://schemas.microsoft.com/office/drawing/2014/main" id="{7F364C9D-A426-420A-89FA-FD3701450204}"/>
                  </a:ext>
                </a:extLst>
              </p:cNvPr>
              <p:cNvSpPr/>
              <p:nvPr/>
            </p:nvSpPr>
            <p:spPr>
              <a:xfrm rot="-3611810">
                <a:off x="7657810" y="3709871"/>
                <a:ext cx="47051" cy="54099"/>
              </a:xfrm>
              <a:custGeom>
                <a:avLst/>
                <a:gdLst>
                  <a:gd name="connsiteX0" fmla="*/ 47051 w 47051"/>
                  <a:gd name="connsiteY0" fmla="*/ 27050 h 54099"/>
                  <a:gd name="connsiteX1" fmla="*/ 23526 w 47051"/>
                  <a:gd name="connsiteY1" fmla="*/ 54100 h 54099"/>
                  <a:gd name="connsiteX2" fmla="*/ 0 w 47051"/>
                  <a:gd name="connsiteY2" fmla="*/ 27050 h 54099"/>
                  <a:gd name="connsiteX3" fmla="*/ 23526 w 47051"/>
                  <a:gd name="connsiteY3" fmla="*/ 0 h 54099"/>
                  <a:gd name="connsiteX4" fmla="*/ 47051 w 47051"/>
                  <a:gd name="connsiteY4" fmla="*/ 27050 h 5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1" h="54099">
                    <a:moveTo>
                      <a:pt x="47051" y="27050"/>
                    </a:moveTo>
                    <a:cubicBezTo>
                      <a:pt x="47051" y="41989"/>
                      <a:pt x="36519" y="54100"/>
                      <a:pt x="23526" y="54100"/>
                    </a:cubicBezTo>
                    <a:cubicBezTo>
                      <a:pt x="10533" y="54100"/>
                      <a:pt x="0" y="41989"/>
                      <a:pt x="0" y="27050"/>
                    </a:cubicBezTo>
                    <a:cubicBezTo>
                      <a:pt x="0" y="12111"/>
                      <a:pt x="10533" y="0"/>
                      <a:pt x="23526" y="0"/>
                    </a:cubicBezTo>
                    <a:cubicBezTo>
                      <a:pt x="36519" y="0"/>
                      <a:pt x="47051" y="12111"/>
                      <a:pt x="47051" y="27050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20" name="Forme libre : forme 15119">
                <a:extLst>
                  <a:ext uri="{FF2B5EF4-FFF2-40B4-BE49-F238E27FC236}">
                    <a16:creationId xmlns:a16="http://schemas.microsoft.com/office/drawing/2014/main" id="{BDC9C99E-9237-4908-98A8-D618959D75D8}"/>
                  </a:ext>
                </a:extLst>
              </p:cNvPr>
              <p:cNvSpPr/>
              <p:nvPr/>
            </p:nvSpPr>
            <p:spPr>
              <a:xfrm>
                <a:off x="7649632" y="3724465"/>
                <a:ext cx="18478" cy="18478"/>
              </a:xfrm>
              <a:custGeom>
                <a:avLst/>
                <a:gdLst>
                  <a:gd name="connsiteX0" fmla="*/ 18478 w 18478"/>
                  <a:gd name="connsiteY0" fmla="*/ 9239 h 18478"/>
                  <a:gd name="connsiteX1" fmla="*/ 9239 w 18478"/>
                  <a:gd name="connsiteY1" fmla="*/ 18478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8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8" y="9239"/>
                    </a:moveTo>
                    <a:cubicBezTo>
                      <a:pt x="18478" y="14342"/>
                      <a:pt x="14342" y="18478"/>
                      <a:pt x="9239" y="18478"/>
                    </a:cubicBezTo>
                    <a:cubicBezTo>
                      <a:pt x="4136" y="18478"/>
                      <a:pt x="0" y="14342"/>
                      <a:pt x="0" y="9239"/>
                    </a:cubicBezTo>
                    <a:cubicBezTo>
                      <a:pt x="0" y="4137"/>
                      <a:pt x="4136" y="0"/>
                      <a:pt x="9239" y="0"/>
                    </a:cubicBezTo>
                    <a:cubicBezTo>
                      <a:pt x="14342" y="0"/>
                      <a:pt x="18478" y="4137"/>
                      <a:pt x="18478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121" name="Graphique 2">
              <a:extLst>
                <a:ext uri="{FF2B5EF4-FFF2-40B4-BE49-F238E27FC236}">
                  <a16:creationId xmlns:a16="http://schemas.microsoft.com/office/drawing/2014/main" id="{4961C289-D985-48E8-A138-42F3F4C7B5F5}"/>
                </a:ext>
              </a:extLst>
            </p:cNvPr>
            <p:cNvGrpSpPr/>
            <p:nvPr/>
          </p:nvGrpSpPr>
          <p:grpSpPr>
            <a:xfrm>
              <a:off x="7153951" y="4169092"/>
              <a:ext cx="112966" cy="112966"/>
              <a:chOff x="7153951" y="4169092"/>
              <a:chExt cx="112966" cy="112966"/>
            </a:xfrm>
            <a:solidFill>
              <a:schemeClr val="accent1"/>
            </a:solidFill>
          </p:grpSpPr>
          <p:sp>
            <p:nvSpPr>
              <p:cNvPr id="15122" name="Forme libre : forme 15121">
                <a:extLst>
                  <a:ext uri="{FF2B5EF4-FFF2-40B4-BE49-F238E27FC236}">
                    <a16:creationId xmlns:a16="http://schemas.microsoft.com/office/drawing/2014/main" id="{1DC9E0AF-DA84-4DF4-911B-24487F01DECF}"/>
                  </a:ext>
                </a:extLst>
              </p:cNvPr>
              <p:cNvSpPr/>
              <p:nvPr/>
            </p:nvSpPr>
            <p:spPr>
              <a:xfrm>
                <a:off x="7153951" y="4169092"/>
                <a:ext cx="112966" cy="112966"/>
              </a:xfrm>
              <a:custGeom>
                <a:avLst/>
                <a:gdLst>
                  <a:gd name="connsiteX0" fmla="*/ 112966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6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6" y="56483"/>
                    </a:moveTo>
                    <a:cubicBezTo>
                      <a:pt x="112966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9" y="0"/>
                      <a:pt x="56483" y="0"/>
                    </a:cubicBezTo>
                    <a:cubicBezTo>
                      <a:pt x="87678" y="0"/>
                      <a:pt x="112966" y="25288"/>
                      <a:pt x="112966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23" name="Forme libre : forme 15122">
                <a:extLst>
                  <a:ext uri="{FF2B5EF4-FFF2-40B4-BE49-F238E27FC236}">
                    <a16:creationId xmlns:a16="http://schemas.microsoft.com/office/drawing/2014/main" id="{24DBF726-4514-424D-82B5-871DEF691406}"/>
                  </a:ext>
                </a:extLst>
              </p:cNvPr>
              <p:cNvSpPr/>
              <p:nvPr/>
            </p:nvSpPr>
            <p:spPr>
              <a:xfrm>
                <a:off x="7154332" y="4175569"/>
                <a:ext cx="112537" cy="106441"/>
              </a:xfrm>
              <a:custGeom>
                <a:avLst/>
                <a:gdLst>
                  <a:gd name="connsiteX0" fmla="*/ 57150 w 112537"/>
                  <a:gd name="connsiteY0" fmla="*/ 50768 h 106441"/>
                  <a:gd name="connsiteX1" fmla="*/ 0 w 112537"/>
                  <a:gd name="connsiteY1" fmla="*/ 54007 h 106441"/>
                  <a:gd name="connsiteX2" fmla="*/ 9239 w 112537"/>
                  <a:gd name="connsiteY2" fmla="*/ 81534 h 106441"/>
                  <a:gd name="connsiteX3" fmla="*/ 87630 w 112537"/>
                  <a:gd name="connsiteY3" fmla="*/ 96869 h 106441"/>
                  <a:gd name="connsiteX4" fmla="*/ 102965 w 112537"/>
                  <a:gd name="connsiteY4" fmla="*/ 18479 h 106441"/>
                  <a:gd name="connsiteX5" fmla="*/ 81724 w 112537"/>
                  <a:gd name="connsiteY5" fmla="*/ 0 h 106441"/>
                  <a:gd name="connsiteX6" fmla="*/ 57150 w 112537"/>
                  <a:gd name="connsiteY6" fmla="*/ 50768 h 10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537" h="106441">
                    <a:moveTo>
                      <a:pt x="57150" y="50768"/>
                    </a:moveTo>
                    <a:cubicBezTo>
                      <a:pt x="39529" y="62674"/>
                      <a:pt x="17717" y="62960"/>
                      <a:pt x="0" y="54007"/>
                    </a:cubicBezTo>
                    <a:cubicBezTo>
                      <a:pt x="667" y="63532"/>
                      <a:pt x="3524" y="73057"/>
                      <a:pt x="9239" y="81534"/>
                    </a:cubicBezTo>
                    <a:cubicBezTo>
                      <a:pt x="26670" y="107347"/>
                      <a:pt x="61722" y="114205"/>
                      <a:pt x="87630" y="96869"/>
                    </a:cubicBezTo>
                    <a:cubicBezTo>
                      <a:pt x="113443" y="79438"/>
                      <a:pt x="120301" y="44387"/>
                      <a:pt x="102965" y="18479"/>
                    </a:cubicBezTo>
                    <a:cubicBezTo>
                      <a:pt x="97441" y="10287"/>
                      <a:pt x="90011" y="4191"/>
                      <a:pt x="81724" y="0"/>
                    </a:cubicBezTo>
                    <a:cubicBezTo>
                      <a:pt x="83058" y="19431"/>
                      <a:pt x="74485" y="39053"/>
                      <a:pt x="57150" y="50768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24" name="Forme libre : forme 15123">
                <a:extLst>
                  <a:ext uri="{FF2B5EF4-FFF2-40B4-BE49-F238E27FC236}">
                    <a16:creationId xmlns:a16="http://schemas.microsoft.com/office/drawing/2014/main" id="{DAF2E146-83A3-4AEA-8207-C97E92997EFC}"/>
                  </a:ext>
                </a:extLst>
              </p:cNvPr>
              <p:cNvSpPr/>
              <p:nvPr/>
            </p:nvSpPr>
            <p:spPr>
              <a:xfrm rot="-3611810">
                <a:off x="7199504" y="4178619"/>
                <a:ext cx="47051" cy="54099"/>
              </a:xfrm>
              <a:custGeom>
                <a:avLst/>
                <a:gdLst>
                  <a:gd name="connsiteX0" fmla="*/ 47051 w 47051"/>
                  <a:gd name="connsiteY0" fmla="*/ 27050 h 54099"/>
                  <a:gd name="connsiteX1" fmla="*/ 23526 w 47051"/>
                  <a:gd name="connsiteY1" fmla="*/ 54100 h 54099"/>
                  <a:gd name="connsiteX2" fmla="*/ 0 w 47051"/>
                  <a:gd name="connsiteY2" fmla="*/ 27050 h 54099"/>
                  <a:gd name="connsiteX3" fmla="*/ 23526 w 47051"/>
                  <a:gd name="connsiteY3" fmla="*/ 0 h 54099"/>
                  <a:gd name="connsiteX4" fmla="*/ 47051 w 47051"/>
                  <a:gd name="connsiteY4" fmla="*/ 27050 h 5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1" h="54099">
                    <a:moveTo>
                      <a:pt x="47051" y="27050"/>
                    </a:moveTo>
                    <a:cubicBezTo>
                      <a:pt x="47051" y="41989"/>
                      <a:pt x="36519" y="54100"/>
                      <a:pt x="23526" y="54100"/>
                    </a:cubicBezTo>
                    <a:cubicBezTo>
                      <a:pt x="10533" y="54100"/>
                      <a:pt x="0" y="41989"/>
                      <a:pt x="0" y="27050"/>
                    </a:cubicBezTo>
                    <a:cubicBezTo>
                      <a:pt x="0" y="12111"/>
                      <a:pt x="10533" y="0"/>
                      <a:pt x="23526" y="0"/>
                    </a:cubicBezTo>
                    <a:cubicBezTo>
                      <a:pt x="36519" y="0"/>
                      <a:pt x="47051" y="12111"/>
                      <a:pt x="47051" y="27050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25" name="Forme libre : forme 15124">
                <a:extLst>
                  <a:ext uri="{FF2B5EF4-FFF2-40B4-BE49-F238E27FC236}">
                    <a16:creationId xmlns:a16="http://schemas.microsoft.com/office/drawing/2014/main" id="{69D415B6-8B12-470E-A351-DD6089D5A1FB}"/>
                  </a:ext>
                </a:extLst>
              </p:cNvPr>
              <p:cNvSpPr/>
              <p:nvPr/>
            </p:nvSpPr>
            <p:spPr>
              <a:xfrm>
                <a:off x="7191385" y="4193285"/>
                <a:ext cx="18478" cy="18478"/>
              </a:xfrm>
              <a:custGeom>
                <a:avLst/>
                <a:gdLst>
                  <a:gd name="connsiteX0" fmla="*/ 18478 w 18478"/>
                  <a:gd name="connsiteY0" fmla="*/ 9239 h 18478"/>
                  <a:gd name="connsiteX1" fmla="*/ 9239 w 18478"/>
                  <a:gd name="connsiteY1" fmla="*/ 18478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8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8" y="9239"/>
                    </a:moveTo>
                    <a:cubicBezTo>
                      <a:pt x="18478" y="14342"/>
                      <a:pt x="14342" y="18478"/>
                      <a:pt x="9239" y="18478"/>
                    </a:cubicBezTo>
                    <a:cubicBezTo>
                      <a:pt x="4136" y="18478"/>
                      <a:pt x="0" y="14342"/>
                      <a:pt x="0" y="9239"/>
                    </a:cubicBezTo>
                    <a:cubicBezTo>
                      <a:pt x="0" y="4137"/>
                      <a:pt x="4136" y="0"/>
                      <a:pt x="9239" y="0"/>
                    </a:cubicBezTo>
                    <a:cubicBezTo>
                      <a:pt x="14342" y="0"/>
                      <a:pt x="18478" y="4137"/>
                      <a:pt x="18478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126" name="Graphique 2">
              <a:extLst>
                <a:ext uri="{FF2B5EF4-FFF2-40B4-BE49-F238E27FC236}">
                  <a16:creationId xmlns:a16="http://schemas.microsoft.com/office/drawing/2014/main" id="{D741B6C4-0E11-4E23-AAF5-062824359391}"/>
                </a:ext>
              </a:extLst>
            </p:cNvPr>
            <p:cNvGrpSpPr/>
            <p:nvPr/>
          </p:nvGrpSpPr>
          <p:grpSpPr>
            <a:xfrm>
              <a:off x="7399315" y="4375784"/>
              <a:ext cx="112966" cy="113013"/>
              <a:chOff x="7399315" y="4375784"/>
              <a:chExt cx="112966" cy="113013"/>
            </a:xfrm>
            <a:solidFill>
              <a:schemeClr val="accent1"/>
            </a:solidFill>
          </p:grpSpPr>
          <p:sp>
            <p:nvSpPr>
              <p:cNvPr id="15127" name="Forme libre : forme 15126">
                <a:extLst>
                  <a:ext uri="{FF2B5EF4-FFF2-40B4-BE49-F238E27FC236}">
                    <a16:creationId xmlns:a16="http://schemas.microsoft.com/office/drawing/2014/main" id="{C0839001-E2CB-4393-8488-BEB445271857}"/>
                  </a:ext>
                </a:extLst>
              </p:cNvPr>
              <p:cNvSpPr/>
              <p:nvPr/>
            </p:nvSpPr>
            <p:spPr>
              <a:xfrm>
                <a:off x="7399315" y="4375784"/>
                <a:ext cx="112966" cy="112966"/>
              </a:xfrm>
              <a:custGeom>
                <a:avLst/>
                <a:gdLst>
                  <a:gd name="connsiteX0" fmla="*/ 112966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6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6" y="56483"/>
                    </a:moveTo>
                    <a:cubicBezTo>
                      <a:pt x="112966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9" y="0"/>
                      <a:pt x="56483" y="0"/>
                    </a:cubicBezTo>
                    <a:cubicBezTo>
                      <a:pt x="87678" y="0"/>
                      <a:pt x="112966" y="25288"/>
                      <a:pt x="112966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28" name="Forme libre : forme 15127">
                <a:extLst>
                  <a:ext uri="{FF2B5EF4-FFF2-40B4-BE49-F238E27FC236}">
                    <a16:creationId xmlns:a16="http://schemas.microsoft.com/office/drawing/2014/main" id="{E5B72D69-42F1-4E37-9EF9-D60D6C7BFD1A}"/>
                  </a:ext>
                </a:extLst>
              </p:cNvPr>
              <p:cNvSpPr/>
              <p:nvPr/>
            </p:nvSpPr>
            <p:spPr>
              <a:xfrm>
                <a:off x="7399696" y="4382356"/>
                <a:ext cx="112537" cy="106441"/>
              </a:xfrm>
              <a:custGeom>
                <a:avLst/>
                <a:gdLst>
                  <a:gd name="connsiteX0" fmla="*/ 57150 w 112537"/>
                  <a:gd name="connsiteY0" fmla="*/ 50768 h 106441"/>
                  <a:gd name="connsiteX1" fmla="*/ 0 w 112537"/>
                  <a:gd name="connsiteY1" fmla="*/ 54007 h 106441"/>
                  <a:gd name="connsiteX2" fmla="*/ 9239 w 112537"/>
                  <a:gd name="connsiteY2" fmla="*/ 81534 h 106441"/>
                  <a:gd name="connsiteX3" fmla="*/ 87630 w 112537"/>
                  <a:gd name="connsiteY3" fmla="*/ 96869 h 106441"/>
                  <a:gd name="connsiteX4" fmla="*/ 102965 w 112537"/>
                  <a:gd name="connsiteY4" fmla="*/ 18479 h 106441"/>
                  <a:gd name="connsiteX5" fmla="*/ 81725 w 112537"/>
                  <a:gd name="connsiteY5" fmla="*/ 0 h 106441"/>
                  <a:gd name="connsiteX6" fmla="*/ 57150 w 112537"/>
                  <a:gd name="connsiteY6" fmla="*/ 50768 h 10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537" h="106441">
                    <a:moveTo>
                      <a:pt x="57150" y="50768"/>
                    </a:moveTo>
                    <a:cubicBezTo>
                      <a:pt x="39529" y="62675"/>
                      <a:pt x="17717" y="62960"/>
                      <a:pt x="0" y="54007"/>
                    </a:cubicBezTo>
                    <a:cubicBezTo>
                      <a:pt x="667" y="63532"/>
                      <a:pt x="3524" y="73057"/>
                      <a:pt x="9239" y="81534"/>
                    </a:cubicBezTo>
                    <a:cubicBezTo>
                      <a:pt x="26670" y="107347"/>
                      <a:pt x="61722" y="114205"/>
                      <a:pt x="87630" y="96869"/>
                    </a:cubicBezTo>
                    <a:cubicBezTo>
                      <a:pt x="113443" y="79438"/>
                      <a:pt x="120301" y="44387"/>
                      <a:pt x="102965" y="18479"/>
                    </a:cubicBezTo>
                    <a:cubicBezTo>
                      <a:pt x="97441" y="10287"/>
                      <a:pt x="90011" y="4191"/>
                      <a:pt x="81725" y="0"/>
                    </a:cubicBezTo>
                    <a:cubicBezTo>
                      <a:pt x="83058" y="19336"/>
                      <a:pt x="74485" y="39053"/>
                      <a:pt x="57150" y="50768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29" name="Forme libre : forme 15128">
                <a:extLst>
                  <a:ext uri="{FF2B5EF4-FFF2-40B4-BE49-F238E27FC236}">
                    <a16:creationId xmlns:a16="http://schemas.microsoft.com/office/drawing/2014/main" id="{9F6737F6-80AE-4E21-A26E-CBBE4F4F4AC1}"/>
                  </a:ext>
                </a:extLst>
              </p:cNvPr>
              <p:cNvSpPr/>
              <p:nvPr/>
            </p:nvSpPr>
            <p:spPr>
              <a:xfrm rot="-3611810">
                <a:off x="7444901" y="4385378"/>
                <a:ext cx="47051" cy="54099"/>
              </a:xfrm>
              <a:custGeom>
                <a:avLst/>
                <a:gdLst>
                  <a:gd name="connsiteX0" fmla="*/ 47051 w 47051"/>
                  <a:gd name="connsiteY0" fmla="*/ 27050 h 54099"/>
                  <a:gd name="connsiteX1" fmla="*/ 23526 w 47051"/>
                  <a:gd name="connsiteY1" fmla="*/ 54100 h 54099"/>
                  <a:gd name="connsiteX2" fmla="*/ 0 w 47051"/>
                  <a:gd name="connsiteY2" fmla="*/ 27050 h 54099"/>
                  <a:gd name="connsiteX3" fmla="*/ 23526 w 47051"/>
                  <a:gd name="connsiteY3" fmla="*/ 0 h 54099"/>
                  <a:gd name="connsiteX4" fmla="*/ 47051 w 47051"/>
                  <a:gd name="connsiteY4" fmla="*/ 27050 h 5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1" h="54099">
                    <a:moveTo>
                      <a:pt x="47051" y="27050"/>
                    </a:moveTo>
                    <a:cubicBezTo>
                      <a:pt x="47051" y="41989"/>
                      <a:pt x="36519" y="54100"/>
                      <a:pt x="23526" y="54100"/>
                    </a:cubicBezTo>
                    <a:cubicBezTo>
                      <a:pt x="10533" y="54100"/>
                      <a:pt x="0" y="41989"/>
                      <a:pt x="0" y="27050"/>
                    </a:cubicBezTo>
                    <a:cubicBezTo>
                      <a:pt x="0" y="12111"/>
                      <a:pt x="10533" y="0"/>
                      <a:pt x="23526" y="0"/>
                    </a:cubicBezTo>
                    <a:cubicBezTo>
                      <a:pt x="36519" y="0"/>
                      <a:pt x="47051" y="12111"/>
                      <a:pt x="47051" y="27050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30" name="Forme libre : forme 15129">
                <a:extLst>
                  <a:ext uri="{FF2B5EF4-FFF2-40B4-BE49-F238E27FC236}">
                    <a16:creationId xmlns:a16="http://schemas.microsoft.com/office/drawing/2014/main" id="{3844F550-D6DB-493F-8A87-494D0821F7A3}"/>
                  </a:ext>
                </a:extLst>
              </p:cNvPr>
              <p:cNvSpPr/>
              <p:nvPr/>
            </p:nvSpPr>
            <p:spPr>
              <a:xfrm>
                <a:off x="7436749" y="4399978"/>
                <a:ext cx="18478" cy="18478"/>
              </a:xfrm>
              <a:custGeom>
                <a:avLst/>
                <a:gdLst>
                  <a:gd name="connsiteX0" fmla="*/ 18479 w 18478"/>
                  <a:gd name="connsiteY0" fmla="*/ 9239 h 18478"/>
                  <a:gd name="connsiteX1" fmla="*/ 9239 w 18478"/>
                  <a:gd name="connsiteY1" fmla="*/ 18479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9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9" y="9239"/>
                    </a:moveTo>
                    <a:cubicBezTo>
                      <a:pt x="18479" y="14342"/>
                      <a:pt x="14342" y="18479"/>
                      <a:pt x="9239" y="18479"/>
                    </a:cubicBezTo>
                    <a:cubicBezTo>
                      <a:pt x="4137" y="18479"/>
                      <a:pt x="0" y="14342"/>
                      <a:pt x="0" y="9239"/>
                    </a:cubicBezTo>
                    <a:cubicBezTo>
                      <a:pt x="0" y="4137"/>
                      <a:pt x="4137" y="0"/>
                      <a:pt x="9239" y="0"/>
                    </a:cubicBezTo>
                    <a:cubicBezTo>
                      <a:pt x="14342" y="0"/>
                      <a:pt x="18479" y="4137"/>
                      <a:pt x="18479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131" name="Graphique 2">
              <a:extLst>
                <a:ext uri="{FF2B5EF4-FFF2-40B4-BE49-F238E27FC236}">
                  <a16:creationId xmlns:a16="http://schemas.microsoft.com/office/drawing/2014/main" id="{2DBABE1C-188A-4299-9F9C-7D345B09E4D5}"/>
                </a:ext>
              </a:extLst>
            </p:cNvPr>
            <p:cNvGrpSpPr/>
            <p:nvPr/>
          </p:nvGrpSpPr>
          <p:grpSpPr>
            <a:xfrm>
              <a:off x="7937764" y="4346257"/>
              <a:ext cx="112966" cy="112966"/>
              <a:chOff x="7937764" y="4346257"/>
              <a:chExt cx="112966" cy="112966"/>
            </a:xfrm>
            <a:solidFill>
              <a:schemeClr val="accent1"/>
            </a:solidFill>
          </p:grpSpPr>
          <p:sp>
            <p:nvSpPr>
              <p:cNvPr id="15132" name="Forme libre : forme 15131">
                <a:extLst>
                  <a:ext uri="{FF2B5EF4-FFF2-40B4-BE49-F238E27FC236}">
                    <a16:creationId xmlns:a16="http://schemas.microsoft.com/office/drawing/2014/main" id="{55D2074A-942D-48BC-995F-A2F62B63FB6C}"/>
                  </a:ext>
                </a:extLst>
              </p:cNvPr>
              <p:cNvSpPr/>
              <p:nvPr/>
            </p:nvSpPr>
            <p:spPr>
              <a:xfrm>
                <a:off x="7937764" y="4346257"/>
                <a:ext cx="112966" cy="112966"/>
              </a:xfrm>
              <a:custGeom>
                <a:avLst/>
                <a:gdLst>
                  <a:gd name="connsiteX0" fmla="*/ 112967 w 112966"/>
                  <a:gd name="connsiteY0" fmla="*/ 56483 h 112966"/>
                  <a:gd name="connsiteX1" fmla="*/ 56483 w 112966"/>
                  <a:gd name="connsiteY1" fmla="*/ 112967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7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7" y="56483"/>
                    </a:moveTo>
                    <a:cubicBezTo>
                      <a:pt x="112967" y="87678"/>
                      <a:pt x="87678" y="112967"/>
                      <a:pt x="56483" y="112967"/>
                    </a:cubicBezTo>
                    <a:cubicBezTo>
                      <a:pt x="25288" y="112967"/>
                      <a:pt x="0" y="87678"/>
                      <a:pt x="0" y="56483"/>
                    </a:cubicBezTo>
                    <a:cubicBezTo>
                      <a:pt x="0" y="25288"/>
                      <a:pt x="25288" y="0"/>
                      <a:pt x="56483" y="0"/>
                    </a:cubicBezTo>
                    <a:cubicBezTo>
                      <a:pt x="87678" y="0"/>
                      <a:pt x="112967" y="25288"/>
                      <a:pt x="112967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33" name="Forme libre : forme 15132">
                <a:extLst>
                  <a:ext uri="{FF2B5EF4-FFF2-40B4-BE49-F238E27FC236}">
                    <a16:creationId xmlns:a16="http://schemas.microsoft.com/office/drawing/2014/main" id="{71E3785E-5411-4EC2-9578-5EA58F8E8F32}"/>
                  </a:ext>
                </a:extLst>
              </p:cNvPr>
              <p:cNvSpPr/>
              <p:nvPr/>
            </p:nvSpPr>
            <p:spPr>
              <a:xfrm>
                <a:off x="7938145" y="4352734"/>
                <a:ext cx="112537" cy="106441"/>
              </a:xfrm>
              <a:custGeom>
                <a:avLst/>
                <a:gdLst>
                  <a:gd name="connsiteX0" fmla="*/ 57150 w 112537"/>
                  <a:gd name="connsiteY0" fmla="*/ 50768 h 106441"/>
                  <a:gd name="connsiteX1" fmla="*/ 0 w 112537"/>
                  <a:gd name="connsiteY1" fmla="*/ 54007 h 106441"/>
                  <a:gd name="connsiteX2" fmla="*/ 9239 w 112537"/>
                  <a:gd name="connsiteY2" fmla="*/ 81534 h 106441"/>
                  <a:gd name="connsiteX3" fmla="*/ 87630 w 112537"/>
                  <a:gd name="connsiteY3" fmla="*/ 96869 h 106441"/>
                  <a:gd name="connsiteX4" fmla="*/ 102965 w 112537"/>
                  <a:gd name="connsiteY4" fmla="*/ 18479 h 106441"/>
                  <a:gd name="connsiteX5" fmla="*/ 81724 w 112537"/>
                  <a:gd name="connsiteY5" fmla="*/ 0 h 106441"/>
                  <a:gd name="connsiteX6" fmla="*/ 57150 w 112537"/>
                  <a:gd name="connsiteY6" fmla="*/ 50768 h 10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537" h="106441">
                    <a:moveTo>
                      <a:pt x="57150" y="50768"/>
                    </a:moveTo>
                    <a:cubicBezTo>
                      <a:pt x="39529" y="62674"/>
                      <a:pt x="17716" y="62960"/>
                      <a:pt x="0" y="54007"/>
                    </a:cubicBezTo>
                    <a:cubicBezTo>
                      <a:pt x="667" y="63532"/>
                      <a:pt x="3524" y="73057"/>
                      <a:pt x="9239" y="81534"/>
                    </a:cubicBezTo>
                    <a:cubicBezTo>
                      <a:pt x="26670" y="107347"/>
                      <a:pt x="61722" y="114205"/>
                      <a:pt x="87630" y="96869"/>
                    </a:cubicBezTo>
                    <a:cubicBezTo>
                      <a:pt x="113443" y="79438"/>
                      <a:pt x="120301" y="44387"/>
                      <a:pt x="102965" y="18479"/>
                    </a:cubicBezTo>
                    <a:cubicBezTo>
                      <a:pt x="97441" y="10287"/>
                      <a:pt x="90011" y="4191"/>
                      <a:pt x="81724" y="0"/>
                    </a:cubicBezTo>
                    <a:cubicBezTo>
                      <a:pt x="83058" y="19431"/>
                      <a:pt x="74581" y="39052"/>
                      <a:pt x="57150" y="50768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34" name="Forme libre : forme 15133">
                <a:extLst>
                  <a:ext uri="{FF2B5EF4-FFF2-40B4-BE49-F238E27FC236}">
                    <a16:creationId xmlns:a16="http://schemas.microsoft.com/office/drawing/2014/main" id="{4AAEDFCC-6BAB-4C26-A035-A87928504CAF}"/>
                  </a:ext>
                </a:extLst>
              </p:cNvPr>
              <p:cNvSpPr/>
              <p:nvPr/>
            </p:nvSpPr>
            <p:spPr>
              <a:xfrm rot="-3611810">
                <a:off x="7983300" y="4355824"/>
                <a:ext cx="47051" cy="54099"/>
              </a:xfrm>
              <a:custGeom>
                <a:avLst/>
                <a:gdLst>
                  <a:gd name="connsiteX0" fmla="*/ 47052 w 47051"/>
                  <a:gd name="connsiteY0" fmla="*/ 27050 h 54099"/>
                  <a:gd name="connsiteX1" fmla="*/ 23526 w 47051"/>
                  <a:gd name="connsiteY1" fmla="*/ 54100 h 54099"/>
                  <a:gd name="connsiteX2" fmla="*/ 0 w 47051"/>
                  <a:gd name="connsiteY2" fmla="*/ 27050 h 54099"/>
                  <a:gd name="connsiteX3" fmla="*/ 23526 w 47051"/>
                  <a:gd name="connsiteY3" fmla="*/ 0 h 54099"/>
                  <a:gd name="connsiteX4" fmla="*/ 47052 w 47051"/>
                  <a:gd name="connsiteY4" fmla="*/ 27050 h 5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1" h="54099">
                    <a:moveTo>
                      <a:pt x="47052" y="27050"/>
                    </a:moveTo>
                    <a:cubicBezTo>
                      <a:pt x="47052" y="41989"/>
                      <a:pt x="36519" y="54100"/>
                      <a:pt x="23526" y="54100"/>
                    </a:cubicBezTo>
                    <a:cubicBezTo>
                      <a:pt x="10533" y="54100"/>
                      <a:pt x="0" y="41989"/>
                      <a:pt x="0" y="27050"/>
                    </a:cubicBezTo>
                    <a:cubicBezTo>
                      <a:pt x="0" y="12111"/>
                      <a:pt x="10533" y="0"/>
                      <a:pt x="23526" y="0"/>
                    </a:cubicBezTo>
                    <a:cubicBezTo>
                      <a:pt x="36519" y="0"/>
                      <a:pt x="47052" y="12111"/>
                      <a:pt x="47052" y="27050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35" name="Forme libre : forme 15134">
                <a:extLst>
                  <a:ext uri="{FF2B5EF4-FFF2-40B4-BE49-F238E27FC236}">
                    <a16:creationId xmlns:a16="http://schemas.microsoft.com/office/drawing/2014/main" id="{4D019CA7-8C91-447B-86A5-B562E1A54558}"/>
                  </a:ext>
                </a:extLst>
              </p:cNvPr>
              <p:cNvSpPr/>
              <p:nvPr/>
            </p:nvSpPr>
            <p:spPr>
              <a:xfrm>
                <a:off x="7975292" y="4370450"/>
                <a:ext cx="18478" cy="18478"/>
              </a:xfrm>
              <a:custGeom>
                <a:avLst/>
                <a:gdLst>
                  <a:gd name="connsiteX0" fmla="*/ 18478 w 18478"/>
                  <a:gd name="connsiteY0" fmla="*/ 9239 h 18478"/>
                  <a:gd name="connsiteX1" fmla="*/ 9239 w 18478"/>
                  <a:gd name="connsiteY1" fmla="*/ 18478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8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8" y="9239"/>
                    </a:moveTo>
                    <a:cubicBezTo>
                      <a:pt x="18478" y="14342"/>
                      <a:pt x="14342" y="18478"/>
                      <a:pt x="9239" y="18478"/>
                    </a:cubicBezTo>
                    <a:cubicBezTo>
                      <a:pt x="4137" y="18478"/>
                      <a:pt x="0" y="14342"/>
                      <a:pt x="0" y="9239"/>
                    </a:cubicBezTo>
                    <a:cubicBezTo>
                      <a:pt x="0" y="4137"/>
                      <a:pt x="4137" y="0"/>
                      <a:pt x="9239" y="0"/>
                    </a:cubicBezTo>
                    <a:cubicBezTo>
                      <a:pt x="14342" y="0"/>
                      <a:pt x="18478" y="4137"/>
                      <a:pt x="18478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136" name="Graphique 2">
              <a:extLst>
                <a:ext uri="{FF2B5EF4-FFF2-40B4-BE49-F238E27FC236}">
                  <a16:creationId xmlns:a16="http://schemas.microsoft.com/office/drawing/2014/main" id="{79E0F704-6E75-45AE-8256-0DFC89A98BCD}"/>
                </a:ext>
              </a:extLst>
            </p:cNvPr>
            <p:cNvGrpSpPr/>
            <p:nvPr/>
          </p:nvGrpSpPr>
          <p:grpSpPr>
            <a:xfrm>
              <a:off x="8543458" y="4357020"/>
              <a:ext cx="112966" cy="112966"/>
              <a:chOff x="8543458" y="4357020"/>
              <a:chExt cx="112966" cy="112966"/>
            </a:xfrm>
            <a:solidFill>
              <a:schemeClr val="accent1"/>
            </a:solidFill>
          </p:grpSpPr>
          <p:sp>
            <p:nvSpPr>
              <p:cNvPr id="15137" name="Forme libre : forme 15136">
                <a:extLst>
                  <a:ext uri="{FF2B5EF4-FFF2-40B4-BE49-F238E27FC236}">
                    <a16:creationId xmlns:a16="http://schemas.microsoft.com/office/drawing/2014/main" id="{9DAFF6B7-05C1-4828-8C8D-03239E72AC8A}"/>
                  </a:ext>
                </a:extLst>
              </p:cNvPr>
              <p:cNvSpPr/>
              <p:nvPr/>
            </p:nvSpPr>
            <p:spPr>
              <a:xfrm>
                <a:off x="8543458" y="4357020"/>
                <a:ext cx="112966" cy="112966"/>
              </a:xfrm>
              <a:custGeom>
                <a:avLst/>
                <a:gdLst>
                  <a:gd name="connsiteX0" fmla="*/ 112967 w 112966"/>
                  <a:gd name="connsiteY0" fmla="*/ 56483 h 112966"/>
                  <a:gd name="connsiteX1" fmla="*/ 56483 w 112966"/>
                  <a:gd name="connsiteY1" fmla="*/ 112966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7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7" y="56483"/>
                    </a:moveTo>
                    <a:cubicBezTo>
                      <a:pt x="112967" y="87678"/>
                      <a:pt x="87678" y="112966"/>
                      <a:pt x="56483" y="112966"/>
                    </a:cubicBezTo>
                    <a:cubicBezTo>
                      <a:pt x="25288" y="112966"/>
                      <a:pt x="0" y="87678"/>
                      <a:pt x="0" y="56483"/>
                    </a:cubicBezTo>
                    <a:cubicBezTo>
                      <a:pt x="0" y="25288"/>
                      <a:pt x="25288" y="0"/>
                      <a:pt x="56483" y="0"/>
                    </a:cubicBezTo>
                    <a:cubicBezTo>
                      <a:pt x="87678" y="0"/>
                      <a:pt x="112967" y="25288"/>
                      <a:pt x="112967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38" name="Forme libre : forme 15137">
                <a:extLst>
                  <a:ext uri="{FF2B5EF4-FFF2-40B4-BE49-F238E27FC236}">
                    <a16:creationId xmlns:a16="http://schemas.microsoft.com/office/drawing/2014/main" id="{18760E51-190E-4DC4-954C-A959F75B3673}"/>
                  </a:ext>
                </a:extLst>
              </p:cNvPr>
              <p:cNvSpPr/>
              <p:nvPr/>
            </p:nvSpPr>
            <p:spPr>
              <a:xfrm>
                <a:off x="8543839" y="4363497"/>
                <a:ext cx="112537" cy="106441"/>
              </a:xfrm>
              <a:custGeom>
                <a:avLst/>
                <a:gdLst>
                  <a:gd name="connsiteX0" fmla="*/ 57150 w 112537"/>
                  <a:gd name="connsiteY0" fmla="*/ 50768 h 106441"/>
                  <a:gd name="connsiteX1" fmla="*/ 0 w 112537"/>
                  <a:gd name="connsiteY1" fmla="*/ 54007 h 106441"/>
                  <a:gd name="connsiteX2" fmla="*/ 9239 w 112537"/>
                  <a:gd name="connsiteY2" fmla="*/ 81534 h 106441"/>
                  <a:gd name="connsiteX3" fmla="*/ 87630 w 112537"/>
                  <a:gd name="connsiteY3" fmla="*/ 96869 h 106441"/>
                  <a:gd name="connsiteX4" fmla="*/ 102965 w 112537"/>
                  <a:gd name="connsiteY4" fmla="*/ 18479 h 106441"/>
                  <a:gd name="connsiteX5" fmla="*/ 81725 w 112537"/>
                  <a:gd name="connsiteY5" fmla="*/ 0 h 106441"/>
                  <a:gd name="connsiteX6" fmla="*/ 57150 w 112537"/>
                  <a:gd name="connsiteY6" fmla="*/ 50768 h 10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537" h="106441">
                    <a:moveTo>
                      <a:pt x="57150" y="50768"/>
                    </a:moveTo>
                    <a:cubicBezTo>
                      <a:pt x="39529" y="62675"/>
                      <a:pt x="17717" y="62960"/>
                      <a:pt x="0" y="54007"/>
                    </a:cubicBezTo>
                    <a:cubicBezTo>
                      <a:pt x="667" y="63532"/>
                      <a:pt x="3524" y="73057"/>
                      <a:pt x="9239" y="81534"/>
                    </a:cubicBezTo>
                    <a:cubicBezTo>
                      <a:pt x="26670" y="107347"/>
                      <a:pt x="61722" y="114205"/>
                      <a:pt x="87630" y="96869"/>
                    </a:cubicBezTo>
                    <a:cubicBezTo>
                      <a:pt x="113443" y="79439"/>
                      <a:pt x="120301" y="44387"/>
                      <a:pt x="102965" y="18479"/>
                    </a:cubicBezTo>
                    <a:cubicBezTo>
                      <a:pt x="97441" y="10287"/>
                      <a:pt x="90011" y="4191"/>
                      <a:pt x="81725" y="0"/>
                    </a:cubicBezTo>
                    <a:cubicBezTo>
                      <a:pt x="83058" y="19431"/>
                      <a:pt x="74486" y="39148"/>
                      <a:pt x="57150" y="50768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39" name="Forme libre : forme 15138">
                <a:extLst>
                  <a:ext uri="{FF2B5EF4-FFF2-40B4-BE49-F238E27FC236}">
                    <a16:creationId xmlns:a16="http://schemas.microsoft.com/office/drawing/2014/main" id="{F0ECC4AC-F721-436E-86E2-FF7BEE4CC742}"/>
                  </a:ext>
                </a:extLst>
              </p:cNvPr>
              <p:cNvSpPr/>
              <p:nvPr/>
            </p:nvSpPr>
            <p:spPr>
              <a:xfrm rot="-3611810">
                <a:off x="8588954" y="4366564"/>
                <a:ext cx="47051" cy="54099"/>
              </a:xfrm>
              <a:custGeom>
                <a:avLst/>
                <a:gdLst>
                  <a:gd name="connsiteX0" fmla="*/ 47051 w 47051"/>
                  <a:gd name="connsiteY0" fmla="*/ 27050 h 54099"/>
                  <a:gd name="connsiteX1" fmla="*/ 23526 w 47051"/>
                  <a:gd name="connsiteY1" fmla="*/ 54100 h 54099"/>
                  <a:gd name="connsiteX2" fmla="*/ 0 w 47051"/>
                  <a:gd name="connsiteY2" fmla="*/ 27050 h 54099"/>
                  <a:gd name="connsiteX3" fmla="*/ 23526 w 47051"/>
                  <a:gd name="connsiteY3" fmla="*/ 0 h 54099"/>
                  <a:gd name="connsiteX4" fmla="*/ 47051 w 47051"/>
                  <a:gd name="connsiteY4" fmla="*/ 27050 h 5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1" h="54099">
                    <a:moveTo>
                      <a:pt x="47051" y="27050"/>
                    </a:moveTo>
                    <a:cubicBezTo>
                      <a:pt x="47051" y="41989"/>
                      <a:pt x="36519" y="54100"/>
                      <a:pt x="23526" y="54100"/>
                    </a:cubicBezTo>
                    <a:cubicBezTo>
                      <a:pt x="10533" y="54100"/>
                      <a:pt x="0" y="41989"/>
                      <a:pt x="0" y="27050"/>
                    </a:cubicBezTo>
                    <a:cubicBezTo>
                      <a:pt x="0" y="12111"/>
                      <a:pt x="10533" y="0"/>
                      <a:pt x="23526" y="0"/>
                    </a:cubicBezTo>
                    <a:cubicBezTo>
                      <a:pt x="36519" y="0"/>
                      <a:pt x="47051" y="12111"/>
                      <a:pt x="47051" y="27050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40" name="Forme libre : forme 15139">
                <a:extLst>
                  <a:ext uri="{FF2B5EF4-FFF2-40B4-BE49-F238E27FC236}">
                    <a16:creationId xmlns:a16="http://schemas.microsoft.com/office/drawing/2014/main" id="{4DA1D610-2B74-4BD3-A989-69938E65D6C2}"/>
                  </a:ext>
                </a:extLst>
              </p:cNvPr>
              <p:cNvSpPr/>
              <p:nvPr/>
            </p:nvSpPr>
            <p:spPr>
              <a:xfrm>
                <a:off x="8580892" y="4381213"/>
                <a:ext cx="18478" cy="18478"/>
              </a:xfrm>
              <a:custGeom>
                <a:avLst/>
                <a:gdLst>
                  <a:gd name="connsiteX0" fmla="*/ 18479 w 18478"/>
                  <a:gd name="connsiteY0" fmla="*/ 9239 h 18478"/>
                  <a:gd name="connsiteX1" fmla="*/ 9239 w 18478"/>
                  <a:gd name="connsiteY1" fmla="*/ 18479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9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9" y="9239"/>
                    </a:moveTo>
                    <a:cubicBezTo>
                      <a:pt x="18479" y="14342"/>
                      <a:pt x="14342" y="18479"/>
                      <a:pt x="9239" y="18479"/>
                    </a:cubicBezTo>
                    <a:cubicBezTo>
                      <a:pt x="4137" y="18479"/>
                      <a:pt x="0" y="14342"/>
                      <a:pt x="0" y="9239"/>
                    </a:cubicBezTo>
                    <a:cubicBezTo>
                      <a:pt x="0" y="4137"/>
                      <a:pt x="4137" y="0"/>
                      <a:pt x="9239" y="0"/>
                    </a:cubicBezTo>
                    <a:cubicBezTo>
                      <a:pt x="14342" y="0"/>
                      <a:pt x="18479" y="4137"/>
                      <a:pt x="18479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141" name="Graphique 2">
              <a:extLst>
                <a:ext uri="{FF2B5EF4-FFF2-40B4-BE49-F238E27FC236}">
                  <a16:creationId xmlns:a16="http://schemas.microsoft.com/office/drawing/2014/main" id="{3C495E94-DBBF-46A3-B34D-DD2F3FEF60CB}"/>
                </a:ext>
              </a:extLst>
            </p:cNvPr>
            <p:cNvGrpSpPr/>
            <p:nvPr/>
          </p:nvGrpSpPr>
          <p:grpSpPr>
            <a:xfrm>
              <a:off x="7733452" y="1920715"/>
              <a:ext cx="112966" cy="112966"/>
              <a:chOff x="7733452" y="1920715"/>
              <a:chExt cx="112966" cy="112966"/>
            </a:xfrm>
            <a:solidFill>
              <a:schemeClr val="accent1"/>
            </a:solidFill>
          </p:grpSpPr>
          <p:sp>
            <p:nvSpPr>
              <p:cNvPr id="15142" name="Forme libre : forme 15141">
                <a:extLst>
                  <a:ext uri="{FF2B5EF4-FFF2-40B4-BE49-F238E27FC236}">
                    <a16:creationId xmlns:a16="http://schemas.microsoft.com/office/drawing/2014/main" id="{1F692871-33FB-4E5C-B258-BDA556D030D1}"/>
                  </a:ext>
                </a:extLst>
              </p:cNvPr>
              <p:cNvSpPr/>
              <p:nvPr/>
            </p:nvSpPr>
            <p:spPr>
              <a:xfrm>
                <a:off x="7733452" y="1920715"/>
                <a:ext cx="112966" cy="112966"/>
              </a:xfrm>
              <a:custGeom>
                <a:avLst/>
                <a:gdLst>
                  <a:gd name="connsiteX0" fmla="*/ 112966 w 112966"/>
                  <a:gd name="connsiteY0" fmla="*/ 56483 h 112966"/>
                  <a:gd name="connsiteX1" fmla="*/ 56483 w 112966"/>
                  <a:gd name="connsiteY1" fmla="*/ 112967 h 112966"/>
                  <a:gd name="connsiteX2" fmla="*/ 0 w 112966"/>
                  <a:gd name="connsiteY2" fmla="*/ 56483 h 112966"/>
                  <a:gd name="connsiteX3" fmla="*/ 56483 w 112966"/>
                  <a:gd name="connsiteY3" fmla="*/ 0 h 112966"/>
                  <a:gd name="connsiteX4" fmla="*/ 112966 w 112966"/>
                  <a:gd name="connsiteY4" fmla="*/ 56483 h 1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6" h="112966">
                    <a:moveTo>
                      <a:pt x="112966" y="56483"/>
                    </a:moveTo>
                    <a:cubicBezTo>
                      <a:pt x="112966" y="87678"/>
                      <a:pt x="87678" y="112967"/>
                      <a:pt x="56483" y="112967"/>
                    </a:cubicBezTo>
                    <a:cubicBezTo>
                      <a:pt x="25288" y="112967"/>
                      <a:pt x="0" y="87678"/>
                      <a:pt x="0" y="56483"/>
                    </a:cubicBezTo>
                    <a:cubicBezTo>
                      <a:pt x="0" y="25288"/>
                      <a:pt x="25289" y="0"/>
                      <a:pt x="56483" y="0"/>
                    </a:cubicBezTo>
                    <a:cubicBezTo>
                      <a:pt x="87678" y="0"/>
                      <a:pt x="112966" y="25288"/>
                      <a:pt x="112966" y="56483"/>
                    </a:cubicBezTo>
                    <a:close/>
                  </a:path>
                </a:pathLst>
              </a:custGeom>
              <a:solidFill>
                <a:srgbClr val="28C984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43" name="Forme libre : forme 15142">
                <a:extLst>
                  <a:ext uri="{FF2B5EF4-FFF2-40B4-BE49-F238E27FC236}">
                    <a16:creationId xmlns:a16="http://schemas.microsoft.com/office/drawing/2014/main" id="{95249E16-6010-428D-B7E5-D76AAEA41C8B}"/>
                  </a:ext>
                </a:extLst>
              </p:cNvPr>
              <p:cNvSpPr/>
              <p:nvPr/>
            </p:nvSpPr>
            <p:spPr>
              <a:xfrm>
                <a:off x="7733504" y="1944051"/>
                <a:ext cx="112837" cy="89482"/>
              </a:xfrm>
              <a:custGeom>
                <a:avLst/>
                <a:gdLst>
                  <a:gd name="connsiteX0" fmla="*/ 56717 w 112837"/>
                  <a:gd name="connsiteY0" fmla="*/ 34385 h 89482"/>
                  <a:gd name="connsiteX1" fmla="*/ 10997 w 112837"/>
                  <a:gd name="connsiteY1" fmla="*/ 0 h 89482"/>
                  <a:gd name="connsiteX2" fmla="*/ 329 w 112837"/>
                  <a:gd name="connsiteY2" fmla="*/ 26956 h 89482"/>
                  <a:gd name="connsiteX3" fmla="*/ 50335 w 112837"/>
                  <a:gd name="connsiteY3" fmla="*/ 89154 h 89482"/>
                  <a:gd name="connsiteX4" fmla="*/ 112533 w 112837"/>
                  <a:gd name="connsiteY4" fmla="*/ 39148 h 89482"/>
                  <a:gd name="connsiteX5" fmla="*/ 108247 w 112837"/>
                  <a:gd name="connsiteY5" fmla="*/ 11335 h 89482"/>
                  <a:gd name="connsiteX6" fmla="*/ 56717 w 112837"/>
                  <a:gd name="connsiteY6" fmla="*/ 34385 h 89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837" h="89482">
                    <a:moveTo>
                      <a:pt x="56717" y="34385"/>
                    </a:moveTo>
                    <a:cubicBezTo>
                      <a:pt x="35571" y="32099"/>
                      <a:pt x="18712" y="18288"/>
                      <a:pt x="10997" y="0"/>
                    </a:cubicBezTo>
                    <a:cubicBezTo>
                      <a:pt x="5377" y="7715"/>
                      <a:pt x="1472" y="16764"/>
                      <a:pt x="329" y="26956"/>
                    </a:cubicBezTo>
                    <a:cubicBezTo>
                      <a:pt x="-3005" y="57912"/>
                      <a:pt x="19379" y="85820"/>
                      <a:pt x="50335" y="89154"/>
                    </a:cubicBezTo>
                    <a:cubicBezTo>
                      <a:pt x="81291" y="92488"/>
                      <a:pt x="109200" y="70104"/>
                      <a:pt x="112533" y="39148"/>
                    </a:cubicBezTo>
                    <a:cubicBezTo>
                      <a:pt x="113581" y="29242"/>
                      <a:pt x="111867" y="19812"/>
                      <a:pt x="108247" y="11335"/>
                    </a:cubicBezTo>
                    <a:cubicBezTo>
                      <a:pt x="96722" y="27146"/>
                      <a:pt x="77577" y="36671"/>
                      <a:pt x="56717" y="34385"/>
                    </a:cubicBezTo>
                    <a:close/>
                  </a:path>
                </a:pathLst>
              </a:custGeom>
              <a:solidFill>
                <a:srgbClr val="03935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44" name="Forme libre : forme 15143">
                <a:extLst>
                  <a:ext uri="{FF2B5EF4-FFF2-40B4-BE49-F238E27FC236}">
                    <a16:creationId xmlns:a16="http://schemas.microsoft.com/office/drawing/2014/main" id="{1A74F243-D9BF-4010-83FF-F3AA106DAE7B}"/>
                  </a:ext>
                </a:extLst>
              </p:cNvPr>
              <p:cNvSpPr/>
              <p:nvPr/>
            </p:nvSpPr>
            <p:spPr>
              <a:xfrm rot="-1203186">
                <a:off x="7789141" y="1943013"/>
                <a:ext cx="47054" cy="54103"/>
              </a:xfrm>
              <a:custGeom>
                <a:avLst/>
                <a:gdLst>
                  <a:gd name="connsiteX0" fmla="*/ 47055 w 47054"/>
                  <a:gd name="connsiteY0" fmla="*/ 27052 h 54103"/>
                  <a:gd name="connsiteX1" fmla="*/ 23527 w 47054"/>
                  <a:gd name="connsiteY1" fmla="*/ 54103 h 54103"/>
                  <a:gd name="connsiteX2" fmla="*/ 0 w 47054"/>
                  <a:gd name="connsiteY2" fmla="*/ 27052 h 54103"/>
                  <a:gd name="connsiteX3" fmla="*/ 23527 w 47054"/>
                  <a:gd name="connsiteY3" fmla="*/ 0 h 54103"/>
                  <a:gd name="connsiteX4" fmla="*/ 47055 w 47054"/>
                  <a:gd name="connsiteY4" fmla="*/ 27052 h 54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54" h="54103">
                    <a:moveTo>
                      <a:pt x="47055" y="27052"/>
                    </a:moveTo>
                    <a:cubicBezTo>
                      <a:pt x="47055" y="41992"/>
                      <a:pt x="36521" y="54103"/>
                      <a:pt x="23527" y="54103"/>
                    </a:cubicBezTo>
                    <a:cubicBezTo>
                      <a:pt x="10534" y="54103"/>
                      <a:pt x="0" y="41992"/>
                      <a:pt x="0" y="27052"/>
                    </a:cubicBezTo>
                    <a:cubicBezTo>
                      <a:pt x="0" y="12111"/>
                      <a:pt x="10534" y="0"/>
                      <a:pt x="23527" y="0"/>
                    </a:cubicBezTo>
                    <a:cubicBezTo>
                      <a:pt x="36521" y="0"/>
                      <a:pt x="47055" y="12111"/>
                      <a:pt x="47055" y="27052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45" name="Forme libre : forme 15144">
                <a:extLst>
                  <a:ext uri="{FF2B5EF4-FFF2-40B4-BE49-F238E27FC236}">
                    <a16:creationId xmlns:a16="http://schemas.microsoft.com/office/drawing/2014/main" id="{68A07D86-1D42-4444-8721-B95C6C598DA4}"/>
                  </a:ext>
                </a:extLst>
              </p:cNvPr>
              <p:cNvSpPr/>
              <p:nvPr/>
            </p:nvSpPr>
            <p:spPr>
              <a:xfrm>
                <a:off x="7788126" y="1944052"/>
                <a:ext cx="18478" cy="18478"/>
              </a:xfrm>
              <a:custGeom>
                <a:avLst/>
                <a:gdLst>
                  <a:gd name="connsiteX0" fmla="*/ 18479 w 18478"/>
                  <a:gd name="connsiteY0" fmla="*/ 9239 h 18478"/>
                  <a:gd name="connsiteX1" fmla="*/ 9239 w 18478"/>
                  <a:gd name="connsiteY1" fmla="*/ 18479 h 18478"/>
                  <a:gd name="connsiteX2" fmla="*/ 0 w 18478"/>
                  <a:gd name="connsiteY2" fmla="*/ 9239 h 18478"/>
                  <a:gd name="connsiteX3" fmla="*/ 9239 w 18478"/>
                  <a:gd name="connsiteY3" fmla="*/ 0 h 18478"/>
                  <a:gd name="connsiteX4" fmla="*/ 18479 w 18478"/>
                  <a:gd name="connsiteY4" fmla="*/ 9239 h 18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78" h="18478">
                    <a:moveTo>
                      <a:pt x="18479" y="9239"/>
                    </a:moveTo>
                    <a:cubicBezTo>
                      <a:pt x="18479" y="14342"/>
                      <a:pt x="14342" y="18479"/>
                      <a:pt x="9239" y="18479"/>
                    </a:cubicBezTo>
                    <a:cubicBezTo>
                      <a:pt x="4137" y="18479"/>
                      <a:pt x="0" y="14342"/>
                      <a:pt x="0" y="9239"/>
                    </a:cubicBezTo>
                    <a:cubicBezTo>
                      <a:pt x="0" y="4137"/>
                      <a:pt x="4137" y="0"/>
                      <a:pt x="9239" y="0"/>
                    </a:cubicBezTo>
                    <a:cubicBezTo>
                      <a:pt x="14342" y="0"/>
                      <a:pt x="18479" y="4137"/>
                      <a:pt x="18479" y="92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146" name="Graphique 2">
              <a:extLst>
                <a:ext uri="{FF2B5EF4-FFF2-40B4-BE49-F238E27FC236}">
                  <a16:creationId xmlns:a16="http://schemas.microsoft.com/office/drawing/2014/main" id="{56072708-D3D8-44DC-99DE-F75DCB38DF42}"/>
                </a:ext>
              </a:extLst>
            </p:cNvPr>
            <p:cNvGrpSpPr/>
            <p:nvPr/>
          </p:nvGrpSpPr>
          <p:grpSpPr>
            <a:xfrm>
              <a:off x="6539227" y="1911328"/>
              <a:ext cx="2979934" cy="2976883"/>
              <a:chOff x="6539227" y="1911328"/>
              <a:chExt cx="2979934" cy="2976883"/>
            </a:xfrm>
            <a:noFill/>
          </p:grpSpPr>
          <p:sp>
            <p:nvSpPr>
              <p:cNvPr id="15147" name="Forme libre : forme 15146">
                <a:extLst>
                  <a:ext uri="{FF2B5EF4-FFF2-40B4-BE49-F238E27FC236}">
                    <a16:creationId xmlns:a16="http://schemas.microsoft.com/office/drawing/2014/main" id="{3DD47FBD-5439-46F7-87D9-EFEC69EAA177}"/>
                  </a:ext>
                </a:extLst>
              </p:cNvPr>
              <p:cNvSpPr/>
              <p:nvPr/>
            </p:nvSpPr>
            <p:spPr>
              <a:xfrm>
                <a:off x="8109309" y="1911328"/>
                <a:ext cx="112963" cy="112752"/>
              </a:xfrm>
              <a:custGeom>
                <a:avLst/>
                <a:gdLst>
                  <a:gd name="connsiteX0" fmla="*/ 190 w 112963"/>
                  <a:gd name="connsiteY0" fmla="*/ 60250 h 112752"/>
                  <a:gd name="connsiteX1" fmla="*/ 8382 w 112963"/>
                  <a:gd name="connsiteY1" fmla="*/ 85873 h 112752"/>
                  <a:gd name="connsiteX2" fmla="*/ 23717 w 112963"/>
                  <a:gd name="connsiteY2" fmla="*/ 102256 h 112752"/>
                  <a:gd name="connsiteX3" fmla="*/ 28575 w 112963"/>
                  <a:gd name="connsiteY3" fmla="*/ 105399 h 112752"/>
                  <a:gd name="connsiteX4" fmla="*/ 38862 w 112963"/>
                  <a:gd name="connsiteY4" fmla="*/ 109971 h 112752"/>
                  <a:gd name="connsiteX5" fmla="*/ 49625 w 112963"/>
                  <a:gd name="connsiteY5" fmla="*/ 112352 h 112752"/>
                  <a:gd name="connsiteX6" fmla="*/ 90678 w 112963"/>
                  <a:gd name="connsiteY6" fmla="*/ 101303 h 112752"/>
                  <a:gd name="connsiteX7" fmla="*/ 102489 w 112963"/>
                  <a:gd name="connsiteY7" fmla="*/ 89111 h 112752"/>
                  <a:gd name="connsiteX8" fmla="*/ 106204 w 112963"/>
                  <a:gd name="connsiteY8" fmla="*/ 83110 h 112752"/>
                  <a:gd name="connsiteX9" fmla="*/ 106489 w 112963"/>
                  <a:gd name="connsiteY9" fmla="*/ 82539 h 112752"/>
                  <a:gd name="connsiteX10" fmla="*/ 89249 w 112963"/>
                  <a:gd name="connsiteY10" fmla="*/ 10435 h 112752"/>
                  <a:gd name="connsiteX11" fmla="*/ 15621 w 112963"/>
                  <a:gd name="connsiteY11" fmla="*/ 17578 h 112752"/>
                  <a:gd name="connsiteX12" fmla="*/ 15049 w 112963"/>
                  <a:gd name="connsiteY12" fmla="*/ 18150 h 112752"/>
                  <a:gd name="connsiteX13" fmla="*/ 10478 w 112963"/>
                  <a:gd name="connsiteY13" fmla="*/ 23674 h 112752"/>
                  <a:gd name="connsiteX14" fmla="*/ 10478 w 112963"/>
                  <a:gd name="connsiteY14" fmla="*/ 23674 h 112752"/>
                  <a:gd name="connsiteX15" fmla="*/ 0 w 112963"/>
                  <a:gd name="connsiteY15" fmla="*/ 55012 h 112752"/>
                  <a:gd name="connsiteX16" fmla="*/ 190 w 112963"/>
                  <a:gd name="connsiteY16" fmla="*/ 60250 h 112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2963" h="112752">
                    <a:moveTo>
                      <a:pt x="190" y="60250"/>
                    </a:moveTo>
                    <a:cubicBezTo>
                      <a:pt x="857" y="69299"/>
                      <a:pt x="3620" y="78062"/>
                      <a:pt x="8382" y="85873"/>
                    </a:cubicBezTo>
                    <a:cubicBezTo>
                      <a:pt x="12192" y="92159"/>
                      <a:pt x="17336" y="97683"/>
                      <a:pt x="23717" y="102256"/>
                    </a:cubicBezTo>
                    <a:cubicBezTo>
                      <a:pt x="25337" y="103398"/>
                      <a:pt x="26956" y="104446"/>
                      <a:pt x="28575" y="105399"/>
                    </a:cubicBezTo>
                    <a:cubicBezTo>
                      <a:pt x="31909" y="107304"/>
                      <a:pt x="35338" y="108828"/>
                      <a:pt x="38862" y="109971"/>
                    </a:cubicBezTo>
                    <a:cubicBezTo>
                      <a:pt x="42386" y="111114"/>
                      <a:pt x="46006" y="111876"/>
                      <a:pt x="49625" y="112352"/>
                    </a:cubicBezTo>
                    <a:cubicBezTo>
                      <a:pt x="64103" y="114067"/>
                      <a:pt x="78867" y="110256"/>
                      <a:pt x="90678" y="101303"/>
                    </a:cubicBezTo>
                    <a:cubicBezTo>
                      <a:pt x="95060" y="97969"/>
                      <a:pt x="99060" y="93873"/>
                      <a:pt x="102489" y="89111"/>
                    </a:cubicBezTo>
                    <a:cubicBezTo>
                      <a:pt x="103918" y="87111"/>
                      <a:pt x="105061" y="85110"/>
                      <a:pt x="106204" y="83110"/>
                    </a:cubicBezTo>
                    <a:cubicBezTo>
                      <a:pt x="106299" y="82920"/>
                      <a:pt x="106394" y="82729"/>
                      <a:pt x="106489" y="82539"/>
                    </a:cubicBezTo>
                    <a:cubicBezTo>
                      <a:pt x="119444" y="57964"/>
                      <a:pt x="112586" y="27008"/>
                      <a:pt x="89249" y="10435"/>
                    </a:cubicBezTo>
                    <a:cubicBezTo>
                      <a:pt x="66104" y="-6044"/>
                      <a:pt x="34671" y="-2519"/>
                      <a:pt x="15621" y="17578"/>
                    </a:cubicBezTo>
                    <a:cubicBezTo>
                      <a:pt x="15430" y="17769"/>
                      <a:pt x="15240" y="17959"/>
                      <a:pt x="15049" y="18150"/>
                    </a:cubicBezTo>
                    <a:cubicBezTo>
                      <a:pt x="13430" y="19864"/>
                      <a:pt x="11906" y="21674"/>
                      <a:pt x="10478" y="23674"/>
                    </a:cubicBezTo>
                    <a:cubicBezTo>
                      <a:pt x="10478" y="23674"/>
                      <a:pt x="10478" y="23674"/>
                      <a:pt x="10478" y="23674"/>
                    </a:cubicBezTo>
                    <a:cubicBezTo>
                      <a:pt x="3715" y="33199"/>
                      <a:pt x="286" y="44058"/>
                      <a:pt x="0" y="55012"/>
                    </a:cubicBezTo>
                    <a:cubicBezTo>
                      <a:pt x="0" y="56631"/>
                      <a:pt x="0" y="58441"/>
                      <a:pt x="190" y="60250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48" name="Forme libre : forme 15147">
                <a:extLst>
                  <a:ext uri="{FF2B5EF4-FFF2-40B4-BE49-F238E27FC236}">
                    <a16:creationId xmlns:a16="http://schemas.microsoft.com/office/drawing/2014/main" id="{9DB048FA-65C2-4556-B0DC-8D6515B4A3B7}"/>
                  </a:ext>
                </a:extLst>
              </p:cNvPr>
              <p:cNvSpPr/>
              <p:nvPr/>
            </p:nvSpPr>
            <p:spPr>
              <a:xfrm>
                <a:off x="8268548" y="1936570"/>
                <a:ext cx="112982" cy="112842"/>
              </a:xfrm>
              <a:custGeom>
                <a:avLst/>
                <a:gdLst>
                  <a:gd name="connsiteX0" fmla="*/ 15259 w 112982"/>
                  <a:gd name="connsiteY0" fmla="*/ 94826 h 112842"/>
                  <a:gd name="connsiteX1" fmla="*/ 23832 w 112982"/>
                  <a:gd name="connsiteY1" fmla="*/ 102351 h 112842"/>
                  <a:gd name="connsiteX2" fmla="*/ 28689 w 112982"/>
                  <a:gd name="connsiteY2" fmla="*/ 105494 h 112842"/>
                  <a:gd name="connsiteX3" fmla="*/ 55074 w 112982"/>
                  <a:gd name="connsiteY3" fmla="*/ 112828 h 112842"/>
                  <a:gd name="connsiteX4" fmla="*/ 90697 w 112982"/>
                  <a:gd name="connsiteY4" fmla="*/ 101303 h 112842"/>
                  <a:gd name="connsiteX5" fmla="*/ 102508 w 112982"/>
                  <a:gd name="connsiteY5" fmla="*/ 89111 h 112842"/>
                  <a:gd name="connsiteX6" fmla="*/ 106223 w 112982"/>
                  <a:gd name="connsiteY6" fmla="*/ 83110 h 112842"/>
                  <a:gd name="connsiteX7" fmla="*/ 106508 w 112982"/>
                  <a:gd name="connsiteY7" fmla="*/ 82539 h 112842"/>
                  <a:gd name="connsiteX8" fmla="*/ 89268 w 112982"/>
                  <a:gd name="connsiteY8" fmla="*/ 10435 h 112842"/>
                  <a:gd name="connsiteX9" fmla="*/ 15640 w 112982"/>
                  <a:gd name="connsiteY9" fmla="*/ 17578 h 112842"/>
                  <a:gd name="connsiteX10" fmla="*/ 15068 w 112982"/>
                  <a:gd name="connsiteY10" fmla="*/ 18150 h 112842"/>
                  <a:gd name="connsiteX11" fmla="*/ 10497 w 112982"/>
                  <a:gd name="connsiteY11" fmla="*/ 23769 h 112842"/>
                  <a:gd name="connsiteX12" fmla="*/ 2781 w 112982"/>
                  <a:gd name="connsiteY12" fmla="*/ 38914 h 112842"/>
                  <a:gd name="connsiteX13" fmla="*/ 19 w 112982"/>
                  <a:gd name="connsiteY13" fmla="*/ 55107 h 112842"/>
                  <a:gd name="connsiteX14" fmla="*/ 3639 w 112982"/>
                  <a:gd name="connsiteY14" fmla="*/ 76348 h 112842"/>
                  <a:gd name="connsiteX15" fmla="*/ 15259 w 112982"/>
                  <a:gd name="connsiteY15" fmla="*/ 94826 h 11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2982" h="112842">
                    <a:moveTo>
                      <a:pt x="15259" y="94826"/>
                    </a:moveTo>
                    <a:cubicBezTo>
                      <a:pt x="17831" y="97588"/>
                      <a:pt x="20688" y="100065"/>
                      <a:pt x="23832" y="102351"/>
                    </a:cubicBezTo>
                    <a:cubicBezTo>
                      <a:pt x="25451" y="103494"/>
                      <a:pt x="27070" y="104542"/>
                      <a:pt x="28689" y="105494"/>
                    </a:cubicBezTo>
                    <a:cubicBezTo>
                      <a:pt x="36976" y="110256"/>
                      <a:pt x="46025" y="112638"/>
                      <a:pt x="55074" y="112828"/>
                    </a:cubicBezTo>
                    <a:cubicBezTo>
                      <a:pt x="67742" y="113114"/>
                      <a:pt x="80410" y="109209"/>
                      <a:pt x="90697" y="101303"/>
                    </a:cubicBezTo>
                    <a:cubicBezTo>
                      <a:pt x="95079" y="97969"/>
                      <a:pt x="99079" y="93873"/>
                      <a:pt x="102508" y="89111"/>
                    </a:cubicBezTo>
                    <a:cubicBezTo>
                      <a:pt x="103937" y="87111"/>
                      <a:pt x="105080" y="85110"/>
                      <a:pt x="106223" y="83110"/>
                    </a:cubicBezTo>
                    <a:cubicBezTo>
                      <a:pt x="106318" y="82920"/>
                      <a:pt x="106413" y="82729"/>
                      <a:pt x="106508" y="82539"/>
                    </a:cubicBezTo>
                    <a:cubicBezTo>
                      <a:pt x="119463" y="57964"/>
                      <a:pt x="112605" y="27008"/>
                      <a:pt x="89268" y="10435"/>
                    </a:cubicBezTo>
                    <a:cubicBezTo>
                      <a:pt x="66123" y="-6044"/>
                      <a:pt x="34690" y="-2519"/>
                      <a:pt x="15640" y="17578"/>
                    </a:cubicBezTo>
                    <a:cubicBezTo>
                      <a:pt x="15450" y="17769"/>
                      <a:pt x="15259" y="17959"/>
                      <a:pt x="15068" y="18150"/>
                    </a:cubicBezTo>
                    <a:cubicBezTo>
                      <a:pt x="13449" y="19864"/>
                      <a:pt x="11925" y="21769"/>
                      <a:pt x="10497" y="23769"/>
                    </a:cubicBezTo>
                    <a:cubicBezTo>
                      <a:pt x="7067" y="28532"/>
                      <a:pt x="4591" y="33675"/>
                      <a:pt x="2781" y="38914"/>
                    </a:cubicBezTo>
                    <a:cubicBezTo>
                      <a:pt x="1067" y="44153"/>
                      <a:pt x="114" y="49677"/>
                      <a:pt x="19" y="55107"/>
                    </a:cubicBezTo>
                    <a:cubicBezTo>
                      <a:pt x="-171" y="62346"/>
                      <a:pt x="1067" y="69585"/>
                      <a:pt x="3639" y="76348"/>
                    </a:cubicBezTo>
                    <a:cubicBezTo>
                      <a:pt x="6210" y="83110"/>
                      <a:pt x="10211" y="89302"/>
                      <a:pt x="15259" y="94826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49" name="Forme libre : forme 15148">
                <a:extLst>
                  <a:ext uri="{FF2B5EF4-FFF2-40B4-BE49-F238E27FC236}">
                    <a16:creationId xmlns:a16="http://schemas.microsoft.com/office/drawing/2014/main" id="{66F073FE-FCA2-4948-B064-A4F35C413204}"/>
                  </a:ext>
                </a:extLst>
              </p:cNvPr>
              <p:cNvSpPr/>
              <p:nvPr/>
            </p:nvSpPr>
            <p:spPr>
              <a:xfrm>
                <a:off x="7817635" y="4775262"/>
                <a:ext cx="112889" cy="112949"/>
              </a:xfrm>
              <a:custGeom>
                <a:avLst/>
                <a:gdLst>
                  <a:gd name="connsiteX0" fmla="*/ 100507 w 112889"/>
                  <a:gd name="connsiteY0" fmla="*/ 21241 h 112949"/>
                  <a:gd name="connsiteX1" fmla="*/ 88029 w 112889"/>
                  <a:gd name="connsiteY1" fmla="*/ 9715 h 112949"/>
                  <a:gd name="connsiteX2" fmla="*/ 72694 w 112889"/>
                  <a:gd name="connsiteY2" fmla="*/ 2381 h 112949"/>
                  <a:gd name="connsiteX3" fmla="*/ 56501 w 112889"/>
                  <a:gd name="connsiteY3" fmla="*/ 0 h 112949"/>
                  <a:gd name="connsiteX4" fmla="*/ 35356 w 112889"/>
                  <a:gd name="connsiteY4" fmla="*/ 4096 h 112949"/>
                  <a:gd name="connsiteX5" fmla="*/ 9638 w 112889"/>
                  <a:gd name="connsiteY5" fmla="*/ 24860 h 112949"/>
                  <a:gd name="connsiteX6" fmla="*/ 9638 w 112889"/>
                  <a:gd name="connsiteY6" fmla="*/ 24860 h 112949"/>
                  <a:gd name="connsiteX7" fmla="*/ 6114 w 112889"/>
                  <a:gd name="connsiteY7" fmla="*/ 30956 h 112949"/>
                  <a:gd name="connsiteX8" fmla="*/ 5828 w 112889"/>
                  <a:gd name="connsiteY8" fmla="*/ 31528 h 112949"/>
                  <a:gd name="connsiteX9" fmla="*/ 24783 w 112889"/>
                  <a:gd name="connsiteY9" fmla="*/ 103251 h 112949"/>
                  <a:gd name="connsiteX10" fmla="*/ 98221 w 112889"/>
                  <a:gd name="connsiteY10" fmla="*/ 94393 h 112949"/>
                  <a:gd name="connsiteX11" fmla="*/ 98697 w 112889"/>
                  <a:gd name="connsiteY11" fmla="*/ 93821 h 112949"/>
                  <a:gd name="connsiteX12" fmla="*/ 103174 w 112889"/>
                  <a:gd name="connsiteY12" fmla="*/ 88106 h 112949"/>
                  <a:gd name="connsiteX13" fmla="*/ 110508 w 112889"/>
                  <a:gd name="connsiteY13" fmla="*/ 72771 h 112949"/>
                  <a:gd name="connsiteX14" fmla="*/ 112889 w 112889"/>
                  <a:gd name="connsiteY14" fmla="*/ 56579 h 112949"/>
                  <a:gd name="connsiteX15" fmla="*/ 112604 w 112889"/>
                  <a:gd name="connsiteY15" fmla="*/ 51149 h 112949"/>
                  <a:gd name="connsiteX16" fmla="*/ 100507 w 112889"/>
                  <a:gd name="connsiteY16" fmla="*/ 21241 h 112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2889" h="112949">
                    <a:moveTo>
                      <a:pt x="100507" y="21241"/>
                    </a:moveTo>
                    <a:cubicBezTo>
                      <a:pt x="97078" y="16859"/>
                      <a:pt x="92887" y="13049"/>
                      <a:pt x="88029" y="9715"/>
                    </a:cubicBezTo>
                    <a:cubicBezTo>
                      <a:pt x="83171" y="6382"/>
                      <a:pt x="78028" y="4001"/>
                      <a:pt x="72694" y="2381"/>
                    </a:cubicBezTo>
                    <a:cubicBezTo>
                      <a:pt x="67360" y="762"/>
                      <a:pt x="61930" y="0"/>
                      <a:pt x="56501" y="0"/>
                    </a:cubicBezTo>
                    <a:cubicBezTo>
                      <a:pt x="49262" y="0"/>
                      <a:pt x="42023" y="1334"/>
                      <a:pt x="35356" y="4096"/>
                    </a:cubicBezTo>
                    <a:cubicBezTo>
                      <a:pt x="25259" y="8192"/>
                      <a:pt x="16210" y="15145"/>
                      <a:pt x="9638" y="24860"/>
                    </a:cubicBezTo>
                    <a:cubicBezTo>
                      <a:pt x="9638" y="24860"/>
                      <a:pt x="9638" y="24860"/>
                      <a:pt x="9638" y="24860"/>
                    </a:cubicBezTo>
                    <a:cubicBezTo>
                      <a:pt x="8305" y="26861"/>
                      <a:pt x="7162" y="28861"/>
                      <a:pt x="6114" y="30956"/>
                    </a:cubicBezTo>
                    <a:cubicBezTo>
                      <a:pt x="6019" y="31147"/>
                      <a:pt x="5923" y="31337"/>
                      <a:pt x="5828" y="31528"/>
                    </a:cubicBezTo>
                    <a:cubicBezTo>
                      <a:pt x="-6459" y="56388"/>
                      <a:pt x="1066" y="87249"/>
                      <a:pt x="24783" y="103251"/>
                    </a:cubicBezTo>
                    <a:cubicBezTo>
                      <a:pt x="48310" y="119253"/>
                      <a:pt x="79647" y="114871"/>
                      <a:pt x="98221" y="94393"/>
                    </a:cubicBezTo>
                    <a:cubicBezTo>
                      <a:pt x="98411" y="94202"/>
                      <a:pt x="98602" y="94012"/>
                      <a:pt x="98697" y="93821"/>
                    </a:cubicBezTo>
                    <a:cubicBezTo>
                      <a:pt x="100316" y="92012"/>
                      <a:pt x="101745" y="90202"/>
                      <a:pt x="103174" y="88106"/>
                    </a:cubicBezTo>
                    <a:cubicBezTo>
                      <a:pt x="106412" y="83248"/>
                      <a:pt x="108889" y="78105"/>
                      <a:pt x="110508" y="72771"/>
                    </a:cubicBezTo>
                    <a:cubicBezTo>
                      <a:pt x="112127" y="67437"/>
                      <a:pt x="112889" y="62008"/>
                      <a:pt x="112889" y="56579"/>
                    </a:cubicBezTo>
                    <a:cubicBezTo>
                      <a:pt x="112889" y="54769"/>
                      <a:pt x="112794" y="52959"/>
                      <a:pt x="112604" y="51149"/>
                    </a:cubicBezTo>
                    <a:cubicBezTo>
                      <a:pt x="111556" y="40386"/>
                      <a:pt x="107460" y="29909"/>
                      <a:pt x="100507" y="21241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50" name="Forme libre : forme 15149">
                <a:extLst>
                  <a:ext uri="{FF2B5EF4-FFF2-40B4-BE49-F238E27FC236}">
                    <a16:creationId xmlns:a16="http://schemas.microsoft.com/office/drawing/2014/main" id="{02AFF82F-4D50-4BBA-B8AC-4AAC52F555A8}"/>
                  </a:ext>
                </a:extLst>
              </p:cNvPr>
              <p:cNvSpPr/>
              <p:nvPr/>
            </p:nvSpPr>
            <p:spPr>
              <a:xfrm>
                <a:off x="7657668" y="4753736"/>
                <a:ext cx="112890" cy="112908"/>
              </a:xfrm>
              <a:custGeom>
                <a:avLst/>
                <a:gdLst>
                  <a:gd name="connsiteX0" fmla="*/ 88071 w 112890"/>
                  <a:gd name="connsiteY0" fmla="*/ 9716 h 112908"/>
                  <a:gd name="connsiteX1" fmla="*/ 72736 w 112890"/>
                  <a:gd name="connsiteY1" fmla="*/ 2381 h 112908"/>
                  <a:gd name="connsiteX2" fmla="*/ 56543 w 112890"/>
                  <a:gd name="connsiteY2" fmla="*/ 0 h 112908"/>
                  <a:gd name="connsiteX3" fmla="*/ 35398 w 112890"/>
                  <a:gd name="connsiteY3" fmla="*/ 4096 h 112908"/>
                  <a:gd name="connsiteX4" fmla="*/ 21206 w 112890"/>
                  <a:gd name="connsiteY4" fmla="*/ 12383 h 112908"/>
                  <a:gd name="connsiteX5" fmla="*/ 9681 w 112890"/>
                  <a:gd name="connsiteY5" fmla="*/ 24860 h 112908"/>
                  <a:gd name="connsiteX6" fmla="*/ 6156 w 112890"/>
                  <a:gd name="connsiteY6" fmla="*/ 30956 h 112908"/>
                  <a:gd name="connsiteX7" fmla="*/ 5870 w 112890"/>
                  <a:gd name="connsiteY7" fmla="*/ 31528 h 112908"/>
                  <a:gd name="connsiteX8" fmla="*/ 24825 w 112890"/>
                  <a:gd name="connsiteY8" fmla="*/ 103251 h 112908"/>
                  <a:gd name="connsiteX9" fmla="*/ 98263 w 112890"/>
                  <a:gd name="connsiteY9" fmla="*/ 94393 h 112908"/>
                  <a:gd name="connsiteX10" fmla="*/ 98739 w 112890"/>
                  <a:gd name="connsiteY10" fmla="*/ 93821 h 112908"/>
                  <a:gd name="connsiteX11" fmla="*/ 103216 w 112890"/>
                  <a:gd name="connsiteY11" fmla="*/ 88106 h 112908"/>
                  <a:gd name="connsiteX12" fmla="*/ 88071 w 112890"/>
                  <a:gd name="connsiteY12" fmla="*/ 9716 h 11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2890" h="112908">
                    <a:moveTo>
                      <a:pt x="88071" y="9716"/>
                    </a:moveTo>
                    <a:cubicBezTo>
                      <a:pt x="83213" y="6477"/>
                      <a:pt x="78070" y="4001"/>
                      <a:pt x="72736" y="2381"/>
                    </a:cubicBezTo>
                    <a:cubicBezTo>
                      <a:pt x="67402" y="762"/>
                      <a:pt x="61973" y="0"/>
                      <a:pt x="56543" y="0"/>
                    </a:cubicBezTo>
                    <a:cubicBezTo>
                      <a:pt x="49304" y="0"/>
                      <a:pt x="42065" y="1334"/>
                      <a:pt x="35398" y="4096"/>
                    </a:cubicBezTo>
                    <a:cubicBezTo>
                      <a:pt x="30350" y="6096"/>
                      <a:pt x="25587" y="8858"/>
                      <a:pt x="21206" y="12383"/>
                    </a:cubicBezTo>
                    <a:cubicBezTo>
                      <a:pt x="16824" y="15812"/>
                      <a:pt x="13014" y="20003"/>
                      <a:pt x="9681" y="24860"/>
                    </a:cubicBezTo>
                    <a:cubicBezTo>
                      <a:pt x="8347" y="26861"/>
                      <a:pt x="7204" y="28861"/>
                      <a:pt x="6156" y="30956"/>
                    </a:cubicBezTo>
                    <a:cubicBezTo>
                      <a:pt x="6061" y="31147"/>
                      <a:pt x="5966" y="31337"/>
                      <a:pt x="5870" y="31528"/>
                    </a:cubicBezTo>
                    <a:cubicBezTo>
                      <a:pt x="-6512" y="56388"/>
                      <a:pt x="1108" y="87249"/>
                      <a:pt x="24825" y="103251"/>
                    </a:cubicBezTo>
                    <a:cubicBezTo>
                      <a:pt x="48352" y="119158"/>
                      <a:pt x="79689" y="114872"/>
                      <a:pt x="98263" y="94393"/>
                    </a:cubicBezTo>
                    <a:cubicBezTo>
                      <a:pt x="98453" y="94202"/>
                      <a:pt x="98644" y="94012"/>
                      <a:pt x="98739" y="93821"/>
                    </a:cubicBezTo>
                    <a:cubicBezTo>
                      <a:pt x="100358" y="92012"/>
                      <a:pt x="101787" y="90202"/>
                      <a:pt x="103216" y="88106"/>
                    </a:cubicBezTo>
                    <a:cubicBezTo>
                      <a:pt x="120647" y="62294"/>
                      <a:pt x="113884" y="27242"/>
                      <a:pt x="88071" y="9716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51" name="Forme libre : forme 15150">
                <a:extLst>
                  <a:ext uri="{FF2B5EF4-FFF2-40B4-BE49-F238E27FC236}">
                    <a16:creationId xmlns:a16="http://schemas.microsoft.com/office/drawing/2014/main" id="{BC0095E1-9970-47FB-931F-41E6454F90F0}"/>
                  </a:ext>
                </a:extLst>
              </p:cNvPr>
              <p:cNvSpPr/>
              <p:nvPr/>
            </p:nvSpPr>
            <p:spPr>
              <a:xfrm>
                <a:off x="8579400" y="4651348"/>
                <a:ext cx="112927" cy="112767"/>
              </a:xfrm>
              <a:custGeom>
                <a:avLst/>
                <a:gdLst>
                  <a:gd name="connsiteX0" fmla="*/ 104933 w 112927"/>
                  <a:gd name="connsiteY0" fmla="*/ 27712 h 112767"/>
                  <a:gd name="connsiteX1" fmla="*/ 101980 w 112927"/>
                  <a:gd name="connsiteY1" fmla="*/ 23140 h 112767"/>
                  <a:gd name="connsiteX2" fmla="*/ 65404 w 112927"/>
                  <a:gd name="connsiteY2" fmla="*/ 756 h 112767"/>
                  <a:gd name="connsiteX3" fmla="*/ 59689 w 112927"/>
                  <a:gd name="connsiteY3" fmla="*/ 89 h 112767"/>
                  <a:gd name="connsiteX4" fmla="*/ 48259 w 112927"/>
                  <a:gd name="connsiteY4" fmla="*/ 566 h 112767"/>
                  <a:gd name="connsiteX5" fmla="*/ 37496 w 112927"/>
                  <a:gd name="connsiteY5" fmla="*/ 3233 h 112767"/>
                  <a:gd name="connsiteX6" fmla="*/ 18922 w 112927"/>
                  <a:gd name="connsiteY6" fmla="*/ 14281 h 112767"/>
                  <a:gd name="connsiteX7" fmla="*/ 8444 w 112927"/>
                  <a:gd name="connsiteY7" fmla="*/ 26664 h 112767"/>
                  <a:gd name="connsiteX8" fmla="*/ 5777 w 112927"/>
                  <a:gd name="connsiteY8" fmla="*/ 31426 h 112767"/>
                  <a:gd name="connsiteX9" fmla="*/ 1872 w 112927"/>
                  <a:gd name="connsiteY9" fmla="*/ 41809 h 112767"/>
                  <a:gd name="connsiteX10" fmla="*/ 62 w 112927"/>
                  <a:gd name="connsiteY10" fmla="*/ 53143 h 112767"/>
                  <a:gd name="connsiteX11" fmla="*/ 158 w 112927"/>
                  <a:gd name="connsiteY11" fmla="*/ 60192 h 112767"/>
                  <a:gd name="connsiteX12" fmla="*/ 253 w 112927"/>
                  <a:gd name="connsiteY12" fmla="*/ 60763 h 112767"/>
                  <a:gd name="connsiteX13" fmla="*/ 53212 w 112927"/>
                  <a:gd name="connsiteY13" fmla="*/ 112675 h 112767"/>
                  <a:gd name="connsiteX14" fmla="*/ 111695 w 112927"/>
                  <a:gd name="connsiteY14" fmla="*/ 67431 h 112767"/>
                  <a:gd name="connsiteX15" fmla="*/ 111886 w 112927"/>
                  <a:gd name="connsiteY15" fmla="*/ 66669 h 112767"/>
                  <a:gd name="connsiteX16" fmla="*/ 112839 w 112927"/>
                  <a:gd name="connsiteY16" fmla="*/ 59525 h 112767"/>
                  <a:gd name="connsiteX17" fmla="*/ 112362 w 112927"/>
                  <a:gd name="connsiteY17" fmla="*/ 48095 h 112767"/>
                  <a:gd name="connsiteX18" fmla="*/ 104933 w 112927"/>
                  <a:gd name="connsiteY18" fmla="*/ 27712 h 112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2927" h="112767">
                    <a:moveTo>
                      <a:pt x="104933" y="27712"/>
                    </a:moveTo>
                    <a:cubicBezTo>
                      <a:pt x="103980" y="26188"/>
                      <a:pt x="103028" y="24664"/>
                      <a:pt x="101980" y="23140"/>
                    </a:cubicBezTo>
                    <a:cubicBezTo>
                      <a:pt x="93408" y="11519"/>
                      <a:pt x="80453" y="3137"/>
                      <a:pt x="65404" y="756"/>
                    </a:cubicBezTo>
                    <a:cubicBezTo>
                      <a:pt x="63499" y="470"/>
                      <a:pt x="61594" y="280"/>
                      <a:pt x="59689" y="89"/>
                    </a:cubicBezTo>
                    <a:cubicBezTo>
                      <a:pt x="55784" y="-101"/>
                      <a:pt x="51974" y="-6"/>
                      <a:pt x="48259" y="566"/>
                    </a:cubicBezTo>
                    <a:cubicBezTo>
                      <a:pt x="44544" y="1137"/>
                      <a:pt x="40925" y="1994"/>
                      <a:pt x="37496" y="3233"/>
                    </a:cubicBezTo>
                    <a:cubicBezTo>
                      <a:pt x="30543" y="5709"/>
                      <a:pt x="24256" y="9519"/>
                      <a:pt x="18922" y="14281"/>
                    </a:cubicBezTo>
                    <a:cubicBezTo>
                      <a:pt x="14922" y="17901"/>
                      <a:pt x="11397" y="22092"/>
                      <a:pt x="8444" y="26664"/>
                    </a:cubicBezTo>
                    <a:cubicBezTo>
                      <a:pt x="7492" y="28188"/>
                      <a:pt x="6635" y="29807"/>
                      <a:pt x="5777" y="31426"/>
                    </a:cubicBezTo>
                    <a:cubicBezTo>
                      <a:pt x="4158" y="34760"/>
                      <a:pt x="2825" y="38189"/>
                      <a:pt x="1872" y="41809"/>
                    </a:cubicBezTo>
                    <a:cubicBezTo>
                      <a:pt x="920" y="45428"/>
                      <a:pt x="253" y="49238"/>
                      <a:pt x="62" y="53143"/>
                    </a:cubicBezTo>
                    <a:cubicBezTo>
                      <a:pt x="-33" y="55525"/>
                      <a:pt x="-33" y="57906"/>
                      <a:pt x="158" y="60192"/>
                    </a:cubicBezTo>
                    <a:cubicBezTo>
                      <a:pt x="158" y="60383"/>
                      <a:pt x="158" y="60573"/>
                      <a:pt x="253" y="60763"/>
                    </a:cubicBezTo>
                    <a:cubicBezTo>
                      <a:pt x="2444" y="88481"/>
                      <a:pt x="24732" y="111055"/>
                      <a:pt x="53212" y="112675"/>
                    </a:cubicBezTo>
                    <a:cubicBezTo>
                      <a:pt x="81597" y="114294"/>
                      <a:pt x="106266" y="94577"/>
                      <a:pt x="111695" y="67431"/>
                    </a:cubicBezTo>
                    <a:cubicBezTo>
                      <a:pt x="111791" y="67145"/>
                      <a:pt x="111791" y="66955"/>
                      <a:pt x="111886" y="66669"/>
                    </a:cubicBezTo>
                    <a:cubicBezTo>
                      <a:pt x="112362" y="64288"/>
                      <a:pt x="112648" y="61906"/>
                      <a:pt x="112839" y="59525"/>
                    </a:cubicBezTo>
                    <a:cubicBezTo>
                      <a:pt x="113029" y="55620"/>
                      <a:pt x="112934" y="51810"/>
                      <a:pt x="112362" y="48095"/>
                    </a:cubicBezTo>
                    <a:cubicBezTo>
                      <a:pt x="111124" y="40951"/>
                      <a:pt x="108648" y="33998"/>
                      <a:pt x="104933" y="27712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52" name="Forme libre : forme 15151">
                <a:extLst>
                  <a:ext uri="{FF2B5EF4-FFF2-40B4-BE49-F238E27FC236}">
                    <a16:creationId xmlns:a16="http://schemas.microsoft.com/office/drawing/2014/main" id="{DBFEED46-1E4A-44BF-A9EA-9436550DAF52}"/>
                  </a:ext>
                </a:extLst>
              </p:cNvPr>
              <p:cNvSpPr/>
              <p:nvPr/>
            </p:nvSpPr>
            <p:spPr>
              <a:xfrm>
                <a:off x="8430905" y="4714898"/>
                <a:ext cx="112931" cy="112845"/>
              </a:xfrm>
              <a:custGeom>
                <a:avLst/>
                <a:gdLst>
                  <a:gd name="connsiteX0" fmla="*/ 81406 w 112931"/>
                  <a:gd name="connsiteY0" fmla="*/ 5786 h 112845"/>
                  <a:gd name="connsiteX1" fmla="*/ 71024 w 112931"/>
                  <a:gd name="connsiteY1" fmla="*/ 1881 h 112845"/>
                  <a:gd name="connsiteX2" fmla="*/ 59689 w 112931"/>
                  <a:gd name="connsiteY2" fmla="*/ 72 h 112845"/>
                  <a:gd name="connsiteX3" fmla="*/ 53879 w 112931"/>
                  <a:gd name="connsiteY3" fmla="*/ 72 h 112845"/>
                  <a:gd name="connsiteX4" fmla="*/ 27590 w 112931"/>
                  <a:gd name="connsiteY4" fmla="*/ 7882 h 112845"/>
                  <a:gd name="connsiteX5" fmla="*/ 15017 w 112931"/>
                  <a:gd name="connsiteY5" fmla="*/ 18074 h 112845"/>
                  <a:gd name="connsiteX6" fmla="*/ 8444 w 112931"/>
                  <a:gd name="connsiteY6" fmla="*/ 26741 h 112845"/>
                  <a:gd name="connsiteX7" fmla="*/ 5777 w 112931"/>
                  <a:gd name="connsiteY7" fmla="*/ 31504 h 112845"/>
                  <a:gd name="connsiteX8" fmla="*/ 1872 w 112931"/>
                  <a:gd name="connsiteY8" fmla="*/ 41886 h 112845"/>
                  <a:gd name="connsiteX9" fmla="*/ 62 w 112931"/>
                  <a:gd name="connsiteY9" fmla="*/ 53221 h 112845"/>
                  <a:gd name="connsiteX10" fmla="*/ 158 w 112931"/>
                  <a:gd name="connsiteY10" fmla="*/ 60269 h 112845"/>
                  <a:gd name="connsiteX11" fmla="*/ 253 w 112931"/>
                  <a:gd name="connsiteY11" fmla="*/ 60841 h 112845"/>
                  <a:gd name="connsiteX12" fmla="*/ 53212 w 112931"/>
                  <a:gd name="connsiteY12" fmla="*/ 112752 h 112845"/>
                  <a:gd name="connsiteX13" fmla="*/ 111695 w 112931"/>
                  <a:gd name="connsiteY13" fmla="*/ 67508 h 112845"/>
                  <a:gd name="connsiteX14" fmla="*/ 111886 w 112931"/>
                  <a:gd name="connsiteY14" fmla="*/ 66747 h 112845"/>
                  <a:gd name="connsiteX15" fmla="*/ 112838 w 112931"/>
                  <a:gd name="connsiteY15" fmla="*/ 59603 h 112845"/>
                  <a:gd name="connsiteX16" fmla="*/ 81406 w 112931"/>
                  <a:gd name="connsiteY16" fmla="*/ 5786 h 11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2931" h="112845">
                    <a:moveTo>
                      <a:pt x="81406" y="5786"/>
                    </a:moveTo>
                    <a:cubicBezTo>
                      <a:pt x="78072" y="4167"/>
                      <a:pt x="74643" y="2834"/>
                      <a:pt x="71024" y="1881"/>
                    </a:cubicBezTo>
                    <a:cubicBezTo>
                      <a:pt x="67404" y="929"/>
                      <a:pt x="63594" y="262"/>
                      <a:pt x="59689" y="72"/>
                    </a:cubicBezTo>
                    <a:cubicBezTo>
                      <a:pt x="57784" y="-24"/>
                      <a:pt x="55784" y="-24"/>
                      <a:pt x="53879" y="72"/>
                    </a:cubicBezTo>
                    <a:cubicBezTo>
                      <a:pt x="44354" y="452"/>
                      <a:pt x="35400" y="3310"/>
                      <a:pt x="27590" y="7882"/>
                    </a:cubicBezTo>
                    <a:cubicBezTo>
                      <a:pt x="22923" y="10644"/>
                      <a:pt x="18636" y="14073"/>
                      <a:pt x="15017" y="18074"/>
                    </a:cubicBezTo>
                    <a:cubicBezTo>
                      <a:pt x="12540" y="20741"/>
                      <a:pt x="10350" y="23598"/>
                      <a:pt x="8444" y="26741"/>
                    </a:cubicBezTo>
                    <a:cubicBezTo>
                      <a:pt x="7492" y="28265"/>
                      <a:pt x="6635" y="29885"/>
                      <a:pt x="5777" y="31504"/>
                    </a:cubicBezTo>
                    <a:cubicBezTo>
                      <a:pt x="4158" y="34838"/>
                      <a:pt x="2825" y="38267"/>
                      <a:pt x="1872" y="41886"/>
                    </a:cubicBezTo>
                    <a:cubicBezTo>
                      <a:pt x="920" y="45506"/>
                      <a:pt x="253" y="49316"/>
                      <a:pt x="62" y="53221"/>
                    </a:cubicBezTo>
                    <a:cubicBezTo>
                      <a:pt x="-33" y="55602"/>
                      <a:pt x="-33" y="57983"/>
                      <a:pt x="158" y="60269"/>
                    </a:cubicBezTo>
                    <a:cubicBezTo>
                      <a:pt x="158" y="60460"/>
                      <a:pt x="158" y="60650"/>
                      <a:pt x="253" y="60841"/>
                    </a:cubicBezTo>
                    <a:cubicBezTo>
                      <a:pt x="2444" y="88559"/>
                      <a:pt x="24732" y="111133"/>
                      <a:pt x="53212" y="112752"/>
                    </a:cubicBezTo>
                    <a:cubicBezTo>
                      <a:pt x="81596" y="114372"/>
                      <a:pt x="106266" y="94655"/>
                      <a:pt x="111695" y="67508"/>
                    </a:cubicBezTo>
                    <a:cubicBezTo>
                      <a:pt x="111791" y="67223"/>
                      <a:pt x="111791" y="67032"/>
                      <a:pt x="111886" y="66747"/>
                    </a:cubicBezTo>
                    <a:cubicBezTo>
                      <a:pt x="112362" y="64365"/>
                      <a:pt x="112648" y="61984"/>
                      <a:pt x="112838" y="59603"/>
                    </a:cubicBezTo>
                    <a:cubicBezTo>
                      <a:pt x="114172" y="36362"/>
                      <a:pt x="101123" y="15502"/>
                      <a:pt x="81406" y="5786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53" name="Forme libre : forme 15152">
                <a:extLst>
                  <a:ext uri="{FF2B5EF4-FFF2-40B4-BE49-F238E27FC236}">
                    <a16:creationId xmlns:a16="http://schemas.microsoft.com/office/drawing/2014/main" id="{EAB2BF19-0338-42DB-AA56-2FA170AE4FC2}"/>
                  </a:ext>
                </a:extLst>
              </p:cNvPr>
              <p:cNvSpPr/>
              <p:nvPr/>
            </p:nvSpPr>
            <p:spPr>
              <a:xfrm>
                <a:off x="8944065" y="4401144"/>
                <a:ext cx="112733" cy="113080"/>
              </a:xfrm>
              <a:custGeom>
                <a:avLst/>
                <a:gdLst>
                  <a:gd name="connsiteX0" fmla="*/ 112505 w 112733"/>
                  <a:gd name="connsiteY0" fmla="*/ 49602 h 113080"/>
                  <a:gd name="connsiteX1" fmla="*/ 111267 w 112733"/>
                  <a:gd name="connsiteY1" fmla="*/ 42553 h 113080"/>
                  <a:gd name="connsiteX2" fmla="*/ 111267 w 112733"/>
                  <a:gd name="connsiteY2" fmla="*/ 42553 h 113080"/>
                  <a:gd name="connsiteX3" fmla="*/ 89931 w 112733"/>
                  <a:gd name="connsiteY3" fmla="*/ 10930 h 113080"/>
                  <a:gd name="connsiteX4" fmla="*/ 53926 w 112733"/>
                  <a:gd name="connsiteY4" fmla="*/ 72 h 113080"/>
                  <a:gd name="connsiteX5" fmla="*/ 42591 w 112733"/>
                  <a:gd name="connsiteY5" fmla="*/ 1786 h 113080"/>
                  <a:gd name="connsiteX6" fmla="*/ 37067 w 112733"/>
                  <a:gd name="connsiteY6" fmla="*/ 3501 h 113080"/>
                  <a:gd name="connsiteX7" fmla="*/ 18207 w 112733"/>
                  <a:gd name="connsiteY7" fmla="*/ 15026 h 113080"/>
                  <a:gd name="connsiteX8" fmla="*/ 10969 w 112733"/>
                  <a:gd name="connsiteY8" fmla="*/ 23122 h 113080"/>
                  <a:gd name="connsiteX9" fmla="*/ 5444 w 112733"/>
                  <a:gd name="connsiteY9" fmla="*/ 32457 h 113080"/>
                  <a:gd name="connsiteX10" fmla="*/ 1729 w 112733"/>
                  <a:gd name="connsiteY10" fmla="*/ 70461 h 113080"/>
                  <a:gd name="connsiteX11" fmla="*/ 3920 w 112733"/>
                  <a:gd name="connsiteY11" fmla="*/ 77224 h 113080"/>
                  <a:gd name="connsiteX12" fmla="*/ 4111 w 112733"/>
                  <a:gd name="connsiteY12" fmla="*/ 77796 h 113080"/>
                  <a:gd name="connsiteX13" fmla="*/ 70214 w 112733"/>
                  <a:gd name="connsiteY13" fmla="*/ 111324 h 113080"/>
                  <a:gd name="connsiteX14" fmla="*/ 112410 w 112733"/>
                  <a:gd name="connsiteY14" fmla="*/ 50650 h 113080"/>
                  <a:gd name="connsiteX15" fmla="*/ 112505 w 112733"/>
                  <a:gd name="connsiteY15" fmla="*/ 49602 h 11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2733" h="113080">
                    <a:moveTo>
                      <a:pt x="112505" y="49602"/>
                    </a:moveTo>
                    <a:cubicBezTo>
                      <a:pt x="112219" y="47220"/>
                      <a:pt x="111838" y="44935"/>
                      <a:pt x="111267" y="42553"/>
                    </a:cubicBezTo>
                    <a:cubicBezTo>
                      <a:pt x="111267" y="42553"/>
                      <a:pt x="111267" y="42553"/>
                      <a:pt x="111267" y="42553"/>
                    </a:cubicBezTo>
                    <a:cubicBezTo>
                      <a:pt x="107933" y="29314"/>
                      <a:pt x="100122" y="18360"/>
                      <a:pt x="89931" y="10930"/>
                    </a:cubicBezTo>
                    <a:cubicBezTo>
                      <a:pt x="79739" y="3406"/>
                      <a:pt x="67071" y="-595"/>
                      <a:pt x="53926" y="72"/>
                    </a:cubicBezTo>
                    <a:cubicBezTo>
                      <a:pt x="50212" y="262"/>
                      <a:pt x="46402" y="834"/>
                      <a:pt x="42591" y="1786"/>
                    </a:cubicBezTo>
                    <a:cubicBezTo>
                      <a:pt x="40687" y="2262"/>
                      <a:pt x="38877" y="2834"/>
                      <a:pt x="37067" y="3501"/>
                    </a:cubicBezTo>
                    <a:cubicBezTo>
                      <a:pt x="29923" y="6073"/>
                      <a:pt x="23541" y="10073"/>
                      <a:pt x="18207" y="15026"/>
                    </a:cubicBezTo>
                    <a:cubicBezTo>
                      <a:pt x="15540" y="17502"/>
                      <a:pt x="13159" y="20169"/>
                      <a:pt x="10969" y="23122"/>
                    </a:cubicBezTo>
                    <a:cubicBezTo>
                      <a:pt x="8873" y="26075"/>
                      <a:pt x="6968" y="29123"/>
                      <a:pt x="5444" y="32457"/>
                    </a:cubicBezTo>
                    <a:cubicBezTo>
                      <a:pt x="15" y="43887"/>
                      <a:pt x="-1604" y="57222"/>
                      <a:pt x="1729" y="70461"/>
                    </a:cubicBezTo>
                    <a:cubicBezTo>
                      <a:pt x="2301" y="72748"/>
                      <a:pt x="3063" y="75034"/>
                      <a:pt x="3920" y="77224"/>
                    </a:cubicBezTo>
                    <a:cubicBezTo>
                      <a:pt x="4015" y="77415"/>
                      <a:pt x="4111" y="77605"/>
                      <a:pt x="4111" y="77796"/>
                    </a:cubicBezTo>
                    <a:cubicBezTo>
                      <a:pt x="14493" y="103609"/>
                      <a:pt x="42591" y="118372"/>
                      <a:pt x="70214" y="111324"/>
                    </a:cubicBezTo>
                    <a:cubicBezTo>
                      <a:pt x="97837" y="104370"/>
                      <a:pt x="115362" y="78082"/>
                      <a:pt x="112410" y="50650"/>
                    </a:cubicBezTo>
                    <a:cubicBezTo>
                      <a:pt x="112505" y="50078"/>
                      <a:pt x="112505" y="49792"/>
                      <a:pt x="112505" y="49602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54" name="Forme libre : forme 15153">
                <a:extLst>
                  <a:ext uri="{FF2B5EF4-FFF2-40B4-BE49-F238E27FC236}">
                    <a16:creationId xmlns:a16="http://schemas.microsoft.com/office/drawing/2014/main" id="{664E7BF4-B215-4BE4-A4EC-1019600C5387}"/>
                  </a:ext>
                </a:extLst>
              </p:cNvPr>
              <p:cNvSpPr/>
              <p:nvPr/>
            </p:nvSpPr>
            <p:spPr>
              <a:xfrm>
                <a:off x="8821612" y="4506167"/>
                <a:ext cx="112789" cy="113022"/>
              </a:xfrm>
              <a:custGeom>
                <a:avLst/>
                <a:gdLst>
                  <a:gd name="connsiteX0" fmla="*/ 112466 w 112789"/>
                  <a:gd name="connsiteY0" fmla="*/ 49734 h 113022"/>
                  <a:gd name="connsiteX1" fmla="*/ 111228 w 112789"/>
                  <a:gd name="connsiteY1" fmla="*/ 42591 h 113022"/>
                  <a:gd name="connsiteX2" fmla="*/ 42648 w 112789"/>
                  <a:gd name="connsiteY2" fmla="*/ 1728 h 113022"/>
                  <a:gd name="connsiteX3" fmla="*/ 37124 w 112789"/>
                  <a:gd name="connsiteY3" fmla="*/ 3443 h 113022"/>
                  <a:gd name="connsiteX4" fmla="*/ 29218 w 112789"/>
                  <a:gd name="connsiteY4" fmla="*/ 7158 h 113022"/>
                  <a:gd name="connsiteX5" fmla="*/ 25503 w 112789"/>
                  <a:gd name="connsiteY5" fmla="*/ 9348 h 113022"/>
                  <a:gd name="connsiteX6" fmla="*/ 18169 w 112789"/>
                  <a:gd name="connsiteY6" fmla="*/ 14968 h 113022"/>
                  <a:gd name="connsiteX7" fmla="*/ 10930 w 112789"/>
                  <a:gd name="connsiteY7" fmla="*/ 23064 h 113022"/>
                  <a:gd name="connsiteX8" fmla="*/ 5405 w 112789"/>
                  <a:gd name="connsiteY8" fmla="*/ 32399 h 113022"/>
                  <a:gd name="connsiteX9" fmla="*/ 643 w 112789"/>
                  <a:gd name="connsiteY9" fmla="*/ 48020 h 113022"/>
                  <a:gd name="connsiteX10" fmla="*/ 72 w 112789"/>
                  <a:gd name="connsiteY10" fmla="*/ 53544 h 113022"/>
                  <a:gd name="connsiteX11" fmla="*/ 72 w 112789"/>
                  <a:gd name="connsiteY11" fmla="*/ 59164 h 113022"/>
                  <a:gd name="connsiteX12" fmla="*/ 643 w 112789"/>
                  <a:gd name="connsiteY12" fmla="*/ 64784 h 113022"/>
                  <a:gd name="connsiteX13" fmla="*/ 1786 w 112789"/>
                  <a:gd name="connsiteY13" fmla="*/ 70404 h 113022"/>
                  <a:gd name="connsiteX14" fmla="*/ 3977 w 112789"/>
                  <a:gd name="connsiteY14" fmla="*/ 77166 h 113022"/>
                  <a:gd name="connsiteX15" fmla="*/ 4167 w 112789"/>
                  <a:gd name="connsiteY15" fmla="*/ 77738 h 113022"/>
                  <a:gd name="connsiteX16" fmla="*/ 70271 w 112789"/>
                  <a:gd name="connsiteY16" fmla="*/ 111266 h 113022"/>
                  <a:gd name="connsiteX17" fmla="*/ 112466 w 112789"/>
                  <a:gd name="connsiteY17" fmla="*/ 50592 h 113022"/>
                  <a:gd name="connsiteX18" fmla="*/ 112466 w 112789"/>
                  <a:gd name="connsiteY18" fmla="*/ 49734 h 113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2789" h="113022">
                    <a:moveTo>
                      <a:pt x="112466" y="49734"/>
                    </a:moveTo>
                    <a:cubicBezTo>
                      <a:pt x="112181" y="47353"/>
                      <a:pt x="111800" y="44972"/>
                      <a:pt x="111228" y="42591"/>
                    </a:cubicBezTo>
                    <a:cubicBezTo>
                      <a:pt x="103608" y="12396"/>
                      <a:pt x="72842" y="-5892"/>
                      <a:pt x="42648" y="1728"/>
                    </a:cubicBezTo>
                    <a:cubicBezTo>
                      <a:pt x="40743" y="2205"/>
                      <a:pt x="38933" y="2776"/>
                      <a:pt x="37124" y="3443"/>
                    </a:cubicBezTo>
                    <a:cubicBezTo>
                      <a:pt x="34361" y="4491"/>
                      <a:pt x="31790" y="5729"/>
                      <a:pt x="29218" y="7158"/>
                    </a:cubicBezTo>
                    <a:cubicBezTo>
                      <a:pt x="27980" y="7824"/>
                      <a:pt x="26741" y="8586"/>
                      <a:pt x="25503" y="9348"/>
                    </a:cubicBezTo>
                    <a:cubicBezTo>
                      <a:pt x="22931" y="11063"/>
                      <a:pt x="20455" y="12873"/>
                      <a:pt x="18169" y="14968"/>
                    </a:cubicBezTo>
                    <a:cubicBezTo>
                      <a:pt x="15502" y="17445"/>
                      <a:pt x="13121" y="20112"/>
                      <a:pt x="10930" y="23064"/>
                    </a:cubicBezTo>
                    <a:cubicBezTo>
                      <a:pt x="8834" y="26017"/>
                      <a:pt x="6930" y="29065"/>
                      <a:pt x="5405" y="32399"/>
                    </a:cubicBezTo>
                    <a:cubicBezTo>
                      <a:pt x="3119" y="37257"/>
                      <a:pt x="1500" y="42591"/>
                      <a:pt x="643" y="48020"/>
                    </a:cubicBezTo>
                    <a:cubicBezTo>
                      <a:pt x="357" y="49830"/>
                      <a:pt x="167" y="51639"/>
                      <a:pt x="72" y="53544"/>
                    </a:cubicBezTo>
                    <a:cubicBezTo>
                      <a:pt x="-24" y="55354"/>
                      <a:pt x="-24" y="57259"/>
                      <a:pt x="72" y="59164"/>
                    </a:cubicBezTo>
                    <a:cubicBezTo>
                      <a:pt x="167" y="61069"/>
                      <a:pt x="357" y="62879"/>
                      <a:pt x="643" y="64784"/>
                    </a:cubicBezTo>
                    <a:cubicBezTo>
                      <a:pt x="929" y="66689"/>
                      <a:pt x="1310" y="68594"/>
                      <a:pt x="1786" y="70404"/>
                    </a:cubicBezTo>
                    <a:cubicBezTo>
                      <a:pt x="2357" y="72690"/>
                      <a:pt x="3119" y="74976"/>
                      <a:pt x="3977" y="77166"/>
                    </a:cubicBezTo>
                    <a:cubicBezTo>
                      <a:pt x="4072" y="77357"/>
                      <a:pt x="4167" y="77547"/>
                      <a:pt x="4167" y="77738"/>
                    </a:cubicBezTo>
                    <a:cubicBezTo>
                      <a:pt x="14549" y="103551"/>
                      <a:pt x="42648" y="118314"/>
                      <a:pt x="70271" y="111266"/>
                    </a:cubicBezTo>
                    <a:cubicBezTo>
                      <a:pt x="97893" y="104313"/>
                      <a:pt x="115419" y="78024"/>
                      <a:pt x="112466" y="50592"/>
                    </a:cubicBezTo>
                    <a:cubicBezTo>
                      <a:pt x="112466" y="50210"/>
                      <a:pt x="112466" y="50020"/>
                      <a:pt x="112466" y="49734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55" name="Forme libre : forme 15154">
                <a:extLst>
                  <a:ext uri="{FF2B5EF4-FFF2-40B4-BE49-F238E27FC236}">
                    <a16:creationId xmlns:a16="http://schemas.microsoft.com/office/drawing/2014/main" id="{1FE9F473-24BC-43B7-AB36-3ACF2502402F}"/>
                  </a:ext>
                </a:extLst>
              </p:cNvPr>
              <p:cNvSpPr/>
              <p:nvPr/>
            </p:nvSpPr>
            <p:spPr>
              <a:xfrm>
                <a:off x="6984940" y="2293958"/>
                <a:ext cx="112732" cy="113070"/>
              </a:xfrm>
              <a:custGeom>
                <a:avLst/>
                <a:gdLst>
                  <a:gd name="connsiteX0" fmla="*/ 323 w 112732"/>
                  <a:gd name="connsiteY0" fmla="*/ 63383 h 113070"/>
                  <a:gd name="connsiteX1" fmla="*/ 1561 w 112732"/>
                  <a:gd name="connsiteY1" fmla="*/ 70527 h 113070"/>
                  <a:gd name="connsiteX2" fmla="*/ 3276 w 112732"/>
                  <a:gd name="connsiteY2" fmla="*/ 76052 h 113070"/>
                  <a:gd name="connsiteX3" fmla="*/ 58807 w 112732"/>
                  <a:gd name="connsiteY3" fmla="*/ 113009 h 113070"/>
                  <a:gd name="connsiteX4" fmla="*/ 70141 w 112732"/>
                  <a:gd name="connsiteY4" fmla="*/ 111294 h 113070"/>
                  <a:gd name="connsiteX5" fmla="*/ 75666 w 112732"/>
                  <a:gd name="connsiteY5" fmla="*/ 109580 h 113070"/>
                  <a:gd name="connsiteX6" fmla="*/ 94526 w 112732"/>
                  <a:gd name="connsiteY6" fmla="*/ 98054 h 113070"/>
                  <a:gd name="connsiteX7" fmla="*/ 101765 w 112732"/>
                  <a:gd name="connsiteY7" fmla="*/ 89958 h 113070"/>
                  <a:gd name="connsiteX8" fmla="*/ 107289 w 112732"/>
                  <a:gd name="connsiteY8" fmla="*/ 80624 h 113070"/>
                  <a:gd name="connsiteX9" fmla="*/ 111004 w 112732"/>
                  <a:gd name="connsiteY9" fmla="*/ 42619 h 113070"/>
                  <a:gd name="connsiteX10" fmla="*/ 108813 w 112732"/>
                  <a:gd name="connsiteY10" fmla="*/ 35856 h 113070"/>
                  <a:gd name="connsiteX11" fmla="*/ 108623 w 112732"/>
                  <a:gd name="connsiteY11" fmla="*/ 35285 h 113070"/>
                  <a:gd name="connsiteX12" fmla="*/ 42519 w 112732"/>
                  <a:gd name="connsiteY12" fmla="*/ 1757 h 113070"/>
                  <a:gd name="connsiteX13" fmla="*/ 323 w 112732"/>
                  <a:gd name="connsiteY13" fmla="*/ 62431 h 113070"/>
                  <a:gd name="connsiteX14" fmla="*/ 323 w 112732"/>
                  <a:gd name="connsiteY14" fmla="*/ 63383 h 11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732" h="113070">
                    <a:moveTo>
                      <a:pt x="323" y="63383"/>
                    </a:moveTo>
                    <a:cubicBezTo>
                      <a:pt x="609" y="65765"/>
                      <a:pt x="990" y="68146"/>
                      <a:pt x="1561" y="70527"/>
                    </a:cubicBezTo>
                    <a:cubicBezTo>
                      <a:pt x="2038" y="72432"/>
                      <a:pt x="2609" y="74242"/>
                      <a:pt x="3276" y="76052"/>
                    </a:cubicBezTo>
                    <a:cubicBezTo>
                      <a:pt x="11753" y="99388"/>
                      <a:pt x="34518" y="114152"/>
                      <a:pt x="58807" y="113009"/>
                    </a:cubicBezTo>
                    <a:cubicBezTo>
                      <a:pt x="62522" y="112818"/>
                      <a:pt x="66332" y="112247"/>
                      <a:pt x="70141" y="111294"/>
                    </a:cubicBezTo>
                    <a:cubicBezTo>
                      <a:pt x="72047" y="110818"/>
                      <a:pt x="73856" y="110246"/>
                      <a:pt x="75666" y="109580"/>
                    </a:cubicBezTo>
                    <a:cubicBezTo>
                      <a:pt x="82810" y="107008"/>
                      <a:pt x="89191" y="103007"/>
                      <a:pt x="94526" y="98054"/>
                    </a:cubicBezTo>
                    <a:cubicBezTo>
                      <a:pt x="97193" y="95578"/>
                      <a:pt x="99574" y="92911"/>
                      <a:pt x="101765" y="89958"/>
                    </a:cubicBezTo>
                    <a:cubicBezTo>
                      <a:pt x="103860" y="87005"/>
                      <a:pt x="105765" y="83957"/>
                      <a:pt x="107289" y="80624"/>
                    </a:cubicBezTo>
                    <a:cubicBezTo>
                      <a:pt x="112718" y="69194"/>
                      <a:pt x="114337" y="55859"/>
                      <a:pt x="111004" y="42619"/>
                    </a:cubicBezTo>
                    <a:cubicBezTo>
                      <a:pt x="110432" y="40333"/>
                      <a:pt x="109670" y="38047"/>
                      <a:pt x="108813" y="35856"/>
                    </a:cubicBezTo>
                    <a:cubicBezTo>
                      <a:pt x="108718" y="35666"/>
                      <a:pt x="108623" y="35475"/>
                      <a:pt x="108623" y="35285"/>
                    </a:cubicBezTo>
                    <a:cubicBezTo>
                      <a:pt x="98240" y="9472"/>
                      <a:pt x="70141" y="-5292"/>
                      <a:pt x="42519" y="1757"/>
                    </a:cubicBezTo>
                    <a:cubicBezTo>
                      <a:pt x="14897" y="8710"/>
                      <a:pt x="-2630" y="34999"/>
                      <a:pt x="323" y="62431"/>
                    </a:cubicBezTo>
                    <a:cubicBezTo>
                      <a:pt x="228" y="62812"/>
                      <a:pt x="228" y="63098"/>
                      <a:pt x="323" y="6338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56" name="Forme libre : forme 15155">
                <a:extLst>
                  <a:ext uri="{FF2B5EF4-FFF2-40B4-BE49-F238E27FC236}">
                    <a16:creationId xmlns:a16="http://schemas.microsoft.com/office/drawing/2014/main" id="{FA992B86-58B5-4AC8-B912-E6EE394817C6}"/>
                  </a:ext>
                </a:extLst>
              </p:cNvPr>
              <p:cNvSpPr/>
              <p:nvPr/>
            </p:nvSpPr>
            <p:spPr>
              <a:xfrm>
                <a:off x="7107336" y="2188802"/>
                <a:ext cx="112789" cy="113022"/>
              </a:xfrm>
              <a:custGeom>
                <a:avLst/>
                <a:gdLst>
                  <a:gd name="connsiteX0" fmla="*/ 323 w 112789"/>
                  <a:gd name="connsiteY0" fmla="*/ 63288 h 113022"/>
                  <a:gd name="connsiteX1" fmla="*/ 1562 w 112789"/>
                  <a:gd name="connsiteY1" fmla="*/ 70432 h 113022"/>
                  <a:gd name="connsiteX2" fmla="*/ 70142 w 112789"/>
                  <a:gd name="connsiteY2" fmla="*/ 111294 h 113022"/>
                  <a:gd name="connsiteX3" fmla="*/ 75666 w 112789"/>
                  <a:gd name="connsiteY3" fmla="*/ 109580 h 113022"/>
                  <a:gd name="connsiteX4" fmla="*/ 83572 w 112789"/>
                  <a:gd name="connsiteY4" fmla="*/ 105865 h 113022"/>
                  <a:gd name="connsiteX5" fmla="*/ 87287 w 112789"/>
                  <a:gd name="connsiteY5" fmla="*/ 103674 h 113022"/>
                  <a:gd name="connsiteX6" fmla="*/ 94621 w 112789"/>
                  <a:gd name="connsiteY6" fmla="*/ 98054 h 113022"/>
                  <a:gd name="connsiteX7" fmla="*/ 101860 w 112789"/>
                  <a:gd name="connsiteY7" fmla="*/ 89958 h 113022"/>
                  <a:gd name="connsiteX8" fmla="*/ 107384 w 112789"/>
                  <a:gd name="connsiteY8" fmla="*/ 80624 h 113022"/>
                  <a:gd name="connsiteX9" fmla="*/ 112147 w 112789"/>
                  <a:gd name="connsiteY9" fmla="*/ 65003 h 113022"/>
                  <a:gd name="connsiteX10" fmla="*/ 112718 w 112789"/>
                  <a:gd name="connsiteY10" fmla="*/ 59478 h 113022"/>
                  <a:gd name="connsiteX11" fmla="*/ 112718 w 112789"/>
                  <a:gd name="connsiteY11" fmla="*/ 53858 h 113022"/>
                  <a:gd name="connsiteX12" fmla="*/ 112147 w 112789"/>
                  <a:gd name="connsiteY12" fmla="*/ 48239 h 113022"/>
                  <a:gd name="connsiteX13" fmla="*/ 111004 w 112789"/>
                  <a:gd name="connsiteY13" fmla="*/ 42619 h 113022"/>
                  <a:gd name="connsiteX14" fmla="*/ 108813 w 112789"/>
                  <a:gd name="connsiteY14" fmla="*/ 35856 h 113022"/>
                  <a:gd name="connsiteX15" fmla="*/ 108623 w 112789"/>
                  <a:gd name="connsiteY15" fmla="*/ 35285 h 113022"/>
                  <a:gd name="connsiteX16" fmla="*/ 42519 w 112789"/>
                  <a:gd name="connsiteY16" fmla="*/ 1757 h 113022"/>
                  <a:gd name="connsiteX17" fmla="*/ 323 w 112789"/>
                  <a:gd name="connsiteY17" fmla="*/ 62431 h 113022"/>
                  <a:gd name="connsiteX18" fmla="*/ 323 w 112789"/>
                  <a:gd name="connsiteY18" fmla="*/ 63288 h 113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2789" h="113022">
                    <a:moveTo>
                      <a:pt x="323" y="63288"/>
                    </a:moveTo>
                    <a:cubicBezTo>
                      <a:pt x="609" y="65669"/>
                      <a:pt x="990" y="68051"/>
                      <a:pt x="1562" y="70432"/>
                    </a:cubicBezTo>
                    <a:cubicBezTo>
                      <a:pt x="9182" y="100626"/>
                      <a:pt x="39947" y="118914"/>
                      <a:pt x="70142" y="111294"/>
                    </a:cubicBezTo>
                    <a:cubicBezTo>
                      <a:pt x="72047" y="110818"/>
                      <a:pt x="73856" y="110246"/>
                      <a:pt x="75666" y="109580"/>
                    </a:cubicBezTo>
                    <a:cubicBezTo>
                      <a:pt x="78428" y="108532"/>
                      <a:pt x="81000" y="107294"/>
                      <a:pt x="83572" y="105865"/>
                    </a:cubicBezTo>
                    <a:cubicBezTo>
                      <a:pt x="84810" y="105198"/>
                      <a:pt x="86048" y="104436"/>
                      <a:pt x="87287" y="103674"/>
                    </a:cubicBezTo>
                    <a:cubicBezTo>
                      <a:pt x="89858" y="101960"/>
                      <a:pt x="92335" y="100150"/>
                      <a:pt x="94621" y="98054"/>
                    </a:cubicBezTo>
                    <a:cubicBezTo>
                      <a:pt x="97288" y="95578"/>
                      <a:pt x="99669" y="92911"/>
                      <a:pt x="101860" y="89958"/>
                    </a:cubicBezTo>
                    <a:cubicBezTo>
                      <a:pt x="103955" y="87005"/>
                      <a:pt x="105860" y="83957"/>
                      <a:pt x="107384" y="80624"/>
                    </a:cubicBezTo>
                    <a:cubicBezTo>
                      <a:pt x="109670" y="75766"/>
                      <a:pt x="111290" y="70432"/>
                      <a:pt x="112147" y="65003"/>
                    </a:cubicBezTo>
                    <a:cubicBezTo>
                      <a:pt x="112433" y="63193"/>
                      <a:pt x="112623" y="61383"/>
                      <a:pt x="112718" y="59478"/>
                    </a:cubicBezTo>
                    <a:cubicBezTo>
                      <a:pt x="112814" y="57668"/>
                      <a:pt x="112814" y="55763"/>
                      <a:pt x="112718" y="53858"/>
                    </a:cubicBezTo>
                    <a:cubicBezTo>
                      <a:pt x="112623" y="51953"/>
                      <a:pt x="112433" y="50144"/>
                      <a:pt x="112147" y="48239"/>
                    </a:cubicBezTo>
                    <a:cubicBezTo>
                      <a:pt x="111861" y="46334"/>
                      <a:pt x="111480" y="44429"/>
                      <a:pt x="111004" y="42619"/>
                    </a:cubicBezTo>
                    <a:cubicBezTo>
                      <a:pt x="110432" y="40333"/>
                      <a:pt x="109670" y="38047"/>
                      <a:pt x="108813" y="35856"/>
                    </a:cubicBezTo>
                    <a:cubicBezTo>
                      <a:pt x="108718" y="35666"/>
                      <a:pt x="108623" y="35475"/>
                      <a:pt x="108623" y="35285"/>
                    </a:cubicBezTo>
                    <a:cubicBezTo>
                      <a:pt x="98240" y="9472"/>
                      <a:pt x="70142" y="-5292"/>
                      <a:pt x="42519" y="1757"/>
                    </a:cubicBezTo>
                    <a:cubicBezTo>
                      <a:pt x="14897" y="8710"/>
                      <a:pt x="-2629" y="34999"/>
                      <a:pt x="323" y="62431"/>
                    </a:cubicBezTo>
                    <a:cubicBezTo>
                      <a:pt x="323" y="62812"/>
                      <a:pt x="323" y="63098"/>
                      <a:pt x="323" y="6328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57" name="Forme libre : forme 15156">
                <a:extLst>
                  <a:ext uri="{FF2B5EF4-FFF2-40B4-BE49-F238E27FC236}">
                    <a16:creationId xmlns:a16="http://schemas.microsoft.com/office/drawing/2014/main" id="{CBFCCA02-326A-43A3-9B9F-0317CA5CCD47}"/>
                  </a:ext>
                </a:extLst>
              </p:cNvPr>
              <p:cNvSpPr/>
              <p:nvPr/>
            </p:nvSpPr>
            <p:spPr>
              <a:xfrm>
                <a:off x="9341443" y="3792810"/>
                <a:ext cx="112693" cy="112644"/>
              </a:xfrm>
              <a:custGeom>
                <a:avLst/>
                <a:gdLst>
                  <a:gd name="connsiteX0" fmla="*/ 105366 w 112693"/>
                  <a:gd name="connsiteY0" fmla="*/ 28619 h 112644"/>
                  <a:gd name="connsiteX1" fmla="*/ 103271 w 112693"/>
                  <a:gd name="connsiteY1" fmla="*/ 25189 h 112644"/>
                  <a:gd name="connsiteX2" fmla="*/ 97365 w 112693"/>
                  <a:gd name="connsiteY2" fmla="*/ 17570 h 112644"/>
                  <a:gd name="connsiteX3" fmla="*/ 17546 w 112693"/>
                  <a:gd name="connsiteY3" fmla="*/ 15474 h 112644"/>
                  <a:gd name="connsiteX4" fmla="*/ 10116 w 112693"/>
                  <a:gd name="connsiteY4" fmla="*/ 24142 h 112644"/>
                  <a:gd name="connsiteX5" fmla="*/ 19 w 112693"/>
                  <a:gd name="connsiteY5" fmla="*/ 54907 h 112644"/>
                  <a:gd name="connsiteX6" fmla="*/ 8497 w 112693"/>
                  <a:gd name="connsiteY6" fmla="*/ 86245 h 112644"/>
                  <a:gd name="connsiteX7" fmla="*/ 15450 w 112693"/>
                  <a:gd name="connsiteY7" fmla="*/ 95294 h 112644"/>
                  <a:gd name="connsiteX8" fmla="*/ 22689 w 112693"/>
                  <a:gd name="connsiteY8" fmla="*/ 101485 h 112644"/>
                  <a:gd name="connsiteX9" fmla="*/ 25928 w 112693"/>
                  <a:gd name="connsiteY9" fmla="*/ 103771 h 112644"/>
                  <a:gd name="connsiteX10" fmla="*/ 29357 w 112693"/>
                  <a:gd name="connsiteY10" fmla="*/ 105676 h 112644"/>
                  <a:gd name="connsiteX11" fmla="*/ 39453 w 112693"/>
                  <a:gd name="connsiteY11" fmla="*/ 109962 h 112644"/>
                  <a:gd name="connsiteX12" fmla="*/ 39453 w 112693"/>
                  <a:gd name="connsiteY12" fmla="*/ 109962 h 112644"/>
                  <a:gd name="connsiteX13" fmla="*/ 39453 w 112693"/>
                  <a:gd name="connsiteY13" fmla="*/ 109962 h 112644"/>
                  <a:gd name="connsiteX14" fmla="*/ 95269 w 112693"/>
                  <a:gd name="connsiteY14" fmla="*/ 97294 h 112644"/>
                  <a:gd name="connsiteX15" fmla="*/ 107176 w 112693"/>
                  <a:gd name="connsiteY15" fmla="*/ 32333 h 112644"/>
                  <a:gd name="connsiteX16" fmla="*/ 105366 w 112693"/>
                  <a:gd name="connsiteY16" fmla="*/ 28619 h 112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2693" h="112644">
                    <a:moveTo>
                      <a:pt x="105366" y="28619"/>
                    </a:moveTo>
                    <a:cubicBezTo>
                      <a:pt x="104699" y="27475"/>
                      <a:pt x="104033" y="26332"/>
                      <a:pt x="103271" y="25189"/>
                    </a:cubicBezTo>
                    <a:cubicBezTo>
                      <a:pt x="101556" y="22522"/>
                      <a:pt x="99651" y="19951"/>
                      <a:pt x="97365" y="17570"/>
                    </a:cubicBezTo>
                    <a:cubicBezTo>
                      <a:pt x="75934" y="-5005"/>
                      <a:pt x="40215" y="-5957"/>
                      <a:pt x="17546" y="15474"/>
                    </a:cubicBezTo>
                    <a:cubicBezTo>
                      <a:pt x="14688" y="18141"/>
                      <a:pt x="12211" y="21094"/>
                      <a:pt x="10116" y="24142"/>
                    </a:cubicBezTo>
                    <a:cubicBezTo>
                      <a:pt x="3639" y="33381"/>
                      <a:pt x="305" y="44144"/>
                      <a:pt x="19" y="54907"/>
                    </a:cubicBezTo>
                    <a:cubicBezTo>
                      <a:pt x="-266" y="65766"/>
                      <a:pt x="2591" y="76624"/>
                      <a:pt x="8497" y="86245"/>
                    </a:cubicBezTo>
                    <a:cubicBezTo>
                      <a:pt x="10497" y="89388"/>
                      <a:pt x="12783" y="92436"/>
                      <a:pt x="15450" y="95294"/>
                    </a:cubicBezTo>
                    <a:cubicBezTo>
                      <a:pt x="17641" y="97675"/>
                      <a:pt x="20117" y="99675"/>
                      <a:pt x="22689" y="101485"/>
                    </a:cubicBezTo>
                    <a:cubicBezTo>
                      <a:pt x="23737" y="102247"/>
                      <a:pt x="24785" y="103009"/>
                      <a:pt x="25928" y="103771"/>
                    </a:cubicBezTo>
                    <a:cubicBezTo>
                      <a:pt x="27071" y="104438"/>
                      <a:pt x="28214" y="105104"/>
                      <a:pt x="29357" y="105676"/>
                    </a:cubicBezTo>
                    <a:cubicBezTo>
                      <a:pt x="32595" y="107486"/>
                      <a:pt x="35929" y="108914"/>
                      <a:pt x="39453" y="109962"/>
                    </a:cubicBezTo>
                    <a:cubicBezTo>
                      <a:pt x="39453" y="109962"/>
                      <a:pt x="39453" y="109962"/>
                      <a:pt x="39453" y="109962"/>
                    </a:cubicBezTo>
                    <a:lnTo>
                      <a:pt x="39453" y="109962"/>
                    </a:lnTo>
                    <a:cubicBezTo>
                      <a:pt x="58408" y="115963"/>
                      <a:pt x="79839" y="111962"/>
                      <a:pt x="95269" y="97294"/>
                    </a:cubicBezTo>
                    <a:cubicBezTo>
                      <a:pt x="113462" y="80054"/>
                      <a:pt x="117368" y="53764"/>
                      <a:pt x="107176" y="32333"/>
                    </a:cubicBezTo>
                    <a:cubicBezTo>
                      <a:pt x="106604" y="31095"/>
                      <a:pt x="106033" y="29857"/>
                      <a:pt x="105366" y="2861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58" name="Forme libre : forme 15157">
                <a:extLst>
                  <a:ext uri="{FF2B5EF4-FFF2-40B4-BE49-F238E27FC236}">
                    <a16:creationId xmlns:a16="http://schemas.microsoft.com/office/drawing/2014/main" id="{EBEB21CF-C175-432B-B76B-2642D7D04359}"/>
                  </a:ext>
                </a:extLst>
              </p:cNvPr>
              <p:cNvSpPr/>
              <p:nvPr/>
            </p:nvSpPr>
            <p:spPr>
              <a:xfrm>
                <a:off x="9286027" y="3944416"/>
                <a:ext cx="112658" cy="112486"/>
              </a:xfrm>
              <a:custGeom>
                <a:avLst/>
                <a:gdLst>
                  <a:gd name="connsiteX0" fmla="*/ 111062 w 112658"/>
                  <a:gd name="connsiteY0" fmla="*/ 43224 h 112486"/>
                  <a:gd name="connsiteX1" fmla="*/ 111062 w 112658"/>
                  <a:gd name="connsiteY1" fmla="*/ 43224 h 112486"/>
                  <a:gd name="connsiteX2" fmla="*/ 107251 w 112658"/>
                  <a:gd name="connsiteY2" fmla="*/ 32460 h 112486"/>
                  <a:gd name="connsiteX3" fmla="*/ 105346 w 112658"/>
                  <a:gd name="connsiteY3" fmla="*/ 28650 h 112486"/>
                  <a:gd name="connsiteX4" fmla="*/ 103251 w 112658"/>
                  <a:gd name="connsiteY4" fmla="*/ 25222 h 112486"/>
                  <a:gd name="connsiteX5" fmla="*/ 97346 w 112658"/>
                  <a:gd name="connsiteY5" fmla="*/ 17601 h 112486"/>
                  <a:gd name="connsiteX6" fmla="*/ 26575 w 112658"/>
                  <a:gd name="connsiteY6" fmla="*/ 8458 h 112486"/>
                  <a:gd name="connsiteX7" fmla="*/ 17526 w 112658"/>
                  <a:gd name="connsiteY7" fmla="*/ 15411 h 112486"/>
                  <a:gd name="connsiteX8" fmla="*/ 10096 w 112658"/>
                  <a:gd name="connsiteY8" fmla="*/ 24079 h 112486"/>
                  <a:gd name="connsiteX9" fmla="*/ 0 w 112658"/>
                  <a:gd name="connsiteY9" fmla="*/ 54844 h 112486"/>
                  <a:gd name="connsiteX10" fmla="*/ 95 w 112658"/>
                  <a:gd name="connsiteY10" fmla="*/ 55511 h 112486"/>
                  <a:gd name="connsiteX11" fmla="*/ 8477 w 112658"/>
                  <a:gd name="connsiteY11" fmla="*/ 86086 h 112486"/>
                  <a:gd name="connsiteX12" fmla="*/ 15430 w 112658"/>
                  <a:gd name="connsiteY12" fmla="*/ 95135 h 112486"/>
                  <a:gd name="connsiteX13" fmla="*/ 22670 w 112658"/>
                  <a:gd name="connsiteY13" fmla="*/ 101326 h 112486"/>
                  <a:gd name="connsiteX14" fmla="*/ 25908 w 112658"/>
                  <a:gd name="connsiteY14" fmla="*/ 103612 h 112486"/>
                  <a:gd name="connsiteX15" fmla="*/ 29337 w 112658"/>
                  <a:gd name="connsiteY15" fmla="*/ 105517 h 112486"/>
                  <a:gd name="connsiteX16" fmla="*/ 39433 w 112658"/>
                  <a:gd name="connsiteY16" fmla="*/ 109804 h 112486"/>
                  <a:gd name="connsiteX17" fmla="*/ 39433 w 112658"/>
                  <a:gd name="connsiteY17" fmla="*/ 109804 h 112486"/>
                  <a:gd name="connsiteX18" fmla="*/ 39433 w 112658"/>
                  <a:gd name="connsiteY18" fmla="*/ 109804 h 112486"/>
                  <a:gd name="connsiteX19" fmla="*/ 95250 w 112658"/>
                  <a:gd name="connsiteY19" fmla="*/ 97135 h 112486"/>
                  <a:gd name="connsiteX20" fmla="*/ 111062 w 112658"/>
                  <a:gd name="connsiteY20" fmla="*/ 43224 h 112486"/>
                  <a:gd name="connsiteX21" fmla="*/ 111062 w 112658"/>
                  <a:gd name="connsiteY21" fmla="*/ 43224 h 11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2658" h="112486">
                    <a:moveTo>
                      <a:pt x="111062" y="43224"/>
                    </a:moveTo>
                    <a:cubicBezTo>
                      <a:pt x="111062" y="43224"/>
                      <a:pt x="111062" y="43224"/>
                      <a:pt x="111062" y="43224"/>
                    </a:cubicBezTo>
                    <a:cubicBezTo>
                      <a:pt x="110204" y="39509"/>
                      <a:pt x="108871" y="35890"/>
                      <a:pt x="107251" y="32460"/>
                    </a:cubicBezTo>
                    <a:cubicBezTo>
                      <a:pt x="106680" y="31127"/>
                      <a:pt x="106108" y="29889"/>
                      <a:pt x="105346" y="28650"/>
                    </a:cubicBezTo>
                    <a:cubicBezTo>
                      <a:pt x="104680" y="27508"/>
                      <a:pt x="104013" y="26365"/>
                      <a:pt x="103251" y="25222"/>
                    </a:cubicBezTo>
                    <a:cubicBezTo>
                      <a:pt x="101537" y="22555"/>
                      <a:pt x="99631" y="19983"/>
                      <a:pt x="97346" y="17601"/>
                    </a:cubicBezTo>
                    <a:cubicBezTo>
                      <a:pt x="78581" y="-2210"/>
                      <a:pt x="48863" y="-5354"/>
                      <a:pt x="26575" y="8458"/>
                    </a:cubicBezTo>
                    <a:cubicBezTo>
                      <a:pt x="23431" y="10458"/>
                      <a:pt x="20383" y="12744"/>
                      <a:pt x="17526" y="15411"/>
                    </a:cubicBezTo>
                    <a:cubicBezTo>
                      <a:pt x="14668" y="18078"/>
                      <a:pt x="12192" y="21031"/>
                      <a:pt x="10096" y="24079"/>
                    </a:cubicBezTo>
                    <a:cubicBezTo>
                      <a:pt x="3620" y="33318"/>
                      <a:pt x="286" y="44081"/>
                      <a:pt x="0" y="54844"/>
                    </a:cubicBezTo>
                    <a:cubicBezTo>
                      <a:pt x="0" y="55035"/>
                      <a:pt x="95" y="55321"/>
                      <a:pt x="95" y="55511"/>
                    </a:cubicBezTo>
                    <a:cubicBezTo>
                      <a:pt x="-95" y="66084"/>
                      <a:pt x="2667" y="76752"/>
                      <a:pt x="8477" y="86086"/>
                    </a:cubicBezTo>
                    <a:cubicBezTo>
                      <a:pt x="10477" y="89230"/>
                      <a:pt x="12763" y="92277"/>
                      <a:pt x="15430" y="95135"/>
                    </a:cubicBezTo>
                    <a:cubicBezTo>
                      <a:pt x="17621" y="97516"/>
                      <a:pt x="20098" y="99516"/>
                      <a:pt x="22670" y="101326"/>
                    </a:cubicBezTo>
                    <a:cubicBezTo>
                      <a:pt x="23717" y="102088"/>
                      <a:pt x="24860" y="102850"/>
                      <a:pt x="25908" y="103612"/>
                    </a:cubicBezTo>
                    <a:cubicBezTo>
                      <a:pt x="27051" y="104279"/>
                      <a:pt x="28194" y="104946"/>
                      <a:pt x="29337" y="105517"/>
                    </a:cubicBezTo>
                    <a:cubicBezTo>
                      <a:pt x="32575" y="107327"/>
                      <a:pt x="35909" y="108756"/>
                      <a:pt x="39433" y="109804"/>
                    </a:cubicBezTo>
                    <a:cubicBezTo>
                      <a:pt x="39433" y="109804"/>
                      <a:pt x="39433" y="109804"/>
                      <a:pt x="39433" y="109804"/>
                    </a:cubicBezTo>
                    <a:lnTo>
                      <a:pt x="39433" y="109804"/>
                    </a:lnTo>
                    <a:cubicBezTo>
                      <a:pt x="58388" y="115804"/>
                      <a:pt x="79820" y="111804"/>
                      <a:pt x="95250" y="97135"/>
                    </a:cubicBezTo>
                    <a:cubicBezTo>
                      <a:pt x="110395" y="82943"/>
                      <a:pt x="115633" y="62179"/>
                      <a:pt x="111062" y="43224"/>
                    </a:cubicBezTo>
                    <a:lnTo>
                      <a:pt x="111062" y="43224"/>
                    </a:ln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59" name="Forme libre : forme 15158">
                <a:extLst>
                  <a:ext uri="{FF2B5EF4-FFF2-40B4-BE49-F238E27FC236}">
                    <a16:creationId xmlns:a16="http://schemas.microsoft.com/office/drawing/2014/main" id="{255D0650-C47A-457E-90C6-32C7D5B57B82}"/>
                  </a:ext>
                </a:extLst>
              </p:cNvPr>
              <p:cNvSpPr/>
              <p:nvPr/>
            </p:nvSpPr>
            <p:spPr>
              <a:xfrm>
                <a:off x="6602556" y="2901298"/>
                <a:ext cx="112786" cy="112549"/>
              </a:xfrm>
              <a:custGeom>
                <a:avLst/>
                <a:gdLst>
                  <a:gd name="connsiteX0" fmla="*/ 7422 w 112786"/>
                  <a:gd name="connsiteY0" fmla="*/ 83931 h 112549"/>
                  <a:gd name="connsiteX1" fmla="*/ 9518 w 112786"/>
                  <a:gd name="connsiteY1" fmla="*/ 87360 h 112549"/>
                  <a:gd name="connsiteX2" fmla="*/ 15423 w 112786"/>
                  <a:gd name="connsiteY2" fmla="*/ 94980 h 112549"/>
                  <a:gd name="connsiteX3" fmla="*/ 95243 w 112786"/>
                  <a:gd name="connsiteY3" fmla="*/ 97075 h 112549"/>
                  <a:gd name="connsiteX4" fmla="*/ 102672 w 112786"/>
                  <a:gd name="connsiteY4" fmla="*/ 88408 h 112549"/>
                  <a:gd name="connsiteX5" fmla="*/ 112769 w 112786"/>
                  <a:gd name="connsiteY5" fmla="*/ 57642 h 112549"/>
                  <a:gd name="connsiteX6" fmla="*/ 112007 w 112786"/>
                  <a:gd name="connsiteY6" fmla="*/ 46879 h 112549"/>
                  <a:gd name="connsiteX7" fmla="*/ 97243 w 112786"/>
                  <a:gd name="connsiteY7" fmla="*/ 17351 h 112549"/>
                  <a:gd name="connsiteX8" fmla="*/ 90004 w 112786"/>
                  <a:gd name="connsiteY8" fmla="*/ 11160 h 112549"/>
                  <a:gd name="connsiteX9" fmla="*/ 86766 w 112786"/>
                  <a:gd name="connsiteY9" fmla="*/ 8874 h 112549"/>
                  <a:gd name="connsiteX10" fmla="*/ 83337 w 112786"/>
                  <a:gd name="connsiteY10" fmla="*/ 6969 h 112549"/>
                  <a:gd name="connsiteX11" fmla="*/ 73240 w 112786"/>
                  <a:gd name="connsiteY11" fmla="*/ 2683 h 112549"/>
                  <a:gd name="connsiteX12" fmla="*/ 73240 w 112786"/>
                  <a:gd name="connsiteY12" fmla="*/ 2683 h 112549"/>
                  <a:gd name="connsiteX13" fmla="*/ 73240 w 112786"/>
                  <a:gd name="connsiteY13" fmla="*/ 2683 h 112549"/>
                  <a:gd name="connsiteX14" fmla="*/ 17424 w 112786"/>
                  <a:gd name="connsiteY14" fmla="*/ 15351 h 112549"/>
                  <a:gd name="connsiteX15" fmla="*/ 5517 w 112786"/>
                  <a:gd name="connsiteY15" fmla="*/ 80311 h 112549"/>
                  <a:gd name="connsiteX16" fmla="*/ 7422 w 112786"/>
                  <a:gd name="connsiteY16" fmla="*/ 83931 h 112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2786" h="112549">
                    <a:moveTo>
                      <a:pt x="7422" y="83931"/>
                    </a:moveTo>
                    <a:cubicBezTo>
                      <a:pt x="8089" y="85074"/>
                      <a:pt x="8756" y="86217"/>
                      <a:pt x="9518" y="87360"/>
                    </a:cubicBezTo>
                    <a:cubicBezTo>
                      <a:pt x="11232" y="90027"/>
                      <a:pt x="13137" y="92599"/>
                      <a:pt x="15423" y="94980"/>
                    </a:cubicBezTo>
                    <a:cubicBezTo>
                      <a:pt x="36855" y="117554"/>
                      <a:pt x="72573" y="118507"/>
                      <a:pt x="95243" y="97075"/>
                    </a:cubicBezTo>
                    <a:cubicBezTo>
                      <a:pt x="98100" y="94408"/>
                      <a:pt x="100577" y="91456"/>
                      <a:pt x="102672" y="88408"/>
                    </a:cubicBezTo>
                    <a:cubicBezTo>
                      <a:pt x="109149" y="79168"/>
                      <a:pt x="112483" y="68405"/>
                      <a:pt x="112769" y="57642"/>
                    </a:cubicBezTo>
                    <a:cubicBezTo>
                      <a:pt x="112864" y="54022"/>
                      <a:pt x="112578" y="50403"/>
                      <a:pt x="112007" y="46879"/>
                    </a:cubicBezTo>
                    <a:cubicBezTo>
                      <a:pt x="110197" y="36115"/>
                      <a:pt x="105339" y="25828"/>
                      <a:pt x="97243" y="17351"/>
                    </a:cubicBezTo>
                    <a:cubicBezTo>
                      <a:pt x="95052" y="14970"/>
                      <a:pt x="92576" y="12970"/>
                      <a:pt x="90004" y="11160"/>
                    </a:cubicBezTo>
                    <a:cubicBezTo>
                      <a:pt x="88956" y="10398"/>
                      <a:pt x="87813" y="9636"/>
                      <a:pt x="86766" y="8874"/>
                    </a:cubicBezTo>
                    <a:cubicBezTo>
                      <a:pt x="85623" y="8207"/>
                      <a:pt x="84480" y="7540"/>
                      <a:pt x="83337" y="6969"/>
                    </a:cubicBezTo>
                    <a:cubicBezTo>
                      <a:pt x="80098" y="5159"/>
                      <a:pt x="76764" y="3730"/>
                      <a:pt x="73240" y="2683"/>
                    </a:cubicBezTo>
                    <a:cubicBezTo>
                      <a:pt x="73240" y="2683"/>
                      <a:pt x="73240" y="2683"/>
                      <a:pt x="73240" y="2683"/>
                    </a:cubicBezTo>
                    <a:lnTo>
                      <a:pt x="73240" y="2683"/>
                    </a:lnTo>
                    <a:cubicBezTo>
                      <a:pt x="54285" y="-3318"/>
                      <a:pt x="32854" y="682"/>
                      <a:pt x="17424" y="15351"/>
                    </a:cubicBezTo>
                    <a:cubicBezTo>
                      <a:pt x="-769" y="32591"/>
                      <a:pt x="-4674" y="58880"/>
                      <a:pt x="5517" y="80311"/>
                    </a:cubicBezTo>
                    <a:cubicBezTo>
                      <a:pt x="6089" y="81454"/>
                      <a:pt x="6756" y="82693"/>
                      <a:pt x="7422" y="83931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60" name="Forme libre : forme 15159">
                <a:extLst>
                  <a:ext uri="{FF2B5EF4-FFF2-40B4-BE49-F238E27FC236}">
                    <a16:creationId xmlns:a16="http://schemas.microsoft.com/office/drawing/2014/main" id="{D194F2F3-0299-4B8D-82E1-88B7A5DE7F07}"/>
                  </a:ext>
                </a:extLst>
              </p:cNvPr>
              <p:cNvSpPr/>
              <p:nvPr/>
            </p:nvSpPr>
            <p:spPr>
              <a:xfrm>
                <a:off x="6657992" y="2749660"/>
                <a:ext cx="112732" cy="112610"/>
              </a:xfrm>
              <a:custGeom>
                <a:avLst/>
                <a:gdLst>
                  <a:gd name="connsiteX0" fmla="*/ 112007 w 112732"/>
                  <a:gd name="connsiteY0" fmla="*/ 46879 h 112610"/>
                  <a:gd name="connsiteX1" fmla="*/ 97243 w 112732"/>
                  <a:gd name="connsiteY1" fmla="*/ 17351 h 112610"/>
                  <a:gd name="connsiteX2" fmla="*/ 90004 w 112732"/>
                  <a:gd name="connsiteY2" fmla="*/ 11160 h 112610"/>
                  <a:gd name="connsiteX3" fmla="*/ 86766 w 112732"/>
                  <a:gd name="connsiteY3" fmla="*/ 8874 h 112610"/>
                  <a:gd name="connsiteX4" fmla="*/ 83337 w 112732"/>
                  <a:gd name="connsiteY4" fmla="*/ 6969 h 112610"/>
                  <a:gd name="connsiteX5" fmla="*/ 73240 w 112732"/>
                  <a:gd name="connsiteY5" fmla="*/ 2683 h 112610"/>
                  <a:gd name="connsiteX6" fmla="*/ 73240 w 112732"/>
                  <a:gd name="connsiteY6" fmla="*/ 2683 h 112610"/>
                  <a:gd name="connsiteX7" fmla="*/ 73240 w 112732"/>
                  <a:gd name="connsiteY7" fmla="*/ 2683 h 112610"/>
                  <a:gd name="connsiteX8" fmla="*/ 17423 w 112732"/>
                  <a:gd name="connsiteY8" fmla="*/ 15351 h 112610"/>
                  <a:gd name="connsiteX9" fmla="*/ 5517 w 112732"/>
                  <a:gd name="connsiteY9" fmla="*/ 80311 h 112610"/>
                  <a:gd name="connsiteX10" fmla="*/ 7422 w 112732"/>
                  <a:gd name="connsiteY10" fmla="*/ 84121 h 112610"/>
                  <a:gd name="connsiteX11" fmla="*/ 9518 w 112732"/>
                  <a:gd name="connsiteY11" fmla="*/ 87550 h 112610"/>
                  <a:gd name="connsiteX12" fmla="*/ 15423 w 112732"/>
                  <a:gd name="connsiteY12" fmla="*/ 95170 h 112610"/>
                  <a:gd name="connsiteX13" fmla="*/ 82860 w 112732"/>
                  <a:gd name="connsiteY13" fmla="*/ 105934 h 112610"/>
                  <a:gd name="connsiteX14" fmla="*/ 95148 w 112732"/>
                  <a:gd name="connsiteY14" fmla="*/ 97361 h 112610"/>
                  <a:gd name="connsiteX15" fmla="*/ 102577 w 112732"/>
                  <a:gd name="connsiteY15" fmla="*/ 88693 h 112610"/>
                  <a:gd name="connsiteX16" fmla="*/ 112673 w 112732"/>
                  <a:gd name="connsiteY16" fmla="*/ 57928 h 112610"/>
                  <a:gd name="connsiteX17" fmla="*/ 112007 w 112732"/>
                  <a:gd name="connsiteY17" fmla="*/ 46879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2732" h="112610">
                    <a:moveTo>
                      <a:pt x="112007" y="46879"/>
                    </a:moveTo>
                    <a:cubicBezTo>
                      <a:pt x="110197" y="36115"/>
                      <a:pt x="105339" y="25828"/>
                      <a:pt x="97243" y="17351"/>
                    </a:cubicBezTo>
                    <a:cubicBezTo>
                      <a:pt x="95052" y="14970"/>
                      <a:pt x="92576" y="12970"/>
                      <a:pt x="90004" y="11160"/>
                    </a:cubicBezTo>
                    <a:cubicBezTo>
                      <a:pt x="88956" y="10398"/>
                      <a:pt x="87909" y="9636"/>
                      <a:pt x="86766" y="8874"/>
                    </a:cubicBezTo>
                    <a:cubicBezTo>
                      <a:pt x="85623" y="8207"/>
                      <a:pt x="84480" y="7540"/>
                      <a:pt x="83337" y="6969"/>
                    </a:cubicBezTo>
                    <a:cubicBezTo>
                      <a:pt x="80098" y="5159"/>
                      <a:pt x="76764" y="3730"/>
                      <a:pt x="73240" y="2683"/>
                    </a:cubicBezTo>
                    <a:cubicBezTo>
                      <a:pt x="73240" y="2683"/>
                      <a:pt x="73240" y="2683"/>
                      <a:pt x="73240" y="2683"/>
                    </a:cubicBezTo>
                    <a:lnTo>
                      <a:pt x="73240" y="2683"/>
                    </a:lnTo>
                    <a:cubicBezTo>
                      <a:pt x="54285" y="-3318"/>
                      <a:pt x="32854" y="682"/>
                      <a:pt x="17423" y="15351"/>
                    </a:cubicBezTo>
                    <a:cubicBezTo>
                      <a:pt x="-769" y="32591"/>
                      <a:pt x="-4674" y="58880"/>
                      <a:pt x="5517" y="80311"/>
                    </a:cubicBezTo>
                    <a:cubicBezTo>
                      <a:pt x="6089" y="81550"/>
                      <a:pt x="6660" y="82883"/>
                      <a:pt x="7422" y="84121"/>
                    </a:cubicBezTo>
                    <a:cubicBezTo>
                      <a:pt x="8089" y="85264"/>
                      <a:pt x="8756" y="86407"/>
                      <a:pt x="9518" y="87550"/>
                    </a:cubicBezTo>
                    <a:cubicBezTo>
                      <a:pt x="11232" y="90217"/>
                      <a:pt x="13137" y="92789"/>
                      <a:pt x="15423" y="95170"/>
                    </a:cubicBezTo>
                    <a:cubicBezTo>
                      <a:pt x="33330" y="114030"/>
                      <a:pt x="61048" y="117554"/>
                      <a:pt x="82860" y="105934"/>
                    </a:cubicBezTo>
                    <a:cubicBezTo>
                      <a:pt x="87242" y="103648"/>
                      <a:pt x="91433" y="100885"/>
                      <a:pt x="95148" y="97361"/>
                    </a:cubicBezTo>
                    <a:cubicBezTo>
                      <a:pt x="98005" y="94694"/>
                      <a:pt x="100482" y="91741"/>
                      <a:pt x="102577" y="88693"/>
                    </a:cubicBezTo>
                    <a:cubicBezTo>
                      <a:pt x="109054" y="79454"/>
                      <a:pt x="112388" y="68691"/>
                      <a:pt x="112673" y="57928"/>
                    </a:cubicBezTo>
                    <a:cubicBezTo>
                      <a:pt x="112864" y="54022"/>
                      <a:pt x="112578" y="50403"/>
                      <a:pt x="112007" y="4687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61" name="Forme libre : forme 15160">
                <a:extLst>
                  <a:ext uri="{FF2B5EF4-FFF2-40B4-BE49-F238E27FC236}">
                    <a16:creationId xmlns:a16="http://schemas.microsoft.com/office/drawing/2014/main" id="{130D479F-54D6-43B9-AE76-7DE5E7FC4A2F}"/>
                  </a:ext>
                </a:extLst>
              </p:cNvPr>
              <p:cNvSpPr/>
              <p:nvPr/>
            </p:nvSpPr>
            <p:spPr>
              <a:xfrm>
                <a:off x="9406233" y="3478413"/>
                <a:ext cx="112928" cy="112712"/>
              </a:xfrm>
              <a:custGeom>
                <a:avLst/>
                <a:gdLst>
                  <a:gd name="connsiteX0" fmla="*/ 94679 w 112928"/>
                  <a:gd name="connsiteY0" fmla="*/ 14879 h 112712"/>
                  <a:gd name="connsiteX1" fmla="*/ 94107 w 112928"/>
                  <a:gd name="connsiteY1" fmla="*/ 14403 h 112712"/>
                  <a:gd name="connsiteX2" fmla="*/ 88487 w 112928"/>
                  <a:gd name="connsiteY2" fmla="*/ 9926 h 112712"/>
                  <a:gd name="connsiteX3" fmla="*/ 46196 w 112928"/>
                  <a:gd name="connsiteY3" fmla="*/ 973 h 112712"/>
                  <a:gd name="connsiteX4" fmla="*/ 35814 w 112928"/>
                  <a:gd name="connsiteY4" fmla="*/ 3926 h 112712"/>
                  <a:gd name="connsiteX5" fmla="*/ 30861 w 112928"/>
                  <a:gd name="connsiteY5" fmla="*/ 6116 h 112712"/>
                  <a:gd name="connsiteX6" fmla="*/ 21622 w 112928"/>
                  <a:gd name="connsiteY6" fmla="*/ 12022 h 112712"/>
                  <a:gd name="connsiteX7" fmla="*/ 10001 w 112928"/>
                  <a:gd name="connsiteY7" fmla="*/ 24404 h 112712"/>
                  <a:gd name="connsiteX8" fmla="*/ 4477 w 112928"/>
                  <a:gd name="connsiteY8" fmla="*/ 34405 h 112712"/>
                  <a:gd name="connsiteX9" fmla="*/ 1143 w 112928"/>
                  <a:gd name="connsiteY9" fmla="*/ 44978 h 112712"/>
                  <a:gd name="connsiteX10" fmla="*/ 0 w 112928"/>
                  <a:gd name="connsiteY10" fmla="*/ 55837 h 112712"/>
                  <a:gd name="connsiteX11" fmla="*/ 953 w 112928"/>
                  <a:gd name="connsiteY11" fmla="*/ 66600 h 112712"/>
                  <a:gd name="connsiteX12" fmla="*/ 3905 w 112928"/>
                  <a:gd name="connsiteY12" fmla="*/ 76982 h 112712"/>
                  <a:gd name="connsiteX13" fmla="*/ 7144 w 112928"/>
                  <a:gd name="connsiteY13" fmla="*/ 83650 h 112712"/>
                  <a:gd name="connsiteX14" fmla="*/ 12097 w 112928"/>
                  <a:gd name="connsiteY14" fmla="*/ 91175 h 112712"/>
                  <a:gd name="connsiteX15" fmla="*/ 24479 w 112928"/>
                  <a:gd name="connsiteY15" fmla="*/ 102795 h 112712"/>
                  <a:gd name="connsiteX16" fmla="*/ 30575 w 112928"/>
                  <a:gd name="connsiteY16" fmla="*/ 106414 h 112712"/>
                  <a:gd name="connsiteX17" fmla="*/ 31147 w 112928"/>
                  <a:gd name="connsiteY17" fmla="*/ 106700 h 112712"/>
                  <a:gd name="connsiteX18" fmla="*/ 102965 w 112928"/>
                  <a:gd name="connsiteY18" fmla="*/ 88317 h 112712"/>
                  <a:gd name="connsiteX19" fmla="*/ 94679 w 112928"/>
                  <a:gd name="connsiteY19" fmla="*/ 14879 h 1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2928" h="112712">
                    <a:moveTo>
                      <a:pt x="94679" y="14879"/>
                    </a:moveTo>
                    <a:cubicBezTo>
                      <a:pt x="94488" y="14689"/>
                      <a:pt x="94297" y="14498"/>
                      <a:pt x="94107" y="14403"/>
                    </a:cubicBezTo>
                    <a:cubicBezTo>
                      <a:pt x="92297" y="12784"/>
                      <a:pt x="90488" y="11260"/>
                      <a:pt x="88487" y="9926"/>
                    </a:cubicBezTo>
                    <a:cubicBezTo>
                      <a:pt x="75629" y="1068"/>
                      <a:pt x="60388" y="-1694"/>
                      <a:pt x="46196" y="973"/>
                    </a:cubicBezTo>
                    <a:cubicBezTo>
                      <a:pt x="42672" y="1639"/>
                      <a:pt x="39148" y="2592"/>
                      <a:pt x="35814" y="3926"/>
                    </a:cubicBezTo>
                    <a:cubicBezTo>
                      <a:pt x="34099" y="4592"/>
                      <a:pt x="32480" y="5354"/>
                      <a:pt x="30861" y="6116"/>
                    </a:cubicBezTo>
                    <a:cubicBezTo>
                      <a:pt x="27622" y="7736"/>
                      <a:pt x="24479" y="9736"/>
                      <a:pt x="21622" y="12022"/>
                    </a:cubicBezTo>
                    <a:cubicBezTo>
                      <a:pt x="17240" y="15451"/>
                      <a:pt x="13335" y="19642"/>
                      <a:pt x="10001" y="24404"/>
                    </a:cubicBezTo>
                    <a:cubicBezTo>
                      <a:pt x="7811" y="27643"/>
                      <a:pt x="6001" y="30977"/>
                      <a:pt x="4477" y="34405"/>
                    </a:cubicBezTo>
                    <a:cubicBezTo>
                      <a:pt x="2953" y="37835"/>
                      <a:pt x="1905" y="41454"/>
                      <a:pt x="1143" y="44978"/>
                    </a:cubicBezTo>
                    <a:cubicBezTo>
                      <a:pt x="381" y="48503"/>
                      <a:pt x="0" y="52217"/>
                      <a:pt x="0" y="55837"/>
                    </a:cubicBezTo>
                    <a:cubicBezTo>
                      <a:pt x="0" y="59456"/>
                      <a:pt x="286" y="63076"/>
                      <a:pt x="953" y="66600"/>
                    </a:cubicBezTo>
                    <a:cubicBezTo>
                      <a:pt x="1619" y="70124"/>
                      <a:pt x="2572" y="73649"/>
                      <a:pt x="3905" y="76982"/>
                    </a:cubicBezTo>
                    <a:cubicBezTo>
                      <a:pt x="4858" y="79268"/>
                      <a:pt x="5905" y="81459"/>
                      <a:pt x="7144" y="83650"/>
                    </a:cubicBezTo>
                    <a:cubicBezTo>
                      <a:pt x="8572" y="86222"/>
                      <a:pt x="10192" y="88793"/>
                      <a:pt x="12097" y="91175"/>
                    </a:cubicBezTo>
                    <a:cubicBezTo>
                      <a:pt x="15526" y="95556"/>
                      <a:pt x="19717" y="99461"/>
                      <a:pt x="24479" y="102795"/>
                    </a:cubicBezTo>
                    <a:cubicBezTo>
                      <a:pt x="26479" y="104129"/>
                      <a:pt x="28480" y="105272"/>
                      <a:pt x="30575" y="106414"/>
                    </a:cubicBezTo>
                    <a:cubicBezTo>
                      <a:pt x="30766" y="106510"/>
                      <a:pt x="30956" y="106605"/>
                      <a:pt x="31147" y="106700"/>
                    </a:cubicBezTo>
                    <a:cubicBezTo>
                      <a:pt x="56007" y="119178"/>
                      <a:pt x="86773" y="111844"/>
                      <a:pt x="102965" y="88317"/>
                    </a:cubicBezTo>
                    <a:cubicBezTo>
                      <a:pt x="119158" y="64886"/>
                      <a:pt x="115062" y="33548"/>
                      <a:pt x="94679" y="1487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62" name="Forme libre : forme 15161">
                <a:extLst>
                  <a:ext uri="{FF2B5EF4-FFF2-40B4-BE49-F238E27FC236}">
                    <a16:creationId xmlns:a16="http://schemas.microsoft.com/office/drawing/2014/main" id="{7588198D-8FB0-497D-BAD1-40358F79EC26}"/>
                  </a:ext>
                </a:extLst>
              </p:cNvPr>
              <p:cNvSpPr/>
              <p:nvPr/>
            </p:nvSpPr>
            <p:spPr>
              <a:xfrm>
                <a:off x="9383657" y="3638166"/>
                <a:ext cx="112872" cy="113074"/>
              </a:xfrm>
              <a:custGeom>
                <a:avLst/>
                <a:gdLst>
                  <a:gd name="connsiteX0" fmla="*/ 94585 w 112872"/>
                  <a:gd name="connsiteY0" fmla="*/ 14956 h 113074"/>
                  <a:gd name="connsiteX1" fmla="*/ 94013 w 112872"/>
                  <a:gd name="connsiteY1" fmla="*/ 14384 h 113074"/>
                  <a:gd name="connsiteX2" fmla="*/ 88394 w 112872"/>
                  <a:gd name="connsiteY2" fmla="*/ 9908 h 113074"/>
                  <a:gd name="connsiteX3" fmla="*/ 40864 w 112872"/>
                  <a:gd name="connsiteY3" fmla="*/ 2192 h 113074"/>
                  <a:gd name="connsiteX4" fmla="*/ 21528 w 112872"/>
                  <a:gd name="connsiteY4" fmla="*/ 12099 h 113074"/>
                  <a:gd name="connsiteX5" fmla="*/ 17337 w 112872"/>
                  <a:gd name="connsiteY5" fmla="*/ 15813 h 113074"/>
                  <a:gd name="connsiteX6" fmla="*/ 9907 w 112872"/>
                  <a:gd name="connsiteY6" fmla="*/ 24576 h 113074"/>
                  <a:gd name="connsiteX7" fmla="*/ 6860 w 112872"/>
                  <a:gd name="connsiteY7" fmla="*/ 29529 h 113074"/>
                  <a:gd name="connsiteX8" fmla="*/ 287 w 112872"/>
                  <a:gd name="connsiteY8" fmla="*/ 50675 h 113074"/>
                  <a:gd name="connsiteX9" fmla="*/ 2 w 112872"/>
                  <a:gd name="connsiteY9" fmla="*/ 56104 h 113074"/>
                  <a:gd name="connsiteX10" fmla="*/ 12098 w 112872"/>
                  <a:gd name="connsiteY10" fmla="*/ 91537 h 113074"/>
                  <a:gd name="connsiteX11" fmla="*/ 15813 w 112872"/>
                  <a:gd name="connsiteY11" fmla="*/ 95728 h 113074"/>
                  <a:gd name="connsiteX12" fmla="*/ 24576 w 112872"/>
                  <a:gd name="connsiteY12" fmla="*/ 103158 h 113074"/>
                  <a:gd name="connsiteX13" fmla="*/ 30672 w 112872"/>
                  <a:gd name="connsiteY13" fmla="*/ 106777 h 113074"/>
                  <a:gd name="connsiteX14" fmla="*/ 31244 w 112872"/>
                  <a:gd name="connsiteY14" fmla="*/ 107063 h 113074"/>
                  <a:gd name="connsiteX15" fmla="*/ 103062 w 112872"/>
                  <a:gd name="connsiteY15" fmla="*/ 88679 h 113074"/>
                  <a:gd name="connsiteX16" fmla="*/ 94585 w 112872"/>
                  <a:gd name="connsiteY16" fmla="*/ 14956 h 11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2872" h="113074">
                    <a:moveTo>
                      <a:pt x="94585" y="14956"/>
                    </a:moveTo>
                    <a:cubicBezTo>
                      <a:pt x="94394" y="14766"/>
                      <a:pt x="94204" y="14575"/>
                      <a:pt x="94013" y="14384"/>
                    </a:cubicBezTo>
                    <a:cubicBezTo>
                      <a:pt x="92204" y="12765"/>
                      <a:pt x="90394" y="11241"/>
                      <a:pt x="88394" y="9908"/>
                    </a:cubicBezTo>
                    <a:cubicBezTo>
                      <a:pt x="73915" y="2"/>
                      <a:pt x="56485" y="-2284"/>
                      <a:pt x="40864" y="2192"/>
                    </a:cubicBezTo>
                    <a:cubicBezTo>
                      <a:pt x="33911" y="4193"/>
                      <a:pt x="27338" y="7526"/>
                      <a:pt x="21528" y="12099"/>
                    </a:cubicBezTo>
                    <a:cubicBezTo>
                      <a:pt x="20099" y="13242"/>
                      <a:pt x="18671" y="14480"/>
                      <a:pt x="17337" y="15813"/>
                    </a:cubicBezTo>
                    <a:cubicBezTo>
                      <a:pt x="14670" y="18385"/>
                      <a:pt x="12194" y="21338"/>
                      <a:pt x="9907" y="24576"/>
                    </a:cubicBezTo>
                    <a:cubicBezTo>
                      <a:pt x="8764" y="26195"/>
                      <a:pt x="7812" y="27815"/>
                      <a:pt x="6860" y="29529"/>
                    </a:cubicBezTo>
                    <a:cubicBezTo>
                      <a:pt x="3240" y="36197"/>
                      <a:pt x="1049" y="43436"/>
                      <a:pt x="287" y="50675"/>
                    </a:cubicBezTo>
                    <a:cubicBezTo>
                      <a:pt x="97" y="52484"/>
                      <a:pt x="2" y="54294"/>
                      <a:pt x="2" y="56104"/>
                    </a:cubicBezTo>
                    <a:cubicBezTo>
                      <a:pt x="-94" y="68772"/>
                      <a:pt x="4097" y="81345"/>
                      <a:pt x="12098" y="91537"/>
                    </a:cubicBezTo>
                    <a:cubicBezTo>
                      <a:pt x="13241" y="92966"/>
                      <a:pt x="14479" y="94394"/>
                      <a:pt x="15813" y="95728"/>
                    </a:cubicBezTo>
                    <a:cubicBezTo>
                      <a:pt x="18385" y="98395"/>
                      <a:pt x="21337" y="100871"/>
                      <a:pt x="24576" y="103158"/>
                    </a:cubicBezTo>
                    <a:cubicBezTo>
                      <a:pt x="26576" y="104491"/>
                      <a:pt x="28577" y="105729"/>
                      <a:pt x="30672" y="106777"/>
                    </a:cubicBezTo>
                    <a:cubicBezTo>
                      <a:pt x="30862" y="106872"/>
                      <a:pt x="31053" y="106967"/>
                      <a:pt x="31244" y="107063"/>
                    </a:cubicBezTo>
                    <a:cubicBezTo>
                      <a:pt x="56104" y="119541"/>
                      <a:pt x="86965" y="112206"/>
                      <a:pt x="103062" y="88679"/>
                    </a:cubicBezTo>
                    <a:cubicBezTo>
                      <a:pt x="119064" y="64962"/>
                      <a:pt x="114968" y="33625"/>
                      <a:pt x="94585" y="14956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63" name="Forme libre : forme 15162">
                <a:extLst>
                  <a:ext uri="{FF2B5EF4-FFF2-40B4-BE49-F238E27FC236}">
                    <a16:creationId xmlns:a16="http://schemas.microsoft.com/office/drawing/2014/main" id="{07101841-BB4B-43B0-8D3D-BBE8F2B748E1}"/>
                  </a:ext>
                </a:extLst>
              </p:cNvPr>
              <p:cNvSpPr/>
              <p:nvPr/>
            </p:nvSpPr>
            <p:spPr>
              <a:xfrm>
                <a:off x="6539227" y="3200388"/>
                <a:ext cx="112852" cy="112722"/>
              </a:xfrm>
              <a:custGeom>
                <a:avLst/>
                <a:gdLst>
                  <a:gd name="connsiteX0" fmla="*/ 18745 w 112852"/>
                  <a:gd name="connsiteY0" fmla="*/ 98309 h 112722"/>
                  <a:gd name="connsiteX1" fmla="*/ 24365 w 112852"/>
                  <a:gd name="connsiteY1" fmla="*/ 102786 h 112722"/>
                  <a:gd name="connsiteX2" fmla="*/ 24365 w 112852"/>
                  <a:gd name="connsiteY2" fmla="*/ 102786 h 112722"/>
                  <a:gd name="connsiteX3" fmla="*/ 29318 w 112852"/>
                  <a:gd name="connsiteY3" fmla="*/ 105834 h 112722"/>
                  <a:gd name="connsiteX4" fmla="*/ 34461 w 112852"/>
                  <a:gd name="connsiteY4" fmla="*/ 108311 h 112722"/>
                  <a:gd name="connsiteX5" fmla="*/ 50463 w 112852"/>
                  <a:gd name="connsiteY5" fmla="*/ 112406 h 112722"/>
                  <a:gd name="connsiteX6" fmla="*/ 66656 w 112852"/>
                  <a:gd name="connsiteY6" fmla="*/ 111740 h 112722"/>
                  <a:gd name="connsiteX7" fmla="*/ 77038 w 112852"/>
                  <a:gd name="connsiteY7" fmla="*/ 108787 h 112722"/>
                  <a:gd name="connsiteX8" fmla="*/ 81991 w 112852"/>
                  <a:gd name="connsiteY8" fmla="*/ 106596 h 112722"/>
                  <a:gd name="connsiteX9" fmla="*/ 91231 w 112852"/>
                  <a:gd name="connsiteY9" fmla="*/ 100691 h 112722"/>
                  <a:gd name="connsiteX10" fmla="*/ 102851 w 112852"/>
                  <a:gd name="connsiteY10" fmla="*/ 88308 h 112722"/>
                  <a:gd name="connsiteX11" fmla="*/ 108375 w 112852"/>
                  <a:gd name="connsiteY11" fmla="*/ 78307 h 112722"/>
                  <a:gd name="connsiteX12" fmla="*/ 111709 w 112852"/>
                  <a:gd name="connsiteY12" fmla="*/ 67734 h 112722"/>
                  <a:gd name="connsiteX13" fmla="*/ 112852 w 112852"/>
                  <a:gd name="connsiteY13" fmla="*/ 56876 h 112722"/>
                  <a:gd name="connsiteX14" fmla="*/ 111900 w 112852"/>
                  <a:gd name="connsiteY14" fmla="*/ 46112 h 112722"/>
                  <a:gd name="connsiteX15" fmla="*/ 108947 w 112852"/>
                  <a:gd name="connsiteY15" fmla="*/ 35730 h 112722"/>
                  <a:gd name="connsiteX16" fmla="*/ 105708 w 112852"/>
                  <a:gd name="connsiteY16" fmla="*/ 29063 h 112722"/>
                  <a:gd name="connsiteX17" fmla="*/ 100756 w 112852"/>
                  <a:gd name="connsiteY17" fmla="*/ 21538 h 112722"/>
                  <a:gd name="connsiteX18" fmla="*/ 88373 w 112852"/>
                  <a:gd name="connsiteY18" fmla="*/ 9917 h 112722"/>
                  <a:gd name="connsiteX19" fmla="*/ 82277 w 112852"/>
                  <a:gd name="connsiteY19" fmla="*/ 6298 h 112722"/>
                  <a:gd name="connsiteX20" fmla="*/ 81706 w 112852"/>
                  <a:gd name="connsiteY20" fmla="*/ 6012 h 112722"/>
                  <a:gd name="connsiteX21" fmla="*/ 9887 w 112852"/>
                  <a:gd name="connsiteY21" fmla="*/ 24395 h 112722"/>
                  <a:gd name="connsiteX22" fmla="*/ 18269 w 112852"/>
                  <a:gd name="connsiteY22" fmla="*/ 97833 h 112722"/>
                  <a:gd name="connsiteX23" fmla="*/ 18745 w 112852"/>
                  <a:gd name="connsiteY23" fmla="*/ 98309 h 112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12852" h="112722">
                    <a:moveTo>
                      <a:pt x="18745" y="98309"/>
                    </a:moveTo>
                    <a:cubicBezTo>
                      <a:pt x="20555" y="99929"/>
                      <a:pt x="22365" y="101453"/>
                      <a:pt x="24365" y="102786"/>
                    </a:cubicBezTo>
                    <a:cubicBezTo>
                      <a:pt x="24365" y="102786"/>
                      <a:pt x="24365" y="102786"/>
                      <a:pt x="24365" y="102786"/>
                    </a:cubicBezTo>
                    <a:cubicBezTo>
                      <a:pt x="25984" y="103929"/>
                      <a:pt x="27603" y="104882"/>
                      <a:pt x="29318" y="105834"/>
                    </a:cubicBezTo>
                    <a:cubicBezTo>
                      <a:pt x="31032" y="106787"/>
                      <a:pt x="32652" y="107549"/>
                      <a:pt x="34461" y="108311"/>
                    </a:cubicBezTo>
                    <a:cubicBezTo>
                      <a:pt x="39605" y="110501"/>
                      <a:pt x="45034" y="111835"/>
                      <a:pt x="50463" y="112406"/>
                    </a:cubicBezTo>
                    <a:cubicBezTo>
                      <a:pt x="55893" y="112978"/>
                      <a:pt x="61322" y="112787"/>
                      <a:pt x="66656" y="111740"/>
                    </a:cubicBezTo>
                    <a:cubicBezTo>
                      <a:pt x="70180" y="111073"/>
                      <a:pt x="73704" y="110120"/>
                      <a:pt x="77038" y="108787"/>
                    </a:cubicBezTo>
                    <a:cubicBezTo>
                      <a:pt x="78753" y="108120"/>
                      <a:pt x="80372" y="107358"/>
                      <a:pt x="81991" y="106596"/>
                    </a:cubicBezTo>
                    <a:cubicBezTo>
                      <a:pt x="85230" y="104977"/>
                      <a:pt x="88373" y="102977"/>
                      <a:pt x="91231" y="100691"/>
                    </a:cubicBezTo>
                    <a:cubicBezTo>
                      <a:pt x="95612" y="97262"/>
                      <a:pt x="99517" y="93071"/>
                      <a:pt x="102851" y="88308"/>
                    </a:cubicBezTo>
                    <a:cubicBezTo>
                      <a:pt x="105042" y="85070"/>
                      <a:pt x="106852" y="81736"/>
                      <a:pt x="108375" y="78307"/>
                    </a:cubicBezTo>
                    <a:cubicBezTo>
                      <a:pt x="109804" y="74878"/>
                      <a:pt x="110947" y="71258"/>
                      <a:pt x="111709" y="67734"/>
                    </a:cubicBezTo>
                    <a:cubicBezTo>
                      <a:pt x="112471" y="64115"/>
                      <a:pt x="112852" y="60495"/>
                      <a:pt x="112852" y="56876"/>
                    </a:cubicBezTo>
                    <a:cubicBezTo>
                      <a:pt x="112852" y="53256"/>
                      <a:pt x="112566" y="49637"/>
                      <a:pt x="111900" y="46112"/>
                    </a:cubicBezTo>
                    <a:cubicBezTo>
                      <a:pt x="111233" y="42588"/>
                      <a:pt x="110281" y="39064"/>
                      <a:pt x="108947" y="35730"/>
                    </a:cubicBezTo>
                    <a:cubicBezTo>
                      <a:pt x="108090" y="33444"/>
                      <a:pt x="106947" y="31253"/>
                      <a:pt x="105708" y="29063"/>
                    </a:cubicBezTo>
                    <a:cubicBezTo>
                      <a:pt x="104280" y="26491"/>
                      <a:pt x="102660" y="23919"/>
                      <a:pt x="100756" y="21538"/>
                    </a:cubicBezTo>
                    <a:cubicBezTo>
                      <a:pt x="97327" y="17156"/>
                      <a:pt x="93135" y="13251"/>
                      <a:pt x="88373" y="9917"/>
                    </a:cubicBezTo>
                    <a:cubicBezTo>
                      <a:pt x="86373" y="8584"/>
                      <a:pt x="84373" y="7441"/>
                      <a:pt x="82277" y="6298"/>
                    </a:cubicBezTo>
                    <a:cubicBezTo>
                      <a:pt x="82086" y="6203"/>
                      <a:pt x="81896" y="6107"/>
                      <a:pt x="81706" y="6012"/>
                    </a:cubicBezTo>
                    <a:cubicBezTo>
                      <a:pt x="56845" y="-6466"/>
                      <a:pt x="26079" y="869"/>
                      <a:pt x="9887" y="24395"/>
                    </a:cubicBezTo>
                    <a:cubicBezTo>
                      <a:pt x="-6210" y="47827"/>
                      <a:pt x="-2115" y="79164"/>
                      <a:pt x="18269" y="97833"/>
                    </a:cubicBezTo>
                    <a:cubicBezTo>
                      <a:pt x="18364" y="98024"/>
                      <a:pt x="18555" y="98119"/>
                      <a:pt x="18745" y="9830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64" name="Forme libre : forme 15163">
                <a:extLst>
                  <a:ext uri="{FF2B5EF4-FFF2-40B4-BE49-F238E27FC236}">
                    <a16:creationId xmlns:a16="http://schemas.microsoft.com/office/drawing/2014/main" id="{FFFB0FB7-5508-41F9-A0A8-4E5365C1A5BF}"/>
                  </a:ext>
                </a:extLst>
              </p:cNvPr>
              <p:cNvSpPr/>
              <p:nvPr/>
            </p:nvSpPr>
            <p:spPr>
              <a:xfrm>
                <a:off x="6561706" y="3040463"/>
                <a:ext cx="112865" cy="112892"/>
              </a:xfrm>
              <a:custGeom>
                <a:avLst/>
                <a:gdLst>
                  <a:gd name="connsiteX0" fmla="*/ 18269 w 112865"/>
                  <a:gd name="connsiteY0" fmla="*/ 97928 h 112892"/>
                  <a:gd name="connsiteX1" fmla="*/ 18841 w 112865"/>
                  <a:gd name="connsiteY1" fmla="*/ 98500 h 112892"/>
                  <a:gd name="connsiteX2" fmla="*/ 24460 w 112865"/>
                  <a:gd name="connsiteY2" fmla="*/ 102977 h 112892"/>
                  <a:gd name="connsiteX3" fmla="*/ 102946 w 112865"/>
                  <a:gd name="connsiteY3" fmla="*/ 88403 h 112892"/>
                  <a:gd name="connsiteX4" fmla="*/ 108471 w 112865"/>
                  <a:gd name="connsiteY4" fmla="*/ 78402 h 112892"/>
                  <a:gd name="connsiteX5" fmla="*/ 112566 w 112865"/>
                  <a:gd name="connsiteY5" fmla="*/ 62400 h 112892"/>
                  <a:gd name="connsiteX6" fmla="*/ 112662 w 112865"/>
                  <a:gd name="connsiteY6" fmla="*/ 51542 h 112892"/>
                  <a:gd name="connsiteX7" fmla="*/ 110662 w 112865"/>
                  <a:gd name="connsiteY7" fmla="*/ 40874 h 112892"/>
                  <a:gd name="connsiteX8" fmla="*/ 88373 w 112865"/>
                  <a:gd name="connsiteY8" fmla="*/ 9917 h 112892"/>
                  <a:gd name="connsiteX9" fmla="*/ 82277 w 112865"/>
                  <a:gd name="connsiteY9" fmla="*/ 6298 h 112892"/>
                  <a:gd name="connsiteX10" fmla="*/ 81706 w 112865"/>
                  <a:gd name="connsiteY10" fmla="*/ 6012 h 112892"/>
                  <a:gd name="connsiteX11" fmla="*/ 9887 w 112865"/>
                  <a:gd name="connsiteY11" fmla="*/ 24395 h 112892"/>
                  <a:gd name="connsiteX12" fmla="*/ 18269 w 112865"/>
                  <a:gd name="connsiteY12" fmla="*/ 97928 h 11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2865" h="112892">
                    <a:moveTo>
                      <a:pt x="18269" y="97928"/>
                    </a:moveTo>
                    <a:cubicBezTo>
                      <a:pt x="18460" y="98119"/>
                      <a:pt x="18650" y="98309"/>
                      <a:pt x="18841" y="98500"/>
                    </a:cubicBezTo>
                    <a:cubicBezTo>
                      <a:pt x="20650" y="100119"/>
                      <a:pt x="22460" y="101643"/>
                      <a:pt x="24460" y="102977"/>
                    </a:cubicBezTo>
                    <a:cubicBezTo>
                      <a:pt x="50178" y="120598"/>
                      <a:pt x="85325" y="114121"/>
                      <a:pt x="102946" y="88403"/>
                    </a:cubicBezTo>
                    <a:cubicBezTo>
                      <a:pt x="105137" y="85165"/>
                      <a:pt x="106947" y="81831"/>
                      <a:pt x="108471" y="78402"/>
                    </a:cubicBezTo>
                    <a:cubicBezTo>
                      <a:pt x="110662" y="73259"/>
                      <a:pt x="111995" y="67829"/>
                      <a:pt x="112566" y="62400"/>
                    </a:cubicBezTo>
                    <a:cubicBezTo>
                      <a:pt x="112948" y="58781"/>
                      <a:pt x="112948" y="55161"/>
                      <a:pt x="112662" y="51542"/>
                    </a:cubicBezTo>
                    <a:cubicBezTo>
                      <a:pt x="112376" y="47922"/>
                      <a:pt x="111709" y="44398"/>
                      <a:pt x="110662" y="40874"/>
                    </a:cubicBezTo>
                    <a:cubicBezTo>
                      <a:pt x="107137" y="28682"/>
                      <a:pt x="99612" y="17633"/>
                      <a:pt x="88373" y="9917"/>
                    </a:cubicBezTo>
                    <a:cubicBezTo>
                      <a:pt x="86373" y="8584"/>
                      <a:pt x="84373" y="7346"/>
                      <a:pt x="82277" y="6298"/>
                    </a:cubicBezTo>
                    <a:cubicBezTo>
                      <a:pt x="82087" y="6203"/>
                      <a:pt x="81896" y="6107"/>
                      <a:pt x="81706" y="6012"/>
                    </a:cubicBezTo>
                    <a:cubicBezTo>
                      <a:pt x="56845" y="-6466"/>
                      <a:pt x="25984" y="869"/>
                      <a:pt x="9887" y="24395"/>
                    </a:cubicBezTo>
                    <a:cubicBezTo>
                      <a:pt x="-6210" y="47922"/>
                      <a:pt x="-2115" y="79164"/>
                      <a:pt x="18269" y="9792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65" name="Forme libre : forme 15164">
                <a:extLst>
                  <a:ext uri="{FF2B5EF4-FFF2-40B4-BE49-F238E27FC236}">
                    <a16:creationId xmlns:a16="http://schemas.microsoft.com/office/drawing/2014/main" id="{8E33EBED-148E-4C74-9440-DADD2BB6550D}"/>
                  </a:ext>
                </a:extLst>
              </p:cNvPr>
              <p:cNvSpPr/>
              <p:nvPr/>
            </p:nvSpPr>
            <p:spPr>
              <a:xfrm>
                <a:off x="9288027" y="2763786"/>
                <a:ext cx="112874" cy="112895"/>
              </a:xfrm>
              <a:custGeom>
                <a:avLst/>
                <a:gdLst>
                  <a:gd name="connsiteX0" fmla="*/ 2477 w 112874"/>
                  <a:gd name="connsiteY0" fmla="*/ 73234 h 112895"/>
                  <a:gd name="connsiteX1" fmla="*/ 16383 w 112874"/>
                  <a:gd name="connsiteY1" fmla="*/ 96285 h 112895"/>
                  <a:gd name="connsiteX2" fmla="*/ 24765 w 112874"/>
                  <a:gd name="connsiteY2" fmla="*/ 103238 h 112895"/>
                  <a:gd name="connsiteX3" fmla="*/ 50864 w 112874"/>
                  <a:gd name="connsiteY3" fmla="*/ 112668 h 112895"/>
                  <a:gd name="connsiteX4" fmla="*/ 57912 w 112874"/>
                  <a:gd name="connsiteY4" fmla="*/ 112858 h 112895"/>
                  <a:gd name="connsiteX5" fmla="*/ 58483 w 112874"/>
                  <a:gd name="connsiteY5" fmla="*/ 112858 h 112895"/>
                  <a:gd name="connsiteX6" fmla="*/ 112586 w 112874"/>
                  <a:gd name="connsiteY6" fmla="*/ 62090 h 112895"/>
                  <a:gd name="connsiteX7" fmla="*/ 69914 w 112874"/>
                  <a:gd name="connsiteY7" fmla="*/ 1701 h 112895"/>
                  <a:gd name="connsiteX8" fmla="*/ 69152 w 112874"/>
                  <a:gd name="connsiteY8" fmla="*/ 1511 h 112895"/>
                  <a:gd name="connsiteX9" fmla="*/ 62008 w 112874"/>
                  <a:gd name="connsiteY9" fmla="*/ 273 h 112895"/>
                  <a:gd name="connsiteX10" fmla="*/ 39719 w 112874"/>
                  <a:gd name="connsiteY10" fmla="*/ 2559 h 112895"/>
                  <a:gd name="connsiteX11" fmla="*/ 286 w 112874"/>
                  <a:gd name="connsiteY11" fmla="*/ 50946 h 112895"/>
                  <a:gd name="connsiteX12" fmla="*/ 286 w 112874"/>
                  <a:gd name="connsiteY12" fmla="*/ 62376 h 112895"/>
                  <a:gd name="connsiteX13" fmla="*/ 2477 w 112874"/>
                  <a:gd name="connsiteY13" fmla="*/ 73234 h 112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874" h="112895">
                    <a:moveTo>
                      <a:pt x="2477" y="73234"/>
                    </a:moveTo>
                    <a:cubicBezTo>
                      <a:pt x="5239" y="81997"/>
                      <a:pt x="10001" y="89903"/>
                      <a:pt x="16383" y="96285"/>
                    </a:cubicBezTo>
                    <a:cubicBezTo>
                      <a:pt x="18955" y="98856"/>
                      <a:pt x="21717" y="101143"/>
                      <a:pt x="24765" y="103238"/>
                    </a:cubicBezTo>
                    <a:cubicBezTo>
                      <a:pt x="32290" y="108381"/>
                      <a:pt x="41148" y="111715"/>
                      <a:pt x="50864" y="112668"/>
                    </a:cubicBezTo>
                    <a:cubicBezTo>
                      <a:pt x="53245" y="112858"/>
                      <a:pt x="55626" y="112954"/>
                      <a:pt x="57912" y="112858"/>
                    </a:cubicBezTo>
                    <a:cubicBezTo>
                      <a:pt x="58103" y="112858"/>
                      <a:pt x="58293" y="112858"/>
                      <a:pt x="58483" y="112858"/>
                    </a:cubicBezTo>
                    <a:cubicBezTo>
                      <a:pt x="86297" y="111906"/>
                      <a:pt x="109728" y="90570"/>
                      <a:pt x="112586" y="62090"/>
                    </a:cubicBezTo>
                    <a:cubicBezTo>
                      <a:pt x="115443" y="33801"/>
                      <a:pt x="96774" y="8274"/>
                      <a:pt x="69914" y="1701"/>
                    </a:cubicBezTo>
                    <a:cubicBezTo>
                      <a:pt x="69628" y="1606"/>
                      <a:pt x="69437" y="1606"/>
                      <a:pt x="69152" y="1511"/>
                    </a:cubicBezTo>
                    <a:cubicBezTo>
                      <a:pt x="66865" y="939"/>
                      <a:pt x="64484" y="559"/>
                      <a:pt x="62008" y="273"/>
                    </a:cubicBezTo>
                    <a:cubicBezTo>
                      <a:pt x="54293" y="-489"/>
                      <a:pt x="46673" y="368"/>
                      <a:pt x="39719" y="2559"/>
                    </a:cubicBezTo>
                    <a:cubicBezTo>
                      <a:pt x="18669" y="9036"/>
                      <a:pt x="2572" y="27610"/>
                      <a:pt x="286" y="50946"/>
                    </a:cubicBezTo>
                    <a:cubicBezTo>
                      <a:pt x="-95" y="54851"/>
                      <a:pt x="-95" y="58661"/>
                      <a:pt x="286" y="62376"/>
                    </a:cubicBezTo>
                    <a:cubicBezTo>
                      <a:pt x="667" y="66091"/>
                      <a:pt x="1333" y="69710"/>
                      <a:pt x="2477" y="73234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66" name="Forme libre : forme 15165">
                <a:extLst>
                  <a:ext uri="{FF2B5EF4-FFF2-40B4-BE49-F238E27FC236}">
                    <a16:creationId xmlns:a16="http://schemas.microsoft.com/office/drawing/2014/main" id="{2ECB59B4-05E1-4F90-A8AF-6EAB06919BF4}"/>
                  </a:ext>
                </a:extLst>
              </p:cNvPr>
              <p:cNvSpPr/>
              <p:nvPr/>
            </p:nvSpPr>
            <p:spPr>
              <a:xfrm>
                <a:off x="9345177" y="2914744"/>
                <a:ext cx="112874" cy="112908"/>
              </a:xfrm>
              <a:custGeom>
                <a:avLst/>
                <a:gdLst>
                  <a:gd name="connsiteX0" fmla="*/ 34576 w 112874"/>
                  <a:gd name="connsiteY0" fmla="*/ 4477 h 112908"/>
                  <a:gd name="connsiteX1" fmla="*/ 16669 w 112874"/>
                  <a:gd name="connsiteY1" fmla="*/ 16478 h 112908"/>
                  <a:gd name="connsiteX2" fmla="*/ 4477 w 112874"/>
                  <a:gd name="connsiteY2" fmla="*/ 34481 h 112908"/>
                  <a:gd name="connsiteX3" fmla="*/ 286 w 112874"/>
                  <a:gd name="connsiteY3" fmla="*/ 50959 h 112908"/>
                  <a:gd name="connsiteX4" fmla="*/ 286 w 112874"/>
                  <a:gd name="connsiteY4" fmla="*/ 62389 h 112908"/>
                  <a:gd name="connsiteX5" fmla="*/ 2477 w 112874"/>
                  <a:gd name="connsiteY5" fmla="*/ 73247 h 112908"/>
                  <a:gd name="connsiteX6" fmla="*/ 50864 w 112874"/>
                  <a:gd name="connsiteY6" fmla="*/ 112681 h 112908"/>
                  <a:gd name="connsiteX7" fmla="*/ 57912 w 112874"/>
                  <a:gd name="connsiteY7" fmla="*/ 112871 h 112908"/>
                  <a:gd name="connsiteX8" fmla="*/ 58483 w 112874"/>
                  <a:gd name="connsiteY8" fmla="*/ 112871 h 112908"/>
                  <a:gd name="connsiteX9" fmla="*/ 112586 w 112874"/>
                  <a:gd name="connsiteY9" fmla="*/ 62103 h 112908"/>
                  <a:gd name="connsiteX10" fmla="*/ 69818 w 112874"/>
                  <a:gd name="connsiteY10" fmla="*/ 1715 h 112908"/>
                  <a:gd name="connsiteX11" fmla="*/ 69056 w 112874"/>
                  <a:gd name="connsiteY11" fmla="*/ 1524 h 112908"/>
                  <a:gd name="connsiteX12" fmla="*/ 61913 w 112874"/>
                  <a:gd name="connsiteY12" fmla="*/ 286 h 112908"/>
                  <a:gd name="connsiteX13" fmla="*/ 50482 w 112874"/>
                  <a:gd name="connsiteY13" fmla="*/ 286 h 112908"/>
                  <a:gd name="connsiteX14" fmla="*/ 34576 w 112874"/>
                  <a:gd name="connsiteY14" fmla="*/ 4477 h 11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874" h="112908">
                    <a:moveTo>
                      <a:pt x="34576" y="4477"/>
                    </a:moveTo>
                    <a:cubicBezTo>
                      <a:pt x="27908" y="7334"/>
                      <a:pt x="21812" y="11430"/>
                      <a:pt x="16669" y="16478"/>
                    </a:cubicBezTo>
                    <a:cubicBezTo>
                      <a:pt x="11525" y="21527"/>
                      <a:pt x="7334" y="27623"/>
                      <a:pt x="4477" y="34481"/>
                    </a:cubicBezTo>
                    <a:cubicBezTo>
                      <a:pt x="2286" y="39624"/>
                      <a:pt x="857" y="45149"/>
                      <a:pt x="286" y="50959"/>
                    </a:cubicBezTo>
                    <a:cubicBezTo>
                      <a:pt x="-95" y="54864"/>
                      <a:pt x="-95" y="58674"/>
                      <a:pt x="286" y="62389"/>
                    </a:cubicBezTo>
                    <a:cubicBezTo>
                      <a:pt x="667" y="66103"/>
                      <a:pt x="1429" y="69723"/>
                      <a:pt x="2477" y="73247"/>
                    </a:cubicBezTo>
                    <a:cubicBezTo>
                      <a:pt x="8954" y="94298"/>
                      <a:pt x="27527" y="110395"/>
                      <a:pt x="50864" y="112681"/>
                    </a:cubicBezTo>
                    <a:cubicBezTo>
                      <a:pt x="53245" y="112871"/>
                      <a:pt x="55626" y="112966"/>
                      <a:pt x="57912" y="112871"/>
                    </a:cubicBezTo>
                    <a:cubicBezTo>
                      <a:pt x="58103" y="112871"/>
                      <a:pt x="58293" y="112871"/>
                      <a:pt x="58483" y="112871"/>
                    </a:cubicBezTo>
                    <a:cubicBezTo>
                      <a:pt x="86297" y="111919"/>
                      <a:pt x="109728" y="90583"/>
                      <a:pt x="112586" y="62103"/>
                    </a:cubicBezTo>
                    <a:cubicBezTo>
                      <a:pt x="115443" y="33814"/>
                      <a:pt x="96774" y="8287"/>
                      <a:pt x="69818" y="1715"/>
                    </a:cubicBezTo>
                    <a:cubicBezTo>
                      <a:pt x="69532" y="1619"/>
                      <a:pt x="69342" y="1619"/>
                      <a:pt x="69056" y="1524"/>
                    </a:cubicBezTo>
                    <a:cubicBezTo>
                      <a:pt x="66770" y="953"/>
                      <a:pt x="64389" y="572"/>
                      <a:pt x="61913" y="286"/>
                    </a:cubicBezTo>
                    <a:cubicBezTo>
                      <a:pt x="58007" y="-95"/>
                      <a:pt x="54197" y="-95"/>
                      <a:pt x="50482" y="286"/>
                    </a:cubicBezTo>
                    <a:cubicBezTo>
                      <a:pt x="44958" y="953"/>
                      <a:pt x="39624" y="2381"/>
                      <a:pt x="34576" y="4477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67" name="Forme libre : forme 15166">
                <a:extLst>
                  <a:ext uri="{FF2B5EF4-FFF2-40B4-BE49-F238E27FC236}">
                    <a16:creationId xmlns:a16="http://schemas.microsoft.com/office/drawing/2014/main" id="{02C90456-0CE8-49A5-86C8-AB7BBD33814E}"/>
                  </a:ext>
                </a:extLst>
              </p:cNvPr>
              <p:cNvSpPr/>
              <p:nvPr/>
            </p:nvSpPr>
            <p:spPr>
              <a:xfrm>
                <a:off x="8593750" y="3807899"/>
                <a:ext cx="112823" cy="112774"/>
              </a:xfrm>
              <a:custGeom>
                <a:avLst/>
                <a:gdLst>
                  <a:gd name="connsiteX0" fmla="*/ 112681 w 112823"/>
                  <a:gd name="connsiteY0" fmla="*/ 51821 h 112774"/>
                  <a:gd name="connsiteX1" fmla="*/ 51816 w 112823"/>
                  <a:gd name="connsiteY1" fmla="*/ 195 h 112774"/>
                  <a:gd name="connsiteX2" fmla="*/ 35338 w 112823"/>
                  <a:gd name="connsiteY2" fmla="*/ 4100 h 112774"/>
                  <a:gd name="connsiteX3" fmla="*/ 25622 w 112823"/>
                  <a:gd name="connsiteY3" fmla="*/ 9149 h 112774"/>
                  <a:gd name="connsiteX4" fmla="*/ 17145 w 112823"/>
                  <a:gd name="connsiteY4" fmla="*/ 15912 h 112774"/>
                  <a:gd name="connsiteX5" fmla="*/ 7239 w 112823"/>
                  <a:gd name="connsiteY5" fmla="*/ 28770 h 112774"/>
                  <a:gd name="connsiteX6" fmla="*/ 4763 w 112823"/>
                  <a:gd name="connsiteY6" fmla="*/ 33628 h 112774"/>
                  <a:gd name="connsiteX7" fmla="*/ 381 w 112823"/>
                  <a:gd name="connsiteY7" fmla="*/ 49535 h 112774"/>
                  <a:gd name="connsiteX8" fmla="*/ 0 w 112823"/>
                  <a:gd name="connsiteY8" fmla="*/ 55155 h 112774"/>
                  <a:gd name="connsiteX9" fmla="*/ 191 w 112823"/>
                  <a:gd name="connsiteY9" fmla="*/ 60965 h 112774"/>
                  <a:gd name="connsiteX10" fmla="*/ 191 w 112823"/>
                  <a:gd name="connsiteY10" fmla="*/ 60965 h 112774"/>
                  <a:gd name="connsiteX11" fmla="*/ 1238 w 112823"/>
                  <a:gd name="connsiteY11" fmla="*/ 67918 h 112774"/>
                  <a:gd name="connsiteX12" fmla="*/ 1334 w 112823"/>
                  <a:gd name="connsiteY12" fmla="*/ 68490 h 112774"/>
                  <a:gd name="connsiteX13" fmla="*/ 60960 w 112823"/>
                  <a:gd name="connsiteY13" fmla="*/ 112590 h 112774"/>
                  <a:gd name="connsiteX14" fmla="*/ 112586 w 112823"/>
                  <a:gd name="connsiteY14" fmla="*/ 59726 h 112774"/>
                  <a:gd name="connsiteX15" fmla="*/ 112681 w 112823"/>
                  <a:gd name="connsiteY15" fmla="*/ 58965 h 112774"/>
                  <a:gd name="connsiteX16" fmla="*/ 112681 w 112823"/>
                  <a:gd name="connsiteY16" fmla="*/ 51821 h 11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2823" h="112774">
                    <a:moveTo>
                      <a:pt x="112681" y="51821"/>
                    </a:moveTo>
                    <a:cubicBezTo>
                      <a:pt x="110109" y="20769"/>
                      <a:pt x="82868" y="-2376"/>
                      <a:pt x="51816" y="195"/>
                    </a:cubicBezTo>
                    <a:cubicBezTo>
                      <a:pt x="46006" y="672"/>
                      <a:pt x="40481" y="2005"/>
                      <a:pt x="35338" y="4100"/>
                    </a:cubicBezTo>
                    <a:cubicBezTo>
                      <a:pt x="31909" y="5529"/>
                      <a:pt x="28670" y="7149"/>
                      <a:pt x="25622" y="9149"/>
                    </a:cubicBezTo>
                    <a:cubicBezTo>
                      <a:pt x="22574" y="11149"/>
                      <a:pt x="19717" y="13435"/>
                      <a:pt x="17145" y="15912"/>
                    </a:cubicBezTo>
                    <a:cubicBezTo>
                      <a:pt x="13240" y="19722"/>
                      <a:pt x="9906" y="24008"/>
                      <a:pt x="7239" y="28770"/>
                    </a:cubicBezTo>
                    <a:cubicBezTo>
                      <a:pt x="6382" y="30390"/>
                      <a:pt x="5525" y="32009"/>
                      <a:pt x="4763" y="33628"/>
                    </a:cubicBezTo>
                    <a:cubicBezTo>
                      <a:pt x="2572" y="38581"/>
                      <a:pt x="1048" y="44010"/>
                      <a:pt x="381" y="49535"/>
                    </a:cubicBezTo>
                    <a:cubicBezTo>
                      <a:pt x="191" y="51440"/>
                      <a:pt x="0" y="53249"/>
                      <a:pt x="0" y="55155"/>
                    </a:cubicBezTo>
                    <a:cubicBezTo>
                      <a:pt x="0" y="57059"/>
                      <a:pt x="0" y="58965"/>
                      <a:pt x="191" y="60965"/>
                    </a:cubicBezTo>
                    <a:cubicBezTo>
                      <a:pt x="191" y="60965"/>
                      <a:pt x="191" y="60965"/>
                      <a:pt x="191" y="60965"/>
                    </a:cubicBezTo>
                    <a:cubicBezTo>
                      <a:pt x="381" y="63346"/>
                      <a:pt x="762" y="65632"/>
                      <a:pt x="1238" y="67918"/>
                    </a:cubicBezTo>
                    <a:cubicBezTo>
                      <a:pt x="1238" y="68108"/>
                      <a:pt x="1334" y="68299"/>
                      <a:pt x="1334" y="68490"/>
                    </a:cubicBezTo>
                    <a:cubicBezTo>
                      <a:pt x="7334" y="95636"/>
                      <a:pt x="32480" y="114876"/>
                      <a:pt x="60960" y="112590"/>
                    </a:cubicBezTo>
                    <a:cubicBezTo>
                      <a:pt x="89345" y="110304"/>
                      <a:pt x="110966" y="87349"/>
                      <a:pt x="112586" y="59726"/>
                    </a:cubicBezTo>
                    <a:cubicBezTo>
                      <a:pt x="112586" y="59441"/>
                      <a:pt x="112586" y="59250"/>
                      <a:pt x="112681" y="58965"/>
                    </a:cubicBezTo>
                    <a:cubicBezTo>
                      <a:pt x="112871" y="56679"/>
                      <a:pt x="112871" y="54202"/>
                      <a:pt x="112681" y="51821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68" name="Forme libre : forme 15167">
                <a:extLst>
                  <a:ext uri="{FF2B5EF4-FFF2-40B4-BE49-F238E27FC236}">
                    <a16:creationId xmlns:a16="http://schemas.microsoft.com/office/drawing/2014/main" id="{378625B7-4952-4575-B51E-DE10983050EE}"/>
                  </a:ext>
                </a:extLst>
              </p:cNvPr>
              <p:cNvSpPr/>
              <p:nvPr/>
            </p:nvSpPr>
            <p:spPr>
              <a:xfrm>
                <a:off x="8455646" y="3891316"/>
                <a:ext cx="112735" cy="112810"/>
              </a:xfrm>
              <a:custGeom>
                <a:avLst/>
                <a:gdLst>
                  <a:gd name="connsiteX0" fmla="*/ 112577 w 112735"/>
                  <a:gd name="connsiteY0" fmla="*/ 51843 h 112810"/>
                  <a:gd name="connsiteX1" fmla="*/ 108672 w 112735"/>
                  <a:gd name="connsiteY1" fmla="*/ 35364 h 112810"/>
                  <a:gd name="connsiteX2" fmla="*/ 103624 w 112735"/>
                  <a:gd name="connsiteY2" fmla="*/ 25649 h 112810"/>
                  <a:gd name="connsiteX3" fmla="*/ 92860 w 112735"/>
                  <a:gd name="connsiteY3" fmla="*/ 13457 h 112810"/>
                  <a:gd name="connsiteX4" fmla="*/ 79145 w 112735"/>
                  <a:gd name="connsiteY4" fmla="*/ 4789 h 112810"/>
                  <a:gd name="connsiteX5" fmla="*/ 51808 w 112735"/>
                  <a:gd name="connsiteY5" fmla="*/ 217 h 112810"/>
                  <a:gd name="connsiteX6" fmla="*/ 40568 w 112735"/>
                  <a:gd name="connsiteY6" fmla="*/ 2313 h 112810"/>
                  <a:gd name="connsiteX7" fmla="*/ 35330 w 112735"/>
                  <a:gd name="connsiteY7" fmla="*/ 4122 h 112810"/>
                  <a:gd name="connsiteX8" fmla="*/ 13422 w 112735"/>
                  <a:gd name="connsiteY8" fmla="*/ 19934 h 112810"/>
                  <a:gd name="connsiteX9" fmla="*/ 182 w 112735"/>
                  <a:gd name="connsiteY9" fmla="*/ 61082 h 112810"/>
                  <a:gd name="connsiteX10" fmla="*/ 1230 w 112735"/>
                  <a:gd name="connsiteY10" fmla="*/ 68035 h 112810"/>
                  <a:gd name="connsiteX11" fmla="*/ 1325 w 112735"/>
                  <a:gd name="connsiteY11" fmla="*/ 68606 h 112810"/>
                  <a:gd name="connsiteX12" fmla="*/ 60952 w 112735"/>
                  <a:gd name="connsiteY12" fmla="*/ 112612 h 112810"/>
                  <a:gd name="connsiteX13" fmla="*/ 112577 w 112735"/>
                  <a:gd name="connsiteY13" fmla="*/ 59748 h 112810"/>
                  <a:gd name="connsiteX14" fmla="*/ 112672 w 112735"/>
                  <a:gd name="connsiteY14" fmla="*/ 58986 h 112810"/>
                  <a:gd name="connsiteX15" fmla="*/ 112577 w 112735"/>
                  <a:gd name="connsiteY15" fmla="*/ 51843 h 112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2735" h="112810">
                    <a:moveTo>
                      <a:pt x="112577" y="51843"/>
                    </a:moveTo>
                    <a:cubicBezTo>
                      <a:pt x="112101" y="46032"/>
                      <a:pt x="110767" y="40508"/>
                      <a:pt x="108672" y="35364"/>
                    </a:cubicBezTo>
                    <a:cubicBezTo>
                      <a:pt x="107243" y="31935"/>
                      <a:pt x="105624" y="28697"/>
                      <a:pt x="103624" y="25649"/>
                    </a:cubicBezTo>
                    <a:cubicBezTo>
                      <a:pt x="100671" y="21077"/>
                      <a:pt x="96956" y="16981"/>
                      <a:pt x="92860" y="13457"/>
                    </a:cubicBezTo>
                    <a:cubicBezTo>
                      <a:pt x="88765" y="9932"/>
                      <a:pt x="84097" y="7075"/>
                      <a:pt x="79145" y="4789"/>
                    </a:cubicBezTo>
                    <a:cubicBezTo>
                      <a:pt x="70858" y="1074"/>
                      <a:pt x="61523" y="-640"/>
                      <a:pt x="51808" y="217"/>
                    </a:cubicBezTo>
                    <a:cubicBezTo>
                      <a:pt x="47902" y="503"/>
                      <a:pt x="44188" y="1265"/>
                      <a:pt x="40568" y="2313"/>
                    </a:cubicBezTo>
                    <a:cubicBezTo>
                      <a:pt x="38758" y="2884"/>
                      <a:pt x="37044" y="3455"/>
                      <a:pt x="35330" y="4122"/>
                    </a:cubicBezTo>
                    <a:cubicBezTo>
                      <a:pt x="26757" y="7551"/>
                      <a:pt x="19232" y="13076"/>
                      <a:pt x="13422" y="19934"/>
                    </a:cubicBezTo>
                    <a:cubicBezTo>
                      <a:pt x="4088" y="30983"/>
                      <a:pt x="-1056" y="45556"/>
                      <a:pt x="182" y="61082"/>
                    </a:cubicBezTo>
                    <a:cubicBezTo>
                      <a:pt x="373" y="63463"/>
                      <a:pt x="754" y="65749"/>
                      <a:pt x="1230" y="68035"/>
                    </a:cubicBezTo>
                    <a:cubicBezTo>
                      <a:pt x="1230" y="68226"/>
                      <a:pt x="1325" y="68416"/>
                      <a:pt x="1325" y="68606"/>
                    </a:cubicBezTo>
                    <a:cubicBezTo>
                      <a:pt x="7326" y="95753"/>
                      <a:pt x="32472" y="114993"/>
                      <a:pt x="60952" y="112612"/>
                    </a:cubicBezTo>
                    <a:cubicBezTo>
                      <a:pt x="89336" y="110326"/>
                      <a:pt x="110958" y="87371"/>
                      <a:pt x="112577" y="59748"/>
                    </a:cubicBezTo>
                    <a:cubicBezTo>
                      <a:pt x="112577" y="59463"/>
                      <a:pt x="112577" y="59272"/>
                      <a:pt x="112672" y="58986"/>
                    </a:cubicBezTo>
                    <a:cubicBezTo>
                      <a:pt x="112768" y="56605"/>
                      <a:pt x="112768" y="54224"/>
                      <a:pt x="112577" y="5184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69" name="Forme libre : forme 15168">
                <a:extLst>
                  <a:ext uri="{FF2B5EF4-FFF2-40B4-BE49-F238E27FC236}">
                    <a16:creationId xmlns:a16="http://schemas.microsoft.com/office/drawing/2014/main" id="{E2130078-7E85-47F2-823B-E457C1C0F91C}"/>
                  </a:ext>
                </a:extLst>
              </p:cNvPr>
              <p:cNvSpPr/>
              <p:nvPr/>
            </p:nvSpPr>
            <p:spPr>
              <a:xfrm>
                <a:off x="8276366" y="3464856"/>
                <a:ext cx="112907" cy="112922"/>
              </a:xfrm>
              <a:custGeom>
                <a:avLst/>
                <a:gdLst>
                  <a:gd name="connsiteX0" fmla="*/ 106024 w 112907"/>
                  <a:gd name="connsiteY0" fmla="*/ 29294 h 112922"/>
                  <a:gd name="connsiteX1" fmla="*/ 29348 w 112907"/>
                  <a:gd name="connsiteY1" fmla="*/ 7006 h 112922"/>
                  <a:gd name="connsiteX2" fmla="*/ 19918 w 112907"/>
                  <a:gd name="connsiteY2" fmla="*/ 13483 h 112922"/>
                  <a:gd name="connsiteX3" fmla="*/ 12203 w 112907"/>
                  <a:gd name="connsiteY3" fmla="*/ 21484 h 112922"/>
                  <a:gd name="connsiteX4" fmla="*/ 6298 w 112907"/>
                  <a:gd name="connsiteY4" fmla="*/ 30628 h 112922"/>
                  <a:gd name="connsiteX5" fmla="*/ 297 w 112907"/>
                  <a:gd name="connsiteY5" fmla="*/ 62251 h 112922"/>
                  <a:gd name="connsiteX6" fmla="*/ 2487 w 112907"/>
                  <a:gd name="connsiteY6" fmla="*/ 73110 h 112922"/>
                  <a:gd name="connsiteX7" fmla="*/ 6964 w 112907"/>
                  <a:gd name="connsiteY7" fmla="*/ 83587 h 112922"/>
                  <a:gd name="connsiteX8" fmla="*/ 10774 w 112907"/>
                  <a:gd name="connsiteY8" fmla="*/ 89588 h 112922"/>
                  <a:gd name="connsiteX9" fmla="*/ 11155 w 112907"/>
                  <a:gd name="connsiteY9" fmla="*/ 90064 h 112922"/>
                  <a:gd name="connsiteX10" fmla="*/ 83641 w 112907"/>
                  <a:gd name="connsiteY10" fmla="*/ 105971 h 112922"/>
                  <a:gd name="connsiteX11" fmla="*/ 109263 w 112907"/>
                  <a:gd name="connsiteY11" fmla="*/ 36629 h 112922"/>
                  <a:gd name="connsiteX12" fmla="*/ 108977 w 112907"/>
                  <a:gd name="connsiteY12" fmla="*/ 35867 h 112922"/>
                  <a:gd name="connsiteX13" fmla="*/ 106024 w 112907"/>
                  <a:gd name="connsiteY13" fmla="*/ 29294 h 112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907" h="112922">
                    <a:moveTo>
                      <a:pt x="106024" y="29294"/>
                    </a:moveTo>
                    <a:cubicBezTo>
                      <a:pt x="91070" y="1958"/>
                      <a:pt x="56685" y="-8044"/>
                      <a:pt x="29348" y="7006"/>
                    </a:cubicBezTo>
                    <a:cubicBezTo>
                      <a:pt x="25919" y="8911"/>
                      <a:pt x="22776" y="11102"/>
                      <a:pt x="19918" y="13483"/>
                    </a:cubicBezTo>
                    <a:cubicBezTo>
                      <a:pt x="17061" y="15864"/>
                      <a:pt x="14489" y="18626"/>
                      <a:pt x="12203" y="21484"/>
                    </a:cubicBezTo>
                    <a:cubicBezTo>
                      <a:pt x="9917" y="24342"/>
                      <a:pt x="7917" y="27390"/>
                      <a:pt x="6298" y="30628"/>
                    </a:cubicBezTo>
                    <a:cubicBezTo>
                      <a:pt x="1344" y="40343"/>
                      <a:pt x="-846" y="51297"/>
                      <a:pt x="297" y="62251"/>
                    </a:cubicBezTo>
                    <a:cubicBezTo>
                      <a:pt x="678" y="65870"/>
                      <a:pt x="1440" y="69585"/>
                      <a:pt x="2487" y="73110"/>
                    </a:cubicBezTo>
                    <a:cubicBezTo>
                      <a:pt x="3631" y="76729"/>
                      <a:pt x="5059" y="80253"/>
                      <a:pt x="6964" y="83587"/>
                    </a:cubicBezTo>
                    <a:cubicBezTo>
                      <a:pt x="8107" y="85683"/>
                      <a:pt x="9441" y="87683"/>
                      <a:pt x="10774" y="89588"/>
                    </a:cubicBezTo>
                    <a:cubicBezTo>
                      <a:pt x="10869" y="89778"/>
                      <a:pt x="11060" y="89874"/>
                      <a:pt x="11155" y="90064"/>
                    </a:cubicBezTo>
                    <a:cubicBezTo>
                      <a:pt x="27729" y="112448"/>
                      <a:pt x="58590" y="119687"/>
                      <a:pt x="83641" y="105971"/>
                    </a:cubicBezTo>
                    <a:cubicBezTo>
                      <a:pt x="108596" y="92255"/>
                      <a:pt x="119074" y="62537"/>
                      <a:pt x="109263" y="36629"/>
                    </a:cubicBezTo>
                    <a:cubicBezTo>
                      <a:pt x="109168" y="36343"/>
                      <a:pt x="109072" y="36152"/>
                      <a:pt x="108977" y="35867"/>
                    </a:cubicBezTo>
                    <a:cubicBezTo>
                      <a:pt x="108215" y="33676"/>
                      <a:pt x="107262" y="31485"/>
                      <a:pt x="106024" y="29294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70" name="Forme libre : forme 15169">
                <a:extLst>
                  <a:ext uri="{FF2B5EF4-FFF2-40B4-BE49-F238E27FC236}">
                    <a16:creationId xmlns:a16="http://schemas.microsoft.com/office/drawing/2014/main" id="{72435297-57BC-4F4A-B05F-B32D77741CD2}"/>
                  </a:ext>
                </a:extLst>
              </p:cNvPr>
              <p:cNvSpPr/>
              <p:nvPr/>
            </p:nvSpPr>
            <p:spPr>
              <a:xfrm>
                <a:off x="8184175" y="3597444"/>
                <a:ext cx="113087" cy="112827"/>
              </a:xfrm>
              <a:custGeom>
                <a:avLst/>
                <a:gdLst>
                  <a:gd name="connsiteX0" fmla="*/ 11335 w 113087"/>
                  <a:gd name="connsiteY0" fmla="*/ 89969 h 112827"/>
                  <a:gd name="connsiteX1" fmla="*/ 83820 w 113087"/>
                  <a:gd name="connsiteY1" fmla="*/ 105875 h 112827"/>
                  <a:gd name="connsiteX2" fmla="*/ 109442 w 113087"/>
                  <a:gd name="connsiteY2" fmla="*/ 36533 h 112827"/>
                  <a:gd name="connsiteX3" fmla="*/ 109157 w 113087"/>
                  <a:gd name="connsiteY3" fmla="*/ 35867 h 112827"/>
                  <a:gd name="connsiteX4" fmla="*/ 106109 w 113087"/>
                  <a:gd name="connsiteY4" fmla="*/ 29295 h 112827"/>
                  <a:gd name="connsiteX5" fmla="*/ 29433 w 113087"/>
                  <a:gd name="connsiteY5" fmla="*/ 7006 h 112827"/>
                  <a:gd name="connsiteX6" fmla="*/ 20003 w 113087"/>
                  <a:gd name="connsiteY6" fmla="*/ 13483 h 112827"/>
                  <a:gd name="connsiteX7" fmla="*/ 12287 w 113087"/>
                  <a:gd name="connsiteY7" fmla="*/ 21484 h 112827"/>
                  <a:gd name="connsiteX8" fmla="*/ 7334 w 113087"/>
                  <a:gd name="connsiteY8" fmla="*/ 28913 h 112827"/>
                  <a:gd name="connsiteX9" fmla="*/ 2000 w 113087"/>
                  <a:gd name="connsiteY9" fmla="*/ 41963 h 112827"/>
                  <a:gd name="connsiteX10" fmla="*/ 286 w 113087"/>
                  <a:gd name="connsiteY10" fmla="*/ 51297 h 112827"/>
                  <a:gd name="connsiteX11" fmla="*/ 0 w 113087"/>
                  <a:gd name="connsiteY11" fmla="*/ 56727 h 112827"/>
                  <a:gd name="connsiteX12" fmla="*/ 2477 w 113087"/>
                  <a:gd name="connsiteY12" fmla="*/ 73109 h 112827"/>
                  <a:gd name="connsiteX13" fmla="*/ 6953 w 113087"/>
                  <a:gd name="connsiteY13" fmla="*/ 83587 h 112827"/>
                  <a:gd name="connsiteX14" fmla="*/ 10763 w 113087"/>
                  <a:gd name="connsiteY14" fmla="*/ 89588 h 112827"/>
                  <a:gd name="connsiteX15" fmla="*/ 11335 w 113087"/>
                  <a:gd name="connsiteY15" fmla="*/ 89969 h 112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3087" h="112827">
                    <a:moveTo>
                      <a:pt x="11335" y="89969"/>
                    </a:moveTo>
                    <a:cubicBezTo>
                      <a:pt x="27908" y="112353"/>
                      <a:pt x="58769" y="119591"/>
                      <a:pt x="83820" y="105875"/>
                    </a:cubicBezTo>
                    <a:cubicBezTo>
                      <a:pt x="108776" y="92159"/>
                      <a:pt x="119253" y="62441"/>
                      <a:pt x="109442" y="36533"/>
                    </a:cubicBezTo>
                    <a:cubicBezTo>
                      <a:pt x="109347" y="36343"/>
                      <a:pt x="109252" y="36057"/>
                      <a:pt x="109157" y="35867"/>
                    </a:cubicBezTo>
                    <a:cubicBezTo>
                      <a:pt x="108299" y="33676"/>
                      <a:pt x="107347" y="31485"/>
                      <a:pt x="106109" y="29295"/>
                    </a:cubicBezTo>
                    <a:cubicBezTo>
                      <a:pt x="91154" y="1958"/>
                      <a:pt x="56769" y="-8044"/>
                      <a:pt x="29433" y="7006"/>
                    </a:cubicBezTo>
                    <a:cubicBezTo>
                      <a:pt x="26003" y="8911"/>
                      <a:pt x="22860" y="11102"/>
                      <a:pt x="20003" y="13483"/>
                    </a:cubicBezTo>
                    <a:cubicBezTo>
                      <a:pt x="17145" y="15864"/>
                      <a:pt x="14573" y="18627"/>
                      <a:pt x="12287" y="21484"/>
                    </a:cubicBezTo>
                    <a:cubicBezTo>
                      <a:pt x="10383" y="23865"/>
                      <a:pt x="8858" y="26342"/>
                      <a:pt x="7334" y="28913"/>
                    </a:cubicBezTo>
                    <a:cubicBezTo>
                      <a:pt x="5048" y="33009"/>
                      <a:pt x="3239" y="37391"/>
                      <a:pt x="2000" y="41963"/>
                    </a:cubicBezTo>
                    <a:cubicBezTo>
                      <a:pt x="1143" y="45011"/>
                      <a:pt x="572" y="48154"/>
                      <a:pt x="286" y="51297"/>
                    </a:cubicBezTo>
                    <a:cubicBezTo>
                      <a:pt x="95" y="53107"/>
                      <a:pt x="0" y="54917"/>
                      <a:pt x="0" y="56727"/>
                    </a:cubicBezTo>
                    <a:cubicBezTo>
                      <a:pt x="0" y="62156"/>
                      <a:pt x="858" y="67680"/>
                      <a:pt x="2477" y="73109"/>
                    </a:cubicBezTo>
                    <a:cubicBezTo>
                      <a:pt x="3620" y="76729"/>
                      <a:pt x="5048" y="80253"/>
                      <a:pt x="6953" y="83587"/>
                    </a:cubicBezTo>
                    <a:cubicBezTo>
                      <a:pt x="8096" y="85682"/>
                      <a:pt x="9430" y="87683"/>
                      <a:pt x="10763" y="89588"/>
                    </a:cubicBezTo>
                    <a:cubicBezTo>
                      <a:pt x="11049" y="89683"/>
                      <a:pt x="11144" y="89873"/>
                      <a:pt x="11335" y="8996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71" name="Forme libre : forme 15170">
                <a:extLst>
                  <a:ext uri="{FF2B5EF4-FFF2-40B4-BE49-F238E27FC236}">
                    <a16:creationId xmlns:a16="http://schemas.microsoft.com/office/drawing/2014/main" id="{6006D1DE-E8EA-469A-9B16-5A05197F4D62}"/>
                  </a:ext>
                </a:extLst>
              </p:cNvPr>
              <p:cNvSpPr/>
              <p:nvPr/>
            </p:nvSpPr>
            <p:spPr>
              <a:xfrm>
                <a:off x="7712553" y="3360493"/>
                <a:ext cx="112853" cy="112824"/>
              </a:xfrm>
              <a:custGeom>
                <a:avLst/>
                <a:gdLst>
                  <a:gd name="connsiteX0" fmla="*/ 420 w 112853"/>
                  <a:gd name="connsiteY0" fmla="*/ 64125 h 112824"/>
                  <a:gd name="connsiteX1" fmla="*/ 1468 w 112853"/>
                  <a:gd name="connsiteY1" fmla="*/ 69554 h 112824"/>
                  <a:gd name="connsiteX2" fmla="*/ 3754 w 112853"/>
                  <a:gd name="connsiteY2" fmla="*/ 76793 h 112824"/>
                  <a:gd name="connsiteX3" fmla="*/ 21566 w 112853"/>
                  <a:gd name="connsiteY3" fmla="*/ 100987 h 112824"/>
                  <a:gd name="connsiteX4" fmla="*/ 26043 w 112853"/>
                  <a:gd name="connsiteY4" fmla="*/ 104130 h 112824"/>
                  <a:gd name="connsiteX5" fmla="*/ 46998 w 112853"/>
                  <a:gd name="connsiteY5" fmla="*/ 112131 h 112824"/>
                  <a:gd name="connsiteX6" fmla="*/ 54046 w 112853"/>
                  <a:gd name="connsiteY6" fmla="*/ 112797 h 112824"/>
                  <a:gd name="connsiteX7" fmla="*/ 54618 w 112853"/>
                  <a:gd name="connsiteY7" fmla="*/ 112797 h 112824"/>
                  <a:gd name="connsiteX8" fmla="*/ 112053 w 112853"/>
                  <a:gd name="connsiteY8" fmla="*/ 65839 h 112824"/>
                  <a:gd name="connsiteX9" fmla="*/ 73572 w 112853"/>
                  <a:gd name="connsiteY9" fmla="*/ 2784 h 112824"/>
                  <a:gd name="connsiteX10" fmla="*/ 72810 w 112853"/>
                  <a:gd name="connsiteY10" fmla="*/ 2498 h 112824"/>
                  <a:gd name="connsiteX11" fmla="*/ 65762 w 112853"/>
                  <a:gd name="connsiteY11" fmla="*/ 783 h 112824"/>
                  <a:gd name="connsiteX12" fmla="*/ 38139 w 112853"/>
                  <a:gd name="connsiteY12" fmla="*/ 3070 h 112824"/>
                  <a:gd name="connsiteX13" fmla="*/ 15470 w 112853"/>
                  <a:gd name="connsiteY13" fmla="*/ 17547 h 112824"/>
                  <a:gd name="connsiteX14" fmla="*/ 11946 w 112853"/>
                  <a:gd name="connsiteY14" fmla="*/ 21643 h 112824"/>
                  <a:gd name="connsiteX15" fmla="*/ 8802 w 112853"/>
                  <a:gd name="connsiteY15" fmla="*/ 26120 h 112824"/>
                  <a:gd name="connsiteX16" fmla="*/ 801 w 112853"/>
                  <a:gd name="connsiteY16" fmla="*/ 47075 h 112824"/>
                  <a:gd name="connsiteX17" fmla="*/ 135 w 112853"/>
                  <a:gd name="connsiteY17" fmla="*/ 52790 h 112824"/>
                  <a:gd name="connsiteX18" fmla="*/ 39 w 112853"/>
                  <a:gd name="connsiteY18" fmla="*/ 58505 h 112824"/>
                  <a:gd name="connsiteX19" fmla="*/ 420 w 112853"/>
                  <a:gd name="connsiteY19" fmla="*/ 64125 h 11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2853" h="112824">
                    <a:moveTo>
                      <a:pt x="420" y="64125"/>
                    </a:moveTo>
                    <a:cubicBezTo>
                      <a:pt x="706" y="65934"/>
                      <a:pt x="992" y="67744"/>
                      <a:pt x="1468" y="69554"/>
                    </a:cubicBezTo>
                    <a:cubicBezTo>
                      <a:pt x="2040" y="72030"/>
                      <a:pt x="2897" y="74507"/>
                      <a:pt x="3754" y="76793"/>
                    </a:cubicBezTo>
                    <a:cubicBezTo>
                      <a:pt x="7469" y="86318"/>
                      <a:pt x="13565" y="94700"/>
                      <a:pt x="21566" y="100987"/>
                    </a:cubicBezTo>
                    <a:cubicBezTo>
                      <a:pt x="22995" y="102129"/>
                      <a:pt x="24519" y="103177"/>
                      <a:pt x="26043" y="104130"/>
                    </a:cubicBezTo>
                    <a:cubicBezTo>
                      <a:pt x="32234" y="108035"/>
                      <a:pt x="39282" y="110892"/>
                      <a:pt x="46998" y="112131"/>
                    </a:cubicBezTo>
                    <a:cubicBezTo>
                      <a:pt x="49379" y="112512"/>
                      <a:pt x="51665" y="112702"/>
                      <a:pt x="54046" y="112797"/>
                    </a:cubicBezTo>
                    <a:cubicBezTo>
                      <a:pt x="54237" y="112797"/>
                      <a:pt x="54427" y="112797"/>
                      <a:pt x="54618" y="112797"/>
                    </a:cubicBezTo>
                    <a:cubicBezTo>
                      <a:pt x="82431" y="113655"/>
                      <a:pt x="107291" y="94033"/>
                      <a:pt x="112053" y="65839"/>
                    </a:cubicBezTo>
                    <a:cubicBezTo>
                      <a:pt x="116816" y="37741"/>
                      <a:pt x="99861" y="11166"/>
                      <a:pt x="73572" y="2784"/>
                    </a:cubicBezTo>
                    <a:cubicBezTo>
                      <a:pt x="73287" y="2688"/>
                      <a:pt x="73096" y="2593"/>
                      <a:pt x="72810" y="2498"/>
                    </a:cubicBezTo>
                    <a:cubicBezTo>
                      <a:pt x="70524" y="1831"/>
                      <a:pt x="68238" y="1164"/>
                      <a:pt x="65762" y="783"/>
                    </a:cubicBezTo>
                    <a:cubicBezTo>
                      <a:pt x="56142" y="-836"/>
                      <a:pt x="46712" y="117"/>
                      <a:pt x="38139" y="3070"/>
                    </a:cubicBezTo>
                    <a:cubicBezTo>
                      <a:pt x="29567" y="6022"/>
                      <a:pt x="21756" y="10975"/>
                      <a:pt x="15470" y="17547"/>
                    </a:cubicBezTo>
                    <a:cubicBezTo>
                      <a:pt x="14232" y="18881"/>
                      <a:pt x="12993" y="20214"/>
                      <a:pt x="11946" y="21643"/>
                    </a:cubicBezTo>
                    <a:cubicBezTo>
                      <a:pt x="10803" y="23072"/>
                      <a:pt x="9755" y="24596"/>
                      <a:pt x="8802" y="26120"/>
                    </a:cubicBezTo>
                    <a:cubicBezTo>
                      <a:pt x="4897" y="32311"/>
                      <a:pt x="2040" y="39360"/>
                      <a:pt x="801" y="47075"/>
                    </a:cubicBezTo>
                    <a:cubicBezTo>
                      <a:pt x="516" y="48980"/>
                      <a:pt x="230" y="50885"/>
                      <a:pt x="135" y="52790"/>
                    </a:cubicBezTo>
                    <a:cubicBezTo>
                      <a:pt x="39" y="54695"/>
                      <a:pt x="-56" y="56600"/>
                      <a:pt x="39" y="58505"/>
                    </a:cubicBezTo>
                    <a:cubicBezTo>
                      <a:pt x="39" y="60410"/>
                      <a:pt x="230" y="62315"/>
                      <a:pt x="420" y="6412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72" name="Forme libre : forme 15171">
                <a:extLst>
                  <a:ext uri="{FF2B5EF4-FFF2-40B4-BE49-F238E27FC236}">
                    <a16:creationId xmlns:a16="http://schemas.microsoft.com/office/drawing/2014/main" id="{D91CB2B7-1AFF-45AC-95AE-0B6645ADDF61}"/>
                  </a:ext>
                </a:extLst>
              </p:cNvPr>
              <p:cNvSpPr/>
              <p:nvPr/>
            </p:nvSpPr>
            <p:spPr>
              <a:xfrm>
                <a:off x="7759419" y="3515082"/>
                <a:ext cx="112851" cy="112894"/>
              </a:xfrm>
              <a:custGeom>
                <a:avLst/>
                <a:gdLst>
                  <a:gd name="connsiteX0" fmla="*/ 54615 w 112851"/>
                  <a:gd name="connsiteY0" fmla="*/ 112799 h 112894"/>
                  <a:gd name="connsiteX1" fmla="*/ 112051 w 112851"/>
                  <a:gd name="connsiteY1" fmla="*/ 65841 h 112894"/>
                  <a:gd name="connsiteX2" fmla="*/ 73570 w 112851"/>
                  <a:gd name="connsiteY2" fmla="*/ 2785 h 112894"/>
                  <a:gd name="connsiteX3" fmla="*/ 72808 w 112851"/>
                  <a:gd name="connsiteY3" fmla="*/ 2499 h 112894"/>
                  <a:gd name="connsiteX4" fmla="*/ 65760 w 112851"/>
                  <a:gd name="connsiteY4" fmla="*/ 785 h 112894"/>
                  <a:gd name="connsiteX5" fmla="*/ 65760 w 112851"/>
                  <a:gd name="connsiteY5" fmla="*/ 785 h 112894"/>
                  <a:gd name="connsiteX6" fmla="*/ 54329 w 112851"/>
                  <a:gd name="connsiteY6" fmla="*/ 23 h 112894"/>
                  <a:gd name="connsiteX7" fmla="*/ 48805 w 112851"/>
                  <a:gd name="connsiteY7" fmla="*/ 499 h 112894"/>
                  <a:gd name="connsiteX8" fmla="*/ 43376 w 112851"/>
                  <a:gd name="connsiteY8" fmla="*/ 1547 h 112894"/>
                  <a:gd name="connsiteX9" fmla="*/ 36137 w 112851"/>
                  <a:gd name="connsiteY9" fmla="*/ 3833 h 112894"/>
                  <a:gd name="connsiteX10" fmla="*/ 11943 w 112851"/>
                  <a:gd name="connsiteY10" fmla="*/ 21645 h 112894"/>
                  <a:gd name="connsiteX11" fmla="*/ 8800 w 112851"/>
                  <a:gd name="connsiteY11" fmla="*/ 26121 h 112894"/>
                  <a:gd name="connsiteX12" fmla="*/ 799 w 112851"/>
                  <a:gd name="connsiteY12" fmla="*/ 47077 h 112894"/>
                  <a:gd name="connsiteX13" fmla="*/ 132 w 112851"/>
                  <a:gd name="connsiteY13" fmla="*/ 52791 h 112894"/>
                  <a:gd name="connsiteX14" fmla="*/ 13848 w 112851"/>
                  <a:gd name="connsiteY14" fmla="*/ 93463 h 112894"/>
                  <a:gd name="connsiteX15" fmla="*/ 21754 w 112851"/>
                  <a:gd name="connsiteY15" fmla="*/ 100988 h 112894"/>
                  <a:gd name="connsiteX16" fmla="*/ 30993 w 112851"/>
                  <a:gd name="connsiteY16" fmla="*/ 106894 h 112894"/>
                  <a:gd name="connsiteX17" fmla="*/ 47090 w 112851"/>
                  <a:gd name="connsiteY17" fmla="*/ 112228 h 112894"/>
                  <a:gd name="connsiteX18" fmla="*/ 54139 w 112851"/>
                  <a:gd name="connsiteY18" fmla="*/ 112894 h 112894"/>
                  <a:gd name="connsiteX19" fmla="*/ 54615 w 112851"/>
                  <a:gd name="connsiteY19" fmla="*/ 112799 h 112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2851" h="112894">
                    <a:moveTo>
                      <a:pt x="54615" y="112799"/>
                    </a:moveTo>
                    <a:cubicBezTo>
                      <a:pt x="82428" y="113656"/>
                      <a:pt x="107288" y="94035"/>
                      <a:pt x="112051" y="65841"/>
                    </a:cubicBezTo>
                    <a:cubicBezTo>
                      <a:pt x="116813" y="37742"/>
                      <a:pt x="99859" y="11167"/>
                      <a:pt x="73570" y="2785"/>
                    </a:cubicBezTo>
                    <a:cubicBezTo>
                      <a:pt x="73284" y="2690"/>
                      <a:pt x="73094" y="2595"/>
                      <a:pt x="72808" y="2499"/>
                    </a:cubicBezTo>
                    <a:cubicBezTo>
                      <a:pt x="70522" y="1833"/>
                      <a:pt x="68236" y="1166"/>
                      <a:pt x="65760" y="785"/>
                    </a:cubicBezTo>
                    <a:cubicBezTo>
                      <a:pt x="65760" y="785"/>
                      <a:pt x="65760" y="785"/>
                      <a:pt x="65760" y="785"/>
                    </a:cubicBezTo>
                    <a:cubicBezTo>
                      <a:pt x="61949" y="118"/>
                      <a:pt x="58139" y="-72"/>
                      <a:pt x="54329" y="23"/>
                    </a:cubicBezTo>
                    <a:cubicBezTo>
                      <a:pt x="52424" y="118"/>
                      <a:pt x="50615" y="213"/>
                      <a:pt x="48805" y="499"/>
                    </a:cubicBezTo>
                    <a:cubicBezTo>
                      <a:pt x="46995" y="785"/>
                      <a:pt x="45185" y="1071"/>
                      <a:pt x="43376" y="1547"/>
                    </a:cubicBezTo>
                    <a:cubicBezTo>
                      <a:pt x="40899" y="2119"/>
                      <a:pt x="38423" y="2976"/>
                      <a:pt x="36137" y="3833"/>
                    </a:cubicBezTo>
                    <a:cubicBezTo>
                      <a:pt x="26612" y="7548"/>
                      <a:pt x="18230" y="13644"/>
                      <a:pt x="11943" y="21645"/>
                    </a:cubicBezTo>
                    <a:cubicBezTo>
                      <a:pt x="10800" y="23073"/>
                      <a:pt x="9752" y="24597"/>
                      <a:pt x="8800" y="26121"/>
                    </a:cubicBezTo>
                    <a:cubicBezTo>
                      <a:pt x="4895" y="32313"/>
                      <a:pt x="2037" y="39361"/>
                      <a:pt x="799" y="47077"/>
                    </a:cubicBezTo>
                    <a:cubicBezTo>
                      <a:pt x="513" y="48981"/>
                      <a:pt x="227" y="50887"/>
                      <a:pt x="132" y="52791"/>
                    </a:cubicBezTo>
                    <a:cubicBezTo>
                      <a:pt x="-916" y="68031"/>
                      <a:pt x="4323" y="82510"/>
                      <a:pt x="13848" y="93463"/>
                    </a:cubicBezTo>
                    <a:cubicBezTo>
                      <a:pt x="16229" y="96226"/>
                      <a:pt x="18801" y="98702"/>
                      <a:pt x="21754" y="100988"/>
                    </a:cubicBezTo>
                    <a:cubicBezTo>
                      <a:pt x="24611" y="103274"/>
                      <a:pt x="27755" y="105179"/>
                      <a:pt x="30993" y="106894"/>
                    </a:cubicBezTo>
                    <a:cubicBezTo>
                      <a:pt x="35946" y="109370"/>
                      <a:pt x="41375" y="111180"/>
                      <a:pt x="47090" y="112228"/>
                    </a:cubicBezTo>
                    <a:cubicBezTo>
                      <a:pt x="49472" y="112608"/>
                      <a:pt x="51758" y="112799"/>
                      <a:pt x="54139" y="112894"/>
                    </a:cubicBezTo>
                    <a:cubicBezTo>
                      <a:pt x="54234" y="112799"/>
                      <a:pt x="54425" y="112799"/>
                      <a:pt x="54615" y="11279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73" name="Forme libre : forme 15172">
                <a:extLst>
                  <a:ext uri="{FF2B5EF4-FFF2-40B4-BE49-F238E27FC236}">
                    <a16:creationId xmlns:a16="http://schemas.microsoft.com/office/drawing/2014/main" id="{C53CCB7D-3787-4FDC-AC69-512C426B2A7C}"/>
                  </a:ext>
                </a:extLst>
              </p:cNvPr>
              <p:cNvSpPr/>
              <p:nvPr/>
            </p:nvSpPr>
            <p:spPr>
              <a:xfrm>
                <a:off x="7372836" y="3311706"/>
                <a:ext cx="112988" cy="112918"/>
              </a:xfrm>
              <a:custGeom>
                <a:avLst/>
                <a:gdLst>
                  <a:gd name="connsiteX0" fmla="*/ 39433 w 112988"/>
                  <a:gd name="connsiteY0" fmla="*/ 110245 h 112918"/>
                  <a:gd name="connsiteX1" fmla="*/ 46292 w 112988"/>
                  <a:gd name="connsiteY1" fmla="*/ 111959 h 112918"/>
                  <a:gd name="connsiteX2" fmla="*/ 46863 w 112988"/>
                  <a:gd name="connsiteY2" fmla="*/ 112054 h 112918"/>
                  <a:gd name="connsiteX3" fmla="*/ 110300 w 112988"/>
                  <a:gd name="connsiteY3" fmla="*/ 73669 h 112918"/>
                  <a:gd name="connsiteX4" fmla="*/ 81058 w 112988"/>
                  <a:gd name="connsiteY4" fmla="*/ 5755 h 112918"/>
                  <a:gd name="connsiteX5" fmla="*/ 80391 w 112988"/>
                  <a:gd name="connsiteY5" fmla="*/ 5374 h 112918"/>
                  <a:gd name="connsiteX6" fmla="*/ 73724 w 112988"/>
                  <a:gd name="connsiteY6" fmla="*/ 2707 h 112918"/>
                  <a:gd name="connsiteX7" fmla="*/ 51435 w 112988"/>
                  <a:gd name="connsiteY7" fmla="*/ 231 h 112918"/>
                  <a:gd name="connsiteX8" fmla="*/ 40672 w 112988"/>
                  <a:gd name="connsiteY8" fmla="*/ 2231 h 112918"/>
                  <a:gd name="connsiteX9" fmla="*/ 35528 w 112988"/>
                  <a:gd name="connsiteY9" fmla="*/ 4041 h 112918"/>
                  <a:gd name="connsiteX10" fmla="*/ 25908 w 112988"/>
                  <a:gd name="connsiteY10" fmla="*/ 8994 h 112918"/>
                  <a:gd name="connsiteX11" fmla="*/ 17336 w 112988"/>
                  <a:gd name="connsiteY11" fmla="*/ 15757 h 112918"/>
                  <a:gd name="connsiteX12" fmla="*/ 10192 w 112988"/>
                  <a:gd name="connsiteY12" fmla="*/ 24139 h 112918"/>
                  <a:gd name="connsiteX13" fmla="*/ 2667 w 112988"/>
                  <a:gd name="connsiteY13" fmla="*/ 39379 h 112918"/>
                  <a:gd name="connsiteX14" fmla="*/ 286 w 112988"/>
                  <a:gd name="connsiteY14" fmla="*/ 50523 h 112918"/>
                  <a:gd name="connsiteX15" fmla="*/ 0 w 112988"/>
                  <a:gd name="connsiteY15" fmla="*/ 56143 h 112918"/>
                  <a:gd name="connsiteX16" fmla="*/ 191 w 112988"/>
                  <a:gd name="connsiteY16" fmla="*/ 61667 h 112918"/>
                  <a:gd name="connsiteX17" fmla="*/ 2191 w 112988"/>
                  <a:gd name="connsiteY17" fmla="*/ 72430 h 112918"/>
                  <a:gd name="connsiteX18" fmla="*/ 6191 w 112988"/>
                  <a:gd name="connsiteY18" fmla="*/ 82527 h 112918"/>
                  <a:gd name="connsiteX19" fmla="*/ 15621 w 112988"/>
                  <a:gd name="connsiteY19" fmla="*/ 95767 h 112918"/>
                  <a:gd name="connsiteX20" fmla="*/ 39433 w 112988"/>
                  <a:gd name="connsiteY20" fmla="*/ 110245 h 112918"/>
                  <a:gd name="connsiteX21" fmla="*/ 39433 w 112988"/>
                  <a:gd name="connsiteY21" fmla="*/ 110245 h 11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2988" h="112918">
                    <a:moveTo>
                      <a:pt x="39433" y="110245"/>
                    </a:moveTo>
                    <a:cubicBezTo>
                      <a:pt x="41720" y="111007"/>
                      <a:pt x="44006" y="111483"/>
                      <a:pt x="46292" y="111959"/>
                    </a:cubicBezTo>
                    <a:cubicBezTo>
                      <a:pt x="46482" y="111959"/>
                      <a:pt x="46673" y="112054"/>
                      <a:pt x="46863" y="112054"/>
                    </a:cubicBezTo>
                    <a:cubicBezTo>
                      <a:pt x="74200" y="116912"/>
                      <a:pt x="101632" y="100910"/>
                      <a:pt x="110300" y="73669"/>
                    </a:cubicBezTo>
                    <a:cubicBezTo>
                      <a:pt x="118967" y="46523"/>
                      <a:pt x="106013" y="17757"/>
                      <a:pt x="81058" y="5755"/>
                    </a:cubicBezTo>
                    <a:cubicBezTo>
                      <a:pt x="80867" y="5660"/>
                      <a:pt x="80582" y="5565"/>
                      <a:pt x="80391" y="5374"/>
                    </a:cubicBezTo>
                    <a:cubicBezTo>
                      <a:pt x="78200" y="4327"/>
                      <a:pt x="76010" y="3469"/>
                      <a:pt x="73724" y="2707"/>
                    </a:cubicBezTo>
                    <a:cubicBezTo>
                      <a:pt x="66294" y="326"/>
                      <a:pt x="58769" y="-436"/>
                      <a:pt x="51435" y="231"/>
                    </a:cubicBezTo>
                    <a:cubicBezTo>
                      <a:pt x="47816" y="517"/>
                      <a:pt x="44196" y="1279"/>
                      <a:pt x="40672" y="2231"/>
                    </a:cubicBezTo>
                    <a:cubicBezTo>
                      <a:pt x="38957" y="2707"/>
                      <a:pt x="37243" y="3374"/>
                      <a:pt x="35528" y="4041"/>
                    </a:cubicBezTo>
                    <a:cubicBezTo>
                      <a:pt x="32195" y="5374"/>
                      <a:pt x="28956" y="7089"/>
                      <a:pt x="25908" y="8994"/>
                    </a:cubicBezTo>
                    <a:cubicBezTo>
                      <a:pt x="22860" y="10994"/>
                      <a:pt x="20003" y="13185"/>
                      <a:pt x="17336" y="15757"/>
                    </a:cubicBezTo>
                    <a:cubicBezTo>
                      <a:pt x="14669" y="18328"/>
                      <a:pt x="12287" y="21091"/>
                      <a:pt x="10192" y="24139"/>
                    </a:cubicBezTo>
                    <a:cubicBezTo>
                      <a:pt x="7049" y="28711"/>
                      <a:pt x="4477" y="33759"/>
                      <a:pt x="2667" y="39379"/>
                    </a:cubicBezTo>
                    <a:cubicBezTo>
                      <a:pt x="1524" y="43094"/>
                      <a:pt x="667" y="46808"/>
                      <a:pt x="286" y="50523"/>
                    </a:cubicBezTo>
                    <a:cubicBezTo>
                      <a:pt x="95" y="52428"/>
                      <a:pt x="0" y="54238"/>
                      <a:pt x="0" y="56143"/>
                    </a:cubicBezTo>
                    <a:cubicBezTo>
                      <a:pt x="0" y="57953"/>
                      <a:pt x="95" y="59857"/>
                      <a:pt x="191" y="61667"/>
                    </a:cubicBezTo>
                    <a:cubicBezTo>
                      <a:pt x="476" y="65287"/>
                      <a:pt x="1238" y="68906"/>
                      <a:pt x="2191" y="72430"/>
                    </a:cubicBezTo>
                    <a:cubicBezTo>
                      <a:pt x="3239" y="75955"/>
                      <a:pt x="4572" y="79288"/>
                      <a:pt x="6191" y="82527"/>
                    </a:cubicBezTo>
                    <a:cubicBezTo>
                      <a:pt x="8668" y="87385"/>
                      <a:pt x="11811" y="91766"/>
                      <a:pt x="15621" y="95767"/>
                    </a:cubicBezTo>
                    <a:cubicBezTo>
                      <a:pt x="22193" y="102149"/>
                      <a:pt x="30194" y="107292"/>
                      <a:pt x="39433" y="110245"/>
                    </a:cubicBezTo>
                    <a:cubicBezTo>
                      <a:pt x="39433" y="110245"/>
                      <a:pt x="39433" y="110245"/>
                      <a:pt x="39433" y="11024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74" name="Forme libre : forme 15173">
                <a:extLst>
                  <a:ext uri="{FF2B5EF4-FFF2-40B4-BE49-F238E27FC236}">
                    <a16:creationId xmlns:a16="http://schemas.microsoft.com/office/drawing/2014/main" id="{87D3F539-F66C-435B-8FA7-C924D09E7DDB}"/>
                  </a:ext>
                </a:extLst>
              </p:cNvPr>
              <p:cNvSpPr/>
              <p:nvPr/>
            </p:nvSpPr>
            <p:spPr>
              <a:xfrm>
                <a:off x="7397315" y="3471382"/>
                <a:ext cx="112988" cy="112881"/>
              </a:xfrm>
              <a:custGeom>
                <a:avLst/>
                <a:gdLst>
                  <a:gd name="connsiteX0" fmla="*/ 15907 w 112988"/>
                  <a:gd name="connsiteY0" fmla="*/ 95539 h 112881"/>
                  <a:gd name="connsiteX1" fmla="*/ 39433 w 112988"/>
                  <a:gd name="connsiteY1" fmla="*/ 110207 h 112881"/>
                  <a:gd name="connsiteX2" fmla="*/ 46292 w 112988"/>
                  <a:gd name="connsiteY2" fmla="*/ 111922 h 112881"/>
                  <a:gd name="connsiteX3" fmla="*/ 46863 w 112988"/>
                  <a:gd name="connsiteY3" fmla="*/ 112017 h 112881"/>
                  <a:gd name="connsiteX4" fmla="*/ 110300 w 112988"/>
                  <a:gd name="connsiteY4" fmla="*/ 73631 h 112881"/>
                  <a:gd name="connsiteX5" fmla="*/ 81058 w 112988"/>
                  <a:gd name="connsiteY5" fmla="*/ 5718 h 112881"/>
                  <a:gd name="connsiteX6" fmla="*/ 80391 w 112988"/>
                  <a:gd name="connsiteY6" fmla="*/ 5337 h 112881"/>
                  <a:gd name="connsiteX7" fmla="*/ 73724 w 112988"/>
                  <a:gd name="connsiteY7" fmla="*/ 2670 h 112881"/>
                  <a:gd name="connsiteX8" fmla="*/ 62579 w 112988"/>
                  <a:gd name="connsiteY8" fmla="*/ 289 h 112881"/>
                  <a:gd name="connsiteX9" fmla="*/ 56959 w 112988"/>
                  <a:gd name="connsiteY9" fmla="*/ 3 h 112881"/>
                  <a:gd name="connsiteX10" fmla="*/ 30671 w 112988"/>
                  <a:gd name="connsiteY10" fmla="*/ 6289 h 112881"/>
                  <a:gd name="connsiteX11" fmla="*/ 21526 w 112988"/>
                  <a:gd name="connsiteY11" fmla="*/ 12195 h 112881"/>
                  <a:gd name="connsiteX12" fmla="*/ 13621 w 112988"/>
                  <a:gd name="connsiteY12" fmla="*/ 19720 h 112881"/>
                  <a:gd name="connsiteX13" fmla="*/ 2667 w 112988"/>
                  <a:gd name="connsiteY13" fmla="*/ 39341 h 112881"/>
                  <a:gd name="connsiteX14" fmla="*/ 286 w 112988"/>
                  <a:gd name="connsiteY14" fmla="*/ 50485 h 112881"/>
                  <a:gd name="connsiteX15" fmla="*/ 0 w 112988"/>
                  <a:gd name="connsiteY15" fmla="*/ 56105 h 112881"/>
                  <a:gd name="connsiteX16" fmla="*/ 953 w 112988"/>
                  <a:gd name="connsiteY16" fmla="*/ 67059 h 112881"/>
                  <a:gd name="connsiteX17" fmla="*/ 2191 w 112988"/>
                  <a:gd name="connsiteY17" fmla="*/ 72393 h 112881"/>
                  <a:gd name="connsiteX18" fmla="*/ 15907 w 112988"/>
                  <a:gd name="connsiteY18" fmla="*/ 95539 h 11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2988" h="112881">
                    <a:moveTo>
                      <a:pt x="15907" y="95539"/>
                    </a:moveTo>
                    <a:cubicBezTo>
                      <a:pt x="22193" y="102111"/>
                      <a:pt x="30194" y="107254"/>
                      <a:pt x="39433" y="110207"/>
                    </a:cubicBezTo>
                    <a:cubicBezTo>
                      <a:pt x="41720" y="110969"/>
                      <a:pt x="44005" y="111445"/>
                      <a:pt x="46292" y="111922"/>
                    </a:cubicBezTo>
                    <a:cubicBezTo>
                      <a:pt x="46482" y="111922"/>
                      <a:pt x="46672" y="112017"/>
                      <a:pt x="46863" y="112017"/>
                    </a:cubicBezTo>
                    <a:cubicBezTo>
                      <a:pt x="74200" y="116875"/>
                      <a:pt x="101632" y="100873"/>
                      <a:pt x="110300" y="73631"/>
                    </a:cubicBezTo>
                    <a:cubicBezTo>
                      <a:pt x="118967" y="46485"/>
                      <a:pt x="106013" y="17719"/>
                      <a:pt x="81058" y="5718"/>
                    </a:cubicBezTo>
                    <a:cubicBezTo>
                      <a:pt x="80867" y="5623"/>
                      <a:pt x="80581" y="5527"/>
                      <a:pt x="80391" y="5337"/>
                    </a:cubicBezTo>
                    <a:cubicBezTo>
                      <a:pt x="78200" y="4289"/>
                      <a:pt x="76009" y="3432"/>
                      <a:pt x="73724" y="2670"/>
                    </a:cubicBezTo>
                    <a:cubicBezTo>
                      <a:pt x="70009" y="1527"/>
                      <a:pt x="66294" y="670"/>
                      <a:pt x="62579" y="289"/>
                    </a:cubicBezTo>
                    <a:cubicBezTo>
                      <a:pt x="60674" y="98"/>
                      <a:pt x="58864" y="3"/>
                      <a:pt x="56959" y="3"/>
                    </a:cubicBezTo>
                    <a:cubicBezTo>
                      <a:pt x="47720" y="-92"/>
                      <a:pt x="38671" y="2194"/>
                      <a:pt x="30671" y="6289"/>
                    </a:cubicBezTo>
                    <a:cubicBezTo>
                      <a:pt x="27432" y="7909"/>
                      <a:pt x="24384" y="9909"/>
                      <a:pt x="21526" y="12195"/>
                    </a:cubicBezTo>
                    <a:cubicBezTo>
                      <a:pt x="18669" y="14481"/>
                      <a:pt x="16002" y="16957"/>
                      <a:pt x="13621" y="19720"/>
                    </a:cubicBezTo>
                    <a:cubicBezTo>
                      <a:pt x="8858" y="25244"/>
                      <a:pt x="5048" y="31912"/>
                      <a:pt x="2667" y="39341"/>
                    </a:cubicBezTo>
                    <a:cubicBezTo>
                      <a:pt x="1524" y="43056"/>
                      <a:pt x="667" y="46771"/>
                      <a:pt x="286" y="50485"/>
                    </a:cubicBezTo>
                    <a:cubicBezTo>
                      <a:pt x="95" y="52391"/>
                      <a:pt x="0" y="54200"/>
                      <a:pt x="0" y="56105"/>
                    </a:cubicBezTo>
                    <a:cubicBezTo>
                      <a:pt x="0" y="59820"/>
                      <a:pt x="286" y="63439"/>
                      <a:pt x="953" y="67059"/>
                    </a:cubicBezTo>
                    <a:cubicBezTo>
                      <a:pt x="1333" y="68869"/>
                      <a:pt x="1714" y="70583"/>
                      <a:pt x="2191" y="72393"/>
                    </a:cubicBezTo>
                    <a:cubicBezTo>
                      <a:pt x="4953" y="80966"/>
                      <a:pt x="9620" y="88966"/>
                      <a:pt x="15907" y="9553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75" name="Forme libre : forme 15174">
                <a:extLst>
                  <a:ext uri="{FF2B5EF4-FFF2-40B4-BE49-F238E27FC236}">
                    <a16:creationId xmlns:a16="http://schemas.microsoft.com/office/drawing/2014/main" id="{DA0F6B60-B300-441E-863A-9EBA43275061}"/>
                  </a:ext>
                </a:extLst>
              </p:cNvPr>
              <p:cNvSpPr/>
              <p:nvPr/>
            </p:nvSpPr>
            <p:spPr>
              <a:xfrm>
                <a:off x="6835001" y="3295330"/>
                <a:ext cx="112923" cy="112904"/>
              </a:xfrm>
              <a:custGeom>
                <a:avLst/>
                <a:gdLst>
                  <a:gd name="connsiteX0" fmla="*/ 83682 w 112923"/>
                  <a:gd name="connsiteY0" fmla="*/ 6986 h 112904"/>
                  <a:gd name="connsiteX1" fmla="*/ 11388 w 112923"/>
                  <a:gd name="connsiteY1" fmla="*/ 22607 h 112904"/>
                  <a:gd name="connsiteX2" fmla="*/ 10911 w 112923"/>
                  <a:gd name="connsiteY2" fmla="*/ 23179 h 112904"/>
                  <a:gd name="connsiteX3" fmla="*/ 7006 w 112923"/>
                  <a:gd name="connsiteY3" fmla="*/ 29275 h 112904"/>
                  <a:gd name="connsiteX4" fmla="*/ 29294 w 112923"/>
                  <a:gd name="connsiteY4" fmla="*/ 105951 h 112904"/>
                  <a:gd name="connsiteX5" fmla="*/ 35962 w 112923"/>
                  <a:gd name="connsiteY5" fmla="*/ 108999 h 112904"/>
                  <a:gd name="connsiteX6" fmla="*/ 55869 w 112923"/>
                  <a:gd name="connsiteY6" fmla="*/ 112904 h 112904"/>
                  <a:gd name="connsiteX7" fmla="*/ 56155 w 112923"/>
                  <a:gd name="connsiteY7" fmla="*/ 112904 h 112904"/>
                  <a:gd name="connsiteX8" fmla="*/ 67014 w 112923"/>
                  <a:gd name="connsiteY8" fmla="*/ 111952 h 112904"/>
                  <a:gd name="connsiteX9" fmla="*/ 72252 w 112923"/>
                  <a:gd name="connsiteY9" fmla="*/ 110713 h 112904"/>
                  <a:gd name="connsiteX10" fmla="*/ 82349 w 112923"/>
                  <a:gd name="connsiteY10" fmla="*/ 106713 h 112904"/>
                  <a:gd name="connsiteX11" fmla="*/ 87111 w 112923"/>
                  <a:gd name="connsiteY11" fmla="*/ 103951 h 112904"/>
                  <a:gd name="connsiteX12" fmla="*/ 95779 w 112923"/>
                  <a:gd name="connsiteY12" fmla="*/ 97188 h 112904"/>
                  <a:gd name="connsiteX13" fmla="*/ 99589 w 112923"/>
                  <a:gd name="connsiteY13" fmla="*/ 93092 h 112904"/>
                  <a:gd name="connsiteX14" fmla="*/ 106066 w 112923"/>
                  <a:gd name="connsiteY14" fmla="*/ 83662 h 112904"/>
                  <a:gd name="connsiteX15" fmla="*/ 109019 w 112923"/>
                  <a:gd name="connsiteY15" fmla="*/ 77281 h 112904"/>
                  <a:gd name="connsiteX16" fmla="*/ 109209 w 112923"/>
                  <a:gd name="connsiteY16" fmla="*/ 76709 h 112904"/>
                  <a:gd name="connsiteX17" fmla="*/ 83682 w 112923"/>
                  <a:gd name="connsiteY17" fmla="*/ 6986 h 112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2923" h="112904">
                    <a:moveTo>
                      <a:pt x="83682" y="6986"/>
                    </a:moveTo>
                    <a:cubicBezTo>
                      <a:pt x="58727" y="-6730"/>
                      <a:pt x="28056" y="414"/>
                      <a:pt x="11388" y="22607"/>
                    </a:cubicBezTo>
                    <a:cubicBezTo>
                      <a:pt x="11197" y="22798"/>
                      <a:pt x="11102" y="22988"/>
                      <a:pt x="10911" y="23179"/>
                    </a:cubicBezTo>
                    <a:cubicBezTo>
                      <a:pt x="9482" y="25084"/>
                      <a:pt x="8149" y="27084"/>
                      <a:pt x="7006" y="29275"/>
                    </a:cubicBezTo>
                    <a:cubicBezTo>
                      <a:pt x="-8044" y="56611"/>
                      <a:pt x="1958" y="90901"/>
                      <a:pt x="29294" y="105951"/>
                    </a:cubicBezTo>
                    <a:cubicBezTo>
                      <a:pt x="31485" y="107094"/>
                      <a:pt x="33676" y="108142"/>
                      <a:pt x="35962" y="108999"/>
                    </a:cubicBezTo>
                    <a:cubicBezTo>
                      <a:pt x="42439" y="111571"/>
                      <a:pt x="49202" y="112904"/>
                      <a:pt x="55869" y="112904"/>
                    </a:cubicBezTo>
                    <a:cubicBezTo>
                      <a:pt x="55964" y="112904"/>
                      <a:pt x="56060" y="112904"/>
                      <a:pt x="56155" y="112904"/>
                    </a:cubicBezTo>
                    <a:cubicBezTo>
                      <a:pt x="59775" y="112904"/>
                      <a:pt x="63394" y="112618"/>
                      <a:pt x="67014" y="111952"/>
                    </a:cubicBezTo>
                    <a:cubicBezTo>
                      <a:pt x="68823" y="111571"/>
                      <a:pt x="70538" y="111190"/>
                      <a:pt x="72252" y="110713"/>
                    </a:cubicBezTo>
                    <a:cubicBezTo>
                      <a:pt x="75681" y="109666"/>
                      <a:pt x="79110" y="108332"/>
                      <a:pt x="82349" y="106713"/>
                    </a:cubicBezTo>
                    <a:cubicBezTo>
                      <a:pt x="83968" y="105856"/>
                      <a:pt x="85492" y="104999"/>
                      <a:pt x="87111" y="103951"/>
                    </a:cubicBezTo>
                    <a:cubicBezTo>
                      <a:pt x="90159" y="101950"/>
                      <a:pt x="93112" y="99664"/>
                      <a:pt x="95779" y="97188"/>
                    </a:cubicBezTo>
                    <a:cubicBezTo>
                      <a:pt x="97113" y="95950"/>
                      <a:pt x="98351" y="94521"/>
                      <a:pt x="99589" y="93092"/>
                    </a:cubicBezTo>
                    <a:cubicBezTo>
                      <a:pt x="102065" y="90235"/>
                      <a:pt x="104161" y="87091"/>
                      <a:pt x="106066" y="83662"/>
                    </a:cubicBezTo>
                    <a:cubicBezTo>
                      <a:pt x="107209" y="81567"/>
                      <a:pt x="108161" y="79376"/>
                      <a:pt x="109019" y="77281"/>
                    </a:cubicBezTo>
                    <a:cubicBezTo>
                      <a:pt x="109114" y="77090"/>
                      <a:pt x="109114" y="76900"/>
                      <a:pt x="109209" y="76709"/>
                    </a:cubicBezTo>
                    <a:cubicBezTo>
                      <a:pt x="119115" y="50706"/>
                      <a:pt x="108733" y="20702"/>
                      <a:pt x="83682" y="6986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76" name="Forme libre : forme 15175">
                <a:extLst>
                  <a:ext uri="{FF2B5EF4-FFF2-40B4-BE49-F238E27FC236}">
                    <a16:creationId xmlns:a16="http://schemas.microsoft.com/office/drawing/2014/main" id="{55B45D5E-7CA9-447C-89E6-891B87C0906F}"/>
                  </a:ext>
                </a:extLst>
              </p:cNvPr>
              <p:cNvSpPr/>
              <p:nvPr/>
            </p:nvSpPr>
            <p:spPr>
              <a:xfrm>
                <a:off x="6996365" y="3302051"/>
                <a:ext cx="112778" cy="112946"/>
              </a:xfrm>
              <a:custGeom>
                <a:avLst/>
                <a:gdLst>
                  <a:gd name="connsiteX0" fmla="*/ 11378 w 112778"/>
                  <a:gd name="connsiteY0" fmla="*/ 22554 h 112946"/>
                  <a:gd name="connsiteX1" fmla="*/ 10901 w 112778"/>
                  <a:gd name="connsiteY1" fmla="*/ 23126 h 112946"/>
                  <a:gd name="connsiteX2" fmla="*/ 6996 w 112778"/>
                  <a:gd name="connsiteY2" fmla="*/ 29222 h 112946"/>
                  <a:gd name="connsiteX3" fmla="*/ 2519 w 112778"/>
                  <a:gd name="connsiteY3" fmla="*/ 39699 h 112946"/>
                  <a:gd name="connsiteX4" fmla="*/ 233 w 112778"/>
                  <a:gd name="connsiteY4" fmla="*/ 61511 h 112946"/>
                  <a:gd name="connsiteX5" fmla="*/ 8996 w 112778"/>
                  <a:gd name="connsiteY5" fmla="*/ 86943 h 112946"/>
                  <a:gd name="connsiteX6" fmla="*/ 15759 w 112778"/>
                  <a:gd name="connsiteY6" fmla="*/ 95611 h 112946"/>
                  <a:gd name="connsiteX7" fmla="*/ 19855 w 112778"/>
                  <a:gd name="connsiteY7" fmla="*/ 99421 h 112946"/>
                  <a:gd name="connsiteX8" fmla="*/ 29285 w 112778"/>
                  <a:gd name="connsiteY8" fmla="*/ 105898 h 112946"/>
                  <a:gd name="connsiteX9" fmla="*/ 34523 w 112778"/>
                  <a:gd name="connsiteY9" fmla="*/ 108469 h 112946"/>
                  <a:gd name="connsiteX10" fmla="*/ 56145 w 112778"/>
                  <a:gd name="connsiteY10" fmla="*/ 112946 h 112946"/>
                  <a:gd name="connsiteX11" fmla="*/ 61574 w 112778"/>
                  <a:gd name="connsiteY11" fmla="*/ 112756 h 112946"/>
                  <a:gd name="connsiteX12" fmla="*/ 95579 w 112778"/>
                  <a:gd name="connsiteY12" fmla="*/ 97230 h 112946"/>
                  <a:gd name="connsiteX13" fmla="*/ 99389 w 112778"/>
                  <a:gd name="connsiteY13" fmla="*/ 93134 h 112946"/>
                  <a:gd name="connsiteX14" fmla="*/ 105866 w 112778"/>
                  <a:gd name="connsiteY14" fmla="*/ 83705 h 112946"/>
                  <a:gd name="connsiteX15" fmla="*/ 108818 w 112778"/>
                  <a:gd name="connsiteY15" fmla="*/ 77323 h 112946"/>
                  <a:gd name="connsiteX16" fmla="*/ 109009 w 112778"/>
                  <a:gd name="connsiteY16" fmla="*/ 76751 h 112946"/>
                  <a:gd name="connsiteX17" fmla="*/ 83577 w 112778"/>
                  <a:gd name="connsiteY17" fmla="*/ 7123 h 112946"/>
                  <a:gd name="connsiteX18" fmla="*/ 11378 w 112778"/>
                  <a:gd name="connsiteY18" fmla="*/ 22554 h 112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2778" h="112946">
                    <a:moveTo>
                      <a:pt x="11378" y="22554"/>
                    </a:moveTo>
                    <a:cubicBezTo>
                      <a:pt x="11187" y="22744"/>
                      <a:pt x="11092" y="22935"/>
                      <a:pt x="10901" y="23126"/>
                    </a:cubicBezTo>
                    <a:cubicBezTo>
                      <a:pt x="9473" y="25030"/>
                      <a:pt x="8139" y="27031"/>
                      <a:pt x="6996" y="29222"/>
                    </a:cubicBezTo>
                    <a:cubicBezTo>
                      <a:pt x="5091" y="32651"/>
                      <a:pt x="3662" y="36175"/>
                      <a:pt x="2519" y="39699"/>
                    </a:cubicBezTo>
                    <a:cubicBezTo>
                      <a:pt x="329" y="46843"/>
                      <a:pt x="-433" y="54272"/>
                      <a:pt x="233" y="61511"/>
                    </a:cubicBezTo>
                    <a:cubicBezTo>
                      <a:pt x="1091" y="70560"/>
                      <a:pt x="4043" y="79323"/>
                      <a:pt x="8996" y="86943"/>
                    </a:cubicBezTo>
                    <a:cubicBezTo>
                      <a:pt x="10997" y="89991"/>
                      <a:pt x="13283" y="92944"/>
                      <a:pt x="15759" y="95611"/>
                    </a:cubicBezTo>
                    <a:cubicBezTo>
                      <a:pt x="16997" y="96944"/>
                      <a:pt x="18426" y="98182"/>
                      <a:pt x="19855" y="99421"/>
                    </a:cubicBezTo>
                    <a:cubicBezTo>
                      <a:pt x="22712" y="101897"/>
                      <a:pt x="25856" y="103993"/>
                      <a:pt x="29285" y="105898"/>
                    </a:cubicBezTo>
                    <a:cubicBezTo>
                      <a:pt x="30999" y="106850"/>
                      <a:pt x="32714" y="107707"/>
                      <a:pt x="34523" y="108469"/>
                    </a:cubicBezTo>
                    <a:cubicBezTo>
                      <a:pt x="41572" y="111422"/>
                      <a:pt x="48906" y="112946"/>
                      <a:pt x="56145" y="112946"/>
                    </a:cubicBezTo>
                    <a:cubicBezTo>
                      <a:pt x="57955" y="112946"/>
                      <a:pt x="59765" y="112851"/>
                      <a:pt x="61574" y="112756"/>
                    </a:cubicBezTo>
                    <a:cubicBezTo>
                      <a:pt x="74243" y="111613"/>
                      <a:pt x="86244" y="106184"/>
                      <a:pt x="95579" y="97230"/>
                    </a:cubicBezTo>
                    <a:cubicBezTo>
                      <a:pt x="96912" y="95992"/>
                      <a:pt x="98150" y="94563"/>
                      <a:pt x="99389" y="93134"/>
                    </a:cubicBezTo>
                    <a:cubicBezTo>
                      <a:pt x="101865" y="90277"/>
                      <a:pt x="103961" y="87134"/>
                      <a:pt x="105866" y="83705"/>
                    </a:cubicBezTo>
                    <a:cubicBezTo>
                      <a:pt x="107009" y="81609"/>
                      <a:pt x="107961" y="79418"/>
                      <a:pt x="108818" y="77323"/>
                    </a:cubicBezTo>
                    <a:cubicBezTo>
                      <a:pt x="108914" y="77132"/>
                      <a:pt x="108914" y="76942"/>
                      <a:pt x="109009" y="76751"/>
                    </a:cubicBezTo>
                    <a:cubicBezTo>
                      <a:pt x="119010" y="50843"/>
                      <a:pt x="108628" y="20839"/>
                      <a:pt x="83577" y="7123"/>
                    </a:cubicBezTo>
                    <a:cubicBezTo>
                      <a:pt x="58717" y="-6783"/>
                      <a:pt x="27951" y="361"/>
                      <a:pt x="11378" y="22554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77" name="Forme libre : forme 15176">
                <a:extLst>
                  <a:ext uri="{FF2B5EF4-FFF2-40B4-BE49-F238E27FC236}">
                    <a16:creationId xmlns:a16="http://schemas.microsoft.com/office/drawing/2014/main" id="{93ECC9C3-F79C-42A3-A28A-4C43D8AEEBC8}"/>
                  </a:ext>
                </a:extLst>
              </p:cNvPr>
              <p:cNvSpPr/>
              <p:nvPr/>
            </p:nvSpPr>
            <p:spPr>
              <a:xfrm>
                <a:off x="6879173" y="2896552"/>
                <a:ext cx="112859" cy="112938"/>
              </a:xfrm>
              <a:custGeom>
                <a:avLst/>
                <a:gdLst>
                  <a:gd name="connsiteX0" fmla="*/ 6650 w 112859"/>
                  <a:gd name="connsiteY0" fmla="*/ 83058 h 112938"/>
                  <a:gd name="connsiteX1" fmla="*/ 10365 w 112859"/>
                  <a:gd name="connsiteY1" fmla="*/ 89059 h 112938"/>
                  <a:gd name="connsiteX2" fmla="*/ 10746 w 112859"/>
                  <a:gd name="connsiteY2" fmla="*/ 89535 h 112938"/>
                  <a:gd name="connsiteX3" fmla="*/ 83040 w 112859"/>
                  <a:gd name="connsiteY3" fmla="*/ 106299 h 112938"/>
                  <a:gd name="connsiteX4" fmla="*/ 109425 w 112859"/>
                  <a:gd name="connsiteY4" fmla="*/ 37243 h 112938"/>
                  <a:gd name="connsiteX5" fmla="*/ 109139 w 112859"/>
                  <a:gd name="connsiteY5" fmla="*/ 36481 h 112938"/>
                  <a:gd name="connsiteX6" fmla="*/ 106186 w 112859"/>
                  <a:gd name="connsiteY6" fmla="*/ 29908 h 112938"/>
                  <a:gd name="connsiteX7" fmla="*/ 87517 w 112859"/>
                  <a:gd name="connsiteY7" fmla="*/ 9334 h 112938"/>
                  <a:gd name="connsiteX8" fmla="*/ 77897 w 112859"/>
                  <a:gd name="connsiteY8" fmla="*/ 4286 h 112938"/>
                  <a:gd name="connsiteX9" fmla="*/ 67515 w 112859"/>
                  <a:gd name="connsiteY9" fmla="*/ 1143 h 112938"/>
                  <a:gd name="connsiteX10" fmla="*/ 56751 w 112859"/>
                  <a:gd name="connsiteY10" fmla="*/ 0 h 112938"/>
                  <a:gd name="connsiteX11" fmla="*/ 51322 w 112859"/>
                  <a:gd name="connsiteY11" fmla="*/ 190 h 112938"/>
                  <a:gd name="connsiteX12" fmla="*/ 29891 w 112859"/>
                  <a:gd name="connsiteY12" fmla="*/ 6572 h 112938"/>
                  <a:gd name="connsiteX13" fmla="*/ 24938 w 112859"/>
                  <a:gd name="connsiteY13" fmla="*/ 9525 h 112938"/>
                  <a:gd name="connsiteX14" fmla="*/ 9317 w 112859"/>
                  <a:gd name="connsiteY14" fmla="*/ 25241 h 112938"/>
                  <a:gd name="connsiteX15" fmla="*/ 268 w 112859"/>
                  <a:gd name="connsiteY15" fmla="*/ 50578 h 112938"/>
                  <a:gd name="connsiteX16" fmla="*/ 6650 w 112859"/>
                  <a:gd name="connsiteY16" fmla="*/ 83058 h 112938"/>
                  <a:gd name="connsiteX17" fmla="*/ 6650 w 112859"/>
                  <a:gd name="connsiteY17" fmla="*/ 83058 h 112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2859" h="112938">
                    <a:moveTo>
                      <a:pt x="6650" y="83058"/>
                    </a:moveTo>
                    <a:cubicBezTo>
                      <a:pt x="7793" y="85153"/>
                      <a:pt x="9031" y="87154"/>
                      <a:pt x="10365" y="89059"/>
                    </a:cubicBezTo>
                    <a:cubicBezTo>
                      <a:pt x="10460" y="89249"/>
                      <a:pt x="10650" y="89344"/>
                      <a:pt x="10746" y="89535"/>
                    </a:cubicBezTo>
                    <a:cubicBezTo>
                      <a:pt x="27033" y="112109"/>
                      <a:pt x="57799" y="119729"/>
                      <a:pt x="83040" y="106299"/>
                    </a:cubicBezTo>
                    <a:cubicBezTo>
                      <a:pt x="108186" y="92869"/>
                      <a:pt x="118950" y="63246"/>
                      <a:pt x="109425" y="37243"/>
                    </a:cubicBezTo>
                    <a:cubicBezTo>
                      <a:pt x="109329" y="36957"/>
                      <a:pt x="109234" y="36767"/>
                      <a:pt x="109139" y="36481"/>
                    </a:cubicBezTo>
                    <a:cubicBezTo>
                      <a:pt x="108282" y="34290"/>
                      <a:pt x="107329" y="32004"/>
                      <a:pt x="106186" y="29908"/>
                    </a:cubicBezTo>
                    <a:cubicBezTo>
                      <a:pt x="101614" y="21336"/>
                      <a:pt x="95137" y="14383"/>
                      <a:pt x="87517" y="9334"/>
                    </a:cubicBezTo>
                    <a:cubicBezTo>
                      <a:pt x="84469" y="7334"/>
                      <a:pt x="81231" y="5620"/>
                      <a:pt x="77897" y="4286"/>
                    </a:cubicBezTo>
                    <a:cubicBezTo>
                      <a:pt x="74563" y="2953"/>
                      <a:pt x="71134" y="1810"/>
                      <a:pt x="67515" y="1143"/>
                    </a:cubicBezTo>
                    <a:cubicBezTo>
                      <a:pt x="63990" y="381"/>
                      <a:pt x="60371" y="0"/>
                      <a:pt x="56751" y="0"/>
                    </a:cubicBezTo>
                    <a:cubicBezTo>
                      <a:pt x="54942" y="0"/>
                      <a:pt x="53132" y="95"/>
                      <a:pt x="51322" y="190"/>
                    </a:cubicBezTo>
                    <a:cubicBezTo>
                      <a:pt x="43988" y="857"/>
                      <a:pt x="36749" y="2953"/>
                      <a:pt x="29891" y="6572"/>
                    </a:cubicBezTo>
                    <a:cubicBezTo>
                      <a:pt x="28176" y="7525"/>
                      <a:pt x="26557" y="8477"/>
                      <a:pt x="24938" y="9525"/>
                    </a:cubicBezTo>
                    <a:cubicBezTo>
                      <a:pt x="18651" y="13811"/>
                      <a:pt x="13413" y="19145"/>
                      <a:pt x="9317" y="25241"/>
                    </a:cubicBezTo>
                    <a:cubicBezTo>
                      <a:pt x="4269" y="32861"/>
                      <a:pt x="1221" y="41529"/>
                      <a:pt x="268" y="50578"/>
                    </a:cubicBezTo>
                    <a:cubicBezTo>
                      <a:pt x="-780" y="61436"/>
                      <a:pt x="1221" y="72676"/>
                      <a:pt x="6650" y="83058"/>
                    </a:cubicBezTo>
                    <a:cubicBezTo>
                      <a:pt x="6650" y="83058"/>
                      <a:pt x="6650" y="83058"/>
                      <a:pt x="6650" y="8305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78" name="Forme libre : forme 15177">
                <a:extLst>
                  <a:ext uri="{FF2B5EF4-FFF2-40B4-BE49-F238E27FC236}">
                    <a16:creationId xmlns:a16="http://schemas.microsoft.com/office/drawing/2014/main" id="{A2E3400F-E9BC-4687-BD81-1D6717405D2F}"/>
                  </a:ext>
                </a:extLst>
              </p:cNvPr>
              <p:cNvSpPr/>
              <p:nvPr/>
            </p:nvSpPr>
            <p:spPr>
              <a:xfrm>
                <a:off x="6785429" y="3027901"/>
                <a:ext cx="112876" cy="112977"/>
              </a:xfrm>
              <a:custGeom>
                <a:avLst/>
                <a:gdLst>
                  <a:gd name="connsiteX0" fmla="*/ 83058 w 112876"/>
                  <a:gd name="connsiteY0" fmla="*/ 106299 h 112977"/>
                  <a:gd name="connsiteX1" fmla="*/ 109442 w 112876"/>
                  <a:gd name="connsiteY1" fmla="*/ 37243 h 112977"/>
                  <a:gd name="connsiteX2" fmla="*/ 109157 w 112876"/>
                  <a:gd name="connsiteY2" fmla="*/ 36481 h 112977"/>
                  <a:gd name="connsiteX3" fmla="*/ 106204 w 112876"/>
                  <a:gd name="connsiteY3" fmla="*/ 29908 h 112977"/>
                  <a:gd name="connsiteX4" fmla="*/ 67532 w 112876"/>
                  <a:gd name="connsiteY4" fmla="*/ 1143 h 112977"/>
                  <a:gd name="connsiteX5" fmla="*/ 56769 w 112876"/>
                  <a:gd name="connsiteY5" fmla="*/ 0 h 112977"/>
                  <a:gd name="connsiteX6" fmla="*/ 51340 w 112876"/>
                  <a:gd name="connsiteY6" fmla="*/ 191 h 112977"/>
                  <a:gd name="connsiteX7" fmla="*/ 29908 w 112876"/>
                  <a:gd name="connsiteY7" fmla="*/ 6572 h 112977"/>
                  <a:gd name="connsiteX8" fmla="*/ 24956 w 112876"/>
                  <a:gd name="connsiteY8" fmla="*/ 9525 h 112977"/>
                  <a:gd name="connsiteX9" fmla="*/ 6572 w 112876"/>
                  <a:gd name="connsiteY9" fmla="*/ 29908 h 112977"/>
                  <a:gd name="connsiteX10" fmla="*/ 286 w 112876"/>
                  <a:gd name="connsiteY10" fmla="*/ 50578 h 112977"/>
                  <a:gd name="connsiteX11" fmla="*/ 0 w 112876"/>
                  <a:gd name="connsiteY11" fmla="*/ 56007 h 112977"/>
                  <a:gd name="connsiteX12" fmla="*/ 2286 w 112876"/>
                  <a:gd name="connsiteY12" fmla="*/ 72390 h 112977"/>
                  <a:gd name="connsiteX13" fmla="*/ 6667 w 112876"/>
                  <a:gd name="connsiteY13" fmla="*/ 82963 h 112977"/>
                  <a:gd name="connsiteX14" fmla="*/ 10382 w 112876"/>
                  <a:gd name="connsiteY14" fmla="*/ 88963 h 112977"/>
                  <a:gd name="connsiteX15" fmla="*/ 10763 w 112876"/>
                  <a:gd name="connsiteY15" fmla="*/ 89440 h 112977"/>
                  <a:gd name="connsiteX16" fmla="*/ 83058 w 112876"/>
                  <a:gd name="connsiteY16" fmla="*/ 106299 h 11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2876" h="112977">
                    <a:moveTo>
                      <a:pt x="83058" y="106299"/>
                    </a:moveTo>
                    <a:cubicBezTo>
                      <a:pt x="108204" y="92869"/>
                      <a:pt x="118967" y="63246"/>
                      <a:pt x="109442" y="37243"/>
                    </a:cubicBezTo>
                    <a:cubicBezTo>
                      <a:pt x="109347" y="36957"/>
                      <a:pt x="109252" y="36767"/>
                      <a:pt x="109157" y="36481"/>
                    </a:cubicBezTo>
                    <a:cubicBezTo>
                      <a:pt x="108299" y="34290"/>
                      <a:pt x="107347" y="32004"/>
                      <a:pt x="106204" y="29908"/>
                    </a:cubicBezTo>
                    <a:cubicBezTo>
                      <a:pt x="97917" y="14478"/>
                      <a:pt x="83534" y="4382"/>
                      <a:pt x="67532" y="1143"/>
                    </a:cubicBezTo>
                    <a:cubicBezTo>
                      <a:pt x="64008" y="381"/>
                      <a:pt x="60389" y="0"/>
                      <a:pt x="56769" y="0"/>
                    </a:cubicBezTo>
                    <a:cubicBezTo>
                      <a:pt x="54959" y="0"/>
                      <a:pt x="53150" y="95"/>
                      <a:pt x="51340" y="191"/>
                    </a:cubicBezTo>
                    <a:cubicBezTo>
                      <a:pt x="44006" y="857"/>
                      <a:pt x="36767" y="2953"/>
                      <a:pt x="29908" y="6572"/>
                    </a:cubicBezTo>
                    <a:cubicBezTo>
                      <a:pt x="28194" y="7525"/>
                      <a:pt x="26575" y="8477"/>
                      <a:pt x="24956" y="9525"/>
                    </a:cubicBezTo>
                    <a:cubicBezTo>
                      <a:pt x="17050" y="14859"/>
                      <a:pt x="10858" y="21908"/>
                      <a:pt x="6572" y="29908"/>
                    </a:cubicBezTo>
                    <a:cubicBezTo>
                      <a:pt x="3143" y="36290"/>
                      <a:pt x="1048" y="43339"/>
                      <a:pt x="286" y="50578"/>
                    </a:cubicBezTo>
                    <a:cubicBezTo>
                      <a:pt x="95" y="52388"/>
                      <a:pt x="0" y="54197"/>
                      <a:pt x="0" y="56007"/>
                    </a:cubicBezTo>
                    <a:cubicBezTo>
                      <a:pt x="0" y="61436"/>
                      <a:pt x="667" y="66961"/>
                      <a:pt x="2286" y="72390"/>
                    </a:cubicBezTo>
                    <a:cubicBezTo>
                      <a:pt x="3334" y="76009"/>
                      <a:pt x="4763" y="79534"/>
                      <a:pt x="6667" y="82963"/>
                    </a:cubicBezTo>
                    <a:cubicBezTo>
                      <a:pt x="7811" y="85058"/>
                      <a:pt x="9049" y="87058"/>
                      <a:pt x="10382" y="88963"/>
                    </a:cubicBezTo>
                    <a:cubicBezTo>
                      <a:pt x="10478" y="89154"/>
                      <a:pt x="10573" y="89249"/>
                      <a:pt x="10763" y="89440"/>
                    </a:cubicBezTo>
                    <a:cubicBezTo>
                      <a:pt x="27146" y="112109"/>
                      <a:pt x="57912" y="119825"/>
                      <a:pt x="83058" y="10629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79" name="Forme libre : forme 15178">
                <a:extLst>
                  <a:ext uri="{FF2B5EF4-FFF2-40B4-BE49-F238E27FC236}">
                    <a16:creationId xmlns:a16="http://schemas.microsoft.com/office/drawing/2014/main" id="{ABFBE6FE-4B33-411F-83C8-D40F92D9C02E}"/>
                  </a:ext>
                </a:extLst>
              </p:cNvPr>
              <p:cNvSpPr/>
              <p:nvPr/>
            </p:nvSpPr>
            <p:spPr>
              <a:xfrm>
                <a:off x="7493711" y="2542698"/>
                <a:ext cx="112762" cy="112837"/>
              </a:xfrm>
              <a:custGeom>
                <a:avLst/>
                <a:gdLst>
                  <a:gd name="connsiteX0" fmla="*/ 19332 w 112762"/>
                  <a:gd name="connsiteY0" fmla="*/ 99060 h 112837"/>
                  <a:gd name="connsiteX1" fmla="*/ 33715 w 112762"/>
                  <a:gd name="connsiteY1" fmla="*/ 108109 h 112837"/>
                  <a:gd name="connsiteX2" fmla="*/ 40383 w 112762"/>
                  <a:gd name="connsiteY2" fmla="*/ 110490 h 112837"/>
                  <a:gd name="connsiteX3" fmla="*/ 40954 w 112762"/>
                  <a:gd name="connsiteY3" fmla="*/ 110681 h 112837"/>
                  <a:gd name="connsiteX4" fmla="*/ 108010 w 112762"/>
                  <a:gd name="connsiteY4" fmla="*/ 79058 h 112837"/>
                  <a:gd name="connsiteX5" fmla="*/ 86007 w 112762"/>
                  <a:gd name="connsiteY5" fmla="*/ 8477 h 112837"/>
                  <a:gd name="connsiteX6" fmla="*/ 85341 w 112762"/>
                  <a:gd name="connsiteY6" fmla="*/ 8096 h 112837"/>
                  <a:gd name="connsiteX7" fmla="*/ 78959 w 112762"/>
                  <a:gd name="connsiteY7" fmla="*/ 4763 h 112837"/>
                  <a:gd name="connsiteX8" fmla="*/ 78959 w 112762"/>
                  <a:gd name="connsiteY8" fmla="*/ 4763 h 112837"/>
                  <a:gd name="connsiteX9" fmla="*/ 73530 w 112762"/>
                  <a:gd name="connsiteY9" fmla="*/ 2762 h 112837"/>
                  <a:gd name="connsiteX10" fmla="*/ 62576 w 112762"/>
                  <a:gd name="connsiteY10" fmla="*/ 381 h 112837"/>
                  <a:gd name="connsiteX11" fmla="*/ 57052 w 112762"/>
                  <a:gd name="connsiteY11" fmla="*/ 0 h 112837"/>
                  <a:gd name="connsiteX12" fmla="*/ 51622 w 112762"/>
                  <a:gd name="connsiteY12" fmla="*/ 191 h 112837"/>
                  <a:gd name="connsiteX13" fmla="*/ 26190 w 112762"/>
                  <a:gd name="connsiteY13" fmla="*/ 8763 h 112837"/>
                  <a:gd name="connsiteX14" fmla="*/ 17618 w 112762"/>
                  <a:gd name="connsiteY14" fmla="*/ 15431 h 112837"/>
                  <a:gd name="connsiteX15" fmla="*/ 4759 w 112762"/>
                  <a:gd name="connsiteY15" fmla="*/ 33814 h 112837"/>
                  <a:gd name="connsiteX16" fmla="*/ 1140 w 112762"/>
                  <a:gd name="connsiteY16" fmla="*/ 45625 h 112837"/>
                  <a:gd name="connsiteX17" fmla="*/ 19332 w 112762"/>
                  <a:gd name="connsiteY17" fmla="*/ 99060 h 112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2762" h="112837">
                    <a:moveTo>
                      <a:pt x="19332" y="99060"/>
                    </a:moveTo>
                    <a:cubicBezTo>
                      <a:pt x="23523" y="102679"/>
                      <a:pt x="28381" y="105728"/>
                      <a:pt x="33715" y="108109"/>
                    </a:cubicBezTo>
                    <a:cubicBezTo>
                      <a:pt x="35906" y="109061"/>
                      <a:pt x="38097" y="109823"/>
                      <a:pt x="40383" y="110490"/>
                    </a:cubicBezTo>
                    <a:cubicBezTo>
                      <a:pt x="40573" y="110585"/>
                      <a:pt x="40764" y="110585"/>
                      <a:pt x="40954" y="110681"/>
                    </a:cubicBezTo>
                    <a:cubicBezTo>
                      <a:pt x="67719" y="118300"/>
                      <a:pt x="96580" y="105251"/>
                      <a:pt x="108010" y="79058"/>
                    </a:cubicBezTo>
                    <a:cubicBezTo>
                      <a:pt x="119440" y="52959"/>
                      <a:pt x="109534" y="23050"/>
                      <a:pt x="86007" y="8477"/>
                    </a:cubicBezTo>
                    <a:cubicBezTo>
                      <a:pt x="85817" y="8382"/>
                      <a:pt x="85531" y="8192"/>
                      <a:pt x="85341" y="8096"/>
                    </a:cubicBezTo>
                    <a:cubicBezTo>
                      <a:pt x="83340" y="6858"/>
                      <a:pt x="81150" y="5715"/>
                      <a:pt x="78959" y="4763"/>
                    </a:cubicBezTo>
                    <a:cubicBezTo>
                      <a:pt x="78959" y="4763"/>
                      <a:pt x="78959" y="4763"/>
                      <a:pt x="78959" y="4763"/>
                    </a:cubicBezTo>
                    <a:cubicBezTo>
                      <a:pt x="77149" y="4000"/>
                      <a:pt x="75340" y="3334"/>
                      <a:pt x="73530" y="2762"/>
                    </a:cubicBezTo>
                    <a:cubicBezTo>
                      <a:pt x="69910" y="1619"/>
                      <a:pt x="66195" y="857"/>
                      <a:pt x="62576" y="381"/>
                    </a:cubicBezTo>
                    <a:cubicBezTo>
                      <a:pt x="60766" y="191"/>
                      <a:pt x="58861" y="95"/>
                      <a:pt x="57052" y="0"/>
                    </a:cubicBezTo>
                    <a:cubicBezTo>
                      <a:pt x="55242" y="0"/>
                      <a:pt x="53432" y="0"/>
                      <a:pt x="51622" y="191"/>
                    </a:cubicBezTo>
                    <a:cubicBezTo>
                      <a:pt x="42573" y="953"/>
                      <a:pt x="33811" y="3905"/>
                      <a:pt x="26190" y="8763"/>
                    </a:cubicBezTo>
                    <a:cubicBezTo>
                      <a:pt x="23143" y="10668"/>
                      <a:pt x="20285" y="12954"/>
                      <a:pt x="17618" y="15431"/>
                    </a:cubicBezTo>
                    <a:cubicBezTo>
                      <a:pt x="12284" y="20479"/>
                      <a:pt x="7902" y="26670"/>
                      <a:pt x="4759" y="33814"/>
                    </a:cubicBezTo>
                    <a:cubicBezTo>
                      <a:pt x="3045" y="37719"/>
                      <a:pt x="1902" y="41624"/>
                      <a:pt x="1140" y="45625"/>
                    </a:cubicBezTo>
                    <a:cubicBezTo>
                      <a:pt x="-2956" y="65437"/>
                      <a:pt x="4188" y="85916"/>
                      <a:pt x="19332" y="99060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80" name="Forme libre : forme 15179">
                <a:extLst>
                  <a:ext uri="{FF2B5EF4-FFF2-40B4-BE49-F238E27FC236}">
                    <a16:creationId xmlns:a16="http://schemas.microsoft.com/office/drawing/2014/main" id="{62014A0D-350E-4781-BB09-4C104120135F}"/>
                  </a:ext>
                </a:extLst>
              </p:cNvPr>
              <p:cNvSpPr/>
              <p:nvPr/>
            </p:nvSpPr>
            <p:spPr>
              <a:xfrm>
                <a:off x="7501320" y="2703953"/>
                <a:ext cx="112964" cy="112840"/>
              </a:xfrm>
              <a:custGeom>
                <a:avLst/>
                <a:gdLst>
                  <a:gd name="connsiteX0" fmla="*/ 40584 w 112964"/>
                  <a:gd name="connsiteY0" fmla="*/ 110493 h 112840"/>
                  <a:gd name="connsiteX1" fmla="*/ 41156 w 112964"/>
                  <a:gd name="connsiteY1" fmla="*/ 110684 h 112840"/>
                  <a:gd name="connsiteX2" fmla="*/ 108212 w 112964"/>
                  <a:gd name="connsiteY2" fmla="*/ 79061 h 112840"/>
                  <a:gd name="connsiteX3" fmla="*/ 86209 w 112964"/>
                  <a:gd name="connsiteY3" fmla="*/ 8480 h 112840"/>
                  <a:gd name="connsiteX4" fmla="*/ 85542 w 112964"/>
                  <a:gd name="connsiteY4" fmla="*/ 8099 h 112840"/>
                  <a:gd name="connsiteX5" fmla="*/ 79161 w 112964"/>
                  <a:gd name="connsiteY5" fmla="*/ 4766 h 112840"/>
                  <a:gd name="connsiteX6" fmla="*/ 57253 w 112964"/>
                  <a:gd name="connsiteY6" fmla="*/ 3 h 112840"/>
                  <a:gd name="connsiteX7" fmla="*/ 31059 w 112964"/>
                  <a:gd name="connsiteY7" fmla="*/ 6099 h 112840"/>
                  <a:gd name="connsiteX8" fmla="*/ 26297 w 112964"/>
                  <a:gd name="connsiteY8" fmla="*/ 8766 h 112840"/>
                  <a:gd name="connsiteX9" fmla="*/ 13819 w 112964"/>
                  <a:gd name="connsiteY9" fmla="*/ 19434 h 112840"/>
                  <a:gd name="connsiteX10" fmla="*/ 4770 w 112964"/>
                  <a:gd name="connsiteY10" fmla="*/ 33817 h 112840"/>
                  <a:gd name="connsiteX11" fmla="*/ 389 w 112964"/>
                  <a:gd name="connsiteY11" fmla="*/ 50200 h 112840"/>
                  <a:gd name="connsiteX12" fmla="*/ 8 w 112964"/>
                  <a:gd name="connsiteY12" fmla="*/ 55724 h 112840"/>
                  <a:gd name="connsiteX13" fmla="*/ 2199 w 112964"/>
                  <a:gd name="connsiteY13" fmla="*/ 71917 h 112840"/>
                  <a:gd name="connsiteX14" fmla="*/ 6104 w 112964"/>
                  <a:gd name="connsiteY14" fmla="*/ 82013 h 112840"/>
                  <a:gd name="connsiteX15" fmla="*/ 11914 w 112964"/>
                  <a:gd name="connsiteY15" fmla="*/ 91157 h 112840"/>
                  <a:gd name="connsiteX16" fmla="*/ 33822 w 112964"/>
                  <a:gd name="connsiteY16" fmla="*/ 108207 h 112840"/>
                  <a:gd name="connsiteX17" fmla="*/ 40584 w 112964"/>
                  <a:gd name="connsiteY17" fmla="*/ 110493 h 112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2964" h="112840">
                    <a:moveTo>
                      <a:pt x="40584" y="110493"/>
                    </a:moveTo>
                    <a:cubicBezTo>
                      <a:pt x="40775" y="110588"/>
                      <a:pt x="40965" y="110588"/>
                      <a:pt x="41156" y="110684"/>
                    </a:cubicBezTo>
                    <a:cubicBezTo>
                      <a:pt x="67921" y="118304"/>
                      <a:pt x="96782" y="105254"/>
                      <a:pt x="108212" y="79061"/>
                    </a:cubicBezTo>
                    <a:cubicBezTo>
                      <a:pt x="119642" y="52962"/>
                      <a:pt x="109736" y="23054"/>
                      <a:pt x="86209" y="8480"/>
                    </a:cubicBezTo>
                    <a:cubicBezTo>
                      <a:pt x="86019" y="8385"/>
                      <a:pt x="85733" y="8195"/>
                      <a:pt x="85542" y="8099"/>
                    </a:cubicBezTo>
                    <a:cubicBezTo>
                      <a:pt x="83542" y="6861"/>
                      <a:pt x="81351" y="5718"/>
                      <a:pt x="79161" y="4766"/>
                    </a:cubicBezTo>
                    <a:cubicBezTo>
                      <a:pt x="72017" y="1622"/>
                      <a:pt x="64587" y="98"/>
                      <a:pt x="57253" y="3"/>
                    </a:cubicBezTo>
                    <a:cubicBezTo>
                      <a:pt x="48109" y="-92"/>
                      <a:pt x="39061" y="2003"/>
                      <a:pt x="31059" y="6099"/>
                    </a:cubicBezTo>
                    <a:cubicBezTo>
                      <a:pt x="29440" y="6956"/>
                      <a:pt x="27916" y="7814"/>
                      <a:pt x="26297" y="8766"/>
                    </a:cubicBezTo>
                    <a:cubicBezTo>
                      <a:pt x="21725" y="11719"/>
                      <a:pt x="17534" y="15243"/>
                      <a:pt x="13819" y="19434"/>
                    </a:cubicBezTo>
                    <a:cubicBezTo>
                      <a:pt x="10200" y="23625"/>
                      <a:pt x="7152" y="28483"/>
                      <a:pt x="4770" y="33817"/>
                    </a:cubicBezTo>
                    <a:cubicBezTo>
                      <a:pt x="2389" y="39151"/>
                      <a:pt x="961" y="44675"/>
                      <a:pt x="389" y="50200"/>
                    </a:cubicBezTo>
                    <a:cubicBezTo>
                      <a:pt x="198" y="52010"/>
                      <a:pt x="103" y="53915"/>
                      <a:pt x="8" y="55724"/>
                    </a:cubicBezTo>
                    <a:cubicBezTo>
                      <a:pt x="-87" y="61249"/>
                      <a:pt x="675" y="66678"/>
                      <a:pt x="2199" y="71917"/>
                    </a:cubicBezTo>
                    <a:cubicBezTo>
                      <a:pt x="3151" y="75346"/>
                      <a:pt x="4485" y="78775"/>
                      <a:pt x="6104" y="82013"/>
                    </a:cubicBezTo>
                    <a:cubicBezTo>
                      <a:pt x="7723" y="85252"/>
                      <a:pt x="9723" y="88300"/>
                      <a:pt x="11914" y="91157"/>
                    </a:cubicBezTo>
                    <a:cubicBezTo>
                      <a:pt x="17534" y="98301"/>
                      <a:pt x="24868" y="104302"/>
                      <a:pt x="33822" y="108207"/>
                    </a:cubicBezTo>
                    <a:cubicBezTo>
                      <a:pt x="36108" y="109064"/>
                      <a:pt x="38298" y="109826"/>
                      <a:pt x="40584" y="11049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81" name="Forme libre : forme 15180">
                <a:extLst>
                  <a:ext uri="{FF2B5EF4-FFF2-40B4-BE49-F238E27FC236}">
                    <a16:creationId xmlns:a16="http://schemas.microsoft.com/office/drawing/2014/main" id="{AACB2A65-4AC3-449B-B3F9-6F4C37EE99C2}"/>
                  </a:ext>
                </a:extLst>
              </p:cNvPr>
              <p:cNvSpPr/>
              <p:nvPr/>
            </p:nvSpPr>
            <p:spPr>
              <a:xfrm>
                <a:off x="8000596" y="2162941"/>
                <a:ext cx="112861" cy="113006"/>
              </a:xfrm>
              <a:custGeom>
                <a:avLst/>
                <a:gdLst>
                  <a:gd name="connsiteX0" fmla="*/ 22893 w 112861"/>
                  <a:gd name="connsiteY0" fmla="*/ 102008 h 113006"/>
                  <a:gd name="connsiteX1" fmla="*/ 96617 w 112861"/>
                  <a:gd name="connsiteY1" fmla="*/ 96102 h 113006"/>
                  <a:gd name="connsiteX2" fmla="*/ 97188 w 112861"/>
                  <a:gd name="connsiteY2" fmla="*/ 95531 h 113006"/>
                  <a:gd name="connsiteX3" fmla="*/ 101855 w 112861"/>
                  <a:gd name="connsiteY3" fmla="*/ 90006 h 113006"/>
                  <a:gd name="connsiteX4" fmla="*/ 89949 w 112861"/>
                  <a:gd name="connsiteY4" fmla="*/ 11044 h 113006"/>
                  <a:gd name="connsiteX5" fmla="*/ 85091 w 112861"/>
                  <a:gd name="connsiteY5" fmla="*/ 7806 h 113006"/>
                  <a:gd name="connsiteX6" fmla="*/ 74900 w 112861"/>
                  <a:gd name="connsiteY6" fmla="*/ 3043 h 113006"/>
                  <a:gd name="connsiteX7" fmla="*/ 65089 w 112861"/>
                  <a:gd name="connsiteY7" fmla="*/ 662 h 113006"/>
                  <a:gd name="connsiteX8" fmla="*/ 63755 w 112861"/>
                  <a:gd name="connsiteY8" fmla="*/ 471 h 113006"/>
                  <a:gd name="connsiteX9" fmla="*/ 27560 w 112861"/>
                  <a:gd name="connsiteY9" fmla="*/ 7901 h 113006"/>
                  <a:gd name="connsiteX10" fmla="*/ 10987 w 112861"/>
                  <a:gd name="connsiteY10" fmla="*/ 22950 h 113006"/>
                  <a:gd name="connsiteX11" fmla="*/ 7177 w 112861"/>
                  <a:gd name="connsiteY11" fmla="*/ 28951 h 113006"/>
                  <a:gd name="connsiteX12" fmla="*/ 6891 w 112861"/>
                  <a:gd name="connsiteY12" fmla="*/ 29523 h 113006"/>
                  <a:gd name="connsiteX13" fmla="*/ 22893 w 112861"/>
                  <a:gd name="connsiteY13" fmla="*/ 102008 h 113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861" h="113006">
                    <a:moveTo>
                      <a:pt x="22893" y="102008"/>
                    </a:moveTo>
                    <a:cubicBezTo>
                      <a:pt x="45753" y="118867"/>
                      <a:pt x="77185" y="115914"/>
                      <a:pt x="96617" y="96102"/>
                    </a:cubicBezTo>
                    <a:cubicBezTo>
                      <a:pt x="96807" y="95912"/>
                      <a:pt x="96997" y="95721"/>
                      <a:pt x="97188" y="95531"/>
                    </a:cubicBezTo>
                    <a:cubicBezTo>
                      <a:pt x="98807" y="93816"/>
                      <a:pt x="100426" y="92007"/>
                      <a:pt x="101855" y="90006"/>
                    </a:cubicBezTo>
                    <a:cubicBezTo>
                      <a:pt x="120334" y="64956"/>
                      <a:pt x="115000" y="29618"/>
                      <a:pt x="89949" y="11044"/>
                    </a:cubicBezTo>
                    <a:cubicBezTo>
                      <a:pt x="88425" y="9901"/>
                      <a:pt x="86806" y="8853"/>
                      <a:pt x="85091" y="7806"/>
                    </a:cubicBezTo>
                    <a:cubicBezTo>
                      <a:pt x="81853" y="5901"/>
                      <a:pt x="78424" y="4281"/>
                      <a:pt x="74900" y="3043"/>
                    </a:cubicBezTo>
                    <a:cubicBezTo>
                      <a:pt x="71661" y="1900"/>
                      <a:pt x="68422" y="1138"/>
                      <a:pt x="65089" y="662"/>
                    </a:cubicBezTo>
                    <a:cubicBezTo>
                      <a:pt x="64612" y="567"/>
                      <a:pt x="64231" y="471"/>
                      <a:pt x="63755" y="471"/>
                    </a:cubicBezTo>
                    <a:cubicBezTo>
                      <a:pt x="51277" y="-1148"/>
                      <a:pt x="38514" y="1424"/>
                      <a:pt x="27560" y="7901"/>
                    </a:cubicBezTo>
                    <a:cubicBezTo>
                      <a:pt x="21274" y="11616"/>
                      <a:pt x="15559" y="16664"/>
                      <a:pt x="10987" y="22950"/>
                    </a:cubicBezTo>
                    <a:cubicBezTo>
                      <a:pt x="9558" y="24855"/>
                      <a:pt x="8320" y="26856"/>
                      <a:pt x="7177" y="28951"/>
                    </a:cubicBezTo>
                    <a:cubicBezTo>
                      <a:pt x="7081" y="29142"/>
                      <a:pt x="6986" y="29332"/>
                      <a:pt x="6891" y="29523"/>
                    </a:cubicBezTo>
                    <a:cubicBezTo>
                      <a:pt x="-6444" y="53907"/>
                      <a:pt x="-62" y="85053"/>
                      <a:pt x="22893" y="10200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82" name="Forme libre : forme 15181">
                <a:extLst>
                  <a:ext uri="{FF2B5EF4-FFF2-40B4-BE49-F238E27FC236}">
                    <a16:creationId xmlns:a16="http://schemas.microsoft.com/office/drawing/2014/main" id="{7DBD7614-C927-4EDF-BEF6-292ACCF24E7B}"/>
                  </a:ext>
                </a:extLst>
              </p:cNvPr>
              <p:cNvSpPr/>
              <p:nvPr/>
            </p:nvSpPr>
            <p:spPr>
              <a:xfrm>
                <a:off x="7841601" y="2134996"/>
                <a:ext cx="112881" cy="112852"/>
              </a:xfrm>
              <a:custGeom>
                <a:avLst/>
                <a:gdLst>
                  <a:gd name="connsiteX0" fmla="*/ 6913 w 112881"/>
                  <a:gd name="connsiteY0" fmla="*/ 29464 h 112852"/>
                  <a:gd name="connsiteX1" fmla="*/ 22915 w 112881"/>
                  <a:gd name="connsiteY1" fmla="*/ 101854 h 112852"/>
                  <a:gd name="connsiteX2" fmla="*/ 96639 w 112881"/>
                  <a:gd name="connsiteY2" fmla="*/ 95948 h 112852"/>
                  <a:gd name="connsiteX3" fmla="*/ 97211 w 112881"/>
                  <a:gd name="connsiteY3" fmla="*/ 95377 h 112852"/>
                  <a:gd name="connsiteX4" fmla="*/ 101878 w 112881"/>
                  <a:gd name="connsiteY4" fmla="*/ 89852 h 112852"/>
                  <a:gd name="connsiteX5" fmla="*/ 112355 w 112881"/>
                  <a:gd name="connsiteY5" fmla="*/ 64135 h 112852"/>
                  <a:gd name="connsiteX6" fmla="*/ 112260 w 112881"/>
                  <a:gd name="connsiteY6" fmla="*/ 47942 h 112852"/>
                  <a:gd name="connsiteX7" fmla="*/ 109593 w 112881"/>
                  <a:gd name="connsiteY7" fmla="*/ 37465 h 112852"/>
                  <a:gd name="connsiteX8" fmla="*/ 104926 w 112881"/>
                  <a:gd name="connsiteY8" fmla="*/ 27559 h 112852"/>
                  <a:gd name="connsiteX9" fmla="*/ 89876 w 112881"/>
                  <a:gd name="connsiteY9" fmla="*/ 10985 h 112852"/>
                  <a:gd name="connsiteX10" fmla="*/ 80065 w 112881"/>
                  <a:gd name="connsiteY10" fmla="*/ 5175 h 112852"/>
                  <a:gd name="connsiteX11" fmla="*/ 73303 w 112881"/>
                  <a:gd name="connsiteY11" fmla="*/ 2603 h 112852"/>
                  <a:gd name="connsiteX12" fmla="*/ 10914 w 112881"/>
                  <a:gd name="connsiteY12" fmla="*/ 22892 h 112852"/>
                  <a:gd name="connsiteX13" fmla="*/ 7104 w 112881"/>
                  <a:gd name="connsiteY13" fmla="*/ 28892 h 112852"/>
                  <a:gd name="connsiteX14" fmla="*/ 6913 w 112881"/>
                  <a:gd name="connsiteY14" fmla="*/ 29464 h 112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881" h="112852">
                    <a:moveTo>
                      <a:pt x="6913" y="29464"/>
                    </a:moveTo>
                    <a:cubicBezTo>
                      <a:pt x="-6422" y="53848"/>
                      <a:pt x="-135" y="84899"/>
                      <a:pt x="22915" y="101854"/>
                    </a:cubicBezTo>
                    <a:cubicBezTo>
                      <a:pt x="45776" y="118713"/>
                      <a:pt x="77208" y="115760"/>
                      <a:pt x="96639" y="95948"/>
                    </a:cubicBezTo>
                    <a:cubicBezTo>
                      <a:pt x="96829" y="95758"/>
                      <a:pt x="97020" y="95567"/>
                      <a:pt x="97211" y="95377"/>
                    </a:cubicBezTo>
                    <a:cubicBezTo>
                      <a:pt x="98830" y="93662"/>
                      <a:pt x="100449" y="91853"/>
                      <a:pt x="101878" y="89852"/>
                    </a:cubicBezTo>
                    <a:cubicBezTo>
                      <a:pt x="107688" y="82042"/>
                      <a:pt x="111117" y="73184"/>
                      <a:pt x="112355" y="64135"/>
                    </a:cubicBezTo>
                    <a:cubicBezTo>
                      <a:pt x="113117" y="58705"/>
                      <a:pt x="113022" y="53276"/>
                      <a:pt x="112260" y="47942"/>
                    </a:cubicBezTo>
                    <a:cubicBezTo>
                      <a:pt x="111688" y="44418"/>
                      <a:pt x="110831" y="40894"/>
                      <a:pt x="109593" y="37465"/>
                    </a:cubicBezTo>
                    <a:cubicBezTo>
                      <a:pt x="108355" y="34036"/>
                      <a:pt x="106831" y="30702"/>
                      <a:pt x="104926" y="27559"/>
                    </a:cubicBezTo>
                    <a:cubicBezTo>
                      <a:pt x="101211" y="21272"/>
                      <a:pt x="96163" y="15557"/>
                      <a:pt x="89876" y="10985"/>
                    </a:cubicBezTo>
                    <a:cubicBezTo>
                      <a:pt x="86733" y="8699"/>
                      <a:pt x="83399" y="6699"/>
                      <a:pt x="80065" y="5175"/>
                    </a:cubicBezTo>
                    <a:cubicBezTo>
                      <a:pt x="77875" y="4127"/>
                      <a:pt x="75589" y="3365"/>
                      <a:pt x="73303" y="2603"/>
                    </a:cubicBezTo>
                    <a:cubicBezTo>
                      <a:pt x="50919" y="-4445"/>
                      <a:pt x="25678" y="2984"/>
                      <a:pt x="10914" y="22892"/>
                    </a:cubicBezTo>
                    <a:cubicBezTo>
                      <a:pt x="9485" y="24796"/>
                      <a:pt x="8247" y="26797"/>
                      <a:pt x="7104" y="28892"/>
                    </a:cubicBezTo>
                    <a:cubicBezTo>
                      <a:pt x="7104" y="29178"/>
                      <a:pt x="7009" y="29273"/>
                      <a:pt x="6913" y="29464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83" name="Forme libre : forme 15182">
                <a:extLst>
                  <a:ext uri="{FF2B5EF4-FFF2-40B4-BE49-F238E27FC236}">
                    <a16:creationId xmlns:a16="http://schemas.microsoft.com/office/drawing/2014/main" id="{A75BD064-CC7F-468B-923D-A037BD3BA234}"/>
                  </a:ext>
                </a:extLst>
              </p:cNvPr>
              <p:cNvSpPr/>
              <p:nvPr/>
            </p:nvSpPr>
            <p:spPr>
              <a:xfrm>
                <a:off x="8739212" y="2395370"/>
                <a:ext cx="112935" cy="112727"/>
              </a:xfrm>
              <a:custGeom>
                <a:avLst/>
                <a:gdLst>
                  <a:gd name="connsiteX0" fmla="*/ 76947 w 112935"/>
                  <a:gd name="connsiteY0" fmla="*/ 108846 h 112727"/>
                  <a:gd name="connsiteX1" fmla="*/ 77709 w 112935"/>
                  <a:gd name="connsiteY1" fmla="*/ 108561 h 112727"/>
                  <a:gd name="connsiteX2" fmla="*/ 84186 w 112935"/>
                  <a:gd name="connsiteY2" fmla="*/ 105513 h 112727"/>
                  <a:gd name="connsiteX3" fmla="*/ 84186 w 112935"/>
                  <a:gd name="connsiteY3" fmla="*/ 105513 h 112727"/>
                  <a:gd name="connsiteX4" fmla="*/ 104284 w 112935"/>
                  <a:gd name="connsiteY4" fmla="*/ 86367 h 112727"/>
                  <a:gd name="connsiteX5" fmla="*/ 110856 w 112935"/>
                  <a:gd name="connsiteY5" fmla="*/ 71508 h 112727"/>
                  <a:gd name="connsiteX6" fmla="*/ 112761 w 112935"/>
                  <a:gd name="connsiteY6" fmla="*/ 60840 h 112727"/>
                  <a:gd name="connsiteX7" fmla="*/ 105617 w 112935"/>
                  <a:gd name="connsiteY7" fmla="*/ 28646 h 112727"/>
                  <a:gd name="connsiteX8" fmla="*/ 102569 w 112935"/>
                  <a:gd name="connsiteY8" fmla="*/ 23788 h 112727"/>
                  <a:gd name="connsiteX9" fmla="*/ 97045 w 112935"/>
                  <a:gd name="connsiteY9" fmla="*/ 17311 h 112727"/>
                  <a:gd name="connsiteX10" fmla="*/ 60945 w 112935"/>
                  <a:gd name="connsiteY10" fmla="*/ 166 h 112727"/>
                  <a:gd name="connsiteX11" fmla="*/ 49991 w 112935"/>
                  <a:gd name="connsiteY11" fmla="*/ 357 h 112727"/>
                  <a:gd name="connsiteX12" fmla="*/ 39133 w 112935"/>
                  <a:gd name="connsiteY12" fmla="*/ 2738 h 112727"/>
                  <a:gd name="connsiteX13" fmla="*/ 28655 w 112935"/>
                  <a:gd name="connsiteY13" fmla="*/ 7310 h 112727"/>
                  <a:gd name="connsiteX14" fmla="*/ 22750 w 112935"/>
                  <a:gd name="connsiteY14" fmla="*/ 11215 h 112727"/>
                  <a:gd name="connsiteX15" fmla="*/ 22274 w 112935"/>
                  <a:gd name="connsiteY15" fmla="*/ 11596 h 112727"/>
                  <a:gd name="connsiteX16" fmla="*/ 7319 w 112935"/>
                  <a:gd name="connsiteY16" fmla="*/ 84272 h 112727"/>
                  <a:gd name="connsiteX17" fmla="*/ 76947 w 112935"/>
                  <a:gd name="connsiteY17" fmla="*/ 108846 h 112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2935" h="112727">
                    <a:moveTo>
                      <a:pt x="76947" y="108846"/>
                    </a:moveTo>
                    <a:cubicBezTo>
                      <a:pt x="77233" y="108751"/>
                      <a:pt x="77423" y="108656"/>
                      <a:pt x="77709" y="108561"/>
                    </a:cubicBezTo>
                    <a:cubicBezTo>
                      <a:pt x="79900" y="107703"/>
                      <a:pt x="82091" y="106656"/>
                      <a:pt x="84186" y="105513"/>
                    </a:cubicBezTo>
                    <a:cubicBezTo>
                      <a:pt x="84186" y="105513"/>
                      <a:pt x="84186" y="105513"/>
                      <a:pt x="84186" y="105513"/>
                    </a:cubicBezTo>
                    <a:cubicBezTo>
                      <a:pt x="92663" y="100750"/>
                      <a:pt x="99426" y="94083"/>
                      <a:pt x="104284" y="86367"/>
                    </a:cubicBezTo>
                    <a:cubicBezTo>
                      <a:pt x="107141" y="81700"/>
                      <a:pt x="109332" y="76747"/>
                      <a:pt x="110856" y="71508"/>
                    </a:cubicBezTo>
                    <a:cubicBezTo>
                      <a:pt x="111809" y="67984"/>
                      <a:pt x="112475" y="64460"/>
                      <a:pt x="112761" y="60840"/>
                    </a:cubicBezTo>
                    <a:cubicBezTo>
                      <a:pt x="113618" y="49982"/>
                      <a:pt x="111332" y="38838"/>
                      <a:pt x="105617" y="28646"/>
                    </a:cubicBezTo>
                    <a:cubicBezTo>
                      <a:pt x="104665" y="26931"/>
                      <a:pt x="103617" y="25312"/>
                      <a:pt x="102569" y="23788"/>
                    </a:cubicBezTo>
                    <a:cubicBezTo>
                      <a:pt x="100950" y="21407"/>
                      <a:pt x="99045" y="19311"/>
                      <a:pt x="97045" y="17311"/>
                    </a:cubicBezTo>
                    <a:cubicBezTo>
                      <a:pt x="87329" y="7310"/>
                      <a:pt x="74471" y="1309"/>
                      <a:pt x="60945" y="166"/>
                    </a:cubicBezTo>
                    <a:cubicBezTo>
                      <a:pt x="57326" y="-120"/>
                      <a:pt x="53706" y="-24"/>
                      <a:pt x="49991" y="357"/>
                    </a:cubicBezTo>
                    <a:cubicBezTo>
                      <a:pt x="46372" y="738"/>
                      <a:pt x="42752" y="1595"/>
                      <a:pt x="39133" y="2738"/>
                    </a:cubicBezTo>
                    <a:cubicBezTo>
                      <a:pt x="35609" y="3881"/>
                      <a:pt x="32084" y="5405"/>
                      <a:pt x="28655" y="7310"/>
                    </a:cubicBezTo>
                    <a:cubicBezTo>
                      <a:pt x="26560" y="8453"/>
                      <a:pt x="24655" y="9786"/>
                      <a:pt x="22750" y="11215"/>
                    </a:cubicBezTo>
                    <a:cubicBezTo>
                      <a:pt x="22559" y="11310"/>
                      <a:pt x="22464" y="11501"/>
                      <a:pt x="22274" y="11596"/>
                    </a:cubicBezTo>
                    <a:cubicBezTo>
                      <a:pt x="176" y="28455"/>
                      <a:pt x="-6778" y="59412"/>
                      <a:pt x="7319" y="84272"/>
                    </a:cubicBezTo>
                    <a:cubicBezTo>
                      <a:pt x="21226" y="108846"/>
                      <a:pt x="51134" y="118943"/>
                      <a:pt x="76947" y="108846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84" name="Forme libre : forme 15183">
                <a:extLst>
                  <a:ext uri="{FF2B5EF4-FFF2-40B4-BE49-F238E27FC236}">
                    <a16:creationId xmlns:a16="http://schemas.microsoft.com/office/drawing/2014/main" id="{07E70FB0-1F19-418B-92F6-4D6F84C38842}"/>
                  </a:ext>
                </a:extLst>
              </p:cNvPr>
              <p:cNvSpPr/>
              <p:nvPr/>
            </p:nvSpPr>
            <p:spPr>
              <a:xfrm>
                <a:off x="8605481" y="2304779"/>
                <a:ext cx="112935" cy="112884"/>
              </a:xfrm>
              <a:custGeom>
                <a:avLst/>
                <a:gdLst>
                  <a:gd name="connsiteX0" fmla="*/ 98950 w 112935"/>
                  <a:gd name="connsiteY0" fmla="*/ 19320 h 112884"/>
                  <a:gd name="connsiteX1" fmla="*/ 83329 w 112935"/>
                  <a:gd name="connsiteY1" fmla="*/ 6842 h 112884"/>
                  <a:gd name="connsiteX2" fmla="*/ 79424 w 112935"/>
                  <a:gd name="connsiteY2" fmla="*/ 4937 h 112884"/>
                  <a:gd name="connsiteX3" fmla="*/ 60850 w 112935"/>
                  <a:gd name="connsiteY3" fmla="*/ 175 h 112884"/>
                  <a:gd name="connsiteX4" fmla="*/ 28655 w 112935"/>
                  <a:gd name="connsiteY4" fmla="*/ 7318 h 112884"/>
                  <a:gd name="connsiteX5" fmla="*/ 22750 w 112935"/>
                  <a:gd name="connsiteY5" fmla="*/ 11224 h 112884"/>
                  <a:gd name="connsiteX6" fmla="*/ 22274 w 112935"/>
                  <a:gd name="connsiteY6" fmla="*/ 11605 h 112884"/>
                  <a:gd name="connsiteX7" fmla="*/ 7319 w 112935"/>
                  <a:gd name="connsiteY7" fmla="*/ 84280 h 112884"/>
                  <a:gd name="connsiteX8" fmla="*/ 77042 w 112935"/>
                  <a:gd name="connsiteY8" fmla="*/ 108950 h 112884"/>
                  <a:gd name="connsiteX9" fmla="*/ 77805 w 112935"/>
                  <a:gd name="connsiteY9" fmla="*/ 108664 h 112884"/>
                  <a:gd name="connsiteX10" fmla="*/ 84281 w 112935"/>
                  <a:gd name="connsiteY10" fmla="*/ 105616 h 112884"/>
                  <a:gd name="connsiteX11" fmla="*/ 84281 w 112935"/>
                  <a:gd name="connsiteY11" fmla="*/ 105616 h 112884"/>
                  <a:gd name="connsiteX12" fmla="*/ 112761 w 112935"/>
                  <a:gd name="connsiteY12" fmla="*/ 60944 h 112884"/>
                  <a:gd name="connsiteX13" fmla="*/ 105617 w 112935"/>
                  <a:gd name="connsiteY13" fmla="*/ 28750 h 112884"/>
                  <a:gd name="connsiteX14" fmla="*/ 98950 w 112935"/>
                  <a:gd name="connsiteY14" fmla="*/ 19320 h 112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935" h="112884">
                    <a:moveTo>
                      <a:pt x="98950" y="19320"/>
                    </a:moveTo>
                    <a:cubicBezTo>
                      <a:pt x="94473" y="14176"/>
                      <a:pt x="89139" y="10081"/>
                      <a:pt x="83329" y="6842"/>
                    </a:cubicBezTo>
                    <a:cubicBezTo>
                      <a:pt x="82091" y="6175"/>
                      <a:pt x="80757" y="5509"/>
                      <a:pt x="79424" y="4937"/>
                    </a:cubicBezTo>
                    <a:cubicBezTo>
                      <a:pt x="73518" y="2270"/>
                      <a:pt x="67232" y="651"/>
                      <a:pt x="60850" y="175"/>
                    </a:cubicBezTo>
                    <a:cubicBezTo>
                      <a:pt x="49991" y="-683"/>
                      <a:pt x="38847" y="1603"/>
                      <a:pt x="28655" y="7318"/>
                    </a:cubicBezTo>
                    <a:cubicBezTo>
                      <a:pt x="26560" y="8461"/>
                      <a:pt x="24655" y="9795"/>
                      <a:pt x="22750" y="11224"/>
                    </a:cubicBezTo>
                    <a:cubicBezTo>
                      <a:pt x="22559" y="11319"/>
                      <a:pt x="22464" y="11509"/>
                      <a:pt x="22274" y="11605"/>
                    </a:cubicBezTo>
                    <a:cubicBezTo>
                      <a:pt x="176" y="28464"/>
                      <a:pt x="-6778" y="59420"/>
                      <a:pt x="7319" y="84280"/>
                    </a:cubicBezTo>
                    <a:cubicBezTo>
                      <a:pt x="21321" y="109045"/>
                      <a:pt x="51230" y="119142"/>
                      <a:pt x="77042" y="108950"/>
                    </a:cubicBezTo>
                    <a:cubicBezTo>
                      <a:pt x="77328" y="108855"/>
                      <a:pt x="77519" y="108760"/>
                      <a:pt x="77805" y="108664"/>
                    </a:cubicBezTo>
                    <a:cubicBezTo>
                      <a:pt x="79995" y="107807"/>
                      <a:pt x="82186" y="106759"/>
                      <a:pt x="84281" y="105616"/>
                    </a:cubicBezTo>
                    <a:cubicBezTo>
                      <a:pt x="84281" y="105616"/>
                      <a:pt x="84281" y="105616"/>
                      <a:pt x="84281" y="105616"/>
                    </a:cubicBezTo>
                    <a:cubicBezTo>
                      <a:pt x="101236" y="95996"/>
                      <a:pt x="111332" y="78946"/>
                      <a:pt x="112761" y="60944"/>
                    </a:cubicBezTo>
                    <a:cubicBezTo>
                      <a:pt x="113618" y="50086"/>
                      <a:pt x="111332" y="38941"/>
                      <a:pt x="105617" y="28750"/>
                    </a:cubicBezTo>
                    <a:cubicBezTo>
                      <a:pt x="103617" y="25321"/>
                      <a:pt x="101331" y="22177"/>
                      <a:pt x="98950" y="19320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85" name="Forme libre : forme 15184">
                <a:extLst>
                  <a:ext uri="{FF2B5EF4-FFF2-40B4-BE49-F238E27FC236}">
                    <a16:creationId xmlns:a16="http://schemas.microsoft.com/office/drawing/2014/main" id="{9994C2AE-F617-4D37-AED2-82AC94AF1D35}"/>
                  </a:ext>
                </a:extLst>
              </p:cNvPr>
              <p:cNvSpPr/>
              <p:nvPr/>
            </p:nvSpPr>
            <p:spPr>
              <a:xfrm>
                <a:off x="9023228" y="3281270"/>
                <a:ext cx="112959" cy="112773"/>
              </a:xfrm>
              <a:custGeom>
                <a:avLst/>
                <a:gdLst>
                  <a:gd name="connsiteX0" fmla="*/ 76300 w 112959"/>
                  <a:gd name="connsiteY0" fmla="*/ 3711 h 112773"/>
                  <a:gd name="connsiteX1" fmla="*/ 75633 w 112959"/>
                  <a:gd name="connsiteY1" fmla="*/ 3425 h 112773"/>
                  <a:gd name="connsiteX2" fmla="*/ 68680 w 112959"/>
                  <a:gd name="connsiteY2" fmla="*/ 1330 h 112773"/>
                  <a:gd name="connsiteX3" fmla="*/ 62965 w 112959"/>
                  <a:gd name="connsiteY3" fmla="*/ 377 h 112773"/>
                  <a:gd name="connsiteX4" fmla="*/ 4957 w 112959"/>
                  <a:gd name="connsiteY4" fmla="*/ 33334 h 112773"/>
                  <a:gd name="connsiteX5" fmla="*/ 1338 w 112959"/>
                  <a:gd name="connsiteY5" fmla="*/ 44192 h 112773"/>
                  <a:gd name="connsiteX6" fmla="*/ 957 w 112959"/>
                  <a:gd name="connsiteY6" fmla="*/ 66576 h 112773"/>
                  <a:gd name="connsiteX7" fmla="*/ 12006 w 112959"/>
                  <a:gd name="connsiteY7" fmla="*/ 91150 h 112773"/>
                  <a:gd name="connsiteX8" fmla="*/ 15530 w 112959"/>
                  <a:gd name="connsiteY8" fmla="*/ 95246 h 112773"/>
                  <a:gd name="connsiteX9" fmla="*/ 33437 w 112959"/>
                  <a:gd name="connsiteY9" fmla="*/ 107914 h 112773"/>
                  <a:gd name="connsiteX10" fmla="*/ 44296 w 112959"/>
                  <a:gd name="connsiteY10" fmla="*/ 111534 h 112773"/>
                  <a:gd name="connsiteX11" fmla="*/ 51344 w 112959"/>
                  <a:gd name="connsiteY11" fmla="*/ 112581 h 112773"/>
                  <a:gd name="connsiteX12" fmla="*/ 51916 w 112959"/>
                  <a:gd name="connsiteY12" fmla="*/ 112581 h 112773"/>
                  <a:gd name="connsiteX13" fmla="*/ 111638 w 112959"/>
                  <a:gd name="connsiteY13" fmla="*/ 68576 h 112773"/>
                  <a:gd name="connsiteX14" fmla="*/ 76300 w 112959"/>
                  <a:gd name="connsiteY14" fmla="*/ 3711 h 11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959" h="112773">
                    <a:moveTo>
                      <a:pt x="76300" y="3711"/>
                    </a:moveTo>
                    <a:cubicBezTo>
                      <a:pt x="76109" y="3615"/>
                      <a:pt x="75824" y="3520"/>
                      <a:pt x="75633" y="3425"/>
                    </a:cubicBezTo>
                    <a:cubicBezTo>
                      <a:pt x="73347" y="2663"/>
                      <a:pt x="71061" y="1901"/>
                      <a:pt x="68680" y="1330"/>
                    </a:cubicBezTo>
                    <a:cubicBezTo>
                      <a:pt x="66775" y="948"/>
                      <a:pt x="64870" y="568"/>
                      <a:pt x="62965" y="377"/>
                    </a:cubicBezTo>
                    <a:cubicBezTo>
                      <a:pt x="38295" y="-2481"/>
                      <a:pt x="14864" y="11140"/>
                      <a:pt x="4957" y="33334"/>
                    </a:cubicBezTo>
                    <a:cubicBezTo>
                      <a:pt x="3433" y="36763"/>
                      <a:pt x="2195" y="40382"/>
                      <a:pt x="1338" y="44192"/>
                    </a:cubicBezTo>
                    <a:cubicBezTo>
                      <a:pt x="-376" y="51812"/>
                      <a:pt x="-376" y="59432"/>
                      <a:pt x="957" y="66576"/>
                    </a:cubicBezTo>
                    <a:cubicBezTo>
                      <a:pt x="2576" y="75624"/>
                      <a:pt x="6482" y="84006"/>
                      <a:pt x="12006" y="91150"/>
                    </a:cubicBezTo>
                    <a:cubicBezTo>
                      <a:pt x="13149" y="92579"/>
                      <a:pt x="14292" y="93913"/>
                      <a:pt x="15530" y="95246"/>
                    </a:cubicBezTo>
                    <a:cubicBezTo>
                      <a:pt x="20483" y="100485"/>
                      <a:pt x="26579" y="104866"/>
                      <a:pt x="33437" y="107914"/>
                    </a:cubicBezTo>
                    <a:cubicBezTo>
                      <a:pt x="36866" y="109438"/>
                      <a:pt x="40486" y="110676"/>
                      <a:pt x="44296" y="111534"/>
                    </a:cubicBezTo>
                    <a:cubicBezTo>
                      <a:pt x="46677" y="112010"/>
                      <a:pt x="48963" y="112391"/>
                      <a:pt x="51344" y="112581"/>
                    </a:cubicBezTo>
                    <a:cubicBezTo>
                      <a:pt x="51535" y="112581"/>
                      <a:pt x="51725" y="112581"/>
                      <a:pt x="51916" y="112581"/>
                    </a:cubicBezTo>
                    <a:cubicBezTo>
                      <a:pt x="79633" y="114868"/>
                      <a:pt x="105446" y="96484"/>
                      <a:pt x="111638" y="68576"/>
                    </a:cubicBezTo>
                    <a:cubicBezTo>
                      <a:pt x="117733" y="40953"/>
                      <a:pt x="102208" y="13426"/>
                      <a:pt x="76300" y="3711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86" name="Forme libre : forme 15185">
                <a:extLst>
                  <a:ext uri="{FF2B5EF4-FFF2-40B4-BE49-F238E27FC236}">
                    <a16:creationId xmlns:a16="http://schemas.microsoft.com/office/drawing/2014/main" id="{E4CA376E-BFAB-49A5-BC14-A4F733C840B3}"/>
                  </a:ext>
                </a:extLst>
              </p:cNvPr>
              <p:cNvSpPr/>
              <p:nvPr/>
            </p:nvSpPr>
            <p:spPr>
              <a:xfrm>
                <a:off x="9062091" y="3437902"/>
                <a:ext cx="112995" cy="112827"/>
              </a:xfrm>
              <a:custGeom>
                <a:avLst/>
                <a:gdLst>
                  <a:gd name="connsiteX0" fmla="*/ 17625 w 112995"/>
                  <a:gd name="connsiteY0" fmla="*/ 15577 h 112827"/>
                  <a:gd name="connsiteX1" fmla="*/ 4957 w 112995"/>
                  <a:gd name="connsiteY1" fmla="*/ 33484 h 112827"/>
                  <a:gd name="connsiteX2" fmla="*/ 1338 w 112995"/>
                  <a:gd name="connsiteY2" fmla="*/ 44342 h 112827"/>
                  <a:gd name="connsiteX3" fmla="*/ 385 w 112995"/>
                  <a:gd name="connsiteY3" fmla="*/ 50057 h 112827"/>
                  <a:gd name="connsiteX4" fmla="*/ 15530 w 112995"/>
                  <a:gd name="connsiteY4" fmla="*/ 95396 h 112827"/>
                  <a:gd name="connsiteX5" fmla="*/ 44295 w 112995"/>
                  <a:gd name="connsiteY5" fmla="*/ 111589 h 112827"/>
                  <a:gd name="connsiteX6" fmla="*/ 51344 w 112995"/>
                  <a:gd name="connsiteY6" fmla="*/ 112636 h 112827"/>
                  <a:gd name="connsiteX7" fmla="*/ 51915 w 112995"/>
                  <a:gd name="connsiteY7" fmla="*/ 112636 h 112827"/>
                  <a:gd name="connsiteX8" fmla="*/ 111637 w 112995"/>
                  <a:gd name="connsiteY8" fmla="*/ 68631 h 112827"/>
                  <a:gd name="connsiteX9" fmla="*/ 76394 w 112995"/>
                  <a:gd name="connsiteY9" fmla="*/ 3670 h 112827"/>
                  <a:gd name="connsiteX10" fmla="*/ 75728 w 112995"/>
                  <a:gd name="connsiteY10" fmla="*/ 3384 h 112827"/>
                  <a:gd name="connsiteX11" fmla="*/ 68774 w 112995"/>
                  <a:gd name="connsiteY11" fmla="*/ 1289 h 112827"/>
                  <a:gd name="connsiteX12" fmla="*/ 17625 w 112995"/>
                  <a:gd name="connsiteY12" fmla="*/ 15577 h 112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2995" h="112827">
                    <a:moveTo>
                      <a:pt x="17625" y="15577"/>
                    </a:moveTo>
                    <a:cubicBezTo>
                      <a:pt x="12386" y="20530"/>
                      <a:pt x="8005" y="26626"/>
                      <a:pt x="4957" y="33484"/>
                    </a:cubicBezTo>
                    <a:cubicBezTo>
                      <a:pt x="3433" y="36913"/>
                      <a:pt x="2195" y="40532"/>
                      <a:pt x="1338" y="44342"/>
                    </a:cubicBezTo>
                    <a:cubicBezTo>
                      <a:pt x="956" y="46247"/>
                      <a:pt x="575" y="48152"/>
                      <a:pt x="385" y="50057"/>
                    </a:cubicBezTo>
                    <a:cubicBezTo>
                      <a:pt x="-1615" y="67107"/>
                      <a:pt x="4290" y="83585"/>
                      <a:pt x="15530" y="95396"/>
                    </a:cubicBezTo>
                    <a:cubicBezTo>
                      <a:pt x="23055" y="103302"/>
                      <a:pt x="32865" y="109112"/>
                      <a:pt x="44295" y="111589"/>
                    </a:cubicBezTo>
                    <a:cubicBezTo>
                      <a:pt x="46676" y="112065"/>
                      <a:pt x="48963" y="112446"/>
                      <a:pt x="51344" y="112636"/>
                    </a:cubicBezTo>
                    <a:cubicBezTo>
                      <a:pt x="51534" y="112636"/>
                      <a:pt x="51725" y="112636"/>
                      <a:pt x="51915" y="112636"/>
                    </a:cubicBezTo>
                    <a:cubicBezTo>
                      <a:pt x="79633" y="114922"/>
                      <a:pt x="105446" y="96539"/>
                      <a:pt x="111637" y="68631"/>
                    </a:cubicBezTo>
                    <a:cubicBezTo>
                      <a:pt x="117828" y="40818"/>
                      <a:pt x="102302" y="13386"/>
                      <a:pt x="76394" y="3670"/>
                    </a:cubicBezTo>
                    <a:cubicBezTo>
                      <a:pt x="76204" y="3575"/>
                      <a:pt x="75918" y="3480"/>
                      <a:pt x="75728" y="3384"/>
                    </a:cubicBezTo>
                    <a:cubicBezTo>
                      <a:pt x="73442" y="2623"/>
                      <a:pt x="71156" y="1861"/>
                      <a:pt x="68774" y="1289"/>
                    </a:cubicBezTo>
                    <a:cubicBezTo>
                      <a:pt x="49629" y="-2807"/>
                      <a:pt x="30770" y="3099"/>
                      <a:pt x="17625" y="15577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87" name="Forme libre : forme 15186">
                <a:extLst>
                  <a:ext uri="{FF2B5EF4-FFF2-40B4-BE49-F238E27FC236}">
                    <a16:creationId xmlns:a16="http://schemas.microsoft.com/office/drawing/2014/main" id="{6A5556D0-8317-4530-BDF8-8CD3430D2FC8}"/>
                  </a:ext>
                </a:extLst>
              </p:cNvPr>
              <p:cNvSpPr/>
              <p:nvPr/>
            </p:nvSpPr>
            <p:spPr>
              <a:xfrm>
                <a:off x="9118840" y="3743023"/>
                <a:ext cx="112900" cy="112954"/>
              </a:xfrm>
              <a:custGeom>
                <a:avLst/>
                <a:gdLst>
                  <a:gd name="connsiteX0" fmla="*/ 109275 w 112900"/>
                  <a:gd name="connsiteY0" fmla="*/ 36496 h 112954"/>
                  <a:gd name="connsiteX1" fmla="*/ 106323 w 112900"/>
                  <a:gd name="connsiteY1" fmla="*/ 29924 h 112954"/>
                  <a:gd name="connsiteX2" fmla="*/ 99941 w 112900"/>
                  <a:gd name="connsiteY2" fmla="*/ 20399 h 112954"/>
                  <a:gd name="connsiteX3" fmla="*/ 92035 w 112900"/>
                  <a:gd name="connsiteY3" fmla="*/ 12589 h 112954"/>
                  <a:gd name="connsiteX4" fmla="*/ 87654 w 112900"/>
                  <a:gd name="connsiteY4" fmla="*/ 9350 h 112954"/>
                  <a:gd name="connsiteX5" fmla="*/ 40505 w 112900"/>
                  <a:gd name="connsiteY5" fmla="*/ 2302 h 112954"/>
                  <a:gd name="connsiteX6" fmla="*/ 29932 w 112900"/>
                  <a:gd name="connsiteY6" fmla="*/ 6683 h 112954"/>
                  <a:gd name="connsiteX7" fmla="*/ 24979 w 112900"/>
                  <a:gd name="connsiteY7" fmla="*/ 9636 h 112954"/>
                  <a:gd name="connsiteX8" fmla="*/ 6596 w 112900"/>
                  <a:gd name="connsiteY8" fmla="*/ 30019 h 112954"/>
                  <a:gd name="connsiteX9" fmla="*/ 309 w 112900"/>
                  <a:gd name="connsiteY9" fmla="*/ 50689 h 112954"/>
                  <a:gd name="connsiteX10" fmla="*/ 6691 w 112900"/>
                  <a:gd name="connsiteY10" fmla="*/ 83074 h 112954"/>
                  <a:gd name="connsiteX11" fmla="*/ 10406 w 112900"/>
                  <a:gd name="connsiteY11" fmla="*/ 89074 h 112954"/>
                  <a:gd name="connsiteX12" fmla="*/ 10787 w 112900"/>
                  <a:gd name="connsiteY12" fmla="*/ 89551 h 112954"/>
                  <a:gd name="connsiteX13" fmla="*/ 83082 w 112900"/>
                  <a:gd name="connsiteY13" fmla="*/ 106315 h 112954"/>
                  <a:gd name="connsiteX14" fmla="*/ 109466 w 112900"/>
                  <a:gd name="connsiteY14" fmla="*/ 37258 h 112954"/>
                  <a:gd name="connsiteX15" fmla="*/ 109275 w 112900"/>
                  <a:gd name="connsiteY15" fmla="*/ 36496 h 112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2900" h="112954">
                    <a:moveTo>
                      <a:pt x="109275" y="36496"/>
                    </a:moveTo>
                    <a:cubicBezTo>
                      <a:pt x="108418" y="34306"/>
                      <a:pt x="107466" y="32019"/>
                      <a:pt x="106323" y="29924"/>
                    </a:cubicBezTo>
                    <a:cubicBezTo>
                      <a:pt x="104513" y="26495"/>
                      <a:pt x="102322" y="23352"/>
                      <a:pt x="99941" y="20399"/>
                    </a:cubicBezTo>
                    <a:cubicBezTo>
                      <a:pt x="97560" y="17542"/>
                      <a:pt x="94893" y="14875"/>
                      <a:pt x="92035" y="12589"/>
                    </a:cubicBezTo>
                    <a:cubicBezTo>
                      <a:pt x="90607" y="11446"/>
                      <a:pt x="89178" y="10398"/>
                      <a:pt x="87654" y="9350"/>
                    </a:cubicBezTo>
                    <a:cubicBezTo>
                      <a:pt x="73938" y="301"/>
                      <a:pt x="56698" y="-2461"/>
                      <a:pt x="40505" y="2302"/>
                    </a:cubicBezTo>
                    <a:cubicBezTo>
                      <a:pt x="36885" y="3349"/>
                      <a:pt x="33361" y="4778"/>
                      <a:pt x="29932" y="6683"/>
                    </a:cubicBezTo>
                    <a:cubicBezTo>
                      <a:pt x="28218" y="7635"/>
                      <a:pt x="26599" y="8588"/>
                      <a:pt x="24979" y="9636"/>
                    </a:cubicBezTo>
                    <a:cubicBezTo>
                      <a:pt x="17074" y="14970"/>
                      <a:pt x="10882" y="22018"/>
                      <a:pt x="6596" y="30019"/>
                    </a:cubicBezTo>
                    <a:cubicBezTo>
                      <a:pt x="3167" y="36401"/>
                      <a:pt x="1072" y="43450"/>
                      <a:pt x="309" y="50689"/>
                    </a:cubicBezTo>
                    <a:cubicBezTo>
                      <a:pt x="-833" y="61547"/>
                      <a:pt x="1167" y="72786"/>
                      <a:pt x="6691" y="83074"/>
                    </a:cubicBezTo>
                    <a:cubicBezTo>
                      <a:pt x="7834" y="85169"/>
                      <a:pt x="9073" y="87169"/>
                      <a:pt x="10406" y="89074"/>
                    </a:cubicBezTo>
                    <a:cubicBezTo>
                      <a:pt x="10501" y="89265"/>
                      <a:pt x="10692" y="89360"/>
                      <a:pt x="10787" y="89551"/>
                    </a:cubicBezTo>
                    <a:cubicBezTo>
                      <a:pt x="27075" y="112125"/>
                      <a:pt x="57841" y="119745"/>
                      <a:pt x="83082" y="106315"/>
                    </a:cubicBezTo>
                    <a:cubicBezTo>
                      <a:pt x="108228" y="92884"/>
                      <a:pt x="118991" y="63261"/>
                      <a:pt x="109466" y="37258"/>
                    </a:cubicBezTo>
                    <a:cubicBezTo>
                      <a:pt x="109371" y="36973"/>
                      <a:pt x="109371" y="36782"/>
                      <a:pt x="109275" y="36496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88" name="Forme libre : forme 15187">
                <a:extLst>
                  <a:ext uri="{FF2B5EF4-FFF2-40B4-BE49-F238E27FC236}">
                    <a16:creationId xmlns:a16="http://schemas.microsoft.com/office/drawing/2014/main" id="{08907678-FCB5-430D-BBFB-5AFAA6D5CBA3}"/>
                  </a:ext>
                </a:extLst>
              </p:cNvPr>
              <p:cNvSpPr/>
              <p:nvPr/>
            </p:nvSpPr>
            <p:spPr>
              <a:xfrm>
                <a:off x="9025137" y="3874483"/>
                <a:ext cx="112875" cy="112652"/>
              </a:xfrm>
              <a:custGeom>
                <a:avLst/>
                <a:gdLst>
                  <a:gd name="connsiteX0" fmla="*/ 109442 w 112875"/>
                  <a:gd name="connsiteY0" fmla="*/ 37243 h 112652"/>
                  <a:gd name="connsiteX1" fmla="*/ 109156 w 112875"/>
                  <a:gd name="connsiteY1" fmla="*/ 36481 h 112652"/>
                  <a:gd name="connsiteX2" fmla="*/ 106204 w 112875"/>
                  <a:gd name="connsiteY2" fmla="*/ 29909 h 112652"/>
                  <a:gd name="connsiteX3" fmla="*/ 67532 w 112875"/>
                  <a:gd name="connsiteY3" fmla="*/ 1143 h 112652"/>
                  <a:gd name="connsiteX4" fmla="*/ 56769 w 112875"/>
                  <a:gd name="connsiteY4" fmla="*/ 0 h 112652"/>
                  <a:gd name="connsiteX5" fmla="*/ 51340 w 112875"/>
                  <a:gd name="connsiteY5" fmla="*/ 191 h 112652"/>
                  <a:gd name="connsiteX6" fmla="*/ 29909 w 112875"/>
                  <a:gd name="connsiteY6" fmla="*/ 6572 h 112652"/>
                  <a:gd name="connsiteX7" fmla="*/ 24955 w 112875"/>
                  <a:gd name="connsiteY7" fmla="*/ 9525 h 112652"/>
                  <a:gd name="connsiteX8" fmla="*/ 6572 w 112875"/>
                  <a:gd name="connsiteY8" fmla="*/ 29909 h 112652"/>
                  <a:gd name="connsiteX9" fmla="*/ 1143 w 112875"/>
                  <a:gd name="connsiteY9" fmla="*/ 45149 h 112652"/>
                  <a:gd name="connsiteX10" fmla="*/ 0 w 112875"/>
                  <a:gd name="connsiteY10" fmla="*/ 55912 h 112652"/>
                  <a:gd name="connsiteX11" fmla="*/ 191 w 112875"/>
                  <a:gd name="connsiteY11" fmla="*/ 61341 h 112652"/>
                  <a:gd name="connsiteX12" fmla="*/ 6572 w 112875"/>
                  <a:gd name="connsiteY12" fmla="*/ 82772 h 112652"/>
                  <a:gd name="connsiteX13" fmla="*/ 10287 w 112875"/>
                  <a:gd name="connsiteY13" fmla="*/ 88773 h 112652"/>
                  <a:gd name="connsiteX14" fmla="*/ 10668 w 112875"/>
                  <a:gd name="connsiteY14" fmla="*/ 89249 h 112652"/>
                  <a:gd name="connsiteX15" fmla="*/ 82963 w 112875"/>
                  <a:gd name="connsiteY15" fmla="*/ 106013 h 112652"/>
                  <a:gd name="connsiteX16" fmla="*/ 109442 w 112875"/>
                  <a:gd name="connsiteY16" fmla="*/ 37243 h 112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2875" h="112652">
                    <a:moveTo>
                      <a:pt x="109442" y="37243"/>
                    </a:moveTo>
                    <a:cubicBezTo>
                      <a:pt x="109347" y="36957"/>
                      <a:pt x="109252" y="36767"/>
                      <a:pt x="109156" y="36481"/>
                    </a:cubicBezTo>
                    <a:cubicBezTo>
                      <a:pt x="108299" y="34290"/>
                      <a:pt x="107347" y="32004"/>
                      <a:pt x="106204" y="29909"/>
                    </a:cubicBezTo>
                    <a:cubicBezTo>
                      <a:pt x="97917" y="14478"/>
                      <a:pt x="83534" y="4382"/>
                      <a:pt x="67532" y="1143"/>
                    </a:cubicBezTo>
                    <a:cubicBezTo>
                      <a:pt x="64008" y="381"/>
                      <a:pt x="60388" y="0"/>
                      <a:pt x="56769" y="0"/>
                    </a:cubicBezTo>
                    <a:cubicBezTo>
                      <a:pt x="54959" y="0"/>
                      <a:pt x="53150" y="95"/>
                      <a:pt x="51340" y="191"/>
                    </a:cubicBezTo>
                    <a:cubicBezTo>
                      <a:pt x="44005" y="857"/>
                      <a:pt x="36767" y="2953"/>
                      <a:pt x="29909" y="6572"/>
                    </a:cubicBezTo>
                    <a:cubicBezTo>
                      <a:pt x="28194" y="7525"/>
                      <a:pt x="26575" y="8477"/>
                      <a:pt x="24955" y="9525"/>
                    </a:cubicBezTo>
                    <a:cubicBezTo>
                      <a:pt x="17050" y="14859"/>
                      <a:pt x="10859" y="21908"/>
                      <a:pt x="6572" y="29909"/>
                    </a:cubicBezTo>
                    <a:cubicBezTo>
                      <a:pt x="4001" y="34671"/>
                      <a:pt x="2191" y="39815"/>
                      <a:pt x="1143" y="45149"/>
                    </a:cubicBezTo>
                    <a:cubicBezTo>
                      <a:pt x="381" y="48673"/>
                      <a:pt x="0" y="52292"/>
                      <a:pt x="0" y="55912"/>
                    </a:cubicBezTo>
                    <a:cubicBezTo>
                      <a:pt x="0" y="57721"/>
                      <a:pt x="95" y="59531"/>
                      <a:pt x="191" y="61341"/>
                    </a:cubicBezTo>
                    <a:cubicBezTo>
                      <a:pt x="857" y="68675"/>
                      <a:pt x="2953" y="75914"/>
                      <a:pt x="6572" y="82772"/>
                    </a:cubicBezTo>
                    <a:cubicBezTo>
                      <a:pt x="7715" y="84868"/>
                      <a:pt x="8954" y="86868"/>
                      <a:pt x="10287" y="88773"/>
                    </a:cubicBezTo>
                    <a:cubicBezTo>
                      <a:pt x="10382" y="88963"/>
                      <a:pt x="10478" y="89059"/>
                      <a:pt x="10668" y="89249"/>
                    </a:cubicBezTo>
                    <a:cubicBezTo>
                      <a:pt x="26956" y="111824"/>
                      <a:pt x="57721" y="119444"/>
                      <a:pt x="82963" y="106013"/>
                    </a:cubicBezTo>
                    <a:cubicBezTo>
                      <a:pt x="108204" y="92869"/>
                      <a:pt x="118967" y="63246"/>
                      <a:pt x="109442" y="3724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89" name="Forme libre : forme 15188">
                <a:extLst>
                  <a:ext uri="{FF2B5EF4-FFF2-40B4-BE49-F238E27FC236}">
                    <a16:creationId xmlns:a16="http://schemas.microsoft.com/office/drawing/2014/main" id="{FD2B4F68-A4C6-4936-B4DF-89A2F69F3BD0}"/>
                  </a:ext>
                </a:extLst>
              </p:cNvPr>
              <p:cNvSpPr/>
              <p:nvPr/>
            </p:nvSpPr>
            <p:spPr>
              <a:xfrm>
                <a:off x="8349719" y="4437125"/>
                <a:ext cx="112731" cy="112936"/>
              </a:xfrm>
              <a:custGeom>
                <a:avLst/>
                <a:gdLst>
                  <a:gd name="connsiteX0" fmla="*/ 109443 w 112731"/>
                  <a:gd name="connsiteY0" fmla="*/ 75152 h 112936"/>
                  <a:gd name="connsiteX1" fmla="*/ 109729 w 112731"/>
                  <a:gd name="connsiteY1" fmla="*/ 74390 h 112936"/>
                  <a:gd name="connsiteX2" fmla="*/ 111634 w 112731"/>
                  <a:gd name="connsiteY2" fmla="*/ 67437 h 112936"/>
                  <a:gd name="connsiteX3" fmla="*/ 67247 w 112731"/>
                  <a:gd name="connsiteY3" fmla="*/ 1143 h 112936"/>
                  <a:gd name="connsiteX4" fmla="*/ 61533 w 112731"/>
                  <a:gd name="connsiteY4" fmla="*/ 286 h 112936"/>
                  <a:gd name="connsiteX5" fmla="*/ 55913 w 112731"/>
                  <a:gd name="connsiteY5" fmla="*/ 0 h 112936"/>
                  <a:gd name="connsiteX6" fmla="*/ 38196 w 112731"/>
                  <a:gd name="connsiteY6" fmla="*/ 3048 h 112936"/>
                  <a:gd name="connsiteX7" fmla="*/ 24956 w 112731"/>
                  <a:gd name="connsiteY7" fmla="*/ 9525 h 112936"/>
                  <a:gd name="connsiteX8" fmla="*/ 20575 w 112731"/>
                  <a:gd name="connsiteY8" fmla="*/ 12763 h 112936"/>
                  <a:gd name="connsiteX9" fmla="*/ 2382 w 112731"/>
                  <a:gd name="connsiteY9" fmla="*/ 39910 h 112936"/>
                  <a:gd name="connsiteX10" fmla="*/ 954 w 112731"/>
                  <a:gd name="connsiteY10" fmla="*/ 45529 h 112936"/>
                  <a:gd name="connsiteX11" fmla="*/ 96 w 112731"/>
                  <a:gd name="connsiteY11" fmla="*/ 52578 h 112936"/>
                  <a:gd name="connsiteX12" fmla="*/ 96 w 112731"/>
                  <a:gd name="connsiteY12" fmla="*/ 53150 h 112936"/>
                  <a:gd name="connsiteX13" fmla="*/ 45435 w 112731"/>
                  <a:gd name="connsiteY13" fmla="*/ 111823 h 112936"/>
                  <a:gd name="connsiteX14" fmla="*/ 109443 w 112731"/>
                  <a:gd name="connsiteY14" fmla="*/ 75152 h 112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731" h="112936">
                    <a:moveTo>
                      <a:pt x="109443" y="75152"/>
                    </a:moveTo>
                    <a:cubicBezTo>
                      <a:pt x="109538" y="74867"/>
                      <a:pt x="109634" y="74676"/>
                      <a:pt x="109729" y="74390"/>
                    </a:cubicBezTo>
                    <a:cubicBezTo>
                      <a:pt x="110491" y="72104"/>
                      <a:pt x="111158" y="69818"/>
                      <a:pt x="111634" y="67437"/>
                    </a:cubicBezTo>
                    <a:cubicBezTo>
                      <a:pt x="117730" y="36862"/>
                      <a:pt x="97823" y="7144"/>
                      <a:pt x="67247" y="1143"/>
                    </a:cubicBezTo>
                    <a:cubicBezTo>
                      <a:pt x="65343" y="762"/>
                      <a:pt x="63438" y="476"/>
                      <a:pt x="61533" y="286"/>
                    </a:cubicBezTo>
                    <a:cubicBezTo>
                      <a:pt x="59628" y="95"/>
                      <a:pt x="57722" y="0"/>
                      <a:pt x="55913" y="0"/>
                    </a:cubicBezTo>
                    <a:cubicBezTo>
                      <a:pt x="49817" y="0"/>
                      <a:pt x="43816" y="1143"/>
                      <a:pt x="38196" y="3048"/>
                    </a:cubicBezTo>
                    <a:cubicBezTo>
                      <a:pt x="33529" y="4667"/>
                      <a:pt x="29052" y="6858"/>
                      <a:pt x="24956" y="9525"/>
                    </a:cubicBezTo>
                    <a:cubicBezTo>
                      <a:pt x="23433" y="10573"/>
                      <a:pt x="22004" y="11621"/>
                      <a:pt x="20575" y="12763"/>
                    </a:cubicBezTo>
                    <a:cubicBezTo>
                      <a:pt x="12193" y="19621"/>
                      <a:pt x="5716" y="28956"/>
                      <a:pt x="2382" y="39910"/>
                    </a:cubicBezTo>
                    <a:cubicBezTo>
                      <a:pt x="1811" y="41720"/>
                      <a:pt x="1335" y="43625"/>
                      <a:pt x="954" y="45529"/>
                    </a:cubicBezTo>
                    <a:cubicBezTo>
                      <a:pt x="477" y="47911"/>
                      <a:pt x="192" y="50197"/>
                      <a:pt x="96" y="52578"/>
                    </a:cubicBezTo>
                    <a:cubicBezTo>
                      <a:pt x="96" y="52769"/>
                      <a:pt x="96" y="52959"/>
                      <a:pt x="96" y="53150"/>
                    </a:cubicBezTo>
                    <a:cubicBezTo>
                      <a:pt x="-1523" y="80867"/>
                      <a:pt x="17432" y="106299"/>
                      <a:pt x="45435" y="111823"/>
                    </a:cubicBezTo>
                    <a:cubicBezTo>
                      <a:pt x="73153" y="117443"/>
                      <a:pt x="100299" y="101251"/>
                      <a:pt x="109443" y="75152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90" name="Forme libre : forme 15189">
                <a:extLst>
                  <a:ext uri="{FF2B5EF4-FFF2-40B4-BE49-F238E27FC236}">
                    <a16:creationId xmlns:a16="http://schemas.microsoft.com/office/drawing/2014/main" id="{7F2A5F6D-3A5E-404C-B172-4CB9D8AB594E}"/>
                  </a:ext>
                </a:extLst>
              </p:cNvPr>
              <p:cNvSpPr/>
              <p:nvPr/>
            </p:nvSpPr>
            <p:spPr>
              <a:xfrm>
                <a:off x="8194070" y="4479687"/>
                <a:ext cx="112620" cy="112826"/>
              </a:xfrm>
              <a:custGeom>
                <a:avLst/>
                <a:gdLst>
                  <a:gd name="connsiteX0" fmla="*/ 109359 w 112620"/>
                  <a:gd name="connsiteY0" fmla="*/ 75071 h 112826"/>
                  <a:gd name="connsiteX1" fmla="*/ 109645 w 112620"/>
                  <a:gd name="connsiteY1" fmla="*/ 74309 h 112826"/>
                  <a:gd name="connsiteX2" fmla="*/ 111549 w 112620"/>
                  <a:gd name="connsiteY2" fmla="*/ 67356 h 112826"/>
                  <a:gd name="connsiteX3" fmla="*/ 67163 w 112620"/>
                  <a:gd name="connsiteY3" fmla="*/ 1062 h 112826"/>
                  <a:gd name="connsiteX4" fmla="*/ 55828 w 112620"/>
                  <a:gd name="connsiteY4" fmla="*/ 14 h 112826"/>
                  <a:gd name="connsiteX5" fmla="*/ 34397 w 112620"/>
                  <a:gd name="connsiteY5" fmla="*/ 4396 h 112826"/>
                  <a:gd name="connsiteX6" fmla="*/ 29539 w 112620"/>
                  <a:gd name="connsiteY6" fmla="*/ 6777 h 112826"/>
                  <a:gd name="connsiteX7" fmla="*/ 16490 w 112620"/>
                  <a:gd name="connsiteY7" fmla="*/ 16397 h 112826"/>
                  <a:gd name="connsiteX8" fmla="*/ 9537 w 112620"/>
                  <a:gd name="connsiteY8" fmla="*/ 24779 h 112826"/>
                  <a:gd name="connsiteX9" fmla="*/ 4298 w 112620"/>
                  <a:gd name="connsiteY9" fmla="*/ 34495 h 112826"/>
                  <a:gd name="connsiteX10" fmla="*/ 964 w 112620"/>
                  <a:gd name="connsiteY10" fmla="*/ 45449 h 112826"/>
                  <a:gd name="connsiteX11" fmla="*/ 107 w 112620"/>
                  <a:gd name="connsiteY11" fmla="*/ 52497 h 112826"/>
                  <a:gd name="connsiteX12" fmla="*/ 107 w 112620"/>
                  <a:gd name="connsiteY12" fmla="*/ 53069 h 112826"/>
                  <a:gd name="connsiteX13" fmla="*/ 45446 w 112620"/>
                  <a:gd name="connsiteY13" fmla="*/ 111743 h 112826"/>
                  <a:gd name="connsiteX14" fmla="*/ 109359 w 112620"/>
                  <a:gd name="connsiteY14" fmla="*/ 75071 h 112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620" h="112826">
                    <a:moveTo>
                      <a:pt x="109359" y="75071"/>
                    </a:moveTo>
                    <a:cubicBezTo>
                      <a:pt x="109454" y="74786"/>
                      <a:pt x="109549" y="74595"/>
                      <a:pt x="109645" y="74309"/>
                    </a:cubicBezTo>
                    <a:cubicBezTo>
                      <a:pt x="110406" y="72023"/>
                      <a:pt x="111073" y="69737"/>
                      <a:pt x="111549" y="67356"/>
                    </a:cubicBezTo>
                    <a:cubicBezTo>
                      <a:pt x="117550" y="36781"/>
                      <a:pt x="97738" y="7063"/>
                      <a:pt x="67163" y="1062"/>
                    </a:cubicBezTo>
                    <a:cubicBezTo>
                      <a:pt x="63353" y="300"/>
                      <a:pt x="59543" y="-81"/>
                      <a:pt x="55828" y="14"/>
                    </a:cubicBezTo>
                    <a:cubicBezTo>
                      <a:pt x="48303" y="110"/>
                      <a:pt x="41064" y="1634"/>
                      <a:pt x="34397" y="4396"/>
                    </a:cubicBezTo>
                    <a:cubicBezTo>
                      <a:pt x="32682" y="5063"/>
                      <a:pt x="31063" y="5920"/>
                      <a:pt x="29539" y="6777"/>
                    </a:cubicBezTo>
                    <a:cubicBezTo>
                      <a:pt x="24777" y="9349"/>
                      <a:pt x="20395" y="12587"/>
                      <a:pt x="16490" y="16397"/>
                    </a:cubicBezTo>
                    <a:cubicBezTo>
                      <a:pt x="13918" y="18969"/>
                      <a:pt x="11537" y="21731"/>
                      <a:pt x="9537" y="24779"/>
                    </a:cubicBezTo>
                    <a:cubicBezTo>
                      <a:pt x="7441" y="27828"/>
                      <a:pt x="5727" y="31066"/>
                      <a:pt x="4298" y="34495"/>
                    </a:cubicBezTo>
                    <a:cubicBezTo>
                      <a:pt x="2869" y="37924"/>
                      <a:pt x="1726" y="41639"/>
                      <a:pt x="964" y="45449"/>
                    </a:cubicBezTo>
                    <a:cubicBezTo>
                      <a:pt x="488" y="47830"/>
                      <a:pt x="202" y="50116"/>
                      <a:pt x="107" y="52497"/>
                    </a:cubicBezTo>
                    <a:cubicBezTo>
                      <a:pt x="107" y="52688"/>
                      <a:pt x="107" y="52878"/>
                      <a:pt x="107" y="53069"/>
                    </a:cubicBezTo>
                    <a:cubicBezTo>
                      <a:pt x="-1607" y="80787"/>
                      <a:pt x="17443" y="106218"/>
                      <a:pt x="45446" y="111743"/>
                    </a:cubicBezTo>
                    <a:cubicBezTo>
                      <a:pt x="73069" y="117267"/>
                      <a:pt x="100215" y="101170"/>
                      <a:pt x="109359" y="75071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91" name="Forme libre : forme 15190">
                <a:extLst>
                  <a:ext uri="{FF2B5EF4-FFF2-40B4-BE49-F238E27FC236}">
                    <a16:creationId xmlns:a16="http://schemas.microsoft.com/office/drawing/2014/main" id="{2C9C69BC-EAC2-4F21-9783-73FF379F8208}"/>
                  </a:ext>
                </a:extLst>
              </p:cNvPr>
              <p:cNvSpPr/>
              <p:nvPr/>
            </p:nvSpPr>
            <p:spPr>
              <a:xfrm>
                <a:off x="6955001" y="3865149"/>
                <a:ext cx="112930" cy="112955"/>
              </a:xfrm>
              <a:custGeom>
                <a:avLst/>
                <a:gdLst>
                  <a:gd name="connsiteX0" fmla="*/ 14736 w 112930"/>
                  <a:gd name="connsiteY0" fmla="*/ 18383 h 112955"/>
                  <a:gd name="connsiteX1" fmla="*/ 11307 w 112930"/>
                  <a:gd name="connsiteY1" fmla="*/ 22574 h 112955"/>
                  <a:gd name="connsiteX2" fmla="*/ 1878 w 112930"/>
                  <a:gd name="connsiteY2" fmla="*/ 42005 h 112955"/>
                  <a:gd name="connsiteX3" fmla="*/ 544 w 112930"/>
                  <a:gd name="connsiteY3" fmla="*/ 64389 h 112955"/>
                  <a:gd name="connsiteX4" fmla="*/ 3307 w 112930"/>
                  <a:gd name="connsiteY4" fmla="*/ 75533 h 112955"/>
                  <a:gd name="connsiteX5" fmla="*/ 27024 w 112930"/>
                  <a:gd name="connsiteY5" fmla="*/ 104680 h 112955"/>
                  <a:gd name="connsiteX6" fmla="*/ 64362 w 112930"/>
                  <a:gd name="connsiteY6" fmla="*/ 112395 h 112955"/>
                  <a:gd name="connsiteX7" fmla="*/ 71315 w 112930"/>
                  <a:gd name="connsiteY7" fmla="*/ 110871 h 112955"/>
                  <a:gd name="connsiteX8" fmla="*/ 71886 w 112930"/>
                  <a:gd name="connsiteY8" fmla="*/ 110680 h 112955"/>
                  <a:gd name="connsiteX9" fmla="*/ 112368 w 112930"/>
                  <a:gd name="connsiteY9" fmla="*/ 48482 h 112955"/>
                  <a:gd name="connsiteX10" fmla="*/ 56551 w 112930"/>
                  <a:gd name="connsiteY10" fmla="*/ 0 h 112955"/>
                  <a:gd name="connsiteX11" fmla="*/ 55789 w 112930"/>
                  <a:gd name="connsiteY11" fmla="*/ 0 h 112955"/>
                  <a:gd name="connsiteX12" fmla="*/ 48550 w 112930"/>
                  <a:gd name="connsiteY12" fmla="*/ 476 h 112955"/>
                  <a:gd name="connsiteX13" fmla="*/ 14736 w 112930"/>
                  <a:gd name="connsiteY13" fmla="*/ 18383 h 112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930" h="112955">
                    <a:moveTo>
                      <a:pt x="14736" y="18383"/>
                    </a:moveTo>
                    <a:cubicBezTo>
                      <a:pt x="13498" y="19717"/>
                      <a:pt x="12355" y="21146"/>
                      <a:pt x="11307" y="22574"/>
                    </a:cubicBezTo>
                    <a:cubicBezTo>
                      <a:pt x="6926" y="28384"/>
                      <a:pt x="3687" y="34957"/>
                      <a:pt x="1878" y="42005"/>
                    </a:cubicBezTo>
                    <a:cubicBezTo>
                      <a:pt x="-27" y="49054"/>
                      <a:pt x="-504" y="56674"/>
                      <a:pt x="544" y="64389"/>
                    </a:cubicBezTo>
                    <a:cubicBezTo>
                      <a:pt x="1116" y="68294"/>
                      <a:pt x="1973" y="71914"/>
                      <a:pt x="3307" y="75533"/>
                    </a:cubicBezTo>
                    <a:cubicBezTo>
                      <a:pt x="7688" y="87916"/>
                      <a:pt x="16261" y="98107"/>
                      <a:pt x="27024" y="104680"/>
                    </a:cubicBezTo>
                    <a:cubicBezTo>
                      <a:pt x="37787" y="111252"/>
                      <a:pt x="50836" y="114300"/>
                      <a:pt x="64362" y="112395"/>
                    </a:cubicBezTo>
                    <a:cubicBezTo>
                      <a:pt x="66743" y="112014"/>
                      <a:pt x="69029" y="111538"/>
                      <a:pt x="71315" y="110871"/>
                    </a:cubicBezTo>
                    <a:cubicBezTo>
                      <a:pt x="71505" y="110776"/>
                      <a:pt x="71696" y="110776"/>
                      <a:pt x="71886" y="110680"/>
                    </a:cubicBezTo>
                    <a:cubicBezTo>
                      <a:pt x="98652" y="103060"/>
                      <a:pt x="116368" y="76771"/>
                      <a:pt x="112368" y="48482"/>
                    </a:cubicBezTo>
                    <a:cubicBezTo>
                      <a:pt x="108367" y="20288"/>
                      <a:pt x="84174" y="0"/>
                      <a:pt x="56551" y="0"/>
                    </a:cubicBezTo>
                    <a:cubicBezTo>
                      <a:pt x="56265" y="0"/>
                      <a:pt x="56075" y="0"/>
                      <a:pt x="55789" y="0"/>
                    </a:cubicBezTo>
                    <a:cubicBezTo>
                      <a:pt x="53408" y="0"/>
                      <a:pt x="51027" y="190"/>
                      <a:pt x="48550" y="476"/>
                    </a:cubicBezTo>
                    <a:cubicBezTo>
                      <a:pt x="34929" y="2476"/>
                      <a:pt x="23214" y="9049"/>
                      <a:pt x="14736" y="1838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92" name="Forme libre : forme 15191">
                <a:extLst>
                  <a:ext uri="{FF2B5EF4-FFF2-40B4-BE49-F238E27FC236}">
                    <a16:creationId xmlns:a16="http://schemas.microsoft.com/office/drawing/2014/main" id="{B5B9001E-00FD-4A0D-8699-7641F5B497B2}"/>
                  </a:ext>
                </a:extLst>
              </p:cNvPr>
              <p:cNvSpPr/>
              <p:nvPr/>
            </p:nvSpPr>
            <p:spPr>
              <a:xfrm>
                <a:off x="7046515" y="3998118"/>
                <a:ext cx="112856" cy="112967"/>
              </a:xfrm>
              <a:custGeom>
                <a:avLst/>
                <a:gdLst>
                  <a:gd name="connsiteX0" fmla="*/ 18282 w 112856"/>
                  <a:gd name="connsiteY0" fmla="*/ 98203 h 112967"/>
                  <a:gd name="connsiteX1" fmla="*/ 64288 w 112856"/>
                  <a:gd name="connsiteY1" fmla="*/ 112395 h 112967"/>
                  <a:gd name="connsiteX2" fmla="*/ 71241 w 112856"/>
                  <a:gd name="connsiteY2" fmla="*/ 110871 h 112967"/>
                  <a:gd name="connsiteX3" fmla="*/ 71812 w 112856"/>
                  <a:gd name="connsiteY3" fmla="*/ 110680 h 112967"/>
                  <a:gd name="connsiteX4" fmla="*/ 112294 w 112856"/>
                  <a:gd name="connsiteY4" fmla="*/ 48482 h 112967"/>
                  <a:gd name="connsiteX5" fmla="*/ 56477 w 112856"/>
                  <a:gd name="connsiteY5" fmla="*/ 0 h 112967"/>
                  <a:gd name="connsiteX6" fmla="*/ 55715 w 112856"/>
                  <a:gd name="connsiteY6" fmla="*/ 0 h 112967"/>
                  <a:gd name="connsiteX7" fmla="*/ 48476 w 112856"/>
                  <a:gd name="connsiteY7" fmla="*/ 476 h 112967"/>
                  <a:gd name="connsiteX8" fmla="*/ 14758 w 112856"/>
                  <a:gd name="connsiteY8" fmla="*/ 18288 h 112967"/>
                  <a:gd name="connsiteX9" fmla="*/ 11329 w 112856"/>
                  <a:gd name="connsiteY9" fmla="*/ 22479 h 112967"/>
                  <a:gd name="connsiteX10" fmla="*/ 89 w 112856"/>
                  <a:gd name="connsiteY10" fmla="*/ 52864 h 112967"/>
                  <a:gd name="connsiteX11" fmla="*/ 565 w 112856"/>
                  <a:gd name="connsiteY11" fmla="*/ 64294 h 112967"/>
                  <a:gd name="connsiteX12" fmla="*/ 18282 w 112856"/>
                  <a:gd name="connsiteY12" fmla="*/ 98203 h 112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2856" h="112967">
                    <a:moveTo>
                      <a:pt x="18282" y="98203"/>
                    </a:moveTo>
                    <a:cubicBezTo>
                      <a:pt x="30283" y="109156"/>
                      <a:pt x="46952" y="114871"/>
                      <a:pt x="64288" y="112395"/>
                    </a:cubicBezTo>
                    <a:cubicBezTo>
                      <a:pt x="66669" y="112014"/>
                      <a:pt x="68955" y="111538"/>
                      <a:pt x="71241" y="110871"/>
                    </a:cubicBezTo>
                    <a:cubicBezTo>
                      <a:pt x="71431" y="110776"/>
                      <a:pt x="71622" y="110776"/>
                      <a:pt x="71812" y="110680"/>
                    </a:cubicBezTo>
                    <a:cubicBezTo>
                      <a:pt x="98578" y="103061"/>
                      <a:pt x="116294" y="76771"/>
                      <a:pt x="112294" y="48482"/>
                    </a:cubicBezTo>
                    <a:cubicBezTo>
                      <a:pt x="108293" y="20288"/>
                      <a:pt x="84100" y="0"/>
                      <a:pt x="56477" y="0"/>
                    </a:cubicBezTo>
                    <a:cubicBezTo>
                      <a:pt x="56191" y="0"/>
                      <a:pt x="56001" y="0"/>
                      <a:pt x="55715" y="0"/>
                    </a:cubicBezTo>
                    <a:cubicBezTo>
                      <a:pt x="53334" y="0"/>
                      <a:pt x="50953" y="190"/>
                      <a:pt x="48476" y="476"/>
                    </a:cubicBezTo>
                    <a:cubicBezTo>
                      <a:pt x="34951" y="2381"/>
                      <a:pt x="23235" y="8954"/>
                      <a:pt x="14758" y="18288"/>
                    </a:cubicBezTo>
                    <a:cubicBezTo>
                      <a:pt x="13519" y="19621"/>
                      <a:pt x="12376" y="21050"/>
                      <a:pt x="11329" y="22479"/>
                    </a:cubicBezTo>
                    <a:cubicBezTo>
                      <a:pt x="4852" y="31147"/>
                      <a:pt x="756" y="41624"/>
                      <a:pt x="89" y="52864"/>
                    </a:cubicBezTo>
                    <a:cubicBezTo>
                      <a:pt x="-101" y="56579"/>
                      <a:pt x="-6" y="60388"/>
                      <a:pt x="565" y="64294"/>
                    </a:cubicBezTo>
                    <a:cubicBezTo>
                      <a:pt x="2375" y="78010"/>
                      <a:pt x="8947" y="89630"/>
                      <a:pt x="18282" y="9820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93" name="Forme libre : forme 15192">
                <a:extLst>
                  <a:ext uri="{FF2B5EF4-FFF2-40B4-BE49-F238E27FC236}">
                    <a16:creationId xmlns:a16="http://schemas.microsoft.com/office/drawing/2014/main" id="{481CA992-40D0-49BC-90FE-44627BE97F04}"/>
                  </a:ext>
                </a:extLst>
              </p:cNvPr>
              <p:cNvSpPr/>
              <p:nvPr/>
            </p:nvSpPr>
            <p:spPr>
              <a:xfrm>
                <a:off x="7567522" y="4063733"/>
                <a:ext cx="112687" cy="112740"/>
              </a:xfrm>
              <a:custGeom>
                <a:avLst/>
                <a:gdLst>
                  <a:gd name="connsiteX0" fmla="*/ 4005 w 112687"/>
                  <a:gd name="connsiteY0" fmla="*/ 77546 h 112740"/>
                  <a:gd name="connsiteX1" fmla="*/ 16293 w 112687"/>
                  <a:gd name="connsiteY1" fmla="*/ 96310 h 112740"/>
                  <a:gd name="connsiteX2" fmla="*/ 23627 w 112687"/>
                  <a:gd name="connsiteY2" fmla="*/ 102311 h 112740"/>
                  <a:gd name="connsiteX3" fmla="*/ 26961 w 112687"/>
                  <a:gd name="connsiteY3" fmla="*/ 104502 h 112740"/>
                  <a:gd name="connsiteX4" fmla="*/ 30485 w 112687"/>
                  <a:gd name="connsiteY4" fmla="*/ 106311 h 112740"/>
                  <a:gd name="connsiteX5" fmla="*/ 96207 w 112687"/>
                  <a:gd name="connsiteY5" fmla="*/ 96501 h 112740"/>
                  <a:gd name="connsiteX6" fmla="*/ 106685 w 112687"/>
                  <a:gd name="connsiteY6" fmla="*/ 31255 h 112740"/>
                  <a:gd name="connsiteX7" fmla="*/ 104685 w 112687"/>
                  <a:gd name="connsiteY7" fmla="*/ 27444 h 112740"/>
                  <a:gd name="connsiteX8" fmla="*/ 102494 w 112687"/>
                  <a:gd name="connsiteY8" fmla="*/ 24111 h 112740"/>
                  <a:gd name="connsiteX9" fmla="*/ 96493 w 112687"/>
                  <a:gd name="connsiteY9" fmla="*/ 16681 h 112740"/>
                  <a:gd name="connsiteX10" fmla="*/ 16674 w 112687"/>
                  <a:gd name="connsiteY10" fmla="*/ 16395 h 112740"/>
                  <a:gd name="connsiteX11" fmla="*/ 5 w 112687"/>
                  <a:gd name="connsiteY11" fmla="*/ 56210 h 112740"/>
                  <a:gd name="connsiteX12" fmla="*/ 4005 w 112687"/>
                  <a:gd name="connsiteY12" fmla="*/ 77546 h 11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2687" h="112740">
                    <a:moveTo>
                      <a:pt x="4005" y="77546"/>
                    </a:moveTo>
                    <a:cubicBezTo>
                      <a:pt x="6768" y="84309"/>
                      <a:pt x="10863" y="90690"/>
                      <a:pt x="16293" y="96310"/>
                    </a:cubicBezTo>
                    <a:cubicBezTo>
                      <a:pt x="18578" y="98596"/>
                      <a:pt x="21055" y="100597"/>
                      <a:pt x="23627" y="102311"/>
                    </a:cubicBezTo>
                    <a:cubicBezTo>
                      <a:pt x="24674" y="103073"/>
                      <a:pt x="25818" y="103835"/>
                      <a:pt x="26961" y="104502"/>
                    </a:cubicBezTo>
                    <a:cubicBezTo>
                      <a:pt x="28103" y="105168"/>
                      <a:pt x="29247" y="105740"/>
                      <a:pt x="30485" y="106311"/>
                    </a:cubicBezTo>
                    <a:cubicBezTo>
                      <a:pt x="51726" y="117360"/>
                      <a:pt x="78300" y="114217"/>
                      <a:pt x="96207" y="96501"/>
                    </a:cubicBezTo>
                    <a:cubicBezTo>
                      <a:pt x="113924" y="78880"/>
                      <a:pt x="117257" y="52495"/>
                      <a:pt x="106685" y="31255"/>
                    </a:cubicBezTo>
                    <a:cubicBezTo>
                      <a:pt x="106113" y="30016"/>
                      <a:pt x="105447" y="28683"/>
                      <a:pt x="104685" y="27444"/>
                    </a:cubicBezTo>
                    <a:cubicBezTo>
                      <a:pt x="104018" y="26301"/>
                      <a:pt x="103256" y="25158"/>
                      <a:pt x="102494" y="24111"/>
                    </a:cubicBezTo>
                    <a:cubicBezTo>
                      <a:pt x="100684" y="21539"/>
                      <a:pt x="98779" y="18967"/>
                      <a:pt x="96493" y="16681"/>
                    </a:cubicBezTo>
                    <a:cubicBezTo>
                      <a:pt x="74490" y="-5417"/>
                      <a:pt x="38772" y="-5607"/>
                      <a:pt x="16674" y="16395"/>
                    </a:cubicBezTo>
                    <a:cubicBezTo>
                      <a:pt x="5624" y="27349"/>
                      <a:pt x="5" y="41827"/>
                      <a:pt x="5" y="56210"/>
                    </a:cubicBezTo>
                    <a:cubicBezTo>
                      <a:pt x="-90" y="63544"/>
                      <a:pt x="1243" y="70783"/>
                      <a:pt x="4005" y="77546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94" name="Forme libre : forme 15193">
                <a:extLst>
                  <a:ext uri="{FF2B5EF4-FFF2-40B4-BE49-F238E27FC236}">
                    <a16:creationId xmlns:a16="http://schemas.microsoft.com/office/drawing/2014/main" id="{BF92A239-A683-4CB6-B39F-3DA25F363FAF}"/>
                  </a:ext>
                </a:extLst>
              </p:cNvPr>
              <p:cNvSpPr/>
              <p:nvPr/>
            </p:nvSpPr>
            <p:spPr>
              <a:xfrm>
                <a:off x="7515520" y="4216704"/>
                <a:ext cx="112777" cy="112781"/>
              </a:xfrm>
              <a:custGeom>
                <a:avLst/>
                <a:gdLst>
                  <a:gd name="connsiteX0" fmla="*/ 104680 w 112777"/>
                  <a:gd name="connsiteY0" fmla="*/ 27444 h 112781"/>
                  <a:gd name="connsiteX1" fmla="*/ 102489 w 112777"/>
                  <a:gd name="connsiteY1" fmla="*/ 24111 h 112781"/>
                  <a:gd name="connsiteX2" fmla="*/ 96488 w 112777"/>
                  <a:gd name="connsiteY2" fmla="*/ 16681 h 112781"/>
                  <a:gd name="connsiteX3" fmla="*/ 16669 w 112777"/>
                  <a:gd name="connsiteY3" fmla="*/ 16396 h 112781"/>
                  <a:gd name="connsiteX4" fmla="*/ 9430 w 112777"/>
                  <a:gd name="connsiteY4" fmla="*/ 25254 h 112781"/>
                  <a:gd name="connsiteX5" fmla="*/ 0 w 112777"/>
                  <a:gd name="connsiteY5" fmla="*/ 56305 h 112781"/>
                  <a:gd name="connsiteX6" fmla="*/ 9144 w 112777"/>
                  <a:gd name="connsiteY6" fmla="*/ 87357 h 112781"/>
                  <a:gd name="connsiteX7" fmla="*/ 16383 w 112777"/>
                  <a:gd name="connsiteY7" fmla="*/ 96215 h 112781"/>
                  <a:gd name="connsiteX8" fmla="*/ 23717 w 112777"/>
                  <a:gd name="connsiteY8" fmla="*/ 102311 h 112781"/>
                  <a:gd name="connsiteX9" fmla="*/ 27051 w 112777"/>
                  <a:gd name="connsiteY9" fmla="*/ 104502 h 112781"/>
                  <a:gd name="connsiteX10" fmla="*/ 30575 w 112777"/>
                  <a:gd name="connsiteY10" fmla="*/ 106407 h 112781"/>
                  <a:gd name="connsiteX11" fmla="*/ 40767 w 112777"/>
                  <a:gd name="connsiteY11" fmla="*/ 110502 h 112781"/>
                  <a:gd name="connsiteX12" fmla="*/ 40767 w 112777"/>
                  <a:gd name="connsiteY12" fmla="*/ 110502 h 112781"/>
                  <a:gd name="connsiteX13" fmla="*/ 40767 w 112777"/>
                  <a:gd name="connsiteY13" fmla="*/ 110502 h 112781"/>
                  <a:gd name="connsiteX14" fmla="*/ 96298 w 112777"/>
                  <a:gd name="connsiteY14" fmla="*/ 96596 h 112781"/>
                  <a:gd name="connsiteX15" fmla="*/ 106775 w 112777"/>
                  <a:gd name="connsiteY15" fmla="*/ 31350 h 112781"/>
                  <a:gd name="connsiteX16" fmla="*/ 104680 w 112777"/>
                  <a:gd name="connsiteY16" fmla="*/ 27444 h 112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2777" h="112781">
                    <a:moveTo>
                      <a:pt x="104680" y="27444"/>
                    </a:moveTo>
                    <a:cubicBezTo>
                      <a:pt x="104013" y="26301"/>
                      <a:pt x="103251" y="25158"/>
                      <a:pt x="102489" y="24111"/>
                    </a:cubicBezTo>
                    <a:cubicBezTo>
                      <a:pt x="100679" y="21539"/>
                      <a:pt x="98774" y="18967"/>
                      <a:pt x="96488" y="16681"/>
                    </a:cubicBezTo>
                    <a:cubicBezTo>
                      <a:pt x="74485" y="-5417"/>
                      <a:pt x="38767" y="-5607"/>
                      <a:pt x="16669" y="16396"/>
                    </a:cubicBezTo>
                    <a:cubicBezTo>
                      <a:pt x="13906" y="19158"/>
                      <a:pt x="11525" y="22110"/>
                      <a:pt x="9430" y="25254"/>
                    </a:cubicBezTo>
                    <a:cubicBezTo>
                      <a:pt x="3238" y="34588"/>
                      <a:pt x="95" y="45447"/>
                      <a:pt x="0" y="56305"/>
                    </a:cubicBezTo>
                    <a:cubicBezTo>
                      <a:pt x="0" y="67164"/>
                      <a:pt x="3048" y="78022"/>
                      <a:pt x="9144" y="87357"/>
                    </a:cubicBezTo>
                    <a:cubicBezTo>
                      <a:pt x="11239" y="90500"/>
                      <a:pt x="13621" y="93453"/>
                      <a:pt x="16383" y="96215"/>
                    </a:cubicBezTo>
                    <a:cubicBezTo>
                      <a:pt x="18669" y="98501"/>
                      <a:pt x="21146" y="100501"/>
                      <a:pt x="23717" y="102311"/>
                    </a:cubicBezTo>
                    <a:cubicBezTo>
                      <a:pt x="24765" y="103073"/>
                      <a:pt x="25908" y="103835"/>
                      <a:pt x="27051" y="104502"/>
                    </a:cubicBezTo>
                    <a:cubicBezTo>
                      <a:pt x="28194" y="105168"/>
                      <a:pt x="29337" y="105740"/>
                      <a:pt x="30575" y="106407"/>
                    </a:cubicBezTo>
                    <a:cubicBezTo>
                      <a:pt x="33909" y="108121"/>
                      <a:pt x="37243" y="109455"/>
                      <a:pt x="40767" y="110502"/>
                    </a:cubicBezTo>
                    <a:cubicBezTo>
                      <a:pt x="40767" y="110502"/>
                      <a:pt x="40767" y="110502"/>
                      <a:pt x="40767" y="110502"/>
                    </a:cubicBezTo>
                    <a:lnTo>
                      <a:pt x="40767" y="110502"/>
                    </a:lnTo>
                    <a:cubicBezTo>
                      <a:pt x="59817" y="116027"/>
                      <a:pt x="81153" y="111550"/>
                      <a:pt x="96298" y="96596"/>
                    </a:cubicBezTo>
                    <a:cubicBezTo>
                      <a:pt x="114014" y="78975"/>
                      <a:pt x="117348" y="52590"/>
                      <a:pt x="106775" y="31350"/>
                    </a:cubicBezTo>
                    <a:cubicBezTo>
                      <a:pt x="106013" y="29921"/>
                      <a:pt x="105442" y="28683"/>
                      <a:pt x="104680" y="27444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95" name="Forme libre : forme 15194">
                <a:extLst>
                  <a:ext uri="{FF2B5EF4-FFF2-40B4-BE49-F238E27FC236}">
                    <a16:creationId xmlns:a16="http://schemas.microsoft.com/office/drawing/2014/main" id="{7214D97C-EAB1-4B58-95F9-25D7F0D88566}"/>
                  </a:ext>
                </a:extLst>
              </p:cNvPr>
              <p:cNvSpPr/>
              <p:nvPr/>
            </p:nvSpPr>
            <p:spPr>
              <a:xfrm>
                <a:off x="7985766" y="3045613"/>
                <a:ext cx="112849" cy="112753"/>
              </a:xfrm>
              <a:custGeom>
                <a:avLst/>
                <a:gdLst>
                  <a:gd name="connsiteX0" fmla="*/ 102112 w 112849"/>
                  <a:gd name="connsiteY0" fmla="*/ 23246 h 112753"/>
                  <a:gd name="connsiteX1" fmla="*/ 94968 w 112849"/>
                  <a:gd name="connsiteY1" fmla="*/ 15150 h 112753"/>
                  <a:gd name="connsiteX2" fmla="*/ 70584 w 112849"/>
                  <a:gd name="connsiteY2" fmla="*/ 1815 h 112753"/>
                  <a:gd name="connsiteX3" fmla="*/ 63631 w 112849"/>
                  <a:gd name="connsiteY3" fmla="*/ 481 h 112753"/>
                  <a:gd name="connsiteX4" fmla="*/ 63059 w 112849"/>
                  <a:gd name="connsiteY4" fmla="*/ 386 h 112753"/>
                  <a:gd name="connsiteX5" fmla="*/ 1814 w 112849"/>
                  <a:gd name="connsiteY5" fmla="*/ 42200 h 112753"/>
                  <a:gd name="connsiteX6" fmla="*/ 34770 w 112849"/>
                  <a:gd name="connsiteY6" fmla="*/ 108399 h 112753"/>
                  <a:gd name="connsiteX7" fmla="*/ 35437 w 112849"/>
                  <a:gd name="connsiteY7" fmla="*/ 108685 h 112753"/>
                  <a:gd name="connsiteX8" fmla="*/ 42295 w 112849"/>
                  <a:gd name="connsiteY8" fmla="*/ 110971 h 112753"/>
                  <a:gd name="connsiteX9" fmla="*/ 47914 w 112849"/>
                  <a:gd name="connsiteY9" fmla="*/ 112114 h 112753"/>
                  <a:gd name="connsiteX10" fmla="*/ 107065 w 112849"/>
                  <a:gd name="connsiteY10" fmla="*/ 81158 h 112753"/>
                  <a:gd name="connsiteX11" fmla="*/ 111065 w 112849"/>
                  <a:gd name="connsiteY11" fmla="*/ 70395 h 112753"/>
                  <a:gd name="connsiteX12" fmla="*/ 112208 w 112849"/>
                  <a:gd name="connsiteY12" fmla="*/ 64775 h 112753"/>
                  <a:gd name="connsiteX13" fmla="*/ 105064 w 112849"/>
                  <a:gd name="connsiteY13" fmla="*/ 27627 h 112753"/>
                  <a:gd name="connsiteX14" fmla="*/ 102112 w 112849"/>
                  <a:gd name="connsiteY14" fmla="*/ 23246 h 112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849" h="112753">
                    <a:moveTo>
                      <a:pt x="102112" y="23246"/>
                    </a:moveTo>
                    <a:cubicBezTo>
                      <a:pt x="100016" y="20293"/>
                      <a:pt x="97540" y="17626"/>
                      <a:pt x="94968" y="15150"/>
                    </a:cubicBezTo>
                    <a:cubicBezTo>
                      <a:pt x="88300" y="8958"/>
                      <a:pt x="80014" y="4291"/>
                      <a:pt x="70584" y="1815"/>
                    </a:cubicBezTo>
                    <a:cubicBezTo>
                      <a:pt x="68298" y="1243"/>
                      <a:pt x="65917" y="862"/>
                      <a:pt x="63631" y="481"/>
                    </a:cubicBezTo>
                    <a:cubicBezTo>
                      <a:pt x="63440" y="481"/>
                      <a:pt x="63250" y="481"/>
                      <a:pt x="63059" y="386"/>
                    </a:cubicBezTo>
                    <a:cubicBezTo>
                      <a:pt x="35437" y="-2853"/>
                      <a:pt x="8957" y="14578"/>
                      <a:pt x="1814" y="42200"/>
                    </a:cubicBezTo>
                    <a:cubicBezTo>
                      <a:pt x="-5330" y="69728"/>
                      <a:pt x="9243" y="97731"/>
                      <a:pt x="34770" y="108399"/>
                    </a:cubicBezTo>
                    <a:cubicBezTo>
                      <a:pt x="34961" y="108495"/>
                      <a:pt x="35246" y="108590"/>
                      <a:pt x="35437" y="108685"/>
                    </a:cubicBezTo>
                    <a:cubicBezTo>
                      <a:pt x="37628" y="109542"/>
                      <a:pt x="39914" y="110400"/>
                      <a:pt x="42295" y="110971"/>
                    </a:cubicBezTo>
                    <a:cubicBezTo>
                      <a:pt x="44200" y="111447"/>
                      <a:pt x="46105" y="111828"/>
                      <a:pt x="47914" y="112114"/>
                    </a:cubicBezTo>
                    <a:cubicBezTo>
                      <a:pt x="72394" y="115829"/>
                      <a:pt x="96397" y="103065"/>
                      <a:pt x="107065" y="81158"/>
                    </a:cubicBezTo>
                    <a:cubicBezTo>
                      <a:pt x="108684" y="77824"/>
                      <a:pt x="110017" y="74205"/>
                      <a:pt x="111065" y="70395"/>
                    </a:cubicBezTo>
                    <a:cubicBezTo>
                      <a:pt x="111541" y="68490"/>
                      <a:pt x="111923" y="66585"/>
                      <a:pt x="112208" y="64775"/>
                    </a:cubicBezTo>
                    <a:cubicBezTo>
                      <a:pt x="114208" y="51535"/>
                      <a:pt x="111446" y="38581"/>
                      <a:pt x="105064" y="27627"/>
                    </a:cubicBezTo>
                    <a:cubicBezTo>
                      <a:pt x="104112" y="26199"/>
                      <a:pt x="103159" y="24675"/>
                      <a:pt x="102112" y="23246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96" name="Forme libre : forme 15195">
                <a:extLst>
                  <a:ext uri="{FF2B5EF4-FFF2-40B4-BE49-F238E27FC236}">
                    <a16:creationId xmlns:a16="http://schemas.microsoft.com/office/drawing/2014/main" id="{5F01D971-D298-4CDB-972B-3F97F07B2EC9}"/>
                  </a:ext>
                </a:extLst>
              </p:cNvPr>
              <p:cNvSpPr/>
              <p:nvPr/>
            </p:nvSpPr>
            <p:spPr>
              <a:xfrm>
                <a:off x="7952333" y="2887593"/>
                <a:ext cx="112849" cy="112852"/>
              </a:xfrm>
              <a:custGeom>
                <a:avLst/>
                <a:gdLst>
                  <a:gd name="connsiteX0" fmla="*/ 34770 w 112849"/>
                  <a:gd name="connsiteY0" fmla="*/ 108495 h 112852"/>
                  <a:gd name="connsiteX1" fmla="*/ 35437 w 112849"/>
                  <a:gd name="connsiteY1" fmla="*/ 108780 h 112852"/>
                  <a:gd name="connsiteX2" fmla="*/ 42295 w 112849"/>
                  <a:gd name="connsiteY2" fmla="*/ 111066 h 112852"/>
                  <a:gd name="connsiteX3" fmla="*/ 42295 w 112849"/>
                  <a:gd name="connsiteY3" fmla="*/ 111066 h 112852"/>
                  <a:gd name="connsiteX4" fmla="*/ 59154 w 112849"/>
                  <a:gd name="connsiteY4" fmla="*/ 112781 h 112852"/>
                  <a:gd name="connsiteX5" fmla="*/ 85062 w 112849"/>
                  <a:gd name="connsiteY5" fmla="*/ 105066 h 112852"/>
                  <a:gd name="connsiteX6" fmla="*/ 111065 w 112849"/>
                  <a:gd name="connsiteY6" fmla="*/ 70585 h 112852"/>
                  <a:gd name="connsiteX7" fmla="*/ 112208 w 112849"/>
                  <a:gd name="connsiteY7" fmla="*/ 64965 h 112852"/>
                  <a:gd name="connsiteX8" fmla="*/ 105064 w 112849"/>
                  <a:gd name="connsiteY8" fmla="*/ 27818 h 112852"/>
                  <a:gd name="connsiteX9" fmla="*/ 102112 w 112849"/>
                  <a:gd name="connsiteY9" fmla="*/ 23246 h 112852"/>
                  <a:gd name="connsiteX10" fmla="*/ 94968 w 112849"/>
                  <a:gd name="connsiteY10" fmla="*/ 15150 h 112852"/>
                  <a:gd name="connsiteX11" fmla="*/ 90777 w 112849"/>
                  <a:gd name="connsiteY11" fmla="*/ 11625 h 112852"/>
                  <a:gd name="connsiteX12" fmla="*/ 81347 w 112849"/>
                  <a:gd name="connsiteY12" fmla="*/ 5815 h 112852"/>
                  <a:gd name="connsiteX13" fmla="*/ 70584 w 112849"/>
                  <a:gd name="connsiteY13" fmla="*/ 1815 h 112852"/>
                  <a:gd name="connsiteX14" fmla="*/ 63631 w 112849"/>
                  <a:gd name="connsiteY14" fmla="*/ 481 h 112852"/>
                  <a:gd name="connsiteX15" fmla="*/ 63059 w 112849"/>
                  <a:gd name="connsiteY15" fmla="*/ 386 h 112852"/>
                  <a:gd name="connsiteX16" fmla="*/ 1814 w 112849"/>
                  <a:gd name="connsiteY16" fmla="*/ 42200 h 112852"/>
                  <a:gd name="connsiteX17" fmla="*/ 34770 w 112849"/>
                  <a:gd name="connsiteY17" fmla="*/ 108495 h 112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2849" h="112852">
                    <a:moveTo>
                      <a:pt x="34770" y="108495"/>
                    </a:moveTo>
                    <a:cubicBezTo>
                      <a:pt x="34961" y="108590"/>
                      <a:pt x="35246" y="108685"/>
                      <a:pt x="35437" y="108780"/>
                    </a:cubicBezTo>
                    <a:cubicBezTo>
                      <a:pt x="37628" y="109638"/>
                      <a:pt x="39914" y="110495"/>
                      <a:pt x="42295" y="111066"/>
                    </a:cubicBezTo>
                    <a:cubicBezTo>
                      <a:pt x="42295" y="111066"/>
                      <a:pt x="42295" y="111066"/>
                      <a:pt x="42295" y="111066"/>
                    </a:cubicBezTo>
                    <a:cubicBezTo>
                      <a:pt x="47914" y="112495"/>
                      <a:pt x="53630" y="113067"/>
                      <a:pt x="59154" y="112781"/>
                    </a:cubicBezTo>
                    <a:cubicBezTo>
                      <a:pt x="68393" y="112305"/>
                      <a:pt x="77252" y="109638"/>
                      <a:pt x="85062" y="105066"/>
                    </a:cubicBezTo>
                    <a:cubicBezTo>
                      <a:pt x="97540" y="97731"/>
                      <a:pt x="107160" y="85634"/>
                      <a:pt x="111065" y="70585"/>
                    </a:cubicBezTo>
                    <a:cubicBezTo>
                      <a:pt x="111542" y="68680"/>
                      <a:pt x="111922" y="66775"/>
                      <a:pt x="112208" y="64965"/>
                    </a:cubicBezTo>
                    <a:cubicBezTo>
                      <a:pt x="114209" y="51725"/>
                      <a:pt x="111446" y="38771"/>
                      <a:pt x="105064" y="27818"/>
                    </a:cubicBezTo>
                    <a:cubicBezTo>
                      <a:pt x="104112" y="26294"/>
                      <a:pt x="103160" y="24770"/>
                      <a:pt x="102112" y="23246"/>
                    </a:cubicBezTo>
                    <a:cubicBezTo>
                      <a:pt x="100016" y="20293"/>
                      <a:pt x="97540" y="17626"/>
                      <a:pt x="94968" y="15150"/>
                    </a:cubicBezTo>
                    <a:cubicBezTo>
                      <a:pt x="93635" y="13911"/>
                      <a:pt x="92206" y="12768"/>
                      <a:pt x="90777" y="11625"/>
                    </a:cubicBezTo>
                    <a:cubicBezTo>
                      <a:pt x="87824" y="9434"/>
                      <a:pt x="84681" y="7434"/>
                      <a:pt x="81347" y="5815"/>
                    </a:cubicBezTo>
                    <a:cubicBezTo>
                      <a:pt x="78014" y="4196"/>
                      <a:pt x="74394" y="2862"/>
                      <a:pt x="70584" y="1815"/>
                    </a:cubicBezTo>
                    <a:cubicBezTo>
                      <a:pt x="68298" y="1243"/>
                      <a:pt x="65917" y="862"/>
                      <a:pt x="63631" y="481"/>
                    </a:cubicBezTo>
                    <a:cubicBezTo>
                      <a:pt x="63440" y="481"/>
                      <a:pt x="63250" y="481"/>
                      <a:pt x="63059" y="386"/>
                    </a:cubicBezTo>
                    <a:cubicBezTo>
                      <a:pt x="35437" y="-2853"/>
                      <a:pt x="8957" y="14578"/>
                      <a:pt x="1814" y="42200"/>
                    </a:cubicBezTo>
                    <a:cubicBezTo>
                      <a:pt x="-5330" y="69918"/>
                      <a:pt x="9243" y="97922"/>
                      <a:pt x="34770" y="10849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97" name="Forme libre : forme 15196">
                <a:extLst>
                  <a:ext uri="{FF2B5EF4-FFF2-40B4-BE49-F238E27FC236}">
                    <a16:creationId xmlns:a16="http://schemas.microsoft.com/office/drawing/2014/main" id="{ABB467B1-898F-44EF-AD8B-523A0A13FA68}"/>
                  </a:ext>
                </a:extLst>
              </p:cNvPr>
              <p:cNvSpPr/>
              <p:nvPr/>
            </p:nvSpPr>
            <p:spPr>
              <a:xfrm>
                <a:off x="8267838" y="2791631"/>
                <a:ext cx="112992" cy="112927"/>
              </a:xfrm>
              <a:custGeom>
                <a:avLst/>
                <a:gdLst>
                  <a:gd name="connsiteX0" fmla="*/ 68642 w 112992"/>
                  <a:gd name="connsiteY0" fmla="*/ 111588 h 112927"/>
                  <a:gd name="connsiteX1" fmla="*/ 69404 w 112992"/>
                  <a:gd name="connsiteY1" fmla="*/ 111397 h 112927"/>
                  <a:gd name="connsiteX2" fmla="*/ 76358 w 112992"/>
                  <a:gd name="connsiteY2" fmla="*/ 109302 h 112927"/>
                  <a:gd name="connsiteX3" fmla="*/ 112933 w 112992"/>
                  <a:gd name="connsiteY3" fmla="*/ 58724 h 112927"/>
                  <a:gd name="connsiteX4" fmla="*/ 112267 w 112992"/>
                  <a:gd name="connsiteY4" fmla="*/ 47675 h 112927"/>
                  <a:gd name="connsiteX5" fmla="*/ 109314 w 112992"/>
                  <a:gd name="connsiteY5" fmla="*/ 36626 h 112927"/>
                  <a:gd name="connsiteX6" fmla="*/ 107028 w 112992"/>
                  <a:gd name="connsiteY6" fmla="*/ 31292 h 112927"/>
                  <a:gd name="connsiteX7" fmla="*/ 99408 w 112992"/>
                  <a:gd name="connsiteY7" fmla="*/ 19862 h 112927"/>
                  <a:gd name="connsiteX8" fmla="*/ 95503 w 112992"/>
                  <a:gd name="connsiteY8" fmla="*/ 15766 h 112927"/>
                  <a:gd name="connsiteX9" fmla="*/ 42163 w 112992"/>
                  <a:gd name="connsiteY9" fmla="*/ 1860 h 112927"/>
                  <a:gd name="connsiteX10" fmla="*/ 36638 w 112992"/>
                  <a:gd name="connsiteY10" fmla="*/ 3574 h 112927"/>
                  <a:gd name="connsiteX11" fmla="*/ 30161 w 112992"/>
                  <a:gd name="connsiteY11" fmla="*/ 6527 h 112927"/>
                  <a:gd name="connsiteX12" fmla="*/ 29685 w 112992"/>
                  <a:gd name="connsiteY12" fmla="*/ 6813 h 112927"/>
                  <a:gd name="connsiteX13" fmla="*/ 3586 w 112992"/>
                  <a:gd name="connsiteY13" fmla="*/ 76250 h 112927"/>
                  <a:gd name="connsiteX14" fmla="*/ 68642 w 112992"/>
                  <a:gd name="connsiteY14" fmla="*/ 111588 h 112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992" h="112927">
                    <a:moveTo>
                      <a:pt x="68642" y="111588"/>
                    </a:moveTo>
                    <a:cubicBezTo>
                      <a:pt x="68928" y="111492"/>
                      <a:pt x="69118" y="111492"/>
                      <a:pt x="69404" y="111397"/>
                    </a:cubicBezTo>
                    <a:cubicBezTo>
                      <a:pt x="71690" y="110826"/>
                      <a:pt x="74072" y="110159"/>
                      <a:pt x="76358" y="109302"/>
                    </a:cubicBezTo>
                    <a:cubicBezTo>
                      <a:pt x="98265" y="101110"/>
                      <a:pt x="112076" y="80727"/>
                      <a:pt x="112933" y="58724"/>
                    </a:cubicBezTo>
                    <a:cubicBezTo>
                      <a:pt x="113124" y="55104"/>
                      <a:pt x="112838" y="51390"/>
                      <a:pt x="112267" y="47675"/>
                    </a:cubicBezTo>
                    <a:cubicBezTo>
                      <a:pt x="111695" y="43960"/>
                      <a:pt x="110743" y="40246"/>
                      <a:pt x="109314" y="36626"/>
                    </a:cubicBezTo>
                    <a:cubicBezTo>
                      <a:pt x="108647" y="34816"/>
                      <a:pt x="107885" y="33007"/>
                      <a:pt x="107028" y="31292"/>
                    </a:cubicBezTo>
                    <a:cubicBezTo>
                      <a:pt x="104933" y="27101"/>
                      <a:pt x="102361" y="23291"/>
                      <a:pt x="99408" y="19862"/>
                    </a:cubicBezTo>
                    <a:cubicBezTo>
                      <a:pt x="98170" y="18433"/>
                      <a:pt x="96932" y="17100"/>
                      <a:pt x="95503" y="15766"/>
                    </a:cubicBezTo>
                    <a:cubicBezTo>
                      <a:pt x="81596" y="2527"/>
                      <a:pt x="61499" y="-3284"/>
                      <a:pt x="42163" y="1860"/>
                    </a:cubicBezTo>
                    <a:cubicBezTo>
                      <a:pt x="40353" y="2336"/>
                      <a:pt x="38448" y="2908"/>
                      <a:pt x="36638" y="3574"/>
                    </a:cubicBezTo>
                    <a:cubicBezTo>
                      <a:pt x="34352" y="4432"/>
                      <a:pt x="32257" y="5384"/>
                      <a:pt x="30161" y="6527"/>
                    </a:cubicBezTo>
                    <a:cubicBezTo>
                      <a:pt x="29971" y="6622"/>
                      <a:pt x="29780" y="6717"/>
                      <a:pt x="29685" y="6813"/>
                    </a:cubicBezTo>
                    <a:cubicBezTo>
                      <a:pt x="5206" y="19957"/>
                      <a:pt x="-6415" y="49485"/>
                      <a:pt x="3586" y="76250"/>
                    </a:cubicBezTo>
                    <a:cubicBezTo>
                      <a:pt x="13588" y="103015"/>
                      <a:pt x="41591" y="117588"/>
                      <a:pt x="68642" y="11158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98" name="Forme libre : forme 15197">
                <a:extLst>
                  <a:ext uri="{FF2B5EF4-FFF2-40B4-BE49-F238E27FC236}">
                    <a16:creationId xmlns:a16="http://schemas.microsoft.com/office/drawing/2014/main" id="{218437EE-9524-4EFA-8107-EDA5EC443A83}"/>
                  </a:ext>
                </a:extLst>
              </p:cNvPr>
              <p:cNvSpPr/>
              <p:nvPr/>
            </p:nvSpPr>
            <p:spPr>
              <a:xfrm>
                <a:off x="8149728" y="2681490"/>
                <a:ext cx="113109" cy="112954"/>
              </a:xfrm>
              <a:custGeom>
                <a:avLst/>
                <a:gdLst>
                  <a:gd name="connsiteX0" fmla="*/ 68737 w 113109"/>
                  <a:gd name="connsiteY0" fmla="*/ 111620 h 112954"/>
                  <a:gd name="connsiteX1" fmla="*/ 69499 w 113109"/>
                  <a:gd name="connsiteY1" fmla="*/ 111429 h 112954"/>
                  <a:gd name="connsiteX2" fmla="*/ 76453 w 113109"/>
                  <a:gd name="connsiteY2" fmla="*/ 109334 h 112954"/>
                  <a:gd name="connsiteX3" fmla="*/ 109504 w 113109"/>
                  <a:gd name="connsiteY3" fmla="*/ 36658 h 112954"/>
                  <a:gd name="connsiteX4" fmla="*/ 101218 w 113109"/>
                  <a:gd name="connsiteY4" fmla="*/ 21799 h 112954"/>
                  <a:gd name="connsiteX5" fmla="*/ 97598 w 113109"/>
                  <a:gd name="connsiteY5" fmla="*/ 17608 h 112954"/>
                  <a:gd name="connsiteX6" fmla="*/ 93598 w 113109"/>
                  <a:gd name="connsiteY6" fmla="*/ 13798 h 112954"/>
                  <a:gd name="connsiteX7" fmla="*/ 89311 w 113109"/>
                  <a:gd name="connsiteY7" fmla="*/ 10464 h 112954"/>
                  <a:gd name="connsiteX8" fmla="*/ 73691 w 113109"/>
                  <a:gd name="connsiteY8" fmla="*/ 2749 h 112954"/>
                  <a:gd name="connsiteX9" fmla="*/ 53307 w 113109"/>
                  <a:gd name="connsiteY9" fmla="*/ 82 h 112954"/>
                  <a:gd name="connsiteX10" fmla="*/ 36733 w 113109"/>
                  <a:gd name="connsiteY10" fmla="*/ 3606 h 112954"/>
                  <a:gd name="connsiteX11" fmla="*/ 30257 w 113109"/>
                  <a:gd name="connsiteY11" fmla="*/ 6559 h 112954"/>
                  <a:gd name="connsiteX12" fmla="*/ 29685 w 113109"/>
                  <a:gd name="connsiteY12" fmla="*/ 6845 h 112954"/>
                  <a:gd name="connsiteX13" fmla="*/ 3586 w 113109"/>
                  <a:gd name="connsiteY13" fmla="*/ 76282 h 112954"/>
                  <a:gd name="connsiteX14" fmla="*/ 68737 w 113109"/>
                  <a:gd name="connsiteY14" fmla="*/ 111620 h 112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109" h="112954">
                    <a:moveTo>
                      <a:pt x="68737" y="111620"/>
                    </a:moveTo>
                    <a:cubicBezTo>
                      <a:pt x="69023" y="111525"/>
                      <a:pt x="69214" y="111525"/>
                      <a:pt x="69499" y="111429"/>
                    </a:cubicBezTo>
                    <a:cubicBezTo>
                      <a:pt x="71785" y="110858"/>
                      <a:pt x="74167" y="110191"/>
                      <a:pt x="76453" y="109334"/>
                    </a:cubicBezTo>
                    <a:cubicBezTo>
                      <a:pt x="105599" y="98380"/>
                      <a:pt x="120458" y="65900"/>
                      <a:pt x="109504" y="36658"/>
                    </a:cubicBezTo>
                    <a:cubicBezTo>
                      <a:pt x="107409" y="31229"/>
                      <a:pt x="104647" y="26181"/>
                      <a:pt x="101218" y="21799"/>
                    </a:cubicBezTo>
                    <a:cubicBezTo>
                      <a:pt x="100075" y="20370"/>
                      <a:pt x="98836" y="18942"/>
                      <a:pt x="97598" y="17608"/>
                    </a:cubicBezTo>
                    <a:cubicBezTo>
                      <a:pt x="96360" y="16275"/>
                      <a:pt x="95026" y="15037"/>
                      <a:pt x="93598" y="13798"/>
                    </a:cubicBezTo>
                    <a:cubicBezTo>
                      <a:pt x="92264" y="12560"/>
                      <a:pt x="90835" y="11512"/>
                      <a:pt x="89311" y="10464"/>
                    </a:cubicBezTo>
                    <a:cubicBezTo>
                      <a:pt x="84549" y="7035"/>
                      <a:pt x="79310" y="4464"/>
                      <a:pt x="73691" y="2749"/>
                    </a:cubicBezTo>
                    <a:cubicBezTo>
                      <a:pt x="67213" y="654"/>
                      <a:pt x="60260" y="-299"/>
                      <a:pt x="53307" y="82"/>
                    </a:cubicBezTo>
                    <a:cubicBezTo>
                      <a:pt x="47783" y="368"/>
                      <a:pt x="42163" y="1511"/>
                      <a:pt x="36733" y="3606"/>
                    </a:cubicBezTo>
                    <a:cubicBezTo>
                      <a:pt x="34447" y="4464"/>
                      <a:pt x="32352" y="5416"/>
                      <a:pt x="30257" y="6559"/>
                    </a:cubicBezTo>
                    <a:cubicBezTo>
                      <a:pt x="30066" y="6654"/>
                      <a:pt x="29875" y="6750"/>
                      <a:pt x="29685" y="6845"/>
                    </a:cubicBezTo>
                    <a:cubicBezTo>
                      <a:pt x="5206" y="19989"/>
                      <a:pt x="-6415" y="49517"/>
                      <a:pt x="3586" y="76282"/>
                    </a:cubicBezTo>
                    <a:cubicBezTo>
                      <a:pt x="13683" y="102952"/>
                      <a:pt x="41686" y="117621"/>
                      <a:pt x="68737" y="111620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199" name="Forme libre : forme 15198">
                <a:extLst>
                  <a:ext uri="{FF2B5EF4-FFF2-40B4-BE49-F238E27FC236}">
                    <a16:creationId xmlns:a16="http://schemas.microsoft.com/office/drawing/2014/main" id="{59C9B9DD-24A6-4435-96F6-544540545A6F}"/>
                  </a:ext>
                </a:extLst>
              </p:cNvPr>
              <p:cNvSpPr/>
              <p:nvPr/>
            </p:nvSpPr>
            <p:spPr>
              <a:xfrm>
                <a:off x="6653505" y="3905497"/>
                <a:ext cx="112778" cy="112908"/>
              </a:xfrm>
              <a:custGeom>
                <a:avLst/>
                <a:gdLst>
                  <a:gd name="connsiteX0" fmla="*/ 110397 w 112778"/>
                  <a:gd name="connsiteY0" fmla="*/ 39661 h 112908"/>
                  <a:gd name="connsiteX1" fmla="*/ 96491 w 112778"/>
                  <a:gd name="connsiteY1" fmla="*/ 16611 h 112908"/>
                  <a:gd name="connsiteX2" fmla="*/ 88109 w 112778"/>
                  <a:gd name="connsiteY2" fmla="*/ 9658 h 112908"/>
                  <a:gd name="connsiteX3" fmla="*/ 62010 w 112778"/>
                  <a:gd name="connsiteY3" fmla="*/ 228 h 112908"/>
                  <a:gd name="connsiteX4" fmla="*/ 54962 w 112778"/>
                  <a:gd name="connsiteY4" fmla="*/ 37 h 112908"/>
                  <a:gd name="connsiteX5" fmla="*/ 54390 w 112778"/>
                  <a:gd name="connsiteY5" fmla="*/ 37 h 112908"/>
                  <a:gd name="connsiteX6" fmla="*/ 289 w 112778"/>
                  <a:gd name="connsiteY6" fmla="*/ 50806 h 112908"/>
                  <a:gd name="connsiteX7" fmla="*/ 42960 w 112778"/>
                  <a:gd name="connsiteY7" fmla="*/ 111194 h 112908"/>
                  <a:gd name="connsiteX8" fmla="*/ 43722 w 112778"/>
                  <a:gd name="connsiteY8" fmla="*/ 111385 h 112908"/>
                  <a:gd name="connsiteX9" fmla="*/ 50771 w 112778"/>
                  <a:gd name="connsiteY9" fmla="*/ 112623 h 112908"/>
                  <a:gd name="connsiteX10" fmla="*/ 50771 w 112778"/>
                  <a:gd name="connsiteY10" fmla="*/ 112623 h 112908"/>
                  <a:gd name="connsiteX11" fmla="*/ 62201 w 112778"/>
                  <a:gd name="connsiteY11" fmla="*/ 112623 h 112908"/>
                  <a:gd name="connsiteX12" fmla="*/ 112493 w 112778"/>
                  <a:gd name="connsiteY12" fmla="*/ 62045 h 112908"/>
                  <a:gd name="connsiteX13" fmla="*/ 112493 w 112778"/>
                  <a:gd name="connsiteY13" fmla="*/ 50615 h 112908"/>
                  <a:gd name="connsiteX14" fmla="*/ 110397 w 112778"/>
                  <a:gd name="connsiteY14" fmla="*/ 39661 h 11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778" h="112908">
                    <a:moveTo>
                      <a:pt x="110397" y="39661"/>
                    </a:moveTo>
                    <a:cubicBezTo>
                      <a:pt x="107635" y="30898"/>
                      <a:pt x="102873" y="22993"/>
                      <a:pt x="96491" y="16611"/>
                    </a:cubicBezTo>
                    <a:cubicBezTo>
                      <a:pt x="93919" y="14039"/>
                      <a:pt x="91157" y="11753"/>
                      <a:pt x="88109" y="9658"/>
                    </a:cubicBezTo>
                    <a:cubicBezTo>
                      <a:pt x="80584" y="4514"/>
                      <a:pt x="71726" y="1180"/>
                      <a:pt x="62010" y="228"/>
                    </a:cubicBezTo>
                    <a:cubicBezTo>
                      <a:pt x="59629" y="37"/>
                      <a:pt x="57248" y="-58"/>
                      <a:pt x="54962" y="37"/>
                    </a:cubicBezTo>
                    <a:cubicBezTo>
                      <a:pt x="54772" y="37"/>
                      <a:pt x="54581" y="37"/>
                      <a:pt x="54390" y="37"/>
                    </a:cubicBezTo>
                    <a:cubicBezTo>
                      <a:pt x="26577" y="990"/>
                      <a:pt x="3146" y="22326"/>
                      <a:pt x="289" y="50806"/>
                    </a:cubicBezTo>
                    <a:cubicBezTo>
                      <a:pt x="-2569" y="79095"/>
                      <a:pt x="16100" y="104622"/>
                      <a:pt x="42960" y="111194"/>
                    </a:cubicBezTo>
                    <a:cubicBezTo>
                      <a:pt x="43246" y="111289"/>
                      <a:pt x="43437" y="111289"/>
                      <a:pt x="43722" y="111385"/>
                    </a:cubicBezTo>
                    <a:cubicBezTo>
                      <a:pt x="46009" y="111956"/>
                      <a:pt x="48390" y="112337"/>
                      <a:pt x="50771" y="112623"/>
                    </a:cubicBezTo>
                    <a:cubicBezTo>
                      <a:pt x="50771" y="112623"/>
                      <a:pt x="50771" y="112623"/>
                      <a:pt x="50771" y="112623"/>
                    </a:cubicBezTo>
                    <a:cubicBezTo>
                      <a:pt x="54676" y="113004"/>
                      <a:pt x="58486" y="113004"/>
                      <a:pt x="62201" y="112623"/>
                    </a:cubicBezTo>
                    <a:cubicBezTo>
                      <a:pt x="88299" y="109956"/>
                      <a:pt x="109826" y="89192"/>
                      <a:pt x="112493" y="62045"/>
                    </a:cubicBezTo>
                    <a:cubicBezTo>
                      <a:pt x="112874" y="58140"/>
                      <a:pt x="112874" y="54330"/>
                      <a:pt x="112493" y="50615"/>
                    </a:cubicBezTo>
                    <a:cubicBezTo>
                      <a:pt x="112302" y="46805"/>
                      <a:pt x="111540" y="43186"/>
                      <a:pt x="110397" y="39661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00" name="Forme libre : forme 15199">
                <a:extLst>
                  <a:ext uri="{FF2B5EF4-FFF2-40B4-BE49-F238E27FC236}">
                    <a16:creationId xmlns:a16="http://schemas.microsoft.com/office/drawing/2014/main" id="{107F3BDC-EAC8-463A-AA94-331D7BE8D96C}"/>
                  </a:ext>
                </a:extLst>
              </p:cNvPr>
              <p:cNvSpPr/>
              <p:nvPr/>
            </p:nvSpPr>
            <p:spPr>
              <a:xfrm>
                <a:off x="6596355" y="3754526"/>
                <a:ext cx="112874" cy="112897"/>
              </a:xfrm>
              <a:custGeom>
                <a:avLst/>
                <a:gdLst>
                  <a:gd name="connsiteX0" fmla="*/ 112588 w 112874"/>
                  <a:gd name="connsiteY0" fmla="*/ 61950 h 112897"/>
                  <a:gd name="connsiteX1" fmla="*/ 112588 w 112874"/>
                  <a:gd name="connsiteY1" fmla="*/ 50520 h 112897"/>
                  <a:gd name="connsiteX2" fmla="*/ 108493 w 112874"/>
                  <a:gd name="connsiteY2" fmla="*/ 34518 h 112897"/>
                  <a:gd name="connsiteX3" fmla="*/ 96491 w 112874"/>
                  <a:gd name="connsiteY3" fmla="*/ 16611 h 112897"/>
                  <a:gd name="connsiteX4" fmla="*/ 88109 w 112874"/>
                  <a:gd name="connsiteY4" fmla="*/ 9658 h 112897"/>
                  <a:gd name="connsiteX5" fmla="*/ 78489 w 112874"/>
                  <a:gd name="connsiteY5" fmla="*/ 4419 h 112897"/>
                  <a:gd name="connsiteX6" fmla="*/ 62010 w 112874"/>
                  <a:gd name="connsiteY6" fmla="*/ 228 h 112897"/>
                  <a:gd name="connsiteX7" fmla="*/ 54962 w 112874"/>
                  <a:gd name="connsiteY7" fmla="*/ 37 h 112897"/>
                  <a:gd name="connsiteX8" fmla="*/ 54390 w 112874"/>
                  <a:gd name="connsiteY8" fmla="*/ 37 h 112897"/>
                  <a:gd name="connsiteX9" fmla="*/ 289 w 112874"/>
                  <a:gd name="connsiteY9" fmla="*/ 50806 h 112897"/>
                  <a:gd name="connsiteX10" fmla="*/ 42960 w 112874"/>
                  <a:gd name="connsiteY10" fmla="*/ 111194 h 112897"/>
                  <a:gd name="connsiteX11" fmla="*/ 43722 w 112874"/>
                  <a:gd name="connsiteY11" fmla="*/ 111385 h 112897"/>
                  <a:gd name="connsiteX12" fmla="*/ 50866 w 112874"/>
                  <a:gd name="connsiteY12" fmla="*/ 112623 h 112897"/>
                  <a:gd name="connsiteX13" fmla="*/ 112588 w 112874"/>
                  <a:gd name="connsiteY13" fmla="*/ 61950 h 11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874" h="112897">
                    <a:moveTo>
                      <a:pt x="112588" y="61950"/>
                    </a:moveTo>
                    <a:cubicBezTo>
                      <a:pt x="112969" y="58044"/>
                      <a:pt x="112969" y="54235"/>
                      <a:pt x="112588" y="50520"/>
                    </a:cubicBezTo>
                    <a:cubicBezTo>
                      <a:pt x="112017" y="44900"/>
                      <a:pt x="110588" y="39566"/>
                      <a:pt x="108493" y="34518"/>
                    </a:cubicBezTo>
                    <a:cubicBezTo>
                      <a:pt x="105635" y="27850"/>
                      <a:pt x="101539" y="21754"/>
                      <a:pt x="96491" y="16611"/>
                    </a:cubicBezTo>
                    <a:cubicBezTo>
                      <a:pt x="93919" y="14039"/>
                      <a:pt x="91157" y="11753"/>
                      <a:pt x="88109" y="9658"/>
                    </a:cubicBezTo>
                    <a:cubicBezTo>
                      <a:pt x="85061" y="7562"/>
                      <a:pt x="81918" y="5848"/>
                      <a:pt x="78489" y="4419"/>
                    </a:cubicBezTo>
                    <a:cubicBezTo>
                      <a:pt x="73345" y="2228"/>
                      <a:pt x="67821" y="799"/>
                      <a:pt x="62010" y="228"/>
                    </a:cubicBezTo>
                    <a:cubicBezTo>
                      <a:pt x="59629" y="37"/>
                      <a:pt x="57248" y="-58"/>
                      <a:pt x="54962" y="37"/>
                    </a:cubicBezTo>
                    <a:cubicBezTo>
                      <a:pt x="54772" y="37"/>
                      <a:pt x="54581" y="37"/>
                      <a:pt x="54390" y="37"/>
                    </a:cubicBezTo>
                    <a:cubicBezTo>
                      <a:pt x="26577" y="990"/>
                      <a:pt x="3146" y="22326"/>
                      <a:pt x="289" y="50806"/>
                    </a:cubicBezTo>
                    <a:cubicBezTo>
                      <a:pt x="-2569" y="79095"/>
                      <a:pt x="16100" y="104622"/>
                      <a:pt x="42960" y="111194"/>
                    </a:cubicBezTo>
                    <a:cubicBezTo>
                      <a:pt x="43246" y="111289"/>
                      <a:pt x="43437" y="111289"/>
                      <a:pt x="43722" y="111385"/>
                    </a:cubicBezTo>
                    <a:cubicBezTo>
                      <a:pt x="46009" y="111956"/>
                      <a:pt x="48390" y="112337"/>
                      <a:pt x="50866" y="112623"/>
                    </a:cubicBezTo>
                    <a:cubicBezTo>
                      <a:pt x="81918" y="115671"/>
                      <a:pt x="109540" y="93001"/>
                      <a:pt x="112588" y="61950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01" name="Forme libre : forme 15200">
                <a:extLst>
                  <a:ext uri="{FF2B5EF4-FFF2-40B4-BE49-F238E27FC236}">
                    <a16:creationId xmlns:a16="http://schemas.microsoft.com/office/drawing/2014/main" id="{2819C6BB-5D19-4728-A997-9DFE53FE68BA}"/>
                  </a:ext>
                </a:extLst>
              </p:cNvPr>
              <p:cNvSpPr/>
              <p:nvPr/>
            </p:nvSpPr>
            <p:spPr>
              <a:xfrm>
                <a:off x="9029289" y="2370466"/>
                <a:ext cx="112867" cy="112813"/>
              </a:xfrm>
              <a:custGeom>
                <a:avLst/>
                <a:gdLst>
                  <a:gd name="connsiteX0" fmla="*/ 11565 w 112867"/>
                  <a:gd name="connsiteY0" fmla="*/ 21927 h 112813"/>
                  <a:gd name="connsiteX1" fmla="*/ 5850 w 112867"/>
                  <a:gd name="connsiteY1" fmla="*/ 31071 h 112813"/>
                  <a:gd name="connsiteX2" fmla="*/ 802 w 112867"/>
                  <a:gd name="connsiteY2" fmla="*/ 46597 h 112813"/>
                  <a:gd name="connsiteX3" fmla="*/ 135 w 112867"/>
                  <a:gd name="connsiteY3" fmla="*/ 52121 h 112813"/>
                  <a:gd name="connsiteX4" fmla="*/ 39 w 112867"/>
                  <a:gd name="connsiteY4" fmla="*/ 57741 h 112813"/>
                  <a:gd name="connsiteX5" fmla="*/ 1468 w 112867"/>
                  <a:gd name="connsiteY5" fmla="*/ 69076 h 112813"/>
                  <a:gd name="connsiteX6" fmla="*/ 3088 w 112867"/>
                  <a:gd name="connsiteY6" fmla="*/ 74600 h 112813"/>
                  <a:gd name="connsiteX7" fmla="*/ 26614 w 112867"/>
                  <a:gd name="connsiteY7" fmla="*/ 104223 h 112813"/>
                  <a:gd name="connsiteX8" fmla="*/ 31377 w 112867"/>
                  <a:gd name="connsiteY8" fmla="*/ 106890 h 112813"/>
                  <a:gd name="connsiteX9" fmla="*/ 41473 w 112867"/>
                  <a:gd name="connsiteY9" fmla="*/ 110795 h 112813"/>
                  <a:gd name="connsiteX10" fmla="*/ 69191 w 112867"/>
                  <a:gd name="connsiteY10" fmla="*/ 111367 h 112813"/>
                  <a:gd name="connsiteX11" fmla="*/ 75954 w 112867"/>
                  <a:gd name="connsiteY11" fmla="*/ 109271 h 112813"/>
                  <a:gd name="connsiteX12" fmla="*/ 76525 w 112867"/>
                  <a:gd name="connsiteY12" fmla="*/ 109081 h 112813"/>
                  <a:gd name="connsiteX13" fmla="*/ 111387 w 112867"/>
                  <a:gd name="connsiteY13" fmla="*/ 43644 h 112813"/>
                  <a:gd name="connsiteX14" fmla="*/ 51570 w 112867"/>
                  <a:gd name="connsiteY14" fmla="*/ 210 h 112813"/>
                  <a:gd name="connsiteX15" fmla="*/ 50808 w 112867"/>
                  <a:gd name="connsiteY15" fmla="*/ 305 h 112813"/>
                  <a:gd name="connsiteX16" fmla="*/ 43664 w 112867"/>
                  <a:gd name="connsiteY16" fmla="*/ 1448 h 112813"/>
                  <a:gd name="connsiteX17" fmla="*/ 32806 w 112867"/>
                  <a:gd name="connsiteY17" fmla="*/ 5163 h 112813"/>
                  <a:gd name="connsiteX18" fmla="*/ 27853 w 112867"/>
                  <a:gd name="connsiteY18" fmla="*/ 7735 h 112813"/>
                  <a:gd name="connsiteX19" fmla="*/ 11565 w 112867"/>
                  <a:gd name="connsiteY19" fmla="*/ 21927 h 112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2867" h="112813">
                    <a:moveTo>
                      <a:pt x="11565" y="21927"/>
                    </a:moveTo>
                    <a:cubicBezTo>
                      <a:pt x="9374" y="24784"/>
                      <a:pt x="7469" y="27832"/>
                      <a:pt x="5850" y="31071"/>
                    </a:cubicBezTo>
                    <a:cubicBezTo>
                      <a:pt x="3469" y="35929"/>
                      <a:pt x="1754" y="41167"/>
                      <a:pt x="802" y="46597"/>
                    </a:cubicBezTo>
                    <a:cubicBezTo>
                      <a:pt x="516" y="48406"/>
                      <a:pt x="230" y="50216"/>
                      <a:pt x="135" y="52121"/>
                    </a:cubicBezTo>
                    <a:cubicBezTo>
                      <a:pt x="39" y="53931"/>
                      <a:pt x="-56" y="55836"/>
                      <a:pt x="39" y="57741"/>
                    </a:cubicBezTo>
                    <a:cubicBezTo>
                      <a:pt x="135" y="61456"/>
                      <a:pt x="611" y="65266"/>
                      <a:pt x="1468" y="69076"/>
                    </a:cubicBezTo>
                    <a:cubicBezTo>
                      <a:pt x="1945" y="70981"/>
                      <a:pt x="2421" y="72790"/>
                      <a:pt x="3088" y="74600"/>
                    </a:cubicBezTo>
                    <a:cubicBezTo>
                      <a:pt x="7374" y="87268"/>
                      <a:pt x="15946" y="97460"/>
                      <a:pt x="26614" y="104223"/>
                    </a:cubicBezTo>
                    <a:cubicBezTo>
                      <a:pt x="28138" y="105175"/>
                      <a:pt x="29757" y="106033"/>
                      <a:pt x="31377" y="106890"/>
                    </a:cubicBezTo>
                    <a:cubicBezTo>
                      <a:pt x="34615" y="108509"/>
                      <a:pt x="38044" y="109843"/>
                      <a:pt x="41473" y="110795"/>
                    </a:cubicBezTo>
                    <a:cubicBezTo>
                      <a:pt x="50236" y="113176"/>
                      <a:pt x="59761" y="113557"/>
                      <a:pt x="69191" y="111367"/>
                    </a:cubicBezTo>
                    <a:cubicBezTo>
                      <a:pt x="71572" y="110795"/>
                      <a:pt x="73763" y="110128"/>
                      <a:pt x="75954" y="109271"/>
                    </a:cubicBezTo>
                    <a:cubicBezTo>
                      <a:pt x="76144" y="109176"/>
                      <a:pt x="76335" y="109081"/>
                      <a:pt x="76525" y="109081"/>
                    </a:cubicBezTo>
                    <a:cubicBezTo>
                      <a:pt x="102529" y="99175"/>
                      <a:pt x="117864" y="71457"/>
                      <a:pt x="111387" y="43644"/>
                    </a:cubicBezTo>
                    <a:cubicBezTo>
                      <a:pt x="104910" y="15926"/>
                      <a:pt x="79097" y="-2171"/>
                      <a:pt x="51570" y="210"/>
                    </a:cubicBezTo>
                    <a:cubicBezTo>
                      <a:pt x="51284" y="210"/>
                      <a:pt x="51094" y="210"/>
                      <a:pt x="50808" y="305"/>
                    </a:cubicBezTo>
                    <a:cubicBezTo>
                      <a:pt x="48427" y="591"/>
                      <a:pt x="46045" y="877"/>
                      <a:pt x="43664" y="1448"/>
                    </a:cubicBezTo>
                    <a:cubicBezTo>
                      <a:pt x="39854" y="2305"/>
                      <a:pt x="36234" y="3544"/>
                      <a:pt x="32806" y="5163"/>
                    </a:cubicBezTo>
                    <a:cubicBezTo>
                      <a:pt x="31091" y="5925"/>
                      <a:pt x="29472" y="6782"/>
                      <a:pt x="27853" y="7735"/>
                    </a:cubicBezTo>
                    <a:cubicBezTo>
                      <a:pt x="21375" y="11259"/>
                      <a:pt x="15946" y="16212"/>
                      <a:pt x="11565" y="21927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02" name="Forme libre : forme 15201">
                <a:extLst>
                  <a:ext uri="{FF2B5EF4-FFF2-40B4-BE49-F238E27FC236}">
                    <a16:creationId xmlns:a16="http://schemas.microsoft.com/office/drawing/2014/main" id="{034F7782-54CF-4953-B32B-FF77504C0F2C}"/>
                  </a:ext>
                </a:extLst>
              </p:cNvPr>
              <p:cNvSpPr/>
              <p:nvPr/>
            </p:nvSpPr>
            <p:spPr>
              <a:xfrm>
                <a:off x="9131968" y="2494862"/>
                <a:ext cx="112867" cy="112910"/>
              </a:xfrm>
              <a:custGeom>
                <a:avLst/>
                <a:gdLst>
                  <a:gd name="connsiteX0" fmla="*/ 51570 w 112867"/>
                  <a:gd name="connsiteY0" fmla="*/ 211 h 112910"/>
                  <a:gd name="connsiteX1" fmla="*/ 50808 w 112867"/>
                  <a:gd name="connsiteY1" fmla="*/ 306 h 112910"/>
                  <a:gd name="connsiteX2" fmla="*/ 43664 w 112867"/>
                  <a:gd name="connsiteY2" fmla="*/ 1449 h 112910"/>
                  <a:gd name="connsiteX3" fmla="*/ 27853 w 112867"/>
                  <a:gd name="connsiteY3" fmla="*/ 7736 h 112910"/>
                  <a:gd name="connsiteX4" fmla="*/ 11565 w 112867"/>
                  <a:gd name="connsiteY4" fmla="*/ 22118 h 112910"/>
                  <a:gd name="connsiteX5" fmla="*/ 3659 w 112867"/>
                  <a:gd name="connsiteY5" fmla="*/ 36311 h 112910"/>
                  <a:gd name="connsiteX6" fmla="*/ 802 w 112867"/>
                  <a:gd name="connsiteY6" fmla="*/ 46788 h 112910"/>
                  <a:gd name="connsiteX7" fmla="*/ 135 w 112867"/>
                  <a:gd name="connsiteY7" fmla="*/ 52313 h 112910"/>
                  <a:gd name="connsiteX8" fmla="*/ 39 w 112867"/>
                  <a:gd name="connsiteY8" fmla="*/ 57932 h 112910"/>
                  <a:gd name="connsiteX9" fmla="*/ 1468 w 112867"/>
                  <a:gd name="connsiteY9" fmla="*/ 69267 h 112910"/>
                  <a:gd name="connsiteX10" fmla="*/ 3088 w 112867"/>
                  <a:gd name="connsiteY10" fmla="*/ 74792 h 112910"/>
                  <a:gd name="connsiteX11" fmla="*/ 7755 w 112867"/>
                  <a:gd name="connsiteY11" fmla="*/ 84983 h 112910"/>
                  <a:gd name="connsiteX12" fmla="*/ 10803 w 112867"/>
                  <a:gd name="connsiteY12" fmla="*/ 89651 h 112910"/>
                  <a:gd name="connsiteX13" fmla="*/ 18042 w 112867"/>
                  <a:gd name="connsiteY13" fmla="*/ 97842 h 112910"/>
                  <a:gd name="connsiteX14" fmla="*/ 26614 w 112867"/>
                  <a:gd name="connsiteY14" fmla="*/ 104414 h 112910"/>
                  <a:gd name="connsiteX15" fmla="*/ 41473 w 112867"/>
                  <a:gd name="connsiteY15" fmla="*/ 110891 h 112910"/>
                  <a:gd name="connsiteX16" fmla="*/ 69191 w 112867"/>
                  <a:gd name="connsiteY16" fmla="*/ 111463 h 112910"/>
                  <a:gd name="connsiteX17" fmla="*/ 75954 w 112867"/>
                  <a:gd name="connsiteY17" fmla="*/ 109367 h 112910"/>
                  <a:gd name="connsiteX18" fmla="*/ 76525 w 112867"/>
                  <a:gd name="connsiteY18" fmla="*/ 109177 h 112910"/>
                  <a:gd name="connsiteX19" fmla="*/ 111387 w 112867"/>
                  <a:gd name="connsiteY19" fmla="*/ 43740 h 112910"/>
                  <a:gd name="connsiteX20" fmla="*/ 51570 w 112867"/>
                  <a:gd name="connsiteY20" fmla="*/ 211 h 112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2867" h="112910">
                    <a:moveTo>
                      <a:pt x="51570" y="211"/>
                    </a:moveTo>
                    <a:cubicBezTo>
                      <a:pt x="51284" y="211"/>
                      <a:pt x="51094" y="211"/>
                      <a:pt x="50808" y="306"/>
                    </a:cubicBezTo>
                    <a:cubicBezTo>
                      <a:pt x="48427" y="592"/>
                      <a:pt x="46045" y="878"/>
                      <a:pt x="43664" y="1449"/>
                    </a:cubicBezTo>
                    <a:cubicBezTo>
                      <a:pt x="37949" y="2783"/>
                      <a:pt x="32710" y="4878"/>
                      <a:pt x="27853" y="7736"/>
                    </a:cubicBezTo>
                    <a:cubicBezTo>
                      <a:pt x="21471" y="11450"/>
                      <a:pt x="15946" y="16403"/>
                      <a:pt x="11565" y="22118"/>
                    </a:cubicBezTo>
                    <a:cubicBezTo>
                      <a:pt x="8231" y="26405"/>
                      <a:pt x="5564" y="31167"/>
                      <a:pt x="3659" y="36311"/>
                    </a:cubicBezTo>
                    <a:cubicBezTo>
                      <a:pt x="2325" y="39740"/>
                      <a:pt x="1373" y="43169"/>
                      <a:pt x="802" y="46788"/>
                    </a:cubicBezTo>
                    <a:cubicBezTo>
                      <a:pt x="516" y="48598"/>
                      <a:pt x="230" y="50408"/>
                      <a:pt x="135" y="52313"/>
                    </a:cubicBezTo>
                    <a:cubicBezTo>
                      <a:pt x="39" y="54122"/>
                      <a:pt x="-56" y="56027"/>
                      <a:pt x="39" y="57932"/>
                    </a:cubicBezTo>
                    <a:cubicBezTo>
                      <a:pt x="135" y="61647"/>
                      <a:pt x="611" y="65457"/>
                      <a:pt x="1468" y="69267"/>
                    </a:cubicBezTo>
                    <a:cubicBezTo>
                      <a:pt x="1945" y="71172"/>
                      <a:pt x="2421" y="72982"/>
                      <a:pt x="3088" y="74792"/>
                    </a:cubicBezTo>
                    <a:cubicBezTo>
                      <a:pt x="4326" y="78411"/>
                      <a:pt x="5945" y="81840"/>
                      <a:pt x="7755" y="84983"/>
                    </a:cubicBezTo>
                    <a:cubicBezTo>
                      <a:pt x="8707" y="86603"/>
                      <a:pt x="9660" y="88126"/>
                      <a:pt x="10803" y="89651"/>
                    </a:cubicBezTo>
                    <a:cubicBezTo>
                      <a:pt x="12994" y="92603"/>
                      <a:pt x="15375" y="95366"/>
                      <a:pt x="18042" y="97842"/>
                    </a:cubicBezTo>
                    <a:cubicBezTo>
                      <a:pt x="20709" y="100319"/>
                      <a:pt x="23566" y="102509"/>
                      <a:pt x="26614" y="104414"/>
                    </a:cubicBezTo>
                    <a:cubicBezTo>
                      <a:pt x="31186" y="107272"/>
                      <a:pt x="36235" y="109463"/>
                      <a:pt x="41473" y="110891"/>
                    </a:cubicBezTo>
                    <a:cubicBezTo>
                      <a:pt x="50236" y="113273"/>
                      <a:pt x="59761" y="113654"/>
                      <a:pt x="69191" y="111463"/>
                    </a:cubicBezTo>
                    <a:cubicBezTo>
                      <a:pt x="71572" y="110891"/>
                      <a:pt x="73763" y="110225"/>
                      <a:pt x="75954" y="109367"/>
                    </a:cubicBezTo>
                    <a:cubicBezTo>
                      <a:pt x="76144" y="109272"/>
                      <a:pt x="76335" y="109177"/>
                      <a:pt x="76525" y="109177"/>
                    </a:cubicBezTo>
                    <a:cubicBezTo>
                      <a:pt x="102529" y="99271"/>
                      <a:pt x="117864" y="71553"/>
                      <a:pt x="111387" y="43740"/>
                    </a:cubicBezTo>
                    <a:cubicBezTo>
                      <a:pt x="104910" y="15832"/>
                      <a:pt x="79097" y="-2170"/>
                      <a:pt x="51570" y="211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03" name="Forme libre : forme 15202">
                <a:extLst>
                  <a:ext uri="{FF2B5EF4-FFF2-40B4-BE49-F238E27FC236}">
                    <a16:creationId xmlns:a16="http://schemas.microsoft.com/office/drawing/2014/main" id="{6AA2FCBF-BEE7-49DF-8CB0-D676154ED775}"/>
                  </a:ext>
                </a:extLst>
              </p:cNvPr>
              <p:cNvSpPr/>
              <p:nvPr/>
            </p:nvSpPr>
            <p:spPr>
              <a:xfrm>
                <a:off x="6905201" y="4296592"/>
                <a:ext cx="112963" cy="112834"/>
              </a:xfrm>
              <a:custGeom>
                <a:avLst/>
                <a:gdLst>
                  <a:gd name="connsiteX0" fmla="*/ 107113 w 112963"/>
                  <a:gd name="connsiteY0" fmla="*/ 81383 h 112834"/>
                  <a:gd name="connsiteX1" fmla="*/ 109304 w 112963"/>
                  <a:gd name="connsiteY1" fmla="*/ 76430 h 112834"/>
                  <a:gd name="connsiteX2" fmla="*/ 112162 w 112963"/>
                  <a:gd name="connsiteY2" fmla="*/ 65953 h 112834"/>
                  <a:gd name="connsiteX3" fmla="*/ 112828 w 112963"/>
                  <a:gd name="connsiteY3" fmla="*/ 60428 h 112834"/>
                  <a:gd name="connsiteX4" fmla="*/ 112924 w 112963"/>
                  <a:gd name="connsiteY4" fmla="*/ 54808 h 112834"/>
                  <a:gd name="connsiteX5" fmla="*/ 111495 w 112963"/>
                  <a:gd name="connsiteY5" fmla="*/ 43473 h 112834"/>
                  <a:gd name="connsiteX6" fmla="*/ 109876 w 112963"/>
                  <a:gd name="connsiteY6" fmla="*/ 37949 h 112834"/>
                  <a:gd name="connsiteX7" fmla="*/ 105208 w 112963"/>
                  <a:gd name="connsiteY7" fmla="*/ 27757 h 112834"/>
                  <a:gd name="connsiteX8" fmla="*/ 100255 w 112963"/>
                  <a:gd name="connsiteY8" fmla="*/ 20804 h 112834"/>
                  <a:gd name="connsiteX9" fmla="*/ 96826 w 112963"/>
                  <a:gd name="connsiteY9" fmla="*/ 16994 h 112834"/>
                  <a:gd name="connsiteX10" fmla="*/ 93016 w 112963"/>
                  <a:gd name="connsiteY10" fmla="*/ 13470 h 112834"/>
                  <a:gd name="connsiteX11" fmla="*/ 86349 w 112963"/>
                  <a:gd name="connsiteY11" fmla="*/ 8517 h 112834"/>
                  <a:gd name="connsiteX12" fmla="*/ 76633 w 112963"/>
                  <a:gd name="connsiteY12" fmla="*/ 3659 h 112834"/>
                  <a:gd name="connsiteX13" fmla="*/ 66156 w 112963"/>
                  <a:gd name="connsiteY13" fmla="*/ 802 h 112834"/>
                  <a:gd name="connsiteX14" fmla="*/ 60631 w 112963"/>
                  <a:gd name="connsiteY14" fmla="*/ 135 h 112834"/>
                  <a:gd name="connsiteX15" fmla="*/ 55012 w 112963"/>
                  <a:gd name="connsiteY15" fmla="*/ 39 h 112834"/>
                  <a:gd name="connsiteX16" fmla="*/ 43677 w 112963"/>
                  <a:gd name="connsiteY16" fmla="*/ 1468 h 112834"/>
                  <a:gd name="connsiteX17" fmla="*/ 36914 w 112963"/>
                  <a:gd name="connsiteY17" fmla="*/ 3564 h 112834"/>
                  <a:gd name="connsiteX18" fmla="*/ 36343 w 112963"/>
                  <a:gd name="connsiteY18" fmla="*/ 3754 h 112834"/>
                  <a:gd name="connsiteX19" fmla="*/ 1481 w 112963"/>
                  <a:gd name="connsiteY19" fmla="*/ 69191 h 112834"/>
                  <a:gd name="connsiteX20" fmla="*/ 61298 w 112963"/>
                  <a:gd name="connsiteY20" fmla="*/ 112625 h 112834"/>
                  <a:gd name="connsiteX21" fmla="*/ 62060 w 112963"/>
                  <a:gd name="connsiteY21" fmla="*/ 112530 h 112834"/>
                  <a:gd name="connsiteX22" fmla="*/ 69204 w 112963"/>
                  <a:gd name="connsiteY22" fmla="*/ 111387 h 112834"/>
                  <a:gd name="connsiteX23" fmla="*/ 85015 w 112963"/>
                  <a:gd name="connsiteY23" fmla="*/ 105100 h 112834"/>
                  <a:gd name="connsiteX24" fmla="*/ 107113 w 112963"/>
                  <a:gd name="connsiteY24" fmla="*/ 81383 h 112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12963" h="112834">
                    <a:moveTo>
                      <a:pt x="107113" y="81383"/>
                    </a:moveTo>
                    <a:cubicBezTo>
                      <a:pt x="107875" y="79764"/>
                      <a:pt x="108637" y="78145"/>
                      <a:pt x="109304" y="76430"/>
                    </a:cubicBezTo>
                    <a:cubicBezTo>
                      <a:pt x="110638" y="73001"/>
                      <a:pt x="111590" y="69572"/>
                      <a:pt x="112162" y="65953"/>
                    </a:cubicBezTo>
                    <a:cubicBezTo>
                      <a:pt x="112447" y="64143"/>
                      <a:pt x="112733" y="62333"/>
                      <a:pt x="112828" y="60428"/>
                    </a:cubicBezTo>
                    <a:cubicBezTo>
                      <a:pt x="112924" y="58618"/>
                      <a:pt x="113019" y="56713"/>
                      <a:pt x="112924" y="54808"/>
                    </a:cubicBezTo>
                    <a:cubicBezTo>
                      <a:pt x="112828" y="51094"/>
                      <a:pt x="112352" y="47283"/>
                      <a:pt x="111495" y="43473"/>
                    </a:cubicBezTo>
                    <a:cubicBezTo>
                      <a:pt x="111019" y="41569"/>
                      <a:pt x="110542" y="39759"/>
                      <a:pt x="109876" y="37949"/>
                    </a:cubicBezTo>
                    <a:cubicBezTo>
                      <a:pt x="108637" y="34330"/>
                      <a:pt x="107018" y="30900"/>
                      <a:pt x="105208" y="27757"/>
                    </a:cubicBezTo>
                    <a:cubicBezTo>
                      <a:pt x="103780" y="25281"/>
                      <a:pt x="102065" y="22995"/>
                      <a:pt x="100255" y="20804"/>
                    </a:cubicBezTo>
                    <a:cubicBezTo>
                      <a:pt x="99208" y="19471"/>
                      <a:pt x="98065" y="18232"/>
                      <a:pt x="96826" y="16994"/>
                    </a:cubicBezTo>
                    <a:cubicBezTo>
                      <a:pt x="95588" y="15756"/>
                      <a:pt x="94350" y="14517"/>
                      <a:pt x="93016" y="13470"/>
                    </a:cubicBezTo>
                    <a:cubicBezTo>
                      <a:pt x="90921" y="11660"/>
                      <a:pt x="88635" y="9946"/>
                      <a:pt x="86349" y="8517"/>
                    </a:cubicBezTo>
                    <a:cubicBezTo>
                      <a:pt x="83301" y="6612"/>
                      <a:pt x="80062" y="4992"/>
                      <a:pt x="76633" y="3659"/>
                    </a:cubicBezTo>
                    <a:cubicBezTo>
                      <a:pt x="73204" y="2325"/>
                      <a:pt x="69775" y="1373"/>
                      <a:pt x="66156" y="802"/>
                    </a:cubicBezTo>
                    <a:cubicBezTo>
                      <a:pt x="64346" y="516"/>
                      <a:pt x="62536" y="230"/>
                      <a:pt x="60631" y="135"/>
                    </a:cubicBezTo>
                    <a:cubicBezTo>
                      <a:pt x="58822" y="39"/>
                      <a:pt x="56917" y="-56"/>
                      <a:pt x="55012" y="39"/>
                    </a:cubicBezTo>
                    <a:cubicBezTo>
                      <a:pt x="51297" y="135"/>
                      <a:pt x="47487" y="611"/>
                      <a:pt x="43677" y="1468"/>
                    </a:cubicBezTo>
                    <a:cubicBezTo>
                      <a:pt x="41296" y="2040"/>
                      <a:pt x="39105" y="2706"/>
                      <a:pt x="36914" y="3564"/>
                    </a:cubicBezTo>
                    <a:cubicBezTo>
                      <a:pt x="36724" y="3659"/>
                      <a:pt x="36533" y="3754"/>
                      <a:pt x="36343" y="3754"/>
                    </a:cubicBezTo>
                    <a:cubicBezTo>
                      <a:pt x="10339" y="13660"/>
                      <a:pt x="-4996" y="41378"/>
                      <a:pt x="1481" y="69191"/>
                    </a:cubicBezTo>
                    <a:cubicBezTo>
                      <a:pt x="7958" y="96909"/>
                      <a:pt x="33771" y="115006"/>
                      <a:pt x="61298" y="112625"/>
                    </a:cubicBezTo>
                    <a:cubicBezTo>
                      <a:pt x="61584" y="112625"/>
                      <a:pt x="61774" y="112625"/>
                      <a:pt x="62060" y="112530"/>
                    </a:cubicBezTo>
                    <a:cubicBezTo>
                      <a:pt x="64441" y="112244"/>
                      <a:pt x="66823" y="111958"/>
                      <a:pt x="69204" y="111387"/>
                    </a:cubicBezTo>
                    <a:cubicBezTo>
                      <a:pt x="74919" y="110053"/>
                      <a:pt x="80158" y="107958"/>
                      <a:pt x="85015" y="105100"/>
                    </a:cubicBezTo>
                    <a:cubicBezTo>
                      <a:pt x="94731" y="99385"/>
                      <a:pt x="102351" y="91098"/>
                      <a:pt x="107113" y="8138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04" name="Forme libre : forme 15203">
                <a:extLst>
                  <a:ext uri="{FF2B5EF4-FFF2-40B4-BE49-F238E27FC236}">
                    <a16:creationId xmlns:a16="http://schemas.microsoft.com/office/drawing/2014/main" id="{A2EFAD60-B095-4800-B32C-7838F7626F14}"/>
                  </a:ext>
                </a:extLst>
              </p:cNvPr>
              <p:cNvSpPr/>
              <p:nvPr/>
            </p:nvSpPr>
            <p:spPr>
              <a:xfrm>
                <a:off x="6802617" y="4171901"/>
                <a:ext cx="112873" cy="112843"/>
              </a:xfrm>
              <a:custGeom>
                <a:avLst/>
                <a:gdLst>
                  <a:gd name="connsiteX0" fmla="*/ 112733 w 112873"/>
                  <a:gd name="connsiteY0" fmla="*/ 60627 h 112843"/>
                  <a:gd name="connsiteX1" fmla="*/ 111400 w 112873"/>
                  <a:gd name="connsiteY1" fmla="*/ 43673 h 112843"/>
                  <a:gd name="connsiteX2" fmla="*/ 107685 w 112873"/>
                  <a:gd name="connsiteY2" fmla="*/ 32814 h 112843"/>
                  <a:gd name="connsiteX3" fmla="*/ 86254 w 112873"/>
                  <a:gd name="connsiteY3" fmla="*/ 8526 h 112843"/>
                  <a:gd name="connsiteX4" fmla="*/ 43677 w 112873"/>
                  <a:gd name="connsiteY4" fmla="*/ 1477 h 112843"/>
                  <a:gd name="connsiteX5" fmla="*/ 36914 w 112873"/>
                  <a:gd name="connsiteY5" fmla="*/ 3572 h 112843"/>
                  <a:gd name="connsiteX6" fmla="*/ 36343 w 112873"/>
                  <a:gd name="connsiteY6" fmla="*/ 3763 h 112843"/>
                  <a:gd name="connsiteX7" fmla="*/ 1481 w 112873"/>
                  <a:gd name="connsiteY7" fmla="*/ 69200 h 112843"/>
                  <a:gd name="connsiteX8" fmla="*/ 61298 w 112873"/>
                  <a:gd name="connsiteY8" fmla="*/ 112634 h 112843"/>
                  <a:gd name="connsiteX9" fmla="*/ 62060 w 112873"/>
                  <a:gd name="connsiteY9" fmla="*/ 112538 h 112843"/>
                  <a:gd name="connsiteX10" fmla="*/ 69204 w 112873"/>
                  <a:gd name="connsiteY10" fmla="*/ 111395 h 112843"/>
                  <a:gd name="connsiteX11" fmla="*/ 80062 w 112873"/>
                  <a:gd name="connsiteY11" fmla="*/ 107681 h 112843"/>
                  <a:gd name="connsiteX12" fmla="*/ 85016 w 112873"/>
                  <a:gd name="connsiteY12" fmla="*/ 105109 h 112843"/>
                  <a:gd name="connsiteX13" fmla="*/ 101303 w 112873"/>
                  <a:gd name="connsiteY13" fmla="*/ 90726 h 112843"/>
                  <a:gd name="connsiteX14" fmla="*/ 107018 w 112873"/>
                  <a:gd name="connsiteY14" fmla="*/ 81582 h 112843"/>
                  <a:gd name="connsiteX15" fmla="*/ 112733 w 112873"/>
                  <a:gd name="connsiteY15" fmla="*/ 60627 h 112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2873" h="112843">
                    <a:moveTo>
                      <a:pt x="112733" y="60627"/>
                    </a:moveTo>
                    <a:cubicBezTo>
                      <a:pt x="113114" y="55103"/>
                      <a:pt x="112733" y="49388"/>
                      <a:pt x="111400" y="43673"/>
                    </a:cubicBezTo>
                    <a:cubicBezTo>
                      <a:pt x="110542" y="39863"/>
                      <a:pt x="109304" y="36243"/>
                      <a:pt x="107685" y="32814"/>
                    </a:cubicBezTo>
                    <a:cubicBezTo>
                      <a:pt x="103018" y="22622"/>
                      <a:pt x="95398" y="14240"/>
                      <a:pt x="86254" y="8526"/>
                    </a:cubicBezTo>
                    <a:cubicBezTo>
                      <a:pt x="73966" y="905"/>
                      <a:pt x="58822" y="-2047"/>
                      <a:pt x="43677" y="1477"/>
                    </a:cubicBezTo>
                    <a:cubicBezTo>
                      <a:pt x="41296" y="2048"/>
                      <a:pt x="39105" y="2715"/>
                      <a:pt x="36914" y="3572"/>
                    </a:cubicBezTo>
                    <a:cubicBezTo>
                      <a:pt x="36724" y="3668"/>
                      <a:pt x="36533" y="3763"/>
                      <a:pt x="36343" y="3763"/>
                    </a:cubicBezTo>
                    <a:cubicBezTo>
                      <a:pt x="10339" y="13669"/>
                      <a:pt x="-4996" y="41387"/>
                      <a:pt x="1481" y="69200"/>
                    </a:cubicBezTo>
                    <a:cubicBezTo>
                      <a:pt x="7958" y="96918"/>
                      <a:pt x="33771" y="115015"/>
                      <a:pt x="61298" y="112634"/>
                    </a:cubicBezTo>
                    <a:cubicBezTo>
                      <a:pt x="61584" y="112634"/>
                      <a:pt x="61774" y="112634"/>
                      <a:pt x="62060" y="112538"/>
                    </a:cubicBezTo>
                    <a:cubicBezTo>
                      <a:pt x="64441" y="112253"/>
                      <a:pt x="66823" y="111967"/>
                      <a:pt x="69204" y="111395"/>
                    </a:cubicBezTo>
                    <a:cubicBezTo>
                      <a:pt x="73014" y="110538"/>
                      <a:pt x="76633" y="109300"/>
                      <a:pt x="80062" y="107681"/>
                    </a:cubicBezTo>
                    <a:cubicBezTo>
                      <a:pt x="81777" y="106919"/>
                      <a:pt x="83396" y="106061"/>
                      <a:pt x="85016" y="105109"/>
                    </a:cubicBezTo>
                    <a:cubicBezTo>
                      <a:pt x="91397" y="101394"/>
                      <a:pt x="96922" y="96441"/>
                      <a:pt x="101303" y="90726"/>
                    </a:cubicBezTo>
                    <a:cubicBezTo>
                      <a:pt x="103494" y="87869"/>
                      <a:pt x="105399" y="84821"/>
                      <a:pt x="107018" y="81582"/>
                    </a:cubicBezTo>
                    <a:cubicBezTo>
                      <a:pt x="110257" y="75105"/>
                      <a:pt x="112162" y="67961"/>
                      <a:pt x="112733" y="60627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05" name="Forme libre : forme 15204">
                <a:extLst>
                  <a:ext uri="{FF2B5EF4-FFF2-40B4-BE49-F238E27FC236}">
                    <a16:creationId xmlns:a16="http://schemas.microsoft.com/office/drawing/2014/main" id="{C7933D8F-5395-4427-A9DD-43365E24140F}"/>
                  </a:ext>
                </a:extLst>
              </p:cNvPr>
              <p:cNvSpPr/>
              <p:nvPr/>
            </p:nvSpPr>
            <p:spPr>
              <a:xfrm>
                <a:off x="8815211" y="2175554"/>
                <a:ext cx="112904" cy="112787"/>
              </a:xfrm>
              <a:custGeom>
                <a:avLst/>
                <a:gdLst>
                  <a:gd name="connsiteX0" fmla="*/ 10759 w 112904"/>
                  <a:gd name="connsiteY0" fmla="*/ 89585 h 112787"/>
                  <a:gd name="connsiteX1" fmla="*/ 16188 w 112904"/>
                  <a:gd name="connsiteY1" fmla="*/ 95872 h 112787"/>
                  <a:gd name="connsiteX2" fmla="*/ 20094 w 112904"/>
                  <a:gd name="connsiteY2" fmla="*/ 99492 h 112787"/>
                  <a:gd name="connsiteX3" fmla="*/ 25046 w 112904"/>
                  <a:gd name="connsiteY3" fmla="*/ 103206 h 112787"/>
                  <a:gd name="connsiteX4" fmla="*/ 28571 w 112904"/>
                  <a:gd name="connsiteY4" fmla="*/ 105397 h 112787"/>
                  <a:gd name="connsiteX5" fmla="*/ 35143 w 112904"/>
                  <a:gd name="connsiteY5" fmla="*/ 108540 h 112787"/>
                  <a:gd name="connsiteX6" fmla="*/ 38286 w 112904"/>
                  <a:gd name="connsiteY6" fmla="*/ 109683 h 112787"/>
                  <a:gd name="connsiteX7" fmla="*/ 45906 w 112904"/>
                  <a:gd name="connsiteY7" fmla="*/ 111683 h 112787"/>
                  <a:gd name="connsiteX8" fmla="*/ 52479 w 112904"/>
                  <a:gd name="connsiteY8" fmla="*/ 112636 h 112787"/>
                  <a:gd name="connsiteX9" fmla="*/ 79815 w 112904"/>
                  <a:gd name="connsiteY9" fmla="*/ 107778 h 112787"/>
                  <a:gd name="connsiteX10" fmla="*/ 86006 w 112904"/>
                  <a:gd name="connsiteY10" fmla="*/ 104444 h 112787"/>
                  <a:gd name="connsiteX11" fmla="*/ 86483 w 112904"/>
                  <a:gd name="connsiteY11" fmla="*/ 104159 h 112787"/>
                  <a:gd name="connsiteX12" fmla="*/ 107914 w 112904"/>
                  <a:gd name="connsiteY12" fmla="*/ 33102 h 112787"/>
                  <a:gd name="connsiteX13" fmla="*/ 40668 w 112904"/>
                  <a:gd name="connsiteY13" fmla="*/ 2241 h 112787"/>
                  <a:gd name="connsiteX14" fmla="*/ 39905 w 112904"/>
                  <a:gd name="connsiteY14" fmla="*/ 2432 h 112787"/>
                  <a:gd name="connsiteX15" fmla="*/ 33143 w 112904"/>
                  <a:gd name="connsiteY15" fmla="*/ 4908 h 112787"/>
                  <a:gd name="connsiteX16" fmla="*/ 5044 w 112904"/>
                  <a:gd name="connsiteY16" fmla="*/ 79584 h 112787"/>
                  <a:gd name="connsiteX17" fmla="*/ 10759 w 112904"/>
                  <a:gd name="connsiteY17" fmla="*/ 89585 h 112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2904" h="112787">
                    <a:moveTo>
                      <a:pt x="10759" y="89585"/>
                    </a:moveTo>
                    <a:cubicBezTo>
                      <a:pt x="12378" y="91871"/>
                      <a:pt x="14283" y="93967"/>
                      <a:pt x="16188" y="95872"/>
                    </a:cubicBezTo>
                    <a:cubicBezTo>
                      <a:pt x="17427" y="97110"/>
                      <a:pt x="18760" y="98348"/>
                      <a:pt x="20094" y="99492"/>
                    </a:cubicBezTo>
                    <a:cubicBezTo>
                      <a:pt x="21713" y="100825"/>
                      <a:pt x="23332" y="102063"/>
                      <a:pt x="25046" y="103206"/>
                    </a:cubicBezTo>
                    <a:cubicBezTo>
                      <a:pt x="26189" y="103968"/>
                      <a:pt x="27333" y="104730"/>
                      <a:pt x="28571" y="105397"/>
                    </a:cubicBezTo>
                    <a:cubicBezTo>
                      <a:pt x="30666" y="106635"/>
                      <a:pt x="32857" y="107683"/>
                      <a:pt x="35143" y="108540"/>
                    </a:cubicBezTo>
                    <a:cubicBezTo>
                      <a:pt x="36191" y="108921"/>
                      <a:pt x="37238" y="109397"/>
                      <a:pt x="38286" y="109683"/>
                    </a:cubicBezTo>
                    <a:cubicBezTo>
                      <a:pt x="40763" y="110540"/>
                      <a:pt x="43335" y="111207"/>
                      <a:pt x="45906" y="111683"/>
                    </a:cubicBezTo>
                    <a:cubicBezTo>
                      <a:pt x="48097" y="112064"/>
                      <a:pt x="50288" y="112446"/>
                      <a:pt x="52479" y="112636"/>
                    </a:cubicBezTo>
                    <a:cubicBezTo>
                      <a:pt x="61527" y="113303"/>
                      <a:pt x="70957" y="111779"/>
                      <a:pt x="79815" y="107778"/>
                    </a:cubicBezTo>
                    <a:cubicBezTo>
                      <a:pt x="82006" y="106826"/>
                      <a:pt x="84102" y="105683"/>
                      <a:pt x="86006" y="104444"/>
                    </a:cubicBezTo>
                    <a:cubicBezTo>
                      <a:pt x="86197" y="104349"/>
                      <a:pt x="86292" y="104254"/>
                      <a:pt x="86483" y="104159"/>
                    </a:cubicBezTo>
                    <a:cubicBezTo>
                      <a:pt x="110010" y="89395"/>
                      <a:pt x="119630" y="59201"/>
                      <a:pt x="107914" y="33102"/>
                    </a:cubicBezTo>
                    <a:cubicBezTo>
                      <a:pt x="96198" y="7194"/>
                      <a:pt x="67242" y="-5474"/>
                      <a:pt x="40668" y="2241"/>
                    </a:cubicBezTo>
                    <a:cubicBezTo>
                      <a:pt x="40382" y="2336"/>
                      <a:pt x="40191" y="2336"/>
                      <a:pt x="39905" y="2432"/>
                    </a:cubicBezTo>
                    <a:cubicBezTo>
                      <a:pt x="37620" y="3098"/>
                      <a:pt x="35334" y="3956"/>
                      <a:pt x="33143" y="4908"/>
                    </a:cubicBezTo>
                    <a:cubicBezTo>
                      <a:pt x="4758" y="17767"/>
                      <a:pt x="-7815" y="51200"/>
                      <a:pt x="5044" y="79584"/>
                    </a:cubicBezTo>
                    <a:cubicBezTo>
                      <a:pt x="6663" y="83204"/>
                      <a:pt x="8568" y="86537"/>
                      <a:pt x="10759" y="8958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06" name="Forme libre : forme 15205">
                <a:extLst>
                  <a:ext uri="{FF2B5EF4-FFF2-40B4-BE49-F238E27FC236}">
                    <a16:creationId xmlns:a16="http://schemas.microsoft.com/office/drawing/2014/main" id="{62F1F988-C67B-40A1-8E74-DE3B7A477D59}"/>
                  </a:ext>
                </a:extLst>
              </p:cNvPr>
              <p:cNvSpPr/>
              <p:nvPr/>
            </p:nvSpPr>
            <p:spPr>
              <a:xfrm>
                <a:off x="8940442" y="2277567"/>
                <a:ext cx="112831" cy="112787"/>
              </a:xfrm>
              <a:custGeom>
                <a:avLst/>
                <a:gdLst>
                  <a:gd name="connsiteX0" fmla="*/ 4971 w 112831"/>
                  <a:gd name="connsiteY0" fmla="*/ 79679 h 112787"/>
                  <a:gd name="connsiteX1" fmla="*/ 10686 w 112831"/>
                  <a:gd name="connsiteY1" fmla="*/ 89585 h 112787"/>
                  <a:gd name="connsiteX2" fmla="*/ 16115 w 112831"/>
                  <a:gd name="connsiteY2" fmla="*/ 95872 h 112787"/>
                  <a:gd name="connsiteX3" fmla="*/ 20020 w 112831"/>
                  <a:gd name="connsiteY3" fmla="*/ 99491 h 112787"/>
                  <a:gd name="connsiteX4" fmla="*/ 24974 w 112831"/>
                  <a:gd name="connsiteY4" fmla="*/ 103206 h 112787"/>
                  <a:gd name="connsiteX5" fmla="*/ 28498 w 112831"/>
                  <a:gd name="connsiteY5" fmla="*/ 105397 h 112787"/>
                  <a:gd name="connsiteX6" fmla="*/ 35070 w 112831"/>
                  <a:gd name="connsiteY6" fmla="*/ 108540 h 112787"/>
                  <a:gd name="connsiteX7" fmla="*/ 38213 w 112831"/>
                  <a:gd name="connsiteY7" fmla="*/ 109683 h 112787"/>
                  <a:gd name="connsiteX8" fmla="*/ 45833 w 112831"/>
                  <a:gd name="connsiteY8" fmla="*/ 111683 h 112787"/>
                  <a:gd name="connsiteX9" fmla="*/ 52406 w 112831"/>
                  <a:gd name="connsiteY9" fmla="*/ 112636 h 112787"/>
                  <a:gd name="connsiteX10" fmla="*/ 79742 w 112831"/>
                  <a:gd name="connsiteY10" fmla="*/ 107778 h 112787"/>
                  <a:gd name="connsiteX11" fmla="*/ 85933 w 112831"/>
                  <a:gd name="connsiteY11" fmla="*/ 104444 h 112787"/>
                  <a:gd name="connsiteX12" fmla="*/ 86410 w 112831"/>
                  <a:gd name="connsiteY12" fmla="*/ 104159 h 112787"/>
                  <a:gd name="connsiteX13" fmla="*/ 107841 w 112831"/>
                  <a:gd name="connsiteY13" fmla="*/ 33102 h 112787"/>
                  <a:gd name="connsiteX14" fmla="*/ 40594 w 112831"/>
                  <a:gd name="connsiteY14" fmla="*/ 2241 h 112787"/>
                  <a:gd name="connsiteX15" fmla="*/ 39833 w 112831"/>
                  <a:gd name="connsiteY15" fmla="*/ 2432 h 112787"/>
                  <a:gd name="connsiteX16" fmla="*/ 33070 w 112831"/>
                  <a:gd name="connsiteY16" fmla="*/ 4908 h 112787"/>
                  <a:gd name="connsiteX17" fmla="*/ 8305 w 112831"/>
                  <a:gd name="connsiteY17" fmla="*/ 26720 h 112787"/>
                  <a:gd name="connsiteX18" fmla="*/ 1923 w 112831"/>
                  <a:gd name="connsiteY18" fmla="*/ 41579 h 112787"/>
                  <a:gd name="connsiteX19" fmla="*/ 780 w 112831"/>
                  <a:gd name="connsiteY19" fmla="*/ 46913 h 112787"/>
                  <a:gd name="connsiteX20" fmla="*/ 18 w 112831"/>
                  <a:gd name="connsiteY20" fmla="*/ 57772 h 112787"/>
                  <a:gd name="connsiteX21" fmla="*/ 1351 w 112831"/>
                  <a:gd name="connsiteY21" fmla="*/ 68821 h 112787"/>
                  <a:gd name="connsiteX22" fmla="*/ 4971 w 112831"/>
                  <a:gd name="connsiteY22" fmla="*/ 79679 h 112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2831" h="112787">
                    <a:moveTo>
                      <a:pt x="4971" y="79679"/>
                    </a:moveTo>
                    <a:cubicBezTo>
                      <a:pt x="6590" y="83204"/>
                      <a:pt x="8495" y="86537"/>
                      <a:pt x="10686" y="89585"/>
                    </a:cubicBezTo>
                    <a:cubicBezTo>
                      <a:pt x="12305" y="91871"/>
                      <a:pt x="14210" y="93967"/>
                      <a:pt x="16115" y="95872"/>
                    </a:cubicBezTo>
                    <a:cubicBezTo>
                      <a:pt x="17353" y="97110"/>
                      <a:pt x="18687" y="98348"/>
                      <a:pt x="20020" y="99491"/>
                    </a:cubicBezTo>
                    <a:cubicBezTo>
                      <a:pt x="21640" y="100825"/>
                      <a:pt x="23259" y="102063"/>
                      <a:pt x="24974" y="103206"/>
                    </a:cubicBezTo>
                    <a:cubicBezTo>
                      <a:pt x="26116" y="103968"/>
                      <a:pt x="27259" y="104730"/>
                      <a:pt x="28498" y="105397"/>
                    </a:cubicBezTo>
                    <a:cubicBezTo>
                      <a:pt x="30593" y="106635"/>
                      <a:pt x="32784" y="107683"/>
                      <a:pt x="35070" y="108540"/>
                    </a:cubicBezTo>
                    <a:cubicBezTo>
                      <a:pt x="36118" y="108921"/>
                      <a:pt x="37166" y="109398"/>
                      <a:pt x="38213" y="109683"/>
                    </a:cubicBezTo>
                    <a:cubicBezTo>
                      <a:pt x="40690" y="110540"/>
                      <a:pt x="43261" y="111207"/>
                      <a:pt x="45833" y="111683"/>
                    </a:cubicBezTo>
                    <a:cubicBezTo>
                      <a:pt x="48024" y="112064"/>
                      <a:pt x="50215" y="112445"/>
                      <a:pt x="52406" y="112636"/>
                    </a:cubicBezTo>
                    <a:cubicBezTo>
                      <a:pt x="61454" y="113303"/>
                      <a:pt x="70884" y="111779"/>
                      <a:pt x="79742" y="107778"/>
                    </a:cubicBezTo>
                    <a:cubicBezTo>
                      <a:pt x="81933" y="106826"/>
                      <a:pt x="84028" y="105683"/>
                      <a:pt x="85933" y="104444"/>
                    </a:cubicBezTo>
                    <a:cubicBezTo>
                      <a:pt x="86124" y="104349"/>
                      <a:pt x="86219" y="104254"/>
                      <a:pt x="86410" y="104159"/>
                    </a:cubicBezTo>
                    <a:cubicBezTo>
                      <a:pt x="109936" y="89395"/>
                      <a:pt x="119557" y="59201"/>
                      <a:pt x="107841" y="33102"/>
                    </a:cubicBezTo>
                    <a:cubicBezTo>
                      <a:pt x="96125" y="7194"/>
                      <a:pt x="67169" y="-5474"/>
                      <a:pt x="40594" y="2241"/>
                    </a:cubicBezTo>
                    <a:cubicBezTo>
                      <a:pt x="40309" y="2336"/>
                      <a:pt x="40118" y="2336"/>
                      <a:pt x="39833" y="2432"/>
                    </a:cubicBezTo>
                    <a:cubicBezTo>
                      <a:pt x="37547" y="3098"/>
                      <a:pt x="35260" y="3956"/>
                      <a:pt x="33070" y="4908"/>
                    </a:cubicBezTo>
                    <a:cubicBezTo>
                      <a:pt x="22402" y="9766"/>
                      <a:pt x="14020" y="17481"/>
                      <a:pt x="8305" y="26720"/>
                    </a:cubicBezTo>
                    <a:cubicBezTo>
                      <a:pt x="5447" y="31388"/>
                      <a:pt x="3257" y="36341"/>
                      <a:pt x="1923" y="41579"/>
                    </a:cubicBezTo>
                    <a:cubicBezTo>
                      <a:pt x="1447" y="43294"/>
                      <a:pt x="1066" y="45104"/>
                      <a:pt x="780" y="46913"/>
                    </a:cubicBezTo>
                    <a:cubicBezTo>
                      <a:pt x="208" y="50533"/>
                      <a:pt x="-77" y="54152"/>
                      <a:pt x="18" y="57772"/>
                    </a:cubicBezTo>
                    <a:cubicBezTo>
                      <a:pt x="113" y="61391"/>
                      <a:pt x="590" y="65106"/>
                      <a:pt x="1351" y="68821"/>
                    </a:cubicBezTo>
                    <a:cubicBezTo>
                      <a:pt x="2114" y="72536"/>
                      <a:pt x="3352" y="76155"/>
                      <a:pt x="4971" y="7967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07" name="Forme libre : forme 15206">
                <a:extLst>
                  <a:ext uri="{FF2B5EF4-FFF2-40B4-BE49-F238E27FC236}">
                    <a16:creationId xmlns:a16="http://schemas.microsoft.com/office/drawing/2014/main" id="{FE6067C1-40C2-42B3-8FF0-6A9E1F5C2721}"/>
                  </a:ext>
                </a:extLst>
              </p:cNvPr>
              <p:cNvSpPr/>
              <p:nvPr/>
            </p:nvSpPr>
            <p:spPr>
              <a:xfrm>
                <a:off x="7128958" y="4514126"/>
                <a:ext cx="112927" cy="112787"/>
              </a:xfrm>
              <a:custGeom>
                <a:avLst/>
                <a:gdLst>
                  <a:gd name="connsiteX0" fmla="*/ 107861 w 112927"/>
                  <a:gd name="connsiteY0" fmla="*/ 33203 h 112787"/>
                  <a:gd name="connsiteX1" fmla="*/ 102146 w 112927"/>
                  <a:gd name="connsiteY1" fmla="*/ 23297 h 112787"/>
                  <a:gd name="connsiteX2" fmla="*/ 96717 w 112927"/>
                  <a:gd name="connsiteY2" fmla="*/ 17010 h 112787"/>
                  <a:gd name="connsiteX3" fmla="*/ 92811 w 112927"/>
                  <a:gd name="connsiteY3" fmla="*/ 13391 h 112787"/>
                  <a:gd name="connsiteX4" fmla="*/ 87858 w 112927"/>
                  <a:gd name="connsiteY4" fmla="*/ 9676 h 112787"/>
                  <a:gd name="connsiteX5" fmla="*/ 84334 w 112927"/>
                  <a:gd name="connsiteY5" fmla="*/ 7485 h 112787"/>
                  <a:gd name="connsiteX6" fmla="*/ 66999 w 112927"/>
                  <a:gd name="connsiteY6" fmla="*/ 1104 h 112787"/>
                  <a:gd name="connsiteX7" fmla="*/ 60426 w 112927"/>
                  <a:gd name="connsiteY7" fmla="*/ 151 h 112787"/>
                  <a:gd name="connsiteX8" fmla="*/ 33090 w 112927"/>
                  <a:gd name="connsiteY8" fmla="*/ 5009 h 112787"/>
                  <a:gd name="connsiteX9" fmla="*/ 26898 w 112927"/>
                  <a:gd name="connsiteY9" fmla="*/ 8343 h 112787"/>
                  <a:gd name="connsiteX10" fmla="*/ 26422 w 112927"/>
                  <a:gd name="connsiteY10" fmla="*/ 8628 h 112787"/>
                  <a:gd name="connsiteX11" fmla="*/ 4991 w 112927"/>
                  <a:gd name="connsiteY11" fmla="*/ 79685 h 112787"/>
                  <a:gd name="connsiteX12" fmla="*/ 72237 w 112927"/>
                  <a:gd name="connsiteY12" fmla="*/ 110546 h 112787"/>
                  <a:gd name="connsiteX13" fmla="*/ 72999 w 112927"/>
                  <a:gd name="connsiteY13" fmla="*/ 110356 h 112787"/>
                  <a:gd name="connsiteX14" fmla="*/ 79762 w 112927"/>
                  <a:gd name="connsiteY14" fmla="*/ 107879 h 112787"/>
                  <a:gd name="connsiteX15" fmla="*/ 104527 w 112927"/>
                  <a:gd name="connsiteY15" fmla="*/ 86067 h 112787"/>
                  <a:gd name="connsiteX16" fmla="*/ 109290 w 112927"/>
                  <a:gd name="connsiteY16" fmla="*/ 76351 h 112787"/>
                  <a:gd name="connsiteX17" fmla="*/ 112147 w 112927"/>
                  <a:gd name="connsiteY17" fmla="*/ 65874 h 112787"/>
                  <a:gd name="connsiteX18" fmla="*/ 112909 w 112927"/>
                  <a:gd name="connsiteY18" fmla="*/ 55015 h 112787"/>
                  <a:gd name="connsiteX19" fmla="*/ 111576 w 112927"/>
                  <a:gd name="connsiteY19" fmla="*/ 43966 h 112787"/>
                  <a:gd name="connsiteX20" fmla="*/ 107861 w 112927"/>
                  <a:gd name="connsiteY20" fmla="*/ 33203 h 112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2927" h="112787">
                    <a:moveTo>
                      <a:pt x="107861" y="33203"/>
                    </a:moveTo>
                    <a:cubicBezTo>
                      <a:pt x="106242" y="29679"/>
                      <a:pt x="104337" y="26345"/>
                      <a:pt x="102146" y="23297"/>
                    </a:cubicBezTo>
                    <a:cubicBezTo>
                      <a:pt x="100527" y="21011"/>
                      <a:pt x="98622" y="18915"/>
                      <a:pt x="96717" y="17010"/>
                    </a:cubicBezTo>
                    <a:cubicBezTo>
                      <a:pt x="95478" y="15772"/>
                      <a:pt x="94145" y="14534"/>
                      <a:pt x="92811" y="13391"/>
                    </a:cubicBezTo>
                    <a:cubicBezTo>
                      <a:pt x="91192" y="12057"/>
                      <a:pt x="89573" y="10819"/>
                      <a:pt x="87858" y="9676"/>
                    </a:cubicBezTo>
                    <a:cubicBezTo>
                      <a:pt x="86715" y="8914"/>
                      <a:pt x="85572" y="8152"/>
                      <a:pt x="84334" y="7485"/>
                    </a:cubicBezTo>
                    <a:cubicBezTo>
                      <a:pt x="78905" y="4438"/>
                      <a:pt x="73095" y="2247"/>
                      <a:pt x="66999" y="1104"/>
                    </a:cubicBezTo>
                    <a:cubicBezTo>
                      <a:pt x="64808" y="723"/>
                      <a:pt x="62617" y="342"/>
                      <a:pt x="60426" y="151"/>
                    </a:cubicBezTo>
                    <a:cubicBezTo>
                      <a:pt x="51378" y="-516"/>
                      <a:pt x="41948" y="1008"/>
                      <a:pt x="33090" y="5009"/>
                    </a:cubicBezTo>
                    <a:cubicBezTo>
                      <a:pt x="30899" y="5961"/>
                      <a:pt x="28803" y="7105"/>
                      <a:pt x="26898" y="8343"/>
                    </a:cubicBezTo>
                    <a:cubicBezTo>
                      <a:pt x="26708" y="8438"/>
                      <a:pt x="26613" y="8533"/>
                      <a:pt x="26422" y="8628"/>
                    </a:cubicBezTo>
                    <a:cubicBezTo>
                      <a:pt x="2895" y="23392"/>
                      <a:pt x="-6725" y="53586"/>
                      <a:pt x="4991" y="79685"/>
                    </a:cubicBezTo>
                    <a:cubicBezTo>
                      <a:pt x="16707" y="105593"/>
                      <a:pt x="45663" y="118261"/>
                      <a:pt x="72237" y="110546"/>
                    </a:cubicBezTo>
                    <a:cubicBezTo>
                      <a:pt x="72523" y="110451"/>
                      <a:pt x="72714" y="110451"/>
                      <a:pt x="72999" y="110356"/>
                    </a:cubicBezTo>
                    <a:cubicBezTo>
                      <a:pt x="75285" y="109689"/>
                      <a:pt x="77571" y="108832"/>
                      <a:pt x="79762" y="107879"/>
                    </a:cubicBezTo>
                    <a:cubicBezTo>
                      <a:pt x="90430" y="103021"/>
                      <a:pt x="98812" y="95306"/>
                      <a:pt x="104527" y="86067"/>
                    </a:cubicBezTo>
                    <a:cubicBezTo>
                      <a:pt x="106432" y="83019"/>
                      <a:pt x="108051" y="79685"/>
                      <a:pt x="109290" y="76351"/>
                    </a:cubicBezTo>
                    <a:cubicBezTo>
                      <a:pt x="110528" y="73017"/>
                      <a:pt x="111480" y="69493"/>
                      <a:pt x="112147" y="65874"/>
                    </a:cubicBezTo>
                    <a:cubicBezTo>
                      <a:pt x="112719" y="62254"/>
                      <a:pt x="113004" y="58635"/>
                      <a:pt x="112909" y="55015"/>
                    </a:cubicBezTo>
                    <a:cubicBezTo>
                      <a:pt x="112814" y="51396"/>
                      <a:pt x="112338" y="47681"/>
                      <a:pt x="111576" y="43966"/>
                    </a:cubicBezTo>
                    <a:cubicBezTo>
                      <a:pt x="110623" y="40442"/>
                      <a:pt x="109385" y="36823"/>
                      <a:pt x="107861" y="3320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08" name="Forme libre : forme 15207">
                <a:extLst>
                  <a:ext uri="{FF2B5EF4-FFF2-40B4-BE49-F238E27FC236}">
                    <a16:creationId xmlns:a16="http://schemas.microsoft.com/office/drawing/2014/main" id="{631D7EF3-566B-4811-A160-A1C08E637EE0}"/>
                  </a:ext>
                </a:extLst>
              </p:cNvPr>
              <p:cNvSpPr/>
              <p:nvPr/>
            </p:nvSpPr>
            <p:spPr>
              <a:xfrm>
                <a:off x="7003834" y="4412151"/>
                <a:ext cx="113035" cy="112749"/>
              </a:xfrm>
              <a:custGeom>
                <a:avLst/>
                <a:gdLst>
                  <a:gd name="connsiteX0" fmla="*/ 107827 w 113035"/>
                  <a:gd name="connsiteY0" fmla="*/ 33165 h 112749"/>
                  <a:gd name="connsiteX1" fmla="*/ 102112 w 113035"/>
                  <a:gd name="connsiteY1" fmla="*/ 23259 h 112749"/>
                  <a:gd name="connsiteX2" fmla="*/ 65822 w 113035"/>
                  <a:gd name="connsiteY2" fmla="*/ 780 h 112749"/>
                  <a:gd name="connsiteX3" fmla="*/ 54963 w 113035"/>
                  <a:gd name="connsiteY3" fmla="*/ 18 h 112749"/>
                  <a:gd name="connsiteX4" fmla="*/ 43914 w 113035"/>
                  <a:gd name="connsiteY4" fmla="*/ 1351 h 112749"/>
                  <a:gd name="connsiteX5" fmla="*/ 33056 w 113035"/>
                  <a:gd name="connsiteY5" fmla="*/ 4971 h 112749"/>
                  <a:gd name="connsiteX6" fmla="*/ 26864 w 113035"/>
                  <a:gd name="connsiteY6" fmla="*/ 8305 h 112749"/>
                  <a:gd name="connsiteX7" fmla="*/ 26388 w 113035"/>
                  <a:gd name="connsiteY7" fmla="*/ 8591 h 112749"/>
                  <a:gd name="connsiteX8" fmla="*/ 5052 w 113035"/>
                  <a:gd name="connsiteY8" fmla="*/ 79647 h 112749"/>
                  <a:gd name="connsiteX9" fmla="*/ 72298 w 113035"/>
                  <a:gd name="connsiteY9" fmla="*/ 110508 h 112749"/>
                  <a:gd name="connsiteX10" fmla="*/ 73061 w 113035"/>
                  <a:gd name="connsiteY10" fmla="*/ 110317 h 112749"/>
                  <a:gd name="connsiteX11" fmla="*/ 79823 w 113035"/>
                  <a:gd name="connsiteY11" fmla="*/ 107841 h 112749"/>
                  <a:gd name="connsiteX12" fmla="*/ 89729 w 113035"/>
                  <a:gd name="connsiteY12" fmla="*/ 102126 h 112749"/>
                  <a:gd name="connsiteX13" fmla="*/ 110113 w 113035"/>
                  <a:gd name="connsiteY13" fmla="*/ 38499 h 112749"/>
                  <a:gd name="connsiteX14" fmla="*/ 107827 w 113035"/>
                  <a:gd name="connsiteY14" fmla="*/ 33165 h 112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035" h="112749">
                    <a:moveTo>
                      <a:pt x="107827" y="33165"/>
                    </a:moveTo>
                    <a:cubicBezTo>
                      <a:pt x="106207" y="29641"/>
                      <a:pt x="104302" y="26307"/>
                      <a:pt x="102112" y="23259"/>
                    </a:cubicBezTo>
                    <a:cubicBezTo>
                      <a:pt x="93349" y="11067"/>
                      <a:pt x="80204" y="3257"/>
                      <a:pt x="65822" y="780"/>
                    </a:cubicBezTo>
                    <a:cubicBezTo>
                      <a:pt x="62202" y="208"/>
                      <a:pt x="58582" y="-77"/>
                      <a:pt x="54963" y="18"/>
                    </a:cubicBezTo>
                    <a:cubicBezTo>
                      <a:pt x="51344" y="113"/>
                      <a:pt x="47629" y="590"/>
                      <a:pt x="43914" y="1351"/>
                    </a:cubicBezTo>
                    <a:cubicBezTo>
                      <a:pt x="40294" y="2209"/>
                      <a:pt x="36675" y="3352"/>
                      <a:pt x="33056" y="4971"/>
                    </a:cubicBezTo>
                    <a:cubicBezTo>
                      <a:pt x="30865" y="5924"/>
                      <a:pt x="28769" y="7066"/>
                      <a:pt x="26864" y="8305"/>
                    </a:cubicBezTo>
                    <a:cubicBezTo>
                      <a:pt x="26674" y="8400"/>
                      <a:pt x="26483" y="8495"/>
                      <a:pt x="26388" y="8591"/>
                    </a:cubicBezTo>
                    <a:cubicBezTo>
                      <a:pt x="2861" y="23354"/>
                      <a:pt x="-6759" y="53549"/>
                      <a:pt x="5052" y="79647"/>
                    </a:cubicBezTo>
                    <a:cubicBezTo>
                      <a:pt x="16768" y="105555"/>
                      <a:pt x="45724" y="118223"/>
                      <a:pt x="72298" y="110508"/>
                    </a:cubicBezTo>
                    <a:cubicBezTo>
                      <a:pt x="72584" y="110413"/>
                      <a:pt x="72775" y="110413"/>
                      <a:pt x="73061" y="110317"/>
                    </a:cubicBezTo>
                    <a:cubicBezTo>
                      <a:pt x="75347" y="109651"/>
                      <a:pt x="77632" y="108794"/>
                      <a:pt x="79823" y="107841"/>
                    </a:cubicBezTo>
                    <a:cubicBezTo>
                      <a:pt x="83348" y="106222"/>
                      <a:pt x="86681" y="104317"/>
                      <a:pt x="89729" y="102126"/>
                    </a:cubicBezTo>
                    <a:cubicBezTo>
                      <a:pt x="109446" y="87839"/>
                      <a:pt x="118019" y="62026"/>
                      <a:pt x="110113" y="38499"/>
                    </a:cubicBezTo>
                    <a:cubicBezTo>
                      <a:pt x="109351" y="36784"/>
                      <a:pt x="108684" y="34975"/>
                      <a:pt x="107827" y="3316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09" name="Forme libre : forme 15208">
                <a:extLst>
                  <a:ext uri="{FF2B5EF4-FFF2-40B4-BE49-F238E27FC236}">
                    <a16:creationId xmlns:a16="http://schemas.microsoft.com/office/drawing/2014/main" id="{6BAA9867-255C-44E2-A925-798C9C18031B}"/>
                  </a:ext>
                </a:extLst>
              </p:cNvPr>
              <p:cNvSpPr/>
              <p:nvPr/>
            </p:nvSpPr>
            <p:spPr>
              <a:xfrm>
                <a:off x="7366674" y="2034400"/>
                <a:ext cx="112746" cy="112871"/>
              </a:xfrm>
              <a:custGeom>
                <a:avLst/>
                <a:gdLst>
                  <a:gd name="connsiteX0" fmla="*/ 51216 w 112746"/>
                  <a:gd name="connsiteY0" fmla="*/ 112629 h 112871"/>
                  <a:gd name="connsiteX1" fmla="*/ 62646 w 112746"/>
                  <a:gd name="connsiteY1" fmla="*/ 112534 h 112871"/>
                  <a:gd name="connsiteX2" fmla="*/ 81029 w 112746"/>
                  <a:gd name="connsiteY2" fmla="*/ 107105 h 112871"/>
                  <a:gd name="connsiteX3" fmla="*/ 96459 w 112746"/>
                  <a:gd name="connsiteY3" fmla="*/ 96151 h 112871"/>
                  <a:gd name="connsiteX4" fmla="*/ 103317 w 112746"/>
                  <a:gd name="connsiteY4" fmla="*/ 87769 h 112871"/>
                  <a:gd name="connsiteX5" fmla="*/ 112557 w 112746"/>
                  <a:gd name="connsiteY5" fmla="*/ 61575 h 112871"/>
                  <a:gd name="connsiteX6" fmla="*/ 112747 w 112746"/>
                  <a:gd name="connsiteY6" fmla="*/ 54527 h 112871"/>
                  <a:gd name="connsiteX7" fmla="*/ 112747 w 112746"/>
                  <a:gd name="connsiteY7" fmla="*/ 53955 h 112871"/>
                  <a:gd name="connsiteX8" fmla="*/ 61598 w 112746"/>
                  <a:gd name="connsiteY8" fmla="*/ 234 h 112871"/>
                  <a:gd name="connsiteX9" fmla="*/ 1590 w 112746"/>
                  <a:gd name="connsiteY9" fmla="*/ 43383 h 112871"/>
                  <a:gd name="connsiteX10" fmla="*/ 1400 w 112746"/>
                  <a:gd name="connsiteY10" fmla="*/ 44145 h 112871"/>
                  <a:gd name="connsiteX11" fmla="*/ 257 w 112746"/>
                  <a:gd name="connsiteY11" fmla="*/ 51288 h 112871"/>
                  <a:gd name="connsiteX12" fmla="*/ 51216 w 112746"/>
                  <a:gd name="connsiteY12" fmla="*/ 112629 h 112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2746" h="112871">
                    <a:moveTo>
                      <a:pt x="51216" y="112629"/>
                    </a:moveTo>
                    <a:cubicBezTo>
                      <a:pt x="55121" y="113010"/>
                      <a:pt x="58931" y="112915"/>
                      <a:pt x="62646" y="112534"/>
                    </a:cubicBezTo>
                    <a:cubicBezTo>
                      <a:pt x="69122" y="111772"/>
                      <a:pt x="75314" y="109962"/>
                      <a:pt x="81029" y="107105"/>
                    </a:cubicBezTo>
                    <a:cubicBezTo>
                      <a:pt x="86744" y="104343"/>
                      <a:pt x="91983" y="100628"/>
                      <a:pt x="96459" y="96151"/>
                    </a:cubicBezTo>
                    <a:cubicBezTo>
                      <a:pt x="99031" y="93579"/>
                      <a:pt x="101317" y="90817"/>
                      <a:pt x="103317" y="87769"/>
                    </a:cubicBezTo>
                    <a:cubicBezTo>
                      <a:pt x="108366" y="80244"/>
                      <a:pt x="111699" y="71291"/>
                      <a:pt x="112557" y="61575"/>
                    </a:cubicBezTo>
                    <a:cubicBezTo>
                      <a:pt x="112747" y="59194"/>
                      <a:pt x="112747" y="56813"/>
                      <a:pt x="112747" y="54527"/>
                    </a:cubicBezTo>
                    <a:cubicBezTo>
                      <a:pt x="112747" y="54336"/>
                      <a:pt x="112747" y="54146"/>
                      <a:pt x="112747" y="53955"/>
                    </a:cubicBezTo>
                    <a:cubicBezTo>
                      <a:pt x="111509" y="26142"/>
                      <a:pt x="89982" y="2901"/>
                      <a:pt x="61598" y="234"/>
                    </a:cubicBezTo>
                    <a:cubicBezTo>
                      <a:pt x="33213" y="-2337"/>
                      <a:pt x="7972" y="16522"/>
                      <a:pt x="1590" y="43383"/>
                    </a:cubicBezTo>
                    <a:cubicBezTo>
                      <a:pt x="1495" y="43668"/>
                      <a:pt x="1495" y="43859"/>
                      <a:pt x="1400" y="44145"/>
                    </a:cubicBezTo>
                    <a:cubicBezTo>
                      <a:pt x="924" y="46431"/>
                      <a:pt x="447" y="48812"/>
                      <a:pt x="257" y="51288"/>
                    </a:cubicBezTo>
                    <a:cubicBezTo>
                      <a:pt x="-2696" y="82245"/>
                      <a:pt x="20164" y="109772"/>
                      <a:pt x="51216" y="11262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10" name="Forme libre : forme 15209">
                <a:extLst>
                  <a:ext uri="{FF2B5EF4-FFF2-40B4-BE49-F238E27FC236}">
                    <a16:creationId xmlns:a16="http://schemas.microsoft.com/office/drawing/2014/main" id="{9B687E48-CB80-485A-8DC6-1AB2EFC3E6BD}"/>
                  </a:ext>
                </a:extLst>
              </p:cNvPr>
              <p:cNvSpPr/>
              <p:nvPr/>
            </p:nvSpPr>
            <p:spPr>
              <a:xfrm>
                <a:off x="7517293" y="1976107"/>
                <a:ext cx="112718" cy="112855"/>
              </a:xfrm>
              <a:custGeom>
                <a:avLst/>
                <a:gdLst>
                  <a:gd name="connsiteX0" fmla="*/ 4419 w 112718"/>
                  <a:gd name="connsiteY0" fmla="*/ 78625 h 112855"/>
                  <a:gd name="connsiteX1" fmla="*/ 39947 w 112718"/>
                  <a:gd name="connsiteY1" fmla="*/ 110439 h 112855"/>
                  <a:gd name="connsiteX2" fmla="*/ 51187 w 112718"/>
                  <a:gd name="connsiteY2" fmla="*/ 112629 h 112855"/>
                  <a:gd name="connsiteX3" fmla="*/ 78619 w 112718"/>
                  <a:gd name="connsiteY3" fmla="*/ 108343 h 112855"/>
                  <a:gd name="connsiteX4" fmla="*/ 96430 w 112718"/>
                  <a:gd name="connsiteY4" fmla="*/ 96151 h 112855"/>
                  <a:gd name="connsiteX5" fmla="*/ 100050 w 112718"/>
                  <a:gd name="connsiteY5" fmla="*/ 92151 h 112855"/>
                  <a:gd name="connsiteX6" fmla="*/ 110337 w 112718"/>
                  <a:gd name="connsiteY6" fmla="*/ 72815 h 112855"/>
                  <a:gd name="connsiteX7" fmla="*/ 112528 w 112718"/>
                  <a:gd name="connsiteY7" fmla="*/ 61575 h 112855"/>
                  <a:gd name="connsiteX8" fmla="*/ 112718 w 112718"/>
                  <a:gd name="connsiteY8" fmla="*/ 54527 h 112855"/>
                  <a:gd name="connsiteX9" fmla="*/ 112718 w 112718"/>
                  <a:gd name="connsiteY9" fmla="*/ 53955 h 112855"/>
                  <a:gd name="connsiteX10" fmla="*/ 61569 w 112718"/>
                  <a:gd name="connsiteY10" fmla="*/ 234 h 112855"/>
                  <a:gd name="connsiteX11" fmla="*/ 1561 w 112718"/>
                  <a:gd name="connsiteY11" fmla="*/ 43383 h 112855"/>
                  <a:gd name="connsiteX12" fmla="*/ 1371 w 112718"/>
                  <a:gd name="connsiteY12" fmla="*/ 44145 h 112855"/>
                  <a:gd name="connsiteX13" fmla="*/ 228 w 112718"/>
                  <a:gd name="connsiteY13" fmla="*/ 51288 h 112855"/>
                  <a:gd name="connsiteX14" fmla="*/ 37 w 112718"/>
                  <a:gd name="connsiteY14" fmla="*/ 57099 h 112855"/>
                  <a:gd name="connsiteX15" fmla="*/ 1276 w 112718"/>
                  <a:gd name="connsiteY15" fmla="*/ 68243 h 112855"/>
                  <a:gd name="connsiteX16" fmla="*/ 4419 w 112718"/>
                  <a:gd name="connsiteY16" fmla="*/ 78625 h 112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2718" h="112855">
                    <a:moveTo>
                      <a:pt x="4419" y="78625"/>
                    </a:moveTo>
                    <a:cubicBezTo>
                      <a:pt x="10896" y="93675"/>
                      <a:pt x="23755" y="105486"/>
                      <a:pt x="39947" y="110439"/>
                    </a:cubicBezTo>
                    <a:cubicBezTo>
                      <a:pt x="43567" y="111486"/>
                      <a:pt x="47281" y="112248"/>
                      <a:pt x="51187" y="112629"/>
                    </a:cubicBezTo>
                    <a:cubicBezTo>
                      <a:pt x="60902" y="113487"/>
                      <a:pt x="70237" y="111867"/>
                      <a:pt x="78619" y="108343"/>
                    </a:cubicBezTo>
                    <a:cubicBezTo>
                      <a:pt x="85286" y="105486"/>
                      <a:pt x="91382" y="101295"/>
                      <a:pt x="96430" y="96151"/>
                    </a:cubicBezTo>
                    <a:cubicBezTo>
                      <a:pt x="97669" y="94913"/>
                      <a:pt x="98907" y="93484"/>
                      <a:pt x="100050" y="92151"/>
                    </a:cubicBezTo>
                    <a:cubicBezTo>
                      <a:pt x="104622" y="86531"/>
                      <a:pt x="108146" y="80054"/>
                      <a:pt x="110337" y="72815"/>
                    </a:cubicBezTo>
                    <a:cubicBezTo>
                      <a:pt x="111385" y="69195"/>
                      <a:pt x="112147" y="65481"/>
                      <a:pt x="112528" y="61575"/>
                    </a:cubicBezTo>
                    <a:cubicBezTo>
                      <a:pt x="112718" y="59194"/>
                      <a:pt x="112718" y="56813"/>
                      <a:pt x="112718" y="54527"/>
                    </a:cubicBezTo>
                    <a:cubicBezTo>
                      <a:pt x="112718" y="54336"/>
                      <a:pt x="112718" y="54146"/>
                      <a:pt x="112718" y="53955"/>
                    </a:cubicBezTo>
                    <a:cubicBezTo>
                      <a:pt x="111480" y="26142"/>
                      <a:pt x="89953" y="2901"/>
                      <a:pt x="61569" y="234"/>
                    </a:cubicBezTo>
                    <a:cubicBezTo>
                      <a:pt x="33184" y="-2337"/>
                      <a:pt x="7943" y="16522"/>
                      <a:pt x="1561" y="43383"/>
                    </a:cubicBezTo>
                    <a:cubicBezTo>
                      <a:pt x="1466" y="43668"/>
                      <a:pt x="1466" y="43859"/>
                      <a:pt x="1371" y="44145"/>
                    </a:cubicBezTo>
                    <a:cubicBezTo>
                      <a:pt x="895" y="46431"/>
                      <a:pt x="418" y="48812"/>
                      <a:pt x="228" y="51288"/>
                    </a:cubicBezTo>
                    <a:cubicBezTo>
                      <a:pt x="37" y="53193"/>
                      <a:pt x="-58" y="55194"/>
                      <a:pt x="37" y="57099"/>
                    </a:cubicBezTo>
                    <a:cubicBezTo>
                      <a:pt x="37" y="60909"/>
                      <a:pt x="514" y="64623"/>
                      <a:pt x="1276" y="68243"/>
                    </a:cubicBezTo>
                    <a:cubicBezTo>
                      <a:pt x="1847" y="71767"/>
                      <a:pt x="2990" y="75196"/>
                      <a:pt x="4419" y="7862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11" name="Forme libre : forme 15210">
                <a:extLst>
                  <a:ext uri="{FF2B5EF4-FFF2-40B4-BE49-F238E27FC236}">
                    <a16:creationId xmlns:a16="http://schemas.microsoft.com/office/drawing/2014/main" id="{C92F3BB0-7F78-4765-A4C7-19D5D99043F7}"/>
                  </a:ext>
                </a:extLst>
              </p:cNvPr>
              <p:cNvSpPr/>
              <p:nvPr/>
            </p:nvSpPr>
            <p:spPr>
              <a:xfrm>
                <a:off x="8480117" y="1996475"/>
                <a:ext cx="112963" cy="112754"/>
              </a:xfrm>
              <a:custGeom>
                <a:avLst/>
                <a:gdLst>
                  <a:gd name="connsiteX0" fmla="*/ 381 w 112963"/>
                  <a:gd name="connsiteY0" fmla="*/ 60448 h 112754"/>
                  <a:gd name="connsiteX1" fmla="*/ 1048 w 112963"/>
                  <a:gd name="connsiteY1" fmla="*/ 65782 h 112754"/>
                  <a:gd name="connsiteX2" fmla="*/ 6001 w 112963"/>
                  <a:gd name="connsiteY2" fmla="*/ 81213 h 112754"/>
                  <a:gd name="connsiteX3" fmla="*/ 11716 w 112963"/>
                  <a:gd name="connsiteY3" fmla="*/ 90547 h 112754"/>
                  <a:gd name="connsiteX4" fmla="*/ 19336 w 112963"/>
                  <a:gd name="connsiteY4" fmla="*/ 98739 h 112754"/>
                  <a:gd name="connsiteX5" fmla="*/ 23908 w 112963"/>
                  <a:gd name="connsiteY5" fmla="*/ 102358 h 112754"/>
                  <a:gd name="connsiteX6" fmla="*/ 33814 w 112963"/>
                  <a:gd name="connsiteY6" fmla="*/ 107978 h 112754"/>
                  <a:gd name="connsiteX7" fmla="*/ 55150 w 112963"/>
                  <a:gd name="connsiteY7" fmla="*/ 112741 h 112754"/>
                  <a:gd name="connsiteX8" fmla="*/ 67056 w 112963"/>
                  <a:gd name="connsiteY8" fmla="*/ 111693 h 112754"/>
                  <a:gd name="connsiteX9" fmla="*/ 81344 w 112963"/>
                  <a:gd name="connsiteY9" fmla="*/ 107025 h 112754"/>
                  <a:gd name="connsiteX10" fmla="*/ 90678 w 112963"/>
                  <a:gd name="connsiteY10" fmla="*/ 101310 h 112754"/>
                  <a:gd name="connsiteX11" fmla="*/ 98870 w 112963"/>
                  <a:gd name="connsiteY11" fmla="*/ 93691 h 112754"/>
                  <a:gd name="connsiteX12" fmla="*/ 102489 w 112963"/>
                  <a:gd name="connsiteY12" fmla="*/ 89118 h 112754"/>
                  <a:gd name="connsiteX13" fmla="*/ 106204 w 112963"/>
                  <a:gd name="connsiteY13" fmla="*/ 83118 h 112754"/>
                  <a:gd name="connsiteX14" fmla="*/ 106489 w 112963"/>
                  <a:gd name="connsiteY14" fmla="*/ 82546 h 112754"/>
                  <a:gd name="connsiteX15" fmla="*/ 89249 w 112963"/>
                  <a:gd name="connsiteY15" fmla="*/ 10442 h 112754"/>
                  <a:gd name="connsiteX16" fmla="*/ 15621 w 112963"/>
                  <a:gd name="connsiteY16" fmla="*/ 17491 h 112754"/>
                  <a:gd name="connsiteX17" fmla="*/ 15050 w 112963"/>
                  <a:gd name="connsiteY17" fmla="*/ 18062 h 112754"/>
                  <a:gd name="connsiteX18" fmla="*/ 10478 w 112963"/>
                  <a:gd name="connsiteY18" fmla="*/ 23586 h 112754"/>
                  <a:gd name="connsiteX19" fmla="*/ 2762 w 112963"/>
                  <a:gd name="connsiteY19" fmla="*/ 38731 h 112754"/>
                  <a:gd name="connsiteX20" fmla="*/ 381 w 112963"/>
                  <a:gd name="connsiteY20" fmla="*/ 49495 h 112754"/>
                  <a:gd name="connsiteX21" fmla="*/ 0 w 112963"/>
                  <a:gd name="connsiteY21" fmla="*/ 54924 h 112754"/>
                  <a:gd name="connsiteX22" fmla="*/ 381 w 112963"/>
                  <a:gd name="connsiteY22" fmla="*/ 60448 h 11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2963" h="112754">
                    <a:moveTo>
                      <a:pt x="381" y="60448"/>
                    </a:moveTo>
                    <a:cubicBezTo>
                      <a:pt x="476" y="62258"/>
                      <a:pt x="762" y="64068"/>
                      <a:pt x="1048" y="65782"/>
                    </a:cubicBezTo>
                    <a:cubicBezTo>
                      <a:pt x="1905" y="71116"/>
                      <a:pt x="3620" y="76355"/>
                      <a:pt x="6001" y="81213"/>
                    </a:cubicBezTo>
                    <a:cubicBezTo>
                      <a:pt x="7620" y="84451"/>
                      <a:pt x="9525" y="87595"/>
                      <a:pt x="11716" y="90547"/>
                    </a:cubicBezTo>
                    <a:cubicBezTo>
                      <a:pt x="13906" y="93500"/>
                      <a:pt x="16478" y="96262"/>
                      <a:pt x="19336" y="98739"/>
                    </a:cubicBezTo>
                    <a:cubicBezTo>
                      <a:pt x="20764" y="99977"/>
                      <a:pt x="22288" y="101215"/>
                      <a:pt x="23908" y="102358"/>
                    </a:cubicBezTo>
                    <a:cubicBezTo>
                      <a:pt x="27051" y="104644"/>
                      <a:pt x="30385" y="106549"/>
                      <a:pt x="33814" y="107978"/>
                    </a:cubicBezTo>
                    <a:cubicBezTo>
                      <a:pt x="40672" y="111026"/>
                      <a:pt x="47911" y="112550"/>
                      <a:pt x="55150" y="112741"/>
                    </a:cubicBezTo>
                    <a:cubicBezTo>
                      <a:pt x="59150" y="112836"/>
                      <a:pt x="63151" y="112455"/>
                      <a:pt x="67056" y="111693"/>
                    </a:cubicBezTo>
                    <a:cubicBezTo>
                      <a:pt x="72009" y="110740"/>
                      <a:pt x="76771" y="109216"/>
                      <a:pt x="81344" y="107025"/>
                    </a:cubicBezTo>
                    <a:cubicBezTo>
                      <a:pt x="84582" y="105406"/>
                      <a:pt x="87725" y="103501"/>
                      <a:pt x="90678" y="101310"/>
                    </a:cubicBezTo>
                    <a:cubicBezTo>
                      <a:pt x="93631" y="99120"/>
                      <a:pt x="96393" y="96548"/>
                      <a:pt x="98870" y="93691"/>
                    </a:cubicBezTo>
                    <a:cubicBezTo>
                      <a:pt x="100108" y="92262"/>
                      <a:pt x="101346" y="90738"/>
                      <a:pt x="102489" y="89118"/>
                    </a:cubicBezTo>
                    <a:cubicBezTo>
                      <a:pt x="103918" y="87118"/>
                      <a:pt x="105061" y="85118"/>
                      <a:pt x="106204" y="83118"/>
                    </a:cubicBezTo>
                    <a:cubicBezTo>
                      <a:pt x="106299" y="82927"/>
                      <a:pt x="106394" y="82737"/>
                      <a:pt x="106489" y="82546"/>
                    </a:cubicBezTo>
                    <a:cubicBezTo>
                      <a:pt x="119444" y="57972"/>
                      <a:pt x="112586" y="27016"/>
                      <a:pt x="89249" y="10442"/>
                    </a:cubicBezTo>
                    <a:cubicBezTo>
                      <a:pt x="66104" y="-6036"/>
                      <a:pt x="34671" y="-2512"/>
                      <a:pt x="15621" y="17491"/>
                    </a:cubicBezTo>
                    <a:cubicBezTo>
                      <a:pt x="15430" y="17681"/>
                      <a:pt x="15240" y="17872"/>
                      <a:pt x="15050" y="18062"/>
                    </a:cubicBezTo>
                    <a:cubicBezTo>
                      <a:pt x="13430" y="19776"/>
                      <a:pt x="11906" y="21681"/>
                      <a:pt x="10478" y="23586"/>
                    </a:cubicBezTo>
                    <a:cubicBezTo>
                      <a:pt x="7049" y="28349"/>
                      <a:pt x="4572" y="33493"/>
                      <a:pt x="2762" y="38731"/>
                    </a:cubicBezTo>
                    <a:cubicBezTo>
                      <a:pt x="1619" y="42255"/>
                      <a:pt x="857" y="45875"/>
                      <a:pt x="381" y="49495"/>
                    </a:cubicBezTo>
                    <a:cubicBezTo>
                      <a:pt x="191" y="51304"/>
                      <a:pt x="0" y="53114"/>
                      <a:pt x="0" y="54924"/>
                    </a:cubicBezTo>
                    <a:cubicBezTo>
                      <a:pt x="191" y="56829"/>
                      <a:pt x="191" y="58639"/>
                      <a:pt x="381" y="6044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12" name="Forme libre : forme 15211">
                <a:extLst>
                  <a:ext uri="{FF2B5EF4-FFF2-40B4-BE49-F238E27FC236}">
                    <a16:creationId xmlns:a16="http://schemas.microsoft.com/office/drawing/2014/main" id="{897FF4B6-44D7-4B46-8A47-2E7E382932CF}"/>
                  </a:ext>
                </a:extLst>
              </p:cNvPr>
              <p:cNvSpPr/>
              <p:nvPr/>
            </p:nvSpPr>
            <p:spPr>
              <a:xfrm>
                <a:off x="9391945" y="3098810"/>
                <a:ext cx="112836" cy="112865"/>
              </a:xfrm>
              <a:custGeom>
                <a:avLst/>
                <a:gdLst>
                  <a:gd name="connsiteX0" fmla="*/ 68866 w 112836"/>
                  <a:gd name="connsiteY0" fmla="*/ 1385 h 112865"/>
                  <a:gd name="connsiteX1" fmla="*/ 61722 w 112836"/>
                  <a:gd name="connsiteY1" fmla="*/ 243 h 112865"/>
                  <a:gd name="connsiteX2" fmla="*/ 50292 w 112836"/>
                  <a:gd name="connsiteY2" fmla="*/ 338 h 112865"/>
                  <a:gd name="connsiteX3" fmla="*/ 39433 w 112836"/>
                  <a:gd name="connsiteY3" fmla="*/ 2624 h 112865"/>
                  <a:gd name="connsiteX4" fmla="*/ 29432 w 112836"/>
                  <a:gd name="connsiteY4" fmla="*/ 6910 h 112865"/>
                  <a:gd name="connsiteX5" fmla="*/ 12002 w 112836"/>
                  <a:gd name="connsiteY5" fmla="*/ 21769 h 112865"/>
                  <a:gd name="connsiteX6" fmla="*/ 3905 w 112836"/>
                  <a:gd name="connsiteY6" fmla="*/ 36056 h 112865"/>
                  <a:gd name="connsiteX7" fmla="*/ 1143 w 112836"/>
                  <a:gd name="connsiteY7" fmla="*/ 45391 h 112865"/>
                  <a:gd name="connsiteX8" fmla="*/ 286 w 112836"/>
                  <a:gd name="connsiteY8" fmla="*/ 51106 h 112865"/>
                  <a:gd name="connsiteX9" fmla="*/ 0 w 112836"/>
                  <a:gd name="connsiteY9" fmla="*/ 56916 h 112865"/>
                  <a:gd name="connsiteX10" fmla="*/ 6858 w 112836"/>
                  <a:gd name="connsiteY10" fmla="*/ 83491 h 112865"/>
                  <a:gd name="connsiteX11" fmla="*/ 9715 w 112836"/>
                  <a:gd name="connsiteY11" fmla="*/ 88158 h 112865"/>
                  <a:gd name="connsiteX12" fmla="*/ 16573 w 112836"/>
                  <a:gd name="connsiteY12" fmla="*/ 96445 h 112865"/>
                  <a:gd name="connsiteX13" fmla="*/ 51149 w 112836"/>
                  <a:gd name="connsiteY13" fmla="*/ 112638 h 112865"/>
                  <a:gd name="connsiteX14" fmla="*/ 58198 w 112836"/>
                  <a:gd name="connsiteY14" fmla="*/ 112828 h 112865"/>
                  <a:gd name="connsiteX15" fmla="*/ 58769 w 112836"/>
                  <a:gd name="connsiteY15" fmla="*/ 112828 h 112865"/>
                  <a:gd name="connsiteX16" fmla="*/ 112586 w 112836"/>
                  <a:gd name="connsiteY16" fmla="*/ 61774 h 112865"/>
                  <a:gd name="connsiteX17" fmla="*/ 69532 w 112836"/>
                  <a:gd name="connsiteY17" fmla="*/ 1671 h 112865"/>
                  <a:gd name="connsiteX18" fmla="*/ 68866 w 112836"/>
                  <a:gd name="connsiteY18" fmla="*/ 1385 h 112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2836" h="112865">
                    <a:moveTo>
                      <a:pt x="68866" y="1385"/>
                    </a:moveTo>
                    <a:cubicBezTo>
                      <a:pt x="66580" y="909"/>
                      <a:pt x="64198" y="433"/>
                      <a:pt x="61722" y="243"/>
                    </a:cubicBezTo>
                    <a:cubicBezTo>
                      <a:pt x="57817" y="-138"/>
                      <a:pt x="54007" y="-43"/>
                      <a:pt x="50292" y="338"/>
                    </a:cubicBezTo>
                    <a:cubicBezTo>
                      <a:pt x="46577" y="719"/>
                      <a:pt x="42958" y="1481"/>
                      <a:pt x="39433" y="2624"/>
                    </a:cubicBezTo>
                    <a:cubicBezTo>
                      <a:pt x="35909" y="3767"/>
                      <a:pt x="32575" y="5196"/>
                      <a:pt x="29432" y="6910"/>
                    </a:cubicBezTo>
                    <a:cubicBezTo>
                      <a:pt x="22670" y="10625"/>
                      <a:pt x="16764" y="15673"/>
                      <a:pt x="12002" y="21769"/>
                    </a:cubicBezTo>
                    <a:cubicBezTo>
                      <a:pt x="8668" y="26055"/>
                      <a:pt x="5905" y="30913"/>
                      <a:pt x="3905" y="36056"/>
                    </a:cubicBezTo>
                    <a:cubicBezTo>
                      <a:pt x="2762" y="39105"/>
                      <a:pt x="1810" y="42152"/>
                      <a:pt x="1143" y="45391"/>
                    </a:cubicBezTo>
                    <a:cubicBezTo>
                      <a:pt x="762" y="47296"/>
                      <a:pt x="476" y="49201"/>
                      <a:pt x="286" y="51106"/>
                    </a:cubicBezTo>
                    <a:cubicBezTo>
                      <a:pt x="95" y="53011"/>
                      <a:pt x="0" y="55011"/>
                      <a:pt x="0" y="56916"/>
                    </a:cubicBezTo>
                    <a:cubicBezTo>
                      <a:pt x="95" y="66441"/>
                      <a:pt x="2572" y="75490"/>
                      <a:pt x="6858" y="83491"/>
                    </a:cubicBezTo>
                    <a:cubicBezTo>
                      <a:pt x="7715" y="85110"/>
                      <a:pt x="8668" y="86634"/>
                      <a:pt x="9715" y="88158"/>
                    </a:cubicBezTo>
                    <a:cubicBezTo>
                      <a:pt x="11716" y="91111"/>
                      <a:pt x="14097" y="93968"/>
                      <a:pt x="16573" y="96445"/>
                    </a:cubicBezTo>
                    <a:cubicBezTo>
                      <a:pt x="25527" y="105398"/>
                      <a:pt x="37529" y="111399"/>
                      <a:pt x="51149" y="112638"/>
                    </a:cubicBezTo>
                    <a:cubicBezTo>
                      <a:pt x="53530" y="112828"/>
                      <a:pt x="55912" y="112923"/>
                      <a:pt x="58198" y="112828"/>
                    </a:cubicBezTo>
                    <a:cubicBezTo>
                      <a:pt x="58388" y="112828"/>
                      <a:pt x="58579" y="112828"/>
                      <a:pt x="58769" y="112828"/>
                    </a:cubicBezTo>
                    <a:cubicBezTo>
                      <a:pt x="86582" y="111685"/>
                      <a:pt x="109919" y="90159"/>
                      <a:pt x="112586" y="61774"/>
                    </a:cubicBezTo>
                    <a:cubicBezTo>
                      <a:pt x="115253" y="33389"/>
                      <a:pt x="96393" y="8053"/>
                      <a:pt x="69532" y="1671"/>
                    </a:cubicBezTo>
                    <a:cubicBezTo>
                      <a:pt x="69342" y="1481"/>
                      <a:pt x="69056" y="1481"/>
                      <a:pt x="68866" y="138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13" name="Forme libre : forme 15212">
                <a:extLst>
                  <a:ext uri="{FF2B5EF4-FFF2-40B4-BE49-F238E27FC236}">
                    <a16:creationId xmlns:a16="http://schemas.microsoft.com/office/drawing/2014/main" id="{FEEA0B12-00F3-4EA5-B544-DE1EF6365600}"/>
                  </a:ext>
                </a:extLst>
              </p:cNvPr>
              <p:cNvSpPr/>
              <p:nvPr/>
            </p:nvSpPr>
            <p:spPr>
              <a:xfrm>
                <a:off x="9083125" y="4261857"/>
                <a:ext cx="112860" cy="112925"/>
              </a:xfrm>
              <a:custGeom>
                <a:avLst/>
                <a:gdLst>
                  <a:gd name="connsiteX0" fmla="*/ 107366 w 112860"/>
                  <a:gd name="connsiteY0" fmla="*/ 32393 h 112925"/>
                  <a:gd name="connsiteX1" fmla="*/ 103937 w 112860"/>
                  <a:gd name="connsiteY1" fmla="*/ 26011 h 112925"/>
                  <a:gd name="connsiteX2" fmla="*/ 25927 w 112860"/>
                  <a:gd name="connsiteY2" fmla="*/ 8962 h 112925"/>
                  <a:gd name="connsiteX3" fmla="*/ 21260 w 112860"/>
                  <a:gd name="connsiteY3" fmla="*/ 12295 h 112925"/>
                  <a:gd name="connsiteX4" fmla="*/ 10687 w 112860"/>
                  <a:gd name="connsiteY4" fmla="*/ 23440 h 112925"/>
                  <a:gd name="connsiteX5" fmla="*/ 8783 w 112860"/>
                  <a:gd name="connsiteY5" fmla="*/ 26297 h 112925"/>
                  <a:gd name="connsiteX6" fmla="*/ 5830 w 112860"/>
                  <a:gd name="connsiteY6" fmla="*/ 31536 h 112925"/>
                  <a:gd name="connsiteX7" fmla="*/ 2686 w 112860"/>
                  <a:gd name="connsiteY7" fmla="*/ 39156 h 112925"/>
                  <a:gd name="connsiteX8" fmla="*/ 1162 w 112860"/>
                  <a:gd name="connsiteY8" fmla="*/ 45252 h 112925"/>
                  <a:gd name="connsiteX9" fmla="*/ 19 w 112860"/>
                  <a:gd name="connsiteY9" fmla="*/ 55063 h 112925"/>
                  <a:gd name="connsiteX10" fmla="*/ 8973 w 112860"/>
                  <a:gd name="connsiteY10" fmla="*/ 86876 h 112925"/>
                  <a:gd name="connsiteX11" fmla="*/ 13164 w 112860"/>
                  <a:gd name="connsiteY11" fmla="*/ 92591 h 112925"/>
                  <a:gd name="connsiteX12" fmla="*/ 13545 w 112860"/>
                  <a:gd name="connsiteY12" fmla="*/ 93067 h 112925"/>
                  <a:gd name="connsiteX13" fmla="*/ 86887 w 112860"/>
                  <a:gd name="connsiteY13" fmla="*/ 104021 h 112925"/>
                  <a:gd name="connsiteX14" fmla="*/ 107747 w 112860"/>
                  <a:gd name="connsiteY14" fmla="*/ 33060 h 112925"/>
                  <a:gd name="connsiteX15" fmla="*/ 107366 w 112860"/>
                  <a:gd name="connsiteY15" fmla="*/ 32393 h 112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2860" h="112925">
                    <a:moveTo>
                      <a:pt x="107366" y="32393"/>
                    </a:moveTo>
                    <a:cubicBezTo>
                      <a:pt x="106318" y="30202"/>
                      <a:pt x="105271" y="28107"/>
                      <a:pt x="103937" y="26011"/>
                    </a:cubicBezTo>
                    <a:cubicBezTo>
                      <a:pt x="87078" y="-278"/>
                      <a:pt x="52217" y="-7898"/>
                      <a:pt x="25927" y="8962"/>
                    </a:cubicBezTo>
                    <a:cubicBezTo>
                      <a:pt x="24308" y="10009"/>
                      <a:pt x="22689" y="11152"/>
                      <a:pt x="21260" y="12295"/>
                    </a:cubicBezTo>
                    <a:cubicBezTo>
                      <a:pt x="17165" y="15534"/>
                      <a:pt x="13640" y="19344"/>
                      <a:pt x="10687" y="23440"/>
                    </a:cubicBezTo>
                    <a:cubicBezTo>
                      <a:pt x="10021" y="24392"/>
                      <a:pt x="9354" y="25345"/>
                      <a:pt x="8783" y="26297"/>
                    </a:cubicBezTo>
                    <a:cubicBezTo>
                      <a:pt x="7735" y="28012"/>
                      <a:pt x="6687" y="29726"/>
                      <a:pt x="5830" y="31536"/>
                    </a:cubicBezTo>
                    <a:cubicBezTo>
                      <a:pt x="4592" y="34012"/>
                      <a:pt x="3544" y="36489"/>
                      <a:pt x="2686" y="39156"/>
                    </a:cubicBezTo>
                    <a:cubicBezTo>
                      <a:pt x="2020" y="41156"/>
                      <a:pt x="1543" y="43252"/>
                      <a:pt x="1162" y="45252"/>
                    </a:cubicBezTo>
                    <a:cubicBezTo>
                      <a:pt x="496" y="48490"/>
                      <a:pt x="115" y="51824"/>
                      <a:pt x="19" y="55063"/>
                    </a:cubicBezTo>
                    <a:cubicBezTo>
                      <a:pt x="-266" y="65921"/>
                      <a:pt x="2591" y="76970"/>
                      <a:pt x="8973" y="86876"/>
                    </a:cubicBezTo>
                    <a:cubicBezTo>
                      <a:pt x="10307" y="88876"/>
                      <a:pt x="11735" y="90781"/>
                      <a:pt x="13164" y="92591"/>
                    </a:cubicBezTo>
                    <a:cubicBezTo>
                      <a:pt x="13259" y="92782"/>
                      <a:pt x="13450" y="92877"/>
                      <a:pt x="13545" y="93067"/>
                    </a:cubicBezTo>
                    <a:cubicBezTo>
                      <a:pt x="31547" y="114213"/>
                      <a:pt x="62885" y="119452"/>
                      <a:pt x="86887" y="104021"/>
                    </a:cubicBezTo>
                    <a:cubicBezTo>
                      <a:pt x="110891" y="88686"/>
                      <a:pt x="119273" y="58206"/>
                      <a:pt x="107747" y="33060"/>
                    </a:cubicBezTo>
                    <a:cubicBezTo>
                      <a:pt x="107557" y="32869"/>
                      <a:pt x="107461" y="32679"/>
                      <a:pt x="107366" y="3239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14" name="Forme libre : forme 15213">
                <a:extLst>
                  <a:ext uri="{FF2B5EF4-FFF2-40B4-BE49-F238E27FC236}">
                    <a16:creationId xmlns:a16="http://schemas.microsoft.com/office/drawing/2014/main" id="{98B46382-53D8-4F3B-A570-D34155701B7C}"/>
                  </a:ext>
                </a:extLst>
              </p:cNvPr>
              <p:cNvSpPr/>
              <p:nvPr/>
            </p:nvSpPr>
            <p:spPr>
              <a:xfrm>
                <a:off x="8225133" y="4762105"/>
                <a:ext cx="112816" cy="112831"/>
              </a:xfrm>
              <a:custGeom>
                <a:avLst/>
                <a:gdLst>
                  <a:gd name="connsiteX0" fmla="*/ 106204 w 112816"/>
                  <a:gd name="connsiteY0" fmla="*/ 30017 h 112831"/>
                  <a:gd name="connsiteX1" fmla="*/ 83629 w 112816"/>
                  <a:gd name="connsiteY1" fmla="*/ 7062 h 112831"/>
                  <a:gd name="connsiteX2" fmla="*/ 62294 w 112816"/>
                  <a:gd name="connsiteY2" fmla="*/ 299 h 112831"/>
                  <a:gd name="connsiteX3" fmla="*/ 50863 w 112816"/>
                  <a:gd name="connsiteY3" fmla="*/ 204 h 112831"/>
                  <a:gd name="connsiteX4" fmla="*/ 20860 w 112816"/>
                  <a:gd name="connsiteY4" fmla="*/ 12491 h 112831"/>
                  <a:gd name="connsiteX5" fmla="*/ 16859 w 112816"/>
                  <a:gd name="connsiteY5" fmla="*/ 16110 h 112831"/>
                  <a:gd name="connsiteX6" fmla="*/ 9906 w 112816"/>
                  <a:gd name="connsiteY6" fmla="*/ 24397 h 112831"/>
                  <a:gd name="connsiteX7" fmla="*/ 286 w 112816"/>
                  <a:gd name="connsiteY7" fmla="*/ 50400 h 112831"/>
                  <a:gd name="connsiteX8" fmla="*/ 0 w 112816"/>
                  <a:gd name="connsiteY8" fmla="*/ 57449 h 112831"/>
                  <a:gd name="connsiteX9" fmla="*/ 0 w 112816"/>
                  <a:gd name="connsiteY9" fmla="*/ 58020 h 112831"/>
                  <a:gd name="connsiteX10" fmla="*/ 50387 w 112816"/>
                  <a:gd name="connsiteY10" fmla="*/ 112503 h 112831"/>
                  <a:gd name="connsiteX11" fmla="*/ 111062 w 112816"/>
                  <a:gd name="connsiteY11" fmla="*/ 70212 h 112831"/>
                  <a:gd name="connsiteX12" fmla="*/ 111252 w 112816"/>
                  <a:gd name="connsiteY12" fmla="*/ 69450 h 112831"/>
                  <a:gd name="connsiteX13" fmla="*/ 112490 w 112816"/>
                  <a:gd name="connsiteY13" fmla="*/ 62402 h 112831"/>
                  <a:gd name="connsiteX14" fmla="*/ 112490 w 112816"/>
                  <a:gd name="connsiteY14" fmla="*/ 62402 h 112831"/>
                  <a:gd name="connsiteX15" fmla="*/ 108585 w 112816"/>
                  <a:gd name="connsiteY15" fmla="*/ 34970 h 112831"/>
                  <a:gd name="connsiteX16" fmla="*/ 106204 w 112816"/>
                  <a:gd name="connsiteY16" fmla="*/ 30017 h 112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2816" h="112831">
                    <a:moveTo>
                      <a:pt x="106204" y="30017"/>
                    </a:moveTo>
                    <a:cubicBezTo>
                      <a:pt x="101060" y="20397"/>
                      <a:pt x="93250" y="12396"/>
                      <a:pt x="83629" y="7062"/>
                    </a:cubicBezTo>
                    <a:cubicBezTo>
                      <a:pt x="77248" y="3537"/>
                      <a:pt x="70009" y="1156"/>
                      <a:pt x="62294" y="299"/>
                    </a:cubicBezTo>
                    <a:cubicBezTo>
                      <a:pt x="58388" y="-82"/>
                      <a:pt x="54578" y="-82"/>
                      <a:pt x="50863" y="204"/>
                    </a:cubicBezTo>
                    <a:cubicBezTo>
                      <a:pt x="39624" y="1251"/>
                      <a:pt x="29242" y="5633"/>
                      <a:pt x="20860" y="12491"/>
                    </a:cubicBezTo>
                    <a:cubicBezTo>
                      <a:pt x="19431" y="13634"/>
                      <a:pt x="18097" y="14872"/>
                      <a:pt x="16859" y="16110"/>
                    </a:cubicBezTo>
                    <a:cubicBezTo>
                      <a:pt x="14288" y="18682"/>
                      <a:pt x="11906" y="21444"/>
                      <a:pt x="9906" y="24397"/>
                    </a:cubicBezTo>
                    <a:cubicBezTo>
                      <a:pt x="4763" y="31922"/>
                      <a:pt x="1333" y="40780"/>
                      <a:pt x="286" y="50400"/>
                    </a:cubicBezTo>
                    <a:cubicBezTo>
                      <a:pt x="0" y="52782"/>
                      <a:pt x="0" y="55163"/>
                      <a:pt x="0" y="57449"/>
                    </a:cubicBezTo>
                    <a:cubicBezTo>
                      <a:pt x="0" y="57639"/>
                      <a:pt x="0" y="57830"/>
                      <a:pt x="0" y="58020"/>
                    </a:cubicBezTo>
                    <a:cubicBezTo>
                      <a:pt x="762" y="85833"/>
                      <a:pt x="22003" y="109455"/>
                      <a:pt x="50387" y="112503"/>
                    </a:cubicBezTo>
                    <a:cubicBezTo>
                      <a:pt x="78677" y="115551"/>
                      <a:pt x="104299" y="97073"/>
                      <a:pt x="111062" y="70212"/>
                    </a:cubicBezTo>
                    <a:cubicBezTo>
                      <a:pt x="111157" y="69926"/>
                      <a:pt x="111157" y="69736"/>
                      <a:pt x="111252" y="69450"/>
                    </a:cubicBezTo>
                    <a:cubicBezTo>
                      <a:pt x="111823" y="67164"/>
                      <a:pt x="112300" y="64783"/>
                      <a:pt x="112490" y="62402"/>
                    </a:cubicBezTo>
                    <a:cubicBezTo>
                      <a:pt x="112490" y="62402"/>
                      <a:pt x="112490" y="62402"/>
                      <a:pt x="112490" y="62402"/>
                    </a:cubicBezTo>
                    <a:cubicBezTo>
                      <a:pt x="113538" y="52686"/>
                      <a:pt x="112014" y="43352"/>
                      <a:pt x="108585" y="34970"/>
                    </a:cubicBezTo>
                    <a:cubicBezTo>
                      <a:pt x="107823" y="33255"/>
                      <a:pt x="107061" y="31636"/>
                      <a:pt x="106204" y="30017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15" name="Forme libre : forme 15214">
                <a:extLst>
                  <a:ext uri="{FF2B5EF4-FFF2-40B4-BE49-F238E27FC236}">
                    <a16:creationId xmlns:a16="http://schemas.microsoft.com/office/drawing/2014/main" id="{E218C0EC-96B2-42A2-852B-925C21EF69F0}"/>
                  </a:ext>
                </a:extLst>
              </p:cNvPr>
              <p:cNvSpPr/>
              <p:nvPr/>
            </p:nvSpPr>
            <p:spPr>
              <a:xfrm>
                <a:off x="7454100" y="4687918"/>
                <a:ext cx="112884" cy="112853"/>
              </a:xfrm>
              <a:custGeom>
                <a:avLst/>
                <a:gdLst>
                  <a:gd name="connsiteX0" fmla="*/ 90566 w 112884"/>
                  <a:gd name="connsiteY0" fmla="*/ 11525 h 112853"/>
                  <a:gd name="connsiteX1" fmla="*/ 85804 w 112884"/>
                  <a:gd name="connsiteY1" fmla="*/ 8287 h 112853"/>
                  <a:gd name="connsiteX2" fmla="*/ 65039 w 112884"/>
                  <a:gd name="connsiteY2" fmla="*/ 667 h 112853"/>
                  <a:gd name="connsiteX3" fmla="*/ 59610 w 112884"/>
                  <a:gd name="connsiteY3" fmla="*/ 95 h 112853"/>
                  <a:gd name="connsiteX4" fmla="*/ 54181 w 112884"/>
                  <a:gd name="connsiteY4" fmla="*/ 0 h 112853"/>
                  <a:gd name="connsiteX5" fmla="*/ 38274 w 112884"/>
                  <a:gd name="connsiteY5" fmla="*/ 2953 h 112853"/>
                  <a:gd name="connsiteX6" fmla="*/ 11509 w 112884"/>
                  <a:gd name="connsiteY6" fmla="*/ 22193 h 112853"/>
                  <a:gd name="connsiteX7" fmla="*/ 7604 w 112884"/>
                  <a:gd name="connsiteY7" fmla="*/ 28099 h 112853"/>
                  <a:gd name="connsiteX8" fmla="*/ 7318 w 112884"/>
                  <a:gd name="connsiteY8" fmla="*/ 28670 h 112853"/>
                  <a:gd name="connsiteX9" fmla="*/ 22177 w 112884"/>
                  <a:gd name="connsiteY9" fmla="*/ 101346 h 112853"/>
                  <a:gd name="connsiteX10" fmla="*/ 95996 w 112884"/>
                  <a:gd name="connsiteY10" fmla="*/ 96583 h 112853"/>
                  <a:gd name="connsiteX11" fmla="*/ 96567 w 112884"/>
                  <a:gd name="connsiteY11" fmla="*/ 96012 h 112853"/>
                  <a:gd name="connsiteX12" fmla="*/ 101330 w 112884"/>
                  <a:gd name="connsiteY12" fmla="*/ 90583 h 112853"/>
                  <a:gd name="connsiteX13" fmla="*/ 111140 w 112884"/>
                  <a:gd name="connsiteY13" fmla="*/ 70390 h 112853"/>
                  <a:gd name="connsiteX14" fmla="*/ 112379 w 112884"/>
                  <a:gd name="connsiteY14" fmla="*/ 48768 h 112853"/>
                  <a:gd name="connsiteX15" fmla="*/ 90566 w 112884"/>
                  <a:gd name="connsiteY15" fmla="*/ 11525 h 1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2884" h="112853">
                    <a:moveTo>
                      <a:pt x="90566" y="11525"/>
                    </a:moveTo>
                    <a:cubicBezTo>
                      <a:pt x="89042" y="10382"/>
                      <a:pt x="87423" y="9239"/>
                      <a:pt x="85804" y="8287"/>
                    </a:cubicBezTo>
                    <a:cubicBezTo>
                      <a:pt x="79327" y="4286"/>
                      <a:pt x="72278" y="1809"/>
                      <a:pt x="65039" y="667"/>
                    </a:cubicBezTo>
                    <a:cubicBezTo>
                      <a:pt x="63230" y="381"/>
                      <a:pt x="61420" y="190"/>
                      <a:pt x="59610" y="95"/>
                    </a:cubicBezTo>
                    <a:cubicBezTo>
                      <a:pt x="57800" y="0"/>
                      <a:pt x="55991" y="0"/>
                      <a:pt x="54181" y="0"/>
                    </a:cubicBezTo>
                    <a:cubicBezTo>
                      <a:pt x="48752" y="190"/>
                      <a:pt x="43418" y="1238"/>
                      <a:pt x="38274" y="2953"/>
                    </a:cubicBezTo>
                    <a:cubicBezTo>
                      <a:pt x="27987" y="6477"/>
                      <a:pt x="18557" y="12954"/>
                      <a:pt x="11509" y="22193"/>
                    </a:cubicBezTo>
                    <a:cubicBezTo>
                      <a:pt x="10080" y="24098"/>
                      <a:pt x="8747" y="26098"/>
                      <a:pt x="7604" y="28099"/>
                    </a:cubicBezTo>
                    <a:cubicBezTo>
                      <a:pt x="7508" y="28289"/>
                      <a:pt x="7413" y="28480"/>
                      <a:pt x="7318" y="28670"/>
                    </a:cubicBezTo>
                    <a:cubicBezTo>
                      <a:pt x="-6398" y="52864"/>
                      <a:pt x="-493" y="84010"/>
                      <a:pt x="22177" y="101346"/>
                    </a:cubicBezTo>
                    <a:cubicBezTo>
                      <a:pt x="44846" y="118586"/>
                      <a:pt x="76279" y="116014"/>
                      <a:pt x="95996" y="96583"/>
                    </a:cubicBezTo>
                    <a:cubicBezTo>
                      <a:pt x="96186" y="96393"/>
                      <a:pt x="96377" y="96202"/>
                      <a:pt x="96567" y="96012"/>
                    </a:cubicBezTo>
                    <a:cubicBezTo>
                      <a:pt x="98282" y="94297"/>
                      <a:pt x="99901" y="92583"/>
                      <a:pt x="101330" y="90583"/>
                    </a:cubicBezTo>
                    <a:cubicBezTo>
                      <a:pt x="106092" y="84391"/>
                      <a:pt x="109331" y="77533"/>
                      <a:pt x="111140" y="70390"/>
                    </a:cubicBezTo>
                    <a:cubicBezTo>
                      <a:pt x="112950" y="63246"/>
                      <a:pt x="113331" y="55912"/>
                      <a:pt x="112379" y="48768"/>
                    </a:cubicBezTo>
                    <a:cubicBezTo>
                      <a:pt x="110378" y="34576"/>
                      <a:pt x="102949" y="20955"/>
                      <a:pt x="90566" y="1152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16" name="Forme libre : forme 15215">
                <a:extLst>
                  <a:ext uri="{FF2B5EF4-FFF2-40B4-BE49-F238E27FC236}">
                    <a16:creationId xmlns:a16="http://schemas.microsoft.com/office/drawing/2014/main" id="{C0F614F9-63A5-49CC-95CE-9EE80F651CA6}"/>
                  </a:ext>
                </a:extLst>
              </p:cNvPr>
              <p:cNvSpPr/>
              <p:nvPr/>
            </p:nvSpPr>
            <p:spPr>
              <a:xfrm>
                <a:off x="6556412" y="3562349"/>
                <a:ext cx="112960" cy="112797"/>
              </a:xfrm>
              <a:custGeom>
                <a:avLst/>
                <a:gdLst>
                  <a:gd name="connsiteX0" fmla="*/ 41946 w 112960"/>
                  <a:gd name="connsiteY0" fmla="*/ 110871 h 112797"/>
                  <a:gd name="connsiteX1" fmla="*/ 48995 w 112960"/>
                  <a:gd name="connsiteY1" fmla="*/ 112300 h 112797"/>
                  <a:gd name="connsiteX2" fmla="*/ 112431 w 112960"/>
                  <a:gd name="connsiteY2" fmla="*/ 63818 h 112797"/>
                  <a:gd name="connsiteX3" fmla="*/ 109288 w 112960"/>
                  <a:gd name="connsiteY3" fmla="*/ 36290 h 112797"/>
                  <a:gd name="connsiteX4" fmla="*/ 97858 w 112960"/>
                  <a:gd name="connsiteY4" fmla="*/ 18002 h 112797"/>
                  <a:gd name="connsiteX5" fmla="*/ 63949 w 112960"/>
                  <a:gd name="connsiteY5" fmla="*/ 476 h 112797"/>
                  <a:gd name="connsiteX6" fmla="*/ 56901 w 112960"/>
                  <a:gd name="connsiteY6" fmla="*/ 0 h 112797"/>
                  <a:gd name="connsiteX7" fmla="*/ 56329 w 112960"/>
                  <a:gd name="connsiteY7" fmla="*/ 0 h 112797"/>
                  <a:gd name="connsiteX8" fmla="*/ 513 w 112960"/>
                  <a:gd name="connsiteY8" fmla="*/ 48863 h 112797"/>
                  <a:gd name="connsiteX9" fmla="*/ 41184 w 112960"/>
                  <a:gd name="connsiteY9" fmla="*/ 110585 h 112797"/>
                  <a:gd name="connsiteX10" fmla="*/ 41946 w 112960"/>
                  <a:gd name="connsiteY10" fmla="*/ 110871 h 112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2960" h="112797">
                    <a:moveTo>
                      <a:pt x="41946" y="110871"/>
                    </a:moveTo>
                    <a:cubicBezTo>
                      <a:pt x="44232" y="111443"/>
                      <a:pt x="46614" y="112014"/>
                      <a:pt x="48995" y="112300"/>
                    </a:cubicBezTo>
                    <a:cubicBezTo>
                      <a:pt x="79856" y="116396"/>
                      <a:pt x="108336" y="94774"/>
                      <a:pt x="112431" y="63818"/>
                    </a:cubicBezTo>
                    <a:cubicBezTo>
                      <a:pt x="113765" y="54197"/>
                      <a:pt x="112527" y="44768"/>
                      <a:pt x="109288" y="36290"/>
                    </a:cubicBezTo>
                    <a:cubicBezTo>
                      <a:pt x="106716" y="29528"/>
                      <a:pt x="102811" y="23241"/>
                      <a:pt x="97858" y="18002"/>
                    </a:cubicBezTo>
                    <a:cubicBezTo>
                      <a:pt x="89286" y="8763"/>
                      <a:pt x="77475" y="2286"/>
                      <a:pt x="63949" y="476"/>
                    </a:cubicBezTo>
                    <a:cubicBezTo>
                      <a:pt x="61568" y="190"/>
                      <a:pt x="59187" y="0"/>
                      <a:pt x="56901" y="0"/>
                    </a:cubicBezTo>
                    <a:cubicBezTo>
                      <a:pt x="56710" y="0"/>
                      <a:pt x="56520" y="0"/>
                      <a:pt x="56329" y="0"/>
                    </a:cubicBezTo>
                    <a:cubicBezTo>
                      <a:pt x="28516" y="95"/>
                      <a:pt x="4323" y="20574"/>
                      <a:pt x="513" y="48863"/>
                    </a:cubicBezTo>
                    <a:cubicBezTo>
                      <a:pt x="-3297" y="77057"/>
                      <a:pt x="14514" y="103156"/>
                      <a:pt x="41184" y="110585"/>
                    </a:cubicBezTo>
                    <a:cubicBezTo>
                      <a:pt x="41375" y="110680"/>
                      <a:pt x="41661" y="110776"/>
                      <a:pt x="41946" y="110871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17" name="Forme libre : forme 15216">
                <a:extLst>
                  <a:ext uri="{FF2B5EF4-FFF2-40B4-BE49-F238E27FC236}">
                    <a16:creationId xmlns:a16="http://schemas.microsoft.com/office/drawing/2014/main" id="{366435F8-A94C-4133-9E90-A56D4288E340}"/>
                  </a:ext>
                </a:extLst>
              </p:cNvPr>
              <p:cNvSpPr/>
              <p:nvPr/>
            </p:nvSpPr>
            <p:spPr>
              <a:xfrm>
                <a:off x="6885786" y="2402180"/>
                <a:ext cx="112907" cy="113037"/>
              </a:xfrm>
              <a:custGeom>
                <a:avLst/>
                <a:gdLst>
                  <a:gd name="connsiteX0" fmla="*/ 6132 w 112907"/>
                  <a:gd name="connsiteY0" fmla="*/ 81844 h 113037"/>
                  <a:gd name="connsiteX1" fmla="*/ 9752 w 112907"/>
                  <a:gd name="connsiteY1" fmla="*/ 88130 h 113037"/>
                  <a:gd name="connsiteX2" fmla="*/ 88047 w 112907"/>
                  <a:gd name="connsiteY2" fmla="*/ 103465 h 113037"/>
                  <a:gd name="connsiteX3" fmla="*/ 100525 w 112907"/>
                  <a:gd name="connsiteY3" fmla="*/ 91940 h 113037"/>
                  <a:gd name="connsiteX4" fmla="*/ 104906 w 112907"/>
                  <a:gd name="connsiteY4" fmla="*/ 85463 h 113037"/>
                  <a:gd name="connsiteX5" fmla="*/ 108812 w 112907"/>
                  <a:gd name="connsiteY5" fmla="*/ 77748 h 113037"/>
                  <a:gd name="connsiteX6" fmla="*/ 111860 w 112907"/>
                  <a:gd name="connsiteY6" fmla="*/ 67366 h 113037"/>
                  <a:gd name="connsiteX7" fmla="*/ 112907 w 112907"/>
                  <a:gd name="connsiteY7" fmla="*/ 56602 h 113037"/>
                  <a:gd name="connsiteX8" fmla="*/ 108716 w 112907"/>
                  <a:gd name="connsiteY8" fmla="*/ 35076 h 113037"/>
                  <a:gd name="connsiteX9" fmla="*/ 103287 w 112907"/>
                  <a:gd name="connsiteY9" fmla="*/ 24979 h 113037"/>
                  <a:gd name="connsiteX10" fmla="*/ 98906 w 112907"/>
                  <a:gd name="connsiteY10" fmla="*/ 19360 h 113037"/>
                  <a:gd name="connsiteX11" fmla="*/ 98525 w 112907"/>
                  <a:gd name="connsiteY11" fmla="*/ 18883 h 113037"/>
                  <a:gd name="connsiteX12" fmla="*/ 24897 w 112907"/>
                  <a:gd name="connsiteY12" fmla="*/ 9644 h 113037"/>
                  <a:gd name="connsiteX13" fmla="*/ 5656 w 112907"/>
                  <a:gd name="connsiteY13" fmla="*/ 80986 h 113037"/>
                  <a:gd name="connsiteX14" fmla="*/ 6132 w 112907"/>
                  <a:gd name="connsiteY14" fmla="*/ 81844 h 113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907" h="113037">
                    <a:moveTo>
                      <a:pt x="6132" y="81844"/>
                    </a:moveTo>
                    <a:cubicBezTo>
                      <a:pt x="7180" y="83939"/>
                      <a:pt x="8323" y="86035"/>
                      <a:pt x="9752" y="88130"/>
                    </a:cubicBezTo>
                    <a:cubicBezTo>
                      <a:pt x="27182" y="113943"/>
                      <a:pt x="62235" y="120801"/>
                      <a:pt x="88047" y="103465"/>
                    </a:cubicBezTo>
                    <a:cubicBezTo>
                      <a:pt x="92905" y="100227"/>
                      <a:pt x="97096" y="96322"/>
                      <a:pt x="100525" y="91940"/>
                    </a:cubicBezTo>
                    <a:cubicBezTo>
                      <a:pt x="102144" y="89940"/>
                      <a:pt x="103573" y="87749"/>
                      <a:pt x="104906" y="85463"/>
                    </a:cubicBezTo>
                    <a:cubicBezTo>
                      <a:pt x="106431" y="82987"/>
                      <a:pt x="107764" y="80415"/>
                      <a:pt x="108812" y="77748"/>
                    </a:cubicBezTo>
                    <a:cubicBezTo>
                      <a:pt x="110145" y="74414"/>
                      <a:pt x="111193" y="70890"/>
                      <a:pt x="111860" y="67366"/>
                    </a:cubicBezTo>
                    <a:cubicBezTo>
                      <a:pt x="112526" y="63841"/>
                      <a:pt x="112907" y="60222"/>
                      <a:pt x="112907" y="56602"/>
                    </a:cubicBezTo>
                    <a:cubicBezTo>
                      <a:pt x="112907" y="49363"/>
                      <a:pt x="111574" y="42029"/>
                      <a:pt x="108716" y="35076"/>
                    </a:cubicBezTo>
                    <a:cubicBezTo>
                      <a:pt x="107288" y="31647"/>
                      <a:pt x="105478" y="28218"/>
                      <a:pt x="103287" y="24979"/>
                    </a:cubicBezTo>
                    <a:cubicBezTo>
                      <a:pt x="101954" y="22979"/>
                      <a:pt x="100430" y="21169"/>
                      <a:pt x="98906" y="19360"/>
                    </a:cubicBezTo>
                    <a:cubicBezTo>
                      <a:pt x="98810" y="19169"/>
                      <a:pt x="98620" y="19074"/>
                      <a:pt x="98525" y="18883"/>
                    </a:cubicBezTo>
                    <a:cubicBezTo>
                      <a:pt x="80046" y="-1881"/>
                      <a:pt x="48614" y="-6358"/>
                      <a:pt x="24897" y="9644"/>
                    </a:cubicBezTo>
                    <a:cubicBezTo>
                      <a:pt x="1274" y="25551"/>
                      <a:pt x="-6441" y="56126"/>
                      <a:pt x="5656" y="80986"/>
                    </a:cubicBezTo>
                    <a:cubicBezTo>
                      <a:pt x="5847" y="81367"/>
                      <a:pt x="5942" y="81558"/>
                      <a:pt x="6132" y="81844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18" name="Forme libre : forme 15217">
                <a:extLst>
                  <a:ext uri="{FF2B5EF4-FFF2-40B4-BE49-F238E27FC236}">
                    <a16:creationId xmlns:a16="http://schemas.microsoft.com/office/drawing/2014/main" id="{4CABCEAC-0184-466A-8528-AD74FA7D6D62}"/>
                  </a:ext>
                </a:extLst>
              </p:cNvPr>
              <p:cNvSpPr/>
              <p:nvPr/>
            </p:nvSpPr>
            <p:spPr>
              <a:xfrm>
                <a:off x="7036948" y="2754224"/>
                <a:ext cx="112907" cy="113037"/>
              </a:xfrm>
              <a:custGeom>
                <a:avLst/>
                <a:gdLst>
                  <a:gd name="connsiteX0" fmla="*/ 9752 w 112907"/>
                  <a:gd name="connsiteY0" fmla="*/ 88130 h 113037"/>
                  <a:gd name="connsiteX1" fmla="*/ 88047 w 112907"/>
                  <a:gd name="connsiteY1" fmla="*/ 103465 h 113037"/>
                  <a:gd name="connsiteX2" fmla="*/ 100525 w 112907"/>
                  <a:gd name="connsiteY2" fmla="*/ 91940 h 113037"/>
                  <a:gd name="connsiteX3" fmla="*/ 104906 w 112907"/>
                  <a:gd name="connsiteY3" fmla="*/ 85463 h 113037"/>
                  <a:gd name="connsiteX4" fmla="*/ 108812 w 112907"/>
                  <a:gd name="connsiteY4" fmla="*/ 77748 h 113037"/>
                  <a:gd name="connsiteX5" fmla="*/ 111860 w 112907"/>
                  <a:gd name="connsiteY5" fmla="*/ 67366 h 113037"/>
                  <a:gd name="connsiteX6" fmla="*/ 112907 w 112907"/>
                  <a:gd name="connsiteY6" fmla="*/ 56602 h 113037"/>
                  <a:gd name="connsiteX7" fmla="*/ 108716 w 112907"/>
                  <a:gd name="connsiteY7" fmla="*/ 35076 h 113037"/>
                  <a:gd name="connsiteX8" fmla="*/ 103287 w 112907"/>
                  <a:gd name="connsiteY8" fmla="*/ 24979 h 113037"/>
                  <a:gd name="connsiteX9" fmla="*/ 98906 w 112907"/>
                  <a:gd name="connsiteY9" fmla="*/ 19360 h 113037"/>
                  <a:gd name="connsiteX10" fmla="*/ 98525 w 112907"/>
                  <a:gd name="connsiteY10" fmla="*/ 18883 h 113037"/>
                  <a:gd name="connsiteX11" fmla="*/ 24896 w 112907"/>
                  <a:gd name="connsiteY11" fmla="*/ 9644 h 113037"/>
                  <a:gd name="connsiteX12" fmla="*/ 5656 w 112907"/>
                  <a:gd name="connsiteY12" fmla="*/ 80986 h 113037"/>
                  <a:gd name="connsiteX13" fmla="*/ 5942 w 112907"/>
                  <a:gd name="connsiteY13" fmla="*/ 81653 h 113037"/>
                  <a:gd name="connsiteX14" fmla="*/ 9752 w 112907"/>
                  <a:gd name="connsiteY14" fmla="*/ 88130 h 113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907" h="113037">
                    <a:moveTo>
                      <a:pt x="9752" y="88130"/>
                    </a:moveTo>
                    <a:cubicBezTo>
                      <a:pt x="27182" y="113943"/>
                      <a:pt x="62234" y="120801"/>
                      <a:pt x="88047" y="103465"/>
                    </a:cubicBezTo>
                    <a:cubicBezTo>
                      <a:pt x="92905" y="100227"/>
                      <a:pt x="97096" y="96322"/>
                      <a:pt x="100525" y="91940"/>
                    </a:cubicBezTo>
                    <a:cubicBezTo>
                      <a:pt x="102144" y="89940"/>
                      <a:pt x="103573" y="87749"/>
                      <a:pt x="104906" y="85463"/>
                    </a:cubicBezTo>
                    <a:cubicBezTo>
                      <a:pt x="106430" y="82987"/>
                      <a:pt x="107764" y="80415"/>
                      <a:pt x="108812" y="77748"/>
                    </a:cubicBezTo>
                    <a:cubicBezTo>
                      <a:pt x="110145" y="74414"/>
                      <a:pt x="111193" y="70890"/>
                      <a:pt x="111860" y="67366"/>
                    </a:cubicBezTo>
                    <a:cubicBezTo>
                      <a:pt x="112526" y="63841"/>
                      <a:pt x="112907" y="60222"/>
                      <a:pt x="112907" y="56602"/>
                    </a:cubicBezTo>
                    <a:cubicBezTo>
                      <a:pt x="112907" y="49363"/>
                      <a:pt x="111574" y="42029"/>
                      <a:pt x="108716" y="35076"/>
                    </a:cubicBezTo>
                    <a:cubicBezTo>
                      <a:pt x="107288" y="31647"/>
                      <a:pt x="105478" y="28218"/>
                      <a:pt x="103287" y="24979"/>
                    </a:cubicBezTo>
                    <a:cubicBezTo>
                      <a:pt x="101954" y="22979"/>
                      <a:pt x="100430" y="21169"/>
                      <a:pt x="98906" y="19360"/>
                    </a:cubicBezTo>
                    <a:cubicBezTo>
                      <a:pt x="98810" y="19169"/>
                      <a:pt x="98620" y="19074"/>
                      <a:pt x="98525" y="18883"/>
                    </a:cubicBezTo>
                    <a:cubicBezTo>
                      <a:pt x="80046" y="-1881"/>
                      <a:pt x="48614" y="-6358"/>
                      <a:pt x="24896" y="9644"/>
                    </a:cubicBezTo>
                    <a:cubicBezTo>
                      <a:pt x="1274" y="25551"/>
                      <a:pt x="-6441" y="56126"/>
                      <a:pt x="5656" y="80986"/>
                    </a:cubicBezTo>
                    <a:cubicBezTo>
                      <a:pt x="5751" y="81177"/>
                      <a:pt x="5846" y="81463"/>
                      <a:pt x="5942" y="81653"/>
                    </a:cubicBezTo>
                    <a:cubicBezTo>
                      <a:pt x="7275" y="84034"/>
                      <a:pt x="8418" y="86130"/>
                      <a:pt x="9752" y="88130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19" name="Forme libre : forme 15218">
                <a:extLst>
                  <a:ext uri="{FF2B5EF4-FFF2-40B4-BE49-F238E27FC236}">
                    <a16:creationId xmlns:a16="http://schemas.microsoft.com/office/drawing/2014/main" id="{998CC44E-472C-49E6-8044-E9A9D5B2EAED}"/>
                  </a:ext>
                </a:extLst>
              </p:cNvPr>
              <p:cNvSpPr/>
              <p:nvPr/>
            </p:nvSpPr>
            <p:spPr>
              <a:xfrm>
                <a:off x="7413567" y="2888908"/>
                <a:ext cx="112734" cy="112965"/>
              </a:xfrm>
              <a:custGeom>
                <a:avLst/>
                <a:gdLst>
                  <a:gd name="connsiteX0" fmla="*/ 111860 w 112734"/>
                  <a:gd name="connsiteY0" fmla="*/ 45744 h 112965"/>
                  <a:gd name="connsiteX1" fmla="*/ 108716 w 112734"/>
                  <a:gd name="connsiteY1" fmla="*/ 35076 h 112965"/>
                  <a:gd name="connsiteX2" fmla="*/ 103287 w 112734"/>
                  <a:gd name="connsiteY2" fmla="*/ 24979 h 112965"/>
                  <a:gd name="connsiteX3" fmla="*/ 98906 w 112734"/>
                  <a:gd name="connsiteY3" fmla="*/ 19360 h 112965"/>
                  <a:gd name="connsiteX4" fmla="*/ 98525 w 112734"/>
                  <a:gd name="connsiteY4" fmla="*/ 18883 h 112965"/>
                  <a:gd name="connsiteX5" fmla="*/ 24896 w 112734"/>
                  <a:gd name="connsiteY5" fmla="*/ 9644 h 112965"/>
                  <a:gd name="connsiteX6" fmla="*/ 5656 w 112734"/>
                  <a:gd name="connsiteY6" fmla="*/ 80986 h 112965"/>
                  <a:gd name="connsiteX7" fmla="*/ 5942 w 112734"/>
                  <a:gd name="connsiteY7" fmla="*/ 81653 h 112965"/>
                  <a:gd name="connsiteX8" fmla="*/ 9561 w 112734"/>
                  <a:gd name="connsiteY8" fmla="*/ 87940 h 112965"/>
                  <a:gd name="connsiteX9" fmla="*/ 12990 w 112734"/>
                  <a:gd name="connsiteY9" fmla="*/ 92607 h 112965"/>
                  <a:gd name="connsiteX10" fmla="*/ 40232 w 112734"/>
                  <a:gd name="connsiteY10" fmla="*/ 110609 h 112965"/>
                  <a:gd name="connsiteX11" fmla="*/ 87857 w 112734"/>
                  <a:gd name="connsiteY11" fmla="*/ 103370 h 112965"/>
                  <a:gd name="connsiteX12" fmla="*/ 100335 w 112734"/>
                  <a:gd name="connsiteY12" fmla="*/ 91845 h 112965"/>
                  <a:gd name="connsiteX13" fmla="*/ 106335 w 112734"/>
                  <a:gd name="connsiteY13" fmla="*/ 82606 h 112965"/>
                  <a:gd name="connsiteX14" fmla="*/ 108621 w 112734"/>
                  <a:gd name="connsiteY14" fmla="*/ 77653 h 112965"/>
                  <a:gd name="connsiteX15" fmla="*/ 111669 w 112734"/>
                  <a:gd name="connsiteY15" fmla="*/ 67270 h 112965"/>
                  <a:gd name="connsiteX16" fmla="*/ 112431 w 112734"/>
                  <a:gd name="connsiteY16" fmla="*/ 61936 h 112965"/>
                  <a:gd name="connsiteX17" fmla="*/ 112717 w 112734"/>
                  <a:gd name="connsiteY17" fmla="*/ 56507 h 112965"/>
                  <a:gd name="connsiteX18" fmla="*/ 111860 w 112734"/>
                  <a:gd name="connsiteY18" fmla="*/ 45744 h 112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2734" h="112965">
                    <a:moveTo>
                      <a:pt x="111860" y="45744"/>
                    </a:moveTo>
                    <a:cubicBezTo>
                      <a:pt x="111193" y="42124"/>
                      <a:pt x="110145" y="38600"/>
                      <a:pt x="108716" y="35076"/>
                    </a:cubicBezTo>
                    <a:cubicBezTo>
                      <a:pt x="107288" y="31647"/>
                      <a:pt x="105478" y="28218"/>
                      <a:pt x="103287" y="24979"/>
                    </a:cubicBezTo>
                    <a:cubicBezTo>
                      <a:pt x="101954" y="22979"/>
                      <a:pt x="100430" y="21169"/>
                      <a:pt x="98906" y="19360"/>
                    </a:cubicBezTo>
                    <a:cubicBezTo>
                      <a:pt x="98810" y="19169"/>
                      <a:pt x="98620" y="19074"/>
                      <a:pt x="98525" y="18883"/>
                    </a:cubicBezTo>
                    <a:cubicBezTo>
                      <a:pt x="80046" y="-1881"/>
                      <a:pt x="48614" y="-6358"/>
                      <a:pt x="24896" y="9644"/>
                    </a:cubicBezTo>
                    <a:cubicBezTo>
                      <a:pt x="1274" y="25551"/>
                      <a:pt x="-6441" y="56126"/>
                      <a:pt x="5656" y="80986"/>
                    </a:cubicBezTo>
                    <a:cubicBezTo>
                      <a:pt x="5751" y="81177"/>
                      <a:pt x="5846" y="81463"/>
                      <a:pt x="5942" y="81653"/>
                    </a:cubicBezTo>
                    <a:cubicBezTo>
                      <a:pt x="6989" y="83749"/>
                      <a:pt x="8132" y="85844"/>
                      <a:pt x="9561" y="87940"/>
                    </a:cubicBezTo>
                    <a:cubicBezTo>
                      <a:pt x="10609" y="89559"/>
                      <a:pt x="11847" y="91083"/>
                      <a:pt x="12990" y="92607"/>
                    </a:cubicBezTo>
                    <a:cubicBezTo>
                      <a:pt x="20324" y="101370"/>
                      <a:pt x="29849" y="107466"/>
                      <a:pt x="40232" y="110609"/>
                    </a:cubicBezTo>
                    <a:cubicBezTo>
                      <a:pt x="55853" y="115276"/>
                      <a:pt x="73283" y="113086"/>
                      <a:pt x="87857" y="103370"/>
                    </a:cubicBezTo>
                    <a:cubicBezTo>
                      <a:pt x="92714" y="100132"/>
                      <a:pt x="96906" y="96226"/>
                      <a:pt x="100335" y="91845"/>
                    </a:cubicBezTo>
                    <a:cubicBezTo>
                      <a:pt x="102620" y="88987"/>
                      <a:pt x="104621" y="85844"/>
                      <a:pt x="106335" y="82606"/>
                    </a:cubicBezTo>
                    <a:cubicBezTo>
                      <a:pt x="107192" y="80986"/>
                      <a:pt x="107954" y="79367"/>
                      <a:pt x="108621" y="77653"/>
                    </a:cubicBezTo>
                    <a:cubicBezTo>
                      <a:pt x="109955" y="74319"/>
                      <a:pt x="111002" y="70795"/>
                      <a:pt x="111669" y="67270"/>
                    </a:cubicBezTo>
                    <a:cubicBezTo>
                      <a:pt x="112050" y="65461"/>
                      <a:pt x="112241" y="63746"/>
                      <a:pt x="112431" y="61936"/>
                    </a:cubicBezTo>
                    <a:cubicBezTo>
                      <a:pt x="112622" y="60127"/>
                      <a:pt x="112717" y="58317"/>
                      <a:pt x="112717" y="56507"/>
                    </a:cubicBezTo>
                    <a:cubicBezTo>
                      <a:pt x="112812" y="52983"/>
                      <a:pt x="112527" y="49363"/>
                      <a:pt x="111860" y="45744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20" name="Forme libre : forme 15219">
                <a:extLst>
                  <a:ext uri="{FF2B5EF4-FFF2-40B4-BE49-F238E27FC236}">
                    <a16:creationId xmlns:a16="http://schemas.microsoft.com/office/drawing/2014/main" id="{AD9E5E34-2D70-4504-A4D8-F497F88ED168}"/>
                  </a:ext>
                </a:extLst>
              </p:cNvPr>
              <p:cNvSpPr/>
              <p:nvPr/>
            </p:nvSpPr>
            <p:spPr>
              <a:xfrm>
                <a:off x="7557108" y="2249202"/>
                <a:ext cx="112716" cy="112853"/>
              </a:xfrm>
              <a:custGeom>
                <a:avLst/>
                <a:gdLst>
                  <a:gd name="connsiteX0" fmla="*/ 24896 w 112716"/>
                  <a:gd name="connsiteY0" fmla="*/ 9651 h 112853"/>
                  <a:gd name="connsiteX1" fmla="*/ 5656 w 112716"/>
                  <a:gd name="connsiteY1" fmla="*/ 80993 h 112853"/>
                  <a:gd name="connsiteX2" fmla="*/ 5942 w 112716"/>
                  <a:gd name="connsiteY2" fmla="*/ 81660 h 112853"/>
                  <a:gd name="connsiteX3" fmla="*/ 9561 w 112716"/>
                  <a:gd name="connsiteY3" fmla="*/ 87946 h 112853"/>
                  <a:gd name="connsiteX4" fmla="*/ 87857 w 112716"/>
                  <a:gd name="connsiteY4" fmla="*/ 103281 h 112853"/>
                  <a:gd name="connsiteX5" fmla="*/ 100334 w 112716"/>
                  <a:gd name="connsiteY5" fmla="*/ 91756 h 112853"/>
                  <a:gd name="connsiteX6" fmla="*/ 106335 w 112716"/>
                  <a:gd name="connsiteY6" fmla="*/ 82517 h 112853"/>
                  <a:gd name="connsiteX7" fmla="*/ 108621 w 112716"/>
                  <a:gd name="connsiteY7" fmla="*/ 77564 h 112853"/>
                  <a:gd name="connsiteX8" fmla="*/ 111669 w 112716"/>
                  <a:gd name="connsiteY8" fmla="*/ 67182 h 112853"/>
                  <a:gd name="connsiteX9" fmla="*/ 112431 w 112716"/>
                  <a:gd name="connsiteY9" fmla="*/ 61848 h 112853"/>
                  <a:gd name="connsiteX10" fmla="*/ 112717 w 112716"/>
                  <a:gd name="connsiteY10" fmla="*/ 56418 h 112853"/>
                  <a:gd name="connsiteX11" fmla="*/ 103097 w 112716"/>
                  <a:gd name="connsiteY11" fmla="*/ 24891 h 112853"/>
                  <a:gd name="connsiteX12" fmla="*/ 98715 w 112716"/>
                  <a:gd name="connsiteY12" fmla="*/ 19271 h 112853"/>
                  <a:gd name="connsiteX13" fmla="*/ 98334 w 112716"/>
                  <a:gd name="connsiteY13" fmla="*/ 18795 h 112853"/>
                  <a:gd name="connsiteX14" fmla="*/ 24896 w 112716"/>
                  <a:gd name="connsiteY14" fmla="*/ 9651 h 1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716" h="112853">
                    <a:moveTo>
                      <a:pt x="24896" y="9651"/>
                    </a:moveTo>
                    <a:cubicBezTo>
                      <a:pt x="1274" y="25557"/>
                      <a:pt x="-6441" y="56133"/>
                      <a:pt x="5656" y="80993"/>
                    </a:cubicBezTo>
                    <a:cubicBezTo>
                      <a:pt x="5751" y="81183"/>
                      <a:pt x="5846" y="81469"/>
                      <a:pt x="5942" y="81660"/>
                    </a:cubicBezTo>
                    <a:cubicBezTo>
                      <a:pt x="6989" y="83755"/>
                      <a:pt x="8132" y="85851"/>
                      <a:pt x="9561" y="87946"/>
                    </a:cubicBezTo>
                    <a:cubicBezTo>
                      <a:pt x="26992" y="113759"/>
                      <a:pt x="62044" y="120617"/>
                      <a:pt x="87857" y="103281"/>
                    </a:cubicBezTo>
                    <a:cubicBezTo>
                      <a:pt x="92714" y="100043"/>
                      <a:pt x="96905" y="96138"/>
                      <a:pt x="100334" y="91756"/>
                    </a:cubicBezTo>
                    <a:cubicBezTo>
                      <a:pt x="102620" y="88899"/>
                      <a:pt x="104621" y="85755"/>
                      <a:pt x="106335" y="82517"/>
                    </a:cubicBezTo>
                    <a:cubicBezTo>
                      <a:pt x="107192" y="80898"/>
                      <a:pt x="107954" y="79278"/>
                      <a:pt x="108621" y="77564"/>
                    </a:cubicBezTo>
                    <a:cubicBezTo>
                      <a:pt x="109955" y="74230"/>
                      <a:pt x="111002" y="70706"/>
                      <a:pt x="111669" y="67182"/>
                    </a:cubicBezTo>
                    <a:cubicBezTo>
                      <a:pt x="112050" y="65372"/>
                      <a:pt x="112241" y="63657"/>
                      <a:pt x="112431" y="61848"/>
                    </a:cubicBezTo>
                    <a:cubicBezTo>
                      <a:pt x="112622" y="60038"/>
                      <a:pt x="112717" y="58228"/>
                      <a:pt x="112717" y="56418"/>
                    </a:cubicBezTo>
                    <a:cubicBezTo>
                      <a:pt x="112717" y="45560"/>
                      <a:pt x="109574" y="34511"/>
                      <a:pt x="103097" y="24891"/>
                    </a:cubicBezTo>
                    <a:cubicBezTo>
                      <a:pt x="101763" y="22890"/>
                      <a:pt x="100239" y="21081"/>
                      <a:pt x="98715" y="19271"/>
                    </a:cubicBezTo>
                    <a:cubicBezTo>
                      <a:pt x="98620" y="19080"/>
                      <a:pt x="98429" y="18985"/>
                      <a:pt x="98334" y="18795"/>
                    </a:cubicBezTo>
                    <a:cubicBezTo>
                      <a:pt x="80046" y="-1875"/>
                      <a:pt x="48614" y="-6351"/>
                      <a:pt x="24896" y="9651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21" name="Forme libre : forme 15220">
                <a:extLst>
                  <a:ext uri="{FF2B5EF4-FFF2-40B4-BE49-F238E27FC236}">
                    <a16:creationId xmlns:a16="http://schemas.microsoft.com/office/drawing/2014/main" id="{090D4CC1-B174-4EF7-B8E2-AB5E0CB1C958}"/>
                  </a:ext>
                </a:extLst>
              </p:cNvPr>
              <p:cNvSpPr/>
              <p:nvPr/>
            </p:nvSpPr>
            <p:spPr>
              <a:xfrm>
                <a:off x="8048027" y="2497144"/>
                <a:ext cx="112907" cy="112931"/>
              </a:xfrm>
              <a:custGeom>
                <a:avLst/>
                <a:gdLst>
                  <a:gd name="connsiteX0" fmla="*/ 106526 w 112907"/>
                  <a:gd name="connsiteY0" fmla="*/ 82606 h 112931"/>
                  <a:gd name="connsiteX1" fmla="*/ 112908 w 112907"/>
                  <a:gd name="connsiteY1" fmla="*/ 56507 h 112931"/>
                  <a:gd name="connsiteX2" fmla="*/ 112622 w 112907"/>
                  <a:gd name="connsiteY2" fmla="*/ 51078 h 112931"/>
                  <a:gd name="connsiteX3" fmla="*/ 106240 w 112907"/>
                  <a:gd name="connsiteY3" fmla="*/ 29932 h 112931"/>
                  <a:gd name="connsiteX4" fmla="*/ 103287 w 112907"/>
                  <a:gd name="connsiteY4" fmla="*/ 24979 h 112931"/>
                  <a:gd name="connsiteX5" fmla="*/ 98906 w 112907"/>
                  <a:gd name="connsiteY5" fmla="*/ 19360 h 112931"/>
                  <a:gd name="connsiteX6" fmla="*/ 98525 w 112907"/>
                  <a:gd name="connsiteY6" fmla="*/ 18883 h 112931"/>
                  <a:gd name="connsiteX7" fmla="*/ 24896 w 112907"/>
                  <a:gd name="connsiteY7" fmla="*/ 9644 h 112931"/>
                  <a:gd name="connsiteX8" fmla="*/ 5656 w 112907"/>
                  <a:gd name="connsiteY8" fmla="*/ 81082 h 112931"/>
                  <a:gd name="connsiteX9" fmla="*/ 5942 w 112907"/>
                  <a:gd name="connsiteY9" fmla="*/ 81748 h 112931"/>
                  <a:gd name="connsiteX10" fmla="*/ 9561 w 112907"/>
                  <a:gd name="connsiteY10" fmla="*/ 88035 h 112931"/>
                  <a:gd name="connsiteX11" fmla="*/ 16895 w 112907"/>
                  <a:gd name="connsiteY11" fmla="*/ 96798 h 112931"/>
                  <a:gd name="connsiteX12" fmla="*/ 25563 w 112907"/>
                  <a:gd name="connsiteY12" fmla="*/ 103751 h 112931"/>
                  <a:gd name="connsiteX13" fmla="*/ 30326 w 112907"/>
                  <a:gd name="connsiteY13" fmla="*/ 106513 h 112931"/>
                  <a:gd name="connsiteX14" fmla="*/ 40422 w 112907"/>
                  <a:gd name="connsiteY14" fmla="*/ 110609 h 112931"/>
                  <a:gd name="connsiteX15" fmla="*/ 72712 w 112907"/>
                  <a:gd name="connsiteY15" fmla="*/ 110609 h 112931"/>
                  <a:gd name="connsiteX16" fmla="*/ 83094 w 112907"/>
                  <a:gd name="connsiteY16" fmla="*/ 106323 h 112931"/>
                  <a:gd name="connsiteX17" fmla="*/ 88047 w 112907"/>
                  <a:gd name="connsiteY17" fmla="*/ 103370 h 112931"/>
                  <a:gd name="connsiteX18" fmla="*/ 96810 w 112907"/>
                  <a:gd name="connsiteY18" fmla="*/ 96036 h 112931"/>
                  <a:gd name="connsiteX19" fmla="*/ 103763 w 112907"/>
                  <a:gd name="connsiteY19" fmla="*/ 87368 h 112931"/>
                  <a:gd name="connsiteX20" fmla="*/ 106526 w 112907"/>
                  <a:gd name="connsiteY20" fmla="*/ 82606 h 112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2907" h="112931">
                    <a:moveTo>
                      <a:pt x="106526" y="82606"/>
                    </a:moveTo>
                    <a:cubicBezTo>
                      <a:pt x="110717" y="74509"/>
                      <a:pt x="112908" y="65556"/>
                      <a:pt x="112908" y="56507"/>
                    </a:cubicBezTo>
                    <a:cubicBezTo>
                      <a:pt x="112908" y="54697"/>
                      <a:pt x="112812" y="52888"/>
                      <a:pt x="112622" y="51078"/>
                    </a:cubicBezTo>
                    <a:cubicBezTo>
                      <a:pt x="111955" y="43839"/>
                      <a:pt x="109860" y="36600"/>
                      <a:pt x="106240" y="29932"/>
                    </a:cubicBezTo>
                    <a:cubicBezTo>
                      <a:pt x="105383" y="28218"/>
                      <a:pt x="104335" y="26599"/>
                      <a:pt x="103287" y="24979"/>
                    </a:cubicBezTo>
                    <a:cubicBezTo>
                      <a:pt x="101954" y="22979"/>
                      <a:pt x="100430" y="21169"/>
                      <a:pt x="98906" y="19360"/>
                    </a:cubicBezTo>
                    <a:cubicBezTo>
                      <a:pt x="98811" y="19169"/>
                      <a:pt x="98620" y="19074"/>
                      <a:pt x="98525" y="18883"/>
                    </a:cubicBezTo>
                    <a:cubicBezTo>
                      <a:pt x="80046" y="-1881"/>
                      <a:pt x="48614" y="-6358"/>
                      <a:pt x="24896" y="9644"/>
                    </a:cubicBezTo>
                    <a:cubicBezTo>
                      <a:pt x="1275" y="25551"/>
                      <a:pt x="-6441" y="56126"/>
                      <a:pt x="5656" y="81082"/>
                    </a:cubicBezTo>
                    <a:cubicBezTo>
                      <a:pt x="5751" y="81272"/>
                      <a:pt x="5846" y="81558"/>
                      <a:pt x="5942" y="81748"/>
                    </a:cubicBezTo>
                    <a:cubicBezTo>
                      <a:pt x="6989" y="83844"/>
                      <a:pt x="8133" y="85939"/>
                      <a:pt x="9561" y="88035"/>
                    </a:cubicBezTo>
                    <a:cubicBezTo>
                      <a:pt x="11752" y="91273"/>
                      <a:pt x="14228" y="94226"/>
                      <a:pt x="16895" y="96798"/>
                    </a:cubicBezTo>
                    <a:cubicBezTo>
                      <a:pt x="19562" y="99465"/>
                      <a:pt x="22515" y="101751"/>
                      <a:pt x="25563" y="103751"/>
                    </a:cubicBezTo>
                    <a:cubicBezTo>
                      <a:pt x="27087" y="104799"/>
                      <a:pt x="28706" y="105656"/>
                      <a:pt x="30326" y="106513"/>
                    </a:cubicBezTo>
                    <a:cubicBezTo>
                      <a:pt x="33564" y="108228"/>
                      <a:pt x="36898" y="109561"/>
                      <a:pt x="40422" y="110609"/>
                    </a:cubicBezTo>
                    <a:cubicBezTo>
                      <a:pt x="50804" y="113657"/>
                      <a:pt x="62044" y="113752"/>
                      <a:pt x="72712" y="110609"/>
                    </a:cubicBezTo>
                    <a:cubicBezTo>
                      <a:pt x="76236" y="109561"/>
                      <a:pt x="79761" y="108133"/>
                      <a:pt x="83094" y="106323"/>
                    </a:cubicBezTo>
                    <a:cubicBezTo>
                      <a:pt x="84809" y="105466"/>
                      <a:pt x="86428" y="104418"/>
                      <a:pt x="88047" y="103370"/>
                    </a:cubicBezTo>
                    <a:cubicBezTo>
                      <a:pt x="91286" y="101179"/>
                      <a:pt x="94238" y="98703"/>
                      <a:pt x="96810" y="96036"/>
                    </a:cubicBezTo>
                    <a:cubicBezTo>
                      <a:pt x="99477" y="93369"/>
                      <a:pt x="101763" y="90416"/>
                      <a:pt x="103763" y="87368"/>
                    </a:cubicBezTo>
                    <a:cubicBezTo>
                      <a:pt x="104716" y="85844"/>
                      <a:pt x="105669" y="84225"/>
                      <a:pt x="106526" y="82606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22" name="Forme libre : forme 15221">
                <a:extLst>
                  <a:ext uri="{FF2B5EF4-FFF2-40B4-BE49-F238E27FC236}">
                    <a16:creationId xmlns:a16="http://schemas.microsoft.com/office/drawing/2014/main" id="{C769FBEA-4658-44B9-90D3-7700390D3118}"/>
                  </a:ext>
                </a:extLst>
              </p:cNvPr>
              <p:cNvSpPr/>
              <p:nvPr/>
            </p:nvSpPr>
            <p:spPr>
              <a:xfrm>
                <a:off x="8928423" y="2573249"/>
                <a:ext cx="113002" cy="112835"/>
              </a:xfrm>
              <a:custGeom>
                <a:avLst/>
                <a:gdLst>
                  <a:gd name="connsiteX0" fmla="*/ 40517 w 113002"/>
                  <a:gd name="connsiteY0" fmla="*/ 110514 h 112835"/>
                  <a:gd name="connsiteX1" fmla="*/ 72807 w 113002"/>
                  <a:gd name="connsiteY1" fmla="*/ 110514 h 112835"/>
                  <a:gd name="connsiteX2" fmla="*/ 83190 w 113002"/>
                  <a:gd name="connsiteY2" fmla="*/ 106228 h 112835"/>
                  <a:gd name="connsiteX3" fmla="*/ 88142 w 113002"/>
                  <a:gd name="connsiteY3" fmla="*/ 103275 h 112835"/>
                  <a:gd name="connsiteX4" fmla="*/ 96906 w 113002"/>
                  <a:gd name="connsiteY4" fmla="*/ 95941 h 112835"/>
                  <a:gd name="connsiteX5" fmla="*/ 110241 w 113002"/>
                  <a:gd name="connsiteY5" fmla="*/ 73843 h 112835"/>
                  <a:gd name="connsiteX6" fmla="*/ 111955 w 113002"/>
                  <a:gd name="connsiteY6" fmla="*/ 67270 h 112835"/>
                  <a:gd name="connsiteX7" fmla="*/ 112717 w 113002"/>
                  <a:gd name="connsiteY7" fmla="*/ 61936 h 112835"/>
                  <a:gd name="connsiteX8" fmla="*/ 113003 w 113002"/>
                  <a:gd name="connsiteY8" fmla="*/ 56507 h 112835"/>
                  <a:gd name="connsiteX9" fmla="*/ 112622 w 113002"/>
                  <a:gd name="connsiteY9" fmla="*/ 50411 h 112835"/>
                  <a:gd name="connsiteX10" fmla="*/ 108716 w 113002"/>
                  <a:gd name="connsiteY10" fmla="*/ 35076 h 112835"/>
                  <a:gd name="connsiteX11" fmla="*/ 103287 w 113002"/>
                  <a:gd name="connsiteY11" fmla="*/ 24979 h 112835"/>
                  <a:gd name="connsiteX12" fmla="*/ 98906 w 113002"/>
                  <a:gd name="connsiteY12" fmla="*/ 19360 h 112835"/>
                  <a:gd name="connsiteX13" fmla="*/ 98525 w 113002"/>
                  <a:gd name="connsiteY13" fmla="*/ 18883 h 112835"/>
                  <a:gd name="connsiteX14" fmla="*/ 24896 w 113002"/>
                  <a:gd name="connsiteY14" fmla="*/ 9644 h 112835"/>
                  <a:gd name="connsiteX15" fmla="*/ 5656 w 113002"/>
                  <a:gd name="connsiteY15" fmla="*/ 81082 h 112835"/>
                  <a:gd name="connsiteX16" fmla="*/ 5942 w 113002"/>
                  <a:gd name="connsiteY16" fmla="*/ 81748 h 112835"/>
                  <a:gd name="connsiteX17" fmla="*/ 9561 w 113002"/>
                  <a:gd name="connsiteY17" fmla="*/ 88035 h 112835"/>
                  <a:gd name="connsiteX18" fmla="*/ 12990 w 113002"/>
                  <a:gd name="connsiteY18" fmla="*/ 92702 h 112835"/>
                  <a:gd name="connsiteX19" fmla="*/ 40517 w 113002"/>
                  <a:gd name="connsiteY19" fmla="*/ 110514 h 112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3002" h="112835">
                    <a:moveTo>
                      <a:pt x="40517" y="110514"/>
                    </a:moveTo>
                    <a:cubicBezTo>
                      <a:pt x="50900" y="113562"/>
                      <a:pt x="62139" y="113657"/>
                      <a:pt x="72807" y="110514"/>
                    </a:cubicBezTo>
                    <a:cubicBezTo>
                      <a:pt x="76332" y="109466"/>
                      <a:pt x="79856" y="108037"/>
                      <a:pt x="83190" y="106228"/>
                    </a:cubicBezTo>
                    <a:cubicBezTo>
                      <a:pt x="84904" y="105370"/>
                      <a:pt x="86523" y="104323"/>
                      <a:pt x="88142" y="103275"/>
                    </a:cubicBezTo>
                    <a:cubicBezTo>
                      <a:pt x="91381" y="101084"/>
                      <a:pt x="94334" y="98608"/>
                      <a:pt x="96906" y="95941"/>
                    </a:cubicBezTo>
                    <a:cubicBezTo>
                      <a:pt x="103097" y="89559"/>
                      <a:pt x="107574" y="81939"/>
                      <a:pt x="110241" y="73843"/>
                    </a:cubicBezTo>
                    <a:cubicBezTo>
                      <a:pt x="110907" y="71652"/>
                      <a:pt x="111574" y="69461"/>
                      <a:pt x="111955" y="67270"/>
                    </a:cubicBezTo>
                    <a:cubicBezTo>
                      <a:pt x="112336" y="65461"/>
                      <a:pt x="112526" y="63746"/>
                      <a:pt x="112717" y="61936"/>
                    </a:cubicBezTo>
                    <a:cubicBezTo>
                      <a:pt x="112907" y="60127"/>
                      <a:pt x="113003" y="58317"/>
                      <a:pt x="113003" y="56507"/>
                    </a:cubicBezTo>
                    <a:cubicBezTo>
                      <a:pt x="113003" y="54507"/>
                      <a:pt x="112907" y="52411"/>
                      <a:pt x="112622" y="50411"/>
                    </a:cubicBezTo>
                    <a:cubicBezTo>
                      <a:pt x="112050" y="45172"/>
                      <a:pt x="110812" y="40029"/>
                      <a:pt x="108716" y="35076"/>
                    </a:cubicBezTo>
                    <a:cubicBezTo>
                      <a:pt x="107288" y="31647"/>
                      <a:pt x="105478" y="28218"/>
                      <a:pt x="103287" y="24979"/>
                    </a:cubicBezTo>
                    <a:cubicBezTo>
                      <a:pt x="101954" y="22979"/>
                      <a:pt x="100430" y="21169"/>
                      <a:pt x="98906" y="19360"/>
                    </a:cubicBezTo>
                    <a:cubicBezTo>
                      <a:pt x="98810" y="19169"/>
                      <a:pt x="98620" y="19074"/>
                      <a:pt x="98525" y="18883"/>
                    </a:cubicBezTo>
                    <a:cubicBezTo>
                      <a:pt x="80046" y="-1881"/>
                      <a:pt x="48614" y="-6358"/>
                      <a:pt x="24896" y="9644"/>
                    </a:cubicBezTo>
                    <a:cubicBezTo>
                      <a:pt x="1274" y="25551"/>
                      <a:pt x="-6441" y="56126"/>
                      <a:pt x="5656" y="81082"/>
                    </a:cubicBezTo>
                    <a:cubicBezTo>
                      <a:pt x="5751" y="81272"/>
                      <a:pt x="5846" y="81558"/>
                      <a:pt x="5942" y="81748"/>
                    </a:cubicBezTo>
                    <a:cubicBezTo>
                      <a:pt x="6990" y="83844"/>
                      <a:pt x="8132" y="85939"/>
                      <a:pt x="9561" y="88035"/>
                    </a:cubicBezTo>
                    <a:cubicBezTo>
                      <a:pt x="10609" y="89654"/>
                      <a:pt x="11847" y="91178"/>
                      <a:pt x="12990" y="92702"/>
                    </a:cubicBezTo>
                    <a:cubicBezTo>
                      <a:pt x="20610" y="101370"/>
                      <a:pt x="30135" y="107466"/>
                      <a:pt x="40517" y="110514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23" name="Forme libre : forme 15222">
                <a:extLst>
                  <a:ext uri="{FF2B5EF4-FFF2-40B4-BE49-F238E27FC236}">
                    <a16:creationId xmlns:a16="http://schemas.microsoft.com/office/drawing/2014/main" id="{54A5FB28-6A58-4C5C-838B-EE184C00EE62}"/>
                  </a:ext>
                </a:extLst>
              </p:cNvPr>
              <p:cNvSpPr/>
              <p:nvPr/>
            </p:nvSpPr>
            <p:spPr>
              <a:xfrm>
                <a:off x="8794406" y="2935390"/>
                <a:ext cx="112907" cy="113022"/>
              </a:xfrm>
              <a:custGeom>
                <a:avLst/>
                <a:gdLst>
                  <a:gd name="connsiteX0" fmla="*/ 83094 w 112907"/>
                  <a:gd name="connsiteY0" fmla="*/ 106323 h 113022"/>
                  <a:gd name="connsiteX1" fmla="*/ 88047 w 112907"/>
                  <a:gd name="connsiteY1" fmla="*/ 103370 h 113022"/>
                  <a:gd name="connsiteX2" fmla="*/ 100525 w 112907"/>
                  <a:gd name="connsiteY2" fmla="*/ 91845 h 113022"/>
                  <a:gd name="connsiteX3" fmla="*/ 104907 w 112907"/>
                  <a:gd name="connsiteY3" fmla="*/ 85368 h 113022"/>
                  <a:gd name="connsiteX4" fmla="*/ 108812 w 112907"/>
                  <a:gd name="connsiteY4" fmla="*/ 77653 h 113022"/>
                  <a:gd name="connsiteX5" fmla="*/ 111860 w 112907"/>
                  <a:gd name="connsiteY5" fmla="*/ 67271 h 113022"/>
                  <a:gd name="connsiteX6" fmla="*/ 112907 w 112907"/>
                  <a:gd name="connsiteY6" fmla="*/ 56507 h 113022"/>
                  <a:gd name="connsiteX7" fmla="*/ 112622 w 112907"/>
                  <a:gd name="connsiteY7" fmla="*/ 51078 h 113022"/>
                  <a:gd name="connsiteX8" fmla="*/ 106240 w 112907"/>
                  <a:gd name="connsiteY8" fmla="*/ 29933 h 113022"/>
                  <a:gd name="connsiteX9" fmla="*/ 103287 w 112907"/>
                  <a:gd name="connsiteY9" fmla="*/ 24979 h 113022"/>
                  <a:gd name="connsiteX10" fmla="*/ 98906 w 112907"/>
                  <a:gd name="connsiteY10" fmla="*/ 19360 h 113022"/>
                  <a:gd name="connsiteX11" fmla="*/ 98525 w 112907"/>
                  <a:gd name="connsiteY11" fmla="*/ 18883 h 113022"/>
                  <a:gd name="connsiteX12" fmla="*/ 24897 w 112907"/>
                  <a:gd name="connsiteY12" fmla="*/ 9644 h 113022"/>
                  <a:gd name="connsiteX13" fmla="*/ 5656 w 112907"/>
                  <a:gd name="connsiteY13" fmla="*/ 81082 h 113022"/>
                  <a:gd name="connsiteX14" fmla="*/ 5942 w 112907"/>
                  <a:gd name="connsiteY14" fmla="*/ 81748 h 113022"/>
                  <a:gd name="connsiteX15" fmla="*/ 9561 w 112907"/>
                  <a:gd name="connsiteY15" fmla="*/ 88035 h 113022"/>
                  <a:gd name="connsiteX16" fmla="*/ 12990 w 112907"/>
                  <a:gd name="connsiteY16" fmla="*/ 92702 h 113022"/>
                  <a:gd name="connsiteX17" fmla="*/ 83094 w 112907"/>
                  <a:gd name="connsiteY17" fmla="*/ 106323 h 113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2907" h="113022">
                    <a:moveTo>
                      <a:pt x="83094" y="106323"/>
                    </a:moveTo>
                    <a:cubicBezTo>
                      <a:pt x="84809" y="105466"/>
                      <a:pt x="86428" y="104418"/>
                      <a:pt x="88047" y="103370"/>
                    </a:cubicBezTo>
                    <a:cubicBezTo>
                      <a:pt x="92905" y="100132"/>
                      <a:pt x="97096" y="96226"/>
                      <a:pt x="100525" y="91845"/>
                    </a:cubicBezTo>
                    <a:cubicBezTo>
                      <a:pt x="102144" y="89845"/>
                      <a:pt x="103573" y="87654"/>
                      <a:pt x="104907" y="85368"/>
                    </a:cubicBezTo>
                    <a:cubicBezTo>
                      <a:pt x="106431" y="82891"/>
                      <a:pt x="107764" y="80320"/>
                      <a:pt x="108812" y="77653"/>
                    </a:cubicBezTo>
                    <a:cubicBezTo>
                      <a:pt x="110145" y="74319"/>
                      <a:pt x="111193" y="70795"/>
                      <a:pt x="111860" y="67271"/>
                    </a:cubicBezTo>
                    <a:cubicBezTo>
                      <a:pt x="112526" y="63746"/>
                      <a:pt x="112907" y="60127"/>
                      <a:pt x="112907" y="56507"/>
                    </a:cubicBezTo>
                    <a:cubicBezTo>
                      <a:pt x="112907" y="54697"/>
                      <a:pt x="112812" y="52888"/>
                      <a:pt x="112622" y="51078"/>
                    </a:cubicBezTo>
                    <a:cubicBezTo>
                      <a:pt x="111955" y="43839"/>
                      <a:pt x="109859" y="36600"/>
                      <a:pt x="106240" y="29933"/>
                    </a:cubicBezTo>
                    <a:cubicBezTo>
                      <a:pt x="105383" y="28218"/>
                      <a:pt x="104335" y="26599"/>
                      <a:pt x="103287" y="24979"/>
                    </a:cubicBezTo>
                    <a:cubicBezTo>
                      <a:pt x="101954" y="22979"/>
                      <a:pt x="100430" y="21169"/>
                      <a:pt x="98906" y="19360"/>
                    </a:cubicBezTo>
                    <a:cubicBezTo>
                      <a:pt x="98810" y="19169"/>
                      <a:pt x="98620" y="19074"/>
                      <a:pt x="98525" y="18883"/>
                    </a:cubicBezTo>
                    <a:cubicBezTo>
                      <a:pt x="80046" y="-1881"/>
                      <a:pt x="48614" y="-6358"/>
                      <a:pt x="24897" y="9644"/>
                    </a:cubicBezTo>
                    <a:cubicBezTo>
                      <a:pt x="1274" y="25551"/>
                      <a:pt x="-6441" y="56126"/>
                      <a:pt x="5656" y="81082"/>
                    </a:cubicBezTo>
                    <a:cubicBezTo>
                      <a:pt x="5751" y="81272"/>
                      <a:pt x="5847" y="81558"/>
                      <a:pt x="5942" y="81748"/>
                    </a:cubicBezTo>
                    <a:cubicBezTo>
                      <a:pt x="6990" y="83844"/>
                      <a:pt x="8132" y="85939"/>
                      <a:pt x="9561" y="88035"/>
                    </a:cubicBezTo>
                    <a:cubicBezTo>
                      <a:pt x="10609" y="89654"/>
                      <a:pt x="11847" y="91178"/>
                      <a:pt x="12990" y="92702"/>
                    </a:cubicBezTo>
                    <a:cubicBezTo>
                      <a:pt x="30326" y="113276"/>
                      <a:pt x="59567" y="118991"/>
                      <a:pt x="83094" y="10632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24" name="Forme libre : forme 15223">
                <a:extLst>
                  <a:ext uri="{FF2B5EF4-FFF2-40B4-BE49-F238E27FC236}">
                    <a16:creationId xmlns:a16="http://schemas.microsoft.com/office/drawing/2014/main" id="{955E05DD-2A49-4F16-B6FD-FBD4DFA0DF36}"/>
                  </a:ext>
                </a:extLst>
              </p:cNvPr>
              <p:cNvSpPr/>
              <p:nvPr/>
            </p:nvSpPr>
            <p:spPr>
              <a:xfrm>
                <a:off x="8238143" y="3023020"/>
                <a:ext cx="112776" cy="112965"/>
              </a:xfrm>
              <a:custGeom>
                <a:avLst/>
                <a:gdLst>
                  <a:gd name="connsiteX0" fmla="*/ 5659 w 112776"/>
                  <a:gd name="connsiteY0" fmla="*/ 80986 h 112965"/>
                  <a:gd name="connsiteX1" fmla="*/ 5945 w 112776"/>
                  <a:gd name="connsiteY1" fmla="*/ 81653 h 112965"/>
                  <a:gd name="connsiteX2" fmla="*/ 9564 w 112776"/>
                  <a:gd name="connsiteY2" fmla="*/ 87940 h 112965"/>
                  <a:gd name="connsiteX3" fmla="*/ 12993 w 112776"/>
                  <a:gd name="connsiteY3" fmla="*/ 92607 h 112965"/>
                  <a:gd name="connsiteX4" fmla="*/ 40235 w 112776"/>
                  <a:gd name="connsiteY4" fmla="*/ 110609 h 112965"/>
                  <a:gd name="connsiteX5" fmla="*/ 87860 w 112776"/>
                  <a:gd name="connsiteY5" fmla="*/ 103370 h 112965"/>
                  <a:gd name="connsiteX6" fmla="*/ 100337 w 112776"/>
                  <a:gd name="connsiteY6" fmla="*/ 91845 h 112965"/>
                  <a:gd name="connsiteX7" fmla="*/ 104719 w 112776"/>
                  <a:gd name="connsiteY7" fmla="*/ 85368 h 112965"/>
                  <a:gd name="connsiteX8" fmla="*/ 108624 w 112776"/>
                  <a:gd name="connsiteY8" fmla="*/ 77653 h 112965"/>
                  <a:gd name="connsiteX9" fmla="*/ 110434 w 112776"/>
                  <a:gd name="connsiteY9" fmla="*/ 72509 h 112965"/>
                  <a:gd name="connsiteX10" fmla="*/ 112434 w 112776"/>
                  <a:gd name="connsiteY10" fmla="*/ 62603 h 112965"/>
                  <a:gd name="connsiteX11" fmla="*/ 112529 w 112776"/>
                  <a:gd name="connsiteY11" fmla="*/ 61651 h 112965"/>
                  <a:gd name="connsiteX12" fmla="*/ 111768 w 112776"/>
                  <a:gd name="connsiteY12" fmla="*/ 45649 h 112965"/>
                  <a:gd name="connsiteX13" fmla="*/ 103195 w 112776"/>
                  <a:gd name="connsiteY13" fmla="*/ 24979 h 112965"/>
                  <a:gd name="connsiteX14" fmla="*/ 98813 w 112776"/>
                  <a:gd name="connsiteY14" fmla="*/ 19360 h 112965"/>
                  <a:gd name="connsiteX15" fmla="*/ 98432 w 112776"/>
                  <a:gd name="connsiteY15" fmla="*/ 18883 h 112965"/>
                  <a:gd name="connsiteX16" fmla="*/ 24804 w 112776"/>
                  <a:gd name="connsiteY16" fmla="*/ 9644 h 112965"/>
                  <a:gd name="connsiteX17" fmla="*/ 5659 w 112776"/>
                  <a:gd name="connsiteY17" fmla="*/ 80986 h 112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2776" h="112965">
                    <a:moveTo>
                      <a:pt x="5659" y="80986"/>
                    </a:moveTo>
                    <a:cubicBezTo>
                      <a:pt x="5754" y="81177"/>
                      <a:pt x="5849" y="81463"/>
                      <a:pt x="5945" y="81653"/>
                    </a:cubicBezTo>
                    <a:cubicBezTo>
                      <a:pt x="6993" y="83749"/>
                      <a:pt x="8135" y="85844"/>
                      <a:pt x="9564" y="87940"/>
                    </a:cubicBezTo>
                    <a:cubicBezTo>
                      <a:pt x="10612" y="89559"/>
                      <a:pt x="11850" y="91083"/>
                      <a:pt x="12993" y="92607"/>
                    </a:cubicBezTo>
                    <a:cubicBezTo>
                      <a:pt x="20327" y="101370"/>
                      <a:pt x="29852" y="107466"/>
                      <a:pt x="40235" y="110609"/>
                    </a:cubicBezTo>
                    <a:cubicBezTo>
                      <a:pt x="55856" y="115276"/>
                      <a:pt x="73286" y="113086"/>
                      <a:pt x="87860" y="103370"/>
                    </a:cubicBezTo>
                    <a:cubicBezTo>
                      <a:pt x="92718" y="100132"/>
                      <a:pt x="96909" y="96226"/>
                      <a:pt x="100337" y="91845"/>
                    </a:cubicBezTo>
                    <a:cubicBezTo>
                      <a:pt x="101957" y="89845"/>
                      <a:pt x="103385" y="87654"/>
                      <a:pt x="104719" y="85368"/>
                    </a:cubicBezTo>
                    <a:cubicBezTo>
                      <a:pt x="106243" y="82891"/>
                      <a:pt x="107576" y="80320"/>
                      <a:pt x="108624" y="77653"/>
                    </a:cubicBezTo>
                    <a:cubicBezTo>
                      <a:pt x="109291" y="75938"/>
                      <a:pt x="109862" y="74224"/>
                      <a:pt x="110434" y="72509"/>
                    </a:cubicBezTo>
                    <a:cubicBezTo>
                      <a:pt x="111386" y="69271"/>
                      <a:pt x="112053" y="65937"/>
                      <a:pt x="112434" y="62603"/>
                    </a:cubicBezTo>
                    <a:cubicBezTo>
                      <a:pt x="112434" y="62317"/>
                      <a:pt x="112529" y="61936"/>
                      <a:pt x="112529" y="61651"/>
                    </a:cubicBezTo>
                    <a:cubicBezTo>
                      <a:pt x="113006" y="56317"/>
                      <a:pt x="112815" y="50983"/>
                      <a:pt x="111768" y="45649"/>
                    </a:cubicBezTo>
                    <a:cubicBezTo>
                      <a:pt x="110339" y="38410"/>
                      <a:pt x="107576" y="31456"/>
                      <a:pt x="103195" y="24979"/>
                    </a:cubicBezTo>
                    <a:cubicBezTo>
                      <a:pt x="101861" y="22979"/>
                      <a:pt x="100337" y="21169"/>
                      <a:pt x="98813" y="19360"/>
                    </a:cubicBezTo>
                    <a:cubicBezTo>
                      <a:pt x="98718" y="19169"/>
                      <a:pt x="98528" y="19074"/>
                      <a:pt x="98432" y="18883"/>
                    </a:cubicBezTo>
                    <a:cubicBezTo>
                      <a:pt x="79954" y="-1881"/>
                      <a:pt x="48521" y="-6358"/>
                      <a:pt x="24804" y="9644"/>
                    </a:cubicBezTo>
                    <a:cubicBezTo>
                      <a:pt x="1277" y="25456"/>
                      <a:pt x="-6438" y="56126"/>
                      <a:pt x="5659" y="80986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25" name="Forme libre : forme 15224">
                <a:extLst>
                  <a:ext uri="{FF2B5EF4-FFF2-40B4-BE49-F238E27FC236}">
                    <a16:creationId xmlns:a16="http://schemas.microsoft.com/office/drawing/2014/main" id="{5F949AD3-ED80-448E-8DAA-80CE1CC20FD5}"/>
                  </a:ext>
                </a:extLst>
              </p:cNvPr>
              <p:cNvSpPr/>
              <p:nvPr/>
            </p:nvSpPr>
            <p:spPr>
              <a:xfrm>
                <a:off x="8451220" y="3536036"/>
                <a:ext cx="112907" cy="112990"/>
              </a:xfrm>
              <a:custGeom>
                <a:avLst/>
                <a:gdLst>
                  <a:gd name="connsiteX0" fmla="*/ 6132 w 112907"/>
                  <a:gd name="connsiteY0" fmla="*/ 81748 h 112990"/>
                  <a:gd name="connsiteX1" fmla="*/ 9752 w 112907"/>
                  <a:gd name="connsiteY1" fmla="*/ 88035 h 112990"/>
                  <a:gd name="connsiteX2" fmla="*/ 13181 w 112907"/>
                  <a:gd name="connsiteY2" fmla="*/ 92702 h 112990"/>
                  <a:gd name="connsiteX3" fmla="*/ 45756 w 112907"/>
                  <a:gd name="connsiteY3" fmla="*/ 111943 h 112990"/>
                  <a:gd name="connsiteX4" fmla="*/ 51090 w 112907"/>
                  <a:gd name="connsiteY4" fmla="*/ 112705 h 112990"/>
                  <a:gd name="connsiteX5" fmla="*/ 56519 w 112907"/>
                  <a:gd name="connsiteY5" fmla="*/ 112990 h 112990"/>
                  <a:gd name="connsiteX6" fmla="*/ 67378 w 112907"/>
                  <a:gd name="connsiteY6" fmla="*/ 111943 h 112990"/>
                  <a:gd name="connsiteX7" fmla="*/ 88047 w 112907"/>
                  <a:gd name="connsiteY7" fmla="*/ 103370 h 112990"/>
                  <a:gd name="connsiteX8" fmla="*/ 100525 w 112907"/>
                  <a:gd name="connsiteY8" fmla="*/ 91845 h 112990"/>
                  <a:gd name="connsiteX9" fmla="*/ 108812 w 112907"/>
                  <a:gd name="connsiteY9" fmla="*/ 77748 h 112990"/>
                  <a:gd name="connsiteX10" fmla="*/ 111860 w 112907"/>
                  <a:gd name="connsiteY10" fmla="*/ 67366 h 112990"/>
                  <a:gd name="connsiteX11" fmla="*/ 112907 w 112907"/>
                  <a:gd name="connsiteY11" fmla="*/ 56602 h 112990"/>
                  <a:gd name="connsiteX12" fmla="*/ 111860 w 112907"/>
                  <a:gd name="connsiteY12" fmla="*/ 45744 h 112990"/>
                  <a:gd name="connsiteX13" fmla="*/ 108716 w 112907"/>
                  <a:gd name="connsiteY13" fmla="*/ 35076 h 112990"/>
                  <a:gd name="connsiteX14" fmla="*/ 103287 w 112907"/>
                  <a:gd name="connsiteY14" fmla="*/ 24979 h 112990"/>
                  <a:gd name="connsiteX15" fmla="*/ 98906 w 112907"/>
                  <a:gd name="connsiteY15" fmla="*/ 19360 h 112990"/>
                  <a:gd name="connsiteX16" fmla="*/ 98525 w 112907"/>
                  <a:gd name="connsiteY16" fmla="*/ 18883 h 112990"/>
                  <a:gd name="connsiteX17" fmla="*/ 24897 w 112907"/>
                  <a:gd name="connsiteY17" fmla="*/ 9644 h 112990"/>
                  <a:gd name="connsiteX18" fmla="*/ 5656 w 112907"/>
                  <a:gd name="connsiteY18" fmla="*/ 80986 h 112990"/>
                  <a:gd name="connsiteX19" fmla="*/ 6132 w 112907"/>
                  <a:gd name="connsiteY19" fmla="*/ 81748 h 112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2907" h="112990">
                    <a:moveTo>
                      <a:pt x="6132" y="81748"/>
                    </a:moveTo>
                    <a:cubicBezTo>
                      <a:pt x="7180" y="83844"/>
                      <a:pt x="8323" y="85939"/>
                      <a:pt x="9752" y="88035"/>
                    </a:cubicBezTo>
                    <a:cubicBezTo>
                      <a:pt x="10799" y="89654"/>
                      <a:pt x="12038" y="91178"/>
                      <a:pt x="13181" y="92702"/>
                    </a:cubicBezTo>
                    <a:cubicBezTo>
                      <a:pt x="21753" y="102989"/>
                      <a:pt x="33278" y="109561"/>
                      <a:pt x="45756" y="111943"/>
                    </a:cubicBezTo>
                    <a:cubicBezTo>
                      <a:pt x="47566" y="112324"/>
                      <a:pt x="49281" y="112514"/>
                      <a:pt x="51090" y="112705"/>
                    </a:cubicBezTo>
                    <a:cubicBezTo>
                      <a:pt x="52900" y="112895"/>
                      <a:pt x="54710" y="112990"/>
                      <a:pt x="56519" y="112990"/>
                    </a:cubicBezTo>
                    <a:cubicBezTo>
                      <a:pt x="60139" y="112990"/>
                      <a:pt x="63758" y="112609"/>
                      <a:pt x="67378" y="111943"/>
                    </a:cubicBezTo>
                    <a:cubicBezTo>
                      <a:pt x="74617" y="110514"/>
                      <a:pt x="81570" y="107752"/>
                      <a:pt x="88047" y="103370"/>
                    </a:cubicBezTo>
                    <a:cubicBezTo>
                      <a:pt x="92905" y="100132"/>
                      <a:pt x="97096" y="96226"/>
                      <a:pt x="100525" y="91845"/>
                    </a:cubicBezTo>
                    <a:cubicBezTo>
                      <a:pt x="103954" y="87463"/>
                      <a:pt x="106811" y="82701"/>
                      <a:pt x="108812" y="77748"/>
                    </a:cubicBezTo>
                    <a:cubicBezTo>
                      <a:pt x="110145" y="74414"/>
                      <a:pt x="111193" y="70890"/>
                      <a:pt x="111860" y="67366"/>
                    </a:cubicBezTo>
                    <a:cubicBezTo>
                      <a:pt x="112526" y="63841"/>
                      <a:pt x="112907" y="60222"/>
                      <a:pt x="112907" y="56602"/>
                    </a:cubicBezTo>
                    <a:cubicBezTo>
                      <a:pt x="112907" y="52983"/>
                      <a:pt x="112526" y="49363"/>
                      <a:pt x="111860" y="45744"/>
                    </a:cubicBezTo>
                    <a:cubicBezTo>
                      <a:pt x="111193" y="42124"/>
                      <a:pt x="110145" y="38600"/>
                      <a:pt x="108716" y="35076"/>
                    </a:cubicBezTo>
                    <a:cubicBezTo>
                      <a:pt x="107288" y="31647"/>
                      <a:pt x="105478" y="28218"/>
                      <a:pt x="103287" y="24979"/>
                    </a:cubicBezTo>
                    <a:cubicBezTo>
                      <a:pt x="101954" y="22979"/>
                      <a:pt x="100430" y="21169"/>
                      <a:pt x="98906" y="19360"/>
                    </a:cubicBezTo>
                    <a:cubicBezTo>
                      <a:pt x="98810" y="19169"/>
                      <a:pt x="98620" y="19074"/>
                      <a:pt x="98525" y="18883"/>
                    </a:cubicBezTo>
                    <a:cubicBezTo>
                      <a:pt x="80046" y="-1881"/>
                      <a:pt x="48614" y="-6358"/>
                      <a:pt x="24897" y="9644"/>
                    </a:cubicBezTo>
                    <a:cubicBezTo>
                      <a:pt x="1274" y="25551"/>
                      <a:pt x="-6441" y="56126"/>
                      <a:pt x="5656" y="80986"/>
                    </a:cubicBezTo>
                    <a:cubicBezTo>
                      <a:pt x="5942" y="81272"/>
                      <a:pt x="6037" y="81558"/>
                      <a:pt x="6132" y="8174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26" name="Forme libre : forme 15225">
                <a:extLst>
                  <a:ext uri="{FF2B5EF4-FFF2-40B4-BE49-F238E27FC236}">
                    <a16:creationId xmlns:a16="http://schemas.microsoft.com/office/drawing/2014/main" id="{EC734967-1FF4-45CB-9C4F-F18D4FE91552}"/>
                  </a:ext>
                </a:extLst>
              </p:cNvPr>
              <p:cNvSpPr/>
              <p:nvPr/>
            </p:nvSpPr>
            <p:spPr>
              <a:xfrm>
                <a:off x="7565586" y="3228950"/>
                <a:ext cx="112716" cy="112847"/>
              </a:xfrm>
              <a:custGeom>
                <a:avLst/>
                <a:gdLst>
                  <a:gd name="connsiteX0" fmla="*/ 98906 w 112716"/>
                  <a:gd name="connsiteY0" fmla="*/ 19360 h 112847"/>
                  <a:gd name="connsiteX1" fmla="*/ 98525 w 112716"/>
                  <a:gd name="connsiteY1" fmla="*/ 18883 h 112847"/>
                  <a:gd name="connsiteX2" fmla="*/ 24896 w 112716"/>
                  <a:gd name="connsiteY2" fmla="*/ 9644 h 112847"/>
                  <a:gd name="connsiteX3" fmla="*/ 5656 w 112716"/>
                  <a:gd name="connsiteY3" fmla="*/ 80986 h 112847"/>
                  <a:gd name="connsiteX4" fmla="*/ 5942 w 112716"/>
                  <a:gd name="connsiteY4" fmla="*/ 81653 h 112847"/>
                  <a:gd name="connsiteX5" fmla="*/ 9561 w 112716"/>
                  <a:gd name="connsiteY5" fmla="*/ 87940 h 112847"/>
                  <a:gd name="connsiteX6" fmla="*/ 87857 w 112716"/>
                  <a:gd name="connsiteY6" fmla="*/ 103275 h 112847"/>
                  <a:gd name="connsiteX7" fmla="*/ 100334 w 112716"/>
                  <a:gd name="connsiteY7" fmla="*/ 91750 h 112847"/>
                  <a:gd name="connsiteX8" fmla="*/ 106335 w 112716"/>
                  <a:gd name="connsiteY8" fmla="*/ 82510 h 112847"/>
                  <a:gd name="connsiteX9" fmla="*/ 108621 w 112716"/>
                  <a:gd name="connsiteY9" fmla="*/ 77557 h 112847"/>
                  <a:gd name="connsiteX10" fmla="*/ 111669 w 112716"/>
                  <a:gd name="connsiteY10" fmla="*/ 67175 h 112847"/>
                  <a:gd name="connsiteX11" fmla="*/ 112431 w 112716"/>
                  <a:gd name="connsiteY11" fmla="*/ 61841 h 112847"/>
                  <a:gd name="connsiteX12" fmla="*/ 112717 w 112716"/>
                  <a:gd name="connsiteY12" fmla="*/ 56412 h 112847"/>
                  <a:gd name="connsiteX13" fmla="*/ 103097 w 112716"/>
                  <a:gd name="connsiteY13" fmla="*/ 24884 h 112847"/>
                  <a:gd name="connsiteX14" fmla="*/ 98906 w 112716"/>
                  <a:gd name="connsiteY14" fmla="*/ 19360 h 112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716" h="112847">
                    <a:moveTo>
                      <a:pt x="98906" y="19360"/>
                    </a:moveTo>
                    <a:cubicBezTo>
                      <a:pt x="98810" y="19169"/>
                      <a:pt x="98620" y="19074"/>
                      <a:pt x="98525" y="18883"/>
                    </a:cubicBezTo>
                    <a:cubicBezTo>
                      <a:pt x="80046" y="-1881"/>
                      <a:pt x="48614" y="-6358"/>
                      <a:pt x="24896" y="9644"/>
                    </a:cubicBezTo>
                    <a:cubicBezTo>
                      <a:pt x="1274" y="25551"/>
                      <a:pt x="-6441" y="56126"/>
                      <a:pt x="5656" y="80986"/>
                    </a:cubicBezTo>
                    <a:cubicBezTo>
                      <a:pt x="5751" y="81177"/>
                      <a:pt x="5846" y="81463"/>
                      <a:pt x="5942" y="81653"/>
                    </a:cubicBezTo>
                    <a:cubicBezTo>
                      <a:pt x="6989" y="83749"/>
                      <a:pt x="8132" y="85844"/>
                      <a:pt x="9561" y="87940"/>
                    </a:cubicBezTo>
                    <a:cubicBezTo>
                      <a:pt x="26992" y="113752"/>
                      <a:pt x="62044" y="120610"/>
                      <a:pt x="87857" y="103275"/>
                    </a:cubicBezTo>
                    <a:cubicBezTo>
                      <a:pt x="92714" y="100036"/>
                      <a:pt x="96905" y="96131"/>
                      <a:pt x="100334" y="91750"/>
                    </a:cubicBezTo>
                    <a:cubicBezTo>
                      <a:pt x="102620" y="88892"/>
                      <a:pt x="104621" y="85749"/>
                      <a:pt x="106335" y="82510"/>
                    </a:cubicBezTo>
                    <a:cubicBezTo>
                      <a:pt x="107192" y="80891"/>
                      <a:pt x="107954" y="79272"/>
                      <a:pt x="108621" y="77557"/>
                    </a:cubicBezTo>
                    <a:cubicBezTo>
                      <a:pt x="109955" y="74224"/>
                      <a:pt x="111002" y="70699"/>
                      <a:pt x="111669" y="67175"/>
                    </a:cubicBezTo>
                    <a:cubicBezTo>
                      <a:pt x="112050" y="65365"/>
                      <a:pt x="112241" y="63651"/>
                      <a:pt x="112431" y="61841"/>
                    </a:cubicBezTo>
                    <a:cubicBezTo>
                      <a:pt x="112622" y="60031"/>
                      <a:pt x="112717" y="58222"/>
                      <a:pt x="112717" y="56412"/>
                    </a:cubicBezTo>
                    <a:cubicBezTo>
                      <a:pt x="112717" y="45553"/>
                      <a:pt x="109574" y="34504"/>
                      <a:pt x="103097" y="24884"/>
                    </a:cubicBezTo>
                    <a:cubicBezTo>
                      <a:pt x="101858" y="22979"/>
                      <a:pt x="100430" y="21169"/>
                      <a:pt x="98906" y="19360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27" name="Forme libre : forme 15226">
                <a:extLst>
                  <a:ext uri="{FF2B5EF4-FFF2-40B4-BE49-F238E27FC236}">
                    <a16:creationId xmlns:a16="http://schemas.microsoft.com/office/drawing/2014/main" id="{D0AB128F-C9B6-4867-8A46-3523FCEE9112}"/>
                  </a:ext>
                </a:extLst>
              </p:cNvPr>
              <p:cNvSpPr/>
              <p:nvPr/>
            </p:nvSpPr>
            <p:spPr>
              <a:xfrm>
                <a:off x="7612258" y="3700349"/>
                <a:ext cx="112716" cy="112840"/>
              </a:xfrm>
              <a:custGeom>
                <a:avLst/>
                <a:gdLst>
                  <a:gd name="connsiteX0" fmla="*/ 24896 w 112716"/>
                  <a:gd name="connsiteY0" fmla="*/ 9638 h 112840"/>
                  <a:gd name="connsiteX1" fmla="*/ 5656 w 112716"/>
                  <a:gd name="connsiteY1" fmla="*/ 80980 h 112840"/>
                  <a:gd name="connsiteX2" fmla="*/ 5942 w 112716"/>
                  <a:gd name="connsiteY2" fmla="*/ 81647 h 112840"/>
                  <a:gd name="connsiteX3" fmla="*/ 9561 w 112716"/>
                  <a:gd name="connsiteY3" fmla="*/ 87933 h 112840"/>
                  <a:gd name="connsiteX4" fmla="*/ 87857 w 112716"/>
                  <a:gd name="connsiteY4" fmla="*/ 103268 h 112840"/>
                  <a:gd name="connsiteX5" fmla="*/ 100335 w 112716"/>
                  <a:gd name="connsiteY5" fmla="*/ 91743 h 112840"/>
                  <a:gd name="connsiteX6" fmla="*/ 106335 w 112716"/>
                  <a:gd name="connsiteY6" fmla="*/ 82504 h 112840"/>
                  <a:gd name="connsiteX7" fmla="*/ 108621 w 112716"/>
                  <a:gd name="connsiteY7" fmla="*/ 77551 h 112840"/>
                  <a:gd name="connsiteX8" fmla="*/ 111669 w 112716"/>
                  <a:gd name="connsiteY8" fmla="*/ 67169 h 112840"/>
                  <a:gd name="connsiteX9" fmla="*/ 112431 w 112716"/>
                  <a:gd name="connsiteY9" fmla="*/ 61835 h 112840"/>
                  <a:gd name="connsiteX10" fmla="*/ 112717 w 112716"/>
                  <a:gd name="connsiteY10" fmla="*/ 56405 h 112840"/>
                  <a:gd name="connsiteX11" fmla="*/ 112431 w 112716"/>
                  <a:gd name="connsiteY11" fmla="*/ 50976 h 112840"/>
                  <a:gd name="connsiteX12" fmla="*/ 108431 w 112716"/>
                  <a:gd name="connsiteY12" fmla="*/ 34974 h 112840"/>
                  <a:gd name="connsiteX13" fmla="*/ 104811 w 112716"/>
                  <a:gd name="connsiteY13" fmla="*/ 27926 h 112840"/>
                  <a:gd name="connsiteX14" fmla="*/ 103002 w 112716"/>
                  <a:gd name="connsiteY14" fmla="*/ 24973 h 112840"/>
                  <a:gd name="connsiteX15" fmla="*/ 103002 w 112716"/>
                  <a:gd name="connsiteY15" fmla="*/ 24973 h 112840"/>
                  <a:gd name="connsiteX16" fmla="*/ 98620 w 112716"/>
                  <a:gd name="connsiteY16" fmla="*/ 19448 h 112840"/>
                  <a:gd name="connsiteX17" fmla="*/ 98239 w 112716"/>
                  <a:gd name="connsiteY17" fmla="*/ 18972 h 112840"/>
                  <a:gd name="connsiteX18" fmla="*/ 24896 w 112716"/>
                  <a:gd name="connsiteY18" fmla="*/ 9638 h 112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2716" h="112840">
                    <a:moveTo>
                      <a:pt x="24896" y="9638"/>
                    </a:moveTo>
                    <a:cubicBezTo>
                      <a:pt x="1274" y="25545"/>
                      <a:pt x="-6441" y="56120"/>
                      <a:pt x="5656" y="80980"/>
                    </a:cubicBezTo>
                    <a:cubicBezTo>
                      <a:pt x="5751" y="81171"/>
                      <a:pt x="5846" y="81456"/>
                      <a:pt x="5942" y="81647"/>
                    </a:cubicBezTo>
                    <a:cubicBezTo>
                      <a:pt x="6989" y="83742"/>
                      <a:pt x="8132" y="85838"/>
                      <a:pt x="9561" y="87933"/>
                    </a:cubicBezTo>
                    <a:cubicBezTo>
                      <a:pt x="26992" y="113746"/>
                      <a:pt x="62044" y="120604"/>
                      <a:pt x="87857" y="103268"/>
                    </a:cubicBezTo>
                    <a:cubicBezTo>
                      <a:pt x="92714" y="100030"/>
                      <a:pt x="96906" y="96125"/>
                      <a:pt x="100335" y="91743"/>
                    </a:cubicBezTo>
                    <a:cubicBezTo>
                      <a:pt x="102620" y="88886"/>
                      <a:pt x="104621" y="85742"/>
                      <a:pt x="106335" y="82504"/>
                    </a:cubicBezTo>
                    <a:cubicBezTo>
                      <a:pt x="107192" y="80885"/>
                      <a:pt x="107954" y="79265"/>
                      <a:pt x="108621" y="77551"/>
                    </a:cubicBezTo>
                    <a:cubicBezTo>
                      <a:pt x="109955" y="74217"/>
                      <a:pt x="111002" y="70693"/>
                      <a:pt x="111669" y="67169"/>
                    </a:cubicBezTo>
                    <a:cubicBezTo>
                      <a:pt x="112050" y="65359"/>
                      <a:pt x="112241" y="63645"/>
                      <a:pt x="112431" y="61835"/>
                    </a:cubicBezTo>
                    <a:cubicBezTo>
                      <a:pt x="112622" y="60025"/>
                      <a:pt x="112717" y="58215"/>
                      <a:pt x="112717" y="56405"/>
                    </a:cubicBezTo>
                    <a:cubicBezTo>
                      <a:pt x="112717" y="54596"/>
                      <a:pt x="112622" y="52786"/>
                      <a:pt x="112431" y="50976"/>
                    </a:cubicBezTo>
                    <a:cubicBezTo>
                      <a:pt x="111955" y="45547"/>
                      <a:pt x="110621" y="40118"/>
                      <a:pt x="108431" y="34974"/>
                    </a:cubicBezTo>
                    <a:cubicBezTo>
                      <a:pt x="107478" y="32593"/>
                      <a:pt x="106145" y="30212"/>
                      <a:pt x="104811" y="27926"/>
                    </a:cubicBezTo>
                    <a:cubicBezTo>
                      <a:pt x="104240" y="26973"/>
                      <a:pt x="103668" y="25925"/>
                      <a:pt x="103002" y="24973"/>
                    </a:cubicBezTo>
                    <a:cubicBezTo>
                      <a:pt x="103002" y="24973"/>
                      <a:pt x="103002" y="24973"/>
                      <a:pt x="103002" y="24973"/>
                    </a:cubicBezTo>
                    <a:cubicBezTo>
                      <a:pt x="101668" y="22973"/>
                      <a:pt x="100239" y="21163"/>
                      <a:pt x="98620" y="19448"/>
                    </a:cubicBezTo>
                    <a:cubicBezTo>
                      <a:pt x="98525" y="19258"/>
                      <a:pt x="98334" y="19163"/>
                      <a:pt x="98239" y="18972"/>
                    </a:cubicBezTo>
                    <a:cubicBezTo>
                      <a:pt x="79951" y="-1888"/>
                      <a:pt x="48614" y="-6364"/>
                      <a:pt x="24896" y="963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28" name="Forme libre : forme 15227">
                <a:extLst>
                  <a:ext uri="{FF2B5EF4-FFF2-40B4-BE49-F238E27FC236}">
                    <a16:creationId xmlns:a16="http://schemas.microsoft.com/office/drawing/2014/main" id="{C752FE24-792E-4D74-89DE-17E664CEBDF6}"/>
                  </a:ext>
                </a:extLst>
              </p:cNvPr>
              <p:cNvSpPr/>
              <p:nvPr/>
            </p:nvSpPr>
            <p:spPr>
              <a:xfrm>
                <a:off x="7154010" y="4168972"/>
                <a:ext cx="112765" cy="112965"/>
              </a:xfrm>
              <a:custGeom>
                <a:avLst/>
                <a:gdLst>
                  <a:gd name="connsiteX0" fmla="*/ 111860 w 112765"/>
                  <a:gd name="connsiteY0" fmla="*/ 45744 h 112965"/>
                  <a:gd name="connsiteX1" fmla="*/ 108716 w 112765"/>
                  <a:gd name="connsiteY1" fmla="*/ 35076 h 112965"/>
                  <a:gd name="connsiteX2" fmla="*/ 103287 w 112765"/>
                  <a:gd name="connsiteY2" fmla="*/ 24979 h 112965"/>
                  <a:gd name="connsiteX3" fmla="*/ 98906 w 112765"/>
                  <a:gd name="connsiteY3" fmla="*/ 19360 h 112965"/>
                  <a:gd name="connsiteX4" fmla="*/ 98525 w 112765"/>
                  <a:gd name="connsiteY4" fmla="*/ 18884 h 112965"/>
                  <a:gd name="connsiteX5" fmla="*/ 24896 w 112765"/>
                  <a:gd name="connsiteY5" fmla="*/ 9644 h 112965"/>
                  <a:gd name="connsiteX6" fmla="*/ 5656 w 112765"/>
                  <a:gd name="connsiteY6" fmla="*/ 80986 h 112965"/>
                  <a:gd name="connsiteX7" fmla="*/ 5942 w 112765"/>
                  <a:gd name="connsiteY7" fmla="*/ 81653 h 112965"/>
                  <a:gd name="connsiteX8" fmla="*/ 9561 w 112765"/>
                  <a:gd name="connsiteY8" fmla="*/ 87940 h 112965"/>
                  <a:gd name="connsiteX9" fmla="*/ 12990 w 112765"/>
                  <a:gd name="connsiteY9" fmla="*/ 92607 h 112965"/>
                  <a:gd name="connsiteX10" fmla="*/ 40232 w 112765"/>
                  <a:gd name="connsiteY10" fmla="*/ 110609 h 112965"/>
                  <a:gd name="connsiteX11" fmla="*/ 87857 w 112765"/>
                  <a:gd name="connsiteY11" fmla="*/ 103370 h 112965"/>
                  <a:gd name="connsiteX12" fmla="*/ 100335 w 112765"/>
                  <a:gd name="connsiteY12" fmla="*/ 91845 h 112965"/>
                  <a:gd name="connsiteX13" fmla="*/ 106335 w 112765"/>
                  <a:gd name="connsiteY13" fmla="*/ 82606 h 112965"/>
                  <a:gd name="connsiteX14" fmla="*/ 108621 w 112765"/>
                  <a:gd name="connsiteY14" fmla="*/ 77653 h 112965"/>
                  <a:gd name="connsiteX15" fmla="*/ 111669 w 112765"/>
                  <a:gd name="connsiteY15" fmla="*/ 67270 h 112965"/>
                  <a:gd name="connsiteX16" fmla="*/ 112431 w 112765"/>
                  <a:gd name="connsiteY16" fmla="*/ 61936 h 112965"/>
                  <a:gd name="connsiteX17" fmla="*/ 112717 w 112765"/>
                  <a:gd name="connsiteY17" fmla="*/ 56507 h 112965"/>
                  <a:gd name="connsiteX18" fmla="*/ 111860 w 112765"/>
                  <a:gd name="connsiteY18" fmla="*/ 45744 h 112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2765" h="112965">
                    <a:moveTo>
                      <a:pt x="111860" y="45744"/>
                    </a:moveTo>
                    <a:cubicBezTo>
                      <a:pt x="111193" y="42124"/>
                      <a:pt x="110145" y="38600"/>
                      <a:pt x="108716" y="35076"/>
                    </a:cubicBezTo>
                    <a:cubicBezTo>
                      <a:pt x="107288" y="31647"/>
                      <a:pt x="105478" y="28218"/>
                      <a:pt x="103287" y="24979"/>
                    </a:cubicBezTo>
                    <a:cubicBezTo>
                      <a:pt x="101954" y="22979"/>
                      <a:pt x="100430" y="21169"/>
                      <a:pt x="98906" y="19360"/>
                    </a:cubicBezTo>
                    <a:cubicBezTo>
                      <a:pt x="98810" y="19169"/>
                      <a:pt x="98620" y="19074"/>
                      <a:pt x="98525" y="18884"/>
                    </a:cubicBezTo>
                    <a:cubicBezTo>
                      <a:pt x="80046" y="-1881"/>
                      <a:pt x="48614" y="-6358"/>
                      <a:pt x="24896" y="9644"/>
                    </a:cubicBezTo>
                    <a:cubicBezTo>
                      <a:pt x="1274" y="25551"/>
                      <a:pt x="-6441" y="56126"/>
                      <a:pt x="5656" y="80986"/>
                    </a:cubicBezTo>
                    <a:cubicBezTo>
                      <a:pt x="5751" y="81177"/>
                      <a:pt x="5846" y="81463"/>
                      <a:pt x="5942" y="81653"/>
                    </a:cubicBezTo>
                    <a:cubicBezTo>
                      <a:pt x="6989" y="83749"/>
                      <a:pt x="8132" y="85844"/>
                      <a:pt x="9561" y="87940"/>
                    </a:cubicBezTo>
                    <a:cubicBezTo>
                      <a:pt x="10609" y="89559"/>
                      <a:pt x="11847" y="91083"/>
                      <a:pt x="12990" y="92607"/>
                    </a:cubicBezTo>
                    <a:cubicBezTo>
                      <a:pt x="20324" y="101370"/>
                      <a:pt x="29849" y="107466"/>
                      <a:pt x="40232" y="110609"/>
                    </a:cubicBezTo>
                    <a:cubicBezTo>
                      <a:pt x="55853" y="115277"/>
                      <a:pt x="73283" y="113086"/>
                      <a:pt x="87857" y="103370"/>
                    </a:cubicBezTo>
                    <a:cubicBezTo>
                      <a:pt x="92714" y="100132"/>
                      <a:pt x="96906" y="96227"/>
                      <a:pt x="100335" y="91845"/>
                    </a:cubicBezTo>
                    <a:cubicBezTo>
                      <a:pt x="102620" y="88987"/>
                      <a:pt x="104621" y="85844"/>
                      <a:pt x="106335" y="82606"/>
                    </a:cubicBezTo>
                    <a:cubicBezTo>
                      <a:pt x="107192" y="80986"/>
                      <a:pt x="107954" y="79367"/>
                      <a:pt x="108621" y="77653"/>
                    </a:cubicBezTo>
                    <a:cubicBezTo>
                      <a:pt x="109955" y="74319"/>
                      <a:pt x="111002" y="70795"/>
                      <a:pt x="111669" y="67270"/>
                    </a:cubicBezTo>
                    <a:cubicBezTo>
                      <a:pt x="112050" y="65461"/>
                      <a:pt x="112241" y="63746"/>
                      <a:pt x="112431" y="61936"/>
                    </a:cubicBezTo>
                    <a:cubicBezTo>
                      <a:pt x="112622" y="60127"/>
                      <a:pt x="112717" y="58317"/>
                      <a:pt x="112717" y="56507"/>
                    </a:cubicBezTo>
                    <a:cubicBezTo>
                      <a:pt x="112907" y="52983"/>
                      <a:pt x="112527" y="49363"/>
                      <a:pt x="111860" y="45744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29" name="Forme libre : forme 15228">
                <a:extLst>
                  <a:ext uri="{FF2B5EF4-FFF2-40B4-BE49-F238E27FC236}">
                    <a16:creationId xmlns:a16="http://schemas.microsoft.com/office/drawing/2014/main" id="{4CAC90AA-CEED-4611-8F06-7F793ED2304B}"/>
                  </a:ext>
                </a:extLst>
              </p:cNvPr>
              <p:cNvSpPr/>
              <p:nvPr/>
            </p:nvSpPr>
            <p:spPr>
              <a:xfrm>
                <a:off x="7399279" y="4375665"/>
                <a:ext cx="112907" cy="113012"/>
              </a:xfrm>
              <a:custGeom>
                <a:avLst/>
                <a:gdLst>
                  <a:gd name="connsiteX0" fmla="*/ 83094 w 112907"/>
                  <a:gd name="connsiteY0" fmla="*/ 106418 h 113012"/>
                  <a:gd name="connsiteX1" fmla="*/ 88047 w 112907"/>
                  <a:gd name="connsiteY1" fmla="*/ 103465 h 113012"/>
                  <a:gd name="connsiteX2" fmla="*/ 100525 w 112907"/>
                  <a:gd name="connsiteY2" fmla="*/ 91940 h 113012"/>
                  <a:gd name="connsiteX3" fmla="*/ 104906 w 112907"/>
                  <a:gd name="connsiteY3" fmla="*/ 85463 h 113012"/>
                  <a:gd name="connsiteX4" fmla="*/ 108812 w 112907"/>
                  <a:gd name="connsiteY4" fmla="*/ 77748 h 113012"/>
                  <a:gd name="connsiteX5" fmla="*/ 111860 w 112907"/>
                  <a:gd name="connsiteY5" fmla="*/ 67366 h 113012"/>
                  <a:gd name="connsiteX6" fmla="*/ 112907 w 112907"/>
                  <a:gd name="connsiteY6" fmla="*/ 56602 h 113012"/>
                  <a:gd name="connsiteX7" fmla="*/ 108716 w 112907"/>
                  <a:gd name="connsiteY7" fmla="*/ 35076 h 113012"/>
                  <a:gd name="connsiteX8" fmla="*/ 103287 w 112907"/>
                  <a:gd name="connsiteY8" fmla="*/ 24980 h 113012"/>
                  <a:gd name="connsiteX9" fmla="*/ 98906 w 112907"/>
                  <a:gd name="connsiteY9" fmla="*/ 19360 h 113012"/>
                  <a:gd name="connsiteX10" fmla="*/ 98525 w 112907"/>
                  <a:gd name="connsiteY10" fmla="*/ 18883 h 113012"/>
                  <a:gd name="connsiteX11" fmla="*/ 24896 w 112907"/>
                  <a:gd name="connsiteY11" fmla="*/ 9644 h 113012"/>
                  <a:gd name="connsiteX12" fmla="*/ 5656 w 112907"/>
                  <a:gd name="connsiteY12" fmla="*/ 80987 h 113012"/>
                  <a:gd name="connsiteX13" fmla="*/ 5942 w 112907"/>
                  <a:gd name="connsiteY13" fmla="*/ 81653 h 113012"/>
                  <a:gd name="connsiteX14" fmla="*/ 9561 w 112907"/>
                  <a:gd name="connsiteY14" fmla="*/ 87940 h 113012"/>
                  <a:gd name="connsiteX15" fmla="*/ 21086 w 112907"/>
                  <a:gd name="connsiteY15" fmla="*/ 100417 h 113012"/>
                  <a:gd name="connsiteX16" fmla="*/ 30326 w 112907"/>
                  <a:gd name="connsiteY16" fmla="*/ 106418 h 113012"/>
                  <a:gd name="connsiteX17" fmla="*/ 40422 w 112907"/>
                  <a:gd name="connsiteY17" fmla="*/ 110514 h 113012"/>
                  <a:gd name="connsiteX18" fmla="*/ 83094 w 112907"/>
                  <a:gd name="connsiteY18" fmla="*/ 106418 h 113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2907" h="113012">
                    <a:moveTo>
                      <a:pt x="83094" y="106418"/>
                    </a:moveTo>
                    <a:cubicBezTo>
                      <a:pt x="84809" y="105561"/>
                      <a:pt x="86428" y="104513"/>
                      <a:pt x="88047" y="103465"/>
                    </a:cubicBezTo>
                    <a:cubicBezTo>
                      <a:pt x="92905" y="100227"/>
                      <a:pt x="97096" y="96322"/>
                      <a:pt x="100525" y="91940"/>
                    </a:cubicBezTo>
                    <a:cubicBezTo>
                      <a:pt x="102144" y="89940"/>
                      <a:pt x="103573" y="87749"/>
                      <a:pt x="104906" y="85463"/>
                    </a:cubicBezTo>
                    <a:cubicBezTo>
                      <a:pt x="106431" y="82987"/>
                      <a:pt x="107764" y="80415"/>
                      <a:pt x="108812" y="77748"/>
                    </a:cubicBezTo>
                    <a:cubicBezTo>
                      <a:pt x="110145" y="74414"/>
                      <a:pt x="111193" y="70890"/>
                      <a:pt x="111860" y="67366"/>
                    </a:cubicBezTo>
                    <a:cubicBezTo>
                      <a:pt x="112527" y="63841"/>
                      <a:pt x="112907" y="60222"/>
                      <a:pt x="112907" y="56602"/>
                    </a:cubicBezTo>
                    <a:cubicBezTo>
                      <a:pt x="112907" y="49363"/>
                      <a:pt x="111574" y="42029"/>
                      <a:pt x="108716" y="35076"/>
                    </a:cubicBezTo>
                    <a:cubicBezTo>
                      <a:pt x="107288" y="31647"/>
                      <a:pt x="105478" y="28218"/>
                      <a:pt x="103287" y="24980"/>
                    </a:cubicBezTo>
                    <a:cubicBezTo>
                      <a:pt x="101954" y="22979"/>
                      <a:pt x="100430" y="21169"/>
                      <a:pt x="98906" y="19360"/>
                    </a:cubicBezTo>
                    <a:cubicBezTo>
                      <a:pt x="98810" y="19169"/>
                      <a:pt x="98620" y="19074"/>
                      <a:pt x="98525" y="18883"/>
                    </a:cubicBezTo>
                    <a:cubicBezTo>
                      <a:pt x="80046" y="-1881"/>
                      <a:pt x="48614" y="-6358"/>
                      <a:pt x="24896" y="9644"/>
                    </a:cubicBezTo>
                    <a:cubicBezTo>
                      <a:pt x="1274" y="25551"/>
                      <a:pt x="-6441" y="56126"/>
                      <a:pt x="5656" y="80987"/>
                    </a:cubicBezTo>
                    <a:cubicBezTo>
                      <a:pt x="5751" y="81177"/>
                      <a:pt x="5846" y="81463"/>
                      <a:pt x="5942" y="81653"/>
                    </a:cubicBezTo>
                    <a:cubicBezTo>
                      <a:pt x="6989" y="83749"/>
                      <a:pt x="8132" y="85844"/>
                      <a:pt x="9561" y="87940"/>
                    </a:cubicBezTo>
                    <a:cubicBezTo>
                      <a:pt x="12800" y="92797"/>
                      <a:pt x="16705" y="96988"/>
                      <a:pt x="21086" y="100417"/>
                    </a:cubicBezTo>
                    <a:cubicBezTo>
                      <a:pt x="23944" y="102704"/>
                      <a:pt x="27087" y="104704"/>
                      <a:pt x="30326" y="106418"/>
                    </a:cubicBezTo>
                    <a:cubicBezTo>
                      <a:pt x="33564" y="108133"/>
                      <a:pt x="36898" y="109466"/>
                      <a:pt x="40422" y="110514"/>
                    </a:cubicBezTo>
                    <a:cubicBezTo>
                      <a:pt x="54329" y="114800"/>
                      <a:pt x="69664" y="113657"/>
                      <a:pt x="83094" y="10641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30" name="Forme libre : forme 15229">
                <a:extLst>
                  <a:ext uri="{FF2B5EF4-FFF2-40B4-BE49-F238E27FC236}">
                    <a16:creationId xmlns:a16="http://schemas.microsoft.com/office/drawing/2014/main" id="{D2A1BD8A-0D21-43E1-BAE6-38CEC0F321C4}"/>
                  </a:ext>
                </a:extLst>
              </p:cNvPr>
              <p:cNvSpPr/>
              <p:nvPr/>
            </p:nvSpPr>
            <p:spPr>
              <a:xfrm>
                <a:off x="7937918" y="4346328"/>
                <a:ext cx="112907" cy="112835"/>
              </a:xfrm>
              <a:custGeom>
                <a:avLst/>
                <a:gdLst>
                  <a:gd name="connsiteX0" fmla="*/ 112527 w 112907"/>
                  <a:gd name="connsiteY0" fmla="*/ 50983 h 112835"/>
                  <a:gd name="connsiteX1" fmla="*/ 108526 w 112907"/>
                  <a:gd name="connsiteY1" fmla="*/ 34981 h 112835"/>
                  <a:gd name="connsiteX2" fmla="*/ 103097 w 112907"/>
                  <a:gd name="connsiteY2" fmla="*/ 24884 h 112835"/>
                  <a:gd name="connsiteX3" fmla="*/ 103097 w 112907"/>
                  <a:gd name="connsiteY3" fmla="*/ 24884 h 112835"/>
                  <a:gd name="connsiteX4" fmla="*/ 98811 w 112907"/>
                  <a:gd name="connsiteY4" fmla="*/ 19360 h 112835"/>
                  <a:gd name="connsiteX5" fmla="*/ 98429 w 112907"/>
                  <a:gd name="connsiteY5" fmla="*/ 18883 h 112835"/>
                  <a:gd name="connsiteX6" fmla="*/ 24896 w 112907"/>
                  <a:gd name="connsiteY6" fmla="*/ 9644 h 112835"/>
                  <a:gd name="connsiteX7" fmla="*/ 5656 w 112907"/>
                  <a:gd name="connsiteY7" fmla="*/ 80986 h 112835"/>
                  <a:gd name="connsiteX8" fmla="*/ 5942 w 112907"/>
                  <a:gd name="connsiteY8" fmla="*/ 81653 h 112835"/>
                  <a:gd name="connsiteX9" fmla="*/ 9561 w 112907"/>
                  <a:gd name="connsiteY9" fmla="*/ 87940 h 112835"/>
                  <a:gd name="connsiteX10" fmla="*/ 9561 w 112907"/>
                  <a:gd name="connsiteY10" fmla="*/ 87940 h 112835"/>
                  <a:gd name="connsiteX11" fmla="*/ 35184 w 112907"/>
                  <a:gd name="connsiteY11" fmla="*/ 108704 h 112835"/>
                  <a:gd name="connsiteX12" fmla="*/ 87952 w 112907"/>
                  <a:gd name="connsiteY12" fmla="*/ 103180 h 112835"/>
                  <a:gd name="connsiteX13" fmla="*/ 100430 w 112907"/>
                  <a:gd name="connsiteY13" fmla="*/ 91654 h 112835"/>
                  <a:gd name="connsiteX14" fmla="*/ 106430 w 112907"/>
                  <a:gd name="connsiteY14" fmla="*/ 82415 h 112835"/>
                  <a:gd name="connsiteX15" fmla="*/ 112622 w 112907"/>
                  <a:gd name="connsiteY15" fmla="*/ 61746 h 112835"/>
                  <a:gd name="connsiteX16" fmla="*/ 112907 w 112907"/>
                  <a:gd name="connsiteY16" fmla="*/ 56317 h 112835"/>
                  <a:gd name="connsiteX17" fmla="*/ 112527 w 112907"/>
                  <a:gd name="connsiteY17" fmla="*/ 50983 h 112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2907" h="112835">
                    <a:moveTo>
                      <a:pt x="112527" y="50983"/>
                    </a:moveTo>
                    <a:cubicBezTo>
                      <a:pt x="112050" y="45553"/>
                      <a:pt x="110717" y="40124"/>
                      <a:pt x="108526" y="34981"/>
                    </a:cubicBezTo>
                    <a:cubicBezTo>
                      <a:pt x="107097" y="31552"/>
                      <a:pt x="105288" y="28123"/>
                      <a:pt x="103097" y="24884"/>
                    </a:cubicBezTo>
                    <a:cubicBezTo>
                      <a:pt x="103097" y="24884"/>
                      <a:pt x="103097" y="24884"/>
                      <a:pt x="103097" y="24884"/>
                    </a:cubicBezTo>
                    <a:cubicBezTo>
                      <a:pt x="101763" y="22884"/>
                      <a:pt x="100335" y="21074"/>
                      <a:pt x="98811" y="19360"/>
                    </a:cubicBezTo>
                    <a:cubicBezTo>
                      <a:pt x="98715" y="19169"/>
                      <a:pt x="98525" y="19074"/>
                      <a:pt x="98429" y="18883"/>
                    </a:cubicBezTo>
                    <a:cubicBezTo>
                      <a:pt x="79951" y="-1881"/>
                      <a:pt x="48519" y="-6358"/>
                      <a:pt x="24896" y="9644"/>
                    </a:cubicBezTo>
                    <a:cubicBezTo>
                      <a:pt x="1274" y="25551"/>
                      <a:pt x="-6441" y="56126"/>
                      <a:pt x="5656" y="80986"/>
                    </a:cubicBezTo>
                    <a:cubicBezTo>
                      <a:pt x="5751" y="81177"/>
                      <a:pt x="5846" y="81462"/>
                      <a:pt x="5942" y="81653"/>
                    </a:cubicBezTo>
                    <a:cubicBezTo>
                      <a:pt x="6989" y="83749"/>
                      <a:pt x="8132" y="85844"/>
                      <a:pt x="9561" y="87940"/>
                    </a:cubicBezTo>
                    <a:cubicBezTo>
                      <a:pt x="9561" y="87940"/>
                      <a:pt x="9561" y="87940"/>
                      <a:pt x="9561" y="87940"/>
                    </a:cubicBezTo>
                    <a:cubicBezTo>
                      <a:pt x="16134" y="97655"/>
                      <a:pt x="25087" y="104704"/>
                      <a:pt x="35184" y="108704"/>
                    </a:cubicBezTo>
                    <a:cubicBezTo>
                      <a:pt x="51947" y="115467"/>
                      <a:pt x="71760" y="114133"/>
                      <a:pt x="87952" y="103180"/>
                    </a:cubicBezTo>
                    <a:cubicBezTo>
                      <a:pt x="92810" y="99941"/>
                      <a:pt x="97001" y="96036"/>
                      <a:pt x="100430" y="91654"/>
                    </a:cubicBezTo>
                    <a:cubicBezTo>
                      <a:pt x="102716" y="88797"/>
                      <a:pt x="104716" y="85654"/>
                      <a:pt x="106430" y="82415"/>
                    </a:cubicBezTo>
                    <a:cubicBezTo>
                      <a:pt x="109764" y="75938"/>
                      <a:pt x="111860" y="68890"/>
                      <a:pt x="112622" y="61746"/>
                    </a:cubicBezTo>
                    <a:cubicBezTo>
                      <a:pt x="112812" y="59936"/>
                      <a:pt x="112907" y="58126"/>
                      <a:pt x="112907" y="56317"/>
                    </a:cubicBezTo>
                    <a:cubicBezTo>
                      <a:pt x="112907" y="54507"/>
                      <a:pt x="112717" y="52792"/>
                      <a:pt x="112527" y="5098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31" name="Forme libre : forme 15230">
                <a:extLst>
                  <a:ext uri="{FF2B5EF4-FFF2-40B4-BE49-F238E27FC236}">
                    <a16:creationId xmlns:a16="http://schemas.microsoft.com/office/drawing/2014/main" id="{9F17DECD-8A6F-4613-B461-90D24F005F90}"/>
                  </a:ext>
                </a:extLst>
              </p:cNvPr>
              <p:cNvSpPr/>
              <p:nvPr/>
            </p:nvSpPr>
            <p:spPr>
              <a:xfrm>
                <a:off x="8543422" y="4357186"/>
                <a:ext cx="112907" cy="112764"/>
              </a:xfrm>
              <a:custGeom>
                <a:avLst/>
                <a:gdLst>
                  <a:gd name="connsiteX0" fmla="*/ 72617 w 112907"/>
                  <a:gd name="connsiteY0" fmla="*/ 110419 h 112764"/>
                  <a:gd name="connsiteX1" fmla="*/ 82999 w 112907"/>
                  <a:gd name="connsiteY1" fmla="*/ 106132 h 112764"/>
                  <a:gd name="connsiteX2" fmla="*/ 87952 w 112907"/>
                  <a:gd name="connsiteY2" fmla="*/ 103180 h 112764"/>
                  <a:gd name="connsiteX3" fmla="*/ 96715 w 112907"/>
                  <a:gd name="connsiteY3" fmla="*/ 95846 h 112764"/>
                  <a:gd name="connsiteX4" fmla="*/ 110526 w 112907"/>
                  <a:gd name="connsiteY4" fmla="*/ 72414 h 112764"/>
                  <a:gd name="connsiteX5" fmla="*/ 112622 w 112907"/>
                  <a:gd name="connsiteY5" fmla="*/ 61841 h 112764"/>
                  <a:gd name="connsiteX6" fmla="*/ 112907 w 112907"/>
                  <a:gd name="connsiteY6" fmla="*/ 56412 h 112764"/>
                  <a:gd name="connsiteX7" fmla="*/ 112622 w 112907"/>
                  <a:gd name="connsiteY7" fmla="*/ 50983 h 112764"/>
                  <a:gd name="connsiteX8" fmla="*/ 103287 w 112907"/>
                  <a:gd name="connsiteY8" fmla="*/ 24884 h 112764"/>
                  <a:gd name="connsiteX9" fmla="*/ 103287 w 112907"/>
                  <a:gd name="connsiteY9" fmla="*/ 24884 h 112764"/>
                  <a:gd name="connsiteX10" fmla="*/ 98906 w 112907"/>
                  <a:gd name="connsiteY10" fmla="*/ 19360 h 112764"/>
                  <a:gd name="connsiteX11" fmla="*/ 98525 w 112907"/>
                  <a:gd name="connsiteY11" fmla="*/ 18883 h 112764"/>
                  <a:gd name="connsiteX12" fmla="*/ 24896 w 112907"/>
                  <a:gd name="connsiteY12" fmla="*/ 9644 h 112764"/>
                  <a:gd name="connsiteX13" fmla="*/ 5656 w 112907"/>
                  <a:gd name="connsiteY13" fmla="*/ 81082 h 112764"/>
                  <a:gd name="connsiteX14" fmla="*/ 5942 w 112907"/>
                  <a:gd name="connsiteY14" fmla="*/ 81748 h 112764"/>
                  <a:gd name="connsiteX15" fmla="*/ 9561 w 112907"/>
                  <a:gd name="connsiteY15" fmla="*/ 88035 h 112764"/>
                  <a:gd name="connsiteX16" fmla="*/ 16896 w 112907"/>
                  <a:gd name="connsiteY16" fmla="*/ 96798 h 112764"/>
                  <a:gd name="connsiteX17" fmla="*/ 25563 w 112907"/>
                  <a:gd name="connsiteY17" fmla="*/ 103751 h 112764"/>
                  <a:gd name="connsiteX18" fmla="*/ 30326 w 112907"/>
                  <a:gd name="connsiteY18" fmla="*/ 106513 h 112764"/>
                  <a:gd name="connsiteX19" fmla="*/ 40422 w 112907"/>
                  <a:gd name="connsiteY19" fmla="*/ 110609 h 112764"/>
                  <a:gd name="connsiteX20" fmla="*/ 72617 w 112907"/>
                  <a:gd name="connsiteY20" fmla="*/ 110419 h 112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2907" h="112764">
                    <a:moveTo>
                      <a:pt x="72617" y="110419"/>
                    </a:moveTo>
                    <a:cubicBezTo>
                      <a:pt x="76141" y="109371"/>
                      <a:pt x="79665" y="107942"/>
                      <a:pt x="82999" y="106132"/>
                    </a:cubicBezTo>
                    <a:cubicBezTo>
                      <a:pt x="84713" y="105275"/>
                      <a:pt x="86333" y="104228"/>
                      <a:pt x="87952" y="103180"/>
                    </a:cubicBezTo>
                    <a:cubicBezTo>
                      <a:pt x="91190" y="100989"/>
                      <a:pt x="94143" y="98513"/>
                      <a:pt x="96715" y="95846"/>
                    </a:cubicBezTo>
                    <a:cubicBezTo>
                      <a:pt x="103287" y="89178"/>
                      <a:pt x="107954" y="81082"/>
                      <a:pt x="110526" y="72414"/>
                    </a:cubicBezTo>
                    <a:cubicBezTo>
                      <a:pt x="111574" y="68985"/>
                      <a:pt x="112241" y="65365"/>
                      <a:pt x="112622" y="61841"/>
                    </a:cubicBezTo>
                    <a:cubicBezTo>
                      <a:pt x="112812" y="60031"/>
                      <a:pt x="112907" y="58222"/>
                      <a:pt x="112907" y="56412"/>
                    </a:cubicBezTo>
                    <a:cubicBezTo>
                      <a:pt x="112907" y="54602"/>
                      <a:pt x="112812" y="52792"/>
                      <a:pt x="112622" y="50983"/>
                    </a:cubicBezTo>
                    <a:cubicBezTo>
                      <a:pt x="111764" y="41934"/>
                      <a:pt x="108716" y="32980"/>
                      <a:pt x="103287" y="24884"/>
                    </a:cubicBezTo>
                    <a:cubicBezTo>
                      <a:pt x="103287" y="24884"/>
                      <a:pt x="103287" y="24884"/>
                      <a:pt x="103287" y="24884"/>
                    </a:cubicBezTo>
                    <a:cubicBezTo>
                      <a:pt x="101954" y="22884"/>
                      <a:pt x="100525" y="21074"/>
                      <a:pt x="98906" y="19360"/>
                    </a:cubicBezTo>
                    <a:cubicBezTo>
                      <a:pt x="98811" y="19169"/>
                      <a:pt x="98620" y="19074"/>
                      <a:pt x="98525" y="18883"/>
                    </a:cubicBezTo>
                    <a:cubicBezTo>
                      <a:pt x="80046" y="-1881"/>
                      <a:pt x="48614" y="-6358"/>
                      <a:pt x="24896" y="9644"/>
                    </a:cubicBezTo>
                    <a:cubicBezTo>
                      <a:pt x="1274" y="25551"/>
                      <a:pt x="-6441" y="56126"/>
                      <a:pt x="5656" y="81082"/>
                    </a:cubicBezTo>
                    <a:cubicBezTo>
                      <a:pt x="5751" y="81272"/>
                      <a:pt x="5846" y="81558"/>
                      <a:pt x="5942" y="81748"/>
                    </a:cubicBezTo>
                    <a:cubicBezTo>
                      <a:pt x="6989" y="83844"/>
                      <a:pt x="8132" y="85939"/>
                      <a:pt x="9561" y="88035"/>
                    </a:cubicBezTo>
                    <a:cubicBezTo>
                      <a:pt x="11752" y="91273"/>
                      <a:pt x="14229" y="94226"/>
                      <a:pt x="16896" y="96798"/>
                    </a:cubicBezTo>
                    <a:cubicBezTo>
                      <a:pt x="19563" y="99465"/>
                      <a:pt x="22515" y="101751"/>
                      <a:pt x="25563" y="103751"/>
                    </a:cubicBezTo>
                    <a:cubicBezTo>
                      <a:pt x="27087" y="104799"/>
                      <a:pt x="28706" y="105656"/>
                      <a:pt x="30326" y="106513"/>
                    </a:cubicBezTo>
                    <a:cubicBezTo>
                      <a:pt x="33564" y="108228"/>
                      <a:pt x="36898" y="109562"/>
                      <a:pt x="40422" y="110609"/>
                    </a:cubicBezTo>
                    <a:cubicBezTo>
                      <a:pt x="50804" y="113467"/>
                      <a:pt x="62044" y="113562"/>
                      <a:pt x="72617" y="11041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32" name="Forme libre : forme 15231">
                <a:extLst>
                  <a:ext uri="{FF2B5EF4-FFF2-40B4-BE49-F238E27FC236}">
                    <a16:creationId xmlns:a16="http://schemas.microsoft.com/office/drawing/2014/main" id="{03670825-87A8-4346-B184-748217FB078A}"/>
                  </a:ext>
                </a:extLst>
              </p:cNvPr>
              <p:cNvSpPr/>
              <p:nvPr/>
            </p:nvSpPr>
            <p:spPr>
              <a:xfrm>
                <a:off x="7733504" y="1920862"/>
                <a:ext cx="112819" cy="112777"/>
              </a:xfrm>
              <a:custGeom>
                <a:avLst/>
                <a:gdLst>
                  <a:gd name="connsiteX0" fmla="*/ 50335 w 112819"/>
                  <a:gd name="connsiteY0" fmla="*/ 112439 h 112777"/>
                  <a:gd name="connsiteX1" fmla="*/ 61765 w 112819"/>
                  <a:gd name="connsiteY1" fmla="*/ 112534 h 112777"/>
                  <a:gd name="connsiteX2" fmla="*/ 72624 w 112819"/>
                  <a:gd name="connsiteY2" fmla="*/ 110439 h 112777"/>
                  <a:gd name="connsiteX3" fmla="*/ 81101 w 112819"/>
                  <a:gd name="connsiteY3" fmla="*/ 107010 h 112777"/>
                  <a:gd name="connsiteX4" fmla="*/ 91769 w 112819"/>
                  <a:gd name="connsiteY4" fmla="*/ 100342 h 112777"/>
                  <a:gd name="connsiteX5" fmla="*/ 112533 w 112819"/>
                  <a:gd name="connsiteY5" fmla="*/ 62433 h 112777"/>
                  <a:gd name="connsiteX6" fmla="*/ 112533 w 112819"/>
                  <a:gd name="connsiteY6" fmla="*/ 62433 h 112777"/>
                  <a:gd name="connsiteX7" fmla="*/ 112819 w 112819"/>
                  <a:gd name="connsiteY7" fmla="*/ 55384 h 112777"/>
                  <a:gd name="connsiteX8" fmla="*/ 112819 w 112819"/>
                  <a:gd name="connsiteY8" fmla="*/ 54813 h 112777"/>
                  <a:gd name="connsiteX9" fmla="*/ 62527 w 112819"/>
                  <a:gd name="connsiteY9" fmla="*/ 330 h 112777"/>
                  <a:gd name="connsiteX10" fmla="*/ 1758 w 112819"/>
                  <a:gd name="connsiteY10" fmla="*/ 42526 h 112777"/>
                  <a:gd name="connsiteX11" fmla="*/ 1567 w 112819"/>
                  <a:gd name="connsiteY11" fmla="*/ 43288 h 112777"/>
                  <a:gd name="connsiteX12" fmla="*/ 329 w 112819"/>
                  <a:gd name="connsiteY12" fmla="*/ 50431 h 112777"/>
                  <a:gd name="connsiteX13" fmla="*/ 50335 w 112819"/>
                  <a:gd name="connsiteY13" fmla="*/ 112439 h 112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819" h="112777">
                    <a:moveTo>
                      <a:pt x="50335" y="112439"/>
                    </a:moveTo>
                    <a:cubicBezTo>
                      <a:pt x="54240" y="112820"/>
                      <a:pt x="58050" y="112915"/>
                      <a:pt x="61765" y="112534"/>
                    </a:cubicBezTo>
                    <a:cubicBezTo>
                      <a:pt x="65480" y="112153"/>
                      <a:pt x="69099" y="111487"/>
                      <a:pt x="72624" y="110439"/>
                    </a:cubicBezTo>
                    <a:cubicBezTo>
                      <a:pt x="75576" y="109582"/>
                      <a:pt x="78434" y="108343"/>
                      <a:pt x="81101" y="107010"/>
                    </a:cubicBezTo>
                    <a:cubicBezTo>
                      <a:pt x="84911" y="105200"/>
                      <a:pt x="88435" y="102914"/>
                      <a:pt x="91769" y="100342"/>
                    </a:cubicBezTo>
                    <a:cubicBezTo>
                      <a:pt x="103008" y="91294"/>
                      <a:pt x="110819" y="77959"/>
                      <a:pt x="112533" y="62433"/>
                    </a:cubicBezTo>
                    <a:cubicBezTo>
                      <a:pt x="112533" y="62433"/>
                      <a:pt x="112533" y="62433"/>
                      <a:pt x="112533" y="62433"/>
                    </a:cubicBezTo>
                    <a:cubicBezTo>
                      <a:pt x="112819" y="60052"/>
                      <a:pt x="112819" y="57670"/>
                      <a:pt x="112819" y="55384"/>
                    </a:cubicBezTo>
                    <a:cubicBezTo>
                      <a:pt x="112819" y="55194"/>
                      <a:pt x="112819" y="55003"/>
                      <a:pt x="112819" y="54813"/>
                    </a:cubicBezTo>
                    <a:cubicBezTo>
                      <a:pt x="112057" y="27000"/>
                      <a:pt x="90912" y="3378"/>
                      <a:pt x="62527" y="330"/>
                    </a:cubicBezTo>
                    <a:cubicBezTo>
                      <a:pt x="34238" y="-2718"/>
                      <a:pt x="8616" y="15665"/>
                      <a:pt x="1758" y="42526"/>
                    </a:cubicBezTo>
                    <a:cubicBezTo>
                      <a:pt x="1662" y="42812"/>
                      <a:pt x="1662" y="43002"/>
                      <a:pt x="1567" y="43288"/>
                    </a:cubicBezTo>
                    <a:cubicBezTo>
                      <a:pt x="996" y="45574"/>
                      <a:pt x="519" y="47955"/>
                      <a:pt x="329" y="50431"/>
                    </a:cubicBezTo>
                    <a:cubicBezTo>
                      <a:pt x="-3005" y="81197"/>
                      <a:pt x="19379" y="109105"/>
                      <a:pt x="50335" y="11243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233" name="Graphique 2">
              <a:extLst>
                <a:ext uri="{FF2B5EF4-FFF2-40B4-BE49-F238E27FC236}">
                  <a16:creationId xmlns:a16="http://schemas.microsoft.com/office/drawing/2014/main" id="{93D68F60-6DE7-4043-B17B-BE90B46AF015}"/>
                </a:ext>
              </a:extLst>
            </p:cNvPr>
            <p:cNvGrpSpPr/>
            <p:nvPr/>
          </p:nvGrpSpPr>
          <p:grpSpPr>
            <a:xfrm>
              <a:off x="8629945" y="4017263"/>
              <a:ext cx="445998" cy="434849"/>
              <a:chOff x="8629945" y="4017263"/>
              <a:chExt cx="445998" cy="434849"/>
            </a:xfrm>
            <a:solidFill>
              <a:schemeClr val="accent1"/>
            </a:solidFill>
          </p:grpSpPr>
          <p:sp>
            <p:nvSpPr>
              <p:cNvPr id="15234" name="Forme libre : forme 15233">
                <a:extLst>
                  <a:ext uri="{FF2B5EF4-FFF2-40B4-BE49-F238E27FC236}">
                    <a16:creationId xmlns:a16="http://schemas.microsoft.com/office/drawing/2014/main" id="{A9265D8F-FA09-4F43-BBCA-FFBBC671C674}"/>
                  </a:ext>
                </a:extLst>
              </p:cNvPr>
              <p:cNvSpPr/>
              <p:nvPr/>
            </p:nvSpPr>
            <p:spPr>
              <a:xfrm>
                <a:off x="8629945" y="4017263"/>
                <a:ext cx="390906" cy="383762"/>
              </a:xfrm>
              <a:custGeom>
                <a:avLst/>
                <a:gdLst>
                  <a:gd name="connsiteX0" fmla="*/ 159544 w 390906"/>
                  <a:gd name="connsiteY0" fmla="*/ 383762 h 383762"/>
                  <a:gd name="connsiteX1" fmla="*/ 270415 w 390906"/>
                  <a:gd name="connsiteY1" fmla="*/ 269176 h 383762"/>
                  <a:gd name="connsiteX2" fmla="*/ 390906 w 390906"/>
                  <a:gd name="connsiteY2" fmla="*/ 165068 h 383762"/>
                  <a:gd name="connsiteX3" fmla="*/ 246793 w 390906"/>
                  <a:gd name="connsiteY3" fmla="*/ 82867 h 383762"/>
                  <a:gd name="connsiteX4" fmla="*/ 79534 w 390906"/>
                  <a:gd name="connsiteY4" fmla="*/ 0 h 383762"/>
                  <a:gd name="connsiteX5" fmla="*/ 0 w 390906"/>
                  <a:gd name="connsiteY5" fmla="*/ 72009 h 383762"/>
                  <a:gd name="connsiteX6" fmla="*/ 82296 w 390906"/>
                  <a:gd name="connsiteY6" fmla="*/ 244030 h 383762"/>
                  <a:gd name="connsiteX7" fmla="*/ 159544 w 390906"/>
                  <a:gd name="connsiteY7" fmla="*/ 383762 h 383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0906" h="383762">
                    <a:moveTo>
                      <a:pt x="159544" y="383762"/>
                    </a:moveTo>
                    <a:lnTo>
                      <a:pt x="270415" y="269176"/>
                    </a:lnTo>
                    <a:lnTo>
                      <a:pt x="390906" y="165068"/>
                    </a:lnTo>
                    <a:cubicBezTo>
                      <a:pt x="390906" y="165068"/>
                      <a:pt x="352520" y="114205"/>
                      <a:pt x="246793" y="82867"/>
                    </a:cubicBezTo>
                    <a:cubicBezTo>
                      <a:pt x="151638" y="54673"/>
                      <a:pt x="123730" y="40767"/>
                      <a:pt x="79534" y="0"/>
                    </a:cubicBezTo>
                    <a:cubicBezTo>
                      <a:pt x="39433" y="2667"/>
                      <a:pt x="11621" y="35719"/>
                      <a:pt x="0" y="72009"/>
                    </a:cubicBezTo>
                    <a:cubicBezTo>
                      <a:pt x="42005" y="118967"/>
                      <a:pt x="55436" y="146209"/>
                      <a:pt x="82296" y="244030"/>
                    </a:cubicBezTo>
                    <a:cubicBezTo>
                      <a:pt x="111538" y="350520"/>
                      <a:pt x="159544" y="383762"/>
                      <a:pt x="159544" y="383762"/>
                    </a:cubicBez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35" name="Forme libre : forme 15234">
                <a:extLst>
                  <a:ext uri="{FF2B5EF4-FFF2-40B4-BE49-F238E27FC236}">
                    <a16:creationId xmlns:a16="http://schemas.microsoft.com/office/drawing/2014/main" id="{12156FFD-58AD-4D9D-967A-30718221352B}"/>
                  </a:ext>
                </a:extLst>
              </p:cNvPr>
              <p:cNvSpPr/>
              <p:nvPr/>
            </p:nvSpPr>
            <p:spPr>
              <a:xfrm>
                <a:off x="8780007" y="4169025"/>
                <a:ext cx="128460" cy="143988"/>
              </a:xfrm>
              <a:custGeom>
                <a:avLst/>
                <a:gdLst>
                  <a:gd name="connsiteX0" fmla="*/ 91302 w 128460"/>
                  <a:gd name="connsiteY0" fmla="*/ 143989 h 143988"/>
                  <a:gd name="connsiteX1" fmla="*/ 78919 w 128460"/>
                  <a:gd name="connsiteY1" fmla="*/ 131130 h 143988"/>
                  <a:gd name="connsiteX2" fmla="*/ 15863 w 128460"/>
                  <a:gd name="connsiteY2" fmla="*/ 37118 h 143988"/>
                  <a:gd name="connsiteX3" fmla="*/ 528 w 128460"/>
                  <a:gd name="connsiteY3" fmla="*/ 6733 h 143988"/>
                  <a:gd name="connsiteX4" fmla="*/ 433 w 128460"/>
                  <a:gd name="connsiteY4" fmla="*/ 1971 h 143988"/>
                  <a:gd name="connsiteX5" fmla="*/ 5481 w 128460"/>
                  <a:gd name="connsiteY5" fmla="*/ 161 h 143988"/>
                  <a:gd name="connsiteX6" fmla="*/ 10434 w 128460"/>
                  <a:gd name="connsiteY6" fmla="*/ 3114 h 143988"/>
                  <a:gd name="connsiteX7" fmla="*/ 85491 w 128460"/>
                  <a:gd name="connsiteY7" fmla="*/ 58835 h 143988"/>
                  <a:gd name="connsiteX8" fmla="*/ 124258 w 128460"/>
                  <a:gd name="connsiteY8" fmla="*/ 83981 h 143988"/>
                  <a:gd name="connsiteX9" fmla="*/ 113876 w 128460"/>
                  <a:gd name="connsiteY9" fmla="*/ 107413 h 143988"/>
                  <a:gd name="connsiteX10" fmla="*/ 99684 w 128460"/>
                  <a:gd name="connsiteY10" fmla="*/ 123891 h 143988"/>
                  <a:gd name="connsiteX11" fmla="*/ 91302 w 128460"/>
                  <a:gd name="connsiteY11" fmla="*/ 143989 h 143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8460" h="143988">
                    <a:moveTo>
                      <a:pt x="91302" y="143989"/>
                    </a:moveTo>
                    <a:cubicBezTo>
                      <a:pt x="86063" y="141036"/>
                      <a:pt x="82443" y="136083"/>
                      <a:pt x="78919" y="131130"/>
                    </a:cubicBezTo>
                    <a:cubicBezTo>
                      <a:pt x="57011" y="100364"/>
                      <a:pt x="36057" y="69027"/>
                      <a:pt x="15863" y="37118"/>
                    </a:cubicBezTo>
                    <a:cubicBezTo>
                      <a:pt x="9768" y="27498"/>
                      <a:pt x="3671" y="17687"/>
                      <a:pt x="528" y="6733"/>
                    </a:cubicBezTo>
                    <a:cubicBezTo>
                      <a:pt x="52" y="5209"/>
                      <a:pt x="-329" y="3400"/>
                      <a:pt x="433" y="1971"/>
                    </a:cubicBezTo>
                    <a:cubicBezTo>
                      <a:pt x="1385" y="257"/>
                      <a:pt x="3671" y="-315"/>
                      <a:pt x="5481" y="161"/>
                    </a:cubicBezTo>
                    <a:cubicBezTo>
                      <a:pt x="7386" y="638"/>
                      <a:pt x="8910" y="1876"/>
                      <a:pt x="10434" y="3114"/>
                    </a:cubicBezTo>
                    <a:cubicBezTo>
                      <a:pt x="34628" y="22735"/>
                      <a:pt x="59678" y="41309"/>
                      <a:pt x="85491" y="58835"/>
                    </a:cubicBezTo>
                    <a:cubicBezTo>
                      <a:pt x="97683" y="67122"/>
                      <a:pt x="113400" y="74075"/>
                      <a:pt x="124258" y="83981"/>
                    </a:cubicBezTo>
                    <a:cubicBezTo>
                      <a:pt x="135593" y="94268"/>
                      <a:pt x="121210" y="101126"/>
                      <a:pt x="113876" y="107413"/>
                    </a:cubicBezTo>
                    <a:cubicBezTo>
                      <a:pt x="108351" y="112175"/>
                      <a:pt x="103494" y="117700"/>
                      <a:pt x="99684" y="123891"/>
                    </a:cubicBezTo>
                    <a:cubicBezTo>
                      <a:pt x="98731" y="125701"/>
                      <a:pt x="89396" y="142941"/>
                      <a:pt x="91302" y="143989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36" name="Forme libre : forme 15235">
                <a:extLst>
                  <a:ext uri="{FF2B5EF4-FFF2-40B4-BE49-F238E27FC236}">
                    <a16:creationId xmlns:a16="http://schemas.microsoft.com/office/drawing/2014/main" id="{E3972648-C2AA-4733-88D8-71921FF54981}"/>
                  </a:ext>
                </a:extLst>
              </p:cNvPr>
              <p:cNvSpPr/>
              <p:nvPr/>
            </p:nvSpPr>
            <p:spPr>
              <a:xfrm>
                <a:off x="8837705" y="4235114"/>
                <a:ext cx="48091" cy="39641"/>
              </a:xfrm>
              <a:custGeom>
                <a:avLst/>
                <a:gdLst>
                  <a:gd name="connsiteX0" fmla="*/ 5410 w 48091"/>
                  <a:gd name="connsiteY0" fmla="*/ 462 h 39641"/>
                  <a:gd name="connsiteX1" fmla="*/ 76 w 48091"/>
                  <a:gd name="connsiteY1" fmla="*/ 1605 h 39641"/>
                  <a:gd name="connsiteX2" fmla="*/ 933 w 48091"/>
                  <a:gd name="connsiteY2" fmla="*/ 4367 h 39641"/>
                  <a:gd name="connsiteX3" fmla="*/ 45510 w 48091"/>
                  <a:gd name="connsiteY3" fmla="*/ 36276 h 39641"/>
                  <a:gd name="connsiteX4" fmla="*/ 5410 w 48091"/>
                  <a:gd name="connsiteY4" fmla="*/ 462 h 3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91" h="39641">
                    <a:moveTo>
                      <a:pt x="5410" y="462"/>
                    </a:moveTo>
                    <a:cubicBezTo>
                      <a:pt x="3410" y="-205"/>
                      <a:pt x="552" y="-395"/>
                      <a:pt x="76" y="1605"/>
                    </a:cubicBezTo>
                    <a:cubicBezTo>
                      <a:pt x="-210" y="2557"/>
                      <a:pt x="362" y="3605"/>
                      <a:pt x="933" y="4367"/>
                    </a:cubicBezTo>
                    <a:cubicBezTo>
                      <a:pt x="7982" y="15416"/>
                      <a:pt x="28175" y="50563"/>
                      <a:pt x="45510" y="36276"/>
                    </a:cubicBezTo>
                    <a:cubicBezTo>
                      <a:pt x="59322" y="25132"/>
                      <a:pt x="13601" y="3320"/>
                      <a:pt x="5410" y="462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5237" name="Graphique 2">
                <a:extLst>
                  <a:ext uri="{FF2B5EF4-FFF2-40B4-BE49-F238E27FC236}">
                    <a16:creationId xmlns:a16="http://schemas.microsoft.com/office/drawing/2014/main" id="{7B7EC7B4-B95F-464B-837F-731F5AE20E2E}"/>
                  </a:ext>
                </a:extLst>
              </p:cNvPr>
              <p:cNvGrpSpPr/>
              <p:nvPr/>
            </p:nvGrpSpPr>
            <p:grpSpPr>
              <a:xfrm>
                <a:off x="8725672" y="4098305"/>
                <a:ext cx="350272" cy="353807"/>
                <a:chOff x="8725672" y="4098305"/>
                <a:chExt cx="350272" cy="353807"/>
              </a:xfrm>
              <a:solidFill>
                <a:schemeClr val="accent1"/>
              </a:solidFill>
            </p:grpSpPr>
            <p:grpSp>
              <p:nvGrpSpPr>
                <p:cNvPr id="15238" name="Graphique 2">
                  <a:extLst>
                    <a:ext uri="{FF2B5EF4-FFF2-40B4-BE49-F238E27FC236}">
                      <a16:creationId xmlns:a16="http://schemas.microsoft.com/office/drawing/2014/main" id="{25AF1952-2C99-4E1E-9998-205F4758B08F}"/>
                    </a:ext>
                  </a:extLst>
                </p:cNvPr>
                <p:cNvGrpSpPr/>
                <p:nvPr/>
              </p:nvGrpSpPr>
              <p:grpSpPr>
                <a:xfrm>
                  <a:off x="8725672" y="4224781"/>
                  <a:ext cx="228546" cy="227331"/>
                  <a:chOff x="8725672" y="4224781"/>
                  <a:chExt cx="228546" cy="227331"/>
                </a:xfrm>
                <a:solidFill>
                  <a:schemeClr val="accent1"/>
                </a:solidFill>
              </p:grpSpPr>
              <p:sp>
                <p:nvSpPr>
                  <p:cNvPr id="15239" name="Forme libre : forme 15238">
                    <a:extLst>
                      <a:ext uri="{FF2B5EF4-FFF2-40B4-BE49-F238E27FC236}">
                        <a16:creationId xmlns:a16="http://schemas.microsoft.com/office/drawing/2014/main" id="{E9A9812E-D3DB-4CB3-9B2E-5E39E9382230}"/>
                      </a:ext>
                    </a:extLst>
                  </p:cNvPr>
                  <p:cNvSpPr/>
                  <p:nvPr/>
                </p:nvSpPr>
                <p:spPr>
                  <a:xfrm rot="-3236967">
                    <a:off x="8759745" y="4255484"/>
                    <a:ext cx="160401" cy="165925"/>
                  </a:xfrm>
                  <a:custGeom>
                    <a:avLst/>
                    <a:gdLst>
                      <a:gd name="connsiteX0" fmla="*/ 160401 w 160401"/>
                      <a:gd name="connsiteY0" fmla="*/ 82963 h 165925"/>
                      <a:gd name="connsiteX1" fmla="*/ 80201 w 160401"/>
                      <a:gd name="connsiteY1" fmla="*/ 165926 h 165925"/>
                      <a:gd name="connsiteX2" fmla="*/ 0 w 160401"/>
                      <a:gd name="connsiteY2" fmla="*/ 82963 h 165925"/>
                      <a:gd name="connsiteX3" fmla="*/ 80201 w 160401"/>
                      <a:gd name="connsiteY3" fmla="*/ 0 h 165925"/>
                      <a:gd name="connsiteX4" fmla="*/ 160401 w 160401"/>
                      <a:gd name="connsiteY4" fmla="*/ 82963 h 165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401" h="165925">
                        <a:moveTo>
                          <a:pt x="160401" y="82963"/>
                        </a:moveTo>
                        <a:cubicBezTo>
                          <a:pt x="160401" y="128782"/>
                          <a:pt x="124494" y="165926"/>
                          <a:pt x="80201" y="165926"/>
                        </a:cubicBezTo>
                        <a:cubicBezTo>
                          <a:pt x="35907" y="165926"/>
                          <a:pt x="0" y="128782"/>
                          <a:pt x="0" y="82963"/>
                        </a:cubicBezTo>
                        <a:cubicBezTo>
                          <a:pt x="0" y="37144"/>
                          <a:pt x="35907" y="0"/>
                          <a:pt x="80201" y="0"/>
                        </a:cubicBezTo>
                        <a:cubicBezTo>
                          <a:pt x="124494" y="0"/>
                          <a:pt x="160401" y="37144"/>
                          <a:pt x="160401" y="82963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40" name="Forme libre : forme 15239">
                    <a:extLst>
                      <a:ext uri="{FF2B5EF4-FFF2-40B4-BE49-F238E27FC236}">
                        <a16:creationId xmlns:a16="http://schemas.microsoft.com/office/drawing/2014/main" id="{14CBC38B-6869-459B-8EB4-A57168683E80}"/>
                      </a:ext>
                    </a:extLst>
                  </p:cNvPr>
                  <p:cNvSpPr/>
                  <p:nvPr/>
                </p:nvSpPr>
                <p:spPr>
                  <a:xfrm>
                    <a:off x="8758056" y="4257693"/>
                    <a:ext cx="118586" cy="160667"/>
                  </a:xfrm>
                  <a:custGeom>
                    <a:avLst/>
                    <a:gdLst>
                      <a:gd name="connsiteX0" fmla="*/ 69056 w 118586"/>
                      <a:gd name="connsiteY0" fmla="*/ 160668 h 160667"/>
                      <a:gd name="connsiteX1" fmla="*/ 58484 w 118586"/>
                      <a:gd name="connsiteY1" fmla="*/ 154191 h 160667"/>
                      <a:gd name="connsiteX2" fmla="*/ 38576 w 118586"/>
                      <a:gd name="connsiteY2" fmla="*/ 40558 h 160667"/>
                      <a:gd name="connsiteX3" fmla="*/ 118586 w 118586"/>
                      <a:gd name="connsiteY3" fmla="*/ 9792 h 160667"/>
                      <a:gd name="connsiteX4" fmla="*/ 14954 w 118586"/>
                      <a:gd name="connsiteY4" fmla="*/ 32271 h 160667"/>
                      <a:gd name="connsiteX5" fmla="*/ 34861 w 118586"/>
                      <a:gd name="connsiteY5" fmla="*/ 145904 h 160667"/>
                      <a:gd name="connsiteX6" fmla="*/ 69056 w 118586"/>
                      <a:gd name="connsiteY6" fmla="*/ 160668 h 160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586" h="160667">
                        <a:moveTo>
                          <a:pt x="69056" y="160668"/>
                        </a:moveTo>
                        <a:cubicBezTo>
                          <a:pt x="65437" y="158763"/>
                          <a:pt x="61912" y="156668"/>
                          <a:pt x="58484" y="154191"/>
                        </a:cubicBezTo>
                        <a:cubicBezTo>
                          <a:pt x="21431" y="127235"/>
                          <a:pt x="12764" y="76467"/>
                          <a:pt x="38576" y="40558"/>
                        </a:cubicBezTo>
                        <a:cubicBezTo>
                          <a:pt x="58769" y="12459"/>
                          <a:pt x="93250" y="172"/>
                          <a:pt x="118586" y="9792"/>
                        </a:cubicBezTo>
                        <a:cubicBezTo>
                          <a:pt x="82867" y="-9068"/>
                          <a:pt x="38576" y="-209"/>
                          <a:pt x="14954" y="32271"/>
                        </a:cubicBezTo>
                        <a:cubicBezTo>
                          <a:pt x="-11144" y="68085"/>
                          <a:pt x="-2191" y="118948"/>
                          <a:pt x="34861" y="145904"/>
                        </a:cubicBezTo>
                        <a:cubicBezTo>
                          <a:pt x="45339" y="153524"/>
                          <a:pt x="57055" y="158382"/>
                          <a:pt x="69056" y="160668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41" name="Forme libre : forme 15240">
                    <a:extLst>
                      <a:ext uri="{FF2B5EF4-FFF2-40B4-BE49-F238E27FC236}">
                        <a16:creationId xmlns:a16="http://schemas.microsoft.com/office/drawing/2014/main" id="{2007C5F5-1A60-44C0-8478-5A08ABDB6193}"/>
                      </a:ext>
                    </a:extLst>
                  </p:cNvPr>
                  <p:cNvSpPr/>
                  <p:nvPr/>
                </p:nvSpPr>
                <p:spPr>
                  <a:xfrm rot="-881447">
                    <a:off x="8844070" y="4294846"/>
                    <a:ext cx="71246" cy="83819"/>
                  </a:xfrm>
                  <a:custGeom>
                    <a:avLst/>
                    <a:gdLst>
                      <a:gd name="connsiteX0" fmla="*/ 71246 w 71246"/>
                      <a:gd name="connsiteY0" fmla="*/ 41910 h 83819"/>
                      <a:gd name="connsiteX1" fmla="*/ 35623 w 71246"/>
                      <a:gd name="connsiteY1" fmla="*/ 83819 h 83819"/>
                      <a:gd name="connsiteX2" fmla="*/ 0 w 71246"/>
                      <a:gd name="connsiteY2" fmla="*/ 41910 h 83819"/>
                      <a:gd name="connsiteX3" fmla="*/ 35623 w 71246"/>
                      <a:gd name="connsiteY3" fmla="*/ 0 h 83819"/>
                      <a:gd name="connsiteX4" fmla="*/ 71246 w 71246"/>
                      <a:gd name="connsiteY4" fmla="*/ 41910 h 8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6" h="83819">
                        <a:moveTo>
                          <a:pt x="71246" y="41910"/>
                        </a:moveTo>
                        <a:cubicBezTo>
                          <a:pt x="71246" y="65056"/>
                          <a:pt x="55297" y="83819"/>
                          <a:pt x="35623" y="83819"/>
                        </a:cubicBezTo>
                        <a:cubicBezTo>
                          <a:pt x="15949" y="83819"/>
                          <a:pt x="0" y="65056"/>
                          <a:pt x="0" y="41910"/>
                        </a:cubicBezTo>
                        <a:cubicBezTo>
                          <a:pt x="0" y="18764"/>
                          <a:pt x="15949" y="0"/>
                          <a:pt x="35623" y="0"/>
                        </a:cubicBezTo>
                        <a:cubicBezTo>
                          <a:pt x="55297" y="0"/>
                          <a:pt x="71246" y="18764"/>
                          <a:pt x="71246" y="4191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42" name="Forme libre : forme 15241">
                    <a:extLst>
                      <a:ext uri="{FF2B5EF4-FFF2-40B4-BE49-F238E27FC236}">
                        <a16:creationId xmlns:a16="http://schemas.microsoft.com/office/drawing/2014/main" id="{661A5812-1B72-499D-8621-E54D0186B7F0}"/>
                      </a:ext>
                    </a:extLst>
                  </p:cNvPr>
                  <p:cNvSpPr/>
                  <p:nvPr/>
                </p:nvSpPr>
                <p:spPr>
                  <a:xfrm rot="-3236967">
                    <a:off x="8876605" y="4367288"/>
                    <a:ext cx="22098" cy="19240"/>
                  </a:xfrm>
                  <a:custGeom>
                    <a:avLst/>
                    <a:gdLst>
                      <a:gd name="connsiteX0" fmla="*/ 22098 w 22098"/>
                      <a:gd name="connsiteY0" fmla="*/ 9620 h 19240"/>
                      <a:gd name="connsiteX1" fmla="*/ 11049 w 22098"/>
                      <a:gd name="connsiteY1" fmla="*/ 19240 h 19240"/>
                      <a:gd name="connsiteX2" fmla="*/ 0 w 22098"/>
                      <a:gd name="connsiteY2" fmla="*/ 9620 h 19240"/>
                      <a:gd name="connsiteX3" fmla="*/ 11049 w 22098"/>
                      <a:gd name="connsiteY3" fmla="*/ 0 h 19240"/>
                      <a:gd name="connsiteX4" fmla="*/ 22098 w 22098"/>
                      <a:gd name="connsiteY4" fmla="*/ 962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8" h="19240">
                        <a:moveTo>
                          <a:pt x="22098" y="9620"/>
                        </a:moveTo>
                        <a:cubicBezTo>
                          <a:pt x="22098" y="14933"/>
                          <a:pt x="17151" y="19240"/>
                          <a:pt x="11049" y="19240"/>
                        </a:cubicBezTo>
                        <a:cubicBezTo>
                          <a:pt x="4947" y="19240"/>
                          <a:pt x="0" y="14933"/>
                          <a:pt x="0" y="9620"/>
                        </a:cubicBezTo>
                        <a:cubicBezTo>
                          <a:pt x="0" y="4307"/>
                          <a:pt x="4947" y="0"/>
                          <a:pt x="11049" y="0"/>
                        </a:cubicBezTo>
                        <a:cubicBezTo>
                          <a:pt x="17151" y="0"/>
                          <a:pt x="22098" y="4307"/>
                          <a:pt x="22098" y="9620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243" name="Graphique 2">
                  <a:extLst>
                    <a:ext uri="{FF2B5EF4-FFF2-40B4-BE49-F238E27FC236}">
                      <a16:creationId xmlns:a16="http://schemas.microsoft.com/office/drawing/2014/main" id="{D2719CD4-5096-4FF8-A0DC-2F2569B8599B}"/>
                    </a:ext>
                  </a:extLst>
                </p:cNvPr>
                <p:cNvGrpSpPr/>
                <p:nvPr/>
              </p:nvGrpSpPr>
              <p:grpSpPr>
                <a:xfrm>
                  <a:off x="8847397" y="4122246"/>
                  <a:ext cx="228546" cy="227331"/>
                  <a:chOff x="8847397" y="4122246"/>
                  <a:chExt cx="228546" cy="227331"/>
                </a:xfrm>
                <a:solidFill>
                  <a:schemeClr val="accent1"/>
                </a:solidFill>
              </p:grpSpPr>
              <p:sp>
                <p:nvSpPr>
                  <p:cNvPr id="15244" name="Forme libre : forme 15243">
                    <a:extLst>
                      <a:ext uri="{FF2B5EF4-FFF2-40B4-BE49-F238E27FC236}">
                        <a16:creationId xmlns:a16="http://schemas.microsoft.com/office/drawing/2014/main" id="{70263C10-EB36-4A05-9847-EFC0823AE464}"/>
                      </a:ext>
                    </a:extLst>
                  </p:cNvPr>
                  <p:cNvSpPr/>
                  <p:nvPr/>
                </p:nvSpPr>
                <p:spPr>
                  <a:xfrm rot="-3236967">
                    <a:off x="8881470" y="4152948"/>
                    <a:ext cx="160401" cy="165925"/>
                  </a:xfrm>
                  <a:custGeom>
                    <a:avLst/>
                    <a:gdLst>
                      <a:gd name="connsiteX0" fmla="*/ 160401 w 160401"/>
                      <a:gd name="connsiteY0" fmla="*/ 82963 h 165925"/>
                      <a:gd name="connsiteX1" fmla="*/ 80201 w 160401"/>
                      <a:gd name="connsiteY1" fmla="*/ 165926 h 165925"/>
                      <a:gd name="connsiteX2" fmla="*/ 0 w 160401"/>
                      <a:gd name="connsiteY2" fmla="*/ 82963 h 165925"/>
                      <a:gd name="connsiteX3" fmla="*/ 80201 w 160401"/>
                      <a:gd name="connsiteY3" fmla="*/ 0 h 165925"/>
                      <a:gd name="connsiteX4" fmla="*/ 160401 w 160401"/>
                      <a:gd name="connsiteY4" fmla="*/ 82963 h 165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401" h="165925">
                        <a:moveTo>
                          <a:pt x="160401" y="82963"/>
                        </a:moveTo>
                        <a:cubicBezTo>
                          <a:pt x="160401" y="128782"/>
                          <a:pt x="124494" y="165926"/>
                          <a:pt x="80201" y="165926"/>
                        </a:cubicBezTo>
                        <a:cubicBezTo>
                          <a:pt x="35907" y="165926"/>
                          <a:pt x="0" y="128782"/>
                          <a:pt x="0" y="82963"/>
                        </a:cubicBezTo>
                        <a:cubicBezTo>
                          <a:pt x="0" y="37144"/>
                          <a:pt x="35907" y="0"/>
                          <a:pt x="80201" y="0"/>
                        </a:cubicBezTo>
                        <a:cubicBezTo>
                          <a:pt x="124494" y="0"/>
                          <a:pt x="160401" y="37144"/>
                          <a:pt x="160401" y="82963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45" name="Forme libre : forme 15244">
                    <a:extLst>
                      <a:ext uri="{FF2B5EF4-FFF2-40B4-BE49-F238E27FC236}">
                        <a16:creationId xmlns:a16="http://schemas.microsoft.com/office/drawing/2014/main" id="{BBEA2F56-545A-4636-8221-152F723CA9C4}"/>
                      </a:ext>
                    </a:extLst>
                  </p:cNvPr>
                  <p:cNvSpPr/>
                  <p:nvPr/>
                </p:nvSpPr>
                <p:spPr>
                  <a:xfrm>
                    <a:off x="8879691" y="4155109"/>
                    <a:ext cx="118586" cy="160667"/>
                  </a:xfrm>
                  <a:custGeom>
                    <a:avLst/>
                    <a:gdLst>
                      <a:gd name="connsiteX0" fmla="*/ 69056 w 118586"/>
                      <a:gd name="connsiteY0" fmla="*/ 160668 h 160667"/>
                      <a:gd name="connsiteX1" fmla="*/ 58483 w 118586"/>
                      <a:gd name="connsiteY1" fmla="*/ 154191 h 160667"/>
                      <a:gd name="connsiteX2" fmla="*/ 38576 w 118586"/>
                      <a:gd name="connsiteY2" fmla="*/ 40558 h 160667"/>
                      <a:gd name="connsiteX3" fmla="*/ 118586 w 118586"/>
                      <a:gd name="connsiteY3" fmla="*/ 9792 h 160667"/>
                      <a:gd name="connsiteX4" fmla="*/ 14954 w 118586"/>
                      <a:gd name="connsiteY4" fmla="*/ 32271 h 160667"/>
                      <a:gd name="connsiteX5" fmla="*/ 34862 w 118586"/>
                      <a:gd name="connsiteY5" fmla="*/ 145904 h 160667"/>
                      <a:gd name="connsiteX6" fmla="*/ 69056 w 118586"/>
                      <a:gd name="connsiteY6" fmla="*/ 160668 h 160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586" h="160667">
                        <a:moveTo>
                          <a:pt x="69056" y="160668"/>
                        </a:moveTo>
                        <a:cubicBezTo>
                          <a:pt x="65437" y="158763"/>
                          <a:pt x="61913" y="156667"/>
                          <a:pt x="58483" y="154191"/>
                        </a:cubicBezTo>
                        <a:cubicBezTo>
                          <a:pt x="21431" y="127235"/>
                          <a:pt x="12764" y="76467"/>
                          <a:pt x="38576" y="40558"/>
                        </a:cubicBezTo>
                        <a:cubicBezTo>
                          <a:pt x="58769" y="12459"/>
                          <a:pt x="93250" y="172"/>
                          <a:pt x="118586" y="9792"/>
                        </a:cubicBezTo>
                        <a:cubicBezTo>
                          <a:pt x="82867" y="-9068"/>
                          <a:pt x="38576" y="-209"/>
                          <a:pt x="14954" y="32271"/>
                        </a:cubicBezTo>
                        <a:cubicBezTo>
                          <a:pt x="-11144" y="68085"/>
                          <a:pt x="-2191" y="118948"/>
                          <a:pt x="34862" y="145904"/>
                        </a:cubicBezTo>
                        <a:cubicBezTo>
                          <a:pt x="45339" y="153619"/>
                          <a:pt x="57150" y="158477"/>
                          <a:pt x="69056" y="160668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46" name="Forme libre : forme 15245">
                    <a:extLst>
                      <a:ext uri="{FF2B5EF4-FFF2-40B4-BE49-F238E27FC236}">
                        <a16:creationId xmlns:a16="http://schemas.microsoft.com/office/drawing/2014/main" id="{64C4CE14-7D2A-4F43-8E86-D414E4739DA3}"/>
                      </a:ext>
                    </a:extLst>
                  </p:cNvPr>
                  <p:cNvSpPr/>
                  <p:nvPr/>
                </p:nvSpPr>
                <p:spPr>
                  <a:xfrm rot="-881447">
                    <a:off x="8965778" y="4192245"/>
                    <a:ext cx="71246" cy="83819"/>
                  </a:xfrm>
                  <a:custGeom>
                    <a:avLst/>
                    <a:gdLst>
                      <a:gd name="connsiteX0" fmla="*/ 71246 w 71246"/>
                      <a:gd name="connsiteY0" fmla="*/ 41910 h 83819"/>
                      <a:gd name="connsiteX1" fmla="*/ 35623 w 71246"/>
                      <a:gd name="connsiteY1" fmla="*/ 83819 h 83819"/>
                      <a:gd name="connsiteX2" fmla="*/ 0 w 71246"/>
                      <a:gd name="connsiteY2" fmla="*/ 41910 h 83819"/>
                      <a:gd name="connsiteX3" fmla="*/ 35623 w 71246"/>
                      <a:gd name="connsiteY3" fmla="*/ 0 h 83819"/>
                      <a:gd name="connsiteX4" fmla="*/ 71246 w 71246"/>
                      <a:gd name="connsiteY4" fmla="*/ 41910 h 8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6" h="83819">
                        <a:moveTo>
                          <a:pt x="71246" y="41910"/>
                        </a:moveTo>
                        <a:cubicBezTo>
                          <a:pt x="71246" y="65056"/>
                          <a:pt x="55297" y="83819"/>
                          <a:pt x="35623" y="83819"/>
                        </a:cubicBezTo>
                        <a:cubicBezTo>
                          <a:pt x="15949" y="83819"/>
                          <a:pt x="0" y="65056"/>
                          <a:pt x="0" y="41910"/>
                        </a:cubicBezTo>
                        <a:cubicBezTo>
                          <a:pt x="0" y="18764"/>
                          <a:pt x="15949" y="0"/>
                          <a:pt x="35623" y="0"/>
                        </a:cubicBezTo>
                        <a:cubicBezTo>
                          <a:pt x="55297" y="0"/>
                          <a:pt x="71246" y="18764"/>
                          <a:pt x="71246" y="4191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47" name="Forme libre : forme 15246">
                    <a:extLst>
                      <a:ext uri="{FF2B5EF4-FFF2-40B4-BE49-F238E27FC236}">
                        <a16:creationId xmlns:a16="http://schemas.microsoft.com/office/drawing/2014/main" id="{0281BE57-29AF-4FD6-A25E-4FA2BF23F90B}"/>
                      </a:ext>
                    </a:extLst>
                  </p:cNvPr>
                  <p:cNvSpPr/>
                  <p:nvPr/>
                </p:nvSpPr>
                <p:spPr>
                  <a:xfrm rot="-3236967">
                    <a:off x="8998330" y="4264753"/>
                    <a:ext cx="22098" cy="19240"/>
                  </a:xfrm>
                  <a:custGeom>
                    <a:avLst/>
                    <a:gdLst>
                      <a:gd name="connsiteX0" fmla="*/ 22098 w 22098"/>
                      <a:gd name="connsiteY0" fmla="*/ 9620 h 19240"/>
                      <a:gd name="connsiteX1" fmla="*/ 11049 w 22098"/>
                      <a:gd name="connsiteY1" fmla="*/ 19241 h 19240"/>
                      <a:gd name="connsiteX2" fmla="*/ 0 w 22098"/>
                      <a:gd name="connsiteY2" fmla="*/ 9620 h 19240"/>
                      <a:gd name="connsiteX3" fmla="*/ 11049 w 22098"/>
                      <a:gd name="connsiteY3" fmla="*/ 0 h 19240"/>
                      <a:gd name="connsiteX4" fmla="*/ 22098 w 22098"/>
                      <a:gd name="connsiteY4" fmla="*/ 962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8" h="19240">
                        <a:moveTo>
                          <a:pt x="22098" y="9620"/>
                        </a:moveTo>
                        <a:cubicBezTo>
                          <a:pt x="22098" y="14933"/>
                          <a:pt x="17151" y="19241"/>
                          <a:pt x="11049" y="19241"/>
                        </a:cubicBezTo>
                        <a:cubicBezTo>
                          <a:pt x="4947" y="19241"/>
                          <a:pt x="0" y="14934"/>
                          <a:pt x="0" y="9620"/>
                        </a:cubicBezTo>
                        <a:cubicBezTo>
                          <a:pt x="0" y="4307"/>
                          <a:pt x="4947" y="0"/>
                          <a:pt x="11049" y="0"/>
                        </a:cubicBezTo>
                        <a:cubicBezTo>
                          <a:pt x="17151" y="0"/>
                          <a:pt x="22098" y="4307"/>
                          <a:pt x="22098" y="9620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248" name="Graphique 2">
                  <a:extLst>
                    <a:ext uri="{FF2B5EF4-FFF2-40B4-BE49-F238E27FC236}">
                      <a16:creationId xmlns:a16="http://schemas.microsoft.com/office/drawing/2014/main" id="{2F7FB972-AEB3-4C46-AB91-82472AD0B309}"/>
                    </a:ext>
                  </a:extLst>
                </p:cNvPr>
                <p:cNvGrpSpPr/>
                <p:nvPr/>
              </p:nvGrpSpPr>
              <p:grpSpPr>
                <a:xfrm>
                  <a:off x="8726897" y="4098305"/>
                  <a:ext cx="228546" cy="227331"/>
                  <a:chOff x="8726897" y="4098305"/>
                  <a:chExt cx="228546" cy="227331"/>
                </a:xfrm>
                <a:solidFill>
                  <a:schemeClr val="accent1"/>
                </a:solidFill>
              </p:grpSpPr>
              <p:sp>
                <p:nvSpPr>
                  <p:cNvPr id="15249" name="Forme libre : forme 15248">
                    <a:extLst>
                      <a:ext uri="{FF2B5EF4-FFF2-40B4-BE49-F238E27FC236}">
                        <a16:creationId xmlns:a16="http://schemas.microsoft.com/office/drawing/2014/main" id="{0B210C5F-1A9F-4567-A35A-8C9F42F956CB}"/>
                      </a:ext>
                    </a:extLst>
                  </p:cNvPr>
                  <p:cNvSpPr/>
                  <p:nvPr/>
                </p:nvSpPr>
                <p:spPr>
                  <a:xfrm rot="-3236967">
                    <a:off x="8760970" y="4129007"/>
                    <a:ext cx="160401" cy="165925"/>
                  </a:xfrm>
                  <a:custGeom>
                    <a:avLst/>
                    <a:gdLst>
                      <a:gd name="connsiteX0" fmla="*/ 160401 w 160401"/>
                      <a:gd name="connsiteY0" fmla="*/ 82963 h 165925"/>
                      <a:gd name="connsiteX1" fmla="*/ 80201 w 160401"/>
                      <a:gd name="connsiteY1" fmla="*/ 165926 h 165925"/>
                      <a:gd name="connsiteX2" fmla="*/ 0 w 160401"/>
                      <a:gd name="connsiteY2" fmla="*/ 82963 h 165925"/>
                      <a:gd name="connsiteX3" fmla="*/ 80201 w 160401"/>
                      <a:gd name="connsiteY3" fmla="*/ 0 h 165925"/>
                      <a:gd name="connsiteX4" fmla="*/ 160401 w 160401"/>
                      <a:gd name="connsiteY4" fmla="*/ 82963 h 165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401" h="165925">
                        <a:moveTo>
                          <a:pt x="160401" y="82963"/>
                        </a:moveTo>
                        <a:cubicBezTo>
                          <a:pt x="160401" y="128782"/>
                          <a:pt x="124494" y="165926"/>
                          <a:pt x="80201" y="165926"/>
                        </a:cubicBezTo>
                        <a:cubicBezTo>
                          <a:pt x="35907" y="165926"/>
                          <a:pt x="0" y="128782"/>
                          <a:pt x="0" y="82963"/>
                        </a:cubicBezTo>
                        <a:cubicBezTo>
                          <a:pt x="0" y="37144"/>
                          <a:pt x="35907" y="0"/>
                          <a:pt x="80201" y="0"/>
                        </a:cubicBezTo>
                        <a:cubicBezTo>
                          <a:pt x="124494" y="0"/>
                          <a:pt x="160401" y="37144"/>
                          <a:pt x="160401" y="82963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50" name="Forme libre : forme 15249">
                    <a:extLst>
                      <a:ext uri="{FF2B5EF4-FFF2-40B4-BE49-F238E27FC236}">
                        <a16:creationId xmlns:a16="http://schemas.microsoft.com/office/drawing/2014/main" id="{CA13CE4D-48DD-4D9C-A06D-32F65092857B}"/>
                      </a:ext>
                    </a:extLst>
                  </p:cNvPr>
                  <p:cNvSpPr/>
                  <p:nvPr/>
                </p:nvSpPr>
                <p:spPr>
                  <a:xfrm>
                    <a:off x="8759295" y="4131201"/>
                    <a:ext cx="118586" cy="160667"/>
                  </a:xfrm>
                  <a:custGeom>
                    <a:avLst/>
                    <a:gdLst>
                      <a:gd name="connsiteX0" fmla="*/ 69056 w 118586"/>
                      <a:gd name="connsiteY0" fmla="*/ 160668 h 160667"/>
                      <a:gd name="connsiteX1" fmla="*/ 58484 w 118586"/>
                      <a:gd name="connsiteY1" fmla="*/ 154191 h 160667"/>
                      <a:gd name="connsiteX2" fmla="*/ 38576 w 118586"/>
                      <a:gd name="connsiteY2" fmla="*/ 40558 h 160667"/>
                      <a:gd name="connsiteX3" fmla="*/ 118586 w 118586"/>
                      <a:gd name="connsiteY3" fmla="*/ 9792 h 160667"/>
                      <a:gd name="connsiteX4" fmla="*/ 14954 w 118586"/>
                      <a:gd name="connsiteY4" fmla="*/ 32271 h 160667"/>
                      <a:gd name="connsiteX5" fmla="*/ 34861 w 118586"/>
                      <a:gd name="connsiteY5" fmla="*/ 145904 h 160667"/>
                      <a:gd name="connsiteX6" fmla="*/ 69056 w 118586"/>
                      <a:gd name="connsiteY6" fmla="*/ 160668 h 160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586" h="160667">
                        <a:moveTo>
                          <a:pt x="69056" y="160668"/>
                        </a:moveTo>
                        <a:cubicBezTo>
                          <a:pt x="65437" y="158763"/>
                          <a:pt x="61912" y="156668"/>
                          <a:pt x="58484" y="154191"/>
                        </a:cubicBezTo>
                        <a:cubicBezTo>
                          <a:pt x="21431" y="127235"/>
                          <a:pt x="12763" y="76467"/>
                          <a:pt x="38576" y="40558"/>
                        </a:cubicBezTo>
                        <a:cubicBezTo>
                          <a:pt x="58769" y="12459"/>
                          <a:pt x="93250" y="172"/>
                          <a:pt x="118586" y="9792"/>
                        </a:cubicBezTo>
                        <a:cubicBezTo>
                          <a:pt x="82867" y="-9068"/>
                          <a:pt x="38576" y="-209"/>
                          <a:pt x="14954" y="32271"/>
                        </a:cubicBezTo>
                        <a:cubicBezTo>
                          <a:pt x="-11144" y="68085"/>
                          <a:pt x="-2191" y="118948"/>
                          <a:pt x="34861" y="145904"/>
                        </a:cubicBezTo>
                        <a:cubicBezTo>
                          <a:pt x="45339" y="153524"/>
                          <a:pt x="57055" y="158382"/>
                          <a:pt x="69056" y="160668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51" name="Forme libre : forme 15250">
                    <a:extLst>
                      <a:ext uri="{FF2B5EF4-FFF2-40B4-BE49-F238E27FC236}">
                        <a16:creationId xmlns:a16="http://schemas.microsoft.com/office/drawing/2014/main" id="{2D3F5BAB-A340-4C32-A160-17F49E8A9197}"/>
                      </a:ext>
                    </a:extLst>
                  </p:cNvPr>
                  <p:cNvSpPr/>
                  <p:nvPr/>
                </p:nvSpPr>
                <p:spPr>
                  <a:xfrm rot="-881447">
                    <a:off x="8845305" y="4168357"/>
                    <a:ext cx="71246" cy="83819"/>
                  </a:xfrm>
                  <a:custGeom>
                    <a:avLst/>
                    <a:gdLst>
                      <a:gd name="connsiteX0" fmla="*/ 71246 w 71246"/>
                      <a:gd name="connsiteY0" fmla="*/ 41910 h 83819"/>
                      <a:gd name="connsiteX1" fmla="*/ 35623 w 71246"/>
                      <a:gd name="connsiteY1" fmla="*/ 83819 h 83819"/>
                      <a:gd name="connsiteX2" fmla="*/ 0 w 71246"/>
                      <a:gd name="connsiteY2" fmla="*/ 41910 h 83819"/>
                      <a:gd name="connsiteX3" fmla="*/ 35623 w 71246"/>
                      <a:gd name="connsiteY3" fmla="*/ 0 h 83819"/>
                      <a:gd name="connsiteX4" fmla="*/ 71246 w 71246"/>
                      <a:gd name="connsiteY4" fmla="*/ 41910 h 8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6" h="83819">
                        <a:moveTo>
                          <a:pt x="71246" y="41910"/>
                        </a:moveTo>
                        <a:cubicBezTo>
                          <a:pt x="71246" y="65056"/>
                          <a:pt x="55297" y="83819"/>
                          <a:pt x="35623" y="83819"/>
                        </a:cubicBezTo>
                        <a:cubicBezTo>
                          <a:pt x="15949" y="83819"/>
                          <a:pt x="0" y="65056"/>
                          <a:pt x="0" y="41910"/>
                        </a:cubicBezTo>
                        <a:cubicBezTo>
                          <a:pt x="0" y="18764"/>
                          <a:pt x="15949" y="0"/>
                          <a:pt x="35623" y="0"/>
                        </a:cubicBezTo>
                        <a:cubicBezTo>
                          <a:pt x="55297" y="0"/>
                          <a:pt x="71246" y="18764"/>
                          <a:pt x="71246" y="4191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52" name="Forme libre : forme 15251">
                    <a:extLst>
                      <a:ext uri="{FF2B5EF4-FFF2-40B4-BE49-F238E27FC236}">
                        <a16:creationId xmlns:a16="http://schemas.microsoft.com/office/drawing/2014/main" id="{63C13F1A-E2FC-4FB4-93BC-A095C0354D20}"/>
                      </a:ext>
                    </a:extLst>
                  </p:cNvPr>
                  <p:cNvSpPr/>
                  <p:nvPr/>
                </p:nvSpPr>
                <p:spPr>
                  <a:xfrm rot="-3236967">
                    <a:off x="8877830" y="4240812"/>
                    <a:ext cx="22098" cy="19240"/>
                  </a:xfrm>
                  <a:custGeom>
                    <a:avLst/>
                    <a:gdLst>
                      <a:gd name="connsiteX0" fmla="*/ 22098 w 22098"/>
                      <a:gd name="connsiteY0" fmla="*/ 9620 h 19240"/>
                      <a:gd name="connsiteX1" fmla="*/ 11049 w 22098"/>
                      <a:gd name="connsiteY1" fmla="*/ 19241 h 19240"/>
                      <a:gd name="connsiteX2" fmla="*/ 0 w 22098"/>
                      <a:gd name="connsiteY2" fmla="*/ 9620 h 19240"/>
                      <a:gd name="connsiteX3" fmla="*/ 11049 w 22098"/>
                      <a:gd name="connsiteY3" fmla="*/ 0 h 19240"/>
                      <a:gd name="connsiteX4" fmla="*/ 22098 w 22098"/>
                      <a:gd name="connsiteY4" fmla="*/ 962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8" h="19240">
                        <a:moveTo>
                          <a:pt x="22098" y="9620"/>
                        </a:moveTo>
                        <a:cubicBezTo>
                          <a:pt x="22098" y="14933"/>
                          <a:pt x="17151" y="19241"/>
                          <a:pt x="11049" y="19241"/>
                        </a:cubicBezTo>
                        <a:cubicBezTo>
                          <a:pt x="4947" y="19241"/>
                          <a:pt x="0" y="14933"/>
                          <a:pt x="0" y="9620"/>
                        </a:cubicBezTo>
                        <a:cubicBezTo>
                          <a:pt x="0" y="4307"/>
                          <a:pt x="4947" y="0"/>
                          <a:pt x="11049" y="0"/>
                        </a:cubicBezTo>
                        <a:cubicBezTo>
                          <a:pt x="17151" y="0"/>
                          <a:pt x="22098" y="4307"/>
                          <a:pt x="22098" y="9620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sp>
            <p:nvSpPr>
              <p:cNvPr id="15253" name="Forme libre : forme 15252">
                <a:extLst>
                  <a:ext uri="{FF2B5EF4-FFF2-40B4-BE49-F238E27FC236}">
                    <a16:creationId xmlns:a16="http://schemas.microsoft.com/office/drawing/2014/main" id="{00775AA1-53FE-4A9D-A0FC-CB528AA88261}"/>
                  </a:ext>
                </a:extLst>
              </p:cNvPr>
              <p:cNvSpPr/>
              <p:nvPr/>
            </p:nvSpPr>
            <p:spPr>
              <a:xfrm>
                <a:off x="8656139" y="4105084"/>
                <a:ext cx="124967" cy="162210"/>
              </a:xfrm>
              <a:custGeom>
                <a:avLst/>
                <a:gdLst>
                  <a:gd name="connsiteX0" fmla="*/ 69437 w 124967"/>
                  <a:gd name="connsiteY0" fmla="*/ 88297 h 162210"/>
                  <a:gd name="connsiteX1" fmla="*/ 59817 w 124967"/>
                  <a:gd name="connsiteY1" fmla="*/ 69723 h 162210"/>
                  <a:gd name="connsiteX2" fmla="*/ 0 w 124967"/>
                  <a:gd name="connsiteY2" fmla="*/ 0 h 162210"/>
                  <a:gd name="connsiteX3" fmla="*/ 35052 w 124967"/>
                  <a:gd name="connsiteY3" fmla="*/ 40767 h 162210"/>
                  <a:gd name="connsiteX4" fmla="*/ 61817 w 124967"/>
                  <a:gd name="connsiteY4" fmla="*/ 87725 h 162210"/>
                  <a:gd name="connsiteX5" fmla="*/ 91821 w 124967"/>
                  <a:gd name="connsiteY5" fmla="*/ 131350 h 162210"/>
                  <a:gd name="connsiteX6" fmla="*/ 124968 w 124967"/>
                  <a:gd name="connsiteY6" fmla="*/ 162211 h 162210"/>
                  <a:gd name="connsiteX7" fmla="*/ 110585 w 124967"/>
                  <a:gd name="connsiteY7" fmla="*/ 146590 h 162210"/>
                  <a:gd name="connsiteX8" fmla="*/ 95155 w 124967"/>
                  <a:gd name="connsiteY8" fmla="*/ 128206 h 162210"/>
                  <a:gd name="connsiteX9" fmla="*/ 69437 w 124967"/>
                  <a:gd name="connsiteY9" fmla="*/ 88297 h 162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4967" h="162210">
                    <a:moveTo>
                      <a:pt x="69437" y="88297"/>
                    </a:moveTo>
                    <a:cubicBezTo>
                      <a:pt x="66199" y="82105"/>
                      <a:pt x="63151" y="75819"/>
                      <a:pt x="59817" y="69723"/>
                    </a:cubicBezTo>
                    <a:cubicBezTo>
                      <a:pt x="45053" y="42577"/>
                      <a:pt x="24479" y="18669"/>
                      <a:pt x="0" y="0"/>
                    </a:cubicBezTo>
                    <a:cubicBezTo>
                      <a:pt x="14478" y="10763"/>
                      <a:pt x="25622" y="25432"/>
                      <a:pt x="35052" y="40767"/>
                    </a:cubicBezTo>
                    <a:cubicBezTo>
                      <a:pt x="44482" y="56102"/>
                      <a:pt x="52578" y="72295"/>
                      <a:pt x="61817" y="87725"/>
                    </a:cubicBezTo>
                    <a:cubicBezTo>
                      <a:pt x="70961" y="102870"/>
                      <a:pt x="81248" y="117157"/>
                      <a:pt x="91821" y="131350"/>
                    </a:cubicBezTo>
                    <a:cubicBezTo>
                      <a:pt x="100203" y="142589"/>
                      <a:pt x="110871" y="157924"/>
                      <a:pt x="124968" y="162211"/>
                    </a:cubicBezTo>
                    <a:cubicBezTo>
                      <a:pt x="124206" y="157448"/>
                      <a:pt x="113919" y="150209"/>
                      <a:pt x="110585" y="146590"/>
                    </a:cubicBezTo>
                    <a:cubicBezTo>
                      <a:pt x="105156" y="140684"/>
                      <a:pt x="100108" y="134588"/>
                      <a:pt x="95155" y="128206"/>
                    </a:cubicBezTo>
                    <a:cubicBezTo>
                      <a:pt x="85439" y="115538"/>
                      <a:pt x="76867" y="102203"/>
                      <a:pt x="69437" y="88297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54" name="Forme libre : forme 15253">
                <a:extLst>
                  <a:ext uri="{FF2B5EF4-FFF2-40B4-BE49-F238E27FC236}">
                    <a16:creationId xmlns:a16="http://schemas.microsoft.com/office/drawing/2014/main" id="{323509DB-3DF6-44FA-BF1D-1FFCF45F26E7}"/>
                  </a:ext>
                </a:extLst>
              </p:cNvPr>
              <p:cNvSpPr/>
              <p:nvPr/>
            </p:nvSpPr>
            <p:spPr>
              <a:xfrm>
                <a:off x="8708527" y="4040980"/>
                <a:ext cx="184859" cy="106315"/>
              </a:xfrm>
              <a:custGeom>
                <a:avLst/>
                <a:gdLst>
                  <a:gd name="connsiteX0" fmla="*/ 148209 w 184859"/>
                  <a:gd name="connsiteY0" fmla="*/ 81344 h 106315"/>
                  <a:gd name="connsiteX1" fmla="*/ 40481 w 184859"/>
                  <a:gd name="connsiteY1" fmla="*/ 31432 h 106315"/>
                  <a:gd name="connsiteX2" fmla="*/ 0 w 184859"/>
                  <a:gd name="connsiteY2" fmla="*/ 0 h 106315"/>
                  <a:gd name="connsiteX3" fmla="*/ 64484 w 184859"/>
                  <a:gd name="connsiteY3" fmla="*/ 39719 h 106315"/>
                  <a:gd name="connsiteX4" fmla="*/ 95440 w 184859"/>
                  <a:gd name="connsiteY4" fmla="*/ 54864 h 106315"/>
                  <a:gd name="connsiteX5" fmla="*/ 117348 w 184859"/>
                  <a:gd name="connsiteY5" fmla="*/ 63722 h 106315"/>
                  <a:gd name="connsiteX6" fmla="*/ 156591 w 184859"/>
                  <a:gd name="connsiteY6" fmla="*/ 83248 h 106315"/>
                  <a:gd name="connsiteX7" fmla="*/ 174879 w 184859"/>
                  <a:gd name="connsiteY7" fmla="*/ 94393 h 106315"/>
                  <a:gd name="connsiteX8" fmla="*/ 183356 w 184859"/>
                  <a:gd name="connsiteY8" fmla="*/ 106299 h 106315"/>
                  <a:gd name="connsiteX9" fmla="*/ 167164 w 184859"/>
                  <a:gd name="connsiteY9" fmla="*/ 93916 h 106315"/>
                  <a:gd name="connsiteX10" fmla="*/ 148209 w 184859"/>
                  <a:gd name="connsiteY10" fmla="*/ 81344 h 10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4859" h="106315">
                    <a:moveTo>
                      <a:pt x="148209" y="81344"/>
                    </a:moveTo>
                    <a:cubicBezTo>
                      <a:pt x="114014" y="61341"/>
                      <a:pt x="74009" y="52483"/>
                      <a:pt x="40481" y="31432"/>
                    </a:cubicBezTo>
                    <a:cubicBezTo>
                      <a:pt x="26003" y="22384"/>
                      <a:pt x="12954" y="11144"/>
                      <a:pt x="0" y="0"/>
                    </a:cubicBezTo>
                    <a:cubicBezTo>
                      <a:pt x="20764" y="14383"/>
                      <a:pt x="42291" y="27718"/>
                      <a:pt x="64484" y="39719"/>
                    </a:cubicBezTo>
                    <a:cubicBezTo>
                      <a:pt x="74581" y="45148"/>
                      <a:pt x="84868" y="50387"/>
                      <a:pt x="95440" y="54864"/>
                    </a:cubicBezTo>
                    <a:cubicBezTo>
                      <a:pt x="102679" y="57912"/>
                      <a:pt x="110109" y="60674"/>
                      <a:pt x="117348" y="63722"/>
                    </a:cubicBezTo>
                    <a:cubicBezTo>
                      <a:pt x="130778" y="69437"/>
                      <a:pt x="143637" y="76295"/>
                      <a:pt x="156591" y="83248"/>
                    </a:cubicBezTo>
                    <a:cubicBezTo>
                      <a:pt x="162878" y="86582"/>
                      <a:pt x="169164" y="90011"/>
                      <a:pt x="174879" y="94393"/>
                    </a:cubicBezTo>
                    <a:cubicBezTo>
                      <a:pt x="176784" y="95821"/>
                      <a:pt x="189071" y="105632"/>
                      <a:pt x="183356" y="106299"/>
                    </a:cubicBezTo>
                    <a:cubicBezTo>
                      <a:pt x="179261" y="106775"/>
                      <a:pt x="170497" y="96488"/>
                      <a:pt x="167164" y="93916"/>
                    </a:cubicBezTo>
                    <a:cubicBezTo>
                      <a:pt x="161068" y="89345"/>
                      <a:pt x="154781" y="85154"/>
                      <a:pt x="148209" y="81344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55" name="Forme libre : forme 15254">
                <a:extLst>
                  <a:ext uri="{FF2B5EF4-FFF2-40B4-BE49-F238E27FC236}">
                    <a16:creationId xmlns:a16="http://schemas.microsoft.com/office/drawing/2014/main" id="{51C0590C-3111-40E8-8587-6F8A92325212}"/>
                  </a:ext>
                </a:extLst>
              </p:cNvPr>
              <p:cNvSpPr/>
              <p:nvPr/>
            </p:nvSpPr>
            <p:spPr>
              <a:xfrm>
                <a:off x="8658680" y="4059201"/>
                <a:ext cx="162343" cy="131226"/>
              </a:xfrm>
              <a:custGeom>
                <a:avLst/>
                <a:gdLst>
                  <a:gd name="connsiteX0" fmla="*/ 144048 w 162343"/>
                  <a:gd name="connsiteY0" fmla="*/ 69218 h 131226"/>
                  <a:gd name="connsiteX1" fmla="*/ 98805 w 162343"/>
                  <a:gd name="connsiteY1" fmla="*/ 114462 h 131226"/>
                  <a:gd name="connsiteX2" fmla="*/ 90613 w 162343"/>
                  <a:gd name="connsiteY2" fmla="*/ 131226 h 131226"/>
                  <a:gd name="connsiteX3" fmla="*/ 74992 w 162343"/>
                  <a:gd name="connsiteY3" fmla="*/ 116367 h 131226"/>
                  <a:gd name="connsiteX4" fmla="*/ 34416 w 162343"/>
                  <a:gd name="connsiteY4" fmla="*/ 70457 h 131226"/>
                  <a:gd name="connsiteX5" fmla="*/ 2126 w 162343"/>
                  <a:gd name="connsiteY5" fmla="*/ 30261 h 131226"/>
                  <a:gd name="connsiteX6" fmla="*/ 602 w 162343"/>
                  <a:gd name="connsiteY6" fmla="*/ 15117 h 131226"/>
                  <a:gd name="connsiteX7" fmla="*/ 15652 w 162343"/>
                  <a:gd name="connsiteY7" fmla="*/ 924 h 131226"/>
                  <a:gd name="connsiteX8" fmla="*/ 36797 w 162343"/>
                  <a:gd name="connsiteY8" fmla="*/ 2829 h 131226"/>
                  <a:gd name="connsiteX9" fmla="*/ 55561 w 162343"/>
                  <a:gd name="connsiteY9" fmla="*/ 13402 h 131226"/>
                  <a:gd name="connsiteX10" fmla="*/ 72230 w 162343"/>
                  <a:gd name="connsiteY10" fmla="*/ 24356 h 131226"/>
                  <a:gd name="connsiteX11" fmla="*/ 88994 w 162343"/>
                  <a:gd name="connsiteY11" fmla="*/ 33976 h 131226"/>
                  <a:gd name="connsiteX12" fmla="*/ 102329 w 162343"/>
                  <a:gd name="connsiteY12" fmla="*/ 38072 h 131226"/>
                  <a:gd name="connsiteX13" fmla="*/ 139762 w 162343"/>
                  <a:gd name="connsiteY13" fmla="*/ 47787 h 131226"/>
                  <a:gd name="connsiteX14" fmla="*/ 162336 w 162343"/>
                  <a:gd name="connsiteY14" fmla="*/ 59408 h 131226"/>
                  <a:gd name="connsiteX15" fmla="*/ 144048 w 162343"/>
                  <a:gd name="connsiteY15" fmla="*/ 69218 h 131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62343" h="131226">
                    <a:moveTo>
                      <a:pt x="144048" y="69218"/>
                    </a:moveTo>
                    <a:cubicBezTo>
                      <a:pt x="123855" y="77601"/>
                      <a:pt x="107187" y="94269"/>
                      <a:pt x="98805" y="114462"/>
                    </a:cubicBezTo>
                    <a:cubicBezTo>
                      <a:pt x="96423" y="120273"/>
                      <a:pt x="94614" y="126464"/>
                      <a:pt x="90613" y="131226"/>
                    </a:cubicBezTo>
                    <a:cubicBezTo>
                      <a:pt x="83946" y="128369"/>
                      <a:pt x="79374" y="122177"/>
                      <a:pt x="74992" y="116367"/>
                    </a:cubicBezTo>
                    <a:cubicBezTo>
                      <a:pt x="62705" y="99984"/>
                      <a:pt x="49179" y="84649"/>
                      <a:pt x="34416" y="70457"/>
                    </a:cubicBezTo>
                    <a:cubicBezTo>
                      <a:pt x="21938" y="58455"/>
                      <a:pt x="8127" y="46549"/>
                      <a:pt x="2126" y="30261"/>
                    </a:cubicBezTo>
                    <a:cubicBezTo>
                      <a:pt x="316" y="25403"/>
                      <a:pt x="-731" y="20165"/>
                      <a:pt x="602" y="15117"/>
                    </a:cubicBezTo>
                    <a:cubicBezTo>
                      <a:pt x="2412" y="8163"/>
                      <a:pt x="8698" y="2829"/>
                      <a:pt x="15652" y="924"/>
                    </a:cubicBezTo>
                    <a:cubicBezTo>
                      <a:pt x="22605" y="-981"/>
                      <a:pt x="30129" y="258"/>
                      <a:pt x="36797" y="2829"/>
                    </a:cubicBezTo>
                    <a:cubicBezTo>
                      <a:pt x="43560" y="5496"/>
                      <a:pt x="49561" y="9497"/>
                      <a:pt x="55561" y="13402"/>
                    </a:cubicBezTo>
                    <a:cubicBezTo>
                      <a:pt x="61086" y="17022"/>
                      <a:pt x="66705" y="20736"/>
                      <a:pt x="72230" y="24356"/>
                    </a:cubicBezTo>
                    <a:cubicBezTo>
                      <a:pt x="77564" y="27880"/>
                      <a:pt x="82993" y="31500"/>
                      <a:pt x="88994" y="33976"/>
                    </a:cubicBezTo>
                    <a:cubicBezTo>
                      <a:pt x="93280" y="35786"/>
                      <a:pt x="97852" y="36929"/>
                      <a:pt x="102329" y="38072"/>
                    </a:cubicBezTo>
                    <a:cubicBezTo>
                      <a:pt x="114807" y="41310"/>
                      <a:pt x="127285" y="44549"/>
                      <a:pt x="139762" y="47787"/>
                    </a:cubicBezTo>
                    <a:cubicBezTo>
                      <a:pt x="145001" y="49121"/>
                      <a:pt x="162051" y="52359"/>
                      <a:pt x="162336" y="59408"/>
                    </a:cubicBezTo>
                    <a:cubicBezTo>
                      <a:pt x="162718" y="66456"/>
                      <a:pt x="148335" y="67409"/>
                      <a:pt x="144048" y="69218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56" name="Forme libre : forme 15255">
                <a:extLst>
                  <a:ext uri="{FF2B5EF4-FFF2-40B4-BE49-F238E27FC236}">
                    <a16:creationId xmlns:a16="http://schemas.microsoft.com/office/drawing/2014/main" id="{7B60757D-4F42-4C8A-9475-1FBCF3E9213E}"/>
                  </a:ext>
                </a:extLst>
              </p:cNvPr>
              <p:cNvSpPr/>
              <p:nvPr/>
            </p:nvSpPr>
            <p:spPr>
              <a:xfrm>
                <a:off x="8696205" y="4174616"/>
                <a:ext cx="76962" cy="149637"/>
              </a:xfrm>
              <a:custGeom>
                <a:avLst/>
                <a:gdLst>
                  <a:gd name="connsiteX0" fmla="*/ 16513 w 76962"/>
                  <a:gd name="connsiteY0" fmla="*/ 24955 h 149637"/>
                  <a:gd name="connsiteX1" fmla="*/ 797 w 76962"/>
                  <a:gd name="connsiteY1" fmla="*/ 0 h 149637"/>
                  <a:gd name="connsiteX2" fmla="*/ 225 w 76962"/>
                  <a:gd name="connsiteY2" fmla="*/ 4191 h 149637"/>
                  <a:gd name="connsiteX3" fmla="*/ 47278 w 76962"/>
                  <a:gd name="connsiteY3" fmla="*/ 135255 h 149637"/>
                  <a:gd name="connsiteX4" fmla="*/ 54708 w 76962"/>
                  <a:gd name="connsiteY4" fmla="*/ 149638 h 149637"/>
                  <a:gd name="connsiteX5" fmla="*/ 58804 w 76962"/>
                  <a:gd name="connsiteY5" fmla="*/ 141732 h 149637"/>
                  <a:gd name="connsiteX6" fmla="*/ 70043 w 76962"/>
                  <a:gd name="connsiteY6" fmla="*/ 116300 h 149637"/>
                  <a:gd name="connsiteX7" fmla="*/ 76330 w 76962"/>
                  <a:gd name="connsiteY7" fmla="*/ 101251 h 149637"/>
                  <a:gd name="connsiteX8" fmla="*/ 68995 w 76962"/>
                  <a:gd name="connsiteY8" fmla="*/ 94488 h 149637"/>
                  <a:gd name="connsiteX9" fmla="*/ 59947 w 76962"/>
                  <a:gd name="connsiteY9" fmla="*/ 85915 h 149637"/>
                  <a:gd name="connsiteX10" fmla="*/ 29943 w 76962"/>
                  <a:gd name="connsiteY10" fmla="*/ 48292 h 149637"/>
                  <a:gd name="connsiteX11" fmla="*/ 16513 w 76962"/>
                  <a:gd name="connsiteY11" fmla="*/ 24955 h 149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6962" h="149637">
                    <a:moveTo>
                      <a:pt x="16513" y="24955"/>
                    </a:moveTo>
                    <a:cubicBezTo>
                      <a:pt x="11941" y="16193"/>
                      <a:pt x="7750" y="7048"/>
                      <a:pt x="797" y="0"/>
                    </a:cubicBezTo>
                    <a:cubicBezTo>
                      <a:pt x="-251" y="1048"/>
                      <a:pt x="-61" y="2762"/>
                      <a:pt x="225" y="4191"/>
                    </a:cubicBezTo>
                    <a:cubicBezTo>
                      <a:pt x="8321" y="50006"/>
                      <a:pt x="33753" y="90773"/>
                      <a:pt x="47278" y="135255"/>
                    </a:cubicBezTo>
                    <a:cubicBezTo>
                      <a:pt x="48898" y="140494"/>
                      <a:pt x="50517" y="146113"/>
                      <a:pt x="54708" y="149638"/>
                    </a:cubicBezTo>
                    <a:cubicBezTo>
                      <a:pt x="57280" y="148019"/>
                      <a:pt x="58137" y="144685"/>
                      <a:pt x="58804" y="141732"/>
                    </a:cubicBezTo>
                    <a:cubicBezTo>
                      <a:pt x="61090" y="132683"/>
                      <a:pt x="64900" y="124111"/>
                      <a:pt x="70043" y="116300"/>
                    </a:cubicBezTo>
                    <a:cubicBezTo>
                      <a:pt x="72520" y="112586"/>
                      <a:pt x="78997" y="106109"/>
                      <a:pt x="76330" y="101251"/>
                    </a:cubicBezTo>
                    <a:cubicBezTo>
                      <a:pt x="74901" y="98488"/>
                      <a:pt x="71282" y="96488"/>
                      <a:pt x="68995" y="94488"/>
                    </a:cubicBezTo>
                    <a:cubicBezTo>
                      <a:pt x="65852" y="91726"/>
                      <a:pt x="62804" y="88868"/>
                      <a:pt x="59947" y="85915"/>
                    </a:cubicBezTo>
                    <a:cubicBezTo>
                      <a:pt x="48612" y="74486"/>
                      <a:pt x="38706" y="61817"/>
                      <a:pt x="29943" y="48292"/>
                    </a:cubicBezTo>
                    <a:cubicBezTo>
                      <a:pt x="25181" y="40767"/>
                      <a:pt x="20704" y="32956"/>
                      <a:pt x="16513" y="24955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57" name="Forme libre : forme 15256">
                <a:extLst>
                  <a:ext uri="{FF2B5EF4-FFF2-40B4-BE49-F238E27FC236}">
                    <a16:creationId xmlns:a16="http://schemas.microsoft.com/office/drawing/2014/main" id="{A50691B0-3A41-4F5F-8866-F6DB1630FDD0}"/>
                  </a:ext>
                </a:extLst>
              </p:cNvPr>
              <p:cNvSpPr/>
              <p:nvPr/>
            </p:nvSpPr>
            <p:spPr>
              <a:xfrm>
                <a:off x="8812444" y="4088796"/>
                <a:ext cx="148700" cy="65318"/>
              </a:xfrm>
              <a:custGeom>
                <a:avLst/>
                <a:gdLst>
                  <a:gd name="connsiteX0" fmla="*/ 146018 w 148700"/>
                  <a:gd name="connsiteY0" fmla="*/ 59436 h 65318"/>
                  <a:gd name="connsiteX1" fmla="*/ 148685 w 148700"/>
                  <a:gd name="connsiteY1" fmla="*/ 57912 h 65318"/>
                  <a:gd name="connsiteX2" fmla="*/ 148114 w 148700"/>
                  <a:gd name="connsiteY2" fmla="*/ 56198 h 65318"/>
                  <a:gd name="connsiteX3" fmla="*/ 136684 w 148700"/>
                  <a:gd name="connsiteY3" fmla="*/ 47149 h 65318"/>
                  <a:gd name="connsiteX4" fmla="*/ 110299 w 148700"/>
                  <a:gd name="connsiteY4" fmla="*/ 32766 h 65318"/>
                  <a:gd name="connsiteX5" fmla="*/ 63913 w 148700"/>
                  <a:gd name="connsiteY5" fmla="*/ 16002 h 65318"/>
                  <a:gd name="connsiteX6" fmla="*/ 0 w 148700"/>
                  <a:gd name="connsiteY6" fmla="*/ 0 h 65318"/>
                  <a:gd name="connsiteX7" fmla="*/ 26765 w 148700"/>
                  <a:gd name="connsiteY7" fmla="*/ 16097 h 65318"/>
                  <a:gd name="connsiteX8" fmla="*/ 43910 w 148700"/>
                  <a:gd name="connsiteY8" fmla="*/ 23622 h 65318"/>
                  <a:gd name="connsiteX9" fmla="*/ 57055 w 148700"/>
                  <a:gd name="connsiteY9" fmla="*/ 30956 h 65318"/>
                  <a:gd name="connsiteX10" fmla="*/ 78105 w 148700"/>
                  <a:gd name="connsiteY10" fmla="*/ 44863 h 65318"/>
                  <a:gd name="connsiteX11" fmla="*/ 91916 w 148700"/>
                  <a:gd name="connsiteY11" fmla="*/ 57341 h 65318"/>
                  <a:gd name="connsiteX12" fmla="*/ 102298 w 148700"/>
                  <a:gd name="connsiteY12" fmla="*/ 64961 h 65318"/>
                  <a:gd name="connsiteX13" fmla="*/ 111823 w 148700"/>
                  <a:gd name="connsiteY13" fmla="*/ 63818 h 65318"/>
                  <a:gd name="connsiteX14" fmla="*/ 127921 w 148700"/>
                  <a:gd name="connsiteY14" fmla="*/ 60484 h 65318"/>
                  <a:gd name="connsiteX15" fmla="*/ 146018 w 148700"/>
                  <a:gd name="connsiteY15" fmla="*/ 59436 h 6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8700" h="65318">
                    <a:moveTo>
                      <a:pt x="146018" y="59436"/>
                    </a:moveTo>
                    <a:cubicBezTo>
                      <a:pt x="147161" y="59341"/>
                      <a:pt x="148495" y="59055"/>
                      <a:pt x="148685" y="57912"/>
                    </a:cubicBezTo>
                    <a:cubicBezTo>
                      <a:pt x="148780" y="57341"/>
                      <a:pt x="148399" y="56674"/>
                      <a:pt x="148114" y="56198"/>
                    </a:cubicBezTo>
                    <a:cubicBezTo>
                      <a:pt x="145256" y="52197"/>
                      <a:pt x="140875" y="49625"/>
                      <a:pt x="136684" y="47149"/>
                    </a:cubicBezTo>
                    <a:cubicBezTo>
                      <a:pt x="128016" y="42101"/>
                      <a:pt x="119348" y="37052"/>
                      <a:pt x="110299" y="32766"/>
                    </a:cubicBezTo>
                    <a:cubicBezTo>
                      <a:pt x="95440" y="25718"/>
                      <a:pt x="79629" y="20860"/>
                      <a:pt x="63913" y="16002"/>
                    </a:cubicBezTo>
                    <a:cubicBezTo>
                      <a:pt x="42863" y="9525"/>
                      <a:pt x="21812" y="3048"/>
                      <a:pt x="0" y="0"/>
                    </a:cubicBezTo>
                    <a:cubicBezTo>
                      <a:pt x="8287" y="6382"/>
                      <a:pt x="17240" y="11716"/>
                      <a:pt x="26765" y="16097"/>
                    </a:cubicBezTo>
                    <a:cubicBezTo>
                      <a:pt x="32480" y="18669"/>
                      <a:pt x="38290" y="20860"/>
                      <a:pt x="43910" y="23622"/>
                    </a:cubicBezTo>
                    <a:cubicBezTo>
                      <a:pt x="48387" y="25813"/>
                      <a:pt x="52768" y="28385"/>
                      <a:pt x="57055" y="30956"/>
                    </a:cubicBezTo>
                    <a:cubicBezTo>
                      <a:pt x="64294" y="35243"/>
                      <a:pt x="71533" y="39529"/>
                      <a:pt x="78105" y="44863"/>
                    </a:cubicBezTo>
                    <a:cubicBezTo>
                      <a:pt x="82963" y="48768"/>
                      <a:pt x="87344" y="53150"/>
                      <a:pt x="91916" y="57341"/>
                    </a:cubicBezTo>
                    <a:cubicBezTo>
                      <a:pt x="94869" y="60103"/>
                      <a:pt x="98298" y="63818"/>
                      <a:pt x="102298" y="64961"/>
                    </a:cubicBezTo>
                    <a:cubicBezTo>
                      <a:pt x="105537" y="65913"/>
                      <a:pt x="108680" y="64770"/>
                      <a:pt x="111823" y="63818"/>
                    </a:cubicBezTo>
                    <a:cubicBezTo>
                      <a:pt x="117062" y="62103"/>
                      <a:pt x="122396" y="61055"/>
                      <a:pt x="127921" y="60484"/>
                    </a:cubicBezTo>
                    <a:cubicBezTo>
                      <a:pt x="133826" y="59912"/>
                      <a:pt x="139922" y="59817"/>
                      <a:pt x="146018" y="59436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58" name="Forme libre : forme 15257">
                <a:extLst>
                  <a:ext uri="{FF2B5EF4-FFF2-40B4-BE49-F238E27FC236}">
                    <a16:creationId xmlns:a16="http://schemas.microsoft.com/office/drawing/2014/main" id="{72585032-F9CA-4327-9E1A-9E965B3CA611}"/>
                  </a:ext>
                </a:extLst>
              </p:cNvPr>
              <p:cNvSpPr/>
              <p:nvPr/>
            </p:nvSpPr>
            <p:spPr>
              <a:xfrm>
                <a:off x="8738149" y="4113346"/>
                <a:ext cx="47670" cy="24595"/>
              </a:xfrm>
              <a:custGeom>
                <a:avLst/>
                <a:gdLst>
                  <a:gd name="connsiteX0" fmla="*/ 45529 w 47670"/>
                  <a:gd name="connsiteY0" fmla="*/ 15740 h 24595"/>
                  <a:gd name="connsiteX1" fmla="*/ 47339 w 47670"/>
                  <a:gd name="connsiteY1" fmla="*/ 13835 h 24595"/>
                  <a:gd name="connsiteX2" fmla="*/ 46482 w 47670"/>
                  <a:gd name="connsiteY2" fmla="*/ 8882 h 24595"/>
                  <a:gd name="connsiteX3" fmla="*/ 38005 w 47670"/>
                  <a:gd name="connsiteY3" fmla="*/ 3072 h 24595"/>
                  <a:gd name="connsiteX4" fmla="*/ 5144 w 47670"/>
                  <a:gd name="connsiteY4" fmla="*/ 3072 h 24595"/>
                  <a:gd name="connsiteX5" fmla="*/ 1048 w 47670"/>
                  <a:gd name="connsiteY5" fmla="*/ 5739 h 24595"/>
                  <a:gd name="connsiteX6" fmla="*/ 0 w 47670"/>
                  <a:gd name="connsiteY6" fmla="*/ 10025 h 24595"/>
                  <a:gd name="connsiteX7" fmla="*/ 6001 w 47670"/>
                  <a:gd name="connsiteY7" fmla="*/ 21455 h 24595"/>
                  <a:gd name="connsiteX8" fmla="*/ 19145 w 47670"/>
                  <a:gd name="connsiteY8" fmla="*/ 24503 h 24595"/>
                  <a:gd name="connsiteX9" fmla="*/ 45529 w 47670"/>
                  <a:gd name="connsiteY9" fmla="*/ 15740 h 24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7670" h="24595">
                    <a:moveTo>
                      <a:pt x="45529" y="15740"/>
                    </a:moveTo>
                    <a:cubicBezTo>
                      <a:pt x="46196" y="15169"/>
                      <a:pt x="46958" y="14597"/>
                      <a:pt x="47339" y="13835"/>
                    </a:cubicBezTo>
                    <a:cubicBezTo>
                      <a:pt x="48101" y="12216"/>
                      <a:pt x="47435" y="10311"/>
                      <a:pt x="46482" y="8882"/>
                    </a:cubicBezTo>
                    <a:cubicBezTo>
                      <a:pt x="44482" y="6025"/>
                      <a:pt x="41243" y="4310"/>
                      <a:pt x="38005" y="3072"/>
                    </a:cubicBezTo>
                    <a:cubicBezTo>
                      <a:pt x="27527" y="-1024"/>
                      <a:pt x="15621" y="-1024"/>
                      <a:pt x="5144" y="3072"/>
                    </a:cubicBezTo>
                    <a:cubicBezTo>
                      <a:pt x="3620" y="3643"/>
                      <a:pt x="2000" y="4405"/>
                      <a:pt x="1048" y="5739"/>
                    </a:cubicBezTo>
                    <a:cubicBezTo>
                      <a:pt x="191" y="6977"/>
                      <a:pt x="0" y="8501"/>
                      <a:pt x="0" y="10025"/>
                    </a:cubicBezTo>
                    <a:cubicBezTo>
                      <a:pt x="95" y="14502"/>
                      <a:pt x="2381" y="18788"/>
                      <a:pt x="6001" y="21455"/>
                    </a:cubicBezTo>
                    <a:cubicBezTo>
                      <a:pt x="9716" y="24122"/>
                      <a:pt x="14573" y="24884"/>
                      <a:pt x="19145" y="24503"/>
                    </a:cubicBezTo>
                    <a:cubicBezTo>
                      <a:pt x="27337" y="23741"/>
                      <a:pt x="38862" y="20788"/>
                      <a:pt x="45529" y="15740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259" name="Graphique 2">
              <a:extLst>
                <a:ext uri="{FF2B5EF4-FFF2-40B4-BE49-F238E27FC236}">
                  <a16:creationId xmlns:a16="http://schemas.microsoft.com/office/drawing/2014/main" id="{53DCA449-C5A4-42F9-9BE1-7D784B9D7E26}"/>
                </a:ext>
              </a:extLst>
            </p:cNvPr>
            <p:cNvGrpSpPr/>
            <p:nvPr/>
          </p:nvGrpSpPr>
          <p:grpSpPr>
            <a:xfrm>
              <a:off x="7025940" y="2388856"/>
              <a:ext cx="446050" cy="435210"/>
              <a:chOff x="7025940" y="2388856"/>
              <a:chExt cx="446050" cy="435210"/>
            </a:xfrm>
            <a:solidFill>
              <a:schemeClr val="accent1"/>
            </a:solidFill>
          </p:grpSpPr>
          <p:sp>
            <p:nvSpPr>
              <p:cNvPr id="15260" name="Forme libre : forme 15259">
                <a:extLst>
                  <a:ext uri="{FF2B5EF4-FFF2-40B4-BE49-F238E27FC236}">
                    <a16:creationId xmlns:a16="http://schemas.microsoft.com/office/drawing/2014/main" id="{7F40973D-064D-4FC0-8EC0-9095B18578E3}"/>
                  </a:ext>
                </a:extLst>
              </p:cNvPr>
              <p:cNvSpPr/>
              <p:nvPr/>
            </p:nvSpPr>
            <p:spPr>
              <a:xfrm>
                <a:off x="7081085" y="2440304"/>
                <a:ext cx="390905" cy="383762"/>
              </a:xfrm>
              <a:custGeom>
                <a:avLst/>
                <a:gdLst>
                  <a:gd name="connsiteX0" fmla="*/ 231362 w 390905"/>
                  <a:gd name="connsiteY0" fmla="*/ 0 h 383762"/>
                  <a:gd name="connsiteX1" fmla="*/ 120491 w 390905"/>
                  <a:gd name="connsiteY1" fmla="*/ 114586 h 383762"/>
                  <a:gd name="connsiteX2" fmla="*/ 0 w 390905"/>
                  <a:gd name="connsiteY2" fmla="*/ 218694 h 383762"/>
                  <a:gd name="connsiteX3" fmla="*/ 144113 w 390905"/>
                  <a:gd name="connsiteY3" fmla="*/ 300895 h 383762"/>
                  <a:gd name="connsiteX4" fmla="*/ 311372 w 390905"/>
                  <a:gd name="connsiteY4" fmla="*/ 383762 h 383762"/>
                  <a:gd name="connsiteX5" fmla="*/ 390906 w 390905"/>
                  <a:gd name="connsiteY5" fmla="*/ 311753 h 383762"/>
                  <a:gd name="connsiteX6" fmla="*/ 308610 w 390905"/>
                  <a:gd name="connsiteY6" fmla="*/ 139732 h 383762"/>
                  <a:gd name="connsiteX7" fmla="*/ 231362 w 390905"/>
                  <a:gd name="connsiteY7" fmla="*/ 0 h 383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0905" h="383762">
                    <a:moveTo>
                      <a:pt x="231362" y="0"/>
                    </a:moveTo>
                    <a:lnTo>
                      <a:pt x="120491" y="114586"/>
                    </a:lnTo>
                    <a:lnTo>
                      <a:pt x="0" y="218694"/>
                    </a:lnTo>
                    <a:cubicBezTo>
                      <a:pt x="0" y="218694"/>
                      <a:pt x="38386" y="269558"/>
                      <a:pt x="144113" y="300895"/>
                    </a:cubicBezTo>
                    <a:cubicBezTo>
                      <a:pt x="239268" y="329089"/>
                      <a:pt x="267176" y="342995"/>
                      <a:pt x="311372" y="383762"/>
                    </a:cubicBezTo>
                    <a:cubicBezTo>
                      <a:pt x="351472" y="381095"/>
                      <a:pt x="379285" y="348044"/>
                      <a:pt x="390906" y="311753"/>
                    </a:cubicBezTo>
                    <a:cubicBezTo>
                      <a:pt x="348901" y="264795"/>
                      <a:pt x="335471" y="237554"/>
                      <a:pt x="308610" y="139732"/>
                    </a:cubicBezTo>
                    <a:cubicBezTo>
                      <a:pt x="279463" y="33338"/>
                      <a:pt x="231362" y="0"/>
                      <a:pt x="231362" y="0"/>
                    </a:cubicBez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61" name="Forme libre : forme 15260">
                <a:extLst>
                  <a:ext uri="{FF2B5EF4-FFF2-40B4-BE49-F238E27FC236}">
                    <a16:creationId xmlns:a16="http://schemas.microsoft.com/office/drawing/2014/main" id="{834664CD-AFD4-491A-A724-76F44BBAF5B2}"/>
                  </a:ext>
                </a:extLst>
              </p:cNvPr>
              <p:cNvSpPr/>
              <p:nvPr/>
            </p:nvSpPr>
            <p:spPr>
              <a:xfrm>
                <a:off x="7193468" y="2528315"/>
                <a:ext cx="128460" cy="143988"/>
              </a:xfrm>
              <a:custGeom>
                <a:avLst/>
                <a:gdLst>
                  <a:gd name="connsiteX0" fmla="*/ 37159 w 128460"/>
                  <a:gd name="connsiteY0" fmla="*/ 0 h 143988"/>
                  <a:gd name="connsiteX1" fmla="*/ 49542 w 128460"/>
                  <a:gd name="connsiteY1" fmla="*/ 12859 h 143988"/>
                  <a:gd name="connsiteX2" fmla="*/ 112597 w 128460"/>
                  <a:gd name="connsiteY2" fmla="*/ 106871 h 143988"/>
                  <a:gd name="connsiteX3" fmla="*/ 127933 w 128460"/>
                  <a:gd name="connsiteY3" fmla="*/ 137255 h 143988"/>
                  <a:gd name="connsiteX4" fmla="*/ 128028 w 128460"/>
                  <a:gd name="connsiteY4" fmla="*/ 142018 h 143988"/>
                  <a:gd name="connsiteX5" fmla="*/ 122980 w 128460"/>
                  <a:gd name="connsiteY5" fmla="*/ 143827 h 143988"/>
                  <a:gd name="connsiteX6" fmla="*/ 118027 w 128460"/>
                  <a:gd name="connsiteY6" fmla="*/ 140875 h 143988"/>
                  <a:gd name="connsiteX7" fmla="*/ 42970 w 128460"/>
                  <a:gd name="connsiteY7" fmla="*/ 85154 h 143988"/>
                  <a:gd name="connsiteX8" fmla="*/ 4203 w 128460"/>
                  <a:gd name="connsiteY8" fmla="*/ 60008 h 143988"/>
                  <a:gd name="connsiteX9" fmla="*/ 14585 w 128460"/>
                  <a:gd name="connsiteY9" fmla="*/ 36576 h 143988"/>
                  <a:gd name="connsiteX10" fmla="*/ 28777 w 128460"/>
                  <a:gd name="connsiteY10" fmla="*/ 20098 h 143988"/>
                  <a:gd name="connsiteX11" fmla="*/ 37159 w 128460"/>
                  <a:gd name="connsiteY11" fmla="*/ 0 h 143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8460" h="143988">
                    <a:moveTo>
                      <a:pt x="37159" y="0"/>
                    </a:moveTo>
                    <a:cubicBezTo>
                      <a:pt x="42398" y="2953"/>
                      <a:pt x="46018" y="7906"/>
                      <a:pt x="49542" y="12859"/>
                    </a:cubicBezTo>
                    <a:cubicBezTo>
                      <a:pt x="71449" y="43625"/>
                      <a:pt x="92404" y="74962"/>
                      <a:pt x="112597" y="106871"/>
                    </a:cubicBezTo>
                    <a:cubicBezTo>
                      <a:pt x="118693" y="116491"/>
                      <a:pt x="124789" y="126301"/>
                      <a:pt x="127933" y="137255"/>
                    </a:cubicBezTo>
                    <a:cubicBezTo>
                      <a:pt x="128409" y="138779"/>
                      <a:pt x="128790" y="140589"/>
                      <a:pt x="128028" y="142018"/>
                    </a:cubicBezTo>
                    <a:cubicBezTo>
                      <a:pt x="127075" y="143732"/>
                      <a:pt x="124789" y="144304"/>
                      <a:pt x="122980" y="143827"/>
                    </a:cubicBezTo>
                    <a:cubicBezTo>
                      <a:pt x="121170" y="143351"/>
                      <a:pt x="119551" y="142113"/>
                      <a:pt x="118027" y="140875"/>
                    </a:cubicBezTo>
                    <a:cubicBezTo>
                      <a:pt x="93833" y="121253"/>
                      <a:pt x="68782" y="102679"/>
                      <a:pt x="42970" y="85154"/>
                    </a:cubicBezTo>
                    <a:cubicBezTo>
                      <a:pt x="30778" y="76867"/>
                      <a:pt x="15061" y="69913"/>
                      <a:pt x="4203" y="60008"/>
                    </a:cubicBezTo>
                    <a:cubicBezTo>
                      <a:pt x="-7132" y="49721"/>
                      <a:pt x="7251" y="42863"/>
                      <a:pt x="14585" y="36576"/>
                    </a:cubicBezTo>
                    <a:cubicBezTo>
                      <a:pt x="20110" y="31813"/>
                      <a:pt x="24967" y="26289"/>
                      <a:pt x="28777" y="20098"/>
                    </a:cubicBezTo>
                    <a:cubicBezTo>
                      <a:pt x="29730" y="18383"/>
                      <a:pt x="39064" y="1143"/>
                      <a:pt x="37159" y="0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62" name="Forme libre : forme 15261">
                <a:extLst>
                  <a:ext uri="{FF2B5EF4-FFF2-40B4-BE49-F238E27FC236}">
                    <a16:creationId xmlns:a16="http://schemas.microsoft.com/office/drawing/2014/main" id="{6C52CE2F-09CF-4DCB-A427-01491867D596}"/>
                  </a:ext>
                </a:extLst>
              </p:cNvPr>
              <p:cNvSpPr/>
              <p:nvPr/>
            </p:nvSpPr>
            <p:spPr>
              <a:xfrm>
                <a:off x="7216140" y="2566574"/>
                <a:ext cx="48091" cy="39640"/>
              </a:xfrm>
              <a:custGeom>
                <a:avLst/>
                <a:gdLst>
                  <a:gd name="connsiteX0" fmla="*/ 42682 w 48091"/>
                  <a:gd name="connsiteY0" fmla="*/ 39179 h 39640"/>
                  <a:gd name="connsiteX1" fmla="*/ 48016 w 48091"/>
                  <a:gd name="connsiteY1" fmla="*/ 38036 h 39640"/>
                  <a:gd name="connsiteX2" fmla="*/ 47158 w 48091"/>
                  <a:gd name="connsiteY2" fmla="*/ 35274 h 39640"/>
                  <a:gd name="connsiteX3" fmla="*/ 2581 w 48091"/>
                  <a:gd name="connsiteY3" fmla="*/ 3365 h 39640"/>
                  <a:gd name="connsiteX4" fmla="*/ 42682 w 48091"/>
                  <a:gd name="connsiteY4" fmla="*/ 39179 h 39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91" h="39640">
                    <a:moveTo>
                      <a:pt x="42682" y="39179"/>
                    </a:moveTo>
                    <a:cubicBezTo>
                      <a:pt x="44682" y="39846"/>
                      <a:pt x="47539" y="40036"/>
                      <a:pt x="48016" y="38036"/>
                    </a:cubicBezTo>
                    <a:cubicBezTo>
                      <a:pt x="48301" y="37084"/>
                      <a:pt x="47730" y="36036"/>
                      <a:pt x="47158" y="35274"/>
                    </a:cubicBezTo>
                    <a:cubicBezTo>
                      <a:pt x="40110" y="24225"/>
                      <a:pt x="19917" y="-10922"/>
                      <a:pt x="2581" y="3365"/>
                    </a:cubicBezTo>
                    <a:cubicBezTo>
                      <a:pt x="-11230" y="14605"/>
                      <a:pt x="34490" y="36417"/>
                      <a:pt x="42682" y="3917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5263" name="Graphique 2">
                <a:extLst>
                  <a:ext uri="{FF2B5EF4-FFF2-40B4-BE49-F238E27FC236}">
                    <a16:creationId xmlns:a16="http://schemas.microsoft.com/office/drawing/2014/main" id="{7D0A4B96-DB5F-430A-BA1E-A45ADA30E46D}"/>
                  </a:ext>
                </a:extLst>
              </p:cNvPr>
              <p:cNvGrpSpPr/>
              <p:nvPr/>
            </p:nvGrpSpPr>
            <p:grpSpPr>
              <a:xfrm>
                <a:off x="7025940" y="2388856"/>
                <a:ext cx="350272" cy="353807"/>
                <a:chOff x="7025940" y="2388856"/>
                <a:chExt cx="350272" cy="353807"/>
              </a:xfrm>
              <a:solidFill>
                <a:schemeClr val="accent1"/>
              </a:solidFill>
            </p:grpSpPr>
            <p:grpSp>
              <p:nvGrpSpPr>
                <p:cNvPr id="15264" name="Graphique 2">
                  <a:extLst>
                    <a:ext uri="{FF2B5EF4-FFF2-40B4-BE49-F238E27FC236}">
                      <a16:creationId xmlns:a16="http://schemas.microsoft.com/office/drawing/2014/main" id="{9444EE42-905A-4A9B-9DD7-45F4E8F5EFD6}"/>
                    </a:ext>
                  </a:extLst>
                </p:cNvPr>
                <p:cNvGrpSpPr/>
                <p:nvPr/>
              </p:nvGrpSpPr>
              <p:grpSpPr>
                <a:xfrm>
                  <a:off x="7147666" y="2388856"/>
                  <a:ext cx="228546" cy="227331"/>
                  <a:chOff x="7147666" y="2388856"/>
                  <a:chExt cx="228546" cy="227331"/>
                </a:xfrm>
                <a:solidFill>
                  <a:schemeClr val="accent1"/>
                </a:solidFill>
              </p:grpSpPr>
              <p:sp>
                <p:nvSpPr>
                  <p:cNvPr id="15265" name="Forme libre : forme 15264">
                    <a:extLst>
                      <a:ext uri="{FF2B5EF4-FFF2-40B4-BE49-F238E27FC236}">
                        <a16:creationId xmlns:a16="http://schemas.microsoft.com/office/drawing/2014/main" id="{3A516C98-4CE2-4E3E-99EC-8C3D35C8B10C}"/>
                      </a:ext>
                    </a:extLst>
                  </p:cNvPr>
                  <p:cNvSpPr/>
                  <p:nvPr/>
                </p:nvSpPr>
                <p:spPr>
                  <a:xfrm rot="-3236967">
                    <a:off x="7181738" y="2419559"/>
                    <a:ext cx="160401" cy="165925"/>
                  </a:xfrm>
                  <a:custGeom>
                    <a:avLst/>
                    <a:gdLst>
                      <a:gd name="connsiteX0" fmla="*/ 160401 w 160401"/>
                      <a:gd name="connsiteY0" fmla="*/ 82963 h 165925"/>
                      <a:gd name="connsiteX1" fmla="*/ 80201 w 160401"/>
                      <a:gd name="connsiteY1" fmla="*/ 165926 h 165925"/>
                      <a:gd name="connsiteX2" fmla="*/ 0 w 160401"/>
                      <a:gd name="connsiteY2" fmla="*/ 82963 h 165925"/>
                      <a:gd name="connsiteX3" fmla="*/ 80201 w 160401"/>
                      <a:gd name="connsiteY3" fmla="*/ 0 h 165925"/>
                      <a:gd name="connsiteX4" fmla="*/ 160401 w 160401"/>
                      <a:gd name="connsiteY4" fmla="*/ 82963 h 165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401" h="165925">
                        <a:moveTo>
                          <a:pt x="160401" y="82963"/>
                        </a:moveTo>
                        <a:cubicBezTo>
                          <a:pt x="160401" y="128782"/>
                          <a:pt x="124494" y="165926"/>
                          <a:pt x="80201" y="165926"/>
                        </a:cubicBezTo>
                        <a:cubicBezTo>
                          <a:pt x="35907" y="165926"/>
                          <a:pt x="0" y="128782"/>
                          <a:pt x="0" y="82963"/>
                        </a:cubicBezTo>
                        <a:cubicBezTo>
                          <a:pt x="0" y="37144"/>
                          <a:pt x="35907" y="0"/>
                          <a:pt x="80201" y="0"/>
                        </a:cubicBezTo>
                        <a:cubicBezTo>
                          <a:pt x="124494" y="0"/>
                          <a:pt x="160401" y="37144"/>
                          <a:pt x="160401" y="82963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66" name="Forme libre : forme 15265">
                    <a:extLst>
                      <a:ext uri="{FF2B5EF4-FFF2-40B4-BE49-F238E27FC236}">
                        <a16:creationId xmlns:a16="http://schemas.microsoft.com/office/drawing/2014/main" id="{CC8E5BA4-1B2B-4CDE-85E2-DA7E1989ED92}"/>
                      </a:ext>
                    </a:extLst>
                  </p:cNvPr>
                  <p:cNvSpPr/>
                  <p:nvPr/>
                </p:nvSpPr>
                <p:spPr>
                  <a:xfrm>
                    <a:off x="7225294" y="2423064"/>
                    <a:ext cx="118586" cy="160667"/>
                  </a:xfrm>
                  <a:custGeom>
                    <a:avLst/>
                    <a:gdLst>
                      <a:gd name="connsiteX0" fmla="*/ 49530 w 118586"/>
                      <a:gd name="connsiteY0" fmla="*/ 0 h 160667"/>
                      <a:gd name="connsiteX1" fmla="*/ 60103 w 118586"/>
                      <a:gd name="connsiteY1" fmla="*/ 6477 h 160667"/>
                      <a:gd name="connsiteX2" fmla="*/ 80010 w 118586"/>
                      <a:gd name="connsiteY2" fmla="*/ 120110 h 160667"/>
                      <a:gd name="connsiteX3" fmla="*/ 0 w 118586"/>
                      <a:gd name="connsiteY3" fmla="*/ 150876 h 160667"/>
                      <a:gd name="connsiteX4" fmla="*/ 103632 w 118586"/>
                      <a:gd name="connsiteY4" fmla="*/ 128397 h 160667"/>
                      <a:gd name="connsiteX5" fmla="*/ 83725 w 118586"/>
                      <a:gd name="connsiteY5" fmla="*/ 14764 h 160667"/>
                      <a:gd name="connsiteX6" fmla="*/ 49530 w 118586"/>
                      <a:gd name="connsiteY6" fmla="*/ 0 h 160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586" h="160667">
                        <a:moveTo>
                          <a:pt x="49530" y="0"/>
                        </a:moveTo>
                        <a:cubicBezTo>
                          <a:pt x="53150" y="1905"/>
                          <a:pt x="56674" y="4000"/>
                          <a:pt x="60103" y="6477"/>
                        </a:cubicBezTo>
                        <a:cubicBezTo>
                          <a:pt x="97155" y="33433"/>
                          <a:pt x="105823" y="84201"/>
                          <a:pt x="80010" y="120110"/>
                        </a:cubicBezTo>
                        <a:cubicBezTo>
                          <a:pt x="59817" y="148209"/>
                          <a:pt x="25337" y="160496"/>
                          <a:pt x="0" y="150876"/>
                        </a:cubicBezTo>
                        <a:cubicBezTo>
                          <a:pt x="35719" y="169736"/>
                          <a:pt x="80010" y="160877"/>
                          <a:pt x="103632" y="128397"/>
                        </a:cubicBezTo>
                        <a:cubicBezTo>
                          <a:pt x="129730" y="92583"/>
                          <a:pt x="120777" y="41720"/>
                          <a:pt x="83725" y="14764"/>
                        </a:cubicBezTo>
                        <a:cubicBezTo>
                          <a:pt x="73247" y="7049"/>
                          <a:pt x="61531" y="2286"/>
                          <a:pt x="49530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67" name="Forme libre : forme 15266">
                    <a:extLst>
                      <a:ext uri="{FF2B5EF4-FFF2-40B4-BE49-F238E27FC236}">
                        <a16:creationId xmlns:a16="http://schemas.microsoft.com/office/drawing/2014/main" id="{ADED0DE0-0DB2-4A0E-B666-34EA99002374}"/>
                      </a:ext>
                    </a:extLst>
                  </p:cNvPr>
                  <p:cNvSpPr/>
                  <p:nvPr/>
                </p:nvSpPr>
                <p:spPr>
                  <a:xfrm rot="-881447">
                    <a:off x="7186614" y="2462651"/>
                    <a:ext cx="71246" cy="83819"/>
                  </a:xfrm>
                  <a:custGeom>
                    <a:avLst/>
                    <a:gdLst>
                      <a:gd name="connsiteX0" fmla="*/ 71246 w 71246"/>
                      <a:gd name="connsiteY0" fmla="*/ 41910 h 83819"/>
                      <a:gd name="connsiteX1" fmla="*/ 35623 w 71246"/>
                      <a:gd name="connsiteY1" fmla="*/ 83819 h 83819"/>
                      <a:gd name="connsiteX2" fmla="*/ 0 w 71246"/>
                      <a:gd name="connsiteY2" fmla="*/ 41910 h 83819"/>
                      <a:gd name="connsiteX3" fmla="*/ 35623 w 71246"/>
                      <a:gd name="connsiteY3" fmla="*/ 0 h 83819"/>
                      <a:gd name="connsiteX4" fmla="*/ 71246 w 71246"/>
                      <a:gd name="connsiteY4" fmla="*/ 41910 h 8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6" h="83819">
                        <a:moveTo>
                          <a:pt x="71246" y="41910"/>
                        </a:moveTo>
                        <a:cubicBezTo>
                          <a:pt x="71246" y="65056"/>
                          <a:pt x="55297" y="83819"/>
                          <a:pt x="35623" y="83819"/>
                        </a:cubicBezTo>
                        <a:cubicBezTo>
                          <a:pt x="15949" y="83819"/>
                          <a:pt x="0" y="65056"/>
                          <a:pt x="0" y="41910"/>
                        </a:cubicBezTo>
                        <a:cubicBezTo>
                          <a:pt x="0" y="18764"/>
                          <a:pt x="15949" y="0"/>
                          <a:pt x="35623" y="0"/>
                        </a:cubicBezTo>
                        <a:cubicBezTo>
                          <a:pt x="55297" y="0"/>
                          <a:pt x="71246" y="18764"/>
                          <a:pt x="71246" y="4191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68" name="Forme libre : forme 15267">
                    <a:extLst>
                      <a:ext uri="{FF2B5EF4-FFF2-40B4-BE49-F238E27FC236}">
                        <a16:creationId xmlns:a16="http://schemas.microsoft.com/office/drawing/2014/main" id="{360D7318-0046-4E10-9550-7523FDCC0910}"/>
                      </a:ext>
                    </a:extLst>
                  </p:cNvPr>
                  <p:cNvSpPr/>
                  <p:nvPr/>
                </p:nvSpPr>
                <p:spPr>
                  <a:xfrm rot="-3236967">
                    <a:off x="7203183" y="2454440"/>
                    <a:ext cx="22098" cy="19240"/>
                  </a:xfrm>
                  <a:custGeom>
                    <a:avLst/>
                    <a:gdLst>
                      <a:gd name="connsiteX0" fmla="*/ 22098 w 22098"/>
                      <a:gd name="connsiteY0" fmla="*/ 9620 h 19240"/>
                      <a:gd name="connsiteX1" fmla="*/ 11049 w 22098"/>
                      <a:gd name="connsiteY1" fmla="*/ 19241 h 19240"/>
                      <a:gd name="connsiteX2" fmla="*/ 0 w 22098"/>
                      <a:gd name="connsiteY2" fmla="*/ 9620 h 19240"/>
                      <a:gd name="connsiteX3" fmla="*/ 11049 w 22098"/>
                      <a:gd name="connsiteY3" fmla="*/ 0 h 19240"/>
                      <a:gd name="connsiteX4" fmla="*/ 22098 w 22098"/>
                      <a:gd name="connsiteY4" fmla="*/ 962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8" h="19240">
                        <a:moveTo>
                          <a:pt x="22098" y="9620"/>
                        </a:moveTo>
                        <a:cubicBezTo>
                          <a:pt x="22098" y="14933"/>
                          <a:pt x="17151" y="19241"/>
                          <a:pt x="11049" y="19241"/>
                        </a:cubicBezTo>
                        <a:cubicBezTo>
                          <a:pt x="4947" y="19241"/>
                          <a:pt x="0" y="14933"/>
                          <a:pt x="0" y="9620"/>
                        </a:cubicBezTo>
                        <a:cubicBezTo>
                          <a:pt x="0" y="4307"/>
                          <a:pt x="4947" y="0"/>
                          <a:pt x="11049" y="0"/>
                        </a:cubicBezTo>
                        <a:cubicBezTo>
                          <a:pt x="17151" y="0"/>
                          <a:pt x="22098" y="4307"/>
                          <a:pt x="22098" y="9620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269" name="Graphique 2">
                  <a:extLst>
                    <a:ext uri="{FF2B5EF4-FFF2-40B4-BE49-F238E27FC236}">
                      <a16:creationId xmlns:a16="http://schemas.microsoft.com/office/drawing/2014/main" id="{697C2B2A-C932-4775-94DD-2E5D61D78CE2}"/>
                    </a:ext>
                  </a:extLst>
                </p:cNvPr>
                <p:cNvGrpSpPr/>
                <p:nvPr/>
              </p:nvGrpSpPr>
              <p:grpSpPr>
                <a:xfrm>
                  <a:off x="7025940" y="2491401"/>
                  <a:ext cx="228546" cy="227331"/>
                  <a:chOff x="7025940" y="2491401"/>
                  <a:chExt cx="228546" cy="227331"/>
                </a:xfrm>
                <a:solidFill>
                  <a:schemeClr val="accent1"/>
                </a:solidFill>
              </p:grpSpPr>
              <p:sp>
                <p:nvSpPr>
                  <p:cNvPr id="15270" name="Forme libre : forme 15269">
                    <a:extLst>
                      <a:ext uri="{FF2B5EF4-FFF2-40B4-BE49-F238E27FC236}">
                        <a16:creationId xmlns:a16="http://schemas.microsoft.com/office/drawing/2014/main" id="{8700FCE3-760B-4AA0-AEB3-4F312E66FF39}"/>
                      </a:ext>
                    </a:extLst>
                  </p:cNvPr>
                  <p:cNvSpPr/>
                  <p:nvPr/>
                </p:nvSpPr>
                <p:spPr>
                  <a:xfrm rot="-3236967">
                    <a:off x="7060013" y="2522104"/>
                    <a:ext cx="160401" cy="165925"/>
                  </a:xfrm>
                  <a:custGeom>
                    <a:avLst/>
                    <a:gdLst>
                      <a:gd name="connsiteX0" fmla="*/ 160401 w 160401"/>
                      <a:gd name="connsiteY0" fmla="*/ 82963 h 165925"/>
                      <a:gd name="connsiteX1" fmla="*/ 80201 w 160401"/>
                      <a:gd name="connsiteY1" fmla="*/ 165926 h 165925"/>
                      <a:gd name="connsiteX2" fmla="*/ 0 w 160401"/>
                      <a:gd name="connsiteY2" fmla="*/ 82963 h 165925"/>
                      <a:gd name="connsiteX3" fmla="*/ 80201 w 160401"/>
                      <a:gd name="connsiteY3" fmla="*/ 0 h 165925"/>
                      <a:gd name="connsiteX4" fmla="*/ 160401 w 160401"/>
                      <a:gd name="connsiteY4" fmla="*/ 82963 h 165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401" h="165925">
                        <a:moveTo>
                          <a:pt x="160401" y="82963"/>
                        </a:moveTo>
                        <a:cubicBezTo>
                          <a:pt x="160401" y="128782"/>
                          <a:pt x="124494" y="165926"/>
                          <a:pt x="80201" y="165926"/>
                        </a:cubicBezTo>
                        <a:cubicBezTo>
                          <a:pt x="35907" y="165926"/>
                          <a:pt x="0" y="128782"/>
                          <a:pt x="0" y="82963"/>
                        </a:cubicBezTo>
                        <a:cubicBezTo>
                          <a:pt x="0" y="37144"/>
                          <a:pt x="35907" y="0"/>
                          <a:pt x="80201" y="0"/>
                        </a:cubicBezTo>
                        <a:cubicBezTo>
                          <a:pt x="124494" y="0"/>
                          <a:pt x="160401" y="37144"/>
                          <a:pt x="160401" y="82963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71" name="Forme libre : forme 15270">
                    <a:extLst>
                      <a:ext uri="{FF2B5EF4-FFF2-40B4-BE49-F238E27FC236}">
                        <a16:creationId xmlns:a16="http://schemas.microsoft.com/office/drawing/2014/main" id="{239023CC-3664-4A3F-878D-86A3FA6DE348}"/>
                      </a:ext>
                    </a:extLst>
                  </p:cNvPr>
                  <p:cNvSpPr/>
                  <p:nvPr/>
                </p:nvSpPr>
                <p:spPr>
                  <a:xfrm>
                    <a:off x="7103659" y="2525553"/>
                    <a:ext cx="118586" cy="160667"/>
                  </a:xfrm>
                  <a:custGeom>
                    <a:avLst/>
                    <a:gdLst>
                      <a:gd name="connsiteX0" fmla="*/ 49530 w 118586"/>
                      <a:gd name="connsiteY0" fmla="*/ 0 h 160667"/>
                      <a:gd name="connsiteX1" fmla="*/ 60103 w 118586"/>
                      <a:gd name="connsiteY1" fmla="*/ 6477 h 160667"/>
                      <a:gd name="connsiteX2" fmla="*/ 80010 w 118586"/>
                      <a:gd name="connsiteY2" fmla="*/ 120110 h 160667"/>
                      <a:gd name="connsiteX3" fmla="*/ 0 w 118586"/>
                      <a:gd name="connsiteY3" fmla="*/ 150876 h 160667"/>
                      <a:gd name="connsiteX4" fmla="*/ 103632 w 118586"/>
                      <a:gd name="connsiteY4" fmla="*/ 128397 h 160667"/>
                      <a:gd name="connsiteX5" fmla="*/ 83725 w 118586"/>
                      <a:gd name="connsiteY5" fmla="*/ 14764 h 160667"/>
                      <a:gd name="connsiteX6" fmla="*/ 49530 w 118586"/>
                      <a:gd name="connsiteY6" fmla="*/ 0 h 160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586" h="160667">
                        <a:moveTo>
                          <a:pt x="49530" y="0"/>
                        </a:moveTo>
                        <a:cubicBezTo>
                          <a:pt x="53150" y="1905"/>
                          <a:pt x="56674" y="4001"/>
                          <a:pt x="60103" y="6477"/>
                        </a:cubicBezTo>
                        <a:cubicBezTo>
                          <a:pt x="97155" y="33433"/>
                          <a:pt x="105823" y="84201"/>
                          <a:pt x="80010" y="120110"/>
                        </a:cubicBezTo>
                        <a:cubicBezTo>
                          <a:pt x="59817" y="148209"/>
                          <a:pt x="25337" y="160496"/>
                          <a:pt x="0" y="150876"/>
                        </a:cubicBezTo>
                        <a:cubicBezTo>
                          <a:pt x="35719" y="169736"/>
                          <a:pt x="80010" y="160877"/>
                          <a:pt x="103632" y="128397"/>
                        </a:cubicBezTo>
                        <a:cubicBezTo>
                          <a:pt x="129730" y="92583"/>
                          <a:pt x="120777" y="41720"/>
                          <a:pt x="83725" y="14764"/>
                        </a:cubicBezTo>
                        <a:cubicBezTo>
                          <a:pt x="73247" y="7144"/>
                          <a:pt x="61532" y="2286"/>
                          <a:pt x="49530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72" name="Forme libre : forme 15271">
                    <a:extLst>
                      <a:ext uri="{FF2B5EF4-FFF2-40B4-BE49-F238E27FC236}">
                        <a16:creationId xmlns:a16="http://schemas.microsoft.com/office/drawing/2014/main" id="{7C1AF758-11BE-4B14-9669-926F307336CC}"/>
                      </a:ext>
                    </a:extLst>
                  </p:cNvPr>
                  <p:cNvSpPr/>
                  <p:nvPr/>
                </p:nvSpPr>
                <p:spPr>
                  <a:xfrm rot="-881447">
                    <a:off x="7064880" y="2565153"/>
                    <a:ext cx="71246" cy="83819"/>
                  </a:xfrm>
                  <a:custGeom>
                    <a:avLst/>
                    <a:gdLst>
                      <a:gd name="connsiteX0" fmla="*/ 71246 w 71246"/>
                      <a:gd name="connsiteY0" fmla="*/ 41910 h 83819"/>
                      <a:gd name="connsiteX1" fmla="*/ 35623 w 71246"/>
                      <a:gd name="connsiteY1" fmla="*/ 83819 h 83819"/>
                      <a:gd name="connsiteX2" fmla="*/ 0 w 71246"/>
                      <a:gd name="connsiteY2" fmla="*/ 41910 h 83819"/>
                      <a:gd name="connsiteX3" fmla="*/ 35623 w 71246"/>
                      <a:gd name="connsiteY3" fmla="*/ 0 h 83819"/>
                      <a:gd name="connsiteX4" fmla="*/ 71246 w 71246"/>
                      <a:gd name="connsiteY4" fmla="*/ 41910 h 8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6" h="83819">
                        <a:moveTo>
                          <a:pt x="71246" y="41910"/>
                        </a:moveTo>
                        <a:cubicBezTo>
                          <a:pt x="71246" y="65056"/>
                          <a:pt x="55297" y="83819"/>
                          <a:pt x="35623" y="83819"/>
                        </a:cubicBezTo>
                        <a:cubicBezTo>
                          <a:pt x="15949" y="83819"/>
                          <a:pt x="0" y="65056"/>
                          <a:pt x="0" y="41910"/>
                        </a:cubicBezTo>
                        <a:cubicBezTo>
                          <a:pt x="0" y="18764"/>
                          <a:pt x="15949" y="0"/>
                          <a:pt x="35623" y="0"/>
                        </a:cubicBezTo>
                        <a:cubicBezTo>
                          <a:pt x="55297" y="0"/>
                          <a:pt x="71246" y="18764"/>
                          <a:pt x="71246" y="4191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73" name="Forme libre : forme 15272">
                    <a:extLst>
                      <a:ext uri="{FF2B5EF4-FFF2-40B4-BE49-F238E27FC236}">
                        <a16:creationId xmlns:a16="http://schemas.microsoft.com/office/drawing/2014/main" id="{45EE3ED0-F24E-4837-93E8-0CBB536274C2}"/>
                      </a:ext>
                    </a:extLst>
                  </p:cNvPr>
                  <p:cNvSpPr/>
                  <p:nvPr/>
                </p:nvSpPr>
                <p:spPr>
                  <a:xfrm rot="-3236967">
                    <a:off x="7081513" y="2556898"/>
                    <a:ext cx="22098" cy="19240"/>
                  </a:xfrm>
                  <a:custGeom>
                    <a:avLst/>
                    <a:gdLst>
                      <a:gd name="connsiteX0" fmla="*/ 22098 w 22098"/>
                      <a:gd name="connsiteY0" fmla="*/ 9620 h 19240"/>
                      <a:gd name="connsiteX1" fmla="*/ 11049 w 22098"/>
                      <a:gd name="connsiteY1" fmla="*/ 19240 h 19240"/>
                      <a:gd name="connsiteX2" fmla="*/ 0 w 22098"/>
                      <a:gd name="connsiteY2" fmla="*/ 9620 h 19240"/>
                      <a:gd name="connsiteX3" fmla="*/ 11049 w 22098"/>
                      <a:gd name="connsiteY3" fmla="*/ 0 h 19240"/>
                      <a:gd name="connsiteX4" fmla="*/ 22098 w 22098"/>
                      <a:gd name="connsiteY4" fmla="*/ 962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8" h="19240">
                        <a:moveTo>
                          <a:pt x="22098" y="9620"/>
                        </a:moveTo>
                        <a:cubicBezTo>
                          <a:pt x="22098" y="14933"/>
                          <a:pt x="17151" y="19240"/>
                          <a:pt x="11049" y="19240"/>
                        </a:cubicBezTo>
                        <a:cubicBezTo>
                          <a:pt x="4947" y="19240"/>
                          <a:pt x="0" y="14933"/>
                          <a:pt x="0" y="9620"/>
                        </a:cubicBezTo>
                        <a:cubicBezTo>
                          <a:pt x="0" y="4307"/>
                          <a:pt x="4947" y="0"/>
                          <a:pt x="11049" y="0"/>
                        </a:cubicBezTo>
                        <a:cubicBezTo>
                          <a:pt x="17151" y="0"/>
                          <a:pt x="22098" y="4307"/>
                          <a:pt x="22098" y="9620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274" name="Graphique 2">
                  <a:extLst>
                    <a:ext uri="{FF2B5EF4-FFF2-40B4-BE49-F238E27FC236}">
                      <a16:creationId xmlns:a16="http://schemas.microsoft.com/office/drawing/2014/main" id="{C5A5B473-E274-4254-8897-537E5A9EC9A1}"/>
                    </a:ext>
                  </a:extLst>
                </p:cNvPr>
                <p:cNvGrpSpPr/>
                <p:nvPr/>
              </p:nvGrpSpPr>
              <p:grpSpPr>
                <a:xfrm>
                  <a:off x="7146436" y="2515333"/>
                  <a:ext cx="228546" cy="227331"/>
                  <a:chOff x="7146436" y="2515333"/>
                  <a:chExt cx="228546" cy="227331"/>
                </a:xfrm>
                <a:solidFill>
                  <a:schemeClr val="accent1"/>
                </a:solidFill>
              </p:grpSpPr>
              <p:sp>
                <p:nvSpPr>
                  <p:cNvPr id="15275" name="Forme libre : forme 15274">
                    <a:extLst>
                      <a:ext uri="{FF2B5EF4-FFF2-40B4-BE49-F238E27FC236}">
                        <a16:creationId xmlns:a16="http://schemas.microsoft.com/office/drawing/2014/main" id="{21637396-98AB-4CA7-B1A4-F329E487563C}"/>
                      </a:ext>
                    </a:extLst>
                  </p:cNvPr>
                  <p:cNvSpPr/>
                  <p:nvPr/>
                </p:nvSpPr>
                <p:spPr>
                  <a:xfrm rot="-3236967">
                    <a:off x="7180509" y="2546035"/>
                    <a:ext cx="160401" cy="165925"/>
                  </a:xfrm>
                  <a:custGeom>
                    <a:avLst/>
                    <a:gdLst>
                      <a:gd name="connsiteX0" fmla="*/ 160401 w 160401"/>
                      <a:gd name="connsiteY0" fmla="*/ 82963 h 165925"/>
                      <a:gd name="connsiteX1" fmla="*/ 80201 w 160401"/>
                      <a:gd name="connsiteY1" fmla="*/ 165926 h 165925"/>
                      <a:gd name="connsiteX2" fmla="*/ 0 w 160401"/>
                      <a:gd name="connsiteY2" fmla="*/ 82963 h 165925"/>
                      <a:gd name="connsiteX3" fmla="*/ 80201 w 160401"/>
                      <a:gd name="connsiteY3" fmla="*/ 0 h 165925"/>
                      <a:gd name="connsiteX4" fmla="*/ 160401 w 160401"/>
                      <a:gd name="connsiteY4" fmla="*/ 82963 h 165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401" h="165925">
                        <a:moveTo>
                          <a:pt x="160401" y="82963"/>
                        </a:moveTo>
                        <a:cubicBezTo>
                          <a:pt x="160401" y="128782"/>
                          <a:pt x="124494" y="165926"/>
                          <a:pt x="80201" y="165926"/>
                        </a:cubicBezTo>
                        <a:cubicBezTo>
                          <a:pt x="35907" y="165926"/>
                          <a:pt x="0" y="128782"/>
                          <a:pt x="0" y="82963"/>
                        </a:cubicBezTo>
                        <a:cubicBezTo>
                          <a:pt x="0" y="37144"/>
                          <a:pt x="35907" y="0"/>
                          <a:pt x="80201" y="0"/>
                        </a:cubicBezTo>
                        <a:cubicBezTo>
                          <a:pt x="124494" y="0"/>
                          <a:pt x="160401" y="37144"/>
                          <a:pt x="160401" y="82963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76" name="Forme libre : forme 15275">
                    <a:extLst>
                      <a:ext uri="{FF2B5EF4-FFF2-40B4-BE49-F238E27FC236}">
                        <a16:creationId xmlns:a16="http://schemas.microsoft.com/office/drawing/2014/main" id="{9BD026D1-6400-431A-B6DD-5FB2E23485B1}"/>
                      </a:ext>
                    </a:extLst>
                  </p:cNvPr>
                  <p:cNvSpPr/>
                  <p:nvPr/>
                </p:nvSpPr>
                <p:spPr>
                  <a:xfrm>
                    <a:off x="7224055" y="2549556"/>
                    <a:ext cx="118586" cy="160667"/>
                  </a:xfrm>
                  <a:custGeom>
                    <a:avLst/>
                    <a:gdLst>
                      <a:gd name="connsiteX0" fmla="*/ 49530 w 118586"/>
                      <a:gd name="connsiteY0" fmla="*/ 0 h 160667"/>
                      <a:gd name="connsiteX1" fmla="*/ 60103 w 118586"/>
                      <a:gd name="connsiteY1" fmla="*/ 6477 h 160667"/>
                      <a:gd name="connsiteX2" fmla="*/ 80010 w 118586"/>
                      <a:gd name="connsiteY2" fmla="*/ 120110 h 160667"/>
                      <a:gd name="connsiteX3" fmla="*/ 0 w 118586"/>
                      <a:gd name="connsiteY3" fmla="*/ 150876 h 160667"/>
                      <a:gd name="connsiteX4" fmla="*/ 103632 w 118586"/>
                      <a:gd name="connsiteY4" fmla="*/ 128397 h 160667"/>
                      <a:gd name="connsiteX5" fmla="*/ 83725 w 118586"/>
                      <a:gd name="connsiteY5" fmla="*/ 14764 h 160667"/>
                      <a:gd name="connsiteX6" fmla="*/ 49530 w 118586"/>
                      <a:gd name="connsiteY6" fmla="*/ 0 h 160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586" h="160667">
                        <a:moveTo>
                          <a:pt x="49530" y="0"/>
                        </a:moveTo>
                        <a:cubicBezTo>
                          <a:pt x="53150" y="1905"/>
                          <a:pt x="56674" y="4000"/>
                          <a:pt x="60103" y="6477"/>
                        </a:cubicBezTo>
                        <a:cubicBezTo>
                          <a:pt x="97155" y="33433"/>
                          <a:pt x="105823" y="84201"/>
                          <a:pt x="80010" y="120110"/>
                        </a:cubicBezTo>
                        <a:cubicBezTo>
                          <a:pt x="59817" y="148209"/>
                          <a:pt x="25337" y="160496"/>
                          <a:pt x="0" y="150876"/>
                        </a:cubicBezTo>
                        <a:cubicBezTo>
                          <a:pt x="35719" y="169736"/>
                          <a:pt x="80010" y="160877"/>
                          <a:pt x="103632" y="128397"/>
                        </a:cubicBezTo>
                        <a:cubicBezTo>
                          <a:pt x="129730" y="92583"/>
                          <a:pt x="120777" y="41720"/>
                          <a:pt x="83725" y="14764"/>
                        </a:cubicBezTo>
                        <a:cubicBezTo>
                          <a:pt x="73247" y="7049"/>
                          <a:pt x="61532" y="2286"/>
                          <a:pt x="49530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77" name="Forme libre : forme 15276">
                    <a:extLst>
                      <a:ext uri="{FF2B5EF4-FFF2-40B4-BE49-F238E27FC236}">
                        <a16:creationId xmlns:a16="http://schemas.microsoft.com/office/drawing/2014/main" id="{76BE8F83-4B7B-4AC5-ABEE-240CA7EBB8B3}"/>
                      </a:ext>
                    </a:extLst>
                  </p:cNvPr>
                  <p:cNvSpPr/>
                  <p:nvPr/>
                </p:nvSpPr>
                <p:spPr>
                  <a:xfrm rot="-881447">
                    <a:off x="7185378" y="2589140"/>
                    <a:ext cx="71246" cy="83819"/>
                  </a:xfrm>
                  <a:custGeom>
                    <a:avLst/>
                    <a:gdLst>
                      <a:gd name="connsiteX0" fmla="*/ 71246 w 71246"/>
                      <a:gd name="connsiteY0" fmla="*/ 41910 h 83819"/>
                      <a:gd name="connsiteX1" fmla="*/ 35623 w 71246"/>
                      <a:gd name="connsiteY1" fmla="*/ 83819 h 83819"/>
                      <a:gd name="connsiteX2" fmla="*/ 0 w 71246"/>
                      <a:gd name="connsiteY2" fmla="*/ 41910 h 83819"/>
                      <a:gd name="connsiteX3" fmla="*/ 35623 w 71246"/>
                      <a:gd name="connsiteY3" fmla="*/ 0 h 83819"/>
                      <a:gd name="connsiteX4" fmla="*/ 71246 w 71246"/>
                      <a:gd name="connsiteY4" fmla="*/ 41910 h 8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6" h="83819">
                        <a:moveTo>
                          <a:pt x="71246" y="41910"/>
                        </a:moveTo>
                        <a:cubicBezTo>
                          <a:pt x="71246" y="65056"/>
                          <a:pt x="55297" y="83819"/>
                          <a:pt x="35623" y="83819"/>
                        </a:cubicBezTo>
                        <a:cubicBezTo>
                          <a:pt x="15949" y="83819"/>
                          <a:pt x="0" y="65056"/>
                          <a:pt x="0" y="41910"/>
                        </a:cubicBezTo>
                        <a:cubicBezTo>
                          <a:pt x="0" y="18764"/>
                          <a:pt x="15949" y="0"/>
                          <a:pt x="35623" y="0"/>
                        </a:cubicBezTo>
                        <a:cubicBezTo>
                          <a:pt x="55297" y="0"/>
                          <a:pt x="71246" y="18764"/>
                          <a:pt x="71246" y="4191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78" name="Forme libre : forme 15277">
                    <a:extLst>
                      <a:ext uri="{FF2B5EF4-FFF2-40B4-BE49-F238E27FC236}">
                        <a16:creationId xmlns:a16="http://schemas.microsoft.com/office/drawing/2014/main" id="{58E04737-A0A2-4C6D-9BDC-6020FDDB1220}"/>
                      </a:ext>
                    </a:extLst>
                  </p:cNvPr>
                  <p:cNvSpPr/>
                  <p:nvPr/>
                </p:nvSpPr>
                <p:spPr>
                  <a:xfrm rot="-3236967">
                    <a:off x="7201952" y="2580917"/>
                    <a:ext cx="22098" cy="19240"/>
                  </a:xfrm>
                  <a:custGeom>
                    <a:avLst/>
                    <a:gdLst>
                      <a:gd name="connsiteX0" fmla="*/ 22098 w 22098"/>
                      <a:gd name="connsiteY0" fmla="*/ 9620 h 19240"/>
                      <a:gd name="connsiteX1" fmla="*/ 11049 w 22098"/>
                      <a:gd name="connsiteY1" fmla="*/ 19241 h 19240"/>
                      <a:gd name="connsiteX2" fmla="*/ 0 w 22098"/>
                      <a:gd name="connsiteY2" fmla="*/ 9620 h 19240"/>
                      <a:gd name="connsiteX3" fmla="*/ 11049 w 22098"/>
                      <a:gd name="connsiteY3" fmla="*/ 0 h 19240"/>
                      <a:gd name="connsiteX4" fmla="*/ 22098 w 22098"/>
                      <a:gd name="connsiteY4" fmla="*/ 962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8" h="19240">
                        <a:moveTo>
                          <a:pt x="22098" y="9620"/>
                        </a:moveTo>
                        <a:cubicBezTo>
                          <a:pt x="22098" y="14933"/>
                          <a:pt x="17151" y="19241"/>
                          <a:pt x="11049" y="19241"/>
                        </a:cubicBezTo>
                        <a:cubicBezTo>
                          <a:pt x="4947" y="19241"/>
                          <a:pt x="0" y="14933"/>
                          <a:pt x="0" y="9620"/>
                        </a:cubicBezTo>
                        <a:cubicBezTo>
                          <a:pt x="0" y="4307"/>
                          <a:pt x="4947" y="0"/>
                          <a:pt x="11049" y="0"/>
                        </a:cubicBezTo>
                        <a:cubicBezTo>
                          <a:pt x="17151" y="0"/>
                          <a:pt x="22098" y="4307"/>
                          <a:pt x="22098" y="9620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sp>
            <p:nvSpPr>
              <p:cNvPr id="15279" name="Forme libre : forme 15278">
                <a:extLst>
                  <a:ext uri="{FF2B5EF4-FFF2-40B4-BE49-F238E27FC236}">
                    <a16:creationId xmlns:a16="http://schemas.microsoft.com/office/drawing/2014/main" id="{5B9C5A1A-844C-41B6-B9CB-3A4CF8B2175B}"/>
                  </a:ext>
                </a:extLst>
              </p:cNvPr>
              <p:cNvSpPr/>
              <p:nvPr/>
            </p:nvSpPr>
            <p:spPr>
              <a:xfrm>
                <a:off x="7320829" y="2574130"/>
                <a:ext cx="124967" cy="162210"/>
              </a:xfrm>
              <a:custGeom>
                <a:avLst/>
                <a:gdLst>
                  <a:gd name="connsiteX0" fmla="*/ 55531 w 124967"/>
                  <a:gd name="connsiteY0" fmla="*/ 73914 h 162210"/>
                  <a:gd name="connsiteX1" fmla="*/ 65151 w 124967"/>
                  <a:gd name="connsiteY1" fmla="*/ 92488 h 162210"/>
                  <a:gd name="connsiteX2" fmla="*/ 124968 w 124967"/>
                  <a:gd name="connsiteY2" fmla="*/ 162211 h 162210"/>
                  <a:gd name="connsiteX3" fmla="*/ 89916 w 124967"/>
                  <a:gd name="connsiteY3" fmla="*/ 121444 h 162210"/>
                  <a:gd name="connsiteX4" fmla="*/ 63151 w 124967"/>
                  <a:gd name="connsiteY4" fmla="*/ 74486 h 162210"/>
                  <a:gd name="connsiteX5" fmla="*/ 33147 w 124967"/>
                  <a:gd name="connsiteY5" fmla="*/ 30861 h 162210"/>
                  <a:gd name="connsiteX6" fmla="*/ 0 w 124967"/>
                  <a:gd name="connsiteY6" fmla="*/ 0 h 162210"/>
                  <a:gd name="connsiteX7" fmla="*/ 14383 w 124967"/>
                  <a:gd name="connsiteY7" fmla="*/ 15621 h 162210"/>
                  <a:gd name="connsiteX8" fmla="*/ 29813 w 124967"/>
                  <a:gd name="connsiteY8" fmla="*/ 34004 h 162210"/>
                  <a:gd name="connsiteX9" fmla="*/ 55531 w 124967"/>
                  <a:gd name="connsiteY9" fmla="*/ 73914 h 162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4967" h="162210">
                    <a:moveTo>
                      <a:pt x="55531" y="73914"/>
                    </a:moveTo>
                    <a:cubicBezTo>
                      <a:pt x="58769" y="80105"/>
                      <a:pt x="61817" y="86392"/>
                      <a:pt x="65151" y="92488"/>
                    </a:cubicBezTo>
                    <a:cubicBezTo>
                      <a:pt x="79915" y="119634"/>
                      <a:pt x="100489" y="143542"/>
                      <a:pt x="124968" y="162211"/>
                    </a:cubicBezTo>
                    <a:cubicBezTo>
                      <a:pt x="110490" y="151447"/>
                      <a:pt x="99346" y="136779"/>
                      <a:pt x="89916" y="121444"/>
                    </a:cubicBezTo>
                    <a:cubicBezTo>
                      <a:pt x="80391" y="106108"/>
                      <a:pt x="72390" y="89916"/>
                      <a:pt x="63151" y="74486"/>
                    </a:cubicBezTo>
                    <a:cubicBezTo>
                      <a:pt x="54007" y="59341"/>
                      <a:pt x="43720" y="45053"/>
                      <a:pt x="33147" y="30861"/>
                    </a:cubicBezTo>
                    <a:cubicBezTo>
                      <a:pt x="24765" y="19621"/>
                      <a:pt x="14097" y="4286"/>
                      <a:pt x="0" y="0"/>
                    </a:cubicBezTo>
                    <a:cubicBezTo>
                      <a:pt x="762" y="4763"/>
                      <a:pt x="11049" y="12001"/>
                      <a:pt x="14383" y="15621"/>
                    </a:cubicBezTo>
                    <a:cubicBezTo>
                      <a:pt x="19812" y="21526"/>
                      <a:pt x="24860" y="27622"/>
                      <a:pt x="29813" y="34004"/>
                    </a:cubicBezTo>
                    <a:cubicBezTo>
                      <a:pt x="39529" y="46577"/>
                      <a:pt x="48196" y="59912"/>
                      <a:pt x="55531" y="73914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80" name="Forme libre : forme 15279">
                <a:extLst>
                  <a:ext uri="{FF2B5EF4-FFF2-40B4-BE49-F238E27FC236}">
                    <a16:creationId xmlns:a16="http://schemas.microsoft.com/office/drawing/2014/main" id="{E1BDA18F-30B7-485C-8579-6D3DF9712C27}"/>
                  </a:ext>
                </a:extLst>
              </p:cNvPr>
              <p:cNvSpPr/>
              <p:nvPr/>
            </p:nvSpPr>
            <p:spPr>
              <a:xfrm>
                <a:off x="7208550" y="2694129"/>
                <a:ext cx="184859" cy="106314"/>
              </a:xfrm>
              <a:custGeom>
                <a:avLst/>
                <a:gdLst>
                  <a:gd name="connsiteX0" fmla="*/ 36650 w 184859"/>
                  <a:gd name="connsiteY0" fmla="*/ 24971 h 106314"/>
                  <a:gd name="connsiteX1" fmla="*/ 144378 w 184859"/>
                  <a:gd name="connsiteY1" fmla="*/ 74883 h 106314"/>
                  <a:gd name="connsiteX2" fmla="*/ 184859 w 184859"/>
                  <a:gd name="connsiteY2" fmla="*/ 106315 h 106314"/>
                  <a:gd name="connsiteX3" fmla="*/ 120375 w 184859"/>
                  <a:gd name="connsiteY3" fmla="*/ 66596 h 106314"/>
                  <a:gd name="connsiteX4" fmla="*/ 89419 w 184859"/>
                  <a:gd name="connsiteY4" fmla="*/ 51451 h 106314"/>
                  <a:gd name="connsiteX5" fmla="*/ 67511 w 184859"/>
                  <a:gd name="connsiteY5" fmla="*/ 42593 h 106314"/>
                  <a:gd name="connsiteX6" fmla="*/ 28268 w 184859"/>
                  <a:gd name="connsiteY6" fmla="*/ 23066 h 106314"/>
                  <a:gd name="connsiteX7" fmla="*/ 9980 w 184859"/>
                  <a:gd name="connsiteY7" fmla="*/ 11922 h 106314"/>
                  <a:gd name="connsiteX8" fmla="*/ 1503 w 184859"/>
                  <a:gd name="connsiteY8" fmla="*/ 16 h 106314"/>
                  <a:gd name="connsiteX9" fmla="*/ 17696 w 184859"/>
                  <a:gd name="connsiteY9" fmla="*/ 12398 h 106314"/>
                  <a:gd name="connsiteX10" fmla="*/ 36650 w 184859"/>
                  <a:gd name="connsiteY10" fmla="*/ 24971 h 106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4859" h="106314">
                    <a:moveTo>
                      <a:pt x="36650" y="24971"/>
                    </a:moveTo>
                    <a:cubicBezTo>
                      <a:pt x="70845" y="44974"/>
                      <a:pt x="110850" y="53832"/>
                      <a:pt x="144378" y="74883"/>
                    </a:cubicBezTo>
                    <a:cubicBezTo>
                      <a:pt x="158856" y="83931"/>
                      <a:pt x="171905" y="95171"/>
                      <a:pt x="184859" y="106315"/>
                    </a:cubicBezTo>
                    <a:cubicBezTo>
                      <a:pt x="164095" y="91932"/>
                      <a:pt x="142568" y="78597"/>
                      <a:pt x="120375" y="66596"/>
                    </a:cubicBezTo>
                    <a:cubicBezTo>
                      <a:pt x="110279" y="61166"/>
                      <a:pt x="99992" y="55928"/>
                      <a:pt x="89419" y="51451"/>
                    </a:cubicBezTo>
                    <a:cubicBezTo>
                      <a:pt x="82180" y="48403"/>
                      <a:pt x="74750" y="45641"/>
                      <a:pt x="67511" y="42593"/>
                    </a:cubicBezTo>
                    <a:cubicBezTo>
                      <a:pt x="54081" y="36878"/>
                      <a:pt x="41222" y="30020"/>
                      <a:pt x="28268" y="23066"/>
                    </a:cubicBezTo>
                    <a:cubicBezTo>
                      <a:pt x="21982" y="19733"/>
                      <a:pt x="15695" y="16304"/>
                      <a:pt x="9980" y="11922"/>
                    </a:cubicBezTo>
                    <a:cubicBezTo>
                      <a:pt x="8075" y="10493"/>
                      <a:pt x="-4212" y="683"/>
                      <a:pt x="1503" y="16"/>
                    </a:cubicBezTo>
                    <a:cubicBezTo>
                      <a:pt x="5599" y="-460"/>
                      <a:pt x="14362" y="9827"/>
                      <a:pt x="17696" y="12398"/>
                    </a:cubicBezTo>
                    <a:cubicBezTo>
                      <a:pt x="23792" y="16971"/>
                      <a:pt x="30078" y="21162"/>
                      <a:pt x="36650" y="24971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81" name="Forme libre : forme 15280">
                <a:extLst>
                  <a:ext uri="{FF2B5EF4-FFF2-40B4-BE49-F238E27FC236}">
                    <a16:creationId xmlns:a16="http://schemas.microsoft.com/office/drawing/2014/main" id="{6B6661F7-E367-4B22-87CD-749E42EF193D}"/>
                  </a:ext>
                </a:extLst>
              </p:cNvPr>
              <p:cNvSpPr/>
              <p:nvPr/>
            </p:nvSpPr>
            <p:spPr>
              <a:xfrm>
                <a:off x="7280912" y="2650997"/>
                <a:ext cx="162343" cy="131226"/>
              </a:xfrm>
              <a:custGeom>
                <a:avLst/>
                <a:gdLst>
                  <a:gd name="connsiteX0" fmla="*/ 18295 w 162343"/>
                  <a:gd name="connsiteY0" fmla="*/ 62008 h 131226"/>
                  <a:gd name="connsiteX1" fmla="*/ 63539 w 162343"/>
                  <a:gd name="connsiteY1" fmla="*/ 16764 h 131226"/>
                  <a:gd name="connsiteX2" fmla="*/ 71731 w 162343"/>
                  <a:gd name="connsiteY2" fmla="*/ 0 h 131226"/>
                  <a:gd name="connsiteX3" fmla="*/ 87352 w 162343"/>
                  <a:gd name="connsiteY3" fmla="*/ 14859 h 131226"/>
                  <a:gd name="connsiteX4" fmla="*/ 127928 w 162343"/>
                  <a:gd name="connsiteY4" fmla="*/ 60769 h 131226"/>
                  <a:gd name="connsiteX5" fmla="*/ 160218 w 162343"/>
                  <a:gd name="connsiteY5" fmla="*/ 100965 h 131226"/>
                  <a:gd name="connsiteX6" fmla="*/ 161742 w 162343"/>
                  <a:gd name="connsiteY6" fmla="*/ 116110 h 131226"/>
                  <a:gd name="connsiteX7" fmla="*/ 146692 w 162343"/>
                  <a:gd name="connsiteY7" fmla="*/ 130302 h 131226"/>
                  <a:gd name="connsiteX8" fmla="*/ 125547 w 162343"/>
                  <a:gd name="connsiteY8" fmla="*/ 128397 h 131226"/>
                  <a:gd name="connsiteX9" fmla="*/ 106783 w 162343"/>
                  <a:gd name="connsiteY9" fmla="*/ 117824 h 131226"/>
                  <a:gd name="connsiteX10" fmla="*/ 90114 w 162343"/>
                  <a:gd name="connsiteY10" fmla="*/ 106870 h 131226"/>
                  <a:gd name="connsiteX11" fmla="*/ 73350 w 162343"/>
                  <a:gd name="connsiteY11" fmla="*/ 97250 h 131226"/>
                  <a:gd name="connsiteX12" fmla="*/ 60015 w 162343"/>
                  <a:gd name="connsiteY12" fmla="*/ 93154 h 131226"/>
                  <a:gd name="connsiteX13" fmla="*/ 22582 w 162343"/>
                  <a:gd name="connsiteY13" fmla="*/ 83439 h 131226"/>
                  <a:gd name="connsiteX14" fmla="*/ 7 w 162343"/>
                  <a:gd name="connsiteY14" fmla="*/ 71818 h 131226"/>
                  <a:gd name="connsiteX15" fmla="*/ 18295 w 162343"/>
                  <a:gd name="connsiteY15" fmla="*/ 62008 h 131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62343" h="131226">
                    <a:moveTo>
                      <a:pt x="18295" y="62008"/>
                    </a:moveTo>
                    <a:cubicBezTo>
                      <a:pt x="38488" y="53626"/>
                      <a:pt x="55157" y="36957"/>
                      <a:pt x="63539" y="16764"/>
                    </a:cubicBezTo>
                    <a:cubicBezTo>
                      <a:pt x="65920" y="10954"/>
                      <a:pt x="67730" y="4763"/>
                      <a:pt x="71731" y="0"/>
                    </a:cubicBezTo>
                    <a:cubicBezTo>
                      <a:pt x="78398" y="2857"/>
                      <a:pt x="82970" y="9049"/>
                      <a:pt x="87352" y="14859"/>
                    </a:cubicBezTo>
                    <a:cubicBezTo>
                      <a:pt x="99639" y="31242"/>
                      <a:pt x="113164" y="46577"/>
                      <a:pt x="127928" y="60769"/>
                    </a:cubicBezTo>
                    <a:cubicBezTo>
                      <a:pt x="140406" y="72771"/>
                      <a:pt x="154217" y="84677"/>
                      <a:pt x="160218" y="100965"/>
                    </a:cubicBezTo>
                    <a:cubicBezTo>
                      <a:pt x="162028" y="105823"/>
                      <a:pt x="163075" y="111061"/>
                      <a:pt x="161742" y="116110"/>
                    </a:cubicBezTo>
                    <a:cubicBezTo>
                      <a:pt x="159932" y="123063"/>
                      <a:pt x="153646" y="128397"/>
                      <a:pt x="146692" y="130302"/>
                    </a:cubicBezTo>
                    <a:cubicBezTo>
                      <a:pt x="139739" y="132207"/>
                      <a:pt x="132214" y="130969"/>
                      <a:pt x="125547" y="128397"/>
                    </a:cubicBezTo>
                    <a:cubicBezTo>
                      <a:pt x="118879" y="125825"/>
                      <a:pt x="112783" y="121729"/>
                      <a:pt x="106783" y="117824"/>
                    </a:cubicBezTo>
                    <a:cubicBezTo>
                      <a:pt x="101258" y="114205"/>
                      <a:pt x="95638" y="110490"/>
                      <a:pt x="90114" y="106870"/>
                    </a:cubicBezTo>
                    <a:cubicBezTo>
                      <a:pt x="84780" y="103346"/>
                      <a:pt x="79351" y="99727"/>
                      <a:pt x="73350" y="97250"/>
                    </a:cubicBezTo>
                    <a:cubicBezTo>
                      <a:pt x="69064" y="95440"/>
                      <a:pt x="64492" y="94297"/>
                      <a:pt x="60015" y="93154"/>
                    </a:cubicBezTo>
                    <a:cubicBezTo>
                      <a:pt x="47537" y="89916"/>
                      <a:pt x="35059" y="86677"/>
                      <a:pt x="22582" y="83439"/>
                    </a:cubicBezTo>
                    <a:cubicBezTo>
                      <a:pt x="17343" y="82105"/>
                      <a:pt x="293" y="78867"/>
                      <a:pt x="7" y="71818"/>
                    </a:cubicBezTo>
                    <a:cubicBezTo>
                      <a:pt x="-374" y="64770"/>
                      <a:pt x="14009" y="63817"/>
                      <a:pt x="18295" y="62008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82" name="Forme libre : forme 15281">
                <a:extLst>
                  <a:ext uri="{FF2B5EF4-FFF2-40B4-BE49-F238E27FC236}">
                    <a16:creationId xmlns:a16="http://schemas.microsoft.com/office/drawing/2014/main" id="{37EC6B28-A4E9-4A42-ACF2-FF3051E07941}"/>
                  </a:ext>
                </a:extLst>
              </p:cNvPr>
              <p:cNvSpPr/>
              <p:nvPr/>
            </p:nvSpPr>
            <p:spPr>
              <a:xfrm>
                <a:off x="7328769" y="2517075"/>
                <a:ext cx="76962" cy="149637"/>
              </a:xfrm>
              <a:custGeom>
                <a:avLst/>
                <a:gdLst>
                  <a:gd name="connsiteX0" fmla="*/ 60449 w 76962"/>
                  <a:gd name="connsiteY0" fmla="*/ 124682 h 149637"/>
                  <a:gd name="connsiteX1" fmla="*/ 76166 w 76962"/>
                  <a:gd name="connsiteY1" fmla="*/ 149638 h 149637"/>
                  <a:gd name="connsiteX2" fmla="*/ 76737 w 76962"/>
                  <a:gd name="connsiteY2" fmla="*/ 145447 h 149637"/>
                  <a:gd name="connsiteX3" fmla="*/ 29684 w 76962"/>
                  <a:gd name="connsiteY3" fmla="*/ 14383 h 149637"/>
                  <a:gd name="connsiteX4" fmla="*/ 22254 w 76962"/>
                  <a:gd name="connsiteY4" fmla="*/ 0 h 149637"/>
                  <a:gd name="connsiteX5" fmla="*/ 18158 w 76962"/>
                  <a:gd name="connsiteY5" fmla="*/ 7906 h 149637"/>
                  <a:gd name="connsiteX6" fmla="*/ 6919 w 76962"/>
                  <a:gd name="connsiteY6" fmla="*/ 33338 h 149637"/>
                  <a:gd name="connsiteX7" fmla="*/ 632 w 76962"/>
                  <a:gd name="connsiteY7" fmla="*/ 48387 h 149637"/>
                  <a:gd name="connsiteX8" fmla="*/ 7967 w 76962"/>
                  <a:gd name="connsiteY8" fmla="*/ 55150 h 149637"/>
                  <a:gd name="connsiteX9" fmla="*/ 17015 w 76962"/>
                  <a:gd name="connsiteY9" fmla="*/ 63722 h 149637"/>
                  <a:gd name="connsiteX10" fmla="*/ 47019 w 76962"/>
                  <a:gd name="connsiteY10" fmla="*/ 101346 h 149637"/>
                  <a:gd name="connsiteX11" fmla="*/ 60449 w 76962"/>
                  <a:gd name="connsiteY11" fmla="*/ 124682 h 149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6962" h="149637">
                    <a:moveTo>
                      <a:pt x="60449" y="124682"/>
                    </a:moveTo>
                    <a:cubicBezTo>
                      <a:pt x="65021" y="133445"/>
                      <a:pt x="69212" y="142589"/>
                      <a:pt x="76166" y="149638"/>
                    </a:cubicBezTo>
                    <a:cubicBezTo>
                      <a:pt x="77213" y="148590"/>
                      <a:pt x="77023" y="146875"/>
                      <a:pt x="76737" y="145447"/>
                    </a:cubicBezTo>
                    <a:cubicBezTo>
                      <a:pt x="68641" y="99632"/>
                      <a:pt x="43209" y="58865"/>
                      <a:pt x="29684" y="14383"/>
                    </a:cubicBezTo>
                    <a:cubicBezTo>
                      <a:pt x="28064" y="9144"/>
                      <a:pt x="26445" y="3524"/>
                      <a:pt x="22254" y="0"/>
                    </a:cubicBezTo>
                    <a:cubicBezTo>
                      <a:pt x="19682" y="1619"/>
                      <a:pt x="18825" y="4953"/>
                      <a:pt x="18158" y="7906"/>
                    </a:cubicBezTo>
                    <a:cubicBezTo>
                      <a:pt x="15872" y="16954"/>
                      <a:pt x="12062" y="25527"/>
                      <a:pt x="6919" y="33338"/>
                    </a:cubicBezTo>
                    <a:cubicBezTo>
                      <a:pt x="4442" y="37052"/>
                      <a:pt x="-2035" y="43529"/>
                      <a:pt x="632" y="48387"/>
                    </a:cubicBezTo>
                    <a:cubicBezTo>
                      <a:pt x="2061" y="51149"/>
                      <a:pt x="5681" y="53150"/>
                      <a:pt x="7967" y="55150"/>
                    </a:cubicBezTo>
                    <a:cubicBezTo>
                      <a:pt x="11110" y="57912"/>
                      <a:pt x="14158" y="60770"/>
                      <a:pt x="17015" y="63722"/>
                    </a:cubicBezTo>
                    <a:cubicBezTo>
                      <a:pt x="28350" y="75152"/>
                      <a:pt x="38256" y="87821"/>
                      <a:pt x="47019" y="101346"/>
                    </a:cubicBezTo>
                    <a:cubicBezTo>
                      <a:pt x="51782" y="108871"/>
                      <a:pt x="56258" y="116681"/>
                      <a:pt x="60449" y="124682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83" name="Forme libre : forme 15282">
                <a:extLst>
                  <a:ext uri="{FF2B5EF4-FFF2-40B4-BE49-F238E27FC236}">
                    <a16:creationId xmlns:a16="http://schemas.microsoft.com/office/drawing/2014/main" id="{2208FD84-817D-45A9-9DC0-9E87CDC1E90A}"/>
                  </a:ext>
                </a:extLst>
              </p:cNvPr>
              <p:cNvSpPr/>
              <p:nvPr/>
            </p:nvSpPr>
            <p:spPr>
              <a:xfrm>
                <a:off x="7140792" y="2687310"/>
                <a:ext cx="148700" cy="65318"/>
              </a:xfrm>
              <a:custGeom>
                <a:avLst/>
                <a:gdLst>
                  <a:gd name="connsiteX0" fmla="*/ 2682 w 148700"/>
                  <a:gd name="connsiteY0" fmla="*/ 5883 h 65318"/>
                  <a:gd name="connsiteX1" fmla="*/ 15 w 148700"/>
                  <a:gd name="connsiteY1" fmla="*/ 7407 h 65318"/>
                  <a:gd name="connsiteX2" fmla="*/ 587 w 148700"/>
                  <a:gd name="connsiteY2" fmla="*/ 9121 h 65318"/>
                  <a:gd name="connsiteX3" fmla="*/ 12016 w 148700"/>
                  <a:gd name="connsiteY3" fmla="*/ 18170 h 65318"/>
                  <a:gd name="connsiteX4" fmla="*/ 38401 w 148700"/>
                  <a:gd name="connsiteY4" fmla="*/ 32553 h 65318"/>
                  <a:gd name="connsiteX5" fmla="*/ 84787 w 148700"/>
                  <a:gd name="connsiteY5" fmla="*/ 49317 h 65318"/>
                  <a:gd name="connsiteX6" fmla="*/ 148700 w 148700"/>
                  <a:gd name="connsiteY6" fmla="*/ 65319 h 65318"/>
                  <a:gd name="connsiteX7" fmla="*/ 121935 w 148700"/>
                  <a:gd name="connsiteY7" fmla="*/ 49222 h 65318"/>
                  <a:gd name="connsiteX8" fmla="*/ 104790 w 148700"/>
                  <a:gd name="connsiteY8" fmla="*/ 41697 h 65318"/>
                  <a:gd name="connsiteX9" fmla="*/ 91646 w 148700"/>
                  <a:gd name="connsiteY9" fmla="*/ 34363 h 65318"/>
                  <a:gd name="connsiteX10" fmla="*/ 70595 w 148700"/>
                  <a:gd name="connsiteY10" fmla="*/ 20456 h 65318"/>
                  <a:gd name="connsiteX11" fmla="*/ 56784 w 148700"/>
                  <a:gd name="connsiteY11" fmla="*/ 7978 h 65318"/>
                  <a:gd name="connsiteX12" fmla="*/ 46402 w 148700"/>
                  <a:gd name="connsiteY12" fmla="*/ 358 h 65318"/>
                  <a:gd name="connsiteX13" fmla="*/ 36877 w 148700"/>
                  <a:gd name="connsiteY13" fmla="*/ 1501 h 65318"/>
                  <a:gd name="connsiteX14" fmla="*/ 20779 w 148700"/>
                  <a:gd name="connsiteY14" fmla="*/ 4835 h 65318"/>
                  <a:gd name="connsiteX15" fmla="*/ 2682 w 148700"/>
                  <a:gd name="connsiteY15" fmla="*/ 5883 h 6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8700" h="65318">
                    <a:moveTo>
                      <a:pt x="2682" y="5883"/>
                    </a:moveTo>
                    <a:cubicBezTo>
                      <a:pt x="1539" y="5978"/>
                      <a:pt x="205" y="6264"/>
                      <a:pt x="15" y="7407"/>
                    </a:cubicBezTo>
                    <a:cubicBezTo>
                      <a:pt x="-80" y="7978"/>
                      <a:pt x="301" y="8645"/>
                      <a:pt x="587" y="9121"/>
                    </a:cubicBezTo>
                    <a:cubicBezTo>
                      <a:pt x="3444" y="13122"/>
                      <a:pt x="7825" y="15694"/>
                      <a:pt x="12016" y="18170"/>
                    </a:cubicBezTo>
                    <a:cubicBezTo>
                      <a:pt x="20684" y="23218"/>
                      <a:pt x="29352" y="28267"/>
                      <a:pt x="38401" y="32553"/>
                    </a:cubicBezTo>
                    <a:cubicBezTo>
                      <a:pt x="53260" y="39601"/>
                      <a:pt x="69071" y="44459"/>
                      <a:pt x="84787" y="49317"/>
                    </a:cubicBezTo>
                    <a:cubicBezTo>
                      <a:pt x="105838" y="55794"/>
                      <a:pt x="126888" y="62271"/>
                      <a:pt x="148700" y="65319"/>
                    </a:cubicBezTo>
                    <a:cubicBezTo>
                      <a:pt x="140413" y="58937"/>
                      <a:pt x="131460" y="53603"/>
                      <a:pt x="121935" y="49222"/>
                    </a:cubicBezTo>
                    <a:cubicBezTo>
                      <a:pt x="116220" y="46650"/>
                      <a:pt x="110410" y="44459"/>
                      <a:pt x="104790" y="41697"/>
                    </a:cubicBezTo>
                    <a:cubicBezTo>
                      <a:pt x="100313" y="39506"/>
                      <a:pt x="95932" y="36934"/>
                      <a:pt x="91646" y="34363"/>
                    </a:cubicBezTo>
                    <a:cubicBezTo>
                      <a:pt x="84406" y="30076"/>
                      <a:pt x="77167" y="25790"/>
                      <a:pt x="70595" y="20456"/>
                    </a:cubicBezTo>
                    <a:cubicBezTo>
                      <a:pt x="65737" y="16551"/>
                      <a:pt x="61356" y="12169"/>
                      <a:pt x="56784" y="7978"/>
                    </a:cubicBezTo>
                    <a:cubicBezTo>
                      <a:pt x="53831" y="5216"/>
                      <a:pt x="50402" y="1501"/>
                      <a:pt x="46402" y="358"/>
                    </a:cubicBezTo>
                    <a:cubicBezTo>
                      <a:pt x="43163" y="-594"/>
                      <a:pt x="40020" y="549"/>
                      <a:pt x="36877" y="1501"/>
                    </a:cubicBezTo>
                    <a:cubicBezTo>
                      <a:pt x="31638" y="3216"/>
                      <a:pt x="26304" y="4264"/>
                      <a:pt x="20779" y="4835"/>
                    </a:cubicBezTo>
                    <a:cubicBezTo>
                      <a:pt x="14874" y="5311"/>
                      <a:pt x="8778" y="5502"/>
                      <a:pt x="2682" y="5883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84" name="Forme libre : forme 15283">
                <a:extLst>
                  <a:ext uri="{FF2B5EF4-FFF2-40B4-BE49-F238E27FC236}">
                    <a16:creationId xmlns:a16="http://schemas.microsoft.com/office/drawing/2014/main" id="{417E7E3D-7A4B-44BD-82B2-1FC63CA323C4}"/>
                  </a:ext>
                </a:extLst>
              </p:cNvPr>
              <p:cNvSpPr/>
              <p:nvPr/>
            </p:nvSpPr>
            <p:spPr>
              <a:xfrm>
                <a:off x="7316117" y="2703388"/>
                <a:ext cx="47670" cy="24595"/>
              </a:xfrm>
              <a:custGeom>
                <a:avLst/>
                <a:gdLst>
                  <a:gd name="connsiteX0" fmla="*/ 2141 w 47670"/>
                  <a:gd name="connsiteY0" fmla="*/ 8855 h 24595"/>
                  <a:gd name="connsiteX1" fmla="*/ 331 w 47670"/>
                  <a:gd name="connsiteY1" fmla="*/ 10760 h 24595"/>
                  <a:gd name="connsiteX2" fmla="*/ 1188 w 47670"/>
                  <a:gd name="connsiteY2" fmla="*/ 15713 h 24595"/>
                  <a:gd name="connsiteX3" fmla="*/ 9666 w 47670"/>
                  <a:gd name="connsiteY3" fmla="*/ 21523 h 24595"/>
                  <a:gd name="connsiteX4" fmla="*/ 42527 w 47670"/>
                  <a:gd name="connsiteY4" fmla="*/ 21523 h 24595"/>
                  <a:gd name="connsiteX5" fmla="*/ 46622 w 47670"/>
                  <a:gd name="connsiteY5" fmla="*/ 18856 h 24595"/>
                  <a:gd name="connsiteX6" fmla="*/ 47670 w 47670"/>
                  <a:gd name="connsiteY6" fmla="*/ 14570 h 24595"/>
                  <a:gd name="connsiteX7" fmla="*/ 41670 w 47670"/>
                  <a:gd name="connsiteY7" fmla="*/ 3140 h 24595"/>
                  <a:gd name="connsiteX8" fmla="*/ 28525 w 47670"/>
                  <a:gd name="connsiteY8" fmla="*/ 92 h 24595"/>
                  <a:gd name="connsiteX9" fmla="*/ 2141 w 47670"/>
                  <a:gd name="connsiteY9" fmla="*/ 8855 h 24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7670" h="24595">
                    <a:moveTo>
                      <a:pt x="2141" y="8855"/>
                    </a:moveTo>
                    <a:cubicBezTo>
                      <a:pt x="1474" y="9426"/>
                      <a:pt x="712" y="9998"/>
                      <a:pt x="331" y="10760"/>
                    </a:cubicBezTo>
                    <a:cubicBezTo>
                      <a:pt x="-431" y="12379"/>
                      <a:pt x="236" y="14284"/>
                      <a:pt x="1188" y="15713"/>
                    </a:cubicBezTo>
                    <a:cubicBezTo>
                      <a:pt x="3188" y="18571"/>
                      <a:pt x="6427" y="20285"/>
                      <a:pt x="9666" y="21523"/>
                    </a:cubicBezTo>
                    <a:cubicBezTo>
                      <a:pt x="20143" y="25619"/>
                      <a:pt x="32049" y="25619"/>
                      <a:pt x="42527" y="21523"/>
                    </a:cubicBezTo>
                    <a:cubicBezTo>
                      <a:pt x="44051" y="20952"/>
                      <a:pt x="45670" y="20190"/>
                      <a:pt x="46622" y="18856"/>
                    </a:cubicBezTo>
                    <a:cubicBezTo>
                      <a:pt x="47480" y="17618"/>
                      <a:pt x="47670" y="16094"/>
                      <a:pt x="47670" y="14570"/>
                    </a:cubicBezTo>
                    <a:cubicBezTo>
                      <a:pt x="47575" y="10093"/>
                      <a:pt x="45289" y="5807"/>
                      <a:pt x="41670" y="3140"/>
                    </a:cubicBezTo>
                    <a:cubicBezTo>
                      <a:pt x="37955" y="473"/>
                      <a:pt x="33097" y="-289"/>
                      <a:pt x="28525" y="92"/>
                    </a:cubicBezTo>
                    <a:cubicBezTo>
                      <a:pt x="20333" y="949"/>
                      <a:pt x="8808" y="3902"/>
                      <a:pt x="2141" y="8855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285" name="Graphique 2">
              <a:extLst>
                <a:ext uri="{FF2B5EF4-FFF2-40B4-BE49-F238E27FC236}">
                  <a16:creationId xmlns:a16="http://schemas.microsoft.com/office/drawing/2014/main" id="{564993FA-687A-4464-8724-51B5EA209571}"/>
                </a:ext>
              </a:extLst>
            </p:cNvPr>
            <p:cNvGrpSpPr/>
            <p:nvPr/>
          </p:nvGrpSpPr>
          <p:grpSpPr>
            <a:xfrm>
              <a:off x="8879410" y="2896814"/>
              <a:ext cx="461472" cy="372608"/>
              <a:chOff x="8879410" y="2896814"/>
              <a:chExt cx="461472" cy="372608"/>
            </a:xfrm>
            <a:solidFill>
              <a:schemeClr val="accent1"/>
            </a:solidFill>
          </p:grpSpPr>
          <p:sp>
            <p:nvSpPr>
              <p:cNvPr id="15286" name="Forme libre : forme 15285">
                <a:extLst>
                  <a:ext uri="{FF2B5EF4-FFF2-40B4-BE49-F238E27FC236}">
                    <a16:creationId xmlns:a16="http://schemas.microsoft.com/office/drawing/2014/main" id="{DB583771-5D67-47D3-BDFC-42BBDD0E2546}"/>
                  </a:ext>
                </a:extLst>
              </p:cNvPr>
              <p:cNvSpPr/>
              <p:nvPr/>
            </p:nvSpPr>
            <p:spPr>
              <a:xfrm>
                <a:off x="8879410" y="2927794"/>
                <a:ext cx="383281" cy="319673"/>
              </a:xfrm>
              <a:custGeom>
                <a:avLst/>
                <a:gdLst>
                  <a:gd name="connsiteX0" fmla="*/ 383281 w 383281"/>
                  <a:gd name="connsiteY0" fmla="*/ 306705 h 319673"/>
                  <a:gd name="connsiteX1" fmla="*/ 333656 w 383281"/>
                  <a:gd name="connsiteY1" fmla="*/ 155162 h 319673"/>
                  <a:gd name="connsiteX2" fmla="*/ 297842 w 383281"/>
                  <a:gd name="connsiteY2" fmla="*/ 0 h 319673"/>
                  <a:gd name="connsiteX3" fmla="*/ 157920 w 383281"/>
                  <a:gd name="connsiteY3" fmla="*/ 89059 h 319673"/>
                  <a:gd name="connsiteX4" fmla="*/ 6568 w 383281"/>
                  <a:gd name="connsiteY4" fmla="*/ 198310 h 319673"/>
                  <a:gd name="connsiteX5" fmla="*/ 33142 w 383281"/>
                  <a:gd name="connsiteY5" fmla="*/ 302323 h 319673"/>
                  <a:gd name="connsiteX6" fmla="*/ 223738 w 383281"/>
                  <a:gd name="connsiteY6" fmla="*/ 309848 h 319673"/>
                  <a:gd name="connsiteX7" fmla="*/ 383281 w 383281"/>
                  <a:gd name="connsiteY7" fmla="*/ 306705 h 319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83281" h="319673">
                    <a:moveTo>
                      <a:pt x="383281" y="306705"/>
                    </a:moveTo>
                    <a:lnTo>
                      <a:pt x="333656" y="155162"/>
                    </a:lnTo>
                    <a:lnTo>
                      <a:pt x="297842" y="0"/>
                    </a:lnTo>
                    <a:cubicBezTo>
                      <a:pt x="297842" y="0"/>
                      <a:pt x="234882" y="10192"/>
                      <a:pt x="157920" y="89059"/>
                    </a:cubicBezTo>
                    <a:cubicBezTo>
                      <a:pt x="88673" y="160020"/>
                      <a:pt x="63241" y="178213"/>
                      <a:pt x="6568" y="198310"/>
                    </a:cubicBezTo>
                    <a:cubicBezTo>
                      <a:pt x="-9815" y="234982"/>
                      <a:pt x="6472" y="274987"/>
                      <a:pt x="33142" y="302323"/>
                    </a:cubicBezTo>
                    <a:cubicBezTo>
                      <a:pt x="94293" y="287084"/>
                      <a:pt x="124582" y="287846"/>
                      <a:pt x="223738" y="309848"/>
                    </a:cubicBezTo>
                    <a:cubicBezTo>
                      <a:pt x="331370" y="333661"/>
                      <a:pt x="383281" y="306705"/>
                      <a:pt x="383281" y="306705"/>
                    </a:cubicBez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87" name="Forme libre : forme 15286">
                <a:extLst>
                  <a:ext uri="{FF2B5EF4-FFF2-40B4-BE49-F238E27FC236}">
                    <a16:creationId xmlns:a16="http://schemas.microsoft.com/office/drawing/2014/main" id="{65E3A88E-0CB1-4156-9E5D-F950AF634419}"/>
                  </a:ext>
                </a:extLst>
              </p:cNvPr>
              <p:cNvSpPr/>
              <p:nvPr/>
            </p:nvSpPr>
            <p:spPr>
              <a:xfrm>
                <a:off x="9054404" y="3062686"/>
                <a:ext cx="168567" cy="76110"/>
              </a:xfrm>
              <a:custGeom>
                <a:avLst/>
                <a:gdLst>
                  <a:gd name="connsiteX0" fmla="*/ 168568 w 168567"/>
                  <a:gd name="connsiteY0" fmla="*/ 58370 h 76110"/>
                  <a:gd name="connsiteX1" fmla="*/ 151422 w 168567"/>
                  <a:gd name="connsiteY1" fmla="*/ 63323 h 76110"/>
                  <a:gd name="connsiteX2" fmla="*/ 38837 w 168567"/>
                  <a:gd name="connsiteY2" fmla="*/ 75229 h 76110"/>
                  <a:gd name="connsiteX3" fmla="*/ 4737 w 168567"/>
                  <a:gd name="connsiteY3" fmla="*/ 74562 h 76110"/>
                  <a:gd name="connsiteX4" fmla="*/ 546 w 168567"/>
                  <a:gd name="connsiteY4" fmla="*/ 72371 h 76110"/>
                  <a:gd name="connsiteX5" fmla="*/ 1308 w 168567"/>
                  <a:gd name="connsiteY5" fmla="*/ 67037 h 76110"/>
                  <a:gd name="connsiteX6" fmla="*/ 6261 w 168567"/>
                  <a:gd name="connsiteY6" fmla="*/ 63989 h 76110"/>
                  <a:gd name="connsiteX7" fmla="*/ 90558 w 168567"/>
                  <a:gd name="connsiteY7" fmla="*/ 23603 h 76110"/>
                  <a:gd name="connsiteX8" fmla="*/ 130944 w 168567"/>
                  <a:gd name="connsiteY8" fmla="*/ 1029 h 76110"/>
                  <a:gd name="connsiteX9" fmla="*/ 146850 w 168567"/>
                  <a:gd name="connsiteY9" fmla="*/ 21127 h 76110"/>
                  <a:gd name="connsiteX10" fmla="*/ 154852 w 168567"/>
                  <a:gd name="connsiteY10" fmla="*/ 41415 h 76110"/>
                  <a:gd name="connsiteX11" fmla="*/ 168568 w 168567"/>
                  <a:gd name="connsiteY11" fmla="*/ 58370 h 76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567" h="76110">
                    <a:moveTo>
                      <a:pt x="168568" y="58370"/>
                    </a:moveTo>
                    <a:cubicBezTo>
                      <a:pt x="163519" y="61608"/>
                      <a:pt x="157423" y="62561"/>
                      <a:pt x="151422" y="63323"/>
                    </a:cubicBezTo>
                    <a:cubicBezTo>
                      <a:pt x="113989" y="68276"/>
                      <a:pt x="76461" y="72276"/>
                      <a:pt x="38837" y="75229"/>
                    </a:cubicBezTo>
                    <a:cubicBezTo>
                      <a:pt x="27502" y="76086"/>
                      <a:pt x="15977" y="76943"/>
                      <a:pt x="4737" y="74562"/>
                    </a:cubicBezTo>
                    <a:cubicBezTo>
                      <a:pt x="3118" y="74276"/>
                      <a:pt x="1404" y="73705"/>
                      <a:pt x="546" y="72371"/>
                    </a:cubicBezTo>
                    <a:cubicBezTo>
                      <a:pt x="-501" y="70752"/>
                      <a:pt x="70" y="68466"/>
                      <a:pt x="1308" y="67037"/>
                    </a:cubicBezTo>
                    <a:cubicBezTo>
                      <a:pt x="2642" y="65608"/>
                      <a:pt x="4452" y="64751"/>
                      <a:pt x="6261" y="63989"/>
                    </a:cubicBezTo>
                    <a:cubicBezTo>
                      <a:pt x="34931" y="51702"/>
                      <a:pt x="63030" y="38272"/>
                      <a:pt x="90558" y="23603"/>
                    </a:cubicBezTo>
                    <a:cubicBezTo>
                      <a:pt x="103607" y="16650"/>
                      <a:pt x="117132" y="6077"/>
                      <a:pt x="130944" y="1029"/>
                    </a:cubicBezTo>
                    <a:cubicBezTo>
                      <a:pt x="145327" y="-4210"/>
                      <a:pt x="144755" y="11792"/>
                      <a:pt x="146850" y="21127"/>
                    </a:cubicBezTo>
                    <a:cubicBezTo>
                      <a:pt x="148470" y="28270"/>
                      <a:pt x="151137" y="35129"/>
                      <a:pt x="154852" y="41415"/>
                    </a:cubicBezTo>
                    <a:cubicBezTo>
                      <a:pt x="155804" y="43225"/>
                      <a:pt x="166758" y="59512"/>
                      <a:pt x="168568" y="58370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288" name="Forme libre : forme 15287">
                <a:extLst>
                  <a:ext uri="{FF2B5EF4-FFF2-40B4-BE49-F238E27FC236}">
                    <a16:creationId xmlns:a16="http://schemas.microsoft.com/office/drawing/2014/main" id="{30F07EFC-FFCF-4044-8B05-9BCD7CAA7D64}"/>
                  </a:ext>
                </a:extLst>
              </p:cNvPr>
              <p:cNvSpPr/>
              <p:nvPr/>
            </p:nvSpPr>
            <p:spPr>
              <a:xfrm>
                <a:off x="9139262" y="3085709"/>
                <a:ext cx="52919" cy="29962"/>
              </a:xfrm>
              <a:custGeom>
                <a:avLst/>
                <a:gdLst>
                  <a:gd name="connsiteX0" fmla="*/ 2080 w 52919"/>
                  <a:gd name="connsiteY0" fmla="*/ 24107 h 29962"/>
                  <a:gd name="connsiteX1" fmla="*/ 652 w 52919"/>
                  <a:gd name="connsiteY1" fmla="*/ 29346 h 29962"/>
                  <a:gd name="connsiteX2" fmla="*/ 3509 w 52919"/>
                  <a:gd name="connsiteY2" fmla="*/ 29918 h 29962"/>
                  <a:gd name="connsiteX3" fmla="*/ 52563 w 52919"/>
                  <a:gd name="connsiteY3" fmla="*/ 5343 h 29962"/>
                  <a:gd name="connsiteX4" fmla="*/ 2080 w 52919"/>
                  <a:gd name="connsiteY4" fmla="*/ 24107 h 29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19" h="29962">
                    <a:moveTo>
                      <a:pt x="2080" y="24107"/>
                    </a:moveTo>
                    <a:cubicBezTo>
                      <a:pt x="556" y="25536"/>
                      <a:pt x="-872" y="28013"/>
                      <a:pt x="652" y="29346"/>
                    </a:cubicBezTo>
                    <a:cubicBezTo>
                      <a:pt x="1413" y="30013"/>
                      <a:pt x="2556" y="30013"/>
                      <a:pt x="3509" y="29918"/>
                    </a:cubicBezTo>
                    <a:cubicBezTo>
                      <a:pt x="16558" y="28775"/>
                      <a:pt x="57135" y="27346"/>
                      <a:pt x="52563" y="5343"/>
                    </a:cubicBezTo>
                    <a:cubicBezTo>
                      <a:pt x="49038" y="-12088"/>
                      <a:pt x="8367" y="18202"/>
                      <a:pt x="2080" y="24107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5289" name="Graphique 2">
                <a:extLst>
                  <a:ext uri="{FF2B5EF4-FFF2-40B4-BE49-F238E27FC236}">
                    <a16:creationId xmlns:a16="http://schemas.microsoft.com/office/drawing/2014/main" id="{2E75FFC5-1356-498C-BD54-D8F584BF0BD7}"/>
                  </a:ext>
                </a:extLst>
              </p:cNvPr>
              <p:cNvGrpSpPr/>
              <p:nvPr/>
            </p:nvGrpSpPr>
            <p:grpSpPr>
              <a:xfrm>
                <a:off x="9009984" y="2896814"/>
                <a:ext cx="330897" cy="372608"/>
                <a:chOff x="9009984" y="2896814"/>
                <a:chExt cx="330897" cy="372608"/>
              </a:xfrm>
              <a:solidFill>
                <a:schemeClr val="accent1"/>
              </a:solidFill>
            </p:grpSpPr>
            <p:grpSp>
              <p:nvGrpSpPr>
                <p:cNvPr id="15290" name="Graphique 2">
                  <a:extLst>
                    <a:ext uri="{FF2B5EF4-FFF2-40B4-BE49-F238E27FC236}">
                      <a16:creationId xmlns:a16="http://schemas.microsoft.com/office/drawing/2014/main" id="{6DF834F3-CC35-47F3-9F2E-7E64C999CD80}"/>
                    </a:ext>
                  </a:extLst>
                </p:cNvPr>
                <p:cNvGrpSpPr/>
                <p:nvPr/>
              </p:nvGrpSpPr>
              <p:grpSpPr>
                <a:xfrm>
                  <a:off x="9121273" y="3052340"/>
                  <a:ext cx="219608" cy="217081"/>
                  <a:chOff x="9121273" y="3052340"/>
                  <a:chExt cx="219608" cy="217081"/>
                </a:xfrm>
                <a:solidFill>
                  <a:schemeClr val="accent1"/>
                </a:solidFill>
              </p:grpSpPr>
              <p:sp>
                <p:nvSpPr>
                  <p:cNvPr id="15291" name="Forme libre : forme 15290">
                    <a:extLst>
                      <a:ext uri="{FF2B5EF4-FFF2-40B4-BE49-F238E27FC236}">
                        <a16:creationId xmlns:a16="http://schemas.microsoft.com/office/drawing/2014/main" id="{822FBE81-9592-4E90-85AB-3796D0BDA186}"/>
                      </a:ext>
                    </a:extLst>
                  </p:cNvPr>
                  <p:cNvSpPr/>
                  <p:nvPr/>
                </p:nvSpPr>
                <p:spPr>
                  <a:xfrm rot="-1567767">
                    <a:off x="9148115" y="3080681"/>
                    <a:ext cx="165925" cy="160400"/>
                  </a:xfrm>
                  <a:custGeom>
                    <a:avLst/>
                    <a:gdLst>
                      <a:gd name="connsiteX0" fmla="*/ 165925 w 165925"/>
                      <a:gd name="connsiteY0" fmla="*/ 80200 h 160400"/>
                      <a:gd name="connsiteX1" fmla="*/ 82963 w 165925"/>
                      <a:gd name="connsiteY1" fmla="*/ 160401 h 160400"/>
                      <a:gd name="connsiteX2" fmla="*/ 0 w 165925"/>
                      <a:gd name="connsiteY2" fmla="*/ 80200 h 160400"/>
                      <a:gd name="connsiteX3" fmla="*/ 82963 w 165925"/>
                      <a:gd name="connsiteY3" fmla="*/ 0 h 160400"/>
                      <a:gd name="connsiteX4" fmla="*/ 165925 w 165925"/>
                      <a:gd name="connsiteY4" fmla="*/ 80200 h 160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5" h="160400">
                        <a:moveTo>
                          <a:pt x="165925" y="80200"/>
                        </a:moveTo>
                        <a:cubicBezTo>
                          <a:pt x="165925" y="124494"/>
                          <a:pt x="128782" y="160401"/>
                          <a:pt x="82963" y="160401"/>
                        </a:cubicBezTo>
                        <a:cubicBezTo>
                          <a:pt x="37144" y="160401"/>
                          <a:pt x="0" y="124494"/>
                          <a:pt x="0" y="80200"/>
                        </a:cubicBezTo>
                        <a:cubicBezTo>
                          <a:pt x="0" y="35907"/>
                          <a:pt x="37144" y="0"/>
                          <a:pt x="82963" y="0"/>
                        </a:cubicBezTo>
                        <a:cubicBezTo>
                          <a:pt x="128782" y="0"/>
                          <a:pt x="165925" y="35907"/>
                          <a:pt x="165925" y="8020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92" name="Forme libre : forme 15291">
                    <a:extLst>
                      <a:ext uri="{FF2B5EF4-FFF2-40B4-BE49-F238E27FC236}">
                        <a16:creationId xmlns:a16="http://schemas.microsoft.com/office/drawing/2014/main" id="{793447D9-28A1-48D6-9D48-2DED8004862F}"/>
                      </a:ext>
                    </a:extLst>
                  </p:cNvPr>
                  <p:cNvSpPr/>
                  <p:nvPr/>
                </p:nvSpPr>
                <p:spPr>
                  <a:xfrm>
                    <a:off x="9148618" y="3095148"/>
                    <a:ext cx="146838" cy="146397"/>
                  </a:xfrm>
                  <a:custGeom>
                    <a:avLst/>
                    <a:gdLst>
                      <a:gd name="connsiteX0" fmla="*/ 146839 w 146838"/>
                      <a:gd name="connsiteY0" fmla="*/ 114109 h 146397"/>
                      <a:gd name="connsiteX1" fmla="*/ 136171 w 146838"/>
                      <a:gd name="connsiteY1" fmla="*/ 120491 h 146397"/>
                      <a:gd name="connsiteX2" fmla="*/ 26348 w 146838"/>
                      <a:gd name="connsiteY2" fmla="*/ 85058 h 146397"/>
                      <a:gd name="connsiteX3" fmla="*/ 36444 w 146838"/>
                      <a:gd name="connsiteY3" fmla="*/ 0 h 146397"/>
                      <a:gd name="connsiteX4" fmla="*/ 7964 w 146838"/>
                      <a:gd name="connsiteY4" fmla="*/ 102203 h 146397"/>
                      <a:gd name="connsiteX5" fmla="*/ 117788 w 146838"/>
                      <a:gd name="connsiteY5" fmla="*/ 137636 h 146397"/>
                      <a:gd name="connsiteX6" fmla="*/ 146839 w 146838"/>
                      <a:gd name="connsiteY6" fmla="*/ 114109 h 146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838" h="146397">
                        <a:moveTo>
                          <a:pt x="146839" y="114109"/>
                        </a:moveTo>
                        <a:cubicBezTo>
                          <a:pt x="143505" y="116396"/>
                          <a:pt x="139981" y="118586"/>
                          <a:pt x="136171" y="120491"/>
                        </a:cubicBezTo>
                        <a:cubicBezTo>
                          <a:pt x="95023" y="140684"/>
                          <a:pt x="46159" y="124682"/>
                          <a:pt x="26348" y="85058"/>
                        </a:cubicBezTo>
                        <a:cubicBezTo>
                          <a:pt x="10917" y="54102"/>
                          <a:pt x="16156" y="17812"/>
                          <a:pt x="36444" y="0"/>
                        </a:cubicBezTo>
                        <a:cubicBezTo>
                          <a:pt x="3107" y="22765"/>
                          <a:pt x="-9752" y="66104"/>
                          <a:pt x="7964" y="102203"/>
                        </a:cubicBezTo>
                        <a:cubicBezTo>
                          <a:pt x="27490" y="141923"/>
                          <a:pt x="76640" y="157829"/>
                          <a:pt x="117788" y="137636"/>
                        </a:cubicBezTo>
                        <a:cubicBezTo>
                          <a:pt x="129503" y="131826"/>
                          <a:pt x="139314" y="123634"/>
                          <a:pt x="146839" y="114109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93" name="Forme libre : forme 15292">
                    <a:extLst>
                      <a:ext uri="{FF2B5EF4-FFF2-40B4-BE49-F238E27FC236}">
                        <a16:creationId xmlns:a16="http://schemas.microsoft.com/office/drawing/2014/main" id="{9AC27A53-0073-47E0-AE3B-1218DFB7EBF8}"/>
                      </a:ext>
                    </a:extLst>
                  </p:cNvPr>
                  <p:cNvSpPr/>
                  <p:nvPr/>
                </p:nvSpPr>
                <p:spPr>
                  <a:xfrm rot="-4612439">
                    <a:off x="9212400" y="3082742"/>
                    <a:ext cx="71248" cy="83822"/>
                  </a:xfrm>
                  <a:custGeom>
                    <a:avLst/>
                    <a:gdLst>
                      <a:gd name="connsiteX0" fmla="*/ 71249 w 71248"/>
                      <a:gd name="connsiteY0" fmla="*/ 41911 h 83822"/>
                      <a:gd name="connsiteX1" fmla="*/ 35625 w 71248"/>
                      <a:gd name="connsiteY1" fmla="*/ 83822 h 83822"/>
                      <a:gd name="connsiteX2" fmla="*/ 0 w 71248"/>
                      <a:gd name="connsiteY2" fmla="*/ 41911 h 83822"/>
                      <a:gd name="connsiteX3" fmla="*/ 35625 w 71248"/>
                      <a:gd name="connsiteY3" fmla="*/ 0 h 83822"/>
                      <a:gd name="connsiteX4" fmla="*/ 71249 w 71248"/>
                      <a:gd name="connsiteY4" fmla="*/ 41911 h 83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8" h="83822">
                        <a:moveTo>
                          <a:pt x="71249" y="41911"/>
                        </a:moveTo>
                        <a:cubicBezTo>
                          <a:pt x="71249" y="65058"/>
                          <a:pt x="55299" y="83822"/>
                          <a:pt x="35625" y="83822"/>
                        </a:cubicBezTo>
                        <a:cubicBezTo>
                          <a:pt x="15950" y="83822"/>
                          <a:pt x="0" y="65058"/>
                          <a:pt x="0" y="41911"/>
                        </a:cubicBezTo>
                        <a:cubicBezTo>
                          <a:pt x="0" y="18764"/>
                          <a:pt x="15950" y="0"/>
                          <a:pt x="35625" y="0"/>
                        </a:cubicBezTo>
                        <a:cubicBezTo>
                          <a:pt x="55300" y="0"/>
                          <a:pt x="71249" y="18764"/>
                          <a:pt x="71249" y="4191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94" name="Forme libre : forme 15293">
                    <a:extLst>
                      <a:ext uri="{FF2B5EF4-FFF2-40B4-BE49-F238E27FC236}">
                        <a16:creationId xmlns:a16="http://schemas.microsoft.com/office/drawing/2014/main" id="{722063AC-5B71-40A5-A488-2249A25AD722}"/>
                      </a:ext>
                    </a:extLst>
                  </p:cNvPr>
                  <p:cNvSpPr/>
                  <p:nvPr/>
                </p:nvSpPr>
                <p:spPr>
                  <a:xfrm rot="-1567767">
                    <a:off x="9277727" y="3125561"/>
                    <a:ext cx="19240" cy="22097"/>
                  </a:xfrm>
                  <a:custGeom>
                    <a:avLst/>
                    <a:gdLst>
                      <a:gd name="connsiteX0" fmla="*/ 19241 w 19240"/>
                      <a:gd name="connsiteY0" fmla="*/ 11049 h 22097"/>
                      <a:gd name="connsiteX1" fmla="*/ 9620 w 19240"/>
                      <a:gd name="connsiteY1" fmla="*/ 22098 h 22097"/>
                      <a:gd name="connsiteX2" fmla="*/ 0 w 19240"/>
                      <a:gd name="connsiteY2" fmla="*/ 11049 h 22097"/>
                      <a:gd name="connsiteX3" fmla="*/ 9620 w 19240"/>
                      <a:gd name="connsiteY3" fmla="*/ 0 h 22097"/>
                      <a:gd name="connsiteX4" fmla="*/ 19241 w 19240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40" h="22097">
                        <a:moveTo>
                          <a:pt x="19241" y="11049"/>
                        </a:moveTo>
                        <a:cubicBezTo>
                          <a:pt x="19241" y="17151"/>
                          <a:pt x="14934" y="22098"/>
                          <a:pt x="9620" y="22098"/>
                        </a:cubicBezTo>
                        <a:cubicBezTo>
                          <a:pt x="4307" y="22098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1" y="4947"/>
                          <a:pt x="19241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295" name="Graphique 2">
                  <a:extLst>
                    <a:ext uri="{FF2B5EF4-FFF2-40B4-BE49-F238E27FC236}">
                      <a16:creationId xmlns:a16="http://schemas.microsoft.com/office/drawing/2014/main" id="{6479302A-5857-42BD-8490-E9E20871262F}"/>
                    </a:ext>
                  </a:extLst>
                </p:cNvPr>
                <p:cNvGrpSpPr/>
                <p:nvPr/>
              </p:nvGrpSpPr>
              <p:grpSpPr>
                <a:xfrm>
                  <a:off x="9087333" y="2896814"/>
                  <a:ext cx="219608" cy="217081"/>
                  <a:chOff x="9087333" y="2896814"/>
                  <a:chExt cx="219608" cy="217081"/>
                </a:xfrm>
                <a:solidFill>
                  <a:schemeClr val="accent1"/>
                </a:solidFill>
              </p:grpSpPr>
              <p:sp>
                <p:nvSpPr>
                  <p:cNvPr id="15296" name="Forme libre : forme 15295">
                    <a:extLst>
                      <a:ext uri="{FF2B5EF4-FFF2-40B4-BE49-F238E27FC236}">
                        <a16:creationId xmlns:a16="http://schemas.microsoft.com/office/drawing/2014/main" id="{3FDE8AA7-33C4-42B8-9A70-3FC8FC354136}"/>
                      </a:ext>
                    </a:extLst>
                  </p:cNvPr>
                  <p:cNvSpPr/>
                  <p:nvPr/>
                </p:nvSpPr>
                <p:spPr>
                  <a:xfrm rot="-1567767">
                    <a:off x="9114175" y="2925154"/>
                    <a:ext cx="165925" cy="160400"/>
                  </a:xfrm>
                  <a:custGeom>
                    <a:avLst/>
                    <a:gdLst>
                      <a:gd name="connsiteX0" fmla="*/ 165925 w 165925"/>
                      <a:gd name="connsiteY0" fmla="*/ 80200 h 160400"/>
                      <a:gd name="connsiteX1" fmla="*/ 82963 w 165925"/>
                      <a:gd name="connsiteY1" fmla="*/ 160401 h 160400"/>
                      <a:gd name="connsiteX2" fmla="*/ 0 w 165925"/>
                      <a:gd name="connsiteY2" fmla="*/ 80200 h 160400"/>
                      <a:gd name="connsiteX3" fmla="*/ 82963 w 165925"/>
                      <a:gd name="connsiteY3" fmla="*/ 0 h 160400"/>
                      <a:gd name="connsiteX4" fmla="*/ 165925 w 165925"/>
                      <a:gd name="connsiteY4" fmla="*/ 80200 h 160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5" h="160400">
                        <a:moveTo>
                          <a:pt x="165925" y="80200"/>
                        </a:moveTo>
                        <a:cubicBezTo>
                          <a:pt x="165925" y="124494"/>
                          <a:pt x="128782" y="160401"/>
                          <a:pt x="82963" y="160401"/>
                        </a:cubicBezTo>
                        <a:cubicBezTo>
                          <a:pt x="37144" y="160401"/>
                          <a:pt x="0" y="124494"/>
                          <a:pt x="0" y="80200"/>
                        </a:cubicBezTo>
                        <a:cubicBezTo>
                          <a:pt x="0" y="35907"/>
                          <a:pt x="37144" y="0"/>
                          <a:pt x="82963" y="0"/>
                        </a:cubicBezTo>
                        <a:cubicBezTo>
                          <a:pt x="128782" y="0"/>
                          <a:pt x="165925" y="35907"/>
                          <a:pt x="165925" y="8020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97" name="Forme libre : forme 15296">
                    <a:extLst>
                      <a:ext uri="{FF2B5EF4-FFF2-40B4-BE49-F238E27FC236}">
                        <a16:creationId xmlns:a16="http://schemas.microsoft.com/office/drawing/2014/main" id="{CEF23EC2-D729-440C-A552-A0E14F477B19}"/>
                      </a:ext>
                    </a:extLst>
                  </p:cNvPr>
                  <p:cNvSpPr/>
                  <p:nvPr/>
                </p:nvSpPr>
                <p:spPr>
                  <a:xfrm>
                    <a:off x="9114709" y="2939700"/>
                    <a:ext cx="146838" cy="146397"/>
                  </a:xfrm>
                  <a:custGeom>
                    <a:avLst/>
                    <a:gdLst>
                      <a:gd name="connsiteX0" fmla="*/ 146839 w 146838"/>
                      <a:gd name="connsiteY0" fmla="*/ 114109 h 146397"/>
                      <a:gd name="connsiteX1" fmla="*/ 136171 w 146838"/>
                      <a:gd name="connsiteY1" fmla="*/ 120491 h 146397"/>
                      <a:gd name="connsiteX2" fmla="*/ 26348 w 146838"/>
                      <a:gd name="connsiteY2" fmla="*/ 85058 h 146397"/>
                      <a:gd name="connsiteX3" fmla="*/ 36444 w 146838"/>
                      <a:gd name="connsiteY3" fmla="*/ 0 h 146397"/>
                      <a:gd name="connsiteX4" fmla="*/ 7964 w 146838"/>
                      <a:gd name="connsiteY4" fmla="*/ 102203 h 146397"/>
                      <a:gd name="connsiteX5" fmla="*/ 117788 w 146838"/>
                      <a:gd name="connsiteY5" fmla="*/ 137636 h 146397"/>
                      <a:gd name="connsiteX6" fmla="*/ 146839 w 146838"/>
                      <a:gd name="connsiteY6" fmla="*/ 114109 h 146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838" h="146397">
                        <a:moveTo>
                          <a:pt x="146839" y="114109"/>
                        </a:moveTo>
                        <a:cubicBezTo>
                          <a:pt x="143505" y="116396"/>
                          <a:pt x="139981" y="118586"/>
                          <a:pt x="136171" y="120491"/>
                        </a:cubicBezTo>
                        <a:cubicBezTo>
                          <a:pt x="95023" y="140684"/>
                          <a:pt x="46160" y="124682"/>
                          <a:pt x="26348" y="85058"/>
                        </a:cubicBezTo>
                        <a:cubicBezTo>
                          <a:pt x="10917" y="54102"/>
                          <a:pt x="16156" y="17812"/>
                          <a:pt x="36444" y="0"/>
                        </a:cubicBezTo>
                        <a:cubicBezTo>
                          <a:pt x="3107" y="22765"/>
                          <a:pt x="-9752" y="66104"/>
                          <a:pt x="7964" y="102203"/>
                        </a:cubicBezTo>
                        <a:cubicBezTo>
                          <a:pt x="27491" y="141922"/>
                          <a:pt x="76640" y="157829"/>
                          <a:pt x="117788" y="137636"/>
                        </a:cubicBezTo>
                        <a:cubicBezTo>
                          <a:pt x="129503" y="131826"/>
                          <a:pt x="139314" y="123634"/>
                          <a:pt x="146839" y="114109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98" name="Forme libre : forme 15297">
                    <a:extLst>
                      <a:ext uri="{FF2B5EF4-FFF2-40B4-BE49-F238E27FC236}">
                        <a16:creationId xmlns:a16="http://schemas.microsoft.com/office/drawing/2014/main" id="{50C43595-1FA1-4BFE-B6AD-62B341AA7F7C}"/>
                      </a:ext>
                    </a:extLst>
                  </p:cNvPr>
                  <p:cNvSpPr/>
                  <p:nvPr/>
                </p:nvSpPr>
                <p:spPr>
                  <a:xfrm rot="-4612439">
                    <a:off x="9178505" y="2927293"/>
                    <a:ext cx="71248" cy="83822"/>
                  </a:xfrm>
                  <a:custGeom>
                    <a:avLst/>
                    <a:gdLst>
                      <a:gd name="connsiteX0" fmla="*/ 71249 w 71248"/>
                      <a:gd name="connsiteY0" fmla="*/ 41911 h 83822"/>
                      <a:gd name="connsiteX1" fmla="*/ 35625 w 71248"/>
                      <a:gd name="connsiteY1" fmla="*/ 83822 h 83822"/>
                      <a:gd name="connsiteX2" fmla="*/ 0 w 71248"/>
                      <a:gd name="connsiteY2" fmla="*/ 41911 h 83822"/>
                      <a:gd name="connsiteX3" fmla="*/ 35625 w 71248"/>
                      <a:gd name="connsiteY3" fmla="*/ 0 h 83822"/>
                      <a:gd name="connsiteX4" fmla="*/ 71249 w 71248"/>
                      <a:gd name="connsiteY4" fmla="*/ 41911 h 83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8" h="83822">
                        <a:moveTo>
                          <a:pt x="71249" y="41911"/>
                        </a:moveTo>
                        <a:cubicBezTo>
                          <a:pt x="71249" y="65058"/>
                          <a:pt x="55299" y="83822"/>
                          <a:pt x="35625" y="83822"/>
                        </a:cubicBezTo>
                        <a:cubicBezTo>
                          <a:pt x="15950" y="83822"/>
                          <a:pt x="0" y="65058"/>
                          <a:pt x="0" y="41911"/>
                        </a:cubicBezTo>
                        <a:cubicBezTo>
                          <a:pt x="0" y="18764"/>
                          <a:pt x="15950" y="0"/>
                          <a:pt x="35625" y="0"/>
                        </a:cubicBezTo>
                        <a:cubicBezTo>
                          <a:pt x="55300" y="0"/>
                          <a:pt x="71249" y="18764"/>
                          <a:pt x="71249" y="4191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299" name="Forme libre : forme 15298">
                    <a:extLst>
                      <a:ext uri="{FF2B5EF4-FFF2-40B4-BE49-F238E27FC236}">
                        <a16:creationId xmlns:a16="http://schemas.microsoft.com/office/drawing/2014/main" id="{9F226177-C406-44A3-9C28-2C211277D2CB}"/>
                      </a:ext>
                    </a:extLst>
                  </p:cNvPr>
                  <p:cNvSpPr/>
                  <p:nvPr/>
                </p:nvSpPr>
                <p:spPr>
                  <a:xfrm rot="-1567767">
                    <a:off x="9243914" y="2970069"/>
                    <a:ext cx="19240" cy="22097"/>
                  </a:xfrm>
                  <a:custGeom>
                    <a:avLst/>
                    <a:gdLst>
                      <a:gd name="connsiteX0" fmla="*/ 19240 w 19240"/>
                      <a:gd name="connsiteY0" fmla="*/ 11049 h 22097"/>
                      <a:gd name="connsiteX1" fmla="*/ 9620 w 19240"/>
                      <a:gd name="connsiteY1" fmla="*/ 22098 h 22097"/>
                      <a:gd name="connsiteX2" fmla="*/ 0 w 19240"/>
                      <a:gd name="connsiteY2" fmla="*/ 11049 h 22097"/>
                      <a:gd name="connsiteX3" fmla="*/ 9620 w 19240"/>
                      <a:gd name="connsiteY3" fmla="*/ 0 h 22097"/>
                      <a:gd name="connsiteX4" fmla="*/ 19240 w 19240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40" h="22097">
                        <a:moveTo>
                          <a:pt x="19240" y="11049"/>
                        </a:moveTo>
                        <a:cubicBezTo>
                          <a:pt x="19240" y="17151"/>
                          <a:pt x="14933" y="22098"/>
                          <a:pt x="9620" y="22098"/>
                        </a:cubicBezTo>
                        <a:cubicBezTo>
                          <a:pt x="4307" y="22098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0" y="4947"/>
                          <a:pt x="19240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300" name="Graphique 2">
                  <a:extLst>
                    <a:ext uri="{FF2B5EF4-FFF2-40B4-BE49-F238E27FC236}">
                      <a16:creationId xmlns:a16="http://schemas.microsoft.com/office/drawing/2014/main" id="{BCAA2A8E-0C83-4754-858C-CF9C07A67B36}"/>
                    </a:ext>
                  </a:extLst>
                </p:cNvPr>
                <p:cNvGrpSpPr/>
                <p:nvPr/>
              </p:nvGrpSpPr>
              <p:grpSpPr>
                <a:xfrm>
                  <a:off x="9009984" y="2992131"/>
                  <a:ext cx="219608" cy="217081"/>
                  <a:chOff x="9009984" y="2992131"/>
                  <a:chExt cx="219608" cy="217081"/>
                </a:xfrm>
                <a:solidFill>
                  <a:schemeClr val="accent1"/>
                </a:solidFill>
              </p:grpSpPr>
              <p:sp>
                <p:nvSpPr>
                  <p:cNvPr id="15301" name="Forme libre : forme 15300">
                    <a:extLst>
                      <a:ext uri="{FF2B5EF4-FFF2-40B4-BE49-F238E27FC236}">
                        <a16:creationId xmlns:a16="http://schemas.microsoft.com/office/drawing/2014/main" id="{DEA32CF1-A919-4A19-A3AE-77A257589B45}"/>
                      </a:ext>
                    </a:extLst>
                  </p:cNvPr>
                  <p:cNvSpPr/>
                  <p:nvPr/>
                </p:nvSpPr>
                <p:spPr>
                  <a:xfrm rot="-1567767">
                    <a:off x="9036826" y="3020471"/>
                    <a:ext cx="165925" cy="160400"/>
                  </a:xfrm>
                  <a:custGeom>
                    <a:avLst/>
                    <a:gdLst>
                      <a:gd name="connsiteX0" fmla="*/ 165925 w 165925"/>
                      <a:gd name="connsiteY0" fmla="*/ 80200 h 160400"/>
                      <a:gd name="connsiteX1" fmla="*/ 82963 w 165925"/>
                      <a:gd name="connsiteY1" fmla="*/ 160401 h 160400"/>
                      <a:gd name="connsiteX2" fmla="*/ 0 w 165925"/>
                      <a:gd name="connsiteY2" fmla="*/ 80200 h 160400"/>
                      <a:gd name="connsiteX3" fmla="*/ 82963 w 165925"/>
                      <a:gd name="connsiteY3" fmla="*/ 0 h 160400"/>
                      <a:gd name="connsiteX4" fmla="*/ 165925 w 165925"/>
                      <a:gd name="connsiteY4" fmla="*/ 80200 h 160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5" h="160400">
                        <a:moveTo>
                          <a:pt x="165925" y="80200"/>
                        </a:moveTo>
                        <a:cubicBezTo>
                          <a:pt x="165925" y="124494"/>
                          <a:pt x="128782" y="160401"/>
                          <a:pt x="82963" y="160401"/>
                        </a:cubicBezTo>
                        <a:cubicBezTo>
                          <a:pt x="37144" y="160401"/>
                          <a:pt x="0" y="124494"/>
                          <a:pt x="0" y="80200"/>
                        </a:cubicBezTo>
                        <a:cubicBezTo>
                          <a:pt x="0" y="35907"/>
                          <a:pt x="37144" y="0"/>
                          <a:pt x="82963" y="0"/>
                        </a:cubicBezTo>
                        <a:cubicBezTo>
                          <a:pt x="128782" y="0"/>
                          <a:pt x="165925" y="35907"/>
                          <a:pt x="165925" y="8020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02" name="Forme libre : forme 15301">
                    <a:extLst>
                      <a:ext uri="{FF2B5EF4-FFF2-40B4-BE49-F238E27FC236}">
                        <a16:creationId xmlns:a16="http://schemas.microsoft.com/office/drawing/2014/main" id="{998C46C3-44F6-486B-9D71-CAA16A5F2273}"/>
                      </a:ext>
                    </a:extLst>
                  </p:cNvPr>
                  <p:cNvSpPr/>
                  <p:nvPr/>
                </p:nvSpPr>
                <p:spPr>
                  <a:xfrm>
                    <a:off x="9037366" y="3035045"/>
                    <a:ext cx="146838" cy="146397"/>
                  </a:xfrm>
                  <a:custGeom>
                    <a:avLst/>
                    <a:gdLst>
                      <a:gd name="connsiteX0" fmla="*/ 146839 w 146838"/>
                      <a:gd name="connsiteY0" fmla="*/ 114109 h 146397"/>
                      <a:gd name="connsiteX1" fmla="*/ 136171 w 146838"/>
                      <a:gd name="connsiteY1" fmla="*/ 120491 h 146397"/>
                      <a:gd name="connsiteX2" fmla="*/ 26348 w 146838"/>
                      <a:gd name="connsiteY2" fmla="*/ 85058 h 146397"/>
                      <a:gd name="connsiteX3" fmla="*/ 36444 w 146838"/>
                      <a:gd name="connsiteY3" fmla="*/ 0 h 146397"/>
                      <a:gd name="connsiteX4" fmla="*/ 7964 w 146838"/>
                      <a:gd name="connsiteY4" fmla="*/ 102203 h 146397"/>
                      <a:gd name="connsiteX5" fmla="*/ 117787 w 146838"/>
                      <a:gd name="connsiteY5" fmla="*/ 137636 h 146397"/>
                      <a:gd name="connsiteX6" fmla="*/ 146839 w 146838"/>
                      <a:gd name="connsiteY6" fmla="*/ 114109 h 146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838" h="146397">
                        <a:moveTo>
                          <a:pt x="146839" y="114109"/>
                        </a:moveTo>
                        <a:cubicBezTo>
                          <a:pt x="143505" y="116396"/>
                          <a:pt x="139981" y="118586"/>
                          <a:pt x="136171" y="120491"/>
                        </a:cubicBezTo>
                        <a:cubicBezTo>
                          <a:pt x="95023" y="140684"/>
                          <a:pt x="46160" y="124682"/>
                          <a:pt x="26348" y="85058"/>
                        </a:cubicBezTo>
                        <a:cubicBezTo>
                          <a:pt x="10917" y="54102"/>
                          <a:pt x="16156" y="17812"/>
                          <a:pt x="36444" y="0"/>
                        </a:cubicBezTo>
                        <a:cubicBezTo>
                          <a:pt x="3107" y="22765"/>
                          <a:pt x="-9752" y="66104"/>
                          <a:pt x="7964" y="102203"/>
                        </a:cubicBezTo>
                        <a:cubicBezTo>
                          <a:pt x="27491" y="141922"/>
                          <a:pt x="76640" y="157829"/>
                          <a:pt x="117787" y="137636"/>
                        </a:cubicBezTo>
                        <a:cubicBezTo>
                          <a:pt x="129503" y="131826"/>
                          <a:pt x="139219" y="123634"/>
                          <a:pt x="146839" y="114109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03" name="Forme libre : forme 15302">
                    <a:extLst>
                      <a:ext uri="{FF2B5EF4-FFF2-40B4-BE49-F238E27FC236}">
                        <a16:creationId xmlns:a16="http://schemas.microsoft.com/office/drawing/2014/main" id="{3861B0A3-31E8-4A76-9FFC-F5C106063037}"/>
                      </a:ext>
                    </a:extLst>
                  </p:cNvPr>
                  <p:cNvSpPr/>
                  <p:nvPr/>
                </p:nvSpPr>
                <p:spPr>
                  <a:xfrm rot="-4612439">
                    <a:off x="9101108" y="3022686"/>
                    <a:ext cx="71248" cy="83822"/>
                  </a:xfrm>
                  <a:custGeom>
                    <a:avLst/>
                    <a:gdLst>
                      <a:gd name="connsiteX0" fmla="*/ 71249 w 71248"/>
                      <a:gd name="connsiteY0" fmla="*/ 41911 h 83822"/>
                      <a:gd name="connsiteX1" fmla="*/ 35625 w 71248"/>
                      <a:gd name="connsiteY1" fmla="*/ 83822 h 83822"/>
                      <a:gd name="connsiteX2" fmla="*/ 0 w 71248"/>
                      <a:gd name="connsiteY2" fmla="*/ 41911 h 83822"/>
                      <a:gd name="connsiteX3" fmla="*/ 35625 w 71248"/>
                      <a:gd name="connsiteY3" fmla="*/ 0 h 83822"/>
                      <a:gd name="connsiteX4" fmla="*/ 71249 w 71248"/>
                      <a:gd name="connsiteY4" fmla="*/ 41911 h 83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8" h="83822">
                        <a:moveTo>
                          <a:pt x="71249" y="41911"/>
                        </a:moveTo>
                        <a:cubicBezTo>
                          <a:pt x="71249" y="65058"/>
                          <a:pt x="55299" y="83822"/>
                          <a:pt x="35625" y="83822"/>
                        </a:cubicBezTo>
                        <a:cubicBezTo>
                          <a:pt x="15950" y="83822"/>
                          <a:pt x="0" y="65058"/>
                          <a:pt x="0" y="41911"/>
                        </a:cubicBezTo>
                        <a:cubicBezTo>
                          <a:pt x="0" y="18764"/>
                          <a:pt x="15950" y="0"/>
                          <a:pt x="35625" y="0"/>
                        </a:cubicBezTo>
                        <a:cubicBezTo>
                          <a:pt x="55300" y="0"/>
                          <a:pt x="71249" y="18764"/>
                          <a:pt x="71249" y="4191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04" name="Forme libre : forme 15303">
                    <a:extLst>
                      <a:ext uri="{FF2B5EF4-FFF2-40B4-BE49-F238E27FC236}">
                        <a16:creationId xmlns:a16="http://schemas.microsoft.com/office/drawing/2014/main" id="{7C914034-65F2-4CE6-86B2-F679946644D1}"/>
                      </a:ext>
                    </a:extLst>
                  </p:cNvPr>
                  <p:cNvSpPr/>
                  <p:nvPr/>
                </p:nvSpPr>
                <p:spPr>
                  <a:xfrm rot="-1567767">
                    <a:off x="9166479" y="3065437"/>
                    <a:ext cx="19240" cy="22097"/>
                  </a:xfrm>
                  <a:custGeom>
                    <a:avLst/>
                    <a:gdLst>
                      <a:gd name="connsiteX0" fmla="*/ 19241 w 19240"/>
                      <a:gd name="connsiteY0" fmla="*/ 11049 h 22097"/>
                      <a:gd name="connsiteX1" fmla="*/ 9620 w 19240"/>
                      <a:gd name="connsiteY1" fmla="*/ 22098 h 22097"/>
                      <a:gd name="connsiteX2" fmla="*/ 0 w 19240"/>
                      <a:gd name="connsiteY2" fmla="*/ 11049 h 22097"/>
                      <a:gd name="connsiteX3" fmla="*/ 9620 w 19240"/>
                      <a:gd name="connsiteY3" fmla="*/ 0 h 22097"/>
                      <a:gd name="connsiteX4" fmla="*/ 19241 w 19240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40" h="22097">
                        <a:moveTo>
                          <a:pt x="19241" y="11049"/>
                        </a:moveTo>
                        <a:cubicBezTo>
                          <a:pt x="19241" y="17151"/>
                          <a:pt x="14934" y="22098"/>
                          <a:pt x="9620" y="22098"/>
                        </a:cubicBezTo>
                        <a:cubicBezTo>
                          <a:pt x="4307" y="22098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1" y="4947"/>
                          <a:pt x="19241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sp>
            <p:nvSpPr>
              <p:cNvPr id="15305" name="Forme libre : forme 15304">
                <a:extLst>
                  <a:ext uri="{FF2B5EF4-FFF2-40B4-BE49-F238E27FC236}">
                    <a16:creationId xmlns:a16="http://schemas.microsoft.com/office/drawing/2014/main" id="{65A7D067-739F-4A83-A7F7-31C65931BD13}"/>
                  </a:ext>
                </a:extLst>
              </p:cNvPr>
              <p:cNvSpPr/>
              <p:nvPr/>
            </p:nvSpPr>
            <p:spPr>
              <a:xfrm>
                <a:off x="8938555" y="3179283"/>
                <a:ext cx="201644" cy="35117"/>
              </a:xfrm>
              <a:custGeom>
                <a:avLst/>
                <a:gdLst>
                  <a:gd name="connsiteX0" fmla="*/ 110585 w 201644"/>
                  <a:gd name="connsiteY0" fmla="*/ 14830 h 35117"/>
                  <a:gd name="connsiteX1" fmla="*/ 89630 w 201644"/>
                  <a:gd name="connsiteY1" fmla="*/ 14734 h 35117"/>
                  <a:gd name="connsiteX2" fmla="*/ 0 w 201644"/>
                  <a:gd name="connsiteY2" fmla="*/ 35118 h 35117"/>
                  <a:gd name="connsiteX3" fmla="*/ 52388 w 201644"/>
                  <a:gd name="connsiteY3" fmla="*/ 23117 h 35117"/>
                  <a:gd name="connsiteX4" fmla="*/ 106394 w 201644"/>
                  <a:gd name="connsiteY4" fmla="*/ 21307 h 35117"/>
                  <a:gd name="connsiteX5" fmla="*/ 158877 w 201644"/>
                  <a:gd name="connsiteY5" fmla="*/ 15115 h 35117"/>
                  <a:gd name="connsiteX6" fmla="*/ 201644 w 201644"/>
                  <a:gd name="connsiteY6" fmla="*/ 256 h 35117"/>
                  <a:gd name="connsiteX7" fmla="*/ 181070 w 201644"/>
                  <a:gd name="connsiteY7" fmla="*/ 5686 h 35117"/>
                  <a:gd name="connsiteX8" fmla="*/ 157639 w 201644"/>
                  <a:gd name="connsiteY8" fmla="*/ 10734 h 35117"/>
                  <a:gd name="connsiteX9" fmla="*/ 110585 w 201644"/>
                  <a:gd name="connsiteY9" fmla="*/ 14830 h 3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1644" h="35117">
                    <a:moveTo>
                      <a:pt x="110585" y="14830"/>
                    </a:moveTo>
                    <a:cubicBezTo>
                      <a:pt x="103632" y="14830"/>
                      <a:pt x="96584" y="14639"/>
                      <a:pt x="89630" y="14734"/>
                    </a:cubicBezTo>
                    <a:cubicBezTo>
                      <a:pt x="58769" y="15115"/>
                      <a:pt x="28004" y="22164"/>
                      <a:pt x="0" y="35118"/>
                    </a:cubicBezTo>
                    <a:cubicBezTo>
                      <a:pt x="16288" y="27403"/>
                      <a:pt x="34385" y="24355"/>
                      <a:pt x="52388" y="23117"/>
                    </a:cubicBezTo>
                    <a:cubicBezTo>
                      <a:pt x="70390" y="21878"/>
                      <a:pt x="88392" y="22354"/>
                      <a:pt x="106394" y="21307"/>
                    </a:cubicBezTo>
                    <a:cubicBezTo>
                      <a:pt x="124015" y="20259"/>
                      <a:pt x="141446" y="17878"/>
                      <a:pt x="158877" y="15115"/>
                    </a:cubicBezTo>
                    <a:cubicBezTo>
                      <a:pt x="172688" y="13020"/>
                      <a:pt x="191262" y="10734"/>
                      <a:pt x="201644" y="256"/>
                    </a:cubicBezTo>
                    <a:cubicBezTo>
                      <a:pt x="197072" y="-1268"/>
                      <a:pt x="185928" y="4447"/>
                      <a:pt x="181070" y="5686"/>
                    </a:cubicBezTo>
                    <a:cubicBezTo>
                      <a:pt x="173355" y="7686"/>
                      <a:pt x="165545" y="9400"/>
                      <a:pt x="157639" y="10734"/>
                    </a:cubicBezTo>
                    <a:cubicBezTo>
                      <a:pt x="142208" y="13401"/>
                      <a:pt x="126397" y="14830"/>
                      <a:pt x="110585" y="14830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06" name="Forme libre : forme 15305">
                <a:extLst>
                  <a:ext uri="{FF2B5EF4-FFF2-40B4-BE49-F238E27FC236}">
                    <a16:creationId xmlns:a16="http://schemas.microsoft.com/office/drawing/2014/main" id="{D0B9A01C-9C72-4635-902B-0F4AECF758B3}"/>
                  </a:ext>
                </a:extLst>
              </p:cNvPr>
              <p:cNvSpPr/>
              <p:nvPr/>
            </p:nvSpPr>
            <p:spPr>
              <a:xfrm>
                <a:off x="8906361" y="3023434"/>
                <a:ext cx="179754" cy="114671"/>
              </a:xfrm>
              <a:custGeom>
                <a:avLst/>
                <a:gdLst>
                  <a:gd name="connsiteX0" fmla="*/ 141161 w 179754"/>
                  <a:gd name="connsiteY0" fmla="*/ 21517 h 114671"/>
                  <a:gd name="connsiteX1" fmla="*/ 46672 w 179754"/>
                  <a:gd name="connsiteY1" fmla="*/ 93526 h 114671"/>
                  <a:gd name="connsiteX2" fmla="*/ 0 w 179754"/>
                  <a:gd name="connsiteY2" fmla="*/ 114672 h 114671"/>
                  <a:gd name="connsiteX3" fmla="*/ 65246 w 179754"/>
                  <a:gd name="connsiteY3" fmla="*/ 76191 h 114671"/>
                  <a:gd name="connsiteX4" fmla="*/ 93059 w 179754"/>
                  <a:gd name="connsiteY4" fmla="*/ 55902 h 114671"/>
                  <a:gd name="connsiteX5" fmla="*/ 111157 w 179754"/>
                  <a:gd name="connsiteY5" fmla="*/ 40662 h 114671"/>
                  <a:gd name="connsiteX6" fmla="*/ 146685 w 179754"/>
                  <a:gd name="connsiteY6" fmla="*/ 15040 h 114671"/>
                  <a:gd name="connsiteX7" fmla="*/ 165068 w 179754"/>
                  <a:gd name="connsiteY7" fmla="*/ 4087 h 114671"/>
                  <a:gd name="connsiteX8" fmla="*/ 179546 w 179754"/>
                  <a:gd name="connsiteY8" fmla="*/ 2181 h 114671"/>
                  <a:gd name="connsiteX9" fmla="*/ 161068 w 179754"/>
                  <a:gd name="connsiteY9" fmla="*/ 10754 h 114671"/>
                  <a:gd name="connsiteX10" fmla="*/ 141161 w 179754"/>
                  <a:gd name="connsiteY10" fmla="*/ 21517 h 11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9754" h="114671">
                    <a:moveTo>
                      <a:pt x="141161" y="21517"/>
                    </a:moveTo>
                    <a:cubicBezTo>
                      <a:pt x="107537" y="42472"/>
                      <a:pt x="81058" y="73619"/>
                      <a:pt x="46672" y="93526"/>
                    </a:cubicBezTo>
                    <a:cubicBezTo>
                      <a:pt x="31909" y="102099"/>
                      <a:pt x="15907" y="108385"/>
                      <a:pt x="0" y="114672"/>
                    </a:cubicBezTo>
                    <a:cubicBezTo>
                      <a:pt x="22384" y="103051"/>
                      <a:pt x="44196" y="90192"/>
                      <a:pt x="65246" y="76191"/>
                    </a:cubicBezTo>
                    <a:cubicBezTo>
                      <a:pt x="74771" y="69809"/>
                      <a:pt x="84201" y="63141"/>
                      <a:pt x="93059" y="55902"/>
                    </a:cubicBezTo>
                    <a:cubicBezTo>
                      <a:pt x="99155" y="50950"/>
                      <a:pt x="105061" y="45616"/>
                      <a:pt x="111157" y="40662"/>
                    </a:cubicBezTo>
                    <a:cubicBezTo>
                      <a:pt x="122492" y="31423"/>
                      <a:pt x="134588" y="23232"/>
                      <a:pt x="146685" y="15040"/>
                    </a:cubicBezTo>
                    <a:cubicBezTo>
                      <a:pt x="152591" y="11040"/>
                      <a:pt x="158591" y="7039"/>
                      <a:pt x="165068" y="4087"/>
                    </a:cubicBezTo>
                    <a:cubicBezTo>
                      <a:pt x="167259" y="3039"/>
                      <a:pt x="181642" y="-3248"/>
                      <a:pt x="179546" y="2181"/>
                    </a:cubicBezTo>
                    <a:cubicBezTo>
                      <a:pt x="178118" y="6087"/>
                      <a:pt x="164783" y="9039"/>
                      <a:pt x="161068" y="10754"/>
                    </a:cubicBezTo>
                    <a:cubicBezTo>
                      <a:pt x="154210" y="13897"/>
                      <a:pt x="147542" y="17517"/>
                      <a:pt x="141161" y="21517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07" name="Forme libre : forme 15306">
                <a:extLst>
                  <a:ext uri="{FF2B5EF4-FFF2-40B4-BE49-F238E27FC236}">
                    <a16:creationId xmlns:a16="http://schemas.microsoft.com/office/drawing/2014/main" id="{FAEC9B92-D28C-432F-BF88-1DEB8DF1E8F5}"/>
                  </a:ext>
                </a:extLst>
              </p:cNvPr>
              <p:cNvSpPr/>
              <p:nvPr/>
            </p:nvSpPr>
            <p:spPr>
              <a:xfrm>
                <a:off x="8906932" y="3074251"/>
                <a:ext cx="150781" cy="129085"/>
              </a:xfrm>
              <a:custGeom>
                <a:avLst/>
                <a:gdLst>
                  <a:gd name="connsiteX0" fmla="*/ 120778 w 150781"/>
                  <a:gd name="connsiteY0" fmla="*/ 21278 h 129085"/>
                  <a:gd name="connsiteX1" fmla="*/ 139733 w 150781"/>
                  <a:gd name="connsiteY1" fmla="*/ 82428 h 129085"/>
                  <a:gd name="connsiteX2" fmla="*/ 150782 w 150781"/>
                  <a:gd name="connsiteY2" fmla="*/ 97478 h 129085"/>
                  <a:gd name="connsiteX3" fmla="*/ 130303 w 150781"/>
                  <a:gd name="connsiteY3" fmla="*/ 104336 h 129085"/>
                  <a:gd name="connsiteX4" fmla="*/ 70772 w 150781"/>
                  <a:gd name="connsiteY4" fmla="*/ 118814 h 129085"/>
                  <a:gd name="connsiteX5" fmla="*/ 20194 w 150781"/>
                  <a:gd name="connsiteY5" fmla="*/ 128624 h 129085"/>
                  <a:gd name="connsiteX6" fmla="*/ 6097 w 150781"/>
                  <a:gd name="connsiteY6" fmla="*/ 122909 h 129085"/>
                  <a:gd name="connsiteX7" fmla="*/ 572 w 150781"/>
                  <a:gd name="connsiteY7" fmla="*/ 103002 h 129085"/>
                  <a:gd name="connsiteX8" fmla="*/ 12193 w 150781"/>
                  <a:gd name="connsiteY8" fmla="*/ 85190 h 129085"/>
                  <a:gd name="connsiteX9" fmla="*/ 30385 w 150781"/>
                  <a:gd name="connsiteY9" fmla="*/ 73475 h 129085"/>
                  <a:gd name="connsiteX10" fmla="*/ 47911 w 150781"/>
                  <a:gd name="connsiteY10" fmla="*/ 63854 h 129085"/>
                  <a:gd name="connsiteX11" fmla="*/ 64199 w 150781"/>
                  <a:gd name="connsiteY11" fmla="*/ 53472 h 129085"/>
                  <a:gd name="connsiteX12" fmla="*/ 74105 w 150781"/>
                  <a:gd name="connsiteY12" fmla="*/ 43566 h 129085"/>
                  <a:gd name="connsiteX13" fmla="*/ 100204 w 150781"/>
                  <a:gd name="connsiteY13" fmla="*/ 14991 h 129085"/>
                  <a:gd name="connsiteX14" fmla="*/ 120968 w 150781"/>
                  <a:gd name="connsiteY14" fmla="*/ 418 h 129085"/>
                  <a:gd name="connsiteX15" fmla="*/ 120778 w 150781"/>
                  <a:gd name="connsiteY15" fmla="*/ 21278 h 129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0781" h="129085">
                    <a:moveTo>
                      <a:pt x="120778" y="21278"/>
                    </a:moveTo>
                    <a:cubicBezTo>
                      <a:pt x="118777" y="43090"/>
                      <a:pt x="125731" y="65569"/>
                      <a:pt x="139733" y="82428"/>
                    </a:cubicBezTo>
                    <a:cubicBezTo>
                      <a:pt x="143733" y="87191"/>
                      <a:pt x="148400" y="91667"/>
                      <a:pt x="150782" y="97478"/>
                    </a:cubicBezTo>
                    <a:cubicBezTo>
                      <a:pt x="145162" y="102050"/>
                      <a:pt x="137542" y="103193"/>
                      <a:pt x="130303" y="104336"/>
                    </a:cubicBezTo>
                    <a:cubicBezTo>
                      <a:pt x="110110" y="107574"/>
                      <a:pt x="90202" y="112432"/>
                      <a:pt x="70772" y="118814"/>
                    </a:cubicBezTo>
                    <a:cubicBezTo>
                      <a:pt x="54293" y="124243"/>
                      <a:pt x="37339" y="130910"/>
                      <a:pt x="20194" y="128624"/>
                    </a:cubicBezTo>
                    <a:cubicBezTo>
                      <a:pt x="15050" y="127958"/>
                      <a:pt x="9907" y="126434"/>
                      <a:pt x="6097" y="122909"/>
                    </a:cubicBezTo>
                    <a:cubicBezTo>
                      <a:pt x="763" y="118052"/>
                      <a:pt x="-1047" y="110051"/>
                      <a:pt x="572" y="103002"/>
                    </a:cubicBezTo>
                    <a:cubicBezTo>
                      <a:pt x="2192" y="95954"/>
                      <a:pt x="6668" y="89858"/>
                      <a:pt x="12193" y="85190"/>
                    </a:cubicBezTo>
                    <a:cubicBezTo>
                      <a:pt x="17622" y="80428"/>
                      <a:pt x="24004" y="76999"/>
                      <a:pt x="30385" y="73475"/>
                    </a:cubicBezTo>
                    <a:cubicBezTo>
                      <a:pt x="36196" y="70236"/>
                      <a:pt x="42006" y="67093"/>
                      <a:pt x="47911" y="63854"/>
                    </a:cubicBezTo>
                    <a:cubicBezTo>
                      <a:pt x="53531" y="60711"/>
                      <a:pt x="59246" y="57663"/>
                      <a:pt x="64199" y="53472"/>
                    </a:cubicBezTo>
                    <a:cubicBezTo>
                      <a:pt x="67819" y="50519"/>
                      <a:pt x="70962" y="47090"/>
                      <a:pt x="74105" y="43566"/>
                    </a:cubicBezTo>
                    <a:cubicBezTo>
                      <a:pt x="82773" y="34041"/>
                      <a:pt x="91441" y="24516"/>
                      <a:pt x="100204" y="14991"/>
                    </a:cubicBezTo>
                    <a:cubicBezTo>
                      <a:pt x="103823" y="10991"/>
                      <a:pt x="114682" y="-2535"/>
                      <a:pt x="120968" y="418"/>
                    </a:cubicBezTo>
                    <a:cubicBezTo>
                      <a:pt x="127064" y="3466"/>
                      <a:pt x="121159" y="16610"/>
                      <a:pt x="120778" y="21278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08" name="Forme libre : forme 15307">
                <a:extLst>
                  <a:ext uri="{FF2B5EF4-FFF2-40B4-BE49-F238E27FC236}">
                    <a16:creationId xmlns:a16="http://schemas.microsoft.com/office/drawing/2014/main" id="{7E8A3703-E624-4BEA-B67B-C8F1D1F82CA6}"/>
                  </a:ext>
                </a:extLst>
              </p:cNvPr>
              <p:cNvSpPr/>
              <p:nvPr/>
            </p:nvSpPr>
            <p:spPr>
              <a:xfrm>
                <a:off x="9019327" y="3190969"/>
                <a:ext cx="157448" cy="42913"/>
              </a:xfrm>
              <a:custGeom>
                <a:avLst/>
                <a:gdLst>
                  <a:gd name="connsiteX0" fmla="*/ 29337 w 157448"/>
                  <a:gd name="connsiteY0" fmla="*/ 17431 h 42913"/>
                  <a:gd name="connsiteX1" fmla="*/ 0 w 157448"/>
                  <a:gd name="connsiteY1" fmla="*/ 19622 h 42913"/>
                  <a:gd name="connsiteX2" fmla="*/ 3429 w 157448"/>
                  <a:gd name="connsiteY2" fmla="*/ 22098 h 42913"/>
                  <a:gd name="connsiteX3" fmla="*/ 141256 w 157448"/>
                  <a:gd name="connsiteY3" fmla="*/ 41624 h 42913"/>
                  <a:gd name="connsiteX4" fmla="*/ 157448 w 157448"/>
                  <a:gd name="connsiteY4" fmla="*/ 41815 h 42913"/>
                  <a:gd name="connsiteX5" fmla="*/ 152400 w 157448"/>
                  <a:gd name="connsiteY5" fmla="*/ 34481 h 42913"/>
                  <a:gd name="connsiteX6" fmla="*/ 135160 w 157448"/>
                  <a:gd name="connsiteY6" fmla="*/ 12668 h 42913"/>
                  <a:gd name="connsiteX7" fmla="*/ 124777 w 157448"/>
                  <a:gd name="connsiteY7" fmla="*/ 0 h 42913"/>
                  <a:gd name="connsiteX8" fmla="*/ 115348 w 157448"/>
                  <a:gd name="connsiteY8" fmla="*/ 3334 h 42913"/>
                  <a:gd name="connsiteX9" fmla="*/ 103537 w 157448"/>
                  <a:gd name="connsiteY9" fmla="*/ 7429 h 42913"/>
                  <a:gd name="connsiteX10" fmla="*/ 56293 w 157448"/>
                  <a:gd name="connsiteY10" fmla="*/ 16383 h 42913"/>
                  <a:gd name="connsiteX11" fmla="*/ 29337 w 157448"/>
                  <a:gd name="connsiteY11" fmla="*/ 17431 h 4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7448" h="42913">
                    <a:moveTo>
                      <a:pt x="29337" y="17431"/>
                    </a:moveTo>
                    <a:cubicBezTo>
                      <a:pt x="19526" y="17336"/>
                      <a:pt x="9430" y="16859"/>
                      <a:pt x="0" y="19622"/>
                    </a:cubicBezTo>
                    <a:cubicBezTo>
                      <a:pt x="476" y="21050"/>
                      <a:pt x="2000" y="21717"/>
                      <a:pt x="3429" y="22098"/>
                    </a:cubicBezTo>
                    <a:cubicBezTo>
                      <a:pt x="47720" y="36290"/>
                      <a:pt x="95631" y="32766"/>
                      <a:pt x="141256" y="41624"/>
                    </a:cubicBezTo>
                    <a:cubicBezTo>
                      <a:pt x="146590" y="42672"/>
                      <a:pt x="152400" y="43815"/>
                      <a:pt x="157448" y="41815"/>
                    </a:cubicBezTo>
                    <a:cubicBezTo>
                      <a:pt x="157258" y="38767"/>
                      <a:pt x="154686" y="36481"/>
                      <a:pt x="152400" y="34481"/>
                    </a:cubicBezTo>
                    <a:cubicBezTo>
                      <a:pt x="145447" y="28289"/>
                      <a:pt x="139637" y="20860"/>
                      <a:pt x="135160" y="12668"/>
                    </a:cubicBezTo>
                    <a:cubicBezTo>
                      <a:pt x="133064" y="8763"/>
                      <a:pt x="130302" y="0"/>
                      <a:pt x="124777" y="0"/>
                    </a:cubicBezTo>
                    <a:cubicBezTo>
                      <a:pt x="121729" y="0"/>
                      <a:pt x="118205" y="2286"/>
                      <a:pt x="115348" y="3334"/>
                    </a:cubicBezTo>
                    <a:cubicBezTo>
                      <a:pt x="111442" y="4858"/>
                      <a:pt x="107537" y="6191"/>
                      <a:pt x="103537" y="7429"/>
                    </a:cubicBezTo>
                    <a:cubicBezTo>
                      <a:pt x="88201" y="12192"/>
                      <a:pt x="72295" y="14954"/>
                      <a:pt x="56293" y="16383"/>
                    </a:cubicBezTo>
                    <a:cubicBezTo>
                      <a:pt x="47339" y="17145"/>
                      <a:pt x="38386" y="17431"/>
                      <a:pt x="29337" y="17431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09" name="Forme libre : forme 15308">
                <a:extLst>
                  <a:ext uri="{FF2B5EF4-FFF2-40B4-BE49-F238E27FC236}">
                    <a16:creationId xmlns:a16="http://schemas.microsoft.com/office/drawing/2014/main" id="{0728FD53-93BE-4B3B-BEEC-2AD383876C9E}"/>
                  </a:ext>
                </a:extLst>
              </p:cNvPr>
              <p:cNvSpPr/>
              <p:nvPr/>
            </p:nvSpPr>
            <p:spPr>
              <a:xfrm>
                <a:off x="8997134" y="2963650"/>
                <a:ext cx="121270" cy="104923"/>
              </a:xfrm>
              <a:custGeom>
                <a:avLst/>
                <a:gdLst>
                  <a:gd name="connsiteX0" fmla="*/ 120777 w 121270"/>
                  <a:gd name="connsiteY0" fmla="*/ 3387 h 104923"/>
                  <a:gd name="connsiteX1" fmla="*/ 120682 w 121270"/>
                  <a:gd name="connsiteY1" fmla="*/ 339 h 104923"/>
                  <a:gd name="connsiteX2" fmla="*/ 118872 w 121270"/>
                  <a:gd name="connsiteY2" fmla="*/ 53 h 104923"/>
                  <a:gd name="connsiteX3" fmla="*/ 105537 w 121270"/>
                  <a:gd name="connsiteY3" fmla="*/ 5958 h 104923"/>
                  <a:gd name="connsiteX4" fmla="*/ 80486 w 121270"/>
                  <a:gd name="connsiteY4" fmla="*/ 22627 h 104923"/>
                  <a:gd name="connsiteX5" fmla="*/ 44005 w 121270"/>
                  <a:gd name="connsiteY5" fmla="*/ 55869 h 104923"/>
                  <a:gd name="connsiteX6" fmla="*/ 0 w 121270"/>
                  <a:gd name="connsiteY6" fmla="*/ 104923 h 104923"/>
                  <a:gd name="connsiteX7" fmla="*/ 26670 w 121270"/>
                  <a:gd name="connsiteY7" fmla="*/ 88826 h 104923"/>
                  <a:gd name="connsiteX8" fmla="*/ 41338 w 121270"/>
                  <a:gd name="connsiteY8" fmla="*/ 77205 h 104923"/>
                  <a:gd name="connsiteX9" fmla="*/ 54007 w 121270"/>
                  <a:gd name="connsiteY9" fmla="*/ 69014 h 104923"/>
                  <a:gd name="connsiteX10" fmla="*/ 76105 w 121270"/>
                  <a:gd name="connsiteY10" fmla="*/ 56917 h 104923"/>
                  <a:gd name="connsiteX11" fmla="*/ 93631 w 121270"/>
                  <a:gd name="connsiteY11" fmla="*/ 50535 h 104923"/>
                  <a:gd name="connsiteX12" fmla="*/ 105251 w 121270"/>
                  <a:gd name="connsiteY12" fmla="*/ 44916 h 104923"/>
                  <a:gd name="connsiteX13" fmla="*/ 108680 w 121270"/>
                  <a:gd name="connsiteY13" fmla="*/ 35962 h 104923"/>
                  <a:gd name="connsiteX14" fmla="*/ 113252 w 121270"/>
                  <a:gd name="connsiteY14" fmla="*/ 20151 h 104923"/>
                  <a:gd name="connsiteX15" fmla="*/ 120777 w 121270"/>
                  <a:gd name="connsiteY15" fmla="*/ 3387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1270" h="104923">
                    <a:moveTo>
                      <a:pt x="120777" y="3387"/>
                    </a:moveTo>
                    <a:cubicBezTo>
                      <a:pt x="121253" y="2339"/>
                      <a:pt x="121634" y="1005"/>
                      <a:pt x="120682" y="339"/>
                    </a:cubicBezTo>
                    <a:cubicBezTo>
                      <a:pt x="120205" y="-42"/>
                      <a:pt x="119539" y="-42"/>
                      <a:pt x="118872" y="53"/>
                    </a:cubicBezTo>
                    <a:cubicBezTo>
                      <a:pt x="114014" y="720"/>
                      <a:pt x="109728" y="3387"/>
                      <a:pt x="105537" y="5958"/>
                    </a:cubicBezTo>
                    <a:cubicBezTo>
                      <a:pt x="97060" y="11292"/>
                      <a:pt x="88487" y="16531"/>
                      <a:pt x="80486" y="22627"/>
                    </a:cubicBezTo>
                    <a:cubicBezTo>
                      <a:pt x="67342" y="32533"/>
                      <a:pt x="55626" y="44249"/>
                      <a:pt x="44005" y="55869"/>
                    </a:cubicBezTo>
                    <a:cubicBezTo>
                      <a:pt x="28480" y="71395"/>
                      <a:pt x="12859" y="87111"/>
                      <a:pt x="0" y="104923"/>
                    </a:cubicBezTo>
                    <a:cubicBezTo>
                      <a:pt x="9430" y="100542"/>
                      <a:pt x="18479" y="95112"/>
                      <a:pt x="26670" y="88826"/>
                    </a:cubicBezTo>
                    <a:cubicBezTo>
                      <a:pt x="31623" y="85016"/>
                      <a:pt x="36290" y="80825"/>
                      <a:pt x="41338" y="77205"/>
                    </a:cubicBezTo>
                    <a:cubicBezTo>
                      <a:pt x="45434" y="74253"/>
                      <a:pt x="49721" y="71681"/>
                      <a:pt x="54007" y="69014"/>
                    </a:cubicBezTo>
                    <a:cubicBezTo>
                      <a:pt x="61151" y="64632"/>
                      <a:pt x="68389" y="60251"/>
                      <a:pt x="76105" y="56917"/>
                    </a:cubicBezTo>
                    <a:cubicBezTo>
                      <a:pt x="81820" y="54441"/>
                      <a:pt x="87725" y="52631"/>
                      <a:pt x="93631" y="50535"/>
                    </a:cubicBezTo>
                    <a:cubicBezTo>
                      <a:pt x="97441" y="49202"/>
                      <a:pt x="102299" y="47868"/>
                      <a:pt x="105251" y="44916"/>
                    </a:cubicBezTo>
                    <a:cubicBezTo>
                      <a:pt x="107633" y="42534"/>
                      <a:pt x="108109" y="39201"/>
                      <a:pt x="108680" y="35962"/>
                    </a:cubicBezTo>
                    <a:cubicBezTo>
                      <a:pt x="109633" y="30533"/>
                      <a:pt x="111157" y="25294"/>
                      <a:pt x="113252" y="20151"/>
                    </a:cubicBezTo>
                    <a:cubicBezTo>
                      <a:pt x="115538" y="14436"/>
                      <a:pt x="118301" y="9006"/>
                      <a:pt x="120777" y="3387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10" name="Forme libre : forme 15309">
                <a:extLst>
                  <a:ext uri="{FF2B5EF4-FFF2-40B4-BE49-F238E27FC236}">
                    <a16:creationId xmlns:a16="http://schemas.microsoft.com/office/drawing/2014/main" id="{DD0C976D-BB47-443E-B1E0-DD5BABDE6604}"/>
                  </a:ext>
                </a:extLst>
              </p:cNvPr>
              <p:cNvSpPr/>
              <p:nvPr/>
            </p:nvSpPr>
            <p:spPr>
              <a:xfrm>
                <a:off x="8989189" y="3108680"/>
                <a:ext cx="30576" cy="43117"/>
              </a:xfrm>
              <a:custGeom>
                <a:avLst/>
                <a:gdLst>
                  <a:gd name="connsiteX0" fmla="*/ 30233 w 30576"/>
                  <a:gd name="connsiteY0" fmla="*/ 4089 h 43117"/>
                  <a:gd name="connsiteX1" fmla="*/ 29376 w 30576"/>
                  <a:gd name="connsiteY1" fmla="*/ 1612 h 43117"/>
                  <a:gd name="connsiteX2" fmla="*/ 24613 w 30576"/>
                  <a:gd name="connsiteY2" fmla="*/ 88 h 43117"/>
                  <a:gd name="connsiteX3" fmla="*/ 15470 w 30576"/>
                  <a:gd name="connsiteY3" fmla="*/ 4851 h 43117"/>
                  <a:gd name="connsiteX4" fmla="*/ 134 w 30576"/>
                  <a:gd name="connsiteY4" fmla="*/ 33902 h 43117"/>
                  <a:gd name="connsiteX5" fmla="*/ 611 w 30576"/>
                  <a:gd name="connsiteY5" fmla="*/ 38760 h 43117"/>
                  <a:gd name="connsiteX6" fmla="*/ 3849 w 30576"/>
                  <a:gd name="connsiteY6" fmla="*/ 41617 h 43117"/>
                  <a:gd name="connsiteX7" fmla="*/ 16708 w 30576"/>
                  <a:gd name="connsiteY7" fmla="*/ 41617 h 43117"/>
                  <a:gd name="connsiteX8" fmla="*/ 25566 w 30576"/>
                  <a:gd name="connsiteY8" fmla="*/ 31426 h 43117"/>
                  <a:gd name="connsiteX9" fmla="*/ 30233 w 30576"/>
                  <a:gd name="connsiteY9" fmla="*/ 4089 h 43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576" h="43117">
                    <a:moveTo>
                      <a:pt x="30233" y="4089"/>
                    </a:moveTo>
                    <a:cubicBezTo>
                      <a:pt x="30138" y="3232"/>
                      <a:pt x="29852" y="2279"/>
                      <a:pt x="29376" y="1612"/>
                    </a:cubicBezTo>
                    <a:cubicBezTo>
                      <a:pt x="28328" y="184"/>
                      <a:pt x="26328" y="-197"/>
                      <a:pt x="24613" y="88"/>
                    </a:cubicBezTo>
                    <a:cubicBezTo>
                      <a:pt x="21185" y="565"/>
                      <a:pt x="18137" y="2565"/>
                      <a:pt x="15470" y="4851"/>
                    </a:cubicBezTo>
                    <a:cubicBezTo>
                      <a:pt x="6992" y="12185"/>
                      <a:pt x="1468" y="22758"/>
                      <a:pt x="134" y="33902"/>
                    </a:cubicBezTo>
                    <a:cubicBezTo>
                      <a:pt x="-56" y="35521"/>
                      <a:pt x="-152" y="37236"/>
                      <a:pt x="611" y="38760"/>
                    </a:cubicBezTo>
                    <a:cubicBezTo>
                      <a:pt x="1277" y="40093"/>
                      <a:pt x="2611" y="40951"/>
                      <a:pt x="3849" y="41617"/>
                    </a:cubicBezTo>
                    <a:cubicBezTo>
                      <a:pt x="7850" y="43618"/>
                      <a:pt x="12707" y="43618"/>
                      <a:pt x="16708" y="41617"/>
                    </a:cubicBezTo>
                    <a:cubicBezTo>
                      <a:pt x="20804" y="39617"/>
                      <a:pt x="23756" y="35712"/>
                      <a:pt x="25566" y="31426"/>
                    </a:cubicBezTo>
                    <a:cubicBezTo>
                      <a:pt x="28805" y="23806"/>
                      <a:pt x="31567" y="12280"/>
                      <a:pt x="30233" y="408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311" name="Graphique 2">
              <a:extLst>
                <a:ext uri="{FF2B5EF4-FFF2-40B4-BE49-F238E27FC236}">
                  <a16:creationId xmlns:a16="http://schemas.microsoft.com/office/drawing/2014/main" id="{D84C0470-D7D6-497E-A858-5CE9A79FB25E}"/>
                </a:ext>
              </a:extLst>
            </p:cNvPr>
            <p:cNvGrpSpPr/>
            <p:nvPr/>
          </p:nvGrpSpPr>
          <p:grpSpPr>
            <a:xfrm>
              <a:off x="6728740" y="3526733"/>
              <a:ext cx="461591" cy="372526"/>
              <a:chOff x="6728740" y="3526733"/>
              <a:chExt cx="461591" cy="372526"/>
            </a:xfrm>
            <a:solidFill>
              <a:schemeClr val="accent1"/>
            </a:solidFill>
          </p:grpSpPr>
          <p:sp>
            <p:nvSpPr>
              <p:cNvPr id="15312" name="Forme libre : forme 15311">
                <a:extLst>
                  <a:ext uri="{FF2B5EF4-FFF2-40B4-BE49-F238E27FC236}">
                    <a16:creationId xmlns:a16="http://schemas.microsoft.com/office/drawing/2014/main" id="{6208C065-D551-4DD6-AF27-9DDC936376E7}"/>
                  </a:ext>
                </a:extLst>
              </p:cNvPr>
              <p:cNvSpPr/>
              <p:nvPr/>
            </p:nvSpPr>
            <p:spPr>
              <a:xfrm>
                <a:off x="6807051" y="3548523"/>
                <a:ext cx="383281" cy="319673"/>
              </a:xfrm>
              <a:custGeom>
                <a:avLst/>
                <a:gdLst>
                  <a:gd name="connsiteX0" fmla="*/ 0 w 383281"/>
                  <a:gd name="connsiteY0" fmla="*/ 12969 h 319673"/>
                  <a:gd name="connsiteX1" fmla="*/ 49625 w 383281"/>
                  <a:gd name="connsiteY1" fmla="*/ 164512 h 319673"/>
                  <a:gd name="connsiteX2" fmla="*/ 85439 w 383281"/>
                  <a:gd name="connsiteY2" fmla="*/ 319674 h 319673"/>
                  <a:gd name="connsiteX3" fmla="*/ 225362 w 383281"/>
                  <a:gd name="connsiteY3" fmla="*/ 230615 h 319673"/>
                  <a:gd name="connsiteX4" fmla="*/ 376714 w 383281"/>
                  <a:gd name="connsiteY4" fmla="*/ 121364 h 319673"/>
                  <a:gd name="connsiteX5" fmla="*/ 350139 w 383281"/>
                  <a:gd name="connsiteY5" fmla="*/ 17350 h 319673"/>
                  <a:gd name="connsiteX6" fmla="*/ 159544 w 383281"/>
                  <a:gd name="connsiteY6" fmla="*/ 9826 h 319673"/>
                  <a:gd name="connsiteX7" fmla="*/ 0 w 383281"/>
                  <a:gd name="connsiteY7" fmla="*/ 12969 h 319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83281" h="319673">
                    <a:moveTo>
                      <a:pt x="0" y="12969"/>
                    </a:moveTo>
                    <a:lnTo>
                      <a:pt x="49625" y="164512"/>
                    </a:lnTo>
                    <a:lnTo>
                      <a:pt x="85439" y="319674"/>
                    </a:lnTo>
                    <a:cubicBezTo>
                      <a:pt x="85439" y="319674"/>
                      <a:pt x="148400" y="309482"/>
                      <a:pt x="225362" y="230615"/>
                    </a:cubicBezTo>
                    <a:cubicBezTo>
                      <a:pt x="294608" y="159654"/>
                      <a:pt x="320040" y="141461"/>
                      <a:pt x="376714" y="121364"/>
                    </a:cubicBezTo>
                    <a:cubicBezTo>
                      <a:pt x="393097" y="84692"/>
                      <a:pt x="376809" y="44687"/>
                      <a:pt x="350139" y="17350"/>
                    </a:cubicBezTo>
                    <a:cubicBezTo>
                      <a:pt x="288988" y="32591"/>
                      <a:pt x="258699" y="31829"/>
                      <a:pt x="159544" y="9826"/>
                    </a:cubicBezTo>
                    <a:cubicBezTo>
                      <a:pt x="51816" y="-13987"/>
                      <a:pt x="0" y="12969"/>
                      <a:pt x="0" y="12969"/>
                    </a:cubicBez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13" name="Forme libre : forme 15312">
                <a:extLst>
                  <a:ext uri="{FF2B5EF4-FFF2-40B4-BE49-F238E27FC236}">
                    <a16:creationId xmlns:a16="http://schemas.microsoft.com/office/drawing/2014/main" id="{23C3E7AC-D091-4636-860F-79AD63011988}"/>
                  </a:ext>
                </a:extLst>
              </p:cNvPr>
              <p:cNvSpPr/>
              <p:nvPr/>
            </p:nvSpPr>
            <p:spPr>
              <a:xfrm>
                <a:off x="6846675" y="3657193"/>
                <a:ext cx="168567" cy="76110"/>
              </a:xfrm>
              <a:custGeom>
                <a:avLst/>
                <a:gdLst>
                  <a:gd name="connsiteX0" fmla="*/ 0 w 168567"/>
                  <a:gd name="connsiteY0" fmla="*/ 17741 h 76110"/>
                  <a:gd name="connsiteX1" fmla="*/ 17145 w 168567"/>
                  <a:gd name="connsiteY1" fmla="*/ 12788 h 76110"/>
                  <a:gd name="connsiteX2" fmla="*/ 129730 w 168567"/>
                  <a:gd name="connsiteY2" fmla="*/ 882 h 76110"/>
                  <a:gd name="connsiteX3" fmla="*/ 163830 w 168567"/>
                  <a:gd name="connsiteY3" fmla="*/ 1549 h 76110"/>
                  <a:gd name="connsiteX4" fmla="*/ 168021 w 168567"/>
                  <a:gd name="connsiteY4" fmla="*/ 3740 h 76110"/>
                  <a:gd name="connsiteX5" fmla="*/ 167259 w 168567"/>
                  <a:gd name="connsiteY5" fmla="*/ 9074 h 76110"/>
                  <a:gd name="connsiteX6" fmla="*/ 162306 w 168567"/>
                  <a:gd name="connsiteY6" fmla="*/ 12122 h 76110"/>
                  <a:gd name="connsiteX7" fmla="*/ 78010 w 168567"/>
                  <a:gd name="connsiteY7" fmla="*/ 52508 h 76110"/>
                  <a:gd name="connsiteX8" fmla="*/ 37624 w 168567"/>
                  <a:gd name="connsiteY8" fmla="*/ 75082 h 76110"/>
                  <a:gd name="connsiteX9" fmla="*/ 21717 w 168567"/>
                  <a:gd name="connsiteY9" fmla="*/ 54984 h 76110"/>
                  <a:gd name="connsiteX10" fmla="*/ 13716 w 168567"/>
                  <a:gd name="connsiteY10" fmla="*/ 34696 h 76110"/>
                  <a:gd name="connsiteX11" fmla="*/ 0 w 168567"/>
                  <a:gd name="connsiteY11" fmla="*/ 17741 h 76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567" h="76110">
                    <a:moveTo>
                      <a:pt x="0" y="17741"/>
                    </a:moveTo>
                    <a:cubicBezTo>
                      <a:pt x="5048" y="14503"/>
                      <a:pt x="11144" y="13550"/>
                      <a:pt x="17145" y="12788"/>
                    </a:cubicBezTo>
                    <a:cubicBezTo>
                      <a:pt x="54578" y="7835"/>
                      <a:pt x="92107" y="3835"/>
                      <a:pt x="129730" y="882"/>
                    </a:cubicBezTo>
                    <a:cubicBezTo>
                      <a:pt x="141065" y="25"/>
                      <a:pt x="152590" y="-832"/>
                      <a:pt x="163830" y="1549"/>
                    </a:cubicBezTo>
                    <a:cubicBezTo>
                      <a:pt x="165449" y="1835"/>
                      <a:pt x="167164" y="2406"/>
                      <a:pt x="168021" y="3740"/>
                    </a:cubicBezTo>
                    <a:cubicBezTo>
                      <a:pt x="169069" y="5359"/>
                      <a:pt x="168497" y="7645"/>
                      <a:pt x="167259" y="9074"/>
                    </a:cubicBezTo>
                    <a:cubicBezTo>
                      <a:pt x="165925" y="10502"/>
                      <a:pt x="164116" y="11360"/>
                      <a:pt x="162306" y="12122"/>
                    </a:cubicBezTo>
                    <a:cubicBezTo>
                      <a:pt x="133636" y="24409"/>
                      <a:pt x="105537" y="37839"/>
                      <a:pt x="78010" y="52508"/>
                    </a:cubicBezTo>
                    <a:cubicBezTo>
                      <a:pt x="64960" y="59461"/>
                      <a:pt x="51435" y="70034"/>
                      <a:pt x="37624" y="75082"/>
                    </a:cubicBezTo>
                    <a:cubicBezTo>
                      <a:pt x="23241" y="80321"/>
                      <a:pt x="23813" y="64319"/>
                      <a:pt x="21717" y="54984"/>
                    </a:cubicBezTo>
                    <a:cubicBezTo>
                      <a:pt x="20098" y="47841"/>
                      <a:pt x="17431" y="40983"/>
                      <a:pt x="13716" y="34696"/>
                    </a:cubicBezTo>
                    <a:cubicBezTo>
                      <a:pt x="12763" y="32791"/>
                      <a:pt x="1810" y="16503"/>
                      <a:pt x="0" y="17741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14" name="Forme libre : forme 15313">
                <a:extLst>
                  <a:ext uri="{FF2B5EF4-FFF2-40B4-BE49-F238E27FC236}">
                    <a16:creationId xmlns:a16="http://schemas.microsoft.com/office/drawing/2014/main" id="{08061ECA-2A7D-4D9C-8BB9-F267B971FD05}"/>
                  </a:ext>
                </a:extLst>
              </p:cNvPr>
              <p:cNvSpPr/>
              <p:nvPr/>
            </p:nvSpPr>
            <p:spPr>
              <a:xfrm>
                <a:off x="6877464" y="3680223"/>
                <a:ext cx="52920" cy="29962"/>
              </a:xfrm>
              <a:custGeom>
                <a:avLst/>
                <a:gdLst>
                  <a:gd name="connsiteX0" fmla="*/ 50840 w 52920"/>
                  <a:gd name="connsiteY0" fmla="*/ 5855 h 29962"/>
                  <a:gd name="connsiteX1" fmla="*/ 52269 w 52920"/>
                  <a:gd name="connsiteY1" fmla="*/ 617 h 29962"/>
                  <a:gd name="connsiteX2" fmla="*/ 49411 w 52920"/>
                  <a:gd name="connsiteY2" fmla="*/ 45 h 29962"/>
                  <a:gd name="connsiteX3" fmla="*/ 357 w 52920"/>
                  <a:gd name="connsiteY3" fmla="*/ 24620 h 29962"/>
                  <a:gd name="connsiteX4" fmla="*/ 50840 w 52920"/>
                  <a:gd name="connsiteY4" fmla="*/ 5855 h 29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20" h="29962">
                    <a:moveTo>
                      <a:pt x="50840" y="5855"/>
                    </a:moveTo>
                    <a:cubicBezTo>
                      <a:pt x="52364" y="4427"/>
                      <a:pt x="53793" y="1950"/>
                      <a:pt x="52269" y="617"/>
                    </a:cubicBezTo>
                    <a:cubicBezTo>
                      <a:pt x="51507" y="-50"/>
                      <a:pt x="50364" y="-50"/>
                      <a:pt x="49411" y="45"/>
                    </a:cubicBezTo>
                    <a:cubicBezTo>
                      <a:pt x="36362" y="1188"/>
                      <a:pt x="-4215" y="2617"/>
                      <a:pt x="357" y="24620"/>
                    </a:cubicBezTo>
                    <a:cubicBezTo>
                      <a:pt x="3977" y="42050"/>
                      <a:pt x="44553" y="11761"/>
                      <a:pt x="50840" y="5855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5315" name="Graphique 2">
                <a:extLst>
                  <a:ext uri="{FF2B5EF4-FFF2-40B4-BE49-F238E27FC236}">
                    <a16:creationId xmlns:a16="http://schemas.microsoft.com/office/drawing/2014/main" id="{46E892A0-E933-4B16-A4AF-69DACC126859}"/>
                  </a:ext>
                </a:extLst>
              </p:cNvPr>
              <p:cNvGrpSpPr/>
              <p:nvPr/>
            </p:nvGrpSpPr>
            <p:grpSpPr>
              <a:xfrm>
                <a:off x="6728740" y="3526733"/>
                <a:ext cx="330938" cy="372526"/>
                <a:chOff x="6728740" y="3526733"/>
                <a:chExt cx="330938" cy="372526"/>
              </a:xfrm>
              <a:solidFill>
                <a:schemeClr val="accent1"/>
              </a:solidFill>
            </p:grpSpPr>
            <p:grpSp>
              <p:nvGrpSpPr>
                <p:cNvPr id="15316" name="Graphique 2">
                  <a:extLst>
                    <a:ext uri="{FF2B5EF4-FFF2-40B4-BE49-F238E27FC236}">
                      <a16:creationId xmlns:a16="http://schemas.microsoft.com/office/drawing/2014/main" id="{1CC66C05-CDC2-4A0F-B3F7-11716613DB47}"/>
                    </a:ext>
                  </a:extLst>
                </p:cNvPr>
                <p:cNvGrpSpPr/>
                <p:nvPr/>
              </p:nvGrpSpPr>
              <p:grpSpPr>
                <a:xfrm>
                  <a:off x="6728740" y="3526733"/>
                  <a:ext cx="219608" cy="217081"/>
                  <a:chOff x="6728740" y="3526733"/>
                  <a:chExt cx="219608" cy="217081"/>
                </a:xfrm>
                <a:solidFill>
                  <a:schemeClr val="accent1"/>
                </a:solidFill>
              </p:grpSpPr>
              <p:sp>
                <p:nvSpPr>
                  <p:cNvPr id="15317" name="Forme libre : forme 15316">
                    <a:extLst>
                      <a:ext uri="{FF2B5EF4-FFF2-40B4-BE49-F238E27FC236}">
                        <a16:creationId xmlns:a16="http://schemas.microsoft.com/office/drawing/2014/main" id="{7E83F495-E3E9-4FD1-A222-1CB3EB161833}"/>
                      </a:ext>
                    </a:extLst>
                  </p:cNvPr>
                  <p:cNvSpPr/>
                  <p:nvPr/>
                </p:nvSpPr>
                <p:spPr>
                  <a:xfrm rot="-1567767">
                    <a:off x="6755582" y="3555073"/>
                    <a:ext cx="165925" cy="160400"/>
                  </a:xfrm>
                  <a:custGeom>
                    <a:avLst/>
                    <a:gdLst>
                      <a:gd name="connsiteX0" fmla="*/ 165925 w 165925"/>
                      <a:gd name="connsiteY0" fmla="*/ 80200 h 160400"/>
                      <a:gd name="connsiteX1" fmla="*/ 82963 w 165925"/>
                      <a:gd name="connsiteY1" fmla="*/ 160401 h 160400"/>
                      <a:gd name="connsiteX2" fmla="*/ 0 w 165925"/>
                      <a:gd name="connsiteY2" fmla="*/ 80200 h 160400"/>
                      <a:gd name="connsiteX3" fmla="*/ 82963 w 165925"/>
                      <a:gd name="connsiteY3" fmla="*/ 0 h 160400"/>
                      <a:gd name="connsiteX4" fmla="*/ 165925 w 165925"/>
                      <a:gd name="connsiteY4" fmla="*/ 80200 h 160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5" h="160400">
                        <a:moveTo>
                          <a:pt x="165925" y="80200"/>
                        </a:moveTo>
                        <a:cubicBezTo>
                          <a:pt x="165925" y="124494"/>
                          <a:pt x="128782" y="160401"/>
                          <a:pt x="82963" y="160401"/>
                        </a:cubicBezTo>
                        <a:cubicBezTo>
                          <a:pt x="37144" y="160401"/>
                          <a:pt x="0" y="124494"/>
                          <a:pt x="0" y="80200"/>
                        </a:cubicBezTo>
                        <a:cubicBezTo>
                          <a:pt x="0" y="35907"/>
                          <a:pt x="37144" y="0"/>
                          <a:pt x="82963" y="0"/>
                        </a:cubicBezTo>
                        <a:cubicBezTo>
                          <a:pt x="128782" y="0"/>
                          <a:pt x="165925" y="35907"/>
                          <a:pt x="165925" y="8020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18" name="Forme libre : forme 15317">
                    <a:extLst>
                      <a:ext uri="{FF2B5EF4-FFF2-40B4-BE49-F238E27FC236}">
                        <a16:creationId xmlns:a16="http://schemas.microsoft.com/office/drawing/2014/main" id="{D6AFD7A2-A3C7-472C-BCD9-F91B5469F671}"/>
                      </a:ext>
                    </a:extLst>
                  </p:cNvPr>
                  <p:cNvSpPr/>
                  <p:nvPr/>
                </p:nvSpPr>
                <p:spPr>
                  <a:xfrm>
                    <a:off x="6774190" y="3554349"/>
                    <a:ext cx="146838" cy="146397"/>
                  </a:xfrm>
                  <a:custGeom>
                    <a:avLst/>
                    <a:gdLst>
                      <a:gd name="connsiteX0" fmla="*/ 0 w 146838"/>
                      <a:gd name="connsiteY0" fmla="*/ 32288 h 146397"/>
                      <a:gd name="connsiteX1" fmla="*/ 10668 w 146838"/>
                      <a:gd name="connsiteY1" fmla="*/ 25907 h 146397"/>
                      <a:gd name="connsiteX2" fmla="*/ 120491 w 146838"/>
                      <a:gd name="connsiteY2" fmla="*/ 61340 h 146397"/>
                      <a:gd name="connsiteX3" fmla="*/ 110395 w 146838"/>
                      <a:gd name="connsiteY3" fmla="*/ 146398 h 146397"/>
                      <a:gd name="connsiteX4" fmla="*/ 138875 w 146838"/>
                      <a:gd name="connsiteY4" fmla="*/ 44194 h 146397"/>
                      <a:gd name="connsiteX5" fmla="*/ 29051 w 146838"/>
                      <a:gd name="connsiteY5" fmla="*/ 8761 h 146397"/>
                      <a:gd name="connsiteX6" fmla="*/ 0 w 146838"/>
                      <a:gd name="connsiteY6" fmla="*/ 32288 h 146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838" h="146397">
                        <a:moveTo>
                          <a:pt x="0" y="32288"/>
                        </a:moveTo>
                        <a:cubicBezTo>
                          <a:pt x="3334" y="30002"/>
                          <a:pt x="6858" y="27811"/>
                          <a:pt x="10668" y="25907"/>
                        </a:cubicBezTo>
                        <a:cubicBezTo>
                          <a:pt x="51816" y="5714"/>
                          <a:pt x="100679" y="21716"/>
                          <a:pt x="120491" y="61340"/>
                        </a:cubicBezTo>
                        <a:cubicBezTo>
                          <a:pt x="135922" y="92296"/>
                          <a:pt x="130683" y="128586"/>
                          <a:pt x="110395" y="146398"/>
                        </a:cubicBezTo>
                        <a:cubicBezTo>
                          <a:pt x="143732" y="123633"/>
                          <a:pt x="156591" y="80294"/>
                          <a:pt x="138875" y="44194"/>
                        </a:cubicBezTo>
                        <a:cubicBezTo>
                          <a:pt x="119348" y="4475"/>
                          <a:pt x="70199" y="-11431"/>
                          <a:pt x="29051" y="8761"/>
                        </a:cubicBezTo>
                        <a:cubicBezTo>
                          <a:pt x="17335" y="14667"/>
                          <a:pt x="7620" y="22763"/>
                          <a:pt x="0" y="32288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19" name="Forme libre : forme 15318">
                    <a:extLst>
                      <a:ext uri="{FF2B5EF4-FFF2-40B4-BE49-F238E27FC236}">
                        <a16:creationId xmlns:a16="http://schemas.microsoft.com/office/drawing/2014/main" id="{509C372A-510F-4909-A47E-0F827C2F4937}"/>
                      </a:ext>
                    </a:extLst>
                  </p:cNvPr>
                  <p:cNvSpPr/>
                  <p:nvPr/>
                </p:nvSpPr>
                <p:spPr>
                  <a:xfrm rot="-4612439">
                    <a:off x="6786246" y="3629297"/>
                    <a:ext cx="71248" cy="83822"/>
                  </a:xfrm>
                  <a:custGeom>
                    <a:avLst/>
                    <a:gdLst>
                      <a:gd name="connsiteX0" fmla="*/ 71249 w 71248"/>
                      <a:gd name="connsiteY0" fmla="*/ 41911 h 83822"/>
                      <a:gd name="connsiteX1" fmla="*/ 35624 w 71248"/>
                      <a:gd name="connsiteY1" fmla="*/ 83822 h 83822"/>
                      <a:gd name="connsiteX2" fmla="*/ 0 w 71248"/>
                      <a:gd name="connsiteY2" fmla="*/ 41911 h 83822"/>
                      <a:gd name="connsiteX3" fmla="*/ 35624 w 71248"/>
                      <a:gd name="connsiteY3" fmla="*/ 0 h 83822"/>
                      <a:gd name="connsiteX4" fmla="*/ 71249 w 71248"/>
                      <a:gd name="connsiteY4" fmla="*/ 41911 h 83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8" h="83822">
                        <a:moveTo>
                          <a:pt x="71249" y="41911"/>
                        </a:moveTo>
                        <a:cubicBezTo>
                          <a:pt x="71249" y="65058"/>
                          <a:pt x="55299" y="83822"/>
                          <a:pt x="35624" y="83822"/>
                        </a:cubicBezTo>
                        <a:cubicBezTo>
                          <a:pt x="15949" y="83822"/>
                          <a:pt x="0" y="65058"/>
                          <a:pt x="0" y="41911"/>
                        </a:cubicBezTo>
                        <a:cubicBezTo>
                          <a:pt x="0" y="18764"/>
                          <a:pt x="15949" y="0"/>
                          <a:pt x="35624" y="0"/>
                        </a:cubicBezTo>
                        <a:cubicBezTo>
                          <a:pt x="55299" y="0"/>
                          <a:pt x="71249" y="18764"/>
                          <a:pt x="71249" y="4191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20" name="Forme libre : forme 15319">
                    <a:extLst>
                      <a:ext uri="{FF2B5EF4-FFF2-40B4-BE49-F238E27FC236}">
                        <a16:creationId xmlns:a16="http://schemas.microsoft.com/office/drawing/2014/main" id="{588D3AF1-7B25-4B41-8F84-A9BD75DCF334}"/>
                      </a:ext>
                    </a:extLst>
                  </p:cNvPr>
                  <p:cNvSpPr/>
                  <p:nvPr/>
                </p:nvSpPr>
                <p:spPr>
                  <a:xfrm rot="-1567767">
                    <a:off x="6772609" y="3648419"/>
                    <a:ext cx="19240" cy="22097"/>
                  </a:xfrm>
                  <a:custGeom>
                    <a:avLst/>
                    <a:gdLst>
                      <a:gd name="connsiteX0" fmla="*/ 19241 w 19240"/>
                      <a:gd name="connsiteY0" fmla="*/ 11049 h 22097"/>
                      <a:gd name="connsiteX1" fmla="*/ 9620 w 19240"/>
                      <a:gd name="connsiteY1" fmla="*/ 22098 h 22097"/>
                      <a:gd name="connsiteX2" fmla="*/ 0 w 19240"/>
                      <a:gd name="connsiteY2" fmla="*/ 11049 h 22097"/>
                      <a:gd name="connsiteX3" fmla="*/ 9620 w 19240"/>
                      <a:gd name="connsiteY3" fmla="*/ 0 h 22097"/>
                      <a:gd name="connsiteX4" fmla="*/ 19241 w 19240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40" h="22097">
                        <a:moveTo>
                          <a:pt x="19241" y="11049"/>
                        </a:moveTo>
                        <a:cubicBezTo>
                          <a:pt x="19241" y="17151"/>
                          <a:pt x="14933" y="22098"/>
                          <a:pt x="9620" y="22098"/>
                        </a:cubicBezTo>
                        <a:cubicBezTo>
                          <a:pt x="4307" y="22098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1" y="4947"/>
                          <a:pt x="19241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321" name="Graphique 2">
                  <a:extLst>
                    <a:ext uri="{FF2B5EF4-FFF2-40B4-BE49-F238E27FC236}">
                      <a16:creationId xmlns:a16="http://schemas.microsoft.com/office/drawing/2014/main" id="{7A3048D9-73D1-4886-900E-0CD64FF4BFC7}"/>
                    </a:ext>
                  </a:extLst>
                </p:cNvPr>
                <p:cNvGrpSpPr/>
                <p:nvPr/>
              </p:nvGrpSpPr>
              <p:grpSpPr>
                <a:xfrm>
                  <a:off x="6762635" y="3682178"/>
                  <a:ext cx="219608" cy="217081"/>
                  <a:chOff x="6762635" y="3682178"/>
                  <a:chExt cx="219608" cy="217081"/>
                </a:xfrm>
                <a:solidFill>
                  <a:schemeClr val="accent1"/>
                </a:solidFill>
              </p:grpSpPr>
              <p:sp>
                <p:nvSpPr>
                  <p:cNvPr id="15322" name="Forme libre : forme 15321">
                    <a:extLst>
                      <a:ext uri="{FF2B5EF4-FFF2-40B4-BE49-F238E27FC236}">
                        <a16:creationId xmlns:a16="http://schemas.microsoft.com/office/drawing/2014/main" id="{A66EE7BF-67D4-436D-952D-5791DB7A9DF4}"/>
                      </a:ext>
                    </a:extLst>
                  </p:cNvPr>
                  <p:cNvSpPr/>
                  <p:nvPr/>
                </p:nvSpPr>
                <p:spPr>
                  <a:xfrm rot="-1567767">
                    <a:off x="6789477" y="3710518"/>
                    <a:ext cx="165925" cy="160400"/>
                  </a:xfrm>
                  <a:custGeom>
                    <a:avLst/>
                    <a:gdLst>
                      <a:gd name="connsiteX0" fmla="*/ 165925 w 165925"/>
                      <a:gd name="connsiteY0" fmla="*/ 80200 h 160400"/>
                      <a:gd name="connsiteX1" fmla="*/ 82963 w 165925"/>
                      <a:gd name="connsiteY1" fmla="*/ 160401 h 160400"/>
                      <a:gd name="connsiteX2" fmla="*/ 0 w 165925"/>
                      <a:gd name="connsiteY2" fmla="*/ 80200 h 160400"/>
                      <a:gd name="connsiteX3" fmla="*/ 82963 w 165925"/>
                      <a:gd name="connsiteY3" fmla="*/ 0 h 160400"/>
                      <a:gd name="connsiteX4" fmla="*/ 165925 w 165925"/>
                      <a:gd name="connsiteY4" fmla="*/ 80200 h 160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5" h="160400">
                        <a:moveTo>
                          <a:pt x="165925" y="80200"/>
                        </a:moveTo>
                        <a:cubicBezTo>
                          <a:pt x="165925" y="124494"/>
                          <a:pt x="128782" y="160401"/>
                          <a:pt x="82963" y="160401"/>
                        </a:cubicBezTo>
                        <a:cubicBezTo>
                          <a:pt x="37144" y="160401"/>
                          <a:pt x="0" y="124494"/>
                          <a:pt x="0" y="80200"/>
                        </a:cubicBezTo>
                        <a:cubicBezTo>
                          <a:pt x="0" y="35907"/>
                          <a:pt x="37143" y="0"/>
                          <a:pt x="82963" y="0"/>
                        </a:cubicBezTo>
                        <a:cubicBezTo>
                          <a:pt x="128782" y="0"/>
                          <a:pt x="165925" y="35907"/>
                          <a:pt x="165925" y="8020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23" name="Forme libre : forme 15322">
                    <a:extLst>
                      <a:ext uri="{FF2B5EF4-FFF2-40B4-BE49-F238E27FC236}">
                        <a16:creationId xmlns:a16="http://schemas.microsoft.com/office/drawing/2014/main" id="{8693B13C-91D6-42B2-94BC-4DA782364B75}"/>
                      </a:ext>
                    </a:extLst>
                  </p:cNvPr>
                  <p:cNvSpPr/>
                  <p:nvPr/>
                </p:nvSpPr>
                <p:spPr>
                  <a:xfrm>
                    <a:off x="6808099" y="3709797"/>
                    <a:ext cx="146838" cy="146397"/>
                  </a:xfrm>
                  <a:custGeom>
                    <a:avLst/>
                    <a:gdLst>
                      <a:gd name="connsiteX0" fmla="*/ 0 w 146838"/>
                      <a:gd name="connsiteY0" fmla="*/ 32288 h 146397"/>
                      <a:gd name="connsiteX1" fmla="*/ 10668 w 146838"/>
                      <a:gd name="connsiteY1" fmla="*/ 25907 h 146397"/>
                      <a:gd name="connsiteX2" fmla="*/ 120491 w 146838"/>
                      <a:gd name="connsiteY2" fmla="*/ 61340 h 146397"/>
                      <a:gd name="connsiteX3" fmla="*/ 110395 w 146838"/>
                      <a:gd name="connsiteY3" fmla="*/ 146398 h 146397"/>
                      <a:gd name="connsiteX4" fmla="*/ 138875 w 146838"/>
                      <a:gd name="connsiteY4" fmla="*/ 44194 h 146397"/>
                      <a:gd name="connsiteX5" fmla="*/ 29051 w 146838"/>
                      <a:gd name="connsiteY5" fmla="*/ 8761 h 146397"/>
                      <a:gd name="connsiteX6" fmla="*/ 0 w 146838"/>
                      <a:gd name="connsiteY6" fmla="*/ 32288 h 146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838" h="146397">
                        <a:moveTo>
                          <a:pt x="0" y="32288"/>
                        </a:moveTo>
                        <a:cubicBezTo>
                          <a:pt x="3334" y="30002"/>
                          <a:pt x="6858" y="27811"/>
                          <a:pt x="10668" y="25907"/>
                        </a:cubicBezTo>
                        <a:cubicBezTo>
                          <a:pt x="51816" y="5713"/>
                          <a:pt x="100679" y="21716"/>
                          <a:pt x="120491" y="61340"/>
                        </a:cubicBezTo>
                        <a:cubicBezTo>
                          <a:pt x="135922" y="92296"/>
                          <a:pt x="130683" y="128586"/>
                          <a:pt x="110395" y="146398"/>
                        </a:cubicBezTo>
                        <a:cubicBezTo>
                          <a:pt x="143732" y="123633"/>
                          <a:pt x="156591" y="80294"/>
                          <a:pt x="138875" y="44194"/>
                        </a:cubicBezTo>
                        <a:cubicBezTo>
                          <a:pt x="119348" y="4475"/>
                          <a:pt x="70199" y="-11431"/>
                          <a:pt x="29051" y="8761"/>
                        </a:cubicBezTo>
                        <a:cubicBezTo>
                          <a:pt x="17335" y="14667"/>
                          <a:pt x="7620" y="22763"/>
                          <a:pt x="0" y="32288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24" name="Forme libre : forme 15323">
                    <a:extLst>
                      <a:ext uri="{FF2B5EF4-FFF2-40B4-BE49-F238E27FC236}">
                        <a16:creationId xmlns:a16="http://schemas.microsoft.com/office/drawing/2014/main" id="{518D60D5-4BEE-499E-B5A2-F0C13370CE74}"/>
                      </a:ext>
                    </a:extLst>
                  </p:cNvPr>
                  <p:cNvSpPr/>
                  <p:nvPr/>
                </p:nvSpPr>
                <p:spPr>
                  <a:xfrm rot="-4612439">
                    <a:off x="6820110" y="3784840"/>
                    <a:ext cx="71248" cy="83822"/>
                  </a:xfrm>
                  <a:custGeom>
                    <a:avLst/>
                    <a:gdLst>
                      <a:gd name="connsiteX0" fmla="*/ 71249 w 71248"/>
                      <a:gd name="connsiteY0" fmla="*/ 41911 h 83822"/>
                      <a:gd name="connsiteX1" fmla="*/ 35624 w 71248"/>
                      <a:gd name="connsiteY1" fmla="*/ 83822 h 83822"/>
                      <a:gd name="connsiteX2" fmla="*/ 0 w 71248"/>
                      <a:gd name="connsiteY2" fmla="*/ 41911 h 83822"/>
                      <a:gd name="connsiteX3" fmla="*/ 35624 w 71248"/>
                      <a:gd name="connsiteY3" fmla="*/ 0 h 83822"/>
                      <a:gd name="connsiteX4" fmla="*/ 71249 w 71248"/>
                      <a:gd name="connsiteY4" fmla="*/ 41911 h 83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8" h="83822">
                        <a:moveTo>
                          <a:pt x="71249" y="41911"/>
                        </a:moveTo>
                        <a:cubicBezTo>
                          <a:pt x="71249" y="65058"/>
                          <a:pt x="55299" y="83822"/>
                          <a:pt x="35624" y="83822"/>
                        </a:cubicBezTo>
                        <a:cubicBezTo>
                          <a:pt x="15949" y="83822"/>
                          <a:pt x="0" y="65058"/>
                          <a:pt x="0" y="41911"/>
                        </a:cubicBezTo>
                        <a:cubicBezTo>
                          <a:pt x="0" y="18764"/>
                          <a:pt x="15949" y="0"/>
                          <a:pt x="35624" y="0"/>
                        </a:cubicBezTo>
                        <a:cubicBezTo>
                          <a:pt x="55299" y="0"/>
                          <a:pt x="71249" y="18764"/>
                          <a:pt x="71249" y="4191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25" name="Forme libre : forme 15324">
                    <a:extLst>
                      <a:ext uri="{FF2B5EF4-FFF2-40B4-BE49-F238E27FC236}">
                        <a16:creationId xmlns:a16="http://schemas.microsoft.com/office/drawing/2014/main" id="{114F3D77-01FD-41D7-91EA-0328E33012E3}"/>
                      </a:ext>
                    </a:extLst>
                  </p:cNvPr>
                  <p:cNvSpPr/>
                  <p:nvPr/>
                </p:nvSpPr>
                <p:spPr>
                  <a:xfrm rot="-1567767">
                    <a:off x="6806513" y="3803864"/>
                    <a:ext cx="19240" cy="22097"/>
                  </a:xfrm>
                  <a:custGeom>
                    <a:avLst/>
                    <a:gdLst>
                      <a:gd name="connsiteX0" fmla="*/ 19240 w 19240"/>
                      <a:gd name="connsiteY0" fmla="*/ 11049 h 22097"/>
                      <a:gd name="connsiteX1" fmla="*/ 9620 w 19240"/>
                      <a:gd name="connsiteY1" fmla="*/ 22098 h 22097"/>
                      <a:gd name="connsiteX2" fmla="*/ 0 w 19240"/>
                      <a:gd name="connsiteY2" fmla="*/ 11049 h 22097"/>
                      <a:gd name="connsiteX3" fmla="*/ 9620 w 19240"/>
                      <a:gd name="connsiteY3" fmla="*/ 0 h 22097"/>
                      <a:gd name="connsiteX4" fmla="*/ 19240 w 19240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40" h="22097">
                        <a:moveTo>
                          <a:pt x="19240" y="11049"/>
                        </a:moveTo>
                        <a:cubicBezTo>
                          <a:pt x="19240" y="17151"/>
                          <a:pt x="14933" y="22098"/>
                          <a:pt x="9620" y="22098"/>
                        </a:cubicBezTo>
                        <a:cubicBezTo>
                          <a:pt x="4307" y="22098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0" y="4947"/>
                          <a:pt x="19240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326" name="Graphique 2">
                  <a:extLst>
                    <a:ext uri="{FF2B5EF4-FFF2-40B4-BE49-F238E27FC236}">
                      <a16:creationId xmlns:a16="http://schemas.microsoft.com/office/drawing/2014/main" id="{A0E2E4DF-11A1-4A51-BE17-6598C50A2D26}"/>
                    </a:ext>
                  </a:extLst>
                </p:cNvPr>
                <p:cNvGrpSpPr/>
                <p:nvPr/>
              </p:nvGrpSpPr>
              <p:grpSpPr>
                <a:xfrm>
                  <a:off x="6840070" y="3586816"/>
                  <a:ext cx="219608" cy="217081"/>
                  <a:chOff x="6840070" y="3586816"/>
                  <a:chExt cx="219608" cy="217081"/>
                </a:xfrm>
                <a:solidFill>
                  <a:schemeClr val="accent1"/>
                </a:solidFill>
              </p:grpSpPr>
              <p:sp>
                <p:nvSpPr>
                  <p:cNvPr id="15327" name="Forme libre : forme 15326">
                    <a:extLst>
                      <a:ext uri="{FF2B5EF4-FFF2-40B4-BE49-F238E27FC236}">
                        <a16:creationId xmlns:a16="http://schemas.microsoft.com/office/drawing/2014/main" id="{28A18D7A-46BC-4FCE-AB68-21D09FEF1DAE}"/>
                      </a:ext>
                    </a:extLst>
                  </p:cNvPr>
                  <p:cNvSpPr/>
                  <p:nvPr/>
                </p:nvSpPr>
                <p:spPr>
                  <a:xfrm rot="-1567767">
                    <a:off x="6866912" y="3615157"/>
                    <a:ext cx="165925" cy="160400"/>
                  </a:xfrm>
                  <a:custGeom>
                    <a:avLst/>
                    <a:gdLst>
                      <a:gd name="connsiteX0" fmla="*/ 165925 w 165925"/>
                      <a:gd name="connsiteY0" fmla="*/ 80200 h 160400"/>
                      <a:gd name="connsiteX1" fmla="*/ 82963 w 165925"/>
                      <a:gd name="connsiteY1" fmla="*/ 160401 h 160400"/>
                      <a:gd name="connsiteX2" fmla="*/ 0 w 165925"/>
                      <a:gd name="connsiteY2" fmla="*/ 80200 h 160400"/>
                      <a:gd name="connsiteX3" fmla="*/ 82963 w 165925"/>
                      <a:gd name="connsiteY3" fmla="*/ 0 h 160400"/>
                      <a:gd name="connsiteX4" fmla="*/ 165925 w 165925"/>
                      <a:gd name="connsiteY4" fmla="*/ 80200 h 160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5" h="160400">
                        <a:moveTo>
                          <a:pt x="165925" y="80200"/>
                        </a:moveTo>
                        <a:cubicBezTo>
                          <a:pt x="165925" y="124494"/>
                          <a:pt x="128782" y="160401"/>
                          <a:pt x="82963" y="160401"/>
                        </a:cubicBezTo>
                        <a:cubicBezTo>
                          <a:pt x="37144" y="160401"/>
                          <a:pt x="0" y="124494"/>
                          <a:pt x="0" y="80200"/>
                        </a:cubicBezTo>
                        <a:cubicBezTo>
                          <a:pt x="0" y="35907"/>
                          <a:pt x="37144" y="0"/>
                          <a:pt x="82963" y="0"/>
                        </a:cubicBezTo>
                        <a:cubicBezTo>
                          <a:pt x="128782" y="0"/>
                          <a:pt x="165925" y="35907"/>
                          <a:pt x="165925" y="8020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28" name="Forme libre : forme 15327">
                    <a:extLst>
                      <a:ext uri="{FF2B5EF4-FFF2-40B4-BE49-F238E27FC236}">
                        <a16:creationId xmlns:a16="http://schemas.microsoft.com/office/drawing/2014/main" id="{EF7ACC24-ED9F-42CE-A03E-E8367E200493}"/>
                      </a:ext>
                    </a:extLst>
                  </p:cNvPr>
                  <p:cNvSpPr/>
                  <p:nvPr/>
                </p:nvSpPr>
                <p:spPr>
                  <a:xfrm>
                    <a:off x="6885537" y="3614452"/>
                    <a:ext cx="146838" cy="146397"/>
                  </a:xfrm>
                  <a:custGeom>
                    <a:avLst/>
                    <a:gdLst>
                      <a:gd name="connsiteX0" fmla="*/ 0 w 146838"/>
                      <a:gd name="connsiteY0" fmla="*/ 32288 h 146397"/>
                      <a:gd name="connsiteX1" fmla="*/ 10668 w 146838"/>
                      <a:gd name="connsiteY1" fmla="*/ 25907 h 146397"/>
                      <a:gd name="connsiteX2" fmla="*/ 120491 w 146838"/>
                      <a:gd name="connsiteY2" fmla="*/ 61340 h 146397"/>
                      <a:gd name="connsiteX3" fmla="*/ 110395 w 146838"/>
                      <a:gd name="connsiteY3" fmla="*/ 146398 h 146397"/>
                      <a:gd name="connsiteX4" fmla="*/ 138875 w 146838"/>
                      <a:gd name="connsiteY4" fmla="*/ 44194 h 146397"/>
                      <a:gd name="connsiteX5" fmla="*/ 29051 w 146838"/>
                      <a:gd name="connsiteY5" fmla="*/ 8762 h 146397"/>
                      <a:gd name="connsiteX6" fmla="*/ 0 w 146838"/>
                      <a:gd name="connsiteY6" fmla="*/ 32288 h 146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838" h="146397">
                        <a:moveTo>
                          <a:pt x="0" y="32288"/>
                        </a:moveTo>
                        <a:cubicBezTo>
                          <a:pt x="3334" y="30002"/>
                          <a:pt x="6858" y="27812"/>
                          <a:pt x="10668" y="25907"/>
                        </a:cubicBezTo>
                        <a:cubicBezTo>
                          <a:pt x="51816" y="5714"/>
                          <a:pt x="100679" y="21716"/>
                          <a:pt x="120491" y="61340"/>
                        </a:cubicBezTo>
                        <a:cubicBezTo>
                          <a:pt x="135922" y="92296"/>
                          <a:pt x="130683" y="128586"/>
                          <a:pt x="110395" y="146398"/>
                        </a:cubicBezTo>
                        <a:cubicBezTo>
                          <a:pt x="143732" y="123633"/>
                          <a:pt x="156591" y="80294"/>
                          <a:pt x="138875" y="44194"/>
                        </a:cubicBezTo>
                        <a:cubicBezTo>
                          <a:pt x="119348" y="4475"/>
                          <a:pt x="70199" y="-11432"/>
                          <a:pt x="29051" y="8762"/>
                        </a:cubicBezTo>
                        <a:cubicBezTo>
                          <a:pt x="17335" y="14667"/>
                          <a:pt x="7525" y="22763"/>
                          <a:pt x="0" y="32288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29" name="Forme libre : forme 15328">
                    <a:extLst>
                      <a:ext uri="{FF2B5EF4-FFF2-40B4-BE49-F238E27FC236}">
                        <a16:creationId xmlns:a16="http://schemas.microsoft.com/office/drawing/2014/main" id="{5C68ACC3-7129-430D-B5A4-4E6017631E37}"/>
                      </a:ext>
                    </a:extLst>
                  </p:cNvPr>
                  <p:cNvSpPr/>
                  <p:nvPr/>
                </p:nvSpPr>
                <p:spPr>
                  <a:xfrm rot="-4612439">
                    <a:off x="6897516" y="3689455"/>
                    <a:ext cx="71248" cy="83822"/>
                  </a:xfrm>
                  <a:custGeom>
                    <a:avLst/>
                    <a:gdLst>
                      <a:gd name="connsiteX0" fmla="*/ 71249 w 71248"/>
                      <a:gd name="connsiteY0" fmla="*/ 41911 h 83822"/>
                      <a:gd name="connsiteX1" fmla="*/ 35624 w 71248"/>
                      <a:gd name="connsiteY1" fmla="*/ 83822 h 83822"/>
                      <a:gd name="connsiteX2" fmla="*/ 0 w 71248"/>
                      <a:gd name="connsiteY2" fmla="*/ 41911 h 83822"/>
                      <a:gd name="connsiteX3" fmla="*/ 35624 w 71248"/>
                      <a:gd name="connsiteY3" fmla="*/ 0 h 83822"/>
                      <a:gd name="connsiteX4" fmla="*/ 71249 w 71248"/>
                      <a:gd name="connsiteY4" fmla="*/ 41911 h 83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8" h="83822">
                        <a:moveTo>
                          <a:pt x="71249" y="41911"/>
                        </a:moveTo>
                        <a:cubicBezTo>
                          <a:pt x="71249" y="65058"/>
                          <a:pt x="55299" y="83822"/>
                          <a:pt x="35624" y="83822"/>
                        </a:cubicBezTo>
                        <a:cubicBezTo>
                          <a:pt x="15950" y="83822"/>
                          <a:pt x="0" y="65058"/>
                          <a:pt x="0" y="41911"/>
                        </a:cubicBezTo>
                        <a:cubicBezTo>
                          <a:pt x="0" y="18764"/>
                          <a:pt x="15950" y="0"/>
                          <a:pt x="35624" y="0"/>
                        </a:cubicBezTo>
                        <a:cubicBezTo>
                          <a:pt x="55299" y="0"/>
                          <a:pt x="71249" y="18764"/>
                          <a:pt x="71249" y="4191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30" name="Forme libre : forme 15329">
                    <a:extLst>
                      <a:ext uri="{FF2B5EF4-FFF2-40B4-BE49-F238E27FC236}">
                        <a16:creationId xmlns:a16="http://schemas.microsoft.com/office/drawing/2014/main" id="{0E4C08B8-CBDB-4651-829E-78BE0431CAE0}"/>
                      </a:ext>
                    </a:extLst>
                  </p:cNvPr>
                  <p:cNvSpPr/>
                  <p:nvPr/>
                </p:nvSpPr>
                <p:spPr>
                  <a:xfrm rot="-1567767">
                    <a:off x="6883853" y="3708543"/>
                    <a:ext cx="19240" cy="22097"/>
                  </a:xfrm>
                  <a:custGeom>
                    <a:avLst/>
                    <a:gdLst>
                      <a:gd name="connsiteX0" fmla="*/ 19240 w 19240"/>
                      <a:gd name="connsiteY0" fmla="*/ 11049 h 22097"/>
                      <a:gd name="connsiteX1" fmla="*/ 9620 w 19240"/>
                      <a:gd name="connsiteY1" fmla="*/ 22098 h 22097"/>
                      <a:gd name="connsiteX2" fmla="*/ 0 w 19240"/>
                      <a:gd name="connsiteY2" fmla="*/ 11049 h 22097"/>
                      <a:gd name="connsiteX3" fmla="*/ 9620 w 19240"/>
                      <a:gd name="connsiteY3" fmla="*/ 0 h 22097"/>
                      <a:gd name="connsiteX4" fmla="*/ 19240 w 19240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40" h="22097">
                        <a:moveTo>
                          <a:pt x="19240" y="11049"/>
                        </a:moveTo>
                        <a:cubicBezTo>
                          <a:pt x="19240" y="17151"/>
                          <a:pt x="14933" y="22098"/>
                          <a:pt x="9620" y="22098"/>
                        </a:cubicBezTo>
                        <a:cubicBezTo>
                          <a:pt x="4307" y="22098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0" y="4947"/>
                          <a:pt x="19240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sp>
            <p:nvSpPr>
              <p:cNvPr id="15331" name="Forme libre : forme 15330">
                <a:extLst>
                  <a:ext uri="{FF2B5EF4-FFF2-40B4-BE49-F238E27FC236}">
                    <a16:creationId xmlns:a16="http://schemas.microsoft.com/office/drawing/2014/main" id="{F4834501-3063-428D-9317-1D5195FBD92E}"/>
                  </a:ext>
                </a:extLst>
              </p:cNvPr>
              <p:cNvSpPr/>
              <p:nvPr/>
            </p:nvSpPr>
            <p:spPr>
              <a:xfrm>
                <a:off x="6929542" y="3581494"/>
                <a:ext cx="201644" cy="35117"/>
              </a:xfrm>
              <a:custGeom>
                <a:avLst/>
                <a:gdLst>
                  <a:gd name="connsiteX0" fmla="*/ 91059 w 201644"/>
                  <a:gd name="connsiteY0" fmla="*/ 20288 h 35117"/>
                  <a:gd name="connsiteX1" fmla="*/ 112014 w 201644"/>
                  <a:gd name="connsiteY1" fmla="*/ 20383 h 35117"/>
                  <a:gd name="connsiteX2" fmla="*/ 201644 w 201644"/>
                  <a:gd name="connsiteY2" fmla="*/ 0 h 35117"/>
                  <a:gd name="connsiteX3" fmla="*/ 149257 w 201644"/>
                  <a:gd name="connsiteY3" fmla="*/ 12001 h 35117"/>
                  <a:gd name="connsiteX4" fmla="*/ 95250 w 201644"/>
                  <a:gd name="connsiteY4" fmla="*/ 13811 h 35117"/>
                  <a:gd name="connsiteX5" fmla="*/ 42767 w 201644"/>
                  <a:gd name="connsiteY5" fmla="*/ 20002 h 35117"/>
                  <a:gd name="connsiteX6" fmla="*/ 0 w 201644"/>
                  <a:gd name="connsiteY6" fmla="*/ 34862 h 35117"/>
                  <a:gd name="connsiteX7" fmla="*/ 20574 w 201644"/>
                  <a:gd name="connsiteY7" fmla="*/ 29432 h 35117"/>
                  <a:gd name="connsiteX8" fmla="*/ 44005 w 201644"/>
                  <a:gd name="connsiteY8" fmla="*/ 24384 h 35117"/>
                  <a:gd name="connsiteX9" fmla="*/ 91059 w 201644"/>
                  <a:gd name="connsiteY9" fmla="*/ 20288 h 3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1644" h="35117">
                    <a:moveTo>
                      <a:pt x="91059" y="20288"/>
                    </a:moveTo>
                    <a:cubicBezTo>
                      <a:pt x="98012" y="20288"/>
                      <a:pt x="105061" y="20479"/>
                      <a:pt x="112014" y="20383"/>
                    </a:cubicBezTo>
                    <a:cubicBezTo>
                      <a:pt x="142875" y="20002"/>
                      <a:pt x="173641" y="12954"/>
                      <a:pt x="201644" y="0"/>
                    </a:cubicBezTo>
                    <a:cubicBezTo>
                      <a:pt x="185357" y="7715"/>
                      <a:pt x="167259" y="10763"/>
                      <a:pt x="149257" y="12001"/>
                    </a:cubicBezTo>
                    <a:cubicBezTo>
                      <a:pt x="131254" y="13240"/>
                      <a:pt x="113252" y="12763"/>
                      <a:pt x="95250" y="13811"/>
                    </a:cubicBezTo>
                    <a:cubicBezTo>
                      <a:pt x="77629" y="14859"/>
                      <a:pt x="60198" y="17240"/>
                      <a:pt x="42767" y="20002"/>
                    </a:cubicBezTo>
                    <a:cubicBezTo>
                      <a:pt x="28956" y="22098"/>
                      <a:pt x="10382" y="24384"/>
                      <a:pt x="0" y="34862"/>
                    </a:cubicBezTo>
                    <a:cubicBezTo>
                      <a:pt x="4572" y="36385"/>
                      <a:pt x="15716" y="30671"/>
                      <a:pt x="20574" y="29432"/>
                    </a:cubicBezTo>
                    <a:cubicBezTo>
                      <a:pt x="28289" y="27432"/>
                      <a:pt x="36100" y="25717"/>
                      <a:pt x="44005" y="24384"/>
                    </a:cubicBezTo>
                    <a:cubicBezTo>
                      <a:pt x="59436" y="21717"/>
                      <a:pt x="75247" y="20383"/>
                      <a:pt x="91059" y="20288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32" name="Forme libre : forme 15331">
                <a:extLst>
                  <a:ext uri="{FF2B5EF4-FFF2-40B4-BE49-F238E27FC236}">
                    <a16:creationId xmlns:a16="http://schemas.microsoft.com/office/drawing/2014/main" id="{217A3945-328C-43AB-AF4A-7276EA2EB737}"/>
                  </a:ext>
                </a:extLst>
              </p:cNvPr>
              <p:cNvSpPr/>
              <p:nvPr/>
            </p:nvSpPr>
            <p:spPr>
              <a:xfrm>
                <a:off x="6983627" y="3657885"/>
                <a:ext cx="179754" cy="114671"/>
              </a:xfrm>
              <a:custGeom>
                <a:avLst/>
                <a:gdLst>
                  <a:gd name="connsiteX0" fmla="*/ 38594 w 179754"/>
                  <a:gd name="connsiteY0" fmla="*/ 93154 h 114671"/>
                  <a:gd name="connsiteX1" fmla="*/ 133082 w 179754"/>
                  <a:gd name="connsiteY1" fmla="*/ 21146 h 114671"/>
                  <a:gd name="connsiteX2" fmla="*/ 179754 w 179754"/>
                  <a:gd name="connsiteY2" fmla="*/ 0 h 114671"/>
                  <a:gd name="connsiteX3" fmla="*/ 114508 w 179754"/>
                  <a:gd name="connsiteY3" fmla="*/ 38481 h 114671"/>
                  <a:gd name="connsiteX4" fmla="*/ 86695 w 179754"/>
                  <a:gd name="connsiteY4" fmla="*/ 58769 h 114671"/>
                  <a:gd name="connsiteX5" fmla="*/ 68597 w 179754"/>
                  <a:gd name="connsiteY5" fmla="*/ 74009 h 114671"/>
                  <a:gd name="connsiteX6" fmla="*/ 33069 w 179754"/>
                  <a:gd name="connsiteY6" fmla="*/ 99631 h 114671"/>
                  <a:gd name="connsiteX7" fmla="*/ 14686 w 179754"/>
                  <a:gd name="connsiteY7" fmla="*/ 110585 h 114671"/>
                  <a:gd name="connsiteX8" fmla="*/ 208 w 179754"/>
                  <a:gd name="connsiteY8" fmla="*/ 112490 h 114671"/>
                  <a:gd name="connsiteX9" fmla="*/ 18686 w 179754"/>
                  <a:gd name="connsiteY9" fmla="*/ 103918 h 114671"/>
                  <a:gd name="connsiteX10" fmla="*/ 38594 w 179754"/>
                  <a:gd name="connsiteY10" fmla="*/ 93154 h 11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9754" h="114671">
                    <a:moveTo>
                      <a:pt x="38594" y="93154"/>
                    </a:moveTo>
                    <a:cubicBezTo>
                      <a:pt x="72217" y="72199"/>
                      <a:pt x="98696" y="41053"/>
                      <a:pt x="133082" y="21146"/>
                    </a:cubicBezTo>
                    <a:cubicBezTo>
                      <a:pt x="147845" y="12573"/>
                      <a:pt x="163848" y="6287"/>
                      <a:pt x="179754" y="0"/>
                    </a:cubicBezTo>
                    <a:cubicBezTo>
                      <a:pt x="157370" y="11621"/>
                      <a:pt x="135558" y="24479"/>
                      <a:pt x="114508" y="38481"/>
                    </a:cubicBezTo>
                    <a:cubicBezTo>
                      <a:pt x="104983" y="44863"/>
                      <a:pt x="95553" y="51530"/>
                      <a:pt x="86695" y="58769"/>
                    </a:cubicBezTo>
                    <a:cubicBezTo>
                      <a:pt x="80599" y="63722"/>
                      <a:pt x="74693" y="69056"/>
                      <a:pt x="68597" y="74009"/>
                    </a:cubicBezTo>
                    <a:cubicBezTo>
                      <a:pt x="57263" y="83248"/>
                      <a:pt x="45166" y="91440"/>
                      <a:pt x="33069" y="99631"/>
                    </a:cubicBezTo>
                    <a:cubicBezTo>
                      <a:pt x="27164" y="103632"/>
                      <a:pt x="21163" y="107632"/>
                      <a:pt x="14686" y="110585"/>
                    </a:cubicBezTo>
                    <a:cubicBezTo>
                      <a:pt x="12495" y="111633"/>
                      <a:pt x="-1888" y="117920"/>
                      <a:pt x="208" y="112490"/>
                    </a:cubicBezTo>
                    <a:cubicBezTo>
                      <a:pt x="1637" y="108585"/>
                      <a:pt x="14972" y="105632"/>
                      <a:pt x="18686" y="103918"/>
                    </a:cubicBezTo>
                    <a:cubicBezTo>
                      <a:pt x="25449" y="100774"/>
                      <a:pt x="32117" y="97155"/>
                      <a:pt x="38594" y="93154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33" name="Forme libre : forme 15332">
                <a:extLst>
                  <a:ext uri="{FF2B5EF4-FFF2-40B4-BE49-F238E27FC236}">
                    <a16:creationId xmlns:a16="http://schemas.microsoft.com/office/drawing/2014/main" id="{D5601C35-FD58-49B7-B31F-B9676B38760B}"/>
                  </a:ext>
                </a:extLst>
              </p:cNvPr>
              <p:cNvSpPr/>
              <p:nvPr/>
            </p:nvSpPr>
            <p:spPr>
              <a:xfrm>
                <a:off x="7012029" y="3592653"/>
                <a:ext cx="150781" cy="129085"/>
              </a:xfrm>
              <a:custGeom>
                <a:avLst/>
                <a:gdLst>
                  <a:gd name="connsiteX0" fmla="*/ 30004 w 150781"/>
                  <a:gd name="connsiteY0" fmla="*/ 107808 h 129085"/>
                  <a:gd name="connsiteX1" fmla="*/ 11049 w 150781"/>
                  <a:gd name="connsiteY1" fmla="*/ 46658 h 129085"/>
                  <a:gd name="connsiteX2" fmla="*/ 0 w 150781"/>
                  <a:gd name="connsiteY2" fmla="*/ 31608 h 129085"/>
                  <a:gd name="connsiteX3" fmla="*/ 20479 w 150781"/>
                  <a:gd name="connsiteY3" fmla="*/ 24750 h 129085"/>
                  <a:gd name="connsiteX4" fmla="*/ 80010 w 150781"/>
                  <a:gd name="connsiteY4" fmla="*/ 10272 h 129085"/>
                  <a:gd name="connsiteX5" fmla="*/ 130588 w 150781"/>
                  <a:gd name="connsiteY5" fmla="*/ 462 h 129085"/>
                  <a:gd name="connsiteX6" fmla="*/ 144685 w 150781"/>
                  <a:gd name="connsiteY6" fmla="*/ 6176 h 129085"/>
                  <a:gd name="connsiteX7" fmla="*/ 150209 w 150781"/>
                  <a:gd name="connsiteY7" fmla="*/ 26084 h 129085"/>
                  <a:gd name="connsiteX8" fmla="*/ 138589 w 150781"/>
                  <a:gd name="connsiteY8" fmla="*/ 43896 h 129085"/>
                  <a:gd name="connsiteX9" fmla="*/ 120396 w 150781"/>
                  <a:gd name="connsiteY9" fmla="*/ 55611 h 129085"/>
                  <a:gd name="connsiteX10" fmla="*/ 102870 w 150781"/>
                  <a:gd name="connsiteY10" fmla="*/ 65232 h 129085"/>
                  <a:gd name="connsiteX11" fmla="*/ 86582 w 150781"/>
                  <a:gd name="connsiteY11" fmla="*/ 75614 h 129085"/>
                  <a:gd name="connsiteX12" fmla="*/ 76676 w 150781"/>
                  <a:gd name="connsiteY12" fmla="*/ 85520 h 129085"/>
                  <a:gd name="connsiteX13" fmla="*/ 50578 w 150781"/>
                  <a:gd name="connsiteY13" fmla="*/ 114095 h 129085"/>
                  <a:gd name="connsiteX14" fmla="*/ 29813 w 150781"/>
                  <a:gd name="connsiteY14" fmla="*/ 128668 h 129085"/>
                  <a:gd name="connsiteX15" fmla="*/ 30004 w 150781"/>
                  <a:gd name="connsiteY15" fmla="*/ 107808 h 129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0781" h="129085">
                    <a:moveTo>
                      <a:pt x="30004" y="107808"/>
                    </a:moveTo>
                    <a:cubicBezTo>
                      <a:pt x="32004" y="85996"/>
                      <a:pt x="25051" y="63517"/>
                      <a:pt x="11049" y="46658"/>
                    </a:cubicBezTo>
                    <a:cubicBezTo>
                      <a:pt x="7048" y="41895"/>
                      <a:pt x="2381" y="37418"/>
                      <a:pt x="0" y="31608"/>
                    </a:cubicBezTo>
                    <a:cubicBezTo>
                      <a:pt x="5620" y="27036"/>
                      <a:pt x="13240" y="25893"/>
                      <a:pt x="20479" y="24750"/>
                    </a:cubicBezTo>
                    <a:cubicBezTo>
                      <a:pt x="40672" y="21512"/>
                      <a:pt x="60579" y="16654"/>
                      <a:pt x="80010" y="10272"/>
                    </a:cubicBezTo>
                    <a:cubicBezTo>
                      <a:pt x="96488" y="4843"/>
                      <a:pt x="113443" y="-1824"/>
                      <a:pt x="130588" y="462"/>
                    </a:cubicBezTo>
                    <a:cubicBezTo>
                      <a:pt x="135731" y="1128"/>
                      <a:pt x="140875" y="2652"/>
                      <a:pt x="144685" y="6176"/>
                    </a:cubicBezTo>
                    <a:cubicBezTo>
                      <a:pt x="150019" y="11034"/>
                      <a:pt x="151829" y="19035"/>
                      <a:pt x="150209" y="26084"/>
                    </a:cubicBezTo>
                    <a:cubicBezTo>
                      <a:pt x="148590" y="33132"/>
                      <a:pt x="144113" y="39228"/>
                      <a:pt x="138589" y="43896"/>
                    </a:cubicBezTo>
                    <a:cubicBezTo>
                      <a:pt x="133159" y="48658"/>
                      <a:pt x="126778" y="52087"/>
                      <a:pt x="120396" y="55611"/>
                    </a:cubicBezTo>
                    <a:cubicBezTo>
                      <a:pt x="114586" y="58850"/>
                      <a:pt x="108775" y="61993"/>
                      <a:pt x="102870" y="65232"/>
                    </a:cubicBezTo>
                    <a:cubicBezTo>
                      <a:pt x="97250" y="68375"/>
                      <a:pt x="91535" y="71423"/>
                      <a:pt x="86582" y="75614"/>
                    </a:cubicBezTo>
                    <a:cubicBezTo>
                      <a:pt x="82963" y="78567"/>
                      <a:pt x="79819" y="81996"/>
                      <a:pt x="76676" y="85520"/>
                    </a:cubicBezTo>
                    <a:cubicBezTo>
                      <a:pt x="68008" y="95045"/>
                      <a:pt x="59341" y="104570"/>
                      <a:pt x="50578" y="114095"/>
                    </a:cubicBezTo>
                    <a:cubicBezTo>
                      <a:pt x="46958" y="118095"/>
                      <a:pt x="36100" y="131621"/>
                      <a:pt x="29813" y="128668"/>
                    </a:cubicBezTo>
                    <a:cubicBezTo>
                      <a:pt x="23717" y="125620"/>
                      <a:pt x="29527" y="112380"/>
                      <a:pt x="30004" y="107808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34" name="Forme libre : forme 15333">
                <a:extLst>
                  <a:ext uri="{FF2B5EF4-FFF2-40B4-BE49-F238E27FC236}">
                    <a16:creationId xmlns:a16="http://schemas.microsoft.com/office/drawing/2014/main" id="{9F92988C-23D4-4498-B9B6-9EFFF4DD4433}"/>
                  </a:ext>
                </a:extLst>
              </p:cNvPr>
              <p:cNvSpPr/>
              <p:nvPr/>
            </p:nvSpPr>
            <p:spPr>
              <a:xfrm>
                <a:off x="6892871" y="3562107"/>
                <a:ext cx="157448" cy="42913"/>
              </a:xfrm>
              <a:custGeom>
                <a:avLst/>
                <a:gdLst>
                  <a:gd name="connsiteX0" fmla="*/ 128111 w 157448"/>
                  <a:gd name="connsiteY0" fmla="*/ 25483 h 42913"/>
                  <a:gd name="connsiteX1" fmla="*/ 157448 w 157448"/>
                  <a:gd name="connsiteY1" fmla="*/ 23292 h 42913"/>
                  <a:gd name="connsiteX2" fmla="*/ 154019 w 157448"/>
                  <a:gd name="connsiteY2" fmla="*/ 20816 h 42913"/>
                  <a:gd name="connsiteX3" fmla="*/ 16193 w 157448"/>
                  <a:gd name="connsiteY3" fmla="*/ 1289 h 42913"/>
                  <a:gd name="connsiteX4" fmla="*/ 0 w 157448"/>
                  <a:gd name="connsiteY4" fmla="*/ 1099 h 42913"/>
                  <a:gd name="connsiteX5" fmla="*/ 5048 w 157448"/>
                  <a:gd name="connsiteY5" fmla="*/ 8433 h 42913"/>
                  <a:gd name="connsiteX6" fmla="*/ 22289 w 157448"/>
                  <a:gd name="connsiteY6" fmla="*/ 30245 h 42913"/>
                  <a:gd name="connsiteX7" fmla="*/ 32671 w 157448"/>
                  <a:gd name="connsiteY7" fmla="*/ 42914 h 42913"/>
                  <a:gd name="connsiteX8" fmla="*/ 42100 w 157448"/>
                  <a:gd name="connsiteY8" fmla="*/ 39580 h 42913"/>
                  <a:gd name="connsiteX9" fmla="*/ 53912 w 157448"/>
                  <a:gd name="connsiteY9" fmla="*/ 35484 h 42913"/>
                  <a:gd name="connsiteX10" fmla="*/ 101156 w 157448"/>
                  <a:gd name="connsiteY10" fmla="*/ 26531 h 42913"/>
                  <a:gd name="connsiteX11" fmla="*/ 128111 w 157448"/>
                  <a:gd name="connsiteY11" fmla="*/ 25483 h 4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7448" h="42913">
                    <a:moveTo>
                      <a:pt x="128111" y="25483"/>
                    </a:moveTo>
                    <a:cubicBezTo>
                      <a:pt x="137922" y="25578"/>
                      <a:pt x="148019" y="26054"/>
                      <a:pt x="157448" y="23292"/>
                    </a:cubicBezTo>
                    <a:cubicBezTo>
                      <a:pt x="156972" y="21863"/>
                      <a:pt x="155448" y="21197"/>
                      <a:pt x="154019" y="20816"/>
                    </a:cubicBezTo>
                    <a:cubicBezTo>
                      <a:pt x="109728" y="6623"/>
                      <a:pt x="61817" y="10148"/>
                      <a:pt x="16193" y="1289"/>
                    </a:cubicBezTo>
                    <a:cubicBezTo>
                      <a:pt x="10858" y="242"/>
                      <a:pt x="5048" y="-901"/>
                      <a:pt x="0" y="1099"/>
                    </a:cubicBezTo>
                    <a:cubicBezTo>
                      <a:pt x="191" y="4147"/>
                      <a:pt x="2762" y="6433"/>
                      <a:pt x="5048" y="8433"/>
                    </a:cubicBezTo>
                    <a:cubicBezTo>
                      <a:pt x="12002" y="14624"/>
                      <a:pt x="17812" y="22054"/>
                      <a:pt x="22289" y="30245"/>
                    </a:cubicBezTo>
                    <a:cubicBezTo>
                      <a:pt x="24384" y="34151"/>
                      <a:pt x="27146" y="42914"/>
                      <a:pt x="32671" y="42914"/>
                    </a:cubicBezTo>
                    <a:cubicBezTo>
                      <a:pt x="35719" y="42914"/>
                      <a:pt x="39243" y="40627"/>
                      <a:pt x="42100" y="39580"/>
                    </a:cubicBezTo>
                    <a:cubicBezTo>
                      <a:pt x="46006" y="38056"/>
                      <a:pt x="49911" y="36722"/>
                      <a:pt x="53912" y="35484"/>
                    </a:cubicBezTo>
                    <a:cubicBezTo>
                      <a:pt x="69247" y="30722"/>
                      <a:pt x="85154" y="27959"/>
                      <a:pt x="101156" y="26531"/>
                    </a:cubicBezTo>
                    <a:cubicBezTo>
                      <a:pt x="110109" y="25768"/>
                      <a:pt x="119158" y="25388"/>
                      <a:pt x="128111" y="25483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35" name="Forme libre : forme 15334">
                <a:extLst>
                  <a:ext uri="{FF2B5EF4-FFF2-40B4-BE49-F238E27FC236}">
                    <a16:creationId xmlns:a16="http://schemas.microsoft.com/office/drawing/2014/main" id="{448E7A0E-A2CC-49CF-8591-62E35CD71136}"/>
                  </a:ext>
                </a:extLst>
              </p:cNvPr>
              <p:cNvSpPr/>
              <p:nvPr/>
            </p:nvSpPr>
            <p:spPr>
              <a:xfrm>
                <a:off x="6951337" y="3727322"/>
                <a:ext cx="121270" cy="104923"/>
              </a:xfrm>
              <a:custGeom>
                <a:avLst/>
                <a:gdLst>
                  <a:gd name="connsiteX0" fmla="*/ 493 w 121270"/>
                  <a:gd name="connsiteY0" fmla="*/ 101537 h 104923"/>
                  <a:gd name="connsiteX1" fmla="*/ 589 w 121270"/>
                  <a:gd name="connsiteY1" fmla="*/ 104584 h 104923"/>
                  <a:gd name="connsiteX2" fmla="*/ 2398 w 121270"/>
                  <a:gd name="connsiteY2" fmla="*/ 104870 h 104923"/>
                  <a:gd name="connsiteX3" fmla="*/ 15733 w 121270"/>
                  <a:gd name="connsiteY3" fmla="*/ 98965 h 104923"/>
                  <a:gd name="connsiteX4" fmla="*/ 40784 w 121270"/>
                  <a:gd name="connsiteY4" fmla="*/ 82296 h 104923"/>
                  <a:gd name="connsiteX5" fmla="*/ 77265 w 121270"/>
                  <a:gd name="connsiteY5" fmla="*/ 49054 h 104923"/>
                  <a:gd name="connsiteX6" fmla="*/ 121270 w 121270"/>
                  <a:gd name="connsiteY6" fmla="*/ 0 h 104923"/>
                  <a:gd name="connsiteX7" fmla="*/ 94600 w 121270"/>
                  <a:gd name="connsiteY7" fmla="*/ 16097 h 104923"/>
                  <a:gd name="connsiteX8" fmla="*/ 79932 w 121270"/>
                  <a:gd name="connsiteY8" fmla="*/ 27718 h 104923"/>
                  <a:gd name="connsiteX9" fmla="*/ 67264 w 121270"/>
                  <a:gd name="connsiteY9" fmla="*/ 35909 h 104923"/>
                  <a:gd name="connsiteX10" fmla="*/ 45166 w 121270"/>
                  <a:gd name="connsiteY10" fmla="*/ 48006 h 104923"/>
                  <a:gd name="connsiteX11" fmla="*/ 27640 w 121270"/>
                  <a:gd name="connsiteY11" fmla="*/ 54388 h 104923"/>
                  <a:gd name="connsiteX12" fmla="*/ 16019 w 121270"/>
                  <a:gd name="connsiteY12" fmla="*/ 60007 h 104923"/>
                  <a:gd name="connsiteX13" fmla="*/ 12590 w 121270"/>
                  <a:gd name="connsiteY13" fmla="*/ 68961 h 104923"/>
                  <a:gd name="connsiteX14" fmla="*/ 8018 w 121270"/>
                  <a:gd name="connsiteY14" fmla="*/ 84772 h 104923"/>
                  <a:gd name="connsiteX15" fmla="*/ 493 w 121270"/>
                  <a:gd name="connsiteY15" fmla="*/ 101537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1270" h="104923">
                    <a:moveTo>
                      <a:pt x="493" y="101537"/>
                    </a:moveTo>
                    <a:cubicBezTo>
                      <a:pt x="17" y="102584"/>
                      <a:pt x="-364" y="103918"/>
                      <a:pt x="589" y="104584"/>
                    </a:cubicBezTo>
                    <a:cubicBezTo>
                      <a:pt x="1065" y="104965"/>
                      <a:pt x="1732" y="104965"/>
                      <a:pt x="2398" y="104870"/>
                    </a:cubicBezTo>
                    <a:cubicBezTo>
                      <a:pt x="7256" y="104204"/>
                      <a:pt x="11542" y="101537"/>
                      <a:pt x="15733" y="98965"/>
                    </a:cubicBezTo>
                    <a:cubicBezTo>
                      <a:pt x="24211" y="93631"/>
                      <a:pt x="32783" y="88392"/>
                      <a:pt x="40784" y="82296"/>
                    </a:cubicBezTo>
                    <a:cubicBezTo>
                      <a:pt x="53929" y="72390"/>
                      <a:pt x="65644" y="60674"/>
                      <a:pt x="77265" y="49054"/>
                    </a:cubicBezTo>
                    <a:cubicBezTo>
                      <a:pt x="92791" y="33528"/>
                      <a:pt x="108412" y="17812"/>
                      <a:pt x="121270" y="0"/>
                    </a:cubicBezTo>
                    <a:cubicBezTo>
                      <a:pt x="111841" y="4381"/>
                      <a:pt x="102792" y="9811"/>
                      <a:pt x="94600" y="16097"/>
                    </a:cubicBezTo>
                    <a:cubicBezTo>
                      <a:pt x="89647" y="19907"/>
                      <a:pt x="84980" y="24098"/>
                      <a:pt x="79932" y="27718"/>
                    </a:cubicBezTo>
                    <a:cubicBezTo>
                      <a:pt x="75836" y="30671"/>
                      <a:pt x="71550" y="33242"/>
                      <a:pt x="67264" y="35909"/>
                    </a:cubicBezTo>
                    <a:cubicBezTo>
                      <a:pt x="60120" y="40291"/>
                      <a:pt x="52881" y="44672"/>
                      <a:pt x="45166" y="48006"/>
                    </a:cubicBezTo>
                    <a:cubicBezTo>
                      <a:pt x="39451" y="50482"/>
                      <a:pt x="33545" y="52292"/>
                      <a:pt x="27640" y="54388"/>
                    </a:cubicBezTo>
                    <a:cubicBezTo>
                      <a:pt x="23830" y="55721"/>
                      <a:pt x="18972" y="57055"/>
                      <a:pt x="16019" y="60007"/>
                    </a:cubicBezTo>
                    <a:cubicBezTo>
                      <a:pt x="13638" y="62389"/>
                      <a:pt x="13162" y="65722"/>
                      <a:pt x="12590" y="68961"/>
                    </a:cubicBezTo>
                    <a:cubicBezTo>
                      <a:pt x="11638" y="74390"/>
                      <a:pt x="10114" y="79629"/>
                      <a:pt x="8018" y="84772"/>
                    </a:cubicBezTo>
                    <a:cubicBezTo>
                      <a:pt x="5732" y="90488"/>
                      <a:pt x="2970" y="96012"/>
                      <a:pt x="493" y="101537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36" name="Forme libre : forme 15335">
                <a:extLst>
                  <a:ext uri="{FF2B5EF4-FFF2-40B4-BE49-F238E27FC236}">
                    <a16:creationId xmlns:a16="http://schemas.microsoft.com/office/drawing/2014/main" id="{092DE40A-BD94-4486-B5F8-54CA0AF0DC6B}"/>
                  </a:ext>
                </a:extLst>
              </p:cNvPr>
              <p:cNvSpPr/>
              <p:nvPr/>
            </p:nvSpPr>
            <p:spPr>
              <a:xfrm>
                <a:off x="7049915" y="3644193"/>
                <a:ext cx="30542" cy="43117"/>
              </a:xfrm>
              <a:custGeom>
                <a:avLst/>
                <a:gdLst>
                  <a:gd name="connsiteX0" fmla="*/ 309 w 30542"/>
                  <a:gd name="connsiteY0" fmla="*/ 39029 h 43117"/>
                  <a:gd name="connsiteX1" fmla="*/ 1167 w 30542"/>
                  <a:gd name="connsiteY1" fmla="*/ 41505 h 43117"/>
                  <a:gd name="connsiteX2" fmla="*/ 5929 w 30542"/>
                  <a:gd name="connsiteY2" fmla="*/ 43029 h 43117"/>
                  <a:gd name="connsiteX3" fmla="*/ 15073 w 30542"/>
                  <a:gd name="connsiteY3" fmla="*/ 38266 h 43117"/>
                  <a:gd name="connsiteX4" fmla="*/ 30408 w 30542"/>
                  <a:gd name="connsiteY4" fmla="*/ 9215 h 43117"/>
                  <a:gd name="connsiteX5" fmla="*/ 29932 w 30542"/>
                  <a:gd name="connsiteY5" fmla="*/ 4358 h 43117"/>
                  <a:gd name="connsiteX6" fmla="*/ 26694 w 30542"/>
                  <a:gd name="connsiteY6" fmla="*/ 1500 h 43117"/>
                  <a:gd name="connsiteX7" fmla="*/ 13835 w 30542"/>
                  <a:gd name="connsiteY7" fmla="*/ 1500 h 43117"/>
                  <a:gd name="connsiteX8" fmla="*/ 4977 w 30542"/>
                  <a:gd name="connsiteY8" fmla="*/ 11692 h 43117"/>
                  <a:gd name="connsiteX9" fmla="*/ 309 w 30542"/>
                  <a:gd name="connsiteY9" fmla="*/ 39029 h 43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542" h="43117">
                    <a:moveTo>
                      <a:pt x="309" y="39029"/>
                    </a:moveTo>
                    <a:cubicBezTo>
                      <a:pt x="405" y="39886"/>
                      <a:pt x="690" y="40838"/>
                      <a:pt x="1167" y="41505"/>
                    </a:cubicBezTo>
                    <a:cubicBezTo>
                      <a:pt x="2214" y="42934"/>
                      <a:pt x="4215" y="43315"/>
                      <a:pt x="5929" y="43029"/>
                    </a:cubicBezTo>
                    <a:cubicBezTo>
                      <a:pt x="9358" y="42553"/>
                      <a:pt x="12406" y="40553"/>
                      <a:pt x="15073" y="38266"/>
                    </a:cubicBezTo>
                    <a:cubicBezTo>
                      <a:pt x="23550" y="30932"/>
                      <a:pt x="29075" y="20360"/>
                      <a:pt x="30408" y="9215"/>
                    </a:cubicBezTo>
                    <a:cubicBezTo>
                      <a:pt x="30599" y="7596"/>
                      <a:pt x="30694" y="5882"/>
                      <a:pt x="29932" y="4358"/>
                    </a:cubicBezTo>
                    <a:cubicBezTo>
                      <a:pt x="29265" y="3024"/>
                      <a:pt x="27932" y="2167"/>
                      <a:pt x="26694" y="1500"/>
                    </a:cubicBezTo>
                    <a:cubicBezTo>
                      <a:pt x="22693" y="-500"/>
                      <a:pt x="17835" y="-500"/>
                      <a:pt x="13835" y="1500"/>
                    </a:cubicBezTo>
                    <a:cubicBezTo>
                      <a:pt x="9739" y="3500"/>
                      <a:pt x="6786" y="7406"/>
                      <a:pt x="4977" y="11692"/>
                    </a:cubicBezTo>
                    <a:cubicBezTo>
                      <a:pt x="1738" y="19216"/>
                      <a:pt x="-929" y="30742"/>
                      <a:pt x="309" y="3902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337" name="Graphique 2">
              <a:extLst>
                <a:ext uri="{FF2B5EF4-FFF2-40B4-BE49-F238E27FC236}">
                  <a16:creationId xmlns:a16="http://schemas.microsoft.com/office/drawing/2014/main" id="{AA9974B3-A4C7-4459-A39E-DCCA185D1260}"/>
                </a:ext>
              </a:extLst>
            </p:cNvPr>
            <p:cNvGrpSpPr/>
            <p:nvPr/>
          </p:nvGrpSpPr>
          <p:grpSpPr>
            <a:xfrm>
              <a:off x="8197335" y="2130884"/>
              <a:ext cx="325178" cy="453362"/>
              <a:chOff x="8197335" y="2130884"/>
              <a:chExt cx="325178" cy="453362"/>
            </a:xfrm>
            <a:solidFill>
              <a:schemeClr val="accent1"/>
            </a:solidFill>
          </p:grpSpPr>
          <p:sp>
            <p:nvSpPr>
              <p:cNvPr id="15338" name="Forme libre : forme 15337">
                <a:extLst>
                  <a:ext uri="{FF2B5EF4-FFF2-40B4-BE49-F238E27FC236}">
                    <a16:creationId xmlns:a16="http://schemas.microsoft.com/office/drawing/2014/main" id="{3EE48A03-D9D3-4F50-B3AD-1E93A3405E5A}"/>
                  </a:ext>
                </a:extLst>
              </p:cNvPr>
              <p:cNvSpPr/>
              <p:nvPr/>
            </p:nvSpPr>
            <p:spPr>
              <a:xfrm>
                <a:off x="8198462" y="2197512"/>
                <a:ext cx="316135" cy="386735"/>
              </a:xfrm>
              <a:custGeom>
                <a:avLst/>
                <a:gdLst>
                  <a:gd name="connsiteX0" fmla="*/ 316136 w 316135"/>
                  <a:gd name="connsiteY0" fmla="*/ 86677 h 386735"/>
                  <a:gd name="connsiteX1" fmla="*/ 160878 w 316135"/>
                  <a:gd name="connsiteY1" fmla="*/ 50197 h 386735"/>
                  <a:gd name="connsiteX2" fmla="*/ 9812 w 316135"/>
                  <a:gd name="connsiteY2" fmla="*/ 0 h 386735"/>
                  <a:gd name="connsiteX3" fmla="*/ 13050 w 316135"/>
                  <a:gd name="connsiteY3" fmla="*/ 165830 h 386735"/>
                  <a:gd name="connsiteX4" fmla="*/ 27624 w 316135"/>
                  <a:gd name="connsiteY4" fmla="*/ 351949 h 386735"/>
                  <a:gd name="connsiteX5" fmla="*/ 130208 w 316135"/>
                  <a:gd name="connsiteY5" fmla="*/ 383381 h 386735"/>
                  <a:gd name="connsiteX6" fmla="*/ 235840 w 316135"/>
                  <a:gd name="connsiteY6" fmla="*/ 224504 h 386735"/>
                  <a:gd name="connsiteX7" fmla="*/ 316136 w 316135"/>
                  <a:gd name="connsiteY7" fmla="*/ 86677 h 386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6135" h="386735">
                    <a:moveTo>
                      <a:pt x="316136" y="86677"/>
                    </a:moveTo>
                    <a:lnTo>
                      <a:pt x="160878" y="50197"/>
                    </a:lnTo>
                    <a:lnTo>
                      <a:pt x="9812" y="0"/>
                    </a:lnTo>
                    <a:cubicBezTo>
                      <a:pt x="9812" y="0"/>
                      <a:pt x="-14287" y="59055"/>
                      <a:pt x="13050" y="165830"/>
                    </a:cubicBezTo>
                    <a:cubicBezTo>
                      <a:pt x="37625" y="261938"/>
                      <a:pt x="39911" y="293084"/>
                      <a:pt x="27624" y="351949"/>
                    </a:cubicBezTo>
                    <a:cubicBezTo>
                      <a:pt x="50483" y="385001"/>
                      <a:pt x="93060" y="391954"/>
                      <a:pt x="130208" y="383381"/>
                    </a:cubicBezTo>
                    <a:cubicBezTo>
                      <a:pt x="148972" y="323183"/>
                      <a:pt x="165450" y="297752"/>
                      <a:pt x="235840" y="224504"/>
                    </a:cubicBezTo>
                    <a:cubicBezTo>
                      <a:pt x="312135" y="145066"/>
                      <a:pt x="316136" y="86677"/>
                      <a:pt x="316136" y="86677"/>
                    </a:cubicBez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39" name="Forme libre : forme 15338">
                <a:extLst>
                  <a:ext uri="{FF2B5EF4-FFF2-40B4-BE49-F238E27FC236}">
                    <a16:creationId xmlns:a16="http://schemas.microsoft.com/office/drawing/2014/main" id="{92801FED-5236-40DC-BE5D-0F828A12E839}"/>
                  </a:ext>
                </a:extLst>
              </p:cNvPr>
              <p:cNvSpPr/>
              <p:nvPr/>
            </p:nvSpPr>
            <p:spPr>
              <a:xfrm>
                <a:off x="8317291" y="2253012"/>
                <a:ext cx="79874" cy="156815"/>
              </a:xfrm>
              <a:custGeom>
                <a:avLst/>
                <a:gdLst>
                  <a:gd name="connsiteX0" fmla="*/ 79864 w 79874"/>
                  <a:gd name="connsiteY0" fmla="*/ 6031 h 156815"/>
                  <a:gd name="connsiteX1" fmla="*/ 75197 w 79874"/>
                  <a:gd name="connsiteY1" fmla="*/ 23176 h 156815"/>
                  <a:gd name="connsiteX2" fmla="*/ 26809 w 79874"/>
                  <a:gd name="connsiteY2" fmla="*/ 125570 h 156815"/>
                  <a:gd name="connsiteX3" fmla="*/ 8522 w 79874"/>
                  <a:gd name="connsiteY3" fmla="*/ 154335 h 156815"/>
                  <a:gd name="connsiteX4" fmla="*/ 4521 w 79874"/>
                  <a:gd name="connsiteY4" fmla="*/ 156812 h 156815"/>
                  <a:gd name="connsiteX5" fmla="*/ 330 w 79874"/>
                  <a:gd name="connsiteY5" fmla="*/ 153383 h 156815"/>
                  <a:gd name="connsiteX6" fmla="*/ 330 w 79874"/>
                  <a:gd name="connsiteY6" fmla="*/ 147668 h 156815"/>
                  <a:gd name="connsiteX7" fmla="*/ 9665 w 79874"/>
                  <a:gd name="connsiteY7" fmla="*/ 54704 h 156815"/>
                  <a:gd name="connsiteX8" fmla="*/ 11379 w 79874"/>
                  <a:gd name="connsiteY8" fmla="*/ 8507 h 156815"/>
                  <a:gd name="connsiteX9" fmla="*/ 36811 w 79874"/>
                  <a:gd name="connsiteY9" fmla="*/ 5460 h 156815"/>
                  <a:gd name="connsiteX10" fmla="*/ 58242 w 79874"/>
                  <a:gd name="connsiteY10" fmla="*/ 9269 h 156815"/>
                  <a:gd name="connsiteX11" fmla="*/ 79864 w 79874"/>
                  <a:gd name="connsiteY11" fmla="*/ 6031 h 156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9874" h="156815">
                    <a:moveTo>
                      <a:pt x="79864" y="6031"/>
                    </a:moveTo>
                    <a:cubicBezTo>
                      <a:pt x="80054" y="12032"/>
                      <a:pt x="77578" y="17747"/>
                      <a:pt x="75197" y="23176"/>
                    </a:cubicBezTo>
                    <a:cubicBezTo>
                      <a:pt x="59957" y="57752"/>
                      <a:pt x="43859" y="91851"/>
                      <a:pt x="26809" y="125570"/>
                    </a:cubicBezTo>
                    <a:cubicBezTo>
                      <a:pt x="21666" y="135761"/>
                      <a:pt x="16332" y="146049"/>
                      <a:pt x="8522" y="154335"/>
                    </a:cubicBezTo>
                    <a:cubicBezTo>
                      <a:pt x="7378" y="155478"/>
                      <a:pt x="6140" y="156717"/>
                      <a:pt x="4521" y="156812"/>
                    </a:cubicBezTo>
                    <a:cubicBezTo>
                      <a:pt x="2616" y="156907"/>
                      <a:pt x="901" y="155193"/>
                      <a:pt x="330" y="153383"/>
                    </a:cubicBezTo>
                    <a:cubicBezTo>
                      <a:pt x="-242" y="151573"/>
                      <a:pt x="44" y="149573"/>
                      <a:pt x="330" y="147668"/>
                    </a:cubicBezTo>
                    <a:cubicBezTo>
                      <a:pt x="4807" y="116807"/>
                      <a:pt x="7950" y="85755"/>
                      <a:pt x="9665" y="54704"/>
                    </a:cubicBezTo>
                    <a:cubicBezTo>
                      <a:pt x="10522" y="39940"/>
                      <a:pt x="8522" y="22890"/>
                      <a:pt x="11379" y="8507"/>
                    </a:cubicBezTo>
                    <a:cubicBezTo>
                      <a:pt x="14427" y="-6542"/>
                      <a:pt x="27762" y="2316"/>
                      <a:pt x="36811" y="5460"/>
                    </a:cubicBezTo>
                    <a:cubicBezTo>
                      <a:pt x="43669" y="7841"/>
                      <a:pt x="51003" y="9079"/>
                      <a:pt x="58242" y="9269"/>
                    </a:cubicBezTo>
                    <a:cubicBezTo>
                      <a:pt x="60338" y="9079"/>
                      <a:pt x="79864" y="8222"/>
                      <a:pt x="79864" y="6031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40" name="Forme libre : forme 15339">
                <a:extLst>
                  <a:ext uri="{FF2B5EF4-FFF2-40B4-BE49-F238E27FC236}">
                    <a16:creationId xmlns:a16="http://schemas.microsoft.com/office/drawing/2014/main" id="{58411F1B-DB1B-4E4A-B979-6D60DC62C752}"/>
                  </a:ext>
                </a:extLst>
              </p:cNvPr>
              <p:cNvSpPr/>
              <p:nvPr/>
            </p:nvSpPr>
            <p:spPr>
              <a:xfrm>
                <a:off x="8343100" y="2269517"/>
                <a:ext cx="21743" cy="57425"/>
              </a:xfrm>
              <a:custGeom>
                <a:avLst/>
                <a:gdLst>
                  <a:gd name="connsiteX0" fmla="*/ 1953 w 21743"/>
                  <a:gd name="connsiteY0" fmla="*/ 53344 h 57425"/>
                  <a:gd name="connsiteX1" fmla="*/ 5668 w 21743"/>
                  <a:gd name="connsiteY1" fmla="*/ 57344 h 57425"/>
                  <a:gd name="connsiteX2" fmla="*/ 7668 w 21743"/>
                  <a:gd name="connsiteY2" fmla="*/ 55153 h 57425"/>
                  <a:gd name="connsiteX3" fmla="*/ 12240 w 21743"/>
                  <a:gd name="connsiteY3" fmla="*/ 480 h 57425"/>
                  <a:gd name="connsiteX4" fmla="*/ 1953 w 21743"/>
                  <a:gd name="connsiteY4" fmla="*/ 53344 h 57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43" h="57425">
                    <a:moveTo>
                      <a:pt x="1953" y="53344"/>
                    </a:moveTo>
                    <a:cubicBezTo>
                      <a:pt x="2334" y="55344"/>
                      <a:pt x="3763" y="57916"/>
                      <a:pt x="5668" y="57344"/>
                    </a:cubicBezTo>
                    <a:cubicBezTo>
                      <a:pt x="6620" y="57058"/>
                      <a:pt x="7192" y="56106"/>
                      <a:pt x="7668" y="55153"/>
                    </a:cubicBezTo>
                    <a:cubicBezTo>
                      <a:pt x="13478" y="43438"/>
                      <a:pt x="33385" y="8100"/>
                      <a:pt x="12240" y="480"/>
                    </a:cubicBezTo>
                    <a:cubicBezTo>
                      <a:pt x="-4524" y="-5426"/>
                      <a:pt x="238" y="44962"/>
                      <a:pt x="1953" y="53344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5341" name="Graphique 2">
                <a:extLst>
                  <a:ext uri="{FF2B5EF4-FFF2-40B4-BE49-F238E27FC236}">
                    <a16:creationId xmlns:a16="http://schemas.microsoft.com/office/drawing/2014/main" id="{CB2CCFAB-E078-4963-BBC2-CA02230CC955}"/>
                  </a:ext>
                </a:extLst>
              </p:cNvPr>
              <p:cNvGrpSpPr/>
              <p:nvPr/>
            </p:nvGrpSpPr>
            <p:grpSpPr>
              <a:xfrm>
                <a:off x="8197335" y="2130884"/>
                <a:ext cx="325178" cy="295549"/>
                <a:chOff x="8197335" y="2130884"/>
                <a:chExt cx="325178" cy="295549"/>
              </a:xfrm>
              <a:solidFill>
                <a:schemeClr val="accent1"/>
              </a:solidFill>
            </p:grpSpPr>
            <p:grpSp>
              <p:nvGrpSpPr>
                <p:cNvPr id="15342" name="Graphique 2">
                  <a:extLst>
                    <a:ext uri="{FF2B5EF4-FFF2-40B4-BE49-F238E27FC236}">
                      <a16:creationId xmlns:a16="http://schemas.microsoft.com/office/drawing/2014/main" id="{29771AF5-A1EB-4B24-A485-DF6F6861F264}"/>
                    </a:ext>
                  </a:extLst>
                </p:cNvPr>
                <p:cNvGrpSpPr/>
                <p:nvPr/>
              </p:nvGrpSpPr>
              <p:grpSpPr>
                <a:xfrm>
                  <a:off x="8347637" y="2182852"/>
                  <a:ext cx="174876" cy="179873"/>
                  <a:chOff x="8347637" y="2182852"/>
                  <a:chExt cx="174876" cy="179873"/>
                </a:xfrm>
                <a:solidFill>
                  <a:schemeClr val="accent1"/>
                </a:solidFill>
              </p:grpSpPr>
              <p:sp>
                <p:nvSpPr>
                  <p:cNvPr id="15343" name="Forme libre : forme 15342">
                    <a:extLst>
                      <a:ext uri="{FF2B5EF4-FFF2-40B4-BE49-F238E27FC236}">
                        <a16:creationId xmlns:a16="http://schemas.microsoft.com/office/drawing/2014/main" id="{E530AC97-730E-4FA2-848F-5EF38ED8A4BD}"/>
                      </a:ext>
                    </a:extLst>
                  </p:cNvPr>
                  <p:cNvSpPr/>
                  <p:nvPr/>
                </p:nvSpPr>
                <p:spPr>
                  <a:xfrm rot="-5085689">
                    <a:off x="8352114" y="2192590"/>
                    <a:ext cx="165921" cy="160397"/>
                  </a:xfrm>
                  <a:custGeom>
                    <a:avLst/>
                    <a:gdLst>
                      <a:gd name="connsiteX0" fmla="*/ 165922 w 165921"/>
                      <a:gd name="connsiteY0" fmla="*/ 80199 h 160397"/>
                      <a:gd name="connsiteX1" fmla="*/ 82961 w 165921"/>
                      <a:gd name="connsiteY1" fmla="*/ 160397 h 160397"/>
                      <a:gd name="connsiteX2" fmla="*/ 0 w 165921"/>
                      <a:gd name="connsiteY2" fmla="*/ 80199 h 160397"/>
                      <a:gd name="connsiteX3" fmla="*/ 82961 w 165921"/>
                      <a:gd name="connsiteY3" fmla="*/ 0 h 160397"/>
                      <a:gd name="connsiteX4" fmla="*/ 165922 w 165921"/>
                      <a:gd name="connsiteY4" fmla="*/ 80199 h 160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1" h="160397">
                        <a:moveTo>
                          <a:pt x="165922" y="80199"/>
                        </a:moveTo>
                        <a:cubicBezTo>
                          <a:pt x="165922" y="124491"/>
                          <a:pt x="128779" y="160397"/>
                          <a:pt x="82961" y="160397"/>
                        </a:cubicBezTo>
                        <a:cubicBezTo>
                          <a:pt x="37143" y="160397"/>
                          <a:pt x="0" y="124491"/>
                          <a:pt x="0" y="80199"/>
                        </a:cubicBezTo>
                        <a:cubicBezTo>
                          <a:pt x="0" y="35906"/>
                          <a:pt x="37143" y="0"/>
                          <a:pt x="82961" y="0"/>
                        </a:cubicBezTo>
                        <a:cubicBezTo>
                          <a:pt x="128779" y="0"/>
                          <a:pt x="165922" y="35906"/>
                          <a:pt x="165922" y="8019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44" name="Forme libre : forme 15343">
                    <a:extLst>
                      <a:ext uri="{FF2B5EF4-FFF2-40B4-BE49-F238E27FC236}">
                        <a16:creationId xmlns:a16="http://schemas.microsoft.com/office/drawing/2014/main" id="{E84DD2D9-D0EB-4816-B4A2-88A10A89C6FC}"/>
                      </a:ext>
                    </a:extLst>
                  </p:cNvPr>
                  <p:cNvSpPr/>
                  <p:nvPr/>
                </p:nvSpPr>
                <p:spPr>
                  <a:xfrm>
                    <a:off x="8355149" y="2243137"/>
                    <a:ext cx="160212" cy="112527"/>
                  </a:xfrm>
                  <a:custGeom>
                    <a:avLst/>
                    <a:gdLst>
                      <a:gd name="connsiteX0" fmla="*/ 155067 w 160212"/>
                      <a:gd name="connsiteY0" fmla="*/ 0 h 112527"/>
                      <a:gd name="connsiteX1" fmla="*/ 154877 w 160212"/>
                      <a:gd name="connsiteY1" fmla="*/ 12383 h 112527"/>
                      <a:gd name="connsiteX2" fmla="*/ 67437 w 160212"/>
                      <a:gd name="connsiteY2" fmla="*/ 87630 h 112527"/>
                      <a:gd name="connsiteX3" fmla="*/ 0 w 160212"/>
                      <a:gd name="connsiteY3" fmla="*/ 34671 h 112527"/>
                      <a:gd name="connsiteX4" fmla="*/ 72390 w 160212"/>
                      <a:gd name="connsiteY4" fmla="*/ 112204 h 112527"/>
                      <a:gd name="connsiteX5" fmla="*/ 159829 w 160212"/>
                      <a:gd name="connsiteY5" fmla="*/ 36957 h 112527"/>
                      <a:gd name="connsiteX6" fmla="*/ 155067 w 160212"/>
                      <a:gd name="connsiteY6" fmla="*/ 0 h 112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0212" h="112527">
                        <a:moveTo>
                          <a:pt x="155067" y="0"/>
                        </a:moveTo>
                        <a:cubicBezTo>
                          <a:pt x="155257" y="4096"/>
                          <a:pt x="155353" y="8192"/>
                          <a:pt x="154877" y="12383"/>
                        </a:cubicBezTo>
                        <a:cubicBezTo>
                          <a:pt x="150686" y="58007"/>
                          <a:pt x="111538" y="91440"/>
                          <a:pt x="67437" y="87630"/>
                        </a:cubicBezTo>
                        <a:cubicBezTo>
                          <a:pt x="32956" y="84677"/>
                          <a:pt x="4763" y="61341"/>
                          <a:pt x="0" y="34671"/>
                        </a:cubicBezTo>
                        <a:cubicBezTo>
                          <a:pt x="2096" y="74962"/>
                          <a:pt x="32385" y="108490"/>
                          <a:pt x="72390" y="112204"/>
                        </a:cubicBezTo>
                        <a:cubicBezTo>
                          <a:pt x="116491" y="116205"/>
                          <a:pt x="155638" y="82582"/>
                          <a:pt x="159829" y="36957"/>
                        </a:cubicBezTo>
                        <a:cubicBezTo>
                          <a:pt x="161068" y="24003"/>
                          <a:pt x="159258" y="11430"/>
                          <a:pt x="155067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45" name="Forme libre : forme 15344">
                    <a:extLst>
                      <a:ext uri="{FF2B5EF4-FFF2-40B4-BE49-F238E27FC236}">
                        <a16:creationId xmlns:a16="http://schemas.microsoft.com/office/drawing/2014/main" id="{A019E735-EF05-4C1A-A9EE-2183C5786D74}"/>
                      </a:ext>
                    </a:extLst>
                  </p:cNvPr>
                  <p:cNvSpPr/>
                  <p:nvPr/>
                </p:nvSpPr>
                <p:spPr>
                  <a:xfrm rot="-2730142">
                    <a:off x="8371475" y="2204110"/>
                    <a:ext cx="83822" cy="71249"/>
                  </a:xfrm>
                  <a:custGeom>
                    <a:avLst/>
                    <a:gdLst>
                      <a:gd name="connsiteX0" fmla="*/ 83822 w 83822"/>
                      <a:gd name="connsiteY0" fmla="*/ 35625 h 71249"/>
                      <a:gd name="connsiteX1" fmla="*/ 41911 w 83822"/>
                      <a:gd name="connsiteY1" fmla="*/ 71249 h 71249"/>
                      <a:gd name="connsiteX2" fmla="*/ 0 w 83822"/>
                      <a:gd name="connsiteY2" fmla="*/ 35625 h 71249"/>
                      <a:gd name="connsiteX3" fmla="*/ 41911 w 83822"/>
                      <a:gd name="connsiteY3" fmla="*/ 0 h 71249"/>
                      <a:gd name="connsiteX4" fmla="*/ 83822 w 83822"/>
                      <a:gd name="connsiteY4" fmla="*/ 35625 h 71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22" h="71249">
                        <a:moveTo>
                          <a:pt x="83822" y="35625"/>
                        </a:moveTo>
                        <a:cubicBezTo>
                          <a:pt x="83822" y="55299"/>
                          <a:pt x="65058" y="71249"/>
                          <a:pt x="41911" y="71249"/>
                        </a:cubicBezTo>
                        <a:cubicBezTo>
                          <a:pt x="18764" y="71249"/>
                          <a:pt x="0" y="55299"/>
                          <a:pt x="0" y="35625"/>
                        </a:cubicBezTo>
                        <a:cubicBezTo>
                          <a:pt x="0" y="15950"/>
                          <a:pt x="18764" y="0"/>
                          <a:pt x="41911" y="0"/>
                        </a:cubicBezTo>
                        <a:cubicBezTo>
                          <a:pt x="65058" y="0"/>
                          <a:pt x="83822" y="15950"/>
                          <a:pt x="83822" y="3562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46" name="Forme libre : forme 15345">
                    <a:extLst>
                      <a:ext uri="{FF2B5EF4-FFF2-40B4-BE49-F238E27FC236}">
                        <a16:creationId xmlns:a16="http://schemas.microsoft.com/office/drawing/2014/main" id="{5B064138-BB7C-4EA4-94CC-E444AD0B037E}"/>
                      </a:ext>
                    </a:extLst>
                  </p:cNvPr>
                  <p:cNvSpPr/>
                  <p:nvPr/>
                </p:nvSpPr>
                <p:spPr>
                  <a:xfrm rot="-5085689">
                    <a:off x="8434074" y="2201105"/>
                    <a:ext cx="19240" cy="22097"/>
                  </a:xfrm>
                  <a:custGeom>
                    <a:avLst/>
                    <a:gdLst>
                      <a:gd name="connsiteX0" fmla="*/ 19240 w 19240"/>
                      <a:gd name="connsiteY0" fmla="*/ 11049 h 22097"/>
                      <a:gd name="connsiteX1" fmla="*/ 9620 w 19240"/>
                      <a:gd name="connsiteY1" fmla="*/ 22098 h 22097"/>
                      <a:gd name="connsiteX2" fmla="*/ 0 w 19240"/>
                      <a:gd name="connsiteY2" fmla="*/ 11049 h 22097"/>
                      <a:gd name="connsiteX3" fmla="*/ 9620 w 19240"/>
                      <a:gd name="connsiteY3" fmla="*/ 0 h 22097"/>
                      <a:gd name="connsiteX4" fmla="*/ 19240 w 19240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40" h="22097">
                        <a:moveTo>
                          <a:pt x="19240" y="11049"/>
                        </a:moveTo>
                        <a:cubicBezTo>
                          <a:pt x="19240" y="17151"/>
                          <a:pt x="14933" y="22098"/>
                          <a:pt x="9620" y="22098"/>
                        </a:cubicBezTo>
                        <a:cubicBezTo>
                          <a:pt x="4307" y="22098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0" y="4947"/>
                          <a:pt x="19240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347" name="Graphique 2">
                  <a:extLst>
                    <a:ext uri="{FF2B5EF4-FFF2-40B4-BE49-F238E27FC236}">
                      <a16:creationId xmlns:a16="http://schemas.microsoft.com/office/drawing/2014/main" id="{87CEC1E3-702B-439B-8053-BC9799AD9080}"/>
                    </a:ext>
                  </a:extLst>
                </p:cNvPr>
                <p:cNvGrpSpPr/>
                <p:nvPr/>
              </p:nvGrpSpPr>
              <p:grpSpPr>
                <a:xfrm>
                  <a:off x="8197335" y="2130884"/>
                  <a:ext cx="174876" cy="179873"/>
                  <a:chOff x="8197335" y="2130884"/>
                  <a:chExt cx="174876" cy="179873"/>
                </a:xfrm>
                <a:solidFill>
                  <a:schemeClr val="accent1"/>
                </a:solidFill>
              </p:grpSpPr>
              <p:sp>
                <p:nvSpPr>
                  <p:cNvPr id="15348" name="Forme libre : forme 15347">
                    <a:extLst>
                      <a:ext uri="{FF2B5EF4-FFF2-40B4-BE49-F238E27FC236}">
                        <a16:creationId xmlns:a16="http://schemas.microsoft.com/office/drawing/2014/main" id="{9ED8C1B8-E839-4825-B7D4-13856E15D103}"/>
                      </a:ext>
                    </a:extLst>
                  </p:cNvPr>
                  <p:cNvSpPr/>
                  <p:nvPr/>
                </p:nvSpPr>
                <p:spPr>
                  <a:xfrm rot="-5085689">
                    <a:off x="8201812" y="2140622"/>
                    <a:ext cx="165921" cy="160397"/>
                  </a:xfrm>
                  <a:custGeom>
                    <a:avLst/>
                    <a:gdLst>
                      <a:gd name="connsiteX0" fmla="*/ 165921 w 165921"/>
                      <a:gd name="connsiteY0" fmla="*/ 80199 h 160397"/>
                      <a:gd name="connsiteX1" fmla="*/ 82961 w 165921"/>
                      <a:gd name="connsiteY1" fmla="*/ 160397 h 160397"/>
                      <a:gd name="connsiteX2" fmla="*/ 0 w 165921"/>
                      <a:gd name="connsiteY2" fmla="*/ 80199 h 160397"/>
                      <a:gd name="connsiteX3" fmla="*/ 82961 w 165921"/>
                      <a:gd name="connsiteY3" fmla="*/ 0 h 160397"/>
                      <a:gd name="connsiteX4" fmla="*/ 165921 w 165921"/>
                      <a:gd name="connsiteY4" fmla="*/ 80199 h 160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1" h="160397">
                        <a:moveTo>
                          <a:pt x="165921" y="80199"/>
                        </a:moveTo>
                        <a:cubicBezTo>
                          <a:pt x="165921" y="124491"/>
                          <a:pt x="128779" y="160397"/>
                          <a:pt x="82961" y="160397"/>
                        </a:cubicBezTo>
                        <a:cubicBezTo>
                          <a:pt x="37143" y="160397"/>
                          <a:pt x="0" y="124491"/>
                          <a:pt x="0" y="80199"/>
                        </a:cubicBezTo>
                        <a:cubicBezTo>
                          <a:pt x="0" y="35906"/>
                          <a:pt x="37143" y="0"/>
                          <a:pt x="82961" y="0"/>
                        </a:cubicBezTo>
                        <a:cubicBezTo>
                          <a:pt x="128779" y="0"/>
                          <a:pt x="165921" y="35906"/>
                          <a:pt x="165921" y="8019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49" name="Forme libre : forme 15348">
                    <a:extLst>
                      <a:ext uri="{FF2B5EF4-FFF2-40B4-BE49-F238E27FC236}">
                        <a16:creationId xmlns:a16="http://schemas.microsoft.com/office/drawing/2014/main" id="{92D67EBD-EA98-4C15-9320-A01B969CCC9F}"/>
                      </a:ext>
                    </a:extLst>
                  </p:cNvPr>
                  <p:cNvSpPr/>
                  <p:nvPr/>
                </p:nvSpPr>
                <p:spPr>
                  <a:xfrm>
                    <a:off x="8204749" y="2191130"/>
                    <a:ext cx="160250" cy="112527"/>
                  </a:xfrm>
                  <a:custGeom>
                    <a:avLst/>
                    <a:gdLst>
                      <a:gd name="connsiteX0" fmla="*/ 155067 w 160250"/>
                      <a:gd name="connsiteY0" fmla="*/ 0 h 112527"/>
                      <a:gd name="connsiteX1" fmla="*/ 154877 w 160250"/>
                      <a:gd name="connsiteY1" fmla="*/ 12382 h 112527"/>
                      <a:gd name="connsiteX2" fmla="*/ 67437 w 160250"/>
                      <a:gd name="connsiteY2" fmla="*/ 87630 h 112527"/>
                      <a:gd name="connsiteX3" fmla="*/ 0 w 160250"/>
                      <a:gd name="connsiteY3" fmla="*/ 34671 h 112527"/>
                      <a:gd name="connsiteX4" fmla="*/ 72390 w 160250"/>
                      <a:gd name="connsiteY4" fmla="*/ 112205 h 112527"/>
                      <a:gd name="connsiteX5" fmla="*/ 159829 w 160250"/>
                      <a:gd name="connsiteY5" fmla="*/ 36957 h 112527"/>
                      <a:gd name="connsiteX6" fmla="*/ 155067 w 160250"/>
                      <a:gd name="connsiteY6" fmla="*/ 0 h 112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0250" h="112527">
                        <a:moveTo>
                          <a:pt x="155067" y="0"/>
                        </a:moveTo>
                        <a:cubicBezTo>
                          <a:pt x="155258" y="4096"/>
                          <a:pt x="155353" y="8192"/>
                          <a:pt x="154877" y="12382"/>
                        </a:cubicBezTo>
                        <a:cubicBezTo>
                          <a:pt x="150686" y="58007"/>
                          <a:pt x="111538" y="91440"/>
                          <a:pt x="67437" y="87630"/>
                        </a:cubicBezTo>
                        <a:cubicBezTo>
                          <a:pt x="32957" y="84677"/>
                          <a:pt x="4763" y="61341"/>
                          <a:pt x="0" y="34671"/>
                        </a:cubicBezTo>
                        <a:cubicBezTo>
                          <a:pt x="2096" y="74962"/>
                          <a:pt x="32385" y="108490"/>
                          <a:pt x="72390" y="112205"/>
                        </a:cubicBezTo>
                        <a:cubicBezTo>
                          <a:pt x="116491" y="116205"/>
                          <a:pt x="155638" y="82582"/>
                          <a:pt x="159829" y="36957"/>
                        </a:cubicBezTo>
                        <a:cubicBezTo>
                          <a:pt x="161163" y="24003"/>
                          <a:pt x="159258" y="11430"/>
                          <a:pt x="155067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50" name="Forme libre : forme 15349">
                    <a:extLst>
                      <a:ext uri="{FF2B5EF4-FFF2-40B4-BE49-F238E27FC236}">
                        <a16:creationId xmlns:a16="http://schemas.microsoft.com/office/drawing/2014/main" id="{77273FC4-93A1-4BFC-B950-D87F57F4B87F}"/>
                      </a:ext>
                    </a:extLst>
                  </p:cNvPr>
                  <p:cNvSpPr/>
                  <p:nvPr/>
                </p:nvSpPr>
                <p:spPr>
                  <a:xfrm rot="-2730142">
                    <a:off x="8221063" y="2152114"/>
                    <a:ext cx="83822" cy="71249"/>
                  </a:xfrm>
                  <a:custGeom>
                    <a:avLst/>
                    <a:gdLst>
                      <a:gd name="connsiteX0" fmla="*/ 83822 w 83822"/>
                      <a:gd name="connsiteY0" fmla="*/ 35625 h 71249"/>
                      <a:gd name="connsiteX1" fmla="*/ 41911 w 83822"/>
                      <a:gd name="connsiteY1" fmla="*/ 71249 h 71249"/>
                      <a:gd name="connsiteX2" fmla="*/ 0 w 83822"/>
                      <a:gd name="connsiteY2" fmla="*/ 35625 h 71249"/>
                      <a:gd name="connsiteX3" fmla="*/ 41911 w 83822"/>
                      <a:gd name="connsiteY3" fmla="*/ 0 h 71249"/>
                      <a:gd name="connsiteX4" fmla="*/ 83822 w 83822"/>
                      <a:gd name="connsiteY4" fmla="*/ 35625 h 71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22" h="71249">
                        <a:moveTo>
                          <a:pt x="83822" y="35625"/>
                        </a:moveTo>
                        <a:cubicBezTo>
                          <a:pt x="83822" y="55299"/>
                          <a:pt x="65058" y="71249"/>
                          <a:pt x="41911" y="71249"/>
                        </a:cubicBezTo>
                        <a:cubicBezTo>
                          <a:pt x="18764" y="71249"/>
                          <a:pt x="0" y="55299"/>
                          <a:pt x="0" y="35625"/>
                        </a:cubicBezTo>
                        <a:cubicBezTo>
                          <a:pt x="0" y="15950"/>
                          <a:pt x="18764" y="0"/>
                          <a:pt x="41911" y="0"/>
                        </a:cubicBezTo>
                        <a:cubicBezTo>
                          <a:pt x="65058" y="0"/>
                          <a:pt x="83822" y="15950"/>
                          <a:pt x="83822" y="3562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51" name="Forme libre : forme 15350">
                    <a:extLst>
                      <a:ext uri="{FF2B5EF4-FFF2-40B4-BE49-F238E27FC236}">
                        <a16:creationId xmlns:a16="http://schemas.microsoft.com/office/drawing/2014/main" id="{7D582F9F-EB80-4150-B2B4-F0DD014FBF2F}"/>
                      </a:ext>
                    </a:extLst>
                  </p:cNvPr>
                  <p:cNvSpPr/>
                  <p:nvPr/>
                </p:nvSpPr>
                <p:spPr>
                  <a:xfrm rot="-5085689">
                    <a:off x="8283678" y="2149129"/>
                    <a:ext cx="19240" cy="22097"/>
                  </a:xfrm>
                  <a:custGeom>
                    <a:avLst/>
                    <a:gdLst>
                      <a:gd name="connsiteX0" fmla="*/ 19240 w 19240"/>
                      <a:gd name="connsiteY0" fmla="*/ 11049 h 22097"/>
                      <a:gd name="connsiteX1" fmla="*/ 9620 w 19240"/>
                      <a:gd name="connsiteY1" fmla="*/ 22098 h 22097"/>
                      <a:gd name="connsiteX2" fmla="*/ 0 w 19240"/>
                      <a:gd name="connsiteY2" fmla="*/ 11049 h 22097"/>
                      <a:gd name="connsiteX3" fmla="*/ 9620 w 19240"/>
                      <a:gd name="connsiteY3" fmla="*/ 0 h 22097"/>
                      <a:gd name="connsiteX4" fmla="*/ 19240 w 19240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40" h="22097">
                        <a:moveTo>
                          <a:pt x="19240" y="11049"/>
                        </a:moveTo>
                        <a:cubicBezTo>
                          <a:pt x="19240" y="17151"/>
                          <a:pt x="14933" y="22098"/>
                          <a:pt x="9620" y="22098"/>
                        </a:cubicBezTo>
                        <a:cubicBezTo>
                          <a:pt x="4307" y="22098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0" y="4947"/>
                          <a:pt x="19240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352" name="Graphique 2">
                  <a:extLst>
                    <a:ext uri="{FF2B5EF4-FFF2-40B4-BE49-F238E27FC236}">
                      <a16:creationId xmlns:a16="http://schemas.microsoft.com/office/drawing/2014/main" id="{F66BD9CF-B159-4DCF-9B17-F35DE839B322}"/>
                    </a:ext>
                  </a:extLst>
                </p:cNvPr>
                <p:cNvGrpSpPr/>
                <p:nvPr/>
              </p:nvGrpSpPr>
              <p:grpSpPr>
                <a:xfrm>
                  <a:off x="8238373" y="2246561"/>
                  <a:ext cx="174876" cy="179873"/>
                  <a:chOff x="8238373" y="2246561"/>
                  <a:chExt cx="174876" cy="179873"/>
                </a:xfrm>
                <a:solidFill>
                  <a:schemeClr val="accent1"/>
                </a:solidFill>
              </p:grpSpPr>
              <p:sp>
                <p:nvSpPr>
                  <p:cNvPr id="15353" name="Forme libre : forme 15352">
                    <a:extLst>
                      <a:ext uri="{FF2B5EF4-FFF2-40B4-BE49-F238E27FC236}">
                        <a16:creationId xmlns:a16="http://schemas.microsoft.com/office/drawing/2014/main" id="{A96B8FD4-775D-4F05-B54B-D38282E4726A}"/>
                      </a:ext>
                    </a:extLst>
                  </p:cNvPr>
                  <p:cNvSpPr/>
                  <p:nvPr/>
                </p:nvSpPr>
                <p:spPr>
                  <a:xfrm rot="-5085689">
                    <a:off x="8242850" y="2256299"/>
                    <a:ext cx="165921" cy="160397"/>
                  </a:xfrm>
                  <a:custGeom>
                    <a:avLst/>
                    <a:gdLst>
                      <a:gd name="connsiteX0" fmla="*/ 165922 w 165921"/>
                      <a:gd name="connsiteY0" fmla="*/ 80199 h 160397"/>
                      <a:gd name="connsiteX1" fmla="*/ 82961 w 165921"/>
                      <a:gd name="connsiteY1" fmla="*/ 160397 h 160397"/>
                      <a:gd name="connsiteX2" fmla="*/ 0 w 165921"/>
                      <a:gd name="connsiteY2" fmla="*/ 80199 h 160397"/>
                      <a:gd name="connsiteX3" fmla="*/ 82961 w 165921"/>
                      <a:gd name="connsiteY3" fmla="*/ 0 h 160397"/>
                      <a:gd name="connsiteX4" fmla="*/ 165922 w 165921"/>
                      <a:gd name="connsiteY4" fmla="*/ 80199 h 160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1" h="160397">
                        <a:moveTo>
                          <a:pt x="165922" y="80199"/>
                        </a:moveTo>
                        <a:cubicBezTo>
                          <a:pt x="165922" y="124491"/>
                          <a:pt x="128779" y="160397"/>
                          <a:pt x="82961" y="160397"/>
                        </a:cubicBezTo>
                        <a:cubicBezTo>
                          <a:pt x="37143" y="160397"/>
                          <a:pt x="0" y="124491"/>
                          <a:pt x="0" y="80199"/>
                        </a:cubicBezTo>
                        <a:cubicBezTo>
                          <a:pt x="0" y="35906"/>
                          <a:pt x="37143" y="0"/>
                          <a:pt x="82961" y="0"/>
                        </a:cubicBezTo>
                        <a:cubicBezTo>
                          <a:pt x="128779" y="0"/>
                          <a:pt x="165922" y="35906"/>
                          <a:pt x="165922" y="8019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54" name="Forme libre : forme 15353">
                    <a:extLst>
                      <a:ext uri="{FF2B5EF4-FFF2-40B4-BE49-F238E27FC236}">
                        <a16:creationId xmlns:a16="http://schemas.microsoft.com/office/drawing/2014/main" id="{156CC5C8-23BF-465C-B90F-C02F2C801375}"/>
                      </a:ext>
                    </a:extLst>
                  </p:cNvPr>
                  <p:cNvSpPr/>
                  <p:nvPr/>
                </p:nvSpPr>
                <p:spPr>
                  <a:xfrm>
                    <a:off x="8245897" y="2306859"/>
                    <a:ext cx="160212" cy="112527"/>
                  </a:xfrm>
                  <a:custGeom>
                    <a:avLst/>
                    <a:gdLst>
                      <a:gd name="connsiteX0" fmla="*/ 155067 w 160212"/>
                      <a:gd name="connsiteY0" fmla="*/ 0 h 112527"/>
                      <a:gd name="connsiteX1" fmla="*/ 154877 w 160212"/>
                      <a:gd name="connsiteY1" fmla="*/ 12383 h 112527"/>
                      <a:gd name="connsiteX2" fmla="*/ 67437 w 160212"/>
                      <a:gd name="connsiteY2" fmla="*/ 87630 h 112527"/>
                      <a:gd name="connsiteX3" fmla="*/ 0 w 160212"/>
                      <a:gd name="connsiteY3" fmla="*/ 34671 h 112527"/>
                      <a:gd name="connsiteX4" fmla="*/ 72390 w 160212"/>
                      <a:gd name="connsiteY4" fmla="*/ 112204 h 112527"/>
                      <a:gd name="connsiteX5" fmla="*/ 159829 w 160212"/>
                      <a:gd name="connsiteY5" fmla="*/ 36957 h 112527"/>
                      <a:gd name="connsiteX6" fmla="*/ 155067 w 160212"/>
                      <a:gd name="connsiteY6" fmla="*/ 0 h 112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0212" h="112527">
                        <a:moveTo>
                          <a:pt x="155067" y="0"/>
                        </a:moveTo>
                        <a:cubicBezTo>
                          <a:pt x="155257" y="4096"/>
                          <a:pt x="155353" y="8192"/>
                          <a:pt x="154877" y="12383"/>
                        </a:cubicBezTo>
                        <a:cubicBezTo>
                          <a:pt x="150686" y="58007"/>
                          <a:pt x="111538" y="91440"/>
                          <a:pt x="67437" y="87630"/>
                        </a:cubicBezTo>
                        <a:cubicBezTo>
                          <a:pt x="32956" y="84677"/>
                          <a:pt x="4763" y="61341"/>
                          <a:pt x="0" y="34671"/>
                        </a:cubicBezTo>
                        <a:cubicBezTo>
                          <a:pt x="2096" y="74962"/>
                          <a:pt x="32385" y="108490"/>
                          <a:pt x="72390" y="112204"/>
                        </a:cubicBezTo>
                        <a:cubicBezTo>
                          <a:pt x="116491" y="116205"/>
                          <a:pt x="155638" y="82582"/>
                          <a:pt x="159829" y="36957"/>
                        </a:cubicBezTo>
                        <a:cubicBezTo>
                          <a:pt x="161068" y="24003"/>
                          <a:pt x="159258" y="11430"/>
                          <a:pt x="155067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55" name="Forme libre : forme 15354">
                    <a:extLst>
                      <a:ext uri="{FF2B5EF4-FFF2-40B4-BE49-F238E27FC236}">
                        <a16:creationId xmlns:a16="http://schemas.microsoft.com/office/drawing/2014/main" id="{0D0AD65B-B355-4088-B003-D0EAF777C875}"/>
                      </a:ext>
                    </a:extLst>
                  </p:cNvPr>
                  <p:cNvSpPr/>
                  <p:nvPr/>
                </p:nvSpPr>
                <p:spPr>
                  <a:xfrm rot="-2730142">
                    <a:off x="8262212" y="2267819"/>
                    <a:ext cx="83822" cy="71249"/>
                  </a:xfrm>
                  <a:custGeom>
                    <a:avLst/>
                    <a:gdLst>
                      <a:gd name="connsiteX0" fmla="*/ 83822 w 83822"/>
                      <a:gd name="connsiteY0" fmla="*/ 35625 h 71249"/>
                      <a:gd name="connsiteX1" fmla="*/ 41911 w 83822"/>
                      <a:gd name="connsiteY1" fmla="*/ 71249 h 71249"/>
                      <a:gd name="connsiteX2" fmla="*/ 0 w 83822"/>
                      <a:gd name="connsiteY2" fmla="*/ 35625 h 71249"/>
                      <a:gd name="connsiteX3" fmla="*/ 41911 w 83822"/>
                      <a:gd name="connsiteY3" fmla="*/ 0 h 71249"/>
                      <a:gd name="connsiteX4" fmla="*/ 83822 w 83822"/>
                      <a:gd name="connsiteY4" fmla="*/ 35625 h 71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22" h="71249">
                        <a:moveTo>
                          <a:pt x="83822" y="35625"/>
                        </a:moveTo>
                        <a:cubicBezTo>
                          <a:pt x="83822" y="55299"/>
                          <a:pt x="65058" y="71249"/>
                          <a:pt x="41911" y="71249"/>
                        </a:cubicBezTo>
                        <a:cubicBezTo>
                          <a:pt x="18764" y="71249"/>
                          <a:pt x="0" y="55299"/>
                          <a:pt x="0" y="35625"/>
                        </a:cubicBezTo>
                        <a:cubicBezTo>
                          <a:pt x="0" y="15950"/>
                          <a:pt x="18764" y="0"/>
                          <a:pt x="41911" y="0"/>
                        </a:cubicBezTo>
                        <a:cubicBezTo>
                          <a:pt x="65058" y="0"/>
                          <a:pt x="83822" y="15950"/>
                          <a:pt x="83822" y="3562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56" name="Forme libre : forme 15355">
                    <a:extLst>
                      <a:ext uri="{FF2B5EF4-FFF2-40B4-BE49-F238E27FC236}">
                        <a16:creationId xmlns:a16="http://schemas.microsoft.com/office/drawing/2014/main" id="{CAC023C3-4C8B-4A78-8914-9996590E0C46}"/>
                      </a:ext>
                    </a:extLst>
                  </p:cNvPr>
                  <p:cNvSpPr/>
                  <p:nvPr/>
                </p:nvSpPr>
                <p:spPr>
                  <a:xfrm rot="-5085689">
                    <a:off x="8324810" y="2264805"/>
                    <a:ext cx="19240" cy="22097"/>
                  </a:xfrm>
                  <a:custGeom>
                    <a:avLst/>
                    <a:gdLst>
                      <a:gd name="connsiteX0" fmla="*/ 19240 w 19240"/>
                      <a:gd name="connsiteY0" fmla="*/ 11049 h 22097"/>
                      <a:gd name="connsiteX1" fmla="*/ 9620 w 19240"/>
                      <a:gd name="connsiteY1" fmla="*/ 22097 h 22097"/>
                      <a:gd name="connsiteX2" fmla="*/ 0 w 19240"/>
                      <a:gd name="connsiteY2" fmla="*/ 11049 h 22097"/>
                      <a:gd name="connsiteX3" fmla="*/ 9620 w 19240"/>
                      <a:gd name="connsiteY3" fmla="*/ 0 h 22097"/>
                      <a:gd name="connsiteX4" fmla="*/ 19240 w 19240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40" h="22097">
                        <a:moveTo>
                          <a:pt x="19240" y="11049"/>
                        </a:moveTo>
                        <a:cubicBezTo>
                          <a:pt x="19240" y="17151"/>
                          <a:pt x="14933" y="22097"/>
                          <a:pt x="9620" y="22097"/>
                        </a:cubicBezTo>
                        <a:cubicBezTo>
                          <a:pt x="4307" y="22097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0" y="4947"/>
                          <a:pt x="19240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sp>
            <p:nvSpPr>
              <p:cNvPr id="15357" name="Forme libre : forme 15356">
                <a:extLst>
                  <a:ext uri="{FF2B5EF4-FFF2-40B4-BE49-F238E27FC236}">
                    <a16:creationId xmlns:a16="http://schemas.microsoft.com/office/drawing/2014/main" id="{B2C2CA61-24CB-4FAE-8371-D15A2A7AC085}"/>
                  </a:ext>
                </a:extLst>
              </p:cNvPr>
              <p:cNvSpPr/>
              <p:nvPr/>
            </p:nvSpPr>
            <p:spPr>
              <a:xfrm>
                <a:off x="8328670" y="2360199"/>
                <a:ext cx="76191" cy="190309"/>
              </a:xfrm>
              <a:custGeom>
                <a:avLst/>
                <a:gdLst>
                  <a:gd name="connsiteX0" fmla="*/ 40291 w 76191"/>
                  <a:gd name="connsiteY0" fmla="*/ 85344 h 190309"/>
                  <a:gd name="connsiteX1" fmla="*/ 29242 w 76191"/>
                  <a:gd name="connsiteY1" fmla="*/ 103156 h 190309"/>
                  <a:gd name="connsiteX2" fmla="*/ 0 w 76191"/>
                  <a:gd name="connsiteY2" fmla="*/ 190310 h 190309"/>
                  <a:gd name="connsiteX3" fmla="*/ 17050 w 76191"/>
                  <a:gd name="connsiteY3" fmla="*/ 139351 h 190309"/>
                  <a:gd name="connsiteX4" fmla="*/ 43624 w 76191"/>
                  <a:gd name="connsiteY4" fmla="*/ 92297 h 190309"/>
                  <a:gd name="connsiteX5" fmla="*/ 65722 w 76191"/>
                  <a:gd name="connsiteY5" fmla="*/ 44291 h 190309"/>
                  <a:gd name="connsiteX6" fmla="*/ 75343 w 76191"/>
                  <a:gd name="connsiteY6" fmla="*/ 0 h 190309"/>
                  <a:gd name="connsiteX7" fmla="*/ 69247 w 76191"/>
                  <a:gd name="connsiteY7" fmla="*/ 20383 h 190309"/>
                  <a:gd name="connsiteX8" fmla="*/ 61341 w 76191"/>
                  <a:gd name="connsiteY8" fmla="*/ 42958 h 190309"/>
                  <a:gd name="connsiteX9" fmla="*/ 40291 w 76191"/>
                  <a:gd name="connsiteY9" fmla="*/ 85344 h 190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6191" h="190309">
                    <a:moveTo>
                      <a:pt x="40291" y="85344"/>
                    </a:moveTo>
                    <a:cubicBezTo>
                      <a:pt x="36671" y="91345"/>
                      <a:pt x="32861" y="97155"/>
                      <a:pt x="29242" y="103156"/>
                    </a:cubicBezTo>
                    <a:cubicBezTo>
                      <a:pt x="13526" y="129731"/>
                      <a:pt x="3524" y="159639"/>
                      <a:pt x="0" y="190310"/>
                    </a:cubicBezTo>
                    <a:cubicBezTo>
                      <a:pt x="1905" y="172403"/>
                      <a:pt x="8668" y="155353"/>
                      <a:pt x="17050" y="139351"/>
                    </a:cubicBezTo>
                    <a:cubicBezTo>
                      <a:pt x="25337" y="123349"/>
                      <a:pt x="35147" y="108204"/>
                      <a:pt x="43624" y="92297"/>
                    </a:cubicBezTo>
                    <a:cubicBezTo>
                      <a:pt x="51911" y="76772"/>
                      <a:pt x="58960" y="60484"/>
                      <a:pt x="65722" y="44291"/>
                    </a:cubicBezTo>
                    <a:cubicBezTo>
                      <a:pt x="71056" y="31337"/>
                      <a:pt x="78772" y="14383"/>
                      <a:pt x="75343" y="0"/>
                    </a:cubicBezTo>
                    <a:cubicBezTo>
                      <a:pt x="71628" y="3048"/>
                      <a:pt x="70676" y="15621"/>
                      <a:pt x="69247" y="20383"/>
                    </a:cubicBezTo>
                    <a:cubicBezTo>
                      <a:pt x="66961" y="28004"/>
                      <a:pt x="64294" y="35528"/>
                      <a:pt x="61341" y="42958"/>
                    </a:cubicBezTo>
                    <a:cubicBezTo>
                      <a:pt x="55531" y="57626"/>
                      <a:pt x="48482" y="71819"/>
                      <a:pt x="40291" y="85344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58" name="Forme libre : forme 15357">
                <a:extLst>
                  <a:ext uri="{FF2B5EF4-FFF2-40B4-BE49-F238E27FC236}">
                    <a16:creationId xmlns:a16="http://schemas.microsoft.com/office/drawing/2014/main" id="{B334418A-97A9-4763-9225-37AD8A80A37D}"/>
                  </a:ext>
                </a:extLst>
              </p:cNvPr>
              <p:cNvSpPr/>
              <p:nvPr/>
            </p:nvSpPr>
            <p:spPr>
              <a:xfrm>
                <a:off x="8237693" y="2325643"/>
                <a:ext cx="15398" cy="212578"/>
              </a:xfrm>
              <a:custGeom>
                <a:avLst/>
                <a:gdLst>
                  <a:gd name="connsiteX0" fmla="*/ 3060 w 15398"/>
                  <a:gd name="connsiteY0" fmla="*/ 43605 h 212578"/>
                  <a:gd name="connsiteX1" fmla="*/ 15348 w 15398"/>
                  <a:gd name="connsiteY1" fmla="*/ 161715 h 212578"/>
                  <a:gd name="connsiteX2" fmla="*/ 9061 w 15398"/>
                  <a:gd name="connsiteY2" fmla="*/ 212578 h 212578"/>
                  <a:gd name="connsiteX3" fmla="*/ 10109 w 15398"/>
                  <a:gd name="connsiteY3" fmla="*/ 136855 h 212578"/>
                  <a:gd name="connsiteX4" fmla="*/ 7252 w 15398"/>
                  <a:gd name="connsiteY4" fmla="*/ 102564 h 212578"/>
                  <a:gd name="connsiteX5" fmla="*/ 3632 w 15398"/>
                  <a:gd name="connsiteY5" fmla="*/ 79228 h 212578"/>
                  <a:gd name="connsiteX6" fmla="*/ 298 w 15398"/>
                  <a:gd name="connsiteY6" fmla="*/ 35604 h 212578"/>
                  <a:gd name="connsiteX7" fmla="*/ 489 w 15398"/>
                  <a:gd name="connsiteY7" fmla="*/ 14172 h 212578"/>
                  <a:gd name="connsiteX8" fmla="*/ 6394 w 15398"/>
                  <a:gd name="connsiteY8" fmla="*/ 838 h 212578"/>
                  <a:gd name="connsiteX9" fmla="*/ 4108 w 15398"/>
                  <a:gd name="connsiteY9" fmla="*/ 21126 h 212578"/>
                  <a:gd name="connsiteX10" fmla="*/ 3060 w 15398"/>
                  <a:gd name="connsiteY10" fmla="*/ 43605 h 212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398" h="212578">
                    <a:moveTo>
                      <a:pt x="3060" y="43605"/>
                    </a:moveTo>
                    <a:cubicBezTo>
                      <a:pt x="3442" y="83229"/>
                      <a:pt x="16300" y="122091"/>
                      <a:pt x="15348" y="161715"/>
                    </a:cubicBezTo>
                    <a:cubicBezTo>
                      <a:pt x="14967" y="178764"/>
                      <a:pt x="12014" y="195719"/>
                      <a:pt x="9061" y="212578"/>
                    </a:cubicBezTo>
                    <a:cubicBezTo>
                      <a:pt x="10871" y="187337"/>
                      <a:pt x="11157" y="162096"/>
                      <a:pt x="10109" y="136855"/>
                    </a:cubicBezTo>
                    <a:cubicBezTo>
                      <a:pt x="9633" y="125425"/>
                      <a:pt x="8871" y="113899"/>
                      <a:pt x="7252" y="102564"/>
                    </a:cubicBezTo>
                    <a:cubicBezTo>
                      <a:pt x="6204" y="94754"/>
                      <a:pt x="4775" y="87039"/>
                      <a:pt x="3632" y="79228"/>
                    </a:cubicBezTo>
                    <a:cubicBezTo>
                      <a:pt x="1632" y="64750"/>
                      <a:pt x="965" y="50177"/>
                      <a:pt x="298" y="35604"/>
                    </a:cubicBezTo>
                    <a:cubicBezTo>
                      <a:pt x="13" y="28460"/>
                      <a:pt x="-273" y="21316"/>
                      <a:pt x="489" y="14172"/>
                    </a:cubicBezTo>
                    <a:cubicBezTo>
                      <a:pt x="775" y="11791"/>
                      <a:pt x="2870" y="-3734"/>
                      <a:pt x="6394" y="838"/>
                    </a:cubicBezTo>
                    <a:cubicBezTo>
                      <a:pt x="8966" y="4076"/>
                      <a:pt x="4585" y="16935"/>
                      <a:pt x="4108" y="21126"/>
                    </a:cubicBezTo>
                    <a:cubicBezTo>
                      <a:pt x="3346" y="28460"/>
                      <a:pt x="2965" y="36080"/>
                      <a:pt x="3060" y="43605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59" name="Forme libre : forme 15358">
                <a:extLst>
                  <a:ext uri="{FF2B5EF4-FFF2-40B4-BE49-F238E27FC236}">
                    <a16:creationId xmlns:a16="http://schemas.microsoft.com/office/drawing/2014/main" id="{D4712C4E-B4A7-4F9F-A078-4818A6BD636D}"/>
                  </a:ext>
                </a:extLst>
              </p:cNvPr>
              <p:cNvSpPr/>
              <p:nvPr/>
            </p:nvSpPr>
            <p:spPr>
              <a:xfrm>
                <a:off x="8253297" y="2400916"/>
                <a:ext cx="101110" cy="163023"/>
              </a:xfrm>
              <a:custGeom>
                <a:avLst/>
                <a:gdLst>
                  <a:gd name="connsiteX0" fmla="*/ 20318 w 101110"/>
                  <a:gd name="connsiteY0" fmla="*/ 11575 h 163023"/>
                  <a:gd name="connsiteX1" fmla="*/ 82326 w 101110"/>
                  <a:gd name="connsiteY1" fmla="*/ 27196 h 163023"/>
                  <a:gd name="connsiteX2" fmla="*/ 100900 w 101110"/>
                  <a:gd name="connsiteY2" fmla="*/ 25576 h 163023"/>
                  <a:gd name="connsiteX3" fmla="*/ 96137 w 101110"/>
                  <a:gd name="connsiteY3" fmla="*/ 46627 h 163023"/>
                  <a:gd name="connsiteX4" fmla="*/ 77468 w 101110"/>
                  <a:gd name="connsiteY4" fmla="*/ 105015 h 163023"/>
                  <a:gd name="connsiteX5" fmla="*/ 59561 w 101110"/>
                  <a:gd name="connsiteY5" fmla="*/ 153307 h 163023"/>
                  <a:gd name="connsiteX6" fmla="*/ 47369 w 101110"/>
                  <a:gd name="connsiteY6" fmla="*/ 162355 h 163023"/>
                  <a:gd name="connsiteX7" fmla="*/ 27557 w 101110"/>
                  <a:gd name="connsiteY7" fmla="*/ 156736 h 163023"/>
                  <a:gd name="connsiteX8" fmla="*/ 18318 w 101110"/>
                  <a:gd name="connsiteY8" fmla="*/ 137590 h 163023"/>
                  <a:gd name="connsiteX9" fmla="*/ 17747 w 101110"/>
                  <a:gd name="connsiteY9" fmla="*/ 115969 h 163023"/>
                  <a:gd name="connsiteX10" fmla="*/ 18699 w 101110"/>
                  <a:gd name="connsiteY10" fmla="*/ 96061 h 163023"/>
                  <a:gd name="connsiteX11" fmla="*/ 18318 w 101110"/>
                  <a:gd name="connsiteY11" fmla="*/ 76726 h 163023"/>
                  <a:gd name="connsiteX12" fmla="*/ 14984 w 101110"/>
                  <a:gd name="connsiteY12" fmla="*/ 63200 h 163023"/>
                  <a:gd name="connsiteX13" fmla="*/ 4126 w 101110"/>
                  <a:gd name="connsiteY13" fmla="*/ 26053 h 163023"/>
                  <a:gd name="connsiteX14" fmla="*/ 2507 w 101110"/>
                  <a:gd name="connsiteY14" fmla="*/ 716 h 163023"/>
                  <a:gd name="connsiteX15" fmla="*/ 20318 w 101110"/>
                  <a:gd name="connsiteY15" fmla="*/ 11575 h 163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1110" h="163023">
                    <a:moveTo>
                      <a:pt x="20318" y="11575"/>
                    </a:moveTo>
                    <a:cubicBezTo>
                      <a:pt x="37844" y="24624"/>
                      <a:pt x="60704" y="30434"/>
                      <a:pt x="82326" y="27196"/>
                    </a:cubicBezTo>
                    <a:cubicBezTo>
                      <a:pt x="88517" y="26243"/>
                      <a:pt x="94708" y="24624"/>
                      <a:pt x="100900" y="25576"/>
                    </a:cubicBezTo>
                    <a:cubicBezTo>
                      <a:pt x="101948" y="32815"/>
                      <a:pt x="98899" y="39864"/>
                      <a:pt x="96137" y="46627"/>
                    </a:cubicBezTo>
                    <a:cubicBezTo>
                      <a:pt x="88422" y="65581"/>
                      <a:pt x="82135" y="85108"/>
                      <a:pt x="77468" y="105015"/>
                    </a:cubicBezTo>
                    <a:cubicBezTo>
                      <a:pt x="73563" y="121874"/>
                      <a:pt x="70420" y="139781"/>
                      <a:pt x="59561" y="153307"/>
                    </a:cubicBezTo>
                    <a:cubicBezTo>
                      <a:pt x="56323" y="157307"/>
                      <a:pt x="52322" y="160927"/>
                      <a:pt x="47369" y="162355"/>
                    </a:cubicBezTo>
                    <a:cubicBezTo>
                      <a:pt x="40416" y="164356"/>
                      <a:pt x="32701" y="161689"/>
                      <a:pt x="27557" y="156736"/>
                    </a:cubicBezTo>
                    <a:cubicBezTo>
                      <a:pt x="22414" y="151687"/>
                      <a:pt x="19556" y="144639"/>
                      <a:pt x="18318" y="137590"/>
                    </a:cubicBezTo>
                    <a:cubicBezTo>
                      <a:pt x="17175" y="130447"/>
                      <a:pt x="17461" y="123208"/>
                      <a:pt x="17747" y="115969"/>
                    </a:cubicBezTo>
                    <a:cubicBezTo>
                      <a:pt x="18032" y="109301"/>
                      <a:pt x="18318" y="102729"/>
                      <a:pt x="18699" y="96061"/>
                    </a:cubicBezTo>
                    <a:cubicBezTo>
                      <a:pt x="18985" y="89584"/>
                      <a:pt x="19270" y="83107"/>
                      <a:pt x="18318" y="76726"/>
                    </a:cubicBezTo>
                    <a:cubicBezTo>
                      <a:pt x="17651" y="72154"/>
                      <a:pt x="16318" y="67677"/>
                      <a:pt x="14984" y="63200"/>
                    </a:cubicBezTo>
                    <a:cubicBezTo>
                      <a:pt x="11365" y="50818"/>
                      <a:pt x="7745" y="38435"/>
                      <a:pt x="4126" y="26053"/>
                    </a:cubicBezTo>
                    <a:cubicBezTo>
                      <a:pt x="2602" y="20909"/>
                      <a:pt x="-3304" y="4621"/>
                      <a:pt x="2507" y="716"/>
                    </a:cubicBezTo>
                    <a:cubicBezTo>
                      <a:pt x="8412" y="-2999"/>
                      <a:pt x="16603" y="8812"/>
                      <a:pt x="20318" y="11575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60" name="Forme libre : forme 15359">
                <a:extLst>
                  <a:ext uri="{FF2B5EF4-FFF2-40B4-BE49-F238E27FC236}">
                    <a16:creationId xmlns:a16="http://schemas.microsoft.com/office/drawing/2014/main" id="{B80770BA-0495-4045-928A-94C8C1E9B670}"/>
                  </a:ext>
                </a:extLst>
              </p:cNvPr>
              <p:cNvSpPr/>
              <p:nvPr/>
            </p:nvSpPr>
            <p:spPr>
              <a:xfrm>
                <a:off x="8367531" y="2355970"/>
                <a:ext cx="100965" cy="123657"/>
              </a:xfrm>
              <a:custGeom>
                <a:avLst/>
                <a:gdLst>
                  <a:gd name="connsiteX0" fmla="*/ 13430 w 100965"/>
                  <a:gd name="connsiteY0" fmla="*/ 97383 h 123657"/>
                  <a:gd name="connsiteX1" fmla="*/ 0 w 100965"/>
                  <a:gd name="connsiteY1" fmla="*/ 123577 h 123657"/>
                  <a:gd name="connsiteX2" fmla="*/ 4001 w 100965"/>
                  <a:gd name="connsiteY2" fmla="*/ 121958 h 123657"/>
                  <a:gd name="connsiteX3" fmla="*/ 92393 w 100965"/>
                  <a:gd name="connsiteY3" fmla="*/ 14421 h 123657"/>
                  <a:gd name="connsiteX4" fmla="*/ 100965 w 100965"/>
                  <a:gd name="connsiteY4" fmla="*/ 705 h 123657"/>
                  <a:gd name="connsiteX5" fmla="*/ 92012 w 100965"/>
                  <a:gd name="connsiteY5" fmla="*/ 1181 h 123657"/>
                  <a:gd name="connsiteX6" fmla="*/ 64389 w 100965"/>
                  <a:gd name="connsiteY6" fmla="*/ 4515 h 123657"/>
                  <a:gd name="connsiteX7" fmla="*/ 48197 w 100965"/>
                  <a:gd name="connsiteY7" fmla="*/ 6801 h 123657"/>
                  <a:gd name="connsiteX8" fmla="*/ 46196 w 100965"/>
                  <a:gd name="connsiteY8" fmla="*/ 16611 h 123657"/>
                  <a:gd name="connsiteX9" fmla="*/ 43529 w 100965"/>
                  <a:gd name="connsiteY9" fmla="*/ 28803 h 123657"/>
                  <a:gd name="connsiteX10" fmla="*/ 26575 w 100965"/>
                  <a:gd name="connsiteY10" fmla="*/ 73857 h 123657"/>
                  <a:gd name="connsiteX11" fmla="*/ 13430 w 100965"/>
                  <a:gd name="connsiteY11" fmla="*/ 97383 h 12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965" h="123657">
                    <a:moveTo>
                      <a:pt x="13430" y="97383"/>
                    </a:moveTo>
                    <a:cubicBezTo>
                      <a:pt x="8287" y="105765"/>
                      <a:pt x="2572" y="114052"/>
                      <a:pt x="0" y="123577"/>
                    </a:cubicBezTo>
                    <a:cubicBezTo>
                      <a:pt x="1429" y="123958"/>
                      <a:pt x="2858" y="122910"/>
                      <a:pt x="4001" y="121958"/>
                    </a:cubicBezTo>
                    <a:cubicBezTo>
                      <a:pt x="39148" y="91478"/>
                      <a:pt x="61151" y="48806"/>
                      <a:pt x="92393" y="14421"/>
                    </a:cubicBezTo>
                    <a:cubicBezTo>
                      <a:pt x="96108" y="10325"/>
                      <a:pt x="100108" y="6134"/>
                      <a:pt x="100965" y="705"/>
                    </a:cubicBezTo>
                    <a:cubicBezTo>
                      <a:pt x="98203" y="-724"/>
                      <a:pt x="94964" y="324"/>
                      <a:pt x="92012" y="1181"/>
                    </a:cubicBezTo>
                    <a:cubicBezTo>
                      <a:pt x="83058" y="3848"/>
                      <a:pt x="73724" y="4991"/>
                      <a:pt x="64389" y="4515"/>
                    </a:cubicBezTo>
                    <a:cubicBezTo>
                      <a:pt x="59912" y="4324"/>
                      <a:pt x="51054" y="2038"/>
                      <a:pt x="48197" y="6801"/>
                    </a:cubicBezTo>
                    <a:cubicBezTo>
                      <a:pt x="46577" y="9468"/>
                      <a:pt x="46673" y="13659"/>
                      <a:pt x="46196" y="16611"/>
                    </a:cubicBezTo>
                    <a:cubicBezTo>
                      <a:pt x="45434" y="20707"/>
                      <a:pt x="44577" y="24803"/>
                      <a:pt x="43529" y="28803"/>
                    </a:cubicBezTo>
                    <a:cubicBezTo>
                      <a:pt x="39529" y="44424"/>
                      <a:pt x="33719" y="59474"/>
                      <a:pt x="26575" y="73857"/>
                    </a:cubicBezTo>
                    <a:cubicBezTo>
                      <a:pt x="22574" y="81858"/>
                      <a:pt x="18098" y="89763"/>
                      <a:pt x="13430" y="97383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61" name="Forme libre : forme 15360">
                <a:extLst>
                  <a:ext uri="{FF2B5EF4-FFF2-40B4-BE49-F238E27FC236}">
                    <a16:creationId xmlns:a16="http://schemas.microsoft.com/office/drawing/2014/main" id="{36BF3554-3470-446B-819C-B2A42033BE13}"/>
                  </a:ext>
                </a:extLst>
              </p:cNvPr>
              <p:cNvSpPr/>
              <p:nvPr/>
            </p:nvSpPr>
            <p:spPr>
              <a:xfrm>
                <a:off x="8205225" y="2267053"/>
                <a:ext cx="33326" cy="157629"/>
              </a:xfrm>
              <a:custGeom>
                <a:avLst/>
                <a:gdLst>
                  <a:gd name="connsiteX0" fmla="*/ 5716 w 33326"/>
                  <a:gd name="connsiteY0" fmla="*/ 1610 h 157629"/>
                  <a:gd name="connsiteX1" fmla="*/ 3049 w 33326"/>
                  <a:gd name="connsiteY1" fmla="*/ 86 h 157629"/>
                  <a:gd name="connsiteX2" fmla="*/ 1906 w 33326"/>
                  <a:gd name="connsiteY2" fmla="*/ 1515 h 157629"/>
                  <a:gd name="connsiteX3" fmla="*/ 1 w 33326"/>
                  <a:gd name="connsiteY3" fmla="*/ 15993 h 157629"/>
                  <a:gd name="connsiteX4" fmla="*/ 1144 w 33326"/>
                  <a:gd name="connsiteY4" fmla="*/ 46092 h 157629"/>
                  <a:gd name="connsiteX5" fmla="*/ 10573 w 33326"/>
                  <a:gd name="connsiteY5" fmla="*/ 94574 h 157629"/>
                  <a:gd name="connsiteX6" fmla="*/ 29528 w 33326"/>
                  <a:gd name="connsiteY6" fmla="*/ 157629 h 157629"/>
                  <a:gd name="connsiteX7" fmla="*/ 29623 w 33326"/>
                  <a:gd name="connsiteY7" fmla="*/ 126387 h 157629"/>
                  <a:gd name="connsiteX8" fmla="*/ 27337 w 33326"/>
                  <a:gd name="connsiteY8" fmla="*/ 107814 h 157629"/>
                  <a:gd name="connsiteX9" fmla="*/ 26956 w 33326"/>
                  <a:gd name="connsiteY9" fmla="*/ 92764 h 157629"/>
                  <a:gd name="connsiteX10" fmla="*/ 28099 w 33326"/>
                  <a:gd name="connsiteY10" fmla="*/ 67618 h 157629"/>
                  <a:gd name="connsiteX11" fmla="*/ 31719 w 33326"/>
                  <a:gd name="connsiteY11" fmla="*/ 49330 h 157629"/>
                  <a:gd name="connsiteX12" fmla="*/ 32957 w 33326"/>
                  <a:gd name="connsiteY12" fmla="*/ 36471 h 157629"/>
                  <a:gd name="connsiteX13" fmla="*/ 27147 w 33326"/>
                  <a:gd name="connsiteY13" fmla="*/ 28947 h 157629"/>
                  <a:gd name="connsiteX14" fmla="*/ 16003 w 33326"/>
                  <a:gd name="connsiteY14" fmla="*/ 16850 h 157629"/>
                  <a:gd name="connsiteX15" fmla="*/ 5716 w 33326"/>
                  <a:gd name="connsiteY15" fmla="*/ 1610 h 157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3326" h="157629">
                    <a:moveTo>
                      <a:pt x="5716" y="1610"/>
                    </a:moveTo>
                    <a:cubicBezTo>
                      <a:pt x="5049" y="658"/>
                      <a:pt x="4096" y="-295"/>
                      <a:pt x="3049" y="86"/>
                    </a:cubicBezTo>
                    <a:cubicBezTo>
                      <a:pt x="2477" y="276"/>
                      <a:pt x="2096" y="943"/>
                      <a:pt x="1906" y="1515"/>
                    </a:cubicBezTo>
                    <a:cubicBezTo>
                      <a:pt x="-95" y="5992"/>
                      <a:pt x="1" y="11040"/>
                      <a:pt x="1" y="15993"/>
                    </a:cubicBezTo>
                    <a:cubicBezTo>
                      <a:pt x="96" y="25994"/>
                      <a:pt x="191" y="36091"/>
                      <a:pt x="1144" y="46092"/>
                    </a:cubicBezTo>
                    <a:cubicBezTo>
                      <a:pt x="2763" y="62475"/>
                      <a:pt x="6668" y="78572"/>
                      <a:pt x="10573" y="94574"/>
                    </a:cubicBezTo>
                    <a:cubicBezTo>
                      <a:pt x="15812" y="115910"/>
                      <a:pt x="21051" y="137341"/>
                      <a:pt x="29528" y="157629"/>
                    </a:cubicBezTo>
                    <a:cubicBezTo>
                      <a:pt x="30766" y="147247"/>
                      <a:pt x="30766" y="136770"/>
                      <a:pt x="29623" y="126387"/>
                    </a:cubicBezTo>
                    <a:cubicBezTo>
                      <a:pt x="28957" y="120196"/>
                      <a:pt x="27814" y="114005"/>
                      <a:pt x="27337" y="107814"/>
                    </a:cubicBezTo>
                    <a:cubicBezTo>
                      <a:pt x="26956" y="102766"/>
                      <a:pt x="26956" y="97812"/>
                      <a:pt x="26956" y="92764"/>
                    </a:cubicBezTo>
                    <a:cubicBezTo>
                      <a:pt x="26956" y="84382"/>
                      <a:pt x="26956" y="75905"/>
                      <a:pt x="28099" y="67618"/>
                    </a:cubicBezTo>
                    <a:cubicBezTo>
                      <a:pt x="28957" y="61427"/>
                      <a:pt x="30481" y="55426"/>
                      <a:pt x="31719" y="49330"/>
                    </a:cubicBezTo>
                    <a:cubicBezTo>
                      <a:pt x="32576" y="45330"/>
                      <a:pt x="34005" y="40567"/>
                      <a:pt x="32957" y="36471"/>
                    </a:cubicBezTo>
                    <a:cubicBezTo>
                      <a:pt x="32100" y="33233"/>
                      <a:pt x="29528" y="31042"/>
                      <a:pt x="27147" y="28947"/>
                    </a:cubicBezTo>
                    <a:cubicBezTo>
                      <a:pt x="22956" y="25327"/>
                      <a:pt x="19336" y="21327"/>
                      <a:pt x="16003" y="16850"/>
                    </a:cubicBezTo>
                    <a:cubicBezTo>
                      <a:pt x="12383" y="11802"/>
                      <a:pt x="9145" y="6658"/>
                      <a:pt x="5716" y="1610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62" name="Forme libre : forme 15361">
                <a:extLst>
                  <a:ext uri="{FF2B5EF4-FFF2-40B4-BE49-F238E27FC236}">
                    <a16:creationId xmlns:a16="http://schemas.microsoft.com/office/drawing/2014/main" id="{2D374EFD-1C11-4C70-B0C1-BB80FD6F9B3E}"/>
                  </a:ext>
                </a:extLst>
              </p:cNvPr>
              <p:cNvSpPr/>
              <p:nvPr/>
            </p:nvSpPr>
            <p:spPr>
              <a:xfrm>
                <a:off x="8276521" y="2427903"/>
                <a:ext cx="32577" cy="43939"/>
              </a:xfrm>
              <a:custGeom>
                <a:avLst/>
                <a:gdLst>
                  <a:gd name="connsiteX0" fmla="*/ 7476 w 32577"/>
                  <a:gd name="connsiteY0" fmla="*/ 590 h 43939"/>
                  <a:gd name="connsiteX1" fmla="*/ 4904 w 32577"/>
                  <a:gd name="connsiteY1" fmla="*/ 18 h 43939"/>
                  <a:gd name="connsiteX2" fmla="*/ 1094 w 32577"/>
                  <a:gd name="connsiteY2" fmla="*/ 3352 h 43939"/>
                  <a:gd name="connsiteX3" fmla="*/ 428 w 32577"/>
                  <a:gd name="connsiteY3" fmla="*/ 13639 h 43939"/>
                  <a:gd name="connsiteX4" fmla="*/ 17287 w 32577"/>
                  <a:gd name="connsiteY4" fmla="*/ 41833 h 43939"/>
                  <a:gd name="connsiteX5" fmla="*/ 21668 w 32577"/>
                  <a:gd name="connsiteY5" fmla="*/ 43929 h 43939"/>
                  <a:gd name="connsiteX6" fmla="*/ 25859 w 32577"/>
                  <a:gd name="connsiteY6" fmla="*/ 42595 h 43939"/>
                  <a:gd name="connsiteX7" fmla="*/ 32527 w 32577"/>
                  <a:gd name="connsiteY7" fmla="*/ 31546 h 43939"/>
                  <a:gd name="connsiteX8" fmla="*/ 28431 w 32577"/>
                  <a:gd name="connsiteY8" fmla="*/ 18688 h 43939"/>
                  <a:gd name="connsiteX9" fmla="*/ 7476 w 32577"/>
                  <a:gd name="connsiteY9" fmla="*/ 590 h 4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577" h="43939">
                    <a:moveTo>
                      <a:pt x="7476" y="590"/>
                    </a:moveTo>
                    <a:cubicBezTo>
                      <a:pt x="6619" y="209"/>
                      <a:pt x="5762" y="-77"/>
                      <a:pt x="4904" y="18"/>
                    </a:cubicBezTo>
                    <a:cubicBezTo>
                      <a:pt x="3190" y="114"/>
                      <a:pt x="1856" y="1733"/>
                      <a:pt x="1094" y="3352"/>
                    </a:cubicBezTo>
                    <a:cubicBezTo>
                      <a:pt x="-334" y="6496"/>
                      <a:pt x="-144" y="10210"/>
                      <a:pt x="428" y="13639"/>
                    </a:cubicBezTo>
                    <a:cubicBezTo>
                      <a:pt x="2332" y="24688"/>
                      <a:pt x="8429" y="34975"/>
                      <a:pt x="17287" y="41833"/>
                    </a:cubicBezTo>
                    <a:cubicBezTo>
                      <a:pt x="18620" y="42881"/>
                      <a:pt x="20049" y="43834"/>
                      <a:pt x="21668" y="43929"/>
                    </a:cubicBezTo>
                    <a:cubicBezTo>
                      <a:pt x="23192" y="44024"/>
                      <a:pt x="24621" y="43453"/>
                      <a:pt x="25859" y="42595"/>
                    </a:cubicBezTo>
                    <a:cubicBezTo>
                      <a:pt x="29574" y="40214"/>
                      <a:pt x="32146" y="36023"/>
                      <a:pt x="32527" y="31546"/>
                    </a:cubicBezTo>
                    <a:cubicBezTo>
                      <a:pt x="32908" y="26974"/>
                      <a:pt x="31098" y="22402"/>
                      <a:pt x="28431" y="18688"/>
                    </a:cubicBezTo>
                    <a:cubicBezTo>
                      <a:pt x="23669" y="12115"/>
                      <a:pt x="15287" y="3829"/>
                      <a:pt x="7476" y="590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363" name="Graphique 2">
              <a:extLst>
                <a:ext uri="{FF2B5EF4-FFF2-40B4-BE49-F238E27FC236}">
                  <a16:creationId xmlns:a16="http://schemas.microsoft.com/office/drawing/2014/main" id="{8D4C0603-B595-4935-9F28-B6CF8AB6D0C2}"/>
                </a:ext>
              </a:extLst>
            </p:cNvPr>
            <p:cNvGrpSpPr/>
            <p:nvPr/>
          </p:nvGrpSpPr>
          <p:grpSpPr>
            <a:xfrm>
              <a:off x="7196183" y="3833716"/>
              <a:ext cx="365152" cy="374085"/>
              <a:chOff x="7196183" y="3833716"/>
              <a:chExt cx="365152" cy="374085"/>
            </a:xfrm>
            <a:solidFill>
              <a:schemeClr val="accent1"/>
            </a:solidFill>
          </p:grpSpPr>
          <p:sp>
            <p:nvSpPr>
              <p:cNvPr id="15364" name="Forme libre : forme 15363">
                <a:extLst>
                  <a:ext uri="{FF2B5EF4-FFF2-40B4-BE49-F238E27FC236}">
                    <a16:creationId xmlns:a16="http://schemas.microsoft.com/office/drawing/2014/main" id="{F594378A-3E32-46DA-BAA4-05F02B49B5A1}"/>
                  </a:ext>
                </a:extLst>
              </p:cNvPr>
              <p:cNvSpPr/>
              <p:nvPr/>
            </p:nvSpPr>
            <p:spPr>
              <a:xfrm>
                <a:off x="7248344" y="3833716"/>
                <a:ext cx="312991" cy="319373"/>
              </a:xfrm>
              <a:custGeom>
                <a:avLst/>
                <a:gdLst>
                  <a:gd name="connsiteX0" fmla="*/ 176784 w 312991"/>
                  <a:gd name="connsiteY0" fmla="*/ 0 h 319373"/>
                  <a:gd name="connsiteX1" fmla="*/ 140399 w 312991"/>
                  <a:gd name="connsiteY1" fmla="*/ 10001 h 319373"/>
                  <a:gd name="connsiteX2" fmla="*/ 0 w 312991"/>
                  <a:gd name="connsiteY2" fmla="*/ 85725 h 319373"/>
                  <a:gd name="connsiteX3" fmla="*/ 113443 w 312991"/>
                  <a:gd name="connsiteY3" fmla="*/ 197834 h 319373"/>
                  <a:gd name="connsiteX4" fmla="*/ 216217 w 312991"/>
                  <a:gd name="connsiteY4" fmla="*/ 319373 h 319373"/>
                  <a:gd name="connsiteX5" fmla="*/ 299942 w 312991"/>
                  <a:gd name="connsiteY5" fmla="*/ 176117 h 319373"/>
                  <a:gd name="connsiteX6" fmla="*/ 312992 w 312991"/>
                  <a:gd name="connsiteY6" fmla="*/ 135350 h 319373"/>
                  <a:gd name="connsiteX7" fmla="*/ 176784 w 312991"/>
                  <a:gd name="connsiteY7" fmla="*/ 0 h 31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2991" h="319373">
                    <a:moveTo>
                      <a:pt x="176784" y="0"/>
                    </a:moveTo>
                    <a:cubicBezTo>
                      <a:pt x="165830" y="3143"/>
                      <a:pt x="153829" y="6477"/>
                      <a:pt x="140399" y="10001"/>
                    </a:cubicBezTo>
                    <a:cubicBezTo>
                      <a:pt x="33814" y="38100"/>
                      <a:pt x="0" y="85725"/>
                      <a:pt x="0" y="85725"/>
                    </a:cubicBezTo>
                    <a:lnTo>
                      <a:pt x="113443" y="197834"/>
                    </a:lnTo>
                    <a:lnTo>
                      <a:pt x="216217" y="319373"/>
                    </a:lnTo>
                    <a:cubicBezTo>
                      <a:pt x="216217" y="319373"/>
                      <a:pt x="267557" y="281464"/>
                      <a:pt x="299942" y="176117"/>
                    </a:cubicBezTo>
                    <a:cubicBezTo>
                      <a:pt x="304609" y="160877"/>
                      <a:pt x="308896" y="147447"/>
                      <a:pt x="312992" y="135350"/>
                    </a:cubicBezTo>
                    <a:cubicBezTo>
                      <a:pt x="297751" y="70485"/>
                      <a:pt x="241173" y="24194"/>
                      <a:pt x="176784" y="0"/>
                    </a:cubicBez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65" name="Forme libre : forme 15364">
                <a:extLst>
                  <a:ext uri="{FF2B5EF4-FFF2-40B4-BE49-F238E27FC236}">
                    <a16:creationId xmlns:a16="http://schemas.microsoft.com/office/drawing/2014/main" id="{BE8A9128-4806-43B4-9A83-0EE5A0819DD4}"/>
                  </a:ext>
                </a:extLst>
              </p:cNvPr>
              <p:cNvSpPr/>
              <p:nvPr/>
            </p:nvSpPr>
            <p:spPr>
              <a:xfrm>
                <a:off x="7335403" y="3912303"/>
                <a:ext cx="144847" cy="127660"/>
              </a:xfrm>
              <a:custGeom>
                <a:avLst/>
                <a:gdLst>
                  <a:gd name="connsiteX0" fmla="*/ 141732 w 144847"/>
                  <a:gd name="connsiteY0" fmla="*/ 10567 h 127660"/>
                  <a:gd name="connsiteX1" fmla="*/ 144685 w 144847"/>
                  <a:gd name="connsiteY1" fmla="*/ 5614 h 127660"/>
                  <a:gd name="connsiteX2" fmla="*/ 142970 w 144847"/>
                  <a:gd name="connsiteY2" fmla="*/ 470 h 127660"/>
                  <a:gd name="connsiteX3" fmla="*/ 138208 w 144847"/>
                  <a:gd name="connsiteY3" fmla="*/ 470 h 127660"/>
                  <a:gd name="connsiteX4" fmla="*/ 107633 w 144847"/>
                  <a:gd name="connsiteY4" fmla="*/ 15520 h 127660"/>
                  <a:gd name="connsiteX5" fmla="*/ 12954 w 144847"/>
                  <a:gd name="connsiteY5" fmla="*/ 77623 h 127660"/>
                  <a:gd name="connsiteX6" fmla="*/ 0 w 144847"/>
                  <a:gd name="connsiteY6" fmla="*/ 89815 h 127660"/>
                  <a:gd name="connsiteX7" fmla="*/ 20003 w 144847"/>
                  <a:gd name="connsiteY7" fmla="*/ 98483 h 127660"/>
                  <a:gd name="connsiteX8" fmla="*/ 36385 w 144847"/>
                  <a:gd name="connsiteY8" fmla="*/ 112865 h 127660"/>
                  <a:gd name="connsiteX9" fmla="*/ 59722 w 144847"/>
                  <a:gd name="connsiteY9" fmla="*/ 123533 h 127660"/>
                  <a:gd name="connsiteX10" fmla="*/ 85249 w 144847"/>
                  <a:gd name="connsiteY10" fmla="*/ 85053 h 127660"/>
                  <a:gd name="connsiteX11" fmla="*/ 141732 w 144847"/>
                  <a:gd name="connsiteY11" fmla="*/ 10567 h 127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4847" h="127660">
                    <a:moveTo>
                      <a:pt x="141732" y="10567"/>
                    </a:moveTo>
                    <a:cubicBezTo>
                      <a:pt x="142970" y="9043"/>
                      <a:pt x="144209" y="7519"/>
                      <a:pt x="144685" y="5614"/>
                    </a:cubicBezTo>
                    <a:cubicBezTo>
                      <a:pt x="145161" y="3709"/>
                      <a:pt x="144589" y="1423"/>
                      <a:pt x="142970" y="470"/>
                    </a:cubicBezTo>
                    <a:cubicBezTo>
                      <a:pt x="141542" y="-292"/>
                      <a:pt x="139827" y="-6"/>
                      <a:pt x="138208" y="470"/>
                    </a:cubicBezTo>
                    <a:cubicBezTo>
                      <a:pt x="127254" y="3518"/>
                      <a:pt x="117348" y="9519"/>
                      <a:pt x="107633" y="15520"/>
                    </a:cubicBezTo>
                    <a:cubicBezTo>
                      <a:pt x="75533" y="35332"/>
                      <a:pt x="44005" y="56096"/>
                      <a:pt x="12954" y="77623"/>
                    </a:cubicBezTo>
                    <a:cubicBezTo>
                      <a:pt x="8001" y="81052"/>
                      <a:pt x="2953" y="84671"/>
                      <a:pt x="0" y="89815"/>
                    </a:cubicBezTo>
                    <a:cubicBezTo>
                      <a:pt x="1048" y="87910"/>
                      <a:pt x="18288" y="97340"/>
                      <a:pt x="20003" y="98483"/>
                    </a:cubicBezTo>
                    <a:cubicBezTo>
                      <a:pt x="26194" y="102388"/>
                      <a:pt x="31718" y="107246"/>
                      <a:pt x="36385" y="112865"/>
                    </a:cubicBezTo>
                    <a:cubicBezTo>
                      <a:pt x="42577" y="120295"/>
                      <a:pt x="49244" y="134773"/>
                      <a:pt x="59722" y="123533"/>
                    </a:cubicBezTo>
                    <a:cubicBezTo>
                      <a:pt x="69723" y="112770"/>
                      <a:pt x="76867" y="97149"/>
                      <a:pt x="85249" y="85053"/>
                    </a:cubicBezTo>
                    <a:cubicBezTo>
                      <a:pt x="103060" y="59430"/>
                      <a:pt x="121920" y="34570"/>
                      <a:pt x="141732" y="10567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66" name="Forme libre : forme 15365">
                <a:extLst>
                  <a:ext uri="{FF2B5EF4-FFF2-40B4-BE49-F238E27FC236}">
                    <a16:creationId xmlns:a16="http://schemas.microsoft.com/office/drawing/2014/main" id="{80083D59-B7C5-48AC-8FFA-D4DFEB43D830}"/>
                  </a:ext>
                </a:extLst>
              </p:cNvPr>
              <p:cNvSpPr/>
              <p:nvPr/>
            </p:nvSpPr>
            <p:spPr>
              <a:xfrm>
                <a:off x="7373564" y="3969371"/>
                <a:ext cx="40119" cy="47819"/>
              </a:xfrm>
              <a:custGeom>
                <a:avLst/>
                <a:gdLst>
                  <a:gd name="connsiteX0" fmla="*/ 39658 w 40119"/>
                  <a:gd name="connsiteY0" fmla="*/ 5410 h 47819"/>
                  <a:gd name="connsiteX1" fmla="*/ 38515 w 40119"/>
                  <a:gd name="connsiteY1" fmla="*/ 76 h 47819"/>
                  <a:gd name="connsiteX2" fmla="*/ 35657 w 40119"/>
                  <a:gd name="connsiteY2" fmla="*/ 933 h 47819"/>
                  <a:gd name="connsiteX3" fmla="*/ 3272 w 40119"/>
                  <a:gd name="connsiteY3" fmla="*/ 45225 h 47819"/>
                  <a:gd name="connsiteX4" fmla="*/ 39658 w 40119"/>
                  <a:gd name="connsiteY4" fmla="*/ 5410 h 47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19" h="47819">
                    <a:moveTo>
                      <a:pt x="39658" y="5410"/>
                    </a:moveTo>
                    <a:cubicBezTo>
                      <a:pt x="40324" y="3505"/>
                      <a:pt x="40515" y="552"/>
                      <a:pt x="38515" y="76"/>
                    </a:cubicBezTo>
                    <a:cubicBezTo>
                      <a:pt x="37562" y="-210"/>
                      <a:pt x="36514" y="362"/>
                      <a:pt x="35657" y="933"/>
                    </a:cubicBezTo>
                    <a:cubicBezTo>
                      <a:pt x="24513" y="7887"/>
                      <a:pt x="-10825" y="27699"/>
                      <a:pt x="3272" y="45225"/>
                    </a:cubicBezTo>
                    <a:cubicBezTo>
                      <a:pt x="14512" y="59036"/>
                      <a:pt x="36800" y="13602"/>
                      <a:pt x="39658" y="5410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5367" name="Graphique 2">
                <a:extLst>
                  <a:ext uri="{FF2B5EF4-FFF2-40B4-BE49-F238E27FC236}">
                    <a16:creationId xmlns:a16="http://schemas.microsoft.com/office/drawing/2014/main" id="{AD64E78C-24F3-49D6-ABF2-15ADEA953C99}"/>
                  </a:ext>
                </a:extLst>
              </p:cNvPr>
              <p:cNvGrpSpPr/>
              <p:nvPr/>
            </p:nvGrpSpPr>
            <p:grpSpPr>
              <a:xfrm>
                <a:off x="7196183" y="3856179"/>
                <a:ext cx="354211" cy="351622"/>
                <a:chOff x="7196183" y="3856179"/>
                <a:chExt cx="354211" cy="351622"/>
              </a:xfrm>
              <a:solidFill>
                <a:schemeClr val="accent1"/>
              </a:solidFill>
            </p:grpSpPr>
            <p:grpSp>
              <p:nvGrpSpPr>
                <p:cNvPr id="15368" name="Graphique 2">
                  <a:extLst>
                    <a:ext uri="{FF2B5EF4-FFF2-40B4-BE49-F238E27FC236}">
                      <a16:creationId xmlns:a16="http://schemas.microsoft.com/office/drawing/2014/main" id="{29C3DB57-207D-47C6-A20A-1CB501C93B04}"/>
                    </a:ext>
                  </a:extLst>
                </p:cNvPr>
                <p:cNvGrpSpPr/>
                <p:nvPr/>
              </p:nvGrpSpPr>
              <p:grpSpPr>
                <a:xfrm>
                  <a:off x="7196183" y="3856179"/>
                  <a:ext cx="227731" cy="228864"/>
                  <a:chOff x="7196183" y="3856179"/>
                  <a:chExt cx="227731" cy="228864"/>
                </a:xfrm>
                <a:solidFill>
                  <a:schemeClr val="accent1"/>
                </a:solidFill>
              </p:grpSpPr>
              <p:sp>
                <p:nvSpPr>
                  <p:cNvPr id="15369" name="Forme libre : forme 15368">
                    <a:extLst>
                      <a:ext uri="{FF2B5EF4-FFF2-40B4-BE49-F238E27FC236}">
                        <a16:creationId xmlns:a16="http://schemas.microsoft.com/office/drawing/2014/main" id="{DA5CFC4F-5A7E-4CAF-A5DC-E691F69FEDEB}"/>
                      </a:ext>
                    </a:extLst>
                  </p:cNvPr>
                  <p:cNvSpPr/>
                  <p:nvPr/>
                </p:nvSpPr>
                <p:spPr>
                  <a:xfrm rot="-3200595">
                    <a:off x="7227089" y="3890413"/>
                    <a:ext cx="165920" cy="160395"/>
                  </a:xfrm>
                  <a:custGeom>
                    <a:avLst/>
                    <a:gdLst>
                      <a:gd name="connsiteX0" fmla="*/ 165920 w 165920"/>
                      <a:gd name="connsiteY0" fmla="*/ 80198 h 160395"/>
                      <a:gd name="connsiteX1" fmla="*/ 82960 w 165920"/>
                      <a:gd name="connsiteY1" fmla="*/ 160396 h 160395"/>
                      <a:gd name="connsiteX2" fmla="*/ 0 w 165920"/>
                      <a:gd name="connsiteY2" fmla="*/ 80198 h 160395"/>
                      <a:gd name="connsiteX3" fmla="*/ 82960 w 165920"/>
                      <a:gd name="connsiteY3" fmla="*/ 0 h 160395"/>
                      <a:gd name="connsiteX4" fmla="*/ 165920 w 165920"/>
                      <a:gd name="connsiteY4" fmla="*/ 80198 h 160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0" h="160395">
                        <a:moveTo>
                          <a:pt x="165920" y="80198"/>
                        </a:moveTo>
                        <a:cubicBezTo>
                          <a:pt x="165920" y="124490"/>
                          <a:pt x="128778" y="160396"/>
                          <a:pt x="82960" y="160396"/>
                        </a:cubicBezTo>
                        <a:cubicBezTo>
                          <a:pt x="37142" y="160396"/>
                          <a:pt x="0" y="124490"/>
                          <a:pt x="0" y="80198"/>
                        </a:cubicBezTo>
                        <a:cubicBezTo>
                          <a:pt x="0" y="35906"/>
                          <a:pt x="37142" y="0"/>
                          <a:pt x="82960" y="0"/>
                        </a:cubicBezTo>
                        <a:cubicBezTo>
                          <a:pt x="128777" y="0"/>
                          <a:pt x="165920" y="35906"/>
                          <a:pt x="165920" y="80198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70" name="Forme libre : forme 15369">
                    <a:extLst>
                      <a:ext uri="{FF2B5EF4-FFF2-40B4-BE49-F238E27FC236}">
                        <a16:creationId xmlns:a16="http://schemas.microsoft.com/office/drawing/2014/main" id="{FBF5C7A5-9442-47BC-87D6-D396B2E748CA}"/>
                      </a:ext>
                    </a:extLst>
                  </p:cNvPr>
                  <p:cNvSpPr/>
                  <p:nvPr/>
                </p:nvSpPr>
                <p:spPr>
                  <a:xfrm>
                    <a:off x="7230723" y="3888551"/>
                    <a:ext cx="160476" cy="119377"/>
                  </a:xfrm>
                  <a:custGeom>
                    <a:avLst/>
                    <a:gdLst>
                      <a:gd name="connsiteX0" fmla="*/ 0 w 160476"/>
                      <a:gd name="connsiteY0" fmla="*/ 68228 h 119377"/>
                      <a:gd name="connsiteX1" fmla="*/ 6572 w 160476"/>
                      <a:gd name="connsiteY1" fmla="*/ 57751 h 119377"/>
                      <a:gd name="connsiteX2" fmla="*/ 120396 w 160476"/>
                      <a:gd name="connsiteY2" fmla="*/ 39082 h 119377"/>
                      <a:gd name="connsiteX3" fmla="*/ 150304 w 160476"/>
                      <a:gd name="connsiteY3" fmla="*/ 119377 h 119377"/>
                      <a:gd name="connsiteX4" fmla="*/ 128873 w 160476"/>
                      <a:gd name="connsiteY4" fmla="*/ 15460 h 119377"/>
                      <a:gd name="connsiteX5" fmla="*/ 15050 w 160476"/>
                      <a:gd name="connsiteY5" fmla="*/ 34129 h 119377"/>
                      <a:gd name="connsiteX6" fmla="*/ 0 w 160476"/>
                      <a:gd name="connsiteY6" fmla="*/ 68228 h 119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0476" h="119377">
                        <a:moveTo>
                          <a:pt x="0" y="68228"/>
                        </a:moveTo>
                        <a:cubicBezTo>
                          <a:pt x="1905" y="64609"/>
                          <a:pt x="4096" y="61084"/>
                          <a:pt x="6572" y="57751"/>
                        </a:cubicBezTo>
                        <a:cubicBezTo>
                          <a:pt x="33909" y="20984"/>
                          <a:pt x="84773" y="12793"/>
                          <a:pt x="120396" y="39082"/>
                        </a:cubicBezTo>
                        <a:cubicBezTo>
                          <a:pt x="148304" y="59560"/>
                          <a:pt x="160211" y="94232"/>
                          <a:pt x="150304" y="119377"/>
                        </a:cubicBezTo>
                        <a:cubicBezTo>
                          <a:pt x="169450" y="83849"/>
                          <a:pt x="161163" y="39463"/>
                          <a:pt x="128873" y="15460"/>
                        </a:cubicBezTo>
                        <a:cubicBezTo>
                          <a:pt x="93345" y="-11020"/>
                          <a:pt x="42386" y="-2638"/>
                          <a:pt x="15050" y="34129"/>
                        </a:cubicBezTo>
                        <a:cubicBezTo>
                          <a:pt x="7334" y="44606"/>
                          <a:pt x="2381" y="56322"/>
                          <a:pt x="0" y="68228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71" name="Forme libre : forme 15370">
                    <a:extLst>
                      <a:ext uri="{FF2B5EF4-FFF2-40B4-BE49-F238E27FC236}">
                        <a16:creationId xmlns:a16="http://schemas.microsoft.com/office/drawing/2014/main" id="{132A9962-A213-426B-A2D3-3D387ADEB008}"/>
                      </a:ext>
                    </a:extLst>
                  </p:cNvPr>
                  <p:cNvSpPr/>
                  <p:nvPr/>
                </p:nvSpPr>
                <p:spPr>
                  <a:xfrm rot="-845260">
                    <a:off x="7269693" y="3974642"/>
                    <a:ext cx="83817" cy="71245"/>
                  </a:xfrm>
                  <a:custGeom>
                    <a:avLst/>
                    <a:gdLst>
                      <a:gd name="connsiteX0" fmla="*/ 83818 w 83817"/>
                      <a:gd name="connsiteY0" fmla="*/ 35623 h 71245"/>
                      <a:gd name="connsiteX1" fmla="*/ 41909 w 83817"/>
                      <a:gd name="connsiteY1" fmla="*/ 71245 h 71245"/>
                      <a:gd name="connsiteX2" fmla="*/ 0 w 83817"/>
                      <a:gd name="connsiteY2" fmla="*/ 35623 h 71245"/>
                      <a:gd name="connsiteX3" fmla="*/ 41909 w 83817"/>
                      <a:gd name="connsiteY3" fmla="*/ 0 h 71245"/>
                      <a:gd name="connsiteX4" fmla="*/ 83818 w 83817"/>
                      <a:gd name="connsiteY4" fmla="*/ 35623 h 71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17" h="71245">
                        <a:moveTo>
                          <a:pt x="83818" y="35623"/>
                        </a:moveTo>
                        <a:cubicBezTo>
                          <a:pt x="83818" y="55296"/>
                          <a:pt x="65055" y="71245"/>
                          <a:pt x="41909" y="71245"/>
                        </a:cubicBezTo>
                        <a:cubicBezTo>
                          <a:pt x="18763" y="71245"/>
                          <a:pt x="0" y="55296"/>
                          <a:pt x="0" y="35623"/>
                        </a:cubicBezTo>
                        <a:cubicBezTo>
                          <a:pt x="0" y="15949"/>
                          <a:pt x="18763" y="0"/>
                          <a:pt x="41909" y="0"/>
                        </a:cubicBezTo>
                        <a:cubicBezTo>
                          <a:pt x="65055" y="0"/>
                          <a:pt x="83818" y="15949"/>
                          <a:pt x="83818" y="35623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72" name="Forme libre : forme 15371">
                    <a:extLst>
                      <a:ext uri="{FF2B5EF4-FFF2-40B4-BE49-F238E27FC236}">
                        <a16:creationId xmlns:a16="http://schemas.microsoft.com/office/drawing/2014/main" id="{8DE5163B-FD70-4781-A6B9-CCC253DE0BDF}"/>
                      </a:ext>
                    </a:extLst>
                  </p:cNvPr>
                  <p:cNvSpPr/>
                  <p:nvPr/>
                </p:nvSpPr>
                <p:spPr>
                  <a:xfrm rot="-3200595">
                    <a:off x="7261416" y="4006808"/>
                    <a:ext cx="19239" cy="22097"/>
                  </a:xfrm>
                  <a:custGeom>
                    <a:avLst/>
                    <a:gdLst>
                      <a:gd name="connsiteX0" fmla="*/ 19240 w 19239"/>
                      <a:gd name="connsiteY0" fmla="*/ 11049 h 22097"/>
                      <a:gd name="connsiteX1" fmla="*/ 9620 w 19239"/>
                      <a:gd name="connsiteY1" fmla="*/ 22097 h 22097"/>
                      <a:gd name="connsiteX2" fmla="*/ 0 w 19239"/>
                      <a:gd name="connsiteY2" fmla="*/ 11049 h 22097"/>
                      <a:gd name="connsiteX3" fmla="*/ 9620 w 19239"/>
                      <a:gd name="connsiteY3" fmla="*/ 0 h 22097"/>
                      <a:gd name="connsiteX4" fmla="*/ 19240 w 19239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39" h="22097">
                        <a:moveTo>
                          <a:pt x="19240" y="11049"/>
                        </a:moveTo>
                        <a:cubicBezTo>
                          <a:pt x="19240" y="17151"/>
                          <a:pt x="14933" y="22097"/>
                          <a:pt x="9620" y="22097"/>
                        </a:cubicBezTo>
                        <a:cubicBezTo>
                          <a:pt x="4307" y="22097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0" y="4947"/>
                          <a:pt x="19240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373" name="Graphique 2">
                  <a:extLst>
                    <a:ext uri="{FF2B5EF4-FFF2-40B4-BE49-F238E27FC236}">
                      <a16:creationId xmlns:a16="http://schemas.microsoft.com/office/drawing/2014/main" id="{45AFAC38-743C-47B2-8AFD-0D6F68E7DA44}"/>
                    </a:ext>
                  </a:extLst>
                </p:cNvPr>
                <p:cNvGrpSpPr/>
                <p:nvPr/>
              </p:nvGrpSpPr>
              <p:grpSpPr>
                <a:xfrm>
                  <a:off x="7297438" y="3978936"/>
                  <a:ext cx="227731" cy="228864"/>
                  <a:chOff x="7297438" y="3978936"/>
                  <a:chExt cx="227731" cy="228864"/>
                </a:xfrm>
                <a:solidFill>
                  <a:schemeClr val="accent1"/>
                </a:solidFill>
              </p:grpSpPr>
              <p:sp>
                <p:nvSpPr>
                  <p:cNvPr id="15374" name="Forme libre : forme 15373">
                    <a:extLst>
                      <a:ext uri="{FF2B5EF4-FFF2-40B4-BE49-F238E27FC236}">
                        <a16:creationId xmlns:a16="http://schemas.microsoft.com/office/drawing/2014/main" id="{4688802F-5572-44B2-8BFE-A14A3183D10A}"/>
                      </a:ext>
                    </a:extLst>
                  </p:cNvPr>
                  <p:cNvSpPr/>
                  <p:nvPr/>
                </p:nvSpPr>
                <p:spPr>
                  <a:xfrm rot="-3200595">
                    <a:off x="7328344" y="4013171"/>
                    <a:ext cx="165920" cy="160395"/>
                  </a:xfrm>
                  <a:custGeom>
                    <a:avLst/>
                    <a:gdLst>
                      <a:gd name="connsiteX0" fmla="*/ 165920 w 165920"/>
                      <a:gd name="connsiteY0" fmla="*/ 80198 h 160395"/>
                      <a:gd name="connsiteX1" fmla="*/ 82960 w 165920"/>
                      <a:gd name="connsiteY1" fmla="*/ 160396 h 160395"/>
                      <a:gd name="connsiteX2" fmla="*/ 0 w 165920"/>
                      <a:gd name="connsiteY2" fmla="*/ 80198 h 160395"/>
                      <a:gd name="connsiteX3" fmla="*/ 82960 w 165920"/>
                      <a:gd name="connsiteY3" fmla="*/ 0 h 160395"/>
                      <a:gd name="connsiteX4" fmla="*/ 165920 w 165920"/>
                      <a:gd name="connsiteY4" fmla="*/ 80198 h 160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0" h="160395">
                        <a:moveTo>
                          <a:pt x="165920" y="80198"/>
                        </a:moveTo>
                        <a:cubicBezTo>
                          <a:pt x="165920" y="124490"/>
                          <a:pt x="128778" y="160396"/>
                          <a:pt x="82960" y="160396"/>
                        </a:cubicBezTo>
                        <a:cubicBezTo>
                          <a:pt x="37142" y="160396"/>
                          <a:pt x="0" y="124490"/>
                          <a:pt x="0" y="80198"/>
                        </a:cubicBezTo>
                        <a:cubicBezTo>
                          <a:pt x="0" y="35906"/>
                          <a:pt x="37142" y="0"/>
                          <a:pt x="82960" y="0"/>
                        </a:cubicBezTo>
                        <a:cubicBezTo>
                          <a:pt x="128777" y="0"/>
                          <a:pt x="165920" y="35906"/>
                          <a:pt x="165920" y="80198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75" name="Forme libre : forme 15374">
                    <a:extLst>
                      <a:ext uri="{FF2B5EF4-FFF2-40B4-BE49-F238E27FC236}">
                        <a16:creationId xmlns:a16="http://schemas.microsoft.com/office/drawing/2014/main" id="{7BCAA73D-FDE2-4FF0-9998-77302B38BCDC}"/>
                      </a:ext>
                    </a:extLst>
                  </p:cNvPr>
                  <p:cNvSpPr/>
                  <p:nvPr/>
                </p:nvSpPr>
                <p:spPr>
                  <a:xfrm>
                    <a:off x="7331974" y="4011328"/>
                    <a:ext cx="160476" cy="119377"/>
                  </a:xfrm>
                  <a:custGeom>
                    <a:avLst/>
                    <a:gdLst>
                      <a:gd name="connsiteX0" fmla="*/ 0 w 160476"/>
                      <a:gd name="connsiteY0" fmla="*/ 68228 h 119377"/>
                      <a:gd name="connsiteX1" fmla="*/ 6572 w 160476"/>
                      <a:gd name="connsiteY1" fmla="*/ 57751 h 119377"/>
                      <a:gd name="connsiteX2" fmla="*/ 120396 w 160476"/>
                      <a:gd name="connsiteY2" fmla="*/ 39082 h 119377"/>
                      <a:gd name="connsiteX3" fmla="*/ 150304 w 160476"/>
                      <a:gd name="connsiteY3" fmla="*/ 119378 h 119377"/>
                      <a:gd name="connsiteX4" fmla="*/ 128873 w 160476"/>
                      <a:gd name="connsiteY4" fmla="*/ 15460 h 119377"/>
                      <a:gd name="connsiteX5" fmla="*/ 15050 w 160476"/>
                      <a:gd name="connsiteY5" fmla="*/ 34129 h 119377"/>
                      <a:gd name="connsiteX6" fmla="*/ 0 w 160476"/>
                      <a:gd name="connsiteY6" fmla="*/ 68228 h 119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0476" h="119377">
                        <a:moveTo>
                          <a:pt x="0" y="68228"/>
                        </a:moveTo>
                        <a:cubicBezTo>
                          <a:pt x="1905" y="64609"/>
                          <a:pt x="4096" y="61084"/>
                          <a:pt x="6572" y="57751"/>
                        </a:cubicBezTo>
                        <a:cubicBezTo>
                          <a:pt x="33909" y="20984"/>
                          <a:pt x="84772" y="12793"/>
                          <a:pt x="120396" y="39082"/>
                        </a:cubicBezTo>
                        <a:cubicBezTo>
                          <a:pt x="148304" y="59561"/>
                          <a:pt x="160210" y="94231"/>
                          <a:pt x="150304" y="119378"/>
                        </a:cubicBezTo>
                        <a:cubicBezTo>
                          <a:pt x="169450" y="83849"/>
                          <a:pt x="161163" y="39463"/>
                          <a:pt x="128873" y="15460"/>
                        </a:cubicBezTo>
                        <a:cubicBezTo>
                          <a:pt x="93345" y="-11020"/>
                          <a:pt x="42386" y="-2638"/>
                          <a:pt x="15050" y="34129"/>
                        </a:cubicBezTo>
                        <a:cubicBezTo>
                          <a:pt x="7334" y="44606"/>
                          <a:pt x="2381" y="56322"/>
                          <a:pt x="0" y="68228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76" name="Forme libre : forme 15375">
                    <a:extLst>
                      <a:ext uri="{FF2B5EF4-FFF2-40B4-BE49-F238E27FC236}">
                        <a16:creationId xmlns:a16="http://schemas.microsoft.com/office/drawing/2014/main" id="{74B3B93A-08E6-4AEC-B308-8ABC5D27E485}"/>
                      </a:ext>
                    </a:extLst>
                  </p:cNvPr>
                  <p:cNvSpPr/>
                  <p:nvPr/>
                </p:nvSpPr>
                <p:spPr>
                  <a:xfrm rot="-845260">
                    <a:off x="7370946" y="4097413"/>
                    <a:ext cx="83817" cy="71245"/>
                  </a:xfrm>
                  <a:custGeom>
                    <a:avLst/>
                    <a:gdLst>
                      <a:gd name="connsiteX0" fmla="*/ 83818 w 83817"/>
                      <a:gd name="connsiteY0" fmla="*/ 35623 h 71245"/>
                      <a:gd name="connsiteX1" fmla="*/ 41909 w 83817"/>
                      <a:gd name="connsiteY1" fmla="*/ 71245 h 71245"/>
                      <a:gd name="connsiteX2" fmla="*/ 0 w 83817"/>
                      <a:gd name="connsiteY2" fmla="*/ 35623 h 71245"/>
                      <a:gd name="connsiteX3" fmla="*/ 41909 w 83817"/>
                      <a:gd name="connsiteY3" fmla="*/ 0 h 71245"/>
                      <a:gd name="connsiteX4" fmla="*/ 83818 w 83817"/>
                      <a:gd name="connsiteY4" fmla="*/ 35623 h 71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17" h="71245">
                        <a:moveTo>
                          <a:pt x="83818" y="35623"/>
                        </a:moveTo>
                        <a:cubicBezTo>
                          <a:pt x="83818" y="55297"/>
                          <a:pt x="65055" y="71245"/>
                          <a:pt x="41909" y="71245"/>
                        </a:cubicBezTo>
                        <a:cubicBezTo>
                          <a:pt x="18763" y="71245"/>
                          <a:pt x="0" y="55296"/>
                          <a:pt x="0" y="35623"/>
                        </a:cubicBezTo>
                        <a:cubicBezTo>
                          <a:pt x="0" y="15949"/>
                          <a:pt x="18763" y="0"/>
                          <a:pt x="41909" y="0"/>
                        </a:cubicBezTo>
                        <a:cubicBezTo>
                          <a:pt x="65055" y="0"/>
                          <a:pt x="83818" y="15949"/>
                          <a:pt x="83818" y="35623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77" name="Forme libre : forme 15376">
                    <a:extLst>
                      <a:ext uri="{FF2B5EF4-FFF2-40B4-BE49-F238E27FC236}">
                        <a16:creationId xmlns:a16="http://schemas.microsoft.com/office/drawing/2014/main" id="{3E1566D1-4E12-467A-81FE-B06E3A45FC14}"/>
                      </a:ext>
                    </a:extLst>
                  </p:cNvPr>
                  <p:cNvSpPr/>
                  <p:nvPr/>
                </p:nvSpPr>
                <p:spPr>
                  <a:xfrm rot="-3200595">
                    <a:off x="7362624" y="4129642"/>
                    <a:ext cx="19239" cy="22097"/>
                  </a:xfrm>
                  <a:custGeom>
                    <a:avLst/>
                    <a:gdLst>
                      <a:gd name="connsiteX0" fmla="*/ 19240 w 19239"/>
                      <a:gd name="connsiteY0" fmla="*/ 11049 h 22097"/>
                      <a:gd name="connsiteX1" fmla="*/ 9620 w 19239"/>
                      <a:gd name="connsiteY1" fmla="*/ 22097 h 22097"/>
                      <a:gd name="connsiteX2" fmla="*/ 0 w 19239"/>
                      <a:gd name="connsiteY2" fmla="*/ 11049 h 22097"/>
                      <a:gd name="connsiteX3" fmla="*/ 9620 w 19239"/>
                      <a:gd name="connsiteY3" fmla="*/ 0 h 22097"/>
                      <a:gd name="connsiteX4" fmla="*/ 19240 w 19239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39" h="22097">
                        <a:moveTo>
                          <a:pt x="19240" y="11049"/>
                        </a:moveTo>
                        <a:cubicBezTo>
                          <a:pt x="19240" y="17151"/>
                          <a:pt x="14933" y="22097"/>
                          <a:pt x="9620" y="22097"/>
                        </a:cubicBezTo>
                        <a:cubicBezTo>
                          <a:pt x="4307" y="22097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0" y="4947"/>
                          <a:pt x="19240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378" name="Graphique 2">
                  <a:extLst>
                    <a:ext uri="{FF2B5EF4-FFF2-40B4-BE49-F238E27FC236}">
                      <a16:creationId xmlns:a16="http://schemas.microsoft.com/office/drawing/2014/main" id="{DE4508B5-D723-487C-A1E7-65E01F65B0CC}"/>
                    </a:ext>
                  </a:extLst>
                </p:cNvPr>
                <p:cNvGrpSpPr/>
                <p:nvPr/>
              </p:nvGrpSpPr>
              <p:grpSpPr>
                <a:xfrm>
                  <a:off x="7322663" y="3858598"/>
                  <a:ext cx="227731" cy="228864"/>
                  <a:chOff x="7322663" y="3858598"/>
                  <a:chExt cx="227731" cy="228864"/>
                </a:xfrm>
                <a:solidFill>
                  <a:schemeClr val="accent1"/>
                </a:solidFill>
              </p:grpSpPr>
              <p:sp>
                <p:nvSpPr>
                  <p:cNvPr id="15379" name="Forme libre : forme 15378">
                    <a:extLst>
                      <a:ext uri="{FF2B5EF4-FFF2-40B4-BE49-F238E27FC236}">
                        <a16:creationId xmlns:a16="http://schemas.microsoft.com/office/drawing/2014/main" id="{C9F0B180-BAC2-44AC-9733-8948E58AEB60}"/>
                      </a:ext>
                    </a:extLst>
                  </p:cNvPr>
                  <p:cNvSpPr/>
                  <p:nvPr/>
                </p:nvSpPr>
                <p:spPr>
                  <a:xfrm rot="-3200595">
                    <a:off x="7353569" y="3892832"/>
                    <a:ext cx="165920" cy="160395"/>
                  </a:xfrm>
                  <a:custGeom>
                    <a:avLst/>
                    <a:gdLst>
                      <a:gd name="connsiteX0" fmla="*/ 165920 w 165920"/>
                      <a:gd name="connsiteY0" fmla="*/ 80198 h 160395"/>
                      <a:gd name="connsiteX1" fmla="*/ 82960 w 165920"/>
                      <a:gd name="connsiteY1" fmla="*/ 160396 h 160395"/>
                      <a:gd name="connsiteX2" fmla="*/ 0 w 165920"/>
                      <a:gd name="connsiteY2" fmla="*/ 80198 h 160395"/>
                      <a:gd name="connsiteX3" fmla="*/ 82960 w 165920"/>
                      <a:gd name="connsiteY3" fmla="*/ 0 h 160395"/>
                      <a:gd name="connsiteX4" fmla="*/ 165920 w 165920"/>
                      <a:gd name="connsiteY4" fmla="*/ 80198 h 160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0" h="160395">
                        <a:moveTo>
                          <a:pt x="165920" y="80198"/>
                        </a:moveTo>
                        <a:cubicBezTo>
                          <a:pt x="165920" y="124490"/>
                          <a:pt x="128778" y="160396"/>
                          <a:pt x="82960" y="160396"/>
                        </a:cubicBezTo>
                        <a:cubicBezTo>
                          <a:pt x="37142" y="160396"/>
                          <a:pt x="0" y="124490"/>
                          <a:pt x="0" y="80198"/>
                        </a:cubicBezTo>
                        <a:cubicBezTo>
                          <a:pt x="0" y="35906"/>
                          <a:pt x="37142" y="0"/>
                          <a:pt x="82960" y="0"/>
                        </a:cubicBezTo>
                        <a:cubicBezTo>
                          <a:pt x="128777" y="0"/>
                          <a:pt x="165920" y="35906"/>
                          <a:pt x="165920" y="80198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80" name="Forme libre : forme 15379">
                    <a:extLst>
                      <a:ext uri="{FF2B5EF4-FFF2-40B4-BE49-F238E27FC236}">
                        <a16:creationId xmlns:a16="http://schemas.microsoft.com/office/drawing/2014/main" id="{03194F25-30B2-40FD-B6CB-2E495BD9B500}"/>
                      </a:ext>
                    </a:extLst>
                  </p:cNvPr>
                  <p:cNvSpPr/>
                  <p:nvPr/>
                </p:nvSpPr>
                <p:spPr>
                  <a:xfrm>
                    <a:off x="7357215" y="3891123"/>
                    <a:ext cx="160523" cy="119377"/>
                  </a:xfrm>
                  <a:custGeom>
                    <a:avLst/>
                    <a:gdLst>
                      <a:gd name="connsiteX0" fmla="*/ 128969 w 160523"/>
                      <a:gd name="connsiteY0" fmla="*/ 15460 h 119377"/>
                      <a:gd name="connsiteX1" fmla="*/ 15145 w 160523"/>
                      <a:gd name="connsiteY1" fmla="*/ 34129 h 119377"/>
                      <a:gd name="connsiteX2" fmla="*/ 0 w 160523"/>
                      <a:gd name="connsiteY2" fmla="*/ 68228 h 119377"/>
                      <a:gd name="connsiteX3" fmla="*/ 6572 w 160523"/>
                      <a:gd name="connsiteY3" fmla="*/ 57751 h 119377"/>
                      <a:gd name="connsiteX4" fmla="*/ 120396 w 160523"/>
                      <a:gd name="connsiteY4" fmla="*/ 39082 h 119377"/>
                      <a:gd name="connsiteX5" fmla="*/ 150304 w 160523"/>
                      <a:gd name="connsiteY5" fmla="*/ 119377 h 119377"/>
                      <a:gd name="connsiteX6" fmla="*/ 128969 w 160523"/>
                      <a:gd name="connsiteY6" fmla="*/ 15460 h 119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0523" h="119377">
                        <a:moveTo>
                          <a:pt x="128969" y="15460"/>
                        </a:moveTo>
                        <a:cubicBezTo>
                          <a:pt x="93440" y="-11020"/>
                          <a:pt x="42482" y="-2638"/>
                          <a:pt x="15145" y="34129"/>
                        </a:cubicBezTo>
                        <a:cubicBezTo>
                          <a:pt x="7334" y="44606"/>
                          <a:pt x="2381" y="56322"/>
                          <a:pt x="0" y="68228"/>
                        </a:cubicBezTo>
                        <a:cubicBezTo>
                          <a:pt x="1905" y="64609"/>
                          <a:pt x="4096" y="61084"/>
                          <a:pt x="6572" y="57751"/>
                        </a:cubicBezTo>
                        <a:cubicBezTo>
                          <a:pt x="33909" y="20984"/>
                          <a:pt x="84773" y="12793"/>
                          <a:pt x="120396" y="39082"/>
                        </a:cubicBezTo>
                        <a:cubicBezTo>
                          <a:pt x="148304" y="59560"/>
                          <a:pt x="160211" y="94231"/>
                          <a:pt x="150304" y="119377"/>
                        </a:cubicBezTo>
                        <a:cubicBezTo>
                          <a:pt x="169545" y="83849"/>
                          <a:pt x="161163" y="39463"/>
                          <a:pt x="128969" y="1546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81" name="Forme libre : forme 15380">
                    <a:extLst>
                      <a:ext uri="{FF2B5EF4-FFF2-40B4-BE49-F238E27FC236}">
                        <a16:creationId xmlns:a16="http://schemas.microsoft.com/office/drawing/2014/main" id="{FB6C0436-0514-4A3E-8DA5-0F7E814607FC}"/>
                      </a:ext>
                    </a:extLst>
                  </p:cNvPr>
                  <p:cNvSpPr/>
                  <p:nvPr/>
                </p:nvSpPr>
                <p:spPr>
                  <a:xfrm rot="-845260">
                    <a:off x="7396181" y="3977208"/>
                    <a:ext cx="83817" cy="71245"/>
                  </a:xfrm>
                  <a:custGeom>
                    <a:avLst/>
                    <a:gdLst>
                      <a:gd name="connsiteX0" fmla="*/ 83818 w 83817"/>
                      <a:gd name="connsiteY0" fmla="*/ 35622 h 71245"/>
                      <a:gd name="connsiteX1" fmla="*/ 41909 w 83817"/>
                      <a:gd name="connsiteY1" fmla="*/ 71245 h 71245"/>
                      <a:gd name="connsiteX2" fmla="*/ 0 w 83817"/>
                      <a:gd name="connsiteY2" fmla="*/ 35622 h 71245"/>
                      <a:gd name="connsiteX3" fmla="*/ 41909 w 83817"/>
                      <a:gd name="connsiteY3" fmla="*/ 0 h 71245"/>
                      <a:gd name="connsiteX4" fmla="*/ 83818 w 83817"/>
                      <a:gd name="connsiteY4" fmla="*/ 35622 h 71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17" h="71245">
                        <a:moveTo>
                          <a:pt x="83818" y="35622"/>
                        </a:moveTo>
                        <a:cubicBezTo>
                          <a:pt x="83818" y="55296"/>
                          <a:pt x="65055" y="71245"/>
                          <a:pt x="41909" y="71245"/>
                        </a:cubicBezTo>
                        <a:cubicBezTo>
                          <a:pt x="18763" y="71245"/>
                          <a:pt x="0" y="55296"/>
                          <a:pt x="0" y="35622"/>
                        </a:cubicBezTo>
                        <a:cubicBezTo>
                          <a:pt x="0" y="15949"/>
                          <a:pt x="18763" y="0"/>
                          <a:pt x="41909" y="0"/>
                        </a:cubicBezTo>
                        <a:cubicBezTo>
                          <a:pt x="65055" y="0"/>
                          <a:pt x="83818" y="15949"/>
                          <a:pt x="83818" y="3562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82" name="Forme libre : forme 15381">
                    <a:extLst>
                      <a:ext uri="{FF2B5EF4-FFF2-40B4-BE49-F238E27FC236}">
                        <a16:creationId xmlns:a16="http://schemas.microsoft.com/office/drawing/2014/main" id="{B33E02EC-26FB-4D7B-B916-ADE7FCA624CF}"/>
                      </a:ext>
                    </a:extLst>
                  </p:cNvPr>
                  <p:cNvSpPr/>
                  <p:nvPr/>
                </p:nvSpPr>
                <p:spPr>
                  <a:xfrm rot="-3200595">
                    <a:off x="7387839" y="4009436"/>
                    <a:ext cx="19239" cy="22097"/>
                  </a:xfrm>
                  <a:custGeom>
                    <a:avLst/>
                    <a:gdLst>
                      <a:gd name="connsiteX0" fmla="*/ 19240 w 19239"/>
                      <a:gd name="connsiteY0" fmla="*/ 11049 h 22097"/>
                      <a:gd name="connsiteX1" fmla="*/ 9620 w 19239"/>
                      <a:gd name="connsiteY1" fmla="*/ 22097 h 22097"/>
                      <a:gd name="connsiteX2" fmla="*/ 0 w 19239"/>
                      <a:gd name="connsiteY2" fmla="*/ 11049 h 22097"/>
                      <a:gd name="connsiteX3" fmla="*/ 9620 w 19239"/>
                      <a:gd name="connsiteY3" fmla="*/ 0 h 22097"/>
                      <a:gd name="connsiteX4" fmla="*/ 19240 w 19239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39" h="22097">
                        <a:moveTo>
                          <a:pt x="19240" y="11049"/>
                        </a:moveTo>
                        <a:cubicBezTo>
                          <a:pt x="19240" y="17151"/>
                          <a:pt x="14933" y="22097"/>
                          <a:pt x="9620" y="22097"/>
                        </a:cubicBezTo>
                        <a:cubicBezTo>
                          <a:pt x="4307" y="22097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0" y="4947"/>
                          <a:pt x="19240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sp>
            <p:nvSpPr>
              <p:cNvPr id="15383" name="Forme libre : forme 15382">
                <a:extLst>
                  <a:ext uri="{FF2B5EF4-FFF2-40B4-BE49-F238E27FC236}">
                    <a16:creationId xmlns:a16="http://schemas.microsoft.com/office/drawing/2014/main" id="{C9B7CA98-77E3-4E56-925D-6377F2CB9C3A}"/>
                  </a:ext>
                </a:extLst>
              </p:cNvPr>
              <p:cNvSpPr/>
              <p:nvPr/>
            </p:nvSpPr>
            <p:spPr>
              <a:xfrm>
                <a:off x="7382265" y="3849052"/>
                <a:ext cx="83820" cy="63245"/>
              </a:xfrm>
              <a:custGeom>
                <a:avLst/>
                <a:gdLst>
                  <a:gd name="connsiteX0" fmla="*/ 75152 w 83820"/>
                  <a:gd name="connsiteY0" fmla="*/ 953 h 63245"/>
                  <a:gd name="connsiteX1" fmla="*/ 31242 w 83820"/>
                  <a:gd name="connsiteY1" fmla="*/ 30480 h 63245"/>
                  <a:gd name="connsiteX2" fmla="*/ 0 w 83820"/>
                  <a:gd name="connsiteY2" fmla="*/ 63246 h 63245"/>
                  <a:gd name="connsiteX3" fmla="*/ 15812 w 83820"/>
                  <a:gd name="connsiteY3" fmla="*/ 49054 h 63245"/>
                  <a:gd name="connsiteX4" fmla="*/ 34290 w 83820"/>
                  <a:gd name="connsiteY4" fmla="*/ 33814 h 63245"/>
                  <a:gd name="connsiteX5" fmla="*/ 74390 w 83820"/>
                  <a:gd name="connsiteY5" fmla="*/ 8572 h 63245"/>
                  <a:gd name="connsiteX6" fmla="*/ 83820 w 83820"/>
                  <a:gd name="connsiteY6" fmla="*/ 3810 h 63245"/>
                  <a:gd name="connsiteX7" fmla="*/ 76867 w 83820"/>
                  <a:gd name="connsiteY7" fmla="*/ 0 h 63245"/>
                  <a:gd name="connsiteX8" fmla="*/ 75152 w 83820"/>
                  <a:gd name="connsiteY8" fmla="*/ 953 h 6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3820" h="63245">
                    <a:moveTo>
                      <a:pt x="75152" y="953"/>
                    </a:moveTo>
                    <a:cubicBezTo>
                      <a:pt x="59912" y="9906"/>
                      <a:pt x="45529" y="20098"/>
                      <a:pt x="31242" y="30480"/>
                    </a:cubicBezTo>
                    <a:cubicBezTo>
                      <a:pt x="19907" y="38671"/>
                      <a:pt x="4477" y="49244"/>
                      <a:pt x="0" y="63246"/>
                    </a:cubicBezTo>
                    <a:cubicBezTo>
                      <a:pt x="4763" y="62579"/>
                      <a:pt x="12097" y="52388"/>
                      <a:pt x="15812" y="49054"/>
                    </a:cubicBezTo>
                    <a:cubicBezTo>
                      <a:pt x="21717" y="43720"/>
                      <a:pt x="27908" y="38671"/>
                      <a:pt x="34290" y="33814"/>
                    </a:cubicBezTo>
                    <a:cubicBezTo>
                      <a:pt x="46958" y="24289"/>
                      <a:pt x="60388" y="15812"/>
                      <a:pt x="74390" y="8572"/>
                    </a:cubicBezTo>
                    <a:cubicBezTo>
                      <a:pt x="77533" y="6953"/>
                      <a:pt x="80677" y="5334"/>
                      <a:pt x="83820" y="3810"/>
                    </a:cubicBezTo>
                    <a:cubicBezTo>
                      <a:pt x="81534" y="2476"/>
                      <a:pt x="79248" y="1238"/>
                      <a:pt x="76867" y="0"/>
                    </a:cubicBezTo>
                    <a:cubicBezTo>
                      <a:pt x="76391" y="286"/>
                      <a:pt x="75819" y="667"/>
                      <a:pt x="75152" y="953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84" name="Forme libre : forme 15383">
                <a:extLst>
                  <a:ext uri="{FF2B5EF4-FFF2-40B4-BE49-F238E27FC236}">
                    <a16:creationId xmlns:a16="http://schemas.microsoft.com/office/drawing/2014/main" id="{5F687096-4AA2-4863-B584-7261D402BDF0}"/>
                  </a:ext>
                </a:extLst>
              </p:cNvPr>
              <p:cNvSpPr/>
              <p:nvPr/>
            </p:nvSpPr>
            <p:spPr>
              <a:xfrm>
                <a:off x="7501122" y="3938301"/>
                <a:ext cx="50688" cy="87617"/>
              </a:xfrm>
              <a:custGeom>
                <a:avLst/>
                <a:gdLst>
                  <a:gd name="connsiteX0" fmla="*/ 12494 w 50688"/>
                  <a:gd name="connsiteY0" fmla="*/ 70009 h 87617"/>
                  <a:gd name="connsiteX1" fmla="*/ 16 w 50688"/>
                  <a:gd name="connsiteY1" fmla="*/ 86106 h 87617"/>
                  <a:gd name="connsiteX2" fmla="*/ 12017 w 50688"/>
                  <a:gd name="connsiteY2" fmla="*/ 77724 h 87617"/>
                  <a:gd name="connsiteX3" fmla="*/ 23352 w 50688"/>
                  <a:gd name="connsiteY3" fmla="*/ 59627 h 87617"/>
                  <a:gd name="connsiteX4" fmla="*/ 43259 w 50688"/>
                  <a:gd name="connsiteY4" fmla="*/ 20669 h 87617"/>
                  <a:gd name="connsiteX5" fmla="*/ 50689 w 50688"/>
                  <a:gd name="connsiteY5" fmla="*/ 2857 h 87617"/>
                  <a:gd name="connsiteX6" fmla="*/ 49355 w 50688"/>
                  <a:gd name="connsiteY6" fmla="*/ 0 h 87617"/>
                  <a:gd name="connsiteX7" fmla="*/ 25257 w 50688"/>
                  <a:gd name="connsiteY7" fmla="*/ 51340 h 87617"/>
                  <a:gd name="connsiteX8" fmla="*/ 12494 w 50688"/>
                  <a:gd name="connsiteY8" fmla="*/ 70009 h 87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688" h="87617">
                    <a:moveTo>
                      <a:pt x="12494" y="70009"/>
                    </a:moveTo>
                    <a:cubicBezTo>
                      <a:pt x="9922" y="73247"/>
                      <a:pt x="-460" y="82010"/>
                      <a:pt x="16" y="86106"/>
                    </a:cubicBezTo>
                    <a:cubicBezTo>
                      <a:pt x="683" y="91821"/>
                      <a:pt x="10589" y="79629"/>
                      <a:pt x="12017" y="77724"/>
                    </a:cubicBezTo>
                    <a:cubicBezTo>
                      <a:pt x="16399" y="72104"/>
                      <a:pt x="19923" y="65818"/>
                      <a:pt x="23352" y="59627"/>
                    </a:cubicBezTo>
                    <a:cubicBezTo>
                      <a:pt x="30401" y="46863"/>
                      <a:pt x="37354" y="34004"/>
                      <a:pt x="43259" y="20669"/>
                    </a:cubicBezTo>
                    <a:cubicBezTo>
                      <a:pt x="45831" y="14764"/>
                      <a:pt x="48212" y="8763"/>
                      <a:pt x="50689" y="2857"/>
                    </a:cubicBezTo>
                    <a:cubicBezTo>
                      <a:pt x="50308" y="1905"/>
                      <a:pt x="49832" y="953"/>
                      <a:pt x="49355" y="0"/>
                    </a:cubicBezTo>
                    <a:cubicBezTo>
                      <a:pt x="42116" y="17526"/>
                      <a:pt x="34973" y="35147"/>
                      <a:pt x="25257" y="51340"/>
                    </a:cubicBezTo>
                    <a:cubicBezTo>
                      <a:pt x="21352" y="57817"/>
                      <a:pt x="17161" y="64103"/>
                      <a:pt x="12494" y="70009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85" name="Forme libre : forme 15384">
                <a:extLst>
                  <a:ext uri="{FF2B5EF4-FFF2-40B4-BE49-F238E27FC236}">
                    <a16:creationId xmlns:a16="http://schemas.microsoft.com/office/drawing/2014/main" id="{02099B5A-12F3-4F72-8FFA-786144575BEC}"/>
                  </a:ext>
                </a:extLst>
              </p:cNvPr>
              <p:cNvSpPr/>
              <p:nvPr/>
            </p:nvSpPr>
            <p:spPr>
              <a:xfrm>
                <a:off x="7459418" y="3861529"/>
                <a:ext cx="84296" cy="92491"/>
              </a:xfrm>
              <a:custGeom>
                <a:avLst/>
                <a:gdLst>
                  <a:gd name="connsiteX0" fmla="*/ 20955 w 84296"/>
                  <a:gd name="connsiteY0" fmla="*/ 0 h 92491"/>
                  <a:gd name="connsiteX1" fmla="*/ 15050 w 84296"/>
                  <a:gd name="connsiteY1" fmla="*/ 4572 h 92491"/>
                  <a:gd name="connsiteX2" fmla="*/ 0 w 84296"/>
                  <a:gd name="connsiteY2" fmla="*/ 20003 h 92491"/>
                  <a:gd name="connsiteX3" fmla="*/ 16669 w 84296"/>
                  <a:gd name="connsiteY3" fmla="*/ 28289 h 92491"/>
                  <a:gd name="connsiteX4" fmla="*/ 61436 w 84296"/>
                  <a:gd name="connsiteY4" fmla="*/ 74009 h 92491"/>
                  <a:gd name="connsiteX5" fmla="*/ 70866 w 84296"/>
                  <a:gd name="connsiteY5" fmla="*/ 92488 h 92491"/>
                  <a:gd name="connsiteX6" fmla="*/ 82677 w 84296"/>
                  <a:gd name="connsiteY6" fmla="*/ 70009 h 92491"/>
                  <a:gd name="connsiteX7" fmla="*/ 84296 w 84296"/>
                  <a:gd name="connsiteY7" fmla="*/ 64103 h 92491"/>
                  <a:gd name="connsiteX8" fmla="*/ 20955 w 84296"/>
                  <a:gd name="connsiteY8" fmla="*/ 0 h 9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4296" h="92491">
                    <a:moveTo>
                      <a:pt x="20955" y="0"/>
                    </a:moveTo>
                    <a:cubicBezTo>
                      <a:pt x="18955" y="1524"/>
                      <a:pt x="17050" y="3048"/>
                      <a:pt x="15050" y="4572"/>
                    </a:cubicBezTo>
                    <a:cubicBezTo>
                      <a:pt x="9144" y="8858"/>
                      <a:pt x="2953" y="13335"/>
                      <a:pt x="0" y="20003"/>
                    </a:cubicBezTo>
                    <a:cubicBezTo>
                      <a:pt x="4763" y="24003"/>
                      <a:pt x="10954" y="25908"/>
                      <a:pt x="16669" y="28289"/>
                    </a:cubicBezTo>
                    <a:cubicBezTo>
                      <a:pt x="36862" y="36862"/>
                      <a:pt x="53340" y="53626"/>
                      <a:pt x="61436" y="74009"/>
                    </a:cubicBezTo>
                    <a:cubicBezTo>
                      <a:pt x="63151" y="78296"/>
                      <a:pt x="64008" y="92773"/>
                      <a:pt x="70866" y="92488"/>
                    </a:cubicBezTo>
                    <a:cubicBezTo>
                      <a:pt x="77914" y="92202"/>
                      <a:pt x="81343" y="75152"/>
                      <a:pt x="82677" y="70009"/>
                    </a:cubicBezTo>
                    <a:cubicBezTo>
                      <a:pt x="83248" y="68008"/>
                      <a:pt x="83725" y="66008"/>
                      <a:pt x="84296" y="64103"/>
                    </a:cubicBezTo>
                    <a:cubicBezTo>
                      <a:pt x="69056" y="38481"/>
                      <a:pt x="46863" y="17050"/>
                      <a:pt x="20955" y="0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86" name="Forme libre : forme 15385">
                <a:extLst>
                  <a:ext uri="{FF2B5EF4-FFF2-40B4-BE49-F238E27FC236}">
                    <a16:creationId xmlns:a16="http://schemas.microsoft.com/office/drawing/2014/main" id="{7E5B7E6E-350D-4EA6-89A9-6C70E159E769}"/>
                  </a:ext>
                </a:extLst>
              </p:cNvPr>
              <p:cNvSpPr/>
              <p:nvPr/>
            </p:nvSpPr>
            <p:spPr>
              <a:xfrm>
                <a:off x="7325496" y="3837812"/>
                <a:ext cx="125349" cy="66689"/>
              </a:xfrm>
              <a:custGeom>
                <a:avLst/>
                <a:gdLst>
                  <a:gd name="connsiteX0" fmla="*/ 14478 w 125349"/>
                  <a:gd name="connsiteY0" fmla="*/ 36671 h 66689"/>
                  <a:gd name="connsiteX1" fmla="*/ 0 w 125349"/>
                  <a:gd name="connsiteY1" fmla="*/ 43910 h 66689"/>
                  <a:gd name="connsiteX2" fmla="*/ 7906 w 125349"/>
                  <a:gd name="connsiteY2" fmla="*/ 48101 h 66689"/>
                  <a:gd name="connsiteX3" fmla="*/ 33147 w 125349"/>
                  <a:gd name="connsiteY3" fmla="*/ 59626 h 66689"/>
                  <a:gd name="connsiteX4" fmla="*/ 48197 w 125349"/>
                  <a:gd name="connsiteY4" fmla="*/ 66103 h 66689"/>
                  <a:gd name="connsiteX5" fmla="*/ 55055 w 125349"/>
                  <a:gd name="connsiteY5" fmla="*/ 58769 h 66689"/>
                  <a:gd name="connsiteX6" fmla="*/ 63722 w 125349"/>
                  <a:gd name="connsiteY6" fmla="*/ 49721 h 66689"/>
                  <a:gd name="connsiteX7" fmla="*/ 101632 w 125349"/>
                  <a:gd name="connsiteY7" fmla="*/ 20098 h 66689"/>
                  <a:gd name="connsiteX8" fmla="*/ 125159 w 125349"/>
                  <a:gd name="connsiteY8" fmla="*/ 6858 h 66689"/>
                  <a:gd name="connsiteX9" fmla="*/ 125349 w 125349"/>
                  <a:gd name="connsiteY9" fmla="*/ 6763 h 66689"/>
                  <a:gd name="connsiteX10" fmla="*/ 110395 w 125349"/>
                  <a:gd name="connsiteY10" fmla="*/ 0 h 66689"/>
                  <a:gd name="connsiteX11" fmla="*/ 14478 w 125349"/>
                  <a:gd name="connsiteY11" fmla="*/ 36671 h 66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5349" h="66689">
                    <a:moveTo>
                      <a:pt x="14478" y="36671"/>
                    </a:moveTo>
                    <a:cubicBezTo>
                      <a:pt x="9239" y="38195"/>
                      <a:pt x="3620" y="39814"/>
                      <a:pt x="0" y="43910"/>
                    </a:cubicBezTo>
                    <a:cubicBezTo>
                      <a:pt x="1619" y="46482"/>
                      <a:pt x="4953" y="47339"/>
                      <a:pt x="7906" y="48101"/>
                    </a:cubicBezTo>
                    <a:cubicBezTo>
                      <a:pt x="16955" y="50482"/>
                      <a:pt x="25527" y="54388"/>
                      <a:pt x="33147" y="59626"/>
                    </a:cubicBezTo>
                    <a:cubicBezTo>
                      <a:pt x="36862" y="62103"/>
                      <a:pt x="43244" y="68675"/>
                      <a:pt x="48197" y="66103"/>
                    </a:cubicBezTo>
                    <a:cubicBezTo>
                      <a:pt x="50959" y="64675"/>
                      <a:pt x="53054" y="61055"/>
                      <a:pt x="55055" y="58769"/>
                    </a:cubicBezTo>
                    <a:cubicBezTo>
                      <a:pt x="57817" y="55721"/>
                      <a:pt x="60770" y="52673"/>
                      <a:pt x="63722" y="49721"/>
                    </a:cubicBezTo>
                    <a:cubicBezTo>
                      <a:pt x="75248" y="38481"/>
                      <a:pt x="88106" y="28670"/>
                      <a:pt x="101632" y="20098"/>
                    </a:cubicBezTo>
                    <a:cubicBezTo>
                      <a:pt x="109252" y="15335"/>
                      <a:pt x="117062" y="10858"/>
                      <a:pt x="125159" y="6858"/>
                    </a:cubicBezTo>
                    <a:cubicBezTo>
                      <a:pt x="125254" y="6858"/>
                      <a:pt x="125254" y="6763"/>
                      <a:pt x="125349" y="6763"/>
                    </a:cubicBezTo>
                    <a:cubicBezTo>
                      <a:pt x="120491" y="4381"/>
                      <a:pt x="115443" y="2191"/>
                      <a:pt x="110395" y="0"/>
                    </a:cubicBezTo>
                    <a:cubicBezTo>
                      <a:pt x="78105" y="11049"/>
                      <a:pt x="47244" y="27051"/>
                      <a:pt x="14478" y="36671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87" name="Forme libre : forme 15386">
                <a:extLst>
                  <a:ext uri="{FF2B5EF4-FFF2-40B4-BE49-F238E27FC236}">
                    <a16:creationId xmlns:a16="http://schemas.microsoft.com/office/drawing/2014/main" id="{93E10BB7-7938-4333-B995-9A70F08F9AF1}"/>
                  </a:ext>
                </a:extLst>
              </p:cNvPr>
              <p:cNvSpPr/>
              <p:nvPr/>
            </p:nvSpPr>
            <p:spPr>
              <a:xfrm>
                <a:off x="7493672" y="3951445"/>
                <a:ext cx="64234" cy="142226"/>
              </a:xfrm>
              <a:custGeom>
                <a:avLst/>
                <a:gdLst>
                  <a:gd name="connsiteX0" fmla="*/ 42518 w 64234"/>
                  <a:gd name="connsiteY0" fmla="*/ 37719 h 142226"/>
                  <a:gd name="connsiteX1" fmla="*/ 34993 w 64234"/>
                  <a:gd name="connsiteY1" fmla="*/ 50768 h 142226"/>
                  <a:gd name="connsiteX2" fmla="*/ 20896 w 64234"/>
                  <a:gd name="connsiteY2" fmla="*/ 71628 h 142226"/>
                  <a:gd name="connsiteX3" fmla="*/ 8228 w 64234"/>
                  <a:gd name="connsiteY3" fmla="*/ 85344 h 142226"/>
                  <a:gd name="connsiteX4" fmla="*/ 417 w 64234"/>
                  <a:gd name="connsiteY4" fmla="*/ 95631 h 142226"/>
                  <a:gd name="connsiteX5" fmla="*/ 1465 w 64234"/>
                  <a:gd name="connsiteY5" fmla="*/ 105156 h 142226"/>
                  <a:gd name="connsiteX6" fmla="*/ 4608 w 64234"/>
                  <a:gd name="connsiteY6" fmla="*/ 121253 h 142226"/>
                  <a:gd name="connsiteX7" fmla="*/ 5561 w 64234"/>
                  <a:gd name="connsiteY7" fmla="*/ 139541 h 142226"/>
                  <a:gd name="connsiteX8" fmla="*/ 6989 w 64234"/>
                  <a:gd name="connsiteY8" fmla="*/ 142208 h 142226"/>
                  <a:gd name="connsiteX9" fmla="*/ 8704 w 64234"/>
                  <a:gd name="connsiteY9" fmla="*/ 141637 h 142226"/>
                  <a:gd name="connsiteX10" fmla="*/ 17848 w 64234"/>
                  <a:gd name="connsiteY10" fmla="*/ 130302 h 142226"/>
                  <a:gd name="connsiteX11" fmla="*/ 32516 w 64234"/>
                  <a:gd name="connsiteY11" fmla="*/ 104013 h 142226"/>
                  <a:gd name="connsiteX12" fmla="*/ 49757 w 64234"/>
                  <a:gd name="connsiteY12" fmla="*/ 57721 h 142226"/>
                  <a:gd name="connsiteX13" fmla="*/ 64235 w 64234"/>
                  <a:gd name="connsiteY13" fmla="*/ 5715 h 142226"/>
                  <a:gd name="connsiteX14" fmla="*/ 62234 w 64234"/>
                  <a:gd name="connsiteY14" fmla="*/ 0 h 142226"/>
                  <a:gd name="connsiteX15" fmla="*/ 50042 w 64234"/>
                  <a:gd name="connsiteY15" fmla="*/ 20574 h 142226"/>
                  <a:gd name="connsiteX16" fmla="*/ 42518 w 64234"/>
                  <a:gd name="connsiteY16" fmla="*/ 37719 h 142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4234" h="142226">
                    <a:moveTo>
                      <a:pt x="42518" y="37719"/>
                    </a:moveTo>
                    <a:cubicBezTo>
                      <a:pt x="40232" y="42196"/>
                      <a:pt x="37660" y="46482"/>
                      <a:pt x="34993" y="50768"/>
                    </a:cubicBezTo>
                    <a:cubicBezTo>
                      <a:pt x="30611" y="57912"/>
                      <a:pt x="26230" y="65151"/>
                      <a:pt x="20896" y="71628"/>
                    </a:cubicBezTo>
                    <a:cubicBezTo>
                      <a:pt x="16895" y="76390"/>
                      <a:pt x="12514" y="80772"/>
                      <a:pt x="8228" y="85344"/>
                    </a:cubicBezTo>
                    <a:cubicBezTo>
                      <a:pt x="5465" y="88297"/>
                      <a:pt x="1751" y="91630"/>
                      <a:pt x="417" y="95631"/>
                    </a:cubicBezTo>
                    <a:cubicBezTo>
                      <a:pt x="-631" y="98870"/>
                      <a:pt x="512" y="102013"/>
                      <a:pt x="1465" y="105156"/>
                    </a:cubicBezTo>
                    <a:cubicBezTo>
                      <a:pt x="3179" y="110490"/>
                      <a:pt x="4132" y="115729"/>
                      <a:pt x="4608" y="121253"/>
                    </a:cubicBezTo>
                    <a:cubicBezTo>
                      <a:pt x="5180" y="127349"/>
                      <a:pt x="5180" y="133445"/>
                      <a:pt x="5561" y="139541"/>
                    </a:cubicBezTo>
                    <a:cubicBezTo>
                      <a:pt x="5656" y="140684"/>
                      <a:pt x="5942" y="142018"/>
                      <a:pt x="6989" y="142208"/>
                    </a:cubicBezTo>
                    <a:cubicBezTo>
                      <a:pt x="7561" y="142304"/>
                      <a:pt x="8228" y="142018"/>
                      <a:pt x="8704" y="141637"/>
                    </a:cubicBezTo>
                    <a:cubicBezTo>
                      <a:pt x="12704" y="138779"/>
                      <a:pt x="15371" y="134493"/>
                      <a:pt x="17848" y="130302"/>
                    </a:cubicBezTo>
                    <a:cubicBezTo>
                      <a:pt x="22991" y="121729"/>
                      <a:pt x="28135" y="113062"/>
                      <a:pt x="32516" y="104013"/>
                    </a:cubicBezTo>
                    <a:cubicBezTo>
                      <a:pt x="39755" y="89154"/>
                      <a:pt x="44708" y="73438"/>
                      <a:pt x="49757" y="57721"/>
                    </a:cubicBezTo>
                    <a:cubicBezTo>
                      <a:pt x="55186" y="40576"/>
                      <a:pt x="60615" y="23336"/>
                      <a:pt x="64235" y="5715"/>
                    </a:cubicBezTo>
                    <a:cubicBezTo>
                      <a:pt x="63568" y="3810"/>
                      <a:pt x="62901" y="1905"/>
                      <a:pt x="62234" y="0"/>
                    </a:cubicBezTo>
                    <a:cubicBezTo>
                      <a:pt x="57662" y="6572"/>
                      <a:pt x="53471" y="13335"/>
                      <a:pt x="50042" y="20574"/>
                    </a:cubicBezTo>
                    <a:cubicBezTo>
                      <a:pt x="47661" y="26384"/>
                      <a:pt x="45375" y="32195"/>
                      <a:pt x="42518" y="37719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88" name="Forme libre : forme 15387">
                <a:extLst>
                  <a:ext uri="{FF2B5EF4-FFF2-40B4-BE49-F238E27FC236}">
                    <a16:creationId xmlns:a16="http://schemas.microsoft.com/office/drawing/2014/main" id="{D6379399-09FB-464A-8AD4-8CE6C8EF5F6F}"/>
                  </a:ext>
                </a:extLst>
              </p:cNvPr>
              <p:cNvSpPr/>
              <p:nvPr/>
            </p:nvSpPr>
            <p:spPr>
              <a:xfrm>
                <a:off x="7511925" y="3886389"/>
                <a:ext cx="21026" cy="32354"/>
              </a:xfrm>
              <a:custGeom>
                <a:avLst/>
                <a:gdLst>
                  <a:gd name="connsiteX0" fmla="*/ 71 w 21026"/>
                  <a:gd name="connsiteY0" fmla="*/ 0 h 32354"/>
                  <a:gd name="connsiteX1" fmla="*/ 71 w 21026"/>
                  <a:gd name="connsiteY1" fmla="*/ 3715 h 32354"/>
                  <a:gd name="connsiteX2" fmla="*/ 8453 w 21026"/>
                  <a:gd name="connsiteY2" fmla="*/ 30194 h 32354"/>
                  <a:gd name="connsiteX3" fmla="*/ 10358 w 21026"/>
                  <a:gd name="connsiteY3" fmla="*/ 32004 h 32354"/>
                  <a:gd name="connsiteX4" fmla="*/ 15311 w 21026"/>
                  <a:gd name="connsiteY4" fmla="*/ 31147 h 32354"/>
                  <a:gd name="connsiteX5" fmla="*/ 21027 w 21026"/>
                  <a:gd name="connsiteY5" fmla="*/ 23241 h 32354"/>
                  <a:gd name="connsiteX6" fmla="*/ 71 w 21026"/>
                  <a:gd name="connsiteY6" fmla="*/ 0 h 32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026" h="32354">
                    <a:moveTo>
                      <a:pt x="71" y="0"/>
                    </a:moveTo>
                    <a:cubicBezTo>
                      <a:pt x="-24" y="1238"/>
                      <a:pt x="-24" y="2477"/>
                      <a:pt x="71" y="3715"/>
                    </a:cubicBezTo>
                    <a:cubicBezTo>
                      <a:pt x="643" y="11906"/>
                      <a:pt x="3500" y="23432"/>
                      <a:pt x="8453" y="30194"/>
                    </a:cubicBezTo>
                    <a:cubicBezTo>
                      <a:pt x="9025" y="30956"/>
                      <a:pt x="9596" y="31623"/>
                      <a:pt x="10358" y="32004"/>
                    </a:cubicBezTo>
                    <a:cubicBezTo>
                      <a:pt x="11978" y="32766"/>
                      <a:pt x="13883" y="32195"/>
                      <a:pt x="15311" y="31147"/>
                    </a:cubicBezTo>
                    <a:cubicBezTo>
                      <a:pt x="18074" y="29242"/>
                      <a:pt x="19788" y="26289"/>
                      <a:pt x="21027" y="23241"/>
                    </a:cubicBezTo>
                    <a:cubicBezTo>
                      <a:pt x="14740" y="14954"/>
                      <a:pt x="7691" y="7239"/>
                      <a:pt x="71" y="0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389" name="Graphique 2">
              <a:extLst>
                <a:ext uri="{FF2B5EF4-FFF2-40B4-BE49-F238E27FC236}">
                  <a16:creationId xmlns:a16="http://schemas.microsoft.com/office/drawing/2014/main" id="{8293D76E-5D6B-4548-A01C-8CEEB0BE668F}"/>
                </a:ext>
              </a:extLst>
            </p:cNvPr>
            <p:cNvGrpSpPr/>
            <p:nvPr/>
          </p:nvGrpSpPr>
          <p:grpSpPr>
            <a:xfrm>
              <a:off x="7017865" y="2940544"/>
              <a:ext cx="329253" cy="328807"/>
              <a:chOff x="7017865" y="2940544"/>
              <a:chExt cx="329253" cy="328807"/>
            </a:xfrm>
            <a:solidFill>
              <a:schemeClr val="accent1"/>
            </a:solidFill>
          </p:grpSpPr>
          <p:sp>
            <p:nvSpPr>
              <p:cNvPr id="15390" name="Forme libre : forme 15389">
                <a:extLst>
                  <a:ext uri="{FF2B5EF4-FFF2-40B4-BE49-F238E27FC236}">
                    <a16:creationId xmlns:a16="http://schemas.microsoft.com/office/drawing/2014/main" id="{E448E817-C938-4CCD-B01E-EB97577CC9A5}"/>
                  </a:ext>
                </a:extLst>
              </p:cNvPr>
              <p:cNvSpPr/>
              <p:nvPr/>
            </p:nvSpPr>
            <p:spPr>
              <a:xfrm>
                <a:off x="7084133" y="2951987"/>
                <a:ext cx="262947" cy="315473"/>
              </a:xfrm>
              <a:custGeom>
                <a:avLst/>
                <a:gdLst>
                  <a:gd name="connsiteX0" fmla="*/ 259652 w 262947"/>
                  <a:gd name="connsiteY0" fmla="*/ 112490 h 315473"/>
                  <a:gd name="connsiteX1" fmla="*/ 233172 w 262947"/>
                  <a:gd name="connsiteY1" fmla="*/ 85630 h 315473"/>
                  <a:gd name="connsiteX2" fmla="*/ 98488 w 262947"/>
                  <a:gd name="connsiteY2" fmla="*/ 0 h 315473"/>
                  <a:gd name="connsiteX3" fmla="*/ 56007 w 262947"/>
                  <a:gd name="connsiteY3" fmla="*/ 153734 h 315473"/>
                  <a:gd name="connsiteX4" fmla="*/ 0 w 262947"/>
                  <a:gd name="connsiteY4" fmla="*/ 302800 h 315473"/>
                  <a:gd name="connsiteX5" fmla="*/ 165830 w 262947"/>
                  <a:gd name="connsiteY5" fmla="*/ 305943 h 315473"/>
                  <a:gd name="connsiteX6" fmla="*/ 207836 w 262947"/>
                  <a:gd name="connsiteY6" fmla="*/ 297466 h 315473"/>
                  <a:gd name="connsiteX7" fmla="*/ 259652 w 262947"/>
                  <a:gd name="connsiteY7" fmla="*/ 112490 h 315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2947" h="315473">
                    <a:moveTo>
                      <a:pt x="259652" y="112490"/>
                    </a:moveTo>
                    <a:cubicBezTo>
                      <a:pt x="251555" y="104394"/>
                      <a:pt x="242792" y="95536"/>
                      <a:pt x="233172" y="85630"/>
                    </a:cubicBezTo>
                    <a:cubicBezTo>
                      <a:pt x="156686" y="6287"/>
                      <a:pt x="98488" y="0"/>
                      <a:pt x="98488" y="0"/>
                    </a:cubicBezTo>
                    <a:lnTo>
                      <a:pt x="56007" y="153734"/>
                    </a:lnTo>
                    <a:lnTo>
                      <a:pt x="0" y="302800"/>
                    </a:lnTo>
                    <a:cubicBezTo>
                      <a:pt x="0" y="302800"/>
                      <a:pt x="58103" y="329089"/>
                      <a:pt x="165830" y="305943"/>
                    </a:cubicBezTo>
                    <a:cubicBezTo>
                      <a:pt x="181451" y="302609"/>
                      <a:pt x="195263" y="299847"/>
                      <a:pt x="207836" y="297466"/>
                    </a:cubicBezTo>
                    <a:cubicBezTo>
                      <a:pt x="257080" y="252413"/>
                      <a:pt x="269938" y="180499"/>
                      <a:pt x="259652" y="112490"/>
                    </a:cubicBez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91" name="Forme libre : forme 15390">
                <a:extLst>
                  <a:ext uri="{FF2B5EF4-FFF2-40B4-BE49-F238E27FC236}">
                    <a16:creationId xmlns:a16="http://schemas.microsoft.com/office/drawing/2014/main" id="{5EF706FE-35D0-4B41-963A-0BD09A3E2A47}"/>
                  </a:ext>
                </a:extLst>
              </p:cNvPr>
              <p:cNvSpPr/>
              <p:nvPr/>
            </p:nvSpPr>
            <p:spPr>
              <a:xfrm>
                <a:off x="7144562" y="3068478"/>
                <a:ext cx="156073" cy="85307"/>
              </a:xfrm>
              <a:custGeom>
                <a:avLst/>
                <a:gdLst>
                  <a:gd name="connsiteX0" fmla="*/ 146739 w 156073"/>
                  <a:gd name="connsiteY0" fmla="*/ 84868 h 85307"/>
                  <a:gd name="connsiteX1" fmla="*/ 152454 w 156073"/>
                  <a:gd name="connsiteY1" fmla="*/ 85058 h 85307"/>
                  <a:gd name="connsiteX2" fmla="*/ 156074 w 156073"/>
                  <a:gd name="connsiteY2" fmla="*/ 81058 h 85307"/>
                  <a:gd name="connsiteX3" fmla="*/ 153788 w 156073"/>
                  <a:gd name="connsiteY3" fmla="*/ 76962 h 85307"/>
                  <a:gd name="connsiteX4" fmla="*/ 125784 w 156073"/>
                  <a:gd name="connsiteY4" fmla="*/ 57626 h 85307"/>
                  <a:gd name="connsiteX5" fmla="*/ 25391 w 156073"/>
                  <a:gd name="connsiteY5" fmla="*/ 5334 h 85307"/>
                  <a:gd name="connsiteX6" fmla="*/ 8436 w 156073"/>
                  <a:gd name="connsiteY6" fmla="*/ 0 h 85307"/>
                  <a:gd name="connsiteX7" fmla="*/ 10627 w 156073"/>
                  <a:gd name="connsiteY7" fmla="*/ 21622 h 85307"/>
                  <a:gd name="connsiteX8" fmla="*/ 6055 w 156073"/>
                  <a:gd name="connsiteY8" fmla="*/ 42958 h 85307"/>
                  <a:gd name="connsiteX9" fmla="*/ 8151 w 156073"/>
                  <a:gd name="connsiteY9" fmla="*/ 68485 h 85307"/>
                  <a:gd name="connsiteX10" fmla="*/ 54252 w 156073"/>
                  <a:gd name="connsiteY10" fmla="*/ 72009 h 85307"/>
                  <a:gd name="connsiteX11" fmla="*/ 146739 w 156073"/>
                  <a:gd name="connsiteY11" fmla="*/ 84868 h 85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6073" h="85307">
                    <a:moveTo>
                      <a:pt x="146739" y="84868"/>
                    </a:moveTo>
                    <a:cubicBezTo>
                      <a:pt x="148644" y="85249"/>
                      <a:pt x="150645" y="85535"/>
                      <a:pt x="152454" y="85058"/>
                    </a:cubicBezTo>
                    <a:cubicBezTo>
                      <a:pt x="154359" y="84582"/>
                      <a:pt x="156074" y="82963"/>
                      <a:pt x="156074" y="81058"/>
                    </a:cubicBezTo>
                    <a:cubicBezTo>
                      <a:pt x="156074" y="79439"/>
                      <a:pt x="154931" y="78105"/>
                      <a:pt x="153788" y="76962"/>
                    </a:cubicBezTo>
                    <a:cubicBezTo>
                      <a:pt x="145787" y="68866"/>
                      <a:pt x="135690" y="63151"/>
                      <a:pt x="125784" y="57626"/>
                    </a:cubicBezTo>
                    <a:cubicBezTo>
                      <a:pt x="92828" y="39338"/>
                      <a:pt x="59300" y="21812"/>
                      <a:pt x="25391" y="5334"/>
                    </a:cubicBezTo>
                    <a:cubicBezTo>
                      <a:pt x="20057" y="2667"/>
                      <a:pt x="14437" y="95"/>
                      <a:pt x="8436" y="0"/>
                    </a:cubicBezTo>
                    <a:cubicBezTo>
                      <a:pt x="10627" y="0"/>
                      <a:pt x="10722" y="19622"/>
                      <a:pt x="10627" y="21622"/>
                    </a:cubicBezTo>
                    <a:cubicBezTo>
                      <a:pt x="10246" y="28861"/>
                      <a:pt x="8627" y="36100"/>
                      <a:pt x="6055" y="42958"/>
                    </a:cubicBezTo>
                    <a:cubicBezTo>
                      <a:pt x="2626" y="51911"/>
                      <a:pt x="-6708" y="64865"/>
                      <a:pt x="8151" y="68485"/>
                    </a:cubicBezTo>
                    <a:cubicBezTo>
                      <a:pt x="22438" y="71914"/>
                      <a:pt x="39583" y="70580"/>
                      <a:pt x="54252" y="72009"/>
                    </a:cubicBezTo>
                    <a:cubicBezTo>
                      <a:pt x="85208" y="74962"/>
                      <a:pt x="116069" y="79248"/>
                      <a:pt x="146739" y="84868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392" name="Forme libre : forme 15391">
                <a:extLst>
                  <a:ext uri="{FF2B5EF4-FFF2-40B4-BE49-F238E27FC236}">
                    <a16:creationId xmlns:a16="http://schemas.microsoft.com/office/drawing/2014/main" id="{4A12FD99-798A-4B20-8E2A-3C706FE6C98E}"/>
                  </a:ext>
                </a:extLst>
              </p:cNvPr>
              <p:cNvSpPr/>
              <p:nvPr/>
            </p:nvSpPr>
            <p:spPr>
              <a:xfrm>
                <a:off x="7161730" y="3101615"/>
                <a:ext cx="57260" cy="22453"/>
              </a:xfrm>
              <a:custGeom>
                <a:avLst/>
                <a:gdLst>
                  <a:gd name="connsiteX0" fmla="*/ 53086 w 57260"/>
                  <a:gd name="connsiteY0" fmla="*/ 21346 h 22453"/>
                  <a:gd name="connsiteX1" fmla="*/ 57182 w 57260"/>
                  <a:gd name="connsiteY1" fmla="*/ 17727 h 22453"/>
                  <a:gd name="connsiteX2" fmla="*/ 55087 w 57260"/>
                  <a:gd name="connsiteY2" fmla="*/ 15631 h 22453"/>
                  <a:gd name="connsiteX3" fmla="*/ 604 w 57260"/>
                  <a:gd name="connsiteY3" fmla="*/ 8964 h 22453"/>
                  <a:gd name="connsiteX4" fmla="*/ 53086 w 57260"/>
                  <a:gd name="connsiteY4" fmla="*/ 21346 h 22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260" h="22453">
                    <a:moveTo>
                      <a:pt x="53086" y="21346"/>
                    </a:moveTo>
                    <a:cubicBezTo>
                      <a:pt x="55087" y="20965"/>
                      <a:pt x="57754" y="19727"/>
                      <a:pt x="57182" y="17727"/>
                    </a:cubicBezTo>
                    <a:cubicBezTo>
                      <a:pt x="56896" y="16774"/>
                      <a:pt x="55944" y="16202"/>
                      <a:pt x="55087" y="15631"/>
                    </a:cubicBezTo>
                    <a:cubicBezTo>
                      <a:pt x="43561" y="9344"/>
                      <a:pt x="8986" y="-11896"/>
                      <a:pt x="604" y="8964"/>
                    </a:cubicBezTo>
                    <a:cubicBezTo>
                      <a:pt x="-6064" y="25537"/>
                      <a:pt x="44514" y="22775"/>
                      <a:pt x="53086" y="21346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5393" name="Graphique 2">
                <a:extLst>
                  <a:ext uri="{FF2B5EF4-FFF2-40B4-BE49-F238E27FC236}">
                    <a16:creationId xmlns:a16="http://schemas.microsoft.com/office/drawing/2014/main" id="{FF809A22-14B3-4294-AEB7-9BD698737F72}"/>
                  </a:ext>
                </a:extLst>
              </p:cNvPr>
              <p:cNvGrpSpPr/>
              <p:nvPr/>
            </p:nvGrpSpPr>
            <p:grpSpPr>
              <a:xfrm>
                <a:off x="7017865" y="2940544"/>
                <a:ext cx="302220" cy="328807"/>
                <a:chOff x="7017865" y="2940544"/>
                <a:chExt cx="302220" cy="328807"/>
              </a:xfrm>
              <a:solidFill>
                <a:schemeClr val="accent1"/>
              </a:solidFill>
            </p:grpSpPr>
            <p:grpSp>
              <p:nvGrpSpPr>
                <p:cNvPr id="15394" name="Graphique 2">
                  <a:extLst>
                    <a:ext uri="{FF2B5EF4-FFF2-40B4-BE49-F238E27FC236}">
                      <a16:creationId xmlns:a16="http://schemas.microsoft.com/office/drawing/2014/main" id="{4D35DD14-E2F7-4AFA-A79E-C63A6BB7C76E}"/>
                    </a:ext>
                  </a:extLst>
                </p:cNvPr>
                <p:cNvGrpSpPr/>
                <p:nvPr/>
              </p:nvGrpSpPr>
              <p:grpSpPr>
                <a:xfrm>
                  <a:off x="7075567" y="2940544"/>
                  <a:ext cx="185335" cy="180574"/>
                  <a:chOff x="7075567" y="2940544"/>
                  <a:chExt cx="185335" cy="180574"/>
                </a:xfrm>
                <a:solidFill>
                  <a:schemeClr val="accent1"/>
                </a:solidFill>
              </p:grpSpPr>
              <p:sp>
                <p:nvSpPr>
                  <p:cNvPr id="15395" name="Forme libre : forme 15394">
                    <a:extLst>
                      <a:ext uri="{FF2B5EF4-FFF2-40B4-BE49-F238E27FC236}">
                        <a16:creationId xmlns:a16="http://schemas.microsoft.com/office/drawing/2014/main" id="{621036C5-37C2-4D1A-A40A-52241C9B3FC4}"/>
                      </a:ext>
                    </a:extLst>
                  </p:cNvPr>
                  <p:cNvSpPr/>
                  <p:nvPr/>
                </p:nvSpPr>
                <p:spPr>
                  <a:xfrm rot="-4952885">
                    <a:off x="7088030" y="2947865"/>
                    <a:ext cx="160408" cy="165933"/>
                  </a:xfrm>
                  <a:custGeom>
                    <a:avLst/>
                    <a:gdLst>
                      <a:gd name="connsiteX0" fmla="*/ 160408 w 160408"/>
                      <a:gd name="connsiteY0" fmla="*/ 82967 h 165933"/>
                      <a:gd name="connsiteX1" fmla="*/ 80204 w 160408"/>
                      <a:gd name="connsiteY1" fmla="*/ 165933 h 165933"/>
                      <a:gd name="connsiteX2" fmla="*/ 0 w 160408"/>
                      <a:gd name="connsiteY2" fmla="*/ 82967 h 165933"/>
                      <a:gd name="connsiteX3" fmla="*/ 80204 w 160408"/>
                      <a:gd name="connsiteY3" fmla="*/ 0 h 165933"/>
                      <a:gd name="connsiteX4" fmla="*/ 160408 w 160408"/>
                      <a:gd name="connsiteY4" fmla="*/ 82967 h 165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408" h="165933">
                        <a:moveTo>
                          <a:pt x="160408" y="82967"/>
                        </a:moveTo>
                        <a:cubicBezTo>
                          <a:pt x="160408" y="128788"/>
                          <a:pt x="124500" y="165933"/>
                          <a:pt x="80204" y="165933"/>
                        </a:cubicBezTo>
                        <a:cubicBezTo>
                          <a:pt x="35909" y="165933"/>
                          <a:pt x="0" y="128788"/>
                          <a:pt x="0" y="82967"/>
                        </a:cubicBezTo>
                        <a:cubicBezTo>
                          <a:pt x="0" y="37145"/>
                          <a:pt x="35909" y="0"/>
                          <a:pt x="80204" y="0"/>
                        </a:cubicBezTo>
                        <a:cubicBezTo>
                          <a:pt x="124500" y="0"/>
                          <a:pt x="160408" y="37145"/>
                          <a:pt x="160408" y="82967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96" name="Forme libre : forme 15395">
                    <a:extLst>
                      <a:ext uri="{FF2B5EF4-FFF2-40B4-BE49-F238E27FC236}">
                        <a16:creationId xmlns:a16="http://schemas.microsoft.com/office/drawing/2014/main" id="{87BF6A0B-147B-4F2D-B075-67BABFE06D17}"/>
                      </a:ext>
                    </a:extLst>
                  </p:cNvPr>
                  <p:cNvSpPr/>
                  <p:nvPr/>
                </p:nvSpPr>
                <p:spPr>
                  <a:xfrm>
                    <a:off x="7141378" y="2950713"/>
                    <a:ext cx="109624" cy="160437"/>
                  </a:xfrm>
                  <a:custGeom>
                    <a:avLst/>
                    <a:gdLst>
                      <a:gd name="connsiteX0" fmla="*/ 0 w 109624"/>
                      <a:gd name="connsiteY0" fmla="*/ 4132 h 160437"/>
                      <a:gd name="connsiteX1" fmla="*/ 12382 w 109624"/>
                      <a:gd name="connsiteY1" fmla="*/ 4799 h 160437"/>
                      <a:gd name="connsiteX2" fmla="*/ 84201 w 109624"/>
                      <a:gd name="connsiteY2" fmla="*/ 95096 h 160437"/>
                      <a:gd name="connsiteX3" fmla="*/ 28670 w 109624"/>
                      <a:gd name="connsiteY3" fmla="*/ 160437 h 160437"/>
                      <a:gd name="connsiteX4" fmla="*/ 108966 w 109624"/>
                      <a:gd name="connsiteY4" fmla="*/ 91095 h 160437"/>
                      <a:gd name="connsiteX5" fmla="*/ 37147 w 109624"/>
                      <a:gd name="connsiteY5" fmla="*/ 798 h 160437"/>
                      <a:gd name="connsiteX6" fmla="*/ 0 w 109624"/>
                      <a:gd name="connsiteY6" fmla="*/ 4132 h 160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624" h="160437">
                        <a:moveTo>
                          <a:pt x="0" y="4132"/>
                        </a:moveTo>
                        <a:cubicBezTo>
                          <a:pt x="4096" y="4037"/>
                          <a:pt x="8192" y="4227"/>
                          <a:pt x="12382" y="4799"/>
                        </a:cubicBezTo>
                        <a:cubicBezTo>
                          <a:pt x="57817" y="10704"/>
                          <a:pt x="89725" y="51090"/>
                          <a:pt x="84201" y="95096"/>
                        </a:cubicBezTo>
                        <a:cubicBezTo>
                          <a:pt x="79915" y="129386"/>
                          <a:pt x="55531" y="156723"/>
                          <a:pt x="28670" y="160437"/>
                        </a:cubicBezTo>
                        <a:cubicBezTo>
                          <a:pt x="69056" y="159866"/>
                          <a:pt x="103727" y="130910"/>
                          <a:pt x="108966" y="91095"/>
                        </a:cubicBezTo>
                        <a:cubicBezTo>
                          <a:pt x="114681" y="47185"/>
                          <a:pt x="82582" y="6799"/>
                          <a:pt x="37147" y="798"/>
                        </a:cubicBezTo>
                        <a:cubicBezTo>
                          <a:pt x="24193" y="-1012"/>
                          <a:pt x="11621" y="322"/>
                          <a:pt x="0" y="413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97" name="Forme libre : forme 15396">
                    <a:extLst>
                      <a:ext uri="{FF2B5EF4-FFF2-40B4-BE49-F238E27FC236}">
                        <a16:creationId xmlns:a16="http://schemas.microsoft.com/office/drawing/2014/main" id="{F32AA0B8-425A-4F4B-905B-30B082E62885}"/>
                      </a:ext>
                    </a:extLst>
                  </p:cNvPr>
                  <p:cNvSpPr/>
                  <p:nvPr/>
                </p:nvSpPr>
                <p:spPr>
                  <a:xfrm rot="-2597404">
                    <a:off x="7098655" y="3009796"/>
                    <a:ext cx="71247" cy="83820"/>
                  </a:xfrm>
                  <a:custGeom>
                    <a:avLst/>
                    <a:gdLst>
                      <a:gd name="connsiteX0" fmla="*/ 71248 w 71247"/>
                      <a:gd name="connsiteY0" fmla="*/ 41911 h 83820"/>
                      <a:gd name="connsiteX1" fmla="*/ 35624 w 71247"/>
                      <a:gd name="connsiteY1" fmla="*/ 83821 h 83820"/>
                      <a:gd name="connsiteX2" fmla="*/ 0 w 71247"/>
                      <a:gd name="connsiteY2" fmla="*/ 41911 h 83820"/>
                      <a:gd name="connsiteX3" fmla="*/ 35624 w 71247"/>
                      <a:gd name="connsiteY3" fmla="*/ 0 h 83820"/>
                      <a:gd name="connsiteX4" fmla="*/ 71248 w 71247"/>
                      <a:gd name="connsiteY4" fmla="*/ 41911 h 83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7" h="83820">
                        <a:moveTo>
                          <a:pt x="71248" y="41911"/>
                        </a:moveTo>
                        <a:cubicBezTo>
                          <a:pt x="71248" y="65057"/>
                          <a:pt x="55298" y="83821"/>
                          <a:pt x="35624" y="83821"/>
                        </a:cubicBezTo>
                        <a:cubicBezTo>
                          <a:pt x="15949" y="83821"/>
                          <a:pt x="0" y="65057"/>
                          <a:pt x="0" y="41911"/>
                        </a:cubicBezTo>
                        <a:cubicBezTo>
                          <a:pt x="0" y="18764"/>
                          <a:pt x="15949" y="0"/>
                          <a:pt x="35624" y="0"/>
                        </a:cubicBezTo>
                        <a:cubicBezTo>
                          <a:pt x="55298" y="0"/>
                          <a:pt x="71248" y="18764"/>
                          <a:pt x="71248" y="4191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398" name="Forme libre : forme 15397">
                    <a:extLst>
                      <a:ext uri="{FF2B5EF4-FFF2-40B4-BE49-F238E27FC236}">
                        <a16:creationId xmlns:a16="http://schemas.microsoft.com/office/drawing/2014/main" id="{C9AD6AFF-9394-4F54-9313-B0729B5FCB38}"/>
                      </a:ext>
                    </a:extLst>
                  </p:cNvPr>
                  <p:cNvSpPr/>
                  <p:nvPr/>
                </p:nvSpPr>
                <p:spPr>
                  <a:xfrm rot="-4952885">
                    <a:off x="7096882" y="3010254"/>
                    <a:ext cx="22099" cy="19241"/>
                  </a:xfrm>
                  <a:custGeom>
                    <a:avLst/>
                    <a:gdLst>
                      <a:gd name="connsiteX0" fmla="*/ 22099 w 22099"/>
                      <a:gd name="connsiteY0" fmla="*/ 9621 h 19241"/>
                      <a:gd name="connsiteX1" fmla="*/ 11050 w 22099"/>
                      <a:gd name="connsiteY1" fmla="*/ 19241 h 19241"/>
                      <a:gd name="connsiteX2" fmla="*/ 0 w 22099"/>
                      <a:gd name="connsiteY2" fmla="*/ 9621 h 19241"/>
                      <a:gd name="connsiteX3" fmla="*/ 11050 w 22099"/>
                      <a:gd name="connsiteY3" fmla="*/ 0 h 19241"/>
                      <a:gd name="connsiteX4" fmla="*/ 22099 w 22099"/>
                      <a:gd name="connsiteY4" fmla="*/ 9621 h 19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9" h="19241">
                        <a:moveTo>
                          <a:pt x="22099" y="9621"/>
                        </a:moveTo>
                        <a:cubicBezTo>
                          <a:pt x="22099" y="14934"/>
                          <a:pt x="17152" y="19241"/>
                          <a:pt x="11050" y="19241"/>
                        </a:cubicBezTo>
                        <a:cubicBezTo>
                          <a:pt x="4947" y="19241"/>
                          <a:pt x="0" y="14934"/>
                          <a:pt x="0" y="9621"/>
                        </a:cubicBezTo>
                        <a:cubicBezTo>
                          <a:pt x="0" y="4307"/>
                          <a:pt x="4947" y="0"/>
                          <a:pt x="11050" y="0"/>
                        </a:cubicBezTo>
                        <a:cubicBezTo>
                          <a:pt x="17152" y="0"/>
                          <a:pt x="22099" y="4307"/>
                          <a:pt x="22099" y="9621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399" name="Graphique 2">
                  <a:extLst>
                    <a:ext uri="{FF2B5EF4-FFF2-40B4-BE49-F238E27FC236}">
                      <a16:creationId xmlns:a16="http://schemas.microsoft.com/office/drawing/2014/main" id="{73681011-5445-4964-A4D5-C793CA8AF6DB}"/>
                    </a:ext>
                  </a:extLst>
                </p:cNvPr>
                <p:cNvGrpSpPr/>
                <p:nvPr/>
              </p:nvGrpSpPr>
              <p:grpSpPr>
                <a:xfrm>
                  <a:off x="7017865" y="3088777"/>
                  <a:ext cx="185335" cy="180574"/>
                  <a:chOff x="7017865" y="3088777"/>
                  <a:chExt cx="185335" cy="180574"/>
                </a:xfrm>
                <a:solidFill>
                  <a:schemeClr val="accent1"/>
                </a:solidFill>
              </p:grpSpPr>
              <p:sp>
                <p:nvSpPr>
                  <p:cNvPr id="15400" name="Forme libre : forme 15399">
                    <a:extLst>
                      <a:ext uri="{FF2B5EF4-FFF2-40B4-BE49-F238E27FC236}">
                        <a16:creationId xmlns:a16="http://schemas.microsoft.com/office/drawing/2014/main" id="{607B1C82-599F-4899-B332-814045018CC5}"/>
                      </a:ext>
                    </a:extLst>
                  </p:cNvPr>
                  <p:cNvSpPr/>
                  <p:nvPr/>
                </p:nvSpPr>
                <p:spPr>
                  <a:xfrm rot="-4952885">
                    <a:off x="7030328" y="3096098"/>
                    <a:ext cx="160408" cy="165933"/>
                  </a:xfrm>
                  <a:custGeom>
                    <a:avLst/>
                    <a:gdLst>
                      <a:gd name="connsiteX0" fmla="*/ 160408 w 160408"/>
                      <a:gd name="connsiteY0" fmla="*/ 82967 h 165933"/>
                      <a:gd name="connsiteX1" fmla="*/ 80204 w 160408"/>
                      <a:gd name="connsiteY1" fmla="*/ 165933 h 165933"/>
                      <a:gd name="connsiteX2" fmla="*/ 0 w 160408"/>
                      <a:gd name="connsiteY2" fmla="*/ 82967 h 165933"/>
                      <a:gd name="connsiteX3" fmla="*/ 80204 w 160408"/>
                      <a:gd name="connsiteY3" fmla="*/ 0 h 165933"/>
                      <a:gd name="connsiteX4" fmla="*/ 160408 w 160408"/>
                      <a:gd name="connsiteY4" fmla="*/ 82967 h 165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408" h="165933">
                        <a:moveTo>
                          <a:pt x="160408" y="82967"/>
                        </a:moveTo>
                        <a:cubicBezTo>
                          <a:pt x="160408" y="128788"/>
                          <a:pt x="124500" y="165933"/>
                          <a:pt x="80204" y="165933"/>
                        </a:cubicBezTo>
                        <a:cubicBezTo>
                          <a:pt x="35909" y="165933"/>
                          <a:pt x="0" y="128788"/>
                          <a:pt x="0" y="82967"/>
                        </a:cubicBezTo>
                        <a:cubicBezTo>
                          <a:pt x="0" y="37145"/>
                          <a:pt x="35909" y="0"/>
                          <a:pt x="80204" y="0"/>
                        </a:cubicBezTo>
                        <a:cubicBezTo>
                          <a:pt x="124500" y="0"/>
                          <a:pt x="160408" y="37145"/>
                          <a:pt x="160408" y="82967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01" name="Forme libre : forme 15400">
                    <a:extLst>
                      <a:ext uri="{FF2B5EF4-FFF2-40B4-BE49-F238E27FC236}">
                        <a16:creationId xmlns:a16="http://schemas.microsoft.com/office/drawing/2014/main" id="{2DE22F3E-2C0B-4D98-8F1E-A3334C477249}"/>
                      </a:ext>
                    </a:extLst>
                  </p:cNvPr>
                  <p:cNvSpPr/>
                  <p:nvPr/>
                </p:nvSpPr>
                <p:spPr>
                  <a:xfrm>
                    <a:off x="7083657" y="3098939"/>
                    <a:ext cx="109624" cy="160419"/>
                  </a:xfrm>
                  <a:custGeom>
                    <a:avLst/>
                    <a:gdLst>
                      <a:gd name="connsiteX0" fmla="*/ 0 w 109624"/>
                      <a:gd name="connsiteY0" fmla="*/ 4114 h 160419"/>
                      <a:gd name="connsiteX1" fmla="*/ 12383 w 109624"/>
                      <a:gd name="connsiteY1" fmla="*/ 4781 h 160419"/>
                      <a:gd name="connsiteX2" fmla="*/ 84201 w 109624"/>
                      <a:gd name="connsiteY2" fmla="*/ 95078 h 160419"/>
                      <a:gd name="connsiteX3" fmla="*/ 28670 w 109624"/>
                      <a:gd name="connsiteY3" fmla="*/ 160420 h 160419"/>
                      <a:gd name="connsiteX4" fmla="*/ 108966 w 109624"/>
                      <a:gd name="connsiteY4" fmla="*/ 91078 h 160419"/>
                      <a:gd name="connsiteX5" fmla="*/ 37148 w 109624"/>
                      <a:gd name="connsiteY5" fmla="*/ 781 h 160419"/>
                      <a:gd name="connsiteX6" fmla="*/ 0 w 109624"/>
                      <a:gd name="connsiteY6" fmla="*/ 4114 h 160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624" h="160419">
                        <a:moveTo>
                          <a:pt x="0" y="4114"/>
                        </a:moveTo>
                        <a:cubicBezTo>
                          <a:pt x="4096" y="4019"/>
                          <a:pt x="8192" y="4210"/>
                          <a:pt x="12383" y="4781"/>
                        </a:cubicBezTo>
                        <a:cubicBezTo>
                          <a:pt x="57817" y="10687"/>
                          <a:pt x="89726" y="51073"/>
                          <a:pt x="84201" y="95078"/>
                        </a:cubicBezTo>
                        <a:cubicBezTo>
                          <a:pt x="79915" y="129368"/>
                          <a:pt x="55531" y="156705"/>
                          <a:pt x="28670" y="160420"/>
                        </a:cubicBezTo>
                        <a:cubicBezTo>
                          <a:pt x="69056" y="159848"/>
                          <a:pt x="103727" y="130892"/>
                          <a:pt x="108966" y="91078"/>
                        </a:cubicBezTo>
                        <a:cubicBezTo>
                          <a:pt x="114681" y="47167"/>
                          <a:pt x="82582" y="6781"/>
                          <a:pt x="37148" y="781"/>
                        </a:cubicBezTo>
                        <a:cubicBezTo>
                          <a:pt x="24194" y="-1029"/>
                          <a:pt x="11621" y="400"/>
                          <a:pt x="0" y="4114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02" name="Forme libre : forme 15401">
                    <a:extLst>
                      <a:ext uri="{FF2B5EF4-FFF2-40B4-BE49-F238E27FC236}">
                        <a16:creationId xmlns:a16="http://schemas.microsoft.com/office/drawing/2014/main" id="{67B91CA6-1F29-4AE2-BB6C-C87D09ACB29F}"/>
                      </a:ext>
                    </a:extLst>
                  </p:cNvPr>
                  <p:cNvSpPr/>
                  <p:nvPr/>
                </p:nvSpPr>
                <p:spPr>
                  <a:xfrm rot="-2597404">
                    <a:off x="7040888" y="3157990"/>
                    <a:ext cx="71247" cy="83820"/>
                  </a:xfrm>
                  <a:custGeom>
                    <a:avLst/>
                    <a:gdLst>
                      <a:gd name="connsiteX0" fmla="*/ 71248 w 71247"/>
                      <a:gd name="connsiteY0" fmla="*/ 41911 h 83820"/>
                      <a:gd name="connsiteX1" fmla="*/ 35624 w 71247"/>
                      <a:gd name="connsiteY1" fmla="*/ 83821 h 83820"/>
                      <a:gd name="connsiteX2" fmla="*/ 0 w 71247"/>
                      <a:gd name="connsiteY2" fmla="*/ 41911 h 83820"/>
                      <a:gd name="connsiteX3" fmla="*/ 35624 w 71247"/>
                      <a:gd name="connsiteY3" fmla="*/ 0 h 83820"/>
                      <a:gd name="connsiteX4" fmla="*/ 71248 w 71247"/>
                      <a:gd name="connsiteY4" fmla="*/ 41911 h 83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7" h="83820">
                        <a:moveTo>
                          <a:pt x="71248" y="41911"/>
                        </a:moveTo>
                        <a:cubicBezTo>
                          <a:pt x="71248" y="65057"/>
                          <a:pt x="55298" y="83821"/>
                          <a:pt x="35624" y="83821"/>
                        </a:cubicBezTo>
                        <a:cubicBezTo>
                          <a:pt x="15949" y="83821"/>
                          <a:pt x="0" y="65057"/>
                          <a:pt x="0" y="41911"/>
                        </a:cubicBezTo>
                        <a:cubicBezTo>
                          <a:pt x="0" y="18764"/>
                          <a:pt x="15949" y="0"/>
                          <a:pt x="35624" y="0"/>
                        </a:cubicBezTo>
                        <a:cubicBezTo>
                          <a:pt x="55298" y="0"/>
                          <a:pt x="71248" y="18764"/>
                          <a:pt x="71248" y="4191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03" name="Forme libre : forme 15402">
                    <a:extLst>
                      <a:ext uri="{FF2B5EF4-FFF2-40B4-BE49-F238E27FC236}">
                        <a16:creationId xmlns:a16="http://schemas.microsoft.com/office/drawing/2014/main" id="{68145395-4742-4550-A0EA-A0FFCB1D519B}"/>
                      </a:ext>
                    </a:extLst>
                  </p:cNvPr>
                  <p:cNvSpPr/>
                  <p:nvPr/>
                </p:nvSpPr>
                <p:spPr>
                  <a:xfrm rot="-4952885">
                    <a:off x="7039180" y="3158487"/>
                    <a:ext cx="22099" cy="19241"/>
                  </a:xfrm>
                  <a:custGeom>
                    <a:avLst/>
                    <a:gdLst>
                      <a:gd name="connsiteX0" fmla="*/ 22099 w 22099"/>
                      <a:gd name="connsiteY0" fmla="*/ 9621 h 19241"/>
                      <a:gd name="connsiteX1" fmla="*/ 11049 w 22099"/>
                      <a:gd name="connsiteY1" fmla="*/ 19241 h 19241"/>
                      <a:gd name="connsiteX2" fmla="*/ 0 w 22099"/>
                      <a:gd name="connsiteY2" fmla="*/ 9621 h 19241"/>
                      <a:gd name="connsiteX3" fmla="*/ 11049 w 22099"/>
                      <a:gd name="connsiteY3" fmla="*/ 0 h 19241"/>
                      <a:gd name="connsiteX4" fmla="*/ 22099 w 22099"/>
                      <a:gd name="connsiteY4" fmla="*/ 9621 h 19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9" h="19241">
                        <a:moveTo>
                          <a:pt x="22099" y="9621"/>
                        </a:moveTo>
                        <a:cubicBezTo>
                          <a:pt x="22099" y="14934"/>
                          <a:pt x="17152" y="19241"/>
                          <a:pt x="11049" y="19241"/>
                        </a:cubicBezTo>
                        <a:cubicBezTo>
                          <a:pt x="4947" y="19241"/>
                          <a:pt x="0" y="14934"/>
                          <a:pt x="0" y="9621"/>
                        </a:cubicBezTo>
                        <a:cubicBezTo>
                          <a:pt x="0" y="4307"/>
                          <a:pt x="4947" y="0"/>
                          <a:pt x="11049" y="0"/>
                        </a:cubicBezTo>
                        <a:cubicBezTo>
                          <a:pt x="17152" y="0"/>
                          <a:pt x="22099" y="4307"/>
                          <a:pt x="22099" y="9621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404" name="Graphique 2">
                  <a:extLst>
                    <a:ext uri="{FF2B5EF4-FFF2-40B4-BE49-F238E27FC236}">
                      <a16:creationId xmlns:a16="http://schemas.microsoft.com/office/drawing/2014/main" id="{B44CE095-A2B4-408E-914A-5F8633B1C7EB}"/>
                    </a:ext>
                  </a:extLst>
                </p:cNvPr>
                <p:cNvGrpSpPr/>
                <p:nvPr/>
              </p:nvGrpSpPr>
              <p:grpSpPr>
                <a:xfrm>
                  <a:off x="7134766" y="3052224"/>
                  <a:ext cx="185319" cy="180558"/>
                  <a:chOff x="7134766" y="3052224"/>
                  <a:chExt cx="185319" cy="180558"/>
                </a:xfrm>
                <a:solidFill>
                  <a:schemeClr val="accent1"/>
                </a:solidFill>
              </p:grpSpPr>
              <p:sp>
                <p:nvSpPr>
                  <p:cNvPr id="15405" name="Forme libre : forme 15404">
                    <a:extLst>
                      <a:ext uri="{FF2B5EF4-FFF2-40B4-BE49-F238E27FC236}">
                        <a16:creationId xmlns:a16="http://schemas.microsoft.com/office/drawing/2014/main" id="{27D9CB88-ACB6-4AA1-8505-6377237F82D3}"/>
                      </a:ext>
                    </a:extLst>
                  </p:cNvPr>
                  <p:cNvSpPr/>
                  <p:nvPr/>
                </p:nvSpPr>
                <p:spPr>
                  <a:xfrm rot="-4952841">
                    <a:off x="7147229" y="3059544"/>
                    <a:ext cx="160392" cy="165916"/>
                  </a:xfrm>
                  <a:custGeom>
                    <a:avLst/>
                    <a:gdLst>
                      <a:gd name="connsiteX0" fmla="*/ 160393 w 160392"/>
                      <a:gd name="connsiteY0" fmla="*/ 82958 h 165916"/>
                      <a:gd name="connsiteX1" fmla="*/ 80196 w 160392"/>
                      <a:gd name="connsiteY1" fmla="*/ 165917 h 165916"/>
                      <a:gd name="connsiteX2" fmla="*/ 0 w 160392"/>
                      <a:gd name="connsiteY2" fmla="*/ 82958 h 165916"/>
                      <a:gd name="connsiteX3" fmla="*/ 80196 w 160392"/>
                      <a:gd name="connsiteY3" fmla="*/ 0 h 165916"/>
                      <a:gd name="connsiteX4" fmla="*/ 160393 w 160392"/>
                      <a:gd name="connsiteY4" fmla="*/ 82958 h 165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392" h="165916">
                        <a:moveTo>
                          <a:pt x="160393" y="82958"/>
                        </a:moveTo>
                        <a:cubicBezTo>
                          <a:pt x="160393" y="128775"/>
                          <a:pt x="124487" y="165917"/>
                          <a:pt x="80196" y="165917"/>
                        </a:cubicBezTo>
                        <a:cubicBezTo>
                          <a:pt x="35905" y="165917"/>
                          <a:pt x="0" y="128775"/>
                          <a:pt x="0" y="82958"/>
                        </a:cubicBezTo>
                        <a:cubicBezTo>
                          <a:pt x="0" y="37142"/>
                          <a:pt x="35905" y="0"/>
                          <a:pt x="80196" y="0"/>
                        </a:cubicBezTo>
                        <a:cubicBezTo>
                          <a:pt x="124487" y="0"/>
                          <a:pt x="160393" y="37142"/>
                          <a:pt x="160393" y="82958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4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06" name="Forme libre : forme 15405">
                    <a:extLst>
                      <a:ext uri="{FF2B5EF4-FFF2-40B4-BE49-F238E27FC236}">
                        <a16:creationId xmlns:a16="http://schemas.microsoft.com/office/drawing/2014/main" id="{43E837E1-BB93-496C-B9D9-54B9D8D94561}"/>
                      </a:ext>
                    </a:extLst>
                  </p:cNvPr>
                  <p:cNvSpPr/>
                  <p:nvPr/>
                </p:nvSpPr>
                <p:spPr>
                  <a:xfrm>
                    <a:off x="7200910" y="3062233"/>
                    <a:ext cx="109624" cy="160454"/>
                  </a:xfrm>
                  <a:custGeom>
                    <a:avLst/>
                    <a:gdLst>
                      <a:gd name="connsiteX0" fmla="*/ 108966 w 109624"/>
                      <a:gd name="connsiteY0" fmla="*/ 91017 h 160454"/>
                      <a:gd name="connsiteX1" fmla="*/ 37147 w 109624"/>
                      <a:gd name="connsiteY1" fmla="*/ 720 h 160454"/>
                      <a:gd name="connsiteX2" fmla="*/ 0 w 109624"/>
                      <a:gd name="connsiteY2" fmla="*/ 4149 h 160454"/>
                      <a:gd name="connsiteX3" fmla="*/ 12382 w 109624"/>
                      <a:gd name="connsiteY3" fmla="*/ 4816 h 160454"/>
                      <a:gd name="connsiteX4" fmla="*/ 84201 w 109624"/>
                      <a:gd name="connsiteY4" fmla="*/ 95113 h 160454"/>
                      <a:gd name="connsiteX5" fmla="*/ 28670 w 109624"/>
                      <a:gd name="connsiteY5" fmla="*/ 160454 h 160454"/>
                      <a:gd name="connsiteX6" fmla="*/ 108966 w 109624"/>
                      <a:gd name="connsiteY6" fmla="*/ 91017 h 160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624" h="160454">
                        <a:moveTo>
                          <a:pt x="108966" y="91017"/>
                        </a:moveTo>
                        <a:cubicBezTo>
                          <a:pt x="114681" y="47107"/>
                          <a:pt x="82582" y="6721"/>
                          <a:pt x="37147" y="720"/>
                        </a:cubicBezTo>
                        <a:cubicBezTo>
                          <a:pt x="24193" y="-995"/>
                          <a:pt x="11525" y="434"/>
                          <a:pt x="0" y="4149"/>
                        </a:cubicBezTo>
                        <a:cubicBezTo>
                          <a:pt x="4096" y="4054"/>
                          <a:pt x="8192" y="4244"/>
                          <a:pt x="12382" y="4816"/>
                        </a:cubicBezTo>
                        <a:cubicBezTo>
                          <a:pt x="57817" y="10721"/>
                          <a:pt x="89725" y="51107"/>
                          <a:pt x="84201" y="95113"/>
                        </a:cubicBezTo>
                        <a:cubicBezTo>
                          <a:pt x="79915" y="129403"/>
                          <a:pt x="55531" y="156739"/>
                          <a:pt x="28670" y="160454"/>
                        </a:cubicBezTo>
                        <a:cubicBezTo>
                          <a:pt x="69056" y="159883"/>
                          <a:pt x="103822" y="130927"/>
                          <a:pt x="108966" y="91017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07" name="Forme libre : forme 15406">
                    <a:extLst>
                      <a:ext uri="{FF2B5EF4-FFF2-40B4-BE49-F238E27FC236}">
                        <a16:creationId xmlns:a16="http://schemas.microsoft.com/office/drawing/2014/main" id="{A1374BA5-0D94-4357-A06B-E9965B296B95}"/>
                      </a:ext>
                    </a:extLst>
                  </p:cNvPr>
                  <p:cNvSpPr/>
                  <p:nvPr/>
                </p:nvSpPr>
                <p:spPr>
                  <a:xfrm rot="-2597404">
                    <a:off x="7158084" y="3121450"/>
                    <a:ext cx="71247" cy="83820"/>
                  </a:xfrm>
                  <a:custGeom>
                    <a:avLst/>
                    <a:gdLst>
                      <a:gd name="connsiteX0" fmla="*/ 71248 w 71247"/>
                      <a:gd name="connsiteY0" fmla="*/ 41911 h 83820"/>
                      <a:gd name="connsiteX1" fmla="*/ 35624 w 71247"/>
                      <a:gd name="connsiteY1" fmla="*/ 83821 h 83820"/>
                      <a:gd name="connsiteX2" fmla="*/ 0 w 71247"/>
                      <a:gd name="connsiteY2" fmla="*/ 41911 h 83820"/>
                      <a:gd name="connsiteX3" fmla="*/ 35624 w 71247"/>
                      <a:gd name="connsiteY3" fmla="*/ 0 h 83820"/>
                      <a:gd name="connsiteX4" fmla="*/ 71248 w 71247"/>
                      <a:gd name="connsiteY4" fmla="*/ 41911 h 83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7" h="83820">
                        <a:moveTo>
                          <a:pt x="71248" y="41911"/>
                        </a:moveTo>
                        <a:cubicBezTo>
                          <a:pt x="71248" y="65057"/>
                          <a:pt x="55298" y="83821"/>
                          <a:pt x="35624" y="83821"/>
                        </a:cubicBezTo>
                        <a:cubicBezTo>
                          <a:pt x="15949" y="83821"/>
                          <a:pt x="0" y="65057"/>
                          <a:pt x="0" y="41911"/>
                        </a:cubicBezTo>
                        <a:cubicBezTo>
                          <a:pt x="0" y="18764"/>
                          <a:pt x="15949" y="0"/>
                          <a:pt x="35624" y="0"/>
                        </a:cubicBezTo>
                        <a:cubicBezTo>
                          <a:pt x="55298" y="0"/>
                          <a:pt x="71248" y="18764"/>
                          <a:pt x="71248" y="41911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08" name="Forme libre : forme 15407">
                    <a:extLst>
                      <a:ext uri="{FF2B5EF4-FFF2-40B4-BE49-F238E27FC236}">
                        <a16:creationId xmlns:a16="http://schemas.microsoft.com/office/drawing/2014/main" id="{5D6870F4-64A7-48DA-8E10-76FA5BAB8C7F}"/>
                      </a:ext>
                    </a:extLst>
                  </p:cNvPr>
                  <p:cNvSpPr/>
                  <p:nvPr/>
                </p:nvSpPr>
                <p:spPr>
                  <a:xfrm rot="-4952885">
                    <a:off x="7156343" y="3121826"/>
                    <a:ext cx="22099" cy="19241"/>
                  </a:xfrm>
                  <a:custGeom>
                    <a:avLst/>
                    <a:gdLst>
                      <a:gd name="connsiteX0" fmla="*/ 22099 w 22099"/>
                      <a:gd name="connsiteY0" fmla="*/ 9621 h 19241"/>
                      <a:gd name="connsiteX1" fmla="*/ 11050 w 22099"/>
                      <a:gd name="connsiteY1" fmla="*/ 19241 h 19241"/>
                      <a:gd name="connsiteX2" fmla="*/ 0 w 22099"/>
                      <a:gd name="connsiteY2" fmla="*/ 9621 h 19241"/>
                      <a:gd name="connsiteX3" fmla="*/ 11050 w 22099"/>
                      <a:gd name="connsiteY3" fmla="*/ 0 h 19241"/>
                      <a:gd name="connsiteX4" fmla="*/ 22099 w 22099"/>
                      <a:gd name="connsiteY4" fmla="*/ 9621 h 19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9" h="19241">
                        <a:moveTo>
                          <a:pt x="22099" y="9621"/>
                        </a:moveTo>
                        <a:cubicBezTo>
                          <a:pt x="22099" y="14934"/>
                          <a:pt x="17152" y="19241"/>
                          <a:pt x="11050" y="19241"/>
                        </a:cubicBezTo>
                        <a:cubicBezTo>
                          <a:pt x="4947" y="19241"/>
                          <a:pt x="0" y="14934"/>
                          <a:pt x="0" y="9621"/>
                        </a:cubicBezTo>
                        <a:cubicBezTo>
                          <a:pt x="0" y="4307"/>
                          <a:pt x="4947" y="0"/>
                          <a:pt x="11050" y="0"/>
                        </a:cubicBezTo>
                        <a:cubicBezTo>
                          <a:pt x="17152" y="0"/>
                          <a:pt x="22099" y="4307"/>
                          <a:pt x="22099" y="9621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sp>
            <p:nvSpPr>
              <p:cNvPr id="15409" name="Forme libre : forme 15408">
                <a:extLst>
                  <a:ext uri="{FF2B5EF4-FFF2-40B4-BE49-F238E27FC236}">
                    <a16:creationId xmlns:a16="http://schemas.microsoft.com/office/drawing/2014/main" id="{B7AD2927-33AA-4639-A88C-8507F461561C}"/>
                  </a:ext>
                </a:extLst>
              </p:cNvPr>
              <p:cNvSpPr/>
              <p:nvPr/>
            </p:nvSpPr>
            <p:spPr>
              <a:xfrm>
                <a:off x="7254345" y="3064908"/>
                <a:ext cx="92773" cy="44813"/>
              </a:xfrm>
              <a:custGeom>
                <a:avLst/>
                <a:gdLst>
                  <a:gd name="connsiteX0" fmla="*/ 90964 w 92773"/>
                  <a:gd name="connsiteY0" fmla="*/ 35764 h 44813"/>
                  <a:gd name="connsiteX1" fmla="*/ 43815 w 92773"/>
                  <a:gd name="connsiteY1" fmla="*/ 11857 h 44813"/>
                  <a:gd name="connsiteX2" fmla="*/ 0 w 92773"/>
                  <a:gd name="connsiteY2" fmla="*/ 617 h 44813"/>
                  <a:gd name="connsiteX3" fmla="*/ 20098 w 92773"/>
                  <a:gd name="connsiteY3" fmla="*/ 7475 h 44813"/>
                  <a:gd name="connsiteX4" fmla="*/ 42386 w 92773"/>
                  <a:gd name="connsiteY4" fmla="*/ 16238 h 44813"/>
                  <a:gd name="connsiteX5" fmla="*/ 84010 w 92773"/>
                  <a:gd name="connsiteY5" fmla="*/ 38908 h 44813"/>
                  <a:gd name="connsiteX6" fmla="*/ 92773 w 92773"/>
                  <a:gd name="connsiteY6" fmla="*/ 44813 h 44813"/>
                  <a:gd name="connsiteX7" fmla="*/ 92773 w 92773"/>
                  <a:gd name="connsiteY7" fmla="*/ 36907 h 44813"/>
                  <a:gd name="connsiteX8" fmla="*/ 90964 w 92773"/>
                  <a:gd name="connsiteY8" fmla="*/ 35764 h 4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773" h="44813">
                    <a:moveTo>
                      <a:pt x="90964" y="35764"/>
                    </a:moveTo>
                    <a:cubicBezTo>
                      <a:pt x="75724" y="26906"/>
                      <a:pt x="59817" y="19286"/>
                      <a:pt x="43815" y="11857"/>
                    </a:cubicBezTo>
                    <a:cubicBezTo>
                      <a:pt x="31147" y="5951"/>
                      <a:pt x="14383" y="-2336"/>
                      <a:pt x="0" y="617"/>
                    </a:cubicBezTo>
                    <a:cubicBezTo>
                      <a:pt x="2953" y="4427"/>
                      <a:pt x="15430" y="5856"/>
                      <a:pt x="20098" y="7475"/>
                    </a:cubicBezTo>
                    <a:cubicBezTo>
                      <a:pt x="27622" y="10047"/>
                      <a:pt x="35052" y="13000"/>
                      <a:pt x="42386" y="16238"/>
                    </a:cubicBezTo>
                    <a:cubicBezTo>
                      <a:pt x="56864" y="22620"/>
                      <a:pt x="70771" y="30240"/>
                      <a:pt x="84010" y="38908"/>
                    </a:cubicBezTo>
                    <a:cubicBezTo>
                      <a:pt x="86963" y="40813"/>
                      <a:pt x="89916" y="42813"/>
                      <a:pt x="92773" y="44813"/>
                    </a:cubicBezTo>
                    <a:cubicBezTo>
                      <a:pt x="92773" y="42146"/>
                      <a:pt x="92773" y="39574"/>
                      <a:pt x="92773" y="36907"/>
                    </a:cubicBezTo>
                    <a:cubicBezTo>
                      <a:pt x="92107" y="36431"/>
                      <a:pt x="91535" y="36050"/>
                      <a:pt x="90964" y="35764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10" name="Forme libre : forme 15409">
                <a:extLst>
                  <a:ext uri="{FF2B5EF4-FFF2-40B4-BE49-F238E27FC236}">
                    <a16:creationId xmlns:a16="http://schemas.microsoft.com/office/drawing/2014/main" id="{E50E9007-C1FB-4E37-B945-D53A659333F5}"/>
                  </a:ext>
                </a:extLst>
              </p:cNvPr>
              <p:cNvSpPr/>
              <p:nvPr/>
            </p:nvSpPr>
            <p:spPr>
              <a:xfrm>
                <a:off x="7213561" y="3223133"/>
                <a:ext cx="100124" cy="8155"/>
              </a:xfrm>
              <a:custGeom>
                <a:avLst/>
                <a:gdLst>
                  <a:gd name="connsiteX0" fmla="*/ 20972 w 100124"/>
                  <a:gd name="connsiteY0" fmla="*/ 3746 h 8155"/>
                  <a:gd name="connsiteX1" fmla="*/ 874 w 100124"/>
                  <a:gd name="connsiteY1" fmla="*/ 698 h 8155"/>
                  <a:gd name="connsiteX2" fmla="*/ 14019 w 100124"/>
                  <a:gd name="connsiteY2" fmla="*/ 7080 h 8155"/>
                  <a:gd name="connsiteX3" fmla="*/ 35355 w 100124"/>
                  <a:gd name="connsiteY3" fmla="*/ 8128 h 8155"/>
                  <a:gd name="connsiteX4" fmla="*/ 79074 w 100124"/>
                  <a:gd name="connsiteY4" fmla="*/ 6508 h 8155"/>
                  <a:gd name="connsiteX5" fmla="*/ 98315 w 100124"/>
                  <a:gd name="connsiteY5" fmla="*/ 4317 h 8155"/>
                  <a:gd name="connsiteX6" fmla="*/ 100125 w 100124"/>
                  <a:gd name="connsiteY6" fmla="*/ 1841 h 8155"/>
                  <a:gd name="connsiteX7" fmla="*/ 43546 w 100124"/>
                  <a:gd name="connsiteY7" fmla="*/ 5841 h 8155"/>
                  <a:gd name="connsiteX8" fmla="*/ 20972 w 100124"/>
                  <a:gd name="connsiteY8" fmla="*/ 3746 h 8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124" h="8155">
                    <a:moveTo>
                      <a:pt x="20972" y="3746"/>
                    </a:moveTo>
                    <a:cubicBezTo>
                      <a:pt x="16876" y="3079"/>
                      <a:pt x="4208" y="-1779"/>
                      <a:pt x="874" y="698"/>
                    </a:cubicBezTo>
                    <a:cubicBezTo>
                      <a:pt x="-3793" y="4032"/>
                      <a:pt x="11637" y="6794"/>
                      <a:pt x="14019" y="7080"/>
                    </a:cubicBezTo>
                    <a:cubicBezTo>
                      <a:pt x="21067" y="8128"/>
                      <a:pt x="28211" y="8223"/>
                      <a:pt x="35355" y="8128"/>
                    </a:cubicBezTo>
                    <a:cubicBezTo>
                      <a:pt x="49928" y="8032"/>
                      <a:pt x="64596" y="7842"/>
                      <a:pt x="79074" y="6508"/>
                    </a:cubicBezTo>
                    <a:cubicBezTo>
                      <a:pt x="85456" y="5841"/>
                      <a:pt x="91933" y="5079"/>
                      <a:pt x="98315" y="4317"/>
                    </a:cubicBezTo>
                    <a:cubicBezTo>
                      <a:pt x="98886" y="3460"/>
                      <a:pt x="99553" y="2698"/>
                      <a:pt x="100125" y="1841"/>
                    </a:cubicBezTo>
                    <a:cubicBezTo>
                      <a:pt x="81265" y="4127"/>
                      <a:pt x="62501" y="6413"/>
                      <a:pt x="43546" y="5841"/>
                    </a:cubicBezTo>
                    <a:cubicBezTo>
                      <a:pt x="35926" y="5556"/>
                      <a:pt x="28401" y="4889"/>
                      <a:pt x="20972" y="3746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11" name="Forme libre : forme 15410">
                <a:extLst>
                  <a:ext uri="{FF2B5EF4-FFF2-40B4-BE49-F238E27FC236}">
                    <a16:creationId xmlns:a16="http://schemas.microsoft.com/office/drawing/2014/main" id="{8703330A-56A5-45CE-B7A1-C6DD3916D898}"/>
                  </a:ext>
                </a:extLst>
              </p:cNvPr>
              <p:cNvSpPr/>
              <p:nvPr/>
            </p:nvSpPr>
            <p:spPr>
              <a:xfrm>
                <a:off x="7289426" y="3117539"/>
                <a:ext cx="57025" cy="100226"/>
              </a:xfrm>
              <a:custGeom>
                <a:avLst/>
                <a:gdLst>
                  <a:gd name="connsiteX0" fmla="*/ 57026 w 57025"/>
                  <a:gd name="connsiteY0" fmla="*/ 8661 h 100226"/>
                  <a:gd name="connsiteX1" fmla="*/ 50168 w 57025"/>
                  <a:gd name="connsiteY1" fmla="*/ 5708 h 100226"/>
                  <a:gd name="connsiteX2" fmla="*/ 29308 w 57025"/>
                  <a:gd name="connsiteY2" fmla="*/ 88 h 100226"/>
                  <a:gd name="connsiteX3" fmla="*/ 30165 w 57025"/>
                  <a:gd name="connsiteY3" fmla="*/ 18757 h 100226"/>
                  <a:gd name="connsiteX4" fmla="*/ 12163 w 57025"/>
                  <a:gd name="connsiteY4" fmla="*/ 80193 h 100226"/>
                  <a:gd name="connsiteX5" fmla="*/ 638 w 57025"/>
                  <a:gd name="connsiteY5" fmla="*/ 97434 h 100226"/>
                  <a:gd name="connsiteX6" fmla="*/ 26069 w 57025"/>
                  <a:gd name="connsiteY6" fmla="*/ 96767 h 100226"/>
                  <a:gd name="connsiteX7" fmla="*/ 32070 w 57025"/>
                  <a:gd name="connsiteY7" fmla="*/ 95243 h 100226"/>
                  <a:gd name="connsiteX8" fmla="*/ 57026 w 57025"/>
                  <a:gd name="connsiteY8" fmla="*/ 8661 h 100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025" h="100226">
                    <a:moveTo>
                      <a:pt x="57026" y="8661"/>
                    </a:moveTo>
                    <a:cubicBezTo>
                      <a:pt x="54740" y="7708"/>
                      <a:pt x="52454" y="6756"/>
                      <a:pt x="50168" y="5708"/>
                    </a:cubicBezTo>
                    <a:cubicBezTo>
                      <a:pt x="43500" y="2660"/>
                      <a:pt x="36547" y="-579"/>
                      <a:pt x="29308" y="88"/>
                    </a:cubicBezTo>
                    <a:cubicBezTo>
                      <a:pt x="28165" y="6184"/>
                      <a:pt x="29499" y="12471"/>
                      <a:pt x="30165" y="18757"/>
                    </a:cubicBezTo>
                    <a:cubicBezTo>
                      <a:pt x="32546" y="40474"/>
                      <a:pt x="25879" y="63144"/>
                      <a:pt x="12163" y="80193"/>
                    </a:cubicBezTo>
                    <a:cubicBezTo>
                      <a:pt x="9210" y="83813"/>
                      <a:pt x="-2887" y="91528"/>
                      <a:pt x="638" y="97434"/>
                    </a:cubicBezTo>
                    <a:cubicBezTo>
                      <a:pt x="4257" y="103434"/>
                      <a:pt x="20831" y="98100"/>
                      <a:pt x="26069" y="96767"/>
                    </a:cubicBezTo>
                    <a:cubicBezTo>
                      <a:pt x="28070" y="96291"/>
                      <a:pt x="30070" y="95814"/>
                      <a:pt x="32070" y="95243"/>
                    </a:cubicBezTo>
                    <a:cubicBezTo>
                      <a:pt x="46834" y="69525"/>
                      <a:pt x="54740" y="39712"/>
                      <a:pt x="57026" y="8661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12" name="Forme libre : forme 15411">
                <a:extLst>
                  <a:ext uri="{FF2B5EF4-FFF2-40B4-BE49-F238E27FC236}">
                    <a16:creationId xmlns:a16="http://schemas.microsoft.com/office/drawing/2014/main" id="{26BA0D94-F542-4B80-945A-C44E67027547}"/>
                  </a:ext>
                </a:extLst>
              </p:cNvPr>
              <p:cNvSpPr/>
              <p:nvPr/>
            </p:nvSpPr>
            <p:spPr>
              <a:xfrm>
                <a:off x="7252390" y="3000945"/>
                <a:ext cx="94442" cy="91249"/>
              </a:xfrm>
              <a:custGeom>
                <a:avLst/>
                <a:gdLst>
                  <a:gd name="connsiteX0" fmla="*/ 14242 w 94442"/>
                  <a:gd name="connsiteY0" fmla="*/ 9049 h 91249"/>
                  <a:gd name="connsiteX1" fmla="*/ 811 w 94442"/>
                  <a:gd name="connsiteY1" fmla="*/ 0 h 91249"/>
                  <a:gd name="connsiteX2" fmla="*/ 1002 w 94442"/>
                  <a:gd name="connsiteY2" fmla="*/ 8954 h 91249"/>
                  <a:gd name="connsiteX3" fmla="*/ 3288 w 94442"/>
                  <a:gd name="connsiteY3" fmla="*/ 36671 h 91249"/>
                  <a:gd name="connsiteX4" fmla="*/ 5002 w 94442"/>
                  <a:gd name="connsiteY4" fmla="*/ 52959 h 91249"/>
                  <a:gd name="connsiteX5" fmla="*/ 14718 w 94442"/>
                  <a:gd name="connsiteY5" fmla="*/ 55340 h 91249"/>
                  <a:gd name="connsiteX6" fmla="*/ 26815 w 94442"/>
                  <a:gd name="connsiteY6" fmla="*/ 58483 h 91249"/>
                  <a:gd name="connsiteX7" fmla="*/ 71201 w 94442"/>
                  <a:gd name="connsiteY7" fmla="*/ 77153 h 91249"/>
                  <a:gd name="connsiteX8" fmla="*/ 94251 w 94442"/>
                  <a:gd name="connsiteY8" fmla="*/ 91154 h 91249"/>
                  <a:gd name="connsiteX9" fmla="*/ 94442 w 94442"/>
                  <a:gd name="connsiteY9" fmla="*/ 91250 h 91249"/>
                  <a:gd name="connsiteX10" fmla="*/ 93013 w 94442"/>
                  <a:gd name="connsiteY10" fmla="*/ 74962 h 91249"/>
                  <a:gd name="connsiteX11" fmla="*/ 14242 w 94442"/>
                  <a:gd name="connsiteY11" fmla="*/ 9049 h 91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4442" h="91249">
                    <a:moveTo>
                      <a:pt x="14242" y="9049"/>
                    </a:moveTo>
                    <a:cubicBezTo>
                      <a:pt x="10336" y="5239"/>
                      <a:pt x="6241" y="1048"/>
                      <a:pt x="811" y="0"/>
                    </a:cubicBezTo>
                    <a:cubicBezTo>
                      <a:pt x="-713" y="2667"/>
                      <a:pt x="240" y="6001"/>
                      <a:pt x="1002" y="8954"/>
                    </a:cubicBezTo>
                    <a:cubicBezTo>
                      <a:pt x="3288" y="18002"/>
                      <a:pt x="4145" y="27337"/>
                      <a:pt x="3288" y="36671"/>
                    </a:cubicBezTo>
                    <a:cubicBezTo>
                      <a:pt x="2907" y="41148"/>
                      <a:pt x="335" y="49816"/>
                      <a:pt x="5002" y="52959"/>
                    </a:cubicBezTo>
                    <a:cubicBezTo>
                      <a:pt x="7574" y="54674"/>
                      <a:pt x="11765" y="54674"/>
                      <a:pt x="14718" y="55340"/>
                    </a:cubicBezTo>
                    <a:cubicBezTo>
                      <a:pt x="18814" y="56293"/>
                      <a:pt x="22814" y="57341"/>
                      <a:pt x="26815" y="58483"/>
                    </a:cubicBezTo>
                    <a:cubicBezTo>
                      <a:pt x="42245" y="63055"/>
                      <a:pt x="57009" y="69437"/>
                      <a:pt x="71201" y="77153"/>
                    </a:cubicBezTo>
                    <a:cubicBezTo>
                      <a:pt x="79107" y="81439"/>
                      <a:pt x="86727" y="86201"/>
                      <a:pt x="94251" y="91154"/>
                    </a:cubicBezTo>
                    <a:cubicBezTo>
                      <a:pt x="94347" y="91154"/>
                      <a:pt x="94347" y="91250"/>
                      <a:pt x="94442" y="91250"/>
                    </a:cubicBezTo>
                    <a:cubicBezTo>
                      <a:pt x="94156" y="85820"/>
                      <a:pt x="93680" y="80391"/>
                      <a:pt x="93013" y="74962"/>
                    </a:cubicBezTo>
                    <a:cubicBezTo>
                      <a:pt x="67677" y="52102"/>
                      <a:pt x="38626" y="32957"/>
                      <a:pt x="14242" y="9049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13" name="Forme libre : forme 15412">
                <a:extLst>
                  <a:ext uri="{FF2B5EF4-FFF2-40B4-BE49-F238E27FC236}">
                    <a16:creationId xmlns:a16="http://schemas.microsoft.com/office/drawing/2014/main" id="{69E40C45-E08B-4CC9-A10F-7F7F562850DD}"/>
                  </a:ext>
                </a:extLst>
              </p:cNvPr>
              <p:cNvSpPr/>
              <p:nvPr/>
            </p:nvSpPr>
            <p:spPr>
              <a:xfrm>
                <a:off x="7153776" y="3228732"/>
                <a:ext cx="151051" cy="32766"/>
              </a:xfrm>
              <a:custGeom>
                <a:avLst/>
                <a:gdLst>
                  <a:gd name="connsiteX0" fmla="*/ 108475 w 151051"/>
                  <a:gd name="connsiteY0" fmla="*/ 8624 h 32766"/>
                  <a:gd name="connsiteX1" fmla="*/ 93425 w 151051"/>
                  <a:gd name="connsiteY1" fmla="*/ 8434 h 32766"/>
                  <a:gd name="connsiteX2" fmla="*/ 68375 w 151051"/>
                  <a:gd name="connsiteY2" fmla="*/ 6338 h 32766"/>
                  <a:gd name="connsiteX3" fmla="*/ 50277 w 151051"/>
                  <a:gd name="connsiteY3" fmla="*/ 1957 h 32766"/>
                  <a:gd name="connsiteX4" fmla="*/ 37513 w 151051"/>
                  <a:gd name="connsiteY4" fmla="*/ 242 h 32766"/>
                  <a:gd name="connsiteX5" fmla="*/ 29703 w 151051"/>
                  <a:gd name="connsiteY5" fmla="*/ 5767 h 32766"/>
                  <a:gd name="connsiteX6" fmla="*/ 17225 w 151051"/>
                  <a:gd name="connsiteY6" fmla="*/ 16435 h 32766"/>
                  <a:gd name="connsiteX7" fmla="*/ 1700 w 151051"/>
                  <a:gd name="connsiteY7" fmla="*/ 26150 h 32766"/>
                  <a:gd name="connsiteX8" fmla="*/ 80 w 151051"/>
                  <a:gd name="connsiteY8" fmla="*/ 28722 h 32766"/>
                  <a:gd name="connsiteX9" fmla="*/ 1414 w 151051"/>
                  <a:gd name="connsiteY9" fmla="*/ 29960 h 32766"/>
                  <a:gd name="connsiteX10" fmla="*/ 15796 w 151051"/>
                  <a:gd name="connsiteY10" fmla="*/ 32437 h 32766"/>
                  <a:gd name="connsiteX11" fmla="*/ 45896 w 151051"/>
                  <a:gd name="connsiteY11" fmla="*/ 32437 h 32766"/>
                  <a:gd name="connsiteX12" fmla="*/ 94663 w 151051"/>
                  <a:gd name="connsiteY12" fmla="*/ 24912 h 32766"/>
                  <a:gd name="connsiteX13" fmla="*/ 147051 w 151051"/>
                  <a:gd name="connsiteY13" fmla="*/ 12149 h 32766"/>
                  <a:gd name="connsiteX14" fmla="*/ 151051 w 151051"/>
                  <a:gd name="connsiteY14" fmla="*/ 7672 h 32766"/>
                  <a:gd name="connsiteX15" fmla="*/ 127144 w 151051"/>
                  <a:gd name="connsiteY15" fmla="*/ 7100 h 32766"/>
                  <a:gd name="connsiteX16" fmla="*/ 108475 w 151051"/>
                  <a:gd name="connsiteY16" fmla="*/ 8624 h 32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1051" h="32766">
                    <a:moveTo>
                      <a:pt x="108475" y="8624"/>
                    </a:moveTo>
                    <a:cubicBezTo>
                      <a:pt x="103426" y="8815"/>
                      <a:pt x="98474" y="8624"/>
                      <a:pt x="93425" y="8434"/>
                    </a:cubicBezTo>
                    <a:cubicBezTo>
                      <a:pt x="85043" y="8148"/>
                      <a:pt x="76566" y="7862"/>
                      <a:pt x="68375" y="6338"/>
                    </a:cubicBezTo>
                    <a:cubicBezTo>
                      <a:pt x="62279" y="5195"/>
                      <a:pt x="56278" y="3481"/>
                      <a:pt x="50277" y="1957"/>
                    </a:cubicBezTo>
                    <a:cubicBezTo>
                      <a:pt x="46372" y="1004"/>
                      <a:pt x="41609" y="-615"/>
                      <a:pt x="37513" y="242"/>
                    </a:cubicBezTo>
                    <a:cubicBezTo>
                      <a:pt x="34180" y="909"/>
                      <a:pt x="31989" y="3481"/>
                      <a:pt x="29703" y="5767"/>
                    </a:cubicBezTo>
                    <a:cubicBezTo>
                      <a:pt x="25893" y="9767"/>
                      <a:pt x="21797" y="13292"/>
                      <a:pt x="17225" y="16435"/>
                    </a:cubicBezTo>
                    <a:cubicBezTo>
                      <a:pt x="12177" y="19864"/>
                      <a:pt x="6843" y="22912"/>
                      <a:pt x="1700" y="26150"/>
                    </a:cubicBezTo>
                    <a:cubicBezTo>
                      <a:pt x="747" y="26722"/>
                      <a:pt x="-301" y="27674"/>
                      <a:pt x="80" y="28722"/>
                    </a:cubicBezTo>
                    <a:cubicBezTo>
                      <a:pt x="271" y="29294"/>
                      <a:pt x="842" y="29675"/>
                      <a:pt x="1414" y="29960"/>
                    </a:cubicBezTo>
                    <a:cubicBezTo>
                      <a:pt x="5795" y="32056"/>
                      <a:pt x="10939" y="32246"/>
                      <a:pt x="15796" y="32437"/>
                    </a:cubicBezTo>
                    <a:cubicBezTo>
                      <a:pt x="25798" y="32723"/>
                      <a:pt x="35894" y="33008"/>
                      <a:pt x="45896" y="32437"/>
                    </a:cubicBezTo>
                    <a:cubicBezTo>
                      <a:pt x="62374" y="31484"/>
                      <a:pt x="78566" y="28151"/>
                      <a:pt x="94663" y="24912"/>
                    </a:cubicBezTo>
                    <a:cubicBezTo>
                      <a:pt x="112285" y="21293"/>
                      <a:pt x="130001" y="17578"/>
                      <a:pt x="147051" y="12149"/>
                    </a:cubicBezTo>
                    <a:cubicBezTo>
                      <a:pt x="148384" y="10625"/>
                      <a:pt x="149718" y="9196"/>
                      <a:pt x="151051" y="7672"/>
                    </a:cubicBezTo>
                    <a:cubicBezTo>
                      <a:pt x="143146" y="6815"/>
                      <a:pt x="135145" y="6529"/>
                      <a:pt x="127144" y="7100"/>
                    </a:cubicBezTo>
                    <a:cubicBezTo>
                      <a:pt x="120857" y="7481"/>
                      <a:pt x="114666" y="8339"/>
                      <a:pt x="108475" y="8624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14" name="Forme libre : forme 15413">
                <a:extLst>
                  <a:ext uri="{FF2B5EF4-FFF2-40B4-BE49-F238E27FC236}">
                    <a16:creationId xmlns:a16="http://schemas.microsoft.com/office/drawing/2014/main" id="{400E725A-0ED8-418D-A5DE-04CC751FAC26}"/>
                  </a:ext>
                </a:extLst>
              </p:cNvPr>
              <p:cNvSpPr/>
              <p:nvPr/>
            </p:nvSpPr>
            <p:spPr>
              <a:xfrm>
                <a:off x="7317305" y="3165919"/>
                <a:ext cx="22859" cy="29814"/>
              </a:xfrm>
              <a:custGeom>
                <a:avLst/>
                <a:gdLst>
                  <a:gd name="connsiteX0" fmla="*/ 22860 w 22859"/>
                  <a:gd name="connsiteY0" fmla="*/ 0 h 29814"/>
                  <a:gd name="connsiteX1" fmla="*/ 19621 w 22859"/>
                  <a:gd name="connsiteY1" fmla="*/ 1810 h 29814"/>
                  <a:gd name="connsiteX2" fmla="*/ 667 w 22859"/>
                  <a:gd name="connsiteY2" fmla="*/ 22003 h 29814"/>
                  <a:gd name="connsiteX3" fmla="*/ 0 w 22859"/>
                  <a:gd name="connsiteY3" fmla="*/ 24575 h 29814"/>
                  <a:gd name="connsiteX4" fmla="*/ 3143 w 22859"/>
                  <a:gd name="connsiteY4" fmla="*/ 28480 h 29814"/>
                  <a:gd name="connsiteX5" fmla="*/ 12859 w 22859"/>
                  <a:gd name="connsiteY5" fmla="*/ 29623 h 29814"/>
                  <a:gd name="connsiteX6" fmla="*/ 22860 w 22859"/>
                  <a:gd name="connsiteY6" fmla="*/ 0 h 29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" h="29814">
                    <a:moveTo>
                      <a:pt x="22860" y="0"/>
                    </a:moveTo>
                    <a:cubicBezTo>
                      <a:pt x="21717" y="476"/>
                      <a:pt x="20669" y="1143"/>
                      <a:pt x="19621" y="1810"/>
                    </a:cubicBezTo>
                    <a:cubicBezTo>
                      <a:pt x="12763" y="6382"/>
                      <a:pt x="4096" y="14478"/>
                      <a:pt x="667" y="22003"/>
                    </a:cubicBezTo>
                    <a:cubicBezTo>
                      <a:pt x="286" y="22765"/>
                      <a:pt x="0" y="23622"/>
                      <a:pt x="0" y="24575"/>
                    </a:cubicBezTo>
                    <a:cubicBezTo>
                      <a:pt x="95" y="26384"/>
                      <a:pt x="1524" y="27718"/>
                      <a:pt x="3143" y="28480"/>
                    </a:cubicBezTo>
                    <a:cubicBezTo>
                      <a:pt x="6096" y="29908"/>
                      <a:pt x="9525" y="30004"/>
                      <a:pt x="12859" y="29623"/>
                    </a:cubicBezTo>
                    <a:cubicBezTo>
                      <a:pt x="16954" y="20193"/>
                      <a:pt x="20288" y="10287"/>
                      <a:pt x="22860" y="0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415" name="Graphique 2">
              <a:extLst>
                <a:ext uri="{FF2B5EF4-FFF2-40B4-BE49-F238E27FC236}">
                  <a16:creationId xmlns:a16="http://schemas.microsoft.com/office/drawing/2014/main" id="{11F839DD-0F97-4C1A-B8BC-2A4A72E1E316}"/>
                </a:ext>
              </a:extLst>
            </p:cNvPr>
            <p:cNvGrpSpPr/>
            <p:nvPr/>
          </p:nvGrpSpPr>
          <p:grpSpPr>
            <a:xfrm>
              <a:off x="8733006" y="3489843"/>
              <a:ext cx="329492" cy="328804"/>
              <a:chOff x="8733006" y="3489843"/>
              <a:chExt cx="329492" cy="328804"/>
            </a:xfrm>
            <a:solidFill>
              <a:schemeClr val="accent1"/>
            </a:solidFill>
          </p:grpSpPr>
          <p:sp>
            <p:nvSpPr>
              <p:cNvPr id="15416" name="Forme libre : forme 15415">
                <a:extLst>
                  <a:ext uri="{FF2B5EF4-FFF2-40B4-BE49-F238E27FC236}">
                    <a16:creationId xmlns:a16="http://schemas.microsoft.com/office/drawing/2014/main" id="{03F81AF9-969A-4BCF-BD34-3E62DBAB731A}"/>
                  </a:ext>
                </a:extLst>
              </p:cNvPr>
              <p:cNvSpPr/>
              <p:nvPr/>
            </p:nvSpPr>
            <p:spPr>
              <a:xfrm>
                <a:off x="8733043" y="3492049"/>
                <a:ext cx="262947" cy="315473"/>
              </a:xfrm>
              <a:custGeom>
                <a:avLst/>
                <a:gdLst>
                  <a:gd name="connsiteX0" fmla="*/ 3296 w 262947"/>
                  <a:gd name="connsiteY0" fmla="*/ 202984 h 315473"/>
                  <a:gd name="connsiteX1" fmla="*/ 29775 w 262947"/>
                  <a:gd name="connsiteY1" fmla="*/ 229844 h 315473"/>
                  <a:gd name="connsiteX2" fmla="*/ 164459 w 262947"/>
                  <a:gd name="connsiteY2" fmla="*/ 315474 h 315473"/>
                  <a:gd name="connsiteX3" fmla="*/ 206941 w 262947"/>
                  <a:gd name="connsiteY3" fmla="*/ 161740 h 315473"/>
                  <a:gd name="connsiteX4" fmla="*/ 262948 w 262947"/>
                  <a:gd name="connsiteY4" fmla="*/ 12674 h 315473"/>
                  <a:gd name="connsiteX5" fmla="*/ 97117 w 262947"/>
                  <a:gd name="connsiteY5" fmla="*/ 9531 h 315473"/>
                  <a:gd name="connsiteX6" fmla="*/ 55112 w 262947"/>
                  <a:gd name="connsiteY6" fmla="*/ 18008 h 315473"/>
                  <a:gd name="connsiteX7" fmla="*/ 3296 w 262947"/>
                  <a:gd name="connsiteY7" fmla="*/ 202984 h 315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2947" h="315473">
                    <a:moveTo>
                      <a:pt x="3296" y="202984"/>
                    </a:moveTo>
                    <a:cubicBezTo>
                      <a:pt x="11392" y="211080"/>
                      <a:pt x="20155" y="219938"/>
                      <a:pt x="29775" y="229844"/>
                    </a:cubicBezTo>
                    <a:cubicBezTo>
                      <a:pt x="106261" y="309187"/>
                      <a:pt x="164459" y="315474"/>
                      <a:pt x="164459" y="315474"/>
                    </a:cubicBezTo>
                    <a:lnTo>
                      <a:pt x="206941" y="161740"/>
                    </a:lnTo>
                    <a:lnTo>
                      <a:pt x="262948" y="12674"/>
                    </a:lnTo>
                    <a:cubicBezTo>
                      <a:pt x="262948" y="12674"/>
                      <a:pt x="204845" y="-13615"/>
                      <a:pt x="97117" y="9531"/>
                    </a:cubicBezTo>
                    <a:cubicBezTo>
                      <a:pt x="81496" y="12865"/>
                      <a:pt x="67685" y="15627"/>
                      <a:pt x="55112" y="18008"/>
                    </a:cubicBezTo>
                    <a:cubicBezTo>
                      <a:pt x="5868" y="62966"/>
                      <a:pt x="-6991" y="134880"/>
                      <a:pt x="3296" y="202984"/>
                    </a:cubicBez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17" name="Forme libre : forme 15416">
                <a:extLst>
                  <a:ext uri="{FF2B5EF4-FFF2-40B4-BE49-F238E27FC236}">
                    <a16:creationId xmlns:a16="http://schemas.microsoft.com/office/drawing/2014/main" id="{6C03103E-20CB-46DE-968F-870BB61D7309}"/>
                  </a:ext>
                </a:extLst>
              </p:cNvPr>
              <p:cNvSpPr/>
              <p:nvPr/>
            </p:nvSpPr>
            <p:spPr>
              <a:xfrm>
                <a:off x="8779488" y="3605629"/>
                <a:ext cx="156074" cy="85307"/>
              </a:xfrm>
              <a:custGeom>
                <a:avLst/>
                <a:gdLst>
                  <a:gd name="connsiteX0" fmla="*/ 9335 w 156074"/>
                  <a:gd name="connsiteY0" fmla="*/ 440 h 85307"/>
                  <a:gd name="connsiteX1" fmla="*/ 3620 w 156074"/>
                  <a:gd name="connsiteY1" fmla="*/ 250 h 85307"/>
                  <a:gd name="connsiteX2" fmla="*/ 0 w 156074"/>
                  <a:gd name="connsiteY2" fmla="*/ 4250 h 85307"/>
                  <a:gd name="connsiteX3" fmla="*/ 2286 w 156074"/>
                  <a:gd name="connsiteY3" fmla="*/ 8346 h 85307"/>
                  <a:gd name="connsiteX4" fmla="*/ 30290 w 156074"/>
                  <a:gd name="connsiteY4" fmla="*/ 27682 h 85307"/>
                  <a:gd name="connsiteX5" fmla="*/ 130683 w 156074"/>
                  <a:gd name="connsiteY5" fmla="*/ 79974 h 85307"/>
                  <a:gd name="connsiteX6" fmla="*/ 147638 w 156074"/>
                  <a:gd name="connsiteY6" fmla="*/ 85308 h 85307"/>
                  <a:gd name="connsiteX7" fmla="*/ 145447 w 156074"/>
                  <a:gd name="connsiteY7" fmla="*/ 63686 h 85307"/>
                  <a:gd name="connsiteX8" fmla="*/ 150019 w 156074"/>
                  <a:gd name="connsiteY8" fmla="*/ 42350 h 85307"/>
                  <a:gd name="connsiteX9" fmla="*/ 147923 w 156074"/>
                  <a:gd name="connsiteY9" fmla="*/ 16823 h 85307"/>
                  <a:gd name="connsiteX10" fmla="*/ 101822 w 156074"/>
                  <a:gd name="connsiteY10" fmla="*/ 13299 h 85307"/>
                  <a:gd name="connsiteX11" fmla="*/ 9335 w 156074"/>
                  <a:gd name="connsiteY11" fmla="*/ 440 h 85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6074" h="85307">
                    <a:moveTo>
                      <a:pt x="9335" y="440"/>
                    </a:moveTo>
                    <a:cubicBezTo>
                      <a:pt x="7429" y="59"/>
                      <a:pt x="5429" y="-227"/>
                      <a:pt x="3620" y="250"/>
                    </a:cubicBezTo>
                    <a:cubicBezTo>
                      <a:pt x="1810" y="726"/>
                      <a:pt x="0" y="2345"/>
                      <a:pt x="0" y="4250"/>
                    </a:cubicBezTo>
                    <a:cubicBezTo>
                      <a:pt x="0" y="5869"/>
                      <a:pt x="1143" y="7203"/>
                      <a:pt x="2286" y="8346"/>
                    </a:cubicBezTo>
                    <a:cubicBezTo>
                      <a:pt x="10287" y="16442"/>
                      <a:pt x="20384" y="22157"/>
                      <a:pt x="30290" y="27682"/>
                    </a:cubicBezTo>
                    <a:cubicBezTo>
                      <a:pt x="63246" y="45969"/>
                      <a:pt x="96774" y="63495"/>
                      <a:pt x="130683" y="79974"/>
                    </a:cubicBezTo>
                    <a:cubicBezTo>
                      <a:pt x="136017" y="82641"/>
                      <a:pt x="141637" y="85212"/>
                      <a:pt x="147638" y="85308"/>
                    </a:cubicBezTo>
                    <a:cubicBezTo>
                      <a:pt x="145447" y="85308"/>
                      <a:pt x="145352" y="65686"/>
                      <a:pt x="145447" y="63686"/>
                    </a:cubicBezTo>
                    <a:cubicBezTo>
                      <a:pt x="145828" y="56447"/>
                      <a:pt x="147447" y="49208"/>
                      <a:pt x="150019" y="42350"/>
                    </a:cubicBezTo>
                    <a:cubicBezTo>
                      <a:pt x="153448" y="33396"/>
                      <a:pt x="162783" y="20443"/>
                      <a:pt x="147923" y="16823"/>
                    </a:cubicBezTo>
                    <a:cubicBezTo>
                      <a:pt x="133636" y="13394"/>
                      <a:pt x="116491" y="14728"/>
                      <a:pt x="101822" y="13299"/>
                    </a:cubicBezTo>
                    <a:cubicBezTo>
                      <a:pt x="70866" y="10441"/>
                      <a:pt x="40005" y="6060"/>
                      <a:pt x="9335" y="440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18" name="Forme libre : forme 15417">
                <a:extLst>
                  <a:ext uri="{FF2B5EF4-FFF2-40B4-BE49-F238E27FC236}">
                    <a16:creationId xmlns:a16="http://schemas.microsoft.com/office/drawing/2014/main" id="{0191C8FE-D4D3-4189-89F5-551923316A86}"/>
                  </a:ext>
                </a:extLst>
              </p:cNvPr>
              <p:cNvSpPr/>
              <p:nvPr/>
            </p:nvSpPr>
            <p:spPr>
              <a:xfrm>
                <a:off x="8861134" y="3635441"/>
                <a:ext cx="57245" cy="22453"/>
              </a:xfrm>
              <a:custGeom>
                <a:avLst/>
                <a:gdLst>
                  <a:gd name="connsiteX0" fmla="*/ 4174 w 57245"/>
                  <a:gd name="connsiteY0" fmla="*/ 1108 h 22453"/>
                  <a:gd name="connsiteX1" fmla="*/ 79 w 57245"/>
                  <a:gd name="connsiteY1" fmla="*/ 4727 h 22453"/>
                  <a:gd name="connsiteX2" fmla="*/ 2174 w 57245"/>
                  <a:gd name="connsiteY2" fmla="*/ 6823 h 22453"/>
                  <a:gd name="connsiteX3" fmla="*/ 56657 w 57245"/>
                  <a:gd name="connsiteY3" fmla="*/ 13490 h 22453"/>
                  <a:gd name="connsiteX4" fmla="*/ 4174 w 57245"/>
                  <a:gd name="connsiteY4" fmla="*/ 1108 h 22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245" h="22453">
                    <a:moveTo>
                      <a:pt x="4174" y="1108"/>
                    </a:moveTo>
                    <a:cubicBezTo>
                      <a:pt x="2174" y="1489"/>
                      <a:pt x="-493" y="2727"/>
                      <a:pt x="79" y="4727"/>
                    </a:cubicBezTo>
                    <a:cubicBezTo>
                      <a:pt x="364" y="5680"/>
                      <a:pt x="1317" y="6251"/>
                      <a:pt x="2174" y="6823"/>
                    </a:cubicBezTo>
                    <a:cubicBezTo>
                      <a:pt x="13699" y="13109"/>
                      <a:pt x="48275" y="34350"/>
                      <a:pt x="56657" y="13490"/>
                    </a:cubicBezTo>
                    <a:cubicBezTo>
                      <a:pt x="63229" y="-3083"/>
                      <a:pt x="12747" y="-321"/>
                      <a:pt x="4174" y="1108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5419" name="Graphique 2">
                <a:extLst>
                  <a:ext uri="{FF2B5EF4-FFF2-40B4-BE49-F238E27FC236}">
                    <a16:creationId xmlns:a16="http://schemas.microsoft.com/office/drawing/2014/main" id="{7CC5D443-D7A3-4DA6-B81E-D00F3FCF6B62}"/>
                  </a:ext>
                </a:extLst>
              </p:cNvPr>
              <p:cNvGrpSpPr/>
              <p:nvPr/>
            </p:nvGrpSpPr>
            <p:grpSpPr>
              <a:xfrm>
                <a:off x="8759539" y="3489843"/>
                <a:ext cx="302960" cy="328804"/>
                <a:chOff x="8759539" y="3489843"/>
                <a:chExt cx="302960" cy="328804"/>
              </a:xfrm>
              <a:solidFill>
                <a:schemeClr val="accent1"/>
              </a:solidFill>
            </p:grpSpPr>
            <p:grpSp>
              <p:nvGrpSpPr>
                <p:cNvPr id="15420" name="Graphique 2">
                  <a:extLst>
                    <a:ext uri="{FF2B5EF4-FFF2-40B4-BE49-F238E27FC236}">
                      <a16:creationId xmlns:a16="http://schemas.microsoft.com/office/drawing/2014/main" id="{97B7F8B7-9F25-4ACA-AAAC-20C968ED2906}"/>
                    </a:ext>
                  </a:extLst>
                </p:cNvPr>
                <p:cNvGrpSpPr/>
                <p:nvPr/>
              </p:nvGrpSpPr>
              <p:grpSpPr>
                <a:xfrm>
                  <a:off x="8819366" y="3638073"/>
                  <a:ext cx="185335" cy="180574"/>
                  <a:chOff x="8819366" y="3638073"/>
                  <a:chExt cx="185335" cy="180574"/>
                </a:xfrm>
                <a:solidFill>
                  <a:schemeClr val="accent1"/>
                </a:solidFill>
              </p:grpSpPr>
              <p:sp>
                <p:nvSpPr>
                  <p:cNvPr id="15421" name="Forme libre : forme 15420">
                    <a:extLst>
                      <a:ext uri="{FF2B5EF4-FFF2-40B4-BE49-F238E27FC236}">
                        <a16:creationId xmlns:a16="http://schemas.microsoft.com/office/drawing/2014/main" id="{3164F776-757E-4872-AA6C-AB9EC534E0B5}"/>
                      </a:ext>
                    </a:extLst>
                  </p:cNvPr>
                  <p:cNvSpPr/>
                  <p:nvPr/>
                </p:nvSpPr>
                <p:spPr>
                  <a:xfrm rot="-4952885">
                    <a:off x="8831830" y="3645394"/>
                    <a:ext cx="160408" cy="165933"/>
                  </a:xfrm>
                  <a:custGeom>
                    <a:avLst/>
                    <a:gdLst>
                      <a:gd name="connsiteX0" fmla="*/ 160408 w 160408"/>
                      <a:gd name="connsiteY0" fmla="*/ 82967 h 165933"/>
                      <a:gd name="connsiteX1" fmla="*/ 80204 w 160408"/>
                      <a:gd name="connsiteY1" fmla="*/ 165933 h 165933"/>
                      <a:gd name="connsiteX2" fmla="*/ 0 w 160408"/>
                      <a:gd name="connsiteY2" fmla="*/ 82967 h 165933"/>
                      <a:gd name="connsiteX3" fmla="*/ 80204 w 160408"/>
                      <a:gd name="connsiteY3" fmla="*/ 0 h 165933"/>
                      <a:gd name="connsiteX4" fmla="*/ 160408 w 160408"/>
                      <a:gd name="connsiteY4" fmla="*/ 82967 h 165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408" h="165933">
                        <a:moveTo>
                          <a:pt x="160408" y="82967"/>
                        </a:moveTo>
                        <a:cubicBezTo>
                          <a:pt x="160408" y="128788"/>
                          <a:pt x="124500" y="165933"/>
                          <a:pt x="80204" y="165933"/>
                        </a:cubicBezTo>
                        <a:cubicBezTo>
                          <a:pt x="35909" y="165933"/>
                          <a:pt x="0" y="128788"/>
                          <a:pt x="0" y="82967"/>
                        </a:cubicBezTo>
                        <a:cubicBezTo>
                          <a:pt x="0" y="37146"/>
                          <a:pt x="35909" y="0"/>
                          <a:pt x="80204" y="0"/>
                        </a:cubicBezTo>
                        <a:cubicBezTo>
                          <a:pt x="124500" y="0"/>
                          <a:pt x="160408" y="37146"/>
                          <a:pt x="160408" y="82967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22" name="Forme libre : forme 15421">
                    <a:extLst>
                      <a:ext uri="{FF2B5EF4-FFF2-40B4-BE49-F238E27FC236}">
                        <a16:creationId xmlns:a16="http://schemas.microsoft.com/office/drawing/2014/main" id="{7372A895-4BA5-4EE0-9667-282791AEE70D}"/>
                      </a:ext>
                    </a:extLst>
                  </p:cNvPr>
                  <p:cNvSpPr/>
                  <p:nvPr/>
                </p:nvSpPr>
                <p:spPr>
                  <a:xfrm>
                    <a:off x="8829121" y="3648360"/>
                    <a:ext cx="109624" cy="160419"/>
                  </a:xfrm>
                  <a:custGeom>
                    <a:avLst/>
                    <a:gdLst>
                      <a:gd name="connsiteX0" fmla="*/ 109625 w 109624"/>
                      <a:gd name="connsiteY0" fmla="*/ 156305 h 160419"/>
                      <a:gd name="connsiteX1" fmla="*/ 97242 w 109624"/>
                      <a:gd name="connsiteY1" fmla="*/ 155638 h 160419"/>
                      <a:gd name="connsiteX2" fmla="*/ 25424 w 109624"/>
                      <a:gd name="connsiteY2" fmla="*/ 65342 h 160419"/>
                      <a:gd name="connsiteX3" fmla="*/ 80955 w 109624"/>
                      <a:gd name="connsiteY3" fmla="*/ 0 h 160419"/>
                      <a:gd name="connsiteX4" fmla="*/ 659 w 109624"/>
                      <a:gd name="connsiteY4" fmla="*/ 69342 h 160419"/>
                      <a:gd name="connsiteX5" fmla="*/ 72477 w 109624"/>
                      <a:gd name="connsiteY5" fmla="*/ 159639 h 160419"/>
                      <a:gd name="connsiteX6" fmla="*/ 109625 w 109624"/>
                      <a:gd name="connsiteY6" fmla="*/ 156305 h 160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624" h="160419">
                        <a:moveTo>
                          <a:pt x="109625" y="156305"/>
                        </a:moveTo>
                        <a:cubicBezTo>
                          <a:pt x="105529" y="156401"/>
                          <a:pt x="101433" y="156210"/>
                          <a:pt x="97242" y="155638"/>
                        </a:cubicBezTo>
                        <a:cubicBezTo>
                          <a:pt x="51808" y="149733"/>
                          <a:pt x="19899" y="109347"/>
                          <a:pt x="25424" y="65342"/>
                        </a:cubicBezTo>
                        <a:cubicBezTo>
                          <a:pt x="29710" y="31052"/>
                          <a:pt x="54094" y="3715"/>
                          <a:pt x="80955" y="0"/>
                        </a:cubicBezTo>
                        <a:cubicBezTo>
                          <a:pt x="40568" y="571"/>
                          <a:pt x="5898" y="29528"/>
                          <a:pt x="659" y="69342"/>
                        </a:cubicBezTo>
                        <a:cubicBezTo>
                          <a:pt x="-5056" y="113252"/>
                          <a:pt x="27043" y="153638"/>
                          <a:pt x="72477" y="159639"/>
                        </a:cubicBezTo>
                        <a:cubicBezTo>
                          <a:pt x="85336" y="161449"/>
                          <a:pt x="98004" y="160020"/>
                          <a:pt x="109625" y="156305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23" name="Forme libre : forme 15422">
                    <a:extLst>
                      <a:ext uri="{FF2B5EF4-FFF2-40B4-BE49-F238E27FC236}">
                        <a16:creationId xmlns:a16="http://schemas.microsoft.com/office/drawing/2014/main" id="{714D77B2-9DA4-4234-BBB8-7DB4E4CFEC71}"/>
                      </a:ext>
                    </a:extLst>
                  </p:cNvPr>
                  <p:cNvSpPr/>
                  <p:nvPr/>
                </p:nvSpPr>
                <p:spPr>
                  <a:xfrm rot="-2597404">
                    <a:off x="8910336" y="3666089"/>
                    <a:ext cx="71247" cy="83820"/>
                  </a:xfrm>
                  <a:custGeom>
                    <a:avLst/>
                    <a:gdLst>
                      <a:gd name="connsiteX0" fmla="*/ 71248 w 71247"/>
                      <a:gd name="connsiteY0" fmla="*/ 41910 h 83820"/>
                      <a:gd name="connsiteX1" fmla="*/ 35624 w 71247"/>
                      <a:gd name="connsiteY1" fmla="*/ 83821 h 83820"/>
                      <a:gd name="connsiteX2" fmla="*/ 0 w 71247"/>
                      <a:gd name="connsiteY2" fmla="*/ 41910 h 83820"/>
                      <a:gd name="connsiteX3" fmla="*/ 35624 w 71247"/>
                      <a:gd name="connsiteY3" fmla="*/ 0 h 83820"/>
                      <a:gd name="connsiteX4" fmla="*/ 71248 w 71247"/>
                      <a:gd name="connsiteY4" fmla="*/ 41910 h 83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7" h="83820">
                        <a:moveTo>
                          <a:pt x="71248" y="41910"/>
                        </a:moveTo>
                        <a:cubicBezTo>
                          <a:pt x="71248" y="65057"/>
                          <a:pt x="55298" y="83821"/>
                          <a:pt x="35624" y="83821"/>
                        </a:cubicBezTo>
                        <a:cubicBezTo>
                          <a:pt x="15949" y="83821"/>
                          <a:pt x="0" y="65057"/>
                          <a:pt x="0" y="41910"/>
                        </a:cubicBezTo>
                        <a:cubicBezTo>
                          <a:pt x="0" y="18764"/>
                          <a:pt x="15950" y="0"/>
                          <a:pt x="35624" y="0"/>
                        </a:cubicBezTo>
                        <a:cubicBezTo>
                          <a:pt x="55299" y="0"/>
                          <a:pt x="71248" y="18764"/>
                          <a:pt x="71248" y="4191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24" name="Forme libre : forme 15423">
                    <a:extLst>
                      <a:ext uri="{FF2B5EF4-FFF2-40B4-BE49-F238E27FC236}">
                        <a16:creationId xmlns:a16="http://schemas.microsoft.com/office/drawing/2014/main" id="{C83903BC-2DB4-41A8-8BBE-4B9313D77CB3}"/>
                      </a:ext>
                    </a:extLst>
                  </p:cNvPr>
                  <p:cNvSpPr/>
                  <p:nvPr/>
                </p:nvSpPr>
                <p:spPr>
                  <a:xfrm rot="-4952885">
                    <a:off x="8961288" y="3729697"/>
                    <a:ext cx="22099" cy="19241"/>
                  </a:xfrm>
                  <a:custGeom>
                    <a:avLst/>
                    <a:gdLst>
                      <a:gd name="connsiteX0" fmla="*/ 22099 w 22099"/>
                      <a:gd name="connsiteY0" fmla="*/ 9621 h 19241"/>
                      <a:gd name="connsiteX1" fmla="*/ 11050 w 22099"/>
                      <a:gd name="connsiteY1" fmla="*/ 19242 h 19241"/>
                      <a:gd name="connsiteX2" fmla="*/ 0 w 22099"/>
                      <a:gd name="connsiteY2" fmla="*/ 9621 h 19241"/>
                      <a:gd name="connsiteX3" fmla="*/ 11050 w 22099"/>
                      <a:gd name="connsiteY3" fmla="*/ 0 h 19241"/>
                      <a:gd name="connsiteX4" fmla="*/ 22099 w 22099"/>
                      <a:gd name="connsiteY4" fmla="*/ 9621 h 19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9" h="19241">
                        <a:moveTo>
                          <a:pt x="22099" y="9621"/>
                        </a:moveTo>
                        <a:cubicBezTo>
                          <a:pt x="22099" y="14934"/>
                          <a:pt x="17152" y="19242"/>
                          <a:pt x="11050" y="19242"/>
                        </a:cubicBezTo>
                        <a:cubicBezTo>
                          <a:pt x="4947" y="19242"/>
                          <a:pt x="0" y="14934"/>
                          <a:pt x="0" y="9621"/>
                        </a:cubicBezTo>
                        <a:cubicBezTo>
                          <a:pt x="0" y="4307"/>
                          <a:pt x="4947" y="0"/>
                          <a:pt x="11050" y="0"/>
                        </a:cubicBezTo>
                        <a:cubicBezTo>
                          <a:pt x="17152" y="0"/>
                          <a:pt x="22099" y="4307"/>
                          <a:pt x="22099" y="9621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425" name="Graphique 2">
                  <a:extLst>
                    <a:ext uri="{FF2B5EF4-FFF2-40B4-BE49-F238E27FC236}">
                      <a16:creationId xmlns:a16="http://schemas.microsoft.com/office/drawing/2014/main" id="{3315F519-8673-4D95-98FC-A91A1A940DD2}"/>
                    </a:ext>
                  </a:extLst>
                </p:cNvPr>
                <p:cNvGrpSpPr/>
                <p:nvPr/>
              </p:nvGrpSpPr>
              <p:grpSpPr>
                <a:xfrm>
                  <a:off x="8877163" y="3489843"/>
                  <a:ext cx="185335" cy="180574"/>
                  <a:chOff x="8877163" y="3489843"/>
                  <a:chExt cx="185335" cy="180574"/>
                </a:xfrm>
                <a:solidFill>
                  <a:schemeClr val="accent1"/>
                </a:solidFill>
              </p:grpSpPr>
              <p:sp>
                <p:nvSpPr>
                  <p:cNvPr id="15426" name="Forme libre : forme 15425">
                    <a:extLst>
                      <a:ext uri="{FF2B5EF4-FFF2-40B4-BE49-F238E27FC236}">
                        <a16:creationId xmlns:a16="http://schemas.microsoft.com/office/drawing/2014/main" id="{279EC197-A93A-4A5C-B826-0B59982164D3}"/>
                      </a:ext>
                    </a:extLst>
                  </p:cNvPr>
                  <p:cNvSpPr/>
                  <p:nvPr/>
                </p:nvSpPr>
                <p:spPr>
                  <a:xfrm rot="-4952885">
                    <a:off x="8889627" y="3497164"/>
                    <a:ext cx="160408" cy="165933"/>
                  </a:xfrm>
                  <a:custGeom>
                    <a:avLst/>
                    <a:gdLst>
                      <a:gd name="connsiteX0" fmla="*/ 160408 w 160408"/>
                      <a:gd name="connsiteY0" fmla="*/ 82967 h 165933"/>
                      <a:gd name="connsiteX1" fmla="*/ 80204 w 160408"/>
                      <a:gd name="connsiteY1" fmla="*/ 165933 h 165933"/>
                      <a:gd name="connsiteX2" fmla="*/ 0 w 160408"/>
                      <a:gd name="connsiteY2" fmla="*/ 82967 h 165933"/>
                      <a:gd name="connsiteX3" fmla="*/ 80204 w 160408"/>
                      <a:gd name="connsiteY3" fmla="*/ 0 h 165933"/>
                      <a:gd name="connsiteX4" fmla="*/ 160408 w 160408"/>
                      <a:gd name="connsiteY4" fmla="*/ 82967 h 165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408" h="165933">
                        <a:moveTo>
                          <a:pt x="160408" y="82967"/>
                        </a:moveTo>
                        <a:cubicBezTo>
                          <a:pt x="160408" y="128788"/>
                          <a:pt x="124500" y="165933"/>
                          <a:pt x="80204" y="165933"/>
                        </a:cubicBezTo>
                        <a:cubicBezTo>
                          <a:pt x="35909" y="165933"/>
                          <a:pt x="0" y="128788"/>
                          <a:pt x="0" y="82967"/>
                        </a:cubicBezTo>
                        <a:cubicBezTo>
                          <a:pt x="0" y="37146"/>
                          <a:pt x="35909" y="0"/>
                          <a:pt x="80204" y="0"/>
                        </a:cubicBezTo>
                        <a:cubicBezTo>
                          <a:pt x="124500" y="0"/>
                          <a:pt x="160408" y="37146"/>
                          <a:pt x="160408" y="82967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27" name="Forme libre : forme 15426">
                    <a:extLst>
                      <a:ext uri="{FF2B5EF4-FFF2-40B4-BE49-F238E27FC236}">
                        <a16:creationId xmlns:a16="http://schemas.microsoft.com/office/drawing/2014/main" id="{4A76AEA0-05F6-4355-A9D5-796CD12E10A9}"/>
                      </a:ext>
                    </a:extLst>
                  </p:cNvPr>
                  <p:cNvSpPr/>
                  <p:nvPr/>
                </p:nvSpPr>
                <p:spPr>
                  <a:xfrm>
                    <a:off x="8886843" y="3500055"/>
                    <a:ext cx="109624" cy="160437"/>
                  </a:xfrm>
                  <a:custGeom>
                    <a:avLst/>
                    <a:gdLst>
                      <a:gd name="connsiteX0" fmla="*/ 109625 w 109624"/>
                      <a:gd name="connsiteY0" fmla="*/ 156305 h 160437"/>
                      <a:gd name="connsiteX1" fmla="*/ 97242 w 109624"/>
                      <a:gd name="connsiteY1" fmla="*/ 155638 h 160437"/>
                      <a:gd name="connsiteX2" fmla="*/ 25424 w 109624"/>
                      <a:gd name="connsiteY2" fmla="*/ 65342 h 160437"/>
                      <a:gd name="connsiteX3" fmla="*/ 80954 w 109624"/>
                      <a:gd name="connsiteY3" fmla="*/ 0 h 160437"/>
                      <a:gd name="connsiteX4" fmla="*/ 659 w 109624"/>
                      <a:gd name="connsiteY4" fmla="*/ 69342 h 160437"/>
                      <a:gd name="connsiteX5" fmla="*/ 72477 w 109624"/>
                      <a:gd name="connsiteY5" fmla="*/ 159639 h 160437"/>
                      <a:gd name="connsiteX6" fmla="*/ 109625 w 109624"/>
                      <a:gd name="connsiteY6" fmla="*/ 156305 h 160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624" h="160437">
                        <a:moveTo>
                          <a:pt x="109625" y="156305"/>
                        </a:moveTo>
                        <a:cubicBezTo>
                          <a:pt x="105529" y="156401"/>
                          <a:pt x="101433" y="156210"/>
                          <a:pt x="97242" y="155638"/>
                        </a:cubicBezTo>
                        <a:cubicBezTo>
                          <a:pt x="51808" y="149733"/>
                          <a:pt x="19899" y="109347"/>
                          <a:pt x="25424" y="65342"/>
                        </a:cubicBezTo>
                        <a:cubicBezTo>
                          <a:pt x="29710" y="31052"/>
                          <a:pt x="54094" y="3715"/>
                          <a:pt x="80954" y="0"/>
                        </a:cubicBezTo>
                        <a:cubicBezTo>
                          <a:pt x="40568" y="571"/>
                          <a:pt x="5897" y="29528"/>
                          <a:pt x="659" y="69342"/>
                        </a:cubicBezTo>
                        <a:cubicBezTo>
                          <a:pt x="-5056" y="113252"/>
                          <a:pt x="27043" y="153638"/>
                          <a:pt x="72477" y="159639"/>
                        </a:cubicBezTo>
                        <a:cubicBezTo>
                          <a:pt x="85431" y="161449"/>
                          <a:pt x="98004" y="160115"/>
                          <a:pt x="109625" y="156305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28" name="Forme libre : forme 15427">
                    <a:extLst>
                      <a:ext uri="{FF2B5EF4-FFF2-40B4-BE49-F238E27FC236}">
                        <a16:creationId xmlns:a16="http://schemas.microsoft.com/office/drawing/2014/main" id="{762C39CA-C7C8-4808-84AB-9E734FA81781}"/>
                      </a:ext>
                    </a:extLst>
                  </p:cNvPr>
                  <p:cNvSpPr/>
                  <p:nvPr/>
                </p:nvSpPr>
                <p:spPr>
                  <a:xfrm rot="-2597404">
                    <a:off x="8968041" y="3517816"/>
                    <a:ext cx="71247" cy="83820"/>
                  </a:xfrm>
                  <a:custGeom>
                    <a:avLst/>
                    <a:gdLst>
                      <a:gd name="connsiteX0" fmla="*/ 71248 w 71247"/>
                      <a:gd name="connsiteY0" fmla="*/ 41910 h 83820"/>
                      <a:gd name="connsiteX1" fmla="*/ 35624 w 71247"/>
                      <a:gd name="connsiteY1" fmla="*/ 83821 h 83820"/>
                      <a:gd name="connsiteX2" fmla="*/ 0 w 71247"/>
                      <a:gd name="connsiteY2" fmla="*/ 41910 h 83820"/>
                      <a:gd name="connsiteX3" fmla="*/ 35624 w 71247"/>
                      <a:gd name="connsiteY3" fmla="*/ 0 h 83820"/>
                      <a:gd name="connsiteX4" fmla="*/ 71248 w 71247"/>
                      <a:gd name="connsiteY4" fmla="*/ 41910 h 83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7" h="83820">
                        <a:moveTo>
                          <a:pt x="71248" y="41910"/>
                        </a:moveTo>
                        <a:cubicBezTo>
                          <a:pt x="71248" y="65057"/>
                          <a:pt x="55298" y="83821"/>
                          <a:pt x="35624" y="83821"/>
                        </a:cubicBezTo>
                        <a:cubicBezTo>
                          <a:pt x="15949" y="83821"/>
                          <a:pt x="0" y="65057"/>
                          <a:pt x="0" y="41910"/>
                        </a:cubicBezTo>
                        <a:cubicBezTo>
                          <a:pt x="0" y="18764"/>
                          <a:pt x="15950" y="0"/>
                          <a:pt x="35624" y="0"/>
                        </a:cubicBezTo>
                        <a:cubicBezTo>
                          <a:pt x="55299" y="0"/>
                          <a:pt x="71248" y="18764"/>
                          <a:pt x="71248" y="4191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29" name="Forme libre : forme 15428">
                    <a:extLst>
                      <a:ext uri="{FF2B5EF4-FFF2-40B4-BE49-F238E27FC236}">
                        <a16:creationId xmlns:a16="http://schemas.microsoft.com/office/drawing/2014/main" id="{96E8B025-F762-4F3B-99E7-5B0B6DFF3787}"/>
                      </a:ext>
                    </a:extLst>
                  </p:cNvPr>
                  <p:cNvSpPr/>
                  <p:nvPr/>
                </p:nvSpPr>
                <p:spPr>
                  <a:xfrm rot="-4952885">
                    <a:off x="9019085" y="3581476"/>
                    <a:ext cx="22099" cy="19241"/>
                  </a:xfrm>
                  <a:custGeom>
                    <a:avLst/>
                    <a:gdLst>
                      <a:gd name="connsiteX0" fmla="*/ 22099 w 22099"/>
                      <a:gd name="connsiteY0" fmla="*/ 9621 h 19241"/>
                      <a:gd name="connsiteX1" fmla="*/ 11050 w 22099"/>
                      <a:gd name="connsiteY1" fmla="*/ 19242 h 19241"/>
                      <a:gd name="connsiteX2" fmla="*/ 0 w 22099"/>
                      <a:gd name="connsiteY2" fmla="*/ 9621 h 19241"/>
                      <a:gd name="connsiteX3" fmla="*/ 11050 w 22099"/>
                      <a:gd name="connsiteY3" fmla="*/ 0 h 19241"/>
                      <a:gd name="connsiteX4" fmla="*/ 22099 w 22099"/>
                      <a:gd name="connsiteY4" fmla="*/ 9621 h 19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9" h="19241">
                        <a:moveTo>
                          <a:pt x="22099" y="9621"/>
                        </a:moveTo>
                        <a:cubicBezTo>
                          <a:pt x="22099" y="14934"/>
                          <a:pt x="17152" y="19242"/>
                          <a:pt x="11050" y="19242"/>
                        </a:cubicBezTo>
                        <a:cubicBezTo>
                          <a:pt x="4947" y="19242"/>
                          <a:pt x="0" y="14934"/>
                          <a:pt x="0" y="9621"/>
                        </a:cubicBezTo>
                        <a:cubicBezTo>
                          <a:pt x="0" y="4307"/>
                          <a:pt x="4947" y="0"/>
                          <a:pt x="11050" y="0"/>
                        </a:cubicBezTo>
                        <a:cubicBezTo>
                          <a:pt x="17152" y="0"/>
                          <a:pt x="22099" y="4307"/>
                          <a:pt x="22099" y="9621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430" name="Graphique 2">
                  <a:extLst>
                    <a:ext uri="{FF2B5EF4-FFF2-40B4-BE49-F238E27FC236}">
                      <a16:creationId xmlns:a16="http://schemas.microsoft.com/office/drawing/2014/main" id="{F0D12E83-1151-4870-A4B1-CA9B176D94AD}"/>
                    </a:ext>
                  </a:extLst>
                </p:cNvPr>
                <p:cNvGrpSpPr/>
                <p:nvPr/>
              </p:nvGrpSpPr>
              <p:grpSpPr>
                <a:xfrm>
                  <a:off x="8759539" y="3526743"/>
                  <a:ext cx="185319" cy="180558"/>
                  <a:chOff x="8759539" y="3526743"/>
                  <a:chExt cx="185319" cy="180558"/>
                </a:xfrm>
                <a:solidFill>
                  <a:schemeClr val="accent1"/>
                </a:solidFill>
              </p:grpSpPr>
              <p:sp>
                <p:nvSpPr>
                  <p:cNvPr id="15431" name="Forme libre : forme 15430">
                    <a:extLst>
                      <a:ext uri="{FF2B5EF4-FFF2-40B4-BE49-F238E27FC236}">
                        <a16:creationId xmlns:a16="http://schemas.microsoft.com/office/drawing/2014/main" id="{EA497F5D-65FC-4653-A098-A7F18763FE1B}"/>
                      </a:ext>
                    </a:extLst>
                  </p:cNvPr>
                  <p:cNvSpPr/>
                  <p:nvPr/>
                </p:nvSpPr>
                <p:spPr>
                  <a:xfrm rot="-4952841">
                    <a:off x="8772002" y="3534064"/>
                    <a:ext cx="160392" cy="165916"/>
                  </a:xfrm>
                  <a:custGeom>
                    <a:avLst/>
                    <a:gdLst>
                      <a:gd name="connsiteX0" fmla="*/ 160393 w 160392"/>
                      <a:gd name="connsiteY0" fmla="*/ 82958 h 165916"/>
                      <a:gd name="connsiteX1" fmla="*/ 80196 w 160392"/>
                      <a:gd name="connsiteY1" fmla="*/ 165917 h 165916"/>
                      <a:gd name="connsiteX2" fmla="*/ 0 w 160392"/>
                      <a:gd name="connsiteY2" fmla="*/ 82958 h 165916"/>
                      <a:gd name="connsiteX3" fmla="*/ 80196 w 160392"/>
                      <a:gd name="connsiteY3" fmla="*/ 0 h 165916"/>
                      <a:gd name="connsiteX4" fmla="*/ 160393 w 160392"/>
                      <a:gd name="connsiteY4" fmla="*/ 82958 h 165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392" h="165916">
                        <a:moveTo>
                          <a:pt x="160393" y="82958"/>
                        </a:moveTo>
                        <a:cubicBezTo>
                          <a:pt x="160393" y="128775"/>
                          <a:pt x="124487" y="165917"/>
                          <a:pt x="80196" y="165917"/>
                        </a:cubicBezTo>
                        <a:cubicBezTo>
                          <a:pt x="35905" y="165917"/>
                          <a:pt x="0" y="128775"/>
                          <a:pt x="0" y="82958"/>
                        </a:cubicBezTo>
                        <a:cubicBezTo>
                          <a:pt x="0" y="37142"/>
                          <a:pt x="35905" y="0"/>
                          <a:pt x="80196" y="0"/>
                        </a:cubicBezTo>
                        <a:cubicBezTo>
                          <a:pt x="124487" y="0"/>
                          <a:pt x="160393" y="37142"/>
                          <a:pt x="160393" y="82958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4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32" name="Forme libre : forme 15431">
                    <a:extLst>
                      <a:ext uri="{FF2B5EF4-FFF2-40B4-BE49-F238E27FC236}">
                        <a16:creationId xmlns:a16="http://schemas.microsoft.com/office/drawing/2014/main" id="{0478C61B-EC0A-4C44-8F44-05868EEF60D9}"/>
                      </a:ext>
                    </a:extLst>
                  </p:cNvPr>
                  <p:cNvSpPr/>
                  <p:nvPr/>
                </p:nvSpPr>
                <p:spPr>
                  <a:xfrm>
                    <a:off x="8769590" y="3536727"/>
                    <a:ext cx="109624" cy="160454"/>
                  </a:xfrm>
                  <a:custGeom>
                    <a:avLst/>
                    <a:gdLst>
                      <a:gd name="connsiteX0" fmla="*/ 659 w 109624"/>
                      <a:gd name="connsiteY0" fmla="*/ 69437 h 160454"/>
                      <a:gd name="connsiteX1" fmla="*/ 72477 w 109624"/>
                      <a:gd name="connsiteY1" fmla="*/ 159734 h 160454"/>
                      <a:gd name="connsiteX2" fmla="*/ 109625 w 109624"/>
                      <a:gd name="connsiteY2" fmla="*/ 156305 h 160454"/>
                      <a:gd name="connsiteX3" fmla="*/ 97242 w 109624"/>
                      <a:gd name="connsiteY3" fmla="*/ 155638 h 160454"/>
                      <a:gd name="connsiteX4" fmla="*/ 25424 w 109624"/>
                      <a:gd name="connsiteY4" fmla="*/ 65342 h 160454"/>
                      <a:gd name="connsiteX5" fmla="*/ 80955 w 109624"/>
                      <a:gd name="connsiteY5" fmla="*/ 0 h 160454"/>
                      <a:gd name="connsiteX6" fmla="*/ 659 w 109624"/>
                      <a:gd name="connsiteY6" fmla="*/ 69437 h 160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624" h="160454">
                        <a:moveTo>
                          <a:pt x="659" y="69437"/>
                        </a:moveTo>
                        <a:cubicBezTo>
                          <a:pt x="-5056" y="113347"/>
                          <a:pt x="27043" y="153734"/>
                          <a:pt x="72477" y="159734"/>
                        </a:cubicBezTo>
                        <a:cubicBezTo>
                          <a:pt x="85431" y="161449"/>
                          <a:pt x="98100" y="160020"/>
                          <a:pt x="109625" y="156305"/>
                        </a:cubicBezTo>
                        <a:cubicBezTo>
                          <a:pt x="105529" y="156401"/>
                          <a:pt x="101433" y="156210"/>
                          <a:pt x="97242" y="155638"/>
                        </a:cubicBezTo>
                        <a:cubicBezTo>
                          <a:pt x="51808" y="149733"/>
                          <a:pt x="19899" y="109347"/>
                          <a:pt x="25424" y="65342"/>
                        </a:cubicBezTo>
                        <a:cubicBezTo>
                          <a:pt x="29710" y="31052"/>
                          <a:pt x="54094" y="3715"/>
                          <a:pt x="80955" y="0"/>
                        </a:cubicBezTo>
                        <a:cubicBezTo>
                          <a:pt x="40568" y="667"/>
                          <a:pt x="5802" y="29623"/>
                          <a:pt x="659" y="69437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33" name="Forme libre : forme 15432">
                    <a:extLst>
                      <a:ext uri="{FF2B5EF4-FFF2-40B4-BE49-F238E27FC236}">
                        <a16:creationId xmlns:a16="http://schemas.microsoft.com/office/drawing/2014/main" id="{72E3D27C-A7D8-48AB-9823-EBD55EAEFCE1}"/>
                      </a:ext>
                    </a:extLst>
                  </p:cNvPr>
                  <p:cNvSpPr/>
                  <p:nvPr/>
                </p:nvSpPr>
                <p:spPr>
                  <a:xfrm rot="-2597404">
                    <a:off x="8850903" y="3554435"/>
                    <a:ext cx="71247" cy="83820"/>
                  </a:xfrm>
                  <a:custGeom>
                    <a:avLst/>
                    <a:gdLst>
                      <a:gd name="connsiteX0" fmla="*/ 71248 w 71247"/>
                      <a:gd name="connsiteY0" fmla="*/ 41910 h 83820"/>
                      <a:gd name="connsiteX1" fmla="*/ 35624 w 71247"/>
                      <a:gd name="connsiteY1" fmla="*/ 83821 h 83820"/>
                      <a:gd name="connsiteX2" fmla="*/ 0 w 71247"/>
                      <a:gd name="connsiteY2" fmla="*/ 41910 h 83820"/>
                      <a:gd name="connsiteX3" fmla="*/ 35624 w 71247"/>
                      <a:gd name="connsiteY3" fmla="*/ 0 h 83820"/>
                      <a:gd name="connsiteX4" fmla="*/ 71248 w 71247"/>
                      <a:gd name="connsiteY4" fmla="*/ 41910 h 83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7" h="83820">
                        <a:moveTo>
                          <a:pt x="71248" y="41910"/>
                        </a:moveTo>
                        <a:cubicBezTo>
                          <a:pt x="71248" y="65057"/>
                          <a:pt x="55298" y="83821"/>
                          <a:pt x="35624" y="83821"/>
                        </a:cubicBezTo>
                        <a:cubicBezTo>
                          <a:pt x="15949" y="83821"/>
                          <a:pt x="0" y="65057"/>
                          <a:pt x="0" y="41910"/>
                        </a:cubicBezTo>
                        <a:cubicBezTo>
                          <a:pt x="0" y="18764"/>
                          <a:pt x="15950" y="0"/>
                          <a:pt x="35624" y="0"/>
                        </a:cubicBezTo>
                        <a:cubicBezTo>
                          <a:pt x="55299" y="0"/>
                          <a:pt x="71248" y="18764"/>
                          <a:pt x="71248" y="41910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34" name="Forme libre : forme 15433">
                    <a:extLst>
                      <a:ext uri="{FF2B5EF4-FFF2-40B4-BE49-F238E27FC236}">
                        <a16:creationId xmlns:a16="http://schemas.microsoft.com/office/drawing/2014/main" id="{B5D41623-B6DD-44EA-98B1-C83D921EA20D}"/>
                      </a:ext>
                    </a:extLst>
                  </p:cNvPr>
                  <p:cNvSpPr/>
                  <p:nvPr/>
                </p:nvSpPr>
                <p:spPr>
                  <a:xfrm rot="-4952885">
                    <a:off x="8901827" y="3618125"/>
                    <a:ext cx="22099" cy="19241"/>
                  </a:xfrm>
                  <a:custGeom>
                    <a:avLst/>
                    <a:gdLst>
                      <a:gd name="connsiteX0" fmla="*/ 22099 w 22099"/>
                      <a:gd name="connsiteY0" fmla="*/ 9621 h 19241"/>
                      <a:gd name="connsiteX1" fmla="*/ 11050 w 22099"/>
                      <a:gd name="connsiteY1" fmla="*/ 19242 h 19241"/>
                      <a:gd name="connsiteX2" fmla="*/ 0 w 22099"/>
                      <a:gd name="connsiteY2" fmla="*/ 9621 h 19241"/>
                      <a:gd name="connsiteX3" fmla="*/ 11050 w 22099"/>
                      <a:gd name="connsiteY3" fmla="*/ 0 h 19241"/>
                      <a:gd name="connsiteX4" fmla="*/ 22099 w 22099"/>
                      <a:gd name="connsiteY4" fmla="*/ 9621 h 19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9" h="19241">
                        <a:moveTo>
                          <a:pt x="22099" y="9621"/>
                        </a:moveTo>
                        <a:cubicBezTo>
                          <a:pt x="22099" y="14934"/>
                          <a:pt x="17152" y="19242"/>
                          <a:pt x="11050" y="19242"/>
                        </a:cubicBezTo>
                        <a:cubicBezTo>
                          <a:pt x="4947" y="19242"/>
                          <a:pt x="0" y="14934"/>
                          <a:pt x="0" y="9621"/>
                        </a:cubicBezTo>
                        <a:cubicBezTo>
                          <a:pt x="0" y="4307"/>
                          <a:pt x="4947" y="0"/>
                          <a:pt x="11050" y="0"/>
                        </a:cubicBezTo>
                        <a:cubicBezTo>
                          <a:pt x="17152" y="0"/>
                          <a:pt x="22099" y="4307"/>
                          <a:pt x="22099" y="9621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sp>
            <p:nvSpPr>
              <p:cNvPr id="15435" name="Forme libre : forme 15434">
                <a:extLst>
                  <a:ext uri="{FF2B5EF4-FFF2-40B4-BE49-F238E27FC236}">
                    <a16:creationId xmlns:a16="http://schemas.microsoft.com/office/drawing/2014/main" id="{07D68E2D-6D69-4FC8-A4FE-8CD0D1DE97F2}"/>
                  </a:ext>
                </a:extLst>
              </p:cNvPr>
              <p:cNvSpPr/>
              <p:nvPr/>
            </p:nvSpPr>
            <p:spPr>
              <a:xfrm>
                <a:off x="8733006" y="3649788"/>
                <a:ext cx="92773" cy="44813"/>
              </a:xfrm>
              <a:custGeom>
                <a:avLst/>
                <a:gdLst>
                  <a:gd name="connsiteX0" fmla="*/ 1810 w 92773"/>
                  <a:gd name="connsiteY0" fmla="*/ 9049 h 44813"/>
                  <a:gd name="connsiteX1" fmla="*/ 48958 w 92773"/>
                  <a:gd name="connsiteY1" fmla="*/ 32957 h 44813"/>
                  <a:gd name="connsiteX2" fmla="*/ 92773 w 92773"/>
                  <a:gd name="connsiteY2" fmla="*/ 44196 h 44813"/>
                  <a:gd name="connsiteX3" fmla="*/ 72676 w 92773"/>
                  <a:gd name="connsiteY3" fmla="*/ 37338 h 44813"/>
                  <a:gd name="connsiteX4" fmla="*/ 50387 w 92773"/>
                  <a:gd name="connsiteY4" fmla="*/ 28575 h 44813"/>
                  <a:gd name="connsiteX5" fmla="*/ 8763 w 92773"/>
                  <a:gd name="connsiteY5" fmla="*/ 5905 h 44813"/>
                  <a:gd name="connsiteX6" fmla="*/ 0 w 92773"/>
                  <a:gd name="connsiteY6" fmla="*/ 0 h 44813"/>
                  <a:gd name="connsiteX7" fmla="*/ 0 w 92773"/>
                  <a:gd name="connsiteY7" fmla="*/ 7906 h 44813"/>
                  <a:gd name="connsiteX8" fmla="*/ 1810 w 92773"/>
                  <a:gd name="connsiteY8" fmla="*/ 9049 h 4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773" h="44813">
                    <a:moveTo>
                      <a:pt x="1810" y="9049"/>
                    </a:moveTo>
                    <a:cubicBezTo>
                      <a:pt x="17050" y="17907"/>
                      <a:pt x="32956" y="25527"/>
                      <a:pt x="48958" y="32957"/>
                    </a:cubicBezTo>
                    <a:cubicBezTo>
                      <a:pt x="61627" y="38862"/>
                      <a:pt x="78391" y="47149"/>
                      <a:pt x="92773" y="44196"/>
                    </a:cubicBezTo>
                    <a:cubicBezTo>
                      <a:pt x="89821" y="40386"/>
                      <a:pt x="77343" y="38957"/>
                      <a:pt x="72676" y="37338"/>
                    </a:cubicBezTo>
                    <a:cubicBezTo>
                      <a:pt x="65151" y="34766"/>
                      <a:pt x="57721" y="31813"/>
                      <a:pt x="50387" y="28575"/>
                    </a:cubicBezTo>
                    <a:cubicBezTo>
                      <a:pt x="35909" y="22193"/>
                      <a:pt x="22003" y="14573"/>
                      <a:pt x="8763" y="5905"/>
                    </a:cubicBezTo>
                    <a:cubicBezTo>
                      <a:pt x="5810" y="4001"/>
                      <a:pt x="2857" y="2000"/>
                      <a:pt x="0" y="0"/>
                    </a:cubicBezTo>
                    <a:cubicBezTo>
                      <a:pt x="0" y="2667"/>
                      <a:pt x="0" y="5239"/>
                      <a:pt x="0" y="7906"/>
                    </a:cubicBezTo>
                    <a:cubicBezTo>
                      <a:pt x="667" y="8287"/>
                      <a:pt x="1238" y="8668"/>
                      <a:pt x="1810" y="9049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36" name="Forme libre : forme 15435">
                <a:extLst>
                  <a:ext uri="{FF2B5EF4-FFF2-40B4-BE49-F238E27FC236}">
                    <a16:creationId xmlns:a16="http://schemas.microsoft.com/office/drawing/2014/main" id="{E274556D-E929-4FEB-9020-8CCEAC019A3A}"/>
                  </a:ext>
                </a:extLst>
              </p:cNvPr>
              <p:cNvSpPr/>
              <p:nvPr/>
            </p:nvSpPr>
            <p:spPr>
              <a:xfrm>
                <a:off x="8766438" y="3528126"/>
                <a:ext cx="100124" cy="8156"/>
              </a:xfrm>
              <a:custGeom>
                <a:avLst/>
                <a:gdLst>
                  <a:gd name="connsiteX0" fmla="*/ 79153 w 100124"/>
                  <a:gd name="connsiteY0" fmla="*/ 4410 h 8156"/>
                  <a:gd name="connsiteX1" fmla="*/ 99251 w 100124"/>
                  <a:gd name="connsiteY1" fmla="*/ 7458 h 8156"/>
                  <a:gd name="connsiteX2" fmla="*/ 86106 w 100124"/>
                  <a:gd name="connsiteY2" fmla="*/ 1076 h 8156"/>
                  <a:gd name="connsiteX3" fmla="*/ 64770 w 100124"/>
                  <a:gd name="connsiteY3" fmla="*/ 29 h 8156"/>
                  <a:gd name="connsiteX4" fmla="*/ 21050 w 100124"/>
                  <a:gd name="connsiteY4" fmla="*/ 1648 h 8156"/>
                  <a:gd name="connsiteX5" fmla="*/ 1810 w 100124"/>
                  <a:gd name="connsiteY5" fmla="*/ 3838 h 8156"/>
                  <a:gd name="connsiteX6" fmla="*/ 0 w 100124"/>
                  <a:gd name="connsiteY6" fmla="*/ 6315 h 8156"/>
                  <a:gd name="connsiteX7" fmla="*/ 56579 w 100124"/>
                  <a:gd name="connsiteY7" fmla="*/ 2314 h 8156"/>
                  <a:gd name="connsiteX8" fmla="*/ 79153 w 100124"/>
                  <a:gd name="connsiteY8" fmla="*/ 4410 h 8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124" h="8156">
                    <a:moveTo>
                      <a:pt x="79153" y="4410"/>
                    </a:moveTo>
                    <a:cubicBezTo>
                      <a:pt x="83249" y="5077"/>
                      <a:pt x="95917" y="9935"/>
                      <a:pt x="99251" y="7458"/>
                    </a:cubicBezTo>
                    <a:cubicBezTo>
                      <a:pt x="103918" y="4124"/>
                      <a:pt x="88487" y="1362"/>
                      <a:pt x="86106" y="1076"/>
                    </a:cubicBezTo>
                    <a:cubicBezTo>
                      <a:pt x="79058" y="29"/>
                      <a:pt x="71914" y="-67"/>
                      <a:pt x="64770" y="29"/>
                    </a:cubicBezTo>
                    <a:cubicBezTo>
                      <a:pt x="50197" y="124"/>
                      <a:pt x="35528" y="314"/>
                      <a:pt x="21050" y="1648"/>
                    </a:cubicBezTo>
                    <a:cubicBezTo>
                      <a:pt x="14669" y="2314"/>
                      <a:pt x="8192" y="3077"/>
                      <a:pt x="1810" y="3838"/>
                    </a:cubicBezTo>
                    <a:cubicBezTo>
                      <a:pt x="1238" y="4696"/>
                      <a:pt x="571" y="5458"/>
                      <a:pt x="0" y="6315"/>
                    </a:cubicBezTo>
                    <a:cubicBezTo>
                      <a:pt x="18860" y="4029"/>
                      <a:pt x="37624" y="1743"/>
                      <a:pt x="56579" y="2314"/>
                    </a:cubicBezTo>
                    <a:cubicBezTo>
                      <a:pt x="64199" y="2600"/>
                      <a:pt x="71723" y="3267"/>
                      <a:pt x="79153" y="4410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37" name="Forme libre : forme 15436">
                <a:extLst>
                  <a:ext uri="{FF2B5EF4-FFF2-40B4-BE49-F238E27FC236}">
                    <a16:creationId xmlns:a16="http://schemas.microsoft.com/office/drawing/2014/main" id="{FED0C53A-82B8-4AE2-A0BA-D6C9E17774B8}"/>
                  </a:ext>
                </a:extLst>
              </p:cNvPr>
              <p:cNvSpPr/>
              <p:nvPr/>
            </p:nvSpPr>
            <p:spPr>
              <a:xfrm>
                <a:off x="8733672" y="3541649"/>
                <a:ext cx="57025" cy="100226"/>
              </a:xfrm>
              <a:custGeom>
                <a:avLst/>
                <a:gdLst>
                  <a:gd name="connsiteX0" fmla="*/ 0 w 57025"/>
                  <a:gd name="connsiteY0" fmla="*/ 91566 h 100226"/>
                  <a:gd name="connsiteX1" fmla="*/ 6858 w 57025"/>
                  <a:gd name="connsiteY1" fmla="*/ 94519 h 100226"/>
                  <a:gd name="connsiteX2" fmla="*/ 27718 w 57025"/>
                  <a:gd name="connsiteY2" fmla="*/ 100139 h 100226"/>
                  <a:gd name="connsiteX3" fmla="*/ 26861 w 57025"/>
                  <a:gd name="connsiteY3" fmla="*/ 81470 h 100226"/>
                  <a:gd name="connsiteX4" fmla="*/ 44863 w 57025"/>
                  <a:gd name="connsiteY4" fmla="*/ 20033 h 100226"/>
                  <a:gd name="connsiteX5" fmla="*/ 56388 w 57025"/>
                  <a:gd name="connsiteY5" fmla="*/ 2793 h 100226"/>
                  <a:gd name="connsiteX6" fmla="*/ 30956 w 57025"/>
                  <a:gd name="connsiteY6" fmla="*/ 3460 h 100226"/>
                  <a:gd name="connsiteX7" fmla="*/ 24956 w 57025"/>
                  <a:gd name="connsiteY7" fmla="*/ 4984 h 100226"/>
                  <a:gd name="connsiteX8" fmla="*/ 0 w 57025"/>
                  <a:gd name="connsiteY8" fmla="*/ 91566 h 100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025" h="100226">
                    <a:moveTo>
                      <a:pt x="0" y="91566"/>
                    </a:moveTo>
                    <a:cubicBezTo>
                      <a:pt x="2286" y="92519"/>
                      <a:pt x="4572" y="93471"/>
                      <a:pt x="6858" y="94519"/>
                    </a:cubicBezTo>
                    <a:cubicBezTo>
                      <a:pt x="13526" y="97567"/>
                      <a:pt x="20479" y="100806"/>
                      <a:pt x="27718" y="100139"/>
                    </a:cubicBezTo>
                    <a:cubicBezTo>
                      <a:pt x="28861" y="94043"/>
                      <a:pt x="27527" y="87756"/>
                      <a:pt x="26861" y="81470"/>
                    </a:cubicBezTo>
                    <a:cubicBezTo>
                      <a:pt x="24479" y="59753"/>
                      <a:pt x="31147" y="37083"/>
                      <a:pt x="44863" y="20033"/>
                    </a:cubicBezTo>
                    <a:cubicBezTo>
                      <a:pt x="47816" y="16414"/>
                      <a:pt x="59912" y="8699"/>
                      <a:pt x="56388" y="2793"/>
                    </a:cubicBezTo>
                    <a:cubicBezTo>
                      <a:pt x="52769" y="-3208"/>
                      <a:pt x="36195" y="2126"/>
                      <a:pt x="30956" y="3460"/>
                    </a:cubicBezTo>
                    <a:cubicBezTo>
                      <a:pt x="28956" y="3936"/>
                      <a:pt x="26956" y="4413"/>
                      <a:pt x="24956" y="4984"/>
                    </a:cubicBezTo>
                    <a:cubicBezTo>
                      <a:pt x="10192" y="30797"/>
                      <a:pt x="2286" y="60610"/>
                      <a:pt x="0" y="91566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38" name="Forme libre : forme 15437">
                <a:extLst>
                  <a:ext uri="{FF2B5EF4-FFF2-40B4-BE49-F238E27FC236}">
                    <a16:creationId xmlns:a16="http://schemas.microsoft.com/office/drawing/2014/main" id="{10561353-12F0-4F1E-AB73-B9339F7363B9}"/>
                  </a:ext>
                </a:extLst>
              </p:cNvPr>
              <p:cNvSpPr/>
              <p:nvPr/>
            </p:nvSpPr>
            <p:spPr>
              <a:xfrm>
                <a:off x="8733292" y="3667314"/>
                <a:ext cx="94441" cy="91249"/>
              </a:xfrm>
              <a:custGeom>
                <a:avLst/>
                <a:gdLst>
                  <a:gd name="connsiteX0" fmla="*/ 80200 w 94441"/>
                  <a:gd name="connsiteY0" fmla="*/ 82201 h 91249"/>
                  <a:gd name="connsiteX1" fmla="*/ 93631 w 94441"/>
                  <a:gd name="connsiteY1" fmla="*/ 91250 h 91249"/>
                  <a:gd name="connsiteX2" fmla="*/ 93440 w 94441"/>
                  <a:gd name="connsiteY2" fmla="*/ 82296 h 91249"/>
                  <a:gd name="connsiteX3" fmla="*/ 91154 w 94441"/>
                  <a:gd name="connsiteY3" fmla="*/ 54578 h 91249"/>
                  <a:gd name="connsiteX4" fmla="*/ 89440 w 94441"/>
                  <a:gd name="connsiteY4" fmla="*/ 38291 h 91249"/>
                  <a:gd name="connsiteX5" fmla="*/ 79724 w 94441"/>
                  <a:gd name="connsiteY5" fmla="*/ 35909 h 91249"/>
                  <a:gd name="connsiteX6" fmla="*/ 67627 w 94441"/>
                  <a:gd name="connsiteY6" fmla="*/ 32766 h 91249"/>
                  <a:gd name="connsiteX7" fmla="*/ 23241 w 94441"/>
                  <a:gd name="connsiteY7" fmla="*/ 14097 h 91249"/>
                  <a:gd name="connsiteX8" fmla="*/ 190 w 94441"/>
                  <a:gd name="connsiteY8" fmla="*/ 95 h 91249"/>
                  <a:gd name="connsiteX9" fmla="*/ 0 w 94441"/>
                  <a:gd name="connsiteY9" fmla="*/ 0 h 91249"/>
                  <a:gd name="connsiteX10" fmla="*/ 1429 w 94441"/>
                  <a:gd name="connsiteY10" fmla="*/ 16288 h 91249"/>
                  <a:gd name="connsiteX11" fmla="*/ 80200 w 94441"/>
                  <a:gd name="connsiteY11" fmla="*/ 82201 h 91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4441" h="91249">
                    <a:moveTo>
                      <a:pt x="80200" y="82201"/>
                    </a:moveTo>
                    <a:cubicBezTo>
                      <a:pt x="84106" y="86011"/>
                      <a:pt x="88201" y="90202"/>
                      <a:pt x="93631" y="91250"/>
                    </a:cubicBezTo>
                    <a:cubicBezTo>
                      <a:pt x="95155" y="88583"/>
                      <a:pt x="94202" y="85249"/>
                      <a:pt x="93440" y="82296"/>
                    </a:cubicBezTo>
                    <a:cubicBezTo>
                      <a:pt x="91154" y="73247"/>
                      <a:pt x="90297" y="63913"/>
                      <a:pt x="91154" y="54578"/>
                    </a:cubicBezTo>
                    <a:cubicBezTo>
                      <a:pt x="91535" y="50102"/>
                      <a:pt x="94107" y="41434"/>
                      <a:pt x="89440" y="38291"/>
                    </a:cubicBezTo>
                    <a:cubicBezTo>
                      <a:pt x="86868" y="36576"/>
                      <a:pt x="82677" y="36576"/>
                      <a:pt x="79724" y="35909"/>
                    </a:cubicBezTo>
                    <a:cubicBezTo>
                      <a:pt x="75629" y="34957"/>
                      <a:pt x="71628" y="33909"/>
                      <a:pt x="67627" y="32766"/>
                    </a:cubicBezTo>
                    <a:cubicBezTo>
                      <a:pt x="52197" y="28194"/>
                      <a:pt x="37433" y="21812"/>
                      <a:pt x="23241" y="14097"/>
                    </a:cubicBezTo>
                    <a:cubicBezTo>
                      <a:pt x="15335" y="9811"/>
                      <a:pt x="7715" y="5048"/>
                      <a:pt x="190" y="95"/>
                    </a:cubicBezTo>
                    <a:cubicBezTo>
                      <a:pt x="95" y="95"/>
                      <a:pt x="95" y="0"/>
                      <a:pt x="0" y="0"/>
                    </a:cubicBezTo>
                    <a:cubicBezTo>
                      <a:pt x="286" y="5429"/>
                      <a:pt x="762" y="10859"/>
                      <a:pt x="1429" y="16288"/>
                    </a:cubicBezTo>
                    <a:cubicBezTo>
                      <a:pt x="26765" y="39053"/>
                      <a:pt x="55816" y="58198"/>
                      <a:pt x="80200" y="82201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39" name="Forme libre : forme 15438">
                <a:extLst>
                  <a:ext uri="{FF2B5EF4-FFF2-40B4-BE49-F238E27FC236}">
                    <a16:creationId xmlns:a16="http://schemas.microsoft.com/office/drawing/2014/main" id="{67996460-642E-4F83-AD11-ED57DF73E0D2}"/>
                  </a:ext>
                </a:extLst>
              </p:cNvPr>
              <p:cNvSpPr/>
              <p:nvPr/>
            </p:nvSpPr>
            <p:spPr>
              <a:xfrm>
                <a:off x="8775202" y="3498011"/>
                <a:ext cx="151146" cy="32766"/>
              </a:xfrm>
              <a:custGeom>
                <a:avLst/>
                <a:gdLst>
                  <a:gd name="connsiteX0" fmla="*/ 42672 w 151146"/>
                  <a:gd name="connsiteY0" fmla="*/ 24142 h 32766"/>
                  <a:gd name="connsiteX1" fmla="*/ 57721 w 151146"/>
                  <a:gd name="connsiteY1" fmla="*/ 24333 h 32766"/>
                  <a:gd name="connsiteX2" fmla="*/ 82772 w 151146"/>
                  <a:gd name="connsiteY2" fmla="*/ 26428 h 32766"/>
                  <a:gd name="connsiteX3" fmla="*/ 100870 w 151146"/>
                  <a:gd name="connsiteY3" fmla="*/ 30810 h 32766"/>
                  <a:gd name="connsiteX4" fmla="*/ 113633 w 151146"/>
                  <a:gd name="connsiteY4" fmla="*/ 32524 h 32766"/>
                  <a:gd name="connsiteX5" fmla="*/ 121444 w 151146"/>
                  <a:gd name="connsiteY5" fmla="*/ 27000 h 32766"/>
                  <a:gd name="connsiteX6" fmla="*/ 133921 w 151146"/>
                  <a:gd name="connsiteY6" fmla="*/ 16332 h 32766"/>
                  <a:gd name="connsiteX7" fmla="*/ 149447 w 151146"/>
                  <a:gd name="connsiteY7" fmla="*/ 6616 h 32766"/>
                  <a:gd name="connsiteX8" fmla="*/ 151066 w 151146"/>
                  <a:gd name="connsiteY8" fmla="*/ 4045 h 32766"/>
                  <a:gd name="connsiteX9" fmla="*/ 149733 w 151146"/>
                  <a:gd name="connsiteY9" fmla="*/ 2807 h 32766"/>
                  <a:gd name="connsiteX10" fmla="*/ 135350 w 151146"/>
                  <a:gd name="connsiteY10" fmla="*/ 330 h 32766"/>
                  <a:gd name="connsiteX11" fmla="*/ 105251 w 151146"/>
                  <a:gd name="connsiteY11" fmla="*/ 330 h 32766"/>
                  <a:gd name="connsiteX12" fmla="*/ 56483 w 151146"/>
                  <a:gd name="connsiteY12" fmla="*/ 7855 h 32766"/>
                  <a:gd name="connsiteX13" fmla="*/ 4000 w 151146"/>
                  <a:gd name="connsiteY13" fmla="*/ 20618 h 32766"/>
                  <a:gd name="connsiteX14" fmla="*/ 0 w 151146"/>
                  <a:gd name="connsiteY14" fmla="*/ 25095 h 32766"/>
                  <a:gd name="connsiteX15" fmla="*/ 23908 w 151146"/>
                  <a:gd name="connsiteY15" fmla="*/ 25666 h 32766"/>
                  <a:gd name="connsiteX16" fmla="*/ 42672 w 151146"/>
                  <a:gd name="connsiteY16" fmla="*/ 24142 h 32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1146" h="32766">
                    <a:moveTo>
                      <a:pt x="42672" y="24142"/>
                    </a:moveTo>
                    <a:cubicBezTo>
                      <a:pt x="47720" y="23952"/>
                      <a:pt x="52673" y="24142"/>
                      <a:pt x="57721" y="24333"/>
                    </a:cubicBezTo>
                    <a:cubicBezTo>
                      <a:pt x="66104" y="24619"/>
                      <a:pt x="74581" y="24904"/>
                      <a:pt x="82772" y="26428"/>
                    </a:cubicBezTo>
                    <a:cubicBezTo>
                      <a:pt x="88868" y="27572"/>
                      <a:pt x="94869" y="29286"/>
                      <a:pt x="100870" y="30810"/>
                    </a:cubicBezTo>
                    <a:cubicBezTo>
                      <a:pt x="104775" y="31762"/>
                      <a:pt x="109538" y="33382"/>
                      <a:pt x="113633" y="32524"/>
                    </a:cubicBezTo>
                    <a:cubicBezTo>
                      <a:pt x="116967" y="31858"/>
                      <a:pt x="119158" y="29286"/>
                      <a:pt x="121444" y="27000"/>
                    </a:cubicBezTo>
                    <a:cubicBezTo>
                      <a:pt x="125254" y="22999"/>
                      <a:pt x="129349" y="19475"/>
                      <a:pt x="133921" y="16332"/>
                    </a:cubicBezTo>
                    <a:cubicBezTo>
                      <a:pt x="138970" y="12903"/>
                      <a:pt x="144304" y="9855"/>
                      <a:pt x="149447" y="6616"/>
                    </a:cubicBezTo>
                    <a:cubicBezTo>
                      <a:pt x="150400" y="6045"/>
                      <a:pt x="151447" y="5092"/>
                      <a:pt x="151066" y="4045"/>
                    </a:cubicBezTo>
                    <a:cubicBezTo>
                      <a:pt x="150876" y="3473"/>
                      <a:pt x="150304" y="3092"/>
                      <a:pt x="149733" y="2807"/>
                    </a:cubicBezTo>
                    <a:cubicBezTo>
                      <a:pt x="145352" y="711"/>
                      <a:pt x="140208" y="520"/>
                      <a:pt x="135350" y="330"/>
                    </a:cubicBezTo>
                    <a:cubicBezTo>
                      <a:pt x="125349" y="44"/>
                      <a:pt x="115253" y="-242"/>
                      <a:pt x="105251" y="330"/>
                    </a:cubicBezTo>
                    <a:cubicBezTo>
                      <a:pt x="88773" y="1283"/>
                      <a:pt x="72580" y="4616"/>
                      <a:pt x="56483" y="7855"/>
                    </a:cubicBezTo>
                    <a:cubicBezTo>
                      <a:pt x="38862" y="11474"/>
                      <a:pt x="21146" y="15189"/>
                      <a:pt x="4000" y="20618"/>
                    </a:cubicBezTo>
                    <a:cubicBezTo>
                      <a:pt x="2667" y="22142"/>
                      <a:pt x="1333" y="23571"/>
                      <a:pt x="0" y="25095"/>
                    </a:cubicBezTo>
                    <a:cubicBezTo>
                      <a:pt x="7906" y="25952"/>
                      <a:pt x="15907" y="26238"/>
                      <a:pt x="23908" y="25666"/>
                    </a:cubicBezTo>
                    <a:cubicBezTo>
                      <a:pt x="30289" y="25285"/>
                      <a:pt x="36481" y="24428"/>
                      <a:pt x="42672" y="24142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40" name="Forme libre : forme 15439">
                <a:extLst>
                  <a:ext uri="{FF2B5EF4-FFF2-40B4-BE49-F238E27FC236}">
                    <a16:creationId xmlns:a16="http://schemas.microsoft.com/office/drawing/2014/main" id="{617BAE76-63F0-4D37-80F5-406E247F89D7}"/>
                  </a:ext>
                </a:extLst>
              </p:cNvPr>
              <p:cNvSpPr/>
              <p:nvPr/>
            </p:nvSpPr>
            <p:spPr>
              <a:xfrm>
                <a:off x="8739959" y="3563681"/>
                <a:ext cx="22859" cy="29814"/>
              </a:xfrm>
              <a:custGeom>
                <a:avLst/>
                <a:gdLst>
                  <a:gd name="connsiteX0" fmla="*/ 0 w 22859"/>
                  <a:gd name="connsiteY0" fmla="*/ 29814 h 29814"/>
                  <a:gd name="connsiteX1" fmla="*/ 3238 w 22859"/>
                  <a:gd name="connsiteY1" fmla="*/ 28004 h 29814"/>
                  <a:gd name="connsiteX2" fmla="*/ 22193 w 22859"/>
                  <a:gd name="connsiteY2" fmla="*/ 7811 h 29814"/>
                  <a:gd name="connsiteX3" fmla="*/ 22860 w 22859"/>
                  <a:gd name="connsiteY3" fmla="*/ 5240 h 29814"/>
                  <a:gd name="connsiteX4" fmla="*/ 19717 w 22859"/>
                  <a:gd name="connsiteY4" fmla="*/ 1334 h 29814"/>
                  <a:gd name="connsiteX5" fmla="*/ 10001 w 22859"/>
                  <a:gd name="connsiteY5" fmla="*/ 192 h 29814"/>
                  <a:gd name="connsiteX6" fmla="*/ 0 w 22859"/>
                  <a:gd name="connsiteY6" fmla="*/ 29814 h 29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" h="29814">
                    <a:moveTo>
                      <a:pt x="0" y="29814"/>
                    </a:moveTo>
                    <a:cubicBezTo>
                      <a:pt x="1143" y="29338"/>
                      <a:pt x="2191" y="28671"/>
                      <a:pt x="3238" y="28004"/>
                    </a:cubicBezTo>
                    <a:cubicBezTo>
                      <a:pt x="10096" y="23433"/>
                      <a:pt x="18764" y="15336"/>
                      <a:pt x="22193" y="7811"/>
                    </a:cubicBezTo>
                    <a:cubicBezTo>
                      <a:pt x="22574" y="7050"/>
                      <a:pt x="22860" y="6192"/>
                      <a:pt x="22860" y="5240"/>
                    </a:cubicBezTo>
                    <a:cubicBezTo>
                      <a:pt x="22765" y="3430"/>
                      <a:pt x="21336" y="2096"/>
                      <a:pt x="19717" y="1334"/>
                    </a:cubicBezTo>
                    <a:cubicBezTo>
                      <a:pt x="16764" y="-94"/>
                      <a:pt x="13335" y="-190"/>
                      <a:pt x="10001" y="192"/>
                    </a:cubicBezTo>
                    <a:cubicBezTo>
                      <a:pt x="5905" y="9717"/>
                      <a:pt x="2572" y="19623"/>
                      <a:pt x="0" y="29814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441" name="Graphique 2">
              <a:extLst>
                <a:ext uri="{FF2B5EF4-FFF2-40B4-BE49-F238E27FC236}">
                  <a16:creationId xmlns:a16="http://schemas.microsoft.com/office/drawing/2014/main" id="{7403F426-3A72-45D5-B2F2-304D45029AAC}"/>
                </a:ext>
              </a:extLst>
            </p:cNvPr>
            <p:cNvGrpSpPr/>
            <p:nvPr/>
          </p:nvGrpSpPr>
          <p:grpSpPr>
            <a:xfrm>
              <a:off x="7605844" y="2347212"/>
              <a:ext cx="371388" cy="335792"/>
              <a:chOff x="7605844" y="2347212"/>
              <a:chExt cx="371388" cy="335792"/>
            </a:xfrm>
            <a:solidFill>
              <a:schemeClr val="accent1"/>
            </a:solidFill>
          </p:grpSpPr>
          <p:sp>
            <p:nvSpPr>
              <p:cNvPr id="15442" name="Forme libre : forme 15441">
                <a:extLst>
                  <a:ext uri="{FF2B5EF4-FFF2-40B4-BE49-F238E27FC236}">
                    <a16:creationId xmlns:a16="http://schemas.microsoft.com/office/drawing/2014/main" id="{D0E60296-2FAC-4228-A9B8-CD265F4BCEB4}"/>
                  </a:ext>
                </a:extLst>
              </p:cNvPr>
              <p:cNvSpPr/>
              <p:nvPr/>
            </p:nvSpPr>
            <p:spPr>
              <a:xfrm>
                <a:off x="7635631" y="2426493"/>
                <a:ext cx="319872" cy="256511"/>
              </a:xfrm>
              <a:custGeom>
                <a:avLst/>
                <a:gdLst>
                  <a:gd name="connsiteX0" fmla="*/ 299371 w 319872"/>
                  <a:gd name="connsiteY0" fmla="*/ 196215 h 256511"/>
                  <a:gd name="connsiteX1" fmla="*/ 308038 w 319872"/>
                  <a:gd name="connsiteY1" fmla="*/ 159544 h 256511"/>
                  <a:gd name="connsiteX2" fmla="*/ 308610 w 319872"/>
                  <a:gd name="connsiteY2" fmla="*/ 0 h 256511"/>
                  <a:gd name="connsiteX3" fmla="*/ 155924 w 319872"/>
                  <a:gd name="connsiteY3" fmla="*/ 46101 h 256511"/>
                  <a:gd name="connsiteX4" fmla="*/ 0 w 319872"/>
                  <a:gd name="connsiteY4" fmla="*/ 78296 h 256511"/>
                  <a:gd name="connsiteX5" fmla="*/ 85820 w 319872"/>
                  <a:gd name="connsiteY5" fmla="*/ 220218 h 256511"/>
                  <a:gd name="connsiteX6" fmla="*/ 115443 w 319872"/>
                  <a:gd name="connsiteY6" fmla="*/ 251174 h 256511"/>
                  <a:gd name="connsiteX7" fmla="*/ 299371 w 319872"/>
                  <a:gd name="connsiteY7" fmla="*/ 196215 h 256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9872" h="256511">
                    <a:moveTo>
                      <a:pt x="299371" y="196215"/>
                    </a:moveTo>
                    <a:cubicBezTo>
                      <a:pt x="301847" y="185071"/>
                      <a:pt x="304705" y="172974"/>
                      <a:pt x="308038" y="159544"/>
                    </a:cubicBezTo>
                    <a:cubicBezTo>
                      <a:pt x="334327" y="52483"/>
                      <a:pt x="308610" y="0"/>
                      <a:pt x="308610" y="0"/>
                    </a:cubicBezTo>
                    <a:lnTo>
                      <a:pt x="155924" y="46101"/>
                    </a:lnTo>
                    <a:lnTo>
                      <a:pt x="0" y="78296"/>
                    </a:lnTo>
                    <a:cubicBezTo>
                      <a:pt x="0" y="78296"/>
                      <a:pt x="8763" y="141446"/>
                      <a:pt x="85820" y="220218"/>
                    </a:cubicBezTo>
                    <a:cubicBezTo>
                      <a:pt x="96964" y="231648"/>
                      <a:pt x="106680" y="241840"/>
                      <a:pt x="115443" y="251174"/>
                    </a:cubicBezTo>
                    <a:cubicBezTo>
                      <a:pt x="179642" y="268700"/>
                      <a:pt x="247269" y="241173"/>
                      <a:pt x="299371" y="196215"/>
                    </a:cubicBez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43" name="Forme libre : forme 15442">
                <a:extLst>
                  <a:ext uri="{FF2B5EF4-FFF2-40B4-BE49-F238E27FC236}">
                    <a16:creationId xmlns:a16="http://schemas.microsoft.com/office/drawing/2014/main" id="{F8BF8937-4037-40D1-8498-8C3BE4233FD1}"/>
                  </a:ext>
                </a:extLst>
              </p:cNvPr>
              <p:cNvSpPr/>
              <p:nvPr/>
            </p:nvSpPr>
            <p:spPr>
              <a:xfrm>
                <a:off x="7770841" y="2463354"/>
                <a:ext cx="73398" cy="168779"/>
              </a:xfrm>
              <a:custGeom>
                <a:avLst/>
                <a:gdLst>
                  <a:gd name="connsiteX0" fmla="*/ 61005 w 73398"/>
                  <a:gd name="connsiteY0" fmla="*/ 162401 h 168779"/>
                  <a:gd name="connsiteX1" fmla="*/ 63862 w 73398"/>
                  <a:gd name="connsiteY1" fmla="*/ 167354 h 168779"/>
                  <a:gd name="connsiteX2" fmla="*/ 69196 w 73398"/>
                  <a:gd name="connsiteY2" fmla="*/ 168307 h 168779"/>
                  <a:gd name="connsiteX3" fmla="*/ 71482 w 73398"/>
                  <a:gd name="connsiteY3" fmla="*/ 164116 h 168779"/>
                  <a:gd name="connsiteX4" fmla="*/ 72911 w 73398"/>
                  <a:gd name="connsiteY4" fmla="*/ 130112 h 168779"/>
                  <a:gd name="connsiteX5" fmla="*/ 63576 w 73398"/>
                  <a:gd name="connsiteY5" fmla="*/ 17240 h 168779"/>
                  <a:gd name="connsiteX6" fmla="*/ 59004 w 73398"/>
                  <a:gd name="connsiteY6" fmla="*/ 0 h 168779"/>
                  <a:gd name="connsiteX7" fmla="*/ 41859 w 73398"/>
                  <a:gd name="connsiteY7" fmla="*/ 13430 h 168779"/>
                  <a:gd name="connsiteX8" fmla="*/ 21381 w 73398"/>
                  <a:gd name="connsiteY8" fmla="*/ 20955 h 168779"/>
                  <a:gd name="connsiteX9" fmla="*/ 902 w 73398"/>
                  <a:gd name="connsiteY9" fmla="*/ 36386 h 168779"/>
                  <a:gd name="connsiteX10" fmla="*/ 22524 w 73398"/>
                  <a:gd name="connsiteY10" fmla="*/ 77248 h 168779"/>
                  <a:gd name="connsiteX11" fmla="*/ 61005 w 73398"/>
                  <a:gd name="connsiteY11" fmla="*/ 162401 h 168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3398" h="168779">
                    <a:moveTo>
                      <a:pt x="61005" y="162401"/>
                    </a:moveTo>
                    <a:cubicBezTo>
                      <a:pt x="61767" y="164211"/>
                      <a:pt x="62433" y="166021"/>
                      <a:pt x="63862" y="167354"/>
                    </a:cubicBezTo>
                    <a:cubicBezTo>
                      <a:pt x="65291" y="168688"/>
                      <a:pt x="67577" y="169259"/>
                      <a:pt x="69196" y="168307"/>
                    </a:cubicBezTo>
                    <a:cubicBezTo>
                      <a:pt x="70530" y="167450"/>
                      <a:pt x="71101" y="165735"/>
                      <a:pt x="71482" y="164116"/>
                    </a:cubicBezTo>
                    <a:cubicBezTo>
                      <a:pt x="74054" y="152971"/>
                      <a:pt x="73482" y="141446"/>
                      <a:pt x="72911" y="130112"/>
                    </a:cubicBezTo>
                    <a:cubicBezTo>
                      <a:pt x="70815" y="92393"/>
                      <a:pt x="67672" y="54769"/>
                      <a:pt x="63576" y="17240"/>
                    </a:cubicBezTo>
                    <a:cubicBezTo>
                      <a:pt x="62910" y="11335"/>
                      <a:pt x="62148" y="5144"/>
                      <a:pt x="59004" y="0"/>
                    </a:cubicBezTo>
                    <a:cubicBezTo>
                      <a:pt x="60147" y="1905"/>
                      <a:pt x="43669" y="12478"/>
                      <a:pt x="41859" y="13430"/>
                    </a:cubicBezTo>
                    <a:cubicBezTo>
                      <a:pt x="35478" y="16954"/>
                      <a:pt x="28524" y="19526"/>
                      <a:pt x="21381" y="20955"/>
                    </a:cubicBezTo>
                    <a:cubicBezTo>
                      <a:pt x="11951" y="22860"/>
                      <a:pt x="-3956" y="21812"/>
                      <a:pt x="902" y="36386"/>
                    </a:cubicBezTo>
                    <a:cubicBezTo>
                      <a:pt x="5569" y="50292"/>
                      <a:pt x="15856" y="64008"/>
                      <a:pt x="22524" y="77248"/>
                    </a:cubicBezTo>
                    <a:cubicBezTo>
                      <a:pt x="36525" y="105061"/>
                      <a:pt x="49384" y="133445"/>
                      <a:pt x="61005" y="162401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44" name="Forme libre : forme 15443">
                <a:extLst>
                  <a:ext uri="{FF2B5EF4-FFF2-40B4-BE49-F238E27FC236}">
                    <a16:creationId xmlns:a16="http://schemas.microsoft.com/office/drawing/2014/main" id="{DFE805F5-9E73-4EDA-B071-BACE025782CA}"/>
                  </a:ext>
                </a:extLst>
              </p:cNvPr>
              <p:cNvSpPr/>
              <p:nvPr/>
            </p:nvSpPr>
            <p:spPr>
              <a:xfrm>
                <a:off x="7793615" y="2493558"/>
                <a:ext cx="28941" cy="53390"/>
              </a:xfrm>
              <a:custGeom>
                <a:avLst/>
                <a:gdLst>
                  <a:gd name="connsiteX0" fmla="*/ 23086 w 28941"/>
                  <a:gd name="connsiteY0" fmla="*/ 51235 h 53390"/>
                  <a:gd name="connsiteX1" fmla="*/ 28325 w 28941"/>
                  <a:gd name="connsiteY1" fmla="*/ 52759 h 53390"/>
                  <a:gd name="connsiteX2" fmla="*/ 28896 w 28941"/>
                  <a:gd name="connsiteY2" fmla="*/ 49901 h 53390"/>
                  <a:gd name="connsiteX3" fmla="*/ 5465 w 28941"/>
                  <a:gd name="connsiteY3" fmla="*/ 276 h 53390"/>
                  <a:gd name="connsiteX4" fmla="*/ 23086 w 28941"/>
                  <a:gd name="connsiteY4" fmla="*/ 51235 h 53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941" h="53390">
                    <a:moveTo>
                      <a:pt x="23086" y="51235"/>
                    </a:moveTo>
                    <a:cubicBezTo>
                      <a:pt x="24420" y="52759"/>
                      <a:pt x="26896" y="54283"/>
                      <a:pt x="28325" y="52759"/>
                    </a:cubicBezTo>
                    <a:cubicBezTo>
                      <a:pt x="28991" y="51997"/>
                      <a:pt x="28991" y="50854"/>
                      <a:pt x="28896" y="49901"/>
                    </a:cubicBezTo>
                    <a:cubicBezTo>
                      <a:pt x="28134" y="36852"/>
                      <a:pt x="27563" y="-3724"/>
                      <a:pt x="5465" y="276"/>
                    </a:cubicBezTo>
                    <a:cubicBezTo>
                      <a:pt x="-11966" y="3515"/>
                      <a:pt x="17371" y="44758"/>
                      <a:pt x="23086" y="51235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5445" name="Graphique 2">
                <a:extLst>
                  <a:ext uri="{FF2B5EF4-FFF2-40B4-BE49-F238E27FC236}">
                    <a16:creationId xmlns:a16="http://schemas.microsoft.com/office/drawing/2014/main" id="{9A65F1B8-5103-445B-B2E4-20CBC6B24760}"/>
                  </a:ext>
                </a:extLst>
              </p:cNvPr>
              <p:cNvGrpSpPr/>
              <p:nvPr/>
            </p:nvGrpSpPr>
            <p:grpSpPr>
              <a:xfrm>
                <a:off x="7605844" y="2347212"/>
                <a:ext cx="371388" cy="327726"/>
                <a:chOff x="7605844" y="2347212"/>
                <a:chExt cx="371388" cy="327726"/>
              </a:xfrm>
              <a:solidFill>
                <a:schemeClr val="accent1"/>
              </a:solidFill>
            </p:grpSpPr>
            <p:grpSp>
              <p:nvGrpSpPr>
                <p:cNvPr id="15446" name="Graphique 2">
                  <a:extLst>
                    <a:ext uri="{FF2B5EF4-FFF2-40B4-BE49-F238E27FC236}">
                      <a16:creationId xmlns:a16="http://schemas.microsoft.com/office/drawing/2014/main" id="{CDEAD2C1-EF6B-45EF-8933-A8FA44A1511E}"/>
                    </a:ext>
                  </a:extLst>
                </p:cNvPr>
                <p:cNvGrpSpPr/>
                <p:nvPr/>
              </p:nvGrpSpPr>
              <p:grpSpPr>
                <a:xfrm>
                  <a:off x="7762014" y="2347212"/>
                  <a:ext cx="215218" cy="217914"/>
                  <a:chOff x="7762014" y="2347212"/>
                  <a:chExt cx="215218" cy="217914"/>
                </a:xfrm>
                <a:solidFill>
                  <a:schemeClr val="accent1"/>
                </a:solidFill>
              </p:grpSpPr>
              <p:sp>
                <p:nvSpPr>
                  <p:cNvPr id="15447" name="Forme libre : forme 15446">
                    <a:extLst>
                      <a:ext uri="{FF2B5EF4-FFF2-40B4-BE49-F238E27FC236}">
                        <a16:creationId xmlns:a16="http://schemas.microsoft.com/office/drawing/2014/main" id="{283F6A82-09DA-4043-B2B4-069F77092759}"/>
                      </a:ext>
                    </a:extLst>
                  </p:cNvPr>
                  <p:cNvSpPr/>
                  <p:nvPr/>
                </p:nvSpPr>
                <p:spPr>
                  <a:xfrm rot="-1488573">
                    <a:off x="7789424" y="2373207"/>
                    <a:ext cx="160399" cy="165924"/>
                  </a:xfrm>
                  <a:custGeom>
                    <a:avLst/>
                    <a:gdLst>
                      <a:gd name="connsiteX0" fmla="*/ 160400 w 160399"/>
                      <a:gd name="connsiteY0" fmla="*/ 82962 h 165924"/>
                      <a:gd name="connsiteX1" fmla="*/ 80200 w 160399"/>
                      <a:gd name="connsiteY1" fmla="*/ 165924 h 165924"/>
                      <a:gd name="connsiteX2" fmla="*/ 0 w 160399"/>
                      <a:gd name="connsiteY2" fmla="*/ 82962 h 165924"/>
                      <a:gd name="connsiteX3" fmla="*/ 80200 w 160399"/>
                      <a:gd name="connsiteY3" fmla="*/ 0 h 165924"/>
                      <a:gd name="connsiteX4" fmla="*/ 160400 w 160399"/>
                      <a:gd name="connsiteY4" fmla="*/ 82962 h 16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399" h="165924">
                        <a:moveTo>
                          <a:pt x="160400" y="82962"/>
                        </a:moveTo>
                        <a:cubicBezTo>
                          <a:pt x="160400" y="128781"/>
                          <a:pt x="124493" y="165924"/>
                          <a:pt x="80200" y="165924"/>
                        </a:cubicBezTo>
                        <a:cubicBezTo>
                          <a:pt x="35907" y="165924"/>
                          <a:pt x="0" y="128781"/>
                          <a:pt x="0" y="82962"/>
                        </a:cubicBezTo>
                        <a:cubicBezTo>
                          <a:pt x="0" y="37143"/>
                          <a:pt x="35907" y="0"/>
                          <a:pt x="80200" y="0"/>
                        </a:cubicBezTo>
                        <a:cubicBezTo>
                          <a:pt x="124493" y="0"/>
                          <a:pt x="160400" y="37143"/>
                          <a:pt x="160400" y="8296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48" name="Forme libre : forme 15447">
                    <a:extLst>
                      <a:ext uri="{FF2B5EF4-FFF2-40B4-BE49-F238E27FC236}">
                        <a16:creationId xmlns:a16="http://schemas.microsoft.com/office/drawing/2014/main" id="{709AB7CB-7C57-4281-8BAF-1C69D4005F76}"/>
                      </a:ext>
                    </a:extLst>
                  </p:cNvPr>
                  <p:cNvSpPr/>
                  <p:nvPr/>
                </p:nvSpPr>
                <p:spPr>
                  <a:xfrm>
                    <a:off x="7802890" y="2392965"/>
                    <a:ext cx="147414" cy="145759"/>
                  </a:xfrm>
                  <a:custGeom>
                    <a:avLst/>
                    <a:gdLst>
                      <a:gd name="connsiteX0" fmla="*/ 116776 w 147414"/>
                      <a:gd name="connsiteY0" fmla="*/ 0 h 145759"/>
                      <a:gd name="connsiteX1" fmla="*/ 122873 w 147414"/>
                      <a:gd name="connsiteY1" fmla="*/ 10858 h 145759"/>
                      <a:gd name="connsiteX2" fmla="*/ 84868 w 147414"/>
                      <a:gd name="connsiteY2" fmla="*/ 119825 h 145759"/>
                      <a:gd name="connsiteX3" fmla="*/ 0 w 147414"/>
                      <a:gd name="connsiteY3" fmla="*/ 107728 h 145759"/>
                      <a:gd name="connsiteX4" fmla="*/ 101536 w 147414"/>
                      <a:gd name="connsiteY4" fmla="*/ 138589 h 145759"/>
                      <a:gd name="connsiteX5" fmla="*/ 139541 w 147414"/>
                      <a:gd name="connsiteY5" fmla="*/ 29623 h 145759"/>
                      <a:gd name="connsiteX6" fmla="*/ 116776 w 147414"/>
                      <a:gd name="connsiteY6" fmla="*/ 0 h 145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7414" h="145759">
                        <a:moveTo>
                          <a:pt x="116776" y="0"/>
                        </a:moveTo>
                        <a:cubicBezTo>
                          <a:pt x="118967" y="3429"/>
                          <a:pt x="121063" y="6953"/>
                          <a:pt x="122873" y="10858"/>
                        </a:cubicBezTo>
                        <a:cubicBezTo>
                          <a:pt x="142113" y="52483"/>
                          <a:pt x="124968" y="100965"/>
                          <a:pt x="84868" y="119825"/>
                        </a:cubicBezTo>
                        <a:cubicBezTo>
                          <a:pt x="53531" y="134493"/>
                          <a:pt x="17431" y="128492"/>
                          <a:pt x="0" y="107728"/>
                        </a:cubicBezTo>
                        <a:cubicBezTo>
                          <a:pt x="22003" y="141542"/>
                          <a:pt x="64960" y="155448"/>
                          <a:pt x="101536" y="138589"/>
                        </a:cubicBezTo>
                        <a:cubicBezTo>
                          <a:pt x="141732" y="120015"/>
                          <a:pt x="158686" y="71247"/>
                          <a:pt x="139541" y="29623"/>
                        </a:cubicBezTo>
                        <a:cubicBezTo>
                          <a:pt x="134112" y="17812"/>
                          <a:pt x="126206" y="7811"/>
                          <a:pt x="116776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49" name="Forme libre : forme 15448">
                    <a:extLst>
                      <a:ext uri="{FF2B5EF4-FFF2-40B4-BE49-F238E27FC236}">
                        <a16:creationId xmlns:a16="http://schemas.microsoft.com/office/drawing/2014/main" id="{8BC6A13C-26BA-4BF8-AC70-60895D8EBFC9}"/>
                      </a:ext>
                    </a:extLst>
                  </p:cNvPr>
                  <p:cNvSpPr/>
                  <p:nvPr/>
                </p:nvSpPr>
                <p:spPr>
                  <a:xfrm rot="-4533146">
                    <a:off x="7792179" y="2402948"/>
                    <a:ext cx="83822" cy="71248"/>
                  </a:xfrm>
                  <a:custGeom>
                    <a:avLst/>
                    <a:gdLst>
                      <a:gd name="connsiteX0" fmla="*/ 83822 w 83822"/>
                      <a:gd name="connsiteY0" fmla="*/ 35624 h 71248"/>
                      <a:gd name="connsiteX1" fmla="*/ 41911 w 83822"/>
                      <a:gd name="connsiteY1" fmla="*/ 71249 h 71248"/>
                      <a:gd name="connsiteX2" fmla="*/ 0 w 83822"/>
                      <a:gd name="connsiteY2" fmla="*/ 35624 h 71248"/>
                      <a:gd name="connsiteX3" fmla="*/ 41911 w 83822"/>
                      <a:gd name="connsiteY3" fmla="*/ 0 h 71248"/>
                      <a:gd name="connsiteX4" fmla="*/ 83822 w 83822"/>
                      <a:gd name="connsiteY4" fmla="*/ 35624 h 71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22" h="71248">
                        <a:moveTo>
                          <a:pt x="83822" y="35624"/>
                        </a:moveTo>
                        <a:cubicBezTo>
                          <a:pt x="83822" y="55299"/>
                          <a:pt x="65058" y="71249"/>
                          <a:pt x="41911" y="71249"/>
                        </a:cubicBezTo>
                        <a:cubicBezTo>
                          <a:pt x="18764" y="71249"/>
                          <a:pt x="0" y="55299"/>
                          <a:pt x="0" y="35624"/>
                        </a:cubicBezTo>
                        <a:cubicBezTo>
                          <a:pt x="0" y="15950"/>
                          <a:pt x="18764" y="0"/>
                          <a:pt x="41911" y="0"/>
                        </a:cubicBezTo>
                        <a:cubicBezTo>
                          <a:pt x="65058" y="0"/>
                          <a:pt x="83822" y="15950"/>
                          <a:pt x="83822" y="35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50" name="Forme libre : forme 15449">
                    <a:extLst>
                      <a:ext uri="{FF2B5EF4-FFF2-40B4-BE49-F238E27FC236}">
                        <a16:creationId xmlns:a16="http://schemas.microsoft.com/office/drawing/2014/main" id="{59550AAE-022D-4997-A05F-FAD27D34DC9F}"/>
                      </a:ext>
                    </a:extLst>
                  </p:cNvPr>
                  <p:cNvSpPr/>
                  <p:nvPr/>
                </p:nvSpPr>
                <p:spPr>
                  <a:xfrm rot="-1488573">
                    <a:off x="7835652" y="2389793"/>
                    <a:ext cx="22097" cy="19240"/>
                  </a:xfrm>
                  <a:custGeom>
                    <a:avLst/>
                    <a:gdLst>
                      <a:gd name="connsiteX0" fmla="*/ 22098 w 22097"/>
                      <a:gd name="connsiteY0" fmla="*/ 9620 h 19240"/>
                      <a:gd name="connsiteX1" fmla="*/ 11049 w 22097"/>
                      <a:gd name="connsiteY1" fmla="*/ 19240 h 19240"/>
                      <a:gd name="connsiteX2" fmla="*/ 0 w 22097"/>
                      <a:gd name="connsiteY2" fmla="*/ 9620 h 19240"/>
                      <a:gd name="connsiteX3" fmla="*/ 11049 w 22097"/>
                      <a:gd name="connsiteY3" fmla="*/ 0 h 19240"/>
                      <a:gd name="connsiteX4" fmla="*/ 22098 w 22097"/>
                      <a:gd name="connsiteY4" fmla="*/ 962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7" h="19240">
                        <a:moveTo>
                          <a:pt x="22098" y="9620"/>
                        </a:moveTo>
                        <a:cubicBezTo>
                          <a:pt x="22098" y="14933"/>
                          <a:pt x="17151" y="19240"/>
                          <a:pt x="11049" y="19240"/>
                        </a:cubicBezTo>
                        <a:cubicBezTo>
                          <a:pt x="4947" y="19240"/>
                          <a:pt x="0" y="14933"/>
                          <a:pt x="0" y="9620"/>
                        </a:cubicBezTo>
                        <a:cubicBezTo>
                          <a:pt x="0" y="4307"/>
                          <a:pt x="4947" y="0"/>
                          <a:pt x="11049" y="0"/>
                        </a:cubicBezTo>
                        <a:cubicBezTo>
                          <a:pt x="17151" y="0"/>
                          <a:pt x="22098" y="4307"/>
                          <a:pt x="22098" y="9620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451" name="Graphique 2">
                  <a:extLst>
                    <a:ext uri="{FF2B5EF4-FFF2-40B4-BE49-F238E27FC236}">
                      <a16:creationId xmlns:a16="http://schemas.microsoft.com/office/drawing/2014/main" id="{E8187DBF-71F6-44EC-B1BF-8DC7CFE63E14}"/>
                    </a:ext>
                  </a:extLst>
                </p:cNvPr>
                <p:cNvGrpSpPr/>
                <p:nvPr/>
              </p:nvGrpSpPr>
              <p:grpSpPr>
                <a:xfrm>
                  <a:off x="7605844" y="2377597"/>
                  <a:ext cx="215218" cy="217914"/>
                  <a:chOff x="7605844" y="2377597"/>
                  <a:chExt cx="215218" cy="217914"/>
                </a:xfrm>
                <a:solidFill>
                  <a:schemeClr val="accent1"/>
                </a:solidFill>
              </p:grpSpPr>
              <p:sp>
                <p:nvSpPr>
                  <p:cNvPr id="15452" name="Forme libre : forme 15451">
                    <a:extLst>
                      <a:ext uri="{FF2B5EF4-FFF2-40B4-BE49-F238E27FC236}">
                        <a16:creationId xmlns:a16="http://schemas.microsoft.com/office/drawing/2014/main" id="{AE7E396C-82F9-49E6-81D0-7B4B14B63F36}"/>
                      </a:ext>
                    </a:extLst>
                  </p:cNvPr>
                  <p:cNvSpPr/>
                  <p:nvPr/>
                </p:nvSpPr>
                <p:spPr>
                  <a:xfrm rot="-1488573">
                    <a:off x="7633253" y="2403592"/>
                    <a:ext cx="160399" cy="165924"/>
                  </a:xfrm>
                  <a:custGeom>
                    <a:avLst/>
                    <a:gdLst>
                      <a:gd name="connsiteX0" fmla="*/ 160400 w 160399"/>
                      <a:gd name="connsiteY0" fmla="*/ 82962 h 165924"/>
                      <a:gd name="connsiteX1" fmla="*/ 80200 w 160399"/>
                      <a:gd name="connsiteY1" fmla="*/ 165924 h 165924"/>
                      <a:gd name="connsiteX2" fmla="*/ 0 w 160399"/>
                      <a:gd name="connsiteY2" fmla="*/ 82962 h 165924"/>
                      <a:gd name="connsiteX3" fmla="*/ 80200 w 160399"/>
                      <a:gd name="connsiteY3" fmla="*/ 0 h 165924"/>
                      <a:gd name="connsiteX4" fmla="*/ 160400 w 160399"/>
                      <a:gd name="connsiteY4" fmla="*/ 82962 h 16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399" h="165924">
                        <a:moveTo>
                          <a:pt x="160400" y="82962"/>
                        </a:moveTo>
                        <a:cubicBezTo>
                          <a:pt x="160400" y="128781"/>
                          <a:pt x="124493" y="165924"/>
                          <a:pt x="80200" y="165924"/>
                        </a:cubicBezTo>
                        <a:cubicBezTo>
                          <a:pt x="35907" y="165924"/>
                          <a:pt x="0" y="128781"/>
                          <a:pt x="0" y="82962"/>
                        </a:cubicBezTo>
                        <a:cubicBezTo>
                          <a:pt x="0" y="37143"/>
                          <a:pt x="35907" y="0"/>
                          <a:pt x="80200" y="0"/>
                        </a:cubicBezTo>
                        <a:cubicBezTo>
                          <a:pt x="124493" y="0"/>
                          <a:pt x="160400" y="37143"/>
                          <a:pt x="160400" y="8296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53" name="Forme libre : forme 15452">
                    <a:extLst>
                      <a:ext uri="{FF2B5EF4-FFF2-40B4-BE49-F238E27FC236}">
                        <a16:creationId xmlns:a16="http://schemas.microsoft.com/office/drawing/2014/main" id="{9EFE9A33-0794-4535-82CE-34490D5EEAB2}"/>
                      </a:ext>
                    </a:extLst>
                  </p:cNvPr>
                  <p:cNvSpPr/>
                  <p:nvPr/>
                </p:nvSpPr>
                <p:spPr>
                  <a:xfrm>
                    <a:off x="7646679" y="2423349"/>
                    <a:ext cx="147415" cy="145759"/>
                  </a:xfrm>
                  <a:custGeom>
                    <a:avLst/>
                    <a:gdLst>
                      <a:gd name="connsiteX0" fmla="*/ 116777 w 147415"/>
                      <a:gd name="connsiteY0" fmla="*/ 0 h 145759"/>
                      <a:gd name="connsiteX1" fmla="*/ 122873 w 147415"/>
                      <a:gd name="connsiteY1" fmla="*/ 10858 h 145759"/>
                      <a:gd name="connsiteX2" fmla="*/ 84868 w 147415"/>
                      <a:gd name="connsiteY2" fmla="*/ 119825 h 145759"/>
                      <a:gd name="connsiteX3" fmla="*/ 0 w 147415"/>
                      <a:gd name="connsiteY3" fmla="*/ 107728 h 145759"/>
                      <a:gd name="connsiteX4" fmla="*/ 101537 w 147415"/>
                      <a:gd name="connsiteY4" fmla="*/ 138589 h 145759"/>
                      <a:gd name="connsiteX5" fmla="*/ 139541 w 147415"/>
                      <a:gd name="connsiteY5" fmla="*/ 29623 h 145759"/>
                      <a:gd name="connsiteX6" fmla="*/ 116777 w 147415"/>
                      <a:gd name="connsiteY6" fmla="*/ 0 h 145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7415" h="145759">
                        <a:moveTo>
                          <a:pt x="116777" y="0"/>
                        </a:moveTo>
                        <a:cubicBezTo>
                          <a:pt x="118967" y="3429"/>
                          <a:pt x="121063" y="6953"/>
                          <a:pt x="122873" y="10858"/>
                        </a:cubicBezTo>
                        <a:cubicBezTo>
                          <a:pt x="142113" y="52483"/>
                          <a:pt x="124968" y="100965"/>
                          <a:pt x="84868" y="119825"/>
                        </a:cubicBezTo>
                        <a:cubicBezTo>
                          <a:pt x="53531" y="134493"/>
                          <a:pt x="17431" y="128492"/>
                          <a:pt x="0" y="107728"/>
                        </a:cubicBezTo>
                        <a:cubicBezTo>
                          <a:pt x="22003" y="141542"/>
                          <a:pt x="64961" y="155448"/>
                          <a:pt x="101537" y="138589"/>
                        </a:cubicBezTo>
                        <a:cubicBezTo>
                          <a:pt x="141732" y="120015"/>
                          <a:pt x="158687" y="71247"/>
                          <a:pt x="139541" y="29623"/>
                        </a:cubicBezTo>
                        <a:cubicBezTo>
                          <a:pt x="134112" y="17717"/>
                          <a:pt x="126206" y="7715"/>
                          <a:pt x="116777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54" name="Forme libre : forme 15453">
                    <a:extLst>
                      <a:ext uri="{FF2B5EF4-FFF2-40B4-BE49-F238E27FC236}">
                        <a16:creationId xmlns:a16="http://schemas.microsoft.com/office/drawing/2014/main" id="{4EA892CE-8FF6-4E80-AB55-71D2762FD5CB}"/>
                      </a:ext>
                    </a:extLst>
                  </p:cNvPr>
                  <p:cNvSpPr/>
                  <p:nvPr/>
                </p:nvSpPr>
                <p:spPr>
                  <a:xfrm rot="-4533146">
                    <a:off x="7635964" y="2433249"/>
                    <a:ext cx="83822" cy="71248"/>
                  </a:xfrm>
                  <a:custGeom>
                    <a:avLst/>
                    <a:gdLst>
                      <a:gd name="connsiteX0" fmla="*/ 83822 w 83822"/>
                      <a:gd name="connsiteY0" fmla="*/ 35624 h 71248"/>
                      <a:gd name="connsiteX1" fmla="*/ 41911 w 83822"/>
                      <a:gd name="connsiteY1" fmla="*/ 71249 h 71248"/>
                      <a:gd name="connsiteX2" fmla="*/ 0 w 83822"/>
                      <a:gd name="connsiteY2" fmla="*/ 35624 h 71248"/>
                      <a:gd name="connsiteX3" fmla="*/ 41911 w 83822"/>
                      <a:gd name="connsiteY3" fmla="*/ 0 h 71248"/>
                      <a:gd name="connsiteX4" fmla="*/ 83822 w 83822"/>
                      <a:gd name="connsiteY4" fmla="*/ 35624 h 71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22" h="71248">
                        <a:moveTo>
                          <a:pt x="83822" y="35624"/>
                        </a:moveTo>
                        <a:cubicBezTo>
                          <a:pt x="83822" y="55299"/>
                          <a:pt x="65058" y="71249"/>
                          <a:pt x="41911" y="71249"/>
                        </a:cubicBezTo>
                        <a:cubicBezTo>
                          <a:pt x="18764" y="71249"/>
                          <a:pt x="0" y="55299"/>
                          <a:pt x="0" y="35624"/>
                        </a:cubicBezTo>
                        <a:cubicBezTo>
                          <a:pt x="0" y="15949"/>
                          <a:pt x="18764" y="0"/>
                          <a:pt x="41911" y="0"/>
                        </a:cubicBezTo>
                        <a:cubicBezTo>
                          <a:pt x="65058" y="0"/>
                          <a:pt x="83822" y="15949"/>
                          <a:pt x="83822" y="35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55" name="Forme libre : forme 15454">
                    <a:extLst>
                      <a:ext uri="{FF2B5EF4-FFF2-40B4-BE49-F238E27FC236}">
                        <a16:creationId xmlns:a16="http://schemas.microsoft.com/office/drawing/2014/main" id="{02F40DD7-D29C-49F8-8789-2BD7926DDAF0}"/>
                      </a:ext>
                    </a:extLst>
                  </p:cNvPr>
                  <p:cNvSpPr/>
                  <p:nvPr/>
                </p:nvSpPr>
                <p:spPr>
                  <a:xfrm rot="-1488573">
                    <a:off x="7679441" y="2420082"/>
                    <a:ext cx="22097" cy="19240"/>
                  </a:xfrm>
                  <a:custGeom>
                    <a:avLst/>
                    <a:gdLst>
                      <a:gd name="connsiteX0" fmla="*/ 22098 w 22097"/>
                      <a:gd name="connsiteY0" fmla="*/ 9620 h 19240"/>
                      <a:gd name="connsiteX1" fmla="*/ 11049 w 22097"/>
                      <a:gd name="connsiteY1" fmla="*/ 19240 h 19240"/>
                      <a:gd name="connsiteX2" fmla="*/ 0 w 22097"/>
                      <a:gd name="connsiteY2" fmla="*/ 9620 h 19240"/>
                      <a:gd name="connsiteX3" fmla="*/ 11049 w 22097"/>
                      <a:gd name="connsiteY3" fmla="*/ 0 h 19240"/>
                      <a:gd name="connsiteX4" fmla="*/ 22098 w 22097"/>
                      <a:gd name="connsiteY4" fmla="*/ 962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7" h="19240">
                        <a:moveTo>
                          <a:pt x="22098" y="9620"/>
                        </a:moveTo>
                        <a:cubicBezTo>
                          <a:pt x="22098" y="14933"/>
                          <a:pt x="17151" y="19240"/>
                          <a:pt x="11049" y="19240"/>
                        </a:cubicBezTo>
                        <a:cubicBezTo>
                          <a:pt x="4947" y="19240"/>
                          <a:pt x="0" y="14933"/>
                          <a:pt x="0" y="9620"/>
                        </a:cubicBezTo>
                        <a:cubicBezTo>
                          <a:pt x="0" y="4307"/>
                          <a:pt x="4947" y="0"/>
                          <a:pt x="11049" y="0"/>
                        </a:cubicBezTo>
                        <a:cubicBezTo>
                          <a:pt x="17151" y="0"/>
                          <a:pt x="22098" y="4307"/>
                          <a:pt x="22098" y="9620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456" name="Graphique 2">
                  <a:extLst>
                    <a:ext uri="{FF2B5EF4-FFF2-40B4-BE49-F238E27FC236}">
                      <a16:creationId xmlns:a16="http://schemas.microsoft.com/office/drawing/2014/main" id="{DEC555E8-7CCE-455E-8135-1573BF2F139D}"/>
                    </a:ext>
                  </a:extLst>
                </p:cNvPr>
                <p:cNvGrpSpPr/>
                <p:nvPr/>
              </p:nvGrpSpPr>
              <p:grpSpPr>
                <a:xfrm>
                  <a:off x="7699375" y="2457024"/>
                  <a:ext cx="215218" cy="217914"/>
                  <a:chOff x="7699375" y="2457024"/>
                  <a:chExt cx="215218" cy="217914"/>
                </a:xfrm>
                <a:solidFill>
                  <a:schemeClr val="accent1"/>
                </a:solidFill>
              </p:grpSpPr>
              <p:sp>
                <p:nvSpPr>
                  <p:cNvPr id="15457" name="Forme libre : forme 15456">
                    <a:extLst>
                      <a:ext uri="{FF2B5EF4-FFF2-40B4-BE49-F238E27FC236}">
                        <a16:creationId xmlns:a16="http://schemas.microsoft.com/office/drawing/2014/main" id="{B1A07C70-ABD7-4C7B-898A-531644DAB91B}"/>
                      </a:ext>
                    </a:extLst>
                  </p:cNvPr>
                  <p:cNvSpPr/>
                  <p:nvPr/>
                </p:nvSpPr>
                <p:spPr>
                  <a:xfrm rot="-1488573">
                    <a:off x="7726785" y="2483020"/>
                    <a:ext cx="160399" cy="165924"/>
                  </a:xfrm>
                  <a:custGeom>
                    <a:avLst/>
                    <a:gdLst>
                      <a:gd name="connsiteX0" fmla="*/ 160400 w 160399"/>
                      <a:gd name="connsiteY0" fmla="*/ 82962 h 165924"/>
                      <a:gd name="connsiteX1" fmla="*/ 80200 w 160399"/>
                      <a:gd name="connsiteY1" fmla="*/ 165924 h 165924"/>
                      <a:gd name="connsiteX2" fmla="*/ 0 w 160399"/>
                      <a:gd name="connsiteY2" fmla="*/ 82962 h 165924"/>
                      <a:gd name="connsiteX3" fmla="*/ 80200 w 160399"/>
                      <a:gd name="connsiteY3" fmla="*/ 0 h 165924"/>
                      <a:gd name="connsiteX4" fmla="*/ 160400 w 160399"/>
                      <a:gd name="connsiteY4" fmla="*/ 82962 h 16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399" h="165924">
                        <a:moveTo>
                          <a:pt x="160400" y="82962"/>
                        </a:moveTo>
                        <a:cubicBezTo>
                          <a:pt x="160400" y="128781"/>
                          <a:pt x="124493" y="165924"/>
                          <a:pt x="80200" y="165924"/>
                        </a:cubicBezTo>
                        <a:cubicBezTo>
                          <a:pt x="35907" y="165924"/>
                          <a:pt x="0" y="128781"/>
                          <a:pt x="0" y="82962"/>
                        </a:cubicBezTo>
                        <a:cubicBezTo>
                          <a:pt x="0" y="37143"/>
                          <a:pt x="35907" y="0"/>
                          <a:pt x="80200" y="0"/>
                        </a:cubicBezTo>
                        <a:cubicBezTo>
                          <a:pt x="124493" y="0"/>
                          <a:pt x="160400" y="37143"/>
                          <a:pt x="160400" y="8296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58" name="Forme libre : forme 15457">
                    <a:extLst>
                      <a:ext uri="{FF2B5EF4-FFF2-40B4-BE49-F238E27FC236}">
                        <a16:creationId xmlns:a16="http://schemas.microsoft.com/office/drawing/2014/main" id="{9964ABC0-1F53-4F49-BB0E-B147603CFFE5}"/>
                      </a:ext>
                    </a:extLst>
                  </p:cNvPr>
                  <p:cNvSpPr/>
                  <p:nvPr/>
                </p:nvSpPr>
                <p:spPr>
                  <a:xfrm>
                    <a:off x="7740310" y="2502788"/>
                    <a:ext cx="147415" cy="145817"/>
                  </a:xfrm>
                  <a:custGeom>
                    <a:avLst/>
                    <a:gdLst>
                      <a:gd name="connsiteX0" fmla="*/ 101537 w 147415"/>
                      <a:gd name="connsiteY0" fmla="*/ 138589 h 145817"/>
                      <a:gd name="connsiteX1" fmla="*/ 139541 w 147415"/>
                      <a:gd name="connsiteY1" fmla="*/ 29623 h 145817"/>
                      <a:gd name="connsiteX2" fmla="*/ 116776 w 147415"/>
                      <a:gd name="connsiteY2" fmla="*/ 0 h 145817"/>
                      <a:gd name="connsiteX3" fmla="*/ 122873 w 147415"/>
                      <a:gd name="connsiteY3" fmla="*/ 10858 h 145817"/>
                      <a:gd name="connsiteX4" fmla="*/ 84868 w 147415"/>
                      <a:gd name="connsiteY4" fmla="*/ 119825 h 145817"/>
                      <a:gd name="connsiteX5" fmla="*/ 0 w 147415"/>
                      <a:gd name="connsiteY5" fmla="*/ 107728 h 145817"/>
                      <a:gd name="connsiteX6" fmla="*/ 101537 w 147415"/>
                      <a:gd name="connsiteY6" fmla="*/ 138589 h 145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7415" h="145817">
                        <a:moveTo>
                          <a:pt x="101537" y="138589"/>
                        </a:moveTo>
                        <a:cubicBezTo>
                          <a:pt x="141732" y="120015"/>
                          <a:pt x="158687" y="71247"/>
                          <a:pt x="139541" y="29623"/>
                        </a:cubicBezTo>
                        <a:cubicBezTo>
                          <a:pt x="134017" y="17717"/>
                          <a:pt x="126111" y="7811"/>
                          <a:pt x="116776" y="0"/>
                        </a:cubicBezTo>
                        <a:cubicBezTo>
                          <a:pt x="118967" y="3429"/>
                          <a:pt x="121063" y="6953"/>
                          <a:pt x="122873" y="10858"/>
                        </a:cubicBezTo>
                        <a:cubicBezTo>
                          <a:pt x="142113" y="52483"/>
                          <a:pt x="124968" y="100965"/>
                          <a:pt x="84868" y="119825"/>
                        </a:cubicBezTo>
                        <a:cubicBezTo>
                          <a:pt x="53531" y="134493"/>
                          <a:pt x="17431" y="128492"/>
                          <a:pt x="0" y="107728"/>
                        </a:cubicBezTo>
                        <a:cubicBezTo>
                          <a:pt x="22003" y="141637"/>
                          <a:pt x="64961" y="155543"/>
                          <a:pt x="101537" y="138589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59" name="Forme libre : forme 15458">
                    <a:extLst>
                      <a:ext uri="{FF2B5EF4-FFF2-40B4-BE49-F238E27FC236}">
                        <a16:creationId xmlns:a16="http://schemas.microsoft.com/office/drawing/2014/main" id="{1BC255B0-2CD0-4BFB-A523-C10C88D00DB8}"/>
                      </a:ext>
                    </a:extLst>
                  </p:cNvPr>
                  <p:cNvSpPr/>
                  <p:nvPr/>
                </p:nvSpPr>
                <p:spPr>
                  <a:xfrm rot="-4533146">
                    <a:off x="7729550" y="2512832"/>
                    <a:ext cx="83822" cy="71248"/>
                  </a:xfrm>
                  <a:custGeom>
                    <a:avLst/>
                    <a:gdLst>
                      <a:gd name="connsiteX0" fmla="*/ 83822 w 83822"/>
                      <a:gd name="connsiteY0" fmla="*/ 35624 h 71248"/>
                      <a:gd name="connsiteX1" fmla="*/ 41911 w 83822"/>
                      <a:gd name="connsiteY1" fmla="*/ 71249 h 71248"/>
                      <a:gd name="connsiteX2" fmla="*/ 0 w 83822"/>
                      <a:gd name="connsiteY2" fmla="*/ 35624 h 71248"/>
                      <a:gd name="connsiteX3" fmla="*/ 41911 w 83822"/>
                      <a:gd name="connsiteY3" fmla="*/ 0 h 71248"/>
                      <a:gd name="connsiteX4" fmla="*/ 83822 w 83822"/>
                      <a:gd name="connsiteY4" fmla="*/ 35624 h 71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22" h="71248">
                        <a:moveTo>
                          <a:pt x="83822" y="35624"/>
                        </a:moveTo>
                        <a:cubicBezTo>
                          <a:pt x="83822" y="55299"/>
                          <a:pt x="65058" y="71249"/>
                          <a:pt x="41911" y="71249"/>
                        </a:cubicBezTo>
                        <a:cubicBezTo>
                          <a:pt x="18764" y="71249"/>
                          <a:pt x="0" y="55299"/>
                          <a:pt x="0" y="35624"/>
                        </a:cubicBezTo>
                        <a:cubicBezTo>
                          <a:pt x="0" y="15949"/>
                          <a:pt x="18764" y="0"/>
                          <a:pt x="41911" y="0"/>
                        </a:cubicBezTo>
                        <a:cubicBezTo>
                          <a:pt x="65058" y="0"/>
                          <a:pt x="83822" y="15949"/>
                          <a:pt x="83822" y="35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60" name="Forme libre : forme 15459">
                    <a:extLst>
                      <a:ext uri="{FF2B5EF4-FFF2-40B4-BE49-F238E27FC236}">
                        <a16:creationId xmlns:a16="http://schemas.microsoft.com/office/drawing/2014/main" id="{CACF888E-2C0F-470A-AA3E-4683501131D3}"/>
                      </a:ext>
                    </a:extLst>
                  </p:cNvPr>
                  <p:cNvSpPr/>
                  <p:nvPr/>
                </p:nvSpPr>
                <p:spPr>
                  <a:xfrm rot="-1488573">
                    <a:off x="7772959" y="2499614"/>
                    <a:ext cx="22097" cy="19240"/>
                  </a:xfrm>
                  <a:custGeom>
                    <a:avLst/>
                    <a:gdLst>
                      <a:gd name="connsiteX0" fmla="*/ 22098 w 22097"/>
                      <a:gd name="connsiteY0" fmla="*/ 9620 h 19240"/>
                      <a:gd name="connsiteX1" fmla="*/ 11049 w 22097"/>
                      <a:gd name="connsiteY1" fmla="*/ 19240 h 19240"/>
                      <a:gd name="connsiteX2" fmla="*/ 0 w 22097"/>
                      <a:gd name="connsiteY2" fmla="*/ 9620 h 19240"/>
                      <a:gd name="connsiteX3" fmla="*/ 11049 w 22097"/>
                      <a:gd name="connsiteY3" fmla="*/ 0 h 19240"/>
                      <a:gd name="connsiteX4" fmla="*/ 22098 w 22097"/>
                      <a:gd name="connsiteY4" fmla="*/ 962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7" h="19240">
                        <a:moveTo>
                          <a:pt x="22098" y="9620"/>
                        </a:moveTo>
                        <a:cubicBezTo>
                          <a:pt x="22098" y="14933"/>
                          <a:pt x="17151" y="19240"/>
                          <a:pt x="11049" y="19240"/>
                        </a:cubicBezTo>
                        <a:cubicBezTo>
                          <a:pt x="4947" y="19240"/>
                          <a:pt x="0" y="14933"/>
                          <a:pt x="0" y="9620"/>
                        </a:cubicBezTo>
                        <a:cubicBezTo>
                          <a:pt x="0" y="4307"/>
                          <a:pt x="4947" y="0"/>
                          <a:pt x="11049" y="0"/>
                        </a:cubicBezTo>
                        <a:cubicBezTo>
                          <a:pt x="17151" y="0"/>
                          <a:pt x="22098" y="4307"/>
                          <a:pt x="22098" y="9620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sp>
            <p:nvSpPr>
              <p:cNvPr id="15461" name="Forme libre : forme 15460">
                <a:extLst>
                  <a:ext uri="{FF2B5EF4-FFF2-40B4-BE49-F238E27FC236}">
                    <a16:creationId xmlns:a16="http://schemas.microsoft.com/office/drawing/2014/main" id="{EC2446AB-675C-4A74-9C29-DF7688D72CFA}"/>
                  </a:ext>
                </a:extLst>
              </p:cNvPr>
              <p:cNvSpPr/>
              <p:nvPr/>
            </p:nvSpPr>
            <p:spPr>
              <a:xfrm>
                <a:off x="7886029" y="2547460"/>
                <a:ext cx="19158" cy="102012"/>
              </a:xfrm>
              <a:custGeom>
                <a:avLst/>
                <a:gdLst>
                  <a:gd name="connsiteX0" fmla="*/ 19159 w 19158"/>
                  <a:gd name="connsiteY0" fmla="*/ 95821 h 102012"/>
                  <a:gd name="connsiteX1" fmla="*/ 14205 w 19158"/>
                  <a:gd name="connsiteY1" fmla="*/ 43148 h 102012"/>
                  <a:gd name="connsiteX2" fmla="*/ 299 w 19158"/>
                  <a:gd name="connsiteY2" fmla="*/ 0 h 102012"/>
                  <a:gd name="connsiteX3" fmla="*/ 5252 w 19158"/>
                  <a:gd name="connsiteY3" fmla="*/ 20669 h 102012"/>
                  <a:gd name="connsiteX4" fmla="*/ 9729 w 19158"/>
                  <a:gd name="connsiteY4" fmla="*/ 44196 h 102012"/>
                  <a:gd name="connsiteX5" fmla="*/ 12777 w 19158"/>
                  <a:gd name="connsiteY5" fmla="*/ 91440 h 102012"/>
                  <a:gd name="connsiteX6" fmla="*/ 12491 w 19158"/>
                  <a:gd name="connsiteY6" fmla="*/ 102013 h 102012"/>
                  <a:gd name="connsiteX7" fmla="*/ 19159 w 19158"/>
                  <a:gd name="connsiteY7" fmla="*/ 97727 h 102012"/>
                  <a:gd name="connsiteX8" fmla="*/ 19159 w 19158"/>
                  <a:gd name="connsiteY8" fmla="*/ 95821 h 102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158" h="102012">
                    <a:moveTo>
                      <a:pt x="19159" y="95821"/>
                    </a:moveTo>
                    <a:cubicBezTo>
                      <a:pt x="18587" y="78200"/>
                      <a:pt x="16492" y="60674"/>
                      <a:pt x="14205" y="43148"/>
                    </a:cubicBezTo>
                    <a:cubicBezTo>
                      <a:pt x="12396" y="29242"/>
                      <a:pt x="10491" y="10668"/>
                      <a:pt x="299" y="0"/>
                    </a:cubicBezTo>
                    <a:cubicBezTo>
                      <a:pt x="-1320" y="4477"/>
                      <a:pt x="4109" y="15812"/>
                      <a:pt x="5252" y="20669"/>
                    </a:cubicBezTo>
                    <a:cubicBezTo>
                      <a:pt x="7062" y="28480"/>
                      <a:pt x="8586" y="36290"/>
                      <a:pt x="9729" y="44196"/>
                    </a:cubicBezTo>
                    <a:cubicBezTo>
                      <a:pt x="12015" y="59817"/>
                      <a:pt x="13063" y="75629"/>
                      <a:pt x="12777" y="91440"/>
                    </a:cubicBezTo>
                    <a:cubicBezTo>
                      <a:pt x="12681" y="94964"/>
                      <a:pt x="12586" y="98488"/>
                      <a:pt x="12491" y="102013"/>
                    </a:cubicBezTo>
                    <a:cubicBezTo>
                      <a:pt x="14777" y="100584"/>
                      <a:pt x="16968" y="99250"/>
                      <a:pt x="19159" y="97727"/>
                    </a:cubicBezTo>
                    <a:cubicBezTo>
                      <a:pt x="19159" y="97155"/>
                      <a:pt x="19159" y="96488"/>
                      <a:pt x="19159" y="95821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62" name="Forme libre : forme 15461">
                <a:extLst>
                  <a:ext uri="{FF2B5EF4-FFF2-40B4-BE49-F238E27FC236}">
                    <a16:creationId xmlns:a16="http://schemas.microsoft.com/office/drawing/2014/main" id="{562C826A-7B47-45CF-AA69-84E4D6613FD9}"/>
                  </a:ext>
                </a:extLst>
              </p:cNvPr>
              <p:cNvSpPr/>
              <p:nvPr/>
            </p:nvSpPr>
            <p:spPr>
              <a:xfrm>
                <a:off x="7728888" y="2598099"/>
                <a:ext cx="54189" cy="84711"/>
              </a:xfrm>
              <a:custGeom>
                <a:avLst/>
                <a:gdLst>
                  <a:gd name="connsiteX0" fmla="*/ 10374 w 54189"/>
                  <a:gd name="connsiteY0" fmla="*/ 18894 h 84711"/>
                  <a:gd name="connsiteX1" fmla="*/ 2183 w 54189"/>
                  <a:gd name="connsiteY1" fmla="*/ 225 h 84711"/>
                  <a:gd name="connsiteX2" fmla="*/ 3802 w 54189"/>
                  <a:gd name="connsiteY2" fmla="*/ 14798 h 84711"/>
                  <a:gd name="connsiteX3" fmla="*/ 14279 w 54189"/>
                  <a:gd name="connsiteY3" fmla="*/ 33372 h 84711"/>
                  <a:gd name="connsiteX4" fmla="*/ 39044 w 54189"/>
                  <a:gd name="connsiteY4" fmla="*/ 69472 h 84711"/>
                  <a:gd name="connsiteX5" fmla="*/ 51141 w 54189"/>
                  <a:gd name="connsiteY5" fmla="*/ 84521 h 84711"/>
                  <a:gd name="connsiteX6" fmla="*/ 54189 w 54189"/>
                  <a:gd name="connsiteY6" fmla="*/ 84712 h 84711"/>
                  <a:gd name="connsiteX7" fmla="*/ 20566 w 54189"/>
                  <a:gd name="connsiteY7" fmla="*/ 38992 h 84711"/>
                  <a:gd name="connsiteX8" fmla="*/ 10374 w 54189"/>
                  <a:gd name="connsiteY8" fmla="*/ 18894 h 8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189" h="84711">
                    <a:moveTo>
                      <a:pt x="10374" y="18894"/>
                    </a:moveTo>
                    <a:cubicBezTo>
                      <a:pt x="8755" y="15084"/>
                      <a:pt x="6088" y="1749"/>
                      <a:pt x="2183" y="225"/>
                    </a:cubicBezTo>
                    <a:cubicBezTo>
                      <a:pt x="-3151" y="-1966"/>
                      <a:pt x="2849" y="12512"/>
                      <a:pt x="3802" y="14798"/>
                    </a:cubicBezTo>
                    <a:cubicBezTo>
                      <a:pt x="6659" y="21370"/>
                      <a:pt x="10469" y="27466"/>
                      <a:pt x="14279" y="33372"/>
                    </a:cubicBezTo>
                    <a:cubicBezTo>
                      <a:pt x="22185" y="45659"/>
                      <a:pt x="30091" y="57947"/>
                      <a:pt x="39044" y="69472"/>
                    </a:cubicBezTo>
                    <a:cubicBezTo>
                      <a:pt x="43045" y="74520"/>
                      <a:pt x="47141" y="79568"/>
                      <a:pt x="51141" y="84521"/>
                    </a:cubicBezTo>
                    <a:cubicBezTo>
                      <a:pt x="52189" y="84616"/>
                      <a:pt x="53237" y="84712"/>
                      <a:pt x="54189" y="84712"/>
                    </a:cubicBezTo>
                    <a:cubicBezTo>
                      <a:pt x="42188" y="70043"/>
                      <a:pt x="30186" y="55280"/>
                      <a:pt x="20566" y="38992"/>
                    </a:cubicBezTo>
                    <a:cubicBezTo>
                      <a:pt x="16851" y="32515"/>
                      <a:pt x="13422" y="25752"/>
                      <a:pt x="10374" y="18894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63" name="Forme libre : forme 15462">
                <a:extLst>
                  <a:ext uri="{FF2B5EF4-FFF2-40B4-BE49-F238E27FC236}">
                    <a16:creationId xmlns:a16="http://schemas.microsoft.com/office/drawing/2014/main" id="{2737C49E-F7FF-4565-8BA7-B42C4D611658}"/>
                  </a:ext>
                </a:extLst>
              </p:cNvPr>
              <p:cNvSpPr/>
              <p:nvPr/>
            </p:nvSpPr>
            <p:spPr>
              <a:xfrm>
                <a:off x="7778602" y="2629852"/>
                <a:ext cx="105535" cy="53054"/>
              </a:xfrm>
              <a:custGeom>
                <a:avLst/>
                <a:gdLst>
                  <a:gd name="connsiteX0" fmla="*/ 105536 w 105535"/>
                  <a:gd name="connsiteY0" fmla="*/ 28003 h 53054"/>
                  <a:gd name="connsiteX1" fmla="*/ 104393 w 105535"/>
                  <a:gd name="connsiteY1" fmla="*/ 20574 h 53054"/>
                  <a:gd name="connsiteX2" fmla="*/ 98011 w 105535"/>
                  <a:gd name="connsiteY2" fmla="*/ 0 h 53054"/>
                  <a:gd name="connsiteX3" fmla="*/ 82676 w 105535"/>
                  <a:gd name="connsiteY3" fmla="*/ 10668 h 53054"/>
                  <a:gd name="connsiteX4" fmla="*/ 21144 w 105535"/>
                  <a:gd name="connsiteY4" fmla="*/ 28194 h 53054"/>
                  <a:gd name="connsiteX5" fmla="*/ 475 w 105535"/>
                  <a:gd name="connsiteY5" fmla="*/ 27622 h 53054"/>
                  <a:gd name="connsiteX6" fmla="*/ 14572 w 105535"/>
                  <a:gd name="connsiteY6" fmla="*/ 48768 h 53054"/>
                  <a:gd name="connsiteX7" fmla="*/ 19049 w 105535"/>
                  <a:gd name="connsiteY7" fmla="*/ 53054 h 53054"/>
                  <a:gd name="connsiteX8" fmla="*/ 105536 w 105535"/>
                  <a:gd name="connsiteY8" fmla="*/ 28003 h 53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535" h="53054">
                    <a:moveTo>
                      <a:pt x="105536" y="28003"/>
                    </a:moveTo>
                    <a:cubicBezTo>
                      <a:pt x="105155" y="25527"/>
                      <a:pt x="104679" y="23050"/>
                      <a:pt x="104393" y="20574"/>
                    </a:cubicBezTo>
                    <a:cubicBezTo>
                      <a:pt x="103440" y="13335"/>
                      <a:pt x="102488" y="5715"/>
                      <a:pt x="98011" y="0"/>
                    </a:cubicBezTo>
                    <a:cubicBezTo>
                      <a:pt x="92201" y="2286"/>
                      <a:pt x="87629" y="6763"/>
                      <a:pt x="82676" y="10668"/>
                    </a:cubicBezTo>
                    <a:cubicBezTo>
                      <a:pt x="65531" y="24289"/>
                      <a:pt x="42861" y="30766"/>
                      <a:pt x="21144" y="28194"/>
                    </a:cubicBezTo>
                    <a:cubicBezTo>
                      <a:pt x="16477" y="27622"/>
                      <a:pt x="3523" y="21526"/>
                      <a:pt x="475" y="27622"/>
                    </a:cubicBezTo>
                    <a:cubicBezTo>
                      <a:pt x="-2668" y="33909"/>
                      <a:pt x="10667" y="45053"/>
                      <a:pt x="14572" y="48768"/>
                    </a:cubicBezTo>
                    <a:cubicBezTo>
                      <a:pt x="16096" y="50197"/>
                      <a:pt x="17525" y="51625"/>
                      <a:pt x="19049" y="53054"/>
                    </a:cubicBezTo>
                    <a:cubicBezTo>
                      <a:pt x="48767" y="51911"/>
                      <a:pt x="78199" y="42672"/>
                      <a:pt x="105536" y="28003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64" name="Forme libre : forme 15463">
                <a:extLst>
                  <a:ext uri="{FF2B5EF4-FFF2-40B4-BE49-F238E27FC236}">
                    <a16:creationId xmlns:a16="http://schemas.microsoft.com/office/drawing/2014/main" id="{C7AE4064-BA75-4879-A27B-14A7A8A35E6C}"/>
                  </a:ext>
                </a:extLst>
              </p:cNvPr>
              <p:cNvSpPr/>
              <p:nvPr/>
            </p:nvSpPr>
            <p:spPr>
              <a:xfrm>
                <a:off x="7897851" y="2512123"/>
                <a:ext cx="43514" cy="127730"/>
              </a:xfrm>
              <a:custGeom>
                <a:avLst/>
                <a:gdLst>
                  <a:gd name="connsiteX0" fmla="*/ 42008 w 43514"/>
                  <a:gd name="connsiteY0" fmla="*/ 16192 h 127730"/>
                  <a:gd name="connsiteX1" fmla="*/ 42485 w 43514"/>
                  <a:gd name="connsiteY1" fmla="*/ 0 h 127730"/>
                  <a:gd name="connsiteX2" fmla="*/ 35055 w 43514"/>
                  <a:gd name="connsiteY2" fmla="*/ 4953 h 127730"/>
                  <a:gd name="connsiteX3" fmla="*/ 12862 w 43514"/>
                  <a:gd name="connsiteY3" fmla="*/ 21622 h 127730"/>
                  <a:gd name="connsiteX4" fmla="*/ 3 w 43514"/>
                  <a:gd name="connsiteY4" fmla="*/ 31718 h 127730"/>
                  <a:gd name="connsiteX5" fmla="*/ 3146 w 43514"/>
                  <a:gd name="connsiteY5" fmla="*/ 41243 h 127730"/>
                  <a:gd name="connsiteX6" fmla="*/ 6956 w 43514"/>
                  <a:gd name="connsiteY6" fmla="*/ 53150 h 127730"/>
                  <a:gd name="connsiteX7" fmla="*/ 14862 w 43514"/>
                  <a:gd name="connsiteY7" fmla="*/ 100584 h 127730"/>
                  <a:gd name="connsiteX8" fmla="*/ 15243 w 43514"/>
                  <a:gd name="connsiteY8" fmla="*/ 127540 h 127730"/>
                  <a:gd name="connsiteX9" fmla="*/ 15243 w 43514"/>
                  <a:gd name="connsiteY9" fmla="*/ 127730 h 127730"/>
                  <a:gd name="connsiteX10" fmla="*/ 28292 w 43514"/>
                  <a:gd name="connsiteY10" fmla="*/ 117824 h 127730"/>
                  <a:gd name="connsiteX11" fmla="*/ 42008 w 43514"/>
                  <a:gd name="connsiteY11" fmla="*/ 16192 h 127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514" h="127730">
                    <a:moveTo>
                      <a:pt x="42008" y="16192"/>
                    </a:moveTo>
                    <a:cubicBezTo>
                      <a:pt x="43151" y="10858"/>
                      <a:pt x="44485" y="5143"/>
                      <a:pt x="42485" y="0"/>
                    </a:cubicBezTo>
                    <a:cubicBezTo>
                      <a:pt x="39437" y="190"/>
                      <a:pt x="37151" y="2667"/>
                      <a:pt x="35055" y="4953"/>
                    </a:cubicBezTo>
                    <a:cubicBezTo>
                      <a:pt x="28673" y="11716"/>
                      <a:pt x="21149" y="17431"/>
                      <a:pt x="12862" y="21622"/>
                    </a:cubicBezTo>
                    <a:cubicBezTo>
                      <a:pt x="8861" y="23622"/>
                      <a:pt x="98" y="26194"/>
                      <a:pt x="3" y="31718"/>
                    </a:cubicBezTo>
                    <a:cubicBezTo>
                      <a:pt x="-92" y="34766"/>
                      <a:pt x="2099" y="38386"/>
                      <a:pt x="3146" y="41243"/>
                    </a:cubicBezTo>
                    <a:cubicBezTo>
                      <a:pt x="4575" y="45148"/>
                      <a:pt x="5813" y="49149"/>
                      <a:pt x="6956" y="53150"/>
                    </a:cubicBezTo>
                    <a:cubicBezTo>
                      <a:pt x="11338" y="68580"/>
                      <a:pt x="13814" y="84582"/>
                      <a:pt x="14862" y="100584"/>
                    </a:cubicBezTo>
                    <a:cubicBezTo>
                      <a:pt x="15434" y="109538"/>
                      <a:pt x="15529" y="118586"/>
                      <a:pt x="15243" y="127540"/>
                    </a:cubicBezTo>
                    <a:cubicBezTo>
                      <a:pt x="15243" y="127635"/>
                      <a:pt x="15243" y="127730"/>
                      <a:pt x="15243" y="127730"/>
                    </a:cubicBezTo>
                    <a:cubicBezTo>
                      <a:pt x="19720" y="124587"/>
                      <a:pt x="24006" y="121253"/>
                      <a:pt x="28292" y="117824"/>
                    </a:cubicBezTo>
                    <a:cubicBezTo>
                      <a:pt x="34103" y="84392"/>
                      <a:pt x="34769" y="49625"/>
                      <a:pt x="42008" y="16192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65" name="Forme libre : forme 15464">
                <a:extLst>
                  <a:ext uri="{FF2B5EF4-FFF2-40B4-BE49-F238E27FC236}">
                    <a16:creationId xmlns:a16="http://schemas.microsoft.com/office/drawing/2014/main" id="{9ACEEBA1-4BBA-4D25-8588-301EF58AE1CE}"/>
                  </a:ext>
                </a:extLst>
              </p:cNvPr>
              <p:cNvSpPr/>
              <p:nvPr/>
            </p:nvSpPr>
            <p:spPr>
              <a:xfrm>
                <a:off x="7669963" y="2564476"/>
                <a:ext cx="98827" cy="117000"/>
              </a:xfrm>
              <a:custGeom>
                <a:avLst/>
                <a:gdLst>
                  <a:gd name="connsiteX0" fmla="*/ 75396 w 98827"/>
                  <a:gd name="connsiteY0" fmla="*/ 81472 h 117000"/>
                  <a:gd name="connsiteX1" fmla="*/ 67490 w 98827"/>
                  <a:gd name="connsiteY1" fmla="*/ 68709 h 117000"/>
                  <a:gd name="connsiteX2" fmla="*/ 55869 w 98827"/>
                  <a:gd name="connsiteY2" fmla="*/ 46325 h 117000"/>
                  <a:gd name="connsiteX3" fmla="*/ 49869 w 98827"/>
                  <a:gd name="connsiteY3" fmla="*/ 28704 h 117000"/>
                  <a:gd name="connsiteX4" fmla="*/ 44535 w 98827"/>
                  <a:gd name="connsiteY4" fmla="*/ 16988 h 117000"/>
                  <a:gd name="connsiteX5" fmla="*/ 35676 w 98827"/>
                  <a:gd name="connsiteY5" fmla="*/ 13369 h 117000"/>
                  <a:gd name="connsiteX6" fmla="*/ 19960 w 98827"/>
                  <a:gd name="connsiteY6" fmla="*/ 8416 h 117000"/>
                  <a:gd name="connsiteX7" fmla="*/ 3387 w 98827"/>
                  <a:gd name="connsiteY7" fmla="*/ 510 h 117000"/>
                  <a:gd name="connsiteX8" fmla="*/ 339 w 98827"/>
                  <a:gd name="connsiteY8" fmla="*/ 510 h 117000"/>
                  <a:gd name="connsiteX9" fmla="*/ 53 w 98827"/>
                  <a:gd name="connsiteY9" fmla="*/ 2320 h 117000"/>
                  <a:gd name="connsiteX10" fmla="*/ 5673 w 98827"/>
                  <a:gd name="connsiteY10" fmla="*/ 15845 h 117000"/>
                  <a:gd name="connsiteX11" fmla="*/ 21675 w 98827"/>
                  <a:gd name="connsiteY11" fmla="*/ 41277 h 117000"/>
                  <a:gd name="connsiteX12" fmla="*/ 54060 w 98827"/>
                  <a:gd name="connsiteY12" fmla="*/ 78520 h 117000"/>
                  <a:gd name="connsiteX13" fmla="*/ 92826 w 98827"/>
                  <a:gd name="connsiteY13" fmla="*/ 116048 h 117000"/>
                  <a:gd name="connsiteX14" fmla="*/ 98827 w 98827"/>
                  <a:gd name="connsiteY14" fmla="*/ 117001 h 117000"/>
                  <a:gd name="connsiteX15" fmla="*/ 86635 w 98827"/>
                  <a:gd name="connsiteY15" fmla="*/ 96522 h 117000"/>
                  <a:gd name="connsiteX16" fmla="*/ 75396 w 98827"/>
                  <a:gd name="connsiteY16" fmla="*/ 81472 h 11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8827" h="117000">
                    <a:moveTo>
                      <a:pt x="75396" y="81472"/>
                    </a:moveTo>
                    <a:cubicBezTo>
                      <a:pt x="72538" y="77377"/>
                      <a:pt x="70062" y="72995"/>
                      <a:pt x="67490" y="68709"/>
                    </a:cubicBezTo>
                    <a:cubicBezTo>
                      <a:pt x="63299" y="61470"/>
                      <a:pt x="59013" y="54136"/>
                      <a:pt x="55869" y="46325"/>
                    </a:cubicBezTo>
                    <a:cubicBezTo>
                      <a:pt x="53583" y="40515"/>
                      <a:pt x="51869" y="34609"/>
                      <a:pt x="49869" y="28704"/>
                    </a:cubicBezTo>
                    <a:cubicBezTo>
                      <a:pt x="48630" y="24894"/>
                      <a:pt x="47392" y="19941"/>
                      <a:pt x="44535" y="16988"/>
                    </a:cubicBezTo>
                    <a:cubicBezTo>
                      <a:pt x="42153" y="14607"/>
                      <a:pt x="38820" y="14035"/>
                      <a:pt x="35676" y="13369"/>
                    </a:cubicBezTo>
                    <a:cubicBezTo>
                      <a:pt x="30247" y="12321"/>
                      <a:pt x="25104" y="10702"/>
                      <a:pt x="19960" y="8416"/>
                    </a:cubicBezTo>
                    <a:cubicBezTo>
                      <a:pt x="14340" y="5939"/>
                      <a:pt x="8911" y="3082"/>
                      <a:pt x="3387" y="510"/>
                    </a:cubicBezTo>
                    <a:cubicBezTo>
                      <a:pt x="2434" y="34"/>
                      <a:pt x="1005" y="-347"/>
                      <a:pt x="339" y="510"/>
                    </a:cubicBezTo>
                    <a:cubicBezTo>
                      <a:pt x="-42" y="986"/>
                      <a:pt x="-42" y="1653"/>
                      <a:pt x="53" y="2320"/>
                    </a:cubicBezTo>
                    <a:cubicBezTo>
                      <a:pt x="624" y="7177"/>
                      <a:pt x="3196" y="11559"/>
                      <a:pt x="5673" y="15845"/>
                    </a:cubicBezTo>
                    <a:cubicBezTo>
                      <a:pt x="10816" y="24513"/>
                      <a:pt x="15864" y="33181"/>
                      <a:pt x="21675" y="41277"/>
                    </a:cubicBezTo>
                    <a:cubicBezTo>
                      <a:pt x="31295" y="54707"/>
                      <a:pt x="42725" y="66613"/>
                      <a:pt x="54060" y="78520"/>
                    </a:cubicBezTo>
                    <a:cubicBezTo>
                      <a:pt x="66537" y="91474"/>
                      <a:pt x="79110" y="104428"/>
                      <a:pt x="92826" y="116048"/>
                    </a:cubicBezTo>
                    <a:cubicBezTo>
                      <a:pt x="94827" y="116429"/>
                      <a:pt x="96827" y="116715"/>
                      <a:pt x="98827" y="117001"/>
                    </a:cubicBezTo>
                    <a:cubicBezTo>
                      <a:pt x="95303" y="109857"/>
                      <a:pt x="91302" y="102904"/>
                      <a:pt x="86635" y="96522"/>
                    </a:cubicBezTo>
                    <a:cubicBezTo>
                      <a:pt x="82920" y="91378"/>
                      <a:pt x="78920" y="86616"/>
                      <a:pt x="75396" y="81472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66" name="Forme libre : forme 15465">
                <a:extLst>
                  <a:ext uri="{FF2B5EF4-FFF2-40B4-BE49-F238E27FC236}">
                    <a16:creationId xmlns:a16="http://schemas.microsoft.com/office/drawing/2014/main" id="{F1A27308-76AD-4723-8D9C-CB3F5CC6B196}"/>
                  </a:ext>
                </a:extLst>
              </p:cNvPr>
              <p:cNvSpPr/>
              <p:nvPr/>
            </p:nvSpPr>
            <p:spPr>
              <a:xfrm>
                <a:off x="7812655" y="2666463"/>
                <a:ext cx="34621" cy="14537"/>
              </a:xfrm>
              <a:custGeom>
                <a:avLst/>
                <a:gdLst>
                  <a:gd name="connsiteX0" fmla="*/ 34621 w 34621"/>
                  <a:gd name="connsiteY0" fmla="*/ 7299 h 14537"/>
                  <a:gd name="connsiteX1" fmla="*/ 31383 w 34621"/>
                  <a:gd name="connsiteY1" fmla="*/ 5489 h 14537"/>
                  <a:gd name="connsiteX2" fmla="*/ 4141 w 34621"/>
                  <a:gd name="connsiteY2" fmla="*/ 250 h 14537"/>
                  <a:gd name="connsiteX3" fmla="*/ 1665 w 34621"/>
                  <a:gd name="connsiteY3" fmla="*/ 1012 h 14537"/>
                  <a:gd name="connsiteX4" fmla="*/ 46 w 34621"/>
                  <a:gd name="connsiteY4" fmla="*/ 5775 h 14537"/>
                  <a:gd name="connsiteX5" fmla="*/ 4237 w 34621"/>
                  <a:gd name="connsiteY5" fmla="*/ 14538 h 14537"/>
                  <a:gd name="connsiteX6" fmla="*/ 34621 w 34621"/>
                  <a:gd name="connsiteY6" fmla="*/ 7299 h 14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621" h="14537">
                    <a:moveTo>
                      <a:pt x="34621" y="7299"/>
                    </a:moveTo>
                    <a:cubicBezTo>
                      <a:pt x="33574" y="6632"/>
                      <a:pt x="32526" y="6060"/>
                      <a:pt x="31383" y="5489"/>
                    </a:cubicBezTo>
                    <a:cubicBezTo>
                      <a:pt x="23858" y="2060"/>
                      <a:pt x="12428" y="-893"/>
                      <a:pt x="4141" y="250"/>
                    </a:cubicBezTo>
                    <a:cubicBezTo>
                      <a:pt x="3284" y="345"/>
                      <a:pt x="2332" y="536"/>
                      <a:pt x="1665" y="1012"/>
                    </a:cubicBezTo>
                    <a:cubicBezTo>
                      <a:pt x="236" y="1965"/>
                      <a:pt x="-145" y="4060"/>
                      <a:pt x="46" y="5775"/>
                    </a:cubicBezTo>
                    <a:cubicBezTo>
                      <a:pt x="331" y="9013"/>
                      <a:pt x="2141" y="11966"/>
                      <a:pt x="4237" y="14538"/>
                    </a:cubicBezTo>
                    <a:cubicBezTo>
                      <a:pt x="14428" y="13109"/>
                      <a:pt x="24620" y="10632"/>
                      <a:pt x="34621" y="729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467" name="Graphique 2">
              <a:extLst>
                <a:ext uri="{FF2B5EF4-FFF2-40B4-BE49-F238E27FC236}">
                  <a16:creationId xmlns:a16="http://schemas.microsoft.com/office/drawing/2014/main" id="{A09864BF-AEBC-42D3-B12B-55869737F513}"/>
                </a:ext>
              </a:extLst>
            </p:cNvPr>
            <p:cNvGrpSpPr/>
            <p:nvPr/>
          </p:nvGrpSpPr>
          <p:grpSpPr>
            <a:xfrm>
              <a:off x="8102843" y="4076505"/>
              <a:ext cx="371427" cy="335574"/>
              <a:chOff x="8102843" y="4076505"/>
              <a:chExt cx="371427" cy="335574"/>
            </a:xfrm>
            <a:solidFill>
              <a:schemeClr val="accent1"/>
            </a:solidFill>
          </p:grpSpPr>
          <p:sp>
            <p:nvSpPr>
              <p:cNvPr id="15468" name="Forme libre : forme 15467">
                <a:extLst>
                  <a:ext uri="{FF2B5EF4-FFF2-40B4-BE49-F238E27FC236}">
                    <a16:creationId xmlns:a16="http://schemas.microsoft.com/office/drawing/2014/main" id="{81062EC8-4808-4F89-B954-7339642127FF}"/>
                  </a:ext>
                </a:extLst>
              </p:cNvPr>
              <p:cNvSpPr/>
              <p:nvPr/>
            </p:nvSpPr>
            <p:spPr>
              <a:xfrm>
                <a:off x="8124621" y="4076505"/>
                <a:ext cx="319872" cy="256511"/>
              </a:xfrm>
              <a:custGeom>
                <a:avLst/>
                <a:gdLst>
                  <a:gd name="connsiteX0" fmla="*/ 20502 w 319872"/>
                  <a:gd name="connsiteY0" fmla="*/ 60296 h 256511"/>
                  <a:gd name="connsiteX1" fmla="*/ 11834 w 319872"/>
                  <a:gd name="connsiteY1" fmla="*/ 96968 h 256511"/>
                  <a:gd name="connsiteX2" fmla="*/ 11263 w 319872"/>
                  <a:gd name="connsiteY2" fmla="*/ 256511 h 256511"/>
                  <a:gd name="connsiteX3" fmla="*/ 163948 w 319872"/>
                  <a:gd name="connsiteY3" fmla="*/ 210410 h 256511"/>
                  <a:gd name="connsiteX4" fmla="*/ 319873 w 319872"/>
                  <a:gd name="connsiteY4" fmla="*/ 178216 h 256511"/>
                  <a:gd name="connsiteX5" fmla="*/ 234052 w 319872"/>
                  <a:gd name="connsiteY5" fmla="*/ 36294 h 256511"/>
                  <a:gd name="connsiteX6" fmla="*/ 204430 w 319872"/>
                  <a:gd name="connsiteY6" fmla="*/ 5337 h 256511"/>
                  <a:gd name="connsiteX7" fmla="*/ 20502 w 319872"/>
                  <a:gd name="connsiteY7" fmla="*/ 60296 h 256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9872" h="256511">
                    <a:moveTo>
                      <a:pt x="20502" y="60296"/>
                    </a:moveTo>
                    <a:cubicBezTo>
                      <a:pt x="18025" y="71441"/>
                      <a:pt x="15168" y="83537"/>
                      <a:pt x="11834" y="96968"/>
                    </a:cubicBezTo>
                    <a:cubicBezTo>
                      <a:pt x="-14455" y="204029"/>
                      <a:pt x="11263" y="256511"/>
                      <a:pt x="11263" y="256511"/>
                    </a:cubicBezTo>
                    <a:lnTo>
                      <a:pt x="163948" y="210410"/>
                    </a:lnTo>
                    <a:lnTo>
                      <a:pt x="319873" y="178216"/>
                    </a:lnTo>
                    <a:cubicBezTo>
                      <a:pt x="319873" y="178216"/>
                      <a:pt x="311109" y="115065"/>
                      <a:pt x="234052" y="36294"/>
                    </a:cubicBezTo>
                    <a:cubicBezTo>
                      <a:pt x="222908" y="24863"/>
                      <a:pt x="213192" y="14672"/>
                      <a:pt x="204430" y="5337"/>
                    </a:cubicBezTo>
                    <a:cubicBezTo>
                      <a:pt x="140231" y="-12189"/>
                      <a:pt x="72508" y="15338"/>
                      <a:pt x="20502" y="60296"/>
                    </a:cubicBez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69" name="Forme libre : forme 15468">
                <a:extLst>
                  <a:ext uri="{FF2B5EF4-FFF2-40B4-BE49-F238E27FC236}">
                    <a16:creationId xmlns:a16="http://schemas.microsoft.com/office/drawing/2014/main" id="{B55C4638-98B8-4D30-BDCB-FAAE56D4E8C0}"/>
                  </a:ext>
                </a:extLst>
              </p:cNvPr>
              <p:cNvSpPr/>
              <p:nvPr/>
            </p:nvSpPr>
            <p:spPr>
              <a:xfrm>
                <a:off x="8235885" y="4127375"/>
                <a:ext cx="73398" cy="168779"/>
              </a:xfrm>
              <a:custGeom>
                <a:avLst/>
                <a:gdLst>
                  <a:gd name="connsiteX0" fmla="*/ 12394 w 73398"/>
                  <a:gd name="connsiteY0" fmla="*/ 6378 h 168779"/>
                  <a:gd name="connsiteX1" fmla="*/ 9536 w 73398"/>
                  <a:gd name="connsiteY1" fmla="*/ 1426 h 168779"/>
                  <a:gd name="connsiteX2" fmla="*/ 4202 w 73398"/>
                  <a:gd name="connsiteY2" fmla="*/ 473 h 168779"/>
                  <a:gd name="connsiteX3" fmla="*/ 1916 w 73398"/>
                  <a:gd name="connsiteY3" fmla="*/ 4664 h 168779"/>
                  <a:gd name="connsiteX4" fmla="*/ 487 w 73398"/>
                  <a:gd name="connsiteY4" fmla="*/ 38668 h 168779"/>
                  <a:gd name="connsiteX5" fmla="*/ 9822 w 73398"/>
                  <a:gd name="connsiteY5" fmla="*/ 151540 h 168779"/>
                  <a:gd name="connsiteX6" fmla="*/ 14394 w 73398"/>
                  <a:gd name="connsiteY6" fmla="*/ 168780 h 168779"/>
                  <a:gd name="connsiteX7" fmla="*/ 31539 w 73398"/>
                  <a:gd name="connsiteY7" fmla="*/ 155350 h 168779"/>
                  <a:gd name="connsiteX8" fmla="*/ 52018 w 73398"/>
                  <a:gd name="connsiteY8" fmla="*/ 147825 h 168779"/>
                  <a:gd name="connsiteX9" fmla="*/ 72496 w 73398"/>
                  <a:gd name="connsiteY9" fmla="*/ 132394 h 168779"/>
                  <a:gd name="connsiteX10" fmla="*/ 50875 w 73398"/>
                  <a:gd name="connsiteY10" fmla="*/ 91532 h 168779"/>
                  <a:gd name="connsiteX11" fmla="*/ 12394 w 73398"/>
                  <a:gd name="connsiteY11" fmla="*/ 6378 h 168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3398" h="168779">
                    <a:moveTo>
                      <a:pt x="12394" y="6378"/>
                    </a:moveTo>
                    <a:cubicBezTo>
                      <a:pt x="11632" y="4569"/>
                      <a:pt x="10965" y="2759"/>
                      <a:pt x="9536" y="1426"/>
                    </a:cubicBezTo>
                    <a:cubicBezTo>
                      <a:pt x="8107" y="92"/>
                      <a:pt x="5821" y="-480"/>
                      <a:pt x="4202" y="473"/>
                    </a:cubicBezTo>
                    <a:cubicBezTo>
                      <a:pt x="2869" y="1330"/>
                      <a:pt x="2297" y="3045"/>
                      <a:pt x="1916" y="4664"/>
                    </a:cubicBezTo>
                    <a:cubicBezTo>
                      <a:pt x="-656" y="15808"/>
                      <a:pt x="-84" y="27334"/>
                      <a:pt x="487" y="38668"/>
                    </a:cubicBezTo>
                    <a:cubicBezTo>
                      <a:pt x="2583" y="76387"/>
                      <a:pt x="5726" y="114011"/>
                      <a:pt x="9822" y="151540"/>
                    </a:cubicBezTo>
                    <a:cubicBezTo>
                      <a:pt x="10488" y="157445"/>
                      <a:pt x="11251" y="163636"/>
                      <a:pt x="14394" y="168780"/>
                    </a:cubicBezTo>
                    <a:cubicBezTo>
                      <a:pt x="13251" y="166875"/>
                      <a:pt x="29729" y="156302"/>
                      <a:pt x="31539" y="155350"/>
                    </a:cubicBezTo>
                    <a:cubicBezTo>
                      <a:pt x="37921" y="151825"/>
                      <a:pt x="44874" y="149253"/>
                      <a:pt x="52018" y="147825"/>
                    </a:cubicBezTo>
                    <a:cubicBezTo>
                      <a:pt x="61447" y="145920"/>
                      <a:pt x="77354" y="146968"/>
                      <a:pt x="72496" y="132394"/>
                    </a:cubicBezTo>
                    <a:cubicBezTo>
                      <a:pt x="67829" y="118488"/>
                      <a:pt x="57542" y="104772"/>
                      <a:pt x="50875" y="91532"/>
                    </a:cubicBezTo>
                    <a:cubicBezTo>
                      <a:pt x="36873" y="63719"/>
                      <a:pt x="24014" y="35239"/>
                      <a:pt x="12394" y="6378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70" name="Forme libre : forme 15469">
                <a:extLst>
                  <a:ext uri="{FF2B5EF4-FFF2-40B4-BE49-F238E27FC236}">
                    <a16:creationId xmlns:a16="http://schemas.microsoft.com/office/drawing/2014/main" id="{96700E7A-1B03-4833-9C01-15A3684AC053}"/>
                  </a:ext>
                </a:extLst>
              </p:cNvPr>
              <p:cNvSpPr/>
              <p:nvPr/>
            </p:nvSpPr>
            <p:spPr>
              <a:xfrm>
                <a:off x="8257568" y="4212561"/>
                <a:ext cx="28941" cy="53390"/>
              </a:xfrm>
              <a:custGeom>
                <a:avLst/>
                <a:gdLst>
                  <a:gd name="connsiteX0" fmla="*/ 5855 w 28941"/>
                  <a:gd name="connsiteY0" fmla="*/ 2155 h 53390"/>
                  <a:gd name="connsiteX1" fmla="*/ 617 w 28941"/>
                  <a:gd name="connsiteY1" fmla="*/ 631 h 53390"/>
                  <a:gd name="connsiteX2" fmla="*/ 45 w 28941"/>
                  <a:gd name="connsiteY2" fmla="*/ 3489 h 53390"/>
                  <a:gd name="connsiteX3" fmla="*/ 23477 w 28941"/>
                  <a:gd name="connsiteY3" fmla="*/ 53114 h 53390"/>
                  <a:gd name="connsiteX4" fmla="*/ 5855 w 28941"/>
                  <a:gd name="connsiteY4" fmla="*/ 2155 h 53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941" h="53390">
                    <a:moveTo>
                      <a:pt x="5855" y="2155"/>
                    </a:moveTo>
                    <a:cubicBezTo>
                      <a:pt x="4522" y="631"/>
                      <a:pt x="2045" y="-893"/>
                      <a:pt x="617" y="631"/>
                    </a:cubicBezTo>
                    <a:cubicBezTo>
                      <a:pt x="-50" y="1393"/>
                      <a:pt x="-50" y="2536"/>
                      <a:pt x="45" y="3489"/>
                    </a:cubicBezTo>
                    <a:cubicBezTo>
                      <a:pt x="807" y="16538"/>
                      <a:pt x="1378" y="57115"/>
                      <a:pt x="23477" y="53114"/>
                    </a:cubicBezTo>
                    <a:cubicBezTo>
                      <a:pt x="40907" y="49876"/>
                      <a:pt x="11570" y="8537"/>
                      <a:pt x="5855" y="2155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5471" name="Graphique 2">
                <a:extLst>
                  <a:ext uri="{FF2B5EF4-FFF2-40B4-BE49-F238E27FC236}">
                    <a16:creationId xmlns:a16="http://schemas.microsoft.com/office/drawing/2014/main" id="{D33E79D2-D556-4354-833F-414D0F27130C}"/>
                  </a:ext>
                </a:extLst>
              </p:cNvPr>
              <p:cNvGrpSpPr/>
              <p:nvPr/>
            </p:nvGrpSpPr>
            <p:grpSpPr>
              <a:xfrm>
                <a:off x="8102843" y="4084192"/>
                <a:ext cx="371427" cy="327888"/>
                <a:chOff x="8102843" y="4084192"/>
                <a:chExt cx="371427" cy="327888"/>
              </a:xfrm>
              <a:solidFill>
                <a:schemeClr val="accent1"/>
              </a:solidFill>
            </p:grpSpPr>
            <p:grpSp>
              <p:nvGrpSpPr>
                <p:cNvPr id="15472" name="Graphique 2">
                  <a:extLst>
                    <a:ext uri="{FF2B5EF4-FFF2-40B4-BE49-F238E27FC236}">
                      <a16:creationId xmlns:a16="http://schemas.microsoft.com/office/drawing/2014/main" id="{59E85129-07EC-4893-B5A4-AC3CC94CBF1F}"/>
                    </a:ext>
                  </a:extLst>
                </p:cNvPr>
                <p:cNvGrpSpPr/>
                <p:nvPr/>
              </p:nvGrpSpPr>
              <p:grpSpPr>
                <a:xfrm>
                  <a:off x="8102843" y="4194165"/>
                  <a:ext cx="215218" cy="217914"/>
                  <a:chOff x="8102843" y="4194165"/>
                  <a:chExt cx="215218" cy="217914"/>
                </a:xfrm>
                <a:solidFill>
                  <a:schemeClr val="accent1"/>
                </a:solidFill>
              </p:grpSpPr>
              <p:sp>
                <p:nvSpPr>
                  <p:cNvPr id="15473" name="Forme libre : forme 15472">
                    <a:extLst>
                      <a:ext uri="{FF2B5EF4-FFF2-40B4-BE49-F238E27FC236}">
                        <a16:creationId xmlns:a16="http://schemas.microsoft.com/office/drawing/2014/main" id="{127938F7-403E-48ED-9C94-DE56E0C35EF2}"/>
                      </a:ext>
                    </a:extLst>
                  </p:cNvPr>
                  <p:cNvSpPr/>
                  <p:nvPr/>
                </p:nvSpPr>
                <p:spPr>
                  <a:xfrm rot="-1488573">
                    <a:off x="8130252" y="4220160"/>
                    <a:ext cx="160399" cy="165924"/>
                  </a:xfrm>
                  <a:custGeom>
                    <a:avLst/>
                    <a:gdLst>
                      <a:gd name="connsiteX0" fmla="*/ 160400 w 160399"/>
                      <a:gd name="connsiteY0" fmla="*/ 82962 h 165924"/>
                      <a:gd name="connsiteX1" fmla="*/ 80200 w 160399"/>
                      <a:gd name="connsiteY1" fmla="*/ 165924 h 165924"/>
                      <a:gd name="connsiteX2" fmla="*/ 0 w 160399"/>
                      <a:gd name="connsiteY2" fmla="*/ 82962 h 165924"/>
                      <a:gd name="connsiteX3" fmla="*/ 80200 w 160399"/>
                      <a:gd name="connsiteY3" fmla="*/ 0 h 165924"/>
                      <a:gd name="connsiteX4" fmla="*/ 160400 w 160399"/>
                      <a:gd name="connsiteY4" fmla="*/ 82962 h 16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399" h="165924">
                        <a:moveTo>
                          <a:pt x="160400" y="82962"/>
                        </a:moveTo>
                        <a:cubicBezTo>
                          <a:pt x="160400" y="128781"/>
                          <a:pt x="124493" y="165924"/>
                          <a:pt x="80200" y="165924"/>
                        </a:cubicBezTo>
                        <a:cubicBezTo>
                          <a:pt x="35907" y="165924"/>
                          <a:pt x="0" y="128781"/>
                          <a:pt x="0" y="82962"/>
                        </a:cubicBezTo>
                        <a:cubicBezTo>
                          <a:pt x="0" y="37143"/>
                          <a:pt x="35907" y="0"/>
                          <a:pt x="80200" y="0"/>
                        </a:cubicBezTo>
                        <a:cubicBezTo>
                          <a:pt x="124493" y="0"/>
                          <a:pt x="160400" y="37143"/>
                          <a:pt x="160400" y="8296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74" name="Forme libre : forme 15473">
                    <a:extLst>
                      <a:ext uri="{FF2B5EF4-FFF2-40B4-BE49-F238E27FC236}">
                        <a16:creationId xmlns:a16="http://schemas.microsoft.com/office/drawing/2014/main" id="{04B720A6-27A6-435F-860F-CB04049EC06E}"/>
                      </a:ext>
                    </a:extLst>
                  </p:cNvPr>
                  <p:cNvSpPr/>
                  <p:nvPr/>
                </p:nvSpPr>
                <p:spPr>
                  <a:xfrm>
                    <a:off x="8129820" y="4220690"/>
                    <a:ext cx="147414" cy="145759"/>
                  </a:xfrm>
                  <a:custGeom>
                    <a:avLst/>
                    <a:gdLst>
                      <a:gd name="connsiteX0" fmla="*/ 30638 w 147414"/>
                      <a:gd name="connsiteY0" fmla="*/ 145759 h 145759"/>
                      <a:gd name="connsiteX1" fmla="*/ 24543 w 147414"/>
                      <a:gd name="connsiteY1" fmla="*/ 134901 h 145759"/>
                      <a:gd name="connsiteX2" fmla="*/ 62547 w 147414"/>
                      <a:gd name="connsiteY2" fmla="*/ 25935 h 145759"/>
                      <a:gd name="connsiteX3" fmla="*/ 147415 w 147414"/>
                      <a:gd name="connsiteY3" fmla="*/ 38031 h 145759"/>
                      <a:gd name="connsiteX4" fmla="*/ 45878 w 147414"/>
                      <a:gd name="connsiteY4" fmla="*/ 7170 h 145759"/>
                      <a:gd name="connsiteX5" fmla="*/ 7874 w 147414"/>
                      <a:gd name="connsiteY5" fmla="*/ 116136 h 145759"/>
                      <a:gd name="connsiteX6" fmla="*/ 30638 w 147414"/>
                      <a:gd name="connsiteY6" fmla="*/ 145759 h 145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7414" h="145759">
                        <a:moveTo>
                          <a:pt x="30638" y="145759"/>
                        </a:moveTo>
                        <a:cubicBezTo>
                          <a:pt x="28448" y="142330"/>
                          <a:pt x="26352" y="138806"/>
                          <a:pt x="24543" y="134901"/>
                        </a:cubicBezTo>
                        <a:cubicBezTo>
                          <a:pt x="5302" y="93276"/>
                          <a:pt x="22447" y="44794"/>
                          <a:pt x="62547" y="25935"/>
                        </a:cubicBezTo>
                        <a:cubicBezTo>
                          <a:pt x="93885" y="11266"/>
                          <a:pt x="129984" y="17267"/>
                          <a:pt x="147415" y="38031"/>
                        </a:cubicBezTo>
                        <a:cubicBezTo>
                          <a:pt x="125412" y="4218"/>
                          <a:pt x="82454" y="-9689"/>
                          <a:pt x="45878" y="7170"/>
                        </a:cubicBezTo>
                        <a:cubicBezTo>
                          <a:pt x="5683" y="25744"/>
                          <a:pt x="-11272" y="74512"/>
                          <a:pt x="7874" y="116136"/>
                        </a:cubicBezTo>
                        <a:cubicBezTo>
                          <a:pt x="13303" y="128043"/>
                          <a:pt x="21209" y="137949"/>
                          <a:pt x="30638" y="145759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75" name="Forme libre : forme 15474">
                    <a:extLst>
                      <a:ext uri="{FF2B5EF4-FFF2-40B4-BE49-F238E27FC236}">
                        <a16:creationId xmlns:a16="http://schemas.microsoft.com/office/drawing/2014/main" id="{7932488C-1F63-4AB1-85A7-7F1447FD5388}"/>
                      </a:ext>
                    </a:extLst>
                  </p:cNvPr>
                  <p:cNvSpPr/>
                  <p:nvPr/>
                </p:nvSpPr>
                <p:spPr>
                  <a:xfrm rot="-4533146">
                    <a:off x="8204241" y="4285200"/>
                    <a:ext cx="83822" cy="71248"/>
                  </a:xfrm>
                  <a:custGeom>
                    <a:avLst/>
                    <a:gdLst>
                      <a:gd name="connsiteX0" fmla="*/ 83822 w 83822"/>
                      <a:gd name="connsiteY0" fmla="*/ 35624 h 71248"/>
                      <a:gd name="connsiteX1" fmla="*/ 41911 w 83822"/>
                      <a:gd name="connsiteY1" fmla="*/ 71249 h 71248"/>
                      <a:gd name="connsiteX2" fmla="*/ 0 w 83822"/>
                      <a:gd name="connsiteY2" fmla="*/ 35624 h 71248"/>
                      <a:gd name="connsiteX3" fmla="*/ 41911 w 83822"/>
                      <a:gd name="connsiteY3" fmla="*/ 0 h 71248"/>
                      <a:gd name="connsiteX4" fmla="*/ 83822 w 83822"/>
                      <a:gd name="connsiteY4" fmla="*/ 35624 h 71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22" h="71248">
                        <a:moveTo>
                          <a:pt x="83822" y="35624"/>
                        </a:moveTo>
                        <a:cubicBezTo>
                          <a:pt x="83822" y="55299"/>
                          <a:pt x="65058" y="71249"/>
                          <a:pt x="41911" y="71249"/>
                        </a:cubicBezTo>
                        <a:cubicBezTo>
                          <a:pt x="18764" y="71249"/>
                          <a:pt x="0" y="55299"/>
                          <a:pt x="0" y="35624"/>
                        </a:cubicBezTo>
                        <a:cubicBezTo>
                          <a:pt x="0" y="15950"/>
                          <a:pt x="18764" y="0"/>
                          <a:pt x="41911" y="0"/>
                        </a:cubicBezTo>
                        <a:cubicBezTo>
                          <a:pt x="65058" y="0"/>
                          <a:pt x="83822" y="15950"/>
                          <a:pt x="83822" y="35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76" name="Forme libre : forme 15475">
                    <a:extLst>
                      <a:ext uri="{FF2B5EF4-FFF2-40B4-BE49-F238E27FC236}">
                        <a16:creationId xmlns:a16="http://schemas.microsoft.com/office/drawing/2014/main" id="{E4F39C4C-7B45-4E1A-8240-D65C14A494D2}"/>
                      </a:ext>
                    </a:extLst>
                  </p:cNvPr>
                  <p:cNvSpPr/>
                  <p:nvPr/>
                </p:nvSpPr>
                <p:spPr>
                  <a:xfrm rot="-1488573">
                    <a:off x="8222364" y="4350354"/>
                    <a:ext cx="22097" cy="19240"/>
                  </a:xfrm>
                  <a:custGeom>
                    <a:avLst/>
                    <a:gdLst>
                      <a:gd name="connsiteX0" fmla="*/ 22098 w 22097"/>
                      <a:gd name="connsiteY0" fmla="*/ 9620 h 19240"/>
                      <a:gd name="connsiteX1" fmla="*/ 11049 w 22097"/>
                      <a:gd name="connsiteY1" fmla="*/ 19240 h 19240"/>
                      <a:gd name="connsiteX2" fmla="*/ 0 w 22097"/>
                      <a:gd name="connsiteY2" fmla="*/ 9620 h 19240"/>
                      <a:gd name="connsiteX3" fmla="*/ 11049 w 22097"/>
                      <a:gd name="connsiteY3" fmla="*/ 0 h 19240"/>
                      <a:gd name="connsiteX4" fmla="*/ 22098 w 22097"/>
                      <a:gd name="connsiteY4" fmla="*/ 962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7" h="19240">
                        <a:moveTo>
                          <a:pt x="22098" y="9620"/>
                        </a:moveTo>
                        <a:cubicBezTo>
                          <a:pt x="22098" y="14933"/>
                          <a:pt x="17151" y="19240"/>
                          <a:pt x="11049" y="19240"/>
                        </a:cubicBezTo>
                        <a:cubicBezTo>
                          <a:pt x="4947" y="19240"/>
                          <a:pt x="0" y="14933"/>
                          <a:pt x="0" y="9620"/>
                        </a:cubicBezTo>
                        <a:cubicBezTo>
                          <a:pt x="0" y="4307"/>
                          <a:pt x="4947" y="0"/>
                          <a:pt x="11049" y="0"/>
                        </a:cubicBezTo>
                        <a:cubicBezTo>
                          <a:pt x="17151" y="0"/>
                          <a:pt x="22098" y="4307"/>
                          <a:pt x="22098" y="9620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477" name="Graphique 2">
                  <a:extLst>
                    <a:ext uri="{FF2B5EF4-FFF2-40B4-BE49-F238E27FC236}">
                      <a16:creationId xmlns:a16="http://schemas.microsoft.com/office/drawing/2014/main" id="{AC5A6ED7-F321-4948-A085-E5FE67C60502}"/>
                    </a:ext>
                  </a:extLst>
                </p:cNvPr>
                <p:cNvGrpSpPr/>
                <p:nvPr/>
              </p:nvGrpSpPr>
              <p:grpSpPr>
                <a:xfrm>
                  <a:off x="8259053" y="4163876"/>
                  <a:ext cx="215218" cy="217914"/>
                  <a:chOff x="8259053" y="4163876"/>
                  <a:chExt cx="215218" cy="217914"/>
                </a:xfrm>
                <a:solidFill>
                  <a:schemeClr val="accent1"/>
                </a:solidFill>
              </p:grpSpPr>
              <p:sp>
                <p:nvSpPr>
                  <p:cNvPr id="15478" name="Forme libre : forme 15477">
                    <a:extLst>
                      <a:ext uri="{FF2B5EF4-FFF2-40B4-BE49-F238E27FC236}">
                        <a16:creationId xmlns:a16="http://schemas.microsoft.com/office/drawing/2014/main" id="{B5EEFE56-ACB6-432B-B801-4ED7C65D6A11}"/>
                      </a:ext>
                    </a:extLst>
                  </p:cNvPr>
                  <p:cNvSpPr/>
                  <p:nvPr/>
                </p:nvSpPr>
                <p:spPr>
                  <a:xfrm rot="-1488573">
                    <a:off x="8286462" y="4189872"/>
                    <a:ext cx="160399" cy="165924"/>
                  </a:xfrm>
                  <a:custGeom>
                    <a:avLst/>
                    <a:gdLst>
                      <a:gd name="connsiteX0" fmla="*/ 160400 w 160399"/>
                      <a:gd name="connsiteY0" fmla="*/ 82962 h 165924"/>
                      <a:gd name="connsiteX1" fmla="*/ 80200 w 160399"/>
                      <a:gd name="connsiteY1" fmla="*/ 165924 h 165924"/>
                      <a:gd name="connsiteX2" fmla="*/ 0 w 160399"/>
                      <a:gd name="connsiteY2" fmla="*/ 82962 h 165924"/>
                      <a:gd name="connsiteX3" fmla="*/ 80200 w 160399"/>
                      <a:gd name="connsiteY3" fmla="*/ 0 h 165924"/>
                      <a:gd name="connsiteX4" fmla="*/ 160400 w 160399"/>
                      <a:gd name="connsiteY4" fmla="*/ 82962 h 16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399" h="165924">
                        <a:moveTo>
                          <a:pt x="160400" y="82962"/>
                        </a:moveTo>
                        <a:cubicBezTo>
                          <a:pt x="160400" y="128781"/>
                          <a:pt x="124493" y="165924"/>
                          <a:pt x="80200" y="165924"/>
                        </a:cubicBezTo>
                        <a:cubicBezTo>
                          <a:pt x="35907" y="165924"/>
                          <a:pt x="0" y="128781"/>
                          <a:pt x="0" y="82962"/>
                        </a:cubicBezTo>
                        <a:cubicBezTo>
                          <a:pt x="0" y="37143"/>
                          <a:pt x="35907" y="0"/>
                          <a:pt x="80200" y="0"/>
                        </a:cubicBezTo>
                        <a:cubicBezTo>
                          <a:pt x="124493" y="0"/>
                          <a:pt x="160400" y="37143"/>
                          <a:pt x="160400" y="8296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79" name="Forme libre : forme 15478">
                    <a:extLst>
                      <a:ext uri="{FF2B5EF4-FFF2-40B4-BE49-F238E27FC236}">
                        <a16:creationId xmlns:a16="http://schemas.microsoft.com/office/drawing/2014/main" id="{537F8FEE-AC57-451F-8993-DAA630EC1892}"/>
                      </a:ext>
                    </a:extLst>
                  </p:cNvPr>
                  <p:cNvSpPr/>
                  <p:nvPr/>
                </p:nvSpPr>
                <p:spPr>
                  <a:xfrm>
                    <a:off x="8285934" y="4190401"/>
                    <a:ext cx="147414" cy="145758"/>
                  </a:xfrm>
                  <a:custGeom>
                    <a:avLst/>
                    <a:gdLst>
                      <a:gd name="connsiteX0" fmla="*/ 30639 w 147414"/>
                      <a:gd name="connsiteY0" fmla="*/ 145759 h 145758"/>
                      <a:gd name="connsiteX1" fmla="*/ 24543 w 147414"/>
                      <a:gd name="connsiteY1" fmla="*/ 134901 h 145758"/>
                      <a:gd name="connsiteX2" fmla="*/ 62547 w 147414"/>
                      <a:gd name="connsiteY2" fmla="*/ 25935 h 145758"/>
                      <a:gd name="connsiteX3" fmla="*/ 147415 w 147414"/>
                      <a:gd name="connsiteY3" fmla="*/ 38031 h 145758"/>
                      <a:gd name="connsiteX4" fmla="*/ 45878 w 147414"/>
                      <a:gd name="connsiteY4" fmla="*/ 7170 h 145758"/>
                      <a:gd name="connsiteX5" fmla="*/ 7874 w 147414"/>
                      <a:gd name="connsiteY5" fmla="*/ 116136 h 145758"/>
                      <a:gd name="connsiteX6" fmla="*/ 30639 w 147414"/>
                      <a:gd name="connsiteY6" fmla="*/ 145759 h 145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7414" h="145758">
                        <a:moveTo>
                          <a:pt x="30639" y="145759"/>
                        </a:moveTo>
                        <a:cubicBezTo>
                          <a:pt x="28448" y="142330"/>
                          <a:pt x="26352" y="138806"/>
                          <a:pt x="24543" y="134901"/>
                        </a:cubicBezTo>
                        <a:cubicBezTo>
                          <a:pt x="5302" y="93276"/>
                          <a:pt x="22447" y="44794"/>
                          <a:pt x="62547" y="25935"/>
                        </a:cubicBezTo>
                        <a:cubicBezTo>
                          <a:pt x="93885" y="11266"/>
                          <a:pt x="129984" y="17267"/>
                          <a:pt x="147415" y="38031"/>
                        </a:cubicBezTo>
                        <a:cubicBezTo>
                          <a:pt x="125412" y="4218"/>
                          <a:pt x="82455" y="-9689"/>
                          <a:pt x="45878" y="7170"/>
                        </a:cubicBezTo>
                        <a:cubicBezTo>
                          <a:pt x="5683" y="25744"/>
                          <a:pt x="-11272" y="74512"/>
                          <a:pt x="7874" y="116136"/>
                        </a:cubicBezTo>
                        <a:cubicBezTo>
                          <a:pt x="13398" y="128043"/>
                          <a:pt x="21304" y="137949"/>
                          <a:pt x="30639" y="145759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80" name="Forme libre : forme 15479">
                    <a:extLst>
                      <a:ext uri="{FF2B5EF4-FFF2-40B4-BE49-F238E27FC236}">
                        <a16:creationId xmlns:a16="http://schemas.microsoft.com/office/drawing/2014/main" id="{D94CD1E1-08DD-428C-AA09-3E2B5B4C8254}"/>
                      </a:ext>
                    </a:extLst>
                  </p:cNvPr>
                  <p:cNvSpPr/>
                  <p:nvPr/>
                </p:nvSpPr>
                <p:spPr>
                  <a:xfrm rot="-4533146">
                    <a:off x="8360454" y="4254899"/>
                    <a:ext cx="83822" cy="71248"/>
                  </a:xfrm>
                  <a:custGeom>
                    <a:avLst/>
                    <a:gdLst>
                      <a:gd name="connsiteX0" fmla="*/ 83822 w 83822"/>
                      <a:gd name="connsiteY0" fmla="*/ 35624 h 71248"/>
                      <a:gd name="connsiteX1" fmla="*/ 41911 w 83822"/>
                      <a:gd name="connsiteY1" fmla="*/ 71249 h 71248"/>
                      <a:gd name="connsiteX2" fmla="*/ 0 w 83822"/>
                      <a:gd name="connsiteY2" fmla="*/ 35624 h 71248"/>
                      <a:gd name="connsiteX3" fmla="*/ 41911 w 83822"/>
                      <a:gd name="connsiteY3" fmla="*/ 0 h 71248"/>
                      <a:gd name="connsiteX4" fmla="*/ 83822 w 83822"/>
                      <a:gd name="connsiteY4" fmla="*/ 35624 h 71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22" h="71248">
                        <a:moveTo>
                          <a:pt x="83822" y="35624"/>
                        </a:moveTo>
                        <a:cubicBezTo>
                          <a:pt x="83822" y="55299"/>
                          <a:pt x="65058" y="71249"/>
                          <a:pt x="41911" y="71249"/>
                        </a:cubicBezTo>
                        <a:cubicBezTo>
                          <a:pt x="18764" y="71249"/>
                          <a:pt x="0" y="55299"/>
                          <a:pt x="0" y="35624"/>
                        </a:cubicBezTo>
                        <a:cubicBezTo>
                          <a:pt x="0" y="15950"/>
                          <a:pt x="18764" y="0"/>
                          <a:pt x="41911" y="0"/>
                        </a:cubicBezTo>
                        <a:cubicBezTo>
                          <a:pt x="65058" y="0"/>
                          <a:pt x="83822" y="15950"/>
                          <a:pt x="83822" y="35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81" name="Forme libre : forme 15480">
                    <a:extLst>
                      <a:ext uri="{FF2B5EF4-FFF2-40B4-BE49-F238E27FC236}">
                        <a16:creationId xmlns:a16="http://schemas.microsoft.com/office/drawing/2014/main" id="{98C31A91-6FA0-4A61-8A23-CCC1BCE4272B}"/>
                      </a:ext>
                    </a:extLst>
                  </p:cNvPr>
                  <p:cNvSpPr/>
                  <p:nvPr/>
                </p:nvSpPr>
                <p:spPr>
                  <a:xfrm rot="-1488573">
                    <a:off x="8378573" y="4320056"/>
                    <a:ext cx="22097" cy="19240"/>
                  </a:xfrm>
                  <a:custGeom>
                    <a:avLst/>
                    <a:gdLst>
                      <a:gd name="connsiteX0" fmla="*/ 22098 w 22097"/>
                      <a:gd name="connsiteY0" fmla="*/ 9620 h 19240"/>
                      <a:gd name="connsiteX1" fmla="*/ 11049 w 22097"/>
                      <a:gd name="connsiteY1" fmla="*/ 19240 h 19240"/>
                      <a:gd name="connsiteX2" fmla="*/ 0 w 22097"/>
                      <a:gd name="connsiteY2" fmla="*/ 9620 h 19240"/>
                      <a:gd name="connsiteX3" fmla="*/ 11049 w 22097"/>
                      <a:gd name="connsiteY3" fmla="*/ 0 h 19240"/>
                      <a:gd name="connsiteX4" fmla="*/ 22098 w 22097"/>
                      <a:gd name="connsiteY4" fmla="*/ 962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7" h="19240">
                        <a:moveTo>
                          <a:pt x="22098" y="9620"/>
                        </a:moveTo>
                        <a:cubicBezTo>
                          <a:pt x="22098" y="14933"/>
                          <a:pt x="17151" y="19240"/>
                          <a:pt x="11049" y="19240"/>
                        </a:cubicBezTo>
                        <a:cubicBezTo>
                          <a:pt x="4947" y="19240"/>
                          <a:pt x="0" y="14934"/>
                          <a:pt x="0" y="9620"/>
                        </a:cubicBezTo>
                        <a:cubicBezTo>
                          <a:pt x="0" y="4307"/>
                          <a:pt x="4947" y="0"/>
                          <a:pt x="11049" y="0"/>
                        </a:cubicBezTo>
                        <a:cubicBezTo>
                          <a:pt x="17151" y="0"/>
                          <a:pt x="22098" y="4307"/>
                          <a:pt x="22098" y="9620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482" name="Graphique 2">
                  <a:extLst>
                    <a:ext uri="{FF2B5EF4-FFF2-40B4-BE49-F238E27FC236}">
                      <a16:creationId xmlns:a16="http://schemas.microsoft.com/office/drawing/2014/main" id="{BF911ECE-C957-433B-85AC-011822A9D756}"/>
                    </a:ext>
                  </a:extLst>
                </p:cNvPr>
                <p:cNvGrpSpPr/>
                <p:nvPr/>
              </p:nvGrpSpPr>
              <p:grpSpPr>
                <a:xfrm>
                  <a:off x="8165600" y="4084192"/>
                  <a:ext cx="215218" cy="217914"/>
                  <a:chOff x="8165600" y="4084192"/>
                  <a:chExt cx="215218" cy="217914"/>
                </a:xfrm>
                <a:solidFill>
                  <a:schemeClr val="accent1"/>
                </a:solidFill>
              </p:grpSpPr>
              <p:sp>
                <p:nvSpPr>
                  <p:cNvPr id="15483" name="Forme libre : forme 15482">
                    <a:extLst>
                      <a:ext uri="{FF2B5EF4-FFF2-40B4-BE49-F238E27FC236}">
                        <a16:creationId xmlns:a16="http://schemas.microsoft.com/office/drawing/2014/main" id="{583F2506-81C0-4234-B3CD-287E9F32C44A}"/>
                      </a:ext>
                    </a:extLst>
                  </p:cNvPr>
                  <p:cNvSpPr/>
                  <p:nvPr/>
                </p:nvSpPr>
                <p:spPr>
                  <a:xfrm rot="-1488573">
                    <a:off x="8193009" y="4110187"/>
                    <a:ext cx="160399" cy="165924"/>
                  </a:xfrm>
                  <a:custGeom>
                    <a:avLst/>
                    <a:gdLst>
                      <a:gd name="connsiteX0" fmla="*/ 160400 w 160399"/>
                      <a:gd name="connsiteY0" fmla="*/ 82962 h 165924"/>
                      <a:gd name="connsiteX1" fmla="*/ 80200 w 160399"/>
                      <a:gd name="connsiteY1" fmla="*/ 165924 h 165924"/>
                      <a:gd name="connsiteX2" fmla="*/ 0 w 160399"/>
                      <a:gd name="connsiteY2" fmla="*/ 82962 h 165924"/>
                      <a:gd name="connsiteX3" fmla="*/ 80200 w 160399"/>
                      <a:gd name="connsiteY3" fmla="*/ 0 h 165924"/>
                      <a:gd name="connsiteX4" fmla="*/ 160400 w 160399"/>
                      <a:gd name="connsiteY4" fmla="*/ 82962 h 16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399" h="165924">
                        <a:moveTo>
                          <a:pt x="160400" y="82962"/>
                        </a:moveTo>
                        <a:cubicBezTo>
                          <a:pt x="160400" y="128781"/>
                          <a:pt x="124493" y="165924"/>
                          <a:pt x="80200" y="165924"/>
                        </a:cubicBezTo>
                        <a:cubicBezTo>
                          <a:pt x="35907" y="165924"/>
                          <a:pt x="0" y="128781"/>
                          <a:pt x="0" y="82962"/>
                        </a:cubicBezTo>
                        <a:cubicBezTo>
                          <a:pt x="0" y="37143"/>
                          <a:pt x="35907" y="0"/>
                          <a:pt x="80200" y="0"/>
                        </a:cubicBezTo>
                        <a:cubicBezTo>
                          <a:pt x="124493" y="0"/>
                          <a:pt x="160400" y="37143"/>
                          <a:pt x="160400" y="8296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84" name="Forme libre : forme 15483">
                    <a:extLst>
                      <a:ext uri="{FF2B5EF4-FFF2-40B4-BE49-F238E27FC236}">
                        <a16:creationId xmlns:a16="http://schemas.microsoft.com/office/drawing/2014/main" id="{A742D2E7-982F-4CB9-A2F2-4D8733093FBE}"/>
                      </a:ext>
                    </a:extLst>
                  </p:cNvPr>
                  <p:cNvSpPr/>
                  <p:nvPr/>
                </p:nvSpPr>
                <p:spPr>
                  <a:xfrm>
                    <a:off x="8192399" y="4110867"/>
                    <a:ext cx="147415" cy="145759"/>
                  </a:xfrm>
                  <a:custGeom>
                    <a:avLst/>
                    <a:gdLst>
                      <a:gd name="connsiteX0" fmla="*/ 45879 w 147415"/>
                      <a:gd name="connsiteY0" fmla="*/ 7170 h 145759"/>
                      <a:gd name="connsiteX1" fmla="*/ 7874 w 147415"/>
                      <a:gd name="connsiteY1" fmla="*/ 116136 h 145759"/>
                      <a:gd name="connsiteX2" fmla="*/ 30638 w 147415"/>
                      <a:gd name="connsiteY2" fmla="*/ 145759 h 145759"/>
                      <a:gd name="connsiteX3" fmla="*/ 24542 w 147415"/>
                      <a:gd name="connsiteY3" fmla="*/ 134901 h 145759"/>
                      <a:gd name="connsiteX4" fmla="*/ 62547 w 147415"/>
                      <a:gd name="connsiteY4" fmla="*/ 25935 h 145759"/>
                      <a:gd name="connsiteX5" fmla="*/ 147415 w 147415"/>
                      <a:gd name="connsiteY5" fmla="*/ 38031 h 145759"/>
                      <a:gd name="connsiteX6" fmla="*/ 45879 w 147415"/>
                      <a:gd name="connsiteY6" fmla="*/ 7170 h 145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7415" h="145759">
                        <a:moveTo>
                          <a:pt x="45879" y="7170"/>
                        </a:moveTo>
                        <a:cubicBezTo>
                          <a:pt x="5683" y="25744"/>
                          <a:pt x="-11271" y="74512"/>
                          <a:pt x="7874" y="116136"/>
                        </a:cubicBezTo>
                        <a:cubicBezTo>
                          <a:pt x="13398" y="128043"/>
                          <a:pt x="21304" y="137949"/>
                          <a:pt x="30638" y="145759"/>
                        </a:cubicBezTo>
                        <a:cubicBezTo>
                          <a:pt x="28448" y="142330"/>
                          <a:pt x="26352" y="138806"/>
                          <a:pt x="24542" y="134901"/>
                        </a:cubicBezTo>
                        <a:cubicBezTo>
                          <a:pt x="5302" y="93276"/>
                          <a:pt x="22447" y="44794"/>
                          <a:pt x="62547" y="25935"/>
                        </a:cubicBezTo>
                        <a:cubicBezTo>
                          <a:pt x="93884" y="11266"/>
                          <a:pt x="129984" y="17267"/>
                          <a:pt x="147415" y="38031"/>
                        </a:cubicBezTo>
                        <a:cubicBezTo>
                          <a:pt x="125412" y="4218"/>
                          <a:pt x="82455" y="-9689"/>
                          <a:pt x="45879" y="717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85" name="Forme libre : forme 15484">
                    <a:extLst>
                      <a:ext uri="{FF2B5EF4-FFF2-40B4-BE49-F238E27FC236}">
                        <a16:creationId xmlns:a16="http://schemas.microsoft.com/office/drawing/2014/main" id="{2D298A7C-ACBF-45AD-ADD9-970CA8F9ABEA}"/>
                      </a:ext>
                    </a:extLst>
                  </p:cNvPr>
                  <p:cNvSpPr/>
                  <p:nvPr/>
                </p:nvSpPr>
                <p:spPr>
                  <a:xfrm rot="-4533146">
                    <a:off x="8266960" y="4175341"/>
                    <a:ext cx="83822" cy="71248"/>
                  </a:xfrm>
                  <a:custGeom>
                    <a:avLst/>
                    <a:gdLst>
                      <a:gd name="connsiteX0" fmla="*/ 83822 w 83822"/>
                      <a:gd name="connsiteY0" fmla="*/ 35624 h 71248"/>
                      <a:gd name="connsiteX1" fmla="*/ 41911 w 83822"/>
                      <a:gd name="connsiteY1" fmla="*/ 71249 h 71248"/>
                      <a:gd name="connsiteX2" fmla="*/ 0 w 83822"/>
                      <a:gd name="connsiteY2" fmla="*/ 35624 h 71248"/>
                      <a:gd name="connsiteX3" fmla="*/ 41911 w 83822"/>
                      <a:gd name="connsiteY3" fmla="*/ 0 h 71248"/>
                      <a:gd name="connsiteX4" fmla="*/ 83822 w 83822"/>
                      <a:gd name="connsiteY4" fmla="*/ 35624 h 71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22" h="71248">
                        <a:moveTo>
                          <a:pt x="83822" y="35624"/>
                        </a:moveTo>
                        <a:cubicBezTo>
                          <a:pt x="83822" y="55299"/>
                          <a:pt x="65058" y="71249"/>
                          <a:pt x="41911" y="71249"/>
                        </a:cubicBezTo>
                        <a:cubicBezTo>
                          <a:pt x="18764" y="71249"/>
                          <a:pt x="0" y="55299"/>
                          <a:pt x="0" y="35624"/>
                        </a:cubicBezTo>
                        <a:cubicBezTo>
                          <a:pt x="0" y="15950"/>
                          <a:pt x="18764" y="0"/>
                          <a:pt x="41911" y="0"/>
                        </a:cubicBezTo>
                        <a:cubicBezTo>
                          <a:pt x="65058" y="0"/>
                          <a:pt x="83822" y="15950"/>
                          <a:pt x="83822" y="35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486" name="Forme libre : forme 15485">
                    <a:extLst>
                      <a:ext uri="{FF2B5EF4-FFF2-40B4-BE49-F238E27FC236}">
                        <a16:creationId xmlns:a16="http://schemas.microsoft.com/office/drawing/2014/main" id="{E362B76F-10C9-4081-A682-0231D1EC6E40}"/>
                      </a:ext>
                    </a:extLst>
                  </p:cNvPr>
                  <p:cNvSpPr/>
                  <p:nvPr/>
                </p:nvSpPr>
                <p:spPr>
                  <a:xfrm rot="-1488573">
                    <a:off x="8285014" y="4240438"/>
                    <a:ext cx="22097" cy="19240"/>
                  </a:xfrm>
                  <a:custGeom>
                    <a:avLst/>
                    <a:gdLst>
                      <a:gd name="connsiteX0" fmla="*/ 22098 w 22097"/>
                      <a:gd name="connsiteY0" fmla="*/ 9620 h 19240"/>
                      <a:gd name="connsiteX1" fmla="*/ 11049 w 22097"/>
                      <a:gd name="connsiteY1" fmla="*/ 19240 h 19240"/>
                      <a:gd name="connsiteX2" fmla="*/ 0 w 22097"/>
                      <a:gd name="connsiteY2" fmla="*/ 9620 h 19240"/>
                      <a:gd name="connsiteX3" fmla="*/ 11049 w 22097"/>
                      <a:gd name="connsiteY3" fmla="*/ 0 h 19240"/>
                      <a:gd name="connsiteX4" fmla="*/ 22098 w 22097"/>
                      <a:gd name="connsiteY4" fmla="*/ 962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7" h="19240">
                        <a:moveTo>
                          <a:pt x="22098" y="9620"/>
                        </a:moveTo>
                        <a:cubicBezTo>
                          <a:pt x="22098" y="14933"/>
                          <a:pt x="17151" y="19240"/>
                          <a:pt x="11049" y="19240"/>
                        </a:cubicBezTo>
                        <a:cubicBezTo>
                          <a:pt x="4947" y="19240"/>
                          <a:pt x="0" y="14933"/>
                          <a:pt x="0" y="9620"/>
                        </a:cubicBezTo>
                        <a:cubicBezTo>
                          <a:pt x="0" y="4307"/>
                          <a:pt x="4947" y="0"/>
                          <a:pt x="11049" y="0"/>
                        </a:cubicBezTo>
                        <a:cubicBezTo>
                          <a:pt x="17151" y="0"/>
                          <a:pt x="22098" y="4307"/>
                          <a:pt x="22098" y="9620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sp>
            <p:nvSpPr>
              <p:cNvPr id="15487" name="Forme libre : forme 15486">
                <a:extLst>
                  <a:ext uri="{FF2B5EF4-FFF2-40B4-BE49-F238E27FC236}">
                    <a16:creationId xmlns:a16="http://schemas.microsoft.com/office/drawing/2014/main" id="{62B56DB5-C569-4FCE-8A15-373BC8A0657D}"/>
                  </a:ext>
                </a:extLst>
              </p:cNvPr>
              <p:cNvSpPr/>
              <p:nvPr/>
            </p:nvSpPr>
            <p:spPr>
              <a:xfrm>
                <a:off x="8174936" y="4110037"/>
                <a:ext cx="19158" cy="102012"/>
              </a:xfrm>
              <a:custGeom>
                <a:avLst/>
                <a:gdLst>
                  <a:gd name="connsiteX0" fmla="*/ 0 w 19158"/>
                  <a:gd name="connsiteY0" fmla="*/ 6191 h 102012"/>
                  <a:gd name="connsiteX1" fmla="*/ 4953 w 19158"/>
                  <a:gd name="connsiteY1" fmla="*/ 58864 h 102012"/>
                  <a:gd name="connsiteX2" fmla="*/ 18860 w 19158"/>
                  <a:gd name="connsiteY2" fmla="*/ 102013 h 102012"/>
                  <a:gd name="connsiteX3" fmla="*/ 13907 w 19158"/>
                  <a:gd name="connsiteY3" fmla="*/ 81344 h 102012"/>
                  <a:gd name="connsiteX4" fmla="*/ 9430 w 19158"/>
                  <a:gd name="connsiteY4" fmla="*/ 57817 h 102012"/>
                  <a:gd name="connsiteX5" fmla="*/ 6382 w 19158"/>
                  <a:gd name="connsiteY5" fmla="*/ 10573 h 102012"/>
                  <a:gd name="connsiteX6" fmla="*/ 6668 w 19158"/>
                  <a:gd name="connsiteY6" fmla="*/ 0 h 102012"/>
                  <a:gd name="connsiteX7" fmla="*/ 0 w 19158"/>
                  <a:gd name="connsiteY7" fmla="*/ 4286 h 102012"/>
                  <a:gd name="connsiteX8" fmla="*/ 0 w 19158"/>
                  <a:gd name="connsiteY8" fmla="*/ 6191 h 102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158" h="102012">
                    <a:moveTo>
                      <a:pt x="0" y="6191"/>
                    </a:moveTo>
                    <a:cubicBezTo>
                      <a:pt x="572" y="23813"/>
                      <a:pt x="2667" y="41338"/>
                      <a:pt x="4953" y="58864"/>
                    </a:cubicBezTo>
                    <a:cubicBezTo>
                      <a:pt x="6763" y="72771"/>
                      <a:pt x="8668" y="91345"/>
                      <a:pt x="18860" y="102013"/>
                    </a:cubicBezTo>
                    <a:cubicBezTo>
                      <a:pt x="20479" y="97536"/>
                      <a:pt x="15050" y="86201"/>
                      <a:pt x="13907" y="81344"/>
                    </a:cubicBezTo>
                    <a:cubicBezTo>
                      <a:pt x="12097" y="73533"/>
                      <a:pt x="10573" y="65722"/>
                      <a:pt x="9430" y="57817"/>
                    </a:cubicBezTo>
                    <a:cubicBezTo>
                      <a:pt x="7144" y="42196"/>
                      <a:pt x="6096" y="26384"/>
                      <a:pt x="6382" y="10573"/>
                    </a:cubicBezTo>
                    <a:cubicBezTo>
                      <a:pt x="6477" y="7048"/>
                      <a:pt x="6572" y="3524"/>
                      <a:pt x="6668" y="0"/>
                    </a:cubicBezTo>
                    <a:cubicBezTo>
                      <a:pt x="4382" y="1429"/>
                      <a:pt x="2191" y="2762"/>
                      <a:pt x="0" y="4286"/>
                    </a:cubicBezTo>
                    <a:cubicBezTo>
                      <a:pt x="0" y="4858"/>
                      <a:pt x="0" y="5524"/>
                      <a:pt x="0" y="6191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88" name="Forme libre : forme 15487">
                <a:extLst>
                  <a:ext uri="{FF2B5EF4-FFF2-40B4-BE49-F238E27FC236}">
                    <a16:creationId xmlns:a16="http://schemas.microsoft.com/office/drawing/2014/main" id="{C23C2D53-82D5-492D-B330-9BD85C25DE28}"/>
                  </a:ext>
                </a:extLst>
              </p:cNvPr>
              <p:cNvSpPr/>
              <p:nvPr/>
            </p:nvSpPr>
            <p:spPr>
              <a:xfrm>
                <a:off x="8297046" y="4076699"/>
                <a:ext cx="54189" cy="84711"/>
              </a:xfrm>
              <a:custGeom>
                <a:avLst/>
                <a:gdLst>
                  <a:gd name="connsiteX0" fmla="*/ 43815 w 54189"/>
                  <a:gd name="connsiteY0" fmla="*/ 65818 h 84711"/>
                  <a:gd name="connsiteX1" fmla="*/ 52007 w 54189"/>
                  <a:gd name="connsiteY1" fmla="*/ 84487 h 84711"/>
                  <a:gd name="connsiteX2" fmla="*/ 50387 w 54189"/>
                  <a:gd name="connsiteY2" fmla="*/ 69913 h 84711"/>
                  <a:gd name="connsiteX3" fmla="*/ 39910 w 54189"/>
                  <a:gd name="connsiteY3" fmla="*/ 51340 h 84711"/>
                  <a:gd name="connsiteX4" fmla="*/ 15145 w 54189"/>
                  <a:gd name="connsiteY4" fmla="*/ 15240 h 84711"/>
                  <a:gd name="connsiteX5" fmla="*/ 3048 w 54189"/>
                  <a:gd name="connsiteY5" fmla="*/ 190 h 84711"/>
                  <a:gd name="connsiteX6" fmla="*/ 0 w 54189"/>
                  <a:gd name="connsiteY6" fmla="*/ 0 h 84711"/>
                  <a:gd name="connsiteX7" fmla="*/ 33623 w 54189"/>
                  <a:gd name="connsiteY7" fmla="*/ 45720 h 84711"/>
                  <a:gd name="connsiteX8" fmla="*/ 43815 w 54189"/>
                  <a:gd name="connsiteY8" fmla="*/ 65818 h 8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189" h="84711">
                    <a:moveTo>
                      <a:pt x="43815" y="65818"/>
                    </a:moveTo>
                    <a:cubicBezTo>
                      <a:pt x="45434" y="69628"/>
                      <a:pt x="48101" y="82963"/>
                      <a:pt x="52007" y="84487"/>
                    </a:cubicBezTo>
                    <a:cubicBezTo>
                      <a:pt x="57341" y="86678"/>
                      <a:pt x="51340" y="72199"/>
                      <a:pt x="50387" y="69913"/>
                    </a:cubicBezTo>
                    <a:cubicBezTo>
                      <a:pt x="47530" y="63341"/>
                      <a:pt x="43720" y="57245"/>
                      <a:pt x="39910" y="51340"/>
                    </a:cubicBezTo>
                    <a:cubicBezTo>
                      <a:pt x="32004" y="39053"/>
                      <a:pt x="24098" y="26765"/>
                      <a:pt x="15145" y="15240"/>
                    </a:cubicBezTo>
                    <a:cubicBezTo>
                      <a:pt x="11144" y="10192"/>
                      <a:pt x="7049" y="5144"/>
                      <a:pt x="3048" y="190"/>
                    </a:cubicBezTo>
                    <a:cubicBezTo>
                      <a:pt x="2000" y="95"/>
                      <a:pt x="953" y="0"/>
                      <a:pt x="0" y="0"/>
                    </a:cubicBezTo>
                    <a:cubicBezTo>
                      <a:pt x="12002" y="14669"/>
                      <a:pt x="24003" y="29432"/>
                      <a:pt x="33623" y="45720"/>
                    </a:cubicBezTo>
                    <a:cubicBezTo>
                      <a:pt x="37243" y="52102"/>
                      <a:pt x="40767" y="58864"/>
                      <a:pt x="43815" y="65818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89" name="Forme libre : forme 15488">
                <a:extLst>
                  <a:ext uri="{FF2B5EF4-FFF2-40B4-BE49-F238E27FC236}">
                    <a16:creationId xmlns:a16="http://schemas.microsoft.com/office/drawing/2014/main" id="{F56E28DB-94AB-48C9-B605-D6A83B71C049}"/>
                  </a:ext>
                </a:extLst>
              </p:cNvPr>
              <p:cNvSpPr/>
              <p:nvPr/>
            </p:nvSpPr>
            <p:spPr>
              <a:xfrm>
                <a:off x="8195986" y="4076509"/>
                <a:ext cx="105535" cy="53054"/>
              </a:xfrm>
              <a:custGeom>
                <a:avLst/>
                <a:gdLst>
                  <a:gd name="connsiteX0" fmla="*/ 0 w 105535"/>
                  <a:gd name="connsiteY0" fmla="*/ 25051 h 53054"/>
                  <a:gd name="connsiteX1" fmla="*/ 1143 w 105535"/>
                  <a:gd name="connsiteY1" fmla="*/ 32480 h 53054"/>
                  <a:gd name="connsiteX2" fmla="*/ 7525 w 105535"/>
                  <a:gd name="connsiteY2" fmla="*/ 53054 h 53054"/>
                  <a:gd name="connsiteX3" fmla="*/ 22860 w 105535"/>
                  <a:gd name="connsiteY3" fmla="*/ 42386 h 53054"/>
                  <a:gd name="connsiteX4" fmla="*/ 84391 w 105535"/>
                  <a:gd name="connsiteY4" fmla="*/ 24860 h 53054"/>
                  <a:gd name="connsiteX5" fmla="*/ 105061 w 105535"/>
                  <a:gd name="connsiteY5" fmla="*/ 25432 h 53054"/>
                  <a:gd name="connsiteX6" fmla="*/ 90964 w 105535"/>
                  <a:gd name="connsiteY6" fmla="*/ 4286 h 53054"/>
                  <a:gd name="connsiteX7" fmla="*/ 86487 w 105535"/>
                  <a:gd name="connsiteY7" fmla="*/ 0 h 53054"/>
                  <a:gd name="connsiteX8" fmla="*/ 0 w 105535"/>
                  <a:gd name="connsiteY8" fmla="*/ 25051 h 53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535" h="53054">
                    <a:moveTo>
                      <a:pt x="0" y="25051"/>
                    </a:moveTo>
                    <a:cubicBezTo>
                      <a:pt x="381" y="27527"/>
                      <a:pt x="857" y="30004"/>
                      <a:pt x="1143" y="32480"/>
                    </a:cubicBezTo>
                    <a:cubicBezTo>
                      <a:pt x="2096" y="39719"/>
                      <a:pt x="3048" y="47339"/>
                      <a:pt x="7525" y="53054"/>
                    </a:cubicBezTo>
                    <a:cubicBezTo>
                      <a:pt x="13335" y="50768"/>
                      <a:pt x="17907" y="46291"/>
                      <a:pt x="22860" y="42386"/>
                    </a:cubicBezTo>
                    <a:cubicBezTo>
                      <a:pt x="40005" y="28765"/>
                      <a:pt x="62674" y="22288"/>
                      <a:pt x="84391" y="24860"/>
                    </a:cubicBezTo>
                    <a:cubicBezTo>
                      <a:pt x="89059" y="25432"/>
                      <a:pt x="102013" y="31528"/>
                      <a:pt x="105061" y="25432"/>
                    </a:cubicBezTo>
                    <a:cubicBezTo>
                      <a:pt x="108204" y="19145"/>
                      <a:pt x="94869" y="8001"/>
                      <a:pt x="90964" y="4286"/>
                    </a:cubicBezTo>
                    <a:cubicBezTo>
                      <a:pt x="89440" y="2857"/>
                      <a:pt x="88011" y="1429"/>
                      <a:pt x="86487" y="0"/>
                    </a:cubicBezTo>
                    <a:cubicBezTo>
                      <a:pt x="56769" y="1238"/>
                      <a:pt x="27337" y="10477"/>
                      <a:pt x="0" y="25051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90" name="Forme libre : forme 15489">
                <a:extLst>
                  <a:ext uri="{FF2B5EF4-FFF2-40B4-BE49-F238E27FC236}">
                    <a16:creationId xmlns:a16="http://schemas.microsoft.com/office/drawing/2014/main" id="{2026B564-0CF4-4FCD-9EE5-9C9A0577CC0F}"/>
                  </a:ext>
                </a:extLst>
              </p:cNvPr>
              <p:cNvSpPr/>
              <p:nvPr/>
            </p:nvSpPr>
            <p:spPr>
              <a:xfrm>
                <a:off x="8138759" y="4119562"/>
                <a:ext cx="43514" cy="127730"/>
              </a:xfrm>
              <a:custGeom>
                <a:avLst/>
                <a:gdLst>
                  <a:gd name="connsiteX0" fmla="*/ 1506 w 43514"/>
                  <a:gd name="connsiteY0" fmla="*/ 111538 h 127730"/>
                  <a:gd name="connsiteX1" fmla="*/ 1030 w 43514"/>
                  <a:gd name="connsiteY1" fmla="*/ 127730 h 127730"/>
                  <a:gd name="connsiteX2" fmla="*/ 8459 w 43514"/>
                  <a:gd name="connsiteY2" fmla="*/ 122777 h 127730"/>
                  <a:gd name="connsiteX3" fmla="*/ 30652 w 43514"/>
                  <a:gd name="connsiteY3" fmla="*/ 106109 h 127730"/>
                  <a:gd name="connsiteX4" fmla="*/ 43511 w 43514"/>
                  <a:gd name="connsiteY4" fmla="*/ 96012 h 127730"/>
                  <a:gd name="connsiteX5" fmla="*/ 40368 w 43514"/>
                  <a:gd name="connsiteY5" fmla="*/ 86487 h 127730"/>
                  <a:gd name="connsiteX6" fmla="*/ 36558 w 43514"/>
                  <a:gd name="connsiteY6" fmla="*/ 74581 h 127730"/>
                  <a:gd name="connsiteX7" fmla="*/ 28652 w 43514"/>
                  <a:gd name="connsiteY7" fmla="*/ 27146 h 127730"/>
                  <a:gd name="connsiteX8" fmla="*/ 28271 w 43514"/>
                  <a:gd name="connsiteY8" fmla="*/ 190 h 127730"/>
                  <a:gd name="connsiteX9" fmla="*/ 28271 w 43514"/>
                  <a:gd name="connsiteY9" fmla="*/ 0 h 127730"/>
                  <a:gd name="connsiteX10" fmla="*/ 15222 w 43514"/>
                  <a:gd name="connsiteY10" fmla="*/ 9906 h 127730"/>
                  <a:gd name="connsiteX11" fmla="*/ 1506 w 43514"/>
                  <a:gd name="connsiteY11" fmla="*/ 111538 h 127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514" h="127730">
                    <a:moveTo>
                      <a:pt x="1506" y="111538"/>
                    </a:moveTo>
                    <a:cubicBezTo>
                      <a:pt x="363" y="116872"/>
                      <a:pt x="-971" y="122587"/>
                      <a:pt x="1030" y="127730"/>
                    </a:cubicBezTo>
                    <a:cubicBezTo>
                      <a:pt x="4078" y="127540"/>
                      <a:pt x="6364" y="125063"/>
                      <a:pt x="8459" y="122777"/>
                    </a:cubicBezTo>
                    <a:cubicBezTo>
                      <a:pt x="14841" y="116014"/>
                      <a:pt x="22366" y="110299"/>
                      <a:pt x="30652" y="106109"/>
                    </a:cubicBezTo>
                    <a:cubicBezTo>
                      <a:pt x="34653" y="104108"/>
                      <a:pt x="43416" y="101537"/>
                      <a:pt x="43511" y="96012"/>
                    </a:cubicBezTo>
                    <a:cubicBezTo>
                      <a:pt x="43607" y="92964"/>
                      <a:pt x="41416" y="89345"/>
                      <a:pt x="40368" y="86487"/>
                    </a:cubicBezTo>
                    <a:cubicBezTo>
                      <a:pt x="38939" y="82582"/>
                      <a:pt x="37701" y="78581"/>
                      <a:pt x="36558" y="74581"/>
                    </a:cubicBezTo>
                    <a:cubicBezTo>
                      <a:pt x="32176" y="59150"/>
                      <a:pt x="29700" y="43148"/>
                      <a:pt x="28652" y="27146"/>
                    </a:cubicBezTo>
                    <a:cubicBezTo>
                      <a:pt x="28081" y="18193"/>
                      <a:pt x="27985" y="9144"/>
                      <a:pt x="28271" y="190"/>
                    </a:cubicBezTo>
                    <a:cubicBezTo>
                      <a:pt x="28271" y="95"/>
                      <a:pt x="28271" y="0"/>
                      <a:pt x="28271" y="0"/>
                    </a:cubicBezTo>
                    <a:cubicBezTo>
                      <a:pt x="23794" y="3143"/>
                      <a:pt x="19508" y="6477"/>
                      <a:pt x="15222" y="9906"/>
                    </a:cubicBezTo>
                    <a:cubicBezTo>
                      <a:pt x="9412" y="43434"/>
                      <a:pt x="8650" y="78200"/>
                      <a:pt x="1506" y="111538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91" name="Forme libre : forme 15490">
                <a:extLst>
                  <a:ext uri="{FF2B5EF4-FFF2-40B4-BE49-F238E27FC236}">
                    <a16:creationId xmlns:a16="http://schemas.microsoft.com/office/drawing/2014/main" id="{AB749B3A-528E-435B-B9D1-A43CC755A311}"/>
                  </a:ext>
                </a:extLst>
              </p:cNvPr>
              <p:cNvSpPr/>
              <p:nvPr/>
            </p:nvSpPr>
            <p:spPr>
              <a:xfrm>
                <a:off x="8311334" y="4077937"/>
                <a:ext cx="98827" cy="117000"/>
              </a:xfrm>
              <a:custGeom>
                <a:avLst/>
                <a:gdLst>
                  <a:gd name="connsiteX0" fmla="*/ 23432 w 98827"/>
                  <a:gd name="connsiteY0" fmla="*/ 35528 h 117000"/>
                  <a:gd name="connsiteX1" fmla="*/ 31337 w 98827"/>
                  <a:gd name="connsiteY1" fmla="*/ 48292 h 117000"/>
                  <a:gd name="connsiteX2" fmla="*/ 42958 w 98827"/>
                  <a:gd name="connsiteY2" fmla="*/ 70675 h 117000"/>
                  <a:gd name="connsiteX3" fmla="*/ 48959 w 98827"/>
                  <a:gd name="connsiteY3" fmla="*/ 88297 h 117000"/>
                  <a:gd name="connsiteX4" fmla="*/ 54293 w 98827"/>
                  <a:gd name="connsiteY4" fmla="*/ 100013 h 117000"/>
                  <a:gd name="connsiteX5" fmla="*/ 63151 w 98827"/>
                  <a:gd name="connsiteY5" fmla="*/ 103632 h 117000"/>
                  <a:gd name="connsiteX6" fmla="*/ 78867 w 98827"/>
                  <a:gd name="connsiteY6" fmla="*/ 108585 h 117000"/>
                  <a:gd name="connsiteX7" fmla="*/ 95441 w 98827"/>
                  <a:gd name="connsiteY7" fmla="*/ 116491 h 117000"/>
                  <a:gd name="connsiteX8" fmla="*/ 98488 w 98827"/>
                  <a:gd name="connsiteY8" fmla="*/ 116491 h 117000"/>
                  <a:gd name="connsiteX9" fmla="*/ 98774 w 98827"/>
                  <a:gd name="connsiteY9" fmla="*/ 114681 h 117000"/>
                  <a:gd name="connsiteX10" fmla="*/ 93154 w 98827"/>
                  <a:gd name="connsiteY10" fmla="*/ 101155 h 117000"/>
                  <a:gd name="connsiteX11" fmla="*/ 77153 w 98827"/>
                  <a:gd name="connsiteY11" fmla="*/ 75724 h 117000"/>
                  <a:gd name="connsiteX12" fmla="*/ 44768 w 98827"/>
                  <a:gd name="connsiteY12" fmla="*/ 38481 h 117000"/>
                  <a:gd name="connsiteX13" fmla="*/ 6001 w 98827"/>
                  <a:gd name="connsiteY13" fmla="*/ 953 h 117000"/>
                  <a:gd name="connsiteX14" fmla="*/ 0 w 98827"/>
                  <a:gd name="connsiteY14" fmla="*/ 0 h 117000"/>
                  <a:gd name="connsiteX15" fmla="*/ 12192 w 98827"/>
                  <a:gd name="connsiteY15" fmla="*/ 20479 h 117000"/>
                  <a:gd name="connsiteX16" fmla="*/ 23432 w 98827"/>
                  <a:gd name="connsiteY16" fmla="*/ 35528 h 11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8827" h="117000">
                    <a:moveTo>
                      <a:pt x="23432" y="35528"/>
                    </a:moveTo>
                    <a:cubicBezTo>
                      <a:pt x="26289" y="39624"/>
                      <a:pt x="28766" y="44005"/>
                      <a:pt x="31337" y="48292"/>
                    </a:cubicBezTo>
                    <a:cubicBezTo>
                      <a:pt x="35528" y="55531"/>
                      <a:pt x="39814" y="62865"/>
                      <a:pt x="42958" y="70675"/>
                    </a:cubicBezTo>
                    <a:cubicBezTo>
                      <a:pt x="45244" y="76486"/>
                      <a:pt x="46958" y="82391"/>
                      <a:pt x="48959" y="88297"/>
                    </a:cubicBezTo>
                    <a:cubicBezTo>
                      <a:pt x="50197" y="92107"/>
                      <a:pt x="51435" y="97060"/>
                      <a:pt x="54293" y="100013"/>
                    </a:cubicBezTo>
                    <a:cubicBezTo>
                      <a:pt x="56674" y="102394"/>
                      <a:pt x="60008" y="102965"/>
                      <a:pt x="63151" y="103632"/>
                    </a:cubicBezTo>
                    <a:cubicBezTo>
                      <a:pt x="68580" y="104680"/>
                      <a:pt x="73724" y="106299"/>
                      <a:pt x="78867" y="108585"/>
                    </a:cubicBezTo>
                    <a:cubicBezTo>
                      <a:pt x="84487" y="111062"/>
                      <a:pt x="89916" y="113919"/>
                      <a:pt x="95441" y="116491"/>
                    </a:cubicBezTo>
                    <a:cubicBezTo>
                      <a:pt x="96393" y="116967"/>
                      <a:pt x="97822" y="117348"/>
                      <a:pt x="98488" y="116491"/>
                    </a:cubicBezTo>
                    <a:cubicBezTo>
                      <a:pt x="98870" y="116014"/>
                      <a:pt x="98870" y="115348"/>
                      <a:pt x="98774" y="114681"/>
                    </a:cubicBezTo>
                    <a:cubicBezTo>
                      <a:pt x="98203" y="109823"/>
                      <a:pt x="95631" y="105442"/>
                      <a:pt x="93154" y="101155"/>
                    </a:cubicBezTo>
                    <a:cubicBezTo>
                      <a:pt x="88011" y="92488"/>
                      <a:pt x="82963" y="83820"/>
                      <a:pt x="77153" y="75724"/>
                    </a:cubicBezTo>
                    <a:cubicBezTo>
                      <a:pt x="67532" y="62294"/>
                      <a:pt x="56102" y="50387"/>
                      <a:pt x="44768" y="38481"/>
                    </a:cubicBezTo>
                    <a:cubicBezTo>
                      <a:pt x="32290" y="25527"/>
                      <a:pt x="19717" y="12573"/>
                      <a:pt x="6001" y="953"/>
                    </a:cubicBezTo>
                    <a:cubicBezTo>
                      <a:pt x="4001" y="571"/>
                      <a:pt x="2000" y="286"/>
                      <a:pt x="0" y="0"/>
                    </a:cubicBezTo>
                    <a:cubicBezTo>
                      <a:pt x="3524" y="7144"/>
                      <a:pt x="7525" y="14097"/>
                      <a:pt x="12192" y="20479"/>
                    </a:cubicBezTo>
                    <a:cubicBezTo>
                      <a:pt x="15907" y="25622"/>
                      <a:pt x="19907" y="30385"/>
                      <a:pt x="23432" y="35528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92" name="Forme libre : forme 15491">
                <a:extLst>
                  <a:ext uri="{FF2B5EF4-FFF2-40B4-BE49-F238E27FC236}">
                    <a16:creationId xmlns:a16="http://schemas.microsoft.com/office/drawing/2014/main" id="{1097EFE1-DDEE-4154-933F-BF38BBCC5793}"/>
                  </a:ext>
                </a:extLst>
              </p:cNvPr>
              <p:cNvSpPr/>
              <p:nvPr/>
            </p:nvSpPr>
            <p:spPr>
              <a:xfrm>
                <a:off x="8232848" y="4078413"/>
                <a:ext cx="34621" cy="14537"/>
              </a:xfrm>
              <a:custGeom>
                <a:avLst/>
                <a:gdLst>
                  <a:gd name="connsiteX0" fmla="*/ 0 w 34621"/>
                  <a:gd name="connsiteY0" fmla="*/ 7239 h 14537"/>
                  <a:gd name="connsiteX1" fmla="*/ 3238 w 34621"/>
                  <a:gd name="connsiteY1" fmla="*/ 9049 h 14537"/>
                  <a:gd name="connsiteX2" fmla="*/ 30480 w 34621"/>
                  <a:gd name="connsiteY2" fmla="*/ 14288 h 14537"/>
                  <a:gd name="connsiteX3" fmla="*/ 32956 w 34621"/>
                  <a:gd name="connsiteY3" fmla="*/ 13526 h 14537"/>
                  <a:gd name="connsiteX4" fmla="*/ 34576 w 34621"/>
                  <a:gd name="connsiteY4" fmla="*/ 8763 h 14537"/>
                  <a:gd name="connsiteX5" fmla="*/ 30385 w 34621"/>
                  <a:gd name="connsiteY5" fmla="*/ 0 h 14537"/>
                  <a:gd name="connsiteX6" fmla="*/ 0 w 34621"/>
                  <a:gd name="connsiteY6" fmla="*/ 7239 h 14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621" h="14537">
                    <a:moveTo>
                      <a:pt x="0" y="7239"/>
                    </a:moveTo>
                    <a:cubicBezTo>
                      <a:pt x="1048" y="7906"/>
                      <a:pt x="2096" y="8477"/>
                      <a:pt x="3238" y="9049"/>
                    </a:cubicBezTo>
                    <a:cubicBezTo>
                      <a:pt x="10763" y="12478"/>
                      <a:pt x="22193" y="15430"/>
                      <a:pt x="30480" y="14288"/>
                    </a:cubicBezTo>
                    <a:cubicBezTo>
                      <a:pt x="31337" y="14192"/>
                      <a:pt x="32290" y="14002"/>
                      <a:pt x="32956" y="13526"/>
                    </a:cubicBezTo>
                    <a:cubicBezTo>
                      <a:pt x="34385" y="12573"/>
                      <a:pt x="34766" y="10478"/>
                      <a:pt x="34576" y="8763"/>
                    </a:cubicBezTo>
                    <a:cubicBezTo>
                      <a:pt x="34290" y="5525"/>
                      <a:pt x="32480" y="2572"/>
                      <a:pt x="30385" y="0"/>
                    </a:cubicBezTo>
                    <a:cubicBezTo>
                      <a:pt x="20193" y="1524"/>
                      <a:pt x="10001" y="4001"/>
                      <a:pt x="0" y="723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493" name="Graphique 2">
              <a:extLst>
                <a:ext uri="{FF2B5EF4-FFF2-40B4-BE49-F238E27FC236}">
                  <a16:creationId xmlns:a16="http://schemas.microsoft.com/office/drawing/2014/main" id="{CFCD875B-5892-4B2B-8AF9-CAE3319988EB}"/>
                </a:ext>
              </a:extLst>
            </p:cNvPr>
            <p:cNvGrpSpPr/>
            <p:nvPr/>
          </p:nvGrpSpPr>
          <p:grpSpPr>
            <a:xfrm>
              <a:off x="7550537" y="4247557"/>
              <a:ext cx="325263" cy="453403"/>
              <a:chOff x="7550537" y="4247557"/>
              <a:chExt cx="325263" cy="453403"/>
            </a:xfrm>
            <a:solidFill>
              <a:schemeClr val="accent1"/>
            </a:solidFill>
          </p:grpSpPr>
          <p:sp>
            <p:nvSpPr>
              <p:cNvPr id="15494" name="Forme libre : forme 15493">
                <a:extLst>
                  <a:ext uri="{FF2B5EF4-FFF2-40B4-BE49-F238E27FC236}">
                    <a16:creationId xmlns:a16="http://schemas.microsoft.com/office/drawing/2014/main" id="{713A1B8E-CF65-4149-82C7-725DB7545B9D}"/>
                  </a:ext>
                </a:extLst>
              </p:cNvPr>
              <p:cNvSpPr/>
              <p:nvPr/>
            </p:nvSpPr>
            <p:spPr>
              <a:xfrm>
                <a:off x="7558764" y="4247557"/>
                <a:ext cx="316135" cy="386735"/>
              </a:xfrm>
              <a:custGeom>
                <a:avLst/>
                <a:gdLst>
                  <a:gd name="connsiteX0" fmla="*/ 0 w 316135"/>
                  <a:gd name="connsiteY0" fmla="*/ 300058 h 386735"/>
                  <a:gd name="connsiteX1" fmla="*/ 155258 w 316135"/>
                  <a:gd name="connsiteY1" fmla="*/ 336538 h 386735"/>
                  <a:gd name="connsiteX2" fmla="*/ 306324 w 316135"/>
                  <a:gd name="connsiteY2" fmla="*/ 386735 h 386735"/>
                  <a:gd name="connsiteX3" fmla="*/ 303085 w 316135"/>
                  <a:gd name="connsiteY3" fmla="*/ 220905 h 386735"/>
                  <a:gd name="connsiteX4" fmla="*/ 288512 w 316135"/>
                  <a:gd name="connsiteY4" fmla="*/ 34786 h 386735"/>
                  <a:gd name="connsiteX5" fmla="*/ 185928 w 316135"/>
                  <a:gd name="connsiteY5" fmla="*/ 3354 h 386735"/>
                  <a:gd name="connsiteX6" fmla="*/ 80296 w 316135"/>
                  <a:gd name="connsiteY6" fmla="*/ 162231 h 386735"/>
                  <a:gd name="connsiteX7" fmla="*/ 0 w 316135"/>
                  <a:gd name="connsiteY7" fmla="*/ 300058 h 386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6135" h="386735">
                    <a:moveTo>
                      <a:pt x="0" y="300058"/>
                    </a:moveTo>
                    <a:lnTo>
                      <a:pt x="155258" y="336538"/>
                    </a:lnTo>
                    <a:lnTo>
                      <a:pt x="306324" y="386735"/>
                    </a:lnTo>
                    <a:cubicBezTo>
                      <a:pt x="306324" y="386735"/>
                      <a:pt x="330422" y="327680"/>
                      <a:pt x="303085" y="220905"/>
                    </a:cubicBezTo>
                    <a:cubicBezTo>
                      <a:pt x="278511" y="124798"/>
                      <a:pt x="276225" y="93651"/>
                      <a:pt x="288512" y="34786"/>
                    </a:cubicBezTo>
                    <a:cubicBezTo>
                      <a:pt x="265652" y="1735"/>
                      <a:pt x="223075" y="-5218"/>
                      <a:pt x="185928" y="3354"/>
                    </a:cubicBezTo>
                    <a:cubicBezTo>
                      <a:pt x="167164" y="63552"/>
                      <a:pt x="150686" y="88984"/>
                      <a:pt x="80296" y="162231"/>
                    </a:cubicBezTo>
                    <a:cubicBezTo>
                      <a:pt x="4000" y="241765"/>
                      <a:pt x="0" y="300058"/>
                      <a:pt x="0" y="300058"/>
                    </a:cubicBez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95" name="Forme libre : forme 15494">
                <a:extLst>
                  <a:ext uri="{FF2B5EF4-FFF2-40B4-BE49-F238E27FC236}">
                    <a16:creationId xmlns:a16="http://schemas.microsoft.com/office/drawing/2014/main" id="{CE3248A2-BD0F-49A1-ADF4-A5EEBB3DBFD3}"/>
                  </a:ext>
                </a:extLst>
              </p:cNvPr>
              <p:cNvSpPr/>
              <p:nvPr/>
            </p:nvSpPr>
            <p:spPr>
              <a:xfrm>
                <a:off x="7676197" y="4422072"/>
                <a:ext cx="79874" cy="156815"/>
              </a:xfrm>
              <a:custGeom>
                <a:avLst/>
                <a:gdLst>
                  <a:gd name="connsiteX0" fmla="*/ 10 w 79874"/>
                  <a:gd name="connsiteY0" fmla="*/ 150784 h 156815"/>
                  <a:gd name="connsiteX1" fmla="*/ 4678 w 79874"/>
                  <a:gd name="connsiteY1" fmla="*/ 133640 h 156815"/>
                  <a:gd name="connsiteX2" fmla="*/ 53065 w 79874"/>
                  <a:gd name="connsiteY2" fmla="*/ 31246 h 156815"/>
                  <a:gd name="connsiteX3" fmla="*/ 71353 w 79874"/>
                  <a:gd name="connsiteY3" fmla="*/ 2480 h 156815"/>
                  <a:gd name="connsiteX4" fmla="*/ 75353 w 79874"/>
                  <a:gd name="connsiteY4" fmla="*/ 4 h 156815"/>
                  <a:gd name="connsiteX5" fmla="*/ 79544 w 79874"/>
                  <a:gd name="connsiteY5" fmla="*/ 3433 h 156815"/>
                  <a:gd name="connsiteX6" fmla="*/ 79544 w 79874"/>
                  <a:gd name="connsiteY6" fmla="*/ 9148 h 156815"/>
                  <a:gd name="connsiteX7" fmla="*/ 70210 w 79874"/>
                  <a:gd name="connsiteY7" fmla="*/ 102112 h 156815"/>
                  <a:gd name="connsiteX8" fmla="*/ 68495 w 79874"/>
                  <a:gd name="connsiteY8" fmla="*/ 148308 h 156815"/>
                  <a:gd name="connsiteX9" fmla="*/ 43063 w 79874"/>
                  <a:gd name="connsiteY9" fmla="*/ 151356 h 156815"/>
                  <a:gd name="connsiteX10" fmla="*/ 21632 w 79874"/>
                  <a:gd name="connsiteY10" fmla="*/ 147546 h 156815"/>
                  <a:gd name="connsiteX11" fmla="*/ 10 w 79874"/>
                  <a:gd name="connsiteY11" fmla="*/ 150784 h 156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9874" h="156815">
                    <a:moveTo>
                      <a:pt x="10" y="150784"/>
                    </a:moveTo>
                    <a:cubicBezTo>
                      <a:pt x="-180" y="144784"/>
                      <a:pt x="2296" y="139069"/>
                      <a:pt x="4678" y="133640"/>
                    </a:cubicBezTo>
                    <a:cubicBezTo>
                      <a:pt x="19918" y="99064"/>
                      <a:pt x="36015" y="64964"/>
                      <a:pt x="53065" y="31246"/>
                    </a:cubicBezTo>
                    <a:cubicBezTo>
                      <a:pt x="58208" y="21054"/>
                      <a:pt x="63542" y="10767"/>
                      <a:pt x="71353" y="2480"/>
                    </a:cubicBezTo>
                    <a:cubicBezTo>
                      <a:pt x="72496" y="1337"/>
                      <a:pt x="73734" y="99"/>
                      <a:pt x="75353" y="4"/>
                    </a:cubicBezTo>
                    <a:cubicBezTo>
                      <a:pt x="77258" y="-92"/>
                      <a:pt x="78973" y="1623"/>
                      <a:pt x="79544" y="3433"/>
                    </a:cubicBezTo>
                    <a:cubicBezTo>
                      <a:pt x="80116" y="5242"/>
                      <a:pt x="79830" y="7243"/>
                      <a:pt x="79544" y="9148"/>
                    </a:cubicBezTo>
                    <a:cubicBezTo>
                      <a:pt x="75067" y="40009"/>
                      <a:pt x="71924" y="71060"/>
                      <a:pt x="70210" y="102112"/>
                    </a:cubicBezTo>
                    <a:cubicBezTo>
                      <a:pt x="69352" y="116875"/>
                      <a:pt x="71353" y="133925"/>
                      <a:pt x="68495" y="148308"/>
                    </a:cubicBezTo>
                    <a:cubicBezTo>
                      <a:pt x="65447" y="163357"/>
                      <a:pt x="52112" y="154499"/>
                      <a:pt x="43063" y="151356"/>
                    </a:cubicBezTo>
                    <a:cubicBezTo>
                      <a:pt x="36205" y="148975"/>
                      <a:pt x="28871" y="147736"/>
                      <a:pt x="21632" y="147546"/>
                    </a:cubicBezTo>
                    <a:cubicBezTo>
                      <a:pt x="19632" y="147736"/>
                      <a:pt x="10" y="148594"/>
                      <a:pt x="10" y="150784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496" name="Forme libre : forme 15495">
                <a:extLst>
                  <a:ext uri="{FF2B5EF4-FFF2-40B4-BE49-F238E27FC236}">
                    <a16:creationId xmlns:a16="http://schemas.microsoft.com/office/drawing/2014/main" id="{24256B96-32A2-4922-9C99-D4E5618C3B69}"/>
                  </a:ext>
                </a:extLst>
              </p:cNvPr>
              <p:cNvSpPr/>
              <p:nvPr/>
            </p:nvSpPr>
            <p:spPr>
              <a:xfrm>
                <a:off x="7708518" y="4504862"/>
                <a:ext cx="21784" cy="57440"/>
              </a:xfrm>
              <a:custGeom>
                <a:avLst/>
                <a:gdLst>
                  <a:gd name="connsiteX0" fmla="*/ 19791 w 21784"/>
                  <a:gd name="connsiteY0" fmla="*/ 4082 h 57440"/>
                  <a:gd name="connsiteX1" fmla="*/ 16076 w 21784"/>
                  <a:gd name="connsiteY1" fmla="*/ 81 h 57440"/>
                  <a:gd name="connsiteX2" fmla="*/ 14076 w 21784"/>
                  <a:gd name="connsiteY2" fmla="*/ 2272 h 57440"/>
                  <a:gd name="connsiteX3" fmla="*/ 9504 w 21784"/>
                  <a:gd name="connsiteY3" fmla="*/ 56945 h 57440"/>
                  <a:gd name="connsiteX4" fmla="*/ 19791 w 21784"/>
                  <a:gd name="connsiteY4" fmla="*/ 4082 h 5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84" h="57440">
                    <a:moveTo>
                      <a:pt x="19791" y="4082"/>
                    </a:moveTo>
                    <a:cubicBezTo>
                      <a:pt x="19410" y="2081"/>
                      <a:pt x="17981" y="-491"/>
                      <a:pt x="16076" y="81"/>
                    </a:cubicBezTo>
                    <a:cubicBezTo>
                      <a:pt x="15124" y="367"/>
                      <a:pt x="14552" y="1319"/>
                      <a:pt x="14076" y="2272"/>
                    </a:cubicBezTo>
                    <a:cubicBezTo>
                      <a:pt x="8266" y="13988"/>
                      <a:pt x="-11641" y="49325"/>
                      <a:pt x="9504" y="56945"/>
                    </a:cubicBezTo>
                    <a:cubicBezTo>
                      <a:pt x="26268" y="62946"/>
                      <a:pt x="21601" y="12559"/>
                      <a:pt x="19791" y="4082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5497" name="Graphique 2">
                <a:extLst>
                  <a:ext uri="{FF2B5EF4-FFF2-40B4-BE49-F238E27FC236}">
                    <a16:creationId xmlns:a16="http://schemas.microsoft.com/office/drawing/2014/main" id="{42A4F7AB-42A1-4995-B705-29DC9039B027}"/>
                  </a:ext>
                </a:extLst>
              </p:cNvPr>
              <p:cNvGrpSpPr/>
              <p:nvPr/>
            </p:nvGrpSpPr>
            <p:grpSpPr>
              <a:xfrm>
                <a:off x="7550537" y="4405307"/>
                <a:ext cx="325263" cy="295653"/>
                <a:chOff x="7550537" y="4405307"/>
                <a:chExt cx="325263" cy="295653"/>
              </a:xfrm>
              <a:solidFill>
                <a:schemeClr val="accent1"/>
              </a:solidFill>
            </p:grpSpPr>
            <p:grpSp>
              <p:nvGrpSpPr>
                <p:cNvPr id="15498" name="Graphique 2">
                  <a:extLst>
                    <a:ext uri="{FF2B5EF4-FFF2-40B4-BE49-F238E27FC236}">
                      <a16:creationId xmlns:a16="http://schemas.microsoft.com/office/drawing/2014/main" id="{9949B412-52BB-466A-8777-660FB67DF3BD}"/>
                    </a:ext>
                  </a:extLst>
                </p:cNvPr>
                <p:cNvGrpSpPr/>
                <p:nvPr/>
              </p:nvGrpSpPr>
              <p:grpSpPr>
                <a:xfrm>
                  <a:off x="7550537" y="4469111"/>
                  <a:ext cx="174876" cy="179873"/>
                  <a:chOff x="7550537" y="4469111"/>
                  <a:chExt cx="174876" cy="179873"/>
                </a:xfrm>
                <a:solidFill>
                  <a:schemeClr val="accent1"/>
                </a:solidFill>
              </p:grpSpPr>
              <p:sp>
                <p:nvSpPr>
                  <p:cNvPr id="15499" name="Forme libre : forme 15498">
                    <a:extLst>
                      <a:ext uri="{FF2B5EF4-FFF2-40B4-BE49-F238E27FC236}">
                        <a16:creationId xmlns:a16="http://schemas.microsoft.com/office/drawing/2014/main" id="{0B7C4545-AF5D-44AE-A2C9-FC48699B5293}"/>
                      </a:ext>
                    </a:extLst>
                  </p:cNvPr>
                  <p:cNvSpPr/>
                  <p:nvPr/>
                </p:nvSpPr>
                <p:spPr>
                  <a:xfrm rot="-5085689">
                    <a:off x="7555014" y="4478849"/>
                    <a:ext cx="165921" cy="160397"/>
                  </a:xfrm>
                  <a:custGeom>
                    <a:avLst/>
                    <a:gdLst>
                      <a:gd name="connsiteX0" fmla="*/ 165922 w 165921"/>
                      <a:gd name="connsiteY0" fmla="*/ 80199 h 160397"/>
                      <a:gd name="connsiteX1" fmla="*/ 82961 w 165921"/>
                      <a:gd name="connsiteY1" fmla="*/ 160398 h 160397"/>
                      <a:gd name="connsiteX2" fmla="*/ 0 w 165921"/>
                      <a:gd name="connsiteY2" fmla="*/ 80199 h 160397"/>
                      <a:gd name="connsiteX3" fmla="*/ 82961 w 165921"/>
                      <a:gd name="connsiteY3" fmla="*/ 0 h 160397"/>
                      <a:gd name="connsiteX4" fmla="*/ 165922 w 165921"/>
                      <a:gd name="connsiteY4" fmla="*/ 80199 h 160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1" h="160397">
                        <a:moveTo>
                          <a:pt x="165922" y="80199"/>
                        </a:moveTo>
                        <a:cubicBezTo>
                          <a:pt x="165922" y="124491"/>
                          <a:pt x="128779" y="160398"/>
                          <a:pt x="82961" y="160398"/>
                        </a:cubicBezTo>
                        <a:cubicBezTo>
                          <a:pt x="37143" y="160398"/>
                          <a:pt x="0" y="124491"/>
                          <a:pt x="0" y="80199"/>
                        </a:cubicBezTo>
                        <a:cubicBezTo>
                          <a:pt x="0" y="35906"/>
                          <a:pt x="37143" y="0"/>
                          <a:pt x="82961" y="0"/>
                        </a:cubicBezTo>
                        <a:cubicBezTo>
                          <a:pt x="128779" y="0"/>
                          <a:pt x="165922" y="35906"/>
                          <a:pt x="165922" y="8019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500" name="Forme libre : forme 15499">
                    <a:extLst>
                      <a:ext uri="{FF2B5EF4-FFF2-40B4-BE49-F238E27FC236}">
                        <a16:creationId xmlns:a16="http://schemas.microsoft.com/office/drawing/2014/main" id="{90349CEF-92BB-4AA6-A7E4-D013DF4008B6}"/>
                      </a:ext>
                    </a:extLst>
                  </p:cNvPr>
                  <p:cNvSpPr/>
                  <p:nvPr/>
                </p:nvSpPr>
                <p:spPr>
                  <a:xfrm>
                    <a:off x="7558000" y="4476236"/>
                    <a:ext cx="160212" cy="112527"/>
                  </a:xfrm>
                  <a:custGeom>
                    <a:avLst/>
                    <a:gdLst>
                      <a:gd name="connsiteX0" fmla="*/ 5146 w 160212"/>
                      <a:gd name="connsiteY0" fmla="*/ 112527 h 112527"/>
                      <a:gd name="connsiteX1" fmla="*/ 5336 w 160212"/>
                      <a:gd name="connsiteY1" fmla="*/ 100145 h 112527"/>
                      <a:gd name="connsiteX2" fmla="*/ 92776 w 160212"/>
                      <a:gd name="connsiteY2" fmla="*/ 24897 h 112527"/>
                      <a:gd name="connsiteX3" fmla="*/ 160213 w 160212"/>
                      <a:gd name="connsiteY3" fmla="*/ 77856 h 112527"/>
                      <a:gd name="connsiteX4" fmla="*/ 87823 w 160212"/>
                      <a:gd name="connsiteY4" fmla="*/ 323 h 112527"/>
                      <a:gd name="connsiteX5" fmla="*/ 383 w 160212"/>
                      <a:gd name="connsiteY5" fmla="*/ 75570 h 112527"/>
                      <a:gd name="connsiteX6" fmla="*/ 5146 w 160212"/>
                      <a:gd name="connsiteY6" fmla="*/ 112527 h 112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0212" h="112527">
                        <a:moveTo>
                          <a:pt x="5146" y="112527"/>
                        </a:moveTo>
                        <a:cubicBezTo>
                          <a:pt x="4955" y="108432"/>
                          <a:pt x="4860" y="104336"/>
                          <a:pt x="5336" y="100145"/>
                        </a:cubicBezTo>
                        <a:cubicBezTo>
                          <a:pt x="9527" y="54520"/>
                          <a:pt x="48675" y="21087"/>
                          <a:pt x="92776" y="24897"/>
                        </a:cubicBezTo>
                        <a:cubicBezTo>
                          <a:pt x="127256" y="27850"/>
                          <a:pt x="155450" y="51186"/>
                          <a:pt x="160213" y="77856"/>
                        </a:cubicBezTo>
                        <a:cubicBezTo>
                          <a:pt x="158117" y="37566"/>
                          <a:pt x="127827" y="4038"/>
                          <a:pt x="87823" y="323"/>
                        </a:cubicBezTo>
                        <a:cubicBezTo>
                          <a:pt x="43722" y="-3678"/>
                          <a:pt x="4574" y="29946"/>
                          <a:pt x="383" y="75570"/>
                        </a:cubicBezTo>
                        <a:cubicBezTo>
                          <a:pt x="-855" y="88524"/>
                          <a:pt x="955" y="101097"/>
                          <a:pt x="5146" y="112527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501" name="Forme libre : forme 15500">
                    <a:extLst>
                      <a:ext uri="{FF2B5EF4-FFF2-40B4-BE49-F238E27FC236}">
                        <a16:creationId xmlns:a16="http://schemas.microsoft.com/office/drawing/2014/main" id="{75B8E490-0AEB-4AFE-A953-7D9B971831D0}"/>
                      </a:ext>
                    </a:extLst>
                  </p:cNvPr>
                  <p:cNvSpPr/>
                  <p:nvPr/>
                </p:nvSpPr>
                <p:spPr>
                  <a:xfrm rot="-2730142">
                    <a:off x="7618303" y="4556737"/>
                    <a:ext cx="83822" cy="71249"/>
                  </a:xfrm>
                  <a:custGeom>
                    <a:avLst/>
                    <a:gdLst>
                      <a:gd name="connsiteX0" fmla="*/ 83822 w 83822"/>
                      <a:gd name="connsiteY0" fmla="*/ 35625 h 71249"/>
                      <a:gd name="connsiteX1" fmla="*/ 41911 w 83822"/>
                      <a:gd name="connsiteY1" fmla="*/ 71249 h 71249"/>
                      <a:gd name="connsiteX2" fmla="*/ 0 w 83822"/>
                      <a:gd name="connsiteY2" fmla="*/ 35625 h 71249"/>
                      <a:gd name="connsiteX3" fmla="*/ 41911 w 83822"/>
                      <a:gd name="connsiteY3" fmla="*/ 0 h 71249"/>
                      <a:gd name="connsiteX4" fmla="*/ 83822 w 83822"/>
                      <a:gd name="connsiteY4" fmla="*/ 35625 h 71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22" h="71249">
                        <a:moveTo>
                          <a:pt x="83822" y="35625"/>
                        </a:moveTo>
                        <a:cubicBezTo>
                          <a:pt x="83822" y="55299"/>
                          <a:pt x="65058" y="71249"/>
                          <a:pt x="41911" y="71249"/>
                        </a:cubicBezTo>
                        <a:cubicBezTo>
                          <a:pt x="18764" y="71249"/>
                          <a:pt x="0" y="55299"/>
                          <a:pt x="0" y="35625"/>
                        </a:cubicBezTo>
                        <a:cubicBezTo>
                          <a:pt x="0" y="15950"/>
                          <a:pt x="18764" y="0"/>
                          <a:pt x="41911" y="0"/>
                        </a:cubicBezTo>
                        <a:cubicBezTo>
                          <a:pt x="65058" y="0"/>
                          <a:pt x="83822" y="15950"/>
                          <a:pt x="83822" y="3562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502" name="Forme libre : forme 15501">
                    <a:extLst>
                      <a:ext uri="{FF2B5EF4-FFF2-40B4-BE49-F238E27FC236}">
                        <a16:creationId xmlns:a16="http://schemas.microsoft.com/office/drawing/2014/main" id="{93CF0CCC-4F2D-40FB-BF5C-1E7BB2CF9B33}"/>
                      </a:ext>
                    </a:extLst>
                  </p:cNvPr>
                  <p:cNvSpPr/>
                  <p:nvPr/>
                </p:nvSpPr>
                <p:spPr>
                  <a:xfrm rot="-5085689">
                    <a:off x="7619726" y="4608633"/>
                    <a:ext cx="19240" cy="22097"/>
                  </a:xfrm>
                  <a:custGeom>
                    <a:avLst/>
                    <a:gdLst>
                      <a:gd name="connsiteX0" fmla="*/ 19240 w 19240"/>
                      <a:gd name="connsiteY0" fmla="*/ 11049 h 22097"/>
                      <a:gd name="connsiteX1" fmla="*/ 9620 w 19240"/>
                      <a:gd name="connsiteY1" fmla="*/ 22098 h 22097"/>
                      <a:gd name="connsiteX2" fmla="*/ 0 w 19240"/>
                      <a:gd name="connsiteY2" fmla="*/ 11049 h 22097"/>
                      <a:gd name="connsiteX3" fmla="*/ 9620 w 19240"/>
                      <a:gd name="connsiteY3" fmla="*/ 0 h 22097"/>
                      <a:gd name="connsiteX4" fmla="*/ 19240 w 19240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40" h="22097">
                        <a:moveTo>
                          <a:pt x="19240" y="11049"/>
                        </a:moveTo>
                        <a:cubicBezTo>
                          <a:pt x="19240" y="17151"/>
                          <a:pt x="14933" y="22098"/>
                          <a:pt x="9620" y="22098"/>
                        </a:cubicBezTo>
                        <a:cubicBezTo>
                          <a:pt x="4307" y="22098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0" y="4947"/>
                          <a:pt x="19240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503" name="Graphique 2">
                  <a:extLst>
                    <a:ext uri="{FF2B5EF4-FFF2-40B4-BE49-F238E27FC236}">
                      <a16:creationId xmlns:a16="http://schemas.microsoft.com/office/drawing/2014/main" id="{66B07791-210C-4032-AEAA-4D0D3551E2DD}"/>
                    </a:ext>
                  </a:extLst>
                </p:cNvPr>
                <p:cNvGrpSpPr/>
                <p:nvPr/>
              </p:nvGrpSpPr>
              <p:grpSpPr>
                <a:xfrm>
                  <a:off x="7700924" y="4521087"/>
                  <a:ext cx="174876" cy="179873"/>
                  <a:chOff x="7700924" y="4521087"/>
                  <a:chExt cx="174876" cy="179873"/>
                </a:xfrm>
                <a:solidFill>
                  <a:schemeClr val="accent1"/>
                </a:solidFill>
              </p:grpSpPr>
              <p:sp>
                <p:nvSpPr>
                  <p:cNvPr id="15504" name="Forme libre : forme 15503">
                    <a:extLst>
                      <a:ext uri="{FF2B5EF4-FFF2-40B4-BE49-F238E27FC236}">
                        <a16:creationId xmlns:a16="http://schemas.microsoft.com/office/drawing/2014/main" id="{1D3CE003-CA62-48B7-9174-119C4DA1DF4E}"/>
                      </a:ext>
                    </a:extLst>
                  </p:cNvPr>
                  <p:cNvSpPr/>
                  <p:nvPr/>
                </p:nvSpPr>
                <p:spPr>
                  <a:xfrm rot="-5085689">
                    <a:off x="7705402" y="4530825"/>
                    <a:ext cx="165921" cy="160397"/>
                  </a:xfrm>
                  <a:custGeom>
                    <a:avLst/>
                    <a:gdLst>
                      <a:gd name="connsiteX0" fmla="*/ 165922 w 165921"/>
                      <a:gd name="connsiteY0" fmla="*/ 80199 h 160397"/>
                      <a:gd name="connsiteX1" fmla="*/ 82961 w 165921"/>
                      <a:gd name="connsiteY1" fmla="*/ 160397 h 160397"/>
                      <a:gd name="connsiteX2" fmla="*/ 0 w 165921"/>
                      <a:gd name="connsiteY2" fmla="*/ 80199 h 160397"/>
                      <a:gd name="connsiteX3" fmla="*/ 82961 w 165921"/>
                      <a:gd name="connsiteY3" fmla="*/ 0 h 160397"/>
                      <a:gd name="connsiteX4" fmla="*/ 165922 w 165921"/>
                      <a:gd name="connsiteY4" fmla="*/ 80199 h 160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1" h="160397">
                        <a:moveTo>
                          <a:pt x="165922" y="80199"/>
                        </a:moveTo>
                        <a:cubicBezTo>
                          <a:pt x="165922" y="124491"/>
                          <a:pt x="128779" y="160397"/>
                          <a:pt x="82961" y="160397"/>
                        </a:cubicBezTo>
                        <a:cubicBezTo>
                          <a:pt x="37143" y="160397"/>
                          <a:pt x="0" y="124491"/>
                          <a:pt x="0" y="80199"/>
                        </a:cubicBezTo>
                        <a:cubicBezTo>
                          <a:pt x="0" y="35906"/>
                          <a:pt x="37143" y="0"/>
                          <a:pt x="82961" y="0"/>
                        </a:cubicBezTo>
                        <a:cubicBezTo>
                          <a:pt x="128779" y="0"/>
                          <a:pt x="165922" y="35906"/>
                          <a:pt x="165922" y="8019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505" name="Forme libre : forme 15504">
                    <a:extLst>
                      <a:ext uri="{FF2B5EF4-FFF2-40B4-BE49-F238E27FC236}">
                        <a16:creationId xmlns:a16="http://schemas.microsoft.com/office/drawing/2014/main" id="{D69B41BB-8075-49AC-A39C-29B51C361E55}"/>
                      </a:ext>
                    </a:extLst>
                  </p:cNvPr>
                  <p:cNvSpPr/>
                  <p:nvPr/>
                </p:nvSpPr>
                <p:spPr>
                  <a:xfrm>
                    <a:off x="7708362" y="4528242"/>
                    <a:ext cx="160250" cy="112527"/>
                  </a:xfrm>
                  <a:custGeom>
                    <a:avLst/>
                    <a:gdLst>
                      <a:gd name="connsiteX0" fmla="*/ 5183 w 160250"/>
                      <a:gd name="connsiteY0" fmla="*/ 112527 h 112527"/>
                      <a:gd name="connsiteX1" fmla="*/ 5374 w 160250"/>
                      <a:gd name="connsiteY1" fmla="*/ 100145 h 112527"/>
                      <a:gd name="connsiteX2" fmla="*/ 92813 w 160250"/>
                      <a:gd name="connsiteY2" fmla="*/ 24897 h 112527"/>
                      <a:gd name="connsiteX3" fmla="*/ 160250 w 160250"/>
                      <a:gd name="connsiteY3" fmla="*/ 77856 h 112527"/>
                      <a:gd name="connsiteX4" fmla="*/ 87860 w 160250"/>
                      <a:gd name="connsiteY4" fmla="*/ 323 h 112527"/>
                      <a:gd name="connsiteX5" fmla="*/ 421 w 160250"/>
                      <a:gd name="connsiteY5" fmla="*/ 75570 h 112527"/>
                      <a:gd name="connsiteX6" fmla="*/ 5183 w 160250"/>
                      <a:gd name="connsiteY6" fmla="*/ 112527 h 112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0250" h="112527">
                        <a:moveTo>
                          <a:pt x="5183" y="112527"/>
                        </a:moveTo>
                        <a:cubicBezTo>
                          <a:pt x="4992" y="108432"/>
                          <a:pt x="4897" y="104336"/>
                          <a:pt x="5374" y="100145"/>
                        </a:cubicBezTo>
                        <a:cubicBezTo>
                          <a:pt x="9565" y="54520"/>
                          <a:pt x="48712" y="21087"/>
                          <a:pt x="92813" y="24897"/>
                        </a:cubicBezTo>
                        <a:cubicBezTo>
                          <a:pt x="127293" y="27850"/>
                          <a:pt x="155488" y="51186"/>
                          <a:pt x="160250" y="77856"/>
                        </a:cubicBezTo>
                        <a:cubicBezTo>
                          <a:pt x="158155" y="37566"/>
                          <a:pt x="127865" y="4038"/>
                          <a:pt x="87860" y="323"/>
                        </a:cubicBezTo>
                        <a:cubicBezTo>
                          <a:pt x="43759" y="-3678"/>
                          <a:pt x="4612" y="29946"/>
                          <a:pt x="421" y="75570"/>
                        </a:cubicBezTo>
                        <a:cubicBezTo>
                          <a:pt x="-913" y="88525"/>
                          <a:pt x="992" y="101097"/>
                          <a:pt x="5183" y="112527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506" name="Forme libre : forme 15505">
                    <a:extLst>
                      <a:ext uri="{FF2B5EF4-FFF2-40B4-BE49-F238E27FC236}">
                        <a16:creationId xmlns:a16="http://schemas.microsoft.com/office/drawing/2014/main" id="{55679C57-12AC-4B11-9ADA-3CF58163F744}"/>
                      </a:ext>
                    </a:extLst>
                  </p:cNvPr>
                  <p:cNvSpPr/>
                  <p:nvPr/>
                </p:nvSpPr>
                <p:spPr>
                  <a:xfrm rot="-2730142">
                    <a:off x="7768720" y="4608723"/>
                    <a:ext cx="83822" cy="71249"/>
                  </a:xfrm>
                  <a:custGeom>
                    <a:avLst/>
                    <a:gdLst>
                      <a:gd name="connsiteX0" fmla="*/ 83822 w 83822"/>
                      <a:gd name="connsiteY0" fmla="*/ 35624 h 71249"/>
                      <a:gd name="connsiteX1" fmla="*/ 41911 w 83822"/>
                      <a:gd name="connsiteY1" fmla="*/ 71249 h 71249"/>
                      <a:gd name="connsiteX2" fmla="*/ 0 w 83822"/>
                      <a:gd name="connsiteY2" fmla="*/ 35624 h 71249"/>
                      <a:gd name="connsiteX3" fmla="*/ 41911 w 83822"/>
                      <a:gd name="connsiteY3" fmla="*/ 0 h 71249"/>
                      <a:gd name="connsiteX4" fmla="*/ 83822 w 83822"/>
                      <a:gd name="connsiteY4" fmla="*/ 35624 h 71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22" h="71249">
                        <a:moveTo>
                          <a:pt x="83822" y="35624"/>
                        </a:moveTo>
                        <a:cubicBezTo>
                          <a:pt x="83822" y="55299"/>
                          <a:pt x="65058" y="71249"/>
                          <a:pt x="41911" y="71249"/>
                        </a:cubicBezTo>
                        <a:cubicBezTo>
                          <a:pt x="18764" y="71249"/>
                          <a:pt x="0" y="55299"/>
                          <a:pt x="0" y="35624"/>
                        </a:cubicBezTo>
                        <a:cubicBezTo>
                          <a:pt x="0" y="15949"/>
                          <a:pt x="18764" y="0"/>
                          <a:pt x="41911" y="0"/>
                        </a:cubicBezTo>
                        <a:cubicBezTo>
                          <a:pt x="65058" y="0"/>
                          <a:pt x="83822" y="15950"/>
                          <a:pt x="83822" y="35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507" name="Forme libre : forme 15506">
                    <a:extLst>
                      <a:ext uri="{FF2B5EF4-FFF2-40B4-BE49-F238E27FC236}">
                        <a16:creationId xmlns:a16="http://schemas.microsoft.com/office/drawing/2014/main" id="{C4E7CA84-9F15-4E2F-AA83-6FC80969819F}"/>
                      </a:ext>
                    </a:extLst>
                  </p:cNvPr>
                  <p:cNvSpPr/>
                  <p:nvPr/>
                </p:nvSpPr>
                <p:spPr>
                  <a:xfrm rot="-5085689">
                    <a:off x="7770123" y="4660609"/>
                    <a:ext cx="19240" cy="22097"/>
                  </a:xfrm>
                  <a:custGeom>
                    <a:avLst/>
                    <a:gdLst>
                      <a:gd name="connsiteX0" fmla="*/ 19240 w 19240"/>
                      <a:gd name="connsiteY0" fmla="*/ 11049 h 22097"/>
                      <a:gd name="connsiteX1" fmla="*/ 9620 w 19240"/>
                      <a:gd name="connsiteY1" fmla="*/ 22098 h 22097"/>
                      <a:gd name="connsiteX2" fmla="*/ 0 w 19240"/>
                      <a:gd name="connsiteY2" fmla="*/ 11049 h 22097"/>
                      <a:gd name="connsiteX3" fmla="*/ 9620 w 19240"/>
                      <a:gd name="connsiteY3" fmla="*/ 0 h 22097"/>
                      <a:gd name="connsiteX4" fmla="*/ 19240 w 19240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40" h="22097">
                        <a:moveTo>
                          <a:pt x="19240" y="11049"/>
                        </a:moveTo>
                        <a:cubicBezTo>
                          <a:pt x="19240" y="17151"/>
                          <a:pt x="14933" y="22098"/>
                          <a:pt x="9620" y="22098"/>
                        </a:cubicBezTo>
                        <a:cubicBezTo>
                          <a:pt x="4307" y="22098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0" y="4947"/>
                          <a:pt x="19240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508" name="Graphique 2">
                  <a:extLst>
                    <a:ext uri="{FF2B5EF4-FFF2-40B4-BE49-F238E27FC236}">
                      <a16:creationId xmlns:a16="http://schemas.microsoft.com/office/drawing/2014/main" id="{324AF2A7-0588-476B-AB33-ACBE2C47431D}"/>
                    </a:ext>
                  </a:extLst>
                </p:cNvPr>
                <p:cNvGrpSpPr/>
                <p:nvPr/>
              </p:nvGrpSpPr>
              <p:grpSpPr>
                <a:xfrm>
                  <a:off x="7659810" y="4405307"/>
                  <a:ext cx="174876" cy="179873"/>
                  <a:chOff x="7659810" y="4405307"/>
                  <a:chExt cx="174876" cy="179873"/>
                </a:xfrm>
                <a:solidFill>
                  <a:schemeClr val="accent1"/>
                </a:solidFill>
              </p:grpSpPr>
              <p:sp>
                <p:nvSpPr>
                  <p:cNvPr id="15509" name="Forme libre : forme 15508">
                    <a:extLst>
                      <a:ext uri="{FF2B5EF4-FFF2-40B4-BE49-F238E27FC236}">
                        <a16:creationId xmlns:a16="http://schemas.microsoft.com/office/drawing/2014/main" id="{BA382651-C23A-4B54-852C-9F35800A8581}"/>
                      </a:ext>
                    </a:extLst>
                  </p:cNvPr>
                  <p:cNvSpPr/>
                  <p:nvPr/>
                </p:nvSpPr>
                <p:spPr>
                  <a:xfrm rot="-5085689">
                    <a:off x="7664287" y="4415045"/>
                    <a:ext cx="165921" cy="160397"/>
                  </a:xfrm>
                  <a:custGeom>
                    <a:avLst/>
                    <a:gdLst>
                      <a:gd name="connsiteX0" fmla="*/ 165922 w 165921"/>
                      <a:gd name="connsiteY0" fmla="*/ 80199 h 160397"/>
                      <a:gd name="connsiteX1" fmla="*/ 82961 w 165921"/>
                      <a:gd name="connsiteY1" fmla="*/ 160398 h 160397"/>
                      <a:gd name="connsiteX2" fmla="*/ 0 w 165921"/>
                      <a:gd name="connsiteY2" fmla="*/ 80199 h 160397"/>
                      <a:gd name="connsiteX3" fmla="*/ 82961 w 165921"/>
                      <a:gd name="connsiteY3" fmla="*/ 0 h 160397"/>
                      <a:gd name="connsiteX4" fmla="*/ 165922 w 165921"/>
                      <a:gd name="connsiteY4" fmla="*/ 80199 h 160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1" h="160397">
                        <a:moveTo>
                          <a:pt x="165922" y="80199"/>
                        </a:moveTo>
                        <a:cubicBezTo>
                          <a:pt x="165922" y="124491"/>
                          <a:pt x="128779" y="160398"/>
                          <a:pt x="82961" y="160398"/>
                        </a:cubicBezTo>
                        <a:cubicBezTo>
                          <a:pt x="37143" y="160398"/>
                          <a:pt x="0" y="124491"/>
                          <a:pt x="0" y="80199"/>
                        </a:cubicBezTo>
                        <a:cubicBezTo>
                          <a:pt x="0" y="35906"/>
                          <a:pt x="37143" y="0"/>
                          <a:pt x="82961" y="0"/>
                        </a:cubicBezTo>
                        <a:cubicBezTo>
                          <a:pt x="128779" y="0"/>
                          <a:pt x="165922" y="35906"/>
                          <a:pt x="165922" y="8019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510" name="Forme libre : forme 15509">
                    <a:extLst>
                      <a:ext uri="{FF2B5EF4-FFF2-40B4-BE49-F238E27FC236}">
                        <a16:creationId xmlns:a16="http://schemas.microsoft.com/office/drawing/2014/main" id="{D1B2749F-19FC-4CC6-A02D-B96DA1AF9C42}"/>
                      </a:ext>
                    </a:extLst>
                  </p:cNvPr>
                  <p:cNvSpPr/>
                  <p:nvPr/>
                </p:nvSpPr>
                <p:spPr>
                  <a:xfrm>
                    <a:off x="7667251" y="4412513"/>
                    <a:ext cx="160212" cy="112527"/>
                  </a:xfrm>
                  <a:custGeom>
                    <a:avLst/>
                    <a:gdLst>
                      <a:gd name="connsiteX0" fmla="*/ 5146 w 160212"/>
                      <a:gd name="connsiteY0" fmla="*/ 112527 h 112527"/>
                      <a:gd name="connsiteX1" fmla="*/ 5336 w 160212"/>
                      <a:gd name="connsiteY1" fmla="*/ 100145 h 112527"/>
                      <a:gd name="connsiteX2" fmla="*/ 92776 w 160212"/>
                      <a:gd name="connsiteY2" fmla="*/ 24897 h 112527"/>
                      <a:gd name="connsiteX3" fmla="*/ 160213 w 160212"/>
                      <a:gd name="connsiteY3" fmla="*/ 77856 h 112527"/>
                      <a:gd name="connsiteX4" fmla="*/ 87823 w 160212"/>
                      <a:gd name="connsiteY4" fmla="*/ 323 h 112527"/>
                      <a:gd name="connsiteX5" fmla="*/ 383 w 160212"/>
                      <a:gd name="connsiteY5" fmla="*/ 75570 h 112527"/>
                      <a:gd name="connsiteX6" fmla="*/ 5146 w 160212"/>
                      <a:gd name="connsiteY6" fmla="*/ 112527 h 112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0212" h="112527">
                        <a:moveTo>
                          <a:pt x="5146" y="112527"/>
                        </a:moveTo>
                        <a:cubicBezTo>
                          <a:pt x="4955" y="108432"/>
                          <a:pt x="4860" y="104336"/>
                          <a:pt x="5336" y="100145"/>
                        </a:cubicBezTo>
                        <a:cubicBezTo>
                          <a:pt x="9527" y="54520"/>
                          <a:pt x="48675" y="21087"/>
                          <a:pt x="92776" y="24897"/>
                        </a:cubicBezTo>
                        <a:cubicBezTo>
                          <a:pt x="127256" y="27850"/>
                          <a:pt x="155450" y="51186"/>
                          <a:pt x="160213" y="77856"/>
                        </a:cubicBezTo>
                        <a:cubicBezTo>
                          <a:pt x="158117" y="37566"/>
                          <a:pt x="127827" y="4038"/>
                          <a:pt x="87823" y="323"/>
                        </a:cubicBezTo>
                        <a:cubicBezTo>
                          <a:pt x="43722" y="-3678"/>
                          <a:pt x="4574" y="29946"/>
                          <a:pt x="383" y="75570"/>
                        </a:cubicBezTo>
                        <a:cubicBezTo>
                          <a:pt x="-855" y="88524"/>
                          <a:pt x="955" y="101097"/>
                          <a:pt x="5146" y="112527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511" name="Forme libre : forme 15510">
                    <a:extLst>
                      <a:ext uri="{FF2B5EF4-FFF2-40B4-BE49-F238E27FC236}">
                        <a16:creationId xmlns:a16="http://schemas.microsoft.com/office/drawing/2014/main" id="{7DB2E52F-86C5-4A9F-AA9F-6ABDC7A2C7E2}"/>
                      </a:ext>
                    </a:extLst>
                  </p:cNvPr>
                  <p:cNvSpPr/>
                  <p:nvPr/>
                </p:nvSpPr>
                <p:spPr>
                  <a:xfrm rot="-2730142">
                    <a:off x="7727568" y="4493019"/>
                    <a:ext cx="83822" cy="71249"/>
                  </a:xfrm>
                  <a:custGeom>
                    <a:avLst/>
                    <a:gdLst>
                      <a:gd name="connsiteX0" fmla="*/ 83822 w 83822"/>
                      <a:gd name="connsiteY0" fmla="*/ 35624 h 71249"/>
                      <a:gd name="connsiteX1" fmla="*/ 41911 w 83822"/>
                      <a:gd name="connsiteY1" fmla="*/ 71249 h 71249"/>
                      <a:gd name="connsiteX2" fmla="*/ 0 w 83822"/>
                      <a:gd name="connsiteY2" fmla="*/ 35624 h 71249"/>
                      <a:gd name="connsiteX3" fmla="*/ 41911 w 83822"/>
                      <a:gd name="connsiteY3" fmla="*/ 0 h 71249"/>
                      <a:gd name="connsiteX4" fmla="*/ 83822 w 83822"/>
                      <a:gd name="connsiteY4" fmla="*/ 35624 h 71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22" h="71249">
                        <a:moveTo>
                          <a:pt x="83822" y="35624"/>
                        </a:moveTo>
                        <a:cubicBezTo>
                          <a:pt x="83822" y="55299"/>
                          <a:pt x="65058" y="71249"/>
                          <a:pt x="41911" y="71249"/>
                        </a:cubicBezTo>
                        <a:cubicBezTo>
                          <a:pt x="18764" y="71249"/>
                          <a:pt x="0" y="55299"/>
                          <a:pt x="0" y="35624"/>
                        </a:cubicBezTo>
                        <a:cubicBezTo>
                          <a:pt x="0" y="15950"/>
                          <a:pt x="18764" y="0"/>
                          <a:pt x="41911" y="0"/>
                        </a:cubicBezTo>
                        <a:cubicBezTo>
                          <a:pt x="65058" y="0"/>
                          <a:pt x="83822" y="15950"/>
                          <a:pt x="83822" y="35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512" name="Forme libre : forme 15511">
                    <a:extLst>
                      <a:ext uri="{FF2B5EF4-FFF2-40B4-BE49-F238E27FC236}">
                        <a16:creationId xmlns:a16="http://schemas.microsoft.com/office/drawing/2014/main" id="{D748E36B-B359-4D56-9C93-A5FEB8F5C690}"/>
                      </a:ext>
                    </a:extLst>
                  </p:cNvPr>
                  <p:cNvSpPr/>
                  <p:nvPr/>
                </p:nvSpPr>
                <p:spPr>
                  <a:xfrm rot="-5085689">
                    <a:off x="7729000" y="4544924"/>
                    <a:ext cx="19240" cy="22097"/>
                  </a:xfrm>
                  <a:custGeom>
                    <a:avLst/>
                    <a:gdLst>
                      <a:gd name="connsiteX0" fmla="*/ 19240 w 19240"/>
                      <a:gd name="connsiteY0" fmla="*/ 11049 h 22097"/>
                      <a:gd name="connsiteX1" fmla="*/ 9620 w 19240"/>
                      <a:gd name="connsiteY1" fmla="*/ 22098 h 22097"/>
                      <a:gd name="connsiteX2" fmla="*/ 0 w 19240"/>
                      <a:gd name="connsiteY2" fmla="*/ 11049 h 22097"/>
                      <a:gd name="connsiteX3" fmla="*/ 9620 w 19240"/>
                      <a:gd name="connsiteY3" fmla="*/ 0 h 22097"/>
                      <a:gd name="connsiteX4" fmla="*/ 19240 w 19240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40" h="22097">
                        <a:moveTo>
                          <a:pt x="19240" y="11049"/>
                        </a:moveTo>
                        <a:cubicBezTo>
                          <a:pt x="19240" y="17151"/>
                          <a:pt x="14933" y="22098"/>
                          <a:pt x="9620" y="22098"/>
                        </a:cubicBezTo>
                        <a:cubicBezTo>
                          <a:pt x="4307" y="22098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0" y="4947"/>
                          <a:pt x="19240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sp>
            <p:nvSpPr>
              <p:cNvPr id="15513" name="Forme libre : forme 15512">
                <a:extLst>
                  <a:ext uri="{FF2B5EF4-FFF2-40B4-BE49-F238E27FC236}">
                    <a16:creationId xmlns:a16="http://schemas.microsoft.com/office/drawing/2014/main" id="{62FB9579-1A04-4FE0-B2C2-373F3B3FAA3D}"/>
                  </a:ext>
                </a:extLst>
              </p:cNvPr>
              <p:cNvSpPr/>
              <p:nvPr/>
            </p:nvSpPr>
            <p:spPr>
              <a:xfrm>
                <a:off x="7668500" y="4281391"/>
                <a:ext cx="76191" cy="190309"/>
              </a:xfrm>
              <a:custGeom>
                <a:avLst/>
                <a:gdLst>
                  <a:gd name="connsiteX0" fmla="*/ 35901 w 76191"/>
                  <a:gd name="connsiteY0" fmla="*/ 104966 h 190309"/>
                  <a:gd name="connsiteX1" fmla="*/ 46950 w 76191"/>
                  <a:gd name="connsiteY1" fmla="*/ 87154 h 190309"/>
                  <a:gd name="connsiteX2" fmla="*/ 76192 w 76191"/>
                  <a:gd name="connsiteY2" fmla="*/ 0 h 190309"/>
                  <a:gd name="connsiteX3" fmla="*/ 59142 w 76191"/>
                  <a:gd name="connsiteY3" fmla="*/ 50959 h 190309"/>
                  <a:gd name="connsiteX4" fmla="*/ 32567 w 76191"/>
                  <a:gd name="connsiteY4" fmla="*/ 98012 h 190309"/>
                  <a:gd name="connsiteX5" fmla="*/ 10469 w 76191"/>
                  <a:gd name="connsiteY5" fmla="*/ 146018 h 190309"/>
                  <a:gd name="connsiteX6" fmla="*/ 849 w 76191"/>
                  <a:gd name="connsiteY6" fmla="*/ 190310 h 190309"/>
                  <a:gd name="connsiteX7" fmla="*/ 6945 w 76191"/>
                  <a:gd name="connsiteY7" fmla="*/ 169926 h 190309"/>
                  <a:gd name="connsiteX8" fmla="*/ 14851 w 76191"/>
                  <a:gd name="connsiteY8" fmla="*/ 147352 h 190309"/>
                  <a:gd name="connsiteX9" fmla="*/ 35901 w 76191"/>
                  <a:gd name="connsiteY9" fmla="*/ 104966 h 190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6191" h="190309">
                    <a:moveTo>
                      <a:pt x="35901" y="104966"/>
                    </a:moveTo>
                    <a:cubicBezTo>
                      <a:pt x="39521" y="98965"/>
                      <a:pt x="43331" y="93154"/>
                      <a:pt x="46950" y="87154"/>
                    </a:cubicBezTo>
                    <a:cubicBezTo>
                      <a:pt x="62666" y="60579"/>
                      <a:pt x="72668" y="30671"/>
                      <a:pt x="76192" y="0"/>
                    </a:cubicBezTo>
                    <a:cubicBezTo>
                      <a:pt x="74287" y="17907"/>
                      <a:pt x="67524" y="34957"/>
                      <a:pt x="59142" y="50959"/>
                    </a:cubicBezTo>
                    <a:cubicBezTo>
                      <a:pt x="50855" y="66961"/>
                      <a:pt x="41045" y="82105"/>
                      <a:pt x="32567" y="98012"/>
                    </a:cubicBezTo>
                    <a:cubicBezTo>
                      <a:pt x="24281" y="113538"/>
                      <a:pt x="17232" y="129826"/>
                      <a:pt x="10469" y="146018"/>
                    </a:cubicBezTo>
                    <a:cubicBezTo>
                      <a:pt x="5135" y="158972"/>
                      <a:pt x="-2580" y="175927"/>
                      <a:pt x="849" y="190310"/>
                    </a:cubicBezTo>
                    <a:cubicBezTo>
                      <a:pt x="4564" y="187262"/>
                      <a:pt x="5516" y="174688"/>
                      <a:pt x="6945" y="169926"/>
                    </a:cubicBezTo>
                    <a:cubicBezTo>
                      <a:pt x="9231" y="162306"/>
                      <a:pt x="11898" y="154781"/>
                      <a:pt x="14851" y="147352"/>
                    </a:cubicBezTo>
                    <a:cubicBezTo>
                      <a:pt x="20661" y="132683"/>
                      <a:pt x="27710" y="118491"/>
                      <a:pt x="35901" y="104966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14" name="Forme libre : forme 15513">
                <a:extLst>
                  <a:ext uri="{FF2B5EF4-FFF2-40B4-BE49-F238E27FC236}">
                    <a16:creationId xmlns:a16="http://schemas.microsoft.com/office/drawing/2014/main" id="{C5C9E76B-E141-4605-BAB9-C4662F809D1B}"/>
                  </a:ext>
                </a:extLst>
              </p:cNvPr>
              <p:cNvSpPr/>
              <p:nvPr/>
            </p:nvSpPr>
            <p:spPr>
              <a:xfrm>
                <a:off x="7820270" y="4293678"/>
                <a:ext cx="15398" cy="212578"/>
              </a:xfrm>
              <a:custGeom>
                <a:avLst/>
                <a:gdLst>
                  <a:gd name="connsiteX0" fmla="*/ 12338 w 15398"/>
                  <a:gd name="connsiteY0" fmla="*/ 168973 h 212578"/>
                  <a:gd name="connsiteX1" fmla="*/ 50 w 15398"/>
                  <a:gd name="connsiteY1" fmla="*/ 50863 h 212578"/>
                  <a:gd name="connsiteX2" fmla="*/ 6337 w 15398"/>
                  <a:gd name="connsiteY2" fmla="*/ 0 h 212578"/>
                  <a:gd name="connsiteX3" fmla="*/ 5289 w 15398"/>
                  <a:gd name="connsiteY3" fmla="*/ 75724 h 212578"/>
                  <a:gd name="connsiteX4" fmla="*/ 8147 w 15398"/>
                  <a:gd name="connsiteY4" fmla="*/ 110014 h 212578"/>
                  <a:gd name="connsiteX5" fmla="*/ 11766 w 15398"/>
                  <a:gd name="connsiteY5" fmla="*/ 133350 h 212578"/>
                  <a:gd name="connsiteX6" fmla="*/ 15100 w 15398"/>
                  <a:gd name="connsiteY6" fmla="*/ 176974 h 212578"/>
                  <a:gd name="connsiteX7" fmla="*/ 14909 w 15398"/>
                  <a:gd name="connsiteY7" fmla="*/ 198406 h 212578"/>
                  <a:gd name="connsiteX8" fmla="*/ 9004 w 15398"/>
                  <a:gd name="connsiteY8" fmla="*/ 211741 h 212578"/>
                  <a:gd name="connsiteX9" fmla="*/ 11290 w 15398"/>
                  <a:gd name="connsiteY9" fmla="*/ 191453 h 212578"/>
                  <a:gd name="connsiteX10" fmla="*/ 12338 w 15398"/>
                  <a:gd name="connsiteY10" fmla="*/ 168973 h 212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398" h="212578">
                    <a:moveTo>
                      <a:pt x="12338" y="168973"/>
                    </a:moveTo>
                    <a:cubicBezTo>
                      <a:pt x="11957" y="129349"/>
                      <a:pt x="-902" y="90488"/>
                      <a:pt x="50" y="50863"/>
                    </a:cubicBezTo>
                    <a:cubicBezTo>
                      <a:pt x="431" y="33814"/>
                      <a:pt x="3384" y="16859"/>
                      <a:pt x="6337" y="0"/>
                    </a:cubicBezTo>
                    <a:cubicBezTo>
                      <a:pt x="4527" y="25241"/>
                      <a:pt x="4241" y="50482"/>
                      <a:pt x="5289" y="75724"/>
                    </a:cubicBezTo>
                    <a:cubicBezTo>
                      <a:pt x="5765" y="87154"/>
                      <a:pt x="6527" y="98679"/>
                      <a:pt x="8147" y="110014"/>
                    </a:cubicBezTo>
                    <a:cubicBezTo>
                      <a:pt x="9194" y="117824"/>
                      <a:pt x="10623" y="125539"/>
                      <a:pt x="11766" y="133350"/>
                    </a:cubicBezTo>
                    <a:cubicBezTo>
                      <a:pt x="13766" y="147828"/>
                      <a:pt x="14433" y="162401"/>
                      <a:pt x="15100" y="176974"/>
                    </a:cubicBezTo>
                    <a:cubicBezTo>
                      <a:pt x="15386" y="184118"/>
                      <a:pt x="15671" y="191262"/>
                      <a:pt x="14909" y="198406"/>
                    </a:cubicBezTo>
                    <a:cubicBezTo>
                      <a:pt x="14624" y="200787"/>
                      <a:pt x="12528" y="216313"/>
                      <a:pt x="9004" y="211741"/>
                    </a:cubicBezTo>
                    <a:cubicBezTo>
                      <a:pt x="6432" y="208502"/>
                      <a:pt x="10814" y="195644"/>
                      <a:pt x="11290" y="191453"/>
                    </a:cubicBezTo>
                    <a:cubicBezTo>
                      <a:pt x="12052" y="184023"/>
                      <a:pt x="12433" y="176498"/>
                      <a:pt x="12338" y="168973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15" name="Forme libre : forme 15514">
                <a:extLst>
                  <a:ext uri="{FF2B5EF4-FFF2-40B4-BE49-F238E27FC236}">
                    <a16:creationId xmlns:a16="http://schemas.microsoft.com/office/drawing/2014/main" id="{A4FD4FA3-FF67-45E9-A85E-BE3BBF3ADE92}"/>
                  </a:ext>
                </a:extLst>
              </p:cNvPr>
              <p:cNvSpPr/>
              <p:nvPr/>
            </p:nvSpPr>
            <p:spPr>
              <a:xfrm>
                <a:off x="7718953" y="4267864"/>
                <a:ext cx="101111" cy="163057"/>
              </a:xfrm>
              <a:custGeom>
                <a:avLst/>
                <a:gdLst>
                  <a:gd name="connsiteX0" fmla="*/ 80793 w 101111"/>
                  <a:gd name="connsiteY0" fmla="*/ 151449 h 163057"/>
                  <a:gd name="connsiteX1" fmla="*/ 18785 w 101111"/>
                  <a:gd name="connsiteY1" fmla="*/ 135828 h 163057"/>
                  <a:gd name="connsiteX2" fmla="*/ 211 w 101111"/>
                  <a:gd name="connsiteY2" fmla="*/ 137448 h 163057"/>
                  <a:gd name="connsiteX3" fmla="*/ 4974 w 101111"/>
                  <a:gd name="connsiteY3" fmla="*/ 116397 h 163057"/>
                  <a:gd name="connsiteX4" fmla="*/ 23643 w 101111"/>
                  <a:gd name="connsiteY4" fmla="*/ 58009 h 163057"/>
                  <a:gd name="connsiteX5" fmla="*/ 41550 w 101111"/>
                  <a:gd name="connsiteY5" fmla="*/ 9717 h 163057"/>
                  <a:gd name="connsiteX6" fmla="*/ 53742 w 101111"/>
                  <a:gd name="connsiteY6" fmla="*/ 669 h 163057"/>
                  <a:gd name="connsiteX7" fmla="*/ 73554 w 101111"/>
                  <a:gd name="connsiteY7" fmla="*/ 6288 h 163057"/>
                  <a:gd name="connsiteX8" fmla="*/ 82793 w 101111"/>
                  <a:gd name="connsiteY8" fmla="*/ 25433 h 163057"/>
                  <a:gd name="connsiteX9" fmla="*/ 83365 w 101111"/>
                  <a:gd name="connsiteY9" fmla="*/ 47055 h 163057"/>
                  <a:gd name="connsiteX10" fmla="*/ 82412 w 101111"/>
                  <a:gd name="connsiteY10" fmla="*/ 66963 h 163057"/>
                  <a:gd name="connsiteX11" fmla="*/ 82793 w 101111"/>
                  <a:gd name="connsiteY11" fmla="*/ 86298 h 163057"/>
                  <a:gd name="connsiteX12" fmla="*/ 86127 w 101111"/>
                  <a:gd name="connsiteY12" fmla="*/ 99824 h 163057"/>
                  <a:gd name="connsiteX13" fmla="*/ 96985 w 101111"/>
                  <a:gd name="connsiteY13" fmla="*/ 136971 h 163057"/>
                  <a:gd name="connsiteX14" fmla="*/ 98605 w 101111"/>
                  <a:gd name="connsiteY14" fmla="*/ 162308 h 163057"/>
                  <a:gd name="connsiteX15" fmla="*/ 80793 w 101111"/>
                  <a:gd name="connsiteY15" fmla="*/ 151449 h 163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1111" h="163057">
                    <a:moveTo>
                      <a:pt x="80793" y="151449"/>
                    </a:moveTo>
                    <a:cubicBezTo>
                      <a:pt x="63267" y="138400"/>
                      <a:pt x="40407" y="132590"/>
                      <a:pt x="18785" y="135828"/>
                    </a:cubicBezTo>
                    <a:cubicBezTo>
                      <a:pt x="12594" y="136781"/>
                      <a:pt x="6403" y="138400"/>
                      <a:pt x="211" y="137448"/>
                    </a:cubicBezTo>
                    <a:cubicBezTo>
                      <a:pt x="-836" y="130208"/>
                      <a:pt x="2212" y="123160"/>
                      <a:pt x="4974" y="116397"/>
                    </a:cubicBezTo>
                    <a:cubicBezTo>
                      <a:pt x="12689" y="97442"/>
                      <a:pt x="18976" y="77916"/>
                      <a:pt x="23643" y="58009"/>
                    </a:cubicBezTo>
                    <a:cubicBezTo>
                      <a:pt x="27548" y="41150"/>
                      <a:pt x="30691" y="23243"/>
                      <a:pt x="41550" y="9717"/>
                    </a:cubicBezTo>
                    <a:cubicBezTo>
                      <a:pt x="44788" y="5717"/>
                      <a:pt x="48789" y="2097"/>
                      <a:pt x="53742" y="669"/>
                    </a:cubicBezTo>
                    <a:cubicBezTo>
                      <a:pt x="60695" y="-1332"/>
                      <a:pt x="68410" y="1335"/>
                      <a:pt x="73554" y="6288"/>
                    </a:cubicBezTo>
                    <a:cubicBezTo>
                      <a:pt x="78697" y="11337"/>
                      <a:pt x="81555" y="18385"/>
                      <a:pt x="82793" y="25433"/>
                    </a:cubicBezTo>
                    <a:cubicBezTo>
                      <a:pt x="83936" y="32577"/>
                      <a:pt x="83650" y="39816"/>
                      <a:pt x="83365" y="47055"/>
                    </a:cubicBezTo>
                    <a:cubicBezTo>
                      <a:pt x="83079" y="53723"/>
                      <a:pt x="82793" y="60295"/>
                      <a:pt x="82412" y="66963"/>
                    </a:cubicBezTo>
                    <a:cubicBezTo>
                      <a:pt x="82126" y="73439"/>
                      <a:pt x="81841" y="79916"/>
                      <a:pt x="82793" y="86298"/>
                    </a:cubicBezTo>
                    <a:cubicBezTo>
                      <a:pt x="83460" y="90870"/>
                      <a:pt x="84793" y="95347"/>
                      <a:pt x="86127" y="99824"/>
                    </a:cubicBezTo>
                    <a:cubicBezTo>
                      <a:pt x="89746" y="112206"/>
                      <a:pt x="93366" y="124589"/>
                      <a:pt x="96985" y="136971"/>
                    </a:cubicBezTo>
                    <a:cubicBezTo>
                      <a:pt x="98509" y="142115"/>
                      <a:pt x="104415" y="158403"/>
                      <a:pt x="98605" y="162308"/>
                    </a:cubicBezTo>
                    <a:cubicBezTo>
                      <a:pt x="92699" y="166118"/>
                      <a:pt x="84508" y="154307"/>
                      <a:pt x="80793" y="151449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16" name="Forme libre : forme 15515">
                <a:extLst>
                  <a:ext uri="{FF2B5EF4-FFF2-40B4-BE49-F238E27FC236}">
                    <a16:creationId xmlns:a16="http://schemas.microsoft.com/office/drawing/2014/main" id="{4AB1B01F-E48E-47B0-AED4-9DC12AC8366A}"/>
                  </a:ext>
                </a:extLst>
              </p:cNvPr>
              <p:cNvSpPr/>
              <p:nvPr/>
            </p:nvSpPr>
            <p:spPr>
              <a:xfrm>
                <a:off x="7604865" y="4352272"/>
                <a:ext cx="100965" cy="123657"/>
              </a:xfrm>
              <a:custGeom>
                <a:avLst/>
                <a:gdLst>
                  <a:gd name="connsiteX0" fmla="*/ 87535 w 100965"/>
                  <a:gd name="connsiteY0" fmla="*/ 26274 h 123657"/>
                  <a:gd name="connsiteX1" fmla="*/ 100965 w 100965"/>
                  <a:gd name="connsiteY1" fmla="*/ 80 h 123657"/>
                  <a:gd name="connsiteX2" fmla="*/ 96965 w 100965"/>
                  <a:gd name="connsiteY2" fmla="*/ 1699 h 123657"/>
                  <a:gd name="connsiteX3" fmla="*/ 8573 w 100965"/>
                  <a:gd name="connsiteY3" fmla="*/ 109237 h 123657"/>
                  <a:gd name="connsiteX4" fmla="*/ 0 w 100965"/>
                  <a:gd name="connsiteY4" fmla="*/ 122953 h 123657"/>
                  <a:gd name="connsiteX5" fmla="*/ 8954 w 100965"/>
                  <a:gd name="connsiteY5" fmla="*/ 122477 h 123657"/>
                  <a:gd name="connsiteX6" fmla="*/ 36576 w 100965"/>
                  <a:gd name="connsiteY6" fmla="*/ 119143 h 123657"/>
                  <a:gd name="connsiteX7" fmla="*/ 52769 w 100965"/>
                  <a:gd name="connsiteY7" fmla="*/ 116857 h 123657"/>
                  <a:gd name="connsiteX8" fmla="*/ 54769 w 100965"/>
                  <a:gd name="connsiteY8" fmla="*/ 107046 h 123657"/>
                  <a:gd name="connsiteX9" fmla="*/ 57436 w 100965"/>
                  <a:gd name="connsiteY9" fmla="*/ 94854 h 123657"/>
                  <a:gd name="connsiteX10" fmla="*/ 74390 w 100965"/>
                  <a:gd name="connsiteY10" fmla="*/ 49801 h 123657"/>
                  <a:gd name="connsiteX11" fmla="*/ 87535 w 100965"/>
                  <a:gd name="connsiteY11" fmla="*/ 26274 h 12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965" h="123657">
                    <a:moveTo>
                      <a:pt x="87535" y="26274"/>
                    </a:moveTo>
                    <a:cubicBezTo>
                      <a:pt x="92678" y="17892"/>
                      <a:pt x="98393" y="9605"/>
                      <a:pt x="100965" y="80"/>
                    </a:cubicBezTo>
                    <a:cubicBezTo>
                      <a:pt x="99536" y="-301"/>
                      <a:pt x="98108" y="747"/>
                      <a:pt x="96965" y="1699"/>
                    </a:cubicBezTo>
                    <a:cubicBezTo>
                      <a:pt x="61817" y="32179"/>
                      <a:pt x="39815" y="74852"/>
                      <a:pt x="8573" y="109237"/>
                    </a:cubicBezTo>
                    <a:cubicBezTo>
                      <a:pt x="4858" y="113332"/>
                      <a:pt x="857" y="117523"/>
                      <a:pt x="0" y="122953"/>
                    </a:cubicBezTo>
                    <a:cubicBezTo>
                      <a:pt x="2762" y="124381"/>
                      <a:pt x="6001" y="123334"/>
                      <a:pt x="8954" y="122477"/>
                    </a:cubicBezTo>
                    <a:cubicBezTo>
                      <a:pt x="17907" y="119810"/>
                      <a:pt x="27242" y="118667"/>
                      <a:pt x="36576" y="119143"/>
                    </a:cubicBezTo>
                    <a:cubicBezTo>
                      <a:pt x="41053" y="119333"/>
                      <a:pt x="49911" y="121619"/>
                      <a:pt x="52769" y="116857"/>
                    </a:cubicBezTo>
                    <a:cubicBezTo>
                      <a:pt x="54388" y="114190"/>
                      <a:pt x="54293" y="109999"/>
                      <a:pt x="54769" y="107046"/>
                    </a:cubicBezTo>
                    <a:cubicBezTo>
                      <a:pt x="55531" y="102950"/>
                      <a:pt x="56388" y="98854"/>
                      <a:pt x="57436" y="94854"/>
                    </a:cubicBezTo>
                    <a:cubicBezTo>
                      <a:pt x="61436" y="79233"/>
                      <a:pt x="67247" y="64184"/>
                      <a:pt x="74390" y="49801"/>
                    </a:cubicBezTo>
                    <a:cubicBezTo>
                      <a:pt x="78391" y="41800"/>
                      <a:pt x="82868" y="33894"/>
                      <a:pt x="87535" y="26274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17" name="Forme libre : forme 15516">
                <a:extLst>
                  <a:ext uri="{FF2B5EF4-FFF2-40B4-BE49-F238E27FC236}">
                    <a16:creationId xmlns:a16="http://schemas.microsoft.com/office/drawing/2014/main" id="{2475481A-1698-4B0A-BD5F-181E15275370}"/>
                  </a:ext>
                </a:extLst>
              </p:cNvPr>
              <p:cNvSpPr/>
              <p:nvPr/>
            </p:nvSpPr>
            <p:spPr>
              <a:xfrm>
                <a:off x="7834810" y="4407217"/>
                <a:ext cx="33326" cy="157629"/>
              </a:xfrm>
              <a:custGeom>
                <a:avLst/>
                <a:gdLst>
                  <a:gd name="connsiteX0" fmla="*/ 27611 w 33326"/>
                  <a:gd name="connsiteY0" fmla="*/ 156019 h 157629"/>
                  <a:gd name="connsiteX1" fmla="*/ 30277 w 33326"/>
                  <a:gd name="connsiteY1" fmla="*/ 157543 h 157629"/>
                  <a:gd name="connsiteX2" fmla="*/ 31421 w 33326"/>
                  <a:gd name="connsiteY2" fmla="*/ 156115 h 157629"/>
                  <a:gd name="connsiteX3" fmla="*/ 33326 w 33326"/>
                  <a:gd name="connsiteY3" fmla="*/ 141637 h 157629"/>
                  <a:gd name="connsiteX4" fmla="*/ 32183 w 33326"/>
                  <a:gd name="connsiteY4" fmla="*/ 111538 h 157629"/>
                  <a:gd name="connsiteX5" fmla="*/ 22753 w 33326"/>
                  <a:gd name="connsiteY5" fmla="*/ 63055 h 157629"/>
                  <a:gd name="connsiteX6" fmla="*/ 3798 w 33326"/>
                  <a:gd name="connsiteY6" fmla="*/ 0 h 157629"/>
                  <a:gd name="connsiteX7" fmla="*/ 3703 w 33326"/>
                  <a:gd name="connsiteY7" fmla="*/ 31242 h 157629"/>
                  <a:gd name="connsiteX8" fmla="*/ 5989 w 33326"/>
                  <a:gd name="connsiteY8" fmla="*/ 49816 h 157629"/>
                  <a:gd name="connsiteX9" fmla="*/ 6370 w 33326"/>
                  <a:gd name="connsiteY9" fmla="*/ 64865 h 157629"/>
                  <a:gd name="connsiteX10" fmla="*/ 5227 w 33326"/>
                  <a:gd name="connsiteY10" fmla="*/ 90011 h 157629"/>
                  <a:gd name="connsiteX11" fmla="*/ 1607 w 33326"/>
                  <a:gd name="connsiteY11" fmla="*/ 108299 h 157629"/>
                  <a:gd name="connsiteX12" fmla="*/ 369 w 33326"/>
                  <a:gd name="connsiteY12" fmla="*/ 121158 h 157629"/>
                  <a:gd name="connsiteX13" fmla="*/ 6179 w 33326"/>
                  <a:gd name="connsiteY13" fmla="*/ 128683 h 157629"/>
                  <a:gd name="connsiteX14" fmla="*/ 17324 w 33326"/>
                  <a:gd name="connsiteY14" fmla="*/ 140779 h 157629"/>
                  <a:gd name="connsiteX15" fmla="*/ 27611 w 33326"/>
                  <a:gd name="connsiteY15" fmla="*/ 156019 h 157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3326" h="157629">
                    <a:moveTo>
                      <a:pt x="27611" y="156019"/>
                    </a:moveTo>
                    <a:cubicBezTo>
                      <a:pt x="28277" y="156972"/>
                      <a:pt x="29230" y="157924"/>
                      <a:pt x="30277" y="157543"/>
                    </a:cubicBezTo>
                    <a:cubicBezTo>
                      <a:pt x="30849" y="157353"/>
                      <a:pt x="31230" y="156686"/>
                      <a:pt x="31421" y="156115"/>
                    </a:cubicBezTo>
                    <a:cubicBezTo>
                      <a:pt x="33421" y="151638"/>
                      <a:pt x="33326" y="146590"/>
                      <a:pt x="33326" y="141637"/>
                    </a:cubicBezTo>
                    <a:cubicBezTo>
                      <a:pt x="33231" y="131635"/>
                      <a:pt x="33135" y="121539"/>
                      <a:pt x="32183" y="111538"/>
                    </a:cubicBezTo>
                    <a:cubicBezTo>
                      <a:pt x="30563" y="95155"/>
                      <a:pt x="26658" y="79057"/>
                      <a:pt x="22753" y="63055"/>
                    </a:cubicBezTo>
                    <a:cubicBezTo>
                      <a:pt x="17514" y="41719"/>
                      <a:pt x="12275" y="20288"/>
                      <a:pt x="3798" y="0"/>
                    </a:cubicBezTo>
                    <a:cubicBezTo>
                      <a:pt x="2560" y="10382"/>
                      <a:pt x="2560" y="20860"/>
                      <a:pt x="3703" y="31242"/>
                    </a:cubicBezTo>
                    <a:cubicBezTo>
                      <a:pt x="4369" y="37433"/>
                      <a:pt x="5513" y="43624"/>
                      <a:pt x="5989" y="49816"/>
                    </a:cubicBezTo>
                    <a:cubicBezTo>
                      <a:pt x="6370" y="54864"/>
                      <a:pt x="6370" y="59817"/>
                      <a:pt x="6370" y="64865"/>
                    </a:cubicBezTo>
                    <a:cubicBezTo>
                      <a:pt x="6370" y="73247"/>
                      <a:pt x="6370" y="81724"/>
                      <a:pt x="5227" y="90011"/>
                    </a:cubicBezTo>
                    <a:cubicBezTo>
                      <a:pt x="4369" y="96202"/>
                      <a:pt x="2846" y="102203"/>
                      <a:pt x="1607" y="108299"/>
                    </a:cubicBezTo>
                    <a:cubicBezTo>
                      <a:pt x="750" y="112300"/>
                      <a:pt x="-679" y="117062"/>
                      <a:pt x="369" y="121158"/>
                    </a:cubicBezTo>
                    <a:cubicBezTo>
                      <a:pt x="1226" y="124396"/>
                      <a:pt x="3798" y="126587"/>
                      <a:pt x="6179" y="128683"/>
                    </a:cubicBezTo>
                    <a:cubicBezTo>
                      <a:pt x="10370" y="132302"/>
                      <a:pt x="13990" y="136303"/>
                      <a:pt x="17324" y="140779"/>
                    </a:cubicBezTo>
                    <a:cubicBezTo>
                      <a:pt x="20943" y="145828"/>
                      <a:pt x="24182" y="150971"/>
                      <a:pt x="27611" y="156019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18" name="Forme libre : forme 15517">
                <a:extLst>
                  <a:ext uri="{FF2B5EF4-FFF2-40B4-BE49-F238E27FC236}">
                    <a16:creationId xmlns:a16="http://schemas.microsoft.com/office/drawing/2014/main" id="{143A084A-DD97-4F34-8FAE-24AA345CD12B}"/>
                  </a:ext>
                </a:extLst>
              </p:cNvPr>
              <p:cNvSpPr/>
              <p:nvPr/>
            </p:nvSpPr>
            <p:spPr>
              <a:xfrm>
                <a:off x="7764263" y="4359962"/>
                <a:ext cx="32577" cy="43939"/>
              </a:xfrm>
              <a:custGeom>
                <a:avLst/>
                <a:gdLst>
                  <a:gd name="connsiteX0" fmla="*/ 25101 w 32577"/>
                  <a:gd name="connsiteY0" fmla="*/ 43349 h 43939"/>
                  <a:gd name="connsiteX1" fmla="*/ 27673 w 32577"/>
                  <a:gd name="connsiteY1" fmla="*/ 43921 h 43939"/>
                  <a:gd name="connsiteX2" fmla="*/ 31483 w 32577"/>
                  <a:gd name="connsiteY2" fmla="*/ 40587 h 43939"/>
                  <a:gd name="connsiteX3" fmla="*/ 32150 w 32577"/>
                  <a:gd name="connsiteY3" fmla="*/ 30300 h 43939"/>
                  <a:gd name="connsiteX4" fmla="*/ 15291 w 32577"/>
                  <a:gd name="connsiteY4" fmla="*/ 2106 h 43939"/>
                  <a:gd name="connsiteX5" fmla="*/ 10909 w 32577"/>
                  <a:gd name="connsiteY5" fmla="*/ 10 h 43939"/>
                  <a:gd name="connsiteX6" fmla="*/ 6718 w 32577"/>
                  <a:gd name="connsiteY6" fmla="*/ 1344 h 43939"/>
                  <a:gd name="connsiteX7" fmla="*/ 51 w 32577"/>
                  <a:gd name="connsiteY7" fmla="*/ 12393 h 43939"/>
                  <a:gd name="connsiteX8" fmla="*/ 4146 w 32577"/>
                  <a:gd name="connsiteY8" fmla="*/ 25252 h 43939"/>
                  <a:gd name="connsiteX9" fmla="*/ 25101 w 32577"/>
                  <a:gd name="connsiteY9" fmla="*/ 43349 h 4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577" h="43939">
                    <a:moveTo>
                      <a:pt x="25101" y="43349"/>
                    </a:moveTo>
                    <a:cubicBezTo>
                      <a:pt x="25959" y="43730"/>
                      <a:pt x="26816" y="44016"/>
                      <a:pt x="27673" y="43921"/>
                    </a:cubicBezTo>
                    <a:cubicBezTo>
                      <a:pt x="29388" y="43825"/>
                      <a:pt x="30721" y="42206"/>
                      <a:pt x="31483" y="40587"/>
                    </a:cubicBezTo>
                    <a:cubicBezTo>
                      <a:pt x="32912" y="37444"/>
                      <a:pt x="32721" y="33729"/>
                      <a:pt x="32150" y="30300"/>
                    </a:cubicBezTo>
                    <a:cubicBezTo>
                      <a:pt x="30245" y="19251"/>
                      <a:pt x="24149" y="8964"/>
                      <a:pt x="15291" y="2106"/>
                    </a:cubicBezTo>
                    <a:cubicBezTo>
                      <a:pt x="13957" y="1058"/>
                      <a:pt x="12528" y="106"/>
                      <a:pt x="10909" y="10"/>
                    </a:cubicBezTo>
                    <a:cubicBezTo>
                      <a:pt x="9385" y="-85"/>
                      <a:pt x="7956" y="487"/>
                      <a:pt x="6718" y="1344"/>
                    </a:cubicBezTo>
                    <a:cubicBezTo>
                      <a:pt x="3003" y="3725"/>
                      <a:pt x="432" y="7916"/>
                      <a:pt x="51" y="12393"/>
                    </a:cubicBezTo>
                    <a:cubicBezTo>
                      <a:pt x="-330" y="16965"/>
                      <a:pt x="1479" y="21537"/>
                      <a:pt x="4146" y="25252"/>
                    </a:cubicBezTo>
                    <a:cubicBezTo>
                      <a:pt x="8909" y="31824"/>
                      <a:pt x="17386" y="40206"/>
                      <a:pt x="25101" y="4334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15519" name="Forme libre : forme 15518">
              <a:extLst>
                <a:ext uri="{FF2B5EF4-FFF2-40B4-BE49-F238E27FC236}">
                  <a16:creationId xmlns:a16="http://schemas.microsoft.com/office/drawing/2014/main" id="{A4BC74DF-9A56-4C4A-8706-FE9BA7458BDD}"/>
                </a:ext>
              </a:extLst>
            </p:cNvPr>
            <p:cNvSpPr/>
            <p:nvPr/>
          </p:nvSpPr>
          <p:spPr>
            <a:xfrm>
              <a:off x="8017964" y="3323748"/>
              <a:ext cx="126682" cy="137255"/>
            </a:xfrm>
            <a:custGeom>
              <a:avLst/>
              <a:gdLst>
                <a:gd name="connsiteX0" fmla="*/ 0 w 126682"/>
                <a:gd name="connsiteY0" fmla="*/ 11621 h 137255"/>
                <a:gd name="connsiteX1" fmla="*/ 14764 w 126682"/>
                <a:gd name="connsiteY1" fmla="*/ 137255 h 137255"/>
                <a:gd name="connsiteX2" fmla="*/ 77057 w 126682"/>
                <a:gd name="connsiteY2" fmla="*/ 116110 h 137255"/>
                <a:gd name="connsiteX3" fmla="*/ 126682 w 126682"/>
                <a:gd name="connsiteY3" fmla="*/ 71819 h 137255"/>
                <a:gd name="connsiteX4" fmla="*/ 63341 w 126682"/>
                <a:gd name="connsiteY4" fmla="*/ 0 h 13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682" h="137255">
                  <a:moveTo>
                    <a:pt x="0" y="11621"/>
                  </a:moveTo>
                  <a:lnTo>
                    <a:pt x="14764" y="137255"/>
                  </a:lnTo>
                  <a:lnTo>
                    <a:pt x="77057" y="116110"/>
                  </a:lnTo>
                  <a:lnTo>
                    <a:pt x="126682" y="71819"/>
                  </a:lnTo>
                  <a:lnTo>
                    <a:pt x="63341" y="0"/>
                  </a:lnTo>
                  <a:close/>
                </a:path>
              </a:pathLst>
            </a:custGeom>
            <a:solidFill>
              <a:srgbClr val="8244B2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15520" name="Graphique 2">
              <a:extLst>
                <a:ext uri="{FF2B5EF4-FFF2-40B4-BE49-F238E27FC236}">
                  <a16:creationId xmlns:a16="http://schemas.microsoft.com/office/drawing/2014/main" id="{41E8AB78-3B06-4919-804F-1F4A8FB5D0D9}"/>
                </a:ext>
              </a:extLst>
            </p:cNvPr>
            <p:cNvGrpSpPr/>
            <p:nvPr/>
          </p:nvGrpSpPr>
          <p:grpSpPr>
            <a:xfrm>
              <a:off x="7934716" y="3228696"/>
              <a:ext cx="160401" cy="168774"/>
              <a:chOff x="7934716" y="3228696"/>
              <a:chExt cx="160401" cy="168774"/>
            </a:xfrm>
            <a:solidFill>
              <a:schemeClr val="accent1"/>
            </a:solidFill>
          </p:grpSpPr>
          <p:sp>
            <p:nvSpPr>
              <p:cNvPr id="15521" name="Forme libre : forme 15520">
                <a:extLst>
                  <a:ext uri="{FF2B5EF4-FFF2-40B4-BE49-F238E27FC236}">
                    <a16:creationId xmlns:a16="http://schemas.microsoft.com/office/drawing/2014/main" id="{1AC2B2D4-BD15-454D-A1A9-1796A688DACA}"/>
                  </a:ext>
                </a:extLst>
              </p:cNvPr>
              <p:cNvSpPr/>
              <p:nvPr/>
            </p:nvSpPr>
            <p:spPr>
              <a:xfrm>
                <a:off x="7934716" y="3231546"/>
                <a:ext cx="160401" cy="165925"/>
              </a:xfrm>
              <a:custGeom>
                <a:avLst/>
                <a:gdLst>
                  <a:gd name="connsiteX0" fmla="*/ 160401 w 160401"/>
                  <a:gd name="connsiteY0" fmla="*/ 82963 h 165925"/>
                  <a:gd name="connsiteX1" fmla="*/ 80200 w 160401"/>
                  <a:gd name="connsiteY1" fmla="*/ 165926 h 165925"/>
                  <a:gd name="connsiteX2" fmla="*/ 0 w 160401"/>
                  <a:gd name="connsiteY2" fmla="*/ 82963 h 165925"/>
                  <a:gd name="connsiteX3" fmla="*/ 80200 w 160401"/>
                  <a:gd name="connsiteY3" fmla="*/ 0 h 165925"/>
                  <a:gd name="connsiteX4" fmla="*/ 160401 w 160401"/>
                  <a:gd name="connsiteY4" fmla="*/ 82963 h 165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401" h="165925">
                    <a:moveTo>
                      <a:pt x="160401" y="82963"/>
                    </a:moveTo>
                    <a:cubicBezTo>
                      <a:pt x="160401" y="128782"/>
                      <a:pt x="124494" y="165926"/>
                      <a:pt x="80200" y="165926"/>
                    </a:cubicBezTo>
                    <a:cubicBezTo>
                      <a:pt x="35907" y="165926"/>
                      <a:pt x="0" y="128782"/>
                      <a:pt x="0" y="82963"/>
                    </a:cubicBezTo>
                    <a:cubicBezTo>
                      <a:pt x="0" y="37144"/>
                      <a:pt x="35907" y="0"/>
                      <a:pt x="80200" y="0"/>
                    </a:cubicBezTo>
                    <a:cubicBezTo>
                      <a:pt x="124494" y="0"/>
                      <a:pt x="160401" y="37144"/>
                      <a:pt x="160401" y="82963"/>
                    </a:cubicBez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22" name="Forme libre : forme 15521">
                <a:extLst>
                  <a:ext uri="{FF2B5EF4-FFF2-40B4-BE49-F238E27FC236}">
                    <a16:creationId xmlns:a16="http://schemas.microsoft.com/office/drawing/2014/main" id="{DF22C79E-F582-4F6B-B2D6-1CE187932399}"/>
                  </a:ext>
                </a:extLst>
              </p:cNvPr>
              <p:cNvSpPr/>
              <p:nvPr/>
            </p:nvSpPr>
            <p:spPr>
              <a:xfrm>
                <a:off x="7935668" y="3278123"/>
                <a:ext cx="159355" cy="119348"/>
              </a:xfrm>
              <a:custGeom>
                <a:avLst/>
                <a:gdLst>
                  <a:gd name="connsiteX0" fmla="*/ 151162 w 159355"/>
                  <a:gd name="connsiteY0" fmla="*/ 0 h 119348"/>
                  <a:gd name="connsiteX1" fmla="*/ 152114 w 159355"/>
                  <a:gd name="connsiteY1" fmla="*/ 12383 h 119348"/>
                  <a:gd name="connsiteX2" fmla="*/ 71914 w 159355"/>
                  <a:gd name="connsiteY2" fmla="*/ 95345 h 119348"/>
                  <a:gd name="connsiteX3" fmla="*/ 0 w 159355"/>
                  <a:gd name="connsiteY3" fmla="*/ 48768 h 119348"/>
                  <a:gd name="connsiteX4" fmla="*/ 79153 w 159355"/>
                  <a:gd name="connsiteY4" fmla="*/ 119348 h 119348"/>
                  <a:gd name="connsiteX5" fmla="*/ 159353 w 159355"/>
                  <a:gd name="connsiteY5" fmla="*/ 36385 h 119348"/>
                  <a:gd name="connsiteX6" fmla="*/ 151162 w 159355"/>
                  <a:gd name="connsiteY6" fmla="*/ 0 h 119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9355" h="119348">
                    <a:moveTo>
                      <a:pt x="151162" y="0"/>
                    </a:moveTo>
                    <a:cubicBezTo>
                      <a:pt x="151733" y="4096"/>
                      <a:pt x="152114" y="8192"/>
                      <a:pt x="152114" y="12383"/>
                    </a:cubicBezTo>
                    <a:cubicBezTo>
                      <a:pt x="152114" y="58198"/>
                      <a:pt x="116205" y="95059"/>
                      <a:pt x="71914" y="95345"/>
                    </a:cubicBezTo>
                    <a:cubicBezTo>
                      <a:pt x="37338" y="95536"/>
                      <a:pt x="7049" y="74867"/>
                      <a:pt x="0" y="48768"/>
                    </a:cubicBezTo>
                    <a:cubicBezTo>
                      <a:pt x="5810" y="88678"/>
                      <a:pt x="38957" y="119348"/>
                      <a:pt x="79153" y="119348"/>
                    </a:cubicBezTo>
                    <a:cubicBezTo>
                      <a:pt x="123444" y="119348"/>
                      <a:pt x="159353" y="82201"/>
                      <a:pt x="159353" y="36385"/>
                    </a:cubicBezTo>
                    <a:cubicBezTo>
                      <a:pt x="159449" y="23336"/>
                      <a:pt x="156401" y="11049"/>
                      <a:pt x="151162" y="0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23" name="Forme libre : forme 15522">
                <a:extLst>
                  <a:ext uri="{FF2B5EF4-FFF2-40B4-BE49-F238E27FC236}">
                    <a16:creationId xmlns:a16="http://schemas.microsoft.com/office/drawing/2014/main" id="{81C94D48-54C6-46A3-B016-ADA86C69438B}"/>
                  </a:ext>
                </a:extLst>
              </p:cNvPr>
              <p:cNvSpPr/>
              <p:nvPr/>
            </p:nvSpPr>
            <p:spPr>
              <a:xfrm rot="-3044547">
                <a:off x="7948023" y="3248067"/>
                <a:ext cx="83819" cy="71246"/>
              </a:xfrm>
              <a:custGeom>
                <a:avLst/>
                <a:gdLst>
                  <a:gd name="connsiteX0" fmla="*/ 83819 w 83819"/>
                  <a:gd name="connsiteY0" fmla="*/ 35623 h 71246"/>
                  <a:gd name="connsiteX1" fmla="*/ 41910 w 83819"/>
                  <a:gd name="connsiteY1" fmla="*/ 71246 h 71246"/>
                  <a:gd name="connsiteX2" fmla="*/ 0 w 83819"/>
                  <a:gd name="connsiteY2" fmla="*/ 35623 h 71246"/>
                  <a:gd name="connsiteX3" fmla="*/ 41910 w 83819"/>
                  <a:gd name="connsiteY3" fmla="*/ 0 h 71246"/>
                  <a:gd name="connsiteX4" fmla="*/ 83819 w 83819"/>
                  <a:gd name="connsiteY4" fmla="*/ 35623 h 7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71246">
                    <a:moveTo>
                      <a:pt x="83819" y="35623"/>
                    </a:moveTo>
                    <a:cubicBezTo>
                      <a:pt x="83819" y="55297"/>
                      <a:pt x="65056" y="71246"/>
                      <a:pt x="41910" y="71246"/>
                    </a:cubicBezTo>
                    <a:cubicBezTo>
                      <a:pt x="18764" y="71246"/>
                      <a:pt x="0" y="55297"/>
                      <a:pt x="0" y="35623"/>
                    </a:cubicBezTo>
                    <a:cubicBezTo>
                      <a:pt x="0" y="15949"/>
                      <a:pt x="18764" y="0"/>
                      <a:pt x="41910" y="0"/>
                    </a:cubicBezTo>
                    <a:cubicBezTo>
                      <a:pt x="65056" y="0"/>
                      <a:pt x="83819" y="15949"/>
                      <a:pt x="83819" y="35623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24" name="Forme libre : forme 15523">
                <a:extLst>
                  <a:ext uri="{FF2B5EF4-FFF2-40B4-BE49-F238E27FC236}">
                    <a16:creationId xmlns:a16="http://schemas.microsoft.com/office/drawing/2014/main" id="{EA440730-9679-47C9-BE0A-D17B71C93A3C}"/>
                  </a:ext>
                </a:extLst>
              </p:cNvPr>
              <p:cNvSpPr/>
              <p:nvPr/>
            </p:nvSpPr>
            <p:spPr>
              <a:xfrm>
                <a:off x="8006915" y="3243738"/>
                <a:ext cx="22098" cy="19240"/>
              </a:xfrm>
              <a:custGeom>
                <a:avLst/>
                <a:gdLst>
                  <a:gd name="connsiteX0" fmla="*/ 22098 w 22098"/>
                  <a:gd name="connsiteY0" fmla="*/ 9620 h 19240"/>
                  <a:gd name="connsiteX1" fmla="*/ 11049 w 22098"/>
                  <a:gd name="connsiteY1" fmla="*/ 19240 h 19240"/>
                  <a:gd name="connsiteX2" fmla="*/ 0 w 22098"/>
                  <a:gd name="connsiteY2" fmla="*/ 9620 h 19240"/>
                  <a:gd name="connsiteX3" fmla="*/ 11049 w 22098"/>
                  <a:gd name="connsiteY3" fmla="*/ 0 h 19240"/>
                  <a:gd name="connsiteX4" fmla="*/ 22098 w 22098"/>
                  <a:gd name="connsiteY4" fmla="*/ 9620 h 19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98" h="19240">
                    <a:moveTo>
                      <a:pt x="22098" y="9620"/>
                    </a:moveTo>
                    <a:cubicBezTo>
                      <a:pt x="22098" y="14933"/>
                      <a:pt x="17151" y="19240"/>
                      <a:pt x="11049" y="19240"/>
                    </a:cubicBezTo>
                    <a:cubicBezTo>
                      <a:pt x="4947" y="19240"/>
                      <a:pt x="0" y="14933"/>
                      <a:pt x="0" y="9620"/>
                    </a:cubicBezTo>
                    <a:cubicBezTo>
                      <a:pt x="0" y="4307"/>
                      <a:pt x="4947" y="0"/>
                      <a:pt x="11049" y="0"/>
                    </a:cubicBezTo>
                    <a:cubicBezTo>
                      <a:pt x="17151" y="0"/>
                      <a:pt x="22098" y="4307"/>
                      <a:pt x="22098" y="9620"/>
                    </a:cubicBezTo>
                    <a:close/>
                  </a:path>
                </a:pathLst>
              </a:custGeom>
              <a:solidFill>
                <a:srgbClr val="D8BBF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525" name="Graphique 2">
              <a:extLst>
                <a:ext uri="{FF2B5EF4-FFF2-40B4-BE49-F238E27FC236}">
                  <a16:creationId xmlns:a16="http://schemas.microsoft.com/office/drawing/2014/main" id="{B908B449-D790-4B67-A7E6-D4F55252201A}"/>
                </a:ext>
              </a:extLst>
            </p:cNvPr>
            <p:cNvGrpSpPr/>
            <p:nvPr/>
          </p:nvGrpSpPr>
          <p:grpSpPr>
            <a:xfrm>
              <a:off x="8086735" y="3281492"/>
              <a:ext cx="160401" cy="168842"/>
              <a:chOff x="8086735" y="3281492"/>
              <a:chExt cx="160401" cy="168842"/>
            </a:xfrm>
            <a:solidFill>
              <a:schemeClr val="accent1"/>
            </a:solidFill>
          </p:grpSpPr>
          <p:sp>
            <p:nvSpPr>
              <p:cNvPr id="15526" name="Forme libre : forme 15525">
                <a:extLst>
                  <a:ext uri="{FF2B5EF4-FFF2-40B4-BE49-F238E27FC236}">
                    <a16:creationId xmlns:a16="http://schemas.microsoft.com/office/drawing/2014/main" id="{1EC958F8-A68E-490B-B35F-E354D72D7E09}"/>
                  </a:ext>
                </a:extLst>
              </p:cNvPr>
              <p:cNvSpPr/>
              <p:nvPr/>
            </p:nvSpPr>
            <p:spPr>
              <a:xfrm>
                <a:off x="8086735" y="3284410"/>
                <a:ext cx="160401" cy="165925"/>
              </a:xfrm>
              <a:custGeom>
                <a:avLst/>
                <a:gdLst>
                  <a:gd name="connsiteX0" fmla="*/ 160401 w 160401"/>
                  <a:gd name="connsiteY0" fmla="*/ 82963 h 165925"/>
                  <a:gd name="connsiteX1" fmla="*/ 80200 w 160401"/>
                  <a:gd name="connsiteY1" fmla="*/ 165926 h 165925"/>
                  <a:gd name="connsiteX2" fmla="*/ 0 w 160401"/>
                  <a:gd name="connsiteY2" fmla="*/ 82963 h 165925"/>
                  <a:gd name="connsiteX3" fmla="*/ 80200 w 160401"/>
                  <a:gd name="connsiteY3" fmla="*/ 0 h 165925"/>
                  <a:gd name="connsiteX4" fmla="*/ 160401 w 160401"/>
                  <a:gd name="connsiteY4" fmla="*/ 82963 h 165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401" h="165925">
                    <a:moveTo>
                      <a:pt x="160401" y="82963"/>
                    </a:moveTo>
                    <a:cubicBezTo>
                      <a:pt x="160401" y="128782"/>
                      <a:pt x="124494" y="165926"/>
                      <a:pt x="80200" y="165926"/>
                    </a:cubicBezTo>
                    <a:cubicBezTo>
                      <a:pt x="35907" y="165926"/>
                      <a:pt x="0" y="128782"/>
                      <a:pt x="0" y="82963"/>
                    </a:cubicBezTo>
                    <a:cubicBezTo>
                      <a:pt x="0" y="37144"/>
                      <a:pt x="35907" y="0"/>
                      <a:pt x="80200" y="0"/>
                    </a:cubicBezTo>
                    <a:cubicBezTo>
                      <a:pt x="124494" y="0"/>
                      <a:pt x="160401" y="37144"/>
                      <a:pt x="160401" y="82963"/>
                    </a:cubicBez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27" name="Forme libre : forme 15526">
                <a:extLst>
                  <a:ext uri="{FF2B5EF4-FFF2-40B4-BE49-F238E27FC236}">
                    <a16:creationId xmlns:a16="http://schemas.microsoft.com/office/drawing/2014/main" id="{DE2A875E-F52D-41FA-AC99-42D5751914AE}"/>
                  </a:ext>
                </a:extLst>
              </p:cNvPr>
              <p:cNvSpPr/>
              <p:nvPr/>
            </p:nvSpPr>
            <p:spPr>
              <a:xfrm>
                <a:off x="8087782" y="3330891"/>
                <a:ext cx="159353" cy="119348"/>
              </a:xfrm>
              <a:custGeom>
                <a:avLst/>
                <a:gdLst>
                  <a:gd name="connsiteX0" fmla="*/ 151162 w 159353"/>
                  <a:gd name="connsiteY0" fmla="*/ 0 h 119348"/>
                  <a:gd name="connsiteX1" fmla="*/ 152114 w 159353"/>
                  <a:gd name="connsiteY1" fmla="*/ 12383 h 119348"/>
                  <a:gd name="connsiteX2" fmla="*/ 71914 w 159353"/>
                  <a:gd name="connsiteY2" fmla="*/ 95345 h 119348"/>
                  <a:gd name="connsiteX3" fmla="*/ 0 w 159353"/>
                  <a:gd name="connsiteY3" fmla="*/ 48768 h 119348"/>
                  <a:gd name="connsiteX4" fmla="*/ 79153 w 159353"/>
                  <a:gd name="connsiteY4" fmla="*/ 119348 h 119348"/>
                  <a:gd name="connsiteX5" fmla="*/ 159353 w 159353"/>
                  <a:gd name="connsiteY5" fmla="*/ 36386 h 119348"/>
                  <a:gd name="connsiteX6" fmla="*/ 151162 w 159353"/>
                  <a:gd name="connsiteY6" fmla="*/ 0 h 119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9353" h="119348">
                    <a:moveTo>
                      <a:pt x="151162" y="0"/>
                    </a:moveTo>
                    <a:cubicBezTo>
                      <a:pt x="151733" y="4096"/>
                      <a:pt x="152114" y="8192"/>
                      <a:pt x="152114" y="12383"/>
                    </a:cubicBezTo>
                    <a:cubicBezTo>
                      <a:pt x="152114" y="58198"/>
                      <a:pt x="116205" y="95059"/>
                      <a:pt x="71914" y="95345"/>
                    </a:cubicBezTo>
                    <a:cubicBezTo>
                      <a:pt x="37338" y="95536"/>
                      <a:pt x="7049" y="74867"/>
                      <a:pt x="0" y="48768"/>
                    </a:cubicBezTo>
                    <a:cubicBezTo>
                      <a:pt x="5810" y="88678"/>
                      <a:pt x="38957" y="119348"/>
                      <a:pt x="79153" y="119348"/>
                    </a:cubicBezTo>
                    <a:cubicBezTo>
                      <a:pt x="123444" y="119348"/>
                      <a:pt x="159353" y="82201"/>
                      <a:pt x="159353" y="36386"/>
                    </a:cubicBezTo>
                    <a:cubicBezTo>
                      <a:pt x="159353" y="23336"/>
                      <a:pt x="156305" y="11049"/>
                      <a:pt x="151162" y="0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28" name="Forme libre : forme 15527">
                <a:extLst>
                  <a:ext uri="{FF2B5EF4-FFF2-40B4-BE49-F238E27FC236}">
                    <a16:creationId xmlns:a16="http://schemas.microsoft.com/office/drawing/2014/main" id="{F584A829-C9A2-4EB0-8AA3-9AFEC22E1338}"/>
                  </a:ext>
                </a:extLst>
              </p:cNvPr>
              <p:cNvSpPr/>
              <p:nvPr/>
            </p:nvSpPr>
            <p:spPr>
              <a:xfrm rot="-3044547">
                <a:off x="8100032" y="3300863"/>
                <a:ext cx="83819" cy="71246"/>
              </a:xfrm>
              <a:custGeom>
                <a:avLst/>
                <a:gdLst>
                  <a:gd name="connsiteX0" fmla="*/ 83819 w 83819"/>
                  <a:gd name="connsiteY0" fmla="*/ 35623 h 71246"/>
                  <a:gd name="connsiteX1" fmla="*/ 41909 w 83819"/>
                  <a:gd name="connsiteY1" fmla="*/ 71246 h 71246"/>
                  <a:gd name="connsiteX2" fmla="*/ 0 w 83819"/>
                  <a:gd name="connsiteY2" fmla="*/ 35623 h 71246"/>
                  <a:gd name="connsiteX3" fmla="*/ 41909 w 83819"/>
                  <a:gd name="connsiteY3" fmla="*/ 0 h 71246"/>
                  <a:gd name="connsiteX4" fmla="*/ 83819 w 83819"/>
                  <a:gd name="connsiteY4" fmla="*/ 35623 h 7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71246">
                    <a:moveTo>
                      <a:pt x="83819" y="35623"/>
                    </a:moveTo>
                    <a:cubicBezTo>
                      <a:pt x="83819" y="55297"/>
                      <a:pt x="65055" y="71246"/>
                      <a:pt x="41909" y="71246"/>
                    </a:cubicBezTo>
                    <a:cubicBezTo>
                      <a:pt x="18763" y="71246"/>
                      <a:pt x="0" y="55297"/>
                      <a:pt x="0" y="35623"/>
                    </a:cubicBezTo>
                    <a:cubicBezTo>
                      <a:pt x="0" y="15949"/>
                      <a:pt x="18763" y="0"/>
                      <a:pt x="41909" y="0"/>
                    </a:cubicBezTo>
                    <a:cubicBezTo>
                      <a:pt x="65055" y="0"/>
                      <a:pt x="83819" y="15949"/>
                      <a:pt x="83819" y="35623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29" name="Forme libre : forme 15528">
                <a:extLst>
                  <a:ext uri="{FF2B5EF4-FFF2-40B4-BE49-F238E27FC236}">
                    <a16:creationId xmlns:a16="http://schemas.microsoft.com/office/drawing/2014/main" id="{080874BA-D3A5-4544-91CB-6E950107B287}"/>
                  </a:ext>
                </a:extLst>
              </p:cNvPr>
              <p:cNvSpPr/>
              <p:nvPr/>
            </p:nvSpPr>
            <p:spPr>
              <a:xfrm>
                <a:off x="8158934" y="3296506"/>
                <a:ext cx="22098" cy="19240"/>
              </a:xfrm>
              <a:custGeom>
                <a:avLst/>
                <a:gdLst>
                  <a:gd name="connsiteX0" fmla="*/ 22098 w 22098"/>
                  <a:gd name="connsiteY0" fmla="*/ 9620 h 19240"/>
                  <a:gd name="connsiteX1" fmla="*/ 11049 w 22098"/>
                  <a:gd name="connsiteY1" fmla="*/ 19241 h 19240"/>
                  <a:gd name="connsiteX2" fmla="*/ 0 w 22098"/>
                  <a:gd name="connsiteY2" fmla="*/ 9620 h 19240"/>
                  <a:gd name="connsiteX3" fmla="*/ 11049 w 22098"/>
                  <a:gd name="connsiteY3" fmla="*/ 0 h 19240"/>
                  <a:gd name="connsiteX4" fmla="*/ 22098 w 22098"/>
                  <a:gd name="connsiteY4" fmla="*/ 9620 h 19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98" h="19240">
                    <a:moveTo>
                      <a:pt x="22098" y="9620"/>
                    </a:moveTo>
                    <a:cubicBezTo>
                      <a:pt x="22098" y="14933"/>
                      <a:pt x="17151" y="19241"/>
                      <a:pt x="11049" y="19241"/>
                    </a:cubicBezTo>
                    <a:cubicBezTo>
                      <a:pt x="4947" y="19241"/>
                      <a:pt x="0" y="14933"/>
                      <a:pt x="0" y="9620"/>
                    </a:cubicBezTo>
                    <a:cubicBezTo>
                      <a:pt x="0" y="4307"/>
                      <a:pt x="4947" y="0"/>
                      <a:pt x="11049" y="0"/>
                    </a:cubicBezTo>
                    <a:cubicBezTo>
                      <a:pt x="17151" y="0"/>
                      <a:pt x="22098" y="4307"/>
                      <a:pt x="22098" y="9620"/>
                    </a:cubicBezTo>
                    <a:close/>
                  </a:path>
                </a:pathLst>
              </a:custGeom>
              <a:solidFill>
                <a:srgbClr val="D8BBF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530" name="Graphique 2">
              <a:extLst>
                <a:ext uri="{FF2B5EF4-FFF2-40B4-BE49-F238E27FC236}">
                  <a16:creationId xmlns:a16="http://schemas.microsoft.com/office/drawing/2014/main" id="{971E8B02-30B8-426C-9676-4674D03C8BED}"/>
                </a:ext>
              </a:extLst>
            </p:cNvPr>
            <p:cNvGrpSpPr/>
            <p:nvPr/>
          </p:nvGrpSpPr>
          <p:grpSpPr>
            <a:xfrm>
              <a:off x="7966434" y="3391255"/>
              <a:ext cx="160401" cy="168808"/>
              <a:chOff x="7966434" y="3391255"/>
              <a:chExt cx="160401" cy="168808"/>
            </a:xfrm>
            <a:solidFill>
              <a:schemeClr val="accent1"/>
            </a:solidFill>
          </p:grpSpPr>
          <p:sp>
            <p:nvSpPr>
              <p:cNvPr id="15531" name="Forme libre : forme 15530">
                <a:extLst>
                  <a:ext uri="{FF2B5EF4-FFF2-40B4-BE49-F238E27FC236}">
                    <a16:creationId xmlns:a16="http://schemas.microsoft.com/office/drawing/2014/main" id="{EA5E4916-348F-45B6-AD6E-F4CB4DE0B83D}"/>
                  </a:ext>
                </a:extLst>
              </p:cNvPr>
              <p:cNvSpPr/>
              <p:nvPr/>
            </p:nvSpPr>
            <p:spPr>
              <a:xfrm>
                <a:off x="7966434" y="3394138"/>
                <a:ext cx="160401" cy="165925"/>
              </a:xfrm>
              <a:custGeom>
                <a:avLst/>
                <a:gdLst>
                  <a:gd name="connsiteX0" fmla="*/ 160401 w 160401"/>
                  <a:gd name="connsiteY0" fmla="*/ 82963 h 165925"/>
                  <a:gd name="connsiteX1" fmla="*/ 80200 w 160401"/>
                  <a:gd name="connsiteY1" fmla="*/ 165925 h 165925"/>
                  <a:gd name="connsiteX2" fmla="*/ 0 w 160401"/>
                  <a:gd name="connsiteY2" fmla="*/ 82963 h 165925"/>
                  <a:gd name="connsiteX3" fmla="*/ 80200 w 160401"/>
                  <a:gd name="connsiteY3" fmla="*/ 0 h 165925"/>
                  <a:gd name="connsiteX4" fmla="*/ 160401 w 160401"/>
                  <a:gd name="connsiteY4" fmla="*/ 82963 h 165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401" h="165925">
                    <a:moveTo>
                      <a:pt x="160401" y="82963"/>
                    </a:moveTo>
                    <a:cubicBezTo>
                      <a:pt x="160401" y="128782"/>
                      <a:pt x="124494" y="165925"/>
                      <a:pt x="80200" y="165925"/>
                    </a:cubicBezTo>
                    <a:cubicBezTo>
                      <a:pt x="35907" y="165925"/>
                      <a:pt x="0" y="128782"/>
                      <a:pt x="0" y="82963"/>
                    </a:cubicBezTo>
                    <a:cubicBezTo>
                      <a:pt x="0" y="37144"/>
                      <a:pt x="35907" y="0"/>
                      <a:pt x="80200" y="0"/>
                    </a:cubicBezTo>
                    <a:cubicBezTo>
                      <a:pt x="124494" y="0"/>
                      <a:pt x="160401" y="37143"/>
                      <a:pt x="160401" y="82963"/>
                    </a:cubicBez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32" name="Forme libre : forme 15531">
                <a:extLst>
                  <a:ext uri="{FF2B5EF4-FFF2-40B4-BE49-F238E27FC236}">
                    <a16:creationId xmlns:a16="http://schemas.microsoft.com/office/drawing/2014/main" id="{1E78EA72-448B-4B8C-BCA6-8CB4A8BC0864}"/>
                  </a:ext>
                </a:extLst>
              </p:cNvPr>
              <p:cNvSpPr/>
              <p:nvPr/>
            </p:nvSpPr>
            <p:spPr>
              <a:xfrm>
                <a:off x="7967386" y="3440715"/>
                <a:ext cx="159353" cy="119348"/>
              </a:xfrm>
              <a:custGeom>
                <a:avLst/>
                <a:gdLst>
                  <a:gd name="connsiteX0" fmla="*/ 151162 w 159353"/>
                  <a:gd name="connsiteY0" fmla="*/ 0 h 119348"/>
                  <a:gd name="connsiteX1" fmla="*/ 152114 w 159353"/>
                  <a:gd name="connsiteY1" fmla="*/ 12383 h 119348"/>
                  <a:gd name="connsiteX2" fmla="*/ 71914 w 159353"/>
                  <a:gd name="connsiteY2" fmla="*/ 95345 h 119348"/>
                  <a:gd name="connsiteX3" fmla="*/ 0 w 159353"/>
                  <a:gd name="connsiteY3" fmla="*/ 48768 h 119348"/>
                  <a:gd name="connsiteX4" fmla="*/ 79153 w 159353"/>
                  <a:gd name="connsiteY4" fmla="*/ 119348 h 119348"/>
                  <a:gd name="connsiteX5" fmla="*/ 159353 w 159353"/>
                  <a:gd name="connsiteY5" fmla="*/ 36385 h 119348"/>
                  <a:gd name="connsiteX6" fmla="*/ 151162 w 159353"/>
                  <a:gd name="connsiteY6" fmla="*/ 0 h 119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9353" h="119348">
                    <a:moveTo>
                      <a:pt x="151162" y="0"/>
                    </a:moveTo>
                    <a:cubicBezTo>
                      <a:pt x="151733" y="4096"/>
                      <a:pt x="152114" y="8192"/>
                      <a:pt x="152114" y="12383"/>
                    </a:cubicBezTo>
                    <a:cubicBezTo>
                      <a:pt x="152114" y="58198"/>
                      <a:pt x="116205" y="95059"/>
                      <a:pt x="71914" y="95345"/>
                    </a:cubicBezTo>
                    <a:cubicBezTo>
                      <a:pt x="37338" y="95536"/>
                      <a:pt x="7048" y="74867"/>
                      <a:pt x="0" y="48768"/>
                    </a:cubicBezTo>
                    <a:cubicBezTo>
                      <a:pt x="5810" y="88678"/>
                      <a:pt x="38957" y="119348"/>
                      <a:pt x="79153" y="119348"/>
                    </a:cubicBezTo>
                    <a:cubicBezTo>
                      <a:pt x="123444" y="119348"/>
                      <a:pt x="159353" y="82201"/>
                      <a:pt x="159353" y="36385"/>
                    </a:cubicBezTo>
                    <a:cubicBezTo>
                      <a:pt x="159353" y="23336"/>
                      <a:pt x="156400" y="11049"/>
                      <a:pt x="151162" y="0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33" name="Forme libre : forme 15532">
                <a:extLst>
                  <a:ext uri="{FF2B5EF4-FFF2-40B4-BE49-F238E27FC236}">
                    <a16:creationId xmlns:a16="http://schemas.microsoft.com/office/drawing/2014/main" id="{C13FF660-987F-4827-ACB1-59C9E42BDE77}"/>
                  </a:ext>
                </a:extLst>
              </p:cNvPr>
              <p:cNvSpPr/>
              <p:nvPr/>
            </p:nvSpPr>
            <p:spPr>
              <a:xfrm rot="-3044547">
                <a:off x="7979717" y="3410625"/>
                <a:ext cx="83819" cy="71246"/>
              </a:xfrm>
              <a:custGeom>
                <a:avLst/>
                <a:gdLst>
                  <a:gd name="connsiteX0" fmla="*/ 83819 w 83819"/>
                  <a:gd name="connsiteY0" fmla="*/ 35623 h 71246"/>
                  <a:gd name="connsiteX1" fmla="*/ 41910 w 83819"/>
                  <a:gd name="connsiteY1" fmla="*/ 71246 h 71246"/>
                  <a:gd name="connsiteX2" fmla="*/ 0 w 83819"/>
                  <a:gd name="connsiteY2" fmla="*/ 35623 h 71246"/>
                  <a:gd name="connsiteX3" fmla="*/ 41910 w 83819"/>
                  <a:gd name="connsiteY3" fmla="*/ 0 h 71246"/>
                  <a:gd name="connsiteX4" fmla="*/ 83819 w 83819"/>
                  <a:gd name="connsiteY4" fmla="*/ 35623 h 7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71246">
                    <a:moveTo>
                      <a:pt x="83819" y="35623"/>
                    </a:moveTo>
                    <a:cubicBezTo>
                      <a:pt x="83819" y="55297"/>
                      <a:pt x="65056" y="71246"/>
                      <a:pt x="41910" y="71246"/>
                    </a:cubicBezTo>
                    <a:cubicBezTo>
                      <a:pt x="18764" y="71246"/>
                      <a:pt x="0" y="55297"/>
                      <a:pt x="0" y="35623"/>
                    </a:cubicBezTo>
                    <a:cubicBezTo>
                      <a:pt x="0" y="15949"/>
                      <a:pt x="18764" y="0"/>
                      <a:pt x="41910" y="0"/>
                    </a:cubicBezTo>
                    <a:cubicBezTo>
                      <a:pt x="65056" y="0"/>
                      <a:pt x="83819" y="15949"/>
                      <a:pt x="83819" y="35623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34" name="Forme libre : forme 15533">
                <a:extLst>
                  <a:ext uri="{FF2B5EF4-FFF2-40B4-BE49-F238E27FC236}">
                    <a16:creationId xmlns:a16="http://schemas.microsoft.com/office/drawing/2014/main" id="{B5825DB7-F1CF-4891-BC56-4CC7529213EC}"/>
                  </a:ext>
                </a:extLst>
              </p:cNvPr>
              <p:cNvSpPr/>
              <p:nvPr/>
            </p:nvSpPr>
            <p:spPr>
              <a:xfrm>
                <a:off x="8038538" y="3406330"/>
                <a:ext cx="22098" cy="19240"/>
              </a:xfrm>
              <a:custGeom>
                <a:avLst/>
                <a:gdLst>
                  <a:gd name="connsiteX0" fmla="*/ 22098 w 22098"/>
                  <a:gd name="connsiteY0" fmla="*/ 9620 h 19240"/>
                  <a:gd name="connsiteX1" fmla="*/ 11049 w 22098"/>
                  <a:gd name="connsiteY1" fmla="*/ 19240 h 19240"/>
                  <a:gd name="connsiteX2" fmla="*/ 0 w 22098"/>
                  <a:gd name="connsiteY2" fmla="*/ 9620 h 19240"/>
                  <a:gd name="connsiteX3" fmla="*/ 11049 w 22098"/>
                  <a:gd name="connsiteY3" fmla="*/ 0 h 19240"/>
                  <a:gd name="connsiteX4" fmla="*/ 22098 w 22098"/>
                  <a:gd name="connsiteY4" fmla="*/ 9620 h 19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98" h="19240">
                    <a:moveTo>
                      <a:pt x="22098" y="9620"/>
                    </a:moveTo>
                    <a:cubicBezTo>
                      <a:pt x="22098" y="14933"/>
                      <a:pt x="17151" y="19240"/>
                      <a:pt x="11049" y="19240"/>
                    </a:cubicBezTo>
                    <a:cubicBezTo>
                      <a:pt x="4947" y="19240"/>
                      <a:pt x="0" y="14933"/>
                      <a:pt x="0" y="9620"/>
                    </a:cubicBezTo>
                    <a:cubicBezTo>
                      <a:pt x="0" y="4307"/>
                      <a:pt x="4947" y="0"/>
                      <a:pt x="11049" y="0"/>
                    </a:cubicBezTo>
                    <a:cubicBezTo>
                      <a:pt x="17151" y="0"/>
                      <a:pt x="22098" y="4307"/>
                      <a:pt x="22098" y="9620"/>
                    </a:cubicBezTo>
                    <a:close/>
                  </a:path>
                </a:pathLst>
              </a:custGeom>
              <a:solidFill>
                <a:srgbClr val="D8BBF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535" name="Graphique 2">
              <a:extLst>
                <a:ext uri="{FF2B5EF4-FFF2-40B4-BE49-F238E27FC236}">
                  <a16:creationId xmlns:a16="http://schemas.microsoft.com/office/drawing/2014/main" id="{D4F77DE7-E091-4800-930F-0425D070875D}"/>
                </a:ext>
              </a:extLst>
            </p:cNvPr>
            <p:cNvGrpSpPr/>
            <p:nvPr/>
          </p:nvGrpSpPr>
          <p:grpSpPr>
            <a:xfrm>
              <a:off x="7609425" y="2887760"/>
              <a:ext cx="315871" cy="308408"/>
              <a:chOff x="7609425" y="2887760"/>
              <a:chExt cx="315871" cy="308408"/>
            </a:xfrm>
            <a:solidFill>
              <a:schemeClr val="accent1"/>
            </a:solidFill>
          </p:grpSpPr>
          <p:sp>
            <p:nvSpPr>
              <p:cNvPr id="15536" name="Forme libre : forme 15535">
                <a:extLst>
                  <a:ext uri="{FF2B5EF4-FFF2-40B4-BE49-F238E27FC236}">
                    <a16:creationId xmlns:a16="http://schemas.microsoft.com/office/drawing/2014/main" id="{4C121B7C-2AE9-41C6-A6E3-A63566C34329}"/>
                  </a:ext>
                </a:extLst>
              </p:cNvPr>
              <p:cNvSpPr/>
              <p:nvPr/>
            </p:nvSpPr>
            <p:spPr>
              <a:xfrm>
                <a:off x="7718117" y="3024377"/>
                <a:ext cx="187642" cy="170497"/>
              </a:xfrm>
              <a:custGeom>
                <a:avLst/>
                <a:gdLst>
                  <a:gd name="connsiteX0" fmla="*/ 0 w 187642"/>
                  <a:gd name="connsiteY0" fmla="*/ 157067 h 170497"/>
                  <a:gd name="connsiteX1" fmla="*/ 93440 w 187642"/>
                  <a:gd name="connsiteY1" fmla="*/ 170497 h 170497"/>
                  <a:gd name="connsiteX2" fmla="*/ 161544 w 187642"/>
                  <a:gd name="connsiteY2" fmla="*/ 128111 h 170497"/>
                  <a:gd name="connsiteX3" fmla="*/ 187643 w 187642"/>
                  <a:gd name="connsiteY3" fmla="*/ 16859 h 170497"/>
                  <a:gd name="connsiteX4" fmla="*/ 24289 w 187642"/>
                  <a:gd name="connsiteY4" fmla="*/ 0 h 170497"/>
                  <a:gd name="connsiteX5" fmla="*/ 0 w 187642"/>
                  <a:gd name="connsiteY5" fmla="*/ 157067 h 170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7642" h="170497">
                    <a:moveTo>
                      <a:pt x="0" y="157067"/>
                    </a:moveTo>
                    <a:cubicBezTo>
                      <a:pt x="0" y="157067"/>
                      <a:pt x="51245" y="139922"/>
                      <a:pt x="93440" y="170497"/>
                    </a:cubicBezTo>
                    <a:cubicBezTo>
                      <a:pt x="93440" y="170497"/>
                      <a:pt x="140970" y="166116"/>
                      <a:pt x="161544" y="128111"/>
                    </a:cubicBezTo>
                    <a:cubicBezTo>
                      <a:pt x="161544" y="128111"/>
                      <a:pt x="143732" y="85725"/>
                      <a:pt x="187643" y="16859"/>
                    </a:cubicBezTo>
                    <a:lnTo>
                      <a:pt x="24289" y="0"/>
                    </a:lnTo>
                    <a:lnTo>
                      <a:pt x="0" y="157067"/>
                    </a:ln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37" name="Forme libre : forme 15536">
                <a:extLst>
                  <a:ext uri="{FF2B5EF4-FFF2-40B4-BE49-F238E27FC236}">
                    <a16:creationId xmlns:a16="http://schemas.microsoft.com/office/drawing/2014/main" id="{7A872B76-5479-4B00-9CBB-BAB9AAF0A3AA}"/>
                  </a:ext>
                </a:extLst>
              </p:cNvPr>
              <p:cNvSpPr/>
              <p:nvPr/>
            </p:nvSpPr>
            <p:spPr>
              <a:xfrm>
                <a:off x="7688590" y="2955702"/>
                <a:ext cx="119824" cy="129349"/>
              </a:xfrm>
              <a:custGeom>
                <a:avLst/>
                <a:gdLst>
                  <a:gd name="connsiteX0" fmla="*/ 2572 w 119824"/>
                  <a:gd name="connsiteY0" fmla="*/ 2858 h 129349"/>
                  <a:gd name="connsiteX1" fmla="*/ 0 w 119824"/>
                  <a:gd name="connsiteY1" fmla="*/ 129350 h 129349"/>
                  <a:gd name="connsiteX2" fmla="*/ 64675 w 119824"/>
                  <a:gd name="connsiteY2" fmla="*/ 116872 h 129349"/>
                  <a:gd name="connsiteX3" fmla="*/ 119825 w 119824"/>
                  <a:gd name="connsiteY3" fmla="*/ 79820 h 129349"/>
                  <a:gd name="connsiteX4" fmla="*/ 66961 w 119824"/>
                  <a:gd name="connsiteY4" fmla="*/ 0 h 129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824" h="129349">
                    <a:moveTo>
                      <a:pt x="2572" y="2858"/>
                    </a:moveTo>
                    <a:lnTo>
                      <a:pt x="0" y="129350"/>
                    </a:lnTo>
                    <a:lnTo>
                      <a:pt x="64675" y="116872"/>
                    </a:lnTo>
                    <a:lnTo>
                      <a:pt x="119825" y="79820"/>
                    </a:lnTo>
                    <a:lnTo>
                      <a:pt x="66961" y="0"/>
                    </a:ln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5538" name="Graphique 2">
                <a:extLst>
                  <a:ext uri="{FF2B5EF4-FFF2-40B4-BE49-F238E27FC236}">
                    <a16:creationId xmlns:a16="http://schemas.microsoft.com/office/drawing/2014/main" id="{592BD880-E286-4006-9B77-C1BF21E5070C}"/>
                  </a:ext>
                </a:extLst>
              </p:cNvPr>
              <p:cNvGrpSpPr/>
              <p:nvPr/>
            </p:nvGrpSpPr>
            <p:grpSpPr>
              <a:xfrm>
                <a:off x="7617440" y="2887760"/>
                <a:ext cx="181591" cy="186308"/>
                <a:chOff x="7617440" y="2887760"/>
                <a:chExt cx="181591" cy="186308"/>
              </a:xfrm>
              <a:solidFill>
                <a:schemeClr val="accent1"/>
              </a:solidFill>
            </p:grpSpPr>
            <p:sp>
              <p:nvSpPr>
                <p:cNvPr id="15539" name="Forme libre : forme 15538">
                  <a:extLst>
                    <a:ext uri="{FF2B5EF4-FFF2-40B4-BE49-F238E27FC236}">
                      <a16:creationId xmlns:a16="http://schemas.microsoft.com/office/drawing/2014/main" id="{58650C15-F952-405B-BA94-E84AEE767B67}"/>
                    </a:ext>
                  </a:extLst>
                </p:cNvPr>
                <p:cNvSpPr/>
                <p:nvPr/>
              </p:nvSpPr>
              <p:spPr>
                <a:xfrm rot="-4928238">
                  <a:off x="7625273" y="2900714"/>
                  <a:ext cx="165925" cy="160401"/>
                </a:xfrm>
                <a:custGeom>
                  <a:avLst/>
                  <a:gdLst>
                    <a:gd name="connsiteX0" fmla="*/ 165926 w 165925"/>
                    <a:gd name="connsiteY0" fmla="*/ 80201 h 160401"/>
                    <a:gd name="connsiteX1" fmla="*/ 82963 w 165925"/>
                    <a:gd name="connsiteY1" fmla="*/ 160401 h 160401"/>
                    <a:gd name="connsiteX2" fmla="*/ 0 w 165925"/>
                    <a:gd name="connsiteY2" fmla="*/ 80201 h 160401"/>
                    <a:gd name="connsiteX3" fmla="*/ 82963 w 165925"/>
                    <a:gd name="connsiteY3" fmla="*/ 0 h 160401"/>
                    <a:gd name="connsiteX4" fmla="*/ 165926 w 165925"/>
                    <a:gd name="connsiteY4" fmla="*/ 80201 h 160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925" h="160401">
                      <a:moveTo>
                        <a:pt x="165926" y="80201"/>
                      </a:moveTo>
                      <a:cubicBezTo>
                        <a:pt x="165926" y="124494"/>
                        <a:pt x="128782" y="160401"/>
                        <a:pt x="82963" y="160401"/>
                      </a:cubicBezTo>
                      <a:cubicBezTo>
                        <a:pt x="37144" y="160401"/>
                        <a:pt x="0" y="124494"/>
                        <a:pt x="0" y="80201"/>
                      </a:cubicBezTo>
                      <a:cubicBezTo>
                        <a:pt x="0" y="35907"/>
                        <a:pt x="37144" y="0"/>
                        <a:pt x="82963" y="0"/>
                      </a:cubicBezTo>
                      <a:cubicBezTo>
                        <a:pt x="128782" y="0"/>
                        <a:pt x="165926" y="35907"/>
                        <a:pt x="165926" y="80201"/>
                      </a:cubicBez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40" name="Forme libre : forme 15539">
                  <a:extLst>
                    <a:ext uri="{FF2B5EF4-FFF2-40B4-BE49-F238E27FC236}">
                      <a16:creationId xmlns:a16="http://schemas.microsoft.com/office/drawing/2014/main" id="{44EC28BF-84DA-45F6-8062-2E48EA592EF9}"/>
                    </a:ext>
                  </a:extLst>
                </p:cNvPr>
                <p:cNvSpPr/>
                <p:nvPr/>
              </p:nvSpPr>
              <p:spPr>
                <a:xfrm>
                  <a:off x="7628011" y="2954559"/>
                  <a:ext cx="160347" cy="109236"/>
                </a:xfrm>
                <a:custGeom>
                  <a:avLst/>
                  <a:gdLst>
                    <a:gd name="connsiteX0" fmla="*/ 156400 w 160347"/>
                    <a:gd name="connsiteY0" fmla="*/ 0 h 109236"/>
                    <a:gd name="connsiteX1" fmla="*/ 155734 w 160347"/>
                    <a:gd name="connsiteY1" fmla="*/ 12383 h 109236"/>
                    <a:gd name="connsiteX2" fmla="*/ 64960 w 160347"/>
                    <a:gd name="connsiteY2" fmla="*/ 83629 h 109236"/>
                    <a:gd name="connsiteX3" fmla="*/ 0 w 160347"/>
                    <a:gd name="connsiteY3" fmla="*/ 27718 h 109236"/>
                    <a:gd name="connsiteX4" fmla="*/ 68771 w 160347"/>
                    <a:gd name="connsiteY4" fmla="*/ 108490 h 109236"/>
                    <a:gd name="connsiteX5" fmla="*/ 159544 w 160347"/>
                    <a:gd name="connsiteY5" fmla="*/ 37243 h 109236"/>
                    <a:gd name="connsiteX6" fmla="*/ 156400 w 160347"/>
                    <a:gd name="connsiteY6" fmla="*/ 0 h 109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0347" h="109236">
                      <a:moveTo>
                        <a:pt x="156400" y="0"/>
                      </a:moveTo>
                      <a:cubicBezTo>
                        <a:pt x="156400" y="4096"/>
                        <a:pt x="156305" y="8192"/>
                        <a:pt x="155734" y="12383"/>
                      </a:cubicBezTo>
                      <a:cubicBezTo>
                        <a:pt x="149447" y="57721"/>
                        <a:pt x="108871" y="89440"/>
                        <a:pt x="64960" y="83629"/>
                      </a:cubicBezTo>
                      <a:cubicBezTo>
                        <a:pt x="30671" y="79058"/>
                        <a:pt x="3524" y="54483"/>
                        <a:pt x="0" y="27718"/>
                      </a:cubicBezTo>
                      <a:cubicBezTo>
                        <a:pt x="286" y="68104"/>
                        <a:pt x="28956" y="102965"/>
                        <a:pt x="68771" y="108490"/>
                      </a:cubicBezTo>
                      <a:cubicBezTo>
                        <a:pt x="112681" y="114586"/>
                        <a:pt x="153257" y="82677"/>
                        <a:pt x="159544" y="37243"/>
                      </a:cubicBezTo>
                      <a:cubicBezTo>
                        <a:pt x="161354" y="24193"/>
                        <a:pt x="160020" y="11621"/>
                        <a:pt x="156400" y="0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41" name="Forme libre : forme 15540">
                  <a:extLst>
                    <a:ext uri="{FF2B5EF4-FFF2-40B4-BE49-F238E27FC236}">
                      <a16:creationId xmlns:a16="http://schemas.microsoft.com/office/drawing/2014/main" id="{87A9874B-C054-4A34-ACBC-B53180D3F951}"/>
                    </a:ext>
                  </a:extLst>
                </p:cNvPr>
                <p:cNvSpPr/>
                <p:nvPr/>
              </p:nvSpPr>
              <p:spPr>
                <a:xfrm rot="-2573076">
                  <a:off x="7645684" y="2911002"/>
                  <a:ext cx="83817" cy="71244"/>
                </a:xfrm>
                <a:custGeom>
                  <a:avLst/>
                  <a:gdLst>
                    <a:gd name="connsiteX0" fmla="*/ 83817 w 83817"/>
                    <a:gd name="connsiteY0" fmla="*/ 35622 h 71244"/>
                    <a:gd name="connsiteX1" fmla="*/ 41909 w 83817"/>
                    <a:gd name="connsiteY1" fmla="*/ 71245 h 71244"/>
                    <a:gd name="connsiteX2" fmla="*/ 0 w 83817"/>
                    <a:gd name="connsiteY2" fmla="*/ 35622 h 71244"/>
                    <a:gd name="connsiteX3" fmla="*/ 41909 w 83817"/>
                    <a:gd name="connsiteY3" fmla="*/ 0 h 71244"/>
                    <a:gd name="connsiteX4" fmla="*/ 83817 w 83817"/>
                    <a:gd name="connsiteY4" fmla="*/ 35622 h 71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817" h="71244">
                      <a:moveTo>
                        <a:pt x="83817" y="35622"/>
                      </a:moveTo>
                      <a:cubicBezTo>
                        <a:pt x="83817" y="55296"/>
                        <a:pt x="65054" y="71245"/>
                        <a:pt x="41909" y="71245"/>
                      </a:cubicBezTo>
                      <a:cubicBezTo>
                        <a:pt x="18763" y="71245"/>
                        <a:pt x="0" y="55296"/>
                        <a:pt x="0" y="35622"/>
                      </a:cubicBezTo>
                      <a:cubicBezTo>
                        <a:pt x="0" y="15949"/>
                        <a:pt x="18763" y="0"/>
                        <a:pt x="41909" y="0"/>
                      </a:cubicBezTo>
                      <a:cubicBezTo>
                        <a:pt x="65054" y="0"/>
                        <a:pt x="83817" y="15949"/>
                        <a:pt x="83817" y="35622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42" name="Forme libre : forme 15541">
                  <a:extLst>
                    <a:ext uri="{FF2B5EF4-FFF2-40B4-BE49-F238E27FC236}">
                      <a16:creationId xmlns:a16="http://schemas.microsoft.com/office/drawing/2014/main" id="{3C666D35-7D1E-4C0F-B272-3592BA4B30EF}"/>
                    </a:ext>
                  </a:extLst>
                </p:cNvPr>
                <p:cNvSpPr/>
                <p:nvPr/>
              </p:nvSpPr>
              <p:spPr>
                <a:xfrm rot="-4928238">
                  <a:off x="7710032" y="2909598"/>
                  <a:ext cx="19240" cy="22098"/>
                </a:xfrm>
                <a:custGeom>
                  <a:avLst/>
                  <a:gdLst>
                    <a:gd name="connsiteX0" fmla="*/ 19241 w 19240"/>
                    <a:gd name="connsiteY0" fmla="*/ 11049 h 22098"/>
                    <a:gd name="connsiteX1" fmla="*/ 9620 w 19240"/>
                    <a:gd name="connsiteY1" fmla="*/ 22098 h 22098"/>
                    <a:gd name="connsiteX2" fmla="*/ 0 w 19240"/>
                    <a:gd name="connsiteY2" fmla="*/ 11049 h 22098"/>
                    <a:gd name="connsiteX3" fmla="*/ 9620 w 19240"/>
                    <a:gd name="connsiteY3" fmla="*/ 0 h 22098"/>
                    <a:gd name="connsiteX4" fmla="*/ 19241 w 19240"/>
                    <a:gd name="connsiteY4" fmla="*/ 11049 h 2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40" h="22098">
                      <a:moveTo>
                        <a:pt x="19241" y="11049"/>
                      </a:moveTo>
                      <a:cubicBezTo>
                        <a:pt x="19241" y="17151"/>
                        <a:pt x="14933" y="22098"/>
                        <a:pt x="9620" y="22098"/>
                      </a:cubicBezTo>
                      <a:cubicBezTo>
                        <a:pt x="4307" y="22098"/>
                        <a:pt x="0" y="17151"/>
                        <a:pt x="0" y="11049"/>
                      </a:cubicBezTo>
                      <a:cubicBezTo>
                        <a:pt x="0" y="4947"/>
                        <a:pt x="4307" y="0"/>
                        <a:pt x="9620" y="0"/>
                      </a:cubicBezTo>
                      <a:cubicBezTo>
                        <a:pt x="14933" y="0"/>
                        <a:pt x="19241" y="4947"/>
                        <a:pt x="19241" y="11049"/>
                      </a:cubicBezTo>
                      <a:close/>
                    </a:path>
                  </a:pathLst>
                </a:custGeom>
                <a:solidFill>
                  <a:srgbClr val="D8BB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5543" name="Graphique 2">
                <a:extLst>
                  <a:ext uri="{FF2B5EF4-FFF2-40B4-BE49-F238E27FC236}">
                    <a16:creationId xmlns:a16="http://schemas.microsoft.com/office/drawing/2014/main" id="{95D26D35-A87B-4E19-A5E5-AAE30026063C}"/>
                  </a:ext>
                </a:extLst>
              </p:cNvPr>
              <p:cNvGrpSpPr/>
              <p:nvPr/>
            </p:nvGrpSpPr>
            <p:grpSpPr>
              <a:xfrm>
                <a:off x="7743704" y="2917495"/>
                <a:ext cx="181591" cy="186308"/>
                <a:chOff x="7743704" y="2917495"/>
                <a:chExt cx="181591" cy="186308"/>
              </a:xfrm>
              <a:solidFill>
                <a:schemeClr val="accent1"/>
              </a:solidFill>
            </p:grpSpPr>
            <p:sp>
              <p:nvSpPr>
                <p:cNvPr id="15544" name="Forme libre : forme 15543">
                  <a:extLst>
                    <a:ext uri="{FF2B5EF4-FFF2-40B4-BE49-F238E27FC236}">
                      <a16:creationId xmlns:a16="http://schemas.microsoft.com/office/drawing/2014/main" id="{E7A4C174-15B7-4C1C-A078-ED0F11CEE707}"/>
                    </a:ext>
                  </a:extLst>
                </p:cNvPr>
                <p:cNvSpPr/>
                <p:nvPr/>
              </p:nvSpPr>
              <p:spPr>
                <a:xfrm rot="-4928238">
                  <a:off x="7751537" y="2930449"/>
                  <a:ext cx="165925" cy="160401"/>
                </a:xfrm>
                <a:custGeom>
                  <a:avLst/>
                  <a:gdLst>
                    <a:gd name="connsiteX0" fmla="*/ 165926 w 165925"/>
                    <a:gd name="connsiteY0" fmla="*/ 80201 h 160401"/>
                    <a:gd name="connsiteX1" fmla="*/ 82963 w 165925"/>
                    <a:gd name="connsiteY1" fmla="*/ 160401 h 160401"/>
                    <a:gd name="connsiteX2" fmla="*/ 0 w 165925"/>
                    <a:gd name="connsiteY2" fmla="*/ 80201 h 160401"/>
                    <a:gd name="connsiteX3" fmla="*/ 82963 w 165925"/>
                    <a:gd name="connsiteY3" fmla="*/ 0 h 160401"/>
                    <a:gd name="connsiteX4" fmla="*/ 165926 w 165925"/>
                    <a:gd name="connsiteY4" fmla="*/ 80201 h 160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925" h="160401">
                      <a:moveTo>
                        <a:pt x="165926" y="80201"/>
                      </a:moveTo>
                      <a:cubicBezTo>
                        <a:pt x="165926" y="124494"/>
                        <a:pt x="128782" y="160401"/>
                        <a:pt x="82963" y="160401"/>
                      </a:cubicBezTo>
                      <a:cubicBezTo>
                        <a:pt x="37144" y="160401"/>
                        <a:pt x="0" y="124494"/>
                        <a:pt x="0" y="80201"/>
                      </a:cubicBezTo>
                      <a:cubicBezTo>
                        <a:pt x="0" y="35907"/>
                        <a:pt x="37144" y="0"/>
                        <a:pt x="82963" y="0"/>
                      </a:cubicBezTo>
                      <a:cubicBezTo>
                        <a:pt x="128782" y="0"/>
                        <a:pt x="165926" y="35907"/>
                        <a:pt x="165926" y="80201"/>
                      </a:cubicBez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45" name="Forme libre : forme 15544">
                  <a:extLst>
                    <a:ext uri="{FF2B5EF4-FFF2-40B4-BE49-F238E27FC236}">
                      <a16:creationId xmlns:a16="http://schemas.microsoft.com/office/drawing/2014/main" id="{B42A4177-3796-4BF6-BE53-87F309D577AC}"/>
                    </a:ext>
                  </a:extLst>
                </p:cNvPr>
                <p:cNvSpPr/>
                <p:nvPr/>
              </p:nvSpPr>
              <p:spPr>
                <a:xfrm>
                  <a:off x="7754217" y="2984372"/>
                  <a:ext cx="160365" cy="109236"/>
                </a:xfrm>
                <a:custGeom>
                  <a:avLst/>
                  <a:gdLst>
                    <a:gd name="connsiteX0" fmla="*/ 156400 w 160365"/>
                    <a:gd name="connsiteY0" fmla="*/ 0 h 109236"/>
                    <a:gd name="connsiteX1" fmla="*/ 155734 w 160365"/>
                    <a:gd name="connsiteY1" fmla="*/ 12382 h 109236"/>
                    <a:gd name="connsiteX2" fmla="*/ 64961 w 160365"/>
                    <a:gd name="connsiteY2" fmla="*/ 83629 h 109236"/>
                    <a:gd name="connsiteX3" fmla="*/ 0 w 160365"/>
                    <a:gd name="connsiteY3" fmla="*/ 27718 h 109236"/>
                    <a:gd name="connsiteX4" fmla="*/ 68771 w 160365"/>
                    <a:gd name="connsiteY4" fmla="*/ 108490 h 109236"/>
                    <a:gd name="connsiteX5" fmla="*/ 159544 w 160365"/>
                    <a:gd name="connsiteY5" fmla="*/ 37243 h 109236"/>
                    <a:gd name="connsiteX6" fmla="*/ 156400 w 160365"/>
                    <a:gd name="connsiteY6" fmla="*/ 0 h 109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0365" h="109236">
                      <a:moveTo>
                        <a:pt x="156400" y="0"/>
                      </a:moveTo>
                      <a:cubicBezTo>
                        <a:pt x="156400" y="4096"/>
                        <a:pt x="156305" y="8191"/>
                        <a:pt x="155734" y="12382"/>
                      </a:cubicBezTo>
                      <a:cubicBezTo>
                        <a:pt x="149447" y="57721"/>
                        <a:pt x="108871" y="89440"/>
                        <a:pt x="64961" y="83629"/>
                      </a:cubicBezTo>
                      <a:cubicBezTo>
                        <a:pt x="30671" y="79057"/>
                        <a:pt x="3524" y="54483"/>
                        <a:pt x="0" y="27718"/>
                      </a:cubicBezTo>
                      <a:cubicBezTo>
                        <a:pt x="286" y="68104"/>
                        <a:pt x="28956" y="102965"/>
                        <a:pt x="68771" y="108490"/>
                      </a:cubicBezTo>
                      <a:cubicBezTo>
                        <a:pt x="112681" y="114586"/>
                        <a:pt x="153257" y="82677"/>
                        <a:pt x="159544" y="37243"/>
                      </a:cubicBezTo>
                      <a:cubicBezTo>
                        <a:pt x="161354" y="24193"/>
                        <a:pt x="160115" y="11620"/>
                        <a:pt x="156400" y="0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46" name="Forme libre : forme 15545">
                  <a:extLst>
                    <a:ext uri="{FF2B5EF4-FFF2-40B4-BE49-F238E27FC236}">
                      <a16:creationId xmlns:a16="http://schemas.microsoft.com/office/drawing/2014/main" id="{B215EC0B-5F4B-48C4-9BB4-07BDD1C0A90C}"/>
                    </a:ext>
                  </a:extLst>
                </p:cNvPr>
                <p:cNvSpPr/>
                <p:nvPr/>
              </p:nvSpPr>
              <p:spPr>
                <a:xfrm rot="-2573076">
                  <a:off x="7771904" y="2940832"/>
                  <a:ext cx="83817" cy="71244"/>
                </a:xfrm>
                <a:custGeom>
                  <a:avLst/>
                  <a:gdLst>
                    <a:gd name="connsiteX0" fmla="*/ 83817 w 83817"/>
                    <a:gd name="connsiteY0" fmla="*/ 35622 h 71244"/>
                    <a:gd name="connsiteX1" fmla="*/ 41908 w 83817"/>
                    <a:gd name="connsiteY1" fmla="*/ 71245 h 71244"/>
                    <a:gd name="connsiteX2" fmla="*/ 0 w 83817"/>
                    <a:gd name="connsiteY2" fmla="*/ 35622 h 71244"/>
                    <a:gd name="connsiteX3" fmla="*/ 41908 w 83817"/>
                    <a:gd name="connsiteY3" fmla="*/ 0 h 71244"/>
                    <a:gd name="connsiteX4" fmla="*/ 83817 w 83817"/>
                    <a:gd name="connsiteY4" fmla="*/ 35622 h 71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817" h="71244">
                      <a:moveTo>
                        <a:pt x="83817" y="35622"/>
                      </a:moveTo>
                      <a:cubicBezTo>
                        <a:pt x="83817" y="55296"/>
                        <a:pt x="65054" y="71245"/>
                        <a:pt x="41908" y="71245"/>
                      </a:cubicBezTo>
                      <a:cubicBezTo>
                        <a:pt x="18763" y="71245"/>
                        <a:pt x="0" y="55296"/>
                        <a:pt x="0" y="35622"/>
                      </a:cubicBezTo>
                      <a:cubicBezTo>
                        <a:pt x="0" y="15949"/>
                        <a:pt x="18763" y="0"/>
                        <a:pt x="41908" y="0"/>
                      </a:cubicBezTo>
                      <a:cubicBezTo>
                        <a:pt x="65054" y="0"/>
                        <a:pt x="83817" y="15949"/>
                        <a:pt x="83817" y="35622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47" name="Forme libre : forme 15546">
                  <a:extLst>
                    <a:ext uri="{FF2B5EF4-FFF2-40B4-BE49-F238E27FC236}">
                      <a16:creationId xmlns:a16="http://schemas.microsoft.com/office/drawing/2014/main" id="{61079123-3836-4937-BECA-F181BD0C4B4E}"/>
                    </a:ext>
                  </a:extLst>
                </p:cNvPr>
                <p:cNvSpPr/>
                <p:nvPr/>
              </p:nvSpPr>
              <p:spPr>
                <a:xfrm rot="-4928238">
                  <a:off x="7836283" y="2939418"/>
                  <a:ext cx="19240" cy="22098"/>
                </a:xfrm>
                <a:custGeom>
                  <a:avLst/>
                  <a:gdLst>
                    <a:gd name="connsiteX0" fmla="*/ 19241 w 19240"/>
                    <a:gd name="connsiteY0" fmla="*/ 11049 h 22098"/>
                    <a:gd name="connsiteX1" fmla="*/ 9620 w 19240"/>
                    <a:gd name="connsiteY1" fmla="*/ 22098 h 22098"/>
                    <a:gd name="connsiteX2" fmla="*/ 0 w 19240"/>
                    <a:gd name="connsiteY2" fmla="*/ 11049 h 22098"/>
                    <a:gd name="connsiteX3" fmla="*/ 9620 w 19240"/>
                    <a:gd name="connsiteY3" fmla="*/ 0 h 22098"/>
                    <a:gd name="connsiteX4" fmla="*/ 19241 w 19240"/>
                    <a:gd name="connsiteY4" fmla="*/ 11049 h 2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40" h="22098">
                      <a:moveTo>
                        <a:pt x="19241" y="11049"/>
                      </a:moveTo>
                      <a:cubicBezTo>
                        <a:pt x="19241" y="17151"/>
                        <a:pt x="14934" y="22098"/>
                        <a:pt x="9620" y="22098"/>
                      </a:cubicBezTo>
                      <a:cubicBezTo>
                        <a:pt x="4307" y="22098"/>
                        <a:pt x="0" y="17151"/>
                        <a:pt x="0" y="11049"/>
                      </a:cubicBezTo>
                      <a:cubicBezTo>
                        <a:pt x="0" y="4947"/>
                        <a:pt x="4307" y="0"/>
                        <a:pt x="9620" y="0"/>
                      </a:cubicBezTo>
                      <a:cubicBezTo>
                        <a:pt x="14933" y="0"/>
                        <a:pt x="19241" y="4947"/>
                        <a:pt x="19241" y="11049"/>
                      </a:cubicBezTo>
                      <a:close/>
                    </a:path>
                  </a:pathLst>
                </a:custGeom>
                <a:solidFill>
                  <a:srgbClr val="D8BB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5548" name="Graphique 2">
                <a:extLst>
                  <a:ext uri="{FF2B5EF4-FFF2-40B4-BE49-F238E27FC236}">
                    <a16:creationId xmlns:a16="http://schemas.microsoft.com/office/drawing/2014/main" id="{9A4214EA-821D-4066-82F4-9B44D6C6FC6E}"/>
                  </a:ext>
                </a:extLst>
              </p:cNvPr>
              <p:cNvGrpSpPr/>
              <p:nvPr/>
            </p:nvGrpSpPr>
            <p:grpSpPr>
              <a:xfrm>
                <a:off x="7609425" y="3009860"/>
                <a:ext cx="181591" cy="186308"/>
                <a:chOff x="7609425" y="3009860"/>
                <a:chExt cx="181591" cy="186308"/>
              </a:xfrm>
              <a:solidFill>
                <a:schemeClr val="accent1"/>
              </a:solidFill>
            </p:grpSpPr>
            <p:sp>
              <p:nvSpPr>
                <p:cNvPr id="15549" name="Forme libre : forme 15548">
                  <a:extLst>
                    <a:ext uri="{FF2B5EF4-FFF2-40B4-BE49-F238E27FC236}">
                      <a16:creationId xmlns:a16="http://schemas.microsoft.com/office/drawing/2014/main" id="{90018069-955F-4C1C-916A-9EFD1FC926D1}"/>
                    </a:ext>
                  </a:extLst>
                </p:cNvPr>
                <p:cNvSpPr/>
                <p:nvPr/>
              </p:nvSpPr>
              <p:spPr>
                <a:xfrm rot="-4928238">
                  <a:off x="7617258" y="3022813"/>
                  <a:ext cx="165925" cy="160401"/>
                </a:xfrm>
                <a:custGeom>
                  <a:avLst/>
                  <a:gdLst>
                    <a:gd name="connsiteX0" fmla="*/ 165926 w 165925"/>
                    <a:gd name="connsiteY0" fmla="*/ 80201 h 160401"/>
                    <a:gd name="connsiteX1" fmla="*/ 82963 w 165925"/>
                    <a:gd name="connsiteY1" fmla="*/ 160401 h 160401"/>
                    <a:gd name="connsiteX2" fmla="*/ 0 w 165925"/>
                    <a:gd name="connsiteY2" fmla="*/ 80201 h 160401"/>
                    <a:gd name="connsiteX3" fmla="*/ 82963 w 165925"/>
                    <a:gd name="connsiteY3" fmla="*/ 0 h 160401"/>
                    <a:gd name="connsiteX4" fmla="*/ 165926 w 165925"/>
                    <a:gd name="connsiteY4" fmla="*/ 80201 h 160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925" h="160401">
                      <a:moveTo>
                        <a:pt x="165926" y="80201"/>
                      </a:moveTo>
                      <a:cubicBezTo>
                        <a:pt x="165926" y="124494"/>
                        <a:pt x="128782" y="160401"/>
                        <a:pt x="82963" y="160401"/>
                      </a:cubicBezTo>
                      <a:cubicBezTo>
                        <a:pt x="37144" y="160401"/>
                        <a:pt x="0" y="124494"/>
                        <a:pt x="0" y="80201"/>
                      </a:cubicBezTo>
                      <a:cubicBezTo>
                        <a:pt x="0" y="35907"/>
                        <a:pt x="37144" y="0"/>
                        <a:pt x="82963" y="0"/>
                      </a:cubicBezTo>
                      <a:cubicBezTo>
                        <a:pt x="128782" y="0"/>
                        <a:pt x="165926" y="35907"/>
                        <a:pt x="165926" y="80201"/>
                      </a:cubicBez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50" name="Forme libre : forme 15549">
                  <a:extLst>
                    <a:ext uri="{FF2B5EF4-FFF2-40B4-BE49-F238E27FC236}">
                      <a16:creationId xmlns:a16="http://schemas.microsoft.com/office/drawing/2014/main" id="{7BA76D3E-3CD7-4379-9519-35B65D698DB4}"/>
                    </a:ext>
                  </a:extLst>
                </p:cNvPr>
                <p:cNvSpPr/>
                <p:nvPr/>
              </p:nvSpPr>
              <p:spPr>
                <a:xfrm>
                  <a:off x="7620010" y="3076669"/>
                  <a:ext cx="160346" cy="109236"/>
                </a:xfrm>
                <a:custGeom>
                  <a:avLst/>
                  <a:gdLst>
                    <a:gd name="connsiteX0" fmla="*/ 156400 w 160346"/>
                    <a:gd name="connsiteY0" fmla="*/ 0 h 109236"/>
                    <a:gd name="connsiteX1" fmla="*/ 155734 w 160346"/>
                    <a:gd name="connsiteY1" fmla="*/ 12383 h 109236"/>
                    <a:gd name="connsiteX2" fmla="*/ 64960 w 160346"/>
                    <a:gd name="connsiteY2" fmla="*/ 83629 h 109236"/>
                    <a:gd name="connsiteX3" fmla="*/ 0 w 160346"/>
                    <a:gd name="connsiteY3" fmla="*/ 27718 h 109236"/>
                    <a:gd name="connsiteX4" fmla="*/ 68771 w 160346"/>
                    <a:gd name="connsiteY4" fmla="*/ 108490 h 109236"/>
                    <a:gd name="connsiteX5" fmla="*/ 159544 w 160346"/>
                    <a:gd name="connsiteY5" fmla="*/ 37243 h 109236"/>
                    <a:gd name="connsiteX6" fmla="*/ 156400 w 160346"/>
                    <a:gd name="connsiteY6" fmla="*/ 0 h 109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0346" h="109236">
                      <a:moveTo>
                        <a:pt x="156400" y="0"/>
                      </a:moveTo>
                      <a:cubicBezTo>
                        <a:pt x="156400" y="4096"/>
                        <a:pt x="156305" y="8192"/>
                        <a:pt x="155734" y="12383"/>
                      </a:cubicBezTo>
                      <a:cubicBezTo>
                        <a:pt x="149447" y="57722"/>
                        <a:pt x="108871" y="89440"/>
                        <a:pt x="64960" y="83629"/>
                      </a:cubicBezTo>
                      <a:cubicBezTo>
                        <a:pt x="30671" y="79058"/>
                        <a:pt x="3524" y="54483"/>
                        <a:pt x="0" y="27718"/>
                      </a:cubicBezTo>
                      <a:cubicBezTo>
                        <a:pt x="286" y="68104"/>
                        <a:pt x="28956" y="102965"/>
                        <a:pt x="68771" y="108490"/>
                      </a:cubicBezTo>
                      <a:cubicBezTo>
                        <a:pt x="112681" y="114586"/>
                        <a:pt x="153257" y="82677"/>
                        <a:pt x="159544" y="37243"/>
                      </a:cubicBezTo>
                      <a:cubicBezTo>
                        <a:pt x="161353" y="24194"/>
                        <a:pt x="160020" y="11621"/>
                        <a:pt x="156400" y="0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51" name="Forme libre : forme 15550">
                  <a:extLst>
                    <a:ext uri="{FF2B5EF4-FFF2-40B4-BE49-F238E27FC236}">
                      <a16:creationId xmlns:a16="http://schemas.microsoft.com/office/drawing/2014/main" id="{D6F8B208-49CF-44A8-8F09-245C8DBC164B}"/>
                    </a:ext>
                  </a:extLst>
                </p:cNvPr>
                <p:cNvSpPr/>
                <p:nvPr/>
              </p:nvSpPr>
              <p:spPr>
                <a:xfrm rot="-2573076">
                  <a:off x="7637607" y="3033166"/>
                  <a:ext cx="83817" cy="71244"/>
                </a:xfrm>
                <a:custGeom>
                  <a:avLst/>
                  <a:gdLst>
                    <a:gd name="connsiteX0" fmla="*/ 83817 w 83817"/>
                    <a:gd name="connsiteY0" fmla="*/ 35622 h 71244"/>
                    <a:gd name="connsiteX1" fmla="*/ 41909 w 83817"/>
                    <a:gd name="connsiteY1" fmla="*/ 71244 h 71244"/>
                    <a:gd name="connsiteX2" fmla="*/ 0 w 83817"/>
                    <a:gd name="connsiteY2" fmla="*/ 35622 h 71244"/>
                    <a:gd name="connsiteX3" fmla="*/ 41909 w 83817"/>
                    <a:gd name="connsiteY3" fmla="*/ 0 h 71244"/>
                    <a:gd name="connsiteX4" fmla="*/ 83817 w 83817"/>
                    <a:gd name="connsiteY4" fmla="*/ 35622 h 71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817" h="71244">
                      <a:moveTo>
                        <a:pt x="83817" y="35622"/>
                      </a:moveTo>
                      <a:cubicBezTo>
                        <a:pt x="83817" y="55296"/>
                        <a:pt x="65054" y="71244"/>
                        <a:pt x="41909" y="71244"/>
                      </a:cubicBezTo>
                      <a:cubicBezTo>
                        <a:pt x="18763" y="71244"/>
                        <a:pt x="0" y="55296"/>
                        <a:pt x="0" y="35622"/>
                      </a:cubicBezTo>
                      <a:cubicBezTo>
                        <a:pt x="0" y="15948"/>
                        <a:pt x="18763" y="0"/>
                        <a:pt x="41909" y="0"/>
                      </a:cubicBezTo>
                      <a:cubicBezTo>
                        <a:pt x="65054" y="0"/>
                        <a:pt x="83817" y="15948"/>
                        <a:pt x="83817" y="35622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52" name="Forme libre : forme 15551">
                  <a:extLst>
                    <a:ext uri="{FF2B5EF4-FFF2-40B4-BE49-F238E27FC236}">
                      <a16:creationId xmlns:a16="http://schemas.microsoft.com/office/drawing/2014/main" id="{6F237924-8551-43EF-8BC8-8577C57B7EC1}"/>
                    </a:ext>
                  </a:extLst>
                </p:cNvPr>
                <p:cNvSpPr/>
                <p:nvPr/>
              </p:nvSpPr>
              <p:spPr>
                <a:xfrm rot="-4928238">
                  <a:off x="7702017" y="3031698"/>
                  <a:ext cx="19240" cy="22098"/>
                </a:xfrm>
                <a:custGeom>
                  <a:avLst/>
                  <a:gdLst>
                    <a:gd name="connsiteX0" fmla="*/ 19241 w 19240"/>
                    <a:gd name="connsiteY0" fmla="*/ 11049 h 22098"/>
                    <a:gd name="connsiteX1" fmla="*/ 9620 w 19240"/>
                    <a:gd name="connsiteY1" fmla="*/ 22098 h 22098"/>
                    <a:gd name="connsiteX2" fmla="*/ 0 w 19240"/>
                    <a:gd name="connsiteY2" fmla="*/ 11049 h 22098"/>
                    <a:gd name="connsiteX3" fmla="*/ 9620 w 19240"/>
                    <a:gd name="connsiteY3" fmla="*/ 0 h 22098"/>
                    <a:gd name="connsiteX4" fmla="*/ 19241 w 19240"/>
                    <a:gd name="connsiteY4" fmla="*/ 11049 h 2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40" h="22098">
                      <a:moveTo>
                        <a:pt x="19241" y="11049"/>
                      </a:moveTo>
                      <a:cubicBezTo>
                        <a:pt x="19241" y="17151"/>
                        <a:pt x="14933" y="22098"/>
                        <a:pt x="9620" y="22098"/>
                      </a:cubicBezTo>
                      <a:cubicBezTo>
                        <a:pt x="4307" y="22098"/>
                        <a:pt x="0" y="17151"/>
                        <a:pt x="0" y="11049"/>
                      </a:cubicBezTo>
                      <a:cubicBezTo>
                        <a:pt x="0" y="4947"/>
                        <a:pt x="4307" y="0"/>
                        <a:pt x="9620" y="0"/>
                      </a:cubicBezTo>
                      <a:cubicBezTo>
                        <a:pt x="14933" y="0"/>
                        <a:pt x="19241" y="4947"/>
                        <a:pt x="19241" y="11049"/>
                      </a:cubicBezTo>
                      <a:close/>
                    </a:path>
                  </a:pathLst>
                </a:custGeom>
                <a:solidFill>
                  <a:srgbClr val="D8BB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5553" name="Graphique 2">
              <a:extLst>
                <a:ext uri="{FF2B5EF4-FFF2-40B4-BE49-F238E27FC236}">
                  <a16:creationId xmlns:a16="http://schemas.microsoft.com/office/drawing/2014/main" id="{9AABABDC-7168-4A9A-8203-1C7828745CD4}"/>
                </a:ext>
              </a:extLst>
            </p:cNvPr>
            <p:cNvGrpSpPr/>
            <p:nvPr/>
          </p:nvGrpSpPr>
          <p:grpSpPr>
            <a:xfrm>
              <a:off x="7732342" y="3675884"/>
              <a:ext cx="358058" cy="337646"/>
              <a:chOff x="7732342" y="3675884"/>
              <a:chExt cx="358058" cy="337646"/>
            </a:xfrm>
            <a:solidFill>
              <a:schemeClr val="accent1"/>
            </a:solidFill>
          </p:grpSpPr>
          <p:sp>
            <p:nvSpPr>
              <p:cNvPr id="15554" name="Forme libre : forme 15553">
                <a:extLst>
                  <a:ext uri="{FF2B5EF4-FFF2-40B4-BE49-F238E27FC236}">
                    <a16:creationId xmlns:a16="http://schemas.microsoft.com/office/drawing/2014/main" id="{9D407181-64F6-4295-9D2D-5FD2A663F748}"/>
                  </a:ext>
                </a:extLst>
              </p:cNvPr>
              <p:cNvSpPr/>
              <p:nvPr/>
            </p:nvSpPr>
            <p:spPr>
              <a:xfrm>
                <a:off x="7831084" y="3675884"/>
                <a:ext cx="213359" cy="182025"/>
              </a:xfrm>
              <a:custGeom>
                <a:avLst/>
                <a:gdLst>
                  <a:gd name="connsiteX0" fmla="*/ 213360 w 213359"/>
                  <a:gd name="connsiteY0" fmla="*/ 127447 h 182025"/>
                  <a:gd name="connsiteX1" fmla="*/ 180022 w 213359"/>
                  <a:gd name="connsiteY1" fmla="*/ 39150 h 182025"/>
                  <a:gd name="connsiteX2" fmla="*/ 110014 w 213359"/>
                  <a:gd name="connsiteY2" fmla="*/ 3 h 182025"/>
                  <a:gd name="connsiteX3" fmla="*/ 0 w 213359"/>
                  <a:gd name="connsiteY3" fmla="*/ 30864 h 182025"/>
                  <a:gd name="connsiteX4" fmla="*/ 64198 w 213359"/>
                  <a:gd name="connsiteY4" fmla="*/ 182025 h 182025"/>
                  <a:gd name="connsiteX5" fmla="*/ 213360 w 213359"/>
                  <a:gd name="connsiteY5" fmla="*/ 127447 h 182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3359" h="182025">
                    <a:moveTo>
                      <a:pt x="213360" y="127447"/>
                    </a:moveTo>
                    <a:cubicBezTo>
                      <a:pt x="213360" y="127447"/>
                      <a:pt x="173641" y="90871"/>
                      <a:pt x="180022" y="39150"/>
                    </a:cubicBezTo>
                    <a:cubicBezTo>
                      <a:pt x="180022" y="39150"/>
                      <a:pt x="153257" y="-378"/>
                      <a:pt x="110014" y="3"/>
                    </a:cubicBezTo>
                    <a:cubicBezTo>
                      <a:pt x="110014" y="3"/>
                      <a:pt x="81534" y="36102"/>
                      <a:pt x="0" y="30864"/>
                    </a:cubicBezTo>
                    <a:lnTo>
                      <a:pt x="64198" y="182025"/>
                    </a:lnTo>
                    <a:lnTo>
                      <a:pt x="213360" y="127447"/>
                    </a:ln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55" name="Forme libre : forme 15554">
                <a:extLst>
                  <a:ext uri="{FF2B5EF4-FFF2-40B4-BE49-F238E27FC236}">
                    <a16:creationId xmlns:a16="http://schemas.microsoft.com/office/drawing/2014/main" id="{955E22AA-FD2D-41CB-A7D2-1CB8ED6D7E8F}"/>
                  </a:ext>
                </a:extLst>
              </p:cNvPr>
              <p:cNvSpPr/>
              <p:nvPr/>
            </p:nvSpPr>
            <p:spPr>
              <a:xfrm>
                <a:off x="7828702" y="3794854"/>
                <a:ext cx="145541" cy="139826"/>
              </a:xfrm>
              <a:custGeom>
                <a:avLst/>
                <a:gdLst>
                  <a:gd name="connsiteX0" fmla="*/ 33528 w 145541"/>
                  <a:gd name="connsiteY0" fmla="*/ 139827 h 139826"/>
                  <a:gd name="connsiteX1" fmla="*/ 145542 w 145541"/>
                  <a:gd name="connsiteY1" fmla="*/ 80963 h 139826"/>
                  <a:gd name="connsiteX2" fmla="*/ 103441 w 145541"/>
                  <a:gd name="connsiteY2" fmla="*/ 30385 h 139826"/>
                  <a:gd name="connsiteX3" fmla="*/ 44196 w 145541"/>
                  <a:gd name="connsiteY3" fmla="*/ 0 h 139826"/>
                  <a:gd name="connsiteX4" fmla="*/ 0 w 145541"/>
                  <a:gd name="connsiteY4" fmla="*/ 84868 h 13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541" h="139826">
                    <a:moveTo>
                      <a:pt x="33528" y="139827"/>
                    </a:moveTo>
                    <a:lnTo>
                      <a:pt x="145542" y="80963"/>
                    </a:lnTo>
                    <a:lnTo>
                      <a:pt x="103441" y="30385"/>
                    </a:lnTo>
                    <a:lnTo>
                      <a:pt x="44196" y="0"/>
                    </a:lnTo>
                    <a:lnTo>
                      <a:pt x="0" y="84868"/>
                    </a:ln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5556" name="Graphique 2">
                <a:extLst>
                  <a:ext uri="{FF2B5EF4-FFF2-40B4-BE49-F238E27FC236}">
                    <a16:creationId xmlns:a16="http://schemas.microsoft.com/office/drawing/2014/main" id="{BA7D9A23-1B2B-4941-B2A5-6C30077DBF71}"/>
                  </a:ext>
                </a:extLst>
              </p:cNvPr>
              <p:cNvGrpSpPr/>
              <p:nvPr/>
            </p:nvGrpSpPr>
            <p:grpSpPr>
              <a:xfrm>
                <a:off x="7767192" y="3804261"/>
                <a:ext cx="212442" cy="209269"/>
                <a:chOff x="7767192" y="3804261"/>
                <a:chExt cx="212442" cy="209269"/>
              </a:xfrm>
              <a:solidFill>
                <a:schemeClr val="accent1"/>
              </a:solidFill>
            </p:grpSpPr>
            <p:sp>
              <p:nvSpPr>
                <p:cNvPr id="15557" name="Forme libre : forme 15556">
                  <a:extLst>
                    <a:ext uri="{FF2B5EF4-FFF2-40B4-BE49-F238E27FC236}">
                      <a16:creationId xmlns:a16="http://schemas.microsoft.com/office/drawing/2014/main" id="{0D97D486-1A5B-4367-B16D-DB74140C2526}"/>
                    </a:ext>
                  </a:extLst>
                </p:cNvPr>
                <p:cNvSpPr/>
                <p:nvPr/>
              </p:nvSpPr>
              <p:spPr>
                <a:xfrm rot="-1262374">
                  <a:off x="7790454" y="3828698"/>
                  <a:ext cx="165919" cy="160395"/>
                </a:xfrm>
                <a:custGeom>
                  <a:avLst/>
                  <a:gdLst>
                    <a:gd name="connsiteX0" fmla="*/ 165920 w 165919"/>
                    <a:gd name="connsiteY0" fmla="*/ 80198 h 160395"/>
                    <a:gd name="connsiteX1" fmla="*/ 82960 w 165919"/>
                    <a:gd name="connsiteY1" fmla="*/ 160395 h 160395"/>
                    <a:gd name="connsiteX2" fmla="*/ 0 w 165919"/>
                    <a:gd name="connsiteY2" fmla="*/ 80198 h 160395"/>
                    <a:gd name="connsiteX3" fmla="*/ 82960 w 165919"/>
                    <a:gd name="connsiteY3" fmla="*/ 0 h 160395"/>
                    <a:gd name="connsiteX4" fmla="*/ 165920 w 165919"/>
                    <a:gd name="connsiteY4" fmla="*/ 80198 h 16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919" h="160395">
                      <a:moveTo>
                        <a:pt x="165920" y="80198"/>
                      </a:moveTo>
                      <a:cubicBezTo>
                        <a:pt x="165920" y="124490"/>
                        <a:pt x="128777" y="160395"/>
                        <a:pt x="82960" y="160395"/>
                      </a:cubicBezTo>
                      <a:cubicBezTo>
                        <a:pt x="37143" y="160395"/>
                        <a:pt x="0" y="124490"/>
                        <a:pt x="0" y="80198"/>
                      </a:cubicBezTo>
                      <a:cubicBezTo>
                        <a:pt x="0" y="35906"/>
                        <a:pt x="37143" y="0"/>
                        <a:pt x="82960" y="0"/>
                      </a:cubicBezTo>
                      <a:cubicBezTo>
                        <a:pt x="128777" y="0"/>
                        <a:pt x="165920" y="35906"/>
                        <a:pt x="165920" y="80198"/>
                      </a:cubicBez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58" name="Forme libre : forme 15557">
                  <a:extLst>
                    <a:ext uri="{FF2B5EF4-FFF2-40B4-BE49-F238E27FC236}">
                      <a16:creationId xmlns:a16="http://schemas.microsoft.com/office/drawing/2014/main" id="{6FC40B23-126A-4669-A643-7E6BC0AB5E41}"/>
                    </a:ext>
                  </a:extLst>
                </p:cNvPr>
                <p:cNvSpPr/>
                <p:nvPr/>
              </p:nvSpPr>
              <p:spPr>
                <a:xfrm>
                  <a:off x="7813653" y="3828544"/>
                  <a:ext cx="142459" cy="150047"/>
                </a:xfrm>
                <a:custGeom>
                  <a:avLst/>
                  <a:gdLst>
                    <a:gd name="connsiteX0" fmla="*/ 0 w 142459"/>
                    <a:gd name="connsiteY0" fmla="*/ 26413 h 150047"/>
                    <a:gd name="connsiteX1" fmla="*/ 11239 w 142459"/>
                    <a:gd name="connsiteY1" fmla="*/ 21079 h 150047"/>
                    <a:gd name="connsiteX2" fmla="*/ 117443 w 142459"/>
                    <a:gd name="connsiteY2" fmla="*/ 66132 h 150047"/>
                    <a:gd name="connsiteX3" fmla="*/ 99822 w 142459"/>
                    <a:gd name="connsiteY3" fmla="*/ 150047 h 150047"/>
                    <a:gd name="connsiteX4" fmla="*/ 137255 w 142459"/>
                    <a:gd name="connsiteY4" fmla="*/ 50797 h 150047"/>
                    <a:gd name="connsiteX5" fmla="*/ 31052 w 142459"/>
                    <a:gd name="connsiteY5" fmla="*/ 5743 h 150047"/>
                    <a:gd name="connsiteX6" fmla="*/ 0 w 142459"/>
                    <a:gd name="connsiteY6" fmla="*/ 26413 h 150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459" h="150047">
                      <a:moveTo>
                        <a:pt x="0" y="26413"/>
                      </a:moveTo>
                      <a:cubicBezTo>
                        <a:pt x="3524" y="24412"/>
                        <a:pt x="7239" y="22603"/>
                        <a:pt x="11239" y="21079"/>
                      </a:cubicBezTo>
                      <a:cubicBezTo>
                        <a:pt x="54007" y="4600"/>
                        <a:pt x="101346" y="24889"/>
                        <a:pt x="117443" y="66132"/>
                      </a:cubicBezTo>
                      <a:cubicBezTo>
                        <a:pt x="130016" y="98326"/>
                        <a:pt x="121634" y="134045"/>
                        <a:pt x="99822" y="150047"/>
                      </a:cubicBezTo>
                      <a:cubicBezTo>
                        <a:pt x="134969" y="130330"/>
                        <a:pt x="151733" y="88325"/>
                        <a:pt x="137255" y="50797"/>
                      </a:cubicBezTo>
                      <a:cubicBezTo>
                        <a:pt x="121349" y="9458"/>
                        <a:pt x="73819" y="-10735"/>
                        <a:pt x="31052" y="5743"/>
                      </a:cubicBezTo>
                      <a:cubicBezTo>
                        <a:pt x="18860" y="10411"/>
                        <a:pt x="8477" y="17650"/>
                        <a:pt x="0" y="26413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59" name="Forme libre : forme 15558">
                  <a:extLst>
                    <a:ext uri="{FF2B5EF4-FFF2-40B4-BE49-F238E27FC236}">
                      <a16:creationId xmlns:a16="http://schemas.microsoft.com/office/drawing/2014/main" id="{0A1197CF-8118-4510-849E-559B8579D247}"/>
                    </a:ext>
                  </a:extLst>
                </p:cNvPr>
                <p:cNvSpPr/>
                <p:nvPr/>
              </p:nvSpPr>
              <p:spPr>
                <a:xfrm rot="-4307057">
                  <a:off x="7817924" y="3901357"/>
                  <a:ext cx="71248" cy="83821"/>
                </a:xfrm>
                <a:custGeom>
                  <a:avLst/>
                  <a:gdLst>
                    <a:gd name="connsiteX0" fmla="*/ 71248 w 71248"/>
                    <a:gd name="connsiteY0" fmla="*/ 41911 h 83821"/>
                    <a:gd name="connsiteX1" fmla="*/ 35624 w 71248"/>
                    <a:gd name="connsiteY1" fmla="*/ 83821 h 83821"/>
                    <a:gd name="connsiteX2" fmla="*/ 0 w 71248"/>
                    <a:gd name="connsiteY2" fmla="*/ 41911 h 83821"/>
                    <a:gd name="connsiteX3" fmla="*/ 35624 w 71248"/>
                    <a:gd name="connsiteY3" fmla="*/ 0 h 83821"/>
                    <a:gd name="connsiteX4" fmla="*/ 71248 w 71248"/>
                    <a:gd name="connsiteY4" fmla="*/ 41911 h 83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248" h="83821">
                      <a:moveTo>
                        <a:pt x="71248" y="41911"/>
                      </a:moveTo>
                      <a:cubicBezTo>
                        <a:pt x="71248" y="65057"/>
                        <a:pt x="55298" y="83821"/>
                        <a:pt x="35624" y="83821"/>
                      </a:cubicBezTo>
                      <a:cubicBezTo>
                        <a:pt x="15949" y="83821"/>
                        <a:pt x="0" y="65057"/>
                        <a:pt x="0" y="41911"/>
                      </a:cubicBezTo>
                      <a:cubicBezTo>
                        <a:pt x="0" y="18764"/>
                        <a:pt x="15950" y="0"/>
                        <a:pt x="35624" y="0"/>
                      </a:cubicBezTo>
                      <a:cubicBezTo>
                        <a:pt x="55299" y="0"/>
                        <a:pt x="71248" y="18764"/>
                        <a:pt x="71248" y="4191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60" name="Forme libre : forme 15559">
                  <a:extLst>
                    <a:ext uri="{FF2B5EF4-FFF2-40B4-BE49-F238E27FC236}">
                      <a16:creationId xmlns:a16="http://schemas.microsoft.com/office/drawing/2014/main" id="{45C156A2-DD4E-49E3-B491-30DBD8924C9E}"/>
                    </a:ext>
                  </a:extLst>
                </p:cNvPr>
                <p:cNvSpPr/>
                <p:nvPr/>
              </p:nvSpPr>
              <p:spPr>
                <a:xfrm rot="-1262374">
                  <a:off x="7805599" y="3916987"/>
                  <a:ext cx="19239" cy="22097"/>
                </a:xfrm>
                <a:custGeom>
                  <a:avLst/>
                  <a:gdLst>
                    <a:gd name="connsiteX0" fmla="*/ 19240 w 19239"/>
                    <a:gd name="connsiteY0" fmla="*/ 11049 h 22097"/>
                    <a:gd name="connsiteX1" fmla="*/ 9620 w 19239"/>
                    <a:gd name="connsiteY1" fmla="*/ 22097 h 22097"/>
                    <a:gd name="connsiteX2" fmla="*/ 0 w 19239"/>
                    <a:gd name="connsiteY2" fmla="*/ 11049 h 22097"/>
                    <a:gd name="connsiteX3" fmla="*/ 9620 w 19239"/>
                    <a:gd name="connsiteY3" fmla="*/ 0 h 22097"/>
                    <a:gd name="connsiteX4" fmla="*/ 19240 w 19239"/>
                    <a:gd name="connsiteY4" fmla="*/ 11049 h 22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39" h="22097">
                      <a:moveTo>
                        <a:pt x="19240" y="11049"/>
                      </a:moveTo>
                      <a:cubicBezTo>
                        <a:pt x="19240" y="17151"/>
                        <a:pt x="14933" y="22097"/>
                        <a:pt x="9620" y="22097"/>
                      </a:cubicBezTo>
                      <a:cubicBezTo>
                        <a:pt x="4307" y="22097"/>
                        <a:pt x="0" y="17151"/>
                        <a:pt x="0" y="11049"/>
                      </a:cubicBezTo>
                      <a:cubicBezTo>
                        <a:pt x="0" y="4947"/>
                        <a:pt x="4307" y="0"/>
                        <a:pt x="9620" y="0"/>
                      </a:cubicBezTo>
                      <a:cubicBezTo>
                        <a:pt x="14933" y="0"/>
                        <a:pt x="19240" y="4947"/>
                        <a:pt x="19240" y="11049"/>
                      </a:cubicBezTo>
                      <a:close/>
                    </a:path>
                  </a:pathLst>
                </a:custGeom>
                <a:solidFill>
                  <a:srgbClr val="D8BB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5561" name="Graphique 2">
                <a:extLst>
                  <a:ext uri="{FF2B5EF4-FFF2-40B4-BE49-F238E27FC236}">
                    <a16:creationId xmlns:a16="http://schemas.microsoft.com/office/drawing/2014/main" id="{546C646E-A4D5-431D-8B4A-FB739855F6D4}"/>
                  </a:ext>
                </a:extLst>
              </p:cNvPr>
              <p:cNvGrpSpPr/>
              <p:nvPr/>
            </p:nvGrpSpPr>
            <p:grpSpPr>
              <a:xfrm>
                <a:off x="7732342" y="3679373"/>
                <a:ext cx="212442" cy="209269"/>
                <a:chOff x="7732342" y="3679373"/>
                <a:chExt cx="212442" cy="209269"/>
              </a:xfrm>
              <a:solidFill>
                <a:schemeClr val="accent1"/>
              </a:solidFill>
            </p:grpSpPr>
            <p:sp>
              <p:nvSpPr>
                <p:cNvPr id="15562" name="Forme libre : forme 15561">
                  <a:extLst>
                    <a:ext uri="{FF2B5EF4-FFF2-40B4-BE49-F238E27FC236}">
                      <a16:creationId xmlns:a16="http://schemas.microsoft.com/office/drawing/2014/main" id="{89280AC0-7DDA-4F10-8C3B-4742D17F1730}"/>
                    </a:ext>
                  </a:extLst>
                </p:cNvPr>
                <p:cNvSpPr/>
                <p:nvPr/>
              </p:nvSpPr>
              <p:spPr>
                <a:xfrm rot="-1262374">
                  <a:off x="7755603" y="3703810"/>
                  <a:ext cx="165919" cy="160395"/>
                </a:xfrm>
                <a:custGeom>
                  <a:avLst/>
                  <a:gdLst>
                    <a:gd name="connsiteX0" fmla="*/ 165920 w 165919"/>
                    <a:gd name="connsiteY0" fmla="*/ 80198 h 160395"/>
                    <a:gd name="connsiteX1" fmla="*/ 82960 w 165919"/>
                    <a:gd name="connsiteY1" fmla="*/ 160396 h 160395"/>
                    <a:gd name="connsiteX2" fmla="*/ 0 w 165919"/>
                    <a:gd name="connsiteY2" fmla="*/ 80198 h 160395"/>
                    <a:gd name="connsiteX3" fmla="*/ 82960 w 165919"/>
                    <a:gd name="connsiteY3" fmla="*/ 0 h 160395"/>
                    <a:gd name="connsiteX4" fmla="*/ 165920 w 165919"/>
                    <a:gd name="connsiteY4" fmla="*/ 80198 h 16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919" h="160395">
                      <a:moveTo>
                        <a:pt x="165920" y="80198"/>
                      </a:moveTo>
                      <a:cubicBezTo>
                        <a:pt x="165920" y="124490"/>
                        <a:pt x="128777" y="160396"/>
                        <a:pt x="82960" y="160396"/>
                      </a:cubicBezTo>
                      <a:cubicBezTo>
                        <a:pt x="37143" y="160396"/>
                        <a:pt x="0" y="124490"/>
                        <a:pt x="0" y="80198"/>
                      </a:cubicBezTo>
                      <a:cubicBezTo>
                        <a:pt x="0" y="35906"/>
                        <a:pt x="37142" y="0"/>
                        <a:pt x="82960" y="0"/>
                      </a:cubicBezTo>
                      <a:cubicBezTo>
                        <a:pt x="128777" y="0"/>
                        <a:pt x="165920" y="35906"/>
                        <a:pt x="165920" y="80198"/>
                      </a:cubicBez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63" name="Forme libre : forme 15562">
                  <a:extLst>
                    <a:ext uri="{FF2B5EF4-FFF2-40B4-BE49-F238E27FC236}">
                      <a16:creationId xmlns:a16="http://schemas.microsoft.com/office/drawing/2014/main" id="{7C31AEBE-3F8E-44A0-879F-E760B90A0795}"/>
                    </a:ext>
                  </a:extLst>
                </p:cNvPr>
                <p:cNvSpPr/>
                <p:nvPr/>
              </p:nvSpPr>
              <p:spPr>
                <a:xfrm>
                  <a:off x="7778791" y="3703672"/>
                  <a:ext cx="142459" cy="150047"/>
                </a:xfrm>
                <a:custGeom>
                  <a:avLst/>
                  <a:gdLst>
                    <a:gd name="connsiteX0" fmla="*/ 0 w 142459"/>
                    <a:gd name="connsiteY0" fmla="*/ 26413 h 150047"/>
                    <a:gd name="connsiteX1" fmla="*/ 11239 w 142459"/>
                    <a:gd name="connsiteY1" fmla="*/ 21079 h 150047"/>
                    <a:gd name="connsiteX2" fmla="*/ 117443 w 142459"/>
                    <a:gd name="connsiteY2" fmla="*/ 66132 h 150047"/>
                    <a:gd name="connsiteX3" fmla="*/ 99822 w 142459"/>
                    <a:gd name="connsiteY3" fmla="*/ 150047 h 150047"/>
                    <a:gd name="connsiteX4" fmla="*/ 137255 w 142459"/>
                    <a:gd name="connsiteY4" fmla="*/ 50797 h 150047"/>
                    <a:gd name="connsiteX5" fmla="*/ 31051 w 142459"/>
                    <a:gd name="connsiteY5" fmla="*/ 5743 h 150047"/>
                    <a:gd name="connsiteX6" fmla="*/ 0 w 142459"/>
                    <a:gd name="connsiteY6" fmla="*/ 26413 h 150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459" h="150047">
                      <a:moveTo>
                        <a:pt x="0" y="26413"/>
                      </a:moveTo>
                      <a:cubicBezTo>
                        <a:pt x="3524" y="24412"/>
                        <a:pt x="7239" y="22603"/>
                        <a:pt x="11239" y="21079"/>
                      </a:cubicBezTo>
                      <a:cubicBezTo>
                        <a:pt x="54007" y="4600"/>
                        <a:pt x="101346" y="24889"/>
                        <a:pt x="117443" y="66132"/>
                      </a:cubicBezTo>
                      <a:cubicBezTo>
                        <a:pt x="130016" y="98326"/>
                        <a:pt x="121634" y="134045"/>
                        <a:pt x="99822" y="150047"/>
                      </a:cubicBezTo>
                      <a:cubicBezTo>
                        <a:pt x="134969" y="130330"/>
                        <a:pt x="151733" y="88325"/>
                        <a:pt x="137255" y="50797"/>
                      </a:cubicBezTo>
                      <a:cubicBezTo>
                        <a:pt x="121349" y="9458"/>
                        <a:pt x="73819" y="-10735"/>
                        <a:pt x="31051" y="5743"/>
                      </a:cubicBezTo>
                      <a:cubicBezTo>
                        <a:pt x="18859" y="10316"/>
                        <a:pt x="8382" y="17554"/>
                        <a:pt x="0" y="26413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64" name="Forme libre : forme 15563">
                  <a:extLst>
                    <a:ext uri="{FF2B5EF4-FFF2-40B4-BE49-F238E27FC236}">
                      <a16:creationId xmlns:a16="http://schemas.microsoft.com/office/drawing/2014/main" id="{3B24B76C-3603-48DD-94D8-B49F199ED6BE}"/>
                    </a:ext>
                  </a:extLst>
                </p:cNvPr>
                <p:cNvSpPr/>
                <p:nvPr/>
              </p:nvSpPr>
              <p:spPr>
                <a:xfrm rot="-4307057">
                  <a:off x="7783039" y="3776503"/>
                  <a:ext cx="71248" cy="83821"/>
                </a:xfrm>
                <a:custGeom>
                  <a:avLst/>
                  <a:gdLst>
                    <a:gd name="connsiteX0" fmla="*/ 71248 w 71248"/>
                    <a:gd name="connsiteY0" fmla="*/ 41911 h 83821"/>
                    <a:gd name="connsiteX1" fmla="*/ 35624 w 71248"/>
                    <a:gd name="connsiteY1" fmla="*/ 83821 h 83821"/>
                    <a:gd name="connsiteX2" fmla="*/ 0 w 71248"/>
                    <a:gd name="connsiteY2" fmla="*/ 41911 h 83821"/>
                    <a:gd name="connsiteX3" fmla="*/ 35624 w 71248"/>
                    <a:gd name="connsiteY3" fmla="*/ 0 h 83821"/>
                    <a:gd name="connsiteX4" fmla="*/ 71248 w 71248"/>
                    <a:gd name="connsiteY4" fmla="*/ 41911 h 83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248" h="83821">
                      <a:moveTo>
                        <a:pt x="71248" y="41911"/>
                      </a:moveTo>
                      <a:cubicBezTo>
                        <a:pt x="71248" y="65057"/>
                        <a:pt x="55299" y="83821"/>
                        <a:pt x="35624" y="83821"/>
                      </a:cubicBezTo>
                      <a:cubicBezTo>
                        <a:pt x="15949" y="83821"/>
                        <a:pt x="0" y="65057"/>
                        <a:pt x="0" y="41911"/>
                      </a:cubicBezTo>
                      <a:cubicBezTo>
                        <a:pt x="0" y="18764"/>
                        <a:pt x="15949" y="0"/>
                        <a:pt x="35624" y="0"/>
                      </a:cubicBezTo>
                      <a:cubicBezTo>
                        <a:pt x="55299" y="0"/>
                        <a:pt x="71248" y="18764"/>
                        <a:pt x="71248" y="4191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65" name="Forme libre : forme 15564">
                  <a:extLst>
                    <a:ext uri="{FF2B5EF4-FFF2-40B4-BE49-F238E27FC236}">
                      <a16:creationId xmlns:a16="http://schemas.microsoft.com/office/drawing/2014/main" id="{D8CA8274-AD80-46E0-A81A-77DBC2894224}"/>
                    </a:ext>
                  </a:extLst>
                </p:cNvPr>
                <p:cNvSpPr/>
                <p:nvPr/>
              </p:nvSpPr>
              <p:spPr>
                <a:xfrm rot="-1262374">
                  <a:off x="7770715" y="3792010"/>
                  <a:ext cx="19239" cy="22097"/>
                </a:xfrm>
                <a:custGeom>
                  <a:avLst/>
                  <a:gdLst>
                    <a:gd name="connsiteX0" fmla="*/ 19240 w 19239"/>
                    <a:gd name="connsiteY0" fmla="*/ 11049 h 22097"/>
                    <a:gd name="connsiteX1" fmla="*/ 9620 w 19239"/>
                    <a:gd name="connsiteY1" fmla="*/ 22097 h 22097"/>
                    <a:gd name="connsiteX2" fmla="*/ 0 w 19239"/>
                    <a:gd name="connsiteY2" fmla="*/ 11049 h 22097"/>
                    <a:gd name="connsiteX3" fmla="*/ 9620 w 19239"/>
                    <a:gd name="connsiteY3" fmla="*/ 0 h 22097"/>
                    <a:gd name="connsiteX4" fmla="*/ 19240 w 19239"/>
                    <a:gd name="connsiteY4" fmla="*/ 11049 h 22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39" h="22097">
                      <a:moveTo>
                        <a:pt x="19240" y="11049"/>
                      </a:moveTo>
                      <a:cubicBezTo>
                        <a:pt x="19240" y="17151"/>
                        <a:pt x="14933" y="22097"/>
                        <a:pt x="9620" y="22097"/>
                      </a:cubicBezTo>
                      <a:cubicBezTo>
                        <a:pt x="4307" y="22097"/>
                        <a:pt x="0" y="17151"/>
                        <a:pt x="0" y="11049"/>
                      </a:cubicBezTo>
                      <a:cubicBezTo>
                        <a:pt x="0" y="4947"/>
                        <a:pt x="4307" y="0"/>
                        <a:pt x="9620" y="0"/>
                      </a:cubicBezTo>
                      <a:cubicBezTo>
                        <a:pt x="14933" y="0"/>
                        <a:pt x="19240" y="4947"/>
                        <a:pt x="19240" y="11049"/>
                      </a:cubicBezTo>
                      <a:close/>
                    </a:path>
                  </a:pathLst>
                </a:custGeom>
                <a:solidFill>
                  <a:srgbClr val="D8BB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5566" name="Graphique 2">
                <a:extLst>
                  <a:ext uri="{FF2B5EF4-FFF2-40B4-BE49-F238E27FC236}">
                    <a16:creationId xmlns:a16="http://schemas.microsoft.com/office/drawing/2014/main" id="{91ADA26D-9960-46F6-ABD7-55833EF1183F}"/>
                  </a:ext>
                </a:extLst>
              </p:cNvPr>
              <p:cNvGrpSpPr/>
              <p:nvPr/>
            </p:nvGrpSpPr>
            <p:grpSpPr>
              <a:xfrm>
                <a:off x="7877958" y="3752264"/>
                <a:ext cx="212442" cy="209269"/>
                <a:chOff x="7877958" y="3752264"/>
                <a:chExt cx="212442" cy="209269"/>
              </a:xfrm>
              <a:solidFill>
                <a:schemeClr val="accent1"/>
              </a:solidFill>
            </p:grpSpPr>
            <p:sp>
              <p:nvSpPr>
                <p:cNvPr id="15567" name="Forme libre : forme 15566">
                  <a:extLst>
                    <a:ext uri="{FF2B5EF4-FFF2-40B4-BE49-F238E27FC236}">
                      <a16:creationId xmlns:a16="http://schemas.microsoft.com/office/drawing/2014/main" id="{EF793665-CC58-4E48-8F7C-F17A61EE01DA}"/>
                    </a:ext>
                  </a:extLst>
                </p:cNvPr>
                <p:cNvSpPr/>
                <p:nvPr/>
              </p:nvSpPr>
              <p:spPr>
                <a:xfrm rot="-1262374">
                  <a:off x="7901219" y="3776701"/>
                  <a:ext cx="165919" cy="160395"/>
                </a:xfrm>
                <a:custGeom>
                  <a:avLst/>
                  <a:gdLst>
                    <a:gd name="connsiteX0" fmla="*/ 165920 w 165919"/>
                    <a:gd name="connsiteY0" fmla="*/ 80198 h 160395"/>
                    <a:gd name="connsiteX1" fmla="*/ 82960 w 165919"/>
                    <a:gd name="connsiteY1" fmla="*/ 160396 h 160395"/>
                    <a:gd name="connsiteX2" fmla="*/ 0 w 165919"/>
                    <a:gd name="connsiteY2" fmla="*/ 80198 h 160395"/>
                    <a:gd name="connsiteX3" fmla="*/ 82960 w 165919"/>
                    <a:gd name="connsiteY3" fmla="*/ 0 h 160395"/>
                    <a:gd name="connsiteX4" fmla="*/ 165920 w 165919"/>
                    <a:gd name="connsiteY4" fmla="*/ 80198 h 16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919" h="160395">
                      <a:moveTo>
                        <a:pt x="165920" y="80198"/>
                      </a:moveTo>
                      <a:cubicBezTo>
                        <a:pt x="165920" y="124490"/>
                        <a:pt x="128777" y="160396"/>
                        <a:pt x="82960" y="160396"/>
                      </a:cubicBezTo>
                      <a:cubicBezTo>
                        <a:pt x="37142" y="160396"/>
                        <a:pt x="0" y="124490"/>
                        <a:pt x="0" y="80198"/>
                      </a:cubicBezTo>
                      <a:cubicBezTo>
                        <a:pt x="0" y="35906"/>
                        <a:pt x="37142" y="0"/>
                        <a:pt x="82960" y="0"/>
                      </a:cubicBezTo>
                      <a:cubicBezTo>
                        <a:pt x="128777" y="0"/>
                        <a:pt x="165920" y="35906"/>
                        <a:pt x="165920" y="80198"/>
                      </a:cubicBez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68" name="Forme libre : forme 15567">
                  <a:extLst>
                    <a:ext uri="{FF2B5EF4-FFF2-40B4-BE49-F238E27FC236}">
                      <a16:creationId xmlns:a16="http://schemas.microsoft.com/office/drawing/2014/main" id="{0B763CFB-BA21-484C-B485-B610ACF48CFB}"/>
                    </a:ext>
                  </a:extLst>
                </p:cNvPr>
                <p:cNvSpPr/>
                <p:nvPr/>
              </p:nvSpPr>
              <p:spPr>
                <a:xfrm>
                  <a:off x="7924524" y="3776538"/>
                  <a:ext cx="142459" cy="150047"/>
                </a:xfrm>
                <a:custGeom>
                  <a:avLst/>
                  <a:gdLst>
                    <a:gd name="connsiteX0" fmla="*/ 0 w 142459"/>
                    <a:gd name="connsiteY0" fmla="*/ 26413 h 150047"/>
                    <a:gd name="connsiteX1" fmla="*/ 11239 w 142459"/>
                    <a:gd name="connsiteY1" fmla="*/ 21079 h 150047"/>
                    <a:gd name="connsiteX2" fmla="*/ 117443 w 142459"/>
                    <a:gd name="connsiteY2" fmla="*/ 66132 h 150047"/>
                    <a:gd name="connsiteX3" fmla="*/ 99822 w 142459"/>
                    <a:gd name="connsiteY3" fmla="*/ 150047 h 150047"/>
                    <a:gd name="connsiteX4" fmla="*/ 137255 w 142459"/>
                    <a:gd name="connsiteY4" fmla="*/ 50797 h 150047"/>
                    <a:gd name="connsiteX5" fmla="*/ 31051 w 142459"/>
                    <a:gd name="connsiteY5" fmla="*/ 5743 h 150047"/>
                    <a:gd name="connsiteX6" fmla="*/ 0 w 142459"/>
                    <a:gd name="connsiteY6" fmla="*/ 26413 h 150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459" h="150047">
                      <a:moveTo>
                        <a:pt x="0" y="26413"/>
                      </a:moveTo>
                      <a:cubicBezTo>
                        <a:pt x="3524" y="24412"/>
                        <a:pt x="7239" y="22603"/>
                        <a:pt x="11239" y="21079"/>
                      </a:cubicBezTo>
                      <a:cubicBezTo>
                        <a:pt x="54007" y="4600"/>
                        <a:pt x="101346" y="24889"/>
                        <a:pt x="117443" y="66132"/>
                      </a:cubicBezTo>
                      <a:cubicBezTo>
                        <a:pt x="130016" y="98326"/>
                        <a:pt x="121634" y="134045"/>
                        <a:pt x="99822" y="150047"/>
                      </a:cubicBezTo>
                      <a:cubicBezTo>
                        <a:pt x="134969" y="130331"/>
                        <a:pt x="151733" y="88325"/>
                        <a:pt x="137255" y="50797"/>
                      </a:cubicBezTo>
                      <a:cubicBezTo>
                        <a:pt x="121348" y="9458"/>
                        <a:pt x="73819" y="-10735"/>
                        <a:pt x="31051" y="5743"/>
                      </a:cubicBezTo>
                      <a:cubicBezTo>
                        <a:pt x="18764" y="10411"/>
                        <a:pt x="8382" y="17650"/>
                        <a:pt x="0" y="26413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69" name="Forme libre : forme 15568">
                  <a:extLst>
                    <a:ext uri="{FF2B5EF4-FFF2-40B4-BE49-F238E27FC236}">
                      <a16:creationId xmlns:a16="http://schemas.microsoft.com/office/drawing/2014/main" id="{6E4317FF-CD9E-4263-A27E-386863B3C478}"/>
                    </a:ext>
                  </a:extLst>
                </p:cNvPr>
                <p:cNvSpPr/>
                <p:nvPr/>
              </p:nvSpPr>
              <p:spPr>
                <a:xfrm rot="-4307057">
                  <a:off x="7928684" y="3849368"/>
                  <a:ext cx="71248" cy="83821"/>
                </a:xfrm>
                <a:custGeom>
                  <a:avLst/>
                  <a:gdLst>
                    <a:gd name="connsiteX0" fmla="*/ 71248 w 71248"/>
                    <a:gd name="connsiteY0" fmla="*/ 41910 h 83821"/>
                    <a:gd name="connsiteX1" fmla="*/ 35624 w 71248"/>
                    <a:gd name="connsiteY1" fmla="*/ 83821 h 83821"/>
                    <a:gd name="connsiteX2" fmla="*/ 0 w 71248"/>
                    <a:gd name="connsiteY2" fmla="*/ 41910 h 83821"/>
                    <a:gd name="connsiteX3" fmla="*/ 35624 w 71248"/>
                    <a:gd name="connsiteY3" fmla="*/ 0 h 83821"/>
                    <a:gd name="connsiteX4" fmla="*/ 71248 w 71248"/>
                    <a:gd name="connsiteY4" fmla="*/ 41910 h 83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248" h="83821">
                      <a:moveTo>
                        <a:pt x="71248" y="41910"/>
                      </a:moveTo>
                      <a:cubicBezTo>
                        <a:pt x="71248" y="65057"/>
                        <a:pt x="55298" y="83821"/>
                        <a:pt x="35624" y="83821"/>
                      </a:cubicBezTo>
                      <a:cubicBezTo>
                        <a:pt x="15949" y="83821"/>
                        <a:pt x="0" y="65057"/>
                        <a:pt x="0" y="41910"/>
                      </a:cubicBezTo>
                      <a:cubicBezTo>
                        <a:pt x="0" y="18764"/>
                        <a:pt x="15950" y="0"/>
                        <a:pt x="35624" y="0"/>
                      </a:cubicBezTo>
                      <a:cubicBezTo>
                        <a:pt x="55299" y="0"/>
                        <a:pt x="71248" y="18764"/>
                        <a:pt x="71248" y="4191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70" name="Forme libre : forme 15569">
                  <a:extLst>
                    <a:ext uri="{FF2B5EF4-FFF2-40B4-BE49-F238E27FC236}">
                      <a16:creationId xmlns:a16="http://schemas.microsoft.com/office/drawing/2014/main" id="{7F765ED5-98A1-4BE1-89CA-CEA12D547FD4}"/>
                    </a:ext>
                  </a:extLst>
                </p:cNvPr>
                <p:cNvSpPr/>
                <p:nvPr/>
              </p:nvSpPr>
              <p:spPr>
                <a:xfrm rot="-1262374">
                  <a:off x="7916365" y="3864981"/>
                  <a:ext cx="19239" cy="22097"/>
                </a:xfrm>
                <a:custGeom>
                  <a:avLst/>
                  <a:gdLst>
                    <a:gd name="connsiteX0" fmla="*/ 19240 w 19239"/>
                    <a:gd name="connsiteY0" fmla="*/ 11049 h 22097"/>
                    <a:gd name="connsiteX1" fmla="*/ 9620 w 19239"/>
                    <a:gd name="connsiteY1" fmla="*/ 22097 h 22097"/>
                    <a:gd name="connsiteX2" fmla="*/ 0 w 19239"/>
                    <a:gd name="connsiteY2" fmla="*/ 11049 h 22097"/>
                    <a:gd name="connsiteX3" fmla="*/ 9620 w 19239"/>
                    <a:gd name="connsiteY3" fmla="*/ 0 h 22097"/>
                    <a:gd name="connsiteX4" fmla="*/ 19240 w 19239"/>
                    <a:gd name="connsiteY4" fmla="*/ 11049 h 22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39" h="22097">
                      <a:moveTo>
                        <a:pt x="19240" y="11049"/>
                      </a:moveTo>
                      <a:cubicBezTo>
                        <a:pt x="19240" y="17151"/>
                        <a:pt x="14933" y="22097"/>
                        <a:pt x="9620" y="22097"/>
                      </a:cubicBezTo>
                      <a:cubicBezTo>
                        <a:pt x="4307" y="22097"/>
                        <a:pt x="0" y="17151"/>
                        <a:pt x="0" y="11049"/>
                      </a:cubicBezTo>
                      <a:cubicBezTo>
                        <a:pt x="0" y="4947"/>
                        <a:pt x="4307" y="0"/>
                        <a:pt x="9620" y="0"/>
                      </a:cubicBezTo>
                      <a:cubicBezTo>
                        <a:pt x="14933" y="0"/>
                        <a:pt x="19240" y="4947"/>
                        <a:pt x="19240" y="11049"/>
                      </a:cubicBezTo>
                      <a:close/>
                    </a:path>
                  </a:pathLst>
                </a:custGeom>
                <a:solidFill>
                  <a:srgbClr val="D8BB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5571" name="Graphique 2">
              <a:extLst>
                <a:ext uri="{FF2B5EF4-FFF2-40B4-BE49-F238E27FC236}">
                  <a16:creationId xmlns:a16="http://schemas.microsoft.com/office/drawing/2014/main" id="{E226FE73-8BC6-43B4-8A53-65AB098500BF}"/>
                </a:ext>
              </a:extLst>
            </p:cNvPr>
            <p:cNvGrpSpPr/>
            <p:nvPr/>
          </p:nvGrpSpPr>
          <p:grpSpPr>
            <a:xfrm>
              <a:off x="8364371" y="3073207"/>
              <a:ext cx="354180" cy="382963"/>
              <a:chOff x="8364371" y="3073207"/>
              <a:chExt cx="354180" cy="382963"/>
            </a:xfrm>
            <a:solidFill>
              <a:schemeClr val="accent1"/>
            </a:solidFill>
          </p:grpSpPr>
          <p:sp>
            <p:nvSpPr>
              <p:cNvPr id="15572" name="Forme libre : forme 15571">
                <a:extLst>
                  <a:ext uri="{FF2B5EF4-FFF2-40B4-BE49-F238E27FC236}">
                    <a16:creationId xmlns:a16="http://schemas.microsoft.com/office/drawing/2014/main" id="{587A511F-CA6D-4E7A-9B78-333970F70D9B}"/>
                  </a:ext>
                </a:extLst>
              </p:cNvPr>
              <p:cNvSpPr/>
              <p:nvPr/>
            </p:nvSpPr>
            <p:spPr>
              <a:xfrm>
                <a:off x="8364371" y="3170014"/>
                <a:ext cx="188041" cy="227837"/>
              </a:xfrm>
              <a:custGeom>
                <a:avLst/>
                <a:gdLst>
                  <a:gd name="connsiteX0" fmla="*/ 53453 w 188041"/>
                  <a:gd name="connsiteY0" fmla="*/ 0 h 227837"/>
                  <a:gd name="connsiteX1" fmla="*/ 4113 w 188041"/>
                  <a:gd name="connsiteY1" fmla="*/ 80486 h 227837"/>
                  <a:gd name="connsiteX2" fmla="*/ 16020 w 188041"/>
                  <a:gd name="connsiteY2" fmla="*/ 159829 h 227837"/>
                  <a:gd name="connsiteX3" fmla="*/ 107841 w 188041"/>
                  <a:gd name="connsiteY3" fmla="*/ 227838 h 227837"/>
                  <a:gd name="connsiteX4" fmla="*/ 188041 w 188041"/>
                  <a:gd name="connsiteY4" fmla="*/ 84487 h 227837"/>
                  <a:gd name="connsiteX5" fmla="*/ 53453 w 188041"/>
                  <a:gd name="connsiteY5" fmla="*/ 0 h 227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8041" h="227837">
                    <a:moveTo>
                      <a:pt x="53453" y="0"/>
                    </a:moveTo>
                    <a:cubicBezTo>
                      <a:pt x="53453" y="0"/>
                      <a:pt x="48976" y="53816"/>
                      <a:pt x="4113" y="80486"/>
                    </a:cubicBezTo>
                    <a:cubicBezTo>
                      <a:pt x="4113" y="80486"/>
                      <a:pt x="-10746" y="125825"/>
                      <a:pt x="16020" y="159829"/>
                    </a:cubicBezTo>
                    <a:cubicBezTo>
                      <a:pt x="16020" y="159829"/>
                      <a:pt x="61930" y="160211"/>
                      <a:pt x="107841" y="227838"/>
                    </a:cubicBezTo>
                    <a:lnTo>
                      <a:pt x="188041" y="84487"/>
                    </a:lnTo>
                    <a:lnTo>
                      <a:pt x="53453" y="0"/>
                    </a:ln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73" name="Forme libre : forme 15572">
                <a:extLst>
                  <a:ext uri="{FF2B5EF4-FFF2-40B4-BE49-F238E27FC236}">
                    <a16:creationId xmlns:a16="http://schemas.microsoft.com/office/drawing/2014/main" id="{F73108ED-4951-45A5-B7D1-5FF4A714838B}"/>
                  </a:ext>
                </a:extLst>
              </p:cNvPr>
              <p:cNvSpPr/>
              <p:nvPr/>
            </p:nvSpPr>
            <p:spPr>
              <a:xfrm>
                <a:off x="8503834" y="3181158"/>
                <a:ext cx="129349" cy="129635"/>
              </a:xfrm>
              <a:custGeom>
                <a:avLst/>
                <a:gdLst>
                  <a:gd name="connsiteX0" fmla="*/ 129349 w 129349"/>
                  <a:gd name="connsiteY0" fmla="*/ 52388 h 129635"/>
                  <a:gd name="connsiteX1" fmla="*/ 14192 w 129349"/>
                  <a:gd name="connsiteY1" fmla="*/ 0 h 129635"/>
                  <a:gd name="connsiteX2" fmla="*/ 0 w 129349"/>
                  <a:gd name="connsiteY2" fmla="*/ 64199 h 129635"/>
                  <a:gd name="connsiteX3" fmla="*/ 12287 w 129349"/>
                  <a:gd name="connsiteY3" fmla="*/ 129635 h 129635"/>
                  <a:gd name="connsiteX4" fmla="*/ 106489 w 129349"/>
                  <a:gd name="connsiteY4" fmla="*/ 112586 h 129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349" h="129635">
                    <a:moveTo>
                      <a:pt x="129349" y="52388"/>
                    </a:moveTo>
                    <a:lnTo>
                      <a:pt x="14192" y="0"/>
                    </a:lnTo>
                    <a:lnTo>
                      <a:pt x="0" y="64199"/>
                    </a:lnTo>
                    <a:lnTo>
                      <a:pt x="12287" y="129635"/>
                    </a:lnTo>
                    <a:lnTo>
                      <a:pt x="106489" y="112586"/>
                    </a:ln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5574" name="Graphique 2">
                <a:extLst>
                  <a:ext uri="{FF2B5EF4-FFF2-40B4-BE49-F238E27FC236}">
                    <a16:creationId xmlns:a16="http://schemas.microsoft.com/office/drawing/2014/main" id="{6DED7539-D014-49D9-944C-28C933CDDEBE}"/>
                  </a:ext>
                </a:extLst>
              </p:cNvPr>
              <p:cNvGrpSpPr/>
              <p:nvPr/>
            </p:nvGrpSpPr>
            <p:grpSpPr>
              <a:xfrm>
                <a:off x="8493546" y="3128862"/>
                <a:ext cx="225004" cy="223139"/>
                <a:chOff x="8493546" y="3128862"/>
                <a:chExt cx="225004" cy="223139"/>
              </a:xfrm>
              <a:solidFill>
                <a:schemeClr val="accent1"/>
              </a:solidFill>
            </p:grpSpPr>
            <p:sp>
              <p:nvSpPr>
                <p:cNvPr id="15575" name="Forme libre : forme 15574">
                  <a:extLst>
                    <a:ext uri="{FF2B5EF4-FFF2-40B4-BE49-F238E27FC236}">
                      <a16:creationId xmlns:a16="http://schemas.microsoft.com/office/drawing/2014/main" id="{DF3827C0-2604-4009-A6D8-A4D73C25A4D9}"/>
                    </a:ext>
                  </a:extLst>
                </p:cNvPr>
                <p:cNvSpPr/>
                <p:nvPr/>
              </p:nvSpPr>
              <p:spPr>
                <a:xfrm rot="-3528909">
                  <a:off x="8525848" y="3157469"/>
                  <a:ext cx="160400" cy="165925"/>
                </a:xfrm>
                <a:custGeom>
                  <a:avLst/>
                  <a:gdLst>
                    <a:gd name="connsiteX0" fmla="*/ 160401 w 160400"/>
                    <a:gd name="connsiteY0" fmla="*/ 82963 h 165925"/>
                    <a:gd name="connsiteX1" fmla="*/ 80200 w 160400"/>
                    <a:gd name="connsiteY1" fmla="*/ 165925 h 165925"/>
                    <a:gd name="connsiteX2" fmla="*/ 0 w 160400"/>
                    <a:gd name="connsiteY2" fmla="*/ 82963 h 165925"/>
                    <a:gd name="connsiteX3" fmla="*/ 80200 w 160400"/>
                    <a:gd name="connsiteY3" fmla="*/ 0 h 165925"/>
                    <a:gd name="connsiteX4" fmla="*/ 160401 w 160400"/>
                    <a:gd name="connsiteY4" fmla="*/ 82963 h 165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400" h="165925">
                      <a:moveTo>
                        <a:pt x="160401" y="82963"/>
                      </a:moveTo>
                      <a:cubicBezTo>
                        <a:pt x="160401" y="128782"/>
                        <a:pt x="124494" y="165925"/>
                        <a:pt x="80200" y="165925"/>
                      </a:cubicBezTo>
                      <a:cubicBezTo>
                        <a:pt x="35907" y="165925"/>
                        <a:pt x="0" y="128782"/>
                        <a:pt x="0" y="82963"/>
                      </a:cubicBezTo>
                      <a:cubicBezTo>
                        <a:pt x="0" y="37144"/>
                        <a:pt x="35907" y="0"/>
                        <a:pt x="80200" y="0"/>
                      </a:cubicBezTo>
                      <a:cubicBezTo>
                        <a:pt x="124494" y="0"/>
                        <a:pt x="160401" y="37144"/>
                        <a:pt x="160401" y="82963"/>
                      </a:cubicBez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76" name="Forme libre : forme 15575">
                  <a:extLst>
                    <a:ext uri="{FF2B5EF4-FFF2-40B4-BE49-F238E27FC236}">
                      <a16:creationId xmlns:a16="http://schemas.microsoft.com/office/drawing/2014/main" id="{21738552-6924-46A7-B186-D74BCE94DEC0}"/>
                    </a:ext>
                  </a:extLst>
                </p:cNvPr>
                <p:cNvSpPr/>
                <p:nvPr/>
              </p:nvSpPr>
              <p:spPr>
                <a:xfrm>
                  <a:off x="8523805" y="3159605"/>
                  <a:ext cx="112617" cy="161189"/>
                </a:xfrm>
                <a:custGeom>
                  <a:avLst/>
                  <a:gdLst>
                    <a:gd name="connsiteX0" fmla="*/ 76137 w 112617"/>
                    <a:gd name="connsiteY0" fmla="*/ 161190 h 161189"/>
                    <a:gd name="connsiteX1" fmla="*/ 64992 w 112617"/>
                    <a:gd name="connsiteY1" fmla="*/ 155665 h 161189"/>
                    <a:gd name="connsiteX2" fmla="*/ 35560 w 112617"/>
                    <a:gd name="connsiteY2" fmla="*/ 44128 h 161189"/>
                    <a:gd name="connsiteX3" fmla="*/ 112617 w 112617"/>
                    <a:gd name="connsiteY3" fmla="*/ 6694 h 161189"/>
                    <a:gd name="connsiteX4" fmla="*/ 11271 w 112617"/>
                    <a:gd name="connsiteY4" fmla="*/ 37936 h 161189"/>
                    <a:gd name="connsiteX5" fmla="*/ 40704 w 112617"/>
                    <a:gd name="connsiteY5" fmla="*/ 149474 h 161189"/>
                    <a:gd name="connsiteX6" fmla="*/ 76137 w 112617"/>
                    <a:gd name="connsiteY6" fmla="*/ 161190 h 161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617" h="161189">
                      <a:moveTo>
                        <a:pt x="76137" y="161190"/>
                      </a:moveTo>
                      <a:cubicBezTo>
                        <a:pt x="72326" y="159571"/>
                        <a:pt x="68612" y="157856"/>
                        <a:pt x="64992" y="155665"/>
                      </a:cubicBezTo>
                      <a:cubicBezTo>
                        <a:pt x="25749" y="131948"/>
                        <a:pt x="12795" y="82132"/>
                        <a:pt x="35560" y="44128"/>
                      </a:cubicBezTo>
                      <a:cubicBezTo>
                        <a:pt x="53276" y="14410"/>
                        <a:pt x="86614" y="-735"/>
                        <a:pt x="112617" y="6694"/>
                      </a:cubicBezTo>
                      <a:cubicBezTo>
                        <a:pt x="75470" y="-9022"/>
                        <a:pt x="32036" y="3551"/>
                        <a:pt x="11271" y="37936"/>
                      </a:cubicBezTo>
                      <a:cubicBezTo>
                        <a:pt x="-11684" y="75846"/>
                        <a:pt x="1556" y="125757"/>
                        <a:pt x="40704" y="149474"/>
                      </a:cubicBezTo>
                      <a:cubicBezTo>
                        <a:pt x="51943" y="156142"/>
                        <a:pt x="64040" y="159952"/>
                        <a:pt x="76137" y="161190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77" name="Forme libre : forme 15576">
                  <a:extLst>
                    <a:ext uri="{FF2B5EF4-FFF2-40B4-BE49-F238E27FC236}">
                      <a16:creationId xmlns:a16="http://schemas.microsoft.com/office/drawing/2014/main" id="{41A4FA5B-3553-4CDF-BED8-358A709D4A4D}"/>
                    </a:ext>
                  </a:extLst>
                </p:cNvPr>
                <p:cNvSpPr/>
                <p:nvPr/>
              </p:nvSpPr>
              <p:spPr>
                <a:xfrm rot="-1173610">
                  <a:off x="8609880" y="3193205"/>
                  <a:ext cx="71247" cy="83820"/>
                </a:xfrm>
                <a:custGeom>
                  <a:avLst/>
                  <a:gdLst>
                    <a:gd name="connsiteX0" fmla="*/ 71248 w 71247"/>
                    <a:gd name="connsiteY0" fmla="*/ 41910 h 83820"/>
                    <a:gd name="connsiteX1" fmla="*/ 35624 w 71247"/>
                    <a:gd name="connsiteY1" fmla="*/ 83821 h 83820"/>
                    <a:gd name="connsiteX2" fmla="*/ 0 w 71247"/>
                    <a:gd name="connsiteY2" fmla="*/ 41910 h 83820"/>
                    <a:gd name="connsiteX3" fmla="*/ 35624 w 71247"/>
                    <a:gd name="connsiteY3" fmla="*/ 0 h 83820"/>
                    <a:gd name="connsiteX4" fmla="*/ 71248 w 71247"/>
                    <a:gd name="connsiteY4" fmla="*/ 41910 h 83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247" h="83820">
                      <a:moveTo>
                        <a:pt x="71248" y="41910"/>
                      </a:moveTo>
                      <a:cubicBezTo>
                        <a:pt x="71248" y="65057"/>
                        <a:pt x="55298" y="83821"/>
                        <a:pt x="35624" y="83821"/>
                      </a:cubicBezTo>
                      <a:cubicBezTo>
                        <a:pt x="15949" y="83821"/>
                        <a:pt x="0" y="65057"/>
                        <a:pt x="0" y="41910"/>
                      </a:cubicBezTo>
                      <a:cubicBezTo>
                        <a:pt x="0" y="18764"/>
                        <a:pt x="15950" y="0"/>
                        <a:pt x="35624" y="0"/>
                      </a:cubicBezTo>
                      <a:cubicBezTo>
                        <a:pt x="55299" y="0"/>
                        <a:pt x="71248" y="18764"/>
                        <a:pt x="71248" y="4191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78" name="Forme libre : forme 15577">
                  <a:extLst>
                    <a:ext uri="{FF2B5EF4-FFF2-40B4-BE49-F238E27FC236}">
                      <a16:creationId xmlns:a16="http://schemas.microsoft.com/office/drawing/2014/main" id="{A7D29805-ABEA-42EC-88C7-D14F48BFAF8C}"/>
                    </a:ext>
                  </a:extLst>
                </p:cNvPr>
                <p:cNvSpPr/>
                <p:nvPr/>
              </p:nvSpPr>
              <p:spPr>
                <a:xfrm rot="-3528909">
                  <a:off x="8645777" y="3265133"/>
                  <a:ext cx="22097" cy="19240"/>
                </a:xfrm>
                <a:custGeom>
                  <a:avLst/>
                  <a:gdLst>
                    <a:gd name="connsiteX0" fmla="*/ 22098 w 22097"/>
                    <a:gd name="connsiteY0" fmla="*/ 9620 h 19240"/>
                    <a:gd name="connsiteX1" fmla="*/ 11049 w 22097"/>
                    <a:gd name="connsiteY1" fmla="*/ 19240 h 19240"/>
                    <a:gd name="connsiteX2" fmla="*/ 0 w 22097"/>
                    <a:gd name="connsiteY2" fmla="*/ 9620 h 19240"/>
                    <a:gd name="connsiteX3" fmla="*/ 11049 w 22097"/>
                    <a:gd name="connsiteY3" fmla="*/ 0 h 19240"/>
                    <a:gd name="connsiteX4" fmla="*/ 22098 w 22097"/>
                    <a:gd name="connsiteY4" fmla="*/ 9620 h 19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097" h="19240">
                      <a:moveTo>
                        <a:pt x="22098" y="9620"/>
                      </a:moveTo>
                      <a:cubicBezTo>
                        <a:pt x="22098" y="14933"/>
                        <a:pt x="17151" y="19240"/>
                        <a:pt x="11049" y="19240"/>
                      </a:cubicBezTo>
                      <a:cubicBezTo>
                        <a:pt x="4947" y="19240"/>
                        <a:pt x="0" y="14933"/>
                        <a:pt x="0" y="9620"/>
                      </a:cubicBezTo>
                      <a:cubicBezTo>
                        <a:pt x="0" y="4307"/>
                        <a:pt x="4947" y="0"/>
                        <a:pt x="11049" y="0"/>
                      </a:cubicBezTo>
                      <a:cubicBezTo>
                        <a:pt x="17151" y="0"/>
                        <a:pt x="22098" y="4307"/>
                        <a:pt x="22098" y="9620"/>
                      </a:cubicBezTo>
                      <a:close/>
                    </a:path>
                  </a:pathLst>
                </a:custGeom>
                <a:solidFill>
                  <a:srgbClr val="D8BB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5579" name="Graphique 2">
                <a:extLst>
                  <a:ext uri="{FF2B5EF4-FFF2-40B4-BE49-F238E27FC236}">
                    <a16:creationId xmlns:a16="http://schemas.microsoft.com/office/drawing/2014/main" id="{8F0A90EC-E8CC-4C2A-AB6D-114933AD645E}"/>
                  </a:ext>
                </a:extLst>
              </p:cNvPr>
              <p:cNvGrpSpPr/>
              <p:nvPr/>
            </p:nvGrpSpPr>
            <p:grpSpPr>
              <a:xfrm>
                <a:off x="8416272" y="3233031"/>
                <a:ext cx="225004" cy="223139"/>
                <a:chOff x="8416272" y="3233031"/>
                <a:chExt cx="225004" cy="223139"/>
              </a:xfrm>
              <a:solidFill>
                <a:schemeClr val="accent1"/>
              </a:solidFill>
            </p:grpSpPr>
            <p:sp>
              <p:nvSpPr>
                <p:cNvPr id="15580" name="Forme libre : forme 15579">
                  <a:extLst>
                    <a:ext uri="{FF2B5EF4-FFF2-40B4-BE49-F238E27FC236}">
                      <a16:creationId xmlns:a16="http://schemas.microsoft.com/office/drawing/2014/main" id="{25784705-10B0-4D22-B6C2-A6C1B484D526}"/>
                    </a:ext>
                  </a:extLst>
                </p:cNvPr>
                <p:cNvSpPr/>
                <p:nvPr/>
              </p:nvSpPr>
              <p:spPr>
                <a:xfrm rot="-3528909">
                  <a:off x="8448574" y="3261638"/>
                  <a:ext cx="160400" cy="165925"/>
                </a:xfrm>
                <a:custGeom>
                  <a:avLst/>
                  <a:gdLst>
                    <a:gd name="connsiteX0" fmla="*/ 160401 w 160400"/>
                    <a:gd name="connsiteY0" fmla="*/ 82963 h 165925"/>
                    <a:gd name="connsiteX1" fmla="*/ 80200 w 160400"/>
                    <a:gd name="connsiteY1" fmla="*/ 165925 h 165925"/>
                    <a:gd name="connsiteX2" fmla="*/ 0 w 160400"/>
                    <a:gd name="connsiteY2" fmla="*/ 82963 h 165925"/>
                    <a:gd name="connsiteX3" fmla="*/ 80200 w 160400"/>
                    <a:gd name="connsiteY3" fmla="*/ 0 h 165925"/>
                    <a:gd name="connsiteX4" fmla="*/ 160401 w 160400"/>
                    <a:gd name="connsiteY4" fmla="*/ 82963 h 165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400" h="165925">
                      <a:moveTo>
                        <a:pt x="160401" y="82963"/>
                      </a:moveTo>
                      <a:cubicBezTo>
                        <a:pt x="160401" y="128782"/>
                        <a:pt x="124494" y="165925"/>
                        <a:pt x="80200" y="165925"/>
                      </a:cubicBezTo>
                      <a:cubicBezTo>
                        <a:pt x="35907" y="165925"/>
                        <a:pt x="0" y="128782"/>
                        <a:pt x="0" y="82963"/>
                      </a:cubicBezTo>
                      <a:cubicBezTo>
                        <a:pt x="0" y="37144"/>
                        <a:pt x="35907" y="0"/>
                        <a:pt x="80200" y="0"/>
                      </a:cubicBezTo>
                      <a:cubicBezTo>
                        <a:pt x="124494" y="0"/>
                        <a:pt x="160401" y="37144"/>
                        <a:pt x="160401" y="82963"/>
                      </a:cubicBez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81" name="Forme libre : forme 15580">
                  <a:extLst>
                    <a:ext uri="{FF2B5EF4-FFF2-40B4-BE49-F238E27FC236}">
                      <a16:creationId xmlns:a16="http://schemas.microsoft.com/office/drawing/2014/main" id="{44AAF45C-2868-477E-9B26-34652C679055}"/>
                    </a:ext>
                  </a:extLst>
                </p:cNvPr>
                <p:cNvSpPr/>
                <p:nvPr/>
              </p:nvSpPr>
              <p:spPr>
                <a:xfrm>
                  <a:off x="8446462" y="3263713"/>
                  <a:ext cx="112617" cy="161189"/>
                </a:xfrm>
                <a:custGeom>
                  <a:avLst/>
                  <a:gdLst>
                    <a:gd name="connsiteX0" fmla="*/ 76136 w 112617"/>
                    <a:gd name="connsiteY0" fmla="*/ 161190 h 161189"/>
                    <a:gd name="connsiteX1" fmla="*/ 64992 w 112617"/>
                    <a:gd name="connsiteY1" fmla="*/ 155665 h 161189"/>
                    <a:gd name="connsiteX2" fmla="*/ 35560 w 112617"/>
                    <a:gd name="connsiteY2" fmla="*/ 44128 h 161189"/>
                    <a:gd name="connsiteX3" fmla="*/ 112617 w 112617"/>
                    <a:gd name="connsiteY3" fmla="*/ 6694 h 161189"/>
                    <a:gd name="connsiteX4" fmla="*/ 11271 w 112617"/>
                    <a:gd name="connsiteY4" fmla="*/ 37936 h 161189"/>
                    <a:gd name="connsiteX5" fmla="*/ 40704 w 112617"/>
                    <a:gd name="connsiteY5" fmla="*/ 149474 h 161189"/>
                    <a:gd name="connsiteX6" fmla="*/ 76136 w 112617"/>
                    <a:gd name="connsiteY6" fmla="*/ 161190 h 161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617" h="161189">
                      <a:moveTo>
                        <a:pt x="76136" y="161190"/>
                      </a:moveTo>
                      <a:cubicBezTo>
                        <a:pt x="72326" y="159571"/>
                        <a:pt x="68612" y="157856"/>
                        <a:pt x="64992" y="155665"/>
                      </a:cubicBezTo>
                      <a:cubicBezTo>
                        <a:pt x="25749" y="131948"/>
                        <a:pt x="12795" y="82132"/>
                        <a:pt x="35560" y="44128"/>
                      </a:cubicBezTo>
                      <a:cubicBezTo>
                        <a:pt x="53276" y="14410"/>
                        <a:pt x="86614" y="-735"/>
                        <a:pt x="112617" y="6694"/>
                      </a:cubicBezTo>
                      <a:cubicBezTo>
                        <a:pt x="75470" y="-9022"/>
                        <a:pt x="32036" y="3551"/>
                        <a:pt x="11271" y="37936"/>
                      </a:cubicBezTo>
                      <a:cubicBezTo>
                        <a:pt x="-11684" y="75846"/>
                        <a:pt x="1556" y="125757"/>
                        <a:pt x="40704" y="149474"/>
                      </a:cubicBezTo>
                      <a:cubicBezTo>
                        <a:pt x="51943" y="156142"/>
                        <a:pt x="64040" y="159952"/>
                        <a:pt x="76136" y="161190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82" name="Forme libre : forme 15581">
                  <a:extLst>
                    <a:ext uri="{FF2B5EF4-FFF2-40B4-BE49-F238E27FC236}">
                      <a16:creationId xmlns:a16="http://schemas.microsoft.com/office/drawing/2014/main" id="{2813F06B-8AE8-4C94-B7F0-BF5D30051AF9}"/>
                    </a:ext>
                  </a:extLst>
                </p:cNvPr>
                <p:cNvSpPr/>
                <p:nvPr/>
              </p:nvSpPr>
              <p:spPr>
                <a:xfrm rot="-1173610">
                  <a:off x="8532531" y="3297312"/>
                  <a:ext cx="71247" cy="83820"/>
                </a:xfrm>
                <a:custGeom>
                  <a:avLst/>
                  <a:gdLst>
                    <a:gd name="connsiteX0" fmla="*/ 71248 w 71247"/>
                    <a:gd name="connsiteY0" fmla="*/ 41911 h 83820"/>
                    <a:gd name="connsiteX1" fmla="*/ 35624 w 71247"/>
                    <a:gd name="connsiteY1" fmla="*/ 83821 h 83820"/>
                    <a:gd name="connsiteX2" fmla="*/ 0 w 71247"/>
                    <a:gd name="connsiteY2" fmla="*/ 41911 h 83820"/>
                    <a:gd name="connsiteX3" fmla="*/ 35624 w 71247"/>
                    <a:gd name="connsiteY3" fmla="*/ 0 h 83820"/>
                    <a:gd name="connsiteX4" fmla="*/ 71248 w 71247"/>
                    <a:gd name="connsiteY4" fmla="*/ 41911 h 83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247" h="83820">
                      <a:moveTo>
                        <a:pt x="71248" y="41911"/>
                      </a:moveTo>
                      <a:cubicBezTo>
                        <a:pt x="71248" y="65057"/>
                        <a:pt x="55298" y="83821"/>
                        <a:pt x="35624" y="83821"/>
                      </a:cubicBezTo>
                      <a:cubicBezTo>
                        <a:pt x="15949" y="83821"/>
                        <a:pt x="0" y="65057"/>
                        <a:pt x="0" y="41911"/>
                      </a:cubicBezTo>
                      <a:cubicBezTo>
                        <a:pt x="0" y="18764"/>
                        <a:pt x="15950" y="0"/>
                        <a:pt x="35624" y="0"/>
                      </a:cubicBezTo>
                      <a:cubicBezTo>
                        <a:pt x="55299" y="0"/>
                        <a:pt x="71248" y="18764"/>
                        <a:pt x="71248" y="4191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83" name="Forme libre : forme 15582">
                  <a:extLst>
                    <a:ext uri="{FF2B5EF4-FFF2-40B4-BE49-F238E27FC236}">
                      <a16:creationId xmlns:a16="http://schemas.microsoft.com/office/drawing/2014/main" id="{A06CFE26-7DB5-444E-9E87-4E216A540523}"/>
                    </a:ext>
                  </a:extLst>
                </p:cNvPr>
                <p:cNvSpPr/>
                <p:nvPr/>
              </p:nvSpPr>
              <p:spPr>
                <a:xfrm rot="-3528909">
                  <a:off x="8568503" y="3369302"/>
                  <a:ext cx="22097" cy="19240"/>
                </a:xfrm>
                <a:custGeom>
                  <a:avLst/>
                  <a:gdLst>
                    <a:gd name="connsiteX0" fmla="*/ 22098 w 22097"/>
                    <a:gd name="connsiteY0" fmla="*/ 9620 h 19240"/>
                    <a:gd name="connsiteX1" fmla="*/ 11049 w 22097"/>
                    <a:gd name="connsiteY1" fmla="*/ 19240 h 19240"/>
                    <a:gd name="connsiteX2" fmla="*/ 0 w 22097"/>
                    <a:gd name="connsiteY2" fmla="*/ 9620 h 19240"/>
                    <a:gd name="connsiteX3" fmla="*/ 11049 w 22097"/>
                    <a:gd name="connsiteY3" fmla="*/ 0 h 19240"/>
                    <a:gd name="connsiteX4" fmla="*/ 22098 w 22097"/>
                    <a:gd name="connsiteY4" fmla="*/ 9620 h 19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097" h="19240">
                      <a:moveTo>
                        <a:pt x="22098" y="9620"/>
                      </a:moveTo>
                      <a:cubicBezTo>
                        <a:pt x="22098" y="14933"/>
                        <a:pt x="17151" y="19240"/>
                        <a:pt x="11049" y="19240"/>
                      </a:cubicBezTo>
                      <a:cubicBezTo>
                        <a:pt x="4947" y="19240"/>
                        <a:pt x="0" y="14933"/>
                        <a:pt x="0" y="9620"/>
                      </a:cubicBezTo>
                      <a:cubicBezTo>
                        <a:pt x="0" y="4307"/>
                        <a:pt x="4947" y="0"/>
                        <a:pt x="11049" y="0"/>
                      </a:cubicBezTo>
                      <a:cubicBezTo>
                        <a:pt x="17151" y="0"/>
                        <a:pt x="22098" y="4307"/>
                        <a:pt x="22098" y="9620"/>
                      </a:cubicBezTo>
                      <a:close/>
                    </a:path>
                  </a:pathLst>
                </a:custGeom>
                <a:solidFill>
                  <a:srgbClr val="D8BB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5584" name="Graphique 2">
                <a:extLst>
                  <a:ext uri="{FF2B5EF4-FFF2-40B4-BE49-F238E27FC236}">
                    <a16:creationId xmlns:a16="http://schemas.microsoft.com/office/drawing/2014/main" id="{C7D682F2-2DFE-425B-AE99-26D6857CDAE0}"/>
                  </a:ext>
                </a:extLst>
              </p:cNvPr>
              <p:cNvGrpSpPr/>
              <p:nvPr/>
            </p:nvGrpSpPr>
            <p:grpSpPr>
              <a:xfrm>
                <a:off x="8384651" y="3073207"/>
                <a:ext cx="225004" cy="223139"/>
                <a:chOff x="8384651" y="3073207"/>
                <a:chExt cx="225004" cy="223139"/>
              </a:xfrm>
              <a:solidFill>
                <a:schemeClr val="accent1"/>
              </a:solidFill>
            </p:grpSpPr>
            <p:sp>
              <p:nvSpPr>
                <p:cNvPr id="15585" name="Forme libre : forme 15584">
                  <a:extLst>
                    <a:ext uri="{FF2B5EF4-FFF2-40B4-BE49-F238E27FC236}">
                      <a16:creationId xmlns:a16="http://schemas.microsoft.com/office/drawing/2014/main" id="{F3BBE86C-684F-4BC5-83AF-8FE15990694B}"/>
                    </a:ext>
                  </a:extLst>
                </p:cNvPr>
                <p:cNvSpPr/>
                <p:nvPr/>
              </p:nvSpPr>
              <p:spPr>
                <a:xfrm rot="-3528909">
                  <a:off x="8416953" y="3101814"/>
                  <a:ext cx="160400" cy="165925"/>
                </a:xfrm>
                <a:custGeom>
                  <a:avLst/>
                  <a:gdLst>
                    <a:gd name="connsiteX0" fmla="*/ 160401 w 160400"/>
                    <a:gd name="connsiteY0" fmla="*/ 82963 h 165925"/>
                    <a:gd name="connsiteX1" fmla="*/ 80200 w 160400"/>
                    <a:gd name="connsiteY1" fmla="*/ 165925 h 165925"/>
                    <a:gd name="connsiteX2" fmla="*/ 0 w 160400"/>
                    <a:gd name="connsiteY2" fmla="*/ 82963 h 165925"/>
                    <a:gd name="connsiteX3" fmla="*/ 80200 w 160400"/>
                    <a:gd name="connsiteY3" fmla="*/ 0 h 165925"/>
                    <a:gd name="connsiteX4" fmla="*/ 160401 w 160400"/>
                    <a:gd name="connsiteY4" fmla="*/ 82963 h 165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400" h="165925">
                      <a:moveTo>
                        <a:pt x="160401" y="82963"/>
                      </a:moveTo>
                      <a:cubicBezTo>
                        <a:pt x="160401" y="128782"/>
                        <a:pt x="124494" y="165925"/>
                        <a:pt x="80200" y="165925"/>
                      </a:cubicBezTo>
                      <a:cubicBezTo>
                        <a:pt x="35907" y="165925"/>
                        <a:pt x="0" y="128782"/>
                        <a:pt x="0" y="82963"/>
                      </a:cubicBezTo>
                      <a:cubicBezTo>
                        <a:pt x="0" y="37144"/>
                        <a:pt x="35907" y="0"/>
                        <a:pt x="80200" y="0"/>
                      </a:cubicBezTo>
                      <a:cubicBezTo>
                        <a:pt x="124494" y="0"/>
                        <a:pt x="160401" y="37144"/>
                        <a:pt x="160401" y="82963"/>
                      </a:cubicBez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86" name="Forme libre : forme 15585">
                  <a:extLst>
                    <a:ext uri="{FF2B5EF4-FFF2-40B4-BE49-F238E27FC236}">
                      <a16:creationId xmlns:a16="http://schemas.microsoft.com/office/drawing/2014/main" id="{95473B7A-9824-4416-A894-FC5C32E22B50}"/>
                    </a:ext>
                  </a:extLst>
                </p:cNvPr>
                <p:cNvSpPr/>
                <p:nvPr/>
              </p:nvSpPr>
              <p:spPr>
                <a:xfrm>
                  <a:off x="8414839" y="3103884"/>
                  <a:ext cx="112617" cy="161189"/>
                </a:xfrm>
                <a:custGeom>
                  <a:avLst/>
                  <a:gdLst>
                    <a:gd name="connsiteX0" fmla="*/ 76137 w 112617"/>
                    <a:gd name="connsiteY0" fmla="*/ 161190 h 161189"/>
                    <a:gd name="connsiteX1" fmla="*/ 64992 w 112617"/>
                    <a:gd name="connsiteY1" fmla="*/ 155665 h 161189"/>
                    <a:gd name="connsiteX2" fmla="*/ 35560 w 112617"/>
                    <a:gd name="connsiteY2" fmla="*/ 44128 h 161189"/>
                    <a:gd name="connsiteX3" fmla="*/ 112617 w 112617"/>
                    <a:gd name="connsiteY3" fmla="*/ 6694 h 161189"/>
                    <a:gd name="connsiteX4" fmla="*/ 11271 w 112617"/>
                    <a:gd name="connsiteY4" fmla="*/ 37936 h 161189"/>
                    <a:gd name="connsiteX5" fmla="*/ 40704 w 112617"/>
                    <a:gd name="connsiteY5" fmla="*/ 149474 h 161189"/>
                    <a:gd name="connsiteX6" fmla="*/ 76137 w 112617"/>
                    <a:gd name="connsiteY6" fmla="*/ 161190 h 161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617" h="161189">
                      <a:moveTo>
                        <a:pt x="76137" y="161190"/>
                      </a:moveTo>
                      <a:cubicBezTo>
                        <a:pt x="72327" y="159571"/>
                        <a:pt x="68612" y="157856"/>
                        <a:pt x="64992" y="155665"/>
                      </a:cubicBezTo>
                      <a:cubicBezTo>
                        <a:pt x="25749" y="131948"/>
                        <a:pt x="12795" y="82132"/>
                        <a:pt x="35560" y="44128"/>
                      </a:cubicBezTo>
                      <a:cubicBezTo>
                        <a:pt x="53277" y="14410"/>
                        <a:pt x="86614" y="-735"/>
                        <a:pt x="112617" y="6694"/>
                      </a:cubicBezTo>
                      <a:cubicBezTo>
                        <a:pt x="75470" y="-9022"/>
                        <a:pt x="32036" y="3551"/>
                        <a:pt x="11271" y="37936"/>
                      </a:cubicBezTo>
                      <a:cubicBezTo>
                        <a:pt x="-11684" y="75846"/>
                        <a:pt x="1556" y="125757"/>
                        <a:pt x="40704" y="149474"/>
                      </a:cubicBezTo>
                      <a:cubicBezTo>
                        <a:pt x="51943" y="156142"/>
                        <a:pt x="64040" y="159952"/>
                        <a:pt x="76137" y="161190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87" name="Forme libre : forme 15586">
                  <a:extLst>
                    <a:ext uri="{FF2B5EF4-FFF2-40B4-BE49-F238E27FC236}">
                      <a16:creationId xmlns:a16="http://schemas.microsoft.com/office/drawing/2014/main" id="{5B77D707-880B-406C-8952-762929442A6F}"/>
                    </a:ext>
                  </a:extLst>
                </p:cNvPr>
                <p:cNvSpPr/>
                <p:nvPr/>
              </p:nvSpPr>
              <p:spPr>
                <a:xfrm rot="-1173610">
                  <a:off x="8500909" y="3137490"/>
                  <a:ext cx="71247" cy="83820"/>
                </a:xfrm>
                <a:custGeom>
                  <a:avLst/>
                  <a:gdLst>
                    <a:gd name="connsiteX0" fmla="*/ 71248 w 71247"/>
                    <a:gd name="connsiteY0" fmla="*/ 41910 h 83820"/>
                    <a:gd name="connsiteX1" fmla="*/ 35624 w 71247"/>
                    <a:gd name="connsiteY1" fmla="*/ 83821 h 83820"/>
                    <a:gd name="connsiteX2" fmla="*/ 0 w 71247"/>
                    <a:gd name="connsiteY2" fmla="*/ 41910 h 83820"/>
                    <a:gd name="connsiteX3" fmla="*/ 35624 w 71247"/>
                    <a:gd name="connsiteY3" fmla="*/ 0 h 83820"/>
                    <a:gd name="connsiteX4" fmla="*/ 71248 w 71247"/>
                    <a:gd name="connsiteY4" fmla="*/ 41910 h 83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247" h="83820">
                      <a:moveTo>
                        <a:pt x="71248" y="41910"/>
                      </a:moveTo>
                      <a:cubicBezTo>
                        <a:pt x="71248" y="65057"/>
                        <a:pt x="55298" y="83821"/>
                        <a:pt x="35624" y="83821"/>
                      </a:cubicBezTo>
                      <a:cubicBezTo>
                        <a:pt x="15949" y="83821"/>
                        <a:pt x="0" y="65057"/>
                        <a:pt x="0" y="41910"/>
                      </a:cubicBezTo>
                      <a:cubicBezTo>
                        <a:pt x="0" y="18764"/>
                        <a:pt x="15950" y="0"/>
                        <a:pt x="35624" y="0"/>
                      </a:cubicBezTo>
                      <a:cubicBezTo>
                        <a:pt x="55299" y="0"/>
                        <a:pt x="71248" y="18764"/>
                        <a:pt x="71248" y="4191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88" name="Forme libre : forme 15587">
                  <a:extLst>
                    <a:ext uri="{FF2B5EF4-FFF2-40B4-BE49-F238E27FC236}">
                      <a16:creationId xmlns:a16="http://schemas.microsoft.com/office/drawing/2014/main" id="{480CCFF6-CC95-4E51-9672-FD5AE3193C2E}"/>
                    </a:ext>
                  </a:extLst>
                </p:cNvPr>
                <p:cNvSpPr/>
                <p:nvPr/>
              </p:nvSpPr>
              <p:spPr>
                <a:xfrm rot="-3528909">
                  <a:off x="8536931" y="3209387"/>
                  <a:ext cx="22097" cy="19240"/>
                </a:xfrm>
                <a:custGeom>
                  <a:avLst/>
                  <a:gdLst>
                    <a:gd name="connsiteX0" fmla="*/ 22098 w 22097"/>
                    <a:gd name="connsiteY0" fmla="*/ 9620 h 19240"/>
                    <a:gd name="connsiteX1" fmla="*/ 11049 w 22097"/>
                    <a:gd name="connsiteY1" fmla="*/ 19240 h 19240"/>
                    <a:gd name="connsiteX2" fmla="*/ 0 w 22097"/>
                    <a:gd name="connsiteY2" fmla="*/ 9620 h 19240"/>
                    <a:gd name="connsiteX3" fmla="*/ 11049 w 22097"/>
                    <a:gd name="connsiteY3" fmla="*/ 0 h 19240"/>
                    <a:gd name="connsiteX4" fmla="*/ 22098 w 22097"/>
                    <a:gd name="connsiteY4" fmla="*/ 9620 h 19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097" h="19240">
                      <a:moveTo>
                        <a:pt x="22098" y="9620"/>
                      </a:moveTo>
                      <a:cubicBezTo>
                        <a:pt x="22098" y="14933"/>
                        <a:pt x="17151" y="19240"/>
                        <a:pt x="11049" y="19240"/>
                      </a:cubicBezTo>
                      <a:cubicBezTo>
                        <a:pt x="4947" y="19240"/>
                        <a:pt x="0" y="14933"/>
                        <a:pt x="0" y="9620"/>
                      </a:cubicBezTo>
                      <a:cubicBezTo>
                        <a:pt x="0" y="4307"/>
                        <a:pt x="4947" y="0"/>
                        <a:pt x="11049" y="0"/>
                      </a:cubicBezTo>
                      <a:cubicBezTo>
                        <a:pt x="17151" y="0"/>
                        <a:pt x="22098" y="4307"/>
                        <a:pt x="22098" y="9620"/>
                      </a:cubicBezTo>
                      <a:close/>
                    </a:path>
                  </a:pathLst>
                </a:custGeom>
                <a:solidFill>
                  <a:srgbClr val="D8BB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15589" name="Graphique 2">
              <a:extLst>
                <a:ext uri="{FF2B5EF4-FFF2-40B4-BE49-F238E27FC236}">
                  <a16:creationId xmlns:a16="http://schemas.microsoft.com/office/drawing/2014/main" id="{627598E7-2939-416E-A851-B1A84F7489D9}"/>
                </a:ext>
              </a:extLst>
            </p:cNvPr>
            <p:cNvGrpSpPr/>
            <p:nvPr/>
          </p:nvGrpSpPr>
          <p:grpSpPr>
            <a:xfrm>
              <a:off x="8518788" y="2551816"/>
              <a:ext cx="364968" cy="373976"/>
              <a:chOff x="8518788" y="2551816"/>
              <a:chExt cx="364968" cy="373976"/>
            </a:xfrm>
            <a:solidFill>
              <a:schemeClr val="accent1"/>
            </a:solidFill>
          </p:grpSpPr>
          <p:sp>
            <p:nvSpPr>
              <p:cNvPr id="15590" name="Forme libre : forme 15589">
                <a:extLst>
                  <a:ext uri="{FF2B5EF4-FFF2-40B4-BE49-F238E27FC236}">
                    <a16:creationId xmlns:a16="http://schemas.microsoft.com/office/drawing/2014/main" id="{1BF13713-1601-4F3B-9049-5DAA6111F355}"/>
                  </a:ext>
                </a:extLst>
              </p:cNvPr>
              <p:cNvSpPr/>
              <p:nvPr/>
            </p:nvSpPr>
            <p:spPr>
              <a:xfrm>
                <a:off x="8518788" y="2606420"/>
                <a:ext cx="312991" cy="319373"/>
              </a:xfrm>
              <a:custGeom>
                <a:avLst/>
                <a:gdLst>
                  <a:gd name="connsiteX0" fmla="*/ 136208 w 312991"/>
                  <a:gd name="connsiteY0" fmla="*/ 319373 h 319373"/>
                  <a:gd name="connsiteX1" fmla="*/ 172593 w 312991"/>
                  <a:gd name="connsiteY1" fmla="*/ 309372 h 319373"/>
                  <a:gd name="connsiteX2" fmla="*/ 312992 w 312991"/>
                  <a:gd name="connsiteY2" fmla="*/ 233648 h 319373"/>
                  <a:gd name="connsiteX3" fmla="*/ 199549 w 312991"/>
                  <a:gd name="connsiteY3" fmla="*/ 121539 h 319373"/>
                  <a:gd name="connsiteX4" fmla="*/ 96774 w 312991"/>
                  <a:gd name="connsiteY4" fmla="*/ 0 h 319373"/>
                  <a:gd name="connsiteX5" fmla="*/ 13049 w 312991"/>
                  <a:gd name="connsiteY5" fmla="*/ 143256 h 319373"/>
                  <a:gd name="connsiteX6" fmla="*/ 0 w 312991"/>
                  <a:gd name="connsiteY6" fmla="*/ 184023 h 319373"/>
                  <a:gd name="connsiteX7" fmla="*/ 136208 w 312991"/>
                  <a:gd name="connsiteY7" fmla="*/ 319373 h 31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2991" h="319373">
                    <a:moveTo>
                      <a:pt x="136208" y="319373"/>
                    </a:moveTo>
                    <a:cubicBezTo>
                      <a:pt x="147161" y="316230"/>
                      <a:pt x="159163" y="312896"/>
                      <a:pt x="172593" y="309372"/>
                    </a:cubicBezTo>
                    <a:cubicBezTo>
                      <a:pt x="279178" y="281273"/>
                      <a:pt x="312992" y="233648"/>
                      <a:pt x="312992" y="233648"/>
                    </a:cubicBezTo>
                    <a:lnTo>
                      <a:pt x="199549" y="121539"/>
                    </a:lnTo>
                    <a:lnTo>
                      <a:pt x="96774" y="0"/>
                    </a:lnTo>
                    <a:cubicBezTo>
                      <a:pt x="96774" y="0"/>
                      <a:pt x="45434" y="37909"/>
                      <a:pt x="13049" y="143256"/>
                    </a:cubicBezTo>
                    <a:cubicBezTo>
                      <a:pt x="8382" y="158496"/>
                      <a:pt x="4096" y="171926"/>
                      <a:pt x="0" y="184023"/>
                    </a:cubicBezTo>
                    <a:cubicBezTo>
                      <a:pt x="15240" y="248888"/>
                      <a:pt x="71819" y="295084"/>
                      <a:pt x="136208" y="319373"/>
                    </a:cubicBezTo>
                    <a:close/>
                  </a:path>
                </a:pathLst>
              </a:custGeom>
              <a:solidFill>
                <a:srgbClr val="994FC9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91" name="Forme libre : forme 15590">
                <a:extLst>
                  <a:ext uri="{FF2B5EF4-FFF2-40B4-BE49-F238E27FC236}">
                    <a16:creationId xmlns:a16="http://schemas.microsoft.com/office/drawing/2014/main" id="{1B43CAD7-78B2-430A-888A-2659EC29C922}"/>
                  </a:ext>
                </a:extLst>
              </p:cNvPr>
              <p:cNvSpPr/>
              <p:nvPr/>
            </p:nvSpPr>
            <p:spPr>
              <a:xfrm>
                <a:off x="8599874" y="2719545"/>
                <a:ext cx="144847" cy="127660"/>
              </a:xfrm>
              <a:custGeom>
                <a:avLst/>
                <a:gdLst>
                  <a:gd name="connsiteX0" fmla="*/ 3115 w 144847"/>
                  <a:gd name="connsiteY0" fmla="*/ 117094 h 127660"/>
                  <a:gd name="connsiteX1" fmla="*/ 162 w 144847"/>
                  <a:gd name="connsiteY1" fmla="*/ 122047 h 127660"/>
                  <a:gd name="connsiteX2" fmla="*/ 1877 w 144847"/>
                  <a:gd name="connsiteY2" fmla="*/ 127190 h 127660"/>
                  <a:gd name="connsiteX3" fmla="*/ 6640 w 144847"/>
                  <a:gd name="connsiteY3" fmla="*/ 127190 h 127660"/>
                  <a:gd name="connsiteX4" fmla="*/ 37215 w 144847"/>
                  <a:gd name="connsiteY4" fmla="*/ 112141 h 127660"/>
                  <a:gd name="connsiteX5" fmla="*/ 131893 w 144847"/>
                  <a:gd name="connsiteY5" fmla="*/ 50038 h 127660"/>
                  <a:gd name="connsiteX6" fmla="*/ 144847 w 144847"/>
                  <a:gd name="connsiteY6" fmla="*/ 37846 h 127660"/>
                  <a:gd name="connsiteX7" fmla="*/ 124845 w 144847"/>
                  <a:gd name="connsiteY7" fmla="*/ 29178 h 127660"/>
                  <a:gd name="connsiteX8" fmla="*/ 108462 w 144847"/>
                  <a:gd name="connsiteY8" fmla="*/ 14796 h 127660"/>
                  <a:gd name="connsiteX9" fmla="*/ 85125 w 144847"/>
                  <a:gd name="connsiteY9" fmla="*/ 4127 h 127660"/>
                  <a:gd name="connsiteX10" fmla="*/ 59598 w 144847"/>
                  <a:gd name="connsiteY10" fmla="*/ 42609 h 127660"/>
                  <a:gd name="connsiteX11" fmla="*/ 3115 w 144847"/>
                  <a:gd name="connsiteY11" fmla="*/ 117094 h 127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4847" h="127660">
                    <a:moveTo>
                      <a:pt x="3115" y="117094"/>
                    </a:moveTo>
                    <a:cubicBezTo>
                      <a:pt x="1877" y="118618"/>
                      <a:pt x="639" y="120142"/>
                      <a:pt x="162" y="122047"/>
                    </a:cubicBezTo>
                    <a:cubicBezTo>
                      <a:pt x="-314" y="123952"/>
                      <a:pt x="258" y="126238"/>
                      <a:pt x="1877" y="127190"/>
                    </a:cubicBezTo>
                    <a:cubicBezTo>
                      <a:pt x="3306" y="127952"/>
                      <a:pt x="5020" y="127667"/>
                      <a:pt x="6640" y="127190"/>
                    </a:cubicBezTo>
                    <a:cubicBezTo>
                      <a:pt x="17593" y="124143"/>
                      <a:pt x="27499" y="118142"/>
                      <a:pt x="37215" y="112141"/>
                    </a:cubicBezTo>
                    <a:cubicBezTo>
                      <a:pt x="69314" y="92329"/>
                      <a:pt x="100842" y="71564"/>
                      <a:pt x="131893" y="50038"/>
                    </a:cubicBezTo>
                    <a:cubicBezTo>
                      <a:pt x="136846" y="46609"/>
                      <a:pt x="141894" y="42989"/>
                      <a:pt x="144847" y="37846"/>
                    </a:cubicBezTo>
                    <a:cubicBezTo>
                      <a:pt x="143799" y="39751"/>
                      <a:pt x="126559" y="30321"/>
                      <a:pt x="124845" y="29178"/>
                    </a:cubicBezTo>
                    <a:cubicBezTo>
                      <a:pt x="118749" y="25273"/>
                      <a:pt x="113129" y="20415"/>
                      <a:pt x="108462" y="14796"/>
                    </a:cubicBezTo>
                    <a:cubicBezTo>
                      <a:pt x="102270" y="7366"/>
                      <a:pt x="95603" y="-7112"/>
                      <a:pt x="85125" y="4127"/>
                    </a:cubicBezTo>
                    <a:cubicBezTo>
                      <a:pt x="75124" y="14891"/>
                      <a:pt x="67980" y="30512"/>
                      <a:pt x="59598" y="42609"/>
                    </a:cubicBezTo>
                    <a:cubicBezTo>
                      <a:pt x="41787" y="68231"/>
                      <a:pt x="22927" y="93091"/>
                      <a:pt x="3115" y="117094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592" name="Forme libre : forme 15591">
                <a:extLst>
                  <a:ext uri="{FF2B5EF4-FFF2-40B4-BE49-F238E27FC236}">
                    <a16:creationId xmlns:a16="http://schemas.microsoft.com/office/drawing/2014/main" id="{E145530B-9400-4926-AAF7-960D8F2A6E1D}"/>
                  </a:ext>
                </a:extLst>
              </p:cNvPr>
              <p:cNvSpPr/>
              <p:nvPr/>
            </p:nvSpPr>
            <p:spPr>
              <a:xfrm>
                <a:off x="8666440" y="2742228"/>
                <a:ext cx="40119" cy="47814"/>
              </a:xfrm>
              <a:custGeom>
                <a:avLst/>
                <a:gdLst>
                  <a:gd name="connsiteX0" fmla="*/ 462 w 40119"/>
                  <a:gd name="connsiteY0" fmla="*/ 42405 h 47814"/>
                  <a:gd name="connsiteX1" fmla="*/ 1605 w 40119"/>
                  <a:gd name="connsiteY1" fmla="*/ 47739 h 47814"/>
                  <a:gd name="connsiteX2" fmla="*/ 4462 w 40119"/>
                  <a:gd name="connsiteY2" fmla="*/ 46882 h 47814"/>
                  <a:gd name="connsiteX3" fmla="*/ 36847 w 40119"/>
                  <a:gd name="connsiteY3" fmla="*/ 2590 h 47814"/>
                  <a:gd name="connsiteX4" fmla="*/ 462 w 40119"/>
                  <a:gd name="connsiteY4" fmla="*/ 42405 h 4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19" h="47814">
                    <a:moveTo>
                      <a:pt x="462" y="42405"/>
                    </a:moveTo>
                    <a:cubicBezTo>
                      <a:pt x="-205" y="44310"/>
                      <a:pt x="-395" y="47263"/>
                      <a:pt x="1605" y="47739"/>
                    </a:cubicBezTo>
                    <a:cubicBezTo>
                      <a:pt x="2557" y="48025"/>
                      <a:pt x="3605" y="47453"/>
                      <a:pt x="4462" y="46882"/>
                    </a:cubicBezTo>
                    <a:cubicBezTo>
                      <a:pt x="15607" y="39928"/>
                      <a:pt x="50944" y="20116"/>
                      <a:pt x="36847" y="2590"/>
                    </a:cubicBezTo>
                    <a:cubicBezTo>
                      <a:pt x="25608" y="-11221"/>
                      <a:pt x="3319" y="34309"/>
                      <a:pt x="462" y="42405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grpSp>
            <p:nvGrpSpPr>
              <p:cNvPr id="15593" name="Graphique 2">
                <a:extLst>
                  <a:ext uri="{FF2B5EF4-FFF2-40B4-BE49-F238E27FC236}">
                    <a16:creationId xmlns:a16="http://schemas.microsoft.com/office/drawing/2014/main" id="{6F66BF76-DC08-45CD-8C94-DEA62A3AF672}"/>
                  </a:ext>
                </a:extLst>
              </p:cNvPr>
              <p:cNvGrpSpPr/>
              <p:nvPr/>
            </p:nvGrpSpPr>
            <p:grpSpPr>
              <a:xfrm>
                <a:off x="8529487" y="2551816"/>
                <a:ext cx="354269" cy="351622"/>
                <a:chOff x="8529487" y="2551816"/>
                <a:chExt cx="354269" cy="351622"/>
              </a:xfrm>
              <a:solidFill>
                <a:schemeClr val="accent1"/>
              </a:solidFill>
            </p:grpSpPr>
            <p:grpSp>
              <p:nvGrpSpPr>
                <p:cNvPr id="15594" name="Graphique 2">
                  <a:extLst>
                    <a:ext uri="{FF2B5EF4-FFF2-40B4-BE49-F238E27FC236}">
                      <a16:creationId xmlns:a16="http://schemas.microsoft.com/office/drawing/2014/main" id="{1B4D11AB-B110-49F4-B6D9-A1E30B681E48}"/>
                    </a:ext>
                  </a:extLst>
                </p:cNvPr>
                <p:cNvGrpSpPr/>
                <p:nvPr/>
              </p:nvGrpSpPr>
              <p:grpSpPr>
                <a:xfrm>
                  <a:off x="8656025" y="2674574"/>
                  <a:ext cx="227731" cy="228864"/>
                  <a:chOff x="8656025" y="2674574"/>
                  <a:chExt cx="227731" cy="228864"/>
                </a:xfrm>
                <a:solidFill>
                  <a:schemeClr val="accent1"/>
                </a:solidFill>
              </p:grpSpPr>
              <p:sp>
                <p:nvSpPr>
                  <p:cNvPr id="15595" name="Forme libre : forme 15594">
                    <a:extLst>
                      <a:ext uri="{FF2B5EF4-FFF2-40B4-BE49-F238E27FC236}">
                        <a16:creationId xmlns:a16="http://schemas.microsoft.com/office/drawing/2014/main" id="{076CFAAA-52D0-41A6-827E-006F37FC6EBB}"/>
                      </a:ext>
                    </a:extLst>
                  </p:cNvPr>
                  <p:cNvSpPr/>
                  <p:nvPr/>
                </p:nvSpPr>
                <p:spPr>
                  <a:xfrm rot="-3200595">
                    <a:off x="8686931" y="2708809"/>
                    <a:ext cx="165920" cy="160395"/>
                  </a:xfrm>
                  <a:custGeom>
                    <a:avLst/>
                    <a:gdLst>
                      <a:gd name="connsiteX0" fmla="*/ 165920 w 165920"/>
                      <a:gd name="connsiteY0" fmla="*/ 80198 h 160395"/>
                      <a:gd name="connsiteX1" fmla="*/ 82960 w 165920"/>
                      <a:gd name="connsiteY1" fmla="*/ 160396 h 160395"/>
                      <a:gd name="connsiteX2" fmla="*/ 0 w 165920"/>
                      <a:gd name="connsiteY2" fmla="*/ 80198 h 160395"/>
                      <a:gd name="connsiteX3" fmla="*/ 82960 w 165920"/>
                      <a:gd name="connsiteY3" fmla="*/ 0 h 160395"/>
                      <a:gd name="connsiteX4" fmla="*/ 165920 w 165920"/>
                      <a:gd name="connsiteY4" fmla="*/ 80198 h 160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0" h="160395">
                        <a:moveTo>
                          <a:pt x="165920" y="80198"/>
                        </a:moveTo>
                        <a:cubicBezTo>
                          <a:pt x="165920" y="124490"/>
                          <a:pt x="128778" y="160396"/>
                          <a:pt x="82960" y="160396"/>
                        </a:cubicBezTo>
                        <a:cubicBezTo>
                          <a:pt x="37143" y="160396"/>
                          <a:pt x="0" y="124490"/>
                          <a:pt x="0" y="80198"/>
                        </a:cubicBezTo>
                        <a:cubicBezTo>
                          <a:pt x="0" y="35906"/>
                          <a:pt x="37143" y="0"/>
                          <a:pt x="82960" y="0"/>
                        </a:cubicBezTo>
                        <a:cubicBezTo>
                          <a:pt x="128778" y="0"/>
                          <a:pt x="165920" y="35906"/>
                          <a:pt x="165920" y="80198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596" name="Forme libre : forme 15595">
                    <a:extLst>
                      <a:ext uri="{FF2B5EF4-FFF2-40B4-BE49-F238E27FC236}">
                        <a16:creationId xmlns:a16="http://schemas.microsoft.com/office/drawing/2014/main" id="{619B2676-B937-4F35-B155-0B7B69E16764}"/>
                      </a:ext>
                    </a:extLst>
                  </p:cNvPr>
                  <p:cNvSpPr/>
                  <p:nvPr/>
                </p:nvSpPr>
                <p:spPr>
                  <a:xfrm>
                    <a:off x="8688925" y="2751486"/>
                    <a:ext cx="160476" cy="119377"/>
                  </a:xfrm>
                  <a:custGeom>
                    <a:avLst/>
                    <a:gdLst>
                      <a:gd name="connsiteX0" fmla="*/ 160477 w 160476"/>
                      <a:gd name="connsiteY0" fmla="*/ 51149 h 119377"/>
                      <a:gd name="connsiteX1" fmla="*/ 153904 w 160476"/>
                      <a:gd name="connsiteY1" fmla="*/ 61627 h 119377"/>
                      <a:gd name="connsiteX2" fmla="*/ 40080 w 160476"/>
                      <a:gd name="connsiteY2" fmla="*/ 80296 h 119377"/>
                      <a:gd name="connsiteX3" fmla="*/ 10172 w 160476"/>
                      <a:gd name="connsiteY3" fmla="*/ 0 h 119377"/>
                      <a:gd name="connsiteX4" fmla="*/ 31603 w 160476"/>
                      <a:gd name="connsiteY4" fmla="*/ 103918 h 119377"/>
                      <a:gd name="connsiteX5" fmla="*/ 145427 w 160476"/>
                      <a:gd name="connsiteY5" fmla="*/ 85249 h 119377"/>
                      <a:gd name="connsiteX6" fmla="*/ 160477 w 160476"/>
                      <a:gd name="connsiteY6" fmla="*/ 51149 h 119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0476" h="119377">
                        <a:moveTo>
                          <a:pt x="160477" y="51149"/>
                        </a:moveTo>
                        <a:cubicBezTo>
                          <a:pt x="158571" y="54769"/>
                          <a:pt x="156381" y="58293"/>
                          <a:pt x="153904" y="61627"/>
                        </a:cubicBezTo>
                        <a:cubicBezTo>
                          <a:pt x="126567" y="98393"/>
                          <a:pt x="75704" y="106585"/>
                          <a:pt x="40080" y="80296"/>
                        </a:cubicBezTo>
                        <a:cubicBezTo>
                          <a:pt x="12172" y="59817"/>
                          <a:pt x="266" y="25146"/>
                          <a:pt x="10172" y="0"/>
                        </a:cubicBezTo>
                        <a:cubicBezTo>
                          <a:pt x="-8973" y="35528"/>
                          <a:pt x="-687" y="79915"/>
                          <a:pt x="31603" y="103918"/>
                        </a:cubicBezTo>
                        <a:cubicBezTo>
                          <a:pt x="67131" y="130397"/>
                          <a:pt x="118090" y="122015"/>
                          <a:pt x="145427" y="85249"/>
                        </a:cubicBezTo>
                        <a:cubicBezTo>
                          <a:pt x="153142" y="74771"/>
                          <a:pt x="158095" y="63056"/>
                          <a:pt x="160477" y="51149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597" name="Forme libre : forme 15596">
                    <a:extLst>
                      <a:ext uri="{FF2B5EF4-FFF2-40B4-BE49-F238E27FC236}">
                        <a16:creationId xmlns:a16="http://schemas.microsoft.com/office/drawing/2014/main" id="{9D20AA18-1F91-49D3-AD1A-BA586302DEFA}"/>
                      </a:ext>
                    </a:extLst>
                  </p:cNvPr>
                  <p:cNvSpPr/>
                  <p:nvPr/>
                </p:nvSpPr>
                <p:spPr>
                  <a:xfrm rot="-845260">
                    <a:off x="8726439" y="2713586"/>
                    <a:ext cx="83817" cy="71245"/>
                  </a:xfrm>
                  <a:custGeom>
                    <a:avLst/>
                    <a:gdLst>
                      <a:gd name="connsiteX0" fmla="*/ 83818 w 83817"/>
                      <a:gd name="connsiteY0" fmla="*/ 35623 h 71245"/>
                      <a:gd name="connsiteX1" fmla="*/ 41909 w 83817"/>
                      <a:gd name="connsiteY1" fmla="*/ 71245 h 71245"/>
                      <a:gd name="connsiteX2" fmla="*/ 0 w 83817"/>
                      <a:gd name="connsiteY2" fmla="*/ 35623 h 71245"/>
                      <a:gd name="connsiteX3" fmla="*/ 41909 w 83817"/>
                      <a:gd name="connsiteY3" fmla="*/ 0 h 71245"/>
                      <a:gd name="connsiteX4" fmla="*/ 83818 w 83817"/>
                      <a:gd name="connsiteY4" fmla="*/ 35623 h 71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17" h="71245">
                        <a:moveTo>
                          <a:pt x="83818" y="35623"/>
                        </a:moveTo>
                        <a:cubicBezTo>
                          <a:pt x="83818" y="55297"/>
                          <a:pt x="65055" y="71245"/>
                          <a:pt x="41909" y="71245"/>
                        </a:cubicBezTo>
                        <a:cubicBezTo>
                          <a:pt x="18763" y="71245"/>
                          <a:pt x="0" y="55297"/>
                          <a:pt x="0" y="35623"/>
                        </a:cubicBezTo>
                        <a:cubicBezTo>
                          <a:pt x="0" y="15949"/>
                          <a:pt x="18763" y="0"/>
                          <a:pt x="41909" y="0"/>
                        </a:cubicBezTo>
                        <a:cubicBezTo>
                          <a:pt x="65055" y="0"/>
                          <a:pt x="83818" y="15949"/>
                          <a:pt x="83818" y="35623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598" name="Forme libre : forme 15597">
                    <a:extLst>
                      <a:ext uri="{FF2B5EF4-FFF2-40B4-BE49-F238E27FC236}">
                        <a16:creationId xmlns:a16="http://schemas.microsoft.com/office/drawing/2014/main" id="{56BB9F12-1801-438C-8547-18BEBE9F6784}"/>
                      </a:ext>
                    </a:extLst>
                  </p:cNvPr>
                  <p:cNvSpPr/>
                  <p:nvPr/>
                </p:nvSpPr>
                <p:spPr>
                  <a:xfrm rot="-3200595">
                    <a:off x="8799204" y="2730656"/>
                    <a:ext cx="19239" cy="22097"/>
                  </a:xfrm>
                  <a:custGeom>
                    <a:avLst/>
                    <a:gdLst>
                      <a:gd name="connsiteX0" fmla="*/ 19240 w 19239"/>
                      <a:gd name="connsiteY0" fmla="*/ 11049 h 22097"/>
                      <a:gd name="connsiteX1" fmla="*/ 9620 w 19239"/>
                      <a:gd name="connsiteY1" fmla="*/ 22097 h 22097"/>
                      <a:gd name="connsiteX2" fmla="*/ 0 w 19239"/>
                      <a:gd name="connsiteY2" fmla="*/ 11049 h 22097"/>
                      <a:gd name="connsiteX3" fmla="*/ 9620 w 19239"/>
                      <a:gd name="connsiteY3" fmla="*/ 0 h 22097"/>
                      <a:gd name="connsiteX4" fmla="*/ 19240 w 19239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39" h="22097">
                        <a:moveTo>
                          <a:pt x="19240" y="11049"/>
                        </a:moveTo>
                        <a:cubicBezTo>
                          <a:pt x="19240" y="17151"/>
                          <a:pt x="14933" y="22097"/>
                          <a:pt x="9620" y="22097"/>
                        </a:cubicBezTo>
                        <a:cubicBezTo>
                          <a:pt x="4307" y="22097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0" y="4947"/>
                          <a:pt x="19240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599" name="Graphique 2">
                  <a:extLst>
                    <a:ext uri="{FF2B5EF4-FFF2-40B4-BE49-F238E27FC236}">
                      <a16:creationId xmlns:a16="http://schemas.microsoft.com/office/drawing/2014/main" id="{B0FF2508-D88A-48B2-9C6C-942857928AAE}"/>
                    </a:ext>
                  </a:extLst>
                </p:cNvPr>
                <p:cNvGrpSpPr/>
                <p:nvPr/>
              </p:nvGrpSpPr>
              <p:grpSpPr>
                <a:xfrm>
                  <a:off x="8554767" y="2551816"/>
                  <a:ext cx="227731" cy="228864"/>
                  <a:chOff x="8554767" y="2551816"/>
                  <a:chExt cx="227731" cy="228864"/>
                </a:xfrm>
                <a:solidFill>
                  <a:schemeClr val="accent1"/>
                </a:solidFill>
              </p:grpSpPr>
              <p:sp>
                <p:nvSpPr>
                  <p:cNvPr id="15600" name="Forme libre : forme 15599">
                    <a:extLst>
                      <a:ext uri="{FF2B5EF4-FFF2-40B4-BE49-F238E27FC236}">
                        <a16:creationId xmlns:a16="http://schemas.microsoft.com/office/drawing/2014/main" id="{8AC8940D-FF6C-47F6-A06C-EA10FCA69479}"/>
                      </a:ext>
                    </a:extLst>
                  </p:cNvPr>
                  <p:cNvSpPr/>
                  <p:nvPr/>
                </p:nvSpPr>
                <p:spPr>
                  <a:xfrm rot="-3200595">
                    <a:off x="8585673" y="2586051"/>
                    <a:ext cx="165920" cy="160395"/>
                  </a:xfrm>
                  <a:custGeom>
                    <a:avLst/>
                    <a:gdLst>
                      <a:gd name="connsiteX0" fmla="*/ 165920 w 165920"/>
                      <a:gd name="connsiteY0" fmla="*/ 80198 h 160395"/>
                      <a:gd name="connsiteX1" fmla="*/ 82960 w 165920"/>
                      <a:gd name="connsiteY1" fmla="*/ 160396 h 160395"/>
                      <a:gd name="connsiteX2" fmla="*/ 0 w 165920"/>
                      <a:gd name="connsiteY2" fmla="*/ 80198 h 160395"/>
                      <a:gd name="connsiteX3" fmla="*/ 82960 w 165920"/>
                      <a:gd name="connsiteY3" fmla="*/ 0 h 160395"/>
                      <a:gd name="connsiteX4" fmla="*/ 165920 w 165920"/>
                      <a:gd name="connsiteY4" fmla="*/ 80198 h 160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0" h="160395">
                        <a:moveTo>
                          <a:pt x="165920" y="80198"/>
                        </a:moveTo>
                        <a:cubicBezTo>
                          <a:pt x="165920" y="124490"/>
                          <a:pt x="128778" y="160396"/>
                          <a:pt x="82960" y="160396"/>
                        </a:cubicBezTo>
                        <a:cubicBezTo>
                          <a:pt x="37143" y="160396"/>
                          <a:pt x="0" y="124490"/>
                          <a:pt x="0" y="80198"/>
                        </a:cubicBezTo>
                        <a:cubicBezTo>
                          <a:pt x="0" y="35906"/>
                          <a:pt x="37143" y="0"/>
                          <a:pt x="82960" y="0"/>
                        </a:cubicBezTo>
                        <a:cubicBezTo>
                          <a:pt x="128778" y="0"/>
                          <a:pt x="165920" y="35906"/>
                          <a:pt x="165920" y="80198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601" name="Forme libre : forme 15600">
                    <a:extLst>
                      <a:ext uri="{FF2B5EF4-FFF2-40B4-BE49-F238E27FC236}">
                        <a16:creationId xmlns:a16="http://schemas.microsoft.com/office/drawing/2014/main" id="{8AB8CD0C-8450-42E1-AE2A-6C24EC7A0808}"/>
                      </a:ext>
                    </a:extLst>
                  </p:cNvPr>
                  <p:cNvSpPr/>
                  <p:nvPr/>
                </p:nvSpPr>
                <p:spPr>
                  <a:xfrm>
                    <a:off x="8587674" y="2628708"/>
                    <a:ext cx="160476" cy="119377"/>
                  </a:xfrm>
                  <a:custGeom>
                    <a:avLst/>
                    <a:gdLst>
                      <a:gd name="connsiteX0" fmla="*/ 160477 w 160476"/>
                      <a:gd name="connsiteY0" fmla="*/ 51149 h 119377"/>
                      <a:gd name="connsiteX1" fmla="*/ 153904 w 160476"/>
                      <a:gd name="connsiteY1" fmla="*/ 61627 h 119377"/>
                      <a:gd name="connsiteX2" fmla="*/ 40080 w 160476"/>
                      <a:gd name="connsiteY2" fmla="*/ 80296 h 119377"/>
                      <a:gd name="connsiteX3" fmla="*/ 10172 w 160476"/>
                      <a:gd name="connsiteY3" fmla="*/ 0 h 119377"/>
                      <a:gd name="connsiteX4" fmla="*/ 31603 w 160476"/>
                      <a:gd name="connsiteY4" fmla="*/ 103918 h 119377"/>
                      <a:gd name="connsiteX5" fmla="*/ 145427 w 160476"/>
                      <a:gd name="connsiteY5" fmla="*/ 85249 h 119377"/>
                      <a:gd name="connsiteX6" fmla="*/ 160477 w 160476"/>
                      <a:gd name="connsiteY6" fmla="*/ 51149 h 119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0476" h="119377">
                        <a:moveTo>
                          <a:pt x="160477" y="51149"/>
                        </a:moveTo>
                        <a:cubicBezTo>
                          <a:pt x="158571" y="54769"/>
                          <a:pt x="156381" y="58293"/>
                          <a:pt x="153904" y="61627"/>
                        </a:cubicBezTo>
                        <a:cubicBezTo>
                          <a:pt x="126568" y="98393"/>
                          <a:pt x="75704" y="106585"/>
                          <a:pt x="40080" y="80296"/>
                        </a:cubicBezTo>
                        <a:cubicBezTo>
                          <a:pt x="12172" y="59817"/>
                          <a:pt x="266" y="25146"/>
                          <a:pt x="10172" y="0"/>
                        </a:cubicBezTo>
                        <a:cubicBezTo>
                          <a:pt x="-8973" y="35528"/>
                          <a:pt x="-687" y="79915"/>
                          <a:pt x="31603" y="103918"/>
                        </a:cubicBezTo>
                        <a:cubicBezTo>
                          <a:pt x="67131" y="130397"/>
                          <a:pt x="118090" y="122015"/>
                          <a:pt x="145427" y="85249"/>
                        </a:cubicBezTo>
                        <a:cubicBezTo>
                          <a:pt x="153142" y="74771"/>
                          <a:pt x="158095" y="63151"/>
                          <a:pt x="160477" y="51149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602" name="Forme libre : forme 15601">
                    <a:extLst>
                      <a:ext uri="{FF2B5EF4-FFF2-40B4-BE49-F238E27FC236}">
                        <a16:creationId xmlns:a16="http://schemas.microsoft.com/office/drawing/2014/main" id="{CBB63319-1972-40D3-828E-3E0B56E600BE}"/>
                      </a:ext>
                    </a:extLst>
                  </p:cNvPr>
                  <p:cNvSpPr/>
                  <p:nvPr/>
                </p:nvSpPr>
                <p:spPr>
                  <a:xfrm rot="-845260">
                    <a:off x="8625186" y="2590815"/>
                    <a:ext cx="83817" cy="71245"/>
                  </a:xfrm>
                  <a:custGeom>
                    <a:avLst/>
                    <a:gdLst>
                      <a:gd name="connsiteX0" fmla="*/ 83818 w 83817"/>
                      <a:gd name="connsiteY0" fmla="*/ 35623 h 71245"/>
                      <a:gd name="connsiteX1" fmla="*/ 41909 w 83817"/>
                      <a:gd name="connsiteY1" fmla="*/ 71245 h 71245"/>
                      <a:gd name="connsiteX2" fmla="*/ 0 w 83817"/>
                      <a:gd name="connsiteY2" fmla="*/ 35623 h 71245"/>
                      <a:gd name="connsiteX3" fmla="*/ 41909 w 83817"/>
                      <a:gd name="connsiteY3" fmla="*/ 0 h 71245"/>
                      <a:gd name="connsiteX4" fmla="*/ 83818 w 83817"/>
                      <a:gd name="connsiteY4" fmla="*/ 35623 h 71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17" h="71245">
                        <a:moveTo>
                          <a:pt x="83818" y="35623"/>
                        </a:moveTo>
                        <a:cubicBezTo>
                          <a:pt x="83818" y="55297"/>
                          <a:pt x="65055" y="71245"/>
                          <a:pt x="41909" y="71245"/>
                        </a:cubicBezTo>
                        <a:cubicBezTo>
                          <a:pt x="18763" y="71245"/>
                          <a:pt x="0" y="55297"/>
                          <a:pt x="0" y="35623"/>
                        </a:cubicBezTo>
                        <a:cubicBezTo>
                          <a:pt x="0" y="15949"/>
                          <a:pt x="18763" y="0"/>
                          <a:pt x="41909" y="0"/>
                        </a:cubicBezTo>
                        <a:cubicBezTo>
                          <a:pt x="65055" y="0"/>
                          <a:pt x="83818" y="15949"/>
                          <a:pt x="83818" y="35623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603" name="Forme libre : forme 15602">
                    <a:extLst>
                      <a:ext uri="{FF2B5EF4-FFF2-40B4-BE49-F238E27FC236}">
                        <a16:creationId xmlns:a16="http://schemas.microsoft.com/office/drawing/2014/main" id="{D4E539E3-8AEC-412C-AEDF-2787E2620B9A}"/>
                      </a:ext>
                    </a:extLst>
                  </p:cNvPr>
                  <p:cNvSpPr/>
                  <p:nvPr/>
                </p:nvSpPr>
                <p:spPr>
                  <a:xfrm rot="-3200595">
                    <a:off x="8697947" y="2607898"/>
                    <a:ext cx="19239" cy="22097"/>
                  </a:xfrm>
                  <a:custGeom>
                    <a:avLst/>
                    <a:gdLst>
                      <a:gd name="connsiteX0" fmla="*/ 19240 w 19239"/>
                      <a:gd name="connsiteY0" fmla="*/ 11049 h 22097"/>
                      <a:gd name="connsiteX1" fmla="*/ 9620 w 19239"/>
                      <a:gd name="connsiteY1" fmla="*/ 22097 h 22097"/>
                      <a:gd name="connsiteX2" fmla="*/ 0 w 19239"/>
                      <a:gd name="connsiteY2" fmla="*/ 11049 h 22097"/>
                      <a:gd name="connsiteX3" fmla="*/ 9620 w 19239"/>
                      <a:gd name="connsiteY3" fmla="*/ 0 h 22097"/>
                      <a:gd name="connsiteX4" fmla="*/ 19240 w 19239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39" h="22097">
                        <a:moveTo>
                          <a:pt x="19240" y="11049"/>
                        </a:moveTo>
                        <a:cubicBezTo>
                          <a:pt x="19240" y="17151"/>
                          <a:pt x="14933" y="22097"/>
                          <a:pt x="9620" y="22097"/>
                        </a:cubicBezTo>
                        <a:cubicBezTo>
                          <a:pt x="4307" y="22097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0" y="4947"/>
                          <a:pt x="19240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15604" name="Graphique 2">
                  <a:extLst>
                    <a:ext uri="{FF2B5EF4-FFF2-40B4-BE49-F238E27FC236}">
                      <a16:creationId xmlns:a16="http://schemas.microsoft.com/office/drawing/2014/main" id="{B1FA4E39-22E8-4518-8E83-FD04EBF27A74}"/>
                    </a:ext>
                  </a:extLst>
                </p:cNvPr>
                <p:cNvGrpSpPr/>
                <p:nvPr/>
              </p:nvGrpSpPr>
              <p:grpSpPr>
                <a:xfrm>
                  <a:off x="8529487" y="2671888"/>
                  <a:ext cx="227731" cy="228864"/>
                  <a:chOff x="8529487" y="2671888"/>
                  <a:chExt cx="227731" cy="228864"/>
                </a:xfrm>
                <a:solidFill>
                  <a:schemeClr val="accent1"/>
                </a:solidFill>
              </p:grpSpPr>
              <p:sp>
                <p:nvSpPr>
                  <p:cNvPr id="15605" name="Forme libre : forme 15604">
                    <a:extLst>
                      <a:ext uri="{FF2B5EF4-FFF2-40B4-BE49-F238E27FC236}">
                        <a16:creationId xmlns:a16="http://schemas.microsoft.com/office/drawing/2014/main" id="{902592E4-C8D7-4010-B13F-A226E3E2317F}"/>
                      </a:ext>
                    </a:extLst>
                  </p:cNvPr>
                  <p:cNvSpPr/>
                  <p:nvPr/>
                </p:nvSpPr>
                <p:spPr>
                  <a:xfrm rot="-3200595">
                    <a:off x="8560393" y="2706123"/>
                    <a:ext cx="165920" cy="160395"/>
                  </a:xfrm>
                  <a:custGeom>
                    <a:avLst/>
                    <a:gdLst>
                      <a:gd name="connsiteX0" fmla="*/ 165920 w 165920"/>
                      <a:gd name="connsiteY0" fmla="*/ 80198 h 160395"/>
                      <a:gd name="connsiteX1" fmla="*/ 82960 w 165920"/>
                      <a:gd name="connsiteY1" fmla="*/ 160396 h 160395"/>
                      <a:gd name="connsiteX2" fmla="*/ 0 w 165920"/>
                      <a:gd name="connsiteY2" fmla="*/ 80198 h 160395"/>
                      <a:gd name="connsiteX3" fmla="*/ 82960 w 165920"/>
                      <a:gd name="connsiteY3" fmla="*/ 0 h 160395"/>
                      <a:gd name="connsiteX4" fmla="*/ 165920 w 165920"/>
                      <a:gd name="connsiteY4" fmla="*/ 80198 h 160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920" h="160395">
                        <a:moveTo>
                          <a:pt x="165920" y="80198"/>
                        </a:moveTo>
                        <a:cubicBezTo>
                          <a:pt x="165920" y="124490"/>
                          <a:pt x="128778" y="160396"/>
                          <a:pt x="82960" y="160396"/>
                        </a:cubicBezTo>
                        <a:cubicBezTo>
                          <a:pt x="37143" y="160396"/>
                          <a:pt x="0" y="124490"/>
                          <a:pt x="0" y="80198"/>
                        </a:cubicBezTo>
                        <a:cubicBezTo>
                          <a:pt x="0" y="35906"/>
                          <a:pt x="37143" y="0"/>
                          <a:pt x="82960" y="0"/>
                        </a:cubicBezTo>
                        <a:cubicBezTo>
                          <a:pt x="128778" y="0"/>
                          <a:pt x="165920" y="35906"/>
                          <a:pt x="165920" y="80198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606" name="Forme libre : forme 15605">
                    <a:extLst>
                      <a:ext uri="{FF2B5EF4-FFF2-40B4-BE49-F238E27FC236}">
                        <a16:creationId xmlns:a16="http://schemas.microsoft.com/office/drawing/2014/main" id="{D963A56B-3377-4A33-B724-CD622FDFC4C8}"/>
                      </a:ext>
                    </a:extLst>
                  </p:cNvPr>
                  <p:cNvSpPr/>
                  <p:nvPr/>
                </p:nvSpPr>
                <p:spPr>
                  <a:xfrm>
                    <a:off x="8562386" y="2748914"/>
                    <a:ext cx="160523" cy="119377"/>
                  </a:xfrm>
                  <a:custGeom>
                    <a:avLst/>
                    <a:gdLst>
                      <a:gd name="connsiteX0" fmla="*/ 31555 w 160523"/>
                      <a:gd name="connsiteY0" fmla="*/ 103918 h 119377"/>
                      <a:gd name="connsiteX1" fmla="*/ 145378 w 160523"/>
                      <a:gd name="connsiteY1" fmla="*/ 85249 h 119377"/>
                      <a:gd name="connsiteX2" fmla="*/ 160523 w 160523"/>
                      <a:gd name="connsiteY2" fmla="*/ 51149 h 119377"/>
                      <a:gd name="connsiteX3" fmla="*/ 153951 w 160523"/>
                      <a:gd name="connsiteY3" fmla="*/ 61627 h 119377"/>
                      <a:gd name="connsiteX4" fmla="*/ 40127 w 160523"/>
                      <a:gd name="connsiteY4" fmla="*/ 80296 h 119377"/>
                      <a:gd name="connsiteX5" fmla="*/ 10218 w 160523"/>
                      <a:gd name="connsiteY5" fmla="*/ 0 h 119377"/>
                      <a:gd name="connsiteX6" fmla="*/ 31555 w 160523"/>
                      <a:gd name="connsiteY6" fmla="*/ 103918 h 119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0523" h="119377">
                        <a:moveTo>
                          <a:pt x="31555" y="103918"/>
                        </a:moveTo>
                        <a:cubicBezTo>
                          <a:pt x="67083" y="130397"/>
                          <a:pt x="118042" y="122015"/>
                          <a:pt x="145378" y="85249"/>
                        </a:cubicBezTo>
                        <a:cubicBezTo>
                          <a:pt x="153189" y="74771"/>
                          <a:pt x="158142" y="63055"/>
                          <a:pt x="160523" y="51149"/>
                        </a:cubicBezTo>
                        <a:cubicBezTo>
                          <a:pt x="158618" y="54769"/>
                          <a:pt x="156427" y="58293"/>
                          <a:pt x="153951" y="61627"/>
                        </a:cubicBezTo>
                        <a:cubicBezTo>
                          <a:pt x="126614" y="98393"/>
                          <a:pt x="75751" y="106585"/>
                          <a:pt x="40127" y="80296"/>
                        </a:cubicBezTo>
                        <a:cubicBezTo>
                          <a:pt x="12219" y="59817"/>
                          <a:pt x="313" y="25146"/>
                          <a:pt x="10218" y="0"/>
                        </a:cubicBezTo>
                        <a:cubicBezTo>
                          <a:pt x="-9022" y="35528"/>
                          <a:pt x="-640" y="79915"/>
                          <a:pt x="31555" y="103918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607" name="Forme libre : forme 15606">
                    <a:extLst>
                      <a:ext uri="{FF2B5EF4-FFF2-40B4-BE49-F238E27FC236}">
                        <a16:creationId xmlns:a16="http://schemas.microsoft.com/office/drawing/2014/main" id="{B849E5AF-A75D-4506-9391-1DD4F2143474}"/>
                      </a:ext>
                    </a:extLst>
                  </p:cNvPr>
                  <p:cNvSpPr/>
                  <p:nvPr/>
                </p:nvSpPr>
                <p:spPr>
                  <a:xfrm rot="-845260">
                    <a:off x="8599951" y="2711019"/>
                    <a:ext cx="83817" cy="71245"/>
                  </a:xfrm>
                  <a:custGeom>
                    <a:avLst/>
                    <a:gdLst>
                      <a:gd name="connsiteX0" fmla="*/ 83818 w 83817"/>
                      <a:gd name="connsiteY0" fmla="*/ 35623 h 71245"/>
                      <a:gd name="connsiteX1" fmla="*/ 41909 w 83817"/>
                      <a:gd name="connsiteY1" fmla="*/ 71245 h 71245"/>
                      <a:gd name="connsiteX2" fmla="*/ 0 w 83817"/>
                      <a:gd name="connsiteY2" fmla="*/ 35623 h 71245"/>
                      <a:gd name="connsiteX3" fmla="*/ 41909 w 83817"/>
                      <a:gd name="connsiteY3" fmla="*/ 0 h 71245"/>
                      <a:gd name="connsiteX4" fmla="*/ 83818 w 83817"/>
                      <a:gd name="connsiteY4" fmla="*/ 35623 h 71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17" h="71245">
                        <a:moveTo>
                          <a:pt x="83818" y="35623"/>
                        </a:moveTo>
                        <a:cubicBezTo>
                          <a:pt x="83818" y="55296"/>
                          <a:pt x="65055" y="71245"/>
                          <a:pt x="41909" y="71245"/>
                        </a:cubicBezTo>
                        <a:cubicBezTo>
                          <a:pt x="18763" y="71245"/>
                          <a:pt x="0" y="55296"/>
                          <a:pt x="0" y="35623"/>
                        </a:cubicBezTo>
                        <a:cubicBezTo>
                          <a:pt x="0" y="15949"/>
                          <a:pt x="18763" y="0"/>
                          <a:pt x="41909" y="0"/>
                        </a:cubicBezTo>
                        <a:cubicBezTo>
                          <a:pt x="65055" y="0"/>
                          <a:pt x="83818" y="15949"/>
                          <a:pt x="83818" y="35623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5608" name="Forme libre : forme 15607">
                    <a:extLst>
                      <a:ext uri="{FF2B5EF4-FFF2-40B4-BE49-F238E27FC236}">
                        <a16:creationId xmlns:a16="http://schemas.microsoft.com/office/drawing/2014/main" id="{1A044656-886B-4AB7-A75B-B0F6921DCED4}"/>
                      </a:ext>
                    </a:extLst>
                  </p:cNvPr>
                  <p:cNvSpPr/>
                  <p:nvPr/>
                </p:nvSpPr>
                <p:spPr>
                  <a:xfrm rot="-3200595">
                    <a:off x="8672783" y="2728027"/>
                    <a:ext cx="19239" cy="22097"/>
                  </a:xfrm>
                  <a:custGeom>
                    <a:avLst/>
                    <a:gdLst>
                      <a:gd name="connsiteX0" fmla="*/ 19240 w 19239"/>
                      <a:gd name="connsiteY0" fmla="*/ 11049 h 22097"/>
                      <a:gd name="connsiteX1" fmla="*/ 9620 w 19239"/>
                      <a:gd name="connsiteY1" fmla="*/ 22097 h 22097"/>
                      <a:gd name="connsiteX2" fmla="*/ 0 w 19239"/>
                      <a:gd name="connsiteY2" fmla="*/ 11049 h 22097"/>
                      <a:gd name="connsiteX3" fmla="*/ 9620 w 19239"/>
                      <a:gd name="connsiteY3" fmla="*/ 0 h 22097"/>
                      <a:gd name="connsiteX4" fmla="*/ 19240 w 19239"/>
                      <a:gd name="connsiteY4" fmla="*/ 11049 h 22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39" h="22097">
                        <a:moveTo>
                          <a:pt x="19240" y="11049"/>
                        </a:moveTo>
                        <a:cubicBezTo>
                          <a:pt x="19240" y="17151"/>
                          <a:pt x="14933" y="22097"/>
                          <a:pt x="9620" y="22097"/>
                        </a:cubicBezTo>
                        <a:cubicBezTo>
                          <a:pt x="4307" y="22097"/>
                          <a:pt x="0" y="17151"/>
                          <a:pt x="0" y="11049"/>
                        </a:cubicBezTo>
                        <a:cubicBezTo>
                          <a:pt x="0" y="4947"/>
                          <a:pt x="4307" y="0"/>
                          <a:pt x="9620" y="0"/>
                        </a:cubicBezTo>
                        <a:cubicBezTo>
                          <a:pt x="14933" y="0"/>
                          <a:pt x="19240" y="4947"/>
                          <a:pt x="19240" y="11049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</p:grpSp>
          <p:sp>
            <p:nvSpPr>
              <p:cNvPr id="15609" name="Forme libre : forme 15608">
                <a:extLst>
                  <a:ext uri="{FF2B5EF4-FFF2-40B4-BE49-F238E27FC236}">
                    <a16:creationId xmlns:a16="http://schemas.microsoft.com/office/drawing/2014/main" id="{41EAC84C-4655-45B2-8842-36F5EF5857B0}"/>
                  </a:ext>
                </a:extLst>
              </p:cNvPr>
              <p:cNvSpPr/>
              <p:nvPr/>
            </p:nvSpPr>
            <p:spPr>
              <a:xfrm>
                <a:off x="8614038" y="2847117"/>
                <a:ext cx="83820" cy="63245"/>
              </a:xfrm>
              <a:custGeom>
                <a:avLst/>
                <a:gdLst>
                  <a:gd name="connsiteX0" fmla="*/ 8668 w 83820"/>
                  <a:gd name="connsiteY0" fmla="*/ 62293 h 63245"/>
                  <a:gd name="connsiteX1" fmla="*/ 52578 w 83820"/>
                  <a:gd name="connsiteY1" fmla="*/ 32766 h 63245"/>
                  <a:gd name="connsiteX2" fmla="*/ 83820 w 83820"/>
                  <a:gd name="connsiteY2" fmla="*/ 0 h 63245"/>
                  <a:gd name="connsiteX3" fmla="*/ 68009 w 83820"/>
                  <a:gd name="connsiteY3" fmla="*/ 14192 h 63245"/>
                  <a:gd name="connsiteX4" fmla="*/ 49530 w 83820"/>
                  <a:gd name="connsiteY4" fmla="*/ 29432 h 63245"/>
                  <a:gd name="connsiteX5" fmla="*/ 9430 w 83820"/>
                  <a:gd name="connsiteY5" fmla="*/ 54673 h 63245"/>
                  <a:gd name="connsiteX6" fmla="*/ 0 w 83820"/>
                  <a:gd name="connsiteY6" fmla="*/ 59436 h 63245"/>
                  <a:gd name="connsiteX7" fmla="*/ 6953 w 83820"/>
                  <a:gd name="connsiteY7" fmla="*/ 63246 h 63245"/>
                  <a:gd name="connsiteX8" fmla="*/ 8668 w 83820"/>
                  <a:gd name="connsiteY8" fmla="*/ 62293 h 6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3820" h="63245">
                    <a:moveTo>
                      <a:pt x="8668" y="62293"/>
                    </a:moveTo>
                    <a:cubicBezTo>
                      <a:pt x="23908" y="53340"/>
                      <a:pt x="38291" y="43148"/>
                      <a:pt x="52578" y="32766"/>
                    </a:cubicBezTo>
                    <a:cubicBezTo>
                      <a:pt x="63913" y="24575"/>
                      <a:pt x="79343" y="14002"/>
                      <a:pt x="83820" y="0"/>
                    </a:cubicBezTo>
                    <a:cubicBezTo>
                      <a:pt x="79058" y="667"/>
                      <a:pt x="71723" y="10858"/>
                      <a:pt x="68009" y="14192"/>
                    </a:cubicBezTo>
                    <a:cubicBezTo>
                      <a:pt x="62103" y="19526"/>
                      <a:pt x="55912" y="24575"/>
                      <a:pt x="49530" y="29432"/>
                    </a:cubicBezTo>
                    <a:cubicBezTo>
                      <a:pt x="36862" y="38957"/>
                      <a:pt x="23432" y="47434"/>
                      <a:pt x="9430" y="54673"/>
                    </a:cubicBezTo>
                    <a:cubicBezTo>
                      <a:pt x="6287" y="56293"/>
                      <a:pt x="3143" y="57912"/>
                      <a:pt x="0" y="59436"/>
                    </a:cubicBezTo>
                    <a:cubicBezTo>
                      <a:pt x="2286" y="60769"/>
                      <a:pt x="4572" y="62008"/>
                      <a:pt x="6953" y="63246"/>
                    </a:cubicBezTo>
                    <a:cubicBezTo>
                      <a:pt x="7429" y="62960"/>
                      <a:pt x="8001" y="62675"/>
                      <a:pt x="8668" y="62293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10" name="Forme libre : forme 15609">
                <a:extLst>
                  <a:ext uri="{FF2B5EF4-FFF2-40B4-BE49-F238E27FC236}">
                    <a16:creationId xmlns:a16="http://schemas.microsoft.com/office/drawing/2014/main" id="{7809410E-D625-4F90-93DF-BC9F5063329F}"/>
                  </a:ext>
                </a:extLst>
              </p:cNvPr>
              <p:cNvSpPr/>
              <p:nvPr/>
            </p:nvSpPr>
            <p:spPr>
              <a:xfrm>
                <a:off x="8528313" y="2733496"/>
                <a:ext cx="50688" cy="87617"/>
              </a:xfrm>
              <a:custGeom>
                <a:avLst/>
                <a:gdLst>
                  <a:gd name="connsiteX0" fmla="*/ 38195 w 50688"/>
                  <a:gd name="connsiteY0" fmla="*/ 17609 h 87617"/>
                  <a:gd name="connsiteX1" fmla="*/ 50673 w 50688"/>
                  <a:gd name="connsiteY1" fmla="*/ 1512 h 87617"/>
                  <a:gd name="connsiteX2" fmla="*/ 38671 w 50688"/>
                  <a:gd name="connsiteY2" fmla="*/ 9894 h 87617"/>
                  <a:gd name="connsiteX3" fmla="*/ 27337 w 50688"/>
                  <a:gd name="connsiteY3" fmla="*/ 27991 h 87617"/>
                  <a:gd name="connsiteX4" fmla="*/ 7429 w 50688"/>
                  <a:gd name="connsiteY4" fmla="*/ 66949 h 87617"/>
                  <a:gd name="connsiteX5" fmla="*/ 0 w 50688"/>
                  <a:gd name="connsiteY5" fmla="*/ 84760 h 87617"/>
                  <a:gd name="connsiteX6" fmla="*/ 1334 w 50688"/>
                  <a:gd name="connsiteY6" fmla="*/ 87618 h 87617"/>
                  <a:gd name="connsiteX7" fmla="*/ 25432 w 50688"/>
                  <a:gd name="connsiteY7" fmla="*/ 36278 h 87617"/>
                  <a:gd name="connsiteX8" fmla="*/ 38195 w 50688"/>
                  <a:gd name="connsiteY8" fmla="*/ 17609 h 87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688" h="87617">
                    <a:moveTo>
                      <a:pt x="38195" y="17609"/>
                    </a:moveTo>
                    <a:cubicBezTo>
                      <a:pt x="40767" y="14371"/>
                      <a:pt x="51149" y="5608"/>
                      <a:pt x="50673" y="1512"/>
                    </a:cubicBezTo>
                    <a:cubicBezTo>
                      <a:pt x="50006" y="-4203"/>
                      <a:pt x="40100" y="7989"/>
                      <a:pt x="38671" y="9894"/>
                    </a:cubicBezTo>
                    <a:cubicBezTo>
                      <a:pt x="34290" y="15514"/>
                      <a:pt x="30766" y="21800"/>
                      <a:pt x="27337" y="27991"/>
                    </a:cubicBezTo>
                    <a:cubicBezTo>
                      <a:pt x="20288" y="40755"/>
                      <a:pt x="13335" y="53614"/>
                      <a:pt x="7429" y="66949"/>
                    </a:cubicBezTo>
                    <a:cubicBezTo>
                      <a:pt x="4858" y="72854"/>
                      <a:pt x="2477" y="78855"/>
                      <a:pt x="0" y="84760"/>
                    </a:cubicBezTo>
                    <a:cubicBezTo>
                      <a:pt x="476" y="85713"/>
                      <a:pt x="857" y="86665"/>
                      <a:pt x="1334" y="87618"/>
                    </a:cubicBezTo>
                    <a:cubicBezTo>
                      <a:pt x="8572" y="70092"/>
                      <a:pt x="15716" y="52471"/>
                      <a:pt x="25432" y="36278"/>
                    </a:cubicBezTo>
                    <a:cubicBezTo>
                      <a:pt x="29242" y="29896"/>
                      <a:pt x="33528" y="23610"/>
                      <a:pt x="38195" y="17609"/>
                    </a:cubicBezTo>
                    <a:close/>
                  </a:path>
                </a:pathLst>
              </a:custGeom>
              <a:solidFill>
                <a:srgbClr val="8244B2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11" name="Forme libre : forme 15610">
                <a:extLst>
                  <a:ext uri="{FF2B5EF4-FFF2-40B4-BE49-F238E27FC236}">
                    <a16:creationId xmlns:a16="http://schemas.microsoft.com/office/drawing/2014/main" id="{08D324F8-A933-4087-82C2-5A04985F47CC}"/>
                  </a:ext>
                </a:extLst>
              </p:cNvPr>
              <p:cNvSpPr/>
              <p:nvPr/>
            </p:nvSpPr>
            <p:spPr>
              <a:xfrm>
                <a:off x="8536410" y="2805488"/>
                <a:ext cx="84296" cy="92491"/>
              </a:xfrm>
              <a:custGeom>
                <a:avLst/>
                <a:gdLst>
                  <a:gd name="connsiteX0" fmla="*/ 63341 w 84296"/>
                  <a:gd name="connsiteY0" fmla="*/ 92492 h 92491"/>
                  <a:gd name="connsiteX1" fmla="*/ 69247 w 84296"/>
                  <a:gd name="connsiteY1" fmla="*/ 87920 h 92491"/>
                  <a:gd name="connsiteX2" fmla="*/ 84296 w 84296"/>
                  <a:gd name="connsiteY2" fmla="*/ 72489 h 92491"/>
                  <a:gd name="connsiteX3" fmla="*/ 67628 w 84296"/>
                  <a:gd name="connsiteY3" fmla="*/ 64203 h 92491"/>
                  <a:gd name="connsiteX4" fmla="*/ 22860 w 84296"/>
                  <a:gd name="connsiteY4" fmla="*/ 18483 h 92491"/>
                  <a:gd name="connsiteX5" fmla="*/ 13430 w 84296"/>
                  <a:gd name="connsiteY5" fmla="*/ 4 h 92491"/>
                  <a:gd name="connsiteX6" fmla="*/ 1619 w 84296"/>
                  <a:gd name="connsiteY6" fmla="*/ 22483 h 92491"/>
                  <a:gd name="connsiteX7" fmla="*/ 0 w 84296"/>
                  <a:gd name="connsiteY7" fmla="*/ 28389 h 92491"/>
                  <a:gd name="connsiteX8" fmla="*/ 63341 w 84296"/>
                  <a:gd name="connsiteY8" fmla="*/ 92492 h 9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4296" h="92491">
                    <a:moveTo>
                      <a:pt x="63341" y="92492"/>
                    </a:moveTo>
                    <a:cubicBezTo>
                      <a:pt x="65342" y="90968"/>
                      <a:pt x="67246" y="89444"/>
                      <a:pt x="69247" y="87920"/>
                    </a:cubicBezTo>
                    <a:cubicBezTo>
                      <a:pt x="75152" y="83634"/>
                      <a:pt x="81344" y="79157"/>
                      <a:pt x="84296" y="72489"/>
                    </a:cubicBezTo>
                    <a:cubicBezTo>
                      <a:pt x="79534" y="68489"/>
                      <a:pt x="73343" y="66584"/>
                      <a:pt x="67628" y="64203"/>
                    </a:cubicBezTo>
                    <a:cubicBezTo>
                      <a:pt x="47435" y="55630"/>
                      <a:pt x="30956" y="38866"/>
                      <a:pt x="22860" y="18483"/>
                    </a:cubicBezTo>
                    <a:cubicBezTo>
                      <a:pt x="21146" y="14196"/>
                      <a:pt x="20288" y="-282"/>
                      <a:pt x="13430" y="4"/>
                    </a:cubicBezTo>
                    <a:cubicBezTo>
                      <a:pt x="6382" y="290"/>
                      <a:pt x="2953" y="17340"/>
                      <a:pt x="1619" y="22483"/>
                    </a:cubicBezTo>
                    <a:cubicBezTo>
                      <a:pt x="1048" y="24483"/>
                      <a:pt x="571" y="26484"/>
                      <a:pt x="0" y="28389"/>
                    </a:cubicBezTo>
                    <a:cubicBezTo>
                      <a:pt x="15240" y="53916"/>
                      <a:pt x="37433" y="75442"/>
                      <a:pt x="63341" y="92492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12" name="Forme libre : forme 15611">
                <a:extLst>
                  <a:ext uri="{FF2B5EF4-FFF2-40B4-BE49-F238E27FC236}">
                    <a16:creationId xmlns:a16="http://schemas.microsoft.com/office/drawing/2014/main" id="{7152909E-8042-420E-AF6D-67071307766C}"/>
                  </a:ext>
                </a:extLst>
              </p:cNvPr>
              <p:cNvSpPr/>
              <p:nvPr/>
            </p:nvSpPr>
            <p:spPr>
              <a:xfrm>
                <a:off x="8629278" y="2855008"/>
                <a:ext cx="125349" cy="66689"/>
              </a:xfrm>
              <a:custGeom>
                <a:avLst/>
                <a:gdLst>
                  <a:gd name="connsiteX0" fmla="*/ 110871 w 125349"/>
                  <a:gd name="connsiteY0" fmla="*/ 30019 h 66689"/>
                  <a:gd name="connsiteX1" fmla="*/ 125349 w 125349"/>
                  <a:gd name="connsiteY1" fmla="*/ 22780 h 66689"/>
                  <a:gd name="connsiteX2" fmla="*/ 117443 w 125349"/>
                  <a:gd name="connsiteY2" fmla="*/ 18589 h 66689"/>
                  <a:gd name="connsiteX3" fmla="*/ 92202 w 125349"/>
                  <a:gd name="connsiteY3" fmla="*/ 7063 h 66689"/>
                  <a:gd name="connsiteX4" fmla="*/ 77153 w 125349"/>
                  <a:gd name="connsiteY4" fmla="*/ 586 h 66689"/>
                  <a:gd name="connsiteX5" fmla="*/ 70295 w 125349"/>
                  <a:gd name="connsiteY5" fmla="*/ 7921 h 66689"/>
                  <a:gd name="connsiteX6" fmla="*/ 61627 w 125349"/>
                  <a:gd name="connsiteY6" fmla="*/ 16969 h 66689"/>
                  <a:gd name="connsiteX7" fmla="*/ 23717 w 125349"/>
                  <a:gd name="connsiteY7" fmla="*/ 46592 h 66689"/>
                  <a:gd name="connsiteX8" fmla="*/ 190 w 125349"/>
                  <a:gd name="connsiteY8" fmla="*/ 59832 h 66689"/>
                  <a:gd name="connsiteX9" fmla="*/ 0 w 125349"/>
                  <a:gd name="connsiteY9" fmla="*/ 59927 h 66689"/>
                  <a:gd name="connsiteX10" fmla="*/ 14954 w 125349"/>
                  <a:gd name="connsiteY10" fmla="*/ 66690 h 66689"/>
                  <a:gd name="connsiteX11" fmla="*/ 110871 w 125349"/>
                  <a:gd name="connsiteY11" fmla="*/ 30019 h 66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5349" h="66689">
                    <a:moveTo>
                      <a:pt x="110871" y="30019"/>
                    </a:moveTo>
                    <a:cubicBezTo>
                      <a:pt x="116110" y="28495"/>
                      <a:pt x="121729" y="26875"/>
                      <a:pt x="125349" y="22780"/>
                    </a:cubicBezTo>
                    <a:cubicBezTo>
                      <a:pt x="123730" y="20208"/>
                      <a:pt x="120396" y="19351"/>
                      <a:pt x="117443" y="18589"/>
                    </a:cubicBezTo>
                    <a:cubicBezTo>
                      <a:pt x="108395" y="16207"/>
                      <a:pt x="99822" y="12302"/>
                      <a:pt x="92202" y="7063"/>
                    </a:cubicBezTo>
                    <a:cubicBezTo>
                      <a:pt x="88487" y="4587"/>
                      <a:pt x="82105" y="-1985"/>
                      <a:pt x="77153" y="586"/>
                    </a:cubicBezTo>
                    <a:cubicBezTo>
                      <a:pt x="74390" y="2015"/>
                      <a:pt x="72295" y="5635"/>
                      <a:pt x="70295" y="7921"/>
                    </a:cubicBezTo>
                    <a:cubicBezTo>
                      <a:pt x="67532" y="10969"/>
                      <a:pt x="64579" y="14017"/>
                      <a:pt x="61627" y="16969"/>
                    </a:cubicBezTo>
                    <a:cubicBezTo>
                      <a:pt x="50102" y="28209"/>
                      <a:pt x="37243" y="38020"/>
                      <a:pt x="23717" y="46592"/>
                    </a:cubicBezTo>
                    <a:cubicBezTo>
                      <a:pt x="16097" y="51355"/>
                      <a:pt x="8287" y="55831"/>
                      <a:pt x="190" y="59832"/>
                    </a:cubicBezTo>
                    <a:cubicBezTo>
                      <a:pt x="95" y="59832"/>
                      <a:pt x="95" y="59927"/>
                      <a:pt x="0" y="59927"/>
                    </a:cubicBezTo>
                    <a:cubicBezTo>
                      <a:pt x="4858" y="62308"/>
                      <a:pt x="9906" y="64499"/>
                      <a:pt x="14954" y="66690"/>
                    </a:cubicBezTo>
                    <a:cubicBezTo>
                      <a:pt x="47244" y="55641"/>
                      <a:pt x="78105" y="39639"/>
                      <a:pt x="110871" y="30019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13" name="Forme libre : forme 15612">
                <a:extLst>
                  <a:ext uri="{FF2B5EF4-FFF2-40B4-BE49-F238E27FC236}">
                    <a16:creationId xmlns:a16="http://schemas.microsoft.com/office/drawing/2014/main" id="{C5305E18-64CD-4EFB-99BE-3F01486D8E2C}"/>
                  </a:ext>
                </a:extLst>
              </p:cNvPr>
              <p:cNvSpPr/>
              <p:nvPr/>
            </p:nvSpPr>
            <p:spPr>
              <a:xfrm>
                <a:off x="8522218" y="2665742"/>
                <a:ext cx="64234" cy="142226"/>
              </a:xfrm>
              <a:custGeom>
                <a:avLst/>
                <a:gdLst>
                  <a:gd name="connsiteX0" fmla="*/ 21717 w 64234"/>
                  <a:gd name="connsiteY0" fmla="*/ 104508 h 142226"/>
                  <a:gd name="connsiteX1" fmla="*/ 29242 w 64234"/>
                  <a:gd name="connsiteY1" fmla="*/ 91459 h 142226"/>
                  <a:gd name="connsiteX2" fmla="*/ 43339 w 64234"/>
                  <a:gd name="connsiteY2" fmla="*/ 70599 h 142226"/>
                  <a:gd name="connsiteX3" fmla="*/ 56007 w 64234"/>
                  <a:gd name="connsiteY3" fmla="*/ 56883 h 142226"/>
                  <a:gd name="connsiteX4" fmla="*/ 63817 w 64234"/>
                  <a:gd name="connsiteY4" fmla="*/ 46596 h 142226"/>
                  <a:gd name="connsiteX5" fmla="*/ 62770 w 64234"/>
                  <a:gd name="connsiteY5" fmla="*/ 37071 h 142226"/>
                  <a:gd name="connsiteX6" fmla="*/ 59626 w 64234"/>
                  <a:gd name="connsiteY6" fmla="*/ 20974 h 142226"/>
                  <a:gd name="connsiteX7" fmla="*/ 58674 w 64234"/>
                  <a:gd name="connsiteY7" fmla="*/ 2685 h 142226"/>
                  <a:gd name="connsiteX8" fmla="*/ 57245 w 64234"/>
                  <a:gd name="connsiteY8" fmla="*/ 18 h 142226"/>
                  <a:gd name="connsiteX9" fmla="*/ 55531 w 64234"/>
                  <a:gd name="connsiteY9" fmla="*/ 590 h 142226"/>
                  <a:gd name="connsiteX10" fmla="*/ 46387 w 64234"/>
                  <a:gd name="connsiteY10" fmla="*/ 11925 h 142226"/>
                  <a:gd name="connsiteX11" fmla="*/ 31718 w 64234"/>
                  <a:gd name="connsiteY11" fmla="*/ 38214 h 142226"/>
                  <a:gd name="connsiteX12" fmla="*/ 14478 w 64234"/>
                  <a:gd name="connsiteY12" fmla="*/ 84505 h 142226"/>
                  <a:gd name="connsiteX13" fmla="*/ 0 w 64234"/>
                  <a:gd name="connsiteY13" fmla="*/ 136512 h 142226"/>
                  <a:gd name="connsiteX14" fmla="*/ 2000 w 64234"/>
                  <a:gd name="connsiteY14" fmla="*/ 142227 h 142226"/>
                  <a:gd name="connsiteX15" fmla="*/ 14192 w 64234"/>
                  <a:gd name="connsiteY15" fmla="*/ 121653 h 142226"/>
                  <a:gd name="connsiteX16" fmla="*/ 21717 w 64234"/>
                  <a:gd name="connsiteY16" fmla="*/ 104508 h 142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4234" h="142226">
                    <a:moveTo>
                      <a:pt x="21717" y="104508"/>
                    </a:moveTo>
                    <a:cubicBezTo>
                      <a:pt x="24003" y="100031"/>
                      <a:pt x="26575" y="95745"/>
                      <a:pt x="29242" y="91459"/>
                    </a:cubicBezTo>
                    <a:cubicBezTo>
                      <a:pt x="33623" y="84315"/>
                      <a:pt x="38005" y="77076"/>
                      <a:pt x="43339" y="70599"/>
                    </a:cubicBezTo>
                    <a:cubicBezTo>
                      <a:pt x="47339" y="65836"/>
                      <a:pt x="51721" y="61455"/>
                      <a:pt x="56007" y="56883"/>
                    </a:cubicBezTo>
                    <a:cubicBezTo>
                      <a:pt x="58769" y="53930"/>
                      <a:pt x="62484" y="50596"/>
                      <a:pt x="63817" y="46596"/>
                    </a:cubicBezTo>
                    <a:cubicBezTo>
                      <a:pt x="64865" y="43357"/>
                      <a:pt x="63722" y="40214"/>
                      <a:pt x="62770" y="37071"/>
                    </a:cubicBezTo>
                    <a:cubicBezTo>
                      <a:pt x="61055" y="31737"/>
                      <a:pt x="60103" y="26498"/>
                      <a:pt x="59626" y="20974"/>
                    </a:cubicBezTo>
                    <a:cubicBezTo>
                      <a:pt x="59055" y="14877"/>
                      <a:pt x="59055" y="8781"/>
                      <a:pt x="58674" y="2685"/>
                    </a:cubicBezTo>
                    <a:cubicBezTo>
                      <a:pt x="58579" y="1542"/>
                      <a:pt x="58293" y="209"/>
                      <a:pt x="57245" y="18"/>
                    </a:cubicBezTo>
                    <a:cubicBezTo>
                      <a:pt x="56674" y="-77"/>
                      <a:pt x="56007" y="209"/>
                      <a:pt x="55531" y="590"/>
                    </a:cubicBezTo>
                    <a:cubicBezTo>
                      <a:pt x="51530" y="3447"/>
                      <a:pt x="48863" y="7734"/>
                      <a:pt x="46387" y="11925"/>
                    </a:cubicBezTo>
                    <a:cubicBezTo>
                      <a:pt x="41243" y="20497"/>
                      <a:pt x="36100" y="29165"/>
                      <a:pt x="31718" y="38214"/>
                    </a:cubicBezTo>
                    <a:cubicBezTo>
                      <a:pt x="24479" y="53073"/>
                      <a:pt x="19526" y="68789"/>
                      <a:pt x="14478" y="84505"/>
                    </a:cubicBezTo>
                    <a:cubicBezTo>
                      <a:pt x="9049" y="101650"/>
                      <a:pt x="3620" y="118891"/>
                      <a:pt x="0" y="136512"/>
                    </a:cubicBezTo>
                    <a:cubicBezTo>
                      <a:pt x="667" y="138417"/>
                      <a:pt x="1333" y="140322"/>
                      <a:pt x="2000" y="142227"/>
                    </a:cubicBezTo>
                    <a:cubicBezTo>
                      <a:pt x="6572" y="135655"/>
                      <a:pt x="10763" y="128892"/>
                      <a:pt x="14192" y="121653"/>
                    </a:cubicBezTo>
                    <a:cubicBezTo>
                      <a:pt x="16573" y="115938"/>
                      <a:pt x="18859" y="110127"/>
                      <a:pt x="21717" y="104508"/>
                    </a:cubicBezTo>
                    <a:close/>
                  </a:path>
                </a:pathLst>
              </a:custGeom>
              <a:solidFill>
                <a:srgbClr val="A361D6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14" name="Forme libre : forme 15613">
                <a:extLst>
                  <a:ext uri="{FF2B5EF4-FFF2-40B4-BE49-F238E27FC236}">
                    <a16:creationId xmlns:a16="http://schemas.microsoft.com/office/drawing/2014/main" id="{7641D1CB-86E3-46D0-A23B-2EB4C30DD91B}"/>
                  </a:ext>
                </a:extLst>
              </p:cNvPr>
              <p:cNvSpPr/>
              <p:nvPr/>
            </p:nvSpPr>
            <p:spPr>
              <a:xfrm>
                <a:off x="8547173" y="2840766"/>
                <a:ext cx="21026" cy="32353"/>
              </a:xfrm>
              <a:custGeom>
                <a:avLst/>
                <a:gdLst>
                  <a:gd name="connsiteX0" fmla="*/ 20955 w 21026"/>
                  <a:gd name="connsiteY0" fmla="*/ 32354 h 32353"/>
                  <a:gd name="connsiteX1" fmla="*/ 20955 w 21026"/>
                  <a:gd name="connsiteY1" fmla="*/ 28639 h 32353"/>
                  <a:gd name="connsiteX2" fmla="*/ 12573 w 21026"/>
                  <a:gd name="connsiteY2" fmla="*/ 2160 h 32353"/>
                  <a:gd name="connsiteX3" fmla="*/ 10668 w 21026"/>
                  <a:gd name="connsiteY3" fmla="*/ 350 h 32353"/>
                  <a:gd name="connsiteX4" fmla="*/ 5715 w 21026"/>
                  <a:gd name="connsiteY4" fmla="*/ 1207 h 32353"/>
                  <a:gd name="connsiteX5" fmla="*/ 0 w 21026"/>
                  <a:gd name="connsiteY5" fmla="*/ 9113 h 32353"/>
                  <a:gd name="connsiteX6" fmla="*/ 20955 w 21026"/>
                  <a:gd name="connsiteY6" fmla="*/ 32354 h 32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026" h="32353">
                    <a:moveTo>
                      <a:pt x="20955" y="32354"/>
                    </a:moveTo>
                    <a:cubicBezTo>
                      <a:pt x="21050" y="31116"/>
                      <a:pt x="21050" y="29878"/>
                      <a:pt x="20955" y="28639"/>
                    </a:cubicBezTo>
                    <a:cubicBezTo>
                      <a:pt x="20383" y="20448"/>
                      <a:pt x="17526" y="8922"/>
                      <a:pt x="12573" y="2160"/>
                    </a:cubicBezTo>
                    <a:cubicBezTo>
                      <a:pt x="12002" y="1398"/>
                      <a:pt x="11430" y="731"/>
                      <a:pt x="10668" y="350"/>
                    </a:cubicBezTo>
                    <a:cubicBezTo>
                      <a:pt x="9049" y="-412"/>
                      <a:pt x="7144" y="159"/>
                      <a:pt x="5715" y="1207"/>
                    </a:cubicBezTo>
                    <a:cubicBezTo>
                      <a:pt x="2953" y="3112"/>
                      <a:pt x="1238" y="6065"/>
                      <a:pt x="0" y="9113"/>
                    </a:cubicBezTo>
                    <a:cubicBezTo>
                      <a:pt x="6287" y="17400"/>
                      <a:pt x="13335" y="25115"/>
                      <a:pt x="20955" y="32354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615" name="Graphique 2">
              <a:extLst>
                <a:ext uri="{FF2B5EF4-FFF2-40B4-BE49-F238E27FC236}">
                  <a16:creationId xmlns:a16="http://schemas.microsoft.com/office/drawing/2014/main" id="{8F95CA05-3948-4643-A082-DC6356528C15}"/>
                </a:ext>
              </a:extLst>
            </p:cNvPr>
            <p:cNvGrpSpPr/>
            <p:nvPr/>
          </p:nvGrpSpPr>
          <p:grpSpPr>
            <a:xfrm>
              <a:off x="6756080" y="2138034"/>
              <a:ext cx="2557487" cy="2555736"/>
              <a:chOff x="6756080" y="2138034"/>
              <a:chExt cx="2557487" cy="2555736"/>
            </a:xfrm>
            <a:noFill/>
          </p:grpSpPr>
          <p:sp>
            <p:nvSpPr>
              <p:cNvPr id="15616" name="Forme libre : forme 15615">
                <a:extLst>
                  <a:ext uri="{FF2B5EF4-FFF2-40B4-BE49-F238E27FC236}">
                    <a16:creationId xmlns:a16="http://schemas.microsoft.com/office/drawing/2014/main" id="{0690E677-478C-4D16-A401-B32690B07863}"/>
                  </a:ext>
                </a:extLst>
              </p:cNvPr>
              <p:cNvSpPr/>
              <p:nvPr/>
            </p:nvSpPr>
            <p:spPr>
              <a:xfrm>
                <a:off x="8629945" y="4017358"/>
                <a:ext cx="413733" cy="402465"/>
              </a:xfrm>
              <a:custGeom>
                <a:avLst/>
                <a:gdLst>
                  <a:gd name="connsiteX0" fmla="*/ 389382 w 413733"/>
                  <a:gd name="connsiteY0" fmla="*/ 163163 h 402465"/>
                  <a:gd name="connsiteX1" fmla="*/ 246793 w 413733"/>
                  <a:gd name="connsiteY1" fmla="*/ 82868 h 402465"/>
                  <a:gd name="connsiteX2" fmla="*/ 79534 w 413733"/>
                  <a:gd name="connsiteY2" fmla="*/ 0 h 402465"/>
                  <a:gd name="connsiteX3" fmla="*/ 0 w 413733"/>
                  <a:gd name="connsiteY3" fmla="*/ 72009 h 402465"/>
                  <a:gd name="connsiteX4" fmla="*/ 82296 w 413733"/>
                  <a:gd name="connsiteY4" fmla="*/ 244031 h 402465"/>
                  <a:gd name="connsiteX5" fmla="*/ 159544 w 413733"/>
                  <a:gd name="connsiteY5" fmla="*/ 383667 h 402465"/>
                  <a:gd name="connsiteX6" fmla="*/ 159639 w 413733"/>
                  <a:gd name="connsiteY6" fmla="*/ 383572 h 402465"/>
                  <a:gd name="connsiteX7" fmla="*/ 162878 w 413733"/>
                  <a:gd name="connsiteY7" fmla="*/ 386144 h 402465"/>
                  <a:gd name="connsiteX8" fmla="*/ 170688 w 413733"/>
                  <a:gd name="connsiteY8" fmla="*/ 391192 h 402465"/>
                  <a:gd name="connsiteX9" fmla="*/ 172403 w 413733"/>
                  <a:gd name="connsiteY9" fmla="*/ 392049 h 402465"/>
                  <a:gd name="connsiteX10" fmla="*/ 179070 w 413733"/>
                  <a:gd name="connsiteY10" fmla="*/ 395383 h 402465"/>
                  <a:gd name="connsiteX11" fmla="*/ 180404 w 413733"/>
                  <a:gd name="connsiteY11" fmla="*/ 395954 h 402465"/>
                  <a:gd name="connsiteX12" fmla="*/ 188023 w 413733"/>
                  <a:gd name="connsiteY12" fmla="*/ 398717 h 402465"/>
                  <a:gd name="connsiteX13" fmla="*/ 188595 w 413733"/>
                  <a:gd name="connsiteY13" fmla="*/ 398907 h 402465"/>
                  <a:gd name="connsiteX14" fmla="*/ 277178 w 413733"/>
                  <a:gd name="connsiteY14" fmla="*/ 370237 h 402465"/>
                  <a:gd name="connsiteX15" fmla="*/ 278225 w 413733"/>
                  <a:gd name="connsiteY15" fmla="*/ 278606 h 402465"/>
                  <a:gd name="connsiteX16" fmla="*/ 284607 w 413733"/>
                  <a:gd name="connsiteY16" fmla="*/ 283750 h 402465"/>
                  <a:gd name="connsiteX17" fmla="*/ 292417 w 413733"/>
                  <a:gd name="connsiteY17" fmla="*/ 288798 h 402465"/>
                  <a:gd name="connsiteX18" fmla="*/ 294132 w 413733"/>
                  <a:gd name="connsiteY18" fmla="*/ 289655 h 402465"/>
                  <a:gd name="connsiteX19" fmla="*/ 300799 w 413733"/>
                  <a:gd name="connsiteY19" fmla="*/ 292989 h 402465"/>
                  <a:gd name="connsiteX20" fmla="*/ 302133 w 413733"/>
                  <a:gd name="connsiteY20" fmla="*/ 293561 h 402465"/>
                  <a:gd name="connsiteX21" fmla="*/ 309753 w 413733"/>
                  <a:gd name="connsiteY21" fmla="*/ 296323 h 402465"/>
                  <a:gd name="connsiteX22" fmla="*/ 310324 w 413733"/>
                  <a:gd name="connsiteY22" fmla="*/ 296513 h 402465"/>
                  <a:gd name="connsiteX23" fmla="*/ 398907 w 413733"/>
                  <a:gd name="connsiteY23" fmla="*/ 267843 h 402465"/>
                  <a:gd name="connsiteX24" fmla="*/ 389382 w 413733"/>
                  <a:gd name="connsiteY24" fmla="*/ 163163 h 402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13733" h="402465">
                    <a:moveTo>
                      <a:pt x="389382" y="163163"/>
                    </a:moveTo>
                    <a:cubicBezTo>
                      <a:pt x="381476" y="153829"/>
                      <a:pt x="340805" y="110681"/>
                      <a:pt x="246793" y="82868"/>
                    </a:cubicBezTo>
                    <a:cubicBezTo>
                      <a:pt x="151638" y="54674"/>
                      <a:pt x="123730" y="40767"/>
                      <a:pt x="79534" y="0"/>
                    </a:cubicBezTo>
                    <a:cubicBezTo>
                      <a:pt x="39433" y="2667"/>
                      <a:pt x="11621" y="35719"/>
                      <a:pt x="0" y="72009"/>
                    </a:cubicBezTo>
                    <a:cubicBezTo>
                      <a:pt x="42005" y="118967"/>
                      <a:pt x="55436" y="146209"/>
                      <a:pt x="82296" y="244031"/>
                    </a:cubicBezTo>
                    <a:cubicBezTo>
                      <a:pt x="111442" y="350330"/>
                      <a:pt x="159544" y="383667"/>
                      <a:pt x="159544" y="383667"/>
                    </a:cubicBezTo>
                    <a:lnTo>
                      <a:pt x="159639" y="383572"/>
                    </a:lnTo>
                    <a:cubicBezTo>
                      <a:pt x="160687" y="384429"/>
                      <a:pt x="161734" y="385382"/>
                      <a:pt x="162878" y="386144"/>
                    </a:cubicBezTo>
                    <a:cubicBezTo>
                      <a:pt x="165449" y="387953"/>
                      <a:pt x="168021" y="389668"/>
                      <a:pt x="170688" y="391192"/>
                    </a:cubicBezTo>
                    <a:cubicBezTo>
                      <a:pt x="171259" y="391478"/>
                      <a:pt x="171831" y="391763"/>
                      <a:pt x="172403" y="392049"/>
                    </a:cubicBezTo>
                    <a:cubicBezTo>
                      <a:pt x="174593" y="393287"/>
                      <a:pt x="176879" y="394335"/>
                      <a:pt x="179070" y="395383"/>
                    </a:cubicBezTo>
                    <a:cubicBezTo>
                      <a:pt x="179546" y="395573"/>
                      <a:pt x="179927" y="395764"/>
                      <a:pt x="180404" y="395954"/>
                    </a:cubicBezTo>
                    <a:cubicBezTo>
                      <a:pt x="182880" y="397002"/>
                      <a:pt x="185452" y="397955"/>
                      <a:pt x="188023" y="398717"/>
                    </a:cubicBezTo>
                    <a:cubicBezTo>
                      <a:pt x="188214" y="398812"/>
                      <a:pt x="188404" y="398812"/>
                      <a:pt x="188595" y="398907"/>
                    </a:cubicBezTo>
                    <a:cubicBezTo>
                      <a:pt x="220980" y="408623"/>
                      <a:pt x="256794" y="398240"/>
                      <a:pt x="277178" y="370237"/>
                    </a:cubicBezTo>
                    <a:cubicBezTo>
                      <a:pt x="297275" y="342710"/>
                      <a:pt x="296513" y="306229"/>
                      <a:pt x="278225" y="278606"/>
                    </a:cubicBezTo>
                    <a:cubicBezTo>
                      <a:pt x="280225" y="280416"/>
                      <a:pt x="282321" y="282131"/>
                      <a:pt x="284607" y="283750"/>
                    </a:cubicBezTo>
                    <a:cubicBezTo>
                      <a:pt x="287179" y="285560"/>
                      <a:pt x="289750" y="287274"/>
                      <a:pt x="292417" y="288798"/>
                    </a:cubicBezTo>
                    <a:cubicBezTo>
                      <a:pt x="292989" y="289084"/>
                      <a:pt x="293561" y="289370"/>
                      <a:pt x="294132" y="289655"/>
                    </a:cubicBezTo>
                    <a:cubicBezTo>
                      <a:pt x="296323" y="290894"/>
                      <a:pt x="298609" y="291941"/>
                      <a:pt x="300799" y="292989"/>
                    </a:cubicBezTo>
                    <a:cubicBezTo>
                      <a:pt x="301276" y="293180"/>
                      <a:pt x="301657" y="293370"/>
                      <a:pt x="302133" y="293561"/>
                    </a:cubicBezTo>
                    <a:cubicBezTo>
                      <a:pt x="304609" y="294608"/>
                      <a:pt x="307181" y="295561"/>
                      <a:pt x="309753" y="296323"/>
                    </a:cubicBezTo>
                    <a:cubicBezTo>
                      <a:pt x="309944" y="296418"/>
                      <a:pt x="310134" y="296418"/>
                      <a:pt x="310324" y="296513"/>
                    </a:cubicBezTo>
                    <a:cubicBezTo>
                      <a:pt x="342709" y="306229"/>
                      <a:pt x="378523" y="295846"/>
                      <a:pt x="398907" y="267843"/>
                    </a:cubicBezTo>
                    <a:cubicBezTo>
                      <a:pt x="422148" y="235553"/>
                      <a:pt x="417386" y="191357"/>
                      <a:pt x="389382" y="16316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17" name="Forme libre : forme 15616">
                <a:extLst>
                  <a:ext uri="{FF2B5EF4-FFF2-40B4-BE49-F238E27FC236}">
                    <a16:creationId xmlns:a16="http://schemas.microsoft.com/office/drawing/2014/main" id="{D5793432-9092-4719-A5AE-EA915ECC0A39}"/>
                  </a:ext>
                </a:extLst>
              </p:cNvPr>
              <p:cNvSpPr/>
              <p:nvPr/>
            </p:nvSpPr>
            <p:spPr>
              <a:xfrm>
                <a:off x="7058258" y="2421601"/>
                <a:ext cx="413733" cy="402465"/>
              </a:xfrm>
              <a:custGeom>
                <a:avLst/>
                <a:gdLst>
                  <a:gd name="connsiteX0" fmla="*/ 24351 w 413733"/>
                  <a:gd name="connsiteY0" fmla="*/ 239302 h 402465"/>
                  <a:gd name="connsiteX1" fmla="*/ 166940 w 413733"/>
                  <a:gd name="connsiteY1" fmla="*/ 319598 h 402465"/>
                  <a:gd name="connsiteX2" fmla="*/ 334199 w 413733"/>
                  <a:gd name="connsiteY2" fmla="*/ 402465 h 402465"/>
                  <a:gd name="connsiteX3" fmla="*/ 413733 w 413733"/>
                  <a:gd name="connsiteY3" fmla="*/ 330456 h 402465"/>
                  <a:gd name="connsiteX4" fmla="*/ 331437 w 413733"/>
                  <a:gd name="connsiteY4" fmla="*/ 158435 h 402465"/>
                  <a:gd name="connsiteX5" fmla="*/ 254189 w 413733"/>
                  <a:gd name="connsiteY5" fmla="*/ 18798 h 402465"/>
                  <a:gd name="connsiteX6" fmla="*/ 254094 w 413733"/>
                  <a:gd name="connsiteY6" fmla="*/ 18894 h 402465"/>
                  <a:gd name="connsiteX7" fmla="*/ 250856 w 413733"/>
                  <a:gd name="connsiteY7" fmla="*/ 16322 h 402465"/>
                  <a:gd name="connsiteX8" fmla="*/ 243045 w 413733"/>
                  <a:gd name="connsiteY8" fmla="*/ 11273 h 402465"/>
                  <a:gd name="connsiteX9" fmla="*/ 241331 w 413733"/>
                  <a:gd name="connsiteY9" fmla="*/ 10416 h 402465"/>
                  <a:gd name="connsiteX10" fmla="*/ 234663 w 413733"/>
                  <a:gd name="connsiteY10" fmla="*/ 7082 h 402465"/>
                  <a:gd name="connsiteX11" fmla="*/ 233329 w 413733"/>
                  <a:gd name="connsiteY11" fmla="*/ 6511 h 402465"/>
                  <a:gd name="connsiteX12" fmla="*/ 225710 w 413733"/>
                  <a:gd name="connsiteY12" fmla="*/ 3749 h 402465"/>
                  <a:gd name="connsiteX13" fmla="*/ 225138 w 413733"/>
                  <a:gd name="connsiteY13" fmla="*/ 3558 h 402465"/>
                  <a:gd name="connsiteX14" fmla="*/ 136556 w 413733"/>
                  <a:gd name="connsiteY14" fmla="*/ 32228 h 402465"/>
                  <a:gd name="connsiteX15" fmla="*/ 135508 w 413733"/>
                  <a:gd name="connsiteY15" fmla="*/ 123859 h 402465"/>
                  <a:gd name="connsiteX16" fmla="*/ 129126 w 413733"/>
                  <a:gd name="connsiteY16" fmla="*/ 118715 h 402465"/>
                  <a:gd name="connsiteX17" fmla="*/ 121316 w 413733"/>
                  <a:gd name="connsiteY17" fmla="*/ 113667 h 402465"/>
                  <a:gd name="connsiteX18" fmla="*/ 119601 w 413733"/>
                  <a:gd name="connsiteY18" fmla="*/ 112810 h 402465"/>
                  <a:gd name="connsiteX19" fmla="*/ 112933 w 413733"/>
                  <a:gd name="connsiteY19" fmla="*/ 109476 h 402465"/>
                  <a:gd name="connsiteX20" fmla="*/ 111600 w 413733"/>
                  <a:gd name="connsiteY20" fmla="*/ 108905 h 402465"/>
                  <a:gd name="connsiteX21" fmla="*/ 103980 w 413733"/>
                  <a:gd name="connsiteY21" fmla="*/ 106143 h 402465"/>
                  <a:gd name="connsiteX22" fmla="*/ 103408 w 413733"/>
                  <a:gd name="connsiteY22" fmla="*/ 105952 h 402465"/>
                  <a:gd name="connsiteX23" fmla="*/ 14826 w 413733"/>
                  <a:gd name="connsiteY23" fmla="*/ 134622 h 402465"/>
                  <a:gd name="connsiteX24" fmla="*/ 24351 w 413733"/>
                  <a:gd name="connsiteY24" fmla="*/ 239302 h 402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13733" h="402465">
                    <a:moveTo>
                      <a:pt x="24351" y="239302"/>
                    </a:moveTo>
                    <a:cubicBezTo>
                      <a:pt x="32257" y="248636"/>
                      <a:pt x="72929" y="291785"/>
                      <a:pt x="166940" y="319598"/>
                    </a:cubicBezTo>
                    <a:cubicBezTo>
                      <a:pt x="262095" y="347792"/>
                      <a:pt x="290003" y="361698"/>
                      <a:pt x="334199" y="402465"/>
                    </a:cubicBezTo>
                    <a:cubicBezTo>
                      <a:pt x="374300" y="399798"/>
                      <a:pt x="402113" y="366747"/>
                      <a:pt x="413733" y="330456"/>
                    </a:cubicBezTo>
                    <a:cubicBezTo>
                      <a:pt x="371728" y="283498"/>
                      <a:pt x="358298" y="256256"/>
                      <a:pt x="331437" y="158435"/>
                    </a:cubicBezTo>
                    <a:cubicBezTo>
                      <a:pt x="302291" y="52136"/>
                      <a:pt x="254189" y="18798"/>
                      <a:pt x="254189" y="18798"/>
                    </a:cubicBezTo>
                    <a:lnTo>
                      <a:pt x="254094" y="18894"/>
                    </a:lnTo>
                    <a:cubicBezTo>
                      <a:pt x="253046" y="18036"/>
                      <a:pt x="251999" y="17084"/>
                      <a:pt x="250856" y="16322"/>
                    </a:cubicBezTo>
                    <a:cubicBezTo>
                      <a:pt x="248284" y="14512"/>
                      <a:pt x="245712" y="12798"/>
                      <a:pt x="243045" y="11273"/>
                    </a:cubicBezTo>
                    <a:cubicBezTo>
                      <a:pt x="242474" y="10988"/>
                      <a:pt x="241902" y="10702"/>
                      <a:pt x="241331" y="10416"/>
                    </a:cubicBezTo>
                    <a:cubicBezTo>
                      <a:pt x="239140" y="9178"/>
                      <a:pt x="236854" y="8130"/>
                      <a:pt x="234663" y="7082"/>
                    </a:cubicBezTo>
                    <a:cubicBezTo>
                      <a:pt x="234187" y="6892"/>
                      <a:pt x="233806" y="6702"/>
                      <a:pt x="233329" y="6511"/>
                    </a:cubicBezTo>
                    <a:cubicBezTo>
                      <a:pt x="230853" y="5463"/>
                      <a:pt x="228281" y="4511"/>
                      <a:pt x="225710" y="3749"/>
                    </a:cubicBezTo>
                    <a:cubicBezTo>
                      <a:pt x="225519" y="3653"/>
                      <a:pt x="225329" y="3653"/>
                      <a:pt x="225138" y="3558"/>
                    </a:cubicBezTo>
                    <a:cubicBezTo>
                      <a:pt x="192753" y="-6157"/>
                      <a:pt x="156939" y="4225"/>
                      <a:pt x="136556" y="32228"/>
                    </a:cubicBezTo>
                    <a:cubicBezTo>
                      <a:pt x="116458" y="59756"/>
                      <a:pt x="117220" y="96236"/>
                      <a:pt x="135508" y="123859"/>
                    </a:cubicBezTo>
                    <a:cubicBezTo>
                      <a:pt x="133508" y="122049"/>
                      <a:pt x="131412" y="120335"/>
                      <a:pt x="129126" y="118715"/>
                    </a:cubicBezTo>
                    <a:cubicBezTo>
                      <a:pt x="126554" y="116906"/>
                      <a:pt x="123983" y="115191"/>
                      <a:pt x="121316" y="113667"/>
                    </a:cubicBezTo>
                    <a:cubicBezTo>
                      <a:pt x="120744" y="113381"/>
                      <a:pt x="120173" y="113096"/>
                      <a:pt x="119601" y="112810"/>
                    </a:cubicBezTo>
                    <a:cubicBezTo>
                      <a:pt x="117410" y="111572"/>
                      <a:pt x="115124" y="110524"/>
                      <a:pt x="112933" y="109476"/>
                    </a:cubicBezTo>
                    <a:cubicBezTo>
                      <a:pt x="112457" y="109286"/>
                      <a:pt x="112076" y="109095"/>
                      <a:pt x="111600" y="108905"/>
                    </a:cubicBezTo>
                    <a:cubicBezTo>
                      <a:pt x="109124" y="107857"/>
                      <a:pt x="106552" y="106905"/>
                      <a:pt x="103980" y="106143"/>
                    </a:cubicBezTo>
                    <a:cubicBezTo>
                      <a:pt x="103790" y="106047"/>
                      <a:pt x="103599" y="106047"/>
                      <a:pt x="103408" y="105952"/>
                    </a:cubicBezTo>
                    <a:cubicBezTo>
                      <a:pt x="71024" y="96236"/>
                      <a:pt x="35210" y="106619"/>
                      <a:pt x="14826" y="134622"/>
                    </a:cubicBezTo>
                    <a:cubicBezTo>
                      <a:pt x="-8415" y="166912"/>
                      <a:pt x="-3652" y="211108"/>
                      <a:pt x="24351" y="239302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18" name="Forme libre : forme 15617">
                <a:extLst>
                  <a:ext uri="{FF2B5EF4-FFF2-40B4-BE49-F238E27FC236}">
                    <a16:creationId xmlns:a16="http://schemas.microsoft.com/office/drawing/2014/main" id="{1C391690-28BC-40D4-913E-AD9BFD3FB74C}"/>
                  </a:ext>
                </a:extLst>
              </p:cNvPr>
              <p:cNvSpPr/>
              <p:nvPr/>
            </p:nvSpPr>
            <p:spPr>
              <a:xfrm>
                <a:off x="8879600" y="2924525"/>
                <a:ext cx="433966" cy="322847"/>
              </a:xfrm>
              <a:custGeom>
                <a:avLst/>
                <a:gdLst>
                  <a:gd name="connsiteX0" fmla="*/ 410047 w 433966"/>
                  <a:gd name="connsiteY0" fmla="*/ 291400 h 322847"/>
                  <a:gd name="connsiteX1" fmla="*/ 426049 w 433966"/>
                  <a:gd name="connsiteY1" fmla="*/ 199674 h 322847"/>
                  <a:gd name="connsiteX2" fmla="*/ 345467 w 433966"/>
                  <a:gd name="connsiteY2" fmla="*/ 155955 h 322847"/>
                  <a:gd name="connsiteX3" fmla="*/ 352992 w 433966"/>
                  <a:gd name="connsiteY3" fmla="*/ 152716 h 322847"/>
                  <a:gd name="connsiteX4" fmla="*/ 361088 w 433966"/>
                  <a:gd name="connsiteY4" fmla="*/ 148144 h 322847"/>
                  <a:gd name="connsiteX5" fmla="*/ 362612 w 433966"/>
                  <a:gd name="connsiteY5" fmla="*/ 147096 h 322847"/>
                  <a:gd name="connsiteX6" fmla="*/ 368708 w 433966"/>
                  <a:gd name="connsiteY6" fmla="*/ 142715 h 322847"/>
                  <a:gd name="connsiteX7" fmla="*/ 369851 w 433966"/>
                  <a:gd name="connsiteY7" fmla="*/ 141762 h 322847"/>
                  <a:gd name="connsiteX8" fmla="*/ 375852 w 433966"/>
                  <a:gd name="connsiteY8" fmla="*/ 136333 h 322847"/>
                  <a:gd name="connsiteX9" fmla="*/ 376328 w 433966"/>
                  <a:gd name="connsiteY9" fmla="*/ 135857 h 322847"/>
                  <a:gd name="connsiteX10" fmla="*/ 392330 w 433966"/>
                  <a:gd name="connsiteY10" fmla="*/ 44131 h 322847"/>
                  <a:gd name="connsiteX11" fmla="*/ 295461 w 433966"/>
                  <a:gd name="connsiteY11" fmla="*/ 3650 h 322847"/>
                  <a:gd name="connsiteX12" fmla="*/ 157920 w 433966"/>
                  <a:gd name="connsiteY12" fmla="*/ 92232 h 322847"/>
                  <a:gd name="connsiteX13" fmla="*/ 6568 w 433966"/>
                  <a:gd name="connsiteY13" fmla="*/ 201484 h 322847"/>
                  <a:gd name="connsiteX14" fmla="*/ 33142 w 433966"/>
                  <a:gd name="connsiteY14" fmla="*/ 305497 h 322847"/>
                  <a:gd name="connsiteX15" fmla="*/ 223738 w 433966"/>
                  <a:gd name="connsiteY15" fmla="*/ 313022 h 322847"/>
                  <a:gd name="connsiteX16" fmla="*/ 383281 w 433966"/>
                  <a:gd name="connsiteY16" fmla="*/ 309879 h 322847"/>
                  <a:gd name="connsiteX17" fmla="*/ 383281 w 433966"/>
                  <a:gd name="connsiteY17" fmla="*/ 309783 h 322847"/>
                  <a:gd name="connsiteX18" fmla="*/ 387092 w 433966"/>
                  <a:gd name="connsiteY18" fmla="*/ 308164 h 322847"/>
                  <a:gd name="connsiteX19" fmla="*/ 395188 w 433966"/>
                  <a:gd name="connsiteY19" fmla="*/ 303592 h 322847"/>
                  <a:gd name="connsiteX20" fmla="*/ 396807 w 433966"/>
                  <a:gd name="connsiteY20" fmla="*/ 302544 h 322847"/>
                  <a:gd name="connsiteX21" fmla="*/ 402808 w 433966"/>
                  <a:gd name="connsiteY21" fmla="*/ 298163 h 322847"/>
                  <a:gd name="connsiteX22" fmla="*/ 403951 w 433966"/>
                  <a:gd name="connsiteY22" fmla="*/ 297210 h 322847"/>
                  <a:gd name="connsiteX23" fmla="*/ 409951 w 433966"/>
                  <a:gd name="connsiteY23" fmla="*/ 291781 h 322847"/>
                  <a:gd name="connsiteX24" fmla="*/ 410047 w 433966"/>
                  <a:gd name="connsiteY24" fmla="*/ 291400 h 322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33966" h="322847">
                    <a:moveTo>
                      <a:pt x="410047" y="291400"/>
                    </a:moveTo>
                    <a:cubicBezTo>
                      <a:pt x="433764" y="267302"/>
                      <a:pt x="441289" y="230821"/>
                      <a:pt x="426049" y="199674"/>
                    </a:cubicBezTo>
                    <a:cubicBezTo>
                      <a:pt x="410999" y="169099"/>
                      <a:pt x="378424" y="152716"/>
                      <a:pt x="345467" y="155955"/>
                    </a:cubicBezTo>
                    <a:cubicBezTo>
                      <a:pt x="347944" y="155002"/>
                      <a:pt x="350516" y="153954"/>
                      <a:pt x="352992" y="152716"/>
                    </a:cubicBezTo>
                    <a:cubicBezTo>
                      <a:pt x="355850" y="151383"/>
                      <a:pt x="358517" y="149763"/>
                      <a:pt x="361088" y="148144"/>
                    </a:cubicBezTo>
                    <a:cubicBezTo>
                      <a:pt x="361660" y="147763"/>
                      <a:pt x="362136" y="147382"/>
                      <a:pt x="362612" y="147096"/>
                    </a:cubicBezTo>
                    <a:cubicBezTo>
                      <a:pt x="364708" y="145668"/>
                      <a:pt x="366708" y="144239"/>
                      <a:pt x="368708" y="142715"/>
                    </a:cubicBezTo>
                    <a:cubicBezTo>
                      <a:pt x="369089" y="142429"/>
                      <a:pt x="369470" y="142143"/>
                      <a:pt x="369851" y="141762"/>
                    </a:cubicBezTo>
                    <a:cubicBezTo>
                      <a:pt x="371947" y="140048"/>
                      <a:pt x="373947" y="138238"/>
                      <a:pt x="375852" y="136333"/>
                    </a:cubicBezTo>
                    <a:cubicBezTo>
                      <a:pt x="376042" y="136143"/>
                      <a:pt x="376138" y="136047"/>
                      <a:pt x="376328" y="135857"/>
                    </a:cubicBezTo>
                    <a:cubicBezTo>
                      <a:pt x="400045" y="111759"/>
                      <a:pt x="407570" y="75278"/>
                      <a:pt x="392330" y="44131"/>
                    </a:cubicBezTo>
                    <a:cubicBezTo>
                      <a:pt x="374804" y="8508"/>
                      <a:pt x="333466" y="-7875"/>
                      <a:pt x="295461" y="3650"/>
                    </a:cubicBezTo>
                    <a:cubicBezTo>
                      <a:pt x="283555" y="6317"/>
                      <a:pt x="226309" y="22128"/>
                      <a:pt x="157920" y="92232"/>
                    </a:cubicBezTo>
                    <a:cubicBezTo>
                      <a:pt x="88673" y="163194"/>
                      <a:pt x="63241" y="181386"/>
                      <a:pt x="6568" y="201484"/>
                    </a:cubicBezTo>
                    <a:cubicBezTo>
                      <a:pt x="-9815" y="238155"/>
                      <a:pt x="6472" y="278160"/>
                      <a:pt x="33142" y="305497"/>
                    </a:cubicBezTo>
                    <a:cubicBezTo>
                      <a:pt x="94293" y="290257"/>
                      <a:pt x="124583" y="291019"/>
                      <a:pt x="223738" y="313022"/>
                    </a:cubicBezTo>
                    <a:cubicBezTo>
                      <a:pt x="331370" y="336834"/>
                      <a:pt x="383281" y="309879"/>
                      <a:pt x="383281" y="309879"/>
                    </a:cubicBezTo>
                    <a:lnTo>
                      <a:pt x="383281" y="309783"/>
                    </a:lnTo>
                    <a:cubicBezTo>
                      <a:pt x="384520" y="309212"/>
                      <a:pt x="385853" y="308736"/>
                      <a:pt x="387092" y="308164"/>
                    </a:cubicBezTo>
                    <a:cubicBezTo>
                      <a:pt x="389949" y="306831"/>
                      <a:pt x="392616" y="305211"/>
                      <a:pt x="395188" y="303592"/>
                    </a:cubicBezTo>
                    <a:cubicBezTo>
                      <a:pt x="395759" y="303211"/>
                      <a:pt x="396235" y="302830"/>
                      <a:pt x="396807" y="302544"/>
                    </a:cubicBezTo>
                    <a:cubicBezTo>
                      <a:pt x="398902" y="301116"/>
                      <a:pt x="400903" y="299687"/>
                      <a:pt x="402808" y="298163"/>
                    </a:cubicBezTo>
                    <a:cubicBezTo>
                      <a:pt x="403189" y="297877"/>
                      <a:pt x="403570" y="297591"/>
                      <a:pt x="403951" y="297210"/>
                    </a:cubicBezTo>
                    <a:cubicBezTo>
                      <a:pt x="406046" y="295496"/>
                      <a:pt x="408046" y="293686"/>
                      <a:pt x="409951" y="291781"/>
                    </a:cubicBezTo>
                    <a:cubicBezTo>
                      <a:pt x="409761" y="291686"/>
                      <a:pt x="409856" y="291495"/>
                      <a:pt x="410047" y="29140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19" name="Forme libre : forme 15618">
                <a:extLst>
                  <a:ext uri="{FF2B5EF4-FFF2-40B4-BE49-F238E27FC236}">
                    <a16:creationId xmlns:a16="http://schemas.microsoft.com/office/drawing/2014/main" id="{210C915E-1360-4914-8A84-7B1E551EE899}"/>
                  </a:ext>
                </a:extLst>
              </p:cNvPr>
              <p:cNvSpPr/>
              <p:nvPr/>
            </p:nvSpPr>
            <p:spPr>
              <a:xfrm>
                <a:off x="6756080" y="3548428"/>
                <a:ext cx="433966" cy="322942"/>
              </a:xfrm>
              <a:custGeom>
                <a:avLst/>
                <a:gdLst>
                  <a:gd name="connsiteX0" fmla="*/ 210515 w 433966"/>
                  <a:gd name="connsiteY0" fmla="*/ 9826 h 322942"/>
                  <a:gd name="connsiteX1" fmla="*/ 50971 w 433966"/>
                  <a:gd name="connsiteY1" fmla="*/ 12969 h 322942"/>
                  <a:gd name="connsiteX2" fmla="*/ 50971 w 433966"/>
                  <a:gd name="connsiteY2" fmla="*/ 13064 h 322942"/>
                  <a:gd name="connsiteX3" fmla="*/ 47161 w 433966"/>
                  <a:gd name="connsiteY3" fmla="*/ 14683 h 322942"/>
                  <a:gd name="connsiteX4" fmla="*/ 39065 w 433966"/>
                  <a:gd name="connsiteY4" fmla="*/ 19255 h 322942"/>
                  <a:gd name="connsiteX5" fmla="*/ 37541 w 433966"/>
                  <a:gd name="connsiteY5" fmla="*/ 20303 h 322942"/>
                  <a:gd name="connsiteX6" fmla="*/ 31445 w 433966"/>
                  <a:gd name="connsiteY6" fmla="*/ 24685 h 322942"/>
                  <a:gd name="connsiteX7" fmla="*/ 30397 w 433966"/>
                  <a:gd name="connsiteY7" fmla="*/ 25637 h 322942"/>
                  <a:gd name="connsiteX8" fmla="*/ 24396 w 433966"/>
                  <a:gd name="connsiteY8" fmla="*/ 31066 h 322942"/>
                  <a:gd name="connsiteX9" fmla="*/ 23920 w 433966"/>
                  <a:gd name="connsiteY9" fmla="*/ 31543 h 322942"/>
                  <a:gd name="connsiteX10" fmla="*/ 7918 w 433966"/>
                  <a:gd name="connsiteY10" fmla="*/ 123268 h 322942"/>
                  <a:gd name="connsiteX11" fmla="*/ 88500 w 433966"/>
                  <a:gd name="connsiteY11" fmla="*/ 166988 h 322942"/>
                  <a:gd name="connsiteX12" fmla="*/ 80975 w 433966"/>
                  <a:gd name="connsiteY12" fmla="*/ 170227 h 322942"/>
                  <a:gd name="connsiteX13" fmla="*/ 72879 w 433966"/>
                  <a:gd name="connsiteY13" fmla="*/ 174799 h 322942"/>
                  <a:gd name="connsiteX14" fmla="*/ 71355 w 433966"/>
                  <a:gd name="connsiteY14" fmla="*/ 175846 h 322942"/>
                  <a:gd name="connsiteX15" fmla="*/ 65259 w 433966"/>
                  <a:gd name="connsiteY15" fmla="*/ 180228 h 322942"/>
                  <a:gd name="connsiteX16" fmla="*/ 64116 w 433966"/>
                  <a:gd name="connsiteY16" fmla="*/ 181180 h 322942"/>
                  <a:gd name="connsiteX17" fmla="*/ 58115 w 433966"/>
                  <a:gd name="connsiteY17" fmla="*/ 186610 h 322942"/>
                  <a:gd name="connsiteX18" fmla="*/ 57639 w 433966"/>
                  <a:gd name="connsiteY18" fmla="*/ 187086 h 322942"/>
                  <a:gd name="connsiteX19" fmla="*/ 41637 w 433966"/>
                  <a:gd name="connsiteY19" fmla="*/ 278812 h 322942"/>
                  <a:gd name="connsiteX20" fmla="*/ 138506 w 433966"/>
                  <a:gd name="connsiteY20" fmla="*/ 319293 h 322942"/>
                  <a:gd name="connsiteX21" fmla="*/ 276047 w 433966"/>
                  <a:gd name="connsiteY21" fmla="*/ 230710 h 322942"/>
                  <a:gd name="connsiteX22" fmla="*/ 427399 w 433966"/>
                  <a:gd name="connsiteY22" fmla="*/ 121459 h 322942"/>
                  <a:gd name="connsiteX23" fmla="*/ 400824 w 433966"/>
                  <a:gd name="connsiteY23" fmla="*/ 17446 h 322942"/>
                  <a:gd name="connsiteX24" fmla="*/ 210515 w 433966"/>
                  <a:gd name="connsiteY24" fmla="*/ 9826 h 32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33966" h="322942">
                    <a:moveTo>
                      <a:pt x="210515" y="9826"/>
                    </a:moveTo>
                    <a:cubicBezTo>
                      <a:pt x="102882" y="-13987"/>
                      <a:pt x="50971" y="12969"/>
                      <a:pt x="50971" y="12969"/>
                    </a:cubicBezTo>
                    <a:lnTo>
                      <a:pt x="50971" y="13064"/>
                    </a:lnTo>
                    <a:cubicBezTo>
                      <a:pt x="49733" y="13636"/>
                      <a:pt x="48399" y="14112"/>
                      <a:pt x="47161" y="14683"/>
                    </a:cubicBezTo>
                    <a:cubicBezTo>
                      <a:pt x="44304" y="16017"/>
                      <a:pt x="41637" y="17636"/>
                      <a:pt x="39065" y="19255"/>
                    </a:cubicBezTo>
                    <a:cubicBezTo>
                      <a:pt x="38493" y="19636"/>
                      <a:pt x="38017" y="20018"/>
                      <a:pt x="37541" y="20303"/>
                    </a:cubicBezTo>
                    <a:cubicBezTo>
                      <a:pt x="35445" y="21732"/>
                      <a:pt x="33445" y="23161"/>
                      <a:pt x="31445" y="24685"/>
                    </a:cubicBezTo>
                    <a:cubicBezTo>
                      <a:pt x="31064" y="24970"/>
                      <a:pt x="30683" y="25256"/>
                      <a:pt x="30397" y="25637"/>
                    </a:cubicBezTo>
                    <a:cubicBezTo>
                      <a:pt x="28302" y="27352"/>
                      <a:pt x="26301" y="29161"/>
                      <a:pt x="24396" y="31066"/>
                    </a:cubicBezTo>
                    <a:cubicBezTo>
                      <a:pt x="24206" y="31257"/>
                      <a:pt x="24111" y="31352"/>
                      <a:pt x="23920" y="31543"/>
                    </a:cubicBezTo>
                    <a:cubicBezTo>
                      <a:pt x="203" y="55641"/>
                      <a:pt x="-7322" y="92122"/>
                      <a:pt x="7918" y="123268"/>
                    </a:cubicBezTo>
                    <a:cubicBezTo>
                      <a:pt x="22968" y="153844"/>
                      <a:pt x="55543" y="170227"/>
                      <a:pt x="88500" y="166988"/>
                    </a:cubicBezTo>
                    <a:cubicBezTo>
                      <a:pt x="86023" y="167941"/>
                      <a:pt x="83451" y="168988"/>
                      <a:pt x="80975" y="170227"/>
                    </a:cubicBezTo>
                    <a:cubicBezTo>
                      <a:pt x="78117" y="171560"/>
                      <a:pt x="75450" y="173179"/>
                      <a:pt x="72879" y="174799"/>
                    </a:cubicBezTo>
                    <a:cubicBezTo>
                      <a:pt x="72307" y="175180"/>
                      <a:pt x="71831" y="175561"/>
                      <a:pt x="71355" y="175846"/>
                    </a:cubicBezTo>
                    <a:cubicBezTo>
                      <a:pt x="69259" y="177275"/>
                      <a:pt x="67259" y="178704"/>
                      <a:pt x="65259" y="180228"/>
                    </a:cubicBezTo>
                    <a:cubicBezTo>
                      <a:pt x="64878" y="180514"/>
                      <a:pt x="64497" y="180799"/>
                      <a:pt x="64116" y="181180"/>
                    </a:cubicBezTo>
                    <a:cubicBezTo>
                      <a:pt x="62020" y="182895"/>
                      <a:pt x="60020" y="184705"/>
                      <a:pt x="58115" y="186610"/>
                    </a:cubicBezTo>
                    <a:cubicBezTo>
                      <a:pt x="57924" y="186800"/>
                      <a:pt x="57829" y="186895"/>
                      <a:pt x="57639" y="187086"/>
                    </a:cubicBezTo>
                    <a:cubicBezTo>
                      <a:pt x="33921" y="211184"/>
                      <a:pt x="26397" y="247665"/>
                      <a:pt x="41637" y="278812"/>
                    </a:cubicBezTo>
                    <a:cubicBezTo>
                      <a:pt x="59163" y="314435"/>
                      <a:pt x="100501" y="330818"/>
                      <a:pt x="138506" y="319293"/>
                    </a:cubicBezTo>
                    <a:cubicBezTo>
                      <a:pt x="150412" y="316626"/>
                      <a:pt x="207657" y="300814"/>
                      <a:pt x="276047" y="230710"/>
                    </a:cubicBezTo>
                    <a:cubicBezTo>
                      <a:pt x="345294" y="159749"/>
                      <a:pt x="370726" y="141556"/>
                      <a:pt x="427399" y="121459"/>
                    </a:cubicBezTo>
                    <a:cubicBezTo>
                      <a:pt x="443782" y="84787"/>
                      <a:pt x="427494" y="44782"/>
                      <a:pt x="400824" y="17446"/>
                    </a:cubicBezTo>
                    <a:cubicBezTo>
                      <a:pt x="339960" y="32590"/>
                      <a:pt x="309575" y="31828"/>
                      <a:pt x="210515" y="982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20" name="Forme libre : forme 15619">
                <a:extLst>
                  <a:ext uri="{FF2B5EF4-FFF2-40B4-BE49-F238E27FC236}">
                    <a16:creationId xmlns:a16="http://schemas.microsoft.com/office/drawing/2014/main" id="{FEC169E7-A63C-4A76-A432-D40EA1EB600D}"/>
                  </a:ext>
                </a:extLst>
              </p:cNvPr>
              <p:cNvSpPr/>
              <p:nvPr/>
            </p:nvSpPr>
            <p:spPr>
              <a:xfrm>
                <a:off x="8198449" y="2138034"/>
                <a:ext cx="316945" cy="446308"/>
              </a:xfrm>
              <a:custGeom>
                <a:avLst/>
                <a:gdLst>
                  <a:gd name="connsiteX0" fmla="*/ 13063 w 316945"/>
                  <a:gd name="connsiteY0" fmla="*/ 225403 h 446308"/>
                  <a:gd name="connsiteX1" fmla="*/ 27636 w 316945"/>
                  <a:gd name="connsiteY1" fmla="*/ 411522 h 446308"/>
                  <a:gd name="connsiteX2" fmla="*/ 130220 w 316945"/>
                  <a:gd name="connsiteY2" fmla="*/ 442954 h 446308"/>
                  <a:gd name="connsiteX3" fmla="*/ 235852 w 316945"/>
                  <a:gd name="connsiteY3" fmla="*/ 284077 h 446308"/>
                  <a:gd name="connsiteX4" fmla="*/ 316243 w 316945"/>
                  <a:gd name="connsiteY4" fmla="*/ 146251 h 446308"/>
                  <a:gd name="connsiteX5" fmla="*/ 316053 w 316945"/>
                  <a:gd name="connsiteY5" fmla="*/ 146251 h 446308"/>
                  <a:gd name="connsiteX6" fmla="*/ 316625 w 316945"/>
                  <a:gd name="connsiteY6" fmla="*/ 142155 h 446308"/>
                  <a:gd name="connsiteX7" fmla="*/ 316910 w 316945"/>
                  <a:gd name="connsiteY7" fmla="*/ 132915 h 446308"/>
                  <a:gd name="connsiteX8" fmla="*/ 316815 w 316945"/>
                  <a:gd name="connsiteY8" fmla="*/ 131010 h 446308"/>
                  <a:gd name="connsiteX9" fmla="*/ 316243 w 316945"/>
                  <a:gd name="connsiteY9" fmla="*/ 123581 h 446308"/>
                  <a:gd name="connsiteX10" fmla="*/ 316053 w 316945"/>
                  <a:gd name="connsiteY10" fmla="*/ 122152 h 446308"/>
                  <a:gd name="connsiteX11" fmla="*/ 314529 w 316945"/>
                  <a:gd name="connsiteY11" fmla="*/ 114246 h 446308"/>
                  <a:gd name="connsiteX12" fmla="*/ 314338 w 316945"/>
                  <a:gd name="connsiteY12" fmla="*/ 113580 h 446308"/>
                  <a:gd name="connsiteX13" fmla="*/ 244330 w 316945"/>
                  <a:gd name="connsiteY13" fmla="*/ 52239 h 446308"/>
                  <a:gd name="connsiteX14" fmla="*/ 165082 w 316945"/>
                  <a:gd name="connsiteY14" fmla="*/ 98244 h 446308"/>
                  <a:gd name="connsiteX15" fmla="*/ 166225 w 316945"/>
                  <a:gd name="connsiteY15" fmla="*/ 90148 h 446308"/>
                  <a:gd name="connsiteX16" fmla="*/ 166510 w 316945"/>
                  <a:gd name="connsiteY16" fmla="*/ 80909 h 446308"/>
                  <a:gd name="connsiteX17" fmla="*/ 166415 w 316945"/>
                  <a:gd name="connsiteY17" fmla="*/ 79004 h 446308"/>
                  <a:gd name="connsiteX18" fmla="*/ 165844 w 316945"/>
                  <a:gd name="connsiteY18" fmla="*/ 71574 h 446308"/>
                  <a:gd name="connsiteX19" fmla="*/ 165653 w 316945"/>
                  <a:gd name="connsiteY19" fmla="*/ 70146 h 446308"/>
                  <a:gd name="connsiteX20" fmla="*/ 164129 w 316945"/>
                  <a:gd name="connsiteY20" fmla="*/ 62240 h 446308"/>
                  <a:gd name="connsiteX21" fmla="*/ 163939 w 316945"/>
                  <a:gd name="connsiteY21" fmla="*/ 61668 h 446308"/>
                  <a:gd name="connsiteX22" fmla="*/ 93930 w 316945"/>
                  <a:gd name="connsiteY22" fmla="*/ 327 h 446308"/>
                  <a:gd name="connsiteX23" fmla="*/ 8967 w 316945"/>
                  <a:gd name="connsiteY23" fmla="*/ 61954 h 446308"/>
                  <a:gd name="connsiteX24" fmla="*/ 13063 w 316945"/>
                  <a:gd name="connsiteY24" fmla="*/ 225403 h 446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16945" h="446308">
                    <a:moveTo>
                      <a:pt x="13063" y="225403"/>
                    </a:moveTo>
                    <a:cubicBezTo>
                      <a:pt x="37637" y="321510"/>
                      <a:pt x="39923" y="352657"/>
                      <a:pt x="27636" y="411522"/>
                    </a:cubicBezTo>
                    <a:cubicBezTo>
                      <a:pt x="50496" y="444573"/>
                      <a:pt x="93073" y="451527"/>
                      <a:pt x="130220" y="442954"/>
                    </a:cubicBezTo>
                    <a:cubicBezTo>
                      <a:pt x="148985" y="382756"/>
                      <a:pt x="165463" y="357324"/>
                      <a:pt x="235852" y="284077"/>
                    </a:cubicBezTo>
                    <a:cubicBezTo>
                      <a:pt x="312243" y="204543"/>
                      <a:pt x="316243" y="146251"/>
                      <a:pt x="316243" y="146251"/>
                    </a:cubicBezTo>
                    <a:lnTo>
                      <a:pt x="316053" y="146251"/>
                    </a:lnTo>
                    <a:cubicBezTo>
                      <a:pt x="316243" y="144917"/>
                      <a:pt x="316529" y="143583"/>
                      <a:pt x="316625" y="142155"/>
                    </a:cubicBezTo>
                    <a:cubicBezTo>
                      <a:pt x="316910" y="139011"/>
                      <a:pt x="317005" y="135963"/>
                      <a:pt x="316910" y="132915"/>
                    </a:cubicBezTo>
                    <a:cubicBezTo>
                      <a:pt x="316910" y="132249"/>
                      <a:pt x="316815" y="131677"/>
                      <a:pt x="316815" y="131010"/>
                    </a:cubicBezTo>
                    <a:cubicBezTo>
                      <a:pt x="316720" y="128534"/>
                      <a:pt x="316529" y="126057"/>
                      <a:pt x="316243" y="123581"/>
                    </a:cubicBezTo>
                    <a:cubicBezTo>
                      <a:pt x="316148" y="123105"/>
                      <a:pt x="316053" y="122628"/>
                      <a:pt x="316053" y="122152"/>
                    </a:cubicBezTo>
                    <a:cubicBezTo>
                      <a:pt x="315672" y="119485"/>
                      <a:pt x="315196" y="116818"/>
                      <a:pt x="314529" y="114246"/>
                    </a:cubicBezTo>
                    <a:cubicBezTo>
                      <a:pt x="314434" y="114056"/>
                      <a:pt x="314434" y="113865"/>
                      <a:pt x="314338" y="113580"/>
                    </a:cubicBezTo>
                    <a:cubicBezTo>
                      <a:pt x="306147" y="80814"/>
                      <a:pt x="278905" y="55382"/>
                      <a:pt x="244330" y="52239"/>
                    </a:cubicBezTo>
                    <a:cubicBezTo>
                      <a:pt x="210421" y="49095"/>
                      <a:pt x="179465" y="68431"/>
                      <a:pt x="165082" y="98244"/>
                    </a:cubicBezTo>
                    <a:cubicBezTo>
                      <a:pt x="165558" y="95577"/>
                      <a:pt x="165939" y="92910"/>
                      <a:pt x="166225" y="90148"/>
                    </a:cubicBezTo>
                    <a:cubicBezTo>
                      <a:pt x="166510" y="87005"/>
                      <a:pt x="166606" y="83957"/>
                      <a:pt x="166510" y="80909"/>
                    </a:cubicBezTo>
                    <a:cubicBezTo>
                      <a:pt x="166510" y="80242"/>
                      <a:pt x="166415" y="79671"/>
                      <a:pt x="166415" y="79004"/>
                    </a:cubicBezTo>
                    <a:cubicBezTo>
                      <a:pt x="166320" y="76527"/>
                      <a:pt x="166129" y="73956"/>
                      <a:pt x="165844" y="71574"/>
                    </a:cubicBezTo>
                    <a:cubicBezTo>
                      <a:pt x="165749" y="71098"/>
                      <a:pt x="165653" y="70622"/>
                      <a:pt x="165653" y="70146"/>
                    </a:cubicBezTo>
                    <a:cubicBezTo>
                      <a:pt x="165272" y="67479"/>
                      <a:pt x="164796" y="64812"/>
                      <a:pt x="164129" y="62240"/>
                    </a:cubicBezTo>
                    <a:cubicBezTo>
                      <a:pt x="164034" y="62049"/>
                      <a:pt x="164034" y="61859"/>
                      <a:pt x="163939" y="61668"/>
                    </a:cubicBezTo>
                    <a:cubicBezTo>
                      <a:pt x="155747" y="28902"/>
                      <a:pt x="128506" y="3471"/>
                      <a:pt x="93930" y="327"/>
                    </a:cubicBezTo>
                    <a:cubicBezTo>
                      <a:pt x="54401" y="-3292"/>
                      <a:pt x="18873" y="23473"/>
                      <a:pt x="8967" y="61954"/>
                    </a:cubicBezTo>
                    <a:cubicBezTo>
                      <a:pt x="5062" y="73384"/>
                      <a:pt x="-11226" y="130439"/>
                      <a:pt x="13063" y="22540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21" name="Forme libre : forme 15620">
                <a:extLst>
                  <a:ext uri="{FF2B5EF4-FFF2-40B4-BE49-F238E27FC236}">
                    <a16:creationId xmlns:a16="http://schemas.microsoft.com/office/drawing/2014/main" id="{A1B2F522-1305-4085-A8AB-60084A25B2BE}"/>
                  </a:ext>
                </a:extLst>
              </p:cNvPr>
              <p:cNvSpPr/>
              <p:nvPr/>
            </p:nvSpPr>
            <p:spPr>
              <a:xfrm>
                <a:off x="7228977" y="3833621"/>
                <a:ext cx="332358" cy="341441"/>
              </a:xfrm>
              <a:custGeom>
                <a:avLst/>
                <a:gdLst>
                  <a:gd name="connsiteX0" fmla="*/ 329120 w 332358"/>
                  <a:gd name="connsiteY0" fmla="*/ 123730 h 341441"/>
                  <a:gd name="connsiteX1" fmla="*/ 329120 w 332358"/>
                  <a:gd name="connsiteY1" fmla="*/ 123730 h 341441"/>
                  <a:gd name="connsiteX2" fmla="*/ 327120 w 332358"/>
                  <a:gd name="connsiteY2" fmla="*/ 117919 h 341441"/>
                  <a:gd name="connsiteX3" fmla="*/ 327024 w 332358"/>
                  <a:gd name="connsiteY3" fmla="*/ 118015 h 341441"/>
                  <a:gd name="connsiteX4" fmla="*/ 322738 w 332358"/>
                  <a:gd name="connsiteY4" fmla="*/ 107537 h 341441"/>
                  <a:gd name="connsiteX5" fmla="*/ 322833 w 332358"/>
                  <a:gd name="connsiteY5" fmla="*/ 107347 h 341441"/>
                  <a:gd name="connsiteX6" fmla="*/ 321500 w 332358"/>
                  <a:gd name="connsiteY6" fmla="*/ 104489 h 341441"/>
                  <a:gd name="connsiteX7" fmla="*/ 321405 w 332358"/>
                  <a:gd name="connsiteY7" fmla="*/ 104680 h 341441"/>
                  <a:gd name="connsiteX8" fmla="*/ 314642 w 332358"/>
                  <a:gd name="connsiteY8" fmla="*/ 92012 h 341441"/>
                  <a:gd name="connsiteX9" fmla="*/ 314642 w 332358"/>
                  <a:gd name="connsiteY9" fmla="*/ 91821 h 341441"/>
                  <a:gd name="connsiteX10" fmla="*/ 313689 w 332358"/>
                  <a:gd name="connsiteY10" fmla="*/ 90297 h 341441"/>
                  <a:gd name="connsiteX11" fmla="*/ 313404 w 332358"/>
                  <a:gd name="connsiteY11" fmla="*/ 89821 h 341441"/>
                  <a:gd name="connsiteX12" fmla="*/ 307212 w 332358"/>
                  <a:gd name="connsiteY12" fmla="*/ 80486 h 341441"/>
                  <a:gd name="connsiteX13" fmla="*/ 306069 w 332358"/>
                  <a:gd name="connsiteY13" fmla="*/ 78962 h 341441"/>
                  <a:gd name="connsiteX14" fmla="*/ 303879 w 332358"/>
                  <a:gd name="connsiteY14" fmla="*/ 75914 h 341441"/>
                  <a:gd name="connsiteX15" fmla="*/ 303974 w 332358"/>
                  <a:gd name="connsiteY15" fmla="*/ 75819 h 341441"/>
                  <a:gd name="connsiteX16" fmla="*/ 302831 w 332358"/>
                  <a:gd name="connsiteY16" fmla="*/ 74390 h 341441"/>
                  <a:gd name="connsiteX17" fmla="*/ 300164 w 332358"/>
                  <a:gd name="connsiteY17" fmla="*/ 71056 h 341441"/>
                  <a:gd name="connsiteX18" fmla="*/ 298449 w 332358"/>
                  <a:gd name="connsiteY18" fmla="*/ 69056 h 341441"/>
                  <a:gd name="connsiteX19" fmla="*/ 294639 w 332358"/>
                  <a:gd name="connsiteY19" fmla="*/ 64579 h 341441"/>
                  <a:gd name="connsiteX20" fmla="*/ 291972 w 332358"/>
                  <a:gd name="connsiteY20" fmla="*/ 61817 h 341441"/>
                  <a:gd name="connsiteX21" fmla="*/ 290163 w 332358"/>
                  <a:gd name="connsiteY21" fmla="*/ 59912 h 341441"/>
                  <a:gd name="connsiteX22" fmla="*/ 284829 w 332358"/>
                  <a:gd name="connsiteY22" fmla="*/ 54578 h 341441"/>
                  <a:gd name="connsiteX23" fmla="*/ 282828 w 332358"/>
                  <a:gd name="connsiteY23" fmla="*/ 52578 h 341441"/>
                  <a:gd name="connsiteX24" fmla="*/ 282828 w 332358"/>
                  <a:gd name="connsiteY24" fmla="*/ 52673 h 341441"/>
                  <a:gd name="connsiteX25" fmla="*/ 281400 w 332358"/>
                  <a:gd name="connsiteY25" fmla="*/ 51340 h 341441"/>
                  <a:gd name="connsiteX26" fmla="*/ 274732 w 332358"/>
                  <a:gd name="connsiteY26" fmla="*/ 45434 h 341441"/>
                  <a:gd name="connsiteX27" fmla="*/ 272256 w 332358"/>
                  <a:gd name="connsiteY27" fmla="*/ 43339 h 341441"/>
                  <a:gd name="connsiteX28" fmla="*/ 265112 w 332358"/>
                  <a:gd name="connsiteY28" fmla="*/ 37719 h 341441"/>
                  <a:gd name="connsiteX29" fmla="*/ 262635 w 332358"/>
                  <a:gd name="connsiteY29" fmla="*/ 35814 h 341441"/>
                  <a:gd name="connsiteX30" fmla="*/ 254730 w 332358"/>
                  <a:gd name="connsiteY30" fmla="*/ 30194 h 341441"/>
                  <a:gd name="connsiteX31" fmla="*/ 252634 w 332358"/>
                  <a:gd name="connsiteY31" fmla="*/ 28765 h 341441"/>
                  <a:gd name="connsiteX32" fmla="*/ 251301 w 332358"/>
                  <a:gd name="connsiteY32" fmla="*/ 27813 h 341441"/>
                  <a:gd name="connsiteX33" fmla="*/ 251205 w 332358"/>
                  <a:gd name="connsiteY33" fmla="*/ 27813 h 341441"/>
                  <a:gd name="connsiteX34" fmla="*/ 237013 w 332358"/>
                  <a:gd name="connsiteY34" fmla="*/ 19145 h 341441"/>
                  <a:gd name="connsiteX35" fmla="*/ 237108 w 332358"/>
                  <a:gd name="connsiteY35" fmla="*/ 19145 h 341441"/>
                  <a:gd name="connsiteX36" fmla="*/ 230155 w 332358"/>
                  <a:gd name="connsiteY36" fmla="*/ 15335 h 341441"/>
                  <a:gd name="connsiteX37" fmla="*/ 230060 w 332358"/>
                  <a:gd name="connsiteY37" fmla="*/ 15335 h 341441"/>
                  <a:gd name="connsiteX38" fmla="*/ 221583 w 332358"/>
                  <a:gd name="connsiteY38" fmla="*/ 11049 h 341441"/>
                  <a:gd name="connsiteX39" fmla="*/ 221678 w 332358"/>
                  <a:gd name="connsiteY39" fmla="*/ 11049 h 341441"/>
                  <a:gd name="connsiteX40" fmla="*/ 220059 w 332358"/>
                  <a:gd name="connsiteY40" fmla="*/ 10287 h 341441"/>
                  <a:gd name="connsiteX41" fmla="*/ 207295 w 332358"/>
                  <a:gd name="connsiteY41" fmla="*/ 4572 h 341441"/>
                  <a:gd name="connsiteX42" fmla="*/ 206724 w 332358"/>
                  <a:gd name="connsiteY42" fmla="*/ 4286 h 341441"/>
                  <a:gd name="connsiteX43" fmla="*/ 206724 w 332358"/>
                  <a:gd name="connsiteY43" fmla="*/ 4286 h 341441"/>
                  <a:gd name="connsiteX44" fmla="*/ 196056 w 332358"/>
                  <a:gd name="connsiteY44" fmla="*/ 0 h 341441"/>
                  <a:gd name="connsiteX45" fmla="*/ 159670 w 332358"/>
                  <a:gd name="connsiteY45" fmla="*/ 10001 h 341441"/>
                  <a:gd name="connsiteX46" fmla="*/ 19272 w 332358"/>
                  <a:gd name="connsiteY46" fmla="*/ 85725 h 341441"/>
                  <a:gd name="connsiteX47" fmla="*/ 19367 w 332358"/>
                  <a:gd name="connsiteY47" fmla="*/ 85820 h 341441"/>
                  <a:gd name="connsiteX48" fmla="*/ 16795 w 332358"/>
                  <a:gd name="connsiteY48" fmla="*/ 88963 h 341441"/>
                  <a:gd name="connsiteX49" fmla="*/ 16795 w 332358"/>
                  <a:gd name="connsiteY49" fmla="*/ 88963 h 341441"/>
                  <a:gd name="connsiteX50" fmla="*/ 11747 w 332358"/>
                  <a:gd name="connsiteY50" fmla="*/ 96679 h 341441"/>
                  <a:gd name="connsiteX51" fmla="*/ 10794 w 332358"/>
                  <a:gd name="connsiteY51" fmla="*/ 98393 h 341441"/>
                  <a:gd name="connsiteX52" fmla="*/ 7461 w 332358"/>
                  <a:gd name="connsiteY52" fmla="*/ 105061 h 341441"/>
                  <a:gd name="connsiteX53" fmla="*/ 6889 w 332358"/>
                  <a:gd name="connsiteY53" fmla="*/ 106394 h 341441"/>
                  <a:gd name="connsiteX54" fmla="*/ 4032 w 332358"/>
                  <a:gd name="connsiteY54" fmla="*/ 113919 h 341441"/>
                  <a:gd name="connsiteX55" fmla="*/ 3841 w 332358"/>
                  <a:gd name="connsiteY55" fmla="*/ 114490 h 341441"/>
                  <a:gd name="connsiteX56" fmla="*/ 31559 w 332358"/>
                  <a:gd name="connsiteY56" fmla="*/ 203359 h 341441"/>
                  <a:gd name="connsiteX57" fmla="*/ 123189 w 332358"/>
                  <a:gd name="connsiteY57" fmla="*/ 205359 h 341441"/>
                  <a:gd name="connsiteX58" fmla="*/ 118046 w 332358"/>
                  <a:gd name="connsiteY58" fmla="*/ 211646 h 341441"/>
                  <a:gd name="connsiteX59" fmla="*/ 112902 w 332358"/>
                  <a:gd name="connsiteY59" fmla="*/ 219361 h 341441"/>
                  <a:gd name="connsiteX60" fmla="*/ 112045 w 332358"/>
                  <a:gd name="connsiteY60" fmla="*/ 221075 h 341441"/>
                  <a:gd name="connsiteX61" fmla="*/ 108711 w 332358"/>
                  <a:gd name="connsiteY61" fmla="*/ 227743 h 341441"/>
                  <a:gd name="connsiteX62" fmla="*/ 108140 w 332358"/>
                  <a:gd name="connsiteY62" fmla="*/ 229076 h 341441"/>
                  <a:gd name="connsiteX63" fmla="*/ 105282 w 332358"/>
                  <a:gd name="connsiteY63" fmla="*/ 236601 h 341441"/>
                  <a:gd name="connsiteX64" fmla="*/ 105092 w 332358"/>
                  <a:gd name="connsiteY64" fmla="*/ 237172 h 341441"/>
                  <a:gd name="connsiteX65" fmla="*/ 132810 w 332358"/>
                  <a:gd name="connsiteY65" fmla="*/ 326041 h 341441"/>
                  <a:gd name="connsiteX66" fmla="*/ 237489 w 332358"/>
                  <a:gd name="connsiteY66" fmla="*/ 317754 h 341441"/>
                  <a:gd name="connsiteX67" fmla="*/ 319309 w 332358"/>
                  <a:gd name="connsiteY67" fmla="*/ 176022 h 341441"/>
                  <a:gd name="connsiteX68" fmla="*/ 332358 w 332358"/>
                  <a:gd name="connsiteY68" fmla="*/ 135255 h 341441"/>
                  <a:gd name="connsiteX69" fmla="*/ 329120 w 332358"/>
                  <a:gd name="connsiteY69" fmla="*/ 123730 h 341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32358" h="341441">
                    <a:moveTo>
                      <a:pt x="329120" y="123730"/>
                    </a:moveTo>
                    <a:cubicBezTo>
                      <a:pt x="329120" y="123730"/>
                      <a:pt x="329120" y="123730"/>
                      <a:pt x="329120" y="123730"/>
                    </a:cubicBezTo>
                    <a:cubicBezTo>
                      <a:pt x="328548" y="121729"/>
                      <a:pt x="327882" y="119824"/>
                      <a:pt x="327120" y="117919"/>
                    </a:cubicBezTo>
                    <a:cubicBezTo>
                      <a:pt x="327120" y="117919"/>
                      <a:pt x="327024" y="118015"/>
                      <a:pt x="327024" y="118015"/>
                    </a:cubicBezTo>
                    <a:cubicBezTo>
                      <a:pt x="325691" y="114490"/>
                      <a:pt x="324262" y="110966"/>
                      <a:pt x="322738" y="107537"/>
                    </a:cubicBezTo>
                    <a:cubicBezTo>
                      <a:pt x="322738" y="107442"/>
                      <a:pt x="322738" y="107442"/>
                      <a:pt x="322833" y="107347"/>
                    </a:cubicBezTo>
                    <a:cubicBezTo>
                      <a:pt x="322452" y="106394"/>
                      <a:pt x="321976" y="105442"/>
                      <a:pt x="321500" y="104489"/>
                    </a:cubicBezTo>
                    <a:cubicBezTo>
                      <a:pt x="321500" y="104584"/>
                      <a:pt x="321500" y="104584"/>
                      <a:pt x="321405" y="104680"/>
                    </a:cubicBezTo>
                    <a:cubicBezTo>
                      <a:pt x="319309" y="100393"/>
                      <a:pt x="317118" y="96107"/>
                      <a:pt x="314642" y="92012"/>
                    </a:cubicBezTo>
                    <a:cubicBezTo>
                      <a:pt x="314642" y="91916"/>
                      <a:pt x="314642" y="91916"/>
                      <a:pt x="314642" y="91821"/>
                    </a:cubicBezTo>
                    <a:cubicBezTo>
                      <a:pt x="314356" y="91345"/>
                      <a:pt x="313975" y="90773"/>
                      <a:pt x="313689" y="90297"/>
                    </a:cubicBezTo>
                    <a:cubicBezTo>
                      <a:pt x="313594" y="90106"/>
                      <a:pt x="313499" y="89916"/>
                      <a:pt x="313404" y="89821"/>
                    </a:cubicBezTo>
                    <a:cubicBezTo>
                      <a:pt x="311499" y="86677"/>
                      <a:pt x="309403" y="83534"/>
                      <a:pt x="307212" y="80486"/>
                    </a:cubicBezTo>
                    <a:cubicBezTo>
                      <a:pt x="306831" y="80010"/>
                      <a:pt x="306450" y="79438"/>
                      <a:pt x="306069" y="78962"/>
                    </a:cubicBezTo>
                    <a:cubicBezTo>
                      <a:pt x="305307" y="77914"/>
                      <a:pt x="304641" y="76962"/>
                      <a:pt x="303879" y="75914"/>
                    </a:cubicBezTo>
                    <a:cubicBezTo>
                      <a:pt x="303879" y="75914"/>
                      <a:pt x="303879" y="75819"/>
                      <a:pt x="303974" y="75819"/>
                    </a:cubicBezTo>
                    <a:cubicBezTo>
                      <a:pt x="303593" y="75343"/>
                      <a:pt x="303212" y="74866"/>
                      <a:pt x="302831" y="74390"/>
                    </a:cubicBezTo>
                    <a:cubicBezTo>
                      <a:pt x="301974" y="73247"/>
                      <a:pt x="301021" y="72199"/>
                      <a:pt x="300164" y="71056"/>
                    </a:cubicBezTo>
                    <a:cubicBezTo>
                      <a:pt x="299592" y="70390"/>
                      <a:pt x="299021" y="69723"/>
                      <a:pt x="298449" y="69056"/>
                    </a:cubicBezTo>
                    <a:cubicBezTo>
                      <a:pt x="297211" y="67532"/>
                      <a:pt x="295973" y="66008"/>
                      <a:pt x="294639" y="64579"/>
                    </a:cubicBezTo>
                    <a:cubicBezTo>
                      <a:pt x="293782" y="63627"/>
                      <a:pt x="292925" y="62674"/>
                      <a:pt x="291972" y="61817"/>
                    </a:cubicBezTo>
                    <a:cubicBezTo>
                      <a:pt x="291401" y="61150"/>
                      <a:pt x="290829" y="60579"/>
                      <a:pt x="290163" y="59912"/>
                    </a:cubicBezTo>
                    <a:cubicBezTo>
                      <a:pt x="288448" y="58102"/>
                      <a:pt x="286638" y="56293"/>
                      <a:pt x="284829" y="54578"/>
                    </a:cubicBezTo>
                    <a:cubicBezTo>
                      <a:pt x="284162" y="53912"/>
                      <a:pt x="283591" y="53245"/>
                      <a:pt x="282828" y="52578"/>
                    </a:cubicBezTo>
                    <a:cubicBezTo>
                      <a:pt x="282828" y="52578"/>
                      <a:pt x="282828" y="52673"/>
                      <a:pt x="282828" y="52673"/>
                    </a:cubicBezTo>
                    <a:cubicBezTo>
                      <a:pt x="282352" y="52197"/>
                      <a:pt x="281876" y="51816"/>
                      <a:pt x="281400" y="51340"/>
                    </a:cubicBezTo>
                    <a:cubicBezTo>
                      <a:pt x="279209" y="49339"/>
                      <a:pt x="277018" y="47339"/>
                      <a:pt x="274732" y="45434"/>
                    </a:cubicBezTo>
                    <a:cubicBezTo>
                      <a:pt x="273875" y="44767"/>
                      <a:pt x="273113" y="44005"/>
                      <a:pt x="272256" y="43339"/>
                    </a:cubicBezTo>
                    <a:cubicBezTo>
                      <a:pt x="269874" y="41434"/>
                      <a:pt x="267493" y="39529"/>
                      <a:pt x="265112" y="37719"/>
                    </a:cubicBezTo>
                    <a:cubicBezTo>
                      <a:pt x="264255" y="37052"/>
                      <a:pt x="263493" y="36481"/>
                      <a:pt x="262635" y="35814"/>
                    </a:cubicBezTo>
                    <a:cubicBezTo>
                      <a:pt x="260064" y="33909"/>
                      <a:pt x="257397" y="32004"/>
                      <a:pt x="254730" y="30194"/>
                    </a:cubicBezTo>
                    <a:cubicBezTo>
                      <a:pt x="254063" y="29718"/>
                      <a:pt x="253301" y="29242"/>
                      <a:pt x="252634" y="28765"/>
                    </a:cubicBezTo>
                    <a:cubicBezTo>
                      <a:pt x="252158" y="28480"/>
                      <a:pt x="251777" y="28099"/>
                      <a:pt x="251301" y="27813"/>
                    </a:cubicBezTo>
                    <a:cubicBezTo>
                      <a:pt x="251301" y="27813"/>
                      <a:pt x="251301" y="27813"/>
                      <a:pt x="251205" y="27813"/>
                    </a:cubicBezTo>
                    <a:cubicBezTo>
                      <a:pt x="246633" y="24765"/>
                      <a:pt x="241871" y="21907"/>
                      <a:pt x="237013" y="19145"/>
                    </a:cubicBezTo>
                    <a:cubicBezTo>
                      <a:pt x="237013" y="19145"/>
                      <a:pt x="237108" y="19145"/>
                      <a:pt x="237108" y="19145"/>
                    </a:cubicBezTo>
                    <a:cubicBezTo>
                      <a:pt x="234822" y="17812"/>
                      <a:pt x="232536" y="16573"/>
                      <a:pt x="230155" y="15335"/>
                    </a:cubicBezTo>
                    <a:cubicBezTo>
                      <a:pt x="230155" y="15335"/>
                      <a:pt x="230155" y="15335"/>
                      <a:pt x="230060" y="15335"/>
                    </a:cubicBezTo>
                    <a:cubicBezTo>
                      <a:pt x="227298" y="13811"/>
                      <a:pt x="224440" y="12382"/>
                      <a:pt x="221583" y="11049"/>
                    </a:cubicBezTo>
                    <a:cubicBezTo>
                      <a:pt x="221583" y="11049"/>
                      <a:pt x="221678" y="11049"/>
                      <a:pt x="221678" y="11049"/>
                    </a:cubicBezTo>
                    <a:cubicBezTo>
                      <a:pt x="221106" y="10763"/>
                      <a:pt x="220535" y="10573"/>
                      <a:pt x="220059" y="10287"/>
                    </a:cubicBezTo>
                    <a:cubicBezTo>
                      <a:pt x="215868" y="8287"/>
                      <a:pt x="211581" y="6382"/>
                      <a:pt x="207295" y="4572"/>
                    </a:cubicBezTo>
                    <a:cubicBezTo>
                      <a:pt x="207105" y="4477"/>
                      <a:pt x="206914" y="4381"/>
                      <a:pt x="206724" y="4286"/>
                    </a:cubicBezTo>
                    <a:cubicBezTo>
                      <a:pt x="206724" y="4286"/>
                      <a:pt x="206724" y="4286"/>
                      <a:pt x="206724" y="4286"/>
                    </a:cubicBezTo>
                    <a:cubicBezTo>
                      <a:pt x="203199" y="2762"/>
                      <a:pt x="199675" y="1333"/>
                      <a:pt x="196056" y="0"/>
                    </a:cubicBezTo>
                    <a:cubicBezTo>
                      <a:pt x="185102" y="3143"/>
                      <a:pt x="173100" y="6477"/>
                      <a:pt x="159670" y="10001"/>
                    </a:cubicBezTo>
                    <a:cubicBezTo>
                      <a:pt x="53085" y="38100"/>
                      <a:pt x="19272" y="85725"/>
                      <a:pt x="19272" y="85725"/>
                    </a:cubicBezTo>
                    <a:lnTo>
                      <a:pt x="19367" y="85820"/>
                    </a:lnTo>
                    <a:cubicBezTo>
                      <a:pt x="18510" y="86868"/>
                      <a:pt x="17557" y="87916"/>
                      <a:pt x="16795" y="88963"/>
                    </a:cubicBezTo>
                    <a:cubicBezTo>
                      <a:pt x="16795" y="88963"/>
                      <a:pt x="16795" y="88963"/>
                      <a:pt x="16795" y="88963"/>
                    </a:cubicBezTo>
                    <a:cubicBezTo>
                      <a:pt x="14890" y="91440"/>
                      <a:pt x="13271" y="94012"/>
                      <a:pt x="11747" y="96679"/>
                    </a:cubicBezTo>
                    <a:cubicBezTo>
                      <a:pt x="11461" y="97250"/>
                      <a:pt x="11175" y="97822"/>
                      <a:pt x="10794" y="98393"/>
                    </a:cubicBezTo>
                    <a:cubicBezTo>
                      <a:pt x="9556" y="100584"/>
                      <a:pt x="8413" y="102775"/>
                      <a:pt x="7461" y="105061"/>
                    </a:cubicBezTo>
                    <a:cubicBezTo>
                      <a:pt x="7270" y="105537"/>
                      <a:pt x="7080" y="105918"/>
                      <a:pt x="6889" y="106394"/>
                    </a:cubicBezTo>
                    <a:cubicBezTo>
                      <a:pt x="5841" y="108871"/>
                      <a:pt x="4889" y="111442"/>
                      <a:pt x="4032" y="113919"/>
                    </a:cubicBezTo>
                    <a:cubicBezTo>
                      <a:pt x="3936" y="114109"/>
                      <a:pt x="3936" y="114300"/>
                      <a:pt x="3841" y="114490"/>
                    </a:cubicBezTo>
                    <a:cubicBezTo>
                      <a:pt x="-6255" y="146780"/>
                      <a:pt x="3746" y="182689"/>
                      <a:pt x="31559" y="203359"/>
                    </a:cubicBezTo>
                    <a:cubicBezTo>
                      <a:pt x="58896" y="223742"/>
                      <a:pt x="95376" y="223361"/>
                      <a:pt x="123189" y="205359"/>
                    </a:cubicBezTo>
                    <a:cubicBezTo>
                      <a:pt x="121380" y="207359"/>
                      <a:pt x="119665" y="209455"/>
                      <a:pt x="118046" y="211646"/>
                    </a:cubicBezTo>
                    <a:cubicBezTo>
                      <a:pt x="116141" y="214122"/>
                      <a:pt x="114522" y="216789"/>
                      <a:pt x="112902" y="219361"/>
                    </a:cubicBezTo>
                    <a:cubicBezTo>
                      <a:pt x="112617" y="219932"/>
                      <a:pt x="112331" y="220504"/>
                      <a:pt x="112045" y="221075"/>
                    </a:cubicBezTo>
                    <a:cubicBezTo>
                      <a:pt x="110807" y="223266"/>
                      <a:pt x="109664" y="225457"/>
                      <a:pt x="108711" y="227743"/>
                    </a:cubicBezTo>
                    <a:cubicBezTo>
                      <a:pt x="108521" y="228219"/>
                      <a:pt x="108330" y="228600"/>
                      <a:pt x="108140" y="229076"/>
                    </a:cubicBezTo>
                    <a:cubicBezTo>
                      <a:pt x="107092" y="231553"/>
                      <a:pt x="106140" y="234124"/>
                      <a:pt x="105282" y="236601"/>
                    </a:cubicBezTo>
                    <a:cubicBezTo>
                      <a:pt x="105187" y="236791"/>
                      <a:pt x="105187" y="236982"/>
                      <a:pt x="105092" y="237172"/>
                    </a:cubicBezTo>
                    <a:cubicBezTo>
                      <a:pt x="94995" y="269462"/>
                      <a:pt x="104997" y="305371"/>
                      <a:pt x="132810" y="326041"/>
                    </a:cubicBezTo>
                    <a:cubicBezTo>
                      <a:pt x="164718" y="349758"/>
                      <a:pt x="208914" y="345376"/>
                      <a:pt x="237489" y="317754"/>
                    </a:cubicBezTo>
                    <a:cubicBezTo>
                      <a:pt x="246919" y="309943"/>
                      <a:pt x="290544" y="269653"/>
                      <a:pt x="319309" y="176022"/>
                    </a:cubicBezTo>
                    <a:cubicBezTo>
                      <a:pt x="323976" y="160782"/>
                      <a:pt x="328263" y="147352"/>
                      <a:pt x="332358" y="135255"/>
                    </a:cubicBezTo>
                    <a:cubicBezTo>
                      <a:pt x="331501" y="131445"/>
                      <a:pt x="330358" y="127540"/>
                      <a:pt x="329120" y="12373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22" name="Forme libre : forme 15621">
                <a:extLst>
                  <a:ext uri="{FF2B5EF4-FFF2-40B4-BE49-F238E27FC236}">
                    <a16:creationId xmlns:a16="http://schemas.microsoft.com/office/drawing/2014/main" id="{444C8701-AE86-439E-8396-916A7AA74846}"/>
                  </a:ext>
                </a:extLst>
              </p:cNvPr>
              <p:cNvSpPr/>
              <p:nvPr/>
            </p:nvSpPr>
            <p:spPr>
              <a:xfrm>
                <a:off x="7027754" y="2951225"/>
                <a:ext cx="319554" cy="316236"/>
              </a:xfrm>
              <a:custGeom>
                <a:avLst/>
                <a:gdLst>
                  <a:gd name="connsiteX0" fmla="*/ 58760 w 319554"/>
                  <a:gd name="connsiteY0" fmla="*/ 304419 h 316236"/>
                  <a:gd name="connsiteX1" fmla="*/ 222400 w 319554"/>
                  <a:gd name="connsiteY1" fmla="*/ 306705 h 316236"/>
                  <a:gd name="connsiteX2" fmla="*/ 264405 w 319554"/>
                  <a:gd name="connsiteY2" fmla="*/ 298228 h 316236"/>
                  <a:gd name="connsiteX3" fmla="*/ 272978 w 319554"/>
                  <a:gd name="connsiteY3" fmla="*/ 289655 h 316236"/>
                  <a:gd name="connsiteX4" fmla="*/ 273073 w 319554"/>
                  <a:gd name="connsiteY4" fmla="*/ 289655 h 316236"/>
                  <a:gd name="connsiteX5" fmla="*/ 277073 w 319554"/>
                  <a:gd name="connsiteY5" fmla="*/ 285179 h 316236"/>
                  <a:gd name="connsiteX6" fmla="*/ 276883 w 319554"/>
                  <a:gd name="connsiteY6" fmla="*/ 285179 h 316236"/>
                  <a:gd name="connsiteX7" fmla="*/ 283931 w 319554"/>
                  <a:gd name="connsiteY7" fmla="*/ 276320 h 316236"/>
                  <a:gd name="connsiteX8" fmla="*/ 284122 w 319554"/>
                  <a:gd name="connsiteY8" fmla="*/ 276320 h 316236"/>
                  <a:gd name="connsiteX9" fmla="*/ 285932 w 319554"/>
                  <a:gd name="connsiteY9" fmla="*/ 273844 h 316236"/>
                  <a:gd name="connsiteX10" fmla="*/ 285741 w 319554"/>
                  <a:gd name="connsiteY10" fmla="*/ 273844 h 316236"/>
                  <a:gd name="connsiteX11" fmla="*/ 293552 w 319554"/>
                  <a:gd name="connsiteY11" fmla="*/ 261747 h 316236"/>
                  <a:gd name="connsiteX12" fmla="*/ 293742 w 319554"/>
                  <a:gd name="connsiteY12" fmla="*/ 261747 h 316236"/>
                  <a:gd name="connsiteX13" fmla="*/ 294599 w 319554"/>
                  <a:gd name="connsiteY13" fmla="*/ 260128 h 316236"/>
                  <a:gd name="connsiteX14" fmla="*/ 294885 w 319554"/>
                  <a:gd name="connsiteY14" fmla="*/ 259652 h 316236"/>
                  <a:gd name="connsiteX15" fmla="*/ 300028 w 319554"/>
                  <a:gd name="connsiteY15" fmla="*/ 249746 h 316236"/>
                  <a:gd name="connsiteX16" fmla="*/ 300790 w 319554"/>
                  <a:gd name="connsiteY16" fmla="*/ 248031 h 316236"/>
                  <a:gd name="connsiteX17" fmla="*/ 302315 w 319554"/>
                  <a:gd name="connsiteY17" fmla="*/ 244602 h 316236"/>
                  <a:gd name="connsiteX18" fmla="*/ 302410 w 319554"/>
                  <a:gd name="connsiteY18" fmla="*/ 244602 h 316236"/>
                  <a:gd name="connsiteX19" fmla="*/ 303077 w 319554"/>
                  <a:gd name="connsiteY19" fmla="*/ 242888 h 316236"/>
                  <a:gd name="connsiteX20" fmla="*/ 304696 w 319554"/>
                  <a:gd name="connsiteY20" fmla="*/ 238887 h 316236"/>
                  <a:gd name="connsiteX21" fmla="*/ 305648 w 319554"/>
                  <a:gd name="connsiteY21" fmla="*/ 236506 h 316236"/>
                  <a:gd name="connsiteX22" fmla="*/ 307744 w 319554"/>
                  <a:gd name="connsiteY22" fmla="*/ 230981 h 316236"/>
                  <a:gd name="connsiteX23" fmla="*/ 308887 w 319554"/>
                  <a:gd name="connsiteY23" fmla="*/ 227362 h 316236"/>
                  <a:gd name="connsiteX24" fmla="*/ 309649 w 319554"/>
                  <a:gd name="connsiteY24" fmla="*/ 224885 h 316236"/>
                  <a:gd name="connsiteX25" fmla="*/ 311744 w 319554"/>
                  <a:gd name="connsiteY25" fmla="*/ 217646 h 316236"/>
                  <a:gd name="connsiteX26" fmla="*/ 312506 w 319554"/>
                  <a:gd name="connsiteY26" fmla="*/ 214979 h 316236"/>
                  <a:gd name="connsiteX27" fmla="*/ 312411 w 319554"/>
                  <a:gd name="connsiteY27" fmla="*/ 215075 h 316236"/>
                  <a:gd name="connsiteX28" fmla="*/ 312887 w 319554"/>
                  <a:gd name="connsiteY28" fmla="*/ 213170 h 316236"/>
                  <a:gd name="connsiteX29" fmla="*/ 314792 w 319554"/>
                  <a:gd name="connsiteY29" fmla="*/ 204407 h 316236"/>
                  <a:gd name="connsiteX30" fmla="*/ 315459 w 319554"/>
                  <a:gd name="connsiteY30" fmla="*/ 201168 h 316236"/>
                  <a:gd name="connsiteX31" fmla="*/ 316888 w 319554"/>
                  <a:gd name="connsiteY31" fmla="*/ 192119 h 316236"/>
                  <a:gd name="connsiteX32" fmla="*/ 317364 w 319554"/>
                  <a:gd name="connsiteY32" fmla="*/ 189071 h 316236"/>
                  <a:gd name="connsiteX33" fmla="*/ 318412 w 319554"/>
                  <a:gd name="connsiteY33" fmla="*/ 179451 h 316236"/>
                  <a:gd name="connsiteX34" fmla="*/ 318698 w 319554"/>
                  <a:gd name="connsiteY34" fmla="*/ 176879 h 316236"/>
                  <a:gd name="connsiteX35" fmla="*/ 318888 w 319554"/>
                  <a:gd name="connsiteY35" fmla="*/ 175260 h 316236"/>
                  <a:gd name="connsiteX36" fmla="*/ 318793 w 319554"/>
                  <a:gd name="connsiteY36" fmla="*/ 175260 h 316236"/>
                  <a:gd name="connsiteX37" fmla="*/ 319460 w 319554"/>
                  <a:gd name="connsiteY37" fmla="*/ 158687 h 316236"/>
                  <a:gd name="connsiteX38" fmla="*/ 319555 w 319554"/>
                  <a:gd name="connsiteY38" fmla="*/ 158782 h 316236"/>
                  <a:gd name="connsiteX39" fmla="*/ 319555 w 319554"/>
                  <a:gd name="connsiteY39" fmla="*/ 150876 h 316236"/>
                  <a:gd name="connsiteX40" fmla="*/ 319460 w 319554"/>
                  <a:gd name="connsiteY40" fmla="*/ 150876 h 316236"/>
                  <a:gd name="connsiteX41" fmla="*/ 319078 w 319554"/>
                  <a:gd name="connsiteY41" fmla="*/ 141351 h 316236"/>
                  <a:gd name="connsiteX42" fmla="*/ 319174 w 319554"/>
                  <a:gd name="connsiteY42" fmla="*/ 141446 h 316236"/>
                  <a:gd name="connsiteX43" fmla="*/ 318983 w 319554"/>
                  <a:gd name="connsiteY43" fmla="*/ 139637 h 316236"/>
                  <a:gd name="connsiteX44" fmla="*/ 317745 w 319554"/>
                  <a:gd name="connsiteY44" fmla="*/ 125730 h 316236"/>
                  <a:gd name="connsiteX45" fmla="*/ 317650 w 319554"/>
                  <a:gd name="connsiteY45" fmla="*/ 125158 h 316236"/>
                  <a:gd name="connsiteX46" fmla="*/ 317650 w 319554"/>
                  <a:gd name="connsiteY46" fmla="*/ 125158 h 316236"/>
                  <a:gd name="connsiteX47" fmla="*/ 316221 w 319554"/>
                  <a:gd name="connsiteY47" fmla="*/ 113729 h 316236"/>
                  <a:gd name="connsiteX48" fmla="*/ 289741 w 319554"/>
                  <a:gd name="connsiteY48" fmla="*/ 86868 h 316236"/>
                  <a:gd name="connsiteX49" fmla="*/ 155058 w 319554"/>
                  <a:gd name="connsiteY49" fmla="*/ 1238 h 316236"/>
                  <a:gd name="connsiteX50" fmla="*/ 155058 w 319554"/>
                  <a:gd name="connsiteY50" fmla="*/ 1429 h 316236"/>
                  <a:gd name="connsiteX51" fmla="*/ 150962 w 319554"/>
                  <a:gd name="connsiteY51" fmla="*/ 667 h 316236"/>
                  <a:gd name="connsiteX52" fmla="*/ 141723 w 319554"/>
                  <a:gd name="connsiteY52" fmla="*/ 0 h 316236"/>
                  <a:gd name="connsiteX53" fmla="*/ 139818 w 319554"/>
                  <a:gd name="connsiteY53" fmla="*/ 0 h 316236"/>
                  <a:gd name="connsiteX54" fmla="*/ 132389 w 319554"/>
                  <a:gd name="connsiteY54" fmla="*/ 286 h 316236"/>
                  <a:gd name="connsiteX55" fmla="*/ 130960 w 319554"/>
                  <a:gd name="connsiteY55" fmla="*/ 476 h 316236"/>
                  <a:gd name="connsiteX56" fmla="*/ 122959 w 319554"/>
                  <a:gd name="connsiteY56" fmla="*/ 1715 h 316236"/>
                  <a:gd name="connsiteX57" fmla="*/ 122387 w 319554"/>
                  <a:gd name="connsiteY57" fmla="*/ 1810 h 316236"/>
                  <a:gd name="connsiteX58" fmla="*/ 58379 w 319554"/>
                  <a:gd name="connsiteY58" fmla="*/ 69342 h 316236"/>
                  <a:gd name="connsiteX59" fmla="*/ 101337 w 319554"/>
                  <a:gd name="connsiteY59" fmla="*/ 150304 h 316236"/>
                  <a:gd name="connsiteX60" fmla="*/ 93336 w 319554"/>
                  <a:gd name="connsiteY60" fmla="*/ 148876 h 316236"/>
                  <a:gd name="connsiteX61" fmla="*/ 93336 w 319554"/>
                  <a:gd name="connsiteY61" fmla="*/ 148876 h 316236"/>
                  <a:gd name="connsiteX62" fmla="*/ 84097 w 319554"/>
                  <a:gd name="connsiteY62" fmla="*/ 148209 h 316236"/>
                  <a:gd name="connsiteX63" fmla="*/ 82192 w 319554"/>
                  <a:gd name="connsiteY63" fmla="*/ 148209 h 316236"/>
                  <a:gd name="connsiteX64" fmla="*/ 74762 w 319554"/>
                  <a:gd name="connsiteY64" fmla="*/ 148495 h 316236"/>
                  <a:gd name="connsiteX65" fmla="*/ 73333 w 319554"/>
                  <a:gd name="connsiteY65" fmla="*/ 148685 h 316236"/>
                  <a:gd name="connsiteX66" fmla="*/ 65332 w 319554"/>
                  <a:gd name="connsiteY66" fmla="*/ 149924 h 316236"/>
                  <a:gd name="connsiteX67" fmla="*/ 64761 w 319554"/>
                  <a:gd name="connsiteY67" fmla="*/ 150019 h 316236"/>
                  <a:gd name="connsiteX68" fmla="*/ 753 w 319554"/>
                  <a:gd name="connsiteY68" fmla="*/ 217551 h 316236"/>
                  <a:gd name="connsiteX69" fmla="*/ 58760 w 319554"/>
                  <a:gd name="connsiteY69" fmla="*/ 304419 h 316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19554" h="316236">
                    <a:moveTo>
                      <a:pt x="58760" y="304419"/>
                    </a:moveTo>
                    <a:cubicBezTo>
                      <a:pt x="70190" y="308800"/>
                      <a:pt x="126578" y="327279"/>
                      <a:pt x="222400" y="306705"/>
                    </a:cubicBezTo>
                    <a:cubicBezTo>
                      <a:pt x="238021" y="303371"/>
                      <a:pt x="251832" y="300609"/>
                      <a:pt x="264405" y="298228"/>
                    </a:cubicBezTo>
                    <a:cubicBezTo>
                      <a:pt x="267453" y="295466"/>
                      <a:pt x="270311" y="292608"/>
                      <a:pt x="272978" y="289655"/>
                    </a:cubicBezTo>
                    <a:cubicBezTo>
                      <a:pt x="272978" y="289655"/>
                      <a:pt x="272978" y="289655"/>
                      <a:pt x="273073" y="289655"/>
                    </a:cubicBezTo>
                    <a:cubicBezTo>
                      <a:pt x="274406" y="288131"/>
                      <a:pt x="275740" y="286703"/>
                      <a:pt x="277073" y="285179"/>
                    </a:cubicBezTo>
                    <a:cubicBezTo>
                      <a:pt x="276978" y="285179"/>
                      <a:pt x="276978" y="285179"/>
                      <a:pt x="276883" y="285179"/>
                    </a:cubicBezTo>
                    <a:cubicBezTo>
                      <a:pt x="279359" y="282321"/>
                      <a:pt x="281740" y="279368"/>
                      <a:pt x="283931" y="276320"/>
                    </a:cubicBezTo>
                    <a:cubicBezTo>
                      <a:pt x="284027" y="276320"/>
                      <a:pt x="284027" y="276320"/>
                      <a:pt x="284122" y="276320"/>
                    </a:cubicBezTo>
                    <a:cubicBezTo>
                      <a:pt x="284693" y="275463"/>
                      <a:pt x="285360" y="274701"/>
                      <a:pt x="285932" y="273844"/>
                    </a:cubicBezTo>
                    <a:cubicBezTo>
                      <a:pt x="285836" y="273844"/>
                      <a:pt x="285836" y="273844"/>
                      <a:pt x="285741" y="273844"/>
                    </a:cubicBezTo>
                    <a:cubicBezTo>
                      <a:pt x="288503" y="269938"/>
                      <a:pt x="291170" y="265938"/>
                      <a:pt x="293552" y="261747"/>
                    </a:cubicBezTo>
                    <a:cubicBezTo>
                      <a:pt x="293647" y="261747"/>
                      <a:pt x="293647" y="261747"/>
                      <a:pt x="293742" y="261747"/>
                    </a:cubicBezTo>
                    <a:cubicBezTo>
                      <a:pt x="294028" y="261175"/>
                      <a:pt x="294314" y="260699"/>
                      <a:pt x="294599" y="260128"/>
                    </a:cubicBezTo>
                    <a:cubicBezTo>
                      <a:pt x="294694" y="259937"/>
                      <a:pt x="294790" y="259747"/>
                      <a:pt x="294885" y="259652"/>
                    </a:cubicBezTo>
                    <a:cubicBezTo>
                      <a:pt x="296695" y="256413"/>
                      <a:pt x="298409" y="253079"/>
                      <a:pt x="300028" y="249746"/>
                    </a:cubicBezTo>
                    <a:cubicBezTo>
                      <a:pt x="300314" y="249174"/>
                      <a:pt x="300505" y="248603"/>
                      <a:pt x="300790" y="248031"/>
                    </a:cubicBezTo>
                    <a:cubicBezTo>
                      <a:pt x="301267" y="246888"/>
                      <a:pt x="301838" y="245745"/>
                      <a:pt x="302315" y="244602"/>
                    </a:cubicBezTo>
                    <a:cubicBezTo>
                      <a:pt x="302315" y="244602"/>
                      <a:pt x="302410" y="244602"/>
                      <a:pt x="302410" y="244602"/>
                    </a:cubicBezTo>
                    <a:cubicBezTo>
                      <a:pt x="302695" y="244031"/>
                      <a:pt x="302791" y="243459"/>
                      <a:pt x="303077" y="242888"/>
                    </a:cubicBezTo>
                    <a:cubicBezTo>
                      <a:pt x="303648" y="241554"/>
                      <a:pt x="304124" y="240221"/>
                      <a:pt x="304696" y="238887"/>
                    </a:cubicBezTo>
                    <a:cubicBezTo>
                      <a:pt x="304982" y="238125"/>
                      <a:pt x="305267" y="237268"/>
                      <a:pt x="305648" y="236506"/>
                    </a:cubicBezTo>
                    <a:cubicBezTo>
                      <a:pt x="306315" y="234696"/>
                      <a:pt x="307077" y="232886"/>
                      <a:pt x="307744" y="230981"/>
                    </a:cubicBezTo>
                    <a:cubicBezTo>
                      <a:pt x="308125" y="229743"/>
                      <a:pt x="308506" y="228505"/>
                      <a:pt x="308887" y="227362"/>
                    </a:cubicBezTo>
                    <a:cubicBezTo>
                      <a:pt x="309173" y="226504"/>
                      <a:pt x="309363" y="225742"/>
                      <a:pt x="309649" y="224885"/>
                    </a:cubicBezTo>
                    <a:cubicBezTo>
                      <a:pt x="310411" y="222504"/>
                      <a:pt x="311078" y="220123"/>
                      <a:pt x="311744" y="217646"/>
                    </a:cubicBezTo>
                    <a:cubicBezTo>
                      <a:pt x="312030" y="216789"/>
                      <a:pt x="312316" y="215837"/>
                      <a:pt x="312506" y="214979"/>
                    </a:cubicBezTo>
                    <a:cubicBezTo>
                      <a:pt x="312506" y="214979"/>
                      <a:pt x="312411" y="214979"/>
                      <a:pt x="312411" y="215075"/>
                    </a:cubicBezTo>
                    <a:cubicBezTo>
                      <a:pt x="312602" y="214408"/>
                      <a:pt x="312697" y="213836"/>
                      <a:pt x="312887" y="213170"/>
                    </a:cubicBezTo>
                    <a:cubicBezTo>
                      <a:pt x="313554" y="210312"/>
                      <a:pt x="314221" y="207359"/>
                      <a:pt x="314792" y="204407"/>
                    </a:cubicBezTo>
                    <a:cubicBezTo>
                      <a:pt x="314983" y="203359"/>
                      <a:pt x="315269" y="202311"/>
                      <a:pt x="315459" y="201168"/>
                    </a:cubicBezTo>
                    <a:cubicBezTo>
                      <a:pt x="316031" y="198215"/>
                      <a:pt x="316507" y="195167"/>
                      <a:pt x="316888" y="192119"/>
                    </a:cubicBezTo>
                    <a:cubicBezTo>
                      <a:pt x="317078" y="191071"/>
                      <a:pt x="317174" y="190119"/>
                      <a:pt x="317364" y="189071"/>
                    </a:cubicBezTo>
                    <a:cubicBezTo>
                      <a:pt x="317745" y="185833"/>
                      <a:pt x="318126" y="182690"/>
                      <a:pt x="318412" y="179451"/>
                    </a:cubicBezTo>
                    <a:cubicBezTo>
                      <a:pt x="318507" y="178594"/>
                      <a:pt x="318602" y="177737"/>
                      <a:pt x="318698" y="176879"/>
                    </a:cubicBezTo>
                    <a:cubicBezTo>
                      <a:pt x="318698" y="176308"/>
                      <a:pt x="318793" y="175832"/>
                      <a:pt x="318888" y="175260"/>
                    </a:cubicBezTo>
                    <a:cubicBezTo>
                      <a:pt x="318888" y="175260"/>
                      <a:pt x="318888" y="175260"/>
                      <a:pt x="318793" y="175260"/>
                    </a:cubicBezTo>
                    <a:cubicBezTo>
                      <a:pt x="319174" y="169736"/>
                      <a:pt x="319364" y="164211"/>
                      <a:pt x="319460" y="158687"/>
                    </a:cubicBezTo>
                    <a:cubicBezTo>
                      <a:pt x="319460" y="158687"/>
                      <a:pt x="319555" y="158687"/>
                      <a:pt x="319555" y="158782"/>
                    </a:cubicBezTo>
                    <a:cubicBezTo>
                      <a:pt x="319555" y="156115"/>
                      <a:pt x="319555" y="153543"/>
                      <a:pt x="319555" y="150876"/>
                    </a:cubicBezTo>
                    <a:cubicBezTo>
                      <a:pt x="319555" y="150876"/>
                      <a:pt x="319555" y="150876"/>
                      <a:pt x="319460" y="150876"/>
                    </a:cubicBezTo>
                    <a:cubicBezTo>
                      <a:pt x="319364" y="147733"/>
                      <a:pt x="319269" y="144494"/>
                      <a:pt x="319078" y="141351"/>
                    </a:cubicBezTo>
                    <a:cubicBezTo>
                      <a:pt x="319078" y="141351"/>
                      <a:pt x="319174" y="141351"/>
                      <a:pt x="319174" y="141446"/>
                    </a:cubicBezTo>
                    <a:cubicBezTo>
                      <a:pt x="319174" y="140875"/>
                      <a:pt x="319078" y="140303"/>
                      <a:pt x="318983" y="139637"/>
                    </a:cubicBezTo>
                    <a:cubicBezTo>
                      <a:pt x="318698" y="134969"/>
                      <a:pt x="318316" y="130302"/>
                      <a:pt x="317745" y="125730"/>
                    </a:cubicBezTo>
                    <a:cubicBezTo>
                      <a:pt x="317745" y="125540"/>
                      <a:pt x="317745" y="125349"/>
                      <a:pt x="317650" y="125158"/>
                    </a:cubicBezTo>
                    <a:cubicBezTo>
                      <a:pt x="317650" y="125158"/>
                      <a:pt x="317650" y="125158"/>
                      <a:pt x="317650" y="125158"/>
                    </a:cubicBezTo>
                    <a:cubicBezTo>
                      <a:pt x="317269" y="121349"/>
                      <a:pt x="316792" y="117538"/>
                      <a:pt x="316221" y="113729"/>
                    </a:cubicBezTo>
                    <a:cubicBezTo>
                      <a:pt x="308125" y="105632"/>
                      <a:pt x="299362" y="96774"/>
                      <a:pt x="289741" y="86868"/>
                    </a:cubicBezTo>
                    <a:cubicBezTo>
                      <a:pt x="213256" y="7525"/>
                      <a:pt x="155058" y="1238"/>
                      <a:pt x="155058" y="1238"/>
                    </a:cubicBezTo>
                    <a:lnTo>
                      <a:pt x="155058" y="1429"/>
                    </a:lnTo>
                    <a:cubicBezTo>
                      <a:pt x="153724" y="1143"/>
                      <a:pt x="152391" y="857"/>
                      <a:pt x="150962" y="667"/>
                    </a:cubicBezTo>
                    <a:cubicBezTo>
                      <a:pt x="147819" y="286"/>
                      <a:pt x="144771" y="95"/>
                      <a:pt x="141723" y="0"/>
                    </a:cubicBezTo>
                    <a:cubicBezTo>
                      <a:pt x="141056" y="0"/>
                      <a:pt x="140485" y="0"/>
                      <a:pt x="139818" y="0"/>
                    </a:cubicBezTo>
                    <a:cubicBezTo>
                      <a:pt x="137341" y="0"/>
                      <a:pt x="134865" y="95"/>
                      <a:pt x="132389" y="286"/>
                    </a:cubicBezTo>
                    <a:cubicBezTo>
                      <a:pt x="131912" y="286"/>
                      <a:pt x="131436" y="381"/>
                      <a:pt x="130960" y="476"/>
                    </a:cubicBezTo>
                    <a:cubicBezTo>
                      <a:pt x="128293" y="762"/>
                      <a:pt x="125626" y="1143"/>
                      <a:pt x="122959" y="1715"/>
                    </a:cubicBezTo>
                    <a:cubicBezTo>
                      <a:pt x="122768" y="1715"/>
                      <a:pt x="122578" y="1810"/>
                      <a:pt x="122387" y="1810"/>
                    </a:cubicBezTo>
                    <a:cubicBezTo>
                      <a:pt x="89336" y="8763"/>
                      <a:pt x="62856" y="34957"/>
                      <a:pt x="58379" y="69342"/>
                    </a:cubicBezTo>
                    <a:cubicBezTo>
                      <a:pt x="53998" y="103156"/>
                      <a:pt x="72000" y="134779"/>
                      <a:pt x="101337" y="150304"/>
                    </a:cubicBezTo>
                    <a:cubicBezTo>
                      <a:pt x="98670" y="149733"/>
                      <a:pt x="96003" y="149257"/>
                      <a:pt x="93336" y="148876"/>
                    </a:cubicBezTo>
                    <a:cubicBezTo>
                      <a:pt x="93336" y="148876"/>
                      <a:pt x="93336" y="148876"/>
                      <a:pt x="93336" y="148876"/>
                    </a:cubicBezTo>
                    <a:cubicBezTo>
                      <a:pt x="90193" y="148495"/>
                      <a:pt x="87145" y="148304"/>
                      <a:pt x="84097" y="148209"/>
                    </a:cubicBezTo>
                    <a:cubicBezTo>
                      <a:pt x="83430" y="148209"/>
                      <a:pt x="82858" y="148209"/>
                      <a:pt x="82192" y="148209"/>
                    </a:cubicBezTo>
                    <a:cubicBezTo>
                      <a:pt x="79715" y="148209"/>
                      <a:pt x="77239" y="148304"/>
                      <a:pt x="74762" y="148495"/>
                    </a:cubicBezTo>
                    <a:cubicBezTo>
                      <a:pt x="74286" y="148495"/>
                      <a:pt x="73810" y="148590"/>
                      <a:pt x="73333" y="148685"/>
                    </a:cubicBezTo>
                    <a:cubicBezTo>
                      <a:pt x="70666" y="148971"/>
                      <a:pt x="67999" y="149352"/>
                      <a:pt x="65332" y="149924"/>
                    </a:cubicBezTo>
                    <a:cubicBezTo>
                      <a:pt x="65142" y="149924"/>
                      <a:pt x="64952" y="150019"/>
                      <a:pt x="64761" y="150019"/>
                    </a:cubicBezTo>
                    <a:cubicBezTo>
                      <a:pt x="31709" y="156972"/>
                      <a:pt x="5230" y="183166"/>
                      <a:pt x="753" y="217551"/>
                    </a:cubicBezTo>
                    <a:cubicBezTo>
                      <a:pt x="-4772" y="256508"/>
                      <a:pt x="20660" y="293084"/>
                      <a:pt x="58760" y="304419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23" name="Forme libre : forme 15622">
                <a:extLst>
                  <a:ext uri="{FF2B5EF4-FFF2-40B4-BE49-F238E27FC236}">
                    <a16:creationId xmlns:a16="http://schemas.microsoft.com/office/drawing/2014/main" id="{581BBA56-19B5-466C-B57D-C5A72C8CDFBE}"/>
                  </a:ext>
                </a:extLst>
              </p:cNvPr>
              <p:cNvSpPr/>
              <p:nvPr/>
            </p:nvSpPr>
            <p:spPr>
              <a:xfrm>
                <a:off x="8732815" y="3491952"/>
                <a:ext cx="319626" cy="316332"/>
              </a:xfrm>
              <a:custGeom>
                <a:avLst/>
                <a:gdLst>
                  <a:gd name="connsiteX0" fmla="*/ 260795 w 319626"/>
                  <a:gd name="connsiteY0" fmla="*/ 11818 h 316332"/>
                  <a:gd name="connsiteX1" fmla="*/ 97155 w 319626"/>
                  <a:gd name="connsiteY1" fmla="*/ 9532 h 316332"/>
                  <a:gd name="connsiteX2" fmla="*/ 55150 w 319626"/>
                  <a:gd name="connsiteY2" fmla="*/ 18009 h 316332"/>
                  <a:gd name="connsiteX3" fmla="*/ 46577 w 319626"/>
                  <a:gd name="connsiteY3" fmla="*/ 26582 h 316332"/>
                  <a:gd name="connsiteX4" fmla="*/ 46482 w 319626"/>
                  <a:gd name="connsiteY4" fmla="*/ 26582 h 316332"/>
                  <a:gd name="connsiteX5" fmla="*/ 42482 w 319626"/>
                  <a:gd name="connsiteY5" fmla="*/ 31058 h 316332"/>
                  <a:gd name="connsiteX6" fmla="*/ 42672 w 319626"/>
                  <a:gd name="connsiteY6" fmla="*/ 31058 h 316332"/>
                  <a:gd name="connsiteX7" fmla="*/ 35624 w 319626"/>
                  <a:gd name="connsiteY7" fmla="*/ 39917 h 316332"/>
                  <a:gd name="connsiteX8" fmla="*/ 35433 w 319626"/>
                  <a:gd name="connsiteY8" fmla="*/ 39917 h 316332"/>
                  <a:gd name="connsiteX9" fmla="*/ 33623 w 319626"/>
                  <a:gd name="connsiteY9" fmla="*/ 42393 h 316332"/>
                  <a:gd name="connsiteX10" fmla="*/ 33814 w 319626"/>
                  <a:gd name="connsiteY10" fmla="*/ 42393 h 316332"/>
                  <a:gd name="connsiteX11" fmla="*/ 26003 w 319626"/>
                  <a:gd name="connsiteY11" fmla="*/ 54490 h 316332"/>
                  <a:gd name="connsiteX12" fmla="*/ 25813 w 319626"/>
                  <a:gd name="connsiteY12" fmla="*/ 54490 h 316332"/>
                  <a:gd name="connsiteX13" fmla="*/ 24955 w 319626"/>
                  <a:gd name="connsiteY13" fmla="*/ 56109 h 316332"/>
                  <a:gd name="connsiteX14" fmla="*/ 24670 w 319626"/>
                  <a:gd name="connsiteY14" fmla="*/ 56585 h 316332"/>
                  <a:gd name="connsiteX15" fmla="*/ 19526 w 319626"/>
                  <a:gd name="connsiteY15" fmla="*/ 66491 h 316332"/>
                  <a:gd name="connsiteX16" fmla="*/ 18764 w 319626"/>
                  <a:gd name="connsiteY16" fmla="*/ 68206 h 316332"/>
                  <a:gd name="connsiteX17" fmla="*/ 17240 w 319626"/>
                  <a:gd name="connsiteY17" fmla="*/ 71635 h 316332"/>
                  <a:gd name="connsiteX18" fmla="*/ 17145 w 319626"/>
                  <a:gd name="connsiteY18" fmla="*/ 71635 h 316332"/>
                  <a:gd name="connsiteX19" fmla="*/ 16478 w 319626"/>
                  <a:gd name="connsiteY19" fmla="*/ 73349 h 316332"/>
                  <a:gd name="connsiteX20" fmla="*/ 14859 w 319626"/>
                  <a:gd name="connsiteY20" fmla="*/ 77350 h 316332"/>
                  <a:gd name="connsiteX21" fmla="*/ 13907 w 319626"/>
                  <a:gd name="connsiteY21" fmla="*/ 79826 h 316332"/>
                  <a:gd name="connsiteX22" fmla="*/ 11811 w 319626"/>
                  <a:gd name="connsiteY22" fmla="*/ 85351 h 316332"/>
                  <a:gd name="connsiteX23" fmla="*/ 10668 w 319626"/>
                  <a:gd name="connsiteY23" fmla="*/ 89066 h 316332"/>
                  <a:gd name="connsiteX24" fmla="*/ 9906 w 319626"/>
                  <a:gd name="connsiteY24" fmla="*/ 91542 h 316332"/>
                  <a:gd name="connsiteX25" fmla="*/ 7811 w 319626"/>
                  <a:gd name="connsiteY25" fmla="*/ 98781 h 316332"/>
                  <a:gd name="connsiteX26" fmla="*/ 7049 w 319626"/>
                  <a:gd name="connsiteY26" fmla="*/ 101448 h 316332"/>
                  <a:gd name="connsiteX27" fmla="*/ 7144 w 319626"/>
                  <a:gd name="connsiteY27" fmla="*/ 101353 h 316332"/>
                  <a:gd name="connsiteX28" fmla="*/ 6668 w 319626"/>
                  <a:gd name="connsiteY28" fmla="*/ 103258 h 316332"/>
                  <a:gd name="connsiteX29" fmla="*/ 4763 w 319626"/>
                  <a:gd name="connsiteY29" fmla="*/ 112021 h 316332"/>
                  <a:gd name="connsiteX30" fmla="*/ 4096 w 319626"/>
                  <a:gd name="connsiteY30" fmla="*/ 115259 h 316332"/>
                  <a:gd name="connsiteX31" fmla="*/ 2667 w 319626"/>
                  <a:gd name="connsiteY31" fmla="*/ 124213 h 316332"/>
                  <a:gd name="connsiteX32" fmla="*/ 2191 w 319626"/>
                  <a:gd name="connsiteY32" fmla="*/ 127261 h 316332"/>
                  <a:gd name="connsiteX33" fmla="*/ 1143 w 319626"/>
                  <a:gd name="connsiteY33" fmla="*/ 136881 h 316332"/>
                  <a:gd name="connsiteX34" fmla="*/ 857 w 319626"/>
                  <a:gd name="connsiteY34" fmla="*/ 139453 h 316332"/>
                  <a:gd name="connsiteX35" fmla="*/ 667 w 319626"/>
                  <a:gd name="connsiteY35" fmla="*/ 141072 h 316332"/>
                  <a:gd name="connsiteX36" fmla="*/ 762 w 319626"/>
                  <a:gd name="connsiteY36" fmla="*/ 141072 h 316332"/>
                  <a:gd name="connsiteX37" fmla="*/ 95 w 319626"/>
                  <a:gd name="connsiteY37" fmla="*/ 157646 h 316332"/>
                  <a:gd name="connsiteX38" fmla="*/ 0 w 319626"/>
                  <a:gd name="connsiteY38" fmla="*/ 157550 h 316332"/>
                  <a:gd name="connsiteX39" fmla="*/ 0 w 319626"/>
                  <a:gd name="connsiteY39" fmla="*/ 165456 h 316332"/>
                  <a:gd name="connsiteX40" fmla="*/ 95 w 319626"/>
                  <a:gd name="connsiteY40" fmla="*/ 165456 h 316332"/>
                  <a:gd name="connsiteX41" fmla="*/ 476 w 319626"/>
                  <a:gd name="connsiteY41" fmla="*/ 174981 h 316332"/>
                  <a:gd name="connsiteX42" fmla="*/ 381 w 319626"/>
                  <a:gd name="connsiteY42" fmla="*/ 174886 h 316332"/>
                  <a:gd name="connsiteX43" fmla="*/ 571 w 319626"/>
                  <a:gd name="connsiteY43" fmla="*/ 176696 h 316332"/>
                  <a:gd name="connsiteX44" fmla="*/ 1810 w 319626"/>
                  <a:gd name="connsiteY44" fmla="*/ 190602 h 316332"/>
                  <a:gd name="connsiteX45" fmla="*/ 1905 w 319626"/>
                  <a:gd name="connsiteY45" fmla="*/ 191174 h 316332"/>
                  <a:gd name="connsiteX46" fmla="*/ 1905 w 319626"/>
                  <a:gd name="connsiteY46" fmla="*/ 191174 h 316332"/>
                  <a:gd name="connsiteX47" fmla="*/ 3334 w 319626"/>
                  <a:gd name="connsiteY47" fmla="*/ 202604 h 316332"/>
                  <a:gd name="connsiteX48" fmla="*/ 29813 w 319626"/>
                  <a:gd name="connsiteY48" fmla="*/ 229464 h 316332"/>
                  <a:gd name="connsiteX49" fmla="*/ 164497 w 319626"/>
                  <a:gd name="connsiteY49" fmla="*/ 315094 h 316332"/>
                  <a:gd name="connsiteX50" fmla="*/ 164497 w 319626"/>
                  <a:gd name="connsiteY50" fmla="*/ 314904 h 316332"/>
                  <a:gd name="connsiteX51" fmla="*/ 168593 w 319626"/>
                  <a:gd name="connsiteY51" fmla="*/ 315665 h 316332"/>
                  <a:gd name="connsiteX52" fmla="*/ 177832 w 319626"/>
                  <a:gd name="connsiteY52" fmla="*/ 316332 h 316332"/>
                  <a:gd name="connsiteX53" fmla="*/ 179737 w 319626"/>
                  <a:gd name="connsiteY53" fmla="*/ 316332 h 316332"/>
                  <a:gd name="connsiteX54" fmla="*/ 187166 w 319626"/>
                  <a:gd name="connsiteY54" fmla="*/ 316047 h 316332"/>
                  <a:gd name="connsiteX55" fmla="*/ 188595 w 319626"/>
                  <a:gd name="connsiteY55" fmla="*/ 315856 h 316332"/>
                  <a:gd name="connsiteX56" fmla="*/ 196596 w 319626"/>
                  <a:gd name="connsiteY56" fmla="*/ 314618 h 316332"/>
                  <a:gd name="connsiteX57" fmla="*/ 197168 w 319626"/>
                  <a:gd name="connsiteY57" fmla="*/ 314523 h 316332"/>
                  <a:gd name="connsiteX58" fmla="*/ 205740 w 319626"/>
                  <a:gd name="connsiteY58" fmla="*/ 312237 h 316332"/>
                  <a:gd name="connsiteX59" fmla="*/ 205740 w 319626"/>
                  <a:gd name="connsiteY59" fmla="*/ 312237 h 316332"/>
                  <a:gd name="connsiteX60" fmla="*/ 205740 w 319626"/>
                  <a:gd name="connsiteY60" fmla="*/ 312237 h 316332"/>
                  <a:gd name="connsiteX61" fmla="*/ 261271 w 319626"/>
                  <a:gd name="connsiteY61" fmla="*/ 246895 h 316332"/>
                  <a:gd name="connsiteX62" fmla="*/ 218313 w 319626"/>
                  <a:gd name="connsiteY62" fmla="*/ 165932 h 316332"/>
                  <a:gd name="connsiteX63" fmla="*/ 226314 w 319626"/>
                  <a:gd name="connsiteY63" fmla="*/ 167361 h 316332"/>
                  <a:gd name="connsiteX64" fmla="*/ 226314 w 319626"/>
                  <a:gd name="connsiteY64" fmla="*/ 167361 h 316332"/>
                  <a:gd name="connsiteX65" fmla="*/ 235553 w 319626"/>
                  <a:gd name="connsiteY65" fmla="*/ 168028 h 316332"/>
                  <a:gd name="connsiteX66" fmla="*/ 237458 w 319626"/>
                  <a:gd name="connsiteY66" fmla="*/ 168028 h 316332"/>
                  <a:gd name="connsiteX67" fmla="*/ 244888 w 319626"/>
                  <a:gd name="connsiteY67" fmla="*/ 167742 h 316332"/>
                  <a:gd name="connsiteX68" fmla="*/ 246317 w 319626"/>
                  <a:gd name="connsiteY68" fmla="*/ 167552 h 316332"/>
                  <a:gd name="connsiteX69" fmla="*/ 254318 w 319626"/>
                  <a:gd name="connsiteY69" fmla="*/ 166314 h 316332"/>
                  <a:gd name="connsiteX70" fmla="*/ 254889 w 319626"/>
                  <a:gd name="connsiteY70" fmla="*/ 166218 h 316332"/>
                  <a:gd name="connsiteX71" fmla="*/ 318897 w 319626"/>
                  <a:gd name="connsiteY71" fmla="*/ 98686 h 316332"/>
                  <a:gd name="connsiteX72" fmla="*/ 260795 w 319626"/>
                  <a:gd name="connsiteY72" fmla="*/ 11818 h 31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19626" h="316332">
                    <a:moveTo>
                      <a:pt x="260795" y="11818"/>
                    </a:moveTo>
                    <a:cubicBezTo>
                      <a:pt x="249364" y="7437"/>
                      <a:pt x="192977" y="-11042"/>
                      <a:pt x="97155" y="9532"/>
                    </a:cubicBezTo>
                    <a:cubicBezTo>
                      <a:pt x="81534" y="12866"/>
                      <a:pt x="67723" y="15628"/>
                      <a:pt x="55150" y="18009"/>
                    </a:cubicBezTo>
                    <a:cubicBezTo>
                      <a:pt x="52102" y="20772"/>
                      <a:pt x="49244" y="23629"/>
                      <a:pt x="46577" y="26582"/>
                    </a:cubicBezTo>
                    <a:cubicBezTo>
                      <a:pt x="46577" y="26582"/>
                      <a:pt x="46577" y="26582"/>
                      <a:pt x="46482" y="26582"/>
                    </a:cubicBezTo>
                    <a:cubicBezTo>
                      <a:pt x="45149" y="28106"/>
                      <a:pt x="43815" y="29534"/>
                      <a:pt x="42482" y="31058"/>
                    </a:cubicBezTo>
                    <a:cubicBezTo>
                      <a:pt x="42577" y="31058"/>
                      <a:pt x="42577" y="31058"/>
                      <a:pt x="42672" y="31058"/>
                    </a:cubicBezTo>
                    <a:cubicBezTo>
                      <a:pt x="40196" y="33916"/>
                      <a:pt x="37814" y="36869"/>
                      <a:pt x="35624" y="39917"/>
                    </a:cubicBezTo>
                    <a:cubicBezTo>
                      <a:pt x="35528" y="39917"/>
                      <a:pt x="35528" y="39917"/>
                      <a:pt x="35433" y="39917"/>
                    </a:cubicBezTo>
                    <a:cubicBezTo>
                      <a:pt x="34862" y="40774"/>
                      <a:pt x="34195" y="41536"/>
                      <a:pt x="33623" y="42393"/>
                    </a:cubicBezTo>
                    <a:cubicBezTo>
                      <a:pt x="33719" y="42393"/>
                      <a:pt x="33719" y="42393"/>
                      <a:pt x="33814" y="42393"/>
                    </a:cubicBezTo>
                    <a:cubicBezTo>
                      <a:pt x="31052" y="46298"/>
                      <a:pt x="28385" y="50299"/>
                      <a:pt x="26003" y="54490"/>
                    </a:cubicBezTo>
                    <a:cubicBezTo>
                      <a:pt x="25908" y="54490"/>
                      <a:pt x="25908" y="54490"/>
                      <a:pt x="25813" y="54490"/>
                    </a:cubicBezTo>
                    <a:cubicBezTo>
                      <a:pt x="25527" y="55062"/>
                      <a:pt x="25241" y="55538"/>
                      <a:pt x="24955" y="56109"/>
                    </a:cubicBezTo>
                    <a:cubicBezTo>
                      <a:pt x="24860" y="56300"/>
                      <a:pt x="24765" y="56490"/>
                      <a:pt x="24670" y="56585"/>
                    </a:cubicBezTo>
                    <a:cubicBezTo>
                      <a:pt x="22860" y="59824"/>
                      <a:pt x="21146" y="63158"/>
                      <a:pt x="19526" y="66491"/>
                    </a:cubicBezTo>
                    <a:cubicBezTo>
                      <a:pt x="19241" y="67063"/>
                      <a:pt x="19050" y="67634"/>
                      <a:pt x="18764" y="68206"/>
                    </a:cubicBezTo>
                    <a:cubicBezTo>
                      <a:pt x="18288" y="69349"/>
                      <a:pt x="17717" y="70492"/>
                      <a:pt x="17240" y="71635"/>
                    </a:cubicBezTo>
                    <a:cubicBezTo>
                      <a:pt x="17240" y="71635"/>
                      <a:pt x="17145" y="71635"/>
                      <a:pt x="17145" y="71635"/>
                    </a:cubicBezTo>
                    <a:cubicBezTo>
                      <a:pt x="16859" y="72206"/>
                      <a:pt x="16764" y="72778"/>
                      <a:pt x="16478" y="73349"/>
                    </a:cubicBezTo>
                    <a:cubicBezTo>
                      <a:pt x="15907" y="74683"/>
                      <a:pt x="15430" y="76016"/>
                      <a:pt x="14859" y="77350"/>
                    </a:cubicBezTo>
                    <a:cubicBezTo>
                      <a:pt x="14573" y="78112"/>
                      <a:pt x="14288" y="78969"/>
                      <a:pt x="13907" y="79826"/>
                    </a:cubicBezTo>
                    <a:cubicBezTo>
                      <a:pt x="13240" y="81636"/>
                      <a:pt x="12478" y="83446"/>
                      <a:pt x="11811" y="85351"/>
                    </a:cubicBezTo>
                    <a:cubicBezTo>
                      <a:pt x="11430" y="86589"/>
                      <a:pt x="11049" y="87827"/>
                      <a:pt x="10668" y="89066"/>
                    </a:cubicBezTo>
                    <a:cubicBezTo>
                      <a:pt x="10382" y="89923"/>
                      <a:pt x="10192" y="90685"/>
                      <a:pt x="9906" y="91542"/>
                    </a:cubicBezTo>
                    <a:cubicBezTo>
                      <a:pt x="9144" y="93923"/>
                      <a:pt x="8477" y="96305"/>
                      <a:pt x="7811" y="98781"/>
                    </a:cubicBezTo>
                    <a:cubicBezTo>
                      <a:pt x="7525" y="99734"/>
                      <a:pt x="7239" y="100591"/>
                      <a:pt x="7049" y="101448"/>
                    </a:cubicBezTo>
                    <a:cubicBezTo>
                      <a:pt x="7049" y="101448"/>
                      <a:pt x="7144" y="101448"/>
                      <a:pt x="7144" y="101353"/>
                    </a:cubicBezTo>
                    <a:cubicBezTo>
                      <a:pt x="6953" y="102020"/>
                      <a:pt x="6858" y="102687"/>
                      <a:pt x="6668" y="103258"/>
                    </a:cubicBezTo>
                    <a:cubicBezTo>
                      <a:pt x="6001" y="106115"/>
                      <a:pt x="5334" y="109068"/>
                      <a:pt x="4763" y="112021"/>
                    </a:cubicBezTo>
                    <a:cubicBezTo>
                      <a:pt x="4572" y="113069"/>
                      <a:pt x="4286" y="114116"/>
                      <a:pt x="4096" y="115259"/>
                    </a:cubicBezTo>
                    <a:cubicBezTo>
                      <a:pt x="3524" y="118212"/>
                      <a:pt x="3048" y="121260"/>
                      <a:pt x="2667" y="124213"/>
                    </a:cubicBezTo>
                    <a:cubicBezTo>
                      <a:pt x="2477" y="125261"/>
                      <a:pt x="2381" y="126308"/>
                      <a:pt x="2191" y="127261"/>
                    </a:cubicBezTo>
                    <a:cubicBezTo>
                      <a:pt x="1810" y="130404"/>
                      <a:pt x="1429" y="133643"/>
                      <a:pt x="1143" y="136881"/>
                    </a:cubicBezTo>
                    <a:cubicBezTo>
                      <a:pt x="1048" y="137739"/>
                      <a:pt x="953" y="138596"/>
                      <a:pt x="857" y="139453"/>
                    </a:cubicBezTo>
                    <a:cubicBezTo>
                      <a:pt x="857" y="140024"/>
                      <a:pt x="762" y="140501"/>
                      <a:pt x="667" y="141072"/>
                    </a:cubicBezTo>
                    <a:cubicBezTo>
                      <a:pt x="667" y="141072"/>
                      <a:pt x="667" y="141072"/>
                      <a:pt x="762" y="141072"/>
                    </a:cubicBezTo>
                    <a:cubicBezTo>
                      <a:pt x="381" y="146597"/>
                      <a:pt x="191" y="152121"/>
                      <a:pt x="95" y="157646"/>
                    </a:cubicBezTo>
                    <a:cubicBezTo>
                      <a:pt x="95" y="157646"/>
                      <a:pt x="0" y="157646"/>
                      <a:pt x="0" y="157550"/>
                    </a:cubicBezTo>
                    <a:cubicBezTo>
                      <a:pt x="0" y="160217"/>
                      <a:pt x="0" y="162789"/>
                      <a:pt x="0" y="165456"/>
                    </a:cubicBezTo>
                    <a:cubicBezTo>
                      <a:pt x="0" y="165456"/>
                      <a:pt x="0" y="165456"/>
                      <a:pt x="95" y="165456"/>
                    </a:cubicBezTo>
                    <a:cubicBezTo>
                      <a:pt x="191" y="168599"/>
                      <a:pt x="286" y="171838"/>
                      <a:pt x="476" y="174981"/>
                    </a:cubicBezTo>
                    <a:cubicBezTo>
                      <a:pt x="476" y="174981"/>
                      <a:pt x="381" y="174981"/>
                      <a:pt x="381" y="174886"/>
                    </a:cubicBezTo>
                    <a:cubicBezTo>
                      <a:pt x="381" y="175457"/>
                      <a:pt x="476" y="176029"/>
                      <a:pt x="571" y="176696"/>
                    </a:cubicBezTo>
                    <a:cubicBezTo>
                      <a:pt x="857" y="181363"/>
                      <a:pt x="1238" y="186030"/>
                      <a:pt x="1810" y="190602"/>
                    </a:cubicBezTo>
                    <a:cubicBezTo>
                      <a:pt x="1810" y="190793"/>
                      <a:pt x="1810" y="190983"/>
                      <a:pt x="1905" y="191174"/>
                    </a:cubicBezTo>
                    <a:cubicBezTo>
                      <a:pt x="1905" y="191174"/>
                      <a:pt x="1905" y="191174"/>
                      <a:pt x="1905" y="191174"/>
                    </a:cubicBezTo>
                    <a:cubicBezTo>
                      <a:pt x="2286" y="194984"/>
                      <a:pt x="2762" y="198794"/>
                      <a:pt x="3334" y="202604"/>
                    </a:cubicBezTo>
                    <a:cubicBezTo>
                      <a:pt x="11430" y="210700"/>
                      <a:pt x="20193" y="219558"/>
                      <a:pt x="29813" y="229464"/>
                    </a:cubicBezTo>
                    <a:cubicBezTo>
                      <a:pt x="106299" y="308807"/>
                      <a:pt x="164497" y="315094"/>
                      <a:pt x="164497" y="315094"/>
                    </a:cubicBezTo>
                    <a:lnTo>
                      <a:pt x="164497" y="314904"/>
                    </a:lnTo>
                    <a:cubicBezTo>
                      <a:pt x="165830" y="315189"/>
                      <a:pt x="167164" y="315475"/>
                      <a:pt x="168593" y="315665"/>
                    </a:cubicBezTo>
                    <a:cubicBezTo>
                      <a:pt x="171736" y="316047"/>
                      <a:pt x="174784" y="316237"/>
                      <a:pt x="177832" y="316332"/>
                    </a:cubicBezTo>
                    <a:cubicBezTo>
                      <a:pt x="178499" y="316332"/>
                      <a:pt x="179070" y="316332"/>
                      <a:pt x="179737" y="316332"/>
                    </a:cubicBezTo>
                    <a:cubicBezTo>
                      <a:pt x="182213" y="316332"/>
                      <a:pt x="184690" y="316237"/>
                      <a:pt x="187166" y="316047"/>
                    </a:cubicBezTo>
                    <a:cubicBezTo>
                      <a:pt x="187643" y="316047"/>
                      <a:pt x="188119" y="315951"/>
                      <a:pt x="188595" y="315856"/>
                    </a:cubicBezTo>
                    <a:cubicBezTo>
                      <a:pt x="191262" y="315570"/>
                      <a:pt x="193929" y="315189"/>
                      <a:pt x="196596" y="314618"/>
                    </a:cubicBezTo>
                    <a:cubicBezTo>
                      <a:pt x="196787" y="314618"/>
                      <a:pt x="196977" y="314523"/>
                      <a:pt x="197168" y="314523"/>
                    </a:cubicBezTo>
                    <a:cubicBezTo>
                      <a:pt x="200025" y="313951"/>
                      <a:pt x="202883" y="313189"/>
                      <a:pt x="205740" y="312237"/>
                    </a:cubicBezTo>
                    <a:cubicBezTo>
                      <a:pt x="205740" y="312237"/>
                      <a:pt x="205740" y="312237"/>
                      <a:pt x="205740" y="312237"/>
                    </a:cubicBezTo>
                    <a:lnTo>
                      <a:pt x="205740" y="312237"/>
                    </a:lnTo>
                    <a:cubicBezTo>
                      <a:pt x="234696" y="302902"/>
                      <a:pt x="257080" y="278327"/>
                      <a:pt x="261271" y="246895"/>
                    </a:cubicBezTo>
                    <a:cubicBezTo>
                      <a:pt x="265652" y="213081"/>
                      <a:pt x="247650" y="181458"/>
                      <a:pt x="218313" y="165932"/>
                    </a:cubicBezTo>
                    <a:cubicBezTo>
                      <a:pt x="220980" y="166504"/>
                      <a:pt x="223647" y="166980"/>
                      <a:pt x="226314" y="167361"/>
                    </a:cubicBezTo>
                    <a:cubicBezTo>
                      <a:pt x="226314" y="167361"/>
                      <a:pt x="226314" y="167361"/>
                      <a:pt x="226314" y="167361"/>
                    </a:cubicBezTo>
                    <a:cubicBezTo>
                      <a:pt x="229457" y="167742"/>
                      <a:pt x="232505" y="167933"/>
                      <a:pt x="235553" y="168028"/>
                    </a:cubicBezTo>
                    <a:cubicBezTo>
                      <a:pt x="236220" y="168028"/>
                      <a:pt x="236792" y="168028"/>
                      <a:pt x="237458" y="168028"/>
                    </a:cubicBezTo>
                    <a:cubicBezTo>
                      <a:pt x="239935" y="168028"/>
                      <a:pt x="242507" y="167933"/>
                      <a:pt x="244888" y="167742"/>
                    </a:cubicBezTo>
                    <a:cubicBezTo>
                      <a:pt x="245364" y="167742"/>
                      <a:pt x="245840" y="167647"/>
                      <a:pt x="246317" y="167552"/>
                    </a:cubicBezTo>
                    <a:cubicBezTo>
                      <a:pt x="248984" y="167266"/>
                      <a:pt x="251651" y="166885"/>
                      <a:pt x="254318" y="166314"/>
                    </a:cubicBezTo>
                    <a:cubicBezTo>
                      <a:pt x="254508" y="166314"/>
                      <a:pt x="254699" y="166218"/>
                      <a:pt x="254889" y="166218"/>
                    </a:cubicBezTo>
                    <a:cubicBezTo>
                      <a:pt x="287941" y="159265"/>
                      <a:pt x="314420" y="133071"/>
                      <a:pt x="318897" y="98686"/>
                    </a:cubicBezTo>
                    <a:cubicBezTo>
                      <a:pt x="324326" y="59729"/>
                      <a:pt x="298895" y="23248"/>
                      <a:pt x="260795" y="1181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24" name="Forme libre : forme 15623">
                <a:extLst>
                  <a:ext uri="{FF2B5EF4-FFF2-40B4-BE49-F238E27FC236}">
                    <a16:creationId xmlns:a16="http://schemas.microsoft.com/office/drawing/2014/main" id="{726B1B9B-B571-4E17-915E-7B97503349C2}"/>
                  </a:ext>
                </a:extLst>
              </p:cNvPr>
              <p:cNvSpPr/>
              <p:nvPr/>
            </p:nvSpPr>
            <p:spPr>
              <a:xfrm>
                <a:off x="7632792" y="2373442"/>
                <a:ext cx="322520" cy="309310"/>
              </a:xfrm>
              <a:custGeom>
                <a:avLst/>
                <a:gdLst>
                  <a:gd name="connsiteX0" fmla="*/ 88564 w 322520"/>
                  <a:gd name="connsiteY0" fmla="*/ 273269 h 309310"/>
                  <a:gd name="connsiteX1" fmla="*/ 118187 w 322520"/>
                  <a:gd name="connsiteY1" fmla="*/ 304225 h 309310"/>
                  <a:gd name="connsiteX2" fmla="*/ 129998 w 322520"/>
                  <a:gd name="connsiteY2" fmla="*/ 306892 h 309310"/>
                  <a:gd name="connsiteX3" fmla="*/ 129998 w 322520"/>
                  <a:gd name="connsiteY3" fmla="*/ 306892 h 309310"/>
                  <a:gd name="connsiteX4" fmla="*/ 135998 w 322520"/>
                  <a:gd name="connsiteY4" fmla="*/ 307845 h 309310"/>
                  <a:gd name="connsiteX5" fmla="*/ 135903 w 322520"/>
                  <a:gd name="connsiteY5" fmla="*/ 307654 h 309310"/>
                  <a:gd name="connsiteX6" fmla="*/ 147238 w 322520"/>
                  <a:gd name="connsiteY6" fmla="*/ 308892 h 309310"/>
                  <a:gd name="connsiteX7" fmla="*/ 147333 w 322520"/>
                  <a:gd name="connsiteY7" fmla="*/ 308988 h 309310"/>
                  <a:gd name="connsiteX8" fmla="*/ 150381 w 322520"/>
                  <a:gd name="connsiteY8" fmla="*/ 309178 h 309310"/>
                  <a:gd name="connsiteX9" fmla="*/ 150286 w 322520"/>
                  <a:gd name="connsiteY9" fmla="*/ 309083 h 309310"/>
                  <a:gd name="connsiteX10" fmla="*/ 164669 w 322520"/>
                  <a:gd name="connsiteY10" fmla="*/ 309178 h 309310"/>
                  <a:gd name="connsiteX11" fmla="*/ 164764 w 322520"/>
                  <a:gd name="connsiteY11" fmla="*/ 309273 h 309310"/>
                  <a:gd name="connsiteX12" fmla="*/ 166574 w 322520"/>
                  <a:gd name="connsiteY12" fmla="*/ 309178 h 309310"/>
                  <a:gd name="connsiteX13" fmla="*/ 167145 w 322520"/>
                  <a:gd name="connsiteY13" fmla="*/ 309178 h 309310"/>
                  <a:gd name="connsiteX14" fmla="*/ 178289 w 322520"/>
                  <a:gd name="connsiteY14" fmla="*/ 308226 h 309310"/>
                  <a:gd name="connsiteX15" fmla="*/ 180194 w 322520"/>
                  <a:gd name="connsiteY15" fmla="*/ 307940 h 309310"/>
                  <a:gd name="connsiteX16" fmla="*/ 183909 w 322520"/>
                  <a:gd name="connsiteY16" fmla="*/ 307464 h 309310"/>
                  <a:gd name="connsiteX17" fmla="*/ 184005 w 322520"/>
                  <a:gd name="connsiteY17" fmla="*/ 307559 h 309310"/>
                  <a:gd name="connsiteX18" fmla="*/ 185814 w 322520"/>
                  <a:gd name="connsiteY18" fmla="*/ 307178 h 309310"/>
                  <a:gd name="connsiteX19" fmla="*/ 190005 w 322520"/>
                  <a:gd name="connsiteY19" fmla="*/ 306416 h 309310"/>
                  <a:gd name="connsiteX20" fmla="*/ 192577 w 322520"/>
                  <a:gd name="connsiteY20" fmla="*/ 305940 h 309310"/>
                  <a:gd name="connsiteX21" fmla="*/ 198292 w 322520"/>
                  <a:gd name="connsiteY21" fmla="*/ 304797 h 309310"/>
                  <a:gd name="connsiteX22" fmla="*/ 202007 w 322520"/>
                  <a:gd name="connsiteY22" fmla="*/ 303844 h 309310"/>
                  <a:gd name="connsiteX23" fmla="*/ 204483 w 322520"/>
                  <a:gd name="connsiteY23" fmla="*/ 303177 h 309310"/>
                  <a:gd name="connsiteX24" fmla="*/ 211722 w 322520"/>
                  <a:gd name="connsiteY24" fmla="*/ 301082 h 309310"/>
                  <a:gd name="connsiteX25" fmla="*/ 214389 w 322520"/>
                  <a:gd name="connsiteY25" fmla="*/ 300320 h 309310"/>
                  <a:gd name="connsiteX26" fmla="*/ 214294 w 322520"/>
                  <a:gd name="connsiteY26" fmla="*/ 300225 h 309310"/>
                  <a:gd name="connsiteX27" fmla="*/ 216199 w 322520"/>
                  <a:gd name="connsiteY27" fmla="*/ 299558 h 309310"/>
                  <a:gd name="connsiteX28" fmla="*/ 224581 w 322520"/>
                  <a:gd name="connsiteY28" fmla="*/ 296510 h 309310"/>
                  <a:gd name="connsiteX29" fmla="*/ 227629 w 322520"/>
                  <a:gd name="connsiteY29" fmla="*/ 295367 h 309310"/>
                  <a:gd name="connsiteX30" fmla="*/ 236011 w 322520"/>
                  <a:gd name="connsiteY30" fmla="*/ 291747 h 309310"/>
                  <a:gd name="connsiteX31" fmla="*/ 238868 w 322520"/>
                  <a:gd name="connsiteY31" fmla="*/ 290509 h 309310"/>
                  <a:gd name="connsiteX32" fmla="*/ 247536 w 322520"/>
                  <a:gd name="connsiteY32" fmla="*/ 286223 h 309310"/>
                  <a:gd name="connsiteX33" fmla="*/ 249822 w 322520"/>
                  <a:gd name="connsiteY33" fmla="*/ 285080 h 309310"/>
                  <a:gd name="connsiteX34" fmla="*/ 251251 w 322520"/>
                  <a:gd name="connsiteY34" fmla="*/ 284318 h 309310"/>
                  <a:gd name="connsiteX35" fmla="*/ 251251 w 322520"/>
                  <a:gd name="connsiteY35" fmla="*/ 284223 h 309310"/>
                  <a:gd name="connsiteX36" fmla="*/ 265634 w 322520"/>
                  <a:gd name="connsiteY36" fmla="*/ 275841 h 309310"/>
                  <a:gd name="connsiteX37" fmla="*/ 265634 w 322520"/>
                  <a:gd name="connsiteY37" fmla="*/ 275936 h 309310"/>
                  <a:gd name="connsiteX38" fmla="*/ 272301 w 322520"/>
                  <a:gd name="connsiteY38" fmla="*/ 271650 h 309310"/>
                  <a:gd name="connsiteX39" fmla="*/ 272301 w 322520"/>
                  <a:gd name="connsiteY39" fmla="*/ 271554 h 309310"/>
                  <a:gd name="connsiteX40" fmla="*/ 280112 w 322520"/>
                  <a:gd name="connsiteY40" fmla="*/ 266125 h 309310"/>
                  <a:gd name="connsiteX41" fmla="*/ 280112 w 322520"/>
                  <a:gd name="connsiteY41" fmla="*/ 266220 h 309310"/>
                  <a:gd name="connsiteX42" fmla="*/ 281540 w 322520"/>
                  <a:gd name="connsiteY42" fmla="*/ 265173 h 309310"/>
                  <a:gd name="connsiteX43" fmla="*/ 292685 w 322520"/>
                  <a:gd name="connsiteY43" fmla="*/ 256695 h 309310"/>
                  <a:gd name="connsiteX44" fmla="*/ 293161 w 322520"/>
                  <a:gd name="connsiteY44" fmla="*/ 256314 h 309310"/>
                  <a:gd name="connsiteX45" fmla="*/ 293161 w 322520"/>
                  <a:gd name="connsiteY45" fmla="*/ 256314 h 309310"/>
                  <a:gd name="connsiteX46" fmla="*/ 302019 w 322520"/>
                  <a:gd name="connsiteY46" fmla="*/ 248980 h 309310"/>
                  <a:gd name="connsiteX47" fmla="*/ 310687 w 322520"/>
                  <a:gd name="connsiteY47" fmla="*/ 212309 h 309310"/>
                  <a:gd name="connsiteX48" fmla="*/ 311258 w 322520"/>
                  <a:gd name="connsiteY48" fmla="*/ 52765 h 309310"/>
                  <a:gd name="connsiteX49" fmla="*/ 311068 w 322520"/>
                  <a:gd name="connsiteY49" fmla="*/ 52765 h 309310"/>
                  <a:gd name="connsiteX50" fmla="*/ 309544 w 322520"/>
                  <a:gd name="connsiteY50" fmla="*/ 48955 h 309310"/>
                  <a:gd name="connsiteX51" fmla="*/ 305163 w 322520"/>
                  <a:gd name="connsiteY51" fmla="*/ 40764 h 309310"/>
                  <a:gd name="connsiteX52" fmla="*/ 304115 w 322520"/>
                  <a:gd name="connsiteY52" fmla="*/ 39144 h 309310"/>
                  <a:gd name="connsiteX53" fmla="*/ 299924 w 322520"/>
                  <a:gd name="connsiteY53" fmla="*/ 32953 h 309310"/>
                  <a:gd name="connsiteX54" fmla="*/ 299066 w 322520"/>
                  <a:gd name="connsiteY54" fmla="*/ 31810 h 309310"/>
                  <a:gd name="connsiteX55" fmla="*/ 293828 w 322520"/>
                  <a:gd name="connsiteY55" fmla="*/ 25714 h 309310"/>
                  <a:gd name="connsiteX56" fmla="*/ 293351 w 322520"/>
                  <a:gd name="connsiteY56" fmla="*/ 25238 h 309310"/>
                  <a:gd name="connsiteX57" fmla="*/ 202007 w 322520"/>
                  <a:gd name="connsiteY57" fmla="*/ 7140 h 309310"/>
                  <a:gd name="connsiteX58" fmla="*/ 156477 w 322520"/>
                  <a:gd name="connsiteY58" fmla="*/ 86674 h 309310"/>
                  <a:gd name="connsiteX59" fmla="*/ 153429 w 322520"/>
                  <a:gd name="connsiteY59" fmla="*/ 79149 h 309310"/>
                  <a:gd name="connsiteX60" fmla="*/ 149048 w 322520"/>
                  <a:gd name="connsiteY60" fmla="*/ 70958 h 309310"/>
                  <a:gd name="connsiteX61" fmla="*/ 148000 w 322520"/>
                  <a:gd name="connsiteY61" fmla="*/ 69339 h 309310"/>
                  <a:gd name="connsiteX62" fmla="*/ 143809 w 322520"/>
                  <a:gd name="connsiteY62" fmla="*/ 63147 h 309310"/>
                  <a:gd name="connsiteX63" fmla="*/ 142952 w 322520"/>
                  <a:gd name="connsiteY63" fmla="*/ 62004 h 309310"/>
                  <a:gd name="connsiteX64" fmla="*/ 137618 w 322520"/>
                  <a:gd name="connsiteY64" fmla="*/ 55908 h 309310"/>
                  <a:gd name="connsiteX65" fmla="*/ 137141 w 322520"/>
                  <a:gd name="connsiteY65" fmla="*/ 55432 h 309310"/>
                  <a:gd name="connsiteX66" fmla="*/ 45797 w 322520"/>
                  <a:gd name="connsiteY66" fmla="*/ 37335 h 309310"/>
                  <a:gd name="connsiteX67" fmla="*/ 3125 w 322520"/>
                  <a:gd name="connsiteY67" fmla="*/ 133251 h 309310"/>
                  <a:gd name="connsiteX68" fmla="*/ 88564 w 322520"/>
                  <a:gd name="connsiteY68" fmla="*/ 273269 h 309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322520" h="309310">
                    <a:moveTo>
                      <a:pt x="88564" y="273269"/>
                    </a:moveTo>
                    <a:cubicBezTo>
                      <a:pt x="99708" y="284699"/>
                      <a:pt x="109424" y="294891"/>
                      <a:pt x="118187" y="304225"/>
                    </a:cubicBezTo>
                    <a:cubicBezTo>
                      <a:pt x="122092" y="305273"/>
                      <a:pt x="126092" y="306225"/>
                      <a:pt x="129998" y="306892"/>
                    </a:cubicBezTo>
                    <a:cubicBezTo>
                      <a:pt x="129998" y="306892"/>
                      <a:pt x="129998" y="306892"/>
                      <a:pt x="129998" y="306892"/>
                    </a:cubicBezTo>
                    <a:cubicBezTo>
                      <a:pt x="131998" y="307273"/>
                      <a:pt x="133998" y="307559"/>
                      <a:pt x="135998" y="307845"/>
                    </a:cubicBezTo>
                    <a:cubicBezTo>
                      <a:pt x="135998" y="307749"/>
                      <a:pt x="135903" y="307749"/>
                      <a:pt x="135903" y="307654"/>
                    </a:cubicBezTo>
                    <a:cubicBezTo>
                      <a:pt x="139618" y="308226"/>
                      <a:pt x="143428" y="308607"/>
                      <a:pt x="147238" y="308892"/>
                    </a:cubicBezTo>
                    <a:cubicBezTo>
                      <a:pt x="147238" y="308892"/>
                      <a:pt x="147333" y="308988"/>
                      <a:pt x="147333" y="308988"/>
                    </a:cubicBezTo>
                    <a:cubicBezTo>
                      <a:pt x="148381" y="309083"/>
                      <a:pt x="149429" y="309178"/>
                      <a:pt x="150381" y="309178"/>
                    </a:cubicBezTo>
                    <a:cubicBezTo>
                      <a:pt x="150381" y="309178"/>
                      <a:pt x="150286" y="309083"/>
                      <a:pt x="150286" y="309083"/>
                    </a:cubicBezTo>
                    <a:cubicBezTo>
                      <a:pt x="155048" y="309369"/>
                      <a:pt x="159906" y="309369"/>
                      <a:pt x="164669" y="309178"/>
                    </a:cubicBezTo>
                    <a:cubicBezTo>
                      <a:pt x="164669" y="309178"/>
                      <a:pt x="164764" y="309273"/>
                      <a:pt x="164764" y="309273"/>
                    </a:cubicBezTo>
                    <a:cubicBezTo>
                      <a:pt x="165335" y="309273"/>
                      <a:pt x="166002" y="309178"/>
                      <a:pt x="166574" y="309178"/>
                    </a:cubicBezTo>
                    <a:cubicBezTo>
                      <a:pt x="166764" y="309178"/>
                      <a:pt x="166955" y="309178"/>
                      <a:pt x="167145" y="309178"/>
                    </a:cubicBezTo>
                    <a:cubicBezTo>
                      <a:pt x="170860" y="308988"/>
                      <a:pt x="174575" y="308607"/>
                      <a:pt x="178289" y="308226"/>
                    </a:cubicBezTo>
                    <a:cubicBezTo>
                      <a:pt x="178956" y="308130"/>
                      <a:pt x="179623" y="308035"/>
                      <a:pt x="180194" y="307940"/>
                    </a:cubicBezTo>
                    <a:cubicBezTo>
                      <a:pt x="181433" y="307749"/>
                      <a:pt x="182671" y="307654"/>
                      <a:pt x="183909" y="307464"/>
                    </a:cubicBezTo>
                    <a:cubicBezTo>
                      <a:pt x="183909" y="307464"/>
                      <a:pt x="183909" y="307559"/>
                      <a:pt x="184005" y="307559"/>
                    </a:cubicBezTo>
                    <a:cubicBezTo>
                      <a:pt x="184576" y="307464"/>
                      <a:pt x="185148" y="307273"/>
                      <a:pt x="185814" y="307178"/>
                    </a:cubicBezTo>
                    <a:cubicBezTo>
                      <a:pt x="187243" y="306987"/>
                      <a:pt x="188672" y="306702"/>
                      <a:pt x="190005" y="306416"/>
                    </a:cubicBezTo>
                    <a:cubicBezTo>
                      <a:pt x="190863" y="306225"/>
                      <a:pt x="191720" y="306035"/>
                      <a:pt x="192577" y="305940"/>
                    </a:cubicBezTo>
                    <a:cubicBezTo>
                      <a:pt x="194482" y="305559"/>
                      <a:pt x="196387" y="305178"/>
                      <a:pt x="198292" y="304797"/>
                    </a:cubicBezTo>
                    <a:cubicBezTo>
                      <a:pt x="199530" y="304511"/>
                      <a:pt x="200768" y="304130"/>
                      <a:pt x="202007" y="303844"/>
                    </a:cubicBezTo>
                    <a:cubicBezTo>
                      <a:pt x="202864" y="303654"/>
                      <a:pt x="203721" y="303368"/>
                      <a:pt x="204483" y="303177"/>
                    </a:cubicBezTo>
                    <a:cubicBezTo>
                      <a:pt x="206864" y="302511"/>
                      <a:pt x="209341" y="301844"/>
                      <a:pt x="211722" y="301082"/>
                    </a:cubicBezTo>
                    <a:cubicBezTo>
                      <a:pt x="212580" y="300796"/>
                      <a:pt x="213532" y="300606"/>
                      <a:pt x="214389" y="300320"/>
                    </a:cubicBezTo>
                    <a:cubicBezTo>
                      <a:pt x="214389" y="300320"/>
                      <a:pt x="214294" y="300320"/>
                      <a:pt x="214294" y="300225"/>
                    </a:cubicBezTo>
                    <a:cubicBezTo>
                      <a:pt x="214961" y="300034"/>
                      <a:pt x="215532" y="299748"/>
                      <a:pt x="216199" y="299558"/>
                    </a:cubicBezTo>
                    <a:cubicBezTo>
                      <a:pt x="219056" y="298605"/>
                      <a:pt x="221819" y="297558"/>
                      <a:pt x="224581" y="296510"/>
                    </a:cubicBezTo>
                    <a:cubicBezTo>
                      <a:pt x="225629" y="296129"/>
                      <a:pt x="226581" y="295748"/>
                      <a:pt x="227629" y="295367"/>
                    </a:cubicBezTo>
                    <a:cubicBezTo>
                      <a:pt x="230487" y="294224"/>
                      <a:pt x="233249" y="293081"/>
                      <a:pt x="236011" y="291747"/>
                    </a:cubicBezTo>
                    <a:cubicBezTo>
                      <a:pt x="236964" y="291366"/>
                      <a:pt x="237916" y="290890"/>
                      <a:pt x="238868" y="290509"/>
                    </a:cubicBezTo>
                    <a:cubicBezTo>
                      <a:pt x="241821" y="289176"/>
                      <a:pt x="244679" y="287747"/>
                      <a:pt x="247536" y="286223"/>
                    </a:cubicBezTo>
                    <a:cubicBezTo>
                      <a:pt x="248298" y="285842"/>
                      <a:pt x="249060" y="285461"/>
                      <a:pt x="249822" y="285080"/>
                    </a:cubicBezTo>
                    <a:cubicBezTo>
                      <a:pt x="250298" y="284794"/>
                      <a:pt x="250775" y="284604"/>
                      <a:pt x="251251" y="284318"/>
                    </a:cubicBezTo>
                    <a:cubicBezTo>
                      <a:pt x="251251" y="284318"/>
                      <a:pt x="251251" y="284318"/>
                      <a:pt x="251251" y="284223"/>
                    </a:cubicBezTo>
                    <a:cubicBezTo>
                      <a:pt x="256109" y="281651"/>
                      <a:pt x="260871" y="278793"/>
                      <a:pt x="265634" y="275841"/>
                    </a:cubicBezTo>
                    <a:cubicBezTo>
                      <a:pt x="265634" y="275841"/>
                      <a:pt x="265634" y="275936"/>
                      <a:pt x="265634" y="275936"/>
                    </a:cubicBezTo>
                    <a:cubicBezTo>
                      <a:pt x="267920" y="274507"/>
                      <a:pt x="270110" y="273174"/>
                      <a:pt x="272301" y="271650"/>
                    </a:cubicBezTo>
                    <a:cubicBezTo>
                      <a:pt x="272301" y="271650"/>
                      <a:pt x="272301" y="271650"/>
                      <a:pt x="272301" y="271554"/>
                    </a:cubicBezTo>
                    <a:cubicBezTo>
                      <a:pt x="274968" y="269840"/>
                      <a:pt x="277540" y="268030"/>
                      <a:pt x="280112" y="266125"/>
                    </a:cubicBezTo>
                    <a:cubicBezTo>
                      <a:pt x="280112" y="266125"/>
                      <a:pt x="280112" y="266220"/>
                      <a:pt x="280112" y="266220"/>
                    </a:cubicBezTo>
                    <a:cubicBezTo>
                      <a:pt x="280588" y="265839"/>
                      <a:pt x="281064" y="265458"/>
                      <a:pt x="281540" y="265173"/>
                    </a:cubicBezTo>
                    <a:cubicBezTo>
                      <a:pt x="285350" y="262410"/>
                      <a:pt x="289065" y="259648"/>
                      <a:pt x="292685" y="256695"/>
                    </a:cubicBezTo>
                    <a:cubicBezTo>
                      <a:pt x="292875" y="256600"/>
                      <a:pt x="292971" y="256410"/>
                      <a:pt x="293161" y="256314"/>
                    </a:cubicBezTo>
                    <a:cubicBezTo>
                      <a:pt x="293161" y="256314"/>
                      <a:pt x="293161" y="256314"/>
                      <a:pt x="293161" y="256314"/>
                    </a:cubicBezTo>
                    <a:cubicBezTo>
                      <a:pt x="296114" y="253933"/>
                      <a:pt x="299162" y="251457"/>
                      <a:pt x="302019" y="248980"/>
                    </a:cubicBezTo>
                    <a:cubicBezTo>
                      <a:pt x="304496" y="237836"/>
                      <a:pt x="307353" y="225739"/>
                      <a:pt x="310687" y="212309"/>
                    </a:cubicBezTo>
                    <a:cubicBezTo>
                      <a:pt x="336976" y="105248"/>
                      <a:pt x="311258" y="52765"/>
                      <a:pt x="311258" y="52765"/>
                    </a:cubicBezTo>
                    <a:lnTo>
                      <a:pt x="311068" y="52765"/>
                    </a:lnTo>
                    <a:cubicBezTo>
                      <a:pt x="310592" y="51527"/>
                      <a:pt x="310115" y="50193"/>
                      <a:pt x="309544" y="48955"/>
                    </a:cubicBezTo>
                    <a:cubicBezTo>
                      <a:pt x="308210" y="46098"/>
                      <a:pt x="306782" y="43431"/>
                      <a:pt x="305163" y="40764"/>
                    </a:cubicBezTo>
                    <a:cubicBezTo>
                      <a:pt x="304877" y="40192"/>
                      <a:pt x="304496" y="39716"/>
                      <a:pt x="304115" y="39144"/>
                    </a:cubicBezTo>
                    <a:cubicBezTo>
                      <a:pt x="302781" y="37049"/>
                      <a:pt x="301352" y="34953"/>
                      <a:pt x="299924" y="32953"/>
                    </a:cubicBezTo>
                    <a:cubicBezTo>
                      <a:pt x="299638" y="32572"/>
                      <a:pt x="299352" y="32191"/>
                      <a:pt x="299066" y="31810"/>
                    </a:cubicBezTo>
                    <a:cubicBezTo>
                      <a:pt x="297352" y="29715"/>
                      <a:pt x="295638" y="27619"/>
                      <a:pt x="293828" y="25714"/>
                    </a:cubicBezTo>
                    <a:cubicBezTo>
                      <a:pt x="293637" y="25524"/>
                      <a:pt x="293542" y="25428"/>
                      <a:pt x="293351" y="25238"/>
                    </a:cubicBezTo>
                    <a:cubicBezTo>
                      <a:pt x="269825" y="949"/>
                      <a:pt x="233534" y="-7338"/>
                      <a:pt x="202007" y="7140"/>
                    </a:cubicBezTo>
                    <a:cubicBezTo>
                      <a:pt x="171050" y="21428"/>
                      <a:pt x="154001" y="53622"/>
                      <a:pt x="156477" y="86674"/>
                    </a:cubicBezTo>
                    <a:cubicBezTo>
                      <a:pt x="155620" y="84102"/>
                      <a:pt x="154572" y="81626"/>
                      <a:pt x="153429" y="79149"/>
                    </a:cubicBezTo>
                    <a:cubicBezTo>
                      <a:pt x="152096" y="76292"/>
                      <a:pt x="150667" y="73625"/>
                      <a:pt x="149048" y="70958"/>
                    </a:cubicBezTo>
                    <a:cubicBezTo>
                      <a:pt x="148762" y="70386"/>
                      <a:pt x="148381" y="69910"/>
                      <a:pt x="148000" y="69339"/>
                    </a:cubicBezTo>
                    <a:cubicBezTo>
                      <a:pt x="146666" y="67243"/>
                      <a:pt x="145238" y="65148"/>
                      <a:pt x="143809" y="63147"/>
                    </a:cubicBezTo>
                    <a:cubicBezTo>
                      <a:pt x="143523" y="62766"/>
                      <a:pt x="143237" y="62385"/>
                      <a:pt x="142952" y="62004"/>
                    </a:cubicBezTo>
                    <a:cubicBezTo>
                      <a:pt x="141237" y="59909"/>
                      <a:pt x="139523" y="57813"/>
                      <a:pt x="137618" y="55908"/>
                    </a:cubicBezTo>
                    <a:cubicBezTo>
                      <a:pt x="137427" y="55718"/>
                      <a:pt x="137332" y="55623"/>
                      <a:pt x="137141" y="55432"/>
                    </a:cubicBezTo>
                    <a:cubicBezTo>
                      <a:pt x="113615" y="31143"/>
                      <a:pt x="77324" y="22761"/>
                      <a:pt x="45797" y="37335"/>
                    </a:cubicBezTo>
                    <a:cubicBezTo>
                      <a:pt x="9697" y="54003"/>
                      <a:pt x="-7543" y="94961"/>
                      <a:pt x="3125" y="133251"/>
                    </a:cubicBezTo>
                    <a:cubicBezTo>
                      <a:pt x="5601" y="145729"/>
                      <a:pt x="20079" y="203260"/>
                      <a:pt x="88564" y="273269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25" name="Forme libre : forme 15624">
                <a:extLst>
                  <a:ext uri="{FF2B5EF4-FFF2-40B4-BE49-F238E27FC236}">
                    <a16:creationId xmlns:a16="http://schemas.microsoft.com/office/drawing/2014/main" id="{DE67F87B-311D-4C70-B5CD-9AFDA8865174}"/>
                  </a:ext>
                </a:extLst>
              </p:cNvPr>
              <p:cNvSpPr/>
              <p:nvPr/>
            </p:nvSpPr>
            <p:spPr>
              <a:xfrm>
                <a:off x="8124907" y="4076757"/>
                <a:ext cx="322521" cy="309310"/>
              </a:xfrm>
              <a:custGeom>
                <a:avLst/>
                <a:gdLst>
                  <a:gd name="connsiteX0" fmla="*/ 233862 w 322521"/>
                  <a:gd name="connsiteY0" fmla="*/ 36042 h 309310"/>
                  <a:gd name="connsiteX1" fmla="*/ 204239 w 322521"/>
                  <a:gd name="connsiteY1" fmla="*/ 5086 h 309310"/>
                  <a:gd name="connsiteX2" fmla="*/ 192428 w 322521"/>
                  <a:gd name="connsiteY2" fmla="*/ 2419 h 309310"/>
                  <a:gd name="connsiteX3" fmla="*/ 192428 w 322521"/>
                  <a:gd name="connsiteY3" fmla="*/ 2419 h 309310"/>
                  <a:gd name="connsiteX4" fmla="*/ 186427 w 322521"/>
                  <a:gd name="connsiteY4" fmla="*/ 1466 h 309310"/>
                  <a:gd name="connsiteX5" fmla="*/ 186523 w 322521"/>
                  <a:gd name="connsiteY5" fmla="*/ 1657 h 309310"/>
                  <a:gd name="connsiteX6" fmla="*/ 175188 w 322521"/>
                  <a:gd name="connsiteY6" fmla="*/ 418 h 309310"/>
                  <a:gd name="connsiteX7" fmla="*/ 175092 w 322521"/>
                  <a:gd name="connsiteY7" fmla="*/ 323 h 309310"/>
                  <a:gd name="connsiteX8" fmla="*/ 172045 w 322521"/>
                  <a:gd name="connsiteY8" fmla="*/ 133 h 309310"/>
                  <a:gd name="connsiteX9" fmla="*/ 172140 w 322521"/>
                  <a:gd name="connsiteY9" fmla="*/ 228 h 309310"/>
                  <a:gd name="connsiteX10" fmla="*/ 157757 w 322521"/>
                  <a:gd name="connsiteY10" fmla="*/ 133 h 309310"/>
                  <a:gd name="connsiteX11" fmla="*/ 157662 w 322521"/>
                  <a:gd name="connsiteY11" fmla="*/ 38 h 309310"/>
                  <a:gd name="connsiteX12" fmla="*/ 155852 w 322521"/>
                  <a:gd name="connsiteY12" fmla="*/ 133 h 309310"/>
                  <a:gd name="connsiteX13" fmla="*/ 155281 w 322521"/>
                  <a:gd name="connsiteY13" fmla="*/ 133 h 309310"/>
                  <a:gd name="connsiteX14" fmla="*/ 144136 w 322521"/>
                  <a:gd name="connsiteY14" fmla="*/ 1085 h 309310"/>
                  <a:gd name="connsiteX15" fmla="*/ 142231 w 322521"/>
                  <a:gd name="connsiteY15" fmla="*/ 1371 h 309310"/>
                  <a:gd name="connsiteX16" fmla="*/ 138612 w 322521"/>
                  <a:gd name="connsiteY16" fmla="*/ 1847 h 309310"/>
                  <a:gd name="connsiteX17" fmla="*/ 138516 w 322521"/>
                  <a:gd name="connsiteY17" fmla="*/ 1752 h 309310"/>
                  <a:gd name="connsiteX18" fmla="*/ 136707 w 322521"/>
                  <a:gd name="connsiteY18" fmla="*/ 2133 h 309310"/>
                  <a:gd name="connsiteX19" fmla="*/ 132516 w 322521"/>
                  <a:gd name="connsiteY19" fmla="*/ 2895 h 309310"/>
                  <a:gd name="connsiteX20" fmla="*/ 129944 w 322521"/>
                  <a:gd name="connsiteY20" fmla="*/ 3371 h 309310"/>
                  <a:gd name="connsiteX21" fmla="*/ 124229 w 322521"/>
                  <a:gd name="connsiteY21" fmla="*/ 4514 h 309310"/>
                  <a:gd name="connsiteX22" fmla="*/ 120514 w 322521"/>
                  <a:gd name="connsiteY22" fmla="*/ 5467 h 309310"/>
                  <a:gd name="connsiteX23" fmla="*/ 118038 w 322521"/>
                  <a:gd name="connsiteY23" fmla="*/ 6133 h 309310"/>
                  <a:gd name="connsiteX24" fmla="*/ 110799 w 322521"/>
                  <a:gd name="connsiteY24" fmla="*/ 8229 h 309310"/>
                  <a:gd name="connsiteX25" fmla="*/ 108132 w 322521"/>
                  <a:gd name="connsiteY25" fmla="*/ 8991 h 309310"/>
                  <a:gd name="connsiteX26" fmla="*/ 108227 w 322521"/>
                  <a:gd name="connsiteY26" fmla="*/ 9086 h 309310"/>
                  <a:gd name="connsiteX27" fmla="*/ 106322 w 322521"/>
                  <a:gd name="connsiteY27" fmla="*/ 9753 h 309310"/>
                  <a:gd name="connsiteX28" fmla="*/ 97940 w 322521"/>
                  <a:gd name="connsiteY28" fmla="*/ 12801 h 309310"/>
                  <a:gd name="connsiteX29" fmla="*/ 94892 w 322521"/>
                  <a:gd name="connsiteY29" fmla="*/ 13944 h 309310"/>
                  <a:gd name="connsiteX30" fmla="*/ 86510 w 322521"/>
                  <a:gd name="connsiteY30" fmla="*/ 17564 h 309310"/>
                  <a:gd name="connsiteX31" fmla="*/ 83653 w 322521"/>
                  <a:gd name="connsiteY31" fmla="*/ 18802 h 309310"/>
                  <a:gd name="connsiteX32" fmla="*/ 74985 w 322521"/>
                  <a:gd name="connsiteY32" fmla="*/ 23088 h 309310"/>
                  <a:gd name="connsiteX33" fmla="*/ 72699 w 322521"/>
                  <a:gd name="connsiteY33" fmla="*/ 24231 h 309310"/>
                  <a:gd name="connsiteX34" fmla="*/ 71270 w 322521"/>
                  <a:gd name="connsiteY34" fmla="*/ 24993 h 309310"/>
                  <a:gd name="connsiteX35" fmla="*/ 71270 w 322521"/>
                  <a:gd name="connsiteY35" fmla="*/ 25088 h 309310"/>
                  <a:gd name="connsiteX36" fmla="*/ 56887 w 322521"/>
                  <a:gd name="connsiteY36" fmla="*/ 33470 h 309310"/>
                  <a:gd name="connsiteX37" fmla="*/ 56887 w 322521"/>
                  <a:gd name="connsiteY37" fmla="*/ 33375 h 309310"/>
                  <a:gd name="connsiteX38" fmla="*/ 50220 w 322521"/>
                  <a:gd name="connsiteY38" fmla="*/ 37661 h 309310"/>
                  <a:gd name="connsiteX39" fmla="*/ 50220 w 322521"/>
                  <a:gd name="connsiteY39" fmla="*/ 37757 h 309310"/>
                  <a:gd name="connsiteX40" fmla="*/ 42409 w 322521"/>
                  <a:gd name="connsiteY40" fmla="*/ 43186 h 309310"/>
                  <a:gd name="connsiteX41" fmla="*/ 42409 w 322521"/>
                  <a:gd name="connsiteY41" fmla="*/ 43091 h 309310"/>
                  <a:gd name="connsiteX42" fmla="*/ 40981 w 322521"/>
                  <a:gd name="connsiteY42" fmla="*/ 44138 h 309310"/>
                  <a:gd name="connsiteX43" fmla="*/ 29836 w 322521"/>
                  <a:gd name="connsiteY43" fmla="*/ 52616 h 309310"/>
                  <a:gd name="connsiteX44" fmla="*/ 29360 w 322521"/>
                  <a:gd name="connsiteY44" fmla="*/ 52997 h 309310"/>
                  <a:gd name="connsiteX45" fmla="*/ 29360 w 322521"/>
                  <a:gd name="connsiteY45" fmla="*/ 52997 h 309310"/>
                  <a:gd name="connsiteX46" fmla="*/ 20502 w 322521"/>
                  <a:gd name="connsiteY46" fmla="*/ 60331 h 309310"/>
                  <a:gd name="connsiteX47" fmla="*/ 11834 w 322521"/>
                  <a:gd name="connsiteY47" fmla="*/ 97002 h 309310"/>
                  <a:gd name="connsiteX48" fmla="*/ 11263 w 322521"/>
                  <a:gd name="connsiteY48" fmla="*/ 256546 h 309310"/>
                  <a:gd name="connsiteX49" fmla="*/ 11453 w 322521"/>
                  <a:gd name="connsiteY49" fmla="*/ 256546 h 309310"/>
                  <a:gd name="connsiteX50" fmla="*/ 12977 w 322521"/>
                  <a:gd name="connsiteY50" fmla="*/ 260356 h 309310"/>
                  <a:gd name="connsiteX51" fmla="*/ 17358 w 322521"/>
                  <a:gd name="connsiteY51" fmla="*/ 268547 h 309310"/>
                  <a:gd name="connsiteX52" fmla="*/ 18406 w 322521"/>
                  <a:gd name="connsiteY52" fmla="*/ 270167 h 309310"/>
                  <a:gd name="connsiteX53" fmla="*/ 22597 w 322521"/>
                  <a:gd name="connsiteY53" fmla="*/ 276358 h 309310"/>
                  <a:gd name="connsiteX54" fmla="*/ 23455 w 322521"/>
                  <a:gd name="connsiteY54" fmla="*/ 277501 h 309310"/>
                  <a:gd name="connsiteX55" fmla="*/ 28693 w 322521"/>
                  <a:gd name="connsiteY55" fmla="*/ 283597 h 309310"/>
                  <a:gd name="connsiteX56" fmla="*/ 29170 w 322521"/>
                  <a:gd name="connsiteY56" fmla="*/ 284073 h 309310"/>
                  <a:gd name="connsiteX57" fmla="*/ 120514 w 322521"/>
                  <a:gd name="connsiteY57" fmla="*/ 302171 h 309310"/>
                  <a:gd name="connsiteX58" fmla="*/ 166044 w 322521"/>
                  <a:gd name="connsiteY58" fmla="*/ 222637 h 309310"/>
                  <a:gd name="connsiteX59" fmla="*/ 169092 w 322521"/>
                  <a:gd name="connsiteY59" fmla="*/ 230162 h 309310"/>
                  <a:gd name="connsiteX60" fmla="*/ 173473 w 322521"/>
                  <a:gd name="connsiteY60" fmla="*/ 238353 h 309310"/>
                  <a:gd name="connsiteX61" fmla="*/ 174521 w 322521"/>
                  <a:gd name="connsiteY61" fmla="*/ 239972 h 309310"/>
                  <a:gd name="connsiteX62" fmla="*/ 178712 w 322521"/>
                  <a:gd name="connsiteY62" fmla="*/ 246068 h 309310"/>
                  <a:gd name="connsiteX63" fmla="*/ 179569 w 322521"/>
                  <a:gd name="connsiteY63" fmla="*/ 247211 h 309310"/>
                  <a:gd name="connsiteX64" fmla="*/ 184903 w 322521"/>
                  <a:gd name="connsiteY64" fmla="*/ 253307 h 309310"/>
                  <a:gd name="connsiteX65" fmla="*/ 185380 w 322521"/>
                  <a:gd name="connsiteY65" fmla="*/ 253783 h 309310"/>
                  <a:gd name="connsiteX66" fmla="*/ 276724 w 322521"/>
                  <a:gd name="connsiteY66" fmla="*/ 271881 h 309310"/>
                  <a:gd name="connsiteX67" fmla="*/ 319396 w 322521"/>
                  <a:gd name="connsiteY67" fmla="*/ 175964 h 309310"/>
                  <a:gd name="connsiteX68" fmla="*/ 233862 w 322521"/>
                  <a:gd name="connsiteY68" fmla="*/ 36042 h 309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322521" h="309310">
                    <a:moveTo>
                      <a:pt x="233862" y="36042"/>
                    </a:moveTo>
                    <a:cubicBezTo>
                      <a:pt x="222717" y="24612"/>
                      <a:pt x="213002" y="14420"/>
                      <a:pt x="204239" y="5086"/>
                    </a:cubicBezTo>
                    <a:cubicBezTo>
                      <a:pt x="200334" y="4038"/>
                      <a:pt x="196333" y="3085"/>
                      <a:pt x="192428" y="2419"/>
                    </a:cubicBezTo>
                    <a:cubicBezTo>
                      <a:pt x="192428" y="2419"/>
                      <a:pt x="192428" y="2419"/>
                      <a:pt x="192428" y="2419"/>
                    </a:cubicBezTo>
                    <a:cubicBezTo>
                      <a:pt x="190428" y="2038"/>
                      <a:pt x="188428" y="1752"/>
                      <a:pt x="186427" y="1466"/>
                    </a:cubicBezTo>
                    <a:cubicBezTo>
                      <a:pt x="186427" y="1562"/>
                      <a:pt x="186523" y="1562"/>
                      <a:pt x="186523" y="1657"/>
                    </a:cubicBezTo>
                    <a:cubicBezTo>
                      <a:pt x="182808" y="1085"/>
                      <a:pt x="178998" y="704"/>
                      <a:pt x="175188" y="418"/>
                    </a:cubicBezTo>
                    <a:cubicBezTo>
                      <a:pt x="175188" y="418"/>
                      <a:pt x="175092" y="323"/>
                      <a:pt x="175092" y="323"/>
                    </a:cubicBezTo>
                    <a:cubicBezTo>
                      <a:pt x="174045" y="228"/>
                      <a:pt x="172997" y="133"/>
                      <a:pt x="172045" y="133"/>
                    </a:cubicBezTo>
                    <a:cubicBezTo>
                      <a:pt x="172045" y="133"/>
                      <a:pt x="172140" y="228"/>
                      <a:pt x="172140" y="228"/>
                    </a:cubicBezTo>
                    <a:cubicBezTo>
                      <a:pt x="167377" y="-58"/>
                      <a:pt x="162520" y="-58"/>
                      <a:pt x="157757" y="133"/>
                    </a:cubicBezTo>
                    <a:cubicBezTo>
                      <a:pt x="157757" y="133"/>
                      <a:pt x="157662" y="38"/>
                      <a:pt x="157662" y="38"/>
                    </a:cubicBezTo>
                    <a:cubicBezTo>
                      <a:pt x="157090" y="38"/>
                      <a:pt x="156424" y="133"/>
                      <a:pt x="155852" y="133"/>
                    </a:cubicBezTo>
                    <a:cubicBezTo>
                      <a:pt x="155662" y="133"/>
                      <a:pt x="155471" y="133"/>
                      <a:pt x="155281" y="133"/>
                    </a:cubicBezTo>
                    <a:cubicBezTo>
                      <a:pt x="151566" y="323"/>
                      <a:pt x="147851" y="609"/>
                      <a:pt x="144136" y="1085"/>
                    </a:cubicBezTo>
                    <a:cubicBezTo>
                      <a:pt x="143470" y="1181"/>
                      <a:pt x="142803" y="1276"/>
                      <a:pt x="142231" y="1371"/>
                    </a:cubicBezTo>
                    <a:cubicBezTo>
                      <a:pt x="140993" y="1562"/>
                      <a:pt x="139755" y="1657"/>
                      <a:pt x="138612" y="1847"/>
                    </a:cubicBezTo>
                    <a:cubicBezTo>
                      <a:pt x="138612" y="1847"/>
                      <a:pt x="138612" y="1752"/>
                      <a:pt x="138516" y="1752"/>
                    </a:cubicBezTo>
                    <a:cubicBezTo>
                      <a:pt x="137945" y="1847"/>
                      <a:pt x="137374" y="2038"/>
                      <a:pt x="136707" y="2133"/>
                    </a:cubicBezTo>
                    <a:cubicBezTo>
                      <a:pt x="135278" y="2324"/>
                      <a:pt x="133849" y="2609"/>
                      <a:pt x="132516" y="2895"/>
                    </a:cubicBezTo>
                    <a:cubicBezTo>
                      <a:pt x="131658" y="3085"/>
                      <a:pt x="130801" y="3276"/>
                      <a:pt x="129944" y="3371"/>
                    </a:cubicBezTo>
                    <a:cubicBezTo>
                      <a:pt x="128039" y="3752"/>
                      <a:pt x="126134" y="4133"/>
                      <a:pt x="124229" y="4514"/>
                    </a:cubicBezTo>
                    <a:cubicBezTo>
                      <a:pt x="122991" y="4800"/>
                      <a:pt x="121753" y="5181"/>
                      <a:pt x="120514" y="5467"/>
                    </a:cubicBezTo>
                    <a:cubicBezTo>
                      <a:pt x="119657" y="5657"/>
                      <a:pt x="118800" y="5943"/>
                      <a:pt x="118038" y="6133"/>
                    </a:cubicBezTo>
                    <a:cubicBezTo>
                      <a:pt x="115657" y="6800"/>
                      <a:pt x="113180" y="7467"/>
                      <a:pt x="110799" y="8229"/>
                    </a:cubicBezTo>
                    <a:cubicBezTo>
                      <a:pt x="109941" y="8515"/>
                      <a:pt x="108989" y="8705"/>
                      <a:pt x="108132" y="8991"/>
                    </a:cubicBezTo>
                    <a:cubicBezTo>
                      <a:pt x="108132" y="8991"/>
                      <a:pt x="108227" y="8991"/>
                      <a:pt x="108227" y="9086"/>
                    </a:cubicBezTo>
                    <a:cubicBezTo>
                      <a:pt x="107560" y="9277"/>
                      <a:pt x="106989" y="9563"/>
                      <a:pt x="106322" y="9753"/>
                    </a:cubicBezTo>
                    <a:cubicBezTo>
                      <a:pt x="103465" y="10706"/>
                      <a:pt x="100702" y="11753"/>
                      <a:pt x="97940" y="12801"/>
                    </a:cubicBezTo>
                    <a:cubicBezTo>
                      <a:pt x="96892" y="13182"/>
                      <a:pt x="95940" y="13563"/>
                      <a:pt x="94892" y="13944"/>
                    </a:cubicBezTo>
                    <a:cubicBezTo>
                      <a:pt x="92034" y="15087"/>
                      <a:pt x="89272" y="16230"/>
                      <a:pt x="86510" y="17564"/>
                    </a:cubicBezTo>
                    <a:cubicBezTo>
                      <a:pt x="85557" y="17945"/>
                      <a:pt x="84605" y="18421"/>
                      <a:pt x="83653" y="18802"/>
                    </a:cubicBezTo>
                    <a:cubicBezTo>
                      <a:pt x="80700" y="20135"/>
                      <a:pt x="77842" y="21564"/>
                      <a:pt x="74985" y="23088"/>
                    </a:cubicBezTo>
                    <a:cubicBezTo>
                      <a:pt x="74223" y="23469"/>
                      <a:pt x="73461" y="23850"/>
                      <a:pt x="72699" y="24231"/>
                    </a:cubicBezTo>
                    <a:cubicBezTo>
                      <a:pt x="72223" y="24517"/>
                      <a:pt x="71746" y="24707"/>
                      <a:pt x="71270" y="24993"/>
                    </a:cubicBezTo>
                    <a:cubicBezTo>
                      <a:pt x="71270" y="24993"/>
                      <a:pt x="71270" y="24993"/>
                      <a:pt x="71270" y="25088"/>
                    </a:cubicBezTo>
                    <a:cubicBezTo>
                      <a:pt x="66412" y="27660"/>
                      <a:pt x="61650" y="30517"/>
                      <a:pt x="56887" y="33470"/>
                    </a:cubicBezTo>
                    <a:cubicBezTo>
                      <a:pt x="56887" y="33470"/>
                      <a:pt x="56887" y="33375"/>
                      <a:pt x="56887" y="33375"/>
                    </a:cubicBezTo>
                    <a:cubicBezTo>
                      <a:pt x="54601" y="34804"/>
                      <a:pt x="52410" y="36137"/>
                      <a:pt x="50220" y="37661"/>
                    </a:cubicBezTo>
                    <a:cubicBezTo>
                      <a:pt x="50220" y="37661"/>
                      <a:pt x="50220" y="37661"/>
                      <a:pt x="50220" y="37757"/>
                    </a:cubicBezTo>
                    <a:cubicBezTo>
                      <a:pt x="47553" y="39471"/>
                      <a:pt x="44981" y="41281"/>
                      <a:pt x="42409" y="43186"/>
                    </a:cubicBezTo>
                    <a:cubicBezTo>
                      <a:pt x="42409" y="43186"/>
                      <a:pt x="42409" y="43091"/>
                      <a:pt x="42409" y="43091"/>
                    </a:cubicBezTo>
                    <a:cubicBezTo>
                      <a:pt x="41933" y="43472"/>
                      <a:pt x="41457" y="43852"/>
                      <a:pt x="40981" y="44138"/>
                    </a:cubicBezTo>
                    <a:cubicBezTo>
                      <a:pt x="37171" y="46900"/>
                      <a:pt x="33456" y="49663"/>
                      <a:pt x="29836" y="52616"/>
                    </a:cubicBezTo>
                    <a:cubicBezTo>
                      <a:pt x="29646" y="52711"/>
                      <a:pt x="29550" y="52901"/>
                      <a:pt x="29360" y="52997"/>
                    </a:cubicBezTo>
                    <a:cubicBezTo>
                      <a:pt x="29360" y="52997"/>
                      <a:pt x="29360" y="52997"/>
                      <a:pt x="29360" y="52997"/>
                    </a:cubicBezTo>
                    <a:cubicBezTo>
                      <a:pt x="26407" y="55378"/>
                      <a:pt x="23359" y="57854"/>
                      <a:pt x="20502" y="60331"/>
                    </a:cubicBezTo>
                    <a:cubicBezTo>
                      <a:pt x="18025" y="71475"/>
                      <a:pt x="15168" y="83572"/>
                      <a:pt x="11834" y="97002"/>
                    </a:cubicBezTo>
                    <a:cubicBezTo>
                      <a:pt x="-14455" y="204063"/>
                      <a:pt x="11263" y="256546"/>
                      <a:pt x="11263" y="256546"/>
                    </a:cubicBezTo>
                    <a:lnTo>
                      <a:pt x="11453" y="256546"/>
                    </a:lnTo>
                    <a:cubicBezTo>
                      <a:pt x="11929" y="257784"/>
                      <a:pt x="12406" y="259117"/>
                      <a:pt x="12977" y="260356"/>
                    </a:cubicBezTo>
                    <a:cubicBezTo>
                      <a:pt x="14310" y="263213"/>
                      <a:pt x="15739" y="265880"/>
                      <a:pt x="17358" y="268547"/>
                    </a:cubicBezTo>
                    <a:cubicBezTo>
                      <a:pt x="17644" y="269119"/>
                      <a:pt x="18025" y="269595"/>
                      <a:pt x="18406" y="270167"/>
                    </a:cubicBezTo>
                    <a:cubicBezTo>
                      <a:pt x="19740" y="272262"/>
                      <a:pt x="21168" y="274358"/>
                      <a:pt x="22597" y="276358"/>
                    </a:cubicBezTo>
                    <a:cubicBezTo>
                      <a:pt x="22883" y="276739"/>
                      <a:pt x="23169" y="277120"/>
                      <a:pt x="23455" y="277501"/>
                    </a:cubicBezTo>
                    <a:cubicBezTo>
                      <a:pt x="25169" y="279596"/>
                      <a:pt x="26883" y="281692"/>
                      <a:pt x="28693" y="283597"/>
                    </a:cubicBezTo>
                    <a:cubicBezTo>
                      <a:pt x="28884" y="283787"/>
                      <a:pt x="28979" y="283883"/>
                      <a:pt x="29170" y="284073"/>
                    </a:cubicBezTo>
                    <a:cubicBezTo>
                      <a:pt x="52696" y="308362"/>
                      <a:pt x="88987" y="316649"/>
                      <a:pt x="120514" y="302171"/>
                    </a:cubicBezTo>
                    <a:cubicBezTo>
                      <a:pt x="151471" y="287883"/>
                      <a:pt x="168520" y="255689"/>
                      <a:pt x="166044" y="222637"/>
                    </a:cubicBezTo>
                    <a:cubicBezTo>
                      <a:pt x="166901" y="225208"/>
                      <a:pt x="167949" y="227685"/>
                      <a:pt x="169092" y="230162"/>
                    </a:cubicBezTo>
                    <a:cubicBezTo>
                      <a:pt x="170425" y="233019"/>
                      <a:pt x="171854" y="235686"/>
                      <a:pt x="173473" y="238353"/>
                    </a:cubicBezTo>
                    <a:cubicBezTo>
                      <a:pt x="173854" y="238925"/>
                      <a:pt x="174140" y="239401"/>
                      <a:pt x="174521" y="239972"/>
                    </a:cubicBezTo>
                    <a:cubicBezTo>
                      <a:pt x="175855" y="242068"/>
                      <a:pt x="177283" y="244163"/>
                      <a:pt x="178712" y="246068"/>
                    </a:cubicBezTo>
                    <a:cubicBezTo>
                      <a:pt x="178998" y="246449"/>
                      <a:pt x="179283" y="246830"/>
                      <a:pt x="179569" y="247211"/>
                    </a:cubicBezTo>
                    <a:cubicBezTo>
                      <a:pt x="181284" y="249307"/>
                      <a:pt x="182998" y="251402"/>
                      <a:pt x="184903" y="253307"/>
                    </a:cubicBezTo>
                    <a:cubicBezTo>
                      <a:pt x="185094" y="253498"/>
                      <a:pt x="185189" y="253593"/>
                      <a:pt x="185380" y="253783"/>
                    </a:cubicBezTo>
                    <a:cubicBezTo>
                      <a:pt x="208906" y="278072"/>
                      <a:pt x="245197" y="286454"/>
                      <a:pt x="276724" y="271881"/>
                    </a:cubicBezTo>
                    <a:cubicBezTo>
                      <a:pt x="312824" y="255212"/>
                      <a:pt x="330064" y="214255"/>
                      <a:pt x="319396" y="175964"/>
                    </a:cubicBezTo>
                    <a:cubicBezTo>
                      <a:pt x="316824" y="163582"/>
                      <a:pt x="302347" y="106051"/>
                      <a:pt x="233862" y="36042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26" name="Forme libre : forme 15625">
                <a:extLst>
                  <a:ext uri="{FF2B5EF4-FFF2-40B4-BE49-F238E27FC236}">
                    <a16:creationId xmlns:a16="http://schemas.microsoft.com/office/drawing/2014/main" id="{6E45BEA8-0F28-4A85-845D-C3C108A2A3A7}"/>
                  </a:ext>
                </a:extLst>
              </p:cNvPr>
              <p:cNvSpPr/>
              <p:nvPr/>
            </p:nvSpPr>
            <p:spPr>
              <a:xfrm>
                <a:off x="7557966" y="4247557"/>
                <a:ext cx="316945" cy="446212"/>
              </a:xfrm>
              <a:custGeom>
                <a:avLst/>
                <a:gdLst>
                  <a:gd name="connsiteX0" fmla="*/ 303883 w 316945"/>
                  <a:gd name="connsiteY0" fmla="*/ 220905 h 446212"/>
                  <a:gd name="connsiteX1" fmla="*/ 289310 w 316945"/>
                  <a:gd name="connsiteY1" fmla="*/ 34786 h 446212"/>
                  <a:gd name="connsiteX2" fmla="*/ 186726 w 316945"/>
                  <a:gd name="connsiteY2" fmla="*/ 3354 h 446212"/>
                  <a:gd name="connsiteX3" fmla="*/ 81094 w 316945"/>
                  <a:gd name="connsiteY3" fmla="*/ 162231 h 446212"/>
                  <a:gd name="connsiteX4" fmla="*/ 703 w 316945"/>
                  <a:gd name="connsiteY4" fmla="*/ 300058 h 446212"/>
                  <a:gd name="connsiteX5" fmla="*/ 893 w 316945"/>
                  <a:gd name="connsiteY5" fmla="*/ 300058 h 446212"/>
                  <a:gd name="connsiteX6" fmla="*/ 321 w 316945"/>
                  <a:gd name="connsiteY6" fmla="*/ 304153 h 446212"/>
                  <a:gd name="connsiteX7" fmla="*/ 36 w 316945"/>
                  <a:gd name="connsiteY7" fmla="*/ 313393 h 446212"/>
                  <a:gd name="connsiteX8" fmla="*/ 131 w 316945"/>
                  <a:gd name="connsiteY8" fmla="*/ 315298 h 446212"/>
                  <a:gd name="connsiteX9" fmla="*/ 703 w 316945"/>
                  <a:gd name="connsiteY9" fmla="*/ 322727 h 446212"/>
                  <a:gd name="connsiteX10" fmla="*/ 893 w 316945"/>
                  <a:gd name="connsiteY10" fmla="*/ 324156 h 446212"/>
                  <a:gd name="connsiteX11" fmla="*/ 2417 w 316945"/>
                  <a:gd name="connsiteY11" fmla="*/ 332062 h 446212"/>
                  <a:gd name="connsiteX12" fmla="*/ 2607 w 316945"/>
                  <a:gd name="connsiteY12" fmla="*/ 332633 h 446212"/>
                  <a:gd name="connsiteX13" fmla="*/ 72616 w 316945"/>
                  <a:gd name="connsiteY13" fmla="*/ 393974 h 446212"/>
                  <a:gd name="connsiteX14" fmla="*/ 151864 w 316945"/>
                  <a:gd name="connsiteY14" fmla="*/ 347968 h 446212"/>
                  <a:gd name="connsiteX15" fmla="*/ 150912 w 316945"/>
                  <a:gd name="connsiteY15" fmla="*/ 355017 h 446212"/>
                  <a:gd name="connsiteX16" fmla="*/ 150721 w 316945"/>
                  <a:gd name="connsiteY16" fmla="*/ 356065 h 446212"/>
                  <a:gd name="connsiteX17" fmla="*/ 150721 w 316945"/>
                  <a:gd name="connsiteY17" fmla="*/ 356065 h 446212"/>
                  <a:gd name="connsiteX18" fmla="*/ 150436 w 316945"/>
                  <a:gd name="connsiteY18" fmla="*/ 365304 h 446212"/>
                  <a:gd name="connsiteX19" fmla="*/ 150531 w 316945"/>
                  <a:gd name="connsiteY19" fmla="*/ 367209 h 446212"/>
                  <a:gd name="connsiteX20" fmla="*/ 151102 w 316945"/>
                  <a:gd name="connsiteY20" fmla="*/ 374638 h 446212"/>
                  <a:gd name="connsiteX21" fmla="*/ 151293 w 316945"/>
                  <a:gd name="connsiteY21" fmla="*/ 376067 h 446212"/>
                  <a:gd name="connsiteX22" fmla="*/ 152817 w 316945"/>
                  <a:gd name="connsiteY22" fmla="*/ 383973 h 446212"/>
                  <a:gd name="connsiteX23" fmla="*/ 153007 w 316945"/>
                  <a:gd name="connsiteY23" fmla="*/ 384544 h 446212"/>
                  <a:gd name="connsiteX24" fmla="*/ 223016 w 316945"/>
                  <a:gd name="connsiteY24" fmla="*/ 445885 h 446212"/>
                  <a:gd name="connsiteX25" fmla="*/ 307979 w 316945"/>
                  <a:gd name="connsiteY25" fmla="*/ 384259 h 446212"/>
                  <a:gd name="connsiteX26" fmla="*/ 303883 w 316945"/>
                  <a:gd name="connsiteY26" fmla="*/ 220905 h 446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16945" h="446212">
                    <a:moveTo>
                      <a:pt x="303883" y="220905"/>
                    </a:moveTo>
                    <a:cubicBezTo>
                      <a:pt x="279309" y="124798"/>
                      <a:pt x="277023" y="93651"/>
                      <a:pt x="289310" y="34786"/>
                    </a:cubicBezTo>
                    <a:cubicBezTo>
                      <a:pt x="266450" y="1735"/>
                      <a:pt x="223873" y="-5218"/>
                      <a:pt x="186726" y="3354"/>
                    </a:cubicBezTo>
                    <a:cubicBezTo>
                      <a:pt x="167962" y="63552"/>
                      <a:pt x="151483" y="88984"/>
                      <a:pt x="81094" y="162231"/>
                    </a:cubicBezTo>
                    <a:cubicBezTo>
                      <a:pt x="4703" y="241765"/>
                      <a:pt x="703" y="300058"/>
                      <a:pt x="703" y="300058"/>
                    </a:cubicBezTo>
                    <a:lnTo>
                      <a:pt x="893" y="300058"/>
                    </a:lnTo>
                    <a:cubicBezTo>
                      <a:pt x="703" y="301391"/>
                      <a:pt x="417" y="302725"/>
                      <a:pt x="321" y="304153"/>
                    </a:cubicBezTo>
                    <a:cubicBezTo>
                      <a:pt x="36" y="307297"/>
                      <a:pt x="-60" y="310345"/>
                      <a:pt x="36" y="313393"/>
                    </a:cubicBezTo>
                    <a:cubicBezTo>
                      <a:pt x="36" y="314059"/>
                      <a:pt x="131" y="314631"/>
                      <a:pt x="131" y="315298"/>
                    </a:cubicBezTo>
                    <a:cubicBezTo>
                      <a:pt x="226" y="317774"/>
                      <a:pt x="417" y="320251"/>
                      <a:pt x="703" y="322727"/>
                    </a:cubicBezTo>
                    <a:cubicBezTo>
                      <a:pt x="798" y="323203"/>
                      <a:pt x="893" y="323680"/>
                      <a:pt x="893" y="324156"/>
                    </a:cubicBezTo>
                    <a:cubicBezTo>
                      <a:pt x="1274" y="326823"/>
                      <a:pt x="1750" y="329490"/>
                      <a:pt x="2417" y="332062"/>
                    </a:cubicBezTo>
                    <a:cubicBezTo>
                      <a:pt x="2512" y="332252"/>
                      <a:pt x="2512" y="332443"/>
                      <a:pt x="2607" y="332633"/>
                    </a:cubicBezTo>
                    <a:cubicBezTo>
                      <a:pt x="10799" y="365399"/>
                      <a:pt x="38041" y="390831"/>
                      <a:pt x="72616" y="393974"/>
                    </a:cubicBezTo>
                    <a:cubicBezTo>
                      <a:pt x="106525" y="397117"/>
                      <a:pt x="137482" y="377782"/>
                      <a:pt x="151864" y="347968"/>
                    </a:cubicBezTo>
                    <a:cubicBezTo>
                      <a:pt x="151388" y="350254"/>
                      <a:pt x="151102" y="352636"/>
                      <a:pt x="150912" y="355017"/>
                    </a:cubicBezTo>
                    <a:cubicBezTo>
                      <a:pt x="150912" y="355398"/>
                      <a:pt x="150816" y="355684"/>
                      <a:pt x="150721" y="356065"/>
                    </a:cubicBezTo>
                    <a:cubicBezTo>
                      <a:pt x="150721" y="356065"/>
                      <a:pt x="150721" y="356065"/>
                      <a:pt x="150721" y="356065"/>
                    </a:cubicBezTo>
                    <a:cubicBezTo>
                      <a:pt x="150436" y="359208"/>
                      <a:pt x="150340" y="362256"/>
                      <a:pt x="150436" y="365304"/>
                    </a:cubicBezTo>
                    <a:cubicBezTo>
                      <a:pt x="150436" y="365971"/>
                      <a:pt x="150531" y="366542"/>
                      <a:pt x="150531" y="367209"/>
                    </a:cubicBezTo>
                    <a:cubicBezTo>
                      <a:pt x="150626" y="369685"/>
                      <a:pt x="150816" y="372162"/>
                      <a:pt x="151102" y="374638"/>
                    </a:cubicBezTo>
                    <a:cubicBezTo>
                      <a:pt x="151198" y="375115"/>
                      <a:pt x="151293" y="375591"/>
                      <a:pt x="151293" y="376067"/>
                    </a:cubicBezTo>
                    <a:cubicBezTo>
                      <a:pt x="151674" y="378734"/>
                      <a:pt x="152150" y="381401"/>
                      <a:pt x="152817" y="383973"/>
                    </a:cubicBezTo>
                    <a:cubicBezTo>
                      <a:pt x="152912" y="384163"/>
                      <a:pt x="152912" y="384354"/>
                      <a:pt x="153007" y="384544"/>
                    </a:cubicBezTo>
                    <a:cubicBezTo>
                      <a:pt x="161199" y="417310"/>
                      <a:pt x="188440" y="442742"/>
                      <a:pt x="223016" y="445885"/>
                    </a:cubicBezTo>
                    <a:cubicBezTo>
                      <a:pt x="262545" y="449505"/>
                      <a:pt x="298073" y="422740"/>
                      <a:pt x="307979" y="384259"/>
                    </a:cubicBezTo>
                    <a:cubicBezTo>
                      <a:pt x="311884" y="372924"/>
                      <a:pt x="328172" y="315774"/>
                      <a:pt x="303883" y="22090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27" name="Forme libre : forme 15626">
                <a:extLst>
                  <a:ext uri="{FF2B5EF4-FFF2-40B4-BE49-F238E27FC236}">
                    <a16:creationId xmlns:a16="http://schemas.microsoft.com/office/drawing/2014/main" id="{E80A4ABE-1CB9-44BF-AD7F-A9CFB4902E4D}"/>
                  </a:ext>
                </a:extLst>
              </p:cNvPr>
              <p:cNvSpPr/>
              <p:nvPr/>
            </p:nvSpPr>
            <p:spPr>
              <a:xfrm>
                <a:off x="8086639" y="3284505"/>
                <a:ext cx="160496" cy="165734"/>
              </a:xfrm>
              <a:custGeom>
                <a:avLst/>
                <a:gdLst>
                  <a:gd name="connsiteX0" fmla="*/ 26956 w 160496"/>
                  <a:gd name="connsiteY0" fmla="*/ 144589 h 165734"/>
                  <a:gd name="connsiteX1" fmla="*/ 28194 w 160496"/>
                  <a:gd name="connsiteY1" fmla="*/ 145733 h 165734"/>
                  <a:gd name="connsiteX2" fmla="*/ 32099 w 160496"/>
                  <a:gd name="connsiteY2" fmla="*/ 148876 h 165734"/>
                  <a:gd name="connsiteX3" fmla="*/ 34100 w 160496"/>
                  <a:gd name="connsiteY3" fmla="*/ 150400 h 165734"/>
                  <a:gd name="connsiteX4" fmla="*/ 37814 w 160496"/>
                  <a:gd name="connsiteY4" fmla="*/ 152876 h 165734"/>
                  <a:gd name="connsiteX5" fmla="*/ 40481 w 160496"/>
                  <a:gd name="connsiteY5" fmla="*/ 154591 h 165734"/>
                  <a:gd name="connsiteX6" fmla="*/ 44005 w 160496"/>
                  <a:gd name="connsiteY6" fmla="*/ 156591 h 165734"/>
                  <a:gd name="connsiteX7" fmla="*/ 47244 w 160496"/>
                  <a:gd name="connsiteY7" fmla="*/ 158210 h 165734"/>
                  <a:gd name="connsiteX8" fmla="*/ 50673 w 160496"/>
                  <a:gd name="connsiteY8" fmla="*/ 159734 h 165734"/>
                  <a:gd name="connsiteX9" fmla="*/ 54388 w 160496"/>
                  <a:gd name="connsiteY9" fmla="*/ 161163 h 165734"/>
                  <a:gd name="connsiteX10" fmla="*/ 57721 w 160496"/>
                  <a:gd name="connsiteY10" fmla="*/ 162306 h 165734"/>
                  <a:gd name="connsiteX11" fmla="*/ 61913 w 160496"/>
                  <a:gd name="connsiteY11" fmla="*/ 163449 h 165734"/>
                  <a:gd name="connsiteX12" fmla="*/ 65056 w 160496"/>
                  <a:gd name="connsiteY12" fmla="*/ 164211 h 165734"/>
                  <a:gd name="connsiteX13" fmla="*/ 70009 w 160496"/>
                  <a:gd name="connsiteY13" fmla="*/ 164973 h 165734"/>
                  <a:gd name="connsiteX14" fmla="*/ 72580 w 160496"/>
                  <a:gd name="connsiteY14" fmla="*/ 165354 h 165734"/>
                  <a:gd name="connsiteX15" fmla="*/ 80391 w 160496"/>
                  <a:gd name="connsiteY15" fmla="*/ 165735 h 165734"/>
                  <a:gd name="connsiteX16" fmla="*/ 150876 w 160496"/>
                  <a:gd name="connsiteY16" fmla="*/ 122301 h 165734"/>
                  <a:gd name="connsiteX17" fmla="*/ 158877 w 160496"/>
                  <a:gd name="connsiteY17" fmla="*/ 99441 h 165734"/>
                  <a:gd name="connsiteX18" fmla="*/ 160115 w 160496"/>
                  <a:gd name="connsiteY18" fmla="*/ 91250 h 165734"/>
                  <a:gd name="connsiteX19" fmla="*/ 160496 w 160496"/>
                  <a:gd name="connsiteY19" fmla="*/ 82772 h 165734"/>
                  <a:gd name="connsiteX20" fmla="*/ 160496 w 160496"/>
                  <a:gd name="connsiteY20" fmla="*/ 82772 h 165734"/>
                  <a:gd name="connsiteX21" fmla="*/ 160496 w 160496"/>
                  <a:gd name="connsiteY21" fmla="*/ 82772 h 165734"/>
                  <a:gd name="connsiteX22" fmla="*/ 159925 w 160496"/>
                  <a:gd name="connsiteY22" fmla="*/ 73533 h 165734"/>
                  <a:gd name="connsiteX23" fmla="*/ 159639 w 160496"/>
                  <a:gd name="connsiteY23" fmla="*/ 71628 h 165734"/>
                  <a:gd name="connsiteX24" fmla="*/ 158401 w 160496"/>
                  <a:gd name="connsiteY24" fmla="*/ 64294 h 165734"/>
                  <a:gd name="connsiteX25" fmla="*/ 158020 w 160496"/>
                  <a:gd name="connsiteY25" fmla="*/ 62960 h 165734"/>
                  <a:gd name="connsiteX26" fmla="*/ 155734 w 160496"/>
                  <a:gd name="connsiteY26" fmla="*/ 55245 h 165734"/>
                  <a:gd name="connsiteX27" fmla="*/ 155543 w 160496"/>
                  <a:gd name="connsiteY27" fmla="*/ 54674 h 165734"/>
                  <a:gd name="connsiteX28" fmla="*/ 80201 w 160496"/>
                  <a:gd name="connsiteY28" fmla="*/ 0 h 165734"/>
                  <a:gd name="connsiteX29" fmla="*/ 0 w 160496"/>
                  <a:gd name="connsiteY29" fmla="*/ 82963 h 165734"/>
                  <a:gd name="connsiteX30" fmla="*/ 26956 w 160496"/>
                  <a:gd name="connsiteY30" fmla="*/ 144589 h 16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60496" h="165734">
                    <a:moveTo>
                      <a:pt x="26956" y="144589"/>
                    </a:moveTo>
                    <a:cubicBezTo>
                      <a:pt x="27337" y="144971"/>
                      <a:pt x="27718" y="145351"/>
                      <a:pt x="28194" y="145733"/>
                    </a:cubicBezTo>
                    <a:cubicBezTo>
                      <a:pt x="29432" y="146875"/>
                      <a:pt x="30766" y="147923"/>
                      <a:pt x="32099" y="148876"/>
                    </a:cubicBezTo>
                    <a:cubicBezTo>
                      <a:pt x="32766" y="149447"/>
                      <a:pt x="33433" y="149924"/>
                      <a:pt x="34100" y="150400"/>
                    </a:cubicBezTo>
                    <a:cubicBezTo>
                      <a:pt x="35338" y="151257"/>
                      <a:pt x="36481" y="152114"/>
                      <a:pt x="37814" y="152876"/>
                    </a:cubicBezTo>
                    <a:cubicBezTo>
                      <a:pt x="38671" y="153448"/>
                      <a:pt x="39529" y="154019"/>
                      <a:pt x="40481" y="154591"/>
                    </a:cubicBezTo>
                    <a:cubicBezTo>
                      <a:pt x="41624" y="155258"/>
                      <a:pt x="42863" y="155924"/>
                      <a:pt x="44005" y="156591"/>
                    </a:cubicBezTo>
                    <a:cubicBezTo>
                      <a:pt x="45053" y="157163"/>
                      <a:pt x="46101" y="157639"/>
                      <a:pt x="47244" y="158210"/>
                    </a:cubicBezTo>
                    <a:cubicBezTo>
                      <a:pt x="48387" y="158782"/>
                      <a:pt x="49530" y="159258"/>
                      <a:pt x="50673" y="159734"/>
                    </a:cubicBezTo>
                    <a:cubicBezTo>
                      <a:pt x="51911" y="160210"/>
                      <a:pt x="53150" y="160687"/>
                      <a:pt x="54388" y="161163"/>
                    </a:cubicBezTo>
                    <a:cubicBezTo>
                      <a:pt x="55531" y="161544"/>
                      <a:pt x="56579" y="161925"/>
                      <a:pt x="57721" y="162306"/>
                    </a:cubicBezTo>
                    <a:cubicBezTo>
                      <a:pt x="59150" y="162687"/>
                      <a:pt x="60484" y="163068"/>
                      <a:pt x="61913" y="163449"/>
                    </a:cubicBezTo>
                    <a:cubicBezTo>
                      <a:pt x="62960" y="163735"/>
                      <a:pt x="64008" y="164021"/>
                      <a:pt x="65056" y="164211"/>
                    </a:cubicBezTo>
                    <a:cubicBezTo>
                      <a:pt x="66675" y="164497"/>
                      <a:pt x="68389" y="164783"/>
                      <a:pt x="70009" y="164973"/>
                    </a:cubicBezTo>
                    <a:cubicBezTo>
                      <a:pt x="70866" y="165068"/>
                      <a:pt x="71723" y="165259"/>
                      <a:pt x="72580" y="165354"/>
                    </a:cubicBezTo>
                    <a:cubicBezTo>
                      <a:pt x="75152" y="165640"/>
                      <a:pt x="77819" y="165735"/>
                      <a:pt x="80391" y="165735"/>
                    </a:cubicBezTo>
                    <a:cubicBezTo>
                      <a:pt x="110871" y="165735"/>
                      <a:pt x="137351" y="148209"/>
                      <a:pt x="150876" y="122301"/>
                    </a:cubicBezTo>
                    <a:cubicBezTo>
                      <a:pt x="154591" y="115252"/>
                      <a:pt x="157353" y="107537"/>
                      <a:pt x="158877" y="99441"/>
                    </a:cubicBezTo>
                    <a:cubicBezTo>
                      <a:pt x="159448" y="96774"/>
                      <a:pt x="159829" y="94012"/>
                      <a:pt x="160115" y="91250"/>
                    </a:cubicBezTo>
                    <a:cubicBezTo>
                      <a:pt x="160401" y="88487"/>
                      <a:pt x="160496" y="85630"/>
                      <a:pt x="160496" y="82772"/>
                    </a:cubicBezTo>
                    <a:lnTo>
                      <a:pt x="160496" y="82772"/>
                    </a:lnTo>
                    <a:lnTo>
                      <a:pt x="160496" y="82772"/>
                    </a:lnTo>
                    <a:cubicBezTo>
                      <a:pt x="160496" y="79629"/>
                      <a:pt x="160306" y="76581"/>
                      <a:pt x="159925" y="73533"/>
                    </a:cubicBezTo>
                    <a:cubicBezTo>
                      <a:pt x="159829" y="72866"/>
                      <a:pt x="159734" y="72295"/>
                      <a:pt x="159639" y="71628"/>
                    </a:cubicBezTo>
                    <a:cubicBezTo>
                      <a:pt x="159353" y="69151"/>
                      <a:pt x="158877" y="66675"/>
                      <a:pt x="158401" y="64294"/>
                    </a:cubicBezTo>
                    <a:cubicBezTo>
                      <a:pt x="158305" y="63817"/>
                      <a:pt x="158210" y="63341"/>
                      <a:pt x="158020" y="62960"/>
                    </a:cubicBezTo>
                    <a:cubicBezTo>
                      <a:pt x="157353" y="60293"/>
                      <a:pt x="156686" y="57721"/>
                      <a:pt x="155734" y="55245"/>
                    </a:cubicBezTo>
                    <a:cubicBezTo>
                      <a:pt x="155638" y="55054"/>
                      <a:pt x="155638" y="54864"/>
                      <a:pt x="155543" y="54674"/>
                    </a:cubicBezTo>
                    <a:cubicBezTo>
                      <a:pt x="144399" y="22765"/>
                      <a:pt x="114871" y="0"/>
                      <a:pt x="80201" y="0"/>
                    </a:cubicBezTo>
                    <a:cubicBezTo>
                      <a:pt x="35909" y="0"/>
                      <a:pt x="0" y="37147"/>
                      <a:pt x="0" y="82963"/>
                    </a:cubicBezTo>
                    <a:cubicBezTo>
                      <a:pt x="95" y="107442"/>
                      <a:pt x="10478" y="129445"/>
                      <a:pt x="26956" y="144589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28" name="Forme libre : forme 15627">
                <a:extLst>
                  <a:ext uri="{FF2B5EF4-FFF2-40B4-BE49-F238E27FC236}">
                    <a16:creationId xmlns:a16="http://schemas.microsoft.com/office/drawing/2014/main" id="{A3F4B6E8-C68B-4140-9765-4A0F2231F3E0}"/>
                  </a:ext>
                </a:extLst>
              </p:cNvPr>
              <p:cNvSpPr/>
              <p:nvPr/>
            </p:nvSpPr>
            <p:spPr>
              <a:xfrm>
                <a:off x="7934525" y="3231736"/>
                <a:ext cx="192028" cy="328612"/>
              </a:xfrm>
              <a:custGeom>
                <a:avLst/>
                <a:gdLst>
                  <a:gd name="connsiteX0" fmla="*/ 191738 w 192028"/>
                  <a:gd name="connsiteY0" fmla="*/ 236125 h 328612"/>
                  <a:gd name="connsiteX1" fmla="*/ 191453 w 192028"/>
                  <a:gd name="connsiteY1" fmla="*/ 234220 h 328612"/>
                  <a:gd name="connsiteX2" fmla="*/ 190214 w 192028"/>
                  <a:gd name="connsiteY2" fmla="*/ 226886 h 328612"/>
                  <a:gd name="connsiteX3" fmla="*/ 189833 w 192028"/>
                  <a:gd name="connsiteY3" fmla="*/ 225552 h 328612"/>
                  <a:gd name="connsiteX4" fmla="*/ 187547 w 192028"/>
                  <a:gd name="connsiteY4" fmla="*/ 217742 h 328612"/>
                  <a:gd name="connsiteX5" fmla="*/ 187357 w 192028"/>
                  <a:gd name="connsiteY5" fmla="*/ 217170 h 328612"/>
                  <a:gd name="connsiteX6" fmla="*/ 112014 w 192028"/>
                  <a:gd name="connsiteY6" fmla="*/ 162401 h 328612"/>
                  <a:gd name="connsiteX7" fmla="*/ 96964 w 192028"/>
                  <a:gd name="connsiteY7" fmla="*/ 163925 h 328612"/>
                  <a:gd name="connsiteX8" fmla="*/ 150876 w 192028"/>
                  <a:gd name="connsiteY8" fmla="*/ 122301 h 328612"/>
                  <a:gd name="connsiteX9" fmla="*/ 158877 w 192028"/>
                  <a:gd name="connsiteY9" fmla="*/ 99441 h 328612"/>
                  <a:gd name="connsiteX10" fmla="*/ 160115 w 192028"/>
                  <a:gd name="connsiteY10" fmla="*/ 91250 h 328612"/>
                  <a:gd name="connsiteX11" fmla="*/ 160496 w 192028"/>
                  <a:gd name="connsiteY11" fmla="*/ 82772 h 328612"/>
                  <a:gd name="connsiteX12" fmla="*/ 160496 w 192028"/>
                  <a:gd name="connsiteY12" fmla="*/ 82772 h 328612"/>
                  <a:gd name="connsiteX13" fmla="*/ 160496 w 192028"/>
                  <a:gd name="connsiteY13" fmla="*/ 82772 h 328612"/>
                  <a:gd name="connsiteX14" fmla="*/ 159925 w 192028"/>
                  <a:gd name="connsiteY14" fmla="*/ 73533 h 328612"/>
                  <a:gd name="connsiteX15" fmla="*/ 159639 w 192028"/>
                  <a:gd name="connsiteY15" fmla="*/ 71628 h 328612"/>
                  <a:gd name="connsiteX16" fmla="*/ 158401 w 192028"/>
                  <a:gd name="connsiteY16" fmla="*/ 64294 h 328612"/>
                  <a:gd name="connsiteX17" fmla="*/ 158020 w 192028"/>
                  <a:gd name="connsiteY17" fmla="*/ 62960 h 328612"/>
                  <a:gd name="connsiteX18" fmla="*/ 155734 w 192028"/>
                  <a:gd name="connsiteY18" fmla="*/ 55245 h 328612"/>
                  <a:gd name="connsiteX19" fmla="*/ 155543 w 192028"/>
                  <a:gd name="connsiteY19" fmla="*/ 54674 h 328612"/>
                  <a:gd name="connsiteX20" fmla="*/ 80201 w 192028"/>
                  <a:gd name="connsiteY20" fmla="*/ 0 h 328612"/>
                  <a:gd name="connsiteX21" fmla="*/ 0 w 192028"/>
                  <a:gd name="connsiteY21" fmla="*/ 82963 h 328612"/>
                  <a:gd name="connsiteX22" fmla="*/ 26765 w 192028"/>
                  <a:gd name="connsiteY22" fmla="*/ 144780 h 328612"/>
                  <a:gd name="connsiteX23" fmla="*/ 28004 w 192028"/>
                  <a:gd name="connsiteY23" fmla="*/ 145923 h 328612"/>
                  <a:gd name="connsiteX24" fmla="*/ 31909 w 192028"/>
                  <a:gd name="connsiteY24" fmla="*/ 149066 h 328612"/>
                  <a:gd name="connsiteX25" fmla="*/ 33909 w 192028"/>
                  <a:gd name="connsiteY25" fmla="*/ 150590 h 328612"/>
                  <a:gd name="connsiteX26" fmla="*/ 37624 w 192028"/>
                  <a:gd name="connsiteY26" fmla="*/ 153067 h 328612"/>
                  <a:gd name="connsiteX27" fmla="*/ 40291 w 192028"/>
                  <a:gd name="connsiteY27" fmla="*/ 154781 h 328612"/>
                  <a:gd name="connsiteX28" fmla="*/ 43815 w 192028"/>
                  <a:gd name="connsiteY28" fmla="*/ 156782 h 328612"/>
                  <a:gd name="connsiteX29" fmla="*/ 47054 w 192028"/>
                  <a:gd name="connsiteY29" fmla="*/ 158401 h 328612"/>
                  <a:gd name="connsiteX30" fmla="*/ 50483 w 192028"/>
                  <a:gd name="connsiteY30" fmla="*/ 159925 h 328612"/>
                  <a:gd name="connsiteX31" fmla="*/ 54197 w 192028"/>
                  <a:gd name="connsiteY31" fmla="*/ 161354 h 328612"/>
                  <a:gd name="connsiteX32" fmla="*/ 57531 w 192028"/>
                  <a:gd name="connsiteY32" fmla="*/ 162497 h 328612"/>
                  <a:gd name="connsiteX33" fmla="*/ 61722 w 192028"/>
                  <a:gd name="connsiteY33" fmla="*/ 163640 h 328612"/>
                  <a:gd name="connsiteX34" fmla="*/ 64865 w 192028"/>
                  <a:gd name="connsiteY34" fmla="*/ 164402 h 328612"/>
                  <a:gd name="connsiteX35" fmla="*/ 69818 w 192028"/>
                  <a:gd name="connsiteY35" fmla="*/ 165164 h 328612"/>
                  <a:gd name="connsiteX36" fmla="*/ 72390 w 192028"/>
                  <a:gd name="connsiteY36" fmla="*/ 165545 h 328612"/>
                  <a:gd name="connsiteX37" fmla="*/ 80201 w 192028"/>
                  <a:gd name="connsiteY37" fmla="*/ 165926 h 328612"/>
                  <a:gd name="connsiteX38" fmla="*/ 95250 w 192028"/>
                  <a:gd name="connsiteY38" fmla="*/ 164402 h 328612"/>
                  <a:gd name="connsiteX39" fmla="*/ 31623 w 192028"/>
                  <a:gd name="connsiteY39" fmla="*/ 245555 h 328612"/>
                  <a:gd name="connsiteX40" fmla="*/ 58388 w 192028"/>
                  <a:gd name="connsiteY40" fmla="*/ 307372 h 328612"/>
                  <a:gd name="connsiteX41" fmla="*/ 59627 w 192028"/>
                  <a:gd name="connsiteY41" fmla="*/ 308515 h 328612"/>
                  <a:gd name="connsiteX42" fmla="*/ 63437 w 192028"/>
                  <a:gd name="connsiteY42" fmla="*/ 311658 h 328612"/>
                  <a:gd name="connsiteX43" fmla="*/ 65437 w 192028"/>
                  <a:gd name="connsiteY43" fmla="*/ 313277 h 328612"/>
                  <a:gd name="connsiteX44" fmla="*/ 69056 w 192028"/>
                  <a:gd name="connsiteY44" fmla="*/ 315754 h 328612"/>
                  <a:gd name="connsiteX45" fmla="*/ 71723 w 192028"/>
                  <a:gd name="connsiteY45" fmla="*/ 317468 h 328612"/>
                  <a:gd name="connsiteX46" fmla="*/ 75247 w 192028"/>
                  <a:gd name="connsiteY46" fmla="*/ 319468 h 328612"/>
                  <a:gd name="connsiteX47" fmla="*/ 78486 w 192028"/>
                  <a:gd name="connsiteY47" fmla="*/ 321088 h 328612"/>
                  <a:gd name="connsiteX48" fmla="*/ 81915 w 192028"/>
                  <a:gd name="connsiteY48" fmla="*/ 322612 h 328612"/>
                  <a:gd name="connsiteX49" fmla="*/ 85630 w 192028"/>
                  <a:gd name="connsiteY49" fmla="*/ 324041 h 328612"/>
                  <a:gd name="connsiteX50" fmla="*/ 88963 w 192028"/>
                  <a:gd name="connsiteY50" fmla="*/ 325184 h 328612"/>
                  <a:gd name="connsiteX51" fmla="*/ 93154 w 192028"/>
                  <a:gd name="connsiteY51" fmla="*/ 326326 h 328612"/>
                  <a:gd name="connsiteX52" fmla="*/ 96298 w 192028"/>
                  <a:gd name="connsiteY52" fmla="*/ 327089 h 328612"/>
                  <a:gd name="connsiteX53" fmla="*/ 101251 w 192028"/>
                  <a:gd name="connsiteY53" fmla="*/ 327850 h 328612"/>
                  <a:gd name="connsiteX54" fmla="*/ 103822 w 192028"/>
                  <a:gd name="connsiteY54" fmla="*/ 328232 h 328612"/>
                  <a:gd name="connsiteX55" fmla="*/ 111633 w 192028"/>
                  <a:gd name="connsiteY55" fmla="*/ 328613 h 328612"/>
                  <a:gd name="connsiteX56" fmla="*/ 135446 w 192028"/>
                  <a:gd name="connsiteY56" fmla="*/ 324898 h 328612"/>
                  <a:gd name="connsiteX57" fmla="*/ 149828 w 192028"/>
                  <a:gd name="connsiteY57" fmla="*/ 318611 h 328612"/>
                  <a:gd name="connsiteX58" fmla="*/ 173450 w 192028"/>
                  <a:gd name="connsiteY58" fmla="*/ 298418 h 328612"/>
                  <a:gd name="connsiteX59" fmla="*/ 191738 w 192028"/>
                  <a:gd name="connsiteY59" fmla="*/ 245650 h 328612"/>
                  <a:gd name="connsiteX60" fmla="*/ 191738 w 192028"/>
                  <a:gd name="connsiteY60" fmla="*/ 236125 h 328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192028" h="328612">
                    <a:moveTo>
                      <a:pt x="191738" y="236125"/>
                    </a:moveTo>
                    <a:cubicBezTo>
                      <a:pt x="191643" y="235458"/>
                      <a:pt x="191548" y="234887"/>
                      <a:pt x="191453" y="234220"/>
                    </a:cubicBezTo>
                    <a:cubicBezTo>
                      <a:pt x="191167" y="231743"/>
                      <a:pt x="190691" y="229267"/>
                      <a:pt x="190214" y="226886"/>
                    </a:cubicBezTo>
                    <a:cubicBezTo>
                      <a:pt x="190119" y="226409"/>
                      <a:pt x="190024" y="225933"/>
                      <a:pt x="189833" y="225552"/>
                    </a:cubicBezTo>
                    <a:cubicBezTo>
                      <a:pt x="189167" y="222885"/>
                      <a:pt x="188500" y="220313"/>
                      <a:pt x="187547" y="217742"/>
                    </a:cubicBezTo>
                    <a:cubicBezTo>
                      <a:pt x="187452" y="217551"/>
                      <a:pt x="187452" y="217361"/>
                      <a:pt x="187357" y="217170"/>
                    </a:cubicBezTo>
                    <a:cubicBezTo>
                      <a:pt x="176213" y="185261"/>
                      <a:pt x="146685" y="162401"/>
                      <a:pt x="112014" y="162401"/>
                    </a:cubicBezTo>
                    <a:cubicBezTo>
                      <a:pt x="106871" y="162401"/>
                      <a:pt x="101822" y="162973"/>
                      <a:pt x="96964" y="163925"/>
                    </a:cubicBezTo>
                    <a:cubicBezTo>
                      <a:pt x="120301" y="158877"/>
                      <a:pt x="139827" y="143351"/>
                      <a:pt x="150876" y="122301"/>
                    </a:cubicBezTo>
                    <a:cubicBezTo>
                      <a:pt x="154591" y="115253"/>
                      <a:pt x="157353" y="107537"/>
                      <a:pt x="158877" y="99441"/>
                    </a:cubicBezTo>
                    <a:cubicBezTo>
                      <a:pt x="159448" y="96774"/>
                      <a:pt x="159829" y="94012"/>
                      <a:pt x="160115" y="91250"/>
                    </a:cubicBezTo>
                    <a:cubicBezTo>
                      <a:pt x="160401" y="88487"/>
                      <a:pt x="160496" y="85630"/>
                      <a:pt x="160496" y="82772"/>
                    </a:cubicBezTo>
                    <a:lnTo>
                      <a:pt x="160496" y="82772"/>
                    </a:lnTo>
                    <a:lnTo>
                      <a:pt x="160496" y="82772"/>
                    </a:lnTo>
                    <a:cubicBezTo>
                      <a:pt x="160496" y="79629"/>
                      <a:pt x="160306" y="76581"/>
                      <a:pt x="159925" y="73533"/>
                    </a:cubicBezTo>
                    <a:cubicBezTo>
                      <a:pt x="159829" y="72866"/>
                      <a:pt x="159734" y="72295"/>
                      <a:pt x="159639" y="71628"/>
                    </a:cubicBezTo>
                    <a:cubicBezTo>
                      <a:pt x="159353" y="69152"/>
                      <a:pt x="158877" y="66675"/>
                      <a:pt x="158401" y="64294"/>
                    </a:cubicBezTo>
                    <a:cubicBezTo>
                      <a:pt x="158305" y="63818"/>
                      <a:pt x="158210" y="63341"/>
                      <a:pt x="158020" y="62960"/>
                    </a:cubicBezTo>
                    <a:cubicBezTo>
                      <a:pt x="157353" y="60293"/>
                      <a:pt x="156686" y="57722"/>
                      <a:pt x="155734" y="55245"/>
                    </a:cubicBezTo>
                    <a:cubicBezTo>
                      <a:pt x="155638" y="55055"/>
                      <a:pt x="155638" y="54864"/>
                      <a:pt x="155543" y="54674"/>
                    </a:cubicBezTo>
                    <a:cubicBezTo>
                      <a:pt x="144399" y="22765"/>
                      <a:pt x="114871" y="0"/>
                      <a:pt x="80201" y="0"/>
                    </a:cubicBezTo>
                    <a:cubicBezTo>
                      <a:pt x="35909" y="0"/>
                      <a:pt x="0" y="37148"/>
                      <a:pt x="0" y="82963"/>
                    </a:cubicBezTo>
                    <a:cubicBezTo>
                      <a:pt x="0" y="107537"/>
                      <a:pt x="10382" y="129540"/>
                      <a:pt x="26765" y="144780"/>
                    </a:cubicBezTo>
                    <a:cubicBezTo>
                      <a:pt x="27146" y="145161"/>
                      <a:pt x="27527" y="145542"/>
                      <a:pt x="28004" y="145923"/>
                    </a:cubicBezTo>
                    <a:cubicBezTo>
                      <a:pt x="29242" y="147066"/>
                      <a:pt x="30575" y="148114"/>
                      <a:pt x="31909" y="149066"/>
                    </a:cubicBezTo>
                    <a:cubicBezTo>
                      <a:pt x="32576" y="149638"/>
                      <a:pt x="33242" y="150114"/>
                      <a:pt x="33909" y="150590"/>
                    </a:cubicBezTo>
                    <a:cubicBezTo>
                      <a:pt x="35147" y="151448"/>
                      <a:pt x="36290" y="152305"/>
                      <a:pt x="37624" y="153067"/>
                    </a:cubicBezTo>
                    <a:cubicBezTo>
                      <a:pt x="38481" y="153638"/>
                      <a:pt x="39338" y="154210"/>
                      <a:pt x="40291" y="154781"/>
                    </a:cubicBezTo>
                    <a:cubicBezTo>
                      <a:pt x="41434" y="155448"/>
                      <a:pt x="42672" y="156115"/>
                      <a:pt x="43815" y="156782"/>
                    </a:cubicBezTo>
                    <a:cubicBezTo>
                      <a:pt x="44863" y="157353"/>
                      <a:pt x="45911" y="157829"/>
                      <a:pt x="47054" y="158401"/>
                    </a:cubicBezTo>
                    <a:cubicBezTo>
                      <a:pt x="48196" y="158972"/>
                      <a:pt x="49339" y="159449"/>
                      <a:pt x="50483" y="159925"/>
                    </a:cubicBezTo>
                    <a:cubicBezTo>
                      <a:pt x="51721" y="160401"/>
                      <a:pt x="52959" y="160877"/>
                      <a:pt x="54197" y="161354"/>
                    </a:cubicBezTo>
                    <a:cubicBezTo>
                      <a:pt x="55340" y="161735"/>
                      <a:pt x="56388" y="162116"/>
                      <a:pt x="57531" y="162497"/>
                    </a:cubicBezTo>
                    <a:cubicBezTo>
                      <a:pt x="58960" y="162878"/>
                      <a:pt x="60293" y="163259"/>
                      <a:pt x="61722" y="163640"/>
                    </a:cubicBezTo>
                    <a:cubicBezTo>
                      <a:pt x="62770" y="163925"/>
                      <a:pt x="63818" y="164211"/>
                      <a:pt x="64865" y="164402"/>
                    </a:cubicBezTo>
                    <a:cubicBezTo>
                      <a:pt x="66485" y="164687"/>
                      <a:pt x="68199" y="164973"/>
                      <a:pt x="69818" y="165164"/>
                    </a:cubicBezTo>
                    <a:cubicBezTo>
                      <a:pt x="70676" y="165259"/>
                      <a:pt x="71533" y="165449"/>
                      <a:pt x="72390" y="165545"/>
                    </a:cubicBezTo>
                    <a:cubicBezTo>
                      <a:pt x="74962" y="165830"/>
                      <a:pt x="77629" y="165926"/>
                      <a:pt x="80201" y="165926"/>
                    </a:cubicBezTo>
                    <a:cubicBezTo>
                      <a:pt x="85344" y="165926"/>
                      <a:pt x="90392" y="165354"/>
                      <a:pt x="95250" y="164402"/>
                    </a:cubicBezTo>
                    <a:cubicBezTo>
                      <a:pt x="58960" y="172307"/>
                      <a:pt x="31623" y="205645"/>
                      <a:pt x="31623" y="245555"/>
                    </a:cubicBezTo>
                    <a:cubicBezTo>
                      <a:pt x="31623" y="270129"/>
                      <a:pt x="42005" y="292132"/>
                      <a:pt x="58388" y="307372"/>
                    </a:cubicBezTo>
                    <a:cubicBezTo>
                      <a:pt x="58769" y="307753"/>
                      <a:pt x="59150" y="308134"/>
                      <a:pt x="59627" y="308515"/>
                    </a:cubicBezTo>
                    <a:cubicBezTo>
                      <a:pt x="60865" y="309658"/>
                      <a:pt x="62198" y="310706"/>
                      <a:pt x="63437" y="311658"/>
                    </a:cubicBezTo>
                    <a:cubicBezTo>
                      <a:pt x="64103" y="312230"/>
                      <a:pt x="64770" y="312706"/>
                      <a:pt x="65437" y="313277"/>
                    </a:cubicBezTo>
                    <a:cubicBezTo>
                      <a:pt x="66675" y="314134"/>
                      <a:pt x="67818" y="314992"/>
                      <a:pt x="69056" y="315754"/>
                    </a:cubicBezTo>
                    <a:cubicBezTo>
                      <a:pt x="69913" y="316325"/>
                      <a:pt x="70866" y="316897"/>
                      <a:pt x="71723" y="317468"/>
                    </a:cubicBezTo>
                    <a:cubicBezTo>
                      <a:pt x="72866" y="318135"/>
                      <a:pt x="74104" y="318802"/>
                      <a:pt x="75247" y="319468"/>
                    </a:cubicBezTo>
                    <a:cubicBezTo>
                      <a:pt x="76295" y="320040"/>
                      <a:pt x="77343" y="320516"/>
                      <a:pt x="78486" y="321088"/>
                    </a:cubicBezTo>
                    <a:cubicBezTo>
                      <a:pt x="79629" y="321659"/>
                      <a:pt x="80772" y="322135"/>
                      <a:pt x="81915" y="322612"/>
                    </a:cubicBezTo>
                    <a:cubicBezTo>
                      <a:pt x="83153" y="323088"/>
                      <a:pt x="84392" y="323564"/>
                      <a:pt x="85630" y="324041"/>
                    </a:cubicBezTo>
                    <a:cubicBezTo>
                      <a:pt x="86773" y="324422"/>
                      <a:pt x="87821" y="324803"/>
                      <a:pt x="88963" y="325184"/>
                    </a:cubicBezTo>
                    <a:cubicBezTo>
                      <a:pt x="90392" y="325565"/>
                      <a:pt x="91726" y="325946"/>
                      <a:pt x="93154" y="326326"/>
                    </a:cubicBezTo>
                    <a:cubicBezTo>
                      <a:pt x="94202" y="326612"/>
                      <a:pt x="95250" y="326898"/>
                      <a:pt x="96298" y="327089"/>
                    </a:cubicBezTo>
                    <a:cubicBezTo>
                      <a:pt x="97917" y="327374"/>
                      <a:pt x="99631" y="327660"/>
                      <a:pt x="101251" y="327850"/>
                    </a:cubicBezTo>
                    <a:cubicBezTo>
                      <a:pt x="102108" y="327946"/>
                      <a:pt x="102965" y="328136"/>
                      <a:pt x="103822" y="328232"/>
                    </a:cubicBezTo>
                    <a:cubicBezTo>
                      <a:pt x="106394" y="328517"/>
                      <a:pt x="109061" y="328613"/>
                      <a:pt x="111633" y="328613"/>
                    </a:cubicBezTo>
                    <a:cubicBezTo>
                      <a:pt x="119920" y="328613"/>
                      <a:pt x="127921" y="327279"/>
                      <a:pt x="135446" y="324898"/>
                    </a:cubicBezTo>
                    <a:cubicBezTo>
                      <a:pt x="140494" y="323279"/>
                      <a:pt x="145256" y="321183"/>
                      <a:pt x="149828" y="318611"/>
                    </a:cubicBezTo>
                    <a:cubicBezTo>
                      <a:pt x="158877" y="313468"/>
                      <a:pt x="166973" y="306610"/>
                      <a:pt x="173450" y="298418"/>
                    </a:cubicBezTo>
                    <a:cubicBezTo>
                      <a:pt x="184880" y="284035"/>
                      <a:pt x="191738" y="265652"/>
                      <a:pt x="191738" y="245650"/>
                    </a:cubicBezTo>
                    <a:cubicBezTo>
                      <a:pt x="192214" y="242221"/>
                      <a:pt x="192024" y="239173"/>
                      <a:pt x="191738" y="23612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29" name="Forme libre : forme 15628">
                <a:extLst>
                  <a:ext uri="{FF2B5EF4-FFF2-40B4-BE49-F238E27FC236}">
                    <a16:creationId xmlns:a16="http://schemas.microsoft.com/office/drawing/2014/main" id="{4F53C2CD-0E10-48A1-B029-C4420D707EF7}"/>
                  </a:ext>
                </a:extLst>
              </p:cNvPr>
              <p:cNvSpPr/>
              <p:nvPr/>
            </p:nvSpPr>
            <p:spPr>
              <a:xfrm>
                <a:off x="7620159" y="2897901"/>
                <a:ext cx="294649" cy="297164"/>
              </a:xfrm>
              <a:custGeom>
                <a:avLst/>
                <a:gdLst>
                  <a:gd name="connsiteX0" fmla="*/ 19663 w 294649"/>
                  <a:gd name="connsiteY0" fmla="*/ 260112 h 297164"/>
                  <a:gd name="connsiteX1" fmla="*/ 23092 w 294649"/>
                  <a:gd name="connsiteY1" fmla="*/ 263827 h 297164"/>
                  <a:gd name="connsiteX2" fmla="*/ 24901 w 294649"/>
                  <a:gd name="connsiteY2" fmla="*/ 265637 h 297164"/>
                  <a:gd name="connsiteX3" fmla="*/ 28235 w 294649"/>
                  <a:gd name="connsiteY3" fmla="*/ 268685 h 297164"/>
                  <a:gd name="connsiteX4" fmla="*/ 30616 w 294649"/>
                  <a:gd name="connsiteY4" fmla="*/ 270685 h 297164"/>
                  <a:gd name="connsiteX5" fmla="*/ 33855 w 294649"/>
                  <a:gd name="connsiteY5" fmla="*/ 273161 h 297164"/>
                  <a:gd name="connsiteX6" fmla="*/ 36808 w 294649"/>
                  <a:gd name="connsiteY6" fmla="*/ 275162 h 297164"/>
                  <a:gd name="connsiteX7" fmla="*/ 40046 w 294649"/>
                  <a:gd name="connsiteY7" fmla="*/ 277162 h 297164"/>
                  <a:gd name="connsiteX8" fmla="*/ 43475 w 294649"/>
                  <a:gd name="connsiteY8" fmla="*/ 279067 h 297164"/>
                  <a:gd name="connsiteX9" fmla="*/ 46618 w 294649"/>
                  <a:gd name="connsiteY9" fmla="*/ 280686 h 297164"/>
                  <a:gd name="connsiteX10" fmla="*/ 50619 w 294649"/>
                  <a:gd name="connsiteY10" fmla="*/ 282401 h 297164"/>
                  <a:gd name="connsiteX11" fmla="*/ 53572 w 294649"/>
                  <a:gd name="connsiteY11" fmla="*/ 283544 h 297164"/>
                  <a:gd name="connsiteX12" fmla="*/ 58429 w 294649"/>
                  <a:gd name="connsiteY12" fmla="*/ 284973 h 297164"/>
                  <a:gd name="connsiteX13" fmla="*/ 61001 w 294649"/>
                  <a:gd name="connsiteY13" fmla="*/ 285735 h 297164"/>
                  <a:gd name="connsiteX14" fmla="*/ 68716 w 294649"/>
                  <a:gd name="connsiteY14" fmla="*/ 287258 h 297164"/>
                  <a:gd name="connsiteX15" fmla="*/ 112722 w 294649"/>
                  <a:gd name="connsiteY15" fmla="*/ 280400 h 297164"/>
                  <a:gd name="connsiteX16" fmla="*/ 191494 w 294649"/>
                  <a:gd name="connsiteY16" fmla="*/ 297164 h 297164"/>
                  <a:gd name="connsiteX17" fmla="*/ 259597 w 294649"/>
                  <a:gd name="connsiteY17" fmla="*/ 254778 h 297164"/>
                  <a:gd name="connsiteX18" fmla="*/ 270646 w 294649"/>
                  <a:gd name="connsiteY18" fmla="*/ 171149 h 297164"/>
                  <a:gd name="connsiteX19" fmla="*/ 278838 w 294649"/>
                  <a:gd name="connsiteY19" fmla="*/ 161528 h 297164"/>
                  <a:gd name="connsiteX20" fmla="*/ 283219 w 294649"/>
                  <a:gd name="connsiteY20" fmla="*/ 154766 h 297164"/>
                  <a:gd name="connsiteX21" fmla="*/ 293887 w 294649"/>
                  <a:gd name="connsiteY21" fmla="*/ 123619 h 297164"/>
                  <a:gd name="connsiteX22" fmla="*/ 293887 w 294649"/>
                  <a:gd name="connsiteY22" fmla="*/ 123619 h 297164"/>
                  <a:gd name="connsiteX23" fmla="*/ 294649 w 294649"/>
                  <a:gd name="connsiteY23" fmla="*/ 114380 h 297164"/>
                  <a:gd name="connsiteX24" fmla="*/ 294649 w 294649"/>
                  <a:gd name="connsiteY24" fmla="*/ 112475 h 297164"/>
                  <a:gd name="connsiteX25" fmla="*/ 294364 w 294649"/>
                  <a:gd name="connsiteY25" fmla="*/ 105045 h 297164"/>
                  <a:gd name="connsiteX26" fmla="*/ 294173 w 294649"/>
                  <a:gd name="connsiteY26" fmla="*/ 103616 h 297164"/>
                  <a:gd name="connsiteX27" fmla="*/ 293030 w 294649"/>
                  <a:gd name="connsiteY27" fmla="*/ 95615 h 297164"/>
                  <a:gd name="connsiteX28" fmla="*/ 292935 w 294649"/>
                  <a:gd name="connsiteY28" fmla="*/ 95044 h 297164"/>
                  <a:gd name="connsiteX29" fmla="*/ 225784 w 294649"/>
                  <a:gd name="connsiteY29" fmla="*/ 30560 h 297164"/>
                  <a:gd name="connsiteX30" fmla="*/ 162252 w 294649"/>
                  <a:gd name="connsiteY30" fmla="*/ 50372 h 297164"/>
                  <a:gd name="connsiteX31" fmla="*/ 99577 w 294649"/>
                  <a:gd name="connsiteY31" fmla="*/ 747 h 297164"/>
                  <a:gd name="connsiteX32" fmla="*/ 8804 w 294649"/>
                  <a:gd name="connsiteY32" fmla="*/ 71993 h 297164"/>
                  <a:gd name="connsiteX33" fmla="*/ 26902 w 294649"/>
                  <a:gd name="connsiteY33" fmla="*/ 136859 h 297164"/>
                  <a:gd name="connsiteX34" fmla="*/ 27949 w 294649"/>
                  <a:gd name="connsiteY34" fmla="*/ 138097 h 297164"/>
                  <a:gd name="connsiteX35" fmla="*/ 30331 w 294649"/>
                  <a:gd name="connsiteY35" fmla="*/ 140669 h 297164"/>
                  <a:gd name="connsiteX36" fmla="*/ 803 w 294649"/>
                  <a:gd name="connsiteY36" fmla="*/ 194009 h 297164"/>
                  <a:gd name="connsiteX37" fmla="*/ 18901 w 294649"/>
                  <a:gd name="connsiteY37" fmla="*/ 258874 h 297164"/>
                  <a:gd name="connsiteX38" fmla="*/ 19663 w 294649"/>
                  <a:gd name="connsiteY38" fmla="*/ 260112 h 297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94649" h="297164">
                    <a:moveTo>
                      <a:pt x="19663" y="260112"/>
                    </a:moveTo>
                    <a:cubicBezTo>
                      <a:pt x="20710" y="261350"/>
                      <a:pt x="21853" y="262589"/>
                      <a:pt x="23092" y="263827"/>
                    </a:cubicBezTo>
                    <a:cubicBezTo>
                      <a:pt x="23663" y="264398"/>
                      <a:pt x="24235" y="265065"/>
                      <a:pt x="24901" y="265637"/>
                    </a:cubicBezTo>
                    <a:cubicBezTo>
                      <a:pt x="25949" y="266685"/>
                      <a:pt x="27092" y="267637"/>
                      <a:pt x="28235" y="268685"/>
                    </a:cubicBezTo>
                    <a:cubicBezTo>
                      <a:pt x="28997" y="269352"/>
                      <a:pt x="29854" y="270018"/>
                      <a:pt x="30616" y="270685"/>
                    </a:cubicBezTo>
                    <a:cubicBezTo>
                      <a:pt x="31664" y="271542"/>
                      <a:pt x="32712" y="272399"/>
                      <a:pt x="33855" y="273161"/>
                    </a:cubicBezTo>
                    <a:cubicBezTo>
                      <a:pt x="34807" y="273828"/>
                      <a:pt x="35760" y="274495"/>
                      <a:pt x="36808" y="275162"/>
                    </a:cubicBezTo>
                    <a:cubicBezTo>
                      <a:pt x="37855" y="275828"/>
                      <a:pt x="38903" y="276495"/>
                      <a:pt x="40046" y="277162"/>
                    </a:cubicBezTo>
                    <a:cubicBezTo>
                      <a:pt x="41189" y="277829"/>
                      <a:pt x="42332" y="278400"/>
                      <a:pt x="43475" y="279067"/>
                    </a:cubicBezTo>
                    <a:cubicBezTo>
                      <a:pt x="44523" y="279639"/>
                      <a:pt x="45571" y="280115"/>
                      <a:pt x="46618" y="280686"/>
                    </a:cubicBezTo>
                    <a:cubicBezTo>
                      <a:pt x="47952" y="281258"/>
                      <a:pt x="49285" y="281829"/>
                      <a:pt x="50619" y="282401"/>
                    </a:cubicBezTo>
                    <a:cubicBezTo>
                      <a:pt x="51571" y="282782"/>
                      <a:pt x="52619" y="283258"/>
                      <a:pt x="53572" y="283544"/>
                    </a:cubicBezTo>
                    <a:cubicBezTo>
                      <a:pt x="55191" y="284115"/>
                      <a:pt x="56810" y="284591"/>
                      <a:pt x="58429" y="284973"/>
                    </a:cubicBezTo>
                    <a:cubicBezTo>
                      <a:pt x="59287" y="285163"/>
                      <a:pt x="60144" y="285544"/>
                      <a:pt x="61001" y="285735"/>
                    </a:cubicBezTo>
                    <a:cubicBezTo>
                      <a:pt x="63478" y="286306"/>
                      <a:pt x="66049" y="286877"/>
                      <a:pt x="68716" y="287258"/>
                    </a:cubicBezTo>
                    <a:cubicBezTo>
                      <a:pt x="84242" y="289449"/>
                      <a:pt x="99387" y="286687"/>
                      <a:pt x="112722" y="280400"/>
                    </a:cubicBezTo>
                    <a:cubicBezTo>
                      <a:pt x="131010" y="277543"/>
                      <a:pt x="163204" y="276590"/>
                      <a:pt x="191494" y="297164"/>
                    </a:cubicBezTo>
                    <a:cubicBezTo>
                      <a:pt x="191494" y="297164"/>
                      <a:pt x="239023" y="292783"/>
                      <a:pt x="259597" y="254778"/>
                    </a:cubicBezTo>
                    <a:cubicBezTo>
                      <a:pt x="259597" y="254778"/>
                      <a:pt x="246644" y="223536"/>
                      <a:pt x="270646" y="171149"/>
                    </a:cubicBezTo>
                    <a:cubicBezTo>
                      <a:pt x="273599" y="168196"/>
                      <a:pt x="276361" y="164957"/>
                      <a:pt x="278838" y="161528"/>
                    </a:cubicBezTo>
                    <a:cubicBezTo>
                      <a:pt x="280362" y="159338"/>
                      <a:pt x="281791" y="157147"/>
                      <a:pt x="283219" y="154766"/>
                    </a:cubicBezTo>
                    <a:cubicBezTo>
                      <a:pt x="288553" y="145527"/>
                      <a:pt x="292268" y="134954"/>
                      <a:pt x="293887" y="123619"/>
                    </a:cubicBezTo>
                    <a:cubicBezTo>
                      <a:pt x="293887" y="123619"/>
                      <a:pt x="293887" y="123619"/>
                      <a:pt x="293887" y="123619"/>
                    </a:cubicBezTo>
                    <a:cubicBezTo>
                      <a:pt x="294269" y="120476"/>
                      <a:pt x="294554" y="117428"/>
                      <a:pt x="294649" y="114380"/>
                    </a:cubicBezTo>
                    <a:cubicBezTo>
                      <a:pt x="294649" y="113713"/>
                      <a:pt x="294649" y="113141"/>
                      <a:pt x="294649" y="112475"/>
                    </a:cubicBezTo>
                    <a:cubicBezTo>
                      <a:pt x="294649" y="109998"/>
                      <a:pt x="294554" y="107427"/>
                      <a:pt x="294364" y="105045"/>
                    </a:cubicBezTo>
                    <a:cubicBezTo>
                      <a:pt x="294364" y="104569"/>
                      <a:pt x="294269" y="104093"/>
                      <a:pt x="294173" y="103616"/>
                    </a:cubicBezTo>
                    <a:cubicBezTo>
                      <a:pt x="293887" y="100949"/>
                      <a:pt x="293506" y="98282"/>
                      <a:pt x="293030" y="95615"/>
                    </a:cubicBezTo>
                    <a:cubicBezTo>
                      <a:pt x="293030" y="95425"/>
                      <a:pt x="292935" y="95235"/>
                      <a:pt x="292935" y="95044"/>
                    </a:cubicBezTo>
                    <a:cubicBezTo>
                      <a:pt x="286268" y="61897"/>
                      <a:pt x="260169" y="35322"/>
                      <a:pt x="225784" y="30560"/>
                    </a:cubicBezTo>
                    <a:cubicBezTo>
                      <a:pt x="201971" y="27226"/>
                      <a:pt x="179111" y="35227"/>
                      <a:pt x="162252" y="50372"/>
                    </a:cubicBezTo>
                    <a:cubicBezTo>
                      <a:pt x="151679" y="24368"/>
                      <a:pt x="128629" y="4747"/>
                      <a:pt x="99577" y="747"/>
                    </a:cubicBezTo>
                    <a:cubicBezTo>
                      <a:pt x="55667" y="-5350"/>
                      <a:pt x="15091" y="26559"/>
                      <a:pt x="8804" y="71993"/>
                    </a:cubicBezTo>
                    <a:cubicBezTo>
                      <a:pt x="5470" y="96377"/>
                      <a:pt x="12709" y="119523"/>
                      <a:pt x="26902" y="136859"/>
                    </a:cubicBezTo>
                    <a:cubicBezTo>
                      <a:pt x="27283" y="137240"/>
                      <a:pt x="27568" y="137716"/>
                      <a:pt x="27949" y="138097"/>
                    </a:cubicBezTo>
                    <a:cubicBezTo>
                      <a:pt x="28711" y="138954"/>
                      <a:pt x="29473" y="139811"/>
                      <a:pt x="30331" y="140669"/>
                    </a:cubicBezTo>
                    <a:cubicBezTo>
                      <a:pt x="14900" y="153527"/>
                      <a:pt x="3851" y="172197"/>
                      <a:pt x="803" y="194009"/>
                    </a:cubicBezTo>
                    <a:cubicBezTo>
                      <a:pt x="-2531" y="218393"/>
                      <a:pt x="4708" y="241634"/>
                      <a:pt x="18901" y="258874"/>
                    </a:cubicBezTo>
                    <a:cubicBezTo>
                      <a:pt x="18996" y="259350"/>
                      <a:pt x="19377" y="259731"/>
                      <a:pt x="19663" y="260112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30" name="Forme libre : forme 15629">
                <a:extLst>
                  <a:ext uri="{FF2B5EF4-FFF2-40B4-BE49-F238E27FC236}">
                    <a16:creationId xmlns:a16="http://schemas.microsoft.com/office/drawing/2014/main" id="{E71C89DF-204A-414E-955D-F7C9BBECC3D0}"/>
                  </a:ext>
                </a:extLst>
              </p:cNvPr>
              <p:cNvSpPr/>
              <p:nvPr/>
            </p:nvSpPr>
            <p:spPr>
              <a:xfrm>
                <a:off x="7756258" y="3675789"/>
                <a:ext cx="310854" cy="313784"/>
              </a:xfrm>
              <a:custGeom>
                <a:avLst/>
                <a:gdLst>
                  <a:gd name="connsiteX0" fmla="*/ 310569 w 310854"/>
                  <a:gd name="connsiteY0" fmla="*/ 177454 h 313784"/>
                  <a:gd name="connsiteX1" fmla="*/ 310474 w 310854"/>
                  <a:gd name="connsiteY1" fmla="*/ 173929 h 313784"/>
                  <a:gd name="connsiteX2" fmla="*/ 309998 w 310854"/>
                  <a:gd name="connsiteY2" fmla="*/ 169548 h 313784"/>
                  <a:gd name="connsiteX3" fmla="*/ 309616 w 310854"/>
                  <a:gd name="connsiteY3" fmla="*/ 166405 h 313784"/>
                  <a:gd name="connsiteX4" fmla="*/ 308569 w 310854"/>
                  <a:gd name="connsiteY4" fmla="*/ 161451 h 313784"/>
                  <a:gd name="connsiteX5" fmla="*/ 307997 w 310854"/>
                  <a:gd name="connsiteY5" fmla="*/ 158880 h 313784"/>
                  <a:gd name="connsiteX6" fmla="*/ 305521 w 310854"/>
                  <a:gd name="connsiteY6" fmla="*/ 151450 h 313784"/>
                  <a:gd name="connsiteX7" fmla="*/ 302187 w 310854"/>
                  <a:gd name="connsiteY7" fmla="*/ 143925 h 313784"/>
                  <a:gd name="connsiteX8" fmla="*/ 293519 w 310854"/>
                  <a:gd name="connsiteY8" fmla="*/ 130495 h 313784"/>
                  <a:gd name="connsiteX9" fmla="*/ 278374 w 310854"/>
                  <a:gd name="connsiteY9" fmla="*/ 116208 h 313784"/>
                  <a:gd name="connsiteX10" fmla="*/ 254943 w 310854"/>
                  <a:gd name="connsiteY10" fmla="*/ 39150 h 313784"/>
                  <a:gd name="connsiteX11" fmla="*/ 184934 w 310854"/>
                  <a:gd name="connsiteY11" fmla="*/ 3 h 313784"/>
                  <a:gd name="connsiteX12" fmla="*/ 106448 w 310854"/>
                  <a:gd name="connsiteY12" fmla="*/ 30769 h 313784"/>
                  <a:gd name="connsiteX13" fmla="*/ 86160 w 310854"/>
                  <a:gd name="connsiteY13" fmla="*/ 27721 h 313784"/>
                  <a:gd name="connsiteX14" fmla="*/ 61871 w 310854"/>
                  <a:gd name="connsiteY14" fmla="*/ 30769 h 313784"/>
                  <a:gd name="connsiteX15" fmla="*/ 53775 w 310854"/>
                  <a:gd name="connsiteY15" fmla="*/ 33436 h 313784"/>
                  <a:gd name="connsiteX16" fmla="*/ 45298 w 310854"/>
                  <a:gd name="connsiteY16" fmla="*/ 37246 h 313784"/>
                  <a:gd name="connsiteX17" fmla="*/ 43678 w 310854"/>
                  <a:gd name="connsiteY17" fmla="*/ 38198 h 313784"/>
                  <a:gd name="connsiteX18" fmla="*/ 37297 w 310854"/>
                  <a:gd name="connsiteY18" fmla="*/ 42008 h 313784"/>
                  <a:gd name="connsiteX19" fmla="*/ 36154 w 310854"/>
                  <a:gd name="connsiteY19" fmla="*/ 42865 h 313784"/>
                  <a:gd name="connsiteX20" fmla="*/ 29677 w 310854"/>
                  <a:gd name="connsiteY20" fmla="*/ 47723 h 313784"/>
                  <a:gd name="connsiteX21" fmla="*/ 29200 w 310854"/>
                  <a:gd name="connsiteY21" fmla="*/ 48104 h 313784"/>
                  <a:gd name="connsiteX22" fmla="*/ 5197 w 310854"/>
                  <a:gd name="connsiteY22" fmla="*/ 138020 h 313784"/>
                  <a:gd name="connsiteX23" fmla="*/ 53299 w 310854"/>
                  <a:gd name="connsiteY23" fmla="*/ 184121 h 313784"/>
                  <a:gd name="connsiteX24" fmla="*/ 40154 w 310854"/>
                  <a:gd name="connsiteY24" fmla="*/ 262988 h 313784"/>
                  <a:gd name="connsiteX25" fmla="*/ 146358 w 310854"/>
                  <a:gd name="connsiteY25" fmla="*/ 308041 h 313784"/>
                  <a:gd name="connsiteX26" fmla="*/ 194364 w 310854"/>
                  <a:gd name="connsiteY26" fmla="*/ 260797 h 313784"/>
                  <a:gd name="connsiteX27" fmla="*/ 194935 w 310854"/>
                  <a:gd name="connsiteY27" fmla="*/ 259273 h 313784"/>
                  <a:gd name="connsiteX28" fmla="*/ 196078 w 310854"/>
                  <a:gd name="connsiteY28" fmla="*/ 255939 h 313784"/>
                  <a:gd name="connsiteX29" fmla="*/ 257039 w 310854"/>
                  <a:gd name="connsiteY29" fmla="*/ 255939 h 313784"/>
                  <a:gd name="connsiteX30" fmla="*/ 305044 w 310854"/>
                  <a:gd name="connsiteY30" fmla="*/ 208791 h 313784"/>
                  <a:gd name="connsiteX31" fmla="*/ 305711 w 310854"/>
                  <a:gd name="connsiteY31" fmla="*/ 207267 h 313784"/>
                  <a:gd name="connsiteX32" fmla="*/ 307331 w 310854"/>
                  <a:gd name="connsiteY32" fmla="*/ 202504 h 313784"/>
                  <a:gd name="connsiteX33" fmla="*/ 308092 w 310854"/>
                  <a:gd name="connsiteY33" fmla="*/ 200028 h 313784"/>
                  <a:gd name="connsiteX34" fmla="*/ 309140 w 310854"/>
                  <a:gd name="connsiteY34" fmla="*/ 195646 h 313784"/>
                  <a:gd name="connsiteX35" fmla="*/ 309712 w 310854"/>
                  <a:gd name="connsiteY35" fmla="*/ 192598 h 313784"/>
                  <a:gd name="connsiteX36" fmla="*/ 310283 w 310854"/>
                  <a:gd name="connsiteY36" fmla="*/ 188598 h 313784"/>
                  <a:gd name="connsiteX37" fmla="*/ 310664 w 310854"/>
                  <a:gd name="connsiteY37" fmla="*/ 185073 h 313784"/>
                  <a:gd name="connsiteX38" fmla="*/ 310855 w 310854"/>
                  <a:gd name="connsiteY38" fmla="*/ 181263 h 313784"/>
                  <a:gd name="connsiteX39" fmla="*/ 310569 w 310854"/>
                  <a:gd name="connsiteY39" fmla="*/ 177454 h 313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10854" h="313784">
                    <a:moveTo>
                      <a:pt x="310569" y="177454"/>
                    </a:moveTo>
                    <a:cubicBezTo>
                      <a:pt x="310569" y="176311"/>
                      <a:pt x="310474" y="175167"/>
                      <a:pt x="310474" y="173929"/>
                    </a:cubicBezTo>
                    <a:cubicBezTo>
                      <a:pt x="310378" y="172500"/>
                      <a:pt x="310188" y="171072"/>
                      <a:pt x="309998" y="169548"/>
                    </a:cubicBezTo>
                    <a:cubicBezTo>
                      <a:pt x="309902" y="168500"/>
                      <a:pt x="309712" y="167452"/>
                      <a:pt x="309616" y="166405"/>
                    </a:cubicBezTo>
                    <a:cubicBezTo>
                      <a:pt x="309331" y="164785"/>
                      <a:pt x="308950" y="163166"/>
                      <a:pt x="308569" y="161451"/>
                    </a:cubicBezTo>
                    <a:cubicBezTo>
                      <a:pt x="308378" y="160594"/>
                      <a:pt x="308188" y="159737"/>
                      <a:pt x="307997" y="158880"/>
                    </a:cubicBezTo>
                    <a:cubicBezTo>
                      <a:pt x="307331" y="156403"/>
                      <a:pt x="306473" y="153927"/>
                      <a:pt x="305521" y="151450"/>
                    </a:cubicBezTo>
                    <a:cubicBezTo>
                      <a:pt x="304568" y="148879"/>
                      <a:pt x="303425" y="146402"/>
                      <a:pt x="302187" y="143925"/>
                    </a:cubicBezTo>
                    <a:cubicBezTo>
                      <a:pt x="299710" y="139068"/>
                      <a:pt x="296758" y="134591"/>
                      <a:pt x="293519" y="130495"/>
                    </a:cubicBezTo>
                    <a:cubicBezTo>
                      <a:pt x="289138" y="125066"/>
                      <a:pt x="283994" y="120304"/>
                      <a:pt x="278374" y="116208"/>
                    </a:cubicBezTo>
                    <a:cubicBezTo>
                      <a:pt x="267040" y="101634"/>
                      <a:pt x="250657" y="73821"/>
                      <a:pt x="254943" y="39150"/>
                    </a:cubicBezTo>
                    <a:cubicBezTo>
                      <a:pt x="254943" y="39150"/>
                      <a:pt x="228178" y="-378"/>
                      <a:pt x="184934" y="3"/>
                    </a:cubicBezTo>
                    <a:cubicBezTo>
                      <a:pt x="184934" y="3"/>
                      <a:pt x="163884" y="26482"/>
                      <a:pt x="106448" y="30769"/>
                    </a:cubicBezTo>
                    <a:cubicBezTo>
                      <a:pt x="99876" y="28959"/>
                      <a:pt x="93113" y="27911"/>
                      <a:pt x="86160" y="27721"/>
                    </a:cubicBezTo>
                    <a:cubicBezTo>
                      <a:pt x="78159" y="27530"/>
                      <a:pt x="69967" y="28578"/>
                      <a:pt x="61871" y="30769"/>
                    </a:cubicBezTo>
                    <a:cubicBezTo>
                      <a:pt x="59204" y="31530"/>
                      <a:pt x="56442" y="32388"/>
                      <a:pt x="53775" y="33436"/>
                    </a:cubicBezTo>
                    <a:cubicBezTo>
                      <a:pt x="50822" y="34579"/>
                      <a:pt x="48060" y="35817"/>
                      <a:pt x="45298" y="37246"/>
                    </a:cubicBezTo>
                    <a:cubicBezTo>
                      <a:pt x="44726" y="37531"/>
                      <a:pt x="44250" y="37912"/>
                      <a:pt x="43678" y="38198"/>
                    </a:cubicBezTo>
                    <a:cubicBezTo>
                      <a:pt x="41488" y="39436"/>
                      <a:pt x="39297" y="40674"/>
                      <a:pt x="37297" y="42008"/>
                    </a:cubicBezTo>
                    <a:cubicBezTo>
                      <a:pt x="36916" y="42294"/>
                      <a:pt x="36535" y="42580"/>
                      <a:pt x="36154" y="42865"/>
                    </a:cubicBezTo>
                    <a:cubicBezTo>
                      <a:pt x="33963" y="44389"/>
                      <a:pt x="31772" y="46008"/>
                      <a:pt x="29677" y="47723"/>
                    </a:cubicBezTo>
                    <a:cubicBezTo>
                      <a:pt x="29486" y="47818"/>
                      <a:pt x="29391" y="48009"/>
                      <a:pt x="29200" y="48104"/>
                    </a:cubicBezTo>
                    <a:cubicBezTo>
                      <a:pt x="3483" y="70012"/>
                      <a:pt x="-7280" y="105635"/>
                      <a:pt x="5197" y="138020"/>
                    </a:cubicBezTo>
                    <a:cubicBezTo>
                      <a:pt x="13865" y="160499"/>
                      <a:pt x="31867" y="176596"/>
                      <a:pt x="53299" y="184121"/>
                    </a:cubicBezTo>
                    <a:cubicBezTo>
                      <a:pt x="35677" y="205933"/>
                      <a:pt x="29581" y="235651"/>
                      <a:pt x="40154" y="262988"/>
                    </a:cubicBezTo>
                    <a:cubicBezTo>
                      <a:pt x="56061" y="304326"/>
                      <a:pt x="103591" y="324520"/>
                      <a:pt x="146358" y="308041"/>
                    </a:cubicBezTo>
                    <a:cubicBezTo>
                      <a:pt x="169313" y="299183"/>
                      <a:pt x="186077" y="281657"/>
                      <a:pt x="194364" y="260797"/>
                    </a:cubicBezTo>
                    <a:cubicBezTo>
                      <a:pt x="194554" y="260321"/>
                      <a:pt x="194745" y="259749"/>
                      <a:pt x="194935" y="259273"/>
                    </a:cubicBezTo>
                    <a:cubicBezTo>
                      <a:pt x="195316" y="258130"/>
                      <a:pt x="195698" y="257082"/>
                      <a:pt x="196078" y="255939"/>
                    </a:cubicBezTo>
                    <a:cubicBezTo>
                      <a:pt x="214843" y="263274"/>
                      <a:pt x="236465" y="263940"/>
                      <a:pt x="257039" y="255939"/>
                    </a:cubicBezTo>
                    <a:cubicBezTo>
                      <a:pt x="279994" y="247081"/>
                      <a:pt x="296758" y="229555"/>
                      <a:pt x="305044" y="208791"/>
                    </a:cubicBezTo>
                    <a:cubicBezTo>
                      <a:pt x="305235" y="208314"/>
                      <a:pt x="305521" y="207743"/>
                      <a:pt x="305711" y="207267"/>
                    </a:cubicBezTo>
                    <a:cubicBezTo>
                      <a:pt x="306283" y="205743"/>
                      <a:pt x="306759" y="204123"/>
                      <a:pt x="307331" y="202504"/>
                    </a:cubicBezTo>
                    <a:cubicBezTo>
                      <a:pt x="307616" y="201647"/>
                      <a:pt x="307807" y="200885"/>
                      <a:pt x="308092" y="200028"/>
                    </a:cubicBezTo>
                    <a:cubicBezTo>
                      <a:pt x="308473" y="198599"/>
                      <a:pt x="308854" y="197170"/>
                      <a:pt x="309140" y="195646"/>
                    </a:cubicBezTo>
                    <a:cubicBezTo>
                      <a:pt x="309331" y="194598"/>
                      <a:pt x="309521" y="193646"/>
                      <a:pt x="309712" y="192598"/>
                    </a:cubicBezTo>
                    <a:cubicBezTo>
                      <a:pt x="309902" y="191265"/>
                      <a:pt x="310093" y="189931"/>
                      <a:pt x="310283" y="188598"/>
                    </a:cubicBezTo>
                    <a:cubicBezTo>
                      <a:pt x="310378" y="187455"/>
                      <a:pt x="310569" y="186216"/>
                      <a:pt x="310664" y="185073"/>
                    </a:cubicBezTo>
                    <a:cubicBezTo>
                      <a:pt x="310759" y="183835"/>
                      <a:pt x="310855" y="182597"/>
                      <a:pt x="310855" y="181263"/>
                    </a:cubicBezTo>
                    <a:cubicBezTo>
                      <a:pt x="310569" y="180121"/>
                      <a:pt x="310569" y="178787"/>
                      <a:pt x="310569" y="17745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31" name="Forme libre : forme 15630">
                <a:extLst>
                  <a:ext uri="{FF2B5EF4-FFF2-40B4-BE49-F238E27FC236}">
                    <a16:creationId xmlns:a16="http://schemas.microsoft.com/office/drawing/2014/main" id="{158C9A0B-FAD7-431D-85B0-ED56D09816B2}"/>
                  </a:ext>
                </a:extLst>
              </p:cNvPr>
              <p:cNvSpPr/>
              <p:nvPr/>
            </p:nvSpPr>
            <p:spPr>
              <a:xfrm>
                <a:off x="8364085" y="3103808"/>
                <a:ext cx="324185" cy="321664"/>
              </a:xfrm>
              <a:custGeom>
                <a:avLst/>
                <a:gdLst>
                  <a:gd name="connsiteX0" fmla="*/ 312914 w 324185"/>
                  <a:gd name="connsiteY0" fmla="*/ 179459 h 321664"/>
                  <a:gd name="connsiteX1" fmla="*/ 283482 w 324185"/>
                  <a:gd name="connsiteY1" fmla="*/ 67921 h 321664"/>
                  <a:gd name="connsiteX2" fmla="*/ 216807 w 324185"/>
                  <a:gd name="connsiteY2" fmla="*/ 58872 h 321664"/>
                  <a:gd name="connsiteX3" fmla="*/ 215187 w 324185"/>
                  <a:gd name="connsiteY3" fmla="*/ 59349 h 321664"/>
                  <a:gd name="connsiteX4" fmla="*/ 211854 w 324185"/>
                  <a:gd name="connsiteY4" fmla="*/ 60492 h 321664"/>
                  <a:gd name="connsiteX5" fmla="*/ 174516 w 324185"/>
                  <a:gd name="connsiteY5" fmla="*/ 12295 h 321664"/>
                  <a:gd name="connsiteX6" fmla="*/ 107745 w 324185"/>
                  <a:gd name="connsiteY6" fmla="*/ 3246 h 321664"/>
                  <a:gd name="connsiteX7" fmla="*/ 106126 w 324185"/>
                  <a:gd name="connsiteY7" fmla="*/ 3723 h 321664"/>
                  <a:gd name="connsiteX8" fmla="*/ 101363 w 324185"/>
                  <a:gd name="connsiteY8" fmla="*/ 5342 h 321664"/>
                  <a:gd name="connsiteX9" fmla="*/ 98982 w 324185"/>
                  <a:gd name="connsiteY9" fmla="*/ 6294 h 321664"/>
                  <a:gd name="connsiteX10" fmla="*/ 94887 w 324185"/>
                  <a:gd name="connsiteY10" fmla="*/ 8104 h 321664"/>
                  <a:gd name="connsiteX11" fmla="*/ 92124 w 324185"/>
                  <a:gd name="connsiteY11" fmla="*/ 9533 h 321664"/>
                  <a:gd name="connsiteX12" fmla="*/ 88600 w 324185"/>
                  <a:gd name="connsiteY12" fmla="*/ 11533 h 321664"/>
                  <a:gd name="connsiteX13" fmla="*/ 85552 w 324185"/>
                  <a:gd name="connsiteY13" fmla="*/ 13438 h 321664"/>
                  <a:gd name="connsiteX14" fmla="*/ 82409 w 324185"/>
                  <a:gd name="connsiteY14" fmla="*/ 15629 h 321664"/>
                  <a:gd name="connsiteX15" fmla="*/ 79266 w 324185"/>
                  <a:gd name="connsiteY15" fmla="*/ 18010 h 321664"/>
                  <a:gd name="connsiteX16" fmla="*/ 76599 w 324185"/>
                  <a:gd name="connsiteY16" fmla="*/ 20296 h 321664"/>
                  <a:gd name="connsiteX17" fmla="*/ 73455 w 324185"/>
                  <a:gd name="connsiteY17" fmla="*/ 23344 h 321664"/>
                  <a:gd name="connsiteX18" fmla="*/ 71169 w 324185"/>
                  <a:gd name="connsiteY18" fmla="*/ 25630 h 321664"/>
                  <a:gd name="connsiteX19" fmla="*/ 67931 w 324185"/>
                  <a:gd name="connsiteY19" fmla="*/ 29440 h 321664"/>
                  <a:gd name="connsiteX20" fmla="*/ 66216 w 324185"/>
                  <a:gd name="connsiteY20" fmla="*/ 31536 h 321664"/>
                  <a:gd name="connsiteX21" fmla="*/ 61835 w 324185"/>
                  <a:gd name="connsiteY21" fmla="*/ 38013 h 321664"/>
                  <a:gd name="connsiteX22" fmla="*/ 50691 w 324185"/>
                  <a:gd name="connsiteY22" fmla="*/ 81066 h 321664"/>
                  <a:gd name="connsiteX23" fmla="*/ 4113 w 324185"/>
                  <a:gd name="connsiteY23" fmla="*/ 146788 h 321664"/>
                  <a:gd name="connsiteX24" fmla="*/ 16020 w 324185"/>
                  <a:gd name="connsiteY24" fmla="*/ 226132 h 321664"/>
                  <a:gd name="connsiteX25" fmla="*/ 88410 w 324185"/>
                  <a:gd name="connsiteY25" fmla="*/ 269375 h 321664"/>
                  <a:gd name="connsiteX26" fmla="*/ 103554 w 324185"/>
                  <a:gd name="connsiteY26" fmla="*/ 293568 h 321664"/>
                  <a:gd name="connsiteX27" fmla="*/ 122795 w 324185"/>
                  <a:gd name="connsiteY27" fmla="*/ 309380 h 321664"/>
                  <a:gd name="connsiteX28" fmla="*/ 130986 w 324185"/>
                  <a:gd name="connsiteY28" fmla="*/ 313761 h 321664"/>
                  <a:gd name="connsiteX29" fmla="*/ 132701 w 324185"/>
                  <a:gd name="connsiteY29" fmla="*/ 314524 h 321664"/>
                  <a:gd name="connsiteX30" fmla="*/ 139654 w 324185"/>
                  <a:gd name="connsiteY30" fmla="*/ 317286 h 321664"/>
                  <a:gd name="connsiteX31" fmla="*/ 140987 w 324185"/>
                  <a:gd name="connsiteY31" fmla="*/ 317667 h 321664"/>
                  <a:gd name="connsiteX32" fmla="*/ 148798 w 324185"/>
                  <a:gd name="connsiteY32" fmla="*/ 319762 h 321664"/>
                  <a:gd name="connsiteX33" fmla="*/ 149465 w 324185"/>
                  <a:gd name="connsiteY33" fmla="*/ 319857 h 321664"/>
                  <a:gd name="connsiteX34" fmla="*/ 235285 w 324185"/>
                  <a:gd name="connsiteY34" fmla="*/ 283758 h 321664"/>
                  <a:gd name="connsiteX35" fmla="*/ 242238 w 324185"/>
                  <a:gd name="connsiteY35" fmla="*/ 217559 h 321664"/>
                  <a:gd name="connsiteX36" fmla="*/ 312914 w 324185"/>
                  <a:gd name="connsiteY36" fmla="*/ 179459 h 321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324185" h="321664">
                    <a:moveTo>
                      <a:pt x="312914" y="179459"/>
                    </a:moveTo>
                    <a:cubicBezTo>
                      <a:pt x="335869" y="141549"/>
                      <a:pt x="322629" y="91638"/>
                      <a:pt x="283482" y="67921"/>
                    </a:cubicBezTo>
                    <a:cubicBezTo>
                      <a:pt x="262431" y="55158"/>
                      <a:pt x="238238" y="52681"/>
                      <a:pt x="216807" y="58872"/>
                    </a:cubicBezTo>
                    <a:cubicBezTo>
                      <a:pt x="216235" y="59063"/>
                      <a:pt x="215759" y="59158"/>
                      <a:pt x="215187" y="59349"/>
                    </a:cubicBezTo>
                    <a:cubicBezTo>
                      <a:pt x="214044" y="59730"/>
                      <a:pt x="212996" y="60111"/>
                      <a:pt x="211854" y="60492"/>
                    </a:cubicBezTo>
                    <a:cubicBezTo>
                      <a:pt x="206138" y="41156"/>
                      <a:pt x="193375" y="23725"/>
                      <a:pt x="174516" y="12295"/>
                    </a:cubicBezTo>
                    <a:cubicBezTo>
                      <a:pt x="153465" y="-468"/>
                      <a:pt x="129272" y="-2945"/>
                      <a:pt x="107745" y="3246"/>
                    </a:cubicBezTo>
                    <a:cubicBezTo>
                      <a:pt x="107174" y="3437"/>
                      <a:pt x="106698" y="3532"/>
                      <a:pt x="106126" y="3723"/>
                    </a:cubicBezTo>
                    <a:cubicBezTo>
                      <a:pt x="104507" y="4199"/>
                      <a:pt x="102983" y="4770"/>
                      <a:pt x="101363" y="5342"/>
                    </a:cubicBezTo>
                    <a:cubicBezTo>
                      <a:pt x="100602" y="5628"/>
                      <a:pt x="99744" y="5913"/>
                      <a:pt x="98982" y="6294"/>
                    </a:cubicBezTo>
                    <a:cubicBezTo>
                      <a:pt x="97649" y="6866"/>
                      <a:pt x="96220" y="7437"/>
                      <a:pt x="94887" y="8104"/>
                    </a:cubicBezTo>
                    <a:cubicBezTo>
                      <a:pt x="93934" y="8580"/>
                      <a:pt x="92982" y="9057"/>
                      <a:pt x="92124" y="9533"/>
                    </a:cubicBezTo>
                    <a:cubicBezTo>
                      <a:pt x="90886" y="10200"/>
                      <a:pt x="89743" y="10866"/>
                      <a:pt x="88600" y="11533"/>
                    </a:cubicBezTo>
                    <a:cubicBezTo>
                      <a:pt x="87552" y="12105"/>
                      <a:pt x="86600" y="12771"/>
                      <a:pt x="85552" y="13438"/>
                    </a:cubicBezTo>
                    <a:cubicBezTo>
                      <a:pt x="84504" y="14105"/>
                      <a:pt x="83457" y="14867"/>
                      <a:pt x="82409" y="15629"/>
                    </a:cubicBezTo>
                    <a:cubicBezTo>
                      <a:pt x="81361" y="16391"/>
                      <a:pt x="80313" y="17248"/>
                      <a:pt x="79266" y="18010"/>
                    </a:cubicBezTo>
                    <a:cubicBezTo>
                      <a:pt x="78313" y="18772"/>
                      <a:pt x="77456" y="19439"/>
                      <a:pt x="76599" y="20296"/>
                    </a:cubicBezTo>
                    <a:cubicBezTo>
                      <a:pt x="75551" y="21249"/>
                      <a:pt x="74503" y="22296"/>
                      <a:pt x="73455" y="23344"/>
                    </a:cubicBezTo>
                    <a:cubicBezTo>
                      <a:pt x="72693" y="24106"/>
                      <a:pt x="71931" y="24868"/>
                      <a:pt x="71169" y="25630"/>
                    </a:cubicBezTo>
                    <a:cubicBezTo>
                      <a:pt x="70026" y="26868"/>
                      <a:pt x="68979" y="28202"/>
                      <a:pt x="67931" y="29440"/>
                    </a:cubicBezTo>
                    <a:cubicBezTo>
                      <a:pt x="67359" y="30107"/>
                      <a:pt x="66788" y="30774"/>
                      <a:pt x="66216" y="31536"/>
                    </a:cubicBezTo>
                    <a:cubicBezTo>
                      <a:pt x="64692" y="33631"/>
                      <a:pt x="63168" y="35727"/>
                      <a:pt x="61835" y="38013"/>
                    </a:cubicBezTo>
                    <a:cubicBezTo>
                      <a:pt x="53738" y="51443"/>
                      <a:pt x="50214" y="66397"/>
                      <a:pt x="50691" y="81066"/>
                    </a:cubicBezTo>
                    <a:cubicBezTo>
                      <a:pt x="46119" y="98973"/>
                      <a:pt x="34212" y="128976"/>
                      <a:pt x="4113" y="146788"/>
                    </a:cubicBezTo>
                    <a:cubicBezTo>
                      <a:pt x="4113" y="146788"/>
                      <a:pt x="-10746" y="192127"/>
                      <a:pt x="16020" y="226132"/>
                    </a:cubicBezTo>
                    <a:cubicBezTo>
                      <a:pt x="16020" y="226132"/>
                      <a:pt x="49833" y="226608"/>
                      <a:pt x="88410" y="269375"/>
                    </a:cubicBezTo>
                    <a:cubicBezTo>
                      <a:pt x="92029" y="278138"/>
                      <a:pt x="97077" y="286329"/>
                      <a:pt x="103554" y="293568"/>
                    </a:cubicBezTo>
                    <a:cubicBezTo>
                      <a:pt x="108984" y="299569"/>
                      <a:pt x="115461" y="304999"/>
                      <a:pt x="122795" y="309380"/>
                    </a:cubicBezTo>
                    <a:cubicBezTo>
                      <a:pt x="125462" y="310999"/>
                      <a:pt x="128224" y="312428"/>
                      <a:pt x="130986" y="313761"/>
                    </a:cubicBezTo>
                    <a:cubicBezTo>
                      <a:pt x="131558" y="314047"/>
                      <a:pt x="132129" y="314238"/>
                      <a:pt x="132701" y="314524"/>
                    </a:cubicBezTo>
                    <a:cubicBezTo>
                      <a:pt x="134987" y="315571"/>
                      <a:pt x="137273" y="316428"/>
                      <a:pt x="139654" y="317286"/>
                    </a:cubicBezTo>
                    <a:cubicBezTo>
                      <a:pt x="140130" y="317476"/>
                      <a:pt x="140607" y="317571"/>
                      <a:pt x="140987" y="317667"/>
                    </a:cubicBezTo>
                    <a:cubicBezTo>
                      <a:pt x="143559" y="318524"/>
                      <a:pt x="146131" y="319191"/>
                      <a:pt x="148798" y="319762"/>
                    </a:cubicBezTo>
                    <a:cubicBezTo>
                      <a:pt x="148988" y="319762"/>
                      <a:pt x="149179" y="319857"/>
                      <a:pt x="149465" y="319857"/>
                    </a:cubicBezTo>
                    <a:cubicBezTo>
                      <a:pt x="182517" y="326811"/>
                      <a:pt x="217283" y="313476"/>
                      <a:pt x="235285" y="283758"/>
                    </a:cubicBezTo>
                    <a:cubicBezTo>
                      <a:pt x="247763" y="263184"/>
                      <a:pt x="249477" y="239086"/>
                      <a:pt x="242238" y="217559"/>
                    </a:cubicBezTo>
                    <a:cubicBezTo>
                      <a:pt x="270528" y="217940"/>
                      <a:pt x="297769" y="204605"/>
                      <a:pt x="312914" y="179459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5632" name="Forme libre : forme 15631">
                <a:extLst>
                  <a:ext uri="{FF2B5EF4-FFF2-40B4-BE49-F238E27FC236}">
                    <a16:creationId xmlns:a16="http://schemas.microsoft.com/office/drawing/2014/main" id="{A8ECA3B1-EE4F-4C7C-890B-C85F7ABC5D43}"/>
                  </a:ext>
                </a:extLst>
              </p:cNvPr>
              <p:cNvSpPr/>
              <p:nvPr/>
            </p:nvSpPr>
            <p:spPr>
              <a:xfrm>
                <a:off x="8519074" y="2584447"/>
                <a:ext cx="332263" cy="341251"/>
              </a:xfrm>
              <a:custGeom>
                <a:avLst/>
                <a:gdLst>
                  <a:gd name="connsiteX0" fmla="*/ 2953 w 332263"/>
                  <a:gd name="connsiteY0" fmla="*/ 217712 h 341251"/>
                  <a:gd name="connsiteX1" fmla="*/ 4953 w 332263"/>
                  <a:gd name="connsiteY1" fmla="*/ 223427 h 341251"/>
                  <a:gd name="connsiteX2" fmla="*/ 5048 w 332263"/>
                  <a:gd name="connsiteY2" fmla="*/ 223332 h 341251"/>
                  <a:gd name="connsiteX3" fmla="*/ 9335 w 332263"/>
                  <a:gd name="connsiteY3" fmla="*/ 233809 h 341251"/>
                  <a:gd name="connsiteX4" fmla="*/ 9239 w 332263"/>
                  <a:gd name="connsiteY4" fmla="*/ 234000 h 341251"/>
                  <a:gd name="connsiteX5" fmla="*/ 10573 w 332263"/>
                  <a:gd name="connsiteY5" fmla="*/ 236857 h 341251"/>
                  <a:gd name="connsiteX6" fmla="*/ 10668 w 332263"/>
                  <a:gd name="connsiteY6" fmla="*/ 236667 h 341251"/>
                  <a:gd name="connsiteX7" fmla="*/ 17431 w 332263"/>
                  <a:gd name="connsiteY7" fmla="*/ 249335 h 341251"/>
                  <a:gd name="connsiteX8" fmla="*/ 17431 w 332263"/>
                  <a:gd name="connsiteY8" fmla="*/ 249525 h 341251"/>
                  <a:gd name="connsiteX9" fmla="*/ 18383 w 332263"/>
                  <a:gd name="connsiteY9" fmla="*/ 251049 h 341251"/>
                  <a:gd name="connsiteX10" fmla="*/ 18669 w 332263"/>
                  <a:gd name="connsiteY10" fmla="*/ 251526 h 341251"/>
                  <a:gd name="connsiteX11" fmla="*/ 24860 w 332263"/>
                  <a:gd name="connsiteY11" fmla="*/ 260860 h 341251"/>
                  <a:gd name="connsiteX12" fmla="*/ 26003 w 332263"/>
                  <a:gd name="connsiteY12" fmla="*/ 262384 h 341251"/>
                  <a:gd name="connsiteX13" fmla="*/ 28194 w 332263"/>
                  <a:gd name="connsiteY13" fmla="*/ 265432 h 341251"/>
                  <a:gd name="connsiteX14" fmla="*/ 28099 w 332263"/>
                  <a:gd name="connsiteY14" fmla="*/ 265528 h 341251"/>
                  <a:gd name="connsiteX15" fmla="*/ 29242 w 332263"/>
                  <a:gd name="connsiteY15" fmla="*/ 266956 h 341251"/>
                  <a:gd name="connsiteX16" fmla="*/ 31909 w 332263"/>
                  <a:gd name="connsiteY16" fmla="*/ 270290 h 341251"/>
                  <a:gd name="connsiteX17" fmla="*/ 33623 w 332263"/>
                  <a:gd name="connsiteY17" fmla="*/ 272290 h 341251"/>
                  <a:gd name="connsiteX18" fmla="*/ 37433 w 332263"/>
                  <a:gd name="connsiteY18" fmla="*/ 276767 h 341251"/>
                  <a:gd name="connsiteX19" fmla="*/ 40100 w 332263"/>
                  <a:gd name="connsiteY19" fmla="*/ 279529 h 341251"/>
                  <a:gd name="connsiteX20" fmla="*/ 41910 w 332263"/>
                  <a:gd name="connsiteY20" fmla="*/ 281339 h 341251"/>
                  <a:gd name="connsiteX21" fmla="*/ 47244 w 332263"/>
                  <a:gd name="connsiteY21" fmla="*/ 286673 h 341251"/>
                  <a:gd name="connsiteX22" fmla="*/ 49244 w 332263"/>
                  <a:gd name="connsiteY22" fmla="*/ 288673 h 341251"/>
                  <a:gd name="connsiteX23" fmla="*/ 49244 w 332263"/>
                  <a:gd name="connsiteY23" fmla="*/ 288578 h 341251"/>
                  <a:gd name="connsiteX24" fmla="*/ 50673 w 332263"/>
                  <a:gd name="connsiteY24" fmla="*/ 289911 h 341251"/>
                  <a:gd name="connsiteX25" fmla="*/ 57341 w 332263"/>
                  <a:gd name="connsiteY25" fmla="*/ 295817 h 341251"/>
                  <a:gd name="connsiteX26" fmla="*/ 59817 w 332263"/>
                  <a:gd name="connsiteY26" fmla="*/ 297912 h 341251"/>
                  <a:gd name="connsiteX27" fmla="*/ 66961 w 332263"/>
                  <a:gd name="connsiteY27" fmla="*/ 303532 h 341251"/>
                  <a:gd name="connsiteX28" fmla="*/ 69437 w 332263"/>
                  <a:gd name="connsiteY28" fmla="*/ 305437 h 341251"/>
                  <a:gd name="connsiteX29" fmla="*/ 77343 w 332263"/>
                  <a:gd name="connsiteY29" fmla="*/ 311057 h 341251"/>
                  <a:gd name="connsiteX30" fmla="*/ 79438 w 332263"/>
                  <a:gd name="connsiteY30" fmla="*/ 312486 h 341251"/>
                  <a:gd name="connsiteX31" fmla="*/ 80772 w 332263"/>
                  <a:gd name="connsiteY31" fmla="*/ 313438 h 341251"/>
                  <a:gd name="connsiteX32" fmla="*/ 80867 w 332263"/>
                  <a:gd name="connsiteY32" fmla="*/ 313438 h 341251"/>
                  <a:gd name="connsiteX33" fmla="*/ 95060 w 332263"/>
                  <a:gd name="connsiteY33" fmla="*/ 322106 h 341251"/>
                  <a:gd name="connsiteX34" fmla="*/ 94964 w 332263"/>
                  <a:gd name="connsiteY34" fmla="*/ 322106 h 341251"/>
                  <a:gd name="connsiteX35" fmla="*/ 101918 w 332263"/>
                  <a:gd name="connsiteY35" fmla="*/ 325916 h 341251"/>
                  <a:gd name="connsiteX36" fmla="*/ 102013 w 332263"/>
                  <a:gd name="connsiteY36" fmla="*/ 325916 h 341251"/>
                  <a:gd name="connsiteX37" fmla="*/ 110490 w 332263"/>
                  <a:gd name="connsiteY37" fmla="*/ 330202 h 341251"/>
                  <a:gd name="connsiteX38" fmla="*/ 110395 w 332263"/>
                  <a:gd name="connsiteY38" fmla="*/ 330202 h 341251"/>
                  <a:gd name="connsiteX39" fmla="*/ 112014 w 332263"/>
                  <a:gd name="connsiteY39" fmla="*/ 330964 h 341251"/>
                  <a:gd name="connsiteX40" fmla="*/ 124778 w 332263"/>
                  <a:gd name="connsiteY40" fmla="*/ 336679 h 341251"/>
                  <a:gd name="connsiteX41" fmla="*/ 125349 w 332263"/>
                  <a:gd name="connsiteY41" fmla="*/ 336965 h 341251"/>
                  <a:gd name="connsiteX42" fmla="*/ 125349 w 332263"/>
                  <a:gd name="connsiteY42" fmla="*/ 336965 h 341251"/>
                  <a:gd name="connsiteX43" fmla="*/ 136017 w 332263"/>
                  <a:gd name="connsiteY43" fmla="*/ 341251 h 341251"/>
                  <a:gd name="connsiteX44" fmla="*/ 172403 w 332263"/>
                  <a:gd name="connsiteY44" fmla="*/ 331250 h 341251"/>
                  <a:gd name="connsiteX45" fmla="*/ 312801 w 332263"/>
                  <a:gd name="connsiteY45" fmla="*/ 255526 h 341251"/>
                  <a:gd name="connsiteX46" fmla="*/ 312706 w 332263"/>
                  <a:gd name="connsiteY46" fmla="*/ 255431 h 341251"/>
                  <a:gd name="connsiteX47" fmla="*/ 315373 w 332263"/>
                  <a:gd name="connsiteY47" fmla="*/ 252288 h 341251"/>
                  <a:gd name="connsiteX48" fmla="*/ 320516 w 332263"/>
                  <a:gd name="connsiteY48" fmla="*/ 244572 h 341251"/>
                  <a:gd name="connsiteX49" fmla="*/ 321374 w 332263"/>
                  <a:gd name="connsiteY49" fmla="*/ 242953 h 341251"/>
                  <a:gd name="connsiteX50" fmla="*/ 324803 w 332263"/>
                  <a:gd name="connsiteY50" fmla="*/ 236286 h 341251"/>
                  <a:gd name="connsiteX51" fmla="*/ 325374 w 332263"/>
                  <a:gd name="connsiteY51" fmla="*/ 234952 h 341251"/>
                  <a:gd name="connsiteX52" fmla="*/ 328232 w 332263"/>
                  <a:gd name="connsiteY52" fmla="*/ 227428 h 341251"/>
                  <a:gd name="connsiteX53" fmla="*/ 328422 w 332263"/>
                  <a:gd name="connsiteY53" fmla="*/ 226856 h 341251"/>
                  <a:gd name="connsiteX54" fmla="*/ 300704 w 332263"/>
                  <a:gd name="connsiteY54" fmla="*/ 137988 h 341251"/>
                  <a:gd name="connsiteX55" fmla="*/ 209074 w 332263"/>
                  <a:gd name="connsiteY55" fmla="*/ 135987 h 341251"/>
                  <a:gd name="connsiteX56" fmla="*/ 214217 w 332263"/>
                  <a:gd name="connsiteY56" fmla="*/ 129701 h 341251"/>
                  <a:gd name="connsiteX57" fmla="*/ 219361 w 332263"/>
                  <a:gd name="connsiteY57" fmla="*/ 121986 h 341251"/>
                  <a:gd name="connsiteX58" fmla="*/ 220218 w 332263"/>
                  <a:gd name="connsiteY58" fmla="*/ 120366 h 341251"/>
                  <a:gd name="connsiteX59" fmla="*/ 223647 w 332263"/>
                  <a:gd name="connsiteY59" fmla="*/ 113699 h 341251"/>
                  <a:gd name="connsiteX60" fmla="*/ 224219 w 332263"/>
                  <a:gd name="connsiteY60" fmla="*/ 112365 h 341251"/>
                  <a:gd name="connsiteX61" fmla="*/ 227076 w 332263"/>
                  <a:gd name="connsiteY61" fmla="*/ 104841 h 341251"/>
                  <a:gd name="connsiteX62" fmla="*/ 227267 w 332263"/>
                  <a:gd name="connsiteY62" fmla="*/ 104269 h 341251"/>
                  <a:gd name="connsiteX63" fmla="*/ 199549 w 332263"/>
                  <a:gd name="connsiteY63" fmla="*/ 15401 h 341251"/>
                  <a:gd name="connsiteX64" fmla="*/ 94869 w 332263"/>
                  <a:gd name="connsiteY64" fmla="*/ 23688 h 341251"/>
                  <a:gd name="connsiteX65" fmla="*/ 13049 w 332263"/>
                  <a:gd name="connsiteY65" fmla="*/ 165420 h 341251"/>
                  <a:gd name="connsiteX66" fmla="*/ 0 w 332263"/>
                  <a:gd name="connsiteY66" fmla="*/ 206187 h 341251"/>
                  <a:gd name="connsiteX67" fmla="*/ 2953 w 332263"/>
                  <a:gd name="connsiteY67" fmla="*/ 217712 h 341251"/>
                  <a:gd name="connsiteX68" fmla="*/ 2953 w 332263"/>
                  <a:gd name="connsiteY68" fmla="*/ 217712 h 341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332263" h="341251">
                    <a:moveTo>
                      <a:pt x="2953" y="217712"/>
                    </a:moveTo>
                    <a:cubicBezTo>
                      <a:pt x="3620" y="219617"/>
                      <a:pt x="4286" y="221522"/>
                      <a:pt x="4953" y="223427"/>
                    </a:cubicBezTo>
                    <a:cubicBezTo>
                      <a:pt x="4953" y="223427"/>
                      <a:pt x="5048" y="223332"/>
                      <a:pt x="5048" y="223332"/>
                    </a:cubicBezTo>
                    <a:cubicBezTo>
                      <a:pt x="6382" y="226856"/>
                      <a:pt x="7811" y="230380"/>
                      <a:pt x="9335" y="233809"/>
                    </a:cubicBezTo>
                    <a:cubicBezTo>
                      <a:pt x="9335" y="233904"/>
                      <a:pt x="9335" y="233904"/>
                      <a:pt x="9239" y="234000"/>
                    </a:cubicBezTo>
                    <a:cubicBezTo>
                      <a:pt x="9620" y="234952"/>
                      <a:pt x="10096" y="235905"/>
                      <a:pt x="10573" y="236857"/>
                    </a:cubicBezTo>
                    <a:cubicBezTo>
                      <a:pt x="10573" y="236762"/>
                      <a:pt x="10573" y="236762"/>
                      <a:pt x="10668" y="236667"/>
                    </a:cubicBezTo>
                    <a:cubicBezTo>
                      <a:pt x="12763" y="240953"/>
                      <a:pt x="14954" y="245239"/>
                      <a:pt x="17431" y="249335"/>
                    </a:cubicBezTo>
                    <a:cubicBezTo>
                      <a:pt x="17431" y="249430"/>
                      <a:pt x="17431" y="249430"/>
                      <a:pt x="17431" y="249525"/>
                    </a:cubicBezTo>
                    <a:cubicBezTo>
                      <a:pt x="17717" y="250002"/>
                      <a:pt x="18098" y="250573"/>
                      <a:pt x="18383" y="251049"/>
                    </a:cubicBezTo>
                    <a:cubicBezTo>
                      <a:pt x="18479" y="251240"/>
                      <a:pt x="18574" y="251430"/>
                      <a:pt x="18669" y="251526"/>
                    </a:cubicBezTo>
                    <a:cubicBezTo>
                      <a:pt x="20574" y="254669"/>
                      <a:pt x="22670" y="257812"/>
                      <a:pt x="24860" y="260860"/>
                    </a:cubicBezTo>
                    <a:cubicBezTo>
                      <a:pt x="25241" y="261336"/>
                      <a:pt x="25622" y="261908"/>
                      <a:pt x="26003" y="262384"/>
                    </a:cubicBezTo>
                    <a:cubicBezTo>
                      <a:pt x="26765" y="263432"/>
                      <a:pt x="27432" y="264384"/>
                      <a:pt x="28194" y="265432"/>
                    </a:cubicBezTo>
                    <a:cubicBezTo>
                      <a:pt x="28194" y="265432"/>
                      <a:pt x="28194" y="265528"/>
                      <a:pt x="28099" y="265528"/>
                    </a:cubicBezTo>
                    <a:cubicBezTo>
                      <a:pt x="28480" y="266004"/>
                      <a:pt x="28861" y="266480"/>
                      <a:pt x="29242" y="266956"/>
                    </a:cubicBezTo>
                    <a:cubicBezTo>
                      <a:pt x="30099" y="268099"/>
                      <a:pt x="31052" y="269147"/>
                      <a:pt x="31909" y="270290"/>
                    </a:cubicBezTo>
                    <a:cubicBezTo>
                      <a:pt x="32480" y="270957"/>
                      <a:pt x="33052" y="271624"/>
                      <a:pt x="33623" y="272290"/>
                    </a:cubicBezTo>
                    <a:cubicBezTo>
                      <a:pt x="34862" y="273814"/>
                      <a:pt x="36100" y="275338"/>
                      <a:pt x="37433" y="276767"/>
                    </a:cubicBezTo>
                    <a:cubicBezTo>
                      <a:pt x="38291" y="277720"/>
                      <a:pt x="39148" y="278672"/>
                      <a:pt x="40100" y="279529"/>
                    </a:cubicBezTo>
                    <a:cubicBezTo>
                      <a:pt x="40672" y="280196"/>
                      <a:pt x="41243" y="280767"/>
                      <a:pt x="41910" y="281339"/>
                    </a:cubicBezTo>
                    <a:cubicBezTo>
                      <a:pt x="43625" y="283149"/>
                      <a:pt x="45434" y="284958"/>
                      <a:pt x="47244" y="286673"/>
                    </a:cubicBezTo>
                    <a:cubicBezTo>
                      <a:pt x="47911" y="287340"/>
                      <a:pt x="48482" y="288007"/>
                      <a:pt x="49244" y="288673"/>
                    </a:cubicBezTo>
                    <a:cubicBezTo>
                      <a:pt x="49244" y="288673"/>
                      <a:pt x="49244" y="288578"/>
                      <a:pt x="49244" y="288578"/>
                    </a:cubicBezTo>
                    <a:cubicBezTo>
                      <a:pt x="49721" y="289054"/>
                      <a:pt x="50197" y="289435"/>
                      <a:pt x="50673" y="289911"/>
                    </a:cubicBezTo>
                    <a:cubicBezTo>
                      <a:pt x="52864" y="291912"/>
                      <a:pt x="55054" y="293912"/>
                      <a:pt x="57341" y="295817"/>
                    </a:cubicBezTo>
                    <a:cubicBezTo>
                      <a:pt x="58198" y="296484"/>
                      <a:pt x="58960" y="297246"/>
                      <a:pt x="59817" y="297912"/>
                    </a:cubicBezTo>
                    <a:cubicBezTo>
                      <a:pt x="62198" y="299817"/>
                      <a:pt x="64579" y="301722"/>
                      <a:pt x="66961" y="303532"/>
                    </a:cubicBezTo>
                    <a:cubicBezTo>
                      <a:pt x="67818" y="304199"/>
                      <a:pt x="68580" y="304770"/>
                      <a:pt x="69437" y="305437"/>
                    </a:cubicBezTo>
                    <a:cubicBezTo>
                      <a:pt x="72009" y="307342"/>
                      <a:pt x="74676" y="309247"/>
                      <a:pt x="77343" y="311057"/>
                    </a:cubicBezTo>
                    <a:cubicBezTo>
                      <a:pt x="78010" y="311533"/>
                      <a:pt x="78772" y="312009"/>
                      <a:pt x="79438" y="312486"/>
                    </a:cubicBezTo>
                    <a:cubicBezTo>
                      <a:pt x="79915" y="312771"/>
                      <a:pt x="80296" y="313153"/>
                      <a:pt x="80772" y="313438"/>
                    </a:cubicBezTo>
                    <a:cubicBezTo>
                      <a:pt x="80772" y="313438"/>
                      <a:pt x="80772" y="313438"/>
                      <a:pt x="80867" y="313438"/>
                    </a:cubicBezTo>
                    <a:cubicBezTo>
                      <a:pt x="85439" y="316486"/>
                      <a:pt x="90202" y="319344"/>
                      <a:pt x="95060" y="322106"/>
                    </a:cubicBezTo>
                    <a:cubicBezTo>
                      <a:pt x="95060" y="322106"/>
                      <a:pt x="94964" y="322106"/>
                      <a:pt x="94964" y="322106"/>
                    </a:cubicBezTo>
                    <a:cubicBezTo>
                      <a:pt x="97250" y="323439"/>
                      <a:pt x="99536" y="324678"/>
                      <a:pt x="101918" y="325916"/>
                    </a:cubicBezTo>
                    <a:cubicBezTo>
                      <a:pt x="101918" y="325916"/>
                      <a:pt x="101918" y="325916"/>
                      <a:pt x="102013" y="325916"/>
                    </a:cubicBezTo>
                    <a:cubicBezTo>
                      <a:pt x="104775" y="327440"/>
                      <a:pt x="107633" y="328869"/>
                      <a:pt x="110490" y="330202"/>
                    </a:cubicBezTo>
                    <a:cubicBezTo>
                      <a:pt x="110490" y="330202"/>
                      <a:pt x="110395" y="330202"/>
                      <a:pt x="110395" y="330202"/>
                    </a:cubicBezTo>
                    <a:cubicBezTo>
                      <a:pt x="110966" y="330488"/>
                      <a:pt x="111538" y="330678"/>
                      <a:pt x="112014" y="330964"/>
                    </a:cubicBezTo>
                    <a:cubicBezTo>
                      <a:pt x="116205" y="332964"/>
                      <a:pt x="120491" y="334870"/>
                      <a:pt x="124778" y="336679"/>
                    </a:cubicBezTo>
                    <a:cubicBezTo>
                      <a:pt x="124968" y="336774"/>
                      <a:pt x="125159" y="336870"/>
                      <a:pt x="125349" y="336965"/>
                    </a:cubicBezTo>
                    <a:cubicBezTo>
                      <a:pt x="125349" y="336965"/>
                      <a:pt x="125349" y="336965"/>
                      <a:pt x="125349" y="336965"/>
                    </a:cubicBezTo>
                    <a:cubicBezTo>
                      <a:pt x="128873" y="338489"/>
                      <a:pt x="132398" y="339918"/>
                      <a:pt x="136017" y="341251"/>
                    </a:cubicBezTo>
                    <a:cubicBezTo>
                      <a:pt x="146971" y="338108"/>
                      <a:pt x="158972" y="334774"/>
                      <a:pt x="172403" y="331250"/>
                    </a:cubicBezTo>
                    <a:cubicBezTo>
                      <a:pt x="278987" y="303151"/>
                      <a:pt x="312801" y="255526"/>
                      <a:pt x="312801" y="255526"/>
                    </a:cubicBezTo>
                    <a:lnTo>
                      <a:pt x="312706" y="255431"/>
                    </a:lnTo>
                    <a:cubicBezTo>
                      <a:pt x="313563" y="254383"/>
                      <a:pt x="314516" y="253335"/>
                      <a:pt x="315373" y="252288"/>
                    </a:cubicBezTo>
                    <a:cubicBezTo>
                      <a:pt x="317278" y="249811"/>
                      <a:pt x="318897" y="247144"/>
                      <a:pt x="320516" y="244572"/>
                    </a:cubicBezTo>
                    <a:cubicBezTo>
                      <a:pt x="320802" y="244001"/>
                      <a:pt x="321088" y="243429"/>
                      <a:pt x="321374" y="242953"/>
                    </a:cubicBezTo>
                    <a:cubicBezTo>
                      <a:pt x="322612" y="240762"/>
                      <a:pt x="323755" y="238572"/>
                      <a:pt x="324803" y="236286"/>
                    </a:cubicBezTo>
                    <a:cubicBezTo>
                      <a:pt x="324993" y="235809"/>
                      <a:pt x="325184" y="235428"/>
                      <a:pt x="325374" y="234952"/>
                    </a:cubicBezTo>
                    <a:cubicBezTo>
                      <a:pt x="326422" y="232476"/>
                      <a:pt x="327374" y="229904"/>
                      <a:pt x="328232" y="227428"/>
                    </a:cubicBezTo>
                    <a:cubicBezTo>
                      <a:pt x="328327" y="227237"/>
                      <a:pt x="328327" y="227046"/>
                      <a:pt x="328422" y="226856"/>
                    </a:cubicBezTo>
                    <a:cubicBezTo>
                      <a:pt x="338519" y="194566"/>
                      <a:pt x="328517" y="158657"/>
                      <a:pt x="300704" y="137988"/>
                    </a:cubicBezTo>
                    <a:cubicBezTo>
                      <a:pt x="273368" y="117604"/>
                      <a:pt x="236887" y="117985"/>
                      <a:pt x="209074" y="135987"/>
                    </a:cubicBezTo>
                    <a:cubicBezTo>
                      <a:pt x="210884" y="133987"/>
                      <a:pt x="212598" y="131892"/>
                      <a:pt x="214217" y="129701"/>
                    </a:cubicBezTo>
                    <a:cubicBezTo>
                      <a:pt x="216122" y="127224"/>
                      <a:pt x="217742" y="124557"/>
                      <a:pt x="219361" y="121986"/>
                    </a:cubicBezTo>
                    <a:cubicBezTo>
                      <a:pt x="219646" y="121414"/>
                      <a:pt x="219932" y="120843"/>
                      <a:pt x="220218" y="120366"/>
                    </a:cubicBezTo>
                    <a:cubicBezTo>
                      <a:pt x="221456" y="118176"/>
                      <a:pt x="222599" y="115985"/>
                      <a:pt x="223647" y="113699"/>
                    </a:cubicBezTo>
                    <a:cubicBezTo>
                      <a:pt x="223838" y="113223"/>
                      <a:pt x="224028" y="112842"/>
                      <a:pt x="224219" y="112365"/>
                    </a:cubicBezTo>
                    <a:cubicBezTo>
                      <a:pt x="225266" y="109889"/>
                      <a:pt x="226219" y="107317"/>
                      <a:pt x="227076" y="104841"/>
                    </a:cubicBezTo>
                    <a:cubicBezTo>
                      <a:pt x="227171" y="104650"/>
                      <a:pt x="227171" y="104460"/>
                      <a:pt x="227267" y="104269"/>
                    </a:cubicBezTo>
                    <a:cubicBezTo>
                      <a:pt x="237363" y="71979"/>
                      <a:pt x="227362" y="36070"/>
                      <a:pt x="199549" y="15401"/>
                    </a:cubicBezTo>
                    <a:cubicBezTo>
                      <a:pt x="167640" y="-8316"/>
                      <a:pt x="123444" y="-3935"/>
                      <a:pt x="94869" y="23688"/>
                    </a:cubicBezTo>
                    <a:cubicBezTo>
                      <a:pt x="85439" y="31498"/>
                      <a:pt x="41815" y="71789"/>
                      <a:pt x="13049" y="165420"/>
                    </a:cubicBezTo>
                    <a:cubicBezTo>
                      <a:pt x="8382" y="180660"/>
                      <a:pt x="4096" y="194090"/>
                      <a:pt x="0" y="206187"/>
                    </a:cubicBezTo>
                    <a:cubicBezTo>
                      <a:pt x="571" y="209901"/>
                      <a:pt x="1715" y="213807"/>
                      <a:pt x="2953" y="217712"/>
                    </a:cubicBezTo>
                    <a:cubicBezTo>
                      <a:pt x="2953" y="217712"/>
                      <a:pt x="2953" y="217712"/>
                      <a:pt x="2953" y="217712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Titre 1">
            <a:extLst>
              <a:ext uri="{FF2B5EF4-FFF2-40B4-BE49-F238E27FC236}">
                <a16:creationId xmlns:a16="http://schemas.microsoft.com/office/drawing/2014/main" id="{ECCDF4AA-5C62-47CD-96E4-F88370D994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 sz="4800"/>
              <a:t>SARS-CoV-2</a:t>
            </a:r>
            <a:endParaRPr lang="en-US" altLang="fr-FR"/>
          </a:p>
        </p:txBody>
      </p:sp>
      <p:grpSp>
        <p:nvGrpSpPr>
          <p:cNvPr id="19" name="sars-cov-2-viral-envelope">
            <a:extLst>
              <a:ext uri="{FF2B5EF4-FFF2-40B4-BE49-F238E27FC236}">
                <a16:creationId xmlns:a16="http://schemas.microsoft.com/office/drawing/2014/main" id="{86BD5A38-1922-4FF0-A0CA-CDA047D28598}"/>
              </a:ext>
            </a:extLst>
          </p:cNvPr>
          <p:cNvGrpSpPr/>
          <p:nvPr/>
        </p:nvGrpSpPr>
        <p:grpSpPr>
          <a:xfrm>
            <a:off x="2532427" y="2759430"/>
            <a:ext cx="2507048" cy="2496663"/>
            <a:chOff x="832497" y="2349831"/>
            <a:chExt cx="2989421" cy="2977038"/>
          </a:xfrm>
          <a:solidFill>
            <a:schemeClr val="accent1"/>
          </a:solidFill>
        </p:grpSpPr>
        <p:grpSp>
          <p:nvGrpSpPr>
            <p:cNvPr id="20" name="Graphique 17">
              <a:extLst>
                <a:ext uri="{FF2B5EF4-FFF2-40B4-BE49-F238E27FC236}">
                  <a16:creationId xmlns:a16="http://schemas.microsoft.com/office/drawing/2014/main" id="{90524EEB-40EA-434C-9E19-2AE54E721548}"/>
                </a:ext>
              </a:extLst>
            </p:cNvPr>
            <p:cNvGrpSpPr/>
            <p:nvPr/>
          </p:nvGrpSpPr>
          <p:grpSpPr>
            <a:xfrm>
              <a:off x="2409171" y="2349831"/>
              <a:ext cx="272415" cy="371760"/>
              <a:chOff x="2409171" y="2349831"/>
              <a:chExt cx="272415" cy="371760"/>
            </a:xfrm>
            <a:solidFill>
              <a:schemeClr val="accent1"/>
            </a:solidFill>
          </p:grpSpPr>
          <p:grpSp>
            <p:nvGrpSpPr>
              <p:cNvPr id="21" name="Graphique 17">
                <a:extLst>
                  <a:ext uri="{FF2B5EF4-FFF2-40B4-BE49-F238E27FC236}">
                    <a16:creationId xmlns:a16="http://schemas.microsoft.com/office/drawing/2014/main" id="{514A8A1C-4E2A-4EC7-B748-A76BF0A42EB9}"/>
                  </a:ext>
                </a:extLst>
              </p:cNvPr>
              <p:cNvGrpSpPr/>
              <p:nvPr/>
            </p:nvGrpSpPr>
            <p:grpSpPr>
              <a:xfrm>
                <a:off x="2409171" y="2349831"/>
                <a:ext cx="112966" cy="112966"/>
                <a:chOff x="2409171" y="2349831"/>
                <a:chExt cx="112966" cy="112966"/>
              </a:xfrm>
              <a:solidFill>
                <a:schemeClr val="accent1"/>
              </a:solidFill>
            </p:grpSpPr>
            <p:sp>
              <p:nvSpPr>
                <p:cNvPr id="22" name="Forme libre : forme 21">
                  <a:extLst>
                    <a:ext uri="{FF2B5EF4-FFF2-40B4-BE49-F238E27FC236}">
                      <a16:creationId xmlns:a16="http://schemas.microsoft.com/office/drawing/2014/main" id="{7EC7255B-2502-49BF-AB64-F7F6873EB3EB}"/>
                    </a:ext>
                  </a:extLst>
                </p:cNvPr>
                <p:cNvSpPr/>
                <p:nvPr/>
              </p:nvSpPr>
              <p:spPr>
                <a:xfrm>
                  <a:off x="2409171" y="2349831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9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" name="Forme libre : forme 22">
                  <a:extLst>
                    <a:ext uri="{FF2B5EF4-FFF2-40B4-BE49-F238E27FC236}">
                      <a16:creationId xmlns:a16="http://schemas.microsoft.com/office/drawing/2014/main" id="{915F7B15-94FF-486D-8797-A022DBAA0CD9}"/>
                    </a:ext>
                  </a:extLst>
                </p:cNvPr>
                <p:cNvSpPr/>
                <p:nvPr/>
              </p:nvSpPr>
              <p:spPr>
                <a:xfrm>
                  <a:off x="2409256" y="2355260"/>
                  <a:ext cx="112214" cy="107451"/>
                </a:xfrm>
                <a:custGeom>
                  <a:avLst/>
                  <a:gdLst>
                    <a:gd name="connsiteX0" fmla="*/ 56017 w 112214"/>
                    <a:gd name="connsiteY0" fmla="*/ 52292 h 107451"/>
                    <a:gd name="connsiteX1" fmla="*/ 32966 w 112214"/>
                    <a:gd name="connsiteY1" fmla="*/ 0 h 107451"/>
                    <a:gd name="connsiteX2" fmla="*/ 10487 w 112214"/>
                    <a:gd name="connsiteY2" fmla="*/ 18288 h 107451"/>
                    <a:gd name="connsiteX3" fmla="*/ 23727 w 112214"/>
                    <a:gd name="connsiteY3" fmla="*/ 96964 h 107451"/>
                    <a:gd name="connsiteX4" fmla="*/ 102403 w 112214"/>
                    <a:gd name="connsiteY4" fmla="*/ 83725 h 107451"/>
                    <a:gd name="connsiteX5" fmla="*/ 112214 w 112214"/>
                    <a:gd name="connsiteY5" fmla="*/ 57341 h 107451"/>
                    <a:gd name="connsiteX6" fmla="*/ 56017 w 112214"/>
                    <a:gd name="connsiteY6" fmla="*/ 52292 h 10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214" h="107451">
                      <a:moveTo>
                        <a:pt x="56017" y="52292"/>
                      </a:moveTo>
                      <a:cubicBezTo>
                        <a:pt x="38681" y="40005"/>
                        <a:pt x="30680" y="19717"/>
                        <a:pt x="32966" y="0"/>
                      </a:cubicBezTo>
                      <a:cubicBezTo>
                        <a:pt x="24298" y="4000"/>
                        <a:pt x="16393" y="10001"/>
                        <a:pt x="10487" y="18288"/>
                      </a:cubicBezTo>
                      <a:cubicBezTo>
                        <a:pt x="-7610" y="43720"/>
                        <a:pt x="-1705" y="78962"/>
                        <a:pt x="23727" y="96964"/>
                      </a:cubicBezTo>
                      <a:cubicBezTo>
                        <a:pt x="49159" y="115062"/>
                        <a:pt x="84401" y="109157"/>
                        <a:pt x="102403" y="83725"/>
                      </a:cubicBezTo>
                      <a:cubicBezTo>
                        <a:pt x="108119" y="75629"/>
                        <a:pt x="111262" y="66580"/>
                        <a:pt x="112214" y="57341"/>
                      </a:cubicBezTo>
                      <a:cubicBezTo>
                        <a:pt x="94403" y="65532"/>
                        <a:pt x="73066" y="64389"/>
                        <a:pt x="56017" y="52292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" name="Forme libre : forme 23">
                  <a:extLst>
                    <a:ext uri="{FF2B5EF4-FFF2-40B4-BE49-F238E27FC236}">
                      <a16:creationId xmlns:a16="http://schemas.microsoft.com/office/drawing/2014/main" id="{16E0C42F-9417-42D9-9377-7F2D32D00A91}"/>
                    </a:ext>
                  </a:extLst>
                </p:cNvPr>
                <p:cNvSpPr/>
                <p:nvPr/>
              </p:nvSpPr>
              <p:spPr>
                <a:xfrm rot="-4847238">
                  <a:off x="2461860" y="2387750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4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4"/>
                        <a:pt x="27051" y="47054"/>
                      </a:cubicBezTo>
                      <a:cubicBezTo>
                        <a:pt x="12111" y="47054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" name="Forme libre : forme 24">
                  <a:extLst>
                    <a:ext uri="{FF2B5EF4-FFF2-40B4-BE49-F238E27FC236}">
                      <a16:creationId xmlns:a16="http://schemas.microsoft.com/office/drawing/2014/main" id="{F7060AB0-04D3-4859-97E2-32AC4CCD0B38}"/>
                    </a:ext>
                  </a:extLst>
                </p:cNvPr>
                <p:cNvSpPr/>
                <p:nvPr/>
              </p:nvSpPr>
              <p:spPr>
                <a:xfrm>
                  <a:off x="2474512" y="2379739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6" name="Graphique 17">
                <a:extLst>
                  <a:ext uri="{FF2B5EF4-FFF2-40B4-BE49-F238E27FC236}">
                    <a16:creationId xmlns:a16="http://schemas.microsoft.com/office/drawing/2014/main" id="{9A0D1693-F74C-4301-9847-F9588FA8BB54}"/>
                  </a:ext>
                </a:extLst>
              </p:cNvPr>
              <p:cNvGrpSpPr/>
              <p:nvPr/>
            </p:nvGrpSpPr>
            <p:grpSpPr>
              <a:xfrm>
                <a:off x="2568619" y="2375167"/>
                <a:ext cx="112966" cy="112966"/>
                <a:chOff x="2568619" y="2375167"/>
                <a:chExt cx="112966" cy="112966"/>
              </a:xfrm>
              <a:solidFill>
                <a:schemeClr val="accent1"/>
              </a:solidFill>
            </p:grpSpPr>
            <p:sp>
              <p:nvSpPr>
                <p:cNvPr id="27" name="Forme libre : forme 26">
                  <a:extLst>
                    <a:ext uri="{FF2B5EF4-FFF2-40B4-BE49-F238E27FC236}">
                      <a16:creationId xmlns:a16="http://schemas.microsoft.com/office/drawing/2014/main" id="{322A1928-7E40-4675-B908-5B36556570C2}"/>
                    </a:ext>
                  </a:extLst>
                </p:cNvPr>
                <p:cNvSpPr/>
                <p:nvPr/>
              </p:nvSpPr>
              <p:spPr>
                <a:xfrm>
                  <a:off x="2568619" y="2375167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9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" name="Forme libre : forme 27">
                  <a:extLst>
                    <a:ext uri="{FF2B5EF4-FFF2-40B4-BE49-F238E27FC236}">
                      <a16:creationId xmlns:a16="http://schemas.microsoft.com/office/drawing/2014/main" id="{0B3F0CB6-232C-4B92-830A-697F4C87FE6C}"/>
                    </a:ext>
                  </a:extLst>
                </p:cNvPr>
                <p:cNvSpPr/>
                <p:nvPr/>
              </p:nvSpPr>
              <p:spPr>
                <a:xfrm>
                  <a:off x="2568705" y="2380597"/>
                  <a:ext cx="112214" cy="107451"/>
                </a:xfrm>
                <a:custGeom>
                  <a:avLst/>
                  <a:gdLst>
                    <a:gd name="connsiteX0" fmla="*/ 56017 w 112214"/>
                    <a:gd name="connsiteY0" fmla="*/ 52292 h 107451"/>
                    <a:gd name="connsiteX1" fmla="*/ 32966 w 112214"/>
                    <a:gd name="connsiteY1" fmla="*/ 0 h 107451"/>
                    <a:gd name="connsiteX2" fmla="*/ 10487 w 112214"/>
                    <a:gd name="connsiteY2" fmla="*/ 18288 h 107451"/>
                    <a:gd name="connsiteX3" fmla="*/ 23727 w 112214"/>
                    <a:gd name="connsiteY3" fmla="*/ 96964 h 107451"/>
                    <a:gd name="connsiteX4" fmla="*/ 102403 w 112214"/>
                    <a:gd name="connsiteY4" fmla="*/ 83725 h 107451"/>
                    <a:gd name="connsiteX5" fmla="*/ 112214 w 112214"/>
                    <a:gd name="connsiteY5" fmla="*/ 57340 h 107451"/>
                    <a:gd name="connsiteX6" fmla="*/ 56017 w 112214"/>
                    <a:gd name="connsiteY6" fmla="*/ 52292 h 10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214" h="107451">
                      <a:moveTo>
                        <a:pt x="56017" y="52292"/>
                      </a:moveTo>
                      <a:cubicBezTo>
                        <a:pt x="38681" y="40005"/>
                        <a:pt x="30680" y="19717"/>
                        <a:pt x="32966" y="0"/>
                      </a:cubicBezTo>
                      <a:cubicBezTo>
                        <a:pt x="24298" y="4000"/>
                        <a:pt x="16393" y="10001"/>
                        <a:pt x="10487" y="18288"/>
                      </a:cubicBezTo>
                      <a:cubicBezTo>
                        <a:pt x="-7610" y="43720"/>
                        <a:pt x="-1705" y="78962"/>
                        <a:pt x="23727" y="96964"/>
                      </a:cubicBezTo>
                      <a:cubicBezTo>
                        <a:pt x="49159" y="115062"/>
                        <a:pt x="84401" y="109156"/>
                        <a:pt x="102403" y="83725"/>
                      </a:cubicBezTo>
                      <a:cubicBezTo>
                        <a:pt x="108118" y="75629"/>
                        <a:pt x="111262" y="66580"/>
                        <a:pt x="112214" y="57340"/>
                      </a:cubicBezTo>
                      <a:cubicBezTo>
                        <a:pt x="94402" y="65532"/>
                        <a:pt x="73066" y="64389"/>
                        <a:pt x="56017" y="52292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" name="Forme libre : forme 28">
                  <a:extLst>
                    <a:ext uri="{FF2B5EF4-FFF2-40B4-BE49-F238E27FC236}">
                      <a16:creationId xmlns:a16="http://schemas.microsoft.com/office/drawing/2014/main" id="{8E31CEEA-D346-4549-A1E2-EDDB92D49713}"/>
                    </a:ext>
                  </a:extLst>
                </p:cNvPr>
                <p:cNvSpPr/>
                <p:nvPr/>
              </p:nvSpPr>
              <p:spPr>
                <a:xfrm rot="-4847238">
                  <a:off x="2621292" y="2413070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" name="Forme libre : forme 29">
                  <a:extLst>
                    <a:ext uri="{FF2B5EF4-FFF2-40B4-BE49-F238E27FC236}">
                      <a16:creationId xmlns:a16="http://schemas.microsoft.com/office/drawing/2014/main" id="{E6BE3609-868F-4F0A-95AF-81542C6263D6}"/>
                    </a:ext>
                  </a:extLst>
                </p:cNvPr>
                <p:cNvSpPr/>
                <p:nvPr/>
              </p:nvSpPr>
              <p:spPr>
                <a:xfrm>
                  <a:off x="2633961" y="2405076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31" name="Forme libre : forme 30">
                <a:extLst>
                  <a:ext uri="{FF2B5EF4-FFF2-40B4-BE49-F238E27FC236}">
                    <a16:creationId xmlns:a16="http://schemas.microsoft.com/office/drawing/2014/main" id="{61DBF1BD-329B-4046-9C3D-3BD49E5BF95B}"/>
                  </a:ext>
                </a:extLst>
              </p:cNvPr>
              <p:cNvSpPr/>
              <p:nvPr/>
            </p:nvSpPr>
            <p:spPr>
              <a:xfrm>
                <a:off x="2428009" y="2447748"/>
                <a:ext cx="195187" cy="273843"/>
              </a:xfrm>
              <a:custGeom>
                <a:avLst/>
                <a:gdLst>
                  <a:gd name="connsiteX0" fmla="*/ 88698 w 195187"/>
                  <a:gd name="connsiteY0" fmla="*/ 273844 h 273843"/>
                  <a:gd name="connsiteX1" fmla="*/ 76602 w 195187"/>
                  <a:gd name="connsiteY1" fmla="*/ 273177 h 273843"/>
                  <a:gd name="connsiteX2" fmla="*/ 12879 w 195187"/>
                  <a:gd name="connsiteY2" fmla="*/ 239935 h 273843"/>
                  <a:gd name="connsiteX3" fmla="*/ 5640 w 195187"/>
                  <a:gd name="connsiteY3" fmla="*/ 155829 h 273843"/>
                  <a:gd name="connsiteX4" fmla="*/ 21071 w 195187"/>
                  <a:gd name="connsiteY4" fmla="*/ 1048 h 273843"/>
                  <a:gd name="connsiteX5" fmla="*/ 44883 w 195187"/>
                  <a:gd name="connsiteY5" fmla="*/ 0 h 273843"/>
                  <a:gd name="connsiteX6" fmla="*/ 28691 w 195187"/>
                  <a:gd name="connsiteY6" fmla="*/ 162020 h 273843"/>
                  <a:gd name="connsiteX7" fmla="*/ 32596 w 195187"/>
                  <a:gd name="connsiteY7" fmla="*/ 226409 h 273843"/>
                  <a:gd name="connsiteX8" fmla="*/ 79173 w 195187"/>
                  <a:gd name="connsiteY8" fmla="*/ 249460 h 273843"/>
                  <a:gd name="connsiteX9" fmla="*/ 124417 w 195187"/>
                  <a:gd name="connsiteY9" fmla="*/ 237934 h 273843"/>
                  <a:gd name="connsiteX10" fmla="*/ 144705 w 195187"/>
                  <a:gd name="connsiteY10" fmla="*/ 179832 h 273843"/>
                  <a:gd name="connsiteX11" fmla="*/ 173947 w 195187"/>
                  <a:gd name="connsiteY11" fmla="*/ 19336 h 273843"/>
                  <a:gd name="connsiteX12" fmla="*/ 195188 w 195187"/>
                  <a:gd name="connsiteY12" fmla="*/ 30099 h 273843"/>
                  <a:gd name="connsiteX13" fmla="*/ 168518 w 195187"/>
                  <a:gd name="connsiteY13" fmla="*/ 180022 h 273843"/>
                  <a:gd name="connsiteX14" fmla="*/ 140229 w 195187"/>
                  <a:gd name="connsiteY14" fmla="*/ 255651 h 273843"/>
                  <a:gd name="connsiteX15" fmla="*/ 88698 w 195187"/>
                  <a:gd name="connsiteY15" fmla="*/ 273844 h 273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5187" h="273843">
                    <a:moveTo>
                      <a:pt x="88698" y="273844"/>
                    </a:moveTo>
                    <a:cubicBezTo>
                      <a:pt x="84793" y="273844"/>
                      <a:pt x="80792" y="273653"/>
                      <a:pt x="76602" y="273177"/>
                    </a:cubicBezTo>
                    <a:cubicBezTo>
                      <a:pt x="47836" y="270224"/>
                      <a:pt x="25833" y="258699"/>
                      <a:pt x="12879" y="239935"/>
                    </a:cubicBezTo>
                    <a:cubicBezTo>
                      <a:pt x="-1408" y="219170"/>
                      <a:pt x="-3789" y="190881"/>
                      <a:pt x="5640" y="155829"/>
                    </a:cubicBezTo>
                    <a:cubicBezTo>
                      <a:pt x="24405" y="86201"/>
                      <a:pt x="21071" y="1905"/>
                      <a:pt x="21071" y="1048"/>
                    </a:cubicBezTo>
                    <a:lnTo>
                      <a:pt x="44883" y="0"/>
                    </a:lnTo>
                    <a:cubicBezTo>
                      <a:pt x="45074" y="3619"/>
                      <a:pt x="48407" y="88773"/>
                      <a:pt x="28691" y="162020"/>
                    </a:cubicBezTo>
                    <a:cubicBezTo>
                      <a:pt x="21166" y="190024"/>
                      <a:pt x="22404" y="211645"/>
                      <a:pt x="32596" y="226409"/>
                    </a:cubicBezTo>
                    <a:cubicBezTo>
                      <a:pt x="43740" y="242697"/>
                      <a:pt x="64029" y="247936"/>
                      <a:pt x="79173" y="249460"/>
                    </a:cubicBezTo>
                    <a:cubicBezTo>
                      <a:pt x="98414" y="251460"/>
                      <a:pt x="113558" y="247555"/>
                      <a:pt x="124417" y="237934"/>
                    </a:cubicBezTo>
                    <a:cubicBezTo>
                      <a:pt x="140895" y="223266"/>
                      <a:pt x="144515" y="198215"/>
                      <a:pt x="144705" y="179832"/>
                    </a:cubicBezTo>
                    <a:cubicBezTo>
                      <a:pt x="145182" y="129159"/>
                      <a:pt x="157088" y="52578"/>
                      <a:pt x="173947" y="19336"/>
                    </a:cubicBezTo>
                    <a:lnTo>
                      <a:pt x="195188" y="30099"/>
                    </a:lnTo>
                    <a:cubicBezTo>
                      <a:pt x="181472" y="57055"/>
                      <a:pt x="168994" y="127063"/>
                      <a:pt x="168518" y="180022"/>
                    </a:cubicBezTo>
                    <a:cubicBezTo>
                      <a:pt x="168137" y="213265"/>
                      <a:pt x="158421" y="239459"/>
                      <a:pt x="140229" y="255651"/>
                    </a:cubicBezTo>
                    <a:cubicBezTo>
                      <a:pt x="126703" y="267748"/>
                      <a:pt x="109367" y="273844"/>
                      <a:pt x="88698" y="273844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32" name="Graphique 17">
              <a:extLst>
                <a:ext uri="{FF2B5EF4-FFF2-40B4-BE49-F238E27FC236}">
                  <a16:creationId xmlns:a16="http://schemas.microsoft.com/office/drawing/2014/main" id="{72A76341-8615-4792-A136-C376BEAA1865}"/>
                </a:ext>
              </a:extLst>
            </p:cNvPr>
            <p:cNvGrpSpPr/>
            <p:nvPr/>
          </p:nvGrpSpPr>
          <p:grpSpPr>
            <a:xfrm>
              <a:off x="1957495" y="4956313"/>
              <a:ext cx="272891" cy="370556"/>
              <a:chOff x="1957495" y="4956313"/>
              <a:chExt cx="272891" cy="370556"/>
            </a:xfrm>
            <a:solidFill>
              <a:schemeClr val="accent1"/>
            </a:solidFill>
          </p:grpSpPr>
          <p:grpSp>
            <p:nvGrpSpPr>
              <p:cNvPr id="33" name="Graphique 17">
                <a:extLst>
                  <a:ext uri="{FF2B5EF4-FFF2-40B4-BE49-F238E27FC236}">
                    <a16:creationId xmlns:a16="http://schemas.microsoft.com/office/drawing/2014/main" id="{10D76CB8-0E07-47CE-9F9C-21CC7D25A551}"/>
                  </a:ext>
                </a:extLst>
              </p:cNvPr>
              <p:cNvGrpSpPr/>
              <p:nvPr/>
            </p:nvGrpSpPr>
            <p:grpSpPr>
              <a:xfrm>
                <a:off x="2117420" y="5213903"/>
                <a:ext cx="112966" cy="112966"/>
                <a:chOff x="2117420" y="5213903"/>
                <a:chExt cx="112966" cy="112966"/>
              </a:xfrm>
              <a:solidFill>
                <a:schemeClr val="accent1"/>
              </a:solidFill>
            </p:grpSpPr>
            <p:sp>
              <p:nvSpPr>
                <p:cNvPr id="34" name="Forme libre : forme 33">
                  <a:extLst>
                    <a:ext uri="{FF2B5EF4-FFF2-40B4-BE49-F238E27FC236}">
                      <a16:creationId xmlns:a16="http://schemas.microsoft.com/office/drawing/2014/main" id="{4414B612-F962-41C0-A421-2BB6D0205595}"/>
                    </a:ext>
                  </a:extLst>
                </p:cNvPr>
                <p:cNvSpPr/>
                <p:nvPr/>
              </p:nvSpPr>
              <p:spPr>
                <a:xfrm>
                  <a:off x="2117420" y="5213903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5" name="Forme libre : forme 34">
                  <a:extLst>
                    <a:ext uri="{FF2B5EF4-FFF2-40B4-BE49-F238E27FC236}">
                      <a16:creationId xmlns:a16="http://schemas.microsoft.com/office/drawing/2014/main" id="{83F81D3F-6F8A-4408-85C3-A6F07582C4B4}"/>
                    </a:ext>
                  </a:extLst>
                </p:cNvPr>
                <p:cNvSpPr/>
                <p:nvPr/>
              </p:nvSpPr>
              <p:spPr>
                <a:xfrm>
                  <a:off x="2117896" y="5213944"/>
                  <a:ext cx="112448" cy="106924"/>
                </a:xfrm>
                <a:custGeom>
                  <a:avLst/>
                  <a:gdLst>
                    <a:gd name="connsiteX0" fmla="*/ 56388 w 112448"/>
                    <a:gd name="connsiteY0" fmla="*/ 55204 h 106924"/>
                    <a:gd name="connsiteX1" fmla="*/ 80677 w 112448"/>
                    <a:gd name="connsiteY1" fmla="*/ 106924 h 106924"/>
                    <a:gd name="connsiteX2" fmla="*/ 102775 w 112448"/>
                    <a:gd name="connsiteY2" fmla="*/ 88065 h 106924"/>
                    <a:gd name="connsiteX3" fmla="*/ 87630 w 112448"/>
                    <a:gd name="connsiteY3" fmla="*/ 9674 h 106924"/>
                    <a:gd name="connsiteX4" fmla="*/ 9239 w 112448"/>
                    <a:gd name="connsiteY4" fmla="*/ 24819 h 106924"/>
                    <a:gd name="connsiteX5" fmla="*/ 0 w 112448"/>
                    <a:gd name="connsiteY5" fmla="*/ 51394 h 106924"/>
                    <a:gd name="connsiteX6" fmla="*/ 56388 w 112448"/>
                    <a:gd name="connsiteY6" fmla="*/ 55204 h 106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48" h="106924">
                      <a:moveTo>
                        <a:pt x="56388" y="55204"/>
                      </a:moveTo>
                      <a:cubicBezTo>
                        <a:pt x="74009" y="67110"/>
                        <a:pt x="82487" y="87208"/>
                        <a:pt x="80677" y="106924"/>
                      </a:cubicBezTo>
                      <a:cubicBezTo>
                        <a:pt x="89249" y="102733"/>
                        <a:pt x="96964" y="96542"/>
                        <a:pt x="102775" y="88065"/>
                      </a:cubicBezTo>
                      <a:cubicBezTo>
                        <a:pt x="120205" y="62252"/>
                        <a:pt x="113443" y="27200"/>
                        <a:pt x="87630" y="9674"/>
                      </a:cubicBezTo>
                      <a:cubicBezTo>
                        <a:pt x="61817" y="-7756"/>
                        <a:pt x="26765" y="-994"/>
                        <a:pt x="9239" y="24819"/>
                      </a:cubicBezTo>
                      <a:cubicBezTo>
                        <a:pt x="3715" y="33011"/>
                        <a:pt x="857" y="42250"/>
                        <a:pt x="0" y="51394"/>
                      </a:cubicBezTo>
                      <a:cubicBezTo>
                        <a:pt x="17621" y="42821"/>
                        <a:pt x="39053" y="43393"/>
                        <a:pt x="56388" y="55204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" name="Forme libre : forme 35">
                  <a:extLst>
                    <a:ext uri="{FF2B5EF4-FFF2-40B4-BE49-F238E27FC236}">
                      <a16:creationId xmlns:a16="http://schemas.microsoft.com/office/drawing/2014/main" id="{73C460C7-6840-4575-A385-A0E4E515AC9C}"/>
                    </a:ext>
                  </a:extLst>
                </p:cNvPr>
                <p:cNvSpPr/>
                <p:nvPr/>
              </p:nvSpPr>
              <p:spPr>
                <a:xfrm rot="-4929647">
                  <a:off x="2123756" y="5242201"/>
                  <a:ext cx="54104" cy="47055"/>
                </a:xfrm>
                <a:custGeom>
                  <a:avLst/>
                  <a:gdLst>
                    <a:gd name="connsiteX0" fmla="*/ 54105 w 54104"/>
                    <a:gd name="connsiteY0" fmla="*/ 23528 h 47055"/>
                    <a:gd name="connsiteX1" fmla="*/ 27052 w 54104"/>
                    <a:gd name="connsiteY1" fmla="*/ 47056 h 47055"/>
                    <a:gd name="connsiteX2" fmla="*/ 0 w 54104"/>
                    <a:gd name="connsiteY2" fmla="*/ 23528 h 47055"/>
                    <a:gd name="connsiteX3" fmla="*/ 27052 w 54104"/>
                    <a:gd name="connsiteY3" fmla="*/ 0 h 47055"/>
                    <a:gd name="connsiteX4" fmla="*/ 54105 w 54104"/>
                    <a:gd name="connsiteY4" fmla="*/ 23528 h 47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4" h="47055">
                      <a:moveTo>
                        <a:pt x="54105" y="23528"/>
                      </a:moveTo>
                      <a:cubicBezTo>
                        <a:pt x="54105" y="36522"/>
                        <a:pt x="41993" y="47056"/>
                        <a:pt x="27052" y="47056"/>
                      </a:cubicBezTo>
                      <a:cubicBezTo>
                        <a:pt x="12112" y="47056"/>
                        <a:pt x="0" y="36522"/>
                        <a:pt x="0" y="23528"/>
                      </a:cubicBezTo>
                      <a:cubicBezTo>
                        <a:pt x="0" y="10534"/>
                        <a:pt x="12112" y="0"/>
                        <a:pt x="27052" y="0"/>
                      </a:cubicBezTo>
                      <a:cubicBezTo>
                        <a:pt x="41993" y="0"/>
                        <a:pt x="54105" y="10534"/>
                        <a:pt x="54105" y="23528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7" name="Forme libre : forme 36">
                  <a:extLst>
                    <a:ext uri="{FF2B5EF4-FFF2-40B4-BE49-F238E27FC236}">
                      <a16:creationId xmlns:a16="http://schemas.microsoft.com/office/drawing/2014/main" id="{10DCB842-5FBB-4F1B-80EE-3E03DBB2C6DB}"/>
                    </a:ext>
                  </a:extLst>
                </p:cNvPr>
                <p:cNvSpPr/>
                <p:nvPr/>
              </p:nvSpPr>
              <p:spPr>
                <a:xfrm>
                  <a:off x="2146947" y="5278864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38" name="Graphique 17">
                <a:extLst>
                  <a:ext uri="{FF2B5EF4-FFF2-40B4-BE49-F238E27FC236}">
                    <a16:creationId xmlns:a16="http://schemas.microsoft.com/office/drawing/2014/main" id="{08B3A5F3-6465-4961-B401-39134634E8F2}"/>
                  </a:ext>
                </a:extLst>
              </p:cNvPr>
              <p:cNvGrpSpPr/>
              <p:nvPr/>
            </p:nvGrpSpPr>
            <p:grpSpPr>
              <a:xfrm>
                <a:off x="1957495" y="5192377"/>
                <a:ext cx="112966" cy="112966"/>
                <a:chOff x="1957495" y="5192377"/>
                <a:chExt cx="112966" cy="112966"/>
              </a:xfrm>
              <a:solidFill>
                <a:schemeClr val="accent1"/>
              </a:solidFill>
            </p:grpSpPr>
            <p:sp>
              <p:nvSpPr>
                <p:cNvPr id="39" name="Forme libre : forme 38">
                  <a:extLst>
                    <a:ext uri="{FF2B5EF4-FFF2-40B4-BE49-F238E27FC236}">
                      <a16:creationId xmlns:a16="http://schemas.microsoft.com/office/drawing/2014/main" id="{7B78415D-5800-45AC-8B0D-9A0E9F0E7FA1}"/>
                    </a:ext>
                  </a:extLst>
                </p:cNvPr>
                <p:cNvSpPr/>
                <p:nvPr/>
              </p:nvSpPr>
              <p:spPr>
                <a:xfrm>
                  <a:off x="1957495" y="5192377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0" name="Forme libre : forme 39">
                  <a:extLst>
                    <a:ext uri="{FF2B5EF4-FFF2-40B4-BE49-F238E27FC236}">
                      <a16:creationId xmlns:a16="http://schemas.microsoft.com/office/drawing/2014/main" id="{B8339A27-814A-4D8A-928A-DED01D59C119}"/>
                    </a:ext>
                  </a:extLst>
                </p:cNvPr>
                <p:cNvSpPr/>
                <p:nvPr/>
              </p:nvSpPr>
              <p:spPr>
                <a:xfrm>
                  <a:off x="1957876" y="5192418"/>
                  <a:ext cx="112449" cy="106924"/>
                </a:xfrm>
                <a:custGeom>
                  <a:avLst/>
                  <a:gdLst>
                    <a:gd name="connsiteX0" fmla="*/ 56388 w 112449"/>
                    <a:gd name="connsiteY0" fmla="*/ 55204 h 106924"/>
                    <a:gd name="connsiteX1" fmla="*/ 80677 w 112449"/>
                    <a:gd name="connsiteY1" fmla="*/ 106925 h 106924"/>
                    <a:gd name="connsiteX2" fmla="*/ 102775 w 112449"/>
                    <a:gd name="connsiteY2" fmla="*/ 88065 h 106924"/>
                    <a:gd name="connsiteX3" fmla="*/ 87630 w 112449"/>
                    <a:gd name="connsiteY3" fmla="*/ 9674 h 106924"/>
                    <a:gd name="connsiteX4" fmla="*/ 9239 w 112449"/>
                    <a:gd name="connsiteY4" fmla="*/ 24819 h 106924"/>
                    <a:gd name="connsiteX5" fmla="*/ 0 w 112449"/>
                    <a:gd name="connsiteY5" fmla="*/ 51394 h 106924"/>
                    <a:gd name="connsiteX6" fmla="*/ 56388 w 112449"/>
                    <a:gd name="connsiteY6" fmla="*/ 55204 h 106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49" h="106924">
                      <a:moveTo>
                        <a:pt x="56388" y="55204"/>
                      </a:moveTo>
                      <a:cubicBezTo>
                        <a:pt x="74009" y="67110"/>
                        <a:pt x="82487" y="87208"/>
                        <a:pt x="80677" y="106925"/>
                      </a:cubicBezTo>
                      <a:cubicBezTo>
                        <a:pt x="89249" y="102734"/>
                        <a:pt x="96965" y="96542"/>
                        <a:pt x="102775" y="88065"/>
                      </a:cubicBezTo>
                      <a:cubicBezTo>
                        <a:pt x="120206" y="62252"/>
                        <a:pt x="113443" y="27200"/>
                        <a:pt x="87630" y="9674"/>
                      </a:cubicBezTo>
                      <a:cubicBezTo>
                        <a:pt x="61817" y="-7756"/>
                        <a:pt x="26765" y="-994"/>
                        <a:pt x="9239" y="24819"/>
                      </a:cubicBezTo>
                      <a:cubicBezTo>
                        <a:pt x="3715" y="33011"/>
                        <a:pt x="857" y="42250"/>
                        <a:pt x="0" y="51394"/>
                      </a:cubicBezTo>
                      <a:cubicBezTo>
                        <a:pt x="17621" y="42917"/>
                        <a:pt x="39053" y="43488"/>
                        <a:pt x="56388" y="55204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1" name="Forme libre : forme 40">
                  <a:extLst>
                    <a:ext uri="{FF2B5EF4-FFF2-40B4-BE49-F238E27FC236}">
                      <a16:creationId xmlns:a16="http://schemas.microsoft.com/office/drawing/2014/main" id="{66F79065-39FE-431D-89D0-23E97E65D3E9}"/>
                    </a:ext>
                  </a:extLst>
                </p:cNvPr>
                <p:cNvSpPr/>
                <p:nvPr/>
              </p:nvSpPr>
              <p:spPr>
                <a:xfrm rot="-4929647">
                  <a:off x="1963756" y="5220720"/>
                  <a:ext cx="54104" cy="47055"/>
                </a:xfrm>
                <a:custGeom>
                  <a:avLst/>
                  <a:gdLst>
                    <a:gd name="connsiteX0" fmla="*/ 54104 w 54104"/>
                    <a:gd name="connsiteY0" fmla="*/ 23528 h 47055"/>
                    <a:gd name="connsiteX1" fmla="*/ 27052 w 54104"/>
                    <a:gd name="connsiteY1" fmla="*/ 47056 h 47055"/>
                    <a:gd name="connsiteX2" fmla="*/ 0 w 54104"/>
                    <a:gd name="connsiteY2" fmla="*/ 23528 h 47055"/>
                    <a:gd name="connsiteX3" fmla="*/ 27052 w 54104"/>
                    <a:gd name="connsiteY3" fmla="*/ 0 h 47055"/>
                    <a:gd name="connsiteX4" fmla="*/ 54104 w 54104"/>
                    <a:gd name="connsiteY4" fmla="*/ 23528 h 47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4" h="47055">
                      <a:moveTo>
                        <a:pt x="54104" y="23528"/>
                      </a:moveTo>
                      <a:cubicBezTo>
                        <a:pt x="54104" y="36522"/>
                        <a:pt x="41993" y="47056"/>
                        <a:pt x="27052" y="47056"/>
                      </a:cubicBezTo>
                      <a:cubicBezTo>
                        <a:pt x="12112" y="47056"/>
                        <a:pt x="0" y="36522"/>
                        <a:pt x="0" y="23528"/>
                      </a:cubicBezTo>
                      <a:cubicBezTo>
                        <a:pt x="0" y="10534"/>
                        <a:pt x="12112" y="0"/>
                        <a:pt x="27052" y="0"/>
                      </a:cubicBezTo>
                      <a:cubicBezTo>
                        <a:pt x="41993" y="0"/>
                        <a:pt x="54104" y="10534"/>
                        <a:pt x="54104" y="23528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2" name="Forme libre : forme 41">
                  <a:extLst>
                    <a:ext uri="{FF2B5EF4-FFF2-40B4-BE49-F238E27FC236}">
                      <a16:creationId xmlns:a16="http://schemas.microsoft.com/office/drawing/2014/main" id="{88F78A70-BC3A-4AB9-9AF2-5FBAEDE948ED}"/>
                    </a:ext>
                  </a:extLst>
                </p:cNvPr>
                <p:cNvSpPr/>
                <p:nvPr/>
              </p:nvSpPr>
              <p:spPr>
                <a:xfrm>
                  <a:off x="1987023" y="5257337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43" name="Forme libre : forme 42">
                <a:extLst>
                  <a:ext uri="{FF2B5EF4-FFF2-40B4-BE49-F238E27FC236}">
                    <a16:creationId xmlns:a16="http://schemas.microsoft.com/office/drawing/2014/main" id="{DFF80F98-7D05-4CC2-80B3-268DB740779B}"/>
                  </a:ext>
                </a:extLst>
              </p:cNvPr>
              <p:cNvSpPr/>
              <p:nvPr/>
            </p:nvSpPr>
            <p:spPr>
              <a:xfrm>
                <a:off x="2014836" y="4956313"/>
                <a:ext cx="191089" cy="272735"/>
              </a:xfrm>
              <a:custGeom>
                <a:avLst/>
                <a:gdLst>
                  <a:gd name="connsiteX0" fmla="*/ 100489 w 191089"/>
                  <a:gd name="connsiteY0" fmla="*/ 34 h 272735"/>
                  <a:gd name="connsiteX1" fmla="*/ 112586 w 191089"/>
                  <a:gd name="connsiteY1" fmla="*/ 415 h 272735"/>
                  <a:gd name="connsiteX2" fmla="*/ 177070 w 191089"/>
                  <a:gd name="connsiteY2" fmla="*/ 32134 h 272735"/>
                  <a:gd name="connsiteX3" fmla="*/ 186309 w 191089"/>
                  <a:gd name="connsiteY3" fmla="*/ 116049 h 272735"/>
                  <a:gd name="connsiteX4" fmla="*/ 174593 w 191089"/>
                  <a:gd name="connsiteY4" fmla="*/ 271116 h 272735"/>
                  <a:gd name="connsiteX5" fmla="*/ 150876 w 191089"/>
                  <a:gd name="connsiteY5" fmla="*/ 272735 h 272735"/>
                  <a:gd name="connsiteX6" fmla="*/ 163259 w 191089"/>
                  <a:gd name="connsiteY6" fmla="*/ 110429 h 272735"/>
                  <a:gd name="connsiteX7" fmla="*/ 157829 w 191089"/>
                  <a:gd name="connsiteY7" fmla="*/ 46135 h 272735"/>
                  <a:gd name="connsiteX8" fmla="*/ 110776 w 191089"/>
                  <a:gd name="connsiteY8" fmla="*/ 24133 h 272735"/>
                  <a:gd name="connsiteX9" fmla="*/ 65818 w 191089"/>
                  <a:gd name="connsiteY9" fmla="*/ 36706 h 272735"/>
                  <a:gd name="connsiteX10" fmla="*/ 46863 w 191089"/>
                  <a:gd name="connsiteY10" fmla="*/ 95284 h 272735"/>
                  <a:gd name="connsiteX11" fmla="*/ 21431 w 191089"/>
                  <a:gd name="connsiteY11" fmla="*/ 256447 h 272735"/>
                  <a:gd name="connsiteX12" fmla="*/ 0 w 191089"/>
                  <a:gd name="connsiteY12" fmla="*/ 246160 h 272735"/>
                  <a:gd name="connsiteX13" fmla="*/ 23051 w 191089"/>
                  <a:gd name="connsiteY13" fmla="*/ 95665 h 272735"/>
                  <a:gd name="connsiteX14" fmla="*/ 49530 w 191089"/>
                  <a:gd name="connsiteY14" fmla="*/ 19370 h 272735"/>
                  <a:gd name="connsiteX15" fmla="*/ 100489 w 191089"/>
                  <a:gd name="connsiteY15" fmla="*/ 34 h 272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1089" h="272735">
                    <a:moveTo>
                      <a:pt x="100489" y="34"/>
                    </a:moveTo>
                    <a:cubicBezTo>
                      <a:pt x="104394" y="-61"/>
                      <a:pt x="108395" y="34"/>
                      <a:pt x="112586" y="415"/>
                    </a:cubicBezTo>
                    <a:cubicBezTo>
                      <a:pt x="141446" y="2701"/>
                      <a:pt x="163735" y="13655"/>
                      <a:pt x="177070" y="32134"/>
                    </a:cubicBezTo>
                    <a:cubicBezTo>
                      <a:pt x="191834" y="52612"/>
                      <a:pt x="194977" y="80807"/>
                      <a:pt x="186309" y="116049"/>
                    </a:cubicBezTo>
                    <a:cubicBezTo>
                      <a:pt x="169164" y="186153"/>
                      <a:pt x="174498" y="270259"/>
                      <a:pt x="174593" y="271116"/>
                    </a:cubicBezTo>
                    <a:lnTo>
                      <a:pt x="150876" y="272735"/>
                    </a:lnTo>
                    <a:cubicBezTo>
                      <a:pt x="150686" y="269116"/>
                      <a:pt x="145256" y="184153"/>
                      <a:pt x="163259" y="110429"/>
                    </a:cubicBezTo>
                    <a:cubicBezTo>
                      <a:pt x="170116" y="82330"/>
                      <a:pt x="168307" y="60709"/>
                      <a:pt x="157829" y="46135"/>
                    </a:cubicBezTo>
                    <a:cubicBezTo>
                      <a:pt x="146304" y="30133"/>
                      <a:pt x="125825" y="25371"/>
                      <a:pt x="110776" y="24133"/>
                    </a:cubicBezTo>
                    <a:cubicBezTo>
                      <a:pt x="91535" y="22609"/>
                      <a:pt x="76390" y="26800"/>
                      <a:pt x="65818" y="36706"/>
                    </a:cubicBezTo>
                    <a:cubicBezTo>
                      <a:pt x="49721" y="51755"/>
                      <a:pt x="46672" y="76901"/>
                      <a:pt x="46863" y="95284"/>
                    </a:cubicBezTo>
                    <a:cubicBezTo>
                      <a:pt x="47530" y="145957"/>
                      <a:pt x="37529" y="222824"/>
                      <a:pt x="21431" y="256447"/>
                    </a:cubicBezTo>
                    <a:lnTo>
                      <a:pt x="0" y="246160"/>
                    </a:lnTo>
                    <a:cubicBezTo>
                      <a:pt x="13049" y="218919"/>
                      <a:pt x="23813" y="148624"/>
                      <a:pt x="23051" y="95665"/>
                    </a:cubicBezTo>
                    <a:cubicBezTo>
                      <a:pt x="22574" y="62423"/>
                      <a:pt x="31718" y="36039"/>
                      <a:pt x="49530" y="19370"/>
                    </a:cubicBezTo>
                    <a:cubicBezTo>
                      <a:pt x="62674" y="7083"/>
                      <a:pt x="79820" y="606"/>
                      <a:pt x="100489" y="34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44" name="Graphique 17">
              <a:extLst>
                <a:ext uri="{FF2B5EF4-FFF2-40B4-BE49-F238E27FC236}">
                  <a16:creationId xmlns:a16="http://schemas.microsoft.com/office/drawing/2014/main" id="{D60B1BB1-B6B6-488D-8C72-CD01F367B86F}"/>
                </a:ext>
              </a:extLst>
            </p:cNvPr>
            <p:cNvGrpSpPr/>
            <p:nvPr/>
          </p:nvGrpSpPr>
          <p:grpSpPr>
            <a:xfrm>
              <a:off x="2687757" y="4889619"/>
              <a:ext cx="304440" cy="376862"/>
              <a:chOff x="2687757" y="4889619"/>
              <a:chExt cx="304440" cy="376862"/>
            </a:xfrm>
            <a:solidFill>
              <a:schemeClr val="accent1"/>
            </a:solidFill>
          </p:grpSpPr>
          <p:grpSp>
            <p:nvGrpSpPr>
              <p:cNvPr id="45" name="Graphique 17">
                <a:extLst>
                  <a:ext uri="{FF2B5EF4-FFF2-40B4-BE49-F238E27FC236}">
                    <a16:creationId xmlns:a16="http://schemas.microsoft.com/office/drawing/2014/main" id="{4626AFBC-B113-4C5B-AFEA-53B58C49A68E}"/>
                  </a:ext>
                </a:extLst>
              </p:cNvPr>
              <p:cNvGrpSpPr/>
              <p:nvPr/>
            </p:nvGrpSpPr>
            <p:grpSpPr>
              <a:xfrm>
                <a:off x="2879134" y="5090076"/>
                <a:ext cx="113063" cy="112968"/>
                <a:chOff x="2879134" y="5090076"/>
                <a:chExt cx="113063" cy="112968"/>
              </a:xfrm>
              <a:solidFill>
                <a:schemeClr val="accent1"/>
              </a:solidFill>
            </p:grpSpPr>
            <p:sp>
              <p:nvSpPr>
                <p:cNvPr id="46" name="Forme libre : forme 45">
                  <a:extLst>
                    <a:ext uri="{FF2B5EF4-FFF2-40B4-BE49-F238E27FC236}">
                      <a16:creationId xmlns:a16="http://schemas.microsoft.com/office/drawing/2014/main" id="{BF66715C-F8E4-4123-B06A-BFE3ADC25690}"/>
                    </a:ext>
                  </a:extLst>
                </p:cNvPr>
                <p:cNvSpPr/>
                <p:nvPr/>
              </p:nvSpPr>
              <p:spPr>
                <a:xfrm>
                  <a:off x="2879134" y="5090078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7" name="Forme libre : forme 46">
                  <a:extLst>
                    <a:ext uri="{FF2B5EF4-FFF2-40B4-BE49-F238E27FC236}">
                      <a16:creationId xmlns:a16="http://schemas.microsoft.com/office/drawing/2014/main" id="{A23C51BF-2883-4621-AD14-C852B643DD81}"/>
                    </a:ext>
                  </a:extLst>
                </p:cNvPr>
                <p:cNvSpPr/>
                <p:nvPr/>
              </p:nvSpPr>
              <p:spPr>
                <a:xfrm>
                  <a:off x="2879238" y="5090076"/>
                  <a:ext cx="112959" cy="87250"/>
                </a:xfrm>
                <a:custGeom>
                  <a:avLst/>
                  <a:gdLst>
                    <a:gd name="connsiteX0" fmla="*/ 56094 w 112959"/>
                    <a:gd name="connsiteY0" fmla="*/ 55247 h 87250"/>
                    <a:gd name="connsiteX1" fmla="*/ 103528 w 112959"/>
                    <a:gd name="connsiteY1" fmla="*/ 87251 h 87250"/>
                    <a:gd name="connsiteX2" fmla="*/ 112863 w 112959"/>
                    <a:gd name="connsiteY2" fmla="*/ 59723 h 87250"/>
                    <a:gd name="connsiteX3" fmla="*/ 59713 w 112959"/>
                    <a:gd name="connsiteY3" fmla="*/ 97 h 87250"/>
                    <a:gd name="connsiteX4" fmla="*/ 87 w 112959"/>
                    <a:gd name="connsiteY4" fmla="*/ 53246 h 87250"/>
                    <a:gd name="connsiteX5" fmla="*/ 5802 w 112959"/>
                    <a:gd name="connsiteY5" fmla="*/ 80869 h 87250"/>
                    <a:gd name="connsiteX6" fmla="*/ 56094 w 112959"/>
                    <a:gd name="connsiteY6" fmla="*/ 55247 h 87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959" h="87250">
                      <a:moveTo>
                        <a:pt x="56094" y="55247"/>
                      </a:moveTo>
                      <a:cubicBezTo>
                        <a:pt x="77335" y="56485"/>
                        <a:pt x="94860" y="69344"/>
                        <a:pt x="103528" y="87251"/>
                      </a:cubicBezTo>
                      <a:cubicBezTo>
                        <a:pt x="108767" y="79249"/>
                        <a:pt x="112196" y="70010"/>
                        <a:pt x="112863" y="59723"/>
                      </a:cubicBezTo>
                      <a:cubicBezTo>
                        <a:pt x="114673" y="28577"/>
                        <a:pt x="90860" y="1906"/>
                        <a:pt x="59713" y="97"/>
                      </a:cubicBezTo>
                      <a:cubicBezTo>
                        <a:pt x="28567" y="-1713"/>
                        <a:pt x="1897" y="22099"/>
                        <a:pt x="87" y="53246"/>
                      </a:cubicBezTo>
                      <a:cubicBezTo>
                        <a:pt x="-485" y="63152"/>
                        <a:pt x="1801" y="72487"/>
                        <a:pt x="5802" y="80869"/>
                      </a:cubicBezTo>
                      <a:cubicBezTo>
                        <a:pt x="16470" y="64486"/>
                        <a:pt x="35139" y="54008"/>
                        <a:pt x="56094" y="55247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8" name="Forme libre : forme 47">
                  <a:extLst>
                    <a:ext uri="{FF2B5EF4-FFF2-40B4-BE49-F238E27FC236}">
                      <a16:creationId xmlns:a16="http://schemas.microsoft.com/office/drawing/2014/main" id="{1234830F-366E-4C7B-BBD1-B196A82F131E}"/>
                    </a:ext>
                  </a:extLst>
                </p:cNvPr>
                <p:cNvSpPr/>
                <p:nvPr/>
              </p:nvSpPr>
              <p:spPr>
                <a:xfrm rot="-1377606">
                  <a:off x="2890027" y="5127843"/>
                  <a:ext cx="47054" cy="54103"/>
                </a:xfrm>
                <a:custGeom>
                  <a:avLst/>
                  <a:gdLst>
                    <a:gd name="connsiteX0" fmla="*/ 47055 w 47054"/>
                    <a:gd name="connsiteY0" fmla="*/ 27052 h 54103"/>
                    <a:gd name="connsiteX1" fmla="*/ 23527 w 47054"/>
                    <a:gd name="connsiteY1" fmla="*/ 54103 h 54103"/>
                    <a:gd name="connsiteX2" fmla="*/ 0 w 47054"/>
                    <a:gd name="connsiteY2" fmla="*/ 27052 h 54103"/>
                    <a:gd name="connsiteX3" fmla="*/ 23527 w 47054"/>
                    <a:gd name="connsiteY3" fmla="*/ 0 h 54103"/>
                    <a:gd name="connsiteX4" fmla="*/ 47055 w 47054"/>
                    <a:gd name="connsiteY4" fmla="*/ 27052 h 5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3">
                      <a:moveTo>
                        <a:pt x="47055" y="27052"/>
                      </a:moveTo>
                      <a:cubicBezTo>
                        <a:pt x="47055" y="41992"/>
                        <a:pt x="36521" y="54103"/>
                        <a:pt x="23527" y="54103"/>
                      </a:cubicBezTo>
                      <a:cubicBezTo>
                        <a:pt x="10534" y="54103"/>
                        <a:pt x="0" y="41992"/>
                        <a:pt x="0" y="27052"/>
                      </a:cubicBezTo>
                      <a:cubicBezTo>
                        <a:pt x="0" y="12111"/>
                        <a:pt x="10534" y="0"/>
                        <a:pt x="23527" y="0"/>
                      </a:cubicBezTo>
                      <a:cubicBezTo>
                        <a:pt x="36521" y="0"/>
                        <a:pt x="47055" y="12111"/>
                        <a:pt x="47055" y="27052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9" name="Forme libre : forme 48">
                  <a:extLst>
                    <a:ext uri="{FF2B5EF4-FFF2-40B4-BE49-F238E27FC236}">
                      <a16:creationId xmlns:a16="http://schemas.microsoft.com/office/drawing/2014/main" id="{55E3172B-56A9-4BFA-840D-177B95DAA05A}"/>
                    </a:ext>
                  </a:extLst>
                </p:cNvPr>
                <p:cNvSpPr/>
                <p:nvPr/>
              </p:nvSpPr>
              <p:spPr>
                <a:xfrm>
                  <a:off x="2920282" y="5161611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50" name="Graphique 17">
                <a:extLst>
                  <a:ext uri="{FF2B5EF4-FFF2-40B4-BE49-F238E27FC236}">
                    <a16:creationId xmlns:a16="http://schemas.microsoft.com/office/drawing/2014/main" id="{B35D0061-BB64-440B-AFE0-02DE9B5BDBCD}"/>
                  </a:ext>
                </a:extLst>
              </p:cNvPr>
              <p:cNvGrpSpPr/>
              <p:nvPr/>
            </p:nvGrpSpPr>
            <p:grpSpPr>
              <a:xfrm>
                <a:off x="2730735" y="5153513"/>
                <a:ext cx="112968" cy="112968"/>
                <a:chOff x="2730735" y="5153513"/>
                <a:chExt cx="112968" cy="112968"/>
              </a:xfrm>
              <a:solidFill>
                <a:schemeClr val="accent1"/>
              </a:solidFill>
            </p:grpSpPr>
            <p:sp>
              <p:nvSpPr>
                <p:cNvPr id="51" name="Forme libre : forme 50">
                  <a:extLst>
                    <a:ext uri="{FF2B5EF4-FFF2-40B4-BE49-F238E27FC236}">
                      <a16:creationId xmlns:a16="http://schemas.microsoft.com/office/drawing/2014/main" id="{A093E35D-D81C-4D69-BF0D-9439D3C404F9}"/>
                    </a:ext>
                  </a:extLst>
                </p:cNvPr>
                <p:cNvSpPr/>
                <p:nvPr/>
              </p:nvSpPr>
              <p:spPr>
                <a:xfrm>
                  <a:off x="2730735" y="5153515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2" name="Forme libre : forme 51">
                  <a:extLst>
                    <a:ext uri="{FF2B5EF4-FFF2-40B4-BE49-F238E27FC236}">
                      <a16:creationId xmlns:a16="http://schemas.microsoft.com/office/drawing/2014/main" id="{D8D26549-3574-4D0B-B16C-02D5D2C6023E}"/>
                    </a:ext>
                  </a:extLst>
                </p:cNvPr>
                <p:cNvSpPr/>
                <p:nvPr/>
              </p:nvSpPr>
              <p:spPr>
                <a:xfrm>
                  <a:off x="2730743" y="5153513"/>
                  <a:ext cx="112959" cy="87250"/>
                </a:xfrm>
                <a:custGeom>
                  <a:avLst/>
                  <a:gdLst>
                    <a:gd name="connsiteX0" fmla="*/ 56094 w 112959"/>
                    <a:gd name="connsiteY0" fmla="*/ 55247 h 87250"/>
                    <a:gd name="connsiteX1" fmla="*/ 103528 w 112959"/>
                    <a:gd name="connsiteY1" fmla="*/ 87250 h 87250"/>
                    <a:gd name="connsiteX2" fmla="*/ 112863 w 112959"/>
                    <a:gd name="connsiteY2" fmla="*/ 59723 h 87250"/>
                    <a:gd name="connsiteX3" fmla="*/ 59713 w 112959"/>
                    <a:gd name="connsiteY3" fmla="*/ 97 h 87250"/>
                    <a:gd name="connsiteX4" fmla="*/ 87 w 112959"/>
                    <a:gd name="connsiteY4" fmla="*/ 53246 h 87250"/>
                    <a:gd name="connsiteX5" fmla="*/ 5802 w 112959"/>
                    <a:gd name="connsiteY5" fmla="*/ 80869 h 87250"/>
                    <a:gd name="connsiteX6" fmla="*/ 56094 w 112959"/>
                    <a:gd name="connsiteY6" fmla="*/ 55247 h 87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959" h="87250">
                      <a:moveTo>
                        <a:pt x="56094" y="55247"/>
                      </a:moveTo>
                      <a:cubicBezTo>
                        <a:pt x="77335" y="56485"/>
                        <a:pt x="94861" y="69344"/>
                        <a:pt x="103528" y="87250"/>
                      </a:cubicBezTo>
                      <a:cubicBezTo>
                        <a:pt x="108767" y="79249"/>
                        <a:pt x="112196" y="70010"/>
                        <a:pt x="112863" y="59723"/>
                      </a:cubicBezTo>
                      <a:cubicBezTo>
                        <a:pt x="114673" y="28577"/>
                        <a:pt x="90860" y="1906"/>
                        <a:pt x="59713" y="97"/>
                      </a:cubicBezTo>
                      <a:cubicBezTo>
                        <a:pt x="28567" y="-1713"/>
                        <a:pt x="1896" y="22099"/>
                        <a:pt x="87" y="53246"/>
                      </a:cubicBezTo>
                      <a:cubicBezTo>
                        <a:pt x="-485" y="63152"/>
                        <a:pt x="1801" y="72487"/>
                        <a:pt x="5802" y="80869"/>
                      </a:cubicBezTo>
                      <a:cubicBezTo>
                        <a:pt x="16565" y="64486"/>
                        <a:pt x="35234" y="54008"/>
                        <a:pt x="56094" y="55247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3" name="Forme libre : forme 52">
                  <a:extLst>
                    <a:ext uri="{FF2B5EF4-FFF2-40B4-BE49-F238E27FC236}">
                      <a16:creationId xmlns:a16="http://schemas.microsoft.com/office/drawing/2014/main" id="{99CE89B0-7C8D-4C3E-9E9C-F69823726B08}"/>
                    </a:ext>
                  </a:extLst>
                </p:cNvPr>
                <p:cNvSpPr/>
                <p:nvPr/>
              </p:nvSpPr>
              <p:spPr>
                <a:xfrm rot="-1377606">
                  <a:off x="2741529" y="5191302"/>
                  <a:ext cx="47054" cy="54103"/>
                </a:xfrm>
                <a:custGeom>
                  <a:avLst/>
                  <a:gdLst>
                    <a:gd name="connsiteX0" fmla="*/ 47055 w 47054"/>
                    <a:gd name="connsiteY0" fmla="*/ 27052 h 54103"/>
                    <a:gd name="connsiteX1" fmla="*/ 23527 w 47054"/>
                    <a:gd name="connsiteY1" fmla="*/ 54103 h 54103"/>
                    <a:gd name="connsiteX2" fmla="*/ 0 w 47054"/>
                    <a:gd name="connsiteY2" fmla="*/ 27052 h 54103"/>
                    <a:gd name="connsiteX3" fmla="*/ 23527 w 47054"/>
                    <a:gd name="connsiteY3" fmla="*/ 0 h 54103"/>
                    <a:gd name="connsiteX4" fmla="*/ 47055 w 47054"/>
                    <a:gd name="connsiteY4" fmla="*/ 27052 h 5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3">
                      <a:moveTo>
                        <a:pt x="47055" y="27052"/>
                      </a:moveTo>
                      <a:cubicBezTo>
                        <a:pt x="47055" y="41992"/>
                        <a:pt x="36521" y="54103"/>
                        <a:pt x="23527" y="54103"/>
                      </a:cubicBezTo>
                      <a:cubicBezTo>
                        <a:pt x="10534" y="54103"/>
                        <a:pt x="0" y="41992"/>
                        <a:pt x="0" y="27052"/>
                      </a:cubicBezTo>
                      <a:cubicBezTo>
                        <a:pt x="0" y="12111"/>
                        <a:pt x="10534" y="0"/>
                        <a:pt x="23527" y="0"/>
                      </a:cubicBezTo>
                      <a:cubicBezTo>
                        <a:pt x="36521" y="0"/>
                        <a:pt x="47055" y="12111"/>
                        <a:pt x="47055" y="27052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4" name="Forme libre : forme 53">
                  <a:extLst>
                    <a:ext uri="{FF2B5EF4-FFF2-40B4-BE49-F238E27FC236}">
                      <a16:creationId xmlns:a16="http://schemas.microsoft.com/office/drawing/2014/main" id="{5B6BFAA3-DE7C-48CE-AE83-4A68956E2B39}"/>
                    </a:ext>
                  </a:extLst>
                </p:cNvPr>
                <p:cNvSpPr/>
                <p:nvPr/>
              </p:nvSpPr>
              <p:spPr>
                <a:xfrm>
                  <a:off x="2771787" y="5225047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55" name="Forme libre : forme 54">
                <a:extLst>
                  <a:ext uri="{FF2B5EF4-FFF2-40B4-BE49-F238E27FC236}">
                    <a16:creationId xmlns:a16="http://schemas.microsoft.com/office/drawing/2014/main" id="{3A67FC2F-C22C-498A-91C7-405F1F8C0618}"/>
                  </a:ext>
                </a:extLst>
              </p:cNvPr>
              <p:cNvSpPr/>
              <p:nvPr/>
            </p:nvSpPr>
            <p:spPr>
              <a:xfrm>
                <a:off x="2687757" y="4889619"/>
                <a:ext cx="239192" cy="280278"/>
              </a:xfrm>
              <a:custGeom>
                <a:avLst/>
                <a:gdLst>
                  <a:gd name="connsiteX0" fmla="*/ 36786 w 239192"/>
                  <a:gd name="connsiteY0" fmla="*/ 17198 h 280278"/>
                  <a:gd name="connsiteX1" fmla="*/ 47359 w 239192"/>
                  <a:gd name="connsiteY1" fmla="*/ 11293 h 280278"/>
                  <a:gd name="connsiteX2" fmla="*/ 118987 w 239192"/>
                  <a:gd name="connsiteY2" fmla="*/ 5578 h 280278"/>
                  <a:gd name="connsiteX3" fmla="*/ 169850 w 239192"/>
                  <a:gd name="connsiteY3" fmla="*/ 72919 h 280278"/>
                  <a:gd name="connsiteX4" fmla="*/ 239192 w 239192"/>
                  <a:gd name="connsiteY4" fmla="*/ 212175 h 280278"/>
                  <a:gd name="connsiteX5" fmla="*/ 219571 w 239192"/>
                  <a:gd name="connsiteY5" fmla="*/ 225701 h 280278"/>
                  <a:gd name="connsiteX6" fmla="*/ 147086 w 239192"/>
                  <a:gd name="connsiteY6" fmla="*/ 79968 h 280278"/>
                  <a:gd name="connsiteX7" fmla="*/ 109557 w 239192"/>
                  <a:gd name="connsiteY7" fmla="*/ 27580 h 280278"/>
                  <a:gd name="connsiteX8" fmla="*/ 57836 w 239192"/>
                  <a:gd name="connsiteY8" fmla="*/ 32819 h 280278"/>
                  <a:gd name="connsiteX9" fmla="*/ 25642 w 239192"/>
                  <a:gd name="connsiteY9" fmla="*/ 66633 h 280278"/>
                  <a:gd name="connsiteX10" fmla="*/ 39358 w 239192"/>
                  <a:gd name="connsiteY10" fmla="*/ 126641 h 280278"/>
                  <a:gd name="connsiteX11" fmla="*/ 100032 w 239192"/>
                  <a:gd name="connsiteY11" fmla="*/ 278088 h 280278"/>
                  <a:gd name="connsiteX12" fmla="*/ 76315 w 239192"/>
                  <a:gd name="connsiteY12" fmla="*/ 280279 h 280278"/>
                  <a:gd name="connsiteX13" fmla="*/ 19070 w 239192"/>
                  <a:gd name="connsiteY13" fmla="*/ 139118 h 280278"/>
                  <a:gd name="connsiteX14" fmla="*/ 2782 w 239192"/>
                  <a:gd name="connsiteY14" fmla="*/ 60061 h 280278"/>
                  <a:gd name="connsiteX15" fmla="*/ 36786 w 239192"/>
                  <a:gd name="connsiteY15" fmla="*/ 17198 h 280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9192" h="280278">
                    <a:moveTo>
                      <a:pt x="36786" y="17198"/>
                    </a:moveTo>
                    <a:cubicBezTo>
                      <a:pt x="40120" y="15103"/>
                      <a:pt x="43644" y="13198"/>
                      <a:pt x="47359" y="11293"/>
                    </a:cubicBezTo>
                    <a:cubicBezTo>
                      <a:pt x="73267" y="-1471"/>
                      <a:pt x="98127" y="-3471"/>
                      <a:pt x="118987" y="5578"/>
                    </a:cubicBezTo>
                    <a:cubicBezTo>
                      <a:pt x="142133" y="15579"/>
                      <a:pt x="159278" y="38249"/>
                      <a:pt x="169850" y="72919"/>
                    </a:cubicBezTo>
                    <a:cubicBezTo>
                      <a:pt x="190996" y="141880"/>
                      <a:pt x="238716" y="211413"/>
                      <a:pt x="239192" y="212175"/>
                    </a:cubicBezTo>
                    <a:lnTo>
                      <a:pt x="219571" y="225701"/>
                    </a:lnTo>
                    <a:cubicBezTo>
                      <a:pt x="217570" y="222748"/>
                      <a:pt x="169279" y="152453"/>
                      <a:pt x="147086" y="79968"/>
                    </a:cubicBezTo>
                    <a:cubicBezTo>
                      <a:pt x="138608" y="52250"/>
                      <a:pt x="125940" y="34629"/>
                      <a:pt x="109557" y="27580"/>
                    </a:cubicBezTo>
                    <a:cubicBezTo>
                      <a:pt x="91460" y="19770"/>
                      <a:pt x="71457" y="26152"/>
                      <a:pt x="57836" y="32819"/>
                    </a:cubicBezTo>
                    <a:cubicBezTo>
                      <a:pt x="40501" y="41392"/>
                      <a:pt x="29737" y="52726"/>
                      <a:pt x="25642" y="66633"/>
                    </a:cubicBezTo>
                    <a:cubicBezTo>
                      <a:pt x="19546" y="87874"/>
                      <a:pt x="29737" y="110924"/>
                      <a:pt x="39358" y="126641"/>
                    </a:cubicBezTo>
                    <a:cubicBezTo>
                      <a:pt x="65933" y="169789"/>
                      <a:pt x="96698" y="240941"/>
                      <a:pt x="100032" y="278088"/>
                    </a:cubicBezTo>
                    <a:lnTo>
                      <a:pt x="76315" y="280279"/>
                    </a:lnTo>
                    <a:cubicBezTo>
                      <a:pt x="73553" y="250180"/>
                      <a:pt x="46787" y="184267"/>
                      <a:pt x="19070" y="139118"/>
                    </a:cubicBezTo>
                    <a:cubicBezTo>
                      <a:pt x="1639" y="110734"/>
                      <a:pt x="-3981" y="83397"/>
                      <a:pt x="2782" y="60061"/>
                    </a:cubicBezTo>
                    <a:cubicBezTo>
                      <a:pt x="7830" y="42630"/>
                      <a:pt x="19260" y="28247"/>
                      <a:pt x="36786" y="17198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56" name="Graphique 17">
              <a:extLst>
                <a:ext uri="{FF2B5EF4-FFF2-40B4-BE49-F238E27FC236}">
                  <a16:creationId xmlns:a16="http://schemas.microsoft.com/office/drawing/2014/main" id="{A4D6A92F-C689-42AB-9EC8-14DE46ECD8F7}"/>
                </a:ext>
              </a:extLst>
            </p:cNvPr>
            <p:cNvGrpSpPr/>
            <p:nvPr/>
          </p:nvGrpSpPr>
          <p:grpSpPr>
            <a:xfrm>
              <a:off x="3007325" y="4694929"/>
              <a:ext cx="349583" cy="362859"/>
              <a:chOff x="3007325" y="4694929"/>
              <a:chExt cx="349583" cy="362859"/>
            </a:xfrm>
            <a:solidFill>
              <a:schemeClr val="accent1"/>
            </a:solidFill>
          </p:grpSpPr>
          <p:grpSp>
            <p:nvGrpSpPr>
              <p:cNvPr id="57" name="Graphique 17">
                <a:extLst>
                  <a:ext uri="{FF2B5EF4-FFF2-40B4-BE49-F238E27FC236}">
                    <a16:creationId xmlns:a16="http://schemas.microsoft.com/office/drawing/2014/main" id="{163DB0A5-6246-4DD4-A577-B394A232A47E}"/>
                  </a:ext>
                </a:extLst>
              </p:cNvPr>
              <p:cNvGrpSpPr/>
              <p:nvPr/>
            </p:nvGrpSpPr>
            <p:grpSpPr>
              <a:xfrm>
                <a:off x="3243927" y="4839652"/>
                <a:ext cx="112980" cy="112980"/>
                <a:chOff x="3243927" y="4839652"/>
                <a:chExt cx="112980" cy="112980"/>
              </a:xfrm>
              <a:solidFill>
                <a:schemeClr val="accent1"/>
              </a:solidFill>
            </p:grpSpPr>
            <p:sp>
              <p:nvSpPr>
                <p:cNvPr id="58" name="Forme libre : forme 57">
                  <a:extLst>
                    <a:ext uri="{FF2B5EF4-FFF2-40B4-BE49-F238E27FC236}">
                      <a16:creationId xmlns:a16="http://schemas.microsoft.com/office/drawing/2014/main" id="{240200C6-A0E2-4EF9-B190-7F81DFEFD978}"/>
                    </a:ext>
                  </a:extLst>
                </p:cNvPr>
                <p:cNvSpPr/>
                <p:nvPr/>
              </p:nvSpPr>
              <p:spPr>
                <a:xfrm>
                  <a:off x="3243942" y="4839666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4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4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4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4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9" name="Forme libre : forme 58">
                  <a:extLst>
                    <a:ext uri="{FF2B5EF4-FFF2-40B4-BE49-F238E27FC236}">
                      <a16:creationId xmlns:a16="http://schemas.microsoft.com/office/drawing/2014/main" id="{4BE42770-B679-4D1F-B45D-11F11148ACDA}"/>
                    </a:ext>
                  </a:extLst>
                </p:cNvPr>
                <p:cNvSpPr/>
                <p:nvPr/>
              </p:nvSpPr>
              <p:spPr>
                <a:xfrm>
                  <a:off x="3243927" y="4839652"/>
                  <a:ext cx="112837" cy="94882"/>
                </a:xfrm>
                <a:custGeom>
                  <a:avLst/>
                  <a:gdLst>
                    <a:gd name="connsiteX0" fmla="*/ 55735 w 112837"/>
                    <a:gd name="connsiteY0" fmla="*/ 55354 h 94882"/>
                    <a:gd name="connsiteX1" fmla="*/ 110599 w 112837"/>
                    <a:gd name="connsiteY1" fmla="*/ 71642 h 94882"/>
                    <a:gd name="connsiteX2" fmla="*/ 111171 w 112837"/>
                    <a:gd name="connsiteY2" fmla="*/ 42591 h 94882"/>
                    <a:gd name="connsiteX3" fmla="*/ 42591 w 112837"/>
                    <a:gd name="connsiteY3" fmla="*/ 1728 h 94882"/>
                    <a:gd name="connsiteX4" fmla="*/ 1728 w 112837"/>
                    <a:gd name="connsiteY4" fmla="*/ 70308 h 94882"/>
                    <a:gd name="connsiteX5" fmla="*/ 15444 w 112837"/>
                    <a:gd name="connsiteY5" fmla="*/ 94883 h 94882"/>
                    <a:gd name="connsiteX6" fmla="*/ 55735 w 112837"/>
                    <a:gd name="connsiteY6" fmla="*/ 55354 h 94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37" h="94882">
                      <a:moveTo>
                        <a:pt x="55735" y="55354"/>
                      </a:moveTo>
                      <a:cubicBezTo>
                        <a:pt x="76309" y="50115"/>
                        <a:pt x="96978" y="57164"/>
                        <a:pt x="110599" y="71642"/>
                      </a:cubicBezTo>
                      <a:cubicBezTo>
                        <a:pt x="113171" y="62402"/>
                        <a:pt x="113742" y="52592"/>
                        <a:pt x="111171" y="42591"/>
                      </a:cubicBezTo>
                      <a:cubicBezTo>
                        <a:pt x="103551" y="12396"/>
                        <a:pt x="72785" y="-5892"/>
                        <a:pt x="42591" y="1728"/>
                      </a:cubicBezTo>
                      <a:cubicBezTo>
                        <a:pt x="12397" y="9348"/>
                        <a:pt x="-5892" y="40114"/>
                        <a:pt x="1728" y="70308"/>
                      </a:cubicBezTo>
                      <a:cubicBezTo>
                        <a:pt x="4205" y="79928"/>
                        <a:pt x="9158" y="88120"/>
                        <a:pt x="15444" y="94883"/>
                      </a:cubicBezTo>
                      <a:cubicBezTo>
                        <a:pt x="20778" y="76118"/>
                        <a:pt x="35447" y="60498"/>
                        <a:pt x="55735" y="55354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60" name="Forme libre : forme 59">
                  <a:extLst>
                    <a:ext uri="{FF2B5EF4-FFF2-40B4-BE49-F238E27FC236}">
                      <a16:creationId xmlns:a16="http://schemas.microsoft.com/office/drawing/2014/main" id="{DB454102-0620-420E-9101-B88E0329A7B3}"/>
                    </a:ext>
                  </a:extLst>
                </p:cNvPr>
                <p:cNvSpPr/>
                <p:nvPr/>
              </p:nvSpPr>
              <p:spPr>
                <a:xfrm rot="-2428918">
                  <a:off x="3258047" y="4883546"/>
                  <a:ext cx="47052" cy="54101"/>
                </a:xfrm>
                <a:custGeom>
                  <a:avLst/>
                  <a:gdLst>
                    <a:gd name="connsiteX0" fmla="*/ 47053 w 47052"/>
                    <a:gd name="connsiteY0" fmla="*/ 27051 h 54101"/>
                    <a:gd name="connsiteX1" fmla="*/ 23526 w 47052"/>
                    <a:gd name="connsiteY1" fmla="*/ 54101 h 54101"/>
                    <a:gd name="connsiteX2" fmla="*/ 0 w 47052"/>
                    <a:gd name="connsiteY2" fmla="*/ 27051 h 54101"/>
                    <a:gd name="connsiteX3" fmla="*/ 23526 w 47052"/>
                    <a:gd name="connsiteY3" fmla="*/ 0 h 54101"/>
                    <a:gd name="connsiteX4" fmla="*/ 47053 w 47052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1">
                      <a:moveTo>
                        <a:pt x="47053" y="27051"/>
                      </a:moveTo>
                      <a:cubicBezTo>
                        <a:pt x="47053" y="41990"/>
                        <a:pt x="36520" y="54101"/>
                        <a:pt x="23526" y="54101"/>
                      </a:cubicBezTo>
                      <a:cubicBezTo>
                        <a:pt x="10533" y="54101"/>
                        <a:pt x="0" y="41990"/>
                        <a:pt x="0" y="27051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20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61" name="Forme libre : forme 60">
                  <a:extLst>
                    <a:ext uri="{FF2B5EF4-FFF2-40B4-BE49-F238E27FC236}">
                      <a16:creationId xmlns:a16="http://schemas.microsoft.com/office/drawing/2014/main" id="{404B96EA-9BC8-4731-BED6-E19B1A68961E}"/>
                    </a:ext>
                  </a:extLst>
                </p:cNvPr>
                <p:cNvSpPr/>
                <p:nvPr/>
              </p:nvSpPr>
              <p:spPr>
                <a:xfrm>
                  <a:off x="3292614" y="4911865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40 w 18478"/>
                    <a:gd name="connsiteY1" fmla="*/ 18478 h 18478"/>
                    <a:gd name="connsiteX2" fmla="*/ 1 w 18478"/>
                    <a:gd name="connsiteY2" fmla="*/ 9239 h 18478"/>
                    <a:gd name="connsiteX3" fmla="*/ 9240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40" y="18478"/>
                      </a:cubicBezTo>
                      <a:cubicBezTo>
                        <a:pt x="4137" y="18478"/>
                        <a:pt x="1" y="14342"/>
                        <a:pt x="1" y="9239"/>
                      </a:cubicBezTo>
                      <a:cubicBezTo>
                        <a:pt x="1" y="4137"/>
                        <a:pt x="4137" y="0"/>
                        <a:pt x="9240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62" name="Graphique 17">
                <a:extLst>
                  <a:ext uri="{FF2B5EF4-FFF2-40B4-BE49-F238E27FC236}">
                    <a16:creationId xmlns:a16="http://schemas.microsoft.com/office/drawing/2014/main" id="{7C2C6AD0-A16C-48AE-80A6-C620842AAEB9}"/>
                  </a:ext>
                </a:extLst>
              </p:cNvPr>
              <p:cNvGrpSpPr/>
              <p:nvPr/>
            </p:nvGrpSpPr>
            <p:grpSpPr>
              <a:xfrm>
                <a:off x="3121450" y="4944822"/>
                <a:ext cx="112966" cy="112966"/>
                <a:chOff x="3121450" y="4944822"/>
                <a:chExt cx="112966" cy="112966"/>
              </a:xfrm>
              <a:solidFill>
                <a:schemeClr val="accent1"/>
              </a:solidFill>
            </p:grpSpPr>
            <p:sp>
              <p:nvSpPr>
                <p:cNvPr id="63" name="Forme libre : forme 62">
                  <a:extLst>
                    <a:ext uri="{FF2B5EF4-FFF2-40B4-BE49-F238E27FC236}">
                      <a16:creationId xmlns:a16="http://schemas.microsoft.com/office/drawing/2014/main" id="{96234352-4DCD-4D3D-BAFE-2D5116EA1833}"/>
                    </a:ext>
                  </a:extLst>
                </p:cNvPr>
                <p:cNvSpPr/>
                <p:nvPr/>
              </p:nvSpPr>
              <p:spPr>
                <a:xfrm>
                  <a:off x="3121450" y="4944822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64" name="Forme libre : forme 63">
                  <a:extLst>
                    <a:ext uri="{FF2B5EF4-FFF2-40B4-BE49-F238E27FC236}">
                      <a16:creationId xmlns:a16="http://schemas.microsoft.com/office/drawing/2014/main" id="{E1BE0FB0-67A8-44AB-8D0E-C23F5AC769C2}"/>
                    </a:ext>
                  </a:extLst>
                </p:cNvPr>
                <p:cNvSpPr/>
                <p:nvPr/>
              </p:nvSpPr>
              <p:spPr>
                <a:xfrm>
                  <a:off x="3121531" y="4944903"/>
                  <a:ext cx="112837" cy="94882"/>
                </a:xfrm>
                <a:custGeom>
                  <a:avLst/>
                  <a:gdLst>
                    <a:gd name="connsiteX0" fmla="*/ 55735 w 112837"/>
                    <a:gd name="connsiteY0" fmla="*/ 55354 h 94882"/>
                    <a:gd name="connsiteX1" fmla="*/ 110599 w 112837"/>
                    <a:gd name="connsiteY1" fmla="*/ 71642 h 94882"/>
                    <a:gd name="connsiteX2" fmla="*/ 111170 w 112837"/>
                    <a:gd name="connsiteY2" fmla="*/ 42590 h 94882"/>
                    <a:gd name="connsiteX3" fmla="*/ 42591 w 112837"/>
                    <a:gd name="connsiteY3" fmla="*/ 1728 h 94882"/>
                    <a:gd name="connsiteX4" fmla="*/ 1728 w 112837"/>
                    <a:gd name="connsiteY4" fmla="*/ 70308 h 94882"/>
                    <a:gd name="connsiteX5" fmla="*/ 15444 w 112837"/>
                    <a:gd name="connsiteY5" fmla="*/ 94883 h 94882"/>
                    <a:gd name="connsiteX6" fmla="*/ 55735 w 112837"/>
                    <a:gd name="connsiteY6" fmla="*/ 55354 h 94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37" h="94882">
                      <a:moveTo>
                        <a:pt x="55735" y="55354"/>
                      </a:moveTo>
                      <a:cubicBezTo>
                        <a:pt x="76309" y="50115"/>
                        <a:pt x="96978" y="57164"/>
                        <a:pt x="110599" y="71642"/>
                      </a:cubicBezTo>
                      <a:cubicBezTo>
                        <a:pt x="113171" y="62403"/>
                        <a:pt x="113742" y="52592"/>
                        <a:pt x="111170" y="42590"/>
                      </a:cubicBezTo>
                      <a:cubicBezTo>
                        <a:pt x="103551" y="12396"/>
                        <a:pt x="72785" y="-5892"/>
                        <a:pt x="42591" y="1728"/>
                      </a:cubicBezTo>
                      <a:cubicBezTo>
                        <a:pt x="12396" y="9348"/>
                        <a:pt x="-5892" y="40114"/>
                        <a:pt x="1728" y="70308"/>
                      </a:cubicBezTo>
                      <a:cubicBezTo>
                        <a:pt x="4205" y="79929"/>
                        <a:pt x="9158" y="88120"/>
                        <a:pt x="15444" y="94883"/>
                      </a:cubicBezTo>
                      <a:cubicBezTo>
                        <a:pt x="20778" y="76119"/>
                        <a:pt x="35447" y="60497"/>
                        <a:pt x="55735" y="55354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65" name="Forme libre : forme 64">
                  <a:extLst>
                    <a:ext uri="{FF2B5EF4-FFF2-40B4-BE49-F238E27FC236}">
                      <a16:creationId xmlns:a16="http://schemas.microsoft.com/office/drawing/2014/main" id="{735AD116-9D1F-4EAA-9720-FDB6B410CBAF}"/>
                    </a:ext>
                  </a:extLst>
                </p:cNvPr>
                <p:cNvSpPr/>
                <p:nvPr/>
              </p:nvSpPr>
              <p:spPr>
                <a:xfrm rot="-2428918">
                  <a:off x="3135546" y="4988731"/>
                  <a:ext cx="47052" cy="54101"/>
                </a:xfrm>
                <a:custGeom>
                  <a:avLst/>
                  <a:gdLst>
                    <a:gd name="connsiteX0" fmla="*/ 47053 w 47052"/>
                    <a:gd name="connsiteY0" fmla="*/ 27051 h 54101"/>
                    <a:gd name="connsiteX1" fmla="*/ 23526 w 47052"/>
                    <a:gd name="connsiteY1" fmla="*/ 54101 h 54101"/>
                    <a:gd name="connsiteX2" fmla="*/ 0 w 47052"/>
                    <a:gd name="connsiteY2" fmla="*/ 27051 h 54101"/>
                    <a:gd name="connsiteX3" fmla="*/ 23526 w 47052"/>
                    <a:gd name="connsiteY3" fmla="*/ 0 h 54101"/>
                    <a:gd name="connsiteX4" fmla="*/ 47053 w 47052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1">
                      <a:moveTo>
                        <a:pt x="47053" y="27051"/>
                      </a:moveTo>
                      <a:cubicBezTo>
                        <a:pt x="47053" y="41990"/>
                        <a:pt x="36519" y="54101"/>
                        <a:pt x="23526" y="54101"/>
                      </a:cubicBezTo>
                      <a:cubicBezTo>
                        <a:pt x="10533" y="54101"/>
                        <a:pt x="0" y="41990"/>
                        <a:pt x="0" y="27051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19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66" name="Forme libre : forme 65">
                  <a:extLst>
                    <a:ext uri="{FF2B5EF4-FFF2-40B4-BE49-F238E27FC236}">
                      <a16:creationId xmlns:a16="http://schemas.microsoft.com/office/drawing/2014/main" id="{75E628F4-38FE-46A7-B954-93527FB97A48}"/>
                    </a:ext>
                  </a:extLst>
                </p:cNvPr>
                <p:cNvSpPr/>
                <p:nvPr/>
              </p:nvSpPr>
              <p:spPr>
                <a:xfrm>
                  <a:off x="3170123" y="5017117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67" name="Forme libre : forme 66">
                <a:extLst>
                  <a:ext uri="{FF2B5EF4-FFF2-40B4-BE49-F238E27FC236}">
                    <a16:creationId xmlns:a16="http://schemas.microsoft.com/office/drawing/2014/main" id="{51C28717-C1D5-4754-8132-7B7834B147D4}"/>
                  </a:ext>
                </a:extLst>
              </p:cNvPr>
              <p:cNvSpPr/>
              <p:nvPr/>
            </p:nvSpPr>
            <p:spPr>
              <a:xfrm>
                <a:off x="3007325" y="4694929"/>
                <a:ext cx="271287" cy="274943"/>
              </a:xfrm>
              <a:custGeom>
                <a:avLst/>
                <a:gdLst>
                  <a:gd name="connsiteX0" fmla="*/ 19637 w 271287"/>
                  <a:gd name="connsiteY0" fmla="*/ 36152 h 274943"/>
                  <a:gd name="connsiteX1" fmla="*/ 27924 w 271287"/>
                  <a:gd name="connsiteY1" fmla="*/ 27389 h 274943"/>
                  <a:gd name="connsiteX2" fmla="*/ 94504 w 271287"/>
                  <a:gd name="connsiteY2" fmla="*/ 338 h 274943"/>
                  <a:gd name="connsiteX3" fmla="*/ 163274 w 271287"/>
                  <a:gd name="connsiteY3" fmla="*/ 49201 h 274943"/>
                  <a:gd name="connsiteX4" fmla="*/ 271287 w 271287"/>
                  <a:gd name="connsiteY4" fmla="*/ 161120 h 274943"/>
                  <a:gd name="connsiteX5" fmla="*/ 256715 w 271287"/>
                  <a:gd name="connsiteY5" fmla="*/ 179884 h 274943"/>
                  <a:gd name="connsiteX6" fmla="*/ 143653 w 271287"/>
                  <a:gd name="connsiteY6" fmla="*/ 62727 h 274943"/>
                  <a:gd name="connsiteX7" fmla="*/ 92027 w 271287"/>
                  <a:gd name="connsiteY7" fmla="*/ 24055 h 274943"/>
                  <a:gd name="connsiteX8" fmla="*/ 44307 w 271287"/>
                  <a:gd name="connsiteY8" fmla="*/ 44629 h 274943"/>
                  <a:gd name="connsiteX9" fmla="*/ 23828 w 271287"/>
                  <a:gd name="connsiteY9" fmla="*/ 86539 h 274943"/>
                  <a:gd name="connsiteX10" fmla="*/ 54975 w 271287"/>
                  <a:gd name="connsiteY10" fmla="*/ 139594 h 274943"/>
                  <a:gd name="connsiteX11" fmla="*/ 158416 w 271287"/>
                  <a:gd name="connsiteY11" fmla="*/ 265705 h 274943"/>
                  <a:gd name="connsiteX12" fmla="*/ 136413 w 271287"/>
                  <a:gd name="connsiteY12" fmla="*/ 274944 h 274943"/>
                  <a:gd name="connsiteX13" fmla="*/ 39354 w 271287"/>
                  <a:gd name="connsiteY13" fmla="*/ 157596 h 274943"/>
                  <a:gd name="connsiteX14" fmla="*/ 16 w 271287"/>
                  <a:gd name="connsiteY14" fmla="*/ 87111 h 274943"/>
                  <a:gd name="connsiteX15" fmla="*/ 19637 w 271287"/>
                  <a:gd name="connsiteY15" fmla="*/ 36152 h 27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1287" h="274943">
                    <a:moveTo>
                      <a:pt x="19637" y="36152"/>
                    </a:moveTo>
                    <a:cubicBezTo>
                      <a:pt x="22209" y="33200"/>
                      <a:pt x="24971" y="30247"/>
                      <a:pt x="27924" y="27389"/>
                    </a:cubicBezTo>
                    <a:cubicBezTo>
                      <a:pt x="48784" y="7387"/>
                      <a:pt x="71834" y="-1948"/>
                      <a:pt x="94504" y="338"/>
                    </a:cubicBezTo>
                    <a:cubicBezTo>
                      <a:pt x="119554" y="2910"/>
                      <a:pt x="142700" y="19293"/>
                      <a:pt x="163274" y="49201"/>
                    </a:cubicBezTo>
                    <a:cubicBezTo>
                      <a:pt x="204232" y="108542"/>
                      <a:pt x="270621" y="160549"/>
                      <a:pt x="271287" y="161120"/>
                    </a:cubicBezTo>
                    <a:lnTo>
                      <a:pt x="256715" y="179884"/>
                    </a:lnTo>
                    <a:cubicBezTo>
                      <a:pt x="253857" y="177694"/>
                      <a:pt x="186801" y="125211"/>
                      <a:pt x="143653" y="62727"/>
                    </a:cubicBezTo>
                    <a:cubicBezTo>
                      <a:pt x="127174" y="38914"/>
                      <a:pt x="109839" y="25865"/>
                      <a:pt x="92027" y="24055"/>
                    </a:cubicBezTo>
                    <a:cubicBezTo>
                      <a:pt x="72405" y="22055"/>
                      <a:pt x="55261" y="34152"/>
                      <a:pt x="44307" y="44629"/>
                    </a:cubicBezTo>
                    <a:cubicBezTo>
                      <a:pt x="30400" y="57964"/>
                      <a:pt x="23447" y="72061"/>
                      <a:pt x="23828" y="86539"/>
                    </a:cubicBezTo>
                    <a:cubicBezTo>
                      <a:pt x="24400" y="108542"/>
                      <a:pt x="41068" y="127592"/>
                      <a:pt x="54975" y="139594"/>
                    </a:cubicBezTo>
                    <a:cubicBezTo>
                      <a:pt x="93361" y="172741"/>
                      <a:pt x="144034" y="231415"/>
                      <a:pt x="158416" y="265705"/>
                    </a:cubicBezTo>
                    <a:lnTo>
                      <a:pt x="136413" y="274944"/>
                    </a:lnTo>
                    <a:cubicBezTo>
                      <a:pt x="124698" y="247131"/>
                      <a:pt x="79359" y="192267"/>
                      <a:pt x="39354" y="157596"/>
                    </a:cubicBezTo>
                    <a:cubicBezTo>
                      <a:pt x="14208" y="135784"/>
                      <a:pt x="587" y="111400"/>
                      <a:pt x="16" y="87111"/>
                    </a:cubicBezTo>
                    <a:cubicBezTo>
                      <a:pt x="-365" y="69109"/>
                      <a:pt x="6207" y="51964"/>
                      <a:pt x="19637" y="36152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68" name="Graphique 17">
              <a:extLst>
                <a:ext uri="{FF2B5EF4-FFF2-40B4-BE49-F238E27FC236}">
                  <a16:creationId xmlns:a16="http://schemas.microsoft.com/office/drawing/2014/main" id="{6354464F-3E1E-44D7-9B6D-E24BF60DEF88}"/>
                </a:ext>
              </a:extLst>
            </p:cNvPr>
            <p:cNvGrpSpPr/>
            <p:nvPr/>
          </p:nvGrpSpPr>
          <p:grpSpPr>
            <a:xfrm>
              <a:off x="1284649" y="2627580"/>
              <a:ext cx="349576" cy="362859"/>
              <a:chOff x="1284649" y="2627580"/>
              <a:chExt cx="349576" cy="362859"/>
            </a:xfrm>
            <a:solidFill>
              <a:schemeClr val="accent1"/>
            </a:solidFill>
          </p:grpSpPr>
          <p:grpSp>
            <p:nvGrpSpPr>
              <p:cNvPr id="69" name="Graphique 17">
                <a:extLst>
                  <a:ext uri="{FF2B5EF4-FFF2-40B4-BE49-F238E27FC236}">
                    <a16:creationId xmlns:a16="http://schemas.microsoft.com/office/drawing/2014/main" id="{30489DA1-445E-4BF0-B083-71797B6EFF11}"/>
                  </a:ext>
                </a:extLst>
              </p:cNvPr>
              <p:cNvGrpSpPr/>
              <p:nvPr/>
            </p:nvGrpSpPr>
            <p:grpSpPr>
              <a:xfrm>
                <a:off x="1284649" y="2732736"/>
                <a:ext cx="112966" cy="112980"/>
                <a:chOff x="1284649" y="2732736"/>
                <a:chExt cx="112966" cy="112980"/>
              </a:xfrm>
              <a:solidFill>
                <a:schemeClr val="accent1"/>
              </a:solidFill>
            </p:grpSpPr>
            <p:sp>
              <p:nvSpPr>
                <p:cNvPr id="70" name="Forme libre : forme 69">
                  <a:extLst>
                    <a:ext uri="{FF2B5EF4-FFF2-40B4-BE49-F238E27FC236}">
                      <a16:creationId xmlns:a16="http://schemas.microsoft.com/office/drawing/2014/main" id="{B38875FA-F441-4A11-BEBB-7800BFED1FF3}"/>
                    </a:ext>
                  </a:extLst>
                </p:cNvPr>
                <p:cNvSpPr/>
                <p:nvPr/>
              </p:nvSpPr>
              <p:spPr>
                <a:xfrm>
                  <a:off x="1284649" y="2732736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71" name="Forme libre : forme 70">
                  <a:extLst>
                    <a:ext uri="{FF2B5EF4-FFF2-40B4-BE49-F238E27FC236}">
                      <a16:creationId xmlns:a16="http://schemas.microsoft.com/office/drawing/2014/main" id="{04FFBEC3-BD98-4004-81E1-77AA3F707953}"/>
                    </a:ext>
                  </a:extLst>
                </p:cNvPr>
                <p:cNvSpPr/>
                <p:nvPr/>
              </p:nvSpPr>
              <p:spPr>
                <a:xfrm>
                  <a:off x="1284697" y="2750833"/>
                  <a:ext cx="112837" cy="94882"/>
                </a:xfrm>
                <a:custGeom>
                  <a:avLst/>
                  <a:gdLst>
                    <a:gd name="connsiteX0" fmla="*/ 57102 w 112837"/>
                    <a:gd name="connsiteY0" fmla="*/ 39529 h 94882"/>
                    <a:gd name="connsiteX1" fmla="*/ 2238 w 112837"/>
                    <a:gd name="connsiteY1" fmla="*/ 23241 h 94882"/>
                    <a:gd name="connsiteX2" fmla="*/ 1667 w 112837"/>
                    <a:gd name="connsiteY2" fmla="*/ 52292 h 94882"/>
                    <a:gd name="connsiteX3" fmla="*/ 70247 w 112837"/>
                    <a:gd name="connsiteY3" fmla="*/ 93154 h 94882"/>
                    <a:gd name="connsiteX4" fmla="*/ 111109 w 112837"/>
                    <a:gd name="connsiteY4" fmla="*/ 24575 h 94882"/>
                    <a:gd name="connsiteX5" fmla="*/ 97393 w 112837"/>
                    <a:gd name="connsiteY5" fmla="*/ 0 h 94882"/>
                    <a:gd name="connsiteX6" fmla="*/ 57102 w 112837"/>
                    <a:gd name="connsiteY6" fmla="*/ 39529 h 94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37" h="94882">
                      <a:moveTo>
                        <a:pt x="57102" y="39529"/>
                      </a:moveTo>
                      <a:cubicBezTo>
                        <a:pt x="36528" y="44767"/>
                        <a:pt x="15859" y="37719"/>
                        <a:pt x="2238" y="23241"/>
                      </a:cubicBezTo>
                      <a:cubicBezTo>
                        <a:pt x="-334" y="32480"/>
                        <a:pt x="-905" y="42291"/>
                        <a:pt x="1667" y="52292"/>
                      </a:cubicBezTo>
                      <a:cubicBezTo>
                        <a:pt x="9287" y="82487"/>
                        <a:pt x="40052" y="100775"/>
                        <a:pt x="70247" y="93154"/>
                      </a:cubicBezTo>
                      <a:cubicBezTo>
                        <a:pt x="100441" y="85534"/>
                        <a:pt x="118729" y="54769"/>
                        <a:pt x="111109" y="24575"/>
                      </a:cubicBezTo>
                      <a:cubicBezTo>
                        <a:pt x="108632" y="14954"/>
                        <a:pt x="103680" y="6763"/>
                        <a:pt x="97393" y="0"/>
                      </a:cubicBezTo>
                      <a:cubicBezTo>
                        <a:pt x="92059" y="18764"/>
                        <a:pt x="77390" y="34385"/>
                        <a:pt x="57102" y="39529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72" name="Forme libre : forme 71">
                  <a:extLst>
                    <a:ext uri="{FF2B5EF4-FFF2-40B4-BE49-F238E27FC236}">
                      <a16:creationId xmlns:a16="http://schemas.microsoft.com/office/drawing/2014/main" id="{24206D66-B553-4010-80C6-F917CC936819}"/>
                    </a:ext>
                  </a:extLst>
                </p:cNvPr>
                <p:cNvSpPr/>
                <p:nvPr/>
              </p:nvSpPr>
              <p:spPr>
                <a:xfrm rot="-2428918">
                  <a:off x="1336303" y="2747659"/>
                  <a:ext cx="47052" cy="54101"/>
                </a:xfrm>
                <a:custGeom>
                  <a:avLst/>
                  <a:gdLst>
                    <a:gd name="connsiteX0" fmla="*/ 47053 w 47052"/>
                    <a:gd name="connsiteY0" fmla="*/ 27051 h 54101"/>
                    <a:gd name="connsiteX1" fmla="*/ 23526 w 47052"/>
                    <a:gd name="connsiteY1" fmla="*/ 54101 h 54101"/>
                    <a:gd name="connsiteX2" fmla="*/ 0 w 47052"/>
                    <a:gd name="connsiteY2" fmla="*/ 27051 h 54101"/>
                    <a:gd name="connsiteX3" fmla="*/ 23526 w 47052"/>
                    <a:gd name="connsiteY3" fmla="*/ 0 h 54101"/>
                    <a:gd name="connsiteX4" fmla="*/ 47053 w 47052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1">
                      <a:moveTo>
                        <a:pt x="47053" y="27051"/>
                      </a:moveTo>
                      <a:cubicBezTo>
                        <a:pt x="47053" y="41990"/>
                        <a:pt x="36520" y="54101"/>
                        <a:pt x="23526" y="54101"/>
                      </a:cubicBezTo>
                      <a:cubicBezTo>
                        <a:pt x="10533" y="54101"/>
                        <a:pt x="0" y="41990"/>
                        <a:pt x="0" y="27051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20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73" name="Forme libre : forme 72">
                  <a:extLst>
                    <a:ext uri="{FF2B5EF4-FFF2-40B4-BE49-F238E27FC236}">
                      <a16:creationId xmlns:a16="http://schemas.microsoft.com/office/drawing/2014/main" id="{140ED1D4-CB14-459A-BA64-9BCA49808906}"/>
                    </a:ext>
                  </a:extLst>
                </p:cNvPr>
                <p:cNvSpPr/>
                <p:nvPr/>
              </p:nvSpPr>
              <p:spPr>
                <a:xfrm>
                  <a:off x="1330369" y="2755024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74" name="Graphique 17">
                <a:extLst>
                  <a:ext uri="{FF2B5EF4-FFF2-40B4-BE49-F238E27FC236}">
                    <a16:creationId xmlns:a16="http://schemas.microsoft.com/office/drawing/2014/main" id="{F22A8F88-F9DE-474F-A3E0-88411C8733B4}"/>
                  </a:ext>
                </a:extLst>
              </p:cNvPr>
              <p:cNvGrpSpPr/>
              <p:nvPr/>
            </p:nvGrpSpPr>
            <p:grpSpPr>
              <a:xfrm>
                <a:off x="1407045" y="2627580"/>
                <a:ext cx="112980" cy="112966"/>
                <a:chOff x="1407045" y="2627580"/>
                <a:chExt cx="112980" cy="112966"/>
              </a:xfrm>
              <a:solidFill>
                <a:schemeClr val="accent1"/>
              </a:solidFill>
            </p:grpSpPr>
            <p:sp>
              <p:nvSpPr>
                <p:cNvPr id="75" name="Forme libre : forme 74">
                  <a:extLst>
                    <a:ext uri="{FF2B5EF4-FFF2-40B4-BE49-F238E27FC236}">
                      <a16:creationId xmlns:a16="http://schemas.microsoft.com/office/drawing/2014/main" id="{A1AF059E-8E84-443F-A20B-12C06A6AE2DA}"/>
                    </a:ext>
                  </a:extLst>
                </p:cNvPr>
                <p:cNvSpPr/>
                <p:nvPr/>
              </p:nvSpPr>
              <p:spPr>
                <a:xfrm>
                  <a:off x="1407045" y="2627580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9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76" name="Forme libre : forme 75">
                  <a:extLst>
                    <a:ext uri="{FF2B5EF4-FFF2-40B4-BE49-F238E27FC236}">
                      <a16:creationId xmlns:a16="http://schemas.microsoft.com/office/drawing/2014/main" id="{A31F2304-F6F4-41F8-BAB2-910C9E1F4AE9}"/>
                    </a:ext>
                  </a:extLst>
                </p:cNvPr>
                <p:cNvSpPr/>
                <p:nvPr/>
              </p:nvSpPr>
              <p:spPr>
                <a:xfrm>
                  <a:off x="1407188" y="2645582"/>
                  <a:ext cx="112837" cy="94882"/>
                </a:xfrm>
                <a:custGeom>
                  <a:avLst/>
                  <a:gdLst>
                    <a:gd name="connsiteX0" fmla="*/ 57102 w 112837"/>
                    <a:gd name="connsiteY0" fmla="*/ 39529 h 94882"/>
                    <a:gd name="connsiteX1" fmla="*/ 2238 w 112837"/>
                    <a:gd name="connsiteY1" fmla="*/ 23241 h 94882"/>
                    <a:gd name="connsiteX2" fmla="*/ 1667 w 112837"/>
                    <a:gd name="connsiteY2" fmla="*/ 52292 h 94882"/>
                    <a:gd name="connsiteX3" fmla="*/ 70247 w 112837"/>
                    <a:gd name="connsiteY3" fmla="*/ 93154 h 94882"/>
                    <a:gd name="connsiteX4" fmla="*/ 111109 w 112837"/>
                    <a:gd name="connsiteY4" fmla="*/ 24575 h 94882"/>
                    <a:gd name="connsiteX5" fmla="*/ 97393 w 112837"/>
                    <a:gd name="connsiteY5" fmla="*/ 0 h 94882"/>
                    <a:gd name="connsiteX6" fmla="*/ 57102 w 112837"/>
                    <a:gd name="connsiteY6" fmla="*/ 39529 h 94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37" h="94882">
                      <a:moveTo>
                        <a:pt x="57102" y="39529"/>
                      </a:moveTo>
                      <a:cubicBezTo>
                        <a:pt x="36528" y="44767"/>
                        <a:pt x="15859" y="37719"/>
                        <a:pt x="2238" y="23241"/>
                      </a:cubicBezTo>
                      <a:cubicBezTo>
                        <a:pt x="-333" y="32480"/>
                        <a:pt x="-905" y="42291"/>
                        <a:pt x="1667" y="52292"/>
                      </a:cubicBezTo>
                      <a:cubicBezTo>
                        <a:pt x="9287" y="82487"/>
                        <a:pt x="40052" y="100775"/>
                        <a:pt x="70247" y="93154"/>
                      </a:cubicBezTo>
                      <a:cubicBezTo>
                        <a:pt x="100441" y="85535"/>
                        <a:pt x="118729" y="54769"/>
                        <a:pt x="111109" y="24575"/>
                      </a:cubicBezTo>
                      <a:cubicBezTo>
                        <a:pt x="108632" y="14954"/>
                        <a:pt x="103679" y="6763"/>
                        <a:pt x="97393" y="0"/>
                      </a:cubicBezTo>
                      <a:cubicBezTo>
                        <a:pt x="92059" y="18764"/>
                        <a:pt x="77390" y="34385"/>
                        <a:pt x="57102" y="39529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77" name="Forme libre : forme 76">
                  <a:extLst>
                    <a:ext uri="{FF2B5EF4-FFF2-40B4-BE49-F238E27FC236}">
                      <a16:creationId xmlns:a16="http://schemas.microsoft.com/office/drawing/2014/main" id="{ADA742CE-D0C1-4446-B554-3AC0E5FFC18A}"/>
                    </a:ext>
                  </a:extLst>
                </p:cNvPr>
                <p:cNvSpPr/>
                <p:nvPr/>
              </p:nvSpPr>
              <p:spPr>
                <a:xfrm rot="-2428918">
                  <a:off x="1458733" y="2642536"/>
                  <a:ext cx="47052" cy="54101"/>
                </a:xfrm>
                <a:custGeom>
                  <a:avLst/>
                  <a:gdLst>
                    <a:gd name="connsiteX0" fmla="*/ 47053 w 47052"/>
                    <a:gd name="connsiteY0" fmla="*/ 27051 h 54101"/>
                    <a:gd name="connsiteX1" fmla="*/ 23526 w 47052"/>
                    <a:gd name="connsiteY1" fmla="*/ 54101 h 54101"/>
                    <a:gd name="connsiteX2" fmla="*/ 0 w 47052"/>
                    <a:gd name="connsiteY2" fmla="*/ 27051 h 54101"/>
                    <a:gd name="connsiteX3" fmla="*/ 23526 w 47052"/>
                    <a:gd name="connsiteY3" fmla="*/ 0 h 54101"/>
                    <a:gd name="connsiteX4" fmla="*/ 47053 w 47052"/>
                    <a:gd name="connsiteY4" fmla="*/ 27051 h 5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1">
                      <a:moveTo>
                        <a:pt x="47053" y="27051"/>
                      </a:moveTo>
                      <a:cubicBezTo>
                        <a:pt x="47053" y="41990"/>
                        <a:pt x="36520" y="54101"/>
                        <a:pt x="23526" y="54101"/>
                      </a:cubicBezTo>
                      <a:cubicBezTo>
                        <a:pt x="10533" y="54101"/>
                        <a:pt x="0" y="41990"/>
                        <a:pt x="0" y="27051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20" y="0"/>
                        <a:pt x="47053" y="12111"/>
                        <a:pt x="47053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78" name="Forme libre : forme 77">
                  <a:extLst>
                    <a:ext uri="{FF2B5EF4-FFF2-40B4-BE49-F238E27FC236}">
                      <a16:creationId xmlns:a16="http://schemas.microsoft.com/office/drawing/2014/main" id="{E73BAFCD-965F-4742-87C7-F3C8A5FB4658}"/>
                    </a:ext>
                  </a:extLst>
                </p:cNvPr>
                <p:cNvSpPr/>
                <p:nvPr/>
              </p:nvSpPr>
              <p:spPr>
                <a:xfrm>
                  <a:off x="1452861" y="2649773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79" name="Forme libre : forme 78">
                <a:extLst>
                  <a:ext uri="{FF2B5EF4-FFF2-40B4-BE49-F238E27FC236}">
                    <a16:creationId xmlns:a16="http://schemas.microsoft.com/office/drawing/2014/main" id="{1DF4BFEA-38C8-46CC-ACE5-82DBE51158B0}"/>
                  </a:ext>
                </a:extLst>
              </p:cNvPr>
              <p:cNvSpPr/>
              <p:nvPr/>
            </p:nvSpPr>
            <p:spPr>
              <a:xfrm>
                <a:off x="1362944" y="2715495"/>
                <a:ext cx="271281" cy="274943"/>
              </a:xfrm>
              <a:custGeom>
                <a:avLst/>
                <a:gdLst>
                  <a:gd name="connsiteX0" fmla="*/ 251651 w 271281"/>
                  <a:gd name="connsiteY0" fmla="*/ 238792 h 274943"/>
                  <a:gd name="connsiteX1" fmla="*/ 243364 w 271281"/>
                  <a:gd name="connsiteY1" fmla="*/ 247555 h 274943"/>
                  <a:gd name="connsiteX2" fmla="*/ 176784 w 271281"/>
                  <a:gd name="connsiteY2" fmla="*/ 274606 h 274943"/>
                  <a:gd name="connsiteX3" fmla="*/ 108013 w 271281"/>
                  <a:gd name="connsiteY3" fmla="*/ 225743 h 274943"/>
                  <a:gd name="connsiteX4" fmla="*/ 0 w 271281"/>
                  <a:gd name="connsiteY4" fmla="*/ 113824 h 274943"/>
                  <a:gd name="connsiteX5" fmla="*/ 14573 w 271281"/>
                  <a:gd name="connsiteY5" fmla="*/ 95060 h 274943"/>
                  <a:gd name="connsiteX6" fmla="*/ 127635 w 271281"/>
                  <a:gd name="connsiteY6" fmla="*/ 212217 h 274943"/>
                  <a:gd name="connsiteX7" fmla="*/ 179261 w 271281"/>
                  <a:gd name="connsiteY7" fmla="*/ 250889 h 274943"/>
                  <a:gd name="connsiteX8" fmla="*/ 226981 w 271281"/>
                  <a:gd name="connsiteY8" fmla="*/ 230315 h 274943"/>
                  <a:gd name="connsiteX9" fmla="*/ 247460 w 271281"/>
                  <a:gd name="connsiteY9" fmla="*/ 188405 h 274943"/>
                  <a:gd name="connsiteX10" fmla="*/ 216313 w 271281"/>
                  <a:gd name="connsiteY10" fmla="*/ 135350 h 274943"/>
                  <a:gd name="connsiteX11" fmla="*/ 112871 w 271281"/>
                  <a:gd name="connsiteY11" fmla="*/ 9239 h 274943"/>
                  <a:gd name="connsiteX12" fmla="*/ 134874 w 271281"/>
                  <a:gd name="connsiteY12" fmla="*/ 0 h 274943"/>
                  <a:gd name="connsiteX13" fmla="*/ 231934 w 271281"/>
                  <a:gd name="connsiteY13" fmla="*/ 117348 h 274943"/>
                  <a:gd name="connsiteX14" fmla="*/ 271272 w 271281"/>
                  <a:gd name="connsiteY14" fmla="*/ 187833 h 274943"/>
                  <a:gd name="connsiteX15" fmla="*/ 251651 w 271281"/>
                  <a:gd name="connsiteY15" fmla="*/ 238792 h 27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1281" h="274943">
                    <a:moveTo>
                      <a:pt x="251651" y="238792"/>
                    </a:moveTo>
                    <a:cubicBezTo>
                      <a:pt x="249079" y="241745"/>
                      <a:pt x="246317" y="244697"/>
                      <a:pt x="243364" y="247555"/>
                    </a:cubicBezTo>
                    <a:cubicBezTo>
                      <a:pt x="222504" y="267557"/>
                      <a:pt x="199454" y="276892"/>
                      <a:pt x="176784" y="274606"/>
                    </a:cubicBezTo>
                    <a:cubicBezTo>
                      <a:pt x="151733" y="272034"/>
                      <a:pt x="128588" y="255651"/>
                      <a:pt x="108013" y="225743"/>
                    </a:cubicBezTo>
                    <a:cubicBezTo>
                      <a:pt x="67056" y="166402"/>
                      <a:pt x="667" y="114395"/>
                      <a:pt x="0" y="113824"/>
                    </a:cubicBezTo>
                    <a:lnTo>
                      <a:pt x="14573" y="95060"/>
                    </a:lnTo>
                    <a:cubicBezTo>
                      <a:pt x="17431" y="97250"/>
                      <a:pt x="84487" y="149733"/>
                      <a:pt x="127635" y="212217"/>
                    </a:cubicBezTo>
                    <a:cubicBezTo>
                      <a:pt x="144113" y="236030"/>
                      <a:pt x="161449" y="249079"/>
                      <a:pt x="179261" y="250889"/>
                    </a:cubicBezTo>
                    <a:cubicBezTo>
                      <a:pt x="198882" y="252889"/>
                      <a:pt x="216027" y="240792"/>
                      <a:pt x="226981" y="230315"/>
                    </a:cubicBezTo>
                    <a:cubicBezTo>
                      <a:pt x="240887" y="216980"/>
                      <a:pt x="247840" y="202883"/>
                      <a:pt x="247460" y="188405"/>
                    </a:cubicBezTo>
                    <a:cubicBezTo>
                      <a:pt x="246888" y="166402"/>
                      <a:pt x="230219" y="147352"/>
                      <a:pt x="216313" y="135350"/>
                    </a:cubicBezTo>
                    <a:cubicBezTo>
                      <a:pt x="177927" y="102203"/>
                      <a:pt x="127254" y="43529"/>
                      <a:pt x="112871" y="9239"/>
                    </a:cubicBezTo>
                    <a:lnTo>
                      <a:pt x="134874" y="0"/>
                    </a:lnTo>
                    <a:cubicBezTo>
                      <a:pt x="146590" y="27813"/>
                      <a:pt x="191929" y="82677"/>
                      <a:pt x="231934" y="117348"/>
                    </a:cubicBezTo>
                    <a:cubicBezTo>
                      <a:pt x="257080" y="139160"/>
                      <a:pt x="270701" y="163544"/>
                      <a:pt x="271272" y="187833"/>
                    </a:cubicBezTo>
                    <a:cubicBezTo>
                      <a:pt x="271558" y="205835"/>
                      <a:pt x="264986" y="222980"/>
                      <a:pt x="251651" y="238792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80" name="Graphique 17">
              <a:extLst>
                <a:ext uri="{FF2B5EF4-FFF2-40B4-BE49-F238E27FC236}">
                  <a16:creationId xmlns:a16="http://schemas.microsoft.com/office/drawing/2014/main" id="{FFD2BDCA-FDA2-4F50-BC37-B6D7D87D5C28}"/>
                </a:ext>
              </a:extLst>
            </p:cNvPr>
            <p:cNvGrpSpPr/>
            <p:nvPr/>
          </p:nvGrpSpPr>
          <p:grpSpPr>
            <a:xfrm>
              <a:off x="3376711" y="4203923"/>
              <a:ext cx="377484" cy="292081"/>
              <a:chOff x="3376711" y="4203923"/>
              <a:chExt cx="377484" cy="292081"/>
            </a:xfrm>
            <a:solidFill>
              <a:schemeClr val="accent1"/>
            </a:solidFill>
          </p:grpSpPr>
          <p:grpSp>
            <p:nvGrpSpPr>
              <p:cNvPr id="81" name="Graphique 17">
                <a:extLst>
                  <a:ext uri="{FF2B5EF4-FFF2-40B4-BE49-F238E27FC236}">
                    <a16:creationId xmlns:a16="http://schemas.microsoft.com/office/drawing/2014/main" id="{F590146C-0595-49E2-8228-FECAFE4A2540}"/>
                  </a:ext>
                </a:extLst>
              </p:cNvPr>
              <p:cNvGrpSpPr/>
              <p:nvPr/>
            </p:nvGrpSpPr>
            <p:grpSpPr>
              <a:xfrm>
                <a:off x="3641229" y="4231399"/>
                <a:ext cx="112966" cy="112966"/>
                <a:chOff x="3641229" y="4231399"/>
                <a:chExt cx="112966" cy="112966"/>
              </a:xfrm>
              <a:solidFill>
                <a:schemeClr val="accent1"/>
              </a:solidFill>
            </p:grpSpPr>
            <p:sp>
              <p:nvSpPr>
                <p:cNvPr id="82" name="Forme libre : forme 81">
                  <a:extLst>
                    <a:ext uri="{FF2B5EF4-FFF2-40B4-BE49-F238E27FC236}">
                      <a16:creationId xmlns:a16="http://schemas.microsoft.com/office/drawing/2014/main" id="{96E09522-1F8A-4778-A31F-E9DE18790585}"/>
                    </a:ext>
                  </a:extLst>
                </p:cNvPr>
                <p:cNvSpPr/>
                <p:nvPr/>
              </p:nvSpPr>
              <p:spPr>
                <a:xfrm>
                  <a:off x="3641229" y="4231399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7"/>
                        <a:pt x="56483" y="112967"/>
                      </a:cubicBezTo>
                      <a:cubicBezTo>
                        <a:pt x="25289" y="112967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83" name="Forme libre : forme 82">
                  <a:extLst>
                    <a:ext uri="{FF2B5EF4-FFF2-40B4-BE49-F238E27FC236}">
                      <a16:creationId xmlns:a16="http://schemas.microsoft.com/office/drawing/2014/main" id="{E69A3F56-ACED-4710-9CC0-8F8E87B0480B}"/>
                    </a:ext>
                  </a:extLst>
                </p:cNvPr>
                <p:cNvSpPr/>
                <p:nvPr/>
              </p:nvSpPr>
              <p:spPr>
                <a:xfrm>
                  <a:off x="3641281" y="4231451"/>
                  <a:ext cx="111105" cy="110057"/>
                </a:xfrm>
                <a:custGeom>
                  <a:avLst/>
                  <a:gdLst>
                    <a:gd name="connsiteX0" fmla="*/ 55289 w 111105"/>
                    <a:gd name="connsiteY0" fmla="*/ 55860 h 110057"/>
                    <a:gd name="connsiteX1" fmla="*/ 111105 w 111105"/>
                    <a:gd name="connsiteY1" fmla="*/ 43192 h 110057"/>
                    <a:gd name="connsiteX2" fmla="*/ 97389 w 111105"/>
                    <a:gd name="connsiteY2" fmla="*/ 17570 h 110057"/>
                    <a:gd name="connsiteX3" fmla="*/ 17569 w 111105"/>
                    <a:gd name="connsiteY3" fmla="*/ 15474 h 110057"/>
                    <a:gd name="connsiteX4" fmla="*/ 15474 w 111105"/>
                    <a:gd name="connsiteY4" fmla="*/ 95294 h 110057"/>
                    <a:gd name="connsiteX5" fmla="*/ 39477 w 111105"/>
                    <a:gd name="connsiteY5" fmla="*/ 110058 h 110057"/>
                    <a:gd name="connsiteX6" fmla="*/ 55289 w 111105"/>
                    <a:gd name="connsiteY6" fmla="*/ 55860 h 11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105" h="110057">
                      <a:moveTo>
                        <a:pt x="55289" y="55860"/>
                      </a:moveTo>
                      <a:cubicBezTo>
                        <a:pt x="70719" y="41192"/>
                        <a:pt x="92150" y="37286"/>
                        <a:pt x="111105" y="43192"/>
                      </a:cubicBezTo>
                      <a:cubicBezTo>
                        <a:pt x="108819" y="33953"/>
                        <a:pt x="104437" y="24999"/>
                        <a:pt x="97389" y="17570"/>
                      </a:cubicBezTo>
                      <a:cubicBezTo>
                        <a:pt x="75958" y="-5005"/>
                        <a:pt x="40239" y="-5957"/>
                        <a:pt x="17569" y="15474"/>
                      </a:cubicBezTo>
                      <a:cubicBezTo>
                        <a:pt x="-5005" y="36905"/>
                        <a:pt x="-5957" y="72624"/>
                        <a:pt x="15474" y="95294"/>
                      </a:cubicBezTo>
                      <a:cubicBezTo>
                        <a:pt x="22332" y="102533"/>
                        <a:pt x="30619" y="107200"/>
                        <a:pt x="39477" y="110058"/>
                      </a:cubicBezTo>
                      <a:cubicBezTo>
                        <a:pt x="34905" y="91008"/>
                        <a:pt x="40049" y="70243"/>
                        <a:pt x="55289" y="55860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84" name="Forme libre : forme 83">
                  <a:extLst>
                    <a:ext uri="{FF2B5EF4-FFF2-40B4-BE49-F238E27FC236}">
                      <a16:creationId xmlns:a16="http://schemas.microsoft.com/office/drawing/2014/main" id="{4032CA25-1F4B-4257-92FB-99F6A2161A87}"/>
                    </a:ext>
                  </a:extLst>
                </p:cNvPr>
                <p:cNvSpPr/>
                <p:nvPr/>
              </p:nvSpPr>
              <p:spPr>
                <a:xfrm rot="-4183979">
                  <a:off x="3665125" y="4282755"/>
                  <a:ext cx="47054" cy="54102"/>
                </a:xfrm>
                <a:custGeom>
                  <a:avLst/>
                  <a:gdLst>
                    <a:gd name="connsiteX0" fmla="*/ 47054 w 47054"/>
                    <a:gd name="connsiteY0" fmla="*/ 27051 h 54102"/>
                    <a:gd name="connsiteX1" fmla="*/ 23527 w 47054"/>
                    <a:gd name="connsiteY1" fmla="*/ 54103 h 54102"/>
                    <a:gd name="connsiteX2" fmla="*/ 1 w 47054"/>
                    <a:gd name="connsiteY2" fmla="*/ 27051 h 54102"/>
                    <a:gd name="connsiteX3" fmla="*/ 23527 w 47054"/>
                    <a:gd name="connsiteY3" fmla="*/ 0 h 54102"/>
                    <a:gd name="connsiteX4" fmla="*/ 47054 w 47054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2">
                      <a:moveTo>
                        <a:pt x="47054" y="27051"/>
                      </a:moveTo>
                      <a:cubicBezTo>
                        <a:pt x="47054" y="41991"/>
                        <a:pt x="36521" y="54103"/>
                        <a:pt x="23527" y="54103"/>
                      </a:cubicBezTo>
                      <a:cubicBezTo>
                        <a:pt x="10534" y="54103"/>
                        <a:pt x="1" y="41991"/>
                        <a:pt x="1" y="27051"/>
                      </a:cubicBezTo>
                      <a:cubicBezTo>
                        <a:pt x="1" y="12111"/>
                        <a:pt x="10534" y="0"/>
                        <a:pt x="23527" y="0"/>
                      </a:cubicBezTo>
                      <a:cubicBezTo>
                        <a:pt x="36521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85" name="Forme libre : forme 84">
                  <a:extLst>
                    <a:ext uri="{FF2B5EF4-FFF2-40B4-BE49-F238E27FC236}">
                      <a16:creationId xmlns:a16="http://schemas.microsoft.com/office/drawing/2014/main" id="{C48F5C78-0BB0-4F63-A279-FA7E7FB70E30}"/>
                    </a:ext>
                  </a:extLst>
                </p:cNvPr>
                <p:cNvSpPr/>
                <p:nvPr/>
              </p:nvSpPr>
              <p:spPr>
                <a:xfrm>
                  <a:off x="3701999" y="4299789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40 w 18478"/>
                    <a:gd name="connsiteY1" fmla="*/ 18479 h 18478"/>
                    <a:gd name="connsiteX2" fmla="*/ 1 w 18478"/>
                    <a:gd name="connsiteY2" fmla="*/ 9239 h 18478"/>
                    <a:gd name="connsiteX3" fmla="*/ 9240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40" y="18479"/>
                      </a:cubicBezTo>
                      <a:cubicBezTo>
                        <a:pt x="4137" y="18479"/>
                        <a:pt x="1" y="14342"/>
                        <a:pt x="1" y="9239"/>
                      </a:cubicBezTo>
                      <a:cubicBezTo>
                        <a:pt x="1" y="4137"/>
                        <a:pt x="4137" y="0"/>
                        <a:pt x="9240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86" name="Graphique 17">
                <a:extLst>
                  <a:ext uri="{FF2B5EF4-FFF2-40B4-BE49-F238E27FC236}">
                    <a16:creationId xmlns:a16="http://schemas.microsoft.com/office/drawing/2014/main" id="{58EBF06E-9825-4AB9-8798-91AEA17C00F1}"/>
                  </a:ext>
                </a:extLst>
              </p:cNvPr>
              <p:cNvGrpSpPr/>
              <p:nvPr/>
            </p:nvGrpSpPr>
            <p:grpSpPr>
              <a:xfrm>
                <a:off x="3585794" y="4383037"/>
                <a:ext cx="112966" cy="112966"/>
                <a:chOff x="3585794" y="4383037"/>
                <a:chExt cx="112966" cy="112966"/>
              </a:xfrm>
              <a:solidFill>
                <a:schemeClr val="accent1"/>
              </a:solidFill>
            </p:grpSpPr>
            <p:sp>
              <p:nvSpPr>
                <p:cNvPr id="87" name="Forme libre : forme 86">
                  <a:extLst>
                    <a:ext uri="{FF2B5EF4-FFF2-40B4-BE49-F238E27FC236}">
                      <a16:creationId xmlns:a16="http://schemas.microsoft.com/office/drawing/2014/main" id="{E2738EC7-CF6E-4765-A5D3-368496B4E250}"/>
                    </a:ext>
                  </a:extLst>
                </p:cNvPr>
                <p:cNvSpPr/>
                <p:nvPr/>
              </p:nvSpPr>
              <p:spPr>
                <a:xfrm>
                  <a:off x="3585794" y="4383037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88" name="Forme libre : forme 87">
                  <a:extLst>
                    <a:ext uri="{FF2B5EF4-FFF2-40B4-BE49-F238E27FC236}">
                      <a16:creationId xmlns:a16="http://schemas.microsoft.com/office/drawing/2014/main" id="{E076C9D0-B71D-4C14-AC2C-D714694244B3}"/>
                    </a:ext>
                  </a:extLst>
                </p:cNvPr>
                <p:cNvSpPr/>
                <p:nvPr/>
              </p:nvSpPr>
              <p:spPr>
                <a:xfrm>
                  <a:off x="3585845" y="4383089"/>
                  <a:ext cx="111104" cy="110057"/>
                </a:xfrm>
                <a:custGeom>
                  <a:avLst/>
                  <a:gdLst>
                    <a:gd name="connsiteX0" fmla="*/ 55289 w 111104"/>
                    <a:gd name="connsiteY0" fmla="*/ 55860 h 110057"/>
                    <a:gd name="connsiteX1" fmla="*/ 111105 w 111104"/>
                    <a:gd name="connsiteY1" fmla="*/ 43192 h 110057"/>
                    <a:gd name="connsiteX2" fmla="*/ 97389 w 111104"/>
                    <a:gd name="connsiteY2" fmla="*/ 17570 h 110057"/>
                    <a:gd name="connsiteX3" fmla="*/ 17570 w 111104"/>
                    <a:gd name="connsiteY3" fmla="*/ 15474 h 110057"/>
                    <a:gd name="connsiteX4" fmla="*/ 15474 w 111104"/>
                    <a:gd name="connsiteY4" fmla="*/ 95294 h 110057"/>
                    <a:gd name="connsiteX5" fmla="*/ 39477 w 111104"/>
                    <a:gd name="connsiteY5" fmla="*/ 110057 h 110057"/>
                    <a:gd name="connsiteX6" fmla="*/ 55289 w 111104"/>
                    <a:gd name="connsiteY6" fmla="*/ 55860 h 11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104" h="110057">
                      <a:moveTo>
                        <a:pt x="55289" y="55860"/>
                      </a:moveTo>
                      <a:cubicBezTo>
                        <a:pt x="70719" y="41191"/>
                        <a:pt x="92150" y="37286"/>
                        <a:pt x="111105" y="43192"/>
                      </a:cubicBezTo>
                      <a:cubicBezTo>
                        <a:pt x="108819" y="33953"/>
                        <a:pt x="104438" y="24999"/>
                        <a:pt x="97389" y="17570"/>
                      </a:cubicBezTo>
                      <a:cubicBezTo>
                        <a:pt x="75958" y="-5005"/>
                        <a:pt x="40239" y="-5957"/>
                        <a:pt x="17570" y="15474"/>
                      </a:cubicBezTo>
                      <a:cubicBezTo>
                        <a:pt x="-5005" y="36905"/>
                        <a:pt x="-5957" y="72624"/>
                        <a:pt x="15474" y="95294"/>
                      </a:cubicBezTo>
                      <a:cubicBezTo>
                        <a:pt x="22332" y="102532"/>
                        <a:pt x="30619" y="107200"/>
                        <a:pt x="39477" y="110057"/>
                      </a:cubicBezTo>
                      <a:cubicBezTo>
                        <a:pt x="34905" y="91007"/>
                        <a:pt x="40049" y="70243"/>
                        <a:pt x="55289" y="55860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89" name="Forme libre : forme 88">
                  <a:extLst>
                    <a:ext uri="{FF2B5EF4-FFF2-40B4-BE49-F238E27FC236}">
                      <a16:creationId xmlns:a16="http://schemas.microsoft.com/office/drawing/2014/main" id="{53CB1ECC-9B90-438B-9E91-654C7CE738FE}"/>
                    </a:ext>
                  </a:extLst>
                </p:cNvPr>
                <p:cNvSpPr/>
                <p:nvPr/>
              </p:nvSpPr>
              <p:spPr>
                <a:xfrm rot="-4183979">
                  <a:off x="3609710" y="4434382"/>
                  <a:ext cx="47054" cy="54102"/>
                </a:xfrm>
                <a:custGeom>
                  <a:avLst/>
                  <a:gdLst>
                    <a:gd name="connsiteX0" fmla="*/ 47054 w 47054"/>
                    <a:gd name="connsiteY0" fmla="*/ 27051 h 54102"/>
                    <a:gd name="connsiteX1" fmla="*/ 23527 w 47054"/>
                    <a:gd name="connsiteY1" fmla="*/ 54103 h 54102"/>
                    <a:gd name="connsiteX2" fmla="*/ 0 w 47054"/>
                    <a:gd name="connsiteY2" fmla="*/ 27051 h 54102"/>
                    <a:gd name="connsiteX3" fmla="*/ 23527 w 47054"/>
                    <a:gd name="connsiteY3" fmla="*/ 0 h 54102"/>
                    <a:gd name="connsiteX4" fmla="*/ 47054 w 47054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2">
                      <a:moveTo>
                        <a:pt x="47054" y="27051"/>
                      </a:moveTo>
                      <a:cubicBezTo>
                        <a:pt x="47054" y="41991"/>
                        <a:pt x="36521" y="54103"/>
                        <a:pt x="23527" y="54103"/>
                      </a:cubicBezTo>
                      <a:cubicBezTo>
                        <a:pt x="10534" y="54103"/>
                        <a:pt x="0" y="41991"/>
                        <a:pt x="0" y="27051"/>
                      </a:cubicBezTo>
                      <a:cubicBezTo>
                        <a:pt x="0" y="12111"/>
                        <a:pt x="10534" y="0"/>
                        <a:pt x="23527" y="0"/>
                      </a:cubicBezTo>
                      <a:cubicBezTo>
                        <a:pt x="36521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0" name="Forme libre : forme 89">
                  <a:extLst>
                    <a:ext uri="{FF2B5EF4-FFF2-40B4-BE49-F238E27FC236}">
                      <a16:creationId xmlns:a16="http://schemas.microsoft.com/office/drawing/2014/main" id="{84242A2A-D590-46C8-9CA8-D82CE064FB05}"/>
                    </a:ext>
                  </a:extLst>
                </p:cNvPr>
                <p:cNvSpPr/>
                <p:nvPr/>
              </p:nvSpPr>
              <p:spPr>
                <a:xfrm>
                  <a:off x="3646563" y="4451427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40 w 18478"/>
                    <a:gd name="connsiteY1" fmla="*/ 18478 h 18478"/>
                    <a:gd name="connsiteX2" fmla="*/ 1 w 18478"/>
                    <a:gd name="connsiteY2" fmla="*/ 9239 h 18478"/>
                    <a:gd name="connsiteX3" fmla="*/ 9240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40" y="18478"/>
                      </a:cubicBezTo>
                      <a:cubicBezTo>
                        <a:pt x="4137" y="18478"/>
                        <a:pt x="1" y="14342"/>
                        <a:pt x="1" y="9239"/>
                      </a:cubicBezTo>
                      <a:cubicBezTo>
                        <a:pt x="1" y="4137"/>
                        <a:pt x="4137" y="0"/>
                        <a:pt x="9240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91" name="Forme libre : forme 90">
                <a:extLst>
                  <a:ext uri="{FF2B5EF4-FFF2-40B4-BE49-F238E27FC236}">
                    <a16:creationId xmlns:a16="http://schemas.microsoft.com/office/drawing/2014/main" id="{6E23C1B0-C852-4716-95D4-A7A679BCC173}"/>
                  </a:ext>
                </a:extLst>
              </p:cNvPr>
              <p:cNvSpPr/>
              <p:nvPr/>
            </p:nvSpPr>
            <p:spPr>
              <a:xfrm>
                <a:off x="3376711" y="4203923"/>
                <a:ext cx="282520" cy="224739"/>
              </a:xfrm>
              <a:custGeom>
                <a:avLst/>
                <a:gdLst>
                  <a:gd name="connsiteX0" fmla="*/ 1818 w 282520"/>
                  <a:gd name="connsiteY0" fmla="*/ 73673 h 224739"/>
                  <a:gd name="connsiteX1" fmla="*/ 4771 w 282520"/>
                  <a:gd name="connsiteY1" fmla="*/ 61957 h 224739"/>
                  <a:gd name="connsiteX2" fmla="*/ 49634 w 282520"/>
                  <a:gd name="connsiteY2" fmla="*/ 5760 h 224739"/>
                  <a:gd name="connsiteX3" fmla="*/ 133549 w 282520"/>
                  <a:gd name="connsiteY3" fmla="*/ 14713 h 224739"/>
                  <a:gd name="connsiteX4" fmla="*/ 282520 w 282520"/>
                  <a:gd name="connsiteY4" fmla="*/ 59576 h 224739"/>
                  <a:gd name="connsiteX5" fmla="*/ 278996 w 282520"/>
                  <a:gd name="connsiteY5" fmla="*/ 83103 h 224739"/>
                  <a:gd name="connsiteX6" fmla="*/ 123167 w 282520"/>
                  <a:gd name="connsiteY6" fmla="*/ 36144 h 224739"/>
                  <a:gd name="connsiteX7" fmla="*/ 59254 w 282520"/>
                  <a:gd name="connsiteY7" fmla="*/ 27572 h 224739"/>
                  <a:gd name="connsiteX8" fmla="*/ 27631 w 282520"/>
                  <a:gd name="connsiteY8" fmla="*/ 68815 h 224739"/>
                  <a:gd name="connsiteX9" fmla="*/ 30203 w 282520"/>
                  <a:gd name="connsiteY9" fmla="*/ 115392 h 224739"/>
                  <a:gd name="connsiteX10" fmla="*/ 83352 w 282520"/>
                  <a:gd name="connsiteY10" fmla="*/ 146444 h 224739"/>
                  <a:gd name="connsiteX11" fmla="*/ 235276 w 282520"/>
                  <a:gd name="connsiteY11" fmla="*/ 205975 h 224739"/>
                  <a:gd name="connsiteX12" fmla="*/ 220608 w 282520"/>
                  <a:gd name="connsiteY12" fmla="*/ 224740 h 224739"/>
                  <a:gd name="connsiteX13" fmla="*/ 78590 w 282520"/>
                  <a:gd name="connsiteY13" fmla="*/ 169780 h 224739"/>
                  <a:gd name="connsiteX14" fmla="*/ 9819 w 282520"/>
                  <a:gd name="connsiteY14" fmla="*/ 127489 h 224739"/>
                  <a:gd name="connsiteX15" fmla="*/ 1818 w 282520"/>
                  <a:gd name="connsiteY15" fmla="*/ 73673 h 224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2520" h="224739">
                    <a:moveTo>
                      <a:pt x="1818" y="73673"/>
                    </a:moveTo>
                    <a:cubicBezTo>
                      <a:pt x="2580" y="69863"/>
                      <a:pt x="3533" y="65958"/>
                      <a:pt x="4771" y="61957"/>
                    </a:cubicBezTo>
                    <a:cubicBezTo>
                      <a:pt x="13248" y="34240"/>
                      <a:pt x="28774" y="14904"/>
                      <a:pt x="49634" y="5760"/>
                    </a:cubicBezTo>
                    <a:cubicBezTo>
                      <a:pt x="72780" y="-4242"/>
                      <a:pt x="100974" y="-1194"/>
                      <a:pt x="133549" y="14713"/>
                    </a:cubicBezTo>
                    <a:cubicBezTo>
                      <a:pt x="198319" y="46527"/>
                      <a:pt x="281663" y="59385"/>
                      <a:pt x="282520" y="59576"/>
                    </a:cubicBezTo>
                    <a:lnTo>
                      <a:pt x="278996" y="83103"/>
                    </a:lnTo>
                    <a:cubicBezTo>
                      <a:pt x="275472" y="82531"/>
                      <a:pt x="191271" y="69577"/>
                      <a:pt x="123167" y="36144"/>
                    </a:cubicBezTo>
                    <a:cubicBezTo>
                      <a:pt x="97164" y="23381"/>
                      <a:pt x="75637" y="20523"/>
                      <a:pt x="59254" y="27572"/>
                    </a:cubicBezTo>
                    <a:cubicBezTo>
                      <a:pt x="41156" y="35382"/>
                      <a:pt x="32108" y="54337"/>
                      <a:pt x="27631" y="68815"/>
                    </a:cubicBezTo>
                    <a:cubicBezTo>
                      <a:pt x="22011" y="87294"/>
                      <a:pt x="22869" y="102915"/>
                      <a:pt x="30203" y="115392"/>
                    </a:cubicBezTo>
                    <a:cubicBezTo>
                      <a:pt x="41443" y="134347"/>
                      <a:pt x="65350" y="142729"/>
                      <a:pt x="83352" y="146444"/>
                    </a:cubicBezTo>
                    <a:cubicBezTo>
                      <a:pt x="132978" y="156636"/>
                      <a:pt x="205939" y="183020"/>
                      <a:pt x="235276" y="205975"/>
                    </a:cubicBezTo>
                    <a:lnTo>
                      <a:pt x="220608" y="224740"/>
                    </a:lnTo>
                    <a:cubicBezTo>
                      <a:pt x="196795" y="206166"/>
                      <a:pt x="130406" y="180448"/>
                      <a:pt x="78590" y="169780"/>
                    </a:cubicBezTo>
                    <a:cubicBezTo>
                      <a:pt x="46014" y="163113"/>
                      <a:pt x="22202" y="148444"/>
                      <a:pt x="9819" y="127489"/>
                    </a:cubicBezTo>
                    <a:cubicBezTo>
                      <a:pt x="390" y="112059"/>
                      <a:pt x="-2182" y="93961"/>
                      <a:pt x="1818" y="73673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92" name="Graphique 17">
              <a:extLst>
                <a:ext uri="{FF2B5EF4-FFF2-40B4-BE49-F238E27FC236}">
                  <a16:creationId xmlns:a16="http://schemas.microsoft.com/office/drawing/2014/main" id="{4D213FD4-DF43-48C1-A604-48DB3A8EA513}"/>
                </a:ext>
              </a:extLst>
            </p:cNvPr>
            <p:cNvGrpSpPr/>
            <p:nvPr/>
          </p:nvGrpSpPr>
          <p:grpSpPr>
            <a:xfrm>
              <a:off x="895839" y="3194413"/>
              <a:ext cx="377519" cy="292176"/>
              <a:chOff x="895839" y="3194413"/>
              <a:chExt cx="377519" cy="292176"/>
            </a:xfrm>
            <a:solidFill>
              <a:schemeClr val="accent1"/>
            </a:solidFill>
          </p:grpSpPr>
          <p:grpSp>
            <p:nvGrpSpPr>
              <p:cNvPr id="93" name="Graphique 17">
                <a:extLst>
                  <a:ext uri="{FF2B5EF4-FFF2-40B4-BE49-F238E27FC236}">
                    <a16:creationId xmlns:a16="http://schemas.microsoft.com/office/drawing/2014/main" id="{749343EC-592A-49DD-AA35-7D31149C271E}"/>
                  </a:ext>
                </a:extLst>
              </p:cNvPr>
              <p:cNvGrpSpPr/>
              <p:nvPr/>
            </p:nvGrpSpPr>
            <p:grpSpPr>
              <a:xfrm>
                <a:off x="895839" y="3346051"/>
                <a:ext cx="112966" cy="113010"/>
                <a:chOff x="895839" y="3346051"/>
                <a:chExt cx="112966" cy="113010"/>
              </a:xfrm>
              <a:solidFill>
                <a:schemeClr val="accent1"/>
              </a:solidFill>
            </p:grpSpPr>
            <p:sp>
              <p:nvSpPr>
                <p:cNvPr id="94" name="Forme libre : forme 93">
                  <a:extLst>
                    <a:ext uri="{FF2B5EF4-FFF2-40B4-BE49-F238E27FC236}">
                      <a16:creationId xmlns:a16="http://schemas.microsoft.com/office/drawing/2014/main" id="{A1C862AF-02B5-4CEC-8FED-D786E8931F7F}"/>
                    </a:ext>
                  </a:extLst>
                </p:cNvPr>
                <p:cNvSpPr/>
                <p:nvPr/>
              </p:nvSpPr>
              <p:spPr>
                <a:xfrm>
                  <a:off x="895839" y="3346051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5" name="Forme libre : forme 94">
                  <a:extLst>
                    <a:ext uri="{FF2B5EF4-FFF2-40B4-BE49-F238E27FC236}">
                      <a16:creationId xmlns:a16="http://schemas.microsoft.com/office/drawing/2014/main" id="{45BA822B-1470-4175-AB1D-0EBE058548EA}"/>
                    </a:ext>
                  </a:extLst>
                </p:cNvPr>
                <p:cNvSpPr/>
                <p:nvPr/>
              </p:nvSpPr>
              <p:spPr>
                <a:xfrm>
                  <a:off x="897648" y="3349003"/>
                  <a:ext cx="111105" cy="110057"/>
                </a:xfrm>
                <a:custGeom>
                  <a:avLst/>
                  <a:gdLst>
                    <a:gd name="connsiteX0" fmla="*/ 55817 w 111105"/>
                    <a:gd name="connsiteY0" fmla="*/ 54197 h 110057"/>
                    <a:gd name="connsiteX1" fmla="*/ 0 w 111105"/>
                    <a:gd name="connsiteY1" fmla="*/ 66866 h 110057"/>
                    <a:gd name="connsiteX2" fmla="*/ 13716 w 111105"/>
                    <a:gd name="connsiteY2" fmla="*/ 92488 h 110057"/>
                    <a:gd name="connsiteX3" fmla="*/ 93536 w 111105"/>
                    <a:gd name="connsiteY3" fmla="*/ 94583 h 110057"/>
                    <a:gd name="connsiteX4" fmla="*/ 95631 w 111105"/>
                    <a:gd name="connsiteY4" fmla="*/ 14764 h 110057"/>
                    <a:gd name="connsiteX5" fmla="*/ 71628 w 111105"/>
                    <a:gd name="connsiteY5" fmla="*/ 0 h 110057"/>
                    <a:gd name="connsiteX6" fmla="*/ 55817 w 111105"/>
                    <a:gd name="connsiteY6" fmla="*/ 54197 h 11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105" h="110057">
                      <a:moveTo>
                        <a:pt x="55817" y="54197"/>
                      </a:moveTo>
                      <a:cubicBezTo>
                        <a:pt x="40386" y="68866"/>
                        <a:pt x="18955" y="72771"/>
                        <a:pt x="0" y="66866"/>
                      </a:cubicBezTo>
                      <a:cubicBezTo>
                        <a:pt x="2286" y="76105"/>
                        <a:pt x="6668" y="85058"/>
                        <a:pt x="13716" y="92488"/>
                      </a:cubicBezTo>
                      <a:cubicBezTo>
                        <a:pt x="35147" y="115062"/>
                        <a:pt x="70866" y="116014"/>
                        <a:pt x="93536" y="94583"/>
                      </a:cubicBezTo>
                      <a:cubicBezTo>
                        <a:pt x="116110" y="73152"/>
                        <a:pt x="117062" y="37433"/>
                        <a:pt x="95631" y="14764"/>
                      </a:cubicBezTo>
                      <a:cubicBezTo>
                        <a:pt x="88773" y="7525"/>
                        <a:pt x="80486" y="2858"/>
                        <a:pt x="71628" y="0"/>
                      </a:cubicBezTo>
                      <a:cubicBezTo>
                        <a:pt x="76200" y="18955"/>
                        <a:pt x="71057" y="39719"/>
                        <a:pt x="55817" y="54197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6" name="Forme libre : forme 95">
                  <a:extLst>
                    <a:ext uri="{FF2B5EF4-FFF2-40B4-BE49-F238E27FC236}">
                      <a16:creationId xmlns:a16="http://schemas.microsoft.com/office/drawing/2014/main" id="{7D9951E8-54D6-4E54-8D76-8AC2DE5ECF8B}"/>
                    </a:ext>
                  </a:extLst>
                </p:cNvPr>
                <p:cNvSpPr/>
                <p:nvPr/>
              </p:nvSpPr>
              <p:spPr>
                <a:xfrm rot="-4183979">
                  <a:off x="938194" y="3353762"/>
                  <a:ext cx="47054" cy="54102"/>
                </a:xfrm>
                <a:custGeom>
                  <a:avLst/>
                  <a:gdLst>
                    <a:gd name="connsiteX0" fmla="*/ 47054 w 47054"/>
                    <a:gd name="connsiteY0" fmla="*/ 27051 h 54102"/>
                    <a:gd name="connsiteX1" fmla="*/ 23527 w 47054"/>
                    <a:gd name="connsiteY1" fmla="*/ 54103 h 54102"/>
                    <a:gd name="connsiteX2" fmla="*/ 0 w 47054"/>
                    <a:gd name="connsiteY2" fmla="*/ 27051 h 54102"/>
                    <a:gd name="connsiteX3" fmla="*/ 23527 w 47054"/>
                    <a:gd name="connsiteY3" fmla="*/ 0 h 54102"/>
                    <a:gd name="connsiteX4" fmla="*/ 47054 w 47054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2">
                      <a:moveTo>
                        <a:pt x="47054" y="27051"/>
                      </a:moveTo>
                      <a:cubicBezTo>
                        <a:pt x="47054" y="41991"/>
                        <a:pt x="36521" y="54103"/>
                        <a:pt x="23527" y="54103"/>
                      </a:cubicBezTo>
                      <a:cubicBezTo>
                        <a:pt x="10533" y="54103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1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7" name="Forme libre : forme 96">
                  <a:extLst>
                    <a:ext uri="{FF2B5EF4-FFF2-40B4-BE49-F238E27FC236}">
                      <a16:creationId xmlns:a16="http://schemas.microsoft.com/office/drawing/2014/main" id="{643CA924-86CC-4F6D-932C-08198804DCE6}"/>
                    </a:ext>
                  </a:extLst>
                </p:cNvPr>
                <p:cNvSpPr/>
                <p:nvPr/>
              </p:nvSpPr>
              <p:spPr>
                <a:xfrm>
                  <a:off x="929652" y="3372149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9" y="4136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98" name="Graphique 17">
                <a:extLst>
                  <a:ext uri="{FF2B5EF4-FFF2-40B4-BE49-F238E27FC236}">
                    <a16:creationId xmlns:a16="http://schemas.microsoft.com/office/drawing/2014/main" id="{4AE01BBD-CDF2-4A39-8061-D3959A91A476}"/>
                  </a:ext>
                </a:extLst>
              </p:cNvPr>
              <p:cNvGrpSpPr/>
              <p:nvPr/>
            </p:nvGrpSpPr>
            <p:grpSpPr>
              <a:xfrm>
                <a:off x="951274" y="3194413"/>
                <a:ext cx="112966" cy="113010"/>
                <a:chOff x="951274" y="3194413"/>
                <a:chExt cx="112966" cy="113010"/>
              </a:xfrm>
              <a:solidFill>
                <a:schemeClr val="accent1"/>
              </a:solidFill>
            </p:grpSpPr>
            <p:sp>
              <p:nvSpPr>
                <p:cNvPr id="99" name="Forme libre : forme 98">
                  <a:extLst>
                    <a:ext uri="{FF2B5EF4-FFF2-40B4-BE49-F238E27FC236}">
                      <a16:creationId xmlns:a16="http://schemas.microsoft.com/office/drawing/2014/main" id="{06F55993-3F1C-4AD2-B217-BC97DA6F9D96}"/>
                    </a:ext>
                  </a:extLst>
                </p:cNvPr>
                <p:cNvSpPr/>
                <p:nvPr/>
              </p:nvSpPr>
              <p:spPr>
                <a:xfrm>
                  <a:off x="951274" y="3194413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00" name="Forme libre : forme 99">
                  <a:extLst>
                    <a:ext uri="{FF2B5EF4-FFF2-40B4-BE49-F238E27FC236}">
                      <a16:creationId xmlns:a16="http://schemas.microsoft.com/office/drawing/2014/main" id="{7B20CD94-0D34-489A-990B-EAA3D9FF1C58}"/>
                    </a:ext>
                  </a:extLst>
                </p:cNvPr>
                <p:cNvSpPr/>
                <p:nvPr/>
              </p:nvSpPr>
              <p:spPr>
                <a:xfrm>
                  <a:off x="953084" y="3197365"/>
                  <a:ext cx="111105" cy="110057"/>
                </a:xfrm>
                <a:custGeom>
                  <a:avLst/>
                  <a:gdLst>
                    <a:gd name="connsiteX0" fmla="*/ 55817 w 111105"/>
                    <a:gd name="connsiteY0" fmla="*/ 54197 h 110057"/>
                    <a:gd name="connsiteX1" fmla="*/ 0 w 111105"/>
                    <a:gd name="connsiteY1" fmla="*/ 66865 h 110057"/>
                    <a:gd name="connsiteX2" fmla="*/ 13716 w 111105"/>
                    <a:gd name="connsiteY2" fmla="*/ 92488 h 110057"/>
                    <a:gd name="connsiteX3" fmla="*/ 93536 w 111105"/>
                    <a:gd name="connsiteY3" fmla="*/ 94583 h 110057"/>
                    <a:gd name="connsiteX4" fmla="*/ 95631 w 111105"/>
                    <a:gd name="connsiteY4" fmla="*/ 14764 h 110057"/>
                    <a:gd name="connsiteX5" fmla="*/ 71628 w 111105"/>
                    <a:gd name="connsiteY5" fmla="*/ 0 h 110057"/>
                    <a:gd name="connsiteX6" fmla="*/ 55817 w 111105"/>
                    <a:gd name="connsiteY6" fmla="*/ 54197 h 11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105" h="110057">
                      <a:moveTo>
                        <a:pt x="55817" y="54197"/>
                      </a:moveTo>
                      <a:cubicBezTo>
                        <a:pt x="40386" y="68866"/>
                        <a:pt x="18955" y="72771"/>
                        <a:pt x="0" y="66865"/>
                      </a:cubicBezTo>
                      <a:cubicBezTo>
                        <a:pt x="2286" y="76105"/>
                        <a:pt x="6668" y="85058"/>
                        <a:pt x="13716" y="92488"/>
                      </a:cubicBezTo>
                      <a:cubicBezTo>
                        <a:pt x="35147" y="115062"/>
                        <a:pt x="70866" y="116014"/>
                        <a:pt x="93536" y="94583"/>
                      </a:cubicBezTo>
                      <a:cubicBezTo>
                        <a:pt x="116110" y="73152"/>
                        <a:pt x="117062" y="37433"/>
                        <a:pt x="95631" y="14764"/>
                      </a:cubicBezTo>
                      <a:cubicBezTo>
                        <a:pt x="88773" y="7525"/>
                        <a:pt x="80486" y="2858"/>
                        <a:pt x="71628" y="0"/>
                      </a:cubicBezTo>
                      <a:cubicBezTo>
                        <a:pt x="76200" y="18955"/>
                        <a:pt x="71056" y="39814"/>
                        <a:pt x="55817" y="54197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01" name="Forme libre : forme 100">
                  <a:extLst>
                    <a:ext uri="{FF2B5EF4-FFF2-40B4-BE49-F238E27FC236}">
                      <a16:creationId xmlns:a16="http://schemas.microsoft.com/office/drawing/2014/main" id="{BD480578-D368-4B78-9952-F7EB8D2B1D2D}"/>
                    </a:ext>
                  </a:extLst>
                </p:cNvPr>
                <p:cNvSpPr/>
                <p:nvPr/>
              </p:nvSpPr>
              <p:spPr>
                <a:xfrm rot="-4183979">
                  <a:off x="993697" y="3202167"/>
                  <a:ext cx="47054" cy="54102"/>
                </a:xfrm>
                <a:custGeom>
                  <a:avLst/>
                  <a:gdLst>
                    <a:gd name="connsiteX0" fmla="*/ 47054 w 47054"/>
                    <a:gd name="connsiteY0" fmla="*/ 27051 h 54102"/>
                    <a:gd name="connsiteX1" fmla="*/ 23527 w 47054"/>
                    <a:gd name="connsiteY1" fmla="*/ 54103 h 54102"/>
                    <a:gd name="connsiteX2" fmla="*/ 0 w 47054"/>
                    <a:gd name="connsiteY2" fmla="*/ 27051 h 54102"/>
                    <a:gd name="connsiteX3" fmla="*/ 23527 w 47054"/>
                    <a:gd name="connsiteY3" fmla="*/ 0 h 54102"/>
                    <a:gd name="connsiteX4" fmla="*/ 47054 w 47054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2">
                      <a:moveTo>
                        <a:pt x="47054" y="27051"/>
                      </a:moveTo>
                      <a:cubicBezTo>
                        <a:pt x="47054" y="41991"/>
                        <a:pt x="36521" y="54103"/>
                        <a:pt x="23527" y="54103"/>
                      </a:cubicBezTo>
                      <a:cubicBezTo>
                        <a:pt x="10534" y="54103"/>
                        <a:pt x="0" y="41991"/>
                        <a:pt x="0" y="27051"/>
                      </a:cubicBezTo>
                      <a:cubicBezTo>
                        <a:pt x="0" y="12111"/>
                        <a:pt x="10534" y="0"/>
                        <a:pt x="23527" y="0"/>
                      </a:cubicBezTo>
                      <a:cubicBezTo>
                        <a:pt x="36521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02" name="Forme libre : forme 101">
                  <a:extLst>
                    <a:ext uri="{FF2B5EF4-FFF2-40B4-BE49-F238E27FC236}">
                      <a16:creationId xmlns:a16="http://schemas.microsoft.com/office/drawing/2014/main" id="{07A0503D-0771-466C-99E7-CC1CA57B6391}"/>
                    </a:ext>
                  </a:extLst>
                </p:cNvPr>
                <p:cNvSpPr/>
                <p:nvPr/>
              </p:nvSpPr>
              <p:spPr>
                <a:xfrm>
                  <a:off x="985088" y="3220606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03" name="Forme libre : forme 102">
                <a:extLst>
                  <a:ext uri="{FF2B5EF4-FFF2-40B4-BE49-F238E27FC236}">
                    <a16:creationId xmlns:a16="http://schemas.microsoft.com/office/drawing/2014/main" id="{6EE5156B-2C95-44E3-A714-E5F7DE3162B3}"/>
                  </a:ext>
                </a:extLst>
              </p:cNvPr>
              <p:cNvSpPr/>
              <p:nvPr/>
            </p:nvSpPr>
            <p:spPr>
              <a:xfrm>
                <a:off x="990898" y="3261849"/>
                <a:ext cx="282459" cy="224739"/>
              </a:xfrm>
              <a:custGeom>
                <a:avLst/>
                <a:gdLst>
                  <a:gd name="connsiteX0" fmla="*/ 280702 w 282459"/>
                  <a:gd name="connsiteY0" fmla="*/ 151067 h 224739"/>
                  <a:gd name="connsiteX1" fmla="*/ 277749 w 282459"/>
                  <a:gd name="connsiteY1" fmla="*/ 162782 h 224739"/>
                  <a:gd name="connsiteX2" fmla="*/ 232886 w 282459"/>
                  <a:gd name="connsiteY2" fmla="*/ 218980 h 224739"/>
                  <a:gd name="connsiteX3" fmla="*/ 148971 w 282459"/>
                  <a:gd name="connsiteY3" fmla="*/ 210026 h 224739"/>
                  <a:gd name="connsiteX4" fmla="*/ 0 w 282459"/>
                  <a:gd name="connsiteY4" fmla="*/ 165164 h 224739"/>
                  <a:gd name="connsiteX5" fmla="*/ 3524 w 282459"/>
                  <a:gd name="connsiteY5" fmla="*/ 141637 h 224739"/>
                  <a:gd name="connsiteX6" fmla="*/ 159353 w 282459"/>
                  <a:gd name="connsiteY6" fmla="*/ 188595 h 224739"/>
                  <a:gd name="connsiteX7" fmla="*/ 223266 w 282459"/>
                  <a:gd name="connsiteY7" fmla="*/ 197167 h 224739"/>
                  <a:gd name="connsiteX8" fmla="*/ 254889 w 282459"/>
                  <a:gd name="connsiteY8" fmla="*/ 155924 h 224739"/>
                  <a:gd name="connsiteX9" fmla="*/ 252317 w 282459"/>
                  <a:gd name="connsiteY9" fmla="*/ 109347 h 224739"/>
                  <a:gd name="connsiteX10" fmla="*/ 199168 w 282459"/>
                  <a:gd name="connsiteY10" fmla="*/ 78296 h 224739"/>
                  <a:gd name="connsiteX11" fmla="*/ 47244 w 282459"/>
                  <a:gd name="connsiteY11" fmla="*/ 18764 h 224739"/>
                  <a:gd name="connsiteX12" fmla="*/ 61913 w 282459"/>
                  <a:gd name="connsiteY12" fmla="*/ 0 h 224739"/>
                  <a:gd name="connsiteX13" fmla="*/ 203930 w 282459"/>
                  <a:gd name="connsiteY13" fmla="*/ 54959 h 224739"/>
                  <a:gd name="connsiteX14" fmla="*/ 272701 w 282459"/>
                  <a:gd name="connsiteY14" fmla="*/ 97250 h 224739"/>
                  <a:gd name="connsiteX15" fmla="*/ 280702 w 282459"/>
                  <a:gd name="connsiteY15" fmla="*/ 151067 h 224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2459" h="224739">
                    <a:moveTo>
                      <a:pt x="280702" y="151067"/>
                    </a:moveTo>
                    <a:cubicBezTo>
                      <a:pt x="279940" y="154877"/>
                      <a:pt x="278987" y="158782"/>
                      <a:pt x="277749" y="162782"/>
                    </a:cubicBezTo>
                    <a:cubicBezTo>
                      <a:pt x="269272" y="190500"/>
                      <a:pt x="253746" y="209836"/>
                      <a:pt x="232886" y="218980"/>
                    </a:cubicBezTo>
                    <a:cubicBezTo>
                      <a:pt x="209740" y="228981"/>
                      <a:pt x="181546" y="225933"/>
                      <a:pt x="148971" y="210026"/>
                    </a:cubicBezTo>
                    <a:cubicBezTo>
                      <a:pt x="84201" y="178213"/>
                      <a:pt x="857" y="165354"/>
                      <a:pt x="0" y="165164"/>
                    </a:cubicBezTo>
                    <a:lnTo>
                      <a:pt x="3524" y="141637"/>
                    </a:lnTo>
                    <a:cubicBezTo>
                      <a:pt x="7048" y="142208"/>
                      <a:pt x="91249" y="155162"/>
                      <a:pt x="159353" y="188595"/>
                    </a:cubicBezTo>
                    <a:cubicBezTo>
                      <a:pt x="185356" y="201359"/>
                      <a:pt x="206883" y="204216"/>
                      <a:pt x="223266" y="197167"/>
                    </a:cubicBezTo>
                    <a:cubicBezTo>
                      <a:pt x="241363" y="189357"/>
                      <a:pt x="250412" y="170402"/>
                      <a:pt x="254889" y="155924"/>
                    </a:cubicBezTo>
                    <a:cubicBezTo>
                      <a:pt x="260509" y="137446"/>
                      <a:pt x="259652" y="121825"/>
                      <a:pt x="252317" y="109347"/>
                    </a:cubicBezTo>
                    <a:cubicBezTo>
                      <a:pt x="241078" y="90392"/>
                      <a:pt x="217170" y="82010"/>
                      <a:pt x="199168" y="78296"/>
                    </a:cubicBezTo>
                    <a:cubicBezTo>
                      <a:pt x="149543" y="68104"/>
                      <a:pt x="76581" y="41720"/>
                      <a:pt x="47244" y="18764"/>
                    </a:cubicBezTo>
                    <a:lnTo>
                      <a:pt x="61913" y="0"/>
                    </a:lnTo>
                    <a:cubicBezTo>
                      <a:pt x="85725" y="18574"/>
                      <a:pt x="152114" y="44291"/>
                      <a:pt x="203930" y="54959"/>
                    </a:cubicBezTo>
                    <a:cubicBezTo>
                      <a:pt x="236506" y="61627"/>
                      <a:pt x="260318" y="76295"/>
                      <a:pt x="272701" y="97250"/>
                    </a:cubicBezTo>
                    <a:cubicBezTo>
                      <a:pt x="282035" y="112586"/>
                      <a:pt x="284607" y="130683"/>
                      <a:pt x="280702" y="151067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04" name="Graphique 17">
              <a:extLst>
                <a:ext uri="{FF2B5EF4-FFF2-40B4-BE49-F238E27FC236}">
                  <a16:creationId xmlns:a16="http://schemas.microsoft.com/office/drawing/2014/main" id="{467DB93D-2795-47C3-BD5C-78A377A07510}"/>
                </a:ext>
              </a:extLst>
            </p:cNvPr>
            <p:cNvGrpSpPr/>
            <p:nvPr/>
          </p:nvGrpSpPr>
          <p:grpSpPr>
            <a:xfrm>
              <a:off x="3448228" y="3916970"/>
              <a:ext cx="370832" cy="272805"/>
              <a:chOff x="3448228" y="3916970"/>
              <a:chExt cx="370832" cy="272805"/>
            </a:xfrm>
            <a:solidFill>
              <a:schemeClr val="accent1"/>
            </a:solidFill>
          </p:grpSpPr>
          <p:grpSp>
            <p:nvGrpSpPr>
              <p:cNvPr id="105" name="Graphique 17">
                <a:extLst>
                  <a:ext uri="{FF2B5EF4-FFF2-40B4-BE49-F238E27FC236}">
                    <a16:creationId xmlns:a16="http://schemas.microsoft.com/office/drawing/2014/main" id="{5A530C6C-9938-4022-800A-F139CF692852}"/>
                  </a:ext>
                </a:extLst>
              </p:cNvPr>
              <p:cNvGrpSpPr/>
              <p:nvPr/>
            </p:nvGrpSpPr>
            <p:grpSpPr>
              <a:xfrm>
                <a:off x="3706095" y="3916970"/>
                <a:ext cx="112966" cy="112975"/>
                <a:chOff x="3706095" y="3916970"/>
                <a:chExt cx="112966" cy="112975"/>
              </a:xfrm>
              <a:solidFill>
                <a:schemeClr val="accent1"/>
              </a:solidFill>
            </p:grpSpPr>
            <p:sp>
              <p:nvSpPr>
                <p:cNvPr id="106" name="Forme libre : forme 105">
                  <a:extLst>
                    <a:ext uri="{FF2B5EF4-FFF2-40B4-BE49-F238E27FC236}">
                      <a16:creationId xmlns:a16="http://schemas.microsoft.com/office/drawing/2014/main" id="{53C638CC-2E30-4F8B-A60F-4FE1CCE48A26}"/>
                    </a:ext>
                  </a:extLst>
                </p:cNvPr>
                <p:cNvSpPr/>
                <p:nvPr/>
              </p:nvSpPr>
              <p:spPr>
                <a:xfrm>
                  <a:off x="3706095" y="3916979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07" name="Forme libre : forme 106">
                  <a:extLst>
                    <a:ext uri="{FF2B5EF4-FFF2-40B4-BE49-F238E27FC236}">
                      <a16:creationId xmlns:a16="http://schemas.microsoft.com/office/drawing/2014/main" id="{BBCA3B30-36AB-4D12-9699-D1B3E0E75150}"/>
                    </a:ext>
                  </a:extLst>
                </p:cNvPr>
                <p:cNvSpPr/>
                <p:nvPr/>
              </p:nvSpPr>
              <p:spPr>
                <a:xfrm>
                  <a:off x="3706180" y="3916970"/>
                  <a:ext cx="107070" cy="112404"/>
                </a:xfrm>
                <a:custGeom>
                  <a:avLst/>
                  <a:gdLst>
                    <a:gd name="connsiteX0" fmla="*/ 55159 w 107070"/>
                    <a:gd name="connsiteY0" fmla="*/ 56112 h 112404"/>
                    <a:gd name="connsiteX1" fmla="*/ 107070 w 107070"/>
                    <a:gd name="connsiteY1" fmla="*/ 32109 h 112404"/>
                    <a:gd name="connsiteX2" fmla="*/ 88401 w 107070"/>
                    <a:gd name="connsiteY2" fmla="*/ 9915 h 112404"/>
                    <a:gd name="connsiteX3" fmla="*/ 9915 w 107070"/>
                    <a:gd name="connsiteY3" fmla="*/ 24489 h 112404"/>
                    <a:gd name="connsiteX4" fmla="*/ 24489 w 107070"/>
                    <a:gd name="connsiteY4" fmla="*/ 102975 h 112404"/>
                    <a:gd name="connsiteX5" fmla="*/ 51063 w 107070"/>
                    <a:gd name="connsiteY5" fmla="*/ 112404 h 112404"/>
                    <a:gd name="connsiteX6" fmla="*/ 55159 w 107070"/>
                    <a:gd name="connsiteY6" fmla="*/ 56112 h 112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070" h="112404">
                      <a:moveTo>
                        <a:pt x="55159" y="56112"/>
                      </a:moveTo>
                      <a:cubicBezTo>
                        <a:pt x="67161" y="38586"/>
                        <a:pt x="87354" y="30204"/>
                        <a:pt x="107070" y="32109"/>
                      </a:cubicBezTo>
                      <a:cubicBezTo>
                        <a:pt x="102975" y="23536"/>
                        <a:pt x="96783" y="15726"/>
                        <a:pt x="88401" y="9915"/>
                      </a:cubicBezTo>
                      <a:cubicBezTo>
                        <a:pt x="62684" y="-7706"/>
                        <a:pt x="27537" y="-1229"/>
                        <a:pt x="9915" y="24489"/>
                      </a:cubicBezTo>
                      <a:cubicBezTo>
                        <a:pt x="-7706" y="50206"/>
                        <a:pt x="-1229" y="85353"/>
                        <a:pt x="24489" y="102975"/>
                      </a:cubicBezTo>
                      <a:cubicBezTo>
                        <a:pt x="32680" y="108594"/>
                        <a:pt x="41824" y="111452"/>
                        <a:pt x="51063" y="112404"/>
                      </a:cubicBezTo>
                      <a:cubicBezTo>
                        <a:pt x="42586" y="94783"/>
                        <a:pt x="43253" y="73352"/>
                        <a:pt x="55159" y="56112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08" name="Forme libre : forme 107">
                  <a:extLst>
                    <a:ext uri="{FF2B5EF4-FFF2-40B4-BE49-F238E27FC236}">
                      <a16:creationId xmlns:a16="http://schemas.microsoft.com/office/drawing/2014/main" id="{BA7D2066-C417-49CE-9DFC-C2C59D0590C5}"/>
                    </a:ext>
                  </a:extLst>
                </p:cNvPr>
                <p:cNvSpPr/>
                <p:nvPr/>
              </p:nvSpPr>
              <p:spPr>
                <a:xfrm rot="-4906020">
                  <a:off x="3734620" y="3969706"/>
                  <a:ext cx="47053" cy="54102"/>
                </a:xfrm>
                <a:custGeom>
                  <a:avLst/>
                  <a:gdLst>
                    <a:gd name="connsiteX0" fmla="*/ 47054 w 47053"/>
                    <a:gd name="connsiteY0" fmla="*/ 27051 h 54102"/>
                    <a:gd name="connsiteX1" fmla="*/ 23527 w 47053"/>
                    <a:gd name="connsiteY1" fmla="*/ 54102 h 54102"/>
                    <a:gd name="connsiteX2" fmla="*/ 0 w 47053"/>
                    <a:gd name="connsiteY2" fmla="*/ 27051 h 54102"/>
                    <a:gd name="connsiteX3" fmla="*/ 23527 w 47053"/>
                    <a:gd name="connsiteY3" fmla="*/ 0 h 54102"/>
                    <a:gd name="connsiteX4" fmla="*/ 47054 w 47053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2">
                      <a:moveTo>
                        <a:pt x="47054" y="27051"/>
                      </a:moveTo>
                      <a:cubicBezTo>
                        <a:pt x="47054" y="41991"/>
                        <a:pt x="36520" y="54102"/>
                        <a:pt x="23527" y="54102"/>
                      </a:cubicBezTo>
                      <a:cubicBezTo>
                        <a:pt x="10534" y="54102"/>
                        <a:pt x="0" y="41991"/>
                        <a:pt x="0" y="27051"/>
                      </a:cubicBezTo>
                      <a:cubicBezTo>
                        <a:pt x="0" y="12111"/>
                        <a:pt x="10534" y="0"/>
                        <a:pt x="23527" y="0"/>
                      </a:cubicBezTo>
                      <a:cubicBezTo>
                        <a:pt x="36520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09" name="Forme libre : forme 108">
                  <a:extLst>
                    <a:ext uri="{FF2B5EF4-FFF2-40B4-BE49-F238E27FC236}">
                      <a16:creationId xmlns:a16="http://schemas.microsoft.com/office/drawing/2014/main" id="{B5C979E8-A697-4698-AB60-FB0A2165C56D}"/>
                    </a:ext>
                  </a:extLst>
                </p:cNvPr>
                <p:cNvSpPr/>
                <p:nvPr/>
              </p:nvSpPr>
              <p:spPr>
                <a:xfrm>
                  <a:off x="3770960" y="3982035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40 w 18478"/>
                    <a:gd name="connsiteY1" fmla="*/ 18478 h 18478"/>
                    <a:gd name="connsiteX2" fmla="*/ 1 w 18478"/>
                    <a:gd name="connsiteY2" fmla="*/ 9239 h 18478"/>
                    <a:gd name="connsiteX3" fmla="*/ 9240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40" y="18478"/>
                      </a:cubicBezTo>
                      <a:cubicBezTo>
                        <a:pt x="4137" y="18478"/>
                        <a:pt x="1" y="14342"/>
                        <a:pt x="1" y="9239"/>
                      </a:cubicBezTo>
                      <a:cubicBezTo>
                        <a:pt x="1" y="4137"/>
                        <a:pt x="4137" y="0"/>
                        <a:pt x="9240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10" name="Graphique 17">
                <a:extLst>
                  <a:ext uri="{FF2B5EF4-FFF2-40B4-BE49-F238E27FC236}">
                    <a16:creationId xmlns:a16="http://schemas.microsoft.com/office/drawing/2014/main" id="{8B8CCCCD-AE40-4120-814A-D3EE30FFBD4D}"/>
                  </a:ext>
                </a:extLst>
              </p:cNvPr>
              <p:cNvGrpSpPr/>
              <p:nvPr/>
            </p:nvGrpSpPr>
            <p:grpSpPr>
              <a:xfrm>
                <a:off x="3683511" y="4076799"/>
                <a:ext cx="112975" cy="112975"/>
                <a:chOff x="3683511" y="4076799"/>
                <a:chExt cx="112975" cy="112975"/>
              </a:xfrm>
              <a:solidFill>
                <a:schemeClr val="accent1"/>
              </a:solidFill>
            </p:grpSpPr>
            <p:sp>
              <p:nvSpPr>
                <p:cNvPr id="111" name="Forme libre : forme 110">
                  <a:extLst>
                    <a:ext uri="{FF2B5EF4-FFF2-40B4-BE49-F238E27FC236}">
                      <a16:creationId xmlns:a16="http://schemas.microsoft.com/office/drawing/2014/main" id="{FC1F78AD-A788-42CC-87DC-79742696EFC4}"/>
                    </a:ext>
                  </a:extLst>
                </p:cNvPr>
                <p:cNvSpPr/>
                <p:nvPr/>
              </p:nvSpPr>
              <p:spPr>
                <a:xfrm>
                  <a:off x="3683520" y="4076808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2" name="Forme libre : forme 111">
                  <a:extLst>
                    <a:ext uri="{FF2B5EF4-FFF2-40B4-BE49-F238E27FC236}">
                      <a16:creationId xmlns:a16="http://schemas.microsoft.com/office/drawing/2014/main" id="{8D878187-AE69-4184-92A6-9BA2340F3CAE}"/>
                    </a:ext>
                  </a:extLst>
                </p:cNvPr>
                <p:cNvSpPr/>
                <p:nvPr/>
              </p:nvSpPr>
              <p:spPr>
                <a:xfrm>
                  <a:off x="3683511" y="4076799"/>
                  <a:ext cx="107070" cy="112404"/>
                </a:xfrm>
                <a:custGeom>
                  <a:avLst/>
                  <a:gdLst>
                    <a:gd name="connsiteX0" fmla="*/ 55159 w 107070"/>
                    <a:gd name="connsiteY0" fmla="*/ 56111 h 112404"/>
                    <a:gd name="connsiteX1" fmla="*/ 107070 w 107070"/>
                    <a:gd name="connsiteY1" fmla="*/ 32109 h 112404"/>
                    <a:gd name="connsiteX2" fmla="*/ 88401 w 107070"/>
                    <a:gd name="connsiteY2" fmla="*/ 9915 h 112404"/>
                    <a:gd name="connsiteX3" fmla="*/ 9915 w 107070"/>
                    <a:gd name="connsiteY3" fmla="*/ 24489 h 112404"/>
                    <a:gd name="connsiteX4" fmla="*/ 24489 w 107070"/>
                    <a:gd name="connsiteY4" fmla="*/ 102975 h 112404"/>
                    <a:gd name="connsiteX5" fmla="*/ 51063 w 107070"/>
                    <a:gd name="connsiteY5" fmla="*/ 112404 h 112404"/>
                    <a:gd name="connsiteX6" fmla="*/ 55159 w 107070"/>
                    <a:gd name="connsiteY6" fmla="*/ 56111 h 112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070" h="112404">
                      <a:moveTo>
                        <a:pt x="55159" y="56111"/>
                      </a:moveTo>
                      <a:cubicBezTo>
                        <a:pt x="67161" y="38586"/>
                        <a:pt x="87354" y="30203"/>
                        <a:pt x="107070" y="32109"/>
                      </a:cubicBezTo>
                      <a:cubicBezTo>
                        <a:pt x="102975" y="23536"/>
                        <a:pt x="96783" y="15726"/>
                        <a:pt x="88401" y="9915"/>
                      </a:cubicBezTo>
                      <a:cubicBezTo>
                        <a:pt x="62684" y="-7706"/>
                        <a:pt x="27537" y="-1229"/>
                        <a:pt x="9915" y="24489"/>
                      </a:cubicBezTo>
                      <a:cubicBezTo>
                        <a:pt x="-7706" y="50206"/>
                        <a:pt x="-1229" y="85353"/>
                        <a:pt x="24489" y="102975"/>
                      </a:cubicBezTo>
                      <a:cubicBezTo>
                        <a:pt x="32680" y="108594"/>
                        <a:pt x="41824" y="111452"/>
                        <a:pt x="51063" y="112404"/>
                      </a:cubicBezTo>
                      <a:cubicBezTo>
                        <a:pt x="42586" y="94783"/>
                        <a:pt x="43348" y="73352"/>
                        <a:pt x="55159" y="56111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3" name="Forme libre : forme 112">
                  <a:extLst>
                    <a:ext uri="{FF2B5EF4-FFF2-40B4-BE49-F238E27FC236}">
                      <a16:creationId xmlns:a16="http://schemas.microsoft.com/office/drawing/2014/main" id="{A319005C-CD48-48E3-A039-9B88097D6F54}"/>
                    </a:ext>
                  </a:extLst>
                </p:cNvPr>
                <p:cNvSpPr/>
                <p:nvPr/>
              </p:nvSpPr>
              <p:spPr>
                <a:xfrm rot="-4906020">
                  <a:off x="3712005" y="4129509"/>
                  <a:ext cx="47053" cy="54102"/>
                </a:xfrm>
                <a:custGeom>
                  <a:avLst/>
                  <a:gdLst>
                    <a:gd name="connsiteX0" fmla="*/ 47054 w 47053"/>
                    <a:gd name="connsiteY0" fmla="*/ 27051 h 54102"/>
                    <a:gd name="connsiteX1" fmla="*/ 23527 w 47053"/>
                    <a:gd name="connsiteY1" fmla="*/ 54102 h 54102"/>
                    <a:gd name="connsiteX2" fmla="*/ 0 w 47053"/>
                    <a:gd name="connsiteY2" fmla="*/ 27051 h 54102"/>
                    <a:gd name="connsiteX3" fmla="*/ 23527 w 47053"/>
                    <a:gd name="connsiteY3" fmla="*/ 0 h 54102"/>
                    <a:gd name="connsiteX4" fmla="*/ 47054 w 47053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2">
                      <a:moveTo>
                        <a:pt x="47054" y="27051"/>
                      </a:moveTo>
                      <a:cubicBezTo>
                        <a:pt x="47054" y="41991"/>
                        <a:pt x="36521" y="54102"/>
                        <a:pt x="23527" y="54102"/>
                      </a:cubicBezTo>
                      <a:cubicBezTo>
                        <a:pt x="10534" y="54102"/>
                        <a:pt x="0" y="41991"/>
                        <a:pt x="0" y="27051"/>
                      </a:cubicBezTo>
                      <a:cubicBezTo>
                        <a:pt x="0" y="12111"/>
                        <a:pt x="10534" y="0"/>
                        <a:pt x="23527" y="0"/>
                      </a:cubicBezTo>
                      <a:cubicBezTo>
                        <a:pt x="36521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4" name="Forme libre : forme 113">
                  <a:extLst>
                    <a:ext uri="{FF2B5EF4-FFF2-40B4-BE49-F238E27FC236}">
                      <a16:creationId xmlns:a16="http://schemas.microsoft.com/office/drawing/2014/main" id="{FCA16FD3-A4E5-4355-B138-2A20A27D8CC7}"/>
                    </a:ext>
                  </a:extLst>
                </p:cNvPr>
                <p:cNvSpPr/>
                <p:nvPr/>
              </p:nvSpPr>
              <p:spPr>
                <a:xfrm>
                  <a:off x="3748290" y="4141864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15" name="Forme libre : forme 114">
                <a:extLst>
                  <a:ext uri="{FF2B5EF4-FFF2-40B4-BE49-F238E27FC236}">
                    <a16:creationId xmlns:a16="http://schemas.microsoft.com/office/drawing/2014/main" id="{A1E8099A-2D1C-45A6-9984-5E05AFBD3C73}"/>
                  </a:ext>
                </a:extLst>
              </p:cNvPr>
              <p:cNvSpPr/>
              <p:nvPr/>
            </p:nvSpPr>
            <p:spPr>
              <a:xfrm>
                <a:off x="3448228" y="3939774"/>
                <a:ext cx="273011" cy="192279"/>
              </a:xfrm>
              <a:custGeom>
                <a:avLst/>
                <a:gdLst>
                  <a:gd name="connsiteX0" fmla="*/ 24 w 273011"/>
                  <a:gd name="connsiteY0" fmla="*/ 90077 h 192279"/>
                  <a:gd name="connsiteX1" fmla="*/ 500 w 273011"/>
                  <a:gd name="connsiteY1" fmla="*/ 77980 h 192279"/>
                  <a:gd name="connsiteX2" fmla="*/ 32695 w 273011"/>
                  <a:gd name="connsiteY2" fmla="*/ 13686 h 192279"/>
                  <a:gd name="connsiteX3" fmla="*/ 116610 w 273011"/>
                  <a:gd name="connsiteY3" fmla="*/ 5018 h 192279"/>
                  <a:gd name="connsiteX4" fmla="*/ 271582 w 273011"/>
                  <a:gd name="connsiteY4" fmla="*/ 17782 h 192279"/>
                  <a:gd name="connsiteX5" fmla="*/ 273011 w 273011"/>
                  <a:gd name="connsiteY5" fmla="*/ 41594 h 192279"/>
                  <a:gd name="connsiteX6" fmla="*/ 110800 w 273011"/>
                  <a:gd name="connsiteY6" fmla="*/ 28164 h 192279"/>
                  <a:gd name="connsiteX7" fmla="*/ 46506 w 273011"/>
                  <a:gd name="connsiteY7" fmla="*/ 33117 h 192279"/>
                  <a:gd name="connsiteX8" fmla="*/ 24218 w 273011"/>
                  <a:gd name="connsiteY8" fmla="*/ 80075 h 192279"/>
                  <a:gd name="connsiteX9" fmla="*/ 36505 w 273011"/>
                  <a:gd name="connsiteY9" fmla="*/ 125033 h 192279"/>
                  <a:gd name="connsiteX10" fmla="*/ 94894 w 273011"/>
                  <a:gd name="connsiteY10" fmla="*/ 144369 h 192279"/>
                  <a:gd name="connsiteX11" fmla="*/ 255866 w 273011"/>
                  <a:gd name="connsiteY11" fmla="*/ 170848 h 192279"/>
                  <a:gd name="connsiteX12" fmla="*/ 245484 w 273011"/>
                  <a:gd name="connsiteY12" fmla="*/ 192280 h 192279"/>
                  <a:gd name="connsiteX13" fmla="*/ 95084 w 273011"/>
                  <a:gd name="connsiteY13" fmla="*/ 168181 h 192279"/>
                  <a:gd name="connsiteX14" fmla="*/ 18979 w 273011"/>
                  <a:gd name="connsiteY14" fmla="*/ 141226 h 192279"/>
                  <a:gd name="connsiteX15" fmla="*/ 24 w 273011"/>
                  <a:gd name="connsiteY15" fmla="*/ 90077 h 192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3011" h="192279">
                    <a:moveTo>
                      <a:pt x="24" y="90077"/>
                    </a:moveTo>
                    <a:cubicBezTo>
                      <a:pt x="-71" y="86171"/>
                      <a:pt x="120" y="82171"/>
                      <a:pt x="500" y="77980"/>
                    </a:cubicBezTo>
                    <a:cubicBezTo>
                      <a:pt x="2977" y="49119"/>
                      <a:pt x="14121" y="26926"/>
                      <a:pt x="32695" y="13686"/>
                    </a:cubicBezTo>
                    <a:cubicBezTo>
                      <a:pt x="53269" y="-983"/>
                      <a:pt x="81463" y="-3840"/>
                      <a:pt x="116610" y="5018"/>
                    </a:cubicBezTo>
                    <a:cubicBezTo>
                      <a:pt x="186524" y="22639"/>
                      <a:pt x="270725" y="17877"/>
                      <a:pt x="271582" y="17782"/>
                    </a:cubicBezTo>
                    <a:lnTo>
                      <a:pt x="273011" y="41594"/>
                    </a:lnTo>
                    <a:cubicBezTo>
                      <a:pt x="269392" y="41785"/>
                      <a:pt x="184333" y="46642"/>
                      <a:pt x="110800" y="28164"/>
                    </a:cubicBezTo>
                    <a:cubicBezTo>
                      <a:pt x="82701" y="21115"/>
                      <a:pt x="61080" y="22735"/>
                      <a:pt x="46506" y="33117"/>
                    </a:cubicBezTo>
                    <a:cubicBezTo>
                      <a:pt x="30409" y="44547"/>
                      <a:pt x="25551" y="64930"/>
                      <a:pt x="24218" y="80075"/>
                    </a:cubicBezTo>
                    <a:cubicBezTo>
                      <a:pt x="22599" y="99316"/>
                      <a:pt x="26694" y="114461"/>
                      <a:pt x="36505" y="125033"/>
                    </a:cubicBezTo>
                    <a:cubicBezTo>
                      <a:pt x="51460" y="141226"/>
                      <a:pt x="76510" y="144464"/>
                      <a:pt x="94894" y="144369"/>
                    </a:cubicBezTo>
                    <a:cubicBezTo>
                      <a:pt x="145567" y="143988"/>
                      <a:pt x="222338" y="154561"/>
                      <a:pt x="255866" y="170848"/>
                    </a:cubicBezTo>
                    <a:lnTo>
                      <a:pt x="245484" y="192280"/>
                    </a:lnTo>
                    <a:cubicBezTo>
                      <a:pt x="218337" y="179040"/>
                      <a:pt x="148043" y="167800"/>
                      <a:pt x="95084" y="168181"/>
                    </a:cubicBezTo>
                    <a:cubicBezTo>
                      <a:pt x="61841" y="168372"/>
                      <a:pt x="35552" y="159038"/>
                      <a:pt x="18979" y="141226"/>
                    </a:cubicBezTo>
                    <a:cubicBezTo>
                      <a:pt x="6692" y="127986"/>
                      <a:pt x="310" y="110841"/>
                      <a:pt x="24" y="90077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16" name="Graphique 17">
              <a:extLst>
                <a:ext uri="{FF2B5EF4-FFF2-40B4-BE49-F238E27FC236}">
                  <a16:creationId xmlns:a16="http://schemas.microsoft.com/office/drawing/2014/main" id="{AC14C4BB-A229-40EB-A7DE-C59ED70437FF}"/>
                </a:ext>
              </a:extLst>
            </p:cNvPr>
            <p:cNvGrpSpPr/>
            <p:nvPr/>
          </p:nvGrpSpPr>
          <p:grpSpPr>
            <a:xfrm>
              <a:off x="832497" y="3485497"/>
              <a:ext cx="370927" cy="272805"/>
              <a:chOff x="832497" y="3485497"/>
              <a:chExt cx="370927" cy="272805"/>
            </a:xfrm>
            <a:solidFill>
              <a:schemeClr val="accent1"/>
            </a:solidFill>
          </p:grpSpPr>
          <p:grpSp>
            <p:nvGrpSpPr>
              <p:cNvPr id="117" name="Graphique 17">
                <a:extLst>
                  <a:ext uri="{FF2B5EF4-FFF2-40B4-BE49-F238E27FC236}">
                    <a16:creationId xmlns:a16="http://schemas.microsoft.com/office/drawing/2014/main" id="{77A4E7A6-F405-4BF7-B500-95B15677D941}"/>
                  </a:ext>
                </a:extLst>
              </p:cNvPr>
              <p:cNvGrpSpPr/>
              <p:nvPr/>
            </p:nvGrpSpPr>
            <p:grpSpPr>
              <a:xfrm>
                <a:off x="832497" y="3645326"/>
                <a:ext cx="112966" cy="112975"/>
                <a:chOff x="832497" y="3645326"/>
                <a:chExt cx="112966" cy="112975"/>
              </a:xfrm>
              <a:solidFill>
                <a:schemeClr val="accent1"/>
              </a:solidFill>
            </p:grpSpPr>
            <p:sp>
              <p:nvSpPr>
                <p:cNvPr id="118" name="Forme libre : forme 117">
                  <a:extLst>
                    <a:ext uri="{FF2B5EF4-FFF2-40B4-BE49-F238E27FC236}">
                      <a16:creationId xmlns:a16="http://schemas.microsoft.com/office/drawing/2014/main" id="{85639CA7-BFE9-481C-97C3-D373BF39A361}"/>
                    </a:ext>
                  </a:extLst>
                </p:cNvPr>
                <p:cNvSpPr/>
                <p:nvPr/>
              </p:nvSpPr>
              <p:spPr>
                <a:xfrm>
                  <a:off x="832497" y="3645326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9" y="112967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" name="Forme libre : forme 118">
                  <a:extLst>
                    <a:ext uri="{FF2B5EF4-FFF2-40B4-BE49-F238E27FC236}">
                      <a16:creationId xmlns:a16="http://schemas.microsoft.com/office/drawing/2014/main" id="{A53E0AB3-4B88-494A-BD0A-A20B8D6277C8}"/>
                    </a:ext>
                  </a:extLst>
                </p:cNvPr>
                <p:cNvSpPr/>
                <p:nvPr/>
              </p:nvSpPr>
              <p:spPr>
                <a:xfrm>
                  <a:off x="838308" y="3645897"/>
                  <a:ext cx="107070" cy="112404"/>
                </a:xfrm>
                <a:custGeom>
                  <a:avLst/>
                  <a:gdLst>
                    <a:gd name="connsiteX0" fmla="*/ 51911 w 107070"/>
                    <a:gd name="connsiteY0" fmla="*/ 56293 h 112404"/>
                    <a:gd name="connsiteX1" fmla="*/ 0 w 107070"/>
                    <a:gd name="connsiteY1" fmla="*/ 80296 h 112404"/>
                    <a:gd name="connsiteX2" fmla="*/ 18669 w 107070"/>
                    <a:gd name="connsiteY2" fmla="*/ 102489 h 112404"/>
                    <a:gd name="connsiteX3" fmla="*/ 97155 w 107070"/>
                    <a:gd name="connsiteY3" fmla="*/ 87916 h 112404"/>
                    <a:gd name="connsiteX4" fmla="*/ 82582 w 107070"/>
                    <a:gd name="connsiteY4" fmla="*/ 9430 h 112404"/>
                    <a:gd name="connsiteX5" fmla="*/ 56007 w 107070"/>
                    <a:gd name="connsiteY5" fmla="*/ 0 h 112404"/>
                    <a:gd name="connsiteX6" fmla="*/ 51911 w 107070"/>
                    <a:gd name="connsiteY6" fmla="*/ 56293 h 112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070" h="112404">
                      <a:moveTo>
                        <a:pt x="51911" y="56293"/>
                      </a:moveTo>
                      <a:cubicBezTo>
                        <a:pt x="39910" y="73819"/>
                        <a:pt x="19717" y="82201"/>
                        <a:pt x="0" y="80296"/>
                      </a:cubicBezTo>
                      <a:cubicBezTo>
                        <a:pt x="4096" y="88868"/>
                        <a:pt x="10287" y="96679"/>
                        <a:pt x="18669" y="102489"/>
                      </a:cubicBezTo>
                      <a:cubicBezTo>
                        <a:pt x="44387" y="120110"/>
                        <a:pt x="79534" y="113633"/>
                        <a:pt x="97155" y="87916"/>
                      </a:cubicBezTo>
                      <a:cubicBezTo>
                        <a:pt x="114776" y="62199"/>
                        <a:pt x="108299" y="27051"/>
                        <a:pt x="82582" y="9430"/>
                      </a:cubicBezTo>
                      <a:cubicBezTo>
                        <a:pt x="74390" y="3810"/>
                        <a:pt x="65246" y="953"/>
                        <a:pt x="56007" y="0"/>
                      </a:cubicBezTo>
                      <a:cubicBezTo>
                        <a:pt x="64484" y="17621"/>
                        <a:pt x="63817" y="39053"/>
                        <a:pt x="51911" y="56293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0" name="Forme libre : forme 119">
                  <a:extLst>
                    <a:ext uri="{FF2B5EF4-FFF2-40B4-BE49-F238E27FC236}">
                      <a16:creationId xmlns:a16="http://schemas.microsoft.com/office/drawing/2014/main" id="{94CB8F4D-0E89-40F5-90FD-8EE096BD6C6A}"/>
                    </a:ext>
                  </a:extLst>
                </p:cNvPr>
                <p:cNvSpPr/>
                <p:nvPr/>
              </p:nvSpPr>
              <p:spPr>
                <a:xfrm rot="-4906020">
                  <a:off x="870055" y="3651511"/>
                  <a:ext cx="47053" cy="54102"/>
                </a:xfrm>
                <a:custGeom>
                  <a:avLst/>
                  <a:gdLst>
                    <a:gd name="connsiteX0" fmla="*/ 47054 w 47053"/>
                    <a:gd name="connsiteY0" fmla="*/ 27051 h 54102"/>
                    <a:gd name="connsiteX1" fmla="*/ 23527 w 47053"/>
                    <a:gd name="connsiteY1" fmla="*/ 54102 h 54102"/>
                    <a:gd name="connsiteX2" fmla="*/ 0 w 47053"/>
                    <a:gd name="connsiteY2" fmla="*/ 27051 h 54102"/>
                    <a:gd name="connsiteX3" fmla="*/ 23527 w 47053"/>
                    <a:gd name="connsiteY3" fmla="*/ 0 h 54102"/>
                    <a:gd name="connsiteX4" fmla="*/ 47054 w 47053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2">
                      <a:moveTo>
                        <a:pt x="47054" y="27051"/>
                      </a:moveTo>
                      <a:cubicBezTo>
                        <a:pt x="47054" y="41991"/>
                        <a:pt x="36520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1" name="Forme libre : forme 120">
                  <a:extLst>
                    <a:ext uri="{FF2B5EF4-FFF2-40B4-BE49-F238E27FC236}">
                      <a16:creationId xmlns:a16="http://schemas.microsoft.com/office/drawing/2014/main" id="{290D3110-CC1F-4241-B113-3BDA5D5A1C18}"/>
                    </a:ext>
                  </a:extLst>
                </p:cNvPr>
                <p:cNvSpPr/>
                <p:nvPr/>
              </p:nvSpPr>
              <p:spPr>
                <a:xfrm>
                  <a:off x="862120" y="3674758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22" name="Graphique 17">
                <a:extLst>
                  <a:ext uri="{FF2B5EF4-FFF2-40B4-BE49-F238E27FC236}">
                    <a16:creationId xmlns:a16="http://schemas.microsoft.com/office/drawing/2014/main" id="{11F90B7B-D874-4391-858A-8C117C26553D}"/>
                  </a:ext>
                </a:extLst>
              </p:cNvPr>
              <p:cNvGrpSpPr/>
              <p:nvPr/>
            </p:nvGrpSpPr>
            <p:grpSpPr>
              <a:xfrm>
                <a:off x="855072" y="3485497"/>
                <a:ext cx="112975" cy="112975"/>
                <a:chOff x="855072" y="3485497"/>
                <a:chExt cx="112975" cy="112975"/>
              </a:xfrm>
              <a:solidFill>
                <a:schemeClr val="accent1"/>
              </a:solidFill>
            </p:grpSpPr>
            <p:sp>
              <p:nvSpPr>
                <p:cNvPr id="123" name="Forme libre : forme 122">
                  <a:extLst>
                    <a:ext uri="{FF2B5EF4-FFF2-40B4-BE49-F238E27FC236}">
                      <a16:creationId xmlns:a16="http://schemas.microsoft.com/office/drawing/2014/main" id="{58443770-8B21-4AFF-8FE8-B095C052F566}"/>
                    </a:ext>
                  </a:extLst>
                </p:cNvPr>
                <p:cNvSpPr/>
                <p:nvPr/>
              </p:nvSpPr>
              <p:spPr>
                <a:xfrm>
                  <a:off x="855072" y="3485497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4" name="Forme libre : forme 123">
                  <a:extLst>
                    <a:ext uri="{FF2B5EF4-FFF2-40B4-BE49-F238E27FC236}">
                      <a16:creationId xmlns:a16="http://schemas.microsoft.com/office/drawing/2014/main" id="{F1437AA9-C1EB-4D17-8240-9471E33B4686}"/>
                    </a:ext>
                  </a:extLst>
                </p:cNvPr>
                <p:cNvSpPr/>
                <p:nvPr/>
              </p:nvSpPr>
              <p:spPr>
                <a:xfrm>
                  <a:off x="860977" y="3486068"/>
                  <a:ext cx="107070" cy="112404"/>
                </a:xfrm>
                <a:custGeom>
                  <a:avLst/>
                  <a:gdLst>
                    <a:gd name="connsiteX0" fmla="*/ 51911 w 107070"/>
                    <a:gd name="connsiteY0" fmla="*/ 56293 h 112404"/>
                    <a:gd name="connsiteX1" fmla="*/ 0 w 107070"/>
                    <a:gd name="connsiteY1" fmla="*/ 80296 h 112404"/>
                    <a:gd name="connsiteX2" fmla="*/ 18669 w 107070"/>
                    <a:gd name="connsiteY2" fmla="*/ 102489 h 112404"/>
                    <a:gd name="connsiteX3" fmla="*/ 97155 w 107070"/>
                    <a:gd name="connsiteY3" fmla="*/ 87916 h 112404"/>
                    <a:gd name="connsiteX4" fmla="*/ 82582 w 107070"/>
                    <a:gd name="connsiteY4" fmla="*/ 9430 h 112404"/>
                    <a:gd name="connsiteX5" fmla="*/ 56007 w 107070"/>
                    <a:gd name="connsiteY5" fmla="*/ 0 h 112404"/>
                    <a:gd name="connsiteX6" fmla="*/ 51911 w 107070"/>
                    <a:gd name="connsiteY6" fmla="*/ 56293 h 112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070" h="112404">
                      <a:moveTo>
                        <a:pt x="51911" y="56293"/>
                      </a:moveTo>
                      <a:cubicBezTo>
                        <a:pt x="39910" y="73819"/>
                        <a:pt x="19717" y="82201"/>
                        <a:pt x="0" y="80296"/>
                      </a:cubicBezTo>
                      <a:cubicBezTo>
                        <a:pt x="4096" y="88868"/>
                        <a:pt x="10287" y="96679"/>
                        <a:pt x="18669" y="102489"/>
                      </a:cubicBezTo>
                      <a:cubicBezTo>
                        <a:pt x="44387" y="120110"/>
                        <a:pt x="79534" y="113633"/>
                        <a:pt x="97155" y="87916"/>
                      </a:cubicBezTo>
                      <a:cubicBezTo>
                        <a:pt x="114776" y="62198"/>
                        <a:pt x="108299" y="27051"/>
                        <a:pt x="82582" y="9430"/>
                      </a:cubicBezTo>
                      <a:cubicBezTo>
                        <a:pt x="74391" y="3810"/>
                        <a:pt x="65246" y="953"/>
                        <a:pt x="56007" y="0"/>
                      </a:cubicBezTo>
                      <a:cubicBezTo>
                        <a:pt x="64484" y="17621"/>
                        <a:pt x="63722" y="39053"/>
                        <a:pt x="51911" y="56293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5" name="Forme libre : forme 124">
                  <a:extLst>
                    <a:ext uri="{FF2B5EF4-FFF2-40B4-BE49-F238E27FC236}">
                      <a16:creationId xmlns:a16="http://schemas.microsoft.com/office/drawing/2014/main" id="{678B5B7A-8EC8-4978-84D8-0BBBCC85B6E6}"/>
                    </a:ext>
                  </a:extLst>
                </p:cNvPr>
                <p:cNvSpPr/>
                <p:nvPr/>
              </p:nvSpPr>
              <p:spPr>
                <a:xfrm rot="-4906020">
                  <a:off x="892668" y="3491708"/>
                  <a:ext cx="47053" cy="54102"/>
                </a:xfrm>
                <a:custGeom>
                  <a:avLst/>
                  <a:gdLst>
                    <a:gd name="connsiteX0" fmla="*/ 47054 w 47053"/>
                    <a:gd name="connsiteY0" fmla="*/ 27051 h 54102"/>
                    <a:gd name="connsiteX1" fmla="*/ 23527 w 47053"/>
                    <a:gd name="connsiteY1" fmla="*/ 54102 h 54102"/>
                    <a:gd name="connsiteX2" fmla="*/ 0 w 47053"/>
                    <a:gd name="connsiteY2" fmla="*/ 27051 h 54102"/>
                    <a:gd name="connsiteX3" fmla="*/ 23527 w 47053"/>
                    <a:gd name="connsiteY3" fmla="*/ 0 h 54102"/>
                    <a:gd name="connsiteX4" fmla="*/ 47054 w 47053"/>
                    <a:gd name="connsiteY4" fmla="*/ 27051 h 54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3" h="54102">
                      <a:moveTo>
                        <a:pt x="47054" y="27051"/>
                      </a:moveTo>
                      <a:cubicBezTo>
                        <a:pt x="47054" y="41991"/>
                        <a:pt x="36520" y="54102"/>
                        <a:pt x="23527" y="54102"/>
                      </a:cubicBezTo>
                      <a:cubicBezTo>
                        <a:pt x="10533" y="54102"/>
                        <a:pt x="0" y="41991"/>
                        <a:pt x="0" y="27051"/>
                      </a:cubicBezTo>
                      <a:cubicBezTo>
                        <a:pt x="0" y="12111"/>
                        <a:pt x="10533" y="0"/>
                        <a:pt x="23527" y="0"/>
                      </a:cubicBezTo>
                      <a:cubicBezTo>
                        <a:pt x="36520" y="0"/>
                        <a:pt x="47054" y="12111"/>
                        <a:pt x="47054" y="270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6" name="Forme libre : forme 125">
                  <a:extLst>
                    <a:ext uri="{FF2B5EF4-FFF2-40B4-BE49-F238E27FC236}">
                      <a16:creationId xmlns:a16="http://schemas.microsoft.com/office/drawing/2014/main" id="{C2BB9E90-F38C-440D-B8F0-0C67D5F4D5C2}"/>
                    </a:ext>
                  </a:extLst>
                </p:cNvPr>
                <p:cNvSpPr/>
                <p:nvPr/>
              </p:nvSpPr>
              <p:spPr>
                <a:xfrm>
                  <a:off x="884789" y="3514929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27" name="Forme libre : forme 126">
                <a:extLst>
                  <a:ext uri="{FF2B5EF4-FFF2-40B4-BE49-F238E27FC236}">
                    <a16:creationId xmlns:a16="http://schemas.microsoft.com/office/drawing/2014/main" id="{CB3C493B-B266-4391-88B5-3304D810F445}"/>
                  </a:ext>
                </a:extLst>
              </p:cNvPr>
              <p:cNvSpPr/>
              <p:nvPr/>
            </p:nvSpPr>
            <p:spPr>
              <a:xfrm>
                <a:off x="930414" y="3543218"/>
                <a:ext cx="273010" cy="192279"/>
              </a:xfrm>
              <a:custGeom>
                <a:avLst/>
                <a:gdLst>
                  <a:gd name="connsiteX0" fmla="*/ 272987 w 273010"/>
                  <a:gd name="connsiteY0" fmla="*/ 102203 h 192279"/>
                  <a:gd name="connsiteX1" fmla="*/ 272510 w 273010"/>
                  <a:gd name="connsiteY1" fmla="*/ 114300 h 192279"/>
                  <a:gd name="connsiteX2" fmla="*/ 240316 w 273010"/>
                  <a:gd name="connsiteY2" fmla="*/ 178594 h 192279"/>
                  <a:gd name="connsiteX3" fmla="*/ 156401 w 273010"/>
                  <a:gd name="connsiteY3" fmla="*/ 187262 h 192279"/>
                  <a:gd name="connsiteX4" fmla="*/ 1429 w 273010"/>
                  <a:gd name="connsiteY4" fmla="*/ 174498 h 192279"/>
                  <a:gd name="connsiteX5" fmla="*/ 0 w 273010"/>
                  <a:gd name="connsiteY5" fmla="*/ 150686 h 192279"/>
                  <a:gd name="connsiteX6" fmla="*/ 162211 w 273010"/>
                  <a:gd name="connsiteY6" fmla="*/ 164116 h 192279"/>
                  <a:gd name="connsiteX7" fmla="*/ 226504 w 273010"/>
                  <a:gd name="connsiteY7" fmla="*/ 159163 h 192279"/>
                  <a:gd name="connsiteX8" fmla="*/ 248793 w 273010"/>
                  <a:gd name="connsiteY8" fmla="*/ 112204 h 192279"/>
                  <a:gd name="connsiteX9" fmla="*/ 236506 w 273010"/>
                  <a:gd name="connsiteY9" fmla="*/ 67247 h 192279"/>
                  <a:gd name="connsiteX10" fmla="*/ 178118 w 273010"/>
                  <a:gd name="connsiteY10" fmla="*/ 47911 h 192279"/>
                  <a:gd name="connsiteX11" fmla="*/ 17145 w 273010"/>
                  <a:gd name="connsiteY11" fmla="*/ 21431 h 192279"/>
                  <a:gd name="connsiteX12" fmla="*/ 27527 w 273010"/>
                  <a:gd name="connsiteY12" fmla="*/ 0 h 192279"/>
                  <a:gd name="connsiteX13" fmla="*/ 177927 w 273010"/>
                  <a:gd name="connsiteY13" fmla="*/ 24098 h 192279"/>
                  <a:gd name="connsiteX14" fmla="*/ 254032 w 273010"/>
                  <a:gd name="connsiteY14" fmla="*/ 51054 h 192279"/>
                  <a:gd name="connsiteX15" fmla="*/ 272987 w 273010"/>
                  <a:gd name="connsiteY15" fmla="*/ 102203 h 192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3010" h="192279">
                    <a:moveTo>
                      <a:pt x="272987" y="102203"/>
                    </a:moveTo>
                    <a:cubicBezTo>
                      <a:pt x="273082" y="106109"/>
                      <a:pt x="272891" y="110109"/>
                      <a:pt x="272510" y="114300"/>
                    </a:cubicBezTo>
                    <a:cubicBezTo>
                      <a:pt x="270034" y="143161"/>
                      <a:pt x="258889" y="165354"/>
                      <a:pt x="240316" y="178594"/>
                    </a:cubicBezTo>
                    <a:cubicBezTo>
                      <a:pt x="219742" y="193262"/>
                      <a:pt x="191548" y="196120"/>
                      <a:pt x="156401" y="187262"/>
                    </a:cubicBezTo>
                    <a:cubicBezTo>
                      <a:pt x="86487" y="169641"/>
                      <a:pt x="2286" y="174403"/>
                      <a:pt x="1429" y="174498"/>
                    </a:cubicBezTo>
                    <a:lnTo>
                      <a:pt x="0" y="150686"/>
                    </a:lnTo>
                    <a:cubicBezTo>
                      <a:pt x="3620" y="150495"/>
                      <a:pt x="88678" y="145637"/>
                      <a:pt x="162211" y="164116"/>
                    </a:cubicBezTo>
                    <a:cubicBezTo>
                      <a:pt x="190310" y="171164"/>
                      <a:pt x="211931" y="169545"/>
                      <a:pt x="226504" y="159163"/>
                    </a:cubicBezTo>
                    <a:cubicBezTo>
                      <a:pt x="242602" y="147733"/>
                      <a:pt x="247460" y="127349"/>
                      <a:pt x="248793" y="112204"/>
                    </a:cubicBezTo>
                    <a:cubicBezTo>
                      <a:pt x="250412" y="92964"/>
                      <a:pt x="246317" y="77819"/>
                      <a:pt x="236506" y="67247"/>
                    </a:cubicBezTo>
                    <a:cubicBezTo>
                      <a:pt x="221552" y="51054"/>
                      <a:pt x="196501" y="47816"/>
                      <a:pt x="178118" y="47911"/>
                    </a:cubicBezTo>
                    <a:cubicBezTo>
                      <a:pt x="127445" y="48292"/>
                      <a:pt x="50673" y="37719"/>
                      <a:pt x="17145" y="21431"/>
                    </a:cubicBezTo>
                    <a:lnTo>
                      <a:pt x="27527" y="0"/>
                    </a:lnTo>
                    <a:cubicBezTo>
                      <a:pt x="54674" y="13240"/>
                      <a:pt x="124968" y="24479"/>
                      <a:pt x="177927" y="24098"/>
                    </a:cubicBezTo>
                    <a:cubicBezTo>
                      <a:pt x="211169" y="23908"/>
                      <a:pt x="237458" y="33242"/>
                      <a:pt x="254032" y="51054"/>
                    </a:cubicBezTo>
                    <a:cubicBezTo>
                      <a:pt x="266224" y="64294"/>
                      <a:pt x="272605" y="81439"/>
                      <a:pt x="272987" y="102203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28" name="Graphique 17">
              <a:extLst>
                <a:ext uri="{FF2B5EF4-FFF2-40B4-BE49-F238E27FC236}">
                  <a16:creationId xmlns:a16="http://schemas.microsoft.com/office/drawing/2014/main" id="{FA074DB9-1908-4BD9-ABC9-2667112C9D6B}"/>
                </a:ext>
              </a:extLst>
            </p:cNvPr>
            <p:cNvGrpSpPr/>
            <p:nvPr/>
          </p:nvGrpSpPr>
          <p:grpSpPr>
            <a:xfrm>
              <a:off x="3380982" y="3202509"/>
              <a:ext cx="377023" cy="296833"/>
              <a:chOff x="3380982" y="3202509"/>
              <a:chExt cx="377023" cy="296833"/>
            </a:xfrm>
            <a:solidFill>
              <a:schemeClr val="accent1"/>
            </a:solidFill>
          </p:grpSpPr>
          <p:grpSp>
            <p:nvGrpSpPr>
              <p:cNvPr id="129" name="Graphique 17">
                <a:extLst>
                  <a:ext uri="{FF2B5EF4-FFF2-40B4-BE49-F238E27FC236}">
                    <a16:creationId xmlns:a16="http://schemas.microsoft.com/office/drawing/2014/main" id="{AD218D1E-8239-418E-B74A-07360F2B1F23}"/>
                  </a:ext>
                </a:extLst>
              </p:cNvPr>
              <p:cNvGrpSpPr/>
              <p:nvPr/>
            </p:nvGrpSpPr>
            <p:grpSpPr>
              <a:xfrm>
                <a:off x="3587794" y="3202509"/>
                <a:ext cx="112966" cy="112966"/>
                <a:chOff x="3587794" y="3202509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30" name="Forme libre : forme 129">
                  <a:extLst>
                    <a:ext uri="{FF2B5EF4-FFF2-40B4-BE49-F238E27FC236}">
                      <a16:creationId xmlns:a16="http://schemas.microsoft.com/office/drawing/2014/main" id="{CC6D3051-FE45-4E4A-BA05-BB28D58649BD}"/>
                    </a:ext>
                  </a:extLst>
                </p:cNvPr>
                <p:cNvSpPr/>
                <p:nvPr/>
              </p:nvSpPr>
              <p:spPr>
                <a:xfrm>
                  <a:off x="3587794" y="3202509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9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1" name="Forme libre : forme 130">
                  <a:extLst>
                    <a:ext uri="{FF2B5EF4-FFF2-40B4-BE49-F238E27FC236}">
                      <a16:creationId xmlns:a16="http://schemas.microsoft.com/office/drawing/2014/main" id="{2D60E1C7-E726-44DB-9A0A-2DE1CEF26845}"/>
                    </a:ext>
                  </a:extLst>
                </p:cNvPr>
                <p:cNvSpPr/>
                <p:nvPr/>
              </p:nvSpPr>
              <p:spPr>
                <a:xfrm>
                  <a:off x="3587899" y="3202614"/>
                  <a:ext cx="89048" cy="112826"/>
                </a:xfrm>
                <a:custGeom>
                  <a:avLst/>
                  <a:gdLst>
                    <a:gd name="connsiteX0" fmla="*/ 55140 w 89048"/>
                    <a:gd name="connsiteY0" fmla="*/ 56664 h 112826"/>
                    <a:gd name="connsiteX1" fmla="*/ 89049 w 89048"/>
                    <a:gd name="connsiteY1" fmla="*/ 10658 h 112826"/>
                    <a:gd name="connsiteX2" fmla="*/ 61997 w 89048"/>
                    <a:gd name="connsiteY2" fmla="*/ 276 h 112826"/>
                    <a:gd name="connsiteX3" fmla="*/ 276 w 89048"/>
                    <a:gd name="connsiteY3" fmla="*/ 50853 h 112826"/>
                    <a:gd name="connsiteX4" fmla="*/ 50853 w 89048"/>
                    <a:gd name="connsiteY4" fmla="*/ 112575 h 112826"/>
                    <a:gd name="connsiteX5" fmla="*/ 78666 w 89048"/>
                    <a:gd name="connsiteY5" fmla="*/ 108003 h 112826"/>
                    <a:gd name="connsiteX6" fmla="*/ 55140 w 89048"/>
                    <a:gd name="connsiteY6" fmla="*/ 56664 h 112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048" h="112826">
                      <a:moveTo>
                        <a:pt x="55140" y="56664"/>
                      </a:moveTo>
                      <a:cubicBezTo>
                        <a:pt x="57235" y="35518"/>
                        <a:pt x="70856" y="18468"/>
                        <a:pt x="89049" y="10658"/>
                      </a:cubicBezTo>
                      <a:cubicBezTo>
                        <a:pt x="81238" y="5133"/>
                        <a:pt x="72189" y="1228"/>
                        <a:pt x="61997" y="276"/>
                      </a:cubicBezTo>
                      <a:cubicBezTo>
                        <a:pt x="30946" y="-2772"/>
                        <a:pt x="3324" y="19802"/>
                        <a:pt x="276" y="50853"/>
                      </a:cubicBezTo>
                      <a:cubicBezTo>
                        <a:pt x="-2772" y="81905"/>
                        <a:pt x="19802" y="109527"/>
                        <a:pt x="50853" y="112575"/>
                      </a:cubicBezTo>
                      <a:cubicBezTo>
                        <a:pt x="60760" y="113528"/>
                        <a:pt x="70189" y="111718"/>
                        <a:pt x="78666" y="108003"/>
                      </a:cubicBezTo>
                      <a:cubicBezTo>
                        <a:pt x="62760" y="96573"/>
                        <a:pt x="53044" y="77523"/>
                        <a:pt x="55140" y="56664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2" name="Forme libre : forme 131">
                  <a:extLst>
                    <a:ext uri="{FF2B5EF4-FFF2-40B4-BE49-F238E27FC236}">
                      <a16:creationId xmlns:a16="http://schemas.microsoft.com/office/drawing/2014/main" id="{12F3B830-0D54-4628-9BC5-F0BD64727D20}"/>
                    </a:ext>
                  </a:extLst>
                </p:cNvPr>
                <p:cNvSpPr/>
                <p:nvPr/>
              </p:nvSpPr>
              <p:spPr>
                <a:xfrm rot="-1234409">
                  <a:off x="3624341" y="3257813"/>
                  <a:ext cx="54100" cy="47052"/>
                </a:xfrm>
                <a:custGeom>
                  <a:avLst/>
                  <a:gdLst>
                    <a:gd name="connsiteX0" fmla="*/ 54101 w 54100"/>
                    <a:gd name="connsiteY0" fmla="*/ 23526 h 47052"/>
                    <a:gd name="connsiteX1" fmla="*/ 27050 w 54100"/>
                    <a:gd name="connsiteY1" fmla="*/ 47052 h 47052"/>
                    <a:gd name="connsiteX2" fmla="*/ -1 w 54100"/>
                    <a:gd name="connsiteY2" fmla="*/ 23526 h 47052"/>
                    <a:gd name="connsiteX3" fmla="*/ 27050 w 54100"/>
                    <a:gd name="connsiteY3" fmla="*/ 0 h 47052"/>
                    <a:gd name="connsiteX4" fmla="*/ 54101 w 54100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0" h="47052">
                      <a:moveTo>
                        <a:pt x="54101" y="23526"/>
                      </a:moveTo>
                      <a:cubicBezTo>
                        <a:pt x="54101" y="36519"/>
                        <a:pt x="41990" y="47052"/>
                        <a:pt x="27050" y="47052"/>
                      </a:cubicBezTo>
                      <a:cubicBezTo>
                        <a:pt x="12110" y="47052"/>
                        <a:pt x="-1" y="36519"/>
                        <a:pt x="-1" y="23526"/>
                      </a:cubicBezTo>
                      <a:cubicBezTo>
                        <a:pt x="-1" y="10533"/>
                        <a:pt x="12110" y="0"/>
                        <a:pt x="27050" y="0"/>
                      </a:cubicBezTo>
                      <a:cubicBezTo>
                        <a:pt x="41989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3" name="Forme libre : forme 132">
                  <a:extLst>
                    <a:ext uri="{FF2B5EF4-FFF2-40B4-BE49-F238E27FC236}">
                      <a16:creationId xmlns:a16="http://schemas.microsoft.com/office/drawing/2014/main" id="{037B755B-FA35-4947-8FA8-979B70913D2C}"/>
                    </a:ext>
                  </a:extLst>
                </p:cNvPr>
                <p:cNvSpPr/>
                <p:nvPr/>
              </p:nvSpPr>
              <p:spPr>
                <a:xfrm>
                  <a:off x="3659041" y="3256897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40 w 18478"/>
                    <a:gd name="connsiteY1" fmla="*/ 18479 h 18478"/>
                    <a:gd name="connsiteX2" fmla="*/ 1 w 18478"/>
                    <a:gd name="connsiteY2" fmla="*/ 9239 h 18478"/>
                    <a:gd name="connsiteX3" fmla="*/ 9240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40" y="18479"/>
                      </a:cubicBezTo>
                      <a:cubicBezTo>
                        <a:pt x="4137" y="18479"/>
                        <a:pt x="1" y="14342"/>
                        <a:pt x="1" y="9239"/>
                      </a:cubicBezTo>
                      <a:cubicBezTo>
                        <a:pt x="1" y="4137"/>
                        <a:pt x="4137" y="0"/>
                        <a:pt x="9240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34" name="Graphique 17">
                <a:extLst>
                  <a:ext uri="{FF2B5EF4-FFF2-40B4-BE49-F238E27FC236}">
                    <a16:creationId xmlns:a16="http://schemas.microsoft.com/office/drawing/2014/main" id="{E67492B8-24CB-4A38-B70B-6A55969EEE79}"/>
                  </a:ext>
                </a:extLst>
              </p:cNvPr>
              <p:cNvGrpSpPr/>
              <p:nvPr/>
            </p:nvGrpSpPr>
            <p:grpSpPr>
              <a:xfrm>
                <a:off x="3645039" y="3353480"/>
                <a:ext cx="112966" cy="112966"/>
                <a:chOff x="3645039" y="3353480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35" name="Forme libre : forme 134">
                  <a:extLst>
                    <a:ext uri="{FF2B5EF4-FFF2-40B4-BE49-F238E27FC236}">
                      <a16:creationId xmlns:a16="http://schemas.microsoft.com/office/drawing/2014/main" id="{A745381E-0E43-44A3-AD6F-AEBE5A1B6A6F}"/>
                    </a:ext>
                  </a:extLst>
                </p:cNvPr>
                <p:cNvSpPr/>
                <p:nvPr/>
              </p:nvSpPr>
              <p:spPr>
                <a:xfrm>
                  <a:off x="3645039" y="3353480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6" name="Forme libre : forme 135">
                  <a:extLst>
                    <a:ext uri="{FF2B5EF4-FFF2-40B4-BE49-F238E27FC236}">
                      <a16:creationId xmlns:a16="http://schemas.microsoft.com/office/drawing/2014/main" id="{8ACCB0E1-44D7-471D-9340-461724CB166D}"/>
                    </a:ext>
                  </a:extLst>
                </p:cNvPr>
                <p:cNvSpPr/>
                <p:nvPr/>
              </p:nvSpPr>
              <p:spPr>
                <a:xfrm>
                  <a:off x="3645049" y="3353585"/>
                  <a:ext cx="89048" cy="112826"/>
                </a:xfrm>
                <a:custGeom>
                  <a:avLst/>
                  <a:gdLst>
                    <a:gd name="connsiteX0" fmla="*/ 55140 w 89048"/>
                    <a:gd name="connsiteY0" fmla="*/ 56664 h 112826"/>
                    <a:gd name="connsiteX1" fmla="*/ 89049 w 89048"/>
                    <a:gd name="connsiteY1" fmla="*/ 10658 h 112826"/>
                    <a:gd name="connsiteX2" fmla="*/ 61997 w 89048"/>
                    <a:gd name="connsiteY2" fmla="*/ 276 h 112826"/>
                    <a:gd name="connsiteX3" fmla="*/ 276 w 89048"/>
                    <a:gd name="connsiteY3" fmla="*/ 50853 h 112826"/>
                    <a:gd name="connsiteX4" fmla="*/ 50853 w 89048"/>
                    <a:gd name="connsiteY4" fmla="*/ 112575 h 112826"/>
                    <a:gd name="connsiteX5" fmla="*/ 78666 w 89048"/>
                    <a:gd name="connsiteY5" fmla="*/ 108004 h 112826"/>
                    <a:gd name="connsiteX6" fmla="*/ 55140 w 89048"/>
                    <a:gd name="connsiteY6" fmla="*/ 56664 h 112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048" h="112826">
                      <a:moveTo>
                        <a:pt x="55140" y="56664"/>
                      </a:moveTo>
                      <a:cubicBezTo>
                        <a:pt x="57235" y="35518"/>
                        <a:pt x="70856" y="18468"/>
                        <a:pt x="89049" y="10658"/>
                      </a:cubicBezTo>
                      <a:cubicBezTo>
                        <a:pt x="81238" y="5133"/>
                        <a:pt x="72189" y="1228"/>
                        <a:pt x="61997" y="276"/>
                      </a:cubicBezTo>
                      <a:cubicBezTo>
                        <a:pt x="30946" y="-2772"/>
                        <a:pt x="3324" y="19802"/>
                        <a:pt x="276" y="50853"/>
                      </a:cubicBezTo>
                      <a:cubicBezTo>
                        <a:pt x="-2772" y="81905"/>
                        <a:pt x="19802" y="109528"/>
                        <a:pt x="50853" y="112575"/>
                      </a:cubicBezTo>
                      <a:cubicBezTo>
                        <a:pt x="60760" y="113528"/>
                        <a:pt x="70189" y="111718"/>
                        <a:pt x="78666" y="108004"/>
                      </a:cubicBezTo>
                      <a:cubicBezTo>
                        <a:pt x="62760" y="96573"/>
                        <a:pt x="53044" y="77523"/>
                        <a:pt x="55140" y="56664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7" name="Forme libre : forme 136">
                  <a:extLst>
                    <a:ext uri="{FF2B5EF4-FFF2-40B4-BE49-F238E27FC236}">
                      <a16:creationId xmlns:a16="http://schemas.microsoft.com/office/drawing/2014/main" id="{D7B0E4B8-6FC9-49A4-9EFB-ECAF5874892B}"/>
                    </a:ext>
                  </a:extLst>
                </p:cNvPr>
                <p:cNvSpPr/>
                <p:nvPr/>
              </p:nvSpPr>
              <p:spPr>
                <a:xfrm rot="-1234409">
                  <a:off x="3681501" y="3408793"/>
                  <a:ext cx="54100" cy="47052"/>
                </a:xfrm>
                <a:custGeom>
                  <a:avLst/>
                  <a:gdLst>
                    <a:gd name="connsiteX0" fmla="*/ 54101 w 54100"/>
                    <a:gd name="connsiteY0" fmla="*/ 23526 h 47052"/>
                    <a:gd name="connsiteX1" fmla="*/ 27050 w 54100"/>
                    <a:gd name="connsiteY1" fmla="*/ 47052 h 47052"/>
                    <a:gd name="connsiteX2" fmla="*/ -1 w 54100"/>
                    <a:gd name="connsiteY2" fmla="*/ 23526 h 47052"/>
                    <a:gd name="connsiteX3" fmla="*/ 27050 w 54100"/>
                    <a:gd name="connsiteY3" fmla="*/ 0 h 47052"/>
                    <a:gd name="connsiteX4" fmla="*/ 54101 w 54100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0" h="47052">
                      <a:moveTo>
                        <a:pt x="54101" y="23526"/>
                      </a:moveTo>
                      <a:cubicBezTo>
                        <a:pt x="54101" y="36519"/>
                        <a:pt x="41990" y="47052"/>
                        <a:pt x="27050" y="47052"/>
                      </a:cubicBezTo>
                      <a:cubicBezTo>
                        <a:pt x="12110" y="47052"/>
                        <a:pt x="-1" y="36519"/>
                        <a:pt x="-1" y="23526"/>
                      </a:cubicBezTo>
                      <a:cubicBezTo>
                        <a:pt x="-1" y="10533"/>
                        <a:pt x="12110" y="0"/>
                        <a:pt x="27050" y="0"/>
                      </a:cubicBezTo>
                      <a:cubicBezTo>
                        <a:pt x="41989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8" name="Forme libre : forme 137">
                  <a:extLst>
                    <a:ext uri="{FF2B5EF4-FFF2-40B4-BE49-F238E27FC236}">
                      <a16:creationId xmlns:a16="http://schemas.microsoft.com/office/drawing/2014/main" id="{76A14608-359D-44A6-B87A-C44EC245B51A}"/>
                    </a:ext>
                  </a:extLst>
                </p:cNvPr>
                <p:cNvSpPr/>
                <p:nvPr/>
              </p:nvSpPr>
              <p:spPr>
                <a:xfrm>
                  <a:off x="3716191" y="3407868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40 w 18478"/>
                    <a:gd name="connsiteY1" fmla="*/ 18478 h 18478"/>
                    <a:gd name="connsiteX2" fmla="*/ 1 w 18478"/>
                    <a:gd name="connsiteY2" fmla="*/ 9239 h 18478"/>
                    <a:gd name="connsiteX3" fmla="*/ 9240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40" y="18478"/>
                      </a:cubicBezTo>
                      <a:cubicBezTo>
                        <a:pt x="4137" y="18478"/>
                        <a:pt x="1" y="14342"/>
                        <a:pt x="1" y="9239"/>
                      </a:cubicBezTo>
                      <a:cubicBezTo>
                        <a:pt x="1" y="4136"/>
                        <a:pt x="4137" y="0"/>
                        <a:pt x="9240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39" name="Forme libre : forme 138">
                <a:extLst>
                  <a:ext uri="{FF2B5EF4-FFF2-40B4-BE49-F238E27FC236}">
                    <a16:creationId xmlns:a16="http://schemas.microsoft.com/office/drawing/2014/main" id="{C00876E7-D8B8-4EB0-8E17-A8BC855DE34D}"/>
                  </a:ext>
                </a:extLst>
              </p:cNvPr>
              <p:cNvSpPr/>
              <p:nvPr/>
            </p:nvSpPr>
            <p:spPr>
              <a:xfrm>
                <a:off x="3380982" y="3265755"/>
                <a:ext cx="279106" cy="233587"/>
              </a:xfrm>
              <a:custGeom>
                <a:avLst/>
                <a:gdLst>
                  <a:gd name="connsiteX0" fmla="*/ 14978 w 279106"/>
                  <a:gd name="connsiteY0" fmla="*/ 194119 h 233587"/>
                  <a:gd name="connsiteX1" fmla="*/ 9549 w 279106"/>
                  <a:gd name="connsiteY1" fmla="*/ 183356 h 233587"/>
                  <a:gd name="connsiteX2" fmla="*/ 6787 w 279106"/>
                  <a:gd name="connsiteY2" fmla="*/ 111538 h 233587"/>
                  <a:gd name="connsiteX3" fmla="*/ 76129 w 279106"/>
                  <a:gd name="connsiteY3" fmla="*/ 63437 h 233587"/>
                  <a:gd name="connsiteX4" fmla="*/ 218147 w 279106"/>
                  <a:gd name="connsiteY4" fmla="*/ 0 h 233587"/>
                  <a:gd name="connsiteX5" fmla="*/ 230815 w 279106"/>
                  <a:gd name="connsiteY5" fmla="*/ 20098 h 233587"/>
                  <a:gd name="connsiteX6" fmla="*/ 82130 w 279106"/>
                  <a:gd name="connsiteY6" fmla="*/ 86487 h 233587"/>
                  <a:gd name="connsiteX7" fmla="*/ 28218 w 279106"/>
                  <a:gd name="connsiteY7" fmla="*/ 121825 h 233587"/>
                  <a:gd name="connsiteX8" fmla="*/ 31266 w 279106"/>
                  <a:gd name="connsiteY8" fmla="*/ 173736 h 233587"/>
                  <a:gd name="connsiteX9" fmla="*/ 63651 w 279106"/>
                  <a:gd name="connsiteY9" fmla="*/ 207264 h 233587"/>
                  <a:gd name="connsiteX10" fmla="*/ 124135 w 279106"/>
                  <a:gd name="connsiteY10" fmla="*/ 196025 h 233587"/>
                  <a:gd name="connsiteX11" fmla="*/ 277964 w 279106"/>
                  <a:gd name="connsiteY11" fmla="*/ 141732 h 233587"/>
                  <a:gd name="connsiteX12" fmla="*/ 279106 w 279106"/>
                  <a:gd name="connsiteY12" fmla="*/ 165545 h 233587"/>
                  <a:gd name="connsiteX13" fmla="*/ 135755 w 279106"/>
                  <a:gd name="connsiteY13" fmla="*/ 216884 h 233587"/>
                  <a:gd name="connsiteX14" fmla="*/ 56031 w 279106"/>
                  <a:gd name="connsiteY14" fmla="*/ 229934 h 233587"/>
                  <a:gd name="connsiteX15" fmla="*/ 14978 w 279106"/>
                  <a:gd name="connsiteY15" fmla="*/ 194119 h 233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9106" h="233587">
                    <a:moveTo>
                      <a:pt x="14978" y="194119"/>
                    </a:moveTo>
                    <a:cubicBezTo>
                      <a:pt x="13073" y="190691"/>
                      <a:pt x="11264" y="187166"/>
                      <a:pt x="9549" y="183356"/>
                    </a:cubicBezTo>
                    <a:cubicBezTo>
                      <a:pt x="-2166" y="156877"/>
                      <a:pt x="-3119" y="132017"/>
                      <a:pt x="6787" y="111538"/>
                    </a:cubicBezTo>
                    <a:cubicBezTo>
                      <a:pt x="17740" y="88868"/>
                      <a:pt x="41077" y="72676"/>
                      <a:pt x="76129" y="63437"/>
                    </a:cubicBezTo>
                    <a:cubicBezTo>
                      <a:pt x="145852" y="45149"/>
                      <a:pt x="217385" y="381"/>
                      <a:pt x="218147" y="0"/>
                    </a:cubicBezTo>
                    <a:lnTo>
                      <a:pt x="230815" y="20098"/>
                    </a:lnTo>
                    <a:cubicBezTo>
                      <a:pt x="227767" y="22003"/>
                      <a:pt x="155567" y="67246"/>
                      <a:pt x="82130" y="86487"/>
                    </a:cubicBezTo>
                    <a:cubicBezTo>
                      <a:pt x="54126" y="93821"/>
                      <a:pt x="35934" y="105728"/>
                      <a:pt x="28218" y="121825"/>
                    </a:cubicBezTo>
                    <a:cubicBezTo>
                      <a:pt x="19646" y="139541"/>
                      <a:pt x="25170" y="159829"/>
                      <a:pt x="31266" y="173736"/>
                    </a:cubicBezTo>
                    <a:cubicBezTo>
                      <a:pt x="39077" y="191357"/>
                      <a:pt x="50030" y="202692"/>
                      <a:pt x="63651" y="207264"/>
                    </a:cubicBezTo>
                    <a:cubicBezTo>
                      <a:pt x="84606" y="214217"/>
                      <a:pt x="108133" y="204978"/>
                      <a:pt x="124135" y="196025"/>
                    </a:cubicBezTo>
                    <a:cubicBezTo>
                      <a:pt x="168426" y="171259"/>
                      <a:pt x="240721" y="143542"/>
                      <a:pt x="277964" y="141732"/>
                    </a:cubicBezTo>
                    <a:lnTo>
                      <a:pt x="279106" y="165545"/>
                    </a:lnTo>
                    <a:cubicBezTo>
                      <a:pt x="248912" y="167069"/>
                      <a:pt x="181952" y="190976"/>
                      <a:pt x="135755" y="216884"/>
                    </a:cubicBezTo>
                    <a:cubicBezTo>
                      <a:pt x="106704" y="233077"/>
                      <a:pt x="79177" y="237649"/>
                      <a:pt x="56031" y="229934"/>
                    </a:cubicBezTo>
                    <a:cubicBezTo>
                      <a:pt x="39077" y="224123"/>
                      <a:pt x="25266" y="212122"/>
                      <a:pt x="14978" y="194119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40" name="Graphique 17">
              <a:extLst>
                <a:ext uri="{FF2B5EF4-FFF2-40B4-BE49-F238E27FC236}">
                  <a16:creationId xmlns:a16="http://schemas.microsoft.com/office/drawing/2014/main" id="{55537CD8-4E29-42DA-938E-EBD9349CAEA8}"/>
                </a:ext>
              </a:extLst>
            </p:cNvPr>
            <p:cNvGrpSpPr/>
            <p:nvPr/>
          </p:nvGrpSpPr>
          <p:grpSpPr>
            <a:xfrm>
              <a:off x="889743" y="4166595"/>
              <a:ext cx="376928" cy="296833"/>
              <a:chOff x="889743" y="4166595"/>
              <a:chExt cx="376928" cy="296833"/>
            </a:xfrm>
            <a:solidFill>
              <a:schemeClr val="accent1"/>
            </a:solidFill>
          </p:grpSpPr>
          <p:grpSp>
            <p:nvGrpSpPr>
              <p:cNvPr id="141" name="Graphique 17">
                <a:extLst>
                  <a:ext uri="{FF2B5EF4-FFF2-40B4-BE49-F238E27FC236}">
                    <a16:creationId xmlns:a16="http://schemas.microsoft.com/office/drawing/2014/main" id="{C971E944-0B56-4909-80AA-1D712C28E9F0}"/>
                  </a:ext>
                </a:extLst>
              </p:cNvPr>
              <p:cNvGrpSpPr/>
              <p:nvPr/>
            </p:nvGrpSpPr>
            <p:grpSpPr>
              <a:xfrm>
                <a:off x="946988" y="4350462"/>
                <a:ext cx="112966" cy="112966"/>
                <a:chOff x="946988" y="4350462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42" name="Forme libre : forme 141">
                  <a:extLst>
                    <a:ext uri="{FF2B5EF4-FFF2-40B4-BE49-F238E27FC236}">
                      <a16:creationId xmlns:a16="http://schemas.microsoft.com/office/drawing/2014/main" id="{74AE65E6-DBB3-4BBB-AA8C-4BF92846DB44}"/>
                    </a:ext>
                  </a:extLst>
                </p:cNvPr>
                <p:cNvSpPr/>
                <p:nvPr/>
              </p:nvSpPr>
              <p:spPr>
                <a:xfrm>
                  <a:off x="946988" y="4350462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3" name="Forme libre : forme 142">
                  <a:extLst>
                    <a:ext uri="{FF2B5EF4-FFF2-40B4-BE49-F238E27FC236}">
                      <a16:creationId xmlns:a16="http://schemas.microsoft.com/office/drawing/2014/main" id="{59F98495-9CA8-44D5-BA6C-A4AA4C72745D}"/>
                    </a:ext>
                  </a:extLst>
                </p:cNvPr>
                <p:cNvSpPr/>
                <p:nvPr/>
              </p:nvSpPr>
              <p:spPr>
                <a:xfrm>
                  <a:off x="970800" y="4350497"/>
                  <a:ext cx="89048" cy="112826"/>
                </a:xfrm>
                <a:custGeom>
                  <a:avLst/>
                  <a:gdLst>
                    <a:gd name="connsiteX0" fmla="*/ 33909 w 89048"/>
                    <a:gd name="connsiteY0" fmla="*/ 56163 h 112826"/>
                    <a:gd name="connsiteX1" fmla="*/ 0 w 89048"/>
                    <a:gd name="connsiteY1" fmla="*/ 102168 h 112826"/>
                    <a:gd name="connsiteX2" fmla="*/ 27051 w 89048"/>
                    <a:gd name="connsiteY2" fmla="*/ 112551 h 112826"/>
                    <a:gd name="connsiteX3" fmla="*/ 88773 w 89048"/>
                    <a:gd name="connsiteY3" fmla="*/ 61973 h 112826"/>
                    <a:gd name="connsiteX4" fmla="*/ 38195 w 89048"/>
                    <a:gd name="connsiteY4" fmla="*/ 251 h 112826"/>
                    <a:gd name="connsiteX5" fmla="*/ 10382 w 89048"/>
                    <a:gd name="connsiteY5" fmla="*/ 4823 h 112826"/>
                    <a:gd name="connsiteX6" fmla="*/ 33909 w 89048"/>
                    <a:gd name="connsiteY6" fmla="*/ 56163 h 112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048" h="112826">
                      <a:moveTo>
                        <a:pt x="33909" y="56163"/>
                      </a:moveTo>
                      <a:cubicBezTo>
                        <a:pt x="31813" y="77308"/>
                        <a:pt x="18192" y="94358"/>
                        <a:pt x="0" y="102168"/>
                      </a:cubicBezTo>
                      <a:cubicBezTo>
                        <a:pt x="7810" y="107693"/>
                        <a:pt x="16859" y="111598"/>
                        <a:pt x="27051" y="112551"/>
                      </a:cubicBezTo>
                      <a:cubicBezTo>
                        <a:pt x="58102" y="115599"/>
                        <a:pt x="85725" y="93025"/>
                        <a:pt x="88773" y="61973"/>
                      </a:cubicBezTo>
                      <a:cubicBezTo>
                        <a:pt x="91821" y="30921"/>
                        <a:pt x="69247" y="3299"/>
                        <a:pt x="38195" y="251"/>
                      </a:cubicBezTo>
                      <a:cubicBezTo>
                        <a:pt x="28289" y="-701"/>
                        <a:pt x="18859" y="1108"/>
                        <a:pt x="10382" y="4823"/>
                      </a:cubicBezTo>
                      <a:cubicBezTo>
                        <a:pt x="26289" y="16253"/>
                        <a:pt x="36004" y="35398"/>
                        <a:pt x="33909" y="56163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4" name="Forme libre : forme 143">
                  <a:extLst>
                    <a:ext uri="{FF2B5EF4-FFF2-40B4-BE49-F238E27FC236}">
                      <a16:creationId xmlns:a16="http://schemas.microsoft.com/office/drawing/2014/main" id="{551A1472-FD0C-43AF-B762-31385F4E3C52}"/>
                    </a:ext>
                  </a:extLst>
                </p:cNvPr>
                <p:cNvSpPr/>
                <p:nvPr/>
              </p:nvSpPr>
              <p:spPr>
                <a:xfrm rot="-1234409">
                  <a:off x="969159" y="4360652"/>
                  <a:ext cx="54100" cy="47052"/>
                </a:xfrm>
                <a:custGeom>
                  <a:avLst/>
                  <a:gdLst>
                    <a:gd name="connsiteX0" fmla="*/ 54101 w 54100"/>
                    <a:gd name="connsiteY0" fmla="*/ 23526 h 47052"/>
                    <a:gd name="connsiteX1" fmla="*/ 27050 w 54100"/>
                    <a:gd name="connsiteY1" fmla="*/ 47053 h 47052"/>
                    <a:gd name="connsiteX2" fmla="*/ 0 w 54100"/>
                    <a:gd name="connsiteY2" fmla="*/ 23526 h 47052"/>
                    <a:gd name="connsiteX3" fmla="*/ 27050 w 54100"/>
                    <a:gd name="connsiteY3" fmla="*/ 0 h 47052"/>
                    <a:gd name="connsiteX4" fmla="*/ 54101 w 54100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0" h="47052">
                      <a:moveTo>
                        <a:pt x="54101" y="23526"/>
                      </a:moveTo>
                      <a:cubicBezTo>
                        <a:pt x="54101" y="36519"/>
                        <a:pt x="41990" y="47053"/>
                        <a:pt x="27050" y="47053"/>
                      </a:cubicBezTo>
                      <a:cubicBezTo>
                        <a:pt x="12111" y="47053"/>
                        <a:pt x="0" y="36519"/>
                        <a:pt x="0" y="23526"/>
                      </a:cubicBezTo>
                      <a:cubicBezTo>
                        <a:pt x="0" y="10533"/>
                        <a:pt x="12111" y="0"/>
                        <a:pt x="27050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5" name="Forme libre : forme 144">
                  <a:extLst>
                    <a:ext uri="{FF2B5EF4-FFF2-40B4-BE49-F238E27FC236}">
                      <a16:creationId xmlns:a16="http://schemas.microsoft.com/office/drawing/2014/main" id="{819105A7-F6D4-467D-AA98-1D9CE46D719F}"/>
                    </a:ext>
                  </a:extLst>
                </p:cNvPr>
                <p:cNvSpPr/>
                <p:nvPr/>
              </p:nvSpPr>
              <p:spPr>
                <a:xfrm>
                  <a:off x="970229" y="4390562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46" name="Graphique 17">
                <a:extLst>
                  <a:ext uri="{FF2B5EF4-FFF2-40B4-BE49-F238E27FC236}">
                    <a16:creationId xmlns:a16="http://schemas.microsoft.com/office/drawing/2014/main" id="{22ADFA88-503B-4707-B6F4-E5B6DD033EB4}"/>
                  </a:ext>
                </a:extLst>
              </p:cNvPr>
              <p:cNvGrpSpPr/>
              <p:nvPr/>
            </p:nvGrpSpPr>
            <p:grpSpPr>
              <a:xfrm>
                <a:off x="889743" y="4199525"/>
                <a:ext cx="112966" cy="113026"/>
                <a:chOff x="889743" y="4199525"/>
                <a:chExt cx="112966" cy="113026"/>
              </a:xfrm>
              <a:solidFill>
                <a:schemeClr val="accent1"/>
              </a:solidFill>
            </p:grpSpPr>
            <p:sp>
              <p:nvSpPr>
                <p:cNvPr id="147" name="Forme libre : forme 146">
                  <a:extLst>
                    <a:ext uri="{FF2B5EF4-FFF2-40B4-BE49-F238E27FC236}">
                      <a16:creationId xmlns:a16="http://schemas.microsoft.com/office/drawing/2014/main" id="{3909BC6E-AFCD-4F55-8960-791BC71E9D59}"/>
                    </a:ext>
                  </a:extLst>
                </p:cNvPr>
                <p:cNvSpPr/>
                <p:nvPr/>
              </p:nvSpPr>
              <p:spPr>
                <a:xfrm>
                  <a:off x="889743" y="4199586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8" name="Forme libre : forme 147">
                  <a:extLst>
                    <a:ext uri="{FF2B5EF4-FFF2-40B4-BE49-F238E27FC236}">
                      <a16:creationId xmlns:a16="http://schemas.microsoft.com/office/drawing/2014/main" id="{B45F8DD4-53AD-44DA-A7D3-025CCA346B12}"/>
                    </a:ext>
                  </a:extLst>
                </p:cNvPr>
                <p:cNvSpPr/>
                <p:nvPr/>
              </p:nvSpPr>
              <p:spPr>
                <a:xfrm>
                  <a:off x="913650" y="4199525"/>
                  <a:ext cx="89048" cy="112826"/>
                </a:xfrm>
                <a:custGeom>
                  <a:avLst/>
                  <a:gdLst>
                    <a:gd name="connsiteX0" fmla="*/ 33909 w 89048"/>
                    <a:gd name="connsiteY0" fmla="*/ 56163 h 112826"/>
                    <a:gd name="connsiteX1" fmla="*/ 0 w 89048"/>
                    <a:gd name="connsiteY1" fmla="*/ 102168 h 112826"/>
                    <a:gd name="connsiteX2" fmla="*/ 27051 w 89048"/>
                    <a:gd name="connsiteY2" fmla="*/ 112550 h 112826"/>
                    <a:gd name="connsiteX3" fmla="*/ 88773 w 89048"/>
                    <a:gd name="connsiteY3" fmla="*/ 61973 h 112826"/>
                    <a:gd name="connsiteX4" fmla="*/ 38195 w 89048"/>
                    <a:gd name="connsiteY4" fmla="*/ 251 h 112826"/>
                    <a:gd name="connsiteX5" fmla="*/ 10382 w 89048"/>
                    <a:gd name="connsiteY5" fmla="*/ 4823 h 112826"/>
                    <a:gd name="connsiteX6" fmla="*/ 33909 w 89048"/>
                    <a:gd name="connsiteY6" fmla="*/ 56163 h 112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048" h="112826">
                      <a:moveTo>
                        <a:pt x="33909" y="56163"/>
                      </a:moveTo>
                      <a:cubicBezTo>
                        <a:pt x="31813" y="77308"/>
                        <a:pt x="18192" y="94358"/>
                        <a:pt x="0" y="102168"/>
                      </a:cubicBezTo>
                      <a:cubicBezTo>
                        <a:pt x="7810" y="107693"/>
                        <a:pt x="16859" y="111598"/>
                        <a:pt x="27051" y="112550"/>
                      </a:cubicBezTo>
                      <a:cubicBezTo>
                        <a:pt x="58102" y="115599"/>
                        <a:pt x="85725" y="93024"/>
                        <a:pt x="88773" y="61973"/>
                      </a:cubicBezTo>
                      <a:cubicBezTo>
                        <a:pt x="91821" y="30921"/>
                        <a:pt x="69247" y="3299"/>
                        <a:pt x="38195" y="251"/>
                      </a:cubicBezTo>
                      <a:cubicBezTo>
                        <a:pt x="28289" y="-702"/>
                        <a:pt x="18859" y="1108"/>
                        <a:pt x="10382" y="4823"/>
                      </a:cubicBezTo>
                      <a:cubicBezTo>
                        <a:pt x="26289" y="16253"/>
                        <a:pt x="35909" y="35398"/>
                        <a:pt x="33909" y="56163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" name="Forme libre : forme 148">
                  <a:extLst>
                    <a:ext uri="{FF2B5EF4-FFF2-40B4-BE49-F238E27FC236}">
                      <a16:creationId xmlns:a16="http://schemas.microsoft.com/office/drawing/2014/main" id="{9D127161-6C94-4DD4-85D0-A1BEEBD4110A}"/>
                    </a:ext>
                  </a:extLst>
                </p:cNvPr>
                <p:cNvSpPr/>
                <p:nvPr/>
              </p:nvSpPr>
              <p:spPr>
                <a:xfrm rot="-1234409">
                  <a:off x="911944" y="4209795"/>
                  <a:ext cx="54100" cy="47052"/>
                </a:xfrm>
                <a:custGeom>
                  <a:avLst/>
                  <a:gdLst>
                    <a:gd name="connsiteX0" fmla="*/ 54101 w 54100"/>
                    <a:gd name="connsiteY0" fmla="*/ 23526 h 47052"/>
                    <a:gd name="connsiteX1" fmla="*/ 27051 w 54100"/>
                    <a:gd name="connsiteY1" fmla="*/ 47052 h 47052"/>
                    <a:gd name="connsiteX2" fmla="*/ 0 w 54100"/>
                    <a:gd name="connsiteY2" fmla="*/ 23526 h 47052"/>
                    <a:gd name="connsiteX3" fmla="*/ 27051 w 54100"/>
                    <a:gd name="connsiteY3" fmla="*/ 0 h 47052"/>
                    <a:gd name="connsiteX4" fmla="*/ 54101 w 54100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0" h="47052">
                      <a:moveTo>
                        <a:pt x="54101" y="23526"/>
                      </a:moveTo>
                      <a:cubicBezTo>
                        <a:pt x="54101" y="36519"/>
                        <a:pt x="41990" y="47052"/>
                        <a:pt x="27051" y="47052"/>
                      </a:cubicBezTo>
                      <a:cubicBezTo>
                        <a:pt x="12111" y="47052"/>
                        <a:pt x="0" y="36519"/>
                        <a:pt x="0" y="23526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" name="Forme libre : forme 149">
                  <a:extLst>
                    <a:ext uri="{FF2B5EF4-FFF2-40B4-BE49-F238E27FC236}">
                      <a16:creationId xmlns:a16="http://schemas.microsoft.com/office/drawing/2014/main" id="{66593CB4-22D5-4BBC-8BB4-A7858A0F8EC2}"/>
                    </a:ext>
                  </a:extLst>
                </p:cNvPr>
                <p:cNvSpPr/>
                <p:nvPr/>
              </p:nvSpPr>
              <p:spPr>
                <a:xfrm>
                  <a:off x="912984" y="4239591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51" name="Forme libre : forme 150">
                <a:extLst>
                  <a:ext uri="{FF2B5EF4-FFF2-40B4-BE49-F238E27FC236}">
                    <a16:creationId xmlns:a16="http://schemas.microsoft.com/office/drawing/2014/main" id="{ECAB4F78-3E00-41BA-B8D2-838F35CA3548}"/>
                  </a:ext>
                </a:extLst>
              </p:cNvPr>
              <p:cNvSpPr/>
              <p:nvPr/>
            </p:nvSpPr>
            <p:spPr>
              <a:xfrm>
                <a:off x="987564" y="4166595"/>
                <a:ext cx="279106" cy="233587"/>
              </a:xfrm>
              <a:custGeom>
                <a:avLst/>
                <a:gdLst>
                  <a:gd name="connsiteX0" fmla="*/ 264128 w 279106"/>
                  <a:gd name="connsiteY0" fmla="*/ 39468 h 233587"/>
                  <a:gd name="connsiteX1" fmla="*/ 269558 w 279106"/>
                  <a:gd name="connsiteY1" fmla="*/ 50231 h 233587"/>
                  <a:gd name="connsiteX2" fmla="*/ 272320 w 279106"/>
                  <a:gd name="connsiteY2" fmla="*/ 122050 h 233587"/>
                  <a:gd name="connsiteX3" fmla="*/ 202978 w 279106"/>
                  <a:gd name="connsiteY3" fmla="*/ 170151 h 233587"/>
                  <a:gd name="connsiteX4" fmla="*/ 60960 w 279106"/>
                  <a:gd name="connsiteY4" fmla="*/ 233588 h 233587"/>
                  <a:gd name="connsiteX5" fmla="*/ 48292 w 279106"/>
                  <a:gd name="connsiteY5" fmla="*/ 213490 h 233587"/>
                  <a:gd name="connsiteX6" fmla="*/ 196977 w 279106"/>
                  <a:gd name="connsiteY6" fmla="*/ 147101 h 233587"/>
                  <a:gd name="connsiteX7" fmla="*/ 250888 w 279106"/>
                  <a:gd name="connsiteY7" fmla="*/ 111763 h 233587"/>
                  <a:gd name="connsiteX8" fmla="*/ 247841 w 279106"/>
                  <a:gd name="connsiteY8" fmla="*/ 59852 h 233587"/>
                  <a:gd name="connsiteX9" fmla="*/ 215455 w 279106"/>
                  <a:gd name="connsiteY9" fmla="*/ 26324 h 233587"/>
                  <a:gd name="connsiteX10" fmla="*/ 154972 w 279106"/>
                  <a:gd name="connsiteY10" fmla="*/ 37563 h 233587"/>
                  <a:gd name="connsiteX11" fmla="*/ 1143 w 279106"/>
                  <a:gd name="connsiteY11" fmla="*/ 91856 h 233587"/>
                  <a:gd name="connsiteX12" fmla="*/ 0 w 279106"/>
                  <a:gd name="connsiteY12" fmla="*/ 68043 h 233587"/>
                  <a:gd name="connsiteX13" fmla="*/ 143351 w 279106"/>
                  <a:gd name="connsiteY13" fmla="*/ 16703 h 233587"/>
                  <a:gd name="connsiteX14" fmla="*/ 223076 w 279106"/>
                  <a:gd name="connsiteY14" fmla="*/ 3654 h 233587"/>
                  <a:gd name="connsiteX15" fmla="*/ 264128 w 279106"/>
                  <a:gd name="connsiteY15" fmla="*/ 39468 h 233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9106" h="233587">
                    <a:moveTo>
                      <a:pt x="264128" y="39468"/>
                    </a:moveTo>
                    <a:cubicBezTo>
                      <a:pt x="266033" y="42897"/>
                      <a:pt x="267843" y="46421"/>
                      <a:pt x="269558" y="50231"/>
                    </a:cubicBezTo>
                    <a:cubicBezTo>
                      <a:pt x="281273" y="76711"/>
                      <a:pt x="282226" y="101571"/>
                      <a:pt x="272320" y="122050"/>
                    </a:cubicBezTo>
                    <a:cubicBezTo>
                      <a:pt x="261366" y="144720"/>
                      <a:pt x="238030" y="160912"/>
                      <a:pt x="202978" y="170151"/>
                    </a:cubicBezTo>
                    <a:cubicBezTo>
                      <a:pt x="133255" y="188439"/>
                      <a:pt x="61722" y="233207"/>
                      <a:pt x="60960" y="233588"/>
                    </a:cubicBezTo>
                    <a:lnTo>
                      <a:pt x="48292" y="213490"/>
                    </a:lnTo>
                    <a:cubicBezTo>
                      <a:pt x="51340" y="211585"/>
                      <a:pt x="123539" y="166341"/>
                      <a:pt x="196977" y="147101"/>
                    </a:cubicBezTo>
                    <a:cubicBezTo>
                      <a:pt x="224980" y="139767"/>
                      <a:pt x="243173" y="127860"/>
                      <a:pt x="250888" y="111763"/>
                    </a:cubicBezTo>
                    <a:cubicBezTo>
                      <a:pt x="259461" y="94046"/>
                      <a:pt x="253937" y="73758"/>
                      <a:pt x="247841" y="59852"/>
                    </a:cubicBezTo>
                    <a:cubicBezTo>
                      <a:pt x="240030" y="42230"/>
                      <a:pt x="229076" y="30896"/>
                      <a:pt x="215455" y="26324"/>
                    </a:cubicBezTo>
                    <a:cubicBezTo>
                      <a:pt x="194501" y="19370"/>
                      <a:pt x="170974" y="28610"/>
                      <a:pt x="154972" y="37563"/>
                    </a:cubicBezTo>
                    <a:cubicBezTo>
                      <a:pt x="110680" y="62328"/>
                      <a:pt x="38386" y="90046"/>
                      <a:pt x="1143" y="91856"/>
                    </a:cubicBezTo>
                    <a:lnTo>
                      <a:pt x="0" y="68043"/>
                    </a:lnTo>
                    <a:cubicBezTo>
                      <a:pt x="30194" y="66519"/>
                      <a:pt x="97155" y="42611"/>
                      <a:pt x="143351" y="16703"/>
                    </a:cubicBezTo>
                    <a:cubicBezTo>
                      <a:pt x="172403" y="511"/>
                      <a:pt x="199930" y="-4061"/>
                      <a:pt x="223076" y="3654"/>
                    </a:cubicBezTo>
                    <a:cubicBezTo>
                      <a:pt x="240030" y="9464"/>
                      <a:pt x="253841" y="21466"/>
                      <a:pt x="264128" y="39468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52" name="Graphique 17">
              <a:extLst>
                <a:ext uri="{FF2B5EF4-FFF2-40B4-BE49-F238E27FC236}">
                  <a16:creationId xmlns:a16="http://schemas.microsoft.com/office/drawing/2014/main" id="{B7415222-2458-45D1-B2C2-505A0E3E6E0E}"/>
                </a:ext>
              </a:extLst>
            </p:cNvPr>
            <p:cNvGrpSpPr/>
            <p:nvPr/>
          </p:nvGrpSpPr>
          <p:grpSpPr>
            <a:xfrm>
              <a:off x="3180202" y="2808936"/>
              <a:ext cx="364539" cy="346909"/>
              <a:chOff x="3180202" y="2808936"/>
              <a:chExt cx="364539" cy="346909"/>
            </a:xfrm>
            <a:solidFill>
              <a:schemeClr val="accent1"/>
            </a:solidFill>
          </p:grpSpPr>
          <p:grpSp>
            <p:nvGrpSpPr>
              <p:cNvPr id="153" name="Graphique 17">
                <a:extLst>
                  <a:ext uri="{FF2B5EF4-FFF2-40B4-BE49-F238E27FC236}">
                    <a16:creationId xmlns:a16="http://schemas.microsoft.com/office/drawing/2014/main" id="{5573BF66-67B9-4C9B-99B5-CF305368BBB7}"/>
                  </a:ext>
                </a:extLst>
              </p:cNvPr>
              <p:cNvGrpSpPr/>
              <p:nvPr/>
            </p:nvGrpSpPr>
            <p:grpSpPr>
              <a:xfrm>
                <a:off x="3329000" y="2808936"/>
                <a:ext cx="112966" cy="112966"/>
                <a:chOff x="3329000" y="2808936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54" name="Forme libre : forme 153">
                  <a:extLst>
                    <a:ext uri="{FF2B5EF4-FFF2-40B4-BE49-F238E27FC236}">
                      <a16:creationId xmlns:a16="http://schemas.microsoft.com/office/drawing/2014/main" id="{AD8679B2-D2A6-40C7-9334-E469EB2136BA}"/>
                    </a:ext>
                  </a:extLst>
                </p:cNvPr>
                <p:cNvSpPr/>
                <p:nvPr/>
              </p:nvSpPr>
              <p:spPr>
                <a:xfrm>
                  <a:off x="3329000" y="2808936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5" name="Forme libre : forme 154">
                  <a:extLst>
                    <a:ext uri="{FF2B5EF4-FFF2-40B4-BE49-F238E27FC236}">
                      <a16:creationId xmlns:a16="http://schemas.microsoft.com/office/drawing/2014/main" id="{A389ADC3-AA78-4757-B80C-F03A0E30FA80}"/>
                    </a:ext>
                  </a:extLst>
                </p:cNvPr>
                <p:cNvSpPr/>
                <p:nvPr/>
              </p:nvSpPr>
              <p:spPr>
                <a:xfrm>
                  <a:off x="3329143" y="2809037"/>
                  <a:ext cx="94059" cy="112817"/>
                </a:xfrm>
                <a:custGeom>
                  <a:avLst/>
                  <a:gdLst>
                    <a:gd name="connsiteX0" fmla="*/ 55293 w 94059"/>
                    <a:gd name="connsiteY0" fmla="*/ 57049 h 112817"/>
                    <a:gd name="connsiteX1" fmla="*/ 72628 w 94059"/>
                    <a:gd name="connsiteY1" fmla="*/ 2566 h 112817"/>
                    <a:gd name="connsiteX2" fmla="*/ 43672 w 94059"/>
                    <a:gd name="connsiteY2" fmla="*/ 1423 h 112817"/>
                    <a:gd name="connsiteX3" fmla="*/ 1477 w 94059"/>
                    <a:gd name="connsiteY3" fmla="*/ 69145 h 112817"/>
                    <a:gd name="connsiteX4" fmla="*/ 69199 w 94059"/>
                    <a:gd name="connsiteY4" fmla="*/ 111341 h 112817"/>
                    <a:gd name="connsiteX5" fmla="*/ 94059 w 94059"/>
                    <a:gd name="connsiteY5" fmla="*/ 98101 h 112817"/>
                    <a:gd name="connsiteX6" fmla="*/ 55293 w 94059"/>
                    <a:gd name="connsiteY6" fmla="*/ 57049 h 112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59" h="112817">
                      <a:moveTo>
                        <a:pt x="55293" y="57049"/>
                      </a:moveTo>
                      <a:cubicBezTo>
                        <a:pt x="50435" y="36379"/>
                        <a:pt x="57960" y="15805"/>
                        <a:pt x="72628" y="2566"/>
                      </a:cubicBezTo>
                      <a:cubicBezTo>
                        <a:pt x="63484" y="-197"/>
                        <a:pt x="53578" y="-959"/>
                        <a:pt x="43672" y="1423"/>
                      </a:cubicBezTo>
                      <a:cubicBezTo>
                        <a:pt x="13288" y="8471"/>
                        <a:pt x="-5572" y="38856"/>
                        <a:pt x="1477" y="69145"/>
                      </a:cubicBezTo>
                      <a:cubicBezTo>
                        <a:pt x="8525" y="99530"/>
                        <a:pt x="38910" y="118390"/>
                        <a:pt x="69199" y="111341"/>
                      </a:cubicBezTo>
                      <a:cubicBezTo>
                        <a:pt x="78820" y="109055"/>
                        <a:pt x="87202" y="104293"/>
                        <a:pt x="94059" y="98101"/>
                      </a:cubicBezTo>
                      <a:cubicBezTo>
                        <a:pt x="75295" y="92386"/>
                        <a:pt x="59960" y="77432"/>
                        <a:pt x="55293" y="57049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6" name="Forme libre : forme 155">
                  <a:extLst>
                    <a:ext uri="{FF2B5EF4-FFF2-40B4-BE49-F238E27FC236}">
                      <a16:creationId xmlns:a16="http://schemas.microsoft.com/office/drawing/2014/main" id="{ADC2B8B7-CB06-4023-AF57-5E6EC8777CFD}"/>
                    </a:ext>
                  </a:extLst>
                </p:cNvPr>
                <p:cNvSpPr/>
                <p:nvPr/>
              </p:nvSpPr>
              <p:spPr>
                <a:xfrm rot="-2360340">
                  <a:off x="3372555" y="2861135"/>
                  <a:ext cx="54101" cy="47052"/>
                </a:xfrm>
                <a:custGeom>
                  <a:avLst/>
                  <a:gdLst>
                    <a:gd name="connsiteX0" fmla="*/ 54101 w 54101"/>
                    <a:gd name="connsiteY0" fmla="*/ 23526 h 47052"/>
                    <a:gd name="connsiteX1" fmla="*/ 27050 w 54101"/>
                    <a:gd name="connsiteY1" fmla="*/ 47053 h 47052"/>
                    <a:gd name="connsiteX2" fmla="*/ -1 w 54101"/>
                    <a:gd name="connsiteY2" fmla="*/ 23526 h 47052"/>
                    <a:gd name="connsiteX3" fmla="*/ 27050 w 54101"/>
                    <a:gd name="connsiteY3" fmla="*/ 0 h 47052"/>
                    <a:gd name="connsiteX4" fmla="*/ 54101 w 54101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2">
                      <a:moveTo>
                        <a:pt x="54101" y="23526"/>
                      </a:moveTo>
                      <a:cubicBezTo>
                        <a:pt x="54101" y="36520"/>
                        <a:pt x="41990" y="47053"/>
                        <a:pt x="27050" y="47053"/>
                      </a:cubicBezTo>
                      <a:cubicBezTo>
                        <a:pt x="12111" y="47053"/>
                        <a:pt x="-1" y="36520"/>
                        <a:pt x="-1" y="23526"/>
                      </a:cubicBezTo>
                      <a:cubicBezTo>
                        <a:pt x="-1" y="10533"/>
                        <a:pt x="12110" y="0"/>
                        <a:pt x="27050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7" name="Forme libre : forme 156">
                  <a:extLst>
                    <a:ext uri="{FF2B5EF4-FFF2-40B4-BE49-F238E27FC236}">
                      <a16:creationId xmlns:a16="http://schemas.microsoft.com/office/drawing/2014/main" id="{10546F08-3EA9-47E1-8571-58408DE9926F}"/>
                    </a:ext>
                  </a:extLst>
                </p:cNvPr>
                <p:cNvSpPr/>
                <p:nvPr/>
              </p:nvSpPr>
              <p:spPr>
                <a:xfrm>
                  <a:off x="3401294" y="2855227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40 w 18478"/>
                    <a:gd name="connsiteY1" fmla="*/ 18479 h 18478"/>
                    <a:gd name="connsiteX2" fmla="*/ 1 w 18478"/>
                    <a:gd name="connsiteY2" fmla="*/ 9239 h 18478"/>
                    <a:gd name="connsiteX3" fmla="*/ 9240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40" y="18479"/>
                      </a:cubicBezTo>
                      <a:cubicBezTo>
                        <a:pt x="4137" y="18479"/>
                        <a:pt x="1" y="14342"/>
                        <a:pt x="1" y="9239"/>
                      </a:cubicBezTo>
                      <a:cubicBezTo>
                        <a:pt x="1" y="4137"/>
                        <a:pt x="4137" y="0"/>
                        <a:pt x="9240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58" name="Graphique 17">
                <a:extLst>
                  <a:ext uri="{FF2B5EF4-FFF2-40B4-BE49-F238E27FC236}">
                    <a16:creationId xmlns:a16="http://schemas.microsoft.com/office/drawing/2014/main" id="{3626D7A1-7E2D-4209-B90C-A0F7B1B4D541}"/>
                  </a:ext>
                </a:extLst>
              </p:cNvPr>
              <p:cNvGrpSpPr/>
              <p:nvPr/>
            </p:nvGrpSpPr>
            <p:grpSpPr>
              <a:xfrm>
                <a:off x="3431775" y="2933428"/>
                <a:ext cx="112966" cy="112966"/>
                <a:chOff x="3431775" y="2933428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59" name="Forme libre : forme 158">
                  <a:extLst>
                    <a:ext uri="{FF2B5EF4-FFF2-40B4-BE49-F238E27FC236}">
                      <a16:creationId xmlns:a16="http://schemas.microsoft.com/office/drawing/2014/main" id="{D7A21DF3-B22E-41DD-9A2C-9E0DEF3F4D86}"/>
                    </a:ext>
                  </a:extLst>
                </p:cNvPr>
                <p:cNvSpPr/>
                <p:nvPr/>
              </p:nvSpPr>
              <p:spPr>
                <a:xfrm>
                  <a:off x="3431775" y="2933428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9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0" name="Forme libre : forme 159">
                  <a:extLst>
                    <a:ext uri="{FF2B5EF4-FFF2-40B4-BE49-F238E27FC236}">
                      <a16:creationId xmlns:a16="http://schemas.microsoft.com/office/drawing/2014/main" id="{4BF38B7D-56D5-4415-8061-C82B36FC2A99}"/>
                    </a:ext>
                  </a:extLst>
                </p:cNvPr>
                <p:cNvSpPr/>
                <p:nvPr/>
              </p:nvSpPr>
              <p:spPr>
                <a:xfrm>
                  <a:off x="3431822" y="2933529"/>
                  <a:ext cx="94059" cy="112817"/>
                </a:xfrm>
                <a:custGeom>
                  <a:avLst/>
                  <a:gdLst>
                    <a:gd name="connsiteX0" fmla="*/ 55293 w 94059"/>
                    <a:gd name="connsiteY0" fmla="*/ 57049 h 112817"/>
                    <a:gd name="connsiteX1" fmla="*/ 72629 w 94059"/>
                    <a:gd name="connsiteY1" fmla="*/ 2566 h 112817"/>
                    <a:gd name="connsiteX2" fmla="*/ 43672 w 94059"/>
                    <a:gd name="connsiteY2" fmla="*/ 1423 h 112817"/>
                    <a:gd name="connsiteX3" fmla="*/ 1477 w 94059"/>
                    <a:gd name="connsiteY3" fmla="*/ 69145 h 112817"/>
                    <a:gd name="connsiteX4" fmla="*/ 69200 w 94059"/>
                    <a:gd name="connsiteY4" fmla="*/ 111341 h 112817"/>
                    <a:gd name="connsiteX5" fmla="*/ 94060 w 94059"/>
                    <a:gd name="connsiteY5" fmla="*/ 98101 h 112817"/>
                    <a:gd name="connsiteX6" fmla="*/ 55293 w 94059"/>
                    <a:gd name="connsiteY6" fmla="*/ 57049 h 112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59" h="112817">
                      <a:moveTo>
                        <a:pt x="55293" y="57049"/>
                      </a:moveTo>
                      <a:cubicBezTo>
                        <a:pt x="50435" y="36379"/>
                        <a:pt x="57865" y="15805"/>
                        <a:pt x="72629" y="2566"/>
                      </a:cubicBezTo>
                      <a:cubicBezTo>
                        <a:pt x="63484" y="-197"/>
                        <a:pt x="53579" y="-959"/>
                        <a:pt x="43672" y="1423"/>
                      </a:cubicBezTo>
                      <a:cubicBezTo>
                        <a:pt x="13288" y="8471"/>
                        <a:pt x="-5572" y="38856"/>
                        <a:pt x="1477" y="69145"/>
                      </a:cubicBezTo>
                      <a:cubicBezTo>
                        <a:pt x="8525" y="99530"/>
                        <a:pt x="38910" y="118390"/>
                        <a:pt x="69200" y="111341"/>
                      </a:cubicBezTo>
                      <a:cubicBezTo>
                        <a:pt x="78820" y="109055"/>
                        <a:pt x="87202" y="104293"/>
                        <a:pt x="94060" y="98101"/>
                      </a:cubicBezTo>
                      <a:cubicBezTo>
                        <a:pt x="75391" y="92482"/>
                        <a:pt x="60056" y="77432"/>
                        <a:pt x="55293" y="57049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1" name="Forme libre : forme 160">
                  <a:extLst>
                    <a:ext uri="{FF2B5EF4-FFF2-40B4-BE49-F238E27FC236}">
                      <a16:creationId xmlns:a16="http://schemas.microsoft.com/office/drawing/2014/main" id="{273C7B9C-1AFF-470C-9257-8EE18C2807D3}"/>
                    </a:ext>
                  </a:extLst>
                </p:cNvPr>
                <p:cNvSpPr/>
                <p:nvPr/>
              </p:nvSpPr>
              <p:spPr>
                <a:xfrm rot="-2360340">
                  <a:off x="3475295" y="2985610"/>
                  <a:ext cx="54101" cy="47052"/>
                </a:xfrm>
                <a:custGeom>
                  <a:avLst/>
                  <a:gdLst>
                    <a:gd name="connsiteX0" fmla="*/ 54101 w 54101"/>
                    <a:gd name="connsiteY0" fmla="*/ 23527 h 47052"/>
                    <a:gd name="connsiteX1" fmla="*/ 27051 w 54101"/>
                    <a:gd name="connsiteY1" fmla="*/ 47053 h 47052"/>
                    <a:gd name="connsiteX2" fmla="*/ 0 w 54101"/>
                    <a:gd name="connsiteY2" fmla="*/ 23527 h 47052"/>
                    <a:gd name="connsiteX3" fmla="*/ 27051 w 54101"/>
                    <a:gd name="connsiteY3" fmla="*/ 0 h 47052"/>
                    <a:gd name="connsiteX4" fmla="*/ 54101 w 54101"/>
                    <a:gd name="connsiteY4" fmla="*/ 23527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2">
                      <a:moveTo>
                        <a:pt x="54101" y="23527"/>
                      </a:moveTo>
                      <a:cubicBezTo>
                        <a:pt x="54101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0" y="0"/>
                        <a:pt x="27051" y="0"/>
                      </a:cubicBezTo>
                      <a:cubicBezTo>
                        <a:pt x="41990" y="0"/>
                        <a:pt x="54101" y="10533"/>
                        <a:pt x="54101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2" name="Forme libre : forme 161">
                  <a:extLst>
                    <a:ext uri="{FF2B5EF4-FFF2-40B4-BE49-F238E27FC236}">
                      <a16:creationId xmlns:a16="http://schemas.microsoft.com/office/drawing/2014/main" id="{BA13F5DB-A8F4-44D9-95BB-37D3CF350154}"/>
                    </a:ext>
                  </a:extLst>
                </p:cNvPr>
                <p:cNvSpPr/>
                <p:nvPr/>
              </p:nvSpPr>
              <p:spPr>
                <a:xfrm>
                  <a:off x="3504069" y="2979719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63" name="Forme libre : forme 162">
                <a:extLst>
                  <a:ext uri="{FF2B5EF4-FFF2-40B4-BE49-F238E27FC236}">
                    <a16:creationId xmlns:a16="http://schemas.microsoft.com/office/drawing/2014/main" id="{476F325E-2F44-4686-9EFB-A2C891D904CB}"/>
                  </a:ext>
                </a:extLst>
              </p:cNvPr>
              <p:cNvSpPr/>
              <p:nvPr/>
            </p:nvSpPr>
            <p:spPr>
              <a:xfrm>
                <a:off x="3180202" y="2886279"/>
                <a:ext cx="275957" cy="269566"/>
              </a:xfrm>
              <a:custGeom>
                <a:avLst/>
                <a:gdLst>
                  <a:gd name="connsiteX0" fmla="*/ 34879 w 275957"/>
                  <a:gd name="connsiteY0" fmla="*/ 249269 h 269566"/>
                  <a:gd name="connsiteX1" fmla="*/ 26211 w 275957"/>
                  <a:gd name="connsiteY1" fmla="*/ 240792 h 269566"/>
                  <a:gd name="connsiteX2" fmla="*/ 494 w 275957"/>
                  <a:gd name="connsiteY2" fmla="*/ 173641 h 269566"/>
                  <a:gd name="connsiteX3" fmla="*/ 50691 w 275957"/>
                  <a:gd name="connsiteY3" fmla="*/ 105823 h 269566"/>
                  <a:gd name="connsiteX4" fmla="*/ 164705 w 275957"/>
                  <a:gd name="connsiteY4" fmla="*/ 0 h 269566"/>
                  <a:gd name="connsiteX5" fmla="*/ 183184 w 275957"/>
                  <a:gd name="connsiteY5" fmla="*/ 14954 h 269566"/>
                  <a:gd name="connsiteX6" fmla="*/ 63835 w 275957"/>
                  <a:gd name="connsiteY6" fmla="*/ 125635 h 269566"/>
                  <a:gd name="connsiteX7" fmla="*/ 24116 w 275957"/>
                  <a:gd name="connsiteY7" fmla="*/ 176498 h 269566"/>
                  <a:gd name="connsiteX8" fmla="*/ 43738 w 275957"/>
                  <a:gd name="connsiteY8" fmla="*/ 224600 h 269566"/>
                  <a:gd name="connsiteX9" fmla="*/ 85266 w 275957"/>
                  <a:gd name="connsiteY9" fmla="*/ 245935 h 269566"/>
                  <a:gd name="connsiteX10" fmla="*/ 138988 w 275957"/>
                  <a:gd name="connsiteY10" fmla="*/ 215837 h 269566"/>
                  <a:gd name="connsiteX11" fmla="*/ 267194 w 275957"/>
                  <a:gd name="connsiteY11" fmla="*/ 114871 h 269566"/>
                  <a:gd name="connsiteX12" fmla="*/ 275957 w 275957"/>
                  <a:gd name="connsiteY12" fmla="*/ 136970 h 269566"/>
                  <a:gd name="connsiteX13" fmla="*/ 156704 w 275957"/>
                  <a:gd name="connsiteY13" fmla="*/ 231648 h 269566"/>
                  <a:gd name="connsiteX14" fmla="*/ 85457 w 275957"/>
                  <a:gd name="connsiteY14" fmla="*/ 269558 h 269566"/>
                  <a:gd name="connsiteX15" fmla="*/ 34879 w 275957"/>
                  <a:gd name="connsiteY15" fmla="*/ 249269 h 269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5957" h="269566">
                    <a:moveTo>
                      <a:pt x="34879" y="249269"/>
                    </a:moveTo>
                    <a:cubicBezTo>
                      <a:pt x="31927" y="246697"/>
                      <a:pt x="29069" y="243840"/>
                      <a:pt x="26211" y="240792"/>
                    </a:cubicBezTo>
                    <a:cubicBezTo>
                      <a:pt x="6590" y="219456"/>
                      <a:pt x="-2268" y="196310"/>
                      <a:pt x="494" y="173641"/>
                    </a:cubicBezTo>
                    <a:cubicBezTo>
                      <a:pt x="3542" y="148590"/>
                      <a:pt x="20496" y="125825"/>
                      <a:pt x="50691" y="105823"/>
                    </a:cubicBezTo>
                    <a:cubicBezTo>
                      <a:pt x="110889" y="66104"/>
                      <a:pt x="164134" y="667"/>
                      <a:pt x="164705" y="0"/>
                    </a:cubicBezTo>
                    <a:lnTo>
                      <a:pt x="183184" y="14954"/>
                    </a:lnTo>
                    <a:cubicBezTo>
                      <a:pt x="180898" y="17717"/>
                      <a:pt x="127081" y="83820"/>
                      <a:pt x="63835" y="125635"/>
                    </a:cubicBezTo>
                    <a:cubicBezTo>
                      <a:pt x="39642" y="141637"/>
                      <a:pt x="26307" y="158687"/>
                      <a:pt x="24116" y="176498"/>
                    </a:cubicBezTo>
                    <a:cubicBezTo>
                      <a:pt x="21735" y="196025"/>
                      <a:pt x="33450" y="213455"/>
                      <a:pt x="43738" y="224600"/>
                    </a:cubicBezTo>
                    <a:cubicBezTo>
                      <a:pt x="56787" y="238792"/>
                      <a:pt x="70789" y="246031"/>
                      <a:pt x="85266" y="245935"/>
                    </a:cubicBezTo>
                    <a:cubicBezTo>
                      <a:pt x="107364" y="245840"/>
                      <a:pt x="126605" y="229553"/>
                      <a:pt x="138988" y="215837"/>
                    </a:cubicBezTo>
                    <a:cubicBezTo>
                      <a:pt x="172896" y="178117"/>
                      <a:pt x="232523" y="128588"/>
                      <a:pt x="267194" y="114871"/>
                    </a:cubicBezTo>
                    <a:lnTo>
                      <a:pt x="275957" y="136970"/>
                    </a:lnTo>
                    <a:cubicBezTo>
                      <a:pt x="247858" y="148114"/>
                      <a:pt x="192137" y="192310"/>
                      <a:pt x="156704" y="231648"/>
                    </a:cubicBezTo>
                    <a:cubicBezTo>
                      <a:pt x="134416" y="256318"/>
                      <a:pt x="109746" y="269462"/>
                      <a:pt x="85457" y="269558"/>
                    </a:cubicBezTo>
                    <a:cubicBezTo>
                      <a:pt x="67359" y="269843"/>
                      <a:pt x="50405" y="262985"/>
                      <a:pt x="34879" y="249269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64" name="Graphique 17">
              <a:extLst>
                <a:ext uri="{FF2B5EF4-FFF2-40B4-BE49-F238E27FC236}">
                  <a16:creationId xmlns:a16="http://schemas.microsoft.com/office/drawing/2014/main" id="{4BBCF0E3-8A38-4F75-98D3-1C09DEE8E00A}"/>
                </a:ext>
              </a:extLst>
            </p:cNvPr>
            <p:cNvGrpSpPr/>
            <p:nvPr/>
          </p:nvGrpSpPr>
          <p:grpSpPr>
            <a:xfrm>
              <a:off x="1096054" y="4507520"/>
              <a:ext cx="364539" cy="346909"/>
              <a:chOff x="1096054" y="4507520"/>
              <a:chExt cx="364539" cy="346909"/>
            </a:xfrm>
            <a:solidFill>
              <a:schemeClr val="accent1"/>
            </a:solidFill>
          </p:grpSpPr>
          <p:grpSp>
            <p:nvGrpSpPr>
              <p:cNvPr id="165" name="Graphique 17">
                <a:extLst>
                  <a:ext uri="{FF2B5EF4-FFF2-40B4-BE49-F238E27FC236}">
                    <a16:creationId xmlns:a16="http://schemas.microsoft.com/office/drawing/2014/main" id="{124A3242-BAB9-4D8B-B064-555D3FB4CF15}"/>
                  </a:ext>
                </a:extLst>
              </p:cNvPr>
              <p:cNvGrpSpPr/>
              <p:nvPr/>
            </p:nvGrpSpPr>
            <p:grpSpPr>
              <a:xfrm>
                <a:off x="1198734" y="4741463"/>
                <a:ext cx="112966" cy="112966"/>
                <a:chOff x="1198734" y="4741463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66" name="Forme libre : forme 165">
                  <a:extLst>
                    <a:ext uri="{FF2B5EF4-FFF2-40B4-BE49-F238E27FC236}">
                      <a16:creationId xmlns:a16="http://schemas.microsoft.com/office/drawing/2014/main" id="{A3BDA534-0E80-4ACA-AFE5-99519B9D9D1C}"/>
                    </a:ext>
                  </a:extLst>
                </p:cNvPr>
                <p:cNvSpPr/>
                <p:nvPr/>
              </p:nvSpPr>
              <p:spPr>
                <a:xfrm>
                  <a:off x="1198734" y="4741463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7" name="Forme libre : forme 166">
                  <a:extLst>
                    <a:ext uri="{FF2B5EF4-FFF2-40B4-BE49-F238E27FC236}">
                      <a16:creationId xmlns:a16="http://schemas.microsoft.com/office/drawing/2014/main" id="{6739E587-DC21-47CC-AD79-39A3CA8C18CB}"/>
                    </a:ext>
                  </a:extLst>
                </p:cNvPr>
                <p:cNvSpPr/>
                <p:nvPr/>
              </p:nvSpPr>
              <p:spPr>
                <a:xfrm>
                  <a:off x="1217593" y="4741510"/>
                  <a:ext cx="94059" cy="112817"/>
                </a:xfrm>
                <a:custGeom>
                  <a:avLst/>
                  <a:gdLst>
                    <a:gd name="connsiteX0" fmla="*/ 38767 w 94059"/>
                    <a:gd name="connsiteY0" fmla="*/ 55769 h 112817"/>
                    <a:gd name="connsiteX1" fmla="*/ 21431 w 94059"/>
                    <a:gd name="connsiteY1" fmla="*/ 110252 h 112817"/>
                    <a:gd name="connsiteX2" fmla="*/ 50387 w 94059"/>
                    <a:gd name="connsiteY2" fmla="*/ 111395 h 112817"/>
                    <a:gd name="connsiteX3" fmla="*/ 92583 w 94059"/>
                    <a:gd name="connsiteY3" fmla="*/ 43672 h 112817"/>
                    <a:gd name="connsiteX4" fmla="*/ 24860 w 94059"/>
                    <a:gd name="connsiteY4" fmla="*/ 1477 h 112817"/>
                    <a:gd name="connsiteX5" fmla="*/ 0 w 94059"/>
                    <a:gd name="connsiteY5" fmla="*/ 14716 h 112817"/>
                    <a:gd name="connsiteX6" fmla="*/ 38767 w 94059"/>
                    <a:gd name="connsiteY6" fmla="*/ 55769 h 112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59" h="112817">
                      <a:moveTo>
                        <a:pt x="38767" y="55769"/>
                      </a:moveTo>
                      <a:cubicBezTo>
                        <a:pt x="43625" y="76438"/>
                        <a:pt x="36195" y="97012"/>
                        <a:pt x="21431" y="110252"/>
                      </a:cubicBezTo>
                      <a:cubicBezTo>
                        <a:pt x="30575" y="113014"/>
                        <a:pt x="40481" y="113776"/>
                        <a:pt x="50387" y="111395"/>
                      </a:cubicBezTo>
                      <a:cubicBezTo>
                        <a:pt x="80772" y="104347"/>
                        <a:pt x="99632" y="73962"/>
                        <a:pt x="92583" y="43672"/>
                      </a:cubicBezTo>
                      <a:cubicBezTo>
                        <a:pt x="85535" y="13288"/>
                        <a:pt x="55150" y="-5572"/>
                        <a:pt x="24860" y="1477"/>
                      </a:cubicBezTo>
                      <a:cubicBezTo>
                        <a:pt x="15240" y="3763"/>
                        <a:pt x="6858" y="8525"/>
                        <a:pt x="0" y="14716"/>
                      </a:cubicBezTo>
                      <a:cubicBezTo>
                        <a:pt x="18669" y="20431"/>
                        <a:pt x="34004" y="35386"/>
                        <a:pt x="38767" y="55769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" name="Forme libre : forme 167">
                  <a:extLst>
                    <a:ext uri="{FF2B5EF4-FFF2-40B4-BE49-F238E27FC236}">
                      <a16:creationId xmlns:a16="http://schemas.microsoft.com/office/drawing/2014/main" id="{5AC16684-5FB9-4BEE-840A-CE1CB50A9CF0}"/>
                    </a:ext>
                  </a:extLst>
                </p:cNvPr>
                <p:cNvSpPr/>
                <p:nvPr/>
              </p:nvSpPr>
              <p:spPr>
                <a:xfrm rot="-2360340">
                  <a:off x="1213960" y="4755519"/>
                  <a:ext cx="54101" cy="47052"/>
                </a:xfrm>
                <a:custGeom>
                  <a:avLst/>
                  <a:gdLst>
                    <a:gd name="connsiteX0" fmla="*/ 54101 w 54101"/>
                    <a:gd name="connsiteY0" fmla="*/ 23526 h 47052"/>
                    <a:gd name="connsiteX1" fmla="*/ 27051 w 54101"/>
                    <a:gd name="connsiteY1" fmla="*/ 47053 h 47052"/>
                    <a:gd name="connsiteX2" fmla="*/ 0 w 54101"/>
                    <a:gd name="connsiteY2" fmla="*/ 23526 h 47052"/>
                    <a:gd name="connsiteX3" fmla="*/ 27051 w 54101"/>
                    <a:gd name="connsiteY3" fmla="*/ 0 h 47052"/>
                    <a:gd name="connsiteX4" fmla="*/ 54101 w 54101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2">
                      <a:moveTo>
                        <a:pt x="54101" y="23526"/>
                      </a:moveTo>
                      <a:cubicBezTo>
                        <a:pt x="54101" y="36520"/>
                        <a:pt x="41990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6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" name="Forme libre : forme 168">
                  <a:extLst>
                    <a:ext uri="{FF2B5EF4-FFF2-40B4-BE49-F238E27FC236}">
                      <a16:creationId xmlns:a16="http://schemas.microsoft.com/office/drawing/2014/main" id="{E8C3F56A-1870-401B-AF11-ECCA579412B8}"/>
                    </a:ext>
                  </a:extLst>
                </p:cNvPr>
                <p:cNvSpPr/>
                <p:nvPr/>
              </p:nvSpPr>
              <p:spPr>
                <a:xfrm>
                  <a:off x="1220927" y="4789660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70" name="Graphique 17">
                <a:extLst>
                  <a:ext uri="{FF2B5EF4-FFF2-40B4-BE49-F238E27FC236}">
                    <a16:creationId xmlns:a16="http://schemas.microsoft.com/office/drawing/2014/main" id="{792D12D6-9023-4520-B7E9-06AE108C1EF0}"/>
                  </a:ext>
                </a:extLst>
              </p:cNvPr>
              <p:cNvGrpSpPr/>
              <p:nvPr/>
            </p:nvGrpSpPr>
            <p:grpSpPr>
              <a:xfrm>
                <a:off x="1096054" y="4616971"/>
                <a:ext cx="112966" cy="112966"/>
                <a:chOff x="1096054" y="4616971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71" name="Forme libre : forme 170">
                  <a:extLst>
                    <a:ext uri="{FF2B5EF4-FFF2-40B4-BE49-F238E27FC236}">
                      <a16:creationId xmlns:a16="http://schemas.microsoft.com/office/drawing/2014/main" id="{24A8E9B5-D1BF-4B71-9FA0-2E0DD557FBA3}"/>
                    </a:ext>
                  </a:extLst>
                </p:cNvPr>
                <p:cNvSpPr/>
                <p:nvPr/>
              </p:nvSpPr>
              <p:spPr>
                <a:xfrm>
                  <a:off x="1096054" y="4616971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2" name="Forme libre : forme 171">
                  <a:extLst>
                    <a:ext uri="{FF2B5EF4-FFF2-40B4-BE49-F238E27FC236}">
                      <a16:creationId xmlns:a16="http://schemas.microsoft.com/office/drawing/2014/main" id="{99C6DC9F-0862-427A-A7A0-695C5BAF0D54}"/>
                    </a:ext>
                  </a:extLst>
                </p:cNvPr>
                <p:cNvSpPr/>
                <p:nvPr/>
              </p:nvSpPr>
              <p:spPr>
                <a:xfrm>
                  <a:off x="1114818" y="4617019"/>
                  <a:ext cx="94059" cy="112817"/>
                </a:xfrm>
                <a:custGeom>
                  <a:avLst/>
                  <a:gdLst>
                    <a:gd name="connsiteX0" fmla="*/ 38767 w 94059"/>
                    <a:gd name="connsiteY0" fmla="*/ 55769 h 112817"/>
                    <a:gd name="connsiteX1" fmla="*/ 21431 w 94059"/>
                    <a:gd name="connsiteY1" fmla="*/ 110252 h 112817"/>
                    <a:gd name="connsiteX2" fmla="*/ 50387 w 94059"/>
                    <a:gd name="connsiteY2" fmla="*/ 111395 h 112817"/>
                    <a:gd name="connsiteX3" fmla="*/ 92583 w 94059"/>
                    <a:gd name="connsiteY3" fmla="*/ 43672 h 112817"/>
                    <a:gd name="connsiteX4" fmla="*/ 24860 w 94059"/>
                    <a:gd name="connsiteY4" fmla="*/ 1477 h 112817"/>
                    <a:gd name="connsiteX5" fmla="*/ 0 w 94059"/>
                    <a:gd name="connsiteY5" fmla="*/ 14716 h 112817"/>
                    <a:gd name="connsiteX6" fmla="*/ 38767 w 94059"/>
                    <a:gd name="connsiteY6" fmla="*/ 55769 h 112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59" h="112817">
                      <a:moveTo>
                        <a:pt x="38767" y="55769"/>
                      </a:moveTo>
                      <a:cubicBezTo>
                        <a:pt x="43624" y="76438"/>
                        <a:pt x="36195" y="97012"/>
                        <a:pt x="21431" y="110252"/>
                      </a:cubicBezTo>
                      <a:cubicBezTo>
                        <a:pt x="30575" y="113014"/>
                        <a:pt x="40481" y="113776"/>
                        <a:pt x="50387" y="111395"/>
                      </a:cubicBezTo>
                      <a:cubicBezTo>
                        <a:pt x="80772" y="104346"/>
                        <a:pt x="99631" y="73962"/>
                        <a:pt x="92583" y="43672"/>
                      </a:cubicBezTo>
                      <a:cubicBezTo>
                        <a:pt x="85534" y="13288"/>
                        <a:pt x="55150" y="-5572"/>
                        <a:pt x="24860" y="1477"/>
                      </a:cubicBezTo>
                      <a:cubicBezTo>
                        <a:pt x="15240" y="3763"/>
                        <a:pt x="6858" y="8525"/>
                        <a:pt x="0" y="14716"/>
                      </a:cubicBezTo>
                      <a:cubicBezTo>
                        <a:pt x="18764" y="20336"/>
                        <a:pt x="34099" y="35386"/>
                        <a:pt x="38767" y="55769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3" name="Forme libre : forme 172">
                  <a:extLst>
                    <a:ext uri="{FF2B5EF4-FFF2-40B4-BE49-F238E27FC236}">
                      <a16:creationId xmlns:a16="http://schemas.microsoft.com/office/drawing/2014/main" id="{61437492-686A-4BAE-9BAC-B79A66C2AA27}"/>
                    </a:ext>
                  </a:extLst>
                </p:cNvPr>
                <p:cNvSpPr/>
                <p:nvPr/>
              </p:nvSpPr>
              <p:spPr>
                <a:xfrm rot="-2360340">
                  <a:off x="1111293" y="4630984"/>
                  <a:ext cx="54101" cy="47052"/>
                </a:xfrm>
                <a:custGeom>
                  <a:avLst/>
                  <a:gdLst>
                    <a:gd name="connsiteX0" fmla="*/ 54101 w 54101"/>
                    <a:gd name="connsiteY0" fmla="*/ 23526 h 47052"/>
                    <a:gd name="connsiteX1" fmla="*/ 27051 w 54101"/>
                    <a:gd name="connsiteY1" fmla="*/ 47053 h 47052"/>
                    <a:gd name="connsiteX2" fmla="*/ 0 w 54101"/>
                    <a:gd name="connsiteY2" fmla="*/ 23526 h 47052"/>
                    <a:gd name="connsiteX3" fmla="*/ 27051 w 54101"/>
                    <a:gd name="connsiteY3" fmla="*/ 0 h 47052"/>
                    <a:gd name="connsiteX4" fmla="*/ 54101 w 54101"/>
                    <a:gd name="connsiteY4" fmla="*/ 23526 h 4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2">
                      <a:moveTo>
                        <a:pt x="54101" y="23526"/>
                      </a:moveTo>
                      <a:cubicBezTo>
                        <a:pt x="54101" y="36520"/>
                        <a:pt x="41990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6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0" y="0"/>
                        <a:pt x="54101" y="10533"/>
                        <a:pt x="54101" y="23526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4" name="Forme libre : forme 173">
                  <a:extLst>
                    <a:ext uri="{FF2B5EF4-FFF2-40B4-BE49-F238E27FC236}">
                      <a16:creationId xmlns:a16="http://schemas.microsoft.com/office/drawing/2014/main" id="{8848E89B-218A-4E70-AEDF-CCA065F476BA}"/>
                    </a:ext>
                  </a:extLst>
                </p:cNvPr>
                <p:cNvSpPr/>
                <p:nvPr/>
              </p:nvSpPr>
              <p:spPr>
                <a:xfrm>
                  <a:off x="1118247" y="4665168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75" name="Forme libre : forme 174">
                <a:extLst>
                  <a:ext uri="{FF2B5EF4-FFF2-40B4-BE49-F238E27FC236}">
                    <a16:creationId xmlns:a16="http://schemas.microsoft.com/office/drawing/2014/main" id="{8814906E-B355-443C-8886-F7EA35566BFB}"/>
                  </a:ext>
                </a:extLst>
              </p:cNvPr>
              <p:cNvSpPr/>
              <p:nvPr/>
            </p:nvSpPr>
            <p:spPr>
              <a:xfrm>
                <a:off x="1184636" y="4507520"/>
                <a:ext cx="275956" cy="269565"/>
              </a:xfrm>
              <a:custGeom>
                <a:avLst/>
                <a:gdLst>
                  <a:gd name="connsiteX0" fmla="*/ 241078 w 275956"/>
                  <a:gd name="connsiteY0" fmla="*/ 20297 h 269565"/>
                  <a:gd name="connsiteX1" fmla="*/ 249746 w 275956"/>
                  <a:gd name="connsiteY1" fmla="*/ 28774 h 269565"/>
                  <a:gd name="connsiteX2" fmla="*/ 275463 w 275956"/>
                  <a:gd name="connsiteY2" fmla="*/ 95925 h 269565"/>
                  <a:gd name="connsiteX3" fmla="*/ 225266 w 275956"/>
                  <a:gd name="connsiteY3" fmla="*/ 163743 h 269565"/>
                  <a:gd name="connsiteX4" fmla="*/ 111252 w 275956"/>
                  <a:gd name="connsiteY4" fmla="*/ 269566 h 269565"/>
                  <a:gd name="connsiteX5" fmla="*/ 92773 w 275956"/>
                  <a:gd name="connsiteY5" fmla="*/ 254612 h 269565"/>
                  <a:gd name="connsiteX6" fmla="*/ 212122 w 275956"/>
                  <a:gd name="connsiteY6" fmla="*/ 143931 h 269565"/>
                  <a:gd name="connsiteX7" fmla="*/ 251841 w 275956"/>
                  <a:gd name="connsiteY7" fmla="*/ 93068 h 269565"/>
                  <a:gd name="connsiteX8" fmla="*/ 232220 w 275956"/>
                  <a:gd name="connsiteY8" fmla="*/ 44967 h 269565"/>
                  <a:gd name="connsiteX9" fmla="*/ 190690 w 275956"/>
                  <a:gd name="connsiteY9" fmla="*/ 23630 h 269565"/>
                  <a:gd name="connsiteX10" fmla="*/ 136970 w 275956"/>
                  <a:gd name="connsiteY10" fmla="*/ 53729 h 269565"/>
                  <a:gd name="connsiteX11" fmla="*/ 8763 w 275956"/>
                  <a:gd name="connsiteY11" fmla="*/ 154694 h 269565"/>
                  <a:gd name="connsiteX12" fmla="*/ 0 w 275956"/>
                  <a:gd name="connsiteY12" fmla="*/ 132596 h 269565"/>
                  <a:gd name="connsiteX13" fmla="*/ 119253 w 275956"/>
                  <a:gd name="connsiteY13" fmla="*/ 37918 h 269565"/>
                  <a:gd name="connsiteX14" fmla="*/ 190500 w 275956"/>
                  <a:gd name="connsiteY14" fmla="*/ 9 h 269565"/>
                  <a:gd name="connsiteX15" fmla="*/ 241078 w 275956"/>
                  <a:gd name="connsiteY15" fmla="*/ 20297 h 269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5956" h="269565">
                    <a:moveTo>
                      <a:pt x="241078" y="20297"/>
                    </a:moveTo>
                    <a:cubicBezTo>
                      <a:pt x="244030" y="22869"/>
                      <a:pt x="246888" y="25726"/>
                      <a:pt x="249746" y="28774"/>
                    </a:cubicBezTo>
                    <a:cubicBezTo>
                      <a:pt x="269367" y="50015"/>
                      <a:pt x="278225" y="73256"/>
                      <a:pt x="275463" y="95925"/>
                    </a:cubicBezTo>
                    <a:cubicBezTo>
                      <a:pt x="272415" y="120976"/>
                      <a:pt x="255461" y="143741"/>
                      <a:pt x="225266" y="163743"/>
                    </a:cubicBezTo>
                    <a:cubicBezTo>
                      <a:pt x="165068" y="203462"/>
                      <a:pt x="111823" y="268899"/>
                      <a:pt x="111252" y="269566"/>
                    </a:cubicBezTo>
                    <a:lnTo>
                      <a:pt x="92773" y="254612"/>
                    </a:lnTo>
                    <a:cubicBezTo>
                      <a:pt x="95060" y="251850"/>
                      <a:pt x="148876" y="185746"/>
                      <a:pt x="212122" y="143931"/>
                    </a:cubicBezTo>
                    <a:cubicBezTo>
                      <a:pt x="236315" y="127929"/>
                      <a:pt x="249650" y="110879"/>
                      <a:pt x="251841" y="93068"/>
                    </a:cubicBezTo>
                    <a:cubicBezTo>
                      <a:pt x="254222" y="73542"/>
                      <a:pt x="242506" y="56111"/>
                      <a:pt x="232220" y="44967"/>
                    </a:cubicBezTo>
                    <a:cubicBezTo>
                      <a:pt x="219170" y="30774"/>
                      <a:pt x="205169" y="23535"/>
                      <a:pt x="190690" y="23630"/>
                    </a:cubicBezTo>
                    <a:cubicBezTo>
                      <a:pt x="168593" y="23726"/>
                      <a:pt x="149352" y="40013"/>
                      <a:pt x="136970" y="53729"/>
                    </a:cubicBezTo>
                    <a:cubicBezTo>
                      <a:pt x="103061" y="91449"/>
                      <a:pt x="43434" y="140978"/>
                      <a:pt x="8763" y="154694"/>
                    </a:cubicBezTo>
                    <a:lnTo>
                      <a:pt x="0" y="132596"/>
                    </a:lnTo>
                    <a:cubicBezTo>
                      <a:pt x="28099" y="121452"/>
                      <a:pt x="83820" y="77256"/>
                      <a:pt x="119253" y="37918"/>
                    </a:cubicBezTo>
                    <a:cubicBezTo>
                      <a:pt x="141542" y="13248"/>
                      <a:pt x="166211" y="104"/>
                      <a:pt x="190500" y="9"/>
                    </a:cubicBezTo>
                    <a:cubicBezTo>
                      <a:pt x="208597" y="-277"/>
                      <a:pt x="225457" y="6581"/>
                      <a:pt x="241078" y="20297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76" name="Graphique 17">
              <a:extLst>
                <a:ext uri="{FF2B5EF4-FFF2-40B4-BE49-F238E27FC236}">
                  <a16:creationId xmlns:a16="http://schemas.microsoft.com/office/drawing/2014/main" id="{2A0BCFEB-11E7-4DCB-8BA4-367A4038D77A}"/>
                </a:ext>
              </a:extLst>
            </p:cNvPr>
            <p:cNvGrpSpPr/>
            <p:nvPr/>
          </p:nvGrpSpPr>
          <p:grpSpPr>
            <a:xfrm>
              <a:off x="3008575" y="2614150"/>
              <a:ext cx="344523" cy="366392"/>
              <a:chOff x="3008575" y="2614150"/>
              <a:chExt cx="344523" cy="366392"/>
            </a:xfrm>
            <a:solidFill>
              <a:schemeClr val="accent1"/>
            </a:solidFill>
          </p:grpSpPr>
          <p:grpSp>
            <p:nvGrpSpPr>
              <p:cNvPr id="177" name="Graphique 17">
                <a:extLst>
                  <a:ext uri="{FF2B5EF4-FFF2-40B4-BE49-F238E27FC236}">
                    <a16:creationId xmlns:a16="http://schemas.microsoft.com/office/drawing/2014/main" id="{7AEFF3DE-3049-4338-A0FB-B59C6BE1CE80}"/>
                  </a:ext>
                </a:extLst>
              </p:cNvPr>
              <p:cNvGrpSpPr/>
              <p:nvPr/>
            </p:nvGrpSpPr>
            <p:grpSpPr>
              <a:xfrm>
                <a:off x="3115068" y="2614150"/>
                <a:ext cx="112966" cy="112966"/>
                <a:chOff x="3115068" y="2614150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78" name="Forme libre : forme 177">
                  <a:extLst>
                    <a:ext uri="{FF2B5EF4-FFF2-40B4-BE49-F238E27FC236}">
                      <a16:creationId xmlns:a16="http://schemas.microsoft.com/office/drawing/2014/main" id="{944E3B73-6417-48C2-A965-C76CA04C341F}"/>
                    </a:ext>
                  </a:extLst>
                </p:cNvPr>
                <p:cNvSpPr/>
                <p:nvPr/>
              </p:nvSpPr>
              <p:spPr>
                <a:xfrm>
                  <a:off x="3115068" y="2614150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9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9" name="Forme libre : forme 178">
                  <a:extLst>
                    <a:ext uri="{FF2B5EF4-FFF2-40B4-BE49-F238E27FC236}">
                      <a16:creationId xmlns:a16="http://schemas.microsoft.com/office/drawing/2014/main" id="{0E91FE67-88BF-47A5-B982-A71BE14C614F}"/>
                    </a:ext>
                  </a:extLst>
                </p:cNvPr>
                <p:cNvSpPr/>
                <p:nvPr/>
              </p:nvSpPr>
              <p:spPr>
                <a:xfrm>
                  <a:off x="3115168" y="2614323"/>
                  <a:ext cx="101532" cy="112693"/>
                </a:xfrm>
                <a:custGeom>
                  <a:avLst/>
                  <a:gdLst>
                    <a:gd name="connsiteX0" fmla="*/ 55431 w 101532"/>
                    <a:gd name="connsiteY0" fmla="*/ 57167 h 112693"/>
                    <a:gd name="connsiteX1" fmla="*/ 61813 w 101532"/>
                    <a:gd name="connsiteY1" fmla="*/ 302 h 112693"/>
                    <a:gd name="connsiteX2" fmla="*/ 33143 w 101532"/>
                    <a:gd name="connsiteY2" fmla="*/ 4874 h 112693"/>
                    <a:gd name="connsiteX3" fmla="*/ 5044 w 101532"/>
                    <a:gd name="connsiteY3" fmla="*/ 79550 h 112693"/>
                    <a:gd name="connsiteX4" fmla="*/ 79720 w 101532"/>
                    <a:gd name="connsiteY4" fmla="*/ 107649 h 112693"/>
                    <a:gd name="connsiteX5" fmla="*/ 101532 w 101532"/>
                    <a:gd name="connsiteY5" fmla="*/ 89742 h 112693"/>
                    <a:gd name="connsiteX6" fmla="*/ 55431 w 101532"/>
                    <a:gd name="connsiteY6" fmla="*/ 57167 h 112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532" h="112693">
                      <a:moveTo>
                        <a:pt x="55431" y="57167"/>
                      </a:moveTo>
                      <a:cubicBezTo>
                        <a:pt x="46668" y="37831"/>
                        <a:pt x="49907" y="16209"/>
                        <a:pt x="61813" y="302"/>
                      </a:cubicBezTo>
                      <a:cubicBezTo>
                        <a:pt x="52288" y="-650"/>
                        <a:pt x="42477" y="588"/>
                        <a:pt x="33143" y="4874"/>
                      </a:cubicBezTo>
                      <a:cubicBezTo>
                        <a:pt x="4758" y="17733"/>
                        <a:pt x="-7815" y="51166"/>
                        <a:pt x="5044" y="79550"/>
                      </a:cubicBezTo>
                      <a:cubicBezTo>
                        <a:pt x="17903" y="107935"/>
                        <a:pt x="51336" y="120508"/>
                        <a:pt x="79720" y="107649"/>
                      </a:cubicBezTo>
                      <a:cubicBezTo>
                        <a:pt x="88769" y="103553"/>
                        <a:pt x="96008" y="97267"/>
                        <a:pt x="101532" y="89742"/>
                      </a:cubicBezTo>
                      <a:cubicBezTo>
                        <a:pt x="82006" y="87932"/>
                        <a:pt x="64099" y="76217"/>
                        <a:pt x="55431" y="57167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0" name="Forme libre : forme 179">
                  <a:extLst>
                    <a:ext uri="{FF2B5EF4-FFF2-40B4-BE49-F238E27FC236}">
                      <a16:creationId xmlns:a16="http://schemas.microsoft.com/office/drawing/2014/main" id="{2F4533DF-A305-487F-B380-ABC1AB522682}"/>
                    </a:ext>
                  </a:extLst>
                </p:cNvPr>
                <p:cNvSpPr/>
                <p:nvPr/>
              </p:nvSpPr>
              <p:spPr>
                <a:xfrm rot="-3037459">
                  <a:off x="3162093" y="2663156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1" name="Forme libre : forme 180">
                  <a:extLst>
                    <a:ext uri="{FF2B5EF4-FFF2-40B4-BE49-F238E27FC236}">
                      <a16:creationId xmlns:a16="http://schemas.microsoft.com/office/drawing/2014/main" id="{F9C0276F-174C-4297-A229-F040FF098CB9}"/>
                    </a:ext>
                  </a:extLst>
                </p:cNvPr>
                <p:cNvSpPr/>
                <p:nvPr/>
              </p:nvSpPr>
              <p:spPr>
                <a:xfrm>
                  <a:off x="3186696" y="2655583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6" y="18479"/>
                        <a:pt x="0" y="14342"/>
                        <a:pt x="0" y="9239"/>
                      </a:cubicBezTo>
                      <a:cubicBezTo>
                        <a:pt x="0" y="4137"/>
                        <a:pt x="4136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82" name="Graphique 17">
                <a:extLst>
                  <a:ext uri="{FF2B5EF4-FFF2-40B4-BE49-F238E27FC236}">
                    <a16:creationId xmlns:a16="http://schemas.microsoft.com/office/drawing/2014/main" id="{69BFB8C4-675A-49CB-9B23-373B1313DEE6}"/>
                  </a:ext>
                </a:extLst>
              </p:cNvPr>
              <p:cNvGrpSpPr/>
              <p:nvPr/>
            </p:nvGrpSpPr>
            <p:grpSpPr>
              <a:xfrm>
                <a:off x="3240132" y="2716162"/>
                <a:ext cx="112966" cy="112966"/>
                <a:chOff x="3240132" y="2716162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83" name="Forme libre : forme 182">
                  <a:extLst>
                    <a:ext uri="{FF2B5EF4-FFF2-40B4-BE49-F238E27FC236}">
                      <a16:creationId xmlns:a16="http://schemas.microsoft.com/office/drawing/2014/main" id="{6ABA8889-1042-420E-897B-C00854129434}"/>
                    </a:ext>
                  </a:extLst>
                </p:cNvPr>
                <p:cNvSpPr/>
                <p:nvPr/>
              </p:nvSpPr>
              <p:spPr>
                <a:xfrm>
                  <a:off x="3240132" y="2716162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4" name="Forme libre : forme 183">
                  <a:extLst>
                    <a:ext uri="{FF2B5EF4-FFF2-40B4-BE49-F238E27FC236}">
                      <a16:creationId xmlns:a16="http://schemas.microsoft.com/office/drawing/2014/main" id="{86196C13-20CB-4D27-AC31-849DBB992009}"/>
                    </a:ext>
                  </a:extLst>
                </p:cNvPr>
                <p:cNvSpPr/>
                <p:nvPr/>
              </p:nvSpPr>
              <p:spPr>
                <a:xfrm>
                  <a:off x="3240231" y="2716336"/>
                  <a:ext cx="101532" cy="112693"/>
                </a:xfrm>
                <a:custGeom>
                  <a:avLst/>
                  <a:gdLst>
                    <a:gd name="connsiteX0" fmla="*/ 55431 w 101532"/>
                    <a:gd name="connsiteY0" fmla="*/ 57167 h 112693"/>
                    <a:gd name="connsiteX1" fmla="*/ 61813 w 101532"/>
                    <a:gd name="connsiteY1" fmla="*/ 302 h 112693"/>
                    <a:gd name="connsiteX2" fmla="*/ 33143 w 101532"/>
                    <a:gd name="connsiteY2" fmla="*/ 4874 h 112693"/>
                    <a:gd name="connsiteX3" fmla="*/ 5044 w 101532"/>
                    <a:gd name="connsiteY3" fmla="*/ 79550 h 112693"/>
                    <a:gd name="connsiteX4" fmla="*/ 79720 w 101532"/>
                    <a:gd name="connsiteY4" fmla="*/ 107649 h 112693"/>
                    <a:gd name="connsiteX5" fmla="*/ 101532 w 101532"/>
                    <a:gd name="connsiteY5" fmla="*/ 89742 h 112693"/>
                    <a:gd name="connsiteX6" fmla="*/ 55431 w 101532"/>
                    <a:gd name="connsiteY6" fmla="*/ 57167 h 112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532" h="112693">
                      <a:moveTo>
                        <a:pt x="55431" y="57167"/>
                      </a:moveTo>
                      <a:cubicBezTo>
                        <a:pt x="46668" y="37831"/>
                        <a:pt x="49907" y="16209"/>
                        <a:pt x="61813" y="302"/>
                      </a:cubicBezTo>
                      <a:cubicBezTo>
                        <a:pt x="52288" y="-650"/>
                        <a:pt x="42477" y="588"/>
                        <a:pt x="33143" y="4874"/>
                      </a:cubicBezTo>
                      <a:cubicBezTo>
                        <a:pt x="4758" y="17733"/>
                        <a:pt x="-7815" y="51166"/>
                        <a:pt x="5044" y="79550"/>
                      </a:cubicBezTo>
                      <a:cubicBezTo>
                        <a:pt x="17903" y="107935"/>
                        <a:pt x="51335" y="120508"/>
                        <a:pt x="79720" y="107649"/>
                      </a:cubicBezTo>
                      <a:cubicBezTo>
                        <a:pt x="88768" y="103553"/>
                        <a:pt x="96007" y="97267"/>
                        <a:pt x="101532" y="89742"/>
                      </a:cubicBezTo>
                      <a:cubicBezTo>
                        <a:pt x="82101" y="87932"/>
                        <a:pt x="64099" y="76217"/>
                        <a:pt x="55431" y="57167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5" name="Forme libre : forme 184">
                  <a:extLst>
                    <a:ext uri="{FF2B5EF4-FFF2-40B4-BE49-F238E27FC236}">
                      <a16:creationId xmlns:a16="http://schemas.microsoft.com/office/drawing/2014/main" id="{759AE946-C5E1-4CD9-BA6A-A83480AA5078}"/>
                    </a:ext>
                  </a:extLst>
                </p:cNvPr>
                <p:cNvSpPr/>
                <p:nvPr/>
              </p:nvSpPr>
              <p:spPr>
                <a:xfrm rot="-3037459">
                  <a:off x="3287234" y="2765138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0" y="0"/>
                        <a:pt x="27051" y="0"/>
                      </a:cubicBezTo>
                      <a:cubicBezTo>
                        <a:pt x="41990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" name="Forme libre : forme 185">
                  <a:extLst>
                    <a:ext uri="{FF2B5EF4-FFF2-40B4-BE49-F238E27FC236}">
                      <a16:creationId xmlns:a16="http://schemas.microsoft.com/office/drawing/2014/main" id="{EB27B16B-65FE-4303-97E1-1F1211960C27}"/>
                    </a:ext>
                  </a:extLst>
                </p:cNvPr>
                <p:cNvSpPr/>
                <p:nvPr/>
              </p:nvSpPr>
              <p:spPr>
                <a:xfrm>
                  <a:off x="3311760" y="2757596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87" name="Forme libre : forme 186">
                <a:extLst>
                  <a:ext uri="{FF2B5EF4-FFF2-40B4-BE49-F238E27FC236}">
                    <a16:creationId xmlns:a16="http://schemas.microsoft.com/office/drawing/2014/main" id="{A09B191A-1712-4859-A113-99A3914059A0}"/>
                  </a:ext>
                </a:extLst>
              </p:cNvPr>
              <p:cNvSpPr/>
              <p:nvPr/>
            </p:nvSpPr>
            <p:spPr>
              <a:xfrm>
                <a:off x="3008575" y="2699113"/>
                <a:ext cx="263084" cy="281428"/>
              </a:xfrm>
              <a:custGeom>
                <a:avLst/>
                <a:gdLst>
                  <a:gd name="connsiteX0" fmla="*/ 48677 w 263084"/>
                  <a:gd name="connsiteY0" fmla="*/ 269748 h 281428"/>
                  <a:gd name="connsiteX1" fmla="*/ 38580 w 263084"/>
                  <a:gd name="connsiteY1" fmla="*/ 263080 h 281428"/>
                  <a:gd name="connsiteX2" fmla="*/ 194 w 263084"/>
                  <a:gd name="connsiteY2" fmla="*/ 202311 h 281428"/>
                  <a:gd name="connsiteX3" fmla="*/ 36199 w 263084"/>
                  <a:gd name="connsiteY3" fmla="*/ 126016 h 281428"/>
                  <a:gd name="connsiteX4" fmla="*/ 127258 w 263084"/>
                  <a:gd name="connsiteY4" fmla="*/ 0 h 281428"/>
                  <a:gd name="connsiteX5" fmla="*/ 148308 w 263084"/>
                  <a:gd name="connsiteY5" fmla="*/ 11049 h 281428"/>
                  <a:gd name="connsiteX6" fmla="*/ 52868 w 263084"/>
                  <a:gd name="connsiteY6" fmla="*/ 142970 h 281428"/>
                  <a:gd name="connsiteX7" fmla="*/ 23912 w 263084"/>
                  <a:gd name="connsiteY7" fmla="*/ 200596 h 281428"/>
                  <a:gd name="connsiteX8" fmla="*/ 52582 w 263084"/>
                  <a:gd name="connsiteY8" fmla="*/ 243935 h 281428"/>
                  <a:gd name="connsiteX9" fmla="*/ 97445 w 263084"/>
                  <a:gd name="connsiteY9" fmla="*/ 256699 h 281428"/>
                  <a:gd name="connsiteX10" fmla="*/ 144212 w 263084"/>
                  <a:gd name="connsiteY10" fmla="*/ 216694 h 281428"/>
                  <a:gd name="connsiteX11" fmla="*/ 250131 w 263084"/>
                  <a:gd name="connsiteY11" fmla="*/ 92678 h 281428"/>
                  <a:gd name="connsiteX12" fmla="*/ 263085 w 263084"/>
                  <a:gd name="connsiteY12" fmla="*/ 112681 h 281428"/>
                  <a:gd name="connsiteX13" fmla="*/ 164691 w 263084"/>
                  <a:gd name="connsiteY13" fmla="*/ 228886 h 281428"/>
                  <a:gd name="connsiteX14" fmla="*/ 102207 w 263084"/>
                  <a:gd name="connsiteY14" fmla="*/ 280035 h 281428"/>
                  <a:gd name="connsiteX15" fmla="*/ 48677 w 263084"/>
                  <a:gd name="connsiteY15" fmla="*/ 269748 h 281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63084" h="281428">
                    <a:moveTo>
                      <a:pt x="48677" y="269748"/>
                    </a:moveTo>
                    <a:cubicBezTo>
                      <a:pt x="45343" y="267748"/>
                      <a:pt x="41914" y="265557"/>
                      <a:pt x="38580" y="263080"/>
                    </a:cubicBezTo>
                    <a:cubicBezTo>
                      <a:pt x="15244" y="246031"/>
                      <a:pt x="1909" y="224980"/>
                      <a:pt x="194" y="202311"/>
                    </a:cubicBezTo>
                    <a:cubicBezTo>
                      <a:pt x="-1711" y="177165"/>
                      <a:pt x="10386" y="151447"/>
                      <a:pt x="36199" y="126016"/>
                    </a:cubicBezTo>
                    <a:cubicBezTo>
                      <a:pt x="87444" y="75247"/>
                      <a:pt x="126877" y="762"/>
                      <a:pt x="127258" y="0"/>
                    </a:cubicBezTo>
                    <a:lnTo>
                      <a:pt x="148308" y="11049"/>
                    </a:lnTo>
                    <a:cubicBezTo>
                      <a:pt x="146594" y="14192"/>
                      <a:pt x="106779" y="89535"/>
                      <a:pt x="52868" y="142970"/>
                    </a:cubicBezTo>
                    <a:cubicBezTo>
                      <a:pt x="32294" y="163354"/>
                      <a:pt x="22578" y="182785"/>
                      <a:pt x="23912" y="200596"/>
                    </a:cubicBezTo>
                    <a:cubicBezTo>
                      <a:pt x="25436" y="220218"/>
                      <a:pt x="40295" y="234982"/>
                      <a:pt x="52582" y="243935"/>
                    </a:cubicBezTo>
                    <a:cubicBezTo>
                      <a:pt x="68203" y="255270"/>
                      <a:pt x="83253" y="259651"/>
                      <a:pt x="97445" y="256699"/>
                    </a:cubicBezTo>
                    <a:cubicBezTo>
                      <a:pt x="119066" y="252222"/>
                      <a:pt x="134783" y="232505"/>
                      <a:pt x="144212" y="216694"/>
                    </a:cubicBezTo>
                    <a:cubicBezTo>
                      <a:pt x="170120" y="173069"/>
                      <a:pt x="218888" y="112871"/>
                      <a:pt x="250131" y="92678"/>
                    </a:cubicBezTo>
                    <a:lnTo>
                      <a:pt x="263085" y="112681"/>
                    </a:lnTo>
                    <a:cubicBezTo>
                      <a:pt x="237748" y="129064"/>
                      <a:pt x="191742" y="183356"/>
                      <a:pt x="164691" y="228886"/>
                    </a:cubicBezTo>
                    <a:cubicBezTo>
                      <a:pt x="147641" y="257461"/>
                      <a:pt x="126115" y="275177"/>
                      <a:pt x="102207" y="280035"/>
                    </a:cubicBezTo>
                    <a:cubicBezTo>
                      <a:pt x="84586" y="283655"/>
                      <a:pt x="66584" y="280225"/>
                      <a:pt x="48677" y="269748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188" name="Graphique 17">
              <a:extLst>
                <a:ext uri="{FF2B5EF4-FFF2-40B4-BE49-F238E27FC236}">
                  <a16:creationId xmlns:a16="http://schemas.microsoft.com/office/drawing/2014/main" id="{8A42A725-F5FF-4673-8C69-4F729458057F}"/>
                </a:ext>
              </a:extLst>
            </p:cNvPr>
            <p:cNvGrpSpPr/>
            <p:nvPr/>
          </p:nvGrpSpPr>
          <p:grpSpPr>
            <a:xfrm>
              <a:off x="1303604" y="4699397"/>
              <a:ext cx="344618" cy="366392"/>
              <a:chOff x="1303604" y="4699397"/>
              <a:chExt cx="344618" cy="366392"/>
            </a:xfrm>
            <a:solidFill>
              <a:schemeClr val="accent1"/>
            </a:solidFill>
          </p:grpSpPr>
          <p:grpSp>
            <p:nvGrpSpPr>
              <p:cNvPr id="189" name="Graphique 17">
                <a:extLst>
                  <a:ext uri="{FF2B5EF4-FFF2-40B4-BE49-F238E27FC236}">
                    <a16:creationId xmlns:a16="http://schemas.microsoft.com/office/drawing/2014/main" id="{1B1E3B7A-28C0-4BE9-8BB6-F2E38CB8728C}"/>
                  </a:ext>
                </a:extLst>
              </p:cNvPr>
              <p:cNvGrpSpPr/>
              <p:nvPr/>
            </p:nvGrpSpPr>
            <p:grpSpPr>
              <a:xfrm>
                <a:off x="1428762" y="4952823"/>
                <a:ext cx="112966" cy="112966"/>
                <a:chOff x="1428762" y="4952823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90" name="Forme libre : forme 189">
                  <a:extLst>
                    <a:ext uri="{FF2B5EF4-FFF2-40B4-BE49-F238E27FC236}">
                      <a16:creationId xmlns:a16="http://schemas.microsoft.com/office/drawing/2014/main" id="{D580DA17-EAA5-47C7-84A8-F82F72957021}"/>
                    </a:ext>
                  </a:extLst>
                </p:cNvPr>
                <p:cNvSpPr/>
                <p:nvPr/>
              </p:nvSpPr>
              <p:spPr>
                <a:xfrm>
                  <a:off x="1428762" y="4952823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1" name="Forme libre : forme 190">
                  <a:extLst>
                    <a:ext uri="{FF2B5EF4-FFF2-40B4-BE49-F238E27FC236}">
                      <a16:creationId xmlns:a16="http://schemas.microsoft.com/office/drawing/2014/main" id="{D2604905-2A0C-4B9A-8187-E68FB034ABD8}"/>
                    </a:ext>
                  </a:extLst>
                </p:cNvPr>
                <p:cNvSpPr/>
                <p:nvPr/>
              </p:nvSpPr>
              <p:spPr>
                <a:xfrm>
                  <a:off x="1440097" y="4952922"/>
                  <a:ext cx="101532" cy="112693"/>
                </a:xfrm>
                <a:custGeom>
                  <a:avLst/>
                  <a:gdLst>
                    <a:gd name="connsiteX0" fmla="*/ 46101 w 101532"/>
                    <a:gd name="connsiteY0" fmla="*/ 55527 h 112693"/>
                    <a:gd name="connsiteX1" fmla="*/ 39719 w 101532"/>
                    <a:gd name="connsiteY1" fmla="*/ 112391 h 112693"/>
                    <a:gd name="connsiteX2" fmla="*/ 68389 w 101532"/>
                    <a:gd name="connsiteY2" fmla="*/ 107819 h 112693"/>
                    <a:gd name="connsiteX3" fmla="*/ 96488 w 101532"/>
                    <a:gd name="connsiteY3" fmla="*/ 33143 h 112693"/>
                    <a:gd name="connsiteX4" fmla="*/ 21812 w 101532"/>
                    <a:gd name="connsiteY4" fmla="*/ 5044 h 112693"/>
                    <a:gd name="connsiteX5" fmla="*/ 0 w 101532"/>
                    <a:gd name="connsiteY5" fmla="*/ 22951 h 112693"/>
                    <a:gd name="connsiteX6" fmla="*/ 46101 w 101532"/>
                    <a:gd name="connsiteY6" fmla="*/ 55527 h 112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532" h="112693">
                      <a:moveTo>
                        <a:pt x="46101" y="55527"/>
                      </a:moveTo>
                      <a:cubicBezTo>
                        <a:pt x="54864" y="74862"/>
                        <a:pt x="51625" y="96484"/>
                        <a:pt x="39719" y="112391"/>
                      </a:cubicBezTo>
                      <a:cubicBezTo>
                        <a:pt x="49244" y="113343"/>
                        <a:pt x="59055" y="112105"/>
                        <a:pt x="68389" y="107819"/>
                      </a:cubicBezTo>
                      <a:cubicBezTo>
                        <a:pt x="96774" y="94960"/>
                        <a:pt x="109347" y="61527"/>
                        <a:pt x="96488" y="33143"/>
                      </a:cubicBezTo>
                      <a:cubicBezTo>
                        <a:pt x="83629" y="4758"/>
                        <a:pt x="50197" y="-7815"/>
                        <a:pt x="21812" y="5044"/>
                      </a:cubicBezTo>
                      <a:cubicBezTo>
                        <a:pt x="12763" y="9140"/>
                        <a:pt x="5524" y="15426"/>
                        <a:pt x="0" y="22951"/>
                      </a:cubicBezTo>
                      <a:cubicBezTo>
                        <a:pt x="19526" y="24761"/>
                        <a:pt x="37433" y="36381"/>
                        <a:pt x="46101" y="55527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2" name="Forme libre : forme 191">
                  <a:extLst>
                    <a:ext uri="{FF2B5EF4-FFF2-40B4-BE49-F238E27FC236}">
                      <a16:creationId xmlns:a16="http://schemas.microsoft.com/office/drawing/2014/main" id="{338B1CFE-76AC-4C20-B693-E947A6F725A4}"/>
                    </a:ext>
                  </a:extLst>
                </p:cNvPr>
                <p:cNvSpPr/>
                <p:nvPr/>
              </p:nvSpPr>
              <p:spPr>
                <a:xfrm rot="-3037459">
                  <a:off x="1440641" y="4970000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3" name="Forme libre : forme 192">
                  <a:extLst>
                    <a:ext uri="{FF2B5EF4-FFF2-40B4-BE49-F238E27FC236}">
                      <a16:creationId xmlns:a16="http://schemas.microsoft.com/office/drawing/2014/main" id="{832BFE3F-23A8-4866-A021-1BEBDCBB8570}"/>
                    </a:ext>
                  </a:extLst>
                </p:cNvPr>
                <p:cNvSpPr/>
                <p:nvPr/>
              </p:nvSpPr>
              <p:spPr>
                <a:xfrm>
                  <a:off x="1451622" y="5005877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194" name="Graphique 17">
                <a:extLst>
                  <a:ext uri="{FF2B5EF4-FFF2-40B4-BE49-F238E27FC236}">
                    <a16:creationId xmlns:a16="http://schemas.microsoft.com/office/drawing/2014/main" id="{A10DE11F-77A2-4B84-9503-996EB9DA8FED}"/>
                  </a:ext>
                </a:extLst>
              </p:cNvPr>
              <p:cNvGrpSpPr/>
              <p:nvPr/>
            </p:nvGrpSpPr>
            <p:grpSpPr>
              <a:xfrm>
                <a:off x="1303604" y="4850810"/>
                <a:ext cx="112966" cy="112966"/>
                <a:chOff x="1303604" y="4850810"/>
                <a:chExt cx="112966" cy="112966"/>
              </a:xfrm>
              <a:solidFill>
                <a:schemeClr val="accent1"/>
              </a:solidFill>
            </p:grpSpPr>
            <p:sp>
              <p:nvSpPr>
                <p:cNvPr id="195" name="Forme libre : forme 194">
                  <a:extLst>
                    <a:ext uri="{FF2B5EF4-FFF2-40B4-BE49-F238E27FC236}">
                      <a16:creationId xmlns:a16="http://schemas.microsoft.com/office/drawing/2014/main" id="{F52B427C-9757-4BEC-B60B-ABD6E6A069CB}"/>
                    </a:ext>
                  </a:extLst>
                </p:cNvPr>
                <p:cNvSpPr/>
                <p:nvPr/>
              </p:nvSpPr>
              <p:spPr>
                <a:xfrm>
                  <a:off x="1303604" y="4850810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6" name="Forme libre : forme 195">
                  <a:extLst>
                    <a:ext uri="{FF2B5EF4-FFF2-40B4-BE49-F238E27FC236}">
                      <a16:creationId xmlns:a16="http://schemas.microsoft.com/office/drawing/2014/main" id="{F0EF7E8A-1A9C-4A94-A5D9-BDCFF255D52D}"/>
                    </a:ext>
                  </a:extLst>
                </p:cNvPr>
                <p:cNvSpPr/>
                <p:nvPr/>
              </p:nvSpPr>
              <p:spPr>
                <a:xfrm>
                  <a:off x="1315034" y="4850909"/>
                  <a:ext cx="101532" cy="112693"/>
                </a:xfrm>
                <a:custGeom>
                  <a:avLst/>
                  <a:gdLst>
                    <a:gd name="connsiteX0" fmla="*/ 46101 w 101532"/>
                    <a:gd name="connsiteY0" fmla="*/ 55527 h 112693"/>
                    <a:gd name="connsiteX1" fmla="*/ 39719 w 101532"/>
                    <a:gd name="connsiteY1" fmla="*/ 112391 h 112693"/>
                    <a:gd name="connsiteX2" fmla="*/ 68389 w 101532"/>
                    <a:gd name="connsiteY2" fmla="*/ 107819 h 112693"/>
                    <a:gd name="connsiteX3" fmla="*/ 96488 w 101532"/>
                    <a:gd name="connsiteY3" fmla="*/ 33143 h 112693"/>
                    <a:gd name="connsiteX4" fmla="*/ 21812 w 101532"/>
                    <a:gd name="connsiteY4" fmla="*/ 5044 h 112693"/>
                    <a:gd name="connsiteX5" fmla="*/ 0 w 101532"/>
                    <a:gd name="connsiteY5" fmla="*/ 22951 h 112693"/>
                    <a:gd name="connsiteX6" fmla="*/ 46101 w 101532"/>
                    <a:gd name="connsiteY6" fmla="*/ 55527 h 112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532" h="112693">
                      <a:moveTo>
                        <a:pt x="46101" y="55527"/>
                      </a:moveTo>
                      <a:cubicBezTo>
                        <a:pt x="54864" y="74862"/>
                        <a:pt x="51626" y="96484"/>
                        <a:pt x="39719" y="112391"/>
                      </a:cubicBezTo>
                      <a:cubicBezTo>
                        <a:pt x="49244" y="113343"/>
                        <a:pt x="59055" y="112105"/>
                        <a:pt x="68389" y="107819"/>
                      </a:cubicBezTo>
                      <a:cubicBezTo>
                        <a:pt x="96774" y="94960"/>
                        <a:pt x="109347" y="61527"/>
                        <a:pt x="96488" y="33143"/>
                      </a:cubicBezTo>
                      <a:cubicBezTo>
                        <a:pt x="83629" y="4758"/>
                        <a:pt x="50197" y="-7815"/>
                        <a:pt x="21812" y="5044"/>
                      </a:cubicBezTo>
                      <a:cubicBezTo>
                        <a:pt x="12763" y="9140"/>
                        <a:pt x="5524" y="15426"/>
                        <a:pt x="0" y="22951"/>
                      </a:cubicBezTo>
                      <a:cubicBezTo>
                        <a:pt x="19431" y="24761"/>
                        <a:pt x="37433" y="36381"/>
                        <a:pt x="46101" y="55527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7" name="Forme libre : forme 196">
                  <a:extLst>
                    <a:ext uri="{FF2B5EF4-FFF2-40B4-BE49-F238E27FC236}">
                      <a16:creationId xmlns:a16="http://schemas.microsoft.com/office/drawing/2014/main" id="{C2084653-15DA-4618-ACF3-AC354AF494B9}"/>
                    </a:ext>
                  </a:extLst>
                </p:cNvPr>
                <p:cNvSpPr/>
                <p:nvPr/>
              </p:nvSpPr>
              <p:spPr>
                <a:xfrm rot="-3037459">
                  <a:off x="1315501" y="4868020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8" name="Forme libre : forme 197">
                  <a:extLst>
                    <a:ext uri="{FF2B5EF4-FFF2-40B4-BE49-F238E27FC236}">
                      <a16:creationId xmlns:a16="http://schemas.microsoft.com/office/drawing/2014/main" id="{92FE0E48-E234-4071-B880-E81F215E9123}"/>
                    </a:ext>
                  </a:extLst>
                </p:cNvPr>
                <p:cNvSpPr/>
                <p:nvPr/>
              </p:nvSpPr>
              <p:spPr>
                <a:xfrm>
                  <a:off x="1326559" y="4903864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99" name="Forme libre : forme 198">
                <a:extLst>
                  <a:ext uri="{FF2B5EF4-FFF2-40B4-BE49-F238E27FC236}">
                    <a16:creationId xmlns:a16="http://schemas.microsoft.com/office/drawing/2014/main" id="{540C393E-C9DF-4E91-B6D3-768FA2F1DF6B}"/>
                  </a:ext>
                </a:extLst>
              </p:cNvPr>
              <p:cNvSpPr/>
              <p:nvPr/>
            </p:nvSpPr>
            <p:spPr>
              <a:xfrm>
                <a:off x="1385138" y="4699397"/>
                <a:ext cx="263084" cy="281429"/>
              </a:xfrm>
              <a:custGeom>
                <a:avLst/>
                <a:gdLst>
                  <a:gd name="connsiteX0" fmla="*/ 214408 w 263084"/>
                  <a:gd name="connsiteY0" fmla="*/ 11681 h 281429"/>
                  <a:gd name="connsiteX1" fmla="*/ 224504 w 263084"/>
                  <a:gd name="connsiteY1" fmla="*/ 18349 h 281429"/>
                  <a:gd name="connsiteX2" fmla="*/ 262890 w 263084"/>
                  <a:gd name="connsiteY2" fmla="*/ 79118 h 281429"/>
                  <a:gd name="connsiteX3" fmla="*/ 226885 w 263084"/>
                  <a:gd name="connsiteY3" fmla="*/ 155413 h 281429"/>
                  <a:gd name="connsiteX4" fmla="*/ 135826 w 263084"/>
                  <a:gd name="connsiteY4" fmla="*/ 281429 h 281429"/>
                  <a:gd name="connsiteX5" fmla="*/ 114776 w 263084"/>
                  <a:gd name="connsiteY5" fmla="*/ 270380 h 281429"/>
                  <a:gd name="connsiteX6" fmla="*/ 210217 w 263084"/>
                  <a:gd name="connsiteY6" fmla="*/ 138459 h 281429"/>
                  <a:gd name="connsiteX7" fmla="*/ 239173 w 263084"/>
                  <a:gd name="connsiteY7" fmla="*/ 80833 h 281429"/>
                  <a:gd name="connsiteX8" fmla="*/ 210502 w 263084"/>
                  <a:gd name="connsiteY8" fmla="*/ 37494 h 281429"/>
                  <a:gd name="connsiteX9" fmla="*/ 165640 w 263084"/>
                  <a:gd name="connsiteY9" fmla="*/ 24730 h 281429"/>
                  <a:gd name="connsiteX10" fmla="*/ 118872 w 263084"/>
                  <a:gd name="connsiteY10" fmla="*/ 64735 h 281429"/>
                  <a:gd name="connsiteX11" fmla="*/ 12954 w 263084"/>
                  <a:gd name="connsiteY11" fmla="*/ 188751 h 281429"/>
                  <a:gd name="connsiteX12" fmla="*/ 0 w 263084"/>
                  <a:gd name="connsiteY12" fmla="*/ 168748 h 281429"/>
                  <a:gd name="connsiteX13" fmla="*/ 98393 w 263084"/>
                  <a:gd name="connsiteY13" fmla="*/ 52543 h 281429"/>
                  <a:gd name="connsiteX14" fmla="*/ 160877 w 263084"/>
                  <a:gd name="connsiteY14" fmla="*/ 1394 h 281429"/>
                  <a:gd name="connsiteX15" fmla="*/ 214408 w 263084"/>
                  <a:gd name="connsiteY15" fmla="*/ 11681 h 281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63084" h="281429">
                    <a:moveTo>
                      <a:pt x="214408" y="11681"/>
                    </a:moveTo>
                    <a:cubicBezTo>
                      <a:pt x="217741" y="13681"/>
                      <a:pt x="221170" y="15872"/>
                      <a:pt x="224504" y="18349"/>
                    </a:cubicBezTo>
                    <a:cubicBezTo>
                      <a:pt x="247840" y="35398"/>
                      <a:pt x="261175" y="56449"/>
                      <a:pt x="262890" y="79118"/>
                    </a:cubicBezTo>
                    <a:cubicBezTo>
                      <a:pt x="264795" y="104264"/>
                      <a:pt x="252698" y="129981"/>
                      <a:pt x="226885" y="155413"/>
                    </a:cubicBezTo>
                    <a:cubicBezTo>
                      <a:pt x="175641" y="206181"/>
                      <a:pt x="136207" y="280667"/>
                      <a:pt x="135826" y="281429"/>
                    </a:cubicBezTo>
                    <a:lnTo>
                      <a:pt x="114776" y="270380"/>
                    </a:lnTo>
                    <a:cubicBezTo>
                      <a:pt x="116491" y="267237"/>
                      <a:pt x="156305" y="191894"/>
                      <a:pt x="210217" y="138459"/>
                    </a:cubicBezTo>
                    <a:cubicBezTo>
                      <a:pt x="230791" y="118075"/>
                      <a:pt x="240506" y="98644"/>
                      <a:pt x="239173" y="80833"/>
                    </a:cubicBezTo>
                    <a:cubicBezTo>
                      <a:pt x="237649" y="61211"/>
                      <a:pt x="222790" y="46447"/>
                      <a:pt x="210502" y="37494"/>
                    </a:cubicBezTo>
                    <a:cubicBezTo>
                      <a:pt x="194881" y="26159"/>
                      <a:pt x="179832" y="21778"/>
                      <a:pt x="165640" y="24730"/>
                    </a:cubicBezTo>
                    <a:cubicBezTo>
                      <a:pt x="144018" y="29207"/>
                      <a:pt x="128301" y="48924"/>
                      <a:pt x="118872" y="64735"/>
                    </a:cubicBezTo>
                    <a:cubicBezTo>
                      <a:pt x="92964" y="108360"/>
                      <a:pt x="44196" y="168558"/>
                      <a:pt x="12954" y="188751"/>
                    </a:cubicBezTo>
                    <a:lnTo>
                      <a:pt x="0" y="168748"/>
                    </a:lnTo>
                    <a:cubicBezTo>
                      <a:pt x="25336" y="152365"/>
                      <a:pt x="71342" y="98073"/>
                      <a:pt x="98393" y="52543"/>
                    </a:cubicBezTo>
                    <a:cubicBezTo>
                      <a:pt x="115443" y="23968"/>
                      <a:pt x="136969" y="6252"/>
                      <a:pt x="160877" y="1394"/>
                    </a:cubicBezTo>
                    <a:cubicBezTo>
                      <a:pt x="178498" y="-2225"/>
                      <a:pt x="196501" y="1203"/>
                      <a:pt x="214408" y="11681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00" name="Graphique 17">
              <a:extLst>
                <a:ext uri="{FF2B5EF4-FFF2-40B4-BE49-F238E27FC236}">
                  <a16:creationId xmlns:a16="http://schemas.microsoft.com/office/drawing/2014/main" id="{ADAE1EE5-939E-40EF-B177-63C9B0B59EF1}"/>
                </a:ext>
              </a:extLst>
            </p:cNvPr>
            <p:cNvGrpSpPr/>
            <p:nvPr/>
          </p:nvGrpSpPr>
          <p:grpSpPr>
            <a:xfrm>
              <a:off x="1666411" y="2414601"/>
              <a:ext cx="298102" cy="376955"/>
              <a:chOff x="1666411" y="2414601"/>
              <a:chExt cx="298102" cy="376955"/>
            </a:xfrm>
            <a:solidFill>
              <a:schemeClr val="accent1"/>
            </a:solidFill>
          </p:grpSpPr>
          <p:grpSp>
            <p:nvGrpSpPr>
              <p:cNvPr id="201" name="Graphique 17">
                <a:extLst>
                  <a:ext uri="{FF2B5EF4-FFF2-40B4-BE49-F238E27FC236}">
                    <a16:creationId xmlns:a16="http://schemas.microsoft.com/office/drawing/2014/main" id="{A326EECE-050D-4F5A-95CB-4F507728DC4F}"/>
                  </a:ext>
                </a:extLst>
              </p:cNvPr>
              <p:cNvGrpSpPr/>
              <p:nvPr/>
            </p:nvGrpSpPr>
            <p:grpSpPr>
              <a:xfrm>
                <a:off x="1666411" y="2472989"/>
                <a:ext cx="113011" cy="112966"/>
                <a:chOff x="1666411" y="2472989"/>
                <a:chExt cx="113011" cy="112966"/>
              </a:xfrm>
              <a:solidFill>
                <a:schemeClr val="accent1"/>
              </a:solidFill>
            </p:grpSpPr>
            <p:sp>
              <p:nvSpPr>
                <p:cNvPr id="202" name="Forme libre : forme 201">
                  <a:extLst>
                    <a:ext uri="{FF2B5EF4-FFF2-40B4-BE49-F238E27FC236}">
                      <a16:creationId xmlns:a16="http://schemas.microsoft.com/office/drawing/2014/main" id="{75AF7D65-C33E-4EEC-8CB0-2DDFBB71EE64}"/>
                    </a:ext>
                  </a:extLst>
                </p:cNvPr>
                <p:cNvSpPr/>
                <p:nvPr/>
              </p:nvSpPr>
              <p:spPr>
                <a:xfrm>
                  <a:off x="1666411" y="2472989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3" name="Forme libre : forme 202">
                  <a:extLst>
                    <a:ext uri="{FF2B5EF4-FFF2-40B4-BE49-F238E27FC236}">
                      <a16:creationId xmlns:a16="http://schemas.microsoft.com/office/drawing/2014/main" id="{E2DECFB6-975E-433F-A257-3B75AE8B0E70}"/>
                    </a:ext>
                  </a:extLst>
                </p:cNvPr>
                <p:cNvSpPr/>
                <p:nvPr/>
              </p:nvSpPr>
              <p:spPr>
                <a:xfrm>
                  <a:off x="1666551" y="2497087"/>
                  <a:ext cx="112872" cy="88728"/>
                </a:xfrm>
                <a:custGeom>
                  <a:avLst/>
                  <a:gdLst>
                    <a:gd name="connsiteX0" fmla="*/ 56725 w 112872"/>
                    <a:gd name="connsiteY0" fmla="*/ 33623 h 88728"/>
                    <a:gd name="connsiteX1" fmla="*/ 10433 w 112872"/>
                    <a:gd name="connsiteY1" fmla="*/ 0 h 88728"/>
                    <a:gd name="connsiteX2" fmla="*/ 241 w 112872"/>
                    <a:gd name="connsiteY2" fmla="*/ 27146 h 88728"/>
                    <a:gd name="connsiteX3" fmla="*/ 51295 w 112872"/>
                    <a:gd name="connsiteY3" fmla="*/ 88487 h 88728"/>
                    <a:gd name="connsiteX4" fmla="*/ 112636 w 112872"/>
                    <a:gd name="connsiteY4" fmla="*/ 37433 h 88728"/>
                    <a:gd name="connsiteX5" fmla="*/ 107874 w 112872"/>
                    <a:gd name="connsiteY5" fmla="*/ 9716 h 88728"/>
                    <a:gd name="connsiteX6" fmla="*/ 56725 w 112872"/>
                    <a:gd name="connsiteY6" fmla="*/ 33623 h 88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72" h="88728">
                      <a:moveTo>
                        <a:pt x="56725" y="33623"/>
                      </a:moveTo>
                      <a:cubicBezTo>
                        <a:pt x="35579" y="31718"/>
                        <a:pt x="18434" y="18193"/>
                        <a:pt x="10433" y="0"/>
                      </a:cubicBezTo>
                      <a:cubicBezTo>
                        <a:pt x="4909" y="7811"/>
                        <a:pt x="1098" y="16954"/>
                        <a:pt x="241" y="27146"/>
                      </a:cubicBezTo>
                      <a:cubicBezTo>
                        <a:pt x="-2616" y="58198"/>
                        <a:pt x="20244" y="85630"/>
                        <a:pt x="51295" y="88487"/>
                      </a:cubicBezTo>
                      <a:cubicBezTo>
                        <a:pt x="82347" y="91345"/>
                        <a:pt x="109779" y="68485"/>
                        <a:pt x="112636" y="37433"/>
                      </a:cubicBezTo>
                      <a:cubicBezTo>
                        <a:pt x="113589" y="27527"/>
                        <a:pt x="111588" y="18193"/>
                        <a:pt x="107874" y="9716"/>
                      </a:cubicBezTo>
                      <a:cubicBezTo>
                        <a:pt x="96539" y="25717"/>
                        <a:pt x="77489" y="35528"/>
                        <a:pt x="56725" y="33623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4" name="Forme libre : forme 203">
                  <a:extLst>
                    <a:ext uri="{FF2B5EF4-FFF2-40B4-BE49-F238E27FC236}">
                      <a16:creationId xmlns:a16="http://schemas.microsoft.com/office/drawing/2014/main" id="{9E1DE17C-EAD9-48FF-A535-B29A013CA893}"/>
                    </a:ext>
                  </a:extLst>
                </p:cNvPr>
                <p:cNvSpPr/>
                <p:nvPr/>
              </p:nvSpPr>
              <p:spPr>
                <a:xfrm rot="-1260523">
                  <a:off x="1721830" y="2494946"/>
                  <a:ext cx="47052" cy="54100"/>
                </a:xfrm>
                <a:custGeom>
                  <a:avLst/>
                  <a:gdLst>
                    <a:gd name="connsiteX0" fmla="*/ 47052 w 47052"/>
                    <a:gd name="connsiteY0" fmla="*/ 27050 h 54100"/>
                    <a:gd name="connsiteX1" fmla="*/ 23526 w 47052"/>
                    <a:gd name="connsiteY1" fmla="*/ 54100 h 54100"/>
                    <a:gd name="connsiteX2" fmla="*/ 0 w 47052"/>
                    <a:gd name="connsiteY2" fmla="*/ 27050 h 54100"/>
                    <a:gd name="connsiteX3" fmla="*/ 23526 w 47052"/>
                    <a:gd name="connsiteY3" fmla="*/ 0 h 54100"/>
                    <a:gd name="connsiteX4" fmla="*/ 47052 w 47052"/>
                    <a:gd name="connsiteY4" fmla="*/ 27050 h 54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0">
                      <a:moveTo>
                        <a:pt x="47052" y="27050"/>
                      </a:moveTo>
                      <a:cubicBezTo>
                        <a:pt x="47052" y="41990"/>
                        <a:pt x="36519" y="54100"/>
                        <a:pt x="23526" y="54100"/>
                      </a:cubicBezTo>
                      <a:cubicBezTo>
                        <a:pt x="10533" y="54100"/>
                        <a:pt x="0" y="41990"/>
                        <a:pt x="0" y="27050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19" y="0"/>
                        <a:pt x="47052" y="12111"/>
                        <a:pt x="47052" y="27050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5" name="Forme libre : forme 204">
                  <a:extLst>
                    <a:ext uri="{FF2B5EF4-FFF2-40B4-BE49-F238E27FC236}">
                      <a16:creationId xmlns:a16="http://schemas.microsoft.com/office/drawing/2014/main" id="{C764D2D4-C0A9-41A9-9230-FC683AE002A2}"/>
                    </a:ext>
                  </a:extLst>
                </p:cNvPr>
                <p:cNvSpPr/>
                <p:nvPr/>
              </p:nvSpPr>
              <p:spPr>
                <a:xfrm>
                  <a:off x="1720703" y="2496135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206" name="Graphique 17">
                <a:extLst>
                  <a:ext uri="{FF2B5EF4-FFF2-40B4-BE49-F238E27FC236}">
                    <a16:creationId xmlns:a16="http://schemas.microsoft.com/office/drawing/2014/main" id="{12F0C235-397E-4366-9EE6-7CB9D8EF743B}"/>
                  </a:ext>
                </a:extLst>
              </p:cNvPr>
              <p:cNvGrpSpPr/>
              <p:nvPr/>
            </p:nvGrpSpPr>
            <p:grpSpPr>
              <a:xfrm>
                <a:off x="1817001" y="2414601"/>
                <a:ext cx="112966" cy="112966"/>
                <a:chOff x="1817001" y="2414601"/>
                <a:chExt cx="112966" cy="112966"/>
              </a:xfrm>
              <a:solidFill>
                <a:schemeClr val="accent1"/>
              </a:solidFill>
            </p:grpSpPr>
            <p:sp>
              <p:nvSpPr>
                <p:cNvPr id="207" name="Forme libre : forme 206">
                  <a:extLst>
                    <a:ext uri="{FF2B5EF4-FFF2-40B4-BE49-F238E27FC236}">
                      <a16:creationId xmlns:a16="http://schemas.microsoft.com/office/drawing/2014/main" id="{CEB97466-F4B0-4F46-9C45-78563B101BB0}"/>
                    </a:ext>
                  </a:extLst>
                </p:cNvPr>
                <p:cNvSpPr/>
                <p:nvPr/>
              </p:nvSpPr>
              <p:spPr>
                <a:xfrm>
                  <a:off x="1817001" y="2414601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9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F7B61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8" name="Forme libre : forme 207">
                  <a:extLst>
                    <a:ext uri="{FF2B5EF4-FFF2-40B4-BE49-F238E27FC236}">
                      <a16:creationId xmlns:a16="http://schemas.microsoft.com/office/drawing/2014/main" id="{DD7E9B15-ACAE-4DA9-A6F8-D6CD5E071B33}"/>
                    </a:ext>
                  </a:extLst>
                </p:cNvPr>
                <p:cNvSpPr/>
                <p:nvPr/>
              </p:nvSpPr>
              <p:spPr>
                <a:xfrm>
                  <a:off x="1817046" y="2438794"/>
                  <a:ext cx="112872" cy="88728"/>
                </a:xfrm>
                <a:custGeom>
                  <a:avLst/>
                  <a:gdLst>
                    <a:gd name="connsiteX0" fmla="*/ 56724 w 112872"/>
                    <a:gd name="connsiteY0" fmla="*/ 33623 h 88728"/>
                    <a:gd name="connsiteX1" fmla="*/ 10433 w 112872"/>
                    <a:gd name="connsiteY1" fmla="*/ 0 h 88728"/>
                    <a:gd name="connsiteX2" fmla="*/ 241 w 112872"/>
                    <a:gd name="connsiteY2" fmla="*/ 27146 h 88728"/>
                    <a:gd name="connsiteX3" fmla="*/ 51295 w 112872"/>
                    <a:gd name="connsiteY3" fmla="*/ 88487 h 88728"/>
                    <a:gd name="connsiteX4" fmla="*/ 112636 w 112872"/>
                    <a:gd name="connsiteY4" fmla="*/ 37433 h 88728"/>
                    <a:gd name="connsiteX5" fmla="*/ 107874 w 112872"/>
                    <a:gd name="connsiteY5" fmla="*/ 9715 h 88728"/>
                    <a:gd name="connsiteX6" fmla="*/ 56724 w 112872"/>
                    <a:gd name="connsiteY6" fmla="*/ 33623 h 88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72" h="88728">
                      <a:moveTo>
                        <a:pt x="56724" y="33623"/>
                      </a:moveTo>
                      <a:cubicBezTo>
                        <a:pt x="35579" y="31718"/>
                        <a:pt x="18434" y="18193"/>
                        <a:pt x="10433" y="0"/>
                      </a:cubicBezTo>
                      <a:cubicBezTo>
                        <a:pt x="4908" y="7810"/>
                        <a:pt x="1194" y="16954"/>
                        <a:pt x="241" y="27146"/>
                      </a:cubicBezTo>
                      <a:cubicBezTo>
                        <a:pt x="-2616" y="58198"/>
                        <a:pt x="20244" y="85630"/>
                        <a:pt x="51295" y="88487"/>
                      </a:cubicBezTo>
                      <a:cubicBezTo>
                        <a:pt x="82347" y="91345"/>
                        <a:pt x="109779" y="68485"/>
                        <a:pt x="112636" y="37433"/>
                      </a:cubicBezTo>
                      <a:cubicBezTo>
                        <a:pt x="113589" y="27527"/>
                        <a:pt x="111589" y="18193"/>
                        <a:pt x="107874" y="9715"/>
                      </a:cubicBezTo>
                      <a:cubicBezTo>
                        <a:pt x="96634" y="25717"/>
                        <a:pt x="77584" y="35528"/>
                        <a:pt x="56724" y="33623"/>
                      </a:cubicBezTo>
                      <a:close/>
                    </a:path>
                  </a:pathLst>
                </a:custGeom>
                <a:solidFill>
                  <a:srgbClr val="F399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9" name="Forme libre : forme 208">
                  <a:extLst>
                    <a:ext uri="{FF2B5EF4-FFF2-40B4-BE49-F238E27FC236}">
                      <a16:creationId xmlns:a16="http://schemas.microsoft.com/office/drawing/2014/main" id="{E57DBB60-804C-49E8-B115-1D93194FB43C}"/>
                    </a:ext>
                  </a:extLst>
                </p:cNvPr>
                <p:cNvSpPr/>
                <p:nvPr/>
              </p:nvSpPr>
              <p:spPr>
                <a:xfrm rot="-1260523">
                  <a:off x="1872342" y="2436658"/>
                  <a:ext cx="47052" cy="54100"/>
                </a:xfrm>
                <a:custGeom>
                  <a:avLst/>
                  <a:gdLst>
                    <a:gd name="connsiteX0" fmla="*/ 47052 w 47052"/>
                    <a:gd name="connsiteY0" fmla="*/ 27050 h 54100"/>
                    <a:gd name="connsiteX1" fmla="*/ 23526 w 47052"/>
                    <a:gd name="connsiteY1" fmla="*/ 54100 h 54100"/>
                    <a:gd name="connsiteX2" fmla="*/ 0 w 47052"/>
                    <a:gd name="connsiteY2" fmla="*/ 27050 h 54100"/>
                    <a:gd name="connsiteX3" fmla="*/ 23526 w 47052"/>
                    <a:gd name="connsiteY3" fmla="*/ 0 h 54100"/>
                    <a:gd name="connsiteX4" fmla="*/ 47052 w 47052"/>
                    <a:gd name="connsiteY4" fmla="*/ 27050 h 54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2" h="54100">
                      <a:moveTo>
                        <a:pt x="47052" y="27050"/>
                      </a:moveTo>
                      <a:cubicBezTo>
                        <a:pt x="47052" y="41990"/>
                        <a:pt x="36519" y="54100"/>
                        <a:pt x="23526" y="54100"/>
                      </a:cubicBezTo>
                      <a:cubicBezTo>
                        <a:pt x="10533" y="54100"/>
                        <a:pt x="0" y="41990"/>
                        <a:pt x="0" y="27050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19" y="0"/>
                        <a:pt x="47052" y="12111"/>
                        <a:pt x="47052" y="27050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0" name="Forme libre : forme 209">
                  <a:extLst>
                    <a:ext uri="{FF2B5EF4-FFF2-40B4-BE49-F238E27FC236}">
                      <a16:creationId xmlns:a16="http://schemas.microsoft.com/office/drawing/2014/main" id="{B9EACF57-A57B-4ECD-A972-474EC5D2482C}"/>
                    </a:ext>
                  </a:extLst>
                </p:cNvPr>
                <p:cNvSpPr/>
                <p:nvPr/>
              </p:nvSpPr>
              <p:spPr>
                <a:xfrm>
                  <a:off x="1871198" y="2437842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11" name="Forme libre : forme 210">
                <a:extLst>
                  <a:ext uri="{FF2B5EF4-FFF2-40B4-BE49-F238E27FC236}">
                    <a16:creationId xmlns:a16="http://schemas.microsoft.com/office/drawing/2014/main" id="{921D61F0-605D-41A9-8A81-8817EE384066}"/>
                  </a:ext>
                </a:extLst>
              </p:cNvPr>
              <p:cNvSpPr/>
              <p:nvPr/>
            </p:nvSpPr>
            <p:spPr>
              <a:xfrm>
                <a:off x="1730038" y="2512327"/>
                <a:ext cx="234475" cy="279228"/>
              </a:xfrm>
              <a:custGeom>
                <a:avLst/>
                <a:gdLst>
                  <a:gd name="connsiteX0" fmla="*/ 195739 w 234475"/>
                  <a:gd name="connsiteY0" fmla="*/ 263842 h 279228"/>
                  <a:gd name="connsiteX1" fmla="*/ 184975 w 234475"/>
                  <a:gd name="connsiteY1" fmla="*/ 269367 h 279228"/>
                  <a:gd name="connsiteX2" fmla="*/ 113157 w 234475"/>
                  <a:gd name="connsiteY2" fmla="*/ 272701 h 279228"/>
                  <a:gd name="connsiteX3" fmla="*/ 64579 w 234475"/>
                  <a:gd name="connsiteY3" fmla="*/ 203740 h 279228"/>
                  <a:gd name="connsiteX4" fmla="*/ 0 w 234475"/>
                  <a:gd name="connsiteY4" fmla="*/ 62293 h 279228"/>
                  <a:gd name="connsiteX5" fmla="*/ 20003 w 234475"/>
                  <a:gd name="connsiteY5" fmla="*/ 49435 h 279228"/>
                  <a:gd name="connsiteX6" fmla="*/ 87535 w 234475"/>
                  <a:gd name="connsiteY6" fmla="*/ 197548 h 279228"/>
                  <a:gd name="connsiteX7" fmla="*/ 123349 w 234475"/>
                  <a:gd name="connsiteY7" fmla="*/ 251269 h 279228"/>
                  <a:gd name="connsiteX8" fmla="*/ 175165 w 234475"/>
                  <a:gd name="connsiteY8" fmla="*/ 247745 h 279228"/>
                  <a:gd name="connsiteX9" fmla="*/ 208407 w 234475"/>
                  <a:gd name="connsiteY9" fmla="*/ 215074 h 279228"/>
                  <a:gd name="connsiteX10" fmla="*/ 196691 w 234475"/>
                  <a:gd name="connsiteY10" fmla="*/ 154686 h 279228"/>
                  <a:gd name="connsiteX11" fmla="*/ 141161 w 234475"/>
                  <a:gd name="connsiteY11" fmla="*/ 1333 h 279228"/>
                  <a:gd name="connsiteX12" fmla="*/ 164973 w 234475"/>
                  <a:gd name="connsiteY12" fmla="*/ 0 h 279228"/>
                  <a:gd name="connsiteX13" fmla="*/ 217361 w 234475"/>
                  <a:gd name="connsiteY13" fmla="*/ 142970 h 279228"/>
                  <a:gd name="connsiteX14" fmla="*/ 230981 w 234475"/>
                  <a:gd name="connsiteY14" fmla="*/ 222504 h 279228"/>
                  <a:gd name="connsiteX15" fmla="*/ 195739 w 234475"/>
                  <a:gd name="connsiteY15" fmla="*/ 263842 h 279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475" h="279228">
                    <a:moveTo>
                      <a:pt x="195739" y="263842"/>
                    </a:moveTo>
                    <a:cubicBezTo>
                      <a:pt x="192405" y="265843"/>
                      <a:pt x="188786" y="267652"/>
                      <a:pt x="184975" y="269367"/>
                    </a:cubicBezTo>
                    <a:cubicBezTo>
                      <a:pt x="158591" y="281273"/>
                      <a:pt x="133731" y="282416"/>
                      <a:pt x="113157" y="272701"/>
                    </a:cubicBezTo>
                    <a:cubicBezTo>
                      <a:pt x="90392" y="261938"/>
                      <a:pt x="74009" y="238696"/>
                      <a:pt x="64579" y="203740"/>
                    </a:cubicBezTo>
                    <a:cubicBezTo>
                      <a:pt x="45815" y="134112"/>
                      <a:pt x="476" y="62960"/>
                      <a:pt x="0" y="62293"/>
                    </a:cubicBezTo>
                    <a:lnTo>
                      <a:pt x="20003" y="49435"/>
                    </a:lnTo>
                    <a:cubicBezTo>
                      <a:pt x="21907" y="52483"/>
                      <a:pt x="67723" y="124301"/>
                      <a:pt x="87535" y="197548"/>
                    </a:cubicBezTo>
                    <a:cubicBezTo>
                      <a:pt x="95059" y="225552"/>
                      <a:pt x="107156" y="243554"/>
                      <a:pt x="123349" y="251269"/>
                    </a:cubicBezTo>
                    <a:cubicBezTo>
                      <a:pt x="141161" y="259651"/>
                      <a:pt x="161354" y="254032"/>
                      <a:pt x="175165" y="247745"/>
                    </a:cubicBezTo>
                    <a:cubicBezTo>
                      <a:pt x="192786" y="239744"/>
                      <a:pt x="203930" y="228790"/>
                      <a:pt x="208407" y="215074"/>
                    </a:cubicBezTo>
                    <a:cubicBezTo>
                      <a:pt x="215265" y="194119"/>
                      <a:pt x="205835" y="170593"/>
                      <a:pt x="196691" y="154686"/>
                    </a:cubicBezTo>
                    <a:cubicBezTo>
                      <a:pt x="171640" y="110585"/>
                      <a:pt x="143351" y="38481"/>
                      <a:pt x="141161" y="1333"/>
                    </a:cubicBezTo>
                    <a:lnTo>
                      <a:pt x="164973" y="0"/>
                    </a:lnTo>
                    <a:cubicBezTo>
                      <a:pt x="166688" y="30099"/>
                      <a:pt x="191167" y="96964"/>
                      <a:pt x="217361" y="142970"/>
                    </a:cubicBezTo>
                    <a:cubicBezTo>
                      <a:pt x="233839" y="171926"/>
                      <a:pt x="238506" y="199358"/>
                      <a:pt x="230981" y="222504"/>
                    </a:cubicBezTo>
                    <a:cubicBezTo>
                      <a:pt x="225457" y="239554"/>
                      <a:pt x="213646" y="253460"/>
                      <a:pt x="195739" y="263842"/>
                    </a:cubicBezTo>
                    <a:close/>
                  </a:path>
                </a:pathLst>
              </a:custGeom>
              <a:solidFill>
                <a:srgbClr val="F3991C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12" name="Graphique 17">
              <a:extLst>
                <a:ext uri="{FF2B5EF4-FFF2-40B4-BE49-F238E27FC236}">
                  <a16:creationId xmlns:a16="http://schemas.microsoft.com/office/drawing/2014/main" id="{508E658B-D969-4494-945B-287A413CF052}"/>
                </a:ext>
              </a:extLst>
            </p:cNvPr>
            <p:cNvGrpSpPr/>
            <p:nvPr/>
          </p:nvGrpSpPr>
          <p:grpSpPr>
            <a:xfrm>
              <a:off x="2714645" y="2435175"/>
              <a:ext cx="178490" cy="352874"/>
              <a:chOff x="2714645" y="2435175"/>
              <a:chExt cx="178490" cy="352874"/>
            </a:xfrm>
            <a:solidFill>
              <a:schemeClr val="accent1"/>
            </a:solidFill>
          </p:grpSpPr>
          <p:grpSp>
            <p:nvGrpSpPr>
              <p:cNvPr id="213" name="Graphique 17">
                <a:extLst>
                  <a:ext uri="{FF2B5EF4-FFF2-40B4-BE49-F238E27FC236}">
                    <a16:creationId xmlns:a16="http://schemas.microsoft.com/office/drawing/2014/main" id="{75CD55DA-AB5A-4099-8F64-9BE518DCA58F}"/>
                  </a:ext>
                </a:extLst>
              </p:cNvPr>
              <p:cNvGrpSpPr/>
              <p:nvPr/>
            </p:nvGrpSpPr>
            <p:grpSpPr>
              <a:xfrm>
                <a:off x="2780169" y="2435175"/>
                <a:ext cx="112966" cy="112966"/>
                <a:chOff x="2780169" y="2435175"/>
                <a:chExt cx="112966" cy="112966"/>
              </a:xfrm>
              <a:solidFill>
                <a:schemeClr val="accent1"/>
              </a:solidFill>
            </p:grpSpPr>
            <p:sp>
              <p:nvSpPr>
                <p:cNvPr id="214" name="Forme libre : forme 213">
                  <a:extLst>
                    <a:ext uri="{FF2B5EF4-FFF2-40B4-BE49-F238E27FC236}">
                      <a16:creationId xmlns:a16="http://schemas.microsoft.com/office/drawing/2014/main" id="{ECBB1318-3162-42CE-9F20-2446CDC34D1D}"/>
                    </a:ext>
                  </a:extLst>
                </p:cNvPr>
                <p:cNvSpPr/>
                <p:nvPr/>
              </p:nvSpPr>
              <p:spPr>
                <a:xfrm>
                  <a:off x="2780169" y="2435175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50B17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5" name="Forme libre : forme 214">
                  <a:extLst>
                    <a:ext uri="{FF2B5EF4-FFF2-40B4-BE49-F238E27FC236}">
                      <a16:creationId xmlns:a16="http://schemas.microsoft.com/office/drawing/2014/main" id="{EA6A621A-E88B-4EA4-A599-4E8218209B9D}"/>
                    </a:ext>
                  </a:extLst>
                </p:cNvPr>
                <p:cNvSpPr/>
                <p:nvPr/>
              </p:nvSpPr>
              <p:spPr>
                <a:xfrm>
                  <a:off x="2780255" y="2440604"/>
                  <a:ext cx="112214" cy="107451"/>
                </a:xfrm>
                <a:custGeom>
                  <a:avLst/>
                  <a:gdLst>
                    <a:gd name="connsiteX0" fmla="*/ 56017 w 112214"/>
                    <a:gd name="connsiteY0" fmla="*/ 52292 h 107451"/>
                    <a:gd name="connsiteX1" fmla="*/ 32966 w 112214"/>
                    <a:gd name="connsiteY1" fmla="*/ 0 h 107451"/>
                    <a:gd name="connsiteX2" fmla="*/ 10487 w 112214"/>
                    <a:gd name="connsiteY2" fmla="*/ 18288 h 107451"/>
                    <a:gd name="connsiteX3" fmla="*/ 23727 w 112214"/>
                    <a:gd name="connsiteY3" fmla="*/ 96964 h 107451"/>
                    <a:gd name="connsiteX4" fmla="*/ 102403 w 112214"/>
                    <a:gd name="connsiteY4" fmla="*/ 83725 h 107451"/>
                    <a:gd name="connsiteX5" fmla="*/ 112214 w 112214"/>
                    <a:gd name="connsiteY5" fmla="*/ 57340 h 107451"/>
                    <a:gd name="connsiteX6" fmla="*/ 56017 w 112214"/>
                    <a:gd name="connsiteY6" fmla="*/ 52292 h 10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214" h="107451">
                      <a:moveTo>
                        <a:pt x="56017" y="52292"/>
                      </a:moveTo>
                      <a:cubicBezTo>
                        <a:pt x="38681" y="40005"/>
                        <a:pt x="30680" y="19717"/>
                        <a:pt x="32966" y="0"/>
                      </a:cubicBezTo>
                      <a:cubicBezTo>
                        <a:pt x="24298" y="4000"/>
                        <a:pt x="16393" y="10001"/>
                        <a:pt x="10487" y="18288"/>
                      </a:cubicBezTo>
                      <a:cubicBezTo>
                        <a:pt x="-7610" y="43720"/>
                        <a:pt x="-1705" y="78962"/>
                        <a:pt x="23727" y="96964"/>
                      </a:cubicBezTo>
                      <a:cubicBezTo>
                        <a:pt x="49159" y="115062"/>
                        <a:pt x="84401" y="109156"/>
                        <a:pt x="102403" y="83725"/>
                      </a:cubicBezTo>
                      <a:cubicBezTo>
                        <a:pt x="108118" y="75628"/>
                        <a:pt x="111262" y="66580"/>
                        <a:pt x="112214" y="57340"/>
                      </a:cubicBezTo>
                      <a:cubicBezTo>
                        <a:pt x="94498" y="65532"/>
                        <a:pt x="73066" y="64484"/>
                        <a:pt x="56017" y="52292"/>
                      </a:cubicBezTo>
                      <a:close/>
                    </a:path>
                  </a:pathLst>
                </a:custGeom>
                <a:solidFill>
                  <a:srgbClr val="0B956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6" name="Forme libre : forme 215">
                  <a:extLst>
                    <a:ext uri="{FF2B5EF4-FFF2-40B4-BE49-F238E27FC236}">
                      <a16:creationId xmlns:a16="http://schemas.microsoft.com/office/drawing/2014/main" id="{CD03F025-AF88-4386-8779-F9BA40500449}"/>
                    </a:ext>
                  </a:extLst>
                </p:cNvPr>
                <p:cNvSpPr/>
                <p:nvPr/>
              </p:nvSpPr>
              <p:spPr>
                <a:xfrm rot="-4847238">
                  <a:off x="2832725" y="2473045"/>
                  <a:ext cx="54101" cy="47053"/>
                </a:xfrm>
                <a:custGeom>
                  <a:avLst/>
                  <a:gdLst>
                    <a:gd name="connsiteX0" fmla="*/ 54102 w 54101"/>
                    <a:gd name="connsiteY0" fmla="*/ 23527 h 47053"/>
                    <a:gd name="connsiteX1" fmla="*/ 27051 w 54101"/>
                    <a:gd name="connsiteY1" fmla="*/ 47053 h 47053"/>
                    <a:gd name="connsiteX2" fmla="*/ 0 w 54101"/>
                    <a:gd name="connsiteY2" fmla="*/ 23527 h 47053"/>
                    <a:gd name="connsiteX3" fmla="*/ 27051 w 54101"/>
                    <a:gd name="connsiteY3" fmla="*/ 0 h 47053"/>
                    <a:gd name="connsiteX4" fmla="*/ 54102 w 54101"/>
                    <a:gd name="connsiteY4" fmla="*/ 23527 h 47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1" h="47053">
                      <a:moveTo>
                        <a:pt x="54102" y="23527"/>
                      </a:moveTo>
                      <a:cubicBezTo>
                        <a:pt x="54102" y="36520"/>
                        <a:pt x="41991" y="47053"/>
                        <a:pt x="27051" y="47053"/>
                      </a:cubicBezTo>
                      <a:cubicBezTo>
                        <a:pt x="12111" y="47053"/>
                        <a:pt x="0" y="36520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2" y="10533"/>
                        <a:pt x="54102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7" name="Forme libre : forme 216">
                  <a:extLst>
                    <a:ext uri="{FF2B5EF4-FFF2-40B4-BE49-F238E27FC236}">
                      <a16:creationId xmlns:a16="http://schemas.microsoft.com/office/drawing/2014/main" id="{8A99307F-4EA5-4754-AFAF-96C5D177AD86}"/>
                    </a:ext>
                  </a:extLst>
                </p:cNvPr>
                <p:cNvSpPr/>
                <p:nvPr/>
              </p:nvSpPr>
              <p:spPr>
                <a:xfrm>
                  <a:off x="2845511" y="2465179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6"/>
                        <a:pt x="4137" y="0"/>
                        <a:pt x="9239" y="0"/>
                      </a:cubicBezTo>
                      <a:cubicBezTo>
                        <a:pt x="14342" y="0"/>
                        <a:pt x="18478" y="4136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18" name="Forme libre : forme 217">
                <a:extLst>
                  <a:ext uri="{FF2B5EF4-FFF2-40B4-BE49-F238E27FC236}">
                    <a16:creationId xmlns:a16="http://schemas.microsoft.com/office/drawing/2014/main" id="{333AAAA5-0DCF-47E6-8FDA-F85A6B47EFC0}"/>
                  </a:ext>
                </a:extLst>
              </p:cNvPr>
              <p:cNvSpPr/>
              <p:nvPr/>
            </p:nvSpPr>
            <p:spPr>
              <a:xfrm>
                <a:off x="2714645" y="2534616"/>
                <a:ext cx="116196" cy="253433"/>
              </a:xfrm>
              <a:custGeom>
                <a:avLst/>
                <a:gdLst>
                  <a:gd name="connsiteX0" fmla="*/ 45807 w 116196"/>
                  <a:gd name="connsiteY0" fmla="*/ 237934 h 253433"/>
                  <a:gd name="connsiteX1" fmla="*/ 44759 w 116196"/>
                  <a:gd name="connsiteY1" fmla="*/ 212503 h 253433"/>
                  <a:gd name="connsiteX2" fmla="*/ 116197 w 116196"/>
                  <a:gd name="connsiteY2" fmla="*/ 7810 h 253433"/>
                  <a:gd name="connsiteX3" fmla="*/ 93718 w 116196"/>
                  <a:gd name="connsiteY3" fmla="*/ 0 h 253433"/>
                  <a:gd name="connsiteX4" fmla="*/ 22756 w 116196"/>
                  <a:gd name="connsiteY4" fmla="*/ 203454 h 253433"/>
                  <a:gd name="connsiteX5" fmla="*/ 5612 w 116196"/>
                  <a:gd name="connsiteY5" fmla="*/ 223933 h 253433"/>
                  <a:gd name="connsiteX6" fmla="*/ 22280 w 116196"/>
                  <a:gd name="connsiteY6" fmla="*/ 240792 h 253433"/>
                  <a:gd name="connsiteX7" fmla="*/ 22280 w 116196"/>
                  <a:gd name="connsiteY7" fmla="*/ 240792 h 253433"/>
                  <a:gd name="connsiteX8" fmla="*/ 45807 w 116196"/>
                  <a:gd name="connsiteY8" fmla="*/ 237934 h 253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196" h="253433">
                    <a:moveTo>
                      <a:pt x="45807" y="237934"/>
                    </a:moveTo>
                    <a:cubicBezTo>
                      <a:pt x="42854" y="226123"/>
                      <a:pt x="43997" y="216503"/>
                      <a:pt x="44759" y="212503"/>
                    </a:cubicBezTo>
                    <a:lnTo>
                      <a:pt x="116197" y="7810"/>
                    </a:lnTo>
                    <a:lnTo>
                      <a:pt x="93718" y="0"/>
                    </a:lnTo>
                    <a:lnTo>
                      <a:pt x="22756" y="203454"/>
                    </a:lnTo>
                    <a:cubicBezTo>
                      <a:pt x="21613" y="205930"/>
                      <a:pt x="16565" y="215455"/>
                      <a:pt x="5612" y="223933"/>
                    </a:cubicBezTo>
                    <a:cubicBezTo>
                      <a:pt x="-7152" y="233743"/>
                      <a:pt x="3326" y="252698"/>
                      <a:pt x="22280" y="240792"/>
                    </a:cubicBezTo>
                    <a:lnTo>
                      <a:pt x="22280" y="240792"/>
                    </a:lnTo>
                    <a:cubicBezTo>
                      <a:pt x="29805" y="261938"/>
                      <a:pt x="49712" y="253460"/>
                      <a:pt x="45807" y="237934"/>
                    </a:cubicBezTo>
                    <a:close/>
                  </a:path>
                </a:pathLst>
              </a:custGeom>
              <a:solidFill>
                <a:srgbClr val="0B9561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19" name="Graphique 17">
              <a:extLst>
                <a:ext uri="{FF2B5EF4-FFF2-40B4-BE49-F238E27FC236}">
                  <a16:creationId xmlns:a16="http://schemas.microsoft.com/office/drawing/2014/main" id="{C75CF5F7-CB29-4975-95C2-7A1E3F5637E2}"/>
                </a:ext>
              </a:extLst>
            </p:cNvPr>
            <p:cNvGrpSpPr/>
            <p:nvPr/>
          </p:nvGrpSpPr>
          <p:grpSpPr>
            <a:xfrm>
              <a:off x="3442035" y="3537408"/>
              <a:ext cx="362738" cy="135695"/>
              <a:chOff x="3442035" y="3537408"/>
              <a:chExt cx="362738" cy="135695"/>
            </a:xfrm>
            <a:solidFill>
              <a:schemeClr val="accent1"/>
            </a:solidFill>
          </p:grpSpPr>
          <p:grpSp>
            <p:nvGrpSpPr>
              <p:cNvPr id="220" name="Graphique 17">
                <a:extLst>
                  <a:ext uri="{FF2B5EF4-FFF2-40B4-BE49-F238E27FC236}">
                    <a16:creationId xmlns:a16="http://schemas.microsoft.com/office/drawing/2014/main" id="{9E3BBDA6-2962-456A-B86C-CB963765F634}"/>
                  </a:ext>
                </a:extLst>
              </p:cNvPr>
              <p:cNvGrpSpPr/>
              <p:nvPr/>
            </p:nvGrpSpPr>
            <p:grpSpPr>
              <a:xfrm>
                <a:off x="3691807" y="3537408"/>
                <a:ext cx="112966" cy="112966"/>
                <a:chOff x="3691807" y="3537408"/>
                <a:chExt cx="112966" cy="112966"/>
              </a:xfrm>
              <a:solidFill>
                <a:schemeClr val="accent1"/>
              </a:solidFill>
            </p:grpSpPr>
            <p:sp>
              <p:nvSpPr>
                <p:cNvPr id="221" name="Forme libre : forme 220">
                  <a:extLst>
                    <a:ext uri="{FF2B5EF4-FFF2-40B4-BE49-F238E27FC236}">
                      <a16:creationId xmlns:a16="http://schemas.microsoft.com/office/drawing/2014/main" id="{994BCEB5-0D51-4905-AAF2-7C9A6FFC17D3}"/>
                    </a:ext>
                  </a:extLst>
                </p:cNvPr>
                <p:cNvSpPr/>
                <p:nvPr/>
              </p:nvSpPr>
              <p:spPr>
                <a:xfrm>
                  <a:off x="3691807" y="3537408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50B17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2" name="Forme libre : forme 221">
                  <a:extLst>
                    <a:ext uri="{FF2B5EF4-FFF2-40B4-BE49-F238E27FC236}">
                      <a16:creationId xmlns:a16="http://schemas.microsoft.com/office/drawing/2014/main" id="{574D6762-4D87-4929-AADA-6F77BF226490}"/>
                    </a:ext>
                  </a:extLst>
                </p:cNvPr>
                <p:cNvSpPr/>
                <p:nvPr/>
              </p:nvSpPr>
              <p:spPr>
                <a:xfrm>
                  <a:off x="3691851" y="3537451"/>
                  <a:ext cx="88824" cy="112880"/>
                </a:xfrm>
                <a:custGeom>
                  <a:avLst/>
                  <a:gdLst>
                    <a:gd name="connsiteX0" fmla="*/ 55106 w 88824"/>
                    <a:gd name="connsiteY0" fmla="*/ 56725 h 112880"/>
                    <a:gd name="connsiteX1" fmla="*/ 88825 w 88824"/>
                    <a:gd name="connsiteY1" fmla="*/ 10529 h 112880"/>
                    <a:gd name="connsiteX2" fmla="*/ 61678 w 88824"/>
                    <a:gd name="connsiteY2" fmla="*/ 242 h 112880"/>
                    <a:gd name="connsiteX3" fmla="*/ 242 w 88824"/>
                    <a:gd name="connsiteY3" fmla="*/ 51201 h 112880"/>
                    <a:gd name="connsiteX4" fmla="*/ 51201 w 88824"/>
                    <a:gd name="connsiteY4" fmla="*/ 112637 h 112880"/>
                    <a:gd name="connsiteX5" fmla="*/ 79014 w 88824"/>
                    <a:gd name="connsiteY5" fmla="*/ 107970 h 112880"/>
                    <a:gd name="connsiteX6" fmla="*/ 55106 w 88824"/>
                    <a:gd name="connsiteY6" fmla="*/ 56725 h 112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8824" h="112880">
                      <a:moveTo>
                        <a:pt x="55106" y="56725"/>
                      </a:moveTo>
                      <a:cubicBezTo>
                        <a:pt x="57106" y="35580"/>
                        <a:pt x="70631" y="18435"/>
                        <a:pt x="88825" y="10529"/>
                      </a:cubicBezTo>
                      <a:cubicBezTo>
                        <a:pt x="81014" y="5005"/>
                        <a:pt x="71870" y="1195"/>
                        <a:pt x="61678" y="242"/>
                      </a:cubicBezTo>
                      <a:cubicBezTo>
                        <a:pt x="30627" y="-2615"/>
                        <a:pt x="3100" y="20149"/>
                        <a:pt x="242" y="51201"/>
                      </a:cubicBezTo>
                      <a:cubicBezTo>
                        <a:pt x="-2616" y="82252"/>
                        <a:pt x="20149" y="109780"/>
                        <a:pt x="51201" y="112637"/>
                      </a:cubicBezTo>
                      <a:cubicBezTo>
                        <a:pt x="61106" y="113590"/>
                        <a:pt x="70441" y="111685"/>
                        <a:pt x="79014" y="107970"/>
                      </a:cubicBezTo>
                      <a:cubicBezTo>
                        <a:pt x="63012" y="96635"/>
                        <a:pt x="53201" y="77585"/>
                        <a:pt x="55106" y="56725"/>
                      </a:cubicBezTo>
                      <a:close/>
                    </a:path>
                  </a:pathLst>
                </a:custGeom>
                <a:solidFill>
                  <a:srgbClr val="0B956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3" name="Forme libre : forme 222">
                  <a:extLst>
                    <a:ext uri="{FF2B5EF4-FFF2-40B4-BE49-F238E27FC236}">
                      <a16:creationId xmlns:a16="http://schemas.microsoft.com/office/drawing/2014/main" id="{972276F2-243F-41E8-80C9-481C642AFBAA}"/>
                    </a:ext>
                  </a:extLst>
                </p:cNvPr>
                <p:cNvSpPr/>
                <p:nvPr/>
              </p:nvSpPr>
              <p:spPr>
                <a:xfrm rot="-1254205">
                  <a:off x="3728644" y="3593138"/>
                  <a:ext cx="54102" cy="47054"/>
                </a:xfrm>
                <a:custGeom>
                  <a:avLst/>
                  <a:gdLst>
                    <a:gd name="connsiteX0" fmla="*/ 54103 w 54102"/>
                    <a:gd name="connsiteY0" fmla="*/ 23527 h 47054"/>
                    <a:gd name="connsiteX1" fmla="*/ 27051 w 54102"/>
                    <a:gd name="connsiteY1" fmla="*/ 47054 h 47054"/>
                    <a:gd name="connsiteX2" fmla="*/ -1 w 54102"/>
                    <a:gd name="connsiteY2" fmla="*/ 23527 h 47054"/>
                    <a:gd name="connsiteX3" fmla="*/ 27051 w 54102"/>
                    <a:gd name="connsiteY3" fmla="*/ 0 h 47054"/>
                    <a:gd name="connsiteX4" fmla="*/ 54103 w 54102"/>
                    <a:gd name="connsiteY4" fmla="*/ 23527 h 47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2" h="47054">
                      <a:moveTo>
                        <a:pt x="54103" y="23527"/>
                      </a:moveTo>
                      <a:cubicBezTo>
                        <a:pt x="54103" y="36521"/>
                        <a:pt x="41992" y="47054"/>
                        <a:pt x="27051" y="47054"/>
                      </a:cubicBezTo>
                      <a:cubicBezTo>
                        <a:pt x="12111" y="47054"/>
                        <a:pt x="-1" y="36521"/>
                        <a:pt x="-1" y="23527"/>
                      </a:cubicBezTo>
                      <a:cubicBezTo>
                        <a:pt x="-1" y="10534"/>
                        <a:pt x="12110" y="0"/>
                        <a:pt x="27051" y="0"/>
                      </a:cubicBezTo>
                      <a:cubicBezTo>
                        <a:pt x="41991" y="0"/>
                        <a:pt x="54103" y="10534"/>
                        <a:pt x="54103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4" name="Forme libre : forme 223">
                  <a:extLst>
                    <a:ext uri="{FF2B5EF4-FFF2-40B4-BE49-F238E27FC236}">
                      <a16:creationId xmlns:a16="http://schemas.microsoft.com/office/drawing/2014/main" id="{8CB3D79E-D795-41D9-A58E-8D7B4F97FB86}"/>
                    </a:ext>
                  </a:extLst>
                </p:cNvPr>
                <p:cNvSpPr/>
                <p:nvPr/>
              </p:nvSpPr>
              <p:spPr>
                <a:xfrm>
                  <a:off x="3763054" y="3591700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25" name="Forme libre : forme 224">
                <a:extLst>
                  <a:ext uri="{FF2B5EF4-FFF2-40B4-BE49-F238E27FC236}">
                    <a16:creationId xmlns:a16="http://schemas.microsoft.com/office/drawing/2014/main" id="{0B231D19-E39F-4176-9AFB-06CF24822217}"/>
                  </a:ext>
                </a:extLst>
              </p:cNvPr>
              <p:cNvSpPr/>
              <p:nvPr/>
            </p:nvSpPr>
            <p:spPr>
              <a:xfrm>
                <a:off x="3442035" y="3591034"/>
                <a:ext cx="259391" cy="82069"/>
              </a:xfrm>
              <a:custGeom>
                <a:avLst/>
                <a:gdLst>
                  <a:gd name="connsiteX0" fmla="*/ 25077 w 259391"/>
                  <a:gd name="connsiteY0" fmla="*/ 77914 h 82069"/>
                  <a:gd name="connsiteX1" fmla="*/ 46508 w 259391"/>
                  <a:gd name="connsiteY1" fmla="*/ 64294 h 82069"/>
                  <a:gd name="connsiteX2" fmla="*/ 259392 w 259391"/>
                  <a:gd name="connsiteY2" fmla="*/ 23336 h 82069"/>
                  <a:gd name="connsiteX3" fmla="*/ 254915 w 259391"/>
                  <a:gd name="connsiteY3" fmla="*/ 0 h 82069"/>
                  <a:gd name="connsiteX4" fmla="*/ 43270 w 259391"/>
                  <a:gd name="connsiteY4" fmla="*/ 40672 h 82069"/>
                  <a:gd name="connsiteX5" fmla="*/ 16885 w 259391"/>
                  <a:gd name="connsiteY5" fmla="*/ 36100 h 82069"/>
                  <a:gd name="connsiteX6" fmla="*/ 10599 w 259391"/>
                  <a:gd name="connsiteY6" fmla="*/ 58960 h 82069"/>
                  <a:gd name="connsiteX7" fmla="*/ 10599 w 259391"/>
                  <a:gd name="connsiteY7" fmla="*/ 58960 h 82069"/>
                  <a:gd name="connsiteX8" fmla="*/ 25077 w 259391"/>
                  <a:gd name="connsiteY8" fmla="*/ 77914 h 82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9391" h="82069">
                    <a:moveTo>
                      <a:pt x="25077" y="77914"/>
                    </a:moveTo>
                    <a:cubicBezTo>
                      <a:pt x="33745" y="69437"/>
                      <a:pt x="42698" y="65627"/>
                      <a:pt x="46508" y="64294"/>
                    </a:cubicBezTo>
                    <a:lnTo>
                      <a:pt x="259392" y="23336"/>
                    </a:lnTo>
                    <a:lnTo>
                      <a:pt x="254915" y="0"/>
                    </a:lnTo>
                    <a:lnTo>
                      <a:pt x="43270" y="40672"/>
                    </a:lnTo>
                    <a:cubicBezTo>
                      <a:pt x="40508" y="40862"/>
                      <a:pt x="29744" y="41338"/>
                      <a:pt x="16885" y="36100"/>
                    </a:cubicBezTo>
                    <a:cubicBezTo>
                      <a:pt x="2026" y="30004"/>
                      <a:pt x="-9118" y="48578"/>
                      <a:pt x="10599" y="58960"/>
                    </a:cubicBezTo>
                    <a:lnTo>
                      <a:pt x="10599" y="58960"/>
                    </a:lnTo>
                    <a:cubicBezTo>
                      <a:pt x="-3784" y="76105"/>
                      <a:pt x="13552" y="89059"/>
                      <a:pt x="25077" y="77914"/>
                    </a:cubicBezTo>
                    <a:close/>
                  </a:path>
                </a:pathLst>
              </a:custGeom>
              <a:solidFill>
                <a:srgbClr val="0B9561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26" name="Graphique 17">
              <a:extLst>
                <a:ext uri="{FF2B5EF4-FFF2-40B4-BE49-F238E27FC236}">
                  <a16:creationId xmlns:a16="http://schemas.microsoft.com/office/drawing/2014/main" id="{B4A7D0D9-4483-4193-8F07-3D2296845B1B}"/>
                </a:ext>
              </a:extLst>
            </p:cNvPr>
            <p:cNvGrpSpPr/>
            <p:nvPr/>
          </p:nvGrpSpPr>
          <p:grpSpPr>
            <a:xfrm>
              <a:off x="3195774" y="4539629"/>
              <a:ext cx="300103" cy="273938"/>
              <a:chOff x="3195774" y="4539629"/>
              <a:chExt cx="300103" cy="273938"/>
            </a:xfrm>
            <a:solidFill>
              <a:schemeClr val="accent1"/>
            </a:solidFill>
          </p:grpSpPr>
          <p:grpSp>
            <p:nvGrpSpPr>
              <p:cNvPr id="227" name="Graphique 17">
                <a:extLst>
                  <a:ext uri="{FF2B5EF4-FFF2-40B4-BE49-F238E27FC236}">
                    <a16:creationId xmlns:a16="http://schemas.microsoft.com/office/drawing/2014/main" id="{4DCB3DEA-8190-4B4B-80D3-42732C9D66B8}"/>
                  </a:ext>
                </a:extLst>
              </p:cNvPr>
              <p:cNvGrpSpPr/>
              <p:nvPr/>
            </p:nvGrpSpPr>
            <p:grpSpPr>
              <a:xfrm>
                <a:off x="3382903" y="4700593"/>
                <a:ext cx="112974" cy="112974"/>
                <a:chOff x="3382903" y="4700593"/>
                <a:chExt cx="112974" cy="112974"/>
              </a:xfrm>
              <a:solidFill>
                <a:schemeClr val="accent1"/>
              </a:solidFill>
            </p:grpSpPr>
            <p:sp>
              <p:nvSpPr>
                <p:cNvPr id="228" name="Forme libre : forme 227">
                  <a:extLst>
                    <a:ext uri="{FF2B5EF4-FFF2-40B4-BE49-F238E27FC236}">
                      <a16:creationId xmlns:a16="http://schemas.microsoft.com/office/drawing/2014/main" id="{933B4560-76F1-4142-8419-0BF4FB7DDD01}"/>
                    </a:ext>
                  </a:extLst>
                </p:cNvPr>
                <p:cNvSpPr/>
                <p:nvPr/>
              </p:nvSpPr>
              <p:spPr>
                <a:xfrm>
                  <a:off x="3382911" y="4700601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9" y="112966"/>
                        <a:pt x="0" y="87678"/>
                        <a:pt x="0" y="56483"/>
                      </a:cubicBezTo>
                      <a:cubicBezTo>
                        <a:pt x="0" y="25288"/>
                        <a:pt x="25289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50B17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9" name="Forme libre : forme 228">
                  <a:extLst>
                    <a:ext uri="{FF2B5EF4-FFF2-40B4-BE49-F238E27FC236}">
                      <a16:creationId xmlns:a16="http://schemas.microsoft.com/office/drawing/2014/main" id="{A93017D1-0015-4BD4-8E6D-765490758BC4}"/>
                    </a:ext>
                  </a:extLst>
                </p:cNvPr>
                <p:cNvSpPr/>
                <p:nvPr/>
              </p:nvSpPr>
              <p:spPr>
                <a:xfrm>
                  <a:off x="3382903" y="4700593"/>
                  <a:ext cx="112593" cy="105925"/>
                </a:xfrm>
                <a:custGeom>
                  <a:avLst/>
                  <a:gdLst>
                    <a:gd name="connsiteX0" fmla="*/ 55444 w 112593"/>
                    <a:gd name="connsiteY0" fmla="*/ 55634 h 105925"/>
                    <a:gd name="connsiteX1" fmla="*/ 112594 w 112593"/>
                    <a:gd name="connsiteY1" fmla="*/ 53729 h 105925"/>
                    <a:gd name="connsiteX2" fmla="*/ 104021 w 112593"/>
                    <a:gd name="connsiteY2" fmla="*/ 26011 h 105925"/>
                    <a:gd name="connsiteX3" fmla="*/ 26011 w 112593"/>
                    <a:gd name="connsiteY3" fmla="*/ 8961 h 105925"/>
                    <a:gd name="connsiteX4" fmla="*/ 8962 w 112593"/>
                    <a:gd name="connsiteY4" fmla="*/ 86971 h 105925"/>
                    <a:gd name="connsiteX5" fmla="*/ 29726 w 112593"/>
                    <a:gd name="connsiteY5" fmla="*/ 105926 h 105925"/>
                    <a:gd name="connsiteX6" fmla="*/ 55444 w 112593"/>
                    <a:gd name="connsiteY6" fmla="*/ 55634 h 105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593" h="105925">
                      <a:moveTo>
                        <a:pt x="55444" y="55634"/>
                      </a:moveTo>
                      <a:cubicBezTo>
                        <a:pt x="73351" y="44204"/>
                        <a:pt x="95163" y="44299"/>
                        <a:pt x="112594" y="53729"/>
                      </a:cubicBezTo>
                      <a:cubicBezTo>
                        <a:pt x="112118" y="44204"/>
                        <a:pt x="109546" y="34679"/>
                        <a:pt x="104021" y="26011"/>
                      </a:cubicBezTo>
                      <a:cubicBezTo>
                        <a:pt x="87162" y="-278"/>
                        <a:pt x="52300" y="-7898"/>
                        <a:pt x="26011" y="8961"/>
                      </a:cubicBezTo>
                      <a:cubicBezTo>
                        <a:pt x="-278" y="25821"/>
                        <a:pt x="-7898" y="60682"/>
                        <a:pt x="8962" y="86971"/>
                      </a:cubicBezTo>
                      <a:cubicBezTo>
                        <a:pt x="14296" y="95353"/>
                        <a:pt x="21630" y="101545"/>
                        <a:pt x="29726" y="105926"/>
                      </a:cubicBezTo>
                      <a:cubicBezTo>
                        <a:pt x="28869" y="86400"/>
                        <a:pt x="37822" y="66969"/>
                        <a:pt x="55444" y="55634"/>
                      </a:cubicBezTo>
                      <a:close/>
                    </a:path>
                  </a:pathLst>
                </a:custGeom>
                <a:solidFill>
                  <a:srgbClr val="0B956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0" name="Forme libre : forme 229">
                  <a:extLst>
                    <a:ext uri="{FF2B5EF4-FFF2-40B4-BE49-F238E27FC236}">
                      <a16:creationId xmlns:a16="http://schemas.microsoft.com/office/drawing/2014/main" id="{591647D0-174C-4DC2-9568-9D4548852543}"/>
                    </a:ext>
                  </a:extLst>
                </p:cNvPr>
                <p:cNvSpPr/>
                <p:nvPr/>
              </p:nvSpPr>
              <p:spPr>
                <a:xfrm rot="-3533862">
                  <a:off x="3403013" y="4749572"/>
                  <a:ext cx="47056" cy="54105"/>
                </a:xfrm>
                <a:custGeom>
                  <a:avLst/>
                  <a:gdLst>
                    <a:gd name="connsiteX0" fmla="*/ 47057 w 47056"/>
                    <a:gd name="connsiteY0" fmla="*/ 27053 h 54105"/>
                    <a:gd name="connsiteX1" fmla="*/ 23529 w 47056"/>
                    <a:gd name="connsiteY1" fmla="*/ 54105 h 54105"/>
                    <a:gd name="connsiteX2" fmla="*/ 1 w 47056"/>
                    <a:gd name="connsiteY2" fmla="*/ 27053 h 54105"/>
                    <a:gd name="connsiteX3" fmla="*/ 23529 w 47056"/>
                    <a:gd name="connsiteY3" fmla="*/ 0 h 54105"/>
                    <a:gd name="connsiteX4" fmla="*/ 47057 w 47056"/>
                    <a:gd name="connsiteY4" fmla="*/ 27053 h 54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6" h="54105">
                      <a:moveTo>
                        <a:pt x="47057" y="27053"/>
                      </a:moveTo>
                      <a:cubicBezTo>
                        <a:pt x="47057" y="41993"/>
                        <a:pt x="36523" y="54105"/>
                        <a:pt x="23529" y="54105"/>
                      </a:cubicBezTo>
                      <a:cubicBezTo>
                        <a:pt x="10534" y="54105"/>
                        <a:pt x="1" y="41993"/>
                        <a:pt x="1" y="27053"/>
                      </a:cubicBezTo>
                      <a:cubicBezTo>
                        <a:pt x="1" y="12112"/>
                        <a:pt x="10534" y="0"/>
                        <a:pt x="23529" y="0"/>
                      </a:cubicBezTo>
                      <a:cubicBezTo>
                        <a:pt x="36523" y="0"/>
                        <a:pt x="47057" y="12112"/>
                        <a:pt x="47057" y="27053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6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1" name="Forme libre : forme 230">
                  <a:extLst>
                    <a:ext uri="{FF2B5EF4-FFF2-40B4-BE49-F238E27FC236}">
                      <a16:creationId xmlns:a16="http://schemas.microsoft.com/office/drawing/2014/main" id="{EF091BE6-C1FF-4D3E-ACA7-FC41912412B7}"/>
                    </a:ext>
                  </a:extLst>
                </p:cNvPr>
                <p:cNvSpPr/>
                <p:nvPr/>
              </p:nvSpPr>
              <p:spPr>
                <a:xfrm>
                  <a:off x="3439394" y="4771086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40 w 18478"/>
                    <a:gd name="connsiteY1" fmla="*/ 18478 h 18478"/>
                    <a:gd name="connsiteX2" fmla="*/ 1 w 18478"/>
                    <a:gd name="connsiteY2" fmla="*/ 9239 h 18478"/>
                    <a:gd name="connsiteX3" fmla="*/ 9240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40" y="18478"/>
                      </a:cubicBezTo>
                      <a:cubicBezTo>
                        <a:pt x="4137" y="18478"/>
                        <a:pt x="1" y="14342"/>
                        <a:pt x="1" y="9239"/>
                      </a:cubicBezTo>
                      <a:cubicBezTo>
                        <a:pt x="1" y="4137"/>
                        <a:pt x="4137" y="0"/>
                        <a:pt x="9240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32" name="Forme libre : forme 231">
                <a:extLst>
                  <a:ext uri="{FF2B5EF4-FFF2-40B4-BE49-F238E27FC236}">
                    <a16:creationId xmlns:a16="http://schemas.microsoft.com/office/drawing/2014/main" id="{39824980-DFDD-450B-9EA8-58A422BDF55B}"/>
                  </a:ext>
                </a:extLst>
              </p:cNvPr>
              <p:cNvSpPr/>
              <p:nvPr/>
            </p:nvSpPr>
            <p:spPr>
              <a:xfrm>
                <a:off x="3195774" y="4539629"/>
                <a:ext cx="214283" cy="193070"/>
              </a:xfrm>
              <a:custGeom>
                <a:avLst/>
                <a:gdLst>
                  <a:gd name="connsiteX0" fmla="*/ 11401 w 214283"/>
                  <a:gd name="connsiteY0" fmla="*/ 42004 h 193070"/>
                  <a:gd name="connsiteX1" fmla="*/ 35404 w 214283"/>
                  <a:gd name="connsiteY1" fmla="*/ 50482 h 193070"/>
                  <a:gd name="connsiteX2" fmla="*/ 198662 w 214283"/>
                  <a:gd name="connsiteY2" fmla="*/ 193071 h 193070"/>
                  <a:gd name="connsiteX3" fmla="*/ 214283 w 214283"/>
                  <a:gd name="connsiteY3" fmla="*/ 175164 h 193070"/>
                  <a:gd name="connsiteX4" fmla="*/ 51977 w 214283"/>
                  <a:gd name="connsiteY4" fmla="*/ 33432 h 193070"/>
                  <a:gd name="connsiteX5" fmla="*/ 39309 w 214283"/>
                  <a:gd name="connsiteY5" fmla="*/ 9810 h 193070"/>
                  <a:gd name="connsiteX6" fmla="*/ 17401 w 214283"/>
                  <a:gd name="connsiteY6" fmla="*/ 18954 h 193070"/>
                  <a:gd name="connsiteX7" fmla="*/ 17401 w 214283"/>
                  <a:gd name="connsiteY7" fmla="*/ 18954 h 193070"/>
                  <a:gd name="connsiteX8" fmla="*/ 11401 w 214283"/>
                  <a:gd name="connsiteY8" fmla="*/ 42004 h 19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4283" h="193070">
                    <a:moveTo>
                      <a:pt x="11401" y="42004"/>
                    </a:moveTo>
                    <a:cubicBezTo>
                      <a:pt x="23402" y="43624"/>
                      <a:pt x="31880" y="48291"/>
                      <a:pt x="35404" y="50482"/>
                    </a:cubicBezTo>
                    <a:lnTo>
                      <a:pt x="198662" y="193071"/>
                    </a:lnTo>
                    <a:lnTo>
                      <a:pt x="214283" y="175164"/>
                    </a:lnTo>
                    <a:lnTo>
                      <a:pt x="51977" y="33432"/>
                    </a:lnTo>
                    <a:cubicBezTo>
                      <a:pt x="50072" y="31432"/>
                      <a:pt x="43119" y="23145"/>
                      <a:pt x="39309" y="9810"/>
                    </a:cubicBezTo>
                    <a:cubicBezTo>
                      <a:pt x="34928" y="-5621"/>
                      <a:pt x="13496" y="-3049"/>
                      <a:pt x="17401" y="18954"/>
                    </a:cubicBezTo>
                    <a:lnTo>
                      <a:pt x="17401" y="18954"/>
                    </a:lnTo>
                    <a:cubicBezTo>
                      <a:pt x="-4887" y="18192"/>
                      <a:pt x="-4506" y="39814"/>
                      <a:pt x="11401" y="42004"/>
                    </a:cubicBezTo>
                    <a:close/>
                  </a:path>
                </a:pathLst>
              </a:custGeom>
              <a:solidFill>
                <a:srgbClr val="0B9561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33" name="Graphique 17">
              <a:extLst>
                <a:ext uri="{FF2B5EF4-FFF2-40B4-BE49-F238E27FC236}">
                  <a16:creationId xmlns:a16="http://schemas.microsoft.com/office/drawing/2014/main" id="{3A1E9B83-EF0C-4C21-A883-32D75BC17C8F}"/>
                </a:ext>
              </a:extLst>
            </p:cNvPr>
            <p:cNvGrpSpPr/>
            <p:nvPr/>
          </p:nvGrpSpPr>
          <p:grpSpPr>
            <a:xfrm>
              <a:off x="2505886" y="4950360"/>
              <a:ext cx="131979" cy="363364"/>
              <a:chOff x="2505886" y="4950360"/>
              <a:chExt cx="131979" cy="363364"/>
            </a:xfrm>
            <a:solidFill>
              <a:schemeClr val="accent1"/>
            </a:solidFill>
          </p:grpSpPr>
          <p:grpSp>
            <p:nvGrpSpPr>
              <p:cNvPr id="234" name="Graphique 17">
                <a:extLst>
                  <a:ext uri="{FF2B5EF4-FFF2-40B4-BE49-F238E27FC236}">
                    <a16:creationId xmlns:a16="http://schemas.microsoft.com/office/drawing/2014/main" id="{70B3C41C-ECE0-45BF-BEE2-507D87BCF9BC}"/>
                  </a:ext>
                </a:extLst>
              </p:cNvPr>
              <p:cNvGrpSpPr/>
              <p:nvPr/>
            </p:nvGrpSpPr>
            <p:grpSpPr>
              <a:xfrm>
                <a:off x="2524890" y="5200717"/>
                <a:ext cx="112975" cy="113008"/>
                <a:chOff x="2524890" y="5200717"/>
                <a:chExt cx="112975" cy="113008"/>
              </a:xfrm>
              <a:solidFill>
                <a:schemeClr val="accent1"/>
              </a:solidFill>
            </p:grpSpPr>
            <p:sp>
              <p:nvSpPr>
                <p:cNvPr id="235" name="Forme libre : forme 234">
                  <a:extLst>
                    <a:ext uri="{FF2B5EF4-FFF2-40B4-BE49-F238E27FC236}">
                      <a16:creationId xmlns:a16="http://schemas.microsoft.com/office/drawing/2014/main" id="{F5C5EBB0-3BF6-405B-9E3C-03D901B37994}"/>
                    </a:ext>
                  </a:extLst>
                </p:cNvPr>
                <p:cNvSpPr/>
                <p:nvPr/>
              </p:nvSpPr>
              <p:spPr>
                <a:xfrm>
                  <a:off x="2524899" y="5200759"/>
                  <a:ext cx="112966" cy="112966"/>
                </a:xfrm>
                <a:custGeom>
                  <a:avLst/>
                  <a:gdLst>
                    <a:gd name="connsiteX0" fmla="*/ 112967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7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7" y="56483"/>
                      </a:moveTo>
                      <a:cubicBezTo>
                        <a:pt x="112967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7" y="25288"/>
                        <a:pt x="112967" y="56483"/>
                      </a:cubicBezTo>
                      <a:close/>
                    </a:path>
                  </a:pathLst>
                </a:custGeom>
                <a:solidFill>
                  <a:srgbClr val="50B17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6" name="Forme libre : forme 235">
                  <a:extLst>
                    <a:ext uri="{FF2B5EF4-FFF2-40B4-BE49-F238E27FC236}">
                      <a16:creationId xmlns:a16="http://schemas.microsoft.com/office/drawing/2014/main" id="{D8EF8BD6-6078-4A0B-AC55-A39B78667C78}"/>
                    </a:ext>
                  </a:extLst>
                </p:cNvPr>
                <p:cNvSpPr/>
                <p:nvPr/>
              </p:nvSpPr>
              <p:spPr>
                <a:xfrm>
                  <a:off x="2524890" y="5200717"/>
                  <a:ext cx="112922" cy="89481"/>
                </a:xfrm>
                <a:custGeom>
                  <a:avLst/>
                  <a:gdLst>
                    <a:gd name="connsiteX0" fmla="*/ 56207 w 112922"/>
                    <a:gd name="connsiteY0" fmla="*/ 55192 h 89481"/>
                    <a:gd name="connsiteX1" fmla="*/ 102022 w 112922"/>
                    <a:gd name="connsiteY1" fmla="*/ 89482 h 89481"/>
                    <a:gd name="connsiteX2" fmla="*/ 112595 w 112922"/>
                    <a:gd name="connsiteY2" fmla="*/ 62431 h 89481"/>
                    <a:gd name="connsiteX3" fmla="*/ 62398 w 112922"/>
                    <a:gd name="connsiteY3" fmla="*/ 328 h 89481"/>
                    <a:gd name="connsiteX4" fmla="*/ 295 w 112922"/>
                    <a:gd name="connsiteY4" fmla="*/ 50524 h 89481"/>
                    <a:gd name="connsiteX5" fmla="*/ 4677 w 112922"/>
                    <a:gd name="connsiteY5" fmla="*/ 78338 h 89481"/>
                    <a:gd name="connsiteX6" fmla="*/ 56207 w 112922"/>
                    <a:gd name="connsiteY6" fmla="*/ 55192 h 89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922" h="89481">
                      <a:moveTo>
                        <a:pt x="56207" y="55192"/>
                      </a:moveTo>
                      <a:cubicBezTo>
                        <a:pt x="77352" y="57478"/>
                        <a:pt x="94307" y="71194"/>
                        <a:pt x="102022" y="89482"/>
                      </a:cubicBezTo>
                      <a:cubicBezTo>
                        <a:pt x="107642" y="81766"/>
                        <a:pt x="111547" y="72622"/>
                        <a:pt x="112595" y="62431"/>
                      </a:cubicBezTo>
                      <a:cubicBezTo>
                        <a:pt x="115929" y="31474"/>
                        <a:pt x="93449" y="3662"/>
                        <a:pt x="62398" y="328"/>
                      </a:cubicBezTo>
                      <a:cubicBezTo>
                        <a:pt x="31442" y="-3006"/>
                        <a:pt x="3629" y="19473"/>
                        <a:pt x="295" y="50524"/>
                      </a:cubicBezTo>
                      <a:cubicBezTo>
                        <a:pt x="-753" y="60430"/>
                        <a:pt x="1057" y="69860"/>
                        <a:pt x="4677" y="78338"/>
                      </a:cubicBezTo>
                      <a:cubicBezTo>
                        <a:pt x="16202" y="62526"/>
                        <a:pt x="35347" y="53001"/>
                        <a:pt x="56207" y="55192"/>
                      </a:cubicBezTo>
                      <a:close/>
                    </a:path>
                  </a:pathLst>
                </a:custGeom>
                <a:solidFill>
                  <a:srgbClr val="0B956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7" name="Forme libre : forme 236">
                  <a:extLst>
                    <a:ext uri="{FF2B5EF4-FFF2-40B4-BE49-F238E27FC236}">
                      <a16:creationId xmlns:a16="http://schemas.microsoft.com/office/drawing/2014/main" id="{6C09FF47-920A-4F4A-B915-802470830520}"/>
                    </a:ext>
                  </a:extLst>
                </p:cNvPr>
                <p:cNvSpPr/>
                <p:nvPr/>
              </p:nvSpPr>
              <p:spPr>
                <a:xfrm rot="-1210147">
                  <a:off x="2535180" y="5237604"/>
                  <a:ext cx="47054" cy="54103"/>
                </a:xfrm>
                <a:custGeom>
                  <a:avLst/>
                  <a:gdLst>
                    <a:gd name="connsiteX0" fmla="*/ 47055 w 47054"/>
                    <a:gd name="connsiteY0" fmla="*/ 27052 h 54103"/>
                    <a:gd name="connsiteX1" fmla="*/ 23527 w 47054"/>
                    <a:gd name="connsiteY1" fmla="*/ 54103 h 54103"/>
                    <a:gd name="connsiteX2" fmla="*/ 0 w 47054"/>
                    <a:gd name="connsiteY2" fmla="*/ 27052 h 54103"/>
                    <a:gd name="connsiteX3" fmla="*/ 23527 w 47054"/>
                    <a:gd name="connsiteY3" fmla="*/ 0 h 54103"/>
                    <a:gd name="connsiteX4" fmla="*/ 47055 w 47054"/>
                    <a:gd name="connsiteY4" fmla="*/ 27052 h 5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3">
                      <a:moveTo>
                        <a:pt x="47055" y="27052"/>
                      </a:moveTo>
                      <a:cubicBezTo>
                        <a:pt x="47055" y="41992"/>
                        <a:pt x="36521" y="54103"/>
                        <a:pt x="23527" y="54103"/>
                      </a:cubicBezTo>
                      <a:cubicBezTo>
                        <a:pt x="10534" y="54103"/>
                        <a:pt x="0" y="41992"/>
                        <a:pt x="0" y="27052"/>
                      </a:cubicBezTo>
                      <a:cubicBezTo>
                        <a:pt x="0" y="12111"/>
                        <a:pt x="10534" y="0"/>
                        <a:pt x="23527" y="0"/>
                      </a:cubicBezTo>
                      <a:cubicBezTo>
                        <a:pt x="36521" y="0"/>
                        <a:pt x="47055" y="12111"/>
                        <a:pt x="47055" y="27052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8" name="Forme libre : forme 237">
                  <a:extLst>
                    <a:ext uri="{FF2B5EF4-FFF2-40B4-BE49-F238E27FC236}">
                      <a16:creationId xmlns:a16="http://schemas.microsoft.com/office/drawing/2014/main" id="{F9065766-0CCD-4F97-ADBC-F028499D5DBB}"/>
                    </a:ext>
                  </a:extLst>
                </p:cNvPr>
                <p:cNvSpPr/>
                <p:nvPr/>
              </p:nvSpPr>
              <p:spPr>
                <a:xfrm>
                  <a:off x="2564809" y="5271910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39" name="Forme libre : forme 238">
                <a:extLst>
                  <a:ext uri="{FF2B5EF4-FFF2-40B4-BE49-F238E27FC236}">
                    <a16:creationId xmlns:a16="http://schemas.microsoft.com/office/drawing/2014/main" id="{D3C1C165-E959-4616-A8D1-CF2E105591A1}"/>
                  </a:ext>
                </a:extLst>
              </p:cNvPr>
              <p:cNvSpPr/>
              <p:nvPr/>
            </p:nvSpPr>
            <p:spPr>
              <a:xfrm>
                <a:off x="2505886" y="4950360"/>
                <a:ext cx="79020" cy="259637"/>
              </a:xfrm>
              <a:custGeom>
                <a:avLst/>
                <a:gdLst>
                  <a:gd name="connsiteX0" fmla="*/ 4059 w 79020"/>
                  <a:gd name="connsiteY0" fmla="*/ 24656 h 259637"/>
                  <a:gd name="connsiteX1" fmla="*/ 17394 w 79020"/>
                  <a:gd name="connsiteY1" fmla="*/ 46278 h 259637"/>
                  <a:gd name="connsiteX2" fmla="*/ 55589 w 79020"/>
                  <a:gd name="connsiteY2" fmla="*/ 259638 h 259637"/>
                  <a:gd name="connsiteX3" fmla="*/ 79020 w 79020"/>
                  <a:gd name="connsiteY3" fmla="*/ 255447 h 259637"/>
                  <a:gd name="connsiteX4" fmla="*/ 41015 w 79020"/>
                  <a:gd name="connsiteY4" fmla="*/ 43325 h 259637"/>
                  <a:gd name="connsiteX5" fmla="*/ 45873 w 79020"/>
                  <a:gd name="connsiteY5" fmla="*/ 17036 h 259637"/>
                  <a:gd name="connsiteX6" fmla="*/ 23013 w 79020"/>
                  <a:gd name="connsiteY6" fmla="*/ 10464 h 259637"/>
                  <a:gd name="connsiteX7" fmla="*/ 23013 w 79020"/>
                  <a:gd name="connsiteY7" fmla="*/ 10464 h 259637"/>
                  <a:gd name="connsiteX8" fmla="*/ 4059 w 79020"/>
                  <a:gd name="connsiteY8" fmla="*/ 24656 h 259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020" h="259637">
                    <a:moveTo>
                      <a:pt x="4059" y="24656"/>
                    </a:moveTo>
                    <a:cubicBezTo>
                      <a:pt x="12440" y="33514"/>
                      <a:pt x="16155" y="42467"/>
                      <a:pt x="17394" y="46278"/>
                    </a:cubicBezTo>
                    <a:lnTo>
                      <a:pt x="55589" y="259638"/>
                    </a:lnTo>
                    <a:lnTo>
                      <a:pt x="79020" y="255447"/>
                    </a:lnTo>
                    <a:lnTo>
                      <a:pt x="41015" y="43325"/>
                    </a:lnTo>
                    <a:cubicBezTo>
                      <a:pt x="40825" y="40563"/>
                      <a:pt x="40539" y="29799"/>
                      <a:pt x="45873" y="17036"/>
                    </a:cubicBezTo>
                    <a:cubicBezTo>
                      <a:pt x="52160" y="2177"/>
                      <a:pt x="33777" y="-9158"/>
                      <a:pt x="23013" y="10464"/>
                    </a:cubicBezTo>
                    <a:lnTo>
                      <a:pt x="23013" y="10464"/>
                    </a:lnTo>
                    <a:cubicBezTo>
                      <a:pt x="6249" y="-4014"/>
                      <a:pt x="-6990" y="13035"/>
                      <a:pt x="4059" y="24656"/>
                    </a:cubicBezTo>
                    <a:close/>
                  </a:path>
                </a:pathLst>
              </a:custGeom>
              <a:solidFill>
                <a:srgbClr val="0B9561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40" name="Graphique 17">
              <a:extLst>
                <a:ext uri="{FF2B5EF4-FFF2-40B4-BE49-F238E27FC236}">
                  <a16:creationId xmlns:a16="http://schemas.microsoft.com/office/drawing/2014/main" id="{2A3242A4-F4FB-4793-889E-21600B7186AA}"/>
                </a:ext>
              </a:extLst>
            </p:cNvPr>
            <p:cNvGrpSpPr/>
            <p:nvPr/>
          </p:nvGrpSpPr>
          <p:grpSpPr>
            <a:xfrm>
              <a:off x="1753850" y="4889524"/>
              <a:ext cx="187299" cy="350000"/>
              <a:chOff x="1753850" y="4889524"/>
              <a:chExt cx="187299" cy="350000"/>
            </a:xfrm>
            <a:solidFill>
              <a:schemeClr val="accent1"/>
            </a:solidFill>
          </p:grpSpPr>
          <p:grpSp>
            <p:nvGrpSpPr>
              <p:cNvPr id="241" name="Graphique 17">
                <a:extLst>
                  <a:ext uri="{FF2B5EF4-FFF2-40B4-BE49-F238E27FC236}">
                    <a16:creationId xmlns:a16="http://schemas.microsoft.com/office/drawing/2014/main" id="{8D617BF9-764B-40E6-A5D6-11159978764D}"/>
                  </a:ext>
                </a:extLst>
              </p:cNvPr>
              <p:cNvGrpSpPr/>
              <p:nvPr/>
            </p:nvGrpSpPr>
            <p:grpSpPr>
              <a:xfrm>
                <a:off x="1753850" y="5126559"/>
                <a:ext cx="112966" cy="112966"/>
                <a:chOff x="1753850" y="5126559"/>
                <a:chExt cx="112966" cy="112966"/>
              </a:xfrm>
              <a:solidFill>
                <a:schemeClr val="accent1"/>
              </a:solidFill>
            </p:grpSpPr>
            <p:sp>
              <p:nvSpPr>
                <p:cNvPr id="242" name="Forme libre : forme 241">
                  <a:extLst>
                    <a:ext uri="{FF2B5EF4-FFF2-40B4-BE49-F238E27FC236}">
                      <a16:creationId xmlns:a16="http://schemas.microsoft.com/office/drawing/2014/main" id="{2723B765-7BD6-404B-87C2-77996E030FA5}"/>
                    </a:ext>
                  </a:extLst>
                </p:cNvPr>
                <p:cNvSpPr/>
                <p:nvPr/>
              </p:nvSpPr>
              <p:spPr>
                <a:xfrm>
                  <a:off x="1753850" y="5126559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50B17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3" name="Forme libre : forme 242">
                  <a:extLst>
                    <a:ext uri="{FF2B5EF4-FFF2-40B4-BE49-F238E27FC236}">
                      <a16:creationId xmlns:a16="http://schemas.microsoft.com/office/drawing/2014/main" id="{6B7BFA94-5534-46EA-A62B-EBAF5C611328}"/>
                    </a:ext>
                  </a:extLst>
                </p:cNvPr>
                <p:cNvSpPr/>
                <p:nvPr/>
              </p:nvSpPr>
              <p:spPr>
                <a:xfrm>
                  <a:off x="1754803" y="5126645"/>
                  <a:ext cx="111927" cy="108213"/>
                </a:xfrm>
                <a:custGeom>
                  <a:avLst/>
                  <a:gdLst>
                    <a:gd name="connsiteX0" fmla="*/ 55912 w 111927"/>
                    <a:gd name="connsiteY0" fmla="*/ 55159 h 108213"/>
                    <a:gd name="connsiteX1" fmla="*/ 77343 w 111927"/>
                    <a:gd name="connsiteY1" fmla="*/ 108213 h 108213"/>
                    <a:gd name="connsiteX2" fmla="*/ 100393 w 111927"/>
                    <a:gd name="connsiteY2" fmla="*/ 90592 h 108213"/>
                    <a:gd name="connsiteX3" fmla="*/ 89725 w 111927"/>
                    <a:gd name="connsiteY3" fmla="*/ 11534 h 108213"/>
                    <a:gd name="connsiteX4" fmla="*/ 10668 w 111927"/>
                    <a:gd name="connsiteY4" fmla="*/ 22202 h 108213"/>
                    <a:gd name="connsiteX5" fmla="*/ 0 w 111927"/>
                    <a:gd name="connsiteY5" fmla="*/ 48301 h 108213"/>
                    <a:gd name="connsiteX6" fmla="*/ 55912 w 111927"/>
                    <a:gd name="connsiteY6" fmla="*/ 55159 h 108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927" h="108213">
                      <a:moveTo>
                        <a:pt x="55912" y="55159"/>
                      </a:moveTo>
                      <a:cubicBezTo>
                        <a:pt x="72771" y="68018"/>
                        <a:pt x="80200" y="88592"/>
                        <a:pt x="77343" y="108213"/>
                      </a:cubicBezTo>
                      <a:cubicBezTo>
                        <a:pt x="86106" y="104499"/>
                        <a:pt x="94202" y="98784"/>
                        <a:pt x="100393" y="90592"/>
                      </a:cubicBezTo>
                      <a:cubicBezTo>
                        <a:pt x="119253" y="65827"/>
                        <a:pt x="114490" y="30394"/>
                        <a:pt x="89725" y="11534"/>
                      </a:cubicBezTo>
                      <a:cubicBezTo>
                        <a:pt x="64960" y="-7325"/>
                        <a:pt x="29527" y="-2563"/>
                        <a:pt x="10668" y="22202"/>
                      </a:cubicBezTo>
                      <a:cubicBezTo>
                        <a:pt x="4667" y="30108"/>
                        <a:pt x="1333" y="39062"/>
                        <a:pt x="0" y="48301"/>
                      </a:cubicBezTo>
                      <a:cubicBezTo>
                        <a:pt x="17907" y="40681"/>
                        <a:pt x="39338" y="42491"/>
                        <a:pt x="55912" y="55159"/>
                      </a:cubicBezTo>
                      <a:close/>
                    </a:path>
                  </a:pathLst>
                </a:custGeom>
                <a:solidFill>
                  <a:srgbClr val="0B956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4" name="Forme libre : forme 243">
                  <a:extLst>
                    <a:ext uri="{FF2B5EF4-FFF2-40B4-BE49-F238E27FC236}">
                      <a16:creationId xmlns:a16="http://schemas.microsoft.com/office/drawing/2014/main" id="{04276A93-42EF-47F1-889E-14466FD74A78}"/>
                    </a:ext>
                  </a:extLst>
                </p:cNvPr>
                <p:cNvSpPr/>
                <p:nvPr/>
              </p:nvSpPr>
              <p:spPr>
                <a:xfrm rot="-4736910">
                  <a:off x="1760433" y="5153523"/>
                  <a:ext cx="54104" cy="47055"/>
                </a:xfrm>
                <a:custGeom>
                  <a:avLst/>
                  <a:gdLst>
                    <a:gd name="connsiteX0" fmla="*/ 54104 w 54104"/>
                    <a:gd name="connsiteY0" fmla="*/ 23528 h 47055"/>
                    <a:gd name="connsiteX1" fmla="*/ 27052 w 54104"/>
                    <a:gd name="connsiteY1" fmla="*/ 47056 h 47055"/>
                    <a:gd name="connsiteX2" fmla="*/ 0 w 54104"/>
                    <a:gd name="connsiteY2" fmla="*/ 23528 h 47055"/>
                    <a:gd name="connsiteX3" fmla="*/ 27052 w 54104"/>
                    <a:gd name="connsiteY3" fmla="*/ 0 h 47055"/>
                    <a:gd name="connsiteX4" fmla="*/ 54104 w 54104"/>
                    <a:gd name="connsiteY4" fmla="*/ 23528 h 47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4" h="47055">
                      <a:moveTo>
                        <a:pt x="54104" y="23528"/>
                      </a:moveTo>
                      <a:cubicBezTo>
                        <a:pt x="54104" y="36522"/>
                        <a:pt x="41993" y="47056"/>
                        <a:pt x="27052" y="47056"/>
                      </a:cubicBezTo>
                      <a:cubicBezTo>
                        <a:pt x="12112" y="47056"/>
                        <a:pt x="0" y="36522"/>
                        <a:pt x="0" y="23528"/>
                      </a:cubicBezTo>
                      <a:cubicBezTo>
                        <a:pt x="0" y="10534"/>
                        <a:pt x="12112" y="0"/>
                        <a:pt x="27052" y="0"/>
                      </a:cubicBezTo>
                      <a:cubicBezTo>
                        <a:pt x="41993" y="0"/>
                        <a:pt x="54104" y="10534"/>
                        <a:pt x="54104" y="23528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5" name="Forme libre : forme 244">
                  <a:extLst>
                    <a:ext uri="{FF2B5EF4-FFF2-40B4-BE49-F238E27FC236}">
                      <a16:creationId xmlns:a16="http://schemas.microsoft.com/office/drawing/2014/main" id="{A73F1B31-15DC-4F6C-B65A-C2B47AD0E95D}"/>
                    </a:ext>
                  </a:extLst>
                </p:cNvPr>
                <p:cNvSpPr/>
                <p:nvPr/>
              </p:nvSpPr>
              <p:spPr>
                <a:xfrm>
                  <a:off x="1782425" y="5190472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46" name="Forme libre : forme 245">
                <a:extLst>
                  <a:ext uri="{FF2B5EF4-FFF2-40B4-BE49-F238E27FC236}">
                    <a16:creationId xmlns:a16="http://schemas.microsoft.com/office/drawing/2014/main" id="{21C95680-EDD6-480B-BC19-22967DE56CF8}"/>
                  </a:ext>
                </a:extLst>
              </p:cNvPr>
              <p:cNvSpPr/>
              <p:nvPr/>
            </p:nvSpPr>
            <p:spPr>
              <a:xfrm>
                <a:off x="1817668" y="4889524"/>
                <a:ext cx="123482" cy="251512"/>
              </a:xfrm>
              <a:custGeom>
                <a:avLst/>
                <a:gdLst>
                  <a:gd name="connsiteX0" fmla="*/ 77819 w 123482"/>
                  <a:gd name="connsiteY0" fmla="*/ 15197 h 251512"/>
                  <a:gd name="connsiteX1" fmla="*/ 78010 w 123482"/>
                  <a:gd name="connsiteY1" fmla="*/ 40629 h 251512"/>
                  <a:gd name="connsiteX2" fmla="*/ 0 w 123482"/>
                  <a:gd name="connsiteY2" fmla="*/ 242940 h 251512"/>
                  <a:gd name="connsiteX3" fmla="*/ 22193 w 123482"/>
                  <a:gd name="connsiteY3" fmla="*/ 251512 h 251512"/>
                  <a:gd name="connsiteX4" fmla="*/ 99727 w 123482"/>
                  <a:gd name="connsiteY4" fmla="*/ 50440 h 251512"/>
                  <a:gd name="connsiteX5" fmla="*/ 117539 w 123482"/>
                  <a:gd name="connsiteY5" fmla="*/ 30437 h 251512"/>
                  <a:gd name="connsiteX6" fmla="*/ 101441 w 123482"/>
                  <a:gd name="connsiteY6" fmla="*/ 13007 h 251512"/>
                  <a:gd name="connsiteX7" fmla="*/ 101441 w 123482"/>
                  <a:gd name="connsiteY7" fmla="*/ 13007 h 251512"/>
                  <a:gd name="connsiteX8" fmla="*/ 77819 w 123482"/>
                  <a:gd name="connsiteY8" fmla="*/ 15197 h 251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3482" h="251512">
                    <a:moveTo>
                      <a:pt x="77819" y="15197"/>
                    </a:moveTo>
                    <a:cubicBezTo>
                      <a:pt x="80391" y="27103"/>
                      <a:pt x="78962" y="36628"/>
                      <a:pt x="78010" y="40629"/>
                    </a:cubicBezTo>
                    <a:lnTo>
                      <a:pt x="0" y="242940"/>
                    </a:lnTo>
                    <a:lnTo>
                      <a:pt x="22193" y="251512"/>
                    </a:lnTo>
                    <a:lnTo>
                      <a:pt x="99727" y="50440"/>
                    </a:lnTo>
                    <a:cubicBezTo>
                      <a:pt x="100965" y="47963"/>
                      <a:pt x="106299" y="38629"/>
                      <a:pt x="117539" y="30437"/>
                    </a:cubicBezTo>
                    <a:cubicBezTo>
                      <a:pt x="130588" y="21008"/>
                      <a:pt x="120777" y="1767"/>
                      <a:pt x="101441" y="13007"/>
                    </a:cubicBezTo>
                    <a:lnTo>
                      <a:pt x="101441" y="13007"/>
                    </a:lnTo>
                    <a:cubicBezTo>
                      <a:pt x="94583" y="-8234"/>
                      <a:pt x="74486" y="-519"/>
                      <a:pt x="77819" y="15197"/>
                    </a:cubicBezTo>
                    <a:close/>
                  </a:path>
                </a:pathLst>
              </a:custGeom>
              <a:solidFill>
                <a:srgbClr val="0B9561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47" name="Graphique 17">
              <a:extLst>
                <a:ext uri="{FF2B5EF4-FFF2-40B4-BE49-F238E27FC236}">
                  <a16:creationId xmlns:a16="http://schemas.microsoft.com/office/drawing/2014/main" id="{3748E1ED-DD51-4316-B3E0-4AA796784B98}"/>
                </a:ext>
              </a:extLst>
            </p:cNvPr>
            <p:cNvGrpSpPr/>
            <p:nvPr/>
          </p:nvGrpSpPr>
          <p:grpSpPr>
            <a:xfrm>
              <a:off x="849833" y="3996310"/>
              <a:ext cx="364148" cy="123954"/>
              <a:chOff x="849833" y="3996310"/>
              <a:chExt cx="364148" cy="123954"/>
            </a:xfrm>
            <a:solidFill>
              <a:schemeClr val="accent1"/>
            </a:solidFill>
          </p:grpSpPr>
          <p:grpSp>
            <p:nvGrpSpPr>
              <p:cNvPr id="248" name="Graphique 17">
                <a:extLst>
                  <a:ext uri="{FF2B5EF4-FFF2-40B4-BE49-F238E27FC236}">
                    <a16:creationId xmlns:a16="http://schemas.microsoft.com/office/drawing/2014/main" id="{67AD6294-7D90-4366-BF24-7921AC86B1B9}"/>
                  </a:ext>
                </a:extLst>
              </p:cNvPr>
              <p:cNvGrpSpPr/>
              <p:nvPr/>
            </p:nvGrpSpPr>
            <p:grpSpPr>
              <a:xfrm>
                <a:off x="849833" y="4007276"/>
                <a:ext cx="112966" cy="112987"/>
                <a:chOff x="849833" y="4007276"/>
                <a:chExt cx="112966" cy="112987"/>
              </a:xfrm>
              <a:solidFill>
                <a:schemeClr val="accent1"/>
              </a:solidFill>
            </p:grpSpPr>
            <p:sp>
              <p:nvSpPr>
                <p:cNvPr id="249" name="Forme libre : forme 248">
                  <a:extLst>
                    <a:ext uri="{FF2B5EF4-FFF2-40B4-BE49-F238E27FC236}">
                      <a16:creationId xmlns:a16="http://schemas.microsoft.com/office/drawing/2014/main" id="{7AC6C999-F58E-4B69-B153-541B638F7DF9}"/>
                    </a:ext>
                  </a:extLst>
                </p:cNvPr>
                <p:cNvSpPr/>
                <p:nvPr/>
              </p:nvSpPr>
              <p:spPr>
                <a:xfrm>
                  <a:off x="849833" y="4007276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7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7"/>
                        <a:pt x="56483" y="112967"/>
                      </a:cubicBezTo>
                      <a:cubicBezTo>
                        <a:pt x="25288" y="112967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50B17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0" name="Forme libre : forme 249">
                  <a:extLst>
                    <a:ext uri="{FF2B5EF4-FFF2-40B4-BE49-F238E27FC236}">
                      <a16:creationId xmlns:a16="http://schemas.microsoft.com/office/drawing/2014/main" id="{C0AC3AB0-75ED-49D0-9B78-22F8E1B459CF}"/>
                    </a:ext>
                  </a:extLst>
                </p:cNvPr>
                <p:cNvSpPr/>
                <p:nvPr/>
              </p:nvSpPr>
              <p:spPr>
                <a:xfrm>
                  <a:off x="872121" y="4007368"/>
                  <a:ext cx="90604" cy="112896"/>
                </a:xfrm>
                <a:custGeom>
                  <a:avLst/>
                  <a:gdLst>
                    <a:gd name="connsiteX0" fmla="*/ 35528 w 90604"/>
                    <a:gd name="connsiteY0" fmla="*/ 56201 h 112896"/>
                    <a:gd name="connsiteX1" fmla="*/ 0 w 90604"/>
                    <a:gd name="connsiteY1" fmla="*/ 101064 h 112896"/>
                    <a:gd name="connsiteX2" fmla="*/ 26670 w 90604"/>
                    <a:gd name="connsiteY2" fmla="*/ 112398 h 112896"/>
                    <a:gd name="connsiteX3" fmla="*/ 90106 w 90604"/>
                    <a:gd name="connsiteY3" fmla="*/ 63916 h 112896"/>
                    <a:gd name="connsiteX4" fmla="*/ 41624 w 90604"/>
                    <a:gd name="connsiteY4" fmla="*/ 480 h 112896"/>
                    <a:gd name="connsiteX5" fmla="*/ 13716 w 90604"/>
                    <a:gd name="connsiteY5" fmla="*/ 4099 h 112896"/>
                    <a:gd name="connsiteX6" fmla="*/ 35528 w 90604"/>
                    <a:gd name="connsiteY6" fmla="*/ 56201 h 112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604" h="112896">
                      <a:moveTo>
                        <a:pt x="35528" y="56201"/>
                      </a:moveTo>
                      <a:cubicBezTo>
                        <a:pt x="32671" y="77251"/>
                        <a:pt x="18479" y="93825"/>
                        <a:pt x="0" y="101064"/>
                      </a:cubicBezTo>
                      <a:cubicBezTo>
                        <a:pt x="7525" y="106874"/>
                        <a:pt x="16573" y="111065"/>
                        <a:pt x="26670" y="112398"/>
                      </a:cubicBezTo>
                      <a:cubicBezTo>
                        <a:pt x="57531" y="116494"/>
                        <a:pt x="86011" y="94872"/>
                        <a:pt x="90106" y="63916"/>
                      </a:cubicBezTo>
                      <a:cubicBezTo>
                        <a:pt x="94202" y="33055"/>
                        <a:pt x="72580" y="4575"/>
                        <a:pt x="41624" y="480"/>
                      </a:cubicBezTo>
                      <a:cubicBezTo>
                        <a:pt x="31813" y="-854"/>
                        <a:pt x="22288" y="670"/>
                        <a:pt x="13716" y="4099"/>
                      </a:cubicBezTo>
                      <a:cubicBezTo>
                        <a:pt x="29242" y="16005"/>
                        <a:pt x="38290" y="35436"/>
                        <a:pt x="35528" y="56201"/>
                      </a:cubicBezTo>
                      <a:close/>
                    </a:path>
                  </a:pathLst>
                </a:custGeom>
                <a:solidFill>
                  <a:srgbClr val="0B956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" name="Forme libre : forme 250">
                  <a:extLst>
                    <a:ext uri="{FF2B5EF4-FFF2-40B4-BE49-F238E27FC236}">
                      <a16:creationId xmlns:a16="http://schemas.microsoft.com/office/drawing/2014/main" id="{25B122C7-0C65-4525-9B04-01E33C23D117}"/>
                    </a:ext>
                  </a:extLst>
                </p:cNvPr>
                <p:cNvSpPr/>
                <p:nvPr/>
              </p:nvSpPr>
              <p:spPr>
                <a:xfrm rot="-1116859">
                  <a:off x="872967" y="4017398"/>
                  <a:ext cx="54102" cy="47054"/>
                </a:xfrm>
                <a:custGeom>
                  <a:avLst/>
                  <a:gdLst>
                    <a:gd name="connsiteX0" fmla="*/ 54103 w 54102"/>
                    <a:gd name="connsiteY0" fmla="*/ 23527 h 47054"/>
                    <a:gd name="connsiteX1" fmla="*/ 27051 w 54102"/>
                    <a:gd name="connsiteY1" fmla="*/ 47054 h 47054"/>
                    <a:gd name="connsiteX2" fmla="*/ 0 w 54102"/>
                    <a:gd name="connsiteY2" fmla="*/ 23527 h 47054"/>
                    <a:gd name="connsiteX3" fmla="*/ 27051 w 54102"/>
                    <a:gd name="connsiteY3" fmla="*/ 0 h 47054"/>
                    <a:gd name="connsiteX4" fmla="*/ 54103 w 54102"/>
                    <a:gd name="connsiteY4" fmla="*/ 23527 h 47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02" h="47054">
                      <a:moveTo>
                        <a:pt x="54103" y="23527"/>
                      </a:moveTo>
                      <a:cubicBezTo>
                        <a:pt x="54103" y="36521"/>
                        <a:pt x="41991" y="47054"/>
                        <a:pt x="27051" y="47054"/>
                      </a:cubicBezTo>
                      <a:cubicBezTo>
                        <a:pt x="12111" y="47054"/>
                        <a:pt x="0" y="36521"/>
                        <a:pt x="0" y="23527"/>
                      </a:cubicBezTo>
                      <a:cubicBezTo>
                        <a:pt x="0" y="10533"/>
                        <a:pt x="12111" y="0"/>
                        <a:pt x="27051" y="0"/>
                      </a:cubicBezTo>
                      <a:cubicBezTo>
                        <a:pt x="41991" y="0"/>
                        <a:pt x="54103" y="10533"/>
                        <a:pt x="54103" y="23527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" name="Forme libre : forme 251">
                  <a:extLst>
                    <a:ext uri="{FF2B5EF4-FFF2-40B4-BE49-F238E27FC236}">
                      <a16:creationId xmlns:a16="http://schemas.microsoft.com/office/drawing/2014/main" id="{5AD1B66B-7A18-4BDD-B38D-16F713DD3162}"/>
                    </a:ext>
                  </a:extLst>
                </p:cNvPr>
                <p:cNvSpPr/>
                <p:nvPr/>
              </p:nvSpPr>
              <p:spPr>
                <a:xfrm>
                  <a:off x="873359" y="4046614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8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8"/>
                        <a:pt x="9239" y="18478"/>
                      </a:cubicBezTo>
                      <a:cubicBezTo>
                        <a:pt x="4137" y="18478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53" name="Forme libre : forme 252">
                <a:extLst>
                  <a:ext uri="{FF2B5EF4-FFF2-40B4-BE49-F238E27FC236}">
                    <a16:creationId xmlns:a16="http://schemas.microsoft.com/office/drawing/2014/main" id="{C703FCC2-2C3F-4101-AD79-310FF5B89451}"/>
                  </a:ext>
                </a:extLst>
              </p:cNvPr>
              <p:cNvSpPr/>
              <p:nvPr/>
            </p:nvSpPr>
            <p:spPr>
              <a:xfrm>
                <a:off x="953941" y="3996310"/>
                <a:ext cx="260040" cy="72497"/>
              </a:xfrm>
              <a:custGeom>
                <a:avLst/>
                <a:gdLst>
                  <a:gd name="connsiteX0" fmla="*/ 236411 w 260040"/>
                  <a:gd name="connsiteY0" fmla="*/ 3822 h 72497"/>
                  <a:gd name="connsiteX1" fmla="*/ 214408 w 260040"/>
                  <a:gd name="connsiteY1" fmla="*/ 16586 h 72497"/>
                  <a:gd name="connsiteX2" fmla="*/ 0 w 260040"/>
                  <a:gd name="connsiteY2" fmla="*/ 48971 h 72497"/>
                  <a:gd name="connsiteX3" fmla="*/ 3524 w 260040"/>
                  <a:gd name="connsiteY3" fmla="*/ 72498 h 72497"/>
                  <a:gd name="connsiteX4" fmla="*/ 216598 w 260040"/>
                  <a:gd name="connsiteY4" fmla="*/ 40303 h 72497"/>
                  <a:gd name="connsiteX5" fmla="*/ 242792 w 260040"/>
                  <a:gd name="connsiteY5" fmla="*/ 45923 h 72497"/>
                  <a:gd name="connsiteX6" fmla="*/ 249936 w 260040"/>
                  <a:gd name="connsiteY6" fmla="*/ 23253 h 72497"/>
                  <a:gd name="connsiteX7" fmla="*/ 249936 w 260040"/>
                  <a:gd name="connsiteY7" fmla="*/ 23253 h 72497"/>
                  <a:gd name="connsiteX8" fmla="*/ 236411 w 260040"/>
                  <a:gd name="connsiteY8" fmla="*/ 3822 h 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0040" h="72497">
                    <a:moveTo>
                      <a:pt x="236411" y="3822"/>
                    </a:moveTo>
                    <a:cubicBezTo>
                      <a:pt x="227362" y="11919"/>
                      <a:pt x="218313" y="15348"/>
                      <a:pt x="214408" y="16586"/>
                    </a:cubicBezTo>
                    <a:lnTo>
                      <a:pt x="0" y="48971"/>
                    </a:lnTo>
                    <a:lnTo>
                      <a:pt x="3524" y="72498"/>
                    </a:lnTo>
                    <a:lnTo>
                      <a:pt x="216598" y="40303"/>
                    </a:lnTo>
                    <a:cubicBezTo>
                      <a:pt x="219361" y="40208"/>
                      <a:pt x="230124" y="40208"/>
                      <a:pt x="242792" y="45923"/>
                    </a:cubicBezTo>
                    <a:cubicBezTo>
                      <a:pt x="257461" y="52591"/>
                      <a:pt x="269272" y="34493"/>
                      <a:pt x="249936" y="23253"/>
                    </a:cubicBezTo>
                    <a:lnTo>
                      <a:pt x="249936" y="23253"/>
                    </a:lnTo>
                    <a:cubicBezTo>
                      <a:pt x="265081" y="6775"/>
                      <a:pt x="248317" y="-6941"/>
                      <a:pt x="236411" y="3822"/>
                    </a:cubicBezTo>
                    <a:close/>
                  </a:path>
                </a:pathLst>
              </a:custGeom>
              <a:solidFill>
                <a:srgbClr val="0B9561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54" name="Graphique 17">
              <a:extLst>
                <a:ext uri="{FF2B5EF4-FFF2-40B4-BE49-F238E27FC236}">
                  <a16:creationId xmlns:a16="http://schemas.microsoft.com/office/drawing/2014/main" id="{A4CC6D96-CAFB-494E-AB9E-C7D96D8F7D69}"/>
                </a:ext>
              </a:extLst>
            </p:cNvPr>
            <p:cNvGrpSpPr/>
            <p:nvPr/>
          </p:nvGrpSpPr>
          <p:grpSpPr>
            <a:xfrm>
              <a:off x="1185684" y="2840940"/>
              <a:ext cx="304284" cy="268823"/>
              <a:chOff x="1185684" y="2840940"/>
              <a:chExt cx="304284" cy="268823"/>
            </a:xfrm>
            <a:solidFill>
              <a:schemeClr val="accent1"/>
            </a:solidFill>
          </p:grpSpPr>
          <p:grpSp>
            <p:nvGrpSpPr>
              <p:cNvPr id="255" name="Graphique 17">
                <a:extLst>
                  <a:ext uri="{FF2B5EF4-FFF2-40B4-BE49-F238E27FC236}">
                    <a16:creationId xmlns:a16="http://schemas.microsoft.com/office/drawing/2014/main" id="{85A85DBF-788D-4B98-B4AC-DE347E541FDC}"/>
                  </a:ext>
                </a:extLst>
              </p:cNvPr>
              <p:cNvGrpSpPr/>
              <p:nvPr/>
            </p:nvGrpSpPr>
            <p:grpSpPr>
              <a:xfrm>
                <a:off x="1185684" y="2840940"/>
                <a:ext cx="112966" cy="112966"/>
                <a:chOff x="1185684" y="2840940"/>
                <a:chExt cx="112966" cy="112966"/>
              </a:xfrm>
              <a:solidFill>
                <a:schemeClr val="accent1"/>
              </a:solidFill>
            </p:grpSpPr>
            <p:sp>
              <p:nvSpPr>
                <p:cNvPr id="256" name="Forme libre : forme 255">
                  <a:extLst>
                    <a:ext uri="{FF2B5EF4-FFF2-40B4-BE49-F238E27FC236}">
                      <a16:creationId xmlns:a16="http://schemas.microsoft.com/office/drawing/2014/main" id="{85427F03-8A1B-4D7D-A1E6-793B1695C11B}"/>
                    </a:ext>
                  </a:extLst>
                </p:cNvPr>
                <p:cNvSpPr/>
                <p:nvPr/>
              </p:nvSpPr>
              <p:spPr>
                <a:xfrm>
                  <a:off x="1185684" y="2840940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8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50B17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7" name="Forme libre : forme 256">
                  <a:extLst>
                    <a:ext uri="{FF2B5EF4-FFF2-40B4-BE49-F238E27FC236}">
                      <a16:creationId xmlns:a16="http://schemas.microsoft.com/office/drawing/2014/main" id="{B3C01267-87AB-4C5F-A829-2EC436DFFEFF}"/>
                    </a:ext>
                  </a:extLst>
                </p:cNvPr>
                <p:cNvSpPr/>
                <p:nvPr/>
              </p:nvSpPr>
              <p:spPr>
                <a:xfrm>
                  <a:off x="1186065" y="2847417"/>
                  <a:ext cx="112537" cy="106441"/>
                </a:xfrm>
                <a:custGeom>
                  <a:avLst/>
                  <a:gdLst>
                    <a:gd name="connsiteX0" fmla="*/ 57150 w 112537"/>
                    <a:gd name="connsiteY0" fmla="*/ 50768 h 106441"/>
                    <a:gd name="connsiteX1" fmla="*/ 0 w 112537"/>
                    <a:gd name="connsiteY1" fmla="*/ 54007 h 106441"/>
                    <a:gd name="connsiteX2" fmla="*/ 9239 w 112537"/>
                    <a:gd name="connsiteY2" fmla="*/ 81534 h 106441"/>
                    <a:gd name="connsiteX3" fmla="*/ 87630 w 112537"/>
                    <a:gd name="connsiteY3" fmla="*/ 96869 h 106441"/>
                    <a:gd name="connsiteX4" fmla="*/ 102965 w 112537"/>
                    <a:gd name="connsiteY4" fmla="*/ 18479 h 106441"/>
                    <a:gd name="connsiteX5" fmla="*/ 81725 w 112537"/>
                    <a:gd name="connsiteY5" fmla="*/ 0 h 106441"/>
                    <a:gd name="connsiteX6" fmla="*/ 57150 w 112537"/>
                    <a:gd name="connsiteY6" fmla="*/ 50768 h 106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537" h="106441">
                      <a:moveTo>
                        <a:pt x="57150" y="50768"/>
                      </a:moveTo>
                      <a:cubicBezTo>
                        <a:pt x="39529" y="62675"/>
                        <a:pt x="17717" y="62960"/>
                        <a:pt x="0" y="54007"/>
                      </a:cubicBezTo>
                      <a:cubicBezTo>
                        <a:pt x="667" y="63532"/>
                        <a:pt x="3524" y="73057"/>
                        <a:pt x="9239" y="81534"/>
                      </a:cubicBezTo>
                      <a:cubicBezTo>
                        <a:pt x="26670" y="107347"/>
                        <a:pt x="61722" y="114205"/>
                        <a:pt x="87630" y="96869"/>
                      </a:cubicBezTo>
                      <a:cubicBezTo>
                        <a:pt x="113443" y="79438"/>
                        <a:pt x="120301" y="44387"/>
                        <a:pt x="102965" y="18479"/>
                      </a:cubicBezTo>
                      <a:cubicBezTo>
                        <a:pt x="97441" y="10287"/>
                        <a:pt x="90011" y="4191"/>
                        <a:pt x="81725" y="0"/>
                      </a:cubicBezTo>
                      <a:cubicBezTo>
                        <a:pt x="83058" y="19431"/>
                        <a:pt x="74486" y="39053"/>
                        <a:pt x="57150" y="50768"/>
                      </a:cubicBezTo>
                      <a:close/>
                    </a:path>
                  </a:pathLst>
                </a:custGeom>
                <a:solidFill>
                  <a:srgbClr val="0B956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" name="Forme libre : forme 257">
                  <a:extLst>
                    <a:ext uri="{FF2B5EF4-FFF2-40B4-BE49-F238E27FC236}">
                      <a16:creationId xmlns:a16="http://schemas.microsoft.com/office/drawing/2014/main" id="{A6970C79-03E8-4D0C-B971-855DD86F0436}"/>
                    </a:ext>
                  </a:extLst>
                </p:cNvPr>
                <p:cNvSpPr/>
                <p:nvPr/>
              </p:nvSpPr>
              <p:spPr>
                <a:xfrm rot="-3611810">
                  <a:off x="1231279" y="2850515"/>
                  <a:ext cx="47051" cy="54099"/>
                </a:xfrm>
                <a:custGeom>
                  <a:avLst/>
                  <a:gdLst>
                    <a:gd name="connsiteX0" fmla="*/ 47051 w 47051"/>
                    <a:gd name="connsiteY0" fmla="*/ 27050 h 54099"/>
                    <a:gd name="connsiteX1" fmla="*/ 23526 w 47051"/>
                    <a:gd name="connsiteY1" fmla="*/ 54100 h 54099"/>
                    <a:gd name="connsiteX2" fmla="*/ 0 w 47051"/>
                    <a:gd name="connsiteY2" fmla="*/ 27050 h 54099"/>
                    <a:gd name="connsiteX3" fmla="*/ 23526 w 47051"/>
                    <a:gd name="connsiteY3" fmla="*/ 0 h 54099"/>
                    <a:gd name="connsiteX4" fmla="*/ 47051 w 47051"/>
                    <a:gd name="connsiteY4" fmla="*/ 27050 h 54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1" h="54099">
                      <a:moveTo>
                        <a:pt x="47051" y="27050"/>
                      </a:moveTo>
                      <a:cubicBezTo>
                        <a:pt x="47051" y="41989"/>
                        <a:pt x="36519" y="54100"/>
                        <a:pt x="23526" y="54100"/>
                      </a:cubicBezTo>
                      <a:cubicBezTo>
                        <a:pt x="10533" y="54100"/>
                        <a:pt x="0" y="41989"/>
                        <a:pt x="0" y="27050"/>
                      </a:cubicBezTo>
                      <a:cubicBezTo>
                        <a:pt x="0" y="12111"/>
                        <a:pt x="10533" y="0"/>
                        <a:pt x="23526" y="0"/>
                      </a:cubicBezTo>
                      <a:cubicBezTo>
                        <a:pt x="36519" y="0"/>
                        <a:pt x="47051" y="12111"/>
                        <a:pt x="47051" y="27050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9" name="Forme libre : forme 258">
                  <a:extLst>
                    <a:ext uri="{FF2B5EF4-FFF2-40B4-BE49-F238E27FC236}">
                      <a16:creationId xmlns:a16="http://schemas.microsoft.com/office/drawing/2014/main" id="{86D964EF-E156-4A13-8554-F0E27549FDB4}"/>
                    </a:ext>
                  </a:extLst>
                </p:cNvPr>
                <p:cNvSpPr/>
                <p:nvPr/>
              </p:nvSpPr>
              <p:spPr>
                <a:xfrm>
                  <a:off x="1223118" y="2865133"/>
                  <a:ext cx="18478" cy="18478"/>
                </a:xfrm>
                <a:custGeom>
                  <a:avLst/>
                  <a:gdLst>
                    <a:gd name="connsiteX0" fmla="*/ 18479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9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9" y="9239"/>
                      </a:moveTo>
                      <a:cubicBezTo>
                        <a:pt x="18479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9" y="4137"/>
                        <a:pt x="18479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60" name="Forme libre : forme 259">
                <a:extLst>
                  <a:ext uri="{FF2B5EF4-FFF2-40B4-BE49-F238E27FC236}">
                    <a16:creationId xmlns:a16="http://schemas.microsoft.com/office/drawing/2014/main" id="{24ADCD8C-4DE0-4279-BD2B-3A7425850794}"/>
                  </a:ext>
                </a:extLst>
              </p:cNvPr>
              <p:cNvSpPr/>
              <p:nvPr/>
            </p:nvSpPr>
            <p:spPr>
              <a:xfrm>
                <a:off x="1272362" y="2920664"/>
                <a:ext cx="217606" cy="189099"/>
              </a:xfrm>
              <a:custGeom>
                <a:avLst/>
                <a:gdLst>
                  <a:gd name="connsiteX0" fmla="*/ 205931 w 217606"/>
                  <a:gd name="connsiteY0" fmla="*/ 146875 h 189099"/>
                  <a:gd name="connsiteX1" fmla="*/ 181737 w 217606"/>
                  <a:gd name="connsiteY1" fmla="*/ 138875 h 189099"/>
                  <a:gd name="connsiteX2" fmla="*/ 15240 w 217606"/>
                  <a:gd name="connsiteY2" fmla="*/ 0 h 189099"/>
                  <a:gd name="connsiteX3" fmla="*/ 0 w 217606"/>
                  <a:gd name="connsiteY3" fmla="*/ 18288 h 189099"/>
                  <a:gd name="connsiteX4" fmla="*/ 165450 w 217606"/>
                  <a:gd name="connsiteY4" fmla="*/ 156305 h 189099"/>
                  <a:gd name="connsiteX5" fmla="*/ 178594 w 217606"/>
                  <a:gd name="connsiteY5" fmla="*/ 179546 h 189099"/>
                  <a:gd name="connsiteX6" fmla="*/ 200311 w 217606"/>
                  <a:gd name="connsiteY6" fmla="*/ 169831 h 189099"/>
                  <a:gd name="connsiteX7" fmla="*/ 200311 w 217606"/>
                  <a:gd name="connsiteY7" fmla="*/ 169831 h 189099"/>
                  <a:gd name="connsiteX8" fmla="*/ 205931 w 217606"/>
                  <a:gd name="connsiteY8" fmla="*/ 146875 h 18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7606" h="189099">
                    <a:moveTo>
                      <a:pt x="205931" y="146875"/>
                    </a:moveTo>
                    <a:cubicBezTo>
                      <a:pt x="193834" y="145447"/>
                      <a:pt x="185261" y="141065"/>
                      <a:pt x="181737" y="138875"/>
                    </a:cubicBezTo>
                    <a:lnTo>
                      <a:pt x="15240" y="0"/>
                    </a:lnTo>
                    <a:lnTo>
                      <a:pt x="0" y="18288"/>
                    </a:lnTo>
                    <a:lnTo>
                      <a:pt x="165450" y="156305"/>
                    </a:lnTo>
                    <a:cubicBezTo>
                      <a:pt x="167354" y="158305"/>
                      <a:pt x="174498" y="166306"/>
                      <a:pt x="178594" y="179546"/>
                    </a:cubicBezTo>
                    <a:cubicBezTo>
                      <a:pt x="183356" y="194881"/>
                      <a:pt x="204692" y="191834"/>
                      <a:pt x="200311" y="169831"/>
                    </a:cubicBezTo>
                    <a:lnTo>
                      <a:pt x="200311" y="169831"/>
                    </a:lnTo>
                    <a:cubicBezTo>
                      <a:pt x="222790" y="170307"/>
                      <a:pt x="221933" y="148685"/>
                      <a:pt x="205931" y="146875"/>
                    </a:cubicBezTo>
                    <a:close/>
                  </a:path>
                </a:pathLst>
              </a:custGeom>
              <a:solidFill>
                <a:srgbClr val="0B9561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61" name="Graphique 17">
              <a:extLst>
                <a:ext uri="{FF2B5EF4-FFF2-40B4-BE49-F238E27FC236}">
                  <a16:creationId xmlns:a16="http://schemas.microsoft.com/office/drawing/2014/main" id="{5350EC8C-E129-42AF-A1EC-33E47C21D4AD}"/>
                </a:ext>
              </a:extLst>
            </p:cNvPr>
            <p:cNvGrpSpPr/>
            <p:nvPr/>
          </p:nvGrpSpPr>
          <p:grpSpPr>
            <a:xfrm>
              <a:off x="2033314" y="2359356"/>
              <a:ext cx="131404" cy="363434"/>
              <a:chOff x="2033314" y="2359356"/>
              <a:chExt cx="131404" cy="363434"/>
            </a:xfrm>
            <a:solidFill>
              <a:schemeClr val="accent1"/>
            </a:solidFill>
          </p:grpSpPr>
          <p:grpSp>
            <p:nvGrpSpPr>
              <p:cNvPr id="262" name="Graphique 17">
                <a:extLst>
                  <a:ext uri="{FF2B5EF4-FFF2-40B4-BE49-F238E27FC236}">
                    <a16:creationId xmlns:a16="http://schemas.microsoft.com/office/drawing/2014/main" id="{6B20BDE9-4759-4160-9AEF-5211BAC93D4D}"/>
                  </a:ext>
                </a:extLst>
              </p:cNvPr>
              <p:cNvGrpSpPr/>
              <p:nvPr/>
            </p:nvGrpSpPr>
            <p:grpSpPr>
              <a:xfrm>
                <a:off x="2033314" y="2359356"/>
                <a:ext cx="112966" cy="112966"/>
                <a:chOff x="2033314" y="2359356"/>
                <a:chExt cx="112966" cy="112966"/>
              </a:xfrm>
              <a:solidFill>
                <a:schemeClr val="accent1"/>
              </a:solidFill>
            </p:grpSpPr>
            <p:sp>
              <p:nvSpPr>
                <p:cNvPr id="263" name="Forme libre : forme 262">
                  <a:extLst>
                    <a:ext uri="{FF2B5EF4-FFF2-40B4-BE49-F238E27FC236}">
                      <a16:creationId xmlns:a16="http://schemas.microsoft.com/office/drawing/2014/main" id="{05A3DDB6-8111-46DC-A8ED-23088B13E8BE}"/>
                    </a:ext>
                  </a:extLst>
                </p:cNvPr>
                <p:cNvSpPr/>
                <p:nvPr/>
              </p:nvSpPr>
              <p:spPr>
                <a:xfrm>
                  <a:off x="2033314" y="2359356"/>
                  <a:ext cx="112966" cy="112966"/>
                </a:xfrm>
                <a:custGeom>
                  <a:avLst/>
                  <a:gdLst>
                    <a:gd name="connsiteX0" fmla="*/ 112966 w 112966"/>
                    <a:gd name="connsiteY0" fmla="*/ 56483 h 112966"/>
                    <a:gd name="connsiteX1" fmla="*/ 56483 w 112966"/>
                    <a:gd name="connsiteY1" fmla="*/ 112966 h 112966"/>
                    <a:gd name="connsiteX2" fmla="*/ 0 w 112966"/>
                    <a:gd name="connsiteY2" fmla="*/ 56483 h 112966"/>
                    <a:gd name="connsiteX3" fmla="*/ 56483 w 112966"/>
                    <a:gd name="connsiteY3" fmla="*/ 0 h 112966"/>
                    <a:gd name="connsiteX4" fmla="*/ 112966 w 112966"/>
                    <a:gd name="connsiteY4" fmla="*/ 56483 h 112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66" h="112966">
                      <a:moveTo>
                        <a:pt x="112966" y="56483"/>
                      </a:moveTo>
                      <a:cubicBezTo>
                        <a:pt x="112966" y="87678"/>
                        <a:pt x="87678" y="112966"/>
                        <a:pt x="56483" y="112966"/>
                      </a:cubicBezTo>
                      <a:cubicBezTo>
                        <a:pt x="25288" y="112966"/>
                        <a:pt x="0" y="87678"/>
                        <a:pt x="0" y="56483"/>
                      </a:cubicBezTo>
                      <a:cubicBezTo>
                        <a:pt x="0" y="25288"/>
                        <a:pt x="25288" y="0"/>
                        <a:pt x="56483" y="0"/>
                      </a:cubicBezTo>
                      <a:cubicBezTo>
                        <a:pt x="87678" y="0"/>
                        <a:pt x="112966" y="25289"/>
                        <a:pt x="112966" y="56483"/>
                      </a:cubicBezTo>
                      <a:close/>
                    </a:path>
                  </a:pathLst>
                </a:custGeom>
                <a:solidFill>
                  <a:srgbClr val="50B17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" name="Forme libre : forme 263">
                  <a:extLst>
                    <a:ext uri="{FF2B5EF4-FFF2-40B4-BE49-F238E27FC236}">
                      <a16:creationId xmlns:a16="http://schemas.microsoft.com/office/drawing/2014/main" id="{BAAE85D6-5DED-4680-94E7-F8D6F6A0ECDE}"/>
                    </a:ext>
                  </a:extLst>
                </p:cNvPr>
                <p:cNvSpPr/>
                <p:nvPr/>
              </p:nvSpPr>
              <p:spPr>
                <a:xfrm>
                  <a:off x="2033366" y="2382787"/>
                  <a:ext cx="112837" cy="89482"/>
                </a:xfrm>
                <a:custGeom>
                  <a:avLst/>
                  <a:gdLst>
                    <a:gd name="connsiteX0" fmla="*/ 56717 w 112837"/>
                    <a:gd name="connsiteY0" fmla="*/ 34385 h 89482"/>
                    <a:gd name="connsiteX1" fmla="*/ 10997 w 112837"/>
                    <a:gd name="connsiteY1" fmla="*/ 0 h 89482"/>
                    <a:gd name="connsiteX2" fmla="*/ 329 w 112837"/>
                    <a:gd name="connsiteY2" fmla="*/ 26956 h 89482"/>
                    <a:gd name="connsiteX3" fmla="*/ 50335 w 112837"/>
                    <a:gd name="connsiteY3" fmla="*/ 89154 h 89482"/>
                    <a:gd name="connsiteX4" fmla="*/ 112533 w 112837"/>
                    <a:gd name="connsiteY4" fmla="*/ 39148 h 89482"/>
                    <a:gd name="connsiteX5" fmla="*/ 108247 w 112837"/>
                    <a:gd name="connsiteY5" fmla="*/ 11335 h 89482"/>
                    <a:gd name="connsiteX6" fmla="*/ 56717 w 112837"/>
                    <a:gd name="connsiteY6" fmla="*/ 34385 h 89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837" h="89482">
                      <a:moveTo>
                        <a:pt x="56717" y="34385"/>
                      </a:moveTo>
                      <a:cubicBezTo>
                        <a:pt x="35571" y="32099"/>
                        <a:pt x="18712" y="18288"/>
                        <a:pt x="10997" y="0"/>
                      </a:cubicBezTo>
                      <a:cubicBezTo>
                        <a:pt x="5377" y="7715"/>
                        <a:pt x="1472" y="16764"/>
                        <a:pt x="329" y="26956"/>
                      </a:cubicBezTo>
                      <a:cubicBezTo>
                        <a:pt x="-3005" y="57912"/>
                        <a:pt x="19379" y="85820"/>
                        <a:pt x="50335" y="89154"/>
                      </a:cubicBezTo>
                      <a:cubicBezTo>
                        <a:pt x="81291" y="92488"/>
                        <a:pt x="109200" y="70104"/>
                        <a:pt x="112533" y="39148"/>
                      </a:cubicBezTo>
                      <a:cubicBezTo>
                        <a:pt x="113581" y="29242"/>
                        <a:pt x="111867" y="19812"/>
                        <a:pt x="108247" y="11335"/>
                      </a:cubicBezTo>
                      <a:cubicBezTo>
                        <a:pt x="96817" y="27051"/>
                        <a:pt x="77577" y="36576"/>
                        <a:pt x="56717" y="34385"/>
                      </a:cubicBezTo>
                      <a:close/>
                    </a:path>
                  </a:pathLst>
                </a:custGeom>
                <a:solidFill>
                  <a:srgbClr val="0B956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" name="Forme libre : forme 264">
                  <a:extLst>
                    <a:ext uri="{FF2B5EF4-FFF2-40B4-BE49-F238E27FC236}">
                      <a16:creationId xmlns:a16="http://schemas.microsoft.com/office/drawing/2014/main" id="{F7DA6EBF-B322-41AB-8FA5-1257FEE00662}"/>
                    </a:ext>
                  </a:extLst>
                </p:cNvPr>
                <p:cNvSpPr/>
                <p:nvPr/>
              </p:nvSpPr>
              <p:spPr>
                <a:xfrm rot="-1203186">
                  <a:off x="2089063" y="2381701"/>
                  <a:ext cx="47054" cy="54103"/>
                </a:xfrm>
                <a:custGeom>
                  <a:avLst/>
                  <a:gdLst>
                    <a:gd name="connsiteX0" fmla="*/ 47055 w 47054"/>
                    <a:gd name="connsiteY0" fmla="*/ 27052 h 54103"/>
                    <a:gd name="connsiteX1" fmla="*/ 23527 w 47054"/>
                    <a:gd name="connsiteY1" fmla="*/ 54103 h 54103"/>
                    <a:gd name="connsiteX2" fmla="*/ 0 w 47054"/>
                    <a:gd name="connsiteY2" fmla="*/ 27052 h 54103"/>
                    <a:gd name="connsiteX3" fmla="*/ 23527 w 47054"/>
                    <a:gd name="connsiteY3" fmla="*/ 0 h 54103"/>
                    <a:gd name="connsiteX4" fmla="*/ 47055 w 47054"/>
                    <a:gd name="connsiteY4" fmla="*/ 27052 h 5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054" h="54103">
                      <a:moveTo>
                        <a:pt x="47055" y="27052"/>
                      </a:moveTo>
                      <a:cubicBezTo>
                        <a:pt x="47055" y="41992"/>
                        <a:pt x="36521" y="54103"/>
                        <a:pt x="23527" y="54103"/>
                      </a:cubicBezTo>
                      <a:cubicBezTo>
                        <a:pt x="10534" y="54103"/>
                        <a:pt x="0" y="41992"/>
                        <a:pt x="0" y="27052"/>
                      </a:cubicBezTo>
                      <a:cubicBezTo>
                        <a:pt x="0" y="12112"/>
                        <a:pt x="10534" y="0"/>
                        <a:pt x="23527" y="0"/>
                      </a:cubicBezTo>
                      <a:cubicBezTo>
                        <a:pt x="36521" y="0"/>
                        <a:pt x="47055" y="12112"/>
                        <a:pt x="47055" y="27052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" name="Forme libre : forme 265">
                  <a:extLst>
                    <a:ext uri="{FF2B5EF4-FFF2-40B4-BE49-F238E27FC236}">
                      <a16:creationId xmlns:a16="http://schemas.microsoft.com/office/drawing/2014/main" id="{2E5841FB-374B-430A-9E47-C951E38BDE97}"/>
                    </a:ext>
                  </a:extLst>
                </p:cNvPr>
                <p:cNvSpPr/>
                <p:nvPr/>
              </p:nvSpPr>
              <p:spPr>
                <a:xfrm>
                  <a:off x="2087987" y="2382692"/>
                  <a:ext cx="18478" cy="18478"/>
                </a:xfrm>
                <a:custGeom>
                  <a:avLst/>
                  <a:gdLst>
                    <a:gd name="connsiteX0" fmla="*/ 18478 w 18478"/>
                    <a:gd name="connsiteY0" fmla="*/ 9239 h 18478"/>
                    <a:gd name="connsiteX1" fmla="*/ 9239 w 18478"/>
                    <a:gd name="connsiteY1" fmla="*/ 18479 h 18478"/>
                    <a:gd name="connsiteX2" fmla="*/ 0 w 18478"/>
                    <a:gd name="connsiteY2" fmla="*/ 9239 h 18478"/>
                    <a:gd name="connsiteX3" fmla="*/ 9239 w 18478"/>
                    <a:gd name="connsiteY3" fmla="*/ 0 h 18478"/>
                    <a:gd name="connsiteX4" fmla="*/ 18478 w 18478"/>
                    <a:gd name="connsiteY4" fmla="*/ 9239 h 18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8" h="18478">
                      <a:moveTo>
                        <a:pt x="18478" y="9239"/>
                      </a:moveTo>
                      <a:cubicBezTo>
                        <a:pt x="18478" y="14342"/>
                        <a:pt x="14342" y="18479"/>
                        <a:pt x="9239" y="18479"/>
                      </a:cubicBezTo>
                      <a:cubicBezTo>
                        <a:pt x="4137" y="18479"/>
                        <a:pt x="0" y="14342"/>
                        <a:pt x="0" y="9239"/>
                      </a:cubicBezTo>
                      <a:cubicBezTo>
                        <a:pt x="0" y="4137"/>
                        <a:pt x="4137" y="0"/>
                        <a:pt x="9239" y="0"/>
                      </a:cubicBezTo>
                      <a:cubicBezTo>
                        <a:pt x="14342" y="0"/>
                        <a:pt x="18478" y="4137"/>
                        <a:pt x="18478" y="92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67" name="Forme libre : forme 266">
                <a:extLst>
                  <a:ext uri="{FF2B5EF4-FFF2-40B4-BE49-F238E27FC236}">
                    <a16:creationId xmlns:a16="http://schemas.microsoft.com/office/drawing/2014/main" id="{1B07E4B5-C15B-497D-A402-E727FD4E8A2E}"/>
                  </a:ext>
                </a:extLst>
              </p:cNvPr>
              <p:cNvSpPr/>
              <p:nvPr/>
            </p:nvSpPr>
            <p:spPr>
              <a:xfrm>
                <a:off x="2086178" y="2463083"/>
                <a:ext cx="78541" cy="259707"/>
              </a:xfrm>
              <a:custGeom>
                <a:avLst/>
                <a:gdLst>
                  <a:gd name="connsiteX0" fmla="*/ 74486 w 78541"/>
                  <a:gd name="connsiteY0" fmla="*/ 235077 h 259707"/>
                  <a:gd name="connsiteX1" fmla="*/ 61151 w 78541"/>
                  <a:gd name="connsiteY1" fmla="*/ 213455 h 259707"/>
                  <a:gd name="connsiteX2" fmla="*/ 23432 w 78541"/>
                  <a:gd name="connsiteY2" fmla="*/ 0 h 259707"/>
                  <a:gd name="connsiteX3" fmla="*/ 0 w 78541"/>
                  <a:gd name="connsiteY3" fmla="*/ 4191 h 259707"/>
                  <a:gd name="connsiteX4" fmla="*/ 37529 w 78541"/>
                  <a:gd name="connsiteY4" fmla="*/ 216408 h 259707"/>
                  <a:gd name="connsiteX5" fmla="*/ 32576 w 78541"/>
                  <a:gd name="connsiteY5" fmla="*/ 242697 h 259707"/>
                  <a:gd name="connsiteX6" fmla="*/ 55340 w 78541"/>
                  <a:gd name="connsiteY6" fmla="*/ 249269 h 259707"/>
                  <a:gd name="connsiteX7" fmla="*/ 55340 w 78541"/>
                  <a:gd name="connsiteY7" fmla="*/ 249269 h 259707"/>
                  <a:gd name="connsiteX8" fmla="*/ 74486 w 78541"/>
                  <a:gd name="connsiteY8" fmla="*/ 235077 h 259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541" h="259707">
                    <a:moveTo>
                      <a:pt x="74486" y="235077"/>
                    </a:moveTo>
                    <a:cubicBezTo>
                      <a:pt x="66199" y="226219"/>
                      <a:pt x="62484" y="217265"/>
                      <a:pt x="61151" y="213455"/>
                    </a:cubicBezTo>
                    <a:lnTo>
                      <a:pt x="23432" y="0"/>
                    </a:lnTo>
                    <a:lnTo>
                      <a:pt x="0" y="4191"/>
                    </a:lnTo>
                    <a:lnTo>
                      <a:pt x="37529" y="216408"/>
                    </a:lnTo>
                    <a:cubicBezTo>
                      <a:pt x="37719" y="219170"/>
                      <a:pt x="38005" y="229934"/>
                      <a:pt x="32576" y="242697"/>
                    </a:cubicBezTo>
                    <a:cubicBezTo>
                      <a:pt x="26289" y="257461"/>
                      <a:pt x="44577" y="268891"/>
                      <a:pt x="55340" y="249269"/>
                    </a:cubicBezTo>
                    <a:lnTo>
                      <a:pt x="55340" y="249269"/>
                    </a:lnTo>
                    <a:cubicBezTo>
                      <a:pt x="72295" y="263843"/>
                      <a:pt x="85535" y="246793"/>
                      <a:pt x="74486" y="235077"/>
                    </a:cubicBezTo>
                    <a:close/>
                  </a:path>
                </a:pathLst>
              </a:custGeom>
              <a:solidFill>
                <a:srgbClr val="0B9561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68" name="Graphique 17">
              <a:extLst>
                <a:ext uri="{FF2B5EF4-FFF2-40B4-BE49-F238E27FC236}">
                  <a16:creationId xmlns:a16="http://schemas.microsoft.com/office/drawing/2014/main" id="{9A7E026E-7CFC-49A5-BC5D-3DB7E73E1B3D}"/>
                </a:ext>
              </a:extLst>
            </p:cNvPr>
            <p:cNvGrpSpPr/>
            <p:nvPr/>
          </p:nvGrpSpPr>
          <p:grpSpPr>
            <a:xfrm>
              <a:off x="835279" y="2349874"/>
              <a:ext cx="2986639" cy="2976842"/>
              <a:chOff x="835279" y="2349874"/>
              <a:chExt cx="2986639" cy="2976842"/>
            </a:xfrm>
            <a:noFill/>
          </p:grpSpPr>
          <p:sp>
            <p:nvSpPr>
              <p:cNvPr id="269" name="Forme libre : forme 268">
                <a:extLst>
                  <a:ext uri="{FF2B5EF4-FFF2-40B4-BE49-F238E27FC236}">
                    <a16:creationId xmlns:a16="http://schemas.microsoft.com/office/drawing/2014/main" id="{93718422-A629-4E94-BEF7-26CB77E8884F}"/>
                  </a:ext>
                </a:extLst>
              </p:cNvPr>
              <p:cNvSpPr/>
              <p:nvPr/>
            </p:nvSpPr>
            <p:spPr>
              <a:xfrm>
                <a:off x="2411738" y="2349874"/>
                <a:ext cx="272550" cy="371908"/>
              </a:xfrm>
              <a:custGeom>
                <a:avLst/>
                <a:gdLst>
                  <a:gd name="connsiteX0" fmla="*/ 248892 w 272550"/>
                  <a:gd name="connsiteY0" fmla="*/ 35485 h 371908"/>
                  <a:gd name="connsiteX1" fmla="*/ 175264 w 272550"/>
                  <a:gd name="connsiteY1" fmla="*/ 42629 h 371908"/>
                  <a:gd name="connsiteX2" fmla="*/ 174692 w 272550"/>
                  <a:gd name="connsiteY2" fmla="*/ 43201 h 371908"/>
                  <a:gd name="connsiteX3" fmla="*/ 170120 w 272550"/>
                  <a:gd name="connsiteY3" fmla="*/ 48725 h 371908"/>
                  <a:gd name="connsiteX4" fmla="*/ 170120 w 272550"/>
                  <a:gd name="connsiteY4" fmla="*/ 48725 h 371908"/>
                  <a:gd name="connsiteX5" fmla="*/ 159643 w 272550"/>
                  <a:gd name="connsiteY5" fmla="*/ 80062 h 371908"/>
                  <a:gd name="connsiteX6" fmla="*/ 159738 w 272550"/>
                  <a:gd name="connsiteY6" fmla="*/ 85492 h 371908"/>
                  <a:gd name="connsiteX7" fmla="*/ 167929 w 272550"/>
                  <a:gd name="connsiteY7" fmla="*/ 111114 h 371908"/>
                  <a:gd name="connsiteX8" fmla="*/ 183265 w 272550"/>
                  <a:gd name="connsiteY8" fmla="*/ 127497 h 371908"/>
                  <a:gd name="connsiteX9" fmla="*/ 187265 w 272550"/>
                  <a:gd name="connsiteY9" fmla="*/ 130068 h 371908"/>
                  <a:gd name="connsiteX10" fmla="*/ 163548 w 272550"/>
                  <a:gd name="connsiteY10" fmla="*/ 277611 h 371908"/>
                  <a:gd name="connsiteX11" fmla="*/ 143260 w 272550"/>
                  <a:gd name="connsiteY11" fmla="*/ 335713 h 371908"/>
                  <a:gd name="connsiteX12" fmla="*/ 98016 w 272550"/>
                  <a:gd name="connsiteY12" fmla="*/ 347239 h 371908"/>
                  <a:gd name="connsiteX13" fmla="*/ 51439 w 272550"/>
                  <a:gd name="connsiteY13" fmla="*/ 324188 h 371908"/>
                  <a:gd name="connsiteX14" fmla="*/ 47534 w 272550"/>
                  <a:gd name="connsiteY14" fmla="*/ 259799 h 371908"/>
                  <a:gd name="connsiteX15" fmla="*/ 64012 w 272550"/>
                  <a:gd name="connsiteY15" fmla="*/ 112162 h 371908"/>
                  <a:gd name="connsiteX16" fmla="*/ 65821 w 272550"/>
                  <a:gd name="connsiteY16" fmla="*/ 111971 h 371908"/>
                  <a:gd name="connsiteX17" fmla="*/ 71156 w 272550"/>
                  <a:gd name="connsiteY17" fmla="*/ 110828 h 371908"/>
                  <a:gd name="connsiteX18" fmla="*/ 81347 w 272550"/>
                  <a:gd name="connsiteY18" fmla="*/ 107018 h 371908"/>
                  <a:gd name="connsiteX19" fmla="*/ 90682 w 272550"/>
                  <a:gd name="connsiteY19" fmla="*/ 101303 h 371908"/>
                  <a:gd name="connsiteX20" fmla="*/ 102493 w 272550"/>
                  <a:gd name="connsiteY20" fmla="*/ 89111 h 371908"/>
                  <a:gd name="connsiteX21" fmla="*/ 102493 w 272550"/>
                  <a:gd name="connsiteY21" fmla="*/ 89111 h 371908"/>
                  <a:gd name="connsiteX22" fmla="*/ 106208 w 272550"/>
                  <a:gd name="connsiteY22" fmla="*/ 83110 h 371908"/>
                  <a:gd name="connsiteX23" fmla="*/ 106493 w 272550"/>
                  <a:gd name="connsiteY23" fmla="*/ 82539 h 371908"/>
                  <a:gd name="connsiteX24" fmla="*/ 89253 w 272550"/>
                  <a:gd name="connsiteY24" fmla="*/ 10434 h 371908"/>
                  <a:gd name="connsiteX25" fmla="*/ 15625 w 272550"/>
                  <a:gd name="connsiteY25" fmla="*/ 17578 h 371908"/>
                  <a:gd name="connsiteX26" fmla="*/ 15053 w 272550"/>
                  <a:gd name="connsiteY26" fmla="*/ 18150 h 371908"/>
                  <a:gd name="connsiteX27" fmla="*/ 10481 w 272550"/>
                  <a:gd name="connsiteY27" fmla="*/ 23674 h 371908"/>
                  <a:gd name="connsiteX28" fmla="*/ 3623 w 272550"/>
                  <a:gd name="connsiteY28" fmla="*/ 76252 h 371908"/>
                  <a:gd name="connsiteX29" fmla="*/ 15149 w 272550"/>
                  <a:gd name="connsiteY29" fmla="*/ 94921 h 371908"/>
                  <a:gd name="connsiteX30" fmla="*/ 23721 w 272550"/>
                  <a:gd name="connsiteY30" fmla="*/ 102446 h 371908"/>
                  <a:gd name="connsiteX31" fmla="*/ 28579 w 272550"/>
                  <a:gd name="connsiteY31" fmla="*/ 105589 h 371908"/>
                  <a:gd name="connsiteX32" fmla="*/ 38866 w 272550"/>
                  <a:gd name="connsiteY32" fmla="*/ 110161 h 371908"/>
                  <a:gd name="connsiteX33" fmla="*/ 40104 w 272550"/>
                  <a:gd name="connsiteY33" fmla="*/ 110542 h 371908"/>
                  <a:gd name="connsiteX34" fmla="*/ 24483 w 272550"/>
                  <a:gd name="connsiteY34" fmla="*/ 253893 h 371908"/>
                  <a:gd name="connsiteX35" fmla="*/ 31722 w 272550"/>
                  <a:gd name="connsiteY35" fmla="*/ 337999 h 371908"/>
                  <a:gd name="connsiteX36" fmla="*/ 95444 w 272550"/>
                  <a:gd name="connsiteY36" fmla="*/ 371242 h 371908"/>
                  <a:gd name="connsiteX37" fmla="*/ 107541 w 272550"/>
                  <a:gd name="connsiteY37" fmla="*/ 371908 h 371908"/>
                  <a:gd name="connsiteX38" fmla="*/ 158976 w 272550"/>
                  <a:gd name="connsiteY38" fmla="*/ 353811 h 371908"/>
                  <a:gd name="connsiteX39" fmla="*/ 187265 w 272550"/>
                  <a:gd name="connsiteY39" fmla="*/ 278182 h 371908"/>
                  <a:gd name="connsiteX40" fmla="*/ 209744 w 272550"/>
                  <a:gd name="connsiteY40" fmla="*/ 137974 h 371908"/>
                  <a:gd name="connsiteX41" fmla="*/ 225270 w 272550"/>
                  <a:gd name="connsiteY41" fmla="*/ 137593 h 371908"/>
                  <a:gd name="connsiteX42" fmla="*/ 230604 w 272550"/>
                  <a:gd name="connsiteY42" fmla="*/ 136450 h 371908"/>
                  <a:gd name="connsiteX43" fmla="*/ 240796 w 272550"/>
                  <a:gd name="connsiteY43" fmla="*/ 132640 h 371908"/>
                  <a:gd name="connsiteX44" fmla="*/ 245558 w 272550"/>
                  <a:gd name="connsiteY44" fmla="*/ 129973 h 371908"/>
                  <a:gd name="connsiteX45" fmla="*/ 254417 w 272550"/>
                  <a:gd name="connsiteY45" fmla="*/ 123210 h 371908"/>
                  <a:gd name="connsiteX46" fmla="*/ 261941 w 272550"/>
                  <a:gd name="connsiteY46" fmla="*/ 114638 h 371908"/>
                  <a:gd name="connsiteX47" fmla="*/ 265656 w 272550"/>
                  <a:gd name="connsiteY47" fmla="*/ 108637 h 371908"/>
                  <a:gd name="connsiteX48" fmla="*/ 265942 w 272550"/>
                  <a:gd name="connsiteY48" fmla="*/ 108066 h 371908"/>
                  <a:gd name="connsiteX49" fmla="*/ 248892 w 272550"/>
                  <a:gd name="connsiteY49" fmla="*/ 35485 h 371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272550" h="371908">
                    <a:moveTo>
                      <a:pt x="248892" y="35485"/>
                    </a:moveTo>
                    <a:cubicBezTo>
                      <a:pt x="225746" y="19007"/>
                      <a:pt x="194314" y="22531"/>
                      <a:pt x="175264" y="42629"/>
                    </a:cubicBezTo>
                    <a:cubicBezTo>
                      <a:pt x="175073" y="42819"/>
                      <a:pt x="174883" y="43010"/>
                      <a:pt x="174692" y="43201"/>
                    </a:cubicBezTo>
                    <a:cubicBezTo>
                      <a:pt x="173073" y="44915"/>
                      <a:pt x="171549" y="46725"/>
                      <a:pt x="170120" y="48725"/>
                    </a:cubicBezTo>
                    <a:cubicBezTo>
                      <a:pt x="170120" y="48725"/>
                      <a:pt x="170120" y="48725"/>
                      <a:pt x="170120" y="48725"/>
                    </a:cubicBezTo>
                    <a:cubicBezTo>
                      <a:pt x="163358" y="58250"/>
                      <a:pt x="159928" y="69109"/>
                      <a:pt x="159643" y="80062"/>
                    </a:cubicBezTo>
                    <a:cubicBezTo>
                      <a:pt x="159643" y="81872"/>
                      <a:pt x="159643" y="83682"/>
                      <a:pt x="159738" y="85492"/>
                    </a:cubicBezTo>
                    <a:cubicBezTo>
                      <a:pt x="160405" y="94540"/>
                      <a:pt x="163167" y="103303"/>
                      <a:pt x="167929" y="111114"/>
                    </a:cubicBezTo>
                    <a:cubicBezTo>
                      <a:pt x="171740" y="117400"/>
                      <a:pt x="176883" y="122925"/>
                      <a:pt x="183265" y="127497"/>
                    </a:cubicBezTo>
                    <a:cubicBezTo>
                      <a:pt x="184598" y="128449"/>
                      <a:pt x="185932" y="129211"/>
                      <a:pt x="187265" y="130068"/>
                    </a:cubicBezTo>
                    <a:cubicBezTo>
                      <a:pt x="173359" y="167406"/>
                      <a:pt x="164024" y="232653"/>
                      <a:pt x="163548" y="277611"/>
                    </a:cubicBezTo>
                    <a:cubicBezTo>
                      <a:pt x="163358" y="295994"/>
                      <a:pt x="159643" y="321045"/>
                      <a:pt x="143260" y="335713"/>
                    </a:cubicBezTo>
                    <a:cubicBezTo>
                      <a:pt x="132496" y="345334"/>
                      <a:pt x="117257" y="349143"/>
                      <a:pt x="98016" y="347239"/>
                    </a:cubicBezTo>
                    <a:cubicBezTo>
                      <a:pt x="82967" y="345714"/>
                      <a:pt x="62678" y="340381"/>
                      <a:pt x="51439" y="324188"/>
                    </a:cubicBezTo>
                    <a:cubicBezTo>
                      <a:pt x="41342" y="309424"/>
                      <a:pt x="40009" y="287802"/>
                      <a:pt x="47534" y="259799"/>
                    </a:cubicBezTo>
                    <a:cubicBezTo>
                      <a:pt x="62774" y="203316"/>
                      <a:pt x="64202" y="139975"/>
                      <a:pt x="64012" y="112162"/>
                    </a:cubicBezTo>
                    <a:cubicBezTo>
                      <a:pt x="64583" y="112066"/>
                      <a:pt x="65250" y="112066"/>
                      <a:pt x="65821" y="111971"/>
                    </a:cubicBezTo>
                    <a:cubicBezTo>
                      <a:pt x="67631" y="111685"/>
                      <a:pt x="69346" y="111304"/>
                      <a:pt x="71156" y="110828"/>
                    </a:cubicBezTo>
                    <a:cubicBezTo>
                      <a:pt x="74680" y="109876"/>
                      <a:pt x="78013" y="108637"/>
                      <a:pt x="81347" y="107018"/>
                    </a:cubicBezTo>
                    <a:cubicBezTo>
                      <a:pt x="84681" y="105399"/>
                      <a:pt x="87729" y="103494"/>
                      <a:pt x="90682" y="101303"/>
                    </a:cubicBezTo>
                    <a:cubicBezTo>
                      <a:pt x="95063" y="97969"/>
                      <a:pt x="99064" y="93873"/>
                      <a:pt x="102493" y="89111"/>
                    </a:cubicBezTo>
                    <a:cubicBezTo>
                      <a:pt x="102493" y="89111"/>
                      <a:pt x="102493" y="89111"/>
                      <a:pt x="102493" y="89111"/>
                    </a:cubicBezTo>
                    <a:cubicBezTo>
                      <a:pt x="103921" y="87206"/>
                      <a:pt x="105065" y="85110"/>
                      <a:pt x="106208" y="83110"/>
                    </a:cubicBezTo>
                    <a:cubicBezTo>
                      <a:pt x="106303" y="82920"/>
                      <a:pt x="106398" y="82729"/>
                      <a:pt x="106493" y="82539"/>
                    </a:cubicBezTo>
                    <a:cubicBezTo>
                      <a:pt x="119447" y="57964"/>
                      <a:pt x="112589" y="27008"/>
                      <a:pt x="89253" y="10434"/>
                    </a:cubicBezTo>
                    <a:cubicBezTo>
                      <a:pt x="66107" y="-6044"/>
                      <a:pt x="34675" y="-2520"/>
                      <a:pt x="15625" y="17578"/>
                    </a:cubicBezTo>
                    <a:cubicBezTo>
                      <a:pt x="15434" y="17769"/>
                      <a:pt x="15244" y="17959"/>
                      <a:pt x="15053" y="18150"/>
                    </a:cubicBezTo>
                    <a:cubicBezTo>
                      <a:pt x="13434" y="19864"/>
                      <a:pt x="11910" y="21769"/>
                      <a:pt x="10481" y="23674"/>
                    </a:cubicBezTo>
                    <a:cubicBezTo>
                      <a:pt x="-854" y="39581"/>
                      <a:pt x="-2758" y="59298"/>
                      <a:pt x="3623" y="76252"/>
                    </a:cubicBezTo>
                    <a:cubicBezTo>
                      <a:pt x="6195" y="83015"/>
                      <a:pt x="10005" y="89397"/>
                      <a:pt x="15149" y="94921"/>
                    </a:cubicBezTo>
                    <a:cubicBezTo>
                      <a:pt x="17720" y="97684"/>
                      <a:pt x="20578" y="100160"/>
                      <a:pt x="23721" y="102446"/>
                    </a:cubicBezTo>
                    <a:cubicBezTo>
                      <a:pt x="25340" y="103589"/>
                      <a:pt x="26960" y="104637"/>
                      <a:pt x="28579" y="105589"/>
                    </a:cubicBezTo>
                    <a:cubicBezTo>
                      <a:pt x="31912" y="107494"/>
                      <a:pt x="35342" y="109018"/>
                      <a:pt x="38866" y="110161"/>
                    </a:cubicBezTo>
                    <a:cubicBezTo>
                      <a:pt x="39247" y="110256"/>
                      <a:pt x="39723" y="110352"/>
                      <a:pt x="40104" y="110542"/>
                    </a:cubicBezTo>
                    <a:cubicBezTo>
                      <a:pt x="40294" y="135879"/>
                      <a:pt x="39152" y="199315"/>
                      <a:pt x="24483" y="253893"/>
                    </a:cubicBezTo>
                    <a:cubicBezTo>
                      <a:pt x="15053" y="288946"/>
                      <a:pt x="17435" y="317235"/>
                      <a:pt x="31722" y="337999"/>
                    </a:cubicBezTo>
                    <a:cubicBezTo>
                      <a:pt x="44676" y="356764"/>
                      <a:pt x="66679" y="368289"/>
                      <a:pt x="95444" y="371242"/>
                    </a:cubicBezTo>
                    <a:cubicBezTo>
                      <a:pt x="99635" y="371718"/>
                      <a:pt x="103636" y="371908"/>
                      <a:pt x="107541" y="371908"/>
                    </a:cubicBezTo>
                    <a:cubicBezTo>
                      <a:pt x="128306" y="371908"/>
                      <a:pt x="145546" y="365812"/>
                      <a:pt x="158976" y="353811"/>
                    </a:cubicBezTo>
                    <a:cubicBezTo>
                      <a:pt x="177169" y="337618"/>
                      <a:pt x="186884" y="311425"/>
                      <a:pt x="187265" y="278182"/>
                    </a:cubicBezTo>
                    <a:cubicBezTo>
                      <a:pt x="187742" y="230652"/>
                      <a:pt x="197838" y="169502"/>
                      <a:pt x="209744" y="137974"/>
                    </a:cubicBezTo>
                    <a:cubicBezTo>
                      <a:pt x="214888" y="138546"/>
                      <a:pt x="220127" y="138451"/>
                      <a:pt x="225270" y="137593"/>
                    </a:cubicBezTo>
                    <a:cubicBezTo>
                      <a:pt x="227080" y="137308"/>
                      <a:pt x="228794" y="136926"/>
                      <a:pt x="230604" y="136450"/>
                    </a:cubicBezTo>
                    <a:cubicBezTo>
                      <a:pt x="234128" y="135498"/>
                      <a:pt x="237462" y="134260"/>
                      <a:pt x="240796" y="132640"/>
                    </a:cubicBezTo>
                    <a:cubicBezTo>
                      <a:pt x="242415" y="131878"/>
                      <a:pt x="244034" y="130926"/>
                      <a:pt x="245558" y="129973"/>
                    </a:cubicBezTo>
                    <a:cubicBezTo>
                      <a:pt x="248702" y="128068"/>
                      <a:pt x="251654" y="125782"/>
                      <a:pt x="254417" y="123210"/>
                    </a:cubicBezTo>
                    <a:cubicBezTo>
                      <a:pt x="257179" y="120639"/>
                      <a:pt x="259655" y="117781"/>
                      <a:pt x="261941" y="114638"/>
                    </a:cubicBezTo>
                    <a:cubicBezTo>
                      <a:pt x="263370" y="112638"/>
                      <a:pt x="264513" y="110638"/>
                      <a:pt x="265656" y="108637"/>
                    </a:cubicBezTo>
                    <a:cubicBezTo>
                      <a:pt x="265751" y="108447"/>
                      <a:pt x="265846" y="108256"/>
                      <a:pt x="265942" y="108066"/>
                    </a:cubicBezTo>
                    <a:cubicBezTo>
                      <a:pt x="279086" y="83110"/>
                      <a:pt x="272228" y="52059"/>
                      <a:pt x="248892" y="3548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0" name="Forme libre : forme 269">
                <a:extLst>
                  <a:ext uri="{FF2B5EF4-FFF2-40B4-BE49-F238E27FC236}">
                    <a16:creationId xmlns:a16="http://schemas.microsoft.com/office/drawing/2014/main" id="{AA47E85B-6D05-40A1-B431-66EFBD06067D}"/>
                  </a:ext>
                </a:extLst>
              </p:cNvPr>
              <p:cNvSpPr/>
              <p:nvPr/>
            </p:nvSpPr>
            <p:spPr>
              <a:xfrm>
                <a:off x="1960292" y="4956132"/>
                <a:ext cx="272954" cy="370584"/>
              </a:xfrm>
              <a:custGeom>
                <a:avLst/>
                <a:gdLst>
                  <a:gd name="connsiteX0" fmla="*/ 263807 w 272954"/>
                  <a:gd name="connsiteY0" fmla="*/ 283298 h 370584"/>
                  <a:gd name="connsiteX1" fmla="*/ 248091 w 272954"/>
                  <a:gd name="connsiteY1" fmla="*/ 267296 h 370584"/>
                  <a:gd name="connsiteX2" fmla="*/ 232756 w 272954"/>
                  <a:gd name="connsiteY2" fmla="*/ 259962 h 370584"/>
                  <a:gd name="connsiteX3" fmla="*/ 231517 w 272954"/>
                  <a:gd name="connsiteY3" fmla="*/ 259676 h 370584"/>
                  <a:gd name="connsiteX4" fmla="*/ 243709 w 272954"/>
                  <a:gd name="connsiteY4" fmla="*/ 116039 h 370584"/>
                  <a:gd name="connsiteX5" fmla="*/ 234471 w 272954"/>
                  <a:gd name="connsiteY5" fmla="*/ 32124 h 370584"/>
                  <a:gd name="connsiteX6" fmla="*/ 169986 w 272954"/>
                  <a:gd name="connsiteY6" fmla="*/ 406 h 370584"/>
                  <a:gd name="connsiteX7" fmla="*/ 157889 w 272954"/>
                  <a:gd name="connsiteY7" fmla="*/ 25 h 370584"/>
                  <a:gd name="connsiteX8" fmla="*/ 106931 w 272954"/>
                  <a:gd name="connsiteY8" fmla="*/ 19265 h 370584"/>
                  <a:gd name="connsiteX9" fmla="*/ 80451 w 272954"/>
                  <a:gd name="connsiteY9" fmla="*/ 95561 h 370584"/>
                  <a:gd name="connsiteX10" fmla="*/ 61306 w 272954"/>
                  <a:gd name="connsiteY10" fmla="*/ 236245 h 370584"/>
                  <a:gd name="connsiteX11" fmla="*/ 56543 w 272954"/>
                  <a:gd name="connsiteY11" fmla="*/ 236054 h 370584"/>
                  <a:gd name="connsiteX12" fmla="*/ 35398 w 272954"/>
                  <a:gd name="connsiteY12" fmla="*/ 240150 h 370584"/>
                  <a:gd name="connsiteX13" fmla="*/ 21206 w 272954"/>
                  <a:gd name="connsiteY13" fmla="*/ 248437 h 370584"/>
                  <a:gd name="connsiteX14" fmla="*/ 9680 w 272954"/>
                  <a:gd name="connsiteY14" fmla="*/ 260914 h 370584"/>
                  <a:gd name="connsiteX15" fmla="*/ 6156 w 272954"/>
                  <a:gd name="connsiteY15" fmla="*/ 267011 h 370584"/>
                  <a:gd name="connsiteX16" fmla="*/ 5870 w 272954"/>
                  <a:gd name="connsiteY16" fmla="*/ 267582 h 370584"/>
                  <a:gd name="connsiteX17" fmla="*/ 24825 w 272954"/>
                  <a:gd name="connsiteY17" fmla="*/ 339305 h 370584"/>
                  <a:gd name="connsiteX18" fmla="*/ 98263 w 272954"/>
                  <a:gd name="connsiteY18" fmla="*/ 330447 h 370584"/>
                  <a:gd name="connsiteX19" fmla="*/ 98739 w 272954"/>
                  <a:gd name="connsiteY19" fmla="*/ 329875 h 370584"/>
                  <a:gd name="connsiteX20" fmla="*/ 103216 w 272954"/>
                  <a:gd name="connsiteY20" fmla="*/ 324256 h 370584"/>
                  <a:gd name="connsiteX21" fmla="*/ 103216 w 272954"/>
                  <a:gd name="connsiteY21" fmla="*/ 324256 h 370584"/>
                  <a:gd name="connsiteX22" fmla="*/ 110550 w 272954"/>
                  <a:gd name="connsiteY22" fmla="*/ 308921 h 370584"/>
                  <a:gd name="connsiteX23" fmla="*/ 108836 w 272954"/>
                  <a:gd name="connsiteY23" fmla="*/ 271487 h 370584"/>
                  <a:gd name="connsiteX24" fmla="*/ 103787 w 272954"/>
                  <a:gd name="connsiteY24" fmla="*/ 261772 h 370584"/>
                  <a:gd name="connsiteX25" fmla="*/ 88071 w 272954"/>
                  <a:gd name="connsiteY25" fmla="*/ 245770 h 370584"/>
                  <a:gd name="connsiteX26" fmla="*/ 83975 w 272954"/>
                  <a:gd name="connsiteY26" fmla="*/ 243293 h 370584"/>
                  <a:gd name="connsiteX27" fmla="*/ 104168 w 272954"/>
                  <a:gd name="connsiteY27" fmla="*/ 95275 h 370584"/>
                  <a:gd name="connsiteX28" fmla="*/ 123123 w 272954"/>
                  <a:gd name="connsiteY28" fmla="*/ 36696 h 370584"/>
                  <a:gd name="connsiteX29" fmla="*/ 168081 w 272954"/>
                  <a:gd name="connsiteY29" fmla="*/ 24123 h 370584"/>
                  <a:gd name="connsiteX30" fmla="*/ 215134 w 272954"/>
                  <a:gd name="connsiteY30" fmla="*/ 46126 h 370584"/>
                  <a:gd name="connsiteX31" fmla="*/ 220564 w 272954"/>
                  <a:gd name="connsiteY31" fmla="*/ 110420 h 370584"/>
                  <a:gd name="connsiteX32" fmla="*/ 207610 w 272954"/>
                  <a:gd name="connsiteY32" fmla="*/ 258438 h 370584"/>
                  <a:gd name="connsiteX33" fmla="*/ 195418 w 272954"/>
                  <a:gd name="connsiteY33" fmla="*/ 261772 h 370584"/>
                  <a:gd name="connsiteX34" fmla="*/ 181225 w 272954"/>
                  <a:gd name="connsiteY34" fmla="*/ 270058 h 370584"/>
                  <a:gd name="connsiteX35" fmla="*/ 169700 w 272954"/>
                  <a:gd name="connsiteY35" fmla="*/ 282536 h 370584"/>
                  <a:gd name="connsiteX36" fmla="*/ 166176 w 272954"/>
                  <a:gd name="connsiteY36" fmla="*/ 288632 h 370584"/>
                  <a:gd name="connsiteX37" fmla="*/ 165890 w 272954"/>
                  <a:gd name="connsiteY37" fmla="*/ 289204 h 370584"/>
                  <a:gd name="connsiteX38" fmla="*/ 184845 w 272954"/>
                  <a:gd name="connsiteY38" fmla="*/ 360927 h 370584"/>
                  <a:gd name="connsiteX39" fmla="*/ 258283 w 272954"/>
                  <a:gd name="connsiteY39" fmla="*/ 352069 h 370584"/>
                  <a:gd name="connsiteX40" fmla="*/ 258759 w 272954"/>
                  <a:gd name="connsiteY40" fmla="*/ 351497 h 370584"/>
                  <a:gd name="connsiteX41" fmla="*/ 263236 w 272954"/>
                  <a:gd name="connsiteY41" fmla="*/ 345782 h 370584"/>
                  <a:gd name="connsiteX42" fmla="*/ 268665 w 272954"/>
                  <a:gd name="connsiteY42" fmla="*/ 335686 h 370584"/>
                  <a:gd name="connsiteX43" fmla="*/ 271904 w 272954"/>
                  <a:gd name="connsiteY43" fmla="*/ 325113 h 370584"/>
                  <a:gd name="connsiteX44" fmla="*/ 268856 w 272954"/>
                  <a:gd name="connsiteY44" fmla="*/ 293109 h 370584"/>
                  <a:gd name="connsiteX45" fmla="*/ 263807 w 272954"/>
                  <a:gd name="connsiteY45" fmla="*/ 283298 h 370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72954" h="370584">
                    <a:moveTo>
                      <a:pt x="263807" y="283298"/>
                    </a:moveTo>
                    <a:cubicBezTo>
                      <a:pt x="259807" y="277107"/>
                      <a:pt x="254568" y="271678"/>
                      <a:pt x="248091" y="267296"/>
                    </a:cubicBezTo>
                    <a:cubicBezTo>
                      <a:pt x="243233" y="264058"/>
                      <a:pt x="238090" y="261581"/>
                      <a:pt x="232756" y="259962"/>
                    </a:cubicBezTo>
                    <a:cubicBezTo>
                      <a:pt x="232375" y="259867"/>
                      <a:pt x="231899" y="259771"/>
                      <a:pt x="231517" y="259676"/>
                    </a:cubicBezTo>
                    <a:cubicBezTo>
                      <a:pt x="230660" y="234340"/>
                      <a:pt x="230279" y="170903"/>
                      <a:pt x="243709" y="116039"/>
                    </a:cubicBezTo>
                    <a:cubicBezTo>
                      <a:pt x="252282" y="80797"/>
                      <a:pt x="249234" y="52603"/>
                      <a:pt x="234471" y="32124"/>
                    </a:cubicBezTo>
                    <a:cubicBezTo>
                      <a:pt x="221135" y="13646"/>
                      <a:pt x="198847" y="2692"/>
                      <a:pt x="169986" y="406"/>
                    </a:cubicBezTo>
                    <a:cubicBezTo>
                      <a:pt x="165795" y="120"/>
                      <a:pt x="161795" y="-71"/>
                      <a:pt x="157889" y="25"/>
                    </a:cubicBezTo>
                    <a:cubicBezTo>
                      <a:pt x="137125" y="501"/>
                      <a:pt x="120075" y="6978"/>
                      <a:pt x="106931" y="19265"/>
                    </a:cubicBezTo>
                    <a:cubicBezTo>
                      <a:pt x="89119" y="35934"/>
                      <a:pt x="79975" y="62318"/>
                      <a:pt x="80451" y="95561"/>
                    </a:cubicBezTo>
                    <a:cubicBezTo>
                      <a:pt x="81118" y="143090"/>
                      <a:pt x="72450" y="204431"/>
                      <a:pt x="61306" y="236245"/>
                    </a:cubicBezTo>
                    <a:cubicBezTo>
                      <a:pt x="59782" y="236149"/>
                      <a:pt x="58163" y="236054"/>
                      <a:pt x="56543" y="236054"/>
                    </a:cubicBezTo>
                    <a:cubicBezTo>
                      <a:pt x="49304" y="236054"/>
                      <a:pt x="42065" y="237388"/>
                      <a:pt x="35398" y="240150"/>
                    </a:cubicBezTo>
                    <a:cubicBezTo>
                      <a:pt x="30350" y="242150"/>
                      <a:pt x="25587" y="244913"/>
                      <a:pt x="21206" y="248437"/>
                    </a:cubicBezTo>
                    <a:cubicBezTo>
                      <a:pt x="16824" y="251866"/>
                      <a:pt x="13014" y="256057"/>
                      <a:pt x="9680" y="260914"/>
                    </a:cubicBezTo>
                    <a:cubicBezTo>
                      <a:pt x="8347" y="262915"/>
                      <a:pt x="7204" y="264915"/>
                      <a:pt x="6156" y="267011"/>
                    </a:cubicBezTo>
                    <a:cubicBezTo>
                      <a:pt x="6061" y="267201"/>
                      <a:pt x="5966" y="267391"/>
                      <a:pt x="5870" y="267582"/>
                    </a:cubicBezTo>
                    <a:cubicBezTo>
                      <a:pt x="-6512" y="292442"/>
                      <a:pt x="1108" y="323303"/>
                      <a:pt x="24825" y="339305"/>
                    </a:cubicBezTo>
                    <a:cubicBezTo>
                      <a:pt x="48352" y="355212"/>
                      <a:pt x="79689" y="350926"/>
                      <a:pt x="98263" y="330447"/>
                    </a:cubicBezTo>
                    <a:cubicBezTo>
                      <a:pt x="98453" y="330256"/>
                      <a:pt x="98644" y="330066"/>
                      <a:pt x="98739" y="329875"/>
                    </a:cubicBezTo>
                    <a:cubicBezTo>
                      <a:pt x="100263" y="328066"/>
                      <a:pt x="101787" y="326256"/>
                      <a:pt x="103216" y="324256"/>
                    </a:cubicBezTo>
                    <a:cubicBezTo>
                      <a:pt x="103216" y="324256"/>
                      <a:pt x="103216" y="324256"/>
                      <a:pt x="103216" y="324256"/>
                    </a:cubicBezTo>
                    <a:cubicBezTo>
                      <a:pt x="106454" y="319398"/>
                      <a:pt x="108931" y="314254"/>
                      <a:pt x="110550" y="308921"/>
                    </a:cubicBezTo>
                    <a:cubicBezTo>
                      <a:pt x="114265" y="296538"/>
                      <a:pt x="113598" y="283298"/>
                      <a:pt x="108836" y="271487"/>
                    </a:cubicBezTo>
                    <a:cubicBezTo>
                      <a:pt x="107502" y="268154"/>
                      <a:pt x="105788" y="264915"/>
                      <a:pt x="103787" y="261772"/>
                    </a:cubicBezTo>
                    <a:cubicBezTo>
                      <a:pt x="99787" y="255580"/>
                      <a:pt x="94548" y="250151"/>
                      <a:pt x="88071" y="245770"/>
                    </a:cubicBezTo>
                    <a:cubicBezTo>
                      <a:pt x="86738" y="244913"/>
                      <a:pt x="85404" y="244055"/>
                      <a:pt x="83975" y="243293"/>
                    </a:cubicBezTo>
                    <a:cubicBezTo>
                      <a:pt x="96929" y="205574"/>
                      <a:pt x="104835" y="140138"/>
                      <a:pt x="104168" y="95275"/>
                    </a:cubicBezTo>
                    <a:cubicBezTo>
                      <a:pt x="103883" y="76891"/>
                      <a:pt x="107026" y="51746"/>
                      <a:pt x="123123" y="36696"/>
                    </a:cubicBezTo>
                    <a:cubicBezTo>
                      <a:pt x="133696" y="26790"/>
                      <a:pt x="148746" y="22599"/>
                      <a:pt x="168081" y="24123"/>
                    </a:cubicBezTo>
                    <a:cubicBezTo>
                      <a:pt x="183226" y="25361"/>
                      <a:pt x="203609" y="30124"/>
                      <a:pt x="215134" y="46126"/>
                    </a:cubicBezTo>
                    <a:cubicBezTo>
                      <a:pt x="225612" y="60604"/>
                      <a:pt x="227422" y="82225"/>
                      <a:pt x="220564" y="110420"/>
                    </a:cubicBezTo>
                    <a:cubicBezTo>
                      <a:pt x="206657" y="167188"/>
                      <a:pt x="206753" y="230625"/>
                      <a:pt x="207610" y="258438"/>
                    </a:cubicBezTo>
                    <a:cubicBezTo>
                      <a:pt x="203419" y="259105"/>
                      <a:pt x="199323" y="260153"/>
                      <a:pt x="195418" y="261772"/>
                    </a:cubicBezTo>
                    <a:cubicBezTo>
                      <a:pt x="190370" y="263772"/>
                      <a:pt x="185607" y="266534"/>
                      <a:pt x="181225" y="270058"/>
                    </a:cubicBezTo>
                    <a:cubicBezTo>
                      <a:pt x="176844" y="273488"/>
                      <a:pt x="173034" y="277679"/>
                      <a:pt x="169700" y="282536"/>
                    </a:cubicBezTo>
                    <a:cubicBezTo>
                      <a:pt x="168367" y="284537"/>
                      <a:pt x="167224" y="286537"/>
                      <a:pt x="166176" y="288632"/>
                    </a:cubicBezTo>
                    <a:cubicBezTo>
                      <a:pt x="166081" y="288823"/>
                      <a:pt x="165986" y="289013"/>
                      <a:pt x="165890" y="289204"/>
                    </a:cubicBezTo>
                    <a:cubicBezTo>
                      <a:pt x="153508" y="314159"/>
                      <a:pt x="161128" y="344925"/>
                      <a:pt x="184845" y="360927"/>
                    </a:cubicBezTo>
                    <a:cubicBezTo>
                      <a:pt x="208372" y="376834"/>
                      <a:pt x="239709" y="372547"/>
                      <a:pt x="258283" y="352069"/>
                    </a:cubicBezTo>
                    <a:cubicBezTo>
                      <a:pt x="258473" y="351878"/>
                      <a:pt x="258664" y="351688"/>
                      <a:pt x="258759" y="351497"/>
                    </a:cubicBezTo>
                    <a:cubicBezTo>
                      <a:pt x="260378" y="349688"/>
                      <a:pt x="261807" y="347878"/>
                      <a:pt x="263236" y="345782"/>
                    </a:cubicBezTo>
                    <a:cubicBezTo>
                      <a:pt x="265427" y="342544"/>
                      <a:pt x="267236" y="339210"/>
                      <a:pt x="268665" y="335686"/>
                    </a:cubicBezTo>
                    <a:cubicBezTo>
                      <a:pt x="270094" y="332257"/>
                      <a:pt x="271142" y="328637"/>
                      <a:pt x="271904" y="325113"/>
                    </a:cubicBezTo>
                    <a:cubicBezTo>
                      <a:pt x="273999" y="314350"/>
                      <a:pt x="272951" y="303205"/>
                      <a:pt x="268856" y="293109"/>
                    </a:cubicBezTo>
                    <a:cubicBezTo>
                      <a:pt x="267522" y="289585"/>
                      <a:pt x="265808" y="286346"/>
                      <a:pt x="263807" y="28329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1" name="Forme libre : forme 270">
                <a:extLst>
                  <a:ext uri="{FF2B5EF4-FFF2-40B4-BE49-F238E27FC236}">
                    <a16:creationId xmlns:a16="http://schemas.microsoft.com/office/drawing/2014/main" id="{F0A65036-1798-40CC-B64A-45CEF44440A9}"/>
                  </a:ext>
                </a:extLst>
              </p:cNvPr>
              <p:cNvSpPr/>
              <p:nvPr/>
            </p:nvSpPr>
            <p:spPr>
              <a:xfrm>
                <a:off x="2690710" y="4889428"/>
                <a:ext cx="304249" cy="376764"/>
              </a:xfrm>
              <a:custGeom>
                <a:avLst/>
                <a:gdLst>
                  <a:gd name="connsiteX0" fmla="*/ 251003 w 304249"/>
                  <a:gd name="connsiteY0" fmla="*/ 200555 h 376764"/>
                  <a:gd name="connsiteX1" fmla="*/ 245193 w 304249"/>
                  <a:gd name="connsiteY1" fmla="*/ 200555 h 376764"/>
                  <a:gd name="connsiteX2" fmla="*/ 232811 w 304249"/>
                  <a:gd name="connsiteY2" fmla="*/ 202555 h 376764"/>
                  <a:gd name="connsiteX3" fmla="*/ 169755 w 304249"/>
                  <a:gd name="connsiteY3" fmla="*/ 72920 h 376764"/>
                  <a:gd name="connsiteX4" fmla="*/ 118892 w 304249"/>
                  <a:gd name="connsiteY4" fmla="*/ 5578 h 376764"/>
                  <a:gd name="connsiteX5" fmla="*/ 47264 w 304249"/>
                  <a:gd name="connsiteY5" fmla="*/ 11293 h 376764"/>
                  <a:gd name="connsiteX6" fmla="*/ 36691 w 304249"/>
                  <a:gd name="connsiteY6" fmla="*/ 17198 h 376764"/>
                  <a:gd name="connsiteX7" fmla="*/ 2782 w 304249"/>
                  <a:gd name="connsiteY7" fmla="*/ 59870 h 376764"/>
                  <a:gd name="connsiteX8" fmla="*/ 19070 w 304249"/>
                  <a:gd name="connsiteY8" fmla="*/ 138928 h 376764"/>
                  <a:gd name="connsiteX9" fmla="*/ 74695 w 304249"/>
                  <a:gd name="connsiteY9" fmla="*/ 269611 h 376764"/>
                  <a:gd name="connsiteX10" fmla="*/ 61837 w 304249"/>
                  <a:gd name="connsiteY10" fmla="*/ 278183 h 376764"/>
                  <a:gd name="connsiteX11" fmla="*/ 48692 w 304249"/>
                  <a:gd name="connsiteY11" fmla="*/ 295423 h 376764"/>
                  <a:gd name="connsiteX12" fmla="*/ 42977 w 304249"/>
                  <a:gd name="connsiteY12" fmla="*/ 317140 h 376764"/>
                  <a:gd name="connsiteX13" fmla="*/ 42977 w 304249"/>
                  <a:gd name="connsiteY13" fmla="*/ 317140 h 376764"/>
                  <a:gd name="connsiteX14" fmla="*/ 43073 w 304249"/>
                  <a:gd name="connsiteY14" fmla="*/ 324189 h 376764"/>
                  <a:gd name="connsiteX15" fmla="*/ 43168 w 304249"/>
                  <a:gd name="connsiteY15" fmla="*/ 324761 h 376764"/>
                  <a:gd name="connsiteX16" fmla="*/ 96127 w 304249"/>
                  <a:gd name="connsiteY16" fmla="*/ 376672 h 376764"/>
                  <a:gd name="connsiteX17" fmla="*/ 154610 w 304249"/>
                  <a:gd name="connsiteY17" fmla="*/ 331428 h 376764"/>
                  <a:gd name="connsiteX18" fmla="*/ 154801 w 304249"/>
                  <a:gd name="connsiteY18" fmla="*/ 330666 h 376764"/>
                  <a:gd name="connsiteX19" fmla="*/ 155753 w 304249"/>
                  <a:gd name="connsiteY19" fmla="*/ 323522 h 376764"/>
                  <a:gd name="connsiteX20" fmla="*/ 102604 w 304249"/>
                  <a:gd name="connsiteY20" fmla="*/ 263896 h 376764"/>
                  <a:gd name="connsiteX21" fmla="*/ 97841 w 304249"/>
                  <a:gd name="connsiteY21" fmla="*/ 263896 h 376764"/>
                  <a:gd name="connsiteX22" fmla="*/ 39358 w 304249"/>
                  <a:gd name="connsiteY22" fmla="*/ 126355 h 376764"/>
                  <a:gd name="connsiteX23" fmla="*/ 25642 w 304249"/>
                  <a:gd name="connsiteY23" fmla="*/ 66347 h 376764"/>
                  <a:gd name="connsiteX24" fmla="*/ 57836 w 304249"/>
                  <a:gd name="connsiteY24" fmla="*/ 32533 h 376764"/>
                  <a:gd name="connsiteX25" fmla="*/ 109557 w 304249"/>
                  <a:gd name="connsiteY25" fmla="*/ 27295 h 376764"/>
                  <a:gd name="connsiteX26" fmla="*/ 147086 w 304249"/>
                  <a:gd name="connsiteY26" fmla="*/ 79682 h 376764"/>
                  <a:gd name="connsiteX27" fmla="*/ 211665 w 304249"/>
                  <a:gd name="connsiteY27" fmla="*/ 213413 h 376764"/>
                  <a:gd name="connsiteX28" fmla="*/ 210236 w 304249"/>
                  <a:gd name="connsiteY28" fmla="*/ 214556 h 376764"/>
                  <a:gd name="connsiteX29" fmla="*/ 206331 w 304249"/>
                  <a:gd name="connsiteY29" fmla="*/ 218366 h 376764"/>
                  <a:gd name="connsiteX30" fmla="*/ 197092 w 304249"/>
                  <a:gd name="connsiteY30" fmla="*/ 231797 h 376764"/>
                  <a:gd name="connsiteX31" fmla="*/ 193186 w 304249"/>
                  <a:gd name="connsiteY31" fmla="*/ 242179 h 376764"/>
                  <a:gd name="connsiteX32" fmla="*/ 191377 w 304249"/>
                  <a:gd name="connsiteY32" fmla="*/ 253514 h 376764"/>
                  <a:gd name="connsiteX33" fmla="*/ 191472 w 304249"/>
                  <a:gd name="connsiteY33" fmla="*/ 260562 h 376764"/>
                  <a:gd name="connsiteX34" fmla="*/ 191567 w 304249"/>
                  <a:gd name="connsiteY34" fmla="*/ 261133 h 376764"/>
                  <a:gd name="connsiteX35" fmla="*/ 244526 w 304249"/>
                  <a:gd name="connsiteY35" fmla="*/ 313045 h 376764"/>
                  <a:gd name="connsiteX36" fmla="*/ 303010 w 304249"/>
                  <a:gd name="connsiteY36" fmla="*/ 267801 h 376764"/>
                  <a:gd name="connsiteX37" fmla="*/ 303200 w 304249"/>
                  <a:gd name="connsiteY37" fmla="*/ 267039 h 376764"/>
                  <a:gd name="connsiteX38" fmla="*/ 304153 w 304249"/>
                  <a:gd name="connsiteY38" fmla="*/ 259895 h 376764"/>
                  <a:gd name="connsiteX39" fmla="*/ 251003 w 304249"/>
                  <a:gd name="connsiteY39" fmla="*/ 200555 h 376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04249" h="376764">
                    <a:moveTo>
                      <a:pt x="251003" y="200555"/>
                    </a:moveTo>
                    <a:cubicBezTo>
                      <a:pt x="249098" y="200459"/>
                      <a:pt x="247098" y="200459"/>
                      <a:pt x="245193" y="200555"/>
                    </a:cubicBezTo>
                    <a:cubicBezTo>
                      <a:pt x="240907" y="200745"/>
                      <a:pt x="236811" y="201412"/>
                      <a:pt x="232811" y="202555"/>
                    </a:cubicBezTo>
                    <a:cubicBezTo>
                      <a:pt x="219095" y="181219"/>
                      <a:pt x="186328" y="126926"/>
                      <a:pt x="169755" y="72920"/>
                    </a:cubicBezTo>
                    <a:cubicBezTo>
                      <a:pt x="159087" y="38248"/>
                      <a:pt x="141942" y="15579"/>
                      <a:pt x="118892" y="5578"/>
                    </a:cubicBezTo>
                    <a:cubicBezTo>
                      <a:pt x="97936" y="-3471"/>
                      <a:pt x="73172" y="-1471"/>
                      <a:pt x="47264" y="11293"/>
                    </a:cubicBezTo>
                    <a:cubicBezTo>
                      <a:pt x="43549" y="13103"/>
                      <a:pt x="40025" y="15103"/>
                      <a:pt x="36691" y="17198"/>
                    </a:cubicBezTo>
                    <a:cubicBezTo>
                      <a:pt x="19165" y="28247"/>
                      <a:pt x="7735" y="42535"/>
                      <a:pt x="2782" y="59870"/>
                    </a:cubicBezTo>
                    <a:cubicBezTo>
                      <a:pt x="-3981" y="83302"/>
                      <a:pt x="1639" y="110638"/>
                      <a:pt x="19070" y="138928"/>
                    </a:cubicBezTo>
                    <a:cubicBezTo>
                      <a:pt x="43930" y="179409"/>
                      <a:pt x="68028" y="236559"/>
                      <a:pt x="74695" y="269611"/>
                    </a:cubicBezTo>
                    <a:cubicBezTo>
                      <a:pt x="70028" y="271897"/>
                      <a:pt x="65647" y="274754"/>
                      <a:pt x="61837" y="278183"/>
                    </a:cubicBezTo>
                    <a:cubicBezTo>
                      <a:pt x="56408" y="282946"/>
                      <a:pt x="51931" y="288851"/>
                      <a:pt x="48692" y="295423"/>
                    </a:cubicBezTo>
                    <a:cubicBezTo>
                      <a:pt x="45454" y="301996"/>
                      <a:pt x="43453" y="309330"/>
                      <a:pt x="42977" y="317140"/>
                    </a:cubicBezTo>
                    <a:cubicBezTo>
                      <a:pt x="42977" y="317140"/>
                      <a:pt x="42977" y="317140"/>
                      <a:pt x="42977" y="317140"/>
                    </a:cubicBezTo>
                    <a:cubicBezTo>
                      <a:pt x="42882" y="319522"/>
                      <a:pt x="42882" y="321903"/>
                      <a:pt x="43073" y="324189"/>
                    </a:cubicBezTo>
                    <a:cubicBezTo>
                      <a:pt x="43073" y="324380"/>
                      <a:pt x="43073" y="324570"/>
                      <a:pt x="43168" y="324761"/>
                    </a:cubicBezTo>
                    <a:cubicBezTo>
                      <a:pt x="45359" y="352478"/>
                      <a:pt x="67647" y="375053"/>
                      <a:pt x="96127" y="376672"/>
                    </a:cubicBezTo>
                    <a:cubicBezTo>
                      <a:pt x="124511" y="378291"/>
                      <a:pt x="149181" y="358574"/>
                      <a:pt x="154610" y="331428"/>
                    </a:cubicBezTo>
                    <a:cubicBezTo>
                      <a:pt x="154706" y="331142"/>
                      <a:pt x="154706" y="330952"/>
                      <a:pt x="154801" y="330666"/>
                    </a:cubicBezTo>
                    <a:cubicBezTo>
                      <a:pt x="155277" y="328285"/>
                      <a:pt x="155563" y="325904"/>
                      <a:pt x="155753" y="323522"/>
                    </a:cubicBezTo>
                    <a:cubicBezTo>
                      <a:pt x="157563" y="292375"/>
                      <a:pt x="133751" y="265705"/>
                      <a:pt x="102604" y="263896"/>
                    </a:cubicBezTo>
                    <a:cubicBezTo>
                      <a:pt x="100985" y="263800"/>
                      <a:pt x="99461" y="263800"/>
                      <a:pt x="97841" y="263896"/>
                    </a:cubicBezTo>
                    <a:cubicBezTo>
                      <a:pt x="89745" y="224843"/>
                      <a:pt x="62885" y="164645"/>
                      <a:pt x="39358" y="126355"/>
                    </a:cubicBezTo>
                    <a:cubicBezTo>
                      <a:pt x="29737" y="110638"/>
                      <a:pt x="19546" y="87588"/>
                      <a:pt x="25642" y="66347"/>
                    </a:cubicBezTo>
                    <a:cubicBezTo>
                      <a:pt x="29642" y="52441"/>
                      <a:pt x="40501" y="41106"/>
                      <a:pt x="57836" y="32533"/>
                    </a:cubicBezTo>
                    <a:cubicBezTo>
                      <a:pt x="71457" y="25866"/>
                      <a:pt x="91460" y="19484"/>
                      <a:pt x="109557" y="27295"/>
                    </a:cubicBezTo>
                    <a:cubicBezTo>
                      <a:pt x="126035" y="34438"/>
                      <a:pt x="138608" y="52060"/>
                      <a:pt x="147086" y="79682"/>
                    </a:cubicBezTo>
                    <a:cubicBezTo>
                      <a:pt x="164231" y="135594"/>
                      <a:pt x="196711" y="189982"/>
                      <a:pt x="211665" y="213413"/>
                    </a:cubicBezTo>
                    <a:cubicBezTo>
                      <a:pt x="211189" y="213794"/>
                      <a:pt x="210712" y="214175"/>
                      <a:pt x="210236" y="214556"/>
                    </a:cubicBezTo>
                    <a:cubicBezTo>
                      <a:pt x="208903" y="215795"/>
                      <a:pt x="207569" y="217033"/>
                      <a:pt x="206331" y="218366"/>
                    </a:cubicBezTo>
                    <a:cubicBezTo>
                      <a:pt x="202616" y="222367"/>
                      <a:pt x="199568" y="226844"/>
                      <a:pt x="197092" y="231797"/>
                    </a:cubicBezTo>
                    <a:cubicBezTo>
                      <a:pt x="195473" y="235130"/>
                      <a:pt x="194139" y="238559"/>
                      <a:pt x="193186" y="242179"/>
                    </a:cubicBezTo>
                    <a:cubicBezTo>
                      <a:pt x="192234" y="245798"/>
                      <a:pt x="191567" y="249608"/>
                      <a:pt x="191377" y="253514"/>
                    </a:cubicBezTo>
                    <a:cubicBezTo>
                      <a:pt x="191282" y="255895"/>
                      <a:pt x="191282" y="258276"/>
                      <a:pt x="191472" y="260562"/>
                    </a:cubicBezTo>
                    <a:cubicBezTo>
                      <a:pt x="191472" y="260753"/>
                      <a:pt x="191472" y="260943"/>
                      <a:pt x="191567" y="261133"/>
                    </a:cubicBezTo>
                    <a:cubicBezTo>
                      <a:pt x="193758" y="288851"/>
                      <a:pt x="216047" y="311425"/>
                      <a:pt x="244526" y="313045"/>
                    </a:cubicBezTo>
                    <a:cubicBezTo>
                      <a:pt x="272911" y="314664"/>
                      <a:pt x="297581" y="294947"/>
                      <a:pt x="303010" y="267801"/>
                    </a:cubicBezTo>
                    <a:cubicBezTo>
                      <a:pt x="303105" y="267515"/>
                      <a:pt x="303105" y="267325"/>
                      <a:pt x="303200" y="267039"/>
                    </a:cubicBezTo>
                    <a:cubicBezTo>
                      <a:pt x="303677" y="264658"/>
                      <a:pt x="303962" y="262277"/>
                      <a:pt x="304153" y="259895"/>
                    </a:cubicBezTo>
                    <a:cubicBezTo>
                      <a:pt x="305962" y="229034"/>
                      <a:pt x="282150" y="202364"/>
                      <a:pt x="251003" y="20055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2" name="Forme libre : forme 271">
                <a:extLst>
                  <a:ext uri="{FF2B5EF4-FFF2-40B4-BE49-F238E27FC236}">
                    <a16:creationId xmlns:a16="http://schemas.microsoft.com/office/drawing/2014/main" id="{B6F6C05B-8F2A-4E52-A6B5-12583DA7D75D}"/>
                  </a:ext>
                </a:extLst>
              </p:cNvPr>
              <p:cNvSpPr/>
              <p:nvPr/>
            </p:nvSpPr>
            <p:spPr>
              <a:xfrm>
                <a:off x="3010460" y="4694643"/>
                <a:ext cx="349153" cy="362806"/>
              </a:xfrm>
              <a:custGeom>
                <a:avLst/>
                <a:gdLst>
                  <a:gd name="connsiteX0" fmla="*/ 348830 w 349153"/>
                  <a:gd name="connsiteY0" fmla="*/ 194553 h 362806"/>
                  <a:gd name="connsiteX1" fmla="*/ 347592 w 349153"/>
                  <a:gd name="connsiteY1" fmla="*/ 187409 h 362806"/>
                  <a:gd name="connsiteX2" fmla="*/ 345877 w 349153"/>
                  <a:gd name="connsiteY2" fmla="*/ 181885 h 362806"/>
                  <a:gd name="connsiteX3" fmla="*/ 342162 w 349153"/>
                  <a:gd name="connsiteY3" fmla="*/ 173979 h 362806"/>
                  <a:gd name="connsiteX4" fmla="*/ 337876 w 349153"/>
                  <a:gd name="connsiteY4" fmla="*/ 167216 h 362806"/>
                  <a:gd name="connsiteX5" fmla="*/ 306729 w 349153"/>
                  <a:gd name="connsiteY5" fmla="*/ 146547 h 362806"/>
                  <a:gd name="connsiteX6" fmla="*/ 279011 w 349153"/>
                  <a:gd name="connsiteY6" fmla="*/ 146547 h 362806"/>
                  <a:gd name="connsiteX7" fmla="*/ 262343 w 349153"/>
                  <a:gd name="connsiteY7" fmla="*/ 153881 h 362806"/>
                  <a:gd name="connsiteX8" fmla="*/ 163187 w 349153"/>
                  <a:gd name="connsiteY8" fmla="*/ 49201 h 362806"/>
                  <a:gd name="connsiteX9" fmla="*/ 94417 w 349153"/>
                  <a:gd name="connsiteY9" fmla="*/ 338 h 362806"/>
                  <a:gd name="connsiteX10" fmla="*/ 27837 w 349153"/>
                  <a:gd name="connsiteY10" fmla="*/ 27389 h 362806"/>
                  <a:gd name="connsiteX11" fmla="*/ 19550 w 349153"/>
                  <a:gd name="connsiteY11" fmla="*/ 36152 h 362806"/>
                  <a:gd name="connsiteX12" fmla="*/ 24 w 349153"/>
                  <a:gd name="connsiteY12" fmla="*/ 87016 h 362806"/>
                  <a:gd name="connsiteX13" fmla="*/ 39362 w 349153"/>
                  <a:gd name="connsiteY13" fmla="*/ 157501 h 362806"/>
                  <a:gd name="connsiteX14" fmla="*/ 131755 w 349153"/>
                  <a:gd name="connsiteY14" fmla="*/ 265324 h 362806"/>
                  <a:gd name="connsiteX15" fmla="*/ 124992 w 349153"/>
                  <a:gd name="connsiteY15" fmla="*/ 272944 h 362806"/>
                  <a:gd name="connsiteX16" fmla="*/ 120801 w 349153"/>
                  <a:gd name="connsiteY16" fmla="*/ 279706 h 362806"/>
                  <a:gd name="connsiteX17" fmla="*/ 117372 w 349153"/>
                  <a:gd name="connsiteY17" fmla="*/ 287231 h 362806"/>
                  <a:gd name="connsiteX18" fmla="*/ 115753 w 349153"/>
                  <a:gd name="connsiteY18" fmla="*/ 320188 h 362806"/>
                  <a:gd name="connsiteX19" fmla="*/ 117944 w 349153"/>
                  <a:gd name="connsiteY19" fmla="*/ 326951 h 362806"/>
                  <a:gd name="connsiteX20" fmla="*/ 118134 w 349153"/>
                  <a:gd name="connsiteY20" fmla="*/ 327522 h 362806"/>
                  <a:gd name="connsiteX21" fmla="*/ 184238 w 349153"/>
                  <a:gd name="connsiteY21" fmla="*/ 361050 h 362806"/>
                  <a:gd name="connsiteX22" fmla="*/ 226433 w 349153"/>
                  <a:gd name="connsiteY22" fmla="*/ 300376 h 362806"/>
                  <a:gd name="connsiteX23" fmla="*/ 226338 w 349153"/>
                  <a:gd name="connsiteY23" fmla="*/ 299614 h 362806"/>
                  <a:gd name="connsiteX24" fmla="*/ 225100 w 349153"/>
                  <a:gd name="connsiteY24" fmla="*/ 292470 h 362806"/>
                  <a:gd name="connsiteX25" fmla="*/ 211860 w 349153"/>
                  <a:gd name="connsiteY25" fmla="*/ 268086 h 362806"/>
                  <a:gd name="connsiteX26" fmla="*/ 194429 w 349153"/>
                  <a:gd name="connsiteY26" fmla="*/ 255322 h 362806"/>
                  <a:gd name="connsiteX27" fmla="*/ 184238 w 349153"/>
                  <a:gd name="connsiteY27" fmla="*/ 251608 h 362806"/>
                  <a:gd name="connsiteX28" fmla="*/ 167760 w 349153"/>
                  <a:gd name="connsiteY28" fmla="*/ 249893 h 362806"/>
                  <a:gd name="connsiteX29" fmla="*/ 156425 w 349153"/>
                  <a:gd name="connsiteY29" fmla="*/ 251608 h 362806"/>
                  <a:gd name="connsiteX30" fmla="*/ 151853 w 349153"/>
                  <a:gd name="connsiteY30" fmla="*/ 253036 h 362806"/>
                  <a:gd name="connsiteX31" fmla="*/ 54698 w 349153"/>
                  <a:gd name="connsiteY31" fmla="*/ 139498 h 362806"/>
                  <a:gd name="connsiteX32" fmla="*/ 23551 w 349153"/>
                  <a:gd name="connsiteY32" fmla="*/ 86444 h 362806"/>
                  <a:gd name="connsiteX33" fmla="*/ 44030 w 349153"/>
                  <a:gd name="connsiteY33" fmla="*/ 44534 h 362806"/>
                  <a:gd name="connsiteX34" fmla="*/ 91750 w 349153"/>
                  <a:gd name="connsiteY34" fmla="*/ 23960 h 362806"/>
                  <a:gd name="connsiteX35" fmla="*/ 143375 w 349153"/>
                  <a:gd name="connsiteY35" fmla="*/ 62632 h 362806"/>
                  <a:gd name="connsiteX36" fmla="*/ 245293 w 349153"/>
                  <a:gd name="connsiteY36" fmla="*/ 170741 h 362806"/>
                  <a:gd name="connsiteX37" fmla="*/ 239673 w 349153"/>
                  <a:gd name="connsiteY37" fmla="*/ 182075 h 362806"/>
                  <a:gd name="connsiteX38" fmla="*/ 237006 w 349153"/>
                  <a:gd name="connsiteY38" fmla="*/ 192648 h 362806"/>
                  <a:gd name="connsiteX39" fmla="*/ 238149 w 349153"/>
                  <a:gd name="connsiteY39" fmla="*/ 215032 h 362806"/>
                  <a:gd name="connsiteX40" fmla="*/ 240340 w 349153"/>
                  <a:gd name="connsiteY40" fmla="*/ 221794 h 362806"/>
                  <a:gd name="connsiteX41" fmla="*/ 240531 w 349153"/>
                  <a:gd name="connsiteY41" fmla="*/ 222366 h 362806"/>
                  <a:gd name="connsiteX42" fmla="*/ 306634 w 349153"/>
                  <a:gd name="connsiteY42" fmla="*/ 255894 h 362806"/>
                  <a:gd name="connsiteX43" fmla="*/ 348830 w 349153"/>
                  <a:gd name="connsiteY43" fmla="*/ 195220 h 362806"/>
                  <a:gd name="connsiteX44" fmla="*/ 348830 w 349153"/>
                  <a:gd name="connsiteY44" fmla="*/ 194553 h 362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49153" h="362806">
                    <a:moveTo>
                      <a:pt x="348830" y="194553"/>
                    </a:moveTo>
                    <a:cubicBezTo>
                      <a:pt x="348544" y="192172"/>
                      <a:pt x="348163" y="189791"/>
                      <a:pt x="347592" y="187409"/>
                    </a:cubicBezTo>
                    <a:cubicBezTo>
                      <a:pt x="347115" y="185504"/>
                      <a:pt x="346543" y="183694"/>
                      <a:pt x="345877" y="181885"/>
                    </a:cubicBezTo>
                    <a:cubicBezTo>
                      <a:pt x="344829" y="179122"/>
                      <a:pt x="343591" y="176551"/>
                      <a:pt x="342162" y="173979"/>
                    </a:cubicBezTo>
                    <a:cubicBezTo>
                      <a:pt x="340829" y="171598"/>
                      <a:pt x="339400" y="169312"/>
                      <a:pt x="337876" y="167216"/>
                    </a:cubicBezTo>
                    <a:cubicBezTo>
                      <a:pt x="330161" y="157025"/>
                      <a:pt x="319112" y="149690"/>
                      <a:pt x="306729" y="146547"/>
                    </a:cubicBezTo>
                    <a:cubicBezTo>
                      <a:pt x="297871" y="144261"/>
                      <a:pt x="288441" y="144166"/>
                      <a:pt x="279011" y="146547"/>
                    </a:cubicBezTo>
                    <a:cubicBezTo>
                      <a:pt x="272915" y="148071"/>
                      <a:pt x="267296" y="150643"/>
                      <a:pt x="262343" y="153881"/>
                    </a:cubicBezTo>
                    <a:cubicBezTo>
                      <a:pt x="242912" y="137689"/>
                      <a:pt x="195287" y="95779"/>
                      <a:pt x="163187" y="49201"/>
                    </a:cubicBezTo>
                    <a:cubicBezTo>
                      <a:pt x="142613" y="19388"/>
                      <a:pt x="119468" y="2910"/>
                      <a:pt x="94417" y="338"/>
                    </a:cubicBezTo>
                    <a:cubicBezTo>
                      <a:pt x="71747" y="-1948"/>
                      <a:pt x="48697" y="7387"/>
                      <a:pt x="27837" y="27389"/>
                    </a:cubicBezTo>
                    <a:cubicBezTo>
                      <a:pt x="24789" y="30247"/>
                      <a:pt x="22027" y="33200"/>
                      <a:pt x="19550" y="36152"/>
                    </a:cubicBezTo>
                    <a:cubicBezTo>
                      <a:pt x="6120" y="51964"/>
                      <a:pt x="-452" y="69013"/>
                      <a:pt x="24" y="87016"/>
                    </a:cubicBezTo>
                    <a:cubicBezTo>
                      <a:pt x="596" y="111400"/>
                      <a:pt x="14216" y="135688"/>
                      <a:pt x="39362" y="157501"/>
                    </a:cubicBezTo>
                    <a:cubicBezTo>
                      <a:pt x="75272" y="188552"/>
                      <a:pt x="115372" y="235892"/>
                      <a:pt x="131755" y="265324"/>
                    </a:cubicBezTo>
                    <a:cubicBezTo>
                      <a:pt x="129278" y="267705"/>
                      <a:pt x="126992" y="270181"/>
                      <a:pt x="124992" y="272944"/>
                    </a:cubicBezTo>
                    <a:cubicBezTo>
                      <a:pt x="123468" y="275039"/>
                      <a:pt x="122039" y="277325"/>
                      <a:pt x="120801" y="279706"/>
                    </a:cubicBezTo>
                    <a:cubicBezTo>
                      <a:pt x="119468" y="282183"/>
                      <a:pt x="118325" y="284659"/>
                      <a:pt x="117372" y="287231"/>
                    </a:cubicBezTo>
                    <a:cubicBezTo>
                      <a:pt x="113657" y="297423"/>
                      <a:pt x="112895" y="308853"/>
                      <a:pt x="115753" y="320188"/>
                    </a:cubicBezTo>
                    <a:cubicBezTo>
                      <a:pt x="116324" y="322474"/>
                      <a:pt x="117086" y="324760"/>
                      <a:pt x="117944" y="326951"/>
                    </a:cubicBezTo>
                    <a:cubicBezTo>
                      <a:pt x="118039" y="327141"/>
                      <a:pt x="118134" y="327331"/>
                      <a:pt x="118134" y="327522"/>
                    </a:cubicBezTo>
                    <a:cubicBezTo>
                      <a:pt x="128516" y="353335"/>
                      <a:pt x="156615" y="368098"/>
                      <a:pt x="184238" y="361050"/>
                    </a:cubicBezTo>
                    <a:cubicBezTo>
                      <a:pt x="211860" y="354097"/>
                      <a:pt x="229386" y="327808"/>
                      <a:pt x="226433" y="300376"/>
                    </a:cubicBezTo>
                    <a:cubicBezTo>
                      <a:pt x="226433" y="300090"/>
                      <a:pt x="226433" y="299900"/>
                      <a:pt x="226338" y="299614"/>
                    </a:cubicBezTo>
                    <a:cubicBezTo>
                      <a:pt x="226052" y="297233"/>
                      <a:pt x="225671" y="294851"/>
                      <a:pt x="225100" y="292470"/>
                    </a:cubicBezTo>
                    <a:cubicBezTo>
                      <a:pt x="222718" y="283040"/>
                      <a:pt x="218051" y="274753"/>
                      <a:pt x="211860" y="268086"/>
                    </a:cubicBezTo>
                    <a:cubicBezTo>
                      <a:pt x="206907" y="262752"/>
                      <a:pt x="201002" y="258370"/>
                      <a:pt x="194429" y="255322"/>
                    </a:cubicBezTo>
                    <a:cubicBezTo>
                      <a:pt x="191191" y="253798"/>
                      <a:pt x="187762" y="252560"/>
                      <a:pt x="184238" y="251608"/>
                    </a:cubicBezTo>
                    <a:cubicBezTo>
                      <a:pt x="178904" y="250274"/>
                      <a:pt x="173379" y="249703"/>
                      <a:pt x="167760" y="249893"/>
                    </a:cubicBezTo>
                    <a:cubicBezTo>
                      <a:pt x="164045" y="250084"/>
                      <a:pt x="160235" y="250655"/>
                      <a:pt x="156425" y="251608"/>
                    </a:cubicBezTo>
                    <a:cubicBezTo>
                      <a:pt x="154901" y="251989"/>
                      <a:pt x="153377" y="252465"/>
                      <a:pt x="151853" y="253036"/>
                    </a:cubicBezTo>
                    <a:cubicBezTo>
                      <a:pt x="132327" y="218270"/>
                      <a:pt x="88702" y="168931"/>
                      <a:pt x="54698" y="139498"/>
                    </a:cubicBezTo>
                    <a:cubicBezTo>
                      <a:pt x="40791" y="127497"/>
                      <a:pt x="24122" y="108447"/>
                      <a:pt x="23551" y="86444"/>
                    </a:cubicBezTo>
                    <a:cubicBezTo>
                      <a:pt x="23170" y="71966"/>
                      <a:pt x="30123" y="57869"/>
                      <a:pt x="44030" y="44534"/>
                    </a:cubicBezTo>
                    <a:cubicBezTo>
                      <a:pt x="54983" y="34057"/>
                      <a:pt x="72128" y="21960"/>
                      <a:pt x="91750" y="23960"/>
                    </a:cubicBezTo>
                    <a:cubicBezTo>
                      <a:pt x="109562" y="25770"/>
                      <a:pt x="126897" y="38819"/>
                      <a:pt x="143375" y="62632"/>
                    </a:cubicBezTo>
                    <a:cubicBezTo>
                      <a:pt x="176618" y="110733"/>
                      <a:pt x="223957" y="152929"/>
                      <a:pt x="245293" y="170741"/>
                    </a:cubicBezTo>
                    <a:cubicBezTo>
                      <a:pt x="243007" y="174265"/>
                      <a:pt x="241102" y="178075"/>
                      <a:pt x="239673" y="182075"/>
                    </a:cubicBezTo>
                    <a:cubicBezTo>
                      <a:pt x="238435" y="185504"/>
                      <a:pt x="237577" y="189028"/>
                      <a:pt x="237006" y="192648"/>
                    </a:cubicBezTo>
                    <a:cubicBezTo>
                      <a:pt x="235863" y="199887"/>
                      <a:pt x="236149" y="207507"/>
                      <a:pt x="238149" y="215032"/>
                    </a:cubicBezTo>
                    <a:cubicBezTo>
                      <a:pt x="238721" y="217318"/>
                      <a:pt x="239482" y="219604"/>
                      <a:pt x="240340" y="221794"/>
                    </a:cubicBezTo>
                    <a:cubicBezTo>
                      <a:pt x="240435" y="221985"/>
                      <a:pt x="240531" y="222176"/>
                      <a:pt x="240531" y="222366"/>
                    </a:cubicBezTo>
                    <a:cubicBezTo>
                      <a:pt x="250913" y="248179"/>
                      <a:pt x="279011" y="262943"/>
                      <a:pt x="306634" y="255894"/>
                    </a:cubicBezTo>
                    <a:cubicBezTo>
                      <a:pt x="334256" y="248941"/>
                      <a:pt x="351783" y="222652"/>
                      <a:pt x="348830" y="195220"/>
                    </a:cubicBezTo>
                    <a:cubicBezTo>
                      <a:pt x="348830" y="195029"/>
                      <a:pt x="348830" y="194743"/>
                      <a:pt x="348830" y="19455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3" name="Forme libre : forme 272">
                <a:extLst>
                  <a:ext uri="{FF2B5EF4-FFF2-40B4-BE49-F238E27FC236}">
                    <a16:creationId xmlns:a16="http://schemas.microsoft.com/office/drawing/2014/main" id="{75A10D24-6E67-4A5B-9118-DAFD4C05A626}"/>
                  </a:ext>
                </a:extLst>
              </p:cNvPr>
              <p:cNvSpPr/>
              <p:nvPr/>
            </p:nvSpPr>
            <p:spPr>
              <a:xfrm>
                <a:off x="1287564" y="2627633"/>
                <a:ext cx="349248" cy="362806"/>
              </a:xfrm>
              <a:custGeom>
                <a:avLst/>
                <a:gdLst>
                  <a:gd name="connsiteX0" fmla="*/ 419 w 349248"/>
                  <a:gd name="connsiteY0" fmla="*/ 168158 h 362806"/>
                  <a:gd name="connsiteX1" fmla="*/ 1657 w 349248"/>
                  <a:gd name="connsiteY1" fmla="*/ 175302 h 362806"/>
                  <a:gd name="connsiteX2" fmla="*/ 3371 w 349248"/>
                  <a:gd name="connsiteY2" fmla="*/ 180827 h 362806"/>
                  <a:gd name="connsiteX3" fmla="*/ 27470 w 349248"/>
                  <a:gd name="connsiteY3" fmla="*/ 209973 h 362806"/>
                  <a:gd name="connsiteX4" fmla="*/ 32232 w 349248"/>
                  <a:gd name="connsiteY4" fmla="*/ 212545 h 362806"/>
                  <a:gd name="connsiteX5" fmla="*/ 42424 w 349248"/>
                  <a:gd name="connsiteY5" fmla="*/ 216260 h 362806"/>
                  <a:gd name="connsiteX6" fmla="*/ 70142 w 349248"/>
                  <a:gd name="connsiteY6" fmla="*/ 216260 h 362806"/>
                  <a:gd name="connsiteX7" fmla="*/ 75666 w 349248"/>
                  <a:gd name="connsiteY7" fmla="*/ 214545 h 362806"/>
                  <a:gd name="connsiteX8" fmla="*/ 86906 w 349248"/>
                  <a:gd name="connsiteY8" fmla="*/ 208925 h 362806"/>
                  <a:gd name="connsiteX9" fmla="*/ 186061 w 349248"/>
                  <a:gd name="connsiteY9" fmla="*/ 313605 h 362806"/>
                  <a:gd name="connsiteX10" fmla="*/ 254831 w 349248"/>
                  <a:gd name="connsiteY10" fmla="*/ 362468 h 362806"/>
                  <a:gd name="connsiteX11" fmla="*/ 321411 w 349248"/>
                  <a:gd name="connsiteY11" fmla="*/ 335417 h 362806"/>
                  <a:gd name="connsiteX12" fmla="*/ 329698 w 349248"/>
                  <a:gd name="connsiteY12" fmla="*/ 326654 h 362806"/>
                  <a:gd name="connsiteX13" fmla="*/ 349224 w 349248"/>
                  <a:gd name="connsiteY13" fmla="*/ 275791 h 362806"/>
                  <a:gd name="connsiteX14" fmla="*/ 309886 w 349248"/>
                  <a:gd name="connsiteY14" fmla="*/ 205306 h 362806"/>
                  <a:gd name="connsiteX15" fmla="*/ 217493 w 349248"/>
                  <a:gd name="connsiteY15" fmla="*/ 97483 h 362806"/>
                  <a:gd name="connsiteX16" fmla="*/ 229781 w 349248"/>
                  <a:gd name="connsiteY16" fmla="*/ 80624 h 362806"/>
                  <a:gd name="connsiteX17" fmla="*/ 231876 w 349248"/>
                  <a:gd name="connsiteY17" fmla="*/ 75575 h 362806"/>
                  <a:gd name="connsiteX18" fmla="*/ 234353 w 349248"/>
                  <a:gd name="connsiteY18" fmla="*/ 65955 h 362806"/>
                  <a:gd name="connsiteX19" fmla="*/ 235115 w 349248"/>
                  <a:gd name="connsiteY19" fmla="*/ 53954 h 362806"/>
                  <a:gd name="connsiteX20" fmla="*/ 233400 w 349248"/>
                  <a:gd name="connsiteY20" fmla="*/ 42619 h 362806"/>
                  <a:gd name="connsiteX21" fmla="*/ 231210 w 349248"/>
                  <a:gd name="connsiteY21" fmla="*/ 35856 h 362806"/>
                  <a:gd name="connsiteX22" fmla="*/ 231019 w 349248"/>
                  <a:gd name="connsiteY22" fmla="*/ 35285 h 362806"/>
                  <a:gd name="connsiteX23" fmla="*/ 164915 w 349248"/>
                  <a:gd name="connsiteY23" fmla="*/ 1757 h 362806"/>
                  <a:gd name="connsiteX24" fmla="*/ 122720 w 349248"/>
                  <a:gd name="connsiteY24" fmla="*/ 62431 h 362806"/>
                  <a:gd name="connsiteX25" fmla="*/ 122815 w 349248"/>
                  <a:gd name="connsiteY25" fmla="*/ 63193 h 362806"/>
                  <a:gd name="connsiteX26" fmla="*/ 124053 w 349248"/>
                  <a:gd name="connsiteY26" fmla="*/ 70337 h 362806"/>
                  <a:gd name="connsiteX27" fmla="*/ 192633 w 349248"/>
                  <a:gd name="connsiteY27" fmla="*/ 111199 h 362806"/>
                  <a:gd name="connsiteX28" fmla="*/ 197205 w 349248"/>
                  <a:gd name="connsiteY28" fmla="*/ 109770 h 362806"/>
                  <a:gd name="connsiteX29" fmla="*/ 294360 w 349248"/>
                  <a:gd name="connsiteY29" fmla="*/ 223308 h 362806"/>
                  <a:gd name="connsiteX30" fmla="*/ 325507 w 349248"/>
                  <a:gd name="connsiteY30" fmla="*/ 276362 h 362806"/>
                  <a:gd name="connsiteX31" fmla="*/ 305028 w 349248"/>
                  <a:gd name="connsiteY31" fmla="*/ 318272 h 362806"/>
                  <a:gd name="connsiteX32" fmla="*/ 257308 w 349248"/>
                  <a:gd name="connsiteY32" fmla="*/ 338846 h 362806"/>
                  <a:gd name="connsiteX33" fmla="*/ 205682 w 349248"/>
                  <a:gd name="connsiteY33" fmla="*/ 300175 h 362806"/>
                  <a:gd name="connsiteX34" fmla="*/ 103765 w 349248"/>
                  <a:gd name="connsiteY34" fmla="*/ 192066 h 362806"/>
                  <a:gd name="connsiteX35" fmla="*/ 104813 w 349248"/>
                  <a:gd name="connsiteY35" fmla="*/ 190542 h 362806"/>
                  <a:gd name="connsiteX36" fmla="*/ 111004 w 349248"/>
                  <a:gd name="connsiteY36" fmla="*/ 175588 h 362806"/>
                  <a:gd name="connsiteX37" fmla="*/ 112623 w 349248"/>
                  <a:gd name="connsiteY37" fmla="*/ 164729 h 362806"/>
                  <a:gd name="connsiteX38" fmla="*/ 111004 w 349248"/>
                  <a:gd name="connsiteY38" fmla="*/ 147870 h 362806"/>
                  <a:gd name="connsiteX39" fmla="*/ 108813 w 349248"/>
                  <a:gd name="connsiteY39" fmla="*/ 141107 h 362806"/>
                  <a:gd name="connsiteX40" fmla="*/ 108623 w 349248"/>
                  <a:gd name="connsiteY40" fmla="*/ 140536 h 362806"/>
                  <a:gd name="connsiteX41" fmla="*/ 42519 w 349248"/>
                  <a:gd name="connsiteY41" fmla="*/ 107008 h 362806"/>
                  <a:gd name="connsiteX42" fmla="*/ 323 w 349248"/>
                  <a:gd name="connsiteY42" fmla="*/ 167682 h 362806"/>
                  <a:gd name="connsiteX43" fmla="*/ 419 w 349248"/>
                  <a:gd name="connsiteY43" fmla="*/ 168158 h 362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49248" h="362806">
                    <a:moveTo>
                      <a:pt x="419" y="168158"/>
                    </a:moveTo>
                    <a:cubicBezTo>
                      <a:pt x="704" y="170540"/>
                      <a:pt x="1085" y="172921"/>
                      <a:pt x="1657" y="175302"/>
                    </a:cubicBezTo>
                    <a:cubicBezTo>
                      <a:pt x="2133" y="177207"/>
                      <a:pt x="2705" y="179017"/>
                      <a:pt x="3371" y="180827"/>
                    </a:cubicBezTo>
                    <a:cubicBezTo>
                      <a:pt x="7943" y="193400"/>
                      <a:pt x="16611" y="203496"/>
                      <a:pt x="27470" y="209973"/>
                    </a:cubicBezTo>
                    <a:cubicBezTo>
                      <a:pt x="28994" y="210926"/>
                      <a:pt x="30613" y="211783"/>
                      <a:pt x="32232" y="212545"/>
                    </a:cubicBezTo>
                    <a:cubicBezTo>
                      <a:pt x="35471" y="214069"/>
                      <a:pt x="38900" y="215307"/>
                      <a:pt x="42424" y="216260"/>
                    </a:cubicBezTo>
                    <a:cubicBezTo>
                      <a:pt x="51282" y="218546"/>
                      <a:pt x="60712" y="218641"/>
                      <a:pt x="70142" y="216260"/>
                    </a:cubicBezTo>
                    <a:cubicBezTo>
                      <a:pt x="72047" y="215783"/>
                      <a:pt x="73856" y="215212"/>
                      <a:pt x="75666" y="214545"/>
                    </a:cubicBezTo>
                    <a:cubicBezTo>
                      <a:pt x="79667" y="213116"/>
                      <a:pt x="83381" y="211211"/>
                      <a:pt x="86906" y="208925"/>
                    </a:cubicBezTo>
                    <a:cubicBezTo>
                      <a:pt x="106337" y="225118"/>
                      <a:pt x="153962" y="267028"/>
                      <a:pt x="186061" y="313605"/>
                    </a:cubicBezTo>
                    <a:cubicBezTo>
                      <a:pt x="206635" y="343418"/>
                      <a:pt x="229781" y="359897"/>
                      <a:pt x="254831" y="362468"/>
                    </a:cubicBezTo>
                    <a:cubicBezTo>
                      <a:pt x="277501" y="364754"/>
                      <a:pt x="300552" y="355420"/>
                      <a:pt x="321411" y="335417"/>
                    </a:cubicBezTo>
                    <a:cubicBezTo>
                      <a:pt x="324459" y="332560"/>
                      <a:pt x="327221" y="329607"/>
                      <a:pt x="329698" y="326654"/>
                    </a:cubicBezTo>
                    <a:cubicBezTo>
                      <a:pt x="343128" y="310843"/>
                      <a:pt x="349700" y="293793"/>
                      <a:pt x="349224" y="275791"/>
                    </a:cubicBezTo>
                    <a:cubicBezTo>
                      <a:pt x="348653" y="251407"/>
                      <a:pt x="335032" y="227118"/>
                      <a:pt x="309886" y="205306"/>
                    </a:cubicBezTo>
                    <a:cubicBezTo>
                      <a:pt x="273977" y="174254"/>
                      <a:pt x="233876" y="126915"/>
                      <a:pt x="217493" y="97483"/>
                    </a:cubicBezTo>
                    <a:cubicBezTo>
                      <a:pt x="222637" y="92625"/>
                      <a:pt x="226733" y="86910"/>
                      <a:pt x="229781" y="80624"/>
                    </a:cubicBezTo>
                    <a:cubicBezTo>
                      <a:pt x="230543" y="79004"/>
                      <a:pt x="231210" y="77290"/>
                      <a:pt x="231876" y="75575"/>
                    </a:cubicBezTo>
                    <a:cubicBezTo>
                      <a:pt x="233019" y="72432"/>
                      <a:pt x="233781" y="69194"/>
                      <a:pt x="234353" y="65955"/>
                    </a:cubicBezTo>
                    <a:cubicBezTo>
                      <a:pt x="235019" y="62050"/>
                      <a:pt x="235305" y="58049"/>
                      <a:pt x="235115" y="53954"/>
                    </a:cubicBezTo>
                    <a:cubicBezTo>
                      <a:pt x="234924" y="50239"/>
                      <a:pt x="234353" y="46429"/>
                      <a:pt x="233400" y="42619"/>
                    </a:cubicBezTo>
                    <a:cubicBezTo>
                      <a:pt x="232829" y="40333"/>
                      <a:pt x="232067" y="38047"/>
                      <a:pt x="231210" y="35856"/>
                    </a:cubicBezTo>
                    <a:cubicBezTo>
                      <a:pt x="231114" y="35666"/>
                      <a:pt x="231019" y="35475"/>
                      <a:pt x="231019" y="35285"/>
                    </a:cubicBezTo>
                    <a:cubicBezTo>
                      <a:pt x="220637" y="9472"/>
                      <a:pt x="192538" y="-5292"/>
                      <a:pt x="164915" y="1757"/>
                    </a:cubicBezTo>
                    <a:cubicBezTo>
                      <a:pt x="137293" y="8710"/>
                      <a:pt x="119767" y="34999"/>
                      <a:pt x="122720" y="62431"/>
                    </a:cubicBezTo>
                    <a:cubicBezTo>
                      <a:pt x="122720" y="62717"/>
                      <a:pt x="122720" y="62907"/>
                      <a:pt x="122815" y="63193"/>
                    </a:cubicBezTo>
                    <a:cubicBezTo>
                      <a:pt x="123101" y="65574"/>
                      <a:pt x="123481" y="67955"/>
                      <a:pt x="124053" y="70337"/>
                    </a:cubicBezTo>
                    <a:cubicBezTo>
                      <a:pt x="131673" y="100531"/>
                      <a:pt x="162439" y="118819"/>
                      <a:pt x="192633" y="111199"/>
                    </a:cubicBezTo>
                    <a:cubicBezTo>
                      <a:pt x="194157" y="110818"/>
                      <a:pt x="195681" y="110342"/>
                      <a:pt x="197205" y="109770"/>
                    </a:cubicBezTo>
                    <a:cubicBezTo>
                      <a:pt x="216731" y="144536"/>
                      <a:pt x="260356" y="193876"/>
                      <a:pt x="294360" y="223308"/>
                    </a:cubicBezTo>
                    <a:cubicBezTo>
                      <a:pt x="308267" y="235310"/>
                      <a:pt x="324935" y="254360"/>
                      <a:pt x="325507" y="276362"/>
                    </a:cubicBezTo>
                    <a:cubicBezTo>
                      <a:pt x="325888" y="290840"/>
                      <a:pt x="318935" y="304937"/>
                      <a:pt x="305028" y="318272"/>
                    </a:cubicBezTo>
                    <a:cubicBezTo>
                      <a:pt x="294074" y="328750"/>
                      <a:pt x="276929" y="340847"/>
                      <a:pt x="257308" y="338846"/>
                    </a:cubicBezTo>
                    <a:cubicBezTo>
                      <a:pt x="239496" y="337037"/>
                      <a:pt x="222161" y="323987"/>
                      <a:pt x="205682" y="300175"/>
                    </a:cubicBezTo>
                    <a:cubicBezTo>
                      <a:pt x="172440" y="252074"/>
                      <a:pt x="125101" y="209878"/>
                      <a:pt x="103765" y="192066"/>
                    </a:cubicBezTo>
                    <a:cubicBezTo>
                      <a:pt x="104146" y="191590"/>
                      <a:pt x="104431" y="191018"/>
                      <a:pt x="104813" y="190542"/>
                    </a:cubicBezTo>
                    <a:cubicBezTo>
                      <a:pt x="107575" y="185875"/>
                      <a:pt x="109670" y="180827"/>
                      <a:pt x="111004" y="175588"/>
                    </a:cubicBezTo>
                    <a:cubicBezTo>
                      <a:pt x="111861" y="172064"/>
                      <a:pt x="112433" y="168444"/>
                      <a:pt x="112623" y="164729"/>
                    </a:cubicBezTo>
                    <a:cubicBezTo>
                      <a:pt x="112909" y="159205"/>
                      <a:pt x="112433" y="153490"/>
                      <a:pt x="111004" y="147870"/>
                    </a:cubicBezTo>
                    <a:cubicBezTo>
                      <a:pt x="110432" y="145584"/>
                      <a:pt x="109670" y="143298"/>
                      <a:pt x="108813" y="141107"/>
                    </a:cubicBezTo>
                    <a:cubicBezTo>
                      <a:pt x="108718" y="140917"/>
                      <a:pt x="108623" y="140726"/>
                      <a:pt x="108623" y="140536"/>
                    </a:cubicBezTo>
                    <a:cubicBezTo>
                      <a:pt x="98240" y="114723"/>
                      <a:pt x="70142" y="99959"/>
                      <a:pt x="42519" y="107008"/>
                    </a:cubicBezTo>
                    <a:cubicBezTo>
                      <a:pt x="14897" y="113961"/>
                      <a:pt x="-2629" y="140250"/>
                      <a:pt x="323" y="167682"/>
                    </a:cubicBezTo>
                    <a:cubicBezTo>
                      <a:pt x="323" y="167587"/>
                      <a:pt x="323" y="167873"/>
                      <a:pt x="419" y="16815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4" name="Forme libre : forme 273">
                <a:extLst>
                  <a:ext uri="{FF2B5EF4-FFF2-40B4-BE49-F238E27FC236}">
                    <a16:creationId xmlns:a16="http://schemas.microsoft.com/office/drawing/2014/main" id="{55224236-B00F-4782-B1F7-D739DE30DD72}"/>
                  </a:ext>
                </a:extLst>
              </p:cNvPr>
              <p:cNvSpPr/>
              <p:nvPr/>
            </p:nvSpPr>
            <p:spPr>
              <a:xfrm>
                <a:off x="3379582" y="4203569"/>
                <a:ext cx="377369" cy="291783"/>
              </a:xfrm>
              <a:custGeom>
                <a:avLst/>
                <a:gdLst>
                  <a:gd name="connsiteX0" fmla="*/ 369947 w 377369"/>
                  <a:gd name="connsiteY0" fmla="*/ 56310 h 291783"/>
                  <a:gd name="connsiteX1" fmla="*/ 367852 w 377369"/>
                  <a:gd name="connsiteY1" fmla="*/ 52881 h 291783"/>
                  <a:gd name="connsiteX2" fmla="*/ 361946 w 377369"/>
                  <a:gd name="connsiteY2" fmla="*/ 45261 h 291783"/>
                  <a:gd name="connsiteX3" fmla="*/ 291175 w 377369"/>
                  <a:gd name="connsiteY3" fmla="*/ 36117 h 291783"/>
                  <a:gd name="connsiteX4" fmla="*/ 282127 w 377369"/>
                  <a:gd name="connsiteY4" fmla="*/ 43070 h 291783"/>
                  <a:gd name="connsiteX5" fmla="*/ 271363 w 377369"/>
                  <a:gd name="connsiteY5" fmla="*/ 57643 h 291783"/>
                  <a:gd name="connsiteX6" fmla="*/ 133536 w 377369"/>
                  <a:gd name="connsiteY6" fmla="*/ 14781 h 291783"/>
                  <a:gd name="connsiteX7" fmla="*/ 49621 w 377369"/>
                  <a:gd name="connsiteY7" fmla="*/ 5827 h 291783"/>
                  <a:gd name="connsiteX8" fmla="*/ 4759 w 377369"/>
                  <a:gd name="connsiteY8" fmla="*/ 62025 h 291783"/>
                  <a:gd name="connsiteX9" fmla="*/ 1805 w 377369"/>
                  <a:gd name="connsiteY9" fmla="*/ 73741 h 291783"/>
                  <a:gd name="connsiteX10" fmla="*/ 9616 w 377369"/>
                  <a:gd name="connsiteY10" fmla="*/ 127652 h 291783"/>
                  <a:gd name="connsiteX11" fmla="*/ 78387 w 377369"/>
                  <a:gd name="connsiteY11" fmla="*/ 169943 h 291783"/>
                  <a:gd name="connsiteX12" fmla="*/ 211927 w 377369"/>
                  <a:gd name="connsiteY12" fmla="*/ 218997 h 291783"/>
                  <a:gd name="connsiteX13" fmla="*/ 209165 w 377369"/>
                  <a:gd name="connsiteY13" fmla="*/ 234142 h 291783"/>
                  <a:gd name="connsiteX14" fmla="*/ 209927 w 377369"/>
                  <a:gd name="connsiteY14" fmla="*/ 244905 h 291783"/>
                  <a:gd name="connsiteX15" fmla="*/ 224690 w 377369"/>
                  <a:gd name="connsiteY15" fmla="*/ 274432 h 291783"/>
                  <a:gd name="connsiteX16" fmla="*/ 231930 w 377369"/>
                  <a:gd name="connsiteY16" fmla="*/ 280624 h 291783"/>
                  <a:gd name="connsiteX17" fmla="*/ 235168 w 377369"/>
                  <a:gd name="connsiteY17" fmla="*/ 282909 h 291783"/>
                  <a:gd name="connsiteX18" fmla="*/ 238597 w 377369"/>
                  <a:gd name="connsiteY18" fmla="*/ 284815 h 291783"/>
                  <a:gd name="connsiteX19" fmla="*/ 248694 w 377369"/>
                  <a:gd name="connsiteY19" fmla="*/ 289101 h 291783"/>
                  <a:gd name="connsiteX20" fmla="*/ 248694 w 377369"/>
                  <a:gd name="connsiteY20" fmla="*/ 289101 h 291783"/>
                  <a:gd name="connsiteX21" fmla="*/ 248694 w 377369"/>
                  <a:gd name="connsiteY21" fmla="*/ 289101 h 291783"/>
                  <a:gd name="connsiteX22" fmla="*/ 304510 w 377369"/>
                  <a:gd name="connsiteY22" fmla="*/ 276433 h 291783"/>
                  <a:gd name="connsiteX23" fmla="*/ 316416 w 377369"/>
                  <a:gd name="connsiteY23" fmla="*/ 211472 h 291783"/>
                  <a:gd name="connsiteX24" fmla="*/ 314511 w 377369"/>
                  <a:gd name="connsiteY24" fmla="*/ 207662 h 291783"/>
                  <a:gd name="connsiteX25" fmla="*/ 312416 w 377369"/>
                  <a:gd name="connsiteY25" fmla="*/ 204233 h 291783"/>
                  <a:gd name="connsiteX26" fmla="*/ 306510 w 377369"/>
                  <a:gd name="connsiteY26" fmla="*/ 196613 h 291783"/>
                  <a:gd name="connsiteX27" fmla="*/ 239073 w 377369"/>
                  <a:gd name="connsiteY27" fmla="*/ 185850 h 291783"/>
                  <a:gd name="connsiteX28" fmla="*/ 226786 w 377369"/>
                  <a:gd name="connsiteY28" fmla="*/ 194422 h 291783"/>
                  <a:gd name="connsiteX29" fmla="*/ 223738 w 377369"/>
                  <a:gd name="connsiteY29" fmla="*/ 197947 h 291783"/>
                  <a:gd name="connsiteX30" fmla="*/ 83244 w 377369"/>
                  <a:gd name="connsiteY30" fmla="*/ 146226 h 291783"/>
                  <a:gd name="connsiteX31" fmla="*/ 30095 w 377369"/>
                  <a:gd name="connsiteY31" fmla="*/ 115174 h 291783"/>
                  <a:gd name="connsiteX32" fmla="*/ 27523 w 377369"/>
                  <a:gd name="connsiteY32" fmla="*/ 68597 h 291783"/>
                  <a:gd name="connsiteX33" fmla="*/ 59146 w 377369"/>
                  <a:gd name="connsiteY33" fmla="*/ 27354 h 291783"/>
                  <a:gd name="connsiteX34" fmla="*/ 123059 w 377369"/>
                  <a:gd name="connsiteY34" fmla="*/ 35926 h 291783"/>
                  <a:gd name="connsiteX35" fmla="*/ 264886 w 377369"/>
                  <a:gd name="connsiteY35" fmla="*/ 80503 h 291783"/>
                  <a:gd name="connsiteX36" fmla="*/ 273173 w 377369"/>
                  <a:gd name="connsiteY36" fmla="*/ 113650 h 291783"/>
                  <a:gd name="connsiteX37" fmla="*/ 280126 w 377369"/>
                  <a:gd name="connsiteY37" fmla="*/ 122699 h 291783"/>
                  <a:gd name="connsiteX38" fmla="*/ 287365 w 377369"/>
                  <a:gd name="connsiteY38" fmla="*/ 128890 h 291783"/>
                  <a:gd name="connsiteX39" fmla="*/ 290603 w 377369"/>
                  <a:gd name="connsiteY39" fmla="*/ 131176 h 291783"/>
                  <a:gd name="connsiteX40" fmla="*/ 294033 w 377369"/>
                  <a:gd name="connsiteY40" fmla="*/ 133081 h 291783"/>
                  <a:gd name="connsiteX41" fmla="*/ 304129 w 377369"/>
                  <a:gd name="connsiteY41" fmla="*/ 137367 h 291783"/>
                  <a:gd name="connsiteX42" fmla="*/ 304129 w 377369"/>
                  <a:gd name="connsiteY42" fmla="*/ 137367 h 291783"/>
                  <a:gd name="connsiteX43" fmla="*/ 304129 w 377369"/>
                  <a:gd name="connsiteY43" fmla="*/ 137367 h 291783"/>
                  <a:gd name="connsiteX44" fmla="*/ 359946 w 377369"/>
                  <a:gd name="connsiteY44" fmla="*/ 124699 h 291783"/>
                  <a:gd name="connsiteX45" fmla="*/ 371852 w 377369"/>
                  <a:gd name="connsiteY45" fmla="*/ 59739 h 291783"/>
                  <a:gd name="connsiteX46" fmla="*/ 369947 w 377369"/>
                  <a:gd name="connsiteY46" fmla="*/ 56310 h 291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77369" h="291783">
                    <a:moveTo>
                      <a:pt x="369947" y="56310"/>
                    </a:moveTo>
                    <a:cubicBezTo>
                      <a:pt x="369280" y="55167"/>
                      <a:pt x="368613" y="54024"/>
                      <a:pt x="367852" y="52881"/>
                    </a:cubicBezTo>
                    <a:cubicBezTo>
                      <a:pt x="366137" y="50214"/>
                      <a:pt x="364232" y="47642"/>
                      <a:pt x="361946" y="45261"/>
                    </a:cubicBezTo>
                    <a:cubicBezTo>
                      <a:pt x="343182" y="25449"/>
                      <a:pt x="313464" y="22306"/>
                      <a:pt x="291175" y="36117"/>
                    </a:cubicBezTo>
                    <a:cubicBezTo>
                      <a:pt x="288032" y="38117"/>
                      <a:pt x="284984" y="40403"/>
                      <a:pt x="282127" y="43070"/>
                    </a:cubicBezTo>
                    <a:cubicBezTo>
                      <a:pt x="277554" y="47356"/>
                      <a:pt x="274125" y="52405"/>
                      <a:pt x="271363" y="57643"/>
                    </a:cubicBezTo>
                    <a:cubicBezTo>
                      <a:pt x="246598" y="53071"/>
                      <a:pt x="184400" y="39736"/>
                      <a:pt x="133536" y="14781"/>
                    </a:cubicBezTo>
                    <a:cubicBezTo>
                      <a:pt x="100961" y="-1221"/>
                      <a:pt x="72767" y="-4269"/>
                      <a:pt x="49621" y="5827"/>
                    </a:cubicBezTo>
                    <a:cubicBezTo>
                      <a:pt x="28666" y="14876"/>
                      <a:pt x="13140" y="34307"/>
                      <a:pt x="4759" y="62025"/>
                    </a:cubicBezTo>
                    <a:cubicBezTo>
                      <a:pt x="3520" y="66025"/>
                      <a:pt x="2567" y="69931"/>
                      <a:pt x="1805" y="73741"/>
                    </a:cubicBezTo>
                    <a:cubicBezTo>
                      <a:pt x="-2195" y="94124"/>
                      <a:pt x="472" y="112222"/>
                      <a:pt x="9616" y="127652"/>
                    </a:cubicBezTo>
                    <a:cubicBezTo>
                      <a:pt x="21999" y="148607"/>
                      <a:pt x="45811" y="163180"/>
                      <a:pt x="78387" y="169943"/>
                    </a:cubicBezTo>
                    <a:cubicBezTo>
                      <a:pt x="125059" y="179563"/>
                      <a:pt x="183257" y="201280"/>
                      <a:pt x="211927" y="218997"/>
                    </a:cubicBezTo>
                    <a:cubicBezTo>
                      <a:pt x="210403" y="223950"/>
                      <a:pt x="209260" y="228998"/>
                      <a:pt x="209165" y="234142"/>
                    </a:cubicBezTo>
                    <a:cubicBezTo>
                      <a:pt x="209069" y="237761"/>
                      <a:pt x="209355" y="241381"/>
                      <a:pt x="209927" y="244905"/>
                    </a:cubicBezTo>
                    <a:cubicBezTo>
                      <a:pt x="211737" y="255668"/>
                      <a:pt x="216594" y="265955"/>
                      <a:pt x="224690" y="274432"/>
                    </a:cubicBezTo>
                    <a:cubicBezTo>
                      <a:pt x="226881" y="276814"/>
                      <a:pt x="229358" y="278814"/>
                      <a:pt x="231930" y="280624"/>
                    </a:cubicBezTo>
                    <a:cubicBezTo>
                      <a:pt x="232977" y="281386"/>
                      <a:pt x="234025" y="282148"/>
                      <a:pt x="235168" y="282909"/>
                    </a:cubicBezTo>
                    <a:cubicBezTo>
                      <a:pt x="236311" y="283576"/>
                      <a:pt x="237454" y="284243"/>
                      <a:pt x="238597" y="284815"/>
                    </a:cubicBezTo>
                    <a:cubicBezTo>
                      <a:pt x="241835" y="286624"/>
                      <a:pt x="245169" y="288053"/>
                      <a:pt x="248694" y="289101"/>
                    </a:cubicBezTo>
                    <a:cubicBezTo>
                      <a:pt x="248694" y="289101"/>
                      <a:pt x="248694" y="289101"/>
                      <a:pt x="248694" y="289101"/>
                    </a:cubicBezTo>
                    <a:lnTo>
                      <a:pt x="248694" y="289101"/>
                    </a:lnTo>
                    <a:cubicBezTo>
                      <a:pt x="267648" y="295102"/>
                      <a:pt x="289080" y="291101"/>
                      <a:pt x="304510" y="276433"/>
                    </a:cubicBezTo>
                    <a:cubicBezTo>
                      <a:pt x="322703" y="259192"/>
                      <a:pt x="326608" y="232903"/>
                      <a:pt x="316416" y="211472"/>
                    </a:cubicBezTo>
                    <a:cubicBezTo>
                      <a:pt x="315845" y="210139"/>
                      <a:pt x="315273" y="208900"/>
                      <a:pt x="314511" y="207662"/>
                    </a:cubicBezTo>
                    <a:cubicBezTo>
                      <a:pt x="313844" y="206519"/>
                      <a:pt x="313178" y="205376"/>
                      <a:pt x="312416" y="204233"/>
                    </a:cubicBezTo>
                    <a:cubicBezTo>
                      <a:pt x="310702" y="201566"/>
                      <a:pt x="308796" y="198994"/>
                      <a:pt x="306510" y="196613"/>
                    </a:cubicBezTo>
                    <a:cubicBezTo>
                      <a:pt x="288603" y="177754"/>
                      <a:pt x="260885" y="174229"/>
                      <a:pt x="239073" y="185850"/>
                    </a:cubicBezTo>
                    <a:cubicBezTo>
                      <a:pt x="234692" y="188136"/>
                      <a:pt x="230501" y="190898"/>
                      <a:pt x="226786" y="194422"/>
                    </a:cubicBezTo>
                    <a:cubicBezTo>
                      <a:pt x="225643" y="195565"/>
                      <a:pt x="224786" y="196804"/>
                      <a:pt x="223738" y="197947"/>
                    </a:cubicBezTo>
                    <a:cubicBezTo>
                      <a:pt x="189734" y="177087"/>
                      <a:pt x="127440" y="155275"/>
                      <a:pt x="83244" y="146226"/>
                    </a:cubicBezTo>
                    <a:cubicBezTo>
                      <a:pt x="65242" y="142511"/>
                      <a:pt x="41430" y="134129"/>
                      <a:pt x="30095" y="115174"/>
                    </a:cubicBezTo>
                    <a:cubicBezTo>
                      <a:pt x="22760" y="102792"/>
                      <a:pt x="21903" y="87076"/>
                      <a:pt x="27523" y="68597"/>
                    </a:cubicBezTo>
                    <a:cubicBezTo>
                      <a:pt x="32000" y="54119"/>
                      <a:pt x="41049" y="35164"/>
                      <a:pt x="59146" y="27354"/>
                    </a:cubicBezTo>
                    <a:cubicBezTo>
                      <a:pt x="75529" y="20210"/>
                      <a:pt x="97055" y="23067"/>
                      <a:pt x="123059" y="35926"/>
                    </a:cubicBezTo>
                    <a:cubicBezTo>
                      <a:pt x="175637" y="61739"/>
                      <a:pt x="237549" y="75360"/>
                      <a:pt x="264886" y="80503"/>
                    </a:cubicBezTo>
                    <a:cubicBezTo>
                      <a:pt x="264219" y="91933"/>
                      <a:pt x="266886" y="103554"/>
                      <a:pt x="273173" y="113650"/>
                    </a:cubicBezTo>
                    <a:cubicBezTo>
                      <a:pt x="275173" y="116794"/>
                      <a:pt x="277459" y="119842"/>
                      <a:pt x="280126" y="122699"/>
                    </a:cubicBezTo>
                    <a:cubicBezTo>
                      <a:pt x="282317" y="125080"/>
                      <a:pt x="284793" y="127081"/>
                      <a:pt x="287365" y="128890"/>
                    </a:cubicBezTo>
                    <a:cubicBezTo>
                      <a:pt x="288413" y="129652"/>
                      <a:pt x="289556" y="130414"/>
                      <a:pt x="290603" y="131176"/>
                    </a:cubicBezTo>
                    <a:cubicBezTo>
                      <a:pt x="291746" y="131843"/>
                      <a:pt x="292890" y="132510"/>
                      <a:pt x="294033" y="133081"/>
                    </a:cubicBezTo>
                    <a:cubicBezTo>
                      <a:pt x="297271" y="134891"/>
                      <a:pt x="300605" y="136320"/>
                      <a:pt x="304129" y="137367"/>
                    </a:cubicBezTo>
                    <a:cubicBezTo>
                      <a:pt x="304129" y="137367"/>
                      <a:pt x="304129" y="137367"/>
                      <a:pt x="304129" y="137367"/>
                    </a:cubicBezTo>
                    <a:lnTo>
                      <a:pt x="304129" y="137367"/>
                    </a:lnTo>
                    <a:cubicBezTo>
                      <a:pt x="323084" y="143368"/>
                      <a:pt x="344515" y="139368"/>
                      <a:pt x="359946" y="124699"/>
                    </a:cubicBezTo>
                    <a:cubicBezTo>
                      <a:pt x="378138" y="107459"/>
                      <a:pt x="382044" y="81170"/>
                      <a:pt x="371852" y="59739"/>
                    </a:cubicBezTo>
                    <a:cubicBezTo>
                      <a:pt x="371185" y="58786"/>
                      <a:pt x="370614" y="57548"/>
                      <a:pt x="369947" y="56310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5" name="Forme libre : forme 274">
                <a:extLst>
                  <a:ext uri="{FF2B5EF4-FFF2-40B4-BE49-F238E27FC236}">
                    <a16:creationId xmlns:a16="http://schemas.microsoft.com/office/drawing/2014/main" id="{EC8D7B3C-C5D3-4BDD-B38A-0367B5DB8E75}"/>
                  </a:ext>
                </a:extLst>
              </p:cNvPr>
              <p:cNvSpPr/>
              <p:nvPr/>
            </p:nvSpPr>
            <p:spPr>
              <a:xfrm>
                <a:off x="898798" y="3194587"/>
                <a:ext cx="377368" cy="291783"/>
              </a:xfrm>
              <a:custGeom>
                <a:avLst/>
                <a:gdLst>
                  <a:gd name="connsiteX0" fmla="*/ 7422 w 377368"/>
                  <a:gd name="connsiteY0" fmla="*/ 235569 h 291783"/>
                  <a:gd name="connsiteX1" fmla="*/ 9518 w 377368"/>
                  <a:gd name="connsiteY1" fmla="*/ 238998 h 291783"/>
                  <a:gd name="connsiteX2" fmla="*/ 15423 w 377368"/>
                  <a:gd name="connsiteY2" fmla="*/ 246618 h 291783"/>
                  <a:gd name="connsiteX3" fmla="*/ 95243 w 377368"/>
                  <a:gd name="connsiteY3" fmla="*/ 248713 h 291783"/>
                  <a:gd name="connsiteX4" fmla="*/ 106006 w 377368"/>
                  <a:gd name="connsiteY4" fmla="*/ 234140 h 291783"/>
                  <a:gd name="connsiteX5" fmla="*/ 243833 w 377368"/>
                  <a:gd name="connsiteY5" fmla="*/ 277003 h 291783"/>
                  <a:gd name="connsiteX6" fmla="*/ 327748 w 377368"/>
                  <a:gd name="connsiteY6" fmla="*/ 285956 h 291783"/>
                  <a:gd name="connsiteX7" fmla="*/ 372611 w 377368"/>
                  <a:gd name="connsiteY7" fmla="*/ 229759 h 291783"/>
                  <a:gd name="connsiteX8" fmla="*/ 375564 w 377368"/>
                  <a:gd name="connsiteY8" fmla="*/ 218043 h 291783"/>
                  <a:gd name="connsiteX9" fmla="*/ 367753 w 377368"/>
                  <a:gd name="connsiteY9" fmla="*/ 164131 h 291783"/>
                  <a:gd name="connsiteX10" fmla="*/ 298983 w 377368"/>
                  <a:gd name="connsiteY10" fmla="*/ 121840 h 291783"/>
                  <a:gd name="connsiteX11" fmla="*/ 165442 w 377368"/>
                  <a:gd name="connsiteY11" fmla="*/ 72787 h 291783"/>
                  <a:gd name="connsiteX12" fmla="*/ 168204 w 377368"/>
                  <a:gd name="connsiteY12" fmla="*/ 57642 h 291783"/>
                  <a:gd name="connsiteX13" fmla="*/ 168109 w 377368"/>
                  <a:gd name="connsiteY13" fmla="*/ 56975 h 291783"/>
                  <a:gd name="connsiteX14" fmla="*/ 152678 w 377368"/>
                  <a:gd name="connsiteY14" fmla="*/ 17351 h 291783"/>
                  <a:gd name="connsiteX15" fmla="*/ 145440 w 377368"/>
                  <a:gd name="connsiteY15" fmla="*/ 11160 h 291783"/>
                  <a:gd name="connsiteX16" fmla="*/ 142201 w 377368"/>
                  <a:gd name="connsiteY16" fmla="*/ 8874 h 291783"/>
                  <a:gd name="connsiteX17" fmla="*/ 138772 w 377368"/>
                  <a:gd name="connsiteY17" fmla="*/ 6969 h 291783"/>
                  <a:gd name="connsiteX18" fmla="*/ 128676 w 377368"/>
                  <a:gd name="connsiteY18" fmla="*/ 2683 h 291783"/>
                  <a:gd name="connsiteX19" fmla="*/ 128676 w 377368"/>
                  <a:gd name="connsiteY19" fmla="*/ 2683 h 291783"/>
                  <a:gd name="connsiteX20" fmla="*/ 128676 w 377368"/>
                  <a:gd name="connsiteY20" fmla="*/ 2683 h 291783"/>
                  <a:gd name="connsiteX21" fmla="*/ 72859 w 377368"/>
                  <a:gd name="connsiteY21" fmla="*/ 15351 h 291783"/>
                  <a:gd name="connsiteX22" fmla="*/ 57048 w 377368"/>
                  <a:gd name="connsiteY22" fmla="*/ 69548 h 291783"/>
                  <a:gd name="connsiteX23" fmla="*/ 57048 w 377368"/>
                  <a:gd name="connsiteY23" fmla="*/ 69548 h 291783"/>
                  <a:gd name="connsiteX24" fmla="*/ 57048 w 377368"/>
                  <a:gd name="connsiteY24" fmla="*/ 69548 h 291783"/>
                  <a:gd name="connsiteX25" fmla="*/ 60858 w 377368"/>
                  <a:gd name="connsiteY25" fmla="*/ 80311 h 291783"/>
                  <a:gd name="connsiteX26" fmla="*/ 62763 w 377368"/>
                  <a:gd name="connsiteY26" fmla="*/ 84121 h 291783"/>
                  <a:gd name="connsiteX27" fmla="*/ 64858 w 377368"/>
                  <a:gd name="connsiteY27" fmla="*/ 87550 h 291783"/>
                  <a:gd name="connsiteX28" fmla="*/ 70764 w 377368"/>
                  <a:gd name="connsiteY28" fmla="*/ 95170 h 291783"/>
                  <a:gd name="connsiteX29" fmla="*/ 150583 w 377368"/>
                  <a:gd name="connsiteY29" fmla="*/ 97266 h 291783"/>
                  <a:gd name="connsiteX30" fmla="*/ 153631 w 377368"/>
                  <a:gd name="connsiteY30" fmla="*/ 93742 h 291783"/>
                  <a:gd name="connsiteX31" fmla="*/ 294125 w 377368"/>
                  <a:gd name="connsiteY31" fmla="*/ 145462 h 291783"/>
                  <a:gd name="connsiteX32" fmla="*/ 347274 w 377368"/>
                  <a:gd name="connsiteY32" fmla="*/ 176514 h 291783"/>
                  <a:gd name="connsiteX33" fmla="*/ 349846 w 377368"/>
                  <a:gd name="connsiteY33" fmla="*/ 223091 h 291783"/>
                  <a:gd name="connsiteX34" fmla="*/ 318223 w 377368"/>
                  <a:gd name="connsiteY34" fmla="*/ 264334 h 291783"/>
                  <a:gd name="connsiteX35" fmla="*/ 254310 w 377368"/>
                  <a:gd name="connsiteY35" fmla="*/ 255762 h 291783"/>
                  <a:gd name="connsiteX36" fmla="*/ 112483 w 377368"/>
                  <a:gd name="connsiteY36" fmla="*/ 211185 h 291783"/>
                  <a:gd name="connsiteX37" fmla="*/ 109149 w 377368"/>
                  <a:gd name="connsiteY37" fmla="*/ 188039 h 291783"/>
                  <a:gd name="connsiteX38" fmla="*/ 97243 w 377368"/>
                  <a:gd name="connsiteY38" fmla="*/ 169084 h 291783"/>
                  <a:gd name="connsiteX39" fmla="*/ 90004 w 377368"/>
                  <a:gd name="connsiteY39" fmla="*/ 162893 h 291783"/>
                  <a:gd name="connsiteX40" fmla="*/ 86766 w 377368"/>
                  <a:gd name="connsiteY40" fmla="*/ 160607 h 291783"/>
                  <a:gd name="connsiteX41" fmla="*/ 83336 w 377368"/>
                  <a:gd name="connsiteY41" fmla="*/ 158702 h 291783"/>
                  <a:gd name="connsiteX42" fmla="*/ 73240 w 377368"/>
                  <a:gd name="connsiteY42" fmla="*/ 154416 h 291783"/>
                  <a:gd name="connsiteX43" fmla="*/ 73240 w 377368"/>
                  <a:gd name="connsiteY43" fmla="*/ 154416 h 291783"/>
                  <a:gd name="connsiteX44" fmla="*/ 73240 w 377368"/>
                  <a:gd name="connsiteY44" fmla="*/ 154416 h 291783"/>
                  <a:gd name="connsiteX45" fmla="*/ 17424 w 377368"/>
                  <a:gd name="connsiteY45" fmla="*/ 167084 h 291783"/>
                  <a:gd name="connsiteX46" fmla="*/ 5517 w 377368"/>
                  <a:gd name="connsiteY46" fmla="*/ 232045 h 291783"/>
                  <a:gd name="connsiteX47" fmla="*/ 7422 w 377368"/>
                  <a:gd name="connsiteY47" fmla="*/ 235569 h 291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77368" h="291783">
                    <a:moveTo>
                      <a:pt x="7422" y="235569"/>
                    </a:moveTo>
                    <a:cubicBezTo>
                      <a:pt x="8089" y="236712"/>
                      <a:pt x="8756" y="237855"/>
                      <a:pt x="9518" y="238998"/>
                    </a:cubicBezTo>
                    <a:cubicBezTo>
                      <a:pt x="11232" y="241665"/>
                      <a:pt x="13137" y="244237"/>
                      <a:pt x="15423" y="246618"/>
                    </a:cubicBezTo>
                    <a:cubicBezTo>
                      <a:pt x="36855" y="269192"/>
                      <a:pt x="72573" y="270145"/>
                      <a:pt x="95243" y="248713"/>
                    </a:cubicBezTo>
                    <a:cubicBezTo>
                      <a:pt x="99815" y="244427"/>
                      <a:pt x="103244" y="239379"/>
                      <a:pt x="106006" y="234140"/>
                    </a:cubicBezTo>
                    <a:cubicBezTo>
                      <a:pt x="130771" y="238712"/>
                      <a:pt x="192969" y="252047"/>
                      <a:pt x="243833" y="277003"/>
                    </a:cubicBezTo>
                    <a:cubicBezTo>
                      <a:pt x="276408" y="293005"/>
                      <a:pt x="304602" y="296053"/>
                      <a:pt x="327748" y="285956"/>
                    </a:cubicBezTo>
                    <a:cubicBezTo>
                      <a:pt x="348703" y="276907"/>
                      <a:pt x="364229" y="257476"/>
                      <a:pt x="372611" y="229759"/>
                    </a:cubicBezTo>
                    <a:cubicBezTo>
                      <a:pt x="373849" y="225758"/>
                      <a:pt x="374802" y="221853"/>
                      <a:pt x="375564" y="218043"/>
                    </a:cubicBezTo>
                    <a:cubicBezTo>
                      <a:pt x="379564" y="197659"/>
                      <a:pt x="376897" y="179562"/>
                      <a:pt x="367753" y="164131"/>
                    </a:cubicBezTo>
                    <a:cubicBezTo>
                      <a:pt x="355371" y="143176"/>
                      <a:pt x="331558" y="128603"/>
                      <a:pt x="298983" y="121840"/>
                    </a:cubicBezTo>
                    <a:cubicBezTo>
                      <a:pt x="252310" y="112220"/>
                      <a:pt x="194112" y="90503"/>
                      <a:pt x="165442" y="72787"/>
                    </a:cubicBezTo>
                    <a:cubicBezTo>
                      <a:pt x="166966" y="67834"/>
                      <a:pt x="168109" y="62785"/>
                      <a:pt x="168204" y="57642"/>
                    </a:cubicBezTo>
                    <a:cubicBezTo>
                      <a:pt x="168204" y="57451"/>
                      <a:pt x="168109" y="57166"/>
                      <a:pt x="168109" y="56975"/>
                    </a:cubicBezTo>
                    <a:cubicBezTo>
                      <a:pt x="168300" y="42783"/>
                      <a:pt x="163251" y="28495"/>
                      <a:pt x="152678" y="17351"/>
                    </a:cubicBezTo>
                    <a:cubicBezTo>
                      <a:pt x="150488" y="14970"/>
                      <a:pt x="148011" y="12970"/>
                      <a:pt x="145440" y="11160"/>
                    </a:cubicBezTo>
                    <a:cubicBezTo>
                      <a:pt x="144392" y="10398"/>
                      <a:pt x="143249" y="9636"/>
                      <a:pt x="142201" y="8874"/>
                    </a:cubicBezTo>
                    <a:cubicBezTo>
                      <a:pt x="141058" y="8207"/>
                      <a:pt x="139915" y="7540"/>
                      <a:pt x="138772" y="6969"/>
                    </a:cubicBezTo>
                    <a:cubicBezTo>
                      <a:pt x="135534" y="5159"/>
                      <a:pt x="132200" y="3730"/>
                      <a:pt x="128676" y="2683"/>
                    </a:cubicBezTo>
                    <a:cubicBezTo>
                      <a:pt x="128676" y="2683"/>
                      <a:pt x="128676" y="2683"/>
                      <a:pt x="128676" y="2683"/>
                    </a:cubicBezTo>
                    <a:lnTo>
                      <a:pt x="128676" y="2683"/>
                    </a:lnTo>
                    <a:cubicBezTo>
                      <a:pt x="109721" y="-3318"/>
                      <a:pt x="88290" y="682"/>
                      <a:pt x="72859" y="15351"/>
                    </a:cubicBezTo>
                    <a:cubicBezTo>
                      <a:pt x="57714" y="29734"/>
                      <a:pt x="52476" y="50593"/>
                      <a:pt x="57048" y="69548"/>
                    </a:cubicBezTo>
                    <a:lnTo>
                      <a:pt x="57048" y="69548"/>
                    </a:lnTo>
                    <a:cubicBezTo>
                      <a:pt x="57048" y="69548"/>
                      <a:pt x="57048" y="69548"/>
                      <a:pt x="57048" y="69548"/>
                    </a:cubicBezTo>
                    <a:cubicBezTo>
                      <a:pt x="57905" y="73263"/>
                      <a:pt x="59238" y="76787"/>
                      <a:pt x="60858" y="80311"/>
                    </a:cubicBezTo>
                    <a:cubicBezTo>
                      <a:pt x="61429" y="81550"/>
                      <a:pt x="62001" y="82883"/>
                      <a:pt x="62763" y="84121"/>
                    </a:cubicBezTo>
                    <a:cubicBezTo>
                      <a:pt x="63429" y="85264"/>
                      <a:pt x="64096" y="86407"/>
                      <a:pt x="64858" y="87550"/>
                    </a:cubicBezTo>
                    <a:cubicBezTo>
                      <a:pt x="66573" y="90217"/>
                      <a:pt x="68477" y="92789"/>
                      <a:pt x="70764" y="95170"/>
                    </a:cubicBezTo>
                    <a:cubicBezTo>
                      <a:pt x="92195" y="117745"/>
                      <a:pt x="127914" y="118697"/>
                      <a:pt x="150583" y="97266"/>
                    </a:cubicBezTo>
                    <a:cubicBezTo>
                      <a:pt x="151726" y="96123"/>
                      <a:pt x="152583" y="94885"/>
                      <a:pt x="153631" y="93742"/>
                    </a:cubicBezTo>
                    <a:cubicBezTo>
                      <a:pt x="187635" y="114601"/>
                      <a:pt x="249929" y="136414"/>
                      <a:pt x="294125" y="145462"/>
                    </a:cubicBezTo>
                    <a:cubicBezTo>
                      <a:pt x="312127" y="149177"/>
                      <a:pt x="335940" y="157559"/>
                      <a:pt x="347274" y="176514"/>
                    </a:cubicBezTo>
                    <a:cubicBezTo>
                      <a:pt x="354609" y="188896"/>
                      <a:pt x="355466" y="204613"/>
                      <a:pt x="349846" y="223091"/>
                    </a:cubicBezTo>
                    <a:cubicBezTo>
                      <a:pt x="345465" y="237569"/>
                      <a:pt x="336321" y="256524"/>
                      <a:pt x="318223" y="264334"/>
                    </a:cubicBezTo>
                    <a:cubicBezTo>
                      <a:pt x="301840" y="271478"/>
                      <a:pt x="280314" y="268621"/>
                      <a:pt x="254310" y="255762"/>
                    </a:cubicBezTo>
                    <a:cubicBezTo>
                      <a:pt x="201732" y="229949"/>
                      <a:pt x="139820" y="216328"/>
                      <a:pt x="112483" y="211185"/>
                    </a:cubicBezTo>
                    <a:cubicBezTo>
                      <a:pt x="112959" y="203374"/>
                      <a:pt x="111911" y="195469"/>
                      <a:pt x="109149" y="188039"/>
                    </a:cubicBezTo>
                    <a:cubicBezTo>
                      <a:pt x="106577" y="181181"/>
                      <a:pt x="102577" y="174704"/>
                      <a:pt x="97243" y="169084"/>
                    </a:cubicBezTo>
                    <a:cubicBezTo>
                      <a:pt x="95052" y="166703"/>
                      <a:pt x="92576" y="164703"/>
                      <a:pt x="90004" y="162893"/>
                    </a:cubicBezTo>
                    <a:cubicBezTo>
                      <a:pt x="88956" y="162131"/>
                      <a:pt x="87909" y="161369"/>
                      <a:pt x="86766" y="160607"/>
                    </a:cubicBezTo>
                    <a:cubicBezTo>
                      <a:pt x="85623" y="159940"/>
                      <a:pt x="84480" y="159274"/>
                      <a:pt x="83336" y="158702"/>
                    </a:cubicBezTo>
                    <a:cubicBezTo>
                      <a:pt x="80098" y="156892"/>
                      <a:pt x="76764" y="155464"/>
                      <a:pt x="73240" y="154416"/>
                    </a:cubicBezTo>
                    <a:cubicBezTo>
                      <a:pt x="73240" y="154416"/>
                      <a:pt x="73240" y="154416"/>
                      <a:pt x="73240" y="154416"/>
                    </a:cubicBezTo>
                    <a:lnTo>
                      <a:pt x="73240" y="154416"/>
                    </a:lnTo>
                    <a:cubicBezTo>
                      <a:pt x="54285" y="148415"/>
                      <a:pt x="32854" y="152416"/>
                      <a:pt x="17424" y="167084"/>
                    </a:cubicBezTo>
                    <a:cubicBezTo>
                      <a:pt x="-769" y="184324"/>
                      <a:pt x="-4674" y="210613"/>
                      <a:pt x="5517" y="232045"/>
                    </a:cubicBezTo>
                    <a:cubicBezTo>
                      <a:pt x="6184" y="232997"/>
                      <a:pt x="6756" y="234331"/>
                      <a:pt x="7422" y="23556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6" name="Forme libre : forme 275">
                <a:extLst>
                  <a:ext uri="{FF2B5EF4-FFF2-40B4-BE49-F238E27FC236}">
                    <a16:creationId xmlns:a16="http://schemas.microsoft.com/office/drawing/2014/main" id="{CCE1C73B-190B-4F2C-88F5-75291044C1A1}"/>
                  </a:ext>
                </a:extLst>
              </p:cNvPr>
              <p:cNvSpPr/>
              <p:nvPr/>
            </p:nvSpPr>
            <p:spPr>
              <a:xfrm>
                <a:off x="3451110" y="3916879"/>
                <a:ext cx="370808" cy="272431"/>
              </a:xfrm>
              <a:custGeom>
                <a:avLst/>
                <a:gdLst>
                  <a:gd name="connsiteX0" fmla="*/ 352520 w 370808"/>
                  <a:gd name="connsiteY0" fmla="*/ 14864 h 272431"/>
                  <a:gd name="connsiteX1" fmla="*/ 351949 w 370808"/>
                  <a:gd name="connsiteY1" fmla="*/ 14388 h 272431"/>
                  <a:gd name="connsiteX2" fmla="*/ 346329 w 370808"/>
                  <a:gd name="connsiteY2" fmla="*/ 9911 h 272431"/>
                  <a:gd name="connsiteX3" fmla="*/ 331089 w 370808"/>
                  <a:gd name="connsiteY3" fmla="*/ 2481 h 272431"/>
                  <a:gd name="connsiteX4" fmla="*/ 315183 w 370808"/>
                  <a:gd name="connsiteY4" fmla="*/ 5 h 272431"/>
                  <a:gd name="connsiteX5" fmla="*/ 314896 w 370808"/>
                  <a:gd name="connsiteY5" fmla="*/ 5 h 272431"/>
                  <a:gd name="connsiteX6" fmla="*/ 293656 w 370808"/>
                  <a:gd name="connsiteY6" fmla="*/ 3910 h 272431"/>
                  <a:gd name="connsiteX7" fmla="*/ 288703 w 370808"/>
                  <a:gd name="connsiteY7" fmla="*/ 6101 h 272431"/>
                  <a:gd name="connsiteX8" fmla="*/ 279464 w 370808"/>
                  <a:gd name="connsiteY8" fmla="*/ 12006 h 272431"/>
                  <a:gd name="connsiteX9" fmla="*/ 267843 w 370808"/>
                  <a:gd name="connsiteY9" fmla="*/ 24389 h 272431"/>
                  <a:gd name="connsiteX10" fmla="*/ 262319 w 370808"/>
                  <a:gd name="connsiteY10" fmla="*/ 34390 h 272431"/>
                  <a:gd name="connsiteX11" fmla="*/ 260128 w 370808"/>
                  <a:gd name="connsiteY11" fmla="*/ 40867 h 272431"/>
                  <a:gd name="connsiteX12" fmla="*/ 116586 w 370808"/>
                  <a:gd name="connsiteY12" fmla="*/ 27627 h 272431"/>
                  <a:gd name="connsiteX13" fmla="*/ 32671 w 370808"/>
                  <a:gd name="connsiteY13" fmla="*/ 36295 h 272431"/>
                  <a:gd name="connsiteX14" fmla="*/ 477 w 370808"/>
                  <a:gd name="connsiteY14" fmla="*/ 100589 h 272431"/>
                  <a:gd name="connsiteX15" fmla="*/ 0 w 370808"/>
                  <a:gd name="connsiteY15" fmla="*/ 112686 h 272431"/>
                  <a:gd name="connsiteX16" fmla="*/ 18955 w 370808"/>
                  <a:gd name="connsiteY16" fmla="*/ 163835 h 272431"/>
                  <a:gd name="connsiteX17" fmla="*/ 95060 w 370808"/>
                  <a:gd name="connsiteY17" fmla="*/ 190791 h 272431"/>
                  <a:gd name="connsiteX18" fmla="*/ 235649 w 370808"/>
                  <a:gd name="connsiteY18" fmla="*/ 210888 h 272431"/>
                  <a:gd name="connsiteX19" fmla="*/ 235363 w 370808"/>
                  <a:gd name="connsiteY19" fmla="*/ 215556 h 272431"/>
                  <a:gd name="connsiteX20" fmla="*/ 236315 w 370808"/>
                  <a:gd name="connsiteY20" fmla="*/ 226319 h 272431"/>
                  <a:gd name="connsiteX21" fmla="*/ 239268 w 370808"/>
                  <a:gd name="connsiteY21" fmla="*/ 236701 h 272431"/>
                  <a:gd name="connsiteX22" fmla="*/ 242507 w 370808"/>
                  <a:gd name="connsiteY22" fmla="*/ 243368 h 272431"/>
                  <a:gd name="connsiteX23" fmla="*/ 247460 w 370808"/>
                  <a:gd name="connsiteY23" fmla="*/ 250893 h 272431"/>
                  <a:gd name="connsiteX24" fmla="*/ 259842 w 370808"/>
                  <a:gd name="connsiteY24" fmla="*/ 262514 h 272431"/>
                  <a:gd name="connsiteX25" fmla="*/ 265938 w 370808"/>
                  <a:gd name="connsiteY25" fmla="*/ 266133 h 272431"/>
                  <a:gd name="connsiteX26" fmla="*/ 266510 w 370808"/>
                  <a:gd name="connsiteY26" fmla="*/ 266419 h 272431"/>
                  <a:gd name="connsiteX27" fmla="*/ 338328 w 370808"/>
                  <a:gd name="connsiteY27" fmla="*/ 248036 h 272431"/>
                  <a:gd name="connsiteX28" fmla="*/ 329946 w 370808"/>
                  <a:gd name="connsiteY28" fmla="*/ 174598 h 272431"/>
                  <a:gd name="connsiteX29" fmla="*/ 329375 w 370808"/>
                  <a:gd name="connsiteY29" fmla="*/ 174026 h 272431"/>
                  <a:gd name="connsiteX30" fmla="*/ 323755 w 370808"/>
                  <a:gd name="connsiteY30" fmla="*/ 169550 h 272431"/>
                  <a:gd name="connsiteX31" fmla="*/ 323755 w 370808"/>
                  <a:gd name="connsiteY31" fmla="*/ 169550 h 272431"/>
                  <a:gd name="connsiteX32" fmla="*/ 318802 w 370808"/>
                  <a:gd name="connsiteY32" fmla="*/ 166502 h 272431"/>
                  <a:gd name="connsiteX33" fmla="*/ 313658 w 370808"/>
                  <a:gd name="connsiteY33" fmla="*/ 164025 h 272431"/>
                  <a:gd name="connsiteX34" fmla="*/ 297656 w 370808"/>
                  <a:gd name="connsiteY34" fmla="*/ 159930 h 272431"/>
                  <a:gd name="connsiteX35" fmla="*/ 281464 w 370808"/>
                  <a:gd name="connsiteY35" fmla="*/ 160596 h 272431"/>
                  <a:gd name="connsiteX36" fmla="*/ 271082 w 370808"/>
                  <a:gd name="connsiteY36" fmla="*/ 163549 h 272431"/>
                  <a:gd name="connsiteX37" fmla="*/ 266129 w 370808"/>
                  <a:gd name="connsiteY37" fmla="*/ 165740 h 272431"/>
                  <a:gd name="connsiteX38" fmla="*/ 256890 w 370808"/>
                  <a:gd name="connsiteY38" fmla="*/ 171645 h 272431"/>
                  <a:gd name="connsiteX39" fmla="*/ 245269 w 370808"/>
                  <a:gd name="connsiteY39" fmla="*/ 184028 h 272431"/>
                  <a:gd name="connsiteX40" fmla="*/ 242793 w 370808"/>
                  <a:gd name="connsiteY40" fmla="*/ 188028 h 272431"/>
                  <a:gd name="connsiteX41" fmla="*/ 94869 w 370808"/>
                  <a:gd name="connsiteY41" fmla="*/ 166788 h 272431"/>
                  <a:gd name="connsiteX42" fmla="*/ 36481 w 370808"/>
                  <a:gd name="connsiteY42" fmla="*/ 147452 h 272431"/>
                  <a:gd name="connsiteX43" fmla="*/ 24194 w 370808"/>
                  <a:gd name="connsiteY43" fmla="*/ 102494 h 272431"/>
                  <a:gd name="connsiteX44" fmla="*/ 46482 w 370808"/>
                  <a:gd name="connsiteY44" fmla="*/ 55536 h 272431"/>
                  <a:gd name="connsiteX45" fmla="*/ 110776 w 370808"/>
                  <a:gd name="connsiteY45" fmla="*/ 50583 h 272431"/>
                  <a:gd name="connsiteX46" fmla="*/ 258699 w 370808"/>
                  <a:gd name="connsiteY46" fmla="*/ 64584 h 272431"/>
                  <a:gd name="connsiteX47" fmla="*/ 258985 w 370808"/>
                  <a:gd name="connsiteY47" fmla="*/ 66394 h 272431"/>
                  <a:gd name="connsiteX48" fmla="*/ 266891 w 370808"/>
                  <a:gd name="connsiteY48" fmla="*/ 86492 h 272431"/>
                  <a:gd name="connsiteX49" fmla="*/ 282512 w 370808"/>
                  <a:gd name="connsiteY49" fmla="*/ 102589 h 272431"/>
                  <a:gd name="connsiteX50" fmla="*/ 288608 w 370808"/>
                  <a:gd name="connsiteY50" fmla="*/ 106208 h 272431"/>
                  <a:gd name="connsiteX51" fmla="*/ 289179 w 370808"/>
                  <a:gd name="connsiteY51" fmla="*/ 106494 h 272431"/>
                  <a:gd name="connsiteX52" fmla="*/ 360998 w 370808"/>
                  <a:gd name="connsiteY52" fmla="*/ 88111 h 272431"/>
                  <a:gd name="connsiteX53" fmla="*/ 352520 w 370808"/>
                  <a:gd name="connsiteY53" fmla="*/ 14864 h 272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370808" h="272431">
                    <a:moveTo>
                      <a:pt x="352520" y="14864"/>
                    </a:moveTo>
                    <a:cubicBezTo>
                      <a:pt x="352330" y="14673"/>
                      <a:pt x="352140" y="14483"/>
                      <a:pt x="351949" y="14388"/>
                    </a:cubicBezTo>
                    <a:cubicBezTo>
                      <a:pt x="350139" y="12768"/>
                      <a:pt x="348329" y="11244"/>
                      <a:pt x="346329" y="9911"/>
                    </a:cubicBezTo>
                    <a:cubicBezTo>
                      <a:pt x="341472" y="6577"/>
                      <a:pt x="336328" y="4100"/>
                      <a:pt x="331089" y="2481"/>
                    </a:cubicBezTo>
                    <a:cubicBezTo>
                      <a:pt x="325850" y="862"/>
                      <a:pt x="320516" y="100"/>
                      <a:pt x="315183" y="5"/>
                    </a:cubicBezTo>
                    <a:cubicBezTo>
                      <a:pt x="315087" y="5"/>
                      <a:pt x="314992" y="5"/>
                      <a:pt x="314896" y="5"/>
                    </a:cubicBezTo>
                    <a:cubicBezTo>
                      <a:pt x="307658" y="-91"/>
                      <a:pt x="300419" y="1243"/>
                      <a:pt x="293656" y="3910"/>
                    </a:cubicBezTo>
                    <a:cubicBezTo>
                      <a:pt x="291941" y="4577"/>
                      <a:pt x="290322" y="5339"/>
                      <a:pt x="288703" y="6101"/>
                    </a:cubicBezTo>
                    <a:cubicBezTo>
                      <a:pt x="285465" y="7720"/>
                      <a:pt x="282321" y="9720"/>
                      <a:pt x="279464" y="12006"/>
                    </a:cubicBezTo>
                    <a:cubicBezTo>
                      <a:pt x="275082" y="15435"/>
                      <a:pt x="271177" y="19626"/>
                      <a:pt x="267843" y="24389"/>
                    </a:cubicBezTo>
                    <a:cubicBezTo>
                      <a:pt x="265652" y="27627"/>
                      <a:pt x="263843" y="30961"/>
                      <a:pt x="262319" y="34390"/>
                    </a:cubicBezTo>
                    <a:cubicBezTo>
                      <a:pt x="261461" y="36486"/>
                      <a:pt x="260699" y="38676"/>
                      <a:pt x="260128" y="40867"/>
                    </a:cubicBezTo>
                    <a:cubicBezTo>
                      <a:pt x="234791" y="41534"/>
                      <a:pt x="171355" y="41439"/>
                      <a:pt x="116586" y="27627"/>
                    </a:cubicBezTo>
                    <a:cubicBezTo>
                      <a:pt x="81439" y="18769"/>
                      <a:pt x="53150" y="21722"/>
                      <a:pt x="32671" y="36295"/>
                    </a:cubicBezTo>
                    <a:cubicBezTo>
                      <a:pt x="14097" y="49535"/>
                      <a:pt x="2953" y="71728"/>
                      <a:pt x="477" y="100589"/>
                    </a:cubicBezTo>
                    <a:cubicBezTo>
                      <a:pt x="95" y="104780"/>
                      <a:pt x="0" y="108780"/>
                      <a:pt x="0" y="112686"/>
                    </a:cubicBezTo>
                    <a:cubicBezTo>
                      <a:pt x="381" y="133450"/>
                      <a:pt x="6668" y="150595"/>
                      <a:pt x="18955" y="163835"/>
                    </a:cubicBezTo>
                    <a:cubicBezTo>
                      <a:pt x="35433" y="181742"/>
                      <a:pt x="61818" y="191076"/>
                      <a:pt x="95060" y="190791"/>
                    </a:cubicBezTo>
                    <a:cubicBezTo>
                      <a:pt x="142590" y="190409"/>
                      <a:pt x="203931" y="199458"/>
                      <a:pt x="235649" y="210888"/>
                    </a:cubicBezTo>
                    <a:cubicBezTo>
                      <a:pt x="235458" y="212412"/>
                      <a:pt x="235363" y="214032"/>
                      <a:pt x="235363" y="215556"/>
                    </a:cubicBezTo>
                    <a:cubicBezTo>
                      <a:pt x="235363" y="219175"/>
                      <a:pt x="235649" y="222795"/>
                      <a:pt x="236315" y="226319"/>
                    </a:cubicBezTo>
                    <a:cubicBezTo>
                      <a:pt x="236982" y="229843"/>
                      <a:pt x="237935" y="233367"/>
                      <a:pt x="239268" y="236701"/>
                    </a:cubicBezTo>
                    <a:cubicBezTo>
                      <a:pt x="240125" y="238987"/>
                      <a:pt x="241268" y="241178"/>
                      <a:pt x="242507" y="243368"/>
                    </a:cubicBezTo>
                    <a:cubicBezTo>
                      <a:pt x="243936" y="245940"/>
                      <a:pt x="245555" y="248512"/>
                      <a:pt x="247460" y="250893"/>
                    </a:cubicBezTo>
                    <a:cubicBezTo>
                      <a:pt x="250889" y="255275"/>
                      <a:pt x="255080" y="259180"/>
                      <a:pt x="259842" y="262514"/>
                    </a:cubicBezTo>
                    <a:cubicBezTo>
                      <a:pt x="261843" y="263847"/>
                      <a:pt x="263843" y="264990"/>
                      <a:pt x="265938" y="266133"/>
                    </a:cubicBezTo>
                    <a:cubicBezTo>
                      <a:pt x="266129" y="266229"/>
                      <a:pt x="266319" y="266324"/>
                      <a:pt x="266510" y="266419"/>
                    </a:cubicBezTo>
                    <a:cubicBezTo>
                      <a:pt x="291370" y="278897"/>
                      <a:pt x="322136" y="271563"/>
                      <a:pt x="338328" y="248036"/>
                    </a:cubicBezTo>
                    <a:cubicBezTo>
                      <a:pt x="354425" y="224604"/>
                      <a:pt x="350330" y="193267"/>
                      <a:pt x="329946" y="174598"/>
                    </a:cubicBezTo>
                    <a:cubicBezTo>
                      <a:pt x="329755" y="174408"/>
                      <a:pt x="329565" y="174217"/>
                      <a:pt x="329375" y="174026"/>
                    </a:cubicBezTo>
                    <a:cubicBezTo>
                      <a:pt x="327565" y="172407"/>
                      <a:pt x="325755" y="170883"/>
                      <a:pt x="323755" y="169550"/>
                    </a:cubicBezTo>
                    <a:cubicBezTo>
                      <a:pt x="323755" y="169550"/>
                      <a:pt x="323755" y="169550"/>
                      <a:pt x="323755" y="169550"/>
                    </a:cubicBezTo>
                    <a:cubicBezTo>
                      <a:pt x="322136" y="168407"/>
                      <a:pt x="320516" y="167454"/>
                      <a:pt x="318802" y="166502"/>
                    </a:cubicBezTo>
                    <a:cubicBezTo>
                      <a:pt x="317088" y="165549"/>
                      <a:pt x="315468" y="164787"/>
                      <a:pt x="313658" y="164025"/>
                    </a:cubicBezTo>
                    <a:cubicBezTo>
                      <a:pt x="308515" y="161834"/>
                      <a:pt x="303086" y="160501"/>
                      <a:pt x="297656" y="159930"/>
                    </a:cubicBezTo>
                    <a:cubicBezTo>
                      <a:pt x="292227" y="159358"/>
                      <a:pt x="286798" y="159549"/>
                      <a:pt x="281464" y="160596"/>
                    </a:cubicBezTo>
                    <a:cubicBezTo>
                      <a:pt x="277939" y="161263"/>
                      <a:pt x="274415" y="162216"/>
                      <a:pt x="271082" y="163549"/>
                    </a:cubicBezTo>
                    <a:cubicBezTo>
                      <a:pt x="269367" y="164216"/>
                      <a:pt x="267748" y="164978"/>
                      <a:pt x="266129" y="165740"/>
                    </a:cubicBezTo>
                    <a:cubicBezTo>
                      <a:pt x="262890" y="167359"/>
                      <a:pt x="259747" y="169359"/>
                      <a:pt x="256890" y="171645"/>
                    </a:cubicBezTo>
                    <a:cubicBezTo>
                      <a:pt x="252508" y="175074"/>
                      <a:pt x="248603" y="179265"/>
                      <a:pt x="245269" y="184028"/>
                    </a:cubicBezTo>
                    <a:cubicBezTo>
                      <a:pt x="244412" y="185361"/>
                      <a:pt x="243554" y="186695"/>
                      <a:pt x="242793" y="188028"/>
                    </a:cubicBezTo>
                    <a:cubicBezTo>
                      <a:pt x="205169" y="174789"/>
                      <a:pt x="139827" y="166502"/>
                      <a:pt x="94869" y="166788"/>
                    </a:cubicBezTo>
                    <a:cubicBezTo>
                      <a:pt x="76486" y="166883"/>
                      <a:pt x="51435" y="163644"/>
                      <a:pt x="36481" y="147452"/>
                    </a:cubicBezTo>
                    <a:cubicBezTo>
                      <a:pt x="26670" y="136879"/>
                      <a:pt x="22574" y="121734"/>
                      <a:pt x="24194" y="102494"/>
                    </a:cubicBezTo>
                    <a:cubicBezTo>
                      <a:pt x="25527" y="87349"/>
                      <a:pt x="30385" y="66966"/>
                      <a:pt x="46482" y="55536"/>
                    </a:cubicBezTo>
                    <a:cubicBezTo>
                      <a:pt x="61056" y="45153"/>
                      <a:pt x="82677" y="43439"/>
                      <a:pt x="110776" y="50583"/>
                    </a:cubicBezTo>
                    <a:cubicBezTo>
                      <a:pt x="167450" y="64870"/>
                      <a:pt x="230886" y="65251"/>
                      <a:pt x="258699" y="64584"/>
                    </a:cubicBezTo>
                    <a:cubicBezTo>
                      <a:pt x="258795" y="65156"/>
                      <a:pt x="258795" y="65823"/>
                      <a:pt x="258985" y="66394"/>
                    </a:cubicBezTo>
                    <a:cubicBezTo>
                      <a:pt x="260318" y="73538"/>
                      <a:pt x="262986" y="80300"/>
                      <a:pt x="266891" y="86492"/>
                    </a:cubicBezTo>
                    <a:cubicBezTo>
                      <a:pt x="270796" y="92683"/>
                      <a:pt x="276035" y="98208"/>
                      <a:pt x="282512" y="102589"/>
                    </a:cubicBezTo>
                    <a:cubicBezTo>
                      <a:pt x="284512" y="103923"/>
                      <a:pt x="286512" y="105161"/>
                      <a:pt x="288608" y="106208"/>
                    </a:cubicBezTo>
                    <a:cubicBezTo>
                      <a:pt x="288798" y="106304"/>
                      <a:pt x="288989" y="106399"/>
                      <a:pt x="289179" y="106494"/>
                    </a:cubicBezTo>
                    <a:cubicBezTo>
                      <a:pt x="314040" y="118972"/>
                      <a:pt x="344805" y="111638"/>
                      <a:pt x="360998" y="88111"/>
                    </a:cubicBezTo>
                    <a:cubicBezTo>
                      <a:pt x="377000" y="64775"/>
                      <a:pt x="372904" y="33533"/>
                      <a:pt x="352520" y="14864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7" name="Forme libre : forme 276">
                <a:extLst>
                  <a:ext uri="{FF2B5EF4-FFF2-40B4-BE49-F238E27FC236}">
                    <a16:creationId xmlns:a16="http://schemas.microsoft.com/office/drawing/2014/main" id="{3D8A88EC-1122-498C-8A05-877277ECD892}"/>
                  </a:ext>
                </a:extLst>
              </p:cNvPr>
              <p:cNvSpPr/>
              <p:nvPr/>
            </p:nvSpPr>
            <p:spPr>
              <a:xfrm>
                <a:off x="835279" y="3485295"/>
                <a:ext cx="370884" cy="272713"/>
              </a:xfrm>
              <a:custGeom>
                <a:avLst/>
                <a:gdLst>
                  <a:gd name="connsiteX0" fmla="*/ 18936 w 370884"/>
                  <a:gd name="connsiteY0" fmla="*/ 258329 h 272713"/>
                  <a:gd name="connsiteX1" fmla="*/ 24555 w 370884"/>
                  <a:gd name="connsiteY1" fmla="*/ 262806 h 272713"/>
                  <a:gd name="connsiteX2" fmla="*/ 72085 w 370884"/>
                  <a:gd name="connsiteY2" fmla="*/ 270521 h 272713"/>
                  <a:gd name="connsiteX3" fmla="*/ 91421 w 370884"/>
                  <a:gd name="connsiteY3" fmla="*/ 260615 h 272713"/>
                  <a:gd name="connsiteX4" fmla="*/ 95612 w 370884"/>
                  <a:gd name="connsiteY4" fmla="*/ 256901 h 272713"/>
                  <a:gd name="connsiteX5" fmla="*/ 103042 w 370884"/>
                  <a:gd name="connsiteY5" fmla="*/ 248137 h 272713"/>
                  <a:gd name="connsiteX6" fmla="*/ 108566 w 370884"/>
                  <a:gd name="connsiteY6" fmla="*/ 238136 h 272713"/>
                  <a:gd name="connsiteX7" fmla="*/ 110757 w 370884"/>
                  <a:gd name="connsiteY7" fmla="*/ 231659 h 272713"/>
                  <a:gd name="connsiteX8" fmla="*/ 254298 w 370884"/>
                  <a:gd name="connsiteY8" fmla="*/ 244899 h 272713"/>
                  <a:gd name="connsiteX9" fmla="*/ 338214 w 370884"/>
                  <a:gd name="connsiteY9" fmla="*/ 236231 h 272713"/>
                  <a:gd name="connsiteX10" fmla="*/ 370408 w 370884"/>
                  <a:gd name="connsiteY10" fmla="*/ 171937 h 272713"/>
                  <a:gd name="connsiteX11" fmla="*/ 370884 w 370884"/>
                  <a:gd name="connsiteY11" fmla="*/ 159841 h 272713"/>
                  <a:gd name="connsiteX12" fmla="*/ 351930 w 370884"/>
                  <a:gd name="connsiteY12" fmla="*/ 108692 h 272713"/>
                  <a:gd name="connsiteX13" fmla="*/ 275825 w 370884"/>
                  <a:gd name="connsiteY13" fmla="*/ 81736 h 272713"/>
                  <a:gd name="connsiteX14" fmla="*/ 135236 w 370884"/>
                  <a:gd name="connsiteY14" fmla="*/ 61638 h 272713"/>
                  <a:gd name="connsiteX15" fmla="*/ 129330 w 370884"/>
                  <a:gd name="connsiteY15" fmla="*/ 30777 h 272713"/>
                  <a:gd name="connsiteX16" fmla="*/ 111042 w 370884"/>
                  <a:gd name="connsiteY16" fmla="*/ 9917 h 272713"/>
                  <a:gd name="connsiteX17" fmla="*/ 111042 w 370884"/>
                  <a:gd name="connsiteY17" fmla="*/ 9917 h 272713"/>
                  <a:gd name="connsiteX18" fmla="*/ 104946 w 370884"/>
                  <a:gd name="connsiteY18" fmla="*/ 6298 h 272713"/>
                  <a:gd name="connsiteX19" fmla="*/ 104375 w 370884"/>
                  <a:gd name="connsiteY19" fmla="*/ 6012 h 272713"/>
                  <a:gd name="connsiteX20" fmla="*/ 32556 w 370884"/>
                  <a:gd name="connsiteY20" fmla="*/ 24395 h 272713"/>
                  <a:gd name="connsiteX21" fmla="*/ 40938 w 370884"/>
                  <a:gd name="connsiteY21" fmla="*/ 97833 h 272713"/>
                  <a:gd name="connsiteX22" fmla="*/ 41510 w 370884"/>
                  <a:gd name="connsiteY22" fmla="*/ 98309 h 272713"/>
                  <a:gd name="connsiteX23" fmla="*/ 47130 w 370884"/>
                  <a:gd name="connsiteY23" fmla="*/ 102786 h 272713"/>
                  <a:gd name="connsiteX24" fmla="*/ 73133 w 370884"/>
                  <a:gd name="connsiteY24" fmla="*/ 112406 h 272713"/>
                  <a:gd name="connsiteX25" fmla="*/ 94659 w 370884"/>
                  <a:gd name="connsiteY25" fmla="*/ 110501 h 272713"/>
                  <a:gd name="connsiteX26" fmla="*/ 109518 w 370884"/>
                  <a:gd name="connsiteY26" fmla="*/ 103834 h 272713"/>
                  <a:gd name="connsiteX27" fmla="*/ 118186 w 370884"/>
                  <a:gd name="connsiteY27" fmla="*/ 96976 h 272713"/>
                  <a:gd name="connsiteX28" fmla="*/ 125616 w 370884"/>
                  <a:gd name="connsiteY28" fmla="*/ 88213 h 272713"/>
                  <a:gd name="connsiteX29" fmla="*/ 128092 w 370884"/>
                  <a:gd name="connsiteY29" fmla="*/ 84212 h 272713"/>
                  <a:gd name="connsiteX30" fmla="*/ 276016 w 370884"/>
                  <a:gd name="connsiteY30" fmla="*/ 105453 h 272713"/>
                  <a:gd name="connsiteX31" fmla="*/ 334404 w 370884"/>
                  <a:gd name="connsiteY31" fmla="*/ 124789 h 272713"/>
                  <a:gd name="connsiteX32" fmla="*/ 346691 w 370884"/>
                  <a:gd name="connsiteY32" fmla="*/ 169747 h 272713"/>
                  <a:gd name="connsiteX33" fmla="*/ 324402 w 370884"/>
                  <a:gd name="connsiteY33" fmla="*/ 216705 h 272713"/>
                  <a:gd name="connsiteX34" fmla="*/ 260109 w 370884"/>
                  <a:gd name="connsiteY34" fmla="*/ 221658 h 272713"/>
                  <a:gd name="connsiteX35" fmla="*/ 112185 w 370884"/>
                  <a:gd name="connsiteY35" fmla="*/ 207656 h 272713"/>
                  <a:gd name="connsiteX36" fmla="*/ 110661 w 370884"/>
                  <a:gd name="connsiteY36" fmla="*/ 200512 h 272713"/>
                  <a:gd name="connsiteX37" fmla="*/ 88373 w 370884"/>
                  <a:gd name="connsiteY37" fmla="*/ 169556 h 272713"/>
                  <a:gd name="connsiteX38" fmla="*/ 82277 w 370884"/>
                  <a:gd name="connsiteY38" fmla="*/ 165937 h 272713"/>
                  <a:gd name="connsiteX39" fmla="*/ 81705 w 370884"/>
                  <a:gd name="connsiteY39" fmla="*/ 165651 h 272713"/>
                  <a:gd name="connsiteX40" fmla="*/ 9887 w 370884"/>
                  <a:gd name="connsiteY40" fmla="*/ 184034 h 272713"/>
                  <a:gd name="connsiteX41" fmla="*/ 18269 w 370884"/>
                  <a:gd name="connsiteY41" fmla="*/ 257472 h 272713"/>
                  <a:gd name="connsiteX42" fmla="*/ 18936 w 370884"/>
                  <a:gd name="connsiteY42" fmla="*/ 258329 h 272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70884" h="272713">
                    <a:moveTo>
                      <a:pt x="18936" y="258329"/>
                    </a:moveTo>
                    <a:cubicBezTo>
                      <a:pt x="20745" y="259949"/>
                      <a:pt x="22555" y="261473"/>
                      <a:pt x="24555" y="262806"/>
                    </a:cubicBezTo>
                    <a:cubicBezTo>
                      <a:pt x="39034" y="272712"/>
                      <a:pt x="56464" y="274998"/>
                      <a:pt x="72085" y="270521"/>
                    </a:cubicBezTo>
                    <a:cubicBezTo>
                      <a:pt x="79038" y="268521"/>
                      <a:pt x="85611" y="265187"/>
                      <a:pt x="91421" y="260615"/>
                    </a:cubicBezTo>
                    <a:cubicBezTo>
                      <a:pt x="92850" y="259472"/>
                      <a:pt x="94278" y="258234"/>
                      <a:pt x="95612" y="256901"/>
                    </a:cubicBezTo>
                    <a:cubicBezTo>
                      <a:pt x="98279" y="254329"/>
                      <a:pt x="100755" y="251376"/>
                      <a:pt x="103042" y="248137"/>
                    </a:cubicBezTo>
                    <a:cubicBezTo>
                      <a:pt x="105327" y="244899"/>
                      <a:pt x="107042" y="241565"/>
                      <a:pt x="108566" y="238136"/>
                    </a:cubicBezTo>
                    <a:cubicBezTo>
                      <a:pt x="109423" y="236041"/>
                      <a:pt x="110185" y="233850"/>
                      <a:pt x="110757" y="231659"/>
                    </a:cubicBezTo>
                    <a:cubicBezTo>
                      <a:pt x="136093" y="230993"/>
                      <a:pt x="199530" y="231088"/>
                      <a:pt x="254298" y="244899"/>
                    </a:cubicBezTo>
                    <a:cubicBezTo>
                      <a:pt x="289446" y="253758"/>
                      <a:pt x="317735" y="250804"/>
                      <a:pt x="338214" y="236231"/>
                    </a:cubicBezTo>
                    <a:cubicBezTo>
                      <a:pt x="356787" y="222992"/>
                      <a:pt x="367932" y="200798"/>
                      <a:pt x="370408" y="171937"/>
                    </a:cubicBezTo>
                    <a:cubicBezTo>
                      <a:pt x="370789" y="167746"/>
                      <a:pt x="370884" y="163746"/>
                      <a:pt x="370884" y="159841"/>
                    </a:cubicBezTo>
                    <a:cubicBezTo>
                      <a:pt x="370503" y="139076"/>
                      <a:pt x="364217" y="121931"/>
                      <a:pt x="351930" y="108692"/>
                    </a:cubicBezTo>
                    <a:cubicBezTo>
                      <a:pt x="335451" y="90785"/>
                      <a:pt x="309067" y="81450"/>
                      <a:pt x="275825" y="81736"/>
                    </a:cubicBezTo>
                    <a:cubicBezTo>
                      <a:pt x="228295" y="82117"/>
                      <a:pt x="166954" y="73068"/>
                      <a:pt x="135236" y="61638"/>
                    </a:cubicBezTo>
                    <a:cubicBezTo>
                      <a:pt x="136188" y="50970"/>
                      <a:pt x="134188" y="40302"/>
                      <a:pt x="129330" y="30777"/>
                    </a:cubicBezTo>
                    <a:cubicBezTo>
                      <a:pt x="125235" y="22681"/>
                      <a:pt x="119043" y="15442"/>
                      <a:pt x="111042" y="9917"/>
                    </a:cubicBezTo>
                    <a:cubicBezTo>
                      <a:pt x="111042" y="9917"/>
                      <a:pt x="111042" y="9917"/>
                      <a:pt x="111042" y="9917"/>
                    </a:cubicBezTo>
                    <a:cubicBezTo>
                      <a:pt x="109042" y="8584"/>
                      <a:pt x="107042" y="7441"/>
                      <a:pt x="104946" y="6298"/>
                    </a:cubicBezTo>
                    <a:cubicBezTo>
                      <a:pt x="104756" y="6203"/>
                      <a:pt x="104566" y="6107"/>
                      <a:pt x="104375" y="6012"/>
                    </a:cubicBezTo>
                    <a:cubicBezTo>
                      <a:pt x="79515" y="-6466"/>
                      <a:pt x="48749" y="869"/>
                      <a:pt x="32556" y="24395"/>
                    </a:cubicBezTo>
                    <a:cubicBezTo>
                      <a:pt x="16459" y="47827"/>
                      <a:pt x="20555" y="79164"/>
                      <a:pt x="40938" y="97833"/>
                    </a:cubicBezTo>
                    <a:cubicBezTo>
                      <a:pt x="41129" y="98024"/>
                      <a:pt x="41319" y="98214"/>
                      <a:pt x="41510" y="98309"/>
                    </a:cubicBezTo>
                    <a:cubicBezTo>
                      <a:pt x="43320" y="99929"/>
                      <a:pt x="45129" y="101453"/>
                      <a:pt x="47130" y="102786"/>
                    </a:cubicBezTo>
                    <a:cubicBezTo>
                      <a:pt x="55131" y="108311"/>
                      <a:pt x="64084" y="111454"/>
                      <a:pt x="73133" y="112406"/>
                    </a:cubicBezTo>
                    <a:cubicBezTo>
                      <a:pt x="80372" y="113168"/>
                      <a:pt x="87706" y="112502"/>
                      <a:pt x="94659" y="110501"/>
                    </a:cubicBezTo>
                    <a:cubicBezTo>
                      <a:pt x="99898" y="108977"/>
                      <a:pt x="104851" y="106787"/>
                      <a:pt x="109518" y="103834"/>
                    </a:cubicBezTo>
                    <a:cubicBezTo>
                      <a:pt x="112567" y="101834"/>
                      <a:pt x="115519" y="99548"/>
                      <a:pt x="118186" y="96976"/>
                    </a:cubicBezTo>
                    <a:cubicBezTo>
                      <a:pt x="120853" y="94404"/>
                      <a:pt x="123330" y="91451"/>
                      <a:pt x="125616" y="88213"/>
                    </a:cubicBezTo>
                    <a:cubicBezTo>
                      <a:pt x="126473" y="86879"/>
                      <a:pt x="127330" y="85546"/>
                      <a:pt x="128092" y="84212"/>
                    </a:cubicBezTo>
                    <a:cubicBezTo>
                      <a:pt x="165716" y="97452"/>
                      <a:pt x="231058" y="105739"/>
                      <a:pt x="276016" y="105453"/>
                    </a:cubicBezTo>
                    <a:cubicBezTo>
                      <a:pt x="294399" y="105358"/>
                      <a:pt x="319450" y="108596"/>
                      <a:pt x="334404" y="124789"/>
                    </a:cubicBezTo>
                    <a:cubicBezTo>
                      <a:pt x="344214" y="135362"/>
                      <a:pt x="348310" y="150506"/>
                      <a:pt x="346691" y="169747"/>
                    </a:cubicBezTo>
                    <a:cubicBezTo>
                      <a:pt x="345358" y="184892"/>
                      <a:pt x="340500" y="205275"/>
                      <a:pt x="324402" y="216705"/>
                    </a:cubicBezTo>
                    <a:cubicBezTo>
                      <a:pt x="309829" y="227087"/>
                      <a:pt x="288208" y="228802"/>
                      <a:pt x="260109" y="221658"/>
                    </a:cubicBezTo>
                    <a:cubicBezTo>
                      <a:pt x="203435" y="207371"/>
                      <a:pt x="139998" y="206990"/>
                      <a:pt x="112185" y="207656"/>
                    </a:cubicBezTo>
                    <a:cubicBezTo>
                      <a:pt x="111804" y="205275"/>
                      <a:pt x="111328" y="202894"/>
                      <a:pt x="110661" y="200512"/>
                    </a:cubicBezTo>
                    <a:cubicBezTo>
                      <a:pt x="107137" y="188321"/>
                      <a:pt x="99612" y="177271"/>
                      <a:pt x="88373" y="169556"/>
                    </a:cubicBezTo>
                    <a:cubicBezTo>
                      <a:pt x="86373" y="168223"/>
                      <a:pt x="84372" y="166985"/>
                      <a:pt x="82277" y="165937"/>
                    </a:cubicBezTo>
                    <a:cubicBezTo>
                      <a:pt x="82086" y="165842"/>
                      <a:pt x="81896" y="165746"/>
                      <a:pt x="81705" y="165651"/>
                    </a:cubicBezTo>
                    <a:cubicBezTo>
                      <a:pt x="56845" y="153173"/>
                      <a:pt x="25984" y="160508"/>
                      <a:pt x="9887" y="184034"/>
                    </a:cubicBezTo>
                    <a:cubicBezTo>
                      <a:pt x="-6210" y="207466"/>
                      <a:pt x="-2115" y="238803"/>
                      <a:pt x="18269" y="257472"/>
                    </a:cubicBezTo>
                    <a:cubicBezTo>
                      <a:pt x="18555" y="257948"/>
                      <a:pt x="18745" y="258139"/>
                      <a:pt x="18936" y="25832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8" name="Forme libre : forme 277">
                <a:extLst>
                  <a:ext uri="{FF2B5EF4-FFF2-40B4-BE49-F238E27FC236}">
                    <a16:creationId xmlns:a16="http://schemas.microsoft.com/office/drawing/2014/main" id="{83F71E4C-5279-45E3-A5A1-AD058A596858}"/>
                  </a:ext>
                </a:extLst>
              </p:cNvPr>
              <p:cNvSpPr/>
              <p:nvPr/>
            </p:nvSpPr>
            <p:spPr>
              <a:xfrm>
                <a:off x="3383935" y="3202128"/>
                <a:ext cx="377026" cy="296853"/>
              </a:xfrm>
              <a:custGeom>
                <a:avLst/>
                <a:gdLst>
                  <a:gd name="connsiteX0" fmla="*/ 208240 w 377026"/>
                  <a:gd name="connsiteY0" fmla="*/ 69247 h 296853"/>
                  <a:gd name="connsiteX1" fmla="*/ 76129 w 377026"/>
                  <a:gd name="connsiteY1" fmla="*/ 126873 h 296853"/>
                  <a:gd name="connsiteX2" fmla="*/ 6787 w 377026"/>
                  <a:gd name="connsiteY2" fmla="*/ 174974 h 296853"/>
                  <a:gd name="connsiteX3" fmla="*/ 9549 w 377026"/>
                  <a:gd name="connsiteY3" fmla="*/ 246793 h 296853"/>
                  <a:gd name="connsiteX4" fmla="*/ 14978 w 377026"/>
                  <a:gd name="connsiteY4" fmla="*/ 257556 h 296853"/>
                  <a:gd name="connsiteX5" fmla="*/ 56222 w 377026"/>
                  <a:gd name="connsiteY5" fmla="*/ 293179 h 296853"/>
                  <a:gd name="connsiteX6" fmla="*/ 135946 w 377026"/>
                  <a:gd name="connsiteY6" fmla="*/ 280130 h 296853"/>
                  <a:gd name="connsiteX7" fmla="*/ 268820 w 377026"/>
                  <a:gd name="connsiteY7" fmla="*/ 230029 h 296853"/>
                  <a:gd name="connsiteX8" fmla="*/ 280535 w 377026"/>
                  <a:gd name="connsiteY8" fmla="*/ 247269 h 296853"/>
                  <a:gd name="connsiteX9" fmla="*/ 288918 w 377026"/>
                  <a:gd name="connsiteY9" fmla="*/ 254222 h 296853"/>
                  <a:gd name="connsiteX10" fmla="*/ 298538 w 377026"/>
                  <a:gd name="connsiteY10" fmla="*/ 259461 h 296853"/>
                  <a:gd name="connsiteX11" fmla="*/ 315016 w 377026"/>
                  <a:gd name="connsiteY11" fmla="*/ 263652 h 296853"/>
                  <a:gd name="connsiteX12" fmla="*/ 322064 w 377026"/>
                  <a:gd name="connsiteY12" fmla="*/ 263842 h 296853"/>
                  <a:gd name="connsiteX13" fmla="*/ 322636 w 377026"/>
                  <a:gd name="connsiteY13" fmla="*/ 263842 h 296853"/>
                  <a:gd name="connsiteX14" fmla="*/ 376738 w 377026"/>
                  <a:gd name="connsiteY14" fmla="*/ 213074 h 296853"/>
                  <a:gd name="connsiteX15" fmla="*/ 333971 w 377026"/>
                  <a:gd name="connsiteY15" fmla="*/ 152686 h 296853"/>
                  <a:gd name="connsiteX16" fmla="*/ 333208 w 377026"/>
                  <a:gd name="connsiteY16" fmla="*/ 152495 h 296853"/>
                  <a:gd name="connsiteX17" fmla="*/ 326065 w 377026"/>
                  <a:gd name="connsiteY17" fmla="*/ 151257 h 296853"/>
                  <a:gd name="connsiteX18" fmla="*/ 309110 w 377026"/>
                  <a:gd name="connsiteY18" fmla="*/ 152114 h 296853"/>
                  <a:gd name="connsiteX19" fmla="*/ 289108 w 377026"/>
                  <a:gd name="connsiteY19" fmla="*/ 160496 h 296853"/>
                  <a:gd name="connsiteX20" fmla="*/ 273772 w 377026"/>
                  <a:gd name="connsiteY20" fmla="*/ 175736 h 296853"/>
                  <a:gd name="connsiteX21" fmla="*/ 268534 w 377026"/>
                  <a:gd name="connsiteY21" fmla="*/ 185356 h 296853"/>
                  <a:gd name="connsiteX22" fmla="*/ 264343 w 377026"/>
                  <a:gd name="connsiteY22" fmla="*/ 201835 h 296853"/>
                  <a:gd name="connsiteX23" fmla="*/ 264152 w 377026"/>
                  <a:gd name="connsiteY23" fmla="*/ 206597 h 296853"/>
                  <a:gd name="connsiteX24" fmla="*/ 124325 w 377026"/>
                  <a:gd name="connsiteY24" fmla="*/ 259270 h 296853"/>
                  <a:gd name="connsiteX25" fmla="*/ 63842 w 377026"/>
                  <a:gd name="connsiteY25" fmla="*/ 270510 h 296853"/>
                  <a:gd name="connsiteX26" fmla="*/ 31456 w 377026"/>
                  <a:gd name="connsiteY26" fmla="*/ 236982 h 296853"/>
                  <a:gd name="connsiteX27" fmla="*/ 28408 w 377026"/>
                  <a:gd name="connsiteY27" fmla="*/ 185071 h 296853"/>
                  <a:gd name="connsiteX28" fmla="*/ 82320 w 377026"/>
                  <a:gd name="connsiteY28" fmla="*/ 149733 h 296853"/>
                  <a:gd name="connsiteX29" fmla="*/ 218623 w 377026"/>
                  <a:gd name="connsiteY29" fmla="*/ 90773 h 296853"/>
                  <a:gd name="connsiteX30" fmla="*/ 236339 w 377026"/>
                  <a:gd name="connsiteY30" fmla="*/ 106108 h 296853"/>
                  <a:gd name="connsiteX31" fmla="*/ 257771 w 377026"/>
                  <a:gd name="connsiteY31" fmla="*/ 112681 h 296853"/>
                  <a:gd name="connsiteX32" fmla="*/ 264819 w 377026"/>
                  <a:gd name="connsiteY32" fmla="*/ 112871 h 296853"/>
                  <a:gd name="connsiteX33" fmla="*/ 265390 w 377026"/>
                  <a:gd name="connsiteY33" fmla="*/ 112871 h 296853"/>
                  <a:gd name="connsiteX34" fmla="*/ 319493 w 377026"/>
                  <a:gd name="connsiteY34" fmla="*/ 62103 h 296853"/>
                  <a:gd name="connsiteX35" fmla="*/ 276725 w 377026"/>
                  <a:gd name="connsiteY35" fmla="*/ 1714 h 296853"/>
                  <a:gd name="connsiteX36" fmla="*/ 275964 w 377026"/>
                  <a:gd name="connsiteY36" fmla="*/ 1524 h 296853"/>
                  <a:gd name="connsiteX37" fmla="*/ 268820 w 377026"/>
                  <a:gd name="connsiteY37" fmla="*/ 286 h 296853"/>
                  <a:gd name="connsiteX38" fmla="*/ 263009 w 377026"/>
                  <a:gd name="connsiteY38" fmla="*/ 0 h 296853"/>
                  <a:gd name="connsiteX39" fmla="*/ 231767 w 377026"/>
                  <a:gd name="connsiteY39" fmla="*/ 9525 h 296853"/>
                  <a:gd name="connsiteX40" fmla="*/ 227386 w 377026"/>
                  <a:gd name="connsiteY40" fmla="*/ 12763 h 296853"/>
                  <a:gd name="connsiteX41" fmla="*/ 211193 w 377026"/>
                  <a:gd name="connsiteY41" fmla="*/ 34385 h 296853"/>
                  <a:gd name="connsiteX42" fmla="*/ 207002 w 377026"/>
                  <a:gd name="connsiteY42" fmla="*/ 50863 h 296853"/>
                  <a:gd name="connsiteX43" fmla="*/ 206717 w 377026"/>
                  <a:gd name="connsiteY43" fmla="*/ 56674 h 296853"/>
                  <a:gd name="connsiteX44" fmla="*/ 208240 w 377026"/>
                  <a:gd name="connsiteY44" fmla="*/ 69247 h 29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77026" h="296853">
                    <a:moveTo>
                      <a:pt x="208240" y="69247"/>
                    </a:moveTo>
                    <a:cubicBezTo>
                      <a:pt x="186333" y="82010"/>
                      <a:pt x="130802" y="112490"/>
                      <a:pt x="76129" y="126873"/>
                    </a:cubicBezTo>
                    <a:cubicBezTo>
                      <a:pt x="41077" y="136017"/>
                      <a:pt x="17740" y="152209"/>
                      <a:pt x="6787" y="174974"/>
                    </a:cubicBezTo>
                    <a:cubicBezTo>
                      <a:pt x="-3119" y="195548"/>
                      <a:pt x="-2166" y="220313"/>
                      <a:pt x="9549" y="246793"/>
                    </a:cubicBezTo>
                    <a:cubicBezTo>
                      <a:pt x="11264" y="250603"/>
                      <a:pt x="13073" y="254222"/>
                      <a:pt x="14978" y="257556"/>
                    </a:cubicBezTo>
                    <a:cubicBezTo>
                      <a:pt x="25266" y="275558"/>
                      <a:pt x="39077" y="287560"/>
                      <a:pt x="56222" y="293179"/>
                    </a:cubicBezTo>
                    <a:cubicBezTo>
                      <a:pt x="79272" y="300895"/>
                      <a:pt x="106895" y="296418"/>
                      <a:pt x="135946" y="280130"/>
                    </a:cubicBezTo>
                    <a:cubicBezTo>
                      <a:pt x="177380" y="256984"/>
                      <a:pt x="235482" y="235267"/>
                      <a:pt x="268820" y="230029"/>
                    </a:cubicBezTo>
                    <a:cubicBezTo>
                      <a:pt x="271677" y="236506"/>
                      <a:pt x="275582" y="242316"/>
                      <a:pt x="280535" y="247269"/>
                    </a:cubicBezTo>
                    <a:cubicBezTo>
                      <a:pt x="283107" y="249841"/>
                      <a:pt x="285869" y="252127"/>
                      <a:pt x="288918" y="254222"/>
                    </a:cubicBezTo>
                    <a:cubicBezTo>
                      <a:pt x="291966" y="256318"/>
                      <a:pt x="295108" y="258032"/>
                      <a:pt x="298538" y="259461"/>
                    </a:cubicBezTo>
                    <a:cubicBezTo>
                      <a:pt x="303681" y="261652"/>
                      <a:pt x="309206" y="263081"/>
                      <a:pt x="315016" y="263652"/>
                    </a:cubicBezTo>
                    <a:cubicBezTo>
                      <a:pt x="317397" y="263842"/>
                      <a:pt x="319778" y="263938"/>
                      <a:pt x="322064" y="263842"/>
                    </a:cubicBezTo>
                    <a:cubicBezTo>
                      <a:pt x="322255" y="263842"/>
                      <a:pt x="322446" y="263842"/>
                      <a:pt x="322636" y="263842"/>
                    </a:cubicBezTo>
                    <a:cubicBezTo>
                      <a:pt x="350449" y="262890"/>
                      <a:pt x="373880" y="241554"/>
                      <a:pt x="376738" y="213074"/>
                    </a:cubicBezTo>
                    <a:cubicBezTo>
                      <a:pt x="379596" y="184785"/>
                      <a:pt x="360926" y="159258"/>
                      <a:pt x="333971" y="152686"/>
                    </a:cubicBezTo>
                    <a:cubicBezTo>
                      <a:pt x="333685" y="152590"/>
                      <a:pt x="333494" y="152590"/>
                      <a:pt x="333208" y="152495"/>
                    </a:cubicBezTo>
                    <a:cubicBezTo>
                      <a:pt x="330922" y="151924"/>
                      <a:pt x="328541" y="151543"/>
                      <a:pt x="326065" y="151257"/>
                    </a:cubicBezTo>
                    <a:cubicBezTo>
                      <a:pt x="320255" y="150685"/>
                      <a:pt x="314540" y="150971"/>
                      <a:pt x="309110" y="152114"/>
                    </a:cubicBezTo>
                    <a:cubicBezTo>
                      <a:pt x="301871" y="153638"/>
                      <a:pt x="295108" y="156496"/>
                      <a:pt x="289108" y="160496"/>
                    </a:cubicBezTo>
                    <a:cubicBezTo>
                      <a:pt x="283107" y="164497"/>
                      <a:pt x="277868" y="169640"/>
                      <a:pt x="273772" y="175736"/>
                    </a:cubicBezTo>
                    <a:cubicBezTo>
                      <a:pt x="271773" y="178784"/>
                      <a:pt x="269963" y="181927"/>
                      <a:pt x="268534" y="185356"/>
                    </a:cubicBezTo>
                    <a:cubicBezTo>
                      <a:pt x="266343" y="190500"/>
                      <a:pt x="264914" y="196025"/>
                      <a:pt x="264343" y="201835"/>
                    </a:cubicBezTo>
                    <a:cubicBezTo>
                      <a:pt x="264152" y="203454"/>
                      <a:pt x="264152" y="204978"/>
                      <a:pt x="264152" y="206597"/>
                    </a:cubicBezTo>
                    <a:cubicBezTo>
                      <a:pt x="224814" y="213074"/>
                      <a:pt x="163568" y="237363"/>
                      <a:pt x="124325" y="259270"/>
                    </a:cubicBezTo>
                    <a:cubicBezTo>
                      <a:pt x="108228" y="268224"/>
                      <a:pt x="84701" y="277463"/>
                      <a:pt x="63842" y="270510"/>
                    </a:cubicBezTo>
                    <a:cubicBezTo>
                      <a:pt x="50126" y="265938"/>
                      <a:pt x="39267" y="254603"/>
                      <a:pt x="31456" y="236982"/>
                    </a:cubicBezTo>
                    <a:cubicBezTo>
                      <a:pt x="25361" y="223075"/>
                      <a:pt x="19836" y="202883"/>
                      <a:pt x="28408" y="185071"/>
                    </a:cubicBezTo>
                    <a:cubicBezTo>
                      <a:pt x="36219" y="168973"/>
                      <a:pt x="54317" y="157067"/>
                      <a:pt x="82320" y="149733"/>
                    </a:cubicBezTo>
                    <a:cubicBezTo>
                      <a:pt x="138899" y="134874"/>
                      <a:pt x="194620" y="104680"/>
                      <a:pt x="218623" y="90773"/>
                    </a:cubicBezTo>
                    <a:cubicBezTo>
                      <a:pt x="223385" y="96964"/>
                      <a:pt x="229386" y="102298"/>
                      <a:pt x="236339" y="106108"/>
                    </a:cubicBezTo>
                    <a:cubicBezTo>
                      <a:pt x="242816" y="109633"/>
                      <a:pt x="250055" y="111919"/>
                      <a:pt x="257771" y="112681"/>
                    </a:cubicBezTo>
                    <a:cubicBezTo>
                      <a:pt x="260152" y="112871"/>
                      <a:pt x="262533" y="112967"/>
                      <a:pt x="264819" y="112871"/>
                    </a:cubicBezTo>
                    <a:cubicBezTo>
                      <a:pt x="265010" y="112871"/>
                      <a:pt x="265200" y="112871"/>
                      <a:pt x="265390" y="112871"/>
                    </a:cubicBezTo>
                    <a:cubicBezTo>
                      <a:pt x="293204" y="111919"/>
                      <a:pt x="316635" y="90583"/>
                      <a:pt x="319493" y="62103"/>
                    </a:cubicBezTo>
                    <a:cubicBezTo>
                      <a:pt x="322350" y="33814"/>
                      <a:pt x="303681" y="8287"/>
                      <a:pt x="276725" y="1714"/>
                    </a:cubicBezTo>
                    <a:cubicBezTo>
                      <a:pt x="276440" y="1619"/>
                      <a:pt x="276249" y="1619"/>
                      <a:pt x="275964" y="1524"/>
                    </a:cubicBezTo>
                    <a:cubicBezTo>
                      <a:pt x="273677" y="952"/>
                      <a:pt x="271296" y="571"/>
                      <a:pt x="268820" y="286"/>
                    </a:cubicBezTo>
                    <a:cubicBezTo>
                      <a:pt x="266915" y="95"/>
                      <a:pt x="264914" y="0"/>
                      <a:pt x="263009" y="0"/>
                    </a:cubicBezTo>
                    <a:cubicBezTo>
                      <a:pt x="251580" y="0"/>
                      <a:pt x="240816" y="3524"/>
                      <a:pt x="231767" y="9525"/>
                    </a:cubicBezTo>
                    <a:cubicBezTo>
                      <a:pt x="230243" y="10573"/>
                      <a:pt x="228815" y="11621"/>
                      <a:pt x="227386" y="12763"/>
                    </a:cubicBezTo>
                    <a:cubicBezTo>
                      <a:pt x="220433" y="18479"/>
                      <a:pt x="214813" y="25908"/>
                      <a:pt x="211193" y="34385"/>
                    </a:cubicBezTo>
                    <a:cubicBezTo>
                      <a:pt x="209003" y="39529"/>
                      <a:pt x="207574" y="45053"/>
                      <a:pt x="207002" y="50863"/>
                    </a:cubicBezTo>
                    <a:cubicBezTo>
                      <a:pt x="206812" y="52768"/>
                      <a:pt x="206717" y="54769"/>
                      <a:pt x="206717" y="56674"/>
                    </a:cubicBezTo>
                    <a:cubicBezTo>
                      <a:pt x="206717" y="61055"/>
                      <a:pt x="207288" y="65246"/>
                      <a:pt x="208240" y="69247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9" name="Forme libre : forme 278">
                <a:extLst>
                  <a:ext uri="{FF2B5EF4-FFF2-40B4-BE49-F238E27FC236}">
                    <a16:creationId xmlns:a16="http://schemas.microsoft.com/office/drawing/2014/main" id="{587A2DD4-FB53-49B2-99E2-F2A5AB91F3A6}"/>
                  </a:ext>
                </a:extLst>
              </p:cNvPr>
              <p:cNvSpPr/>
              <p:nvPr/>
            </p:nvSpPr>
            <p:spPr>
              <a:xfrm>
                <a:off x="892502" y="4166480"/>
                <a:ext cx="377026" cy="296853"/>
              </a:xfrm>
              <a:custGeom>
                <a:avLst/>
                <a:gdLst>
                  <a:gd name="connsiteX0" fmla="*/ 168786 w 377026"/>
                  <a:gd name="connsiteY0" fmla="*/ 227607 h 296853"/>
                  <a:gd name="connsiteX1" fmla="*/ 300898 w 377026"/>
                  <a:gd name="connsiteY1" fmla="*/ 169980 h 296853"/>
                  <a:gd name="connsiteX2" fmla="*/ 370240 w 377026"/>
                  <a:gd name="connsiteY2" fmla="*/ 121879 h 296853"/>
                  <a:gd name="connsiteX3" fmla="*/ 367477 w 377026"/>
                  <a:gd name="connsiteY3" fmla="*/ 50061 h 296853"/>
                  <a:gd name="connsiteX4" fmla="*/ 362048 w 377026"/>
                  <a:gd name="connsiteY4" fmla="*/ 39298 h 296853"/>
                  <a:gd name="connsiteX5" fmla="*/ 320805 w 377026"/>
                  <a:gd name="connsiteY5" fmla="*/ 3674 h 296853"/>
                  <a:gd name="connsiteX6" fmla="*/ 241081 w 377026"/>
                  <a:gd name="connsiteY6" fmla="*/ 16723 h 296853"/>
                  <a:gd name="connsiteX7" fmla="*/ 108207 w 377026"/>
                  <a:gd name="connsiteY7" fmla="*/ 66825 h 296853"/>
                  <a:gd name="connsiteX8" fmla="*/ 96491 w 377026"/>
                  <a:gd name="connsiteY8" fmla="*/ 49584 h 296853"/>
                  <a:gd name="connsiteX9" fmla="*/ 88109 w 377026"/>
                  <a:gd name="connsiteY9" fmla="*/ 42631 h 296853"/>
                  <a:gd name="connsiteX10" fmla="*/ 62010 w 377026"/>
                  <a:gd name="connsiteY10" fmla="*/ 33201 h 296853"/>
                  <a:gd name="connsiteX11" fmla="*/ 54962 w 377026"/>
                  <a:gd name="connsiteY11" fmla="*/ 33011 h 296853"/>
                  <a:gd name="connsiteX12" fmla="*/ 54390 w 377026"/>
                  <a:gd name="connsiteY12" fmla="*/ 33011 h 296853"/>
                  <a:gd name="connsiteX13" fmla="*/ 289 w 377026"/>
                  <a:gd name="connsiteY13" fmla="*/ 83779 h 296853"/>
                  <a:gd name="connsiteX14" fmla="*/ 42960 w 377026"/>
                  <a:gd name="connsiteY14" fmla="*/ 144168 h 296853"/>
                  <a:gd name="connsiteX15" fmla="*/ 43723 w 377026"/>
                  <a:gd name="connsiteY15" fmla="*/ 144358 h 296853"/>
                  <a:gd name="connsiteX16" fmla="*/ 50771 w 377026"/>
                  <a:gd name="connsiteY16" fmla="*/ 145596 h 296853"/>
                  <a:gd name="connsiteX17" fmla="*/ 50771 w 377026"/>
                  <a:gd name="connsiteY17" fmla="*/ 145596 h 296853"/>
                  <a:gd name="connsiteX18" fmla="*/ 62201 w 377026"/>
                  <a:gd name="connsiteY18" fmla="*/ 145596 h 296853"/>
                  <a:gd name="connsiteX19" fmla="*/ 112493 w 377026"/>
                  <a:gd name="connsiteY19" fmla="*/ 95019 h 296853"/>
                  <a:gd name="connsiteX20" fmla="*/ 112683 w 377026"/>
                  <a:gd name="connsiteY20" fmla="*/ 90256 h 296853"/>
                  <a:gd name="connsiteX21" fmla="*/ 252510 w 377026"/>
                  <a:gd name="connsiteY21" fmla="*/ 37583 h 296853"/>
                  <a:gd name="connsiteX22" fmla="*/ 312994 w 377026"/>
                  <a:gd name="connsiteY22" fmla="*/ 26343 h 296853"/>
                  <a:gd name="connsiteX23" fmla="*/ 345379 w 377026"/>
                  <a:gd name="connsiteY23" fmla="*/ 59871 h 296853"/>
                  <a:gd name="connsiteX24" fmla="*/ 348427 w 377026"/>
                  <a:gd name="connsiteY24" fmla="*/ 111783 h 296853"/>
                  <a:gd name="connsiteX25" fmla="*/ 294516 w 377026"/>
                  <a:gd name="connsiteY25" fmla="*/ 147120 h 296853"/>
                  <a:gd name="connsiteX26" fmla="*/ 158213 w 377026"/>
                  <a:gd name="connsiteY26" fmla="*/ 206080 h 296853"/>
                  <a:gd name="connsiteX27" fmla="*/ 153832 w 377026"/>
                  <a:gd name="connsiteY27" fmla="*/ 200937 h 296853"/>
                  <a:gd name="connsiteX28" fmla="*/ 153450 w 377026"/>
                  <a:gd name="connsiteY28" fmla="*/ 200556 h 296853"/>
                  <a:gd name="connsiteX29" fmla="*/ 140401 w 377026"/>
                  <a:gd name="connsiteY29" fmla="*/ 190745 h 296853"/>
                  <a:gd name="connsiteX30" fmla="*/ 124685 w 377026"/>
                  <a:gd name="connsiteY30" fmla="*/ 185030 h 296853"/>
                  <a:gd name="connsiteX31" fmla="*/ 118970 w 377026"/>
                  <a:gd name="connsiteY31" fmla="*/ 184173 h 296853"/>
                  <a:gd name="connsiteX32" fmla="*/ 111922 w 377026"/>
                  <a:gd name="connsiteY32" fmla="*/ 183982 h 296853"/>
                  <a:gd name="connsiteX33" fmla="*/ 111350 w 377026"/>
                  <a:gd name="connsiteY33" fmla="*/ 183982 h 296853"/>
                  <a:gd name="connsiteX34" fmla="*/ 57248 w 377026"/>
                  <a:gd name="connsiteY34" fmla="*/ 234750 h 296853"/>
                  <a:gd name="connsiteX35" fmla="*/ 100015 w 377026"/>
                  <a:gd name="connsiteY35" fmla="*/ 295139 h 296853"/>
                  <a:gd name="connsiteX36" fmla="*/ 100777 w 377026"/>
                  <a:gd name="connsiteY36" fmla="*/ 295329 h 296853"/>
                  <a:gd name="connsiteX37" fmla="*/ 107921 w 377026"/>
                  <a:gd name="connsiteY37" fmla="*/ 296568 h 296853"/>
                  <a:gd name="connsiteX38" fmla="*/ 124875 w 377026"/>
                  <a:gd name="connsiteY38" fmla="*/ 295710 h 296853"/>
                  <a:gd name="connsiteX39" fmla="*/ 153260 w 377026"/>
                  <a:gd name="connsiteY39" fmla="*/ 280470 h 296853"/>
                  <a:gd name="connsiteX40" fmla="*/ 160213 w 377026"/>
                  <a:gd name="connsiteY40" fmla="*/ 272088 h 296853"/>
                  <a:gd name="connsiteX41" fmla="*/ 165452 w 377026"/>
                  <a:gd name="connsiteY41" fmla="*/ 262468 h 296853"/>
                  <a:gd name="connsiteX42" fmla="*/ 169643 w 377026"/>
                  <a:gd name="connsiteY42" fmla="*/ 245990 h 296853"/>
                  <a:gd name="connsiteX43" fmla="*/ 169929 w 377026"/>
                  <a:gd name="connsiteY43" fmla="*/ 240180 h 296853"/>
                  <a:gd name="connsiteX44" fmla="*/ 168786 w 377026"/>
                  <a:gd name="connsiteY44" fmla="*/ 227607 h 29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77026" h="296853">
                    <a:moveTo>
                      <a:pt x="168786" y="227607"/>
                    </a:moveTo>
                    <a:cubicBezTo>
                      <a:pt x="190693" y="214843"/>
                      <a:pt x="246224" y="184363"/>
                      <a:pt x="300898" y="169980"/>
                    </a:cubicBezTo>
                    <a:cubicBezTo>
                      <a:pt x="335949" y="160836"/>
                      <a:pt x="359286" y="144644"/>
                      <a:pt x="370240" y="121879"/>
                    </a:cubicBezTo>
                    <a:cubicBezTo>
                      <a:pt x="380145" y="101305"/>
                      <a:pt x="379193" y="76540"/>
                      <a:pt x="367477" y="50061"/>
                    </a:cubicBezTo>
                    <a:cubicBezTo>
                      <a:pt x="365763" y="46251"/>
                      <a:pt x="363953" y="42631"/>
                      <a:pt x="362048" y="39298"/>
                    </a:cubicBezTo>
                    <a:cubicBezTo>
                      <a:pt x="351761" y="21295"/>
                      <a:pt x="337950" y="9294"/>
                      <a:pt x="320805" y="3674"/>
                    </a:cubicBezTo>
                    <a:cubicBezTo>
                      <a:pt x="297754" y="-4041"/>
                      <a:pt x="270132" y="435"/>
                      <a:pt x="241081" y="16723"/>
                    </a:cubicBezTo>
                    <a:cubicBezTo>
                      <a:pt x="199647" y="39869"/>
                      <a:pt x="141544" y="61491"/>
                      <a:pt x="108207" y="66825"/>
                    </a:cubicBezTo>
                    <a:cubicBezTo>
                      <a:pt x="105349" y="60348"/>
                      <a:pt x="101444" y="54537"/>
                      <a:pt x="96491" y="49584"/>
                    </a:cubicBezTo>
                    <a:cubicBezTo>
                      <a:pt x="93919" y="47013"/>
                      <a:pt x="91157" y="44727"/>
                      <a:pt x="88109" y="42631"/>
                    </a:cubicBezTo>
                    <a:cubicBezTo>
                      <a:pt x="80584" y="37488"/>
                      <a:pt x="71726" y="34154"/>
                      <a:pt x="62010" y="33201"/>
                    </a:cubicBezTo>
                    <a:cubicBezTo>
                      <a:pt x="59629" y="33011"/>
                      <a:pt x="57248" y="32916"/>
                      <a:pt x="54962" y="33011"/>
                    </a:cubicBezTo>
                    <a:cubicBezTo>
                      <a:pt x="54772" y="33011"/>
                      <a:pt x="54581" y="33011"/>
                      <a:pt x="54390" y="33011"/>
                    </a:cubicBezTo>
                    <a:cubicBezTo>
                      <a:pt x="26577" y="33963"/>
                      <a:pt x="3146" y="55300"/>
                      <a:pt x="289" y="83779"/>
                    </a:cubicBezTo>
                    <a:cubicBezTo>
                      <a:pt x="-2569" y="112068"/>
                      <a:pt x="16100" y="137595"/>
                      <a:pt x="42960" y="144168"/>
                    </a:cubicBezTo>
                    <a:cubicBezTo>
                      <a:pt x="43246" y="144263"/>
                      <a:pt x="43437" y="144263"/>
                      <a:pt x="43723" y="144358"/>
                    </a:cubicBezTo>
                    <a:cubicBezTo>
                      <a:pt x="46008" y="144930"/>
                      <a:pt x="48390" y="145311"/>
                      <a:pt x="50771" y="145596"/>
                    </a:cubicBezTo>
                    <a:cubicBezTo>
                      <a:pt x="50771" y="145596"/>
                      <a:pt x="50771" y="145596"/>
                      <a:pt x="50771" y="145596"/>
                    </a:cubicBezTo>
                    <a:cubicBezTo>
                      <a:pt x="54676" y="145977"/>
                      <a:pt x="58486" y="145977"/>
                      <a:pt x="62201" y="145596"/>
                    </a:cubicBezTo>
                    <a:cubicBezTo>
                      <a:pt x="88299" y="142929"/>
                      <a:pt x="109826" y="122165"/>
                      <a:pt x="112493" y="95019"/>
                    </a:cubicBezTo>
                    <a:cubicBezTo>
                      <a:pt x="112683" y="93400"/>
                      <a:pt x="112683" y="91875"/>
                      <a:pt x="112683" y="90256"/>
                    </a:cubicBezTo>
                    <a:cubicBezTo>
                      <a:pt x="152022" y="83779"/>
                      <a:pt x="213267" y="59491"/>
                      <a:pt x="252510" y="37583"/>
                    </a:cubicBezTo>
                    <a:cubicBezTo>
                      <a:pt x="268608" y="28629"/>
                      <a:pt x="292134" y="19390"/>
                      <a:pt x="312994" y="26343"/>
                    </a:cubicBezTo>
                    <a:cubicBezTo>
                      <a:pt x="326710" y="30916"/>
                      <a:pt x="337569" y="42250"/>
                      <a:pt x="345379" y="59871"/>
                    </a:cubicBezTo>
                    <a:cubicBezTo>
                      <a:pt x="351475" y="73778"/>
                      <a:pt x="357000" y="93971"/>
                      <a:pt x="348427" y="111783"/>
                    </a:cubicBezTo>
                    <a:cubicBezTo>
                      <a:pt x="340617" y="127880"/>
                      <a:pt x="322519" y="139786"/>
                      <a:pt x="294516" y="147120"/>
                    </a:cubicBezTo>
                    <a:cubicBezTo>
                      <a:pt x="237937" y="161979"/>
                      <a:pt x="182216" y="192174"/>
                      <a:pt x="158213" y="206080"/>
                    </a:cubicBezTo>
                    <a:cubicBezTo>
                      <a:pt x="156880" y="204270"/>
                      <a:pt x="155356" y="202556"/>
                      <a:pt x="153832" y="200937"/>
                    </a:cubicBezTo>
                    <a:cubicBezTo>
                      <a:pt x="153736" y="200841"/>
                      <a:pt x="153641" y="200651"/>
                      <a:pt x="153450" y="200556"/>
                    </a:cubicBezTo>
                    <a:cubicBezTo>
                      <a:pt x="149640" y="196746"/>
                      <a:pt x="145259" y="193412"/>
                      <a:pt x="140401" y="190745"/>
                    </a:cubicBezTo>
                    <a:cubicBezTo>
                      <a:pt x="135543" y="188078"/>
                      <a:pt x="130305" y="186173"/>
                      <a:pt x="124685" y="185030"/>
                    </a:cubicBezTo>
                    <a:cubicBezTo>
                      <a:pt x="122780" y="184649"/>
                      <a:pt x="120875" y="184363"/>
                      <a:pt x="118970" y="184173"/>
                    </a:cubicBezTo>
                    <a:cubicBezTo>
                      <a:pt x="116589" y="183982"/>
                      <a:pt x="114207" y="183887"/>
                      <a:pt x="111922" y="183982"/>
                    </a:cubicBezTo>
                    <a:cubicBezTo>
                      <a:pt x="111731" y="183982"/>
                      <a:pt x="111540" y="183982"/>
                      <a:pt x="111350" y="183982"/>
                    </a:cubicBezTo>
                    <a:cubicBezTo>
                      <a:pt x="83537" y="184935"/>
                      <a:pt x="60106" y="206271"/>
                      <a:pt x="57248" y="234750"/>
                    </a:cubicBezTo>
                    <a:cubicBezTo>
                      <a:pt x="54390" y="263040"/>
                      <a:pt x="73059" y="288567"/>
                      <a:pt x="100015" y="295139"/>
                    </a:cubicBezTo>
                    <a:cubicBezTo>
                      <a:pt x="100301" y="295234"/>
                      <a:pt x="100491" y="295234"/>
                      <a:pt x="100777" y="295329"/>
                    </a:cubicBezTo>
                    <a:cubicBezTo>
                      <a:pt x="103063" y="295901"/>
                      <a:pt x="105444" y="296282"/>
                      <a:pt x="107921" y="296568"/>
                    </a:cubicBezTo>
                    <a:cubicBezTo>
                      <a:pt x="113731" y="297139"/>
                      <a:pt x="119446" y="296853"/>
                      <a:pt x="124875" y="295710"/>
                    </a:cubicBezTo>
                    <a:cubicBezTo>
                      <a:pt x="135734" y="293520"/>
                      <a:pt x="145640" y="288091"/>
                      <a:pt x="153260" y="280470"/>
                    </a:cubicBezTo>
                    <a:cubicBezTo>
                      <a:pt x="155832" y="277899"/>
                      <a:pt x="158118" y="275136"/>
                      <a:pt x="160213" y="272088"/>
                    </a:cubicBezTo>
                    <a:cubicBezTo>
                      <a:pt x="162309" y="269041"/>
                      <a:pt x="164023" y="265897"/>
                      <a:pt x="165452" y="262468"/>
                    </a:cubicBezTo>
                    <a:cubicBezTo>
                      <a:pt x="167643" y="257325"/>
                      <a:pt x="169072" y="251800"/>
                      <a:pt x="169643" y="245990"/>
                    </a:cubicBezTo>
                    <a:cubicBezTo>
                      <a:pt x="169833" y="244085"/>
                      <a:pt x="169929" y="242085"/>
                      <a:pt x="169929" y="240180"/>
                    </a:cubicBezTo>
                    <a:cubicBezTo>
                      <a:pt x="170215" y="235798"/>
                      <a:pt x="169643" y="231702"/>
                      <a:pt x="168786" y="227607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0" name="Forme libre : forme 279">
                <a:extLst>
                  <a:ext uri="{FF2B5EF4-FFF2-40B4-BE49-F238E27FC236}">
                    <a16:creationId xmlns:a16="http://schemas.microsoft.com/office/drawing/2014/main" id="{AD9AC993-9DE5-45E1-A05F-82C06635A822}"/>
                  </a:ext>
                </a:extLst>
              </p:cNvPr>
              <p:cNvSpPr/>
              <p:nvPr/>
            </p:nvSpPr>
            <p:spPr>
              <a:xfrm>
                <a:off x="3183154" y="2808821"/>
                <a:ext cx="364496" cy="346920"/>
              </a:xfrm>
              <a:custGeom>
                <a:avLst/>
                <a:gdLst>
                  <a:gd name="connsiteX0" fmla="*/ 192423 w 364496"/>
                  <a:gd name="connsiteY0" fmla="*/ 1353 h 346920"/>
                  <a:gd name="connsiteX1" fmla="*/ 150227 w 364496"/>
                  <a:gd name="connsiteY1" fmla="*/ 69076 h 346920"/>
                  <a:gd name="connsiteX2" fmla="*/ 153942 w 364496"/>
                  <a:gd name="connsiteY2" fmla="*/ 79934 h 346920"/>
                  <a:gd name="connsiteX3" fmla="*/ 157275 w 364496"/>
                  <a:gd name="connsiteY3" fmla="*/ 85935 h 346920"/>
                  <a:gd name="connsiteX4" fmla="*/ 50690 w 364496"/>
                  <a:gd name="connsiteY4" fmla="*/ 182995 h 346920"/>
                  <a:gd name="connsiteX5" fmla="*/ 494 w 364496"/>
                  <a:gd name="connsiteY5" fmla="*/ 250813 h 346920"/>
                  <a:gd name="connsiteX6" fmla="*/ 26211 w 364496"/>
                  <a:gd name="connsiteY6" fmla="*/ 317964 h 346920"/>
                  <a:gd name="connsiteX7" fmla="*/ 34879 w 364496"/>
                  <a:gd name="connsiteY7" fmla="*/ 326441 h 346920"/>
                  <a:gd name="connsiteX8" fmla="*/ 85362 w 364496"/>
                  <a:gd name="connsiteY8" fmla="*/ 346920 h 346920"/>
                  <a:gd name="connsiteX9" fmla="*/ 156608 w 364496"/>
                  <a:gd name="connsiteY9" fmla="*/ 309010 h 346920"/>
                  <a:gd name="connsiteX10" fmla="*/ 266337 w 364496"/>
                  <a:gd name="connsiteY10" fmla="*/ 218809 h 346920"/>
                  <a:gd name="connsiteX11" fmla="*/ 278243 w 364496"/>
                  <a:gd name="connsiteY11" fmla="*/ 228715 h 346920"/>
                  <a:gd name="connsiteX12" fmla="*/ 283005 w 364496"/>
                  <a:gd name="connsiteY12" fmla="*/ 231382 h 346920"/>
                  <a:gd name="connsiteX13" fmla="*/ 293102 w 364496"/>
                  <a:gd name="connsiteY13" fmla="*/ 235287 h 346920"/>
                  <a:gd name="connsiteX14" fmla="*/ 320820 w 364496"/>
                  <a:gd name="connsiteY14" fmla="*/ 235858 h 346920"/>
                  <a:gd name="connsiteX15" fmla="*/ 327582 w 364496"/>
                  <a:gd name="connsiteY15" fmla="*/ 233763 h 346920"/>
                  <a:gd name="connsiteX16" fmla="*/ 328154 w 364496"/>
                  <a:gd name="connsiteY16" fmla="*/ 233572 h 346920"/>
                  <a:gd name="connsiteX17" fmla="*/ 363016 w 364496"/>
                  <a:gd name="connsiteY17" fmla="*/ 168136 h 346920"/>
                  <a:gd name="connsiteX18" fmla="*/ 303198 w 364496"/>
                  <a:gd name="connsiteY18" fmla="*/ 124702 h 346920"/>
                  <a:gd name="connsiteX19" fmla="*/ 302436 w 364496"/>
                  <a:gd name="connsiteY19" fmla="*/ 124797 h 346920"/>
                  <a:gd name="connsiteX20" fmla="*/ 295292 w 364496"/>
                  <a:gd name="connsiteY20" fmla="*/ 125940 h 346920"/>
                  <a:gd name="connsiteX21" fmla="*/ 284434 w 364496"/>
                  <a:gd name="connsiteY21" fmla="*/ 129655 h 346920"/>
                  <a:gd name="connsiteX22" fmla="*/ 279481 w 364496"/>
                  <a:gd name="connsiteY22" fmla="*/ 132226 h 346920"/>
                  <a:gd name="connsiteX23" fmla="*/ 263193 w 364496"/>
                  <a:gd name="connsiteY23" fmla="*/ 146609 h 346920"/>
                  <a:gd name="connsiteX24" fmla="*/ 257478 w 364496"/>
                  <a:gd name="connsiteY24" fmla="*/ 155753 h 346920"/>
                  <a:gd name="connsiteX25" fmla="*/ 252430 w 364496"/>
                  <a:gd name="connsiteY25" fmla="*/ 171279 h 346920"/>
                  <a:gd name="connsiteX26" fmla="*/ 251764 w 364496"/>
                  <a:gd name="connsiteY26" fmla="*/ 176803 h 346920"/>
                  <a:gd name="connsiteX27" fmla="*/ 251668 w 364496"/>
                  <a:gd name="connsiteY27" fmla="*/ 182423 h 346920"/>
                  <a:gd name="connsiteX28" fmla="*/ 253097 w 364496"/>
                  <a:gd name="connsiteY28" fmla="*/ 193758 h 346920"/>
                  <a:gd name="connsiteX29" fmla="*/ 254430 w 364496"/>
                  <a:gd name="connsiteY29" fmla="*/ 198330 h 346920"/>
                  <a:gd name="connsiteX30" fmla="*/ 138987 w 364496"/>
                  <a:gd name="connsiteY30" fmla="*/ 293199 h 346920"/>
                  <a:gd name="connsiteX31" fmla="*/ 85266 w 364496"/>
                  <a:gd name="connsiteY31" fmla="*/ 323298 h 346920"/>
                  <a:gd name="connsiteX32" fmla="*/ 43737 w 364496"/>
                  <a:gd name="connsiteY32" fmla="*/ 301962 h 346920"/>
                  <a:gd name="connsiteX33" fmla="*/ 24116 w 364496"/>
                  <a:gd name="connsiteY33" fmla="*/ 253861 h 346920"/>
                  <a:gd name="connsiteX34" fmla="*/ 63835 w 364496"/>
                  <a:gd name="connsiteY34" fmla="*/ 202997 h 346920"/>
                  <a:gd name="connsiteX35" fmla="*/ 173944 w 364496"/>
                  <a:gd name="connsiteY35" fmla="*/ 103270 h 346920"/>
                  <a:gd name="connsiteX36" fmla="*/ 180231 w 364496"/>
                  <a:gd name="connsiteY36" fmla="*/ 106985 h 346920"/>
                  <a:gd name="connsiteX37" fmla="*/ 189089 w 364496"/>
                  <a:gd name="connsiteY37" fmla="*/ 110414 h 346920"/>
                  <a:gd name="connsiteX38" fmla="*/ 195757 w 364496"/>
                  <a:gd name="connsiteY38" fmla="*/ 112033 h 346920"/>
                  <a:gd name="connsiteX39" fmla="*/ 201281 w 364496"/>
                  <a:gd name="connsiteY39" fmla="*/ 112700 h 346920"/>
                  <a:gd name="connsiteX40" fmla="*/ 206901 w 364496"/>
                  <a:gd name="connsiteY40" fmla="*/ 112795 h 346920"/>
                  <a:gd name="connsiteX41" fmla="*/ 218235 w 364496"/>
                  <a:gd name="connsiteY41" fmla="*/ 111367 h 346920"/>
                  <a:gd name="connsiteX42" fmla="*/ 224998 w 364496"/>
                  <a:gd name="connsiteY42" fmla="*/ 109271 h 346920"/>
                  <a:gd name="connsiteX43" fmla="*/ 225570 w 364496"/>
                  <a:gd name="connsiteY43" fmla="*/ 109081 h 346920"/>
                  <a:gd name="connsiteX44" fmla="*/ 260431 w 364496"/>
                  <a:gd name="connsiteY44" fmla="*/ 43644 h 346920"/>
                  <a:gd name="connsiteX45" fmla="*/ 200614 w 364496"/>
                  <a:gd name="connsiteY45" fmla="*/ 210 h 346920"/>
                  <a:gd name="connsiteX46" fmla="*/ 199852 w 364496"/>
                  <a:gd name="connsiteY46" fmla="*/ 305 h 346920"/>
                  <a:gd name="connsiteX47" fmla="*/ 192423 w 364496"/>
                  <a:gd name="connsiteY47" fmla="*/ 1353 h 346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64496" h="346920">
                    <a:moveTo>
                      <a:pt x="192423" y="1353"/>
                    </a:moveTo>
                    <a:cubicBezTo>
                      <a:pt x="162038" y="8401"/>
                      <a:pt x="143178" y="38786"/>
                      <a:pt x="150227" y="69076"/>
                    </a:cubicBezTo>
                    <a:cubicBezTo>
                      <a:pt x="151084" y="72886"/>
                      <a:pt x="152323" y="76505"/>
                      <a:pt x="153942" y="79934"/>
                    </a:cubicBezTo>
                    <a:cubicBezTo>
                      <a:pt x="154894" y="82030"/>
                      <a:pt x="156037" y="84030"/>
                      <a:pt x="157275" y="85935"/>
                    </a:cubicBezTo>
                    <a:cubicBezTo>
                      <a:pt x="140607" y="105080"/>
                      <a:pt x="97839" y="151848"/>
                      <a:pt x="50690" y="182995"/>
                    </a:cubicBezTo>
                    <a:cubicBezTo>
                      <a:pt x="20401" y="202997"/>
                      <a:pt x="3542" y="225762"/>
                      <a:pt x="494" y="250813"/>
                    </a:cubicBezTo>
                    <a:cubicBezTo>
                      <a:pt x="-2268" y="273482"/>
                      <a:pt x="6590" y="296628"/>
                      <a:pt x="26211" y="317964"/>
                    </a:cubicBezTo>
                    <a:cubicBezTo>
                      <a:pt x="29069" y="321012"/>
                      <a:pt x="31927" y="323869"/>
                      <a:pt x="34879" y="326441"/>
                    </a:cubicBezTo>
                    <a:cubicBezTo>
                      <a:pt x="50405" y="340157"/>
                      <a:pt x="67359" y="347015"/>
                      <a:pt x="85362" y="346920"/>
                    </a:cubicBezTo>
                    <a:cubicBezTo>
                      <a:pt x="109746" y="346825"/>
                      <a:pt x="134320" y="333680"/>
                      <a:pt x="156608" y="309010"/>
                    </a:cubicBezTo>
                    <a:cubicBezTo>
                      <a:pt x="188422" y="273673"/>
                      <a:pt x="236428" y="234525"/>
                      <a:pt x="266337" y="218809"/>
                    </a:cubicBezTo>
                    <a:cubicBezTo>
                      <a:pt x="269861" y="222619"/>
                      <a:pt x="273861" y="226048"/>
                      <a:pt x="278243" y="228715"/>
                    </a:cubicBezTo>
                    <a:cubicBezTo>
                      <a:pt x="279767" y="229667"/>
                      <a:pt x="281386" y="230524"/>
                      <a:pt x="283005" y="231382"/>
                    </a:cubicBezTo>
                    <a:cubicBezTo>
                      <a:pt x="286244" y="233001"/>
                      <a:pt x="289673" y="234334"/>
                      <a:pt x="293102" y="235287"/>
                    </a:cubicBezTo>
                    <a:cubicBezTo>
                      <a:pt x="301865" y="237668"/>
                      <a:pt x="311390" y="238049"/>
                      <a:pt x="320820" y="235858"/>
                    </a:cubicBezTo>
                    <a:cubicBezTo>
                      <a:pt x="323201" y="235287"/>
                      <a:pt x="325392" y="234620"/>
                      <a:pt x="327582" y="233763"/>
                    </a:cubicBezTo>
                    <a:cubicBezTo>
                      <a:pt x="327773" y="233668"/>
                      <a:pt x="327964" y="233572"/>
                      <a:pt x="328154" y="233572"/>
                    </a:cubicBezTo>
                    <a:cubicBezTo>
                      <a:pt x="354157" y="223666"/>
                      <a:pt x="369493" y="195949"/>
                      <a:pt x="363016" y="168136"/>
                    </a:cubicBezTo>
                    <a:cubicBezTo>
                      <a:pt x="356539" y="140418"/>
                      <a:pt x="330726" y="122320"/>
                      <a:pt x="303198" y="124702"/>
                    </a:cubicBezTo>
                    <a:cubicBezTo>
                      <a:pt x="302913" y="124702"/>
                      <a:pt x="302722" y="124702"/>
                      <a:pt x="302436" y="124797"/>
                    </a:cubicBezTo>
                    <a:cubicBezTo>
                      <a:pt x="300055" y="125083"/>
                      <a:pt x="297674" y="125368"/>
                      <a:pt x="295292" y="125940"/>
                    </a:cubicBezTo>
                    <a:cubicBezTo>
                      <a:pt x="291483" y="126797"/>
                      <a:pt x="287863" y="128035"/>
                      <a:pt x="284434" y="129655"/>
                    </a:cubicBezTo>
                    <a:cubicBezTo>
                      <a:pt x="282720" y="130417"/>
                      <a:pt x="281100" y="131274"/>
                      <a:pt x="279481" y="132226"/>
                    </a:cubicBezTo>
                    <a:cubicBezTo>
                      <a:pt x="273100" y="135941"/>
                      <a:pt x="267575" y="140894"/>
                      <a:pt x="263193" y="146609"/>
                    </a:cubicBezTo>
                    <a:cubicBezTo>
                      <a:pt x="261003" y="149467"/>
                      <a:pt x="259098" y="152515"/>
                      <a:pt x="257478" y="155753"/>
                    </a:cubicBezTo>
                    <a:cubicBezTo>
                      <a:pt x="255097" y="160611"/>
                      <a:pt x="253383" y="165850"/>
                      <a:pt x="252430" y="171279"/>
                    </a:cubicBezTo>
                    <a:cubicBezTo>
                      <a:pt x="252144" y="173089"/>
                      <a:pt x="251858" y="174898"/>
                      <a:pt x="251764" y="176803"/>
                    </a:cubicBezTo>
                    <a:cubicBezTo>
                      <a:pt x="251668" y="178613"/>
                      <a:pt x="251573" y="180518"/>
                      <a:pt x="251668" y="182423"/>
                    </a:cubicBezTo>
                    <a:cubicBezTo>
                      <a:pt x="251764" y="186138"/>
                      <a:pt x="252240" y="189948"/>
                      <a:pt x="253097" y="193758"/>
                    </a:cubicBezTo>
                    <a:cubicBezTo>
                      <a:pt x="253478" y="195282"/>
                      <a:pt x="253954" y="196806"/>
                      <a:pt x="254430" y="198330"/>
                    </a:cubicBezTo>
                    <a:cubicBezTo>
                      <a:pt x="219283" y="217189"/>
                      <a:pt x="169086" y="259861"/>
                      <a:pt x="138987" y="293199"/>
                    </a:cubicBezTo>
                    <a:cubicBezTo>
                      <a:pt x="126700" y="306820"/>
                      <a:pt x="107364" y="323203"/>
                      <a:pt x="85266" y="323298"/>
                    </a:cubicBezTo>
                    <a:cubicBezTo>
                      <a:pt x="70789" y="323393"/>
                      <a:pt x="56882" y="316154"/>
                      <a:pt x="43737" y="301962"/>
                    </a:cubicBezTo>
                    <a:cubicBezTo>
                      <a:pt x="33450" y="290818"/>
                      <a:pt x="21735" y="273387"/>
                      <a:pt x="24116" y="253861"/>
                    </a:cubicBezTo>
                    <a:cubicBezTo>
                      <a:pt x="26307" y="236049"/>
                      <a:pt x="39642" y="218999"/>
                      <a:pt x="63835" y="202997"/>
                    </a:cubicBezTo>
                    <a:cubicBezTo>
                      <a:pt x="112603" y="170803"/>
                      <a:pt x="155656" y="124225"/>
                      <a:pt x="173944" y="103270"/>
                    </a:cubicBezTo>
                    <a:cubicBezTo>
                      <a:pt x="175944" y="104604"/>
                      <a:pt x="178040" y="105842"/>
                      <a:pt x="180231" y="106985"/>
                    </a:cubicBezTo>
                    <a:cubicBezTo>
                      <a:pt x="183088" y="108414"/>
                      <a:pt x="186041" y="109557"/>
                      <a:pt x="189089" y="110414"/>
                    </a:cubicBezTo>
                    <a:cubicBezTo>
                      <a:pt x="191280" y="111081"/>
                      <a:pt x="193470" y="111652"/>
                      <a:pt x="195757" y="112033"/>
                    </a:cubicBezTo>
                    <a:cubicBezTo>
                      <a:pt x="197566" y="112319"/>
                      <a:pt x="199376" y="112605"/>
                      <a:pt x="201281" y="112700"/>
                    </a:cubicBezTo>
                    <a:cubicBezTo>
                      <a:pt x="203090" y="112795"/>
                      <a:pt x="204996" y="112891"/>
                      <a:pt x="206901" y="112795"/>
                    </a:cubicBezTo>
                    <a:cubicBezTo>
                      <a:pt x="210616" y="112700"/>
                      <a:pt x="214425" y="112224"/>
                      <a:pt x="218235" y="111367"/>
                    </a:cubicBezTo>
                    <a:cubicBezTo>
                      <a:pt x="220617" y="110795"/>
                      <a:pt x="222807" y="110128"/>
                      <a:pt x="224998" y="109271"/>
                    </a:cubicBezTo>
                    <a:cubicBezTo>
                      <a:pt x="225189" y="109176"/>
                      <a:pt x="225379" y="109081"/>
                      <a:pt x="225570" y="109081"/>
                    </a:cubicBezTo>
                    <a:cubicBezTo>
                      <a:pt x="251573" y="99175"/>
                      <a:pt x="266908" y="71457"/>
                      <a:pt x="260431" y="43644"/>
                    </a:cubicBezTo>
                    <a:cubicBezTo>
                      <a:pt x="253954" y="15926"/>
                      <a:pt x="228141" y="-2171"/>
                      <a:pt x="200614" y="210"/>
                    </a:cubicBezTo>
                    <a:cubicBezTo>
                      <a:pt x="200328" y="210"/>
                      <a:pt x="200138" y="210"/>
                      <a:pt x="199852" y="305"/>
                    </a:cubicBezTo>
                    <a:cubicBezTo>
                      <a:pt x="197185" y="496"/>
                      <a:pt x="194804" y="781"/>
                      <a:pt x="192423" y="135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1" name="Forme libre : forme 280">
                <a:extLst>
                  <a:ext uri="{FF2B5EF4-FFF2-40B4-BE49-F238E27FC236}">
                    <a16:creationId xmlns:a16="http://schemas.microsoft.com/office/drawing/2014/main" id="{CE72DF47-F164-41AC-B145-027E61A1725A}"/>
                  </a:ext>
                </a:extLst>
              </p:cNvPr>
              <p:cNvSpPr/>
              <p:nvPr/>
            </p:nvSpPr>
            <p:spPr>
              <a:xfrm>
                <a:off x="1098764" y="4507052"/>
                <a:ext cx="364496" cy="347016"/>
              </a:xfrm>
              <a:custGeom>
                <a:avLst/>
                <a:gdLst>
                  <a:gd name="connsiteX0" fmla="*/ 215603 w 364496"/>
                  <a:gd name="connsiteY0" fmla="*/ 294800 h 347016"/>
                  <a:gd name="connsiteX1" fmla="*/ 214270 w 364496"/>
                  <a:gd name="connsiteY1" fmla="*/ 277845 h 347016"/>
                  <a:gd name="connsiteX2" fmla="*/ 210555 w 364496"/>
                  <a:gd name="connsiteY2" fmla="*/ 266987 h 347016"/>
                  <a:gd name="connsiteX3" fmla="*/ 207221 w 364496"/>
                  <a:gd name="connsiteY3" fmla="*/ 260986 h 347016"/>
                  <a:gd name="connsiteX4" fmla="*/ 313806 w 364496"/>
                  <a:gd name="connsiteY4" fmla="*/ 163926 h 347016"/>
                  <a:gd name="connsiteX5" fmla="*/ 364003 w 364496"/>
                  <a:gd name="connsiteY5" fmla="*/ 96108 h 347016"/>
                  <a:gd name="connsiteX6" fmla="*/ 338285 w 364496"/>
                  <a:gd name="connsiteY6" fmla="*/ 28957 h 347016"/>
                  <a:gd name="connsiteX7" fmla="*/ 329617 w 364496"/>
                  <a:gd name="connsiteY7" fmla="*/ 20480 h 347016"/>
                  <a:gd name="connsiteX8" fmla="*/ 279135 w 364496"/>
                  <a:gd name="connsiteY8" fmla="*/ 1 h 347016"/>
                  <a:gd name="connsiteX9" fmla="*/ 207888 w 364496"/>
                  <a:gd name="connsiteY9" fmla="*/ 37911 h 347016"/>
                  <a:gd name="connsiteX10" fmla="*/ 98160 w 364496"/>
                  <a:gd name="connsiteY10" fmla="*/ 128112 h 347016"/>
                  <a:gd name="connsiteX11" fmla="*/ 86254 w 364496"/>
                  <a:gd name="connsiteY11" fmla="*/ 118206 h 347016"/>
                  <a:gd name="connsiteX12" fmla="*/ 43677 w 364496"/>
                  <a:gd name="connsiteY12" fmla="*/ 111158 h 347016"/>
                  <a:gd name="connsiteX13" fmla="*/ 36914 w 364496"/>
                  <a:gd name="connsiteY13" fmla="*/ 113253 h 347016"/>
                  <a:gd name="connsiteX14" fmla="*/ 36343 w 364496"/>
                  <a:gd name="connsiteY14" fmla="*/ 113444 h 347016"/>
                  <a:gd name="connsiteX15" fmla="*/ 1481 w 364496"/>
                  <a:gd name="connsiteY15" fmla="*/ 178880 h 347016"/>
                  <a:gd name="connsiteX16" fmla="*/ 61298 w 364496"/>
                  <a:gd name="connsiteY16" fmla="*/ 222314 h 347016"/>
                  <a:gd name="connsiteX17" fmla="*/ 62060 w 364496"/>
                  <a:gd name="connsiteY17" fmla="*/ 222219 h 347016"/>
                  <a:gd name="connsiteX18" fmla="*/ 69204 w 364496"/>
                  <a:gd name="connsiteY18" fmla="*/ 221076 h 347016"/>
                  <a:gd name="connsiteX19" fmla="*/ 85015 w 364496"/>
                  <a:gd name="connsiteY19" fmla="*/ 214790 h 347016"/>
                  <a:gd name="connsiteX20" fmla="*/ 101303 w 364496"/>
                  <a:gd name="connsiteY20" fmla="*/ 200407 h 347016"/>
                  <a:gd name="connsiteX21" fmla="*/ 110923 w 364496"/>
                  <a:gd name="connsiteY21" fmla="*/ 181071 h 347016"/>
                  <a:gd name="connsiteX22" fmla="*/ 112829 w 364496"/>
                  <a:gd name="connsiteY22" fmla="*/ 170213 h 347016"/>
                  <a:gd name="connsiteX23" fmla="*/ 111495 w 364496"/>
                  <a:gd name="connsiteY23" fmla="*/ 153258 h 347016"/>
                  <a:gd name="connsiteX24" fmla="*/ 110162 w 364496"/>
                  <a:gd name="connsiteY24" fmla="*/ 148686 h 347016"/>
                  <a:gd name="connsiteX25" fmla="*/ 225605 w 364496"/>
                  <a:gd name="connsiteY25" fmla="*/ 53817 h 347016"/>
                  <a:gd name="connsiteX26" fmla="*/ 279325 w 364496"/>
                  <a:gd name="connsiteY26" fmla="*/ 23718 h 347016"/>
                  <a:gd name="connsiteX27" fmla="*/ 320855 w 364496"/>
                  <a:gd name="connsiteY27" fmla="*/ 45054 h 347016"/>
                  <a:gd name="connsiteX28" fmla="*/ 340476 w 364496"/>
                  <a:gd name="connsiteY28" fmla="*/ 93155 h 347016"/>
                  <a:gd name="connsiteX29" fmla="*/ 300757 w 364496"/>
                  <a:gd name="connsiteY29" fmla="*/ 144019 h 347016"/>
                  <a:gd name="connsiteX30" fmla="*/ 190648 w 364496"/>
                  <a:gd name="connsiteY30" fmla="*/ 243746 h 347016"/>
                  <a:gd name="connsiteX31" fmla="*/ 189124 w 364496"/>
                  <a:gd name="connsiteY31" fmla="*/ 242698 h 347016"/>
                  <a:gd name="connsiteX32" fmla="*/ 146547 w 364496"/>
                  <a:gd name="connsiteY32" fmla="*/ 235650 h 347016"/>
                  <a:gd name="connsiteX33" fmla="*/ 139784 w 364496"/>
                  <a:gd name="connsiteY33" fmla="*/ 237745 h 347016"/>
                  <a:gd name="connsiteX34" fmla="*/ 139213 w 364496"/>
                  <a:gd name="connsiteY34" fmla="*/ 237936 h 347016"/>
                  <a:gd name="connsiteX35" fmla="*/ 104351 w 364496"/>
                  <a:gd name="connsiteY35" fmla="*/ 303372 h 347016"/>
                  <a:gd name="connsiteX36" fmla="*/ 164168 w 364496"/>
                  <a:gd name="connsiteY36" fmla="*/ 346806 h 347016"/>
                  <a:gd name="connsiteX37" fmla="*/ 164930 w 364496"/>
                  <a:gd name="connsiteY37" fmla="*/ 346711 h 347016"/>
                  <a:gd name="connsiteX38" fmla="*/ 172074 w 364496"/>
                  <a:gd name="connsiteY38" fmla="*/ 345568 h 347016"/>
                  <a:gd name="connsiteX39" fmla="*/ 182932 w 364496"/>
                  <a:gd name="connsiteY39" fmla="*/ 341853 h 347016"/>
                  <a:gd name="connsiteX40" fmla="*/ 187885 w 364496"/>
                  <a:gd name="connsiteY40" fmla="*/ 339282 h 347016"/>
                  <a:gd name="connsiteX41" fmla="*/ 204173 w 364496"/>
                  <a:gd name="connsiteY41" fmla="*/ 324899 h 347016"/>
                  <a:gd name="connsiteX42" fmla="*/ 209888 w 364496"/>
                  <a:gd name="connsiteY42" fmla="*/ 315755 h 347016"/>
                  <a:gd name="connsiteX43" fmla="*/ 215603 w 364496"/>
                  <a:gd name="connsiteY43" fmla="*/ 294800 h 347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4496" h="347016">
                    <a:moveTo>
                      <a:pt x="215603" y="294800"/>
                    </a:moveTo>
                    <a:cubicBezTo>
                      <a:pt x="215984" y="289275"/>
                      <a:pt x="215603" y="283560"/>
                      <a:pt x="214270" y="277845"/>
                    </a:cubicBezTo>
                    <a:cubicBezTo>
                      <a:pt x="213413" y="274035"/>
                      <a:pt x="212174" y="270416"/>
                      <a:pt x="210555" y="266987"/>
                    </a:cubicBezTo>
                    <a:cubicBezTo>
                      <a:pt x="209602" y="264891"/>
                      <a:pt x="208459" y="262891"/>
                      <a:pt x="207221" y="260986"/>
                    </a:cubicBezTo>
                    <a:cubicBezTo>
                      <a:pt x="223890" y="241841"/>
                      <a:pt x="266657" y="195073"/>
                      <a:pt x="313806" y="163926"/>
                    </a:cubicBezTo>
                    <a:cubicBezTo>
                      <a:pt x="344096" y="143924"/>
                      <a:pt x="360955" y="121159"/>
                      <a:pt x="364003" y="96108"/>
                    </a:cubicBezTo>
                    <a:cubicBezTo>
                      <a:pt x="366765" y="73439"/>
                      <a:pt x="357907" y="50293"/>
                      <a:pt x="338285" y="28957"/>
                    </a:cubicBezTo>
                    <a:cubicBezTo>
                      <a:pt x="335428" y="25909"/>
                      <a:pt x="332570" y="23052"/>
                      <a:pt x="329617" y="20480"/>
                    </a:cubicBezTo>
                    <a:cubicBezTo>
                      <a:pt x="314092" y="6764"/>
                      <a:pt x="297137" y="-94"/>
                      <a:pt x="279135" y="1"/>
                    </a:cubicBezTo>
                    <a:cubicBezTo>
                      <a:pt x="254751" y="96"/>
                      <a:pt x="230176" y="13241"/>
                      <a:pt x="207888" y="37911"/>
                    </a:cubicBezTo>
                    <a:cubicBezTo>
                      <a:pt x="176074" y="73248"/>
                      <a:pt x="128068" y="112396"/>
                      <a:pt x="98160" y="128112"/>
                    </a:cubicBezTo>
                    <a:cubicBezTo>
                      <a:pt x="94636" y="124302"/>
                      <a:pt x="90635" y="120873"/>
                      <a:pt x="86254" y="118206"/>
                    </a:cubicBezTo>
                    <a:cubicBezTo>
                      <a:pt x="73966" y="110586"/>
                      <a:pt x="58822" y="107634"/>
                      <a:pt x="43677" y="111158"/>
                    </a:cubicBezTo>
                    <a:cubicBezTo>
                      <a:pt x="41296" y="111729"/>
                      <a:pt x="39105" y="112396"/>
                      <a:pt x="36914" y="113253"/>
                    </a:cubicBezTo>
                    <a:cubicBezTo>
                      <a:pt x="36724" y="113349"/>
                      <a:pt x="36533" y="113444"/>
                      <a:pt x="36343" y="113444"/>
                    </a:cubicBezTo>
                    <a:cubicBezTo>
                      <a:pt x="10339" y="123350"/>
                      <a:pt x="-4996" y="151068"/>
                      <a:pt x="1481" y="178880"/>
                    </a:cubicBezTo>
                    <a:cubicBezTo>
                      <a:pt x="7958" y="206598"/>
                      <a:pt x="33771" y="224696"/>
                      <a:pt x="61298" y="222314"/>
                    </a:cubicBezTo>
                    <a:cubicBezTo>
                      <a:pt x="61584" y="222314"/>
                      <a:pt x="61774" y="222314"/>
                      <a:pt x="62060" y="222219"/>
                    </a:cubicBezTo>
                    <a:cubicBezTo>
                      <a:pt x="64441" y="221934"/>
                      <a:pt x="66823" y="221648"/>
                      <a:pt x="69204" y="221076"/>
                    </a:cubicBezTo>
                    <a:cubicBezTo>
                      <a:pt x="74919" y="219743"/>
                      <a:pt x="80158" y="217647"/>
                      <a:pt x="85015" y="214790"/>
                    </a:cubicBezTo>
                    <a:cubicBezTo>
                      <a:pt x="91397" y="211075"/>
                      <a:pt x="96922" y="206122"/>
                      <a:pt x="101303" y="200407"/>
                    </a:cubicBezTo>
                    <a:cubicBezTo>
                      <a:pt x="105685" y="194692"/>
                      <a:pt x="108923" y="188120"/>
                      <a:pt x="110923" y="181071"/>
                    </a:cubicBezTo>
                    <a:cubicBezTo>
                      <a:pt x="111876" y="177547"/>
                      <a:pt x="112543" y="173928"/>
                      <a:pt x="112829" y="170213"/>
                    </a:cubicBezTo>
                    <a:cubicBezTo>
                      <a:pt x="113209" y="164688"/>
                      <a:pt x="112829" y="158973"/>
                      <a:pt x="111495" y="153258"/>
                    </a:cubicBezTo>
                    <a:cubicBezTo>
                      <a:pt x="111114" y="151734"/>
                      <a:pt x="110638" y="150210"/>
                      <a:pt x="110162" y="148686"/>
                    </a:cubicBezTo>
                    <a:cubicBezTo>
                      <a:pt x="145309" y="129827"/>
                      <a:pt x="195505" y="87250"/>
                      <a:pt x="225605" y="53817"/>
                    </a:cubicBezTo>
                    <a:cubicBezTo>
                      <a:pt x="237892" y="40196"/>
                      <a:pt x="257227" y="23813"/>
                      <a:pt x="279325" y="23718"/>
                    </a:cubicBezTo>
                    <a:cubicBezTo>
                      <a:pt x="293804" y="23623"/>
                      <a:pt x="307710" y="30862"/>
                      <a:pt x="320855" y="45054"/>
                    </a:cubicBezTo>
                    <a:cubicBezTo>
                      <a:pt x="331141" y="56199"/>
                      <a:pt x="342857" y="73629"/>
                      <a:pt x="340476" y="93155"/>
                    </a:cubicBezTo>
                    <a:cubicBezTo>
                      <a:pt x="338285" y="110967"/>
                      <a:pt x="324950" y="128017"/>
                      <a:pt x="300757" y="144019"/>
                    </a:cubicBezTo>
                    <a:cubicBezTo>
                      <a:pt x="251989" y="176213"/>
                      <a:pt x="208936" y="222791"/>
                      <a:pt x="190648" y="243746"/>
                    </a:cubicBezTo>
                    <a:cubicBezTo>
                      <a:pt x="190172" y="243365"/>
                      <a:pt x="189600" y="242984"/>
                      <a:pt x="189124" y="242698"/>
                    </a:cubicBezTo>
                    <a:cubicBezTo>
                      <a:pt x="176837" y="235078"/>
                      <a:pt x="161692" y="232125"/>
                      <a:pt x="146547" y="235650"/>
                    </a:cubicBezTo>
                    <a:cubicBezTo>
                      <a:pt x="144166" y="236221"/>
                      <a:pt x="141975" y="236888"/>
                      <a:pt x="139784" y="237745"/>
                    </a:cubicBezTo>
                    <a:cubicBezTo>
                      <a:pt x="139594" y="237840"/>
                      <a:pt x="139403" y="237936"/>
                      <a:pt x="139213" y="237936"/>
                    </a:cubicBezTo>
                    <a:cubicBezTo>
                      <a:pt x="113209" y="247842"/>
                      <a:pt x="97874" y="275559"/>
                      <a:pt x="104351" y="303372"/>
                    </a:cubicBezTo>
                    <a:cubicBezTo>
                      <a:pt x="110828" y="331090"/>
                      <a:pt x="136641" y="349188"/>
                      <a:pt x="164168" y="346806"/>
                    </a:cubicBezTo>
                    <a:cubicBezTo>
                      <a:pt x="164454" y="346806"/>
                      <a:pt x="164644" y="346806"/>
                      <a:pt x="164930" y="346711"/>
                    </a:cubicBezTo>
                    <a:cubicBezTo>
                      <a:pt x="167312" y="346425"/>
                      <a:pt x="169693" y="346139"/>
                      <a:pt x="172074" y="345568"/>
                    </a:cubicBezTo>
                    <a:cubicBezTo>
                      <a:pt x="175884" y="344711"/>
                      <a:pt x="179504" y="343472"/>
                      <a:pt x="182932" y="341853"/>
                    </a:cubicBezTo>
                    <a:cubicBezTo>
                      <a:pt x="184647" y="341091"/>
                      <a:pt x="186266" y="340234"/>
                      <a:pt x="187885" y="339282"/>
                    </a:cubicBezTo>
                    <a:cubicBezTo>
                      <a:pt x="194267" y="335567"/>
                      <a:pt x="199792" y="330614"/>
                      <a:pt x="204173" y="324899"/>
                    </a:cubicBezTo>
                    <a:cubicBezTo>
                      <a:pt x="206364" y="322041"/>
                      <a:pt x="208269" y="318993"/>
                      <a:pt x="209888" y="315755"/>
                    </a:cubicBezTo>
                    <a:cubicBezTo>
                      <a:pt x="213031" y="309278"/>
                      <a:pt x="215032" y="302229"/>
                      <a:pt x="215603" y="294800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2" name="Forme libre : forme 281">
                <a:extLst>
                  <a:ext uri="{FF2B5EF4-FFF2-40B4-BE49-F238E27FC236}">
                    <a16:creationId xmlns:a16="http://schemas.microsoft.com/office/drawing/2014/main" id="{A7A015DE-26C4-48E3-830D-981C10079663}"/>
                  </a:ext>
                </a:extLst>
              </p:cNvPr>
              <p:cNvSpPr/>
              <p:nvPr/>
            </p:nvSpPr>
            <p:spPr>
              <a:xfrm>
                <a:off x="3011148" y="2614004"/>
                <a:ext cx="344845" cy="366253"/>
              </a:xfrm>
              <a:custGeom>
                <a:avLst/>
                <a:gdLst>
                  <a:gd name="connsiteX0" fmla="*/ 38865 w 344845"/>
                  <a:gd name="connsiteY0" fmla="*/ 347999 h 366253"/>
                  <a:gd name="connsiteX1" fmla="*/ 48961 w 344845"/>
                  <a:gd name="connsiteY1" fmla="*/ 354666 h 366253"/>
                  <a:gd name="connsiteX2" fmla="*/ 102492 w 344845"/>
                  <a:gd name="connsiteY2" fmla="*/ 364858 h 366253"/>
                  <a:gd name="connsiteX3" fmla="*/ 164976 w 344845"/>
                  <a:gd name="connsiteY3" fmla="*/ 313709 h 366253"/>
                  <a:gd name="connsiteX4" fmla="*/ 254892 w 344845"/>
                  <a:gd name="connsiteY4" fmla="*/ 203790 h 366253"/>
                  <a:gd name="connsiteX5" fmla="*/ 278990 w 344845"/>
                  <a:gd name="connsiteY5" fmla="*/ 214077 h 366253"/>
                  <a:gd name="connsiteX6" fmla="*/ 311756 w 344845"/>
                  <a:gd name="connsiteY6" fmla="*/ 209791 h 366253"/>
                  <a:gd name="connsiteX7" fmla="*/ 317947 w 344845"/>
                  <a:gd name="connsiteY7" fmla="*/ 206457 h 366253"/>
                  <a:gd name="connsiteX8" fmla="*/ 318424 w 344845"/>
                  <a:gd name="connsiteY8" fmla="*/ 206171 h 366253"/>
                  <a:gd name="connsiteX9" fmla="*/ 339855 w 344845"/>
                  <a:gd name="connsiteY9" fmla="*/ 135115 h 366253"/>
                  <a:gd name="connsiteX10" fmla="*/ 272703 w 344845"/>
                  <a:gd name="connsiteY10" fmla="*/ 104254 h 366253"/>
                  <a:gd name="connsiteX11" fmla="*/ 271942 w 344845"/>
                  <a:gd name="connsiteY11" fmla="*/ 104445 h 366253"/>
                  <a:gd name="connsiteX12" fmla="*/ 265179 w 344845"/>
                  <a:gd name="connsiteY12" fmla="*/ 106921 h 366253"/>
                  <a:gd name="connsiteX13" fmla="*/ 240414 w 344845"/>
                  <a:gd name="connsiteY13" fmla="*/ 128733 h 366253"/>
                  <a:gd name="connsiteX14" fmla="*/ 233937 w 344845"/>
                  <a:gd name="connsiteY14" fmla="*/ 143592 h 366253"/>
                  <a:gd name="connsiteX15" fmla="*/ 232794 w 344845"/>
                  <a:gd name="connsiteY15" fmla="*/ 148926 h 366253"/>
                  <a:gd name="connsiteX16" fmla="*/ 232032 w 344845"/>
                  <a:gd name="connsiteY16" fmla="*/ 159785 h 366253"/>
                  <a:gd name="connsiteX17" fmla="*/ 233365 w 344845"/>
                  <a:gd name="connsiteY17" fmla="*/ 170834 h 366253"/>
                  <a:gd name="connsiteX18" fmla="*/ 236985 w 344845"/>
                  <a:gd name="connsiteY18" fmla="*/ 181692 h 366253"/>
                  <a:gd name="connsiteX19" fmla="*/ 239176 w 344845"/>
                  <a:gd name="connsiteY19" fmla="*/ 185883 h 366253"/>
                  <a:gd name="connsiteX20" fmla="*/ 144497 w 344845"/>
                  <a:gd name="connsiteY20" fmla="*/ 301517 h 366253"/>
                  <a:gd name="connsiteX21" fmla="*/ 97729 w 344845"/>
                  <a:gd name="connsiteY21" fmla="*/ 341522 h 366253"/>
                  <a:gd name="connsiteX22" fmla="*/ 52866 w 344845"/>
                  <a:gd name="connsiteY22" fmla="*/ 328758 h 366253"/>
                  <a:gd name="connsiteX23" fmla="*/ 24196 w 344845"/>
                  <a:gd name="connsiteY23" fmla="*/ 285420 h 366253"/>
                  <a:gd name="connsiteX24" fmla="*/ 53152 w 344845"/>
                  <a:gd name="connsiteY24" fmla="*/ 227793 h 366253"/>
                  <a:gd name="connsiteX25" fmla="*/ 141640 w 344845"/>
                  <a:gd name="connsiteY25" fmla="*/ 108445 h 366253"/>
                  <a:gd name="connsiteX26" fmla="*/ 153832 w 344845"/>
                  <a:gd name="connsiteY26" fmla="*/ 111969 h 366253"/>
                  <a:gd name="connsiteX27" fmla="*/ 164690 w 344845"/>
                  <a:gd name="connsiteY27" fmla="*/ 112731 h 366253"/>
                  <a:gd name="connsiteX28" fmla="*/ 175739 w 344845"/>
                  <a:gd name="connsiteY28" fmla="*/ 111398 h 366253"/>
                  <a:gd name="connsiteX29" fmla="*/ 186598 w 344845"/>
                  <a:gd name="connsiteY29" fmla="*/ 107778 h 366253"/>
                  <a:gd name="connsiteX30" fmla="*/ 192789 w 344845"/>
                  <a:gd name="connsiteY30" fmla="*/ 104445 h 366253"/>
                  <a:gd name="connsiteX31" fmla="*/ 193265 w 344845"/>
                  <a:gd name="connsiteY31" fmla="*/ 104159 h 366253"/>
                  <a:gd name="connsiteX32" fmla="*/ 214601 w 344845"/>
                  <a:gd name="connsiteY32" fmla="*/ 33102 h 366253"/>
                  <a:gd name="connsiteX33" fmla="*/ 147355 w 344845"/>
                  <a:gd name="connsiteY33" fmla="*/ 2241 h 366253"/>
                  <a:gd name="connsiteX34" fmla="*/ 146592 w 344845"/>
                  <a:gd name="connsiteY34" fmla="*/ 2432 h 366253"/>
                  <a:gd name="connsiteX35" fmla="*/ 139830 w 344845"/>
                  <a:gd name="connsiteY35" fmla="*/ 4908 h 366253"/>
                  <a:gd name="connsiteX36" fmla="*/ 129924 w 344845"/>
                  <a:gd name="connsiteY36" fmla="*/ 10623 h 366253"/>
                  <a:gd name="connsiteX37" fmla="*/ 109540 w 344845"/>
                  <a:gd name="connsiteY37" fmla="*/ 74250 h 366253"/>
                  <a:gd name="connsiteX38" fmla="*/ 111636 w 344845"/>
                  <a:gd name="connsiteY38" fmla="*/ 79584 h 366253"/>
                  <a:gd name="connsiteX39" fmla="*/ 117351 w 344845"/>
                  <a:gd name="connsiteY39" fmla="*/ 89490 h 366253"/>
                  <a:gd name="connsiteX40" fmla="*/ 121732 w 344845"/>
                  <a:gd name="connsiteY40" fmla="*/ 94729 h 366253"/>
                  <a:gd name="connsiteX41" fmla="*/ 36198 w 344845"/>
                  <a:gd name="connsiteY41" fmla="*/ 210743 h 366253"/>
                  <a:gd name="connsiteX42" fmla="*/ 193 w 344845"/>
                  <a:gd name="connsiteY42" fmla="*/ 287039 h 366253"/>
                  <a:gd name="connsiteX43" fmla="*/ 38865 w 344845"/>
                  <a:gd name="connsiteY43" fmla="*/ 347999 h 36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44845" h="366253">
                    <a:moveTo>
                      <a:pt x="38865" y="347999"/>
                    </a:moveTo>
                    <a:cubicBezTo>
                      <a:pt x="42199" y="350475"/>
                      <a:pt x="45628" y="352666"/>
                      <a:pt x="48961" y="354666"/>
                    </a:cubicBezTo>
                    <a:cubicBezTo>
                      <a:pt x="66868" y="365049"/>
                      <a:pt x="84871" y="368478"/>
                      <a:pt x="102492" y="364858"/>
                    </a:cubicBezTo>
                    <a:cubicBezTo>
                      <a:pt x="126304" y="360000"/>
                      <a:pt x="147926" y="342284"/>
                      <a:pt x="164976" y="313709"/>
                    </a:cubicBezTo>
                    <a:cubicBezTo>
                      <a:pt x="189264" y="272846"/>
                      <a:pt x="228698" y="225031"/>
                      <a:pt x="254892" y="203790"/>
                    </a:cubicBezTo>
                    <a:cubicBezTo>
                      <a:pt x="262035" y="209029"/>
                      <a:pt x="270322" y="212553"/>
                      <a:pt x="278990" y="214077"/>
                    </a:cubicBezTo>
                    <a:cubicBezTo>
                      <a:pt x="289753" y="215887"/>
                      <a:pt x="301088" y="214649"/>
                      <a:pt x="311756" y="209791"/>
                    </a:cubicBezTo>
                    <a:cubicBezTo>
                      <a:pt x="313947" y="208838"/>
                      <a:pt x="316043" y="207696"/>
                      <a:pt x="317947" y="206457"/>
                    </a:cubicBezTo>
                    <a:cubicBezTo>
                      <a:pt x="318138" y="206362"/>
                      <a:pt x="318233" y="206267"/>
                      <a:pt x="318424" y="206171"/>
                    </a:cubicBezTo>
                    <a:cubicBezTo>
                      <a:pt x="341950" y="191408"/>
                      <a:pt x="351571" y="161213"/>
                      <a:pt x="339855" y="135115"/>
                    </a:cubicBezTo>
                    <a:cubicBezTo>
                      <a:pt x="328139" y="109207"/>
                      <a:pt x="299183" y="96539"/>
                      <a:pt x="272703" y="104254"/>
                    </a:cubicBezTo>
                    <a:cubicBezTo>
                      <a:pt x="272418" y="104349"/>
                      <a:pt x="272227" y="104349"/>
                      <a:pt x="271942" y="104445"/>
                    </a:cubicBezTo>
                    <a:cubicBezTo>
                      <a:pt x="269655" y="105111"/>
                      <a:pt x="267369" y="105968"/>
                      <a:pt x="265179" y="106921"/>
                    </a:cubicBezTo>
                    <a:cubicBezTo>
                      <a:pt x="254511" y="111779"/>
                      <a:pt x="246129" y="119494"/>
                      <a:pt x="240414" y="128733"/>
                    </a:cubicBezTo>
                    <a:cubicBezTo>
                      <a:pt x="237556" y="133400"/>
                      <a:pt x="235365" y="138354"/>
                      <a:pt x="233937" y="143592"/>
                    </a:cubicBezTo>
                    <a:cubicBezTo>
                      <a:pt x="233460" y="145307"/>
                      <a:pt x="233080" y="147117"/>
                      <a:pt x="232794" y="148926"/>
                    </a:cubicBezTo>
                    <a:cubicBezTo>
                      <a:pt x="232222" y="152546"/>
                      <a:pt x="231937" y="156165"/>
                      <a:pt x="232032" y="159785"/>
                    </a:cubicBezTo>
                    <a:cubicBezTo>
                      <a:pt x="232127" y="163404"/>
                      <a:pt x="232603" y="167119"/>
                      <a:pt x="233365" y="170834"/>
                    </a:cubicBezTo>
                    <a:cubicBezTo>
                      <a:pt x="234223" y="174453"/>
                      <a:pt x="235365" y="178073"/>
                      <a:pt x="236985" y="181692"/>
                    </a:cubicBezTo>
                    <a:cubicBezTo>
                      <a:pt x="237651" y="183121"/>
                      <a:pt x="238414" y="184550"/>
                      <a:pt x="239176" y="185883"/>
                    </a:cubicBezTo>
                    <a:cubicBezTo>
                      <a:pt x="208410" y="211220"/>
                      <a:pt x="167548" y="262845"/>
                      <a:pt x="144497" y="301517"/>
                    </a:cubicBezTo>
                    <a:cubicBezTo>
                      <a:pt x="135067" y="317328"/>
                      <a:pt x="119351" y="337140"/>
                      <a:pt x="97729" y="341522"/>
                    </a:cubicBezTo>
                    <a:cubicBezTo>
                      <a:pt x="83537" y="344379"/>
                      <a:pt x="68488" y="340093"/>
                      <a:pt x="52866" y="328758"/>
                    </a:cubicBezTo>
                    <a:cubicBezTo>
                      <a:pt x="40579" y="319805"/>
                      <a:pt x="25720" y="305041"/>
                      <a:pt x="24196" y="285420"/>
                    </a:cubicBezTo>
                    <a:cubicBezTo>
                      <a:pt x="22863" y="267608"/>
                      <a:pt x="32578" y="248177"/>
                      <a:pt x="53152" y="227793"/>
                    </a:cubicBezTo>
                    <a:cubicBezTo>
                      <a:pt x="94681" y="186645"/>
                      <a:pt x="127828" y="132638"/>
                      <a:pt x="141640" y="108445"/>
                    </a:cubicBezTo>
                    <a:cubicBezTo>
                      <a:pt x="145545" y="110064"/>
                      <a:pt x="149640" y="111303"/>
                      <a:pt x="153832" y="111969"/>
                    </a:cubicBezTo>
                    <a:cubicBezTo>
                      <a:pt x="157451" y="112541"/>
                      <a:pt x="161071" y="112826"/>
                      <a:pt x="164690" y="112731"/>
                    </a:cubicBezTo>
                    <a:cubicBezTo>
                      <a:pt x="168309" y="112636"/>
                      <a:pt x="172024" y="112160"/>
                      <a:pt x="175739" y="111398"/>
                    </a:cubicBezTo>
                    <a:cubicBezTo>
                      <a:pt x="179358" y="110541"/>
                      <a:pt x="182978" y="109397"/>
                      <a:pt x="186598" y="107778"/>
                    </a:cubicBezTo>
                    <a:cubicBezTo>
                      <a:pt x="188788" y="106826"/>
                      <a:pt x="190884" y="105683"/>
                      <a:pt x="192789" y="104445"/>
                    </a:cubicBezTo>
                    <a:cubicBezTo>
                      <a:pt x="192979" y="104349"/>
                      <a:pt x="193170" y="104254"/>
                      <a:pt x="193265" y="104159"/>
                    </a:cubicBezTo>
                    <a:cubicBezTo>
                      <a:pt x="216792" y="89395"/>
                      <a:pt x="226412" y="59201"/>
                      <a:pt x="214601" y="33102"/>
                    </a:cubicBezTo>
                    <a:cubicBezTo>
                      <a:pt x="202886" y="7194"/>
                      <a:pt x="173929" y="-5474"/>
                      <a:pt x="147355" y="2241"/>
                    </a:cubicBezTo>
                    <a:cubicBezTo>
                      <a:pt x="147069" y="2337"/>
                      <a:pt x="146878" y="2337"/>
                      <a:pt x="146592" y="2432"/>
                    </a:cubicBezTo>
                    <a:cubicBezTo>
                      <a:pt x="144307" y="3099"/>
                      <a:pt x="142021" y="3956"/>
                      <a:pt x="139830" y="4908"/>
                    </a:cubicBezTo>
                    <a:cubicBezTo>
                      <a:pt x="136306" y="6528"/>
                      <a:pt x="132972" y="8433"/>
                      <a:pt x="129924" y="10623"/>
                    </a:cubicBezTo>
                    <a:cubicBezTo>
                      <a:pt x="110207" y="24911"/>
                      <a:pt x="101634" y="50724"/>
                      <a:pt x="109540" y="74250"/>
                    </a:cubicBezTo>
                    <a:cubicBezTo>
                      <a:pt x="110112" y="76060"/>
                      <a:pt x="110874" y="77870"/>
                      <a:pt x="111636" y="79584"/>
                    </a:cubicBezTo>
                    <a:cubicBezTo>
                      <a:pt x="113255" y="83108"/>
                      <a:pt x="115160" y="86442"/>
                      <a:pt x="117351" y="89490"/>
                    </a:cubicBezTo>
                    <a:cubicBezTo>
                      <a:pt x="118684" y="91395"/>
                      <a:pt x="120208" y="93110"/>
                      <a:pt x="121732" y="94729"/>
                    </a:cubicBezTo>
                    <a:cubicBezTo>
                      <a:pt x="109159" y="116732"/>
                      <a:pt x="76393" y="171024"/>
                      <a:pt x="36198" y="210743"/>
                    </a:cubicBezTo>
                    <a:cubicBezTo>
                      <a:pt x="10480" y="236271"/>
                      <a:pt x="-1712" y="261988"/>
                      <a:pt x="193" y="287039"/>
                    </a:cubicBezTo>
                    <a:cubicBezTo>
                      <a:pt x="2193" y="309994"/>
                      <a:pt x="15433" y="330949"/>
                      <a:pt x="38865" y="34799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3" name="Forme libre : forme 282">
                <a:extLst>
                  <a:ext uri="{FF2B5EF4-FFF2-40B4-BE49-F238E27FC236}">
                    <a16:creationId xmlns:a16="http://schemas.microsoft.com/office/drawing/2014/main" id="{569B2A00-150C-4000-AAD9-B6A0C1160E6D}"/>
                  </a:ext>
                </a:extLst>
              </p:cNvPr>
              <p:cNvSpPr/>
              <p:nvPr/>
            </p:nvSpPr>
            <p:spPr>
              <a:xfrm>
                <a:off x="1306519" y="4699205"/>
                <a:ext cx="344845" cy="366253"/>
              </a:xfrm>
              <a:custGeom>
                <a:avLst/>
                <a:gdLst>
                  <a:gd name="connsiteX0" fmla="*/ 305981 w 344845"/>
                  <a:gd name="connsiteY0" fmla="*/ 18255 h 366253"/>
                  <a:gd name="connsiteX1" fmla="*/ 295885 w 344845"/>
                  <a:gd name="connsiteY1" fmla="*/ 11587 h 366253"/>
                  <a:gd name="connsiteX2" fmla="*/ 242354 w 344845"/>
                  <a:gd name="connsiteY2" fmla="*/ 1396 h 366253"/>
                  <a:gd name="connsiteX3" fmla="*/ 179870 w 344845"/>
                  <a:gd name="connsiteY3" fmla="*/ 52545 h 366253"/>
                  <a:gd name="connsiteX4" fmla="*/ 89954 w 344845"/>
                  <a:gd name="connsiteY4" fmla="*/ 162463 h 366253"/>
                  <a:gd name="connsiteX5" fmla="*/ 65856 w 344845"/>
                  <a:gd name="connsiteY5" fmla="*/ 152177 h 366253"/>
                  <a:gd name="connsiteX6" fmla="*/ 33089 w 344845"/>
                  <a:gd name="connsiteY6" fmla="*/ 156463 h 366253"/>
                  <a:gd name="connsiteX7" fmla="*/ 26898 w 344845"/>
                  <a:gd name="connsiteY7" fmla="*/ 159796 h 366253"/>
                  <a:gd name="connsiteX8" fmla="*/ 26422 w 344845"/>
                  <a:gd name="connsiteY8" fmla="*/ 160082 h 366253"/>
                  <a:gd name="connsiteX9" fmla="*/ 4991 w 344845"/>
                  <a:gd name="connsiteY9" fmla="*/ 231139 h 366253"/>
                  <a:gd name="connsiteX10" fmla="*/ 72142 w 344845"/>
                  <a:gd name="connsiteY10" fmla="*/ 262000 h 366253"/>
                  <a:gd name="connsiteX11" fmla="*/ 72904 w 344845"/>
                  <a:gd name="connsiteY11" fmla="*/ 261809 h 366253"/>
                  <a:gd name="connsiteX12" fmla="*/ 79667 w 344845"/>
                  <a:gd name="connsiteY12" fmla="*/ 259333 h 366253"/>
                  <a:gd name="connsiteX13" fmla="*/ 104432 w 344845"/>
                  <a:gd name="connsiteY13" fmla="*/ 237520 h 366253"/>
                  <a:gd name="connsiteX14" fmla="*/ 109194 w 344845"/>
                  <a:gd name="connsiteY14" fmla="*/ 227805 h 366253"/>
                  <a:gd name="connsiteX15" fmla="*/ 112052 w 344845"/>
                  <a:gd name="connsiteY15" fmla="*/ 217328 h 366253"/>
                  <a:gd name="connsiteX16" fmla="*/ 112814 w 344845"/>
                  <a:gd name="connsiteY16" fmla="*/ 206469 h 366253"/>
                  <a:gd name="connsiteX17" fmla="*/ 111480 w 344845"/>
                  <a:gd name="connsiteY17" fmla="*/ 195420 h 366253"/>
                  <a:gd name="connsiteX18" fmla="*/ 107861 w 344845"/>
                  <a:gd name="connsiteY18" fmla="*/ 184561 h 366253"/>
                  <a:gd name="connsiteX19" fmla="*/ 105670 w 344845"/>
                  <a:gd name="connsiteY19" fmla="*/ 180370 h 366253"/>
                  <a:gd name="connsiteX20" fmla="*/ 200349 w 344845"/>
                  <a:gd name="connsiteY20" fmla="*/ 64737 h 366253"/>
                  <a:gd name="connsiteX21" fmla="*/ 247116 w 344845"/>
                  <a:gd name="connsiteY21" fmla="*/ 24732 h 366253"/>
                  <a:gd name="connsiteX22" fmla="*/ 291979 w 344845"/>
                  <a:gd name="connsiteY22" fmla="*/ 37495 h 366253"/>
                  <a:gd name="connsiteX23" fmla="*/ 320649 w 344845"/>
                  <a:gd name="connsiteY23" fmla="*/ 80834 h 366253"/>
                  <a:gd name="connsiteX24" fmla="*/ 291693 w 344845"/>
                  <a:gd name="connsiteY24" fmla="*/ 138461 h 366253"/>
                  <a:gd name="connsiteX25" fmla="*/ 203206 w 344845"/>
                  <a:gd name="connsiteY25" fmla="*/ 257809 h 366253"/>
                  <a:gd name="connsiteX26" fmla="*/ 191014 w 344845"/>
                  <a:gd name="connsiteY26" fmla="*/ 254285 h 366253"/>
                  <a:gd name="connsiteX27" fmla="*/ 180156 w 344845"/>
                  <a:gd name="connsiteY27" fmla="*/ 253522 h 366253"/>
                  <a:gd name="connsiteX28" fmla="*/ 169107 w 344845"/>
                  <a:gd name="connsiteY28" fmla="*/ 254856 h 366253"/>
                  <a:gd name="connsiteX29" fmla="*/ 158248 w 344845"/>
                  <a:gd name="connsiteY29" fmla="*/ 258475 h 366253"/>
                  <a:gd name="connsiteX30" fmla="*/ 152057 w 344845"/>
                  <a:gd name="connsiteY30" fmla="*/ 261809 h 366253"/>
                  <a:gd name="connsiteX31" fmla="*/ 151581 w 344845"/>
                  <a:gd name="connsiteY31" fmla="*/ 262095 h 366253"/>
                  <a:gd name="connsiteX32" fmla="*/ 130245 w 344845"/>
                  <a:gd name="connsiteY32" fmla="*/ 333152 h 366253"/>
                  <a:gd name="connsiteX33" fmla="*/ 197491 w 344845"/>
                  <a:gd name="connsiteY33" fmla="*/ 364012 h 366253"/>
                  <a:gd name="connsiteX34" fmla="*/ 198253 w 344845"/>
                  <a:gd name="connsiteY34" fmla="*/ 363822 h 366253"/>
                  <a:gd name="connsiteX35" fmla="*/ 205016 w 344845"/>
                  <a:gd name="connsiteY35" fmla="*/ 361345 h 366253"/>
                  <a:gd name="connsiteX36" fmla="*/ 214922 w 344845"/>
                  <a:gd name="connsiteY36" fmla="*/ 355630 h 366253"/>
                  <a:gd name="connsiteX37" fmla="*/ 235305 w 344845"/>
                  <a:gd name="connsiteY37" fmla="*/ 292003 h 366253"/>
                  <a:gd name="connsiteX38" fmla="*/ 233210 w 344845"/>
                  <a:gd name="connsiteY38" fmla="*/ 286669 h 366253"/>
                  <a:gd name="connsiteX39" fmla="*/ 227495 w 344845"/>
                  <a:gd name="connsiteY39" fmla="*/ 276763 h 366253"/>
                  <a:gd name="connsiteX40" fmla="*/ 223113 w 344845"/>
                  <a:gd name="connsiteY40" fmla="*/ 271525 h 366253"/>
                  <a:gd name="connsiteX41" fmla="*/ 308648 w 344845"/>
                  <a:gd name="connsiteY41" fmla="*/ 155510 h 366253"/>
                  <a:gd name="connsiteX42" fmla="*/ 344652 w 344845"/>
                  <a:gd name="connsiteY42" fmla="*/ 79215 h 366253"/>
                  <a:gd name="connsiteX43" fmla="*/ 305981 w 344845"/>
                  <a:gd name="connsiteY43" fmla="*/ 18255 h 36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44845" h="366253">
                    <a:moveTo>
                      <a:pt x="305981" y="18255"/>
                    </a:moveTo>
                    <a:cubicBezTo>
                      <a:pt x="302647" y="15778"/>
                      <a:pt x="299218" y="13588"/>
                      <a:pt x="295885" y="11587"/>
                    </a:cubicBezTo>
                    <a:cubicBezTo>
                      <a:pt x="277977" y="1205"/>
                      <a:pt x="259975" y="-2224"/>
                      <a:pt x="242354" y="1396"/>
                    </a:cubicBezTo>
                    <a:cubicBezTo>
                      <a:pt x="218541" y="6253"/>
                      <a:pt x="196920" y="23970"/>
                      <a:pt x="179870" y="52545"/>
                    </a:cubicBezTo>
                    <a:cubicBezTo>
                      <a:pt x="155581" y="93407"/>
                      <a:pt x="116148" y="141223"/>
                      <a:pt x="89954" y="162463"/>
                    </a:cubicBezTo>
                    <a:cubicBezTo>
                      <a:pt x="82810" y="157225"/>
                      <a:pt x="74523" y="153700"/>
                      <a:pt x="65856" y="152177"/>
                    </a:cubicBezTo>
                    <a:cubicBezTo>
                      <a:pt x="55093" y="150367"/>
                      <a:pt x="43758" y="151605"/>
                      <a:pt x="33089" y="156463"/>
                    </a:cubicBezTo>
                    <a:cubicBezTo>
                      <a:pt x="30899" y="157415"/>
                      <a:pt x="28803" y="158558"/>
                      <a:pt x="26898" y="159796"/>
                    </a:cubicBezTo>
                    <a:cubicBezTo>
                      <a:pt x="26708" y="159892"/>
                      <a:pt x="26613" y="159987"/>
                      <a:pt x="26422" y="160082"/>
                    </a:cubicBezTo>
                    <a:cubicBezTo>
                      <a:pt x="2895" y="174846"/>
                      <a:pt x="-6725" y="205040"/>
                      <a:pt x="4991" y="231139"/>
                    </a:cubicBezTo>
                    <a:cubicBezTo>
                      <a:pt x="16707" y="257047"/>
                      <a:pt x="45663" y="269715"/>
                      <a:pt x="72142" y="262000"/>
                    </a:cubicBezTo>
                    <a:cubicBezTo>
                      <a:pt x="72428" y="261904"/>
                      <a:pt x="72618" y="261904"/>
                      <a:pt x="72904" y="261809"/>
                    </a:cubicBezTo>
                    <a:cubicBezTo>
                      <a:pt x="75190" y="261142"/>
                      <a:pt x="77476" y="260285"/>
                      <a:pt x="79667" y="259333"/>
                    </a:cubicBezTo>
                    <a:cubicBezTo>
                      <a:pt x="90335" y="254475"/>
                      <a:pt x="98717" y="246760"/>
                      <a:pt x="104432" y="237520"/>
                    </a:cubicBezTo>
                    <a:cubicBezTo>
                      <a:pt x="106337" y="234472"/>
                      <a:pt x="107956" y="231139"/>
                      <a:pt x="109194" y="227805"/>
                    </a:cubicBezTo>
                    <a:cubicBezTo>
                      <a:pt x="110433" y="224471"/>
                      <a:pt x="111385" y="220947"/>
                      <a:pt x="112052" y="217328"/>
                    </a:cubicBezTo>
                    <a:cubicBezTo>
                      <a:pt x="112623" y="213708"/>
                      <a:pt x="112909" y="210088"/>
                      <a:pt x="112814" y="206469"/>
                    </a:cubicBezTo>
                    <a:cubicBezTo>
                      <a:pt x="112719" y="202849"/>
                      <a:pt x="112243" y="199135"/>
                      <a:pt x="111480" y="195420"/>
                    </a:cubicBezTo>
                    <a:cubicBezTo>
                      <a:pt x="110623" y="191800"/>
                      <a:pt x="109480" y="188181"/>
                      <a:pt x="107861" y="184561"/>
                    </a:cubicBezTo>
                    <a:cubicBezTo>
                      <a:pt x="107194" y="183133"/>
                      <a:pt x="106432" y="181704"/>
                      <a:pt x="105670" y="180370"/>
                    </a:cubicBezTo>
                    <a:cubicBezTo>
                      <a:pt x="136436" y="155034"/>
                      <a:pt x="177298" y="103408"/>
                      <a:pt x="200349" y="64737"/>
                    </a:cubicBezTo>
                    <a:cubicBezTo>
                      <a:pt x="209778" y="48925"/>
                      <a:pt x="225495" y="29113"/>
                      <a:pt x="247116" y="24732"/>
                    </a:cubicBezTo>
                    <a:cubicBezTo>
                      <a:pt x="261309" y="21874"/>
                      <a:pt x="276358" y="26161"/>
                      <a:pt x="291979" y="37495"/>
                    </a:cubicBezTo>
                    <a:cubicBezTo>
                      <a:pt x="304266" y="46449"/>
                      <a:pt x="319126" y="61213"/>
                      <a:pt x="320649" y="80834"/>
                    </a:cubicBezTo>
                    <a:cubicBezTo>
                      <a:pt x="321983" y="98646"/>
                      <a:pt x="312268" y="118077"/>
                      <a:pt x="291693" y="138461"/>
                    </a:cubicBezTo>
                    <a:cubicBezTo>
                      <a:pt x="250164" y="179608"/>
                      <a:pt x="217018" y="233615"/>
                      <a:pt x="203206" y="257809"/>
                    </a:cubicBezTo>
                    <a:cubicBezTo>
                      <a:pt x="199301" y="256189"/>
                      <a:pt x="195205" y="254951"/>
                      <a:pt x="191014" y="254285"/>
                    </a:cubicBezTo>
                    <a:cubicBezTo>
                      <a:pt x="187395" y="253713"/>
                      <a:pt x="183775" y="253427"/>
                      <a:pt x="180156" y="253522"/>
                    </a:cubicBezTo>
                    <a:cubicBezTo>
                      <a:pt x="176536" y="253618"/>
                      <a:pt x="172821" y="254094"/>
                      <a:pt x="169107" y="254856"/>
                    </a:cubicBezTo>
                    <a:cubicBezTo>
                      <a:pt x="165487" y="255713"/>
                      <a:pt x="161868" y="256856"/>
                      <a:pt x="158248" y="258475"/>
                    </a:cubicBezTo>
                    <a:cubicBezTo>
                      <a:pt x="156057" y="259428"/>
                      <a:pt x="153962" y="260571"/>
                      <a:pt x="152057" y="261809"/>
                    </a:cubicBezTo>
                    <a:cubicBezTo>
                      <a:pt x="151866" y="261904"/>
                      <a:pt x="151676" y="262000"/>
                      <a:pt x="151581" y="262095"/>
                    </a:cubicBezTo>
                    <a:cubicBezTo>
                      <a:pt x="128054" y="276859"/>
                      <a:pt x="118434" y="307053"/>
                      <a:pt x="130245" y="333152"/>
                    </a:cubicBezTo>
                    <a:cubicBezTo>
                      <a:pt x="141960" y="359060"/>
                      <a:pt x="170916" y="371728"/>
                      <a:pt x="197491" y="364012"/>
                    </a:cubicBezTo>
                    <a:cubicBezTo>
                      <a:pt x="197777" y="363917"/>
                      <a:pt x="197968" y="363917"/>
                      <a:pt x="198253" y="363822"/>
                    </a:cubicBezTo>
                    <a:cubicBezTo>
                      <a:pt x="200539" y="363155"/>
                      <a:pt x="202825" y="362298"/>
                      <a:pt x="205016" y="361345"/>
                    </a:cubicBezTo>
                    <a:cubicBezTo>
                      <a:pt x="208540" y="359726"/>
                      <a:pt x="211874" y="357821"/>
                      <a:pt x="214922" y="355630"/>
                    </a:cubicBezTo>
                    <a:cubicBezTo>
                      <a:pt x="234639" y="341343"/>
                      <a:pt x="243211" y="315530"/>
                      <a:pt x="235305" y="292003"/>
                    </a:cubicBezTo>
                    <a:cubicBezTo>
                      <a:pt x="234734" y="290194"/>
                      <a:pt x="233972" y="288384"/>
                      <a:pt x="233210" y="286669"/>
                    </a:cubicBezTo>
                    <a:cubicBezTo>
                      <a:pt x="231591" y="283145"/>
                      <a:pt x="229686" y="279811"/>
                      <a:pt x="227495" y="276763"/>
                    </a:cubicBezTo>
                    <a:cubicBezTo>
                      <a:pt x="226161" y="274858"/>
                      <a:pt x="224637" y="273144"/>
                      <a:pt x="223113" y="271525"/>
                    </a:cubicBezTo>
                    <a:cubicBezTo>
                      <a:pt x="235686" y="249522"/>
                      <a:pt x="268452" y="195229"/>
                      <a:pt x="308648" y="155510"/>
                    </a:cubicBezTo>
                    <a:cubicBezTo>
                      <a:pt x="334365" y="129983"/>
                      <a:pt x="346557" y="104266"/>
                      <a:pt x="344652" y="79215"/>
                    </a:cubicBezTo>
                    <a:cubicBezTo>
                      <a:pt x="342652" y="56260"/>
                      <a:pt x="329412" y="35305"/>
                      <a:pt x="305981" y="1825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4" name="Forme libre : forme 283">
                <a:extLst>
                  <a:ext uri="{FF2B5EF4-FFF2-40B4-BE49-F238E27FC236}">
                    <a16:creationId xmlns:a16="http://schemas.microsoft.com/office/drawing/2014/main" id="{84299EF4-528E-448A-94F5-E8DBEA0A98A8}"/>
                  </a:ext>
                </a:extLst>
              </p:cNvPr>
              <p:cNvSpPr/>
              <p:nvPr/>
            </p:nvSpPr>
            <p:spPr>
              <a:xfrm>
                <a:off x="1669710" y="2414462"/>
                <a:ext cx="297833" cy="376904"/>
              </a:xfrm>
              <a:custGeom>
                <a:avLst/>
                <a:gdLst>
                  <a:gd name="connsiteX0" fmla="*/ 280642 w 297833"/>
                  <a:gd name="connsiteY0" fmla="*/ 240455 h 376904"/>
                  <a:gd name="connsiteX1" fmla="*/ 229492 w 297833"/>
                  <a:gd name="connsiteY1" fmla="*/ 107962 h 376904"/>
                  <a:gd name="connsiteX2" fmla="*/ 233779 w 297833"/>
                  <a:gd name="connsiteY2" fmla="*/ 105867 h 376904"/>
                  <a:gd name="connsiteX3" fmla="*/ 242732 w 297833"/>
                  <a:gd name="connsiteY3" fmla="*/ 99771 h 376904"/>
                  <a:gd name="connsiteX4" fmla="*/ 262830 w 297833"/>
                  <a:gd name="connsiteY4" fmla="*/ 61575 h 376904"/>
                  <a:gd name="connsiteX5" fmla="*/ 263020 w 297833"/>
                  <a:gd name="connsiteY5" fmla="*/ 54527 h 376904"/>
                  <a:gd name="connsiteX6" fmla="*/ 263020 w 297833"/>
                  <a:gd name="connsiteY6" fmla="*/ 53955 h 376904"/>
                  <a:gd name="connsiteX7" fmla="*/ 211871 w 297833"/>
                  <a:gd name="connsiteY7" fmla="*/ 234 h 376904"/>
                  <a:gd name="connsiteX8" fmla="*/ 151863 w 297833"/>
                  <a:gd name="connsiteY8" fmla="*/ 43383 h 376904"/>
                  <a:gd name="connsiteX9" fmla="*/ 151673 w 297833"/>
                  <a:gd name="connsiteY9" fmla="*/ 44145 h 376904"/>
                  <a:gd name="connsiteX10" fmla="*/ 150530 w 297833"/>
                  <a:gd name="connsiteY10" fmla="*/ 51288 h 376904"/>
                  <a:gd name="connsiteX11" fmla="*/ 150625 w 297833"/>
                  <a:gd name="connsiteY11" fmla="*/ 62718 h 376904"/>
                  <a:gd name="connsiteX12" fmla="*/ 175390 w 297833"/>
                  <a:gd name="connsiteY12" fmla="*/ 103390 h 376904"/>
                  <a:gd name="connsiteX13" fmla="*/ 201584 w 297833"/>
                  <a:gd name="connsiteY13" fmla="*/ 112629 h 376904"/>
                  <a:gd name="connsiteX14" fmla="*/ 206346 w 297833"/>
                  <a:gd name="connsiteY14" fmla="*/ 112820 h 376904"/>
                  <a:gd name="connsiteX15" fmla="*/ 260068 w 297833"/>
                  <a:gd name="connsiteY15" fmla="*/ 252266 h 376904"/>
                  <a:gd name="connsiteX16" fmla="*/ 271783 w 297833"/>
                  <a:gd name="connsiteY16" fmla="*/ 312654 h 376904"/>
                  <a:gd name="connsiteX17" fmla="*/ 238541 w 297833"/>
                  <a:gd name="connsiteY17" fmla="*/ 345325 h 376904"/>
                  <a:gd name="connsiteX18" fmla="*/ 186725 w 297833"/>
                  <a:gd name="connsiteY18" fmla="*/ 348849 h 376904"/>
                  <a:gd name="connsiteX19" fmla="*/ 150911 w 297833"/>
                  <a:gd name="connsiteY19" fmla="*/ 295128 h 376904"/>
                  <a:gd name="connsiteX20" fmla="*/ 90904 w 297833"/>
                  <a:gd name="connsiteY20" fmla="*/ 159207 h 376904"/>
                  <a:gd name="connsiteX21" fmla="*/ 92713 w 297833"/>
                  <a:gd name="connsiteY21" fmla="*/ 157778 h 376904"/>
                  <a:gd name="connsiteX22" fmla="*/ 100047 w 297833"/>
                  <a:gd name="connsiteY22" fmla="*/ 150444 h 376904"/>
                  <a:gd name="connsiteX23" fmla="*/ 106144 w 297833"/>
                  <a:gd name="connsiteY23" fmla="*/ 141395 h 376904"/>
                  <a:gd name="connsiteX24" fmla="*/ 112525 w 297833"/>
                  <a:gd name="connsiteY24" fmla="*/ 119964 h 376904"/>
                  <a:gd name="connsiteX25" fmla="*/ 112716 w 297833"/>
                  <a:gd name="connsiteY25" fmla="*/ 112915 h 376904"/>
                  <a:gd name="connsiteX26" fmla="*/ 112716 w 297833"/>
                  <a:gd name="connsiteY26" fmla="*/ 112344 h 376904"/>
                  <a:gd name="connsiteX27" fmla="*/ 61567 w 297833"/>
                  <a:gd name="connsiteY27" fmla="*/ 58623 h 376904"/>
                  <a:gd name="connsiteX28" fmla="*/ 1559 w 297833"/>
                  <a:gd name="connsiteY28" fmla="*/ 101771 h 376904"/>
                  <a:gd name="connsiteX29" fmla="*/ 1369 w 297833"/>
                  <a:gd name="connsiteY29" fmla="*/ 102533 h 376904"/>
                  <a:gd name="connsiteX30" fmla="*/ 226 w 297833"/>
                  <a:gd name="connsiteY30" fmla="*/ 109677 h 376904"/>
                  <a:gd name="connsiteX31" fmla="*/ 4512 w 297833"/>
                  <a:gd name="connsiteY31" fmla="*/ 137109 h 376904"/>
                  <a:gd name="connsiteX32" fmla="*/ 16704 w 297833"/>
                  <a:gd name="connsiteY32" fmla="*/ 154920 h 376904"/>
                  <a:gd name="connsiteX33" fmla="*/ 51279 w 297833"/>
                  <a:gd name="connsiteY33" fmla="*/ 171018 h 376904"/>
                  <a:gd name="connsiteX34" fmla="*/ 69472 w 297833"/>
                  <a:gd name="connsiteY34" fmla="*/ 169684 h 376904"/>
                  <a:gd name="connsiteX35" fmla="*/ 128051 w 297833"/>
                  <a:gd name="connsiteY35" fmla="*/ 301415 h 376904"/>
                  <a:gd name="connsiteX36" fmla="*/ 176629 w 297833"/>
                  <a:gd name="connsiteY36" fmla="*/ 370376 h 376904"/>
                  <a:gd name="connsiteX37" fmla="*/ 248447 w 297833"/>
                  <a:gd name="connsiteY37" fmla="*/ 367042 h 376904"/>
                  <a:gd name="connsiteX38" fmla="*/ 259210 w 297833"/>
                  <a:gd name="connsiteY38" fmla="*/ 361518 h 376904"/>
                  <a:gd name="connsiteX39" fmla="*/ 294548 w 297833"/>
                  <a:gd name="connsiteY39" fmla="*/ 319989 h 376904"/>
                  <a:gd name="connsiteX40" fmla="*/ 280642 w 297833"/>
                  <a:gd name="connsiteY40" fmla="*/ 240455 h 376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97833" h="376904">
                    <a:moveTo>
                      <a:pt x="280642" y="240455"/>
                    </a:moveTo>
                    <a:cubicBezTo>
                      <a:pt x="257115" y="199116"/>
                      <a:pt x="235112" y="141204"/>
                      <a:pt x="229492" y="107962"/>
                    </a:cubicBezTo>
                    <a:cubicBezTo>
                      <a:pt x="230921" y="107295"/>
                      <a:pt x="232350" y="106629"/>
                      <a:pt x="233779" y="105867"/>
                    </a:cubicBezTo>
                    <a:cubicBezTo>
                      <a:pt x="236922" y="104152"/>
                      <a:pt x="239970" y="102057"/>
                      <a:pt x="242732" y="99771"/>
                    </a:cubicBezTo>
                    <a:cubicBezTo>
                      <a:pt x="253876" y="90531"/>
                      <a:pt x="261401" y="77101"/>
                      <a:pt x="262830" y="61575"/>
                    </a:cubicBezTo>
                    <a:cubicBezTo>
                      <a:pt x="263020" y="59194"/>
                      <a:pt x="263020" y="56813"/>
                      <a:pt x="263020" y="54527"/>
                    </a:cubicBezTo>
                    <a:cubicBezTo>
                      <a:pt x="263020" y="54336"/>
                      <a:pt x="263020" y="54146"/>
                      <a:pt x="263020" y="53955"/>
                    </a:cubicBezTo>
                    <a:cubicBezTo>
                      <a:pt x="261782" y="26142"/>
                      <a:pt x="240255" y="2901"/>
                      <a:pt x="211871" y="234"/>
                    </a:cubicBezTo>
                    <a:cubicBezTo>
                      <a:pt x="183487" y="-2337"/>
                      <a:pt x="158245" y="16522"/>
                      <a:pt x="151863" y="43383"/>
                    </a:cubicBezTo>
                    <a:cubicBezTo>
                      <a:pt x="151768" y="43668"/>
                      <a:pt x="151768" y="43859"/>
                      <a:pt x="151673" y="44145"/>
                    </a:cubicBezTo>
                    <a:cubicBezTo>
                      <a:pt x="151197" y="46431"/>
                      <a:pt x="150721" y="48812"/>
                      <a:pt x="150530" y="51288"/>
                    </a:cubicBezTo>
                    <a:cubicBezTo>
                      <a:pt x="150149" y="55194"/>
                      <a:pt x="150244" y="59004"/>
                      <a:pt x="150625" y="62718"/>
                    </a:cubicBezTo>
                    <a:cubicBezTo>
                      <a:pt x="152530" y="79482"/>
                      <a:pt x="161770" y="94341"/>
                      <a:pt x="175390" y="103390"/>
                    </a:cubicBezTo>
                    <a:cubicBezTo>
                      <a:pt x="182915" y="108438"/>
                      <a:pt x="191869" y="111772"/>
                      <a:pt x="201584" y="112629"/>
                    </a:cubicBezTo>
                    <a:cubicBezTo>
                      <a:pt x="203203" y="112820"/>
                      <a:pt x="204727" y="112820"/>
                      <a:pt x="206346" y="112820"/>
                    </a:cubicBezTo>
                    <a:cubicBezTo>
                      <a:pt x="213109" y="152063"/>
                      <a:pt x="237874" y="213213"/>
                      <a:pt x="260068" y="252266"/>
                    </a:cubicBezTo>
                    <a:cubicBezTo>
                      <a:pt x="269212" y="268268"/>
                      <a:pt x="278546" y="291699"/>
                      <a:pt x="271783" y="312654"/>
                    </a:cubicBezTo>
                    <a:cubicBezTo>
                      <a:pt x="267306" y="326370"/>
                      <a:pt x="256067" y="337419"/>
                      <a:pt x="238541" y="345325"/>
                    </a:cubicBezTo>
                    <a:cubicBezTo>
                      <a:pt x="224730" y="351516"/>
                      <a:pt x="204537" y="357231"/>
                      <a:pt x="186725" y="348849"/>
                    </a:cubicBezTo>
                    <a:cubicBezTo>
                      <a:pt x="170533" y="341229"/>
                      <a:pt x="158531" y="323132"/>
                      <a:pt x="150911" y="295128"/>
                    </a:cubicBezTo>
                    <a:cubicBezTo>
                      <a:pt x="135671" y="238645"/>
                      <a:pt x="105001" y="183210"/>
                      <a:pt x="90904" y="159207"/>
                    </a:cubicBezTo>
                    <a:cubicBezTo>
                      <a:pt x="91475" y="158730"/>
                      <a:pt x="92142" y="158254"/>
                      <a:pt x="92713" y="157778"/>
                    </a:cubicBezTo>
                    <a:cubicBezTo>
                      <a:pt x="95380" y="155587"/>
                      <a:pt x="97762" y="153111"/>
                      <a:pt x="100047" y="150444"/>
                    </a:cubicBezTo>
                    <a:cubicBezTo>
                      <a:pt x="102334" y="147681"/>
                      <a:pt x="104334" y="144633"/>
                      <a:pt x="106144" y="141395"/>
                    </a:cubicBezTo>
                    <a:cubicBezTo>
                      <a:pt x="109572" y="134918"/>
                      <a:pt x="111859" y="127679"/>
                      <a:pt x="112525" y="119964"/>
                    </a:cubicBezTo>
                    <a:cubicBezTo>
                      <a:pt x="112716" y="117582"/>
                      <a:pt x="112716" y="115201"/>
                      <a:pt x="112716" y="112915"/>
                    </a:cubicBezTo>
                    <a:cubicBezTo>
                      <a:pt x="112716" y="112725"/>
                      <a:pt x="112716" y="112534"/>
                      <a:pt x="112716" y="112344"/>
                    </a:cubicBezTo>
                    <a:cubicBezTo>
                      <a:pt x="111478" y="84531"/>
                      <a:pt x="89951" y="61290"/>
                      <a:pt x="61567" y="58623"/>
                    </a:cubicBezTo>
                    <a:cubicBezTo>
                      <a:pt x="33182" y="56051"/>
                      <a:pt x="7941" y="74910"/>
                      <a:pt x="1559" y="101771"/>
                    </a:cubicBezTo>
                    <a:cubicBezTo>
                      <a:pt x="1464" y="102057"/>
                      <a:pt x="1464" y="102247"/>
                      <a:pt x="1369" y="102533"/>
                    </a:cubicBezTo>
                    <a:cubicBezTo>
                      <a:pt x="892" y="104819"/>
                      <a:pt x="416" y="107200"/>
                      <a:pt x="226" y="109677"/>
                    </a:cubicBezTo>
                    <a:cubicBezTo>
                      <a:pt x="-632" y="119392"/>
                      <a:pt x="987" y="128727"/>
                      <a:pt x="4512" y="137109"/>
                    </a:cubicBezTo>
                    <a:cubicBezTo>
                      <a:pt x="7369" y="143776"/>
                      <a:pt x="11560" y="149872"/>
                      <a:pt x="16704" y="154920"/>
                    </a:cubicBezTo>
                    <a:cubicBezTo>
                      <a:pt x="25657" y="163874"/>
                      <a:pt x="37659" y="169779"/>
                      <a:pt x="51279" y="171018"/>
                    </a:cubicBezTo>
                    <a:cubicBezTo>
                      <a:pt x="57566" y="171589"/>
                      <a:pt x="63662" y="171113"/>
                      <a:pt x="69472" y="169684"/>
                    </a:cubicBezTo>
                    <a:cubicBezTo>
                      <a:pt x="82426" y="191496"/>
                      <a:pt x="113383" y="246837"/>
                      <a:pt x="128051" y="301415"/>
                    </a:cubicBezTo>
                    <a:cubicBezTo>
                      <a:pt x="137481" y="336467"/>
                      <a:pt x="153864" y="359613"/>
                      <a:pt x="176629" y="370376"/>
                    </a:cubicBezTo>
                    <a:cubicBezTo>
                      <a:pt x="197203" y="380091"/>
                      <a:pt x="222063" y="378948"/>
                      <a:pt x="248447" y="367042"/>
                    </a:cubicBezTo>
                    <a:cubicBezTo>
                      <a:pt x="252257" y="365328"/>
                      <a:pt x="255877" y="363518"/>
                      <a:pt x="259210" y="361518"/>
                    </a:cubicBezTo>
                    <a:cubicBezTo>
                      <a:pt x="277117" y="351040"/>
                      <a:pt x="289023" y="337134"/>
                      <a:pt x="294548" y="319989"/>
                    </a:cubicBezTo>
                    <a:cubicBezTo>
                      <a:pt x="301787" y="296843"/>
                      <a:pt x="297025" y="269411"/>
                      <a:pt x="280642" y="24045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5" name="Forme libre : forme 284">
                <a:extLst>
                  <a:ext uri="{FF2B5EF4-FFF2-40B4-BE49-F238E27FC236}">
                    <a16:creationId xmlns:a16="http://schemas.microsoft.com/office/drawing/2014/main" id="{0710ACA3-C9AD-4BF3-A227-5BA1CDC5D49E}"/>
                  </a:ext>
                </a:extLst>
              </p:cNvPr>
              <p:cNvSpPr/>
              <p:nvPr/>
            </p:nvSpPr>
            <p:spPr>
              <a:xfrm>
                <a:off x="2717375" y="2434932"/>
                <a:ext cx="178614" cy="352879"/>
              </a:xfrm>
              <a:custGeom>
                <a:avLst/>
                <a:gdLst>
                  <a:gd name="connsiteX0" fmla="*/ 22313 w 178614"/>
                  <a:gd name="connsiteY0" fmla="*/ 340285 h 352879"/>
                  <a:gd name="connsiteX1" fmla="*/ 22313 w 178614"/>
                  <a:gd name="connsiteY1" fmla="*/ 340285 h 352879"/>
                  <a:gd name="connsiteX2" fmla="*/ 45934 w 178614"/>
                  <a:gd name="connsiteY2" fmla="*/ 337332 h 352879"/>
                  <a:gd name="connsiteX3" fmla="*/ 44887 w 178614"/>
                  <a:gd name="connsiteY3" fmla="*/ 311901 h 352879"/>
                  <a:gd name="connsiteX4" fmla="*/ 114515 w 178614"/>
                  <a:gd name="connsiteY4" fmla="*/ 112352 h 352879"/>
                  <a:gd name="connsiteX5" fmla="*/ 120706 w 178614"/>
                  <a:gd name="connsiteY5" fmla="*/ 112828 h 352879"/>
                  <a:gd name="connsiteX6" fmla="*/ 126135 w 178614"/>
                  <a:gd name="connsiteY6" fmla="*/ 112733 h 352879"/>
                  <a:gd name="connsiteX7" fmla="*/ 146995 w 178614"/>
                  <a:gd name="connsiteY7" fmla="*/ 107113 h 352879"/>
                  <a:gd name="connsiteX8" fmla="*/ 168140 w 178614"/>
                  <a:gd name="connsiteY8" fmla="*/ 89111 h 352879"/>
                  <a:gd name="connsiteX9" fmla="*/ 171855 w 178614"/>
                  <a:gd name="connsiteY9" fmla="*/ 83110 h 352879"/>
                  <a:gd name="connsiteX10" fmla="*/ 172141 w 178614"/>
                  <a:gd name="connsiteY10" fmla="*/ 82539 h 352879"/>
                  <a:gd name="connsiteX11" fmla="*/ 154900 w 178614"/>
                  <a:gd name="connsiteY11" fmla="*/ 10435 h 352879"/>
                  <a:gd name="connsiteX12" fmla="*/ 81272 w 178614"/>
                  <a:gd name="connsiteY12" fmla="*/ 17578 h 352879"/>
                  <a:gd name="connsiteX13" fmla="*/ 80701 w 178614"/>
                  <a:gd name="connsiteY13" fmla="*/ 18150 h 352879"/>
                  <a:gd name="connsiteX14" fmla="*/ 76129 w 178614"/>
                  <a:gd name="connsiteY14" fmla="*/ 23674 h 352879"/>
                  <a:gd name="connsiteX15" fmla="*/ 66985 w 178614"/>
                  <a:gd name="connsiteY15" fmla="*/ 44153 h 352879"/>
                  <a:gd name="connsiteX16" fmla="*/ 65651 w 178614"/>
                  <a:gd name="connsiteY16" fmla="*/ 55011 h 352879"/>
                  <a:gd name="connsiteX17" fmla="*/ 65747 w 178614"/>
                  <a:gd name="connsiteY17" fmla="*/ 60441 h 352879"/>
                  <a:gd name="connsiteX18" fmla="*/ 67556 w 178614"/>
                  <a:gd name="connsiteY18" fmla="*/ 71109 h 352879"/>
                  <a:gd name="connsiteX19" fmla="*/ 69175 w 178614"/>
                  <a:gd name="connsiteY19" fmla="*/ 76252 h 352879"/>
                  <a:gd name="connsiteX20" fmla="*/ 73938 w 178614"/>
                  <a:gd name="connsiteY20" fmla="*/ 86063 h 352879"/>
                  <a:gd name="connsiteX21" fmla="*/ 80701 w 178614"/>
                  <a:gd name="connsiteY21" fmla="*/ 94921 h 352879"/>
                  <a:gd name="connsiteX22" fmla="*/ 89273 w 178614"/>
                  <a:gd name="connsiteY22" fmla="*/ 102446 h 352879"/>
                  <a:gd name="connsiteX23" fmla="*/ 92036 w 178614"/>
                  <a:gd name="connsiteY23" fmla="*/ 104256 h 352879"/>
                  <a:gd name="connsiteX24" fmla="*/ 22694 w 178614"/>
                  <a:gd name="connsiteY24" fmla="*/ 302947 h 352879"/>
                  <a:gd name="connsiteX25" fmla="*/ 5548 w 178614"/>
                  <a:gd name="connsiteY25" fmla="*/ 323426 h 352879"/>
                  <a:gd name="connsiteX26" fmla="*/ 22313 w 178614"/>
                  <a:gd name="connsiteY26" fmla="*/ 340285 h 352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8614" h="352879">
                    <a:moveTo>
                      <a:pt x="22313" y="340285"/>
                    </a:moveTo>
                    <a:lnTo>
                      <a:pt x="22313" y="340285"/>
                    </a:lnTo>
                    <a:cubicBezTo>
                      <a:pt x="29932" y="361336"/>
                      <a:pt x="49745" y="352953"/>
                      <a:pt x="45934" y="337332"/>
                    </a:cubicBezTo>
                    <a:cubicBezTo>
                      <a:pt x="42982" y="325521"/>
                      <a:pt x="44125" y="315901"/>
                      <a:pt x="44887" y="311901"/>
                    </a:cubicBezTo>
                    <a:lnTo>
                      <a:pt x="114515" y="112352"/>
                    </a:lnTo>
                    <a:cubicBezTo>
                      <a:pt x="116610" y="112638"/>
                      <a:pt x="118610" y="112828"/>
                      <a:pt x="120706" y="112828"/>
                    </a:cubicBezTo>
                    <a:cubicBezTo>
                      <a:pt x="122515" y="112828"/>
                      <a:pt x="124325" y="112828"/>
                      <a:pt x="126135" y="112733"/>
                    </a:cubicBezTo>
                    <a:cubicBezTo>
                      <a:pt x="133374" y="112257"/>
                      <a:pt x="140423" y="110352"/>
                      <a:pt x="146995" y="107113"/>
                    </a:cubicBezTo>
                    <a:cubicBezTo>
                      <a:pt x="155186" y="103113"/>
                      <a:pt x="162521" y="97112"/>
                      <a:pt x="168140" y="89111"/>
                    </a:cubicBezTo>
                    <a:cubicBezTo>
                      <a:pt x="169569" y="87111"/>
                      <a:pt x="170712" y="85111"/>
                      <a:pt x="171855" y="83110"/>
                    </a:cubicBezTo>
                    <a:cubicBezTo>
                      <a:pt x="171950" y="82920"/>
                      <a:pt x="172046" y="82729"/>
                      <a:pt x="172141" y="82539"/>
                    </a:cubicBezTo>
                    <a:cubicBezTo>
                      <a:pt x="185095" y="57964"/>
                      <a:pt x="178237" y="27008"/>
                      <a:pt x="154900" y="10435"/>
                    </a:cubicBezTo>
                    <a:cubicBezTo>
                      <a:pt x="131755" y="-6044"/>
                      <a:pt x="100322" y="-2519"/>
                      <a:pt x="81272" y="17578"/>
                    </a:cubicBezTo>
                    <a:cubicBezTo>
                      <a:pt x="81082" y="17769"/>
                      <a:pt x="80891" y="17959"/>
                      <a:pt x="80701" y="18150"/>
                    </a:cubicBezTo>
                    <a:cubicBezTo>
                      <a:pt x="79082" y="19864"/>
                      <a:pt x="77557" y="21769"/>
                      <a:pt x="76129" y="23674"/>
                    </a:cubicBezTo>
                    <a:cubicBezTo>
                      <a:pt x="71652" y="30056"/>
                      <a:pt x="68604" y="37009"/>
                      <a:pt x="66985" y="44153"/>
                    </a:cubicBezTo>
                    <a:cubicBezTo>
                      <a:pt x="66223" y="47773"/>
                      <a:pt x="65747" y="51392"/>
                      <a:pt x="65651" y="55011"/>
                    </a:cubicBezTo>
                    <a:cubicBezTo>
                      <a:pt x="65651" y="56821"/>
                      <a:pt x="65651" y="58631"/>
                      <a:pt x="65747" y="60441"/>
                    </a:cubicBezTo>
                    <a:cubicBezTo>
                      <a:pt x="66032" y="64060"/>
                      <a:pt x="66604" y="67585"/>
                      <a:pt x="67556" y="71109"/>
                    </a:cubicBezTo>
                    <a:cubicBezTo>
                      <a:pt x="68032" y="72823"/>
                      <a:pt x="68604" y="74538"/>
                      <a:pt x="69175" y="76252"/>
                    </a:cubicBezTo>
                    <a:cubicBezTo>
                      <a:pt x="70414" y="79681"/>
                      <a:pt x="72033" y="82920"/>
                      <a:pt x="73938" y="86063"/>
                    </a:cubicBezTo>
                    <a:cubicBezTo>
                      <a:pt x="75843" y="89206"/>
                      <a:pt x="78129" y="92159"/>
                      <a:pt x="80701" y="94921"/>
                    </a:cubicBezTo>
                    <a:cubicBezTo>
                      <a:pt x="83273" y="97683"/>
                      <a:pt x="86130" y="100160"/>
                      <a:pt x="89273" y="102446"/>
                    </a:cubicBezTo>
                    <a:cubicBezTo>
                      <a:pt x="90131" y="103113"/>
                      <a:pt x="91083" y="103589"/>
                      <a:pt x="92036" y="104256"/>
                    </a:cubicBezTo>
                    <a:lnTo>
                      <a:pt x="22694" y="302947"/>
                    </a:lnTo>
                    <a:cubicBezTo>
                      <a:pt x="21550" y="305424"/>
                      <a:pt x="16502" y="314949"/>
                      <a:pt x="5548" y="323426"/>
                    </a:cubicBezTo>
                    <a:cubicBezTo>
                      <a:pt x="-7120" y="333237"/>
                      <a:pt x="3358" y="352096"/>
                      <a:pt x="22313" y="340285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6" name="Forme libre : forme 285">
                <a:extLst>
                  <a:ext uri="{FF2B5EF4-FFF2-40B4-BE49-F238E27FC236}">
                    <a16:creationId xmlns:a16="http://schemas.microsoft.com/office/drawing/2014/main" id="{2AEE73D3-0645-410A-851D-7C9350502EFB}"/>
                  </a:ext>
                </a:extLst>
              </p:cNvPr>
              <p:cNvSpPr/>
              <p:nvPr/>
            </p:nvSpPr>
            <p:spPr>
              <a:xfrm>
                <a:off x="3444988" y="3537217"/>
                <a:ext cx="362513" cy="135656"/>
              </a:xfrm>
              <a:custGeom>
                <a:avLst/>
                <a:gdLst>
                  <a:gd name="connsiteX0" fmla="*/ 318542 w 362513"/>
                  <a:gd name="connsiteY0" fmla="*/ 1429 h 135656"/>
                  <a:gd name="connsiteX1" fmla="*/ 311399 w 362513"/>
                  <a:gd name="connsiteY1" fmla="*/ 286 h 135656"/>
                  <a:gd name="connsiteX2" fmla="*/ 305588 w 362513"/>
                  <a:gd name="connsiteY2" fmla="*/ 0 h 135656"/>
                  <a:gd name="connsiteX3" fmla="*/ 252153 w 362513"/>
                  <a:gd name="connsiteY3" fmla="*/ 40005 h 135656"/>
                  <a:gd name="connsiteX4" fmla="*/ 249962 w 362513"/>
                  <a:gd name="connsiteY4" fmla="*/ 51244 h 135656"/>
                  <a:gd name="connsiteX5" fmla="*/ 249867 w 362513"/>
                  <a:gd name="connsiteY5" fmla="*/ 54578 h 135656"/>
                  <a:gd name="connsiteX6" fmla="*/ 43270 w 362513"/>
                  <a:gd name="connsiteY6" fmla="*/ 94297 h 135656"/>
                  <a:gd name="connsiteX7" fmla="*/ 16885 w 362513"/>
                  <a:gd name="connsiteY7" fmla="*/ 89725 h 135656"/>
                  <a:gd name="connsiteX8" fmla="*/ 10599 w 362513"/>
                  <a:gd name="connsiteY8" fmla="*/ 112585 h 135656"/>
                  <a:gd name="connsiteX9" fmla="*/ 10599 w 362513"/>
                  <a:gd name="connsiteY9" fmla="*/ 112585 h 135656"/>
                  <a:gd name="connsiteX10" fmla="*/ 24982 w 362513"/>
                  <a:gd name="connsiteY10" fmla="*/ 131445 h 135656"/>
                  <a:gd name="connsiteX11" fmla="*/ 46413 w 362513"/>
                  <a:gd name="connsiteY11" fmla="*/ 117824 h 135656"/>
                  <a:gd name="connsiteX12" fmla="*/ 253963 w 362513"/>
                  <a:gd name="connsiteY12" fmla="*/ 77914 h 135656"/>
                  <a:gd name="connsiteX13" fmla="*/ 270346 w 362513"/>
                  <a:gd name="connsiteY13" fmla="*/ 100108 h 135656"/>
                  <a:gd name="connsiteX14" fmla="*/ 300825 w 362513"/>
                  <a:gd name="connsiteY14" fmla="*/ 112681 h 135656"/>
                  <a:gd name="connsiteX15" fmla="*/ 307874 w 362513"/>
                  <a:gd name="connsiteY15" fmla="*/ 112871 h 135656"/>
                  <a:gd name="connsiteX16" fmla="*/ 308446 w 362513"/>
                  <a:gd name="connsiteY16" fmla="*/ 112871 h 135656"/>
                  <a:gd name="connsiteX17" fmla="*/ 362262 w 362513"/>
                  <a:gd name="connsiteY17" fmla="*/ 61817 h 135656"/>
                  <a:gd name="connsiteX18" fmla="*/ 319209 w 362513"/>
                  <a:gd name="connsiteY18" fmla="*/ 1714 h 135656"/>
                  <a:gd name="connsiteX19" fmla="*/ 318542 w 362513"/>
                  <a:gd name="connsiteY19" fmla="*/ 1429 h 135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62513" h="135656">
                    <a:moveTo>
                      <a:pt x="318542" y="1429"/>
                    </a:moveTo>
                    <a:cubicBezTo>
                      <a:pt x="316256" y="952"/>
                      <a:pt x="313875" y="476"/>
                      <a:pt x="311399" y="286"/>
                    </a:cubicBezTo>
                    <a:cubicBezTo>
                      <a:pt x="309494" y="95"/>
                      <a:pt x="307493" y="0"/>
                      <a:pt x="305588" y="0"/>
                    </a:cubicBezTo>
                    <a:cubicBezTo>
                      <a:pt x="280823" y="190"/>
                      <a:pt x="259201" y="16669"/>
                      <a:pt x="252153" y="40005"/>
                    </a:cubicBezTo>
                    <a:cubicBezTo>
                      <a:pt x="251105" y="43624"/>
                      <a:pt x="250343" y="47339"/>
                      <a:pt x="249962" y="51244"/>
                    </a:cubicBezTo>
                    <a:cubicBezTo>
                      <a:pt x="249867" y="52388"/>
                      <a:pt x="249867" y="53435"/>
                      <a:pt x="249867" y="54578"/>
                    </a:cubicBezTo>
                    <a:lnTo>
                      <a:pt x="43270" y="94297"/>
                    </a:lnTo>
                    <a:cubicBezTo>
                      <a:pt x="40508" y="94488"/>
                      <a:pt x="29744" y="94964"/>
                      <a:pt x="16885" y="89725"/>
                    </a:cubicBezTo>
                    <a:cubicBezTo>
                      <a:pt x="2026" y="83629"/>
                      <a:pt x="-9118" y="102203"/>
                      <a:pt x="10599" y="112585"/>
                    </a:cubicBezTo>
                    <a:lnTo>
                      <a:pt x="10599" y="112585"/>
                    </a:lnTo>
                    <a:cubicBezTo>
                      <a:pt x="-3784" y="129730"/>
                      <a:pt x="13456" y="142684"/>
                      <a:pt x="24982" y="131445"/>
                    </a:cubicBezTo>
                    <a:cubicBezTo>
                      <a:pt x="33649" y="122967"/>
                      <a:pt x="42603" y="119158"/>
                      <a:pt x="46413" y="117824"/>
                    </a:cubicBezTo>
                    <a:lnTo>
                      <a:pt x="253963" y="77914"/>
                    </a:lnTo>
                    <a:cubicBezTo>
                      <a:pt x="257487" y="86582"/>
                      <a:pt x="263202" y="94202"/>
                      <a:pt x="270346" y="100108"/>
                    </a:cubicBezTo>
                    <a:cubicBezTo>
                      <a:pt x="278727" y="106966"/>
                      <a:pt x="289205" y="111538"/>
                      <a:pt x="300825" y="112681"/>
                    </a:cubicBezTo>
                    <a:cubicBezTo>
                      <a:pt x="303207" y="112871"/>
                      <a:pt x="305588" y="112966"/>
                      <a:pt x="307874" y="112871"/>
                    </a:cubicBezTo>
                    <a:cubicBezTo>
                      <a:pt x="308065" y="112871"/>
                      <a:pt x="308255" y="112871"/>
                      <a:pt x="308446" y="112871"/>
                    </a:cubicBezTo>
                    <a:cubicBezTo>
                      <a:pt x="336259" y="111728"/>
                      <a:pt x="359595" y="90202"/>
                      <a:pt x="362262" y="61817"/>
                    </a:cubicBezTo>
                    <a:cubicBezTo>
                      <a:pt x="364929" y="33433"/>
                      <a:pt x="346069" y="8096"/>
                      <a:pt x="319209" y="1714"/>
                    </a:cubicBezTo>
                    <a:cubicBezTo>
                      <a:pt x="319019" y="1524"/>
                      <a:pt x="318828" y="1429"/>
                      <a:pt x="318542" y="1429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7" name="Forme libre : forme 286">
                <a:extLst>
                  <a:ext uri="{FF2B5EF4-FFF2-40B4-BE49-F238E27FC236}">
                    <a16:creationId xmlns:a16="http://schemas.microsoft.com/office/drawing/2014/main" id="{4C53F563-06A3-484E-8ED6-5B15EC8FE39F}"/>
                  </a:ext>
                </a:extLst>
              </p:cNvPr>
              <p:cNvSpPr/>
              <p:nvPr/>
            </p:nvSpPr>
            <p:spPr>
              <a:xfrm>
                <a:off x="3198641" y="4539248"/>
                <a:ext cx="299968" cy="273889"/>
              </a:xfrm>
              <a:custGeom>
                <a:avLst/>
                <a:gdLst>
                  <a:gd name="connsiteX0" fmla="*/ 294570 w 299968"/>
                  <a:gd name="connsiteY0" fmla="*/ 193452 h 273889"/>
                  <a:gd name="connsiteX1" fmla="*/ 291140 w 299968"/>
                  <a:gd name="connsiteY1" fmla="*/ 187070 h 273889"/>
                  <a:gd name="connsiteX2" fmla="*/ 250374 w 299968"/>
                  <a:gd name="connsiteY2" fmla="*/ 161448 h 273889"/>
                  <a:gd name="connsiteX3" fmla="*/ 244944 w 299968"/>
                  <a:gd name="connsiteY3" fmla="*/ 161067 h 273889"/>
                  <a:gd name="connsiteX4" fmla="*/ 234086 w 299968"/>
                  <a:gd name="connsiteY4" fmla="*/ 161829 h 273889"/>
                  <a:gd name="connsiteX5" fmla="*/ 213226 w 299968"/>
                  <a:gd name="connsiteY5" fmla="*/ 169925 h 273889"/>
                  <a:gd name="connsiteX6" fmla="*/ 210559 w 299968"/>
                  <a:gd name="connsiteY6" fmla="*/ 171830 h 273889"/>
                  <a:gd name="connsiteX7" fmla="*/ 52063 w 299968"/>
                  <a:gd name="connsiteY7" fmla="*/ 33432 h 273889"/>
                  <a:gd name="connsiteX8" fmla="*/ 39395 w 299968"/>
                  <a:gd name="connsiteY8" fmla="*/ 9810 h 273889"/>
                  <a:gd name="connsiteX9" fmla="*/ 17487 w 299968"/>
                  <a:gd name="connsiteY9" fmla="*/ 18954 h 273889"/>
                  <a:gd name="connsiteX10" fmla="*/ 17487 w 299968"/>
                  <a:gd name="connsiteY10" fmla="*/ 18954 h 273889"/>
                  <a:gd name="connsiteX11" fmla="*/ 11391 w 299968"/>
                  <a:gd name="connsiteY11" fmla="*/ 41909 h 273889"/>
                  <a:gd name="connsiteX12" fmla="*/ 35394 w 299968"/>
                  <a:gd name="connsiteY12" fmla="*/ 50386 h 273889"/>
                  <a:gd name="connsiteX13" fmla="*/ 194557 w 299968"/>
                  <a:gd name="connsiteY13" fmla="*/ 189452 h 273889"/>
                  <a:gd name="connsiteX14" fmla="*/ 187128 w 299968"/>
                  <a:gd name="connsiteY14" fmla="*/ 216026 h 273889"/>
                  <a:gd name="connsiteX15" fmla="*/ 196081 w 299968"/>
                  <a:gd name="connsiteY15" fmla="*/ 247840 h 273889"/>
                  <a:gd name="connsiteX16" fmla="*/ 200272 w 299968"/>
                  <a:gd name="connsiteY16" fmla="*/ 253555 h 273889"/>
                  <a:gd name="connsiteX17" fmla="*/ 200653 w 299968"/>
                  <a:gd name="connsiteY17" fmla="*/ 254031 h 273889"/>
                  <a:gd name="connsiteX18" fmla="*/ 273996 w 299968"/>
                  <a:gd name="connsiteY18" fmla="*/ 264985 h 273889"/>
                  <a:gd name="connsiteX19" fmla="*/ 294855 w 299968"/>
                  <a:gd name="connsiteY19" fmla="*/ 194023 h 273889"/>
                  <a:gd name="connsiteX20" fmla="*/ 294570 w 299968"/>
                  <a:gd name="connsiteY20" fmla="*/ 193452 h 27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99968" h="273889">
                    <a:moveTo>
                      <a:pt x="294570" y="193452"/>
                    </a:moveTo>
                    <a:cubicBezTo>
                      <a:pt x="293522" y="191261"/>
                      <a:pt x="292474" y="189166"/>
                      <a:pt x="291140" y="187070"/>
                    </a:cubicBezTo>
                    <a:cubicBezTo>
                      <a:pt x="281711" y="172306"/>
                      <a:pt x="266471" y="163448"/>
                      <a:pt x="250374" y="161448"/>
                    </a:cubicBezTo>
                    <a:cubicBezTo>
                      <a:pt x="248564" y="161257"/>
                      <a:pt x="246754" y="161067"/>
                      <a:pt x="244944" y="161067"/>
                    </a:cubicBezTo>
                    <a:cubicBezTo>
                      <a:pt x="241325" y="160972"/>
                      <a:pt x="237705" y="161257"/>
                      <a:pt x="234086" y="161829"/>
                    </a:cubicBezTo>
                    <a:cubicBezTo>
                      <a:pt x="226847" y="163067"/>
                      <a:pt x="219798" y="165734"/>
                      <a:pt x="213226" y="169925"/>
                    </a:cubicBezTo>
                    <a:cubicBezTo>
                      <a:pt x="212274" y="170497"/>
                      <a:pt x="211416" y="171163"/>
                      <a:pt x="210559" y="171830"/>
                    </a:cubicBezTo>
                    <a:lnTo>
                      <a:pt x="52063" y="33432"/>
                    </a:lnTo>
                    <a:cubicBezTo>
                      <a:pt x="50158" y="31432"/>
                      <a:pt x="43205" y="23145"/>
                      <a:pt x="39395" y="9810"/>
                    </a:cubicBezTo>
                    <a:cubicBezTo>
                      <a:pt x="35014" y="-5621"/>
                      <a:pt x="13582" y="-3049"/>
                      <a:pt x="17487" y="18954"/>
                    </a:cubicBezTo>
                    <a:lnTo>
                      <a:pt x="17487" y="18954"/>
                    </a:lnTo>
                    <a:cubicBezTo>
                      <a:pt x="-4896" y="18097"/>
                      <a:pt x="-4515" y="39719"/>
                      <a:pt x="11391" y="41909"/>
                    </a:cubicBezTo>
                    <a:cubicBezTo>
                      <a:pt x="23393" y="43528"/>
                      <a:pt x="31870" y="48196"/>
                      <a:pt x="35394" y="50386"/>
                    </a:cubicBezTo>
                    <a:lnTo>
                      <a:pt x="194557" y="189452"/>
                    </a:lnTo>
                    <a:cubicBezTo>
                      <a:pt x="189985" y="197548"/>
                      <a:pt x="187414" y="206692"/>
                      <a:pt x="187128" y="216026"/>
                    </a:cubicBezTo>
                    <a:cubicBezTo>
                      <a:pt x="186842" y="226885"/>
                      <a:pt x="189699" y="237934"/>
                      <a:pt x="196081" y="247840"/>
                    </a:cubicBezTo>
                    <a:cubicBezTo>
                      <a:pt x="197415" y="249840"/>
                      <a:pt x="198843" y="251745"/>
                      <a:pt x="200272" y="253555"/>
                    </a:cubicBezTo>
                    <a:cubicBezTo>
                      <a:pt x="200367" y="253745"/>
                      <a:pt x="200558" y="253840"/>
                      <a:pt x="200653" y="254031"/>
                    </a:cubicBezTo>
                    <a:cubicBezTo>
                      <a:pt x="218655" y="275177"/>
                      <a:pt x="249993" y="280415"/>
                      <a:pt x="273996" y="264985"/>
                    </a:cubicBezTo>
                    <a:cubicBezTo>
                      <a:pt x="297999" y="249649"/>
                      <a:pt x="306381" y="219170"/>
                      <a:pt x="294855" y="194023"/>
                    </a:cubicBezTo>
                    <a:cubicBezTo>
                      <a:pt x="294760" y="193928"/>
                      <a:pt x="294665" y="193738"/>
                      <a:pt x="294570" y="193452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8" name="Forme libre : forme 287">
                <a:extLst>
                  <a:ext uri="{FF2B5EF4-FFF2-40B4-BE49-F238E27FC236}">
                    <a16:creationId xmlns:a16="http://schemas.microsoft.com/office/drawing/2014/main" id="{39261830-FEC2-47BF-AE2B-A0B1AE6B5B9F}"/>
                  </a:ext>
                </a:extLst>
              </p:cNvPr>
              <p:cNvSpPr/>
              <p:nvPr/>
            </p:nvSpPr>
            <p:spPr>
              <a:xfrm>
                <a:off x="2508827" y="4950265"/>
                <a:ext cx="131828" cy="363026"/>
              </a:xfrm>
              <a:custGeom>
                <a:avLst/>
                <a:gdLst>
                  <a:gd name="connsiteX0" fmla="*/ 111703 w 131828"/>
                  <a:gd name="connsiteY0" fmla="*/ 263543 h 363026"/>
                  <a:gd name="connsiteX1" fmla="*/ 107417 w 131828"/>
                  <a:gd name="connsiteY1" fmla="*/ 260209 h 363026"/>
                  <a:gd name="connsiteX2" fmla="*/ 97797 w 131828"/>
                  <a:gd name="connsiteY2" fmla="*/ 254875 h 363026"/>
                  <a:gd name="connsiteX3" fmla="*/ 81414 w 131828"/>
                  <a:gd name="connsiteY3" fmla="*/ 250589 h 363026"/>
                  <a:gd name="connsiteX4" fmla="*/ 78175 w 131828"/>
                  <a:gd name="connsiteY4" fmla="*/ 250398 h 363026"/>
                  <a:gd name="connsiteX5" fmla="*/ 41123 w 131828"/>
                  <a:gd name="connsiteY5" fmla="*/ 43325 h 363026"/>
                  <a:gd name="connsiteX6" fmla="*/ 45981 w 131828"/>
                  <a:gd name="connsiteY6" fmla="*/ 17036 h 363026"/>
                  <a:gd name="connsiteX7" fmla="*/ 23121 w 131828"/>
                  <a:gd name="connsiteY7" fmla="*/ 10464 h 363026"/>
                  <a:gd name="connsiteX8" fmla="*/ 23121 w 131828"/>
                  <a:gd name="connsiteY8" fmla="*/ 10464 h 363026"/>
                  <a:gd name="connsiteX9" fmla="*/ 4071 w 131828"/>
                  <a:gd name="connsiteY9" fmla="*/ 24561 h 363026"/>
                  <a:gd name="connsiteX10" fmla="*/ 17406 w 131828"/>
                  <a:gd name="connsiteY10" fmla="*/ 46182 h 363026"/>
                  <a:gd name="connsiteX11" fmla="*/ 54649 w 131828"/>
                  <a:gd name="connsiteY11" fmla="*/ 254208 h 363026"/>
                  <a:gd name="connsiteX12" fmla="*/ 28931 w 131828"/>
                  <a:gd name="connsiteY12" fmla="*/ 274687 h 363026"/>
                  <a:gd name="connsiteX13" fmla="*/ 19311 w 131828"/>
                  <a:gd name="connsiteY13" fmla="*/ 300690 h 363026"/>
                  <a:gd name="connsiteX14" fmla="*/ 19025 w 131828"/>
                  <a:gd name="connsiteY14" fmla="*/ 307739 h 363026"/>
                  <a:gd name="connsiteX15" fmla="*/ 19025 w 131828"/>
                  <a:gd name="connsiteY15" fmla="*/ 308311 h 363026"/>
                  <a:gd name="connsiteX16" fmla="*/ 69412 w 131828"/>
                  <a:gd name="connsiteY16" fmla="*/ 362698 h 363026"/>
                  <a:gd name="connsiteX17" fmla="*/ 130087 w 131828"/>
                  <a:gd name="connsiteY17" fmla="*/ 320407 h 363026"/>
                  <a:gd name="connsiteX18" fmla="*/ 130277 w 131828"/>
                  <a:gd name="connsiteY18" fmla="*/ 319645 h 363026"/>
                  <a:gd name="connsiteX19" fmla="*/ 131516 w 131828"/>
                  <a:gd name="connsiteY19" fmla="*/ 312501 h 363026"/>
                  <a:gd name="connsiteX20" fmla="*/ 119324 w 131828"/>
                  <a:gd name="connsiteY20" fmla="*/ 271068 h 363026"/>
                  <a:gd name="connsiteX21" fmla="*/ 111703 w 131828"/>
                  <a:gd name="connsiteY21" fmla="*/ 263543 h 363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31828" h="363026">
                    <a:moveTo>
                      <a:pt x="111703" y="263543"/>
                    </a:moveTo>
                    <a:cubicBezTo>
                      <a:pt x="110275" y="262400"/>
                      <a:pt x="108846" y="261257"/>
                      <a:pt x="107417" y="260209"/>
                    </a:cubicBezTo>
                    <a:cubicBezTo>
                      <a:pt x="104464" y="258114"/>
                      <a:pt x="101226" y="256399"/>
                      <a:pt x="97797" y="254875"/>
                    </a:cubicBezTo>
                    <a:cubicBezTo>
                      <a:pt x="92653" y="252684"/>
                      <a:pt x="87224" y="251161"/>
                      <a:pt x="81414" y="250589"/>
                    </a:cubicBezTo>
                    <a:cubicBezTo>
                      <a:pt x="80271" y="250494"/>
                      <a:pt x="79223" y="250494"/>
                      <a:pt x="78175" y="250398"/>
                    </a:cubicBezTo>
                    <a:lnTo>
                      <a:pt x="41123" y="43325"/>
                    </a:lnTo>
                    <a:cubicBezTo>
                      <a:pt x="40933" y="40563"/>
                      <a:pt x="40647" y="29799"/>
                      <a:pt x="45981" y="17036"/>
                    </a:cubicBezTo>
                    <a:cubicBezTo>
                      <a:pt x="52267" y="2177"/>
                      <a:pt x="33884" y="-9158"/>
                      <a:pt x="23121" y="10464"/>
                    </a:cubicBezTo>
                    <a:lnTo>
                      <a:pt x="23121" y="10464"/>
                    </a:lnTo>
                    <a:cubicBezTo>
                      <a:pt x="6166" y="-4205"/>
                      <a:pt x="-6978" y="12940"/>
                      <a:pt x="4071" y="24561"/>
                    </a:cubicBezTo>
                    <a:cubicBezTo>
                      <a:pt x="12453" y="33419"/>
                      <a:pt x="16168" y="42372"/>
                      <a:pt x="17406" y="46182"/>
                    </a:cubicBezTo>
                    <a:lnTo>
                      <a:pt x="54649" y="254208"/>
                    </a:lnTo>
                    <a:cubicBezTo>
                      <a:pt x="44267" y="258304"/>
                      <a:pt x="35313" y="265448"/>
                      <a:pt x="28931" y="274687"/>
                    </a:cubicBezTo>
                    <a:cubicBezTo>
                      <a:pt x="23788" y="282212"/>
                      <a:pt x="20359" y="291070"/>
                      <a:pt x="19311" y="300690"/>
                    </a:cubicBezTo>
                    <a:cubicBezTo>
                      <a:pt x="19025" y="303072"/>
                      <a:pt x="19025" y="305453"/>
                      <a:pt x="19025" y="307739"/>
                    </a:cubicBezTo>
                    <a:cubicBezTo>
                      <a:pt x="19025" y="307929"/>
                      <a:pt x="19025" y="308120"/>
                      <a:pt x="19025" y="308311"/>
                    </a:cubicBezTo>
                    <a:cubicBezTo>
                      <a:pt x="19787" y="336123"/>
                      <a:pt x="41028" y="359745"/>
                      <a:pt x="69412" y="362698"/>
                    </a:cubicBezTo>
                    <a:cubicBezTo>
                      <a:pt x="97702" y="365746"/>
                      <a:pt x="123324" y="347268"/>
                      <a:pt x="130087" y="320407"/>
                    </a:cubicBezTo>
                    <a:cubicBezTo>
                      <a:pt x="130182" y="320121"/>
                      <a:pt x="130182" y="319931"/>
                      <a:pt x="130277" y="319645"/>
                    </a:cubicBezTo>
                    <a:cubicBezTo>
                      <a:pt x="130849" y="317359"/>
                      <a:pt x="131325" y="314978"/>
                      <a:pt x="131516" y="312501"/>
                    </a:cubicBezTo>
                    <a:cubicBezTo>
                      <a:pt x="133135" y="296976"/>
                      <a:pt x="128372" y="282307"/>
                      <a:pt x="119324" y="271068"/>
                    </a:cubicBezTo>
                    <a:cubicBezTo>
                      <a:pt x="117037" y="268401"/>
                      <a:pt x="114466" y="265829"/>
                      <a:pt x="111703" y="263543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9" name="Forme libre : forme 288">
                <a:extLst>
                  <a:ext uri="{FF2B5EF4-FFF2-40B4-BE49-F238E27FC236}">
                    <a16:creationId xmlns:a16="http://schemas.microsoft.com/office/drawing/2014/main" id="{D69BDE44-D9AC-4D95-B38A-A7EB4929ED38}"/>
                  </a:ext>
                </a:extLst>
              </p:cNvPr>
              <p:cNvSpPr/>
              <p:nvPr/>
            </p:nvSpPr>
            <p:spPr>
              <a:xfrm>
                <a:off x="1756820" y="4889294"/>
                <a:ext cx="187314" cy="350023"/>
              </a:xfrm>
              <a:custGeom>
                <a:avLst/>
                <a:gdLst>
                  <a:gd name="connsiteX0" fmla="*/ 165243 w 187314"/>
                  <a:gd name="connsiteY0" fmla="*/ 13046 h 350023"/>
                  <a:gd name="connsiteX1" fmla="*/ 165243 w 187314"/>
                  <a:gd name="connsiteY1" fmla="*/ 13046 h 350023"/>
                  <a:gd name="connsiteX2" fmla="*/ 141620 w 187314"/>
                  <a:gd name="connsiteY2" fmla="*/ 15237 h 350023"/>
                  <a:gd name="connsiteX3" fmla="*/ 141811 w 187314"/>
                  <a:gd name="connsiteY3" fmla="*/ 40669 h 350023"/>
                  <a:gd name="connsiteX4" fmla="*/ 65802 w 187314"/>
                  <a:gd name="connsiteY4" fmla="*/ 237931 h 350023"/>
                  <a:gd name="connsiteX5" fmla="*/ 38274 w 187314"/>
                  <a:gd name="connsiteY5" fmla="*/ 240122 h 350023"/>
                  <a:gd name="connsiteX6" fmla="*/ 11509 w 187314"/>
                  <a:gd name="connsiteY6" fmla="*/ 259363 h 350023"/>
                  <a:gd name="connsiteX7" fmla="*/ 7604 w 187314"/>
                  <a:gd name="connsiteY7" fmla="*/ 265268 h 350023"/>
                  <a:gd name="connsiteX8" fmla="*/ 7318 w 187314"/>
                  <a:gd name="connsiteY8" fmla="*/ 265840 h 350023"/>
                  <a:gd name="connsiteX9" fmla="*/ 22177 w 187314"/>
                  <a:gd name="connsiteY9" fmla="*/ 338515 h 350023"/>
                  <a:gd name="connsiteX10" fmla="*/ 95996 w 187314"/>
                  <a:gd name="connsiteY10" fmla="*/ 333753 h 350023"/>
                  <a:gd name="connsiteX11" fmla="*/ 96567 w 187314"/>
                  <a:gd name="connsiteY11" fmla="*/ 333181 h 350023"/>
                  <a:gd name="connsiteX12" fmla="*/ 101330 w 187314"/>
                  <a:gd name="connsiteY12" fmla="*/ 327752 h 350023"/>
                  <a:gd name="connsiteX13" fmla="*/ 90662 w 187314"/>
                  <a:gd name="connsiteY13" fmla="*/ 248695 h 350023"/>
                  <a:gd name="connsiteX14" fmla="*/ 87995 w 187314"/>
                  <a:gd name="connsiteY14" fmla="*/ 246790 h 350023"/>
                  <a:gd name="connsiteX15" fmla="*/ 163623 w 187314"/>
                  <a:gd name="connsiteY15" fmla="*/ 50480 h 350023"/>
                  <a:gd name="connsiteX16" fmla="*/ 181435 w 187314"/>
                  <a:gd name="connsiteY16" fmla="*/ 30477 h 350023"/>
                  <a:gd name="connsiteX17" fmla="*/ 165243 w 187314"/>
                  <a:gd name="connsiteY17" fmla="*/ 13046 h 350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7314" h="350023">
                    <a:moveTo>
                      <a:pt x="165243" y="13046"/>
                    </a:moveTo>
                    <a:lnTo>
                      <a:pt x="165243" y="13046"/>
                    </a:lnTo>
                    <a:cubicBezTo>
                      <a:pt x="158385" y="-8290"/>
                      <a:pt x="138192" y="-479"/>
                      <a:pt x="141620" y="15237"/>
                    </a:cubicBezTo>
                    <a:cubicBezTo>
                      <a:pt x="144192" y="27143"/>
                      <a:pt x="142763" y="36668"/>
                      <a:pt x="141811" y="40669"/>
                    </a:cubicBezTo>
                    <a:lnTo>
                      <a:pt x="65802" y="237931"/>
                    </a:lnTo>
                    <a:cubicBezTo>
                      <a:pt x="56562" y="236407"/>
                      <a:pt x="47132" y="237169"/>
                      <a:pt x="38274" y="240122"/>
                    </a:cubicBezTo>
                    <a:cubicBezTo>
                      <a:pt x="27987" y="243646"/>
                      <a:pt x="18557" y="250123"/>
                      <a:pt x="11509" y="259363"/>
                    </a:cubicBezTo>
                    <a:cubicBezTo>
                      <a:pt x="10080" y="261268"/>
                      <a:pt x="8747" y="263268"/>
                      <a:pt x="7604" y="265268"/>
                    </a:cubicBezTo>
                    <a:cubicBezTo>
                      <a:pt x="7509" y="265459"/>
                      <a:pt x="7413" y="265649"/>
                      <a:pt x="7318" y="265840"/>
                    </a:cubicBezTo>
                    <a:cubicBezTo>
                      <a:pt x="-6398" y="290033"/>
                      <a:pt x="-493" y="321180"/>
                      <a:pt x="22177" y="338515"/>
                    </a:cubicBezTo>
                    <a:cubicBezTo>
                      <a:pt x="44846" y="355756"/>
                      <a:pt x="76279" y="353184"/>
                      <a:pt x="95996" y="333753"/>
                    </a:cubicBezTo>
                    <a:cubicBezTo>
                      <a:pt x="96186" y="333563"/>
                      <a:pt x="96377" y="333372"/>
                      <a:pt x="96567" y="333181"/>
                    </a:cubicBezTo>
                    <a:cubicBezTo>
                      <a:pt x="98282" y="331467"/>
                      <a:pt x="99901" y="329752"/>
                      <a:pt x="101330" y="327752"/>
                    </a:cubicBezTo>
                    <a:cubicBezTo>
                      <a:pt x="120189" y="302987"/>
                      <a:pt x="115427" y="267554"/>
                      <a:pt x="90662" y="248695"/>
                    </a:cubicBezTo>
                    <a:cubicBezTo>
                      <a:pt x="89804" y="248028"/>
                      <a:pt x="88852" y="247456"/>
                      <a:pt x="87995" y="246790"/>
                    </a:cubicBezTo>
                    <a:lnTo>
                      <a:pt x="163623" y="50480"/>
                    </a:lnTo>
                    <a:cubicBezTo>
                      <a:pt x="164861" y="48003"/>
                      <a:pt x="170195" y="38668"/>
                      <a:pt x="181435" y="30477"/>
                    </a:cubicBezTo>
                    <a:cubicBezTo>
                      <a:pt x="194389" y="21047"/>
                      <a:pt x="184578" y="1807"/>
                      <a:pt x="165243" y="13046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0" name="Forme libre : forme 289">
                <a:extLst>
                  <a:ext uri="{FF2B5EF4-FFF2-40B4-BE49-F238E27FC236}">
                    <a16:creationId xmlns:a16="http://schemas.microsoft.com/office/drawing/2014/main" id="{3BA15708-9367-4E8D-9BC0-0BB40F0FEC65}"/>
                  </a:ext>
                </a:extLst>
              </p:cNvPr>
              <p:cNvSpPr/>
              <p:nvPr/>
            </p:nvSpPr>
            <p:spPr>
              <a:xfrm>
                <a:off x="852654" y="3996119"/>
                <a:ext cx="364185" cy="123868"/>
              </a:xfrm>
              <a:custGeom>
                <a:avLst/>
                <a:gdLst>
                  <a:gd name="connsiteX0" fmla="*/ 41946 w 364185"/>
                  <a:gd name="connsiteY0" fmla="*/ 121932 h 123868"/>
                  <a:gd name="connsiteX1" fmla="*/ 48995 w 364185"/>
                  <a:gd name="connsiteY1" fmla="*/ 123361 h 123868"/>
                  <a:gd name="connsiteX2" fmla="*/ 54710 w 364185"/>
                  <a:gd name="connsiteY2" fmla="*/ 123838 h 123868"/>
                  <a:gd name="connsiteX3" fmla="*/ 107669 w 364185"/>
                  <a:gd name="connsiteY3" fmla="*/ 91262 h 123868"/>
                  <a:gd name="connsiteX4" fmla="*/ 112431 w 364185"/>
                  <a:gd name="connsiteY4" fmla="*/ 74974 h 123868"/>
                  <a:gd name="connsiteX5" fmla="*/ 112717 w 364185"/>
                  <a:gd name="connsiteY5" fmla="*/ 71736 h 123868"/>
                  <a:gd name="connsiteX6" fmla="*/ 320743 w 364185"/>
                  <a:gd name="connsiteY6" fmla="*/ 40303 h 123868"/>
                  <a:gd name="connsiteX7" fmla="*/ 346937 w 364185"/>
                  <a:gd name="connsiteY7" fmla="*/ 45923 h 123868"/>
                  <a:gd name="connsiteX8" fmla="*/ 354081 w 364185"/>
                  <a:gd name="connsiteY8" fmla="*/ 23254 h 123868"/>
                  <a:gd name="connsiteX9" fmla="*/ 354081 w 364185"/>
                  <a:gd name="connsiteY9" fmla="*/ 23254 h 123868"/>
                  <a:gd name="connsiteX10" fmla="*/ 340460 w 364185"/>
                  <a:gd name="connsiteY10" fmla="*/ 3822 h 123868"/>
                  <a:gd name="connsiteX11" fmla="*/ 318457 w 364185"/>
                  <a:gd name="connsiteY11" fmla="*/ 16586 h 123868"/>
                  <a:gd name="connsiteX12" fmla="*/ 109479 w 364185"/>
                  <a:gd name="connsiteY12" fmla="*/ 48114 h 123868"/>
                  <a:gd name="connsiteX13" fmla="*/ 105573 w 364185"/>
                  <a:gd name="connsiteY13" fmla="*/ 39732 h 123868"/>
                  <a:gd name="connsiteX14" fmla="*/ 103478 w 364185"/>
                  <a:gd name="connsiteY14" fmla="*/ 36303 h 123868"/>
                  <a:gd name="connsiteX15" fmla="*/ 98430 w 364185"/>
                  <a:gd name="connsiteY15" fmla="*/ 29730 h 123868"/>
                  <a:gd name="connsiteX16" fmla="*/ 97858 w 364185"/>
                  <a:gd name="connsiteY16" fmla="*/ 29064 h 123868"/>
                  <a:gd name="connsiteX17" fmla="*/ 88142 w 364185"/>
                  <a:gd name="connsiteY17" fmla="*/ 20777 h 123868"/>
                  <a:gd name="connsiteX18" fmla="*/ 80237 w 364185"/>
                  <a:gd name="connsiteY18" fmla="*/ 16205 h 123868"/>
                  <a:gd name="connsiteX19" fmla="*/ 63949 w 364185"/>
                  <a:gd name="connsiteY19" fmla="*/ 11442 h 123868"/>
                  <a:gd name="connsiteX20" fmla="*/ 56900 w 364185"/>
                  <a:gd name="connsiteY20" fmla="*/ 10966 h 123868"/>
                  <a:gd name="connsiteX21" fmla="*/ 56329 w 364185"/>
                  <a:gd name="connsiteY21" fmla="*/ 10966 h 123868"/>
                  <a:gd name="connsiteX22" fmla="*/ 513 w 364185"/>
                  <a:gd name="connsiteY22" fmla="*/ 59830 h 123868"/>
                  <a:gd name="connsiteX23" fmla="*/ 41184 w 364185"/>
                  <a:gd name="connsiteY23" fmla="*/ 121552 h 123868"/>
                  <a:gd name="connsiteX24" fmla="*/ 41946 w 364185"/>
                  <a:gd name="connsiteY24" fmla="*/ 121932 h 123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64185" h="123868">
                    <a:moveTo>
                      <a:pt x="41946" y="121932"/>
                    </a:moveTo>
                    <a:cubicBezTo>
                      <a:pt x="44232" y="122504"/>
                      <a:pt x="46614" y="123075"/>
                      <a:pt x="48995" y="123361"/>
                    </a:cubicBezTo>
                    <a:cubicBezTo>
                      <a:pt x="50900" y="123647"/>
                      <a:pt x="52805" y="123742"/>
                      <a:pt x="54710" y="123838"/>
                    </a:cubicBezTo>
                    <a:cubicBezTo>
                      <a:pt x="77570" y="124599"/>
                      <a:pt x="98334" y="111360"/>
                      <a:pt x="107669" y="91262"/>
                    </a:cubicBezTo>
                    <a:cubicBezTo>
                      <a:pt x="110050" y="86214"/>
                      <a:pt x="111669" y="80784"/>
                      <a:pt x="112431" y="74974"/>
                    </a:cubicBezTo>
                    <a:cubicBezTo>
                      <a:pt x="112622" y="73831"/>
                      <a:pt x="112622" y="72783"/>
                      <a:pt x="112717" y="71736"/>
                    </a:cubicBezTo>
                    <a:lnTo>
                      <a:pt x="320743" y="40303"/>
                    </a:lnTo>
                    <a:cubicBezTo>
                      <a:pt x="323505" y="40208"/>
                      <a:pt x="334268" y="40208"/>
                      <a:pt x="346937" y="45923"/>
                    </a:cubicBezTo>
                    <a:cubicBezTo>
                      <a:pt x="361605" y="52590"/>
                      <a:pt x="373416" y="34493"/>
                      <a:pt x="354081" y="23254"/>
                    </a:cubicBezTo>
                    <a:lnTo>
                      <a:pt x="354081" y="23254"/>
                    </a:lnTo>
                    <a:cubicBezTo>
                      <a:pt x="369225" y="6775"/>
                      <a:pt x="352461" y="-6941"/>
                      <a:pt x="340460" y="3822"/>
                    </a:cubicBezTo>
                    <a:cubicBezTo>
                      <a:pt x="331411" y="11919"/>
                      <a:pt x="322362" y="15348"/>
                      <a:pt x="318457" y="16586"/>
                    </a:cubicBezTo>
                    <a:lnTo>
                      <a:pt x="109479" y="48114"/>
                    </a:lnTo>
                    <a:cubicBezTo>
                      <a:pt x="108431" y="45256"/>
                      <a:pt x="107097" y="42399"/>
                      <a:pt x="105573" y="39732"/>
                    </a:cubicBezTo>
                    <a:cubicBezTo>
                      <a:pt x="104907" y="38589"/>
                      <a:pt x="104240" y="37350"/>
                      <a:pt x="103478" y="36303"/>
                    </a:cubicBezTo>
                    <a:cubicBezTo>
                      <a:pt x="101954" y="34017"/>
                      <a:pt x="100239" y="31826"/>
                      <a:pt x="98430" y="29730"/>
                    </a:cubicBezTo>
                    <a:cubicBezTo>
                      <a:pt x="98239" y="29540"/>
                      <a:pt x="98049" y="29254"/>
                      <a:pt x="97858" y="29064"/>
                    </a:cubicBezTo>
                    <a:cubicBezTo>
                      <a:pt x="95000" y="25921"/>
                      <a:pt x="91762" y="23254"/>
                      <a:pt x="88142" y="20777"/>
                    </a:cubicBezTo>
                    <a:cubicBezTo>
                      <a:pt x="85666" y="19063"/>
                      <a:pt x="82999" y="17539"/>
                      <a:pt x="80237" y="16205"/>
                    </a:cubicBezTo>
                    <a:cubicBezTo>
                      <a:pt x="75189" y="13824"/>
                      <a:pt x="69759" y="12205"/>
                      <a:pt x="63949" y="11442"/>
                    </a:cubicBezTo>
                    <a:cubicBezTo>
                      <a:pt x="61568" y="11157"/>
                      <a:pt x="59187" y="10966"/>
                      <a:pt x="56900" y="10966"/>
                    </a:cubicBezTo>
                    <a:cubicBezTo>
                      <a:pt x="56710" y="10966"/>
                      <a:pt x="56520" y="10966"/>
                      <a:pt x="56329" y="10966"/>
                    </a:cubicBezTo>
                    <a:cubicBezTo>
                      <a:pt x="28516" y="11062"/>
                      <a:pt x="4323" y="31540"/>
                      <a:pt x="513" y="59830"/>
                    </a:cubicBezTo>
                    <a:cubicBezTo>
                      <a:pt x="-3297" y="88023"/>
                      <a:pt x="14514" y="114122"/>
                      <a:pt x="41184" y="121552"/>
                    </a:cubicBezTo>
                    <a:cubicBezTo>
                      <a:pt x="41470" y="121742"/>
                      <a:pt x="41660" y="121837"/>
                      <a:pt x="41946" y="121932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1" name="Forme libre : forme 290">
                <a:extLst>
                  <a:ext uri="{FF2B5EF4-FFF2-40B4-BE49-F238E27FC236}">
                    <a16:creationId xmlns:a16="http://schemas.microsoft.com/office/drawing/2014/main" id="{8D87F369-7576-480D-9408-CCCB5273B7D5}"/>
                  </a:ext>
                </a:extLst>
              </p:cNvPr>
              <p:cNvSpPr/>
              <p:nvPr/>
            </p:nvSpPr>
            <p:spPr>
              <a:xfrm>
                <a:off x="1188696" y="2840630"/>
                <a:ext cx="304234" cy="268943"/>
              </a:xfrm>
              <a:custGeom>
                <a:avLst/>
                <a:gdLst>
                  <a:gd name="connsiteX0" fmla="*/ 5942 w 304234"/>
                  <a:gd name="connsiteY0" fmla="*/ 81748 h 268943"/>
                  <a:gd name="connsiteX1" fmla="*/ 9561 w 304234"/>
                  <a:gd name="connsiteY1" fmla="*/ 88035 h 268943"/>
                  <a:gd name="connsiteX2" fmla="*/ 87952 w 304234"/>
                  <a:gd name="connsiteY2" fmla="*/ 103370 h 268943"/>
                  <a:gd name="connsiteX3" fmla="*/ 90619 w 304234"/>
                  <a:gd name="connsiteY3" fmla="*/ 101370 h 268943"/>
                  <a:gd name="connsiteX4" fmla="*/ 252163 w 304234"/>
                  <a:gd name="connsiteY4" fmla="*/ 236149 h 268943"/>
                  <a:gd name="connsiteX5" fmla="*/ 265307 w 304234"/>
                  <a:gd name="connsiteY5" fmla="*/ 259390 h 268943"/>
                  <a:gd name="connsiteX6" fmla="*/ 287024 w 304234"/>
                  <a:gd name="connsiteY6" fmla="*/ 249674 h 268943"/>
                  <a:gd name="connsiteX7" fmla="*/ 287024 w 304234"/>
                  <a:gd name="connsiteY7" fmla="*/ 249674 h 268943"/>
                  <a:gd name="connsiteX8" fmla="*/ 292549 w 304234"/>
                  <a:gd name="connsiteY8" fmla="*/ 226624 h 268943"/>
                  <a:gd name="connsiteX9" fmla="*/ 268356 w 304234"/>
                  <a:gd name="connsiteY9" fmla="*/ 218623 h 268943"/>
                  <a:gd name="connsiteX10" fmla="*/ 106049 w 304234"/>
                  <a:gd name="connsiteY10" fmla="*/ 83272 h 268943"/>
                  <a:gd name="connsiteX11" fmla="*/ 106431 w 304234"/>
                  <a:gd name="connsiteY11" fmla="*/ 82606 h 268943"/>
                  <a:gd name="connsiteX12" fmla="*/ 110526 w 304234"/>
                  <a:gd name="connsiteY12" fmla="*/ 72509 h 268943"/>
                  <a:gd name="connsiteX13" fmla="*/ 111860 w 304234"/>
                  <a:gd name="connsiteY13" fmla="*/ 45649 h 268943"/>
                  <a:gd name="connsiteX14" fmla="*/ 103287 w 304234"/>
                  <a:gd name="connsiteY14" fmla="*/ 24979 h 268943"/>
                  <a:gd name="connsiteX15" fmla="*/ 98906 w 304234"/>
                  <a:gd name="connsiteY15" fmla="*/ 19360 h 268943"/>
                  <a:gd name="connsiteX16" fmla="*/ 98525 w 304234"/>
                  <a:gd name="connsiteY16" fmla="*/ 18883 h 268943"/>
                  <a:gd name="connsiteX17" fmla="*/ 24897 w 304234"/>
                  <a:gd name="connsiteY17" fmla="*/ 9644 h 268943"/>
                  <a:gd name="connsiteX18" fmla="*/ 5656 w 304234"/>
                  <a:gd name="connsiteY18" fmla="*/ 81082 h 268943"/>
                  <a:gd name="connsiteX19" fmla="*/ 5942 w 304234"/>
                  <a:gd name="connsiteY19" fmla="*/ 81748 h 268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04234" h="268943">
                    <a:moveTo>
                      <a:pt x="5942" y="81748"/>
                    </a:moveTo>
                    <a:cubicBezTo>
                      <a:pt x="6990" y="83844"/>
                      <a:pt x="8132" y="85939"/>
                      <a:pt x="9561" y="88035"/>
                    </a:cubicBezTo>
                    <a:cubicBezTo>
                      <a:pt x="26992" y="113848"/>
                      <a:pt x="62044" y="120706"/>
                      <a:pt x="87952" y="103370"/>
                    </a:cubicBezTo>
                    <a:cubicBezTo>
                      <a:pt x="88905" y="102704"/>
                      <a:pt x="89666" y="102037"/>
                      <a:pt x="90619" y="101370"/>
                    </a:cubicBezTo>
                    <a:lnTo>
                      <a:pt x="252163" y="236149"/>
                    </a:lnTo>
                    <a:cubicBezTo>
                      <a:pt x="254068" y="238149"/>
                      <a:pt x="261212" y="246150"/>
                      <a:pt x="265307" y="259390"/>
                    </a:cubicBezTo>
                    <a:cubicBezTo>
                      <a:pt x="270070" y="274725"/>
                      <a:pt x="291406" y="271677"/>
                      <a:pt x="287024" y="249674"/>
                    </a:cubicBezTo>
                    <a:lnTo>
                      <a:pt x="287024" y="249674"/>
                    </a:lnTo>
                    <a:cubicBezTo>
                      <a:pt x="309408" y="249960"/>
                      <a:pt x="308551" y="228433"/>
                      <a:pt x="292549" y="226624"/>
                    </a:cubicBezTo>
                    <a:cubicBezTo>
                      <a:pt x="280452" y="225195"/>
                      <a:pt x="271880" y="220813"/>
                      <a:pt x="268356" y="218623"/>
                    </a:cubicBezTo>
                    <a:lnTo>
                      <a:pt x="106049" y="83272"/>
                    </a:lnTo>
                    <a:cubicBezTo>
                      <a:pt x="106145" y="83082"/>
                      <a:pt x="106335" y="82891"/>
                      <a:pt x="106431" y="82606"/>
                    </a:cubicBezTo>
                    <a:cubicBezTo>
                      <a:pt x="108145" y="79367"/>
                      <a:pt x="109479" y="76033"/>
                      <a:pt x="110526" y="72509"/>
                    </a:cubicBezTo>
                    <a:cubicBezTo>
                      <a:pt x="113098" y="63841"/>
                      <a:pt x="113574" y="54602"/>
                      <a:pt x="111860" y="45649"/>
                    </a:cubicBezTo>
                    <a:cubicBezTo>
                      <a:pt x="110431" y="38410"/>
                      <a:pt x="107669" y="31456"/>
                      <a:pt x="103287" y="24979"/>
                    </a:cubicBezTo>
                    <a:cubicBezTo>
                      <a:pt x="101954" y="22979"/>
                      <a:pt x="100430" y="21169"/>
                      <a:pt x="98906" y="19360"/>
                    </a:cubicBezTo>
                    <a:cubicBezTo>
                      <a:pt x="98811" y="19169"/>
                      <a:pt x="98620" y="19074"/>
                      <a:pt x="98525" y="18883"/>
                    </a:cubicBezTo>
                    <a:cubicBezTo>
                      <a:pt x="80046" y="-1881"/>
                      <a:pt x="48614" y="-6358"/>
                      <a:pt x="24897" y="9644"/>
                    </a:cubicBezTo>
                    <a:cubicBezTo>
                      <a:pt x="1274" y="25551"/>
                      <a:pt x="-6441" y="56126"/>
                      <a:pt x="5656" y="81082"/>
                    </a:cubicBezTo>
                    <a:cubicBezTo>
                      <a:pt x="5656" y="81367"/>
                      <a:pt x="5751" y="81558"/>
                      <a:pt x="5942" y="8174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2" name="Forme libre : forme 291">
                <a:extLst>
                  <a:ext uri="{FF2B5EF4-FFF2-40B4-BE49-F238E27FC236}">
                    <a16:creationId xmlns:a16="http://schemas.microsoft.com/office/drawing/2014/main" id="{9905EFD6-5A9F-47BC-837F-8B3B42895308}"/>
                  </a:ext>
                </a:extLst>
              </p:cNvPr>
              <p:cNvSpPr/>
              <p:nvPr/>
            </p:nvSpPr>
            <p:spPr>
              <a:xfrm>
                <a:off x="2036216" y="2359216"/>
                <a:ext cx="131210" cy="363192"/>
              </a:xfrm>
              <a:custGeom>
                <a:avLst/>
                <a:gdLst>
                  <a:gd name="connsiteX0" fmla="*/ 9290 w 131210"/>
                  <a:gd name="connsiteY0" fmla="*/ 87388 h 363192"/>
                  <a:gd name="connsiteX1" fmla="*/ 12433 w 131210"/>
                  <a:gd name="connsiteY1" fmla="*/ 91770 h 363192"/>
                  <a:gd name="connsiteX2" fmla="*/ 44627 w 131210"/>
                  <a:gd name="connsiteY2" fmla="*/ 111582 h 363192"/>
                  <a:gd name="connsiteX3" fmla="*/ 50342 w 131210"/>
                  <a:gd name="connsiteY3" fmla="*/ 112534 h 363192"/>
                  <a:gd name="connsiteX4" fmla="*/ 53581 w 131210"/>
                  <a:gd name="connsiteY4" fmla="*/ 112725 h 363192"/>
                  <a:gd name="connsiteX5" fmla="*/ 90252 w 131210"/>
                  <a:gd name="connsiteY5" fmla="*/ 319894 h 363192"/>
                  <a:gd name="connsiteX6" fmla="*/ 85299 w 131210"/>
                  <a:gd name="connsiteY6" fmla="*/ 346183 h 363192"/>
                  <a:gd name="connsiteX7" fmla="*/ 108064 w 131210"/>
                  <a:gd name="connsiteY7" fmla="*/ 352755 h 363192"/>
                  <a:gd name="connsiteX8" fmla="*/ 108064 w 131210"/>
                  <a:gd name="connsiteY8" fmla="*/ 352755 h 363192"/>
                  <a:gd name="connsiteX9" fmla="*/ 127209 w 131210"/>
                  <a:gd name="connsiteY9" fmla="*/ 338658 h 363192"/>
                  <a:gd name="connsiteX10" fmla="*/ 113874 w 131210"/>
                  <a:gd name="connsiteY10" fmla="*/ 317036 h 363192"/>
                  <a:gd name="connsiteX11" fmla="*/ 77108 w 131210"/>
                  <a:gd name="connsiteY11" fmla="*/ 108915 h 363192"/>
                  <a:gd name="connsiteX12" fmla="*/ 79393 w 131210"/>
                  <a:gd name="connsiteY12" fmla="*/ 107962 h 363192"/>
                  <a:gd name="connsiteX13" fmla="*/ 87395 w 131210"/>
                  <a:gd name="connsiteY13" fmla="*/ 103676 h 363192"/>
                  <a:gd name="connsiteX14" fmla="*/ 91776 w 131210"/>
                  <a:gd name="connsiteY14" fmla="*/ 100533 h 363192"/>
                  <a:gd name="connsiteX15" fmla="*/ 95872 w 131210"/>
                  <a:gd name="connsiteY15" fmla="*/ 96913 h 363192"/>
                  <a:gd name="connsiteX16" fmla="*/ 96158 w 131210"/>
                  <a:gd name="connsiteY16" fmla="*/ 96628 h 363192"/>
                  <a:gd name="connsiteX17" fmla="*/ 104730 w 131210"/>
                  <a:gd name="connsiteY17" fmla="*/ 85674 h 363192"/>
                  <a:gd name="connsiteX18" fmla="*/ 109683 w 131210"/>
                  <a:gd name="connsiteY18" fmla="*/ 75196 h 363192"/>
                  <a:gd name="connsiteX19" fmla="*/ 111683 w 131210"/>
                  <a:gd name="connsiteY19" fmla="*/ 68243 h 363192"/>
                  <a:gd name="connsiteX20" fmla="*/ 112636 w 131210"/>
                  <a:gd name="connsiteY20" fmla="*/ 62528 h 363192"/>
                  <a:gd name="connsiteX21" fmla="*/ 112922 w 131210"/>
                  <a:gd name="connsiteY21" fmla="*/ 55480 h 363192"/>
                  <a:gd name="connsiteX22" fmla="*/ 112922 w 131210"/>
                  <a:gd name="connsiteY22" fmla="*/ 54908 h 363192"/>
                  <a:gd name="connsiteX23" fmla="*/ 62630 w 131210"/>
                  <a:gd name="connsiteY23" fmla="*/ 330 h 363192"/>
                  <a:gd name="connsiteX24" fmla="*/ 1860 w 131210"/>
                  <a:gd name="connsiteY24" fmla="*/ 42526 h 363192"/>
                  <a:gd name="connsiteX25" fmla="*/ 1670 w 131210"/>
                  <a:gd name="connsiteY25" fmla="*/ 43288 h 363192"/>
                  <a:gd name="connsiteX26" fmla="*/ 336 w 131210"/>
                  <a:gd name="connsiteY26" fmla="*/ 50432 h 363192"/>
                  <a:gd name="connsiteX27" fmla="*/ 4241 w 131210"/>
                  <a:gd name="connsiteY27" fmla="*/ 77959 h 363192"/>
                  <a:gd name="connsiteX28" fmla="*/ 9290 w 131210"/>
                  <a:gd name="connsiteY28" fmla="*/ 87388 h 363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31210" h="363192">
                    <a:moveTo>
                      <a:pt x="9290" y="87388"/>
                    </a:moveTo>
                    <a:cubicBezTo>
                      <a:pt x="10242" y="88912"/>
                      <a:pt x="11385" y="90341"/>
                      <a:pt x="12433" y="91770"/>
                    </a:cubicBezTo>
                    <a:cubicBezTo>
                      <a:pt x="20339" y="101581"/>
                      <a:pt x="31578" y="108820"/>
                      <a:pt x="44627" y="111582"/>
                    </a:cubicBezTo>
                    <a:cubicBezTo>
                      <a:pt x="46532" y="111963"/>
                      <a:pt x="48437" y="112249"/>
                      <a:pt x="50342" y="112534"/>
                    </a:cubicBezTo>
                    <a:cubicBezTo>
                      <a:pt x="51485" y="112630"/>
                      <a:pt x="52533" y="112630"/>
                      <a:pt x="53581" y="112725"/>
                    </a:cubicBezTo>
                    <a:lnTo>
                      <a:pt x="90252" y="319894"/>
                    </a:lnTo>
                    <a:cubicBezTo>
                      <a:pt x="90443" y="322656"/>
                      <a:pt x="90728" y="333419"/>
                      <a:pt x="85299" y="346183"/>
                    </a:cubicBezTo>
                    <a:cubicBezTo>
                      <a:pt x="79013" y="360946"/>
                      <a:pt x="97301" y="372376"/>
                      <a:pt x="108064" y="352755"/>
                    </a:cubicBezTo>
                    <a:lnTo>
                      <a:pt x="108064" y="352755"/>
                    </a:lnTo>
                    <a:cubicBezTo>
                      <a:pt x="124923" y="367424"/>
                      <a:pt x="138163" y="350374"/>
                      <a:pt x="127209" y="338658"/>
                    </a:cubicBezTo>
                    <a:cubicBezTo>
                      <a:pt x="118922" y="329800"/>
                      <a:pt x="115208" y="320846"/>
                      <a:pt x="113874" y="317036"/>
                    </a:cubicBezTo>
                    <a:lnTo>
                      <a:pt x="77108" y="108915"/>
                    </a:lnTo>
                    <a:cubicBezTo>
                      <a:pt x="77870" y="108629"/>
                      <a:pt x="78632" y="108248"/>
                      <a:pt x="79393" y="107962"/>
                    </a:cubicBezTo>
                    <a:cubicBezTo>
                      <a:pt x="82156" y="106724"/>
                      <a:pt x="84918" y="105295"/>
                      <a:pt x="87395" y="103676"/>
                    </a:cubicBezTo>
                    <a:cubicBezTo>
                      <a:pt x="88918" y="102724"/>
                      <a:pt x="90347" y="101581"/>
                      <a:pt x="91776" y="100533"/>
                    </a:cubicBezTo>
                    <a:cubicBezTo>
                      <a:pt x="93205" y="99390"/>
                      <a:pt x="94538" y="98247"/>
                      <a:pt x="95872" y="96913"/>
                    </a:cubicBezTo>
                    <a:cubicBezTo>
                      <a:pt x="95967" y="96818"/>
                      <a:pt x="96062" y="96723"/>
                      <a:pt x="96158" y="96628"/>
                    </a:cubicBezTo>
                    <a:cubicBezTo>
                      <a:pt x="99491" y="93389"/>
                      <a:pt x="102254" y="89674"/>
                      <a:pt x="104730" y="85674"/>
                    </a:cubicBezTo>
                    <a:cubicBezTo>
                      <a:pt x="106730" y="82340"/>
                      <a:pt x="108445" y="78911"/>
                      <a:pt x="109683" y="75196"/>
                    </a:cubicBezTo>
                    <a:cubicBezTo>
                      <a:pt x="110445" y="72910"/>
                      <a:pt x="111207" y="70624"/>
                      <a:pt x="111683" y="68243"/>
                    </a:cubicBezTo>
                    <a:cubicBezTo>
                      <a:pt x="112064" y="66338"/>
                      <a:pt x="112350" y="64433"/>
                      <a:pt x="112636" y="62528"/>
                    </a:cubicBezTo>
                    <a:cubicBezTo>
                      <a:pt x="112922" y="60147"/>
                      <a:pt x="112922" y="57766"/>
                      <a:pt x="112922" y="55480"/>
                    </a:cubicBezTo>
                    <a:cubicBezTo>
                      <a:pt x="112922" y="55289"/>
                      <a:pt x="112922" y="55099"/>
                      <a:pt x="112922" y="54908"/>
                    </a:cubicBezTo>
                    <a:cubicBezTo>
                      <a:pt x="112160" y="27095"/>
                      <a:pt x="91014" y="3473"/>
                      <a:pt x="62630" y="330"/>
                    </a:cubicBezTo>
                    <a:cubicBezTo>
                      <a:pt x="34340" y="-2718"/>
                      <a:pt x="8718" y="15665"/>
                      <a:pt x="1860" y="42526"/>
                    </a:cubicBezTo>
                    <a:cubicBezTo>
                      <a:pt x="1765" y="42811"/>
                      <a:pt x="1765" y="43002"/>
                      <a:pt x="1670" y="43288"/>
                    </a:cubicBezTo>
                    <a:cubicBezTo>
                      <a:pt x="1098" y="45574"/>
                      <a:pt x="622" y="47955"/>
                      <a:pt x="336" y="50432"/>
                    </a:cubicBezTo>
                    <a:cubicBezTo>
                      <a:pt x="-712" y="60147"/>
                      <a:pt x="717" y="69482"/>
                      <a:pt x="4241" y="77959"/>
                    </a:cubicBezTo>
                    <a:cubicBezTo>
                      <a:pt x="5575" y="81102"/>
                      <a:pt x="7289" y="84340"/>
                      <a:pt x="9290" y="87388"/>
                    </a:cubicBezTo>
                    <a:close/>
                  </a:path>
                </a:pathLst>
              </a:custGeom>
              <a:noFill/>
              <a:ln w="7144" cap="flat">
                <a:solidFill>
                  <a:srgbClr val="333434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  <p:grpSp>
        <p:nvGrpSpPr>
          <p:cNvPr id="293" name="SARS-CoV-2-nucleocapsid-ring">
            <a:extLst>
              <a:ext uri="{FF2B5EF4-FFF2-40B4-BE49-F238E27FC236}">
                <a16:creationId xmlns:a16="http://schemas.microsoft.com/office/drawing/2014/main" id="{8BA679F5-F91E-41AD-8AE0-EFC2170F62F8}"/>
              </a:ext>
            </a:extLst>
          </p:cNvPr>
          <p:cNvGrpSpPr/>
          <p:nvPr/>
        </p:nvGrpSpPr>
        <p:grpSpPr>
          <a:xfrm>
            <a:off x="5964756" y="4363509"/>
            <a:ext cx="1680730" cy="1642305"/>
            <a:chOff x="9290603" y="2719397"/>
            <a:chExt cx="2127283" cy="2078649"/>
          </a:xfrm>
          <a:solidFill>
            <a:schemeClr val="accent1"/>
          </a:solidFill>
        </p:grpSpPr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F96EC3BC-4A58-4BAC-9CE3-2B98DE88123C}"/>
                </a:ext>
              </a:extLst>
            </p:cNvPr>
            <p:cNvSpPr/>
            <p:nvPr/>
          </p:nvSpPr>
          <p:spPr>
            <a:xfrm>
              <a:off x="9291270" y="2719802"/>
              <a:ext cx="2078016" cy="2078049"/>
            </a:xfrm>
            <a:custGeom>
              <a:avLst/>
              <a:gdLst>
                <a:gd name="connsiteX0" fmla="*/ 2077502 w 2078016"/>
                <a:gd name="connsiteY0" fmla="*/ 1148314 h 2078049"/>
                <a:gd name="connsiteX1" fmla="*/ 2075883 w 2078016"/>
                <a:gd name="connsiteY1" fmla="*/ 1143456 h 2078049"/>
                <a:gd name="connsiteX2" fmla="*/ 2075407 w 2078016"/>
                <a:gd name="connsiteY2" fmla="*/ 1142504 h 2078049"/>
                <a:gd name="connsiteX3" fmla="*/ 2073025 w 2078016"/>
                <a:gd name="connsiteY3" fmla="*/ 1138789 h 2078049"/>
                <a:gd name="connsiteX4" fmla="*/ 2073025 w 2078016"/>
                <a:gd name="connsiteY4" fmla="*/ 1138789 h 2078049"/>
                <a:gd name="connsiteX5" fmla="*/ 2073025 w 2078016"/>
                <a:gd name="connsiteY5" fmla="*/ 1138789 h 2078049"/>
                <a:gd name="connsiteX6" fmla="*/ 2062548 w 2078016"/>
                <a:gd name="connsiteY6" fmla="*/ 1132693 h 2078049"/>
                <a:gd name="connsiteX7" fmla="*/ 2076550 w 2078016"/>
                <a:gd name="connsiteY7" fmla="*/ 1039062 h 2078049"/>
                <a:gd name="connsiteX8" fmla="*/ 2057214 w 2078016"/>
                <a:gd name="connsiteY8" fmla="*/ 929524 h 2078049"/>
                <a:gd name="connsiteX9" fmla="*/ 2069120 w 2078016"/>
                <a:gd name="connsiteY9" fmla="*/ 918761 h 2078049"/>
                <a:gd name="connsiteX10" fmla="*/ 2067882 w 2078016"/>
                <a:gd name="connsiteY10" fmla="*/ 895997 h 2078049"/>
                <a:gd name="connsiteX11" fmla="*/ 2067882 w 2078016"/>
                <a:gd name="connsiteY11" fmla="*/ 895997 h 2078049"/>
                <a:gd name="connsiteX12" fmla="*/ 2067882 w 2078016"/>
                <a:gd name="connsiteY12" fmla="*/ 895997 h 2078049"/>
                <a:gd name="connsiteX13" fmla="*/ 2065120 w 2078016"/>
                <a:gd name="connsiteY13" fmla="*/ 891806 h 2078049"/>
                <a:gd name="connsiteX14" fmla="*/ 2064739 w 2078016"/>
                <a:gd name="connsiteY14" fmla="*/ 891234 h 2078049"/>
                <a:gd name="connsiteX15" fmla="*/ 2061024 w 2078016"/>
                <a:gd name="connsiteY15" fmla="*/ 887805 h 2078049"/>
                <a:gd name="connsiteX16" fmla="*/ 2040164 w 2078016"/>
                <a:gd name="connsiteY16" fmla="*/ 891424 h 2078049"/>
                <a:gd name="connsiteX17" fmla="*/ 2009494 w 2078016"/>
                <a:gd name="connsiteY17" fmla="*/ 846085 h 2078049"/>
                <a:gd name="connsiteX18" fmla="*/ 2021686 w 2078016"/>
                <a:gd name="connsiteY18" fmla="*/ 775886 h 2078049"/>
                <a:gd name="connsiteX19" fmla="*/ 2039116 w 2078016"/>
                <a:gd name="connsiteY19" fmla="*/ 774267 h 2078049"/>
                <a:gd name="connsiteX20" fmla="*/ 2044641 w 2078016"/>
                <a:gd name="connsiteY20" fmla="*/ 764075 h 2078049"/>
                <a:gd name="connsiteX21" fmla="*/ 2045117 w 2078016"/>
                <a:gd name="connsiteY21" fmla="*/ 759884 h 2078049"/>
                <a:gd name="connsiteX22" fmla="*/ 2044164 w 2078016"/>
                <a:gd name="connsiteY22" fmla="*/ 751216 h 2078049"/>
                <a:gd name="connsiteX23" fmla="*/ 2040450 w 2078016"/>
                <a:gd name="connsiteY23" fmla="*/ 742930 h 2078049"/>
                <a:gd name="connsiteX24" fmla="*/ 2037021 w 2078016"/>
                <a:gd name="connsiteY24" fmla="*/ 738834 h 2078049"/>
                <a:gd name="connsiteX25" fmla="*/ 2036640 w 2078016"/>
                <a:gd name="connsiteY25" fmla="*/ 738453 h 2078049"/>
                <a:gd name="connsiteX26" fmla="*/ 2032830 w 2078016"/>
                <a:gd name="connsiteY26" fmla="*/ 735691 h 2078049"/>
                <a:gd name="connsiteX27" fmla="*/ 2032830 w 2078016"/>
                <a:gd name="connsiteY27" fmla="*/ 735691 h 2078049"/>
                <a:gd name="connsiteX28" fmla="*/ 2032830 w 2078016"/>
                <a:gd name="connsiteY28" fmla="*/ 735691 h 2078049"/>
                <a:gd name="connsiteX29" fmla="*/ 2020638 w 2078016"/>
                <a:gd name="connsiteY29" fmla="*/ 734072 h 2078049"/>
                <a:gd name="connsiteX30" fmla="*/ 1997683 w 2078016"/>
                <a:gd name="connsiteY30" fmla="*/ 641774 h 2078049"/>
                <a:gd name="connsiteX31" fmla="*/ 1937675 w 2078016"/>
                <a:gd name="connsiteY31" fmla="*/ 547667 h 2078049"/>
                <a:gd name="connsiteX32" fmla="*/ 1944533 w 2078016"/>
                <a:gd name="connsiteY32" fmla="*/ 533189 h 2078049"/>
                <a:gd name="connsiteX33" fmla="*/ 1934627 w 2078016"/>
                <a:gd name="connsiteY33" fmla="*/ 512711 h 2078049"/>
                <a:gd name="connsiteX34" fmla="*/ 1934627 w 2078016"/>
                <a:gd name="connsiteY34" fmla="*/ 512711 h 2078049"/>
                <a:gd name="connsiteX35" fmla="*/ 1934627 w 2078016"/>
                <a:gd name="connsiteY35" fmla="*/ 512711 h 2078049"/>
                <a:gd name="connsiteX36" fmla="*/ 1930436 w 2078016"/>
                <a:gd name="connsiteY36" fmla="*/ 509853 h 2078049"/>
                <a:gd name="connsiteX37" fmla="*/ 1929865 w 2078016"/>
                <a:gd name="connsiteY37" fmla="*/ 509567 h 2078049"/>
                <a:gd name="connsiteX38" fmla="*/ 1925102 w 2078016"/>
                <a:gd name="connsiteY38" fmla="*/ 507853 h 2078049"/>
                <a:gd name="connsiteX39" fmla="*/ 1907291 w 2078016"/>
                <a:gd name="connsiteY39" fmla="*/ 519283 h 2078049"/>
                <a:gd name="connsiteX40" fmla="*/ 1861570 w 2078016"/>
                <a:gd name="connsiteY40" fmla="*/ 489184 h 2078049"/>
                <a:gd name="connsiteX41" fmla="*/ 1845949 w 2078016"/>
                <a:gd name="connsiteY41" fmla="*/ 419842 h 2078049"/>
                <a:gd name="connsiteX42" fmla="*/ 1850426 w 2078016"/>
                <a:gd name="connsiteY42" fmla="*/ 419747 h 2078049"/>
                <a:gd name="connsiteX43" fmla="*/ 1856808 w 2078016"/>
                <a:gd name="connsiteY43" fmla="*/ 417079 h 2078049"/>
                <a:gd name="connsiteX44" fmla="*/ 1861285 w 2078016"/>
                <a:gd name="connsiteY44" fmla="*/ 411555 h 2078049"/>
                <a:gd name="connsiteX45" fmla="*/ 1850712 w 2078016"/>
                <a:gd name="connsiteY45" fmla="*/ 382123 h 2078049"/>
                <a:gd name="connsiteX46" fmla="*/ 1845949 w 2078016"/>
                <a:gd name="connsiteY46" fmla="*/ 379646 h 2078049"/>
                <a:gd name="connsiteX47" fmla="*/ 1845568 w 2078016"/>
                <a:gd name="connsiteY47" fmla="*/ 379551 h 2078049"/>
                <a:gd name="connsiteX48" fmla="*/ 1841092 w 2078016"/>
                <a:gd name="connsiteY48" fmla="*/ 378408 h 2078049"/>
                <a:gd name="connsiteX49" fmla="*/ 1840901 w 2078016"/>
                <a:gd name="connsiteY49" fmla="*/ 378408 h 2078049"/>
                <a:gd name="connsiteX50" fmla="*/ 1840901 w 2078016"/>
                <a:gd name="connsiteY50" fmla="*/ 378408 h 2078049"/>
                <a:gd name="connsiteX51" fmla="*/ 1828995 w 2078016"/>
                <a:gd name="connsiteY51" fmla="*/ 381551 h 2078049"/>
                <a:gd name="connsiteX52" fmla="*/ 1772702 w 2078016"/>
                <a:gd name="connsiteY52" fmla="*/ 305256 h 2078049"/>
                <a:gd name="connsiteX53" fmla="*/ 1681358 w 2078016"/>
                <a:gd name="connsiteY53" fmla="*/ 241534 h 2078049"/>
                <a:gd name="connsiteX54" fmla="*/ 1682215 w 2078016"/>
                <a:gd name="connsiteY54" fmla="*/ 225436 h 2078049"/>
                <a:gd name="connsiteX55" fmla="*/ 1660593 w 2078016"/>
                <a:gd name="connsiteY55" fmla="*/ 209149 h 2078049"/>
                <a:gd name="connsiteX56" fmla="*/ 1659545 w 2078016"/>
                <a:gd name="connsiteY56" fmla="*/ 209053 h 2078049"/>
                <a:gd name="connsiteX57" fmla="*/ 1654592 w 2078016"/>
                <a:gd name="connsiteY57" fmla="*/ 209339 h 2078049"/>
                <a:gd name="connsiteX58" fmla="*/ 1642495 w 2078016"/>
                <a:gd name="connsiteY58" fmla="*/ 226865 h 2078049"/>
                <a:gd name="connsiteX59" fmla="*/ 1588774 w 2078016"/>
                <a:gd name="connsiteY59" fmla="*/ 216388 h 2078049"/>
                <a:gd name="connsiteX60" fmla="*/ 1548008 w 2078016"/>
                <a:gd name="connsiteY60" fmla="*/ 158190 h 2078049"/>
                <a:gd name="connsiteX61" fmla="*/ 1558866 w 2078016"/>
                <a:gd name="connsiteY61" fmla="*/ 144760 h 2078049"/>
                <a:gd name="connsiteX62" fmla="*/ 1537911 w 2078016"/>
                <a:gd name="connsiteY62" fmla="*/ 121423 h 2078049"/>
                <a:gd name="connsiteX63" fmla="*/ 1532672 w 2078016"/>
                <a:gd name="connsiteY63" fmla="*/ 121043 h 2078049"/>
                <a:gd name="connsiteX64" fmla="*/ 1531910 w 2078016"/>
                <a:gd name="connsiteY64" fmla="*/ 121138 h 2078049"/>
                <a:gd name="connsiteX65" fmla="*/ 1527338 w 2078016"/>
                <a:gd name="connsiteY65" fmla="*/ 121900 h 2078049"/>
                <a:gd name="connsiteX66" fmla="*/ 1527338 w 2078016"/>
                <a:gd name="connsiteY66" fmla="*/ 121900 h 2078049"/>
                <a:gd name="connsiteX67" fmla="*/ 1527338 w 2078016"/>
                <a:gd name="connsiteY67" fmla="*/ 121900 h 2078049"/>
                <a:gd name="connsiteX68" fmla="*/ 1517623 w 2078016"/>
                <a:gd name="connsiteY68" fmla="*/ 129139 h 2078049"/>
                <a:gd name="connsiteX69" fmla="*/ 1436089 w 2078016"/>
                <a:gd name="connsiteY69" fmla="*/ 80275 h 2078049"/>
                <a:gd name="connsiteX70" fmla="*/ 1327027 w 2078016"/>
                <a:gd name="connsiteY70" fmla="*/ 56273 h 2078049"/>
                <a:gd name="connsiteX71" fmla="*/ 1321693 w 2078016"/>
                <a:gd name="connsiteY71" fmla="*/ 41032 h 2078049"/>
                <a:gd name="connsiteX72" fmla="*/ 1300167 w 2078016"/>
                <a:gd name="connsiteY72" fmla="*/ 33317 h 2078049"/>
                <a:gd name="connsiteX73" fmla="*/ 1300167 w 2078016"/>
                <a:gd name="connsiteY73" fmla="*/ 33317 h 2078049"/>
                <a:gd name="connsiteX74" fmla="*/ 1300072 w 2078016"/>
                <a:gd name="connsiteY74" fmla="*/ 33317 h 2078049"/>
                <a:gd name="connsiteX75" fmla="*/ 1295024 w 2078016"/>
                <a:gd name="connsiteY75" fmla="*/ 34365 h 2078049"/>
                <a:gd name="connsiteX76" fmla="*/ 1294642 w 2078016"/>
                <a:gd name="connsiteY76" fmla="*/ 34460 h 2078049"/>
                <a:gd name="connsiteX77" fmla="*/ 1289975 w 2078016"/>
                <a:gd name="connsiteY77" fmla="*/ 36746 h 2078049"/>
                <a:gd name="connsiteX78" fmla="*/ 1287023 w 2078016"/>
                <a:gd name="connsiteY78" fmla="*/ 39223 h 2078049"/>
                <a:gd name="connsiteX79" fmla="*/ 1283022 w 2078016"/>
                <a:gd name="connsiteY79" fmla="*/ 48748 h 2078049"/>
                <a:gd name="connsiteX80" fmla="*/ 1284451 w 2078016"/>
                <a:gd name="connsiteY80" fmla="*/ 55606 h 2078049"/>
                <a:gd name="connsiteX81" fmla="*/ 1285594 w 2078016"/>
                <a:gd name="connsiteY81" fmla="*/ 57511 h 2078049"/>
                <a:gd name="connsiteX82" fmla="*/ 1231873 w 2078016"/>
                <a:gd name="connsiteY82" fmla="*/ 68465 h 2078049"/>
                <a:gd name="connsiteX83" fmla="*/ 1171865 w 2078016"/>
                <a:gd name="connsiteY83" fmla="*/ 30460 h 2078049"/>
                <a:gd name="connsiteX84" fmla="*/ 1176723 w 2078016"/>
                <a:gd name="connsiteY84" fmla="*/ 13886 h 2078049"/>
                <a:gd name="connsiteX85" fmla="*/ 1169389 w 2078016"/>
                <a:gd name="connsiteY85" fmla="*/ 4837 h 2078049"/>
                <a:gd name="connsiteX86" fmla="*/ 1165769 w 2078016"/>
                <a:gd name="connsiteY86" fmla="*/ 2742 h 2078049"/>
                <a:gd name="connsiteX87" fmla="*/ 1157387 w 2078016"/>
                <a:gd name="connsiteY87" fmla="*/ 265 h 2078049"/>
                <a:gd name="connsiteX88" fmla="*/ 1148339 w 2078016"/>
                <a:gd name="connsiteY88" fmla="*/ 456 h 2078049"/>
                <a:gd name="connsiteX89" fmla="*/ 1143481 w 2078016"/>
                <a:gd name="connsiteY89" fmla="*/ 2075 h 2078049"/>
                <a:gd name="connsiteX90" fmla="*/ 1142528 w 2078016"/>
                <a:gd name="connsiteY90" fmla="*/ 2552 h 2078049"/>
                <a:gd name="connsiteX91" fmla="*/ 1138814 w 2078016"/>
                <a:gd name="connsiteY91" fmla="*/ 4933 h 2078049"/>
                <a:gd name="connsiteX92" fmla="*/ 1138814 w 2078016"/>
                <a:gd name="connsiteY92" fmla="*/ 4933 h 2078049"/>
                <a:gd name="connsiteX93" fmla="*/ 1138814 w 2078016"/>
                <a:gd name="connsiteY93" fmla="*/ 4933 h 2078049"/>
                <a:gd name="connsiteX94" fmla="*/ 1132717 w 2078016"/>
                <a:gd name="connsiteY94" fmla="*/ 15410 h 2078049"/>
                <a:gd name="connsiteX95" fmla="*/ 1039087 w 2078016"/>
                <a:gd name="connsiteY95" fmla="*/ 1408 h 2078049"/>
                <a:gd name="connsiteX96" fmla="*/ 929549 w 2078016"/>
                <a:gd name="connsiteY96" fmla="*/ 20744 h 2078049"/>
                <a:gd name="connsiteX97" fmla="*/ 918786 w 2078016"/>
                <a:gd name="connsiteY97" fmla="*/ 8838 h 2078049"/>
                <a:gd name="connsiteX98" fmla="*/ 896021 w 2078016"/>
                <a:gd name="connsiteY98" fmla="*/ 10076 h 2078049"/>
                <a:gd name="connsiteX99" fmla="*/ 896021 w 2078016"/>
                <a:gd name="connsiteY99" fmla="*/ 10076 h 2078049"/>
                <a:gd name="connsiteX100" fmla="*/ 896021 w 2078016"/>
                <a:gd name="connsiteY100" fmla="*/ 10076 h 2078049"/>
                <a:gd name="connsiteX101" fmla="*/ 891830 w 2078016"/>
                <a:gd name="connsiteY101" fmla="*/ 12839 h 2078049"/>
                <a:gd name="connsiteX102" fmla="*/ 891259 w 2078016"/>
                <a:gd name="connsiteY102" fmla="*/ 13219 h 2078049"/>
                <a:gd name="connsiteX103" fmla="*/ 887830 w 2078016"/>
                <a:gd name="connsiteY103" fmla="*/ 16934 h 2078049"/>
                <a:gd name="connsiteX104" fmla="*/ 891449 w 2078016"/>
                <a:gd name="connsiteY104" fmla="*/ 37794 h 2078049"/>
                <a:gd name="connsiteX105" fmla="*/ 846110 w 2078016"/>
                <a:gd name="connsiteY105" fmla="*/ 68465 h 2078049"/>
                <a:gd name="connsiteX106" fmla="*/ 775911 w 2078016"/>
                <a:gd name="connsiteY106" fmla="*/ 56273 h 2078049"/>
                <a:gd name="connsiteX107" fmla="*/ 774292 w 2078016"/>
                <a:gd name="connsiteY107" fmla="*/ 38842 h 2078049"/>
                <a:gd name="connsiteX108" fmla="*/ 764957 w 2078016"/>
                <a:gd name="connsiteY108" fmla="*/ 33603 h 2078049"/>
                <a:gd name="connsiteX109" fmla="*/ 759909 w 2078016"/>
                <a:gd name="connsiteY109" fmla="*/ 32841 h 2078049"/>
                <a:gd name="connsiteX110" fmla="*/ 751241 w 2078016"/>
                <a:gd name="connsiteY110" fmla="*/ 33794 h 2078049"/>
                <a:gd name="connsiteX111" fmla="*/ 742954 w 2078016"/>
                <a:gd name="connsiteY111" fmla="*/ 37508 h 2078049"/>
                <a:gd name="connsiteX112" fmla="*/ 738859 w 2078016"/>
                <a:gd name="connsiteY112" fmla="*/ 40937 h 2078049"/>
                <a:gd name="connsiteX113" fmla="*/ 738478 w 2078016"/>
                <a:gd name="connsiteY113" fmla="*/ 41318 h 2078049"/>
                <a:gd name="connsiteX114" fmla="*/ 735715 w 2078016"/>
                <a:gd name="connsiteY114" fmla="*/ 45128 h 2078049"/>
                <a:gd name="connsiteX115" fmla="*/ 735715 w 2078016"/>
                <a:gd name="connsiteY115" fmla="*/ 45128 h 2078049"/>
                <a:gd name="connsiteX116" fmla="*/ 735715 w 2078016"/>
                <a:gd name="connsiteY116" fmla="*/ 45128 h 2078049"/>
                <a:gd name="connsiteX117" fmla="*/ 734096 w 2078016"/>
                <a:gd name="connsiteY117" fmla="*/ 57320 h 2078049"/>
                <a:gd name="connsiteX118" fmla="*/ 641799 w 2078016"/>
                <a:gd name="connsiteY118" fmla="*/ 80275 h 2078049"/>
                <a:gd name="connsiteX119" fmla="*/ 547692 w 2078016"/>
                <a:gd name="connsiteY119" fmla="*/ 140283 h 2078049"/>
                <a:gd name="connsiteX120" fmla="*/ 533214 w 2078016"/>
                <a:gd name="connsiteY120" fmla="*/ 133425 h 2078049"/>
                <a:gd name="connsiteX121" fmla="*/ 512735 w 2078016"/>
                <a:gd name="connsiteY121" fmla="*/ 143331 h 2078049"/>
                <a:gd name="connsiteX122" fmla="*/ 512735 w 2078016"/>
                <a:gd name="connsiteY122" fmla="*/ 143331 h 2078049"/>
                <a:gd name="connsiteX123" fmla="*/ 512735 w 2078016"/>
                <a:gd name="connsiteY123" fmla="*/ 143331 h 2078049"/>
                <a:gd name="connsiteX124" fmla="*/ 509878 w 2078016"/>
                <a:gd name="connsiteY124" fmla="*/ 147522 h 2078049"/>
                <a:gd name="connsiteX125" fmla="*/ 509592 w 2078016"/>
                <a:gd name="connsiteY125" fmla="*/ 148094 h 2078049"/>
                <a:gd name="connsiteX126" fmla="*/ 507877 w 2078016"/>
                <a:gd name="connsiteY126" fmla="*/ 152856 h 2078049"/>
                <a:gd name="connsiteX127" fmla="*/ 519307 w 2078016"/>
                <a:gd name="connsiteY127" fmla="*/ 170668 h 2078049"/>
                <a:gd name="connsiteX128" fmla="*/ 489208 w 2078016"/>
                <a:gd name="connsiteY128" fmla="*/ 216388 h 2078049"/>
                <a:gd name="connsiteX129" fmla="*/ 419866 w 2078016"/>
                <a:gd name="connsiteY129" fmla="*/ 232009 h 2078049"/>
                <a:gd name="connsiteX130" fmla="*/ 411580 w 2078016"/>
                <a:gd name="connsiteY130" fmla="*/ 216578 h 2078049"/>
                <a:gd name="connsiteX131" fmla="*/ 407960 w 2078016"/>
                <a:gd name="connsiteY131" fmla="*/ 215340 h 2078049"/>
                <a:gd name="connsiteX132" fmla="*/ 404055 w 2078016"/>
                <a:gd name="connsiteY132" fmla="*/ 214959 h 2078049"/>
                <a:gd name="connsiteX133" fmla="*/ 395959 w 2078016"/>
                <a:gd name="connsiteY133" fmla="*/ 216388 h 2078049"/>
                <a:gd name="connsiteX134" fmla="*/ 382148 w 2078016"/>
                <a:gd name="connsiteY134" fmla="*/ 227151 h 2078049"/>
                <a:gd name="connsiteX135" fmla="*/ 379671 w 2078016"/>
                <a:gd name="connsiteY135" fmla="*/ 231914 h 2078049"/>
                <a:gd name="connsiteX136" fmla="*/ 379576 w 2078016"/>
                <a:gd name="connsiteY136" fmla="*/ 232294 h 2078049"/>
                <a:gd name="connsiteX137" fmla="*/ 378433 w 2078016"/>
                <a:gd name="connsiteY137" fmla="*/ 236771 h 2078049"/>
                <a:gd name="connsiteX138" fmla="*/ 378433 w 2078016"/>
                <a:gd name="connsiteY138" fmla="*/ 236962 h 2078049"/>
                <a:gd name="connsiteX139" fmla="*/ 378433 w 2078016"/>
                <a:gd name="connsiteY139" fmla="*/ 236962 h 2078049"/>
                <a:gd name="connsiteX140" fmla="*/ 381576 w 2078016"/>
                <a:gd name="connsiteY140" fmla="*/ 248868 h 2078049"/>
                <a:gd name="connsiteX141" fmla="*/ 305281 w 2078016"/>
                <a:gd name="connsiteY141" fmla="*/ 305161 h 2078049"/>
                <a:gd name="connsiteX142" fmla="*/ 241558 w 2078016"/>
                <a:gd name="connsiteY142" fmla="*/ 396506 h 2078049"/>
                <a:gd name="connsiteX143" fmla="*/ 225461 w 2078016"/>
                <a:gd name="connsiteY143" fmla="*/ 395648 h 2078049"/>
                <a:gd name="connsiteX144" fmla="*/ 209173 w 2078016"/>
                <a:gd name="connsiteY144" fmla="*/ 417270 h 2078049"/>
                <a:gd name="connsiteX145" fmla="*/ 209078 w 2078016"/>
                <a:gd name="connsiteY145" fmla="*/ 418318 h 2078049"/>
                <a:gd name="connsiteX146" fmla="*/ 209364 w 2078016"/>
                <a:gd name="connsiteY146" fmla="*/ 423271 h 2078049"/>
                <a:gd name="connsiteX147" fmla="*/ 226890 w 2078016"/>
                <a:gd name="connsiteY147" fmla="*/ 435368 h 2078049"/>
                <a:gd name="connsiteX148" fmla="*/ 216412 w 2078016"/>
                <a:gd name="connsiteY148" fmla="*/ 489089 h 2078049"/>
                <a:gd name="connsiteX149" fmla="*/ 158215 w 2078016"/>
                <a:gd name="connsiteY149" fmla="*/ 529856 h 2078049"/>
                <a:gd name="connsiteX150" fmla="*/ 144784 w 2078016"/>
                <a:gd name="connsiteY150" fmla="*/ 518997 h 2078049"/>
                <a:gd name="connsiteX151" fmla="*/ 140974 w 2078016"/>
                <a:gd name="connsiteY151" fmla="*/ 519283 h 2078049"/>
                <a:gd name="connsiteX152" fmla="*/ 124782 w 2078016"/>
                <a:gd name="connsiteY152" fmla="*/ 531570 h 2078049"/>
                <a:gd name="connsiteX153" fmla="*/ 121448 w 2078016"/>
                <a:gd name="connsiteY153" fmla="*/ 539952 h 2078049"/>
                <a:gd name="connsiteX154" fmla="*/ 121067 w 2078016"/>
                <a:gd name="connsiteY154" fmla="*/ 545191 h 2078049"/>
                <a:gd name="connsiteX155" fmla="*/ 121162 w 2078016"/>
                <a:gd name="connsiteY155" fmla="*/ 545953 h 2078049"/>
                <a:gd name="connsiteX156" fmla="*/ 121924 w 2078016"/>
                <a:gd name="connsiteY156" fmla="*/ 550525 h 2078049"/>
                <a:gd name="connsiteX157" fmla="*/ 121924 w 2078016"/>
                <a:gd name="connsiteY157" fmla="*/ 550525 h 2078049"/>
                <a:gd name="connsiteX158" fmla="*/ 121924 w 2078016"/>
                <a:gd name="connsiteY158" fmla="*/ 550525 h 2078049"/>
                <a:gd name="connsiteX159" fmla="*/ 129164 w 2078016"/>
                <a:gd name="connsiteY159" fmla="*/ 560240 h 2078049"/>
                <a:gd name="connsiteX160" fmla="*/ 80300 w 2078016"/>
                <a:gd name="connsiteY160" fmla="*/ 641774 h 2078049"/>
                <a:gd name="connsiteX161" fmla="*/ 56297 w 2078016"/>
                <a:gd name="connsiteY161" fmla="*/ 750835 h 2078049"/>
                <a:gd name="connsiteX162" fmla="*/ 41057 w 2078016"/>
                <a:gd name="connsiteY162" fmla="*/ 756170 h 2078049"/>
                <a:gd name="connsiteX163" fmla="*/ 33342 w 2078016"/>
                <a:gd name="connsiteY163" fmla="*/ 777696 h 2078049"/>
                <a:gd name="connsiteX164" fmla="*/ 33342 w 2078016"/>
                <a:gd name="connsiteY164" fmla="*/ 777696 h 2078049"/>
                <a:gd name="connsiteX165" fmla="*/ 33342 w 2078016"/>
                <a:gd name="connsiteY165" fmla="*/ 777791 h 2078049"/>
                <a:gd name="connsiteX166" fmla="*/ 34390 w 2078016"/>
                <a:gd name="connsiteY166" fmla="*/ 782840 h 2078049"/>
                <a:gd name="connsiteX167" fmla="*/ 34485 w 2078016"/>
                <a:gd name="connsiteY167" fmla="*/ 783316 h 2078049"/>
                <a:gd name="connsiteX168" fmla="*/ 36771 w 2078016"/>
                <a:gd name="connsiteY168" fmla="*/ 787983 h 2078049"/>
                <a:gd name="connsiteX169" fmla="*/ 57631 w 2078016"/>
                <a:gd name="connsiteY169" fmla="*/ 792460 h 2078049"/>
                <a:gd name="connsiteX170" fmla="*/ 68584 w 2078016"/>
                <a:gd name="connsiteY170" fmla="*/ 846181 h 2078049"/>
                <a:gd name="connsiteX171" fmla="*/ 30580 w 2078016"/>
                <a:gd name="connsiteY171" fmla="*/ 906188 h 2078049"/>
                <a:gd name="connsiteX172" fmla="*/ 21055 w 2078016"/>
                <a:gd name="connsiteY172" fmla="*/ 900568 h 2078049"/>
                <a:gd name="connsiteX173" fmla="*/ 17531 w 2078016"/>
                <a:gd name="connsiteY173" fmla="*/ 900473 h 2078049"/>
                <a:gd name="connsiteX174" fmla="*/ 13911 w 2078016"/>
                <a:gd name="connsiteY174" fmla="*/ 901331 h 2078049"/>
                <a:gd name="connsiteX175" fmla="*/ 481 w 2078016"/>
                <a:gd name="connsiteY175" fmla="*/ 929715 h 2078049"/>
                <a:gd name="connsiteX176" fmla="*/ 2100 w 2078016"/>
                <a:gd name="connsiteY176" fmla="*/ 934573 h 2078049"/>
                <a:gd name="connsiteX177" fmla="*/ 2576 w 2078016"/>
                <a:gd name="connsiteY177" fmla="*/ 935525 h 2078049"/>
                <a:gd name="connsiteX178" fmla="*/ 4957 w 2078016"/>
                <a:gd name="connsiteY178" fmla="*/ 939240 h 2078049"/>
                <a:gd name="connsiteX179" fmla="*/ 4957 w 2078016"/>
                <a:gd name="connsiteY179" fmla="*/ 939240 h 2078049"/>
                <a:gd name="connsiteX180" fmla="*/ 4957 w 2078016"/>
                <a:gd name="connsiteY180" fmla="*/ 939240 h 2078049"/>
                <a:gd name="connsiteX181" fmla="*/ 15435 w 2078016"/>
                <a:gd name="connsiteY181" fmla="*/ 945336 h 2078049"/>
                <a:gd name="connsiteX182" fmla="*/ 1433 w 2078016"/>
                <a:gd name="connsiteY182" fmla="*/ 1038967 h 2078049"/>
                <a:gd name="connsiteX183" fmla="*/ 20769 w 2078016"/>
                <a:gd name="connsiteY183" fmla="*/ 1148504 h 2078049"/>
                <a:gd name="connsiteX184" fmla="*/ 8863 w 2078016"/>
                <a:gd name="connsiteY184" fmla="*/ 1159267 h 2078049"/>
                <a:gd name="connsiteX185" fmla="*/ 10101 w 2078016"/>
                <a:gd name="connsiteY185" fmla="*/ 1182032 h 2078049"/>
                <a:gd name="connsiteX186" fmla="*/ 10101 w 2078016"/>
                <a:gd name="connsiteY186" fmla="*/ 1182032 h 2078049"/>
                <a:gd name="connsiteX187" fmla="*/ 10101 w 2078016"/>
                <a:gd name="connsiteY187" fmla="*/ 1182032 h 2078049"/>
                <a:gd name="connsiteX188" fmla="*/ 12863 w 2078016"/>
                <a:gd name="connsiteY188" fmla="*/ 1186223 h 2078049"/>
                <a:gd name="connsiteX189" fmla="*/ 13244 w 2078016"/>
                <a:gd name="connsiteY189" fmla="*/ 1186795 h 2078049"/>
                <a:gd name="connsiteX190" fmla="*/ 16959 w 2078016"/>
                <a:gd name="connsiteY190" fmla="*/ 1190224 h 2078049"/>
                <a:gd name="connsiteX191" fmla="*/ 37819 w 2078016"/>
                <a:gd name="connsiteY191" fmla="*/ 1186604 h 2078049"/>
                <a:gd name="connsiteX192" fmla="*/ 68489 w 2078016"/>
                <a:gd name="connsiteY192" fmla="*/ 1231943 h 2078049"/>
                <a:gd name="connsiteX193" fmla="*/ 56297 w 2078016"/>
                <a:gd name="connsiteY193" fmla="*/ 1302142 h 2078049"/>
                <a:gd name="connsiteX194" fmla="*/ 38866 w 2078016"/>
                <a:gd name="connsiteY194" fmla="*/ 1303762 h 2078049"/>
                <a:gd name="connsiteX195" fmla="*/ 37533 w 2078016"/>
                <a:gd name="connsiteY195" fmla="*/ 1335099 h 2078049"/>
                <a:gd name="connsiteX196" fmla="*/ 40962 w 2078016"/>
                <a:gd name="connsiteY196" fmla="*/ 1339195 h 2078049"/>
                <a:gd name="connsiteX197" fmla="*/ 41343 w 2078016"/>
                <a:gd name="connsiteY197" fmla="*/ 1339576 h 2078049"/>
                <a:gd name="connsiteX198" fmla="*/ 45153 w 2078016"/>
                <a:gd name="connsiteY198" fmla="*/ 1342338 h 2078049"/>
                <a:gd name="connsiteX199" fmla="*/ 45153 w 2078016"/>
                <a:gd name="connsiteY199" fmla="*/ 1342338 h 2078049"/>
                <a:gd name="connsiteX200" fmla="*/ 45153 w 2078016"/>
                <a:gd name="connsiteY200" fmla="*/ 1342338 h 2078049"/>
                <a:gd name="connsiteX201" fmla="*/ 57345 w 2078016"/>
                <a:gd name="connsiteY201" fmla="*/ 1343957 h 2078049"/>
                <a:gd name="connsiteX202" fmla="*/ 80300 w 2078016"/>
                <a:gd name="connsiteY202" fmla="*/ 1436255 h 2078049"/>
                <a:gd name="connsiteX203" fmla="*/ 140308 w 2078016"/>
                <a:gd name="connsiteY203" fmla="*/ 1530362 h 2078049"/>
                <a:gd name="connsiteX204" fmla="*/ 133450 w 2078016"/>
                <a:gd name="connsiteY204" fmla="*/ 1544840 h 2078049"/>
                <a:gd name="connsiteX205" fmla="*/ 143356 w 2078016"/>
                <a:gd name="connsiteY205" fmla="*/ 1565318 h 2078049"/>
                <a:gd name="connsiteX206" fmla="*/ 143356 w 2078016"/>
                <a:gd name="connsiteY206" fmla="*/ 1565318 h 2078049"/>
                <a:gd name="connsiteX207" fmla="*/ 143356 w 2078016"/>
                <a:gd name="connsiteY207" fmla="*/ 1565318 h 2078049"/>
                <a:gd name="connsiteX208" fmla="*/ 147547 w 2078016"/>
                <a:gd name="connsiteY208" fmla="*/ 1568176 h 2078049"/>
                <a:gd name="connsiteX209" fmla="*/ 148118 w 2078016"/>
                <a:gd name="connsiteY209" fmla="*/ 1568462 h 2078049"/>
                <a:gd name="connsiteX210" fmla="*/ 152881 w 2078016"/>
                <a:gd name="connsiteY210" fmla="*/ 1570176 h 2078049"/>
                <a:gd name="connsiteX211" fmla="*/ 170692 w 2078016"/>
                <a:gd name="connsiteY211" fmla="*/ 1558746 h 2078049"/>
                <a:gd name="connsiteX212" fmla="*/ 216412 w 2078016"/>
                <a:gd name="connsiteY212" fmla="*/ 1588845 h 2078049"/>
                <a:gd name="connsiteX213" fmla="*/ 232033 w 2078016"/>
                <a:gd name="connsiteY213" fmla="*/ 1658187 h 2078049"/>
                <a:gd name="connsiteX214" fmla="*/ 216603 w 2078016"/>
                <a:gd name="connsiteY214" fmla="*/ 1666474 h 2078049"/>
                <a:gd name="connsiteX215" fmla="*/ 215365 w 2078016"/>
                <a:gd name="connsiteY215" fmla="*/ 1670093 h 2078049"/>
                <a:gd name="connsiteX216" fmla="*/ 214984 w 2078016"/>
                <a:gd name="connsiteY216" fmla="*/ 1673999 h 2078049"/>
                <a:gd name="connsiteX217" fmla="*/ 216412 w 2078016"/>
                <a:gd name="connsiteY217" fmla="*/ 1682095 h 2078049"/>
                <a:gd name="connsiteX218" fmla="*/ 227176 w 2078016"/>
                <a:gd name="connsiteY218" fmla="*/ 1695906 h 2078049"/>
                <a:gd name="connsiteX219" fmla="*/ 231938 w 2078016"/>
                <a:gd name="connsiteY219" fmla="*/ 1698383 h 2078049"/>
                <a:gd name="connsiteX220" fmla="*/ 232319 w 2078016"/>
                <a:gd name="connsiteY220" fmla="*/ 1698478 h 2078049"/>
                <a:gd name="connsiteX221" fmla="*/ 236796 w 2078016"/>
                <a:gd name="connsiteY221" fmla="*/ 1699621 h 2078049"/>
                <a:gd name="connsiteX222" fmla="*/ 236986 w 2078016"/>
                <a:gd name="connsiteY222" fmla="*/ 1699621 h 2078049"/>
                <a:gd name="connsiteX223" fmla="*/ 236986 w 2078016"/>
                <a:gd name="connsiteY223" fmla="*/ 1699621 h 2078049"/>
                <a:gd name="connsiteX224" fmla="*/ 248893 w 2078016"/>
                <a:gd name="connsiteY224" fmla="*/ 1696477 h 2078049"/>
                <a:gd name="connsiteX225" fmla="*/ 305185 w 2078016"/>
                <a:gd name="connsiteY225" fmla="*/ 1772773 h 2078049"/>
                <a:gd name="connsiteX226" fmla="*/ 396530 w 2078016"/>
                <a:gd name="connsiteY226" fmla="*/ 1836495 h 2078049"/>
                <a:gd name="connsiteX227" fmla="*/ 395673 w 2078016"/>
                <a:gd name="connsiteY227" fmla="*/ 1852592 h 2078049"/>
                <a:gd name="connsiteX228" fmla="*/ 417295 w 2078016"/>
                <a:gd name="connsiteY228" fmla="*/ 1868880 h 2078049"/>
                <a:gd name="connsiteX229" fmla="*/ 418342 w 2078016"/>
                <a:gd name="connsiteY229" fmla="*/ 1868975 h 2078049"/>
                <a:gd name="connsiteX230" fmla="*/ 423295 w 2078016"/>
                <a:gd name="connsiteY230" fmla="*/ 1868690 h 2078049"/>
                <a:gd name="connsiteX231" fmla="*/ 427010 w 2078016"/>
                <a:gd name="connsiteY231" fmla="*/ 1867451 h 2078049"/>
                <a:gd name="connsiteX232" fmla="*/ 435678 w 2078016"/>
                <a:gd name="connsiteY232" fmla="*/ 1853354 h 2078049"/>
                <a:gd name="connsiteX233" fmla="*/ 435392 w 2078016"/>
                <a:gd name="connsiteY233" fmla="*/ 1851164 h 2078049"/>
                <a:gd name="connsiteX234" fmla="*/ 489113 w 2078016"/>
                <a:gd name="connsiteY234" fmla="*/ 1861641 h 2078049"/>
                <a:gd name="connsiteX235" fmla="*/ 529880 w 2078016"/>
                <a:gd name="connsiteY235" fmla="*/ 1919839 h 2078049"/>
                <a:gd name="connsiteX236" fmla="*/ 519022 w 2078016"/>
                <a:gd name="connsiteY236" fmla="*/ 1933269 h 2078049"/>
                <a:gd name="connsiteX237" fmla="*/ 519307 w 2078016"/>
                <a:gd name="connsiteY237" fmla="*/ 1937079 h 2078049"/>
                <a:gd name="connsiteX238" fmla="*/ 531595 w 2078016"/>
                <a:gd name="connsiteY238" fmla="*/ 1953272 h 2078049"/>
                <a:gd name="connsiteX239" fmla="*/ 539977 w 2078016"/>
                <a:gd name="connsiteY239" fmla="*/ 1956605 h 2078049"/>
                <a:gd name="connsiteX240" fmla="*/ 545215 w 2078016"/>
                <a:gd name="connsiteY240" fmla="*/ 1956986 h 2078049"/>
                <a:gd name="connsiteX241" fmla="*/ 545977 w 2078016"/>
                <a:gd name="connsiteY241" fmla="*/ 1956891 h 2078049"/>
                <a:gd name="connsiteX242" fmla="*/ 550549 w 2078016"/>
                <a:gd name="connsiteY242" fmla="*/ 1956129 h 2078049"/>
                <a:gd name="connsiteX243" fmla="*/ 550549 w 2078016"/>
                <a:gd name="connsiteY243" fmla="*/ 1956129 h 2078049"/>
                <a:gd name="connsiteX244" fmla="*/ 550549 w 2078016"/>
                <a:gd name="connsiteY244" fmla="*/ 1956129 h 2078049"/>
                <a:gd name="connsiteX245" fmla="*/ 560265 w 2078016"/>
                <a:gd name="connsiteY245" fmla="*/ 1948890 h 2078049"/>
                <a:gd name="connsiteX246" fmla="*/ 641799 w 2078016"/>
                <a:gd name="connsiteY246" fmla="*/ 1997753 h 2078049"/>
                <a:gd name="connsiteX247" fmla="*/ 750860 w 2078016"/>
                <a:gd name="connsiteY247" fmla="*/ 2021756 h 2078049"/>
                <a:gd name="connsiteX248" fmla="*/ 756194 w 2078016"/>
                <a:gd name="connsiteY248" fmla="*/ 2036996 h 2078049"/>
                <a:gd name="connsiteX249" fmla="*/ 777721 w 2078016"/>
                <a:gd name="connsiteY249" fmla="*/ 2044712 h 2078049"/>
                <a:gd name="connsiteX250" fmla="*/ 777721 w 2078016"/>
                <a:gd name="connsiteY250" fmla="*/ 2044712 h 2078049"/>
                <a:gd name="connsiteX251" fmla="*/ 777816 w 2078016"/>
                <a:gd name="connsiteY251" fmla="*/ 2044712 h 2078049"/>
                <a:gd name="connsiteX252" fmla="*/ 782864 w 2078016"/>
                <a:gd name="connsiteY252" fmla="*/ 2043664 h 2078049"/>
                <a:gd name="connsiteX253" fmla="*/ 783245 w 2078016"/>
                <a:gd name="connsiteY253" fmla="*/ 2043568 h 2078049"/>
                <a:gd name="connsiteX254" fmla="*/ 787912 w 2078016"/>
                <a:gd name="connsiteY254" fmla="*/ 2041283 h 2078049"/>
                <a:gd name="connsiteX255" fmla="*/ 792389 w 2078016"/>
                <a:gd name="connsiteY255" fmla="*/ 2020423 h 2078049"/>
                <a:gd name="connsiteX256" fmla="*/ 846110 w 2078016"/>
                <a:gd name="connsiteY256" fmla="*/ 2009469 h 2078049"/>
                <a:gd name="connsiteX257" fmla="*/ 906118 w 2078016"/>
                <a:gd name="connsiteY257" fmla="*/ 2047474 h 2078049"/>
                <a:gd name="connsiteX258" fmla="*/ 901260 w 2078016"/>
                <a:gd name="connsiteY258" fmla="*/ 2064047 h 2078049"/>
                <a:gd name="connsiteX259" fmla="*/ 916214 w 2078016"/>
                <a:gd name="connsiteY259" fmla="*/ 2076811 h 2078049"/>
                <a:gd name="connsiteX260" fmla="*/ 925073 w 2078016"/>
                <a:gd name="connsiteY260" fmla="*/ 2078049 h 2078049"/>
                <a:gd name="connsiteX261" fmla="*/ 929644 w 2078016"/>
                <a:gd name="connsiteY261" fmla="*/ 2077573 h 2078049"/>
                <a:gd name="connsiteX262" fmla="*/ 929644 w 2078016"/>
                <a:gd name="connsiteY262" fmla="*/ 2077573 h 2078049"/>
                <a:gd name="connsiteX263" fmla="*/ 934502 w 2078016"/>
                <a:gd name="connsiteY263" fmla="*/ 2075954 h 2078049"/>
                <a:gd name="connsiteX264" fmla="*/ 935455 w 2078016"/>
                <a:gd name="connsiteY264" fmla="*/ 2075477 h 2078049"/>
                <a:gd name="connsiteX265" fmla="*/ 945361 w 2078016"/>
                <a:gd name="connsiteY265" fmla="*/ 2062618 h 2078049"/>
                <a:gd name="connsiteX266" fmla="*/ 1038991 w 2078016"/>
                <a:gd name="connsiteY266" fmla="*/ 2076620 h 2078049"/>
                <a:gd name="connsiteX267" fmla="*/ 1148529 w 2078016"/>
                <a:gd name="connsiteY267" fmla="*/ 2057284 h 2078049"/>
                <a:gd name="connsiteX268" fmla="*/ 1159292 w 2078016"/>
                <a:gd name="connsiteY268" fmla="*/ 2069191 h 2078049"/>
                <a:gd name="connsiteX269" fmla="*/ 1182057 w 2078016"/>
                <a:gd name="connsiteY269" fmla="*/ 2067952 h 2078049"/>
                <a:gd name="connsiteX270" fmla="*/ 1182057 w 2078016"/>
                <a:gd name="connsiteY270" fmla="*/ 2067952 h 2078049"/>
                <a:gd name="connsiteX271" fmla="*/ 1182057 w 2078016"/>
                <a:gd name="connsiteY271" fmla="*/ 2067952 h 2078049"/>
                <a:gd name="connsiteX272" fmla="*/ 1186248 w 2078016"/>
                <a:gd name="connsiteY272" fmla="*/ 2065190 h 2078049"/>
                <a:gd name="connsiteX273" fmla="*/ 1186819 w 2078016"/>
                <a:gd name="connsiteY273" fmla="*/ 2064809 h 2078049"/>
                <a:gd name="connsiteX274" fmla="*/ 1190249 w 2078016"/>
                <a:gd name="connsiteY274" fmla="*/ 2061095 h 2078049"/>
                <a:gd name="connsiteX275" fmla="*/ 1186629 w 2078016"/>
                <a:gd name="connsiteY275" fmla="*/ 2040235 h 2078049"/>
                <a:gd name="connsiteX276" fmla="*/ 1231968 w 2078016"/>
                <a:gd name="connsiteY276" fmla="*/ 2009564 h 2078049"/>
                <a:gd name="connsiteX277" fmla="*/ 1302167 w 2078016"/>
                <a:gd name="connsiteY277" fmla="*/ 2021756 h 2078049"/>
                <a:gd name="connsiteX278" fmla="*/ 1303786 w 2078016"/>
                <a:gd name="connsiteY278" fmla="*/ 2039187 h 2078049"/>
                <a:gd name="connsiteX279" fmla="*/ 1335124 w 2078016"/>
                <a:gd name="connsiteY279" fmla="*/ 2040521 h 2078049"/>
                <a:gd name="connsiteX280" fmla="*/ 1339219 w 2078016"/>
                <a:gd name="connsiteY280" fmla="*/ 2037092 h 2078049"/>
                <a:gd name="connsiteX281" fmla="*/ 1339600 w 2078016"/>
                <a:gd name="connsiteY281" fmla="*/ 2036710 h 2078049"/>
                <a:gd name="connsiteX282" fmla="*/ 1342363 w 2078016"/>
                <a:gd name="connsiteY282" fmla="*/ 2032900 h 2078049"/>
                <a:gd name="connsiteX283" fmla="*/ 1342363 w 2078016"/>
                <a:gd name="connsiteY283" fmla="*/ 2032900 h 2078049"/>
                <a:gd name="connsiteX284" fmla="*/ 1342363 w 2078016"/>
                <a:gd name="connsiteY284" fmla="*/ 2032900 h 2078049"/>
                <a:gd name="connsiteX285" fmla="*/ 1343982 w 2078016"/>
                <a:gd name="connsiteY285" fmla="*/ 2020708 h 2078049"/>
                <a:gd name="connsiteX286" fmla="*/ 1436279 w 2078016"/>
                <a:gd name="connsiteY286" fmla="*/ 1997753 h 2078049"/>
                <a:gd name="connsiteX287" fmla="*/ 1530386 w 2078016"/>
                <a:gd name="connsiteY287" fmla="*/ 1937746 h 2078049"/>
                <a:gd name="connsiteX288" fmla="*/ 1544864 w 2078016"/>
                <a:gd name="connsiteY288" fmla="*/ 1944604 h 2078049"/>
                <a:gd name="connsiteX289" fmla="*/ 1565343 w 2078016"/>
                <a:gd name="connsiteY289" fmla="*/ 1934698 h 2078049"/>
                <a:gd name="connsiteX290" fmla="*/ 1565343 w 2078016"/>
                <a:gd name="connsiteY290" fmla="*/ 1934698 h 2078049"/>
                <a:gd name="connsiteX291" fmla="*/ 1565343 w 2078016"/>
                <a:gd name="connsiteY291" fmla="*/ 1934698 h 2078049"/>
                <a:gd name="connsiteX292" fmla="*/ 1568200 w 2078016"/>
                <a:gd name="connsiteY292" fmla="*/ 1930507 h 2078049"/>
                <a:gd name="connsiteX293" fmla="*/ 1568486 w 2078016"/>
                <a:gd name="connsiteY293" fmla="*/ 1929935 h 2078049"/>
                <a:gd name="connsiteX294" fmla="*/ 1570201 w 2078016"/>
                <a:gd name="connsiteY294" fmla="*/ 1925173 h 2078049"/>
                <a:gd name="connsiteX295" fmla="*/ 1570010 w 2078016"/>
                <a:gd name="connsiteY295" fmla="*/ 1917839 h 2078049"/>
                <a:gd name="connsiteX296" fmla="*/ 1560771 w 2078016"/>
                <a:gd name="connsiteY296" fmla="*/ 1907933 h 2078049"/>
                <a:gd name="connsiteX297" fmla="*/ 1558771 w 2078016"/>
                <a:gd name="connsiteY297" fmla="*/ 1907361 h 2078049"/>
                <a:gd name="connsiteX298" fmla="*/ 1588870 w 2078016"/>
                <a:gd name="connsiteY298" fmla="*/ 1861641 h 2078049"/>
                <a:gd name="connsiteX299" fmla="*/ 1658212 w 2078016"/>
                <a:gd name="connsiteY299" fmla="*/ 1846020 h 2078049"/>
                <a:gd name="connsiteX300" fmla="*/ 1666499 w 2078016"/>
                <a:gd name="connsiteY300" fmla="*/ 1861450 h 2078049"/>
                <a:gd name="connsiteX301" fmla="*/ 1695931 w 2078016"/>
                <a:gd name="connsiteY301" fmla="*/ 1850878 h 2078049"/>
                <a:gd name="connsiteX302" fmla="*/ 1698407 w 2078016"/>
                <a:gd name="connsiteY302" fmla="*/ 1846115 h 2078049"/>
                <a:gd name="connsiteX303" fmla="*/ 1698502 w 2078016"/>
                <a:gd name="connsiteY303" fmla="*/ 1845734 h 2078049"/>
                <a:gd name="connsiteX304" fmla="*/ 1699645 w 2078016"/>
                <a:gd name="connsiteY304" fmla="*/ 1841258 h 2078049"/>
                <a:gd name="connsiteX305" fmla="*/ 1699645 w 2078016"/>
                <a:gd name="connsiteY305" fmla="*/ 1841067 h 2078049"/>
                <a:gd name="connsiteX306" fmla="*/ 1699645 w 2078016"/>
                <a:gd name="connsiteY306" fmla="*/ 1841067 h 2078049"/>
                <a:gd name="connsiteX307" fmla="*/ 1696502 w 2078016"/>
                <a:gd name="connsiteY307" fmla="*/ 1829161 h 2078049"/>
                <a:gd name="connsiteX308" fmla="*/ 1772798 w 2078016"/>
                <a:gd name="connsiteY308" fmla="*/ 1772868 h 2078049"/>
                <a:gd name="connsiteX309" fmla="*/ 1836520 w 2078016"/>
                <a:gd name="connsiteY309" fmla="*/ 1681523 h 2078049"/>
                <a:gd name="connsiteX310" fmla="*/ 1852617 w 2078016"/>
                <a:gd name="connsiteY310" fmla="*/ 1682381 h 2078049"/>
                <a:gd name="connsiteX311" fmla="*/ 1868905 w 2078016"/>
                <a:gd name="connsiteY311" fmla="*/ 1660759 h 2078049"/>
                <a:gd name="connsiteX312" fmla="*/ 1869000 w 2078016"/>
                <a:gd name="connsiteY312" fmla="*/ 1659711 h 2078049"/>
                <a:gd name="connsiteX313" fmla="*/ 1868714 w 2078016"/>
                <a:gd name="connsiteY313" fmla="*/ 1654758 h 2078049"/>
                <a:gd name="connsiteX314" fmla="*/ 1865666 w 2078016"/>
                <a:gd name="connsiteY314" fmla="*/ 1647900 h 2078049"/>
                <a:gd name="connsiteX315" fmla="*/ 1851188 w 2078016"/>
                <a:gd name="connsiteY315" fmla="*/ 1642566 h 2078049"/>
                <a:gd name="connsiteX316" fmla="*/ 1861666 w 2078016"/>
                <a:gd name="connsiteY316" fmla="*/ 1588845 h 2078049"/>
                <a:gd name="connsiteX317" fmla="*/ 1919864 w 2078016"/>
                <a:gd name="connsiteY317" fmla="*/ 1548078 h 2078049"/>
                <a:gd name="connsiteX318" fmla="*/ 1933294 w 2078016"/>
                <a:gd name="connsiteY318" fmla="*/ 1558937 h 2078049"/>
                <a:gd name="connsiteX319" fmla="*/ 1956630 w 2078016"/>
                <a:gd name="connsiteY319" fmla="*/ 1537982 h 2078049"/>
                <a:gd name="connsiteX320" fmla="*/ 1957011 w 2078016"/>
                <a:gd name="connsiteY320" fmla="*/ 1532743 h 2078049"/>
                <a:gd name="connsiteX321" fmla="*/ 1956916 w 2078016"/>
                <a:gd name="connsiteY321" fmla="*/ 1531981 h 2078049"/>
                <a:gd name="connsiteX322" fmla="*/ 1956154 w 2078016"/>
                <a:gd name="connsiteY322" fmla="*/ 1527409 h 2078049"/>
                <a:gd name="connsiteX323" fmla="*/ 1956154 w 2078016"/>
                <a:gd name="connsiteY323" fmla="*/ 1527409 h 2078049"/>
                <a:gd name="connsiteX324" fmla="*/ 1956154 w 2078016"/>
                <a:gd name="connsiteY324" fmla="*/ 1527409 h 2078049"/>
                <a:gd name="connsiteX325" fmla="*/ 1948914 w 2078016"/>
                <a:gd name="connsiteY325" fmla="*/ 1517693 h 2078049"/>
                <a:gd name="connsiteX326" fmla="*/ 1997778 w 2078016"/>
                <a:gd name="connsiteY326" fmla="*/ 1436159 h 2078049"/>
                <a:gd name="connsiteX327" fmla="*/ 2021781 w 2078016"/>
                <a:gd name="connsiteY327" fmla="*/ 1327098 h 2078049"/>
                <a:gd name="connsiteX328" fmla="*/ 2037021 w 2078016"/>
                <a:gd name="connsiteY328" fmla="*/ 1321764 h 2078049"/>
                <a:gd name="connsiteX329" fmla="*/ 2044736 w 2078016"/>
                <a:gd name="connsiteY329" fmla="*/ 1300238 h 2078049"/>
                <a:gd name="connsiteX330" fmla="*/ 2044736 w 2078016"/>
                <a:gd name="connsiteY330" fmla="*/ 1300238 h 2078049"/>
                <a:gd name="connsiteX331" fmla="*/ 2044736 w 2078016"/>
                <a:gd name="connsiteY331" fmla="*/ 1300142 h 2078049"/>
                <a:gd name="connsiteX332" fmla="*/ 2043688 w 2078016"/>
                <a:gd name="connsiteY332" fmla="*/ 1295094 h 2078049"/>
                <a:gd name="connsiteX333" fmla="*/ 2043593 w 2078016"/>
                <a:gd name="connsiteY333" fmla="*/ 1294713 h 2078049"/>
                <a:gd name="connsiteX334" fmla="*/ 2041307 w 2078016"/>
                <a:gd name="connsiteY334" fmla="*/ 1290046 h 2078049"/>
                <a:gd name="connsiteX335" fmla="*/ 2038830 w 2078016"/>
                <a:gd name="connsiteY335" fmla="*/ 1287093 h 2078049"/>
                <a:gd name="connsiteX336" fmla="*/ 2032735 w 2078016"/>
                <a:gd name="connsiteY336" fmla="*/ 1283569 h 2078049"/>
                <a:gd name="connsiteX337" fmla="*/ 2022448 w 2078016"/>
                <a:gd name="connsiteY337" fmla="*/ 1284426 h 2078049"/>
                <a:gd name="connsiteX338" fmla="*/ 2020543 w 2078016"/>
                <a:gd name="connsiteY338" fmla="*/ 1285569 h 2078049"/>
                <a:gd name="connsiteX339" fmla="*/ 2009589 w 2078016"/>
                <a:gd name="connsiteY339" fmla="*/ 1231848 h 2078049"/>
                <a:gd name="connsiteX340" fmla="*/ 2047594 w 2078016"/>
                <a:gd name="connsiteY340" fmla="*/ 1171841 h 2078049"/>
                <a:gd name="connsiteX341" fmla="*/ 2064167 w 2078016"/>
                <a:gd name="connsiteY341" fmla="*/ 1176698 h 2078049"/>
                <a:gd name="connsiteX342" fmla="*/ 2073216 w 2078016"/>
                <a:gd name="connsiteY342" fmla="*/ 1169364 h 2078049"/>
                <a:gd name="connsiteX343" fmla="*/ 2075311 w 2078016"/>
                <a:gd name="connsiteY343" fmla="*/ 1165745 h 2078049"/>
                <a:gd name="connsiteX344" fmla="*/ 2077788 w 2078016"/>
                <a:gd name="connsiteY344" fmla="*/ 1157363 h 2078049"/>
                <a:gd name="connsiteX345" fmla="*/ 2077502 w 2078016"/>
                <a:gd name="connsiteY345" fmla="*/ 1148314 h 2078049"/>
                <a:gd name="connsiteX346" fmla="*/ 1884335 w 2078016"/>
                <a:gd name="connsiteY346" fmla="*/ 1157077 h 2078049"/>
                <a:gd name="connsiteX347" fmla="*/ 1878144 w 2078016"/>
                <a:gd name="connsiteY347" fmla="*/ 1168792 h 2078049"/>
                <a:gd name="connsiteX348" fmla="*/ 1892432 w 2078016"/>
                <a:gd name="connsiteY348" fmla="*/ 1190224 h 2078049"/>
                <a:gd name="connsiteX349" fmla="*/ 1896813 w 2078016"/>
                <a:gd name="connsiteY349" fmla="*/ 1190319 h 2078049"/>
                <a:gd name="connsiteX350" fmla="*/ 1897289 w 2078016"/>
                <a:gd name="connsiteY350" fmla="*/ 1190224 h 2078049"/>
                <a:gd name="connsiteX351" fmla="*/ 1901385 w 2078016"/>
                <a:gd name="connsiteY351" fmla="*/ 1189176 h 2078049"/>
                <a:gd name="connsiteX352" fmla="*/ 1901385 w 2078016"/>
                <a:gd name="connsiteY352" fmla="*/ 1189176 h 2078049"/>
                <a:gd name="connsiteX353" fmla="*/ 1901385 w 2078016"/>
                <a:gd name="connsiteY353" fmla="*/ 1189176 h 2078049"/>
                <a:gd name="connsiteX354" fmla="*/ 1911100 w 2078016"/>
                <a:gd name="connsiteY354" fmla="*/ 1180604 h 2078049"/>
                <a:gd name="connsiteX355" fmla="*/ 1937961 w 2078016"/>
                <a:gd name="connsiteY355" fmla="*/ 1217465 h 2078049"/>
                <a:gd name="connsiteX356" fmla="*/ 1897099 w 2078016"/>
                <a:gd name="connsiteY356" fmla="*/ 1242230 h 2078049"/>
                <a:gd name="connsiteX357" fmla="*/ 1892241 w 2078016"/>
                <a:gd name="connsiteY357" fmla="*/ 1244231 h 2078049"/>
                <a:gd name="connsiteX358" fmla="*/ 1891955 w 2078016"/>
                <a:gd name="connsiteY358" fmla="*/ 1241278 h 2078049"/>
                <a:gd name="connsiteX359" fmla="*/ 1891860 w 2078016"/>
                <a:gd name="connsiteY359" fmla="*/ 1240801 h 2078049"/>
                <a:gd name="connsiteX360" fmla="*/ 1890431 w 2078016"/>
                <a:gd name="connsiteY360" fmla="*/ 1236706 h 2078049"/>
                <a:gd name="connsiteX361" fmla="*/ 1890431 w 2078016"/>
                <a:gd name="connsiteY361" fmla="*/ 1236706 h 2078049"/>
                <a:gd name="connsiteX362" fmla="*/ 1890431 w 2078016"/>
                <a:gd name="connsiteY362" fmla="*/ 1236706 h 2078049"/>
                <a:gd name="connsiteX363" fmla="*/ 1875191 w 2078016"/>
                <a:gd name="connsiteY363" fmla="*/ 1226800 h 2078049"/>
                <a:gd name="connsiteX364" fmla="*/ 1857760 w 2078016"/>
                <a:gd name="connsiteY364" fmla="*/ 1239944 h 2078049"/>
                <a:gd name="connsiteX365" fmla="*/ 1857570 w 2078016"/>
                <a:gd name="connsiteY365" fmla="*/ 1240516 h 2078049"/>
                <a:gd name="connsiteX366" fmla="*/ 1856808 w 2078016"/>
                <a:gd name="connsiteY366" fmla="*/ 1245088 h 2078049"/>
                <a:gd name="connsiteX367" fmla="*/ 1858713 w 2078016"/>
                <a:gd name="connsiteY367" fmla="*/ 1254422 h 2078049"/>
                <a:gd name="connsiteX368" fmla="*/ 1852712 w 2078016"/>
                <a:gd name="connsiteY368" fmla="*/ 1255565 h 2078049"/>
                <a:gd name="connsiteX369" fmla="*/ 1774131 w 2078016"/>
                <a:gd name="connsiteY369" fmla="*/ 1252803 h 2078049"/>
                <a:gd name="connsiteX370" fmla="*/ 1773845 w 2078016"/>
                <a:gd name="connsiteY370" fmla="*/ 1250993 h 2078049"/>
                <a:gd name="connsiteX371" fmla="*/ 1773750 w 2078016"/>
                <a:gd name="connsiteY371" fmla="*/ 1250517 h 2078049"/>
                <a:gd name="connsiteX372" fmla="*/ 1772416 w 2078016"/>
                <a:gd name="connsiteY372" fmla="*/ 1246802 h 2078049"/>
                <a:gd name="connsiteX373" fmla="*/ 1772416 w 2078016"/>
                <a:gd name="connsiteY373" fmla="*/ 1246802 h 2078049"/>
                <a:gd name="connsiteX374" fmla="*/ 1772416 w 2078016"/>
                <a:gd name="connsiteY374" fmla="*/ 1246802 h 2078049"/>
                <a:gd name="connsiteX375" fmla="*/ 1757462 w 2078016"/>
                <a:gd name="connsiteY375" fmla="*/ 1236992 h 2078049"/>
                <a:gd name="connsiteX376" fmla="*/ 1741936 w 2078016"/>
                <a:gd name="connsiteY376" fmla="*/ 1243564 h 2078049"/>
                <a:gd name="connsiteX377" fmla="*/ 1680215 w 2078016"/>
                <a:gd name="connsiteY377" fmla="*/ 1216417 h 2078049"/>
                <a:gd name="connsiteX378" fmla="*/ 1681453 w 2078016"/>
                <a:gd name="connsiteY378" fmla="*/ 1214513 h 2078049"/>
                <a:gd name="connsiteX379" fmla="*/ 1682405 w 2078016"/>
                <a:gd name="connsiteY379" fmla="*/ 1207274 h 2078049"/>
                <a:gd name="connsiteX380" fmla="*/ 1682405 w 2078016"/>
                <a:gd name="connsiteY380" fmla="*/ 1207274 h 2078049"/>
                <a:gd name="connsiteX381" fmla="*/ 1682405 w 2078016"/>
                <a:gd name="connsiteY381" fmla="*/ 1207274 h 2078049"/>
                <a:gd name="connsiteX382" fmla="*/ 1670880 w 2078016"/>
                <a:gd name="connsiteY382" fmla="*/ 1194986 h 2078049"/>
                <a:gd name="connsiteX383" fmla="*/ 1652497 w 2078016"/>
                <a:gd name="connsiteY383" fmla="*/ 1197082 h 2078049"/>
                <a:gd name="connsiteX384" fmla="*/ 1635161 w 2078016"/>
                <a:gd name="connsiteY384" fmla="*/ 1177365 h 2078049"/>
                <a:gd name="connsiteX385" fmla="*/ 1644400 w 2078016"/>
                <a:gd name="connsiteY385" fmla="*/ 1178127 h 2078049"/>
                <a:gd name="connsiteX386" fmla="*/ 1656307 w 2078016"/>
                <a:gd name="connsiteY386" fmla="*/ 1161934 h 2078049"/>
                <a:gd name="connsiteX387" fmla="*/ 1654402 w 2078016"/>
                <a:gd name="connsiteY387" fmla="*/ 1158696 h 2078049"/>
                <a:gd name="connsiteX388" fmla="*/ 1654116 w 2078016"/>
                <a:gd name="connsiteY388" fmla="*/ 1158410 h 2078049"/>
                <a:gd name="connsiteX389" fmla="*/ 1651449 w 2078016"/>
                <a:gd name="connsiteY389" fmla="*/ 1155743 h 2078049"/>
                <a:gd name="connsiteX390" fmla="*/ 1651449 w 2078016"/>
                <a:gd name="connsiteY390" fmla="*/ 1155743 h 2078049"/>
                <a:gd name="connsiteX391" fmla="*/ 1651449 w 2078016"/>
                <a:gd name="connsiteY391" fmla="*/ 1155743 h 2078049"/>
                <a:gd name="connsiteX392" fmla="*/ 1635161 w 2078016"/>
                <a:gd name="connsiteY392" fmla="*/ 1151267 h 2078049"/>
                <a:gd name="connsiteX393" fmla="*/ 1670690 w 2078016"/>
                <a:gd name="connsiteY393" fmla="*/ 1128978 h 2078049"/>
                <a:gd name="connsiteX394" fmla="*/ 1692311 w 2078016"/>
                <a:gd name="connsiteY394" fmla="*/ 1136693 h 2078049"/>
                <a:gd name="connsiteX395" fmla="*/ 1696121 w 2078016"/>
                <a:gd name="connsiteY395" fmla="*/ 1135265 h 2078049"/>
                <a:gd name="connsiteX396" fmla="*/ 1696502 w 2078016"/>
                <a:gd name="connsiteY396" fmla="*/ 1135074 h 2078049"/>
                <a:gd name="connsiteX397" fmla="*/ 1699455 w 2078016"/>
                <a:gd name="connsiteY397" fmla="*/ 1132979 h 2078049"/>
                <a:gd name="connsiteX398" fmla="*/ 1699455 w 2078016"/>
                <a:gd name="connsiteY398" fmla="*/ 1132979 h 2078049"/>
                <a:gd name="connsiteX399" fmla="*/ 1699455 w 2078016"/>
                <a:gd name="connsiteY399" fmla="*/ 1132979 h 2078049"/>
                <a:gd name="connsiteX400" fmla="*/ 1703551 w 2078016"/>
                <a:gd name="connsiteY400" fmla="*/ 1121167 h 2078049"/>
                <a:gd name="connsiteX401" fmla="*/ 1772988 w 2078016"/>
                <a:gd name="connsiteY401" fmla="*/ 1119072 h 2078049"/>
                <a:gd name="connsiteX402" fmla="*/ 1788037 w 2078016"/>
                <a:gd name="connsiteY402" fmla="*/ 1130883 h 2078049"/>
                <a:gd name="connsiteX403" fmla="*/ 1792419 w 2078016"/>
                <a:gd name="connsiteY403" fmla="*/ 1130883 h 2078049"/>
                <a:gd name="connsiteX404" fmla="*/ 1792895 w 2078016"/>
                <a:gd name="connsiteY404" fmla="*/ 1130788 h 2078049"/>
                <a:gd name="connsiteX405" fmla="*/ 1796800 w 2078016"/>
                <a:gd name="connsiteY405" fmla="*/ 1129740 h 2078049"/>
                <a:gd name="connsiteX406" fmla="*/ 1796800 w 2078016"/>
                <a:gd name="connsiteY406" fmla="*/ 1129740 h 2078049"/>
                <a:gd name="connsiteX407" fmla="*/ 1796800 w 2078016"/>
                <a:gd name="connsiteY407" fmla="*/ 1129740 h 2078049"/>
                <a:gd name="connsiteX408" fmla="*/ 1805183 w 2078016"/>
                <a:gd name="connsiteY408" fmla="*/ 1123168 h 2078049"/>
                <a:gd name="connsiteX409" fmla="*/ 1873572 w 2078016"/>
                <a:gd name="connsiteY409" fmla="*/ 1149552 h 2078049"/>
                <a:gd name="connsiteX410" fmla="*/ 1884335 w 2078016"/>
                <a:gd name="connsiteY410" fmla="*/ 1157077 h 2078049"/>
                <a:gd name="connsiteX411" fmla="*/ 1852617 w 2078016"/>
                <a:gd name="connsiteY411" fmla="*/ 821892 h 2078049"/>
                <a:gd name="connsiteX412" fmla="*/ 1865476 w 2078016"/>
                <a:gd name="connsiteY412" fmla="*/ 824559 h 2078049"/>
                <a:gd name="connsiteX413" fmla="*/ 1863666 w 2078016"/>
                <a:gd name="connsiteY413" fmla="*/ 830369 h 2078049"/>
                <a:gd name="connsiteX414" fmla="*/ 1863475 w 2078016"/>
                <a:gd name="connsiteY414" fmla="*/ 834084 h 2078049"/>
                <a:gd name="connsiteX415" fmla="*/ 1863952 w 2078016"/>
                <a:gd name="connsiteY415" fmla="*/ 837799 h 2078049"/>
                <a:gd name="connsiteX416" fmla="*/ 1867000 w 2078016"/>
                <a:gd name="connsiteY416" fmla="*/ 844562 h 2078049"/>
                <a:gd name="connsiteX417" fmla="*/ 1882049 w 2078016"/>
                <a:gd name="connsiteY417" fmla="*/ 852563 h 2078049"/>
                <a:gd name="connsiteX418" fmla="*/ 1885669 w 2078016"/>
                <a:gd name="connsiteY418" fmla="*/ 852182 h 2078049"/>
                <a:gd name="connsiteX419" fmla="*/ 1889765 w 2078016"/>
                <a:gd name="connsiteY419" fmla="*/ 850658 h 2078049"/>
                <a:gd name="connsiteX420" fmla="*/ 1890145 w 2078016"/>
                <a:gd name="connsiteY420" fmla="*/ 850467 h 2078049"/>
                <a:gd name="connsiteX421" fmla="*/ 1893479 w 2078016"/>
                <a:gd name="connsiteY421" fmla="*/ 847991 h 2078049"/>
                <a:gd name="connsiteX422" fmla="*/ 1893479 w 2078016"/>
                <a:gd name="connsiteY422" fmla="*/ 847991 h 2078049"/>
                <a:gd name="connsiteX423" fmla="*/ 1893479 w 2078016"/>
                <a:gd name="connsiteY423" fmla="*/ 847991 h 2078049"/>
                <a:gd name="connsiteX424" fmla="*/ 1899099 w 2078016"/>
                <a:gd name="connsiteY424" fmla="*/ 836370 h 2078049"/>
                <a:gd name="connsiteX425" fmla="*/ 1938056 w 2078016"/>
                <a:gd name="connsiteY425" fmla="*/ 860278 h 2078049"/>
                <a:gd name="connsiteX426" fmla="*/ 1906148 w 2078016"/>
                <a:gd name="connsiteY426" fmla="*/ 902378 h 2078049"/>
                <a:gd name="connsiteX427" fmla="*/ 1904719 w 2078016"/>
                <a:gd name="connsiteY427" fmla="*/ 899902 h 2078049"/>
                <a:gd name="connsiteX428" fmla="*/ 1904433 w 2078016"/>
                <a:gd name="connsiteY428" fmla="*/ 899521 h 2078049"/>
                <a:gd name="connsiteX429" fmla="*/ 1901575 w 2078016"/>
                <a:gd name="connsiteY429" fmla="*/ 896282 h 2078049"/>
                <a:gd name="connsiteX430" fmla="*/ 1901575 w 2078016"/>
                <a:gd name="connsiteY430" fmla="*/ 896282 h 2078049"/>
                <a:gd name="connsiteX431" fmla="*/ 1901575 w 2078016"/>
                <a:gd name="connsiteY431" fmla="*/ 896282 h 2078049"/>
                <a:gd name="connsiteX432" fmla="*/ 1883668 w 2078016"/>
                <a:gd name="connsiteY432" fmla="*/ 892949 h 2078049"/>
                <a:gd name="connsiteX433" fmla="*/ 1872810 w 2078016"/>
                <a:gd name="connsiteY433" fmla="*/ 907426 h 2078049"/>
                <a:gd name="connsiteX434" fmla="*/ 1872810 w 2078016"/>
                <a:gd name="connsiteY434" fmla="*/ 907426 h 2078049"/>
                <a:gd name="connsiteX435" fmla="*/ 1872810 w 2078016"/>
                <a:gd name="connsiteY435" fmla="*/ 907522 h 2078049"/>
                <a:gd name="connsiteX436" fmla="*/ 1872715 w 2078016"/>
                <a:gd name="connsiteY436" fmla="*/ 911903 h 2078049"/>
                <a:gd name="connsiteX437" fmla="*/ 1872715 w 2078016"/>
                <a:gd name="connsiteY437" fmla="*/ 912284 h 2078049"/>
                <a:gd name="connsiteX438" fmla="*/ 1873572 w 2078016"/>
                <a:gd name="connsiteY438" fmla="*/ 916951 h 2078049"/>
                <a:gd name="connsiteX439" fmla="*/ 1878811 w 2078016"/>
                <a:gd name="connsiteY439" fmla="*/ 924857 h 2078049"/>
                <a:gd name="connsiteX440" fmla="*/ 1873762 w 2078016"/>
                <a:gd name="connsiteY440" fmla="*/ 928191 h 2078049"/>
                <a:gd name="connsiteX441" fmla="*/ 1800325 w 2078016"/>
                <a:gd name="connsiteY441" fmla="*/ 955528 h 2078049"/>
                <a:gd name="connsiteX442" fmla="*/ 1799372 w 2078016"/>
                <a:gd name="connsiteY442" fmla="*/ 953908 h 2078049"/>
                <a:gd name="connsiteX443" fmla="*/ 1799086 w 2078016"/>
                <a:gd name="connsiteY443" fmla="*/ 953527 h 2078049"/>
                <a:gd name="connsiteX444" fmla="*/ 1796419 w 2078016"/>
                <a:gd name="connsiteY444" fmla="*/ 950575 h 2078049"/>
                <a:gd name="connsiteX445" fmla="*/ 1796419 w 2078016"/>
                <a:gd name="connsiteY445" fmla="*/ 950575 h 2078049"/>
                <a:gd name="connsiteX446" fmla="*/ 1796419 w 2078016"/>
                <a:gd name="connsiteY446" fmla="*/ 950575 h 2078049"/>
                <a:gd name="connsiteX447" fmla="*/ 1778798 w 2078016"/>
                <a:gd name="connsiteY447" fmla="*/ 947146 h 2078049"/>
                <a:gd name="connsiteX448" fmla="*/ 1767083 w 2078016"/>
                <a:gd name="connsiteY448" fmla="*/ 959052 h 2078049"/>
                <a:gd name="connsiteX449" fmla="*/ 1699550 w 2078016"/>
                <a:gd name="connsiteY449" fmla="*/ 957433 h 2078049"/>
                <a:gd name="connsiteX450" fmla="*/ 1699931 w 2078016"/>
                <a:gd name="connsiteY450" fmla="*/ 955242 h 2078049"/>
                <a:gd name="connsiteX451" fmla="*/ 1699455 w 2078016"/>
                <a:gd name="connsiteY451" fmla="*/ 951718 h 2078049"/>
                <a:gd name="connsiteX452" fmla="*/ 1699360 w 2078016"/>
                <a:gd name="connsiteY452" fmla="*/ 951337 h 2078049"/>
                <a:gd name="connsiteX453" fmla="*/ 1682786 w 2078016"/>
                <a:gd name="connsiteY453" fmla="*/ 941240 h 2078049"/>
                <a:gd name="connsiteX454" fmla="*/ 1666308 w 2078016"/>
                <a:gd name="connsiteY454" fmla="*/ 950194 h 2078049"/>
                <a:gd name="connsiteX455" fmla="*/ 1642876 w 2078016"/>
                <a:gd name="connsiteY455" fmla="*/ 938383 h 2078049"/>
                <a:gd name="connsiteX456" fmla="*/ 1651925 w 2078016"/>
                <a:gd name="connsiteY456" fmla="*/ 935716 h 2078049"/>
                <a:gd name="connsiteX457" fmla="*/ 1654687 w 2078016"/>
                <a:gd name="connsiteY457" fmla="*/ 933811 h 2078049"/>
                <a:gd name="connsiteX458" fmla="*/ 1658402 w 2078016"/>
                <a:gd name="connsiteY458" fmla="*/ 929048 h 2078049"/>
                <a:gd name="connsiteX459" fmla="*/ 1659355 w 2078016"/>
                <a:gd name="connsiteY459" fmla="*/ 926381 h 2078049"/>
                <a:gd name="connsiteX460" fmla="*/ 1658307 w 2078016"/>
                <a:gd name="connsiteY460" fmla="*/ 918475 h 2078049"/>
                <a:gd name="connsiteX461" fmla="*/ 1656592 w 2078016"/>
                <a:gd name="connsiteY461" fmla="*/ 916094 h 2078049"/>
                <a:gd name="connsiteX462" fmla="*/ 1653735 w 2078016"/>
                <a:gd name="connsiteY462" fmla="*/ 913808 h 2078049"/>
                <a:gd name="connsiteX463" fmla="*/ 1653449 w 2078016"/>
                <a:gd name="connsiteY463" fmla="*/ 913618 h 2078049"/>
                <a:gd name="connsiteX464" fmla="*/ 1633161 w 2078016"/>
                <a:gd name="connsiteY464" fmla="*/ 914189 h 2078049"/>
                <a:gd name="connsiteX465" fmla="*/ 1657545 w 2078016"/>
                <a:gd name="connsiteY465" fmla="*/ 880090 h 2078049"/>
                <a:gd name="connsiteX466" fmla="*/ 1659926 w 2078016"/>
                <a:gd name="connsiteY466" fmla="*/ 881423 h 2078049"/>
                <a:gd name="connsiteX467" fmla="*/ 1661545 w 2078016"/>
                <a:gd name="connsiteY467" fmla="*/ 882090 h 2078049"/>
                <a:gd name="connsiteX468" fmla="*/ 1666975 w 2078016"/>
                <a:gd name="connsiteY468" fmla="*/ 883042 h 2078049"/>
                <a:gd name="connsiteX469" fmla="*/ 1667260 w 2078016"/>
                <a:gd name="connsiteY469" fmla="*/ 883042 h 2078049"/>
                <a:gd name="connsiteX470" fmla="*/ 1674023 w 2078016"/>
                <a:gd name="connsiteY470" fmla="*/ 882185 h 2078049"/>
                <a:gd name="connsiteX471" fmla="*/ 1680310 w 2078016"/>
                <a:gd name="connsiteY471" fmla="*/ 879137 h 2078049"/>
                <a:gd name="connsiteX472" fmla="*/ 1683453 w 2078016"/>
                <a:gd name="connsiteY472" fmla="*/ 876184 h 2078049"/>
                <a:gd name="connsiteX473" fmla="*/ 1683548 w 2078016"/>
                <a:gd name="connsiteY473" fmla="*/ 876089 h 2078049"/>
                <a:gd name="connsiteX474" fmla="*/ 1685644 w 2078016"/>
                <a:gd name="connsiteY474" fmla="*/ 872946 h 2078049"/>
                <a:gd name="connsiteX475" fmla="*/ 1685739 w 2078016"/>
                <a:gd name="connsiteY475" fmla="*/ 872756 h 2078049"/>
                <a:gd name="connsiteX476" fmla="*/ 1685739 w 2078016"/>
                <a:gd name="connsiteY476" fmla="*/ 872756 h 2078049"/>
                <a:gd name="connsiteX477" fmla="*/ 1684882 w 2078016"/>
                <a:gd name="connsiteY477" fmla="*/ 860278 h 2078049"/>
                <a:gd name="connsiteX478" fmla="*/ 1748128 w 2078016"/>
                <a:gd name="connsiteY478" fmla="*/ 831989 h 2078049"/>
                <a:gd name="connsiteX479" fmla="*/ 1766701 w 2078016"/>
                <a:gd name="connsiteY479" fmla="*/ 837132 h 2078049"/>
                <a:gd name="connsiteX480" fmla="*/ 1770797 w 2078016"/>
                <a:gd name="connsiteY480" fmla="*/ 835417 h 2078049"/>
                <a:gd name="connsiteX481" fmla="*/ 1771178 w 2078016"/>
                <a:gd name="connsiteY481" fmla="*/ 835227 h 2078049"/>
                <a:gd name="connsiteX482" fmla="*/ 1774417 w 2078016"/>
                <a:gd name="connsiteY482" fmla="*/ 832750 h 2078049"/>
                <a:gd name="connsiteX483" fmla="*/ 1774417 w 2078016"/>
                <a:gd name="connsiteY483" fmla="*/ 832750 h 2078049"/>
                <a:gd name="connsiteX484" fmla="*/ 1774417 w 2078016"/>
                <a:gd name="connsiteY484" fmla="*/ 832750 h 2078049"/>
                <a:gd name="connsiteX485" fmla="*/ 1779560 w 2078016"/>
                <a:gd name="connsiteY485" fmla="*/ 823511 h 2078049"/>
                <a:gd name="connsiteX486" fmla="*/ 1852617 w 2078016"/>
                <a:gd name="connsiteY486" fmla="*/ 821892 h 2078049"/>
                <a:gd name="connsiteX487" fmla="*/ 1614587 w 2078016"/>
                <a:gd name="connsiteY487" fmla="*/ 576623 h 2078049"/>
                <a:gd name="connsiteX488" fmla="*/ 1633637 w 2078016"/>
                <a:gd name="connsiteY488" fmla="*/ 574337 h 2078049"/>
                <a:gd name="connsiteX489" fmla="*/ 1636685 w 2078016"/>
                <a:gd name="connsiteY489" fmla="*/ 571194 h 2078049"/>
                <a:gd name="connsiteX490" fmla="*/ 1636971 w 2078016"/>
                <a:gd name="connsiteY490" fmla="*/ 570813 h 2078049"/>
                <a:gd name="connsiteX491" fmla="*/ 1639066 w 2078016"/>
                <a:gd name="connsiteY491" fmla="*/ 567289 h 2078049"/>
                <a:gd name="connsiteX492" fmla="*/ 1639066 w 2078016"/>
                <a:gd name="connsiteY492" fmla="*/ 567289 h 2078049"/>
                <a:gd name="connsiteX493" fmla="*/ 1639066 w 2078016"/>
                <a:gd name="connsiteY493" fmla="*/ 567289 h 2078049"/>
                <a:gd name="connsiteX494" fmla="*/ 1640305 w 2078016"/>
                <a:gd name="connsiteY494" fmla="*/ 556716 h 2078049"/>
                <a:gd name="connsiteX495" fmla="*/ 1707456 w 2078016"/>
                <a:gd name="connsiteY495" fmla="*/ 526998 h 2078049"/>
                <a:gd name="connsiteX496" fmla="*/ 1720410 w 2078016"/>
                <a:gd name="connsiteY496" fmla="*/ 524426 h 2078049"/>
                <a:gd name="connsiteX497" fmla="*/ 1724125 w 2078016"/>
                <a:gd name="connsiteY497" fmla="*/ 537190 h 2078049"/>
                <a:gd name="connsiteX498" fmla="*/ 1726601 w 2078016"/>
                <a:gd name="connsiteY498" fmla="*/ 540047 h 2078049"/>
                <a:gd name="connsiteX499" fmla="*/ 1736031 w 2078016"/>
                <a:gd name="connsiteY499" fmla="*/ 544905 h 2078049"/>
                <a:gd name="connsiteX500" fmla="*/ 1749557 w 2078016"/>
                <a:gd name="connsiteY500" fmla="*/ 542143 h 2078049"/>
                <a:gd name="connsiteX501" fmla="*/ 1752795 w 2078016"/>
                <a:gd name="connsiteY501" fmla="*/ 539095 h 2078049"/>
                <a:gd name="connsiteX502" fmla="*/ 1753081 w 2078016"/>
                <a:gd name="connsiteY502" fmla="*/ 538714 h 2078049"/>
                <a:gd name="connsiteX503" fmla="*/ 1755176 w 2078016"/>
                <a:gd name="connsiteY503" fmla="*/ 535190 h 2078049"/>
                <a:gd name="connsiteX504" fmla="*/ 1755176 w 2078016"/>
                <a:gd name="connsiteY504" fmla="*/ 535190 h 2078049"/>
                <a:gd name="connsiteX505" fmla="*/ 1755176 w 2078016"/>
                <a:gd name="connsiteY505" fmla="*/ 535190 h 2078049"/>
                <a:gd name="connsiteX506" fmla="*/ 1755938 w 2078016"/>
                <a:gd name="connsiteY506" fmla="*/ 522331 h 2078049"/>
                <a:gd name="connsiteX507" fmla="*/ 1801087 w 2078016"/>
                <a:gd name="connsiteY507" fmla="*/ 529379 h 2078049"/>
                <a:gd name="connsiteX508" fmla="*/ 1787752 w 2078016"/>
                <a:gd name="connsiteY508" fmla="*/ 580528 h 2078049"/>
                <a:gd name="connsiteX509" fmla="*/ 1785466 w 2078016"/>
                <a:gd name="connsiteY509" fmla="*/ 578719 h 2078049"/>
                <a:gd name="connsiteX510" fmla="*/ 1784990 w 2078016"/>
                <a:gd name="connsiteY510" fmla="*/ 578433 h 2078049"/>
                <a:gd name="connsiteX511" fmla="*/ 1781084 w 2078016"/>
                <a:gd name="connsiteY511" fmla="*/ 576528 h 2078049"/>
                <a:gd name="connsiteX512" fmla="*/ 1781084 w 2078016"/>
                <a:gd name="connsiteY512" fmla="*/ 576528 h 2078049"/>
                <a:gd name="connsiteX513" fmla="*/ 1781084 w 2078016"/>
                <a:gd name="connsiteY513" fmla="*/ 576528 h 2078049"/>
                <a:gd name="connsiteX514" fmla="*/ 1763273 w 2078016"/>
                <a:gd name="connsiteY514" fmla="*/ 580338 h 2078049"/>
                <a:gd name="connsiteX515" fmla="*/ 1758796 w 2078016"/>
                <a:gd name="connsiteY515" fmla="*/ 597864 h 2078049"/>
                <a:gd name="connsiteX516" fmla="*/ 1758796 w 2078016"/>
                <a:gd name="connsiteY516" fmla="*/ 597864 h 2078049"/>
                <a:gd name="connsiteX517" fmla="*/ 1758796 w 2078016"/>
                <a:gd name="connsiteY517" fmla="*/ 597959 h 2078049"/>
                <a:gd name="connsiteX518" fmla="*/ 1760415 w 2078016"/>
                <a:gd name="connsiteY518" fmla="*/ 602150 h 2078049"/>
                <a:gd name="connsiteX519" fmla="*/ 1760510 w 2078016"/>
                <a:gd name="connsiteY519" fmla="*/ 602341 h 2078049"/>
                <a:gd name="connsiteX520" fmla="*/ 1763177 w 2078016"/>
                <a:gd name="connsiteY520" fmla="*/ 606341 h 2078049"/>
                <a:gd name="connsiteX521" fmla="*/ 1771083 w 2078016"/>
                <a:gd name="connsiteY521" fmla="*/ 611580 h 2078049"/>
                <a:gd name="connsiteX522" fmla="*/ 1767654 w 2078016"/>
                <a:gd name="connsiteY522" fmla="*/ 616628 h 2078049"/>
                <a:gd name="connsiteX523" fmla="*/ 1710409 w 2078016"/>
                <a:gd name="connsiteY523" fmla="*/ 670159 h 2078049"/>
                <a:gd name="connsiteX524" fmla="*/ 1708980 w 2078016"/>
                <a:gd name="connsiteY524" fmla="*/ 669016 h 2078049"/>
                <a:gd name="connsiteX525" fmla="*/ 1708599 w 2078016"/>
                <a:gd name="connsiteY525" fmla="*/ 668825 h 2078049"/>
                <a:gd name="connsiteX526" fmla="*/ 1704979 w 2078016"/>
                <a:gd name="connsiteY526" fmla="*/ 667206 h 2078049"/>
                <a:gd name="connsiteX527" fmla="*/ 1704979 w 2078016"/>
                <a:gd name="connsiteY527" fmla="*/ 667206 h 2078049"/>
                <a:gd name="connsiteX528" fmla="*/ 1704979 w 2078016"/>
                <a:gd name="connsiteY528" fmla="*/ 667206 h 2078049"/>
                <a:gd name="connsiteX529" fmla="*/ 1687358 w 2078016"/>
                <a:gd name="connsiteY529" fmla="*/ 670825 h 2078049"/>
                <a:gd name="connsiteX530" fmla="*/ 1681167 w 2078016"/>
                <a:gd name="connsiteY530" fmla="*/ 686256 h 2078049"/>
                <a:gd name="connsiteX531" fmla="*/ 1618207 w 2078016"/>
                <a:gd name="connsiteY531" fmla="*/ 710735 h 2078049"/>
                <a:gd name="connsiteX532" fmla="*/ 1617731 w 2078016"/>
                <a:gd name="connsiteY532" fmla="*/ 708640 h 2078049"/>
                <a:gd name="connsiteX533" fmla="*/ 1615921 w 2078016"/>
                <a:gd name="connsiteY533" fmla="*/ 705497 h 2078049"/>
                <a:gd name="connsiteX534" fmla="*/ 1615635 w 2078016"/>
                <a:gd name="connsiteY534" fmla="*/ 705211 h 2078049"/>
                <a:gd name="connsiteX535" fmla="*/ 1613158 w 2078016"/>
                <a:gd name="connsiteY535" fmla="*/ 702925 h 2078049"/>
                <a:gd name="connsiteX536" fmla="*/ 1613158 w 2078016"/>
                <a:gd name="connsiteY536" fmla="*/ 702925 h 2078049"/>
                <a:gd name="connsiteX537" fmla="*/ 1613158 w 2078016"/>
                <a:gd name="connsiteY537" fmla="*/ 702925 h 2078049"/>
                <a:gd name="connsiteX538" fmla="*/ 1596490 w 2078016"/>
                <a:gd name="connsiteY538" fmla="*/ 702258 h 2078049"/>
                <a:gd name="connsiteX539" fmla="*/ 1584679 w 2078016"/>
                <a:gd name="connsiteY539" fmla="*/ 716831 h 2078049"/>
                <a:gd name="connsiteX540" fmla="*/ 1558675 w 2078016"/>
                <a:gd name="connsiteY540" fmla="*/ 715022 h 2078049"/>
                <a:gd name="connsiteX541" fmla="*/ 1565724 w 2078016"/>
                <a:gd name="connsiteY541" fmla="*/ 709021 h 2078049"/>
                <a:gd name="connsiteX542" fmla="*/ 1562676 w 2078016"/>
                <a:gd name="connsiteY542" fmla="*/ 689114 h 2078049"/>
                <a:gd name="connsiteX543" fmla="*/ 1559247 w 2078016"/>
                <a:gd name="connsiteY543" fmla="*/ 688161 h 2078049"/>
                <a:gd name="connsiteX544" fmla="*/ 1558485 w 2078016"/>
                <a:gd name="connsiteY544" fmla="*/ 688066 h 2078049"/>
                <a:gd name="connsiteX545" fmla="*/ 1554961 w 2078016"/>
                <a:gd name="connsiteY545" fmla="*/ 688066 h 2078049"/>
                <a:gd name="connsiteX546" fmla="*/ 1554961 w 2078016"/>
                <a:gd name="connsiteY546" fmla="*/ 688066 h 2078049"/>
                <a:gd name="connsiteX547" fmla="*/ 1554961 w 2078016"/>
                <a:gd name="connsiteY547" fmla="*/ 688066 h 2078049"/>
                <a:gd name="connsiteX548" fmla="*/ 1540197 w 2078016"/>
                <a:gd name="connsiteY548" fmla="*/ 696448 h 2078049"/>
                <a:gd name="connsiteX549" fmla="*/ 1549532 w 2078016"/>
                <a:gd name="connsiteY549" fmla="*/ 655585 h 2078049"/>
                <a:gd name="connsiteX550" fmla="*/ 1570201 w 2078016"/>
                <a:gd name="connsiteY550" fmla="*/ 645870 h 2078049"/>
                <a:gd name="connsiteX551" fmla="*/ 1572010 w 2078016"/>
                <a:gd name="connsiteY551" fmla="*/ 642060 h 2078049"/>
                <a:gd name="connsiteX552" fmla="*/ 1572106 w 2078016"/>
                <a:gd name="connsiteY552" fmla="*/ 641679 h 2078049"/>
                <a:gd name="connsiteX553" fmla="*/ 1567153 w 2078016"/>
                <a:gd name="connsiteY553" fmla="*/ 626820 h 2078049"/>
                <a:gd name="connsiteX554" fmla="*/ 1614587 w 2078016"/>
                <a:gd name="connsiteY554" fmla="*/ 576623 h 2078049"/>
                <a:gd name="connsiteX555" fmla="*/ 1393798 w 2078016"/>
                <a:gd name="connsiteY555" fmla="*/ 391172 h 2078049"/>
                <a:gd name="connsiteX556" fmla="*/ 1393798 w 2078016"/>
                <a:gd name="connsiteY556" fmla="*/ 391172 h 2078049"/>
                <a:gd name="connsiteX557" fmla="*/ 1397036 w 2078016"/>
                <a:gd name="connsiteY557" fmla="*/ 391076 h 2078049"/>
                <a:gd name="connsiteX558" fmla="*/ 1400179 w 2078016"/>
                <a:gd name="connsiteY558" fmla="*/ 390410 h 2078049"/>
                <a:gd name="connsiteX559" fmla="*/ 1408466 w 2078016"/>
                <a:gd name="connsiteY559" fmla="*/ 384790 h 2078049"/>
                <a:gd name="connsiteX560" fmla="*/ 1410562 w 2078016"/>
                <a:gd name="connsiteY560" fmla="*/ 381837 h 2078049"/>
                <a:gd name="connsiteX561" fmla="*/ 1412181 w 2078016"/>
                <a:gd name="connsiteY561" fmla="*/ 377741 h 2078049"/>
                <a:gd name="connsiteX562" fmla="*/ 1412276 w 2078016"/>
                <a:gd name="connsiteY562" fmla="*/ 377265 h 2078049"/>
                <a:gd name="connsiteX563" fmla="*/ 1412848 w 2078016"/>
                <a:gd name="connsiteY563" fmla="*/ 373265 h 2078049"/>
                <a:gd name="connsiteX564" fmla="*/ 1412848 w 2078016"/>
                <a:gd name="connsiteY564" fmla="*/ 373265 h 2078049"/>
                <a:gd name="connsiteX565" fmla="*/ 1412848 w 2078016"/>
                <a:gd name="connsiteY565" fmla="*/ 373265 h 2078049"/>
                <a:gd name="connsiteX566" fmla="*/ 1409990 w 2078016"/>
                <a:gd name="connsiteY566" fmla="*/ 362978 h 2078049"/>
                <a:gd name="connsiteX567" fmla="*/ 1460663 w 2078016"/>
                <a:gd name="connsiteY567" fmla="*/ 310019 h 2078049"/>
                <a:gd name="connsiteX568" fmla="*/ 1471617 w 2078016"/>
                <a:gd name="connsiteY568" fmla="*/ 302779 h 2078049"/>
                <a:gd name="connsiteX569" fmla="*/ 1479999 w 2078016"/>
                <a:gd name="connsiteY569" fmla="*/ 312971 h 2078049"/>
                <a:gd name="connsiteX570" fmla="*/ 1483333 w 2078016"/>
                <a:gd name="connsiteY570" fmla="*/ 314686 h 2078049"/>
                <a:gd name="connsiteX571" fmla="*/ 1490381 w 2078016"/>
                <a:gd name="connsiteY571" fmla="*/ 316019 h 2078049"/>
                <a:gd name="connsiteX572" fmla="*/ 1493906 w 2078016"/>
                <a:gd name="connsiteY572" fmla="*/ 315638 h 2078049"/>
                <a:gd name="connsiteX573" fmla="*/ 1500287 w 2078016"/>
                <a:gd name="connsiteY573" fmla="*/ 313066 h 2078049"/>
                <a:gd name="connsiteX574" fmla="*/ 1505240 w 2078016"/>
                <a:gd name="connsiteY574" fmla="*/ 308018 h 2078049"/>
                <a:gd name="connsiteX575" fmla="*/ 1507050 w 2078016"/>
                <a:gd name="connsiteY575" fmla="*/ 304018 h 2078049"/>
                <a:gd name="connsiteX576" fmla="*/ 1507145 w 2078016"/>
                <a:gd name="connsiteY576" fmla="*/ 303637 h 2078049"/>
                <a:gd name="connsiteX577" fmla="*/ 1507812 w 2078016"/>
                <a:gd name="connsiteY577" fmla="*/ 299541 h 2078049"/>
                <a:gd name="connsiteX578" fmla="*/ 1507812 w 2078016"/>
                <a:gd name="connsiteY578" fmla="*/ 299541 h 2078049"/>
                <a:gd name="connsiteX579" fmla="*/ 1507812 w 2078016"/>
                <a:gd name="connsiteY579" fmla="*/ 299541 h 2078049"/>
                <a:gd name="connsiteX580" fmla="*/ 1503621 w 2078016"/>
                <a:gd name="connsiteY580" fmla="*/ 287349 h 2078049"/>
                <a:gd name="connsiteX581" fmla="*/ 1548008 w 2078016"/>
                <a:gd name="connsiteY581" fmla="*/ 276681 h 2078049"/>
                <a:gd name="connsiteX582" fmla="*/ 1555151 w 2078016"/>
                <a:gd name="connsiteY582" fmla="*/ 323925 h 2078049"/>
                <a:gd name="connsiteX583" fmla="*/ 1555151 w 2078016"/>
                <a:gd name="connsiteY583" fmla="*/ 329164 h 2078049"/>
                <a:gd name="connsiteX584" fmla="*/ 1552294 w 2078016"/>
                <a:gd name="connsiteY584" fmla="*/ 328307 h 2078049"/>
                <a:gd name="connsiteX585" fmla="*/ 1551817 w 2078016"/>
                <a:gd name="connsiteY585" fmla="*/ 328211 h 2078049"/>
                <a:gd name="connsiteX586" fmla="*/ 1547531 w 2078016"/>
                <a:gd name="connsiteY586" fmla="*/ 327925 h 2078049"/>
                <a:gd name="connsiteX587" fmla="*/ 1547531 w 2078016"/>
                <a:gd name="connsiteY587" fmla="*/ 327925 h 2078049"/>
                <a:gd name="connsiteX588" fmla="*/ 1547531 w 2078016"/>
                <a:gd name="connsiteY588" fmla="*/ 327925 h 2078049"/>
                <a:gd name="connsiteX589" fmla="*/ 1532577 w 2078016"/>
                <a:gd name="connsiteY589" fmla="*/ 338212 h 2078049"/>
                <a:gd name="connsiteX590" fmla="*/ 1538101 w 2078016"/>
                <a:gd name="connsiteY590" fmla="*/ 359358 h 2078049"/>
                <a:gd name="connsiteX591" fmla="*/ 1538578 w 2078016"/>
                <a:gd name="connsiteY591" fmla="*/ 359739 h 2078049"/>
                <a:gd name="connsiteX592" fmla="*/ 1542483 w 2078016"/>
                <a:gd name="connsiteY592" fmla="*/ 362215 h 2078049"/>
                <a:gd name="connsiteX593" fmla="*/ 1551722 w 2078016"/>
                <a:gd name="connsiteY593" fmla="*/ 364120 h 2078049"/>
                <a:gd name="connsiteX594" fmla="*/ 1550484 w 2078016"/>
                <a:gd name="connsiteY594" fmla="*/ 370121 h 2078049"/>
                <a:gd name="connsiteX595" fmla="*/ 1517813 w 2078016"/>
                <a:gd name="connsiteY595" fmla="*/ 441559 h 2078049"/>
                <a:gd name="connsiteX596" fmla="*/ 1516003 w 2078016"/>
                <a:gd name="connsiteY596" fmla="*/ 441082 h 2078049"/>
                <a:gd name="connsiteX597" fmla="*/ 1515527 w 2078016"/>
                <a:gd name="connsiteY597" fmla="*/ 440987 h 2078049"/>
                <a:gd name="connsiteX598" fmla="*/ 1511527 w 2078016"/>
                <a:gd name="connsiteY598" fmla="*/ 440797 h 2078049"/>
                <a:gd name="connsiteX599" fmla="*/ 1511527 w 2078016"/>
                <a:gd name="connsiteY599" fmla="*/ 440797 h 2078049"/>
                <a:gd name="connsiteX600" fmla="*/ 1511527 w 2078016"/>
                <a:gd name="connsiteY600" fmla="*/ 440797 h 2078049"/>
                <a:gd name="connsiteX601" fmla="*/ 1496668 w 2078016"/>
                <a:gd name="connsiteY601" fmla="*/ 450893 h 2078049"/>
                <a:gd name="connsiteX602" fmla="*/ 1496858 w 2078016"/>
                <a:gd name="connsiteY602" fmla="*/ 467657 h 2078049"/>
                <a:gd name="connsiteX603" fmla="*/ 1448090 w 2078016"/>
                <a:gd name="connsiteY603" fmla="*/ 514235 h 2078049"/>
                <a:gd name="connsiteX604" fmla="*/ 1446757 w 2078016"/>
                <a:gd name="connsiteY604" fmla="*/ 512425 h 2078049"/>
                <a:gd name="connsiteX605" fmla="*/ 1443899 w 2078016"/>
                <a:gd name="connsiteY605" fmla="*/ 510139 h 2078049"/>
                <a:gd name="connsiteX606" fmla="*/ 1443804 w 2078016"/>
                <a:gd name="connsiteY606" fmla="*/ 510044 h 2078049"/>
                <a:gd name="connsiteX607" fmla="*/ 1424659 w 2078016"/>
                <a:gd name="connsiteY607" fmla="*/ 514615 h 2078049"/>
                <a:gd name="connsiteX608" fmla="*/ 1419420 w 2078016"/>
                <a:gd name="connsiteY608" fmla="*/ 532427 h 2078049"/>
                <a:gd name="connsiteX609" fmla="*/ 1394560 w 2078016"/>
                <a:gd name="connsiteY609" fmla="*/ 540809 h 2078049"/>
                <a:gd name="connsiteX610" fmla="*/ 1398846 w 2078016"/>
                <a:gd name="connsiteY610" fmla="*/ 532618 h 2078049"/>
                <a:gd name="connsiteX611" fmla="*/ 1388464 w 2078016"/>
                <a:gd name="connsiteY611" fmla="*/ 515282 h 2078049"/>
                <a:gd name="connsiteX612" fmla="*/ 1384749 w 2078016"/>
                <a:gd name="connsiteY612" fmla="*/ 515854 h 2078049"/>
                <a:gd name="connsiteX613" fmla="*/ 1384368 w 2078016"/>
                <a:gd name="connsiteY613" fmla="*/ 515949 h 2078049"/>
                <a:gd name="connsiteX614" fmla="*/ 1380939 w 2078016"/>
                <a:gd name="connsiteY614" fmla="*/ 517378 h 2078049"/>
                <a:gd name="connsiteX615" fmla="*/ 1380939 w 2078016"/>
                <a:gd name="connsiteY615" fmla="*/ 517378 h 2078049"/>
                <a:gd name="connsiteX616" fmla="*/ 1380939 w 2078016"/>
                <a:gd name="connsiteY616" fmla="*/ 517378 h 2078049"/>
                <a:gd name="connsiteX617" fmla="*/ 1370461 w 2078016"/>
                <a:gd name="connsiteY617" fmla="*/ 530713 h 2078049"/>
                <a:gd name="connsiteX618" fmla="*/ 1363603 w 2078016"/>
                <a:gd name="connsiteY618" fmla="*/ 489374 h 2078049"/>
                <a:gd name="connsiteX619" fmla="*/ 1379034 w 2078016"/>
                <a:gd name="connsiteY619" fmla="*/ 472420 h 2078049"/>
                <a:gd name="connsiteX620" fmla="*/ 1379129 w 2078016"/>
                <a:gd name="connsiteY620" fmla="*/ 468324 h 2078049"/>
                <a:gd name="connsiteX621" fmla="*/ 1379034 w 2078016"/>
                <a:gd name="connsiteY621" fmla="*/ 467943 h 2078049"/>
                <a:gd name="connsiteX622" fmla="*/ 1378272 w 2078016"/>
                <a:gd name="connsiteY622" fmla="*/ 464324 h 2078049"/>
                <a:gd name="connsiteX623" fmla="*/ 1378272 w 2078016"/>
                <a:gd name="connsiteY623" fmla="*/ 464324 h 2078049"/>
                <a:gd name="connsiteX624" fmla="*/ 1378272 w 2078016"/>
                <a:gd name="connsiteY624" fmla="*/ 464324 h 2078049"/>
                <a:gd name="connsiteX625" fmla="*/ 1368937 w 2078016"/>
                <a:gd name="connsiteY625" fmla="*/ 455941 h 2078049"/>
                <a:gd name="connsiteX626" fmla="*/ 1393798 w 2078016"/>
                <a:gd name="connsiteY626" fmla="*/ 391172 h 2078049"/>
                <a:gd name="connsiteX627" fmla="*/ 1178247 w 2078016"/>
                <a:gd name="connsiteY627" fmla="*/ 433272 h 2078049"/>
                <a:gd name="connsiteX628" fmla="*/ 1162054 w 2078016"/>
                <a:gd name="connsiteY628" fmla="*/ 421366 h 2078049"/>
                <a:gd name="connsiteX629" fmla="*/ 1158816 w 2078016"/>
                <a:gd name="connsiteY629" fmla="*/ 423271 h 2078049"/>
                <a:gd name="connsiteX630" fmla="*/ 1158530 w 2078016"/>
                <a:gd name="connsiteY630" fmla="*/ 423557 h 2078049"/>
                <a:gd name="connsiteX631" fmla="*/ 1155863 w 2078016"/>
                <a:gd name="connsiteY631" fmla="*/ 426224 h 2078049"/>
                <a:gd name="connsiteX632" fmla="*/ 1155863 w 2078016"/>
                <a:gd name="connsiteY632" fmla="*/ 426224 h 2078049"/>
                <a:gd name="connsiteX633" fmla="*/ 1155863 w 2078016"/>
                <a:gd name="connsiteY633" fmla="*/ 426224 h 2078049"/>
                <a:gd name="connsiteX634" fmla="*/ 1151386 w 2078016"/>
                <a:gd name="connsiteY634" fmla="*/ 442511 h 2078049"/>
                <a:gd name="connsiteX635" fmla="*/ 1129098 w 2078016"/>
                <a:gd name="connsiteY635" fmla="*/ 406983 h 2078049"/>
                <a:gd name="connsiteX636" fmla="*/ 1129669 w 2078016"/>
                <a:gd name="connsiteY636" fmla="*/ 406602 h 2078049"/>
                <a:gd name="connsiteX637" fmla="*/ 1136623 w 2078016"/>
                <a:gd name="connsiteY637" fmla="*/ 395744 h 2078049"/>
                <a:gd name="connsiteX638" fmla="*/ 1136813 w 2078016"/>
                <a:gd name="connsiteY638" fmla="*/ 385457 h 2078049"/>
                <a:gd name="connsiteX639" fmla="*/ 1135384 w 2078016"/>
                <a:gd name="connsiteY639" fmla="*/ 381647 h 2078049"/>
                <a:gd name="connsiteX640" fmla="*/ 1135194 w 2078016"/>
                <a:gd name="connsiteY640" fmla="*/ 381265 h 2078049"/>
                <a:gd name="connsiteX641" fmla="*/ 1133099 w 2078016"/>
                <a:gd name="connsiteY641" fmla="*/ 378313 h 2078049"/>
                <a:gd name="connsiteX642" fmla="*/ 1133099 w 2078016"/>
                <a:gd name="connsiteY642" fmla="*/ 378313 h 2078049"/>
                <a:gd name="connsiteX643" fmla="*/ 1133099 w 2078016"/>
                <a:gd name="connsiteY643" fmla="*/ 378313 h 2078049"/>
                <a:gd name="connsiteX644" fmla="*/ 1121287 w 2078016"/>
                <a:gd name="connsiteY644" fmla="*/ 374217 h 2078049"/>
                <a:gd name="connsiteX645" fmla="*/ 1119192 w 2078016"/>
                <a:gd name="connsiteY645" fmla="*/ 304780 h 2078049"/>
                <a:gd name="connsiteX646" fmla="*/ 1124812 w 2078016"/>
                <a:gd name="connsiteY646" fmla="*/ 301636 h 2078049"/>
                <a:gd name="connsiteX647" fmla="*/ 1128908 w 2078016"/>
                <a:gd name="connsiteY647" fmla="*/ 296493 h 2078049"/>
                <a:gd name="connsiteX648" fmla="*/ 1131003 w 2078016"/>
                <a:gd name="connsiteY648" fmla="*/ 289730 h 2078049"/>
                <a:gd name="connsiteX649" fmla="*/ 1131003 w 2078016"/>
                <a:gd name="connsiteY649" fmla="*/ 285349 h 2078049"/>
                <a:gd name="connsiteX650" fmla="*/ 1130908 w 2078016"/>
                <a:gd name="connsiteY650" fmla="*/ 284873 h 2078049"/>
                <a:gd name="connsiteX651" fmla="*/ 1129860 w 2078016"/>
                <a:gd name="connsiteY651" fmla="*/ 280967 h 2078049"/>
                <a:gd name="connsiteX652" fmla="*/ 1129860 w 2078016"/>
                <a:gd name="connsiteY652" fmla="*/ 280967 h 2078049"/>
                <a:gd name="connsiteX653" fmla="*/ 1129860 w 2078016"/>
                <a:gd name="connsiteY653" fmla="*/ 280967 h 2078049"/>
                <a:gd name="connsiteX654" fmla="*/ 1123288 w 2078016"/>
                <a:gd name="connsiteY654" fmla="*/ 272585 h 2078049"/>
                <a:gd name="connsiteX655" fmla="*/ 1149672 w 2078016"/>
                <a:gd name="connsiteY655" fmla="*/ 204196 h 2078049"/>
                <a:gd name="connsiteX656" fmla="*/ 1157006 w 2078016"/>
                <a:gd name="connsiteY656" fmla="*/ 193337 h 2078049"/>
                <a:gd name="connsiteX657" fmla="*/ 1168722 w 2078016"/>
                <a:gd name="connsiteY657" fmla="*/ 199528 h 2078049"/>
                <a:gd name="connsiteX658" fmla="*/ 1185295 w 2078016"/>
                <a:gd name="connsiteY658" fmla="*/ 194480 h 2078049"/>
                <a:gd name="connsiteX659" fmla="*/ 1189201 w 2078016"/>
                <a:gd name="connsiteY659" fmla="*/ 188670 h 2078049"/>
                <a:gd name="connsiteX660" fmla="*/ 1190249 w 2078016"/>
                <a:gd name="connsiteY660" fmla="*/ 185241 h 2078049"/>
                <a:gd name="connsiteX661" fmla="*/ 1190344 w 2078016"/>
                <a:gd name="connsiteY661" fmla="*/ 180860 h 2078049"/>
                <a:gd name="connsiteX662" fmla="*/ 1190249 w 2078016"/>
                <a:gd name="connsiteY662" fmla="*/ 180478 h 2078049"/>
                <a:gd name="connsiteX663" fmla="*/ 1189201 w 2078016"/>
                <a:gd name="connsiteY663" fmla="*/ 176383 h 2078049"/>
                <a:gd name="connsiteX664" fmla="*/ 1189201 w 2078016"/>
                <a:gd name="connsiteY664" fmla="*/ 176383 h 2078049"/>
                <a:gd name="connsiteX665" fmla="*/ 1189201 w 2078016"/>
                <a:gd name="connsiteY665" fmla="*/ 176383 h 2078049"/>
                <a:gd name="connsiteX666" fmla="*/ 1180628 w 2078016"/>
                <a:gd name="connsiteY666" fmla="*/ 166667 h 2078049"/>
                <a:gd name="connsiteX667" fmla="*/ 1217490 w 2078016"/>
                <a:gd name="connsiteY667" fmla="*/ 139807 h 2078049"/>
                <a:gd name="connsiteX668" fmla="*/ 1242255 w 2078016"/>
                <a:gd name="connsiteY668" fmla="*/ 180669 h 2078049"/>
                <a:gd name="connsiteX669" fmla="*/ 1244255 w 2078016"/>
                <a:gd name="connsiteY669" fmla="*/ 185527 h 2078049"/>
                <a:gd name="connsiteX670" fmla="*/ 1241302 w 2078016"/>
                <a:gd name="connsiteY670" fmla="*/ 185812 h 2078049"/>
                <a:gd name="connsiteX671" fmla="*/ 1240826 w 2078016"/>
                <a:gd name="connsiteY671" fmla="*/ 185908 h 2078049"/>
                <a:gd name="connsiteX672" fmla="*/ 1236731 w 2078016"/>
                <a:gd name="connsiteY672" fmla="*/ 187336 h 2078049"/>
                <a:gd name="connsiteX673" fmla="*/ 1236731 w 2078016"/>
                <a:gd name="connsiteY673" fmla="*/ 187336 h 2078049"/>
                <a:gd name="connsiteX674" fmla="*/ 1236731 w 2078016"/>
                <a:gd name="connsiteY674" fmla="*/ 187336 h 2078049"/>
                <a:gd name="connsiteX675" fmla="*/ 1226824 w 2078016"/>
                <a:gd name="connsiteY675" fmla="*/ 202577 h 2078049"/>
                <a:gd name="connsiteX676" fmla="*/ 1239969 w 2078016"/>
                <a:gd name="connsiteY676" fmla="*/ 220007 h 2078049"/>
                <a:gd name="connsiteX677" fmla="*/ 1240541 w 2078016"/>
                <a:gd name="connsiteY677" fmla="*/ 220198 h 2078049"/>
                <a:gd name="connsiteX678" fmla="*/ 1245112 w 2078016"/>
                <a:gd name="connsiteY678" fmla="*/ 220960 h 2078049"/>
                <a:gd name="connsiteX679" fmla="*/ 1254447 w 2078016"/>
                <a:gd name="connsiteY679" fmla="*/ 219055 h 2078049"/>
                <a:gd name="connsiteX680" fmla="*/ 1255590 w 2078016"/>
                <a:gd name="connsiteY680" fmla="*/ 225056 h 2078049"/>
                <a:gd name="connsiteX681" fmla="*/ 1252828 w 2078016"/>
                <a:gd name="connsiteY681" fmla="*/ 303637 h 2078049"/>
                <a:gd name="connsiteX682" fmla="*/ 1251018 w 2078016"/>
                <a:gd name="connsiteY682" fmla="*/ 303923 h 2078049"/>
                <a:gd name="connsiteX683" fmla="*/ 1250637 w 2078016"/>
                <a:gd name="connsiteY683" fmla="*/ 304018 h 2078049"/>
                <a:gd name="connsiteX684" fmla="*/ 1246922 w 2078016"/>
                <a:gd name="connsiteY684" fmla="*/ 305351 h 2078049"/>
                <a:gd name="connsiteX685" fmla="*/ 1246922 w 2078016"/>
                <a:gd name="connsiteY685" fmla="*/ 305351 h 2078049"/>
                <a:gd name="connsiteX686" fmla="*/ 1246922 w 2078016"/>
                <a:gd name="connsiteY686" fmla="*/ 305351 h 2078049"/>
                <a:gd name="connsiteX687" fmla="*/ 1237111 w 2078016"/>
                <a:gd name="connsiteY687" fmla="*/ 320306 h 2078049"/>
                <a:gd name="connsiteX688" fmla="*/ 1243684 w 2078016"/>
                <a:gd name="connsiteY688" fmla="*/ 335831 h 2078049"/>
                <a:gd name="connsiteX689" fmla="*/ 1216537 w 2078016"/>
                <a:gd name="connsiteY689" fmla="*/ 397553 h 2078049"/>
                <a:gd name="connsiteX690" fmla="*/ 1214633 w 2078016"/>
                <a:gd name="connsiteY690" fmla="*/ 396315 h 2078049"/>
                <a:gd name="connsiteX691" fmla="*/ 1207393 w 2078016"/>
                <a:gd name="connsiteY691" fmla="*/ 395362 h 2078049"/>
                <a:gd name="connsiteX692" fmla="*/ 1207393 w 2078016"/>
                <a:gd name="connsiteY692" fmla="*/ 395362 h 2078049"/>
                <a:gd name="connsiteX693" fmla="*/ 1207393 w 2078016"/>
                <a:gd name="connsiteY693" fmla="*/ 395362 h 2078049"/>
                <a:gd name="connsiteX694" fmla="*/ 1195106 w 2078016"/>
                <a:gd name="connsiteY694" fmla="*/ 406888 h 2078049"/>
                <a:gd name="connsiteX695" fmla="*/ 1197202 w 2078016"/>
                <a:gd name="connsiteY695" fmla="*/ 425271 h 2078049"/>
                <a:gd name="connsiteX696" fmla="*/ 1177485 w 2078016"/>
                <a:gd name="connsiteY696" fmla="*/ 442607 h 2078049"/>
                <a:gd name="connsiteX697" fmla="*/ 1178247 w 2078016"/>
                <a:gd name="connsiteY697" fmla="*/ 433272 h 2078049"/>
                <a:gd name="connsiteX698" fmla="*/ 938122 w 2078016"/>
                <a:gd name="connsiteY698" fmla="*/ 434986 h 2078049"/>
                <a:gd name="connsiteX699" fmla="*/ 935455 w 2078016"/>
                <a:gd name="connsiteY699" fmla="*/ 425938 h 2078049"/>
                <a:gd name="connsiteX700" fmla="*/ 933550 w 2078016"/>
                <a:gd name="connsiteY700" fmla="*/ 423175 h 2078049"/>
                <a:gd name="connsiteX701" fmla="*/ 928787 w 2078016"/>
                <a:gd name="connsiteY701" fmla="*/ 419461 h 2078049"/>
                <a:gd name="connsiteX702" fmla="*/ 915928 w 2078016"/>
                <a:gd name="connsiteY702" fmla="*/ 421175 h 2078049"/>
                <a:gd name="connsiteX703" fmla="*/ 913642 w 2078016"/>
                <a:gd name="connsiteY703" fmla="*/ 424033 h 2078049"/>
                <a:gd name="connsiteX704" fmla="*/ 913452 w 2078016"/>
                <a:gd name="connsiteY704" fmla="*/ 424319 h 2078049"/>
                <a:gd name="connsiteX705" fmla="*/ 914023 w 2078016"/>
                <a:gd name="connsiteY705" fmla="*/ 444607 h 2078049"/>
                <a:gd name="connsiteX706" fmla="*/ 879924 w 2078016"/>
                <a:gd name="connsiteY706" fmla="*/ 420223 h 2078049"/>
                <a:gd name="connsiteX707" fmla="*/ 878876 w 2078016"/>
                <a:gd name="connsiteY707" fmla="*/ 397458 h 2078049"/>
                <a:gd name="connsiteX708" fmla="*/ 875923 w 2078016"/>
                <a:gd name="connsiteY708" fmla="*/ 394315 h 2078049"/>
                <a:gd name="connsiteX709" fmla="*/ 875828 w 2078016"/>
                <a:gd name="connsiteY709" fmla="*/ 394220 h 2078049"/>
                <a:gd name="connsiteX710" fmla="*/ 872685 w 2078016"/>
                <a:gd name="connsiteY710" fmla="*/ 392124 h 2078049"/>
                <a:gd name="connsiteX711" fmla="*/ 872494 w 2078016"/>
                <a:gd name="connsiteY711" fmla="*/ 392029 h 2078049"/>
                <a:gd name="connsiteX712" fmla="*/ 872494 w 2078016"/>
                <a:gd name="connsiteY712" fmla="*/ 392029 h 2078049"/>
                <a:gd name="connsiteX713" fmla="*/ 860017 w 2078016"/>
                <a:gd name="connsiteY713" fmla="*/ 392886 h 2078049"/>
                <a:gd name="connsiteX714" fmla="*/ 831727 w 2078016"/>
                <a:gd name="connsiteY714" fmla="*/ 329640 h 2078049"/>
                <a:gd name="connsiteX715" fmla="*/ 836871 w 2078016"/>
                <a:gd name="connsiteY715" fmla="*/ 311066 h 2078049"/>
                <a:gd name="connsiteX716" fmla="*/ 835157 w 2078016"/>
                <a:gd name="connsiteY716" fmla="*/ 306970 h 2078049"/>
                <a:gd name="connsiteX717" fmla="*/ 834966 w 2078016"/>
                <a:gd name="connsiteY717" fmla="*/ 306590 h 2078049"/>
                <a:gd name="connsiteX718" fmla="*/ 832490 w 2078016"/>
                <a:gd name="connsiteY718" fmla="*/ 303351 h 2078049"/>
                <a:gd name="connsiteX719" fmla="*/ 832490 w 2078016"/>
                <a:gd name="connsiteY719" fmla="*/ 303351 h 2078049"/>
                <a:gd name="connsiteX720" fmla="*/ 832490 w 2078016"/>
                <a:gd name="connsiteY720" fmla="*/ 303351 h 2078049"/>
                <a:gd name="connsiteX721" fmla="*/ 823250 w 2078016"/>
                <a:gd name="connsiteY721" fmla="*/ 298207 h 2078049"/>
                <a:gd name="connsiteX722" fmla="*/ 821536 w 2078016"/>
                <a:gd name="connsiteY722" fmla="*/ 224770 h 2078049"/>
                <a:gd name="connsiteX723" fmla="*/ 824203 w 2078016"/>
                <a:gd name="connsiteY723" fmla="*/ 211911 h 2078049"/>
                <a:gd name="connsiteX724" fmla="*/ 837442 w 2078016"/>
                <a:gd name="connsiteY724" fmla="*/ 213435 h 2078049"/>
                <a:gd name="connsiteX725" fmla="*/ 851825 w 2078016"/>
                <a:gd name="connsiteY725" fmla="*/ 191813 h 2078049"/>
                <a:gd name="connsiteX726" fmla="*/ 850301 w 2078016"/>
                <a:gd name="connsiteY726" fmla="*/ 187718 h 2078049"/>
                <a:gd name="connsiteX727" fmla="*/ 850111 w 2078016"/>
                <a:gd name="connsiteY727" fmla="*/ 187336 h 2078049"/>
                <a:gd name="connsiteX728" fmla="*/ 847634 w 2078016"/>
                <a:gd name="connsiteY728" fmla="*/ 184003 h 2078049"/>
                <a:gd name="connsiteX729" fmla="*/ 847634 w 2078016"/>
                <a:gd name="connsiteY729" fmla="*/ 184003 h 2078049"/>
                <a:gd name="connsiteX730" fmla="*/ 847634 w 2078016"/>
                <a:gd name="connsiteY730" fmla="*/ 184003 h 2078049"/>
                <a:gd name="connsiteX731" fmla="*/ 836014 w 2078016"/>
                <a:gd name="connsiteY731" fmla="*/ 178383 h 2078049"/>
                <a:gd name="connsiteX732" fmla="*/ 859922 w 2078016"/>
                <a:gd name="connsiteY732" fmla="*/ 139426 h 2078049"/>
                <a:gd name="connsiteX733" fmla="*/ 902022 w 2078016"/>
                <a:gd name="connsiteY733" fmla="*/ 171335 h 2078049"/>
                <a:gd name="connsiteX734" fmla="*/ 899545 w 2078016"/>
                <a:gd name="connsiteY734" fmla="*/ 172763 h 2078049"/>
                <a:gd name="connsiteX735" fmla="*/ 899165 w 2078016"/>
                <a:gd name="connsiteY735" fmla="*/ 173049 h 2078049"/>
                <a:gd name="connsiteX736" fmla="*/ 895926 w 2078016"/>
                <a:gd name="connsiteY736" fmla="*/ 176002 h 2078049"/>
                <a:gd name="connsiteX737" fmla="*/ 895926 w 2078016"/>
                <a:gd name="connsiteY737" fmla="*/ 176002 h 2078049"/>
                <a:gd name="connsiteX738" fmla="*/ 895926 w 2078016"/>
                <a:gd name="connsiteY738" fmla="*/ 176002 h 2078049"/>
                <a:gd name="connsiteX739" fmla="*/ 892592 w 2078016"/>
                <a:gd name="connsiteY739" fmla="*/ 193909 h 2078049"/>
                <a:gd name="connsiteX740" fmla="*/ 907070 w 2078016"/>
                <a:gd name="connsiteY740" fmla="*/ 204767 h 2078049"/>
                <a:gd name="connsiteX741" fmla="*/ 907070 w 2078016"/>
                <a:gd name="connsiteY741" fmla="*/ 204767 h 2078049"/>
                <a:gd name="connsiteX742" fmla="*/ 907165 w 2078016"/>
                <a:gd name="connsiteY742" fmla="*/ 204767 h 2078049"/>
                <a:gd name="connsiteX743" fmla="*/ 911547 w 2078016"/>
                <a:gd name="connsiteY743" fmla="*/ 204862 h 2078049"/>
                <a:gd name="connsiteX744" fmla="*/ 911928 w 2078016"/>
                <a:gd name="connsiteY744" fmla="*/ 204862 h 2078049"/>
                <a:gd name="connsiteX745" fmla="*/ 916595 w 2078016"/>
                <a:gd name="connsiteY745" fmla="*/ 204005 h 2078049"/>
                <a:gd name="connsiteX746" fmla="*/ 920024 w 2078016"/>
                <a:gd name="connsiteY746" fmla="*/ 202481 h 2078049"/>
                <a:gd name="connsiteX747" fmla="*/ 924501 w 2078016"/>
                <a:gd name="connsiteY747" fmla="*/ 198766 h 2078049"/>
                <a:gd name="connsiteX748" fmla="*/ 927835 w 2078016"/>
                <a:gd name="connsiteY748" fmla="*/ 203815 h 2078049"/>
                <a:gd name="connsiteX749" fmla="*/ 955172 w 2078016"/>
                <a:gd name="connsiteY749" fmla="*/ 277253 h 2078049"/>
                <a:gd name="connsiteX750" fmla="*/ 953552 w 2078016"/>
                <a:gd name="connsiteY750" fmla="*/ 278205 h 2078049"/>
                <a:gd name="connsiteX751" fmla="*/ 953171 w 2078016"/>
                <a:gd name="connsiteY751" fmla="*/ 278491 h 2078049"/>
                <a:gd name="connsiteX752" fmla="*/ 950218 w 2078016"/>
                <a:gd name="connsiteY752" fmla="*/ 281158 h 2078049"/>
                <a:gd name="connsiteX753" fmla="*/ 950218 w 2078016"/>
                <a:gd name="connsiteY753" fmla="*/ 281158 h 2078049"/>
                <a:gd name="connsiteX754" fmla="*/ 950218 w 2078016"/>
                <a:gd name="connsiteY754" fmla="*/ 281158 h 2078049"/>
                <a:gd name="connsiteX755" fmla="*/ 946790 w 2078016"/>
                <a:gd name="connsiteY755" fmla="*/ 298779 h 2078049"/>
                <a:gd name="connsiteX756" fmla="*/ 958696 w 2078016"/>
                <a:gd name="connsiteY756" fmla="*/ 310495 h 2078049"/>
                <a:gd name="connsiteX757" fmla="*/ 957076 w 2078016"/>
                <a:gd name="connsiteY757" fmla="*/ 378027 h 2078049"/>
                <a:gd name="connsiteX758" fmla="*/ 954886 w 2078016"/>
                <a:gd name="connsiteY758" fmla="*/ 377646 h 2078049"/>
                <a:gd name="connsiteX759" fmla="*/ 951361 w 2078016"/>
                <a:gd name="connsiteY759" fmla="*/ 378122 h 2078049"/>
                <a:gd name="connsiteX760" fmla="*/ 950981 w 2078016"/>
                <a:gd name="connsiteY760" fmla="*/ 378218 h 2078049"/>
                <a:gd name="connsiteX761" fmla="*/ 947932 w 2078016"/>
                <a:gd name="connsiteY761" fmla="*/ 379646 h 2078049"/>
                <a:gd name="connsiteX762" fmla="*/ 947932 w 2078016"/>
                <a:gd name="connsiteY762" fmla="*/ 379646 h 2078049"/>
                <a:gd name="connsiteX763" fmla="*/ 947932 w 2078016"/>
                <a:gd name="connsiteY763" fmla="*/ 379646 h 2078049"/>
                <a:gd name="connsiteX764" fmla="*/ 940884 w 2078016"/>
                <a:gd name="connsiteY764" fmla="*/ 394791 h 2078049"/>
                <a:gd name="connsiteX765" fmla="*/ 949837 w 2078016"/>
                <a:gd name="connsiteY765" fmla="*/ 411269 h 2078049"/>
                <a:gd name="connsiteX766" fmla="*/ 938122 w 2078016"/>
                <a:gd name="connsiteY766" fmla="*/ 434986 h 2078049"/>
                <a:gd name="connsiteX767" fmla="*/ 708665 w 2078016"/>
                <a:gd name="connsiteY767" fmla="*/ 460037 h 2078049"/>
                <a:gd name="connsiteX768" fmla="*/ 705521 w 2078016"/>
                <a:gd name="connsiteY768" fmla="*/ 461847 h 2078049"/>
                <a:gd name="connsiteX769" fmla="*/ 705235 w 2078016"/>
                <a:gd name="connsiteY769" fmla="*/ 462133 h 2078049"/>
                <a:gd name="connsiteX770" fmla="*/ 702949 w 2078016"/>
                <a:gd name="connsiteY770" fmla="*/ 464609 h 2078049"/>
                <a:gd name="connsiteX771" fmla="*/ 702949 w 2078016"/>
                <a:gd name="connsiteY771" fmla="*/ 464609 h 2078049"/>
                <a:gd name="connsiteX772" fmla="*/ 702949 w 2078016"/>
                <a:gd name="connsiteY772" fmla="*/ 464609 h 2078049"/>
                <a:gd name="connsiteX773" fmla="*/ 702283 w 2078016"/>
                <a:gd name="connsiteY773" fmla="*/ 481278 h 2078049"/>
                <a:gd name="connsiteX774" fmla="*/ 716856 w 2078016"/>
                <a:gd name="connsiteY774" fmla="*/ 493089 h 2078049"/>
                <a:gd name="connsiteX775" fmla="*/ 715046 w 2078016"/>
                <a:gd name="connsiteY775" fmla="*/ 519092 h 2078049"/>
                <a:gd name="connsiteX776" fmla="*/ 709045 w 2078016"/>
                <a:gd name="connsiteY776" fmla="*/ 512044 h 2078049"/>
                <a:gd name="connsiteX777" fmla="*/ 697520 w 2078016"/>
                <a:gd name="connsiteY777" fmla="*/ 508710 h 2078049"/>
                <a:gd name="connsiteX778" fmla="*/ 694948 w 2078016"/>
                <a:gd name="connsiteY778" fmla="*/ 509472 h 2078049"/>
                <a:gd name="connsiteX779" fmla="*/ 690662 w 2078016"/>
                <a:gd name="connsiteY779" fmla="*/ 512711 h 2078049"/>
                <a:gd name="connsiteX780" fmla="*/ 689138 w 2078016"/>
                <a:gd name="connsiteY780" fmla="*/ 515187 h 2078049"/>
                <a:gd name="connsiteX781" fmla="*/ 688186 w 2078016"/>
                <a:gd name="connsiteY781" fmla="*/ 518616 h 2078049"/>
                <a:gd name="connsiteX782" fmla="*/ 688090 w 2078016"/>
                <a:gd name="connsiteY782" fmla="*/ 519378 h 2078049"/>
                <a:gd name="connsiteX783" fmla="*/ 688090 w 2078016"/>
                <a:gd name="connsiteY783" fmla="*/ 522902 h 2078049"/>
                <a:gd name="connsiteX784" fmla="*/ 688090 w 2078016"/>
                <a:gd name="connsiteY784" fmla="*/ 522902 h 2078049"/>
                <a:gd name="connsiteX785" fmla="*/ 688090 w 2078016"/>
                <a:gd name="connsiteY785" fmla="*/ 522902 h 2078049"/>
                <a:gd name="connsiteX786" fmla="*/ 696473 w 2078016"/>
                <a:gd name="connsiteY786" fmla="*/ 537666 h 2078049"/>
                <a:gd name="connsiteX787" fmla="*/ 655610 w 2078016"/>
                <a:gd name="connsiteY787" fmla="*/ 528332 h 2078049"/>
                <a:gd name="connsiteX788" fmla="*/ 645895 w 2078016"/>
                <a:gd name="connsiteY788" fmla="*/ 507662 h 2078049"/>
                <a:gd name="connsiteX789" fmla="*/ 642085 w 2078016"/>
                <a:gd name="connsiteY789" fmla="*/ 505853 h 2078049"/>
                <a:gd name="connsiteX790" fmla="*/ 641704 w 2078016"/>
                <a:gd name="connsiteY790" fmla="*/ 505757 h 2078049"/>
                <a:gd name="connsiteX791" fmla="*/ 626845 w 2078016"/>
                <a:gd name="connsiteY791" fmla="*/ 510710 h 2078049"/>
                <a:gd name="connsiteX792" fmla="*/ 576362 w 2078016"/>
                <a:gd name="connsiteY792" fmla="*/ 463181 h 2078049"/>
                <a:gd name="connsiteX793" fmla="*/ 574076 w 2078016"/>
                <a:gd name="connsiteY793" fmla="*/ 444131 h 2078049"/>
                <a:gd name="connsiteX794" fmla="*/ 570933 w 2078016"/>
                <a:gd name="connsiteY794" fmla="*/ 441082 h 2078049"/>
                <a:gd name="connsiteX795" fmla="*/ 570552 w 2078016"/>
                <a:gd name="connsiteY795" fmla="*/ 440797 h 2078049"/>
                <a:gd name="connsiteX796" fmla="*/ 567028 w 2078016"/>
                <a:gd name="connsiteY796" fmla="*/ 438701 h 2078049"/>
                <a:gd name="connsiteX797" fmla="*/ 567028 w 2078016"/>
                <a:gd name="connsiteY797" fmla="*/ 438701 h 2078049"/>
                <a:gd name="connsiteX798" fmla="*/ 567028 w 2078016"/>
                <a:gd name="connsiteY798" fmla="*/ 438701 h 2078049"/>
                <a:gd name="connsiteX799" fmla="*/ 556455 w 2078016"/>
                <a:gd name="connsiteY799" fmla="*/ 437463 h 2078049"/>
                <a:gd name="connsiteX800" fmla="*/ 526737 w 2078016"/>
                <a:gd name="connsiteY800" fmla="*/ 370312 h 2078049"/>
                <a:gd name="connsiteX801" fmla="*/ 524165 w 2078016"/>
                <a:gd name="connsiteY801" fmla="*/ 357358 h 2078049"/>
                <a:gd name="connsiteX802" fmla="*/ 536929 w 2078016"/>
                <a:gd name="connsiteY802" fmla="*/ 353643 h 2078049"/>
                <a:gd name="connsiteX803" fmla="*/ 541882 w 2078016"/>
                <a:gd name="connsiteY803" fmla="*/ 328211 h 2078049"/>
                <a:gd name="connsiteX804" fmla="*/ 538834 w 2078016"/>
                <a:gd name="connsiteY804" fmla="*/ 324973 h 2078049"/>
                <a:gd name="connsiteX805" fmla="*/ 538453 w 2078016"/>
                <a:gd name="connsiteY805" fmla="*/ 324687 h 2078049"/>
                <a:gd name="connsiteX806" fmla="*/ 534833 w 2078016"/>
                <a:gd name="connsiteY806" fmla="*/ 322496 h 2078049"/>
                <a:gd name="connsiteX807" fmla="*/ 534833 w 2078016"/>
                <a:gd name="connsiteY807" fmla="*/ 322496 h 2078049"/>
                <a:gd name="connsiteX808" fmla="*/ 534833 w 2078016"/>
                <a:gd name="connsiteY808" fmla="*/ 322496 h 2078049"/>
                <a:gd name="connsiteX809" fmla="*/ 521974 w 2078016"/>
                <a:gd name="connsiteY809" fmla="*/ 321734 h 2078049"/>
                <a:gd name="connsiteX810" fmla="*/ 529023 w 2078016"/>
                <a:gd name="connsiteY810" fmla="*/ 276586 h 2078049"/>
                <a:gd name="connsiteX811" fmla="*/ 580172 w 2078016"/>
                <a:gd name="connsiteY811" fmla="*/ 289921 h 2078049"/>
                <a:gd name="connsiteX812" fmla="*/ 578362 w 2078016"/>
                <a:gd name="connsiteY812" fmla="*/ 292207 h 2078049"/>
                <a:gd name="connsiteX813" fmla="*/ 578077 w 2078016"/>
                <a:gd name="connsiteY813" fmla="*/ 292683 h 2078049"/>
                <a:gd name="connsiteX814" fmla="*/ 576172 w 2078016"/>
                <a:gd name="connsiteY814" fmla="*/ 296588 h 2078049"/>
                <a:gd name="connsiteX815" fmla="*/ 576172 w 2078016"/>
                <a:gd name="connsiteY815" fmla="*/ 296588 h 2078049"/>
                <a:gd name="connsiteX816" fmla="*/ 576172 w 2078016"/>
                <a:gd name="connsiteY816" fmla="*/ 296588 h 2078049"/>
                <a:gd name="connsiteX817" fmla="*/ 579982 w 2078016"/>
                <a:gd name="connsiteY817" fmla="*/ 314400 h 2078049"/>
                <a:gd name="connsiteX818" fmla="*/ 597508 w 2078016"/>
                <a:gd name="connsiteY818" fmla="*/ 318877 h 2078049"/>
                <a:gd name="connsiteX819" fmla="*/ 597508 w 2078016"/>
                <a:gd name="connsiteY819" fmla="*/ 318877 h 2078049"/>
                <a:gd name="connsiteX820" fmla="*/ 597603 w 2078016"/>
                <a:gd name="connsiteY820" fmla="*/ 318877 h 2078049"/>
                <a:gd name="connsiteX821" fmla="*/ 601794 w 2078016"/>
                <a:gd name="connsiteY821" fmla="*/ 317257 h 2078049"/>
                <a:gd name="connsiteX822" fmla="*/ 601984 w 2078016"/>
                <a:gd name="connsiteY822" fmla="*/ 317162 h 2078049"/>
                <a:gd name="connsiteX823" fmla="*/ 605985 w 2078016"/>
                <a:gd name="connsiteY823" fmla="*/ 314495 h 2078049"/>
                <a:gd name="connsiteX824" fmla="*/ 611224 w 2078016"/>
                <a:gd name="connsiteY824" fmla="*/ 306590 h 2078049"/>
                <a:gd name="connsiteX825" fmla="*/ 616272 w 2078016"/>
                <a:gd name="connsiteY825" fmla="*/ 310019 h 2078049"/>
                <a:gd name="connsiteX826" fmla="*/ 669802 w 2078016"/>
                <a:gd name="connsiteY826" fmla="*/ 367264 h 2078049"/>
                <a:gd name="connsiteX827" fmla="*/ 668659 w 2078016"/>
                <a:gd name="connsiteY827" fmla="*/ 368693 h 2078049"/>
                <a:gd name="connsiteX828" fmla="*/ 668469 w 2078016"/>
                <a:gd name="connsiteY828" fmla="*/ 369074 h 2078049"/>
                <a:gd name="connsiteX829" fmla="*/ 666850 w 2078016"/>
                <a:gd name="connsiteY829" fmla="*/ 372693 h 2078049"/>
                <a:gd name="connsiteX830" fmla="*/ 666850 w 2078016"/>
                <a:gd name="connsiteY830" fmla="*/ 372693 h 2078049"/>
                <a:gd name="connsiteX831" fmla="*/ 666850 w 2078016"/>
                <a:gd name="connsiteY831" fmla="*/ 372693 h 2078049"/>
                <a:gd name="connsiteX832" fmla="*/ 670469 w 2078016"/>
                <a:gd name="connsiteY832" fmla="*/ 390314 h 2078049"/>
                <a:gd name="connsiteX833" fmla="*/ 685900 w 2078016"/>
                <a:gd name="connsiteY833" fmla="*/ 396506 h 2078049"/>
                <a:gd name="connsiteX834" fmla="*/ 710379 w 2078016"/>
                <a:gd name="connsiteY834" fmla="*/ 459466 h 2078049"/>
                <a:gd name="connsiteX835" fmla="*/ 708665 w 2078016"/>
                <a:gd name="connsiteY835" fmla="*/ 460037 h 2078049"/>
                <a:gd name="connsiteX836" fmla="*/ 512259 w 2078016"/>
                <a:gd name="connsiteY836" fmla="*/ 630630 h 2078049"/>
                <a:gd name="connsiteX837" fmla="*/ 509973 w 2078016"/>
                <a:gd name="connsiteY837" fmla="*/ 633487 h 2078049"/>
                <a:gd name="connsiteX838" fmla="*/ 509878 w 2078016"/>
                <a:gd name="connsiteY838" fmla="*/ 633583 h 2078049"/>
                <a:gd name="connsiteX839" fmla="*/ 514450 w 2078016"/>
                <a:gd name="connsiteY839" fmla="*/ 652728 h 2078049"/>
                <a:gd name="connsiteX840" fmla="*/ 532261 w 2078016"/>
                <a:gd name="connsiteY840" fmla="*/ 657967 h 2078049"/>
                <a:gd name="connsiteX841" fmla="*/ 540643 w 2078016"/>
                <a:gd name="connsiteY841" fmla="*/ 682827 h 2078049"/>
                <a:gd name="connsiteX842" fmla="*/ 535690 w 2078016"/>
                <a:gd name="connsiteY842" fmla="*/ 679684 h 2078049"/>
                <a:gd name="connsiteX843" fmla="*/ 532357 w 2078016"/>
                <a:gd name="connsiteY843" fmla="*/ 678541 h 2078049"/>
                <a:gd name="connsiteX844" fmla="*/ 525880 w 2078016"/>
                <a:gd name="connsiteY844" fmla="*/ 677969 h 2078049"/>
                <a:gd name="connsiteX845" fmla="*/ 518260 w 2078016"/>
                <a:gd name="connsiteY845" fmla="*/ 681398 h 2078049"/>
                <a:gd name="connsiteX846" fmla="*/ 515498 w 2078016"/>
                <a:gd name="connsiteY846" fmla="*/ 686066 h 2078049"/>
                <a:gd name="connsiteX847" fmla="*/ 515116 w 2078016"/>
                <a:gd name="connsiteY847" fmla="*/ 688923 h 2078049"/>
                <a:gd name="connsiteX848" fmla="*/ 515688 w 2078016"/>
                <a:gd name="connsiteY848" fmla="*/ 692638 h 2078049"/>
                <a:gd name="connsiteX849" fmla="*/ 515783 w 2078016"/>
                <a:gd name="connsiteY849" fmla="*/ 693019 h 2078049"/>
                <a:gd name="connsiteX850" fmla="*/ 517212 w 2078016"/>
                <a:gd name="connsiteY850" fmla="*/ 696448 h 2078049"/>
                <a:gd name="connsiteX851" fmla="*/ 517212 w 2078016"/>
                <a:gd name="connsiteY851" fmla="*/ 696448 h 2078049"/>
                <a:gd name="connsiteX852" fmla="*/ 517212 w 2078016"/>
                <a:gd name="connsiteY852" fmla="*/ 696448 h 2078049"/>
                <a:gd name="connsiteX853" fmla="*/ 530547 w 2078016"/>
                <a:gd name="connsiteY853" fmla="*/ 706925 h 2078049"/>
                <a:gd name="connsiteX854" fmla="*/ 489208 w 2078016"/>
                <a:gd name="connsiteY854" fmla="*/ 713783 h 2078049"/>
                <a:gd name="connsiteX855" fmla="*/ 488065 w 2078016"/>
                <a:gd name="connsiteY855" fmla="*/ 710164 h 2078049"/>
                <a:gd name="connsiteX856" fmla="*/ 475683 w 2078016"/>
                <a:gd name="connsiteY856" fmla="*/ 699210 h 2078049"/>
                <a:gd name="connsiteX857" fmla="*/ 472254 w 2078016"/>
                <a:gd name="connsiteY857" fmla="*/ 698353 h 2078049"/>
                <a:gd name="connsiteX858" fmla="*/ 468158 w 2078016"/>
                <a:gd name="connsiteY858" fmla="*/ 698258 h 2078049"/>
                <a:gd name="connsiteX859" fmla="*/ 467777 w 2078016"/>
                <a:gd name="connsiteY859" fmla="*/ 698353 h 2078049"/>
                <a:gd name="connsiteX860" fmla="*/ 464158 w 2078016"/>
                <a:gd name="connsiteY860" fmla="*/ 699210 h 2078049"/>
                <a:gd name="connsiteX861" fmla="*/ 464158 w 2078016"/>
                <a:gd name="connsiteY861" fmla="*/ 699210 h 2078049"/>
                <a:gd name="connsiteX862" fmla="*/ 464158 w 2078016"/>
                <a:gd name="connsiteY862" fmla="*/ 699210 h 2078049"/>
                <a:gd name="connsiteX863" fmla="*/ 455871 w 2078016"/>
                <a:gd name="connsiteY863" fmla="*/ 708545 h 2078049"/>
                <a:gd name="connsiteX864" fmla="*/ 391006 w 2078016"/>
                <a:gd name="connsiteY864" fmla="*/ 683780 h 2078049"/>
                <a:gd name="connsiteX865" fmla="*/ 381671 w 2078016"/>
                <a:gd name="connsiteY865" fmla="*/ 667111 h 2078049"/>
                <a:gd name="connsiteX866" fmla="*/ 377575 w 2078016"/>
                <a:gd name="connsiteY866" fmla="*/ 665491 h 2078049"/>
                <a:gd name="connsiteX867" fmla="*/ 377099 w 2078016"/>
                <a:gd name="connsiteY867" fmla="*/ 665396 h 2078049"/>
                <a:gd name="connsiteX868" fmla="*/ 373099 w 2078016"/>
                <a:gd name="connsiteY868" fmla="*/ 664825 h 2078049"/>
                <a:gd name="connsiteX869" fmla="*/ 373099 w 2078016"/>
                <a:gd name="connsiteY869" fmla="*/ 664825 h 2078049"/>
                <a:gd name="connsiteX870" fmla="*/ 373099 w 2078016"/>
                <a:gd name="connsiteY870" fmla="*/ 664825 h 2078049"/>
                <a:gd name="connsiteX871" fmla="*/ 362812 w 2078016"/>
                <a:gd name="connsiteY871" fmla="*/ 667682 h 2078049"/>
                <a:gd name="connsiteX872" fmla="*/ 309853 w 2078016"/>
                <a:gd name="connsiteY872" fmla="*/ 617009 h 2078049"/>
                <a:gd name="connsiteX873" fmla="*/ 302614 w 2078016"/>
                <a:gd name="connsiteY873" fmla="*/ 606056 h 2078049"/>
                <a:gd name="connsiteX874" fmla="*/ 312806 w 2078016"/>
                <a:gd name="connsiteY874" fmla="*/ 597674 h 2078049"/>
                <a:gd name="connsiteX875" fmla="*/ 307852 w 2078016"/>
                <a:gd name="connsiteY875" fmla="*/ 572337 h 2078049"/>
                <a:gd name="connsiteX876" fmla="*/ 303852 w 2078016"/>
                <a:gd name="connsiteY876" fmla="*/ 570527 h 2078049"/>
                <a:gd name="connsiteX877" fmla="*/ 303471 w 2078016"/>
                <a:gd name="connsiteY877" fmla="*/ 570432 h 2078049"/>
                <a:gd name="connsiteX878" fmla="*/ 299375 w 2078016"/>
                <a:gd name="connsiteY878" fmla="*/ 569765 h 2078049"/>
                <a:gd name="connsiteX879" fmla="*/ 299375 w 2078016"/>
                <a:gd name="connsiteY879" fmla="*/ 569765 h 2078049"/>
                <a:gd name="connsiteX880" fmla="*/ 299375 w 2078016"/>
                <a:gd name="connsiteY880" fmla="*/ 569765 h 2078049"/>
                <a:gd name="connsiteX881" fmla="*/ 287183 w 2078016"/>
                <a:gd name="connsiteY881" fmla="*/ 573956 h 2078049"/>
                <a:gd name="connsiteX882" fmla="*/ 276515 w 2078016"/>
                <a:gd name="connsiteY882" fmla="*/ 529570 h 2078049"/>
                <a:gd name="connsiteX883" fmla="*/ 323759 w 2078016"/>
                <a:gd name="connsiteY883" fmla="*/ 522426 h 2078049"/>
                <a:gd name="connsiteX884" fmla="*/ 328998 w 2078016"/>
                <a:gd name="connsiteY884" fmla="*/ 522426 h 2078049"/>
                <a:gd name="connsiteX885" fmla="*/ 328141 w 2078016"/>
                <a:gd name="connsiteY885" fmla="*/ 525283 h 2078049"/>
                <a:gd name="connsiteX886" fmla="*/ 328045 w 2078016"/>
                <a:gd name="connsiteY886" fmla="*/ 525760 h 2078049"/>
                <a:gd name="connsiteX887" fmla="*/ 327760 w 2078016"/>
                <a:gd name="connsiteY887" fmla="*/ 530046 h 2078049"/>
                <a:gd name="connsiteX888" fmla="*/ 327760 w 2078016"/>
                <a:gd name="connsiteY888" fmla="*/ 530046 h 2078049"/>
                <a:gd name="connsiteX889" fmla="*/ 327760 w 2078016"/>
                <a:gd name="connsiteY889" fmla="*/ 530046 h 2078049"/>
                <a:gd name="connsiteX890" fmla="*/ 338047 w 2078016"/>
                <a:gd name="connsiteY890" fmla="*/ 545095 h 2078049"/>
                <a:gd name="connsiteX891" fmla="*/ 359192 w 2078016"/>
                <a:gd name="connsiteY891" fmla="*/ 539571 h 2078049"/>
                <a:gd name="connsiteX892" fmla="*/ 359573 w 2078016"/>
                <a:gd name="connsiteY892" fmla="*/ 539095 h 2078049"/>
                <a:gd name="connsiteX893" fmla="*/ 362050 w 2078016"/>
                <a:gd name="connsiteY893" fmla="*/ 535190 h 2078049"/>
                <a:gd name="connsiteX894" fmla="*/ 363955 w 2078016"/>
                <a:gd name="connsiteY894" fmla="*/ 528141 h 2078049"/>
                <a:gd name="connsiteX895" fmla="*/ 363859 w 2078016"/>
                <a:gd name="connsiteY895" fmla="*/ 525950 h 2078049"/>
                <a:gd name="connsiteX896" fmla="*/ 369860 w 2078016"/>
                <a:gd name="connsiteY896" fmla="*/ 527189 h 2078049"/>
                <a:gd name="connsiteX897" fmla="*/ 441298 w 2078016"/>
                <a:gd name="connsiteY897" fmla="*/ 559859 h 2078049"/>
                <a:gd name="connsiteX898" fmla="*/ 440822 w 2078016"/>
                <a:gd name="connsiteY898" fmla="*/ 561669 h 2078049"/>
                <a:gd name="connsiteX899" fmla="*/ 440726 w 2078016"/>
                <a:gd name="connsiteY899" fmla="*/ 562145 h 2078049"/>
                <a:gd name="connsiteX900" fmla="*/ 440536 w 2078016"/>
                <a:gd name="connsiteY900" fmla="*/ 566050 h 2078049"/>
                <a:gd name="connsiteX901" fmla="*/ 440536 w 2078016"/>
                <a:gd name="connsiteY901" fmla="*/ 566050 h 2078049"/>
                <a:gd name="connsiteX902" fmla="*/ 440536 w 2078016"/>
                <a:gd name="connsiteY902" fmla="*/ 566050 h 2078049"/>
                <a:gd name="connsiteX903" fmla="*/ 450632 w 2078016"/>
                <a:gd name="connsiteY903" fmla="*/ 580910 h 2078049"/>
                <a:gd name="connsiteX904" fmla="*/ 467396 w 2078016"/>
                <a:gd name="connsiteY904" fmla="*/ 580719 h 2078049"/>
                <a:gd name="connsiteX905" fmla="*/ 513973 w 2078016"/>
                <a:gd name="connsiteY905" fmla="*/ 629487 h 2078049"/>
                <a:gd name="connsiteX906" fmla="*/ 512259 w 2078016"/>
                <a:gd name="connsiteY906" fmla="*/ 630630 h 2078049"/>
                <a:gd name="connsiteX907" fmla="*/ 192981 w 2078016"/>
                <a:gd name="connsiteY907" fmla="*/ 920666 h 2078049"/>
                <a:gd name="connsiteX908" fmla="*/ 199172 w 2078016"/>
                <a:gd name="connsiteY908" fmla="*/ 908950 h 2078049"/>
                <a:gd name="connsiteX909" fmla="*/ 199458 w 2078016"/>
                <a:gd name="connsiteY909" fmla="*/ 905236 h 2078049"/>
                <a:gd name="connsiteX910" fmla="*/ 191457 w 2078016"/>
                <a:gd name="connsiteY910" fmla="*/ 890186 h 2078049"/>
                <a:gd name="connsiteX911" fmla="*/ 184885 w 2078016"/>
                <a:gd name="connsiteY911" fmla="*/ 887519 h 2078049"/>
                <a:gd name="connsiteX912" fmla="*/ 180503 w 2078016"/>
                <a:gd name="connsiteY912" fmla="*/ 887424 h 2078049"/>
                <a:gd name="connsiteX913" fmla="*/ 180122 w 2078016"/>
                <a:gd name="connsiteY913" fmla="*/ 887519 h 2078049"/>
                <a:gd name="connsiteX914" fmla="*/ 176026 w 2078016"/>
                <a:gd name="connsiteY914" fmla="*/ 888567 h 2078049"/>
                <a:gd name="connsiteX915" fmla="*/ 176026 w 2078016"/>
                <a:gd name="connsiteY915" fmla="*/ 888567 h 2078049"/>
                <a:gd name="connsiteX916" fmla="*/ 176026 w 2078016"/>
                <a:gd name="connsiteY916" fmla="*/ 888567 h 2078049"/>
                <a:gd name="connsiteX917" fmla="*/ 166311 w 2078016"/>
                <a:gd name="connsiteY917" fmla="*/ 897140 h 2078049"/>
                <a:gd name="connsiteX918" fmla="*/ 139450 w 2078016"/>
                <a:gd name="connsiteY918" fmla="*/ 860278 h 2078049"/>
                <a:gd name="connsiteX919" fmla="*/ 180313 w 2078016"/>
                <a:gd name="connsiteY919" fmla="*/ 835513 h 2078049"/>
                <a:gd name="connsiteX920" fmla="*/ 185170 w 2078016"/>
                <a:gd name="connsiteY920" fmla="*/ 833513 h 2078049"/>
                <a:gd name="connsiteX921" fmla="*/ 185456 w 2078016"/>
                <a:gd name="connsiteY921" fmla="*/ 836465 h 2078049"/>
                <a:gd name="connsiteX922" fmla="*/ 185551 w 2078016"/>
                <a:gd name="connsiteY922" fmla="*/ 836941 h 2078049"/>
                <a:gd name="connsiteX923" fmla="*/ 186980 w 2078016"/>
                <a:gd name="connsiteY923" fmla="*/ 841037 h 2078049"/>
                <a:gd name="connsiteX924" fmla="*/ 186980 w 2078016"/>
                <a:gd name="connsiteY924" fmla="*/ 841037 h 2078049"/>
                <a:gd name="connsiteX925" fmla="*/ 186980 w 2078016"/>
                <a:gd name="connsiteY925" fmla="*/ 841037 h 2078049"/>
                <a:gd name="connsiteX926" fmla="*/ 202220 w 2078016"/>
                <a:gd name="connsiteY926" fmla="*/ 850943 h 2078049"/>
                <a:gd name="connsiteX927" fmla="*/ 219651 w 2078016"/>
                <a:gd name="connsiteY927" fmla="*/ 837799 h 2078049"/>
                <a:gd name="connsiteX928" fmla="*/ 219841 w 2078016"/>
                <a:gd name="connsiteY928" fmla="*/ 837227 h 2078049"/>
                <a:gd name="connsiteX929" fmla="*/ 220603 w 2078016"/>
                <a:gd name="connsiteY929" fmla="*/ 832655 h 2078049"/>
                <a:gd name="connsiteX930" fmla="*/ 218698 w 2078016"/>
                <a:gd name="connsiteY930" fmla="*/ 823321 h 2078049"/>
                <a:gd name="connsiteX931" fmla="*/ 224699 w 2078016"/>
                <a:gd name="connsiteY931" fmla="*/ 822178 h 2078049"/>
                <a:gd name="connsiteX932" fmla="*/ 303281 w 2078016"/>
                <a:gd name="connsiteY932" fmla="*/ 824940 h 2078049"/>
                <a:gd name="connsiteX933" fmla="*/ 303566 w 2078016"/>
                <a:gd name="connsiteY933" fmla="*/ 826750 h 2078049"/>
                <a:gd name="connsiteX934" fmla="*/ 303661 w 2078016"/>
                <a:gd name="connsiteY934" fmla="*/ 827226 h 2078049"/>
                <a:gd name="connsiteX935" fmla="*/ 304995 w 2078016"/>
                <a:gd name="connsiteY935" fmla="*/ 830941 h 2078049"/>
                <a:gd name="connsiteX936" fmla="*/ 304995 w 2078016"/>
                <a:gd name="connsiteY936" fmla="*/ 830941 h 2078049"/>
                <a:gd name="connsiteX937" fmla="*/ 304995 w 2078016"/>
                <a:gd name="connsiteY937" fmla="*/ 830941 h 2078049"/>
                <a:gd name="connsiteX938" fmla="*/ 319949 w 2078016"/>
                <a:gd name="connsiteY938" fmla="*/ 840751 h 2078049"/>
                <a:gd name="connsiteX939" fmla="*/ 335475 w 2078016"/>
                <a:gd name="connsiteY939" fmla="*/ 834179 h 2078049"/>
                <a:gd name="connsiteX940" fmla="*/ 397197 w 2078016"/>
                <a:gd name="connsiteY940" fmla="*/ 861325 h 2078049"/>
                <a:gd name="connsiteX941" fmla="*/ 395959 w 2078016"/>
                <a:gd name="connsiteY941" fmla="*/ 863231 h 2078049"/>
                <a:gd name="connsiteX942" fmla="*/ 395006 w 2078016"/>
                <a:gd name="connsiteY942" fmla="*/ 870470 h 2078049"/>
                <a:gd name="connsiteX943" fmla="*/ 395006 w 2078016"/>
                <a:gd name="connsiteY943" fmla="*/ 870470 h 2078049"/>
                <a:gd name="connsiteX944" fmla="*/ 395006 w 2078016"/>
                <a:gd name="connsiteY944" fmla="*/ 870470 h 2078049"/>
                <a:gd name="connsiteX945" fmla="*/ 406531 w 2078016"/>
                <a:gd name="connsiteY945" fmla="*/ 882757 h 2078049"/>
                <a:gd name="connsiteX946" fmla="*/ 424915 w 2078016"/>
                <a:gd name="connsiteY946" fmla="*/ 880661 h 2078049"/>
                <a:gd name="connsiteX947" fmla="*/ 442250 w 2078016"/>
                <a:gd name="connsiteY947" fmla="*/ 900378 h 2078049"/>
                <a:gd name="connsiteX948" fmla="*/ 433011 w 2078016"/>
                <a:gd name="connsiteY948" fmla="*/ 899616 h 2078049"/>
                <a:gd name="connsiteX949" fmla="*/ 429677 w 2078016"/>
                <a:gd name="connsiteY949" fmla="*/ 900378 h 2078049"/>
                <a:gd name="connsiteX950" fmla="*/ 425296 w 2078016"/>
                <a:gd name="connsiteY950" fmla="*/ 902664 h 2078049"/>
                <a:gd name="connsiteX951" fmla="*/ 420248 w 2078016"/>
                <a:gd name="connsiteY951" fmla="*/ 913046 h 2078049"/>
                <a:gd name="connsiteX952" fmla="*/ 421009 w 2078016"/>
                <a:gd name="connsiteY952" fmla="*/ 915904 h 2078049"/>
                <a:gd name="connsiteX953" fmla="*/ 422914 w 2078016"/>
                <a:gd name="connsiteY953" fmla="*/ 919142 h 2078049"/>
                <a:gd name="connsiteX954" fmla="*/ 423200 w 2078016"/>
                <a:gd name="connsiteY954" fmla="*/ 919428 h 2078049"/>
                <a:gd name="connsiteX955" fmla="*/ 425867 w 2078016"/>
                <a:gd name="connsiteY955" fmla="*/ 922095 h 2078049"/>
                <a:gd name="connsiteX956" fmla="*/ 425867 w 2078016"/>
                <a:gd name="connsiteY956" fmla="*/ 922095 h 2078049"/>
                <a:gd name="connsiteX957" fmla="*/ 425867 w 2078016"/>
                <a:gd name="connsiteY957" fmla="*/ 922095 h 2078049"/>
                <a:gd name="connsiteX958" fmla="*/ 442155 w 2078016"/>
                <a:gd name="connsiteY958" fmla="*/ 926572 h 2078049"/>
                <a:gd name="connsiteX959" fmla="*/ 406627 w 2078016"/>
                <a:gd name="connsiteY959" fmla="*/ 948860 h 2078049"/>
                <a:gd name="connsiteX960" fmla="*/ 398626 w 2078016"/>
                <a:gd name="connsiteY960" fmla="*/ 942383 h 2078049"/>
                <a:gd name="connsiteX961" fmla="*/ 385100 w 2078016"/>
                <a:gd name="connsiteY961" fmla="*/ 941050 h 2078049"/>
                <a:gd name="connsiteX962" fmla="*/ 381290 w 2078016"/>
                <a:gd name="connsiteY962" fmla="*/ 942479 h 2078049"/>
                <a:gd name="connsiteX963" fmla="*/ 380909 w 2078016"/>
                <a:gd name="connsiteY963" fmla="*/ 942669 h 2078049"/>
                <a:gd name="connsiteX964" fmla="*/ 377956 w 2078016"/>
                <a:gd name="connsiteY964" fmla="*/ 944765 h 2078049"/>
                <a:gd name="connsiteX965" fmla="*/ 377956 w 2078016"/>
                <a:gd name="connsiteY965" fmla="*/ 944765 h 2078049"/>
                <a:gd name="connsiteX966" fmla="*/ 377956 w 2078016"/>
                <a:gd name="connsiteY966" fmla="*/ 944765 h 2078049"/>
                <a:gd name="connsiteX967" fmla="*/ 373861 w 2078016"/>
                <a:gd name="connsiteY967" fmla="*/ 956575 h 2078049"/>
                <a:gd name="connsiteX968" fmla="*/ 304423 w 2078016"/>
                <a:gd name="connsiteY968" fmla="*/ 958671 h 2078049"/>
                <a:gd name="connsiteX969" fmla="*/ 289374 w 2078016"/>
                <a:gd name="connsiteY969" fmla="*/ 946860 h 2078049"/>
                <a:gd name="connsiteX970" fmla="*/ 284992 w 2078016"/>
                <a:gd name="connsiteY970" fmla="*/ 946860 h 2078049"/>
                <a:gd name="connsiteX971" fmla="*/ 284516 w 2078016"/>
                <a:gd name="connsiteY971" fmla="*/ 946955 h 2078049"/>
                <a:gd name="connsiteX972" fmla="*/ 280611 w 2078016"/>
                <a:gd name="connsiteY972" fmla="*/ 948003 h 2078049"/>
                <a:gd name="connsiteX973" fmla="*/ 280611 w 2078016"/>
                <a:gd name="connsiteY973" fmla="*/ 948003 h 2078049"/>
                <a:gd name="connsiteX974" fmla="*/ 280611 w 2078016"/>
                <a:gd name="connsiteY974" fmla="*/ 948003 h 2078049"/>
                <a:gd name="connsiteX975" fmla="*/ 272229 w 2078016"/>
                <a:gd name="connsiteY975" fmla="*/ 954575 h 2078049"/>
                <a:gd name="connsiteX976" fmla="*/ 203839 w 2078016"/>
                <a:gd name="connsiteY976" fmla="*/ 928191 h 2078049"/>
                <a:gd name="connsiteX977" fmla="*/ 192981 w 2078016"/>
                <a:gd name="connsiteY977" fmla="*/ 920666 h 2078049"/>
                <a:gd name="connsiteX978" fmla="*/ 224794 w 2078016"/>
                <a:gd name="connsiteY978" fmla="*/ 1255851 h 2078049"/>
                <a:gd name="connsiteX979" fmla="*/ 211936 w 2078016"/>
                <a:gd name="connsiteY979" fmla="*/ 1253184 h 2078049"/>
                <a:gd name="connsiteX980" fmla="*/ 213460 w 2078016"/>
                <a:gd name="connsiteY980" fmla="*/ 1239944 h 2078049"/>
                <a:gd name="connsiteX981" fmla="*/ 210412 w 2078016"/>
                <a:gd name="connsiteY981" fmla="*/ 1233182 h 2078049"/>
                <a:gd name="connsiteX982" fmla="*/ 202220 w 2078016"/>
                <a:gd name="connsiteY982" fmla="*/ 1226609 h 2078049"/>
                <a:gd name="connsiteX983" fmla="*/ 191743 w 2078016"/>
                <a:gd name="connsiteY983" fmla="*/ 1225657 h 2078049"/>
                <a:gd name="connsiteX984" fmla="*/ 187647 w 2078016"/>
                <a:gd name="connsiteY984" fmla="*/ 1227181 h 2078049"/>
                <a:gd name="connsiteX985" fmla="*/ 187266 w 2078016"/>
                <a:gd name="connsiteY985" fmla="*/ 1227371 h 2078049"/>
                <a:gd name="connsiteX986" fmla="*/ 183932 w 2078016"/>
                <a:gd name="connsiteY986" fmla="*/ 1229848 h 2078049"/>
                <a:gd name="connsiteX987" fmla="*/ 183932 w 2078016"/>
                <a:gd name="connsiteY987" fmla="*/ 1229848 h 2078049"/>
                <a:gd name="connsiteX988" fmla="*/ 183932 w 2078016"/>
                <a:gd name="connsiteY988" fmla="*/ 1229848 h 2078049"/>
                <a:gd name="connsiteX989" fmla="*/ 178312 w 2078016"/>
                <a:gd name="connsiteY989" fmla="*/ 1241468 h 2078049"/>
                <a:gd name="connsiteX990" fmla="*/ 139355 w 2078016"/>
                <a:gd name="connsiteY990" fmla="*/ 1217560 h 2078049"/>
                <a:gd name="connsiteX991" fmla="*/ 171264 w 2078016"/>
                <a:gd name="connsiteY991" fmla="*/ 1175460 h 2078049"/>
                <a:gd name="connsiteX992" fmla="*/ 172693 w 2078016"/>
                <a:gd name="connsiteY992" fmla="*/ 1177937 h 2078049"/>
                <a:gd name="connsiteX993" fmla="*/ 172978 w 2078016"/>
                <a:gd name="connsiteY993" fmla="*/ 1178317 h 2078049"/>
                <a:gd name="connsiteX994" fmla="*/ 175931 w 2078016"/>
                <a:gd name="connsiteY994" fmla="*/ 1181556 h 2078049"/>
                <a:gd name="connsiteX995" fmla="*/ 175931 w 2078016"/>
                <a:gd name="connsiteY995" fmla="*/ 1181556 h 2078049"/>
                <a:gd name="connsiteX996" fmla="*/ 175931 w 2078016"/>
                <a:gd name="connsiteY996" fmla="*/ 1181556 h 2078049"/>
                <a:gd name="connsiteX997" fmla="*/ 193838 w 2078016"/>
                <a:gd name="connsiteY997" fmla="*/ 1184890 h 2078049"/>
                <a:gd name="connsiteX998" fmla="*/ 204697 w 2078016"/>
                <a:gd name="connsiteY998" fmla="*/ 1170412 h 2078049"/>
                <a:gd name="connsiteX999" fmla="*/ 204697 w 2078016"/>
                <a:gd name="connsiteY999" fmla="*/ 1170412 h 2078049"/>
                <a:gd name="connsiteX1000" fmla="*/ 204697 w 2078016"/>
                <a:gd name="connsiteY1000" fmla="*/ 1170317 h 2078049"/>
                <a:gd name="connsiteX1001" fmla="*/ 204792 w 2078016"/>
                <a:gd name="connsiteY1001" fmla="*/ 1165935 h 2078049"/>
                <a:gd name="connsiteX1002" fmla="*/ 204792 w 2078016"/>
                <a:gd name="connsiteY1002" fmla="*/ 1165554 h 2078049"/>
                <a:gd name="connsiteX1003" fmla="*/ 203935 w 2078016"/>
                <a:gd name="connsiteY1003" fmla="*/ 1160887 h 2078049"/>
                <a:gd name="connsiteX1004" fmla="*/ 198696 w 2078016"/>
                <a:gd name="connsiteY1004" fmla="*/ 1152981 h 2078049"/>
                <a:gd name="connsiteX1005" fmla="*/ 203744 w 2078016"/>
                <a:gd name="connsiteY1005" fmla="*/ 1149647 h 2078049"/>
                <a:gd name="connsiteX1006" fmla="*/ 277182 w 2078016"/>
                <a:gd name="connsiteY1006" fmla="*/ 1122310 h 2078049"/>
                <a:gd name="connsiteX1007" fmla="*/ 278134 w 2078016"/>
                <a:gd name="connsiteY1007" fmla="*/ 1123930 h 2078049"/>
                <a:gd name="connsiteX1008" fmla="*/ 278420 w 2078016"/>
                <a:gd name="connsiteY1008" fmla="*/ 1124311 h 2078049"/>
                <a:gd name="connsiteX1009" fmla="*/ 281087 w 2078016"/>
                <a:gd name="connsiteY1009" fmla="*/ 1127264 h 2078049"/>
                <a:gd name="connsiteX1010" fmla="*/ 281087 w 2078016"/>
                <a:gd name="connsiteY1010" fmla="*/ 1127264 h 2078049"/>
                <a:gd name="connsiteX1011" fmla="*/ 281087 w 2078016"/>
                <a:gd name="connsiteY1011" fmla="*/ 1127264 h 2078049"/>
                <a:gd name="connsiteX1012" fmla="*/ 298708 w 2078016"/>
                <a:gd name="connsiteY1012" fmla="*/ 1130692 h 2078049"/>
                <a:gd name="connsiteX1013" fmla="*/ 310424 w 2078016"/>
                <a:gd name="connsiteY1013" fmla="*/ 1118786 h 2078049"/>
                <a:gd name="connsiteX1014" fmla="*/ 377956 w 2078016"/>
                <a:gd name="connsiteY1014" fmla="*/ 1120406 h 2078049"/>
                <a:gd name="connsiteX1015" fmla="*/ 377575 w 2078016"/>
                <a:gd name="connsiteY1015" fmla="*/ 1122596 h 2078049"/>
                <a:gd name="connsiteX1016" fmla="*/ 378052 w 2078016"/>
                <a:gd name="connsiteY1016" fmla="*/ 1126121 h 2078049"/>
                <a:gd name="connsiteX1017" fmla="*/ 378147 w 2078016"/>
                <a:gd name="connsiteY1017" fmla="*/ 1126501 h 2078049"/>
                <a:gd name="connsiteX1018" fmla="*/ 379576 w 2078016"/>
                <a:gd name="connsiteY1018" fmla="*/ 1129550 h 2078049"/>
                <a:gd name="connsiteX1019" fmla="*/ 379576 w 2078016"/>
                <a:gd name="connsiteY1019" fmla="*/ 1129550 h 2078049"/>
                <a:gd name="connsiteX1020" fmla="*/ 379576 w 2078016"/>
                <a:gd name="connsiteY1020" fmla="*/ 1129550 h 2078049"/>
                <a:gd name="connsiteX1021" fmla="*/ 394720 w 2078016"/>
                <a:gd name="connsiteY1021" fmla="*/ 1136598 h 2078049"/>
                <a:gd name="connsiteX1022" fmla="*/ 411199 w 2078016"/>
                <a:gd name="connsiteY1022" fmla="*/ 1127645 h 2078049"/>
                <a:gd name="connsiteX1023" fmla="*/ 434630 w 2078016"/>
                <a:gd name="connsiteY1023" fmla="*/ 1139456 h 2078049"/>
                <a:gd name="connsiteX1024" fmla="*/ 425581 w 2078016"/>
                <a:gd name="connsiteY1024" fmla="*/ 1142123 h 2078049"/>
                <a:gd name="connsiteX1025" fmla="*/ 420819 w 2078016"/>
                <a:gd name="connsiteY1025" fmla="*/ 1161649 h 2078049"/>
                <a:gd name="connsiteX1026" fmla="*/ 423676 w 2078016"/>
                <a:gd name="connsiteY1026" fmla="*/ 1163935 h 2078049"/>
                <a:gd name="connsiteX1027" fmla="*/ 423962 w 2078016"/>
                <a:gd name="connsiteY1027" fmla="*/ 1164125 h 2078049"/>
                <a:gd name="connsiteX1028" fmla="*/ 427391 w 2078016"/>
                <a:gd name="connsiteY1028" fmla="*/ 1165554 h 2078049"/>
                <a:gd name="connsiteX1029" fmla="*/ 427391 w 2078016"/>
                <a:gd name="connsiteY1029" fmla="*/ 1165554 h 2078049"/>
                <a:gd name="connsiteX1030" fmla="*/ 427391 w 2078016"/>
                <a:gd name="connsiteY1030" fmla="*/ 1165554 h 2078049"/>
                <a:gd name="connsiteX1031" fmla="*/ 444250 w 2078016"/>
                <a:gd name="connsiteY1031" fmla="*/ 1163554 h 2078049"/>
                <a:gd name="connsiteX1032" fmla="*/ 419866 w 2078016"/>
                <a:gd name="connsiteY1032" fmla="*/ 1197653 h 2078049"/>
                <a:gd name="connsiteX1033" fmla="*/ 397102 w 2078016"/>
                <a:gd name="connsiteY1033" fmla="*/ 1198701 h 2078049"/>
                <a:gd name="connsiteX1034" fmla="*/ 393958 w 2078016"/>
                <a:gd name="connsiteY1034" fmla="*/ 1201654 h 2078049"/>
                <a:gd name="connsiteX1035" fmla="*/ 393863 w 2078016"/>
                <a:gd name="connsiteY1035" fmla="*/ 1201749 h 2078049"/>
                <a:gd name="connsiteX1036" fmla="*/ 391768 w 2078016"/>
                <a:gd name="connsiteY1036" fmla="*/ 1204892 h 2078049"/>
                <a:gd name="connsiteX1037" fmla="*/ 391673 w 2078016"/>
                <a:gd name="connsiteY1037" fmla="*/ 1205083 h 2078049"/>
                <a:gd name="connsiteX1038" fmla="*/ 391673 w 2078016"/>
                <a:gd name="connsiteY1038" fmla="*/ 1205083 h 2078049"/>
                <a:gd name="connsiteX1039" fmla="*/ 392530 w 2078016"/>
                <a:gd name="connsiteY1039" fmla="*/ 1217560 h 2078049"/>
                <a:gd name="connsiteX1040" fmla="*/ 329284 w 2078016"/>
                <a:gd name="connsiteY1040" fmla="*/ 1245850 h 2078049"/>
                <a:gd name="connsiteX1041" fmla="*/ 329284 w 2078016"/>
                <a:gd name="connsiteY1041" fmla="*/ 1245850 h 2078049"/>
                <a:gd name="connsiteX1042" fmla="*/ 324235 w 2078016"/>
                <a:gd name="connsiteY1042" fmla="*/ 1241945 h 2078049"/>
                <a:gd name="connsiteX1043" fmla="*/ 321187 w 2078016"/>
                <a:gd name="connsiteY1043" fmla="*/ 1240706 h 2078049"/>
                <a:gd name="connsiteX1044" fmla="*/ 314329 w 2078016"/>
                <a:gd name="connsiteY1044" fmla="*/ 1240040 h 2078049"/>
                <a:gd name="connsiteX1045" fmla="*/ 310805 w 2078016"/>
                <a:gd name="connsiteY1045" fmla="*/ 1240706 h 2078049"/>
                <a:gd name="connsiteX1046" fmla="*/ 306709 w 2078016"/>
                <a:gd name="connsiteY1046" fmla="*/ 1242421 h 2078049"/>
                <a:gd name="connsiteX1047" fmla="*/ 306328 w 2078016"/>
                <a:gd name="connsiteY1047" fmla="*/ 1242611 h 2078049"/>
                <a:gd name="connsiteX1048" fmla="*/ 303090 w 2078016"/>
                <a:gd name="connsiteY1048" fmla="*/ 1245088 h 2078049"/>
                <a:gd name="connsiteX1049" fmla="*/ 303090 w 2078016"/>
                <a:gd name="connsiteY1049" fmla="*/ 1245088 h 2078049"/>
                <a:gd name="connsiteX1050" fmla="*/ 303090 w 2078016"/>
                <a:gd name="connsiteY1050" fmla="*/ 1245088 h 2078049"/>
                <a:gd name="connsiteX1051" fmla="*/ 297947 w 2078016"/>
                <a:gd name="connsiteY1051" fmla="*/ 1254327 h 2078049"/>
                <a:gd name="connsiteX1052" fmla="*/ 224794 w 2078016"/>
                <a:gd name="connsiteY1052" fmla="*/ 1255851 h 2078049"/>
                <a:gd name="connsiteX1053" fmla="*/ 462824 w 2078016"/>
                <a:gd name="connsiteY1053" fmla="*/ 1501215 h 2078049"/>
                <a:gd name="connsiteX1054" fmla="*/ 453299 w 2078016"/>
                <a:gd name="connsiteY1054" fmla="*/ 1499596 h 2078049"/>
                <a:gd name="connsiteX1055" fmla="*/ 443679 w 2078016"/>
                <a:gd name="connsiteY1055" fmla="*/ 1503501 h 2078049"/>
                <a:gd name="connsiteX1056" fmla="*/ 440631 w 2078016"/>
                <a:gd name="connsiteY1056" fmla="*/ 1506644 h 2078049"/>
                <a:gd name="connsiteX1057" fmla="*/ 440345 w 2078016"/>
                <a:gd name="connsiteY1057" fmla="*/ 1506930 h 2078049"/>
                <a:gd name="connsiteX1058" fmla="*/ 438250 w 2078016"/>
                <a:gd name="connsiteY1058" fmla="*/ 1510454 h 2078049"/>
                <a:gd name="connsiteX1059" fmla="*/ 438250 w 2078016"/>
                <a:gd name="connsiteY1059" fmla="*/ 1510454 h 2078049"/>
                <a:gd name="connsiteX1060" fmla="*/ 438250 w 2078016"/>
                <a:gd name="connsiteY1060" fmla="*/ 1510454 h 2078049"/>
                <a:gd name="connsiteX1061" fmla="*/ 437011 w 2078016"/>
                <a:gd name="connsiteY1061" fmla="*/ 1521027 h 2078049"/>
                <a:gd name="connsiteX1062" fmla="*/ 369860 w 2078016"/>
                <a:gd name="connsiteY1062" fmla="*/ 1550745 h 2078049"/>
                <a:gd name="connsiteX1063" fmla="*/ 356906 w 2078016"/>
                <a:gd name="connsiteY1063" fmla="*/ 1553317 h 2078049"/>
                <a:gd name="connsiteX1064" fmla="*/ 353191 w 2078016"/>
                <a:gd name="connsiteY1064" fmla="*/ 1540553 h 2078049"/>
                <a:gd name="connsiteX1065" fmla="*/ 344619 w 2078016"/>
                <a:gd name="connsiteY1065" fmla="*/ 1533791 h 2078049"/>
                <a:gd name="connsiteX1066" fmla="*/ 341190 w 2078016"/>
                <a:gd name="connsiteY1066" fmla="*/ 1532743 h 2078049"/>
                <a:gd name="connsiteX1067" fmla="*/ 337666 w 2078016"/>
                <a:gd name="connsiteY1067" fmla="*/ 1532362 h 2078049"/>
                <a:gd name="connsiteX1068" fmla="*/ 334141 w 2078016"/>
                <a:gd name="connsiteY1068" fmla="*/ 1532648 h 2078049"/>
                <a:gd name="connsiteX1069" fmla="*/ 327569 w 2078016"/>
                <a:gd name="connsiteY1069" fmla="*/ 1535410 h 2078049"/>
                <a:gd name="connsiteX1070" fmla="*/ 324331 w 2078016"/>
                <a:gd name="connsiteY1070" fmla="*/ 1538458 h 2078049"/>
                <a:gd name="connsiteX1071" fmla="*/ 324045 w 2078016"/>
                <a:gd name="connsiteY1071" fmla="*/ 1538839 h 2078049"/>
                <a:gd name="connsiteX1072" fmla="*/ 321949 w 2078016"/>
                <a:gd name="connsiteY1072" fmla="*/ 1542458 h 2078049"/>
                <a:gd name="connsiteX1073" fmla="*/ 321949 w 2078016"/>
                <a:gd name="connsiteY1073" fmla="*/ 1542458 h 2078049"/>
                <a:gd name="connsiteX1074" fmla="*/ 321949 w 2078016"/>
                <a:gd name="connsiteY1074" fmla="*/ 1542458 h 2078049"/>
                <a:gd name="connsiteX1075" fmla="*/ 321187 w 2078016"/>
                <a:gd name="connsiteY1075" fmla="*/ 1555317 h 2078049"/>
                <a:gd name="connsiteX1076" fmla="*/ 276039 w 2078016"/>
                <a:gd name="connsiteY1076" fmla="*/ 1548268 h 2078049"/>
                <a:gd name="connsiteX1077" fmla="*/ 289374 w 2078016"/>
                <a:gd name="connsiteY1077" fmla="*/ 1497119 h 2078049"/>
                <a:gd name="connsiteX1078" fmla="*/ 291660 w 2078016"/>
                <a:gd name="connsiteY1078" fmla="*/ 1498929 h 2078049"/>
                <a:gd name="connsiteX1079" fmla="*/ 292136 w 2078016"/>
                <a:gd name="connsiteY1079" fmla="*/ 1499215 h 2078049"/>
                <a:gd name="connsiteX1080" fmla="*/ 296041 w 2078016"/>
                <a:gd name="connsiteY1080" fmla="*/ 1501120 h 2078049"/>
                <a:gd name="connsiteX1081" fmla="*/ 296041 w 2078016"/>
                <a:gd name="connsiteY1081" fmla="*/ 1501120 h 2078049"/>
                <a:gd name="connsiteX1082" fmla="*/ 296041 w 2078016"/>
                <a:gd name="connsiteY1082" fmla="*/ 1501120 h 2078049"/>
                <a:gd name="connsiteX1083" fmla="*/ 313853 w 2078016"/>
                <a:gd name="connsiteY1083" fmla="*/ 1497310 h 2078049"/>
                <a:gd name="connsiteX1084" fmla="*/ 318330 w 2078016"/>
                <a:gd name="connsiteY1084" fmla="*/ 1479784 h 2078049"/>
                <a:gd name="connsiteX1085" fmla="*/ 318330 w 2078016"/>
                <a:gd name="connsiteY1085" fmla="*/ 1479784 h 2078049"/>
                <a:gd name="connsiteX1086" fmla="*/ 318330 w 2078016"/>
                <a:gd name="connsiteY1086" fmla="*/ 1479689 h 2078049"/>
                <a:gd name="connsiteX1087" fmla="*/ 316711 w 2078016"/>
                <a:gd name="connsiteY1087" fmla="*/ 1475498 h 2078049"/>
                <a:gd name="connsiteX1088" fmla="*/ 316615 w 2078016"/>
                <a:gd name="connsiteY1088" fmla="*/ 1475307 h 2078049"/>
                <a:gd name="connsiteX1089" fmla="*/ 313948 w 2078016"/>
                <a:gd name="connsiteY1089" fmla="*/ 1471307 h 2078049"/>
                <a:gd name="connsiteX1090" fmla="*/ 306043 w 2078016"/>
                <a:gd name="connsiteY1090" fmla="*/ 1466068 h 2078049"/>
                <a:gd name="connsiteX1091" fmla="*/ 309472 w 2078016"/>
                <a:gd name="connsiteY1091" fmla="*/ 1461020 h 2078049"/>
                <a:gd name="connsiteX1092" fmla="*/ 366717 w 2078016"/>
                <a:gd name="connsiteY1092" fmla="*/ 1407489 h 2078049"/>
                <a:gd name="connsiteX1093" fmla="*/ 368146 w 2078016"/>
                <a:gd name="connsiteY1093" fmla="*/ 1408632 h 2078049"/>
                <a:gd name="connsiteX1094" fmla="*/ 368527 w 2078016"/>
                <a:gd name="connsiteY1094" fmla="*/ 1408823 h 2078049"/>
                <a:gd name="connsiteX1095" fmla="*/ 372146 w 2078016"/>
                <a:gd name="connsiteY1095" fmla="*/ 1410442 h 2078049"/>
                <a:gd name="connsiteX1096" fmla="*/ 372146 w 2078016"/>
                <a:gd name="connsiteY1096" fmla="*/ 1410442 h 2078049"/>
                <a:gd name="connsiteX1097" fmla="*/ 372146 w 2078016"/>
                <a:gd name="connsiteY1097" fmla="*/ 1410442 h 2078049"/>
                <a:gd name="connsiteX1098" fmla="*/ 389767 w 2078016"/>
                <a:gd name="connsiteY1098" fmla="*/ 1406822 h 2078049"/>
                <a:gd name="connsiteX1099" fmla="*/ 395959 w 2078016"/>
                <a:gd name="connsiteY1099" fmla="*/ 1391392 h 2078049"/>
                <a:gd name="connsiteX1100" fmla="*/ 458919 w 2078016"/>
                <a:gd name="connsiteY1100" fmla="*/ 1366913 h 2078049"/>
                <a:gd name="connsiteX1101" fmla="*/ 459395 w 2078016"/>
                <a:gd name="connsiteY1101" fmla="*/ 1369008 h 2078049"/>
                <a:gd name="connsiteX1102" fmla="*/ 461205 w 2078016"/>
                <a:gd name="connsiteY1102" fmla="*/ 1372151 h 2078049"/>
                <a:gd name="connsiteX1103" fmla="*/ 461491 w 2078016"/>
                <a:gd name="connsiteY1103" fmla="*/ 1372437 h 2078049"/>
                <a:gd name="connsiteX1104" fmla="*/ 480636 w 2078016"/>
                <a:gd name="connsiteY1104" fmla="*/ 1375390 h 2078049"/>
                <a:gd name="connsiteX1105" fmla="*/ 492447 w 2078016"/>
                <a:gd name="connsiteY1105" fmla="*/ 1360817 h 2078049"/>
                <a:gd name="connsiteX1106" fmla="*/ 518450 w 2078016"/>
                <a:gd name="connsiteY1106" fmla="*/ 1362626 h 2078049"/>
                <a:gd name="connsiteX1107" fmla="*/ 516450 w 2078016"/>
                <a:gd name="connsiteY1107" fmla="*/ 1363769 h 2078049"/>
                <a:gd name="connsiteX1108" fmla="*/ 511402 w 2078016"/>
                <a:gd name="connsiteY1108" fmla="*/ 1368532 h 2078049"/>
                <a:gd name="connsiteX1109" fmla="*/ 514450 w 2078016"/>
                <a:gd name="connsiteY1109" fmla="*/ 1388439 h 2078049"/>
                <a:gd name="connsiteX1110" fmla="*/ 517879 w 2078016"/>
                <a:gd name="connsiteY1110" fmla="*/ 1389392 h 2078049"/>
                <a:gd name="connsiteX1111" fmla="*/ 518641 w 2078016"/>
                <a:gd name="connsiteY1111" fmla="*/ 1389487 h 2078049"/>
                <a:gd name="connsiteX1112" fmla="*/ 522165 w 2078016"/>
                <a:gd name="connsiteY1112" fmla="*/ 1389487 h 2078049"/>
                <a:gd name="connsiteX1113" fmla="*/ 522165 w 2078016"/>
                <a:gd name="connsiteY1113" fmla="*/ 1389487 h 2078049"/>
                <a:gd name="connsiteX1114" fmla="*/ 522165 w 2078016"/>
                <a:gd name="connsiteY1114" fmla="*/ 1389487 h 2078049"/>
                <a:gd name="connsiteX1115" fmla="*/ 536929 w 2078016"/>
                <a:gd name="connsiteY1115" fmla="*/ 1381105 h 2078049"/>
                <a:gd name="connsiteX1116" fmla="*/ 527594 w 2078016"/>
                <a:gd name="connsiteY1116" fmla="*/ 1421967 h 2078049"/>
                <a:gd name="connsiteX1117" fmla="*/ 506925 w 2078016"/>
                <a:gd name="connsiteY1117" fmla="*/ 1431683 h 2078049"/>
                <a:gd name="connsiteX1118" fmla="*/ 505115 w 2078016"/>
                <a:gd name="connsiteY1118" fmla="*/ 1435492 h 2078049"/>
                <a:gd name="connsiteX1119" fmla="*/ 505020 w 2078016"/>
                <a:gd name="connsiteY1119" fmla="*/ 1435874 h 2078049"/>
                <a:gd name="connsiteX1120" fmla="*/ 509973 w 2078016"/>
                <a:gd name="connsiteY1120" fmla="*/ 1450733 h 2078049"/>
                <a:gd name="connsiteX1121" fmla="*/ 462824 w 2078016"/>
                <a:gd name="connsiteY1121" fmla="*/ 1501215 h 2078049"/>
                <a:gd name="connsiteX1122" fmla="*/ 683518 w 2078016"/>
                <a:gd name="connsiteY1122" fmla="*/ 1686572 h 2078049"/>
                <a:gd name="connsiteX1123" fmla="*/ 666850 w 2078016"/>
                <a:gd name="connsiteY1123" fmla="*/ 1695906 h 2078049"/>
                <a:gd name="connsiteX1124" fmla="*/ 665231 w 2078016"/>
                <a:gd name="connsiteY1124" fmla="*/ 1700002 h 2078049"/>
                <a:gd name="connsiteX1125" fmla="*/ 665135 w 2078016"/>
                <a:gd name="connsiteY1125" fmla="*/ 1700478 h 2078049"/>
                <a:gd name="connsiteX1126" fmla="*/ 664564 w 2078016"/>
                <a:gd name="connsiteY1126" fmla="*/ 1704479 h 2078049"/>
                <a:gd name="connsiteX1127" fmla="*/ 664564 w 2078016"/>
                <a:gd name="connsiteY1127" fmla="*/ 1704479 h 2078049"/>
                <a:gd name="connsiteX1128" fmla="*/ 664564 w 2078016"/>
                <a:gd name="connsiteY1128" fmla="*/ 1704479 h 2078049"/>
                <a:gd name="connsiteX1129" fmla="*/ 667421 w 2078016"/>
                <a:gd name="connsiteY1129" fmla="*/ 1714766 h 2078049"/>
                <a:gd name="connsiteX1130" fmla="*/ 616748 w 2078016"/>
                <a:gd name="connsiteY1130" fmla="*/ 1767725 h 2078049"/>
                <a:gd name="connsiteX1131" fmla="*/ 605794 w 2078016"/>
                <a:gd name="connsiteY1131" fmla="*/ 1774964 h 2078049"/>
                <a:gd name="connsiteX1132" fmla="*/ 602937 w 2078016"/>
                <a:gd name="connsiteY1132" fmla="*/ 1769630 h 2078049"/>
                <a:gd name="connsiteX1133" fmla="*/ 597412 w 2078016"/>
                <a:gd name="connsiteY1133" fmla="*/ 1764772 h 2078049"/>
                <a:gd name="connsiteX1134" fmla="*/ 580172 w 2078016"/>
                <a:gd name="connsiteY1134" fmla="*/ 1763057 h 2078049"/>
                <a:gd name="connsiteX1135" fmla="*/ 574362 w 2078016"/>
                <a:gd name="connsiteY1135" fmla="*/ 1766867 h 2078049"/>
                <a:gd name="connsiteX1136" fmla="*/ 572076 w 2078016"/>
                <a:gd name="connsiteY1136" fmla="*/ 1769725 h 2078049"/>
                <a:gd name="connsiteX1137" fmla="*/ 570266 w 2078016"/>
                <a:gd name="connsiteY1137" fmla="*/ 1773725 h 2078049"/>
                <a:gd name="connsiteX1138" fmla="*/ 570171 w 2078016"/>
                <a:gd name="connsiteY1138" fmla="*/ 1774106 h 2078049"/>
                <a:gd name="connsiteX1139" fmla="*/ 569504 w 2078016"/>
                <a:gd name="connsiteY1139" fmla="*/ 1778202 h 2078049"/>
                <a:gd name="connsiteX1140" fmla="*/ 569504 w 2078016"/>
                <a:gd name="connsiteY1140" fmla="*/ 1778202 h 2078049"/>
                <a:gd name="connsiteX1141" fmla="*/ 569504 w 2078016"/>
                <a:gd name="connsiteY1141" fmla="*/ 1778202 h 2078049"/>
                <a:gd name="connsiteX1142" fmla="*/ 573695 w 2078016"/>
                <a:gd name="connsiteY1142" fmla="*/ 1790394 h 2078049"/>
                <a:gd name="connsiteX1143" fmla="*/ 529309 w 2078016"/>
                <a:gd name="connsiteY1143" fmla="*/ 1801062 h 2078049"/>
                <a:gd name="connsiteX1144" fmla="*/ 522165 w 2078016"/>
                <a:gd name="connsiteY1144" fmla="*/ 1753818 h 2078049"/>
                <a:gd name="connsiteX1145" fmla="*/ 522165 w 2078016"/>
                <a:gd name="connsiteY1145" fmla="*/ 1748579 h 2078049"/>
                <a:gd name="connsiteX1146" fmla="*/ 525023 w 2078016"/>
                <a:gd name="connsiteY1146" fmla="*/ 1749437 h 2078049"/>
                <a:gd name="connsiteX1147" fmla="*/ 525499 w 2078016"/>
                <a:gd name="connsiteY1147" fmla="*/ 1749532 h 2078049"/>
                <a:gd name="connsiteX1148" fmla="*/ 529785 w 2078016"/>
                <a:gd name="connsiteY1148" fmla="*/ 1749817 h 2078049"/>
                <a:gd name="connsiteX1149" fmla="*/ 529785 w 2078016"/>
                <a:gd name="connsiteY1149" fmla="*/ 1749817 h 2078049"/>
                <a:gd name="connsiteX1150" fmla="*/ 529785 w 2078016"/>
                <a:gd name="connsiteY1150" fmla="*/ 1749817 h 2078049"/>
                <a:gd name="connsiteX1151" fmla="*/ 544739 w 2078016"/>
                <a:gd name="connsiteY1151" fmla="*/ 1739531 h 2078049"/>
                <a:gd name="connsiteX1152" fmla="*/ 539215 w 2078016"/>
                <a:gd name="connsiteY1152" fmla="*/ 1718385 h 2078049"/>
                <a:gd name="connsiteX1153" fmla="*/ 538739 w 2078016"/>
                <a:gd name="connsiteY1153" fmla="*/ 1718004 h 2078049"/>
                <a:gd name="connsiteX1154" fmla="*/ 534833 w 2078016"/>
                <a:gd name="connsiteY1154" fmla="*/ 1715527 h 2078049"/>
                <a:gd name="connsiteX1155" fmla="*/ 525594 w 2078016"/>
                <a:gd name="connsiteY1155" fmla="*/ 1713623 h 2078049"/>
                <a:gd name="connsiteX1156" fmla="*/ 526832 w 2078016"/>
                <a:gd name="connsiteY1156" fmla="*/ 1707622 h 2078049"/>
                <a:gd name="connsiteX1157" fmla="*/ 559503 w 2078016"/>
                <a:gd name="connsiteY1157" fmla="*/ 1636184 h 2078049"/>
                <a:gd name="connsiteX1158" fmla="*/ 561313 w 2078016"/>
                <a:gd name="connsiteY1158" fmla="*/ 1636660 h 2078049"/>
                <a:gd name="connsiteX1159" fmla="*/ 561789 w 2078016"/>
                <a:gd name="connsiteY1159" fmla="*/ 1636756 h 2078049"/>
                <a:gd name="connsiteX1160" fmla="*/ 565694 w 2078016"/>
                <a:gd name="connsiteY1160" fmla="*/ 1636946 h 2078049"/>
                <a:gd name="connsiteX1161" fmla="*/ 565694 w 2078016"/>
                <a:gd name="connsiteY1161" fmla="*/ 1636946 h 2078049"/>
                <a:gd name="connsiteX1162" fmla="*/ 565694 w 2078016"/>
                <a:gd name="connsiteY1162" fmla="*/ 1636946 h 2078049"/>
                <a:gd name="connsiteX1163" fmla="*/ 580553 w 2078016"/>
                <a:gd name="connsiteY1163" fmla="*/ 1626850 h 2078049"/>
                <a:gd name="connsiteX1164" fmla="*/ 580363 w 2078016"/>
                <a:gd name="connsiteY1164" fmla="*/ 1610086 h 2078049"/>
                <a:gd name="connsiteX1165" fmla="*/ 629131 w 2078016"/>
                <a:gd name="connsiteY1165" fmla="*/ 1563508 h 2078049"/>
                <a:gd name="connsiteX1166" fmla="*/ 630464 w 2078016"/>
                <a:gd name="connsiteY1166" fmla="*/ 1565318 h 2078049"/>
                <a:gd name="connsiteX1167" fmla="*/ 633322 w 2078016"/>
                <a:gd name="connsiteY1167" fmla="*/ 1567604 h 2078049"/>
                <a:gd name="connsiteX1168" fmla="*/ 633417 w 2078016"/>
                <a:gd name="connsiteY1168" fmla="*/ 1567700 h 2078049"/>
                <a:gd name="connsiteX1169" fmla="*/ 652562 w 2078016"/>
                <a:gd name="connsiteY1169" fmla="*/ 1563127 h 2078049"/>
                <a:gd name="connsiteX1170" fmla="*/ 657801 w 2078016"/>
                <a:gd name="connsiteY1170" fmla="*/ 1545316 h 2078049"/>
                <a:gd name="connsiteX1171" fmla="*/ 682661 w 2078016"/>
                <a:gd name="connsiteY1171" fmla="*/ 1536934 h 2078049"/>
                <a:gd name="connsiteX1172" fmla="*/ 679518 w 2078016"/>
                <a:gd name="connsiteY1172" fmla="*/ 1541887 h 2078049"/>
                <a:gd name="connsiteX1173" fmla="*/ 678375 w 2078016"/>
                <a:gd name="connsiteY1173" fmla="*/ 1545221 h 2078049"/>
                <a:gd name="connsiteX1174" fmla="*/ 688757 w 2078016"/>
                <a:gd name="connsiteY1174" fmla="*/ 1562556 h 2078049"/>
                <a:gd name="connsiteX1175" fmla="*/ 692472 w 2078016"/>
                <a:gd name="connsiteY1175" fmla="*/ 1561984 h 2078049"/>
                <a:gd name="connsiteX1176" fmla="*/ 692853 w 2078016"/>
                <a:gd name="connsiteY1176" fmla="*/ 1561889 h 2078049"/>
                <a:gd name="connsiteX1177" fmla="*/ 696282 w 2078016"/>
                <a:gd name="connsiteY1177" fmla="*/ 1560460 h 2078049"/>
                <a:gd name="connsiteX1178" fmla="*/ 696282 w 2078016"/>
                <a:gd name="connsiteY1178" fmla="*/ 1560460 h 2078049"/>
                <a:gd name="connsiteX1179" fmla="*/ 696282 w 2078016"/>
                <a:gd name="connsiteY1179" fmla="*/ 1560460 h 2078049"/>
                <a:gd name="connsiteX1180" fmla="*/ 706759 w 2078016"/>
                <a:gd name="connsiteY1180" fmla="*/ 1547125 h 2078049"/>
                <a:gd name="connsiteX1181" fmla="*/ 713713 w 2078016"/>
                <a:gd name="connsiteY1181" fmla="*/ 1588464 h 2078049"/>
                <a:gd name="connsiteX1182" fmla="*/ 698282 w 2078016"/>
                <a:gd name="connsiteY1182" fmla="*/ 1605418 h 2078049"/>
                <a:gd name="connsiteX1183" fmla="*/ 698187 w 2078016"/>
                <a:gd name="connsiteY1183" fmla="*/ 1609514 h 2078049"/>
                <a:gd name="connsiteX1184" fmla="*/ 698282 w 2078016"/>
                <a:gd name="connsiteY1184" fmla="*/ 1609895 h 2078049"/>
                <a:gd name="connsiteX1185" fmla="*/ 699140 w 2078016"/>
                <a:gd name="connsiteY1185" fmla="*/ 1613515 h 2078049"/>
                <a:gd name="connsiteX1186" fmla="*/ 699140 w 2078016"/>
                <a:gd name="connsiteY1186" fmla="*/ 1613515 h 2078049"/>
                <a:gd name="connsiteX1187" fmla="*/ 699140 w 2078016"/>
                <a:gd name="connsiteY1187" fmla="*/ 1613515 h 2078049"/>
                <a:gd name="connsiteX1188" fmla="*/ 708474 w 2078016"/>
                <a:gd name="connsiteY1188" fmla="*/ 1621801 h 2078049"/>
                <a:gd name="connsiteX1189" fmla="*/ 683518 w 2078016"/>
                <a:gd name="connsiteY1189" fmla="*/ 1686572 h 2078049"/>
                <a:gd name="connsiteX1190" fmla="*/ 899165 w 2078016"/>
                <a:gd name="connsiteY1190" fmla="*/ 1644566 h 2078049"/>
                <a:gd name="connsiteX1191" fmla="*/ 901165 w 2078016"/>
                <a:gd name="connsiteY1191" fmla="*/ 1650758 h 2078049"/>
                <a:gd name="connsiteX1192" fmla="*/ 912595 w 2078016"/>
                <a:gd name="connsiteY1192" fmla="*/ 1657234 h 2078049"/>
                <a:gd name="connsiteX1193" fmla="*/ 915452 w 2078016"/>
                <a:gd name="connsiteY1193" fmla="*/ 1656473 h 2078049"/>
                <a:gd name="connsiteX1194" fmla="*/ 918691 w 2078016"/>
                <a:gd name="connsiteY1194" fmla="*/ 1654567 h 2078049"/>
                <a:gd name="connsiteX1195" fmla="*/ 918976 w 2078016"/>
                <a:gd name="connsiteY1195" fmla="*/ 1654282 h 2078049"/>
                <a:gd name="connsiteX1196" fmla="*/ 921643 w 2078016"/>
                <a:gd name="connsiteY1196" fmla="*/ 1651615 h 2078049"/>
                <a:gd name="connsiteX1197" fmla="*/ 921643 w 2078016"/>
                <a:gd name="connsiteY1197" fmla="*/ 1651615 h 2078049"/>
                <a:gd name="connsiteX1198" fmla="*/ 921643 w 2078016"/>
                <a:gd name="connsiteY1198" fmla="*/ 1651615 h 2078049"/>
                <a:gd name="connsiteX1199" fmla="*/ 926120 w 2078016"/>
                <a:gd name="connsiteY1199" fmla="*/ 1635327 h 2078049"/>
                <a:gd name="connsiteX1200" fmla="*/ 948409 w 2078016"/>
                <a:gd name="connsiteY1200" fmla="*/ 1670855 h 2078049"/>
                <a:gd name="connsiteX1201" fmla="*/ 940693 w 2078016"/>
                <a:gd name="connsiteY1201" fmla="*/ 1692477 h 2078049"/>
                <a:gd name="connsiteX1202" fmla="*/ 942122 w 2078016"/>
                <a:gd name="connsiteY1202" fmla="*/ 1696287 h 2078049"/>
                <a:gd name="connsiteX1203" fmla="*/ 942313 w 2078016"/>
                <a:gd name="connsiteY1203" fmla="*/ 1696668 h 2078049"/>
                <a:gd name="connsiteX1204" fmla="*/ 944408 w 2078016"/>
                <a:gd name="connsiteY1204" fmla="*/ 1699621 h 2078049"/>
                <a:gd name="connsiteX1205" fmla="*/ 944408 w 2078016"/>
                <a:gd name="connsiteY1205" fmla="*/ 1699621 h 2078049"/>
                <a:gd name="connsiteX1206" fmla="*/ 944408 w 2078016"/>
                <a:gd name="connsiteY1206" fmla="*/ 1699621 h 2078049"/>
                <a:gd name="connsiteX1207" fmla="*/ 956219 w 2078016"/>
                <a:gd name="connsiteY1207" fmla="*/ 1703717 h 2078049"/>
                <a:gd name="connsiteX1208" fmla="*/ 958315 w 2078016"/>
                <a:gd name="connsiteY1208" fmla="*/ 1773154 h 2078049"/>
                <a:gd name="connsiteX1209" fmla="*/ 946504 w 2078016"/>
                <a:gd name="connsiteY1209" fmla="*/ 1788203 h 2078049"/>
                <a:gd name="connsiteX1210" fmla="*/ 946504 w 2078016"/>
                <a:gd name="connsiteY1210" fmla="*/ 1792585 h 2078049"/>
                <a:gd name="connsiteX1211" fmla="*/ 946599 w 2078016"/>
                <a:gd name="connsiteY1211" fmla="*/ 1793061 h 2078049"/>
                <a:gd name="connsiteX1212" fmla="*/ 947647 w 2078016"/>
                <a:gd name="connsiteY1212" fmla="*/ 1796966 h 2078049"/>
                <a:gd name="connsiteX1213" fmla="*/ 947647 w 2078016"/>
                <a:gd name="connsiteY1213" fmla="*/ 1796966 h 2078049"/>
                <a:gd name="connsiteX1214" fmla="*/ 947647 w 2078016"/>
                <a:gd name="connsiteY1214" fmla="*/ 1796966 h 2078049"/>
                <a:gd name="connsiteX1215" fmla="*/ 954219 w 2078016"/>
                <a:gd name="connsiteY1215" fmla="*/ 1805348 h 2078049"/>
                <a:gd name="connsiteX1216" fmla="*/ 927835 w 2078016"/>
                <a:gd name="connsiteY1216" fmla="*/ 1873738 h 2078049"/>
                <a:gd name="connsiteX1217" fmla="*/ 920500 w 2078016"/>
                <a:gd name="connsiteY1217" fmla="*/ 1884596 h 2078049"/>
                <a:gd name="connsiteX1218" fmla="*/ 908785 w 2078016"/>
                <a:gd name="connsiteY1218" fmla="*/ 1878405 h 2078049"/>
                <a:gd name="connsiteX1219" fmla="*/ 887353 w 2078016"/>
                <a:gd name="connsiteY1219" fmla="*/ 1892692 h 2078049"/>
                <a:gd name="connsiteX1220" fmla="*/ 887258 w 2078016"/>
                <a:gd name="connsiteY1220" fmla="*/ 1897074 h 2078049"/>
                <a:gd name="connsiteX1221" fmla="*/ 887353 w 2078016"/>
                <a:gd name="connsiteY1221" fmla="*/ 1897455 h 2078049"/>
                <a:gd name="connsiteX1222" fmla="*/ 888401 w 2078016"/>
                <a:gd name="connsiteY1222" fmla="*/ 1901551 h 2078049"/>
                <a:gd name="connsiteX1223" fmla="*/ 888401 w 2078016"/>
                <a:gd name="connsiteY1223" fmla="*/ 1901551 h 2078049"/>
                <a:gd name="connsiteX1224" fmla="*/ 888401 w 2078016"/>
                <a:gd name="connsiteY1224" fmla="*/ 1901551 h 2078049"/>
                <a:gd name="connsiteX1225" fmla="*/ 896974 w 2078016"/>
                <a:gd name="connsiteY1225" fmla="*/ 1911266 h 2078049"/>
                <a:gd name="connsiteX1226" fmla="*/ 860112 w 2078016"/>
                <a:gd name="connsiteY1226" fmla="*/ 1938127 h 2078049"/>
                <a:gd name="connsiteX1227" fmla="*/ 835347 w 2078016"/>
                <a:gd name="connsiteY1227" fmla="*/ 1897265 h 2078049"/>
                <a:gd name="connsiteX1228" fmla="*/ 833347 w 2078016"/>
                <a:gd name="connsiteY1228" fmla="*/ 1892407 h 2078049"/>
                <a:gd name="connsiteX1229" fmla="*/ 836299 w 2078016"/>
                <a:gd name="connsiteY1229" fmla="*/ 1892121 h 2078049"/>
                <a:gd name="connsiteX1230" fmla="*/ 836776 w 2078016"/>
                <a:gd name="connsiteY1230" fmla="*/ 1892026 h 2078049"/>
                <a:gd name="connsiteX1231" fmla="*/ 840872 w 2078016"/>
                <a:gd name="connsiteY1231" fmla="*/ 1890597 h 2078049"/>
                <a:gd name="connsiteX1232" fmla="*/ 840872 w 2078016"/>
                <a:gd name="connsiteY1232" fmla="*/ 1890597 h 2078049"/>
                <a:gd name="connsiteX1233" fmla="*/ 840872 w 2078016"/>
                <a:gd name="connsiteY1233" fmla="*/ 1890597 h 2078049"/>
                <a:gd name="connsiteX1234" fmla="*/ 850777 w 2078016"/>
                <a:gd name="connsiteY1234" fmla="*/ 1875357 h 2078049"/>
                <a:gd name="connsiteX1235" fmla="*/ 837633 w 2078016"/>
                <a:gd name="connsiteY1235" fmla="*/ 1857926 h 2078049"/>
                <a:gd name="connsiteX1236" fmla="*/ 837061 w 2078016"/>
                <a:gd name="connsiteY1236" fmla="*/ 1857736 h 2078049"/>
                <a:gd name="connsiteX1237" fmla="*/ 832490 w 2078016"/>
                <a:gd name="connsiteY1237" fmla="*/ 1856974 h 2078049"/>
                <a:gd name="connsiteX1238" fmla="*/ 823155 w 2078016"/>
                <a:gd name="connsiteY1238" fmla="*/ 1858879 h 2078049"/>
                <a:gd name="connsiteX1239" fmla="*/ 822012 w 2078016"/>
                <a:gd name="connsiteY1239" fmla="*/ 1852878 h 2078049"/>
                <a:gd name="connsiteX1240" fmla="*/ 824774 w 2078016"/>
                <a:gd name="connsiteY1240" fmla="*/ 1774297 h 2078049"/>
                <a:gd name="connsiteX1241" fmla="*/ 826584 w 2078016"/>
                <a:gd name="connsiteY1241" fmla="*/ 1774011 h 2078049"/>
                <a:gd name="connsiteX1242" fmla="*/ 827060 w 2078016"/>
                <a:gd name="connsiteY1242" fmla="*/ 1773916 h 2078049"/>
                <a:gd name="connsiteX1243" fmla="*/ 830775 w 2078016"/>
                <a:gd name="connsiteY1243" fmla="*/ 1772582 h 2078049"/>
                <a:gd name="connsiteX1244" fmla="*/ 830775 w 2078016"/>
                <a:gd name="connsiteY1244" fmla="*/ 1772582 h 2078049"/>
                <a:gd name="connsiteX1245" fmla="*/ 830775 w 2078016"/>
                <a:gd name="connsiteY1245" fmla="*/ 1772582 h 2078049"/>
                <a:gd name="connsiteX1246" fmla="*/ 840586 w 2078016"/>
                <a:gd name="connsiteY1246" fmla="*/ 1757628 h 2078049"/>
                <a:gd name="connsiteX1247" fmla="*/ 834014 w 2078016"/>
                <a:gd name="connsiteY1247" fmla="*/ 1742102 h 2078049"/>
                <a:gd name="connsiteX1248" fmla="*/ 861160 w 2078016"/>
                <a:gd name="connsiteY1248" fmla="*/ 1680380 h 2078049"/>
                <a:gd name="connsiteX1249" fmla="*/ 863065 w 2078016"/>
                <a:gd name="connsiteY1249" fmla="*/ 1681618 h 2078049"/>
                <a:gd name="connsiteX1250" fmla="*/ 870304 w 2078016"/>
                <a:gd name="connsiteY1250" fmla="*/ 1682571 h 2078049"/>
                <a:gd name="connsiteX1251" fmla="*/ 870304 w 2078016"/>
                <a:gd name="connsiteY1251" fmla="*/ 1682571 h 2078049"/>
                <a:gd name="connsiteX1252" fmla="*/ 870304 w 2078016"/>
                <a:gd name="connsiteY1252" fmla="*/ 1682571 h 2078049"/>
                <a:gd name="connsiteX1253" fmla="*/ 882591 w 2078016"/>
                <a:gd name="connsiteY1253" fmla="*/ 1671046 h 2078049"/>
                <a:gd name="connsiteX1254" fmla="*/ 880495 w 2078016"/>
                <a:gd name="connsiteY1254" fmla="*/ 1652663 h 2078049"/>
                <a:gd name="connsiteX1255" fmla="*/ 900212 w 2078016"/>
                <a:gd name="connsiteY1255" fmla="*/ 1635327 h 2078049"/>
                <a:gd name="connsiteX1256" fmla="*/ 899165 w 2078016"/>
                <a:gd name="connsiteY1256" fmla="*/ 1644566 h 2078049"/>
                <a:gd name="connsiteX1257" fmla="*/ 1139290 w 2078016"/>
                <a:gd name="connsiteY1257" fmla="*/ 1642757 h 2078049"/>
                <a:gd name="connsiteX1258" fmla="*/ 1141957 w 2078016"/>
                <a:gd name="connsiteY1258" fmla="*/ 1651805 h 2078049"/>
                <a:gd name="connsiteX1259" fmla="*/ 1161483 w 2078016"/>
                <a:gd name="connsiteY1259" fmla="*/ 1656568 h 2078049"/>
                <a:gd name="connsiteX1260" fmla="*/ 1163769 w 2078016"/>
                <a:gd name="connsiteY1260" fmla="*/ 1653710 h 2078049"/>
                <a:gd name="connsiteX1261" fmla="*/ 1163959 w 2078016"/>
                <a:gd name="connsiteY1261" fmla="*/ 1653425 h 2078049"/>
                <a:gd name="connsiteX1262" fmla="*/ 1163388 w 2078016"/>
                <a:gd name="connsiteY1262" fmla="*/ 1633136 h 2078049"/>
                <a:gd name="connsiteX1263" fmla="*/ 1197487 w 2078016"/>
                <a:gd name="connsiteY1263" fmla="*/ 1657520 h 2078049"/>
                <a:gd name="connsiteX1264" fmla="*/ 1195678 w 2078016"/>
                <a:gd name="connsiteY1264" fmla="*/ 1660854 h 2078049"/>
                <a:gd name="connsiteX1265" fmla="*/ 1194535 w 2078016"/>
                <a:gd name="connsiteY1265" fmla="*/ 1667236 h 2078049"/>
                <a:gd name="connsiteX1266" fmla="*/ 1194725 w 2078016"/>
                <a:gd name="connsiteY1266" fmla="*/ 1670570 h 2078049"/>
                <a:gd name="connsiteX1267" fmla="*/ 1198535 w 2078016"/>
                <a:gd name="connsiteY1267" fmla="*/ 1680285 h 2078049"/>
                <a:gd name="connsiteX1268" fmla="*/ 1201488 w 2078016"/>
                <a:gd name="connsiteY1268" fmla="*/ 1683428 h 2078049"/>
                <a:gd name="connsiteX1269" fmla="*/ 1201583 w 2078016"/>
                <a:gd name="connsiteY1269" fmla="*/ 1683524 h 2078049"/>
                <a:gd name="connsiteX1270" fmla="*/ 1204726 w 2078016"/>
                <a:gd name="connsiteY1270" fmla="*/ 1685619 h 2078049"/>
                <a:gd name="connsiteX1271" fmla="*/ 1204917 w 2078016"/>
                <a:gd name="connsiteY1271" fmla="*/ 1685714 h 2078049"/>
                <a:gd name="connsiteX1272" fmla="*/ 1204917 w 2078016"/>
                <a:gd name="connsiteY1272" fmla="*/ 1685714 h 2078049"/>
                <a:gd name="connsiteX1273" fmla="*/ 1217395 w 2078016"/>
                <a:gd name="connsiteY1273" fmla="*/ 1684857 h 2078049"/>
                <a:gd name="connsiteX1274" fmla="*/ 1245684 w 2078016"/>
                <a:gd name="connsiteY1274" fmla="*/ 1748103 h 2078049"/>
                <a:gd name="connsiteX1275" fmla="*/ 1240541 w 2078016"/>
                <a:gd name="connsiteY1275" fmla="*/ 1766677 h 2078049"/>
                <a:gd name="connsiteX1276" fmla="*/ 1242255 w 2078016"/>
                <a:gd name="connsiteY1276" fmla="*/ 1770773 h 2078049"/>
                <a:gd name="connsiteX1277" fmla="*/ 1242445 w 2078016"/>
                <a:gd name="connsiteY1277" fmla="*/ 1771154 h 2078049"/>
                <a:gd name="connsiteX1278" fmla="*/ 1244922 w 2078016"/>
                <a:gd name="connsiteY1278" fmla="*/ 1774392 h 2078049"/>
                <a:gd name="connsiteX1279" fmla="*/ 1244922 w 2078016"/>
                <a:gd name="connsiteY1279" fmla="*/ 1774392 h 2078049"/>
                <a:gd name="connsiteX1280" fmla="*/ 1244922 w 2078016"/>
                <a:gd name="connsiteY1280" fmla="*/ 1774392 h 2078049"/>
                <a:gd name="connsiteX1281" fmla="*/ 1254161 w 2078016"/>
                <a:gd name="connsiteY1281" fmla="*/ 1779535 h 2078049"/>
                <a:gd name="connsiteX1282" fmla="*/ 1255876 w 2078016"/>
                <a:gd name="connsiteY1282" fmla="*/ 1852973 h 2078049"/>
                <a:gd name="connsiteX1283" fmla="*/ 1253209 w 2078016"/>
                <a:gd name="connsiteY1283" fmla="*/ 1865832 h 2078049"/>
                <a:gd name="connsiteX1284" fmla="*/ 1239969 w 2078016"/>
                <a:gd name="connsiteY1284" fmla="*/ 1864308 h 2078049"/>
                <a:gd name="connsiteX1285" fmla="*/ 1236349 w 2078016"/>
                <a:gd name="connsiteY1285" fmla="*/ 1865546 h 2078049"/>
                <a:gd name="connsiteX1286" fmla="*/ 1226539 w 2078016"/>
                <a:gd name="connsiteY1286" fmla="*/ 1875452 h 2078049"/>
                <a:gd name="connsiteX1287" fmla="*/ 1225586 w 2078016"/>
                <a:gd name="connsiteY1287" fmla="*/ 1885930 h 2078049"/>
                <a:gd name="connsiteX1288" fmla="*/ 1227110 w 2078016"/>
                <a:gd name="connsiteY1288" fmla="*/ 1890025 h 2078049"/>
                <a:gd name="connsiteX1289" fmla="*/ 1227301 w 2078016"/>
                <a:gd name="connsiteY1289" fmla="*/ 1890407 h 2078049"/>
                <a:gd name="connsiteX1290" fmla="*/ 1229777 w 2078016"/>
                <a:gd name="connsiteY1290" fmla="*/ 1893740 h 2078049"/>
                <a:gd name="connsiteX1291" fmla="*/ 1229777 w 2078016"/>
                <a:gd name="connsiteY1291" fmla="*/ 1893740 h 2078049"/>
                <a:gd name="connsiteX1292" fmla="*/ 1229777 w 2078016"/>
                <a:gd name="connsiteY1292" fmla="*/ 1893740 h 2078049"/>
                <a:gd name="connsiteX1293" fmla="*/ 1241398 w 2078016"/>
                <a:gd name="connsiteY1293" fmla="*/ 1899360 h 2078049"/>
                <a:gd name="connsiteX1294" fmla="*/ 1217490 w 2078016"/>
                <a:gd name="connsiteY1294" fmla="*/ 1938317 h 2078049"/>
                <a:gd name="connsiteX1295" fmla="*/ 1175390 w 2078016"/>
                <a:gd name="connsiteY1295" fmla="*/ 1906408 h 2078049"/>
                <a:gd name="connsiteX1296" fmla="*/ 1177866 w 2078016"/>
                <a:gd name="connsiteY1296" fmla="*/ 1904980 h 2078049"/>
                <a:gd name="connsiteX1297" fmla="*/ 1178247 w 2078016"/>
                <a:gd name="connsiteY1297" fmla="*/ 1904694 h 2078049"/>
                <a:gd name="connsiteX1298" fmla="*/ 1181485 w 2078016"/>
                <a:gd name="connsiteY1298" fmla="*/ 1901741 h 2078049"/>
                <a:gd name="connsiteX1299" fmla="*/ 1181485 w 2078016"/>
                <a:gd name="connsiteY1299" fmla="*/ 1901741 h 2078049"/>
                <a:gd name="connsiteX1300" fmla="*/ 1181485 w 2078016"/>
                <a:gd name="connsiteY1300" fmla="*/ 1901741 h 2078049"/>
                <a:gd name="connsiteX1301" fmla="*/ 1184819 w 2078016"/>
                <a:gd name="connsiteY1301" fmla="*/ 1883834 h 2078049"/>
                <a:gd name="connsiteX1302" fmla="*/ 1170341 w 2078016"/>
                <a:gd name="connsiteY1302" fmla="*/ 1872976 h 2078049"/>
                <a:gd name="connsiteX1303" fmla="*/ 1170341 w 2078016"/>
                <a:gd name="connsiteY1303" fmla="*/ 1872976 h 2078049"/>
                <a:gd name="connsiteX1304" fmla="*/ 1170246 w 2078016"/>
                <a:gd name="connsiteY1304" fmla="*/ 1872976 h 2078049"/>
                <a:gd name="connsiteX1305" fmla="*/ 1165865 w 2078016"/>
                <a:gd name="connsiteY1305" fmla="*/ 1872881 h 2078049"/>
                <a:gd name="connsiteX1306" fmla="*/ 1165483 w 2078016"/>
                <a:gd name="connsiteY1306" fmla="*/ 1872881 h 2078049"/>
                <a:gd name="connsiteX1307" fmla="*/ 1160816 w 2078016"/>
                <a:gd name="connsiteY1307" fmla="*/ 1873738 h 2078049"/>
                <a:gd name="connsiteX1308" fmla="*/ 1152910 w 2078016"/>
                <a:gd name="connsiteY1308" fmla="*/ 1878976 h 2078049"/>
                <a:gd name="connsiteX1309" fmla="*/ 1149577 w 2078016"/>
                <a:gd name="connsiteY1309" fmla="*/ 1873928 h 2078049"/>
                <a:gd name="connsiteX1310" fmla="*/ 1122240 w 2078016"/>
                <a:gd name="connsiteY1310" fmla="*/ 1800491 h 2078049"/>
                <a:gd name="connsiteX1311" fmla="*/ 1123859 w 2078016"/>
                <a:gd name="connsiteY1311" fmla="*/ 1799538 h 2078049"/>
                <a:gd name="connsiteX1312" fmla="*/ 1124240 w 2078016"/>
                <a:gd name="connsiteY1312" fmla="*/ 1799252 h 2078049"/>
                <a:gd name="connsiteX1313" fmla="*/ 1127193 w 2078016"/>
                <a:gd name="connsiteY1313" fmla="*/ 1796585 h 2078049"/>
                <a:gd name="connsiteX1314" fmla="*/ 1127193 w 2078016"/>
                <a:gd name="connsiteY1314" fmla="*/ 1796585 h 2078049"/>
                <a:gd name="connsiteX1315" fmla="*/ 1127193 w 2078016"/>
                <a:gd name="connsiteY1315" fmla="*/ 1796585 h 2078049"/>
                <a:gd name="connsiteX1316" fmla="*/ 1130622 w 2078016"/>
                <a:gd name="connsiteY1316" fmla="*/ 1778964 h 2078049"/>
                <a:gd name="connsiteX1317" fmla="*/ 1118716 w 2078016"/>
                <a:gd name="connsiteY1317" fmla="*/ 1767248 h 2078049"/>
                <a:gd name="connsiteX1318" fmla="*/ 1120335 w 2078016"/>
                <a:gd name="connsiteY1318" fmla="*/ 1699716 h 2078049"/>
                <a:gd name="connsiteX1319" fmla="*/ 1122526 w 2078016"/>
                <a:gd name="connsiteY1319" fmla="*/ 1700097 h 2078049"/>
                <a:gd name="connsiteX1320" fmla="*/ 1126050 w 2078016"/>
                <a:gd name="connsiteY1320" fmla="*/ 1699621 h 2078049"/>
                <a:gd name="connsiteX1321" fmla="*/ 1126431 w 2078016"/>
                <a:gd name="connsiteY1321" fmla="*/ 1699525 h 2078049"/>
                <a:gd name="connsiteX1322" fmla="*/ 1129479 w 2078016"/>
                <a:gd name="connsiteY1322" fmla="*/ 1698097 h 2078049"/>
                <a:gd name="connsiteX1323" fmla="*/ 1129479 w 2078016"/>
                <a:gd name="connsiteY1323" fmla="*/ 1698097 h 2078049"/>
                <a:gd name="connsiteX1324" fmla="*/ 1129479 w 2078016"/>
                <a:gd name="connsiteY1324" fmla="*/ 1698097 h 2078049"/>
                <a:gd name="connsiteX1325" fmla="*/ 1136527 w 2078016"/>
                <a:gd name="connsiteY1325" fmla="*/ 1682952 h 2078049"/>
                <a:gd name="connsiteX1326" fmla="*/ 1127574 w 2078016"/>
                <a:gd name="connsiteY1326" fmla="*/ 1666474 h 2078049"/>
                <a:gd name="connsiteX1327" fmla="*/ 1139290 w 2078016"/>
                <a:gd name="connsiteY1327" fmla="*/ 1642757 h 2078049"/>
                <a:gd name="connsiteX1328" fmla="*/ 1421420 w 2078016"/>
                <a:gd name="connsiteY1328" fmla="*/ 1553412 h 2078049"/>
                <a:gd name="connsiteX1329" fmla="*/ 1421801 w 2078016"/>
                <a:gd name="connsiteY1329" fmla="*/ 1556555 h 2078049"/>
                <a:gd name="connsiteX1330" fmla="*/ 1431422 w 2078016"/>
                <a:gd name="connsiteY1330" fmla="*/ 1570176 h 2078049"/>
                <a:gd name="connsiteX1331" fmla="*/ 1435232 w 2078016"/>
                <a:gd name="connsiteY1331" fmla="*/ 1571986 h 2078049"/>
                <a:gd name="connsiteX1332" fmla="*/ 1435612 w 2078016"/>
                <a:gd name="connsiteY1332" fmla="*/ 1572081 h 2078049"/>
                <a:gd name="connsiteX1333" fmla="*/ 1450472 w 2078016"/>
                <a:gd name="connsiteY1333" fmla="*/ 1567128 h 2078049"/>
                <a:gd name="connsiteX1334" fmla="*/ 1500954 w 2078016"/>
                <a:gd name="connsiteY1334" fmla="*/ 1614658 h 2078049"/>
                <a:gd name="connsiteX1335" fmla="*/ 1503240 w 2078016"/>
                <a:gd name="connsiteY1335" fmla="*/ 1633708 h 2078049"/>
                <a:gd name="connsiteX1336" fmla="*/ 1506383 w 2078016"/>
                <a:gd name="connsiteY1336" fmla="*/ 1636756 h 2078049"/>
                <a:gd name="connsiteX1337" fmla="*/ 1506669 w 2078016"/>
                <a:gd name="connsiteY1337" fmla="*/ 1637042 h 2078049"/>
                <a:gd name="connsiteX1338" fmla="*/ 1510193 w 2078016"/>
                <a:gd name="connsiteY1338" fmla="*/ 1639137 h 2078049"/>
                <a:gd name="connsiteX1339" fmla="*/ 1510193 w 2078016"/>
                <a:gd name="connsiteY1339" fmla="*/ 1639137 h 2078049"/>
                <a:gd name="connsiteX1340" fmla="*/ 1510193 w 2078016"/>
                <a:gd name="connsiteY1340" fmla="*/ 1639137 h 2078049"/>
                <a:gd name="connsiteX1341" fmla="*/ 1520766 w 2078016"/>
                <a:gd name="connsiteY1341" fmla="*/ 1640375 h 2078049"/>
                <a:gd name="connsiteX1342" fmla="*/ 1550484 w 2078016"/>
                <a:gd name="connsiteY1342" fmla="*/ 1707526 h 2078049"/>
                <a:gd name="connsiteX1343" fmla="*/ 1553056 w 2078016"/>
                <a:gd name="connsiteY1343" fmla="*/ 1720481 h 2078049"/>
                <a:gd name="connsiteX1344" fmla="*/ 1540292 w 2078016"/>
                <a:gd name="connsiteY1344" fmla="*/ 1724195 h 2078049"/>
                <a:gd name="connsiteX1345" fmla="*/ 1535339 w 2078016"/>
                <a:gd name="connsiteY1345" fmla="*/ 1749627 h 2078049"/>
                <a:gd name="connsiteX1346" fmla="*/ 1538387 w 2078016"/>
                <a:gd name="connsiteY1346" fmla="*/ 1752866 h 2078049"/>
                <a:gd name="connsiteX1347" fmla="*/ 1538768 w 2078016"/>
                <a:gd name="connsiteY1347" fmla="*/ 1753151 h 2078049"/>
                <a:gd name="connsiteX1348" fmla="*/ 1542388 w 2078016"/>
                <a:gd name="connsiteY1348" fmla="*/ 1755247 h 2078049"/>
                <a:gd name="connsiteX1349" fmla="*/ 1542388 w 2078016"/>
                <a:gd name="connsiteY1349" fmla="*/ 1755247 h 2078049"/>
                <a:gd name="connsiteX1350" fmla="*/ 1542388 w 2078016"/>
                <a:gd name="connsiteY1350" fmla="*/ 1755247 h 2078049"/>
                <a:gd name="connsiteX1351" fmla="*/ 1555247 w 2078016"/>
                <a:gd name="connsiteY1351" fmla="*/ 1756009 h 2078049"/>
                <a:gd name="connsiteX1352" fmla="*/ 1548198 w 2078016"/>
                <a:gd name="connsiteY1352" fmla="*/ 1801157 h 2078049"/>
                <a:gd name="connsiteX1353" fmla="*/ 1497049 w 2078016"/>
                <a:gd name="connsiteY1353" fmla="*/ 1787822 h 2078049"/>
                <a:gd name="connsiteX1354" fmla="*/ 1498858 w 2078016"/>
                <a:gd name="connsiteY1354" fmla="*/ 1785536 h 2078049"/>
                <a:gd name="connsiteX1355" fmla="*/ 1499144 w 2078016"/>
                <a:gd name="connsiteY1355" fmla="*/ 1785060 h 2078049"/>
                <a:gd name="connsiteX1356" fmla="*/ 1501049 w 2078016"/>
                <a:gd name="connsiteY1356" fmla="*/ 1781155 h 2078049"/>
                <a:gd name="connsiteX1357" fmla="*/ 1501049 w 2078016"/>
                <a:gd name="connsiteY1357" fmla="*/ 1781155 h 2078049"/>
                <a:gd name="connsiteX1358" fmla="*/ 1501049 w 2078016"/>
                <a:gd name="connsiteY1358" fmla="*/ 1781155 h 2078049"/>
                <a:gd name="connsiteX1359" fmla="*/ 1497239 w 2078016"/>
                <a:gd name="connsiteY1359" fmla="*/ 1763343 h 2078049"/>
                <a:gd name="connsiteX1360" fmla="*/ 1479713 w 2078016"/>
                <a:gd name="connsiteY1360" fmla="*/ 1758866 h 2078049"/>
                <a:gd name="connsiteX1361" fmla="*/ 1479713 w 2078016"/>
                <a:gd name="connsiteY1361" fmla="*/ 1758866 h 2078049"/>
                <a:gd name="connsiteX1362" fmla="*/ 1479618 w 2078016"/>
                <a:gd name="connsiteY1362" fmla="*/ 1758866 h 2078049"/>
                <a:gd name="connsiteX1363" fmla="*/ 1475427 w 2078016"/>
                <a:gd name="connsiteY1363" fmla="*/ 1760485 h 2078049"/>
                <a:gd name="connsiteX1364" fmla="*/ 1475236 w 2078016"/>
                <a:gd name="connsiteY1364" fmla="*/ 1760581 h 2078049"/>
                <a:gd name="connsiteX1365" fmla="*/ 1471236 w 2078016"/>
                <a:gd name="connsiteY1365" fmla="*/ 1763248 h 2078049"/>
                <a:gd name="connsiteX1366" fmla="*/ 1465997 w 2078016"/>
                <a:gd name="connsiteY1366" fmla="*/ 1771154 h 2078049"/>
                <a:gd name="connsiteX1367" fmla="*/ 1460949 w 2078016"/>
                <a:gd name="connsiteY1367" fmla="*/ 1767725 h 2078049"/>
                <a:gd name="connsiteX1368" fmla="*/ 1407418 w 2078016"/>
                <a:gd name="connsiteY1368" fmla="*/ 1710479 h 2078049"/>
                <a:gd name="connsiteX1369" fmla="*/ 1408561 w 2078016"/>
                <a:gd name="connsiteY1369" fmla="*/ 1709050 h 2078049"/>
                <a:gd name="connsiteX1370" fmla="*/ 1408752 w 2078016"/>
                <a:gd name="connsiteY1370" fmla="*/ 1708670 h 2078049"/>
                <a:gd name="connsiteX1371" fmla="*/ 1410371 w 2078016"/>
                <a:gd name="connsiteY1371" fmla="*/ 1705050 h 2078049"/>
                <a:gd name="connsiteX1372" fmla="*/ 1410371 w 2078016"/>
                <a:gd name="connsiteY1372" fmla="*/ 1705050 h 2078049"/>
                <a:gd name="connsiteX1373" fmla="*/ 1410371 w 2078016"/>
                <a:gd name="connsiteY1373" fmla="*/ 1705050 h 2078049"/>
                <a:gd name="connsiteX1374" fmla="*/ 1406752 w 2078016"/>
                <a:gd name="connsiteY1374" fmla="*/ 1687429 h 2078049"/>
                <a:gd name="connsiteX1375" fmla="*/ 1391321 w 2078016"/>
                <a:gd name="connsiteY1375" fmla="*/ 1681238 h 2078049"/>
                <a:gd name="connsiteX1376" fmla="*/ 1366842 w 2078016"/>
                <a:gd name="connsiteY1376" fmla="*/ 1618277 h 2078049"/>
                <a:gd name="connsiteX1377" fmla="*/ 1368937 w 2078016"/>
                <a:gd name="connsiteY1377" fmla="*/ 1617801 h 2078049"/>
                <a:gd name="connsiteX1378" fmla="*/ 1372081 w 2078016"/>
                <a:gd name="connsiteY1378" fmla="*/ 1615991 h 2078049"/>
                <a:gd name="connsiteX1379" fmla="*/ 1372366 w 2078016"/>
                <a:gd name="connsiteY1379" fmla="*/ 1615706 h 2078049"/>
                <a:gd name="connsiteX1380" fmla="*/ 1374652 w 2078016"/>
                <a:gd name="connsiteY1380" fmla="*/ 1613229 h 2078049"/>
                <a:gd name="connsiteX1381" fmla="*/ 1374652 w 2078016"/>
                <a:gd name="connsiteY1381" fmla="*/ 1613229 h 2078049"/>
                <a:gd name="connsiteX1382" fmla="*/ 1374652 w 2078016"/>
                <a:gd name="connsiteY1382" fmla="*/ 1613229 h 2078049"/>
                <a:gd name="connsiteX1383" fmla="*/ 1375319 w 2078016"/>
                <a:gd name="connsiteY1383" fmla="*/ 1596560 h 2078049"/>
                <a:gd name="connsiteX1384" fmla="*/ 1360746 w 2078016"/>
                <a:gd name="connsiteY1384" fmla="*/ 1584749 h 2078049"/>
                <a:gd name="connsiteX1385" fmla="*/ 1362556 w 2078016"/>
                <a:gd name="connsiteY1385" fmla="*/ 1558746 h 2078049"/>
                <a:gd name="connsiteX1386" fmla="*/ 1368557 w 2078016"/>
                <a:gd name="connsiteY1386" fmla="*/ 1565795 h 2078049"/>
                <a:gd name="connsiteX1387" fmla="*/ 1388464 w 2078016"/>
                <a:gd name="connsiteY1387" fmla="*/ 1562747 h 2078049"/>
                <a:gd name="connsiteX1388" fmla="*/ 1389416 w 2078016"/>
                <a:gd name="connsiteY1388" fmla="*/ 1559317 h 2078049"/>
                <a:gd name="connsiteX1389" fmla="*/ 1389511 w 2078016"/>
                <a:gd name="connsiteY1389" fmla="*/ 1558556 h 2078049"/>
                <a:gd name="connsiteX1390" fmla="*/ 1381129 w 2078016"/>
                <a:gd name="connsiteY1390" fmla="*/ 1540267 h 2078049"/>
                <a:gd name="connsiteX1391" fmla="*/ 1421992 w 2078016"/>
                <a:gd name="connsiteY1391" fmla="*/ 1549602 h 2078049"/>
                <a:gd name="connsiteX1392" fmla="*/ 1421801 w 2078016"/>
                <a:gd name="connsiteY1392" fmla="*/ 1550269 h 2078049"/>
                <a:gd name="connsiteX1393" fmla="*/ 1421420 w 2078016"/>
                <a:gd name="connsiteY1393" fmla="*/ 1553412 h 2078049"/>
                <a:gd name="connsiteX1394" fmla="*/ 1565152 w 2078016"/>
                <a:gd name="connsiteY1394" fmla="*/ 1447113 h 2078049"/>
                <a:gd name="connsiteX1395" fmla="*/ 1567439 w 2078016"/>
                <a:gd name="connsiteY1395" fmla="*/ 1444256 h 2078049"/>
                <a:gd name="connsiteX1396" fmla="*/ 1567534 w 2078016"/>
                <a:gd name="connsiteY1396" fmla="*/ 1444160 h 2078049"/>
                <a:gd name="connsiteX1397" fmla="*/ 1562962 w 2078016"/>
                <a:gd name="connsiteY1397" fmla="*/ 1425015 h 2078049"/>
                <a:gd name="connsiteX1398" fmla="*/ 1545150 w 2078016"/>
                <a:gd name="connsiteY1398" fmla="*/ 1419776 h 2078049"/>
                <a:gd name="connsiteX1399" fmla="*/ 1536768 w 2078016"/>
                <a:gd name="connsiteY1399" fmla="*/ 1394916 h 2078049"/>
                <a:gd name="connsiteX1400" fmla="*/ 1544959 w 2078016"/>
                <a:gd name="connsiteY1400" fmla="*/ 1399202 h 2078049"/>
                <a:gd name="connsiteX1401" fmla="*/ 1562295 w 2078016"/>
                <a:gd name="connsiteY1401" fmla="*/ 1388820 h 2078049"/>
                <a:gd name="connsiteX1402" fmla="*/ 1561724 w 2078016"/>
                <a:gd name="connsiteY1402" fmla="*/ 1385105 h 2078049"/>
                <a:gd name="connsiteX1403" fmla="*/ 1561628 w 2078016"/>
                <a:gd name="connsiteY1403" fmla="*/ 1384724 h 2078049"/>
                <a:gd name="connsiteX1404" fmla="*/ 1560199 w 2078016"/>
                <a:gd name="connsiteY1404" fmla="*/ 1381295 h 2078049"/>
                <a:gd name="connsiteX1405" fmla="*/ 1560199 w 2078016"/>
                <a:gd name="connsiteY1405" fmla="*/ 1381295 h 2078049"/>
                <a:gd name="connsiteX1406" fmla="*/ 1560199 w 2078016"/>
                <a:gd name="connsiteY1406" fmla="*/ 1381295 h 2078049"/>
                <a:gd name="connsiteX1407" fmla="*/ 1546865 w 2078016"/>
                <a:gd name="connsiteY1407" fmla="*/ 1370818 h 2078049"/>
                <a:gd name="connsiteX1408" fmla="*/ 1588203 w 2078016"/>
                <a:gd name="connsiteY1408" fmla="*/ 1363960 h 2078049"/>
                <a:gd name="connsiteX1409" fmla="*/ 1589346 w 2078016"/>
                <a:gd name="connsiteY1409" fmla="*/ 1367579 h 2078049"/>
                <a:gd name="connsiteX1410" fmla="*/ 1595633 w 2078016"/>
                <a:gd name="connsiteY1410" fmla="*/ 1375199 h 2078049"/>
                <a:gd name="connsiteX1411" fmla="*/ 1605062 w 2078016"/>
                <a:gd name="connsiteY1411" fmla="*/ 1379295 h 2078049"/>
                <a:gd name="connsiteX1412" fmla="*/ 1609158 w 2078016"/>
                <a:gd name="connsiteY1412" fmla="*/ 1379390 h 2078049"/>
                <a:gd name="connsiteX1413" fmla="*/ 1609539 w 2078016"/>
                <a:gd name="connsiteY1413" fmla="*/ 1379295 h 2078049"/>
                <a:gd name="connsiteX1414" fmla="*/ 1613158 w 2078016"/>
                <a:gd name="connsiteY1414" fmla="*/ 1378438 h 2078049"/>
                <a:gd name="connsiteX1415" fmla="*/ 1613158 w 2078016"/>
                <a:gd name="connsiteY1415" fmla="*/ 1378438 h 2078049"/>
                <a:gd name="connsiteX1416" fmla="*/ 1613158 w 2078016"/>
                <a:gd name="connsiteY1416" fmla="*/ 1378438 h 2078049"/>
                <a:gd name="connsiteX1417" fmla="*/ 1621445 w 2078016"/>
                <a:gd name="connsiteY1417" fmla="*/ 1369103 h 2078049"/>
                <a:gd name="connsiteX1418" fmla="*/ 1686310 w 2078016"/>
                <a:gd name="connsiteY1418" fmla="*/ 1393868 h 2078049"/>
                <a:gd name="connsiteX1419" fmla="*/ 1695645 w 2078016"/>
                <a:gd name="connsiteY1419" fmla="*/ 1410537 h 2078049"/>
                <a:gd name="connsiteX1420" fmla="*/ 1699741 w 2078016"/>
                <a:gd name="connsiteY1420" fmla="*/ 1412156 h 2078049"/>
                <a:gd name="connsiteX1421" fmla="*/ 1700217 w 2078016"/>
                <a:gd name="connsiteY1421" fmla="*/ 1412251 h 2078049"/>
                <a:gd name="connsiteX1422" fmla="*/ 1704217 w 2078016"/>
                <a:gd name="connsiteY1422" fmla="*/ 1412823 h 2078049"/>
                <a:gd name="connsiteX1423" fmla="*/ 1704217 w 2078016"/>
                <a:gd name="connsiteY1423" fmla="*/ 1412823 h 2078049"/>
                <a:gd name="connsiteX1424" fmla="*/ 1704217 w 2078016"/>
                <a:gd name="connsiteY1424" fmla="*/ 1412823 h 2078049"/>
                <a:gd name="connsiteX1425" fmla="*/ 1714504 w 2078016"/>
                <a:gd name="connsiteY1425" fmla="*/ 1409966 h 2078049"/>
                <a:gd name="connsiteX1426" fmla="*/ 1767464 w 2078016"/>
                <a:gd name="connsiteY1426" fmla="*/ 1460639 h 2078049"/>
                <a:gd name="connsiteX1427" fmla="*/ 1774702 w 2078016"/>
                <a:gd name="connsiteY1427" fmla="*/ 1471592 h 2078049"/>
                <a:gd name="connsiteX1428" fmla="*/ 1764511 w 2078016"/>
                <a:gd name="connsiteY1428" fmla="*/ 1479974 h 2078049"/>
                <a:gd name="connsiteX1429" fmla="*/ 1761749 w 2078016"/>
                <a:gd name="connsiteY1429" fmla="*/ 1486832 h 2078049"/>
                <a:gd name="connsiteX1430" fmla="*/ 1761463 w 2078016"/>
                <a:gd name="connsiteY1430" fmla="*/ 1490357 h 2078049"/>
                <a:gd name="connsiteX1431" fmla="*/ 1766606 w 2078016"/>
                <a:gd name="connsiteY1431" fmla="*/ 1503025 h 2078049"/>
                <a:gd name="connsiteX1432" fmla="*/ 1769464 w 2078016"/>
                <a:gd name="connsiteY1432" fmla="*/ 1505311 h 2078049"/>
                <a:gd name="connsiteX1433" fmla="*/ 1773464 w 2078016"/>
                <a:gd name="connsiteY1433" fmla="*/ 1507121 h 2078049"/>
                <a:gd name="connsiteX1434" fmla="*/ 1773845 w 2078016"/>
                <a:gd name="connsiteY1434" fmla="*/ 1507216 h 2078049"/>
                <a:gd name="connsiteX1435" fmla="*/ 1777941 w 2078016"/>
                <a:gd name="connsiteY1435" fmla="*/ 1507883 h 2078049"/>
                <a:gd name="connsiteX1436" fmla="*/ 1777941 w 2078016"/>
                <a:gd name="connsiteY1436" fmla="*/ 1507883 h 2078049"/>
                <a:gd name="connsiteX1437" fmla="*/ 1777941 w 2078016"/>
                <a:gd name="connsiteY1437" fmla="*/ 1507883 h 2078049"/>
                <a:gd name="connsiteX1438" fmla="*/ 1790133 w 2078016"/>
                <a:gd name="connsiteY1438" fmla="*/ 1503692 h 2078049"/>
                <a:gd name="connsiteX1439" fmla="*/ 1800801 w 2078016"/>
                <a:gd name="connsiteY1439" fmla="*/ 1548078 h 2078049"/>
                <a:gd name="connsiteX1440" fmla="*/ 1753557 w 2078016"/>
                <a:gd name="connsiteY1440" fmla="*/ 1555222 h 2078049"/>
                <a:gd name="connsiteX1441" fmla="*/ 1748318 w 2078016"/>
                <a:gd name="connsiteY1441" fmla="*/ 1555222 h 2078049"/>
                <a:gd name="connsiteX1442" fmla="*/ 1749175 w 2078016"/>
                <a:gd name="connsiteY1442" fmla="*/ 1552364 h 2078049"/>
                <a:gd name="connsiteX1443" fmla="*/ 1749271 w 2078016"/>
                <a:gd name="connsiteY1443" fmla="*/ 1551888 h 2078049"/>
                <a:gd name="connsiteX1444" fmla="*/ 1749557 w 2078016"/>
                <a:gd name="connsiteY1444" fmla="*/ 1547602 h 2078049"/>
                <a:gd name="connsiteX1445" fmla="*/ 1749557 w 2078016"/>
                <a:gd name="connsiteY1445" fmla="*/ 1547602 h 2078049"/>
                <a:gd name="connsiteX1446" fmla="*/ 1749557 w 2078016"/>
                <a:gd name="connsiteY1446" fmla="*/ 1547602 h 2078049"/>
                <a:gd name="connsiteX1447" fmla="*/ 1739269 w 2078016"/>
                <a:gd name="connsiteY1447" fmla="*/ 1532648 h 2078049"/>
                <a:gd name="connsiteX1448" fmla="*/ 1718124 w 2078016"/>
                <a:gd name="connsiteY1448" fmla="*/ 1538172 h 2078049"/>
                <a:gd name="connsiteX1449" fmla="*/ 1717743 w 2078016"/>
                <a:gd name="connsiteY1449" fmla="*/ 1538648 h 2078049"/>
                <a:gd name="connsiteX1450" fmla="*/ 1715266 w 2078016"/>
                <a:gd name="connsiteY1450" fmla="*/ 1542554 h 2078049"/>
                <a:gd name="connsiteX1451" fmla="*/ 1713361 w 2078016"/>
                <a:gd name="connsiteY1451" fmla="*/ 1551793 h 2078049"/>
                <a:gd name="connsiteX1452" fmla="*/ 1707361 w 2078016"/>
                <a:gd name="connsiteY1452" fmla="*/ 1550555 h 2078049"/>
                <a:gd name="connsiteX1453" fmla="*/ 1635923 w 2078016"/>
                <a:gd name="connsiteY1453" fmla="*/ 1517884 h 2078049"/>
                <a:gd name="connsiteX1454" fmla="*/ 1636399 w 2078016"/>
                <a:gd name="connsiteY1454" fmla="*/ 1516074 h 2078049"/>
                <a:gd name="connsiteX1455" fmla="*/ 1636495 w 2078016"/>
                <a:gd name="connsiteY1455" fmla="*/ 1515598 h 2078049"/>
                <a:gd name="connsiteX1456" fmla="*/ 1636685 w 2078016"/>
                <a:gd name="connsiteY1456" fmla="*/ 1511692 h 2078049"/>
                <a:gd name="connsiteX1457" fmla="*/ 1636685 w 2078016"/>
                <a:gd name="connsiteY1457" fmla="*/ 1511692 h 2078049"/>
                <a:gd name="connsiteX1458" fmla="*/ 1636685 w 2078016"/>
                <a:gd name="connsiteY1458" fmla="*/ 1511692 h 2078049"/>
                <a:gd name="connsiteX1459" fmla="*/ 1626589 w 2078016"/>
                <a:gd name="connsiteY1459" fmla="*/ 1496833 h 2078049"/>
                <a:gd name="connsiteX1460" fmla="*/ 1609825 w 2078016"/>
                <a:gd name="connsiteY1460" fmla="*/ 1497024 h 2078049"/>
                <a:gd name="connsiteX1461" fmla="*/ 1563248 w 2078016"/>
                <a:gd name="connsiteY1461" fmla="*/ 1448256 h 2078049"/>
                <a:gd name="connsiteX1462" fmla="*/ 1565152 w 2078016"/>
                <a:gd name="connsiteY1462" fmla="*/ 1447113 h 2078049"/>
                <a:gd name="connsiteX1463" fmla="*/ 1924531 w 2078016"/>
                <a:gd name="connsiteY1463" fmla="*/ 1452733 h 2078049"/>
                <a:gd name="connsiteX1464" fmla="*/ 1912243 w 2078016"/>
                <a:gd name="connsiteY1464" fmla="*/ 1446827 h 2078049"/>
                <a:gd name="connsiteX1465" fmla="*/ 1898718 w 2078016"/>
                <a:gd name="connsiteY1465" fmla="*/ 1452923 h 2078049"/>
                <a:gd name="connsiteX1466" fmla="*/ 1892908 w 2078016"/>
                <a:gd name="connsiteY1466" fmla="*/ 1461496 h 2078049"/>
                <a:gd name="connsiteX1467" fmla="*/ 1892622 w 2078016"/>
                <a:gd name="connsiteY1467" fmla="*/ 1462163 h 2078049"/>
                <a:gd name="connsiteX1468" fmla="*/ 1891289 w 2078016"/>
                <a:gd name="connsiteY1468" fmla="*/ 1467211 h 2078049"/>
                <a:gd name="connsiteX1469" fmla="*/ 1899194 w 2078016"/>
                <a:gd name="connsiteY1469" fmla="*/ 1486070 h 2078049"/>
                <a:gd name="connsiteX1470" fmla="*/ 1896623 w 2078016"/>
                <a:gd name="connsiteY1470" fmla="*/ 1489023 h 2078049"/>
                <a:gd name="connsiteX1471" fmla="*/ 1896432 w 2078016"/>
                <a:gd name="connsiteY1471" fmla="*/ 1489214 h 2078049"/>
                <a:gd name="connsiteX1472" fmla="*/ 1873858 w 2078016"/>
                <a:gd name="connsiteY1472" fmla="*/ 1509978 h 2078049"/>
                <a:gd name="connsiteX1473" fmla="*/ 1868619 w 2078016"/>
                <a:gd name="connsiteY1473" fmla="*/ 1513979 h 2078049"/>
                <a:gd name="connsiteX1474" fmla="*/ 1858332 w 2078016"/>
                <a:gd name="connsiteY1474" fmla="*/ 1521408 h 2078049"/>
                <a:gd name="connsiteX1475" fmla="*/ 1853474 w 2078016"/>
                <a:gd name="connsiteY1475" fmla="*/ 1501215 h 2078049"/>
                <a:gd name="connsiteX1476" fmla="*/ 1867000 w 2078016"/>
                <a:gd name="connsiteY1476" fmla="*/ 1490642 h 2078049"/>
                <a:gd name="connsiteX1477" fmla="*/ 1867285 w 2078016"/>
                <a:gd name="connsiteY1477" fmla="*/ 1470640 h 2078049"/>
                <a:gd name="connsiteX1478" fmla="*/ 1867285 w 2078016"/>
                <a:gd name="connsiteY1478" fmla="*/ 1470640 h 2078049"/>
                <a:gd name="connsiteX1479" fmla="*/ 1867285 w 2078016"/>
                <a:gd name="connsiteY1479" fmla="*/ 1470640 h 2078049"/>
                <a:gd name="connsiteX1480" fmla="*/ 1864714 w 2078016"/>
                <a:gd name="connsiteY1480" fmla="*/ 1467211 h 2078049"/>
                <a:gd name="connsiteX1481" fmla="*/ 1864333 w 2078016"/>
                <a:gd name="connsiteY1481" fmla="*/ 1466830 h 2078049"/>
                <a:gd name="connsiteX1482" fmla="*/ 1860713 w 2078016"/>
                <a:gd name="connsiteY1482" fmla="*/ 1464163 h 2078049"/>
                <a:gd name="connsiteX1483" fmla="*/ 1853855 w 2078016"/>
                <a:gd name="connsiteY1483" fmla="*/ 1462353 h 2078049"/>
                <a:gd name="connsiteX1484" fmla="*/ 1846902 w 2078016"/>
                <a:gd name="connsiteY1484" fmla="*/ 1463591 h 2078049"/>
                <a:gd name="connsiteX1485" fmla="*/ 1843664 w 2078016"/>
                <a:gd name="connsiteY1485" fmla="*/ 1465210 h 2078049"/>
                <a:gd name="connsiteX1486" fmla="*/ 1840997 w 2078016"/>
                <a:gd name="connsiteY1486" fmla="*/ 1467211 h 2078049"/>
                <a:gd name="connsiteX1487" fmla="*/ 1840806 w 2078016"/>
                <a:gd name="connsiteY1487" fmla="*/ 1466639 h 2078049"/>
                <a:gd name="connsiteX1488" fmla="*/ 1810707 w 2078016"/>
                <a:gd name="connsiteY1488" fmla="*/ 1419491 h 2078049"/>
                <a:gd name="connsiteX1489" fmla="*/ 1788990 w 2078016"/>
                <a:gd name="connsiteY1489" fmla="*/ 1397012 h 2078049"/>
                <a:gd name="connsiteX1490" fmla="*/ 1787085 w 2078016"/>
                <a:gd name="connsiteY1490" fmla="*/ 1379581 h 2078049"/>
                <a:gd name="connsiteX1491" fmla="*/ 1787085 w 2078016"/>
                <a:gd name="connsiteY1491" fmla="*/ 1379581 h 2078049"/>
                <a:gd name="connsiteX1492" fmla="*/ 1787085 w 2078016"/>
                <a:gd name="connsiteY1492" fmla="*/ 1379581 h 2078049"/>
                <a:gd name="connsiteX1493" fmla="*/ 1784227 w 2078016"/>
                <a:gd name="connsiteY1493" fmla="*/ 1376438 h 2078049"/>
                <a:gd name="connsiteX1494" fmla="*/ 1783847 w 2078016"/>
                <a:gd name="connsiteY1494" fmla="*/ 1376057 h 2078049"/>
                <a:gd name="connsiteX1495" fmla="*/ 1780036 w 2078016"/>
                <a:gd name="connsiteY1495" fmla="*/ 1373675 h 2078049"/>
                <a:gd name="connsiteX1496" fmla="*/ 1776608 w 2078016"/>
                <a:gd name="connsiteY1496" fmla="*/ 1372532 h 2078049"/>
                <a:gd name="connsiteX1497" fmla="*/ 1761939 w 2078016"/>
                <a:gd name="connsiteY1497" fmla="*/ 1375771 h 2078049"/>
                <a:gd name="connsiteX1498" fmla="*/ 1720410 w 2078016"/>
                <a:gd name="connsiteY1498" fmla="*/ 1352339 h 2078049"/>
                <a:gd name="connsiteX1499" fmla="*/ 1676024 w 2078016"/>
                <a:gd name="connsiteY1499" fmla="*/ 1334908 h 2078049"/>
                <a:gd name="connsiteX1500" fmla="*/ 1662593 w 2078016"/>
                <a:gd name="connsiteY1500" fmla="*/ 1322240 h 2078049"/>
                <a:gd name="connsiteX1501" fmla="*/ 1662117 w 2078016"/>
                <a:gd name="connsiteY1501" fmla="*/ 1322050 h 2078049"/>
                <a:gd name="connsiteX1502" fmla="*/ 1657735 w 2078016"/>
                <a:gd name="connsiteY1502" fmla="*/ 1321383 h 2078049"/>
                <a:gd name="connsiteX1503" fmla="*/ 1645353 w 2078016"/>
                <a:gd name="connsiteY1503" fmla="*/ 1326241 h 2078049"/>
                <a:gd name="connsiteX1504" fmla="*/ 1636876 w 2078016"/>
                <a:gd name="connsiteY1504" fmla="*/ 1324145 h 2078049"/>
                <a:gd name="connsiteX1505" fmla="*/ 1569629 w 2078016"/>
                <a:gd name="connsiteY1505" fmla="*/ 1316621 h 2078049"/>
                <a:gd name="connsiteX1506" fmla="*/ 1520575 w 2078016"/>
                <a:gd name="connsiteY1506" fmla="*/ 1324622 h 2078049"/>
                <a:gd name="connsiteX1507" fmla="*/ 1508002 w 2078016"/>
                <a:gd name="connsiteY1507" fmla="*/ 1317478 h 2078049"/>
                <a:gd name="connsiteX1508" fmla="*/ 1494477 w 2078016"/>
                <a:gd name="connsiteY1508" fmla="*/ 1320812 h 2078049"/>
                <a:gd name="connsiteX1509" fmla="*/ 1494477 w 2078016"/>
                <a:gd name="connsiteY1509" fmla="*/ 1320812 h 2078049"/>
                <a:gd name="connsiteX1510" fmla="*/ 1494477 w 2078016"/>
                <a:gd name="connsiteY1510" fmla="*/ 1320907 h 2078049"/>
                <a:gd name="connsiteX1511" fmla="*/ 1493239 w 2078016"/>
                <a:gd name="connsiteY1511" fmla="*/ 1323193 h 2078049"/>
                <a:gd name="connsiteX1512" fmla="*/ 1493048 w 2078016"/>
                <a:gd name="connsiteY1512" fmla="*/ 1323669 h 2078049"/>
                <a:gd name="connsiteX1513" fmla="*/ 1492667 w 2078016"/>
                <a:gd name="connsiteY1513" fmla="*/ 1326717 h 2078049"/>
                <a:gd name="connsiteX1514" fmla="*/ 1492667 w 2078016"/>
                <a:gd name="connsiteY1514" fmla="*/ 1326717 h 2078049"/>
                <a:gd name="connsiteX1515" fmla="*/ 1498001 w 2078016"/>
                <a:gd name="connsiteY1515" fmla="*/ 1337290 h 2078049"/>
                <a:gd name="connsiteX1516" fmla="*/ 1498858 w 2078016"/>
                <a:gd name="connsiteY1516" fmla="*/ 1338052 h 2078049"/>
                <a:gd name="connsiteX1517" fmla="*/ 1492858 w 2078016"/>
                <a:gd name="connsiteY1517" fmla="*/ 1345291 h 2078049"/>
                <a:gd name="connsiteX1518" fmla="*/ 1498192 w 2078016"/>
                <a:gd name="connsiteY1518" fmla="*/ 1430158 h 2078049"/>
                <a:gd name="connsiteX1519" fmla="*/ 1529148 w 2078016"/>
                <a:gd name="connsiteY1519" fmla="*/ 1481975 h 2078049"/>
                <a:gd name="connsiteX1520" fmla="*/ 1530386 w 2078016"/>
                <a:gd name="connsiteY1520" fmla="*/ 1503025 h 2078049"/>
                <a:gd name="connsiteX1521" fmla="*/ 1542007 w 2078016"/>
                <a:gd name="connsiteY1521" fmla="*/ 1509978 h 2078049"/>
                <a:gd name="connsiteX1522" fmla="*/ 1548293 w 2078016"/>
                <a:gd name="connsiteY1522" fmla="*/ 1509978 h 2078049"/>
                <a:gd name="connsiteX1523" fmla="*/ 1550484 w 2078016"/>
                <a:gd name="connsiteY1523" fmla="*/ 1509216 h 2078049"/>
                <a:gd name="connsiteX1524" fmla="*/ 1588584 w 2078016"/>
                <a:gd name="connsiteY1524" fmla="*/ 1548935 h 2078049"/>
                <a:gd name="connsiteX1525" fmla="*/ 1604776 w 2078016"/>
                <a:gd name="connsiteY1525" fmla="*/ 1562842 h 2078049"/>
                <a:gd name="connsiteX1526" fmla="*/ 1604776 w 2078016"/>
                <a:gd name="connsiteY1526" fmla="*/ 1562842 h 2078049"/>
                <a:gd name="connsiteX1527" fmla="*/ 1604776 w 2078016"/>
                <a:gd name="connsiteY1527" fmla="*/ 1562842 h 2078049"/>
                <a:gd name="connsiteX1528" fmla="*/ 1612111 w 2078016"/>
                <a:gd name="connsiteY1528" fmla="*/ 1568652 h 2078049"/>
                <a:gd name="connsiteX1529" fmla="*/ 1610396 w 2078016"/>
                <a:gd name="connsiteY1529" fmla="*/ 1570843 h 2078049"/>
                <a:gd name="connsiteX1530" fmla="*/ 1607920 w 2078016"/>
                <a:gd name="connsiteY1530" fmla="*/ 1580654 h 2078049"/>
                <a:gd name="connsiteX1531" fmla="*/ 1609539 w 2078016"/>
                <a:gd name="connsiteY1531" fmla="*/ 1587226 h 2078049"/>
                <a:gd name="connsiteX1532" fmla="*/ 1616397 w 2078016"/>
                <a:gd name="connsiteY1532" fmla="*/ 1595036 h 2078049"/>
                <a:gd name="connsiteX1533" fmla="*/ 1640972 w 2078016"/>
                <a:gd name="connsiteY1533" fmla="*/ 1589226 h 2078049"/>
                <a:gd name="connsiteX1534" fmla="*/ 1641638 w 2078016"/>
                <a:gd name="connsiteY1534" fmla="*/ 1587797 h 2078049"/>
                <a:gd name="connsiteX1535" fmla="*/ 1684977 w 2078016"/>
                <a:gd name="connsiteY1535" fmla="*/ 1606562 h 2078049"/>
                <a:gd name="connsiteX1536" fmla="*/ 1720791 w 2078016"/>
                <a:gd name="connsiteY1536" fmla="*/ 1614563 h 2078049"/>
                <a:gd name="connsiteX1537" fmla="*/ 1720600 w 2078016"/>
                <a:gd name="connsiteY1537" fmla="*/ 1614753 h 2078049"/>
                <a:gd name="connsiteX1538" fmla="*/ 1726506 w 2078016"/>
                <a:gd name="connsiteY1538" fmla="*/ 1640090 h 2078049"/>
                <a:gd name="connsiteX1539" fmla="*/ 1733459 w 2078016"/>
                <a:gd name="connsiteY1539" fmla="*/ 1641995 h 2078049"/>
                <a:gd name="connsiteX1540" fmla="*/ 1740698 w 2078016"/>
                <a:gd name="connsiteY1540" fmla="*/ 1640851 h 2078049"/>
                <a:gd name="connsiteX1541" fmla="*/ 1747366 w 2078016"/>
                <a:gd name="connsiteY1541" fmla="*/ 1637042 h 2078049"/>
                <a:gd name="connsiteX1542" fmla="*/ 1752604 w 2078016"/>
                <a:gd name="connsiteY1542" fmla="*/ 1630850 h 2078049"/>
                <a:gd name="connsiteX1543" fmla="*/ 1754414 w 2078016"/>
                <a:gd name="connsiteY1543" fmla="*/ 1626469 h 2078049"/>
                <a:gd name="connsiteX1544" fmla="*/ 1754605 w 2078016"/>
                <a:gd name="connsiteY1544" fmla="*/ 1625516 h 2078049"/>
                <a:gd name="connsiteX1545" fmla="*/ 1754795 w 2078016"/>
                <a:gd name="connsiteY1545" fmla="*/ 1616658 h 2078049"/>
                <a:gd name="connsiteX1546" fmla="*/ 1777179 w 2078016"/>
                <a:gd name="connsiteY1546" fmla="*/ 1615039 h 2078049"/>
                <a:gd name="connsiteX1547" fmla="*/ 1776226 w 2078016"/>
                <a:gd name="connsiteY1547" fmla="*/ 1621325 h 2078049"/>
                <a:gd name="connsiteX1548" fmla="*/ 1776608 w 2078016"/>
                <a:gd name="connsiteY1548" fmla="*/ 1625231 h 2078049"/>
                <a:gd name="connsiteX1549" fmla="*/ 1778132 w 2078016"/>
                <a:gd name="connsiteY1549" fmla="*/ 1629517 h 2078049"/>
                <a:gd name="connsiteX1550" fmla="*/ 1778417 w 2078016"/>
                <a:gd name="connsiteY1550" fmla="*/ 1629898 h 2078049"/>
                <a:gd name="connsiteX1551" fmla="*/ 1790324 w 2078016"/>
                <a:gd name="connsiteY1551" fmla="*/ 1637899 h 2078049"/>
                <a:gd name="connsiteX1552" fmla="*/ 1731649 w 2078016"/>
                <a:gd name="connsiteY1552" fmla="*/ 1732577 h 2078049"/>
                <a:gd name="connsiteX1553" fmla="*/ 1698312 w 2078016"/>
                <a:gd name="connsiteY1553" fmla="*/ 1760200 h 2078049"/>
                <a:gd name="connsiteX1554" fmla="*/ 1689168 w 2078016"/>
                <a:gd name="connsiteY1554" fmla="*/ 1750008 h 2078049"/>
                <a:gd name="connsiteX1555" fmla="*/ 1665546 w 2078016"/>
                <a:gd name="connsiteY1555" fmla="*/ 1756199 h 2078049"/>
                <a:gd name="connsiteX1556" fmla="*/ 1665260 w 2078016"/>
                <a:gd name="connsiteY1556" fmla="*/ 1756485 h 2078049"/>
                <a:gd name="connsiteX1557" fmla="*/ 1662117 w 2078016"/>
                <a:gd name="connsiteY1557" fmla="*/ 1760676 h 2078049"/>
                <a:gd name="connsiteX1558" fmla="*/ 1659355 w 2078016"/>
                <a:gd name="connsiteY1558" fmla="*/ 1768201 h 2078049"/>
                <a:gd name="connsiteX1559" fmla="*/ 1659069 w 2078016"/>
                <a:gd name="connsiteY1559" fmla="*/ 1771916 h 2078049"/>
                <a:gd name="connsiteX1560" fmla="*/ 1659545 w 2078016"/>
                <a:gd name="connsiteY1560" fmla="*/ 1775440 h 2078049"/>
                <a:gd name="connsiteX1561" fmla="*/ 1662212 w 2078016"/>
                <a:gd name="connsiteY1561" fmla="*/ 1781059 h 2078049"/>
                <a:gd name="connsiteX1562" fmla="*/ 1644877 w 2078016"/>
                <a:gd name="connsiteY1562" fmla="*/ 1788394 h 2078049"/>
                <a:gd name="connsiteX1563" fmla="*/ 1636971 w 2078016"/>
                <a:gd name="connsiteY1563" fmla="*/ 1791061 h 2078049"/>
                <a:gd name="connsiteX1564" fmla="*/ 1630303 w 2078016"/>
                <a:gd name="connsiteY1564" fmla="*/ 1793251 h 2078049"/>
                <a:gd name="connsiteX1565" fmla="*/ 1611063 w 2078016"/>
                <a:gd name="connsiteY1565" fmla="*/ 1798205 h 2078049"/>
                <a:gd name="connsiteX1566" fmla="*/ 1614206 w 2078016"/>
                <a:gd name="connsiteY1566" fmla="*/ 1777631 h 2078049"/>
                <a:gd name="connsiteX1567" fmla="*/ 1630684 w 2078016"/>
                <a:gd name="connsiteY1567" fmla="*/ 1772963 h 2078049"/>
                <a:gd name="connsiteX1568" fmla="*/ 1638685 w 2078016"/>
                <a:gd name="connsiteY1568" fmla="*/ 1754771 h 2078049"/>
                <a:gd name="connsiteX1569" fmla="*/ 1638685 w 2078016"/>
                <a:gd name="connsiteY1569" fmla="*/ 1754771 h 2078049"/>
                <a:gd name="connsiteX1570" fmla="*/ 1638685 w 2078016"/>
                <a:gd name="connsiteY1570" fmla="*/ 1754771 h 2078049"/>
                <a:gd name="connsiteX1571" fmla="*/ 1637638 w 2078016"/>
                <a:gd name="connsiteY1571" fmla="*/ 1750580 h 2078049"/>
                <a:gd name="connsiteX1572" fmla="*/ 1637447 w 2078016"/>
                <a:gd name="connsiteY1572" fmla="*/ 1750008 h 2078049"/>
                <a:gd name="connsiteX1573" fmla="*/ 1635161 w 2078016"/>
                <a:gd name="connsiteY1573" fmla="*/ 1746198 h 2078049"/>
                <a:gd name="connsiteX1574" fmla="*/ 1615730 w 2078016"/>
                <a:gd name="connsiteY1574" fmla="*/ 1741435 h 2078049"/>
                <a:gd name="connsiteX1575" fmla="*/ 1615730 w 2078016"/>
                <a:gd name="connsiteY1575" fmla="*/ 1740864 h 2078049"/>
                <a:gd name="connsiteX1576" fmla="*/ 1605729 w 2078016"/>
                <a:gd name="connsiteY1576" fmla="*/ 1685714 h 2078049"/>
                <a:gd name="connsiteX1577" fmla="*/ 1594299 w 2078016"/>
                <a:gd name="connsiteY1577" fmla="*/ 1656663 h 2078049"/>
                <a:gd name="connsiteX1578" fmla="*/ 1599252 w 2078016"/>
                <a:gd name="connsiteY1578" fmla="*/ 1639899 h 2078049"/>
                <a:gd name="connsiteX1579" fmla="*/ 1599252 w 2078016"/>
                <a:gd name="connsiteY1579" fmla="*/ 1639899 h 2078049"/>
                <a:gd name="connsiteX1580" fmla="*/ 1599252 w 2078016"/>
                <a:gd name="connsiteY1580" fmla="*/ 1639899 h 2078049"/>
                <a:gd name="connsiteX1581" fmla="*/ 1597823 w 2078016"/>
                <a:gd name="connsiteY1581" fmla="*/ 1635994 h 2078049"/>
                <a:gd name="connsiteX1582" fmla="*/ 1597537 w 2078016"/>
                <a:gd name="connsiteY1582" fmla="*/ 1635422 h 2078049"/>
                <a:gd name="connsiteX1583" fmla="*/ 1594966 w 2078016"/>
                <a:gd name="connsiteY1583" fmla="*/ 1631803 h 2078049"/>
                <a:gd name="connsiteX1584" fmla="*/ 1577440 w 2078016"/>
                <a:gd name="connsiteY1584" fmla="*/ 1626850 h 2078049"/>
                <a:gd name="connsiteX1585" fmla="*/ 1549627 w 2078016"/>
                <a:gd name="connsiteY1585" fmla="*/ 1591131 h 2078049"/>
                <a:gd name="connsiteX1586" fmla="*/ 1549627 w 2078016"/>
                <a:gd name="connsiteY1586" fmla="*/ 1591131 h 2078049"/>
                <a:gd name="connsiteX1587" fmla="*/ 1548008 w 2078016"/>
                <a:gd name="connsiteY1587" fmla="*/ 1589321 h 2078049"/>
                <a:gd name="connsiteX1588" fmla="*/ 1513622 w 2078016"/>
                <a:gd name="connsiteY1588" fmla="*/ 1556270 h 2078049"/>
                <a:gd name="connsiteX1589" fmla="*/ 1506098 w 2078016"/>
                <a:gd name="connsiteY1589" fmla="*/ 1539410 h 2078049"/>
                <a:gd name="connsiteX1590" fmla="*/ 1505716 w 2078016"/>
                <a:gd name="connsiteY1590" fmla="*/ 1539029 h 2078049"/>
                <a:gd name="connsiteX1591" fmla="*/ 1501907 w 2078016"/>
                <a:gd name="connsiteY1591" fmla="*/ 1536743 h 2078049"/>
                <a:gd name="connsiteX1592" fmla="*/ 1489619 w 2078016"/>
                <a:gd name="connsiteY1592" fmla="*/ 1536076 h 2078049"/>
                <a:gd name="connsiteX1593" fmla="*/ 1488572 w 2078016"/>
                <a:gd name="connsiteY1593" fmla="*/ 1536553 h 2078049"/>
                <a:gd name="connsiteX1594" fmla="*/ 1481523 w 2078016"/>
                <a:gd name="connsiteY1594" fmla="*/ 1531409 h 2078049"/>
                <a:gd name="connsiteX1595" fmla="*/ 1422277 w 2078016"/>
                <a:gd name="connsiteY1595" fmla="*/ 1498929 h 2078049"/>
                <a:gd name="connsiteX1596" fmla="*/ 1374652 w 2078016"/>
                <a:gd name="connsiteY1596" fmla="*/ 1487690 h 2078049"/>
                <a:gd name="connsiteX1597" fmla="*/ 1373891 w 2078016"/>
                <a:gd name="connsiteY1597" fmla="*/ 1487690 h 2078049"/>
                <a:gd name="connsiteX1598" fmla="*/ 1364937 w 2078016"/>
                <a:gd name="connsiteY1598" fmla="*/ 1476259 h 2078049"/>
                <a:gd name="connsiteX1599" fmla="*/ 1351031 w 2078016"/>
                <a:gd name="connsiteY1599" fmla="*/ 1474069 h 2078049"/>
                <a:gd name="connsiteX1600" fmla="*/ 1351031 w 2078016"/>
                <a:gd name="connsiteY1600" fmla="*/ 1474069 h 2078049"/>
                <a:gd name="connsiteX1601" fmla="*/ 1351031 w 2078016"/>
                <a:gd name="connsiteY1601" fmla="*/ 1474069 h 2078049"/>
                <a:gd name="connsiteX1602" fmla="*/ 1348935 w 2078016"/>
                <a:gd name="connsiteY1602" fmla="*/ 1475879 h 2078049"/>
                <a:gd name="connsiteX1603" fmla="*/ 1348744 w 2078016"/>
                <a:gd name="connsiteY1603" fmla="*/ 1476164 h 2078049"/>
                <a:gd name="connsiteX1604" fmla="*/ 1347220 w 2078016"/>
                <a:gd name="connsiteY1604" fmla="*/ 1478926 h 2078049"/>
                <a:gd name="connsiteX1605" fmla="*/ 1348649 w 2078016"/>
                <a:gd name="connsiteY1605" fmla="*/ 1491785 h 2078049"/>
                <a:gd name="connsiteX1606" fmla="*/ 1340267 w 2078016"/>
                <a:gd name="connsiteY1606" fmla="*/ 1496072 h 2078049"/>
                <a:gd name="connsiteX1607" fmla="*/ 1318550 w 2078016"/>
                <a:gd name="connsiteY1607" fmla="*/ 1526361 h 2078049"/>
                <a:gd name="connsiteX1608" fmla="*/ 1313883 w 2078016"/>
                <a:gd name="connsiteY1608" fmla="*/ 1549316 h 2078049"/>
                <a:gd name="connsiteX1609" fmla="*/ 1312931 w 2078016"/>
                <a:gd name="connsiteY1609" fmla="*/ 1576653 h 2078049"/>
                <a:gd name="connsiteX1610" fmla="*/ 1321789 w 2078016"/>
                <a:gd name="connsiteY1610" fmla="*/ 1636375 h 2078049"/>
                <a:gd name="connsiteX1611" fmla="*/ 1314931 w 2078016"/>
                <a:gd name="connsiteY1611" fmla="*/ 1656282 h 2078049"/>
                <a:gd name="connsiteX1612" fmla="*/ 1320455 w 2078016"/>
                <a:gd name="connsiteY1612" fmla="*/ 1665045 h 2078049"/>
                <a:gd name="connsiteX1613" fmla="*/ 1325884 w 2078016"/>
                <a:gd name="connsiteY1613" fmla="*/ 1668569 h 2078049"/>
                <a:gd name="connsiteX1614" fmla="*/ 1331218 w 2078016"/>
                <a:gd name="connsiteY1614" fmla="*/ 1669617 h 2078049"/>
                <a:gd name="connsiteX1615" fmla="*/ 1351316 w 2078016"/>
                <a:gd name="connsiteY1615" fmla="*/ 1720957 h 2078049"/>
                <a:gd name="connsiteX1616" fmla="*/ 1360936 w 2078016"/>
                <a:gd name="connsiteY1616" fmla="*/ 1739912 h 2078049"/>
                <a:gd name="connsiteX1617" fmla="*/ 1360936 w 2078016"/>
                <a:gd name="connsiteY1617" fmla="*/ 1740007 h 2078049"/>
                <a:gd name="connsiteX1618" fmla="*/ 1360936 w 2078016"/>
                <a:gd name="connsiteY1618" fmla="*/ 1740007 h 2078049"/>
                <a:gd name="connsiteX1619" fmla="*/ 1365508 w 2078016"/>
                <a:gd name="connsiteY1619" fmla="*/ 1748198 h 2078049"/>
                <a:gd name="connsiteX1620" fmla="*/ 1363127 w 2078016"/>
                <a:gd name="connsiteY1620" fmla="*/ 1749627 h 2078049"/>
                <a:gd name="connsiteX1621" fmla="*/ 1359508 w 2078016"/>
                <a:gd name="connsiteY1621" fmla="*/ 1774392 h 2078049"/>
                <a:gd name="connsiteX1622" fmla="*/ 1374462 w 2078016"/>
                <a:gd name="connsiteY1622" fmla="*/ 1781726 h 2078049"/>
                <a:gd name="connsiteX1623" fmla="*/ 1384368 w 2078016"/>
                <a:gd name="connsiteY1623" fmla="*/ 1778297 h 2078049"/>
                <a:gd name="connsiteX1624" fmla="*/ 1385511 w 2078016"/>
                <a:gd name="connsiteY1624" fmla="*/ 1777250 h 2078049"/>
                <a:gd name="connsiteX1625" fmla="*/ 1418467 w 2078016"/>
                <a:gd name="connsiteY1625" fmla="*/ 1811254 h 2078049"/>
                <a:gd name="connsiteX1626" fmla="*/ 1448566 w 2078016"/>
                <a:gd name="connsiteY1626" fmla="*/ 1832209 h 2078049"/>
                <a:gd name="connsiteX1627" fmla="*/ 1448281 w 2078016"/>
                <a:gd name="connsiteY1627" fmla="*/ 1832399 h 2078049"/>
                <a:gd name="connsiteX1628" fmla="*/ 1444090 w 2078016"/>
                <a:gd name="connsiteY1628" fmla="*/ 1858212 h 2078049"/>
                <a:gd name="connsiteX1629" fmla="*/ 1471712 w 2078016"/>
                <a:gd name="connsiteY1629" fmla="*/ 1859546 h 2078049"/>
                <a:gd name="connsiteX1630" fmla="*/ 1475332 w 2078016"/>
                <a:gd name="connsiteY1630" fmla="*/ 1856021 h 2078049"/>
                <a:gd name="connsiteX1631" fmla="*/ 1475522 w 2078016"/>
                <a:gd name="connsiteY1631" fmla="*/ 1855831 h 2078049"/>
                <a:gd name="connsiteX1632" fmla="*/ 1477808 w 2078016"/>
                <a:gd name="connsiteY1632" fmla="*/ 1852116 h 2078049"/>
                <a:gd name="connsiteX1633" fmla="*/ 1477903 w 2078016"/>
                <a:gd name="connsiteY1633" fmla="*/ 1851925 h 2078049"/>
                <a:gd name="connsiteX1634" fmla="*/ 1477903 w 2078016"/>
                <a:gd name="connsiteY1634" fmla="*/ 1851925 h 2078049"/>
                <a:gd name="connsiteX1635" fmla="*/ 1479332 w 2078016"/>
                <a:gd name="connsiteY1635" fmla="*/ 1847354 h 2078049"/>
                <a:gd name="connsiteX1636" fmla="*/ 1500668 w 2078016"/>
                <a:gd name="connsiteY1636" fmla="*/ 1854307 h 2078049"/>
                <a:gd name="connsiteX1637" fmla="*/ 1499144 w 2078016"/>
                <a:gd name="connsiteY1637" fmla="*/ 1856307 h 2078049"/>
                <a:gd name="connsiteX1638" fmla="*/ 1496287 w 2078016"/>
                <a:gd name="connsiteY1638" fmla="*/ 1863546 h 2078049"/>
                <a:gd name="connsiteX1639" fmla="*/ 1496287 w 2078016"/>
                <a:gd name="connsiteY1639" fmla="*/ 1863546 h 2078049"/>
                <a:gd name="connsiteX1640" fmla="*/ 1496096 w 2078016"/>
                <a:gd name="connsiteY1640" fmla="*/ 1868118 h 2078049"/>
                <a:gd name="connsiteX1641" fmla="*/ 1496191 w 2078016"/>
                <a:gd name="connsiteY1641" fmla="*/ 1868594 h 2078049"/>
                <a:gd name="connsiteX1642" fmla="*/ 1504097 w 2078016"/>
                <a:gd name="connsiteY1642" fmla="*/ 1880500 h 2078049"/>
                <a:gd name="connsiteX1643" fmla="*/ 1413419 w 2078016"/>
                <a:gd name="connsiteY1643" fmla="*/ 1945556 h 2078049"/>
                <a:gd name="connsiteX1644" fmla="*/ 1371985 w 2078016"/>
                <a:gd name="connsiteY1644" fmla="*/ 1958510 h 2078049"/>
                <a:gd name="connsiteX1645" fmla="*/ 1367509 w 2078016"/>
                <a:gd name="connsiteY1645" fmla="*/ 1945556 h 2078049"/>
                <a:gd name="connsiteX1646" fmla="*/ 1343410 w 2078016"/>
                <a:gd name="connsiteY1646" fmla="*/ 1942127 h 2078049"/>
                <a:gd name="connsiteX1647" fmla="*/ 1342744 w 2078016"/>
                <a:gd name="connsiteY1647" fmla="*/ 1942413 h 2078049"/>
                <a:gd name="connsiteX1648" fmla="*/ 1338267 w 2078016"/>
                <a:gd name="connsiteY1648" fmla="*/ 1945080 h 2078049"/>
                <a:gd name="connsiteX1649" fmla="*/ 1330552 w 2078016"/>
                <a:gd name="connsiteY1649" fmla="*/ 1963940 h 2078049"/>
                <a:gd name="connsiteX1650" fmla="*/ 1294452 w 2078016"/>
                <a:gd name="connsiteY1650" fmla="*/ 1962892 h 2078049"/>
                <a:gd name="connsiteX1651" fmla="*/ 1290928 w 2078016"/>
                <a:gd name="connsiteY1651" fmla="*/ 1962511 h 2078049"/>
                <a:gd name="connsiteX1652" fmla="*/ 1276640 w 2078016"/>
                <a:gd name="connsiteY1652" fmla="*/ 1960320 h 2078049"/>
                <a:gd name="connsiteX1653" fmla="*/ 1287499 w 2078016"/>
                <a:gd name="connsiteY1653" fmla="*/ 1942413 h 2078049"/>
                <a:gd name="connsiteX1654" fmla="*/ 1304453 w 2078016"/>
                <a:gd name="connsiteY1654" fmla="*/ 1944318 h 2078049"/>
                <a:gd name="connsiteX1655" fmla="*/ 1319598 w 2078016"/>
                <a:gd name="connsiteY1655" fmla="*/ 1926316 h 2078049"/>
                <a:gd name="connsiteX1656" fmla="*/ 1319598 w 2078016"/>
                <a:gd name="connsiteY1656" fmla="*/ 1925935 h 2078049"/>
                <a:gd name="connsiteX1657" fmla="*/ 1318931 w 2078016"/>
                <a:gd name="connsiteY1657" fmla="*/ 1921458 h 2078049"/>
                <a:gd name="connsiteX1658" fmla="*/ 1318931 w 2078016"/>
                <a:gd name="connsiteY1658" fmla="*/ 1921458 h 2078049"/>
                <a:gd name="connsiteX1659" fmla="*/ 1309501 w 2078016"/>
                <a:gd name="connsiteY1659" fmla="*/ 1911266 h 2078049"/>
                <a:gd name="connsiteX1660" fmla="*/ 1302739 w 2078016"/>
                <a:gd name="connsiteY1660" fmla="*/ 1909552 h 2078049"/>
                <a:gd name="connsiteX1661" fmla="*/ 1302929 w 2078016"/>
                <a:gd name="connsiteY1661" fmla="*/ 1908980 h 2078049"/>
                <a:gd name="connsiteX1662" fmla="*/ 1314931 w 2078016"/>
                <a:gd name="connsiteY1662" fmla="*/ 1854212 h 2078049"/>
                <a:gd name="connsiteX1663" fmla="*/ 1315502 w 2078016"/>
                <a:gd name="connsiteY1663" fmla="*/ 1822970 h 2078049"/>
                <a:gd name="connsiteX1664" fmla="*/ 1326742 w 2078016"/>
                <a:gd name="connsiteY1664" fmla="*/ 1805253 h 2078049"/>
                <a:gd name="connsiteX1665" fmla="*/ 1326742 w 2078016"/>
                <a:gd name="connsiteY1665" fmla="*/ 1804682 h 2078049"/>
                <a:gd name="connsiteX1666" fmla="*/ 1325789 w 2078016"/>
                <a:gd name="connsiteY1666" fmla="*/ 1800300 h 2078049"/>
                <a:gd name="connsiteX1667" fmla="*/ 1311502 w 2078016"/>
                <a:gd name="connsiteY1667" fmla="*/ 1788965 h 2078049"/>
                <a:gd name="connsiteX1668" fmla="*/ 1299500 w 2078016"/>
                <a:gd name="connsiteY1668" fmla="*/ 1745436 h 2078049"/>
                <a:gd name="connsiteX1669" fmla="*/ 1299500 w 2078016"/>
                <a:gd name="connsiteY1669" fmla="*/ 1745436 h 2078049"/>
                <a:gd name="connsiteX1670" fmla="*/ 1298738 w 2078016"/>
                <a:gd name="connsiteY1670" fmla="*/ 1743150 h 2078049"/>
                <a:gd name="connsiteX1671" fmla="*/ 1279593 w 2078016"/>
                <a:gd name="connsiteY1671" fmla="*/ 1699430 h 2078049"/>
                <a:gd name="connsiteX1672" fmla="*/ 1279117 w 2078016"/>
                <a:gd name="connsiteY1672" fmla="*/ 1680952 h 2078049"/>
                <a:gd name="connsiteX1673" fmla="*/ 1278831 w 2078016"/>
                <a:gd name="connsiteY1673" fmla="*/ 1680475 h 2078049"/>
                <a:gd name="connsiteX1674" fmla="*/ 1276259 w 2078016"/>
                <a:gd name="connsiteY1674" fmla="*/ 1676951 h 2078049"/>
                <a:gd name="connsiteX1675" fmla="*/ 1264067 w 2078016"/>
                <a:gd name="connsiteY1675" fmla="*/ 1671522 h 2078049"/>
                <a:gd name="connsiteX1676" fmla="*/ 1217395 w 2078016"/>
                <a:gd name="connsiteY1676" fmla="*/ 1611419 h 2078049"/>
                <a:gd name="connsiteX1677" fmla="*/ 1177866 w 2078016"/>
                <a:gd name="connsiteY1677" fmla="*/ 1582749 h 2078049"/>
                <a:gd name="connsiteX1678" fmla="*/ 1177009 w 2078016"/>
                <a:gd name="connsiteY1678" fmla="*/ 1582368 h 2078049"/>
                <a:gd name="connsiteX1679" fmla="*/ 1173199 w 2078016"/>
                <a:gd name="connsiteY1679" fmla="*/ 1568366 h 2078049"/>
                <a:gd name="connsiteX1680" fmla="*/ 1161197 w 2078016"/>
                <a:gd name="connsiteY1680" fmla="*/ 1560937 h 2078049"/>
                <a:gd name="connsiteX1681" fmla="*/ 1161197 w 2078016"/>
                <a:gd name="connsiteY1681" fmla="*/ 1560937 h 2078049"/>
                <a:gd name="connsiteX1682" fmla="*/ 1161197 w 2078016"/>
                <a:gd name="connsiteY1682" fmla="*/ 1560937 h 2078049"/>
                <a:gd name="connsiteX1683" fmla="*/ 1158530 w 2078016"/>
                <a:gd name="connsiteY1683" fmla="*/ 1561794 h 2078049"/>
                <a:gd name="connsiteX1684" fmla="*/ 1158149 w 2078016"/>
                <a:gd name="connsiteY1684" fmla="*/ 1561984 h 2078049"/>
                <a:gd name="connsiteX1685" fmla="*/ 1155768 w 2078016"/>
                <a:gd name="connsiteY1685" fmla="*/ 1563985 h 2078049"/>
                <a:gd name="connsiteX1686" fmla="*/ 1152244 w 2078016"/>
                <a:gd name="connsiteY1686" fmla="*/ 1576463 h 2078049"/>
                <a:gd name="connsiteX1687" fmla="*/ 1142814 w 2078016"/>
                <a:gd name="connsiteY1687" fmla="*/ 1577129 h 2078049"/>
                <a:gd name="connsiteX1688" fmla="*/ 1111191 w 2078016"/>
                <a:gd name="connsiteY1688" fmla="*/ 1596751 h 2078049"/>
                <a:gd name="connsiteX1689" fmla="*/ 1098047 w 2078016"/>
                <a:gd name="connsiteY1689" fmla="*/ 1616182 h 2078049"/>
                <a:gd name="connsiteX1690" fmla="*/ 1086616 w 2078016"/>
                <a:gd name="connsiteY1690" fmla="*/ 1641042 h 2078049"/>
                <a:gd name="connsiteX1691" fmla="*/ 1071853 w 2078016"/>
                <a:gd name="connsiteY1691" fmla="*/ 1699621 h 2078049"/>
                <a:gd name="connsiteX1692" fmla="*/ 1057851 w 2078016"/>
                <a:gd name="connsiteY1692" fmla="*/ 1715337 h 2078049"/>
                <a:gd name="connsiteX1693" fmla="*/ 1067757 w 2078016"/>
                <a:gd name="connsiteY1693" fmla="*/ 1733911 h 2078049"/>
                <a:gd name="connsiteX1694" fmla="*/ 1066614 w 2078016"/>
                <a:gd name="connsiteY1694" fmla="*/ 1788965 h 2078049"/>
                <a:gd name="connsiteX1695" fmla="*/ 1068233 w 2078016"/>
                <a:gd name="connsiteY1695" fmla="*/ 1810206 h 2078049"/>
                <a:gd name="connsiteX1696" fmla="*/ 1068233 w 2078016"/>
                <a:gd name="connsiteY1696" fmla="*/ 1810301 h 2078049"/>
                <a:gd name="connsiteX1697" fmla="*/ 1068233 w 2078016"/>
                <a:gd name="connsiteY1697" fmla="*/ 1810301 h 2078049"/>
                <a:gd name="connsiteX1698" fmla="*/ 1069376 w 2078016"/>
                <a:gd name="connsiteY1698" fmla="*/ 1819636 h 2078049"/>
                <a:gd name="connsiteX1699" fmla="*/ 1066614 w 2078016"/>
                <a:gd name="connsiteY1699" fmla="*/ 1820017 h 2078049"/>
                <a:gd name="connsiteX1700" fmla="*/ 1053755 w 2078016"/>
                <a:gd name="connsiteY1700" fmla="*/ 1841448 h 2078049"/>
                <a:gd name="connsiteX1701" fmla="*/ 1054898 w 2078016"/>
                <a:gd name="connsiteY1701" fmla="*/ 1844877 h 2078049"/>
                <a:gd name="connsiteX1702" fmla="*/ 1064804 w 2078016"/>
                <a:gd name="connsiteY1702" fmla="*/ 1854021 h 2078049"/>
                <a:gd name="connsiteX1703" fmla="*/ 1075282 w 2078016"/>
                <a:gd name="connsiteY1703" fmla="*/ 1854688 h 2078049"/>
                <a:gd name="connsiteX1704" fmla="*/ 1076710 w 2078016"/>
                <a:gd name="connsiteY1704" fmla="*/ 1854212 h 2078049"/>
                <a:gd name="connsiteX1705" fmla="*/ 1094046 w 2078016"/>
                <a:gd name="connsiteY1705" fmla="*/ 1898122 h 2078049"/>
                <a:gd name="connsiteX1706" fmla="*/ 1113763 w 2078016"/>
                <a:gd name="connsiteY1706" fmla="*/ 1929078 h 2078049"/>
                <a:gd name="connsiteX1707" fmla="*/ 1113477 w 2078016"/>
                <a:gd name="connsiteY1707" fmla="*/ 1929173 h 2078049"/>
                <a:gd name="connsiteX1708" fmla="*/ 1101666 w 2078016"/>
                <a:gd name="connsiteY1708" fmla="*/ 1937746 h 2078049"/>
                <a:gd name="connsiteX1709" fmla="*/ 1100142 w 2078016"/>
                <a:gd name="connsiteY1709" fmla="*/ 1940889 h 2078049"/>
                <a:gd name="connsiteX1710" fmla="*/ 1099094 w 2078016"/>
                <a:gd name="connsiteY1710" fmla="*/ 1947747 h 2078049"/>
                <a:gd name="connsiteX1711" fmla="*/ 1099761 w 2078016"/>
                <a:gd name="connsiteY1711" fmla="*/ 1951271 h 2078049"/>
                <a:gd name="connsiteX1712" fmla="*/ 1101190 w 2078016"/>
                <a:gd name="connsiteY1712" fmla="*/ 1954605 h 2078049"/>
                <a:gd name="connsiteX1713" fmla="*/ 1109191 w 2078016"/>
                <a:gd name="connsiteY1713" fmla="*/ 1961844 h 2078049"/>
                <a:gd name="connsiteX1714" fmla="*/ 1112715 w 2078016"/>
                <a:gd name="connsiteY1714" fmla="*/ 1963177 h 2078049"/>
                <a:gd name="connsiteX1715" fmla="*/ 1120525 w 2078016"/>
                <a:gd name="connsiteY1715" fmla="*/ 1963940 h 2078049"/>
                <a:gd name="connsiteX1716" fmla="*/ 1124621 w 2078016"/>
                <a:gd name="connsiteY1716" fmla="*/ 1963273 h 2078049"/>
                <a:gd name="connsiteX1717" fmla="*/ 1129289 w 2078016"/>
                <a:gd name="connsiteY1717" fmla="*/ 1961463 h 2078049"/>
                <a:gd name="connsiteX1718" fmla="*/ 1129574 w 2078016"/>
                <a:gd name="connsiteY1718" fmla="*/ 1961273 h 2078049"/>
                <a:gd name="connsiteX1719" fmla="*/ 1133194 w 2078016"/>
                <a:gd name="connsiteY1719" fmla="*/ 1958701 h 2078049"/>
                <a:gd name="connsiteX1720" fmla="*/ 1133289 w 2078016"/>
                <a:gd name="connsiteY1720" fmla="*/ 1958606 h 2078049"/>
                <a:gd name="connsiteX1721" fmla="*/ 1133289 w 2078016"/>
                <a:gd name="connsiteY1721" fmla="*/ 1958606 h 2078049"/>
                <a:gd name="connsiteX1722" fmla="*/ 1136337 w 2078016"/>
                <a:gd name="connsiteY1722" fmla="*/ 1954986 h 2078049"/>
                <a:gd name="connsiteX1723" fmla="*/ 1153387 w 2078016"/>
                <a:gd name="connsiteY1723" fmla="*/ 1969559 h 2078049"/>
                <a:gd name="connsiteX1724" fmla="*/ 1145767 w 2078016"/>
                <a:gd name="connsiteY1724" fmla="*/ 1976417 h 2078049"/>
                <a:gd name="connsiteX1725" fmla="*/ 1143862 w 2078016"/>
                <a:gd name="connsiteY1725" fmla="*/ 1980608 h 2078049"/>
                <a:gd name="connsiteX1726" fmla="*/ 1143766 w 2078016"/>
                <a:gd name="connsiteY1726" fmla="*/ 1981084 h 2078049"/>
                <a:gd name="connsiteX1727" fmla="*/ 1146529 w 2078016"/>
                <a:gd name="connsiteY1727" fmla="*/ 1995086 h 2078049"/>
                <a:gd name="connsiteX1728" fmla="*/ 1038229 w 2078016"/>
                <a:gd name="connsiteY1728" fmla="*/ 2020423 h 2078049"/>
                <a:gd name="connsiteX1729" fmla="*/ 995176 w 2078016"/>
                <a:gd name="connsiteY1729" fmla="*/ 2016327 h 2078049"/>
                <a:gd name="connsiteX1730" fmla="*/ 995939 w 2078016"/>
                <a:gd name="connsiteY1730" fmla="*/ 2002706 h 2078049"/>
                <a:gd name="connsiteX1731" fmla="*/ 979936 w 2078016"/>
                <a:gd name="connsiteY1731" fmla="*/ 1990895 h 2078049"/>
                <a:gd name="connsiteX1732" fmla="*/ 979936 w 2078016"/>
                <a:gd name="connsiteY1732" fmla="*/ 1990895 h 2078049"/>
                <a:gd name="connsiteX1733" fmla="*/ 979841 w 2078016"/>
                <a:gd name="connsiteY1733" fmla="*/ 1990895 h 2078049"/>
                <a:gd name="connsiteX1734" fmla="*/ 975079 w 2078016"/>
                <a:gd name="connsiteY1734" fmla="*/ 1990514 h 2078049"/>
                <a:gd name="connsiteX1735" fmla="*/ 974317 w 2078016"/>
                <a:gd name="connsiteY1735" fmla="*/ 1990514 h 2078049"/>
                <a:gd name="connsiteX1736" fmla="*/ 969173 w 2078016"/>
                <a:gd name="connsiteY1736" fmla="*/ 1991181 h 2078049"/>
                <a:gd name="connsiteX1737" fmla="*/ 965268 w 2078016"/>
                <a:gd name="connsiteY1737" fmla="*/ 1992610 h 2078049"/>
                <a:gd name="connsiteX1738" fmla="*/ 955457 w 2078016"/>
                <a:gd name="connsiteY1738" fmla="*/ 2002992 h 2078049"/>
                <a:gd name="connsiteX1739" fmla="*/ 954886 w 2078016"/>
                <a:gd name="connsiteY1739" fmla="*/ 2005754 h 2078049"/>
                <a:gd name="connsiteX1740" fmla="*/ 923072 w 2078016"/>
                <a:gd name="connsiteY1740" fmla="*/ 1991562 h 2078049"/>
                <a:gd name="connsiteX1741" fmla="*/ 917548 w 2078016"/>
                <a:gd name="connsiteY1741" fmla="*/ 1988419 h 2078049"/>
                <a:gd name="connsiteX1742" fmla="*/ 906594 w 2078016"/>
                <a:gd name="connsiteY1742" fmla="*/ 1981656 h 2078049"/>
                <a:gd name="connsiteX1743" fmla="*/ 923358 w 2078016"/>
                <a:gd name="connsiteY1743" fmla="*/ 1969369 h 2078049"/>
                <a:gd name="connsiteX1744" fmla="*/ 938312 w 2078016"/>
                <a:gd name="connsiteY1744" fmla="*/ 1977751 h 2078049"/>
                <a:gd name="connsiteX1745" fmla="*/ 956886 w 2078016"/>
                <a:gd name="connsiteY1745" fmla="*/ 1970321 h 2078049"/>
                <a:gd name="connsiteX1746" fmla="*/ 956886 w 2078016"/>
                <a:gd name="connsiteY1746" fmla="*/ 1970321 h 2078049"/>
                <a:gd name="connsiteX1747" fmla="*/ 956886 w 2078016"/>
                <a:gd name="connsiteY1747" fmla="*/ 1970321 h 2078049"/>
                <a:gd name="connsiteX1748" fmla="*/ 959077 w 2078016"/>
                <a:gd name="connsiteY1748" fmla="*/ 1966607 h 2078049"/>
                <a:gd name="connsiteX1749" fmla="*/ 959362 w 2078016"/>
                <a:gd name="connsiteY1749" fmla="*/ 1966035 h 2078049"/>
                <a:gd name="connsiteX1750" fmla="*/ 960410 w 2078016"/>
                <a:gd name="connsiteY1750" fmla="*/ 1961654 h 2078049"/>
                <a:gd name="connsiteX1751" fmla="*/ 950028 w 2078016"/>
                <a:gd name="connsiteY1751" fmla="*/ 1944604 h 2078049"/>
                <a:gd name="connsiteX1752" fmla="*/ 950409 w 2078016"/>
                <a:gd name="connsiteY1752" fmla="*/ 1944223 h 2078049"/>
                <a:gd name="connsiteX1753" fmla="*/ 982318 w 2078016"/>
                <a:gd name="connsiteY1753" fmla="*/ 1898217 h 2078049"/>
                <a:gd name="connsiteX1754" fmla="*/ 994795 w 2078016"/>
                <a:gd name="connsiteY1754" fmla="*/ 1869642 h 2078049"/>
                <a:gd name="connsiteX1755" fmla="*/ 1010226 w 2078016"/>
                <a:gd name="connsiteY1755" fmla="*/ 1861165 h 2078049"/>
                <a:gd name="connsiteX1756" fmla="*/ 1010226 w 2078016"/>
                <a:gd name="connsiteY1756" fmla="*/ 1861165 h 2078049"/>
                <a:gd name="connsiteX1757" fmla="*/ 1010226 w 2078016"/>
                <a:gd name="connsiteY1757" fmla="*/ 1861165 h 2078049"/>
                <a:gd name="connsiteX1758" fmla="*/ 1012036 w 2078016"/>
                <a:gd name="connsiteY1758" fmla="*/ 1857355 h 2078049"/>
                <a:gd name="connsiteX1759" fmla="*/ 1012226 w 2078016"/>
                <a:gd name="connsiteY1759" fmla="*/ 1856879 h 2078049"/>
                <a:gd name="connsiteX1760" fmla="*/ 1012988 w 2078016"/>
                <a:gd name="connsiteY1760" fmla="*/ 1852497 h 2078049"/>
                <a:gd name="connsiteX1761" fmla="*/ 1012988 w 2078016"/>
                <a:gd name="connsiteY1761" fmla="*/ 1852497 h 2078049"/>
                <a:gd name="connsiteX1762" fmla="*/ 1012988 w 2078016"/>
                <a:gd name="connsiteY1762" fmla="*/ 1852497 h 2078049"/>
                <a:gd name="connsiteX1763" fmla="*/ 1012988 w 2078016"/>
                <a:gd name="connsiteY1763" fmla="*/ 1852497 h 2078049"/>
                <a:gd name="connsiteX1764" fmla="*/ 1010321 w 2078016"/>
                <a:gd name="connsiteY1764" fmla="*/ 1842496 h 2078049"/>
                <a:gd name="connsiteX1765" fmla="*/ 1004130 w 2078016"/>
                <a:gd name="connsiteY1765" fmla="*/ 1836590 h 2078049"/>
                <a:gd name="connsiteX1766" fmla="*/ 1009845 w 2078016"/>
                <a:gd name="connsiteY1766" fmla="*/ 1789251 h 2078049"/>
                <a:gd name="connsiteX1767" fmla="*/ 1008892 w 2078016"/>
                <a:gd name="connsiteY1767" fmla="*/ 1741531 h 2078049"/>
                <a:gd name="connsiteX1768" fmla="*/ 1015465 w 2078016"/>
                <a:gd name="connsiteY1768" fmla="*/ 1724291 h 2078049"/>
                <a:gd name="connsiteX1769" fmla="*/ 1015369 w 2078016"/>
                <a:gd name="connsiteY1769" fmla="*/ 1723719 h 2078049"/>
                <a:gd name="connsiteX1770" fmla="*/ 1014322 w 2078016"/>
                <a:gd name="connsiteY1770" fmla="*/ 1719433 h 2078049"/>
                <a:gd name="connsiteX1771" fmla="*/ 1004987 w 2078016"/>
                <a:gd name="connsiteY1771" fmla="*/ 1709908 h 2078049"/>
                <a:gd name="connsiteX1772" fmla="*/ 1003654 w 2078016"/>
                <a:gd name="connsiteY1772" fmla="*/ 1701335 h 2078049"/>
                <a:gd name="connsiteX1773" fmla="*/ 984699 w 2078016"/>
                <a:gd name="connsiteY1773" fmla="*/ 1636375 h 2078049"/>
                <a:gd name="connsiteX1774" fmla="*/ 958410 w 2078016"/>
                <a:gd name="connsiteY1774" fmla="*/ 1594179 h 2078049"/>
                <a:gd name="connsiteX1775" fmla="*/ 960124 w 2078016"/>
                <a:gd name="connsiteY1775" fmla="*/ 1579796 h 2078049"/>
                <a:gd name="connsiteX1776" fmla="*/ 951838 w 2078016"/>
                <a:gd name="connsiteY1776" fmla="*/ 1568652 h 2078049"/>
                <a:gd name="connsiteX1777" fmla="*/ 951838 w 2078016"/>
                <a:gd name="connsiteY1777" fmla="*/ 1568652 h 2078049"/>
                <a:gd name="connsiteX1778" fmla="*/ 951742 w 2078016"/>
                <a:gd name="connsiteY1778" fmla="*/ 1568652 h 2078049"/>
                <a:gd name="connsiteX1779" fmla="*/ 949171 w 2078016"/>
                <a:gd name="connsiteY1779" fmla="*/ 1568366 h 2078049"/>
                <a:gd name="connsiteX1780" fmla="*/ 948599 w 2078016"/>
                <a:gd name="connsiteY1780" fmla="*/ 1568366 h 2078049"/>
                <a:gd name="connsiteX1781" fmla="*/ 945647 w 2078016"/>
                <a:gd name="connsiteY1781" fmla="*/ 1569224 h 2078049"/>
                <a:gd name="connsiteX1782" fmla="*/ 937550 w 2078016"/>
                <a:gd name="connsiteY1782" fmla="*/ 1579320 h 2078049"/>
                <a:gd name="connsiteX1783" fmla="*/ 928597 w 2078016"/>
                <a:gd name="connsiteY1783" fmla="*/ 1576558 h 2078049"/>
                <a:gd name="connsiteX1784" fmla="*/ 852492 w 2078016"/>
                <a:gd name="connsiteY1784" fmla="*/ 1614182 h 2078049"/>
                <a:gd name="connsiteX1785" fmla="*/ 816583 w 2078016"/>
                <a:gd name="connsiteY1785" fmla="*/ 1662568 h 2078049"/>
                <a:gd name="connsiteX1786" fmla="*/ 815630 w 2078016"/>
                <a:gd name="connsiteY1786" fmla="*/ 1662188 h 2078049"/>
                <a:gd name="connsiteX1787" fmla="*/ 812773 w 2078016"/>
                <a:gd name="connsiteY1787" fmla="*/ 1661807 h 2078049"/>
                <a:gd name="connsiteX1788" fmla="*/ 804295 w 2078016"/>
                <a:gd name="connsiteY1788" fmla="*/ 1664283 h 2078049"/>
                <a:gd name="connsiteX1789" fmla="*/ 797628 w 2078016"/>
                <a:gd name="connsiteY1789" fmla="*/ 1671808 h 2078049"/>
                <a:gd name="connsiteX1790" fmla="*/ 795247 w 2078016"/>
                <a:gd name="connsiteY1790" fmla="*/ 1681904 h 2078049"/>
                <a:gd name="connsiteX1791" fmla="*/ 798104 w 2078016"/>
                <a:gd name="connsiteY1791" fmla="*/ 1691048 h 2078049"/>
                <a:gd name="connsiteX1792" fmla="*/ 799628 w 2078016"/>
                <a:gd name="connsiteY1792" fmla="*/ 1692763 h 2078049"/>
                <a:gd name="connsiteX1793" fmla="*/ 777435 w 2078016"/>
                <a:gd name="connsiteY1793" fmla="*/ 1743245 h 2078049"/>
                <a:gd name="connsiteX1794" fmla="*/ 768291 w 2078016"/>
                <a:gd name="connsiteY1794" fmla="*/ 1772487 h 2078049"/>
                <a:gd name="connsiteX1795" fmla="*/ 765624 w 2078016"/>
                <a:gd name="connsiteY1795" fmla="*/ 1771820 h 2078049"/>
                <a:gd name="connsiteX1796" fmla="*/ 745526 w 2078016"/>
                <a:gd name="connsiteY1796" fmla="*/ 1786584 h 2078049"/>
                <a:gd name="connsiteX1797" fmla="*/ 760290 w 2078016"/>
                <a:gd name="connsiteY1797" fmla="*/ 1807063 h 2078049"/>
                <a:gd name="connsiteX1798" fmla="*/ 761909 w 2078016"/>
                <a:gd name="connsiteY1798" fmla="*/ 1807063 h 2078049"/>
                <a:gd name="connsiteX1799" fmla="*/ 761147 w 2078016"/>
                <a:gd name="connsiteY1799" fmla="*/ 1854307 h 2078049"/>
                <a:gd name="connsiteX1800" fmla="*/ 767529 w 2078016"/>
                <a:gd name="connsiteY1800" fmla="*/ 1890597 h 2078049"/>
                <a:gd name="connsiteX1801" fmla="*/ 767243 w 2078016"/>
                <a:gd name="connsiteY1801" fmla="*/ 1890502 h 2078049"/>
                <a:gd name="connsiteX1802" fmla="*/ 753051 w 2078016"/>
                <a:gd name="connsiteY1802" fmla="*/ 1893835 h 2078049"/>
                <a:gd name="connsiteX1803" fmla="*/ 746098 w 2078016"/>
                <a:gd name="connsiteY1803" fmla="*/ 1905647 h 2078049"/>
                <a:gd name="connsiteX1804" fmla="*/ 756861 w 2078016"/>
                <a:gd name="connsiteY1804" fmla="*/ 1923839 h 2078049"/>
                <a:gd name="connsiteX1805" fmla="*/ 764576 w 2078016"/>
                <a:gd name="connsiteY1805" fmla="*/ 1926316 h 2078049"/>
                <a:gd name="connsiteX1806" fmla="*/ 764576 w 2078016"/>
                <a:gd name="connsiteY1806" fmla="*/ 1926316 h 2078049"/>
                <a:gd name="connsiteX1807" fmla="*/ 769529 w 2078016"/>
                <a:gd name="connsiteY1807" fmla="*/ 1926221 h 2078049"/>
                <a:gd name="connsiteX1808" fmla="*/ 770101 w 2078016"/>
                <a:gd name="connsiteY1808" fmla="*/ 1926125 h 2078049"/>
                <a:gd name="connsiteX1809" fmla="*/ 774482 w 2078016"/>
                <a:gd name="connsiteY1809" fmla="*/ 1924982 h 2078049"/>
                <a:gd name="connsiteX1810" fmla="*/ 774482 w 2078016"/>
                <a:gd name="connsiteY1810" fmla="*/ 1924982 h 2078049"/>
                <a:gd name="connsiteX1811" fmla="*/ 774482 w 2078016"/>
                <a:gd name="connsiteY1811" fmla="*/ 1924982 h 2078049"/>
                <a:gd name="connsiteX1812" fmla="*/ 778673 w 2078016"/>
                <a:gd name="connsiteY1812" fmla="*/ 1922792 h 2078049"/>
                <a:gd name="connsiteX1813" fmla="*/ 788865 w 2078016"/>
                <a:gd name="connsiteY1813" fmla="*/ 1942984 h 2078049"/>
                <a:gd name="connsiteX1814" fmla="*/ 779245 w 2078016"/>
                <a:gd name="connsiteY1814" fmla="*/ 1946318 h 2078049"/>
                <a:gd name="connsiteX1815" fmla="*/ 775911 w 2078016"/>
                <a:gd name="connsiteY1815" fmla="*/ 1949366 h 2078049"/>
                <a:gd name="connsiteX1816" fmla="*/ 775625 w 2078016"/>
                <a:gd name="connsiteY1816" fmla="*/ 1949747 h 2078049"/>
                <a:gd name="connsiteX1817" fmla="*/ 772768 w 2078016"/>
                <a:gd name="connsiteY1817" fmla="*/ 1963749 h 2078049"/>
                <a:gd name="connsiteX1818" fmla="*/ 662659 w 2078016"/>
                <a:gd name="connsiteY1818" fmla="*/ 1945651 h 2078049"/>
                <a:gd name="connsiteX1819" fmla="*/ 624273 w 2078016"/>
                <a:gd name="connsiteY1819" fmla="*/ 1925363 h 2078049"/>
                <a:gd name="connsiteX1820" fmla="*/ 630178 w 2078016"/>
                <a:gd name="connsiteY1820" fmla="*/ 1913076 h 2078049"/>
                <a:gd name="connsiteX1821" fmla="*/ 624082 w 2078016"/>
                <a:gd name="connsiteY1821" fmla="*/ 1899550 h 2078049"/>
                <a:gd name="connsiteX1822" fmla="*/ 615510 w 2078016"/>
                <a:gd name="connsiteY1822" fmla="*/ 1893740 h 2078049"/>
                <a:gd name="connsiteX1823" fmla="*/ 614843 w 2078016"/>
                <a:gd name="connsiteY1823" fmla="*/ 1893455 h 2078049"/>
                <a:gd name="connsiteX1824" fmla="*/ 609795 w 2078016"/>
                <a:gd name="connsiteY1824" fmla="*/ 1892121 h 2078049"/>
                <a:gd name="connsiteX1825" fmla="*/ 590935 w 2078016"/>
                <a:gd name="connsiteY1825" fmla="*/ 1900027 h 2078049"/>
                <a:gd name="connsiteX1826" fmla="*/ 587983 w 2078016"/>
                <a:gd name="connsiteY1826" fmla="*/ 1897455 h 2078049"/>
                <a:gd name="connsiteX1827" fmla="*/ 587792 w 2078016"/>
                <a:gd name="connsiteY1827" fmla="*/ 1897265 h 2078049"/>
                <a:gd name="connsiteX1828" fmla="*/ 567028 w 2078016"/>
                <a:gd name="connsiteY1828" fmla="*/ 1874690 h 2078049"/>
                <a:gd name="connsiteX1829" fmla="*/ 563027 w 2078016"/>
                <a:gd name="connsiteY1829" fmla="*/ 1869451 h 2078049"/>
                <a:gd name="connsiteX1830" fmla="*/ 555598 w 2078016"/>
                <a:gd name="connsiteY1830" fmla="*/ 1859069 h 2078049"/>
                <a:gd name="connsiteX1831" fmla="*/ 575791 w 2078016"/>
                <a:gd name="connsiteY1831" fmla="*/ 1854212 h 2078049"/>
                <a:gd name="connsiteX1832" fmla="*/ 586364 w 2078016"/>
                <a:gd name="connsiteY1832" fmla="*/ 1867737 h 2078049"/>
                <a:gd name="connsiteX1833" fmla="*/ 606366 w 2078016"/>
                <a:gd name="connsiteY1833" fmla="*/ 1868023 h 2078049"/>
                <a:gd name="connsiteX1834" fmla="*/ 606366 w 2078016"/>
                <a:gd name="connsiteY1834" fmla="*/ 1868023 h 2078049"/>
                <a:gd name="connsiteX1835" fmla="*/ 606366 w 2078016"/>
                <a:gd name="connsiteY1835" fmla="*/ 1868023 h 2078049"/>
                <a:gd name="connsiteX1836" fmla="*/ 609795 w 2078016"/>
                <a:gd name="connsiteY1836" fmla="*/ 1865451 h 2078049"/>
                <a:gd name="connsiteX1837" fmla="*/ 610176 w 2078016"/>
                <a:gd name="connsiteY1837" fmla="*/ 1865070 h 2078049"/>
                <a:gd name="connsiteX1838" fmla="*/ 612843 w 2078016"/>
                <a:gd name="connsiteY1838" fmla="*/ 1861450 h 2078049"/>
                <a:gd name="connsiteX1839" fmla="*/ 609795 w 2078016"/>
                <a:gd name="connsiteY1839" fmla="*/ 1841639 h 2078049"/>
                <a:gd name="connsiteX1840" fmla="*/ 610366 w 2078016"/>
                <a:gd name="connsiteY1840" fmla="*/ 1841448 h 2078049"/>
                <a:gd name="connsiteX1841" fmla="*/ 657515 w 2078016"/>
                <a:gd name="connsiteY1841" fmla="*/ 1811349 h 2078049"/>
                <a:gd name="connsiteX1842" fmla="*/ 679994 w 2078016"/>
                <a:gd name="connsiteY1842" fmla="*/ 1789632 h 2078049"/>
                <a:gd name="connsiteX1843" fmla="*/ 697425 w 2078016"/>
                <a:gd name="connsiteY1843" fmla="*/ 1787727 h 2078049"/>
                <a:gd name="connsiteX1844" fmla="*/ 697425 w 2078016"/>
                <a:gd name="connsiteY1844" fmla="*/ 1787727 h 2078049"/>
                <a:gd name="connsiteX1845" fmla="*/ 697425 w 2078016"/>
                <a:gd name="connsiteY1845" fmla="*/ 1787727 h 2078049"/>
                <a:gd name="connsiteX1846" fmla="*/ 700568 w 2078016"/>
                <a:gd name="connsiteY1846" fmla="*/ 1784870 h 2078049"/>
                <a:gd name="connsiteX1847" fmla="*/ 700949 w 2078016"/>
                <a:gd name="connsiteY1847" fmla="*/ 1784489 h 2078049"/>
                <a:gd name="connsiteX1848" fmla="*/ 703331 w 2078016"/>
                <a:gd name="connsiteY1848" fmla="*/ 1780679 h 2078049"/>
                <a:gd name="connsiteX1849" fmla="*/ 701235 w 2078016"/>
                <a:gd name="connsiteY1849" fmla="*/ 1762581 h 2078049"/>
                <a:gd name="connsiteX1850" fmla="*/ 723619 w 2078016"/>
                <a:gd name="connsiteY1850" fmla="*/ 1723243 h 2078049"/>
                <a:gd name="connsiteX1851" fmla="*/ 723619 w 2078016"/>
                <a:gd name="connsiteY1851" fmla="*/ 1723243 h 2078049"/>
                <a:gd name="connsiteX1852" fmla="*/ 724666 w 2078016"/>
                <a:gd name="connsiteY1852" fmla="*/ 1721052 h 2078049"/>
                <a:gd name="connsiteX1853" fmla="*/ 742097 w 2078016"/>
                <a:gd name="connsiteY1853" fmla="*/ 1676666 h 2078049"/>
                <a:gd name="connsiteX1854" fmla="*/ 754765 w 2078016"/>
                <a:gd name="connsiteY1854" fmla="*/ 1663235 h 2078049"/>
                <a:gd name="connsiteX1855" fmla="*/ 754956 w 2078016"/>
                <a:gd name="connsiteY1855" fmla="*/ 1662759 h 2078049"/>
                <a:gd name="connsiteX1856" fmla="*/ 755623 w 2078016"/>
                <a:gd name="connsiteY1856" fmla="*/ 1658377 h 2078049"/>
                <a:gd name="connsiteX1857" fmla="*/ 754670 w 2078016"/>
                <a:gd name="connsiteY1857" fmla="*/ 1651805 h 2078049"/>
                <a:gd name="connsiteX1858" fmla="*/ 751622 w 2078016"/>
                <a:gd name="connsiteY1858" fmla="*/ 1646757 h 2078049"/>
                <a:gd name="connsiteX1859" fmla="*/ 750765 w 2078016"/>
                <a:gd name="connsiteY1859" fmla="*/ 1645995 h 2078049"/>
                <a:gd name="connsiteX1860" fmla="*/ 752860 w 2078016"/>
                <a:gd name="connsiteY1860" fmla="*/ 1637518 h 2078049"/>
                <a:gd name="connsiteX1861" fmla="*/ 760385 w 2078016"/>
                <a:gd name="connsiteY1861" fmla="*/ 1570271 h 2078049"/>
                <a:gd name="connsiteX1862" fmla="*/ 752384 w 2078016"/>
                <a:gd name="connsiteY1862" fmla="*/ 1521217 h 2078049"/>
                <a:gd name="connsiteX1863" fmla="*/ 759528 w 2078016"/>
                <a:gd name="connsiteY1863" fmla="*/ 1508645 h 2078049"/>
                <a:gd name="connsiteX1864" fmla="*/ 756194 w 2078016"/>
                <a:gd name="connsiteY1864" fmla="*/ 1495119 h 2078049"/>
                <a:gd name="connsiteX1865" fmla="*/ 756194 w 2078016"/>
                <a:gd name="connsiteY1865" fmla="*/ 1495119 h 2078049"/>
                <a:gd name="connsiteX1866" fmla="*/ 756099 w 2078016"/>
                <a:gd name="connsiteY1866" fmla="*/ 1495119 h 2078049"/>
                <a:gd name="connsiteX1867" fmla="*/ 753813 w 2078016"/>
                <a:gd name="connsiteY1867" fmla="*/ 1493881 h 2078049"/>
                <a:gd name="connsiteX1868" fmla="*/ 753337 w 2078016"/>
                <a:gd name="connsiteY1868" fmla="*/ 1493690 h 2078049"/>
                <a:gd name="connsiteX1869" fmla="*/ 750289 w 2078016"/>
                <a:gd name="connsiteY1869" fmla="*/ 1493309 h 2078049"/>
                <a:gd name="connsiteX1870" fmla="*/ 738954 w 2078016"/>
                <a:gd name="connsiteY1870" fmla="*/ 1499500 h 2078049"/>
                <a:gd name="connsiteX1871" fmla="*/ 731715 w 2078016"/>
                <a:gd name="connsiteY1871" fmla="*/ 1493500 h 2078049"/>
                <a:gd name="connsiteX1872" fmla="*/ 646847 w 2078016"/>
                <a:gd name="connsiteY1872" fmla="*/ 1498834 h 2078049"/>
                <a:gd name="connsiteX1873" fmla="*/ 595031 w 2078016"/>
                <a:gd name="connsiteY1873" fmla="*/ 1529790 h 2078049"/>
                <a:gd name="connsiteX1874" fmla="*/ 573981 w 2078016"/>
                <a:gd name="connsiteY1874" fmla="*/ 1531028 h 2078049"/>
                <a:gd name="connsiteX1875" fmla="*/ 567980 w 2078016"/>
                <a:gd name="connsiteY1875" fmla="*/ 1539506 h 2078049"/>
                <a:gd name="connsiteX1876" fmla="*/ 566837 w 2078016"/>
                <a:gd name="connsiteY1876" fmla="*/ 1545887 h 2078049"/>
                <a:gd name="connsiteX1877" fmla="*/ 567885 w 2078016"/>
                <a:gd name="connsiteY1877" fmla="*/ 1551221 h 2078049"/>
                <a:gd name="connsiteX1878" fmla="*/ 528166 w 2078016"/>
                <a:gd name="connsiteY1878" fmla="*/ 1589321 h 2078049"/>
                <a:gd name="connsiteX1879" fmla="*/ 514259 w 2078016"/>
                <a:gd name="connsiteY1879" fmla="*/ 1605514 h 2078049"/>
                <a:gd name="connsiteX1880" fmla="*/ 514259 w 2078016"/>
                <a:gd name="connsiteY1880" fmla="*/ 1605514 h 2078049"/>
                <a:gd name="connsiteX1881" fmla="*/ 514259 w 2078016"/>
                <a:gd name="connsiteY1881" fmla="*/ 1605514 h 2078049"/>
                <a:gd name="connsiteX1882" fmla="*/ 508449 w 2078016"/>
                <a:gd name="connsiteY1882" fmla="*/ 1612848 h 2078049"/>
                <a:gd name="connsiteX1883" fmla="*/ 506258 w 2078016"/>
                <a:gd name="connsiteY1883" fmla="*/ 1611133 h 2078049"/>
                <a:gd name="connsiteX1884" fmla="*/ 482065 w 2078016"/>
                <a:gd name="connsiteY1884" fmla="*/ 1617134 h 2078049"/>
                <a:gd name="connsiteX1885" fmla="*/ 479398 w 2078016"/>
                <a:gd name="connsiteY1885" fmla="*/ 1627135 h 2078049"/>
                <a:gd name="connsiteX1886" fmla="*/ 482731 w 2078016"/>
                <a:gd name="connsiteY1886" fmla="*/ 1636756 h 2078049"/>
                <a:gd name="connsiteX1887" fmla="*/ 487875 w 2078016"/>
                <a:gd name="connsiteY1887" fmla="*/ 1641614 h 2078049"/>
                <a:gd name="connsiteX1888" fmla="*/ 489304 w 2078016"/>
                <a:gd name="connsiteY1888" fmla="*/ 1642280 h 2078049"/>
                <a:gd name="connsiteX1889" fmla="*/ 470539 w 2078016"/>
                <a:gd name="connsiteY1889" fmla="*/ 1685619 h 2078049"/>
                <a:gd name="connsiteX1890" fmla="*/ 462539 w 2078016"/>
                <a:gd name="connsiteY1890" fmla="*/ 1721433 h 2078049"/>
                <a:gd name="connsiteX1891" fmla="*/ 462348 w 2078016"/>
                <a:gd name="connsiteY1891" fmla="*/ 1721242 h 2078049"/>
                <a:gd name="connsiteX1892" fmla="*/ 437011 w 2078016"/>
                <a:gd name="connsiteY1892" fmla="*/ 1727148 h 2078049"/>
                <a:gd name="connsiteX1893" fmla="*/ 446156 w 2078016"/>
                <a:gd name="connsiteY1893" fmla="*/ 1753342 h 2078049"/>
                <a:gd name="connsiteX1894" fmla="*/ 450537 w 2078016"/>
                <a:gd name="connsiteY1894" fmla="*/ 1755151 h 2078049"/>
                <a:gd name="connsiteX1895" fmla="*/ 451585 w 2078016"/>
                <a:gd name="connsiteY1895" fmla="*/ 1755342 h 2078049"/>
                <a:gd name="connsiteX1896" fmla="*/ 455776 w 2078016"/>
                <a:gd name="connsiteY1896" fmla="*/ 1755914 h 2078049"/>
                <a:gd name="connsiteX1897" fmla="*/ 455776 w 2078016"/>
                <a:gd name="connsiteY1897" fmla="*/ 1755914 h 2078049"/>
                <a:gd name="connsiteX1898" fmla="*/ 455776 w 2078016"/>
                <a:gd name="connsiteY1898" fmla="*/ 1755914 h 2078049"/>
                <a:gd name="connsiteX1899" fmla="*/ 460443 w 2078016"/>
                <a:gd name="connsiteY1899" fmla="*/ 1755533 h 2078049"/>
                <a:gd name="connsiteX1900" fmla="*/ 462062 w 2078016"/>
                <a:gd name="connsiteY1900" fmla="*/ 1778012 h 2078049"/>
                <a:gd name="connsiteX1901" fmla="*/ 451870 w 2078016"/>
                <a:gd name="connsiteY1901" fmla="*/ 1777440 h 2078049"/>
                <a:gd name="connsiteX1902" fmla="*/ 447584 w 2078016"/>
                <a:gd name="connsiteY1902" fmla="*/ 1778964 h 2078049"/>
                <a:gd name="connsiteX1903" fmla="*/ 447203 w 2078016"/>
                <a:gd name="connsiteY1903" fmla="*/ 1779250 h 2078049"/>
                <a:gd name="connsiteX1904" fmla="*/ 439202 w 2078016"/>
                <a:gd name="connsiteY1904" fmla="*/ 1791156 h 2078049"/>
                <a:gd name="connsiteX1905" fmla="*/ 344524 w 2078016"/>
                <a:gd name="connsiteY1905" fmla="*/ 1732482 h 2078049"/>
                <a:gd name="connsiteX1906" fmla="*/ 316901 w 2078016"/>
                <a:gd name="connsiteY1906" fmla="*/ 1699145 h 2078049"/>
                <a:gd name="connsiteX1907" fmla="*/ 327093 w 2078016"/>
                <a:gd name="connsiteY1907" fmla="*/ 1690000 h 2078049"/>
                <a:gd name="connsiteX1908" fmla="*/ 320902 w 2078016"/>
                <a:gd name="connsiteY1908" fmla="*/ 1666379 h 2078049"/>
                <a:gd name="connsiteX1909" fmla="*/ 320616 w 2078016"/>
                <a:gd name="connsiteY1909" fmla="*/ 1666093 h 2078049"/>
                <a:gd name="connsiteX1910" fmla="*/ 316425 w 2078016"/>
                <a:gd name="connsiteY1910" fmla="*/ 1662950 h 2078049"/>
                <a:gd name="connsiteX1911" fmla="*/ 296041 w 2078016"/>
                <a:gd name="connsiteY1911" fmla="*/ 1663045 h 2078049"/>
                <a:gd name="connsiteX1912" fmla="*/ 288612 w 2078016"/>
                <a:gd name="connsiteY1912" fmla="*/ 1645709 h 2078049"/>
                <a:gd name="connsiteX1913" fmla="*/ 285945 w 2078016"/>
                <a:gd name="connsiteY1913" fmla="*/ 1637899 h 2078049"/>
                <a:gd name="connsiteX1914" fmla="*/ 283754 w 2078016"/>
                <a:gd name="connsiteY1914" fmla="*/ 1631231 h 2078049"/>
                <a:gd name="connsiteX1915" fmla="*/ 278801 w 2078016"/>
                <a:gd name="connsiteY1915" fmla="*/ 1611991 h 2078049"/>
                <a:gd name="connsiteX1916" fmla="*/ 299375 w 2078016"/>
                <a:gd name="connsiteY1916" fmla="*/ 1615134 h 2078049"/>
                <a:gd name="connsiteX1917" fmla="*/ 304042 w 2078016"/>
                <a:gd name="connsiteY1917" fmla="*/ 1631612 h 2078049"/>
                <a:gd name="connsiteX1918" fmla="*/ 322235 w 2078016"/>
                <a:gd name="connsiteY1918" fmla="*/ 1639613 h 2078049"/>
                <a:gd name="connsiteX1919" fmla="*/ 322235 w 2078016"/>
                <a:gd name="connsiteY1919" fmla="*/ 1639613 h 2078049"/>
                <a:gd name="connsiteX1920" fmla="*/ 322235 w 2078016"/>
                <a:gd name="connsiteY1920" fmla="*/ 1639613 h 2078049"/>
                <a:gd name="connsiteX1921" fmla="*/ 326426 w 2078016"/>
                <a:gd name="connsiteY1921" fmla="*/ 1638566 h 2078049"/>
                <a:gd name="connsiteX1922" fmla="*/ 326998 w 2078016"/>
                <a:gd name="connsiteY1922" fmla="*/ 1638375 h 2078049"/>
                <a:gd name="connsiteX1923" fmla="*/ 330808 w 2078016"/>
                <a:gd name="connsiteY1923" fmla="*/ 1636089 h 2078049"/>
                <a:gd name="connsiteX1924" fmla="*/ 335570 w 2078016"/>
                <a:gd name="connsiteY1924" fmla="*/ 1616658 h 2078049"/>
                <a:gd name="connsiteX1925" fmla="*/ 336142 w 2078016"/>
                <a:gd name="connsiteY1925" fmla="*/ 1616658 h 2078049"/>
                <a:gd name="connsiteX1926" fmla="*/ 391291 w 2078016"/>
                <a:gd name="connsiteY1926" fmla="*/ 1606657 h 2078049"/>
                <a:gd name="connsiteX1927" fmla="*/ 420343 w 2078016"/>
                <a:gd name="connsiteY1927" fmla="*/ 1595227 h 2078049"/>
                <a:gd name="connsiteX1928" fmla="*/ 437107 w 2078016"/>
                <a:gd name="connsiteY1928" fmla="*/ 1600180 h 2078049"/>
                <a:gd name="connsiteX1929" fmla="*/ 437107 w 2078016"/>
                <a:gd name="connsiteY1929" fmla="*/ 1600180 h 2078049"/>
                <a:gd name="connsiteX1930" fmla="*/ 437107 w 2078016"/>
                <a:gd name="connsiteY1930" fmla="*/ 1600180 h 2078049"/>
                <a:gd name="connsiteX1931" fmla="*/ 441012 w 2078016"/>
                <a:gd name="connsiteY1931" fmla="*/ 1598751 h 2078049"/>
                <a:gd name="connsiteX1932" fmla="*/ 441583 w 2078016"/>
                <a:gd name="connsiteY1932" fmla="*/ 1598465 h 2078049"/>
                <a:gd name="connsiteX1933" fmla="*/ 445203 w 2078016"/>
                <a:gd name="connsiteY1933" fmla="*/ 1595893 h 2078049"/>
                <a:gd name="connsiteX1934" fmla="*/ 450156 w 2078016"/>
                <a:gd name="connsiteY1934" fmla="*/ 1578367 h 2078049"/>
                <a:gd name="connsiteX1935" fmla="*/ 487684 w 2078016"/>
                <a:gd name="connsiteY1935" fmla="*/ 1548935 h 2078049"/>
                <a:gd name="connsiteX1936" fmla="*/ 520736 w 2078016"/>
                <a:gd name="connsiteY1936" fmla="*/ 1514550 h 2078049"/>
                <a:gd name="connsiteX1937" fmla="*/ 534643 w 2078016"/>
                <a:gd name="connsiteY1937" fmla="*/ 1509978 h 2078049"/>
                <a:gd name="connsiteX1938" fmla="*/ 534643 w 2078016"/>
                <a:gd name="connsiteY1938" fmla="*/ 1509978 h 2078049"/>
                <a:gd name="connsiteX1939" fmla="*/ 534643 w 2078016"/>
                <a:gd name="connsiteY1939" fmla="*/ 1509978 h 2078049"/>
                <a:gd name="connsiteX1940" fmla="*/ 537595 w 2078016"/>
                <a:gd name="connsiteY1940" fmla="*/ 1506930 h 2078049"/>
                <a:gd name="connsiteX1941" fmla="*/ 537976 w 2078016"/>
                <a:gd name="connsiteY1941" fmla="*/ 1506549 h 2078049"/>
                <a:gd name="connsiteX1942" fmla="*/ 540262 w 2078016"/>
                <a:gd name="connsiteY1942" fmla="*/ 1502739 h 2078049"/>
                <a:gd name="connsiteX1943" fmla="*/ 540929 w 2078016"/>
                <a:gd name="connsiteY1943" fmla="*/ 1490452 h 2078049"/>
                <a:gd name="connsiteX1944" fmla="*/ 540453 w 2078016"/>
                <a:gd name="connsiteY1944" fmla="*/ 1489404 h 2078049"/>
                <a:gd name="connsiteX1945" fmla="*/ 545597 w 2078016"/>
                <a:gd name="connsiteY1945" fmla="*/ 1482356 h 2078049"/>
                <a:gd name="connsiteX1946" fmla="*/ 578077 w 2078016"/>
                <a:gd name="connsiteY1946" fmla="*/ 1423110 h 2078049"/>
                <a:gd name="connsiteX1947" fmla="*/ 589316 w 2078016"/>
                <a:gd name="connsiteY1947" fmla="*/ 1375485 h 2078049"/>
                <a:gd name="connsiteX1948" fmla="*/ 589316 w 2078016"/>
                <a:gd name="connsiteY1948" fmla="*/ 1374723 h 2078049"/>
                <a:gd name="connsiteX1949" fmla="*/ 600746 w 2078016"/>
                <a:gd name="connsiteY1949" fmla="*/ 1365770 h 2078049"/>
                <a:gd name="connsiteX1950" fmla="*/ 602937 w 2078016"/>
                <a:gd name="connsiteY1950" fmla="*/ 1351863 h 2078049"/>
                <a:gd name="connsiteX1951" fmla="*/ 602937 w 2078016"/>
                <a:gd name="connsiteY1951" fmla="*/ 1351863 h 2078049"/>
                <a:gd name="connsiteX1952" fmla="*/ 602937 w 2078016"/>
                <a:gd name="connsiteY1952" fmla="*/ 1351863 h 2078049"/>
                <a:gd name="connsiteX1953" fmla="*/ 601127 w 2078016"/>
                <a:gd name="connsiteY1953" fmla="*/ 1349767 h 2078049"/>
                <a:gd name="connsiteX1954" fmla="*/ 600841 w 2078016"/>
                <a:gd name="connsiteY1954" fmla="*/ 1349577 h 2078049"/>
                <a:gd name="connsiteX1955" fmla="*/ 598079 w 2078016"/>
                <a:gd name="connsiteY1955" fmla="*/ 1348053 h 2078049"/>
                <a:gd name="connsiteX1956" fmla="*/ 585220 w 2078016"/>
                <a:gd name="connsiteY1956" fmla="*/ 1349482 h 2078049"/>
                <a:gd name="connsiteX1957" fmla="*/ 580934 w 2078016"/>
                <a:gd name="connsiteY1957" fmla="*/ 1341100 h 2078049"/>
                <a:gd name="connsiteX1958" fmla="*/ 550645 w 2078016"/>
                <a:gd name="connsiteY1958" fmla="*/ 1319383 h 2078049"/>
                <a:gd name="connsiteX1959" fmla="*/ 527690 w 2078016"/>
                <a:gd name="connsiteY1959" fmla="*/ 1314716 h 2078049"/>
                <a:gd name="connsiteX1960" fmla="*/ 500353 w 2078016"/>
                <a:gd name="connsiteY1960" fmla="*/ 1313763 h 2078049"/>
                <a:gd name="connsiteX1961" fmla="*/ 440631 w 2078016"/>
                <a:gd name="connsiteY1961" fmla="*/ 1322621 h 2078049"/>
                <a:gd name="connsiteX1962" fmla="*/ 420724 w 2078016"/>
                <a:gd name="connsiteY1962" fmla="*/ 1315763 h 2078049"/>
                <a:gd name="connsiteX1963" fmla="*/ 407389 w 2078016"/>
                <a:gd name="connsiteY1963" fmla="*/ 1332051 h 2078049"/>
                <a:gd name="connsiteX1964" fmla="*/ 356049 w 2078016"/>
                <a:gd name="connsiteY1964" fmla="*/ 1352149 h 2078049"/>
                <a:gd name="connsiteX1965" fmla="*/ 337094 w 2078016"/>
                <a:gd name="connsiteY1965" fmla="*/ 1361769 h 2078049"/>
                <a:gd name="connsiteX1966" fmla="*/ 336999 w 2078016"/>
                <a:gd name="connsiteY1966" fmla="*/ 1361769 h 2078049"/>
                <a:gd name="connsiteX1967" fmla="*/ 336999 w 2078016"/>
                <a:gd name="connsiteY1967" fmla="*/ 1361769 h 2078049"/>
                <a:gd name="connsiteX1968" fmla="*/ 328807 w 2078016"/>
                <a:gd name="connsiteY1968" fmla="*/ 1366341 h 2078049"/>
                <a:gd name="connsiteX1969" fmla="*/ 327379 w 2078016"/>
                <a:gd name="connsiteY1969" fmla="*/ 1363960 h 2078049"/>
                <a:gd name="connsiteX1970" fmla="*/ 302614 w 2078016"/>
                <a:gd name="connsiteY1970" fmla="*/ 1360340 h 2078049"/>
                <a:gd name="connsiteX1971" fmla="*/ 298708 w 2078016"/>
                <a:gd name="connsiteY1971" fmla="*/ 1385200 h 2078049"/>
                <a:gd name="connsiteX1972" fmla="*/ 299756 w 2078016"/>
                <a:gd name="connsiteY1972" fmla="*/ 1386343 h 2078049"/>
                <a:gd name="connsiteX1973" fmla="*/ 265752 w 2078016"/>
                <a:gd name="connsiteY1973" fmla="*/ 1419300 h 2078049"/>
                <a:gd name="connsiteX1974" fmla="*/ 244797 w 2078016"/>
                <a:gd name="connsiteY1974" fmla="*/ 1449399 h 2078049"/>
                <a:gd name="connsiteX1975" fmla="*/ 244606 w 2078016"/>
                <a:gd name="connsiteY1975" fmla="*/ 1449113 h 2078049"/>
                <a:gd name="connsiteX1976" fmla="*/ 218794 w 2078016"/>
                <a:gd name="connsiteY1976" fmla="*/ 1444922 h 2078049"/>
                <a:gd name="connsiteX1977" fmla="*/ 217460 w 2078016"/>
                <a:gd name="connsiteY1977" fmla="*/ 1472545 h 2078049"/>
                <a:gd name="connsiteX1978" fmla="*/ 220984 w 2078016"/>
                <a:gd name="connsiteY1978" fmla="*/ 1476164 h 2078049"/>
                <a:gd name="connsiteX1979" fmla="*/ 221175 w 2078016"/>
                <a:gd name="connsiteY1979" fmla="*/ 1476355 h 2078049"/>
                <a:gd name="connsiteX1980" fmla="*/ 224890 w 2078016"/>
                <a:gd name="connsiteY1980" fmla="*/ 1478641 h 2078049"/>
                <a:gd name="connsiteX1981" fmla="*/ 225080 w 2078016"/>
                <a:gd name="connsiteY1981" fmla="*/ 1478736 h 2078049"/>
                <a:gd name="connsiteX1982" fmla="*/ 225080 w 2078016"/>
                <a:gd name="connsiteY1982" fmla="*/ 1478736 h 2078049"/>
                <a:gd name="connsiteX1983" fmla="*/ 229652 w 2078016"/>
                <a:gd name="connsiteY1983" fmla="*/ 1480165 h 2078049"/>
                <a:gd name="connsiteX1984" fmla="*/ 222699 w 2078016"/>
                <a:gd name="connsiteY1984" fmla="*/ 1501501 h 2078049"/>
                <a:gd name="connsiteX1985" fmla="*/ 213460 w 2078016"/>
                <a:gd name="connsiteY1985" fmla="*/ 1497119 h 2078049"/>
                <a:gd name="connsiteX1986" fmla="*/ 208888 w 2078016"/>
                <a:gd name="connsiteY1986" fmla="*/ 1496929 h 2078049"/>
                <a:gd name="connsiteX1987" fmla="*/ 208411 w 2078016"/>
                <a:gd name="connsiteY1987" fmla="*/ 1497024 h 2078049"/>
                <a:gd name="connsiteX1988" fmla="*/ 196505 w 2078016"/>
                <a:gd name="connsiteY1988" fmla="*/ 1504930 h 2078049"/>
                <a:gd name="connsiteX1989" fmla="*/ 131449 w 2078016"/>
                <a:gd name="connsiteY1989" fmla="*/ 1414252 h 2078049"/>
                <a:gd name="connsiteX1990" fmla="*/ 118495 w 2078016"/>
                <a:gd name="connsiteY1990" fmla="*/ 1372818 h 2078049"/>
                <a:gd name="connsiteX1991" fmla="*/ 131449 w 2078016"/>
                <a:gd name="connsiteY1991" fmla="*/ 1368341 h 2078049"/>
                <a:gd name="connsiteX1992" fmla="*/ 134878 w 2078016"/>
                <a:gd name="connsiteY1992" fmla="*/ 1344243 h 2078049"/>
                <a:gd name="connsiteX1993" fmla="*/ 134593 w 2078016"/>
                <a:gd name="connsiteY1993" fmla="*/ 1343576 h 2078049"/>
                <a:gd name="connsiteX1994" fmla="*/ 131926 w 2078016"/>
                <a:gd name="connsiteY1994" fmla="*/ 1339100 h 2078049"/>
                <a:gd name="connsiteX1995" fmla="*/ 129164 w 2078016"/>
                <a:gd name="connsiteY1995" fmla="*/ 1336051 h 2078049"/>
                <a:gd name="connsiteX1996" fmla="*/ 122686 w 2078016"/>
                <a:gd name="connsiteY1996" fmla="*/ 1332051 h 2078049"/>
                <a:gd name="connsiteX1997" fmla="*/ 119162 w 2078016"/>
                <a:gd name="connsiteY1997" fmla="*/ 1331099 h 2078049"/>
                <a:gd name="connsiteX1998" fmla="*/ 115638 w 2078016"/>
                <a:gd name="connsiteY1998" fmla="*/ 1330908 h 2078049"/>
                <a:gd name="connsiteX1999" fmla="*/ 113066 w 2078016"/>
                <a:gd name="connsiteY1999" fmla="*/ 1331384 h 2078049"/>
                <a:gd name="connsiteX2000" fmla="*/ 114114 w 2078016"/>
                <a:gd name="connsiteY2000" fmla="*/ 1295284 h 2078049"/>
                <a:gd name="connsiteX2001" fmla="*/ 114495 w 2078016"/>
                <a:gd name="connsiteY2001" fmla="*/ 1291665 h 2078049"/>
                <a:gd name="connsiteX2002" fmla="*/ 116686 w 2078016"/>
                <a:gd name="connsiteY2002" fmla="*/ 1277377 h 2078049"/>
                <a:gd name="connsiteX2003" fmla="*/ 134593 w 2078016"/>
                <a:gd name="connsiteY2003" fmla="*/ 1288236 h 2078049"/>
                <a:gd name="connsiteX2004" fmla="*/ 132688 w 2078016"/>
                <a:gd name="connsiteY2004" fmla="*/ 1305191 h 2078049"/>
                <a:gd name="connsiteX2005" fmla="*/ 150690 w 2078016"/>
                <a:gd name="connsiteY2005" fmla="*/ 1320335 h 2078049"/>
                <a:gd name="connsiteX2006" fmla="*/ 151071 w 2078016"/>
                <a:gd name="connsiteY2006" fmla="*/ 1320335 h 2078049"/>
                <a:gd name="connsiteX2007" fmla="*/ 155548 w 2078016"/>
                <a:gd name="connsiteY2007" fmla="*/ 1319668 h 2078049"/>
                <a:gd name="connsiteX2008" fmla="*/ 167454 w 2078016"/>
                <a:gd name="connsiteY2008" fmla="*/ 1303476 h 2078049"/>
                <a:gd name="connsiteX2009" fmla="*/ 168025 w 2078016"/>
                <a:gd name="connsiteY2009" fmla="*/ 1303667 h 2078049"/>
                <a:gd name="connsiteX2010" fmla="*/ 222794 w 2078016"/>
                <a:gd name="connsiteY2010" fmla="*/ 1315668 h 2078049"/>
                <a:gd name="connsiteX2011" fmla="*/ 254036 w 2078016"/>
                <a:gd name="connsiteY2011" fmla="*/ 1316240 h 2078049"/>
                <a:gd name="connsiteX2012" fmla="*/ 271753 w 2078016"/>
                <a:gd name="connsiteY2012" fmla="*/ 1327479 h 2078049"/>
                <a:gd name="connsiteX2013" fmla="*/ 272324 w 2078016"/>
                <a:gd name="connsiteY2013" fmla="*/ 1327479 h 2078049"/>
                <a:gd name="connsiteX2014" fmla="*/ 276706 w 2078016"/>
                <a:gd name="connsiteY2014" fmla="*/ 1326526 h 2078049"/>
                <a:gd name="connsiteX2015" fmla="*/ 288040 w 2078016"/>
                <a:gd name="connsiteY2015" fmla="*/ 1312239 h 2078049"/>
                <a:gd name="connsiteX2016" fmla="*/ 331570 w 2078016"/>
                <a:gd name="connsiteY2016" fmla="*/ 1300238 h 2078049"/>
                <a:gd name="connsiteX2017" fmla="*/ 331570 w 2078016"/>
                <a:gd name="connsiteY2017" fmla="*/ 1300238 h 2078049"/>
                <a:gd name="connsiteX2018" fmla="*/ 333856 w 2078016"/>
                <a:gd name="connsiteY2018" fmla="*/ 1299475 h 2078049"/>
                <a:gd name="connsiteX2019" fmla="*/ 377575 w 2078016"/>
                <a:gd name="connsiteY2019" fmla="*/ 1280330 h 2078049"/>
                <a:gd name="connsiteX2020" fmla="*/ 392244 w 2078016"/>
                <a:gd name="connsiteY2020" fmla="*/ 1281473 h 2078049"/>
                <a:gd name="connsiteX2021" fmla="*/ 392244 w 2078016"/>
                <a:gd name="connsiteY2021" fmla="*/ 1281473 h 2078049"/>
                <a:gd name="connsiteX2022" fmla="*/ 392244 w 2078016"/>
                <a:gd name="connsiteY2022" fmla="*/ 1281473 h 2078049"/>
                <a:gd name="connsiteX2023" fmla="*/ 396149 w 2078016"/>
                <a:gd name="connsiteY2023" fmla="*/ 1279759 h 2078049"/>
                <a:gd name="connsiteX2024" fmla="*/ 396625 w 2078016"/>
                <a:gd name="connsiteY2024" fmla="*/ 1279473 h 2078049"/>
                <a:gd name="connsiteX2025" fmla="*/ 400150 w 2078016"/>
                <a:gd name="connsiteY2025" fmla="*/ 1276901 h 2078049"/>
                <a:gd name="connsiteX2026" fmla="*/ 400150 w 2078016"/>
                <a:gd name="connsiteY2026" fmla="*/ 1276901 h 2078049"/>
                <a:gd name="connsiteX2027" fmla="*/ 405579 w 2078016"/>
                <a:gd name="connsiteY2027" fmla="*/ 1264709 h 2078049"/>
                <a:gd name="connsiteX2028" fmla="*/ 465682 w 2078016"/>
                <a:gd name="connsiteY2028" fmla="*/ 1218037 h 2078049"/>
                <a:gd name="connsiteX2029" fmla="*/ 494352 w 2078016"/>
                <a:gd name="connsiteY2029" fmla="*/ 1178508 h 2078049"/>
                <a:gd name="connsiteX2030" fmla="*/ 494733 w 2078016"/>
                <a:gd name="connsiteY2030" fmla="*/ 1177651 h 2078049"/>
                <a:gd name="connsiteX2031" fmla="*/ 508735 w 2078016"/>
                <a:gd name="connsiteY2031" fmla="*/ 1173841 h 2078049"/>
                <a:gd name="connsiteX2032" fmla="*/ 516164 w 2078016"/>
                <a:gd name="connsiteY2032" fmla="*/ 1161839 h 2078049"/>
                <a:gd name="connsiteX2033" fmla="*/ 516164 w 2078016"/>
                <a:gd name="connsiteY2033" fmla="*/ 1161839 h 2078049"/>
                <a:gd name="connsiteX2034" fmla="*/ 516164 w 2078016"/>
                <a:gd name="connsiteY2034" fmla="*/ 1161839 h 2078049"/>
                <a:gd name="connsiteX2035" fmla="*/ 515307 w 2078016"/>
                <a:gd name="connsiteY2035" fmla="*/ 1159172 h 2078049"/>
                <a:gd name="connsiteX2036" fmla="*/ 515116 w 2078016"/>
                <a:gd name="connsiteY2036" fmla="*/ 1158791 h 2078049"/>
                <a:gd name="connsiteX2037" fmla="*/ 513116 w 2078016"/>
                <a:gd name="connsiteY2037" fmla="*/ 1156410 h 2078049"/>
                <a:gd name="connsiteX2038" fmla="*/ 500639 w 2078016"/>
                <a:gd name="connsiteY2038" fmla="*/ 1152886 h 2078049"/>
                <a:gd name="connsiteX2039" fmla="*/ 499972 w 2078016"/>
                <a:gd name="connsiteY2039" fmla="*/ 1143456 h 2078049"/>
                <a:gd name="connsiteX2040" fmla="*/ 480350 w 2078016"/>
                <a:gd name="connsiteY2040" fmla="*/ 1111833 h 2078049"/>
                <a:gd name="connsiteX2041" fmla="*/ 460919 w 2078016"/>
                <a:gd name="connsiteY2041" fmla="*/ 1098689 h 2078049"/>
                <a:gd name="connsiteX2042" fmla="*/ 436059 w 2078016"/>
                <a:gd name="connsiteY2042" fmla="*/ 1087258 h 2078049"/>
                <a:gd name="connsiteX2043" fmla="*/ 377480 w 2078016"/>
                <a:gd name="connsiteY2043" fmla="*/ 1072495 h 2078049"/>
                <a:gd name="connsiteX2044" fmla="*/ 361764 w 2078016"/>
                <a:gd name="connsiteY2044" fmla="*/ 1058493 h 2078049"/>
                <a:gd name="connsiteX2045" fmla="*/ 358144 w 2078016"/>
                <a:gd name="connsiteY2045" fmla="*/ 1058493 h 2078049"/>
                <a:gd name="connsiteX2046" fmla="*/ 351477 w 2078016"/>
                <a:gd name="connsiteY2046" fmla="*/ 1060208 h 2078049"/>
                <a:gd name="connsiteX2047" fmla="*/ 346143 w 2078016"/>
                <a:gd name="connsiteY2047" fmla="*/ 1063922 h 2078049"/>
                <a:gd name="connsiteX2048" fmla="*/ 343095 w 2078016"/>
                <a:gd name="connsiteY2048" fmla="*/ 1068494 h 2078049"/>
                <a:gd name="connsiteX2049" fmla="*/ 288040 w 2078016"/>
                <a:gd name="connsiteY2049" fmla="*/ 1067351 h 2078049"/>
                <a:gd name="connsiteX2050" fmla="*/ 266800 w 2078016"/>
                <a:gd name="connsiteY2050" fmla="*/ 1068971 h 2078049"/>
                <a:gd name="connsiteX2051" fmla="*/ 266704 w 2078016"/>
                <a:gd name="connsiteY2051" fmla="*/ 1068971 h 2078049"/>
                <a:gd name="connsiteX2052" fmla="*/ 266704 w 2078016"/>
                <a:gd name="connsiteY2052" fmla="*/ 1068971 h 2078049"/>
                <a:gd name="connsiteX2053" fmla="*/ 257370 w 2078016"/>
                <a:gd name="connsiteY2053" fmla="*/ 1070114 h 2078049"/>
                <a:gd name="connsiteX2054" fmla="*/ 256989 w 2078016"/>
                <a:gd name="connsiteY2054" fmla="*/ 1067351 h 2078049"/>
                <a:gd name="connsiteX2055" fmla="*/ 235558 w 2078016"/>
                <a:gd name="connsiteY2055" fmla="*/ 1054492 h 2078049"/>
                <a:gd name="connsiteX2056" fmla="*/ 229081 w 2078016"/>
                <a:gd name="connsiteY2056" fmla="*/ 1057350 h 2078049"/>
                <a:gd name="connsiteX2057" fmla="*/ 222889 w 2078016"/>
                <a:gd name="connsiteY2057" fmla="*/ 1065446 h 2078049"/>
                <a:gd name="connsiteX2058" fmla="*/ 221747 w 2078016"/>
                <a:gd name="connsiteY2058" fmla="*/ 1072304 h 2078049"/>
                <a:gd name="connsiteX2059" fmla="*/ 222223 w 2078016"/>
                <a:gd name="connsiteY2059" fmla="*/ 1075924 h 2078049"/>
                <a:gd name="connsiteX2060" fmla="*/ 222699 w 2078016"/>
                <a:gd name="connsiteY2060" fmla="*/ 1077352 h 2078049"/>
                <a:gd name="connsiteX2061" fmla="*/ 178789 w 2078016"/>
                <a:gd name="connsiteY2061" fmla="*/ 1094688 h 2078049"/>
                <a:gd name="connsiteX2062" fmla="*/ 147832 w 2078016"/>
                <a:gd name="connsiteY2062" fmla="*/ 1114405 h 2078049"/>
                <a:gd name="connsiteX2063" fmla="*/ 147737 w 2078016"/>
                <a:gd name="connsiteY2063" fmla="*/ 1114119 h 2078049"/>
                <a:gd name="connsiteX2064" fmla="*/ 125544 w 2078016"/>
                <a:gd name="connsiteY2064" fmla="*/ 1100403 h 2078049"/>
                <a:gd name="connsiteX2065" fmla="*/ 122210 w 2078016"/>
                <a:gd name="connsiteY2065" fmla="*/ 1101832 h 2078049"/>
                <a:gd name="connsiteX2066" fmla="*/ 114971 w 2078016"/>
                <a:gd name="connsiteY2066" fmla="*/ 1109833 h 2078049"/>
                <a:gd name="connsiteX2067" fmla="*/ 113638 w 2078016"/>
                <a:gd name="connsiteY2067" fmla="*/ 1113357 h 2078049"/>
                <a:gd name="connsiteX2068" fmla="*/ 112876 w 2078016"/>
                <a:gd name="connsiteY2068" fmla="*/ 1121167 h 2078049"/>
                <a:gd name="connsiteX2069" fmla="*/ 113542 w 2078016"/>
                <a:gd name="connsiteY2069" fmla="*/ 1125263 h 2078049"/>
                <a:gd name="connsiteX2070" fmla="*/ 115352 w 2078016"/>
                <a:gd name="connsiteY2070" fmla="*/ 1129931 h 2078049"/>
                <a:gd name="connsiteX2071" fmla="*/ 115543 w 2078016"/>
                <a:gd name="connsiteY2071" fmla="*/ 1130216 h 2078049"/>
                <a:gd name="connsiteX2072" fmla="*/ 118210 w 2078016"/>
                <a:gd name="connsiteY2072" fmla="*/ 1133836 h 2078049"/>
                <a:gd name="connsiteX2073" fmla="*/ 118305 w 2078016"/>
                <a:gd name="connsiteY2073" fmla="*/ 1133931 h 2078049"/>
                <a:gd name="connsiteX2074" fmla="*/ 118305 w 2078016"/>
                <a:gd name="connsiteY2074" fmla="*/ 1133931 h 2078049"/>
                <a:gd name="connsiteX2075" fmla="*/ 121924 w 2078016"/>
                <a:gd name="connsiteY2075" fmla="*/ 1136979 h 2078049"/>
                <a:gd name="connsiteX2076" fmla="*/ 107351 w 2078016"/>
                <a:gd name="connsiteY2076" fmla="*/ 1154029 h 2078049"/>
                <a:gd name="connsiteX2077" fmla="*/ 100493 w 2078016"/>
                <a:gd name="connsiteY2077" fmla="*/ 1146409 h 2078049"/>
                <a:gd name="connsiteX2078" fmla="*/ 96302 w 2078016"/>
                <a:gd name="connsiteY2078" fmla="*/ 1144504 h 2078049"/>
                <a:gd name="connsiteX2079" fmla="*/ 95826 w 2078016"/>
                <a:gd name="connsiteY2079" fmla="*/ 1144408 h 2078049"/>
                <a:gd name="connsiteX2080" fmla="*/ 81824 w 2078016"/>
                <a:gd name="connsiteY2080" fmla="*/ 1147171 h 2078049"/>
                <a:gd name="connsiteX2081" fmla="*/ 56488 w 2078016"/>
                <a:gd name="connsiteY2081" fmla="*/ 1038872 h 2078049"/>
                <a:gd name="connsiteX2082" fmla="*/ 60583 w 2078016"/>
                <a:gd name="connsiteY2082" fmla="*/ 995818 h 2078049"/>
                <a:gd name="connsiteX2083" fmla="*/ 74204 w 2078016"/>
                <a:gd name="connsiteY2083" fmla="*/ 996581 h 2078049"/>
                <a:gd name="connsiteX2084" fmla="*/ 86015 w 2078016"/>
                <a:gd name="connsiteY2084" fmla="*/ 980579 h 2078049"/>
                <a:gd name="connsiteX2085" fmla="*/ 86015 w 2078016"/>
                <a:gd name="connsiteY2085" fmla="*/ 980579 h 2078049"/>
                <a:gd name="connsiteX2086" fmla="*/ 86015 w 2078016"/>
                <a:gd name="connsiteY2086" fmla="*/ 980483 h 2078049"/>
                <a:gd name="connsiteX2087" fmla="*/ 86396 w 2078016"/>
                <a:gd name="connsiteY2087" fmla="*/ 975721 h 2078049"/>
                <a:gd name="connsiteX2088" fmla="*/ 86396 w 2078016"/>
                <a:gd name="connsiteY2088" fmla="*/ 974864 h 2078049"/>
                <a:gd name="connsiteX2089" fmla="*/ 85729 w 2078016"/>
                <a:gd name="connsiteY2089" fmla="*/ 969720 h 2078049"/>
                <a:gd name="connsiteX2090" fmla="*/ 71156 w 2078016"/>
                <a:gd name="connsiteY2090" fmla="*/ 955433 h 2078049"/>
                <a:gd name="connsiteX2091" fmla="*/ 85348 w 2078016"/>
                <a:gd name="connsiteY2091" fmla="*/ 923619 h 2078049"/>
                <a:gd name="connsiteX2092" fmla="*/ 88492 w 2078016"/>
                <a:gd name="connsiteY2092" fmla="*/ 918095 h 2078049"/>
                <a:gd name="connsiteX2093" fmla="*/ 95254 w 2078016"/>
                <a:gd name="connsiteY2093" fmla="*/ 907141 h 2078049"/>
                <a:gd name="connsiteX2094" fmla="*/ 107542 w 2078016"/>
                <a:gd name="connsiteY2094" fmla="*/ 923905 h 2078049"/>
                <a:gd name="connsiteX2095" fmla="*/ 99160 w 2078016"/>
                <a:gd name="connsiteY2095" fmla="*/ 938859 h 2078049"/>
                <a:gd name="connsiteX2096" fmla="*/ 106589 w 2078016"/>
                <a:gd name="connsiteY2096" fmla="*/ 957433 h 2078049"/>
                <a:gd name="connsiteX2097" fmla="*/ 106589 w 2078016"/>
                <a:gd name="connsiteY2097" fmla="*/ 957433 h 2078049"/>
                <a:gd name="connsiteX2098" fmla="*/ 106589 w 2078016"/>
                <a:gd name="connsiteY2098" fmla="*/ 957433 h 2078049"/>
                <a:gd name="connsiteX2099" fmla="*/ 110209 w 2078016"/>
                <a:gd name="connsiteY2099" fmla="*/ 959624 h 2078049"/>
                <a:gd name="connsiteX2100" fmla="*/ 110780 w 2078016"/>
                <a:gd name="connsiteY2100" fmla="*/ 959909 h 2078049"/>
                <a:gd name="connsiteX2101" fmla="*/ 115162 w 2078016"/>
                <a:gd name="connsiteY2101" fmla="*/ 960957 h 2078049"/>
                <a:gd name="connsiteX2102" fmla="*/ 122210 w 2078016"/>
                <a:gd name="connsiteY2102" fmla="*/ 959909 h 2078049"/>
                <a:gd name="connsiteX2103" fmla="*/ 130592 w 2078016"/>
                <a:gd name="connsiteY2103" fmla="*/ 953337 h 2078049"/>
                <a:gd name="connsiteX2104" fmla="*/ 132307 w 2078016"/>
                <a:gd name="connsiteY2104" fmla="*/ 950480 h 2078049"/>
                <a:gd name="connsiteX2105" fmla="*/ 132688 w 2078016"/>
                <a:gd name="connsiteY2105" fmla="*/ 950860 h 2078049"/>
                <a:gd name="connsiteX2106" fmla="*/ 178693 w 2078016"/>
                <a:gd name="connsiteY2106" fmla="*/ 982769 h 2078049"/>
                <a:gd name="connsiteX2107" fmla="*/ 207268 w 2078016"/>
                <a:gd name="connsiteY2107" fmla="*/ 995247 h 2078049"/>
                <a:gd name="connsiteX2108" fmla="*/ 215746 w 2078016"/>
                <a:gd name="connsiteY2108" fmla="*/ 1010677 h 2078049"/>
                <a:gd name="connsiteX2109" fmla="*/ 215746 w 2078016"/>
                <a:gd name="connsiteY2109" fmla="*/ 1010677 h 2078049"/>
                <a:gd name="connsiteX2110" fmla="*/ 215746 w 2078016"/>
                <a:gd name="connsiteY2110" fmla="*/ 1010677 h 2078049"/>
                <a:gd name="connsiteX2111" fmla="*/ 219556 w 2078016"/>
                <a:gd name="connsiteY2111" fmla="*/ 1012487 h 2078049"/>
                <a:gd name="connsiteX2112" fmla="*/ 220032 w 2078016"/>
                <a:gd name="connsiteY2112" fmla="*/ 1012678 h 2078049"/>
                <a:gd name="connsiteX2113" fmla="*/ 224414 w 2078016"/>
                <a:gd name="connsiteY2113" fmla="*/ 1013440 h 2078049"/>
                <a:gd name="connsiteX2114" fmla="*/ 231367 w 2078016"/>
                <a:gd name="connsiteY2114" fmla="*/ 1012297 h 2078049"/>
                <a:gd name="connsiteX2115" fmla="*/ 237082 w 2078016"/>
                <a:gd name="connsiteY2115" fmla="*/ 1008677 h 2078049"/>
                <a:gd name="connsiteX2116" fmla="*/ 239368 w 2078016"/>
                <a:gd name="connsiteY2116" fmla="*/ 1006201 h 2078049"/>
                <a:gd name="connsiteX2117" fmla="*/ 240320 w 2078016"/>
                <a:gd name="connsiteY2117" fmla="*/ 1004582 h 2078049"/>
                <a:gd name="connsiteX2118" fmla="*/ 285183 w 2078016"/>
                <a:gd name="connsiteY2118" fmla="*/ 1010106 h 2078049"/>
                <a:gd name="connsiteX2119" fmla="*/ 285183 w 2078016"/>
                <a:gd name="connsiteY2119" fmla="*/ 1010106 h 2078049"/>
                <a:gd name="connsiteX2120" fmla="*/ 287564 w 2078016"/>
                <a:gd name="connsiteY2120" fmla="*/ 1010297 h 2078049"/>
                <a:gd name="connsiteX2121" fmla="*/ 335284 w 2078016"/>
                <a:gd name="connsiteY2121" fmla="*/ 1009344 h 2078049"/>
                <a:gd name="connsiteX2122" fmla="*/ 348334 w 2078016"/>
                <a:gd name="connsiteY2122" fmla="*/ 1016012 h 2078049"/>
                <a:gd name="connsiteX2123" fmla="*/ 348334 w 2078016"/>
                <a:gd name="connsiteY2123" fmla="*/ 1016012 h 2078049"/>
                <a:gd name="connsiteX2124" fmla="*/ 348334 w 2078016"/>
                <a:gd name="connsiteY2124" fmla="*/ 1016012 h 2078049"/>
                <a:gd name="connsiteX2125" fmla="*/ 352525 w 2078016"/>
                <a:gd name="connsiteY2125" fmla="*/ 1015916 h 2078049"/>
                <a:gd name="connsiteX2126" fmla="*/ 353096 w 2078016"/>
                <a:gd name="connsiteY2126" fmla="*/ 1015821 h 2078049"/>
                <a:gd name="connsiteX2127" fmla="*/ 357382 w 2078016"/>
                <a:gd name="connsiteY2127" fmla="*/ 1014773 h 2078049"/>
                <a:gd name="connsiteX2128" fmla="*/ 366907 w 2078016"/>
                <a:gd name="connsiteY2128" fmla="*/ 1005439 h 2078049"/>
                <a:gd name="connsiteX2129" fmla="*/ 375480 w 2078016"/>
                <a:gd name="connsiteY2129" fmla="*/ 1004105 h 2078049"/>
                <a:gd name="connsiteX2130" fmla="*/ 440440 w 2078016"/>
                <a:gd name="connsiteY2130" fmla="*/ 985150 h 2078049"/>
                <a:gd name="connsiteX2131" fmla="*/ 482636 w 2078016"/>
                <a:gd name="connsiteY2131" fmla="*/ 958862 h 2078049"/>
                <a:gd name="connsiteX2132" fmla="*/ 497019 w 2078016"/>
                <a:gd name="connsiteY2132" fmla="*/ 960576 h 2078049"/>
                <a:gd name="connsiteX2133" fmla="*/ 508163 w 2078016"/>
                <a:gd name="connsiteY2133" fmla="*/ 952289 h 2078049"/>
                <a:gd name="connsiteX2134" fmla="*/ 508163 w 2078016"/>
                <a:gd name="connsiteY2134" fmla="*/ 952289 h 2078049"/>
                <a:gd name="connsiteX2135" fmla="*/ 508163 w 2078016"/>
                <a:gd name="connsiteY2135" fmla="*/ 952194 h 2078049"/>
                <a:gd name="connsiteX2136" fmla="*/ 508449 w 2078016"/>
                <a:gd name="connsiteY2136" fmla="*/ 949622 h 2078049"/>
                <a:gd name="connsiteX2137" fmla="*/ 508449 w 2078016"/>
                <a:gd name="connsiteY2137" fmla="*/ 949051 h 2078049"/>
                <a:gd name="connsiteX2138" fmla="*/ 507592 w 2078016"/>
                <a:gd name="connsiteY2138" fmla="*/ 946098 h 2078049"/>
                <a:gd name="connsiteX2139" fmla="*/ 497495 w 2078016"/>
                <a:gd name="connsiteY2139" fmla="*/ 938002 h 2078049"/>
                <a:gd name="connsiteX2140" fmla="*/ 500257 w 2078016"/>
                <a:gd name="connsiteY2140" fmla="*/ 929048 h 2078049"/>
                <a:gd name="connsiteX2141" fmla="*/ 462634 w 2078016"/>
                <a:gd name="connsiteY2141" fmla="*/ 852943 h 2078049"/>
                <a:gd name="connsiteX2142" fmla="*/ 414247 w 2078016"/>
                <a:gd name="connsiteY2142" fmla="*/ 817034 h 2078049"/>
                <a:gd name="connsiteX2143" fmla="*/ 404912 w 2078016"/>
                <a:gd name="connsiteY2143" fmla="*/ 798080 h 2078049"/>
                <a:gd name="connsiteX2144" fmla="*/ 383957 w 2078016"/>
                <a:gd name="connsiteY2144" fmla="*/ 800080 h 2078049"/>
                <a:gd name="connsiteX2145" fmla="*/ 333475 w 2078016"/>
                <a:gd name="connsiteY2145" fmla="*/ 777887 h 2078049"/>
                <a:gd name="connsiteX2146" fmla="*/ 304233 w 2078016"/>
                <a:gd name="connsiteY2146" fmla="*/ 768742 h 2078049"/>
                <a:gd name="connsiteX2147" fmla="*/ 304900 w 2078016"/>
                <a:gd name="connsiteY2147" fmla="*/ 766075 h 2078049"/>
                <a:gd name="connsiteX2148" fmla="*/ 299470 w 2078016"/>
                <a:gd name="connsiteY2148" fmla="*/ 750645 h 2078049"/>
                <a:gd name="connsiteX2149" fmla="*/ 293660 w 2078016"/>
                <a:gd name="connsiteY2149" fmla="*/ 746930 h 2078049"/>
                <a:gd name="connsiteX2150" fmla="*/ 290231 w 2078016"/>
                <a:gd name="connsiteY2150" fmla="*/ 745978 h 2078049"/>
                <a:gd name="connsiteX2151" fmla="*/ 286612 w 2078016"/>
                <a:gd name="connsiteY2151" fmla="*/ 745692 h 2078049"/>
                <a:gd name="connsiteX2152" fmla="*/ 283087 w 2078016"/>
                <a:gd name="connsiteY2152" fmla="*/ 746168 h 2078049"/>
                <a:gd name="connsiteX2153" fmla="*/ 279849 w 2078016"/>
                <a:gd name="connsiteY2153" fmla="*/ 747311 h 2078049"/>
                <a:gd name="connsiteX2154" fmla="*/ 274229 w 2078016"/>
                <a:gd name="connsiteY2154" fmla="*/ 751312 h 2078049"/>
                <a:gd name="connsiteX2155" fmla="*/ 269657 w 2078016"/>
                <a:gd name="connsiteY2155" fmla="*/ 760741 h 2078049"/>
                <a:gd name="connsiteX2156" fmla="*/ 269657 w 2078016"/>
                <a:gd name="connsiteY2156" fmla="*/ 762361 h 2078049"/>
                <a:gd name="connsiteX2157" fmla="*/ 222413 w 2078016"/>
                <a:gd name="connsiteY2157" fmla="*/ 761599 h 2078049"/>
                <a:gd name="connsiteX2158" fmla="*/ 186123 w 2078016"/>
                <a:gd name="connsiteY2158" fmla="*/ 767981 h 2078049"/>
                <a:gd name="connsiteX2159" fmla="*/ 186218 w 2078016"/>
                <a:gd name="connsiteY2159" fmla="*/ 767695 h 2078049"/>
                <a:gd name="connsiteX2160" fmla="*/ 171073 w 2078016"/>
                <a:gd name="connsiteY2160" fmla="*/ 746549 h 2078049"/>
                <a:gd name="connsiteX2161" fmla="*/ 150404 w 2078016"/>
                <a:gd name="connsiteY2161" fmla="*/ 765028 h 2078049"/>
                <a:gd name="connsiteX2162" fmla="*/ 150499 w 2078016"/>
                <a:gd name="connsiteY2162" fmla="*/ 769981 h 2078049"/>
                <a:gd name="connsiteX2163" fmla="*/ 150595 w 2078016"/>
                <a:gd name="connsiteY2163" fmla="*/ 770457 h 2078049"/>
                <a:gd name="connsiteX2164" fmla="*/ 151738 w 2078016"/>
                <a:gd name="connsiteY2164" fmla="*/ 774839 h 2078049"/>
                <a:gd name="connsiteX2165" fmla="*/ 151738 w 2078016"/>
                <a:gd name="connsiteY2165" fmla="*/ 774839 h 2078049"/>
                <a:gd name="connsiteX2166" fmla="*/ 151738 w 2078016"/>
                <a:gd name="connsiteY2166" fmla="*/ 774839 h 2078049"/>
                <a:gd name="connsiteX2167" fmla="*/ 153928 w 2078016"/>
                <a:gd name="connsiteY2167" fmla="*/ 779030 h 2078049"/>
                <a:gd name="connsiteX2168" fmla="*/ 133735 w 2078016"/>
                <a:gd name="connsiteY2168" fmla="*/ 789221 h 2078049"/>
                <a:gd name="connsiteX2169" fmla="*/ 130402 w 2078016"/>
                <a:gd name="connsiteY2169" fmla="*/ 779601 h 2078049"/>
                <a:gd name="connsiteX2170" fmla="*/ 127354 w 2078016"/>
                <a:gd name="connsiteY2170" fmla="*/ 776267 h 2078049"/>
                <a:gd name="connsiteX2171" fmla="*/ 126973 w 2078016"/>
                <a:gd name="connsiteY2171" fmla="*/ 775982 h 2078049"/>
                <a:gd name="connsiteX2172" fmla="*/ 112971 w 2078016"/>
                <a:gd name="connsiteY2172" fmla="*/ 773124 h 2078049"/>
                <a:gd name="connsiteX2173" fmla="*/ 131068 w 2078016"/>
                <a:gd name="connsiteY2173" fmla="*/ 663015 h 2078049"/>
                <a:gd name="connsiteX2174" fmla="*/ 151357 w 2078016"/>
                <a:gd name="connsiteY2174" fmla="*/ 624629 h 2078049"/>
                <a:gd name="connsiteX2175" fmla="*/ 163644 w 2078016"/>
                <a:gd name="connsiteY2175" fmla="*/ 630535 h 2078049"/>
                <a:gd name="connsiteX2176" fmla="*/ 177169 w 2078016"/>
                <a:gd name="connsiteY2176" fmla="*/ 624439 h 2078049"/>
                <a:gd name="connsiteX2177" fmla="*/ 182980 w 2078016"/>
                <a:gd name="connsiteY2177" fmla="*/ 615866 h 2078049"/>
                <a:gd name="connsiteX2178" fmla="*/ 183265 w 2078016"/>
                <a:gd name="connsiteY2178" fmla="*/ 615199 h 2078049"/>
                <a:gd name="connsiteX2179" fmla="*/ 184599 w 2078016"/>
                <a:gd name="connsiteY2179" fmla="*/ 610151 h 2078049"/>
                <a:gd name="connsiteX2180" fmla="*/ 184313 w 2078016"/>
                <a:gd name="connsiteY2180" fmla="*/ 602150 h 2078049"/>
                <a:gd name="connsiteX2181" fmla="*/ 176693 w 2078016"/>
                <a:gd name="connsiteY2181" fmla="*/ 591292 h 2078049"/>
                <a:gd name="connsiteX2182" fmla="*/ 179265 w 2078016"/>
                <a:gd name="connsiteY2182" fmla="*/ 588339 h 2078049"/>
                <a:gd name="connsiteX2183" fmla="*/ 179456 w 2078016"/>
                <a:gd name="connsiteY2183" fmla="*/ 588149 h 2078049"/>
                <a:gd name="connsiteX2184" fmla="*/ 202030 w 2078016"/>
                <a:gd name="connsiteY2184" fmla="*/ 567384 h 2078049"/>
                <a:gd name="connsiteX2185" fmla="*/ 207268 w 2078016"/>
                <a:gd name="connsiteY2185" fmla="*/ 563383 h 2078049"/>
                <a:gd name="connsiteX2186" fmla="*/ 217556 w 2078016"/>
                <a:gd name="connsiteY2186" fmla="*/ 555954 h 2078049"/>
                <a:gd name="connsiteX2187" fmla="*/ 222413 w 2078016"/>
                <a:gd name="connsiteY2187" fmla="*/ 576147 h 2078049"/>
                <a:gd name="connsiteX2188" fmla="*/ 208888 w 2078016"/>
                <a:gd name="connsiteY2188" fmla="*/ 586720 h 2078049"/>
                <a:gd name="connsiteX2189" fmla="*/ 208602 w 2078016"/>
                <a:gd name="connsiteY2189" fmla="*/ 606722 h 2078049"/>
                <a:gd name="connsiteX2190" fmla="*/ 208602 w 2078016"/>
                <a:gd name="connsiteY2190" fmla="*/ 606722 h 2078049"/>
                <a:gd name="connsiteX2191" fmla="*/ 208602 w 2078016"/>
                <a:gd name="connsiteY2191" fmla="*/ 606722 h 2078049"/>
                <a:gd name="connsiteX2192" fmla="*/ 211174 w 2078016"/>
                <a:gd name="connsiteY2192" fmla="*/ 610151 h 2078049"/>
                <a:gd name="connsiteX2193" fmla="*/ 211555 w 2078016"/>
                <a:gd name="connsiteY2193" fmla="*/ 610532 h 2078049"/>
                <a:gd name="connsiteX2194" fmla="*/ 215174 w 2078016"/>
                <a:gd name="connsiteY2194" fmla="*/ 613199 h 2078049"/>
                <a:gd name="connsiteX2195" fmla="*/ 234986 w 2078016"/>
                <a:gd name="connsiteY2195" fmla="*/ 610151 h 2078049"/>
                <a:gd name="connsiteX2196" fmla="*/ 235177 w 2078016"/>
                <a:gd name="connsiteY2196" fmla="*/ 610723 h 2078049"/>
                <a:gd name="connsiteX2197" fmla="*/ 265276 w 2078016"/>
                <a:gd name="connsiteY2197" fmla="*/ 657872 h 2078049"/>
                <a:gd name="connsiteX2198" fmla="*/ 286993 w 2078016"/>
                <a:gd name="connsiteY2198" fmla="*/ 680350 h 2078049"/>
                <a:gd name="connsiteX2199" fmla="*/ 288898 w 2078016"/>
                <a:gd name="connsiteY2199" fmla="*/ 697781 h 2078049"/>
                <a:gd name="connsiteX2200" fmla="*/ 288898 w 2078016"/>
                <a:gd name="connsiteY2200" fmla="*/ 697781 h 2078049"/>
                <a:gd name="connsiteX2201" fmla="*/ 288898 w 2078016"/>
                <a:gd name="connsiteY2201" fmla="*/ 697781 h 2078049"/>
                <a:gd name="connsiteX2202" fmla="*/ 291755 w 2078016"/>
                <a:gd name="connsiteY2202" fmla="*/ 700924 h 2078049"/>
                <a:gd name="connsiteX2203" fmla="*/ 292136 w 2078016"/>
                <a:gd name="connsiteY2203" fmla="*/ 701306 h 2078049"/>
                <a:gd name="connsiteX2204" fmla="*/ 295946 w 2078016"/>
                <a:gd name="connsiteY2204" fmla="*/ 703687 h 2078049"/>
                <a:gd name="connsiteX2205" fmla="*/ 299375 w 2078016"/>
                <a:gd name="connsiteY2205" fmla="*/ 704830 h 2078049"/>
                <a:gd name="connsiteX2206" fmla="*/ 302804 w 2078016"/>
                <a:gd name="connsiteY2206" fmla="*/ 705306 h 2078049"/>
                <a:gd name="connsiteX2207" fmla="*/ 309472 w 2078016"/>
                <a:gd name="connsiteY2207" fmla="*/ 704258 h 2078049"/>
                <a:gd name="connsiteX2208" fmla="*/ 314044 w 2078016"/>
                <a:gd name="connsiteY2208" fmla="*/ 701687 h 2078049"/>
                <a:gd name="connsiteX2209" fmla="*/ 353382 w 2078016"/>
                <a:gd name="connsiteY2209" fmla="*/ 724070 h 2078049"/>
                <a:gd name="connsiteX2210" fmla="*/ 353382 w 2078016"/>
                <a:gd name="connsiteY2210" fmla="*/ 724070 h 2078049"/>
                <a:gd name="connsiteX2211" fmla="*/ 355573 w 2078016"/>
                <a:gd name="connsiteY2211" fmla="*/ 725118 h 2078049"/>
                <a:gd name="connsiteX2212" fmla="*/ 399959 w 2078016"/>
                <a:gd name="connsiteY2212" fmla="*/ 742549 h 2078049"/>
                <a:gd name="connsiteX2213" fmla="*/ 409389 w 2078016"/>
                <a:gd name="connsiteY2213" fmla="*/ 753693 h 2078049"/>
                <a:gd name="connsiteX2214" fmla="*/ 409389 w 2078016"/>
                <a:gd name="connsiteY2214" fmla="*/ 753693 h 2078049"/>
                <a:gd name="connsiteX2215" fmla="*/ 409389 w 2078016"/>
                <a:gd name="connsiteY2215" fmla="*/ 753693 h 2078049"/>
                <a:gd name="connsiteX2216" fmla="*/ 413294 w 2078016"/>
                <a:gd name="connsiteY2216" fmla="*/ 755217 h 2078049"/>
                <a:gd name="connsiteX2217" fmla="*/ 413770 w 2078016"/>
                <a:gd name="connsiteY2217" fmla="*/ 755408 h 2078049"/>
                <a:gd name="connsiteX2218" fmla="*/ 418152 w 2078016"/>
                <a:gd name="connsiteY2218" fmla="*/ 756074 h 2078049"/>
                <a:gd name="connsiteX2219" fmla="*/ 430534 w 2078016"/>
                <a:gd name="connsiteY2219" fmla="*/ 751216 h 2078049"/>
                <a:gd name="connsiteX2220" fmla="*/ 439012 w 2078016"/>
                <a:gd name="connsiteY2220" fmla="*/ 753312 h 2078049"/>
                <a:gd name="connsiteX2221" fmla="*/ 506258 w 2078016"/>
                <a:gd name="connsiteY2221" fmla="*/ 760837 h 2078049"/>
                <a:gd name="connsiteX2222" fmla="*/ 555312 w 2078016"/>
                <a:gd name="connsiteY2222" fmla="*/ 752836 h 2078049"/>
                <a:gd name="connsiteX2223" fmla="*/ 567885 w 2078016"/>
                <a:gd name="connsiteY2223" fmla="*/ 759980 h 2078049"/>
                <a:gd name="connsiteX2224" fmla="*/ 581410 w 2078016"/>
                <a:gd name="connsiteY2224" fmla="*/ 756646 h 2078049"/>
                <a:gd name="connsiteX2225" fmla="*/ 581410 w 2078016"/>
                <a:gd name="connsiteY2225" fmla="*/ 756646 h 2078049"/>
                <a:gd name="connsiteX2226" fmla="*/ 581410 w 2078016"/>
                <a:gd name="connsiteY2226" fmla="*/ 756550 h 2078049"/>
                <a:gd name="connsiteX2227" fmla="*/ 582649 w 2078016"/>
                <a:gd name="connsiteY2227" fmla="*/ 754265 h 2078049"/>
                <a:gd name="connsiteX2228" fmla="*/ 582839 w 2078016"/>
                <a:gd name="connsiteY2228" fmla="*/ 753788 h 2078049"/>
                <a:gd name="connsiteX2229" fmla="*/ 583220 w 2078016"/>
                <a:gd name="connsiteY2229" fmla="*/ 750740 h 2078049"/>
                <a:gd name="connsiteX2230" fmla="*/ 577029 w 2078016"/>
                <a:gd name="connsiteY2230" fmla="*/ 739406 h 2078049"/>
                <a:gd name="connsiteX2231" fmla="*/ 583030 w 2078016"/>
                <a:gd name="connsiteY2231" fmla="*/ 732166 h 2078049"/>
                <a:gd name="connsiteX2232" fmla="*/ 577696 w 2078016"/>
                <a:gd name="connsiteY2232" fmla="*/ 647299 h 2078049"/>
                <a:gd name="connsiteX2233" fmla="*/ 546740 w 2078016"/>
                <a:gd name="connsiteY2233" fmla="*/ 595483 h 2078049"/>
                <a:gd name="connsiteX2234" fmla="*/ 549883 w 2078016"/>
                <a:gd name="connsiteY2234" fmla="*/ 583577 h 2078049"/>
                <a:gd name="connsiteX2235" fmla="*/ 547597 w 2078016"/>
                <a:gd name="connsiteY2235" fmla="*/ 577385 h 2078049"/>
                <a:gd name="connsiteX2236" fmla="*/ 545501 w 2078016"/>
                <a:gd name="connsiteY2236" fmla="*/ 574433 h 2078049"/>
                <a:gd name="connsiteX2237" fmla="*/ 542929 w 2078016"/>
                <a:gd name="connsiteY2237" fmla="*/ 571861 h 2078049"/>
                <a:gd name="connsiteX2238" fmla="*/ 533881 w 2078016"/>
                <a:gd name="connsiteY2238" fmla="*/ 567479 h 2078049"/>
                <a:gd name="connsiteX2239" fmla="*/ 525308 w 2078016"/>
                <a:gd name="connsiteY2239" fmla="*/ 568241 h 2078049"/>
                <a:gd name="connsiteX2240" fmla="*/ 487208 w 2078016"/>
                <a:gd name="connsiteY2240" fmla="*/ 528522 h 2078049"/>
                <a:gd name="connsiteX2241" fmla="*/ 471016 w 2078016"/>
                <a:gd name="connsiteY2241" fmla="*/ 514615 h 2078049"/>
                <a:gd name="connsiteX2242" fmla="*/ 471016 w 2078016"/>
                <a:gd name="connsiteY2242" fmla="*/ 514615 h 2078049"/>
                <a:gd name="connsiteX2243" fmla="*/ 471016 w 2078016"/>
                <a:gd name="connsiteY2243" fmla="*/ 514615 h 2078049"/>
                <a:gd name="connsiteX2244" fmla="*/ 463586 w 2078016"/>
                <a:gd name="connsiteY2244" fmla="*/ 508805 h 2078049"/>
                <a:gd name="connsiteX2245" fmla="*/ 465301 w 2078016"/>
                <a:gd name="connsiteY2245" fmla="*/ 506615 h 2078049"/>
                <a:gd name="connsiteX2246" fmla="*/ 467777 w 2078016"/>
                <a:gd name="connsiteY2246" fmla="*/ 496804 h 2078049"/>
                <a:gd name="connsiteX2247" fmla="*/ 464443 w 2078016"/>
                <a:gd name="connsiteY2247" fmla="*/ 487279 h 2078049"/>
                <a:gd name="connsiteX2248" fmla="*/ 459300 w 2078016"/>
                <a:gd name="connsiteY2248" fmla="*/ 482421 h 2078049"/>
                <a:gd name="connsiteX2249" fmla="*/ 449299 w 2078016"/>
                <a:gd name="connsiteY2249" fmla="*/ 479754 h 2078049"/>
                <a:gd name="connsiteX2250" fmla="*/ 441583 w 2078016"/>
                <a:gd name="connsiteY2250" fmla="*/ 481945 h 2078049"/>
                <a:gd name="connsiteX2251" fmla="*/ 437011 w 2078016"/>
                <a:gd name="connsiteY2251" fmla="*/ 485374 h 2078049"/>
                <a:gd name="connsiteX2252" fmla="*/ 434821 w 2078016"/>
                <a:gd name="connsiteY2252" fmla="*/ 488231 h 2078049"/>
                <a:gd name="connsiteX2253" fmla="*/ 434154 w 2078016"/>
                <a:gd name="connsiteY2253" fmla="*/ 489660 h 2078049"/>
                <a:gd name="connsiteX2254" fmla="*/ 390815 w 2078016"/>
                <a:gd name="connsiteY2254" fmla="*/ 470896 h 2078049"/>
                <a:gd name="connsiteX2255" fmla="*/ 355001 w 2078016"/>
                <a:gd name="connsiteY2255" fmla="*/ 462895 h 2078049"/>
                <a:gd name="connsiteX2256" fmla="*/ 355192 w 2078016"/>
                <a:gd name="connsiteY2256" fmla="*/ 462704 h 2078049"/>
                <a:gd name="connsiteX2257" fmla="*/ 357954 w 2078016"/>
                <a:gd name="connsiteY2257" fmla="*/ 451846 h 2078049"/>
                <a:gd name="connsiteX2258" fmla="*/ 352239 w 2078016"/>
                <a:gd name="connsiteY2258" fmla="*/ 439368 h 2078049"/>
                <a:gd name="connsiteX2259" fmla="*/ 349286 w 2078016"/>
                <a:gd name="connsiteY2259" fmla="*/ 437368 h 2078049"/>
                <a:gd name="connsiteX2260" fmla="*/ 342333 w 2078016"/>
                <a:gd name="connsiteY2260" fmla="*/ 435463 h 2078049"/>
                <a:gd name="connsiteX2261" fmla="*/ 335094 w 2078016"/>
                <a:gd name="connsiteY2261" fmla="*/ 436606 h 2078049"/>
                <a:gd name="connsiteX2262" fmla="*/ 331665 w 2078016"/>
                <a:gd name="connsiteY2262" fmla="*/ 438225 h 2078049"/>
                <a:gd name="connsiteX2263" fmla="*/ 325569 w 2078016"/>
                <a:gd name="connsiteY2263" fmla="*/ 443273 h 2078049"/>
                <a:gd name="connsiteX2264" fmla="*/ 323188 w 2078016"/>
                <a:gd name="connsiteY2264" fmla="*/ 446607 h 2078049"/>
                <a:gd name="connsiteX2265" fmla="*/ 321378 w 2078016"/>
                <a:gd name="connsiteY2265" fmla="*/ 450989 h 2078049"/>
                <a:gd name="connsiteX2266" fmla="*/ 321187 w 2078016"/>
                <a:gd name="connsiteY2266" fmla="*/ 451941 h 2078049"/>
                <a:gd name="connsiteX2267" fmla="*/ 320616 w 2078016"/>
                <a:gd name="connsiteY2267" fmla="*/ 456132 h 2078049"/>
                <a:gd name="connsiteX2268" fmla="*/ 320616 w 2078016"/>
                <a:gd name="connsiteY2268" fmla="*/ 456132 h 2078049"/>
                <a:gd name="connsiteX2269" fmla="*/ 320616 w 2078016"/>
                <a:gd name="connsiteY2269" fmla="*/ 456132 h 2078049"/>
                <a:gd name="connsiteX2270" fmla="*/ 320997 w 2078016"/>
                <a:gd name="connsiteY2270" fmla="*/ 460799 h 2078049"/>
                <a:gd name="connsiteX2271" fmla="*/ 298518 w 2078016"/>
                <a:gd name="connsiteY2271" fmla="*/ 462419 h 2078049"/>
                <a:gd name="connsiteX2272" fmla="*/ 299089 w 2078016"/>
                <a:gd name="connsiteY2272" fmla="*/ 452227 h 2078049"/>
                <a:gd name="connsiteX2273" fmla="*/ 297565 w 2078016"/>
                <a:gd name="connsiteY2273" fmla="*/ 447940 h 2078049"/>
                <a:gd name="connsiteX2274" fmla="*/ 297280 w 2078016"/>
                <a:gd name="connsiteY2274" fmla="*/ 447560 h 2078049"/>
                <a:gd name="connsiteX2275" fmla="*/ 285373 w 2078016"/>
                <a:gd name="connsiteY2275" fmla="*/ 439558 h 2078049"/>
                <a:gd name="connsiteX2276" fmla="*/ 344048 w 2078016"/>
                <a:gd name="connsiteY2276" fmla="*/ 344880 h 2078049"/>
                <a:gd name="connsiteX2277" fmla="*/ 377385 w 2078016"/>
                <a:gd name="connsiteY2277" fmla="*/ 317257 h 2078049"/>
                <a:gd name="connsiteX2278" fmla="*/ 386529 w 2078016"/>
                <a:gd name="connsiteY2278" fmla="*/ 327449 h 2078049"/>
                <a:gd name="connsiteX2279" fmla="*/ 410151 w 2078016"/>
                <a:gd name="connsiteY2279" fmla="*/ 321258 h 2078049"/>
                <a:gd name="connsiteX2280" fmla="*/ 410437 w 2078016"/>
                <a:gd name="connsiteY2280" fmla="*/ 320972 h 2078049"/>
                <a:gd name="connsiteX2281" fmla="*/ 413580 w 2078016"/>
                <a:gd name="connsiteY2281" fmla="*/ 316781 h 2078049"/>
                <a:gd name="connsiteX2282" fmla="*/ 413485 w 2078016"/>
                <a:gd name="connsiteY2282" fmla="*/ 296398 h 2078049"/>
                <a:gd name="connsiteX2283" fmla="*/ 430820 w 2078016"/>
                <a:gd name="connsiteY2283" fmla="*/ 289064 h 2078049"/>
                <a:gd name="connsiteX2284" fmla="*/ 438726 w 2078016"/>
                <a:gd name="connsiteY2284" fmla="*/ 286301 h 2078049"/>
                <a:gd name="connsiteX2285" fmla="*/ 445393 w 2078016"/>
                <a:gd name="connsiteY2285" fmla="*/ 284111 h 2078049"/>
                <a:gd name="connsiteX2286" fmla="*/ 464634 w 2078016"/>
                <a:gd name="connsiteY2286" fmla="*/ 279157 h 2078049"/>
                <a:gd name="connsiteX2287" fmla="*/ 461491 w 2078016"/>
                <a:gd name="connsiteY2287" fmla="*/ 299732 h 2078049"/>
                <a:gd name="connsiteX2288" fmla="*/ 445012 w 2078016"/>
                <a:gd name="connsiteY2288" fmla="*/ 304399 h 2078049"/>
                <a:gd name="connsiteX2289" fmla="*/ 437011 w 2078016"/>
                <a:gd name="connsiteY2289" fmla="*/ 322591 h 2078049"/>
                <a:gd name="connsiteX2290" fmla="*/ 437011 w 2078016"/>
                <a:gd name="connsiteY2290" fmla="*/ 322591 h 2078049"/>
                <a:gd name="connsiteX2291" fmla="*/ 437011 w 2078016"/>
                <a:gd name="connsiteY2291" fmla="*/ 322591 h 2078049"/>
                <a:gd name="connsiteX2292" fmla="*/ 438059 w 2078016"/>
                <a:gd name="connsiteY2292" fmla="*/ 326782 h 2078049"/>
                <a:gd name="connsiteX2293" fmla="*/ 438250 w 2078016"/>
                <a:gd name="connsiteY2293" fmla="*/ 327354 h 2078049"/>
                <a:gd name="connsiteX2294" fmla="*/ 440536 w 2078016"/>
                <a:gd name="connsiteY2294" fmla="*/ 331164 h 2078049"/>
                <a:gd name="connsiteX2295" fmla="*/ 443203 w 2078016"/>
                <a:gd name="connsiteY2295" fmla="*/ 333640 h 2078049"/>
                <a:gd name="connsiteX2296" fmla="*/ 453109 w 2078016"/>
                <a:gd name="connsiteY2296" fmla="*/ 336974 h 2078049"/>
                <a:gd name="connsiteX2297" fmla="*/ 459967 w 2078016"/>
                <a:gd name="connsiteY2297" fmla="*/ 335927 h 2078049"/>
                <a:gd name="connsiteX2298" fmla="*/ 459967 w 2078016"/>
                <a:gd name="connsiteY2298" fmla="*/ 336498 h 2078049"/>
                <a:gd name="connsiteX2299" fmla="*/ 469968 w 2078016"/>
                <a:gd name="connsiteY2299" fmla="*/ 391648 h 2078049"/>
                <a:gd name="connsiteX2300" fmla="*/ 481398 w 2078016"/>
                <a:gd name="connsiteY2300" fmla="*/ 420699 h 2078049"/>
                <a:gd name="connsiteX2301" fmla="*/ 476445 w 2078016"/>
                <a:gd name="connsiteY2301" fmla="*/ 437463 h 2078049"/>
                <a:gd name="connsiteX2302" fmla="*/ 476445 w 2078016"/>
                <a:gd name="connsiteY2302" fmla="*/ 437463 h 2078049"/>
                <a:gd name="connsiteX2303" fmla="*/ 476445 w 2078016"/>
                <a:gd name="connsiteY2303" fmla="*/ 437463 h 2078049"/>
                <a:gd name="connsiteX2304" fmla="*/ 477874 w 2078016"/>
                <a:gd name="connsiteY2304" fmla="*/ 441368 h 2078049"/>
                <a:gd name="connsiteX2305" fmla="*/ 478159 w 2078016"/>
                <a:gd name="connsiteY2305" fmla="*/ 441940 h 2078049"/>
                <a:gd name="connsiteX2306" fmla="*/ 480731 w 2078016"/>
                <a:gd name="connsiteY2306" fmla="*/ 445559 h 2078049"/>
                <a:gd name="connsiteX2307" fmla="*/ 480731 w 2078016"/>
                <a:gd name="connsiteY2307" fmla="*/ 445559 h 2078049"/>
                <a:gd name="connsiteX2308" fmla="*/ 486541 w 2078016"/>
                <a:gd name="connsiteY2308" fmla="*/ 449655 h 2078049"/>
                <a:gd name="connsiteX2309" fmla="*/ 498257 w 2078016"/>
                <a:gd name="connsiteY2309" fmla="*/ 450512 h 2078049"/>
                <a:gd name="connsiteX2310" fmla="*/ 526070 w 2078016"/>
                <a:gd name="connsiteY2310" fmla="*/ 486231 h 2078049"/>
                <a:gd name="connsiteX2311" fmla="*/ 526070 w 2078016"/>
                <a:gd name="connsiteY2311" fmla="*/ 486231 h 2078049"/>
                <a:gd name="connsiteX2312" fmla="*/ 527690 w 2078016"/>
                <a:gd name="connsiteY2312" fmla="*/ 488041 h 2078049"/>
                <a:gd name="connsiteX2313" fmla="*/ 562075 w 2078016"/>
                <a:gd name="connsiteY2313" fmla="*/ 521093 h 2078049"/>
                <a:gd name="connsiteX2314" fmla="*/ 566647 w 2078016"/>
                <a:gd name="connsiteY2314" fmla="*/ 534999 h 2078049"/>
                <a:gd name="connsiteX2315" fmla="*/ 566647 w 2078016"/>
                <a:gd name="connsiteY2315" fmla="*/ 534999 h 2078049"/>
                <a:gd name="connsiteX2316" fmla="*/ 566647 w 2078016"/>
                <a:gd name="connsiteY2316" fmla="*/ 534999 h 2078049"/>
                <a:gd name="connsiteX2317" fmla="*/ 569695 w 2078016"/>
                <a:gd name="connsiteY2317" fmla="*/ 537952 h 2078049"/>
                <a:gd name="connsiteX2318" fmla="*/ 570076 w 2078016"/>
                <a:gd name="connsiteY2318" fmla="*/ 538333 h 2078049"/>
                <a:gd name="connsiteX2319" fmla="*/ 573886 w 2078016"/>
                <a:gd name="connsiteY2319" fmla="*/ 540619 h 2078049"/>
                <a:gd name="connsiteX2320" fmla="*/ 586173 w 2078016"/>
                <a:gd name="connsiteY2320" fmla="*/ 541286 h 2078049"/>
                <a:gd name="connsiteX2321" fmla="*/ 587221 w 2078016"/>
                <a:gd name="connsiteY2321" fmla="*/ 540809 h 2078049"/>
                <a:gd name="connsiteX2322" fmla="*/ 594269 w 2078016"/>
                <a:gd name="connsiteY2322" fmla="*/ 545953 h 2078049"/>
                <a:gd name="connsiteX2323" fmla="*/ 653515 w 2078016"/>
                <a:gd name="connsiteY2323" fmla="*/ 578433 h 2078049"/>
                <a:gd name="connsiteX2324" fmla="*/ 701140 w 2078016"/>
                <a:gd name="connsiteY2324" fmla="*/ 589673 h 2078049"/>
                <a:gd name="connsiteX2325" fmla="*/ 701902 w 2078016"/>
                <a:gd name="connsiteY2325" fmla="*/ 589673 h 2078049"/>
                <a:gd name="connsiteX2326" fmla="*/ 710855 w 2078016"/>
                <a:gd name="connsiteY2326" fmla="*/ 601103 h 2078049"/>
                <a:gd name="connsiteX2327" fmla="*/ 726952 w 2078016"/>
                <a:gd name="connsiteY2327" fmla="*/ 601483 h 2078049"/>
                <a:gd name="connsiteX2328" fmla="*/ 727143 w 2078016"/>
                <a:gd name="connsiteY2328" fmla="*/ 601198 h 2078049"/>
                <a:gd name="connsiteX2329" fmla="*/ 728667 w 2078016"/>
                <a:gd name="connsiteY2329" fmla="*/ 598436 h 2078049"/>
                <a:gd name="connsiteX2330" fmla="*/ 729239 w 2078016"/>
                <a:gd name="connsiteY2330" fmla="*/ 595673 h 2078049"/>
                <a:gd name="connsiteX2331" fmla="*/ 728762 w 2078016"/>
                <a:gd name="connsiteY2331" fmla="*/ 589577 h 2078049"/>
                <a:gd name="connsiteX2332" fmla="*/ 727333 w 2078016"/>
                <a:gd name="connsiteY2332" fmla="*/ 585482 h 2078049"/>
                <a:gd name="connsiteX2333" fmla="*/ 735715 w 2078016"/>
                <a:gd name="connsiteY2333" fmla="*/ 581195 h 2078049"/>
                <a:gd name="connsiteX2334" fmla="*/ 757432 w 2078016"/>
                <a:gd name="connsiteY2334" fmla="*/ 550906 h 2078049"/>
                <a:gd name="connsiteX2335" fmla="*/ 762100 w 2078016"/>
                <a:gd name="connsiteY2335" fmla="*/ 527950 h 2078049"/>
                <a:gd name="connsiteX2336" fmla="*/ 763052 w 2078016"/>
                <a:gd name="connsiteY2336" fmla="*/ 500614 h 2078049"/>
                <a:gd name="connsiteX2337" fmla="*/ 754194 w 2078016"/>
                <a:gd name="connsiteY2337" fmla="*/ 440892 h 2078049"/>
                <a:gd name="connsiteX2338" fmla="*/ 761052 w 2078016"/>
                <a:gd name="connsiteY2338" fmla="*/ 420985 h 2078049"/>
                <a:gd name="connsiteX2339" fmla="*/ 757814 w 2078016"/>
                <a:gd name="connsiteY2339" fmla="*/ 414698 h 2078049"/>
                <a:gd name="connsiteX2340" fmla="*/ 755527 w 2078016"/>
                <a:gd name="connsiteY2340" fmla="*/ 412222 h 2078049"/>
                <a:gd name="connsiteX2341" fmla="*/ 744764 w 2078016"/>
                <a:gd name="connsiteY2341" fmla="*/ 407650 h 2078049"/>
                <a:gd name="connsiteX2342" fmla="*/ 724666 w 2078016"/>
                <a:gd name="connsiteY2342" fmla="*/ 356310 h 2078049"/>
                <a:gd name="connsiteX2343" fmla="*/ 715046 w 2078016"/>
                <a:gd name="connsiteY2343" fmla="*/ 337355 h 2078049"/>
                <a:gd name="connsiteX2344" fmla="*/ 715046 w 2078016"/>
                <a:gd name="connsiteY2344" fmla="*/ 337260 h 2078049"/>
                <a:gd name="connsiteX2345" fmla="*/ 715046 w 2078016"/>
                <a:gd name="connsiteY2345" fmla="*/ 337260 h 2078049"/>
                <a:gd name="connsiteX2346" fmla="*/ 710474 w 2078016"/>
                <a:gd name="connsiteY2346" fmla="*/ 329069 h 2078049"/>
                <a:gd name="connsiteX2347" fmla="*/ 712856 w 2078016"/>
                <a:gd name="connsiteY2347" fmla="*/ 327640 h 2078049"/>
                <a:gd name="connsiteX2348" fmla="*/ 716475 w 2078016"/>
                <a:gd name="connsiteY2348" fmla="*/ 302875 h 2078049"/>
                <a:gd name="connsiteX2349" fmla="*/ 711332 w 2078016"/>
                <a:gd name="connsiteY2349" fmla="*/ 298017 h 2078049"/>
                <a:gd name="connsiteX2350" fmla="*/ 694758 w 2078016"/>
                <a:gd name="connsiteY2350" fmla="*/ 297065 h 2078049"/>
                <a:gd name="connsiteX2351" fmla="*/ 691615 w 2078016"/>
                <a:gd name="connsiteY2351" fmla="*/ 298874 h 2078049"/>
                <a:gd name="connsiteX2352" fmla="*/ 690472 w 2078016"/>
                <a:gd name="connsiteY2352" fmla="*/ 299922 h 2078049"/>
                <a:gd name="connsiteX2353" fmla="*/ 657515 w 2078016"/>
                <a:gd name="connsiteY2353" fmla="*/ 265918 h 2078049"/>
                <a:gd name="connsiteX2354" fmla="*/ 627416 w 2078016"/>
                <a:gd name="connsiteY2354" fmla="*/ 244963 h 2078049"/>
                <a:gd name="connsiteX2355" fmla="*/ 627702 w 2078016"/>
                <a:gd name="connsiteY2355" fmla="*/ 244772 h 2078049"/>
                <a:gd name="connsiteX2356" fmla="*/ 631893 w 2078016"/>
                <a:gd name="connsiteY2356" fmla="*/ 218960 h 2078049"/>
                <a:gd name="connsiteX2357" fmla="*/ 619034 w 2078016"/>
                <a:gd name="connsiteY2357" fmla="*/ 212864 h 2078049"/>
                <a:gd name="connsiteX2358" fmla="*/ 615224 w 2078016"/>
                <a:gd name="connsiteY2358" fmla="*/ 213054 h 2078049"/>
                <a:gd name="connsiteX2359" fmla="*/ 604270 w 2078016"/>
                <a:gd name="connsiteY2359" fmla="*/ 217626 h 2078049"/>
                <a:gd name="connsiteX2360" fmla="*/ 600651 w 2078016"/>
                <a:gd name="connsiteY2360" fmla="*/ 221150 h 2078049"/>
                <a:gd name="connsiteX2361" fmla="*/ 600460 w 2078016"/>
                <a:gd name="connsiteY2361" fmla="*/ 221341 h 2078049"/>
                <a:gd name="connsiteX2362" fmla="*/ 598174 w 2078016"/>
                <a:gd name="connsiteY2362" fmla="*/ 225056 h 2078049"/>
                <a:gd name="connsiteX2363" fmla="*/ 598079 w 2078016"/>
                <a:gd name="connsiteY2363" fmla="*/ 225246 h 2078049"/>
                <a:gd name="connsiteX2364" fmla="*/ 598079 w 2078016"/>
                <a:gd name="connsiteY2364" fmla="*/ 225246 h 2078049"/>
                <a:gd name="connsiteX2365" fmla="*/ 596650 w 2078016"/>
                <a:gd name="connsiteY2365" fmla="*/ 229818 h 2078049"/>
                <a:gd name="connsiteX2366" fmla="*/ 575315 w 2078016"/>
                <a:gd name="connsiteY2366" fmla="*/ 222865 h 2078049"/>
                <a:gd name="connsiteX2367" fmla="*/ 579696 w 2078016"/>
                <a:gd name="connsiteY2367" fmla="*/ 213625 h 2078049"/>
                <a:gd name="connsiteX2368" fmla="*/ 579886 w 2078016"/>
                <a:gd name="connsiteY2368" fmla="*/ 209053 h 2078049"/>
                <a:gd name="connsiteX2369" fmla="*/ 579791 w 2078016"/>
                <a:gd name="connsiteY2369" fmla="*/ 208577 h 2078049"/>
                <a:gd name="connsiteX2370" fmla="*/ 571885 w 2078016"/>
                <a:gd name="connsiteY2370" fmla="*/ 196671 h 2078049"/>
                <a:gd name="connsiteX2371" fmla="*/ 662564 w 2078016"/>
                <a:gd name="connsiteY2371" fmla="*/ 131615 h 2078049"/>
                <a:gd name="connsiteX2372" fmla="*/ 703997 w 2078016"/>
                <a:gd name="connsiteY2372" fmla="*/ 118661 h 2078049"/>
                <a:gd name="connsiteX2373" fmla="*/ 708474 w 2078016"/>
                <a:gd name="connsiteY2373" fmla="*/ 131615 h 2078049"/>
                <a:gd name="connsiteX2374" fmla="*/ 732572 w 2078016"/>
                <a:gd name="connsiteY2374" fmla="*/ 135044 h 2078049"/>
                <a:gd name="connsiteX2375" fmla="*/ 733239 w 2078016"/>
                <a:gd name="connsiteY2375" fmla="*/ 134758 h 2078049"/>
                <a:gd name="connsiteX2376" fmla="*/ 737716 w 2078016"/>
                <a:gd name="connsiteY2376" fmla="*/ 132091 h 2078049"/>
                <a:gd name="connsiteX2377" fmla="*/ 745431 w 2078016"/>
                <a:gd name="connsiteY2377" fmla="*/ 113232 h 2078049"/>
                <a:gd name="connsiteX2378" fmla="*/ 781531 w 2078016"/>
                <a:gd name="connsiteY2378" fmla="*/ 114280 h 2078049"/>
                <a:gd name="connsiteX2379" fmla="*/ 785055 w 2078016"/>
                <a:gd name="connsiteY2379" fmla="*/ 114661 h 2078049"/>
                <a:gd name="connsiteX2380" fmla="*/ 799342 w 2078016"/>
                <a:gd name="connsiteY2380" fmla="*/ 116852 h 2078049"/>
                <a:gd name="connsiteX2381" fmla="*/ 788484 w 2078016"/>
                <a:gd name="connsiteY2381" fmla="*/ 134758 h 2078049"/>
                <a:gd name="connsiteX2382" fmla="*/ 771529 w 2078016"/>
                <a:gd name="connsiteY2382" fmla="*/ 132853 h 2078049"/>
                <a:gd name="connsiteX2383" fmla="*/ 756385 w 2078016"/>
                <a:gd name="connsiteY2383" fmla="*/ 150856 h 2078049"/>
                <a:gd name="connsiteX2384" fmla="*/ 756385 w 2078016"/>
                <a:gd name="connsiteY2384" fmla="*/ 151237 h 2078049"/>
                <a:gd name="connsiteX2385" fmla="*/ 757051 w 2078016"/>
                <a:gd name="connsiteY2385" fmla="*/ 155714 h 2078049"/>
                <a:gd name="connsiteX2386" fmla="*/ 773244 w 2078016"/>
                <a:gd name="connsiteY2386" fmla="*/ 167620 h 2078049"/>
                <a:gd name="connsiteX2387" fmla="*/ 773053 w 2078016"/>
                <a:gd name="connsiteY2387" fmla="*/ 168191 h 2078049"/>
                <a:gd name="connsiteX2388" fmla="*/ 761052 w 2078016"/>
                <a:gd name="connsiteY2388" fmla="*/ 222960 h 2078049"/>
                <a:gd name="connsiteX2389" fmla="*/ 760481 w 2078016"/>
                <a:gd name="connsiteY2389" fmla="*/ 254202 h 2078049"/>
                <a:gd name="connsiteX2390" fmla="*/ 749241 w 2078016"/>
                <a:gd name="connsiteY2390" fmla="*/ 271919 h 2078049"/>
                <a:gd name="connsiteX2391" fmla="*/ 749241 w 2078016"/>
                <a:gd name="connsiteY2391" fmla="*/ 272490 h 2078049"/>
                <a:gd name="connsiteX2392" fmla="*/ 750193 w 2078016"/>
                <a:gd name="connsiteY2392" fmla="*/ 276872 h 2078049"/>
                <a:gd name="connsiteX2393" fmla="*/ 764481 w 2078016"/>
                <a:gd name="connsiteY2393" fmla="*/ 288206 h 2078049"/>
                <a:gd name="connsiteX2394" fmla="*/ 777244 w 2078016"/>
                <a:gd name="connsiteY2394" fmla="*/ 334117 h 2078049"/>
                <a:gd name="connsiteX2395" fmla="*/ 796390 w 2078016"/>
                <a:gd name="connsiteY2395" fmla="*/ 377836 h 2078049"/>
                <a:gd name="connsiteX2396" fmla="*/ 795247 w 2078016"/>
                <a:gd name="connsiteY2396" fmla="*/ 392505 h 2078049"/>
                <a:gd name="connsiteX2397" fmla="*/ 795247 w 2078016"/>
                <a:gd name="connsiteY2397" fmla="*/ 392505 h 2078049"/>
                <a:gd name="connsiteX2398" fmla="*/ 795247 w 2078016"/>
                <a:gd name="connsiteY2398" fmla="*/ 392505 h 2078049"/>
                <a:gd name="connsiteX2399" fmla="*/ 796961 w 2078016"/>
                <a:gd name="connsiteY2399" fmla="*/ 396410 h 2078049"/>
                <a:gd name="connsiteX2400" fmla="*/ 797247 w 2078016"/>
                <a:gd name="connsiteY2400" fmla="*/ 396886 h 2078049"/>
                <a:gd name="connsiteX2401" fmla="*/ 799819 w 2078016"/>
                <a:gd name="connsiteY2401" fmla="*/ 400411 h 2078049"/>
                <a:gd name="connsiteX2402" fmla="*/ 812011 w 2078016"/>
                <a:gd name="connsiteY2402" fmla="*/ 405840 h 2078049"/>
                <a:gd name="connsiteX2403" fmla="*/ 858683 w 2078016"/>
                <a:gd name="connsiteY2403" fmla="*/ 465943 h 2078049"/>
                <a:gd name="connsiteX2404" fmla="*/ 898212 w 2078016"/>
                <a:gd name="connsiteY2404" fmla="*/ 494613 h 2078049"/>
                <a:gd name="connsiteX2405" fmla="*/ 899069 w 2078016"/>
                <a:gd name="connsiteY2405" fmla="*/ 494994 h 2078049"/>
                <a:gd name="connsiteX2406" fmla="*/ 902879 w 2078016"/>
                <a:gd name="connsiteY2406" fmla="*/ 508996 h 2078049"/>
                <a:gd name="connsiteX2407" fmla="*/ 914881 w 2078016"/>
                <a:gd name="connsiteY2407" fmla="*/ 516425 h 2078049"/>
                <a:gd name="connsiteX2408" fmla="*/ 914881 w 2078016"/>
                <a:gd name="connsiteY2408" fmla="*/ 516425 h 2078049"/>
                <a:gd name="connsiteX2409" fmla="*/ 914881 w 2078016"/>
                <a:gd name="connsiteY2409" fmla="*/ 516425 h 2078049"/>
                <a:gd name="connsiteX2410" fmla="*/ 917548 w 2078016"/>
                <a:gd name="connsiteY2410" fmla="*/ 515568 h 2078049"/>
                <a:gd name="connsiteX2411" fmla="*/ 917929 w 2078016"/>
                <a:gd name="connsiteY2411" fmla="*/ 515378 h 2078049"/>
                <a:gd name="connsiteX2412" fmla="*/ 920310 w 2078016"/>
                <a:gd name="connsiteY2412" fmla="*/ 513377 h 2078049"/>
                <a:gd name="connsiteX2413" fmla="*/ 923834 w 2078016"/>
                <a:gd name="connsiteY2413" fmla="*/ 500899 h 2078049"/>
                <a:gd name="connsiteX2414" fmla="*/ 933264 w 2078016"/>
                <a:gd name="connsiteY2414" fmla="*/ 500233 h 2078049"/>
                <a:gd name="connsiteX2415" fmla="*/ 964887 w 2078016"/>
                <a:gd name="connsiteY2415" fmla="*/ 480611 h 2078049"/>
                <a:gd name="connsiteX2416" fmla="*/ 978032 w 2078016"/>
                <a:gd name="connsiteY2416" fmla="*/ 461180 h 2078049"/>
                <a:gd name="connsiteX2417" fmla="*/ 989461 w 2078016"/>
                <a:gd name="connsiteY2417" fmla="*/ 436320 h 2078049"/>
                <a:gd name="connsiteX2418" fmla="*/ 1004225 w 2078016"/>
                <a:gd name="connsiteY2418" fmla="*/ 377741 h 2078049"/>
                <a:gd name="connsiteX2419" fmla="*/ 1005273 w 2078016"/>
                <a:gd name="connsiteY2419" fmla="*/ 377741 h 2078049"/>
                <a:gd name="connsiteX2420" fmla="*/ 1008035 w 2078016"/>
                <a:gd name="connsiteY2420" fmla="*/ 377074 h 2078049"/>
                <a:gd name="connsiteX2421" fmla="*/ 1012988 w 2078016"/>
                <a:gd name="connsiteY2421" fmla="*/ 373931 h 2078049"/>
                <a:gd name="connsiteX2422" fmla="*/ 1016512 w 2078016"/>
                <a:gd name="connsiteY2422" fmla="*/ 368788 h 2078049"/>
                <a:gd name="connsiteX2423" fmla="*/ 1018227 w 2078016"/>
                <a:gd name="connsiteY2423" fmla="*/ 362025 h 2078049"/>
                <a:gd name="connsiteX2424" fmla="*/ 1008321 w 2078016"/>
                <a:gd name="connsiteY2424" fmla="*/ 343451 h 2078049"/>
                <a:gd name="connsiteX2425" fmla="*/ 1009464 w 2078016"/>
                <a:gd name="connsiteY2425" fmla="*/ 288397 h 2078049"/>
                <a:gd name="connsiteX2426" fmla="*/ 1007845 w 2078016"/>
                <a:gd name="connsiteY2426" fmla="*/ 267156 h 2078049"/>
                <a:gd name="connsiteX2427" fmla="*/ 1007845 w 2078016"/>
                <a:gd name="connsiteY2427" fmla="*/ 267061 h 2078049"/>
                <a:gd name="connsiteX2428" fmla="*/ 1007845 w 2078016"/>
                <a:gd name="connsiteY2428" fmla="*/ 267061 h 2078049"/>
                <a:gd name="connsiteX2429" fmla="*/ 1006702 w 2078016"/>
                <a:gd name="connsiteY2429" fmla="*/ 257726 h 2078049"/>
                <a:gd name="connsiteX2430" fmla="*/ 1009464 w 2078016"/>
                <a:gd name="connsiteY2430" fmla="*/ 257345 h 2078049"/>
                <a:gd name="connsiteX2431" fmla="*/ 1022323 w 2078016"/>
                <a:gd name="connsiteY2431" fmla="*/ 235914 h 2078049"/>
                <a:gd name="connsiteX2432" fmla="*/ 1000891 w 2078016"/>
                <a:gd name="connsiteY2432" fmla="*/ 222674 h 2078049"/>
                <a:gd name="connsiteX2433" fmla="*/ 999463 w 2078016"/>
                <a:gd name="connsiteY2433" fmla="*/ 223150 h 2078049"/>
                <a:gd name="connsiteX2434" fmla="*/ 982127 w 2078016"/>
                <a:gd name="connsiteY2434" fmla="*/ 179240 h 2078049"/>
                <a:gd name="connsiteX2435" fmla="*/ 962410 w 2078016"/>
                <a:gd name="connsiteY2435" fmla="*/ 148284 h 2078049"/>
                <a:gd name="connsiteX2436" fmla="*/ 962696 w 2078016"/>
                <a:gd name="connsiteY2436" fmla="*/ 148189 h 2078049"/>
                <a:gd name="connsiteX2437" fmla="*/ 976412 w 2078016"/>
                <a:gd name="connsiteY2437" fmla="*/ 125995 h 2078049"/>
                <a:gd name="connsiteX2438" fmla="*/ 974983 w 2078016"/>
                <a:gd name="connsiteY2438" fmla="*/ 122662 h 2078049"/>
                <a:gd name="connsiteX2439" fmla="*/ 970126 w 2078016"/>
                <a:gd name="connsiteY2439" fmla="*/ 117328 h 2078049"/>
                <a:gd name="connsiteX2440" fmla="*/ 951457 w 2078016"/>
                <a:gd name="connsiteY2440" fmla="*/ 114089 h 2078049"/>
                <a:gd name="connsiteX2441" fmla="*/ 946885 w 2078016"/>
                <a:gd name="connsiteY2441" fmla="*/ 115899 h 2078049"/>
                <a:gd name="connsiteX2442" fmla="*/ 946599 w 2078016"/>
                <a:gd name="connsiteY2442" fmla="*/ 116090 h 2078049"/>
                <a:gd name="connsiteX2443" fmla="*/ 942979 w 2078016"/>
                <a:gd name="connsiteY2443" fmla="*/ 118661 h 2078049"/>
                <a:gd name="connsiteX2444" fmla="*/ 942884 w 2078016"/>
                <a:gd name="connsiteY2444" fmla="*/ 118757 h 2078049"/>
                <a:gd name="connsiteX2445" fmla="*/ 942884 w 2078016"/>
                <a:gd name="connsiteY2445" fmla="*/ 118757 h 2078049"/>
                <a:gd name="connsiteX2446" fmla="*/ 939836 w 2078016"/>
                <a:gd name="connsiteY2446" fmla="*/ 122376 h 2078049"/>
                <a:gd name="connsiteX2447" fmla="*/ 922786 w 2078016"/>
                <a:gd name="connsiteY2447" fmla="*/ 107803 h 2078049"/>
                <a:gd name="connsiteX2448" fmla="*/ 930407 w 2078016"/>
                <a:gd name="connsiteY2448" fmla="*/ 100945 h 2078049"/>
                <a:gd name="connsiteX2449" fmla="*/ 932311 w 2078016"/>
                <a:gd name="connsiteY2449" fmla="*/ 96754 h 2078049"/>
                <a:gd name="connsiteX2450" fmla="*/ 932407 w 2078016"/>
                <a:gd name="connsiteY2450" fmla="*/ 96278 h 2078049"/>
                <a:gd name="connsiteX2451" fmla="*/ 929644 w 2078016"/>
                <a:gd name="connsiteY2451" fmla="*/ 82276 h 2078049"/>
                <a:gd name="connsiteX2452" fmla="*/ 1037944 w 2078016"/>
                <a:gd name="connsiteY2452" fmla="*/ 56939 h 2078049"/>
                <a:gd name="connsiteX2453" fmla="*/ 1080997 w 2078016"/>
                <a:gd name="connsiteY2453" fmla="*/ 61035 h 2078049"/>
                <a:gd name="connsiteX2454" fmla="*/ 1080235 w 2078016"/>
                <a:gd name="connsiteY2454" fmla="*/ 74656 h 2078049"/>
                <a:gd name="connsiteX2455" fmla="*/ 1096237 w 2078016"/>
                <a:gd name="connsiteY2455" fmla="*/ 86467 h 2078049"/>
                <a:gd name="connsiteX2456" fmla="*/ 1096237 w 2078016"/>
                <a:gd name="connsiteY2456" fmla="*/ 86467 h 2078049"/>
                <a:gd name="connsiteX2457" fmla="*/ 1096332 w 2078016"/>
                <a:gd name="connsiteY2457" fmla="*/ 86467 h 2078049"/>
                <a:gd name="connsiteX2458" fmla="*/ 1101094 w 2078016"/>
                <a:gd name="connsiteY2458" fmla="*/ 86848 h 2078049"/>
                <a:gd name="connsiteX2459" fmla="*/ 1101857 w 2078016"/>
                <a:gd name="connsiteY2459" fmla="*/ 86848 h 2078049"/>
                <a:gd name="connsiteX2460" fmla="*/ 1107000 w 2078016"/>
                <a:gd name="connsiteY2460" fmla="*/ 86181 h 2078049"/>
                <a:gd name="connsiteX2461" fmla="*/ 1121287 w 2078016"/>
                <a:gd name="connsiteY2461" fmla="*/ 71608 h 2078049"/>
                <a:gd name="connsiteX2462" fmla="*/ 1153101 w 2078016"/>
                <a:gd name="connsiteY2462" fmla="*/ 85800 h 2078049"/>
                <a:gd name="connsiteX2463" fmla="*/ 1158625 w 2078016"/>
                <a:gd name="connsiteY2463" fmla="*/ 88943 h 2078049"/>
                <a:gd name="connsiteX2464" fmla="*/ 1169579 w 2078016"/>
                <a:gd name="connsiteY2464" fmla="*/ 95706 h 2078049"/>
                <a:gd name="connsiteX2465" fmla="*/ 1152815 w 2078016"/>
                <a:gd name="connsiteY2465" fmla="*/ 107993 h 2078049"/>
                <a:gd name="connsiteX2466" fmla="*/ 1137861 w 2078016"/>
                <a:gd name="connsiteY2466" fmla="*/ 99611 h 2078049"/>
                <a:gd name="connsiteX2467" fmla="*/ 1119287 w 2078016"/>
                <a:gd name="connsiteY2467" fmla="*/ 107041 h 2078049"/>
                <a:gd name="connsiteX2468" fmla="*/ 1119287 w 2078016"/>
                <a:gd name="connsiteY2468" fmla="*/ 107041 h 2078049"/>
                <a:gd name="connsiteX2469" fmla="*/ 1119287 w 2078016"/>
                <a:gd name="connsiteY2469" fmla="*/ 107041 h 2078049"/>
                <a:gd name="connsiteX2470" fmla="*/ 1117097 w 2078016"/>
                <a:gd name="connsiteY2470" fmla="*/ 110756 h 2078049"/>
                <a:gd name="connsiteX2471" fmla="*/ 1116811 w 2078016"/>
                <a:gd name="connsiteY2471" fmla="*/ 111327 h 2078049"/>
                <a:gd name="connsiteX2472" fmla="*/ 1115763 w 2078016"/>
                <a:gd name="connsiteY2472" fmla="*/ 115708 h 2078049"/>
                <a:gd name="connsiteX2473" fmla="*/ 1115763 w 2078016"/>
                <a:gd name="connsiteY2473" fmla="*/ 115708 h 2078049"/>
                <a:gd name="connsiteX2474" fmla="*/ 1126145 w 2078016"/>
                <a:gd name="connsiteY2474" fmla="*/ 132758 h 2078049"/>
                <a:gd name="connsiteX2475" fmla="*/ 1125764 w 2078016"/>
                <a:gd name="connsiteY2475" fmla="*/ 133139 h 2078049"/>
                <a:gd name="connsiteX2476" fmla="*/ 1093856 w 2078016"/>
                <a:gd name="connsiteY2476" fmla="*/ 179145 h 2078049"/>
                <a:gd name="connsiteX2477" fmla="*/ 1081378 w 2078016"/>
                <a:gd name="connsiteY2477" fmla="*/ 207720 h 2078049"/>
                <a:gd name="connsiteX2478" fmla="*/ 1065947 w 2078016"/>
                <a:gd name="connsiteY2478" fmla="*/ 216197 h 2078049"/>
                <a:gd name="connsiteX2479" fmla="*/ 1065947 w 2078016"/>
                <a:gd name="connsiteY2479" fmla="*/ 216197 h 2078049"/>
                <a:gd name="connsiteX2480" fmla="*/ 1065947 w 2078016"/>
                <a:gd name="connsiteY2480" fmla="*/ 216197 h 2078049"/>
                <a:gd name="connsiteX2481" fmla="*/ 1064137 w 2078016"/>
                <a:gd name="connsiteY2481" fmla="*/ 220007 h 2078049"/>
                <a:gd name="connsiteX2482" fmla="*/ 1063947 w 2078016"/>
                <a:gd name="connsiteY2482" fmla="*/ 220483 h 2078049"/>
                <a:gd name="connsiteX2483" fmla="*/ 1063185 w 2078016"/>
                <a:gd name="connsiteY2483" fmla="*/ 224865 h 2078049"/>
                <a:gd name="connsiteX2484" fmla="*/ 1072043 w 2078016"/>
                <a:gd name="connsiteY2484" fmla="*/ 240772 h 2078049"/>
                <a:gd name="connsiteX2485" fmla="*/ 1066328 w 2078016"/>
                <a:gd name="connsiteY2485" fmla="*/ 288111 h 2078049"/>
                <a:gd name="connsiteX2486" fmla="*/ 1067281 w 2078016"/>
                <a:gd name="connsiteY2486" fmla="*/ 335831 h 2078049"/>
                <a:gd name="connsiteX2487" fmla="*/ 1060708 w 2078016"/>
                <a:gd name="connsiteY2487" fmla="*/ 353072 h 2078049"/>
                <a:gd name="connsiteX2488" fmla="*/ 1060804 w 2078016"/>
                <a:gd name="connsiteY2488" fmla="*/ 353643 h 2078049"/>
                <a:gd name="connsiteX2489" fmla="*/ 1061851 w 2078016"/>
                <a:gd name="connsiteY2489" fmla="*/ 357929 h 2078049"/>
                <a:gd name="connsiteX2490" fmla="*/ 1071186 w 2078016"/>
                <a:gd name="connsiteY2490" fmla="*/ 367454 h 2078049"/>
                <a:gd name="connsiteX2491" fmla="*/ 1072519 w 2078016"/>
                <a:gd name="connsiteY2491" fmla="*/ 376027 h 2078049"/>
                <a:gd name="connsiteX2492" fmla="*/ 1091474 w 2078016"/>
                <a:gd name="connsiteY2492" fmla="*/ 440987 h 2078049"/>
                <a:gd name="connsiteX2493" fmla="*/ 1117763 w 2078016"/>
                <a:gd name="connsiteY2493" fmla="*/ 483183 h 2078049"/>
                <a:gd name="connsiteX2494" fmla="*/ 1116049 w 2078016"/>
                <a:gd name="connsiteY2494" fmla="*/ 497566 h 2078049"/>
                <a:gd name="connsiteX2495" fmla="*/ 1124335 w 2078016"/>
                <a:gd name="connsiteY2495" fmla="*/ 508710 h 2078049"/>
                <a:gd name="connsiteX2496" fmla="*/ 1124335 w 2078016"/>
                <a:gd name="connsiteY2496" fmla="*/ 508710 h 2078049"/>
                <a:gd name="connsiteX2497" fmla="*/ 1124431 w 2078016"/>
                <a:gd name="connsiteY2497" fmla="*/ 508710 h 2078049"/>
                <a:gd name="connsiteX2498" fmla="*/ 1127002 w 2078016"/>
                <a:gd name="connsiteY2498" fmla="*/ 508996 h 2078049"/>
                <a:gd name="connsiteX2499" fmla="*/ 1127574 w 2078016"/>
                <a:gd name="connsiteY2499" fmla="*/ 508996 h 2078049"/>
                <a:gd name="connsiteX2500" fmla="*/ 1130527 w 2078016"/>
                <a:gd name="connsiteY2500" fmla="*/ 508139 h 2078049"/>
                <a:gd name="connsiteX2501" fmla="*/ 1138623 w 2078016"/>
                <a:gd name="connsiteY2501" fmla="*/ 498042 h 2078049"/>
                <a:gd name="connsiteX2502" fmla="*/ 1147576 w 2078016"/>
                <a:gd name="connsiteY2502" fmla="*/ 500804 h 2078049"/>
                <a:gd name="connsiteX2503" fmla="*/ 1223681 w 2078016"/>
                <a:gd name="connsiteY2503" fmla="*/ 463181 h 2078049"/>
                <a:gd name="connsiteX2504" fmla="*/ 1259591 w 2078016"/>
                <a:gd name="connsiteY2504" fmla="*/ 414794 h 2078049"/>
                <a:gd name="connsiteX2505" fmla="*/ 1278545 w 2078016"/>
                <a:gd name="connsiteY2505" fmla="*/ 405459 h 2078049"/>
                <a:gd name="connsiteX2506" fmla="*/ 1280926 w 2078016"/>
                <a:gd name="connsiteY2506" fmla="*/ 395362 h 2078049"/>
                <a:gd name="connsiteX2507" fmla="*/ 1280545 w 2078016"/>
                <a:gd name="connsiteY2507" fmla="*/ 392029 h 2078049"/>
                <a:gd name="connsiteX2508" fmla="*/ 1276545 w 2078016"/>
                <a:gd name="connsiteY2508" fmla="*/ 384504 h 2078049"/>
                <a:gd name="connsiteX2509" fmla="*/ 1298738 w 2078016"/>
                <a:gd name="connsiteY2509" fmla="*/ 334022 h 2078049"/>
                <a:gd name="connsiteX2510" fmla="*/ 1307882 w 2078016"/>
                <a:gd name="connsiteY2510" fmla="*/ 304780 h 2078049"/>
                <a:gd name="connsiteX2511" fmla="*/ 1310549 w 2078016"/>
                <a:gd name="connsiteY2511" fmla="*/ 305447 h 2078049"/>
                <a:gd name="connsiteX2512" fmla="*/ 1330647 w 2078016"/>
                <a:gd name="connsiteY2512" fmla="*/ 290683 h 2078049"/>
                <a:gd name="connsiteX2513" fmla="*/ 1315883 w 2078016"/>
                <a:gd name="connsiteY2513" fmla="*/ 270204 h 2078049"/>
                <a:gd name="connsiteX2514" fmla="*/ 1314264 w 2078016"/>
                <a:gd name="connsiteY2514" fmla="*/ 270204 h 2078049"/>
                <a:gd name="connsiteX2515" fmla="*/ 1315026 w 2078016"/>
                <a:gd name="connsiteY2515" fmla="*/ 222960 h 2078049"/>
                <a:gd name="connsiteX2516" fmla="*/ 1308644 w 2078016"/>
                <a:gd name="connsiteY2516" fmla="*/ 186670 h 2078049"/>
                <a:gd name="connsiteX2517" fmla="*/ 1308930 w 2078016"/>
                <a:gd name="connsiteY2517" fmla="*/ 186765 h 2078049"/>
                <a:gd name="connsiteX2518" fmla="*/ 1330075 w 2078016"/>
                <a:gd name="connsiteY2518" fmla="*/ 171620 h 2078049"/>
                <a:gd name="connsiteX2519" fmla="*/ 1311597 w 2078016"/>
                <a:gd name="connsiteY2519" fmla="*/ 150951 h 2078049"/>
                <a:gd name="connsiteX2520" fmla="*/ 1306644 w 2078016"/>
                <a:gd name="connsiteY2520" fmla="*/ 151046 h 2078049"/>
                <a:gd name="connsiteX2521" fmla="*/ 1306168 w 2078016"/>
                <a:gd name="connsiteY2521" fmla="*/ 151141 h 2078049"/>
                <a:gd name="connsiteX2522" fmla="*/ 1301786 w 2078016"/>
                <a:gd name="connsiteY2522" fmla="*/ 152285 h 2078049"/>
                <a:gd name="connsiteX2523" fmla="*/ 1301786 w 2078016"/>
                <a:gd name="connsiteY2523" fmla="*/ 152285 h 2078049"/>
                <a:gd name="connsiteX2524" fmla="*/ 1301786 w 2078016"/>
                <a:gd name="connsiteY2524" fmla="*/ 152285 h 2078049"/>
                <a:gd name="connsiteX2525" fmla="*/ 1297595 w 2078016"/>
                <a:gd name="connsiteY2525" fmla="*/ 154475 h 2078049"/>
                <a:gd name="connsiteX2526" fmla="*/ 1287403 w 2078016"/>
                <a:gd name="connsiteY2526" fmla="*/ 134282 h 2078049"/>
                <a:gd name="connsiteX2527" fmla="*/ 1297024 w 2078016"/>
                <a:gd name="connsiteY2527" fmla="*/ 130948 h 2078049"/>
                <a:gd name="connsiteX2528" fmla="*/ 1300358 w 2078016"/>
                <a:gd name="connsiteY2528" fmla="*/ 127900 h 2078049"/>
                <a:gd name="connsiteX2529" fmla="*/ 1300643 w 2078016"/>
                <a:gd name="connsiteY2529" fmla="*/ 127519 h 2078049"/>
                <a:gd name="connsiteX2530" fmla="*/ 1303501 w 2078016"/>
                <a:gd name="connsiteY2530" fmla="*/ 113518 h 2078049"/>
                <a:gd name="connsiteX2531" fmla="*/ 1413610 w 2078016"/>
                <a:gd name="connsiteY2531" fmla="*/ 131615 h 2078049"/>
                <a:gd name="connsiteX2532" fmla="*/ 1451995 w 2078016"/>
                <a:gd name="connsiteY2532" fmla="*/ 151903 h 2078049"/>
                <a:gd name="connsiteX2533" fmla="*/ 1446090 w 2078016"/>
                <a:gd name="connsiteY2533" fmla="*/ 164191 h 2078049"/>
                <a:gd name="connsiteX2534" fmla="*/ 1452186 w 2078016"/>
                <a:gd name="connsiteY2534" fmla="*/ 177716 h 2078049"/>
                <a:gd name="connsiteX2535" fmla="*/ 1460758 w 2078016"/>
                <a:gd name="connsiteY2535" fmla="*/ 183527 h 2078049"/>
                <a:gd name="connsiteX2536" fmla="*/ 1461425 w 2078016"/>
                <a:gd name="connsiteY2536" fmla="*/ 183812 h 2078049"/>
                <a:gd name="connsiteX2537" fmla="*/ 1466474 w 2078016"/>
                <a:gd name="connsiteY2537" fmla="*/ 185146 h 2078049"/>
                <a:gd name="connsiteX2538" fmla="*/ 1485333 w 2078016"/>
                <a:gd name="connsiteY2538" fmla="*/ 177240 h 2078049"/>
                <a:gd name="connsiteX2539" fmla="*/ 1488286 w 2078016"/>
                <a:gd name="connsiteY2539" fmla="*/ 179812 h 2078049"/>
                <a:gd name="connsiteX2540" fmla="*/ 1488476 w 2078016"/>
                <a:gd name="connsiteY2540" fmla="*/ 180002 h 2078049"/>
                <a:gd name="connsiteX2541" fmla="*/ 1509241 w 2078016"/>
                <a:gd name="connsiteY2541" fmla="*/ 202577 h 2078049"/>
                <a:gd name="connsiteX2542" fmla="*/ 1513241 w 2078016"/>
                <a:gd name="connsiteY2542" fmla="*/ 207815 h 2078049"/>
                <a:gd name="connsiteX2543" fmla="*/ 1520671 w 2078016"/>
                <a:gd name="connsiteY2543" fmla="*/ 218198 h 2078049"/>
                <a:gd name="connsiteX2544" fmla="*/ 1500478 w 2078016"/>
                <a:gd name="connsiteY2544" fmla="*/ 223055 h 2078049"/>
                <a:gd name="connsiteX2545" fmla="*/ 1489905 w 2078016"/>
                <a:gd name="connsiteY2545" fmla="*/ 209530 h 2078049"/>
                <a:gd name="connsiteX2546" fmla="*/ 1469902 w 2078016"/>
                <a:gd name="connsiteY2546" fmla="*/ 209244 h 2078049"/>
                <a:gd name="connsiteX2547" fmla="*/ 1469902 w 2078016"/>
                <a:gd name="connsiteY2547" fmla="*/ 209244 h 2078049"/>
                <a:gd name="connsiteX2548" fmla="*/ 1469902 w 2078016"/>
                <a:gd name="connsiteY2548" fmla="*/ 209244 h 2078049"/>
                <a:gd name="connsiteX2549" fmla="*/ 1466474 w 2078016"/>
                <a:gd name="connsiteY2549" fmla="*/ 211816 h 2078049"/>
                <a:gd name="connsiteX2550" fmla="*/ 1466092 w 2078016"/>
                <a:gd name="connsiteY2550" fmla="*/ 212197 h 2078049"/>
                <a:gd name="connsiteX2551" fmla="*/ 1463425 w 2078016"/>
                <a:gd name="connsiteY2551" fmla="*/ 215816 h 2078049"/>
                <a:gd name="connsiteX2552" fmla="*/ 1466474 w 2078016"/>
                <a:gd name="connsiteY2552" fmla="*/ 235628 h 2078049"/>
                <a:gd name="connsiteX2553" fmla="*/ 1465902 w 2078016"/>
                <a:gd name="connsiteY2553" fmla="*/ 235819 h 2078049"/>
                <a:gd name="connsiteX2554" fmla="*/ 1418753 w 2078016"/>
                <a:gd name="connsiteY2554" fmla="*/ 265918 h 2078049"/>
                <a:gd name="connsiteX2555" fmla="*/ 1396274 w 2078016"/>
                <a:gd name="connsiteY2555" fmla="*/ 287635 h 2078049"/>
                <a:gd name="connsiteX2556" fmla="*/ 1378843 w 2078016"/>
                <a:gd name="connsiteY2556" fmla="*/ 289540 h 2078049"/>
                <a:gd name="connsiteX2557" fmla="*/ 1378843 w 2078016"/>
                <a:gd name="connsiteY2557" fmla="*/ 289540 h 2078049"/>
                <a:gd name="connsiteX2558" fmla="*/ 1378843 w 2078016"/>
                <a:gd name="connsiteY2558" fmla="*/ 289540 h 2078049"/>
                <a:gd name="connsiteX2559" fmla="*/ 1375700 w 2078016"/>
                <a:gd name="connsiteY2559" fmla="*/ 292397 h 2078049"/>
                <a:gd name="connsiteX2560" fmla="*/ 1375319 w 2078016"/>
                <a:gd name="connsiteY2560" fmla="*/ 292778 h 2078049"/>
                <a:gd name="connsiteX2561" fmla="*/ 1372938 w 2078016"/>
                <a:gd name="connsiteY2561" fmla="*/ 296588 h 2078049"/>
                <a:gd name="connsiteX2562" fmla="*/ 1375033 w 2078016"/>
                <a:gd name="connsiteY2562" fmla="*/ 314686 h 2078049"/>
                <a:gd name="connsiteX2563" fmla="*/ 1351602 w 2078016"/>
                <a:gd name="connsiteY2563" fmla="*/ 356215 h 2078049"/>
                <a:gd name="connsiteX2564" fmla="*/ 1334171 w 2078016"/>
                <a:gd name="connsiteY2564" fmla="*/ 400601 h 2078049"/>
                <a:gd name="connsiteX2565" fmla="*/ 1321503 w 2078016"/>
                <a:gd name="connsiteY2565" fmla="*/ 414032 h 2078049"/>
                <a:gd name="connsiteX2566" fmla="*/ 1321312 w 2078016"/>
                <a:gd name="connsiteY2566" fmla="*/ 414508 h 2078049"/>
                <a:gd name="connsiteX2567" fmla="*/ 1320646 w 2078016"/>
                <a:gd name="connsiteY2567" fmla="*/ 418889 h 2078049"/>
                <a:gd name="connsiteX2568" fmla="*/ 1325503 w 2078016"/>
                <a:gd name="connsiteY2568" fmla="*/ 431272 h 2078049"/>
                <a:gd name="connsiteX2569" fmla="*/ 1323408 w 2078016"/>
                <a:gd name="connsiteY2569" fmla="*/ 439749 h 2078049"/>
                <a:gd name="connsiteX2570" fmla="*/ 1315883 w 2078016"/>
                <a:gd name="connsiteY2570" fmla="*/ 506995 h 2078049"/>
                <a:gd name="connsiteX2571" fmla="*/ 1323884 w 2078016"/>
                <a:gd name="connsiteY2571" fmla="*/ 556049 h 2078049"/>
                <a:gd name="connsiteX2572" fmla="*/ 1316741 w 2078016"/>
                <a:gd name="connsiteY2572" fmla="*/ 568622 h 2078049"/>
                <a:gd name="connsiteX2573" fmla="*/ 1320074 w 2078016"/>
                <a:gd name="connsiteY2573" fmla="*/ 582148 h 2078049"/>
                <a:gd name="connsiteX2574" fmla="*/ 1320074 w 2078016"/>
                <a:gd name="connsiteY2574" fmla="*/ 582148 h 2078049"/>
                <a:gd name="connsiteX2575" fmla="*/ 1320169 w 2078016"/>
                <a:gd name="connsiteY2575" fmla="*/ 582148 h 2078049"/>
                <a:gd name="connsiteX2576" fmla="*/ 1322456 w 2078016"/>
                <a:gd name="connsiteY2576" fmla="*/ 583386 h 2078049"/>
                <a:gd name="connsiteX2577" fmla="*/ 1322932 w 2078016"/>
                <a:gd name="connsiteY2577" fmla="*/ 583577 h 2078049"/>
                <a:gd name="connsiteX2578" fmla="*/ 1325980 w 2078016"/>
                <a:gd name="connsiteY2578" fmla="*/ 583958 h 2078049"/>
                <a:gd name="connsiteX2579" fmla="*/ 1337315 w 2078016"/>
                <a:gd name="connsiteY2579" fmla="*/ 577766 h 2078049"/>
                <a:gd name="connsiteX2580" fmla="*/ 1344553 w 2078016"/>
                <a:gd name="connsiteY2580" fmla="*/ 583767 h 2078049"/>
                <a:gd name="connsiteX2581" fmla="*/ 1429421 w 2078016"/>
                <a:gd name="connsiteY2581" fmla="*/ 578433 h 2078049"/>
                <a:gd name="connsiteX2582" fmla="*/ 1481237 w 2078016"/>
                <a:gd name="connsiteY2582" fmla="*/ 547477 h 2078049"/>
                <a:gd name="connsiteX2583" fmla="*/ 1502287 w 2078016"/>
                <a:gd name="connsiteY2583" fmla="*/ 546239 h 2078049"/>
                <a:gd name="connsiteX2584" fmla="*/ 1508479 w 2078016"/>
                <a:gd name="connsiteY2584" fmla="*/ 526045 h 2078049"/>
                <a:gd name="connsiteX2585" fmla="*/ 1548198 w 2078016"/>
                <a:gd name="connsiteY2585" fmla="*/ 487945 h 2078049"/>
                <a:gd name="connsiteX2586" fmla="*/ 1562104 w 2078016"/>
                <a:gd name="connsiteY2586" fmla="*/ 471753 h 2078049"/>
                <a:gd name="connsiteX2587" fmla="*/ 1562104 w 2078016"/>
                <a:gd name="connsiteY2587" fmla="*/ 471753 h 2078049"/>
                <a:gd name="connsiteX2588" fmla="*/ 1562104 w 2078016"/>
                <a:gd name="connsiteY2588" fmla="*/ 471753 h 2078049"/>
                <a:gd name="connsiteX2589" fmla="*/ 1567915 w 2078016"/>
                <a:gd name="connsiteY2589" fmla="*/ 464324 h 2078049"/>
                <a:gd name="connsiteX2590" fmla="*/ 1570106 w 2078016"/>
                <a:gd name="connsiteY2590" fmla="*/ 466038 h 2078049"/>
                <a:gd name="connsiteX2591" fmla="*/ 1594299 w 2078016"/>
                <a:gd name="connsiteY2591" fmla="*/ 460037 h 2078049"/>
                <a:gd name="connsiteX2592" fmla="*/ 1588489 w 2078016"/>
                <a:gd name="connsiteY2592" fmla="*/ 435463 h 2078049"/>
                <a:gd name="connsiteX2593" fmla="*/ 1587060 w 2078016"/>
                <a:gd name="connsiteY2593" fmla="*/ 434796 h 2078049"/>
                <a:gd name="connsiteX2594" fmla="*/ 1605824 w 2078016"/>
                <a:gd name="connsiteY2594" fmla="*/ 391457 h 2078049"/>
                <a:gd name="connsiteX2595" fmla="*/ 1613825 w 2078016"/>
                <a:gd name="connsiteY2595" fmla="*/ 355643 h 2078049"/>
                <a:gd name="connsiteX2596" fmla="*/ 1614016 w 2078016"/>
                <a:gd name="connsiteY2596" fmla="*/ 355834 h 2078049"/>
                <a:gd name="connsiteX2597" fmla="*/ 1614016 w 2078016"/>
                <a:gd name="connsiteY2597" fmla="*/ 355834 h 2078049"/>
                <a:gd name="connsiteX2598" fmla="*/ 1621255 w 2078016"/>
                <a:gd name="connsiteY2598" fmla="*/ 358406 h 2078049"/>
                <a:gd name="connsiteX2599" fmla="*/ 1639352 w 2078016"/>
                <a:gd name="connsiteY2599" fmla="*/ 349928 h 2078049"/>
                <a:gd name="connsiteX2600" fmla="*/ 1640114 w 2078016"/>
                <a:gd name="connsiteY2600" fmla="*/ 335736 h 2078049"/>
                <a:gd name="connsiteX2601" fmla="*/ 1636304 w 2078016"/>
                <a:gd name="connsiteY2601" fmla="*/ 329069 h 2078049"/>
                <a:gd name="connsiteX2602" fmla="*/ 1630113 w 2078016"/>
                <a:gd name="connsiteY2602" fmla="*/ 323830 h 2078049"/>
                <a:gd name="connsiteX2603" fmla="*/ 1625732 w 2078016"/>
                <a:gd name="connsiteY2603" fmla="*/ 322020 h 2078049"/>
                <a:gd name="connsiteX2604" fmla="*/ 1624684 w 2078016"/>
                <a:gd name="connsiteY2604" fmla="*/ 321829 h 2078049"/>
                <a:gd name="connsiteX2605" fmla="*/ 1620493 w 2078016"/>
                <a:gd name="connsiteY2605" fmla="*/ 321258 h 2078049"/>
                <a:gd name="connsiteX2606" fmla="*/ 1620493 w 2078016"/>
                <a:gd name="connsiteY2606" fmla="*/ 321258 h 2078049"/>
                <a:gd name="connsiteX2607" fmla="*/ 1620493 w 2078016"/>
                <a:gd name="connsiteY2607" fmla="*/ 321258 h 2078049"/>
                <a:gd name="connsiteX2608" fmla="*/ 1615825 w 2078016"/>
                <a:gd name="connsiteY2608" fmla="*/ 321639 h 2078049"/>
                <a:gd name="connsiteX2609" fmla="*/ 1614206 w 2078016"/>
                <a:gd name="connsiteY2609" fmla="*/ 299255 h 2078049"/>
                <a:gd name="connsiteX2610" fmla="*/ 1620493 w 2078016"/>
                <a:gd name="connsiteY2610" fmla="*/ 300208 h 2078049"/>
                <a:gd name="connsiteX2611" fmla="*/ 1624398 w 2078016"/>
                <a:gd name="connsiteY2611" fmla="*/ 299827 h 2078049"/>
                <a:gd name="connsiteX2612" fmla="*/ 1628684 w 2078016"/>
                <a:gd name="connsiteY2612" fmla="*/ 298303 h 2078049"/>
                <a:gd name="connsiteX2613" fmla="*/ 1629065 w 2078016"/>
                <a:gd name="connsiteY2613" fmla="*/ 298017 h 2078049"/>
                <a:gd name="connsiteX2614" fmla="*/ 1637066 w 2078016"/>
                <a:gd name="connsiteY2614" fmla="*/ 286111 h 2078049"/>
                <a:gd name="connsiteX2615" fmla="*/ 1731745 w 2078016"/>
                <a:gd name="connsiteY2615" fmla="*/ 344785 h 2078049"/>
                <a:gd name="connsiteX2616" fmla="*/ 1759367 w 2078016"/>
                <a:gd name="connsiteY2616" fmla="*/ 378122 h 2078049"/>
                <a:gd name="connsiteX2617" fmla="*/ 1749175 w 2078016"/>
                <a:gd name="connsiteY2617" fmla="*/ 387266 h 2078049"/>
                <a:gd name="connsiteX2618" fmla="*/ 1755367 w 2078016"/>
                <a:gd name="connsiteY2618" fmla="*/ 410888 h 2078049"/>
                <a:gd name="connsiteX2619" fmla="*/ 1755652 w 2078016"/>
                <a:gd name="connsiteY2619" fmla="*/ 411174 h 2078049"/>
                <a:gd name="connsiteX2620" fmla="*/ 1759843 w 2078016"/>
                <a:gd name="connsiteY2620" fmla="*/ 414317 h 2078049"/>
                <a:gd name="connsiteX2621" fmla="*/ 1780227 w 2078016"/>
                <a:gd name="connsiteY2621" fmla="*/ 414222 h 2078049"/>
                <a:gd name="connsiteX2622" fmla="*/ 1787561 w 2078016"/>
                <a:gd name="connsiteY2622" fmla="*/ 431557 h 2078049"/>
                <a:gd name="connsiteX2623" fmla="*/ 1790228 w 2078016"/>
                <a:gd name="connsiteY2623" fmla="*/ 439368 h 2078049"/>
                <a:gd name="connsiteX2624" fmla="*/ 1792419 w 2078016"/>
                <a:gd name="connsiteY2624" fmla="*/ 446131 h 2078049"/>
                <a:gd name="connsiteX2625" fmla="*/ 1797372 w 2078016"/>
                <a:gd name="connsiteY2625" fmla="*/ 465371 h 2078049"/>
                <a:gd name="connsiteX2626" fmla="*/ 1776798 w 2078016"/>
                <a:gd name="connsiteY2626" fmla="*/ 462228 h 2078049"/>
                <a:gd name="connsiteX2627" fmla="*/ 1772131 w 2078016"/>
                <a:gd name="connsiteY2627" fmla="*/ 445750 h 2078049"/>
                <a:gd name="connsiteX2628" fmla="*/ 1753938 w 2078016"/>
                <a:gd name="connsiteY2628" fmla="*/ 437749 h 2078049"/>
                <a:gd name="connsiteX2629" fmla="*/ 1753938 w 2078016"/>
                <a:gd name="connsiteY2629" fmla="*/ 437749 h 2078049"/>
                <a:gd name="connsiteX2630" fmla="*/ 1753938 w 2078016"/>
                <a:gd name="connsiteY2630" fmla="*/ 437749 h 2078049"/>
                <a:gd name="connsiteX2631" fmla="*/ 1749747 w 2078016"/>
                <a:gd name="connsiteY2631" fmla="*/ 438797 h 2078049"/>
                <a:gd name="connsiteX2632" fmla="*/ 1749175 w 2078016"/>
                <a:gd name="connsiteY2632" fmla="*/ 438987 h 2078049"/>
                <a:gd name="connsiteX2633" fmla="*/ 1745366 w 2078016"/>
                <a:gd name="connsiteY2633" fmla="*/ 441273 h 2078049"/>
                <a:gd name="connsiteX2634" fmla="*/ 1740603 w 2078016"/>
                <a:gd name="connsiteY2634" fmla="*/ 460704 h 2078049"/>
                <a:gd name="connsiteX2635" fmla="*/ 1740032 w 2078016"/>
                <a:gd name="connsiteY2635" fmla="*/ 460704 h 2078049"/>
                <a:gd name="connsiteX2636" fmla="*/ 1684882 w 2078016"/>
                <a:gd name="connsiteY2636" fmla="*/ 470705 h 2078049"/>
                <a:gd name="connsiteX2637" fmla="*/ 1655831 w 2078016"/>
                <a:gd name="connsiteY2637" fmla="*/ 482135 h 2078049"/>
                <a:gd name="connsiteX2638" fmla="*/ 1639066 w 2078016"/>
                <a:gd name="connsiteY2638" fmla="*/ 477182 h 2078049"/>
                <a:gd name="connsiteX2639" fmla="*/ 1639066 w 2078016"/>
                <a:gd name="connsiteY2639" fmla="*/ 477182 h 2078049"/>
                <a:gd name="connsiteX2640" fmla="*/ 1639066 w 2078016"/>
                <a:gd name="connsiteY2640" fmla="*/ 477182 h 2078049"/>
                <a:gd name="connsiteX2641" fmla="*/ 1635161 w 2078016"/>
                <a:gd name="connsiteY2641" fmla="*/ 478611 h 2078049"/>
                <a:gd name="connsiteX2642" fmla="*/ 1634590 w 2078016"/>
                <a:gd name="connsiteY2642" fmla="*/ 478897 h 2078049"/>
                <a:gd name="connsiteX2643" fmla="*/ 1630970 w 2078016"/>
                <a:gd name="connsiteY2643" fmla="*/ 481469 h 2078049"/>
                <a:gd name="connsiteX2644" fmla="*/ 1628589 w 2078016"/>
                <a:gd name="connsiteY2644" fmla="*/ 484231 h 2078049"/>
                <a:gd name="connsiteX2645" fmla="*/ 1625827 w 2078016"/>
                <a:gd name="connsiteY2645" fmla="*/ 490517 h 2078049"/>
                <a:gd name="connsiteX2646" fmla="*/ 1625350 w 2078016"/>
                <a:gd name="connsiteY2646" fmla="*/ 493851 h 2078049"/>
                <a:gd name="connsiteX2647" fmla="*/ 1626017 w 2078016"/>
                <a:gd name="connsiteY2647" fmla="*/ 498995 h 2078049"/>
                <a:gd name="connsiteX2648" fmla="*/ 1590299 w 2078016"/>
                <a:gd name="connsiteY2648" fmla="*/ 526808 h 2078049"/>
                <a:gd name="connsiteX2649" fmla="*/ 1590299 w 2078016"/>
                <a:gd name="connsiteY2649" fmla="*/ 526808 h 2078049"/>
                <a:gd name="connsiteX2650" fmla="*/ 1588489 w 2078016"/>
                <a:gd name="connsiteY2650" fmla="*/ 528427 h 2078049"/>
                <a:gd name="connsiteX2651" fmla="*/ 1555437 w 2078016"/>
                <a:gd name="connsiteY2651" fmla="*/ 562812 h 2078049"/>
                <a:gd name="connsiteX2652" fmla="*/ 1541531 w 2078016"/>
                <a:gd name="connsiteY2652" fmla="*/ 567384 h 2078049"/>
                <a:gd name="connsiteX2653" fmla="*/ 1541531 w 2078016"/>
                <a:gd name="connsiteY2653" fmla="*/ 567384 h 2078049"/>
                <a:gd name="connsiteX2654" fmla="*/ 1541531 w 2078016"/>
                <a:gd name="connsiteY2654" fmla="*/ 567384 h 2078049"/>
                <a:gd name="connsiteX2655" fmla="*/ 1538578 w 2078016"/>
                <a:gd name="connsiteY2655" fmla="*/ 570432 h 2078049"/>
                <a:gd name="connsiteX2656" fmla="*/ 1538197 w 2078016"/>
                <a:gd name="connsiteY2656" fmla="*/ 570813 h 2078049"/>
                <a:gd name="connsiteX2657" fmla="*/ 1535911 w 2078016"/>
                <a:gd name="connsiteY2657" fmla="*/ 574528 h 2078049"/>
                <a:gd name="connsiteX2658" fmla="*/ 1535244 w 2078016"/>
                <a:gd name="connsiteY2658" fmla="*/ 586815 h 2078049"/>
                <a:gd name="connsiteX2659" fmla="*/ 1535720 w 2078016"/>
                <a:gd name="connsiteY2659" fmla="*/ 587863 h 2078049"/>
                <a:gd name="connsiteX2660" fmla="*/ 1530577 w 2078016"/>
                <a:gd name="connsiteY2660" fmla="*/ 594911 h 2078049"/>
                <a:gd name="connsiteX2661" fmla="*/ 1498097 w 2078016"/>
                <a:gd name="connsiteY2661" fmla="*/ 654157 h 2078049"/>
                <a:gd name="connsiteX2662" fmla="*/ 1486857 w 2078016"/>
                <a:gd name="connsiteY2662" fmla="*/ 701782 h 2078049"/>
                <a:gd name="connsiteX2663" fmla="*/ 1486857 w 2078016"/>
                <a:gd name="connsiteY2663" fmla="*/ 702544 h 2078049"/>
                <a:gd name="connsiteX2664" fmla="*/ 1475427 w 2078016"/>
                <a:gd name="connsiteY2664" fmla="*/ 711497 h 2078049"/>
                <a:gd name="connsiteX2665" fmla="*/ 1475046 w 2078016"/>
                <a:gd name="connsiteY2665" fmla="*/ 727595 h 2078049"/>
                <a:gd name="connsiteX2666" fmla="*/ 1475332 w 2078016"/>
                <a:gd name="connsiteY2666" fmla="*/ 727785 h 2078049"/>
                <a:gd name="connsiteX2667" fmla="*/ 1478094 w 2078016"/>
                <a:gd name="connsiteY2667" fmla="*/ 729309 h 2078049"/>
                <a:gd name="connsiteX2668" fmla="*/ 1490953 w 2078016"/>
                <a:gd name="connsiteY2668" fmla="*/ 727880 h 2078049"/>
                <a:gd name="connsiteX2669" fmla="*/ 1495239 w 2078016"/>
                <a:gd name="connsiteY2669" fmla="*/ 736262 h 2078049"/>
                <a:gd name="connsiteX2670" fmla="*/ 1525528 w 2078016"/>
                <a:gd name="connsiteY2670" fmla="*/ 757979 h 2078049"/>
                <a:gd name="connsiteX2671" fmla="*/ 1548484 w 2078016"/>
                <a:gd name="connsiteY2671" fmla="*/ 762647 h 2078049"/>
                <a:gd name="connsiteX2672" fmla="*/ 1575820 w 2078016"/>
                <a:gd name="connsiteY2672" fmla="*/ 763599 h 2078049"/>
                <a:gd name="connsiteX2673" fmla="*/ 1635542 w 2078016"/>
                <a:gd name="connsiteY2673" fmla="*/ 754741 h 2078049"/>
                <a:gd name="connsiteX2674" fmla="*/ 1639733 w 2078016"/>
                <a:gd name="connsiteY2674" fmla="*/ 759884 h 2078049"/>
                <a:gd name="connsiteX2675" fmla="*/ 1645258 w 2078016"/>
                <a:gd name="connsiteY2675" fmla="*/ 762170 h 2078049"/>
                <a:gd name="connsiteX2676" fmla="*/ 1655354 w 2078016"/>
                <a:gd name="connsiteY2676" fmla="*/ 761599 h 2078049"/>
                <a:gd name="connsiteX2677" fmla="*/ 1668689 w 2078016"/>
                <a:gd name="connsiteY2677" fmla="*/ 745311 h 2078049"/>
                <a:gd name="connsiteX2678" fmla="*/ 1720029 w 2078016"/>
                <a:gd name="connsiteY2678" fmla="*/ 725213 h 2078049"/>
                <a:gd name="connsiteX2679" fmla="*/ 1738984 w 2078016"/>
                <a:gd name="connsiteY2679" fmla="*/ 715593 h 2078049"/>
                <a:gd name="connsiteX2680" fmla="*/ 1739079 w 2078016"/>
                <a:gd name="connsiteY2680" fmla="*/ 715593 h 2078049"/>
                <a:gd name="connsiteX2681" fmla="*/ 1739079 w 2078016"/>
                <a:gd name="connsiteY2681" fmla="*/ 715593 h 2078049"/>
                <a:gd name="connsiteX2682" fmla="*/ 1747270 w 2078016"/>
                <a:gd name="connsiteY2682" fmla="*/ 711021 h 2078049"/>
                <a:gd name="connsiteX2683" fmla="*/ 1748699 w 2078016"/>
                <a:gd name="connsiteY2683" fmla="*/ 713402 h 2078049"/>
                <a:gd name="connsiteX2684" fmla="*/ 1751081 w 2078016"/>
                <a:gd name="connsiteY2684" fmla="*/ 715974 h 2078049"/>
                <a:gd name="connsiteX2685" fmla="*/ 1770416 w 2078016"/>
                <a:gd name="connsiteY2685" fmla="*/ 718832 h 2078049"/>
                <a:gd name="connsiteX2686" fmla="*/ 1773559 w 2078016"/>
                <a:gd name="connsiteY2686" fmla="*/ 717022 h 2078049"/>
                <a:gd name="connsiteX2687" fmla="*/ 1777465 w 2078016"/>
                <a:gd name="connsiteY2687" fmla="*/ 692162 h 2078049"/>
                <a:gd name="connsiteX2688" fmla="*/ 1776417 w 2078016"/>
                <a:gd name="connsiteY2688" fmla="*/ 691018 h 2078049"/>
                <a:gd name="connsiteX2689" fmla="*/ 1810421 w 2078016"/>
                <a:gd name="connsiteY2689" fmla="*/ 658062 h 2078049"/>
                <a:gd name="connsiteX2690" fmla="*/ 1831376 w 2078016"/>
                <a:gd name="connsiteY2690" fmla="*/ 627963 h 2078049"/>
                <a:gd name="connsiteX2691" fmla="*/ 1831567 w 2078016"/>
                <a:gd name="connsiteY2691" fmla="*/ 628249 h 2078049"/>
                <a:gd name="connsiteX2692" fmla="*/ 1857379 w 2078016"/>
                <a:gd name="connsiteY2692" fmla="*/ 632440 h 2078049"/>
                <a:gd name="connsiteX2693" fmla="*/ 1859951 w 2078016"/>
                <a:gd name="connsiteY2693" fmla="*/ 629773 h 2078049"/>
                <a:gd name="connsiteX2694" fmla="*/ 1862999 w 2078016"/>
                <a:gd name="connsiteY2694" fmla="*/ 623200 h 2078049"/>
                <a:gd name="connsiteX2695" fmla="*/ 1863380 w 2078016"/>
                <a:gd name="connsiteY2695" fmla="*/ 615771 h 2078049"/>
                <a:gd name="connsiteX2696" fmla="*/ 1860999 w 2078016"/>
                <a:gd name="connsiteY2696" fmla="*/ 608246 h 2078049"/>
                <a:gd name="connsiteX2697" fmla="*/ 1858808 w 2078016"/>
                <a:gd name="connsiteY2697" fmla="*/ 604722 h 2078049"/>
                <a:gd name="connsiteX2698" fmla="*/ 1855284 w 2078016"/>
                <a:gd name="connsiteY2698" fmla="*/ 601103 h 2078049"/>
                <a:gd name="connsiteX2699" fmla="*/ 1855093 w 2078016"/>
                <a:gd name="connsiteY2699" fmla="*/ 600912 h 2078049"/>
                <a:gd name="connsiteX2700" fmla="*/ 1851379 w 2078016"/>
                <a:gd name="connsiteY2700" fmla="*/ 598626 h 2078049"/>
                <a:gd name="connsiteX2701" fmla="*/ 1851188 w 2078016"/>
                <a:gd name="connsiteY2701" fmla="*/ 598531 h 2078049"/>
                <a:gd name="connsiteX2702" fmla="*/ 1851188 w 2078016"/>
                <a:gd name="connsiteY2702" fmla="*/ 598531 h 2078049"/>
                <a:gd name="connsiteX2703" fmla="*/ 1846616 w 2078016"/>
                <a:gd name="connsiteY2703" fmla="*/ 597102 h 2078049"/>
                <a:gd name="connsiteX2704" fmla="*/ 1853569 w 2078016"/>
                <a:gd name="connsiteY2704" fmla="*/ 575766 h 2078049"/>
                <a:gd name="connsiteX2705" fmla="*/ 1859094 w 2078016"/>
                <a:gd name="connsiteY2705" fmla="*/ 579100 h 2078049"/>
                <a:gd name="connsiteX2706" fmla="*/ 1862809 w 2078016"/>
                <a:gd name="connsiteY2706" fmla="*/ 580148 h 2078049"/>
                <a:gd name="connsiteX2707" fmla="*/ 1867381 w 2078016"/>
                <a:gd name="connsiteY2707" fmla="*/ 580338 h 2078049"/>
                <a:gd name="connsiteX2708" fmla="*/ 1867857 w 2078016"/>
                <a:gd name="connsiteY2708" fmla="*/ 580243 h 2078049"/>
                <a:gd name="connsiteX2709" fmla="*/ 1879763 w 2078016"/>
                <a:gd name="connsiteY2709" fmla="*/ 572337 h 2078049"/>
                <a:gd name="connsiteX2710" fmla="*/ 1944819 w 2078016"/>
                <a:gd name="connsiteY2710" fmla="*/ 663015 h 2078049"/>
                <a:gd name="connsiteX2711" fmla="*/ 1957773 w 2078016"/>
                <a:gd name="connsiteY2711" fmla="*/ 704449 h 2078049"/>
                <a:gd name="connsiteX2712" fmla="*/ 1944819 w 2078016"/>
                <a:gd name="connsiteY2712" fmla="*/ 708925 h 2078049"/>
                <a:gd name="connsiteX2713" fmla="*/ 1941390 w 2078016"/>
                <a:gd name="connsiteY2713" fmla="*/ 733024 h 2078049"/>
                <a:gd name="connsiteX2714" fmla="*/ 1941676 w 2078016"/>
                <a:gd name="connsiteY2714" fmla="*/ 733691 h 2078049"/>
                <a:gd name="connsiteX2715" fmla="*/ 1944343 w 2078016"/>
                <a:gd name="connsiteY2715" fmla="*/ 738167 h 2078049"/>
                <a:gd name="connsiteX2716" fmla="*/ 1963202 w 2078016"/>
                <a:gd name="connsiteY2716" fmla="*/ 745883 h 2078049"/>
                <a:gd name="connsiteX2717" fmla="*/ 1962154 w 2078016"/>
                <a:gd name="connsiteY2717" fmla="*/ 781982 h 2078049"/>
                <a:gd name="connsiteX2718" fmla="*/ 1961774 w 2078016"/>
                <a:gd name="connsiteY2718" fmla="*/ 785507 h 2078049"/>
                <a:gd name="connsiteX2719" fmla="*/ 1959583 w 2078016"/>
                <a:gd name="connsiteY2719" fmla="*/ 799794 h 2078049"/>
                <a:gd name="connsiteX2720" fmla="*/ 1941676 w 2078016"/>
                <a:gd name="connsiteY2720" fmla="*/ 788935 h 2078049"/>
                <a:gd name="connsiteX2721" fmla="*/ 1943580 w 2078016"/>
                <a:gd name="connsiteY2721" fmla="*/ 771981 h 2078049"/>
                <a:gd name="connsiteX2722" fmla="*/ 1925578 w 2078016"/>
                <a:gd name="connsiteY2722" fmla="*/ 756836 h 2078049"/>
                <a:gd name="connsiteX2723" fmla="*/ 1925198 w 2078016"/>
                <a:gd name="connsiteY2723" fmla="*/ 756836 h 2078049"/>
                <a:gd name="connsiteX2724" fmla="*/ 1920721 w 2078016"/>
                <a:gd name="connsiteY2724" fmla="*/ 757503 h 2078049"/>
                <a:gd name="connsiteX2725" fmla="*/ 1908815 w 2078016"/>
                <a:gd name="connsiteY2725" fmla="*/ 773696 h 2078049"/>
                <a:gd name="connsiteX2726" fmla="*/ 1908243 w 2078016"/>
                <a:gd name="connsiteY2726" fmla="*/ 773505 h 2078049"/>
                <a:gd name="connsiteX2727" fmla="*/ 1853474 w 2078016"/>
                <a:gd name="connsiteY2727" fmla="*/ 761504 h 2078049"/>
                <a:gd name="connsiteX2728" fmla="*/ 1822232 w 2078016"/>
                <a:gd name="connsiteY2728" fmla="*/ 760932 h 2078049"/>
                <a:gd name="connsiteX2729" fmla="*/ 1804516 w 2078016"/>
                <a:gd name="connsiteY2729" fmla="*/ 749692 h 2078049"/>
                <a:gd name="connsiteX2730" fmla="*/ 1803944 w 2078016"/>
                <a:gd name="connsiteY2730" fmla="*/ 749692 h 2078049"/>
                <a:gd name="connsiteX2731" fmla="*/ 1799563 w 2078016"/>
                <a:gd name="connsiteY2731" fmla="*/ 750645 h 2078049"/>
                <a:gd name="connsiteX2732" fmla="*/ 1788228 w 2078016"/>
                <a:gd name="connsiteY2732" fmla="*/ 764933 h 2078049"/>
                <a:gd name="connsiteX2733" fmla="*/ 1744699 w 2078016"/>
                <a:gd name="connsiteY2733" fmla="*/ 776934 h 2078049"/>
                <a:gd name="connsiteX2734" fmla="*/ 1744699 w 2078016"/>
                <a:gd name="connsiteY2734" fmla="*/ 776934 h 2078049"/>
                <a:gd name="connsiteX2735" fmla="*/ 1742413 w 2078016"/>
                <a:gd name="connsiteY2735" fmla="*/ 777696 h 2078049"/>
                <a:gd name="connsiteX2736" fmla="*/ 1698693 w 2078016"/>
                <a:gd name="connsiteY2736" fmla="*/ 796841 h 2078049"/>
                <a:gd name="connsiteX2737" fmla="*/ 1680215 w 2078016"/>
                <a:gd name="connsiteY2737" fmla="*/ 797317 h 2078049"/>
                <a:gd name="connsiteX2738" fmla="*/ 1679738 w 2078016"/>
                <a:gd name="connsiteY2738" fmla="*/ 797603 h 2078049"/>
                <a:gd name="connsiteX2739" fmla="*/ 1676214 w 2078016"/>
                <a:gd name="connsiteY2739" fmla="*/ 800175 h 2078049"/>
                <a:gd name="connsiteX2740" fmla="*/ 1670785 w 2078016"/>
                <a:gd name="connsiteY2740" fmla="*/ 812367 h 2078049"/>
                <a:gd name="connsiteX2741" fmla="*/ 1610682 w 2078016"/>
                <a:gd name="connsiteY2741" fmla="*/ 859040 h 2078049"/>
                <a:gd name="connsiteX2742" fmla="*/ 1582012 w 2078016"/>
                <a:gd name="connsiteY2742" fmla="*/ 898568 h 2078049"/>
                <a:gd name="connsiteX2743" fmla="*/ 1581631 w 2078016"/>
                <a:gd name="connsiteY2743" fmla="*/ 899425 h 2078049"/>
                <a:gd name="connsiteX2744" fmla="*/ 1567629 w 2078016"/>
                <a:gd name="connsiteY2744" fmla="*/ 903235 h 2078049"/>
                <a:gd name="connsiteX2745" fmla="*/ 1560199 w 2078016"/>
                <a:gd name="connsiteY2745" fmla="*/ 915237 h 2078049"/>
                <a:gd name="connsiteX2746" fmla="*/ 1560199 w 2078016"/>
                <a:gd name="connsiteY2746" fmla="*/ 915237 h 2078049"/>
                <a:gd name="connsiteX2747" fmla="*/ 1560199 w 2078016"/>
                <a:gd name="connsiteY2747" fmla="*/ 915237 h 2078049"/>
                <a:gd name="connsiteX2748" fmla="*/ 1561057 w 2078016"/>
                <a:gd name="connsiteY2748" fmla="*/ 917904 h 2078049"/>
                <a:gd name="connsiteX2749" fmla="*/ 1561247 w 2078016"/>
                <a:gd name="connsiteY2749" fmla="*/ 918285 h 2078049"/>
                <a:gd name="connsiteX2750" fmla="*/ 1563248 w 2078016"/>
                <a:gd name="connsiteY2750" fmla="*/ 920666 h 2078049"/>
                <a:gd name="connsiteX2751" fmla="*/ 1575725 w 2078016"/>
                <a:gd name="connsiteY2751" fmla="*/ 924191 h 2078049"/>
                <a:gd name="connsiteX2752" fmla="*/ 1576392 w 2078016"/>
                <a:gd name="connsiteY2752" fmla="*/ 933620 h 2078049"/>
                <a:gd name="connsiteX2753" fmla="*/ 1596014 w 2078016"/>
                <a:gd name="connsiteY2753" fmla="*/ 965243 h 2078049"/>
                <a:gd name="connsiteX2754" fmla="*/ 1615444 w 2078016"/>
                <a:gd name="connsiteY2754" fmla="*/ 978388 h 2078049"/>
                <a:gd name="connsiteX2755" fmla="*/ 1640305 w 2078016"/>
                <a:gd name="connsiteY2755" fmla="*/ 989818 h 2078049"/>
                <a:gd name="connsiteX2756" fmla="*/ 1698883 w 2078016"/>
                <a:gd name="connsiteY2756" fmla="*/ 1004582 h 2078049"/>
                <a:gd name="connsiteX2757" fmla="*/ 1714600 w 2078016"/>
                <a:gd name="connsiteY2757" fmla="*/ 1018583 h 2078049"/>
                <a:gd name="connsiteX2758" fmla="*/ 1718219 w 2078016"/>
                <a:gd name="connsiteY2758" fmla="*/ 1018583 h 2078049"/>
                <a:gd name="connsiteX2759" fmla="*/ 1722506 w 2078016"/>
                <a:gd name="connsiteY2759" fmla="*/ 1017726 h 2078049"/>
                <a:gd name="connsiteX2760" fmla="*/ 1726697 w 2078016"/>
                <a:gd name="connsiteY2760" fmla="*/ 1015821 h 2078049"/>
                <a:gd name="connsiteX2761" fmla="*/ 1732221 w 2078016"/>
                <a:gd name="connsiteY2761" fmla="*/ 1010677 h 2078049"/>
                <a:gd name="connsiteX2762" fmla="*/ 1733269 w 2078016"/>
                <a:gd name="connsiteY2762" fmla="*/ 1008582 h 2078049"/>
                <a:gd name="connsiteX2763" fmla="*/ 1788323 w 2078016"/>
                <a:gd name="connsiteY2763" fmla="*/ 1009725 h 2078049"/>
                <a:gd name="connsiteX2764" fmla="*/ 1809564 w 2078016"/>
                <a:gd name="connsiteY2764" fmla="*/ 1008106 h 2078049"/>
                <a:gd name="connsiteX2765" fmla="*/ 1809659 w 2078016"/>
                <a:gd name="connsiteY2765" fmla="*/ 1008106 h 2078049"/>
                <a:gd name="connsiteX2766" fmla="*/ 1809659 w 2078016"/>
                <a:gd name="connsiteY2766" fmla="*/ 1008106 h 2078049"/>
                <a:gd name="connsiteX2767" fmla="*/ 1818994 w 2078016"/>
                <a:gd name="connsiteY2767" fmla="*/ 1006963 h 2078049"/>
                <a:gd name="connsiteX2768" fmla="*/ 1819375 w 2078016"/>
                <a:gd name="connsiteY2768" fmla="*/ 1009630 h 2078049"/>
                <a:gd name="connsiteX2769" fmla="*/ 1819375 w 2078016"/>
                <a:gd name="connsiteY2769" fmla="*/ 1009630 h 2078049"/>
                <a:gd name="connsiteX2770" fmla="*/ 1822327 w 2078016"/>
                <a:gd name="connsiteY2770" fmla="*/ 1015821 h 2078049"/>
                <a:gd name="connsiteX2771" fmla="*/ 1824614 w 2078016"/>
                <a:gd name="connsiteY2771" fmla="*/ 1018298 h 2078049"/>
                <a:gd name="connsiteX2772" fmla="*/ 1830424 w 2078016"/>
                <a:gd name="connsiteY2772" fmla="*/ 1021822 h 2078049"/>
                <a:gd name="connsiteX2773" fmla="*/ 1840806 w 2078016"/>
                <a:gd name="connsiteY2773" fmla="*/ 1022584 h 2078049"/>
                <a:gd name="connsiteX2774" fmla="*/ 1854046 w 2078016"/>
                <a:gd name="connsiteY2774" fmla="*/ 1001152 h 2078049"/>
                <a:gd name="connsiteX2775" fmla="*/ 1853569 w 2078016"/>
                <a:gd name="connsiteY2775" fmla="*/ 999724 h 2078049"/>
                <a:gd name="connsiteX2776" fmla="*/ 1897480 w 2078016"/>
                <a:gd name="connsiteY2776" fmla="*/ 982388 h 2078049"/>
                <a:gd name="connsiteX2777" fmla="*/ 1928436 w 2078016"/>
                <a:gd name="connsiteY2777" fmla="*/ 962672 h 2078049"/>
                <a:gd name="connsiteX2778" fmla="*/ 1928531 w 2078016"/>
                <a:gd name="connsiteY2778" fmla="*/ 962957 h 2078049"/>
                <a:gd name="connsiteX2779" fmla="*/ 1931865 w 2078016"/>
                <a:gd name="connsiteY2779" fmla="*/ 969910 h 2078049"/>
                <a:gd name="connsiteX2780" fmla="*/ 1937104 w 2078016"/>
                <a:gd name="connsiteY2780" fmla="*/ 974864 h 2078049"/>
                <a:gd name="connsiteX2781" fmla="*/ 1940247 w 2078016"/>
                <a:gd name="connsiteY2781" fmla="*/ 976388 h 2078049"/>
                <a:gd name="connsiteX2782" fmla="*/ 1947105 w 2078016"/>
                <a:gd name="connsiteY2782" fmla="*/ 977435 h 2078049"/>
                <a:gd name="connsiteX2783" fmla="*/ 1950629 w 2078016"/>
                <a:gd name="connsiteY2783" fmla="*/ 976768 h 2078049"/>
                <a:gd name="connsiteX2784" fmla="*/ 1962536 w 2078016"/>
                <a:gd name="connsiteY2784" fmla="*/ 951813 h 2078049"/>
                <a:gd name="connsiteX2785" fmla="*/ 1960726 w 2078016"/>
                <a:gd name="connsiteY2785" fmla="*/ 947241 h 2078049"/>
                <a:gd name="connsiteX2786" fmla="*/ 1960535 w 2078016"/>
                <a:gd name="connsiteY2786" fmla="*/ 946955 h 2078049"/>
                <a:gd name="connsiteX2787" fmla="*/ 1957963 w 2078016"/>
                <a:gd name="connsiteY2787" fmla="*/ 943336 h 2078049"/>
                <a:gd name="connsiteX2788" fmla="*/ 1957868 w 2078016"/>
                <a:gd name="connsiteY2788" fmla="*/ 943241 h 2078049"/>
                <a:gd name="connsiteX2789" fmla="*/ 1957868 w 2078016"/>
                <a:gd name="connsiteY2789" fmla="*/ 943241 h 2078049"/>
                <a:gd name="connsiteX2790" fmla="*/ 1954249 w 2078016"/>
                <a:gd name="connsiteY2790" fmla="*/ 940192 h 2078049"/>
                <a:gd name="connsiteX2791" fmla="*/ 1968822 w 2078016"/>
                <a:gd name="connsiteY2791" fmla="*/ 923143 h 2078049"/>
                <a:gd name="connsiteX2792" fmla="*/ 1975680 w 2078016"/>
                <a:gd name="connsiteY2792" fmla="*/ 930763 h 2078049"/>
                <a:gd name="connsiteX2793" fmla="*/ 1979871 w 2078016"/>
                <a:gd name="connsiteY2793" fmla="*/ 932668 h 2078049"/>
                <a:gd name="connsiteX2794" fmla="*/ 1980347 w 2078016"/>
                <a:gd name="connsiteY2794" fmla="*/ 932763 h 2078049"/>
                <a:gd name="connsiteX2795" fmla="*/ 1994349 w 2078016"/>
                <a:gd name="connsiteY2795" fmla="*/ 930001 h 2078049"/>
                <a:gd name="connsiteX2796" fmla="*/ 2019686 w 2078016"/>
                <a:gd name="connsiteY2796" fmla="*/ 1038300 h 2078049"/>
                <a:gd name="connsiteX2797" fmla="*/ 2015589 w 2078016"/>
                <a:gd name="connsiteY2797" fmla="*/ 1081353 h 2078049"/>
                <a:gd name="connsiteX2798" fmla="*/ 2001969 w 2078016"/>
                <a:gd name="connsiteY2798" fmla="*/ 1080591 h 2078049"/>
                <a:gd name="connsiteX2799" fmla="*/ 1990158 w 2078016"/>
                <a:gd name="connsiteY2799" fmla="*/ 1096593 h 2078049"/>
                <a:gd name="connsiteX2800" fmla="*/ 1990158 w 2078016"/>
                <a:gd name="connsiteY2800" fmla="*/ 1096593 h 2078049"/>
                <a:gd name="connsiteX2801" fmla="*/ 1990158 w 2078016"/>
                <a:gd name="connsiteY2801" fmla="*/ 1096688 h 2078049"/>
                <a:gd name="connsiteX2802" fmla="*/ 1989777 w 2078016"/>
                <a:gd name="connsiteY2802" fmla="*/ 1101451 h 2078049"/>
                <a:gd name="connsiteX2803" fmla="*/ 1989777 w 2078016"/>
                <a:gd name="connsiteY2803" fmla="*/ 1102213 h 2078049"/>
                <a:gd name="connsiteX2804" fmla="*/ 1990444 w 2078016"/>
                <a:gd name="connsiteY2804" fmla="*/ 1107356 h 2078049"/>
                <a:gd name="connsiteX2805" fmla="*/ 2005017 w 2078016"/>
                <a:gd name="connsiteY2805" fmla="*/ 1121644 h 2078049"/>
                <a:gd name="connsiteX2806" fmla="*/ 1990825 w 2078016"/>
                <a:gd name="connsiteY2806" fmla="*/ 1153457 h 2078049"/>
                <a:gd name="connsiteX2807" fmla="*/ 1987681 w 2078016"/>
                <a:gd name="connsiteY2807" fmla="*/ 1158982 h 2078049"/>
                <a:gd name="connsiteX2808" fmla="*/ 1980919 w 2078016"/>
                <a:gd name="connsiteY2808" fmla="*/ 1169935 h 2078049"/>
                <a:gd name="connsiteX2809" fmla="*/ 1968631 w 2078016"/>
                <a:gd name="connsiteY2809" fmla="*/ 1153172 h 2078049"/>
                <a:gd name="connsiteX2810" fmla="*/ 1977013 w 2078016"/>
                <a:gd name="connsiteY2810" fmla="*/ 1138217 h 2078049"/>
                <a:gd name="connsiteX2811" fmla="*/ 1969584 w 2078016"/>
                <a:gd name="connsiteY2811" fmla="*/ 1119643 h 2078049"/>
                <a:gd name="connsiteX2812" fmla="*/ 1969584 w 2078016"/>
                <a:gd name="connsiteY2812" fmla="*/ 1119643 h 2078049"/>
                <a:gd name="connsiteX2813" fmla="*/ 1969584 w 2078016"/>
                <a:gd name="connsiteY2813" fmla="*/ 1119643 h 2078049"/>
                <a:gd name="connsiteX2814" fmla="*/ 1965965 w 2078016"/>
                <a:gd name="connsiteY2814" fmla="*/ 1117453 h 2078049"/>
                <a:gd name="connsiteX2815" fmla="*/ 1965393 w 2078016"/>
                <a:gd name="connsiteY2815" fmla="*/ 1117167 h 2078049"/>
                <a:gd name="connsiteX2816" fmla="*/ 1961011 w 2078016"/>
                <a:gd name="connsiteY2816" fmla="*/ 1116119 h 2078049"/>
                <a:gd name="connsiteX2817" fmla="*/ 1943962 w 2078016"/>
                <a:gd name="connsiteY2817" fmla="*/ 1126501 h 2078049"/>
                <a:gd name="connsiteX2818" fmla="*/ 1943580 w 2078016"/>
                <a:gd name="connsiteY2818" fmla="*/ 1126121 h 2078049"/>
                <a:gd name="connsiteX2819" fmla="*/ 1897575 w 2078016"/>
                <a:gd name="connsiteY2819" fmla="*/ 1094212 h 2078049"/>
                <a:gd name="connsiteX2820" fmla="*/ 1869000 w 2078016"/>
                <a:gd name="connsiteY2820" fmla="*/ 1081734 h 2078049"/>
                <a:gd name="connsiteX2821" fmla="*/ 1860523 w 2078016"/>
                <a:gd name="connsiteY2821" fmla="*/ 1066304 h 2078049"/>
                <a:gd name="connsiteX2822" fmla="*/ 1860523 w 2078016"/>
                <a:gd name="connsiteY2822" fmla="*/ 1066304 h 2078049"/>
                <a:gd name="connsiteX2823" fmla="*/ 1860523 w 2078016"/>
                <a:gd name="connsiteY2823" fmla="*/ 1066304 h 2078049"/>
                <a:gd name="connsiteX2824" fmla="*/ 1856713 w 2078016"/>
                <a:gd name="connsiteY2824" fmla="*/ 1064494 h 2078049"/>
                <a:gd name="connsiteX2825" fmla="*/ 1856236 w 2078016"/>
                <a:gd name="connsiteY2825" fmla="*/ 1064303 h 2078049"/>
                <a:gd name="connsiteX2826" fmla="*/ 1851855 w 2078016"/>
                <a:gd name="connsiteY2826" fmla="*/ 1063541 h 2078049"/>
                <a:gd name="connsiteX2827" fmla="*/ 1835948 w 2078016"/>
                <a:gd name="connsiteY2827" fmla="*/ 1072400 h 2078049"/>
                <a:gd name="connsiteX2828" fmla="*/ 1791085 w 2078016"/>
                <a:gd name="connsiteY2828" fmla="*/ 1066875 h 2078049"/>
                <a:gd name="connsiteX2829" fmla="*/ 1791085 w 2078016"/>
                <a:gd name="connsiteY2829" fmla="*/ 1066875 h 2078049"/>
                <a:gd name="connsiteX2830" fmla="*/ 1788704 w 2078016"/>
                <a:gd name="connsiteY2830" fmla="*/ 1066684 h 2078049"/>
                <a:gd name="connsiteX2831" fmla="*/ 1740984 w 2078016"/>
                <a:gd name="connsiteY2831" fmla="*/ 1067637 h 2078049"/>
                <a:gd name="connsiteX2832" fmla="*/ 1723744 w 2078016"/>
                <a:gd name="connsiteY2832" fmla="*/ 1061065 h 2078049"/>
                <a:gd name="connsiteX2833" fmla="*/ 1723172 w 2078016"/>
                <a:gd name="connsiteY2833" fmla="*/ 1061160 h 2078049"/>
                <a:gd name="connsiteX2834" fmla="*/ 1718886 w 2078016"/>
                <a:gd name="connsiteY2834" fmla="*/ 1062208 h 2078049"/>
                <a:gd name="connsiteX2835" fmla="*/ 1709361 w 2078016"/>
                <a:gd name="connsiteY2835" fmla="*/ 1071542 h 2078049"/>
                <a:gd name="connsiteX2836" fmla="*/ 1700789 w 2078016"/>
                <a:gd name="connsiteY2836" fmla="*/ 1072876 h 2078049"/>
                <a:gd name="connsiteX2837" fmla="*/ 1635828 w 2078016"/>
                <a:gd name="connsiteY2837" fmla="*/ 1091831 h 2078049"/>
                <a:gd name="connsiteX2838" fmla="*/ 1593632 w 2078016"/>
                <a:gd name="connsiteY2838" fmla="*/ 1118120 h 2078049"/>
                <a:gd name="connsiteX2839" fmla="*/ 1579249 w 2078016"/>
                <a:gd name="connsiteY2839" fmla="*/ 1116405 h 2078049"/>
                <a:gd name="connsiteX2840" fmla="*/ 1568105 w 2078016"/>
                <a:gd name="connsiteY2840" fmla="*/ 1124692 h 2078049"/>
                <a:gd name="connsiteX2841" fmla="*/ 1568105 w 2078016"/>
                <a:gd name="connsiteY2841" fmla="*/ 1124692 h 2078049"/>
                <a:gd name="connsiteX2842" fmla="*/ 1568105 w 2078016"/>
                <a:gd name="connsiteY2842" fmla="*/ 1124787 h 2078049"/>
                <a:gd name="connsiteX2843" fmla="*/ 1567819 w 2078016"/>
                <a:gd name="connsiteY2843" fmla="*/ 1127359 h 2078049"/>
                <a:gd name="connsiteX2844" fmla="*/ 1567819 w 2078016"/>
                <a:gd name="connsiteY2844" fmla="*/ 1127930 h 2078049"/>
                <a:gd name="connsiteX2845" fmla="*/ 1568677 w 2078016"/>
                <a:gd name="connsiteY2845" fmla="*/ 1130883 h 2078049"/>
                <a:gd name="connsiteX2846" fmla="*/ 1570201 w 2078016"/>
                <a:gd name="connsiteY2846" fmla="*/ 1133169 h 2078049"/>
                <a:gd name="connsiteX2847" fmla="*/ 1578773 w 2078016"/>
                <a:gd name="connsiteY2847" fmla="*/ 1138979 h 2078049"/>
                <a:gd name="connsiteX2848" fmla="*/ 1576011 w 2078016"/>
                <a:gd name="connsiteY2848" fmla="*/ 1147933 h 2078049"/>
                <a:gd name="connsiteX2849" fmla="*/ 1613635 w 2078016"/>
                <a:gd name="connsiteY2849" fmla="*/ 1224038 h 2078049"/>
                <a:gd name="connsiteX2850" fmla="*/ 1662022 w 2078016"/>
                <a:gd name="connsiteY2850" fmla="*/ 1259947 h 2078049"/>
                <a:gd name="connsiteX2851" fmla="*/ 1671356 w 2078016"/>
                <a:gd name="connsiteY2851" fmla="*/ 1278901 h 2078049"/>
                <a:gd name="connsiteX2852" fmla="*/ 1674690 w 2078016"/>
                <a:gd name="connsiteY2852" fmla="*/ 1280235 h 2078049"/>
                <a:gd name="connsiteX2853" fmla="*/ 1681548 w 2078016"/>
                <a:gd name="connsiteY2853" fmla="*/ 1281188 h 2078049"/>
                <a:gd name="connsiteX2854" fmla="*/ 1692407 w 2078016"/>
                <a:gd name="connsiteY2854" fmla="*/ 1276806 h 2078049"/>
                <a:gd name="connsiteX2855" fmla="*/ 1742889 w 2078016"/>
                <a:gd name="connsiteY2855" fmla="*/ 1298999 h 2078049"/>
                <a:gd name="connsiteX2856" fmla="*/ 1772131 w 2078016"/>
                <a:gd name="connsiteY2856" fmla="*/ 1308143 h 2078049"/>
                <a:gd name="connsiteX2857" fmla="*/ 1771464 w 2078016"/>
                <a:gd name="connsiteY2857" fmla="*/ 1310810 h 2078049"/>
                <a:gd name="connsiteX2858" fmla="*/ 1786228 w 2078016"/>
                <a:gd name="connsiteY2858" fmla="*/ 1330908 h 2078049"/>
                <a:gd name="connsiteX2859" fmla="*/ 1789847 w 2078016"/>
                <a:gd name="connsiteY2859" fmla="*/ 1331194 h 2078049"/>
                <a:gd name="connsiteX2860" fmla="*/ 1793372 w 2078016"/>
                <a:gd name="connsiteY2860" fmla="*/ 1330717 h 2078049"/>
                <a:gd name="connsiteX2861" fmla="*/ 1796610 w 2078016"/>
                <a:gd name="connsiteY2861" fmla="*/ 1329575 h 2078049"/>
                <a:gd name="connsiteX2862" fmla="*/ 1802230 w 2078016"/>
                <a:gd name="connsiteY2862" fmla="*/ 1325574 h 2078049"/>
                <a:gd name="connsiteX2863" fmla="*/ 1806802 w 2078016"/>
                <a:gd name="connsiteY2863" fmla="*/ 1316144 h 2078049"/>
                <a:gd name="connsiteX2864" fmla="*/ 1806802 w 2078016"/>
                <a:gd name="connsiteY2864" fmla="*/ 1314525 h 2078049"/>
                <a:gd name="connsiteX2865" fmla="*/ 1854046 w 2078016"/>
                <a:gd name="connsiteY2865" fmla="*/ 1315287 h 2078049"/>
                <a:gd name="connsiteX2866" fmla="*/ 1890336 w 2078016"/>
                <a:gd name="connsiteY2866" fmla="*/ 1308905 h 2078049"/>
                <a:gd name="connsiteX2867" fmla="*/ 1890241 w 2078016"/>
                <a:gd name="connsiteY2867" fmla="*/ 1309191 h 2078049"/>
                <a:gd name="connsiteX2868" fmla="*/ 1905385 w 2078016"/>
                <a:gd name="connsiteY2868" fmla="*/ 1330337 h 2078049"/>
                <a:gd name="connsiteX2869" fmla="*/ 1926055 w 2078016"/>
                <a:gd name="connsiteY2869" fmla="*/ 1311858 h 2078049"/>
                <a:gd name="connsiteX2870" fmla="*/ 1925959 w 2078016"/>
                <a:gd name="connsiteY2870" fmla="*/ 1306905 h 2078049"/>
                <a:gd name="connsiteX2871" fmla="*/ 1925864 w 2078016"/>
                <a:gd name="connsiteY2871" fmla="*/ 1306333 h 2078049"/>
                <a:gd name="connsiteX2872" fmla="*/ 1924721 w 2078016"/>
                <a:gd name="connsiteY2872" fmla="*/ 1301952 h 2078049"/>
                <a:gd name="connsiteX2873" fmla="*/ 1924721 w 2078016"/>
                <a:gd name="connsiteY2873" fmla="*/ 1301952 h 2078049"/>
                <a:gd name="connsiteX2874" fmla="*/ 1924721 w 2078016"/>
                <a:gd name="connsiteY2874" fmla="*/ 1301952 h 2078049"/>
                <a:gd name="connsiteX2875" fmla="*/ 1922531 w 2078016"/>
                <a:gd name="connsiteY2875" fmla="*/ 1297761 h 2078049"/>
                <a:gd name="connsiteX2876" fmla="*/ 1942724 w 2078016"/>
                <a:gd name="connsiteY2876" fmla="*/ 1287569 h 2078049"/>
                <a:gd name="connsiteX2877" fmla="*/ 1944152 w 2078016"/>
                <a:gd name="connsiteY2877" fmla="*/ 1293760 h 2078049"/>
                <a:gd name="connsiteX2878" fmla="*/ 1946057 w 2078016"/>
                <a:gd name="connsiteY2878" fmla="*/ 1297190 h 2078049"/>
                <a:gd name="connsiteX2879" fmla="*/ 1946057 w 2078016"/>
                <a:gd name="connsiteY2879" fmla="*/ 1297190 h 2078049"/>
                <a:gd name="connsiteX2880" fmla="*/ 1949105 w 2078016"/>
                <a:gd name="connsiteY2880" fmla="*/ 1300523 h 2078049"/>
                <a:gd name="connsiteX2881" fmla="*/ 1949486 w 2078016"/>
                <a:gd name="connsiteY2881" fmla="*/ 1300809 h 2078049"/>
                <a:gd name="connsiteX2882" fmla="*/ 1963488 w 2078016"/>
                <a:gd name="connsiteY2882" fmla="*/ 1303667 h 2078049"/>
                <a:gd name="connsiteX2883" fmla="*/ 1945390 w 2078016"/>
                <a:gd name="connsiteY2883" fmla="*/ 1413775 h 2078049"/>
                <a:gd name="connsiteX2884" fmla="*/ 1924531 w 2078016"/>
                <a:gd name="connsiteY2884" fmla="*/ 1452733 h 2078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</a:cxnLst>
              <a:rect l="l" t="t" r="r" b="b"/>
              <a:pathLst>
                <a:path w="2078016" h="2078049">
                  <a:moveTo>
                    <a:pt x="2077502" y="1148314"/>
                  </a:moveTo>
                  <a:cubicBezTo>
                    <a:pt x="2077121" y="1146504"/>
                    <a:pt x="2076550" y="1144980"/>
                    <a:pt x="2075883" y="1143456"/>
                  </a:cubicBezTo>
                  <a:cubicBezTo>
                    <a:pt x="2075693" y="1143075"/>
                    <a:pt x="2075597" y="1142789"/>
                    <a:pt x="2075407" y="1142504"/>
                  </a:cubicBezTo>
                  <a:cubicBezTo>
                    <a:pt x="2074740" y="1141170"/>
                    <a:pt x="2073978" y="1139932"/>
                    <a:pt x="2073025" y="1138789"/>
                  </a:cubicBezTo>
                  <a:cubicBezTo>
                    <a:pt x="2073025" y="1138789"/>
                    <a:pt x="2073025" y="1138789"/>
                    <a:pt x="2073025" y="1138789"/>
                  </a:cubicBezTo>
                  <a:lnTo>
                    <a:pt x="2073025" y="1138789"/>
                  </a:lnTo>
                  <a:cubicBezTo>
                    <a:pt x="2070263" y="1135360"/>
                    <a:pt x="2066549" y="1133074"/>
                    <a:pt x="2062548" y="1132693"/>
                  </a:cubicBezTo>
                  <a:cubicBezTo>
                    <a:pt x="2071502" y="1103451"/>
                    <a:pt x="2076550" y="1071828"/>
                    <a:pt x="2076550" y="1039062"/>
                  </a:cubicBezTo>
                  <a:cubicBezTo>
                    <a:pt x="2076550" y="1000295"/>
                    <a:pt x="2069501" y="963148"/>
                    <a:pt x="2057214" y="929524"/>
                  </a:cubicBezTo>
                  <a:cubicBezTo>
                    <a:pt x="2062167" y="928477"/>
                    <a:pt x="2066644" y="924857"/>
                    <a:pt x="2069120" y="918761"/>
                  </a:cubicBezTo>
                  <a:cubicBezTo>
                    <a:pt x="2072073" y="911522"/>
                    <a:pt x="2071311" y="902759"/>
                    <a:pt x="2067882" y="895997"/>
                  </a:cubicBezTo>
                  <a:cubicBezTo>
                    <a:pt x="2067882" y="895997"/>
                    <a:pt x="2067882" y="895997"/>
                    <a:pt x="2067882" y="895997"/>
                  </a:cubicBezTo>
                  <a:cubicBezTo>
                    <a:pt x="2067882" y="895997"/>
                    <a:pt x="2067882" y="895997"/>
                    <a:pt x="2067882" y="895997"/>
                  </a:cubicBezTo>
                  <a:cubicBezTo>
                    <a:pt x="2067120" y="894473"/>
                    <a:pt x="2066168" y="893044"/>
                    <a:pt x="2065120" y="891806"/>
                  </a:cubicBezTo>
                  <a:cubicBezTo>
                    <a:pt x="2065024" y="891615"/>
                    <a:pt x="2064834" y="891424"/>
                    <a:pt x="2064739" y="891234"/>
                  </a:cubicBezTo>
                  <a:cubicBezTo>
                    <a:pt x="2063596" y="889900"/>
                    <a:pt x="2062358" y="888758"/>
                    <a:pt x="2061024" y="887805"/>
                  </a:cubicBezTo>
                  <a:cubicBezTo>
                    <a:pt x="2053785" y="882852"/>
                    <a:pt x="2045403" y="884852"/>
                    <a:pt x="2040164" y="891424"/>
                  </a:cubicBezTo>
                  <a:cubicBezTo>
                    <a:pt x="2031306" y="874946"/>
                    <a:pt x="2021019" y="859611"/>
                    <a:pt x="2009494" y="846085"/>
                  </a:cubicBezTo>
                  <a:cubicBezTo>
                    <a:pt x="2016447" y="824178"/>
                    <a:pt x="2020543" y="800461"/>
                    <a:pt x="2021686" y="775886"/>
                  </a:cubicBezTo>
                  <a:cubicBezTo>
                    <a:pt x="2027591" y="778934"/>
                    <a:pt x="2034163" y="778744"/>
                    <a:pt x="2039116" y="774267"/>
                  </a:cubicBezTo>
                  <a:cubicBezTo>
                    <a:pt x="2041974" y="771695"/>
                    <a:pt x="2043784" y="768076"/>
                    <a:pt x="2044641" y="764075"/>
                  </a:cubicBezTo>
                  <a:cubicBezTo>
                    <a:pt x="2044927" y="762742"/>
                    <a:pt x="2045117" y="761313"/>
                    <a:pt x="2045117" y="759884"/>
                  </a:cubicBezTo>
                  <a:cubicBezTo>
                    <a:pt x="2045213" y="757027"/>
                    <a:pt x="2044927" y="754074"/>
                    <a:pt x="2044164" y="751216"/>
                  </a:cubicBezTo>
                  <a:cubicBezTo>
                    <a:pt x="2043403" y="748359"/>
                    <a:pt x="2042165" y="745501"/>
                    <a:pt x="2040450" y="742930"/>
                  </a:cubicBezTo>
                  <a:cubicBezTo>
                    <a:pt x="2039402" y="741310"/>
                    <a:pt x="2038259" y="740072"/>
                    <a:pt x="2037021" y="738834"/>
                  </a:cubicBezTo>
                  <a:cubicBezTo>
                    <a:pt x="2036926" y="738739"/>
                    <a:pt x="2036735" y="738548"/>
                    <a:pt x="2036640" y="738453"/>
                  </a:cubicBezTo>
                  <a:cubicBezTo>
                    <a:pt x="2035402" y="737310"/>
                    <a:pt x="2034163" y="736453"/>
                    <a:pt x="2032830" y="735691"/>
                  </a:cubicBezTo>
                  <a:cubicBezTo>
                    <a:pt x="2032830" y="735691"/>
                    <a:pt x="2032830" y="735691"/>
                    <a:pt x="2032830" y="735691"/>
                  </a:cubicBezTo>
                  <a:cubicBezTo>
                    <a:pt x="2032830" y="735691"/>
                    <a:pt x="2032830" y="735691"/>
                    <a:pt x="2032830" y="735691"/>
                  </a:cubicBezTo>
                  <a:cubicBezTo>
                    <a:pt x="2028925" y="733405"/>
                    <a:pt x="2024543" y="732833"/>
                    <a:pt x="2020638" y="734072"/>
                  </a:cubicBezTo>
                  <a:cubicBezTo>
                    <a:pt x="2017781" y="703496"/>
                    <a:pt x="2010255" y="672254"/>
                    <a:pt x="1997683" y="641774"/>
                  </a:cubicBezTo>
                  <a:cubicBezTo>
                    <a:pt x="1982824" y="605674"/>
                    <a:pt x="1962059" y="573956"/>
                    <a:pt x="1937675" y="547667"/>
                  </a:cubicBezTo>
                  <a:cubicBezTo>
                    <a:pt x="1941866" y="544810"/>
                    <a:pt x="1944629" y="539762"/>
                    <a:pt x="1944533" y="533189"/>
                  </a:cubicBezTo>
                  <a:cubicBezTo>
                    <a:pt x="1944438" y="525283"/>
                    <a:pt x="1940438" y="517568"/>
                    <a:pt x="1934627" y="512711"/>
                  </a:cubicBezTo>
                  <a:lnTo>
                    <a:pt x="1934627" y="512711"/>
                  </a:lnTo>
                  <a:cubicBezTo>
                    <a:pt x="1934627" y="512711"/>
                    <a:pt x="1934627" y="512711"/>
                    <a:pt x="1934627" y="512711"/>
                  </a:cubicBezTo>
                  <a:cubicBezTo>
                    <a:pt x="1933294" y="511568"/>
                    <a:pt x="1931960" y="510615"/>
                    <a:pt x="1930436" y="509853"/>
                  </a:cubicBezTo>
                  <a:cubicBezTo>
                    <a:pt x="1930246" y="509758"/>
                    <a:pt x="1930055" y="509662"/>
                    <a:pt x="1929865" y="509567"/>
                  </a:cubicBezTo>
                  <a:cubicBezTo>
                    <a:pt x="1928341" y="508805"/>
                    <a:pt x="1926722" y="508139"/>
                    <a:pt x="1925102" y="507853"/>
                  </a:cubicBezTo>
                  <a:cubicBezTo>
                    <a:pt x="1916530" y="506138"/>
                    <a:pt x="1909481" y="511091"/>
                    <a:pt x="1907291" y="519283"/>
                  </a:cubicBezTo>
                  <a:cubicBezTo>
                    <a:pt x="1892717" y="507472"/>
                    <a:pt x="1877382" y="497375"/>
                    <a:pt x="1861570" y="489184"/>
                  </a:cubicBezTo>
                  <a:cubicBezTo>
                    <a:pt x="1859570" y="466324"/>
                    <a:pt x="1854332" y="442987"/>
                    <a:pt x="1845949" y="419842"/>
                  </a:cubicBezTo>
                  <a:cubicBezTo>
                    <a:pt x="1847474" y="419937"/>
                    <a:pt x="1848998" y="419937"/>
                    <a:pt x="1850426" y="419747"/>
                  </a:cubicBezTo>
                  <a:cubicBezTo>
                    <a:pt x="1852808" y="419365"/>
                    <a:pt x="1854998" y="418508"/>
                    <a:pt x="1856808" y="417079"/>
                  </a:cubicBezTo>
                  <a:cubicBezTo>
                    <a:pt x="1858713" y="415746"/>
                    <a:pt x="1860237" y="413841"/>
                    <a:pt x="1861285" y="411555"/>
                  </a:cubicBezTo>
                  <a:cubicBezTo>
                    <a:pt x="1865666" y="402316"/>
                    <a:pt x="1860808" y="388981"/>
                    <a:pt x="1850712" y="382123"/>
                  </a:cubicBezTo>
                  <a:cubicBezTo>
                    <a:pt x="1849188" y="381075"/>
                    <a:pt x="1847569" y="380313"/>
                    <a:pt x="1845949" y="379646"/>
                  </a:cubicBezTo>
                  <a:cubicBezTo>
                    <a:pt x="1845854" y="379551"/>
                    <a:pt x="1845664" y="379551"/>
                    <a:pt x="1845568" y="379551"/>
                  </a:cubicBezTo>
                  <a:cubicBezTo>
                    <a:pt x="1844044" y="378979"/>
                    <a:pt x="1842616" y="378599"/>
                    <a:pt x="1841092" y="378408"/>
                  </a:cubicBezTo>
                  <a:cubicBezTo>
                    <a:pt x="1840997" y="378408"/>
                    <a:pt x="1840997" y="378408"/>
                    <a:pt x="1840901" y="378408"/>
                  </a:cubicBezTo>
                  <a:cubicBezTo>
                    <a:pt x="1840901" y="378408"/>
                    <a:pt x="1840901" y="378408"/>
                    <a:pt x="1840901" y="378408"/>
                  </a:cubicBezTo>
                  <a:cubicBezTo>
                    <a:pt x="1836424" y="377932"/>
                    <a:pt x="1832138" y="378979"/>
                    <a:pt x="1828995" y="381551"/>
                  </a:cubicBezTo>
                  <a:cubicBezTo>
                    <a:pt x="1814708" y="354500"/>
                    <a:pt x="1795848" y="328497"/>
                    <a:pt x="1772702" y="305256"/>
                  </a:cubicBezTo>
                  <a:cubicBezTo>
                    <a:pt x="1745175" y="277729"/>
                    <a:pt x="1713838" y="256488"/>
                    <a:pt x="1681358" y="241534"/>
                  </a:cubicBezTo>
                  <a:cubicBezTo>
                    <a:pt x="1684215" y="237248"/>
                    <a:pt x="1684786" y="231532"/>
                    <a:pt x="1682215" y="225436"/>
                  </a:cubicBezTo>
                  <a:cubicBezTo>
                    <a:pt x="1678500" y="216674"/>
                    <a:pt x="1669547" y="210101"/>
                    <a:pt x="1660593" y="209149"/>
                  </a:cubicBezTo>
                  <a:cubicBezTo>
                    <a:pt x="1660212" y="209149"/>
                    <a:pt x="1659926" y="209053"/>
                    <a:pt x="1659545" y="209053"/>
                  </a:cubicBezTo>
                  <a:cubicBezTo>
                    <a:pt x="1657831" y="208958"/>
                    <a:pt x="1656211" y="208958"/>
                    <a:pt x="1654592" y="209339"/>
                  </a:cubicBezTo>
                  <a:cubicBezTo>
                    <a:pt x="1645829" y="211149"/>
                    <a:pt x="1641257" y="218483"/>
                    <a:pt x="1642495" y="226865"/>
                  </a:cubicBezTo>
                  <a:cubicBezTo>
                    <a:pt x="1624493" y="221436"/>
                    <a:pt x="1606491" y="217912"/>
                    <a:pt x="1588774" y="216388"/>
                  </a:cubicBezTo>
                  <a:cubicBezTo>
                    <a:pt x="1578297" y="196004"/>
                    <a:pt x="1564581" y="176383"/>
                    <a:pt x="1548008" y="158190"/>
                  </a:cubicBezTo>
                  <a:cubicBezTo>
                    <a:pt x="1554199" y="156190"/>
                    <a:pt x="1558580" y="151332"/>
                    <a:pt x="1558866" y="144760"/>
                  </a:cubicBezTo>
                  <a:cubicBezTo>
                    <a:pt x="1559437" y="134568"/>
                    <a:pt x="1549912" y="123995"/>
                    <a:pt x="1537911" y="121423"/>
                  </a:cubicBezTo>
                  <a:cubicBezTo>
                    <a:pt x="1536101" y="121043"/>
                    <a:pt x="1534291" y="121043"/>
                    <a:pt x="1532672" y="121043"/>
                  </a:cubicBezTo>
                  <a:cubicBezTo>
                    <a:pt x="1532386" y="121043"/>
                    <a:pt x="1532101" y="121043"/>
                    <a:pt x="1531910" y="121138"/>
                  </a:cubicBezTo>
                  <a:cubicBezTo>
                    <a:pt x="1530291" y="121233"/>
                    <a:pt x="1528767" y="121519"/>
                    <a:pt x="1527338" y="121900"/>
                  </a:cubicBezTo>
                  <a:cubicBezTo>
                    <a:pt x="1527338" y="121900"/>
                    <a:pt x="1527338" y="121900"/>
                    <a:pt x="1527338" y="121900"/>
                  </a:cubicBezTo>
                  <a:cubicBezTo>
                    <a:pt x="1527338" y="121900"/>
                    <a:pt x="1527338" y="121900"/>
                    <a:pt x="1527338" y="121900"/>
                  </a:cubicBezTo>
                  <a:cubicBezTo>
                    <a:pt x="1523052" y="123138"/>
                    <a:pt x="1519623" y="125615"/>
                    <a:pt x="1517623" y="129139"/>
                  </a:cubicBezTo>
                  <a:cubicBezTo>
                    <a:pt x="1494001" y="109517"/>
                    <a:pt x="1466569" y="92753"/>
                    <a:pt x="1436089" y="80275"/>
                  </a:cubicBezTo>
                  <a:cubicBezTo>
                    <a:pt x="1400084" y="65321"/>
                    <a:pt x="1362841" y="57606"/>
                    <a:pt x="1327027" y="56273"/>
                  </a:cubicBezTo>
                  <a:cubicBezTo>
                    <a:pt x="1327980" y="51224"/>
                    <a:pt x="1326361" y="45700"/>
                    <a:pt x="1321693" y="41032"/>
                  </a:cubicBezTo>
                  <a:cubicBezTo>
                    <a:pt x="1316074" y="35508"/>
                    <a:pt x="1307787" y="32746"/>
                    <a:pt x="1300167" y="33317"/>
                  </a:cubicBezTo>
                  <a:cubicBezTo>
                    <a:pt x="1300167" y="33317"/>
                    <a:pt x="1300167" y="33317"/>
                    <a:pt x="1300167" y="33317"/>
                  </a:cubicBezTo>
                  <a:cubicBezTo>
                    <a:pt x="1300167" y="33317"/>
                    <a:pt x="1300072" y="33317"/>
                    <a:pt x="1300072" y="33317"/>
                  </a:cubicBezTo>
                  <a:cubicBezTo>
                    <a:pt x="1298357" y="33508"/>
                    <a:pt x="1296643" y="33794"/>
                    <a:pt x="1295024" y="34365"/>
                  </a:cubicBezTo>
                  <a:cubicBezTo>
                    <a:pt x="1294928" y="34365"/>
                    <a:pt x="1294738" y="34460"/>
                    <a:pt x="1294642" y="34460"/>
                  </a:cubicBezTo>
                  <a:cubicBezTo>
                    <a:pt x="1293023" y="35032"/>
                    <a:pt x="1291404" y="35794"/>
                    <a:pt x="1289975" y="36746"/>
                  </a:cubicBezTo>
                  <a:cubicBezTo>
                    <a:pt x="1288832" y="37508"/>
                    <a:pt x="1287880" y="38365"/>
                    <a:pt x="1287023" y="39223"/>
                  </a:cubicBezTo>
                  <a:cubicBezTo>
                    <a:pt x="1284451" y="41985"/>
                    <a:pt x="1283117" y="45319"/>
                    <a:pt x="1283022" y="48748"/>
                  </a:cubicBezTo>
                  <a:cubicBezTo>
                    <a:pt x="1282927" y="51034"/>
                    <a:pt x="1283403" y="53415"/>
                    <a:pt x="1284451" y="55606"/>
                  </a:cubicBezTo>
                  <a:cubicBezTo>
                    <a:pt x="1284736" y="56273"/>
                    <a:pt x="1285213" y="56844"/>
                    <a:pt x="1285594" y="57511"/>
                  </a:cubicBezTo>
                  <a:cubicBezTo>
                    <a:pt x="1266829" y="59416"/>
                    <a:pt x="1248827" y="63035"/>
                    <a:pt x="1231873" y="68465"/>
                  </a:cubicBezTo>
                  <a:cubicBezTo>
                    <a:pt x="1214347" y="53701"/>
                    <a:pt x="1194058" y="40842"/>
                    <a:pt x="1171865" y="30460"/>
                  </a:cubicBezTo>
                  <a:cubicBezTo>
                    <a:pt x="1176818" y="26269"/>
                    <a:pt x="1178914" y="20078"/>
                    <a:pt x="1176723" y="13886"/>
                  </a:cubicBezTo>
                  <a:cubicBezTo>
                    <a:pt x="1175485" y="10267"/>
                    <a:pt x="1172818" y="7123"/>
                    <a:pt x="1169389" y="4837"/>
                  </a:cubicBezTo>
                  <a:cubicBezTo>
                    <a:pt x="1168246" y="4075"/>
                    <a:pt x="1167008" y="3314"/>
                    <a:pt x="1165769" y="2742"/>
                  </a:cubicBezTo>
                  <a:cubicBezTo>
                    <a:pt x="1163198" y="1504"/>
                    <a:pt x="1160340" y="647"/>
                    <a:pt x="1157387" y="265"/>
                  </a:cubicBezTo>
                  <a:cubicBezTo>
                    <a:pt x="1154434" y="-115"/>
                    <a:pt x="1151386" y="-115"/>
                    <a:pt x="1148339" y="456"/>
                  </a:cubicBezTo>
                  <a:cubicBezTo>
                    <a:pt x="1146529" y="837"/>
                    <a:pt x="1145005" y="1408"/>
                    <a:pt x="1143481" y="2075"/>
                  </a:cubicBezTo>
                  <a:cubicBezTo>
                    <a:pt x="1143100" y="2266"/>
                    <a:pt x="1142814" y="2361"/>
                    <a:pt x="1142528" y="2552"/>
                  </a:cubicBezTo>
                  <a:cubicBezTo>
                    <a:pt x="1141195" y="3218"/>
                    <a:pt x="1139957" y="3980"/>
                    <a:pt x="1138814" y="4933"/>
                  </a:cubicBezTo>
                  <a:cubicBezTo>
                    <a:pt x="1138814" y="4933"/>
                    <a:pt x="1138814" y="4933"/>
                    <a:pt x="1138814" y="4933"/>
                  </a:cubicBezTo>
                  <a:lnTo>
                    <a:pt x="1138814" y="4933"/>
                  </a:lnTo>
                  <a:cubicBezTo>
                    <a:pt x="1135384" y="7695"/>
                    <a:pt x="1133099" y="11410"/>
                    <a:pt x="1132717" y="15410"/>
                  </a:cubicBezTo>
                  <a:cubicBezTo>
                    <a:pt x="1103476" y="6457"/>
                    <a:pt x="1071853" y="1408"/>
                    <a:pt x="1039087" y="1408"/>
                  </a:cubicBezTo>
                  <a:cubicBezTo>
                    <a:pt x="1000320" y="1408"/>
                    <a:pt x="963173" y="8457"/>
                    <a:pt x="929549" y="20744"/>
                  </a:cubicBezTo>
                  <a:cubicBezTo>
                    <a:pt x="928501" y="15791"/>
                    <a:pt x="924882" y="11315"/>
                    <a:pt x="918786" y="8838"/>
                  </a:cubicBezTo>
                  <a:cubicBezTo>
                    <a:pt x="911547" y="5885"/>
                    <a:pt x="902784" y="6647"/>
                    <a:pt x="896021" y="10076"/>
                  </a:cubicBezTo>
                  <a:cubicBezTo>
                    <a:pt x="896021" y="10076"/>
                    <a:pt x="896021" y="10076"/>
                    <a:pt x="896021" y="10076"/>
                  </a:cubicBezTo>
                  <a:cubicBezTo>
                    <a:pt x="896021" y="10076"/>
                    <a:pt x="896021" y="10076"/>
                    <a:pt x="896021" y="10076"/>
                  </a:cubicBezTo>
                  <a:cubicBezTo>
                    <a:pt x="894497" y="10838"/>
                    <a:pt x="893068" y="11791"/>
                    <a:pt x="891830" y="12839"/>
                  </a:cubicBezTo>
                  <a:cubicBezTo>
                    <a:pt x="891640" y="12934"/>
                    <a:pt x="891449" y="13124"/>
                    <a:pt x="891259" y="13219"/>
                  </a:cubicBezTo>
                  <a:cubicBezTo>
                    <a:pt x="889925" y="14362"/>
                    <a:pt x="888782" y="15601"/>
                    <a:pt x="887830" y="16934"/>
                  </a:cubicBezTo>
                  <a:cubicBezTo>
                    <a:pt x="882877" y="24173"/>
                    <a:pt x="884877" y="32555"/>
                    <a:pt x="891449" y="37794"/>
                  </a:cubicBezTo>
                  <a:cubicBezTo>
                    <a:pt x="874971" y="46652"/>
                    <a:pt x="859636" y="56939"/>
                    <a:pt x="846110" y="68465"/>
                  </a:cubicBezTo>
                  <a:cubicBezTo>
                    <a:pt x="824203" y="61511"/>
                    <a:pt x="800485" y="57415"/>
                    <a:pt x="775911" y="56273"/>
                  </a:cubicBezTo>
                  <a:cubicBezTo>
                    <a:pt x="778959" y="50367"/>
                    <a:pt x="778768" y="43795"/>
                    <a:pt x="774292" y="38842"/>
                  </a:cubicBezTo>
                  <a:cubicBezTo>
                    <a:pt x="771910" y="36270"/>
                    <a:pt x="768672" y="34460"/>
                    <a:pt x="764957" y="33603"/>
                  </a:cubicBezTo>
                  <a:cubicBezTo>
                    <a:pt x="763338" y="33222"/>
                    <a:pt x="761623" y="32841"/>
                    <a:pt x="759909" y="32841"/>
                  </a:cubicBezTo>
                  <a:cubicBezTo>
                    <a:pt x="757051" y="32746"/>
                    <a:pt x="754099" y="33032"/>
                    <a:pt x="751241" y="33794"/>
                  </a:cubicBezTo>
                  <a:cubicBezTo>
                    <a:pt x="748384" y="34556"/>
                    <a:pt x="745526" y="35794"/>
                    <a:pt x="742954" y="37508"/>
                  </a:cubicBezTo>
                  <a:cubicBezTo>
                    <a:pt x="741335" y="38556"/>
                    <a:pt x="740097" y="39699"/>
                    <a:pt x="738859" y="40937"/>
                  </a:cubicBezTo>
                  <a:cubicBezTo>
                    <a:pt x="738764" y="41032"/>
                    <a:pt x="738573" y="41223"/>
                    <a:pt x="738478" y="41318"/>
                  </a:cubicBezTo>
                  <a:cubicBezTo>
                    <a:pt x="737335" y="42557"/>
                    <a:pt x="736477" y="43795"/>
                    <a:pt x="735715" y="45128"/>
                  </a:cubicBezTo>
                  <a:cubicBezTo>
                    <a:pt x="735715" y="45128"/>
                    <a:pt x="735715" y="45128"/>
                    <a:pt x="735715" y="45128"/>
                  </a:cubicBezTo>
                  <a:cubicBezTo>
                    <a:pt x="735715" y="45128"/>
                    <a:pt x="735715" y="45128"/>
                    <a:pt x="735715" y="45128"/>
                  </a:cubicBezTo>
                  <a:cubicBezTo>
                    <a:pt x="733429" y="49033"/>
                    <a:pt x="732858" y="53415"/>
                    <a:pt x="734096" y="57320"/>
                  </a:cubicBezTo>
                  <a:cubicBezTo>
                    <a:pt x="703521" y="60178"/>
                    <a:pt x="672279" y="67703"/>
                    <a:pt x="641799" y="80275"/>
                  </a:cubicBezTo>
                  <a:cubicBezTo>
                    <a:pt x="605699" y="95135"/>
                    <a:pt x="573981" y="115899"/>
                    <a:pt x="547692" y="140283"/>
                  </a:cubicBezTo>
                  <a:cubicBezTo>
                    <a:pt x="544834" y="136092"/>
                    <a:pt x="539786" y="133330"/>
                    <a:pt x="533214" y="133425"/>
                  </a:cubicBezTo>
                  <a:cubicBezTo>
                    <a:pt x="525308" y="133520"/>
                    <a:pt x="517593" y="137521"/>
                    <a:pt x="512735" y="143331"/>
                  </a:cubicBezTo>
                  <a:lnTo>
                    <a:pt x="512735" y="143331"/>
                  </a:lnTo>
                  <a:cubicBezTo>
                    <a:pt x="512735" y="143331"/>
                    <a:pt x="512735" y="143331"/>
                    <a:pt x="512735" y="143331"/>
                  </a:cubicBezTo>
                  <a:cubicBezTo>
                    <a:pt x="511592" y="144665"/>
                    <a:pt x="510640" y="145998"/>
                    <a:pt x="509878" y="147522"/>
                  </a:cubicBezTo>
                  <a:cubicBezTo>
                    <a:pt x="509782" y="147712"/>
                    <a:pt x="509687" y="147903"/>
                    <a:pt x="509592" y="148094"/>
                  </a:cubicBezTo>
                  <a:cubicBezTo>
                    <a:pt x="508830" y="149618"/>
                    <a:pt x="508163" y="151237"/>
                    <a:pt x="507877" y="152856"/>
                  </a:cubicBezTo>
                  <a:cubicBezTo>
                    <a:pt x="506163" y="161428"/>
                    <a:pt x="511116" y="168477"/>
                    <a:pt x="519307" y="170668"/>
                  </a:cubicBezTo>
                  <a:cubicBezTo>
                    <a:pt x="507497" y="185241"/>
                    <a:pt x="497400" y="200576"/>
                    <a:pt x="489208" y="216388"/>
                  </a:cubicBezTo>
                  <a:cubicBezTo>
                    <a:pt x="466348" y="218388"/>
                    <a:pt x="443012" y="223627"/>
                    <a:pt x="419866" y="232009"/>
                  </a:cubicBezTo>
                  <a:cubicBezTo>
                    <a:pt x="420438" y="225436"/>
                    <a:pt x="417581" y="219436"/>
                    <a:pt x="411580" y="216578"/>
                  </a:cubicBezTo>
                  <a:cubicBezTo>
                    <a:pt x="410437" y="216007"/>
                    <a:pt x="409198" y="215626"/>
                    <a:pt x="407960" y="215340"/>
                  </a:cubicBezTo>
                  <a:cubicBezTo>
                    <a:pt x="406722" y="215054"/>
                    <a:pt x="405389" y="214959"/>
                    <a:pt x="404055" y="214959"/>
                  </a:cubicBezTo>
                  <a:cubicBezTo>
                    <a:pt x="401388" y="214959"/>
                    <a:pt x="398626" y="215435"/>
                    <a:pt x="395959" y="216388"/>
                  </a:cubicBezTo>
                  <a:cubicBezTo>
                    <a:pt x="390625" y="218293"/>
                    <a:pt x="385576" y="222103"/>
                    <a:pt x="382148" y="227151"/>
                  </a:cubicBezTo>
                  <a:cubicBezTo>
                    <a:pt x="381100" y="228675"/>
                    <a:pt x="380338" y="230294"/>
                    <a:pt x="379671" y="231914"/>
                  </a:cubicBezTo>
                  <a:cubicBezTo>
                    <a:pt x="379576" y="232009"/>
                    <a:pt x="379576" y="232199"/>
                    <a:pt x="379576" y="232294"/>
                  </a:cubicBezTo>
                  <a:cubicBezTo>
                    <a:pt x="379004" y="233819"/>
                    <a:pt x="378623" y="235247"/>
                    <a:pt x="378433" y="236771"/>
                  </a:cubicBezTo>
                  <a:cubicBezTo>
                    <a:pt x="378433" y="236866"/>
                    <a:pt x="378433" y="236866"/>
                    <a:pt x="378433" y="236962"/>
                  </a:cubicBezTo>
                  <a:cubicBezTo>
                    <a:pt x="378433" y="236962"/>
                    <a:pt x="378433" y="236962"/>
                    <a:pt x="378433" y="236962"/>
                  </a:cubicBezTo>
                  <a:cubicBezTo>
                    <a:pt x="377956" y="241439"/>
                    <a:pt x="379004" y="245725"/>
                    <a:pt x="381576" y="248868"/>
                  </a:cubicBezTo>
                  <a:cubicBezTo>
                    <a:pt x="354525" y="263156"/>
                    <a:pt x="328522" y="282015"/>
                    <a:pt x="305281" y="305161"/>
                  </a:cubicBezTo>
                  <a:cubicBezTo>
                    <a:pt x="277753" y="332688"/>
                    <a:pt x="256513" y="364025"/>
                    <a:pt x="241558" y="396506"/>
                  </a:cubicBezTo>
                  <a:cubicBezTo>
                    <a:pt x="237272" y="393648"/>
                    <a:pt x="231557" y="393077"/>
                    <a:pt x="225461" y="395648"/>
                  </a:cubicBezTo>
                  <a:cubicBezTo>
                    <a:pt x="216698" y="399363"/>
                    <a:pt x="210126" y="408316"/>
                    <a:pt x="209173" y="417270"/>
                  </a:cubicBezTo>
                  <a:cubicBezTo>
                    <a:pt x="209173" y="417651"/>
                    <a:pt x="209078" y="417937"/>
                    <a:pt x="209078" y="418318"/>
                  </a:cubicBezTo>
                  <a:cubicBezTo>
                    <a:pt x="208983" y="420032"/>
                    <a:pt x="208983" y="421652"/>
                    <a:pt x="209364" y="423271"/>
                  </a:cubicBezTo>
                  <a:cubicBezTo>
                    <a:pt x="211174" y="432034"/>
                    <a:pt x="218508" y="436606"/>
                    <a:pt x="226890" y="435368"/>
                  </a:cubicBezTo>
                  <a:cubicBezTo>
                    <a:pt x="221461" y="453370"/>
                    <a:pt x="217936" y="471372"/>
                    <a:pt x="216412" y="489089"/>
                  </a:cubicBezTo>
                  <a:cubicBezTo>
                    <a:pt x="196029" y="499566"/>
                    <a:pt x="176407" y="513282"/>
                    <a:pt x="158215" y="529856"/>
                  </a:cubicBezTo>
                  <a:cubicBezTo>
                    <a:pt x="156214" y="523664"/>
                    <a:pt x="151357" y="519283"/>
                    <a:pt x="144784" y="518997"/>
                  </a:cubicBezTo>
                  <a:cubicBezTo>
                    <a:pt x="143546" y="518902"/>
                    <a:pt x="142213" y="518997"/>
                    <a:pt x="140974" y="519283"/>
                  </a:cubicBezTo>
                  <a:cubicBezTo>
                    <a:pt x="134593" y="520426"/>
                    <a:pt x="128497" y="525188"/>
                    <a:pt x="124782" y="531570"/>
                  </a:cubicBezTo>
                  <a:cubicBezTo>
                    <a:pt x="123258" y="534142"/>
                    <a:pt x="122115" y="536999"/>
                    <a:pt x="121448" y="539952"/>
                  </a:cubicBezTo>
                  <a:cubicBezTo>
                    <a:pt x="121067" y="541762"/>
                    <a:pt x="121067" y="543572"/>
                    <a:pt x="121067" y="545191"/>
                  </a:cubicBezTo>
                  <a:cubicBezTo>
                    <a:pt x="121067" y="545477"/>
                    <a:pt x="121067" y="545762"/>
                    <a:pt x="121162" y="545953"/>
                  </a:cubicBezTo>
                  <a:cubicBezTo>
                    <a:pt x="121258" y="547572"/>
                    <a:pt x="121543" y="549096"/>
                    <a:pt x="121924" y="550525"/>
                  </a:cubicBezTo>
                  <a:cubicBezTo>
                    <a:pt x="121924" y="550525"/>
                    <a:pt x="121924" y="550525"/>
                    <a:pt x="121924" y="550525"/>
                  </a:cubicBezTo>
                  <a:cubicBezTo>
                    <a:pt x="121924" y="550525"/>
                    <a:pt x="121924" y="550525"/>
                    <a:pt x="121924" y="550525"/>
                  </a:cubicBezTo>
                  <a:cubicBezTo>
                    <a:pt x="123163" y="554811"/>
                    <a:pt x="125639" y="558240"/>
                    <a:pt x="129164" y="560240"/>
                  </a:cubicBezTo>
                  <a:cubicBezTo>
                    <a:pt x="109542" y="583862"/>
                    <a:pt x="92778" y="611294"/>
                    <a:pt x="80300" y="641774"/>
                  </a:cubicBezTo>
                  <a:cubicBezTo>
                    <a:pt x="65346" y="677779"/>
                    <a:pt x="57631" y="715022"/>
                    <a:pt x="56297" y="750835"/>
                  </a:cubicBezTo>
                  <a:cubicBezTo>
                    <a:pt x="51249" y="749883"/>
                    <a:pt x="45724" y="751502"/>
                    <a:pt x="41057" y="756170"/>
                  </a:cubicBezTo>
                  <a:cubicBezTo>
                    <a:pt x="35533" y="761789"/>
                    <a:pt x="32770" y="770076"/>
                    <a:pt x="33342" y="777696"/>
                  </a:cubicBezTo>
                  <a:cubicBezTo>
                    <a:pt x="33342" y="777696"/>
                    <a:pt x="33342" y="777696"/>
                    <a:pt x="33342" y="777696"/>
                  </a:cubicBezTo>
                  <a:cubicBezTo>
                    <a:pt x="33342" y="777696"/>
                    <a:pt x="33342" y="777791"/>
                    <a:pt x="33342" y="777791"/>
                  </a:cubicBezTo>
                  <a:cubicBezTo>
                    <a:pt x="33532" y="779506"/>
                    <a:pt x="33818" y="781220"/>
                    <a:pt x="34390" y="782840"/>
                  </a:cubicBezTo>
                  <a:cubicBezTo>
                    <a:pt x="34390" y="783030"/>
                    <a:pt x="34485" y="783125"/>
                    <a:pt x="34485" y="783316"/>
                  </a:cubicBezTo>
                  <a:cubicBezTo>
                    <a:pt x="35056" y="784935"/>
                    <a:pt x="35818" y="786554"/>
                    <a:pt x="36771" y="787983"/>
                  </a:cubicBezTo>
                  <a:cubicBezTo>
                    <a:pt x="41819" y="795413"/>
                    <a:pt x="50392" y="796746"/>
                    <a:pt x="57631" y="792460"/>
                  </a:cubicBezTo>
                  <a:cubicBezTo>
                    <a:pt x="59536" y="811224"/>
                    <a:pt x="63155" y="829226"/>
                    <a:pt x="68584" y="846181"/>
                  </a:cubicBezTo>
                  <a:cubicBezTo>
                    <a:pt x="53821" y="863707"/>
                    <a:pt x="40962" y="883995"/>
                    <a:pt x="30580" y="906188"/>
                  </a:cubicBezTo>
                  <a:cubicBezTo>
                    <a:pt x="28008" y="903140"/>
                    <a:pt x="24674" y="901140"/>
                    <a:pt x="21055" y="900568"/>
                  </a:cubicBezTo>
                  <a:cubicBezTo>
                    <a:pt x="19912" y="900378"/>
                    <a:pt x="18769" y="900378"/>
                    <a:pt x="17531" y="900473"/>
                  </a:cubicBezTo>
                  <a:cubicBezTo>
                    <a:pt x="16387" y="900568"/>
                    <a:pt x="15149" y="900854"/>
                    <a:pt x="13911" y="901331"/>
                  </a:cubicBezTo>
                  <a:cubicBezTo>
                    <a:pt x="4291" y="904759"/>
                    <a:pt x="-1805" y="917618"/>
                    <a:pt x="481" y="929715"/>
                  </a:cubicBezTo>
                  <a:cubicBezTo>
                    <a:pt x="862" y="931525"/>
                    <a:pt x="1433" y="933049"/>
                    <a:pt x="2100" y="934573"/>
                  </a:cubicBezTo>
                  <a:cubicBezTo>
                    <a:pt x="2290" y="934954"/>
                    <a:pt x="2481" y="935240"/>
                    <a:pt x="2576" y="935525"/>
                  </a:cubicBezTo>
                  <a:cubicBezTo>
                    <a:pt x="3243" y="936859"/>
                    <a:pt x="4005" y="938097"/>
                    <a:pt x="4957" y="939240"/>
                  </a:cubicBezTo>
                  <a:cubicBezTo>
                    <a:pt x="4957" y="939240"/>
                    <a:pt x="4957" y="939240"/>
                    <a:pt x="4957" y="939240"/>
                  </a:cubicBezTo>
                  <a:lnTo>
                    <a:pt x="4957" y="939240"/>
                  </a:lnTo>
                  <a:cubicBezTo>
                    <a:pt x="7720" y="942669"/>
                    <a:pt x="11434" y="944955"/>
                    <a:pt x="15435" y="945336"/>
                  </a:cubicBezTo>
                  <a:cubicBezTo>
                    <a:pt x="6481" y="974578"/>
                    <a:pt x="1433" y="1006201"/>
                    <a:pt x="1433" y="1038967"/>
                  </a:cubicBezTo>
                  <a:cubicBezTo>
                    <a:pt x="1433" y="1077733"/>
                    <a:pt x="8482" y="1114881"/>
                    <a:pt x="20769" y="1148504"/>
                  </a:cubicBezTo>
                  <a:cubicBezTo>
                    <a:pt x="15816" y="1149552"/>
                    <a:pt x="11339" y="1153172"/>
                    <a:pt x="8863" y="1159267"/>
                  </a:cubicBezTo>
                  <a:cubicBezTo>
                    <a:pt x="5910" y="1166507"/>
                    <a:pt x="6672" y="1175270"/>
                    <a:pt x="10101" y="1182032"/>
                  </a:cubicBezTo>
                  <a:cubicBezTo>
                    <a:pt x="10101" y="1182032"/>
                    <a:pt x="10101" y="1182032"/>
                    <a:pt x="10101" y="1182032"/>
                  </a:cubicBezTo>
                  <a:cubicBezTo>
                    <a:pt x="10101" y="1182032"/>
                    <a:pt x="10101" y="1182032"/>
                    <a:pt x="10101" y="1182032"/>
                  </a:cubicBezTo>
                  <a:cubicBezTo>
                    <a:pt x="10863" y="1183556"/>
                    <a:pt x="11815" y="1184985"/>
                    <a:pt x="12863" y="1186223"/>
                  </a:cubicBezTo>
                  <a:cubicBezTo>
                    <a:pt x="12958" y="1186414"/>
                    <a:pt x="13149" y="1186604"/>
                    <a:pt x="13244" y="1186795"/>
                  </a:cubicBezTo>
                  <a:cubicBezTo>
                    <a:pt x="14387" y="1188128"/>
                    <a:pt x="15625" y="1189271"/>
                    <a:pt x="16959" y="1190224"/>
                  </a:cubicBezTo>
                  <a:cubicBezTo>
                    <a:pt x="24198" y="1195177"/>
                    <a:pt x="32580" y="1193176"/>
                    <a:pt x="37819" y="1186604"/>
                  </a:cubicBezTo>
                  <a:cubicBezTo>
                    <a:pt x="46677" y="1203083"/>
                    <a:pt x="56964" y="1218418"/>
                    <a:pt x="68489" y="1231943"/>
                  </a:cubicBezTo>
                  <a:cubicBezTo>
                    <a:pt x="61536" y="1253851"/>
                    <a:pt x="57440" y="1277568"/>
                    <a:pt x="56297" y="1302142"/>
                  </a:cubicBezTo>
                  <a:cubicBezTo>
                    <a:pt x="50392" y="1299095"/>
                    <a:pt x="43819" y="1299285"/>
                    <a:pt x="38866" y="1303762"/>
                  </a:cubicBezTo>
                  <a:cubicBezTo>
                    <a:pt x="31342" y="1310620"/>
                    <a:pt x="30675" y="1324812"/>
                    <a:pt x="37533" y="1335099"/>
                  </a:cubicBezTo>
                  <a:cubicBezTo>
                    <a:pt x="38581" y="1336718"/>
                    <a:pt x="39724" y="1337957"/>
                    <a:pt x="40962" y="1339195"/>
                  </a:cubicBezTo>
                  <a:cubicBezTo>
                    <a:pt x="41057" y="1339290"/>
                    <a:pt x="41248" y="1339481"/>
                    <a:pt x="41343" y="1339576"/>
                  </a:cubicBezTo>
                  <a:cubicBezTo>
                    <a:pt x="42581" y="1340719"/>
                    <a:pt x="43819" y="1341576"/>
                    <a:pt x="45153" y="1342338"/>
                  </a:cubicBezTo>
                  <a:cubicBezTo>
                    <a:pt x="45153" y="1342338"/>
                    <a:pt x="45153" y="1342338"/>
                    <a:pt x="45153" y="1342338"/>
                  </a:cubicBezTo>
                  <a:cubicBezTo>
                    <a:pt x="45153" y="1342338"/>
                    <a:pt x="45153" y="1342338"/>
                    <a:pt x="45153" y="1342338"/>
                  </a:cubicBezTo>
                  <a:cubicBezTo>
                    <a:pt x="49058" y="1344624"/>
                    <a:pt x="53440" y="1345196"/>
                    <a:pt x="57345" y="1343957"/>
                  </a:cubicBezTo>
                  <a:cubicBezTo>
                    <a:pt x="60202" y="1374533"/>
                    <a:pt x="67727" y="1405775"/>
                    <a:pt x="80300" y="1436255"/>
                  </a:cubicBezTo>
                  <a:cubicBezTo>
                    <a:pt x="95159" y="1472354"/>
                    <a:pt x="115924" y="1504073"/>
                    <a:pt x="140308" y="1530362"/>
                  </a:cubicBezTo>
                  <a:cubicBezTo>
                    <a:pt x="136117" y="1533219"/>
                    <a:pt x="133354" y="1538267"/>
                    <a:pt x="133450" y="1544840"/>
                  </a:cubicBezTo>
                  <a:cubicBezTo>
                    <a:pt x="133545" y="1552745"/>
                    <a:pt x="137545" y="1560460"/>
                    <a:pt x="143356" y="1565318"/>
                  </a:cubicBezTo>
                  <a:lnTo>
                    <a:pt x="143356" y="1565318"/>
                  </a:lnTo>
                  <a:cubicBezTo>
                    <a:pt x="143356" y="1565318"/>
                    <a:pt x="143356" y="1565318"/>
                    <a:pt x="143356" y="1565318"/>
                  </a:cubicBezTo>
                  <a:cubicBezTo>
                    <a:pt x="144689" y="1566461"/>
                    <a:pt x="146023" y="1567414"/>
                    <a:pt x="147547" y="1568176"/>
                  </a:cubicBezTo>
                  <a:cubicBezTo>
                    <a:pt x="147737" y="1568271"/>
                    <a:pt x="147928" y="1568366"/>
                    <a:pt x="148118" y="1568462"/>
                  </a:cubicBezTo>
                  <a:cubicBezTo>
                    <a:pt x="149642" y="1569224"/>
                    <a:pt x="151261" y="1569890"/>
                    <a:pt x="152881" y="1570176"/>
                  </a:cubicBezTo>
                  <a:cubicBezTo>
                    <a:pt x="161453" y="1571891"/>
                    <a:pt x="168502" y="1566938"/>
                    <a:pt x="170692" y="1558746"/>
                  </a:cubicBezTo>
                  <a:cubicBezTo>
                    <a:pt x="185266" y="1570557"/>
                    <a:pt x="200601" y="1580654"/>
                    <a:pt x="216412" y="1588845"/>
                  </a:cubicBezTo>
                  <a:cubicBezTo>
                    <a:pt x="218413" y="1611705"/>
                    <a:pt x="223651" y="1635041"/>
                    <a:pt x="232033" y="1658187"/>
                  </a:cubicBezTo>
                  <a:cubicBezTo>
                    <a:pt x="225461" y="1657616"/>
                    <a:pt x="219460" y="1660473"/>
                    <a:pt x="216603" y="1666474"/>
                  </a:cubicBezTo>
                  <a:cubicBezTo>
                    <a:pt x="216031" y="1667617"/>
                    <a:pt x="215650" y="1668855"/>
                    <a:pt x="215365" y="1670093"/>
                  </a:cubicBezTo>
                  <a:cubicBezTo>
                    <a:pt x="215079" y="1671332"/>
                    <a:pt x="214984" y="1672665"/>
                    <a:pt x="214984" y="1673999"/>
                  </a:cubicBezTo>
                  <a:cubicBezTo>
                    <a:pt x="214984" y="1676666"/>
                    <a:pt x="215460" y="1679428"/>
                    <a:pt x="216412" y="1682095"/>
                  </a:cubicBezTo>
                  <a:cubicBezTo>
                    <a:pt x="218317" y="1687429"/>
                    <a:pt x="222127" y="1692477"/>
                    <a:pt x="227176" y="1695906"/>
                  </a:cubicBezTo>
                  <a:cubicBezTo>
                    <a:pt x="228700" y="1696954"/>
                    <a:pt x="230319" y="1697716"/>
                    <a:pt x="231938" y="1698383"/>
                  </a:cubicBezTo>
                  <a:cubicBezTo>
                    <a:pt x="232033" y="1698478"/>
                    <a:pt x="232224" y="1698478"/>
                    <a:pt x="232319" y="1698478"/>
                  </a:cubicBezTo>
                  <a:cubicBezTo>
                    <a:pt x="233843" y="1699049"/>
                    <a:pt x="235272" y="1699430"/>
                    <a:pt x="236796" y="1699621"/>
                  </a:cubicBezTo>
                  <a:cubicBezTo>
                    <a:pt x="236891" y="1699621"/>
                    <a:pt x="236891" y="1699621"/>
                    <a:pt x="236986" y="1699621"/>
                  </a:cubicBezTo>
                  <a:cubicBezTo>
                    <a:pt x="236986" y="1699621"/>
                    <a:pt x="236986" y="1699621"/>
                    <a:pt x="236986" y="1699621"/>
                  </a:cubicBezTo>
                  <a:cubicBezTo>
                    <a:pt x="241463" y="1700097"/>
                    <a:pt x="245749" y="1699049"/>
                    <a:pt x="248893" y="1696477"/>
                  </a:cubicBezTo>
                  <a:cubicBezTo>
                    <a:pt x="263180" y="1723529"/>
                    <a:pt x="282040" y="1749532"/>
                    <a:pt x="305185" y="1772773"/>
                  </a:cubicBezTo>
                  <a:cubicBezTo>
                    <a:pt x="332713" y="1800300"/>
                    <a:pt x="364050" y="1821541"/>
                    <a:pt x="396530" y="1836495"/>
                  </a:cubicBezTo>
                  <a:cubicBezTo>
                    <a:pt x="393673" y="1840781"/>
                    <a:pt x="393101" y="1846496"/>
                    <a:pt x="395673" y="1852592"/>
                  </a:cubicBezTo>
                  <a:cubicBezTo>
                    <a:pt x="399388" y="1861355"/>
                    <a:pt x="408341" y="1867927"/>
                    <a:pt x="417295" y="1868880"/>
                  </a:cubicBezTo>
                  <a:cubicBezTo>
                    <a:pt x="417676" y="1868880"/>
                    <a:pt x="417961" y="1868975"/>
                    <a:pt x="418342" y="1868975"/>
                  </a:cubicBezTo>
                  <a:cubicBezTo>
                    <a:pt x="420057" y="1869071"/>
                    <a:pt x="421676" y="1869071"/>
                    <a:pt x="423295" y="1868690"/>
                  </a:cubicBezTo>
                  <a:cubicBezTo>
                    <a:pt x="424629" y="1868404"/>
                    <a:pt x="425867" y="1868023"/>
                    <a:pt x="427010" y="1867451"/>
                  </a:cubicBezTo>
                  <a:cubicBezTo>
                    <a:pt x="432725" y="1864880"/>
                    <a:pt x="435868" y="1859546"/>
                    <a:pt x="435678" y="1853354"/>
                  </a:cubicBezTo>
                  <a:cubicBezTo>
                    <a:pt x="435678" y="1852688"/>
                    <a:pt x="435487" y="1851925"/>
                    <a:pt x="435392" y="1851164"/>
                  </a:cubicBezTo>
                  <a:cubicBezTo>
                    <a:pt x="453394" y="1856593"/>
                    <a:pt x="471397" y="1860117"/>
                    <a:pt x="489113" y="1861641"/>
                  </a:cubicBezTo>
                  <a:cubicBezTo>
                    <a:pt x="499591" y="1882025"/>
                    <a:pt x="513307" y="1901646"/>
                    <a:pt x="529880" y="1919839"/>
                  </a:cubicBezTo>
                  <a:cubicBezTo>
                    <a:pt x="523689" y="1921839"/>
                    <a:pt x="519307" y="1926697"/>
                    <a:pt x="519022" y="1933269"/>
                  </a:cubicBezTo>
                  <a:cubicBezTo>
                    <a:pt x="518926" y="1934507"/>
                    <a:pt x="519022" y="1935841"/>
                    <a:pt x="519307" y="1937079"/>
                  </a:cubicBezTo>
                  <a:cubicBezTo>
                    <a:pt x="520450" y="1943461"/>
                    <a:pt x="525213" y="1949557"/>
                    <a:pt x="531595" y="1953272"/>
                  </a:cubicBezTo>
                  <a:cubicBezTo>
                    <a:pt x="534166" y="1954796"/>
                    <a:pt x="537024" y="1955939"/>
                    <a:pt x="539977" y="1956605"/>
                  </a:cubicBezTo>
                  <a:cubicBezTo>
                    <a:pt x="541786" y="1956986"/>
                    <a:pt x="543596" y="1956986"/>
                    <a:pt x="545215" y="1956986"/>
                  </a:cubicBezTo>
                  <a:cubicBezTo>
                    <a:pt x="545501" y="1956986"/>
                    <a:pt x="545787" y="1956986"/>
                    <a:pt x="545977" y="1956891"/>
                  </a:cubicBezTo>
                  <a:cubicBezTo>
                    <a:pt x="547597" y="1956796"/>
                    <a:pt x="549121" y="1956510"/>
                    <a:pt x="550549" y="1956129"/>
                  </a:cubicBezTo>
                  <a:cubicBezTo>
                    <a:pt x="550549" y="1956129"/>
                    <a:pt x="550549" y="1956129"/>
                    <a:pt x="550549" y="1956129"/>
                  </a:cubicBezTo>
                  <a:cubicBezTo>
                    <a:pt x="550549" y="1956129"/>
                    <a:pt x="550549" y="1956129"/>
                    <a:pt x="550549" y="1956129"/>
                  </a:cubicBezTo>
                  <a:cubicBezTo>
                    <a:pt x="554836" y="1954891"/>
                    <a:pt x="558265" y="1952414"/>
                    <a:pt x="560265" y="1948890"/>
                  </a:cubicBezTo>
                  <a:cubicBezTo>
                    <a:pt x="583887" y="1968512"/>
                    <a:pt x="611319" y="1985275"/>
                    <a:pt x="641799" y="1997753"/>
                  </a:cubicBezTo>
                  <a:cubicBezTo>
                    <a:pt x="677803" y="2012708"/>
                    <a:pt x="715046" y="2020423"/>
                    <a:pt x="750860" y="2021756"/>
                  </a:cubicBezTo>
                  <a:cubicBezTo>
                    <a:pt x="749908" y="2026805"/>
                    <a:pt x="751527" y="2032329"/>
                    <a:pt x="756194" y="2036996"/>
                  </a:cubicBezTo>
                  <a:cubicBezTo>
                    <a:pt x="761814" y="2042521"/>
                    <a:pt x="770101" y="2045283"/>
                    <a:pt x="777721" y="2044712"/>
                  </a:cubicBezTo>
                  <a:cubicBezTo>
                    <a:pt x="777721" y="2044712"/>
                    <a:pt x="777721" y="2044712"/>
                    <a:pt x="777721" y="2044712"/>
                  </a:cubicBezTo>
                  <a:cubicBezTo>
                    <a:pt x="777721" y="2044712"/>
                    <a:pt x="777816" y="2044712"/>
                    <a:pt x="777816" y="2044712"/>
                  </a:cubicBezTo>
                  <a:cubicBezTo>
                    <a:pt x="779531" y="2044521"/>
                    <a:pt x="781245" y="2044235"/>
                    <a:pt x="782864" y="2043664"/>
                  </a:cubicBezTo>
                  <a:cubicBezTo>
                    <a:pt x="782959" y="2043664"/>
                    <a:pt x="783150" y="2043568"/>
                    <a:pt x="783245" y="2043568"/>
                  </a:cubicBezTo>
                  <a:cubicBezTo>
                    <a:pt x="784865" y="2042997"/>
                    <a:pt x="786484" y="2042235"/>
                    <a:pt x="787912" y="2041283"/>
                  </a:cubicBezTo>
                  <a:cubicBezTo>
                    <a:pt x="795342" y="2036234"/>
                    <a:pt x="796675" y="2027662"/>
                    <a:pt x="792389" y="2020423"/>
                  </a:cubicBezTo>
                  <a:cubicBezTo>
                    <a:pt x="811153" y="2018518"/>
                    <a:pt x="829156" y="2014898"/>
                    <a:pt x="846110" y="2009469"/>
                  </a:cubicBezTo>
                  <a:cubicBezTo>
                    <a:pt x="863636" y="2024233"/>
                    <a:pt x="883924" y="2037092"/>
                    <a:pt x="906118" y="2047474"/>
                  </a:cubicBezTo>
                  <a:cubicBezTo>
                    <a:pt x="901165" y="2051665"/>
                    <a:pt x="899069" y="2057856"/>
                    <a:pt x="901260" y="2064047"/>
                  </a:cubicBezTo>
                  <a:cubicBezTo>
                    <a:pt x="903356" y="2070048"/>
                    <a:pt x="909261" y="2074715"/>
                    <a:pt x="916214" y="2076811"/>
                  </a:cubicBezTo>
                  <a:cubicBezTo>
                    <a:pt x="918976" y="2077668"/>
                    <a:pt x="922024" y="2078049"/>
                    <a:pt x="925073" y="2078049"/>
                  </a:cubicBezTo>
                  <a:cubicBezTo>
                    <a:pt x="926597" y="2078049"/>
                    <a:pt x="928120" y="2077858"/>
                    <a:pt x="929644" y="2077573"/>
                  </a:cubicBezTo>
                  <a:cubicBezTo>
                    <a:pt x="929644" y="2077573"/>
                    <a:pt x="929644" y="2077573"/>
                    <a:pt x="929644" y="2077573"/>
                  </a:cubicBezTo>
                  <a:cubicBezTo>
                    <a:pt x="931454" y="2077192"/>
                    <a:pt x="932978" y="2076620"/>
                    <a:pt x="934502" y="2075954"/>
                  </a:cubicBezTo>
                  <a:cubicBezTo>
                    <a:pt x="934883" y="2075763"/>
                    <a:pt x="935169" y="2075573"/>
                    <a:pt x="935455" y="2075477"/>
                  </a:cubicBezTo>
                  <a:cubicBezTo>
                    <a:pt x="941074" y="2072620"/>
                    <a:pt x="944789" y="2067952"/>
                    <a:pt x="945361" y="2062618"/>
                  </a:cubicBezTo>
                  <a:cubicBezTo>
                    <a:pt x="974602" y="2071572"/>
                    <a:pt x="1006225" y="2076620"/>
                    <a:pt x="1038991" y="2076620"/>
                  </a:cubicBezTo>
                  <a:cubicBezTo>
                    <a:pt x="1077758" y="2076620"/>
                    <a:pt x="1114906" y="2069572"/>
                    <a:pt x="1148529" y="2057284"/>
                  </a:cubicBezTo>
                  <a:cubicBezTo>
                    <a:pt x="1149577" y="2062238"/>
                    <a:pt x="1153196" y="2066714"/>
                    <a:pt x="1159292" y="2069191"/>
                  </a:cubicBezTo>
                  <a:cubicBezTo>
                    <a:pt x="1166531" y="2072143"/>
                    <a:pt x="1175294" y="2071382"/>
                    <a:pt x="1182057" y="2067952"/>
                  </a:cubicBezTo>
                  <a:lnTo>
                    <a:pt x="1182057" y="2067952"/>
                  </a:lnTo>
                  <a:cubicBezTo>
                    <a:pt x="1182057" y="2067952"/>
                    <a:pt x="1182057" y="2067952"/>
                    <a:pt x="1182057" y="2067952"/>
                  </a:cubicBezTo>
                  <a:cubicBezTo>
                    <a:pt x="1183581" y="2067191"/>
                    <a:pt x="1185010" y="2066238"/>
                    <a:pt x="1186248" y="2065190"/>
                  </a:cubicBezTo>
                  <a:cubicBezTo>
                    <a:pt x="1186439" y="2065095"/>
                    <a:pt x="1186629" y="2064905"/>
                    <a:pt x="1186819" y="2064809"/>
                  </a:cubicBezTo>
                  <a:cubicBezTo>
                    <a:pt x="1188153" y="2063666"/>
                    <a:pt x="1189296" y="2062428"/>
                    <a:pt x="1190249" y="2061095"/>
                  </a:cubicBezTo>
                  <a:cubicBezTo>
                    <a:pt x="1195201" y="2053856"/>
                    <a:pt x="1193201" y="2045474"/>
                    <a:pt x="1186629" y="2040235"/>
                  </a:cubicBezTo>
                  <a:cubicBezTo>
                    <a:pt x="1203107" y="2031376"/>
                    <a:pt x="1218442" y="2021090"/>
                    <a:pt x="1231968" y="2009564"/>
                  </a:cubicBezTo>
                  <a:cubicBezTo>
                    <a:pt x="1253875" y="2016517"/>
                    <a:pt x="1277593" y="2020613"/>
                    <a:pt x="1302167" y="2021756"/>
                  </a:cubicBezTo>
                  <a:cubicBezTo>
                    <a:pt x="1299119" y="2027662"/>
                    <a:pt x="1299310" y="2034234"/>
                    <a:pt x="1303786" y="2039187"/>
                  </a:cubicBezTo>
                  <a:cubicBezTo>
                    <a:pt x="1310644" y="2046712"/>
                    <a:pt x="1324837" y="2047379"/>
                    <a:pt x="1335124" y="2040521"/>
                  </a:cubicBezTo>
                  <a:cubicBezTo>
                    <a:pt x="1336743" y="2039473"/>
                    <a:pt x="1337981" y="2038330"/>
                    <a:pt x="1339219" y="2037092"/>
                  </a:cubicBezTo>
                  <a:cubicBezTo>
                    <a:pt x="1339315" y="2036996"/>
                    <a:pt x="1339505" y="2036806"/>
                    <a:pt x="1339600" y="2036710"/>
                  </a:cubicBezTo>
                  <a:cubicBezTo>
                    <a:pt x="1340743" y="2035472"/>
                    <a:pt x="1341601" y="2034234"/>
                    <a:pt x="1342363" y="2032900"/>
                  </a:cubicBezTo>
                  <a:cubicBezTo>
                    <a:pt x="1342363" y="2032900"/>
                    <a:pt x="1342363" y="2032900"/>
                    <a:pt x="1342363" y="2032900"/>
                  </a:cubicBezTo>
                  <a:cubicBezTo>
                    <a:pt x="1342363" y="2032900"/>
                    <a:pt x="1342363" y="2032900"/>
                    <a:pt x="1342363" y="2032900"/>
                  </a:cubicBezTo>
                  <a:cubicBezTo>
                    <a:pt x="1344649" y="2028995"/>
                    <a:pt x="1345220" y="2024614"/>
                    <a:pt x="1343982" y="2020708"/>
                  </a:cubicBezTo>
                  <a:cubicBezTo>
                    <a:pt x="1374557" y="2017851"/>
                    <a:pt x="1405799" y="2010326"/>
                    <a:pt x="1436279" y="1997753"/>
                  </a:cubicBezTo>
                  <a:cubicBezTo>
                    <a:pt x="1472379" y="1982894"/>
                    <a:pt x="1504097" y="1962130"/>
                    <a:pt x="1530386" y="1937746"/>
                  </a:cubicBezTo>
                  <a:cubicBezTo>
                    <a:pt x="1533244" y="1941937"/>
                    <a:pt x="1538292" y="1944699"/>
                    <a:pt x="1544864" y="1944604"/>
                  </a:cubicBezTo>
                  <a:cubicBezTo>
                    <a:pt x="1552770" y="1944508"/>
                    <a:pt x="1560485" y="1940508"/>
                    <a:pt x="1565343" y="1934698"/>
                  </a:cubicBezTo>
                  <a:cubicBezTo>
                    <a:pt x="1565343" y="1934698"/>
                    <a:pt x="1565343" y="1934698"/>
                    <a:pt x="1565343" y="1934698"/>
                  </a:cubicBezTo>
                  <a:cubicBezTo>
                    <a:pt x="1565343" y="1934698"/>
                    <a:pt x="1565343" y="1934698"/>
                    <a:pt x="1565343" y="1934698"/>
                  </a:cubicBezTo>
                  <a:cubicBezTo>
                    <a:pt x="1566486" y="1933364"/>
                    <a:pt x="1567439" y="1932031"/>
                    <a:pt x="1568200" y="1930507"/>
                  </a:cubicBezTo>
                  <a:cubicBezTo>
                    <a:pt x="1568296" y="1930316"/>
                    <a:pt x="1568391" y="1930126"/>
                    <a:pt x="1568486" y="1929935"/>
                  </a:cubicBezTo>
                  <a:cubicBezTo>
                    <a:pt x="1569248" y="1928411"/>
                    <a:pt x="1569915" y="1926792"/>
                    <a:pt x="1570201" y="1925173"/>
                  </a:cubicBezTo>
                  <a:cubicBezTo>
                    <a:pt x="1570772" y="1922506"/>
                    <a:pt x="1570677" y="1920029"/>
                    <a:pt x="1570010" y="1917839"/>
                  </a:cubicBezTo>
                  <a:cubicBezTo>
                    <a:pt x="1568772" y="1913362"/>
                    <a:pt x="1565438" y="1909742"/>
                    <a:pt x="1560771" y="1907933"/>
                  </a:cubicBezTo>
                  <a:cubicBezTo>
                    <a:pt x="1560104" y="1907647"/>
                    <a:pt x="1559437" y="1907551"/>
                    <a:pt x="1558771" y="1907361"/>
                  </a:cubicBezTo>
                  <a:cubicBezTo>
                    <a:pt x="1570582" y="1892788"/>
                    <a:pt x="1580678" y="1877452"/>
                    <a:pt x="1588870" y="1861641"/>
                  </a:cubicBezTo>
                  <a:cubicBezTo>
                    <a:pt x="1611730" y="1859641"/>
                    <a:pt x="1635066" y="1854402"/>
                    <a:pt x="1658212" y="1846020"/>
                  </a:cubicBezTo>
                  <a:cubicBezTo>
                    <a:pt x="1657640" y="1852592"/>
                    <a:pt x="1660498" y="1858593"/>
                    <a:pt x="1666499" y="1861450"/>
                  </a:cubicBezTo>
                  <a:cubicBezTo>
                    <a:pt x="1675738" y="1865832"/>
                    <a:pt x="1689073" y="1860974"/>
                    <a:pt x="1695931" y="1850878"/>
                  </a:cubicBezTo>
                  <a:cubicBezTo>
                    <a:pt x="1696978" y="1849354"/>
                    <a:pt x="1697741" y="1847734"/>
                    <a:pt x="1698407" y="1846115"/>
                  </a:cubicBezTo>
                  <a:cubicBezTo>
                    <a:pt x="1698502" y="1846020"/>
                    <a:pt x="1698502" y="1845830"/>
                    <a:pt x="1698502" y="1845734"/>
                  </a:cubicBezTo>
                  <a:cubicBezTo>
                    <a:pt x="1699074" y="1844210"/>
                    <a:pt x="1699455" y="1842782"/>
                    <a:pt x="1699645" y="1841258"/>
                  </a:cubicBezTo>
                  <a:cubicBezTo>
                    <a:pt x="1699645" y="1841162"/>
                    <a:pt x="1699645" y="1841162"/>
                    <a:pt x="1699645" y="1841067"/>
                  </a:cubicBezTo>
                  <a:cubicBezTo>
                    <a:pt x="1699645" y="1841067"/>
                    <a:pt x="1699645" y="1841067"/>
                    <a:pt x="1699645" y="1841067"/>
                  </a:cubicBezTo>
                  <a:cubicBezTo>
                    <a:pt x="1700122" y="1836590"/>
                    <a:pt x="1699074" y="1832304"/>
                    <a:pt x="1696502" y="1829161"/>
                  </a:cubicBezTo>
                  <a:cubicBezTo>
                    <a:pt x="1723553" y="1814873"/>
                    <a:pt x="1749557" y="1796014"/>
                    <a:pt x="1772798" y="1772868"/>
                  </a:cubicBezTo>
                  <a:cubicBezTo>
                    <a:pt x="1800325" y="1745341"/>
                    <a:pt x="1821566" y="1714004"/>
                    <a:pt x="1836520" y="1681523"/>
                  </a:cubicBezTo>
                  <a:cubicBezTo>
                    <a:pt x="1840806" y="1684381"/>
                    <a:pt x="1846521" y="1684952"/>
                    <a:pt x="1852617" y="1682381"/>
                  </a:cubicBezTo>
                  <a:cubicBezTo>
                    <a:pt x="1861380" y="1678666"/>
                    <a:pt x="1867952" y="1669712"/>
                    <a:pt x="1868905" y="1660759"/>
                  </a:cubicBezTo>
                  <a:cubicBezTo>
                    <a:pt x="1868905" y="1660378"/>
                    <a:pt x="1869000" y="1660092"/>
                    <a:pt x="1869000" y="1659711"/>
                  </a:cubicBezTo>
                  <a:cubicBezTo>
                    <a:pt x="1869095" y="1657997"/>
                    <a:pt x="1869095" y="1656377"/>
                    <a:pt x="1868714" y="1654758"/>
                  </a:cubicBezTo>
                  <a:cubicBezTo>
                    <a:pt x="1868143" y="1652091"/>
                    <a:pt x="1867095" y="1649805"/>
                    <a:pt x="1865666" y="1647900"/>
                  </a:cubicBezTo>
                  <a:cubicBezTo>
                    <a:pt x="1862333" y="1643614"/>
                    <a:pt x="1856999" y="1641804"/>
                    <a:pt x="1851188" y="1642566"/>
                  </a:cubicBezTo>
                  <a:cubicBezTo>
                    <a:pt x="1856617" y="1624564"/>
                    <a:pt x="1860142" y="1606562"/>
                    <a:pt x="1861666" y="1588845"/>
                  </a:cubicBezTo>
                  <a:cubicBezTo>
                    <a:pt x="1882049" y="1578367"/>
                    <a:pt x="1901671" y="1564651"/>
                    <a:pt x="1919864" y="1548078"/>
                  </a:cubicBezTo>
                  <a:cubicBezTo>
                    <a:pt x="1921864" y="1554269"/>
                    <a:pt x="1926722" y="1558651"/>
                    <a:pt x="1933294" y="1558937"/>
                  </a:cubicBezTo>
                  <a:cubicBezTo>
                    <a:pt x="1943486" y="1559508"/>
                    <a:pt x="1954058" y="1549983"/>
                    <a:pt x="1956630" y="1537982"/>
                  </a:cubicBezTo>
                  <a:cubicBezTo>
                    <a:pt x="1957011" y="1536172"/>
                    <a:pt x="1957011" y="1534362"/>
                    <a:pt x="1957011" y="1532743"/>
                  </a:cubicBezTo>
                  <a:cubicBezTo>
                    <a:pt x="1957011" y="1532457"/>
                    <a:pt x="1957011" y="1532171"/>
                    <a:pt x="1956916" y="1531981"/>
                  </a:cubicBezTo>
                  <a:cubicBezTo>
                    <a:pt x="1956820" y="1530362"/>
                    <a:pt x="1956535" y="1528838"/>
                    <a:pt x="1956154" y="1527409"/>
                  </a:cubicBezTo>
                  <a:cubicBezTo>
                    <a:pt x="1956154" y="1527409"/>
                    <a:pt x="1956154" y="1527409"/>
                    <a:pt x="1956154" y="1527409"/>
                  </a:cubicBezTo>
                  <a:cubicBezTo>
                    <a:pt x="1956154" y="1527409"/>
                    <a:pt x="1956154" y="1527409"/>
                    <a:pt x="1956154" y="1527409"/>
                  </a:cubicBezTo>
                  <a:cubicBezTo>
                    <a:pt x="1954915" y="1523123"/>
                    <a:pt x="1952439" y="1519693"/>
                    <a:pt x="1948914" y="1517693"/>
                  </a:cubicBezTo>
                  <a:cubicBezTo>
                    <a:pt x="1968536" y="1494071"/>
                    <a:pt x="1985300" y="1466639"/>
                    <a:pt x="1997778" y="1436159"/>
                  </a:cubicBezTo>
                  <a:cubicBezTo>
                    <a:pt x="2012732" y="1400155"/>
                    <a:pt x="2020447" y="1362912"/>
                    <a:pt x="2021781" y="1327098"/>
                  </a:cubicBezTo>
                  <a:cubicBezTo>
                    <a:pt x="2026829" y="1328050"/>
                    <a:pt x="2032354" y="1326431"/>
                    <a:pt x="2037021" y="1321764"/>
                  </a:cubicBezTo>
                  <a:cubicBezTo>
                    <a:pt x="2042545" y="1316144"/>
                    <a:pt x="2045308" y="1307858"/>
                    <a:pt x="2044736" y="1300238"/>
                  </a:cubicBezTo>
                  <a:cubicBezTo>
                    <a:pt x="2044736" y="1300238"/>
                    <a:pt x="2044736" y="1300238"/>
                    <a:pt x="2044736" y="1300238"/>
                  </a:cubicBezTo>
                  <a:cubicBezTo>
                    <a:pt x="2044736" y="1300238"/>
                    <a:pt x="2044736" y="1300142"/>
                    <a:pt x="2044736" y="1300142"/>
                  </a:cubicBezTo>
                  <a:cubicBezTo>
                    <a:pt x="2044546" y="1298428"/>
                    <a:pt x="2044260" y="1296713"/>
                    <a:pt x="2043688" y="1295094"/>
                  </a:cubicBezTo>
                  <a:cubicBezTo>
                    <a:pt x="2043688" y="1294999"/>
                    <a:pt x="2043593" y="1294808"/>
                    <a:pt x="2043593" y="1294713"/>
                  </a:cubicBezTo>
                  <a:cubicBezTo>
                    <a:pt x="2043021" y="1293094"/>
                    <a:pt x="2042260" y="1291475"/>
                    <a:pt x="2041307" y="1290046"/>
                  </a:cubicBezTo>
                  <a:cubicBezTo>
                    <a:pt x="2040545" y="1288903"/>
                    <a:pt x="2039688" y="1287950"/>
                    <a:pt x="2038830" y="1287093"/>
                  </a:cubicBezTo>
                  <a:cubicBezTo>
                    <a:pt x="2037021" y="1285379"/>
                    <a:pt x="2034925" y="1284235"/>
                    <a:pt x="2032735" y="1283569"/>
                  </a:cubicBezTo>
                  <a:cubicBezTo>
                    <a:pt x="2029401" y="1282616"/>
                    <a:pt x="2025877" y="1282902"/>
                    <a:pt x="2022448" y="1284426"/>
                  </a:cubicBezTo>
                  <a:cubicBezTo>
                    <a:pt x="2021781" y="1284712"/>
                    <a:pt x="2021209" y="1285188"/>
                    <a:pt x="2020543" y="1285569"/>
                  </a:cubicBezTo>
                  <a:cubicBezTo>
                    <a:pt x="2018637" y="1266805"/>
                    <a:pt x="2015018" y="1248802"/>
                    <a:pt x="2009589" y="1231848"/>
                  </a:cubicBezTo>
                  <a:cubicBezTo>
                    <a:pt x="2024353" y="1214322"/>
                    <a:pt x="2037211" y="1194034"/>
                    <a:pt x="2047594" y="1171841"/>
                  </a:cubicBezTo>
                  <a:cubicBezTo>
                    <a:pt x="2051785" y="1176793"/>
                    <a:pt x="2057976" y="1178889"/>
                    <a:pt x="2064167" y="1176698"/>
                  </a:cubicBezTo>
                  <a:cubicBezTo>
                    <a:pt x="2067787" y="1175460"/>
                    <a:pt x="2070930" y="1172793"/>
                    <a:pt x="2073216" y="1169364"/>
                  </a:cubicBezTo>
                  <a:cubicBezTo>
                    <a:pt x="2073978" y="1168221"/>
                    <a:pt x="2074740" y="1166983"/>
                    <a:pt x="2075311" y="1165745"/>
                  </a:cubicBezTo>
                  <a:cubicBezTo>
                    <a:pt x="2076550" y="1163173"/>
                    <a:pt x="2077407" y="1160315"/>
                    <a:pt x="2077788" y="1157363"/>
                  </a:cubicBezTo>
                  <a:cubicBezTo>
                    <a:pt x="2078169" y="1154315"/>
                    <a:pt x="2078074" y="1151267"/>
                    <a:pt x="2077502" y="1148314"/>
                  </a:cubicBezTo>
                  <a:close/>
                  <a:moveTo>
                    <a:pt x="1884335" y="1157077"/>
                  </a:moveTo>
                  <a:cubicBezTo>
                    <a:pt x="1881097" y="1160030"/>
                    <a:pt x="1878811" y="1164030"/>
                    <a:pt x="1878144" y="1168792"/>
                  </a:cubicBezTo>
                  <a:cubicBezTo>
                    <a:pt x="1876334" y="1178889"/>
                    <a:pt x="1882716" y="1188509"/>
                    <a:pt x="1892432" y="1190224"/>
                  </a:cubicBezTo>
                  <a:cubicBezTo>
                    <a:pt x="1893956" y="1190509"/>
                    <a:pt x="1895384" y="1190509"/>
                    <a:pt x="1896813" y="1190319"/>
                  </a:cubicBezTo>
                  <a:cubicBezTo>
                    <a:pt x="1897003" y="1190319"/>
                    <a:pt x="1897099" y="1190319"/>
                    <a:pt x="1897289" y="1190224"/>
                  </a:cubicBezTo>
                  <a:cubicBezTo>
                    <a:pt x="1898718" y="1190033"/>
                    <a:pt x="1900051" y="1189748"/>
                    <a:pt x="1901385" y="1189176"/>
                  </a:cubicBezTo>
                  <a:cubicBezTo>
                    <a:pt x="1901385" y="1189176"/>
                    <a:pt x="1901385" y="1189176"/>
                    <a:pt x="1901385" y="1189176"/>
                  </a:cubicBezTo>
                  <a:cubicBezTo>
                    <a:pt x="1901385" y="1189176"/>
                    <a:pt x="1901385" y="1189176"/>
                    <a:pt x="1901385" y="1189176"/>
                  </a:cubicBezTo>
                  <a:cubicBezTo>
                    <a:pt x="1905385" y="1187652"/>
                    <a:pt x="1908815" y="1184604"/>
                    <a:pt x="1911100" y="1180604"/>
                  </a:cubicBezTo>
                  <a:cubicBezTo>
                    <a:pt x="1921292" y="1191557"/>
                    <a:pt x="1930246" y="1203845"/>
                    <a:pt x="1937961" y="1217465"/>
                  </a:cubicBezTo>
                  <a:cubicBezTo>
                    <a:pt x="1925388" y="1227657"/>
                    <a:pt x="1911291" y="1235849"/>
                    <a:pt x="1897099" y="1242230"/>
                  </a:cubicBezTo>
                  <a:cubicBezTo>
                    <a:pt x="1895479" y="1242992"/>
                    <a:pt x="1893860" y="1243564"/>
                    <a:pt x="1892241" y="1244231"/>
                  </a:cubicBezTo>
                  <a:cubicBezTo>
                    <a:pt x="1892146" y="1243278"/>
                    <a:pt x="1892146" y="1242230"/>
                    <a:pt x="1891955" y="1241278"/>
                  </a:cubicBezTo>
                  <a:cubicBezTo>
                    <a:pt x="1891955" y="1241087"/>
                    <a:pt x="1891860" y="1240992"/>
                    <a:pt x="1891860" y="1240801"/>
                  </a:cubicBezTo>
                  <a:cubicBezTo>
                    <a:pt x="1891574" y="1239373"/>
                    <a:pt x="1891098" y="1238039"/>
                    <a:pt x="1890431" y="1236706"/>
                  </a:cubicBezTo>
                  <a:cubicBezTo>
                    <a:pt x="1890431" y="1236706"/>
                    <a:pt x="1890431" y="1236706"/>
                    <a:pt x="1890431" y="1236706"/>
                  </a:cubicBezTo>
                  <a:cubicBezTo>
                    <a:pt x="1890431" y="1236706"/>
                    <a:pt x="1890431" y="1236706"/>
                    <a:pt x="1890431" y="1236706"/>
                  </a:cubicBezTo>
                  <a:cubicBezTo>
                    <a:pt x="1887574" y="1230800"/>
                    <a:pt x="1881954" y="1226800"/>
                    <a:pt x="1875191" y="1226800"/>
                  </a:cubicBezTo>
                  <a:cubicBezTo>
                    <a:pt x="1867095" y="1226800"/>
                    <a:pt x="1860142" y="1232324"/>
                    <a:pt x="1857760" y="1239944"/>
                  </a:cubicBezTo>
                  <a:cubicBezTo>
                    <a:pt x="1857665" y="1240135"/>
                    <a:pt x="1857665" y="1240325"/>
                    <a:pt x="1857570" y="1240516"/>
                  </a:cubicBezTo>
                  <a:cubicBezTo>
                    <a:pt x="1857189" y="1241945"/>
                    <a:pt x="1856903" y="1243468"/>
                    <a:pt x="1856808" y="1245088"/>
                  </a:cubicBezTo>
                  <a:cubicBezTo>
                    <a:pt x="1856713" y="1248422"/>
                    <a:pt x="1857475" y="1251565"/>
                    <a:pt x="1858713" y="1254422"/>
                  </a:cubicBezTo>
                  <a:cubicBezTo>
                    <a:pt x="1856713" y="1254803"/>
                    <a:pt x="1854712" y="1255280"/>
                    <a:pt x="1852712" y="1255565"/>
                  </a:cubicBezTo>
                  <a:cubicBezTo>
                    <a:pt x="1826899" y="1259851"/>
                    <a:pt x="1800515" y="1258708"/>
                    <a:pt x="1774131" y="1252803"/>
                  </a:cubicBezTo>
                  <a:cubicBezTo>
                    <a:pt x="1774036" y="1252232"/>
                    <a:pt x="1774036" y="1251565"/>
                    <a:pt x="1773845" y="1250993"/>
                  </a:cubicBezTo>
                  <a:cubicBezTo>
                    <a:pt x="1773845" y="1250803"/>
                    <a:pt x="1773750" y="1250708"/>
                    <a:pt x="1773750" y="1250517"/>
                  </a:cubicBezTo>
                  <a:cubicBezTo>
                    <a:pt x="1773464" y="1249183"/>
                    <a:pt x="1772988" y="1247945"/>
                    <a:pt x="1772416" y="1246802"/>
                  </a:cubicBezTo>
                  <a:cubicBezTo>
                    <a:pt x="1772416" y="1246802"/>
                    <a:pt x="1772416" y="1246802"/>
                    <a:pt x="1772416" y="1246802"/>
                  </a:cubicBezTo>
                  <a:lnTo>
                    <a:pt x="1772416" y="1246802"/>
                  </a:lnTo>
                  <a:cubicBezTo>
                    <a:pt x="1769654" y="1241373"/>
                    <a:pt x="1764130" y="1237468"/>
                    <a:pt x="1757462" y="1236992"/>
                  </a:cubicBezTo>
                  <a:cubicBezTo>
                    <a:pt x="1750985" y="1236515"/>
                    <a:pt x="1745270" y="1239182"/>
                    <a:pt x="1741936" y="1243564"/>
                  </a:cubicBezTo>
                  <a:cubicBezTo>
                    <a:pt x="1715171" y="1234515"/>
                    <a:pt x="1695169" y="1225085"/>
                    <a:pt x="1680215" y="1216417"/>
                  </a:cubicBezTo>
                  <a:cubicBezTo>
                    <a:pt x="1680691" y="1215846"/>
                    <a:pt x="1681072" y="1215179"/>
                    <a:pt x="1681453" y="1214513"/>
                  </a:cubicBezTo>
                  <a:cubicBezTo>
                    <a:pt x="1682596" y="1212226"/>
                    <a:pt x="1682786" y="1209750"/>
                    <a:pt x="1682405" y="1207274"/>
                  </a:cubicBezTo>
                  <a:cubicBezTo>
                    <a:pt x="1682405" y="1207274"/>
                    <a:pt x="1682405" y="1207274"/>
                    <a:pt x="1682405" y="1207274"/>
                  </a:cubicBezTo>
                  <a:cubicBezTo>
                    <a:pt x="1682405" y="1207274"/>
                    <a:pt x="1682405" y="1207274"/>
                    <a:pt x="1682405" y="1207274"/>
                  </a:cubicBezTo>
                  <a:cubicBezTo>
                    <a:pt x="1681453" y="1202130"/>
                    <a:pt x="1677166" y="1197272"/>
                    <a:pt x="1670880" y="1194986"/>
                  </a:cubicBezTo>
                  <a:cubicBezTo>
                    <a:pt x="1664022" y="1192510"/>
                    <a:pt x="1657069" y="1193558"/>
                    <a:pt x="1652497" y="1197082"/>
                  </a:cubicBezTo>
                  <a:cubicBezTo>
                    <a:pt x="1644496" y="1190319"/>
                    <a:pt x="1638685" y="1183651"/>
                    <a:pt x="1635161" y="1177365"/>
                  </a:cubicBezTo>
                  <a:cubicBezTo>
                    <a:pt x="1638114" y="1178222"/>
                    <a:pt x="1641257" y="1178603"/>
                    <a:pt x="1644400" y="1178127"/>
                  </a:cubicBezTo>
                  <a:cubicBezTo>
                    <a:pt x="1653640" y="1176889"/>
                    <a:pt x="1659450" y="1169555"/>
                    <a:pt x="1656307" y="1161934"/>
                  </a:cubicBezTo>
                  <a:cubicBezTo>
                    <a:pt x="1655831" y="1160792"/>
                    <a:pt x="1655164" y="1159744"/>
                    <a:pt x="1654402" y="1158696"/>
                  </a:cubicBezTo>
                  <a:cubicBezTo>
                    <a:pt x="1654307" y="1158601"/>
                    <a:pt x="1654211" y="1158506"/>
                    <a:pt x="1654116" y="1158410"/>
                  </a:cubicBezTo>
                  <a:cubicBezTo>
                    <a:pt x="1653354" y="1157458"/>
                    <a:pt x="1652497" y="1156600"/>
                    <a:pt x="1651449" y="1155743"/>
                  </a:cubicBezTo>
                  <a:cubicBezTo>
                    <a:pt x="1651449" y="1155743"/>
                    <a:pt x="1651449" y="1155743"/>
                    <a:pt x="1651449" y="1155743"/>
                  </a:cubicBezTo>
                  <a:cubicBezTo>
                    <a:pt x="1651449" y="1155743"/>
                    <a:pt x="1651449" y="1155743"/>
                    <a:pt x="1651449" y="1155743"/>
                  </a:cubicBezTo>
                  <a:cubicBezTo>
                    <a:pt x="1647163" y="1152314"/>
                    <a:pt x="1641067" y="1150505"/>
                    <a:pt x="1635161" y="1151267"/>
                  </a:cubicBezTo>
                  <a:cubicBezTo>
                    <a:pt x="1640781" y="1143075"/>
                    <a:pt x="1652973" y="1135265"/>
                    <a:pt x="1670690" y="1128978"/>
                  </a:cubicBezTo>
                  <a:cubicBezTo>
                    <a:pt x="1674976" y="1135169"/>
                    <a:pt x="1684024" y="1138693"/>
                    <a:pt x="1692311" y="1136693"/>
                  </a:cubicBezTo>
                  <a:cubicBezTo>
                    <a:pt x="1693740" y="1136312"/>
                    <a:pt x="1694978" y="1135836"/>
                    <a:pt x="1696121" y="1135265"/>
                  </a:cubicBezTo>
                  <a:cubicBezTo>
                    <a:pt x="1696216" y="1135169"/>
                    <a:pt x="1696407" y="1135169"/>
                    <a:pt x="1696502" y="1135074"/>
                  </a:cubicBezTo>
                  <a:cubicBezTo>
                    <a:pt x="1697645" y="1134502"/>
                    <a:pt x="1698598" y="1133741"/>
                    <a:pt x="1699455" y="1132979"/>
                  </a:cubicBezTo>
                  <a:cubicBezTo>
                    <a:pt x="1699455" y="1132979"/>
                    <a:pt x="1699455" y="1132979"/>
                    <a:pt x="1699455" y="1132979"/>
                  </a:cubicBezTo>
                  <a:cubicBezTo>
                    <a:pt x="1699455" y="1132979"/>
                    <a:pt x="1699455" y="1132979"/>
                    <a:pt x="1699455" y="1132979"/>
                  </a:cubicBezTo>
                  <a:cubicBezTo>
                    <a:pt x="1702789" y="1129931"/>
                    <a:pt x="1704408" y="1125549"/>
                    <a:pt x="1703551" y="1121167"/>
                  </a:cubicBezTo>
                  <a:cubicBezTo>
                    <a:pt x="1722696" y="1118215"/>
                    <a:pt x="1745842" y="1117072"/>
                    <a:pt x="1772988" y="1119072"/>
                  </a:cubicBezTo>
                  <a:cubicBezTo>
                    <a:pt x="1774988" y="1125168"/>
                    <a:pt x="1780703" y="1130026"/>
                    <a:pt x="1788037" y="1130883"/>
                  </a:cubicBezTo>
                  <a:cubicBezTo>
                    <a:pt x="1789561" y="1131074"/>
                    <a:pt x="1790990" y="1130978"/>
                    <a:pt x="1792419" y="1130883"/>
                  </a:cubicBezTo>
                  <a:cubicBezTo>
                    <a:pt x="1792609" y="1130883"/>
                    <a:pt x="1792705" y="1130788"/>
                    <a:pt x="1792895" y="1130788"/>
                  </a:cubicBezTo>
                  <a:cubicBezTo>
                    <a:pt x="1794229" y="1130597"/>
                    <a:pt x="1795562" y="1130216"/>
                    <a:pt x="1796800" y="1129740"/>
                  </a:cubicBezTo>
                  <a:cubicBezTo>
                    <a:pt x="1796800" y="1129740"/>
                    <a:pt x="1796800" y="1129740"/>
                    <a:pt x="1796800" y="1129740"/>
                  </a:cubicBezTo>
                  <a:cubicBezTo>
                    <a:pt x="1796800" y="1129740"/>
                    <a:pt x="1796800" y="1129740"/>
                    <a:pt x="1796800" y="1129740"/>
                  </a:cubicBezTo>
                  <a:cubicBezTo>
                    <a:pt x="1800229" y="1128407"/>
                    <a:pt x="1803182" y="1126121"/>
                    <a:pt x="1805183" y="1123168"/>
                  </a:cubicBezTo>
                  <a:cubicBezTo>
                    <a:pt x="1829852" y="1128025"/>
                    <a:pt x="1852903" y="1136693"/>
                    <a:pt x="1873572" y="1149552"/>
                  </a:cubicBezTo>
                  <a:cubicBezTo>
                    <a:pt x="1877191" y="1152124"/>
                    <a:pt x="1880811" y="1154505"/>
                    <a:pt x="1884335" y="1157077"/>
                  </a:cubicBezTo>
                  <a:close/>
                  <a:moveTo>
                    <a:pt x="1852617" y="821892"/>
                  </a:moveTo>
                  <a:cubicBezTo>
                    <a:pt x="1856999" y="822559"/>
                    <a:pt x="1861285" y="823511"/>
                    <a:pt x="1865476" y="824559"/>
                  </a:cubicBezTo>
                  <a:cubicBezTo>
                    <a:pt x="1864618" y="826369"/>
                    <a:pt x="1863952" y="828274"/>
                    <a:pt x="1863666" y="830369"/>
                  </a:cubicBezTo>
                  <a:cubicBezTo>
                    <a:pt x="1863475" y="831608"/>
                    <a:pt x="1863380" y="832750"/>
                    <a:pt x="1863475" y="834084"/>
                  </a:cubicBezTo>
                  <a:cubicBezTo>
                    <a:pt x="1863475" y="835322"/>
                    <a:pt x="1863666" y="836560"/>
                    <a:pt x="1863952" y="837799"/>
                  </a:cubicBezTo>
                  <a:cubicBezTo>
                    <a:pt x="1864523" y="840275"/>
                    <a:pt x="1865571" y="842561"/>
                    <a:pt x="1867000" y="844562"/>
                  </a:cubicBezTo>
                  <a:cubicBezTo>
                    <a:pt x="1870429" y="849515"/>
                    <a:pt x="1876049" y="852563"/>
                    <a:pt x="1882049" y="852563"/>
                  </a:cubicBezTo>
                  <a:cubicBezTo>
                    <a:pt x="1883192" y="852563"/>
                    <a:pt x="1884431" y="852467"/>
                    <a:pt x="1885669" y="852182"/>
                  </a:cubicBezTo>
                  <a:cubicBezTo>
                    <a:pt x="1887193" y="851896"/>
                    <a:pt x="1888526" y="851324"/>
                    <a:pt x="1889765" y="850658"/>
                  </a:cubicBezTo>
                  <a:cubicBezTo>
                    <a:pt x="1889860" y="850562"/>
                    <a:pt x="1890050" y="850467"/>
                    <a:pt x="1890145" y="850467"/>
                  </a:cubicBezTo>
                  <a:cubicBezTo>
                    <a:pt x="1891384" y="849800"/>
                    <a:pt x="1892527" y="848943"/>
                    <a:pt x="1893479" y="847991"/>
                  </a:cubicBezTo>
                  <a:cubicBezTo>
                    <a:pt x="1893479" y="847991"/>
                    <a:pt x="1893479" y="847991"/>
                    <a:pt x="1893479" y="847991"/>
                  </a:cubicBezTo>
                  <a:lnTo>
                    <a:pt x="1893479" y="847991"/>
                  </a:lnTo>
                  <a:cubicBezTo>
                    <a:pt x="1896527" y="845038"/>
                    <a:pt x="1898527" y="840942"/>
                    <a:pt x="1899099" y="836370"/>
                  </a:cubicBezTo>
                  <a:cubicBezTo>
                    <a:pt x="1912624" y="842657"/>
                    <a:pt x="1926055" y="850562"/>
                    <a:pt x="1938056" y="860278"/>
                  </a:cubicBezTo>
                  <a:cubicBezTo>
                    <a:pt x="1929103" y="876089"/>
                    <a:pt x="1918435" y="890186"/>
                    <a:pt x="1906148" y="902378"/>
                  </a:cubicBezTo>
                  <a:cubicBezTo>
                    <a:pt x="1905766" y="901521"/>
                    <a:pt x="1905290" y="900664"/>
                    <a:pt x="1904719" y="899902"/>
                  </a:cubicBezTo>
                  <a:cubicBezTo>
                    <a:pt x="1904624" y="899807"/>
                    <a:pt x="1904528" y="899616"/>
                    <a:pt x="1904433" y="899521"/>
                  </a:cubicBezTo>
                  <a:cubicBezTo>
                    <a:pt x="1903576" y="898283"/>
                    <a:pt x="1902623" y="897235"/>
                    <a:pt x="1901575" y="896282"/>
                  </a:cubicBezTo>
                  <a:cubicBezTo>
                    <a:pt x="1901575" y="896282"/>
                    <a:pt x="1901575" y="896282"/>
                    <a:pt x="1901575" y="896282"/>
                  </a:cubicBezTo>
                  <a:cubicBezTo>
                    <a:pt x="1901575" y="896282"/>
                    <a:pt x="1901575" y="896282"/>
                    <a:pt x="1901575" y="896282"/>
                  </a:cubicBezTo>
                  <a:cubicBezTo>
                    <a:pt x="1896623" y="891901"/>
                    <a:pt x="1889860" y="890377"/>
                    <a:pt x="1883668" y="892949"/>
                  </a:cubicBezTo>
                  <a:cubicBezTo>
                    <a:pt x="1877477" y="895520"/>
                    <a:pt x="1873667" y="901140"/>
                    <a:pt x="1872810" y="907426"/>
                  </a:cubicBezTo>
                  <a:cubicBezTo>
                    <a:pt x="1872810" y="907426"/>
                    <a:pt x="1872810" y="907426"/>
                    <a:pt x="1872810" y="907426"/>
                  </a:cubicBezTo>
                  <a:cubicBezTo>
                    <a:pt x="1872810" y="907426"/>
                    <a:pt x="1872810" y="907522"/>
                    <a:pt x="1872810" y="907522"/>
                  </a:cubicBezTo>
                  <a:cubicBezTo>
                    <a:pt x="1872619" y="908950"/>
                    <a:pt x="1872524" y="910474"/>
                    <a:pt x="1872715" y="911903"/>
                  </a:cubicBezTo>
                  <a:cubicBezTo>
                    <a:pt x="1872715" y="911999"/>
                    <a:pt x="1872715" y="912189"/>
                    <a:pt x="1872715" y="912284"/>
                  </a:cubicBezTo>
                  <a:cubicBezTo>
                    <a:pt x="1872905" y="913808"/>
                    <a:pt x="1873096" y="915427"/>
                    <a:pt x="1873572" y="916951"/>
                  </a:cubicBezTo>
                  <a:cubicBezTo>
                    <a:pt x="1874620" y="920095"/>
                    <a:pt x="1876525" y="922762"/>
                    <a:pt x="1878811" y="924857"/>
                  </a:cubicBezTo>
                  <a:cubicBezTo>
                    <a:pt x="1877096" y="926000"/>
                    <a:pt x="1875477" y="927143"/>
                    <a:pt x="1873762" y="928191"/>
                  </a:cubicBezTo>
                  <a:cubicBezTo>
                    <a:pt x="1851665" y="941907"/>
                    <a:pt x="1826899" y="950956"/>
                    <a:pt x="1800325" y="955528"/>
                  </a:cubicBezTo>
                  <a:cubicBezTo>
                    <a:pt x="1800039" y="954956"/>
                    <a:pt x="1799753" y="954480"/>
                    <a:pt x="1799372" y="953908"/>
                  </a:cubicBezTo>
                  <a:cubicBezTo>
                    <a:pt x="1799277" y="953813"/>
                    <a:pt x="1799182" y="953718"/>
                    <a:pt x="1799086" y="953527"/>
                  </a:cubicBezTo>
                  <a:cubicBezTo>
                    <a:pt x="1798324" y="952480"/>
                    <a:pt x="1797372" y="951432"/>
                    <a:pt x="1796419" y="950575"/>
                  </a:cubicBezTo>
                  <a:cubicBezTo>
                    <a:pt x="1796419" y="950575"/>
                    <a:pt x="1796419" y="950575"/>
                    <a:pt x="1796419" y="950575"/>
                  </a:cubicBezTo>
                  <a:cubicBezTo>
                    <a:pt x="1796419" y="950575"/>
                    <a:pt x="1796419" y="950575"/>
                    <a:pt x="1796419" y="950575"/>
                  </a:cubicBezTo>
                  <a:cubicBezTo>
                    <a:pt x="1791752" y="946670"/>
                    <a:pt x="1785085" y="945146"/>
                    <a:pt x="1778798" y="947146"/>
                  </a:cubicBezTo>
                  <a:cubicBezTo>
                    <a:pt x="1772607" y="949146"/>
                    <a:pt x="1768511" y="953813"/>
                    <a:pt x="1767083" y="959052"/>
                  </a:cubicBezTo>
                  <a:cubicBezTo>
                    <a:pt x="1738889" y="960957"/>
                    <a:pt x="1716695" y="959814"/>
                    <a:pt x="1699550" y="957433"/>
                  </a:cubicBezTo>
                  <a:cubicBezTo>
                    <a:pt x="1699741" y="956671"/>
                    <a:pt x="1699836" y="956004"/>
                    <a:pt x="1699931" y="955242"/>
                  </a:cubicBezTo>
                  <a:cubicBezTo>
                    <a:pt x="1699931" y="954004"/>
                    <a:pt x="1699741" y="952861"/>
                    <a:pt x="1699455" y="951718"/>
                  </a:cubicBezTo>
                  <a:cubicBezTo>
                    <a:pt x="1699455" y="951623"/>
                    <a:pt x="1699360" y="951432"/>
                    <a:pt x="1699360" y="951337"/>
                  </a:cubicBezTo>
                  <a:cubicBezTo>
                    <a:pt x="1697455" y="945241"/>
                    <a:pt x="1690883" y="940859"/>
                    <a:pt x="1682786" y="941240"/>
                  </a:cubicBezTo>
                  <a:cubicBezTo>
                    <a:pt x="1675642" y="941526"/>
                    <a:pt x="1669356" y="945241"/>
                    <a:pt x="1666308" y="950194"/>
                  </a:cubicBezTo>
                  <a:cubicBezTo>
                    <a:pt x="1656592" y="946860"/>
                    <a:pt x="1648591" y="942859"/>
                    <a:pt x="1642876" y="938383"/>
                  </a:cubicBezTo>
                  <a:cubicBezTo>
                    <a:pt x="1646020" y="938097"/>
                    <a:pt x="1649068" y="937335"/>
                    <a:pt x="1651925" y="935716"/>
                  </a:cubicBezTo>
                  <a:cubicBezTo>
                    <a:pt x="1652973" y="935144"/>
                    <a:pt x="1653830" y="934477"/>
                    <a:pt x="1654687" y="933811"/>
                  </a:cubicBezTo>
                  <a:cubicBezTo>
                    <a:pt x="1656307" y="932382"/>
                    <a:pt x="1657640" y="930763"/>
                    <a:pt x="1658402" y="929048"/>
                  </a:cubicBezTo>
                  <a:cubicBezTo>
                    <a:pt x="1658783" y="928191"/>
                    <a:pt x="1659164" y="927334"/>
                    <a:pt x="1659355" y="926381"/>
                  </a:cubicBezTo>
                  <a:cubicBezTo>
                    <a:pt x="1660022" y="923714"/>
                    <a:pt x="1659736" y="920952"/>
                    <a:pt x="1658307" y="918475"/>
                  </a:cubicBezTo>
                  <a:cubicBezTo>
                    <a:pt x="1657831" y="917618"/>
                    <a:pt x="1657259" y="916856"/>
                    <a:pt x="1656592" y="916094"/>
                  </a:cubicBezTo>
                  <a:cubicBezTo>
                    <a:pt x="1655735" y="915142"/>
                    <a:pt x="1654783" y="914475"/>
                    <a:pt x="1653735" y="913808"/>
                  </a:cubicBezTo>
                  <a:cubicBezTo>
                    <a:pt x="1653640" y="913713"/>
                    <a:pt x="1653544" y="913713"/>
                    <a:pt x="1653449" y="913618"/>
                  </a:cubicBezTo>
                  <a:cubicBezTo>
                    <a:pt x="1647829" y="910379"/>
                    <a:pt x="1639543" y="910665"/>
                    <a:pt x="1633161" y="914189"/>
                  </a:cubicBezTo>
                  <a:cubicBezTo>
                    <a:pt x="1635257" y="904474"/>
                    <a:pt x="1642876" y="892758"/>
                    <a:pt x="1657545" y="880090"/>
                  </a:cubicBezTo>
                  <a:cubicBezTo>
                    <a:pt x="1658307" y="880566"/>
                    <a:pt x="1659069" y="881042"/>
                    <a:pt x="1659926" y="881423"/>
                  </a:cubicBezTo>
                  <a:cubicBezTo>
                    <a:pt x="1660402" y="881614"/>
                    <a:pt x="1660974" y="881899"/>
                    <a:pt x="1661545" y="882090"/>
                  </a:cubicBezTo>
                  <a:cubicBezTo>
                    <a:pt x="1663260" y="882662"/>
                    <a:pt x="1665070" y="882947"/>
                    <a:pt x="1666975" y="883042"/>
                  </a:cubicBezTo>
                  <a:cubicBezTo>
                    <a:pt x="1667070" y="883042"/>
                    <a:pt x="1667165" y="883042"/>
                    <a:pt x="1667260" y="883042"/>
                  </a:cubicBezTo>
                  <a:cubicBezTo>
                    <a:pt x="1669451" y="883138"/>
                    <a:pt x="1671737" y="882757"/>
                    <a:pt x="1674023" y="882185"/>
                  </a:cubicBezTo>
                  <a:cubicBezTo>
                    <a:pt x="1676309" y="881614"/>
                    <a:pt x="1678405" y="880471"/>
                    <a:pt x="1680310" y="879137"/>
                  </a:cubicBezTo>
                  <a:cubicBezTo>
                    <a:pt x="1681548" y="878280"/>
                    <a:pt x="1682596" y="877232"/>
                    <a:pt x="1683453" y="876184"/>
                  </a:cubicBezTo>
                  <a:cubicBezTo>
                    <a:pt x="1683453" y="876184"/>
                    <a:pt x="1683453" y="876089"/>
                    <a:pt x="1683548" y="876089"/>
                  </a:cubicBezTo>
                  <a:cubicBezTo>
                    <a:pt x="1684406" y="875137"/>
                    <a:pt x="1685072" y="873994"/>
                    <a:pt x="1685644" y="872946"/>
                  </a:cubicBezTo>
                  <a:cubicBezTo>
                    <a:pt x="1685644" y="872851"/>
                    <a:pt x="1685739" y="872851"/>
                    <a:pt x="1685739" y="872756"/>
                  </a:cubicBezTo>
                  <a:cubicBezTo>
                    <a:pt x="1685739" y="872756"/>
                    <a:pt x="1685739" y="872756"/>
                    <a:pt x="1685739" y="872756"/>
                  </a:cubicBezTo>
                  <a:cubicBezTo>
                    <a:pt x="1687739" y="868660"/>
                    <a:pt x="1687549" y="863992"/>
                    <a:pt x="1684882" y="860278"/>
                  </a:cubicBezTo>
                  <a:cubicBezTo>
                    <a:pt x="1701360" y="850276"/>
                    <a:pt x="1722315" y="840466"/>
                    <a:pt x="1748128" y="831989"/>
                  </a:cubicBezTo>
                  <a:cubicBezTo>
                    <a:pt x="1752319" y="836846"/>
                    <a:pt x="1759558" y="839132"/>
                    <a:pt x="1766701" y="837132"/>
                  </a:cubicBezTo>
                  <a:cubicBezTo>
                    <a:pt x="1768130" y="836751"/>
                    <a:pt x="1769464" y="836084"/>
                    <a:pt x="1770797" y="835417"/>
                  </a:cubicBezTo>
                  <a:cubicBezTo>
                    <a:pt x="1770892" y="835322"/>
                    <a:pt x="1770988" y="835227"/>
                    <a:pt x="1771178" y="835227"/>
                  </a:cubicBezTo>
                  <a:cubicBezTo>
                    <a:pt x="1772416" y="834560"/>
                    <a:pt x="1773464" y="833703"/>
                    <a:pt x="1774417" y="832750"/>
                  </a:cubicBezTo>
                  <a:cubicBezTo>
                    <a:pt x="1774417" y="832750"/>
                    <a:pt x="1774417" y="832750"/>
                    <a:pt x="1774417" y="832750"/>
                  </a:cubicBezTo>
                  <a:cubicBezTo>
                    <a:pt x="1774417" y="832750"/>
                    <a:pt x="1774417" y="832750"/>
                    <a:pt x="1774417" y="832750"/>
                  </a:cubicBezTo>
                  <a:cubicBezTo>
                    <a:pt x="1777084" y="830274"/>
                    <a:pt x="1778893" y="827035"/>
                    <a:pt x="1779560" y="823511"/>
                  </a:cubicBezTo>
                  <a:cubicBezTo>
                    <a:pt x="1803754" y="818654"/>
                    <a:pt x="1828424" y="817891"/>
                    <a:pt x="1852617" y="821892"/>
                  </a:cubicBezTo>
                  <a:close/>
                  <a:moveTo>
                    <a:pt x="1614587" y="576623"/>
                  </a:moveTo>
                  <a:cubicBezTo>
                    <a:pt x="1620302" y="579576"/>
                    <a:pt x="1627827" y="578814"/>
                    <a:pt x="1633637" y="574337"/>
                  </a:cubicBezTo>
                  <a:cubicBezTo>
                    <a:pt x="1634875" y="573385"/>
                    <a:pt x="1635828" y="572337"/>
                    <a:pt x="1636685" y="571194"/>
                  </a:cubicBezTo>
                  <a:cubicBezTo>
                    <a:pt x="1636781" y="571099"/>
                    <a:pt x="1636876" y="571003"/>
                    <a:pt x="1636971" y="570813"/>
                  </a:cubicBezTo>
                  <a:cubicBezTo>
                    <a:pt x="1637828" y="569670"/>
                    <a:pt x="1638495" y="568527"/>
                    <a:pt x="1639066" y="567289"/>
                  </a:cubicBezTo>
                  <a:cubicBezTo>
                    <a:pt x="1639066" y="567289"/>
                    <a:pt x="1639066" y="567289"/>
                    <a:pt x="1639066" y="567289"/>
                  </a:cubicBezTo>
                  <a:cubicBezTo>
                    <a:pt x="1639066" y="567289"/>
                    <a:pt x="1639066" y="567289"/>
                    <a:pt x="1639066" y="567289"/>
                  </a:cubicBezTo>
                  <a:cubicBezTo>
                    <a:pt x="1640591" y="563955"/>
                    <a:pt x="1640972" y="560240"/>
                    <a:pt x="1640305" y="556716"/>
                  </a:cubicBezTo>
                  <a:cubicBezTo>
                    <a:pt x="1661165" y="542714"/>
                    <a:pt x="1683643" y="532523"/>
                    <a:pt x="1707456" y="526998"/>
                  </a:cubicBezTo>
                  <a:cubicBezTo>
                    <a:pt x="1711742" y="525950"/>
                    <a:pt x="1716028" y="525188"/>
                    <a:pt x="1720410" y="524426"/>
                  </a:cubicBezTo>
                  <a:cubicBezTo>
                    <a:pt x="1720219" y="528712"/>
                    <a:pt x="1721362" y="533285"/>
                    <a:pt x="1724125" y="537190"/>
                  </a:cubicBezTo>
                  <a:cubicBezTo>
                    <a:pt x="1724887" y="538237"/>
                    <a:pt x="1725744" y="539190"/>
                    <a:pt x="1726601" y="540047"/>
                  </a:cubicBezTo>
                  <a:cubicBezTo>
                    <a:pt x="1729268" y="542619"/>
                    <a:pt x="1732602" y="544238"/>
                    <a:pt x="1736031" y="544905"/>
                  </a:cubicBezTo>
                  <a:cubicBezTo>
                    <a:pt x="1740603" y="545762"/>
                    <a:pt x="1745461" y="545000"/>
                    <a:pt x="1749557" y="542143"/>
                  </a:cubicBezTo>
                  <a:cubicBezTo>
                    <a:pt x="1750795" y="541286"/>
                    <a:pt x="1751842" y="540238"/>
                    <a:pt x="1752795" y="539095"/>
                  </a:cubicBezTo>
                  <a:cubicBezTo>
                    <a:pt x="1752890" y="538999"/>
                    <a:pt x="1752985" y="538904"/>
                    <a:pt x="1753081" y="538714"/>
                  </a:cubicBezTo>
                  <a:cubicBezTo>
                    <a:pt x="1753938" y="537571"/>
                    <a:pt x="1754700" y="536428"/>
                    <a:pt x="1755176" y="535190"/>
                  </a:cubicBezTo>
                  <a:cubicBezTo>
                    <a:pt x="1755176" y="535190"/>
                    <a:pt x="1755176" y="535190"/>
                    <a:pt x="1755176" y="535190"/>
                  </a:cubicBezTo>
                  <a:cubicBezTo>
                    <a:pt x="1755176" y="535190"/>
                    <a:pt x="1755176" y="535190"/>
                    <a:pt x="1755176" y="535190"/>
                  </a:cubicBezTo>
                  <a:cubicBezTo>
                    <a:pt x="1756891" y="531284"/>
                    <a:pt x="1757176" y="526712"/>
                    <a:pt x="1755938" y="522331"/>
                  </a:cubicBezTo>
                  <a:cubicBezTo>
                    <a:pt x="1770797" y="522902"/>
                    <a:pt x="1786133" y="525093"/>
                    <a:pt x="1801087" y="529379"/>
                  </a:cubicBezTo>
                  <a:cubicBezTo>
                    <a:pt x="1798896" y="547477"/>
                    <a:pt x="1794419" y="564527"/>
                    <a:pt x="1787752" y="580528"/>
                  </a:cubicBezTo>
                  <a:cubicBezTo>
                    <a:pt x="1786990" y="579862"/>
                    <a:pt x="1786228" y="579290"/>
                    <a:pt x="1785466" y="578719"/>
                  </a:cubicBezTo>
                  <a:cubicBezTo>
                    <a:pt x="1785275" y="578624"/>
                    <a:pt x="1785180" y="578528"/>
                    <a:pt x="1784990" y="578433"/>
                  </a:cubicBezTo>
                  <a:cubicBezTo>
                    <a:pt x="1783751" y="577671"/>
                    <a:pt x="1782418" y="577004"/>
                    <a:pt x="1781084" y="576528"/>
                  </a:cubicBezTo>
                  <a:cubicBezTo>
                    <a:pt x="1781084" y="576528"/>
                    <a:pt x="1781084" y="576528"/>
                    <a:pt x="1781084" y="576528"/>
                  </a:cubicBezTo>
                  <a:cubicBezTo>
                    <a:pt x="1781084" y="576528"/>
                    <a:pt x="1781084" y="576528"/>
                    <a:pt x="1781084" y="576528"/>
                  </a:cubicBezTo>
                  <a:cubicBezTo>
                    <a:pt x="1774893" y="574433"/>
                    <a:pt x="1768035" y="575575"/>
                    <a:pt x="1763273" y="580338"/>
                  </a:cubicBezTo>
                  <a:cubicBezTo>
                    <a:pt x="1758510" y="585100"/>
                    <a:pt x="1757176" y="591673"/>
                    <a:pt x="1758796" y="597864"/>
                  </a:cubicBezTo>
                  <a:cubicBezTo>
                    <a:pt x="1758796" y="597864"/>
                    <a:pt x="1758796" y="597864"/>
                    <a:pt x="1758796" y="597864"/>
                  </a:cubicBezTo>
                  <a:cubicBezTo>
                    <a:pt x="1758796" y="597864"/>
                    <a:pt x="1758796" y="597864"/>
                    <a:pt x="1758796" y="597959"/>
                  </a:cubicBezTo>
                  <a:cubicBezTo>
                    <a:pt x="1759177" y="599388"/>
                    <a:pt x="1759748" y="600817"/>
                    <a:pt x="1760415" y="602150"/>
                  </a:cubicBezTo>
                  <a:cubicBezTo>
                    <a:pt x="1760415" y="602245"/>
                    <a:pt x="1760510" y="602245"/>
                    <a:pt x="1760510" y="602341"/>
                  </a:cubicBezTo>
                  <a:cubicBezTo>
                    <a:pt x="1761272" y="603770"/>
                    <a:pt x="1762129" y="605103"/>
                    <a:pt x="1763177" y="606341"/>
                  </a:cubicBezTo>
                  <a:cubicBezTo>
                    <a:pt x="1765368" y="608818"/>
                    <a:pt x="1768130" y="610532"/>
                    <a:pt x="1771083" y="611580"/>
                  </a:cubicBezTo>
                  <a:cubicBezTo>
                    <a:pt x="1769940" y="613295"/>
                    <a:pt x="1768892" y="615009"/>
                    <a:pt x="1767654" y="616628"/>
                  </a:cubicBezTo>
                  <a:cubicBezTo>
                    <a:pt x="1752604" y="637869"/>
                    <a:pt x="1733174" y="655681"/>
                    <a:pt x="1710409" y="670159"/>
                  </a:cubicBezTo>
                  <a:cubicBezTo>
                    <a:pt x="1709933" y="669778"/>
                    <a:pt x="1709456" y="669397"/>
                    <a:pt x="1708980" y="669016"/>
                  </a:cubicBezTo>
                  <a:cubicBezTo>
                    <a:pt x="1708885" y="668921"/>
                    <a:pt x="1708694" y="668825"/>
                    <a:pt x="1708599" y="668825"/>
                  </a:cubicBezTo>
                  <a:cubicBezTo>
                    <a:pt x="1707456" y="668158"/>
                    <a:pt x="1706218" y="667587"/>
                    <a:pt x="1704979" y="667206"/>
                  </a:cubicBezTo>
                  <a:cubicBezTo>
                    <a:pt x="1704979" y="667206"/>
                    <a:pt x="1704979" y="667206"/>
                    <a:pt x="1704979" y="667206"/>
                  </a:cubicBezTo>
                  <a:cubicBezTo>
                    <a:pt x="1704979" y="667206"/>
                    <a:pt x="1704979" y="667206"/>
                    <a:pt x="1704979" y="667206"/>
                  </a:cubicBezTo>
                  <a:cubicBezTo>
                    <a:pt x="1699169" y="665301"/>
                    <a:pt x="1692407" y="666539"/>
                    <a:pt x="1687358" y="670825"/>
                  </a:cubicBezTo>
                  <a:cubicBezTo>
                    <a:pt x="1682405" y="675016"/>
                    <a:pt x="1680405" y="680827"/>
                    <a:pt x="1681167" y="686256"/>
                  </a:cubicBezTo>
                  <a:cubicBezTo>
                    <a:pt x="1655831" y="698829"/>
                    <a:pt x="1634971" y="706354"/>
                    <a:pt x="1618207" y="710735"/>
                  </a:cubicBezTo>
                  <a:cubicBezTo>
                    <a:pt x="1618111" y="709973"/>
                    <a:pt x="1617921" y="709307"/>
                    <a:pt x="1617731" y="708640"/>
                  </a:cubicBezTo>
                  <a:cubicBezTo>
                    <a:pt x="1617254" y="707497"/>
                    <a:pt x="1616683" y="706449"/>
                    <a:pt x="1615921" y="705497"/>
                  </a:cubicBezTo>
                  <a:cubicBezTo>
                    <a:pt x="1615825" y="705401"/>
                    <a:pt x="1615730" y="705306"/>
                    <a:pt x="1615635" y="705211"/>
                  </a:cubicBezTo>
                  <a:cubicBezTo>
                    <a:pt x="1614873" y="704354"/>
                    <a:pt x="1614111" y="703591"/>
                    <a:pt x="1613158" y="702925"/>
                  </a:cubicBezTo>
                  <a:lnTo>
                    <a:pt x="1613158" y="702925"/>
                  </a:lnTo>
                  <a:lnTo>
                    <a:pt x="1613158" y="702925"/>
                  </a:lnTo>
                  <a:cubicBezTo>
                    <a:pt x="1608777" y="699972"/>
                    <a:pt x="1602491" y="699400"/>
                    <a:pt x="1596490" y="702258"/>
                  </a:cubicBezTo>
                  <a:cubicBezTo>
                    <a:pt x="1590013" y="705306"/>
                    <a:pt x="1585631" y="711116"/>
                    <a:pt x="1584679" y="716831"/>
                  </a:cubicBezTo>
                  <a:cubicBezTo>
                    <a:pt x="1574582" y="717498"/>
                    <a:pt x="1565724" y="716926"/>
                    <a:pt x="1558675" y="715022"/>
                  </a:cubicBezTo>
                  <a:cubicBezTo>
                    <a:pt x="1561342" y="713498"/>
                    <a:pt x="1563819" y="711592"/>
                    <a:pt x="1565724" y="709021"/>
                  </a:cubicBezTo>
                  <a:cubicBezTo>
                    <a:pt x="1571439" y="701591"/>
                    <a:pt x="1569915" y="692447"/>
                    <a:pt x="1562676" y="689114"/>
                  </a:cubicBezTo>
                  <a:cubicBezTo>
                    <a:pt x="1561628" y="688637"/>
                    <a:pt x="1560390" y="688351"/>
                    <a:pt x="1559247" y="688161"/>
                  </a:cubicBezTo>
                  <a:cubicBezTo>
                    <a:pt x="1558961" y="688161"/>
                    <a:pt x="1558771" y="688161"/>
                    <a:pt x="1558485" y="688066"/>
                  </a:cubicBezTo>
                  <a:cubicBezTo>
                    <a:pt x="1557342" y="687971"/>
                    <a:pt x="1556199" y="687971"/>
                    <a:pt x="1554961" y="688066"/>
                  </a:cubicBezTo>
                  <a:cubicBezTo>
                    <a:pt x="1554961" y="688066"/>
                    <a:pt x="1554961" y="688066"/>
                    <a:pt x="1554961" y="688066"/>
                  </a:cubicBezTo>
                  <a:lnTo>
                    <a:pt x="1554961" y="688066"/>
                  </a:lnTo>
                  <a:cubicBezTo>
                    <a:pt x="1549532" y="688637"/>
                    <a:pt x="1543912" y="691781"/>
                    <a:pt x="1540197" y="696448"/>
                  </a:cubicBezTo>
                  <a:cubicBezTo>
                    <a:pt x="1538387" y="686637"/>
                    <a:pt x="1541054" y="672826"/>
                    <a:pt x="1549532" y="655585"/>
                  </a:cubicBezTo>
                  <a:cubicBezTo>
                    <a:pt x="1556866" y="657014"/>
                    <a:pt x="1565533" y="653299"/>
                    <a:pt x="1570201" y="645870"/>
                  </a:cubicBezTo>
                  <a:cubicBezTo>
                    <a:pt x="1570963" y="644632"/>
                    <a:pt x="1571534" y="643298"/>
                    <a:pt x="1572010" y="642060"/>
                  </a:cubicBezTo>
                  <a:cubicBezTo>
                    <a:pt x="1572010" y="641965"/>
                    <a:pt x="1572106" y="641774"/>
                    <a:pt x="1572106" y="641679"/>
                  </a:cubicBezTo>
                  <a:cubicBezTo>
                    <a:pt x="1573916" y="635774"/>
                    <a:pt x="1571915" y="629963"/>
                    <a:pt x="1567153" y="626820"/>
                  </a:cubicBezTo>
                  <a:cubicBezTo>
                    <a:pt x="1578392" y="611485"/>
                    <a:pt x="1593918" y="594340"/>
                    <a:pt x="1614587" y="576623"/>
                  </a:cubicBezTo>
                  <a:close/>
                  <a:moveTo>
                    <a:pt x="1393798" y="391172"/>
                  </a:moveTo>
                  <a:cubicBezTo>
                    <a:pt x="1393798" y="391172"/>
                    <a:pt x="1393798" y="391172"/>
                    <a:pt x="1393798" y="391172"/>
                  </a:cubicBezTo>
                  <a:cubicBezTo>
                    <a:pt x="1394845" y="391267"/>
                    <a:pt x="1395989" y="391267"/>
                    <a:pt x="1397036" y="391076"/>
                  </a:cubicBezTo>
                  <a:cubicBezTo>
                    <a:pt x="1398084" y="390981"/>
                    <a:pt x="1399132" y="390695"/>
                    <a:pt x="1400179" y="390410"/>
                  </a:cubicBezTo>
                  <a:cubicBezTo>
                    <a:pt x="1403227" y="389362"/>
                    <a:pt x="1406180" y="387552"/>
                    <a:pt x="1408466" y="384790"/>
                  </a:cubicBezTo>
                  <a:cubicBezTo>
                    <a:pt x="1409228" y="383932"/>
                    <a:pt x="1409895" y="382885"/>
                    <a:pt x="1410562" y="381837"/>
                  </a:cubicBezTo>
                  <a:cubicBezTo>
                    <a:pt x="1411324" y="380503"/>
                    <a:pt x="1411800" y="379170"/>
                    <a:pt x="1412181" y="377741"/>
                  </a:cubicBezTo>
                  <a:cubicBezTo>
                    <a:pt x="1412181" y="377551"/>
                    <a:pt x="1412276" y="377456"/>
                    <a:pt x="1412276" y="377265"/>
                  </a:cubicBezTo>
                  <a:cubicBezTo>
                    <a:pt x="1412657" y="375932"/>
                    <a:pt x="1412848" y="374598"/>
                    <a:pt x="1412848" y="373265"/>
                  </a:cubicBezTo>
                  <a:cubicBezTo>
                    <a:pt x="1412848" y="373265"/>
                    <a:pt x="1412848" y="373265"/>
                    <a:pt x="1412848" y="373265"/>
                  </a:cubicBezTo>
                  <a:cubicBezTo>
                    <a:pt x="1412848" y="373265"/>
                    <a:pt x="1412848" y="373265"/>
                    <a:pt x="1412848" y="373265"/>
                  </a:cubicBezTo>
                  <a:cubicBezTo>
                    <a:pt x="1412943" y="369550"/>
                    <a:pt x="1411991" y="365930"/>
                    <a:pt x="1409990" y="362978"/>
                  </a:cubicBezTo>
                  <a:cubicBezTo>
                    <a:pt x="1423992" y="342118"/>
                    <a:pt x="1440851" y="324211"/>
                    <a:pt x="1460663" y="310019"/>
                  </a:cubicBezTo>
                  <a:cubicBezTo>
                    <a:pt x="1464187" y="307447"/>
                    <a:pt x="1467902" y="305065"/>
                    <a:pt x="1471617" y="302779"/>
                  </a:cubicBezTo>
                  <a:cubicBezTo>
                    <a:pt x="1473046" y="306875"/>
                    <a:pt x="1475903" y="310590"/>
                    <a:pt x="1479999" y="312971"/>
                  </a:cubicBezTo>
                  <a:cubicBezTo>
                    <a:pt x="1481047" y="313638"/>
                    <a:pt x="1482190" y="314210"/>
                    <a:pt x="1483333" y="314686"/>
                  </a:cubicBezTo>
                  <a:cubicBezTo>
                    <a:pt x="1485619" y="315638"/>
                    <a:pt x="1488000" y="316019"/>
                    <a:pt x="1490381" y="316019"/>
                  </a:cubicBezTo>
                  <a:cubicBezTo>
                    <a:pt x="1491524" y="316019"/>
                    <a:pt x="1492762" y="315924"/>
                    <a:pt x="1493906" y="315638"/>
                  </a:cubicBezTo>
                  <a:cubicBezTo>
                    <a:pt x="1496191" y="315162"/>
                    <a:pt x="1498382" y="314305"/>
                    <a:pt x="1500287" y="313066"/>
                  </a:cubicBezTo>
                  <a:cubicBezTo>
                    <a:pt x="1502192" y="311828"/>
                    <a:pt x="1503907" y="310114"/>
                    <a:pt x="1505240" y="308018"/>
                  </a:cubicBezTo>
                  <a:cubicBezTo>
                    <a:pt x="1506098" y="306780"/>
                    <a:pt x="1506574" y="305351"/>
                    <a:pt x="1507050" y="304018"/>
                  </a:cubicBezTo>
                  <a:cubicBezTo>
                    <a:pt x="1507050" y="303923"/>
                    <a:pt x="1507145" y="303732"/>
                    <a:pt x="1507145" y="303637"/>
                  </a:cubicBezTo>
                  <a:cubicBezTo>
                    <a:pt x="1507526" y="302303"/>
                    <a:pt x="1507717" y="300874"/>
                    <a:pt x="1507812" y="299541"/>
                  </a:cubicBezTo>
                  <a:cubicBezTo>
                    <a:pt x="1507812" y="299541"/>
                    <a:pt x="1507812" y="299541"/>
                    <a:pt x="1507812" y="299541"/>
                  </a:cubicBezTo>
                  <a:cubicBezTo>
                    <a:pt x="1507812" y="299541"/>
                    <a:pt x="1507812" y="299541"/>
                    <a:pt x="1507812" y="299541"/>
                  </a:cubicBezTo>
                  <a:cubicBezTo>
                    <a:pt x="1507907" y="295255"/>
                    <a:pt x="1506478" y="290969"/>
                    <a:pt x="1503621" y="287349"/>
                  </a:cubicBezTo>
                  <a:cubicBezTo>
                    <a:pt x="1517623" y="282206"/>
                    <a:pt x="1532482" y="278586"/>
                    <a:pt x="1548008" y="276681"/>
                  </a:cubicBezTo>
                  <a:cubicBezTo>
                    <a:pt x="1552484" y="292302"/>
                    <a:pt x="1554675" y="308304"/>
                    <a:pt x="1555151" y="323925"/>
                  </a:cubicBezTo>
                  <a:cubicBezTo>
                    <a:pt x="1555247" y="325640"/>
                    <a:pt x="1555151" y="327449"/>
                    <a:pt x="1555151" y="329164"/>
                  </a:cubicBezTo>
                  <a:cubicBezTo>
                    <a:pt x="1554199" y="328783"/>
                    <a:pt x="1553246" y="328497"/>
                    <a:pt x="1552294" y="328307"/>
                  </a:cubicBezTo>
                  <a:cubicBezTo>
                    <a:pt x="1552103" y="328307"/>
                    <a:pt x="1552008" y="328307"/>
                    <a:pt x="1551817" y="328211"/>
                  </a:cubicBezTo>
                  <a:cubicBezTo>
                    <a:pt x="1550389" y="327925"/>
                    <a:pt x="1548865" y="327830"/>
                    <a:pt x="1547531" y="327925"/>
                  </a:cubicBezTo>
                  <a:cubicBezTo>
                    <a:pt x="1547531" y="327925"/>
                    <a:pt x="1547531" y="327925"/>
                    <a:pt x="1547531" y="327925"/>
                  </a:cubicBezTo>
                  <a:lnTo>
                    <a:pt x="1547531" y="327925"/>
                  </a:lnTo>
                  <a:cubicBezTo>
                    <a:pt x="1540959" y="328307"/>
                    <a:pt x="1535149" y="332021"/>
                    <a:pt x="1532577" y="338212"/>
                  </a:cubicBezTo>
                  <a:cubicBezTo>
                    <a:pt x="1529434" y="345737"/>
                    <a:pt x="1531910" y="354215"/>
                    <a:pt x="1538101" y="359358"/>
                  </a:cubicBezTo>
                  <a:cubicBezTo>
                    <a:pt x="1538292" y="359453"/>
                    <a:pt x="1538387" y="359644"/>
                    <a:pt x="1538578" y="359739"/>
                  </a:cubicBezTo>
                  <a:cubicBezTo>
                    <a:pt x="1539816" y="360691"/>
                    <a:pt x="1541054" y="361549"/>
                    <a:pt x="1542483" y="362215"/>
                  </a:cubicBezTo>
                  <a:cubicBezTo>
                    <a:pt x="1545531" y="363644"/>
                    <a:pt x="1548674" y="364216"/>
                    <a:pt x="1551722" y="364120"/>
                  </a:cubicBezTo>
                  <a:cubicBezTo>
                    <a:pt x="1551341" y="366121"/>
                    <a:pt x="1550960" y="368121"/>
                    <a:pt x="1550484" y="370121"/>
                  </a:cubicBezTo>
                  <a:cubicBezTo>
                    <a:pt x="1544578" y="395553"/>
                    <a:pt x="1533339" y="419461"/>
                    <a:pt x="1517813" y="441559"/>
                  </a:cubicBezTo>
                  <a:cubicBezTo>
                    <a:pt x="1517242" y="441368"/>
                    <a:pt x="1516670" y="441178"/>
                    <a:pt x="1516003" y="441082"/>
                  </a:cubicBezTo>
                  <a:cubicBezTo>
                    <a:pt x="1515813" y="441082"/>
                    <a:pt x="1515718" y="441082"/>
                    <a:pt x="1515527" y="440987"/>
                  </a:cubicBezTo>
                  <a:cubicBezTo>
                    <a:pt x="1514194" y="440797"/>
                    <a:pt x="1512860" y="440702"/>
                    <a:pt x="1511527" y="440797"/>
                  </a:cubicBezTo>
                  <a:cubicBezTo>
                    <a:pt x="1511527" y="440797"/>
                    <a:pt x="1511527" y="440797"/>
                    <a:pt x="1511527" y="440797"/>
                  </a:cubicBezTo>
                  <a:lnTo>
                    <a:pt x="1511527" y="440797"/>
                  </a:lnTo>
                  <a:cubicBezTo>
                    <a:pt x="1505526" y="441273"/>
                    <a:pt x="1499716" y="444893"/>
                    <a:pt x="1496668" y="450893"/>
                  </a:cubicBezTo>
                  <a:cubicBezTo>
                    <a:pt x="1493715" y="456608"/>
                    <a:pt x="1494001" y="462895"/>
                    <a:pt x="1496858" y="467657"/>
                  </a:cubicBezTo>
                  <a:cubicBezTo>
                    <a:pt x="1478284" y="488898"/>
                    <a:pt x="1461806" y="503757"/>
                    <a:pt x="1448090" y="514235"/>
                  </a:cubicBezTo>
                  <a:cubicBezTo>
                    <a:pt x="1447709" y="513568"/>
                    <a:pt x="1447328" y="512996"/>
                    <a:pt x="1446757" y="512425"/>
                  </a:cubicBezTo>
                  <a:cubicBezTo>
                    <a:pt x="1445899" y="511472"/>
                    <a:pt x="1444947" y="510710"/>
                    <a:pt x="1443899" y="510139"/>
                  </a:cubicBezTo>
                  <a:cubicBezTo>
                    <a:pt x="1443899" y="510139"/>
                    <a:pt x="1443804" y="510139"/>
                    <a:pt x="1443804" y="510044"/>
                  </a:cubicBezTo>
                  <a:cubicBezTo>
                    <a:pt x="1438184" y="506900"/>
                    <a:pt x="1430278" y="508424"/>
                    <a:pt x="1424659" y="514615"/>
                  </a:cubicBezTo>
                  <a:cubicBezTo>
                    <a:pt x="1419801" y="519949"/>
                    <a:pt x="1418086" y="526808"/>
                    <a:pt x="1419420" y="532427"/>
                  </a:cubicBezTo>
                  <a:cubicBezTo>
                    <a:pt x="1410181" y="537095"/>
                    <a:pt x="1401799" y="539952"/>
                    <a:pt x="1394560" y="540809"/>
                  </a:cubicBezTo>
                  <a:cubicBezTo>
                    <a:pt x="1396465" y="538428"/>
                    <a:pt x="1397989" y="535666"/>
                    <a:pt x="1398846" y="532618"/>
                  </a:cubicBezTo>
                  <a:cubicBezTo>
                    <a:pt x="1401227" y="523569"/>
                    <a:pt x="1396560" y="515473"/>
                    <a:pt x="1388464" y="515282"/>
                  </a:cubicBezTo>
                  <a:cubicBezTo>
                    <a:pt x="1387225" y="515282"/>
                    <a:pt x="1385987" y="515473"/>
                    <a:pt x="1384749" y="515854"/>
                  </a:cubicBezTo>
                  <a:cubicBezTo>
                    <a:pt x="1384654" y="515854"/>
                    <a:pt x="1384463" y="515949"/>
                    <a:pt x="1384368" y="515949"/>
                  </a:cubicBezTo>
                  <a:cubicBezTo>
                    <a:pt x="1383225" y="516330"/>
                    <a:pt x="1381987" y="516806"/>
                    <a:pt x="1380939" y="517378"/>
                  </a:cubicBezTo>
                  <a:cubicBezTo>
                    <a:pt x="1380939" y="517378"/>
                    <a:pt x="1380939" y="517378"/>
                    <a:pt x="1380939" y="517378"/>
                  </a:cubicBezTo>
                  <a:lnTo>
                    <a:pt x="1380939" y="517378"/>
                  </a:lnTo>
                  <a:cubicBezTo>
                    <a:pt x="1376081" y="520045"/>
                    <a:pt x="1372176" y="524998"/>
                    <a:pt x="1370461" y="530713"/>
                  </a:cubicBezTo>
                  <a:cubicBezTo>
                    <a:pt x="1365032" y="522331"/>
                    <a:pt x="1362460" y="508139"/>
                    <a:pt x="1363603" y="489374"/>
                  </a:cubicBezTo>
                  <a:cubicBezTo>
                    <a:pt x="1370938" y="487850"/>
                    <a:pt x="1377700" y="480802"/>
                    <a:pt x="1379034" y="472420"/>
                  </a:cubicBezTo>
                  <a:cubicBezTo>
                    <a:pt x="1379224" y="470991"/>
                    <a:pt x="1379224" y="469657"/>
                    <a:pt x="1379129" y="468324"/>
                  </a:cubicBezTo>
                  <a:cubicBezTo>
                    <a:pt x="1379129" y="468229"/>
                    <a:pt x="1379129" y="468038"/>
                    <a:pt x="1379034" y="467943"/>
                  </a:cubicBezTo>
                  <a:cubicBezTo>
                    <a:pt x="1378939" y="466705"/>
                    <a:pt x="1378653" y="465466"/>
                    <a:pt x="1378272" y="464324"/>
                  </a:cubicBezTo>
                  <a:cubicBezTo>
                    <a:pt x="1378272" y="464324"/>
                    <a:pt x="1378272" y="464324"/>
                    <a:pt x="1378272" y="464324"/>
                  </a:cubicBezTo>
                  <a:cubicBezTo>
                    <a:pt x="1378272" y="464324"/>
                    <a:pt x="1378272" y="464324"/>
                    <a:pt x="1378272" y="464324"/>
                  </a:cubicBezTo>
                  <a:cubicBezTo>
                    <a:pt x="1376748" y="460037"/>
                    <a:pt x="1373319" y="456894"/>
                    <a:pt x="1368937" y="455941"/>
                  </a:cubicBezTo>
                  <a:cubicBezTo>
                    <a:pt x="1373605" y="437273"/>
                    <a:pt x="1381510" y="415460"/>
                    <a:pt x="1393798" y="391172"/>
                  </a:cubicBezTo>
                  <a:close/>
                  <a:moveTo>
                    <a:pt x="1178247" y="433272"/>
                  </a:moveTo>
                  <a:cubicBezTo>
                    <a:pt x="1177009" y="424033"/>
                    <a:pt x="1169674" y="418223"/>
                    <a:pt x="1162054" y="421366"/>
                  </a:cubicBezTo>
                  <a:cubicBezTo>
                    <a:pt x="1160911" y="421842"/>
                    <a:pt x="1159864" y="422509"/>
                    <a:pt x="1158816" y="423271"/>
                  </a:cubicBezTo>
                  <a:cubicBezTo>
                    <a:pt x="1158721" y="423366"/>
                    <a:pt x="1158625" y="423461"/>
                    <a:pt x="1158530" y="423557"/>
                  </a:cubicBezTo>
                  <a:cubicBezTo>
                    <a:pt x="1157578" y="424319"/>
                    <a:pt x="1156720" y="425176"/>
                    <a:pt x="1155863" y="426224"/>
                  </a:cubicBezTo>
                  <a:cubicBezTo>
                    <a:pt x="1155863" y="426224"/>
                    <a:pt x="1155863" y="426224"/>
                    <a:pt x="1155863" y="426224"/>
                  </a:cubicBezTo>
                  <a:cubicBezTo>
                    <a:pt x="1155863" y="426224"/>
                    <a:pt x="1155863" y="426224"/>
                    <a:pt x="1155863" y="426224"/>
                  </a:cubicBezTo>
                  <a:cubicBezTo>
                    <a:pt x="1152434" y="430510"/>
                    <a:pt x="1150624" y="436606"/>
                    <a:pt x="1151386" y="442511"/>
                  </a:cubicBezTo>
                  <a:cubicBezTo>
                    <a:pt x="1143195" y="436891"/>
                    <a:pt x="1135384" y="424699"/>
                    <a:pt x="1129098" y="406983"/>
                  </a:cubicBezTo>
                  <a:cubicBezTo>
                    <a:pt x="1129289" y="406888"/>
                    <a:pt x="1129479" y="406793"/>
                    <a:pt x="1129669" y="406602"/>
                  </a:cubicBezTo>
                  <a:cubicBezTo>
                    <a:pt x="1133003" y="404125"/>
                    <a:pt x="1135480" y="400125"/>
                    <a:pt x="1136623" y="395744"/>
                  </a:cubicBezTo>
                  <a:cubicBezTo>
                    <a:pt x="1137480" y="392410"/>
                    <a:pt x="1137670" y="388886"/>
                    <a:pt x="1136813" y="385457"/>
                  </a:cubicBezTo>
                  <a:cubicBezTo>
                    <a:pt x="1136432" y="384028"/>
                    <a:pt x="1135956" y="382790"/>
                    <a:pt x="1135384" y="381647"/>
                  </a:cubicBezTo>
                  <a:cubicBezTo>
                    <a:pt x="1135289" y="381551"/>
                    <a:pt x="1135194" y="381361"/>
                    <a:pt x="1135194" y="381265"/>
                  </a:cubicBezTo>
                  <a:cubicBezTo>
                    <a:pt x="1134623" y="380123"/>
                    <a:pt x="1133860" y="379170"/>
                    <a:pt x="1133099" y="378313"/>
                  </a:cubicBezTo>
                  <a:cubicBezTo>
                    <a:pt x="1133099" y="378313"/>
                    <a:pt x="1133099" y="378313"/>
                    <a:pt x="1133099" y="378313"/>
                  </a:cubicBezTo>
                  <a:cubicBezTo>
                    <a:pt x="1133099" y="378313"/>
                    <a:pt x="1133099" y="378313"/>
                    <a:pt x="1133099" y="378313"/>
                  </a:cubicBezTo>
                  <a:cubicBezTo>
                    <a:pt x="1130050" y="374979"/>
                    <a:pt x="1125669" y="373360"/>
                    <a:pt x="1121287" y="374217"/>
                  </a:cubicBezTo>
                  <a:cubicBezTo>
                    <a:pt x="1118335" y="355072"/>
                    <a:pt x="1117192" y="331926"/>
                    <a:pt x="1119192" y="304780"/>
                  </a:cubicBezTo>
                  <a:cubicBezTo>
                    <a:pt x="1121192" y="304113"/>
                    <a:pt x="1123097" y="303065"/>
                    <a:pt x="1124812" y="301636"/>
                  </a:cubicBezTo>
                  <a:cubicBezTo>
                    <a:pt x="1126431" y="300208"/>
                    <a:pt x="1127860" y="298493"/>
                    <a:pt x="1128908" y="296493"/>
                  </a:cubicBezTo>
                  <a:cubicBezTo>
                    <a:pt x="1129955" y="294493"/>
                    <a:pt x="1130717" y="292207"/>
                    <a:pt x="1131003" y="289730"/>
                  </a:cubicBezTo>
                  <a:cubicBezTo>
                    <a:pt x="1131193" y="288206"/>
                    <a:pt x="1131098" y="286778"/>
                    <a:pt x="1131003" y="285349"/>
                  </a:cubicBezTo>
                  <a:cubicBezTo>
                    <a:pt x="1131003" y="285158"/>
                    <a:pt x="1130908" y="285063"/>
                    <a:pt x="1130908" y="284873"/>
                  </a:cubicBezTo>
                  <a:cubicBezTo>
                    <a:pt x="1130717" y="283539"/>
                    <a:pt x="1130336" y="282206"/>
                    <a:pt x="1129860" y="280967"/>
                  </a:cubicBezTo>
                  <a:cubicBezTo>
                    <a:pt x="1129860" y="280967"/>
                    <a:pt x="1129860" y="280967"/>
                    <a:pt x="1129860" y="280967"/>
                  </a:cubicBezTo>
                  <a:cubicBezTo>
                    <a:pt x="1129860" y="280967"/>
                    <a:pt x="1129860" y="280967"/>
                    <a:pt x="1129860" y="280967"/>
                  </a:cubicBezTo>
                  <a:cubicBezTo>
                    <a:pt x="1128526" y="277538"/>
                    <a:pt x="1126241" y="274586"/>
                    <a:pt x="1123288" y="272585"/>
                  </a:cubicBezTo>
                  <a:cubicBezTo>
                    <a:pt x="1128145" y="247915"/>
                    <a:pt x="1136813" y="224865"/>
                    <a:pt x="1149672" y="204196"/>
                  </a:cubicBezTo>
                  <a:cubicBezTo>
                    <a:pt x="1151958" y="200481"/>
                    <a:pt x="1154434" y="196861"/>
                    <a:pt x="1157006" y="193337"/>
                  </a:cubicBezTo>
                  <a:cubicBezTo>
                    <a:pt x="1159959" y="196576"/>
                    <a:pt x="1163959" y="198862"/>
                    <a:pt x="1168722" y="199528"/>
                  </a:cubicBezTo>
                  <a:cubicBezTo>
                    <a:pt x="1175008" y="200672"/>
                    <a:pt x="1181200" y="198576"/>
                    <a:pt x="1185295" y="194480"/>
                  </a:cubicBezTo>
                  <a:cubicBezTo>
                    <a:pt x="1186915" y="192861"/>
                    <a:pt x="1188248" y="190861"/>
                    <a:pt x="1189201" y="188670"/>
                  </a:cubicBezTo>
                  <a:cubicBezTo>
                    <a:pt x="1189677" y="187527"/>
                    <a:pt x="1189963" y="186384"/>
                    <a:pt x="1190249" y="185241"/>
                  </a:cubicBezTo>
                  <a:cubicBezTo>
                    <a:pt x="1190534" y="183717"/>
                    <a:pt x="1190534" y="182288"/>
                    <a:pt x="1190344" y="180860"/>
                  </a:cubicBezTo>
                  <a:cubicBezTo>
                    <a:pt x="1190344" y="180669"/>
                    <a:pt x="1190344" y="180574"/>
                    <a:pt x="1190249" y="180478"/>
                  </a:cubicBezTo>
                  <a:cubicBezTo>
                    <a:pt x="1190058" y="179050"/>
                    <a:pt x="1189772" y="177716"/>
                    <a:pt x="1189201" y="176383"/>
                  </a:cubicBezTo>
                  <a:cubicBezTo>
                    <a:pt x="1189201" y="176383"/>
                    <a:pt x="1189201" y="176383"/>
                    <a:pt x="1189201" y="176383"/>
                  </a:cubicBezTo>
                  <a:lnTo>
                    <a:pt x="1189201" y="176383"/>
                  </a:lnTo>
                  <a:cubicBezTo>
                    <a:pt x="1187677" y="172382"/>
                    <a:pt x="1184629" y="168953"/>
                    <a:pt x="1180628" y="166667"/>
                  </a:cubicBezTo>
                  <a:cubicBezTo>
                    <a:pt x="1191582" y="156475"/>
                    <a:pt x="1203869" y="147522"/>
                    <a:pt x="1217490" y="139807"/>
                  </a:cubicBezTo>
                  <a:cubicBezTo>
                    <a:pt x="1227682" y="152380"/>
                    <a:pt x="1235873" y="166477"/>
                    <a:pt x="1242255" y="180669"/>
                  </a:cubicBezTo>
                  <a:cubicBezTo>
                    <a:pt x="1243017" y="182288"/>
                    <a:pt x="1243589" y="183907"/>
                    <a:pt x="1244255" y="185527"/>
                  </a:cubicBezTo>
                  <a:cubicBezTo>
                    <a:pt x="1243303" y="185622"/>
                    <a:pt x="1242255" y="185622"/>
                    <a:pt x="1241302" y="185812"/>
                  </a:cubicBezTo>
                  <a:cubicBezTo>
                    <a:pt x="1241112" y="185812"/>
                    <a:pt x="1241017" y="185908"/>
                    <a:pt x="1240826" y="185908"/>
                  </a:cubicBezTo>
                  <a:cubicBezTo>
                    <a:pt x="1239398" y="186194"/>
                    <a:pt x="1238064" y="186670"/>
                    <a:pt x="1236731" y="187336"/>
                  </a:cubicBezTo>
                  <a:cubicBezTo>
                    <a:pt x="1236731" y="187336"/>
                    <a:pt x="1236731" y="187336"/>
                    <a:pt x="1236731" y="187336"/>
                  </a:cubicBezTo>
                  <a:cubicBezTo>
                    <a:pt x="1236731" y="187336"/>
                    <a:pt x="1236731" y="187336"/>
                    <a:pt x="1236731" y="187336"/>
                  </a:cubicBezTo>
                  <a:cubicBezTo>
                    <a:pt x="1230825" y="190194"/>
                    <a:pt x="1226824" y="195814"/>
                    <a:pt x="1226824" y="202577"/>
                  </a:cubicBezTo>
                  <a:cubicBezTo>
                    <a:pt x="1226824" y="210673"/>
                    <a:pt x="1232349" y="217626"/>
                    <a:pt x="1239969" y="220007"/>
                  </a:cubicBezTo>
                  <a:cubicBezTo>
                    <a:pt x="1240159" y="220103"/>
                    <a:pt x="1240350" y="220103"/>
                    <a:pt x="1240541" y="220198"/>
                  </a:cubicBezTo>
                  <a:cubicBezTo>
                    <a:pt x="1241969" y="220579"/>
                    <a:pt x="1243493" y="220865"/>
                    <a:pt x="1245112" y="220960"/>
                  </a:cubicBezTo>
                  <a:cubicBezTo>
                    <a:pt x="1248446" y="221055"/>
                    <a:pt x="1251590" y="220293"/>
                    <a:pt x="1254447" y="219055"/>
                  </a:cubicBezTo>
                  <a:cubicBezTo>
                    <a:pt x="1254828" y="221055"/>
                    <a:pt x="1255304" y="223055"/>
                    <a:pt x="1255590" y="225056"/>
                  </a:cubicBezTo>
                  <a:cubicBezTo>
                    <a:pt x="1259876" y="250868"/>
                    <a:pt x="1258733" y="277253"/>
                    <a:pt x="1252828" y="303637"/>
                  </a:cubicBezTo>
                  <a:cubicBezTo>
                    <a:pt x="1252256" y="303732"/>
                    <a:pt x="1251590" y="303732"/>
                    <a:pt x="1251018" y="303923"/>
                  </a:cubicBezTo>
                  <a:cubicBezTo>
                    <a:pt x="1250827" y="303923"/>
                    <a:pt x="1250732" y="304018"/>
                    <a:pt x="1250637" y="304018"/>
                  </a:cubicBezTo>
                  <a:cubicBezTo>
                    <a:pt x="1249303" y="304303"/>
                    <a:pt x="1248065" y="304780"/>
                    <a:pt x="1246922" y="305351"/>
                  </a:cubicBezTo>
                  <a:cubicBezTo>
                    <a:pt x="1246922" y="305351"/>
                    <a:pt x="1246922" y="305351"/>
                    <a:pt x="1246922" y="305351"/>
                  </a:cubicBezTo>
                  <a:cubicBezTo>
                    <a:pt x="1246922" y="305351"/>
                    <a:pt x="1246922" y="305351"/>
                    <a:pt x="1246922" y="305351"/>
                  </a:cubicBezTo>
                  <a:cubicBezTo>
                    <a:pt x="1241493" y="308114"/>
                    <a:pt x="1237588" y="313638"/>
                    <a:pt x="1237111" y="320306"/>
                  </a:cubicBezTo>
                  <a:cubicBezTo>
                    <a:pt x="1236635" y="326782"/>
                    <a:pt x="1239302" y="332498"/>
                    <a:pt x="1243684" y="335831"/>
                  </a:cubicBezTo>
                  <a:cubicBezTo>
                    <a:pt x="1234635" y="362597"/>
                    <a:pt x="1225205" y="382599"/>
                    <a:pt x="1216537" y="397553"/>
                  </a:cubicBezTo>
                  <a:cubicBezTo>
                    <a:pt x="1215966" y="397077"/>
                    <a:pt x="1215299" y="396696"/>
                    <a:pt x="1214633" y="396315"/>
                  </a:cubicBezTo>
                  <a:cubicBezTo>
                    <a:pt x="1212347" y="395172"/>
                    <a:pt x="1209870" y="394982"/>
                    <a:pt x="1207393" y="395362"/>
                  </a:cubicBezTo>
                  <a:cubicBezTo>
                    <a:pt x="1207393" y="395362"/>
                    <a:pt x="1207393" y="395362"/>
                    <a:pt x="1207393" y="395362"/>
                  </a:cubicBezTo>
                  <a:cubicBezTo>
                    <a:pt x="1207393" y="395362"/>
                    <a:pt x="1207393" y="395362"/>
                    <a:pt x="1207393" y="395362"/>
                  </a:cubicBezTo>
                  <a:cubicBezTo>
                    <a:pt x="1202250" y="396315"/>
                    <a:pt x="1197392" y="400601"/>
                    <a:pt x="1195106" y="406888"/>
                  </a:cubicBezTo>
                  <a:cubicBezTo>
                    <a:pt x="1192630" y="413746"/>
                    <a:pt x="1193677" y="420699"/>
                    <a:pt x="1197202" y="425271"/>
                  </a:cubicBezTo>
                  <a:cubicBezTo>
                    <a:pt x="1190439" y="433272"/>
                    <a:pt x="1183772" y="439082"/>
                    <a:pt x="1177485" y="442607"/>
                  </a:cubicBezTo>
                  <a:cubicBezTo>
                    <a:pt x="1178247" y="439558"/>
                    <a:pt x="1178628" y="436415"/>
                    <a:pt x="1178247" y="433272"/>
                  </a:cubicBezTo>
                  <a:close/>
                  <a:moveTo>
                    <a:pt x="938122" y="434986"/>
                  </a:moveTo>
                  <a:cubicBezTo>
                    <a:pt x="937836" y="431843"/>
                    <a:pt x="937074" y="428795"/>
                    <a:pt x="935455" y="425938"/>
                  </a:cubicBezTo>
                  <a:cubicBezTo>
                    <a:pt x="934883" y="424890"/>
                    <a:pt x="934216" y="424033"/>
                    <a:pt x="933550" y="423175"/>
                  </a:cubicBezTo>
                  <a:cubicBezTo>
                    <a:pt x="932121" y="421556"/>
                    <a:pt x="930502" y="420223"/>
                    <a:pt x="928787" y="419461"/>
                  </a:cubicBezTo>
                  <a:cubicBezTo>
                    <a:pt x="924501" y="417365"/>
                    <a:pt x="919643" y="417841"/>
                    <a:pt x="915928" y="421175"/>
                  </a:cubicBezTo>
                  <a:cubicBezTo>
                    <a:pt x="914976" y="422032"/>
                    <a:pt x="914309" y="422985"/>
                    <a:pt x="913642" y="424033"/>
                  </a:cubicBezTo>
                  <a:cubicBezTo>
                    <a:pt x="913547" y="424128"/>
                    <a:pt x="913547" y="424223"/>
                    <a:pt x="913452" y="424319"/>
                  </a:cubicBezTo>
                  <a:cubicBezTo>
                    <a:pt x="910214" y="429938"/>
                    <a:pt x="910499" y="438225"/>
                    <a:pt x="914023" y="444607"/>
                  </a:cubicBezTo>
                  <a:cubicBezTo>
                    <a:pt x="904308" y="442511"/>
                    <a:pt x="892592" y="434891"/>
                    <a:pt x="879924" y="420223"/>
                  </a:cubicBezTo>
                  <a:cubicBezTo>
                    <a:pt x="884020" y="414127"/>
                    <a:pt x="883924" y="404507"/>
                    <a:pt x="878876" y="397458"/>
                  </a:cubicBezTo>
                  <a:cubicBezTo>
                    <a:pt x="878019" y="396220"/>
                    <a:pt x="876971" y="395172"/>
                    <a:pt x="875923" y="394315"/>
                  </a:cubicBezTo>
                  <a:cubicBezTo>
                    <a:pt x="875923" y="394315"/>
                    <a:pt x="875828" y="394220"/>
                    <a:pt x="875828" y="394220"/>
                  </a:cubicBezTo>
                  <a:cubicBezTo>
                    <a:pt x="874876" y="393362"/>
                    <a:pt x="873733" y="392695"/>
                    <a:pt x="872685" y="392124"/>
                  </a:cubicBezTo>
                  <a:cubicBezTo>
                    <a:pt x="872590" y="392124"/>
                    <a:pt x="872590" y="392029"/>
                    <a:pt x="872494" y="392029"/>
                  </a:cubicBezTo>
                  <a:cubicBezTo>
                    <a:pt x="872494" y="392029"/>
                    <a:pt x="872494" y="392029"/>
                    <a:pt x="872494" y="392029"/>
                  </a:cubicBezTo>
                  <a:cubicBezTo>
                    <a:pt x="868399" y="390028"/>
                    <a:pt x="863732" y="390314"/>
                    <a:pt x="860017" y="392886"/>
                  </a:cubicBezTo>
                  <a:cubicBezTo>
                    <a:pt x="850015" y="376408"/>
                    <a:pt x="840205" y="355453"/>
                    <a:pt x="831727" y="329640"/>
                  </a:cubicBezTo>
                  <a:cubicBezTo>
                    <a:pt x="836585" y="325449"/>
                    <a:pt x="838871" y="318210"/>
                    <a:pt x="836871" y="311066"/>
                  </a:cubicBezTo>
                  <a:cubicBezTo>
                    <a:pt x="836490" y="309637"/>
                    <a:pt x="835823" y="308304"/>
                    <a:pt x="835157" y="306970"/>
                  </a:cubicBezTo>
                  <a:cubicBezTo>
                    <a:pt x="835061" y="306875"/>
                    <a:pt x="834966" y="306780"/>
                    <a:pt x="834966" y="306590"/>
                  </a:cubicBezTo>
                  <a:cubicBezTo>
                    <a:pt x="834299" y="305351"/>
                    <a:pt x="833442" y="304303"/>
                    <a:pt x="832490" y="303351"/>
                  </a:cubicBezTo>
                  <a:cubicBezTo>
                    <a:pt x="832490" y="303351"/>
                    <a:pt x="832490" y="303351"/>
                    <a:pt x="832490" y="303351"/>
                  </a:cubicBezTo>
                  <a:cubicBezTo>
                    <a:pt x="832490" y="303351"/>
                    <a:pt x="832490" y="303351"/>
                    <a:pt x="832490" y="303351"/>
                  </a:cubicBezTo>
                  <a:cubicBezTo>
                    <a:pt x="830013" y="300684"/>
                    <a:pt x="826774" y="298874"/>
                    <a:pt x="823250" y="298207"/>
                  </a:cubicBezTo>
                  <a:cubicBezTo>
                    <a:pt x="818297" y="273538"/>
                    <a:pt x="817535" y="248868"/>
                    <a:pt x="821536" y="224770"/>
                  </a:cubicBezTo>
                  <a:cubicBezTo>
                    <a:pt x="822202" y="220388"/>
                    <a:pt x="823155" y="216102"/>
                    <a:pt x="824203" y="211911"/>
                  </a:cubicBezTo>
                  <a:cubicBezTo>
                    <a:pt x="828108" y="213816"/>
                    <a:pt x="832775" y="214483"/>
                    <a:pt x="837442" y="213435"/>
                  </a:cubicBezTo>
                  <a:cubicBezTo>
                    <a:pt x="847444" y="211149"/>
                    <a:pt x="853921" y="201433"/>
                    <a:pt x="851825" y="191813"/>
                  </a:cubicBezTo>
                  <a:cubicBezTo>
                    <a:pt x="851540" y="190289"/>
                    <a:pt x="850968" y="188956"/>
                    <a:pt x="850301" y="187718"/>
                  </a:cubicBezTo>
                  <a:cubicBezTo>
                    <a:pt x="850206" y="187622"/>
                    <a:pt x="850111" y="187432"/>
                    <a:pt x="850111" y="187336"/>
                  </a:cubicBezTo>
                  <a:cubicBezTo>
                    <a:pt x="849444" y="186098"/>
                    <a:pt x="848587" y="185050"/>
                    <a:pt x="847634" y="184003"/>
                  </a:cubicBezTo>
                  <a:cubicBezTo>
                    <a:pt x="847634" y="184003"/>
                    <a:pt x="847634" y="184003"/>
                    <a:pt x="847634" y="184003"/>
                  </a:cubicBezTo>
                  <a:cubicBezTo>
                    <a:pt x="847634" y="184003"/>
                    <a:pt x="847634" y="184003"/>
                    <a:pt x="847634" y="184003"/>
                  </a:cubicBezTo>
                  <a:cubicBezTo>
                    <a:pt x="844682" y="180955"/>
                    <a:pt x="840586" y="178954"/>
                    <a:pt x="836014" y="178383"/>
                  </a:cubicBezTo>
                  <a:cubicBezTo>
                    <a:pt x="842300" y="164857"/>
                    <a:pt x="850206" y="151427"/>
                    <a:pt x="859922" y="139426"/>
                  </a:cubicBezTo>
                  <a:cubicBezTo>
                    <a:pt x="875733" y="148379"/>
                    <a:pt x="889830" y="159047"/>
                    <a:pt x="902022" y="171335"/>
                  </a:cubicBezTo>
                  <a:cubicBezTo>
                    <a:pt x="901165" y="171715"/>
                    <a:pt x="900307" y="172192"/>
                    <a:pt x="899545" y="172763"/>
                  </a:cubicBezTo>
                  <a:cubicBezTo>
                    <a:pt x="899450" y="172858"/>
                    <a:pt x="899260" y="172954"/>
                    <a:pt x="899165" y="173049"/>
                  </a:cubicBezTo>
                  <a:cubicBezTo>
                    <a:pt x="897926" y="173906"/>
                    <a:pt x="896878" y="174859"/>
                    <a:pt x="895926" y="176002"/>
                  </a:cubicBezTo>
                  <a:cubicBezTo>
                    <a:pt x="895926" y="176002"/>
                    <a:pt x="895926" y="176002"/>
                    <a:pt x="895926" y="176002"/>
                  </a:cubicBezTo>
                  <a:cubicBezTo>
                    <a:pt x="895926" y="176002"/>
                    <a:pt x="895926" y="176002"/>
                    <a:pt x="895926" y="176002"/>
                  </a:cubicBezTo>
                  <a:cubicBezTo>
                    <a:pt x="891544" y="180955"/>
                    <a:pt x="890020" y="187718"/>
                    <a:pt x="892592" y="193909"/>
                  </a:cubicBezTo>
                  <a:cubicBezTo>
                    <a:pt x="895164" y="200100"/>
                    <a:pt x="900784" y="203910"/>
                    <a:pt x="907070" y="204767"/>
                  </a:cubicBezTo>
                  <a:cubicBezTo>
                    <a:pt x="907070" y="204767"/>
                    <a:pt x="907070" y="204767"/>
                    <a:pt x="907070" y="204767"/>
                  </a:cubicBezTo>
                  <a:cubicBezTo>
                    <a:pt x="907070" y="204767"/>
                    <a:pt x="907165" y="204767"/>
                    <a:pt x="907165" y="204767"/>
                  </a:cubicBezTo>
                  <a:cubicBezTo>
                    <a:pt x="908594" y="204958"/>
                    <a:pt x="910118" y="205053"/>
                    <a:pt x="911547" y="204862"/>
                  </a:cubicBezTo>
                  <a:cubicBezTo>
                    <a:pt x="911642" y="204862"/>
                    <a:pt x="911833" y="204862"/>
                    <a:pt x="911928" y="204862"/>
                  </a:cubicBezTo>
                  <a:cubicBezTo>
                    <a:pt x="913452" y="204672"/>
                    <a:pt x="915071" y="204482"/>
                    <a:pt x="916595" y="204005"/>
                  </a:cubicBezTo>
                  <a:cubicBezTo>
                    <a:pt x="917833" y="203624"/>
                    <a:pt x="918976" y="203053"/>
                    <a:pt x="920024" y="202481"/>
                  </a:cubicBezTo>
                  <a:cubicBezTo>
                    <a:pt x="921739" y="201529"/>
                    <a:pt x="923263" y="200195"/>
                    <a:pt x="924501" y="198766"/>
                  </a:cubicBezTo>
                  <a:cubicBezTo>
                    <a:pt x="925644" y="200481"/>
                    <a:pt x="926787" y="202100"/>
                    <a:pt x="927835" y="203815"/>
                  </a:cubicBezTo>
                  <a:cubicBezTo>
                    <a:pt x="941551" y="225913"/>
                    <a:pt x="950599" y="250678"/>
                    <a:pt x="955172" y="277253"/>
                  </a:cubicBezTo>
                  <a:cubicBezTo>
                    <a:pt x="954600" y="277538"/>
                    <a:pt x="954124" y="277824"/>
                    <a:pt x="953552" y="278205"/>
                  </a:cubicBezTo>
                  <a:cubicBezTo>
                    <a:pt x="953457" y="278300"/>
                    <a:pt x="953362" y="278395"/>
                    <a:pt x="953171" y="278491"/>
                  </a:cubicBezTo>
                  <a:cubicBezTo>
                    <a:pt x="952123" y="279253"/>
                    <a:pt x="951076" y="280205"/>
                    <a:pt x="950218" y="281158"/>
                  </a:cubicBezTo>
                  <a:cubicBezTo>
                    <a:pt x="950218" y="281158"/>
                    <a:pt x="950218" y="281158"/>
                    <a:pt x="950218" y="281158"/>
                  </a:cubicBezTo>
                  <a:lnTo>
                    <a:pt x="950218" y="281158"/>
                  </a:lnTo>
                  <a:cubicBezTo>
                    <a:pt x="946313" y="285825"/>
                    <a:pt x="944789" y="292493"/>
                    <a:pt x="946790" y="298779"/>
                  </a:cubicBezTo>
                  <a:cubicBezTo>
                    <a:pt x="948790" y="304970"/>
                    <a:pt x="953457" y="309066"/>
                    <a:pt x="958696" y="310495"/>
                  </a:cubicBezTo>
                  <a:cubicBezTo>
                    <a:pt x="960601" y="338689"/>
                    <a:pt x="959458" y="360882"/>
                    <a:pt x="957076" y="378027"/>
                  </a:cubicBezTo>
                  <a:cubicBezTo>
                    <a:pt x="956315" y="377836"/>
                    <a:pt x="955648" y="377741"/>
                    <a:pt x="954886" y="377646"/>
                  </a:cubicBezTo>
                  <a:cubicBezTo>
                    <a:pt x="953648" y="377646"/>
                    <a:pt x="952504" y="377836"/>
                    <a:pt x="951361" y="378122"/>
                  </a:cubicBezTo>
                  <a:cubicBezTo>
                    <a:pt x="951266" y="378122"/>
                    <a:pt x="951076" y="378218"/>
                    <a:pt x="950981" y="378218"/>
                  </a:cubicBezTo>
                  <a:cubicBezTo>
                    <a:pt x="949837" y="378503"/>
                    <a:pt x="948885" y="379075"/>
                    <a:pt x="947932" y="379646"/>
                  </a:cubicBezTo>
                  <a:lnTo>
                    <a:pt x="947932" y="379646"/>
                  </a:lnTo>
                  <a:lnTo>
                    <a:pt x="947932" y="379646"/>
                  </a:lnTo>
                  <a:cubicBezTo>
                    <a:pt x="943456" y="382504"/>
                    <a:pt x="940598" y="388124"/>
                    <a:pt x="940884" y="394791"/>
                  </a:cubicBezTo>
                  <a:cubicBezTo>
                    <a:pt x="941170" y="401935"/>
                    <a:pt x="944884" y="408221"/>
                    <a:pt x="949837" y="411269"/>
                  </a:cubicBezTo>
                  <a:cubicBezTo>
                    <a:pt x="946599" y="421270"/>
                    <a:pt x="942598" y="429272"/>
                    <a:pt x="938122" y="434986"/>
                  </a:cubicBezTo>
                  <a:close/>
                  <a:moveTo>
                    <a:pt x="708665" y="460037"/>
                  </a:moveTo>
                  <a:cubicBezTo>
                    <a:pt x="707522" y="460514"/>
                    <a:pt x="706474" y="461085"/>
                    <a:pt x="705521" y="461847"/>
                  </a:cubicBezTo>
                  <a:cubicBezTo>
                    <a:pt x="705426" y="461942"/>
                    <a:pt x="705331" y="462037"/>
                    <a:pt x="705235" y="462133"/>
                  </a:cubicBezTo>
                  <a:cubicBezTo>
                    <a:pt x="704378" y="462895"/>
                    <a:pt x="703616" y="463657"/>
                    <a:pt x="702949" y="464609"/>
                  </a:cubicBezTo>
                  <a:cubicBezTo>
                    <a:pt x="702949" y="464609"/>
                    <a:pt x="702949" y="464609"/>
                    <a:pt x="702949" y="464609"/>
                  </a:cubicBezTo>
                  <a:lnTo>
                    <a:pt x="702949" y="464609"/>
                  </a:lnTo>
                  <a:cubicBezTo>
                    <a:pt x="699997" y="468991"/>
                    <a:pt x="699425" y="475277"/>
                    <a:pt x="702283" y="481278"/>
                  </a:cubicBezTo>
                  <a:cubicBezTo>
                    <a:pt x="705331" y="487755"/>
                    <a:pt x="711141" y="492136"/>
                    <a:pt x="716856" y="493089"/>
                  </a:cubicBezTo>
                  <a:cubicBezTo>
                    <a:pt x="717523" y="503186"/>
                    <a:pt x="716951" y="512044"/>
                    <a:pt x="715046" y="519092"/>
                  </a:cubicBezTo>
                  <a:cubicBezTo>
                    <a:pt x="713522" y="516425"/>
                    <a:pt x="711617" y="513949"/>
                    <a:pt x="709045" y="512044"/>
                  </a:cubicBezTo>
                  <a:cubicBezTo>
                    <a:pt x="705331" y="509186"/>
                    <a:pt x="701140" y="508139"/>
                    <a:pt x="697520" y="508710"/>
                  </a:cubicBezTo>
                  <a:cubicBezTo>
                    <a:pt x="696568" y="508900"/>
                    <a:pt x="695710" y="509091"/>
                    <a:pt x="694948" y="509472"/>
                  </a:cubicBezTo>
                  <a:cubicBezTo>
                    <a:pt x="693329" y="510139"/>
                    <a:pt x="691805" y="511282"/>
                    <a:pt x="690662" y="512711"/>
                  </a:cubicBezTo>
                  <a:cubicBezTo>
                    <a:pt x="690091" y="513473"/>
                    <a:pt x="689519" y="514235"/>
                    <a:pt x="689138" y="515187"/>
                  </a:cubicBezTo>
                  <a:cubicBezTo>
                    <a:pt x="688662" y="516235"/>
                    <a:pt x="688376" y="517473"/>
                    <a:pt x="688186" y="518616"/>
                  </a:cubicBezTo>
                  <a:cubicBezTo>
                    <a:pt x="688186" y="518902"/>
                    <a:pt x="688186" y="519092"/>
                    <a:pt x="688090" y="519378"/>
                  </a:cubicBezTo>
                  <a:cubicBezTo>
                    <a:pt x="687995" y="520521"/>
                    <a:pt x="687995" y="521664"/>
                    <a:pt x="688090" y="522902"/>
                  </a:cubicBezTo>
                  <a:cubicBezTo>
                    <a:pt x="688090" y="522902"/>
                    <a:pt x="688090" y="522902"/>
                    <a:pt x="688090" y="522902"/>
                  </a:cubicBezTo>
                  <a:lnTo>
                    <a:pt x="688090" y="522902"/>
                  </a:lnTo>
                  <a:cubicBezTo>
                    <a:pt x="688662" y="528332"/>
                    <a:pt x="691805" y="533951"/>
                    <a:pt x="696473" y="537666"/>
                  </a:cubicBezTo>
                  <a:cubicBezTo>
                    <a:pt x="686662" y="539476"/>
                    <a:pt x="672850" y="536809"/>
                    <a:pt x="655610" y="528332"/>
                  </a:cubicBezTo>
                  <a:cubicBezTo>
                    <a:pt x="657039" y="520997"/>
                    <a:pt x="653324" y="512329"/>
                    <a:pt x="645895" y="507662"/>
                  </a:cubicBezTo>
                  <a:cubicBezTo>
                    <a:pt x="644657" y="506900"/>
                    <a:pt x="643323" y="506329"/>
                    <a:pt x="642085" y="505853"/>
                  </a:cubicBezTo>
                  <a:cubicBezTo>
                    <a:pt x="641990" y="505853"/>
                    <a:pt x="641799" y="505757"/>
                    <a:pt x="641704" y="505757"/>
                  </a:cubicBezTo>
                  <a:cubicBezTo>
                    <a:pt x="635798" y="503948"/>
                    <a:pt x="629988" y="505948"/>
                    <a:pt x="626845" y="510710"/>
                  </a:cubicBezTo>
                  <a:cubicBezTo>
                    <a:pt x="611224" y="499280"/>
                    <a:pt x="594079" y="483754"/>
                    <a:pt x="576362" y="463181"/>
                  </a:cubicBezTo>
                  <a:cubicBezTo>
                    <a:pt x="579315" y="457465"/>
                    <a:pt x="578553" y="449941"/>
                    <a:pt x="574076" y="444131"/>
                  </a:cubicBezTo>
                  <a:cubicBezTo>
                    <a:pt x="573124" y="442892"/>
                    <a:pt x="572076" y="441940"/>
                    <a:pt x="570933" y="441082"/>
                  </a:cubicBezTo>
                  <a:cubicBezTo>
                    <a:pt x="570838" y="440987"/>
                    <a:pt x="570742" y="440892"/>
                    <a:pt x="570552" y="440797"/>
                  </a:cubicBezTo>
                  <a:cubicBezTo>
                    <a:pt x="569409" y="439940"/>
                    <a:pt x="568266" y="439273"/>
                    <a:pt x="567028" y="438701"/>
                  </a:cubicBezTo>
                  <a:cubicBezTo>
                    <a:pt x="567028" y="438701"/>
                    <a:pt x="567028" y="438701"/>
                    <a:pt x="567028" y="438701"/>
                  </a:cubicBezTo>
                  <a:cubicBezTo>
                    <a:pt x="567028" y="438701"/>
                    <a:pt x="567028" y="438701"/>
                    <a:pt x="567028" y="438701"/>
                  </a:cubicBezTo>
                  <a:cubicBezTo>
                    <a:pt x="563694" y="437177"/>
                    <a:pt x="559979" y="436796"/>
                    <a:pt x="556455" y="437463"/>
                  </a:cubicBezTo>
                  <a:cubicBezTo>
                    <a:pt x="542453" y="416603"/>
                    <a:pt x="532261" y="394124"/>
                    <a:pt x="526737" y="370312"/>
                  </a:cubicBezTo>
                  <a:cubicBezTo>
                    <a:pt x="525689" y="366025"/>
                    <a:pt x="524927" y="361739"/>
                    <a:pt x="524165" y="357358"/>
                  </a:cubicBezTo>
                  <a:cubicBezTo>
                    <a:pt x="528451" y="357548"/>
                    <a:pt x="533023" y="356405"/>
                    <a:pt x="536929" y="353643"/>
                  </a:cubicBezTo>
                  <a:cubicBezTo>
                    <a:pt x="545311" y="347642"/>
                    <a:pt x="547501" y="336307"/>
                    <a:pt x="541882" y="328211"/>
                  </a:cubicBezTo>
                  <a:cubicBezTo>
                    <a:pt x="541024" y="326973"/>
                    <a:pt x="539977" y="325925"/>
                    <a:pt x="538834" y="324973"/>
                  </a:cubicBezTo>
                  <a:cubicBezTo>
                    <a:pt x="538739" y="324878"/>
                    <a:pt x="538643" y="324782"/>
                    <a:pt x="538453" y="324687"/>
                  </a:cubicBezTo>
                  <a:cubicBezTo>
                    <a:pt x="537310" y="323830"/>
                    <a:pt x="536167" y="323068"/>
                    <a:pt x="534833" y="322496"/>
                  </a:cubicBezTo>
                  <a:cubicBezTo>
                    <a:pt x="534833" y="322496"/>
                    <a:pt x="534833" y="322496"/>
                    <a:pt x="534833" y="322496"/>
                  </a:cubicBezTo>
                  <a:lnTo>
                    <a:pt x="534833" y="322496"/>
                  </a:lnTo>
                  <a:cubicBezTo>
                    <a:pt x="530928" y="320782"/>
                    <a:pt x="526356" y="320496"/>
                    <a:pt x="521974" y="321734"/>
                  </a:cubicBezTo>
                  <a:cubicBezTo>
                    <a:pt x="522546" y="306875"/>
                    <a:pt x="524737" y="291540"/>
                    <a:pt x="529023" y="276586"/>
                  </a:cubicBezTo>
                  <a:cubicBezTo>
                    <a:pt x="547120" y="278777"/>
                    <a:pt x="564170" y="283253"/>
                    <a:pt x="580172" y="289921"/>
                  </a:cubicBezTo>
                  <a:cubicBezTo>
                    <a:pt x="579506" y="290683"/>
                    <a:pt x="578934" y="291445"/>
                    <a:pt x="578362" y="292207"/>
                  </a:cubicBezTo>
                  <a:cubicBezTo>
                    <a:pt x="578267" y="292397"/>
                    <a:pt x="578172" y="292493"/>
                    <a:pt x="578077" y="292683"/>
                  </a:cubicBezTo>
                  <a:cubicBezTo>
                    <a:pt x="577315" y="293921"/>
                    <a:pt x="576648" y="295255"/>
                    <a:pt x="576172" y="296588"/>
                  </a:cubicBezTo>
                  <a:cubicBezTo>
                    <a:pt x="576172" y="296588"/>
                    <a:pt x="576172" y="296588"/>
                    <a:pt x="576172" y="296588"/>
                  </a:cubicBezTo>
                  <a:cubicBezTo>
                    <a:pt x="576172" y="296588"/>
                    <a:pt x="576172" y="296588"/>
                    <a:pt x="576172" y="296588"/>
                  </a:cubicBezTo>
                  <a:cubicBezTo>
                    <a:pt x="574076" y="302779"/>
                    <a:pt x="575219" y="309637"/>
                    <a:pt x="579982" y="314400"/>
                  </a:cubicBezTo>
                  <a:cubicBezTo>
                    <a:pt x="584744" y="319162"/>
                    <a:pt x="591316" y="320496"/>
                    <a:pt x="597508" y="318877"/>
                  </a:cubicBezTo>
                  <a:cubicBezTo>
                    <a:pt x="597508" y="318877"/>
                    <a:pt x="597508" y="318877"/>
                    <a:pt x="597508" y="318877"/>
                  </a:cubicBezTo>
                  <a:cubicBezTo>
                    <a:pt x="597508" y="318877"/>
                    <a:pt x="597508" y="318877"/>
                    <a:pt x="597603" y="318877"/>
                  </a:cubicBezTo>
                  <a:cubicBezTo>
                    <a:pt x="599032" y="318496"/>
                    <a:pt x="600460" y="317924"/>
                    <a:pt x="601794" y="317257"/>
                  </a:cubicBezTo>
                  <a:cubicBezTo>
                    <a:pt x="601889" y="317257"/>
                    <a:pt x="601889" y="317162"/>
                    <a:pt x="601984" y="317162"/>
                  </a:cubicBezTo>
                  <a:cubicBezTo>
                    <a:pt x="603413" y="316400"/>
                    <a:pt x="604747" y="315543"/>
                    <a:pt x="605985" y="314495"/>
                  </a:cubicBezTo>
                  <a:cubicBezTo>
                    <a:pt x="608461" y="312304"/>
                    <a:pt x="610176" y="309542"/>
                    <a:pt x="611224" y="306590"/>
                  </a:cubicBezTo>
                  <a:cubicBezTo>
                    <a:pt x="612938" y="307732"/>
                    <a:pt x="614653" y="308780"/>
                    <a:pt x="616272" y="310019"/>
                  </a:cubicBezTo>
                  <a:cubicBezTo>
                    <a:pt x="637513" y="325068"/>
                    <a:pt x="655324" y="344499"/>
                    <a:pt x="669802" y="367264"/>
                  </a:cubicBezTo>
                  <a:cubicBezTo>
                    <a:pt x="669422" y="367740"/>
                    <a:pt x="669040" y="368216"/>
                    <a:pt x="668659" y="368693"/>
                  </a:cubicBezTo>
                  <a:cubicBezTo>
                    <a:pt x="668564" y="368788"/>
                    <a:pt x="668469" y="368978"/>
                    <a:pt x="668469" y="369074"/>
                  </a:cubicBezTo>
                  <a:cubicBezTo>
                    <a:pt x="667802" y="370216"/>
                    <a:pt x="667231" y="371455"/>
                    <a:pt x="666850" y="372693"/>
                  </a:cubicBezTo>
                  <a:cubicBezTo>
                    <a:pt x="666850" y="372693"/>
                    <a:pt x="666850" y="372693"/>
                    <a:pt x="666850" y="372693"/>
                  </a:cubicBezTo>
                  <a:lnTo>
                    <a:pt x="666850" y="372693"/>
                  </a:lnTo>
                  <a:cubicBezTo>
                    <a:pt x="664945" y="378503"/>
                    <a:pt x="666183" y="385266"/>
                    <a:pt x="670469" y="390314"/>
                  </a:cubicBezTo>
                  <a:cubicBezTo>
                    <a:pt x="674660" y="395267"/>
                    <a:pt x="680470" y="397268"/>
                    <a:pt x="685900" y="396506"/>
                  </a:cubicBezTo>
                  <a:cubicBezTo>
                    <a:pt x="698473" y="421842"/>
                    <a:pt x="705998" y="442702"/>
                    <a:pt x="710379" y="459466"/>
                  </a:cubicBezTo>
                  <a:cubicBezTo>
                    <a:pt x="710093" y="459656"/>
                    <a:pt x="709426" y="459752"/>
                    <a:pt x="708665" y="460037"/>
                  </a:cubicBezTo>
                  <a:close/>
                  <a:moveTo>
                    <a:pt x="512259" y="630630"/>
                  </a:moveTo>
                  <a:cubicBezTo>
                    <a:pt x="511306" y="631487"/>
                    <a:pt x="510544" y="632440"/>
                    <a:pt x="509973" y="633487"/>
                  </a:cubicBezTo>
                  <a:cubicBezTo>
                    <a:pt x="509973" y="633487"/>
                    <a:pt x="509973" y="633583"/>
                    <a:pt x="509878" y="633583"/>
                  </a:cubicBezTo>
                  <a:cubicBezTo>
                    <a:pt x="506734" y="639203"/>
                    <a:pt x="508258" y="647108"/>
                    <a:pt x="514450" y="652728"/>
                  </a:cubicBezTo>
                  <a:cubicBezTo>
                    <a:pt x="519784" y="657586"/>
                    <a:pt x="526642" y="659300"/>
                    <a:pt x="532261" y="657967"/>
                  </a:cubicBezTo>
                  <a:cubicBezTo>
                    <a:pt x="536929" y="667206"/>
                    <a:pt x="539786" y="675588"/>
                    <a:pt x="540643" y="682827"/>
                  </a:cubicBezTo>
                  <a:cubicBezTo>
                    <a:pt x="539119" y="681589"/>
                    <a:pt x="537500" y="680541"/>
                    <a:pt x="535690" y="679684"/>
                  </a:cubicBezTo>
                  <a:cubicBezTo>
                    <a:pt x="534643" y="679208"/>
                    <a:pt x="533500" y="678826"/>
                    <a:pt x="532357" y="678541"/>
                  </a:cubicBezTo>
                  <a:cubicBezTo>
                    <a:pt x="530071" y="677969"/>
                    <a:pt x="527880" y="677779"/>
                    <a:pt x="525880" y="677969"/>
                  </a:cubicBezTo>
                  <a:cubicBezTo>
                    <a:pt x="522832" y="678350"/>
                    <a:pt x="520165" y="679493"/>
                    <a:pt x="518260" y="681398"/>
                  </a:cubicBezTo>
                  <a:cubicBezTo>
                    <a:pt x="517022" y="682637"/>
                    <a:pt x="516069" y="684256"/>
                    <a:pt x="515498" y="686066"/>
                  </a:cubicBezTo>
                  <a:cubicBezTo>
                    <a:pt x="515212" y="686923"/>
                    <a:pt x="515116" y="687971"/>
                    <a:pt x="515116" y="688923"/>
                  </a:cubicBezTo>
                  <a:cubicBezTo>
                    <a:pt x="515116" y="690161"/>
                    <a:pt x="515307" y="691399"/>
                    <a:pt x="515688" y="692638"/>
                  </a:cubicBezTo>
                  <a:cubicBezTo>
                    <a:pt x="515688" y="692733"/>
                    <a:pt x="515783" y="692924"/>
                    <a:pt x="515783" y="693019"/>
                  </a:cubicBezTo>
                  <a:cubicBezTo>
                    <a:pt x="516164" y="694162"/>
                    <a:pt x="516640" y="695400"/>
                    <a:pt x="517212" y="696448"/>
                  </a:cubicBezTo>
                  <a:cubicBezTo>
                    <a:pt x="517212" y="696448"/>
                    <a:pt x="517212" y="696448"/>
                    <a:pt x="517212" y="696448"/>
                  </a:cubicBezTo>
                  <a:lnTo>
                    <a:pt x="517212" y="696448"/>
                  </a:lnTo>
                  <a:cubicBezTo>
                    <a:pt x="519879" y="701306"/>
                    <a:pt x="524832" y="705211"/>
                    <a:pt x="530547" y="706925"/>
                  </a:cubicBezTo>
                  <a:cubicBezTo>
                    <a:pt x="522165" y="712355"/>
                    <a:pt x="507973" y="714926"/>
                    <a:pt x="489208" y="713783"/>
                  </a:cubicBezTo>
                  <a:cubicBezTo>
                    <a:pt x="488923" y="712545"/>
                    <a:pt x="488542" y="711307"/>
                    <a:pt x="488065" y="710164"/>
                  </a:cubicBezTo>
                  <a:cubicBezTo>
                    <a:pt x="485779" y="705306"/>
                    <a:pt x="481207" y="701115"/>
                    <a:pt x="475683" y="699210"/>
                  </a:cubicBezTo>
                  <a:cubicBezTo>
                    <a:pt x="474540" y="698829"/>
                    <a:pt x="473492" y="698543"/>
                    <a:pt x="472254" y="698353"/>
                  </a:cubicBezTo>
                  <a:cubicBezTo>
                    <a:pt x="470825" y="698162"/>
                    <a:pt x="469492" y="698162"/>
                    <a:pt x="468158" y="698258"/>
                  </a:cubicBezTo>
                  <a:cubicBezTo>
                    <a:pt x="468063" y="698258"/>
                    <a:pt x="467873" y="698258"/>
                    <a:pt x="467777" y="698353"/>
                  </a:cubicBezTo>
                  <a:cubicBezTo>
                    <a:pt x="466539" y="698448"/>
                    <a:pt x="465301" y="698734"/>
                    <a:pt x="464158" y="699210"/>
                  </a:cubicBezTo>
                  <a:cubicBezTo>
                    <a:pt x="464158" y="699210"/>
                    <a:pt x="464158" y="699210"/>
                    <a:pt x="464158" y="699210"/>
                  </a:cubicBezTo>
                  <a:lnTo>
                    <a:pt x="464158" y="699210"/>
                  </a:lnTo>
                  <a:cubicBezTo>
                    <a:pt x="459872" y="700734"/>
                    <a:pt x="456728" y="704163"/>
                    <a:pt x="455871" y="708545"/>
                  </a:cubicBezTo>
                  <a:cubicBezTo>
                    <a:pt x="437107" y="703973"/>
                    <a:pt x="415294" y="696067"/>
                    <a:pt x="391006" y="683780"/>
                  </a:cubicBezTo>
                  <a:cubicBezTo>
                    <a:pt x="391482" y="677398"/>
                    <a:pt x="388148" y="670730"/>
                    <a:pt x="381671" y="667111"/>
                  </a:cubicBezTo>
                  <a:cubicBezTo>
                    <a:pt x="380338" y="666349"/>
                    <a:pt x="379004" y="665873"/>
                    <a:pt x="377575" y="665491"/>
                  </a:cubicBezTo>
                  <a:cubicBezTo>
                    <a:pt x="377385" y="665491"/>
                    <a:pt x="377290" y="665396"/>
                    <a:pt x="377099" y="665396"/>
                  </a:cubicBezTo>
                  <a:cubicBezTo>
                    <a:pt x="375766" y="665015"/>
                    <a:pt x="374432" y="664825"/>
                    <a:pt x="373099" y="664825"/>
                  </a:cubicBezTo>
                  <a:cubicBezTo>
                    <a:pt x="373099" y="664825"/>
                    <a:pt x="373099" y="664825"/>
                    <a:pt x="373099" y="664825"/>
                  </a:cubicBezTo>
                  <a:cubicBezTo>
                    <a:pt x="373099" y="664825"/>
                    <a:pt x="373099" y="664825"/>
                    <a:pt x="373099" y="664825"/>
                  </a:cubicBezTo>
                  <a:cubicBezTo>
                    <a:pt x="369384" y="664730"/>
                    <a:pt x="365764" y="665682"/>
                    <a:pt x="362812" y="667682"/>
                  </a:cubicBezTo>
                  <a:cubicBezTo>
                    <a:pt x="341952" y="653681"/>
                    <a:pt x="324045" y="636821"/>
                    <a:pt x="309853" y="617009"/>
                  </a:cubicBezTo>
                  <a:cubicBezTo>
                    <a:pt x="307281" y="613485"/>
                    <a:pt x="304900" y="609770"/>
                    <a:pt x="302614" y="606056"/>
                  </a:cubicBezTo>
                  <a:cubicBezTo>
                    <a:pt x="306709" y="604627"/>
                    <a:pt x="310424" y="601769"/>
                    <a:pt x="312806" y="597674"/>
                  </a:cubicBezTo>
                  <a:cubicBezTo>
                    <a:pt x="318330" y="589006"/>
                    <a:pt x="316139" y="577671"/>
                    <a:pt x="307852" y="572337"/>
                  </a:cubicBezTo>
                  <a:cubicBezTo>
                    <a:pt x="306614" y="571480"/>
                    <a:pt x="305185" y="571003"/>
                    <a:pt x="303852" y="570527"/>
                  </a:cubicBezTo>
                  <a:cubicBezTo>
                    <a:pt x="303757" y="570527"/>
                    <a:pt x="303566" y="570432"/>
                    <a:pt x="303471" y="570432"/>
                  </a:cubicBezTo>
                  <a:cubicBezTo>
                    <a:pt x="302137" y="570051"/>
                    <a:pt x="300709" y="569861"/>
                    <a:pt x="299375" y="569765"/>
                  </a:cubicBezTo>
                  <a:cubicBezTo>
                    <a:pt x="299375" y="569765"/>
                    <a:pt x="299375" y="569765"/>
                    <a:pt x="299375" y="569765"/>
                  </a:cubicBezTo>
                  <a:cubicBezTo>
                    <a:pt x="299375" y="569765"/>
                    <a:pt x="299375" y="569765"/>
                    <a:pt x="299375" y="569765"/>
                  </a:cubicBezTo>
                  <a:cubicBezTo>
                    <a:pt x="295089" y="569670"/>
                    <a:pt x="290803" y="571099"/>
                    <a:pt x="287183" y="573956"/>
                  </a:cubicBezTo>
                  <a:cubicBezTo>
                    <a:pt x="282040" y="559954"/>
                    <a:pt x="278420" y="545095"/>
                    <a:pt x="276515" y="529570"/>
                  </a:cubicBezTo>
                  <a:cubicBezTo>
                    <a:pt x="292136" y="525093"/>
                    <a:pt x="308138" y="522902"/>
                    <a:pt x="323759" y="522426"/>
                  </a:cubicBezTo>
                  <a:cubicBezTo>
                    <a:pt x="325474" y="522331"/>
                    <a:pt x="327283" y="522426"/>
                    <a:pt x="328998" y="522426"/>
                  </a:cubicBezTo>
                  <a:cubicBezTo>
                    <a:pt x="328617" y="523378"/>
                    <a:pt x="328331" y="524331"/>
                    <a:pt x="328141" y="525283"/>
                  </a:cubicBezTo>
                  <a:cubicBezTo>
                    <a:pt x="328141" y="525474"/>
                    <a:pt x="328141" y="525569"/>
                    <a:pt x="328045" y="525760"/>
                  </a:cubicBezTo>
                  <a:cubicBezTo>
                    <a:pt x="327760" y="527189"/>
                    <a:pt x="327664" y="528617"/>
                    <a:pt x="327760" y="530046"/>
                  </a:cubicBezTo>
                  <a:cubicBezTo>
                    <a:pt x="327760" y="530046"/>
                    <a:pt x="327760" y="530046"/>
                    <a:pt x="327760" y="530046"/>
                  </a:cubicBezTo>
                  <a:lnTo>
                    <a:pt x="327760" y="530046"/>
                  </a:lnTo>
                  <a:cubicBezTo>
                    <a:pt x="328141" y="536618"/>
                    <a:pt x="331856" y="542428"/>
                    <a:pt x="338047" y="545095"/>
                  </a:cubicBezTo>
                  <a:cubicBezTo>
                    <a:pt x="345572" y="548239"/>
                    <a:pt x="354049" y="545762"/>
                    <a:pt x="359192" y="539571"/>
                  </a:cubicBezTo>
                  <a:cubicBezTo>
                    <a:pt x="359287" y="539381"/>
                    <a:pt x="359478" y="539285"/>
                    <a:pt x="359573" y="539095"/>
                  </a:cubicBezTo>
                  <a:cubicBezTo>
                    <a:pt x="360526" y="537857"/>
                    <a:pt x="361383" y="536618"/>
                    <a:pt x="362050" y="535190"/>
                  </a:cubicBezTo>
                  <a:cubicBezTo>
                    <a:pt x="363193" y="532903"/>
                    <a:pt x="363764" y="530522"/>
                    <a:pt x="363955" y="528141"/>
                  </a:cubicBezTo>
                  <a:cubicBezTo>
                    <a:pt x="364050" y="527379"/>
                    <a:pt x="363955" y="526617"/>
                    <a:pt x="363859" y="525950"/>
                  </a:cubicBezTo>
                  <a:cubicBezTo>
                    <a:pt x="365860" y="526331"/>
                    <a:pt x="367860" y="526712"/>
                    <a:pt x="369860" y="527189"/>
                  </a:cubicBezTo>
                  <a:cubicBezTo>
                    <a:pt x="395292" y="533094"/>
                    <a:pt x="419200" y="544333"/>
                    <a:pt x="441298" y="559859"/>
                  </a:cubicBezTo>
                  <a:cubicBezTo>
                    <a:pt x="441107" y="560431"/>
                    <a:pt x="440917" y="561002"/>
                    <a:pt x="440822" y="561669"/>
                  </a:cubicBezTo>
                  <a:cubicBezTo>
                    <a:pt x="440822" y="561860"/>
                    <a:pt x="440822" y="561955"/>
                    <a:pt x="440726" y="562145"/>
                  </a:cubicBezTo>
                  <a:cubicBezTo>
                    <a:pt x="440536" y="563479"/>
                    <a:pt x="440440" y="564812"/>
                    <a:pt x="440536" y="566050"/>
                  </a:cubicBezTo>
                  <a:cubicBezTo>
                    <a:pt x="440536" y="566050"/>
                    <a:pt x="440536" y="566050"/>
                    <a:pt x="440536" y="566050"/>
                  </a:cubicBezTo>
                  <a:cubicBezTo>
                    <a:pt x="440536" y="566050"/>
                    <a:pt x="440536" y="566050"/>
                    <a:pt x="440536" y="566050"/>
                  </a:cubicBezTo>
                  <a:cubicBezTo>
                    <a:pt x="441012" y="572051"/>
                    <a:pt x="444631" y="577862"/>
                    <a:pt x="450632" y="580910"/>
                  </a:cubicBezTo>
                  <a:cubicBezTo>
                    <a:pt x="456347" y="583862"/>
                    <a:pt x="462634" y="583577"/>
                    <a:pt x="467396" y="580719"/>
                  </a:cubicBezTo>
                  <a:cubicBezTo>
                    <a:pt x="488637" y="599293"/>
                    <a:pt x="503496" y="615771"/>
                    <a:pt x="513973" y="629487"/>
                  </a:cubicBezTo>
                  <a:cubicBezTo>
                    <a:pt x="513402" y="629678"/>
                    <a:pt x="512831" y="630154"/>
                    <a:pt x="512259" y="630630"/>
                  </a:cubicBezTo>
                  <a:close/>
                  <a:moveTo>
                    <a:pt x="192981" y="920666"/>
                  </a:moveTo>
                  <a:cubicBezTo>
                    <a:pt x="196219" y="917714"/>
                    <a:pt x="198506" y="913713"/>
                    <a:pt x="199172" y="908950"/>
                  </a:cubicBezTo>
                  <a:cubicBezTo>
                    <a:pt x="199363" y="907712"/>
                    <a:pt x="199458" y="906474"/>
                    <a:pt x="199458" y="905236"/>
                  </a:cubicBezTo>
                  <a:cubicBezTo>
                    <a:pt x="199363" y="899045"/>
                    <a:pt x="196315" y="893425"/>
                    <a:pt x="191457" y="890186"/>
                  </a:cubicBezTo>
                  <a:cubicBezTo>
                    <a:pt x="189552" y="888853"/>
                    <a:pt x="187266" y="887996"/>
                    <a:pt x="184885" y="887519"/>
                  </a:cubicBezTo>
                  <a:cubicBezTo>
                    <a:pt x="183361" y="887233"/>
                    <a:pt x="181932" y="887233"/>
                    <a:pt x="180503" y="887424"/>
                  </a:cubicBezTo>
                  <a:cubicBezTo>
                    <a:pt x="180313" y="887424"/>
                    <a:pt x="180217" y="887424"/>
                    <a:pt x="180122" y="887519"/>
                  </a:cubicBezTo>
                  <a:cubicBezTo>
                    <a:pt x="178693" y="887710"/>
                    <a:pt x="177360" y="887996"/>
                    <a:pt x="176026" y="888567"/>
                  </a:cubicBezTo>
                  <a:cubicBezTo>
                    <a:pt x="176026" y="888567"/>
                    <a:pt x="176026" y="888567"/>
                    <a:pt x="176026" y="888567"/>
                  </a:cubicBezTo>
                  <a:cubicBezTo>
                    <a:pt x="176026" y="888567"/>
                    <a:pt x="176026" y="888567"/>
                    <a:pt x="176026" y="888567"/>
                  </a:cubicBezTo>
                  <a:cubicBezTo>
                    <a:pt x="172026" y="890091"/>
                    <a:pt x="168597" y="893139"/>
                    <a:pt x="166311" y="897140"/>
                  </a:cubicBezTo>
                  <a:cubicBezTo>
                    <a:pt x="156119" y="886186"/>
                    <a:pt x="147166" y="873899"/>
                    <a:pt x="139450" y="860278"/>
                  </a:cubicBezTo>
                  <a:cubicBezTo>
                    <a:pt x="152023" y="850086"/>
                    <a:pt x="166120" y="841895"/>
                    <a:pt x="180313" y="835513"/>
                  </a:cubicBezTo>
                  <a:cubicBezTo>
                    <a:pt x="181932" y="834751"/>
                    <a:pt x="183551" y="834179"/>
                    <a:pt x="185170" y="833513"/>
                  </a:cubicBezTo>
                  <a:cubicBezTo>
                    <a:pt x="185266" y="834465"/>
                    <a:pt x="185266" y="835513"/>
                    <a:pt x="185456" y="836465"/>
                  </a:cubicBezTo>
                  <a:cubicBezTo>
                    <a:pt x="185456" y="836656"/>
                    <a:pt x="185551" y="836751"/>
                    <a:pt x="185551" y="836941"/>
                  </a:cubicBezTo>
                  <a:cubicBezTo>
                    <a:pt x="185837" y="838370"/>
                    <a:pt x="186314" y="839704"/>
                    <a:pt x="186980" y="841037"/>
                  </a:cubicBezTo>
                  <a:cubicBezTo>
                    <a:pt x="186980" y="841037"/>
                    <a:pt x="186980" y="841037"/>
                    <a:pt x="186980" y="841037"/>
                  </a:cubicBezTo>
                  <a:cubicBezTo>
                    <a:pt x="186980" y="841037"/>
                    <a:pt x="186980" y="841037"/>
                    <a:pt x="186980" y="841037"/>
                  </a:cubicBezTo>
                  <a:cubicBezTo>
                    <a:pt x="189838" y="846943"/>
                    <a:pt x="195457" y="850943"/>
                    <a:pt x="202220" y="850943"/>
                  </a:cubicBezTo>
                  <a:cubicBezTo>
                    <a:pt x="210316" y="850943"/>
                    <a:pt x="217270" y="845419"/>
                    <a:pt x="219651" y="837799"/>
                  </a:cubicBezTo>
                  <a:cubicBezTo>
                    <a:pt x="219746" y="837608"/>
                    <a:pt x="219746" y="837418"/>
                    <a:pt x="219841" y="837227"/>
                  </a:cubicBezTo>
                  <a:cubicBezTo>
                    <a:pt x="220223" y="835799"/>
                    <a:pt x="220508" y="834274"/>
                    <a:pt x="220603" y="832655"/>
                  </a:cubicBezTo>
                  <a:cubicBezTo>
                    <a:pt x="220699" y="829322"/>
                    <a:pt x="219937" y="826178"/>
                    <a:pt x="218698" y="823321"/>
                  </a:cubicBezTo>
                  <a:cubicBezTo>
                    <a:pt x="220699" y="822940"/>
                    <a:pt x="222699" y="822464"/>
                    <a:pt x="224699" y="822178"/>
                  </a:cubicBezTo>
                  <a:cubicBezTo>
                    <a:pt x="250512" y="817891"/>
                    <a:pt x="276896" y="819034"/>
                    <a:pt x="303281" y="824940"/>
                  </a:cubicBezTo>
                  <a:cubicBezTo>
                    <a:pt x="303376" y="825512"/>
                    <a:pt x="303376" y="826178"/>
                    <a:pt x="303566" y="826750"/>
                  </a:cubicBezTo>
                  <a:cubicBezTo>
                    <a:pt x="303566" y="826940"/>
                    <a:pt x="303661" y="827035"/>
                    <a:pt x="303661" y="827226"/>
                  </a:cubicBezTo>
                  <a:cubicBezTo>
                    <a:pt x="303947" y="828559"/>
                    <a:pt x="304423" y="829798"/>
                    <a:pt x="304995" y="830941"/>
                  </a:cubicBezTo>
                  <a:cubicBezTo>
                    <a:pt x="304995" y="830941"/>
                    <a:pt x="304995" y="830941"/>
                    <a:pt x="304995" y="830941"/>
                  </a:cubicBezTo>
                  <a:lnTo>
                    <a:pt x="304995" y="830941"/>
                  </a:lnTo>
                  <a:cubicBezTo>
                    <a:pt x="307757" y="836370"/>
                    <a:pt x="313282" y="840275"/>
                    <a:pt x="319949" y="840751"/>
                  </a:cubicBezTo>
                  <a:cubicBezTo>
                    <a:pt x="326426" y="841228"/>
                    <a:pt x="332141" y="838561"/>
                    <a:pt x="335475" y="834179"/>
                  </a:cubicBezTo>
                  <a:cubicBezTo>
                    <a:pt x="362240" y="843228"/>
                    <a:pt x="382243" y="852658"/>
                    <a:pt x="397197" y="861325"/>
                  </a:cubicBezTo>
                  <a:cubicBezTo>
                    <a:pt x="396721" y="861897"/>
                    <a:pt x="396340" y="862564"/>
                    <a:pt x="395959" y="863231"/>
                  </a:cubicBezTo>
                  <a:cubicBezTo>
                    <a:pt x="394816" y="865516"/>
                    <a:pt x="394625" y="867993"/>
                    <a:pt x="395006" y="870470"/>
                  </a:cubicBezTo>
                  <a:cubicBezTo>
                    <a:pt x="395006" y="870470"/>
                    <a:pt x="395006" y="870470"/>
                    <a:pt x="395006" y="870470"/>
                  </a:cubicBezTo>
                  <a:cubicBezTo>
                    <a:pt x="395006" y="870470"/>
                    <a:pt x="395006" y="870470"/>
                    <a:pt x="395006" y="870470"/>
                  </a:cubicBezTo>
                  <a:cubicBezTo>
                    <a:pt x="395959" y="875613"/>
                    <a:pt x="400245" y="880471"/>
                    <a:pt x="406531" y="882757"/>
                  </a:cubicBezTo>
                  <a:cubicBezTo>
                    <a:pt x="413389" y="885233"/>
                    <a:pt x="420343" y="884185"/>
                    <a:pt x="424915" y="880661"/>
                  </a:cubicBezTo>
                  <a:cubicBezTo>
                    <a:pt x="432916" y="887424"/>
                    <a:pt x="438726" y="894091"/>
                    <a:pt x="442250" y="900378"/>
                  </a:cubicBezTo>
                  <a:cubicBezTo>
                    <a:pt x="439298" y="899521"/>
                    <a:pt x="436154" y="899140"/>
                    <a:pt x="433011" y="899616"/>
                  </a:cubicBezTo>
                  <a:cubicBezTo>
                    <a:pt x="431868" y="899807"/>
                    <a:pt x="430725" y="899997"/>
                    <a:pt x="429677" y="900378"/>
                  </a:cubicBezTo>
                  <a:cubicBezTo>
                    <a:pt x="428058" y="900949"/>
                    <a:pt x="426629" y="901712"/>
                    <a:pt x="425296" y="902664"/>
                  </a:cubicBezTo>
                  <a:cubicBezTo>
                    <a:pt x="421772" y="905236"/>
                    <a:pt x="419771" y="908950"/>
                    <a:pt x="420248" y="913046"/>
                  </a:cubicBezTo>
                  <a:cubicBezTo>
                    <a:pt x="420343" y="913999"/>
                    <a:pt x="420628" y="914951"/>
                    <a:pt x="421009" y="915904"/>
                  </a:cubicBezTo>
                  <a:cubicBezTo>
                    <a:pt x="421486" y="917047"/>
                    <a:pt x="422152" y="918190"/>
                    <a:pt x="422914" y="919142"/>
                  </a:cubicBezTo>
                  <a:cubicBezTo>
                    <a:pt x="423010" y="919238"/>
                    <a:pt x="423105" y="919333"/>
                    <a:pt x="423200" y="919428"/>
                  </a:cubicBezTo>
                  <a:cubicBezTo>
                    <a:pt x="423962" y="920381"/>
                    <a:pt x="424819" y="921238"/>
                    <a:pt x="425867" y="922095"/>
                  </a:cubicBezTo>
                  <a:cubicBezTo>
                    <a:pt x="425867" y="922095"/>
                    <a:pt x="425867" y="922095"/>
                    <a:pt x="425867" y="922095"/>
                  </a:cubicBezTo>
                  <a:cubicBezTo>
                    <a:pt x="425867" y="922095"/>
                    <a:pt x="425867" y="922095"/>
                    <a:pt x="425867" y="922095"/>
                  </a:cubicBezTo>
                  <a:cubicBezTo>
                    <a:pt x="430153" y="925524"/>
                    <a:pt x="436249" y="927334"/>
                    <a:pt x="442155" y="926572"/>
                  </a:cubicBezTo>
                  <a:cubicBezTo>
                    <a:pt x="436535" y="934763"/>
                    <a:pt x="424343" y="942574"/>
                    <a:pt x="406627" y="948860"/>
                  </a:cubicBezTo>
                  <a:cubicBezTo>
                    <a:pt x="404722" y="946098"/>
                    <a:pt x="401959" y="943812"/>
                    <a:pt x="398626" y="942383"/>
                  </a:cubicBezTo>
                  <a:cubicBezTo>
                    <a:pt x="394530" y="940574"/>
                    <a:pt x="389672" y="940002"/>
                    <a:pt x="385100" y="941050"/>
                  </a:cubicBezTo>
                  <a:cubicBezTo>
                    <a:pt x="383672" y="941431"/>
                    <a:pt x="382433" y="941907"/>
                    <a:pt x="381290" y="942479"/>
                  </a:cubicBezTo>
                  <a:cubicBezTo>
                    <a:pt x="381195" y="942574"/>
                    <a:pt x="381100" y="942574"/>
                    <a:pt x="380909" y="942669"/>
                  </a:cubicBezTo>
                  <a:cubicBezTo>
                    <a:pt x="379766" y="943241"/>
                    <a:pt x="378814" y="944002"/>
                    <a:pt x="377956" y="944765"/>
                  </a:cubicBezTo>
                  <a:cubicBezTo>
                    <a:pt x="377956" y="944765"/>
                    <a:pt x="377956" y="944765"/>
                    <a:pt x="377956" y="944765"/>
                  </a:cubicBezTo>
                  <a:lnTo>
                    <a:pt x="377956" y="944765"/>
                  </a:lnTo>
                  <a:cubicBezTo>
                    <a:pt x="374623" y="947813"/>
                    <a:pt x="373003" y="952194"/>
                    <a:pt x="373861" y="956575"/>
                  </a:cubicBezTo>
                  <a:cubicBezTo>
                    <a:pt x="354715" y="959528"/>
                    <a:pt x="331570" y="960671"/>
                    <a:pt x="304423" y="958671"/>
                  </a:cubicBezTo>
                  <a:cubicBezTo>
                    <a:pt x="302423" y="952575"/>
                    <a:pt x="296708" y="947717"/>
                    <a:pt x="289374" y="946860"/>
                  </a:cubicBezTo>
                  <a:cubicBezTo>
                    <a:pt x="287850" y="946670"/>
                    <a:pt x="286421" y="946765"/>
                    <a:pt x="284992" y="946860"/>
                  </a:cubicBezTo>
                  <a:cubicBezTo>
                    <a:pt x="284802" y="946860"/>
                    <a:pt x="284707" y="946955"/>
                    <a:pt x="284516" y="946955"/>
                  </a:cubicBezTo>
                  <a:cubicBezTo>
                    <a:pt x="283183" y="947146"/>
                    <a:pt x="281849" y="947527"/>
                    <a:pt x="280611" y="948003"/>
                  </a:cubicBezTo>
                  <a:cubicBezTo>
                    <a:pt x="280611" y="948003"/>
                    <a:pt x="280611" y="948003"/>
                    <a:pt x="280611" y="948003"/>
                  </a:cubicBezTo>
                  <a:cubicBezTo>
                    <a:pt x="280611" y="948003"/>
                    <a:pt x="280611" y="948003"/>
                    <a:pt x="280611" y="948003"/>
                  </a:cubicBezTo>
                  <a:cubicBezTo>
                    <a:pt x="277182" y="949337"/>
                    <a:pt x="274229" y="951623"/>
                    <a:pt x="272229" y="954575"/>
                  </a:cubicBezTo>
                  <a:cubicBezTo>
                    <a:pt x="247559" y="949717"/>
                    <a:pt x="224509" y="941050"/>
                    <a:pt x="203839" y="928191"/>
                  </a:cubicBezTo>
                  <a:cubicBezTo>
                    <a:pt x="200125" y="925715"/>
                    <a:pt x="196505" y="923238"/>
                    <a:pt x="192981" y="920666"/>
                  </a:cubicBezTo>
                  <a:close/>
                  <a:moveTo>
                    <a:pt x="224794" y="1255851"/>
                  </a:moveTo>
                  <a:cubicBezTo>
                    <a:pt x="220413" y="1255184"/>
                    <a:pt x="216127" y="1254232"/>
                    <a:pt x="211936" y="1253184"/>
                  </a:cubicBezTo>
                  <a:cubicBezTo>
                    <a:pt x="213841" y="1249279"/>
                    <a:pt x="214507" y="1244612"/>
                    <a:pt x="213460" y="1239944"/>
                  </a:cubicBezTo>
                  <a:cubicBezTo>
                    <a:pt x="212888" y="1237468"/>
                    <a:pt x="211840" y="1235182"/>
                    <a:pt x="210412" y="1233182"/>
                  </a:cubicBezTo>
                  <a:cubicBezTo>
                    <a:pt x="208316" y="1230229"/>
                    <a:pt x="205459" y="1227943"/>
                    <a:pt x="202220" y="1226609"/>
                  </a:cubicBezTo>
                  <a:cubicBezTo>
                    <a:pt x="198982" y="1225276"/>
                    <a:pt x="195362" y="1224800"/>
                    <a:pt x="191743" y="1225657"/>
                  </a:cubicBezTo>
                  <a:cubicBezTo>
                    <a:pt x="190219" y="1225942"/>
                    <a:pt x="188885" y="1226514"/>
                    <a:pt x="187647" y="1227181"/>
                  </a:cubicBezTo>
                  <a:cubicBezTo>
                    <a:pt x="187552" y="1227276"/>
                    <a:pt x="187361" y="1227371"/>
                    <a:pt x="187266" y="1227371"/>
                  </a:cubicBezTo>
                  <a:cubicBezTo>
                    <a:pt x="186028" y="1228038"/>
                    <a:pt x="184980" y="1228895"/>
                    <a:pt x="183932" y="1229848"/>
                  </a:cubicBezTo>
                  <a:cubicBezTo>
                    <a:pt x="183932" y="1229848"/>
                    <a:pt x="183932" y="1229848"/>
                    <a:pt x="183932" y="1229848"/>
                  </a:cubicBezTo>
                  <a:cubicBezTo>
                    <a:pt x="183932" y="1229848"/>
                    <a:pt x="183932" y="1229848"/>
                    <a:pt x="183932" y="1229848"/>
                  </a:cubicBezTo>
                  <a:cubicBezTo>
                    <a:pt x="180884" y="1232800"/>
                    <a:pt x="178884" y="1236896"/>
                    <a:pt x="178312" y="1241468"/>
                  </a:cubicBezTo>
                  <a:cubicBezTo>
                    <a:pt x="164787" y="1235182"/>
                    <a:pt x="151357" y="1227276"/>
                    <a:pt x="139355" y="1217560"/>
                  </a:cubicBezTo>
                  <a:cubicBezTo>
                    <a:pt x="148309" y="1201749"/>
                    <a:pt x="158977" y="1187652"/>
                    <a:pt x="171264" y="1175460"/>
                  </a:cubicBezTo>
                  <a:cubicBezTo>
                    <a:pt x="171645" y="1176317"/>
                    <a:pt x="172121" y="1177175"/>
                    <a:pt x="172693" y="1177937"/>
                  </a:cubicBezTo>
                  <a:cubicBezTo>
                    <a:pt x="172788" y="1178032"/>
                    <a:pt x="172883" y="1178222"/>
                    <a:pt x="172978" y="1178317"/>
                  </a:cubicBezTo>
                  <a:cubicBezTo>
                    <a:pt x="173836" y="1179556"/>
                    <a:pt x="174788" y="1180604"/>
                    <a:pt x="175931" y="1181556"/>
                  </a:cubicBezTo>
                  <a:cubicBezTo>
                    <a:pt x="175931" y="1181556"/>
                    <a:pt x="175931" y="1181556"/>
                    <a:pt x="175931" y="1181556"/>
                  </a:cubicBezTo>
                  <a:cubicBezTo>
                    <a:pt x="175931" y="1181556"/>
                    <a:pt x="175931" y="1181556"/>
                    <a:pt x="175931" y="1181556"/>
                  </a:cubicBezTo>
                  <a:cubicBezTo>
                    <a:pt x="180884" y="1185938"/>
                    <a:pt x="187647" y="1187462"/>
                    <a:pt x="193838" y="1184890"/>
                  </a:cubicBezTo>
                  <a:cubicBezTo>
                    <a:pt x="200029" y="1182318"/>
                    <a:pt x="203839" y="1176698"/>
                    <a:pt x="204697" y="1170412"/>
                  </a:cubicBezTo>
                  <a:cubicBezTo>
                    <a:pt x="204697" y="1170412"/>
                    <a:pt x="204697" y="1170412"/>
                    <a:pt x="204697" y="1170412"/>
                  </a:cubicBezTo>
                  <a:cubicBezTo>
                    <a:pt x="204697" y="1170412"/>
                    <a:pt x="204697" y="1170317"/>
                    <a:pt x="204697" y="1170317"/>
                  </a:cubicBezTo>
                  <a:cubicBezTo>
                    <a:pt x="204887" y="1168888"/>
                    <a:pt x="204982" y="1167364"/>
                    <a:pt x="204792" y="1165935"/>
                  </a:cubicBezTo>
                  <a:cubicBezTo>
                    <a:pt x="204792" y="1165840"/>
                    <a:pt x="204792" y="1165649"/>
                    <a:pt x="204792" y="1165554"/>
                  </a:cubicBezTo>
                  <a:cubicBezTo>
                    <a:pt x="204601" y="1164030"/>
                    <a:pt x="204411" y="1162411"/>
                    <a:pt x="203935" y="1160887"/>
                  </a:cubicBezTo>
                  <a:cubicBezTo>
                    <a:pt x="202887" y="1157743"/>
                    <a:pt x="200982" y="1155076"/>
                    <a:pt x="198696" y="1152981"/>
                  </a:cubicBezTo>
                  <a:cubicBezTo>
                    <a:pt x="200410" y="1151838"/>
                    <a:pt x="202030" y="1150695"/>
                    <a:pt x="203744" y="1149647"/>
                  </a:cubicBezTo>
                  <a:cubicBezTo>
                    <a:pt x="225842" y="1135931"/>
                    <a:pt x="250607" y="1126883"/>
                    <a:pt x="277182" y="1122310"/>
                  </a:cubicBezTo>
                  <a:cubicBezTo>
                    <a:pt x="277468" y="1122882"/>
                    <a:pt x="277753" y="1123358"/>
                    <a:pt x="278134" y="1123930"/>
                  </a:cubicBezTo>
                  <a:cubicBezTo>
                    <a:pt x="278230" y="1124025"/>
                    <a:pt x="278325" y="1124120"/>
                    <a:pt x="278420" y="1124311"/>
                  </a:cubicBezTo>
                  <a:cubicBezTo>
                    <a:pt x="279182" y="1125358"/>
                    <a:pt x="280135" y="1126406"/>
                    <a:pt x="281087" y="1127264"/>
                  </a:cubicBezTo>
                  <a:cubicBezTo>
                    <a:pt x="281087" y="1127264"/>
                    <a:pt x="281087" y="1127264"/>
                    <a:pt x="281087" y="1127264"/>
                  </a:cubicBezTo>
                  <a:lnTo>
                    <a:pt x="281087" y="1127264"/>
                  </a:lnTo>
                  <a:cubicBezTo>
                    <a:pt x="285754" y="1131169"/>
                    <a:pt x="292422" y="1132693"/>
                    <a:pt x="298708" y="1130692"/>
                  </a:cubicBezTo>
                  <a:cubicBezTo>
                    <a:pt x="304900" y="1128692"/>
                    <a:pt x="308995" y="1124025"/>
                    <a:pt x="310424" y="1118786"/>
                  </a:cubicBezTo>
                  <a:cubicBezTo>
                    <a:pt x="338618" y="1116881"/>
                    <a:pt x="360811" y="1118024"/>
                    <a:pt x="377956" y="1120406"/>
                  </a:cubicBezTo>
                  <a:cubicBezTo>
                    <a:pt x="377766" y="1121167"/>
                    <a:pt x="377671" y="1121834"/>
                    <a:pt x="377575" y="1122596"/>
                  </a:cubicBezTo>
                  <a:cubicBezTo>
                    <a:pt x="377575" y="1123834"/>
                    <a:pt x="377766" y="1124977"/>
                    <a:pt x="378052" y="1126121"/>
                  </a:cubicBezTo>
                  <a:cubicBezTo>
                    <a:pt x="378052" y="1126216"/>
                    <a:pt x="378147" y="1126406"/>
                    <a:pt x="378147" y="1126501"/>
                  </a:cubicBezTo>
                  <a:cubicBezTo>
                    <a:pt x="378433" y="1127645"/>
                    <a:pt x="379004" y="1128597"/>
                    <a:pt x="379576" y="1129550"/>
                  </a:cubicBezTo>
                  <a:cubicBezTo>
                    <a:pt x="379576" y="1129550"/>
                    <a:pt x="379576" y="1129550"/>
                    <a:pt x="379576" y="1129550"/>
                  </a:cubicBezTo>
                  <a:lnTo>
                    <a:pt x="379576" y="1129550"/>
                  </a:lnTo>
                  <a:cubicBezTo>
                    <a:pt x="382433" y="1134026"/>
                    <a:pt x="388053" y="1136884"/>
                    <a:pt x="394720" y="1136598"/>
                  </a:cubicBezTo>
                  <a:cubicBezTo>
                    <a:pt x="401864" y="1136312"/>
                    <a:pt x="408151" y="1132598"/>
                    <a:pt x="411199" y="1127645"/>
                  </a:cubicBezTo>
                  <a:cubicBezTo>
                    <a:pt x="420914" y="1130978"/>
                    <a:pt x="428915" y="1134979"/>
                    <a:pt x="434630" y="1139456"/>
                  </a:cubicBezTo>
                  <a:cubicBezTo>
                    <a:pt x="431487" y="1139741"/>
                    <a:pt x="428439" y="1140503"/>
                    <a:pt x="425581" y="1142123"/>
                  </a:cubicBezTo>
                  <a:cubicBezTo>
                    <a:pt x="417485" y="1146790"/>
                    <a:pt x="415390" y="1155743"/>
                    <a:pt x="420819" y="1161649"/>
                  </a:cubicBezTo>
                  <a:cubicBezTo>
                    <a:pt x="421676" y="1162601"/>
                    <a:pt x="422629" y="1163268"/>
                    <a:pt x="423676" y="1163935"/>
                  </a:cubicBezTo>
                  <a:cubicBezTo>
                    <a:pt x="423772" y="1164030"/>
                    <a:pt x="423867" y="1164030"/>
                    <a:pt x="423962" y="1164125"/>
                  </a:cubicBezTo>
                  <a:cubicBezTo>
                    <a:pt x="425010" y="1164697"/>
                    <a:pt x="426153" y="1165173"/>
                    <a:pt x="427391" y="1165554"/>
                  </a:cubicBezTo>
                  <a:lnTo>
                    <a:pt x="427391" y="1165554"/>
                  </a:lnTo>
                  <a:lnTo>
                    <a:pt x="427391" y="1165554"/>
                  </a:lnTo>
                  <a:cubicBezTo>
                    <a:pt x="432630" y="1167078"/>
                    <a:pt x="439107" y="1166411"/>
                    <a:pt x="444250" y="1163554"/>
                  </a:cubicBezTo>
                  <a:cubicBezTo>
                    <a:pt x="442155" y="1173269"/>
                    <a:pt x="434535" y="1184985"/>
                    <a:pt x="419866" y="1197653"/>
                  </a:cubicBezTo>
                  <a:cubicBezTo>
                    <a:pt x="413770" y="1193558"/>
                    <a:pt x="404150" y="1193653"/>
                    <a:pt x="397102" y="1198701"/>
                  </a:cubicBezTo>
                  <a:cubicBezTo>
                    <a:pt x="395864" y="1199558"/>
                    <a:pt x="394816" y="1200606"/>
                    <a:pt x="393958" y="1201654"/>
                  </a:cubicBezTo>
                  <a:cubicBezTo>
                    <a:pt x="393958" y="1201654"/>
                    <a:pt x="393863" y="1201749"/>
                    <a:pt x="393863" y="1201749"/>
                  </a:cubicBezTo>
                  <a:cubicBezTo>
                    <a:pt x="393006" y="1202701"/>
                    <a:pt x="392339" y="1203845"/>
                    <a:pt x="391768" y="1204892"/>
                  </a:cubicBezTo>
                  <a:cubicBezTo>
                    <a:pt x="391768" y="1204988"/>
                    <a:pt x="391673" y="1204988"/>
                    <a:pt x="391673" y="1205083"/>
                  </a:cubicBezTo>
                  <a:cubicBezTo>
                    <a:pt x="391673" y="1205083"/>
                    <a:pt x="391673" y="1205083"/>
                    <a:pt x="391673" y="1205083"/>
                  </a:cubicBezTo>
                  <a:cubicBezTo>
                    <a:pt x="389672" y="1209179"/>
                    <a:pt x="389958" y="1213846"/>
                    <a:pt x="392530" y="1217560"/>
                  </a:cubicBezTo>
                  <a:cubicBezTo>
                    <a:pt x="376051" y="1227562"/>
                    <a:pt x="355097" y="1237373"/>
                    <a:pt x="329284" y="1245850"/>
                  </a:cubicBezTo>
                  <a:cubicBezTo>
                    <a:pt x="329284" y="1245850"/>
                    <a:pt x="329284" y="1245850"/>
                    <a:pt x="329284" y="1245850"/>
                  </a:cubicBezTo>
                  <a:cubicBezTo>
                    <a:pt x="327855" y="1244231"/>
                    <a:pt x="326140" y="1242897"/>
                    <a:pt x="324235" y="1241945"/>
                  </a:cubicBezTo>
                  <a:cubicBezTo>
                    <a:pt x="323283" y="1241468"/>
                    <a:pt x="322235" y="1241087"/>
                    <a:pt x="321187" y="1240706"/>
                  </a:cubicBezTo>
                  <a:cubicBezTo>
                    <a:pt x="318997" y="1240135"/>
                    <a:pt x="316711" y="1239849"/>
                    <a:pt x="314329" y="1240040"/>
                  </a:cubicBezTo>
                  <a:cubicBezTo>
                    <a:pt x="313186" y="1240135"/>
                    <a:pt x="311948" y="1240325"/>
                    <a:pt x="310805" y="1240706"/>
                  </a:cubicBezTo>
                  <a:cubicBezTo>
                    <a:pt x="309376" y="1241087"/>
                    <a:pt x="308043" y="1241754"/>
                    <a:pt x="306709" y="1242421"/>
                  </a:cubicBezTo>
                  <a:cubicBezTo>
                    <a:pt x="306614" y="1242516"/>
                    <a:pt x="306519" y="1242611"/>
                    <a:pt x="306328" y="1242611"/>
                  </a:cubicBezTo>
                  <a:cubicBezTo>
                    <a:pt x="305090" y="1243278"/>
                    <a:pt x="304042" y="1244135"/>
                    <a:pt x="303090" y="1245088"/>
                  </a:cubicBezTo>
                  <a:cubicBezTo>
                    <a:pt x="303090" y="1245088"/>
                    <a:pt x="303090" y="1245088"/>
                    <a:pt x="303090" y="1245088"/>
                  </a:cubicBezTo>
                  <a:cubicBezTo>
                    <a:pt x="303090" y="1245088"/>
                    <a:pt x="303090" y="1245088"/>
                    <a:pt x="303090" y="1245088"/>
                  </a:cubicBezTo>
                  <a:cubicBezTo>
                    <a:pt x="300423" y="1247564"/>
                    <a:pt x="298613" y="1250803"/>
                    <a:pt x="297947" y="1254327"/>
                  </a:cubicBezTo>
                  <a:cubicBezTo>
                    <a:pt x="273562" y="1259090"/>
                    <a:pt x="248893" y="1259851"/>
                    <a:pt x="224794" y="1255851"/>
                  </a:cubicBezTo>
                  <a:close/>
                  <a:moveTo>
                    <a:pt x="462824" y="1501215"/>
                  </a:moveTo>
                  <a:cubicBezTo>
                    <a:pt x="459967" y="1499786"/>
                    <a:pt x="456633" y="1499215"/>
                    <a:pt x="453299" y="1499596"/>
                  </a:cubicBezTo>
                  <a:cubicBezTo>
                    <a:pt x="449965" y="1499977"/>
                    <a:pt x="446632" y="1501310"/>
                    <a:pt x="443679" y="1503501"/>
                  </a:cubicBezTo>
                  <a:cubicBezTo>
                    <a:pt x="442441" y="1504454"/>
                    <a:pt x="441488" y="1505501"/>
                    <a:pt x="440631" y="1506644"/>
                  </a:cubicBezTo>
                  <a:cubicBezTo>
                    <a:pt x="440536" y="1506740"/>
                    <a:pt x="440440" y="1506835"/>
                    <a:pt x="440345" y="1506930"/>
                  </a:cubicBezTo>
                  <a:cubicBezTo>
                    <a:pt x="439488" y="1508073"/>
                    <a:pt x="438821" y="1509216"/>
                    <a:pt x="438250" y="1510454"/>
                  </a:cubicBezTo>
                  <a:cubicBezTo>
                    <a:pt x="438250" y="1510454"/>
                    <a:pt x="438250" y="1510454"/>
                    <a:pt x="438250" y="1510454"/>
                  </a:cubicBezTo>
                  <a:cubicBezTo>
                    <a:pt x="438250" y="1510454"/>
                    <a:pt x="438250" y="1510454"/>
                    <a:pt x="438250" y="1510454"/>
                  </a:cubicBezTo>
                  <a:cubicBezTo>
                    <a:pt x="436726" y="1513788"/>
                    <a:pt x="436345" y="1517503"/>
                    <a:pt x="437011" y="1521027"/>
                  </a:cubicBezTo>
                  <a:cubicBezTo>
                    <a:pt x="416152" y="1535029"/>
                    <a:pt x="393673" y="1545221"/>
                    <a:pt x="369860" y="1550745"/>
                  </a:cubicBezTo>
                  <a:cubicBezTo>
                    <a:pt x="365574" y="1551793"/>
                    <a:pt x="361288" y="1552555"/>
                    <a:pt x="356906" y="1553317"/>
                  </a:cubicBezTo>
                  <a:cubicBezTo>
                    <a:pt x="357097" y="1549031"/>
                    <a:pt x="355954" y="1544458"/>
                    <a:pt x="353191" y="1540553"/>
                  </a:cubicBezTo>
                  <a:cubicBezTo>
                    <a:pt x="351001" y="1537410"/>
                    <a:pt x="347953" y="1535124"/>
                    <a:pt x="344619" y="1533791"/>
                  </a:cubicBezTo>
                  <a:cubicBezTo>
                    <a:pt x="343476" y="1533314"/>
                    <a:pt x="342428" y="1533029"/>
                    <a:pt x="341190" y="1532743"/>
                  </a:cubicBezTo>
                  <a:cubicBezTo>
                    <a:pt x="340047" y="1532552"/>
                    <a:pt x="338904" y="1532362"/>
                    <a:pt x="337666" y="1532362"/>
                  </a:cubicBezTo>
                  <a:cubicBezTo>
                    <a:pt x="336427" y="1532362"/>
                    <a:pt x="335380" y="1532457"/>
                    <a:pt x="334141" y="1532648"/>
                  </a:cubicBezTo>
                  <a:cubicBezTo>
                    <a:pt x="331856" y="1533124"/>
                    <a:pt x="329665" y="1533981"/>
                    <a:pt x="327569" y="1535410"/>
                  </a:cubicBezTo>
                  <a:cubicBezTo>
                    <a:pt x="326331" y="1536267"/>
                    <a:pt x="325283" y="1537315"/>
                    <a:pt x="324331" y="1538458"/>
                  </a:cubicBezTo>
                  <a:cubicBezTo>
                    <a:pt x="324235" y="1538553"/>
                    <a:pt x="324140" y="1538648"/>
                    <a:pt x="324045" y="1538839"/>
                  </a:cubicBezTo>
                  <a:cubicBezTo>
                    <a:pt x="323188" y="1539982"/>
                    <a:pt x="322426" y="1541125"/>
                    <a:pt x="321949" y="1542458"/>
                  </a:cubicBezTo>
                  <a:cubicBezTo>
                    <a:pt x="321949" y="1542458"/>
                    <a:pt x="321949" y="1542458"/>
                    <a:pt x="321949" y="1542458"/>
                  </a:cubicBezTo>
                  <a:cubicBezTo>
                    <a:pt x="321949" y="1542458"/>
                    <a:pt x="321949" y="1542458"/>
                    <a:pt x="321949" y="1542458"/>
                  </a:cubicBezTo>
                  <a:cubicBezTo>
                    <a:pt x="320235" y="1546364"/>
                    <a:pt x="319949" y="1550935"/>
                    <a:pt x="321187" y="1555317"/>
                  </a:cubicBezTo>
                  <a:cubicBezTo>
                    <a:pt x="306328" y="1554746"/>
                    <a:pt x="290993" y="1552555"/>
                    <a:pt x="276039" y="1548268"/>
                  </a:cubicBezTo>
                  <a:cubicBezTo>
                    <a:pt x="278230" y="1530171"/>
                    <a:pt x="282706" y="1513121"/>
                    <a:pt x="289374" y="1497119"/>
                  </a:cubicBezTo>
                  <a:cubicBezTo>
                    <a:pt x="290136" y="1497786"/>
                    <a:pt x="290898" y="1498358"/>
                    <a:pt x="291660" y="1498929"/>
                  </a:cubicBezTo>
                  <a:cubicBezTo>
                    <a:pt x="291850" y="1499024"/>
                    <a:pt x="291946" y="1499120"/>
                    <a:pt x="292136" y="1499215"/>
                  </a:cubicBezTo>
                  <a:cubicBezTo>
                    <a:pt x="293374" y="1499977"/>
                    <a:pt x="294708" y="1500643"/>
                    <a:pt x="296041" y="1501120"/>
                  </a:cubicBezTo>
                  <a:cubicBezTo>
                    <a:pt x="296041" y="1501120"/>
                    <a:pt x="296041" y="1501120"/>
                    <a:pt x="296041" y="1501120"/>
                  </a:cubicBezTo>
                  <a:cubicBezTo>
                    <a:pt x="296041" y="1501120"/>
                    <a:pt x="296041" y="1501120"/>
                    <a:pt x="296041" y="1501120"/>
                  </a:cubicBezTo>
                  <a:cubicBezTo>
                    <a:pt x="302233" y="1503215"/>
                    <a:pt x="309091" y="1502072"/>
                    <a:pt x="313853" y="1497310"/>
                  </a:cubicBezTo>
                  <a:cubicBezTo>
                    <a:pt x="318616" y="1492547"/>
                    <a:pt x="319949" y="1485975"/>
                    <a:pt x="318330" y="1479784"/>
                  </a:cubicBezTo>
                  <a:cubicBezTo>
                    <a:pt x="318330" y="1479784"/>
                    <a:pt x="318330" y="1479784"/>
                    <a:pt x="318330" y="1479784"/>
                  </a:cubicBezTo>
                  <a:cubicBezTo>
                    <a:pt x="318330" y="1479784"/>
                    <a:pt x="318330" y="1479784"/>
                    <a:pt x="318330" y="1479689"/>
                  </a:cubicBezTo>
                  <a:cubicBezTo>
                    <a:pt x="317949" y="1478260"/>
                    <a:pt x="317377" y="1476831"/>
                    <a:pt x="316711" y="1475498"/>
                  </a:cubicBezTo>
                  <a:cubicBezTo>
                    <a:pt x="316711" y="1475402"/>
                    <a:pt x="316615" y="1475402"/>
                    <a:pt x="316615" y="1475307"/>
                  </a:cubicBezTo>
                  <a:cubicBezTo>
                    <a:pt x="315853" y="1473878"/>
                    <a:pt x="314996" y="1472545"/>
                    <a:pt x="313948" y="1471307"/>
                  </a:cubicBezTo>
                  <a:cubicBezTo>
                    <a:pt x="311758" y="1468830"/>
                    <a:pt x="308995" y="1467116"/>
                    <a:pt x="306043" y="1466068"/>
                  </a:cubicBezTo>
                  <a:cubicBezTo>
                    <a:pt x="307186" y="1464353"/>
                    <a:pt x="308233" y="1462639"/>
                    <a:pt x="309472" y="1461020"/>
                  </a:cubicBezTo>
                  <a:cubicBezTo>
                    <a:pt x="324521" y="1439779"/>
                    <a:pt x="343952" y="1421967"/>
                    <a:pt x="366717" y="1407489"/>
                  </a:cubicBezTo>
                  <a:cubicBezTo>
                    <a:pt x="367193" y="1407870"/>
                    <a:pt x="367669" y="1408251"/>
                    <a:pt x="368146" y="1408632"/>
                  </a:cubicBezTo>
                  <a:cubicBezTo>
                    <a:pt x="368241" y="1408727"/>
                    <a:pt x="368431" y="1408823"/>
                    <a:pt x="368527" y="1408823"/>
                  </a:cubicBezTo>
                  <a:cubicBezTo>
                    <a:pt x="369670" y="1409489"/>
                    <a:pt x="370908" y="1410061"/>
                    <a:pt x="372146" y="1410442"/>
                  </a:cubicBezTo>
                  <a:cubicBezTo>
                    <a:pt x="372146" y="1410442"/>
                    <a:pt x="372146" y="1410442"/>
                    <a:pt x="372146" y="1410442"/>
                  </a:cubicBezTo>
                  <a:cubicBezTo>
                    <a:pt x="372146" y="1410442"/>
                    <a:pt x="372146" y="1410442"/>
                    <a:pt x="372146" y="1410442"/>
                  </a:cubicBezTo>
                  <a:cubicBezTo>
                    <a:pt x="377956" y="1412347"/>
                    <a:pt x="384719" y="1411108"/>
                    <a:pt x="389767" y="1406822"/>
                  </a:cubicBezTo>
                  <a:cubicBezTo>
                    <a:pt x="394720" y="1402631"/>
                    <a:pt x="396721" y="1396821"/>
                    <a:pt x="395959" y="1391392"/>
                  </a:cubicBezTo>
                  <a:cubicBezTo>
                    <a:pt x="421295" y="1378819"/>
                    <a:pt x="442155" y="1371294"/>
                    <a:pt x="458919" y="1366913"/>
                  </a:cubicBezTo>
                  <a:cubicBezTo>
                    <a:pt x="459014" y="1367675"/>
                    <a:pt x="459205" y="1368341"/>
                    <a:pt x="459395" y="1369008"/>
                  </a:cubicBezTo>
                  <a:cubicBezTo>
                    <a:pt x="459872" y="1370151"/>
                    <a:pt x="460443" y="1371199"/>
                    <a:pt x="461205" y="1372151"/>
                  </a:cubicBezTo>
                  <a:cubicBezTo>
                    <a:pt x="461300" y="1372247"/>
                    <a:pt x="461395" y="1372342"/>
                    <a:pt x="461491" y="1372437"/>
                  </a:cubicBezTo>
                  <a:cubicBezTo>
                    <a:pt x="465586" y="1377390"/>
                    <a:pt x="473302" y="1378914"/>
                    <a:pt x="480636" y="1375390"/>
                  </a:cubicBezTo>
                  <a:cubicBezTo>
                    <a:pt x="487113" y="1372342"/>
                    <a:pt x="491494" y="1366532"/>
                    <a:pt x="492447" y="1360817"/>
                  </a:cubicBezTo>
                  <a:cubicBezTo>
                    <a:pt x="502543" y="1360150"/>
                    <a:pt x="511402" y="1360721"/>
                    <a:pt x="518450" y="1362626"/>
                  </a:cubicBezTo>
                  <a:cubicBezTo>
                    <a:pt x="517783" y="1363007"/>
                    <a:pt x="517117" y="1363388"/>
                    <a:pt x="516450" y="1363769"/>
                  </a:cubicBezTo>
                  <a:cubicBezTo>
                    <a:pt x="514545" y="1365103"/>
                    <a:pt x="512831" y="1366722"/>
                    <a:pt x="511402" y="1368532"/>
                  </a:cubicBezTo>
                  <a:cubicBezTo>
                    <a:pt x="505687" y="1375961"/>
                    <a:pt x="507211" y="1385105"/>
                    <a:pt x="514450" y="1388439"/>
                  </a:cubicBezTo>
                  <a:cubicBezTo>
                    <a:pt x="515498" y="1388915"/>
                    <a:pt x="516736" y="1389201"/>
                    <a:pt x="517879" y="1389392"/>
                  </a:cubicBezTo>
                  <a:cubicBezTo>
                    <a:pt x="518164" y="1389392"/>
                    <a:pt x="518355" y="1389392"/>
                    <a:pt x="518641" y="1389487"/>
                  </a:cubicBezTo>
                  <a:cubicBezTo>
                    <a:pt x="519784" y="1389582"/>
                    <a:pt x="520927" y="1389582"/>
                    <a:pt x="522165" y="1389487"/>
                  </a:cubicBezTo>
                  <a:cubicBezTo>
                    <a:pt x="522165" y="1389487"/>
                    <a:pt x="522165" y="1389487"/>
                    <a:pt x="522165" y="1389487"/>
                  </a:cubicBezTo>
                  <a:lnTo>
                    <a:pt x="522165" y="1389487"/>
                  </a:lnTo>
                  <a:cubicBezTo>
                    <a:pt x="527594" y="1388915"/>
                    <a:pt x="533214" y="1385772"/>
                    <a:pt x="536929" y="1381105"/>
                  </a:cubicBezTo>
                  <a:cubicBezTo>
                    <a:pt x="538739" y="1390916"/>
                    <a:pt x="536072" y="1404727"/>
                    <a:pt x="527594" y="1421967"/>
                  </a:cubicBezTo>
                  <a:cubicBezTo>
                    <a:pt x="520260" y="1420538"/>
                    <a:pt x="511592" y="1424253"/>
                    <a:pt x="506925" y="1431683"/>
                  </a:cubicBezTo>
                  <a:cubicBezTo>
                    <a:pt x="506163" y="1432921"/>
                    <a:pt x="505591" y="1434254"/>
                    <a:pt x="505115" y="1435492"/>
                  </a:cubicBezTo>
                  <a:cubicBezTo>
                    <a:pt x="505115" y="1435588"/>
                    <a:pt x="505020" y="1435778"/>
                    <a:pt x="505020" y="1435874"/>
                  </a:cubicBezTo>
                  <a:cubicBezTo>
                    <a:pt x="503210" y="1441779"/>
                    <a:pt x="505210" y="1447589"/>
                    <a:pt x="509973" y="1450733"/>
                  </a:cubicBezTo>
                  <a:cubicBezTo>
                    <a:pt x="499019" y="1466258"/>
                    <a:pt x="483398" y="1483403"/>
                    <a:pt x="462824" y="1501215"/>
                  </a:cubicBezTo>
                  <a:close/>
                  <a:moveTo>
                    <a:pt x="683518" y="1686572"/>
                  </a:moveTo>
                  <a:cubicBezTo>
                    <a:pt x="677137" y="1686095"/>
                    <a:pt x="670469" y="1689429"/>
                    <a:pt x="666850" y="1695906"/>
                  </a:cubicBezTo>
                  <a:cubicBezTo>
                    <a:pt x="666088" y="1697240"/>
                    <a:pt x="665611" y="1698573"/>
                    <a:pt x="665231" y="1700002"/>
                  </a:cubicBezTo>
                  <a:cubicBezTo>
                    <a:pt x="665231" y="1700192"/>
                    <a:pt x="665135" y="1700288"/>
                    <a:pt x="665135" y="1700478"/>
                  </a:cubicBezTo>
                  <a:cubicBezTo>
                    <a:pt x="664754" y="1701812"/>
                    <a:pt x="664564" y="1703145"/>
                    <a:pt x="664564" y="1704479"/>
                  </a:cubicBezTo>
                  <a:cubicBezTo>
                    <a:pt x="664564" y="1704479"/>
                    <a:pt x="664564" y="1704479"/>
                    <a:pt x="664564" y="1704479"/>
                  </a:cubicBezTo>
                  <a:cubicBezTo>
                    <a:pt x="664564" y="1704479"/>
                    <a:pt x="664564" y="1704479"/>
                    <a:pt x="664564" y="1704479"/>
                  </a:cubicBezTo>
                  <a:cubicBezTo>
                    <a:pt x="664468" y="1708193"/>
                    <a:pt x="665421" y="1711813"/>
                    <a:pt x="667421" y="1714766"/>
                  </a:cubicBezTo>
                  <a:cubicBezTo>
                    <a:pt x="653419" y="1735625"/>
                    <a:pt x="636560" y="1753532"/>
                    <a:pt x="616748" y="1767725"/>
                  </a:cubicBezTo>
                  <a:cubicBezTo>
                    <a:pt x="613224" y="1770296"/>
                    <a:pt x="609509" y="1772677"/>
                    <a:pt x="605794" y="1774964"/>
                  </a:cubicBezTo>
                  <a:cubicBezTo>
                    <a:pt x="605128" y="1773058"/>
                    <a:pt x="604175" y="1771249"/>
                    <a:pt x="602937" y="1769630"/>
                  </a:cubicBezTo>
                  <a:cubicBezTo>
                    <a:pt x="601508" y="1767725"/>
                    <a:pt x="599603" y="1766105"/>
                    <a:pt x="597412" y="1764772"/>
                  </a:cubicBezTo>
                  <a:cubicBezTo>
                    <a:pt x="591983" y="1761343"/>
                    <a:pt x="585506" y="1760867"/>
                    <a:pt x="580172" y="1763057"/>
                  </a:cubicBezTo>
                  <a:cubicBezTo>
                    <a:pt x="577982" y="1763915"/>
                    <a:pt x="576076" y="1765248"/>
                    <a:pt x="574362" y="1766867"/>
                  </a:cubicBezTo>
                  <a:cubicBezTo>
                    <a:pt x="573505" y="1767725"/>
                    <a:pt x="572743" y="1768677"/>
                    <a:pt x="572076" y="1769725"/>
                  </a:cubicBezTo>
                  <a:cubicBezTo>
                    <a:pt x="571219" y="1770963"/>
                    <a:pt x="570742" y="1772392"/>
                    <a:pt x="570266" y="1773725"/>
                  </a:cubicBezTo>
                  <a:cubicBezTo>
                    <a:pt x="570266" y="1773821"/>
                    <a:pt x="570171" y="1774011"/>
                    <a:pt x="570171" y="1774106"/>
                  </a:cubicBezTo>
                  <a:cubicBezTo>
                    <a:pt x="569790" y="1775440"/>
                    <a:pt x="569599" y="1776868"/>
                    <a:pt x="569504" y="1778202"/>
                  </a:cubicBezTo>
                  <a:cubicBezTo>
                    <a:pt x="569504" y="1778202"/>
                    <a:pt x="569504" y="1778202"/>
                    <a:pt x="569504" y="1778202"/>
                  </a:cubicBezTo>
                  <a:lnTo>
                    <a:pt x="569504" y="1778202"/>
                  </a:lnTo>
                  <a:cubicBezTo>
                    <a:pt x="569409" y="1782488"/>
                    <a:pt x="570838" y="1786775"/>
                    <a:pt x="573695" y="1790394"/>
                  </a:cubicBezTo>
                  <a:cubicBezTo>
                    <a:pt x="559693" y="1795538"/>
                    <a:pt x="544834" y="1799157"/>
                    <a:pt x="529309" y="1801062"/>
                  </a:cubicBezTo>
                  <a:cubicBezTo>
                    <a:pt x="524832" y="1785441"/>
                    <a:pt x="522641" y="1769439"/>
                    <a:pt x="522165" y="1753818"/>
                  </a:cubicBezTo>
                  <a:cubicBezTo>
                    <a:pt x="522070" y="1752104"/>
                    <a:pt x="522165" y="1750294"/>
                    <a:pt x="522165" y="1748579"/>
                  </a:cubicBezTo>
                  <a:cubicBezTo>
                    <a:pt x="523117" y="1748960"/>
                    <a:pt x="524070" y="1749246"/>
                    <a:pt x="525023" y="1749437"/>
                  </a:cubicBezTo>
                  <a:cubicBezTo>
                    <a:pt x="525213" y="1749437"/>
                    <a:pt x="525308" y="1749437"/>
                    <a:pt x="525499" y="1749532"/>
                  </a:cubicBezTo>
                  <a:cubicBezTo>
                    <a:pt x="526927" y="1749817"/>
                    <a:pt x="528356" y="1749913"/>
                    <a:pt x="529785" y="1749817"/>
                  </a:cubicBezTo>
                  <a:cubicBezTo>
                    <a:pt x="529785" y="1749817"/>
                    <a:pt x="529785" y="1749817"/>
                    <a:pt x="529785" y="1749817"/>
                  </a:cubicBezTo>
                  <a:cubicBezTo>
                    <a:pt x="529785" y="1749817"/>
                    <a:pt x="529785" y="1749817"/>
                    <a:pt x="529785" y="1749817"/>
                  </a:cubicBezTo>
                  <a:cubicBezTo>
                    <a:pt x="536357" y="1749437"/>
                    <a:pt x="542167" y="1745722"/>
                    <a:pt x="544739" y="1739531"/>
                  </a:cubicBezTo>
                  <a:cubicBezTo>
                    <a:pt x="547882" y="1732006"/>
                    <a:pt x="545406" y="1723529"/>
                    <a:pt x="539215" y="1718385"/>
                  </a:cubicBezTo>
                  <a:cubicBezTo>
                    <a:pt x="539024" y="1718290"/>
                    <a:pt x="538929" y="1718099"/>
                    <a:pt x="538739" y="1718004"/>
                  </a:cubicBezTo>
                  <a:cubicBezTo>
                    <a:pt x="537500" y="1717051"/>
                    <a:pt x="536262" y="1716194"/>
                    <a:pt x="534833" y="1715527"/>
                  </a:cubicBezTo>
                  <a:cubicBezTo>
                    <a:pt x="531785" y="1714099"/>
                    <a:pt x="528642" y="1713527"/>
                    <a:pt x="525594" y="1713623"/>
                  </a:cubicBezTo>
                  <a:cubicBezTo>
                    <a:pt x="525975" y="1711622"/>
                    <a:pt x="526356" y="1709622"/>
                    <a:pt x="526832" y="1707622"/>
                  </a:cubicBezTo>
                  <a:cubicBezTo>
                    <a:pt x="532738" y="1682190"/>
                    <a:pt x="543977" y="1658282"/>
                    <a:pt x="559503" y="1636184"/>
                  </a:cubicBezTo>
                  <a:cubicBezTo>
                    <a:pt x="560074" y="1636375"/>
                    <a:pt x="560646" y="1636565"/>
                    <a:pt x="561313" y="1636660"/>
                  </a:cubicBezTo>
                  <a:cubicBezTo>
                    <a:pt x="561503" y="1636660"/>
                    <a:pt x="561598" y="1636660"/>
                    <a:pt x="561789" y="1636756"/>
                  </a:cubicBezTo>
                  <a:cubicBezTo>
                    <a:pt x="563123" y="1636946"/>
                    <a:pt x="564456" y="1637042"/>
                    <a:pt x="565694" y="1636946"/>
                  </a:cubicBezTo>
                  <a:cubicBezTo>
                    <a:pt x="565694" y="1636946"/>
                    <a:pt x="565694" y="1636946"/>
                    <a:pt x="565694" y="1636946"/>
                  </a:cubicBezTo>
                  <a:cubicBezTo>
                    <a:pt x="565694" y="1636946"/>
                    <a:pt x="565694" y="1636946"/>
                    <a:pt x="565694" y="1636946"/>
                  </a:cubicBezTo>
                  <a:cubicBezTo>
                    <a:pt x="571695" y="1636470"/>
                    <a:pt x="577505" y="1632850"/>
                    <a:pt x="580553" y="1626850"/>
                  </a:cubicBezTo>
                  <a:cubicBezTo>
                    <a:pt x="583506" y="1621135"/>
                    <a:pt x="583220" y="1614848"/>
                    <a:pt x="580363" y="1610086"/>
                  </a:cubicBezTo>
                  <a:cubicBezTo>
                    <a:pt x="598936" y="1588845"/>
                    <a:pt x="615415" y="1573986"/>
                    <a:pt x="629131" y="1563508"/>
                  </a:cubicBezTo>
                  <a:cubicBezTo>
                    <a:pt x="629512" y="1564175"/>
                    <a:pt x="629893" y="1564747"/>
                    <a:pt x="630464" y="1565318"/>
                  </a:cubicBezTo>
                  <a:cubicBezTo>
                    <a:pt x="631322" y="1566271"/>
                    <a:pt x="632274" y="1567033"/>
                    <a:pt x="633322" y="1567604"/>
                  </a:cubicBezTo>
                  <a:cubicBezTo>
                    <a:pt x="633322" y="1567604"/>
                    <a:pt x="633417" y="1567604"/>
                    <a:pt x="633417" y="1567700"/>
                  </a:cubicBezTo>
                  <a:cubicBezTo>
                    <a:pt x="639037" y="1570843"/>
                    <a:pt x="646942" y="1569319"/>
                    <a:pt x="652562" y="1563127"/>
                  </a:cubicBezTo>
                  <a:cubicBezTo>
                    <a:pt x="657420" y="1557793"/>
                    <a:pt x="659134" y="1550935"/>
                    <a:pt x="657801" y="1545316"/>
                  </a:cubicBezTo>
                  <a:cubicBezTo>
                    <a:pt x="667040" y="1540649"/>
                    <a:pt x="675422" y="1537791"/>
                    <a:pt x="682661" y="1536934"/>
                  </a:cubicBezTo>
                  <a:cubicBezTo>
                    <a:pt x="681423" y="1538458"/>
                    <a:pt x="680375" y="1540077"/>
                    <a:pt x="679518" y="1541887"/>
                  </a:cubicBezTo>
                  <a:cubicBezTo>
                    <a:pt x="679042" y="1542934"/>
                    <a:pt x="678661" y="1544077"/>
                    <a:pt x="678375" y="1545221"/>
                  </a:cubicBezTo>
                  <a:cubicBezTo>
                    <a:pt x="675994" y="1554269"/>
                    <a:pt x="680661" y="1562366"/>
                    <a:pt x="688757" y="1562556"/>
                  </a:cubicBezTo>
                  <a:cubicBezTo>
                    <a:pt x="689995" y="1562556"/>
                    <a:pt x="691234" y="1562366"/>
                    <a:pt x="692472" y="1561984"/>
                  </a:cubicBezTo>
                  <a:cubicBezTo>
                    <a:pt x="692567" y="1561984"/>
                    <a:pt x="692758" y="1561889"/>
                    <a:pt x="692853" y="1561889"/>
                  </a:cubicBezTo>
                  <a:cubicBezTo>
                    <a:pt x="693996" y="1561508"/>
                    <a:pt x="695234" y="1561032"/>
                    <a:pt x="696282" y="1560460"/>
                  </a:cubicBezTo>
                  <a:cubicBezTo>
                    <a:pt x="696282" y="1560460"/>
                    <a:pt x="696282" y="1560460"/>
                    <a:pt x="696282" y="1560460"/>
                  </a:cubicBezTo>
                  <a:cubicBezTo>
                    <a:pt x="696282" y="1560460"/>
                    <a:pt x="696282" y="1560460"/>
                    <a:pt x="696282" y="1560460"/>
                  </a:cubicBezTo>
                  <a:cubicBezTo>
                    <a:pt x="701140" y="1557793"/>
                    <a:pt x="705045" y="1552841"/>
                    <a:pt x="706759" y="1547125"/>
                  </a:cubicBezTo>
                  <a:cubicBezTo>
                    <a:pt x="712189" y="1555508"/>
                    <a:pt x="714760" y="1569700"/>
                    <a:pt x="713713" y="1588464"/>
                  </a:cubicBezTo>
                  <a:cubicBezTo>
                    <a:pt x="706378" y="1589988"/>
                    <a:pt x="699616" y="1597037"/>
                    <a:pt x="698282" y="1605418"/>
                  </a:cubicBezTo>
                  <a:cubicBezTo>
                    <a:pt x="698092" y="1606847"/>
                    <a:pt x="698092" y="1608181"/>
                    <a:pt x="698187" y="1609514"/>
                  </a:cubicBezTo>
                  <a:cubicBezTo>
                    <a:pt x="698187" y="1609609"/>
                    <a:pt x="698187" y="1609800"/>
                    <a:pt x="698282" y="1609895"/>
                  </a:cubicBezTo>
                  <a:cubicBezTo>
                    <a:pt x="698377" y="1611133"/>
                    <a:pt x="698663" y="1612372"/>
                    <a:pt x="699140" y="1613515"/>
                  </a:cubicBezTo>
                  <a:cubicBezTo>
                    <a:pt x="699140" y="1613515"/>
                    <a:pt x="699140" y="1613515"/>
                    <a:pt x="699140" y="1613515"/>
                  </a:cubicBezTo>
                  <a:lnTo>
                    <a:pt x="699140" y="1613515"/>
                  </a:lnTo>
                  <a:cubicBezTo>
                    <a:pt x="700664" y="1617801"/>
                    <a:pt x="704092" y="1620944"/>
                    <a:pt x="708474" y="1621801"/>
                  </a:cubicBezTo>
                  <a:cubicBezTo>
                    <a:pt x="703711" y="1640566"/>
                    <a:pt x="695806" y="1662378"/>
                    <a:pt x="683518" y="1686572"/>
                  </a:cubicBezTo>
                  <a:close/>
                  <a:moveTo>
                    <a:pt x="899165" y="1644566"/>
                  </a:moveTo>
                  <a:cubicBezTo>
                    <a:pt x="899450" y="1646852"/>
                    <a:pt x="900212" y="1648948"/>
                    <a:pt x="901165" y="1650758"/>
                  </a:cubicBezTo>
                  <a:cubicBezTo>
                    <a:pt x="903641" y="1655234"/>
                    <a:pt x="907927" y="1657901"/>
                    <a:pt x="912595" y="1657234"/>
                  </a:cubicBezTo>
                  <a:cubicBezTo>
                    <a:pt x="913547" y="1657139"/>
                    <a:pt x="914500" y="1656854"/>
                    <a:pt x="915452" y="1656473"/>
                  </a:cubicBezTo>
                  <a:cubicBezTo>
                    <a:pt x="916595" y="1655996"/>
                    <a:pt x="917738" y="1655330"/>
                    <a:pt x="918691" y="1654567"/>
                  </a:cubicBezTo>
                  <a:cubicBezTo>
                    <a:pt x="918786" y="1654472"/>
                    <a:pt x="918881" y="1654377"/>
                    <a:pt x="918976" y="1654282"/>
                  </a:cubicBezTo>
                  <a:cubicBezTo>
                    <a:pt x="919929" y="1653520"/>
                    <a:pt x="920786" y="1652663"/>
                    <a:pt x="921643" y="1651615"/>
                  </a:cubicBezTo>
                  <a:cubicBezTo>
                    <a:pt x="921643" y="1651615"/>
                    <a:pt x="921643" y="1651615"/>
                    <a:pt x="921643" y="1651615"/>
                  </a:cubicBezTo>
                  <a:cubicBezTo>
                    <a:pt x="921643" y="1651615"/>
                    <a:pt x="921643" y="1651615"/>
                    <a:pt x="921643" y="1651615"/>
                  </a:cubicBezTo>
                  <a:cubicBezTo>
                    <a:pt x="925073" y="1647329"/>
                    <a:pt x="926882" y="1641233"/>
                    <a:pt x="926120" y="1635327"/>
                  </a:cubicBezTo>
                  <a:cubicBezTo>
                    <a:pt x="934312" y="1640947"/>
                    <a:pt x="942122" y="1653139"/>
                    <a:pt x="948409" y="1670855"/>
                  </a:cubicBezTo>
                  <a:cubicBezTo>
                    <a:pt x="942217" y="1675142"/>
                    <a:pt x="938693" y="1684190"/>
                    <a:pt x="940693" y="1692477"/>
                  </a:cubicBezTo>
                  <a:cubicBezTo>
                    <a:pt x="941074" y="1693906"/>
                    <a:pt x="941551" y="1695144"/>
                    <a:pt x="942122" y="1696287"/>
                  </a:cubicBezTo>
                  <a:cubicBezTo>
                    <a:pt x="942217" y="1696382"/>
                    <a:pt x="942217" y="1696573"/>
                    <a:pt x="942313" y="1696668"/>
                  </a:cubicBezTo>
                  <a:cubicBezTo>
                    <a:pt x="942884" y="1697811"/>
                    <a:pt x="943646" y="1698764"/>
                    <a:pt x="944408" y="1699621"/>
                  </a:cubicBezTo>
                  <a:cubicBezTo>
                    <a:pt x="944408" y="1699621"/>
                    <a:pt x="944408" y="1699621"/>
                    <a:pt x="944408" y="1699621"/>
                  </a:cubicBezTo>
                  <a:cubicBezTo>
                    <a:pt x="944408" y="1699621"/>
                    <a:pt x="944408" y="1699621"/>
                    <a:pt x="944408" y="1699621"/>
                  </a:cubicBezTo>
                  <a:cubicBezTo>
                    <a:pt x="947456" y="1702955"/>
                    <a:pt x="951838" y="1704574"/>
                    <a:pt x="956219" y="1703717"/>
                  </a:cubicBezTo>
                  <a:cubicBezTo>
                    <a:pt x="959172" y="1722862"/>
                    <a:pt x="960315" y="1746008"/>
                    <a:pt x="958315" y="1773154"/>
                  </a:cubicBezTo>
                  <a:cubicBezTo>
                    <a:pt x="952219" y="1775154"/>
                    <a:pt x="947361" y="1780869"/>
                    <a:pt x="946504" y="1788203"/>
                  </a:cubicBezTo>
                  <a:cubicBezTo>
                    <a:pt x="946313" y="1789727"/>
                    <a:pt x="946408" y="1791156"/>
                    <a:pt x="946504" y="1792585"/>
                  </a:cubicBezTo>
                  <a:cubicBezTo>
                    <a:pt x="946504" y="1792775"/>
                    <a:pt x="946599" y="1792871"/>
                    <a:pt x="946599" y="1793061"/>
                  </a:cubicBezTo>
                  <a:cubicBezTo>
                    <a:pt x="946790" y="1794395"/>
                    <a:pt x="947170" y="1795728"/>
                    <a:pt x="947647" y="1796966"/>
                  </a:cubicBezTo>
                  <a:cubicBezTo>
                    <a:pt x="947647" y="1796966"/>
                    <a:pt x="947647" y="1796966"/>
                    <a:pt x="947647" y="1796966"/>
                  </a:cubicBezTo>
                  <a:cubicBezTo>
                    <a:pt x="947647" y="1796966"/>
                    <a:pt x="947647" y="1796966"/>
                    <a:pt x="947647" y="1796966"/>
                  </a:cubicBezTo>
                  <a:cubicBezTo>
                    <a:pt x="948980" y="1800395"/>
                    <a:pt x="951266" y="1803348"/>
                    <a:pt x="954219" y="1805348"/>
                  </a:cubicBezTo>
                  <a:cubicBezTo>
                    <a:pt x="949361" y="1830018"/>
                    <a:pt x="940693" y="1853068"/>
                    <a:pt x="927835" y="1873738"/>
                  </a:cubicBezTo>
                  <a:cubicBezTo>
                    <a:pt x="925549" y="1877452"/>
                    <a:pt x="923072" y="1881072"/>
                    <a:pt x="920500" y="1884596"/>
                  </a:cubicBezTo>
                  <a:cubicBezTo>
                    <a:pt x="917548" y="1881358"/>
                    <a:pt x="913547" y="1879072"/>
                    <a:pt x="908785" y="1878405"/>
                  </a:cubicBezTo>
                  <a:cubicBezTo>
                    <a:pt x="898688" y="1876595"/>
                    <a:pt x="889068" y="1882977"/>
                    <a:pt x="887353" y="1892692"/>
                  </a:cubicBezTo>
                  <a:cubicBezTo>
                    <a:pt x="887068" y="1894217"/>
                    <a:pt x="887068" y="1895645"/>
                    <a:pt x="887258" y="1897074"/>
                  </a:cubicBezTo>
                  <a:cubicBezTo>
                    <a:pt x="887258" y="1897265"/>
                    <a:pt x="887258" y="1897360"/>
                    <a:pt x="887353" y="1897455"/>
                  </a:cubicBezTo>
                  <a:cubicBezTo>
                    <a:pt x="887544" y="1898884"/>
                    <a:pt x="887830" y="1900217"/>
                    <a:pt x="888401" y="1901551"/>
                  </a:cubicBezTo>
                  <a:cubicBezTo>
                    <a:pt x="888401" y="1901551"/>
                    <a:pt x="888401" y="1901551"/>
                    <a:pt x="888401" y="1901551"/>
                  </a:cubicBezTo>
                  <a:lnTo>
                    <a:pt x="888401" y="1901551"/>
                  </a:lnTo>
                  <a:cubicBezTo>
                    <a:pt x="889925" y="1905551"/>
                    <a:pt x="892973" y="1908980"/>
                    <a:pt x="896974" y="1911266"/>
                  </a:cubicBezTo>
                  <a:cubicBezTo>
                    <a:pt x="886020" y="1921458"/>
                    <a:pt x="873733" y="1930412"/>
                    <a:pt x="860112" y="1938127"/>
                  </a:cubicBezTo>
                  <a:cubicBezTo>
                    <a:pt x="849920" y="1925554"/>
                    <a:pt x="841729" y="1911457"/>
                    <a:pt x="835347" y="1897265"/>
                  </a:cubicBezTo>
                  <a:cubicBezTo>
                    <a:pt x="834585" y="1895645"/>
                    <a:pt x="834014" y="1894026"/>
                    <a:pt x="833347" y="1892407"/>
                  </a:cubicBezTo>
                  <a:cubicBezTo>
                    <a:pt x="834299" y="1892312"/>
                    <a:pt x="835347" y="1892312"/>
                    <a:pt x="836299" y="1892121"/>
                  </a:cubicBezTo>
                  <a:cubicBezTo>
                    <a:pt x="836490" y="1892121"/>
                    <a:pt x="836585" y="1892026"/>
                    <a:pt x="836776" y="1892026"/>
                  </a:cubicBezTo>
                  <a:cubicBezTo>
                    <a:pt x="838204" y="1891740"/>
                    <a:pt x="839633" y="1891264"/>
                    <a:pt x="840872" y="1890597"/>
                  </a:cubicBezTo>
                  <a:cubicBezTo>
                    <a:pt x="840872" y="1890597"/>
                    <a:pt x="840872" y="1890597"/>
                    <a:pt x="840872" y="1890597"/>
                  </a:cubicBezTo>
                  <a:lnTo>
                    <a:pt x="840872" y="1890597"/>
                  </a:lnTo>
                  <a:cubicBezTo>
                    <a:pt x="846777" y="1887740"/>
                    <a:pt x="850777" y="1882120"/>
                    <a:pt x="850777" y="1875357"/>
                  </a:cubicBezTo>
                  <a:cubicBezTo>
                    <a:pt x="850777" y="1867261"/>
                    <a:pt x="845253" y="1860308"/>
                    <a:pt x="837633" y="1857926"/>
                  </a:cubicBezTo>
                  <a:cubicBezTo>
                    <a:pt x="837442" y="1857831"/>
                    <a:pt x="837252" y="1857831"/>
                    <a:pt x="837061" y="1857736"/>
                  </a:cubicBezTo>
                  <a:cubicBezTo>
                    <a:pt x="835633" y="1857355"/>
                    <a:pt x="834109" y="1857069"/>
                    <a:pt x="832490" y="1856974"/>
                  </a:cubicBezTo>
                  <a:cubicBezTo>
                    <a:pt x="829156" y="1856879"/>
                    <a:pt x="826012" y="1857641"/>
                    <a:pt x="823155" y="1858879"/>
                  </a:cubicBezTo>
                  <a:cubicBezTo>
                    <a:pt x="822774" y="1856879"/>
                    <a:pt x="822298" y="1854878"/>
                    <a:pt x="822012" y="1852878"/>
                  </a:cubicBezTo>
                  <a:cubicBezTo>
                    <a:pt x="817726" y="1827065"/>
                    <a:pt x="818869" y="1800681"/>
                    <a:pt x="824774" y="1774297"/>
                  </a:cubicBezTo>
                  <a:cubicBezTo>
                    <a:pt x="825346" y="1774201"/>
                    <a:pt x="826012" y="1774201"/>
                    <a:pt x="826584" y="1774011"/>
                  </a:cubicBezTo>
                  <a:cubicBezTo>
                    <a:pt x="826774" y="1774011"/>
                    <a:pt x="826870" y="1773916"/>
                    <a:pt x="827060" y="1773916"/>
                  </a:cubicBezTo>
                  <a:cubicBezTo>
                    <a:pt x="828394" y="1773630"/>
                    <a:pt x="829632" y="1773154"/>
                    <a:pt x="830775" y="1772582"/>
                  </a:cubicBezTo>
                  <a:cubicBezTo>
                    <a:pt x="830775" y="1772582"/>
                    <a:pt x="830775" y="1772582"/>
                    <a:pt x="830775" y="1772582"/>
                  </a:cubicBezTo>
                  <a:lnTo>
                    <a:pt x="830775" y="1772582"/>
                  </a:lnTo>
                  <a:cubicBezTo>
                    <a:pt x="836204" y="1769820"/>
                    <a:pt x="840109" y="1764296"/>
                    <a:pt x="840586" y="1757628"/>
                  </a:cubicBezTo>
                  <a:cubicBezTo>
                    <a:pt x="841062" y="1751151"/>
                    <a:pt x="838395" y="1745436"/>
                    <a:pt x="834014" y="1742102"/>
                  </a:cubicBezTo>
                  <a:cubicBezTo>
                    <a:pt x="843062" y="1715337"/>
                    <a:pt x="852492" y="1695334"/>
                    <a:pt x="861160" y="1680380"/>
                  </a:cubicBezTo>
                  <a:cubicBezTo>
                    <a:pt x="861731" y="1680857"/>
                    <a:pt x="862398" y="1681238"/>
                    <a:pt x="863065" y="1681618"/>
                  </a:cubicBezTo>
                  <a:cubicBezTo>
                    <a:pt x="865351" y="1682762"/>
                    <a:pt x="867827" y="1682952"/>
                    <a:pt x="870304" y="1682571"/>
                  </a:cubicBezTo>
                  <a:cubicBezTo>
                    <a:pt x="870304" y="1682571"/>
                    <a:pt x="870304" y="1682571"/>
                    <a:pt x="870304" y="1682571"/>
                  </a:cubicBezTo>
                  <a:cubicBezTo>
                    <a:pt x="870304" y="1682571"/>
                    <a:pt x="870304" y="1682571"/>
                    <a:pt x="870304" y="1682571"/>
                  </a:cubicBezTo>
                  <a:cubicBezTo>
                    <a:pt x="875447" y="1681618"/>
                    <a:pt x="880305" y="1677332"/>
                    <a:pt x="882591" y="1671046"/>
                  </a:cubicBezTo>
                  <a:cubicBezTo>
                    <a:pt x="885067" y="1664188"/>
                    <a:pt x="884020" y="1657234"/>
                    <a:pt x="880495" y="1652663"/>
                  </a:cubicBezTo>
                  <a:cubicBezTo>
                    <a:pt x="887258" y="1644662"/>
                    <a:pt x="893926" y="1638851"/>
                    <a:pt x="900212" y="1635327"/>
                  </a:cubicBezTo>
                  <a:cubicBezTo>
                    <a:pt x="899069" y="1638184"/>
                    <a:pt x="898783" y="1641423"/>
                    <a:pt x="899165" y="1644566"/>
                  </a:cubicBezTo>
                  <a:close/>
                  <a:moveTo>
                    <a:pt x="1139290" y="1642757"/>
                  </a:moveTo>
                  <a:cubicBezTo>
                    <a:pt x="1139575" y="1645900"/>
                    <a:pt x="1140337" y="1648948"/>
                    <a:pt x="1141957" y="1651805"/>
                  </a:cubicBezTo>
                  <a:cubicBezTo>
                    <a:pt x="1146624" y="1659901"/>
                    <a:pt x="1155577" y="1661997"/>
                    <a:pt x="1161483" y="1656568"/>
                  </a:cubicBezTo>
                  <a:cubicBezTo>
                    <a:pt x="1162435" y="1655710"/>
                    <a:pt x="1163102" y="1654758"/>
                    <a:pt x="1163769" y="1653710"/>
                  </a:cubicBezTo>
                  <a:cubicBezTo>
                    <a:pt x="1163864" y="1653615"/>
                    <a:pt x="1163864" y="1653520"/>
                    <a:pt x="1163959" y="1653425"/>
                  </a:cubicBezTo>
                  <a:cubicBezTo>
                    <a:pt x="1167198" y="1647805"/>
                    <a:pt x="1166912" y="1639518"/>
                    <a:pt x="1163388" y="1633136"/>
                  </a:cubicBezTo>
                  <a:cubicBezTo>
                    <a:pt x="1173103" y="1635232"/>
                    <a:pt x="1184819" y="1642852"/>
                    <a:pt x="1197487" y="1657520"/>
                  </a:cubicBezTo>
                  <a:cubicBezTo>
                    <a:pt x="1196821" y="1658568"/>
                    <a:pt x="1196154" y="1659616"/>
                    <a:pt x="1195678" y="1660854"/>
                  </a:cubicBezTo>
                  <a:cubicBezTo>
                    <a:pt x="1194916" y="1662854"/>
                    <a:pt x="1194535" y="1664950"/>
                    <a:pt x="1194535" y="1667236"/>
                  </a:cubicBezTo>
                  <a:cubicBezTo>
                    <a:pt x="1194535" y="1668379"/>
                    <a:pt x="1194535" y="1669522"/>
                    <a:pt x="1194725" y="1670570"/>
                  </a:cubicBezTo>
                  <a:cubicBezTo>
                    <a:pt x="1195201" y="1673903"/>
                    <a:pt x="1196440" y="1677332"/>
                    <a:pt x="1198535" y="1680285"/>
                  </a:cubicBezTo>
                  <a:cubicBezTo>
                    <a:pt x="1199392" y="1681523"/>
                    <a:pt x="1200440" y="1682571"/>
                    <a:pt x="1201488" y="1683428"/>
                  </a:cubicBezTo>
                  <a:cubicBezTo>
                    <a:pt x="1201488" y="1683428"/>
                    <a:pt x="1201583" y="1683524"/>
                    <a:pt x="1201583" y="1683524"/>
                  </a:cubicBezTo>
                  <a:cubicBezTo>
                    <a:pt x="1202536" y="1684381"/>
                    <a:pt x="1203679" y="1685048"/>
                    <a:pt x="1204726" y="1685619"/>
                  </a:cubicBezTo>
                  <a:cubicBezTo>
                    <a:pt x="1204822" y="1685619"/>
                    <a:pt x="1204822" y="1685714"/>
                    <a:pt x="1204917" y="1685714"/>
                  </a:cubicBezTo>
                  <a:cubicBezTo>
                    <a:pt x="1204917" y="1685714"/>
                    <a:pt x="1204917" y="1685714"/>
                    <a:pt x="1204917" y="1685714"/>
                  </a:cubicBezTo>
                  <a:cubicBezTo>
                    <a:pt x="1209013" y="1687715"/>
                    <a:pt x="1213680" y="1687429"/>
                    <a:pt x="1217395" y="1684857"/>
                  </a:cubicBezTo>
                  <a:cubicBezTo>
                    <a:pt x="1227396" y="1701335"/>
                    <a:pt x="1237207" y="1722290"/>
                    <a:pt x="1245684" y="1748103"/>
                  </a:cubicBezTo>
                  <a:cubicBezTo>
                    <a:pt x="1240826" y="1752294"/>
                    <a:pt x="1238540" y="1759533"/>
                    <a:pt x="1240541" y="1766677"/>
                  </a:cubicBezTo>
                  <a:cubicBezTo>
                    <a:pt x="1240922" y="1768106"/>
                    <a:pt x="1241588" y="1769439"/>
                    <a:pt x="1242255" y="1770773"/>
                  </a:cubicBezTo>
                  <a:cubicBezTo>
                    <a:pt x="1242350" y="1770868"/>
                    <a:pt x="1242445" y="1770963"/>
                    <a:pt x="1242445" y="1771154"/>
                  </a:cubicBezTo>
                  <a:cubicBezTo>
                    <a:pt x="1243112" y="1772392"/>
                    <a:pt x="1243969" y="1773440"/>
                    <a:pt x="1244922" y="1774392"/>
                  </a:cubicBezTo>
                  <a:cubicBezTo>
                    <a:pt x="1244922" y="1774392"/>
                    <a:pt x="1244922" y="1774392"/>
                    <a:pt x="1244922" y="1774392"/>
                  </a:cubicBezTo>
                  <a:cubicBezTo>
                    <a:pt x="1244922" y="1774392"/>
                    <a:pt x="1244922" y="1774392"/>
                    <a:pt x="1244922" y="1774392"/>
                  </a:cubicBezTo>
                  <a:cubicBezTo>
                    <a:pt x="1247399" y="1777059"/>
                    <a:pt x="1250637" y="1778869"/>
                    <a:pt x="1254161" y="1779535"/>
                  </a:cubicBezTo>
                  <a:cubicBezTo>
                    <a:pt x="1259114" y="1804205"/>
                    <a:pt x="1259876" y="1828875"/>
                    <a:pt x="1255876" y="1852973"/>
                  </a:cubicBezTo>
                  <a:cubicBezTo>
                    <a:pt x="1255209" y="1857355"/>
                    <a:pt x="1254257" y="1861641"/>
                    <a:pt x="1253209" y="1865832"/>
                  </a:cubicBezTo>
                  <a:cubicBezTo>
                    <a:pt x="1249303" y="1863927"/>
                    <a:pt x="1244636" y="1863260"/>
                    <a:pt x="1239969" y="1864308"/>
                  </a:cubicBezTo>
                  <a:cubicBezTo>
                    <a:pt x="1238731" y="1864594"/>
                    <a:pt x="1237492" y="1864975"/>
                    <a:pt x="1236349" y="1865546"/>
                  </a:cubicBezTo>
                  <a:cubicBezTo>
                    <a:pt x="1231873" y="1867547"/>
                    <a:pt x="1228349" y="1871166"/>
                    <a:pt x="1226539" y="1875452"/>
                  </a:cubicBezTo>
                  <a:cubicBezTo>
                    <a:pt x="1225205" y="1878691"/>
                    <a:pt x="1224729" y="1882310"/>
                    <a:pt x="1225586" y="1885930"/>
                  </a:cubicBezTo>
                  <a:cubicBezTo>
                    <a:pt x="1225872" y="1887454"/>
                    <a:pt x="1226443" y="1888787"/>
                    <a:pt x="1227110" y="1890025"/>
                  </a:cubicBezTo>
                  <a:cubicBezTo>
                    <a:pt x="1227206" y="1890121"/>
                    <a:pt x="1227301" y="1890311"/>
                    <a:pt x="1227301" y="1890407"/>
                  </a:cubicBezTo>
                  <a:cubicBezTo>
                    <a:pt x="1227967" y="1891645"/>
                    <a:pt x="1228825" y="1892788"/>
                    <a:pt x="1229777" y="1893740"/>
                  </a:cubicBezTo>
                  <a:cubicBezTo>
                    <a:pt x="1229777" y="1893740"/>
                    <a:pt x="1229777" y="1893740"/>
                    <a:pt x="1229777" y="1893740"/>
                  </a:cubicBezTo>
                  <a:cubicBezTo>
                    <a:pt x="1229777" y="1893740"/>
                    <a:pt x="1229777" y="1893740"/>
                    <a:pt x="1229777" y="1893740"/>
                  </a:cubicBezTo>
                  <a:cubicBezTo>
                    <a:pt x="1232730" y="1896788"/>
                    <a:pt x="1236826" y="1898789"/>
                    <a:pt x="1241398" y="1899360"/>
                  </a:cubicBezTo>
                  <a:cubicBezTo>
                    <a:pt x="1235111" y="1912885"/>
                    <a:pt x="1227206" y="1926316"/>
                    <a:pt x="1217490" y="1938317"/>
                  </a:cubicBezTo>
                  <a:cubicBezTo>
                    <a:pt x="1201678" y="1929364"/>
                    <a:pt x="1187582" y="1918696"/>
                    <a:pt x="1175390" y="1906408"/>
                  </a:cubicBezTo>
                  <a:cubicBezTo>
                    <a:pt x="1176247" y="1906027"/>
                    <a:pt x="1177104" y="1905551"/>
                    <a:pt x="1177866" y="1904980"/>
                  </a:cubicBezTo>
                  <a:cubicBezTo>
                    <a:pt x="1177961" y="1904884"/>
                    <a:pt x="1178152" y="1904789"/>
                    <a:pt x="1178247" y="1904694"/>
                  </a:cubicBezTo>
                  <a:cubicBezTo>
                    <a:pt x="1179485" y="1903837"/>
                    <a:pt x="1180533" y="1902884"/>
                    <a:pt x="1181485" y="1901741"/>
                  </a:cubicBezTo>
                  <a:cubicBezTo>
                    <a:pt x="1181485" y="1901741"/>
                    <a:pt x="1181485" y="1901741"/>
                    <a:pt x="1181485" y="1901741"/>
                  </a:cubicBezTo>
                  <a:cubicBezTo>
                    <a:pt x="1181485" y="1901741"/>
                    <a:pt x="1181485" y="1901741"/>
                    <a:pt x="1181485" y="1901741"/>
                  </a:cubicBezTo>
                  <a:cubicBezTo>
                    <a:pt x="1185867" y="1896788"/>
                    <a:pt x="1187391" y="1890025"/>
                    <a:pt x="1184819" y="1883834"/>
                  </a:cubicBezTo>
                  <a:cubicBezTo>
                    <a:pt x="1182248" y="1877643"/>
                    <a:pt x="1176628" y="1873833"/>
                    <a:pt x="1170341" y="1872976"/>
                  </a:cubicBezTo>
                  <a:cubicBezTo>
                    <a:pt x="1170341" y="1872976"/>
                    <a:pt x="1170341" y="1872976"/>
                    <a:pt x="1170341" y="1872976"/>
                  </a:cubicBezTo>
                  <a:cubicBezTo>
                    <a:pt x="1170341" y="1872976"/>
                    <a:pt x="1170246" y="1872976"/>
                    <a:pt x="1170246" y="1872976"/>
                  </a:cubicBezTo>
                  <a:cubicBezTo>
                    <a:pt x="1168817" y="1872785"/>
                    <a:pt x="1167293" y="1872690"/>
                    <a:pt x="1165865" y="1872881"/>
                  </a:cubicBezTo>
                  <a:cubicBezTo>
                    <a:pt x="1165769" y="1872881"/>
                    <a:pt x="1165579" y="1872881"/>
                    <a:pt x="1165483" y="1872881"/>
                  </a:cubicBezTo>
                  <a:cubicBezTo>
                    <a:pt x="1163959" y="1873071"/>
                    <a:pt x="1162340" y="1873262"/>
                    <a:pt x="1160816" y="1873738"/>
                  </a:cubicBezTo>
                  <a:cubicBezTo>
                    <a:pt x="1157673" y="1874785"/>
                    <a:pt x="1155006" y="1876691"/>
                    <a:pt x="1152910" y="1878976"/>
                  </a:cubicBezTo>
                  <a:cubicBezTo>
                    <a:pt x="1151767" y="1877262"/>
                    <a:pt x="1150624" y="1875643"/>
                    <a:pt x="1149577" y="1873928"/>
                  </a:cubicBezTo>
                  <a:cubicBezTo>
                    <a:pt x="1135861" y="1851830"/>
                    <a:pt x="1126812" y="1827065"/>
                    <a:pt x="1122240" y="1800491"/>
                  </a:cubicBezTo>
                  <a:cubicBezTo>
                    <a:pt x="1122811" y="1800205"/>
                    <a:pt x="1123288" y="1799919"/>
                    <a:pt x="1123859" y="1799538"/>
                  </a:cubicBezTo>
                  <a:cubicBezTo>
                    <a:pt x="1123954" y="1799443"/>
                    <a:pt x="1124050" y="1799348"/>
                    <a:pt x="1124240" y="1799252"/>
                  </a:cubicBezTo>
                  <a:cubicBezTo>
                    <a:pt x="1125288" y="1798490"/>
                    <a:pt x="1126336" y="1797538"/>
                    <a:pt x="1127193" y="1796585"/>
                  </a:cubicBezTo>
                  <a:cubicBezTo>
                    <a:pt x="1127193" y="1796585"/>
                    <a:pt x="1127193" y="1796585"/>
                    <a:pt x="1127193" y="1796585"/>
                  </a:cubicBezTo>
                  <a:cubicBezTo>
                    <a:pt x="1127193" y="1796585"/>
                    <a:pt x="1127193" y="1796585"/>
                    <a:pt x="1127193" y="1796585"/>
                  </a:cubicBezTo>
                  <a:cubicBezTo>
                    <a:pt x="1131098" y="1791918"/>
                    <a:pt x="1132622" y="1785250"/>
                    <a:pt x="1130622" y="1778964"/>
                  </a:cubicBezTo>
                  <a:cubicBezTo>
                    <a:pt x="1128622" y="1772773"/>
                    <a:pt x="1123954" y="1768677"/>
                    <a:pt x="1118716" y="1767248"/>
                  </a:cubicBezTo>
                  <a:cubicBezTo>
                    <a:pt x="1116811" y="1739054"/>
                    <a:pt x="1117954" y="1716861"/>
                    <a:pt x="1120335" y="1699716"/>
                  </a:cubicBezTo>
                  <a:cubicBezTo>
                    <a:pt x="1121097" y="1699907"/>
                    <a:pt x="1121764" y="1700002"/>
                    <a:pt x="1122526" y="1700097"/>
                  </a:cubicBezTo>
                  <a:cubicBezTo>
                    <a:pt x="1123764" y="1700097"/>
                    <a:pt x="1124907" y="1699907"/>
                    <a:pt x="1126050" y="1699621"/>
                  </a:cubicBezTo>
                  <a:cubicBezTo>
                    <a:pt x="1126145" y="1699621"/>
                    <a:pt x="1126336" y="1699525"/>
                    <a:pt x="1126431" y="1699525"/>
                  </a:cubicBezTo>
                  <a:cubicBezTo>
                    <a:pt x="1127574" y="1699240"/>
                    <a:pt x="1128526" y="1698668"/>
                    <a:pt x="1129479" y="1698097"/>
                  </a:cubicBezTo>
                  <a:cubicBezTo>
                    <a:pt x="1129479" y="1698097"/>
                    <a:pt x="1129479" y="1698097"/>
                    <a:pt x="1129479" y="1698097"/>
                  </a:cubicBezTo>
                  <a:lnTo>
                    <a:pt x="1129479" y="1698097"/>
                  </a:lnTo>
                  <a:cubicBezTo>
                    <a:pt x="1133956" y="1695239"/>
                    <a:pt x="1136813" y="1689620"/>
                    <a:pt x="1136527" y="1682952"/>
                  </a:cubicBezTo>
                  <a:cubicBezTo>
                    <a:pt x="1136242" y="1675808"/>
                    <a:pt x="1132527" y="1669522"/>
                    <a:pt x="1127574" y="1666474"/>
                  </a:cubicBezTo>
                  <a:cubicBezTo>
                    <a:pt x="1130812" y="1656473"/>
                    <a:pt x="1134718" y="1648567"/>
                    <a:pt x="1139290" y="1642757"/>
                  </a:cubicBezTo>
                  <a:close/>
                  <a:moveTo>
                    <a:pt x="1421420" y="1553412"/>
                  </a:moveTo>
                  <a:cubicBezTo>
                    <a:pt x="1421420" y="1554460"/>
                    <a:pt x="1421611" y="1555508"/>
                    <a:pt x="1421801" y="1556555"/>
                  </a:cubicBezTo>
                  <a:cubicBezTo>
                    <a:pt x="1422944" y="1561889"/>
                    <a:pt x="1426278" y="1567033"/>
                    <a:pt x="1431422" y="1570176"/>
                  </a:cubicBezTo>
                  <a:cubicBezTo>
                    <a:pt x="1432660" y="1570938"/>
                    <a:pt x="1433993" y="1571509"/>
                    <a:pt x="1435232" y="1571986"/>
                  </a:cubicBezTo>
                  <a:cubicBezTo>
                    <a:pt x="1435327" y="1571986"/>
                    <a:pt x="1435517" y="1572081"/>
                    <a:pt x="1435612" y="1572081"/>
                  </a:cubicBezTo>
                  <a:cubicBezTo>
                    <a:pt x="1441518" y="1573891"/>
                    <a:pt x="1447328" y="1571891"/>
                    <a:pt x="1450472" y="1567128"/>
                  </a:cubicBezTo>
                  <a:cubicBezTo>
                    <a:pt x="1466092" y="1578558"/>
                    <a:pt x="1483237" y="1594084"/>
                    <a:pt x="1500954" y="1614658"/>
                  </a:cubicBezTo>
                  <a:cubicBezTo>
                    <a:pt x="1498001" y="1620373"/>
                    <a:pt x="1498763" y="1627898"/>
                    <a:pt x="1503240" y="1633708"/>
                  </a:cubicBezTo>
                  <a:cubicBezTo>
                    <a:pt x="1504192" y="1634946"/>
                    <a:pt x="1505240" y="1635899"/>
                    <a:pt x="1506383" y="1636756"/>
                  </a:cubicBezTo>
                  <a:cubicBezTo>
                    <a:pt x="1506478" y="1636851"/>
                    <a:pt x="1506574" y="1636946"/>
                    <a:pt x="1506669" y="1637042"/>
                  </a:cubicBezTo>
                  <a:cubicBezTo>
                    <a:pt x="1507812" y="1637899"/>
                    <a:pt x="1508955" y="1638566"/>
                    <a:pt x="1510193" y="1639137"/>
                  </a:cubicBezTo>
                  <a:cubicBezTo>
                    <a:pt x="1510193" y="1639137"/>
                    <a:pt x="1510193" y="1639137"/>
                    <a:pt x="1510193" y="1639137"/>
                  </a:cubicBezTo>
                  <a:cubicBezTo>
                    <a:pt x="1510193" y="1639137"/>
                    <a:pt x="1510193" y="1639137"/>
                    <a:pt x="1510193" y="1639137"/>
                  </a:cubicBezTo>
                  <a:cubicBezTo>
                    <a:pt x="1513527" y="1640661"/>
                    <a:pt x="1517242" y="1641042"/>
                    <a:pt x="1520766" y="1640375"/>
                  </a:cubicBezTo>
                  <a:cubicBezTo>
                    <a:pt x="1534768" y="1661235"/>
                    <a:pt x="1544959" y="1683714"/>
                    <a:pt x="1550484" y="1707526"/>
                  </a:cubicBezTo>
                  <a:cubicBezTo>
                    <a:pt x="1551532" y="1711813"/>
                    <a:pt x="1552294" y="1716099"/>
                    <a:pt x="1553056" y="1720481"/>
                  </a:cubicBezTo>
                  <a:cubicBezTo>
                    <a:pt x="1548769" y="1720290"/>
                    <a:pt x="1544198" y="1721433"/>
                    <a:pt x="1540292" y="1724195"/>
                  </a:cubicBezTo>
                  <a:cubicBezTo>
                    <a:pt x="1531910" y="1730196"/>
                    <a:pt x="1529719" y="1741531"/>
                    <a:pt x="1535339" y="1749627"/>
                  </a:cubicBezTo>
                  <a:cubicBezTo>
                    <a:pt x="1536197" y="1750865"/>
                    <a:pt x="1537244" y="1751913"/>
                    <a:pt x="1538387" y="1752866"/>
                  </a:cubicBezTo>
                  <a:cubicBezTo>
                    <a:pt x="1538483" y="1752961"/>
                    <a:pt x="1538578" y="1753056"/>
                    <a:pt x="1538768" y="1753151"/>
                  </a:cubicBezTo>
                  <a:cubicBezTo>
                    <a:pt x="1539911" y="1754008"/>
                    <a:pt x="1541054" y="1754771"/>
                    <a:pt x="1542388" y="1755247"/>
                  </a:cubicBezTo>
                  <a:cubicBezTo>
                    <a:pt x="1542388" y="1755247"/>
                    <a:pt x="1542388" y="1755247"/>
                    <a:pt x="1542388" y="1755247"/>
                  </a:cubicBezTo>
                  <a:cubicBezTo>
                    <a:pt x="1542388" y="1755247"/>
                    <a:pt x="1542388" y="1755247"/>
                    <a:pt x="1542388" y="1755247"/>
                  </a:cubicBezTo>
                  <a:cubicBezTo>
                    <a:pt x="1546293" y="1756961"/>
                    <a:pt x="1550865" y="1757247"/>
                    <a:pt x="1555247" y="1756009"/>
                  </a:cubicBezTo>
                  <a:cubicBezTo>
                    <a:pt x="1554675" y="1770868"/>
                    <a:pt x="1552484" y="1786203"/>
                    <a:pt x="1548198" y="1801157"/>
                  </a:cubicBezTo>
                  <a:cubicBezTo>
                    <a:pt x="1530100" y="1798967"/>
                    <a:pt x="1513051" y="1794490"/>
                    <a:pt x="1497049" y="1787822"/>
                  </a:cubicBezTo>
                  <a:cubicBezTo>
                    <a:pt x="1497716" y="1787060"/>
                    <a:pt x="1498287" y="1786298"/>
                    <a:pt x="1498858" y="1785536"/>
                  </a:cubicBezTo>
                  <a:cubicBezTo>
                    <a:pt x="1498954" y="1785346"/>
                    <a:pt x="1499049" y="1785250"/>
                    <a:pt x="1499144" y="1785060"/>
                  </a:cubicBezTo>
                  <a:cubicBezTo>
                    <a:pt x="1499906" y="1783822"/>
                    <a:pt x="1500573" y="1782488"/>
                    <a:pt x="1501049" y="1781155"/>
                  </a:cubicBezTo>
                  <a:cubicBezTo>
                    <a:pt x="1501049" y="1781155"/>
                    <a:pt x="1501049" y="1781155"/>
                    <a:pt x="1501049" y="1781155"/>
                  </a:cubicBezTo>
                  <a:lnTo>
                    <a:pt x="1501049" y="1781155"/>
                  </a:lnTo>
                  <a:cubicBezTo>
                    <a:pt x="1503145" y="1774964"/>
                    <a:pt x="1502002" y="1768106"/>
                    <a:pt x="1497239" y="1763343"/>
                  </a:cubicBezTo>
                  <a:cubicBezTo>
                    <a:pt x="1492477" y="1758581"/>
                    <a:pt x="1485904" y="1757247"/>
                    <a:pt x="1479713" y="1758866"/>
                  </a:cubicBezTo>
                  <a:cubicBezTo>
                    <a:pt x="1479713" y="1758866"/>
                    <a:pt x="1479713" y="1758866"/>
                    <a:pt x="1479713" y="1758866"/>
                  </a:cubicBezTo>
                  <a:cubicBezTo>
                    <a:pt x="1479713" y="1758866"/>
                    <a:pt x="1479713" y="1758866"/>
                    <a:pt x="1479618" y="1758866"/>
                  </a:cubicBezTo>
                  <a:cubicBezTo>
                    <a:pt x="1478189" y="1759247"/>
                    <a:pt x="1476760" y="1759819"/>
                    <a:pt x="1475427" y="1760485"/>
                  </a:cubicBezTo>
                  <a:cubicBezTo>
                    <a:pt x="1475332" y="1760485"/>
                    <a:pt x="1475332" y="1760581"/>
                    <a:pt x="1475236" y="1760581"/>
                  </a:cubicBezTo>
                  <a:cubicBezTo>
                    <a:pt x="1473808" y="1761343"/>
                    <a:pt x="1472474" y="1762200"/>
                    <a:pt x="1471236" y="1763248"/>
                  </a:cubicBezTo>
                  <a:cubicBezTo>
                    <a:pt x="1468759" y="1765439"/>
                    <a:pt x="1467045" y="1768201"/>
                    <a:pt x="1465997" y="1771154"/>
                  </a:cubicBezTo>
                  <a:cubicBezTo>
                    <a:pt x="1464283" y="1770010"/>
                    <a:pt x="1462568" y="1768963"/>
                    <a:pt x="1460949" y="1767725"/>
                  </a:cubicBezTo>
                  <a:cubicBezTo>
                    <a:pt x="1439708" y="1752675"/>
                    <a:pt x="1421897" y="1733244"/>
                    <a:pt x="1407418" y="1710479"/>
                  </a:cubicBezTo>
                  <a:cubicBezTo>
                    <a:pt x="1407799" y="1710003"/>
                    <a:pt x="1408181" y="1709527"/>
                    <a:pt x="1408561" y="1709050"/>
                  </a:cubicBezTo>
                  <a:cubicBezTo>
                    <a:pt x="1408657" y="1708955"/>
                    <a:pt x="1408752" y="1708765"/>
                    <a:pt x="1408752" y="1708670"/>
                  </a:cubicBezTo>
                  <a:cubicBezTo>
                    <a:pt x="1409419" y="1707526"/>
                    <a:pt x="1409990" y="1706288"/>
                    <a:pt x="1410371" y="1705050"/>
                  </a:cubicBezTo>
                  <a:cubicBezTo>
                    <a:pt x="1410371" y="1705050"/>
                    <a:pt x="1410371" y="1705050"/>
                    <a:pt x="1410371" y="1705050"/>
                  </a:cubicBezTo>
                  <a:cubicBezTo>
                    <a:pt x="1410371" y="1705050"/>
                    <a:pt x="1410371" y="1705050"/>
                    <a:pt x="1410371" y="1705050"/>
                  </a:cubicBezTo>
                  <a:cubicBezTo>
                    <a:pt x="1412276" y="1699240"/>
                    <a:pt x="1411038" y="1692477"/>
                    <a:pt x="1406752" y="1687429"/>
                  </a:cubicBezTo>
                  <a:cubicBezTo>
                    <a:pt x="1402561" y="1682476"/>
                    <a:pt x="1396750" y="1680475"/>
                    <a:pt x="1391321" y="1681238"/>
                  </a:cubicBezTo>
                  <a:cubicBezTo>
                    <a:pt x="1378748" y="1655901"/>
                    <a:pt x="1371224" y="1635041"/>
                    <a:pt x="1366842" y="1618277"/>
                  </a:cubicBezTo>
                  <a:cubicBezTo>
                    <a:pt x="1367604" y="1618182"/>
                    <a:pt x="1368271" y="1617992"/>
                    <a:pt x="1368937" y="1617801"/>
                  </a:cubicBezTo>
                  <a:cubicBezTo>
                    <a:pt x="1370081" y="1617325"/>
                    <a:pt x="1371128" y="1616753"/>
                    <a:pt x="1372081" y="1615991"/>
                  </a:cubicBezTo>
                  <a:cubicBezTo>
                    <a:pt x="1372176" y="1615896"/>
                    <a:pt x="1372271" y="1615801"/>
                    <a:pt x="1372366" y="1615706"/>
                  </a:cubicBezTo>
                  <a:cubicBezTo>
                    <a:pt x="1373224" y="1614943"/>
                    <a:pt x="1373986" y="1614182"/>
                    <a:pt x="1374652" y="1613229"/>
                  </a:cubicBezTo>
                  <a:cubicBezTo>
                    <a:pt x="1374652" y="1613229"/>
                    <a:pt x="1374652" y="1613229"/>
                    <a:pt x="1374652" y="1613229"/>
                  </a:cubicBezTo>
                  <a:lnTo>
                    <a:pt x="1374652" y="1613229"/>
                  </a:lnTo>
                  <a:cubicBezTo>
                    <a:pt x="1377605" y="1608848"/>
                    <a:pt x="1378177" y="1602561"/>
                    <a:pt x="1375319" y="1596560"/>
                  </a:cubicBezTo>
                  <a:cubicBezTo>
                    <a:pt x="1372271" y="1590083"/>
                    <a:pt x="1366461" y="1585702"/>
                    <a:pt x="1360746" y="1584749"/>
                  </a:cubicBezTo>
                  <a:cubicBezTo>
                    <a:pt x="1360079" y="1574653"/>
                    <a:pt x="1360651" y="1565795"/>
                    <a:pt x="1362556" y="1558746"/>
                  </a:cubicBezTo>
                  <a:cubicBezTo>
                    <a:pt x="1364080" y="1561413"/>
                    <a:pt x="1365985" y="1563890"/>
                    <a:pt x="1368557" y="1565795"/>
                  </a:cubicBezTo>
                  <a:cubicBezTo>
                    <a:pt x="1375986" y="1571509"/>
                    <a:pt x="1385130" y="1569985"/>
                    <a:pt x="1388464" y="1562747"/>
                  </a:cubicBezTo>
                  <a:cubicBezTo>
                    <a:pt x="1388940" y="1561699"/>
                    <a:pt x="1389226" y="1560460"/>
                    <a:pt x="1389416" y="1559317"/>
                  </a:cubicBezTo>
                  <a:cubicBezTo>
                    <a:pt x="1389416" y="1559032"/>
                    <a:pt x="1389416" y="1558841"/>
                    <a:pt x="1389511" y="1558556"/>
                  </a:cubicBezTo>
                  <a:cubicBezTo>
                    <a:pt x="1390178" y="1552174"/>
                    <a:pt x="1386844" y="1544744"/>
                    <a:pt x="1381129" y="1540267"/>
                  </a:cubicBezTo>
                  <a:cubicBezTo>
                    <a:pt x="1390940" y="1538458"/>
                    <a:pt x="1404751" y="1541125"/>
                    <a:pt x="1421992" y="1549602"/>
                  </a:cubicBezTo>
                  <a:cubicBezTo>
                    <a:pt x="1421992" y="1549792"/>
                    <a:pt x="1421897" y="1550078"/>
                    <a:pt x="1421801" y="1550269"/>
                  </a:cubicBezTo>
                  <a:cubicBezTo>
                    <a:pt x="1421420" y="1551317"/>
                    <a:pt x="1421420" y="1552364"/>
                    <a:pt x="1421420" y="1553412"/>
                  </a:cubicBezTo>
                  <a:close/>
                  <a:moveTo>
                    <a:pt x="1565152" y="1447113"/>
                  </a:moveTo>
                  <a:cubicBezTo>
                    <a:pt x="1566105" y="1446256"/>
                    <a:pt x="1566867" y="1445303"/>
                    <a:pt x="1567439" y="1444256"/>
                  </a:cubicBezTo>
                  <a:cubicBezTo>
                    <a:pt x="1567439" y="1444256"/>
                    <a:pt x="1567439" y="1444160"/>
                    <a:pt x="1567534" y="1444160"/>
                  </a:cubicBezTo>
                  <a:cubicBezTo>
                    <a:pt x="1570677" y="1438541"/>
                    <a:pt x="1569153" y="1430635"/>
                    <a:pt x="1562962" y="1425015"/>
                  </a:cubicBezTo>
                  <a:cubicBezTo>
                    <a:pt x="1557628" y="1420157"/>
                    <a:pt x="1550770" y="1418443"/>
                    <a:pt x="1545150" y="1419776"/>
                  </a:cubicBezTo>
                  <a:cubicBezTo>
                    <a:pt x="1540483" y="1410537"/>
                    <a:pt x="1537625" y="1402155"/>
                    <a:pt x="1536768" y="1394916"/>
                  </a:cubicBezTo>
                  <a:cubicBezTo>
                    <a:pt x="1539149" y="1396821"/>
                    <a:pt x="1541911" y="1398345"/>
                    <a:pt x="1544959" y="1399202"/>
                  </a:cubicBezTo>
                  <a:cubicBezTo>
                    <a:pt x="1554008" y="1401583"/>
                    <a:pt x="1562104" y="1396916"/>
                    <a:pt x="1562295" y="1388820"/>
                  </a:cubicBezTo>
                  <a:cubicBezTo>
                    <a:pt x="1562295" y="1387582"/>
                    <a:pt x="1562104" y="1386343"/>
                    <a:pt x="1561724" y="1385105"/>
                  </a:cubicBezTo>
                  <a:cubicBezTo>
                    <a:pt x="1561724" y="1385010"/>
                    <a:pt x="1561628" y="1384820"/>
                    <a:pt x="1561628" y="1384724"/>
                  </a:cubicBezTo>
                  <a:cubicBezTo>
                    <a:pt x="1561247" y="1383486"/>
                    <a:pt x="1560771" y="1382343"/>
                    <a:pt x="1560199" y="1381295"/>
                  </a:cubicBezTo>
                  <a:cubicBezTo>
                    <a:pt x="1560199" y="1381295"/>
                    <a:pt x="1560199" y="1381295"/>
                    <a:pt x="1560199" y="1381295"/>
                  </a:cubicBezTo>
                  <a:cubicBezTo>
                    <a:pt x="1560199" y="1381295"/>
                    <a:pt x="1560199" y="1381295"/>
                    <a:pt x="1560199" y="1381295"/>
                  </a:cubicBezTo>
                  <a:cubicBezTo>
                    <a:pt x="1557533" y="1376438"/>
                    <a:pt x="1552579" y="1372532"/>
                    <a:pt x="1546865" y="1370818"/>
                  </a:cubicBezTo>
                  <a:cubicBezTo>
                    <a:pt x="1555247" y="1365389"/>
                    <a:pt x="1569439" y="1362817"/>
                    <a:pt x="1588203" y="1363960"/>
                  </a:cubicBezTo>
                  <a:cubicBezTo>
                    <a:pt x="1588489" y="1365198"/>
                    <a:pt x="1588870" y="1366436"/>
                    <a:pt x="1589346" y="1367579"/>
                  </a:cubicBezTo>
                  <a:cubicBezTo>
                    <a:pt x="1590679" y="1370532"/>
                    <a:pt x="1592870" y="1373199"/>
                    <a:pt x="1595633" y="1375199"/>
                  </a:cubicBezTo>
                  <a:cubicBezTo>
                    <a:pt x="1598395" y="1377295"/>
                    <a:pt x="1601633" y="1378819"/>
                    <a:pt x="1605062" y="1379295"/>
                  </a:cubicBezTo>
                  <a:cubicBezTo>
                    <a:pt x="1606491" y="1379485"/>
                    <a:pt x="1607824" y="1379485"/>
                    <a:pt x="1609158" y="1379390"/>
                  </a:cubicBezTo>
                  <a:cubicBezTo>
                    <a:pt x="1609253" y="1379390"/>
                    <a:pt x="1609444" y="1379390"/>
                    <a:pt x="1609539" y="1379295"/>
                  </a:cubicBezTo>
                  <a:cubicBezTo>
                    <a:pt x="1610777" y="1379200"/>
                    <a:pt x="1612016" y="1378914"/>
                    <a:pt x="1613158" y="1378438"/>
                  </a:cubicBezTo>
                  <a:cubicBezTo>
                    <a:pt x="1613158" y="1378438"/>
                    <a:pt x="1613158" y="1378438"/>
                    <a:pt x="1613158" y="1378438"/>
                  </a:cubicBezTo>
                  <a:lnTo>
                    <a:pt x="1613158" y="1378438"/>
                  </a:lnTo>
                  <a:cubicBezTo>
                    <a:pt x="1617445" y="1376914"/>
                    <a:pt x="1620588" y="1373485"/>
                    <a:pt x="1621445" y="1369103"/>
                  </a:cubicBezTo>
                  <a:cubicBezTo>
                    <a:pt x="1640209" y="1373675"/>
                    <a:pt x="1662022" y="1381581"/>
                    <a:pt x="1686310" y="1393868"/>
                  </a:cubicBezTo>
                  <a:cubicBezTo>
                    <a:pt x="1685834" y="1400250"/>
                    <a:pt x="1689168" y="1406917"/>
                    <a:pt x="1695645" y="1410537"/>
                  </a:cubicBezTo>
                  <a:cubicBezTo>
                    <a:pt x="1696978" y="1411299"/>
                    <a:pt x="1698312" y="1411775"/>
                    <a:pt x="1699741" y="1412156"/>
                  </a:cubicBezTo>
                  <a:cubicBezTo>
                    <a:pt x="1699931" y="1412156"/>
                    <a:pt x="1700026" y="1412251"/>
                    <a:pt x="1700217" y="1412251"/>
                  </a:cubicBezTo>
                  <a:cubicBezTo>
                    <a:pt x="1701550" y="1412633"/>
                    <a:pt x="1702884" y="1412823"/>
                    <a:pt x="1704217" y="1412823"/>
                  </a:cubicBezTo>
                  <a:cubicBezTo>
                    <a:pt x="1704217" y="1412823"/>
                    <a:pt x="1704217" y="1412823"/>
                    <a:pt x="1704217" y="1412823"/>
                  </a:cubicBezTo>
                  <a:cubicBezTo>
                    <a:pt x="1704217" y="1412823"/>
                    <a:pt x="1704217" y="1412823"/>
                    <a:pt x="1704217" y="1412823"/>
                  </a:cubicBezTo>
                  <a:cubicBezTo>
                    <a:pt x="1707932" y="1412918"/>
                    <a:pt x="1711552" y="1411966"/>
                    <a:pt x="1714504" y="1409966"/>
                  </a:cubicBezTo>
                  <a:cubicBezTo>
                    <a:pt x="1735364" y="1423967"/>
                    <a:pt x="1753271" y="1440826"/>
                    <a:pt x="1767464" y="1460639"/>
                  </a:cubicBezTo>
                  <a:cubicBezTo>
                    <a:pt x="1770035" y="1464163"/>
                    <a:pt x="1772416" y="1467877"/>
                    <a:pt x="1774702" y="1471592"/>
                  </a:cubicBezTo>
                  <a:cubicBezTo>
                    <a:pt x="1770607" y="1473021"/>
                    <a:pt x="1766892" y="1475879"/>
                    <a:pt x="1764511" y="1479974"/>
                  </a:cubicBezTo>
                  <a:cubicBezTo>
                    <a:pt x="1763082" y="1482165"/>
                    <a:pt x="1762225" y="1484451"/>
                    <a:pt x="1761749" y="1486832"/>
                  </a:cubicBezTo>
                  <a:cubicBezTo>
                    <a:pt x="1761558" y="1487975"/>
                    <a:pt x="1761463" y="1489214"/>
                    <a:pt x="1761463" y="1490357"/>
                  </a:cubicBezTo>
                  <a:cubicBezTo>
                    <a:pt x="1761463" y="1495119"/>
                    <a:pt x="1763273" y="1499691"/>
                    <a:pt x="1766606" y="1503025"/>
                  </a:cubicBezTo>
                  <a:cubicBezTo>
                    <a:pt x="1767464" y="1503882"/>
                    <a:pt x="1768416" y="1504644"/>
                    <a:pt x="1769464" y="1505311"/>
                  </a:cubicBezTo>
                  <a:cubicBezTo>
                    <a:pt x="1770702" y="1506168"/>
                    <a:pt x="1772131" y="1506644"/>
                    <a:pt x="1773464" y="1507121"/>
                  </a:cubicBezTo>
                  <a:cubicBezTo>
                    <a:pt x="1773559" y="1507121"/>
                    <a:pt x="1773750" y="1507216"/>
                    <a:pt x="1773845" y="1507216"/>
                  </a:cubicBezTo>
                  <a:cubicBezTo>
                    <a:pt x="1775179" y="1507597"/>
                    <a:pt x="1776608" y="1507787"/>
                    <a:pt x="1777941" y="1507883"/>
                  </a:cubicBezTo>
                  <a:cubicBezTo>
                    <a:pt x="1777941" y="1507883"/>
                    <a:pt x="1777941" y="1507883"/>
                    <a:pt x="1777941" y="1507883"/>
                  </a:cubicBezTo>
                  <a:lnTo>
                    <a:pt x="1777941" y="1507883"/>
                  </a:lnTo>
                  <a:cubicBezTo>
                    <a:pt x="1782227" y="1507978"/>
                    <a:pt x="1786514" y="1506549"/>
                    <a:pt x="1790133" y="1503692"/>
                  </a:cubicBezTo>
                  <a:cubicBezTo>
                    <a:pt x="1795276" y="1517693"/>
                    <a:pt x="1798896" y="1532552"/>
                    <a:pt x="1800801" y="1548078"/>
                  </a:cubicBezTo>
                  <a:cubicBezTo>
                    <a:pt x="1785180" y="1552555"/>
                    <a:pt x="1769178" y="1554746"/>
                    <a:pt x="1753557" y="1555222"/>
                  </a:cubicBezTo>
                  <a:cubicBezTo>
                    <a:pt x="1751842" y="1555317"/>
                    <a:pt x="1750033" y="1555222"/>
                    <a:pt x="1748318" y="1555222"/>
                  </a:cubicBezTo>
                  <a:cubicBezTo>
                    <a:pt x="1748699" y="1554269"/>
                    <a:pt x="1748985" y="1553317"/>
                    <a:pt x="1749175" y="1552364"/>
                  </a:cubicBezTo>
                  <a:cubicBezTo>
                    <a:pt x="1749175" y="1552174"/>
                    <a:pt x="1749175" y="1552079"/>
                    <a:pt x="1749271" y="1551888"/>
                  </a:cubicBezTo>
                  <a:cubicBezTo>
                    <a:pt x="1749557" y="1550459"/>
                    <a:pt x="1749557" y="1549031"/>
                    <a:pt x="1749557" y="1547602"/>
                  </a:cubicBezTo>
                  <a:cubicBezTo>
                    <a:pt x="1749557" y="1547602"/>
                    <a:pt x="1749557" y="1547602"/>
                    <a:pt x="1749557" y="1547602"/>
                  </a:cubicBezTo>
                  <a:cubicBezTo>
                    <a:pt x="1749557" y="1547602"/>
                    <a:pt x="1749557" y="1547602"/>
                    <a:pt x="1749557" y="1547602"/>
                  </a:cubicBezTo>
                  <a:cubicBezTo>
                    <a:pt x="1749175" y="1541030"/>
                    <a:pt x="1745461" y="1535219"/>
                    <a:pt x="1739269" y="1532648"/>
                  </a:cubicBezTo>
                  <a:cubicBezTo>
                    <a:pt x="1731745" y="1529504"/>
                    <a:pt x="1723267" y="1531981"/>
                    <a:pt x="1718124" y="1538172"/>
                  </a:cubicBezTo>
                  <a:cubicBezTo>
                    <a:pt x="1718029" y="1538363"/>
                    <a:pt x="1717838" y="1538458"/>
                    <a:pt x="1717743" y="1538648"/>
                  </a:cubicBezTo>
                  <a:cubicBezTo>
                    <a:pt x="1716791" y="1539887"/>
                    <a:pt x="1715933" y="1541125"/>
                    <a:pt x="1715266" y="1542554"/>
                  </a:cubicBezTo>
                  <a:cubicBezTo>
                    <a:pt x="1713838" y="1545601"/>
                    <a:pt x="1713266" y="1548745"/>
                    <a:pt x="1713361" y="1551793"/>
                  </a:cubicBezTo>
                  <a:cubicBezTo>
                    <a:pt x="1711361" y="1551412"/>
                    <a:pt x="1709361" y="1551031"/>
                    <a:pt x="1707361" y="1550555"/>
                  </a:cubicBezTo>
                  <a:cubicBezTo>
                    <a:pt x="1681929" y="1544649"/>
                    <a:pt x="1658021" y="1533409"/>
                    <a:pt x="1635923" y="1517884"/>
                  </a:cubicBezTo>
                  <a:cubicBezTo>
                    <a:pt x="1636114" y="1517312"/>
                    <a:pt x="1636304" y="1516741"/>
                    <a:pt x="1636399" y="1516074"/>
                  </a:cubicBezTo>
                  <a:cubicBezTo>
                    <a:pt x="1636399" y="1515883"/>
                    <a:pt x="1636399" y="1515788"/>
                    <a:pt x="1636495" y="1515598"/>
                  </a:cubicBezTo>
                  <a:cubicBezTo>
                    <a:pt x="1636685" y="1514264"/>
                    <a:pt x="1636781" y="1512931"/>
                    <a:pt x="1636685" y="1511692"/>
                  </a:cubicBezTo>
                  <a:cubicBezTo>
                    <a:pt x="1636685" y="1511692"/>
                    <a:pt x="1636685" y="1511692"/>
                    <a:pt x="1636685" y="1511692"/>
                  </a:cubicBezTo>
                  <a:cubicBezTo>
                    <a:pt x="1636685" y="1511692"/>
                    <a:pt x="1636685" y="1511692"/>
                    <a:pt x="1636685" y="1511692"/>
                  </a:cubicBezTo>
                  <a:cubicBezTo>
                    <a:pt x="1636209" y="1505692"/>
                    <a:pt x="1632590" y="1499882"/>
                    <a:pt x="1626589" y="1496833"/>
                  </a:cubicBezTo>
                  <a:cubicBezTo>
                    <a:pt x="1620874" y="1493881"/>
                    <a:pt x="1614587" y="1494167"/>
                    <a:pt x="1609825" y="1497024"/>
                  </a:cubicBezTo>
                  <a:cubicBezTo>
                    <a:pt x="1588584" y="1478450"/>
                    <a:pt x="1573725" y="1461972"/>
                    <a:pt x="1563248" y="1448256"/>
                  </a:cubicBezTo>
                  <a:cubicBezTo>
                    <a:pt x="1563914" y="1448066"/>
                    <a:pt x="1564581" y="1447684"/>
                    <a:pt x="1565152" y="1447113"/>
                  </a:cubicBezTo>
                  <a:close/>
                  <a:moveTo>
                    <a:pt x="1924531" y="1452733"/>
                  </a:moveTo>
                  <a:cubicBezTo>
                    <a:pt x="1921578" y="1449018"/>
                    <a:pt x="1917292" y="1446732"/>
                    <a:pt x="1912243" y="1446827"/>
                  </a:cubicBezTo>
                  <a:cubicBezTo>
                    <a:pt x="1907195" y="1446923"/>
                    <a:pt x="1902433" y="1449208"/>
                    <a:pt x="1898718" y="1452923"/>
                  </a:cubicBezTo>
                  <a:cubicBezTo>
                    <a:pt x="1896241" y="1455305"/>
                    <a:pt x="1894241" y="1458257"/>
                    <a:pt x="1892908" y="1461496"/>
                  </a:cubicBezTo>
                  <a:cubicBezTo>
                    <a:pt x="1892812" y="1461686"/>
                    <a:pt x="1892717" y="1461877"/>
                    <a:pt x="1892622" y="1462163"/>
                  </a:cubicBezTo>
                  <a:cubicBezTo>
                    <a:pt x="1892050" y="1463782"/>
                    <a:pt x="1891479" y="1465401"/>
                    <a:pt x="1891289" y="1467211"/>
                  </a:cubicBezTo>
                  <a:cubicBezTo>
                    <a:pt x="1890145" y="1475402"/>
                    <a:pt x="1893479" y="1482546"/>
                    <a:pt x="1899194" y="1486070"/>
                  </a:cubicBezTo>
                  <a:cubicBezTo>
                    <a:pt x="1898337" y="1487023"/>
                    <a:pt x="1897480" y="1488071"/>
                    <a:pt x="1896623" y="1489023"/>
                  </a:cubicBezTo>
                  <a:cubicBezTo>
                    <a:pt x="1896527" y="1489118"/>
                    <a:pt x="1896527" y="1489118"/>
                    <a:pt x="1896432" y="1489214"/>
                  </a:cubicBezTo>
                  <a:cubicBezTo>
                    <a:pt x="1889288" y="1496738"/>
                    <a:pt x="1881764" y="1503692"/>
                    <a:pt x="1873858" y="1509978"/>
                  </a:cubicBezTo>
                  <a:cubicBezTo>
                    <a:pt x="1872143" y="1511312"/>
                    <a:pt x="1870429" y="1512645"/>
                    <a:pt x="1868619" y="1513979"/>
                  </a:cubicBezTo>
                  <a:cubicBezTo>
                    <a:pt x="1865190" y="1516550"/>
                    <a:pt x="1861761" y="1519122"/>
                    <a:pt x="1858332" y="1521408"/>
                  </a:cubicBezTo>
                  <a:cubicBezTo>
                    <a:pt x="1856999" y="1514455"/>
                    <a:pt x="1855284" y="1507787"/>
                    <a:pt x="1853474" y="1501215"/>
                  </a:cubicBezTo>
                  <a:cubicBezTo>
                    <a:pt x="1858808" y="1499882"/>
                    <a:pt x="1863761" y="1496262"/>
                    <a:pt x="1867000" y="1490642"/>
                  </a:cubicBezTo>
                  <a:cubicBezTo>
                    <a:pt x="1870619" y="1483880"/>
                    <a:pt x="1870429" y="1476259"/>
                    <a:pt x="1867285" y="1470640"/>
                  </a:cubicBezTo>
                  <a:cubicBezTo>
                    <a:pt x="1867285" y="1470640"/>
                    <a:pt x="1867285" y="1470640"/>
                    <a:pt x="1867285" y="1470640"/>
                  </a:cubicBezTo>
                  <a:cubicBezTo>
                    <a:pt x="1867285" y="1470640"/>
                    <a:pt x="1867285" y="1470640"/>
                    <a:pt x="1867285" y="1470640"/>
                  </a:cubicBezTo>
                  <a:cubicBezTo>
                    <a:pt x="1866619" y="1469401"/>
                    <a:pt x="1865761" y="1468258"/>
                    <a:pt x="1864714" y="1467211"/>
                  </a:cubicBezTo>
                  <a:cubicBezTo>
                    <a:pt x="1864618" y="1467116"/>
                    <a:pt x="1864428" y="1466925"/>
                    <a:pt x="1864333" y="1466830"/>
                  </a:cubicBezTo>
                  <a:cubicBezTo>
                    <a:pt x="1863285" y="1465782"/>
                    <a:pt x="1862047" y="1464830"/>
                    <a:pt x="1860713" y="1464163"/>
                  </a:cubicBezTo>
                  <a:cubicBezTo>
                    <a:pt x="1858523" y="1463020"/>
                    <a:pt x="1856141" y="1462448"/>
                    <a:pt x="1853855" y="1462353"/>
                  </a:cubicBezTo>
                  <a:cubicBezTo>
                    <a:pt x="1851569" y="1462258"/>
                    <a:pt x="1849093" y="1462734"/>
                    <a:pt x="1846902" y="1463591"/>
                  </a:cubicBezTo>
                  <a:cubicBezTo>
                    <a:pt x="1845759" y="1464067"/>
                    <a:pt x="1844711" y="1464544"/>
                    <a:pt x="1843664" y="1465210"/>
                  </a:cubicBezTo>
                  <a:cubicBezTo>
                    <a:pt x="1842711" y="1465782"/>
                    <a:pt x="1841854" y="1466449"/>
                    <a:pt x="1840997" y="1467211"/>
                  </a:cubicBezTo>
                  <a:cubicBezTo>
                    <a:pt x="1840901" y="1467020"/>
                    <a:pt x="1840806" y="1466830"/>
                    <a:pt x="1840806" y="1466639"/>
                  </a:cubicBezTo>
                  <a:cubicBezTo>
                    <a:pt x="1832615" y="1449494"/>
                    <a:pt x="1822518" y="1433683"/>
                    <a:pt x="1810707" y="1419491"/>
                  </a:cubicBezTo>
                  <a:cubicBezTo>
                    <a:pt x="1804040" y="1411490"/>
                    <a:pt x="1796800" y="1404060"/>
                    <a:pt x="1788990" y="1397012"/>
                  </a:cubicBezTo>
                  <a:cubicBezTo>
                    <a:pt x="1791466" y="1391011"/>
                    <a:pt x="1790514" y="1384439"/>
                    <a:pt x="1787085" y="1379581"/>
                  </a:cubicBezTo>
                  <a:cubicBezTo>
                    <a:pt x="1787085" y="1379581"/>
                    <a:pt x="1787085" y="1379581"/>
                    <a:pt x="1787085" y="1379581"/>
                  </a:cubicBezTo>
                  <a:cubicBezTo>
                    <a:pt x="1787085" y="1379581"/>
                    <a:pt x="1787085" y="1379581"/>
                    <a:pt x="1787085" y="1379581"/>
                  </a:cubicBezTo>
                  <a:cubicBezTo>
                    <a:pt x="1786228" y="1378438"/>
                    <a:pt x="1785370" y="1377390"/>
                    <a:pt x="1784227" y="1376438"/>
                  </a:cubicBezTo>
                  <a:cubicBezTo>
                    <a:pt x="1784132" y="1376342"/>
                    <a:pt x="1783942" y="1376247"/>
                    <a:pt x="1783847" y="1376057"/>
                  </a:cubicBezTo>
                  <a:cubicBezTo>
                    <a:pt x="1782703" y="1375104"/>
                    <a:pt x="1781465" y="1374247"/>
                    <a:pt x="1780036" y="1373675"/>
                  </a:cubicBezTo>
                  <a:cubicBezTo>
                    <a:pt x="1778893" y="1373199"/>
                    <a:pt x="1777750" y="1372818"/>
                    <a:pt x="1776608" y="1372532"/>
                  </a:cubicBezTo>
                  <a:cubicBezTo>
                    <a:pt x="1771369" y="1371294"/>
                    <a:pt x="1766035" y="1372627"/>
                    <a:pt x="1761939" y="1375771"/>
                  </a:cubicBezTo>
                  <a:cubicBezTo>
                    <a:pt x="1748985" y="1366913"/>
                    <a:pt x="1735078" y="1359102"/>
                    <a:pt x="1720410" y="1352339"/>
                  </a:cubicBezTo>
                  <a:cubicBezTo>
                    <a:pt x="1704979" y="1345291"/>
                    <a:pt x="1690216" y="1339576"/>
                    <a:pt x="1676024" y="1334908"/>
                  </a:cubicBezTo>
                  <a:cubicBezTo>
                    <a:pt x="1674309" y="1328908"/>
                    <a:pt x="1669070" y="1324050"/>
                    <a:pt x="1662593" y="1322240"/>
                  </a:cubicBezTo>
                  <a:cubicBezTo>
                    <a:pt x="1662403" y="1322145"/>
                    <a:pt x="1662212" y="1322145"/>
                    <a:pt x="1662117" y="1322050"/>
                  </a:cubicBezTo>
                  <a:cubicBezTo>
                    <a:pt x="1660688" y="1321669"/>
                    <a:pt x="1659259" y="1321383"/>
                    <a:pt x="1657735" y="1321383"/>
                  </a:cubicBezTo>
                  <a:cubicBezTo>
                    <a:pt x="1652401" y="1321192"/>
                    <a:pt x="1648115" y="1323098"/>
                    <a:pt x="1645353" y="1326241"/>
                  </a:cubicBezTo>
                  <a:cubicBezTo>
                    <a:pt x="1642591" y="1325574"/>
                    <a:pt x="1639638" y="1324812"/>
                    <a:pt x="1636876" y="1324145"/>
                  </a:cubicBezTo>
                  <a:cubicBezTo>
                    <a:pt x="1611634" y="1318716"/>
                    <a:pt x="1588774" y="1316335"/>
                    <a:pt x="1569629" y="1316621"/>
                  </a:cubicBezTo>
                  <a:cubicBezTo>
                    <a:pt x="1550008" y="1317001"/>
                    <a:pt x="1533625" y="1319668"/>
                    <a:pt x="1520575" y="1324622"/>
                  </a:cubicBezTo>
                  <a:cubicBezTo>
                    <a:pt x="1517337" y="1321192"/>
                    <a:pt x="1512765" y="1318525"/>
                    <a:pt x="1508002" y="1317478"/>
                  </a:cubicBezTo>
                  <a:cubicBezTo>
                    <a:pt x="1502002" y="1316240"/>
                    <a:pt x="1497049" y="1317668"/>
                    <a:pt x="1494477" y="1320812"/>
                  </a:cubicBezTo>
                  <a:cubicBezTo>
                    <a:pt x="1494477" y="1320812"/>
                    <a:pt x="1494477" y="1320812"/>
                    <a:pt x="1494477" y="1320812"/>
                  </a:cubicBezTo>
                  <a:cubicBezTo>
                    <a:pt x="1494477" y="1320812"/>
                    <a:pt x="1494477" y="1320812"/>
                    <a:pt x="1494477" y="1320907"/>
                  </a:cubicBezTo>
                  <a:cubicBezTo>
                    <a:pt x="1493906" y="1321574"/>
                    <a:pt x="1493524" y="1322335"/>
                    <a:pt x="1493239" y="1323193"/>
                  </a:cubicBezTo>
                  <a:cubicBezTo>
                    <a:pt x="1493143" y="1323383"/>
                    <a:pt x="1493143" y="1323479"/>
                    <a:pt x="1493048" y="1323669"/>
                  </a:cubicBezTo>
                  <a:cubicBezTo>
                    <a:pt x="1492762" y="1324622"/>
                    <a:pt x="1492667" y="1325574"/>
                    <a:pt x="1492667" y="1326717"/>
                  </a:cubicBezTo>
                  <a:cubicBezTo>
                    <a:pt x="1492667" y="1326717"/>
                    <a:pt x="1492667" y="1326717"/>
                    <a:pt x="1492667" y="1326717"/>
                  </a:cubicBezTo>
                  <a:cubicBezTo>
                    <a:pt x="1492953" y="1330337"/>
                    <a:pt x="1494953" y="1334147"/>
                    <a:pt x="1498001" y="1337290"/>
                  </a:cubicBezTo>
                  <a:cubicBezTo>
                    <a:pt x="1498287" y="1337575"/>
                    <a:pt x="1498573" y="1337766"/>
                    <a:pt x="1498858" y="1338052"/>
                  </a:cubicBezTo>
                  <a:cubicBezTo>
                    <a:pt x="1496573" y="1340338"/>
                    <a:pt x="1494572" y="1342719"/>
                    <a:pt x="1492858" y="1345291"/>
                  </a:cubicBezTo>
                  <a:cubicBezTo>
                    <a:pt x="1478951" y="1364912"/>
                    <a:pt x="1481999" y="1394059"/>
                    <a:pt x="1498192" y="1430158"/>
                  </a:cubicBezTo>
                  <a:cubicBezTo>
                    <a:pt x="1505526" y="1446351"/>
                    <a:pt x="1516003" y="1463782"/>
                    <a:pt x="1529148" y="1481975"/>
                  </a:cubicBezTo>
                  <a:cubicBezTo>
                    <a:pt x="1524385" y="1487308"/>
                    <a:pt x="1524576" y="1496072"/>
                    <a:pt x="1530386" y="1503025"/>
                  </a:cubicBezTo>
                  <a:cubicBezTo>
                    <a:pt x="1533529" y="1506740"/>
                    <a:pt x="1537720" y="1509121"/>
                    <a:pt x="1542007" y="1509978"/>
                  </a:cubicBezTo>
                  <a:cubicBezTo>
                    <a:pt x="1544102" y="1510359"/>
                    <a:pt x="1546293" y="1510359"/>
                    <a:pt x="1548293" y="1509978"/>
                  </a:cubicBezTo>
                  <a:cubicBezTo>
                    <a:pt x="1549055" y="1509788"/>
                    <a:pt x="1549817" y="1509502"/>
                    <a:pt x="1550484" y="1509216"/>
                  </a:cubicBezTo>
                  <a:cubicBezTo>
                    <a:pt x="1561724" y="1522456"/>
                    <a:pt x="1574392" y="1535791"/>
                    <a:pt x="1588584" y="1548935"/>
                  </a:cubicBezTo>
                  <a:cubicBezTo>
                    <a:pt x="1593823" y="1553793"/>
                    <a:pt x="1599252" y="1558365"/>
                    <a:pt x="1604776" y="1562842"/>
                  </a:cubicBezTo>
                  <a:cubicBezTo>
                    <a:pt x="1604776" y="1562842"/>
                    <a:pt x="1604776" y="1562842"/>
                    <a:pt x="1604776" y="1562842"/>
                  </a:cubicBezTo>
                  <a:cubicBezTo>
                    <a:pt x="1604776" y="1562842"/>
                    <a:pt x="1604776" y="1562842"/>
                    <a:pt x="1604776" y="1562842"/>
                  </a:cubicBezTo>
                  <a:cubicBezTo>
                    <a:pt x="1607253" y="1564842"/>
                    <a:pt x="1609634" y="1566747"/>
                    <a:pt x="1612111" y="1568652"/>
                  </a:cubicBezTo>
                  <a:cubicBezTo>
                    <a:pt x="1611539" y="1569319"/>
                    <a:pt x="1610968" y="1570081"/>
                    <a:pt x="1610396" y="1570843"/>
                  </a:cubicBezTo>
                  <a:cubicBezTo>
                    <a:pt x="1608586" y="1573891"/>
                    <a:pt x="1607824" y="1577320"/>
                    <a:pt x="1607920" y="1580654"/>
                  </a:cubicBezTo>
                  <a:cubicBezTo>
                    <a:pt x="1608015" y="1582940"/>
                    <a:pt x="1608586" y="1585130"/>
                    <a:pt x="1609539" y="1587226"/>
                  </a:cubicBezTo>
                  <a:cubicBezTo>
                    <a:pt x="1610968" y="1590369"/>
                    <a:pt x="1613254" y="1593131"/>
                    <a:pt x="1616397" y="1595036"/>
                  </a:cubicBezTo>
                  <a:cubicBezTo>
                    <a:pt x="1624684" y="1600275"/>
                    <a:pt x="1635733" y="1597608"/>
                    <a:pt x="1640972" y="1589226"/>
                  </a:cubicBezTo>
                  <a:cubicBezTo>
                    <a:pt x="1641257" y="1588750"/>
                    <a:pt x="1641352" y="1588274"/>
                    <a:pt x="1641638" y="1587797"/>
                  </a:cubicBezTo>
                  <a:cubicBezTo>
                    <a:pt x="1655545" y="1595513"/>
                    <a:pt x="1670023" y="1601894"/>
                    <a:pt x="1684977" y="1606562"/>
                  </a:cubicBezTo>
                  <a:cubicBezTo>
                    <a:pt x="1696598" y="1610181"/>
                    <a:pt x="1708599" y="1612848"/>
                    <a:pt x="1720791" y="1614563"/>
                  </a:cubicBezTo>
                  <a:cubicBezTo>
                    <a:pt x="1720696" y="1614658"/>
                    <a:pt x="1720696" y="1614753"/>
                    <a:pt x="1720600" y="1614753"/>
                  </a:cubicBezTo>
                  <a:cubicBezTo>
                    <a:pt x="1715266" y="1624088"/>
                    <a:pt x="1717838" y="1635422"/>
                    <a:pt x="1726506" y="1640090"/>
                  </a:cubicBezTo>
                  <a:cubicBezTo>
                    <a:pt x="1728697" y="1641233"/>
                    <a:pt x="1731078" y="1641899"/>
                    <a:pt x="1733459" y="1641995"/>
                  </a:cubicBezTo>
                  <a:cubicBezTo>
                    <a:pt x="1735841" y="1642090"/>
                    <a:pt x="1738317" y="1641709"/>
                    <a:pt x="1740698" y="1640851"/>
                  </a:cubicBezTo>
                  <a:cubicBezTo>
                    <a:pt x="1743079" y="1639994"/>
                    <a:pt x="1745366" y="1638756"/>
                    <a:pt x="1747366" y="1637042"/>
                  </a:cubicBezTo>
                  <a:cubicBezTo>
                    <a:pt x="1749366" y="1635327"/>
                    <a:pt x="1751176" y="1633327"/>
                    <a:pt x="1752604" y="1630850"/>
                  </a:cubicBezTo>
                  <a:cubicBezTo>
                    <a:pt x="1753366" y="1629422"/>
                    <a:pt x="1753938" y="1627898"/>
                    <a:pt x="1754414" y="1626469"/>
                  </a:cubicBezTo>
                  <a:cubicBezTo>
                    <a:pt x="1754509" y="1626088"/>
                    <a:pt x="1754605" y="1625802"/>
                    <a:pt x="1754605" y="1625516"/>
                  </a:cubicBezTo>
                  <a:cubicBezTo>
                    <a:pt x="1755367" y="1622468"/>
                    <a:pt x="1755367" y="1619420"/>
                    <a:pt x="1754795" y="1616658"/>
                  </a:cubicBezTo>
                  <a:cubicBezTo>
                    <a:pt x="1762225" y="1616467"/>
                    <a:pt x="1769654" y="1615896"/>
                    <a:pt x="1777179" y="1615039"/>
                  </a:cubicBezTo>
                  <a:cubicBezTo>
                    <a:pt x="1776608" y="1617134"/>
                    <a:pt x="1776131" y="1619230"/>
                    <a:pt x="1776226" y="1621325"/>
                  </a:cubicBezTo>
                  <a:cubicBezTo>
                    <a:pt x="1776226" y="1622659"/>
                    <a:pt x="1776417" y="1623897"/>
                    <a:pt x="1776608" y="1625231"/>
                  </a:cubicBezTo>
                  <a:cubicBezTo>
                    <a:pt x="1776893" y="1626755"/>
                    <a:pt x="1777465" y="1628183"/>
                    <a:pt x="1778132" y="1629517"/>
                  </a:cubicBezTo>
                  <a:cubicBezTo>
                    <a:pt x="1778227" y="1629707"/>
                    <a:pt x="1778322" y="1629802"/>
                    <a:pt x="1778417" y="1629898"/>
                  </a:cubicBezTo>
                  <a:cubicBezTo>
                    <a:pt x="1780894" y="1634375"/>
                    <a:pt x="1785180" y="1637327"/>
                    <a:pt x="1790324" y="1637899"/>
                  </a:cubicBezTo>
                  <a:cubicBezTo>
                    <a:pt x="1779084" y="1671617"/>
                    <a:pt x="1759367" y="1704479"/>
                    <a:pt x="1731649" y="1732577"/>
                  </a:cubicBezTo>
                  <a:cubicBezTo>
                    <a:pt x="1721172" y="1742959"/>
                    <a:pt x="1709933" y="1752104"/>
                    <a:pt x="1698312" y="1760200"/>
                  </a:cubicBezTo>
                  <a:cubicBezTo>
                    <a:pt x="1697074" y="1755628"/>
                    <a:pt x="1693835" y="1751818"/>
                    <a:pt x="1689168" y="1750008"/>
                  </a:cubicBezTo>
                  <a:cubicBezTo>
                    <a:pt x="1681453" y="1747055"/>
                    <a:pt x="1671833" y="1749627"/>
                    <a:pt x="1665546" y="1756199"/>
                  </a:cubicBezTo>
                  <a:cubicBezTo>
                    <a:pt x="1665451" y="1756295"/>
                    <a:pt x="1665356" y="1756390"/>
                    <a:pt x="1665260" y="1756485"/>
                  </a:cubicBezTo>
                  <a:cubicBezTo>
                    <a:pt x="1664117" y="1757723"/>
                    <a:pt x="1662974" y="1759152"/>
                    <a:pt x="1662117" y="1760676"/>
                  </a:cubicBezTo>
                  <a:cubicBezTo>
                    <a:pt x="1660688" y="1763152"/>
                    <a:pt x="1659831" y="1765629"/>
                    <a:pt x="1659355" y="1768201"/>
                  </a:cubicBezTo>
                  <a:cubicBezTo>
                    <a:pt x="1659164" y="1769439"/>
                    <a:pt x="1659069" y="1770677"/>
                    <a:pt x="1659069" y="1771916"/>
                  </a:cubicBezTo>
                  <a:cubicBezTo>
                    <a:pt x="1659069" y="1773154"/>
                    <a:pt x="1659259" y="1774297"/>
                    <a:pt x="1659545" y="1775440"/>
                  </a:cubicBezTo>
                  <a:cubicBezTo>
                    <a:pt x="1660022" y="1777440"/>
                    <a:pt x="1660974" y="1779345"/>
                    <a:pt x="1662212" y="1781059"/>
                  </a:cubicBezTo>
                  <a:cubicBezTo>
                    <a:pt x="1656497" y="1783726"/>
                    <a:pt x="1650687" y="1786203"/>
                    <a:pt x="1644877" y="1788394"/>
                  </a:cubicBezTo>
                  <a:cubicBezTo>
                    <a:pt x="1642305" y="1789346"/>
                    <a:pt x="1639733" y="1790204"/>
                    <a:pt x="1636971" y="1791061"/>
                  </a:cubicBezTo>
                  <a:cubicBezTo>
                    <a:pt x="1634780" y="1791823"/>
                    <a:pt x="1632494" y="1792585"/>
                    <a:pt x="1630303" y="1793251"/>
                  </a:cubicBezTo>
                  <a:cubicBezTo>
                    <a:pt x="1624112" y="1795061"/>
                    <a:pt x="1617635" y="1796776"/>
                    <a:pt x="1611063" y="1798205"/>
                  </a:cubicBezTo>
                  <a:cubicBezTo>
                    <a:pt x="1612397" y="1791251"/>
                    <a:pt x="1613444" y="1784393"/>
                    <a:pt x="1614206" y="1777631"/>
                  </a:cubicBezTo>
                  <a:cubicBezTo>
                    <a:pt x="1619635" y="1778392"/>
                    <a:pt x="1625636" y="1776868"/>
                    <a:pt x="1630684" y="1772963"/>
                  </a:cubicBezTo>
                  <a:cubicBezTo>
                    <a:pt x="1636781" y="1768296"/>
                    <a:pt x="1639448" y="1761152"/>
                    <a:pt x="1638685" y="1754771"/>
                  </a:cubicBezTo>
                  <a:lnTo>
                    <a:pt x="1638685" y="1754771"/>
                  </a:lnTo>
                  <a:cubicBezTo>
                    <a:pt x="1638685" y="1754771"/>
                    <a:pt x="1638685" y="1754771"/>
                    <a:pt x="1638685" y="1754771"/>
                  </a:cubicBezTo>
                  <a:cubicBezTo>
                    <a:pt x="1638495" y="1753342"/>
                    <a:pt x="1638114" y="1751913"/>
                    <a:pt x="1637638" y="1750580"/>
                  </a:cubicBezTo>
                  <a:cubicBezTo>
                    <a:pt x="1637542" y="1750389"/>
                    <a:pt x="1637542" y="1750199"/>
                    <a:pt x="1637447" y="1750008"/>
                  </a:cubicBezTo>
                  <a:cubicBezTo>
                    <a:pt x="1636876" y="1748675"/>
                    <a:pt x="1636114" y="1747341"/>
                    <a:pt x="1635161" y="1746198"/>
                  </a:cubicBezTo>
                  <a:cubicBezTo>
                    <a:pt x="1630399" y="1740674"/>
                    <a:pt x="1622874" y="1739245"/>
                    <a:pt x="1615730" y="1741435"/>
                  </a:cubicBezTo>
                  <a:cubicBezTo>
                    <a:pt x="1615730" y="1741245"/>
                    <a:pt x="1615730" y="1741055"/>
                    <a:pt x="1615730" y="1740864"/>
                  </a:cubicBezTo>
                  <a:cubicBezTo>
                    <a:pt x="1614683" y="1721814"/>
                    <a:pt x="1611253" y="1703335"/>
                    <a:pt x="1605729" y="1685714"/>
                  </a:cubicBezTo>
                  <a:cubicBezTo>
                    <a:pt x="1602681" y="1675808"/>
                    <a:pt x="1598776" y="1666093"/>
                    <a:pt x="1594299" y="1656663"/>
                  </a:cubicBezTo>
                  <a:cubicBezTo>
                    <a:pt x="1598966" y="1652186"/>
                    <a:pt x="1600585" y="1645709"/>
                    <a:pt x="1599252" y="1639899"/>
                  </a:cubicBezTo>
                  <a:cubicBezTo>
                    <a:pt x="1599252" y="1639899"/>
                    <a:pt x="1599252" y="1639899"/>
                    <a:pt x="1599252" y="1639899"/>
                  </a:cubicBezTo>
                  <a:cubicBezTo>
                    <a:pt x="1599252" y="1639899"/>
                    <a:pt x="1599252" y="1639899"/>
                    <a:pt x="1599252" y="1639899"/>
                  </a:cubicBezTo>
                  <a:cubicBezTo>
                    <a:pt x="1598966" y="1638566"/>
                    <a:pt x="1598490" y="1637232"/>
                    <a:pt x="1597823" y="1635994"/>
                  </a:cubicBezTo>
                  <a:cubicBezTo>
                    <a:pt x="1597728" y="1635803"/>
                    <a:pt x="1597633" y="1635613"/>
                    <a:pt x="1597537" y="1635422"/>
                  </a:cubicBezTo>
                  <a:cubicBezTo>
                    <a:pt x="1596871" y="1634089"/>
                    <a:pt x="1596014" y="1632850"/>
                    <a:pt x="1594966" y="1631803"/>
                  </a:cubicBezTo>
                  <a:cubicBezTo>
                    <a:pt x="1590203" y="1626850"/>
                    <a:pt x="1583536" y="1625231"/>
                    <a:pt x="1577440" y="1626850"/>
                  </a:cubicBezTo>
                  <a:cubicBezTo>
                    <a:pt x="1569248" y="1614372"/>
                    <a:pt x="1560009" y="1602466"/>
                    <a:pt x="1549627" y="1591131"/>
                  </a:cubicBezTo>
                  <a:cubicBezTo>
                    <a:pt x="1549627" y="1591131"/>
                    <a:pt x="1549627" y="1591131"/>
                    <a:pt x="1549627" y="1591131"/>
                  </a:cubicBezTo>
                  <a:lnTo>
                    <a:pt x="1548008" y="1589321"/>
                  </a:lnTo>
                  <a:cubicBezTo>
                    <a:pt x="1536482" y="1576843"/>
                    <a:pt x="1524957" y="1565985"/>
                    <a:pt x="1513622" y="1556270"/>
                  </a:cubicBezTo>
                  <a:cubicBezTo>
                    <a:pt x="1514289" y="1549983"/>
                    <a:pt x="1511336" y="1543506"/>
                    <a:pt x="1506098" y="1539410"/>
                  </a:cubicBezTo>
                  <a:cubicBezTo>
                    <a:pt x="1506002" y="1539315"/>
                    <a:pt x="1505812" y="1539220"/>
                    <a:pt x="1505716" y="1539029"/>
                  </a:cubicBezTo>
                  <a:cubicBezTo>
                    <a:pt x="1504574" y="1538172"/>
                    <a:pt x="1503335" y="1537315"/>
                    <a:pt x="1501907" y="1536743"/>
                  </a:cubicBezTo>
                  <a:cubicBezTo>
                    <a:pt x="1497620" y="1534743"/>
                    <a:pt x="1493239" y="1534648"/>
                    <a:pt x="1489619" y="1536076"/>
                  </a:cubicBezTo>
                  <a:cubicBezTo>
                    <a:pt x="1489238" y="1536172"/>
                    <a:pt x="1488952" y="1536458"/>
                    <a:pt x="1488572" y="1536553"/>
                  </a:cubicBezTo>
                  <a:cubicBezTo>
                    <a:pt x="1486190" y="1534838"/>
                    <a:pt x="1483809" y="1533029"/>
                    <a:pt x="1481523" y="1531409"/>
                  </a:cubicBezTo>
                  <a:cubicBezTo>
                    <a:pt x="1460092" y="1516550"/>
                    <a:pt x="1440089" y="1505882"/>
                    <a:pt x="1422277" y="1498929"/>
                  </a:cubicBezTo>
                  <a:cubicBezTo>
                    <a:pt x="1404370" y="1491881"/>
                    <a:pt x="1388178" y="1487785"/>
                    <a:pt x="1374652" y="1487690"/>
                  </a:cubicBezTo>
                  <a:cubicBezTo>
                    <a:pt x="1374367" y="1487690"/>
                    <a:pt x="1374081" y="1487690"/>
                    <a:pt x="1373891" y="1487690"/>
                  </a:cubicBezTo>
                  <a:cubicBezTo>
                    <a:pt x="1372176" y="1483308"/>
                    <a:pt x="1369033" y="1479117"/>
                    <a:pt x="1364937" y="1476259"/>
                  </a:cubicBezTo>
                  <a:cubicBezTo>
                    <a:pt x="1359793" y="1472640"/>
                    <a:pt x="1354555" y="1472068"/>
                    <a:pt x="1351031" y="1474069"/>
                  </a:cubicBezTo>
                  <a:lnTo>
                    <a:pt x="1351031" y="1474069"/>
                  </a:lnTo>
                  <a:cubicBezTo>
                    <a:pt x="1351031" y="1474069"/>
                    <a:pt x="1351031" y="1474069"/>
                    <a:pt x="1351031" y="1474069"/>
                  </a:cubicBezTo>
                  <a:cubicBezTo>
                    <a:pt x="1350173" y="1474545"/>
                    <a:pt x="1349507" y="1475117"/>
                    <a:pt x="1348935" y="1475879"/>
                  </a:cubicBezTo>
                  <a:cubicBezTo>
                    <a:pt x="1348840" y="1475974"/>
                    <a:pt x="1348744" y="1476069"/>
                    <a:pt x="1348744" y="1476164"/>
                  </a:cubicBezTo>
                  <a:cubicBezTo>
                    <a:pt x="1348173" y="1476926"/>
                    <a:pt x="1347601" y="1477879"/>
                    <a:pt x="1347220" y="1478926"/>
                  </a:cubicBezTo>
                  <a:cubicBezTo>
                    <a:pt x="1345982" y="1482641"/>
                    <a:pt x="1346649" y="1487404"/>
                    <a:pt x="1348649" y="1491785"/>
                  </a:cubicBezTo>
                  <a:cubicBezTo>
                    <a:pt x="1345697" y="1493024"/>
                    <a:pt x="1342934" y="1494357"/>
                    <a:pt x="1340267" y="1496072"/>
                  </a:cubicBezTo>
                  <a:cubicBezTo>
                    <a:pt x="1330075" y="1502549"/>
                    <a:pt x="1323217" y="1513121"/>
                    <a:pt x="1318550" y="1526361"/>
                  </a:cubicBezTo>
                  <a:cubicBezTo>
                    <a:pt x="1316264" y="1533124"/>
                    <a:pt x="1314740" y="1540839"/>
                    <a:pt x="1313883" y="1549316"/>
                  </a:cubicBezTo>
                  <a:cubicBezTo>
                    <a:pt x="1312835" y="1557603"/>
                    <a:pt x="1312549" y="1566747"/>
                    <a:pt x="1312931" y="1576653"/>
                  </a:cubicBezTo>
                  <a:cubicBezTo>
                    <a:pt x="1313692" y="1594560"/>
                    <a:pt x="1316645" y="1614753"/>
                    <a:pt x="1321789" y="1636375"/>
                  </a:cubicBezTo>
                  <a:cubicBezTo>
                    <a:pt x="1315312" y="1639327"/>
                    <a:pt x="1312264" y="1647709"/>
                    <a:pt x="1314931" y="1656282"/>
                  </a:cubicBezTo>
                  <a:cubicBezTo>
                    <a:pt x="1316074" y="1659806"/>
                    <a:pt x="1317979" y="1662759"/>
                    <a:pt x="1320455" y="1665045"/>
                  </a:cubicBezTo>
                  <a:cubicBezTo>
                    <a:pt x="1322074" y="1666569"/>
                    <a:pt x="1323884" y="1667712"/>
                    <a:pt x="1325884" y="1668569"/>
                  </a:cubicBezTo>
                  <a:cubicBezTo>
                    <a:pt x="1327599" y="1669236"/>
                    <a:pt x="1329409" y="1669617"/>
                    <a:pt x="1331218" y="1669617"/>
                  </a:cubicBezTo>
                  <a:cubicBezTo>
                    <a:pt x="1336648" y="1686095"/>
                    <a:pt x="1343220" y="1703240"/>
                    <a:pt x="1351316" y="1720957"/>
                  </a:cubicBezTo>
                  <a:cubicBezTo>
                    <a:pt x="1354269" y="1727434"/>
                    <a:pt x="1357508" y="1733720"/>
                    <a:pt x="1360936" y="1739912"/>
                  </a:cubicBezTo>
                  <a:cubicBezTo>
                    <a:pt x="1360936" y="1739912"/>
                    <a:pt x="1360936" y="1739912"/>
                    <a:pt x="1360936" y="1740007"/>
                  </a:cubicBezTo>
                  <a:cubicBezTo>
                    <a:pt x="1360936" y="1740007"/>
                    <a:pt x="1360936" y="1740007"/>
                    <a:pt x="1360936" y="1740007"/>
                  </a:cubicBezTo>
                  <a:cubicBezTo>
                    <a:pt x="1362460" y="1742769"/>
                    <a:pt x="1363984" y="1745531"/>
                    <a:pt x="1365508" y="1748198"/>
                  </a:cubicBezTo>
                  <a:cubicBezTo>
                    <a:pt x="1364651" y="1748579"/>
                    <a:pt x="1363889" y="1749056"/>
                    <a:pt x="1363127" y="1749627"/>
                  </a:cubicBezTo>
                  <a:cubicBezTo>
                    <a:pt x="1355507" y="1755247"/>
                    <a:pt x="1353793" y="1766391"/>
                    <a:pt x="1359508" y="1774392"/>
                  </a:cubicBezTo>
                  <a:cubicBezTo>
                    <a:pt x="1363032" y="1779440"/>
                    <a:pt x="1368747" y="1781917"/>
                    <a:pt x="1374462" y="1781726"/>
                  </a:cubicBezTo>
                  <a:cubicBezTo>
                    <a:pt x="1377891" y="1781631"/>
                    <a:pt x="1381320" y="1780488"/>
                    <a:pt x="1384368" y="1778297"/>
                  </a:cubicBezTo>
                  <a:cubicBezTo>
                    <a:pt x="1384844" y="1778012"/>
                    <a:pt x="1385130" y="1777631"/>
                    <a:pt x="1385511" y="1777250"/>
                  </a:cubicBezTo>
                  <a:cubicBezTo>
                    <a:pt x="1395417" y="1789727"/>
                    <a:pt x="1406371" y="1801252"/>
                    <a:pt x="1418467" y="1811254"/>
                  </a:cubicBezTo>
                  <a:cubicBezTo>
                    <a:pt x="1427802" y="1819064"/>
                    <a:pt x="1437899" y="1825922"/>
                    <a:pt x="1448566" y="1832209"/>
                  </a:cubicBezTo>
                  <a:cubicBezTo>
                    <a:pt x="1448471" y="1832304"/>
                    <a:pt x="1448376" y="1832304"/>
                    <a:pt x="1448281" y="1832399"/>
                  </a:cubicBezTo>
                  <a:cubicBezTo>
                    <a:pt x="1439803" y="1838972"/>
                    <a:pt x="1437803" y="1850592"/>
                    <a:pt x="1444090" y="1858212"/>
                  </a:cubicBezTo>
                  <a:cubicBezTo>
                    <a:pt x="1450376" y="1865832"/>
                    <a:pt x="1462854" y="1866404"/>
                    <a:pt x="1471712" y="1859546"/>
                  </a:cubicBezTo>
                  <a:cubicBezTo>
                    <a:pt x="1473141" y="1858498"/>
                    <a:pt x="1474284" y="1857259"/>
                    <a:pt x="1475332" y="1856021"/>
                  </a:cubicBezTo>
                  <a:cubicBezTo>
                    <a:pt x="1475427" y="1855926"/>
                    <a:pt x="1475427" y="1855926"/>
                    <a:pt x="1475522" y="1855831"/>
                  </a:cubicBezTo>
                  <a:cubicBezTo>
                    <a:pt x="1476475" y="1854688"/>
                    <a:pt x="1477237" y="1853354"/>
                    <a:pt x="1477808" y="1852116"/>
                  </a:cubicBezTo>
                  <a:cubicBezTo>
                    <a:pt x="1477808" y="1852021"/>
                    <a:pt x="1477903" y="1852021"/>
                    <a:pt x="1477903" y="1851925"/>
                  </a:cubicBezTo>
                  <a:cubicBezTo>
                    <a:pt x="1477903" y="1851925"/>
                    <a:pt x="1477903" y="1851925"/>
                    <a:pt x="1477903" y="1851925"/>
                  </a:cubicBezTo>
                  <a:cubicBezTo>
                    <a:pt x="1478570" y="1850401"/>
                    <a:pt x="1479047" y="1848973"/>
                    <a:pt x="1479332" y="1847354"/>
                  </a:cubicBezTo>
                  <a:cubicBezTo>
                    <a:pt x="1486285" y="1850021"/>
                    <a:pt x="1493429" y="1852307"/>
                    <a:pt x="1500668" y="1854307"/>
                  </a:cubicBezTo>
                  <a:cubicBezTo>
                    <a:pt x="1500097" y="1854974"/>
                    <a:pt x="1499620" y="1855640"/>
                    <a:pt x="1499144" y="1856307"/>
                  </a:cubicBezTo>
                  <a:cubicBezTo>
                    <a:pt x="1497811" y="1858498"/>
                    <a:pt x="1496763" y="1860879"/>
                    <a:pt x="1496287" y="1863546"/>
                  </a:cubicBezTo>
                  <a:cubicBezTo>
                    <a:pt x="1496287" y="1863546"/>
                    <a:pt x="1496287" y="1863546"/>
                    <a:pt x="1496287" y="1863546"/>
                  </a:cubicBezTo>
                  <a:cubicBezTo>
                    <a:pt x="1496001" y="1865070"/>
                    <a:pt x="1496001" y="1866594"/>
                    <a:pt x="1496096" y="1868118"/>
                  </a:cubicBezTo>
                  <a:cubicBezTo>
                    <a:pt x="1496096" y="1868308"/>
                    <a:pt x="1496096" y="1868404"/>
                    <a:pt x="1496191" y="1868594"/>
                  </a:cubicBezTo>
                  <a:cubicBezTo>
                    <a:pt x="1496763" y="1873738"/>
                    <a:pt x="1499620" y="1878024"/>
                    <a:pt x="1504097" y="1880500"/>
                  </a:cubicBezTo>
                  <a:cubicBezTo>
                    <a:pt x="1480856" y="1907456"/>
                    <a:pt x="1449900" y="1930126"/>
                    <a:pt x="1413419" y="1945556"/>
                  </a:cubicBezTo>
                  <a:cubicBezTo>
                    <a:pt x="1399799" y="1951271"/>
                    <a:pt x="1385892" y="1955462"/>
                    <a:pt x="1371985" y="1958510"/>
                  </a:cubicBezTo>
                  <a:cubicBezTo>
                    <a:pt x="1372557" y="1953843"/>
                    <a:pt x="1371128" y="1949176"/>
                    <a:pt x="1367509" y="1945556"/>
                  </a:cubicBezTo>
                  <a:cubicBezTo>
                    <a:pt x="1361508" y="1939651"/>
                    <a:pt x="1351697" y="1938603"/>
                    <a:pt x="1343410" y="1942127"/>
                  </a:cubicBezTo>
                  <a:cubicBezTo>
                    <a:pt x="1343220" y="1942223"/>
                    <a:pt x="1342934" y="1942318"/>
                    <a:pt x="1342744" y="1942413"/>
                  </a:cubicBezTo>
                  <a:cubicBezTo>
                    <a:pt x="1341220" y="1943175"/>
                    <a:pt x="1339696" y="1944032"/>
                    <a:pt x="1338267" y="1945080"/>
                  </a:cubicBezTo>
                  <a:cubicBezTo>
                    <a:pt x="1331790" y="1950033"/>
                    <a:pt x="1329028" y="1957463"/>
                    <a:pt x="1330552" y="1963940"/>
                  </a:cubicBezTo>
                  <a:cubicBezTo>
                    <a:pt x="1318265" y="1964511"/>
                    <a:pt x="1306168" y="1964130"/>
                    <a:pt x="1294452" y="1962892"/>
                  </a:cubicBezTo>
                  <a:cubicBezTo>
                    <a:pt x="1293309" y="1962797"/>
                    <a:pt x="1292071" y="1962606"/>
                    <a:pt x="1290928" y="1962511"/>
                  </a:cubicBezTo>
                  <a:cubicBezTo>
                    <a:pt x="1286070" y="1961939"/>
                    <a:pt x="1281308" y="1961273"/>
                    <a:pt x="1276640" y="1960320"/>
                  </a:cubicBezTo>
                  <a:cubicBezTo>
                    <a:pt x="1280545" y="1954415"/>
                    <a:pt x="1284070" y="1948509"/>
                    <a:pt x="1287499" y="1942413"/>
                  </a:cubicBezTo>
                  <a:cubicBezTo>
                    <a:pt x="1292166" y="1945175"/>
                    <a:pt x="1298262" y="1946128"/>
                    <a:pt x="1304453" y="1944318"/>
                  </a:cubicBezTo>
                  <a:cubicBezTo>
                    <a:pt x="1313597" y="1941842"/>
                    <a:pt x="1319503" y="1934222"/>
                    <a:pt x="1319598" y="1926316"/>
                  </a:cubicBezTo>
                  <a:cubicBezTo>
                    <a:pt x="1319598" y="1926221"/>
                    <a:pt x="1319598" y="1926030"/>
                    <a:pt x="1319598" y="1925935"/>
                  </a:cubicBezTo>
                  <a:cubicBezTo>
                    <a:pt x="1319598" y="1924411"/>
                    <a:pt x="1319408" y="1922887"/>
                    <a:pt x="1318931" y="1921458"/>
                  </a:cubicBezTo>
                  <a:cubicBezTo>
                    <a:pt x="1318931" y="1921458"/>
                    <a:pt x="1318931" y="1921458"/>
                    <a:pt x="1318931" y="1921458"/>
                  </a:cubicBezTo>
                  <a:cubicBezTo>
                    <a:pt x="1317407" y="1916791"/>
                    <a:pt x="1313978" y="1913267"/>
                    <a:pt x="1309501" y="1911266"/>
                  </a:cubicBezTo>
                  <a:cubicBezTo>
                    <a:pt x="1307406" y="1910314"/>
                    <a:pt x="1305120" y="1909742"/>
                    <a:pt x="1302739" y="1909552"/>
                  </a:cubicBezTo>
                  <a:cubicBezTo>
                    <a:pt x="1302834" y="1909361"/>
                    <a:pt x="1302929" y="1909171"/>
                    <a:pt x="1302929" y="1908980"/>
                  </a:cubicBezTo>
                  <a:cubicBezTo>
                    <a:pt x="1309406" y="1891359"/>
                    <a:pt x="1313216" y="1872595"/>
                    <a:pt x="1314931" y="1854212"/>
                  </a:cubicBezTo>
                  <a:cubicBezTo>
                    <a:pt x="1315883" y="1843829"/>
                    <a:pt x="1315978" y="1833352"/>
                    <a:pt x="1315502" y="1822970"/>
                  </a:cubicBezTo>
                  <a:cubicBezTo>
                    <a:pt x="1323027" y="1820207"/>
                    <a:pt x="1327313" y="1812778"/>
                    <a:pt x="1326742" y="1805253"/>
                  </a:cubicBezTo>
                  <a:cubicBezTo>
                    <a:pt x="1326742" y="1805063"/>
                    <a:pt x="1326742" y="1804872"/>
                    <a:pt x="1326742" y="1804682"/>
                  </a:cubicBezTo>
                  <a:cubicBezTo>
                    <a:pt x="1326551" y="1803253"/>
                    <a:pt x="1326266" y="1801729"/>
                    <a:pt x="1325789" y="1800300"/>
                  </a:cubicBezTo>
                  <a:cubicBezTo>
                    <a:pt x="1323313" y="1793918"/>
                    <a:pt x="1317788" y="1789918"/>
                    <a:pt x="1311502" y="1788965"/>
                  </a:cubicBezTo>
                  <a:cubicBezTo>
                    <a:pt x="1308740" y="1774392"/>
                    <a:pt x="1304739" y="1759819"/>
                    <a:pt x="1299500" y="1745436"/>
                  </a:cubicBezTo>
                  <a:lnTo>
                    <a:pt x="1299500" y="1745436"/>
                  </a:lnTo>
                  <a:lnTo>
                    <a:pt x="1298738" y="1743150"/>
                  </a:lnTo>
                  <a:cubicBezTo>
                    <a:pt x="1292833" y="1727339"/>
                    <a:pt x="1286356" y="1712860"/>
                    <a:pt x="1279593" y="1699430"/>
                  </a:cubicBezTo>
                  <a:cubicBezTo>
                    <a:pt x="1282641" y="1694001"/>
                    <a:pt x="1282355" y="1686762"/>
                    <a:pt x="1279117" y="1680952"/>
                  </a:cubicBezTo>
                  <a:cubicBezTo>
                    <a:pt x="1279022" y="1680761"/>
                    <a:pt x="1278926" y="1680666"/>
                    <a:pt x="1278831" y="1680475"/>
                  </a:cubicBezTo>
                  <a:cubicBezTo>
                    <a:pt x="1278069" y="1679237"/>
                    <a:pt x="1277212" y="1677999"/>
                    <a:pt x="1276259" y="1676951"/>
                  </a:cubicBezTo>
                  <a:cubicBezTo>
                    <a:pt x="1272735" y="1673237"/>
                    <a:pt x="1268258" y="1671427"/>
                    <a:pt x="1264067" y="1671522"/>
                  </a:cubicBezTo>
                  <a:cubicBezTo>
                    <a:pt x="1248637" y="1646185"/>
                    <a:pt x="1232444" y="1626183"/>
                    <a:pt x="1217395" y="1611419"/>
                  </a:cubicBezTo>
                  <a:cubicBezTo>
                    <a:pt x="1203488" y="1597703"/>
                    <a:pt x="1190249" y="1588083"/>
                    <a:pt x="1177866" y="1582749"/>
                  </a:cubicBezTo>
                  <a:cubicBezTo>
                    <a:pt x="1177580" y="1582654"/>
                    <a:pt x="1177294" y="1582558"/>
                    <a:pt x="1177009" y="1582368"/>
                  </a:cubicBezTo>
                  <a:cubicBezTo>
                    <a:pt x="1177104" y="1577701"/>
                    <a:pt x="1175866" y="1572652"/>
                    <a:pt x="1173199" y="1568366"/>
                  </a:cubicBezTo>
                  <a:cubicBezTo>
                    <a:pt x="1169770" y="1563032"/>
                    <a:pt x="1165293" y="1560460"/>
                    <a:pt x="1161197" y="1560937"/>
                  </a:cubicBezTo>
                  <a:lnTo>
                    <a:pt x="1161197" y="1560937"/>
                  </a:lnTo>
                  <a:cubicBezTo>
                    <a:pt x="1161197" y="1560937"/>
                    <a:pt x="1161197" y="1560937"/>
                    <a:pt x="1161197" y="1560937"/>
                  </a:cubicBezTo>
                  <a:cubicBezTo>
                    <a:pt x="1160245" y="1561032"/>
                    <a:pt x="1159387" y="1561318"/>
                    <a:pt x="1158530" y="1561794"/>
                  </a:cubicBezTo>
                  <a:cubicBezTo>
                    <a:pt x="1158435" y="1561889"/>
                    <a:pt x="1158340" y="1561889"/>
                    <a:pt x="1158149" y="1561984"/>
                  </a:cubicBezTo>
                  <a:cubicBezTo>
                    <a:pt x="1157292" y="1562461"/>
                    <a:pt x="1156435" y="1563127"/>
                    <a:pt x="1155768" y="1563985"/>
                  </a:cubicBezTo>
                  <a:cubicBezTo>
                    <a:pt x="1153196" y="1567033"/>
                    <a:pt x="1152053" y="1571605"/>
                    <a:pt x="1152244" y="1576463"/>
                  </a:cubicBezTo>
                  <a:cubicBezTo>
                    <a:pt x="1149100" y="1576463"/>
                    <a:pt x="1145862" y="1576653"/>
                    <a:pt x="1142814" y="1577129"/>
                  </a:cubicBezTo>
                  <a:cubicBezTo>
                    <a:pt x="1130908" y="1579225"/>
                    <a:pt x="1120621" y="1586368"/>
                    <a:pt x="1111191" y="1596751"/>
                  </a:cubicBezTo>
                  <a:cubicBezTo>
                    <a:pt x="1106524" y="1602085"/>
                    <a:pt x="1102142" y="1608562"/>
                    <a:pt x="1098047" y="1616182"/>
                  </a:cubicBezTo>
                  <a:cubicBezTo>
                    <a:pt x="1093951" y="1623421"/>
                    <a:pt x="1090141" y="1631708"/>
                    <a:pt x="1086616" y="1641042"/>
                  </a:cubicBezTo>
                  <a:cubicBezTo>
                    <a:pt x="1080330" y="1657711"/>
                    <a:pt x="1075377" y="1677618"/>
                    <a:pt x="1071853" y="1699621"/>
                  </a:cubicBezTo>
                  <a:cubicBezTo>
                    <a:pt x="1064709" y="1699907"/>
                    <a:pt x="1058613" y="1706288"/>
                    <a:pt x="1057851" y="1715337"/>
                  </a:cubicBezTo>
                  <a:cubicBezTo>
                    <a:pt x="1057089" y="1723624"/>
                    <a:pt x="1061375" y="1731053"/>
                    <a:pt x="1067757" y="1733911"/>
                  </a:cubicBezTo>
                  <a:cubicBezTo>
                    <a:pt x="1066424" y="1751246"/>
                    <a:pt x="1065852" y="1769534"/>
                    <a:pt x="1066614" y="1788965"/>
                  </a:cubicBezTo>
                  <a:cubicBezTo>
                    <a:pt x="1066900" y="1796109"/>
                    <a:pt x="1067471" y="1803158"/>
                    <a:pt x="1068233" y="1810206"/>
                  </a:cubicBezTo>
                  <a:cubicBezTo>
                    <a:pt x="1068233" y="1810206"/>
                    <a:pt x="1068233" y="1810301"/>
                    <a:pt x="1068233" y="1810301"/>
                  </a:cubicBezTo>
                  <a:cubicBezTo>
                    <a:pt x="1068233" y="1810301"/>
                    <a:pt x="1068233" y="1810301"/>
                    <a:pt x="1068233" y="1810301"/>
                  </a:cubicBezTo>
                  <a:cubicBezTo>
                    <a:pt x="1068614" y="1813445"/>
                    <a:pt x="1068900" y="1816588"/>
                    <a:pt x="1069376" y="1819636"/>
                  </a:cubicBezTo>
                  <a:cubicBezTo>
                    <a:pt x="1068424" y="1819731"/>
                    <a:pt x="1067566" y="1819731"/>
                    <a:pt x="1066614" y="1820017"/>
                  </a:cubicBezTo>
                  <a:cubicBezTo>
                    <a:pt x="1057470" y="1822303"/>
                    <a:pt x="1051565" y="1831828"/>
                    <a:pt x="1053755" y="1841448"/>
                  </a:cubicBezTo>
                  <a:cubicBezTo>
                    <a:pt x="1054041" y="1842686"/>
                    <a:pt x="1054422" y="1843829"/>
                    <a:pt x="1054898" y="1844877"/>
                  </a:cubicBezTo>
                  <a:cubicBezTo>
                    <a:pt x="1056899" y="1849163"/>
                    <a:pt x="1060423" y="1852402"/>
                    <a:pt x="1064804" y="1854021"/>
                  </a:cubicBezTo>
                  <a:cubicBezTo>
                    <a:pt x="1068043" y="1855259"/>
                    <a:pt x="1071662" y="1855545"/>
                    <a:pt x="1075282" y="1854688"/>
                  </a:cubicBezTo>
                  <a:cubicBezTo>
                    <a:pt x="1075758" y="1854592"/>
                    <a:pt x="1076234" y="1854307"/>
                    <a:pt x="1076710" y="1854212"/>
                  </a:cubicBezTo>
                  <a:cubicBezTo>
                    <a:pt x="1081092" y="1869547"/>
                    <a:pt x="1086712" y="1884310"/>
                    <a:pt x="1094046" y="1898122"/>
                  </a:cubicBezTo>
                  <a:cubicBezTo>
                    <a:pt x="1099666" y="1908885"/>
                    <a:pt x="1106333" y="1919172"/>
                    <a:pt x="1113763" y="1929078"/>
                  </a:cubicBezTo>
                  <a:cubicBezTo>
                    <a:pt x="1113667" y="1929078"/>
                    <a:pt x="1113572" y="1929078"/>
                    <a:pt x="1113477" y="1929173"/>
                  </a:cubicBezTo>
                  <a:cubicBezTo>
                    <a:pt x="1108333" y="1930602"/>
                    <a:pt x="1104142" y="1933745"/>
                    <a:pt x="1101666" y="1937746"/>
                  </a:cubicBezTo>
                  <a:cubicBezTo>
                    <a:pt x="1100999" y="1938793"/>
                    <a:pt x="1100523" y="1939841"/>
                    <a:pt x="1100142" y="1940889"/>
                  </a:cubicBezTo>
                  <a:cubicBezTo>
                    <a:pt x="1099285" y="1943080"/>
                    <a:pt x="1098999" y="1945366"/>
                    <a:pt x="1099094" y="1947747"/>
                  </a:cubicBezTo>
                  <a:cubicBezTo>
                    <a:pt x="1099190" y="1948890"/>
                    <a:pt x="1099380" y="1950128"/>
                    <a:pt x="1099761" y="1951271"/>
                  </a:cubicBezTo>
                  <a:cubicBezTo>
                    <a:pt x="1100142" y="1952414"/>
                    <a:pt x="1100618" y="1953557"/>
                    <a:pt x="1101190" y="1954605"/>
                  </a:cubicBezTo>
                  <a:cubicBezTo>
                    <a:pt x="1102999" y="1957748"/>
                    <a:pt x="1105857" y="1960225"/>
                    <a:pt x="1109191" y="1961844"/>
                  </a:cubicBezTo>
                  <a:cubicBezTo>
                    <a:pt x="1110334" y="1962416"/>
                    <a:pt x="1111477" y="1962797"/>
                    <a:pt x="1112715" y="1963177"/>
                  </a:cubicBezTo>
                  <a:cubicBezTo>
                    <a:pt x="1115191" y="1963844"/>
                    <a:pt x="1117858" y="1964130"/>
                    <a:pt x="1120525" y="1963940"/>
                  </a:cubicBezTo>
                  <a:cubicBezTo>
                    <a:pt x="1121859" y="1963844"/>
                    <a:pt x="1123192" y="1963558"/>
                    <a:pt x="1124621" y="1963273"/>
                  </a:cubicBezTo>
                  <a:cubicBezTo>
                    <a:pt x="1126336" y="1962892"/>
                    <a:pt x="1127860" y="1962225"/>
                    <a:pt x="1129289" y="1961463"/>
                  </a:cubicBezTo>
                  <a:cubicBezTo>
                    <a:pt x="1129384" y="1961368"/>
                    <a:pt x="1129479" y="1961368"/>
                    <a:pt x="1129574" y="1961273"/>
                  </a:cubicBezTo>
                  <a:cubicBezTo>
                    <a:pt x="1130908" y="1960510"/>
                    <a:pt x="1132051" y="1959653"/>
                    <a:pt x="1133194" y="1958701"/>
                  </a:cubicBezTo>
                  <a:cubicBezTo>
                    <a:pt x="1133194" y="1958701"/>
                    <a:pt x="1133289" y="1958701"/>
                    <a:pt x="1133289" y="1958606"/>
                  </a:cubicBezTo>
                  <a:cubicBezTo>
                    <a:pt x="1133289" y="1958606"/>
                    <a:pt x="1133289" y="1958606"/>
                    <a:pt x="1133289" y="1958606"/>
                  </a:cubicBezTo>
                  <a:cubicBezTo>
                    <a:pt x="1134432" y="1957463"/>
                    <a:pt x="1135480" y="1956320"/>
                    <a:pt x="1136337" y="1954986"/>
                  </a:cubicBezTo>
                  <a:cubicBezTo>
                    <a:pt x="1141671" y="1960130"/>
                    <a:pt x="1147386" y="1964987"/>
                    <a:pt x="1153387" y="1969559"/>
                  </a:cubicBezTo>
                  <a:cubicBezTo>
                    <a:pt x="1150339" y="1971179"/>
                    <a:pt x="1147672" y="1973465"/>
                    <a:pt x="1145767" y="1976417"/>
                  </a:cubicBezTo>
                  <a:cubicBezTo>
                    <a:pt x="1144909" y="1977751"/>
                    <a:pt x="1144338" y="1979180"/>
                    <a:pt x="1143862" y="1980608"/>
                  </a:cubicBezTo>
                  <a:cubicBezTo>
                    <a:pt x="1143862" y="1980799"/>
                    <a:pt x="1143766" y="1980894"/>
                    <a:pt x="1143766" y="1981084"/>
                  </a:cubicBezTo>
                  <a:cubicBezTo>
                    <a:pt x="1142338" y="1986038"/>
                    <a:pt x="1143290" y="1991086"/>
                    <a:pt x="1146529" y="1995086"/>
                  </a:cubicBezTo>
                  <a:cubicBezTo>
                    <a:pt x="1114715" y="2010993"/>
                    <a:pt x="1077568" y="2020042"/>
                    <a:pt x="1038229" y="2020423"/>
                  </a:cubicBezTo>
                  <a:cubicBezTo>
                    <a:pt x="1023561" y="2020232"/>
                    <a:pt x="1009178" y="2018804"/>
                    <a:pt x="995176" y="2016327"/>
                  </a:cubicBezTo>
                  <a:cubicBezTo>
                    <a:pt x="997462" y="2012231"/>
                    <a:pt x="997939" y="2007278"/>
                    <a:pt x="995939" y="2002706"/>
                  </a:cubicBezTo>
                  <a:cubicBezTo>
                    <a:pt x="993272" y="1996610"/>
                    <a:pt x="986985" y="1992324"/>
                    <a:pt x="979936" y="1990895"/>
                  </a:cubicBezTo>
                  <a:cubicBezTo>
                    <a:pt x="979936" y="1990895"/>
                    <a:pt x="979936" y="1990895"/>
                    <a:pt x="979936" y="1990895"/>
                  </a:cubicBezTo>
                  <a:cubicBezTo>
                    <a:pt x="979936" y="1990895"/>
                    <a:pt x="979841" y="1990895"/>
                    <a:pt x="979841" y="1990895"/>
                  </a:cubicBezTo>
                  <a:cubicBezTo>
                    <a:pt x="978317" y="1990609"/>
                    <a:pt x="976698" y="1990419"/>
                    <a:pt x="975079" y="1990514"/>
                  </a:cubicBezTo>
                  <a:cubicBezTo>
                    <a:pt x="974793" y="1990514"/>
                    <a:pt x="974507" y="1990514"/>
                    <a:pt x="974317" y="1990514"/>
                  </a:cubicBezTo>
                  <a:cubicBezTo>
                    <a:pt x="972602" y="1990609"/>
                    <a:pt x="970888" y="1990800"/>
                    <a:pt x="969173" y="1991181"/>
                  </a:cubicBezTo>
                  <a:cubicBezTo>
                    <a:pt x="967840" y="1991562"/>
                    <a:pt x="966506" y="1992038"/>
                    <a:pt x="965268" y="1992610"/>
                  </a:cubicBezTo>
                  <a:cubicBezTo>
                    <a:pt x="960410" y="1994896"/>
                    <a:pt x="956981" y="1998610"/>
                    <a:pt x="955457" y="2002992"/>
                  </a:cubicBezTo>
                  <a:cubicBezTo>
                    <a:pt x="955172" y="2003849"/>
                    <a:pt x="954981" y="2004802"/>
                    <a:pt x="954886" y="2005754"/>
                  </a:cubicBezTo>
                  <a:cubicBezTo>
                    <a:pt x="943741" y="2001754"/>
                    <a:pt x="933073" y="1996991"/>
                    <a:pt x="923072" y="1991562"/>
                  </a:cubicBezTo>
                  <a:cubicBezTo>
                    <a:pt x="921262" y="1990514"/>
                    <a:pt x="919357" y="1989467"/>
                    <a:pt x="917548" y="1988419"/>
                  </a:cubicBezTo>
                  <a:cubicBezTo>
                    <a:pt x="913833" y="1986228"/>
                    <a:pt x="910118" y="1984037"/>
                    <a:pt x="906594" y="1981656"/>
                  </a:cubicBezTo>
                  <a:cubicBezTo>
                    <a:pt x="912499" y="1977751"/>
                    <a:pt x="918024" y="1973655"/>
                    <a:pt x="923358" y="1969369"/>
                  </a:cubicBezTo>
                  <a:cubicBezTo>
                    <a:pt x="926597" y="1973750"/>
                    <a:pt x="931931" y="1976989"/>
                    <a:pt x="938312" y="1977751"/>
                  </a:cubicBezTo>
                  <a:cubicBezTo>
                    <a:pt x="945932" y="1978608"/>
                    <a:pt x="952885" y="1975465"/>
                    <a:pt x="956886" y="1970321"/>
                  </a:cubicBezTo>
                  <a:cubicBezTo>
                    <a:pt x="956886" y="1970321"/>
                    <a:pt x="956886" y="1970321"/>
                    <a:pt x="956886" y="1970321"/>
                  </a:cubicBezTo>
                  <a:cubicBezTo>
                    <a:pt x="956886" y="1970321"/>
                    <a:pt x="956886" y="1970321"/>
                    <a:pt x="956886" y="1970321"/>
                  </a:cubicBezTo>
                  <a:cubicBezTo>
                    <a:pt x="957743" y="1969178"/>
                    <a:pt x="958505" y="1967940"/>
                    <a:pt x="959077" y="1966607"/>
                  </a:cubicBezTo>
                  <a:cubicBezTo>
                    <a:pt x="959172" y="1966416"/>
                    <a:pt x="959267" y="1966225"/>
                    <a:pt x="959362" y="1966035"/>
                  </a:cubicBezTo>
                  <a:cubicBezTo>
                    <a:pt x="959934" y="1964606"/>
                    <a:pt x="960315" y="1963177"/>
                    <a:pt x="960410" y="1961654"/>
                  </a:cubicBezTo>
                  <a:cubicBezTo>
                    <a:pt x="960982" y="1954415"/>
                    <a:pt x="956695" y="1947938"/>
                    <a:pt x="950028" y="1944604"/>
                  </a:cubicBezTo>
                  <a:cubicBezTo>
                    <a:pt x="950123" y="1944413"/>
                    <a:pt x="950314" y="1944318"/>
                    <a:pt x="950409" y="1944223"/>
                  </a:cubicBezTo>
                  <a:cubicBezTo>
                    <a:pt x="963077" y="1930031"/>
                    <a:pt x="973745" y="1914600"/>
                    <a:pt x="982318" y="1898217"/>
                  </a:cubicBezTo>
                  <a:cubicBezTo>
                    <a:pt x="987175" y="1889073"/>
                    <a:pt x="991271" y="1879453"/>
                    <a:pt x="994795" y="1869642"/>
                  </a:cubicBezTo>
                  <a:cubicBezTo>
                    <a:pt x="1001273" y="1869642"/>
                    <a:pt x="1006987" y="1866308"/>
                    <a:pt x="1010226" y="1861165"/>
                  </a:cubicBezTo>
                  <a:cubicBezTo>
                    <a:pt x="1010226" y="1861165"/>
                    <a:pt x="1010226" y="1861165"/>
                    <a:pt x="1010226" y="1861165"/>
                  </a:cubicBezTo>
                  <a:cubicBezTo>
                    <a:pt x="1010226" y="1861165"/>
                    <a:pt x="1010226" y="1861165"/>
                    <a:pt x="1010226" y="1861165"/>
                  </a:cubicBezTo>
                  <a:cubicBezTo>
                    <a:pt x="1010988" y="1860022"/>
                    <a:pt x="1011559" y="1858688"/>
                    <a:pt x="1012036" y="1857355"/>
                  </a:cubicBezTo>
                  <a:cubicBezTo>
                    <a:pt x="1012131" y="1857164"/>
                    <a:pt x="1012131" y="1856974"/>
                    <a:pt x="1012226" y="1856879"/>
                  </a:cubicBezTo>
                  <a:cubicBezTo>
                    <a:pt x="1012607" y="1855450"/>
                    <a:pt x="1012988" y="1854021"/>
                    <a:pt x="1012988" y="1852497"/>
                  </a:cubicBezTo>
                  <a:cubicBezTo>
                    <a:pt x="1012988" y="1852497"/>
                    <a:pt x="1012988" y="1852497"/>
                    <a:pt x="1012988" y="1852497"/>
                  </a:cubicBezTo>
                  <a:lnTo>
                    <a:pt x="1012988" y="1852497"/>
                  </a:lnTo>
                  <a:lnTo>
                    <a:pt x="1012988" y="1852497"/>
                  </a:lnTo>
                  <a:cubicBezTo>
                    <a:pt x="1013083" y="1848782"/>
                    <a:pt x="1012131" y="1845353"/>
                    <a:pt x="1010321" y="1842496"/>
                  </a:cubicBezTo>
                  <a:cubicBezTo>
                    <a:pt x="1008797" y="1840019"/>
                    <a:pt x="1006607" y="1838114"/>
                    <a:pt x="1004130" y="1836590"/>
                  </a:cubicBezTo>
                  <a:cubicBezTo>
                    <a:pt x="1007273" y="1821255"/>
                    <a:pt x="1009273" y="1805348"/>
                    <a:pt x="1009845" y="1789251"/>
                  </a:cubicBezTo>
                  <a:cubicBezTo>
                    <a:pt x="1010512" y="1772297"/>
                    <a:pt x="1010035" y="1756485"/>
                    <a:pt x="1008892" y="1741531"/>
                  </a:cubicBezTo>
                  <a:cubicBezTo>
                    <a:pt x="1013845" y="1737625"/>
                    <a:pt x="1016227" y="1730863"/>
                    <a:pt x="1015465" y="1724291"/>
                  </a:cubicBezTo>
                  <a:cubicBezTo>
                    <a:pt x="1015465" y="1724100"/>
                    <a:pt x="1015465" y="1723909"/>
                    <a:pt x="1015369" y="1723719"/>
                  </a:cubicBezTo>
                  <a:cubicBezTo>
                    <a:pt x="1015179" y="1722290"/>
                    <a:pt x="1014893" y="1720862"/>
                    <a:pt x="1014322" y="1719433"/>
                  </a:cubicBezTo>
                  <a:cubicBezTo>
                    <a:pt x="1012417" y="1714575"/>
                    <a:pt x="1008988" y="1711241"/>
                    <a:pt x="1004987" y="1709908"/>
                  </a:cubicBezTo>
                  <a:cubicBezTo>
                    <a:pt x="1004511" y="1707050"/>
                    <a:pt x="1004130" y="1704098"/>
                    <a:pt x="1003654" y="1701335"/>
                  </a:cubicBezTo>
                  <a:cubicBezTo>
                    <a:pt x="998986" y="1675713"/>
                    <a:pt x="992414" y="1653901"/>
                    <a:pt x="984699" y="1636375"/>
                  </a:cubicBezTo>
                  <a:cubicBezTo>
                    <a:pt x="976793" y="1618373"/>
                    <a:pt x="968030" y="1604275"/>
                    <a:pt x="958410" y="1594179"/>
                  </a:cubicBezTo>
                  <a:cubicBezTo>
                    <a:pt x="960315" y="1589893"/>
                    <a:pt x="960982" y="1584654"/>
                    <a:pt x="960124" y="1579796"/>
                  </a:cubicBezTo>
                  <a:cubicBezTo>
                    <a:pt x="958982" y="1573796"/>
                    <a:pt x="955743" y="1569700"/>
                    <a:pt x="951838" y="1568652"/>
                  </a:cubicBezTo>
                  <a:cubicBezTo>
                    <a:pt x="951838" y="1568652"/>
                    <a:pt x="951838" y="1568652"/>
                    <a:pt x="951838" y="1568652"/>
                  </a:cubicBezTo>
                  <a:cubicBezTo>
                    <a:pt x="951838" y="1568652"/>
                    <a:pt x="951742" y="1568652"/>
                    <a:pt x="951742" y="1568652"/>
                  </a:cubicBezTo>
                  <a:cubicBezTo>
                    <a:pt x="950885" y="1568462"/>
                    <a:pt x="950123" y="1568366"/>
                    <a:pt x="949171" y="1568366"/>
                  </a:cubicBezTo>
                  <a:cubicBezTo>
                    <a:pt x="948980" y="1568366"/>
                    <a:pt x="948790" y="1568366"/>
                    <a:pt x="948599" y="1568366"/>
                  </a:cubicBezTo>
                  <a:cubicBezTo>
                    <a:pt x="947647" y="1568462"/>
                    <a:pt x="946694" y="1568747"/>
                    <a:pt x="945647" y="1569224"/>
                  </a:cubicBezTo>
                  <a:cubicBezTo>
                    <a:pt x="942122" y="1570938"/>
                    <a:pt x="939265" y="1574748"/>
                    <a:pt x="937550" y="1579320"/>
                  </a:cubicBezTo>
                  <a:cubicBezTo>
                    <a:pt x="934598" y="1578082"/>
                    <a:pt x="931645" y="1577129"/>
                    <a:pt x="928597" y="1576558"/>
                  </a:cubicBezTo>
                  <a:cubicBezTo>
                    <a:pt x="905165" y="1571414"/>
                    <a:pt x="879638" y="1585225"/>
                    <a:pt x="852492" y="1614182"/>
                  </a:cubicBezTo>
                  <a:cubicBezTo>
                    <a:pt x="840490" y="1627135"/>
                    <a:pt x="828298" y="1643518"/>
                    <a:pt x="816583" y="1662568"/>
                  </a:cubicBezTo>
                  <a:cubicBezTo>
                    <a:pt x="816297" y="1662473"/>
                    <a:pt x="816011" y="1662283"/>
                    <a:pt x="815630" y="1662188"/>
                  </a:cubicBezTo>
                  <a:cubicBezTo>
                    <a:pt x="814678" y="1661997"/>
                    <a:pt x="813725" y="1661807"/>
                    <a:pt x="812773" y="1661807"/>
                  </a:cubicBezTo>
                  <a:cubicBezTo>
                    <a:pt x="809915" y="1661711"/>
                    <a:pt x="806962" y="1662664"/>
                    <a:pt x="804295" y="1664283"/>
                  </a:cubicBezTo>
                  <a:cubicBezTo>
                    <a:pt x="801628" y="1665902"/>
                    <a:pt x="799342" y="1668569"/>
                    <a:pt x="797628" y="1671808"/>
                  </a:cubicBezTo>
                  <a:cubicBezTo>
                    <a:pt x="795914" y="1675046"/>
                    <a:pt x="795151" y="1678571"/>
                    <a:pt x="795247" y="1681904"/>
                  </a:cubicBezTo>
                  <a:cubicBezTo>
                    <a:pt x="795342" y="1685238"/>
                    <a:pt x="796294" y="1688476"/>
                    <a:pt x="798104" y="1691048"/>
                  </a:cubicBezTo>
                  <a:cubicBezTo>
                    <a:pt x="798581" y="1691715"/>
                    <a:pt x="799057" y="1692191"/>
                    <a:pt x="799628" y="1692763"/>
                  </a:cubicBezTo>
                  <a:cubicBezTo>
                    <a:pt x="791723" y="1708289"/>
                    <a:pt x="784293" y="1725052"/>
                    <a:pt x="777435" y="1743245"/>
                  </a:cubicBezTo>
                  <a:cubicBezTo>
                    <a:pt x="773815" y="1752961"/>
                    <a:pt x="770767" y="1762676"/>
                    <a:pt x="768291" y="1772487"/>
                  </a:cubicBezTo>
                  <a:cubicBezTo>
                    <a:pt x="767434" y="1772201"/>
                    <a:pt x="766576" y="1771916"/>
                    <a:pt x="765624" y="1771820"/>
                  </a:cubicBezTo>
                  <a:cubicBezTo>
                    <a:pt x="756290" y="1770296"/>
                    <a:pt x="747241" y="1776868"/>
                    <a:pt x="745526" y="1786584"/>
                  </a:cubicBezTo>
                  <a:cubicBezTo>
                    <a:pt x="743812" y="1796204"/>
                    <a:pt x="750479" y="1805634"/>
                    <a:pt x="760290" y="1807063"/>
                  </a:cubicBezTo>
                  <a:cubicBezTo>
                    <a:pt x="760861" y="1807158"/>
                    <a:pt x="761338" y="1807063"/>
                    <a:pt x="761909" y="1807063"/>
                  </a:cubicBezTo>
                  <a:cubicBezTo>
                    <a:pt x="760099" y="1822779"/>
                    <a:pt x="759718" y="1838591"/>
                    <a:pt x="761147" y="1854307"/>
                  </a:cubicBezTo>
                  <a:cubicBezTo>
                    <a:pt x="762290" y="1866404"/>
                    <a:pt x="764386" y="1878596"/>
                    <a:pt x="767529" y="1890597"/>
                  </a:cubicBezTo>
                  <a:cubicBezTo>
                    <a:pt x="767434" y="1890597"/>
                    <a:pt x="767339" y="1890502"/>
                    <a:pt x="767243" y="1890502"/>
                  </a:cubicBezTo>
                  <a:cubicBezTo>
                    <a:pt x="761909" y="1889740"/>
                    <a:pt x="756861" y="1891073"/>
                    <a:pt x="753051" y="1893835"/>
                  </a:cubicBezTo>
                  <a:cubicBezTo>
                    <a:pt x="749241" y="1896598"/>
                    <a:pt x="746574" y="1900693"/>
                    <a:pt x="746098" y="1905647"/>
                  </a:cubicBezTo>
                  <a:cubicBezTo>
                    <a:pt x="745431" y="1912981"/>
                    <a:pt x="749908" y="1920125"/>
                    <a:pt x="756861" y="1923839"/>
                  </a:cubicBezTo>
                  <a:cubicBezTo>
                    <a:pt x="759147" y="1925077"/>
                    <a:pt x="761814" y="1925935"/>
                    <a:pt x="764576" y="1926316"/>
                  </a:cubicBezTo>
                  <a:cubicBezTo>
                    <a:pt x="764576" y="1926316"/>
                    <a:pt x="764576" y="1926316"/>
                    <a:pt x="764576" y="1926316"/>
                  </a:cubicBezTo>
                  <a:cubicBezTo>
                    <a:pt x="766291" y="1926506"/>
                    <a:pt x="767910" y="1926411"/>
                    <a:pt x="769529" y="1926221"/>
                  </a:cubicBezTo>
                  <a:cubicBezTo>
                    <a:pt x="769720" y="1926221"/>
                    <a:pt x="769910" y="1926125"/>
                    <a:pt x="770101" y="1926125"/>
                  </a:cubicBezTo>
                  <a:cubicBezTo>
                    <a:pt x="771625" y="1925935"/>
                    <a:pt x="773053" y="1925554"/>
                    <a:pt x="774482" y="1924982"/>
                  </a:cubicBezTo>
                  <a:cubicBezTo>
                    <a:pt x="774482" y="1924982"/>
                    <a:pt x="774482" y="1924982"/>
                    <a:pt x="774482" y="1924982"/>
                  </a:cubicBezTo>
                  <a:lnTo>
                    <a:pt x="774482" y="1924982"/>
                  </a:lnTo>
                  <a:cubicBezTo>
                    <a:pt x="776006" y="1924411"/>
                    <a:pt x="777435" y="1923649"/>
                    <a:pt x="778673" y="1922792"/>
                  </a:cubicBezTo>
                  <a:cubicBezTo>
                    <a:pt x="781626" y="1929554"/>
                    <a:pt x="785150" y="1936317"/>
                    <a:pt x="788865" y="1942984"/>
                  </a:cubicBezTo>
                  <a:cubicBezTo>
                    <a:pt x="785436" y="1943270"/>
                    <a:pt x="782102" y="1944318"/>
                    <a:pt x="779245" y="1946318"/>
                  </a:cubicBezTo>
                  <a:cubicBezTo>
                    <a:pt x="777911" y="1947175"/>
                    <a:pt x="776864" y="1948318"/>
                    <a:pt x="775911" y="1949366"/>
                  </a:cubicBezTo>
                  <a:cubicBezTo>
                    <a:pt x="775816" y="1949462"/>
                    <a:pt x="775720" y="1949652"/>
                    <a:pt x="775625" y="1949747"/>
                  </a:cubicBezTo>
                  <a:cubicBezTo>
                    <a:pt x="772387" y="1953748"/>
                    <a:pt x="771434" y="1958796"/>
                    <a:pt x="772768" y="1963749"/>
                  </a:cubicBezTo>
                  <a:cubicBezTo>
                    <a:pt x="737240" y="1966225"/>
                    <a:pt x="699140" y="1960987"/>
                    <a:pt x="662659" y="1945651"/>
                  </a:cubicBezTo>
                  <a:cubicBezTo>
                    <a:pt x="649038" y="1939841"/>
                    <a:pt x="636274" y="1932983"/>
                    <a:pt x="624273" y="1925363"/>
                  </a:cubicBezTo>
                  <a:cubicBezTo>
                    <a:pt x="627988" y="1922410"/>
                    <a:pt x="630274" y="1918124"/>
                    <a:pt x="630178" y="1913076"/>
                  </a:cubicBezTo>
                  <a:cubicBezTo>
                    <a:pt x="630083" y="1908028"/>
                    <a:pt x="627797" y="1903265"/>
                    <a:pt x="624082" y="1899550"/>
                  </a:cubicBezTo>
                  <a:cubicBezTo>
                    <a:pt x="621701" y="1897074"/>
                    <a:pt x="618748" y="1895074"/>
                    <a:pt x="615510" y="1893740"/>
                  </a:cubicBezTo>
                  <a:cubicBezTo>
                    <a:pt x="615319" y="1893645"/>
                    <a:pt x="615129" y="1893550"/>
                    <a:pt x="614843" y="1893455"/>
                  </a:cubicBezTo>
                  <a:cubicBezTo>
                    <a:pt x="613224" y="1892883"/>
                    <a:pt x="611605" y="1892312"/>
                    <a:pt x="609795" y="1892121"/>
                  </a:cubicBezTo>
                  <a:cubicBezTo>
                    <a:pt x="601603" y="1890978"/>
                    <a:pt x="594460" y="1894312"/>
                    <a:pt x="590935" y="1900027"/>
                  </a:cubicBezTo>
                  <a:cubicBezTo>
                    <a:pt x="589983" y="1899170"/>
                    <a:pt x="588935" y="1898312"/>
                    <a:pt x="587983" y="1897455"/>
                  </a:cubicBezTo>
                  <a:cubicBezTo>
                    <a:pt x="587887" y="1897360"/>
                    <a:pt x="587887" y="1897360"/>
                    <a:pt x="587792" y="1897265"/>
                  </a:cubicBezTo>
                  <a:cubicBezTo>
                    <a:pt x="580267" y="1890121"/>
                    <a:pt x="573314" y="1882596"/>
                    <a:pt x="567028" y="1874690"/>
                  </a:cubicBezTo>
                  <a:cubicBezTo>
                    <a:pt x="565694" y="1872976"/>
                    <a:pt x="564361" y="1871261"/>
                    <a:pt x="563027" y="1869451"/>
                  </a:cubicBezTo>
                  <a:cubicBezTo>
                    <a:pt x="560456" y="1866023"/>
                    <a:pt x="557884" y="1862593"/>
                    <a:pt x="555598" y="1859069"/>
                  </a:cubicBezTo>
                  <a:cubicBezTo>
                    <a:pt x="562551" y="1857736"/>
                    <a:pt x="569218" y="1856021"/>
                    <a:pt x="575791" y="1854212"/>
                  </a:cubicBezTo>
                  <a:cubicBezTo>
                    <a:pt x="577124" y="1859546"/>
                    <a:pt x="580744" y="1864499"/>
                    <a:pt x="586364" y="1867737"/>
                  </a:cubicBezTo>
                  <a:cubicBezTo>
                    <a:pt x="593126" y="1871357"/>
                    <a:pt x="600746" y="1871166"/>
                    <a:pt x="606366" y="1868023"/>
                  </a:cubicBezTo>
                  <a:cubicBezTo>
                    <a:pt x="606366" y="1868023"/>
                    <a:pt x="606366" y="1868023"/>
                    <a:pt x="606366" y="1868023"/>
                  </a:cubicBezTo>
                  <a:cubicBezTo>
                    <a:pt x="606366" y="1868023"/>
                    <a:pt x="606366" y="1868023"/>
                    <a:pt x="606366" y="1868023"/>
                  </a:cubicBezTo>
                  <a:cubicBezTo>
                    <a:pt x="607604" y="1867356"/>
                    <a:pt x="608747" y="1866499"/>
                    <a:pt x="609795" y="1865451"/>
                  </a:cubicBezTo>
                  <a:cubicBezTo>
                    <a:pt x="609890" y="1865356"/>
                    <a:pt x="610081" y="1865165"/>
                    <a:pt x="610176" y="1865070"/>
                  </a:cubicBezTo>
                  <a:cubicBezTo>
                    <a:pt x="611224" y="1864022"/>
                    <a:pt x="612176" y="1862784"/>
                    <a:pt x="612843" y="1861450"/>
                  </a:cubicBezTo>
                  <a:cubicBezTo>
                    <a:pt x="616177" y="1854974"/>
                    <a:pt x="614653" y="1847354"/>
                    <a:pt x="609795" y="1841639"/>
                  </a:cubicBezTo>
                  <a:cubicBezTo>
                    <a:pt x="609985" y="1841543"/>
                    <a:pt x="610176" y="1841448"/>
                    <a:pt x="610366" y="1841448"/>
                  </a:cubicBezTo>
                  <a:cubicBezTo>
                    <a:pt x="627511" y="1833257"/>
                    <a:pt x="643323" y="1823160"/>
                    <a:pt x="657515" y="1811349"/>
                  </a:cubicBezTo>
                  <a:cubicBezTo>
                    <a:pt x="665516" y="1804682"/>
                    <a:pt x="672946" y="1797442"/>
                    <a:pt x="679994" y="1789632"/>
                  </a:cubicBezTo>
                  <a:cubicBezTo>
                    <a:pt x="685995" y="1792108"/>
                    <a:pt x="692567" y="1791156"/>
                    <a:pt x="697425" y="1787727"/>
                  </a:cubicBezTo>
                  <a:cubicBezTo>
                    <a:pt x="697425" y="1787727"/>
                    <a:pt x="697425" y="1787727"/>
                    <a:pt x="697425" y="1787727"/>
                  </a:cubicBezTo>
                  <a:cubicBezTo>
                    <a:pt x="697425" y="1787727"/>
                    <a:pt x="697425" y="1787727"/>
                    <a:pt x="697425" y="1787727"/>
                  </a:cubicBezTo>
                  <a:cubicBezTo>
                    <a:pt x="698568" y="1786870"/>
                    <a:pt x="699616" y="1786013"/>
                    <a:pt x="700568" y="1784870"/>
                  </a:cubicBezTo>
                  <a:cubicBezTo>
                    <a:pt x="700664" y="1784774"/>
                    <a:pt x="700759" y="1784584"/>
                    <a:pt x="700949" y="1784489"/>
                  </a:cubicBezTo>
                  <a:cubicBezTo>
                    <a:pt x="701902" y="1783346"/>
                    <a:pt x="702759" y="1782107"/>
                    <a:pt x="703331" y="1780679"/>
                  </a:cubicBezTo>
                  <a:cubicBezTo>
                    <a:pt x="706093" y="1774487"/>
                    <a:pt x="705045" y="1767534"/>
                    <a:pt x="701235" y="1762581"/>
                  </a:cubicBezTo>
                  <a:cubicBezTo>
                    <a:pt x="709617" y="1750294"/>
                    <a:pt x="717142" y="1737054"/>
                    <a:pt x="723619" y="1723243"/>
                  </a:cubicBezTo>
                  <a:cubicBezTo>
                    <a:pt x="723619" y="1723243"/>
                    <a:pt x="723619" y="1723243"/>
                    <a:pt x="723619" y="1723243"/>
                  </a:cubicBezTo>
                  <a:lnTo>
                    <a:pt x="724666" y="1721052"/>
                  </a:lnTo>
                  <a:cubicBezTo>
                    <a:pt x="731715" y="1705622"/>
                    <a:pt x="737430" y="1690858"/>
                    <a:pt x="742097" y="1676666"/>
                  </a:cubicBezTo>
                  <a:cubicBezTo>
                    <a:pt x="748098" y="1674951"/>
                    <a:pt x="752956" y="1669712"/>
                    <a:pt x="754765" y="1663235"/>
                  </a:cubicBezTo>
                  <a:cubicBezTo>
                    <a:pt x="754861" y="1663045"/>
                    <a:pt x="754861" y="1662950"/>
                    <a:pt x="754956" y="1662759"/>
                  </a:cubicBezTo>
                  <a:cubicBezTo>
                    <a:pt x="755337" y="1661330"/>
                    <a:pt x="755623" y="1659901"/>
                    <a:pt x="755623" y="1658377"/>
                  </a:cubicBezTo>
                  <a:cubicBezTo>
                    <a:pt x="755718" y="1655996"/>
                    <a:pt x="755337" y="1653710"/>
                    <a:pt x="754670" y="1651805"/>
                  </a:cubicBezTo>
                  <a:cubicBezTo>
                    <a:pt x="754003" y="1649805"/>
                    <a:pt x="752956" y="1648186"/>
                    <a:pt x="751622" y="1646757"/>
                  </a:cubicBezTo>
                  <a:cubicBezTo>
                    <a:pt x="751336" y="1646471"/>
                    <a:pt x="751051" y="1646281"/>
                    <a:pt x="750765" y="1645995"/>
                  </a:cubicBezTo>
                  <a:cubicBezTo>
                    <a:pt x="751432" y="1643233"/>
                    <a:pt x="752194" y="1640280"/>
                    <a:pt x="752860" y="1637518"/>
                  </a:cubicBezTo>
                  <a:cubicBezTo>
                    <a:pt x="758290" y="1612276"/>
                    <a:pt x="760671" y="1589417"/>
                    <a:pt x="760385" y="1570271"/>
                  </a:cubicBezTo>
                  <a:cubicBezTo>
                    <a:pt x="760004" y="1550650"/>
                    <a:pt x="757337" y="1534267"/>
                    <a:pt x="752384" y="1521217"/>
                  </a:cubicBezTo>
                  <a:cubicBezTo>
                    <a:pt x="755813" y="1517979"/>
                    <a:pt x="758480" y="1513407"/>
                    <a:pt x="759528" y="1508645"/>
                  </a:cubicBezTo>
                  <a:cubicBezTo>
                    <a:pt x="760766" y="1502644"/>
                    <a:pt x="759337" y="1497691"/>
                    <a:pt x="756194" y="1495119"/>
                  </a:cubicBezTo>
                  <a:cubicBezTo>
                    <a:pt x="756194" y="1495119"/>
                    <a:pt x="756194" y="1495119"/>
                    <a:pt x="756194" y="1495119"/>
                  </a:cubicBezTo>
                  <a:cubicBezTo>
                    <a:pt x="756194" y="1495119"/>
                    <a:pt x="756194" y="1495119"/>
                    <a:pt x="756099" y="1495119"/>
                  </a:cubicBezTo>
                  <a:cubicBezTo>
                    <a:pt x="755432" y="1494548"/>
                    <a:pt x="754670" y="1494167"/>
                    <a:pt x="753813" y="1493881"/>
                  </a:cubicBezTo>
                  <a:cubicBezTo>
                    <a:pt x="753623" y="1493785"/>
                    <a:pt x="753432" y="1493785"/>
                    <a:pt x="753337" y="1493690"/>
                  </a:cubicBezTo>
                  <a:cubicBezTo>
                    <a:pt x="752384" y="1493405"/>
                    <a:pt x="751432" y="1493309"/>
                    <a:pt x="750289" y="1493309"/>
                  </a:cubicBezTo>
                  <a:cubicBezTo>
                    <a:pt x="746383" y="1493595"/>
                    <a:pt x="742288" y="1495976"/>
                    <a:pt x="738954" y="1499500"/>
                  </a:cubicBezTo>
                  <a:cubicBezTo>
                    <a:pt x="736668" y="1497215"/>
                    <a:pt x="734287" y="1495214"/>
                    <a:pt x="731715" y="1493500"/>
                  </a:cubicBezTo>
                  <a:cubicBezTo>
                    <a:pt x="712093" y="1479593"/>
                    <a:pt x="682947" y="1482641"/>
                    <a:pt x="646847" y="1498834"/>
                  </a:cubicBezTo>
                  <a:cubicBezTo>
                    <a:pt x="630655" y="1506168"/>
                    <a:pt x="613224" y="1516646"/>
                    <a:pt x="595031" y="1529790"/>
                  </a:cubicBezTo>
                  <a:cubicBezTo>
                    <a:pt x="589697" y="1525027"/>
                    <a:pt x="580934" y="1525218"/>
                    <a:pt x="573981" y="1531028"/>
                  </a:cubicBezTo>
                  <a:cubicBezTo>
                    <a:pt x="571123" y="1533409"/>
                    <a:pt x="569123" y="1536362"/>
                    <a:pt x="567980" y="1539506"/>
                  </a:cubicBezTo>
                  <a:cubicBezTo>
                    <a:pt x="567218" y="1541601"/>
                    <a:pt x="566837" y="1543792"/>
                    <a:pt x="566837" y="1545887"/>
                  </a:cubicBezTo>
                  <a:cubicBezTo>
                    <a:pt x="566837" y="1547697"/>
                    <a:pt x="567218" y="1549507"/>
                    <a:pt x="567885" y="1551221"/>
                  </a:cubicBezTo>
                  <a:cubicBezTo>
                    <a:pt x="554645" y="1562461"/>
                    <a:pt x="541310" y="1575129"/>
                    <a:pt x="528166" y="1589321"/>
                  </a:cubicBezTo>
                  <a:cubicBezTo>
                    <a:pt x="523308" y="1594560"/>
                    <a:pt x="518736" y="1599989"/>
                    <a:pt x="514259" y="1605514"/>
                  </a:cubicBezTo>
                  <a:cubicBezTo>
                    <a:pt x="514259" y="1605514"/>
                    <a:pt x="514259" y="1605514"/>
                    <a:pt x="514259" y="1605514"/>
                  </a:cubicBezTo>
                  <a:cubicBezTo>
                    <a:pt x="514259" y="1605514"/>
                    <a:pt x="514259" y="1605514"/>
                    <a:pt x="514259" y="1605514"/>
                  </a:cubicBezTo>
                  <a:cubicBezTo>
                    <a:pt x="512259" y="1607990"/>
                    <a:pt x="510354" y="1610372"/>
                    <a:pt x="508449" y="1612848"/>
                  </a:cubicBezTo>
                  <a:cubicBezTo>
                    <a:pt x="507782" y="1612276"/>
                    <a:pt x="507020" y="1611705"/>
                    <a:pt x="506258" y="1611133"/>
                  </a:cubicBezTo>
                  <a:cubicBezTo>
                    <a:pt x="498162" y="1606181"/>
                    <a:pt x="487303" y="1608848"/>
                    <a:pt x="482065" y="1617134"/>
                  </a:cubicBezTo>
                  <a:cubicBezTo>
                    <a:pt x="480064" y="1620277"/>
                    <a:pt x="479207" y="1623707"/>
                    <a:pt x="479398" y="1627135"/>
                  </a:cubicBezTo>
                  <a:cubicBezTo>
                    <a:pt x="479493" y="1630565"/>
                    <a:pt x="480636" y="1633898"/>
                    <a:pt x="482731" y="1636756"/>
                  </a:cubicBezTo>
                  <a:cubicBezTo>
                    <a:pt x="484065" y="1638661"/>
                    <a:pt x="485779" y="1640375"/>
                    <a:pt x="487875" y="1641614"/>
                  </a:cubicBezTo>
                  <a:cubicBezTo>
                    <a:pt x="488351" y="1641899"/>
                    <a:pt x="488827" y="1641995"/>
                    <a:pt x="489304" y="1642280"/>
                  </a:cubicBezTo>
                  <a:cubicBezTo>
                    <a:pt x="481589" y="1656187"/>
                    <a:pt x="475207" y="1670665"/>
                    <a:pt x="470539" y="1685619"/>
                  </a:cubicBezTo>
                  <a:cubicBezTo>
                    <a:pt x="466920" y="1697240"/>
                    <a:pt x="464253" y="1709241"/>
                    <a:pt x="462539" y="1721433"/>
                  </a:cubicBezTo>
                  <a:cubicBezTo>
                    <a:pt x="462443" y="1721338"/>
                    <a:pt x="462348" y="1721338"/>
                    <a:pt x="462348" y="1721242"/>
                  </a:cubicBezTo>
                  <a:cubicBezTo>
                    <a:pt x="453014" y="1715908"/>
                    <a:pt x="441679" y="1718480"/>
                    <a:pt x="437011" y="1727148"/>
                  </a:cubicBezTo>
                  <a:cubicBezTo>
                    <a:pt x="432344" y="1735816"/>
                    <a:pt x="436535" y="1747627"/>
                    <a:pt x="446156" y="1753342"/>
                  </a:cubicBezTo>
                  <a:cubicBezTo>
                    <a:pt x="447584" y="1754104"/>
                    <a:pt x="449108" y="1754675"/>
                    <a:pt x="450537" y="1755151"/>
                  </a:cubicBezTo>
                  <a:cubicBezTo>
                    <a:pt x="450918" y="1755247"/>
                    <a:pt x="451204" y="1755342"/>
                    <a:pt x="451585" y="1755342"/>
                  </a:cubicBezTo>
                  <a:cubicBezTo>
                    <a:pt x="453014" y="1755723"/>
                    <a:pt x="454347" y="1755914"/>
                    <a:pt x="455776" y="1755914"/>
                  </a:cubicBezTo>
                  <a:cubicBezTo>
                    <a:pt x="455776" y="1755914"/>
                    <a:pt x="455776" y="1755914"/>
                    <a:pt x="455776" y="1755914"/>
                  </a:cubicBezTo>
                  <a:lnTo>
                    <a:pt x="455776" y="1755914"/>
                  </a:lnTo>
                  <a:cubicBezTo>
                    <a:pt x="457395" y="1755914"/>
                    <a:pt x="459014" y="1755818"/>
                    <a:pt x="460443" y="1755533"/>
                  </a:cubicBezTo>
                  <a:cubicBezTo>
                    <a:pt x="460633" y="1762962"/>
                    <a:pt x="461205" y="1770392"/>
                    <a:pt x="462062" y="1778012"/>
                  </a:cubicBezTo>
                  <a:cubicBezTo>
                    <a:pt x="458728" y="1777059"/>
                    <a:pt x="455299" y="1776678"/>
                    <a:pt x="451870" y="1777440"/>
                  </a:cubicBezTo>
                  <a:cubicBezTo>
                    <a:pt x="450347" y="1777726"/>
                    <a:pt x="448918" y="1778297"/>
                    <a:pt x="447584" y="1778964"/>
                  </a:cubicBezTo>
                  <a:cubicBezTo>
                    <a:pt x="447489" y="1779059"/>
                    <a:pt x="447298" y="1779155"/>
                    <a:pt x="447203" y="1779250"/>
                  </a:cubicBezTo>
                  <a:cubicBezTo>
                    <a:pt x="442726" y="1781726"/>
                    <a:pt x="439774" y="1786013"/>
                    <a:pt x="439202" y="1791156"/>
                  </a:cubicBezTo>
                  <a:cubicBezTo>
                    <a:pt x="405484" y="1779917"/>
                    <a:pt x="372623" y="1760200"/>
                    <a:pt x="344524" y="1732482"/>
                  </a:cubicBezTo>
                  <a:cubicBezTo>
                    <a:pt x="334141" y="1722005"/>
                    <a:pt x="324998" y="1710765"/>
                    <a:pt x="316901" y="1699145"/>
                  </a:cubicBezTo>
                  <a:cubicBezTo>
                    <a:pt x="321473" y="1697906"/>
                    <a:pt x="325283" y="1694668"/>
                    <a:pt x="327093" y="1690000"/>
                  </a:cubicBezTo>
                  <a:cubicBezTo>
                    <a:pt x="330046" y="1682285"/>
                    <a:pt x="327474" y="1672665"/>
                    <a:pt x="320902" y="1666379"/>
                  </a:cubicBezTo>
                  <a:cubicBezTo>
                    <a:pt x="320806" y="1666283"/>
                    <a:pt x="320711" y="1666188"/>
                    <a:pt x="320616" y="1666093"/>
                  </a:cubicBezTo>
                  <a:cubicBezTo>
                    <a:pt x="319378" y="1664950"/>
                    <a:pt x="317949" y="1663807"/>
                    <a:pt x="316425" y="1662950"/>
                  </a:cubicBezTo>
                  <a:cubicBezTo>
                    <a:pt x="309376" y="1658854"/>
                    <a:pt x="301471" y="1659140"/>
                    <a:pt x="296041" y="1663045"/>
                  </a:cubicBezTo>
                  <a:cubicBezTo>
                    <a:pt x="293374" y="1657330"/>
                    <a:pt x="290898" y="1651520"/>
                    <a:pt x="288612" y="1645709"/>
                  </a:cubicBezTo>
                  <a:cubicBezTo>
                    <a:pt x="287659" y="1643138"/>
                    <a:pt x="286802" y="1640566"/>
                    <a:pt x="285945" y="1637899"/>
                  </a:cubicBezTo>
                  <a:cubicBezTo>
                    <a:pt x="285183" y="1635708"/>
                    <a:pt x="284421" y="1633422"/>
                    <a:pt x="283754" y="1631231"/>
                  </a:cubicBezTo>
                  <a:cubicBezTo>
                    <a:pt x="281944" y="1625040"/>
                    <a:pt x="280230" y="1618658"/>
                    <a:pt x="278801" y="1611991"/>
                  </a:cubicBezTo>
                  <a:cubicBezTo>
                    <a:pt x="285754" y="1613324"/>
                    <a:pt x="292612" y="1614372"/>
                    <a:pt x="299375" y="1615134"/>
                  </a:cubicBezTo>
                  <a:cubicBezTo>
                    <a:pt x="298613" y="1620563"/>
                    <a:pt x="300137" y="1626564"/>
                    <a:pt x="304042" y="1631612"/>
                  </a:cubicBezTo>
                  <a:cubicBezTo>
                    <a:pt x="308710" y="1637708"/>
                    <a:pt x="315853" y="1640375"/>
                    <a:pt x="322235" y="1639613"/>
                  </a:cubicBezTo>
                  <a:lnTo>
                    <a:pt x="322235" y="1639613"/>
                  </a:lnTo>
                  <a:cubicBezTo>
                    <a:pt x="322235" y="1639613"/>
                    <a:pt x="322235" y="1639613"/>
                    <a:pt x="322235" y="1639613"/>
                  </a:cubicBezTo>
                  <a:cubicBezTo>
                    <a:pt x="323664" y="1639423"/>
                    <a:pt x="325093" y="1639042"/>
                    <a:pt x="326426" y="1638566"/>
                  </a:cubicBezTo>
                  <a:cubicBezTo>
                    <a:pt x="326617" y="1638470"/>
                    <a:pt x="326807" y="1638470"/>
                    <a:pt x="326998" y="1638375"/>
                  </a:cubicBezTo>
                  <a:cubicBezTo>
                    <a:pt x="328331" y="1637804"/>
                    <a:pt x="329665" y="1637042"/>
                    <a:pt x="330808" y="1636089"/>
                  </a:cubicBezTo>
                  <a:cubicBezTo>
                    <a:pt x="336332" y="1631326"/>
                    <a:pt x="337761" y="1623802"/>
                    <a:pt x="335570" y="1616658"/>
                  </a:cubicBezTo>
                  <a:cubicBezTo>
                    <a:pt x="335761" y="1616658"/>
                    <a:pt x="335951" y="1616658"/>
                    <a:pt x="336142" y="1616658"/>
                  </a:cubicBezTo>
                  <a:cubicBezTo>
                    <a:pt x="355192" y="1615610"/>
                    <a:pt x="373670" y="1612181"/>
                    <a:pt x="391291" y="1606657"/>
                  </a:cubicBezTo>
                  <a:cubicBezTo>
                    <a:pt x="401198" y="1603609"/>
                    <a:pt x="410913" y="1599704"/>
                    <a:pt x="420343" y="1595227"/>
                  </a:cubicBezTo>
                  <a:cubicBezTo>
                    <a:pt x="424819" y="1599894"/>
                    <a:pt x="431297" y="1601513"/>
                    <a:pt x="437107" y="1600180"/>
                  </a:cubicBezTo>
                  <a:cubicBezTo>
                    <a:pt x="437107" y="1600180"/>
                    <a:pt x="437107" y="1600180"/>
                    <a:pt x="437107" y="1600180"/>
                  </a:cubicBezTo>
                  <a:cubicBezTo>
                    <a:pt x="437107" y="1600180"/>
                    <a:pt x="437107" y="1600180"/>
                    <a:pt x="437107" y="1600180"/>
                  </a:cubicBezTo>
                  <a:cubicBezTo>
                    <a:pt x="438440" y="1599894"/>
                    <a:pt x="439774" y="1599418"/>
                    <a:pt x="441012" y="1598751"/>
                  </a:cubicBezTo>
                  <a:cubicBezTo>
                    <a:pt x="441202" y="1598656"/>
                    <a:pt x="441393" y="1598560"/>
                    <a:pt x="441583" y="1598465"/>
                  </a:cubicBezTo>
                  <a:cubicBezTo>
                    <a:pt x="442917" y="1597799"/>
                    <a:pt x="444155" y="1596941"/>
                    <a:pt x="445203" y="1595893"/>
                  </a:cubicBezTo>
                  <a:cubicBezTo>
                    <a:pt x="450156" y="1591131"/>
                    <a:pt x="451775" y="1584464"/>
                    <a:pt x="450156" y="1578367"/>
                  </a:cubicBezTo>
                  <a:cubicBezTo>
                    <a:pt x="463300" y="1569795"/>
                    <a:pt x="475778" y="1559984"/>
                    <a:pt x="487684" y="1548935"/>
                  </a:cubicBezTo>
                  <a:cubicBezTo>
                    <a:pt x="500162" y="1537410"/>
                    <a:pt x="511021" y="1525885"/>
                    <a:pt x="520736" y="1514550"/>
                  </a:cubicBezTo>
                  <a:cubicBezTo>
                    <a:pt x="525689" y="1515122"/>
                    <a:pt x="530737" y="1513312"/>
                    <a:pt x="534643" y="1509978"/>
                  </a:cubicBezTo>
                  <a:lnTo>
                    <a:pt x="534643" y="1509978"/>
                  </a:lnTo>
                  <a:cubicBezTo>
                    <a:pt x="534643" y="1509978"/>
                    <a:pt x="534643" y="1509978"/>
                    <a:pt x="534643" y="1509978"/>
                  </a:cubicBezTo>
                  <a:cubicBezTo>
                    <a:pt x="535690" y="1509121"/>
                    <a:pt x="536738" y="1508073"/>
                    <a:pt x="537595" y="1506930"/>
                  </a:cubicBezTo>
                  <a:cubicBezTo>
                    <a:pt x="537691" y="1506835"/>
                    <a:pt x="537786" y="1506644"/>
                    <a:pt x="537976" y="1506549"/>
                  </a:cubicBezTo>
                  <a:cubicBezTo>
                    <a:pt x="538834" y="1505406"/>
                    <a:pt x="539691" y="1504168"/>
                    <a:pt x="540262" y="1502739"/>
                  </a:cubicBezTo>
                  <a:cubicBezTo>
                    <a:pt x="542263" y="1498453"/>
                    <a:pt x="542358" y="1494071"/>
                    <a:pt x="540929" y="1490452"/>
                  </a:cubicBezTo>
                  <a:cubicBezTo>
                    <a:pt x="540834" y="1490071"/>
                    <a:pt x="540548" y="1489785"/>
                    <a:pt x="540453" y="1489404"/>
                  </a:cubicBezTo>
                  <a:cubicBezTo>
                    <a:pt x="542167" y="1487023"/>
                    <a:pt x="543977" y="1484642"/>
                    <a:pt x="545597" y="1482356"/>
                  </a:cubicBezTo>
                  <a:cubicBezTo>
                    <a:pt x="560456" y="1460924"/>
                    <a:pt x="571123" y="1440922"/>
                    <a:pt x="578077" y="1423110"/>
                  </a:cubicBezTo>
                  <a:cubicBezTo>
                    <a:pt x="585125" y="1405203"/>
                    <a:pt x="589221" y="1389010"/>
                    <a:pt x="589316" y="1375485"/>
                  </a:cubicBezTo>
                  <a:cubicBezTo>
                    <a:pt x="589316" y="1375199"/>
                    <a:pt x="589316" y="1374914"/>
                    <a:pt x="589316" y="1374723"/>
                  </a:cubicBezTo>
                  <a:cubicBezTo>
                    <a:pt x="593698" y="1373008"/>
                    <a:pt x="597889" y="1369865"/>
                    <a:pt x="600746" y="1365770"/>
                  </a:cubicBezTo>
                  <a:cubicBezTo>
                    <a:pt x="604366" y="1360626"/>
                    <a:pt x="604937" y="1355387"/>
                    <a:pt x="602937" y="1351863"/>
                  </a:cubicBezTo>
                  <a:lnTo>
                    <a:pt x="602937" y="1351863"/>
                  </a:lnTo>
                  <a:lnTo>
                    <a:pt x="602937" y="1351863"/>
                  </a:lnTo>
                  <a:cubicBezTo>
                    <a:pt x="602461" y="1351006"/>
                    <a:pt x="601889" y="1350339"/>
                    <a:pt x="601127" y="1349767"/>
                  </a:cubicBezTo>
                  <a:cubicBezTo>
                    <a:pt x="601032" y="1349672"/>
                    <a:pt x="600937" y="1349577"/>
                    <a:pt x="600841" y="1349577"/>
                  </a:cubicBezTo>
                  <a:cubicBezTo>
                    <a:pt x="600079" y="1349006"/>
                    <a:pt x="599127" y="1348434"/>
                    <a:pt x="598079" y="1348053"/>
                  </a:cubicBezTo>
                  <a:cubicBezTo>
                    <a:pt x="594365" y="1346815"/>
                    <a:pt x="589602" y="1347482"/>
                    <a:pt x="585220" y="1349482"/>
                  </a:cubicBezTo>
                  <a:cubicBezTo>
                    <a:pt x="583982" y="1346529"/>
                    <a:pt x="582649" y="1343767"/>
                    <a:pt x="580934" y="1341100"/>
                  </a:cubicBezTo>
                  <a:cubicBezTo>
                    <a:pt x="574457" y="1330908"/>
                    <a:pt x="563884" y="1324050"/>
                    <a:pt x="550645" y="1319383"/>
                  </a:cubicBezTo>
                  <a:cubicBezTo>
                    <a:pt x="543882" y="1317097"/>
                    <a:pt x="536167" y="1315573"/>
                    <a:pt x="527690" y="1314716"/>
                  </a:cubicBezTo>
                  <a:cubicBezTo>
                    <a:pt x="519403" y="1313668"/>
                    <a:pt x="510259" y="1313382"/>
                    <a:pt x="500353" y="1313763"/>
                  </a:cubicBezTo>
                  <a:cubicBezTo>
                    <a:pt x="482446" y="1314525"/>
                    <a:pt x="462253" y="1317478"/>
                    <a:pt x="440631" y="1322621"/>
                  </a:cubicBezTo>
                  <a:cubicBezTo>
                    <a:pt x="437678" y="1316144"/>
                    <a:pt x="429296" y="1313096"/>
                    <a:pt x="420724" y="1315763"/>
                  </a:cubicBezTo>
                  <a:cubicBezTo>
                    <a:pt x="412818" y="1318240"/>
                    <a:pt x="407484" y="1325002"/>
                    <a:pt x="407389" y="1332051"/>
                  </a:cubicBezTo>
                  <a:cubicBezTo>
                    <a:pt x="390910" y="1337480"/>
                    <a:pt x="373765" y="1344052"/>
                    <a:pt x="356049" y="1352149"/>
                  </a:cubicBezTo>
                  <a:cubicBezTo>
                    <a:pt x="349572" y="1355101"/>
                    <a:pt x="343285" y="1358340"/>
                    <a:pt x="337094" y="1361769"/>
                  </a:cubicBezTo>
                  <a:cubicBezTo>
                    <a:pt x="337094" y="1361769"/>
                    <a:pt x="337094" y="1361769"/>
                    <a:pt x="336999" y="1361769"/>
                  </a:cubicBezTo>
                  <a:cubicBezTo>
                    <a:pt x="336999" y="1361769"/>
                    <a:pt x="336999" y="1361769"/>
                    <a:pt x="336999" y="1361769"/>
                  </a:cubicBezTo>
                  <a:cubicBezTo>
                    <a:pt x="334237" y="1363293"/>
                    <a:pt x="331474" y="1364817"/>
                    <a:pt x="328807" y="1366341"/>
                  </a:cubicBezTo>
                  <a:cubicBezTo>
                    <a:pt x="328426" y="1365484"/>
                    <a:pt x="327950" y="1364722"/>
                    <a:pt x="327379" y="1363960"/>
                  </a:cubicBezTo>
                  <a:cubicBezTo>
                    <a:pt x="321759" y="1356340"/>
                    <a:pt x="310615" y="1354625"/>
                    <a:pt x="302614" y="1360340"/>
                  </a:cubicBezTo>
                  <a:cubicBezTo>
                    <a:pt x="294613" y="1365960"/>
                    <a:pt x="292898" y="1377200"/>
                    <a:pt x="298708" y="1385200"/>
                  </a:cubicBezTo>
                  <a:cubicBezTo>
                    <a:pt x="298994" y="1385677"/>
                    <a:pt x="299375" y="1385963"/>
                    <a:pt x="299756" y="1386343"/>
                  </a:cubicBezTo>
                  <a:cubicBezTo>
                    <a:pt x="287278" y="1396250"/>
                    <a:pt x="275753" y="1407203"/>
                    <a:pt x="265752" y="1419300"/>
                  </a:cubicBezTo>
                  <a:cubicBezTo>
                    <a:pt x="257941" y="1428634"/>
                    <a:pt x="251083" y="1438731"/>
                    <a:pt x="244797" y="1449399"/>
                  </a:cubicBezTo>
                  <a:cubicBezTo>
                    <a:pt x="244702" y="1449304"/>
                    <a:pt x="244702" y="1449208"/>
                    <a:pt x="244606" y="1449113"/>
                  </a:cubicBezTo>
                  <a:cubicBezTo>
                    <a:pt x="238034" y="1440636"/>
                    <a:pt x="226414" y="1438636"/>
                    <a:pt x="218794" y="1444922"/>
                  </a:cubicBezTo>
                  <a:cubicBezTo>
                    <a:pt x="211174" y="1451209"/>
                    <a:pt x="210602" y="1463687"/>
                    <a:pt x="217460" y="1472545"/>
                  </a:cubicBezTo>
                  <a:cubicBezTo>
                    <a:pt x="218508" y="1473974"/>
                    <a:pt x="219746" y="1475117"/>
                    <a:pt x="220984" y="1476164"/>
                  </a:cubicBezTo>
                  <a:cubicBezTo>
                    <a:pt x="221080" y="1476259"/>
                    <a:pt x="221080" y="1476259"/>
                    <a:pt x="221175" y="1476355"/>
                  </a:cubicBezTo>
                  <a:cubicBezTo>
                    <a:pt x="222318" y="1477307"/>
                    <a:pt x="223651" y="1478069"/>
                    <a:pt x="224890" y="1478641"/>
                  </a:cubicBezTo>
                  <a:cubicBezTo>
                    <a:pt x="224985" y="1478641"/>
                    <a:pt x="224985" y="1478736"/>
                    <a:pt x="225080" y="1478736"/>
                  </a:cubicBezTo>
                  <a:cubicBezTo>
                    <a:pt x="225080" y="1478736"/>
                    <a:pt x="225080" y="1478736"/>
                    <a:pt x="225080" y="1478736"/>
                  </a:cubicBezTo>
                  <a:cubicBezTo>
                    <a:pt x="226604" y="1479403"/>
                    <a:pt x="228033" y="1479879"/>
                    <a:pt x="229652" y="1480165"/>
                  </a:cubicBezTo>
                  <a:cubicBezTo>
                    <a:pt x="226985" y="1487118"/>
                    <a:pt x="224699" y="1494262"/>
                    <a:pt x="222699" y="1501501"/>
                  </a:cubicBezTo>
                  <a:cubicBezTo>
                    <a:pt x="220032" y="1499310"/>
                    <a:pt x="216889" y="1497786"/>
                    <a:pt x="213460" y="1497119"/>
                  </a:cubicBezTo>
                  <a:cubicBezTo>
                    <a:pt x="211840" y="1496833"/>
                    <a:pt x="210412" y="1496833"/>
                    <a:pt x="208888" y="1496929"/>
                  </a:cubicBezTo>
                  <a:cubicBezTo>
                    <a:pt x="208697" y="1496929"/>
                    <a:pt x="208602" y="1496929"/>
                    <a:pt x="208411" y="1497024"/>
                  </a:cubicBezTo>
                  <a:cubicBezTo>
                    <a:pt x="203268" y="1497596"/>
                    <a:pt x="198982" y="1500453"/>
                    <a:pt x="196505" y="1504930"/>
                  </a:cubicBezTo>
                  <a:cubicBezTo>
                    <a:pt x="169549" y="1481689"/>
                    <a:pt x="146880" y="1450733"/>
                    <a:pt x="131449" y="1414252"/>
                  </a:cubicBezTo>
                  <a:cubicBezTo>
                    <a:pt x="125734" y="1400631"/>
                    <a:pt x="121543" y="1386725"/>
                    <a:pt x="118495" y="1372818"/>
                  </a:cubicBezTo>
                  <a:cubicBezTo>
                    <a:pt x="123163" y="1373390"/>
                    <a:pt x="127830" y="1371961"/>
                    <a:pt x="131449" y="1368341"/>
                  </a:cubicBezTo>
                  <a:cubicBezTo>
                    <a:pt x="137355" y="1362341"/>
                    <a:pt x="138403" y="1352530"/>
                    <a:pt x="134878" y="1344243"/>
                  </a:cubicBezTo>
                  <a:cubicBezTo>
                    <a:pt x="134783" y="1344052"/>
                    <a:pt x="134688" y="1343767"/>
                    <a:pt x="134593" y="1343576"/>
                  </a:cubicBezTo>
                  <a:cubicBezTo>
                    <a:pt x="133831" y="1342052"/>
                    <a:pt x="132973" y="1340528"/>
                    <a:pt x="131926" y="1339100"/>
                  </a:cubicBezTo>
                  <a:cubicBezTo>
                    <a:pt x="131068" y="1337957"/>
                    <a:pt x="130116" y="1337004"/>
                    <a:pt x="129164" y="1336051"/>
                  </a:cubicBezTo>
                  <a:cubicBezTo>
                    <a:pt x="127163" y="1334242"/>
                    <a:pt x="124972" y="1332908"/>
                    <a:pt x="122686" y="1332051"/>
                  </a:cubicBezTo>
                  <a:cubicBezTo>
                    <a:pt x="121543" y="1331575"/>
                    <a:pt x="120400" y="1331289"/>
                    <a:pt x="119162" y="1331099"/>
                  </a:cubicBezTo>
                  <a:cubicBezTo>
                    <a:pt x="118019" y="1330908"/>
                    <a:pt x="116781" y="1330813"/>
                    <a:pt x="115638" y="1330908"/>
                  </a:cubicBezTo>
                  <a:cubicBezTo>
                    <a:pt x="114781" y="1331003"/>
                    <a:pt x="113923" y="1331194"/>
                    <a:pt x="113066" y="1331384"/>
                  </a:cubicBezTo>
                  <a:cubicBezTo>
                    <a:pt x="112495" y="1319097"/>
                    <a:pt x="112876" y="1307000"/>
                    <a:pt x="114114" y="1295284"/>
                  </a:cubicBezTo>
                  <a:cubicBezTo>
                    <a:pt x="114209" y="1294046"/>
                    <a:pt x="114400" y="1292903"/>
                    <a:pt x="114495" y="1291665"/>
                  </a:cubicBezTo>
                  <a:cubicBezTo>
                    <a:pt x="115066" y="1286807"/>
                    <a:pt x="115733" y="1282045"/>
                    <a:pt x="116686" y="1277377"/>
                  </a:cubicBezTo>
                  <a:cubicBezTo>
                    <a:pt x="122591" y="1281283"/>
                    <a:pt x="128497" y="1284807"/>
                    <a:pt x="134593" y="1288236"/>
                  </a:cubicBezTo>
                  <a:cubicBezTo>
                    <a:pt x="131831" y="1292903"/>
                    <a:pt x="130878" y="1298999"/>
                    <a:pt x="132688" y="1305191"/>
                  </a:cubicBezTo>
                  <a:cubicBezTo>
                    <a:pt x="135164" y="1314334"/>
                    <a:pt x="142784" y="1320240"/>
                    <a:pt x="150690" y="1320335"/>
                  </a:cubicBezTo>
                  <a:cubicBezTo>
                    <a:pt x="150785" y="1320335"/>
                    <a:pt x="150976" y="1320335"/>
                    <a:pt x="151071" y="1320335"/>
                  </a:cubicBezTo>
                  <a:cubicBezTo>
                    <a:pt x="152595" y="1320335"/>
                    <a:pt x="154119" y="1320145"/>
                    <a:pt x="155548" y="1319668"/>
                  </a:cubicBezTo>
                  <a:cubicBezTo>
                    <a:pt x="162406" y="1317478"/>
                    <a:pt x="166787" y="1311001"/>
                    <a:pt x="167454" y="1303476"/>
                  </a:cubicBezTo>
                  <a:cubicBezTo>
                    <a:pt x="167644" y="1303571"/>
                    <a:pt x="167835" y="1303667"/>
                    <a:pt x="168025" y="1303667"/>
                  </a:cubicBezTo>
                  <a:cubicBezTo>
                    <a:pt x="185647" y="1310143"/>
                    <a:pt x="204411" y="1313954"/>
                    <a:pt x="222794" y="1315668"/>
                  </a:cubicBezTo>
                  <a:cubicBezTo>
                    <a:pt x="233176" y="1316621"/>
                    <a:pt x="243654" y="1316716"/>
                    <a:pt x="254036" y="1316240"/>
                  </a:cubicBezTo>
                  <a:cubicBezTo>
                    <a:pt x="256798" y="1323764"/>
                    <a:pt x="264228" y="1328050"/>
                    <a:pt x="271753" y="1327479"/>
                  </a:cubicBezTo>
                  <a:cubicBezTo>
                    <a:pt x="271943" y="1327479"/>
                    <a:pt x="272134" y="1327479"/>
                    <a:pt x="272324" y="1327479"/>
                  </a:cubicBezTo>
                  <a:cubicBezTo>
                    <a:pt x="273753" y="1327289"/>
                    <a:pt x="275277" y="1327003"/>
                    <a:pt x="276706" y="1326526"/>
                  </a:cubicBezTo>
                  <a:cubicBezTo>
                    <a:pt x="283087" y="1324050"/>
                    <a:pt x="287088" y="1318525"/>
                    <a:pt x="288040" y="1312239"/>
                  </a:cubicBezTo>
                  <a:cubicBezTo>
                    <a:pt x="302614" y="1309477"/>
                    <a:pt x="317187" y="1305476"/>
                    <a:pt x="331570" y="1300238"/>
                  </a:cubicBezTo>
                  <a:lnTo>
                    <a:pt x="331570" y="1300238"/>
                  </a:lnTo>
                  <a:lnTo>
                    <a:pt x="333856" y="1299475"/>
                  </a:lnTo>
                  <a:cubicBezTo>
                    <a:pt x="349667" y="1293570"/>
                    <a:pt x="364145" y="1287093"/>
                    <a:pt x="377575" y="1280330"/>
                  </a:cubicBezTo>
                  <a:cubicBezTo>
                    <a:pt x="381862" y="1282807"/>
                    <a:pt x="387196" y="1283092"/>
                    <a:pt x="392244" y="1281473"/>
                  </a:cubicBezTo>
                  <a:lnTo>
                    <a:pt x="392244" y="1281473"/>
                  </a:lnTo>
                  <a:cubicBezTo>
                    <a:pt x="392244" y="1281473"/>
                    <a:pt x="392244" y="1281473"/>
                    <a:pt x="392244" y="1281473"/>
                  </a:cubicBezTo>
                  <a:cubicBezTo>
                    <a:pt x="393577" y="1281092"/>
                    <a:pt x="394911" y="1280521"/>
                    <a:pt x="396149" y="1279759"/>
                  </a:cubicBezTo>
                  <a:cubicBezTo>
                    <a:pt x="396340" y="1279664"/>
                    <a:pt x="396435" y="1279568"/>
                    <a:pt x="396625" y="1279473"/>
                  </a:cubicBezTo>
                  <a:cubicBezTo>
                    <a:pt x="397864" y="1278711"/>
                    <a:pt x="399102" y="1277854"/>
                    <a:pt x="400150" y="1276901"/>
                  </a:cubicBezTo>
                  <a:cubicBezTo>
                    <a:pt x="400150" y="1276901"/>
                    <a:pt x="400150" y="1276901"/>
                    <a:pt x="400150" y="1276901"/>
                  </a:cubicBezTo>
                  <a:cubicBezTo>
                    <a:pt x="403864" y="1273377"/>
                    <a:pt x="405674" y="1268900"/>
                    <a:pt x="405579" y="1264709"/>
                  </a:cubicBezTo>
                  <a:cubicBezTo>
                    <a:pt x="430915" y="1249279"/>
                    <a:pt x="450918" y="1233086"/>
                    <a:pt x="465682" y="1218037"/>
                  </a:cubicBezTo>
                  <a:cubicBezTo>
                    <a:pt x="479398" y="1204130"/>
                    <a:pt x="489018" y="1190891"/>
                    <a:pt x="494352" y="1178508"/>
                  </a:cubicBezTo>
                  <a:cubicBezTo>
                    <a:pt x="494447" y="1178222"/>
                    <a:pt x="494542" y="1177937"/>
                    <a:pt x="494733" y="1177651"/>
                  </a:cubicBezTo>
                  <a:cubicBezTo>
                    <a:pt x="499400" y="1177746"/>
                    <a:pt x="504448" y="1176508"/>
                    <a:pt x="508735" y="1173841"/>
                  </a:cubicBezTo>
                  <a:cubicBezTo>
                    <a:pt x="514069" y="1170412"/>
                    <a:pt x="516640" y="1165935"/>
                    <a:pt x="516164" y="1161839"/>
                  </a:cubicBezTo>
                  <a:lnTo>
                    <a:pt x="516164" y="1161839"/>
                  </a:lnTo>
                  <a:cubicBezTo>
                    <a:pt x="516164" y="1161839"/>
                    <a:pt x="516164" y="1161839"/>
                    <a:pt x="516164" y="1161839"/>
                  </a:cubicBezTo>
                  <a:cubicBezTo>
                    <a:pt x="516069" y="1160887"/>
                    <a:pt x="515783" y="1160030"/>
                    <a:pt x="515307" y="1159172"/>
                  </a:cubicBezTo>
                  <a:cubicBezTo>
                    <a:pt x="515212" y="1159077"/>
                    <a:pt x="515212" y="1158982"/>
                    <a:pt x="515116" y="1158791"/>
                  </a:cubicBezTo>
                  <a:cubicBezTo>
                    <a:pt x="514640" y="1157934"/>
                    <a:pt x="513973" y="1157077"/>
                    <a:pt x="513116" y="1156410"/>
                  </a:cubicBezTo>
                  <a:cubicBezTo>
                    <a:pt x="510068" y="1153838"/>
                    <a:pt x="505496" y="1152695"/>
                    <a:pt x="500639" y="1152886"/>
                  </a:cubicBezTo>
                  <a:cubicBezTo>
                    <a:pt x="500639" y="1149742"/>
                    <a:pt x="500448" y="1146504"/>
                    <a:pt x="499972" y="1143456"/>
                  </a:cubicBezTo>
                  <a:cubicBezTo>
                    <a:pt x="497876" y="1131550"/>
                    <a:pt x="490732" y="1121263"/>
                    <a:pt x="480350" y="1111833"/>
                  </a:cubicBezTo>
                  <a:cubicBezTo>
                    <a:pt x="475016" y="1107166"/>
                    <a:pt x="468539" y="1102784"/>
                    <a:pt x="460919" y="1098689"/>
                  </a:cubicBezTo>
                  <a:cubicBezTo>
                    <a:pt x="453680" y="1094593"/>
                    <a:pt x="445393" y="1090783"/>
                    <a:pt x="436059" y="1087258"/>
                  </a:cubicBezTo>
                  <a:cubicBezTo>
                    <a:pt x="419390" y="1080972"/>
                    <a:pt x="399483" y="1076019"/>
                    <a:pt x="377480" y="1072495"/>
                  </a:cubicBezTo>
                  <a:cubicBezTo>
                    <a:pt x="377194" y="1065351"/>
                    <a:pt x="370813" y="1059255"/>
                    <a:pt x="361764" y="1058493"/>
                  </a:cubicBezTo>
                  <a:cubicBezTo>
                    <a:pt x="360526" y="1058398"/>
                    <a:pt x="359287" y="1058398"/>
                    <a:pt x="358144" y="1058493"/>
                  </a:cubicBezTo>
                  <a:cubicBezTo>
                    <a:pt x="355763" y="1058683"/>
                    <a:pt x="353573" y="1059255"/>
                    <a:pt x="351477" y="1060208"/>
                  </a:cubicBezTo>
                  <a:cubicBezTo>
                    <a:pt x="349477" y="1061160"/>
                    <a:pt x="347667" y="1062398"/>
                    <a:pt x="346143" y="1063922"/>
                  </a:cubicBezTo>
                  <a:cubicBezTo>
                    <a:pt x="344809" y="1065256"/>
                    <a:pt x="343857" y="1066780"/>
                    <a:pt x="343095" y="1068494"/>
                  </a:cubicBezTo>
                  <a:cubicBezTo>
                    <a:pt x="325759" y="1067161"/>
                    <a:pt x="307472" y="1066589"/>
                    <a:pt x="288040" y="1067351"/>
                  </a:cubicBezTo>
                  <a:cubicBezTo>
                    <a:pt x="280897" y="1067637"/>
                    <a:pt x="273848" y="1068208"/>
                    <a:pt x="266800" y="1068971"/>
                  </a:cubicBezTo>
                  <a:cubicBezTo>
                    <a:pt x="266800" y="1068971"/>
                    <a:pt x="266800" y="1068971"/>
                    <a:pt x="266704" y="1068971"/>
                  </a:cubicBezTo>
                  <a:cubicBezTo>
                    <a:pt x="266704" y="1068971"/>
                    <a:pt x="266704" y="1068971"/>
                    <a:pt x="266704" y="1068971"/>
                  </a:cubicBezTo>
                  <a:cubicBezTo>
                    <a:pt x="263561" y="1069351"/>
                    <a:pt x="260418" y="1069637"/>
                    <a:pt x="257370" y="1070114"/>
                  </a:cubicBezTo>
                  <a:cubicBezTo>
                    <a:pt x="257275" y="1069161"/>
                    <a:pt x="257275" y="1068304"/>
                    <a:pt x="256989" y="1067351"/>
                  </a:cubicBezTo>
                  <a:cubicBezTo>
                    <a:pt x="254703" y="1058207"/>
                    <a:pt x="245178" y="1052302"/>
                    <a:pt x="235558" y="1054492"/>
                  </a:cubicBezTo>
                  <a:cubicBezTo>
                    <a:pt x="233176" y="1055064"/>
                    <a:pt x="230986" y="1056017"/>
                    <a:pt x="229081" y="1057350"/>
                  </a:cubicBezTo>
                  <a:cubicBezTo>
                    <a:pt x="226318" y="1059350"/>
                    <a:pt x="224128" y="1062208"/>
                    <a:pt x="222889" y="1065446"/>
                  </a:cubicBezTo>
                  <a:cubicBezTo>
                    <a:pt x="222032" y="1067637"/>
                    <a:pt x="221651" y="1069923"/>
                    <a:pt x="221747" y="1072304"/>
                  </a:cubicBezTo>
                  <a:cubicBezTo>
                    <a:pt x="221747" y="1073542"/>
                    <a:pt x="221937" y="1074685"/>
                    <a:pt x="222223" y="1075924"/>
                  </a:cubicBezTo>
                  <a:cubicBezTo>
                    <a:pt x="222318" y="1076400"/>
                    <a:pt x="222604" y="1076876"/>
                    <a:pt x="222699" y="1077352"/>
                  </a:cubicBezTo>
                  <a:cubicBezTo>
                    <a:pt x="207364" y="1081734"/>
                    <a:pt x="192600" y="1087354"/>
                    <a:pt x="178789" y="1094688"/>
                  </a:cubicBezTo>
                  <a:cubicBezTo>
                    <a:pt x="168025" y="1100308"/>
                    <a:pt x="157739" y="1106975"/>
                    <a:pt x="147832" y="1114405"/>
                  </a:cubicBezTo>
                  <a:cubicBezTo>
                    <a:pt x="147832" y="1114309"/>
                    <a:pt x="147832" y="1114214"/>
                    <a:pt x="147737" y="1114119"/>
                  </a:cubicBezTo>
                  <a:cubicBezTo>
                    <a:pt x="144880" y="1103737"/>
                    <a:pt x="134974" y="1097546"/>
                    <a:pt x="125544" y="1100403"/>
                  </a:cubicBezTo>
                  <a:cubicBezTo>
                    <a:pt x="124401" y="1100784"/>
                    <a:pt x="123258" y="1101260"/>
                    <a:pt x="122210" y="1101832"/>
                  </a:cubicBezTo>
                  <a:cubicBezTo>
                    <a:pt x="119067" y="1103642"/>
                    <a:pt x="116590" y="1106499"/>
                    <a:pt x="114971" y="1109833"/>
                  </a:cubicBezTo>
                  <a:cubicBezTo>
                    <a:pt x="114400" y="1110976"/>
                    <a:pt x="114019" y="1112119"/>
                    <a:pt x="113638" y="1113357"/>
                  </a:cubicBezTo>
                  <a:cubicBezTo>
                    <a:pt x="112971" y="1115833"/>
                    <a:pt x="112685" y="1118500"/>
                    <a:pt x="112876" y="1121167"/>
                  </a:cubicBezTo>
                  <a:cubicBezTo>
                    <a:pt x="112971" y="1122501"/>
                    <a:pt x="113257" y="1123834"/>
                    <a:pt x="113542" y="1125263"/>
                  </a:cubicBezTo>
                  <a:cubicBezTo>
                    <a:pt x="113923" y="1126978"/>
                    <a:pt x="114590" y="1128502"/>
                    <a:pt x="115352" y="1129931"/>
                  </a:cubicBezTo>
                  <a:cubicBezTo>
                    <a:pt x="115447" y="1130026"/>
                    <a:pt x="115447" y="1130121"/>
                    <a:pt x="115543" y="1130216"/>
                  </a:cubicBezTo>
                  <a:cubicBezTo>
                    <a:pt x="116305" y="1131550"/>
                    <a:pt x="117162" y="1132788"/>
                    <a:pt x="118210" y="1133836"/>
                  </a:cubicBezTo>
                  <a:cubicBezTo>
                    <a:pt x="118210" y="1133836"/>
                    <a:pt x="118210" y="1133931"/>
                    <a:pt x="118305" y="1133931"/>
                  </a:cubicBezTo>
                  <a:cubicBezTo>
                    <a:pt x="118305" y="1133931"/>
                    <a:pt x="118305" y="1133931"/>
                    <a:pt x="118305" y="1133931"/>
                  </a:cubicBezTo>
                  <a:cubicBezTo>
                    <a:pt x="119448" y="1135074"/>
                    <a:pt x="120591" y="1136122"/>
                    <a:pt x="121924" y="1136979"/>
                  </a:cubicBezTo>
                  <a:cubicBezTo>
                    <a:pt x="116781" y="1142313"/>
                    <a:pt x="111923" y="1148028"/>
                    <a:pt x="107351" y="1154029"/>
                  </a:cubicBezTo>
                  <a:cubicBezTo>
                    <a:pt x="105732" y="1150981"/>
                    <a:pt x="103446" y="1148314"/>
                    <a:pt x="100493" y="1146409"/>
                  </a:cubicBezTo>
                  <a:cubicBezTo>
                    <a:pt x="99160" y="1145551"/>
                    <a:pt x="97731" y="1144980"/>
                    <a:pt x="96302" y="1144504"/>
                  </a:cubicBezTo>
                  <a:cubicBezTo>
                    <a:pt x="96112" y="1144408"/>
                    <a:pt x="96016" y="1144408"/>
                    <a:pt x="95826" y="1144408"/>
                  </a:cubicBezTo>
                  <a:cubicBezTo>
                    <a:pt x="90873" y="1142980"/>
                    <a:pt x="85825" y="1143932"/>
                    <a:pt x="81824" y="1147171"/>
                  </a:cubicBezTo>
                  <a:cubicBezTo>
                    <a:pt x="65917" y="1115357"/>
                    <a:pt x="56869" y="1078210"/>
                    <a:pt x="56488" y="1038872"/>
                  </a:cubicBezTo>
                  <a:cubicBezTo>
                    <a:pt x="56678" y="1024203"/>
                    <a:pt x="58107" y="1009820"/>
                    <a:pt x="60583" y="995818"/>
                  </a:cubicBezTo>
                  <a:cubicBezTo>
                    <a:pt x="64679" y="998105"/>
                    <a:pt x="69632" y="998581"/>
                    <a:pt x="74204" y="996581"/>
                  </a:cubicBezTo>
                  <a:cubicBezTo>
                    <a:pt x="80300" y="993914"/>
                    <a:pt x="84586" y="987627"/>
                    <a:pt x="86015" y="980579"/>
                  </a:cubicBezTo>
                  <a:cubicBezTo>
                    <a:pt x="86015" y="980579"/>
                    <a:pt x="86015" y="980579"/>
                    <a:pt x="86015" y="980579"/>
                  </a:cubicBezTo>
                  <a:cubicBezTo>
                    <a:pt x="86015" y="980579"/>
                    <a:pt x="86015" y="980483"/>
                    <a:pt x="86015" y="980483"/>
                  </a:cubicBezTo>
                  <a:cubicBezTo>
                    <a:pt x="86301" y="978959"/>
                    <a:pt x="86491" y="977340"/>
                    <a:pt x="86396" y="975721"/>
                  </a:cubicBezTo>
                  <a:cubicBezTo>
                    <a:pt x="86396" y="975435"/>
                    <a:pt x="86396" y="975149"/>
                    <a:pt x="86396" y="974864"/>
                  </a:cubicBezTo>
                  <a:cubicBezTo>
                    <a:pt x="86301" y="973149"/>
                    <a:pt x="86110" y="971434"/>
                    <a:pt x="85729" y="969720"/>
                  </a:cubicBezTo>
                  <a:cubicBezTo>
                    <a:pt x="83634" y="961814"/>
                    <a:pt x="77824" y="956385"/>
                    <a:pt x="71156" y="955433"/>
                  </a:cubicBezTo>
                  <a:cubicBezTo>
                    <a:pt x="75157" y="944288"/>
                    <a:pt x="79919" y="933620"/>
                    <a:pt x="85348" y="923619"/>
                  </a:cubicBezTo>
                  <a:cubicBezTo>
                    <a:pt x="86396" y="921809"/>
                    <a:pt x="87444" y="919904"/>
                    <a:pt x="88492" y="918095"/>
                  </a:cubicBezTo>
                  <a:cubicBezTo>
                    <a:pt x="90682" y="914380"/>
                    <a:pt x="92873" y="910665"/>
                    <a:pt x="95254" y="907141"/>
                  </a:cubicBezTo>
                  <a:cubicBezTo>
                    <a:pt x="99160" y="913046"/>
                    <a:pt x="103256" y="918571"/>
                    <a:pt x="107542" y="923905"/>
                  </a:cubicBezTo>
                  <a:cubicBezTo>
                    <a:pt x="103160" y="927143"/>
                    <a:pt x="99922" y="932477"/>
                    <a:pt x="99160" y="938859"/>
                  </a:cubicBezTo>
                  <a:cubicBezTo>
                    <a:pt x="98302" y="946479"/>
                    <a:pt x="101446" y="953432"/>
                    <a:pt x="106589" y="957433"/>
                  </a:cubicBezTo>
                  <a:cubicBezTo>
                    <a:pt x="106589" y="957433"/>
                    <a:pt x="106589" y="957433"/>
                    <a:pt x="106589" y="957433"/>
                  </a:cubicBezTo>
                  <a:cubicBezTo>
                    <a:pt x="106589" y="957433"/>
                    <a:pt x="106589" y="957433"/>
                    <a:pt x="106589" y="957433"/>
                  </a:cubicBezTo>
                  <a:cubicBezTo>
                    <a:pt x="107732" y="958290"/>
                    <a:pt x="108970" y="959052"/>
                    <a:pt x="110209" y="959624"/>
                  </a:cubicBezTo>
                  <a:cubicBezTo>
                    <a:pt x="110399" y="959719"/>
                    <a:pt x="110590" y="959814"/>
                    <a:pt x="110780" y="959909"/>
                  </a:cubicBezTo>
                  <a:cubicBezTo>
                    <a:pt x="112209" y="960481"/>
                    <a:pt x="113638" y="960862"/>
                    <a:pt x="115162" y="960957"/>
                  </a:cubicBezTo>
                  <a:cubicBezTo>
                    <a:pt x="117638" y="961148"/>
                    <a:pt x="120019" y="960766"/>
                    <a:pt x="122210" y="959909"/>
                  </a:cubicBezTo>
                  <a:cubicBezTo>
                    <a:pt x="125544" y="958671"/>
                    <a:pt x="128401" y="956385"/>
                    <a:pt x="130592" y="953337"/>
                  </a:cubicBezTo>
                  <a:cubicBezTo>
                    <a:pt x="131259" y="952480"/>
                    <a:pt x="131735" y="951527"/>
                    <a:pt x="132307" y="950480"/>
                  </a:cubicBezTo>
                  <a:cubicBezTo>
                    <a:pt x="132497" y="950575"/>
                    <a:pt x="132592" y="950765"/>
                    <a:pt x="132688" y="950860"/>
                  </a:cubicBezTo>
                  <a:cubicBezTo>
                    <a:pt x="146880" y="963529"/>
                    <a:pt x="162310" y="974197"/>
                    <a:pt x="178693" y="982769"/>
                  </a:cubicBezTo>
                  <a:cubicBezTo>
                    <a:pt x="187837" y="987627"/>
                    <a:pt x="197458" y="991723"/>
                    <a:pt x="207268" y="995247"/>
                  </a:cubicBezTo>
                  <a:cubicBezTo>
                    <a:pt x="207268" y="1001724"/>
                    <a:pt x="210602" y="1007439"/>
                    <a:pt x="215746" y="1010677"/>
                  </a:cubicBezTo>
                  <a:cubicBezTo>
                    <a:pt x="215746" y="1010677"/>
                    <a:pt x="215746" y="1010677"/>
                    <a:pt x="215746" y="1010677"/>
                  </a:cubicBezTo>
                  <a:cubicBezTo>
                    <a:pt x="215746" y="1010677"/>
                    <a:pt x="215746" y="1010677"/>
                    <a:pt x="215746" y="1010677"/>
                  </a:cubicBezTo>
                  <a:cubicBezTo>
                    <a:pt x="216889" y="1011440"/>
                    <a:pt x="218222" y="1012011"/>
                    <a:pt x="219556" y="1012487"/>
                  </a:cubicBezTo>
                  <a:cubicBezTo>
                    <a:pt x="219746" y="1012583"/>
                    <a:pt x="219937" y="1012583"/>
                    <a:pt x="220032" y="1012678"/>
                  </a:cubicBezTo>
                  <a:cubicBezTo>
                    <a:pt x="221461" y="1013059"/>
                    <a:pt x="222889" y="1013440"/>
                    <a:pt x="224414" y="1013440"/>
                  </a:cubicBezTo>
                  <a:cubicBezTo>
                    <a:pt x="226890" y="1013535"/>
                    <a:pt x="229271" y="1013059"/>
                    <a:pt x="231367" y="1012297"/>
                  </a:cubicBezTo>
                  <a:cubicBezTo>
                    <a:pt x="233462" y="1011535"/>
                    <a:pt x="235462" y="1010297"/>
                    <a:pt x="237082" y="1008677"/>
                  </a:cubicBezTo>
                  <a:cubicBezTo>
                    <a:pt x="237939" y="1007915"/>
                    <a:pt x="238701" y="1007058"/>
                    <a:pt x="239368" y="1006201"/>
                  </a:cubicBezTo>
                  <a:cubicBezTo>
                    <a:pt x="239749" y="1005724"/>
                    <a:pt x="240034" y="1005153"/>
                    <a:pt x="240320" y="1004582"/>
                  </a:cubicBezTo>
                  <a:cubicBezTo>
                    <a:pt x="254893" y="1007630"/>
                    <a:pt x="269943" y="1009439"/>
                    <a:pt x="285183" y="1010106"/>
                  </a:cubicBezTo>
                  <a:cubicBezTo>
                    <a:pt x="285183" y="1010106"/>
                    <a:pt x="285183" y="1010106"/>
                    <a:pt x="285183" y="1010106"/>
                  </a:cubicBezTo>
                  <a:lnTo>
                    <a:pt x="287564" y="1010297"/>
                  </a:lnTo>
                  <a:cubicBezTo>
                    <a:pt x="304519" y="1010963"/>
                    <a:pt x="320330" y="1010487"/>
                    <a:pt x="335284" y="1009344"/>
                  </a:cubicBezTo>
                  <a:cubicBezTo>
                    <a:pt x="338332" y="1013249"/>
                    <a:pt x="343190" y="1015535"/>
                    <a:pt x="348334" y="1016012"/>
                  </a:cubicBezTo>
                  <a:lnTo>
                    <a:pt x="348334" y="1016012"/>
                  </a:lnTo>
                  <a:cubicBezTo>
                    <a:pt x="348334" y="1016012"/>
                    <a:pt x="348334" y="1016012"/>
                    <a:pt x="348334" y="1016012"/>
                  </a:cubicBezTo>
                  <a:cubicBezTo>
                    <a:pt x="349762" y="1016107"/>
                    <a:pt x="351096" y="1016107"/>
                    <a:pt x="352525" y="1015916"/>
                  </a:cubicBezTo>
                  <a:cubicBezTo>
                    <a:pt x="352715" y="1015916"/>
                    <a:pt x="352906" y="1015916"/>
                    <a:pt x="353096" y="1015821"/>
                  </a:cubicBezTo>
                  <a:cubicBezTo>
                    <a:pt x="354525" y="1015631"/>
                    <a:pt x="355954" y="1015345"/>
                    <a:pt x="357382" y="1014773"/>
                  </a:cubicBezTo>
                  <a:cubicBezTo>
                    <a:pt x="362240" y="1012868"/>
                    <a:pt x="365574" y="1009439"/>
                    <a:pt x="366907" y="1005439"/>
                  </a:cubicBezTo>
                  <a:cubicBezTo>
                    <a:pt x="369765" y="1004963"/>
                    <a:pt x="372718" y="1004582"/>
                    <a:pt x="375480" y="1004105"/>
                  </a:cubicBezTo>
                  <a:cubicBezTo>
                    <a:pt x="401102" y="999438"/>
                    <a:pt x="422914" y="992866"/>
                    <a:pt x="440440" y="985150"/>
                  </a:cubicBezTo>
                  <a:cubicBezTo>
                    <a:pt x="458443" y="977245"/>
                    <a:pt x="472540" y="968482"/>
                    <a:pt x="482636" y="958862"/>
                  </a:cubicBezTo>
                  <a:cubicBezTo>
                    <a:pt x="486923" y="960766"/>
                    <a:pt x="492161" y="961433"/>
                    <a:pt x="497019" y="960576"/>
                  </a:cubicBezTo>
                  <a:cubicBezTo>
                    <a:pt x="503020" y="959433"/>
                    <a:pt x="507115" y="956195"/>
                    <a:pt x="508163" y="952289"/>
                  </a:cubicBezTo>
                  <a:cubicBezTo>
                    <a:pt x="508163" y="952289"/>
                    <a:pt x="508163" y="952289"/>
                    <a:pt x="508163" y="952289"/>
                  </a:cubicBezTo>
                  <a:cubicBezTo>
                    <a:pt x="508163" y="952289"/>
                    <a:pt x="508163" y="952194"/>
                    <a:pt x="508163" y="952194"/>
                  </a:cubicBezTo>
                  <a:cubicBezTo>
                    <a:pt x="508354" y="951337"/>
                    <a:pt x="508449" y="950480"/>
                    <a:pt x="508449" y="949622"/>
                  </a:cubicBezTo>
                  <a:cubicBezTo>
                    <a:pt x="508449" y="949432"/>
                    <a:pt x="508449" y="949241"/>
                    <a:pt x="508449" y="949051"/>
                  </a:cubicBezTo>
                  <a:cubicBezTo>
                    <a:pt x="508354" y="948098"/>
                    <a:pt x="508068" y="947146"/>
                    <a:pt x="507592" y="946098"/>
                  </a:cubicBezTo>
                  <a:cubicBezTo>
                    <a:pt x="505877" y="942574"/>
                    <a:pt x="502067" y="939716"/>
                    <a:pt x="497495" y="938002"/>
                  </a:cubicBezTo>
                  <a:cubicBezTo>
                    <a:pt x="498733" y="935049"/>
                    <a:pt x="499686" y="932096"/>
                    <a:pt x="500257" y="929048"/>
                  </a:cubicBezTo>
                  <a:cubicBezTo>
                    <a:pt x="505401" y="905617"/>
                    <a:pt x="491590" y="880090"/>
                    <a:pt x="462634" y="852943"/>
                  </a:cubicBezTo>
                  <a:cubicBezTo>
                    <a:pt x="449680" y="840942"/>
                    <a:pt x="433297" y="828750"/>
                    <a:pt x="414247" y="817034"/>
                  </a:cubicBezTo>
                  <a:cubicBezTo>
                    <a:pt x="416437" y="810272"/>
                    <a:pt x="412913" y="802271"/>
                    <a:pt x="404912" y="798080"/>
                  </a:cubicBezTo>
                  <a:cubicBezTo>
                    <a:pt x="397673" y="794270"/>
                    <a:pt x="388815" y="795222"/>
                    <a:pt x="383957" y="800080"/>
                  </a:cubicBezTo>
                  <a:cubicBezTo>
                    <a:pt x="368431" y="792174"/>
                    <a:pt x="351667" y="784745"/>
                    <a:pt x="333475" y="777887"/>
                  </a:cubicBezTo>
                  <a:cubicBezTo>
                    <a:pt x="323759" y="774267"/>
                    <a:pt x="314044" y="771219"/>
                    <a:pt x="304233" y="768742"/>
                  </a:cubicBezTo>
                  <a:cubicBezTo>
                    <a:pt x="304519" y="767885"/>
                    <a:pt x="304804" y="767028"/>
                    <a:pt x="304900" y="766075"/>
                  </a:cubicBezTo>
                  <a:cubicBezTo>
                    <a:pt x="305852" y="760265"/>
                    <a:pt x="303661" y="754550"/>
                    <a:pt x="299470" y="750645"/>
                  </a:cubicBezTo>
                  <a:cubicBezTo>
                    <a:pt x="297851" y="749121"/>
                    <a:pt x="295851" y="747788"/>
                    <a:pt x="293660" y="746930"/>
                  </a:cubicBezTo>
                  <a:cubicBezTo>
                    <a:pt x="292517" y="746549"/>
                    <a:pt x="291374" y="746168"/>
                    <a:pt x="290231" y="745978"/>
                  </a:cubicBezTo>
                  <a:cubicBezTo>
                    <a:pt x="288993" y="745787"/>
                    <a:pt x="287850" y="745692"/>
                    <a:pt x="286612" y="745692"/>
                  </a:cubicBezTo>
                  <a:cubicBezTo>
                    <a:pt x="285469" y="745692"/>
                    <a:pt x="284231" y="745883"/>
                    <a:pt x="283087" y="746168"/>
                  </a:cubicBezTo>
                  <a:cubicBezTo>
                    <a:pt x="281944" y="746454"/>
                    <a:pt x="280897" y="746835"/>
                    <a:pt x="279849" y="747311"/>
                  </a:cubicBezTo>
                  <a:cubicBezTo>
                    <a:pt x="277753" y="748264"/>
                    <a:pt x="275848" y="749597"/>
                    <a:pt x="274229" y="751312"/>
                  </a:cubicBezTo>
                  <a:cubicBezTo>
                    <a:pt x="271848" y="753788"/>
                    <a:pt x="270229" y="757027"/>
                    <a:pt x="269657" y="760741"/>
                  </a:cubicBezTo>
                  <a:cubicBezTo>
                    <a:pt x="269562" y="761313"/>
                    <a:pt x="269657" y="761789"/>
                    <a:pt x="269657" y="762361"/>
                  </a:cubicBezTo>
                  <a:cubicBezTo>
                    <a:pt x="253941" y="760551"/>
                    <a:pt x="238129" y="760170"/>
                    <a:pt x="222413" y="761599"/>
                  </a:cubicBezTo>
                  <a:cubicBezTo>
                    <a:pt x="210316" y="762742"/>
                    <a:pt x="198124" y="764837"/>
                    <a:pt x="186123" y="767981"/>
                  </a:cubicBezTo>
                  <a:cubicBezTo>
                    <a:pt x="186123" y="767885"/>
                    <a:pt x="186218" y="767790"/>
                    <a:pt x="186218" y="767695"/>
                  </a:cubicBezTo>
                  <a:cubicBezTo>
                    <a:pt x="187647" y="757027"/>
                    <a:pt x="180979" y="747502"/>
                    <a:pt x="171073" y="746549"/>
                  </a:cubicBezTo>
                  <a:cubicBezTo>
                    <a:pt x="161263" y="745597"/>
                    <a:pt x="151738" y="753883"/>
                    <a:pt x="150404" y="765028"/>
                  </a:cubicBezTo>
                  <a:cubicBezTo>
                    <a:pt x="150214" y="766742"/>
                    <a:pt x="150309" y="768362"/>
                    <a:pt x="150499" y="769981"/>
                  </a:cubicBezTo>
                  <a:cubicBezTo>
                    <a:pt x="150499" y="770171"/>
                    <a:pt x="150595" y="770362"/>
                    <a:pt x="150595" y="770457"/>
                  </a:cubicBezTo>
                  <a:cubicBezTo>
                    <a:pt x="150785" y="771981"/>
                    <a:pt x="151166" y="773410"/>
                    <a:pt x="151738" y="774839"/>
                  </a:cubicBezTo>
                  <a:cubicBezTo>
                    <a:pt x="151738" y="774839"/>
                    <a:pt x="151738" y="774839"/>
                    <a:pt x="151738" y="774839"/>
                  </a:cubicBezTo>
                  <a:cubicBezTo>
                    <a:pt x="151738" y="774839"/>
                    <a:pt x="151738" y="774839"/>
                    <a:pt x="151738" y="774839"/>
                  </a:cubicBezTo>
                  <a:cubicBezTo>
                    <a:pt x="152309" y="776363"/>
                    <a:pt x="153071" y="777791"/>
                    <a:pt x="153928" y="779030"/>
                  </a:cubicBezTo>
                  <a:cubicBezTo>
                    <a:pt x="147166" y="781982"/>
                    <a:pt x="140403" y="785507"/>
                    <a:pt x="133735" y="789221"/>
                  </a:cubicBezTo>
                  <a:cubicBezTo>
                    <a:pt x="133450" y="785792"/>
                    <a:pt x="132402" y="782458"/>
                    <a:pt x="130402" y="779601"/>
                  </a:cubicBezTo>
                  <a:cubicBezTo>
                    <a:pt x="129544" y="778267"/>
                    <a:pt x="128401" y="777220"/>
                    <a:pt x="127354" y="776267"/>
                  </a:cubicBezTo>
                  <a:cubicBezTo>
                    <a:pt x="127258" y="776172"/>
                    <a:pt x="127068" y="776077"/>
                    <a:pt x="126973" y="775982"/>
                  </a:cubicBezTo>
                  <a:cubicBezTo>
                    <a:pt x="122972" y="772743"/>
                    <a:pt x="117924" y="771791"/>
                    <a:pt x="112971" y="773124"/>
                  </a:cubicBezTo>
                  <a:cubicBezTo>
                    <a:pt x="110494" y="737596"/>
                    <a:pt x="115733" y="699496"/>
                    <a:pt x="131068" y="663015"/>
                  </a:cubicBezTo>
                  <a:cubicBezTo>
                    <a:pt x="136879" y="649394"/>
                    <a:pt x="143737" y="636631"/>
                    <a:pt x="151357" y="624629"/>
                  </a:cubicBezTo>
                  <a:cubicBezTo>
                    <a:pt x="154309" y="628344"/>
                    <a:pt x="158596" y="630630"/>
                    <a:pt x="163644" y="630535"/>
                  </a:cubicBezTo>
                  <a:cubicBezTo>
                    <a:pt x="168692" y="630440"/>
                    <a:pt x="173455" y="628153"/>
                    <a:pt x="177169" y="624439"/>
                  </a:cubicBezTo>
                  <a:cubicBezTo>
                    <a:pt x="179646" y="622058"/>
                    <a:pt x="181646" y="619105"/>
                    <a:pt x="182980" y="615866"/>
                  </a:cubicBezTo>
                  <a:cubicBezTo>
                    <a:pt x="183075" y="615676"/>
                    <a:pt x="183170" y="615485"/>
                    <a:pt x="183265" y="615199"/>
                  </a:cubicBezTo>
                  <a:cubicBezTo>
                    <a:pt x="183837" y="613580"/>
                    <a:pt x="184408" y="611961"/>
                    <a:pt x="184599" y="610151"/>
                  </a:cubicBezTo>
                  <a:cubicBezTo>
                    <a:pt x="184980" y="607389"/>
                    <a:pt x="184885" y="604627"/>
                    <a:pt x="184313" y="602150"/>
                  </a:cubicBezTo>
                  <a:cubicBezTo>
                    <a:pt x="183265" y="597388"/>
                    <a:pt x="180503" y="593578"/>
                    <a:pt x="176693" y="591292"/>
                  </a:cubicBezTo>
                  <a:cubicBezTo>
                    <a:pt x="177550" y="590339"/>
                    <a:pt x="178408" y="589291"/>
                    <a:pt x="179265" y="588339"/>
                  </a:cubicBezTo>
                  <a:cubicBezTo>
                    <a:pt x="179360" y="588244"/>
                    <a:pt x="179360" y="588244"/>
                    <a:pt x="179456" y="588149"/>
                  </a:cubicBezTo>
                  <a:cubicBezTo>
                    <a:pt x="186599" y="580624"/>
                    <a:pt x="194124" y="573670"/>
                    <a:pt x="202030" y="567384"/>
                  </a:cubicBezTo>
                  <a:cubicBezTo>
                    <a:pt x="203744" y="566050"/>
                    <a:pt x="205459" y="564717"/>
                    <a:pt x="207268" y="563383"/>
                  </a:cubicBezTo>
                  <a:cubicBezTo>
                    <a:pt x="210698" y="560812"/>
                    <a:pt x="214126" y="558240"/>
                    <a:pt x="217556" y="555954"/>
                  </a:cubicBezTo>
                  <a:cubicBezTo>
                    <a:pt x="218889" y="562907"/>
                    <a:pt x="220603" y="569575"/>
                    <a:pt x="222413" y="576147"/>
                  </a:cubicBezTo>
                  <a:cubicBezTo>
                    <a:pt x="217079" y="577481"/>
                    <a:pt x="212126" y="581100"/>
                    <a:pt x="208888" y="586720"/>
                  </a:cubicBezTo>
                  <a:cubicBezTo>
                    <a:pt x="205268" y="593483"/>
                    <a:pt x="205459" y="601103"/>
                    <a:pt x="208602" y="606722"/>
                  </a:cubicBezTo>
                  <a:cubicBezTo>
                    <a:pt x="208602" y="606722"/>
                    <a:pt x="208602" y="606722"/>
                    <a:pt x="208602" y="606722"/>
                  </a:cubicBezTo>
                  <a:cubicBezTo>
                    <a:pt x="208602" y="606722"/>
                    <a:pt x="208602" y="606722"/>
                    <a:pt x="208602" y="606722"/>
                  </a:cubicBezTo>
                  <a:cubicBezTo>
                    <a:pt x="209269" y="607961"/>
                    <a:pt x="210126" y="609103"/>
                    <a:pt x="211174" y="610151"/>
                  </a:cubicBezTo>
                  <a:cubicBezTo>
                    <a:pt x="211269" y="610247"/>
                    <a:pt x="211459" y="610437"/>
                    <a:pt x="211555" y="610532"/>
                  </a:cubicBezTo>
                  <a:cubicBezTo>
                    <a:pt x="212602" y="611580"/>
                    <a:pt x="213841" y="612533"/>
                    <a:pt x="215174" y="613199"/>
                  </a:cubicBezTo>
                  <a:cubicBezTo>
                    <a:pt x="221651" y="616533"/>
                    <a:pt x="229271" y="615009"/>
                    <a:pt x="234986" y="610151"/>
                  </a:cubicBezTo>
                  <a:cubicBezTo>
                    <a:pt x="235081" y="610342"/>
                    <a:pt x="235177" y="610532"/>
                    <a:pt x="235177" y="610723"/>
                  </a:cubicBezTo>
                  <a:cubicBezTo>
                    <a:pt x="243368" y="627868"/>
                    <a:pt x="253465" y="643679"/>
                    <a:pt x="265276" y="657872"/>
                  </a:cubicBezTo>
                  <a:cubicBezTo>
                    <a:pt x="271943" y="665873"/>
                    <a:pt x="279182" y="673302"/>
                    <a:pt x="286993" y="680350"/>
                  </a:cubicBezTo>
                  <a:cubicBezTo>
                    <a:pt x="284516" y="686351"/>
                    <a:pt x="285469" y="692924"/>
                    <a:pt x="288898" y="697781"/>
                  </a:cubicBezTo>
                  <a:cubicBezTo>
                    <a:pt x="288898" y="697781"/>
                    <a:pt x="288898" y="697781"/>
                    <a:pt x="288898" y="697781"/>
                  </a:cubicBezTo>
                  <a:cubicBezTo>
                    <a:pt x="288898" y="697781"/>
                    <a:pt x="288898" y="697781"/>
                    <a:pt x="288898" y="697781"/>
                  </a:cubicBezTo>
                  <a:cubicBezTo>
                    <a:pt x="289755" y="698924"/>
                    <a:pt x="290612" y="699972"/>
                    <a:pt x="291755" y="700924"/>
                  </a:cubicBezTo>
                  <a:cubicBezTo>
                    <a:pt x="291850" y="701020"/>
                    <a:pt x="292041" y="701115"/>
                    <a:pt x="292136" y="701306"/>
                  </a:cubicBezTo>
                  <a:cubicBezTo>
                    <a:pt x="293279" y="702258"/>
                    <a:pt x="294517" y="703115"/>
                    <a:pt x="295946" y="703687"/>
                  </a:cubicBezTo>
                  <a:cubicBezTo>
                    <a:pt x="297089" y="704163"/>
                    <a:pt x="298232" y="704544"/>
                    <a:pt x="299375" y="704830"/>
                  </a:cubicBezTo>
                  <a:cubicBezTo>
                    <a:pt x="300518" y="705116"/>
                    <a:pt x="301661" y="705211"/>
                    <a:pt x="302804" y="705306"/>
                  </a:cubicBezTo>
                  <a:cubicBezTo>
                    <a:pt x="305090" y="705401"/>
                    <a:pt x="307376" y="705020"/>
                    <a:pt x="309472" y="704258"/>
                  </a:cubicBezTo>
                  <a:cubicBezTo>
                    <a:pt x="311091" y="703687"/>
                    <a:pt x="312615" y="702734"/>
                    <a:pt x="314044" y="701687"/>
                  </a:cubicBezTo>
                  <a:cubicBezTo>
                    <a:pt x="326331" y="710068"/>
                    <a:pt x="339571" y="717593"/>
                    <a:pt x="353382" y="724070"/>
                  </a:cubicBezTo>
                  <a:cubicBezTo>
                    <a:pt x="353382" y="724070"/>
                    <a:pt x="353382" y="724070"/>
                    <a:pt x="353382" y="724070"/>
                  </a:cubicBezTo>
                  <a:lnTo>
                    <a:pt x="355573" y="725118"/>
                  </a:lnTo>
                  <a:cubicBezTo>
                    <a:pt x="371003" y="732166"/>
                    <a:pt x="385767" y="737882"/>
                    <a:pt x="399959" y="742549"/>
                  </a:cubicBezTo>
                  <a:cubicBezTo>
                    <a:pt x="401293" y="747311"/>
                    <a:pt x="404817" y="751312"/>
                    <a:pt x="409389" y="753693"/>
                  </a:cubicBezTo>
                  <a:lnTo>
                    <a:pt x="409389" y="753693"/>
                  </a:lnTo>
                  <a:cubicBezTo>
                    <a:pt x="409389" y="753693"/>
                    <a:pt x="409389" y="753693"/>
                    <a:pt x="409389" y="753693"/>
                  </a:cubicBezTo>
                  <a:cubicBezTo>
                    <a:pt x="410627" y="754360"/>
                    <a:pt x="411961" y="754836"/>
                    <a:pt x="413294" y="755217"/>
                  </a:cubicBezTo>
                  <a:cubicBezTo>
                    <a:pt x="413485" y="755312"/>
                    <a:pt x="413675" y="755312"/>
                    <a:pt x="413770" y="755408"/>
                  </a:cubicBezTo>
                  <a:cubicBezTo>
                    <a:pt x="415199" y="755789"/>
                    <a:pt x="416628" y="756074"/>
                    <a:pt x="418152" y="756074"/>
                  </a:cubicBezTo>
                  <a:cubicBezTo>
                    <a:pt x="423486" y="756265"/>
                    <a:pt x="427772" y="754360"/>
                    <a:pt x="430534" y="751216"/>
                  </a:cubicBezTo>
                  <a:cubicBezTo>
                    <a:pt x="433297" y="751883"/>
                    <a:pt x="436249" y="752645"/>
                    <a:pt x="439012" y="753312"/>
                  </a:cubicBezTo>
                  <a:cubicBezTo>
                    <a:pt x="464253" y="758741"/>
                    <a:pt x="487113" y="761123"/>
                    <a:pt x="506258" y="760837"/>
                  </a:cubicBezTo>
                  <a:cubicBezTo>
                    <a:pt x="525880" y="760456"/>
                    <a:pt x="542263" y="757789"/>
                    <a:pt x="555312" y="752836"/>
                  </a:cubicBezTo>
                  <a:cubicBezTo>
                    <a:pt x="558550" y="756265"/>
                    <a:pt x="563123" y="758932"/>
                    <a:pt x="567885" y="759980"/>
                  </a:cubicBezTo>
                  <a:cubicBezTo>
                    <a:pt x="573886" y="761218"/>
                    <a:pt x="578839" y="759789"/>
                    <a:pt x="581410" y="756646"/>
                  </a:cubicBezTo>
                  <a:cubicBezTo>
                    <a:pt x="581410" y="756646"/>
                    <a:pt x="581410" y="756646"/>
                    <a:pt x="581410" y="756646"/>
                  </a:cubicBezTo>
                  <a:cubicBezTo>
                    <a:pt x="581410" y="756646"/>
                    <a:pt x="581410" y="756550"/>
                    <a:pt x="581410" y="756550"/>
                  </a:cubicBezTo>
                  <a:cubicBezTo>
                    <a:pt x="581982" y="755884"/>
                    <a:pt x="582363" y="755122"/>
                    <a:pt x="582649" y="754265"/>
                  </a:cubicBezTo>
                  <a:cubicBezTo>
                    <a:pt x="582744" y="754074"/>
                    <a:pt x="582744" y="753979"/>
                    <a:pt x="582839" y="753788"/>
                  </a:cubicBezTo>
                  <a:cubicBezTo>
                    <a:pt x="583125" y="752836"/>
                    <a:pt x="583220" y="751883"/>
                    <a:pt x="583220" y="750740"/>
                  </a:cubicBezTo>
                  <a:cubicBezTo>
                    <a:pt x="582934" y="746835"/>
                    <a:pt x="580553" y="742739"/>
                    <a:pt x="577029" y="739406"/>
                  </a:cubicBezTo>
                  <a:cubicBezTo>
                    <a:pt x="579315" y="737120"/>
                    <a:pt x="581315" y="734738"/>
                    <a:pt x="583030" y="732166"/>
                  </a:cubicBezTo>
                  <a:cubicBezTo>
                    <a:pt x="596936" y="712545"/>
                    <a:pt x="593888" y="683399"/>
                    <a:pt x="577696" y="647299"/>
                  </a:cubicBezTo>
                  <a:cubicBezTo>
                    <a:pt x="570361" y="631106"/>
                    <a:pt x="559884" y="613675"/>
                    <a:pt x="546740" y="595483"/>
                  </a:cubicBezTo>
                  <a:cubicBezTo>
                    <a:pt x="549597" y="592340"/>
                    <a:pt x="550645" y="587958"/>
                    <a:pt x="549883" y="583577"/>
                  </a:cubicBezTo>
                  <a:cubicBezTo>
                    <a:pt x="549502" y="581481"/>
                    <a:pt x="548740" y="579386"/>
                    <a:pt x="547597" y="577385"/>
                  </a:cubicBezTo>
                  <a:cubicBezTo>
                    <a:pt x="547025" y="576337"/>
                    <a:pt x="546358" y="575385"/>
                    <a:pt x="545501" y="574433"/>
                  </a:cubicBezTo>
                  <a:cubicBezTo>
                    <a:pt x="544739" y="573480"/>
                    <a:pt x="543882" y="572623"/>
                    <a:pt x="542929" y="571861"/>
                  </a:cubicBezTo>
                  <a:cubicBezTo>
                    <a:pt x="540262" y="569575"/>
                    <a:pt x="537024" y="568051"/>
                    <a:pt x="533881" y="567479"/>
                  </a:cubicBezTo>
                  <a:cubicBezTo>
                    <a:pt x="530928" y="566908"/>
                    <a:pt x="527975" y="567194"/>
                    <a:pt x="525308" y="568241"/>
                  </a:cubicBezTo>
                  <a:cubicBezTo>
                    <a:pt x="514069" y="555002"/>
                    <a:pt x="501400" y="541666"/>
                    <a:pt x="487208" y="528522"/>
                  </a:cubicBezTo>
                  <a:cubicBezTo>
                    <a:pt x="481969" y="523664"/>
                    <a:pt x="476540" y="519092"/>
                    <a:pt x="471016" y="514615"/>
                  </a:cubicBezTo>
                  <a:cubicBezTo>
                    <a:pt x="471016" y="514615"/>
                    <a:pt x="471016" y="514615"/>
                    <a:pt x="471016" y="514615"/>
                  </a:cubicBezTo>
                  <a:cubicBezTo>
                    <a:pt x="471016" y="514615"/>
                    <a:pt x="471016" y="514615"/>
                    <a:pt x="471016" y="514615"/>
                  </a:cubicBezTo>
                  <a:cubicBezTo>
                    <a:pt x="468539" y="512615"/>
                    <a:pt x="466158" y="510710"/>
                    <a:pt x="463586" y="508805"/>
                  </a:cubicBezTo>
                  <a:cubicBezTo>
                    <a:pt x="464158" y="508139"/>
                    <a:pt x="464729" y="507377"/>
                    <a:pt x="465301" y="506615"/>
                  </a:cubicBezTo>
                  <a:cubicBezTo>
                    <a:pt x="467110" y="503566"/>
                    <a:pt x="467873" y="500137"/>
                    <a:pt x="467777" y="496804"/>
                  </a:cubicBezTo>
                  <a:cubicBezTo>
                    <a:pt x="467587" y="493470"/>
                    <a:pt x="466444" y="490136"/>
                    <a:pt x="464443" y="487279"/>
                  </a:cubicBezTo>
                  <a:cubicBezTo>
                    <a:pt x="463110" y="485374"/>
                    <a:pt x="461395" y="483754"/>
                    <a:pt x="459300" y="482421"/>
                  </a:cubicBezTo>
                  <a:cubicBezTo>
                    <a:pt x="456157" y="480421"/>
                    <a:pt x="452728" y="479564"/>
                    <a:pt x="449299" y="479754"/>
                  </a:cubicBezTo>
                  <a:cubicBezTo>
                    <a:pt x="446632" y="479849"/>
                    <a:pt x="443965" y="480707"/>
                    <a:pt x="441583" y="481945"/>
                  </a:cubicBezTo>
                  <a:cubicBezTo>
                    <a:pt x="439964" y="482802"/>
                    <a:pt x="438345" y="483945"/>
                    <a:pt x="437011" y="485374"/>
                  </a:cubicBezTo>
                  <a:cubicBezTo>
                    <a:pt x="436154" y="486231"/>
                    <a:pt x="435487" y="487183"/>
                    <a:pt x="434821" y="488231"/>
                  </a:cubicBezTo>
                  <a:cubicBezTo>
                    <a:pt x="434535" y="488707"/>
                    <a:pt x="434440" y="489184"/>
                    <a:pt x="434154" y="489660"/>
                  </a:cubicBezTo>
                  <a:cubicBezTo>
                    <a:pt x="420248" y="481945"/>
                    <a:pt x="405769" y="475563"/>
                    <a:pt x="390815" y="470896"/>
                  </a:cubicBezTo>
                  <a:cubicBezTo>
                    <a:pt x="379195" y="467276"/>
                    <a:pt x="367193" y="464609"/>
                    <a:pt x="355001" y="462895"/>
                  </a:cubicBezTo>
                  <a:cubicBezTo>
                    <a:pt x="355097" y="462799"/>
                    <a:pt x="355097" y="462704"/>
                    <a:pt x="355192" y="462704"/>
                  </a:cubicBezTo>
                  <a:cubicBezTo>
                    <a:pt x="357192" y="459180"/>
                    <a:pt x="358144" y="455465"/>
                    <a:pt x="357954" y="451846"/>
                  </a:cubicBezTo>
                  <a:cubicBezTo>
                    <a:pt x="357764" y="446988"/>
                    <a:pt x="355763" y="442511"/>
                    <a:pt x="352239" y="439368"/>
                  </a:cubicBezTo>
                  <a:cubicBezTo>
                    <a:pt x="351382" y="438606"/>
                    <a:pt x="350334" y="437939"/>
                    <a:pt x="349286" y="437368"/>
                  </a:cubicBezTo>
                  <a:cubicBezTo>
                    <a:pt x="347095" y="436225"/>
                    <a:pt x="344714" y="435558"/>
                    <a:pt x="342333" y="435463"/>
                  </a:cubicBezTo>
                  <a:cubicBezTo>
                    <a:pt x="339952" y="435368"/>
                    <a:pt x="337475" y="435749"/>
                    <a:pt x="335094" y="436606"/>
                  </a:cubicBezTo>
                  <a:cubicBezTo>
                    <a:pt x="333951" y="436987"/>
                    <a:pt x="332713" y="437558"/>
                    <a:pt x="331665" y="438225"/>
                  </a:cubicBezTo>
                  <a:cubicBezTo>
                    <a:pt x="329379" y="439463"/>
                    <a:pt x="327379" y="441178"/>
                    <a:pt x="325569" y="443273"/>
                  </a:cubicBezTo>
                  <a:cubicBezTo>
                    <a:pt x="324712" y="444321"/>
                    <a:pt x="323854" y="445464"/>
                    <a:pt x="323188" y="446607"/>
                  </a:cubicBezTo>
                  <a:cubicBezTo>
                    <a:pt x="322426" y="448036"/>
                    <a:pt x="321854" y="449560"/>
                    <a:pt x="321378" y="450989"/>
                  </a:cubicBezTo>
                  <a:cubicBezTo>
                    <a:pt x="321283" y="451370"/>
                    <a:pt x="321187" y="451655"/>
                    <a:pt x="321187" y="451941"/>
                  </a:cubicBezTo>
                  <a:cubicBezTo>
                    <a:pt x="320806" y="453370"/>
                    <a:pt x="320616" y="454703"/>
                    <a:pt x="320616" y="456132"/>
                  </a:cubicBezTo>
                  <a:cubicBezTo>
                    <a:pt x="320616" y="456132"/>
                    <a:pt x="320616" y="456132"/>
                    <a:pt x="320616" y="456132"/>
                  </a:cubicBezTo>
                  <a:lnTo>
                    <a:pt x="320616" y="456132"/>
                  </a:lnTo>
                  <a:cubicBezTo>
                    <a:pt x="320616" y="457751"/>
                    <a:pt x="320711" y="459370"/>
                    <a:pt x="320997" y="460799"/>
                  </a:cubicBezTo>
                  <a:cubicBezTo>
                    <a:pt x="313567" y="460990"/>
                    <a:pt x="306138" y="461561"/>
                    <a:pt x="298518" y="462419"/>
                  </a:cubicBezTo>
                  <a:cubicBezTo>
                    <a:pt x="299470" y="459085"/>
                    <a:pt x="299851" y="455656"/>
                    <a:pt x="299089" y="452227"/>
                  </a:cubicBezTo>
                  <a:cubicBezTo>
                    <a:pt x="298804" y="450703"/>
                    <a:pt x="298232" y="449274"/>
                    <a:pt x="297565" y="447940"/>
                  </a:cubicBezTo>
                  <a:cubicBezTo>
                    <a:pt x="297470" y="447750"/>
                    <a:pt x="297375" y="447655"/>
                    <a:pt x="297280" y="447560"/>
                  </a:cubicBezTo>
                  <a:cubicBezTo>
                    <a:pt x="294803" y="443083"/>
                    <a:pt x="290517" y="440130"/>
                    <a:pt x="285373" y="439558"/>
                  </a:cubicBezTo>
                  <a:cubicBezTo>
                    <a:pt x="296613" y="405840"/>
                    <a:pt x="316330" y="372979"/>
                    <a:pt x="344048" y="344880"/>
                  </a:cubicBezTo>
                  <a:cubicBezTo>
                    <a:pt x="354525" y="334498"/>
                    <a:pt x="365764" y="325354"/>
                    <a:pt x="377385" y="317257"/>
                  </a:cubicBezTo>
                  <a:cubicBezTo>
                    <a:pt x="378623" y="321829"/>
                    <a:pt x="381862" y="325640"/>
                    <a:pt x="386529" y="327449"/>
                  </a:cubicBezTo>
                  <a:cubicBezTo>
                    <a:pt x="394244" y="330402"/>
                    <a:pt x="403864" y="327830"/>
                    <a:pt x="410151" y="321258"/>
                  </a:cubicBezTo>
                  <a:cubicBezTo>
                    <a:pt x="410246" y="321163"/>
                    <a:pt x="410341" y="321068"/>
                    <a:pt x="410437" y="320972"/>
                  </a:cubicBezTo>
                  <a:cubicBezTo>
                    <a:pt x="411580" y="319734"/>
                    <a:pt x="412723" y="318305"/>
                    <a:pt x="413580" y="316781"/>
                  </a:cubicBezTo>
                  <a:cubicBezTo>
                    <a:pt x="417676" y="309733"/>
                    <a:pt x="417390" y="301827"/>
                    <a:pt x="413485" y="296398"/>
                  </a:cubicBezTo>
                  <a:cubicBezTo>
                    <a:pt x="419200" y="293731"/>
                    <a:pt x="425010" y="291254"/>
                    <a:pt x="430820" y="289064"/>
                  </a:cubicBezTo>
                  <a:cubicBezTo>
                    <a:pt x="433392" y="288111"/>
                    <a:pt x="435964" y="287254"/>
                    <a:pt x="438726" y="286301"/>
                  </a:cubicBezTo>
                  <a:cubicBezTo>
                    <a:pt x="440917" y="285539"/>
                    <a:pt x="443203" y="284777"/>
                    <a:pt x="445393" y="284111"/>
                  </a:cubicBezTo>
                  <a:cubicBezTo>
                    <a:pt x="451585" y="282301"/>
                    <a:pt x="458062" y="280586"/>
                    <a:pt x="464634" y="279157"/>
                  </a:cubicBezTo>
                  <a:cubicBezTo>
                    <a:pt x="463300" y="286111"/>
                    <a:pt x="462253" y="292969"/>
                    <a:pt x="461491" y="299732"/>
                  </a:cubicBezTo>
                  <a:cubicBezTo>
                    <a:pt x="456061" y="298970"/>
                    <a:pt x="450061" y="300494"/>
                    <a:pt x="445012" y="304399"/>
                  </a:cubicBezTo>
                  <a:cubicBezTo>
                    <a:pt x="438916" y="309066"/>
                    <a:pt x="436249" y="316210"/>
                    <a:pt x="437011" y="322591"/>
                  </a:cubicBezTo>
                  <a:lnTo>
                    <a:pt x="437011" y="322591"/>
                  </a:lnTo>
                  <a:cubicBezTo>
                    <a:pt x="437011" y="322591"/>
                    <a:pt x="437011" y="322591"/>
                    <a:pt x="437011" y="322591"/>
                  </a:cubicBezTo>
                  <a:cubicBezTo>
                    <a:pt x="437202" y="324020"/>
                    <a:pt x="437583" y="325449"/>
                    <a:pt x="438059" y="326782"/>
                  </a:cubicBezTo>
                  <a:cubicBezTo>
                    <a:pt x="438154" y="326973"/>
                    <a:pt x="438154" y="327164"/>
                    <a:pt x="438250" y="327354"/>
                  </a:cubicBezTo>
                  <a:cubicBezTo>
                    <a:pt x="438821" y="328687"/>
                    <a:pt x="439583" y="330021"/>
                    <a:pt x="440536" y="331164"/>
                  </a:cubicBezTo>
                  <a:cubicBezTo>
                    <a:pt x="441298" y="332116"/>
                    <a:pt x="442250" y="332974"/>
                    <a:pt x="443203" y="333640"/>
                  </a:cubicBezTo>
                  <a:cubicBezTo>
                    <a:pt x="446060" y="335736"/>
                    <a:pt x="449489" y="336879"/>
                    <a:pt x="453109" y="336974"/>
                  </a:cubicBezTo>
                  <a:cubicBezTo>
                    <a:pt x="455395" y="337070"/>
                    <a:pt x="457681" y="336689"/>
                    <a:pt x="459967" y="335927"/>
                  </a:cubicBezTo>
                  <a:cubicBezTo>
                    <a:pt x="459967" y="336117"/>
                    <a:pt x="459967" y="336307"/>
                    <a:pt x="459967" y="336498"/>
                  </a:cubicBezTo>
                  <a:cubicBezTo>
                    <a:pt x="461014" y="355548"/>
                    <a:pt x="464443" y="374027"/>
                    <a:pt x="469968" y="391648"/>
                  </a:cubicBezTo>
                  <a:cubicBezTo>
                    <a:pt x="473016" y="401554"/>
                    <a:pt x="476921" y="411269"/>
                    <a:pt x="481398" y="420699"/>
                  </a:cubicBezTo>
                  <a:cubicBezTo>
                    <a:pt x="476731" y="425176"/>
                    <a:pt x="475111" y="431653"/>
                    <a:pt x="476445" y="437463"/>
                  </a:cubicBezTo>
                  <a:cubicBezTo>
                    <a:pt x="476445" y="437463"/>
                    <a:pt x="476445" y="437463"/>
                    <a:pt x="476445" y="437463"/>
                  </a:cubicBezTo>
                  <a:cubicBezTo>
                    <a:pt x="476445" y="437463"/>
                    <a:pt x="476445" y="437463"/>
                    <a:pt x="476445" y="437463"/>
                  </a:cubicBezTo>
                  <a:cubicBezTo>
                    <a:pt x="476731" y="438797"/>
                    <a:pt x="477207" y="440130"/>
                    <a:pt x="477874" y="441368"/>
                  </a:cubicBezTo>
                  <a:cubicBezTo>
                    <a:pt x="477969" y="441559"/>
                    <a:pt x="478064" y="441749"/>
                    <a:pt x="478159" y="441940"/>
                  </a:cubicBezTo>
                  <a:cubicBezTo>
                    <a:pt x="478826" y="443273"/>
                    <a:pt x="479683" y="444511"/>
                    <a:pt x="480731" y="445559"/>
                  </a:cubicBezTo>
                  <a:cubicBezTo>
                    <a:pt x="480731" y="445559"/>
                    <a:pt x="480731" y="445559"/>
                    <a:pt x="480731" y="445559"/>
                  </a:cubicBezTo>
                  <a:cubicBezTo>
                    <a:pt x="482446" y="447369"/>
                    <a:pt x="484446" y="448703"/>
                    <a:pt x="486541" y="449655"/>
                  </a:cubicBezTo>
                  <a:cubicBezTo>
                    <a:pt x="490256" y="451274"/>
                    <a:pt x="494352" y="451560"/>
                    <a:pt x="498257" y="450512"/>
                  </a:cubicBezTo>
                  <a:cubicBezTo>
                    <a:pt x="506449" y="462990"/>
                    <a:pt x="515688" y="474896"/>
                    <a:pt x="526070" y="486231"/>
                  </a:cubicBezTo>
                  <a:cubicBezTo>
                    <a:pt x="526070" y="486231"/>
                    <a:pt x="526070" y="486231"/>
                    <a:pt x="526070" y="486231"/>
                  </a:cubicBezTo>
                  <a:lnTo>
                    <a:pt x="527690" y="488041"/>
                  </a:lnTo>
                  <a:cubicBezTo>
                    <a:pt x="539215" y="500519"/>
                    <a:pt x="550740" y="511377"/>
                    <a:pt x="562075" y="521093"/>
                  </a:cubicBezTo>
                  <a:cubicBezTo>
                    <a:pt x="561503" y="526045"/>
                    <a:pt x="563313" y="531094"/>
                    <a:pt x="566647" y="534999"/>
                  </a:cubicBezTo>
                  <a:lnTo>
                    <a:pt x="566647" y="534999"/>
                  </a:lnTo>
                  <a:cubicBezTo>
                    <a:pt x="566647" y="534999"/>
                    <a:pt x="566647" y="534999"/>
                    <a:pt x="566647" y="534999"/>
                  </a:cubicBezTo>
                  <a:cubicBezTo>
                    <a:pt x="567504" y="536047"/>
                    <a:pt x="568552" y="537095"/>
                    <a:pt x="569695" y="537952"/>
                  </a:cubicBezTo>
                  <a:cubicBezTo>
                    <a:pt x="569790" y="538047"/>
                    <a:pt x="569981" y="538142"/>
                    <a:pt x="570076" y="538333"/>
                  </a:cubicBezTo>
                  <a:cubicBezTo>
                    <a:pt x="571219" y="539190"/>
                    <a:pt x="572457" y="540047"/>
                    <a:pt x="573886" y="540619"/>
                  </a:cubicBezTo>
                  <a:cubicBezTo>
                    <a:pt x="578172" y="542619"/>
                    <a:pt x="582553" y="542714"/>
                    <a:pt x="586173" y="541286"/>
                  </a:cubicBezTo>
                  <a:cubicBezTo>
                    <a:pt x="586554" y="541190"/>
                    <a:pt x="586840" y="540904"/>
                    <a:pt x="587221" y="540809"/>
                  </a:cubicBezTo>
                  <a:cubicBezTo>
                    <a:pt x="589602" y="542524"/>
                    <a:pt x="591983" y="544333"/>
                    <a:pt x="594269" y="545953"/>
                  </a:cubicBezTo>
                  <a:cubicBezTo>
                    <a:pt x="615700" y="560812"/>
                    <a:pt x="635703" y="571480"/>
                    <a:pt x="653515" y="578433"/>
                  </a:cubicBezTo>
                  <a:cubicBezTo>
                    <a:pt x="671422" y="585482"/>
                    <a:pt x="687614" y="589577"/>
                    <a:pt x="701140" y="589673"/>
                  </a:cubicBezTo>
                  <a:cubicBezTo>
                    <a:pt x="701425" y="589673"/>
                    <a:pt x="701711" y="589673"/>
                    <a:pt x="701902" y="589673"/>
                  </a:cubicBezTo>
                  <a:cubicBezTo>
                    <a:pt x="703616" y="594054"/>
                    <a:pt x="706759" y="598245"/>
                    <a:pt x="710855" y="601103"/>
                  </a:cubicBezTo>
                  <a:cubicBezTo>
                    <a:pt x="717142" y="605484"/>
                    <a:pt x="723619" y="605484"/>
                    <a:pt x="726952" y="601483"/>
                  </a:cubicBezTo>
                  <a:cubicBezTo>
                    <a:pt x="727048" y="601388"/>
                    <a:pt x="727143" y="601293"/>
                    <a:pt x="727143" y="601198"/>
                  </a:cubicBezTo>
                  <a:cubicBezTo>
                    <a:pt x="727715" y="600436"/>
                    <a:pt x="728286" y="599483"/>
                    <a:pt x="728667" y="598436"/>
                  </a:cubicBezTo>
                  <a:cubicBezTo>
                    <a:pt x="728953" y="597578"/>
                    <a:pt x="729143" y="596626"/>
                    <a:pt x="729239" y="595673"/>
                  </a:cubicBezTo>
                  <a:cubicBezTo>
                    <a:pt x="729429" y="593768"/>
                    <a:pt x="729239" y="591673"/>
                    <a:pt x="728762" y="589577"/>
                  </a:cubicBezTo>
                  <a:cubicBezTo>
                    <a:pt x="728476" y="588244"/>
                    <a:pt x="727905" y="586815"/>
                    <a:pt x="727333" y="585482"/>
                  </a:cubicBezTo>
                  <a:cubicBezTo>
                    <a:pt x="730286" y="584243"/>
                    <a:pt x="733048" y="582910"/>
                    <a:pt x="735715" y="581195"/>
                  </a:cubicBezTo>
                  <a:cubicBezTo>
                    <a:pt x="745907" y="574718"/>
                    <a:pt x="752765" y="564145"/>
                    <a:pt x="757432" y="550906"/>
                  </a:cubicBezTo>
                  <a:cubicBezTo>
                    <a:pt x="759718" y="544143"/>
                    <a:pt x="761242" y="536428"/>
                    <a:pt x="762100" y="527950"/>
                  </a:cubicBezTo>
                  <a:cubicBezTo>
                    <a:pt x="763148" y="519664"/>
                    <a:pt x="763433" y="510520"/>
                    <a:pt x="763052" y="500614"/>
                  </a:cubicBezTo>
                  <a:cubicBezTo>
                    <a:pt x="762290" y="482707"/>
                    <a:pt x="759337" y="462514"/>
                    <a:pt x="754194" y="440892"/>
                  </a:cubicBezTo>
                  <a:cubicBezTo>
                    <a:pt x="760671" y="437939"/>
                    <a:pt x="763719" y="429557"/>
                    <a:pt x="761052" y="420985"/>
                  </a:cubicBezTo>
                  <a:cubicBezTo>
                    <a:pt x="760290" y="418603"/>
                    <a:pt x="759242" y="416508"/>
                    <a:pt x="757814" y="414698"/>
                  </a:cubicBezTo>
                  <a:cubicBezTo>
                    <a:pt x="757147" y="413746"/>
                    <a:pt x="756385" y="412984"/>
                    <a:pt x="755527" y="412222"/>
                  </a:cubicBezTo>
                  <a:cubicBezTo>
                    <a:pt x="752479" y="409364"/>
                    <a:pt x="748669" y="407745"/>
                    <a:pt x="744764" y="407650"/>
                  </a:cubicBezTo>
                  <a:cubicBezTo>
                    <a:pt x="739335" y="391172"/>
                    <a:pt x="732763" y="374027"/>
                    <a:pt x="724666" y="356310"/>
                  </a:cubicBezTo>
                  <a:cubicBezTo>
                    <a:pt x="721714" y="349833"/>
                    <a:pt x="718380" y="343547"/>
                    <a:pt x="715046" y="337355"/>
                  </a:cubicBezTo>
                  <a:cubicBezTo>
                    <a:pt x="715046" y="337355"/>
                    <a:pt x="715046" y="337355"/>
                    <a:pt x="715046" y="337260"/>
                  </a:cubicBezTo>
                  <a:cubicBezTo>
                    <a:pt x="715046" y="337260"/>
                    <a:pt x="715046" y="337260"/>
                    <a:pt x="715046" y="337260"/>
                  </a:cubicBezTo>
                  <a:cubicBezTo>
                    <a:pt x="713522" y="334498"/>
                    <a:pt x="711998" y="331736"/>
                    <a:pt x="710474" y="329069"/>
                  </a:cubicBezTo>
                  <a:cubicBezTo>
                    <a:pt x="711332" y="328687"/>
                    <a:pt x="712093" y="328211"/>
                    <a:pt x="712856" y="327640"/>
                  </a:cubicBezTo>
                  <a:cubicBezTo>
                    <a:pt x="720475" y="322020"/>
                    <a:pt x="722190" y="310876"/>
                    <a:pt x="716475" y="302875"/>
                  </a:cubicBezTo>
                  <a:cubicBezTo>
                    <a:pt x="715046" y="300874"/>
                    <a:pt x="713332" y="299255"/>
                    <a:pt x="711332" y="298017"/>
                  </a:cubicBezTo>
                  <a:cubicBezTo>
                    <a:pt x="706378" y="295064"/>
                    <a:pt x="700187" y="294588"/>
                    <a:pt x="694758" y="297065"/>
                  </a:cubicBezTo>
                  <a:cubicBezTo>
                    <a:pt x="693710" y="297541"/>
                    <a:pt x="692662" y="298207"/>
                    <a:pt x="691615" y="298874"/>
                  </a:cubicBezTo>
                  <a:cubicBezTo>
                    <a:pt x="691139" y="299160"/>
                    <a:pt x="690853" y="299541"/>
                    <a:pt x="690472" y="299922"/>
                  </a:cubicBezTo>
                  <a:cubicBezTo>
                    <a:pt x="680566" y="287444"/>
                    <a:pt x="669612" y="275919"/>
                    <a:pt x="657515" y="265918"/>
                  </a:cubicBezTo>
                  <a:cubicBezTo>
                    <a:pt x="648181" y="258107"/>
                    <a:pt x="638084" y="251249"/>
                    <a:pt x="627416" y="244963"/>
                  </a:cubicBezTo>
                  <a:cubicBezTo>
                    <a:pt x="627511" y="244868"/>
                    <a:pt x="627607" y="244868"/>
                    <a:pt x="627702" y="244772"/>
                  </a:cubicBezTo>
                  <a:cubicBezTo>
                    <a:pt x="636179" y="238200"/>
                    <a:pt x="638179" y="226579"/>
                    <a:pt x="631893" y="218960"/>
                  </a:cubicBezTo>
                  <a:cubicBezTo>
                    <a:pt x="628750" y="215149"/>
                    <a:pt x="624082" y="213149"/>
                    <a:pt x="619034" y="212864"/>
                  </a:cubicBezTo>
                  <a:cubicBezTo>
                    <a:pt x="617796" y="212768"/>
                    <a:pt x="616462" y="212864"/>
                    <a:pt x="615224" y="213054"/>
                  </a:cubicBezTo>
                  <a:cubicBezTo>
                    <a:pt x="611414" y="213530"/>
                    <a:pt x="607604" y="215054"/>
                    <a:pt x="604270" y="217626"/>
                  </a:cubicBezTo>
                  <a:cubicBezTo>
                    <a:pt x="602842" y="218674"/>
                    <a:pt x="601699" y="219912"/>
                    <a:pt x="600651" y="221150"/>
                  </a:cubicBezTo>
                  <a:cubicBezTo>
                    <a:pt x="600556" y="221245"/>
                    <a:pt x="600556" y="221245"/>
                    <a:pt x="600460" y="221341"/>
                  </a:cubicBezTo>
                  <a:cubicBezTo>
                    <a:pt x="599508" y="222484"/>
                    <a:pt x="598746" y="223817"/>
                    <a:pt x="598174" y="225056"/>
                  </a:cubicBezTo>
                  <a:cubicBezTo>
                    <a:pt x="598174" y="225151"/>
                    <a:pt x="598079" y="225151"/>
                    <a:pt x="598079" y="225246"/>
                  </a:cubicBezTo>
                  <a:cubicBezTo>
                    <a:pt x="598079" y="225246"/>
                    <a:pt x="598079" y="225246"/>
                    <a:pt x="598079" y="225246"/>
                  </a:cubicBezTo>
                  <a:cubicBezTo>
                    <a:pt x="597412" y="226675"/>
                    <a:pt x="596936" y="228199"/>
                    <a:pt x="596650" y="229818"/>
                  </a:cubicBezTo>
                  <a:cubicBezTo>
                    <a:pt x="589697" y="227151"/>
                    <a:pt x="582553" y="224865"/>
                    <a:pt x="575315" y="222865"/>
                  </a:cubicBezTo>
                  <a:cubicBezTo>
                    <a:pt x="577505" y="220198"/>
                    <a:pt x="579029" y="217054"/>
                    <a:pt x="579696" y="213625"/>
                  </a:cubicBezTo>
                  <a:cubicBezTo>
                    <a:pt x="579982" y="212006"/>
                    <a:pt x="579982" y="210578"/>
                    <a:pt x="579886" y="209053"/>
                  </a:cubicBezTo>
                  <a:cubicBezTo>
                    <a:pt x="579886" y="208863"/>
                    <a:pt x="579886" y="208768"/>
                    <a:pt x="579791" y="208577"/>
                  </a:cubicBezTo>
                  <a:cubicBezTo>
                    <a:pt x="579220" y="203434"/>
                    <a:pt x="576362" y="199148"/>
                    <a:pt x="571885" y="196671"/>
                  </a:cubicBezTo>
                  <a:cubicBezTo>
                    <a:pt x="595126" y="169715"/>
                    <a:pt x="626083" y="147046"/>
                    <a:pt x="662564" y="131615"/>
                  </a:cubicBezTo>
                  <a:cubicBezTo>
                    <a:pt x="676184" y="125900"/>
                    <a:pt x="690091" y="121709"/>
                    <a:pt x="703997" y="118661"/>
                  </a:cubicBezTo>
                  <a:cubicBezTo>
                    <a:pt x="703426" y="123328"/>
                    <a:pt x="704854" y="127996"/>
                    <a:pt x="708474" y="131615"/>
                  </a:cubicBezTo>
                  <a:cubicBezTo>
                    <a:pt x="714475" y="137521"/>
                    <a:pt x="724285" y="138569"/>
                    <a:pt x="732572" y="135044"/>
                  </a:cubicBezTo>
                  <a:cubicBezTo>
                    <a:pt x="732763" y="134949"/>
                    <a:pt x="733048" y="134854"/>
                    <a:pt x="733239" y="134758"/>
                  </a:cubicBezTo>
                  <a:cubicBezTo>
                    <a:pt x="734763" y="133997"/>
                    <a:pt x="736287" y="133139"/>
                    <a:pt x="737716" y="132091"/>
                  </a:cubicBezTo>
                  <a:cubicBezTo>
                    <a:pt x="744193" y="127139"/>
                    <a:pt x="746955" y="119709"/>
                    <a:pt x="745431" y="113232"/>
                  </a:cubicBezTo>
                  <a:cubicBezTo>
                    <a:pt x="757718" y="112661"/>
                    <a:pt x="769815" y="113041"/>
                    <a:pt x="781531" y="114280"/>
                  </a:cubicBezTo>
                  <a:cubicBezTo>
                    <a:pt x="782674" y="114375"/>
                    <a:pt x="783912" y="114565"/>
                    <a:pt x="785055" y="114661"/>
                  </a:cubicBezTo>
                  <a:cubicBezTo>
                    <a:pt x="789913" y="115232"/>
                    <a:pt x="794675" y="115899"/>
                    <a:pt x="799342" y="116852"/>
                  </a:cubicBezTo>
                  <a:cubicBezTo>
                    <a:pt x="795437" y="122757"/>
                    <a:pt x="791913" y="128662"/>
                    <a:pt x="788484" y="134758"/>
                  </a:cubicBezTo>
                  <a:cubicBezTo>
                    <a:pt x="783817" y="131996"/>
                    <a:pt x="777721" y="131044"/>
                    <a:pt x="771529" y="132853"/>
                  </a:cubicBezTo>
                  <a:cubicBezTo>
                    <a:pt x="762385" y="135330"/>
                    <a:pt x="756480" y="142950"/>
                    <a:pt x="756385" y="150856"/>
                  </a:cubicBezTo>
                  <a:cubicBezTo>
                    <a:pt x="756385" y="150951"/>
                    <a:pt x="756385" y="151141"/>
                    <a:pt x="756385" y="151237"/>
                  </a:cubicBezTo>
                  <a:cubicBezTo>
                    <a:pt x="756385" y="152761"/>
                    <a:pt x="756575" y="154285"/>
                    <a:pt x="757051" y="155714"/>
                  </a:cubicBezTo>
                  <a:cubicBezTo>
                    <a:pt x="759242" y="162572"/>
                    <a:pt x="765719" y="166953"/>
                    <a:pt x="773244" y="167620"/>
                  </a:cubicBezTo>
                  <a:cubicBezTo>
                    <a:pt x="773149" y="167810"/>
                    <a:pt x="773053" y="168001"/>
                    <a:pt x="773053" y="168191"/>
                  </a:cubicBezTo>
                  <a:cubicBezTo>
                    <a:pt x="766576" y="185812"/>
                    <a:pt x="762766" y="204577"/>
                    <a:pt x="761052" y="222960"/>
                  </a:cubicBezTo>
                  <a:cubicBezTo>
                    <a:pt x="760099" y="233342"/>
                    <a:pt x="760004" y="243820"/>
                    <a:pt x="760481" y="254202"/>
                  </a:cubicBezTo>
                  <a:cubicBezTo>
                    <a:pt x="752956" y="256964"/>
                    <a:pt x="748669" y="264394"/>
                    <a:pt x="749241" y="271919"/>
                  </a:cubicBezTo>
                  <a:cubicBezTo>
                    <a:pt x="749241" y="272109"/>
                    <a:pt x="749241" y="272299"/>
                    <a:pt x="749241" y="272490"/>
                  </a:cubicBezTo>
                  <a:cubicBezTo>
                    <a:pt x="749432" y="273919"/>
                    <a:pt x="749717" y="275443"/>
                    <a:pt x="750193" y="276872"/>
                  </a:cubicBezTo>
                  <a:cubicBezTo>
                    <a:pt x="752670" y="283253"/>
                    <a:pt x="758194" y="287254"/>
                    <a:pt x="764481" y="288206"/>
                  </a:cubicBezTo>
                  <a:cubicBezTo>
                    <a:pt x="767339" y="303541"/>
                    <a:pt x="771625" y="318877"/>
                    <a:pt x="777244" y="334117"/>
                  </a:cubicBezTo>
                  <a:cubicBezTo>
                    <a:pt x="783150" y="349928"/>
                    <a:pt x="789627" y="364406"/>
                    <a:pt x="796390" y="377836"/>
                  </a:cubicBezTo>
                  <a:cubicBezTo>
                    <a:pt x="793913" y="382123"/>
                    <a:pt x="793627" y="387457"/>
                    <a:pt x="795247" y="392505"/>
                  </a:cubicBezTo>
                  <a:lnTo>
                    <a:pt x="795247" y="392505"/>
                  </a:lnTo>
                  <a:cubicBezTo>
                    <a:pt x="795247" y="392505"/>
                    <a:pt x="795247" y="392505"/>
                    <a:pt x="795247" y="392505"/>
                  </a:cubicBezTo>
                  <a:cubicBezTo>
                    <a:pt x="795628" y="393839"/>
                    <a:pt x="796199" y="395172"/>
                    <a:pt x="796961" y="396410"/>
                  </a:cubicBezTo>
                  <a:cubicBezTo>
                    <a:pt x="797057" y="396601"/>
                    <a:pt x="797152" y="396696"/>
                    <a:pt x="797247" y="396886"/>
                  </a:cubicBezTo>
                  <a:cubicBezTo>
                    <a:pt x="798009" y="398125"/>
                    <a:pt x="798866" y="399363"/>
                    <a:pt x="799819" y="400411"/>
                  </a:cubicBezTo>
                  <a:cubicBezTo>
                    <a:pt x="803343" y="404125"/>
                    <a:pt x="807820" y="405935"/>
                    <a:pt x="812011" y="405840"/>
                  </a:cubicBezTo>
                  <a:cubicBezTo>
                    <a:pt x="827441" y="431177"/>
                    <a:pt x="843634" y="451179"/>
                    <a:pt x="858683" y="465943"/>
                  </a:cubicBezTo>
                  <a:cubicBezTo>
                    <a:pt x="872590" y="479659"/>
                    <a:pt x="885829" y="489279"/>
                    <a:pt x="898212" y="494613"/>
                  </a:cubicBezTo>
                  <a:cubicBezTo>
                    <a:pt x="898498" y="494708"/>
                    <a:pt x="898783" y="494803"/>
                    <a:pt x="899069" y="494994"/>
                  </a:cubicBezTo>
                  <a:cubicBezTo>
                    <a:pt x="898974" y="499661"/>
                    <a:pt x="900212" y="504710"/>
                    <a:pt x="902879" y="508996"/>
                  </a:cubicBezTo>
                  <a:cubicBezTo>
                    <a:pt x="906308" y="514330"/>
                    <a:pt x="910785" y="516902"/>
                    <a:pt x="914881" y="516425"/>
                  </a:cubicBezTo>
                  <a:lnTo>
                    <a:pt x="914881" y="516425"/>
                  </a:lnTo>
                  <a:cubicBezTo>
                    <a:pt x="914881" y="516425"/>
                    <a:pt x="914881" y="516425"/>
                    <a:pt x="914881" y="516425"/>
                  </a:cubicBezTo>
                  <a:cubicBezTo>
                    <a:pt x="915833" y="516330"/>
                    <a:pt x="916690" y="516044"/>
                    <a:pt x="917548" y="515568"/>
                  </a:cubicBezTo>
                  <a:cubicBezTo>
                    <a:pt x="917643" y="515473"/>
                    <a:pt x="917738" y="515473"/>
                    <a:pt x="917929" y="515378"/>
                  </a:cubicBezTo>
                  <a:cubicBezTo>
                    <a:pt x="918786" y="514901"/>
                    <a:pt x="919643" y="514235"/>
                    <a:pt x="920310" y="513377"/>
                  </a:cubicBezTo>
                  <a:cubicBezTo>
                    <a:pt x="922882" y="510329"/>
                    <a:pt x="924025" y="505757"/>
                    <a:pt x="923834" y="500899"/>
                  </a:cubicBezTo>
                  <a:cubicBezTo>
                    <a:pt x="926977" y="500899"/>
                    <a:pt x="930216" y="500709"/>
                    <a:pt x="933264" y="500233"/>
                  </a:cubicBezTo>
                  <a:cubicBezTo>
                    <a:pt x="945170" y="498137"/>
                    <a:pt x="955457" y="490994"/>
                    <a:pt x="964887" y="480611"/>
                  </a:cubicBezTo>
                  <a:cubicBezTo>
                    <a:pt x="969554" y="475277"/>
                    <a:pt x="973936" y="468800"/>
                    <a:pt x="978032" y="461180"/>
                  </a:cubicBezTo>
                  <a:cubicBezTo>
                    <a:pt x="982127" y="453941"/>
                    <a:pt x="985937" y="445654"/>
                    <a:pt x="989461" y="436320"/>
                  </a:cubicBezTo>
                  <a:cubicBezTo>
                    <a:pt x="995748" y="419651"/>
                    <a:pt x="1000701" y="399744"/>
                    <a:pt x="1004225" y="377741"/>
                  </a:cubicBezTo>
                  <a:cubicBezTo>
                    <a:pt x="1004511" y="377741"/>
                    <a:pt x="1004892" y="377741"/>
                    <a:pt x="1005273" y="377741"/>
                  </a:cubicBezTo>
                  <a:cubicBezTo>
                    <a:pt x="1006225" y="377646"/>
                    <a:pt x="1007178" y="377360"/>
                    <a:pt x="1008035" y="377074"/>
                  </a:cubicBezTo>
                  <a:cubicBezTo>
                    <a:pt x="1009845" y="376408"/>
                    <a:pt x="1011464" y="375360"/>
                    <a:pt x="1012988" y="373931"/>
                  </a:cubicBezTo>
                  <a:cubicBezTo>
                    <a:pt x="1014512" y="372503"/>
                    <a:pt x="1015655" y="370788"/>
                    <a:pt x="1016512" y="368788"/>
                  </a:cubicBezTo>
                  <a:cubicBezTo>
                    <a:pt x="1017465" y="366787"/>
                    <a:pt x="1018036" y="364502"/>
                    <a:pt x="1018227" y="362025"/>
                  </a:cubicBezTo>
                  <a:cubicBezTo>
                    <a:pt x="1018989" y="353738"/>
                    <a:pt x="1014703" y="346309"/>
                    <a:pt x="1008321" y="343451"/>
                  </a:cubicBezTo>
                  <a:cubicBezTo>
                    <a:pt x="1009654" y="326116"/>
                    <a:pt x="1010226" y="307828"/>
                    <a:pt x="1009464" y="288397"/>
                  </a:cubicBezTo>
                  <a:cubicBezTo>
                    <a:pt x="1009178" y="281253"/>
                    <a:pt x="1008607" y="274204"/>
                    <a:pt x="1007845" y="267156"/>
                  </a:cubicBezTo>
                  <a:cubicBezTo>
                    <a:pt x="1007845" y="267156"/>
                    <a:pt x="1007845" y="267061"/>
                    <a:pt x="1007845" y="267061"/>
                  </a:cubicBezTo>
                  <a:cubicBezTo>
                    <a:pt x="1007845" y="267061"/>
                    <a:pt x="1007845" y="267061"/>
                    <a:pt x="1007845" y="267061"/>
                  </a:cubicBezTo>
                  <a:cubicBezTo>
                    <a:pt x="1007464" y="263918"/>
                    <a:pt x="1007178" y="260774"/>
                    <a:pt x="1006702" y="257726"/>
                  </a:cubicBezTo>
                  <a:cubicBezTo>
                    <a:pt x="1007654" y="257631"/>
                    <a:pt x="1008511" y="257631"/>
                    <a:pt x="1009464" y="257345"/>
                  </a:cubicBezTo>
                  <a:cubicBezTo>
                    <a:pt x="1018608" y="255059"/>
                    <a:pt x="1024514" y="245534"/>
                    <a:pt x="1022323" y="235914"/>
                  </a:cubicBezTo>
                  <a:cubicBezTo>
                    <a:pt x="1020227" y="226294"/>
                    <a:pt x="1010512" y="220388"/>
                    <a:pt x="1000891" y="222674"/>
                  </a:cubicBezTo>
                  <a:cubicBezTo>
                    <a:pt x="1000415" y="222769"/>
                    <a:pt x="999939" y="223055"/>
                    <a:pt x="999463" y="223150"/>
                  </a:cubicBezTo>
                  <a:cubicBezTo>
                    <a:pt x="995081" y="207815"/>
                    <a:pt x="989461" y="193052"/>
                    <a:pt x="982127" y="179240"/>
                  </a:cubicBezTo>
                  <a:cubicBezTo>
                    <a:pt x="976507" y="168477"/>
                    <a:pt x="969840" y="158190"/>
                    <a:pt x="962410" y="148284"/>
                  </a:cubicBezTo>
                  <a:cubicBezTo>
                    <a:pt x="962506" y="148284"/>
                    <a:pt x="962601" y="148284"/>
                    <a:pt x="962696" y="148189"/>
                  </a:cubicBezTo>
                  <a:cubicBezTo>
                    <a:pt x="973078" y="145331"/>
                    <a:pt x="979270" y="135425"/>
                    <a:pt x="976412" y="125995"/>
                  </a:cubicBezTo>
                  <a:cubicBezTo>
                    <a:pt x="976031" y="124853"/>
                    <a:pt x="975555" y="123710"/>
                    <a:pt x="974983" y="122662"/>
                  </a:cubicBezTo>
                  <a:cubicBezTo>
                    <a:pt x="973745" y="120566"/>
                    <a:pt x="972126" y="118757"/>
                    <a:pt x="970126" y="117328"/>
                  </a:cubicBezTo>
                  <a:cubicBezTo>
                    <a:pt x="965173" y="113708"/>
                    <a:pt x="958219" y="112279"/>
                    <a:pt x="951457" y="114089"/>
                  </a:cubicBezTo>
                  <a:cubicBezTo>
                    <a:pt x="949742" y="114470"/>
                    <a:pt x="948218" y="115137"/>
                    <a:pt x="946885" y="115899"/>
                  </a:cubicBezTo>
                  <a:cubicBezTo>
                    <a:pt x="946790" y="115994"/>
                    <a:pt x="946694" y="115994"/>
                    <a:pt x="946599" y="116090"/>
                  </a:cubicBezTo>
                  <a:cubicBezTo>
                    <a:pt x="945265" y="116852"/>
                    <a:pt x="944123" y="117709"/>
                    <a:pt x="942979" y="118661"/>
                  </a:cubicBezTo>
                  <a:cubicBezTo>
                    <a:pt x="942979" y="118661"/>
                    <a:pt x="942884" y="118661"/>
                    <a:pt x="942884" y="118757"/>
                  </a:cubicBezTo>
                  <a:cubicBezTo>
                    <a:pt x="942884" y="118757"/>
                    <a:pt x="942884" y="118757"/>
                    <a:pt x="942884" y="118757"/>
                  </a:cubicBezTo>
                  <a:cubicBezTo>
                    <a:pt x="941741" y="119899"/>
                    <a:pt x="940693" y="121043"/>
                    <a:pt x="939836" y="122376"/>
                  </a:cubicBezTo>
                  <a:cubicBezTo>
                    <a:pt x="934502" y="117232"/>
                    <a:pt x="928787" y="112375"/>
                    <a:pt x="922786" y="107803"/>
                  </a:cubicBezTo>
                  <a:cubicBezTo>
                    <a:pt x="925834" y="106183"/>
                    <a:pt x="928501" y="103898"/>
                    <a:pt x="930407" y="100945"/>
                  </a:cubicBezTo>
                  <a:cubicBezTo>
                    <a:pt x="931264" y="99611"/>
                    <a:pt x="931835" y="98182"/>
                    <a:pt x="932311" y="96754"/>
                  </a:cubicBezTo>
                  <a:cubicBezTo>
                    <a:pt x="932407" y="96563"/>
                    <a:pt x="932407" y="96468"/>
                    <a:pt x="932407" y="96278"/>
                  </a:cubicBezTo>
                  <a:cubicBezTo>
                    <a:pt x="933835" y="91324"/>
                    <a:pt x="932883" y="86276"/>
                    <a:pt x="929644" y="82276"/>
                  </a:cubicBezTo>
                  <a:cubicBezTo>
                    <a:pt x="961458" y="66369"/>
                    <a:pt x="998606" y="57320"/>
                    <a:pt x="1037944" y="56939"/>
                  </a:cubicBezTo>
                  <a:cubicBezTo>
                    <a:pt x="1052612" y="57130"/>
                    <a:pt x="1066995" y="58558"/>
                    <a:pt x="1080997" y="61035"/>
                  </a:cubicBezTo>
                  <a:cubicBezTo>
                    <a:pt x="1078711" y="65131"/>
                    <a:pt x="1078234" y="70084"/>
                    <a:pt x="1080235" y="74656"/>
                  </a:cubicBezTo>
                  <a:cubicBezTo>
                    <a:pt x="1082902" y="80752"/>
                    <a:pt x="1089188" y="85038"/>
                    <a:pt x="1096237" y="86467"/>
                  </a:cubicBezTo>
                  <a:cubicBezTo>
                    <a:pt x="1096237" y="86467"/>
                    <a:pt x="1096237" y="86467"/>
                    <a:pt x="1096237" y="86467"/>
                  </a:cubicBezTo>
                  <a:cubicBezTo>
                    <a:pt x="1096237" y="86467"/>
                    <a:pt x="1096237" y="86467"/>
                    <a:pt x="1096332" y="86467"/>
                  </a:cubicBezTo>
                  <a:cubicBezTo>
                    <a:pt x="1097856" y="86753"/>
                    <a:pt x="1099475" y="86943"/>
                    <a:pt x="1101094" y="86848"/>
                  </a:cubicBezTo>
                  <a:cubicBezTo>
                    <a:pt x="1101380" y="86848"/>
                    <a:pt x="1101666" y="86848"/>
                    <a:pt x="1101857" y="86848"/>
                  </a:cubicBezTo>
                  <a:cubicBezTo>
                    <a:pt x="1103571" y="86753"/>
                    <a:pt x="1105285" y="86562"/>
                    <a:pt x="1107000" y="86181"/>
                  </a:cubicBezTo>
                  <a:cubicBezTo>
                    <a:pt x="1114906" y="84086"/>
                    <a:pt x="1120335" y="78275"/>
                    <a:pt x="1121287" y="71608"/>
                  </a:cubicBezTo>
                  <a:cubicBezTo>
                    <a:pt x="1132432" y="75608"/>
                    <a:pt x="1143100" y="80371"/>
                    <a:pt x="1153101" y="85800"/>
                  </a:cubicBezTo>
                  <a:cubicBezTo>
                    <a:pt x="1154911" y="86848"/>
                    <a:pt x="1156816" y="87895"/>
                    <a:pt x="1158625" y="88943"/>
                  </a:cubicBezTo>
                  <a:cubicBezTo>
                    <a:pt x="1162340" y="91134"/>
                    <a:pt x="1166055" y="93325"/>
                    <a:pt x="1169579" y="95706"/>
                  </a:cubicBezTo>
                  <a:cubicBezTo>
                    <a:pt x="1163674" y="99611"/>
                    <a:pt x="1158149" y="103707"/>
                    <a:pt x="1152815" y="107993"/>
                  </a:cubicBezTo>
                  <a:cubicBezTo>
                    <a:pt x="1149577" y="103612"/>
                    <a:pt x="1144243" y="100373"/>
                    <a:pt x="1137861" y="99611"/>
                  </a:cubicBezTo>
                  <a:cubicBezTo>
                    <a:pt x="1130241" y="98754"/>
                    <a:pt x="1123288" y="101897"/>
                    <a:pt x="1119287" y="107041"/>
                  </a:cubicBezTo>
                  <a:cubicBezTo>
                    <a:pt x="1119287" y="107041"/>
                    <a:pt x="1119287" y="107041"/>
                    <a:pt x="1119287" y="107041"/>
                  </a:cubicBezTo>
                  <a:cubicBezTo>
                    <a:pt x="1119287" y="107041"/>
                    <a:pt x="1119287" y="107041"/>
                    <a:pt x="1119287" y="107041"/>
                  </a:cubicBezTo>
                  <a:cubicBezTo>
                    <a:pt x="1118430" y="108184"/>
                    <a:pt x="1117668" y="109422"/>
                    <a:pt x="1117097" y="110756"/>
                  </a:cubicBezTo>
                  <a:cubicBezTo>
                    <a:pt x="1117001" y="110946"/>
                    <a:pt x="1116906" y="111136"/>
                    <a:pt x="1116811" y="111327"/>
                  </a:cubicBezTo>
                  <a:cubicBezTo>
                    <a:pt x="1116239" y="112756"/>
                    <a:pt x="1115858" y="114185"/>
                    <a:pt x="1115763" y="115708"/>
                  </a:cubicBezTo>
                  <a:cubicBezTo>
                    <a:pt x="1115763" y="115708"/>
                    <a:pt x="1115763" y="115708"/>
                    <a:pt x="1115763" y="115708"/>
                  </a:cubicBezTo>
                  <a:cubicBezTo>
                    <a:pt x="1115191" y="122948"/>
                    <a:pt x="1119478" y="129424"/>
                    <a:pt x="1126145" y="132758"/>
                  </a:cubicBezTo>
                  <a:cubicBezTo>
                    <a:pt x="1126050" y="132949"/>
                    <a:pt x="1125859" y="133044"/>
                    <a:pt x="1125764" y="133139"/>
                  </a:cubicBezTo>
                  <a:cubicBezTo>
                    <a:pt x="1113096" y="147332"/>
                    <a:pt x="1102428" y="162762"/>
                    <a:pt x="1093856" y="179145"/>
                  </a:cubicBezTo>
                  <a:cubicBezTo>
                    <a:pt x="1088998" y="188289"/>
                    <a:pt x="1084902" y="197909"/>
                    <a:pt x="1081378" y="207720"/>
                  </a:cubicBezTo>
                  <a:cubicBezTo>
                    <a:pt x="1074901" y="207720"/>
                    <a:pt x="1069186" y="211054"/>
                    <a:pt x="1065947" y="216197"/>
                  </a:cubicBezTo>
                  <a:cubicBezTo>
                    <a:pt x="1065947" y="216197"/>
                    <a:pt x="1065947" y="216197"/>
                    <a:pt x="1065947" y="216197"/>
                  </a:cubicBezTo>
                  <a:cubicBezTo>
                    <a:pt x="1065947" y="216197"/>
                    <a:pt x="1065947" y="216197"/>
                    <a:pt x="1065947" y="216197"/>
                  </a:cubicBezTo>
                  <a:cubicBezTo>
                    <a:pt x="1065185" y="217340"/>
                    <a:pt x="1064614" y="218674"/>
                    <a:pt x="1064137" y="220007"/>
                  </a:cubicBezTo>
                  <a:cubicBezTo>
                    <a:pt x="1064042" y="220198"/>
                    <a:pt x="1064042" y="220388"/>
                    <a:pt x="1063947" y="220483"/>
                  </a:cubicBezTo>
                  <a:cubicBezTo>
                    <a:pt x="1063566" y="221912"/>
                    <a:pt x="1063185" y="223341"/>
                    <a:pt x="1063185" y="224865"/>
                  </a:cubicBezTo>
                  <a:cubicBezTo>
                    <a:pt x="1062994" y="231723"/>
                    <a:pt x="1066614" y="237628"/>
                    <a:pt x="1072043" y="240772"/>
                  </a:cubicBezTo>
                  <a:cubicBezTo>
                    <a:pt x="1068900" y="256107"/>
                    <a:pt x="1066900" y="272014"/>
                    <a:pt x="1066328" y="288111"/>
                  </a:cubicBezTo>
                  <a:cubicBezTo>
                    <a:pt x="1065661" y="305065"/>
                    <a:pt x="1066138" y="320877"/>
                    <a:pt x="1067281" y="335831"/>
                  </a:cubicBezTo>
                  <a:cubicBezTo>
                    <a:pt x="1062328" y="339736"/>
                    <a:pt x="1059947" y="346499"/>
                    <a:pt x="1060708" y="353072"/>
                  </a:cubicBezTo>
                  <a:cubicBezTo>
                    <a:pt x="1060708" y="353262"/>
                    <a:pt x="1060708" y="353453"/>
                    <a:pt x="1060804" y="353643"/>
                  </a:cubicBezTo>
                  <a:cubicBezTo>
                    <a:pt x="1060994" y="355072"/>
                    <a:pt x="1061280" y="356500"/>
                    <a:pt x="1061851" y="357929"/>
                  </a:cubicBezTo>
                  <a:cubicBezTo>
                    <a:pt x="1063757" y="362787"/>
                    <a:pt x="1067185" y="366121"/>
                    <a:pt x="1071186" y="367454"/>
                  </a:cubicBezTo>
                  <a:cubicBezTo>
                    <a:pt x="1071662" y="370312"/>
                    <a:pt x="1072043" y="373265"/>
                    <a:pt x="1072519" y="376027"/>
                  </a:cubicBezTo>
                  <a:cubicBezTo>
                    <a:pt x="1077187" y="401649"/>
                    <a:pt x="1083759" y="423461"/>
                    <a:pt x="1091474" y="440987"/>
                  </a:cubicBezTo>
                  <a:cubicBezTo>
                    <a:pt x="1099380" y="458990"/>
                    <a:pt x="1108143" y="473086"/>
                    <a:pt x="1117763" y="483183"/>
                  </a:cubicBezTo>
                  <a:cubicBezTo>
                    <a:pt x="1115858" y="487469"/>
                    <a:pt x="1115191" y="492708"/>
                    <a:pt x="1116049" y="497566"/>
                  </a:cubicBezTo>
                  <a:cubicBezTo>
                    <a:pt x="1117192" y="503566"/>
                    <a:pt x="1120430" y="507662"/>
                    <a:pt x="1124335" y="508710"/>
                  </a:cubicBezTo>
                  <a:cubicBezTo>
                    <a:pt x="1124335" y="508710"/>
                    <a:pt x="1124335" y="508710"/>
                    <a:pt x="1124335" y="508710"/>
                  </a:cubicBezTo>
                  <a:cubicBezTo>
                    <a:pt x="1124335" y="508710"/>
                    <a:pt x="1124431" y="508710"/>
                    <a:pt x="1124431" y="508710"/>
                  </a:cubicBezTo>
                  <a:cubicBezTo>
                    <a:pt x="1125288" y="508900"/>
                    <a:pt x="1126145" y="508996"/>
                    <a:pt x="1127002" y="508996"/>
                  </a:cubicBezTo>
                  <a:cubicBezTo>
                    <a:pt x="1127193" y="508996"/>
                    <a:pt x="1127383" y="508996"/>
                    <a:pt x="1127574" y="508996"/>
                  </a:cubicBezTo>
                  <a:cubicBezTo>
                    <a:pt x="1128526" y="508900"/>
                    <a:pt x="1129479" y="508615"/>
                    <a:pt x="1130527" y="508139"/>
                  </a:cubicBezTo>
                  <a:cubicBezTo>
                    <a:pt x="1134051" y="506424"/>
                    <a:pt x="1136908" y="502614"/>
                    <a:pt x="1138623" y="498042"/>
                  </a:cubicBezTo>
                  <a:cubicBezTo>
                    <a:pt x="1141576" y="499280"/>
                    <a:pt x="1144528" y="500233"/>
                    <a:pt x="1147576" y="500804"/>
                  </a:cubicBezTo>
                  <a:cubicBezTo>
                    <a:pt x="1171008" y="505948"/>
                    <a:pt x="1196535" y="492136"/>
                    <a:pt x="1223681" y="463181"/>
                  </a:cubicBezTo>
                  <a:cubicBezTo>
                    <a:pt x="1235683" y="450227"/>
                    <a:pt x="1247875" y="433844"/>
                    <a:pt x="1259591" y="414794"/>
                  </a:cubicBezTo>
                  <a:cubicBezTo>
                    <a:pt x="1266353" y="416984"/>
                    <a:pt x="1274354" y="413460"/>
                    <a:pt x="1278545" y="405459"/>
                  </a:cubicBezTo>
                  <a:cubicBezTo>
                    <a:pt x="1280260" y="402220"/>
                    <a:pt x="1281022" y="398696"/>
                    <a:pt x="1280926" y="395362"/>
                  </a:cubicBezTo>
                  <a:cubicBezTo>
                    <a:pt x="1280926" y="394220"/>
                    <a:pt x="1280736" y="393172"/>
                    <a:pt x="1280545" y="392029"/>
                  </a:cubicBezTo>
                  <a:cubicBezTo>
                    <a:pt x="1279974" y="389076"/>
                    <a:pt x="1278545" y="386504"/>
                    <a:pt x="1276545" y="384504"/>
                  </a:cubicBezTo>
                  <a:cubicBezTo>
                    <a:pt x="1284451" y="368978"/>
                    <a:pt x="1291880" y="352214"/>
                    <a:pt x="1298738" y="334022"/>
                  </a:cubicBezTo>
                  <a:cubicBezTo>
                    <a:pt x="1302358" y="324306"/>
                    <a:pt x="1305406" y="314590"/>
                    <a:pt x="1307882" y="304780"/>
                  </a:cubicBezTo>
                  <a:cubicBezTo>
                    <a:pt x="1308740" y="305065"/>
                    <a:pt x="1309597" y="305351"/>
                    <a:pt x="1310549" y="305447"/>
                  </a:cubicBezTo>
                  <a:cubicBezTo>
                    <a:pt x="1319884" y="306970"/>
                    <a:pt x="1328933" y="300398"/>
                    <a:pt x="1330647" y="290683"/>
                  </a:cubicBezTo>
                  <a:cubicBezTo>
                    <a:pt x="1332361" y="281062"/>
                    <a:pt x="1325694" y="271633"/>
                    <a:pt x="1315883" y="270204"/>
                  </a:cubicBezTo>
                  <a:cubicBezTo>
                    <a:pt x="1315312" y="270109"/>
                    <a:pt x="1314835" y="270204"/>
                    <a:pt x="1314264" y="270204"/>
                  </a:cubicBezTo>
                  <a:cubicBezTo>
                    <a:pt x="1316074" y="254488"/>
                    <a:pt x="1316455" y="238676"/>
                    <a:pt x="1315026" y="222960"/>
                  </a:cubicBezTo>
                  <a:cubicBezTo>
                    <a:pt x="1313883" y="210863"/>
                    <a:pt x="1311787" y="198671"/>
                    <a:pt x="1308644" y="186670"/>
                  </a:cubicBezTo>
                  <a:cubicBezTo>
                    <a:pt x="1308740" y="186670"/>
                    <a:pt x="1308835" y="186765"/>
                    <a:pt x="1308930" y="186765"/>
                  </a:cubicBezTo>
                  <a:cubicBezTo>
                    <a:pt x="1319598" y="188194"/>
                    <a:pt x="1329123" y="181526"/>
                    <a:pt x="1330075" y="171620"/>
                  </a:cubicBezTo>
                  <a:cubicBezTo>
                    <a:pt x="1331028" y="161810"/>
                    <a:pt x="1322741" y="152285"/>
                    <a:pt x="1311597" y="150951"/>
                  </a:cubicBezTo>
                  <a:cubicBezTo>
                    <a:pt x="1309883" y="150761"/>
                    <a:pt x="1308263" y="150856"/>
                    <a:pt x="1306644" y="151046"/>
                  </a:cubicBezTo>
                  <a:cubicBezTo>
                    <a:pt x="1306453" y="151046"/>
                    <a:pt x="1306263" y="151141"/>
                    <a:pt x="1306168" y="151141"/>
                  </a:cubicBezTo>
                  <a:cubicBezTo>
                    <a:pt x="1304644" y="151332"/>
                    <a:pt x="1303120" y="151713"/>
                    <a:pt x="1301786" y="152285"/>
                  </a:cubicBezTo>
                  <a:cubicBezTo>
                    <a:pt x="1301786" y="152285"/>
                    <a:pt x="1301786" y="152285"/>
                    <a:pt x="1301786" y="152285"/>
                  </a:cubicBezTo>
                  <a:lnTo>
                    <a:pt x="1301786" y="152285"/>
                  </a:lnTo>
                  <a:cubicBezTo>
                    <a:pt x="1300262" y="152856"/>
                    <a:pt x="1298833" y="153618"/>
                    <a:pt x="1297595" y="154475"/>
                  </a:cubicBezTo>
                  <a:cubicBezTo>
                    <a:pt x="1294642" y="147712"/>
                    <a:pt x="1291118" y="140950"/>
                    <a:pt x="1287403" y="134282"/>
                  </a:cubicBezTo>
                  <a:cubicBezTo>
                    <a:pt x="1290833" y="133997"/>
                    <a:pt x="1294166" y="132949"/>
                    <a:pt x="1297024" y="130948"/>
                  </a:cubicBezTo>
                  <a:cubicBezTo>
                    <a:pt x="1298357" y="130091"/>
                    <a:pt x="1299405" y="128948"/>
                    <a:pt x="1300358" y="127900"/>
                  </a:cubicBezTo>
                  <a:cubicBezTo>
                    <a:pt x="1300453" y="127805"/>
                    <a:pt x="1300548" y="127615"/>
                    <a:pt x="1300643" y="127519"/>
                  </a:cubicBezTo>
                  <a:cubicBezTo>
                    <a:pt x="1303882" y="123519"/>
                    <a:pt x="1304834" y="118471"/>
                    <a:pt x="1303501" y="113518"/>
                  </a:cubicBezTo>
                  <a:cubicBezTo>
                    <a:pt x="1339029" y="111041"/>
                    <a:pt x="1377129" y="116280"/>
                    <a:pt x="1413610" y="131615"/>
                  </a:cubicBezTo>
                  <a:cubicBezTo>
                    <a:pt x="1427231" y="137425"/>
                    <a:pt x="1439994" y="144283"/>
                    <a:pt x="1451995" y="151903"/>
                  </a:cubicBezTo>
                  <a:cubicBezTo>
                    <a:pt x="1448281" y="154856"/>
                    <a:pt x="1445995" y="159143"/>
                    <a:pt x="1446090" y="164191"/>
                  </a:cubicBezTo>
                  <a:cubicBezTo>
                    <a:pt x="1446185" y="169239"/>
                    <a:pt x="1448471" y="174002"/>
                    <a:pt x="1452186" y="177716"/>
                  </a:cubicBezTo>
                  <a:cubicBezTo>
                    <a:pt x="1454567" y="180193"/>
                    <a:pt x="1457520" y="182193"/>
                    <a:pt x="1460758" y="183527"/>
                  </a:cubicBezTo>
                  <a:cubicBezTo>
                    <a:pt x="1460949" y="183622"/>
                    <a:pt x="1461140" y="183717"/>
                    <a:pt x="1461425" y="183812"/>
                  </a:cubicBezTo>
                  <a:cubicBezTo>
                    <a:pt x="1463044" y="184384"/>
                    <a:pt x="1464664" y="184955"/>
                    <a:pt x="1466474" y="185146"/>
                  </a:cubicBezTo>
                  <a:cubicBezTo>
                    <a:pt x="1474665" y="186289"/>
                    <a:pt x="1481809" y="182955"/>
                    <a:pt x="1485333" y="177240"/>
                  </a:cubicBezTo>
                  <a:cubicBezTo>
                    <a:pt x="1486285" y="178097"/>
                    <a:pt x="1487333" y="178954"/>
                    <a:pt x="1488286" y="179812"/>
                  </a:cubicBezTo>
                  <a:cubicBezTo>
                    <a:pt x="1488381" y="179907"/>
                    <a:pt x="1488381" y="179907"/>
                    <a:pt x="1488476" y="180002"/>
                  </a:cubicBezTo>
                  <a:cubicBezTo>
                    <a:pt x="1496001" y="187146"/>
                    <a:pt x="1502954" y="194671"/>
                    <a:pt x="1509241" y="202577"/>
                  </a:cubicBezTo>
                  <a:cubicBezTo>
                    <a:pt x="1510574" y="204291"/>
                    <a:pt x="1511908" y="206006"/>
                    <a:pt x="1513241" y="207815"/>
                  </a:cubicBezTo>
                  <a:cubicBezTo>
                    <a:pt x="1515813" y="211244"/>
                    <a:pt x="1518385" y="214673"/>
                    <a:pt x="1520671" y="218198"/>
                  </a:cubicBezTo>
                  <a:cubicBezTo>
                    <a:pt x="1513717" y="219531"/>
                    <a:pt x="1507050" y="221245"/>
                    <a:pt x="1500478" y="223055"/>
                  </a:cubicBezTo>
                  <a:cubicBezTo>
                    <a:pt x="1499144" y="217721"/>
                    <a:pt x="1495525" y="212768"/>
                    <a:pt x="1489905" y="209530"/>
                  </a:cubicBezTo>
                  <a:cubicBezTo>
                    <a:pt x="1483142" y="205910"/>
                    <a:pt x="1475522" y="206101"/>
                    <a:pt x="1469902" y="209244"/>
                  </a:cubicBezTo>
                  <a:cubicBezTo>
                    <a:pt x="1469902" y="209244"/>
                    <a:pt x="1469902" y="209244"/>
                    <a:pt x="1469902" y="209244"/>
                  </a:cubicBezTo>
                  <a:cubicBezTo>
                    <a:pt x="1469902" y="209244"/>
                    <a:pt x="1469902" y="209244"/>
                    <a:pt x="1469902" y="209244"/>
                  </a:cubicBezTo>
                  <a:cubicBezTo>
                    <a:pt x="1468664" y="209911"/>
                    <a:pt x="1467521" y="210768"/>
                    <a:pt x="1466474" y="211816"/>
                  </a:cubicBezTo>
                  <a:cubicBezTo>
                    <a:pt x="1466378" y="211911"/>
                    <a:pt x="1466188" y="212102"/>
                    <a:pt x="1466092" y="212197"/>
                  </a:cubicBezTo>
                  <a:cubicBezTo>
                    <a:pt x="1465045" y="213244"/>
                    <a:pt x="1464092" y="214483"/>
                    <a:pt x="1463425" y="215816"/>
                  </a:cubicBezTo>
                  <a:cubicBezTo>
                    <a:pt x="1460092" y="222293"/>
                    <a:pt x="1461616" y="229913"/>
                    <a:pt x="1466474" y="235628"/>
                  </a:cubicBezTo>
                  <a:cubicBezTo>
                    <a:pt x="1466283" y="235724"/>
                    <a:pt x="1466092" y="235819"/>
                    <a:pt x="1465902" y="235819"/>
                  </a:cubicBezTo>
                  <a:cubicBezTo>
                    <a:pt x="1448757" y="244010"/>
                    <a:pt x="1432945" y="254107"/>
                    <a:pt x="1418753" y="265918"/>
                  </a:cubicBezTo>
                  <a:cubicBezTo>
                    <a:pt x="1410752" y="272585"/>
                    <a:pt x="1403323" y="279824"/>
                    <a:pt x="1396274" y="287635"/>
                  </a:cubicBezTo>
                  <a:cubicBezTo>
                    <a:pt x="1390274" y="285158"/>
                    <a:pt x="1383701" y="286111"/>
                    <a:pt x="1378843" y="289540"/>
                  </a:cubicBezTo>
                  <a:cubicBezTo>
                    <a:pt x="1378843" y="289540"/>
                    <a:pt x="1378843" y="289540"/>
                    <a:pt x="1378843" y="289540"/>
                  </a:cubicBezTo>
                  <a:cubicBezTo>
                    <a:pt x="1378843" y="289540"/>
                    <a:pt x="1378843" y="289540"/>
                    <a:pt x="1378843" y="289540"/>
                  </a:cubicBezTo>
                  <a:cubicBezTo>
                    <a:pt x="1377700" y="290397"/>
                    <a:pt x="1376653" y="291254"/>
                    <a:pt x="1375700" y="292397"/>
                  </a:cubicBezTo>
                  <a:cubicBezTo>
                    <a:pt x="1375605" y="292493"/>
                    <a:pt x="1375510" y="292683"/>
                    <a:pt x="1375319" y="292778"/>
                  </a:cubicBezTo>
                  <a:cubicBezTo>
                    <a:pt x="1374367" y="293921"/>
                    <a:pt x="1373509" y="295160"/>
                    <a:pt x="1372938" y="296588"/>
                  </a:cubicBezTo>
                  <a:cubicBezTo>
                    <a:pt x="1370176" y="302779"/>
                    <a:pt x="1371224" y="309733"/>
                    <a:pt x="1375033" y="314686"/>
                  </a:cubicBezTo>
                  <a:cubicBezTo>
                    <a:pt x="1366175" y="327640"/>
                    <a:pt x="1358365" y="341546"/>
                    <a:pt x="1351602" y="356215"/>
                  </a:cubicBezTo>
                  <a:cubicBezTo>
                    <a:pt x="1344553" y="371645"/>
                    <a:pt x="1338839" y="386409"/>
                    <a:pt x="1334171" y="400601"/>
                  </a:cubicBezTo>
                  <a:cubicBezTo>
                    <a:pt x="1328170" y="402316"/>
                    <a:pt x="1323313" y="407554"/>
                    <a:pt x="1321503" y="414032"/>
                  </a:cubicBezTo>
                  <a:cubicBezTo>
                    <a:pt x="1321408" y="414222"/>
                    <a:pt x="1321408" y="414317"/>
                    <a:pt x="1321312" y="414508"/>
                  </a:cubicBezTo>
                  <a:cubicBezTo>
                    <a:pt x="1320932" y="415936"/>
                    <a:pt x="1320646" y="417365"/>
                    <a:pt x="1320646" y="418889"/>
                  </a:cubicBezTo>
                  <a:cubicBezTo>
                    <a:pt x="1320455" y="424223"/>
                    <a:pt x="1322360" y="428510"/>
                    <a:pt x="1325503" y="431272"/>
                  </a:cubicBezTo>
                  <a:cubicBezTo>
                    <a:pt x="1324837" y="434034"/>
                    <a:pt x="1324075" y="436987"/>
                    <a:pt x="1323408" y="439749"/>
                  </a:cubicBezTo>
                  <a:cubicBezTo>
                    <a:pt x="1317979" y="464990"/>
                    <a:pt x="1315598" y="487850"/>
                    <a:pt x="1315883" y="506995"/>
                  </a:cubicBezTo>
                  <a:cubicBezTo>
                    <a:pt x="1316264" y="526617"/>
                    <a:pt x="1318931" y="543000"/>
                    <a:pt x="1323884" y="556049"/>
                  </a:cubicBezTo>
                  <a:cubicBezTo>
                    <a:pt x="1320455" y="559288"/>
                    <a:pt x="1317788" y="563860"/>
                    <a:pt x="1316741" y="568622"/>
                  </a:cubicBezTo>
                  <a:cubicBezTo>
                    <a:pt x="1315502" y="574623"/>
                    <a:pt x="1316931" y="579576"/>
                    <a:pt x="1320074" y="582148"/>
                  </a:cubicBezTo>
                  <a:cubicBezTo>
                    <a:pt x="1320074" y="582148"/>
                    <a:pt x="1320074" y="582148"/>
                    <a:pt x="1320074" y="582148"/>
                  </a:cubicBezTo>
                  <a:cubicBezTo>
                    <a:pt x="1320074" y="582148"/>
                    <a:pt x="1320074" y="582148"/>
                    <a:pt x="1320169" y="582148"/>
                  </a:cubicBezTo>
                  <a:cubicBezTo>
                    <a:pt x="1320836" y="582719"/>
                    <a:pt x="1321598" y="583100"/>
                    <a:pt x="1322456" y="583386"/>
                  </a:cubicBezTo>
                  <a:cubicBezTo>
                    <a:pt x="1322646" y="583481"/>
                    <a:pt x="1322836" y="583481"/>
                    <a:pt x="1322932" y="583577"/>
                  </a:cubicBezTo>
                  <a:cubicBezTo>
                    <a:pt x="1323884" y="583862"/>
                    <a:pt x="1324837" y="583958"/>
                    <a:pt x="1325980" y="583958"/>
                  </a:cubicBezTo>
                  <a:cubicBezTo>
                    <a:pt x="1329885" y="583672"/>
                    <a:pt x="1333981" y="581291"/>
                    <a:pt x="1337315" y="577766"/>
                  </a:cubicBezTo>
                  <a:cubicBezTo>
                    <a:pt x="1339600" y="580052"/>
                    <a:pt x="1341982" y="582053"/>
                    <a:pt x="1344553" y="583767"/>
                  </a:cubicBezTo>
                  <a:cubicBezTo>
                    <a:pt x="1364175" y="597674"/>
                    <a:pt x="1393322" y="594625"/>
                    <a:pt x="1429421" y="578433"/>
                  </a:cubicBezTo>
                  <a:cubicBezTo>
                    <a:pt x="1445614" y="571099"/>
                    <a:pt x="1463140" y="560621"/>
                    <a:pt x="1481237" y="547477"/>
                  </a:cubicBezTo>
                  <a:cubicBezTo>
                    <a:pt x="1486571" y="552239"/>
                    <a:pt x="1495334" y="552049"/>
                    <a:pt x="1502287" y="546239"/>
                  </a:cubicBezTo>
                  <a:cubicBezTo>
                    <a:pt x="1508669" y="540904"/>
                    <a:pt x="1510955" y="532618"/>
                    <a:pt x="1508479" y="526045"/>
                  </a:cubicBezTo>
                  <a:cubicBezTo>
                    <a:pt x="1521718" y="514806"/>
                    <a:pt x="1535053" y="502138"/>
                    <a:pt x="1548198" y="487945"/>
                  </a:cubicBezTo>
                  <a:cubicBezTo>
                    <a:pt x="1553056" y="482707"/>
                    <a:pt x="1557628" y="477278"/>
                    <a:pt x="1562104" y="471753"/>
                  </a:cubicBezTo>
                  <a:cubicBezTo>
                    <a:pt x="1562104" y="471753"/>
                    <a:pt x="1562104" y="471753"/>
                    <a:pt x="1562104" y="471753"/>
                  </a:cubicBezTo>
                  <a:cubicBezTo>
                    <a:pt x="1562104" y="471753"/>
                    <a:pt x="1562104" y="471753"/>
                    <a:pt x="1562104" y="471753"/>
                  </a:cubicBezTo>
                  <a:cubicBezTo>
                    <a:pt x="1564105" y="469277"/>
                    <a:pt x="1566010" y="466895"/>
                    <a:pt x="1567915" y="464324"/>
                  </a:cubicBezTo>
                  <a:cubicBezTo>
                    <a:pt x="1568582" y="464895"/>
                    <a:pt x="1569343" y="465466"/>
                    <a:pt x="1570106" y="466038"/>
                  </a:cubicBezTo>
                  <a:cubicBezTo>
                    <a:pt x="1578202" y="470991"/>
                    <a:pt x="1589060" y="468324"/>
                    <a:pt x="1594299" y="460037"/>
                  </a:cubicBezTo>
                  <a:cubicBezTo>
                    <a:pt x="1599538" y="451750"/>
                    <a:pt x="1596871" y="440702"/>
                    <a:pt x="1588489" y="435463"/>
                  </a:cubicBezTo>
                  <a:cubicBezTo>
                    <a:pt x="1588012" y="435177"/>
                    <a:pt x="1587536" y="435082"/>
                    <a:pt x="1587060" y="434796"/>
                  </a:cubicBezTo>
                  <a:cubicBezTo>
                    <a:pt x="1594775" y="420890"/>
                    <a:pt x="1601157" y="406411"/>
                    <a:pt x="1605824" y="391457"/>
                  </a:cubicBezTo>
                  <a:cubicBezTo>
                    <a:pt x="1609444" y="379837"/>
                    <a:pt x="1612111" y="367835"/>
                    <a:pt x="1613825" y="355643"/>
                  </a:cubicBezTo>
                  <a:cubicBezTo>
                    <a:pt x="1613920" y="355739"/>
                    <a:pt x="1613920" y="355739"/>
                    <a:pt x="1614016" y="355834"/>
                  </a:cubicBezTo>
                  <a:cubicBezTo>
                    <a:pt x="1614016" y="355834"/>
                    <a:pt x="1614016" y="355834"/>
                    <a:pt x="1614016" y="355834"/>
                  </a:cubicBezTo>
                  <a:cubicBezTo>
                    <a:pt x="1616302" y="357167"/>
                    <a:pt x="1618778" y="358024"/>
                    <a:pt x="1621255" y="358406"/>
                  </a:cubicBezTo>
                  <a:cubicBezTo>
                    <a:pt x="1628589" y="359549"/>
                    <a:pt x="1635923" y="356405"/>
                    <a:pt x="1639352" y="349928"/>
                  </a:cubicBezTo>
                  <a:cubicBezTo>
                    <a:pt x="1641638" y="345547"/>
                    <a:pt x="1641829" y="340403"/>
                    <a:pt x="1640114" y="335736"/>
                  </a:cubicBezTo>
                  <a:cubicBezTo>
                    <a:pt x="1639257" y="333355"/>
                    <a:pt x="1638019" y="331069"/>
                    <a:pt x="1636304" y="329069"/>
                  </a:cubicBezTo>
                  <a:cubicBezTo>
                    <a:pt x="1634590" y="327068"/>
                    <a:pt x="1632590" y="325258"/>
                    <a:pt x="1630113" y="323830"/>
                  </a:cubicBezTo>
                  <a:cubicBezTo>
                    <a:pt x="1628684" y="323068"/>
                    <a:pt x="1627160" y="322496"/>
                    <a:pt x="1625732" y="322020"/>
                  </a:cubicBezTo>
                  <a:cubicBezTo>
                    <a:pt x="1625350" y="321925"/>
                    <a:pt x="1625065" y="321829"/>
                    <a:pt x="1624684" y="321829"/>
                  </a:cubicBezTo>
                  <a:cubicBezTo>
                    <a:pt x="1623255" y="321449"/>
                    <a:pt x="1621922" y="321258"/>
                    <a:pt x="1620493" y="321258"/>
                  </a:cubicBezTo>
                  <a:cubicBezTo>
                    <a:pt x="1620493" y="321258"/>
                    <a:pt x="1620493" y="321258"/>
                    <a:pt x="1620493" y="321258"/>
                  </a:cubicBezTo>
                  <a:lnTo>
                    <a:pt x="1620493" y="321258"/>
                  </a:lnTo>
                  <a:cubicBezTo>
                    <a:pt x="1618874" y="321258"/>
                    <a:pt x="1617254" y="321353"/>
                    <a:pt x="1615825" y="321639"/>
                  </a:cubicBezTo>
                  <a:cubicBezTo>
                    <a:pt x="1615635" y="314210"/>
                    <a:pt x="1615064" y="306780"/>
                    <a:pt x="1614206" y="299255"/>
                  </a:cubicBezTo>
                  <a:cubicBezTo>
                    <a:pt x="1616302" y="299827"/>
                    <a:pt x="1618397" y="300303"/>
                    <a:pt x="1620493" y="300208"/>
                  </a:cubicBezTo>
                  <a:cubicBezTo>
                    <a:pt x="1621826" y="300208"/>
                    <a:pt x="1623065" y="300017"/>
                    <a:pt x="1624398" y="299827"/>
                  </a:cubicBezTo>
                  <a:cubicBezTo>
                    <a:pt x="1625922" y="299541"/>
                    <a:pt x="1627351" y="298970"/>
                    <a:pt x="1628684" y="298303"/>
                  </a:cubicBezTo>
                  <a:cubicBezTo>
                    <a:pt x="1628875" y="298207"/>
                    <a:pt x="1628970" y="298112"/>
                    <a:pt x="1629065" y="298017"/>
                  </a:cubicBezTo>
                  <a:cubicBezTo>
                    <a:pt x="1633542" y="295540"/>
                    <a:pt x="1636495" y="291254"/>
                    <a:pt x="1637066" y="286111"/>
                  </a:cubicBezTo>
                  <a:cubicBezTo>
                    <a:pt x="1670785" y="297350"/>
                    <a:pt x="1703646" y="317067"/>
                    <a:pt x="1731745" y="344785"/>
                  </a:cubicBezTo>
                  <a:cubicBezTo>
                    <a:pt x="1742127" y="355262"/>
                    <a:pt x="1751271" y="366502"/>
                    <a:pt x="1759367" y="378122"/>
                  </a:cubicBezTo>
                  <a:cubicBezTo>
                    <a:pt x="1754795" y="379361"/>
                    <a:pt x="1750985" y="382599"/>
                    <a:pt x="1749175" y="387266"/>
                  </a:cubicBezTo>
                  <a:cubicBezTo>
                    <a:pt x="1746223" y="394982"/>
                    <a:pt x="1748794" y="404602"/>
                    <a:pt x="1755367" y="410888"/>
                  </a:cubicBezTo>
                  <a:cubicBezTo>
                    <a:pt x="1755462" y="410983"/>
                    <a:pt x="1755557" y="411079"/>
                    <a:pt x="1755652" y="411174"/>
                  </a:cubicBezTo>
                  <a:cubicBezTo>
                    <a:pt x="1756891" y="412317"/>
                    <a:pt x="1758319" y="413460"/>
                    <a:pt x="1759843" y="414317"/>
                  </a:cubicBezTo>
                  <a:cubicBezTo>
                    <a:pt x="1766892" y="418413"/>
                    <a:pt x="1774798" y="418127"/>
                    <a:pt x="1780227" y="414222"/>
                  </a:cubicBezTo>
                  <a:cubicBezTo>
                    <a:pt x="1782894" y="419937"/>
                    <a:pt x="1785370" y="425747"/>
                    <a:pt x="1787561" y="431557"/>
                  </a:cubicBezTo>
                  <a:cubicBezTo>
                    <a:pt x="1788514" y="434129"/>
                    <a:pt x="1789371" y="436701"/>
                    <a:pt x="1790228" y="439368"/>
                  </a:cubicBezTo>
                  <a:cubicBezTo>
                    <a:pt x="1790990" y="441559"/>
                    <a:pt x="1791752" y="443845"/>
                    <a:pt x="1792419" y="446131"/>
                  </a:cubicBezTo>
                  <a:cubicBezTo>
                    <a:pt x="1794229" y="452322"/>
                    <a:pt x="1795943" y="458704"/>
                    <a:pt x="1797372" y="465371"/>
                  </a:cubicBezTo>
                  <a:cubicBezTo>
                    <a:pt x="1790419" y="463943"/>
                    <a:pt x="1783561" y="462990"/>
                    <a:pt x="1776798" y="462228"/>
                  </a:cubicBezTo>
                  <a:cubicBezTo>
                    <a:pt x="1777560" y="456799"/>
                    <a:pt x="1776036" y="450798"/>
                    <a:pt x="1772131" y="445750"/>
                  </a:cubicBezTo>
                  <a:cubicBezTo>
                    <a:pt x="1767464" y="439654"/>
                    <a:pt x="1760320" y="436987"/>
                    <a:pt x="1753938" y="437749"/>
                  </a:cubicBezTo>
                  <a:lnTo>
                    <a:pt x="1753938" y="437749"/>
                  </a:lnTo>
                  <a:cubicBezTo>
                    <a:pt x="1753938" y="437749"/>
                    <a:pt x="1753938" y="437749"/>
                    <a:pt x="1753938" y="437749"/>
                  </a:cubicBezTo>
                  <a:cubicBezTo>
                    <a:pt x="1752509" y="437939"/>
                    <a:pt x="1751081" y="438320"/>
                    <a:pt x="1749747" y="438797"/>
                  </a:cubicBezTo>
                  <a:cubicBezTo>
                    <a:pt x="1749557" y="438892"/>
                    <a:pt x="1749366" y="438892"/>
                    <a:pt x="1749175" y="438987"/>
                  </a:cubicBezTo>
                  <a:cubicBezTo>
                    <a:pt x="1747842" y="439558"/>
                    <a:pt x="1746508" y="440320"/>
                    <a:pt x="1745366" y="441273"/>
                  </a:cubicBezTo>
                  <a:cubicBezTo>
                    <a:pt x="1739841" y="446036"/>
                    <a:pt x="1738412" y="453560"/>
                    <a:pt x="1740603" y="460704"/>
                  </a:cubicBezTo>
                  <a:cubicBezTo>
                    <a:pt x="1740412" y="460704"/>
                    <a:pt x="1740222" y="460704"/>
                    <a:pt x="1740032" y="460704"/>
                  </a:cubicBezTo>
                  <a:cubicBezTo>
                    <a:pt x="1720982" y="461752"/>
                    <a:pt x="1702503" y="465181"/>
                    <a:pt x="1684882" y="470705"/>
                  </a:cubicBezTo>
                  <a:cubicBezTo>
                    <a:pt x="1674976" y="473753"/>
                    <a:pt x="1665260" y="477658"/>
                    <a:pt x="1655831" y="482135"/>
                  </a:cubicBezTo>
                  <a:cubicBezTo>
                    <a:pt x="1651354" y="477468"/>
                    <a:pt x="1644877" y="475849"/>
                    <a:pt x="1639066" y="477182"/>
                  </a:cubicBezTo>
                  <a:cubicBezTo>
                    <a:pt x="1639066" y="477182"/>
                    <a:pt x="1639066" y="477182"/>
                    <a:pt x="1639066" y="477182"/>
                  </a:cubicBezTo>
                  <a:cubicBezTo>
                    <a:pt x="1639066" y="477182"/>
                    <a:pt x="1639066" y="477182"/>
                    <a:pt x="1639066" y="477182"/>
                  </a:cubicBezTo>
                  <a:cubicBezTo>
                    <a:pt x="1637733" y="477468"/>
                    <a:pt x="1636399" y="477944"/>
                    <a:pt x="1635161" y="478611"/>
                  </a:cubicBezTo>
                  <a:cubicBezTo>
                    <a:pt x="1634971" y="478706"/>
                    <a:pt x="1634780" y="478802"/>
                    <a:pt x="1634590" y="478897"/>
                  </a:cubicBezTo>
                  <a:cubicBezTo>
                    <a:pt x="1633256" y="479564"/>
                    <a:pt x="1632018" y="480421"/>
                    <a:pt x="1630970" y="481469"/>
                  </a:cubicBezTo>
                  <a:cubicBezTo>
                    <a:pt x="1630113" y="482326"/>
                    <a:pt x="1629256" y="483278"/>
                    <a:pt x="1628589" y="484231"/>
                  </a:cubicBezTo>
                  <a:cubicBezTo>
                    <a:pt x="1627256" y="486136"/>
                    <a:pt x="1626303" y="488327"/>
                    <a:pt x="1625827" y="490517"/>
                  </a:cubicBezTo>
                  <a:cubicBezTo>
                    <a:pt x="1625541" y="491660"/>
                    <a:pt x="1625446" y="492708"/>
                    <a:pt x="1625350" y="493851"/>
                  </a:cubicBezTo>
                  <a:cubicBezTo>
                    <a:pt x="1625255" y="495565"/>
                    <a:pt x="1625541" y="497280"/>
                    <a:pt x="1626017" y="498995"/>
                  </a:cubicBezTo>
                  <a:cubicBezTo>
                    <a:pt x="1613540" y="507186"/>
                    <a:pt x="1601633" y="516425"/>
                    <a:pt x="1590299" y="526808"/>
                  </a:cubicBezTo>
                  <a:cubicBezTo>
                    <a:pt x="1590299" y="526808"/>
                    <a:pt x="1590299" y="526808"/>
                    <a:pt x="1590299" y="526808"/>
                  </a:cubicBezTo>
                  <a:lnTo>
                    <a:pt x="1588489" y="528427"/>
                  </a:lnTo>
                  <a:cubicBezTo>
                    <a:pt x="1576011" y="539952"/>
                    <a:pt x="1565152" y="551477"/>
                    <a:pt x="1555437" y="562812"/>
                  </a:cubicBezTo>
                  <a:cubicBezTo>
                    <a:pt x="1550484" y="562241"/>
                    <a:pt x="1545436" y="564050"/>
                    <a:pt x="1541531" y="567384"/>
                  </a:cubicBezTo>
                  <a:lnTo>
                    <a:pt x="1541531" y="567384"/>
                  </a:lnTo>
                  <a:lnTo>
                    <a:pt x="1541531" y="567384"/>
                  </a:lnTo>
                  <a:cubicBezTo>
                    <a:pt x="1540483" y="568241"/>
                    <a:pt x="1539530" y="569289"/>
                    <a:pt x="1538578" y="570432"/>
                  </a:cubicBezTo>
                  <a:cubicBezTo>
                    <a:pt x="1538483" y="570527"/>
                    <a:pt x="1538387" y="570718"/>
                    <a:pt x="1538197" y="570813"/>
                  </a:cubicBezTo>
                  <a:cubicBezTo>
                    <a:pt x="1537340" y="571956"/>
                    <a:pt x="1536482" y="573194"/>
                    <a:pt x="1535911" y="574528"/>
                  </a:cubicBezTo>
                  <a:cubicBezTo>
                    <a:pt x="1533910" y="578814"/>
                    <a:pt x="1533815" y="583195"/>
                    <a:pt x="1535244" y="586815"/>
                  </a:cubicBezTo>
                  <a:cubicBezTo>
                    <a:pt x="1535339" y="587196"/>
                    <a:pt x="1535625" y="587482"/>
                    <a:pt x="1535720" y="587863"/>
                  </a:cubicBezTo>
                  <a:cubicBezTo>
                    <a:pt x="1534006" y="590244"/>
                    <a:pt x="1532196" y="592625"/>
                    <a:pt x="1530577" y="594911"/>
                  </a:cubicBezTo>
                  <a:cubicBezTo>
                    <a:pt x="1515718" y="616343"/>
                    <a:pt x="1505050" y="636345"/>
                    <a:pt x="1498097" y="654157"/>
                  </a:cubicBezTo>
                  <a:cubicBezTo>
                    <a:pt x="1491048" y="672064"/>
                    <a:pt x="1486952" y="688256"/>
                    <a:pt x="1486857" y="701782"/>
                  </a:cubicBezTo>
                  <a:cubicBezTo>
                    <a:pt x="1486857" y="702067"/>
                    <a:pt x="1486857" y="702353"/>
                    <a:pt x="1486857" y="702544"/>
                  </a:cubicBezTo>
                  <a:cubicBezTo>
                    <a:pt x="1482475" y="704258"/>
                    <a:pt x="1478284" y="707401"/>
                    <a:pt x="1475427" y="711497"/>
                  </a:cubicBezTo>
                  <a:cubicBezTo>
                    <a:pt x="1471045" y="717784"/>
                    <a:pt x="1471045" y="724261"/>
                    <a:pt x="1475046" y="727595"/>
                  </a:cubicBezTo>
                  <a:cubicBezTo>
                    <a:pt x="1475141" y="727690"/>
                    <a:pt x="1475236" y="727785"/>
                    <a:pt x="1475332" y="727785"/>
                  </a:cubicBezTo>
                  <a:cubicBezTo>
                    <a:pt x="1476094" y="728357"/>
                    <a:pt x="1477046" y="728928"/>
                    <a:pt x="1478094" y="729309"/>
                  </a:cubicBezTo>
                  <a:cubicBezTo>
                    <a:pt x="1481809" y="730547"/>
                    <a:pt x="1486571" y="729881"/>
                    <a:pt x="1490953" y="727880"/>
                  </a:cubicBezTo>
                  <a:cubicBezTo>
                    <a:pt x="1492191" y="730833"/>
                    <a:pt x="1493524" y="733595"/>
                    <a:pt x="1495239" y="736262"/>
                  </a:cubicBezTo>
                  <a:cubicBezTo>
                    <a:pt x="1501716" y="746454"/>
                    <a:pt x="1512289" y="753312"/>
                    <a:pt x="1525528" y="757979"/>
                  </a:cubicBezTo>
                  <a:cubicBezTo>
                    <a:pt x="1532291" y="760265"/>
                    <a:pt x="1540007" y="761789"/>
                    <a:pt x="1548484" y="762647"/>
                  </a:cubicBezTo>
                  <a:cubicBezTo>
                    <a:pt x="1556770" y="763694"/>
                    <a:pt x="1565915" y="763980"/>
                    <a:pt x="1575820" y="763599"/>
                  </a:cubicBezTo>
                  <a:cubicBezTo>
                    <a:pt x="1593727" y="762837"/>
                    <a:pt x="1613920" y="759884"/>
                    <a:pt x="1635542" y="754741"/>
                  </a:cubicBezTo>
                  <a:cubicBezTo>
                    <a:pt x="1636495" y="756836"/>
                    <a:pt x="1637924" y="758551"/>
                    <a:pt x="1639733" y="759884"/>
                  </a:cubicBezTo>
                  <a:cubicBezTo>
                    <a:pt x="1641352" y="761027"/>
                    <a:pt x="1643258" y="761789"/>
                    <a:pt x="1645258" y="762170"/>
                  </a:cubicBezTo>
                  <a:cubicBezTo>
                    <a:pt x="1648401" y="762837"/>
                    <a:pt x="1651830" y="762647"/>
                    <a:pt x="1655354" y="761599"/>
                  </a:cubicBezTo>
                  <a:cubicBezTo>
                    <a:pt x="1663260" y="759122"/>
                    <a:pt x="1668594" y="752359"/>
                    <a:pt x="1668689" y="745311"/>
                  </a:cubicBezTo>
                  <a:cubicBezTo>
                    <a:pt x="1685167" y="739882"/>
                    <a:pt x="1702312" y="733309"/>
                    <a:pt x="1720029" y="725213"/>
                  </a:cubicBezTo>
                  <a:cubicBezTo>
                    <a:pt x="1726506" y="722260"/>
                    <a:pt x="1732792" y="719022"/>
                    <a:pt x="1738984" y="715593"/>
                  </a:cubicBezTo>
                  <a:cubicBezTo>
                    <a:pt x="1738984" y="715593"/>
                    <a:pt x="1738984" y="715593"/>
                    <a:pt x="1739079" y="715593"/>
                  </a:cubicBezTo>
                  <a:cubicBezTo>
                    <a:pt x="1739079" y="715593"/>
                    <a:pt x="1739079" y="715593"/>
                    <a:pt x="1739079" y="715593"/>
                  </a:cubicBezTo>
                  <a:cubicBezTo>
                    <a:pt x="1741841" y="714069"/>
                    <a:pt x="1744603" y="712545"/>
                    <a:pt x="1747270" y="711021"/>
                  </a:cubicBezTo>
                  <a:cubicBezTo>
                    <a:pt x="1747651" y="711878"/>
                    <a:pt x="1748128" y="712640"/>
                    <a:pt x="1748699" y="713402"/>
                  </a:cubicBezTo>
                  <a:cubicBezTo>
                    <a:pt x="1749366" y="714355"/>
                    <a:pt x="1750223" y="715212"/>
                    <a:pt x="1751081" y="715974"/>
                  </a:cubicBezTo>
                  <a:cubicBezTo>
                    <a:pt x="1756224" y="720546"/>
                    <a:pt x="1763844" y="721689"/>
                    <a:pt x="1770416" y="718832"/>
                  </a:cubicBezTo>
                  <a:cubicBezTo>
                    <a:pt x="1771464" y="718355"/>
                    <a:pt x="1772512" y="717784"/>
                    <a:pt x="1773559" y="717022"/>
                  </a:cubicBezTo>
                  <a:cubicBezTo>
                    <a:pt x="1781560" y="711402"/>
                    <a:pt x="1783275" y="700163"/>
                    <a:pt x="1777465" y="692162"/>
                  </a:cubicBezTo>
                  <a:cubicBezTo>
                    <a:pt x="1777179" y="691685"/>
                    <a:pt x="1776798" y="691399"/>
                    <a:pt x="1776417" y="691018"/>
                  </a:cubicBezTo>
                  <a:cubicBezTo>
                    <a:pt x="1788895" y="681113"/>
                    <a:pt x="1800420" y="670159"/>
                    <a:pt x="1810421" y="658062"/>
                  </a:cubicBezTo>
                  <a:cubicBezTo>
                    <a:pt x="1818232" y="648727"/>
                    <a:pt x="1825090" y="638631"/>
                    <a:pt x="1831376" y="627963"/>
                  </a:cubicBezTo>
                  <a:cubicBezTo>
                    <a:pt x="1831472" y="628058"/>
                    <a:pt x="1831472" y="628153"/>
                    <a:pt x="1831567" y="628249"/>
                  </a:cubicBezTo>
                  <a:cubicBezTo>
                    <a:pt x="1838139" y="636726"/>
                    <a:pt x="1849759" y="638726"/>
                    <a:pt x="1857379" y="632440"/>
                  </a:cubicBezTo>
                  <a:cubicBezTo>
                    <a:pt x="1858332" y="631678"/>
                    <a:pt x="1859189" y="630820"/>
                    <a:pt x="1859951" y="629773"/>
                  </a:cubicBezTo>
                  <a:cubicBezTo>
                    <a:pt x="1861380" y="627868"/>
                    <a:pt x="1862428" y="625677"/>
                    <a:pt x="1862999" y="623200"/>
                  </a:cubicBezTo>
                  <a:cubicBezTo>
                    <a:pt x="1863571" y="620724"/>
                    <a:pt x="1863666" y="618248"/>
                    <a:pt x="1863380" y="615771"/>
                  </a:cubicBezTo>
                  <a:cubicBezTo>
                    <a:pt x="1863094" y="613199"/>
                    <a:pt x="1862237" y="610628"/>
                    <a:pt x="1860999" y="608246"/>
                  </a:cubicBezTo>
                  <a:cubicBezTo>
                    <a:pt x="1860332" y="607008"/>
                    <a:pt x="1859666" y="605865"/>
                    <a:pt x="1858808" y="604722"/>
                  </a:cubicBezTo>
                  <a:cubicBezTo>
                    <a:pt x="1857760" y="603293"/>
                    <a:pt x="1856522" y="602150"/>
                    <a:pt x="1855284" y="601103"/>
                  </a:cubicBezTo>
                  <a:cubicBezTo>
                    <a:pt x="1855189" y="601007"/>
                    <a:pt x="1855189" y="601007"/>
                    <a:pt x="1855093" y="600912"/>
                  </a:cubicBezTo>
                  <a:cubicBezTo>
                    <a:pt x="1853950" y="599960"/>
                    <a:pt x="1852617" y="599198"/>
                    <a:pt x="1851379" y="598626"/>
                  </a:cubicBezTo>
                  <a:cubicBezTo>
                    <a:pt x="1851283" y="598626"/>
                    <a:pt x="1851283" y="598531"/>
                    <a:pt x="1851188" y="598531"/>
                  </a:cubicBezTo>
                  <a:cubicBezTo>
                    <a:pt x="1851188" y="598531"/>
                    <a:pt x="1851188" y="598531"/>
                    <a:pt x="1851188" y="598531"/>
                  </a:cubicBezTo>
                  <a:cubicBezTo>
                    <a:pt x="1849664" y="597864"/>
                    <a:pt x="1848235" y="597388"/>
                    <a:pt x="1846616" y="597102"/>
                  </a:cubicBezTo>
                  <a:cubicBezTo>
                    <a:pt x="1849283" y="590149"/>
                    <a:pt x="1851569" y="583005"/>
                    <a:pt x="1853569" y="575766"/>
                  </a:cubicBezTo>
                  <a:cubicBezTo>
                    <a:pt x="1855284" y="577099"/>
                    <a:pt x="1857094" y="578243"/>
                    <a:pt x="1859094" y="579100"/>
                  </a:cubicBezTo>
                  <a:cubicBezTo>
                    <a:pt x="1860332" y="579576"/>
                    <a:pt x="1861570" y="579957"/>
                    <a:pt x="1862809" y="580148"/>
                  </a:cubicBezTo>
                  <a:cubicBezTo>
                    <a:pt x="1864428" y="580433"/>
                    <a:pt x="1865857" y="580433"/>
                    <a:pt x="1867381" y="580338"/>
                  </a:cubicBezTo>
                  <a:cubicBezTo>
                    <a:pt x="1867571" y="580338"/>
                    <a:pt x="1867666" y="580338"/>
                    <a:pt x="1867857" y="580243"/>
                  </a:cubicBezTo>
                  <a:cubicBezTo>
                    <a:pt x="1873000" y="579671"/>
                    <a:pt x="1877287" y="576814"/>
                    <a:pt x="1879763" y="572337"/>
                  </a:cubicBezTo>
                  <a:cubicBezTo>
                    <a:pt x="1906719" y="595578"/>
                    <a:pt x="1929389" y="626534"/>
                    <a:pt x="1944819" y="663015"/>
                  </a:cubicBezTo>
                  <a:cubicBezTo>
                    <a:pt x="1950534" y="676636"/>
                    <a:pt x="1954725" y="690542"/>
                    <a:pt x="1957773" y="704449"/>
                  </a:cubicBezTo>
                  <a:cubicBezTo>
                    <a:pt x="1953105" y="703877"/>
                    <a:pt x="1948438" y="705306"/>
                    <a:pt x="1944819" y="708925"/>
                  </a:cubicBezTo>
                  <a:cubicBezTo>
                    <a:pt x="1938913" y="714926"/>
                    <a:pt x="1937866" y="724737"/>
                    <a:pt x="1941390" y="733024"/>
                  </a:cubicBezTo>
                  <a:cubicBezTo>
                    <a:pt x="1941485" y="733214"/>
                    <a:pt x="1941581" y="733500"/>
                    <a:pt x="1941676" y="733691"/>
                  </a:cubicBezTo>
                  <a:cubicBezTo>
                    <a:pt x="1942437" y="735215"/>
                    <a:pt x="1943295" y="736739"/>
                    <a:pt x="1944343" y="738167"/>
                  </a:cubicBezTo>
                  <a:cubicBezTo>
                    <a:pt x="1949296" y="744644"/>
                    <a:pt x="1956725" y="747407"/>
                    <a:pt x="1963202" y="745883"/>
                  </a:cubicBezTo>
                  <a:cubicBezTo>
                    <a:pt x="1963774" y="758170"/>
                    <a:pt x="1963393" y="770266"/>
                    <a:pt x="1962154" y="781982"/>
                  </a:cubicBezTo>
                  <a:cubicBezTo>
                    <a:pt x="1962059" y="783125"/>
                    <a:pt x="1961869" y="784364"/>
                    <a:pt x="1961774" y="785507"/>
                  </a:cubicBezTo>
                  <a:cubicBezTo>
                    <a:pt x="1961202" y="790364"/>
                    <a:pt x="1960535" y="795127"/>
                    <a:pt x="1959583" y="799794"/>
                  </a:cubicBezTo>
                  <a:cubicBezTo>
                    <a:pt x="1953677" y="795889"/>
                    <a:pt x="1947771" y="792365"/>
                    <a:pt x="1941676" y="788935"/>
                  </a:cubicBezTo>
                  <a:cubicBezTo>
                    <a:pt x="1944438" y="784268"/>
                    <a:pt x="1945390" y="778172"/>
                    <a:pt x="1943580" y="771981"/>
                  </a:cubicBezTo>
                  <a:cubicBezTo>
                    <a:pt x="1941104" y="762742"/>
                    <a:pt x="1933484" y="756932"/>
                    <a:pt x="1925578" y="756836"/>
                  </a:cubicBezTo>
                  <a:cubicBezTo>
                    <a:pt x="1925483" y="756836"/>
                    <a:pt x="1925293" y="756836"/>
                    <a:pt x="1925198" y="756836"/>
                  </a:cubicBezTo>
                  <a:cubicBezTo>
                    <a:pt x="1923674" y="756836"/>
                    <a:pt x="1922149" y="757027"/>
                    <a:pt x="1920721" y="757503"/>
                  </a:cubicBezTo>
                  <a:cubicBezTo>
                    <a:pt x="1913863" y="759694"/>
                    <a:pt x="1909481" y="766171"/>
                    <a:pt x="1908815" y="773696"/>
                  </a:cubicBezTo>
                  <a:cubicBezTo>
                    <a:pt x="1908624" y="773600"/>
                    <a:pt x="1908433" y="773505"/>
                    <a:pt x="1908243" y="773505"/>
                  </a:cubicBezTo>
                  <a:cubicBezTo>
                    <a:pt x="1890622" y="767028"/>
                    <a:pt x="1871858" y="763218"/>
                    <a:pt x="1853474" y="761504"/>
                  </a:cubicBezTo>
                  <a:cubicBezTo>
                    <a:pt x="1843092" y="760551"/>
                    <a:pt x="1832615" y="760456"/>
                    <a:pt x="1822232" y="760932"/>
                  </a:cubicBezTo>
                  <a:cubicBezTo>
                    <a:pt x="1819470" y="753407"/>
                    <a:pt x="1812041" y="749121"/>
                    <a:pt x="1804516" y="749692"/>
                  </a:cubicBezTo>
                  <a:cubicBezTo>
                    <a:pt x="1804325" y="749692"/>
                    <a:pt x="1804135" y="749692"/>
                    <a:pt x="1803944" y="749692"/>
                  </a:cubicBezTo>
                  <a:cubicBezTo>
                    <a:pt x="1802516" y="749883"/>
                    <a:pt x="1800991" y="750169"/>
                    <a:pt x="1799563" y="750645"/>
                  </a:cubicBezTo>
                  <a:cubicBezTo>
                    <a:pt x="1793181" y="753122"/>
                    <a:pt x="1789181" y="758646"/>
                    <a:pt x="1788228" y="764933"/>
                  </a:cubicBezTo>
                  <a:cubicBezTo>
                    <a:pt x="1773655" y="767695"/>
                    <a:pt x="1759082" y="771695"/>
                    <a:pt x="1744699" y="776934"/>
                  </a:cubicBezTo>
                  <a:lnTo>
                    <a:pt x="1744699" y="776934"/>
                  </a:lnTo>
                  <a:lnTo>
                    <a:pt x="1742413" y="777696"/>
                  </a:lnTo>
                  <a:cubicBezTo>
                    <a:pt x="1726601" y="783601"/>
                    <a:pt x="1712123" y="790079"/>
                    <a:pt x="1698693" y="796841"/>
                  </a:cubicBezTo>
                  <a:cubicBezTo>
                    <a:pt x="1693264" y="793793"/>
                    <a:pt x="1686025" y="794079"/>
                    <a:pt x="1680215" y="797317"/>
                  </a:cubicBezTo>
                  <a:cubicBezTo>
                    <a:pt x="1680024" y="797413"/>
                    <a:pt x="1679929" y="797508"/>
                    <a:pt x="1679738" y="797603"/>
                  </a:cubicBezTo>
                  <a:cubicBezTo>
                    <a:pt x="1678500" y="798365"/>
                    <a:pt x="1677262" y="799223"/>
                    <a:pt x="1676214" y="800175"/>
                  </a:cubicBezTo>
                  <a:cubicBezTo>
                    <a:pt x="1672499" y="803699"/>
                    <a:pt x="1670690" y="808176"/>
                    <a:pt x="1670785" y="812367"/>
                  </a:cubicBezTo>
                  <a:cubicBezTo>
                    <a:pt x="1645448" y="827798"/>
                    <a:pt x="1625446" y="843990"/>
                    <a:pt x="1610682" y="859040"/>
                  </a:cubicBezTo>
                  <a:cubicBezTo>
                    <a:pt x="1596966" y="872946"/>
                    <a:pt x="1587346" y="886186"/>
                    <a:pt x="1582012" y="898568"/>
                  </a:cubicBezTo>
                  <a:cubicBezTo>
                    <a:pt x="1581916" y="898854"/>
                    <a:pt x="1581821" y="899140"/>
                    <a:pt x="1581631" y="899425"/>
                  </a:cubicBezTo>
                  <a:cubicBezTo>
                    <a:pt x="1576964" y="899330"/>
                    <a:pt x="1571915" y="900568"/>
                    <a:pt x="1567629" y="903235"/>
                  </a:cubicBezTo>
                  <a:cubicBezTo>
                    <a:pt x="1562295" y="906665"/>
                    <a:pt x="1559723" y="911141"/>
                    <a:pt x="1560199" y="915237"/>
                  </a:cubicBezTo>
                  <a:lnTo>
                    <a:pt x="1560199" y="915237"/>
                  </a:lnTo>
                  <a:cubicBezTo>
                    <a:pt x="1560199" y="915237"/>
                    <a:pt x="1560199" y="915237"/>
                    <a:pt x="1560199" y="915237"/>
                  </a:cubicBezTo>
                  <a:cubicBezTo>
                    <a:pt x="1560295" y="916190"/>
                    <a:pt x="1560581" y="917047"/>
                    <a:pt x="1561057" y="917904"/>
                  </a:cubicBezTo>
                  <a:cubicBezTo>
                    <a:pt x="1561152" y="917999"/>
                    <a:pt x="1561152" y="918095"/>
                    <a:pt x="1561247" y="918285"/>
                  </a:cubicBezTo>
                  <a:cubicBezTo>
                    <a:pt x="1561724" y="919142"/>
                    <a:pt x="1562390" y="919999"/>
                    <a:pt x="1563248" y="920666"/>
                  </a:cubicBezTo>
                  <a:cubicBezTo>
                    <a:pt x="1566295" y="923238"/>
                    <a:pt x="1570867" y="924381"/>
                    <a:pt x="1575725" y="924191"/>
                  </a:cubicBezTo>
                  <a:cubicBezTo>
                    <a:pt x="1575725" y="927334"/>
                    <a:pt x="1575916" y="930572"/>
                    <a:pt x="1576392" y="933620"/>
                  </a:cubicBezTo>
                  <a:cubicBezTo>
                    <a:pt x="1578487" y="945526"/>
                    <a:pt x="1585631" y="955814"/>
                    <a:pt x="1596014" y="965243"/>
                  </a:cubicBezTo>
                  <a:cubicBezTo>
                    <a:pt x="1601348" y="969910"/>
                    <a:pt x="1607824" y="974292"/>
                    <a:pt x="1615444" y="978388"/>
                  </a:cubicBezTo>
                  <a:cubicBezTo>
                    <a:pt x="1622683" y="982483"/>
                    <a:pt x="1630970" y="986293"/>
                    <a:pt x="1640305" y="989818"/>
                  </a:cubicBezTo>
                  <a:cubicBezTo>
                    <a:pt x="1656974" y="996104"/>
                    <a:pt x="1676881" y="1001057"/>
                    <a:pt x="1698883" y="1004582"/>
                  </a:cubicBezTo>
                  <a:cubicBezTo>
                    <a:pt x="1699169" y="1011725"/>
                    <a:pt x="1705551" y="1017821"/>
                    <a:pt x="1714600" y="1018583"/>
                  </a:cubicBezTo>
                  <a:cubicBezTo>
                    <a:pt x="1715838" y="1018679"/>
                    <a:pt x="1717076" y="1018679"/>
                    <a:pt x="1718219" y="1018583"/>
                  </a:cubicBezTo>
                  <a:cubicBezTo>
                    <a:pt x="1719743" y="1018488"/>
                    <a:pt x="1721077" y="1018107"/>
                    <a:pt x="1722506" y="1017726"/>
                  </a:cubicBezTo>
                  <a:cubicBezTo>
                    <a:pt x="1724029" y="1017250"/>
                    <a:pt x="1725363" y="1016583"/>
                    <a:pt x="1726697" y="1015821"/>
                  </a:cubicBezTo>
                  <a:cubicBezTo>
                    <a:pt x="1728887" y="1014488"/>
                    <a:pt x="1730792" y="1012773"/>
                    <a:pt x="1732221" y="1010677"/>
                  </a:cubicBezTo>
                  <a:cubicBezTo>
                    <a:pt x="1732602" y="1010011"/>
                    <a:pt x="1732983" y="1009344"/>
                    <a:pt x="1733269" y="1008582"/>
                  </a:cubicBezTo>
                  <a:cubicBezTo>
                    <a:pt x="1750604" y="1009916"/>
                    <a:pt x="1768892" y="1010487"/>
                    <a:pt x="1788323" y="1009725"/>
                  </a:cubicBezTo>
                  <a:cubicBezTo>
                    <a:pt x="1795467" y="1009439"/>
                    <a:pt x="1802516" y="1008868"/>
                    <a:pt x="1809564" y="1008106"/>
                  </a:cubicBezTo>
                  <a:cubicBezTo>
                    <a:pt x="1809564" y="1008106"/>
                    <a:pt x="1809659" y="1008106"/>
                    <a:pt x="1809659" y="1008106"/>
                  </a:cubicBezTo>
                  <a:cubicBezTo>
                    <a:pt x="1809659" y="1008106"/>
                    <a:pt x="1809659" y="1008106"/>
                    <a:pt x="1809659" y="1008106"/>
                  </a:cubicBezTo>
                  <a:cubicBezTo>
                    <a:pt x="1812802" y="1007725"/>
                    <a:pt x="1815946" y="1007439"/>
                    <a:pt x="1818994" y="1006963"/>
                  </a:cubicBezTo>
                  <a:cubicBezTo>
                    <a:pt x="1819089" y="1007820"/>
                    <a:pt x="1819089" y="1008773"/>
                    <a:pt x="1819375" y="1009630"/>
                  </a:cubicBezTo>
                  <a:cubicBezTo>
                    <a:pt x="1819375" y="1009630"/>
                    <a:pt x="1819375" y="1009630"/>
                    <a:pt x="1819375" y="1009630"/>
                  </a:cubicBezTo>
                  <a:cubicBezTo>
                    <a:pt x="1819946" y="1011916"/>
                    <a:pt x="1820994" y="1014011"/>
                    <a:pt x="1822327" y="1015821"/>
                  </a:cubicBezTo>
                  <a:cubicBezTo>
                    <a:pt x="1822994" y="1016678"/>
                    <a:pt x="1823756" y="1017535"/>
                    <a:pt x="1824614" y="1018298"/>
                  </a:cubicBezTo>
                  <a:cubicBezTo>
                    <a:pt x="1826328" y="1019822"/>
                    <a:pt x="1828233" y="1020965"/>
                    <a:pt x="1830424" y="1021822"/>
                  </a:cubicBezTo>
                  <a:cubicBezTo>
                    <a:pt x="1833662" y="1023060"/>
                    <a:pt x="1837186" y="1023346"/>
                    <a:pt x="1840806" y="1022584"/>
                  </a:cubicBezTo>
                  <a:cubicBezTo>
                    <a:pt x="1850426" y="1020488"/>
                    <a:pt x="1856332" y="1010773"/>
                    <a:pt x="1854046" y="1001152"/>
                  </a:cubicBezTo>
                  <a:cubicBezTo>
                    <a:pt x="1853950" y="1000676"/>
                    <a:pt x="1853665" y="1000200"/>
                    <a:pt x="1853569" y="999724"/>
                  </a:cubicBezTo>
                  <a:cubicBezTo>
                    <a:pt x="1868905" y="995342"/>
                    <a:pt x="1883668" y="989723"/>
                    <a:pt x="1897480" y="982388"/>
                  </a:cubicBezTo>
                  <a:cubicBezTo>
                    <a:pt x="1908243" y="976768"/>
                    <a:pt x="1918530" y="970101"/>
                    <a:pt x="1928436" y="962672"/>
                  </a:cubicBezTo>
                  <a:cubicBezTo>
                    <a:pt x="1928436" y="962767"/>
                    <a:pt x="1928436" y="962862"/>
                    <a:pt x="1928531" y="962957"/>
                  </a:cubicBezTo>
                  <a:cubicBezTo>
                    <a:pt x="1929198" y="965529"/>
                    <a:pt x="1930341" y="967910"/>
                    <a:pt x="1931865" y="969910"/>
                  </a:cubicBezTo>
                  <a:cubicBezTo>
                    <a:pt x="1933294" y="971911"/>
                    <a:pt x="1935104" y="973530"/>
                    <a:pt x="1937104" y="974864"/>
                  </a:cubicBezTo>
                  <a:cubicBezTo>
                    <a:pt x="1938152" y="975530"/>
                    <a:pt x="1939199" y="976007"/>
                    <a:pt x="1940247" y="976388"/>
                  </a:cubicBezTo>
                  <a:cubicBezTo>
                    <a:pt x="1942437" y="977245"/>
                    <a:pt x="1944724" y="977531"/>
                    <a:pt x="1947105" y="977435"/>
                  </a:cubicBezTo>
                  <a:cubicBezTo>
                    <a:pt x="1948248" y="977340"/>
                    <a:pt x="1949486" y="977149"/>
                    <a:pt x="1950629" y="976768"/>
                  </a:cubicBezTo>
                  <a:cubicBezTo>
                    <a:pt x="1960059" y="973911"/>
                    <a:pt x="1965393" y="962672"/>
                    <a:pt x="1962536" y="951813"/>
                  </a:cubicBezTo>
                  <a:cubicBezTo>
                    <a:pt x="1962154" y="950099"/>
                    <a:pt x="1961487" y="948574"/>
                    <a:pt x="1960726" y="947241"/>
                  </a:cubicBezTo>
                  <a:cubicBezTo>
                    <a:pt x="1960631" y="947146"/>
                    <a:pt x="1960631" y="947050"/>
                    <a:pt x="1960535" y="946955"/>
                  </a:cubicBezTo>
                  <a:cubicBezTo>
                    <a:pt x="1959773" y="945622"/>
                    <a:pt x="1958916" y="944479"/>
                    <a:pt x="1957963" y="943336"/>
                  </a:cubicBezTo>
                  <a:cubicBezTo>
                    <a:pt x="1957963" y="943336"/>
                    <a:pt x="1957963" y="943241"/>
                    <a:pt x="1957868" y="943241"/>
                  </a:cubicBezTo>
                  <a:cubicBezTo>
                    <a:pt x="1957868" y="943241"/>
                    <a:pt x="1957868" y="943241"/>
                    <a:pt x="1957868" y="943241"/>
                  </a:cubicBezTo>
                  <a:cubicBezTo>
                    <a:pt x="1956725" y="942098"/>
                    <a:pt x="1955582" y="941050"/>
                    <a:pt x="1954249" y="940192"/>
                  </a:cubicBezTo>
                  <a:cubicBezTo>
                    <a:pt x="1959392" y="934858"/>
                    <a:pt x="1964250" y="929143"/>
                    <a:pt x="1968822" y="923143"/>
                  </a:cubicBezTo>
                  <a:cubicBezTo>
                    <a:pt x="1970441" y="926191"/>
                    <a:pt x="1972727" y="928858"/>
                    <a:pt x="1975680" y="930763"/>
                  </a:cubicBezTo>
                  <a:cubicBezTo>
                    <a:pt x="1977013" y="931620"/>
                    <a:pt x="1978442" y="932191"/>
                    <a:pt x="1979871" y="932668"/>
                  </a:cubicBezTo>
                  <a:cubicBezTo>
                    <a:pt x="1980061" y="932763"/>
                    <a:pt x="1980157" y="932763"/>
                    <a:pt x="1980347" y="932763"/>
                  </a:cubicBezTo>
                  <a:cubicBezTo>
                    <a:pt x="1985300" y="934192"/>
                    <a:pt x="1990349" y="933239"/>
                    <a:pt x="1994349" y="930001"/>
                  </a:cubicBezTo>
                  <a:cubicBezTo>
                    <a:pt x="2010255" y="961814"/>
                    <a:pt x="2019304" y="998962"/>
                    <a:pt x="2019686" y="1038300"/>
                  </a:cubicBezTo>
                  <a:cubicBezTo>
                    <a:pt x="2019495" y="1052968"/>
                    <a:pt x="2018066" y="1067351"/>
                    <a:pt x="2015589" y="1081353"/>
                  </a:cubicBezTo>
                  <a:cubicBezTo>
                    <a:pt x="2011494" y="1079067"/>
                    <a:pt x="2006541" y="1078591"/>
                    <a:pt x="2001969" y="1080591"/>
                  </a:cubicBezTo>
                  <a:cubicBezTo>
                    <a:pt x="1995873" y="1083258"/>
                    <a:pt x="1991587" y="1089545"/>
                    <a:pt x="1990158" y="1096593"/>
                  </a:cubicBezTo>
                  <a:cubicBezTo>
                    <a:pt x="1990158" y="1096593"/>
                    <a:pt x="1990158" y="1096593"/>
                    <a:pt x="1990158" y="1096593"/>
                  </a:cubicBezTo>
                  <a:cubicBezTo>
                    <a:pt x="1990158" y="1096593"/>
                    <a:pt x="1990158" y="1096593"/>
                    <a:pt x="1990158" y="1096688"/>
                  </a:cubicBezTo>
                  <a:cubicBezTo>
                    <a:pt x="1989872" y="1098212"/>
                    <a:pt x="1989682" y="1099832"/>
                    <a:pt x="1989777" y="1101451"/>
                  </a:cubicBezTo>
                  <a:cubicBezTo>
                    <a:pt x="1989777" y="1101737"/>
                    <a:pt x="1989777" y="1102022"/>
                    <a:pt x="1989777" y="1102213"/>
                  </a:cubicBezTo>
                  <a:cubicBezTo>
                    <a:pt x="1989872" y="1103927"/>
                    <a:pt x="1990062" y="1105642"/>
                    <a:pt x="1990444" y="1107356"/>
                  </a:cubicBezTo>
                  <a:cubicBezTo>
                    <a:pt x="1992539" y="1115262"/>
                    <a:pt x="1998349" y="1120691"/>
                    <a:pt x="2005017" y="1121644"/>
                  </a:cubicBezTo>
                  <a:cubicBezTo>
                    <a:pt x="2001016" y="1132788"/>
                    <a:pt x="1996254" y="1143456"/>
                    <a:pt x="1990825" y="1153457"/>
                  </a:cubicBezTo>
                  <a:cubicBezTo>
                    <a:pt x="1989777" y="1155267"/>
                    <a:pt x="1988729" y="1157172"/>
                    <a:pt x="1987681" y="1158982"/>
                  </a:cubicBezTo>
                  <a:cubicBezTo>
                    <a:pt x="1985491" y="1162697"/>
                    <a:pt x="1983300" y="1166411"/>
                    <a:pt x="1980919" y="1169935"/>
                  </a:cubicBezTo>
                  <a:cubicBezTo>
                    <a:pt x="1977013" y="1164030"/>
                    <a:pt x="1972918" y="1158506"/>
                    <a:pt x="1968631" y="1153172"/>
                  </a:cubicBezTo>
                  <a:cubicBezTo>
                    <a:pt x="1973013" y="1149933"/>
                    <a:pt x="1976252" y="1144599"/>
                    <a:pt x="1977013" y="1138217"/>
                  </a:cubicBezTo>
                  <a:cubicBezTo>
                    <a:pt x="1977871" y="1130597"/>
                    <a:pt x="1974727" y="1123644"/>
                    <a:pt x="1969584" y="1119643"/>
                  </a:cubicBezTo>
                  <a:cubicBezTo>
                    <a:pt x="1969584" y="1119643"/>
                    <a:pt x="1969584" y="1119643"/>
                    <a:pt x="1969584" y="1119643"/>
                  </a:cubicBezTo>
                  <a:cubicBezTo>
                    <a:pt x="1969584" y="1119643"/>
                    <a:pt x="1969584" y="1119643"/>
                    <a:pt x="1969584" y="1119643"/>
                  </a:cubicBezTo>
                  <a:cubicBezTo>
                    <a:pt x="1968441" y="1118786"/>
                    <a:pt x="1967203" y="1118024"/>
                    <a:pt x="1965965" y="1117453"/>
                  </a:cubicBezTo>
                  <a:cubicBezTo>
                    <a:pt x="1965774" y="1117358"/>
                    <a:pt x="1965583" y="1117262"/>
                    <a:pt x="1965393" y="1117167"/>
                  </a:cubicBezTo>
                  <a:cubicBezTo>
                    <a:pt x="1963964" y="1116596"/>
                    <a:pt x="1962536" y="1116215"/>
                    <a:pt x="1961011" y="1116119"/>
                  </a:cubicBezTo>
                  <a:cubicBezTo>
                    <a:pt x="1953772" y="1115548"/>
                    <a:pt x="1947295" y="1119834"/>
                    <a:pt x="1943962" y="1126501"/>
                  </a:cubicBezTo>
                  <a:cubicBezTo>
                    <a:pt x="1943771" y="1126406"/>
                    <a:pt x="1943676" y="1126216"/>
                    <a:pt x="1943580" y="1126121"/>
                  </a:cubicBezTo>
                  <a:cubicBezTo>
                    <a:pt x="1929389" y="1113452"/>
                    <a:pt x="1913958" y="1102784"/>
                    <a:pt x="1897575" y="1094212"/>
                  </a:cubicBezTo>
                  <a:cubicBezTo>
                    <a:pt x="1888431" y="1089354"/>
                    <a:pt x="1878811" y="1085258"/>
                    <a:pt x="1869000" y="1081734"/>
                  </a:cubicBezTo>
                  <a:cubicBezTo>
                    <a:pt x="1869000" y="1075257"/>
                    <a:pt x="1865666" y="1069542"/>
                    <a:pt x="1860523" y="1066304"/>
                  </a:cubicBezTo>
                  <a:cubicBezTo>
                    <a:pt x="1860523" y="1066304"/>
                    <a:pt x="1860523" y="1066304"/>
                    <a:pt x="1860523" y="1066304"/>
                  </a:cubicBezTo>
                  <a:cubicBezTo>
                    <a:pt x="1860523" y="1066304"/>
                    <a:pt x="1860523" y="1066304"/>
                    <a:pt x="1860523" y="1066304"/>
                  </a:cubicBezTo>
                  <a:cubicBezTo>
                    <a:pt x="1859380" y="1065542"/>
                    <a:pt x="1858046" y="1064970"/>
                    <a:pt x="1856713" y="1064494"/>
                  </a:cubicBezTo>
                  <a:cubicBezTo>
                    <a:pt x="1856522" y="1064399"/>
                    <a:pt x="1856332" y="1064399"/>
                    <a:pt x="1856236" y="1064303"/>
                  </a:cubicBezTo>
                  <a:cubicBezTo>
                    <a:pt x="1854808" y="1063922"/>
                    <a:pt x="1853379" y="1063541"/>
                    <a:pt x="1851855" y="1063541"/>
                  </a:cubicBezTo>
                  <a:cubicBezTo>
                    <a:pt x="1844997" y="1063351"/>
                    <a:pt x="1839091" y="1066970"/>
                    <a:pt x="1835948" y="1072400"/>
                  </a:cubicBezTo>
                  <a:cubicBezTo>
                    <a:pt x="1821375" y="1069351"/>
                    <a:pt x="1806325" y="1067542"/>
                    <a:pt x="1791085" y="1066875"/>
                  </a:cubicBezTo>
                  <a:cubicBezTo>
                    <a:pt x="1791085" y="1066875"/>
                    <a:pt x="1791085" y="1066875"/>
                    <a:pt x="1791085" y="1066875"/>
                  </a:cubicBezTo>
                  <a:lnTo>
                    <a:pt x="1788704" y="1066684"/>
                  </a:lnTo>
                  <a:cubicBezTo>
                    <a:pt x="1771750" y="1066018"/>
                    <a:pt x="1755938" y="1066494"/>
                    <a:pt x="1740984" y="1067637"/>
                  </a:cubicBezTo>
                  <a:cubicBezTo>
                    <a:pt x="1737079" y="1062684"/>
                    <a:pt x="1730316" y="1060303"/>
                    <a:pt x="1723744" y="1061065"/>
                  </a:cubicBezTo>
                  <a:cubicBezTo>
                    <a:pt x="1723553" y="1061065"/>
                    <a:pt x="1723363" y="1061065"/>
                    <a:pt x="1723172" y="1061160"/>
                  </a:cubicBezTo>
                  <a:cubicBezTo>
                    <a:pt x="1721743" y="1061350"/>
                    <a:pt x="1720315" y="1061636"/>
                    <a:pt x="1718886" y="1062208"/>
                  </a:cubicBezTo>
                  <a:cubicBezTo>
                    <a:pt x="1714028" y="1064113"/>
                    <a:pt x="1710694" y="1067542"/>
                    <a:pt x="1709361" y="1071542"/>
                  </a:cubicBezTo>
                  <a:cubicBezTo>
                    <a:pt x="1706503" y="1072018"/>
                    <a:pt x="1703551" y="1072400"/>
                    <a:pt x="1700789" y="1072876"/>
                  </a:cubicBezTo>
                  <a:cubicBezTo>
                    <a:pt x="1675166" y="1077543"/>
                    <a:pt x="1653354" y="1084115"/>
                    <a:pt x="1635828" y="1091831"/>
                  </a:cubicBezTo>
                  <a:cubicBezTo>
                    <a:pt x="1617826" y="1099736"/>
                    <a:pt x="1603729" y="1108499"/>
                    <a:pt x="1593632" y="1118120"/>
                  </a:cubicBezTo>
                  <a:cubicBezTo>
                    <a:pt x="1589346" y="1116215"/>
                    <a:pt x="1584107" y="1115548"/>
                    <a:pt x="1579249" y="1116405"/>
                  </a:cubicBezTo>
                  <a:cubicBezTo>
                    <a:pt x="1573249" y="1117548"/>
                    <a:pt x="1569153" y="1120787"/>
                    <a:pt x="1568105" y="1124692"/>
                  </a:cubicBezTo>
                  <a:cubicBezTo>
                    <a:pt x="1568105" y="1124692"/>
                    <a:pt x="1568105" y="1124692"/>
                    <a:pt x="1568105" y="1124692"/>
                  </a:cubicBezTo>
                  <a:cubicBezTo>
                    <a:pt x="1568105" y="1124692"/>
                    <a:pt x="1568105" y="1124787"/>
                    <a:pt x="1568105" y="1124787"/>
                  </a:cubicBezTo>
                  <a:cubicBezTo>
                    <a:pt x="1567915" y="1125644"/>
                    <a:pt x="1567819" y="1126501"/>
                    <a:pt x="1567819" y="1127359"/>
                  </a:cubicBezTo>
                  <a:cubicBezTo>
                    <a:pt x="1567819" y="1127549"/>
                    <a:pt x="1567819" y="1127740"/>
                    <a:pt x="1567819" y="1127930"/>
                  </a:cubicBezTo>
                  <a:cubicBezTo>
                    <a:pt x="1567915" y="1128883"/>
                    <a:pt x="1568200" y="1129835"/>
                    <a:pt x="1568677" y="1130883"/>
                  </a:cubicBezTo>
                  <a:cubicBezTo>
                    <a:pt x="1569058" y="1131645"/>
                    <a:pt x="1569629" y="1132502"/>
                    <a:pt x="1570201" y="1133169"/>
                  </a:cubicBezTo>
                  <a:cubicBezTo>
                    <a:pt x="1572201" y="1135646"/>
                    <a:pt x="1575249" y="1137646"/>
                    <a:pt x="1578773" y="1138979"/>
                  </a:cubicBezTo>
                  <a:cubicBezTo>
                    <a:pt x="1577535" y="1141932"/>
                    <a:pt x="1576583" y="1144885"/>
                    <a:pt x="1576011" y="1147933"/>
                  </a:cubicBezTo>
                  <a:cubicBezTo>
                    <a:pt x="1570867" y="1171364"/>
                    <a:pt x="1584679" y="1196891"/>
                    <a:pt x="1613635" y="1224038"/>
                  </a:cubicBezTo>
                  <a:cubicBezTo>
                    <a:pt x="1626589" y="1236039"/>
                    <a:pt x="1642972" y="1248231"/>
                    <a:pt x="1662022" y="1259947"/>
                  </a:cubicBezTo>
                  <a:cubicBezTo>
                    <a:pt x="1659831" y="1266709"/>
                    <a:pt x="1663355" y="1274710"/>
                    <a:pt x="1671356" y="1278901"/>
                  </a:cubicBezTo>
                  <a:cubicBezTo>
                    <a:pt x="1672404" y="1279473"/>
                    <a:pt x="1673547" y="1279949"/>
                    <a:pt x="1674690" y="1280235"/>
                  </a:cubicBezTo>
                  <a:cubicBezTo>
                    <a:pt x="1676976" y="1280997"/>
                    <a:pt x="1679262" y="1281283"/>
                    <a:pt x="1681548" y="1281188"/>
                  </a:cubicBezTo>
                  <a:cubicBezTo>
                    <a:pt x="1685739" y="1281092"/>
                    <a:pt x="1689644" y="1279568"/>
                    <a:pt x="1692407" y="1276806"/>
                  </a:cubicBezTo>
                  <a:cubicBezTo>
                    <a:pt x="1707932" y="1284712"/>
                    <a:pt x="1724696" y="1292141"/>
                    <a:pt x="1742889" y="1298999"/>
                  </a:cubicBezTo>
                  <a:cubicBezTo>
                    <a:pt x="1752604" y="1302619"/>
                    <a:pt x="1762320" y="1305667"/>
                    <a:pt x="1772131" y="1308143"/>
                  </a:cubicBezTo>
                  <a:cubicBezTo>
                    <a:pt x="1771845" y="1309000"/>
                    <a:pt x="1771559" y="1309858"/>
                    <a:pt x="1771464" y="1310810"/>
                  </a:cubicBezTo>
                  <a:cubicBezTo>
                    <a:pt x="1769940" y="1320145"/>
                    <a:pt x="1776512" y="1329193"/>
                    <a:pt x="1786228" y="1330908"/>
                  </a:cubicBezTo>
                  <a:cubicBezTo>
                    <a:pt x="1787466" y="1331099"/>
                    <a:pt x="1788609" y="1331194"/>
                    <a:pt x="1789847" y="1331194"/>
                  </a:cubicBezTo>
                  <a:cubicBezTo>
                    <a:pt x="1790990" y="1331194"/>
                    <a:pt x="1792228" y="1331003"/>
                    <a:pt x="1793372" y="1330717"/>
                  </a:cubicBezTo>
                  <a:cubicBezTo>
                    <a:pt x="1794515" y="1330432"/>
                    <a:pt x="1795562" y="1330051"/>
                    <a:pt x="1796610" y="1329575"/>
                  </a:cubicBezTo>
                  <a:cubicBezTo>
                    <a:pt x="1798706" y="1328622"/>
                    <a:pt x="1800610" y="1327289"/>
                    <a:pt x="1802230" y="1325574"/>
                  </a:cubicBezTo>
                  <a:cubicBezTo>
                    <a:pt x="1804611" y="1323098"/>
                    <a:pt x="1806230" y="1319859"/>
                    <a:pt x="1806802" y="1316144"/>
                  </a:cubicBezTo>
                  <a:cubicBezTo>
                    <a:pt x="1806897" y="1315573"/>
                    <a:pt x="1806802" y="1315097"/>
                    <a:pt x="1806802" y="1314525"/>
                  </a:cubicBezTo>
                  <a:cubicBezTo>
                    <a:pt x="1822518" y="1316335"/>
                    <a:pt x="1838329" y="1316716"/>
                    <a:pt x="1854046" y="1315287"/>
                  </a:cubicBezTo>
                  <a:cubicBezTo>
                    <a:pt x="1866142" y="1314144"/>
                    <a:pt x="1878334" y="1312049"/>
                    <a:pt x="1890336" y="1308905"/>
                  </a:cubicBezTo>
                  <a:cubicBezTo>
                    <a:pt x="1890336" y="1309000"/>
                    <a:pt x="1890241" y="1309096"/>
                    <a:pt x="1890241" y="1309191"/>
                  </a:cubicBezTo>
                  <a:cubicBezTo>
                    <a:pt x="1888812" y="1319859"/>
                    <a:pt x="1895479" y="1329384"/>
                    <a:pt x="1905385" y="1330337"/>
                  </a:cubicBezTo>
                  <a:cubicBezTo>
                    <a:pt x="1915196" y="1331289"/>
                    <a:pt x="1924721" y="1323002"/>
                    <a:pt x="1926055" y="1311858"/>
                  </a:cubicBezTo>
                  <a:cubicBezTo>
                    <a:pt x="1926245" y="1310143"/>
                    <a:pt x="1926150" y="1308524"/>
                    <a:pt x="1925959" y="1306905"/>
                  </a:cubicBezTo>
                  <a:cubicBezTo>
                    <a:pt x="1925959" y="1306715"/>
                    <a:pt x="1925864" y="1306524"/>
                    <a:pt x="1925864" y="1306333"/>
                  </a:cubicBezTo>
                  <a:cubicBezTo>
                    <a:pt x="1925674" y="1304809"/>
                    <a:pt x="1925293" y="1303381"/>
                    <a:pt x="1924721" y="1301952"/>
                  </a:cubicBezTo>
                  <a:cubicBezTo>
                    <a:pt x="1924721" y="1301952"/>
                    <a:pt x="1924721" y="1301952"/>
                    <a:pt x="1924721" y="1301952"/>
                  </a:cubicBezTo>
                  <a:cubicBezTo>
                    <a:pt x="1924721" y="1301952"/>
                    <a:pt x="1924721" y="1301952"/>
                    <a:pt x="1924721" y="1301952"/>
                  </a:cubicBezTo>
                  <a:cubicBezTo>
                    <a:pt x="1924150" y="1300428"/>
                    <a:pt x="1923388" y="1298999"/>
                    <a:pt x="1922531" y="1297761"/>
                  </a:cubicBezTo>
                  <a:cubicBezTo>
                    <a:pt x="1929293" y="1294808"/>
                    <a:pt x="1936056" y="1291284"/>
                    <a:pt x="1942724" y="1287569"/>
                  </a:cubicBezTo>
                  <a:cubicBezTo>
                    <a:pt x="1942914" y="1289665"/>
                    <a:pt x="1943390" y="1291760"/>
                    <a:pt x="1944152" y="1293760"/>
                  </a:cubicBezTo>
                  <a:cubicBezTo>
                    <a:pt x="1944629" y="1294904"/>
                    <a:pt x="1945295" y="1296047"/>
                    <a:pt x="1946057" y="1297190"/>
                  </a:cubicBezTo>
                  <a:cubicBezTo>
                    <a:pt x="1946057" y="1297190"/>
                    <a:pt x="1946057" y="1297190"/>
                    <a:pt x="1946057" y="1297190"/>
                  </a:cubicBezTo>
                  <a:cubicBezTo>
                    <a:pt x="1946915" y="1298523"/>
                    <a:pt x="1948058" y="1299571"/>
                    <a:pt x="1949105" y="1300523"/>
                  </a:cubicBezTo>
                  <a:cubicBezTo>
                    <a:pt x="1949200" y="1300618"/>
                    <a:pt x="1949391" y="1300714"/>
                    <a:pt x="1949486" y="1300809"/>
                  </a:cubicBezTo>
                  <a:cubicBezTo>
                    <a:pt x="1953487" y="1304048"/>
                    <a:pt x="1958535" y="1305000"/>
                    <a:pt x="1963488" y="1303667"/>
                  </a:cubicBezTo>
                  <a:cubicBezTo>
                    <a:pt x="1965965" y="1339195"/>
                    <a:pt x="1960726" y="1377295"/>
                    <a:pt x="1945390" y="1413775"/>
                  </a:cubicBezTo>
                  <a:cubicBezTo>
                    <a:pt x="1939009" y="1427873"/>
                    <a:pt x="1932151" y="1440731"/>
                    <a:pt x="1924531" y="1452733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2F97A0C6-8340-45A1-A9A0-A0809E879269}"/>
                </a:ext>
              </a:extLst>
            </p:cNvPr>
            <p:cNvSpPr/>
            <p:nvPr/>
          </p:nvSpPr>
          <p:spPr>
            <a:xfrm>
              <a:off x="9339848" y="2719802"/>
              <a:ext cx="2078039" cy="2078049"/>
            </a:xfrm>
            <a:custGeom>
              <a:avLst/>
              <a:gdLst>
                <a:gd name="connsiteX0" fmla="*/ 2077502 w 2078039"/>
                <a:gd name="connsiteY0" fmla="*/ 1148314 h 2078049"/>
                <a:gd name="connsiteX1" fmla="*/ 2075883 w 2078039"/>
                <a:gd name="connsiteY1" fmla="*/ 1143456 h 2078049"/>
                <a:gd name="connsiteX2" fmla="*/ 2075407 w 2078039"/>
                <a:gd name="connsiteY2" fmla="*/ 1142504 h 2078049"/>
                <a:gd name="connsiteX3" fmla="*/ 2073025 w 2078039"/>
                <a:gd name="connsiteY3" fmla="*/ 1138789 h 2078049"/>
                <a:gd name="connsiteX4" fmla="*/ 2073025 w 2078039"/>
                <a:gd name="connsiteY4" fmla="*/ 1138789 h 2078049"/>
                <a:gd name="connsiteX5" fmla="*/ 2073025 w 2078039"/>
                <a:gd name="connsiteY5" fmla="*/ 1138789 h 2078049"/>
                <a:gd name="connsiteX6" fmla="*/ 2062548 w 2078039"/>
                <a:gd name="connsiteY6" fmla="*/ 1132693 h 2078049"/>
                <a:gd name="connsiteX7" fmla="*/ 2076549 w 2078039"/>
                <a:gd name="connsiteY7" fmla="*/ 1039062 h 2078049"/>
                <a:gd name="connsiteX8" fmla="*/ 2057214 w 2078039"/>
                <a:gd name="connsiteY8" fmla="*/ 929524 h 2078049"/>
                <a:gd name="connsiteX9" fmla="*/ 2069120 w 2078039"/>
                <a:gd name="connsiteY9" fmla="*/ 918761 h 2078049"/>
                <a:gd name="connsiteX10" fmla="*/ 2067882 w 2078039"/>
                <a:gd name="connsiteY10" fmla="*/ 895997 h 2078049"/>
                <a:gd name="connsiteX11" fmla="*/ 2067882 w 2078039"/>
                <a:gd name="connsiteY11" fmla="*/ 895997 h 2078049"/>
                <a:gd name="connsiteX12" fmla="*/ 2067882 w 2078039"/>
                <a:gd name="connsiteY12" fmla="*/ 895997 h 2078049"/>
                <a:gd name="connsiteX13" fmla="*/ 2065120 w 2078039"/>
                <a:gd name="connsiteY13" fmla="*/ 891806 h 2078049"/>
                <a:gd name="connsiteX14" fmla="*/ 2064739 w 2078039"/>
                <a:gd name="connsiteY14" fmla="*/ 891234 h 2078049"/>
                <a:gd name="connsiteX15" fmla="*/ 2061024 w 2078039"/>
                <a:gd name="connsiteY15" fmla="*/ 887805 h 2078049"/>
                <a:gd name="connsiteX16" fmla="*/ 2040164 w 2078039"/>
                <a:gd name="connsiteY16" fmla="*/ 891424 h 2078049"/>
                <a:gd name="connsiteX17" fmla="*/ 2009494 w 2078039"/>
                <a:gd name="connsiteY17" fmla="*/ 846085 h 2078049"/>
                <a:gd name="connsiteX18" fmla="*/ 2021686 w 2078039"/>
                <a:gd name="connsiteY18" fmla="*/ 775886 h 2078049"/>
                <a:gd name="connsiteX19" fmla="*/ 2039116 w 2078039"/>
                <a:gd name="connsiteY19" fmla="*/ 774267 h 2078049"/>
                <a:gd name="connsiteX20" fmla="*/ 2044641 w 2078039"/>
                <a:gd name="connsiteY20" fmla="*/ 764075 h 2078049"/>
                <a:gd name="connsiteX21" fmla="*/ 2045117 w 2078039"/>
                <a:gd name="connsiteY21" fmla="*/ 759884 h 2078049"/>
                <a:gd name="connsiteX22" fmla="*/ 2044165 w 2078039"/>
                <a:gd name="connsiteY22" fmla="*/ 751216 h 2078049"/>
                <a:gd name="connsiteX23" fmla="*/ 2040450 w 2078039"/>
                <a:gd name="connsiteY23" fmla="*/ 742930 h 2078049"/>
                <a:gd name="connsiteX24" fmla="*/ 2037021 w 2078039"/>
                <a:gd name="connsiteY24" fmla="*/ 738834 h 2078049"/>
                <a:gd name="connsiteX25" fmla="*/ 2036640 w 2078039"/>
                <a:gd name="connsiteY25" fmla="*/ 738453 h 2078049"/>
                <a:gd name="connsiteX26" fmla="*/ 2032830 w 2078039"/>
                <a:gd name="connsiteY26" fmla="*/ 735691 h 2078049"/>
                <a:gd name="connsiteX27" fmla="*/ 2032830 w 2078039"/>
                <a:gd name="connsiteY27" fmla="*/ 735691 h 2078049"/>
                <a:gd name="connsiteX28" fmla="*/ 2032830 w 2078039"/>
                <a:gd name="connsiteY28" fmla="*/ 735691 h 2078049"/>
                <a:gd name="connsiteX29" fmla="*/ 2020638 w 2078039"/>
                <a:gd name="connsiteY29" fmla="*/ 734072 h 2078049"/>
                <a:gd name="connsiteX30" fmla="*/ 1997683 w 2078039"/>
                <a:gd name="connsiteY30" fmla="*/ 641774 h 2078049"/>
                <a:gd name="connsiteX31" fmla="*/ 1937675 w 2078039"/>
                <a:gd name="connsiteY31" fmla="*/ 547667 h 2078049"/>
                <a:gd name="connsiteX32" fmla="*/ 1944533 w 2078039"/>
                <a:gd name="connsiteY32" fmla="*/ 533189 h 2078049"/>
                <a:gd name="connsiteX33" fmla="*/ 1934627 w 2078039"/>
                <a:gd name="connsiteY33" fmla="*/ 512711 h 2078049"/>
                <a:gd name="connsiteX34" fmla="*/ 1934627 w 2078039"/>
                <a:gd name="connsiteY34" fmla="*/ 512711 h 2078049"/>
                <a:gd name="connsiteX35" fmla="*/ 1934627 w 2078039"/>
                <a:gd name="connsiteY35" fmla="*/ 512711 h 2078049"/>
                <a:gd name="connsiteX36" fmla="*/ 1930436 w 2078039"/>
                <a:gd name="connsiteY36" fmla="*/ 509853 h 2078049"/>
                <a:gd name="connsiteX37" fmla="*/ 1929865 w 2078039"/>
                <a:gd name="connsiteY37" fmla="*/ 509567 h 2078049"/>
                <a:gd name="connsiteX38" fmla="*/ 1925102 w 2078039"/>
                <a:gd name="connsiteY38" fmla="*/ 507853 h 2078049"/>
                <a:gd name="connsiteX39" fmla="*/ 1907291 w 2078039"/>
                <a:gd name="connsiteY39" fmla="*/ 519283 h 2078049"/>
                <a:gd name="connsiteX40" fmla="*/ 1861570 w 2078039"/>
                <a:gd name="connsiteY40" fmla="*/ 489184 h 2078049"/>
                <a:gd name="connsiteX41" fmla="*/ 1845950 w 2078039"/>
                <a:gd name="connsiteY41" fmla="*/ 419842 h 2078049"/>
                <a:gd name="connsiteX42" fmla="*/ 1850426 w 2078039"/>
                <a:gd name="connsiteY42" fmla="*/ 419747 h 2078049"/>
                <a:gd name="connsiteX43" fmla="*/ 1856808 w 2078039"/>
                <a:gd name="connsiteY43" fmla="*/ 417079 h 2078049"/>
                <a:gd name="connsiteX44" fmla="*/ 1861285 w 2078039"/>
                <a:gd name="connsiteY44" fmla="*/ 411555 h 2078049"/>
                <a:gd name="connsiteX45" fmla="*/ 1850712 w 2078039"/>
                <a:gd name="connsiteY45" fmla="*/ 382123 h 2078049"/>
                <a:gd name="connsiteX46" fmla="*/ 1845950 w 2078039"/>
                <a:gd name="connsiteY46" fmla="*/ 379646 h 2078049"/>
                <a:gd name="connsiteX47" fmla="*/ 1845568 w 2078039"/>
                <a:gd name="connsiteY47" fmla="*/ 379551 h 2078049"/>
                <a:gd name="connsiteX48" fmla="*/ 1841092 w 2078039"/>
                <a:gd name="connsiteY48" fmla="*/ 378408 h 2078049"/>
                <a:gd name="connsiteX49" fmla="*/ 1840901 w 2078039"/>
                <a:gd name="connsiteY49" fmla="*/ 378408 h 2078049"/>
                <a:gd name="connsiteX50" fmla="*/ 1840901 w 2078039"/>
                <a:gd name="connsiteY50" fmla="*/ 378408 h 2078049"/>
                <a:gd name="connsiteX51" fmla="*/ 1828995 w 2078039"/>
                <a:gd name="connsiteY51" fmla="*/ 381551 h 2078049"/>
                <a:gd name="connsiteX52" fmla="*/ 1772702 w 2078039"/>
                <a:gd name="connsiteY52" fmla="*/ 305256 h 2078049"/>
                <a:gd name="connsiteX53" fmla="*/ 1681358 w 2078039"/>
                <a:gd name="connsiteY53" fmla="*/ 241534 h 2078049"/>
                <a:gd name="connsiteX54" fmla="*/ 1682215 w 2078039"/>
                <a:gd name="connsiteY54" fmla="*/ 225436 h 2078049"/>
                <a:gd name="connsiteX55" fmla="*/ 1660593 w 2078039"/>
                <a:gd name="connsiteY55" fmla="*/ 209149 h 2078049"/>
                <a:gd name="connsiteX56" fmla="*/ 1659545 w 2078039"/>
                <a:gd name="connsiteY56" fmla="*/ 209053 h 2078049"/>
                <a:gd name="connsiteX57" fmla="*/ 1654592 w 2078039"/>
                <a:gd name="connsiteY57" fmla="*/ 209339 h 2078049"/>
                <a:gd name="connsiteX58" fmla="*/ 1642495 w 2078039"/>
                <a:gd name="connsiteY58" fmla="*/ 226865 h 2078049"/>
                <a:gd name="connsiteX59" fmla="*/ 1588775 w 2078039"/>
                <a:gd name="connsiteY59" fmla="*/ 216388 h 2078049"/>
                <a:gd name="connsiteX60" fmla="*/ 1548008 w 2078039"/>
                <a:gd name="connsiteY60" fmla="*/ 158190 h 2078049"/>
                <a:gd name="connsiteX61" fmla="*/ 1558866 w 2078039"/>
                <a:gd name="connsiteY61" fmla="*/ 144760 h 2078049"/>
                <a:gd name="connsiteX62" fmla="*/ 1537911 w 2078039"/>
                <a:gd name="connsiteY62" fmla="*/ 121423 h 2078049"/>
                <a:gd name="connsiteX63" fmla="*/ 1532672 w 2078039"/>
                <a:gd name="connsiteY63" fmla="*/ 121043 h 2078049"/>
                <a:gd name="connsiteX64" fmla="*/ 1531910 w 2078039"/>
                <a:gd name="connsiteY64" fmla="*/ 121138 h 2078049"/>
                <a:gd name="connsiteX65" fmla="*/ 1527338 w 2078039"/>
                <a:gd name="connsiteY65" fmla="*/ 121900 h 2078049"/>
                <a:gd name="connsiteX66" fmla="*/ 1527338 w 2078039"/>
                <a:gd name="connsiteY66" fmla="*/ 121900 h 2078049"/>
                <a:gd name="connsiteX67" fmla="*/ 1527338 w 2078039"/>
                <a:gd name="connsiteY67" fmla="*/ 121900 h 2078049"/>
                <a:gd name="connsiteX68" fmla="*/ 1517623 w 2078039"/>
                <a:gd name="connsiteY68" fmla="*/ 129139 h 2078049"/>
                <a:gd name="connsiteX69" fmla="*/ 1436089 w 2078039"/>
                <a:gd name="connsiteY69" fmla="*/ 80275 h 2078049"/>
                <a:gd name="connsiteX70" fmla="*/ 1327027 w 2078039"/>
                <a:gd name="connsiteY70" fmla="*/ 56273 h 2078049"/>
                <a:gd name="connsiteX71" fmla="*/ 1321693 w 2078039"/>
                <a:gd name="connsiteY71" fmla="*/ 41032 h 2078049"/>
                <a:gd name="connsiteX72" fmla="*/ 1300167 w 2078039"/>
                <a:gd name="connsiteY72" fmla="*/ 33317 h 2078049"/>
                <a:gd name="connsiteX73" fmla="*/ 1300167 w 2078039"/>
                <a:gd name="connsiteY73" fmla="*/ 33317 h 2078049"/>
                <a:gd name="connsiteX74" fmla="*/ 1300072 w 2078039"/>
                <a:gd name="connsiteY74" fmla="*/ 33317 h 2078049"/>
                <a:gd name="connsiteX75" fmla="*/ 1295024 w 2078039"/>
                <a:gd name="connsiteY75" fmla="*/ 34365 h 2078049"/>
                <a:gd name="connsiteX76" fmla="*/ 1294643 w 2078039"/>
                <a:gd name="connsiteY76" fmla="*/ 34460 h 2078049"/>
                <a:gd name="connsiteX77" fmla="*/ 1289975 w 2078039"/>
                <a:gd name="connsiteY77" fmla="*/ 36746 h 2078049"/>
                <a:gd name="connsiteX78" fmla="*/ 1287022 w 2078039"/>
                <a:gd name="connsiteY78" fmla="*/ 39223 h 2078049"/>
                <a:gd name="connsiteX79" fmla="*/ 1283022 w 2078039"/>
                <a:gd name="connsiteY79" fmla="*/ 48748 h 2078049"/>
                <a:gd name="connsiteX80" fmla="*/ 1284451 w 2078039"/>
                <a:gd name="connsiteY80" fmla="*/ 55606 h 2078049"/>
                <a:gd name="connsiteX81" fmla="*/ 1285594 w 2078039"/>
                <a:gd name="connsiteY81" fmla="*/ 57511 h 2078049"/>
                <a:gd name="connsiteX82" fmla="*/ 1231873 w 2078039"/>
                <a:gd name="connsiteY82" fmla="*/ 68465 h 2078049"/>
                <a:gd name="connsiteX83" fmla="*/ 1171865 w 2078039"/>
                <a:gd name="connsiteY83" fmla="*/ 30460 h 2078049"/>
                <a:gd name="connsiteX84" fmla="*/ 1176723 w 2078039"/>
                <a:gd name="connsiteY84" fmla="*/ 13886 h 2078049"/>
                <a:gd name="connsiteX85" fmla="*/ 1169389 w 2078039"/>
                <a:gd name="connsiteY85" fmla="*/ 4837 h 2078049"/>
                <a:gd name="connsiteX86" fmla="*/ 1165769 w 2078039"/>
                <a:gd name="connsiteY86" fmla="*/ 2742 h 2078049"/>
                <a:gd name="connsiteX87" fmla="*/ 1157387 w 2078039"/>
                <a:gd name="connsiteY87" fmla="*/ 265 h 2078049"/>
                <a:gd name="connsiteX88" fmla="*/ 1148338 w 2078039"/>
                <a:gd name="connsiteY88" fmla="*/ 456 h 2078049"/>
                <a:gd name="connsiteX89" fmla="*/ 1143481 w 2078039"/>
                <a:gd name="connsiteY89" fmla="*/ 2075 h 2078049"/>
                <a:gd name="connsiteX90" fmla="*/ 1142528 w 2078039"/>
                <a:gd name="connsiteY90" fmla="*/ 2552 h 2078049"/>
                <a:gd name="connsiteX91" fmla="*/ 1138813 w 2078039"/>
                <a:gd name="connsiteY91" fmla="*/ 4933 h 2078049"/>
                <a:gd name="connsiteX92" fmla="*/ 1138813 w 2078039"/>
                <a:gd name="connsiteY92" fmla="*/ 4933 h 2078049"/>
                <a:gd name="connsiteX93" fmla="*/ 1138813 w 2078039"/>
                <a:gd name="connsiteY93" fmla="*/ 4933 h 2078049"/>
                <a:gd name="connsiteX94" fmla="*/ 1132718 w 2078039"/>
                <a:gd name="connsiteY94" fmla="*/ 15410 h 2078049"/>
                <a:gd name="connsiteX95" fmla="*/ 1039087 w 2078039"/>
                <a:gd name="connsiteY95" fmla="*/ 1408 h 2078049"/>
                <a:gd name="connsiteX96" fmla="*/ 929549 w 2078039"/>
                <a:gd name="connsiteY96" fmla="*/ 20744 h 2078049"/>
                <a:gd name="connsiteX97" fmla="*/ 918786 w 2078039"/>
                <a:gd name="connsiteY97" fmla="*/ 8838 h 2078049"/>
                <a:gd name="connsiteX98" fmla="*/ 896021 w 2078039"/>
                <a:gd name="connsiteY98" fmla="*/ 10076 h 2078049"/>
                <a:gd name="connsiteX99" fmla="*/ 896021 w 2078039"/>
                <a:gd name="connsiteY99" fmla="*/ 10076 h 2078049"/>
                <a:gd name="connsiteX100" fmla="*/ 896021 w 2078039"/>
                <a:gd name="connsiteY100" fmla="*/ 10076 h 2078049"/>
                <a:gd name="connsiteX101" fmla="*/ 891830 w 2078039"/>
                <a:gd name="connsiteY101" fmla="*/ 12839 h 2078049"/>
                <a:gd name="connsiteX102" fmla="*/ 891259 w 2078039"/>
                <a:gd name="connsiteY102" fmla="*/ 13219 h 2078049"/>
                <a:gd name="connsiteX103" fmla="*/ 887830 w 2078039"/>
                <a:gd name="connsiteY103" fmla="*/ 16934 h 2078049"/>
                <a:gd name="connsiteX104" fmla="*/ 891449 w 2078039"/>
                <a:gd name="connsiteY104" fmla="*/ 37794 h 2078049"/>
                <a:gd name="connsiteX105" fmla="*/ 846110 w 2078039"/>
                <a:gd name="connsiteY105" fmla="*/ 68465 h 2078049"/>
                <a:gd name="connsiteX106" fmla="*/ 775911 w 2078039"/>
                <a:gd name="connsiteY106" fmla="*/ 56273 h 2078049"/>
                <a:gd name="connsiteX107" fmla="*/ 774292 w 2078039"/>
                <a:gd name="connsiteY107" fmla="*/ 38842 h 2078049"/>
                <a:gd name="connsiteX108" fmla="*/ 764957 w 2078039"/>
                <a:gd name="connsiteY108" fmla="*/ 33603 h 2078049"/>
                <a:gd name="connsiteX109" fmla="*/ 759909 w 2078039"/>
                <a:gd name="connsiteY109" fmla="*/ 32841 h 2078049"/>
                <a:gd name="connsiteX110" fmla="*/ 751241 w 2078039"/>
                <a:gd name="connsiteY110" fmla="*/ 33794 h 2078049"/>
                <a:gd name="connsiteX111" fmla="*/ 742954 w 2078039"/>
                <a:gd name="connsiteY111" fmla="*/ 37508 h 2078049"/>
                <a:gd name="connsiteX112" fmla="*/ 738859 w 2078039"/>
                <a:gd name="connsiteY112" fmla="*/ 40937 h 2078049"/>
                <a:gd name="connsiteX113" fmla="*/ 738478 w 2078039"/>
                <a:gd name="connsiteY113" fmla="*/ 41318 h 2078049"/>
                <a:gd name="connsiteX114" fmla="*/ 735716 w 2078039"/>
                <a:gd name="connsiteY114" fmla="*/ 45128 h 2078049"/>
                <a:gd name="connsiteX115" fmla="*/ 735716 w 2078039"/>
                <a:gd name="connsiteY115" fmla="*/ 45128 h 2078049"/>
                <a:gd name="connsiteX116" fmla="*/ 735716 w 2078039"/>
                <a:gd name="connsiteY116" fmla="*/ 45128 h 2078049"/>
                <a:gd name="connsiteX117" fmla="*/ 734096 w 2078039"/>
                <a:gd name="connsiteY117" fmla="*/ 57320 h 2078049"/>
                <a:gd name="connsiteX118" fmla="*/ 641799 w 2078039"/>
                <a:gd name="connsiteY118" fmla="*/ 80275 h 2078049"/>
                <a:gd name="connsiteX119" fmla="*/ 547692 w 2078039"/>
                <a:gd name="connsiteY119" fmla="*/ 140283 h 2078049"/>
                <a:gd name="connsiteX120" fmla="*/ 533214 w 2078039"/>
                <a:gd name="connsiteY120" fmla="*/ 133425 h 2078049"/>
                <a:gd name="connsiteX121" fmla="*/ 512735 w 2078039"/>
                <a:gd name="connsiteY121" fmla="*/ 143331 h 2078049"/>
                <a:gd name="connsiteX122" fmla="*/ 512735 w 2078039"/>
                <a:gd name="connsiteY122" fmla="*/ 143331 h 2078049"/>
                <a:gd name="connsiteX123" fmla="*/ 512735 w 2078039"/>
                <a:gd name="connsiteY123" fmla="*/ 143331 h 2078049"/>
                <a:gd name="connsiteX124" fmla="*/ 509878 w 2078039"/>
                <a:gd name="connsiteY124" fmla="*/ 147522 h 2078049"/>
                <a:gd name="connsiteX125" fmla="*/ 509592 w 2078039"/>
                <a:gd name="connsiteY125" fmla="*/ 148094 h 2078049"/>
                <a:gd name="connsiteX126" fmla="*/ 507877 w 2078039"/>
                <a:gd name="connsiteY126" fmla="*/ 152856 h 2078049"/>
                <a:gd name="connsiteX127" fmla="*/ 519308 w 2078039"/>
                <a:gd name="connsiteY127" fmla="*/ 170668 h 2078049"/>
                <a:gd name="connsiteX128" fmla="*/ 489209 w 2078039"/>
                <a:gd name="connsiteY128" fmla="*/ 216388 h 2078049"/>
                <a:gd name="connsiteX129" fmla="*/ 419867 w 2078039"/>
                <a:gd name="connsiteY129" fmla="*/ 232009 h 2078049"/>
                <a:gd name="connsiteX130" fmla="*/ 411580 w 2078039"/>
                <a:gd name="connsiteY130" fmla="*/ 216578 h 2078049"/>
                <a:gd name="connsiteX131" fmla="*/ 407960 w 2078039"/>
                <a:gd name="connsiteY131" fmla="*/ 215340 h 2078049"/>
                <a:gd name="connsiteX132" fmla="*/ 404055 w 2078039"/>
                <a:gd name="connsiteY132" fmla="*/ 214959 h 2078049"/>
                <a:gd name="connsiteX133" fmla="*/ 395959 w 2078039"/>
                <a:gd name="connsiteY133" fmla="*/ 216388 h 2078049"/>
                <a:gd name="connsiteX134" fmla="*/ 382147 w 2078039"/>
                <a:gd name="connsiteY134" fmla="*/ 227151 h 2078049"/>
                <a:gd name="connsiteX135" fmla="*/ 379671 w 2078039"/>
                <a:gd name="connsiteY135" fmla="*/ 231914 h 2078049"/>
                <a:gd name="connsiteX136" fmla="*/ 379576 w 2078039"/>
                <a:gd name="connsiteY136" fmla="*/ 232294 h 2078049"/>
                <a:gd name="connsiteX137" fmla="*/ 378433 w 2078039"/>
                <a:gd name="connsiteY137" fmla="*/ 236771 h 2078049"/>
                <a:gd name="connsiteX138" fmla="*/ 378433 w 2078039"/>
                <a:gd name="connsiteY138" fmla="*/ 236962 h 2078049"/>
                <a:gd name="connsiteX139" fmla="*/ 378433 w 2078039"/>
                <a:gd name="connsiteY139" fmla="*/ 236962 h 2078049"/>
                <a:gd name="connsiteX140" fmla="*/ 381576 w 2078039"/>
                <a:gd name="connsiteY140" fmla="*/ 248868 h 2078049"/>
                <a:gd name="connsiteX141" fmla="*/ 305281 w 2078039"/>
                <a:gd name="connsiteY141" fmla="*/ 305161 h 2078049"/>
                <a:gd name="connsiteX142" fmla="*/ 241559 w 2078039"/>
                <a:gd name="connsiteY142" fmla="*/ 396506 h 2078049"/>
                <a:gd name="connsiteX143" fmla="*/ 225461 w 2078039"/>
                <a:gd name="connsiteY143" fmla="*/ 395648 h 2078049"/>
                <a:gd name="connsiteX144" fmla="*/ 209174 w 2078039"/>
                <a:gd name="connsiteY144" fmla="*/ 417270 h 2078049"/>
                <a:gd name="connsiteX145" fmla="*/ 209078 w 2078039"/>
                <a:gd name="connsiteY145" fmla="*/ 418318 h 2078049"/>
                <a:gd name="connsiteX146" fmla="*/ 209364 w 2078039"/>
                <a:gd name="connsiteY146" fmla="*/ 423271 h 2078049"/>
                <a:gd name="connsiteX147" fmla="*/ 226890 w 2078039"/>
                <a:gd name="connsiteY147" fmla="*/ 435368 h 2078049"/>
                <a:gd name="connsiteX148" fmla="*/ 216412 w 2078039"/>
                <a:gd name="connsiteY148" fmla="*/ 489089 h 2078049"/>
                <a:gd name="connsiteX149" fmla="*/ 158215 w 2078039"/>
                <a:gd name="connsiteY149" fmla="*/ 529856 h 2078049"/>
                <a:gd name="connsiteX150" fmla="*/ 144784 w 2078039"/>
                <a:gd name="connsiteY150" fmla="*/ 518997 h 2078049"/>
                <a:gd name="connsiteX151" fmla="*/ 140975 w 2078039"/>
                <a:gd name="connsiteY151" fmla="*/ 519283 h 2078049"/>
                <a:gd name="connsiteX152" fmla="*/ 124782 w 2078039"/>
                <a:gd name="connsiteY152" fmla="*/ 531570 h 2078049"/>
                <a:gd name="connsiteX153" fmla="*/ 121448 w 2078039"/>
                <a:gd name="connsiteY153" fmla="*/ 539952 h 2078049"/>
                <a:gd name="connsiteX154" fmla="*/ 121067 w 2078039"/>
                <a:gd name="connsiteY154" fmla="*/ 545191 h 2078049"/>
                <a:gd name="connsiteX155" fmla="*/ 121162 w 2078039"/>
                <a:gd name="connsiteY155" fmla="*/ 545953 h 2078049"/>
                <a:gd name="connsiteX156" fmla="*/ 121925 w 2078039"/>
                <a:gd name="connsiteY156" fmla="*/ 550525 h 2078049"/>
                <a:gd name="connsiteX157" fmla="*/ 121925 w 2078039"/>
                <a:gd name="connsiteY157" fmla="*/ 550525 h 2078049"/>
                <a:gd name="connsiteX158" fmla="*/ 121925 w 2078039"/>
                <a:gd name="connsiteY158" fmla="*/ 550525 h 2078049"/>
                <a:gd name="connsiteX159" fmla="*/ 129163 w 2078039"/>
                <a:gd name="connsiteY159" fmla="*/ 560240 h 2078049"/>
                <a:gd name="connsiteX160" fmla="*/ 80300 w 2078039"/>
                <a:gd name="connsiteY160" fmla="*/ 641774 h 2078049"/>
                <a:gd name="connsiteX161" fmla="*/ 56297 w 2078039"/>
                <a:gd name="connsiteY161" fmla="*/ 750835 h 2078049"/>
                <a:gd name="connsiteX162" fmla="*/ 41057 w 2078039"/>
                <a:gd name="connsiteY162" fmla="*/ 756170 h 2078049"/>
                <a:gd name="connsiteX163" fmla="*/ 33342 w 2078039"/>
                <a:gd name="connsiteY163" fmla="*/ 777696 h 2078049"/>
                <a:gd name="connsiteX164" fmla="*/ 33342 w 2078039"/>
                <a:gd name="connsiteY164" fmla="*/ 777696 h 2078049"/>
                <a:gd name="connsiteX165" fmla="*/ 33342 w 2078039"/>
                <a:gd name="connsiteY165" fmla="*/ 777791 h 2078049"/>
                <a:gd name="connsiteX166" fmla="*/ 34390 w 2078039"/>
                <a:gd name="connsiteY166" fmla="*/ 782840 h 2078049"/>
                <a:gd name="connsiteX167" fmla="*/ 34485 w 2078039"/>
                <a:gd name="connsiteY167" fmla="*/ 783316 h 2078049"/>
                <a:gd name="connsiteX168" fmla="*/ 36771 w 2078039"/>
                <a:gd name="connsiteY168" fmla="*/ 787983 h 2078049"/>
                <a:gd name="connsiteX169" fmla="*/ 57631 w 2078039"/>
                <a:gd name="connsiteY169" fmla="*/ 792460 h 2078049"/>
                <a:gd name="connsiteX170" fmla="*/ 68584 w 2078039"/>
                <a:gd name="connsiteY170" fmla="*/ 846181 h 2078049"/>
                <a:gd name="connsiteX171" fmla="*/ 30580 w 2078039"/>
                <a:gd name="connsiteY171" fmla="*/ 906188 h 2078049"/>
                <a:gd name="connsiteX172" fmla="*/ 21055 w 2078039"/>
                <a:gd name="connsiteY172" fmla="*/ 900568 h 2078049"/>
                <a:gd name="connsiteX173" fmla="*/ 17530 w 2078039"/>
                <a:gd name="connsiteY173" fmla="*/ 900473 h 2078049"/>
                <a:gd name="connsiteX174" fmla="*/ 13911 w 2078039"/>
                <a:gd name="connsiteY174" fmla="*/ 901331 h 2078049"/>
                <a:gd name="connsiteX175" fmla="*/ 481 w 2078039"/>
                <a:gd name="connsiteY175" fmla="*/ 929715 h 2078049"/>
                <a:gd name="connsiteX176" fmla="*/ 2100 w 2078039"/>
                <a:gd name="connsiteY176" fmla="*/ 934573 h 2078049"/>
                <a:gd name="connsiteX177" fmla="*/ 2576 w 2078039"/>
                <a:gd name="connsiteY177" fmla="*/ 935525 h 2078049"/>
                <a:gd name="connsiteX178" fmla="*/ 4958 w 2078039"/>
                <a:gd name="connsiteY178" fmla="*/ 939240 h 2078049"/>
                <a:gd name="connsiteX179" fmla="*/ 4958 w 2078039"/>
                <a:gd name="connsiteY179" fmla="*/ 939240 h 2078049"/>
                <a:gd name="connsiteX180" fmla="*/ 4958 w 2078039"/>
                <a:gd name="connsiteY180" fmla="*/ 939240 h 2078049"/>
                <a:gd name="connsiteX181" fmla="*/ 15435 w 2078039"/>
                <a:gd name="connsiteY181" fmla="*/ 945336 h 2078049"/>
                <a:gd name="connsiteX182" fmla="*/ 1433 w 2078039"/>
                <a:gd name="connsiteY182" fmla="*/ 1038967 h 2078049"/>
                <a:gd name="connsiteX183" fmla="*/ 20769 w 2078039"/>
                <a:gd name="connsiteY183" fmla="*/ 1148504 h 2078049"/>
                <a:gd name="connsiteX184" fmla="*/ 8863 w 2078039"/>
                <a:gd name="connsiteY184" fmla="*/ 1159267 h 2078049"/>
                <a:gd name="connsiteX185" fmla="*/ 10101 w 2078039"/>
                <a:gd name="connsiteY185" fmla="*/ 1182032 h 2078049"/>
                <a:gd name="connsiteX186" fmla="*/ 10101 w 2078039"/>
                <a:gd name="connsiteY186" fmla="*/ 1182032 h 2078049"/>
                <a:gd name="connsiteX187" fmla="*/ 10101 w 2078039"/>
                <a:gd name="connsiteY187" fmla="*/ 1182032 h 2078049"/>
                <a:gd name="connsiteX188" fmla="*/ 12863 w 2078039"/>
                <a:gd name="connsiteY188" fmla="*/ 1186223 h 2078049"/>
                <a:gd name="connsiteX189" fmla="*/ 13244 w 2078039"/>
                <a:gd name="connsiteY189" fmla="*/ 1186795 h 2078049"/>
                <a:gd name="connsiteX190" fmla="*/ 16959 w 2078039"/>
                <a:gd name="connsiteY190" fmla="*/ 1190224 h 2078049"/>
                <a:gd name="connsiteX191" fmla="*/ 37819 w 2078039"/>
                <a:gd name="connsiteY191" fmla="*/ 1186604 h 2078049"/>
                <a:gd name="connsiteX192" fmla="*/ 68489 w 2078039"/>
                <a:gd name="connsiteY192" fmla="*/ 1231943 h 2078049"/>
                <a:gd name="connsiteX193" fmla="*/ 56297 w 2078039"/>
                <a:gd name="connsiteY193" fmla="*/ 1302142 h 2078049"/>
                <a:gd name="connsiteX194" fmla="*/ 38867 w 2078039"/>
                <a:gd name="connsiteY194" fmla="*/ 1303762 h 2078049"/>
                <a:gd name="connsiteX195" fmla="*/ 37533 w 2078039"/>
                <a:gd name="connsiteY195" fmla="*/ 1335099 h 2078049"/>
                <a:gd name="connsiteX196" fmla="*/ 40962 w 2078039"/>
                <a:gd name="connsiteY196" fmla="*/ 1339195 h 2078049"/>
                <a:gd name="connsiteX197" fmla="*/ 41343 w 2078039"/>
                <a:gd name="connsiteY197" fmla="*/ 1339576 h 2078049"/>
                <a:gd name="connsiteX198" fmla="*/ 45153 w 2078039"/>
                <a:gd name="connsiteY198" fmla="*/ 1342338 h 2078049"/>
                <a:gd name="connsiteX199" fmla="*/ 45153 w 2078039"/>
                <a:gd name="connsiteY199" fmla="*/ 1342338 h 2078049"/>
                <a:gd name="connsiteX200" fmla="*/ 45153 w 2078039"/>
                <a:gd name="connsiteY200" fmla="*/ 1342338 h 2078049"/>
                <a:gd name="connsiteX201" fmla="*/ 57345 w 2078039"/>
                <a:gd name="connsiteY201" fmla="*/ 1343957 h 2078049"/>
                <a:gd name="connsiteX202" fmla="*/ 80300 w 2078039"/>
                <a:gd name="connsiteY202" fmla="*/ 1436255 h 2078049"/>
                <a:gd name="connsiteX203" fmla="*/ 140308 w 2078039"/>
                <a:gd name="connsiteY203" fmla="*/ 1530362 h 2078049"/>
                <a:gd name="connsiteX204" fmla="*/ 133450 w 2078039"/>
                <a:gd name="connsiteY204" fmla="*/ 1544840 h 2078049"/>
                <a:gd name="connsiteX205" fmla="*/ 143356 w 2078039"/>
                <a:gd name="connsiteY205" fmla="*/ 1565318 h 2078049"/>
                <a:gd name="connsiteX206" fmla="*/ 143356 w 2078039"/>
                <a:gd name="connsiteY206" fmla="*/ 1565318 h 2078049"/>
                <a:gd name="connsiteX207" fmla="*/ 143356 w 2078039"/>
                <a:gd name="connsiteY207" fmla="*/ 1565318 h 2078049"/>
                <a:gd name="connsiteX208" fmla="*/ 147547 w 2078039"/>
                <a:gd name="connsiteY208" fmla="*/ 1568176 h 2078049"/>
                <a:gd name="connsiteX209" fmla="*/ 148118 w 2078039"/>
                <a:gd name="connsiteY209" fmla="*/ 1568462 h 2078049"/>
                <a:gd name="connsiteX210" fmla="*/ 152881 w 2078039"/>
                <a:gd name="connsiteY210" fmla="*/ 1570176 h 2078049"/>
                <a:gd name="connsiteX211" fmla="*/ 170692 w 2078039"/>
                <a:gd name="connsiteY211" fmla="*/ 1558746 h 2078049"/>
                <a:gd name="connsiteX212" fmla="*/ 216412 w 2078039"/>
                <a:gd name="connsiteY212" fmla="*/ 1588845 h 2078049"/>
                <a:gd name="connsiteX213" fmla="*/ 232034 w 2078039"/>
                <a:gd name="connsiteY213" fmla="*/ 1658187 h 2078049"/>
                <a:gd name="connsiteX214" fmla="*/ 216603 w 2078039"/>
                <a:gd name="connsiteY214" fmla="*/ 1666474 h 2078049"/>
                <a:gd name="connsiteX215" fmla="*/ 220699 w 2078039"/>
                <a:gd name="connsiteY215" fmla="*/ 1689715 h 2078049"/>
                <a:gd name="connsiteX216" fmla="*/ 227271 w 2078039"/>
                <a:gd name="connsiteY216" fmla="*/ 1695906 h 2078049"/>
                <a:gd name="connsiteX217" fmla="*/ 227271 w 2078039"/>
                <a:gd name="connsiteY217" fmla="*/ 1695906 h 2078049"/>
                <a:gd name="connsiteX218" fmla="*/ 232034 w 2078039"/>
                <a:gd name="connsiteY218" fmla="*/ 1698383 h 2078049"/>
                <a:gd name="connsiteX219" fmla="*/ 232414 w 2078039"/>
                <a:gd name="connsiteY219" fmla="*/ 1698478 h 2078049"/>
                <a:gd name="connsiteX220" fmla="*/ 236891 w 2078039"/>
                <a:gd name="connsiteY220" fmla="*/ 1699621 h 2078049"/>
                <a:gd name="connsiteX221" fmla="*/ 237082 w 2078039"/>
                <a:gd name="connsiteY221" fmla="*/ 1699621 h 2078049"/>
                <a:gd name="connsiteX222" fmla="*/ 237082 w 2078039"/>
                <a:gd name="connsiteY222" fmla="*/ 1699621 h 2078049"/>
                <a:gd name="connsiteX223" fmla="*/ 248988 w 2078039"/>
                <a:gd name="connsiteY223" fmla="*/ 1696477 h 2078049"/>
                <a:gd name="connsiteX224" fmla="*/ 305281 w 2078039"/>
                <a:gd name="connsiteY224" fmla="*/ 1772773 h 2078049"/>
                <a:gd name="connsiteX225" fmla="*/ 396625 w 2078039"/>
                <a:gd name="connsiteY225" fmla="*/ 1836495 h 2078049"/>
                <a:gd name="connsiteX226" fmla="*/ 395768 w 2078039"/>
                <a:gd name="connsiteY226" fmla="*/ 1852592 h 2078049"/>
                <a:gd name="connsiteX227" fmla="*/ 417390 w 2078039"/>
                <a:gd name="connsiteY227" fmla="*/ 1868880 h 2078049"/>
                <a:gd name="connsiteX228" fmla="*/ 418438 w 2078039"/>
                <a:gd name="connsiteY228" fmla="*/ 1868975 h 2078049"/>
                <a:gd name="connsiteX229" fmla="*/ 423391 w 2078039"/>
                <a:gd name="connsiteY229" fmla="*/ 1868690 h 2078049"/>
                <a:gd name="connsiteX230" fmla="*/ 427105 w 2078039"/>
                <a:gd name="connsiteY230" fmla="*/ 1867451 h 2078049"/>
                <a:gd name="connsiteX231" fmla="*/ 435773 w 2078039"/>
                <a:gd name="connsiteY231" fmla="*/ 1853354 h 2078049"/>
                <a:gd name="connsiteX232" fmla="*/ 435487 w 2078039"/>
                <a:gd name="connsiteY232" fmla="*/ 1851164 h 2078049"/>
                <a:gd name="connsiteX233" fmla="*/ 489209 w 2078039"/>
                <a:gd name="connsiteY233" fmla="*/ 1861641 h 2078049"/>
                <a:gd name="connsiteX234" fmla="*/ 529976 w 2078039"/>
                <a:gd name="connsiteY234" fmla="*/ 1919839 h 2078049"/>
                <a:gd name="connsiteX235" fmla="*/ 519117 w 2078039"/>
                <a:gd name="connsiteY235" fmla="*/ 1933269 h 2078049"/>
                <a:gd name="connsiteX236" fmla="*/ 540072 w 2078039"/>
                <a:gd name="connsiteY236" fmla="*/ 1956605 h 2078049"/>
                <a:gd name="connsiteX237" fmla="*/ 545311 w 2078039"/>
                <a:gd name="connsiteY237" fmla="*/ 1956986 h 2078049"/>
                <a:gd name="connsiteX238" fmla="*/ 546073 w 2078039"/>
                <a:gd name="connsiteY238" fmla="*/ 1956891 h 2078049"/>
                <a:gd name="connsiteX239" fmla="*/ 550645 w 2078039"/>
                <a:gd name="connsiteY239" fmla="*/ 1956129 h 2078049"/>
                <a:gd name="connsiteX240" fmla="*/ 550645 w 2078039"/>
                <a:gd name="connsiteY240" fmla="*/ 1956129 h 2078049"/>
                <a:gd name="connsiteX241" fmla="*/ 550645 w 2078039"/>
                <a:gd name="connsiteY241" fmla="*/ 1956129 h 2078049"/>
                <a:gd name="connsiteX242" fmla="*/ 560360 w 2078039"/>
                <a:gd name="connsiteY242" fmla="*/ 1948890 h 2078049"/>
                <a:gd name="connsiteX243" fmla="*/ 641894 w 2078039"/>
                <a:gd name="connsiteY243" fmla="*/ 1997753 h 2078049"/>
                <a:gd name="connsiteX244" fmla="*/ 750955 w 2078039"/>
                <a:gd name="connsiteY244" fmla="*/ 2021756 h 2078049"/>
                <a:gd name="connsiteX245" fmla="*/ 756289 w 2078039"/>
                <a:gd name="connsiteY245" fmla="*/ 2036996 h 2078049"/>
                <a:gd name="connsiteX246" fmla="*/ 777816 w 2078039"/>
                <a:gd name="connsiteY246" fmla="*/ 2044712 h 2078049"/>
                <a:gd name="connsiteX247" fmla="*/ 777816 w 2078039"/>
                <a:gd name="connsiteY247" fmla="*/ 2044712 h 2078049"/>
                <a:gd name="connsiteX248" fmla="*/ 777911 w 2078039"/>
                <a:gd name="connsiteY248" fmla="*/ 2044712 h 2078049"/>
                <a:gd name="connsiteX249" fmla="*/ 782959 w 2078039"/>
                <a:gd name="connsiteY249" fmla="*/ 2043664 h 2078049"/>
                <a:gd name="connsiteX250" fmla="*/ 783341 w 2078039"/>
                <a:gd name="connsiteY250" fmla="*/ 2043568 h 2078049"/>
                <a:gd name="connsiteX251" fmla="*/ 788008 w 2078039"/>
                <a:gd name="connsiteY251" fmla="*/ 2041283 h 2078049"/>
                <a:gd name="connsiteX252" fmla="*/ 792484 w 2078039"/>
                <a:gd name="connsiteY252" fmla="*/ 2020423 h 2078049"/>
                <a:gd name="connsiteX253" fmla="*/ 846205 w 2078039"/>
                <a:gd name="connsiteY253" fmla="*/ 2009469 h 2078049"/>
                <a:gd name="connsiteX254" fmla="*/ 906213 w 2078039"/>
                <a:gd name="connsiteY254" fmla="*/ 2047474 h 2078049"/>
                <a:gd name="connsiteX255" fmla="*/ 901355 w 2078039"/>
                <a:gd name="connsiteY255" fmla="*/ 2064047 h 2078049"/>
                <a:gd name="connsiteX256" fmla="*/ 916309 w 2078039"/>
                <a:gd name="connsiteY256" fmla="*/ 2076811 h 2078049"/>
                <a:gd name="connsiteX257" fmla="*/ 925168 w 2078039"/>
                <a:gd name="connsiteY257" fmla="*/ 2078049 h 2078049"/>
                <a:gd name="connsiteX258" fmla="*/ 929740 w 2078039"/>
                <a:gd name="connsiteY258" fmla="*/ 2077573 h 2078049"/>
                <a:gd name="connsiteX259" fmla="*/ 929740 w 2078039"/>
                <a:gd name="connsiteY259" fmla="*/ 2077573 h 2078049"/>
                <a:gd name="connsiteX260" fmla="*/ 934597 w 2078039"/>
                <a:gd name="connsiteY260" fmla="*/ 2075954 h 2078049"/>
                <a:gd name="connsiteX261" fmla="*/ 935550 w 2078039"/>
                <a:gd name="connsiteY261" fmla="*/ 2075477 h 2078049"/>
                <a:gd name="connsiteX262" fmla="*/ 939265 w 2078039"/>
                <a:gd name="connsiteY262" fmla="*/ 2073096 h 2078049"/>
                <a:gd name="connsiteX263" fmla="*/ 939265 w 2078039"/>
                <a:gd name="connsiteY263" fmla="*/ 2073096 h 2078049"/>
                <a:gd name="connsiteX264" fmla="*/ 939265 w 2078039"/>
                <a:gd name="connsiteY264" fmla="*/ 2073096 h 2078049"/>
                <a:gd name="connsiteX265" fmla="*/ 945361 w 2078039"/>
                <a:gd name="connsiteY265" fmla="*/ 2062618 h 2078049"/>
                <a:gd name="connsiteX266" fmla="*/ 1038992 w 2078039"/>
                <a:gd name="connsiteY266" fmla="*/ 2076620 h 2078049"/>
                <a:gd name="connsiteX267" fmla="*/ 1148529 w 2078039"/>
                <a:gd name="connsiteY267" fmla="*/ 2057284 h 2078049"/>
                <a:gd name="connsiteX268" fmla="*/ 1159292 w 2078039"/>
                <a:gd name="connsiteY268" fmla="*/ 2069191 h 2078049"/>
                <a:gd name="connsiteX269" fmla="*/ 1182057 w 2078039"/>
                <a:gd name="connsiteY269" fmla="*/ 2067952 h 2078049"/>
                <a:gd name="connsiteX270" fmla="*/ 1182057 w 2078039"/>
                <a:gd name="connsiteY270" fmla="*/ 2067952 h 2078049"/>
                <a:gd name="connsiteX271" fmla="*/ 1182057 w 2078039"/>
                <a:gd name="connsiteY271" fmla="*/ 2067952 h 2078049"/>
                <a:gd name="connsiteX272" fmla="*/ 1186248 w 2078039"/>
                <a:gd name="connsiteY272" fmla="*/ 2065190 h 2078049"/>
                <a:gd name="connsiteX273" fmla="*/ 1186819 w 2078039"/>
                <a:gd name="connsiteY273" fmla="*/ 2064809 h 2078049"/>
                <a:gd name="connsiteX274" fmla="*/ 1190249 w 2078039"/>
                <a:gd name="connsiteY274" fmla="*/ 2061095 h 2078049"/>
                <a:gd name="connsiteX275" fmla="*/ 1186629 w 2078039"/>
                <a:gd name="connsiteY275" fmla="*/ 2040235 h 2078049"/>
                <a:gd name="connsiteX276" fmla="*/ 1231968 w 2078039"/>
                <a:gd name="connsiteY276" fmla="*/ 2009564 h 2078049"/>
                <a:gd name="connsiteX277" fmla="*/ 1302167 w 2078039"/>
                <a:gd name="connsiteY277" fmla="*/ 2021756 h 2078049"/>
                <a:gd name="connsiteX278" fmla="*/ 1303786 w 2078039"/>
                <a:gd name="connsiteY278" fmla="*/ 2039187 h 2078049"/>
                <a:gd name="connsiteX279" fmla="*/ 1313978 w 2078039"/>
                <a:gd name="connsiteY279" fmla="*/ 2044712 h 2078049"/>
                <a:gd name="connsiteX280" fmla="*/ 1318169 w 2078039"/>
                <a:gd name="connsiteY280" fmla="*/ 2045188 h 2078049"/>
                <a:gd name="connsiteX281" fmla="*/ 1326837 w 2078039"/>
                <a:gd name="connsiteY281" fmla="*/ 2044235 h 2078049"/>
                <a:gd name="connsiteX282" fmla="*/ 1335124 w 2078039"/>
                <a:gd name="connsiteY282" fmla="*/ 2040521 h 2078049"/>
                <a:gd name="connsiteX283" fmla="*/ 1339219 w 2078039"/>
                <a:gd name="connsiteY283" fmla="*/ 2037092 h 2078049"/>
                <a:gd name="connsiteX284" fmla="*/ 1339601 w 2078039"/>
                <a:gd name="connsiteY284" fmla="*/ 2036710 h 2078049"/>
                <a:gd name="connsiteX285" fmla="*/ 1342363 w 2078039"/>
                <a:gd name="connsiteY285" fmla="*/ 2032900 h 2078049"/>
                <a:gd name="connsiteX286" fmla="*/ 1342363 w 2078039"/>
                <a:gd name="connsiteY286" fmla="*/ 2032900 h 2078049"/>
                <a:gd name="connsiteX287" fmla="*/ 1342363 w 2078039"/>
                <a:gd name="connsiteY287" fmla="*/ 2032900 h 2078049"/>
                <a:gd name="connsiteX288" fmla="*/ 1343982 w 2078039"/>
                <a:gd name="connsiteY288" fmla="*/ 2020708 h 2078049"/>
                <a:gd name="connsiteX289" fmla="*/ 1436279 w 2078039"/>
                <a:gd name="connsiteY289" fmla="*/ 1997753 h 2078049"/>
                <a:gd name="connsiteX290" fmla="*/ 1530386 w 2078039"/>
                <a:gd name="connsiteY290" fmla="*/ 1937746 h 2078049"/>
                <a:gd name="connsiteX291" fmla="*/ 1544864 w 2078039"/>
                <a:gd name="connsiteY291" fmla="*/ 1944604 h 2078049"/>
                <a:gd name="connsiteX292" fmla="*/ 1565343 w 2078039"/>
                <a:gd name="connsiteY292" fmla="*/ 1934698 h 2078049"/>
                <a:gd name="connsiteX293" fmla="*/ 1565343 w 2078039"/>
                <a:gd name="connsiteY293" fmla="*/ 1934698 h 2078049"/>
                <a:gd name="connsiteX294" fmla="*/ 1565343 w 2078039"/>
                <a:gd name="connsiteY294" fmla="*/ 1934698 h 2078049"/>
                <a:gd name="connsiteX295" fmla="*/ 1568201 w 2078039"/>
                <a:gd name="connsiteY295" fmla="*/ 1930507 h 2078049"/>
                <a:gd name="connsiteX296" fmla="*/ 1568486 w 2078039"/>
                <a:gd name="connsiteY296" fmla="*/ 1929935 h 2078049"/>
                <a:gd name="connsiteX297" fmla="*/ 1570201 w 2078039"/>
                <a:gd name="connsiteY297" fmla="*/ 1925173 h 2078049"/>
                <a:gd name="connsiteX298" fmla="*/ 1566677 w 2078039"/>
                <a:gd name="connsiteY298" fmla="*/ 1911838 h 2078049"/>
                <a:gd name="connsiteX299" fmla="*/ 1560771 w 2078039"/>
                <a:gd name="connsiteY299" fmla="*/ 1907837 h 2078049"/>
                <a:gd name="connsiteX300" fmla="*/ 1558771 w 2078039"/>
                <a:gd name="connsiteY300" fmla="*/ 1907266 h 2078049"/>
                <a:gd name="connsiteX301" fmla="*/ 1588870 w 2078039"/>
                <a:gd name="connsiteY301" fmla="*/ 1861546 h 2078049"/>
                <a:gd name="connsiteX302" fmla="*/ 1658212 w 2078039"/>
                <a:gd name="connsiteY302" fmla="*/ 1845925 h 2078049"/>
                <a:gd name="connsiteX303" fmla="*/ 1666499 w 2078039"/>
                <a:gd name="connsiteY303" fmla="*/ 1861355 h 2078049"/>
                <a:gd name="connsiteX304" fmla="*/ 1695931 w 2078039"/>
                <a:gd name="connsiteY304" fmla="*/ 1850783 h 2078049"/>
                <a:gd name="connsiteX305" fmla="*/ 1698407 w 2078039"/>
                <a:gd name="connsiteY305" fmla="*/ 1846020 h 2078049"/>
                <a:gd name="connsiteX306" fmla="*/ 1698502 w 2078039"/>
                <a:gd name="connsiteY306" fmla="*/ 1845639 h 2078049"/>
                <a:gd name="connsiteX307" fmla="*/ 1699645 w 2078039"/>
                <a:gd name="connsiteY307" fmla="*/ 1841162 h 2078049"/>
                <a:gd name="connsiteX308" fmla="*/ 1699645 w 2078039"/>
                <a:gd name="connsiteY308" fmla="*/ 1840972 h 2078049"/>
                <a:gd name="connsiteX309" fmla="*/ 1699645 w 2078039"/>
                <a:gd name="connsiteY309" fmla="*/ 1840972 h 2078049"/>
                <a:gd name="connsiteX310" fmla="*/ 1696502 w 2078039"/>
                <a:gd name="connsiteY310" fmla="*/ 1829066 h 2078049"/>
                <a:gd name="connsiteX311" fmla="*/ 1772797 w 2078039"/>
                <a:gd name="connsiteY311" fmla="*/ 1772773 h 2078049"/>
                <a:gd name="connsiteX312" fmla="*/ 1836520 w 2078039"/>
                <a:gd name="connsiteY312" fmla="*/ 1681428 h 2078049"/>
                <a:gd name="connsiteX313" fmla="*/ 1852617 w 2078039"/>
                <a:gd name="connsiteY313" fmla="*/ 1682285 h 2078049"/>
                <a:gd name="connsiteX314" fmla="*/ 1868905 w 2078039"/>
                <a:gd name="connsiteY314" fmla="*/ 1660664 h 2078049"/>
                <a:gd name="connsiteX315" fmla="*/ 1869000 w 2078039"/>
                <a:gd name="connsiteY315" fmla="*/ 1659616 h 2078049"/>
                <a:gd name="connsiteX316" fmla="*/ 1868714 w 2078039"/>
                <a:gd name="connsiteY316" fmla="*/ 1654663 h 2078049"/>
                <a:gd name="connsiteX317" fmla="*/ 1851188 w 2078039"/>
                <a:gd name="connsiteY317" fmla="*/ 1642566 h 2078049"/>
                <a:gd name="connsiteX318" fmla="*/ 1861666 w 2078039"/>
                <a:gd name="connsiteY318" fmla="*/ 1588845 h 2078049"/>
                <a:gd name="connsiteX319" fmla="*/ 1919864 w 2078039"/>
                <a:gd name="connsiteY319" fmla="*/ 1548078 h 2078049"/>
                <a:gd name="connsiteX320" fmla="*/ 1921578 w 2078039"/>
                <a:gd name="connsiteY320" fmla="*/ 1551983 h 2078049"/>
                <a:gd name="connsiteX321" fmla="*/ 1933294 w 2078039"/>
                <a:gd name="connsiteY321" fmla="*/ 1558937 h 2078049"/>
                <a:gd name="connsiteX322" fmla="*/ 1940914 w 2078039"/>
                <a:gd name="connsiteY322" fmla="*/ 1557603 h 2078049"/>
                <a:gd name="connsiteX323" fmla="*/ 1947867 w 2078039"/>
                <a:gd name="connsiteY323" fmla="*/ 1553222 h 2078049"/>
                <a:gd name="connsiteX324" fmla="*/ 1953391 w 2078039"/>
                <a:gd name="connsiteY324" fmla="*/ 1546459 h 2078049"/>
                <a:gd name="connsiteX325" fmla="*/ 1956725 w 2078039"/>
                <a:gd name="connsiteY325" fmla="*/ 1538077 h 2078049"/>
                <a:gd name="connsiteX326" fmla="*/ 1957106 w 2078039"/>
                <a:gd name="connsiteY326" fmla="*/ 1532838 h 2078049"/>
                <a:gd name="connsiteX327" fmla="*/ 1957011 w 2078039"/>
                <a:gd name="connsiteY327" fmla="*/ 1532076 h 2078049"/>
                <a:gd name="connsiteX328" fmla="*/ 1956249 w 2078039"/>
                <a:gd name="connsiteY328" fmla="*/ 1527504 h 2078049"/>
                <a:gd name="connsiteX329" fmla="*/ 1956249 w 2078039"/>
                <a:gd name="connsiteY329" fmla="*/ 1527504 h 2078049"/>
                <a:gd name="connsiteX330" fmla="*/ 1956249 w 2078039"/>
                <a:gd name="connsiteY330" fmla="*/ 1527504 h 2078049"/>
                <a:gd name="connsiteX331" fmla="*/ 1949010 w 2078039"/>
                <a:gd name="connsiteY331" fmla="*/ 1517789 h 2078049"/>
                <a:gd name="connsiteX332" fmla="*/ 1997873 w 2078039"/>
                <a:gd name="connsiteY332" fmla="*/ 1436255 h 2078049"/>
                <a:gd name="connsiteX333" fmla="*/ 2021876 w 2078039"/>
                <a:gd name="connsiteY333" fmla="*/ 1327193 h 2078049"/>
                <a:gd name="connsiteX334" fmla="*/ 2037116 w 2078039"/>
                <a:gd name="connsiteY334" fmla="*/ 1321859 h 2078049"/>
                <a:gd name="connsiteX335" fmla="*/ 2044832 w 2078039"/>
                <a:gd name="connsiteY335" fmla="*/ 1300333 h 2078049"/>
                <a:gd name="connsiteX336" fmla="*/ 2044832 w 2078039"/>
                <a:gd name="connsiteY336" fmla="*/ 1300333 h 2078049"/>
                <a:gd name="connsiteX337" fmla="*/ 2044832 w 2078039"/>
                <a:gd name="connsiteY337" fmla="*/ 1300238 h 2078049"/>
                <a:gd name="connsiteX338" fmla="*/ 2043784 w 2078039"/>
                <a:gd name="connsiteY338" fmla="*/ 1295189 h 2078049"/>
                <a:gd name="connsiteX339" fmla="*/ 2043689 w 2078039"/>
                <a:gd name="connsiteY339" fmla="*/ 1294808 h 2078049"/>
                <a:gd name="connsiteX340" fmla="*/ 2041403 w 2078039"/>
                <a:gd name="connsiteY340" fmla="*/ 1290141 h 2078049"/>
                <a:gd name="connsiteX341" fmla="*/ 2038926 w 2078039"/>
                <a:gd name="connsiteY341" fmla="*/ 1287188 h 2078049"/>
                <a:gd name="connsiteX342" fmla="*/ 2032830 w 2078039"/>
                <a:gd name="connsiteY342" fmla="*/ 1283664 h 2078049"/>
                <a:gd name="connsiteX343" fmla="*/ 2022543 w 2078039"/>
                <a:gd name="connsiteY343" fmla="*/ 1284521 h 2078049"/>
                <a:gd name="connsiteX344" fmla="*/ 2020638 w 2078039"/>
                <a:gd name="connsiteY344" fmla="*/ 1285664 h 2078049"/>
                <a:gd name="connsiteX345" fmla="*/ 2009684 w 2078039"/>
                <a:gd name="connsiteY345" fmla="*/ 1231943 h 2078049"/>
                <a:gd name="connsiteX346" fmla="*/ 2047689 w 2078039"/>
                <a:gd name="connsiteY346" fmla="*/ 1171936 h 2078049"/>
                <a:gd name="connsiteX347" fmla="*/ 2064262 w 2078039"/>
                <a:gd name="connsiteY347" fmla="*/ 1176793 h 2078049"/>
                <a:gd name="connsiteX348" fmla="*/ 2073311 w 2078039"/>
                <a:gd name="connsiteY348" fmla="*/ 1169459 h 2078049"/>
                <a:gd name="connsiteX349" fmla="*/ 2075407 w 2078039"/>
                <a:gd name="connsiteY349" fmla="*/ 1165840 h 2078049"/>
                <a:gd name="connsiteX350" fmla="*/ 2077883 w 2078039"/>
                <a:gd name="connsiteY350" fmla="*/ 1157458 h 2078049"/>
                <a:gd name="connsiteX351" fmla="*/ 2077502 w 2078039"/>
                <a:gd name="connsiteY351" fmla="*/ 1148314 h 2078049"/>
                <a:gd name="connsiteX352" fmla="*/ 1884335 w 2078039"/>
                <a:gd name="connsiteY352" fmla="*/ 1157077 h 2078049"/>
                <a:gd name="connsiteX353" fmla="*/ 1878144 w 2078039"/>
                <a:gd name="connsiteY353" fmla="*/ 1168792 h 2078049"/>
                <a:gd name="connsiteX354" fmla="*/ 1892432 w 2078039"/>
                <a:gd name="connsiteY354" fmla="*/ 1190224 h 2078049"/>
                <a:gd name="connsiteX355" fmla="*/ 1896813 w 2078039"/>
                <a:gd name="connsiteY355" fmla="*/ 1190319 h 2078049"/>
                <a:gd name="connsiteX356" fmla="*/ 1897289 w 2078039"/>
                <a:gd name="connsiteY356" fmla="*/ 1190224 h 2078049"/>
                <a:gd name="connsiteX357" fmla="*/ 1901385 w 2078039"/>
                <a:gd name="connsiteY357" fmla="*/ 1189176 h 2078049"/>
                <a:gd name="connsiteX358" fmla="*/ 1901385 w 2078039"/>
                <a:gd name="connsiteY358" fmla="*/ 1189176 h 2078049"/>
                <a:gd name="connsiteX359" fmla="*/ 1901385 w 2078039"/>
                <a:gd name="connsiteY359" fmla="*/ 1189176 h 2078049"/>
                <a:gd name="connsiteX360" fmla="*/ 1911100 w 2078039"/>
                <a:gd name="connsiteY360" fmla="*/ 1180604 h 2078049"/>
                <a:gd name="connsiteX361" fmla="*/ 1937961 w 2078039"/>
                <a:gd name="connsiteY361" fmla="*/ 1217465 h 2078049"/>
                <a:gd name="connsiteX362" fmla="*/ 1897099 w 2078039"/>
                <a:gd name="connsiteY362" fmla="*/ 1242230 h 2078049"/>
                <a:gd name="connsiteX363" fmla="*/ 1892241 w 2078039"/>
                <a:gd name="connsiteY363" fmla="*/ 1244231 h 2078049"/>
                <a:gd name="connsiteX364" fmla="*/ 1891955 w 2078039"/>
                <a:gd name="connsiteY364" fmla="*/ 1241278 h 2078049"/>
                <a:gd name="connsiteX365" fmla="*/ 1891860 w 2078039"/>
                <a:gd name="connsiteY365" fmla="*/ 1240801 h 2078049"/>
                <a:gd name="connsiteX366" fmla="*/ 1890431 w 2078039"/>
                <a:gd name="connsiteY366" fmla="*/ 1236706 h 2078049"/>
                <a:gd name="connsiteX367" fmla="*/ 1890431 w 2078039"/>
                <a:gd name="connsiteY367" fmla="*/ 1236706 h 2078049"/>
                <a:gd name="connsiteX368" fmla="*/ 1890431 w 2078039"/>
                <a:gd name="connsiteY368" fmla="*/ 1236706 h 2078049"/>
                <a:gd name="connsiteX369" fmla="*/ 1875191 w 2078039"/>
                <a:gd name="connsiteY369" fmla="*/ 1226800 h 2078049"/>
                <a:gd name="connsiteX370" fmla="*/ 1857760 w 2078039"/>
                <a:gd name="connsiteY370" fmla="*/ 1239944 h 2078049"/>
                <a:gd name="connsiteX371" fmla="*/ 1857570 w 2078039"/>
                <a:gd name="connsiteY371" fmla="*/ 1240516 h 2078049"/>
                <a:gd name="connsiteX372" fmla="*/ 1856808 w 2078039"/>
                <a:gd name="connsiteY372" fmla="*/ 1245088 h 2078049"/>
                <a:gd name="connsiteX373" fmla="*/ 1858713 w 2078039"/>
                <a:gd name="connsiteY373" fmla="*/ 1254422 h 2078049"/>
                <a:gd name="connsiteX374" fmla="*/ 1852712 w 2078039"/>
                <a:gd name="connsiteY374" fmla="*/ 1255565 h 2078049"/>
                <a:gd name="connsiteX375" fmla="*/ 1774131 w 2078039"/>
                <a:gd name="connsiteY375" fmla="*/ 1252803 h 2078049"/>
                <a:gd name="connsiteX376" fmla="*/ 1773845 w 2078039"/>
                <a:gd name="connsiteY376" fmla="*/ 1250993 h 2078049"/>
                <a:gd name="connsiteX377" fmla="*/ 1773750 w 2078039"/>
                <a:gd name="connsiteY377" fmla="*/ 1250517 h 2078049"/>
                <a:gd name="connsiteX378" fmla="*/ 1772417 w 2078039"/>
                <a:gd name="connsiteY378" fmla="*/ 1246802 h 2078049"/>
                <a:gd name="connsiteX379" fmla="*/ 1772417 w 2078039"/>
                <a:gd name="connsiteY379" fmla="*/ 1246802 h 2078049"/>
                <a:gd name="connsiteX380" fmla="*/ 1772417 w 2078039"/>
                <a:gd name="connsiteY380" fmla="*/ 1246802 h 2078049"/>
                <a:gd name="connsiteX381" fmla="*/ 1757462 w 2078039"/>
                <a:gd name="connsiteY381" fmla="*/ 1236992 h 2078049"/>
                <a:gd name="connsiteX382" fmla="*/ 1741936 w 2078039"/>
                <a:gd name="connsiteY382" fmla="*/ 1243564 h 2078049"/>
                <a:gd name="connsiteX383" fmla="*/ 1680214 w 2078039"/>
                <a:gd name="connsiteY383" fmla="*/ 1216417 h 2078049"/>
                <a:gd name="connsiteX384" fmla="*/ 1681453 w 2078039"/>
                <a:gd name="connsiteY384" fmla="*/ 1214513 h 2078049"/>
                <a:gd name="connsiteX385" fmla="*/ 1682405 w 2078039"/>
                <a:gd name="connsiteY385" fmla="*/ 1207274 h 2078049"/>
                <a:gd name="connsiteX386" fmla="*/ 1682405 w 2078039"/>
                <a:gd name="connsiteY386" fmla="*/ 1207274 h 2078049"/>
                <a:gd name="connsiteX387" fmla="*/ 1682405 w 2078039"/>
                <a:gd name="connsiteY387" fmla="*/ 1207274 h 2078049"/>
                <a:gd name="connsiteX388" fmla="*/ 1670880 w 2078039"/>
                <a:gd name="connsiteY388" fmla="*/ 1194986 h 2078049"/>
                <a:gd name="connsiteX389" fmla="*/ 1652497 w 2078039"/>
                <a:gd name="connsiteY389" fmla="*/ 1197082 h 2078049"/>
                <a:gd name="connsiteX390" fmla="*/ 1635161 w 2078039"/>
                <a:gd name="connsiteY390" fmla="*/ 1177365 h 2078049"/>
                <a:gd name="connsiteX391" fmla="*/ 1644401 w 2078039"/>
                <a:gd name="connsiteY391" fmla="*/ 1178127 h 2078049"/>
                <a:gd name="connsiteX392" fmla="*/ 1656307 w 2078039"/>
                <a:gd name="connsiteY392" fmla="*/ 1161934 h 2078049"/>
                <a:gd name="connsiteX393" fmla="*/ 1654402 w 2078039"/>
                <a:gd name="connsiteY393" fmla="*/ 1158696 h 2078049"/>
                <a:gd name="connsiteX394" fmla="*/ 1654116 w 2078039"/>
                <a:gd name="connsiteY394" fmla="*/ 1158410 h 2078049"/>
                <a:gd name="connsiteX395" fmla="*/ 1651449 w 2078039"/>
                <a:gd name="connsiteY395" fmla="*/ 1155743 h 2078049"/>
                <a:gd name="connsiteX396" fmla="*/ 1651449 w 2078039"/>
                <a:gd name="connsiteY396" fmla="*/ 1155743 h 2078049"/>
                <a:gd name="connsiteX397" fmla="*/ 1651449 w 2078039"/>
                <a:gd name="connsiteY397" fmla="*/ 1155743 h 2078049"/>
                <a:gd name="connsiteX398" fmla="*/ 1635161 w 2078039"/>
                <a:gd name="connsiteY398" fmla="*/ 1151267 h 2078049"/>
                <a:gd name="connsiteX399" fmla="*/ 1670689 w 2078039"/>
                <a:gd name="connsiteY399" fmla="*/ 1128978 h 2078049"/>
                <a:gd name="connsiteX400" fmla="*/ 1692311 w 2078039"/>
                <a:gd name="connsiteY400" fmla="*/ 1136693 h 2078049"/>
                <a:gd name="connsiteX401" fmla="*/ 1696121 w 2078039"/>
                <a:gd name="connsiteY401" fmla="*/ 1135265 h 2078049"/>
                <a:gd name="connsiteX402" fmla="*/ 1696502 w 2078039"/>
                <a:gd name="connsiteY402" fmla="*/ 1135074 h 2078049"/>
                <a:gd name="connsiteX403" fmla="*/ 1699455 w 2078039"/>
                <a:gd name="connsiteY403" fmla="*/ 1132979 h 2078049"/>
                <a:gd name="connsiteX404" fmla="*/ 1699455 w 2078039"/>
                <a:gd name="connsiteY404" fmla="*/ 1132979 h 2078049"/>
                <a:gd name="connsiteX405" fmla="*/ 1699455 w 2078039"/>
                <a:gd name="connsiteY405" fmla="*/ 1132979 h 2078049"/>
                <a:gd name="connsiteX406" fmla="*/ 1703551 w 2078039"/>
                <a:gd name="connsiteY406" fmla="*/ 1121167 h 2078049"/>
                <a:gd name="connsiteX407" fmla="*/ 1772988 w 2078039"/>
                <a:gd name="connsiteY407" fmla="*/ 1119072 h 2078049"/>
                <a:gd name="connsiteX408" fmla="*/ 1788037 w 2078039"/>
                <a:gd name="connsiteY408" fmla="*/ 1130883 h 2078049"/>
                <a:gd name="connsiteX409" fmla="*/ 1792419 w 2078039"/>
                <a:gd name="connsiteY409" fmla="*/ 1130883 h 2078049"/>
                <a:gd name="connsiteX410" fmla="*/ 1792895 w 2078039"/>
                <a:gd name="connsiteY410" fmla="*/ 1130788 h 2078049"/>
                <a:gd name="connsiteX411" fmla="*/ 1796801 w 2078039"/>
                <a:gd name="connsiteY411" fmla="*/ 1129740 h 2078049"/>
                <a:gd name="connsiteX412" fmla="*/ 1796801 w 2078039"/>
                <a:gd name="connsiteY412" fmla="*/ 1129740 h 2078049"/>
                <a:gd name="connsiteX413" fmla="*/ 1796801 w 2078039"/>
                <a:gd name="connsiteY413" fmla="*/ 1129740 h 2078049"/>
                <a:gd name="connsiteX414" fmla="*/ 1805183 w 2078039"/>
                <a:gd name="connsiteY414" fmla="*/ 1123168 h 2078049"/>
                <a:gd name="connsiteX415" fmla="*/ 1873572 w 2078039"/>
                <a:gd name="connsiteY415" fmla="*/ 1149552 h 2078049"/>
                <a:gd name="connsiteX416" fmla="*/ 1884335 w 2078039"/>
                <a:gd name="connsiteY416" fmla="*/ 1157077 h 2078049"/>
                <a:gd name="connsiteX417" fmla="*/ 1852617 w 2078039"/>
                <a:gd name="connsiteY417" fmla="*/ 821892 h 2078049"/>
                <a:gd name="connsiteX418" fmla="*/ 1865476 w 2078039"/>
                <a:gd name="connsiteY418" fmla="*/ 824559 h 2078049"/>
                <a:gd name="connsiteX419" fmla="*/ 1863666 w 2078039"/>
                <a:gd name="connsiteY419" fmla="*/ 830369 h 2078049"/>
                <a:gd name="connsiteX420" fmla="*/ 1863476 w 2078039"/>
                <a:gd name="connsiteY420" fmla="*/ 834084 h 2078049"/>
                <a:gd name="connsiteX421" fmla="*/ 1863952 w 2078039"/>
                <a:gd name="connsiteY421" fmla="*/ 837799 h 2078049"/>
                <a:gd name="connsiteX422" fmla="*/ 1867000 w 2078039"/>
                <a:gd name="connsiteY422" fmla="*/ 844562 h 2078049"/>
                <a:gd name="connsiteX423" fmla="*/ 1882049 w 2078039"/>
                <a:gd name="connsiteY423" fmla="*/ 852563 h 2078049"/>
                <a:gd name="connsiteX424" fmla="*/ 1885669 w 2078039"/>
                <a:gd name="connsiteY424" fmla="*/ 852182 h 2078049"/>
                <a:gd name="connsiteX425" fmla="*/ 1889764 w 2078039"/>
                <a:gd name="connsiteY425" fmla="*/ 850658 h 2078049"/>
                <a:gd name="connsiteX426" fmla="*/ 1890146 w 2078039"/>
                <a:gd name="connsiteY426" fmla="*/ 850467 h 2078049"/>
                <a:gd name="connsiteX427" fmla="*/ 1893479 w 2078039"/>
                <a:gd name="connsiteY427" fmla="*/ 847991 h 2078049"/>
                <a:gd name="connsiteX428" fmla="*/ 1893479 w 2078039"/>
                <a:gd name="connsiteY428" fmla="*/ 847991 h 2078049"/>
                <a:gd name="connsiteX429" fmla="*/ 1893479 w 2078039"/>
                <a:gd name="connsiteY429" fmla="*/ 847991 h 2078049"/>
                <a:gd name="connsiteX430" fmla="*/ 1899099 w 2078039"/>
                <a:gd name="connsiteY430" fmla="*/ 836370 h 2078049"/>
                <a:gd name="connsiteX431" fmla="*/ 1938056 w 2078039"/>
                <a:gd name="connsiteY431" fmla="*/ 860278 h 2078049"/>
                <a:gd name="connsiteX432" fmla="*/ 1906148 w 2078039"/>
                <a:gd name="connsiteY432" fmla="*/ 902378 h 2078049"/>
                <a:gd name="connsiteX433" fmla="*/ 1904719 w 2078039"/>
                <a:gd name="connsiteY433" fmla="*/ 899902 h 2078049"/>
                <a:gd name="connsiteX434" fmla="*/ 1904433 w 2078039"/>
                <a:gd name="connsiteY434" fmla="*/ 899521 h 2078049"/>
                <a:gd name="connsiteX435" fmla="*/ 1901575 w 2078039"/>
                <a:gd name="connsiteY435" fmla="*/ 896282 h 2078049"/>
                <a:gd name="connsiteX436" fmla="*/ 1901575 w 2078039"/>
                <a:gd name="connsiteY436" fmla="*/ 896282 h 2078049"/>
                <a:gd name="connsiteX437" fmla="*/ 1901575 w 2078039"/>
                <a:gd name="connsiteY437" fmla="*/ 896282 h 2078049"/>
                <a:gd name="connsiteX438" fmla="*/ 1883668 w 2078039"/>
                <a:gd name="connsiteY438" fmla="*/ 892949 h 2078049"/>
                <a:gd name="connsiteX439" fmla="*/ 1872810 w 2078039"/>
                <a:gd name="connsiteY439" fmla="*/ 907426 h 2078049"/>
                <a:gd name="connsiteX440" fmla="*/ 1872810 w 2078039"/>
                <a:gd name="connsiteY440" fmla="*/ 907426 h 2078049"/>
                <a:gd name="connsiteX441" fmla="*/ 1872810 w 2078039"/>
                <a:gd name="connsiteY441" fmla="*/ 907522 h 2078049"/>
                <a:gd name="connsiteX442" fmla="*/ 1872715 w 2078039"/>
                <a:gd name="connsiteY442" fmla="*/ 911903 h 2078049"/>
                <a:gd name="connsiteX443" fmla="*/ 1872715 w 2078039"/>
                <a:gd name="connsiteY443" fmla="*/ 912284 h 2078049"/>
                <a:gd name="connsiteX444" fmla="*/ 1873572 w 2078039"/>
                <a:gd name="connsiteY444" fmla="*/ 916951 h 2078049"/>
                <a:gd name="connsiteX445" fmla="*/ 1878811 w 2078039"/>
                <a:gd name="connsiteY445" fmla="*/ 924857 h 2078049"/>
                <a:gd name="connsiteX446" fmla="*/ 1873762 w 2078039"/>
                <a:gd name="connsiteY446" fmla="*/ 928191 h 2078049"/>
                <a:gd name="connsiteX447" fmla="*/ 1800325 w 2078039"/>
                <a:gd name="connsiteY447" fmla="*/ 955528 h 2078049"/>
                <a:gd name="connsiteX448" fmla="*/ 1799372 w 2078039"/>
                <a:gd name="connsiteY448" fmla="*/ 953908 h 2078049"/>
                <a:gd name="connsiteX449" fmla="*/ 1799086 w 2078039"/>
                <a:gd name="connsiteY449" fmla="*/ 953527 h 2078049"/>
                <a:gd name="connsiteX450" fmla="*/ 1796419 w 2078039"/>
                <a:gd name="connsiteY450" fmla="*/ 950575 h 2078049"/>
                <a:gd name="connsiteX451" fmla="*/ 1796419 w 2078039"/>
                <a:gd name="connsiteY451" fmla="*/ 950575 h 2078049"/>
                <a:gd name="connsiteX452" fmla="*/ 1796419 w 2078039"/>
                <a:gd name="connsiteY452" fmla="*/ 950575 h 2078049"/>
                <a:gd name="connsiteX453" fmla="*/ 1778798 w 2078039"/>
                <a:gd name="connsiteY453" fmla="*/ 947146 h 2078049"/>
                <a:gd name="connsiteX454" fmla="*/ 1767083 w 2078039"/>
                <a:gd name="connsiteY454" fmla="*/ 959052 h 2078049"/>
                <a:gd name="connsiteX455" fmla="*/ 1699550 w 2078039"/>
                <a:gd name="connsiteY455" fmla="*/ 957433 h 2078049"/>
                <a:gd name="connsiteX456" fmla="*/ 1699931 w 2078039"/>
                <a:gd name="connsiteY456" fmla="*/ 955242 h 2078049"/>
                <a:gd name="connsiteX457" fmla="*/ 1699455 w 2078039"/>
                <a:gd name="connsiteY457" fmla="*/ 951718 h 2078049"/>
                <a:gd name="connsiteX458" fmla="*/ 1699360 w 2078039"/>
                <a:gd name="connsiteY458" fmla="*/ 951337 h 2078049"/>
                <a:gd name="connsiteX459" fmla="*/ 1682786 w 2078039"/>
                <a:gd name="connsiteY459" fmla="*/ 941240 h 2078049"/>
                <a:gd name="connsiteX460" fmla="*/ 1666308 w 2078039"/>
                <a:gd name="connsiteY460" fmla="*/ 950194 h 2078049"/>
                <a:gd name="connsiteX461" fmla="*/ 1642877 w 2078039"/>
                <a:gd name="connsiteY461" fmla="*/ 938383 h 2078049"/>
                <a:gd name="connsiteX462" fmla="*/ 1651925 w 2078039"/>
                <a:gd name="connsiteY462" fmla="*/ 935716 h 2078049"/>
                <a:gd name="connsiteX463" fmla="*/ 1654687 w 2078039"/>
                <a:gd name="connsiteY463" fmla="*/ 933811 h 2078049"/>
                <a:gd name="connsiteX464" fmla="*/ 1658402 w 2078039"/>
                <a:gd name="connsiteY464" fmla="*/ 929048 h 2078049"/>
                <a:gd name="connsiteX465" fmla="*/ 1659355 w 2078039"/>
                <a:gd name="connsiteY465" fmla="*/ 926381 h 2078049"/>
                <a:gd name="connsiteX466" fmla="*/ 1658307 w 2078039"/>
                <a:gd name="connsiteY466" fmla="*/ 918475 h 2078049"/>
                <a:gd name="connsiteX467" fmla="*/ 1656593 w 2078039"/>
                <a:gd name="connsiteY467" fmla="*/ 916094 h 2078049"/>
                <a:gd name="connsiteX468" fmla="*/ 1653735 w 2078039"/>
                <a:gd name="connsiteY468" fmla="*/ 913808 h 2078049"/>
                <a:gd name="connsiteX469" fmla="*/ 1653449 w 2078039"/>
                <a:gd name="connsiteY469" fmla="*/ 913618 h 2078049"/>
                <a:gd name="connsiteX470" fmla="*/ 1633161 w 2078039"/>
                <a:gd name="connsiteY470" fmla="*/ 914189 h 2078049"/>
                <a:gd name="connsiteX471" fmla="*/ 1657545 w 2078039"/>
                <a:gd name="connsiteY471" fmla="*/ 880090 h 2078049"/>
                <a:gd name="connsiteX472" fmla="*/ 1659926 w 2078039"/>
                <a:gd name="connsiteY472" fmla="*/ 881423 h 2078049"/>
                <a:gd name="connsiteX473" fmla="*/ 1661545 w 2078039"/>
                <a:gd name="connsiteY473" fmla="*/ 882090 h 2078049"/>
                <a:gd name="connsiteX474" fmla="*/ 1666975 w 2078039"/>
                <a:gd name="connsiteY474" fmla="*/ 883042 h 2078049"/>
                <a:gd name="connsiteX475" fmla="*/ 1667260 w 2078039"/>
                <a:gd name="connsiteY475" fmla="*/ 883042 h 2078049"/>
                <a:gd name="connsiteX476" fmla="*/ 1674023 w 2078039"/>
                <a:gd name="connsiteY476" fmla="*/ 882185 h 2078049"/>
                <a:gd name="connsiteX477" fmla="*/ 1680310 w 2078039"/>
                <a:gd name="connsiteY477" fmla="*/ 879137 h 2078049"/>
                <a:gd name="connsiteX478" fmla="*/ 1683453 w 2078039"/>
                <a:gd name="connsiteY478" fmla="*/ 876184 h 2078049"/>
                <a:gd name="connsiteX479" fmla="*/ 1683548 w 2078039"/>
                <a:gd name="connsiteY479" fmla="*/ 876089 h 2078049"/>
                <a:gd name="connsiteX480" fmla="*/ 1685644 w 2078039"/>
                <a:gd name="connsiteY480" fmla="*/ 872946 h 2078049"/>
                <a:gd name="connsiteX481" fmla="*/ 1685739 w 2078039"/>
                <a:gd name="connsiteY481" fmla="*/ 872756 h 2078049"/>
                <a:gd name="connsiteX482" fmla="*/ 1685739 w 2078039"/>
                <a:gd name="connsiteY482" fmla="*/ 872756 h 2078049"/>
                <a:gd name="connsiteX483" fmla="*/ 1684882 w 2078039"/>
                <a:gd name="connsiteY483" fmla="*/ 860278 h 2078049"/>
                <a:gd name="connsiteX484" fmla="*/ 1748128 w 2078039"/>
                <a:gd name="connsiteY484" fmla="*/ 831989 h 2078049"/>
                <a:gd name="connsiteX485" fmla="*/ 1766702 w 2078039"/>
                <a:gd name="connsiteY485" fmla="*/ 837132 h 2078049"/>
                <a:gd name="connsiteX486" fmla="*/ 1770797 w 2078039"/>
                <a:gd name="connsiteY486" fmla="*/ 835417 h 2078049"/>
                <a:gd name="connsiteX487" fmla="*/ 1771178 w 2078039"/>
                <a:gd name="connsiteY487" fmla="*/ 835227 h 2078049"/>
                <a:gd name="connsiteX488" fmla="*/ 1774417 w 2078039"/>
                <a:gd name="connsiteY488" fmla="*/ 832750 h 2078049"/>
                <a:gd name="connsiteX489" fmla="*/ 1774417 w 2078039"/>
                <a:gd name="connsiteY489" fmla="*/ 832750 h 2078049"/>
                <a:gd name="connsiteX490" fmla="*/ 1774417 w 2078039"/>
                <a:gd name="connsiteY490" fmla="*/ 832750 h 2078049"/>
                <a:gd name="connsiteX491" fmla="*/ 1779560 w 2078039"/>
                <a:gd name="connsiteY491" fmla="*/ 823511 h 2078049"/>
                <a:gd name="connsiteX492" fmla="*/ 1852617 w 2078039"/>
                <a:gd name="connsiteY492" fmla="*/ 821892 h 2078049"/>
                <a:gd name="connsiteX493" fmla="*/ 1614587 w 2078039"/>
                <a:gd name="connsiteY493" fmla="*/ 576623 h 2078049"/>
                <a:gd name="connsiteX494" fmla="*/ 1633637 w 2078039"/>
                <a:gd name="connsiteY494" fmla="*/ 574337 h 2078049"/>
                <a:gd name="connsiteX495" fmla="*/ 1636685 w 2078039"/>
                <a:gd name="connsiteY495" fmla="*/ 571194 h 2078049"/>
                <a:gd name="connsiteX496" fmla="*/ 1636971 w 2078039"/>
                <a:gd name="connsiteY496" fmla="*/ 570813 h 2078049"/>
                <a:gd name="connsiteX497" fmla="*/ 1639067 w 2078039"/>
                <a:gd name="connsiteY497" fmla="*/ 567289 h 2078049"/>
                <a:gd name="connsiteX498" fmla="*/ 1639067 w 2078039"/>
                <a:gd name="connsiteY498" fmla="*/ 567289 h 2078049"/>
                <a:gd name="connsiteX499" fmla="*/ 1639067 w 2078039"/>
                <a:gd name="connsiteY499" fmla="*/ 567289 h 2078049"/>
                <a:gd name="connsiteX500" fmla="*/ 1640305 w 2078039"/>
                <a:gd name="connsiteY500" fmla="*/ 556716 h 2078049"/>
                <a:gd name="connsiteX501" fmla="*/ 1707456 w 2078039"/>
                <a:gd name="connsiteY501" fmla="*/ 526998 h 2078049"/>
                <a:gd name="connsiteX502" fmla="*/ 1720410 w 2078039"/>
                <a:gd name="connsiteY502" fmla="*/ 524426 h 2078049"/>
                <a:gd name="connsiteX503" fmla="*/ 1724125 w 2078039"/>
                <a:gd name="connsiteY503" fmla="*/ 537190 h 2078049"/>
                <a:gd name="connsiteX504" fmla="*/ 1726601 w 2078039"/>
                <a:gd name="connsiteY504" fmla="*/ 540047 h 2078049"/>
                <a:gd name="connsiteX505" fmla="*/ 1736031 w 2078039"/>
                <a:gd name="connsiteY505" fmla="*/ 544905 h 2078049"/>
                <a:gd name="connsiteX506" fmla="*/ 1749557 w 2078039"/>
                <a:gd name="connsiteY506" fmla="*/ 542143 h 2078049"/>
                <a:gd name="connsiteX507" fmla="*/ 1752795 w 2078039"/>
                <a:gd name="connsiteY507" fmla="*/ 539095 h 2078049"/>
                <a:gd name="connsiteX508" fmla="*/ 1753081 w 2078039"/>
                <a:gd name="connsiteY508" fmla="*/ 538714 h 2078049"/>
                <a:gd name="connsiteX509" fmla="*/ 1755176 w 2078039"/>
                <a:gd name="connsiteY509" fmla="*/ 535190 h 2078049"/>
                <a:gd name="connsiteX510" fmla="*/ 1755176 w 2078039"/>
                <a:gd name="connsiteY510" fmla="*/ 535190 h 2078049"/>
                <a:gd name="connsiteX511" fmla="*/ 1755176 w 2078039"/>
                <a:gd name="connsiteY511" fmla="*/ 535190 h 2078049"/>
                <a:gd name="connsiteX512" fmla="*/ 1755938 w 2078039"/>
                <a:gd name="connsiteY512" fmla="*/ 522331 h 2078049"/>
                <a:gd name="connsiteX513" fmla="*/ 1801087 w 2078039"/>
                <a:gd name="connsiteY513" fmla="*/ 529379 h 2078049"/>
                <a:gd name="connsiteX514" fmla="*/ 1787752 w 2078039"/>
                <a:gd name="connsiteY514" fmla="*/ 580528 h 2078049"/>
                <a:gd name="connsiteX515" fmla="*/ 1785466 w 2078039"/>
                <a:gd name="connsiteY515" fmla="*/ 578719 h 2078049"/>
                <a:gd name="connsiteX516" fmla="*/ 1784989 w 2078039"/>
                <a:gd name="connsiteY516" fmla="*/ 578433 h 2078049"/>
                <a:gd name="connsiteX517" fmla="*/ 1781084 w 2078039"/>
                <a:gd name="connsiteY517" fmla="*/ 576528 h 2078049"/>
                <a:gd name="connsiteX518" fmla="*/ 1781084 w 2078039"/>
                <a:gd name="connsiteY518" fmla="*/ 576528 h 2078049"/>
                <a:gd name="connsiteX519" fmla="*/ 1781084 w 2078039"/>
                <a:gd name="connsiteY519" fmla="*/ 576528 h 2078049"/>
                <a:gd name="connsiteX520" fmla="*/ 1763272 w 2078039"/>
                <a:gd name="connsiteY520" fmla="*/ 580338 h 2078049"/>
                <a:gd name="connsiteX521" fmla="*/ 1758796 w 2078039"/>
                <a:gd name="connsiteY521" fmla="*/ 597864 h 2078049"/>
                <a:gd name="connsiteX522" fmla="*/ 1758796 w 2078039"/>
                <a:gd name="connsiteY522" fmla="*/ 597864 h 2078049"/>
                <a:gd name="connsiteX523" fmla="*/ 1758796 w 2078039"/>
                <a:gd name="connsiteY523" fmla="*/ 597959 h 2078049"/>
                <a:gd name="connsiteX524" fmla="*/ 1760415 w 2078039"/>
                <a:gd name="connsiteY524" fmla="*/ 602150 h 2078049"/>
                <a:gd name="connsiteX525" fmla="*/ 1760510 w 2078039"/>
                <a:gd name="connsiteY525" fmla="*/ 602341 h 2078049"/>
                <a:gd name="connsiteX526" fmla="*/ 1763177 w 2078039"/>
                <a:gd name="connsiteY526" fmla="*/ 606341 h 2078049"/>
                <a:gd name="connsiteX527" fmla="*/ 1771083 w 2078039"/>
                <a:gd name="connsiteY527" fmla="*/ 611580 h 2078049"/>
                <a:gd name="connsiteX528" fmla="*/ 1767654 w 2078039"/>
                <a:gd name="connsiteY528" fmla="*/ 616628 h 2078049"/>
                <a:gd name="connsiteX529" fmla="*/ 1710409 w 2078039"/>
                <a:gd name="connsiteY529" fmla="*/ 670159 h 2078049"/>
                <a:gd name="connsiteX530" fmla="*/ 1708980 w 2078039"/>
                <a:gd name="connsiteY530" fmla="*/ 669016 h 2078049"/>
                <a:gd name="connsiteX531" fmla="*/ 1708599 w 2078039"/>
                <a:gd name="connsiteY531" fmla="*/ 668825 h 2078049"/>
                <a:gd name="connsiteX532" fmla="*/ 1704979 w 2078039"/>
                <a:gd name="connsiteY532" fmla="*/ 667206 h 2078049"/>
                <a:gd name="connsiteX533" fmla="*/ 1704979 w 2078039"/>
                <a:gd name="connsiteY533" fmla="*/ 667206 h 2078049"/>
                <a:gd name="connsiteX534" fmla="*/ 1704979 w 2078039"/>
                <a:gd name="connsiteY534" fmla="*/ 667206 h 2078049"/>
                <a:gd name="connsiteX535" fmla="*/ 1687358 w 2078039"/>
                <a:gd name="connsiteY535" fmla="*/ 670825 h 2078049"/>
                <a:gd name="connsiteX536" fmla="*/ 1681167 w 2078039"/>
                <a:gd name="connsiteY536" fmla="*/ 686256 h 2078049"/>
                <a:gd name="connsiteX537" fmla="*/ 1618207 w 2078039"/>
                <a:gd name="connsiteY537" fmla="*/ 710735 h 2078049"/>
                <a:gd name="connsiteX538" fmla="*/ 1617730 w 2078039"/>
                <a:gd name="connsiteY538" fmla="*/ 708640 h 2078049"/>
                <a:gd name="connsiteX539" fmla="*/ 1615921 w 2078039"/>
                <a:gd name="connsiteY539" fmla="*/ 705497 h 2078049"/>
                <a:gd name="connsiteX540" fmla="*/ 1615635 w 2078039"/>
                <a:gd name="connsiteY540" fmla="*/ 705211 h 2078049"/>
                <a:gd name="connsiteX541" fmla="*/ 1613159 w 2078039"/>
                <a:gd name="connsiteY541" fmla="*/ 702925 h 2078049"/>
                <a:gd name="connsiteX542" fmla="*/ 1613159 w 2078039"/>
                <a:gd name="connsiteY542" fmla="*/ 702925 h 2078049"/>
                <a:gd name="connsiteX543" fmla="*/ 1613159 w 2078039"/>
                <a:gd name="connsiteY543" fmla="*/ 702925 h 2078049"/>
                <a:gd name="connsiteX544" fmla="*/ 1596490 w 2078039"/>
                <a:gd name="connsiteY544" fmla="*/ 702258 h 2078049"/>
                <a:gd name="connsiteX545" fmla="*/ 1584679 w 2078039"/>
                <a:gd name="connsiteY545" fmla="*/ 716831 h 2078049"/>
                <a:gd name="connsiteX546" fmla="*/ 1558676 w 2078039"/>
                <a:gd name="connsiteY546" fmla="*/ 715022 h 2078049"/>
                <a:gd name="connsiteX547" fmla="*/ 1565724 w 2078039"/>
                <a:gd name="connsiteY547" fmla="*/ 709021 h 2078049"/>
                <a:gd name="connsiteX548" fmla="*/ 1562676 w 2078039"/>
                <a:gd name="connsiteY548" fmla="*/ 689114 h 2078049"/>
                <a:gd name="connsiteX549" fmla="*/ 1559247 w 2078039"/>
                <a:gd name="connsiteY549" fmla="*/ 688161 h 2078049"/>
                <a:gd name="connsiteX550" fmla="*/ 1558485 w 2078039"/>
                <a:gd name="connsiteY550" fmla="*/ 688066 h 2078049"/>
                <a:gd name="connsiteX551" fmla="*/ 1554961 w 2078039"/>
                <a:gd name="connsiteY551" fmla="*/ 688066 h 2078049"/>
                <a:gd name="connsiteX552" fmla="*/ 1554961 w 2078039"/>
                <a:gd name="connsiteY552" fmla="*/ 688066 h 2078049"/>
                <a:gd name="connsiteX553" fmla="*/ 1554961 w 2078039"/>
                <a:gd name="connsiteY553" fmla="*/ 688066 h 2078049"/>
                <a:gd name="connsiteX554" fmla="*/ 1540197 w 2078039"/>
                <a:gd name="connsiteY554" fmla="*/ 696448 h 2078049"/>
                <a:gd name="connsiteX555" fmla="*/ 1549532 w 2078039"/>
                <a:gd name="connsiteY555" fmla="*/ 655585 h 2078049"/>
                <a:gd name="connsiteX556" fmla="*/ 1570201 w 2078039"/>
                <a:gd name="connsiteY556" fmla="*/ 645870 h 2078049"/>
                <a:gd name="connsiteX557" fmla="*/ 1572010 w 2078039"/>
                <a:gd name="connsiteY557" fmla="*/ 642060 h 2078049"/>
                <a:gd name="connsiteX558" fmla="*/ 1572106 w 2078039"/>
                <a:gd name="connsiteY558" fmla="*/ 641679 h 2078049"/>
                <a:gd name="connsiteX559" fmla="*/ 1567153 w 2078039"/>
                <a:gd name="connsiteY559" fmla="*/ 626820 h 2078049"/>
                <a:gd name="connsiteX560" fmla="*/ 1614587 w 2078039"/>
                <a:gd name="connsiteY560" fmla="*/ 576623 h 2078049"/>
                <a:gd name="connsiteX561" fmla="*/ 1393798 w 2078039"/>
                <a:gd name="connsiteY561" fmla="*/ 391172 h 2078049"/>
                <a:gd name="connsiteX562" fmla="*/ 1393798 w 2078039"/>
                <a:gd name="connsiteY562" fmla="*/ 391172 h 2078049"/>
                <a:gd name="connsiteX563" fmla="*/ 1397036 w 2078039"/>
                <a:gd name="connsiteY563" fmla="*/ 391076 h 2078049"/>
                <a:gd name="connsiteX564" fmla="*/ 1400179 w 2078039"/>
                <a:gd name="connsiteY564" fmla="*/ 390410 h 2078049"/>
                <a:gd name="connsiteX565" fmla="*/ 1408466 w 2078039"/>
                <a:gd name="connsiteY565" fmla="*/ 384790 h 2078049"/>
                <a:gd name="connsiteX566" fmla="*/ 1410562 w 2078039"/>
                <a:gd name="connsiteY566" fmla="*/ 381837 h 2078049"/>
                <a:gd name="connsiteX567" fmla="*/ 1412181 w 2078039"/>
                <a:gd name="connsiteY567" fmla="*/ 377741 h 2078049"/>
                <a:gd name="connsiteX568" fmla="*/ 1412276 w 2078039"/>
                <a:gd name="connsiteY568" fmla="*/ 377265 h 2078049"/>
                <a:gd name="connsiteX569" fmla="*/ 1412848 w 2078039"/>
                <a:gd name="connsiteY569" fmla="*/ 373265 h 2078049"/>
                <a:gd name="connsiteX570" fmla="*/ 1412848 w 2078039"/>
                <a:gd name="connsiteY570" fmla="*/ 373265 h 2078049"/>
                <a:gd name="connsiteX571" fmla="*/ 1412848 w 2078039"/>
                <a:gd name="connsiteY571" fmla="*/ 373265 h 2078049"/>
                <a:gd name="connsiteX572" fmla="*/ 1409990 w 2078039"/>
                <a:gd name="connsiteY572" fmla="*/ 362978 h 2078049"/>
                <a:gd name="connsiteX573" fmla="*/ 1460663 w 2078039"/>
                <a:gd name="connsiteY573" fmla="*/ 310019 h 2078049"/>
                <a:gd name="connsiteX574" fmla="*/ 1471617 w 2078039"/>
                <a:gd name="connsiteY574" fmla="*/ 302779 h 2078049"/>
                <a:gd name="connsiteX575" fmla="*/ 1479999 w 2078039"/>
                <a:gd name="connsiteY575" fmla="*/ 312971 h 2078049"/>
                <a:gd name="connsiteX576" fmla="*/ 1483333 w 2078039"/>
                <a:gd name="connsiteY576" fmla="*/ 314686 h 2078049"/>
                <a:gd name="connsiteX577" fmla="*/ 1490381 w 2078039"/>
                <a:gd name="connsiteY577" fmla="*/ 316019 h 2078049"/>
                <a:gd name="connsiteX578" fmla="*/ 1493905 w 2078039"/>
                <a:gd name="connsiteY578" fmla="*/ 315638 h 2078049"/>
                <a:gd name="connsiteX579" fmla="*/ 1500287 w 2078039"/>
                <a:gd name="connsiteY579" fmla="*/ 313066 h 2078049"/>
                <a:gd name="connsiteX580" fmla="*/ 1505240 w 2078039"/>
                <a:gd name="connsiteY580" fmla="*/ 308018 h 2078049"/>
                <a:gd name="connsiteX581" fmla="*/ 1507050 w 2078039"/>
                <a:gd name="connsiteY581" fmla="*/ 304018 h 2078049"/>
                <a:gd name="connsiteX582" fmla="*/ 1507145 w 2078039"/>
                <a:gd name="connsiteY582" fmla="*/ 303637 h 2078049"/>
                <a:gd name="connsiteX583" fmla="*/ 1507812 w 2078039"/>
                <a:gd name="connsiteY583" fmla="*/ 299541 h 2078049"/>
                <a:gd name="connsiteX584" fmla="*/ 1507812 w 2078039"/>
                <a:gd name="connsiteY584" fmla="*/ 299541 h 2078049"/>
                <a:gd name="connsiteX585" fmla="*/ 1507812 w 2078039"/>
                <a:gd name="connsiteY585" fmla="*/ 299541 h 2078049"/>
                <a:gd name="connsiteX586" fmla="*/ 1503621 w 2078039"/>
                <a:gd name="connsiteY586" fmla="*/ 287349 h 2078049"/>
                <a:gd name="connsiteX587" fmla="*/ 1548008 w 2078039"/>
                <a:gd name="connsiteY587" fmla="*/ 276681 h 2078049"/>
                <a:gd name="connsiteX588" fmla="*/ 1555151 w 2078039"/>
                <a:gd name="connsiteY588" fmla="*/ 323925 h 2078049"/>
                <a:gd name="connsiteX589" fmla="*/ 1555151 w 2078039"/>
                <a:gd name="connsiteY589" fmla="*/ 329164 h 2078049"/>
                <a:gd name="connsiteX590" fmla="*/ 1552294 w 2078039"/>
                <a:gd name="connsiteY590" fmla="*/ 328307 h 2078049"/>
                <a:gd name="connsiteX591" fmla="*/ 1551818 w 2078039"/>
                <a:gd name="connsiteY591" fmla="*/ 328211 h 2078049"/>
                <a:gd name="connsiteX592" fmla="*/ 1547531 w 2078039"/>
                <a:gd name="connsiteY592" fmla="*/ 327925 h 2078049"/>
                <a:gd name="connsiteX593" fmla="*/ 1547531 w 2078039"/>
                <a:gd name="connsiteY593" fmla="*/ 327925 h 2078049"/>
                <a:gd name="connsiteX594" fmla="*/ 1547531 w 2078039"/>
                <a:gd name="connsiteY594" fmla="*/ 327925 h 2078049"/>
                <a:gd name="connsiteX595" fmla="*/ 1532577 w 2078039"/>
                <a:gd name="connsiteY595" fmla="*/ 338212 h 2078049"/>
                <a:gd name="connsiteX596" fmla="*/ 1538102 w 2078039"/>
                <a:gd name="connsiteY596" fmla="*/ 359358 h 2078049"/>
                <a:gd name="connsiteX597" fmla="*/ 1538578 w 2078039"/>
                <a:gd name="connsiteY597" fmla="*/ 359739 h 2078049"/>
                <a:gd name="connsiteX598" fmla="*/ 1542483 w 2078039"/>
                <a:gd name="connsiteY598" fmla="*/ 362215 h 2078049"/>
                <a:gd name="connsiteX599" fmla="*/ 1551722 w 2078039"/>
                <a:gd name="connsiteY599" fmla="*/ 364120 h 2078049"/>
                <a:gd name="connsiteX600" fmla="*/ 1550484 w 2078039"/>
                <a:gd name="connsiteY600" fmla="*/ 370121 h 2078049"/>
                <a:gd name="connsiteX601" fmla="*/ 1517813 w 2078039"/>
                <a:gd name="connsiteY601" fmla="*/ 441559 h 2078049"/>
                <a:gd name="connsiteX602" fmla="*/ 1516003 w 2078039"/>
                <a:gd name="connsiteY602" fmla="*/ 441082 h 2078049"/>
                <a:gd name="connsiteX603" fmla="*/ 1515527 w 2078039"/>
                <a:gd name="connsiteY603" fmla="*/ 440987 h 2078049"/>
                <a:gd name="connsiteX604" fmla="*/ 1511527 w 2078039"/>
                <a:gd name="connsiteY604" fmla="*/ 440797 h 2078049"/>
                <a:gd name="connsiteX605" fmla="*/ 1511527 w 2078039"/>
                <a:gd name="connsiteY605" fmla="*/ 440797 h 2078049"/>
                <a:gd name="connsiteX606" fmla="*/ 1511527 w 2078039"/>
                <a:gd name="connsiteY606" fmla="*/ 440797 h 2078049"/>
                <a:gd name="connsiteX607" fmla="*/ 1496668 w 2078039"/>
                <a:gd name="connsiteY607" fmla="*/ 450893 h 2078049"/>
                <a:gd name="connsiteX608" fmla="*/ 1496858 w 2078039"/>
                <a:gd name="connsiteY608" fmla="*/ 467657 h 2078049"/>
                <a:gd name="connsiteX609" fmla="*/ 1448090 w 2078039"/>
                <a:gd name="connsiteY609" fmla="*/ 514235 h 2078049"/>
                <a:gd name="connsiteX610" fmla="*/ 1446757 w 2078039"/>
                <a:gd name="connsiteY610" fmla="*/ 512425 h 2078049"/>
                <a:gd name="connsiteX611" fmla="*/ 1443899 w 2078039"/>
                <a:gd name="connsiteY611" fmla="*/ 510139 h 2078049"/>
                <a:gd name="connsiteX612" fmla="*/ 1443804 w 2078039"/>
                <a:gd name="connsiteY612" fmla="*/ 510044 h 2078049"/>
                <a:gd name="connsiteX613" fmla="*/ 1424659 w 2078039"/>
                <a:gd name="connsiteY613" fmla="*/ 514615 h 2078049"/>
                <a:gd name="connsiteX614" fmla="*/ 1419420 w 2078039"/>
                <a:gd name="connsiteY614" fmla="*/ 532427 h 2078049"/>
                <a:gd name="connsiteX615" fmla="*/ 1394560 w 2078039"/>
                <a:gd name="connsiteY615" fmla="*/ 540809 h 2078049"/>
                <a:gd name="connsiteX616" fmla="*/ 1398846 w 2078039"/>
                <a:gd name="connsiteY616" fmla="*/ 532618 h 2078049"/>
                <a:gd name="connsiteX617" fmla="*/ 1388464 w 2078039"/>
                <a:gd name="connsiteY617" fmla="*/ 515282 h 2078049"/>
                <a:gd name="connsiteX618" fmla="*/ 1384749 w 2078039"/>
                <a:gd name="connsiteY618" fmla="*/ 515854 h 2078049"/>
                <a:gd name="connsiteX619" fmla="*/ 1384368 w 2078039"/>
                <a:gd name="connsiteY619" fmla="*/ 515949 h 2078049"/>
                <a:gd name="connsiteX620" fmla="*/ 1380939 w 2078039"/>
                <a:gd name="connsiteY620" fmla="*/ 517378 h 2078049"/>
                <a:gd name="connsiteX621" fmla="*/ 1380939 w 2078039"/>
                <a:gd name="connsiteY621" fmla="*/ 517378 h 2078049"/>
                <a:gd name="connsiteX622" fmla="*/ 1380939 w 2078039"/>
                <a:gd name="connsiteY622" fmla="*/ 517378 h 2078049"/>
                <a:gd name="connsiteX623" fmla="*/ 1370461 w 2078039"/>
                <a:gd name="connsiteY623" fmla="*/ 530713 h 2078049"/>
                <a:gd name="connsiteX624" fmla="*/ 1363603 w 2078039"/>
                <a:gd name="connsiteY624" fmla="*/ 489374 h 2078049"/>
                <a:gd name="connsiteX625" fmla="*/ 1379034 w 2078039"/>
                <a:gd name="connsiteY625" fmla="*/ 472420 h 2078049"/>
                <a:gd name="connsiteX626" fmla="*/ 1379129 w 2078039"/>
                <a:gd name="connsiteY626" fmla="*/ 468324 h 2078049"/>
                <a:gd name="connsiteX627" fmla="*/ 1379034 w 2078039"/>
                <a:gd name="connsiteY627" fmla="*/ 467943 h 2078049"/>
                <a:gd name="connsiteX628" fmla="*/ 1378272 w 2078039"/>
                <a:gd name="connsiteY628" fmla="*/ 464324 h 2078049"/>
                <a:gd name="connsiteX629" fmla="*/ 1378272 w 2078039"/>
                <a:gd name="connsiteY629" fmla="*/ 464324 h 2078049"/>
                <a:gd name="connsiteX630" fmla="*/ 1378272 w 2078039"/>
                <a:gd name="connsiteY630" fmla="*/ 464324 h 2078049"/>
                <a:gd name="connsiteX631" fmla="*/ 1368937 w 2078039"/>
                <a:gd name="connsiteY631" fmla="*/ 455941 h 2078049"/>
                <a:gd name="connsiteX632" fmla="*/ 1393798 w 2078039"/>
                <a:gd name="connsiteY632" fmla="*/ 391172 h 2078049"/>
                <a:gd name="connsiteX633" fmla="*/ 1178152 w 2078039"/>
                <a:gd name="connsiteY633" fmla="*/ 433272 h 2078049"/>
                <a:gd name="connsiteX634" fmla="*/ 1161959 w 2078039"/>
                <a:gd name="connsiteY634" fmla="*/ 421366 h 2078049"/>
                <a:gd name="connsiteX635" fmla="*/ 1158721 w 2078039"/>
                <a:gd name="connsiteY635" fmla="*/ 423271 h 2078049"/>
                <a:gd name="connsiteX636" fmla="*/ 1158435 w 2078039"/>
                <a:gd name="connsiteY636" fmla="*/ 423557 h 2078049"/>
                <a:gd name="connsiteX637" fmla="*/ 1155768 w 2078039"/>
                <a:gd name="connsiteY637" fmla="*/ 426224 h 2078049"/>
                <a:gd name="connsiteX638" fmla="*/ 1155768 w 2078039"/>
                <a:gd name="connsiteY638" fmla="*/ 426224 h 2078049"/>
                <a:gd name="connsiteX639" fmla="*/ 1155768 w 2078039"/>
                <a:gd name="connsiteY639" fmla="*/ 426224 h 2078049"/>
                <a:gd name="connsiteX640" fmla="*/ 1151291 w 2078039"/>
                <a:gd name="connsiteY640" fmla="*/ 442511 h 2078049"/>
                <a:gd name="connsiteX641" fmla="*/ 1129003 w 2078039"/>
                <a:gd name="connsiteY641" fmla="*/ 406983 h 2078049"/>
                <a:gd name="connsiteX642" fmla="*/ 1129574 w 2078039"/>
                <a:gd name="connsiteY642" fmla="*/ 406602 h 2078049"/>
                <a:gd name="connsiteX643" fmla="*/ 1136527 w 2078039"/>
                <a:gd name="connsiteY643" fmla="*/ 395744 h 2078049"/>
                <a:gd name="connsiteX644" fmla="*/ 1136718 w 2078039"/>
                <a:gd name="connsiteY644" fmla="*/ 385457 h 2078049"/>
                <a:gd name="connsiteX645" fmla="*/ 1135289 w 2078039"/>
                <a:gd name="connsiteY645" fmla="*/ 381647 h 2078049"/>
                <a:gd name="connsiteX646" fmla="*/ 1135099 w 2078039"/>
                <a:gd name="connsiteY646" fmla="*/ 381265 h 2078049"/>
                <a:gd name="connsiteX647" fmla="*/ 1133003 w 2078039"/>
                <a:gd name="connsiteY647" fmla="*/ 378313 h 2078049"/>
                <a:gd name="connsiteX648" fmla="*/ 1133003 w 2078039"/>
                <a:gd name="connsiteY648" fmla="*/ 378313 h 2078049"/>
                <a:gd name="connsiteX649" fmla="*/ 1133003 w 2078039"/>
                <a:gd name="connsiteY649" fmla="*/ 378313 h 2078049"/>
                <a:gd name="connsiteX650" fmla="*/ 1121192 w 2078039"/>
                <a:gd name="connsiteY650" fmla="*/ 374217 h 2078049"/>
                <a:gd name="connsiteX651" fmla="*/ 1119097 w 2078039"/>
                <a:gd name="connsiteY651" fmla="*/ 304780 h 2078049"/>
                <a:gd name="connsiteX652" fmla="*/ 1124717 w 2078039"/>
                <a:gd name="connsiteY652" fmla="*/ 301636 h 2078049"/>
                <a:gd name="connsiteX653" fmla="*/ 1128812 w 2078039"/>
                <a:gd name="connsiteY653" fmla="*/ 296493 h 2078049"/>
                <a:gd name="connsiteX654" fmla="*/ 1130908 w 2078039"/>
                <a:gd name="connsiteY654" fmla="*/ 289730 h 2078049"/>
                <a:gd name="connsiteX655" fmla="*/ 1130908 w 2078039"/>
                <a:gd name="connsiteY655" fmla="*/ 285349 h 2078049"/>
                <a:gd name="connsiteX656" fmla="*/ 1130812 w 2078039"/>
                <a:gd name="connsiteY656" fmla="*/ 284873 h 2078049"/>
                <a:gd name="connsiteX657" fmla="*/ 1129765 w 2078039"/>
                <a:gd name="connsiteY657" fmla="*/ 280967 h 2078049"/>
                <a:gd name="connsiteX658" fmla="*/ 1129765 w 2078039"/>
                <a:gd name="connsiteY658" fmla="*/ 280967 h 2078049"/>
                <a:gd name="connsiteX659" fmla="*/ 1129765 w 2078039"/>
                <a:gd name="connsiteY659" fmla="*/ 280967 h 2078049"/>
                <a:gd name="connsiteX660" fmla="*/ 1123193 w 2078039"/>
                <a:gd name="connsiteY660" fmla="*/ 272585 h 2078049"/>
                <a:gd name="connsiteX661" fmla="*/ 1149577 w 2078039"/>
                <a:gd name="connsiteY661" fmla="*/ 204196 h 2078049"/>
                <a:gd name="connsiteX662" fmla="*/ 1156911 w 2078039"/>
                <a:gd name="connsiteY662" fmla="*/ 193337 h 2078049"/>
                <a:gd name="connsiteX663" fmla="*/ 1168627 w 2078039"/>
                <a:gd name="connsiteY663" fmla="*/ 199528 h 2078049"/>
                <a:gd name="connsiteX664" fmla="*/ 1185200 w 2078039"/>
                <a:gd name="connsiteY664" fmla="*/ 194480 h 2078049"/>
                <a:gd name="connsiteX665" fmla="*/ 1189105 w 2078039"/>
                <a:gd name="connsiteY665" fmla="*/ 188670 h 2078049"/>
                <a:gd name="connsiteX666" fmla="*/ 1190153 w 2078039"/>
                <a:gd name="connsiteY666" fmla="*/ 185241 h 2078049"/>
                <a:gd name="connsiteX667" fmla="*/ 1190249 w 2078039"/>
                <a:gd name="connsiteY667" fmla="*/ 180860 h 2078049"/>
                <a:gd name="connsiteX668" fmla="*/ 1190153 w 2078039"/>
                <a:gd name="connsiteY668" fmla="*/ 180478 h 2078049"/>
                <a:gd name="connsiteX669" fmla="*/ 1189105 w 2078039"/>
                <a:gd name="connsiteY669" fmla="*/ 176383 h 2078049"/>
                <a:gd name="connsiteX670" fmla="*/ 1189105 w 2078039"/>
                <a:gd name="connsiteY670" fmla="*/ 176383 h 2078049"/>
                <a:gd name="connsiteX671" fmla="*/ 1189105 w 2078039"/>
                <a:gd name="connsiteY671" fmla="*/ 176383 h 2078049"/>
                <a:gd name="connsiteX672" fmla="*/ 1180533 w 2078039"/>
                <a:gd name="connsiteY672" fmla="*/ 166667 h 2078049"/>
                <a:gd name="connsiteX673" fmla="*/ 1217395 w 2078039"/>
                <a:gd name="connsiteY673" fmla="*/ 139807 h 2078049"/>
                <a:gd name="connsiteX674" fmla="*/ 1242160 w 2078039"/>
                <a:gd name="connsiteY674" fmla="*/ 180669 h 2078049"/>
                <a:gd name="connsiteX675" fmla="*/ 1244160 w 2078039"/>
                <a:gd name="connsiteY675" fmla="*/ 185527 h 2078049"/>
                <a:gd name="connsiteX676" fmla="*/ 1241207 w 2078039"/>
                <a:gd name="connsiteY676" fmla="*/ 185812 h 2078049"/>
                <a:gd name="connsiteX677" fmla="*/ 1240731 w 2078039"/>
                <a:gd name="connsiteY677" fmla="*/ 185908 h 2078049"/>
                <a:gd name="connsiteX678" fmla="*/ 1236635 w 2078039"/>
                <a:gd name="connsiteY678" fmla="*/ 187336 h 2078049"/>
                <a:gd name="connsiteX679" fmla="*/ 1236635 w 2078039"/>
                <a:gd name="connsiteY679" fmla="*/ 187336 h 2078049"/>
                <a:gd name="connsiteX680" fmla="*/ 1236635 w 2078039"/>
                <a:gd name="connsiteY680" fmla="*/ 187336 h 2078049"/>
                <a:gd name="connsiteX681" fmla="*/ 1226729 w 2078039"/>
                <a:gd name="connsiteY681" fmla="*/ 202577 h 2078049"/>
                <a:gd name="connsiteX682" fmla="*/ 1239874 w 2078039"/>
                <a:gd name="connsiteY682" fmla="*/ 220007 h 2078049"/>
                <a:gd name="connsiteX683" fmla="*/ 1240445 w 2078039"/>
                <a:gd name="connsiteY683" fmla="*/ 220198 h 2078049"/>
                <a:gd name="connsiteX684" fmla="*/ 1245017 w 2078039"/>
                <a:gd name="connsiteY684" fmla="*/ 220960 h 2078049"/>
                <a:gd name="connsiteX685" fmla="*/ 1254352 w 2078039"/>
                <a:gd name="connsiteY685" fmla="*/ 219055 h 2078049"/>
                <a:gd name="connsiteX686" fmla="*/ 1255495 w 2078039"/>
                <a:gd name="connsiteY686" fmla="*/ 225056 h 2078049"/>
                <a:gd name="connsiteX687" fmla="*/ 1252733 w 2078039"/>
                <a:gd name="connsiteY687" fmla="*/ 303637 h 2078049"/>
                <a:gd name="connsiteX688" fmla="*/ 1250923 w 2078039"/>
                <a:gd name="connsiteY688" fmla="*/ 303923 h 2078049"/>
                <a:gd name="connsiteX689" fmla="*/ 1250542 w 2078039"/>
                <a:gd name="connsiteY689" fmla="*/ 304018 h 2078049"/>
                <a:gd name="connsiteX690" fmla="*/ 1246827 w 2078039"/>
                <a:gd name="connsiteY690" fmla="*/ 305351 h 2078049"/>
                <a:gd name="connsiteX691" fmla="*/ 1246827 w 2078039"/>
                <a:gd name="connsiteY691" fmla="*/ 305351 h 2078049"/>
                <a:gd name="connsiteX692" fmla="*/ 1246827 w 2078039"/>
                <a:gd name="connsiteY692" fmla="*/ 305351 h 2078049"/>
                <a:gd name="connsiteX693" fmla="*/ 1237016 w 2078039"/>
                <a:gd name="connsiteY693" fmla="*/ 320306 h 2078049"/>
                <a:gd name="connsiteX694" fmla="*/ 1243588 w 2078039"/>
                <a:gd name="connsiteY694" fmla="*/ 335831 h 2078049"/>
                <a:gd name="connsiteX695" fmla="*/ 1216442 w 2078039"/>
                <a:gd name="connsiteY695" fmla="*/ 397553 h 2078049"/>
                <a:gd name="connsiteX696" fmla="*/ 1214537 w 2078039"/>
                <a:gd name="connsiteY696" fmla="*/ 396315 h 2078049"/>
                <a:gd name="connsiteX697" fmla="*/ 1207298 w 2078039"/>
                <a:gd name="connsiteY697" fmla="*/ 395362 h 2078049"/>
                <a:gd name="connsiteX698" fmla="*/ 1207298 w 2078039"/>
                <a:gd name="connsiteY698" fmla="*/ 395362 h 2078049"/>
                <a:gd name="connsiteX699" fmla="*/ 1207298 w 2078039"/>
                <a:gd name="connsiteY699" fmla="*/ 395362 h 2078049"/>
                <a:gd name="connsiteX700" fmla="*/ 1195011 w 2078039"/>
                <a:gd name="connsiteY700" fmla="*/ 406888 h 2078049"/>
                <a:gd name="connsiteX701" fmla="*/ 1197107 w 2078039"/>
                <a:gd name="connsiteY701" fmla="*/ 425271 h 2078049"/>
                <a:gd name="connsiteX702" fmla="*/ 1177390 w 2078039"/>
                <a:gd name="connsiteY702" fmla="*/ 442607 h 2078049"/>
                <a:gd name="connsiteX703" fmla="*/ 1178152 w 2078039"/>
                <a:gd name="connsiteY703" fmla="*/ 433272 h 2078049"/>
                <a:gd name="connsiteX704" fmla="*/ 938026 w 2078039"/>
                <a:gd name="connsiteY704" fmla="*/ 434986 h 2078049"/>
                <a:gd name="connsiteX705" fmla="*/ 935359 w 2078039"/>
                <a:gd name="connsiteY705" fmla="*/ 425938 h 2078049"/>
                <a:gd name="connsiteX706" fmla="*/ 933454 w 2078039"/>
                <a:gd name="connsiteY706" fmla="*/ 423175 h 2078049"/>
                <a:gd name="connsiteX707" fmla="*/ 928692 w 2078039"/>
                <a:gd name="connsiteY707" fmla="*/ 419461 h 2078049"/>
                <a:gd name="connsiteX708" fmla="*/ 915833 w 2078039"/>
                <a:gd name="connsiteY708" fmla="*/ 421175 h 2078049"/>
                <a:gd name="connsiteX709" fmla="*/ 913547 w 2078039"/>
                <a:gd name="connsiteY709" fmla="*/ 424033 h 2078049"/>
                <a:gd name="connsiteX710" fmla="*/ 913357 w 2078039"/>
                <a:gd name="connsiteY710" fmla="*/ 424319 h 2078049"/>
                <a:gd name="connsiteX711" fmla="*/ 913928 w 2078039"/>
                <a:gd name="connsiteY711" fmla="*/ 444607 h 2078049"/>
                <a:gd name="connsiteX712" fmla="*/ 879829 w 2078039"/>
                <a:gd name="connsiteY712" fmla="*/ 420223 h 2078049"/>
                <a:gd name="connsiteX713" fmla="*/ 878781 w 2078039"/>
                <a:gd name="connsiteY713" fmla="*/ 397458 h 2078049"/>
                <a:gd name="connsiteX714" fmla="*/ 875828 w 2078039"/>
                <a:gd name="connsiteY714" fmla="*/ 394315 h 2078049"/>
                <a:gd name="connsiteX715" fmla="*/ 875733 w 2078039"/>
                <a:gd name="connsiteY715" fmla="*/ 394220 h 2078049"/>
                <a:gd name="connsiteX716" fmla="*/ 872590 w 2078039"/>
                <a:gd name="connsiteY716" fmla="*/ 392124 h 2078049"/>
                <a:gd name="connsiteX717" fmla="*/ 872399 w 2078039"/>
                <a:gd name="connsiteY717" fmla="*/ 392029 h 2078049"/>
                <a:gd name="connsiteX718" fmla="*/ 872399 w 2078039"/>
                <a:gd name="connsiteY718" fmla="*/ 392029 h 2078049"/>
                <a:gd name="connsiteX719" fmla="*/ 859921 w 2078039"/>
                <a:gd name="connsiteY719" fmla="*/ 392886 h 2078049"/>
                <a:gd name="connsiteX720" fmla="*/ 831632 w 2078039"/>
                <a:gd name="connsiteY720" fmla="*/ 329640 h 2078049"/>
                <a:gd name="connsiteX721" fmla="*/ 836776 w 2078039"/>
                <a:gd name="connsiteY721" fmla="*/ 311066 h 2078049"/>
                <a:gd name="connsiteX722" fmla="*/ 835061 w 2078039"/>
                <a:gd name="connsiteY722" fmla="*/ 306970 h 2078049"/>
                <a:gd name="connsiteX723" fmla="*/ 834871 w 2078039"/>
                <a:gd name="connsiteY723" fmla="*/ 306590 h 2078049"/>
                <a:gd name="connsiteX724" fmla="*/ 832394 w 2078039"/>
                <a:gd name="connsiteY724" fmla="*/ 303351 h 2078049"/>
                <a:gd name="connsiteX725" fmla="*/ 832394 w 2078039"/>
                <a:gd name="connsiteY725" fmla="*/ 303351 h 2078049"/>
                <a:gd name="connsiteX726" fmla="*/ 832394 w 2078039"/>
                <a:gd name="connsiteY726" fmla="*/ 303351 h 2078049"/>
                <a:gd name="connsiteX727" fmla="*/ 823155 w 2078039"/>
                <a:gd name="connsiteY727" fmla="*/ 298207 h 2078049"/>
                <a:gd name="connsiteX728" fmla="*/ 821441 w 2078039"/>
                <a:gd name="connsiteY728" fmla="*/ 224770 h 2078049"/>
                <a:gd name="connsiteX729" fmla="*/ 824108 w 2078039"/>
                <a:gd name="connsiteY729" fmla="*/ 211911 h 2078049"/>
                <a:gd name="connsiteX730" fmla="*/ 837347 w 2078039"/>
                <a:gd name="connsiteY730" fmla="*/ 213435 h 2078049"/>
                <a:gd name="connsiteX731" fmla="*/ 851730 w 2078039"/>
                <a:gd name="connsiteY731" fmla="*/ 191813 h 2078049"/>
                <a:gd name="connsiteX732" fmla="*/ 850206 w 2078039"/>
                <a:gd name="connsiteY732" fmla="*/ 187718 h 2078049"/>
                <a:gd name="connsiteX733" fmla="*/ 850016 w 2078039"/>
                <a:gd name="connsiteY733" fmla="*/ 187336 h 2078049"/>
                <a:gd name="connsiteX734" fmla="*/ 847539 w 2078039"/>
                <a:gd name="connsiteY734" fmla="*/ 184003 h 2078049"/>
                <a:gd name="connsiteX735" fmla="*/ 847539 w 2078039"/>
                <a:gd name="connsiteY735" fmla="*/ 184003 h 2078049"/>
                <a:gd name="connsiteX736" fmla="*/ 847539 w 2078039"/>
                <a:gd name="connsiteY736" fmla="*/ 184003 h 2078049"/>
                <a:gd name="connsiteX737" fmla="*/ 835918 w 2078039"/>
                <a:gd name="connsiteY737" fmla="*/ 178383 h 2078049"/>
                <a:gd name="connsiteX738" fmla="*/ 859826 w 2078039"/>
                <a:gd name="connsiteY738" fmla="*/ 139426 h 2078049"/>
                <a:gd name="connsiteX739" fmla="*/ 901927 w 2078039"/>
                <a:gd name="connsiteY739" fmla="*/ 171335 h 2078049"/>
                <a:gd name="connsiteX740" fmla="*/ 899450 w 2078039"/>
                <a:gd name="connsiteY740" fmla="*/ 172763 h 2078049"/>
                <a:gd name="connsiteX741" fmla="*/ 899069 w 2078039"/>
                <a:gd name="connsiteY741" fmla="*/ 173049 h 2078049"/>
                <a:gd name="connsiteX742" fmla="*/ 895831 w 2078039"/>
                <a:gd name="connsiteY742" fmla="*/ 176002 h 2078049"/>
                <a:gd name="connsiteX743" fmla="*/ 895831 w 2078039"/>
                <a:gd name="connsiteY743" fmla="*/ 176002 h 2078049"/>
                <a:gd name="connsiteX744" fmla="*/ 895831 w 2078039"/>
                <a:gd name="connsiteY744" fmla="*/ 176002 h 2078049"/>
                <a:gd name="connsiteX745" fmla="*/ 892497 w 2078039"/>
                <a:gd name="connsiteY745" fmla="*/ 193909 h 2078049"/>
                <a:gd name="connsiteX746" fmla="*/ 906975 w 2078039"/>
                <a:gd name="connsiteY746" fmla="*/ 204767 h 2078049"/>
                <a:gd name="connsiteX747" fmla="*/ 906975 w 2078039"/>
                <a:gd name="connsiteY747" fmla="*/ 204767 h 2078049"/>
                <a:gd name="connsiteX748" fmla="*/ 907070 w 2078039"/>
                <a:gd name="connsiteY748" fmla="*/ 204767 h 2078049"/>
                <a:gd name="connsiteX749" fmla="*/ 911452 w 2078039"/>
                <a:gd name="connsiteY749" fmla="*/ 204862 h 2078049"/>
                <a:gd name="connsiteX750" fmla="*/ 911833 w 2078039"/>
                <a:gd name="connsiteY750" fmla="*/ 204862 h 2078049"/>
                <a:gd name="connsiteX751" fmla="*/ 916500 w 2078039"/>
                <a:gd name="connsiteY751" fmla="*/ 204005 h 2078049"/>
                <a:gd name="connsiteX752" fmla="*/ 919929 w 2078039"/>
                <a:gd name="connsiteY752" fmla="*/ 202481 h 2078049"/>
                <a:gd name="connsiteX753" fmla="*/ 924406 w 2078039"/>
                <a:gd name="connsiteY753" fmla="*/ 198766 h 2078049"/>
                <a:gd name="connsiteX754" fmla="*/ 927739 w 2078039"/>
                <a:gd name="connsiteY754" fmla="*/ 203815 h 2078049"/>
                <a:gd name="connsiteX755" fmla="*/ 955076 w 2078039"/>
                <a:gd name="connsiteY755" fmla="*/ 277253 h 2078049"/>
                <a:gd name="connsiteX756" fmla="*/ 953457 w 2078039"/>
                <a:gd name="connsiteY756" fmla="*/ 278205 h 2078049"/>
                <a:gd name="connsiteX757" fmla="*/ 953076 w 2078039"/>
                <a:gd name="connsiteY757" fmla="*/ 278491 h 2078049"/>
                <a:gd name="connsiteX758" fmla="*/ 950123 w 2078039"/>
                <a:gd name="connsiteY758" fmla="*/ 281158 h 2078049"/>
                <a:gd name="connsiteX759" fmla="*/ 950123 w 2078039"/>
                <a:gd name="connsiteY759" fmla="*/ 281158 h 2078049"/>
                <a:gd name="connsiteX760" fmla="*/ 950123 w 2078039"/>
                <a:gd name="connsiteY760" fmla="*/ 281158 h 2078049"/>
                <a:gd name="connsiteX761" fmla="*/ 946694 w 2078039"/>
                <a:gd name="connsiteY761" fmla="*/ 298779 h 2078049"/>
                <a:gd name="connsiteX762" fmla="*/ 958601 w 2078039"/>
                <a:gd name="connsiteY762" fmla="*/ 310495 h 2078049"/>
                <a:gd name="connsiteX763" fmla="*/ 956981 w 2078039"/>
                <a:gd name="connsiteY763" fmla="*/ 378027 h 2078049"/>
                <a:gd name="connsiteX764" fmla="*/ 954791 w 2078039"/>
                <a:gd name="connsiteY764" fmla="*/ 377646 h 2078049"/>
                <a:gd name="connsiteX765" fmla="*/ 951266 w 2078039"/>
                <a:gd name="connsiteY765" fmla="*/ 378122 h 2078049"/>
                <a:gd name="connsiteX766" fmla="*/ 950885 w 2078039"/>
                <a:gd name="connsiteY766" fmla="*/ 378218 h 2078049"/>
                <a:gd name="connsiteX767" fmla="*/ 947837 w 2078039"/>
                <a:gd name="connsiteY767" fmla="*/ 379646 h 2078049"/>
                <a:gd name="connsiteX768" fmla="*/ 947837 w 2078039"/>
                <a:gd name="connsiteY768" fmla="*/ 379646 h 2078049"/>
                <a:gd name="connsiteX769" fmla="*/ 947837 w 2078039"/>
                <a:gd name="connsiteY769" fmla="*/ 379646 h 2078049"/>
                <a:gd name="connsiteX770" fmla="*/ 940789 w 2078039"/>
                <a:gd name="connsiteY770" fmla="*/ 394791 h 2078049"/>
                <a:gd name="connsiteX771" fmla="*/ 949742 w 2078039"/>
                <a:gd name="connsiteY771" fmla="*/ 411269 h 2078049"/>
                <a:gd name="connsiteX772" fmla="*/ 938026 w 2078039"/>
                <a:gd name="connsiteY772" fmla="*/ 434986 h 2078049"/>
                <a:gd name="connsiteX773" fmla="*/ 708664 w 2078039"/>
                <a:gd name="connsiteY773" fmla="*/ 460037 h 2078049"/>
                <a:gd name="connsiteX774" fmla="*/ 705521 w 2078039"/>
                <a:gd name="connsiteY774" fmla="*/ 461847 h 2078049"/>
                <a:gd name="connsiteX775" fmla="*/ 705235 w 2078039"/>
                <a:gd name="connsiteY775" fmla="*/ 462133 h 2078049"/>
                <a:gd name="connsiteX776" fmla="*/ 702950 w 2078039"/>
                <a:gd name="connsiteY776" fmla="*/ 464609 h 2078049"/>
                <a:gd name="connsiteX777" fmla="*/ 702950 w 2078039"/>
                <a:gd name="connsiteY777" fmla="*/ 464609 h 2078049"/>
                <a:gd name="connsiteX778" fmla="*/ 702950 w 2078039"/>
                <a:gd name="connsiteY778" fmla="*/ 464609 h 2078049"/>
                <a:gd name="connsiteX779" fmla="*/ 702283 w 2078039"/>
                <a:gd name="connsiteY779" fmla="*/ 481278 h 2078049"/>
                <a:gd name="connsiteX780" fmla="*/ 716856 w 2078039"/>
                <a:gd name="connsiteY780" fmla="*/ 493089 h 2078049"/>
                <a:gd name="connsiteX781" fmla="*/ 715046 w 2078039"/>
                <a:gd name="connsiteY781" fmla="*/ 519092 h 2078049"/>
                <a:gd name="connsiteX782" fmla="*/ 709045 w 2078039"/>
                <a:gd name="connsiteY782" fmla="*/ 512044 h 2078049"/>
                <a:gd name="connsiteX783" fmla="*/ 697520 w 2078039"/>
                <a:gd name="connsiteY783" fmla="*/ 508710 h 2078049"/>
                <a:gd name="connsiteX784" fmla="*/ 694949 w 2078039"/>
                <a:gd name="connsiteY784" fmla="*/ 509472 h 2078049"/>
                <a:gd name="connsiteX785" fmla="*/ 690662 w 2078039"/>
                <a:gd name="connsiteY785" fmla="*/ 512711 h 2078049"/>
                <a:gd name="connsiteX786" fmla="*/ 689138 w 2078039"/>
                <a:gd name="connsiteY786" fmla="*/ 515187 h 2078049"/>
                <a:gd name="connsiteX787" fmla="*/ 688186 w 2078039"/>
                <a:gd name="connsiteY787" fmla="*/ 518616 h 2078049"/>
                <a:gd name="connsiteX788" fmla="*/ 688091 w 2078039"/>
                <a:gd name="connsiteY788" fmla="*/ 519378 h 2078049"/>
                <a:gd name="connsiteX789" fmla="*/ 688091 w 2078039"/>
                <a:gd name="connsiteY789" fmla="*/ 522902 h 2078049"/>
                <a:gd name="connsiteX790" fmla="*/ 688091 w 2078039"/>
                <a:gd name="connsiteY790" fmla="*/ 522902 h 2078049"/>
                <a:gd name="connsiteX791" fmla="*/ 688091 w 2078039"/>
                <a:gd name="connsiteY791" fmla="*/ 522902 h 2078049"/>
                <a:gd name="connsiteX792" fmla="*/ 696472 w 2078039"/>
                <a:gd name="connsiteY792" fmla="*/ 537666 h 2078049"/>
                <a:gd name="connsiteX793" fmla="*/ 655610 w 2078039"/>
                <a:gd name="connsiteY793" fmla="*/ 528332 h 2078049"/>
                <a:gd name="connsiteX794" fmla="*/ 645895 w 2078039"/>
                <a:gd name="connsiteY794" fmla="*/ 507662 h 2078049"/>
                <a:gd name="connsiteX795" fmla="*/ 642085 w 2078039"/>
                <a:gd name="connsiteY795" fmla="*/ 505853 h 2078049"/>
                <a:gd name="connsiteX796" fmla="*/ 641704 w 2078039"/>
                <a:gd name="connsiteY796" fmla="*/ 505757 h 2078049"/>
                <a:gd name="connsiteX797" fmla="*/ 626845 w 2078039"/>
                <a:gd name="connsiteY797" fmla="*/ 510710 h 2078049"/>
                <a:gd name="connsiteX798" fmla="*/ 576362 w 2078039"/>
                <a:gd name="connsiteY798" fmla="*/ 463181 h 2078049"/>
                <a:gd name="connsiteX799" fmla="*/ 574076 w 2078039"/>
                <a:gd name="connsiteY799" fmla="*/ 444131 h 2078049"/>
                <a:gd name="connsiteX800" fmla="*/ 570933 w 2078039"/>
                <a:gd name="connsiteY800" fmla="*/ 441082 h 2078049"/>
                <a:gd name="connsiteX801" fmla="*/ 570552 w 2078039"/>
                <a:gd name="connsiteY801" fmla="*/ 440797 h 2078049"/>
                <a:gd name="connsiteX802" fmla="*/ 567028 w 2078039"/>
                <a:gd name="connsiteY802" fmla="*/ 438701 h 2078049"/>
                <a:gd name="connsiteX803" fmla="*/ 567028 w 2078039"/>
                <a:gd name="connsiteY803" fmla="*/ 438701 h 2078049"/>
                <a:gd name="connsiteX804" fmla="*/ 567028 w 2078039"/>
                <a:gd name="connsiteY804" fmla="*/ 438701 h 2078049"/>
                <a:gd name="connsiteX805" fmla="*/ 556455 w 2078039"/>
                <a:gd name="connsiteY805" fmla="*/ 437463 h 2078049"/>
                <a:gd name="connsiteX806" fmla="*/ 526737 w 2078039"/>
                <a:gd name="connsiteY806" fmla="*/ 370312 h 2078049"/>
                <a:gd name="connsiteX807" fmla="*/ 524165 w 2078039"/>
                <a:gd name="connsiteY807" fmla="*/ 357358 h 2078049"/>
                <a:gd name="connsiteX808" fmla="*/ 536929 w 2078039"/>
                <a:gd name="connsiteY808" fmla="*/ 353643 h 2078049"/>
                <a:gd name="connsiteX809" fmla="*/ 541882 w 2078039"/>
                <a:gd name="connsiteY809" fmla="*/ 328211 h 2078049"/>
                <a:gd name="connsiteX810" fmla="*/ 538834 w 2078039"/>
                <a:gd name="connsiteY810" fmla="*/ 324973 h 2078049"/>
                <a:gd name="connsiteX811" fmla="*/ 538453 w 2078039"/>
                <a:gd name="connsiteY811" fmla="*/ 324687 h 2078049"/>
                <a:gd name="connsiteX812" fmla="*/ 534833 w 2078039"/>
                <a:gd name="connsiteY812" fmla="*/ 322496 h 2078049"/>
                <a:gd name="connsiteX813" fmla="*/ 534833 w 2078039"/>
                <a:gd name="connsiteY813" fmla="*/ 322496 h 2078049"/>
                <a:gd name="connsiteX814" fmla="*/ 534833 w 2078039"/>
                <a:gd name="connsiteY814" fmla="*/ 322496 h 2078049"/>
                <a:gd name="connsiteX815" fmla="*/ 521975 w 2078039"/>
                <a:gd name="connsiteY815" fmla="*/ 321734 h 2078049"/>
                <a:gd name="connsiteX816" fmla="*/ 529023 w 2078039"/>
                <a:gd name="connsiteY816" fmla="*/ 276586 h 2078049"/>
                <a:gd name="connsiteX817" fmla="*/ 580172 w 2078039"/>
                <a:gd name="connsiteY817" fmla="*/ 289921 h 2078049"/>
                <a:gd name="connsiteX818" fmla="*/ 578362 w 2078039"/>
                <a:gd name="connsiteY818" fmla="*/ 292207 h 2078049"/>
                <a:gd name="connsiteX819" fmla="*/ 578077 w 2078039"/>
                <a:gd name="connsiteY819" fmla="*/ 292683 h 2078049"/>
                <a:gd name="connsiteX820" fmla="*/ 576172 w 2078039"/>
                <a:gd name="connsiteY820" fmla="*/ 296588 h 2078049"/>
                <a:gd name="connsiteX821" fmla="*/ 576172 w 2078039"/>
                <a:gd name="connsiteY821" fmla="*/ 296588 h 2078049"/>
                <a:gd name="connsiteX822" fmla="*/ 576172 w 2078039"/>
                <a:gd name="connsiteY822" fmla="*/ 296588 h 2078049"/>
                <a:gd name="connsiteX823" fmla="*/ 579982 w 2078039"/>
                <a:gd name="connsiteY823" fmla="*/ 314400 h 2078049"/>
                <a:gd name="connsiteX824" fmla="*/ 597508 w 2078039"/>
                <a:gd name="connsiteY824" fmla="*/ 318877 h 2078049"/>
                <a:gd name="connsiteX825" fmla="*/ 597508 w 2078039"/>
                <a:gd name="connsiteY825" fmla="*/ 318877 h 2078049"/>
                <a:gd name="connsiteX826" fmla="*/ 597603 w 2078039"/>
                <a:gd name="connsiteY826" fmla="*/ 318877 h 2078049"/>
                <a:gd name="connsiteX827" fmla="*/ 601794 w 2078039"/>
                <a:gd name="connsiteY827" fmla="*/ 317257 h 2078049"/>
                <a:gd name="connsiteX828" fmla="*/ 601984 w 2078039"/>
                <a:gd name="connsiteY828" fmla="*/ 317162 h 2078049"/>
                <a:gd name="connsiteX829" fmla="*/ 605985 w 2078039"/>
                <a:gd name="connsiteY829" fmla="*/ 314495 h 2078049"/>
                <a:gd name="connsiteX830" fmla="*/ 611224 w 2078039"/>
                <a:gd name="connsiteY830" fmla="*/ 306590 h 2078049"/>
                <a:gd name="connsiteX831" fmla="*/ 616272 w 2078039"/>
                <a:gd name="connsiteY831" fmla="*/ 310019 h 2078049"/>
                <a:gd name="connsiteX832" fmla="*/ 669802 w 2078039"/>
                <a:gd name="connsiteY832" fmla="*/ 367264 h 2078049"/>
                <a:gd name="connsiteX833" fmla="*/ 668659 w 2078039"/>
                <a:gd name="connsiteY833" fmla="*/ 368693 h 2078049"/>
                <a:gd name="connsiteX834" fmla="*/ 668469 w 2078039"/>
                <a:gd name="connsiteY834" fmla="*/ 369074 h 2078049"/>
                <a:gd name="connsiteX835" fmla="*/ 666850 w 2078039"/>
                <a:gd name="connsiteY835" fmla="*/ 372693 h 2078049"/>
                <a:gd name="connsiteX836" fmla="*/ 666850 w 2078039"/>
                <a:gd name="connsiteY836" fmla="*/ 372693 h 2078049"/>
                <a:gd name="connsiteX837" fmla="*/ 666850 w 2078039"/>
                <a:gd name="connsiteY837" fmla="*/ 372693 h 2078049"/>
                <a:gd name="connsiteX838" fmla="*/ 670469 w 2078039"/>
                <a:gd name="connsiteY838" fmla="*/ 390314 h 2078049"/>
                <a:gd name="connsiteX839" fmla="*/ 685900 w 2078039"/>
                <a:gd name="connsiteY839" fmla="*/ 396506 h 2078049"/>
                <a:gd name="connsiteX840" fmla="*/ 710379 w 2078039"/>
                <a:gd name="connsiteY840" fmla="*/ 459466 h 2078049"/>
                <a:gd name="connsiteX841" fmla="*/ 708664 w 2078039"/>
                <a:gd name="connsiteY841" fmla="*/ 460037 h 2078049"/>
                <a:gd name="connsiteX842" fmla="*/ 512259 w 2078039"/>
                <a:gd name="connsiteY842" fmla="*/ 630630 h 2078049"/>
                <a:gd name="connsiteX843" fmla="*/ 509973 w 2078039"/>
                <a:gd name="connsiteY843" fmla="*/ 633487 h 2078049"/>
                <a:gd name="connsiteX844" fmla="*/ 509878 w 2078039"/>
                <a:gd name="connsiteY844" fmla="*/ 633583 h 2078049"/>
                <a:gd name="connsiteX845" fmla="*/ 514450 w 2078039"/>
                <a:gd name="connsiteY845" fmla="*/ 652728 h 2078049"/>
                <a:gd name="connsiteX846" fmla="*/ 532261 w 2078039"/>
                <a:gd name="connsiteY846" fmla="*/ 657967 h 2078049"/>
                <a:gd name="connsiteX847" fmla="*/ 540643 w 2078039"/>
                <a:gd name="connsiteY847" fmla="*/ 682827 h 2078049"/>
                <a:gd name="connsiteX848" fmla="*/ 535691 w 2078039"/>
                <a:gd name="connsiteY848" fmla="*/ 679684 h 2078049"/>
                <a:gd name="connsiteX849" fmla="*/ 532357 w 2078039"/>
                <a:gd name="connsiteY849" fmla="*/ 678541 h 2078049"/>
                <a:gd name="connsiteX850" fmla="*/ 525880 w 2078039"/>
                <a:gd name="connsiteY850" fmla="*/ 677969 h 2078049"/>
                <a:gd name="connsiteX851" fmla="*/ 518260 w 2078039"/>
                <a:gd name="connsiteY851" fmla="*/ 681398 h 2078049"/>
                <a:gd name="connsiteX852" fmla="*/ 515497 w 2078039"/>
                <a:gd name="connsiteY852" fmla="*/ 686066 h 2078049"/>
                <a:gd name="connsiteX853" fmla="*/ 515117 w 2078039"/>
                <a:gd name="connsiteY853" fmla="*/ 688923 h 2078049"/>
                <a:gd name="connsiteX854" fmla="*/ 515688 w 2078039"/>
                <a:gd name="connsiteY854" fmla="*/ 692638 h 2078049"/>
                <a:gd name="connsiteX855" fmla="*/ 515783 w 2078039"/>
                <a:gd name="connsiteY855" fmla="*/ 693019 h 2078049"/>
                <a:gd name="connsiteX856" fmla="*/ 517212 w 2078039"/>
                <a:gd name="connsiteY856" fmla="*/ 696448 h 2078049"/>
                <a:gd name="connsiteX857" fmla="*/ 517212 w 2078039"/>
                <a:gd name="connsiteY857" fmla="*/ 696448 h 2078049"/>
                <a:gd name="connsiteX858" fmla="*/ 517212 w 2078039"/>
                <a:gd name="connsiteY858" fmla="*/ 696448 h 2078049"/>
                <a:gd name="connsiteX859" fmla="*/ 530547 w 2078039"/>
                <a:gd name="connsiteY859" fmla="*/ 706925 h 2078049"/>
                <a:gd name="connsiteX860" fmla="*/ 489209 w 2078039"/>
                <a:gd name="connsiteY860" fmla="*/ 713783 h 2078049"/>
                <a:gd name="connsiteX861" fmla="*/ 488066 w 2078039"/>
                <a:gd name="connsiteY861" fmla="*/ 710164 h 2078049"/>
                <a:gd name="connsiteX862" fmla="*/ 475683 w 2078039"/>
                <a:gd name="connsiteY862" fmla="*/ 699210 h 2078049"/>
                <a:gd name="connsiteX863" fmla="*/ 472254 w 2078039"/>
                <a:gd name="connsiteY863" fmla="*/ 698353 h 2078049"/>
                <a:gd name="connsiteX864" fmla="*/ 468158 w 2078039"/>
                <a:gd name="connsiteY864" fmla="*/ 698258 h 2078049"/>
                <a:gd name="connsiteX865" fmla="*/ 467777 w 2078039"/>
                <a:gd name="connsiteY865" fmla="*/ 698353 h 2078049"/>
                <a:gd name="connsiteX866" fmla="*/ 464158 w 2078039"/>
                <a:gd name="connsiteY866" fmla="*/ 699210 h 2078049"/>
                <a:gd name="connsiteX867" fmla="*/ 464158 w 2078039"/>
                <a:gd name="connsiteY867" fmla="*/ 699210 h 2078049"/>
                <a:gd name="connsiteX868" fmla="*/ 464158 w 2078039"/>
                <a:gd name="connsiteY868" fmla="*/ 699210 h 2078049"/>
                <a:gd name="connsiteX869" fmla="*/ 455871 w 2078039"/>
                <a:gd name="connsiteY869" fmla="*/ 708545 h 2078049"/>
                <a:gd name="connsiteX870" fmla="*/ 391006 w 2078039"/>
                <a:gd name="connsiteY870" fmla="*/ 683780 h 2078049"/>
                <a:gd name="connsiteX871" fmla="*/ 381671 w 2078039"/>
                <a:gd name="connsiteY871" fmla="*/ 667111 h 2078049"/>
                <a:gd name="connsiteX872" fmla="*/ 377575 w 2078039"/>
                <a:gd name="connsiteY872" fmla="*/ 665491 h 2078049"/>
                <a:gd name="connsiteX873" fmla="*/ 377099 w 2078039"/>
                <a:gd name="connsiteY873" fmla="*/ 665396 h 2078049"/>
                <a:gd name="connsiteX874" fmla="*/ 373099 w 2078039"/>
                <a:gd name="connsiteY874" fmla="*/ 664825 h 2078049"/>
                <a:gd name="connsiteX875" fmla="*/ 373099 w 2078039"/>
                <a:gd name="connsiteY875" fmla="*/ 664825 h 2078049"/>
                <a:gd name="connsiteX876" fmla="*/ 373099 w 2078039"/>
                <a:gd name="connsiteY876" fmla="*/ 664825 h 2078049"/>
                <a:gd name="connsiteX877" fmla="*/ 362812 w 2078039"/>
                <a:gd name="connsiteY877" fmla="*/ 667682 h 2078049"/>
                <a:gd name="connsiteX878" fmla="*/ 309853 w 2078039"/>
                <a:gd name="connsiteY878" fmla="*/ 617009 h 2078049"/>
                <a:gd name="connsiteX879" fmla="*/ 302614 w 2078039"/>
                <a:gd name="connsiteY879" fmla="*/ 606056 h 2078049"/>
                <a:gd name="connsiteX880" fmla="*/ 312805 w 2078039"/>
                <a:gd name="connsiteY880" fmla="*/ 597674 h 2078049"/>
                <a:gd name="connsiteX881" fmla="*/ 307852 w 2078039"/>
                <a:gd name="connsiteY881" fmla="*/ 572337 h 2078049"/>
                <a:gd name="connsiteX882" fmla="*/ 303852 w 2078039"/>
                <a:gd name="connsiteY882" fmla="*/ 570527 h 2078049"/>
                <a:gd name="connsiteX883" fmla="*/ 303471 w 2078039"/>
                <a:gd name="connsiteY883" fmla="*/ 570432 h 2078049"/>
                <a:gd name="connsiteX884" fmla="*/ 299375 w 2078039"/>
                <a:gd name="connsiteY884" fmla="*/ 569765 h 2078049"/>
                <a:gd name="connsiteX885" fmla="*/ 299375 w 2078039"/>
                <a:gd name="connsiteY885" fmla="*/ 569765 h 2078049"/>
                <a:gd name="connsiteX886" fmla="*/ 299375 w 2078039"/>
                <a:gd name="connsiteY886" fmla="*/ 569765 h 2078049"/>
                <a:gd name="connsiteX887" fmla="*/ 287183 w 2078039"/>
                <a:gd name="connsiteY887" fmla="*/ 573956 h 2078049"/>
                <a:gd name="connsiteX888" fmla="*/ 276515 w 2078039"/>
                <a:gd name="connsiteY888" fmla="*/ 529570 h 2078049"/>
                <a:gd name="connsiteX889" fmla="*/ 323759 w 2078039"/>
                <a:gd name="connsiteY889" fmla="*/ 522426 h 2078049"/>
                <a:gd name="connsiteX890" fmla="*/ 328998 w 2078039"/>
                <a:gd name="connsiteY890" fmla="*/ 522426 h 2078049"/>
                <a:gd name="connsiteX891" fmla="*/ 328141 w 2078039"/>
                <a:gd name="connsiteY891" fmla="*/ 525283 h 2078049"/>
                <a:gd name="connsiteX892" fmla="*/ 328045 w 2078039"/>
                <a:gd name="connsiteY892" fmla="*/ 525760 h 2078049"/>
                <a:gd name="connsiteX893" fmla="*/ 327760 w 2078039"/>
                <a:gd name="connsiteY893" fmla="*/ 530046 h 2078049"/>
                <a:gd name="connsiteX894" fmla="*/ 327760 w 2078039"/>
                <a:gd name="connsiteY894" fmla="*/ 530046 h 2078049"/>
                <a:gd name="connsiteX895" fmla="*/ 327760 w 2078039"/>
                <a:gd name="connsiteY895" fmla="*/ 530046 h 2078049"/>
                <a:gd name="connsiteX896" fmla="*/ 338047 w 2078039"/>
                <a:gd name="connsiteY896" fmla="*/ 545095 h 2078049"/>
                <a:gd name="connsiteX897" fmla="*/ 359192 w 2078039"/>
                <a:gd name="connsiteY897" fmla="*/ 539571 h 2078049"/>
                <a:gd name="connsiteX898" fmla="*/ 359573 w 2078039"/>
                <a:gd name="connsiteY898" fmla="*/ 539095 h 2078049"/>
                <a:gd name="connsiteX899" fmla="*/ 362050 w 2078039"/>
                <a:gd name="connsiteY899" fmla="*/ 535190 h 2078049"/>
                <a:gd name="connsiteX900" fmla="*/ 363955 w 2078039"/>
                <a:gd name="connsiteY900" fmla="*/ 528141 h 2078049"/>
                <a:gd name="connsiteX901" fmla="*/ 363859 w 2078039"/>
                <a:gd name="connsiteY901" fmla="*/ 525950 h 2078049"/>
                <a:gd name="connsiteX902" fmla="*/ 369860 w 2078039"/>
                <a:gd name="connsiteY902" fmla="*/ 527189 h 2078049"/>
                <a:gd name="connsiteX903" fmla="*/ 441298 w 2078039"/>
                <a:gd name="connsiteY903" fmla="*/ 559859 h 2078049"/>
                <a:gd name="connsiteX904" fmla="*/ 440821 w 2078039"/>
                <a:gd name="connsiteY904" fmla="*/ 561669 h 2078049"/>
                <a:gd name="connsiteX905" fmla="*/ 440726 w 2078039"/>
                <a:gd name="connsiteY905" fmla="*/ 562145 h 2078049"/>
                <a:gd name="connsiteX906" fmla="*/ 440536 w 2078039"/>
                <a:gd name="connsiteY906" fmla="*/ 566050 h 2078049"/>
                <a:gd name="connsiteX907" fmla="*/ 440536 w 2078039"/>
                <a:gd name="connsiteY907" fmla="*/ 566050 h 2078049"/>
                <a:gd name="connsiteX908" fmla="*/ 440536 w 2078039"/>
                <a:gd name="connsiteY908" fmla="*/ 566050 h 2078049"/>
                <a:gd name="connsiteX909" fmla="*/ 450632 w 2078039"/>
                <a:gd name="connsiteY909" fmla="*/ 580910 h 2078049"/>
                <a:gd name="connsiteX910" fmla="*/ 467396 w 2078039"/>
                <a:gd name="connsiteY910" fmla="*/ 580719 h 2078049"/>
                <a:gd name="connsiteX911" fmla="*/ 513974 w 2078039"/>
                <a:gd name="connsiteY911" fmla="*/ 629487 h 2078049"/>
                <a:gd name="connsiteX912" fmla="*/ 512259 w 2078039"/>
                <a:gd name="connsiteY912" fmla="*/ 630630 h 2078049"/>
                <a:gd name="connsiteX913" fmla="*/ 192981 w 2078039"/>
                <a:gd name="connsiteY913" fmla="*/ 920666 h 2078049"/>
                <a:gd name="connsiteX914" fmla="*/ 199172 w 2078039"/>
                <a:gd name="connsiteY914" fmla="*/ 908950 h 2078049"/>
                <a:gd name="connsiteX915" fmla="*/ 199458 w 2078039"/>
                <a:gd name="connsiteY915" fmla="*/ 905236 h 2078049"/>
                <a:gd name="connsiteX916" fmla="*/ 191457 w 2078039"/>
                <a:gd name="connsiteY916" fmla="*/ 890186 h 2078049"/>
                <a:gd name="connsiteX917" fmla="*/ 184885 w 2078039"/>
                <a:gd name="connsiteY917" fmla="*/ 887519 h 2078049"/>
                <a:gd name="connsiteX918" fmla="*/ 180503 w 2078039"/>
                <a:gd name="connsiteY918" fmla="*/ 887424 h 2078049"/>
                <a:gd name="connsiteX919" fmla="*/ 180122 w 2078039"/>
                <a:gd name="connsiteY919" fmla="*/ 887519 h 2078049"/>
                <a:gd name="connsiteX920" fmla="*/ 176026 w 2078039"/>
                <a:gd name="connsiteY920" fmla="*/ 888567 h 2078049"/>
                <a:gd name="connsiteX921" fmla="*/ 176026 w 2078039"/>
                <a:gd name="connsiteY921" fmla="*/ 888567 h 2078049"/>
                <a:gd name="connsiteX922" fmla="*/ 176026 w 2078039"/>
                <a:gd name="connsiteY922" fmla="*/ 888567 h 2078049"/>
                <a:gd name="connsiteX923" fmla="*/ 166311 w 2078039"/>
                <a:gd name="connsiteY923" fmla="*/ 897140 h 2078049"/>
                <a:gd name="connsiteX924" fmla="*/ 139450 w 2078039"/>
                <a:gd name="connsiteY924" fmla="*/ 860278 h 2078049"/>
                <a:gd name="connsiteX925" fmla="*/ 180313 w 2078039"/>
                <a:gd name="connsiteY925" fmla="*/ 835513 h 2078049"/>
                <a:gd name="connsiteX926" fmla="*/ 185170 w 2078039"/>
                <a:gd name="connsiteY926" fmla="*/ 833513 h 2078049"/>
                <a:gd name="connsiteX927" fmla="*/ 185456 w 2078039"/>
                <a:gd name="connsiteY927" fmla="*/ 836465 h 2078049"/>
                <a:gd name="connsiteX928" fmla="*/ 185551 w 2078039"/>
                <a:gd name="connsiteY928" fmla="*/ 836941 h 2078049"/>
                <a:gd name="connsiteX929" fmla="*/ 186980 w 2078039"/>
                <a:gd name="connsiteY929" fmla="*/ 841037 h 2078049"/>
                <a:gd name="connsiteX930" fmla="*/ 186980 w 2078039"/>
                <a:gd name="connsiteY930" fmla="*/ 841037 h 2078049"/>
                <a:gd name="connsiteX931" fmla="*/ 186980 w 2078039"/>
                <a:gd name="connsiteY931" fmla="*/ 841037 h 2078049"/>
                <a:gd name="connsiteX932" fmla="*/ 202220 w 2078039"/>
                <a:gd name="connsiteY932" fmla="*/ 850943 h 2078049"/>
                <a:gd name="connsiteX933" fmla="*/ 219651 w 2078039"/>
                <a:gd name="connsiteY933" fmla="*/ 837799 h 2078049"/>
                <a:gd name="connsiteX934" fmla="*/ 219842 w 2078039"/>
                <a:gd name="connsiteY934" fmla="*/ 837227 h 2078049"/>
                <a:gd name="connsiteX935" fmla="*/ 220603 w 2078039"/>
                <a:gd name="connsiteY935" fmla="*/ 832655 h 2078049"/>
                <a:gd name="connsiteX936" fmla="*/ 218699 w 2078039"/>
                <a:gd name="connsiteY936" fmla="*/ 823321 h 2078049"/>
                <a:gd name="connsiteX937" fmla="*/ 224699 w 2078039"/>
                <a:gd name="connsiteY937" fmla="*/ 822178 h 2078049"/>
                <a:gd name="connsiteX938" fmla="*/ 303280 w 2078039"/>
                <a:gd name="connsiteY938" fmla="*/ 824940 h 2078049"/>
                <a:gd name="connsiteX939" fmla="*/ 303566 w 2078039"/>
                <a:gd name="connsiteY939" fmla="*/ 826750 h 2078049"/>
                <a:gd name="connsiteX940" fmla="*/ 303661 w 2078039"/>
                <a:gd name="connsiteY940" fmla="*/ 827226 h 2078049"/>
                <a:gd name="connsiteX941" fmla="*/ 304995 w 2078039"/>
                <a:gd name="connsiteY941" fmla="*/ 830941 h 2078049"/>
                <a:gd name="connsiteX942" fmla="*/ 304995 w 2078039"/>
                <a:gd name="connsiteY942" fmla="*/ 830941 h 2078049"/>
                <a:gd name="connsiteX943" fmla="*/ 304995 w 2078039"/>
                <a:gd name="connsiteY943" fmla="*/ 830941 h 2078049"/>
                <a:gd name="connsiteX944" fmla="*/ 319949 w 2078039"/>
                <a:gd name="connsiteY944" fmla="*/ 840751 h 2078049"/>
                <a:gd name="connsiteX945" fmla="*/ 335475 w 2078039"/>
                <a:gd name="connsiteY945" fmla="*/ 834179 h 2078049"/>
                <a:gd name="connsiteX946" fmla="*/ 397197 w 2078039"/>
                <a:gd name="connsiteY946" fmla="*/ 861325 h 2078049"/>
                <a:gd name="connsiteX947" fmla="*/ 395959 w 2078039"/>
                <a:gd name="connsiteY947" fmla="*/ 863231 h 2078049"/>
                <a:gd name="connsiteX948" fmla="*/ 395006 w 2078039"/>
                <a:gd name="connsiteY948" fmla="*/ 870470 h 2078049"/>
                <a:gd name="connsiteX949" fmla="*/ 395006 w 2078039"/>
                <a:gd name="connsiteY949" fmla="*/ 870470 h 2078049"/>
                <a:gd name="connsiteX950" fmla="*/ 395006 w 2078039"/>
                <a:gd name="connsiteY950" fmla="*/ 870470 h 2078049"/>
                <a:gd name="connsiteX951" fmla="*/ 406532 w 2078039"/>
                <a:gd name="connsiteY951" fmla="*/ 882757 h 2078049"/>
                <a:gd name="connsiteX952" fmla="*/ 424915 w 2078039"/>
                <a:gd name="connsiteY952" fmla="*/ 880661 h 2078049"/>
                <a:gd name="connsiteX953" fmla="*/ 442250 w 2078039"/>
                <a:gd name="connsiteY953" fmla="*/ 900378 h 2078049"/>
                <a:gd name="connsiteX954" fmla="*/ 433011 w 2078039"/>
                <a:gd name="connsiteY954" fmla="*/ 899616 h 2078049"/>
                <a:gd name="connsiteX955" fmla="*/ 429677 w 2078039"/>
                <a:gd name="connsiteY955" fmla="*/ 900378 h 2078049"/>
                <a:gd name="connsiteX956" fmla="*/ 425296 w 2078039"/>
                <a:gd name="connsiteY956" fmla="*/ 902664 h 2078049"/>
                <a:gd name="connsiteX957" fmla="*/ 420247 w 2078039"/>
                <a:gd name="connsiteY957" fmla="*/ 913046 h 2078049"/>
                <a:gd name="connsiteX958" fmla="*/ 421009 w 2078039"/>
                <a:gd name="connsiteY958" fmla="*/ 915904 h 2078049"/>
                <a:gd name="connsiteX959" fmla="*/ 422914 w 2078039"/>
                <a:gd name="connsiteY959" fmla="*/ 919142 h 2078049"/>
                <a:gd name="connsiteX960" fmla="*/ 423200 w 2078039"/>
                <a:gd name="connsiteY960" fmla="*/ 919428 h 2078049"/>
                <a:gd name="connsiteX961" fmla="*/ 425867 w 2078039"/>
                <a:gd name="connsiteY961" fmla="*/ 922095 h 2078049"/>
                <a:gd name="connsiteX962" fmla="*/ 425867 w 2078039"/>
                <a:gd name="connsiteY962" fmla="*/ 922095 h 2078049"/>
                <a:gd name="connsiteX963" fmla="*/ 425867 w 2078039"/>
                <a:gd name="connsiteY963" fmla="*/ 922095 h 2078049"/>
                <a:gd name="connsiteX964" fmla="*/ 442155 w 2078039"/>
                <a:gd name="connsiteY964" fmla="*/ 926572 h 2078049"/>
                <a:gd name="connsiteX965" fmla="*/ 406627 w 2078039"/>
                <a:gd name="connsiteY965" fmla="*/ 948860 h 2078049"/>
                <a:gd name="connsiteX966" fmla="*/ 398626 w 2078039"/>
                <a:gd name="connsiteY966" fmla="*/ 942383 h 2078049"/>
                <a:gd name="connsiteX967" fmla="*/ 385100 w 2078039"/>
                <a:gd name="connsiteY967" fmla="*/ 941050 h 2078049"/>
                <a:gd name="connsiteX968" fmla="*/ 381290 w 2078039"/>
                <a:gd name="connsiteY968" fmla="*/ 942479 h 2078049"/>
                <a:gd name="connsiteX969" fmla="*/ 380909 w 2078039"/>
                <a:gd name="connsiteY969" fmla="*/ 942669 h 2078049"/>
                <a:gd name="connsiteX970" fmla="*/ 377957 w 2078039"/>
                <a:gd name="connsiteY970" fmla="*/ 944765 h 2078049"/>
                <a:gd name="connsiteX971" fmla="*/ 377957 w 2078039"/>
                <a:gd name="connsiteY971" fmla="*/ 944765 h 2078049"/>
                <a:gd name="connsiteX972" fmla="*/ 377957 w 2078039"/>
                <a:gd name="connsiteY972" fmla="*/ 944765 h 2078049"/>
                <a:gd name="connsiteX973" fmla="*/ 373861 w 2078039"/>
                <a:gd name="connsiteY973" fmla="*/ 956575 h 2078049"/>
                <a:gd name="connsiteX974" fmla="*/ 304424 w 2078039"/>
                <a:gd name="connsiteY974" fmla="*/ 958671 h 2078049"/>
                <a:gd name="connsiteX975" fmla="*/ 289374 w 2078039"/>
                <a:gd name="connsiteY975" fmla="*/ 946860 h 2078049"/>
                <a:gd name="connsiteX976" fmla="*/ 284992 w 2078039"/>
                <a:gd name="connsiteY976" fmla="*/ 946860 h 2078049"/>
                <a:gd name="connsiteX977" fmla="*/ 284516 w 2078039"/>
                <a:gd name="connsiteY977" fmla="*/ 946955 h 2078049"/>
                <a:gd name="connsiteX978" fmla="*/ 280611 w 2078039"/>
                <a:gd name="connsiteY978" fmla="*/ 948003 h 2078049"/>
                <a:gd name="connsiteX979" fmla="*/ 280611 w 2078039"/>
                <a:gd name="connsiteY979" fmla="*/ 948003 h 2078049"/>
                <a:gd name="connsiteX980" fmla="*/ 280611 w 2078039"/>
                <a:gd name="connsiteY980" fmla="*/ 948003 h 2078049"/>
                <a:gd name="connsiteX981" fmla="*/ 272229 w 2078039"/>
                <a:gd name="connsiteY981" fmla="*/ 954575 h 2078049"/>
                <a:gd name="connsiteX982" fmla="*/ 203839 w 2078039"/>
                <a:gd name="connsiteY982" fmla="*/ 928191 h 2078049"/>
                <a:gd name="connsiteX983" fmla="*/ 192981 w 2078039"/>
                <a:gd name="connsiteY983" fmla="*/ 920666 h 2078049"/>
                <a:gd name="connsiteX984" fmla="*/ 224794 w 2078039"/>
                <a:gd name="connsiteY984" fmla="*/ 1255851 h 2078049"/>
                <a:gd name="connsiteX985" fmla="*/ 211936 w 2078039"/>
                <a:gd name="connsiteY985" fmla="*/ 1253184 h 2078049"/>
                <a:gd name="connsiteX986" fmla="*/ 213460 w 2078039"/>
                <a:gd name="connsiteY986" fmla="*/ 1239944 h 2078049"/>
                <a:gd name="connsiteX987" fmla="*/ 210412 w 2078039"/>
                <a:gd name="connsiteY987" fmla="*/ 1233182 h 2078049"/>
                <a:gd name="connsiteX988" fmla="*/ 202220 w 2078039"/>
                <a:gd name="connsiteY988" fmla="*/ 1226609 h 2078049"/>
                <a:gd name="connsiteX989" fmla="*/ 191743 w 2078039"/>
                <a:gd name="connsiteY989" fmla="*/ 1225657 h 2078049"/>
                <a:gd name="connsiteX990" fmla="*/ 187647 w 2078039"/>
                <a:gd name="connsiteY990" fmla="*/ 1227181 h 2078049"/>
                <a:gd name="connsiteX991" fmla="*/ 187266 w 2078039"/>
                <a:gd name="connsiteY991" fmla="*/ 1227371 h 2078049"/>
                <a:gd name="connsiteX992" fmla="*/ 183932 w 2078039"/>
                <a:gd name="connsiteY992" fmla="*/ 1229848 h 2078049"/>
                <a:gd name="connsiteX993" fmla="*/ 183932 w 2078039"/>
                <a:gd name="connsiteY993" fmla="*/ 1229848 h 2078049"/>
                <a:gd name="connsiteX994" fmla="*/ 183932 w 2078039"/>
                <a:gd name="connsiteY994" fmla="*/ 1229848 h 2078049"/>
                <a:gd name="connsiteX995" fmla="*/ 178312 w 2078039"/>
                <a:gd name="connsiteY995" fmla="*/ 1241468 h 2078049"/>
                <a:gd name="connsiteX996" fmla="*/ 139355 w 2078039"/>
                <a:gd name="connsiteY996" fmla="*/ 1217560 h 2078049"/>
                <a:gd name="connsiteX997" fmla="*/ 171264 w 2078039"/>
                <a:gd name="connsiteY997" fmla="*/ 1175460 h 2078049"/>
                <a:gd name="connsiteX998" fmla="*/ 172693 w 2078039"/>
                <a:gd name="connsiteY998" fmla="*/ 1177937 h 2078049"/>
                <a:gd name="connsiteX999" fmla="*/ 172978 w 2078039"/>
                <a:gd name="connsiteY999" fmla="*/ 1178317 h 2078049"/>
                <a:gd name="connsiteX1000" fmla="*/ 175931 w 2078039"/>
                <a:gd name="connsiteY1000" fmla="*/ 1181556 h 2078049"/>
                <a:gd name="connsiteX1001" fmla="*/ 175931 w 2078039"/>
                <a:gd name="connsiteY1001" fmla="*/ 1181556 h 2078049"/>
                <a:gd name="connsiteX1002" fmla="*/ 175931 w 2078039"/>
                <a:gd name="connsiteY1002" fmla="*/ 1181556 h 2078049"/>
                <a:gd name="connsiteX1003" fmla="*/ 193838 w 2078039"/>
                <a:gd name="connsiteY1003" fmla="*/ 1184890 h 2078049"/>
                <a:gd name="connsiteX1004" fmla="*/ 204697 w 2078039"/>
                <a:gd name="connsiteY1004" fmla="*/ 1170412 h 2078049"/>
                <a:gd name="connsiteX1005" fmla="*/ 204697 w 2078039"/>
                <a:gd name="connsiteY1005" fmla="*/ 1170412 h 2078049"/>
                <a:gd name="connsiteX1006" fmla="*/ 204697 w 2078039"/>
                <a:gd name="connsiteY1006" fmla="*/ 1170317 h 2078049"/>
                <a:gd name="connsiteX1007" fmla="*/ 204792 w 2078039"/>
                <a:gd name="connsiteY1007" fmla="*/ 1165935 h 2078049"/>
                <a:gd name="connsiteX1008" fmla="*/ 204792 w 2078039"/>
                <a:gd name="connsiteY1008" fmla="*/ 1165554 h 2078049"/>
                <a:gd name="connsiteX1009" fmla="*/ 203935 w 2078039"/>
                <a:gd name="connsiteY1009" fmla="*/ 1160887 h 2078049"/>
                <a:gd name="connsiteX1010" fmla="*/ 198696 w 2078039"/>
                <a:gd name="connsiteY1010" fmla="*/ 1152981 h 2078049"/>
                <a:gd name="connsiteX1011" fmla="*/ 203744 w 2078039"/>
                <a:gd name="connsiteY1011" fmla="*/ 1149647 h 2078049"/>
                <a:gd name="connsiteX1012" fmla="*/ 277182 w 2078039"/>
                <a:gd name="connsiteY1012" fmla="*/ 1122310 h 2078049"/>
                <a:gd name="connsiteX1013" fmla="*/ 278134 w 2078039"/>
                <a:gd name="connsiteY1013" fmla="*/ 1123930 h 2078049"/>
                <a:gd name="connsiteX1014" fmla="*/ 278420 w 2078039"/>
                <a:gd name="connsiteY1014" fmla="*/ 1124311 h 2078049"/>
                <a:gd name="connsiteX1015" fmla="*/ 281087 w 2078039"/>
                <a:gd name="connsiteY1015" fmla="*/ 1127264 h 2078049"/>
                <a:gd name="connsiteX1016" fmla="*/ 281087 w 2078039"/>
                <a:gd name="connsiteY1016" fmla="*/ 1127264 h 2078049"/>
                <a:gd name="connsiteX1017" fmla="*/ 281087 w 2078039"/>
                <a:gd name="connsiteY1017" fmla="*/ 1127264 h 2078049"/>
                <a:gd name="connsiteX1018" fmla="*/ 298709 w 2078039"/>
                <a:gd name="connsiteY1018" fmla="*/ 1130692 h 2078049"/>
                <a:gd name="connsiteX1019" fmla="*/ 310424 w 2078039"/>
                <a:gd name="connsiteY1019" fmla="*/ 1118786 h 2078049"/>
                <a:gd name="connsiteX1020" fmla="*/ 377957 w 2078039"/>
                <a:gd name="connsiteY1020" fmla="*/ 1120406 h 2078049"/>
                <a:gd name="connsiteX1021" fmla="*/ 377575 w 2078039"/>
                <a:gd name="connsiteY1021" fmla="*/ 1122596 h 2078049"/>
                <a:gd name="connsiteX1022" fmla="*/ 378052 w 2078039"/>
                <a:gd name="connsiteY1022" fmla="*/ 1126121 h 2078049"/>
                <a:gd name="connsiteX1023" fmla="*/ 378147 w 2078039"/>
                <a:gd name="connsiteY1023" fmla="*/ 1126501 h 2078049"/>
                <a:gd name="connsiteX1024" fmla="*/ 379576 w 2078039"/>
                <a:gd name="connsiteY1024" fmla="*/ 1129550 h 2078049"/>
                <a:gd name="connsiteX1025" fmla="*/ 379576 w 2078039"/>
                <a:gd name="connsiteY1025" fmla="*/ 1129550 h 2078049"/>
                <a:gd name="connsiteX1026" fmla="*/ 379576 w 2078039"/>
                <a:gd name="connsiteY1026" fmla="*/ 1129550 h 2078049"/>
                <a:gd name="connsiteX1027" fmla="*/ 394720 w 2078039"/>
                <a:gd name="connsiteY1027" fmla="*/ 1136598 h 2078049"/>
                <a:gd name="connsiteX1028" fmla="*/ 411199 w 2078039"/>
                <a:gd name="connsiteY1028" fmla="*/ 1127645 h 2078049"/>
                <a:gd name="connsiteX1029" fmla="*/ 434630 w 2078039"/>
                <a:gd name="connsiteY1029" fmla="*/ 1139456 h 2078049"/>
                <a:gd name="connsiteX1030" fmla="*/ 425582 w 2078039"/>
                <a:gd name="connsiteY1030" fmla="*/ 1142123 h 2078049"/>
                <a:gd name="connsiteX1031" fmla="*/ 420819 w 2078039"/>
                <a:gd name="connsiteY1031" fmla="*/ 1161649 h 2078049"/>
                <a:gd name="connsiteX1032" fmla="*/ 423676 w 2078039"/>
                <a:gd name="connsiteY1032" fmla="*/ 1163935 h 2078049"/>
                <a:gd name="connsiteX1033" fmla="*/ 423962 w 2078039"/>
                <a:gd name="connsiteY1033" fmla="*/ 1164125 h 2078049"/>
                <a:gd name="connsiteX1034" fmla="*/ 427391 w 2078039"/>
                <a:gd name="connsiteY1034" fmla="*/ 1165554 h 2078049"/>
                <a:gd name="connsiteX1035" fmla="*/ 427391 w 2078039"/>
                <a:gd name="connsiteY1035" fmla="*/ 1165554 h 2078049"/>
                <a:gd name="connsiteX1036" fmla="*/ 427391 w 2078039"/>
                <a:gd name="connsiteY1036" fmla="*/ 1165554 h 2078049"/>
                <a:gd name="connsiteX1037" fmla="*/ 444250 w 2078039"/>
                <a:gd name="connsiteY1037" fmla="*/ 1163554 h 2078049"/>
                <a:gd name="connsiteX1038" fmla="*/ 419867 w 2078039"/>
                <a:gd name="connsiteY1038" fmla="*/ 1197653 h 2078049"/>
                <a:gd name="connsiteX1039" fmla="*/ 397102 w 2078039"/>
                <a:gd name="connsiteY1039" fmla="*/ 1198701 h 2078049"/>
                <a:gd name="connsiteX1040" fmla="*/ 393959 w 2078039"/>
                <a:gd name="connsiteY1040" fmla="*/ 1201654 h 2078049"/>
                <a:gd name="connsiteX1041" fmla="*/ 393863 w 2078039"/>
                <a:gd name="connsiteY1041" fmla="*/ 1201749 h 2078049"/>
                <a:gd name="connsiteX1042" fmla="*/ 391768 w 2078039"/>
                <a:gd name="connsiteY1042" fmla="*/ 1204892 h 2078049"/>
                <a:gd name="connsiteX1043" fmla="*/ 391672 w 2078039"/>
                <a:gd name="connsiteY1043" fmla="*/ 1205083 h 2078049"/>
                <a:gd name="connsiteX1044" fmla="*/ 391672 w 2078039"/>
                <a:gd name="connsiteY1044" fmla="*/ 1205083 h 2078049"/>
                <a:gd name="connsiteX1045" fmla="*/ 392530 w 2078039"/>
                <a:gd name="connsiteY1045" fmla="*/ 1217560 h 2078049"/>
                <a:gd name="connsiteX1046" fmla="*/ 329284 w 2078039"/>
                <a:gd name="connsiteY1046" fmla="*/ 1245850 h 2078049"/>
                <a:gd name="connsiteX1047" fmla="*/ 329284 w 2078039"/>
                <a:gd name="connsiteY1047" fmla="*/ 1245850 h 2078049"/>
                <a:gd name="connsiteX1048" fmla="*/ 324235 w 2078039"/>
                <a:gd name="connsiteY1048" fmla="*/ 1241945 h 2078049"/>
                <a:gd name="connsiteX1049" fmla="*/ 321187 w 2078039"/>
                <a:gd name="connsiteY1049" fmla="*/ 1240706 h 2078049"/>
                <a:gd name="connsiteX1050" fmla="*/ 314329 w 2078039"/>
                <a:gd name="connsiteY1050" fmla="*/ 1240040 h 2078049"/>
                <a:gd name="connsiteX1051" fmla="*/ 310805 w 2078039"/>
                <a:gd name="connsiteY1051" fmla="*/ 1240706 h 2078049"/>
                <a:gd name="connsiteX1052" fmla="*/ 306709 w 2078039"/>
                <a:gd name="connsiteY1052" fmla="*/ 1242421 h 2078049"/>
                <a:gd name="connsiteX1053" fmla="*/ 306328 w 2078039"/>
                <a:gd name="connsiteY1053" fmla="*/ 1242611 h 2078049"/>
                <a:gd name="connsiteX1054" fmla="*/ 303090 w 2078039"/>
                <a:gd name="connsiteY1054" fmla="*/ 1245088 h 2078049"/>
                <a:gd name="connsiteX1055" fmla="*/ 303090 w 2078039"/>
                <a:gd name="connsiteY1055" fmla="*/ 1245088 h 2078049"/>
                <a:gd name="connsiteX1056" fmla="*/ 303090 w 2078039"/>
                <a:gd name="connsiteY1056" fmla="*/ 1245088 h 2078049"/>
                <a:gd name="connsiteX1057" fmla="*/ 297946 w 2078039"/>
                <a:gd name="connsiteY1057" fmla="*/ 1254327 h 2078049"/>
                <a:gd name="connsiteX1058" fmla="*/ 224794 w 2078039"/>
                <a:gd name="connsiteY1058" fmla="*/ 1255851 h 2078049"/>
                <a:gd name="connsiteX1059" fmla="*/ 462824 w 2078039"/>
                <a:gd name="connsiteY1059" fmla="*/ 1501215 h 2078049"/>
                <a:gd name="connsiteX1060" fmla="*/ 443774 w 2078039"/>
                <a:gd name="connsiteY1060" fmla="*/ 1503501 h 2078049"/>
                <a:gd name="connsiteX1061" fmla="*/ 440726 w 2078039"/>
                <a:gd name="connsiteY1061" fmla="*/ 1506644 h 2078049"/>
                <a:gd name="connsiteX1062" fmla="*/ 440536 w 2078039"/>
                <a:gd name="connsiteY1062" fmla="*/ 1506930 h 2078049"/>
                <a:gd name="connsiteX1063" fmla="*/ 438440 w 2078039"/>
                <a:gd name="connsiteY1063" fmla="*/ 1510454 h 2078049"/>
                <a:gd name="connsiteX1064" fmla="*/ 438440 w 2078039"/>
                <a:gd name="connsiteY1064" fmla="*/ 1510454 h 2078049"/>
                <a:gd name="connsiteX1065" fmla="*/ 438440 w 2078039"/>
                <a:gd name="connsiteY1065" fmla="*/ 1510454 h 2078049"/>
                <a:gd name="connsiteX1066" fmla="*/ 437202 w 2078039"/>
                <a:gd name="connsiteY1066" fmla="*/ 1521027 h 2078049"/>
                <a:gd name="connsiteX1067" fmla="*/ 370051 w 2078039"/>
                <a:gd name="connsiteY1067" fmla="*/ 1550745 h 2078049"/>
                <a:gd name="connsiteX1068" fmla="*/ 357097 w 2078039"/>
                <a:gd name="connsiteY1068" fmla="*/ 1553317 h 2078049"/>
                <a:gd name="connsiteX1069" fmla="*/ 357097 w 2078039"/>
                <a:gd name="connsiteY1069" fmla="*/ 1550840 h 2078049"/>
                <a:gd name="connsiteX1070" fmla="*/ 353382 w 2078039"/>
                <a:gd name="connsiteY1070" fmla="*/ 1540553 h 2078049"/>
                <a:gd name="connsiteX1071" fmla="*/ 348619 w 2078039"/>
                <a:gd name="connsiteY1071" fmla="*/ 1535981 h 2078049"/>
                <a:gd name="connsiteX1072" fmla="*/ 334427 w 2078039"/>
                <a:gd name="connsiteY1072" fmla="*/ 1532838 h 2078049"/>
                <a:gd name="connsiteX1073" fmla="*/ 327855 w 2078039"/>
                <a:gd name="connsiteY1073" fmla="*/ 1535600 h 2078049"/>
                <a:gd name="connsiteX1074" fmla="*/ 324617 w 2078039"/>
                <a:gd name="connsiteY1074" fmla="*/ 1538648 h 2078049"/>
                <a:gd name="connsiteX1075" fmla="*/ 324331 w 2078039"/>
                <a:gd name="connsiteY1075" fmla="*/ 1539029 h 2078049"/>
                <a:gd name="connsiteX1076" fmla="*/ 322235 w 2078039"/>
                <a:gd name="connsiteY1076" fmla="*/ 1542649 h 2078049"/>
                <a:gd name="connsiteX1077" fmla="*/ 322235 w 2078039"/>
                <a:gd name="connsiteY1077" fmla="*/ 1542649 h 2078049"/>
                <a:gd name="connsiteX1078" fmla="*/ 322235 w 2078039"/>
                <a:gd name="connsiteY1078" fmla="*/ 1542649 h 2078049"/>
                <a:gd name="connsiteX1079" fmla="*/ 321473 w 2078039"/>
                <a:gd name="connsiteY1079" fmla="*/ 1555508 h 2078049"/>
                <a:gd name="connsiteX1080" fmla="*/ 276325 w 2078039"/>
                <a:gd name="connsiteY1080" fmla="*/ 1548459 h 2078049"/>
                <a:gd name="connsiteX1081" fmla="*/ 289660 w 2078039"/>
                <a:gd name="connsiteY1081" fmla="*/ 1497310 h 2078049"/>
                <a:gd name="connsiteX1082" fmla="*/ 291946 w 2078039"/>
                <a:gd name="connsiteY1082" fmla="*/ 1499120 h 2078049"/>
                <a:gd name="connsiteX1083" fmla="*/ 292422 w 2078039"/>
                <a:gd name="connsiteY1083" fmla="*/ 1499405 h 2078049"/>
                <a:gd name="connsiteX1084" fmla="*/ 296327 w 2078039"/>
                <a:gd name="connsiteY1084" fmla="*/ 1501310 h 2078049"/>
                <a:gd name="connsiteX1085" fmla="*/ 296327 w 2078039"/>
                <a:gd name="connsiteY1085" fmla="*/ 1501310 h 2078049"/>
                <a:gd name="connsiteX1086" fmla="*/ 296327 w 2078039"/>
                <a:gd name="connsiteY1086" fmla="*/ 1501310 h 2078049"/>
                <a:gd name="connsiteX1087" fmla="*/ 314139 w 2078039"/>
                <a:gd name="connsiteY1087" fmla="*/ 1497500 h 2078049"/>
                <a:gd name="connsiteX1088" fmla="*/ 318616 w 2078039"/>
                <a:gd name="connsiteY1088" fmla="*/ 1479974 h 2078049"/>
                <a:gd name="connsiteX1089" fmla="*/ 318616 w 2078039"/>
                <a:gd name="connsiteY1089" fmla="*/ 1479974 h 2078049"/>
                <a:gd name="connsiteX1090" fmla="*/ 318616 w 2078039"/>
                <a:gd name="connsiteY1090" fmla="*/ 1479879 h 2078049"/>
                <a:gd name="connsiteX1091" fmla="*/ 316996 w 2078039"/>
                <a:gd name="connsiteY1091" fmla="*/ 1475688 h 2078049"/>
                <a:gd name="connsiteX1092" fmla="*/ 316901 w 2078039"/>
                <a:gd name="connsiteY1092" fmla="*/ 1475498 h 2078049"/>
                <a:gd name="connsiteX1093" fmla="*/ 314234 w 2078039"/>
                <a:gd name="connsiteY1093" fmla="*/ 1471497 h 2078049"/>
                <a:gd name="connsiteX1094" fmla="*/ 306328 w 2078039"/>
                <a:gd name="connsiteY1094" fmla="*/ 1466258 h 2078049"/>
                <a:gd name="connsiteX1095" fmla="*/ 309758 w 2078039"/>
                <a:gd name="connsiteY1095" fmla="*/ 1461210 h 2078049"/>
                <a:gd name="connsiteX1096" fmla="*/ 367003 w 2078039"/>
                <a:gd name="connsiteY1096" fmla="*/ 1407680 h 2078049"/>
                <a:gd name="connsiteX1097" fmla="*/ 368432 w 2078039"/>
                <a:gd name="connsiteY1097" fmla="*/ 1408823 h 2078049"/>
                <a:gd name="connsiteX1098" fmla="*/ 368812 w 2078039"/>
                <a:gd name="connsiteY1098" fmla="*/ 1409013 h 2078049"/>
                <a:gd name="connsiteX1099" fmla="*/ 372432 w 2078039"/>
                <a:gd name="connsiteY1099" fmla="*/ 1410632 h 2078049"/>
                <a:gd name="connsiteX1100" fmla="*/ 372432 w 2078039"/>
                <a:gd name="connsiteY1100" fmla="*/ 1410632 h 2078049"/>
                <a:gd name="connsiteX1101" fmla="*/ 372432 w 2078039"/>
                <a:gd name="connsiteY1101" fmla="*/ 1410632 h 2078049"/>
                <a:gd name="connsiteX1102" fmla="*/ 390053 w 2078039"/>
                <a:gd name="connsiteY1102" fmla="*/ 1407013 h 2078049"/>
                <a:gd name="connsiteX1103" fmla="*/ 396244 w 2078039"/>
                <a:gd name="connsiteY1103" fmla="*/ 1391582 h 2078049"/>
                <a:gd name="connsiteX1104" fmla="*/ 459205 w 2078039"/>
                <a:gd name="connsiteY1104" fmla="*/ 1367103 h 2078049"/>
                <a:gd name="connsiteX1105" fmla="*/ 459681 w 2078039"/>
                <a:gd name="connsiteY1105" fmla="*/ 1369199 h 2078049"/>
                <a:gd name="connsiteX1106" fmla="*/ 461491 w 2078039"/>
                <a:gd name="connsiteY1106" fmla="*/ 1372342 h 2078049"/>
                <a:gd name="connsiteX1107" fmla="*/ 461776 w 2078039"/>
                <a:gd name="connsiteY1107" fmla="*/ 1372627 h 2078049"/>
                <a:gd name="connsiteX1108" fmla="*/ 480922 w 2078039"/>
                <a:gd name="connsiteY1108" fmla="*/ 1375580 h 2078049"/>
                <a:gd name="connsiteX1109" fmla="*/ 492733 w 2078039"/>
                <a:gd name="connsiteY1109" fmla="*/ 1361007 h 2078049"/>
                <a:gd name="connsiteX1110" fmla="*/ 518736 w 2078039"/>
                <a:gd name="connsiteY1110" fmla="*/ 1362817 h 2078049"/>
                <a:gd name="connsiteX1111" fmla="*/ 516736 w 2078039"/>
                <a:gd name="connsiteY1111" fmla="*/ 1363960 h 2078049"/>
                <a:gd name="connsiteX1112" fmla="*/ 511687 w 2078039"/>
                <a:gd name="connsiteY1112" fmla="*/ 1368722 h 2078049"/>
                <a:gd name="connsiteX1113" fmla="*/ 514735 w 2078039"/>
                <a:gd name="connsiteY1113" fmla="*/ 1388630 h 2078049"/>
                <a:gd name="connsiteX1114" fmla="*/ 518164 w 2078039"/>
                <a:gd name="connsiteY1114" fmla="*/ 1389582 h 2078049"/>
                <a:gd name="connsiteX1115" fmla="*/ 518926 w 2078039"/>
                <a:gd name="connsiteY1115" fmla="*/ 1389677 h 2078049"/>
                <a:gd name="connsiteX1116" fmla="*/ 522451 w 2078039"/>
                <a:gd name="connsiteY1116" fmla="*/ 1389677 h 2078049"/>
                <a:gd name="connsiteX1117" fmla="*/ 522451 w 2078039"/>
                <a:gd name="connsiteY1117" fmla="*/ 1389677 h 2078049"/>
                <a:gd name="connsiteX1118" fmla="*/ 522451 w 2078039"/>
                <a:gd name="connsiteY1118" fmla="*/ 1389677 h 2078049"/>
                <a:gd name="connsiteX1119" fmla="*/ 537214 w 2078039"/>
                <a:gd name="connsiteY1119" fmla="*/ 1381295 h 2078049"/>
                <a:gd name="connsiteX1120" fmla="*/ 527880 w 2078039"/>
                <a:gd name="connsiteY1120" fmla="*/ 1422158 h 2078049"/>
                <a:gd name="connsiteX1121" fmla="*/ 507211 w 2078039"/>
                <a:gd name="connsiteY1121" fmla="*/ 1431873 h 2078049"/>
                <a:gd name="connsiteX1122" fmla="*/ 505401 w 2078039"/>
                <a:gd name="connsiteY1122" fmla="*/ 1435683 h 2078049"/>
                <a:gd name="connsiteX1123" fmla="*/ 505306 w 2078039"/>
                <a:gd name="connsiteY1123" fmla="*/ 1436064 h 2078049"/>
                <a:gd name="connsiteX1124" fmla="*/ 510259 w 2078039"/>
                <a:gd name="connsiteY1124" fmla="*/ 1450923 h 2078049"/>
                <a:gd name="connsiteX1125" fmla="*/ 462824 w 2078039"/>
                <a:gd name="connsiteY1125" fmla="*/ 1501215 h 2078049"/>
                <a:gd name="connsiteX1126" fmla="*/ 683518 w 2078039"/>
                <a:gd name="connsiteY1126" fmla="*/ 1686572 h 2078049"/>
                <a:gd name="connsiteX1127" fmla="*/ 674184 w 2078039"/>
                <a:gd name="connsiteY1127" fmla="*/ 1688667 h 2078049"/>
                <a:gd name="connsiteX1128" fmla="*/ 666850 w 2078039"/>
                <a:gd name="connsiteY1128" fmla="*/ 1695906 h 2078049"/>
                <a:gd name="connsiteX1129" fmla="*/ 665230 w 2078039"/>
                <a:gd name="connsiteY1129" fmla="*/ 1700002 h 2078049"/>
                <a:gd name="connsiteX1130" fmla="*/ 665135 w 2078039"/>
                <a:gd name="connsiteY1130" fmla="*/ 1700478 h 2078049"/>
                <a:gd name="connsiteX1131" fmla="*/ 664564 w 2078039"/>
                <a:gd name="connsiteY1131" fmla="*/ 1704479 h 2078049"/>
                <a:gd name="connsiteX1132" fmla="*/ 664564 w 2078039"/>
                <a:gd name="connsiteY1132" fmla="*/ 1704479 h 2078049"/>
                <a:gd name="connsiteX1133" fmla="*/ 664564 w 2078039"/>
                <a:gd name="connsiteY1133" fmla="*/ 1704479 h 2078049"/>
                <a:gd name="connsiteX1134" fmla="*/ 667421 w 2078039"/>
                <a:gd name="connsiteY1134" fmla="*/ 1714766 h 2078049"/>
                <a:gd name="connsiteX1135" fmla="*/ 616748 w 2078039"/>
                <a:gd name="connsiteY1135" fmla="*/ 1767725 h 2078049"/>
                <a:gd name="connsiteX1136" fmla="*/ 605794 w 2078039"/>
                <a:gd name="connsiteY1136" fmla="*/ 1774964 h 2078049"/>
                <a:gd name="connsiteX1137" fmla="*/ 602937 w 2078039"/>
                <a:gd name="connsiteY1137" fmla="*/ 1769630 h 2078049"/>
                <a:gd name="connsiteX1138" fmla="*/ 597412 w 2078039"/>
                <a:gd name="connsiteY1138" fmla="*/ 1764772 h 2078049"/>
                <a:gd name="connsiteX1139" fmla="*/ 580172 w 2078039"/>
                <a:gd name="connsiteY1139" fmla="*/ 1763057 h 2078049"/>
                <a:gd name="connsiteX1140" fmla="*/ 574362 w 2078039"/>
                <a:gd name="connsiteY1140" fmla="*/ 1766867 h 2078049"/>
                <a:gd name="connsiteX1141" fmla="*/ 572076 w 2078039"/>
                <a:gd name="connsiteY1141" fmla="*/ 1769725 h 2078049"/>
                <a:gd name="connsiteX1142" fmla="*/ 570266 w 2078039"/>
                <a:gd name="connsiteY1142" fmla="*/ 1773725 h 2078049"/>
                <a:gd name="connsiteX1143" fmla="*/ 570171 w 2078039"/>
                <a:gd name="connsiteY1143" fmla="*/ 1774106 h 2078049"/>
                <a:gd name="connsiteX1144" fmla="*/ 569504 w 2078039"/>
                <a:gd name="connsiteY1144" fmla="*/ 1778202 h 2078049"/>
                <a:gd name="connsiteX1145" fmla="*/ 569504 w 2078039"/>
                <a:gd name="connsiteY1145" fmla="*/ 1778202 h 2078049"/>
                <a:gd name="connsiteX1146" fmla="*/ 569504 w 2078039"/>
                <a:gd name="connsiteY1146" fmla="*/ 1778202 h 2078049"/>
                <a:gd name="connsiteX1147" fmla="*/ 573695 w 2078039"/>
                <a:gd name="connsiteY1147" fmla="*/ 1790394 h 2078049"/>
                <a:gd name="connsiteX1148" fmla="*/ 529309 w 2078039"/>
                <a:gd name="connsiteY1148" fmla="*/ 1801062 h 2078049"/>
                <a:gd name="connsiteX1149" fmla="*/ 522165 w 2078039"/>
                <a:gd name="connsiteY1149" fmla="*/ 1753818 h 2078049"/>
                <a:gd name="connsiteX1150" fmla="*/ 522165 w 2078039"/>
                <a:gd name="connsiteY1150" fmla="*/ 1748579 h 2078049"/>
                <a:gd name="connsiteX1151" fmla="*/ 525022 w 2078039"/>
                <a:gd name="connsiteY1151" fmla="*/ 1749437 h 2078049"/>
                <a:gd name="connsiteX1152" fmla="*/ 525499 w 2078039"/>
                <a:gd name="connsiteY1152" fmla="*/ 1749532 h 2078049"/>
                <a:gd name="connsiteX1153" fmla="*/ 529785 w 2078039"/>
                <a:gd name="connsiteY1153" fmla="*/ 1749817 h 2078049"/>
                <a:gd name="connsiteX1154" fmla="*/ 529785 w 2078039"/>
                <a:gd name="connsiteY1154" fmla="*/ 1749817 h 2078049"/>
                <a:gd name="connsiteX1155" fmla="*/ 529785 w 2078039"/>
                <a:gd name="connsiteY1155" fmla="*/ 1749817 h 2078049"/>
                <a:gd name="connsiteX1156" fmla="*/ 544739 w 2078039"/>
                <a:gd name="connsiteY1156" fmla="*/ 1739531 h 2078049"/>
                <a:gd name="connsiteX1157" fmla="*/ 539215 w 2078039"/>
                <a:gd name="connsiteY1157" fmla="*/ 1718385 h 2078049"/>
                <a:gd name="connsiteX1158" fmla="*/ 538738 w 2078039"/>
                <a:gd name="connsiteY1158" fmla="*/ 1718004 h 2078049"/>
                <a:gd name="connsiteX1159" fmla="*/ 534833 w 2078039"/>
                <a:gd name="connsiteY1159" fmla="*/ 1715527 h 2078049"/>
                <a:gd name="connsiteX1160" fmla="*/ 525594 w 2078039"/>
                <a:gd name="connsiteY1160" fmla="*/ 1713623 h 2078049"/>
                <a:gd name="connsiteX1161" fmla="*/ 526832 w 2078039"/>
                <a:gd name="connsiteY1161" fmla="*/ 1707622 h 2078049"/>
                <a:gd name="connsiteX1162" fmla="*/ 559503 w 2078039"/>
                <a:gd name="connsiteY1162" fmla="*/ 1636184 h 2078049"/>
                <a:gd name="connsiteX1163" fmla="*/ 561313 w 2078039"/>
                <a:gd name="connsiteY1163" fmla="*/ 1636660 h 2078049"/>
                <a:gd name="connsiteX1164" fmla="*/ 561789 w 2078039"/>
                <a:gd name="connsiteY1164" fmla="*/ 1636756 h 2078049"/>
                <a:gd name="connsiteX1165" fmla="*/ 565789 w 2078039"/>
                <a:gd name="connsiteY1165" fmla="*/ 1636946 h 2078049"/>
                <a:gd name="connsiteX1166" fmla="*/ 565789 w 2078039"/>
                <a:gd name="connsiteY1166" fmla="*/ 1636946 h 2078049"/>
                <a:gd name="connsiteX1167" fmla="*/ 565789 w 2078039"/>
                <a:gd name="connsiteY1167" fmla="*/ 1636946 h 2078049"/>
                <a:gd name="connsiteX1168" fmla="*/ 580649 w 2078039"/>
                <a:gd name="connsiteY1168" fmla="*/ 1626850 h 2078049"/>
                <a:gd name="connsiteX1169" fmla="*/ 580458 w 2078039"/>
                <a:gd name="connsiteY1169" fmla="*/ 1610086 h 2078049"/>
                <a:gd name="connsiteX1170" fmla="*/ 629226 w 2078039"/>
                <a:gd name="connsiteY1170" fmla="*/ 1563508 h 2078049"/>
                <a:gd name="connsiteX1171" fmla="*/ 630559 w 2078039"/>
                <a:gd name="connsiteY1171" fmla="*/ 1565318 h 2078049"/>
                <a:gd name="connsiteX1172" fmla="*/ 633417 w 2078039"/>
                <a:gd name="connsiteY1172" fmla="*/ 1567604 h 2078049"/>
                <a:gd name="connsiteX1173" fmla="*/ 633512 w 2078039"/>
                <a:gd name="connsiteY1173" fmla="*/ 1567700 h 2078049"/>
                <a:gd name="connsiteX1174" fmla="*/ 652658 w 2078039"/>
                <a:gd name="connsiteY1174" fmla="*/ 1563127 h 2078049"/>
                <a:gd name="connsiteX1175" fmla="*/ 657896 w 2078039"/>
                <a:gd name="connsiteY1175" fmla="*/ 1545316 h 2078049"/>
                <a:gd name="connsiteX1176" fmla="*/ 682757 w 2078039"/>
                <a:gd name="connsiteY1176" fmla="*/ 1536934 h 2078049"/>
                <a:gd name="connsiteX1177" fmla="*/ 678470 w 2078039"/>
                <a:gd name="connsiteY1177" fmla="*/ 1545125 h 2078049"/>
                <a:gd name="connsiteX1178" fmla="*/ 677899 w 2078039"/>
                <a:gd name="connsiteY1178" fmla="*/ 1548459 h 2078049"/>
                <a:gd name="connsiteX1179" fmla="*/ 681423 w 2078039"/>
                <a:gd name="connsiteY1179" fmla="*/ 1559222 h 2078049"/>
                <a:gd name="connsiteX1180" fmla="*/ 688948 w 2078039"/>
                <a:gd name="connsiteY1180" fmla="*/ 1562366 h 2078049"/>
                <a:gd name="connsiteX1181" fmla="*/ 692662 w 2078039"/>
                <a:gd name="connsiteY1181" fmla="*/ 1561794 h 2078049"/>
                <a:gd name="connsiteX1182" fmla="*/ 693043 w 2078039"/>
                <a:gd name="connsiteY1182" fmla="*/ 1561699 h 2078049"/>
                <a:gd name="connsiteX1183" fmla="*/ 696472 w 2078039"/>
                <a:gd name="connsiteY1183" fmla="*/ 1560270 h 2078049"/>
                <a:gd name="connsiteX1184" fmla="*/ 696472 w 2078039"/>
                <a:gd name="connsiteY1184" fmla="*/ 1560270 h 2078049"/>
                <a:gd name="connsiteX1185" fmla="*/ 696472 w 2078039"/>
                <a:gd name="connsiteY1185" fmla="*/ 1560270 h 2078049"/>
                <a:gd name="connsiteX1186" fmla="*/ 706950 w 2078039"/>
                <a:gd name="connsiteY1186" fmla="*/ 1546935 h 2078049"/>
                <a:gd name="connsiteX1187" fmla="*/ 713903 w 2078039"/>
                <a:gd name="connsiteY1187" fmla="*/ 1588274 h 2078049"/>
                <a:gd name="connsiteX1188" fmla="*/ 698473 w 2078039"/>
                <a:gd name="connsiteY1188" fmla="*/ 1605228 h 2078049"/>
                <a:gd name="connsiteX1189" fmla="*/ 698377 w 2078039"/>
                <a:gd name="connsiteY1189" fmla="*/ 1609324 h 2078049"/>
                <a:gd name="connsiteX1190" fmla="*/ 698473 w 2078039"/>
                <a:gd name="connsiteY1190" fmla="*/ 1609705 h 2078049"/>
                <a:gd name="connsiteX1191" fmla="*/ 699235 w 2078039"/>
                <a:gd name="connsiteY1191" fmla="*/ 1613324 h 2078049"/>
                <a:gd name="connsiteX1192" fmla="*/ 699235 w 2078039"/>
                <a:gd name="connsiteY1192" fmla="*/ 1613324 h 2078049"/>
                <a:gd name="connsiteX1193" fmla="*/ 699235 w 2078039"/>
                <a:gd name="connsiteY1193" fmla="*/ 1613324 h 2078049"/>
                <a:gd name="connsiteX1194" fmla="*/ 708569 w 2078039"/>
                <a:gd name="connsiteY1194" fmla="*/ 1621706 h 2078049"/>
                <a:gd name="connsiteX1195" fmla="*/ 683518 w 2078039"/>
                <a:gd name="connsiteY1195" fmla="*/ 1686572 h 2078049"/>
                <a:gd name="connsiteX1196" fmla="*/ 899355 w 2078039"/>
                <a:gd name="connsiteY1196" fmla="*/ 1637518 h 2078049"/>
                <a:gd name="connsiteX1197" fmla="*/ 899164 w 2078039"/>
                <a:gd name="connsiteY1197" fmla="*/ 1644471 h 2078049"/>
                <a:gd name="connsiteX1198" fmla="*/ 915357 w 2078039"/>
                <a:gd name="connsiteY1198" fmla="*/ 1656377 h 2078049"/>
                <a:gd name="connsiteX1199" fmla="*/ 918595 w 2078039"/>
                <a:gd name="connsiteY1199" fmla="*/ 1654472 h 2078049"/>
                <a:gd name="connsiteX1200" fmla="*/ 918881 w 2078039"/>
                <a:gd name="connsiteY1200" fmla="*/ 1654187 h 2078049"/>
                <a:gd name="connsiteX1201" fmla="*/ 921548 w 2078039"/>
                <a:gd name="connsiteY1201" fmla="*/ 1651520 h 2078049"/>
                <a:gd name="connsiteX1202" fmla="*/ 921548 w 2078039"/>
                <a:gd name="connsiteY1202" fmla="*/ 1651520 h 2078049"/>
                <a:gd name="connsiteX1203" fmla="*/ 921548 w 2078039"/>
                <a:gd name="connsiteY1203" fmla="*/ 1651520 h 2078049"/>
                <a:gd name="connsiteX1204" fmla="*/ 926025 w 2078039"/>
                <a:gd name="connsiteY1204" fmla="*/ 1635232 h 2078049"/>
                <a:gd name="connsiteX1205" fmla="*/ 948313 w 2078039"/>
                <a:gd name="connsiteY1205" fmla="*/ 1670760 h 2078049"/>
                <a:gd name="connsiteX1206" fmla="*/ 940598 w 2078039"/>
                <a:gd name="connsiteY1206" fmla="*/ 1692382 h 2078049"/>
                <a:gd name="connsiteX1207" fmla="*/ 942027 w 2078039"/>
                <a:gd name="connsiteY1207" fmla="*/ 1696192 h 2078049"/>
                <a:gd name="connsiteX1208" fmla="*/ 942218 w 2078039"/>
                <a:gd name="connsiteY1208" fmla="*/ 1696573 h 2078049"/>
                <a:gd name="connsiteX1209" fmla="*/ 944313 w 2078039"/>
                <a:gd name="connsiteY1209" fmla="*/ 1699525 h 2078049"/>
                <a:gd name="connsiteX1210" fmla="*/ 944313 w 2078039"/>
                <a:gd name="connsiteY1210" fmla="*/ 1699525 h 2078049"/>
                <a:gd name="connsiteX1211" fmla="*/ 944313 w 2078039"/>
                <a:gd name="connsiteY1211" fmla="*/ 1699525 h 2078049"/>
                <a:gd name="connsiteX1212" fmla="*/ 956124 w 2078039"/>
                <a:gd name="connsiteY1212" fmla="*/ 1703621 h 2078049"/>
                <a:gd name="connsiteX1213" fmla="*/ 958219 w 2078039"/>
                <a:gd name="connsiteY1213" fmla="*/ 1773058 h 2078049"/>
                <a:gd name="connsiteX1214" fmla="*/ 946409 w 2078039"/>
                <a:gd name="connsiteY1214" fmla="*/ 1788108 h 2078049"/>
                <a:gd name="connsiteX1215" fmla="*/ 946409 w 2078039"/>
                <a:gd name="connsiteY1215" fmla="*/ 1792490 h 2078049"/>
                <a:gd name="connsiteX1216" fmla="*/ 946504 w 2078039"/>
                <a:gd name="connsiteY1216" fmla="*/ 1792966 h 2078049"/>
                <a:gd name="connsiteX1217" fmla="*/ 947551 w 2078039"/>
                <a:gd name="connsiteY1217" fmla="*/ 1796871 h 2078049"/>
                <a:gd name="connsiteX1218" fmla="*/ 947551 w 2078039"/>
                <a:gd name="connsiteY1218" fmla="*/ 1796871 h 2078049"/>
                <a:gd name="connsiteX1219" fmla="*/ 947551 w 2078039"/>
                <a:gd name="connsiteY1219" fmla="*/ 1796871 h 2078049"/>
                <a:gd name="connsiteX1220" fmla="*/ 954124 w 2078039"/>
                <a:gd name="connsiteY1220" fmla="*/ 1805253 h 2078049"/>
                <a:gd name="connsiteX1221" fmla="*/ 927739 w 2078039"/>
                <a:gd name="connsiteY1221" fmla="*/ 1873642 h 2078049"/>
                <a:gd name="connsiteX1222" fmla="*/ 920405 w 2078039"/>
                <a:gd name="connsiteY1222" fmla="*/ 1884501 h 2078049"/>
                <a:gd name="connsiteX1223" fmla="*/ 908689 w 2078039"/>
                <a:gd name="connsiteY1223" fmla="*/ 1878310 h 2078049"/>
                <a:gd name="connsiteX1224" fmla="*/ 901355 w 2078039"/>
                <a:gd name="connsiteY1224" fmla="*/ 1878405 h 2078049"/>
                <a:gd name="connsiteX1225" fmla="*/ 889925 w 2078039"/>
                <a:gd name="connsiteY1225" fmla="*/ 1886025 h 2078049"/>
                <a:gd name="connsiteX1226" fmla="*/ 887258 w 2078039"/>
                <a:gd name="connsiteY1226" fmla="*/ 1892597 h 2078049"/>
                <a:gd name="connsiteX1227" fmla="*/ 887163 w 2078039"/>
                <a:gd name="connsiteY1227" fmla="*/ 1896979 h 2078049"/>
                <a:gd name="connsiteX1228" fmla="*/ 887258 w 2078039"/>
                <a:gd name="connsiteY1228" fmla="*/ 1897360 h 2078049"/>
                <a:gd name="connsiteX1229" fmla="*/ 888306 w 2078039"/>
                <a:gd name="connsiteY1229" fmla="*/ 1901456 h 2078049"/>
                <a:gd name="connsiteX1230" fmla="*/ 888306 w 2078039"/>
                <a:gd name="connsiteY1230" fmla="*/ 1901456 h 2078049"/>
                <a:gd name="connsiteX1231" fmla="*/ 888306 w 2078039"/>
                <a:gd name="connsiteY1231" fmla="*/ 1901456 h 2078049"/>
                <a:gd name="connsiteX1232" fmla="*/ 896878 w 2078039"/>
                <a:gd name="connsiteY1232" fmla="*/ 1911171 h 2078049"/>
                <a:gd name="connsiteX1233" fmla="*/ 860017 w 2078039"/>
                <a:gd name="connsiteY1233" fmla="*/ 1938032 h 2078049"/>
                <a:gd name="connsiteX1234" fmla="*/ 835252 w 2078039"/>
                <a:gd name="connsiteY1234" fmla="*/ 1897169 h 2078049"/>
                <a:gd name="connsiteX1235" fmla="*/ 833251 w 2078039"/>
                <a:gd name="connsiteY1235" fmla="*/ 1892312 h 2078049"/>
                <a:gd name="connsiteX1236" fmla="*/ 836204 w 2078039"/>
                <a:gd name="connsiteY1236" fmla="*/ 1892026 h 2078049"/>
                <a:gd name="connsiteX1237" fmla="*/ 836680 w 2078039"/>
                <a:gd name="connsiteY1237" fmla="*/ 1891931 h 2078049"/>
                <a:gd name="connsiteX1238" fmla="*/ 840776 w 2078039"/>
                <a:gd name="connsiteY1238" fmla="*/ 1890502 h 2078049"/>
                <a:gd name="connsiteX1239" fmla="*/ 840776 w 2078039"/>
                <a:gd name="connsiteY1239" fmla="*/ 1890502 h 2078049"/>
                <a:gd name="connsiteX1240" fmla="*/ 840776 w 2078039"/>
                <a:gd name="connsiteY1240" fmla="*/ 1890502 h 2078049"/>
                <a:gd name="connsiteX1241" fmla="*/ 850682 w 2078039"/>
                <a:gd name="connsiteY1241" fmla="*/ 1875262 h 2078049"/>
                <a:gd name="connsiteX1242" fmla="*/ 837538 w 2078039"/>
                <a:gd name="connsiteY1242" fmla="*/ 1857831 h 2078049"/>
                <a:gd name="connsiteX1243" fmla="*/ 836966 w 2078039"/>
                <a:gd name="connsiteY1243" fmla="*/ 1857641 h 2078049"/>
                <a:gd name="connsiteX1244" fmla="*/ 832394 w 2078039"/>
                <a:gd name="connsiteY1244" fmla="*/ 1856879 h 2078049"/>
                <a:gd name="connsiteX1245" fmla="*/ 823060 w 2078039"/>
                <a:gd name="connsiteY1245" fmla="*/ 1858783 h 2078049"/>
                <a:gd name="connsiteX1246" fmla="*/ 821917 w 2078039"/>
                <a:gd name="connsiteY1246" fmla="*/ 1852783 h 2078049"/>
                <a:gd name="connsiteX1247" fmla="*/ 824679 w 2078039"/>
                <a:gd name="connsiteY1247" fmla="*/ 1774201 h 2078049"/>
                <a:gd name="connsiteX1248" fmla="*/ 826489 w 2078039"/>
                <a:gd name="connsiteY1248" fmla="*/ 1773916 h 2078049"/>
                <a:gd name="connsiteX1249" fmla="*/ 826870 w 2078039"/>
                <a:gd name="connsiteY1249" fmla="*/ 1773821 h 2078049"/>
                <a:gd name="connsiteX1250" fmla="*/ 830584 w 2078039"/>
                <a:gd name="connsiteY1250" fmla="*/ 1772487 h 2078049"/>
                <a:gd name="connsiteX1251" fmla="*/ 830584 w 2078039"/>
                <a:gd name="connsiteY1251" fmla="*/ 1772487 h 2078049"/>
                <a:gd name="connsiteX1252" fmla="*/ 830584 w 2078039"/>
                <a:gd name="connsiteY1252" fmla="*/ 1772487 h 2078049"/>
                <a:gd name="connsiteX1253" fmla="*/ 840395 w 2078039"/>
                <a:gd name="connsiteY1253" fmla="*/ 1757533 h 2078049"/>
                <a:gd name="connsiteX1254" fmla="*/ 833823 w 2078039"/>
                <a:gd name="connsiteY1254" fmla="*/ 1742007 h 2078049"/>
                <a:gd name="connsiteX1255" fmla="*/ 860969 w 2078039"/>
                <a:gd name="connsiteY1255" fmla="*/ 1680285 h 2078049"/>
                <a:gd name="connsiteX1256" fmla="*/ 862874 w 2078039"/>
                <a:gd name="connsiteY1256" fmla="*/ 1681523 h 2078049"/>
                <a:gd name="connsiteX1257" fmla="*/ 870113 w 2078039"/>
                <a:gd name="connsiteY1257" fmla="*/ 1682476 h 2078049"/>
                <a:gd name="connsiteX1258" fmla="*/ 870113 w 2078039"/>
                <a:gd name="connsiteY1258" fmla="*/ 1682476 h 2078049"/>
                <a:gd name="connsiteX1259" fmla="*/ 870113 w 2078039"/>
                <a:gd name="connsiteY1259" fmla="*/ 1682476 h 2078049"/>
                <a:gd name="connsiteX1260" fmla="*/ 882401 w 2078039"/>
                <a:gd name="connsiteY1260" fmla="*/ 1670950 h 2078049"/>
                <a:gd name="connsiteX1261" fmla="*/ 880305 w 2078039"/>
                <a:gd name="connsiteY1261" fmla="*/ 1652567 h 2078049"/>
                <a:gd name="connsiteX1262" fmla="*/ 900022 w 2078039"/>
                <a:gd name="connsiteY1262" fmla="*/ 1635232 h 2078049"/>
                <a:gd name="connsiteX1263" fmla="*/ 899355 w 2078039"/>
                <a:gd name="connsiteY1263" fmla="*/ 1637518 h 2078049"/>
                <a:gd name="connsiteX1264" fmla="*/ 1139290 w 2078039"/>
                <a:gd name="connsiteY1264" fmla="*/ 1642757 h 2078049"/>
                <a:gd name="connsiteX1265" fmla="*/ 1141957 w 2078039"/>
                <a:gd name="connsiteY1265" fmla="*/ 1651805 h 2078049"/>
                <a:gd name="connsiteX1266" fmla="*/ 1161483 w 2078039"/>
                <a:gd name="connsiteY1266" fmla="*/ 1656568 h 2078049"/>
                <a:gd name="connsiteX1267" fmla="*/ 1163769 w 2078039"/>
                <a:gd name="connsiteY1267" fmla="*/ 1653710 h 2078049"/>
                <a:gd name="connsiteX1268" fmla="*/ 1163960 w 2078039"/>
                <a:gd name="connsiteY1268" fmla="*/ 1653425 h 2078049"/>
                <a:gd name="connsiteX1269" fmla="*/ 1163388 w 2078039"/>
                <a:gd name="connsiteY1269" fmla="*/ 1633136 h 2078049"/>
                <a:gd name="connsiteX1270" fmla="*/ 1197487 w 2078039"/>
                <a:gd name="connsiteY1270" fmla="*/ 1657520 h 2078049"/>
                <a:gd name="connsiteX1271" fmla="*/ 1198535 w 2078039"/>
                <a:gd name="connsiteY1271" fmla="*/ 1680285 h 2078049"/>
                <a:gd name="connsiteX1272" fmla="*/ 1201488 w 2078039"/>
                <a:gd name="connsiteY1272" fmla="*/ 1683428 h 2078049"/>
                <a:gd name="connsiteX1273" fmla="*/ 1201583 w 2078039"/>
                <a:gd name="connsiteY1273" fmla="*/ 1683524 h 2078049"/>
                <a:gd name="connsiteX1274" fmla="*/ 1204727 w 2078039"/>
                <a:gd name="connsiteY1274" fmla="*/ 1685619 h 2078049"/>
                <a:gd name="connsiteX1275" fmla="*/ 1204917 w 2078039"/>
                <a:gd name="connsiteY1275" fmla="*/ 1685714 h 2078049"/>
                <a:gd name="connsiteX1276" fmla="*/ 1204917 w 2078039"/>
                <a:gd name="connsiteY1276" fmla="*/ 1685714 h 2078049"/>
                <a:gd name="connsiteX1277" fmla="*/ 1217395 w 2078039"/>
                <a:gd name="connsiteY1277" fmla="*/ 1684857 h 2078049"/>
                <a:gd name="connsiteX1278" fmla="*/ 1245684 w 2078039"/>
                <a:gd name="connsiteY1278" fmla="*/ 1748103 h 2078049"/>
                <a:gd name="connsiteX1279" fmla="*/ 1245684 w 2078039"/>
                <a:gd name="connsiteY1279" fmla="*/ 1748103 h 2078049"/>
                <a:gd name="connsiteX1280" fmla="*/ 1241779 w 2078039"/>
                <a:gd name="connsiteY1280" fmla="*/ 1753151 h 2078049"/>
                <a:gd name="connsiteX1281" fmla="*/ 1240541 w 2078039"/>
                <a:gd name="connsiteY1281" fmla="*/ 1766582 h 2078049"/>
                <a:gd name="connsiteX1282" fmla="*/ 1242255 w 2078039"/>
                <a:gd name="connsiteY1282" fmla="*/ 1770677 h 2078049"/>
                <a:gd name="connsiteX1283" fmla="*/ 1242445 w 2078039"/>
                <a:gd name="connsiteY1283" fmla="*/ 1771058 h 2078049"/>
                <a:gd name="connsiteX1284" fmla="*/ 1244922 w 2078039"/>
                <a:gd name="connsiteY1284" fmla="*/ 1774297 h 2078049"/>
                <a:gd name="connsiteX1285" fmla="*/ 1244922 w 2078039"/>
                <a:gd name="connsiteY1285" fmla="*/ 1774297 h 2078049"/>
                <a:gd name="connsiteX1286" fmla="*/ 1244922 w 2078039"/>
                <a:gd name="connsiteY1286" fmla="*/ 1774297 h 2078049"/>
                <a:gd name="connsiteX1287" fmla="*/ 1254161 w 2078039"/>
                <a:gd name="connsiteY1287" fmla="*/ 1779440 h 2078049"/>
                <a:gd name="connsiteX1288" fmla="*/ 1255876 w 2078039"/>
                <a:gd name="connsiteY1288" fmla="*/ 1852878 h 2078049"/>
                <a:gd name="connsiteX1289" fmla="*/ 1253209 w 2078039"/>
                <a:gd name="connsiteY1289" fmla="*/ 1865737 h 2078049"/>
                <a:gd name="connsiteX1290" fmla="*/ 1239969 w 2078039"/>
                <a:gd name="connsiteY1290" fmla="*/ 1864213 h 2078049"/>
                <a:gd name="connsiteX1291" fmla="*/ 1225586 w 2078039"/>
                <a:gd name="connsiteY1291" fmla="*/ 1885834 h 2078049"/>
                <a:gd name="connsiteX1292" fmla="*/ 1227110 w 2078039"/>
                <a:gd name="connsiteY1292" fmla="*/ 1889930 h 2078049"/>
                <a:gd name="connsiteX1293" fmla="*/ 1227301 w 2078039"/>
                <a:gd name="connsiteY1293" fmla="*/ 1890311 h 2078049"/>
                <a:gd name="connsiteX1294" fmla="*/ 1229777 w 2078039"/>
                <a:gd name="connsiteY1294" fmla="*/ 1893645 h 2078049"/>
                <a:gd name="connsiteX1295" fmla="*/ 1229777 w 2078039"/>
                <a:gd name="connsiteY1295" fmla="*/ 1893645 h 2078049"/>
                <a:gd name="connsiteX1296" fmla="*/ 1229777 w 2078039"/>
                <a:gd name="connsiteY1296" fmla="*/ 1893645 h 2078049"/>
                <a:gd name="connsiteX1297" fmla="*/ 1241398 w 2078039"/>
                <a:gd name="connsiteY1297" fmla="*/ 1899265 h 2078049"/>
                <a:gd name="connsiteX1298" fmla="*/ 1217490 w 2078039"/>
                <a:gd name="connsiteY1298" fmla="*/ 1938222 h 2078049"/>
                <a:gd name="connsiteX1299" fmla="*/ 1175389 w 2078039"/>
                <a:gd name="connsiteY1299" fmla="*/ 1906313 h 2078049"/>
                <a:gd name="connsiteX1300" fmla="*/ 1177866 w 2078039"/>
                <a:gd name="connsiteY1300" fmla="*/ 1904884 h 2078049"/>
                <a:gd name="connsiteX1301" fmla="*/ 1178247 w 2078039"/>
                <a:gd name="connsiteY1301" fmla="*/ 1904599 h 2078049"/>
                <a:gd name="connsiteX1302" fmla="*/ 1181485 w 2078039"/>
                <a:gd name="connsiteY1302" fmla="*/ 1901646 h 2078049"/>
                <a:gd name="connsiteX1303" fmla="*/ 1181485 w 2078039"/>
                <a:gd name="connsiteY1303" fmla="*/ 1901646 h 2078049"/>
                <a:gd name="connsiteX1304" fmla="*/ 1181485 w 2078039"/>
                <a:gd name="connsiteY1304" fmla="*/ 1901646 h 2078049"/>
                <a:gd name="connsiteX1305" fmla="*/ 1184819 w 2078039"/>
                <a:gd name="connsiteY1305" fmla="*/ 1883739 h 2078049"/>
                <a:gd name="connsiteX1306" fmla="*/ 1170341 w 2078039"/>
                <a:gd name="connsiteY1306" fmla="*/ 1872881 h 2078049"/>
                <a:gd name="connsiteX1307" fmla="*/ 1170341 w 2078039"/>
                <a:gd name="connsiteY1307" fmla="*/ 1872881 h 2078049"/>
                <a:gd name="connsiteX1308" fmla="*/ 1170246 w 2078039"/>
                <a:gd name="connsiteY1308" fmla="*/ 1872881 h 2078049"/>
                <a:gd name="connsiteX1309" fmla="*/ 1165864 w 2078039"/>
                <a:gd name="connsiteY1309" fmla="*/ 1872785 h 2078049"/>
                <a:gd name="connsiteX1310" fmla="*/ 1165484 w 2078039"/>
                <a:gd name="connsiteY1310" fmla="*/ 1872785 h 2078049"/>
                <a:gd name="connsiteX1311" fmla="*/ 1160816 w 2078039"/>
                <a:gd name="connsiteY1311" fmla="*/ 1873642 h 2078049"/>
                <a:gd name="connsiteX1312" fmla="*/ 1152910 w 2078039"/>
                <a:gd name="connsiteY1312" fmla="*/ 1878881 h 2078049"/>
                <a:gd name="connsiteX1313" fmla="*/ 1149577 w 2078039"/>
                <a:gd name="connsiteY1313" fmla="*/ 1873833 h 2078049"/>
                <a:gd name="connsiteX1314" fmla="*/ 1122240 w 2078039"/>
                <a:gd name="connsiteY1314" fmla="*/ 1800395 h 2078049"/>
                <a:gd name="connsiteX1315" fmla="*/ 1123859 w 2078039"/>
                <a:gd name="connsiteY1315" fmla="*/ 1799443 h 2078049"/>
                <a:gd name="connsiteX1316" fmla="*/ 1124240 w 2078039"/>
                <a:gd name="connsiteY1316" fmla="*/ 1799157 h 2078049"/>
                <a:gd name="connsiteX1317" fmla="*/ 1127193 w 2078039"/>
                <a:gd name="connsiteY1317" fmla="*/ 1796490 h 2078049"/>
                <a:gd name="connsiteX1318" fmla="*/ 1127193 w 2078039"/>
                <a:gd name="connsiteY1318" fmla="*/ 1796490 h 2078049"/>
                <a:gd name="connsiteX1319" fmla="*/ 1127193 w 2078039"/>
                <a:gd name="connsiteY1319" fmla="*/ 1796490 h 2078049"/>
                <a:gd name="connsiteX1320" fmla="*/ 1130622 w 2078039"/>
                <a:gd name="connsiteY1320" fmla="*/ 1778869 h 2078049"/>
                <a:gd name="connsiteX1321" fmla="*/ 1118716 w 2078039"/>
                <a:gd name="connsiteY1321" fmla="*/ 1767153 h 2078049"/>
                <a:gd name="connsiteX1322" fmla="*/ 1120335 w 2078039"/>
                <a:gd name="connsiteY1322" fmla="*/ 1699621 h 2078049"/>
                <a:gd name="connsiteX1323" fmla="*/ 1122526 w 2078039"/>
                <a:gd name="connsiteY1323" fmla="*/ 1700002 h 2078049"/>
                <a:gd name="connsiteX1324" fmla="*/ 1126050 w 2078039"/>
                <a:gd name="connsiteY1324" fmla="*/ 1699525 h 2078049"/>
                <a:gd name="connsiteX1325" fmla="*/ 1126431 w 2078039"/>
                <a:gd name="connsiteY1325" fmla="*/ 1699430 h 2078049"/>
                <a:gd name="connsiteX1326" fmla="*/ 1129479 w 2078039"/>
                <a:gd name="connsiteY1326" fmla="*/ 1698001 h 2078049"/>
                <a:gd name="connsiteX1327" fmla="*/ 1129479 w 2078039"/>
                <a:gd name="connsiteY1327" fmla="*/ 1698001 h 2078049"/>
                <a:gd name="connsiteX1328" fmla="*/ 1129479 w 2078039"/>
                <a:gd name="connsiteY1328" fmla="*/ 1698001 h 2078049"/>
                <a:gd name="connsiteX1329" fmla="*/ 1136527 w 2078039"/>
                <a:gd name="connsiteY1329" fmla="*/ 1682857 h 2078049"/>
                <a:gd name="connsiteX1330" fmla="*/ 1127574 w 2078039"/>
                <a:gd name="connsiteY1330" fmla="*/ 1666379 h 2078049"/>
                <a:gd name="connsiteX1331" fmla="*/ 1139290 w 2078039"/>
                <a:gd name="connsiteY1331" fmla="*/ 1642757 h 2078049"/>
                <a:gd name="connsiteX1332" fmla="*/ 1431421 w 2078039"/>
                <a:gd name="connsiteY1332" fmla="*/ 1570271 h 2078049"/>
                <a:gd name="connsiteX1333" fmla="*/ 1435232 w 2078039"/>
                <a:gd name="connsiteY1333" fmla="*/ 1572081 h 2078049"/>
                <a:gd name="connsiteX1334" fmla="*/ 1435612 w 2078039"/>
                <a:gd name="connsiteY1334" fmla="*/ 1572176 h 2078049"/>
                <a:gd name="connsiteX1335" fmla="*/ 1450471 w 2078039"/>
                <a:gd name="connsiteY1335" fmla="*/ 1567223 h 2078049"/>
                <a:gd name="connsiteX1336" fmla="*/ 1500954 w 2078039"/>
                <a:gd name="connsiteY1336" fmla="*/ 1614753 h 2078049"/>
                <a:gd name="connsiteX1337" fmla="*/ 1500954 w 2078039"/>
                <a:gd name="connsiteY1337" fmla="*/ 1614753 h 2078049"/>
                <a:gd name="connsiteX1338" fmla="*/ 1499239 w 2078039"/>
                <a:gd name="connsiteY1338" fmla="*/ 1620944 h 2078049"/>
                <a:gd name="connsiteX1339" fmla="*/ 1499335 w 2078039"/>
                <a:gd name="connsiteY1339" fmla="*/ 1624278 h 2078049"/>
                <a:gd name="connsiteX1340" fmla="*/ 1501335 w 2078039"/>
                <a:gd name="connsiteY1340" fmla="*/ 1630850 h 2078049"/>
                <a:gd name="connsiteX1341" fmla="*/ 1503240 w 2078039"/>
                <a:gd name="connsiteY1341" fmla="*/ 1633898 h 2078049"/>
                <a:gd name="connsiteX1342" fmla="*/ 1506383 w 2078039"/>
                <a:gd name="connsiteY1342" fmla="*/ 1636946 h 2078049"/>
                <a:gd name="connsiteX1343" fmla="*/ 1506764 w 2078039"/>
                <a:gd name="connsiteY1343" fmla="*/ 1637232 h 2078049"/>
                <a:gd name="connsiteX1344" fmla="*/ 1510288 w 2078039"/>
                <a:gd name="connsiteY1344" fmla="*/ 1639327 h 2078049"/>
                <a:gd name="connsiteX1345" fmla="*/ 1510288 w 2078039"/>
                <a:gd name="connsiteY1345" fmla="*/ 1639327 h 2078049"/>
                <a:gd name="connsiteX1346" fmla="*/ 1510288 w 2078039"/>
                <a:gd name="connsiteY1346" fmla="*/ 1639327 h 2078049"/>
                <a:gd name="connsiteX1347" fmla="*/ 1520861 w 2078039"/>
                <a:gd name="connsiteY1347" fmla="*/ 1640566 h 2078049"/>
                <a:gd name="connsiteX1348" fmla="*/ 1550579 w 2078039"/>
                <a:gd name="connsiteY1348" fmla="*/ 1707717 h 2078049"/>
                <a:gd name="connsiteX1349" fmla="*/ 1553151 w 2078039"/>
                <a:gd name="connsiteY1349" fmla="*/ 1720671 h 2078049"/>
                <a:gd name="connsiteX1350" fmla="*/ 1540387 w 2078039"/>
                <a:gd name="connsiteY1350" fmla="*/ 1724386 h 2078049"/>
                <a:gd name="connsiteX1351" fmla="*/ 1535435 w 2078039"/>
                <a:gd name="connsiteY1351" fmla="*/ 1749817 h 2078049"/>
                <a:gd name="connsiteX1352" fmla="*/ 1538483 w 2078039"/>
                <a:gd name="connsiteY1352" fmla="*/ 1753056 h 2078049"/>
                <a:gd name="connsiteX1353" fmla="*/ 1538863 w 2078039"/>
                <a:gd name="connsiteY1353" fmla="*/ 1753342 h 2078049"/>
                <a:gd name="connsiteX1354" fmla="*/ 1542483 w 2078039"/>
                <a:gd name="connsiteY1354" fmla="*/ 1755437 h 2078049"/>
                <a:gd name="connsiteX1355" fmla="*/ 1542483 w 2078039"/>
                <a:gd name="connsiteY1355" fmla="*/ 1755437 h 2078049"/>
                <a:gd name="connsiteX1356" fmla="*/ 1542483 w 2078039"/>
                <a:gd name="connsiteY1356" fmla="*/ 1755437 h 2078049"/>
                <a:gd name="connsiteX1357" fmla="*/ 1555342 w 2078039"/>
                <a:gd name="connsiteY1357" fmla="*/ 1756199 h 2078049"/>
                <a:gd name="connsiteX1358" fmla="*/ 1548293 w 2078039"/>
                <a:gd name="connsiteY1358" fmla="*/ 1801348 h 2078049"/>
                <a:gd name="connsiteX1359" fmla="*/ 1497144 w 2078039"/>
                <a:gd name="connsiteY1359" fmla="*/ 1788013 h 2078049"/>
                <a:gd name="connsiteX1360" fmla="*/ 1498954 w 2078039"/>
                <a:gd name="connsiteY1360" fmla="*/ 1785727 h 2078049"/>
                <a:gd name="connsiteX1361" fmla="*/ 1499239 w 2078039"/>
                <a:gd name="connsiteY1361" fmla="*/ 1785250 h 2078049"/>
                <a:gd name="connsiteX1362" fmla="*/ 1501144 w 2078039"/>
                <a:gd name="connsiteY1362" fmla="*/ 1781345 h 2078049"/>
                <a:gd name="connsiteX1363" fmla="*/ 1501144 w 2078039"/>
                <a:gd name="connsiteY1363" fmla="*/ 1781345 h 2078049"/>
                <a:gd name="connsiteX1364" fmla="*/ 1501144 w 2078039"/>
                <a:gd name="connsiteY1364" fmla="*/ 1781345 h 2078049"/>
                <a:gd name="connsiteX1365" fmla="*/ 1497335 w 2078039"/>
                <a:gd name="connsiteY1365" fmla="*/ 1763533 h 2078049"/>
                <a:gd name="connsiteX1366" fmla="*/ 1479809 w 2078039"/>
                <a:gd name="connsiteY1366" fmla="*/ 1759057 h 2078049"/>
                <a:gd name="connsiteX1367" fmla="*/ 1479809 w 2078039"/>
                <a:gd name="connsiteY1367" fmla="*/ 1759057 h 2078049"/>
                <a:gd name="connsiteX1368" fmla="*/ 1479713 w 2078039"/>
                <a:gd name="connsiteY1368" fmla="*/ 1759057 h 2078049"/>
                <a:gd name="connsiteX1369" fmla="*/ 1475522 w 2078039"/>
                <a:gd name="connsiteY1369" fmla="*/ 1760676 h 2078049"/>
                <a:gd name="connsiteX1370" fmla="*/ 1475332 w 2078039"/>
                <a:gd name="connsiteY1370" fmla="*/ 1760771 h 2078049"/>
                <a:gd name="connsiteX1371" fmla="*/ 1471331 w 2078039"/>
                <a:gd name="connsiteY1371" fmla="*/ 1763438 h 2078049"/>
                <a:gd name="connsiteX1372" fmla="*/ 1466093 w 2078039"/>
                <a:gd name="connsiteY1372" fmla="*/ 1771344 h 2078049"/>
                <a:gd name="connsiteX1373" fmla="*/ 1461044 w 2078039"/>
                <a:gd name="connsiteY1373" fmla="*/ 1767915 h 2078049"/>
                <a:gd name="connsiteX1374" fmla="*/ 1407514 w 2078039"/>
                <a:gd name="connsiteY1374" fmla="*/ 1710670 h 2078049"/>
                <a:gd name="connsiteX1375" fmla="*/ 1408657 w 2078039"/>
                <a:gd name="connsiteY1375" fmla="*/ 1709241 h 2078049"/>
                <a:gd name="connsiteX1376" fmla="*/ 1408847 w 2078039"/>
                <a:gd name="connsiteY1376" fmla="*/ 1708860 h 2078049"/>
                <a:gd name="connsiteX1377" fmla="*/ 1410467 w 2078039"/>
                <a:gd name="connsiteY1377" fmla="*/ 1705241 h 2078049"/>
                <a:gd name="connsiteX1378" fmla="*/ 1410467 w 2078039"/>
                <a:gd name="connsiteY1378" fmla="*/ 1705241 h 2078049"/>
                <a:gd name="connsiteX1379" fmla="*/ 1410467 w 2078039"/>
                <a:gd name="connsiteY1379" fmla="*/ 1705241 h 2078049"/>
                <a:gd name="connsiteX1380" fmla="*/ 1406847 w 2078039"/>
                <a:gd name="connsiteY1380" fmla="*/ 1687619 h 2078049"/>
                <a:gd name="connsiteX1381" fmla="*/ 1391417 w 2078039"/>
                <a:gd name="connsiteY1381" fmla="*/ 1681428 h 2078049"/>
                <a:gd name="connsiteX1382" fmla="*/ 1366937 w 2078039"/>
                <a:gd name="connsiteY1382" fmla="*/ 1618468 h 2078049"/>
                <a:gd name="connsiteX1383" fmla="*/ 1369033 w 2078039"/>
                <a:gd name="connsiteY1383" fmla="*/ 1617992 h 2078049"/>
                <a:gd name="connsiteX1384" fmla="*/ 1372176 w 2078039"/>
                <a:gd name="connsiteY1384" fmla="*/ 1616182 h 2078049"/>
                <a:gd name="connsiteX1385" fmla="*/ 1372462 w 2078039"/>
                <a:gd name="connsiteY1385" fmla="*/ 1615896 h 2078049"/>
                <a:gd name="connsiteX1386" fmla="*/ 1374748 w 2078039"/>
                <a:gd name="connsiteY1386" fmla="*/ 1613420 h 2078049"/>
                <a:gd name="connsiteX1387" fmla="*/ 1374748 w 2078039"/>
                <a:gd name="connsiteY1387" fmla="*/ 1613420 h 2078049"/>
                <a:gd name="connsiteX1388" fmla="*/ 1374748 w 2078039"/>
                <a:gd name="connsiteY1388" fmla="*/ 1613420 h 2078049"/>
                <a:gd name="connsiteX1389" fmla="*/ 1375414 w 2078039"/>
                <a:gd name="connsiteY1389" fmla="*/ 1596751 h 2078049"/>
                <a:gd name="connsiteX1390" fmla="*/ 1360841 w 2078039"/>
                <a:gd name="connsiteY1390" fmla="*/ 1584940 h 2078049"/>
                <a:gd name="connsiteX1391" fmla="*/ 1362651 w 2078039"/>
                <a:gd name="connsiteY1391" fmla="*/ 1558937 h 2078049"/>
                <a:gd name="connsiteX1392" fmla="*/ 1368652 w 2078039"/>
                <a:gd name="connsiteY1392" fmla="*/ 1565985 h 2078049"/>
                <a:gd name="connsiteX1393" fmla="*/ 1388559 w 2078039"/>
                <a:gd name="connsiteY1393" fmla="*/ 1562937 h 2078049"/>
                <a:gd name="connsiteX1394" fmla="*/ 1389511 w 2078039"/>
                <a:gd name="connsiteY1394" fmla="*/ 1559508 h 2078049"/>
                <a:gd name="connsiteX1395" fmla="*/ 1389607 w 2078039"/>
                <a:gd name="connsiteY1395" fmla="*/ 1558746 h 2078049"/>
                <a:gd name="connsiteX1396" fmla="*/ 1381225 w 2078039"/>
                <a:gd name="connsiteY1396" fmla="*/ 1540458 h 2078049"/>
                <a:gd name="connsiteX1397" fmla="*/ 1422087 w 2078039"/>
                <a:gd name="connsiteY1397" fmla="*/ 1549792 h 2078049"/>
                <a:gd name="connsiteX1398" fmla="*/ 1431421 w 2078039"/>
                <a:gd name="connsiteY1398" fmla="*/ 1570271 h 2078049"/>
                <a:gd name="connsiteX1399" fmla="*/ 1565152 w 2078039"/>
                <a:gd name="connsiteY1399" fmla="*/ 1447113 h 2078049"/>
                <a:gd name="connsiteX1400" fmla="*/ 1567438 w 2078039"/>
                <a:gd name="connsiteY1400" fmla="*/ 1444256 h 2078049"/>
                <a:gd name="connsiteX1401" fmla="*/ 1567534 w 2078039"/>
                <a:gd name="connsiteY1401" fmla="*/ 1444160 h 2078049"/>
                <a:gd name="connsiteX1402" fmla="*/ 1562962 w 2078039"/>
                <a:gd name="connsiteY1402" fmla="*/ 1425015 h 2078049"/>
                <a:gd name="connsiteX1403" fmla="*/ 1545150 w 2078039"/>
                <a:gd name="connsiteY1403" fmla="*/ 1419776 h 2078049"/>
                <a:gd name="connsiteX1404" fmla="*/ 1536768 w 2078039"/>
                <a:gd name="connsiteY1404" fmla="*/ 1394916 h 2078049"/>
                <a:gd name="connsiteX1405" fmla="*/ 1544960 w 2078039"/>
                <a:gd name="connsiteY1405" fmla="*/ 1399202 h 2078049"/>
                <a:gd name="connsiteX1406" fmla="*/ 1562295 w 2078039"/>
                <a:gd name="connsiteY1406" fmla="*/ 1388820 h 2078049"/>
                <a:gd name="connsiteX1407" fmla="*/ 1561724 w 2078039"/>
                <a:gd name="connsiteY1407" fmla="*/ 1385105 h 2078049"/>
                <a:gd name="connsiteX1408" fmla="*/ 1561628 w 2078039"/>
                <a:gd name="connsiteY1408" fmla="*/ 1384724 h 2078049"/>
                <a:gd name="connsiteX1409" fmla="*/ 1560200 w 2078039"/>
                <a:gd name="connsiteY1409" fmla="*/ 1381295 h 2078049"/>
                <a:gd name="connsiteX1410" fmla="*/ 1560200 w 2078039"/>
                <a:gd name="connsiteY1410" fmla="*/ 1381295 h 2078049"/>
                <a:gd name="connsiteX1411" fmla="*/ 1560200 w 2078039"/>
                <a:gd name="connsiteY1411" fmla="*/ 1381295 h 2078049"/>
                <a:gd name="connsiteX1412" fmla="*/ 1546864 w 2078039"/>
                <a:gd name="connsiteY1412" fmla="*/ 1370818 h 2078049"/>
                <a:gd name="connsiteX1413" fmla="*/ 1588203 w 2078039"/>
                <a:gd name="connsiteY1413" fmla="*/ 1363960 h 2078049"/>
                <a:gd name="connsiteX1414" fmla="*/ 1589346 w 2078039"/>
                <a:gd name="connsiteY1414" fmla="*/ 1367579 h 2078049"/>
                <a:gd name="connsiteX1415" fmla="*/ 1595633 w 2078039"/>
                <a:gd name="connsiteY1415" fmla="*/ 1375199 h 2078049"/>
                <a:gd name="connsiteX1416" fmla="*/ 1605062 w 2078039"/>
                <a:gd name="connsiteY1416" fmla="*/ 1379295 h 2078049"/>
                <a:gd name="connsiteX1417" fmla="*/ 1609158 w 2078039"/>
                <a:gd name="connsiteY1417" fmla="*/ 1379390 h 2078049"/>
                <a:gd name="connsiteX1418" fmla="*/ 1609539 w 2078039"/>
                <a:gd name="connsiteY1418" fmla="*/ 1379295 h 2078049"/>
                <a:gd name="connsiteX1419" fmla="*/ 1613159 w 2078039"/>
                <a:gd name="connsiteY1419" fmla="*/ 1378438 h 2078049"/>
                <a:gd name="connsiteX1420" fmla="*/ 1613159 w 2078039"/>
                <a:gd name="connsiteY1420" fmla="*/ 1378438 h 2078049"/>
                <a:gd name="connsiteX1421" fmla="*/ 1613159 w 2078039"/>
                <a:gd name="connsiteY1421" fmla="*/ 1378438 h 2078049"/>
                <a:gd name="connsiteX1422" fmla="*/ 1621445 w 2078039"/>
                <a:gd name="connsiteY1422" fmla="*/ 1369103 h 2078049"/>
                <a:gd name="connsiteX1423" fmla="*/ 1686310 w 2078039"/>
                <a:gd name="connsiteY1423" fmla="*/ 1393868 h 2078049"/>
                <a:gd name="connsiteX1424" fmla="*/ 1695645 w 2078039"/>
                <a:gd name="connsiteY1424" fmla="*/ 1410537 h 2078049"/>
                <a:gd name="connsiteX1425" fmla="*/ 1699741 w 2078039"/>
                <a:gd name="connsiteY1425" fmla="*/ 1412156 h 2078049"/>
                <a:gd name="connsiteX1426" fmla="*/ 1700217 w 2078039"/>
                <a:gd name="connsiteY1426" fmla="*/ 1412251 h 2078049"/>
                <a:gd name="connsiteX1427" fmla="*/ 1704218 w 2078039"/>
                <a:gd name="connsiteY1427" fmla="*/ 1412823 h 2078049"/>
                <a:gd name="connsiteX1428" fmla="*/ 1704218 w 2078039"/>
                <a:gd name="connsiteY1428" fmla="*/ 1412823 h 2078049"/>
                <a:gd name="connsiteX1429" fmla="*/ 1704218 w 2078039"/>
                <a:gd name="connsiteY1429" fmla="*/ 1412823 h 2078049"/>
                <a:gd name="connsiteX1430" fmla="*/ 1714504 w 2078039"/>
                <a:gd name="connsiteY1430" fmla="*/ 1409966 h 2078049"/>
                <a:gd name="connsiteX1431" fmla="*/ 1767463 w 2078039"/>
                <a:gd name="connsiteY1431" fmla="*/ 1460639 h 2078049"/>
                <a:gd name="connsiteX1432" fmla="*/ 1774702 w 2078039"/>
                <a:gd name="connsiteY1432" fmla="*/ 1471592 h 2078049"/>
                <a:gd name="connsiteX1433" fmla="*/ 1764511 w 2078039"/>
                <a:gd name="connsiteY1433" fmla="*/ 1479974 h 2078049"/>
                <a:gd name="connsiteX1434" fmla="*/ 1761749 w 2078039"/>
                <a:gd name="connsiteY1434" fmla="*/ 1486832 h 2078049"/>
                <a:gd name="connsiteX1435" fmla="*/ 1761463 w 2078039"/>
                <a:gd name="connsiteY1435" fmla="*/ 1490357 h 2078049"/>
                <a:gd name="connsiteX1436" fmla="*/ 1764416 w 2078039"/>
                <a:gd name="connsiteY1436" fmla="*/ 1500263 h 2078049"/>
                <a:gd name="connsiteX1437" fmla="*/ 1769464 w 2078039"/>
                <a:gd name="connsiteY1437" fmla="*/ 1505216 h 2078049"/>
                <a:gd name="connsiteX1438" fmla="*/ 1773464 w 2078039"/>
                <a:gd name="connsiteY1438" fmla="*/ 1507025 h 2078049"/>
                <a:gd name="connsiteX1439" fmla="*/ 1773845 w 2078039"/>
                <a:gd name="connsiteY1439" fmla="*/ 1507121 h 2078049"/>
                <a:gd name="connsiteX1440" fmla="*/ 1777941 w 2078039"/>
                <a:gd name="connsiteY1440" fmla="*/ 1507787 h 2078049"/>
                <a:gd name="connsiteX1441" fmla="*/ 1777941 w 2078039"/>
                <a:gd name="connsiteY1441" fmla="*/ 1507787 h 2078049"/>
                <a:gd name="connsiteX1442" fmla="*/ 1777941 w 2078039"/>
                <a:gd name="connsiteY1442" fmla="*/ 1507787 h 2078049"/>
                <a:gd name="connsiteX1443" fmla="*/ 1790133 w 2078039"/>
                <a:gd name="connsiteY1443" fmla="*/ 1503596 h 2078049"/>
                <a:gd name="connsiteX1444" fmla="*/ 1800801 w 2078039"/>
                <a:gd name="connsiteY1444" fmla="*/ 1547983 h 2078049"/>
                <a:gd name="connsiteX1445" fmla="*/ 1753557 w 2078039"/>
                <a:gd name="connsiteY1445" fmla="*/ 1555126 h 2078049"/>
                <a:gd name="connsiteX1446" fmla="*/ 1748318 w 2078039"/>
                <a:gd name="connsiteY1446" fmla="*/ 1555126 h 2078049"/>
                <a:gd name="connsiteX1447" fmla="*/ 1749176 w 2078039"/>
                <a:gd name="connsiteY1447" fmla="*/ 1552269 h 2078049"/>
                <a:gd name="connsiteX1448" fmla="*/ 1749271 w 2078039"/>
                <a:gd name="connsiteY1448" fmla="*/ 1551793 h 2078049"/>
                <a:gd name="connsiteX1449" fmla="*/ 1749557 w 2078039"/>
                <a:gd name="connsiteY1449" fmla="*/ 1547507 h 2078049"/>
                <a:gd name="connsiteX1450" fmla="*/ 1749557 w 2078039"/>
                <a:gd name="connsiteY1450" fmla="*/ 1547507 h 2078049"/>
                <a:gd name="connsiteX1451" fmla="*/ 1749557 w 2078039"/>
                <a:gd name="connsiteY1451" fmla="*/ 1547507 h 2078049"/>
                <a:gd name="connsiteX1452" fmla="*/ 1739269 w 2078039"/>
                <a:gd name="connsiteY1452" fmla="*/ 1532457 h 2078049"/>
                <a:gd name="connsiteX1453" fmla="*/ 1718124 w 2078039"/>
                <a:gd name="connsiteY1453" fmla="*/ 1537982 h 2078049"/>
                <a:gd name="connsiteX1454" fmla="*/ 1717743 w 2078039"/>
                <a:gd name="connsiteY1454" fmla="*/ 1538458 h 2078049"/>
                <a:gd name="connsiteX1455" fmla="*/ 1715267 w 2078039"/>
                <a:gd name="connsiteY1455" fmla="*/ 1542363 h 2078049"/>
                <a:gd name="connsiteX1456" fmla="*/ 1713361 w 2078039"/>
                <a:gd name="connsiteY1456" fmla="*/ 1551602 h 2078049"/>
                <a:gd name="connsiteX1457" fmla="*/ 1707361 w 2078039"/>
                <a:gd name="connsiteY1457" fmla="*/ 1550364 h 2078049"/>
                <a:gd name="connsiteX1458" fmla="*/ 1635923 w 2078039"/>
                <a:gd name="connsiteY1458" fmla="*/ 1517693 h 2078049"/>
                <a:gd name="connsiteX1459" fmla="*/ 1636400 w 2078039"/>
                <a:gd name="connsiteY1459" fmla="*/ 1515883 h 2078049"/>
                <a:gd name="connsiteX1460" fmla="*/ 1636495 w 2078039"/>
                <a:gd name="connsiteY1460" fmla="*/ 1515407 h 2078049"/>
                <a:gd name="connsiteX1461" fmla="*/ 1636685 w 2078039"/>
                <a:gd name="connsiteY1461" fmla="*/ 1511502 h 2078049"/>
                <a:gd name="connsiteX1462" fmla="*/ 1636685 w 2078039"/>
                <a:gd name="connsiteY1462" fmla="*/ 1511502 h 2078049"/>
                <a:gd name="connsiteX1463" fmla="*/ 1636685 w 2078039"/>
                <a:gd name="connsiteY1463" fmla="*/ 1511502 h 2078049"/>
                <a:gd name="connsiteX1464" fmla="*/ 1626589 w 2078039"/>
                <a:gd name="connsiteY1464" fmla="*/ 1496643 h 2078049"/>
                <a:gd name="connsiteX1465" fmla="*/ 1609825 w 2078039"/>
                <a:gd name="connsiteY1465" fmla="*/ 1496833 h 2078049"/>
                <a:gd name="connsiteX1466" fmla="*/ 1563247 w 2078039"/>
                <a:gd name="connsiteY1466" fmla="*/ 1448066 h 2078049"/>
                <a:gd name="connsiteX1467" fmla="*/ 1565152 w 2078039"/>
                <a:gd name="connsiteY1467" fmla="*/ 1447113 h 2078049"/>
                <a:gd name="connsiteX1468" fmla="*/ 1924531 w 2078039"/>
                <a:gd name="connsiteY1468" fmla="*/ 1452733 h 2078049"/>
                <a:gd name="connsiteX1469" fmla="*/ 1912243 w 2078039"/>
                <a:gd name="connsiteY1469" fmla="*/ 1446827 h 2078049"/>
                <a:gd name="connsiteX1470" fmla="*/ 1898718 w 2078039"/>
                <a:gd name="connsiteY1470" fmla="*/ 1452923 h 2078049"/>
                <a:gd name="connsiteX1471" fmla="*/ 1892908 w 2078039"/>
                <a:gd name="connsiteY1471" fmla="*/ 1461496 h 2078049"/>
                <a:gd name="connsiteX1472" fmla="*/ 1892622 w 2078039"/>
                <a:gd name="connsiteY1472" fmla="*/ 1462163 h 2078049"/>
                <a:gd name="connsiteX1473" fmla="*/ 1891289 w 2078039"/>
                <a:gd name="connsiteY1473" fmla="*/ 1467211 h 2078049"/>
                <a:gd name="connsiteX1474" fmla="*/ 1899194 w 2078039"/>
                <a:gd name="connsiteY1474" fmla="*/ 1486070 h 2078049"/>
                <a:gd name="connsiteX1475" fmla="*/ 1896623 w 2078039"/>
                <a:gd name="connsiteY1475" fmla="*/ 1489023 h 2078049"/>
                <a:gd name="connsiteX1476" fmla="*/ 1896432 w 2078039"/>
                <a:gd name="connsiteY1476" fmla="*/ 1489214 h 2078049"/>
                <a:gd name="connsiteX1477" fmla="*/ 1873858 w 2078039"/>
                <a:gd name="connsiteY1477" fmla="*/ 1509978 h 2078049"/>
                <a:gd name="connsiteX1478" fmla="*/ 1868619 w 2078039"/>
                <a:gd name="connsiteY1478" fmla="*/ 1513979 h 2078049"/>
                <a:gd name="connsiteX1479" fmla="*/ 1858237 w 2078039"/>
                <a:gd name="connsiteY1479" fmla="*/ 1521408 h 2078049"/>
                <a:gd name="connsiteX1480" fmla="*/ 1853379 w 2078039"/>
                <a:gd name="connsiteY1480" fmla="*/ 1501215 h 2078049"/>
                <a:gd name="connsiteX1481" fmla="*/ 1866904 w 2078039"/>
                <a:gd name="connsiteY1481" fmla="*/ 1490642 h 2078049"/>
                <a:gd name="connsiteX1482" fmla="*/ 1867190 w 2078039"/>
                <a:gd name="connsiteY1482" fmla="*/ 1470640 h 2078049"/>
                <a:gd name="connsiteX1483" fmla="*/ 1867190 w 2078039"/>
                <a:gd name="connsiteY1483" fmla="*/ 1470640 h 2078049"/>
                <a:gd name="connsiteX1484" fmla="*/ 1867190 w 2078039"/>
                <a:gd name="connsiteY1484" fmla="*/ 1470640 h 2078049"/>
                <a:gd name="connsiteX1485" fmla="*/ 1864618 w 2078039"/>
                <a:gd name="connsiteY1485" fmla="*/ 1467211 h 2078049"/>
                <a:gd name="connsiteX1486" fmla="*/ 1864237 w 2078039"/>
                <a:gd name="connsiteY1486" fmla="*/ 1466830 h 2078049"/>
                <a:gd name="connsiteX1487" fmla="*/ 1860618 w 2078039"/>
                <a:gd name="connsiteY1487" fmla="*/ 1464163 h 2078049"/>
                <a:gd name="connsiteX1488" fmla="*/ 1853760 w 2078039"/>
                <a:gd name="connsiteY1488" fmla="*/ 1462353 h 2078049"/>
                <a:gd name="connsiteX1489" fmla="*/ 1846807 w 2078039"/>
                <a:gd name="connsiteY1489" fmla="*/ 1463591 h 2078049"/>
                <a:gd name="connsiteX1490" fmla="*/ 1843568 w 2078039"/>
                <a:gd name="connsiteY1490" fmla="*/ 1465210 h 2078049"/>
                <a:gd name="connsiteX1491" fmla="*/ 1840901 w 2078039"/>
                <a:gd name="connsiteY1491" fmla="*/ 1467211 h 2078049"/>
                <a:gd name="connsiteX1492" fmla="*/ 1840711 w 2078039"/>
                <a:gd name="connsiteY1492" fmla="*/ 1466639 h 2078049"/>
                <a:gd name="connsiteX1493" fmla="*/ 1810612 w 2078039"/>
                <a:gd name="connsiteY1493" fmla="*/ 1419491 h 2078049"/>
                <a:gd name="connsiteX1494" fmla="*/ 1788895 w 2078039"/>
                <a:gd name="connsiteY1494" fmla="*/ 1397012 h 2078049"/>
                <a:gd name="connsiteX1495" fmla="*/ 1786990 w 2078039"/>
                <a:gd name="connsiteY1495" fmla="*/ 1379581 h 2078049"/>
                <a:gd name="connsiteX1496" fmla="*/ 1786990 w 2078039"/>
                <a:gd name="connsiteY1496" fmla="*/ 1379581 h 2078049"/>
                <a:gd name="connsiteX1497" fmla="*/ 1786990 w 2078039"/>
                <a:gd name="connsiteY1497" fmla="*/ 1379581 h 2078049"/>
                <a:gd name="connsiteX1498" fmla="*/ 1784132 w 2078039"/>
                <a:gd name="connsiteY1498" fmla="*/ 1376438 h 2078049"/>
                <a:gd name="connsiteX1499" fmla="*/ 1783751 w 2078039"/>
                <a:gd name="connsiteY1499" fmla="*/ 1376057 h 2078049"/>
                <a:gd name="connsiteX1500" fmla="*/ 1779941 w 2078039"/>
                <a:gd name="connsiteY1500" fmla="*/ 1373675 h 2078049"/>
                <a:gd name="connsiteX1501" fmla="*/ 1776512 w 2078039"/>
                <a:gd name="connsiteY1501" fmla="*/ 1372532 h 2078049"/>
                <a:gd name="connsiteX1502" fmla="*/ 1761844 w 2078039"/>
                <a:gd name="connsiteY1502" fmla="*/ 1375771 h 2078049"/>
                <a:gd name="connsiteX1503" fmla="*/ 1720315 w 2078039"/>
                <a:gd name="connsiteY1503" fmla="*/ 1352339 h 2078049"/>
                <a:gd name="connsiteX1504" fmla="*/ 1675928 w 2078039"/>
                <a:gd name="connsiteY1504" fmla="*/ 1334908 h 2078049"/>
                <a:gd name="connsiteX1505" fmla="*/ 1662498 w 2078039"/>
                <a:gd name="connsiteY1505" fmla="*/ 1322240 h 2078049"/>
                <a:gd name="connsiteX1506" fmla="*/ 1662022 w 2078039"/>
                <a:gd name="connsiteY1506" fmla="*/ 1322050 h 2078049"/>
                <a:gd name="connsiteX1507" fmla="*/ 1657640 w 2078039"/>
                <a:gd name="connsiteY1507" fmla="*/ 1321383 h 2078049"/>
                <a:gd name="connsiteX1508" fmla="*/ 1645258 w 2078039"/>
                <a:gd name="connsiteY1508" fmla="*/ 1326241 h 2078049"/>
                <a:gd name="connsiteX1509" fmla="*/ 1636780 w 2078039"/>
                <a:gd name="connsiteY1509" fmla="*/ 1324145 h 2078049"/>
                <a:gd name="connsiteX1510" fmla="*/ 1569534 w 2078039"/>
                <a:gd name="connsiteY1510" fmla="*/ 1316621 h 2078049"/>
                <a:gd name="connsiteX1511" fmla="*/ 1520480 w 2078039"/>
                <a:gd name="connsiteY1511" fmla="*/ 1324622 h 2078049"/>
                <a:gd name="connsiteX1512" fmla="*/ 1507907 w 2078039"/>
                <a:gd name="connsiteY1512" fmla="*/ 1317478 h 2078049"/>
                <a:gd name="connsiteX1513" fmla="*/ 1494382 w 2078039"/>
                <a:gd name="connsiteY1513" fmla="*/ 1320812 h 2078049"/>
                <a:gd name="connsiteX1514" fmla="*/ 1494382 w 2078039"/>
                <a:gd name="connsiteY1514" fmla="*/ 1320812 h 2078049"/>
                <a:gd name="connsiteX1515" fmla="*/ 1494382 w 2078039"/>
                <a:gd name="connsiteY1515" fmla="*/ 1320907 h 2078049"/>
                <a:gd name="connsiteX1516" fmla="*/ 1493143 w 2078039"/>
                <a:gd name="connsiteY1516" fmla="*/ 1323193 h 2078049"/>
                <a:gd name="connsiteX1517" fmla="*/ 1492953 w 2078039"/>
                <a:gd name="connsiteY1517" fmla="*/ 1323669 h 2078049"/>
                <a:gd name="connsiteX1518" fmla="*/ 1492572 w 2078039"/>
                <a:gd name="connsiteY1518" fmla="*/ 1326717 h 2078049"/>
                <a:gd name="connsiteX1519" fmla="*/ 1492572 w 2078039"/>
                <a:gd name="connsiteY1519" fmla="*/ 1326717 h 2078049"/>
                <a:gd name="connsiteX1520" fmla="*/ 1497906 w 2078039"/>
                <a:gd name="connsiteY1520" fmla="*/ 1337290 h 2078049"/>
                <a:gd name="connsiteX1521" fmla="*/ 1498763 w 2078039"/>
                <a:gd name="connsiteY1521" fmla="*/ 1338052 h 2078049"/>
                <a:gd name="connsiteX1522" fmla="*/ 1492762 w 2078039"/>
                <a:gd name="connsiteY1522" fmla="*/ 1345291 h 2078049"/>
                <a:gd name="connsiteX1523" fmla="*/ 1498096 w 2078039"/>
                <a:gd name="connsiteY1523" fmla="*/ 1430158 h 2078049"/>
                <a:gd name="connsiteX1524" fmla="*/ 1529053 w 2078039"/>
                <a:gd name="connsiteY1524" fmla="*/ 1481975 h 2078049"/>
                <a:gd name="connsiteX1525" fmla="*/ 1530291 w 2078039"/>
                <a:gd name="connsiteY1525" fmla="*/ 1503025 h 2078049"/>
                <a:gd name="connsiteX1526" fmla="*/ 1550484 w 2078039"/>
                <a:gd name="connsiteY1526" fmla="*/ 1509216 h 2078049"/>
                <a:gd name="connsiteX1527" fmla="*/ 1588584 w 2078039"/>
                <a:gd name="connsiteY1527" fmla="*/ 1548935 h 2078049"/>
                <a:gd name="connsiteX1528" fmla="*/ 1604777 w 2078039"/>
                <a:gd name="connsiteY1528" fmla="*/ 1562842 h 2078049"/>
                <a:gd name="connsiteX1529" fmla="*/ 1604777 w 2078039"/>
                <a:gd name="connsiteY1529" fmla="*/ 1562842 h 2078049"/>
                <a:gd name="connsiteX1530" fmla="*/ 1604777 w 2078039"/>
                <a:gd name="connsiteY1530" fmla="*/ 1562842 h 2078049"/>
                <a:gd name="connsiteX1531" fmla="*/ 1612111 w 2078039"/>
                <a:gd name="connsiteY1531" fmla="*/ 1568652 h 2078049"/>
                <a:gd name="connsiteX1532" fmla="*/ 1610396 w 2078039"/>
                <a:gd name="connsiteY1532" fmla="*/ 1570843 h 2078049"/>
                <a:gd name="connsiteX1533" fmla="*/ 1607920 w 2078039"/>
                <a:gd name="connsiteY1533" fmla="*/ 1580654 h 2078049"/>
                <a:gd name="connsiteX1534" fmla="*/ 1609539 w 2078039"/>
                <a:gd name="connsiteY1534" fmla="*/ 1587226 h 2078049"/>
                <a:gd name="connsiteX1535" fmla="*/ 1616397 w 2078039"/>
                <a:gd name="connsiteY1535" fmla="*/ 1595036 h 2078049"/>
                <a:gd name="connsiteX1536" fmla="*/ 1640971 w 2078039"/>
                <a:gd name="connsiteY1536" fmla="*/ 1589226 h 2078049"/>
                <a:gd name="connsiteX1537" fmla="*/ 1641638 w 2078039"/>
                <a:gd name="connsiteY1537" fmla="*/ 1587797 h 2078049"/>
                <a:gd name="connsiteX1538" fmla="*/ 1684977 w 2078039"/>
                <a:gd name="connsiteY1538" fmla="*/ 1606562 h 2078049"/>
                <a:gd name="connsiteX1539" fmla="*/ 1720791 w 2078039"/>
                <a:gd name="connsiteY1539" fmla="*/ 1614563 h 2078049"/>
                <a:gd name="connsiteX1540" fmla="*/ 1720601 w 2078039"/>
                <a:gd name="connsiteY1540" fmla="*/ 1614753 h 2078049"/>
                <a:gd name="connsiteX1541" fmla="*/ 1726506 w 2078039"/>
                <a:gd name="connsiteY1541" fmla="*/ 1640090 h 2078049"/>
                <a:gd name="connsiteX1542" fmla="*/ 1752700 w 2078039"/>
                <a:gd name="connsiteY1542" fmla="*/ 1630946 h 2078049"/>
                <a:gd name="connsiteX1543" fmla="*/ 1754510 w 2078039"/>
                <a:gd name="connsiteY1543" fmla="*/ 1626564 h 2078049"/>
                <a:gd name="connsiteX1544" fmla="*/ 1754700 w 2078039"/>
                <a:gd name="connsiteY1544" fmla="*/ 1625612 h 2078049"/>
                <a:gd name="connsiteX1545" fmla="*/ 1754891 w 2078039"/>
                <a:gd name="connsiteY1545" fmla="*/ 1616753 h 2078049"/>
                <a:gd name="connsiteX1546" fmla="*/ 1777274 w 2078039"/>
                <a:gd name="connsiteY1546" fmla="*/ 1615134 h 2078049"/>
                <a:gd name="connsiteX1547" fmla="*/ 1776703 w 2078039"/>
                <a:gd name="connsiteY1547" fmla="*/ 1625326 h 2078049"/>
                <a:gd name="connsiteX1548" fmla="*/ 1778227 w 2078039"/>
                <a:gd name="connsiteY1548" fmla="*/ 1629612 h 2078049"/>
                <a:gd name="connsiteX1549" fmla="*/ 1778512 w 2078039"/>
                <a:gd name="connsiteY1549" fmla="*/ 1629993 h 2078049"/>
                <a:gd name="connsiteX1550" fmla="*/ 1790419 w 2078039"/>
                <a:gd name="connsiteY1550" fmla="*/ 1637994 h 2078049"/>
                <a:gd name="connsiteX1551" fmla="*/ 1731745 w 2078039"/>
                <a:gd name="connsiteY1551" fmla="*/ 1732673 h 2078049"/>
                <a:gd name="connsiteX1552" fmla="*/ 1698407 w 2078039"/>
                <a:gd name="connsiteY1552" fmla="*/ 1760295 h 2078049"/>
                <a:gd name="connsiteX1553" fmla="*/ 1689263 w 2078039"/>
                <a:gd name="connsiteY1553" fmla="*/ 1750103 h 2078049"/>
                <a:gd name="connsiteX1554" fmla="*/ 1665641 w 2078039"/>
                <a:gd name="connsiteY1554" fmla="*/ 1756295 h 2078049"/>
                <a:gd name="connsiteX1555" fmla="*/ 1665355 w 2078039"/>
                <a:gd name="connsiteY1555" fmla="*/ 1756580 h 2078049"/>
                <a:gd name="connsiteX1556" fmla="*/ 1662212 w 2078039"/>
                <a:gd name="connsiteY1556" fmla="*/ 1760771 h 2078049"/>
                <a:gd name="connsiteX1557" fmla="*/ 1659736 w 2078039"/>
                <a:gd name="connsiteY1557" fmla="*/ 1775535 h 2078049"/>
                <a:gd name="connsiteX1558" fmla="*/ 1662403 w 2078039"/>
                <a:gd name="connsiteY1558" fmla="*/ 1781155 h 2078049"/>
                <a:gd name="connsiteX1559" fmla="*/ 1645067 w 2078039"/>
                <a:gd name="connsiteY1559" fmla="*/ 1788489 h 2078049"/>
                <a:gd name="connsiteX1560" fmla="*/ 1637161 w 2078039"/>
                <a:gd name="connsiteY1560" fmla="*/ 1791156 h 2078049"/>
                <a:gd name="connsiteX1561" fmla="*/ 1630494 w 2078039"/>
                <a:gd name="connsiteY1561" fmla="*/ 1793347 h 2078049"/>
                <a:gd name="connsiteX1562" fmla="*/ 1611253 w 2078039"/>
                <a:gd name="connsiteY1562" fmla="*/ 1798300 h 2078049"/>
                <a:gd name="connsiteX1563" fmla="*/ 1614397 w 2078039"/>
                <a:gd name="connsiteY1563" fmla="*/ 1777726 h 2078049"/>
                <a:gd name="connsiteX1564" fmla="*/ 1630875 w 2078039"/>
                <a:gd name="connsiteY1564" fmla="*/ 1773058 h 2078049"/>
                <a:gd name="connsiteX1565" fmla="*/ 1638876 w 2078039"/>
                <a:gd name="connsiteY1565" fmla="*/ 1754866 h 2078049"/>
                <a:gd name="connsiteX1566" fmla="*/ 1638876 w 2078039"/>
                <a:gd name="connsiteY1566" fmla="*/ 1754866 h 2078049"/>
                <a:gd name="connsiteX1567" fmla="*/ 1638876 w 2078039"/>
                <a:gd name="connsiteY1567" fmla="*/ 1754866 h 2078049"/>
                <a:gd name="connsiteX1568" fmla="*/ 1637828 w 2078039"/>
                <a:gd name="connsiteY1568" fmla="*/ 1750675 h 2078049"/>
                <a:gd name="connsiteX1569" fmla="*/ 1637638 w 2078039"/>
                <a:gd name="connsiteY1569" fmla="*/ 1750103 h 2078049"/>
                <a:gd name="connsiteX1570" fmla="*/ 1635352 w 2078039"/>
                <a:gd name="connsiteY1570" fmla="*/ 1746293 h 2078049"/>
                <a:gd name="connsiteX1571" fmla="*/ 1615921 w 2078039"/>
                <a:gd name="connsiteY1571" fmla="*/ 1741531 h 2078049"/>
                <a:gd name="connsiteX1572" fmla="*/ 1615921 w 2078039"/>
                <a:gd name="connsiteY1572" fmla="*/ 1740959 h 2078049"/>
                <a:gd name="connsiteX1573" fmla="*/ 1605919 w 2078039"/>
                <a:gd name="connsiteY1573" fmla="*/ 1685809 h 2078049"/>
                <a:gd name="connsiteX1574" fmla="*/ 1594489 w 2078039"/>
                <a:gd name="connsiteY1574" fmla="*/ 1656758 h 2078049"/>
                <a:gd name="connsiteX1575" fmla="*/ 1599443 w 2078039"/>
                <a:gd name="connsiteY1575" fmla="*/ 1639994 h 2078049"/>
                <a:gd name="connsiteX1576" fmla="*/ 1599443 w 2078039"/>
                <a:gd name="connsiteY1576" fmla="*/ 1639994 h 2078049"/>
                <a:gd name="connsiteX1577" fmla="*/ 1599443 w 2078039"/>
                <a:gd name="connsiteY1577" fmla="*/ 1639994 h 2078049"/>
                <a:gd name="connsiteX1578" fmla="*/ 1598014 w 2078039"/>
                <a:gd name="connsiteY1578" fmla="*/ 1636089 h 2078049"/>
                <a:gd name="connsiteX1579" fmla="*/ 1597728 w 2078039"/>
                <a:gd name="connsiteY1579" fmla="*/ 1635517 h 2078049"/>
                <a:gd name="connsiteX1580" fmla="*/ 1595156 w 2078039"/>
                <a:gd name="connsiteY1580" fmla="*/ 1631898 h 2078049"/>
                <a:gd name="connsiteX1581" fmla="*/ 1577630 w 2078039"/>
                <a:gd name="connsiteY1581" fmla="*/ 1626945 h 2078049"/>
                <a:gd name="connsiteX1582" fmla="*/ 1549817 w 2078039"/>
                <a:gd name="connsiteY1582" fmla="*/ 1591226 h 2078049"/>
                <a:gd name="connsiteX1583" fmla="*/ 1549817 w 2078039"/>
                <a:gd name="connsiteY1583" fmla="*/ 1591226 h 2078049"/>
                <a:gd name="connsiteX1584" fmla="*/ 1548198 w 2078039"/>
                <a:gd name="connsiteY1584" fmla="*/ 1589417 h 2078049"/>
                <a:gd name="connsiteX1585" fmla="*/ 1513813 w 2078039"/>
                <a:gd name="connsiteY1585" fmla="*/ 1556365 h 2078049"/>
                <a:gd name="connsiteX1586" fmla="*/ 1506288 w 2078039"/>
                <a:gd name="connsiteY1586" fmla="*/ 1539506 h 2078049"/>
                <a:gd name="connsiteX1587" fmla="*/ 1505907 w 2078039"/>
                <a:gd name="connsiteY1587" fmla="*/ 1539125 h 2078049"/>
                <a:gd name="connsiteX1588" fmla="*/ 1502097 w 2078039"/>
                <a:gd name="connsiteY1588" fmla="*/ 1536839 h 2078049"/>
                <a:gd name="connsiteX1589" fmla="*/ 1489810 w 2078039"/>
                <a:gd name="connsiteY1589" fmla="*/ 1536172 h 2078049"/>
                <a:gd name="connsiteX1590" fmla="*/ 1488762 w 2078039"/>
                <a:gd name="connsiteY1590" fmla="*/ 1536648 h 2078049"/>
                <a:gd name="connsiteX1591" fmla="*/ 1481713 w 2078039"/>
                <a:gd name="connsiteY1591" fmla="*/ 1531505 h 2078049"/>
                <a:gd name="connsiteX1592" fmla="*/ 1422468 w 2078039"/>
                <a:gd name="connsiteY1592" fmla="*/ 1499024 h 2078049"/>
                <a:gd name="connsiteX1593" fmla="*/ 1374843 w 2078039"/>
                <a:gd name="connsiteY1593" fmla="*/ 1487785 h 2078049"/>
                <a:gd name="connsiteX1594" fmla="*/ 1374081 w 2078039"/>
                <a:gd name="connsiteY1594" fmla="*/ 1487785 h 2078049"/>
                <a:gd name="connsiteX1595" fmla="*/ 1365127 w 2078039"/>
                <a:gd name="connsiteY1595" fmla="*/ 1476355 h 2078049"/>
                <a:gd name="connsiteX1596" fmla="*/ 1351221 w 2078039"/>
                <a:gd name="connsiteY1596" fmla="*/ 1474164 h 2078049"/>
                <a:gd name="connsiteX1597" fmla="*/ 1351221 w 2078039"/>
                <a:gd name="connsiteY1597" fmla="*/ 1474164 h 2078049"/>
                <a:gd name="connsiteX1598" fmla="*/ 1351221 w 2078039"/>
                <a:gd name="connsiteY1598" fmla="*/ 1474164 h 2078049"/>
                <a:gd name="connsiteX1599" fmla="*/ 1349126 w 2078039"/>
                <a:gd name="connsiteY1599" fmla="*/ 1475974 h 2078049"/>
                <a:gd name="connsiteX1600" fmla="*/ 1348935 w 2078039"/>
                <a:gd name="connsiteY1600" fmla="*/ 1476259 h 2078049"/>
                <a:gd name="connsiteX1601" fmla="*/ 1347411 w 2078039"/>
                <a:gd name="connsiteY1601" fmla="*/ 1479022 h 2078049"/>
                <a:gd name="connsiteX1602" fmla="*/ 1348840 w 2078039"/>
                <a:gd name="connsiteY1602" fmla="*/ 1491881 h 2078049"/>
                <a:gd name="connsiteX1603" fmla="*/ 1340458 w 2078039"/>
                <a:gd name="connsiteY1603" fmla="*/ 1496167 h 2078049"/>
                <a:gd name="connsiteX1604" fmla="*/ 1318741 w 2078039"/>
                <a:gd name="connsiteY1604" fmla="*/ 1526456 h 2078049"/>
                <a:gd name="connsiteX1605" fmla="*/ 1314074 w 2078039"/>
                <a:gd name="connsiteY1605" fmla="*/ 1549412 h 2078049"/>
                <a:gd name="connsiteX1606" fmla="*/ 1313121 w 2078039"/>
                <a:gd name="connsiteY1606" fmla="*/ 1576748 h 2078049"/>
                <a:gd name="connsiteX1607" fmla="*/ 1321979 w 2078039"/>
                <a:gd name="connsiteY1607" fmla="*/ 1636470 h 2078049"/>
                <a:gd name="connsiteX1608" fmla="*/ 1318741 w 2078039"/>
                <a:gd name="connsiteY1608" fmla="*/ 1638470 h 2078049"/>
                <a:gd name="connsiteX1609" fmla="*/ 1314169 w 2078039"/>
                <a:gd name="connsiteY1609" fmla="*/ 1649424 h 2078049"/>
                <a:gd name="connsiteX1610" fmla="*/ 1315121 w 2078039"/>
                <a:gd name="connsiteY1610" fmla="*/ 1656282 h 2078049"/>
                <a:gd name="connsiteX1611" fmla="*/ 1318360 w 2078039"/>
                <a:gd name="connsiteY1611" fmla="*/ 1662568 h 2078049"/>
                <a:gd name="connsiteX1612" fmla="*/ 1320646 w 2078039"/>
                <a:gd name="connsiteY1612" fmla="*/ 1665045 h 2078049"/>
                <a:gd name="connsiteX1613" fmla="*/ 1331409 w 2078039"/>
                <a:gd name="connsiteY1613" fmla="*/ 1669617 h 2078049"/>
                <a:gd name="connsiteX1614" fmla="*/ 1351507 w 2078039"/>
                <a:gd name="connsiteY1614" fmla="*/ 1720957 h 2078049"/>
                <a:gd name="connsiteX1615" fmla="*/ 1361127 w 2078039"/>
                <a:gd name="connsiteY1615" fmla="*/ 1739912 h 2078049"/>
                <a:gd name="connsiteX1616" fmla="*/ 1361127 w 2078039"/>
                <a:gd name="connsiteY1616" fmla="*/ 1740007 h 2078049"/>
                <a:gd name="connsiteX1617" fmla="*/ 1361127 w 2078039"/>
                <a:gd name="connsiteY1617" fmla="*/ 1740007 h 2078049"/>
                <a:gd name="connsiteX1618" fmla="*/ 1365699 w 2078039"/>
                <a:gd name="connsiteY1618" fmla="*/ 1748198 h 2078049"/>
                <a:gd name="connsiteX1619" fmla="*/ 1363318 w 2078039"/>
                <a:gd name="connsiteY1619" fmla="*/ 1749627 h 2078049"/>
                <a:gd name="connsiteX1620" fmla="*/ 1359698 w 2078039"/>
                <a:gd name="connsiteY1620" fmla="*/ 1774392 h 2078049"/>
                <a:gd name="connsiteX1621" fmla="*/ 1367890 w 2078039"/>
                <a:gd name="connsiteY1621" fmla="*/ 1780679 h 2078049"/>
                <a:gd name="connsiteX1622" fmla="*/ 1384559 w 2078039"/>
                <a:gd name="connsiteY1622" fmla="*/ 1778297 h 2078049"/>
                <a:gd name="connsiteX1623" fmla="*/ 1385702 w 2078039"/>
                <a:gd name="connsiteY1623" fmla="*/ 1777250 h 2078049"/>
                <a:gd name="connsiteX1624" fmla="*/ 1418658 w 2078039"/>
                <a:gd name="connsiteY1624" fmla="*/ 1811254 h 2078049"/>
                <a:gd name="connsiteX1625" fmla="*/ 1448757 w 2078039"/>
                <a:gd name="connsiteY1625" fmla="*/ 1832209 h 2078049"/>
                <a:gd name="connsiteX1626" fmla="*/ 1448471 w 2078039"/>
                <a:gd name="connsiteY1626" fmla="*/ 1832399 h 2078049"/>
                <a:gd name="connsiteX1627" fmla="*/ 1444280 w 2078039"/>
                <a:gd name="connsiteY1627" fmla="*/ 1858212 h 2078049"/>
                <a:gd name="connsiteX1628" fmla="*/ 1471903 w 2078039"/>
                <a:gd name="connsiteY1628" fmla="*/ 1859546 h 2078049"/>
                <a:gd name="connsiteX1629" fmla="*/ 1475522 w 2078039"/>
                <a:gd name="connsiteY1629" fmla="*/ 1856021 h 2078049"/>
                <a:gd name="connsiteX1630" fmla="*/ 1475713 w 2078039"/>
                <a:gd name="connsiteY1630" fmla="*/ 1855831 h 2078049"/>
                <a:gd name="connsiteX1631" fmla="*/ 1477999 w 2078039"/>
                <a:gd name="connsiteY1631" fmla="*/ 1852116 h 2078049"/>
                <a:gd name="connsiteX1632" fmla="*/ 1478094 w 2078039"/>
                <a:gd name="connsiteY1632" fmla="*/ 1851925 h 2078049"/>
                <a:gd name="connsiteX1633" fmla="*/ 1478094 w 2078039"/>
                <a:gd name="connsiteY1633" fmla="*/ 1851925 h 2078049"/>
                <a:gd name="connsiteX1634" fmla="*/ 1479523 w 2078039"/>
                <a:gd name="connsiteY1634" fmla="*/ 1847354 h 2078049"/>
                <a:gd name="connsiteX1635" fmla="*/ 1500859 w 2078039"/>
                <a:gd name="connsiteY1635" fmla="*/ 1854307 h 2078049"/>
                <a:gd name="connsiteX1636" fmla="*/ 1499335 w 2078039"/>
                <a:gd name="connsiteY1636" fmla="*/ 1856307 h 2078049"/>
                <a:gd name="connsiteX1637" fmla="*/ 1496477 w 2078039"/>
                <a:gd name="connsiteY1637" fmla="*/ 1863546 h 2078049"/>
                <a:gd name="connsiteX1638" fmla="*/ 1496477 w 2078039"/>
                <a:gd name="connsiteY1638" fmla="*/ 1863546 h 2078049"/>
                <a:gd name="connsiteX1639" fmla="*/ 1496287 w 2078039"/>
                <a:gd name="connsiteY1639" fmla="*/ 1868118 h 2078049"/>
                <a:gd name="connsiteX1640" fmla="*/ 1496382 w 2078039"/>
                <a:gd name="connsiteY1640" fmla="*/ 1868594 h 2078049"/>
                <a:gd name="connsiteX1641" fmla="*/ 1504288 w 2078039"/>
                <a:gd name="connsiteY1641" fmla="*/ 1880500 h 2078049"/>
                <a:gd name="connsiteX1642" fmla="*/ 1413610 w 2078039"/>
                <a:gd name="connsiteY1642" fmla="*/ 1945556 h 2078049"/>
                <a:gd name="connsiteX1643" fmla="*/ 1372176 w 2078039"/>
                <a:gd name="connsiteY1643" fmla="*/ 1958510 h 2078049"/>
                <a:gd name="connsiteX1644" fmla="*/ 1367699 w 2078039"/>
                <a:gd name="connsiteY1644" fmla="*/ 1945556 h 2078049"/>
                <a:gd name="connsiteX1645" fmla="*/ 1343601 w 2078039"/>
                <a:gd name="connsiteY1645" fmla="*/ 1942127 h 2078049"/>
                <a:gd name="connsiteX1646" fmla="*/ 1342934 w 2078039"/>
                <a:gd name="connsiteY1646" fmla="*/ 1942413 h 2078049"/>
                <a:gd name="connsiteX1647" fmla="*/ 1338458 w 2078039"/>
                <a:gd name="connsiteY1647" fmla="*/ 1945080 h 2078049"/>
                <a:gd name="connsiteX1648" fmla="*/ 1330742 w 2078039"/>
                <a:gd name="connsiteY1648" fmla="*/ 1963940 h 2078049"/>
                <a:gd name="connsiteX1649" fmla="*/ 1294643 w 2078039"/>
                <a:gd name="connsiteY1649" fmla="*/ 1962892 h 2078049"/>
                <a:gd name="connsiteX1650" fmla="*/ 1291118 w 2078039"/>
                <a:gd name="connsiteY1650" fmla="*/ 1962511 h 2078049"/>
                <a:gd name="connsiteX1651" fmla="*/ 1276831 w 2078039"/>
                <a:gd name="connsiteY1651" fmla="*/ 1960320 h 2078049"/>
                <a:gd name="connsiteX1652" fmla="*/ 1287689 w 2078039"/>
                <a:gd name="connsiteY1652" fmla="*/ 1942413 h 2078049"/>
                <a:gd name="connsiteX1653" fmla="*/ 1304644 w 2078039"/>
                <a:gd name="connsiteY1653" fmla="*/ 1944318 h 2078049"/>
                <a:gd name="connsiteX1654" fmla="*/ 1319788 w 2078039"/>
                <a:gd name="connsiteY1654" fmla="*/ 1926316 h 2078049"/>
                <a:gd name="connsiteX1655" fmla="*/ 1319788 w 2078039"/>
                <a:gd name="connsiteY1655" fmla="*/ 1925935 h 2078049"/>
                <a:gd name="connsiteX1656" fmla="*/ 1319122 w 2078039"/>
                <a:gd name="connsiteY1656" fmla="*/ 1921458 h 2078049"/>
                <a:gd name="connsiteX1657" fmla="*/ 1319122 w 2078039"/>
                <a:gd name="connsiteY1657" fmla="*/ 1921458 h 2078049"/>
                <a:gd name="connsiteX1658" fmla="*/ 1302929 w 2078039"/>
                <a:gd name="connsiteY1658" fmla="*/ 1909552 h 2078049"/>
                <a:gd name="connsiteX1659" fmla="*/ 1303120 w 2078039"/>
                <a:gd name="connsiteY1659" fmla="*/ 1908980 h 2078049"/>
                <a:gd name="connsiteX1660" fmla="*/ 1315121 w 2078039"/>
                <a:gd name="connsiteY1660" fmla="*/ 1854212 h 2078049"/>
                <a:gd name="connsiteX1661" fmla="*/ 1315693 w 2078039"/>
                <a:gd name="connsiteY1661" fmla="*/ 1822970 h 2078049"/>
                <a:gd name="connsiteX1662" fmla="*/ 1326932 w 2078039"/>
                <a:gd name="connsiteY1662" fmla="*/ 1805253 h 2078049"/>
                <a:gd name="connsiteX1663" fmla="*/ 1326932 w 2078039"/>
                <a:gd name="connsiteY1663" fmla="*/ 1804682 h 2078049"/>
                <a:gd name="connsiteX1664" fmla="*/ 1325980 w 2078039"/>
                <a:gd name="connsiteY1664" fmla="*/ 1800300 h 2078049"/>
                <a:gd name="connsiteX1665" fmla="*/ 1311692 w 2078039"/>
                <a:gd name="connsiteY1665" fmla="*/ 1788965 h 2078049"/>
                <a:gd name="connsiteX1666" fmla="*/ 1299691 w 2078039"/>
                <a:gd name="connsiteY1666" fmla="*/ 1745436 h 2078049"/>
                <a:gd name="connsiteX1667" fmla="*/ 1299691 w 2078039"/>
                <a:gd name="connsiteY1667" fmla="*/ 1745436 h 2078049"/>
                <a:gd name="connsiteX1668" fmla="*/ 1298929 w 2078039"/>
                <a:gd name="connsiteY1668" fmla="*/ 1743150 h 2078049"/>
                <a:gd name="connsiteX1669" fmla="*/ 1279784 w 2078039"/>
                <a:gd name="connsiteY1669" fmla="*/ 1699430 h 2078049"/>
                <a:gd name="connsiteX1670" fmla="*/ 1279307 w 2078039"/>
                <a:gd name="connsiteY1670" fmla="*/ 1680952 h 2078049"/>
                <a:gd name="connsiteX1671" fmla="*/ 1279021 w 2078039"/>
                <a:gd name="connsiteY1671" fmla="*/ 1680475 h 2078049"/>
                <a:gd name="connsiteX1672" fmla="*/ 1276450 w 2078039"/>
                <a:gd name="connsiteY1672" fmla="*/ 1676951 h 2078049"/>
                <a:gd name="connsiteX1673" fmla="*/ 1264258 w 2078039"/>
                <a:gd name="connsiteY1673" fmla="*/ 1671522 h 2078049"/>
                <a:gd name="connsiteX1674" fmla="*/ 1217585 w 2078039"/>
                <a:gd name="connsiteY1674" fmla="*/ 1611419 h 2078049"/>
                <a:gd name="connsiteX1675" fmla="*/ 1178057 w 2078039"/>
                <a:gd name="connsiteY1675" fmla="*/ 1582749 h 2078049"/>
                <a:gd name="connsiteX1676" fmla="*/ 1177199 w 2078039"/>
                <a:gd name="connsiteY1676" fmla="*/ 1582368 h 2078049"/>
                <a:gd name="connsiteX1677" fmla="*/ 1173389 w 2078039"/>
                <a:gd name="connsiteY1677" fmla="*/ 1568366 h 2078049"/>
                <a:gd name="connsiteX1678" fmla="*/ 1161388 w 2078039"/>
                <a:gd name="connsiteY1678" fmla="*/ 1560937 h 2078049"/>
                <a:gd name="connsiteX1679" fmla="*/ 1161388 w 2078039"/>
                <a:gd name="connsiteY1679" fmla="*/ 1560937 h 2078049"/>
                <a:gd name="connsiteX1680" fmla="*/ 1161388 w 2078039"/>
                <a:gd name="connsiteY1680" fmla="*/ 1560937 h 2078049"/>
                <a:gd name="connsiteX1681" fmla="*/ 1158721 w 2078039"/>
                <a:gd name="connsiteY1681" fmla="*/ 1561794 h 2078049"/>
                <a:gd name="connsiteX1682" fmla="*/ 1158340 w 2078039"/>
                <a:gd name="connsiteY1682" fmla="*/ 1561984 h 2078049"/>
                <a:gd name="connsiteX1683" fmla="*/ 1155959 w 2078039"/>
                <a:gd name="connsiteY1683" fmla="*/ 1563985 h 2078049"/>
                <a:gd name="connsiteX1684" fmla="*/ 1152434 w 2078039"/>
                <a:gd name="connsiteY1684" fmla="*/ 1576463 h 2078049"/>
                <a:gd name="connsiteX1685" fmla="*/ 1143004 w 2078039"/>
                <a:gd name="connsiteY1685" fmla="*/ 1577129 h 2078049"/>
                <a:gd name="connsiteX1686" fmla="*/ 1111382 w 2078039"/>
                <a:gd name="connsiteY1686" fmla="*/ 1596751 h 2078049"/>
                <a:gd name="connsiteX1687" fmla="*/ 1098237 w 2078039"/>
                <a:gd name="connsiteY1687" fmla="*/ 1616182 h 2078049"/>
                <a:gd name="connsiteX1688" fmla="*/ 1086807 w 2078039"/>
                <a:gd name="connsiteY1688" fmla="*/ 1641042 h 2078049"/>
                <a:gd name="connsiteX1689" fmla="*/ 1072043 w 2078039"/>
                <a:gd name="connsiteY1689" fmla="*/ 1699621 h 2078049"/>
                <a:gd name="connsiteX1690" fmla="*/ 1058042 w 2078039"/>
                <a:gd name="connsiteY1690" fmla="*/ 1715337 h 2078049"/>
                <a:gd name="connsiteX1691" fmla="*/ 1067947 w 2078039"/>
                <a:gd name="connsiteY1691" fmla="*/ 1733911 h 2078049"/>
                <a:gd name="connsiteX1692" fmla="*/ 1066804 w 2078039"/>
                <a:gd name="connsiteY1692" fmla="*/ 1788965 h 2078049"/>
                <a:gd name="connsiteX1693" fmla="*/ 1068424 w 2078039"/>
                <a:gd name="connsiteY1693" fmla="*/ 1810206 h 2078049"/>
                <a:gd name="connsiteX1694" fmla="*/ 1068424 w 2078039"/>
                <a:gd name="connsiteY1694" fmla="*/ 1810301 h 2078049"/>
                <a:gd name="connsiteX1695" fmla="*/ 1068424 w 2078039"/>
                <a:gd name="connsiteY1695" fmla="*/ 1810301 h 2078049"/>
                <a:gd name="connsiteX1696" fmla="*/ 1069567 w 2078039"/>
                <a:gd name="connsiteY1696" fmla="*/ 1819636 h 2078049"/>
                <a:gd name="connsiteX1697" fmla="*/ 1066804 w 2078039"/>
                <a:gd name="connsiteY1697" fmla="*/ 1820017 h 2078049"/>
                <a:gd name="connsiteX1698" fmla="*/ 1053946 w 2078039"/>
                <a:gd name="connsiteY1698" fmla="*/ 1841448 h 2078049"/>
                <a:gd name="connsiteX1699" fmla="*/ 1075377 w 2078039"/>
                <a:gd name="connsiteY1699" fmla="*/ 1854688 h 2078049"/>
                <a:gd name="connsiteX1700" fmla="*/ 1076806 w 2078039"/>
                <a:gd name="connsiteY1700" fmla="*/ 1854212 h 2078049"/>
                <a:gd name="connsiteX1701" fmla="*/ 1094141 w 2078039"/>
                <a:gd name="connsiteY1701" fmla="*/ 1898122 h 2078049"/>
                <a:gd name="connsiteX1702" fmla="*/ 1113858 w 2078039"/>
                <a:gd name="connsiteY1702" fmla="*/ 1929078 h 2078049"/>
                <a:gd name="connsiteX1703" fmla="*/ 1113572 w 2078039"/>
                <a:gd name="connsiteY1703" fmla="*/ 1929173 h 2078049"/>
                <a:gd name="connsiteX1704" fmla="*/ 1101761 w 2078039"/>
                <a:gd name="connsiteY1704" fmla="*/ 1937746 h 2078049"/>
                <a:gd name="connsiteX1705" fmla="*/ 1100237 w 2078039"/>
                <a:gd name="connsiteY1705" fmla="*/ 1940889 h 2078049"/>
                <a:gd name="connsiteX1706" fmla="*/ 1099189 w 2078039"/>
                <a:gd name="connsiteY1706" fmla="*/ 1947747 h 2078049"/>
                <a:gd name="connsiteX1707" fmla="*/ 1099856 w 2078039"/>
                <a:gd name="connsiteY1707" fmla="*/ 1951271 h 2078049"/>
                <a:gd name="connsiteX1708" fmla="*/ 1124812 w 2078039"/>
                <a:gd name="connsiteY1708" fmla="*/ 1963177 h 2078049"/>
                <a:gd name="connsiteX1709" fmla="*/ 1129479 w 2078039"/>
                <a:gd name="connsiteY1709" fmla="*/ 1961368 h 2078049"/>
                <a:gd name="connsiteX1710" fmla="*/ 1129765 w 2078039"/>
                <a:gd name="connsiteY1710" fmla="*/ 1961177 h 2078049"/>
                <a:gd name="connsiteX1711" fmla="*/ 1133384 w 2078039"/>
                <a:gd name="connsiteY1711" fmla="*/ 1958606 h 2078049"/>
                <a:gd name="connsiteX1712" fmla="*/ 1133479 w 2078039"/>
                <a:gd name="connsiteY1712" fmla="*/ 1958510 h 2078049"/>
                <a:gd name="connsiteX1713" fmla="*/ 1133479 w 2078039"/>
                <a:gd name="connsiteY1713" fmla="*/ 1958510 h 2078049"/>
                <a:gd name="connsiteX1714" fmla="*/ 1136527 w 2078039"/>
                <a:gd name="connsiteY1714" fmla="*/ 1954891 h 2078049"/>
                <a:gd name="connsiteX1715" fmla="*/ 1153577 w 2078039"/>
                <a:gd name="connsiteY1715" fmla="*/ 1969464 h 2078049"/>
                <a:gd name="connsiteX1716" fmla="*/ 1145957 w 2078039"/>
                <a:gd name="connsiteY1716" fmla="*/ 1976322 h 2078049"/>
                <a:gd name="connsiteX1717" fmla="*/ 1144052 w 2078039"/>
                <a:gd name="connsiteY1717" fmla="*/ 1980513 h 2078049"/>
                <a:gd name="connsiteX1718" fmla="*/ 1143957 w 2078039"/>
                <a:gd name="connsiteY1718" fmla="*/ 1980989 h 2078049"/>
                <a:gd name="connsiteX1719" fmla="*/ 1146719 w 2078039"/>
                <a:gd name="connsiteY1719" fmla="*/ 1994991 h 2078049"/>
                <a:gd name="connsiteX1720" fmla="*/ 1038420 w 2078039"/>
                <a:gd name="connsiteY1720" fmla="*/ 2020327 h 2078049"/>
                <a:gd name="connsiteX1721" fmla="*/ 995367 w 2078039"/>
                <a:gd name="connsiteY1721" fmla="*/ 2016232 h 2078049"/>
                <a:gd name="connsiteX1722" fmla="*/ 996129 w 2078039"/>
                <a:gd name="connsiteY1722" fmla="*/ 2002611 h 2078049"/>
                <a:gd name="connsiteX1723" fmla="*/ 980127 w 2078039"/>
                <a:gd name="connsiteY1723" fmla="*/ 1990800 h 2078049"/>
                <a:gd name="connsiteX1724" fmla="*/ 980127 w 2078039"/>
                <a:gd name="connsiteY1724" fmla="*/ 1990800 h 2078049"/>
                <a:gd name="connsiteX1725" fmla="*/ 980032 w 2078039"/>
                <a:gd name="connsiteY1725" fmla="*/ 1990800 h 2078049"/>
                <a:gd name="connsiteX1726" fmla="*/ 975269 w 2078039"/>
                <a:gd name="connsiteY1726" fmla="*/ 1990419 h 2078049"/>
                <a:gd name="connsiteX1727" fmla="*/ 974507 w 2078039"/>
                <a:gd name="connsiteY1727" fmla="*/ 1990419 h 2078049"/>
                <a:gd name="connsiteX1728" fmla="*/ 969364 w 2078039"/>
                <a:gd name="connsiteY1728" fmla="*/ 1991086 h 2078049"/>
                <a:gd name="connsiteX1729" fmla="*/ 955076 w 2078039"/>
                <a:gd name="connsiteY1729" fmla="*/ 2005659 h 2078049"/>
                <a:gd name="connsiteX1730" fmla="*/ 923263 w 2078039"/>
                <a:gd name="connsiteY1730" fmla="*/ 1991467 h 2078049"/>
                <a:gd name="connsiteX1731" fmla="*/ 917738 w 2078039"/>
                <a:gd name="connsiteY1731" fmla="*/ 1988324 h 2078049"/>
                <a:gd name="connsiteX1732" fmla="*/ 906784 w 2078039"/>
                <a:gd name="connsiteY1732" fmla="*/ 1981561 h 2078049"/>
                <a:gd name="connsiteX1733" fmla="*/ 923549 w 2078039"/>
                <a:gd name="connsiteY1733" fmla="*/ 1969274 h 2078049"/>
                <a:gd name="connsiteX1734" fmla="*/ 938503 w 2078039"/>
                <a:gd name="connsiteY1734" fmla="*/ 1977656 h 2078049"/>
                <a:gd name="connsiteX1735" fmla="*/ 957076 w 2078039"/>
                <a:gd name="connsiteY1735" fmla="*/ 1970226 h 2078049"/>
                <a:gd name="connsiteX1736" fmla="*/ 957076 w 2078039"/>
                <a:gd name="connsiteY1736" fmla="*/ 1970226 h 2078049"/>
                <a:gd name="connsiteX1737" fmla="*/ 957076 w 2078039"/>
                <a:gd name="connsiteY1737" fmla="*/ 1970226 h 2078049"/>
                <a:gd name="connsiteX1738" fmla="*/ 959267 w 2078039"/>
                <a:gd name="connsiteY1738" fmla="*/ 1966511 h 2078049"/>
                <a:gd name="connsiteX1739" fmla="*/ 959553 w 2078039"/>
                <a:gd name="connsiteY1739" fmla="*/ 1965940 h 2078049"/>
                <a:gd name="connsiteX1740" fmla="*/ 960601 w 2078039"/>
                <a:gd name="connsiteY1740" fmla="*/ 1961558 h 2078049"/>
                <a:gd name="connsiteX1741" fmla="*/ 950218 w 2078039"/>
                <a:gd name="connsiteY1741" fmla="*/ 1944508 h 2078049"/>
                <a:gd name="connsiteX1742" fmla="*/ 950600 w 2078039"/>
                <a:gd name="connsiteY1742" fmla="*/ 1944127 h 2078049"/>
                <a:gd name="connsiteX1743" fmla="*/ 982508 w 2078039"/>
                <a:gd name="connsiteY1743" fmla="*/ 1898122 h 2078049"/>
                <a:gd name="connsiteX1744" fmla="*/ 994986 w 2078039"/>
                <a:gd name="connsiteY1744" fmla="*/ 1869547 h 2078049"/>
                <a:gd name="connsiteX1745" fmla="*/ 1010417 w 2078039"/>
                <a:gd name="connsiteY1745" fmla="*/ 1861070 h 2078049"/>
                <a:gd name="connsiteX1746" fmla="*/ 1010417 w 2078039"/>
                <a:gd name="connsiteY1746" fmla="*/ 1861070 h 2078049"/>
                <a:gd name="connsiteX1747" fmla="*/ 1010417 w 2078039"/>
                <a:gd name="connsiteY1747" fmla="*/ 1861070 h 2078049"/>
                <a:gd name="connsiteX1748" fmla="*/ 1012226 w 2078039"/>
                <a:gd name="connsiteY1748" fmla="*/ 1857259 h 2078049"/>
                <a:gd name="connsiteX1749" fmla="*/ 1012417 w 2078039"/>
                <a:gd name="connsiteY1749" fmla="*/ 1856783 h 2078049"/>
                <a:gd name="connsiteX1750" fmla="*/ 1013179 w 2078039"/>
                <a:gd name="connsiteY1750" fmla="*/ 1852402 h 2078049"/>
                <a:gd name="connsiteX1751" fmla="*/ 1004320 w 2078039"/>
                <a:gd name="connsiteY1751" fmla="*/ 1836495 h 2078049"/>
                <a:gd name="connsiteX1752" fmla="*/ 1010035 w 2078039"/>
                <a:gd name="connsiteY1752" fmla="*/ 1789156 h 2078049"/>
                <a:gd name="connsiteX1753" fmla="*/ 1009083 w 2078039"/>
                <a:gd name="connsiteY1753" fmla="*/ 1741435 h 2078049"/>
                <a:gd name="connsiteX1754" fmla="*/ 1015655 w 2078039"/>
                <a:gd name="connsiteY1754" fmla="*/ 1724195 h 2078049"/>
                <a:gd name="connsiteX1755" fmla="*/ 1015560 w 2078039"/>
                <a:gd name="connsiteY1755" fmla="*/ 1723624 h 2078049"/>
                <a:gd name="connsiteX1756" fmla="*/ 1014512 w 2078039"/>
                <a:gd name="connsiteY1756" fmla="*/ 1719338 h 2078049"/>
                <a:gd name="connsiteX1757" fmla="*/ 1005178 w 2078039"/>
                <a:gd name="connsiteY1757" fmla="*/ 1709813 h 2078049"/>
                <a:gd name="connsiteX1758" fmla="*/ 1003844 w 2078039"/>
                <a:gd name="connsiteY1758" fmla="*/ 1701240 h 2078049"/>
                <a:gd name="connsiteX1759" fmla="*/ 984889 w 2078039"/>
                <a:gd name="connsiteY1759" fmla="*/ 1636280 h 2078049"/>
                <a:gd name="connsiteX1760" fmla="*/ 958601 w 2078039"/>
                <a:gd name="connsiteY1760" fmla="*/ 1594084 h 2078049"/>
                <a:gd name="connsiteX1761" fmla="*/ 960315 w 2078039"/>
                <a:gd name="connsiteY1761" fmla="*/ 1579701 h 2078049"/>
                <a:gd name="connsiteX1762" fmla="*/ 952028 w 2078039"/>
                <a:gd name="connsiteY1762" fmla="*/ 1568557 h 2078049"/>
                <a:gd name="connsiteX1763" fmla="*/ 952028 w 2078039"/>
                <a:gd name="connsiteY1763" fmla="*/ 1568557 h 2078049"/>
                <a:gd name="connsiteX1764" fmla="*/ 951933 w 2078039"/>
                <a:gd name="connsiteY1764" fmla="*/ 1568557 h 2078049"/>
                <a:gd name="connsiteX1765" fmla="*/ 949361 w 2078039"/>
                <a:gd name="connsiteY1765" fmla="*/ 1568271 h 2078049"/>
                <a:gd name="connsiteX1766" fmla="*/ 948790 w 2078039"/>
                <a:gd name="connsiteY1766" fmla="*/ 1568271 h 2078049"/>
                <a:gd name="connsiteX1767" fmla="*/ 945837 w 2078039"/>
                <a:gd name="connsiteY1767" fmla="*/ 1569128 h 2078049"/>
                <a:gd name="connsiteX1768" fmla="*/ 937741 w 2078039"/>
                <a:gd name="connsiteY1768" fmla="*/ 1579225 h 2078049"/>
                <a:gd name="connsiteX1769" fmla="*/ 928787 w 2078039"/>
                <a:gd name="connsiteY1769" fmla="*/ 1576463 h 2078049"/>
                <a:gd name="connsiteX1770" fmla="*/ 852683 w 2078039"/>
                <a:gd name="connsiteY1770" fmla="*/ 1614086 h 2078049"/>
                <a:gd name="connsiteX1771" fmla="*/ 816773 w 2078039"/>
                <a:gd name="connsiteY1771" fmla="*/ 1662473 h 2078049"/>
                <a:gd name="connsiteX1772" fmla="*/ 815821 w 2078039"/>
                <a:gd name="connsiteY1772" fmla="*/ 1662092 h 2078049"/>
                <a:gd name="connsiteX1773" fmla="*/ 812963 w 2078039"/>
                <a:gd name="connsiteY1773" fmla="*/ 1661711 h 2078049"/>
                <a:gd name="connsiteX1774" fmla="*/ 804486 w 2078039"/>
                <a:gd name="connsiteY1774" fmla="*/ 1664188 h 2078049"/>
                <a:gd name="connsiteX1775" fmla="*/ 797818 w 2078039"/>
                <a:gd name="connsiteY1775" fmla="*/ 1671713 h 2078049"/>
                <a:gd name="connsiteX1776" fmla="*/ 798295 w 2078039"/>
                <a:gd name="connsiteY1776" fmla="*/ 1690953 h 2078049"/>
                <a:gd name="connsiteX1777" fmla="*/ 799819 w 2078039"/>
                <a:gd name="connsiteY1777" fmla="*/ 1692667 h 2078049"/>
                <a:gd name="connsiteX1778" fmla="*/ 777626 w 2078039"/>
                <a:gd name="connsiteY1778" fmla="*/ 1743150 h 2078049"/>
                <a:gd name="connsiteX1779" fmla="*/ 768482 w 2078039"/>
                <a:gd name="connsiteY1779" fmla="*/ 1772392 h 2078049"/>
                <a:gd name="connsiteX1780" fmla="*/ 765814 w 2078039"/>
                <a:gd name="connsiteY1780" fmla="*/ 1771725 h 2078049"/>
                <a:gd name="connsiteX1781" fmla="*/ 745717 w 2078039"/>
                <a:gd name="connsiteY1781" fmla="*/ 1786489 h 2078049"/>
                <a:gd name="connsiteX1782" fmla="*/ 760480 w 2078039"/>
                <a:gd name="connsiteY1782" fmla="*/ 1806967 h 2078049"/>
                <a:gd name="connsiteX1783" fmla="*/ 762100 w 2078039"/>
                <a:gd name="connsiteY1783" fmla="*/ 1806967 h 2078049"/>
                <a:gd name="connsiteX1784" fmla="*/ 761338 w 2078039"/>
                <a:gd name="connsiteY1784" fmla="*/ 1854212 h 2078049"/>
                <a:gd name="connsiteX1785" fmla="*/ 767719 w 2078039"/>
                <a:gd name="connsiteY1785" fmla="*/ 1890502 h 2078049"/>
                <a:gd name="connsiteX1786" fmla="*/ 767434 w 2078039"/>
                <a:gd name="connsiteY1786" fmla="*/ 1890407 h 2078049"/>
                <a:gd name="connsiteX1787" fmla="*/ 746288 w 2078039"/>
                <a:gd name="connsiteY1787" fmla="*/ 1905551 h 2078049"/>
                <a:gd name="connsiteX1788" fmla="*/ 764767 w 2078039"/>
                <a:gd name="connsiteY1788" fmla="*/ 1926221 h 2078049"/>
                <a:gd name="connsiteX1789" fmla="*/ 769720 w 2078039"/>
                <a:gd name="connsiteY1789" fmla="*/ 1926125 h 2078049"/>
                <a:gd name="connsiteX1790" fmla="*/ 770196 w 2078039"/>
                <a:gd name="connsiteY1790" fmla="*/ 1926030 h 2078049"/>
                <a:gd name="connsiteX1791" fmla="*/ 774577 w 2078039"/>
                <a:gd name="connsiteY1791" fmla="*/ 1924887 h 2078049"/>
                <a:gd name="connsiteX1792" fmla="*/ 774577 w 2078039"/>
                <a:gd name="connsiteY1792" fmla="*/ 1924887 h 2078049"/>
                <a:gd name="connsiteX1793" fmla="*/ 774577 w 2078039"/>
                <a:gd name="connsiteY1793" fmla="*/ 1924887 h 2078049"/>
                <a:gd name="connsiteX1794" fmla="*/ 778768 w 2078039"/>
                <a:gd name="connsiteY1794" fmla="*/ 1922696 h 2078049"/>
                <a:gd name="connsiteX1795" fmla="*/ 788960 w 2078039"/>
                <a:gd name="connsiteY1795" fmla="*/ 1942889 h 2078049"/>
                <a:gd name="connsiteX1796" fmla="*/ 779340 w 2078039"/>
                <a:gd name="connsiteY1796" fmla="*/ 1946223 h 2078049"/>
                <a:gd name="connsiteX1797" fmla="*/ 776006 w 2078039"/>
                <a:gd name="connsiteY1797" fmla="*/ 1949271 h 2078049"/>
                <a:gd name="connsiteX1798" fmla="*/ 775720 w 2078039"/>
                <a:gd name="connsiteY1798" fmla="*/ 1949652 h 2078049"/>
                <a:gd name="connsiteX1799" fmla="*/ 772863 w 2078039"/>
                <a:gd name="connsiteY1799" fmla="*/ 1963654 h 2078049"/>
                <a:gd name="connsiteX1800" fmla="*/ 662754 w 2078039"/>
                <a:gd name="connsiteY1800" fmla="*/ 1945556 h 2078049"/>
                <a:gd name="connsiteX1801" fmla="*/ 624368 w 2078039"/>
                <a:gd name="connsiteY1801" fmla="*/ 1925268 h 2078049"/>
                <a:gd name="connsiteX1802" fmla="*/ 630274 w 2078039"/>
                <a:gd name="connsiteY1802" fmla="*/ 1912981 h 2078049"/>
                <a:gd name="connsiteX1803" fmla="*/ 624178 w 2078039"/>
                <a:gd name="connsiteY1803" fmla="*/ 1899455 h 2078049"/>
                <a:gd name="connsiteX1804" fmla="*/ 615605 w 2078039"/>
                <a:gd name="connsiteY1804" fmla="*/ 1893645 h 2078049"/>
                <a:gd name="connsiteX1805" fmla="*/ 614938 w 2078039"/>
                <a:gd name="connsiteY1805" fmla="*/ 1893359 h 2078049"/>
                <a:gd name="connsiteX1806" fmla="*/ 609890 w 2078039"/>
                <a:gd name="connsiteY1806" fmla="*/ 1892026 h 2078049"/>
                <a:gd name="connsiteX1807" fmla="*/ 591031 w 2078039"/>
                <a:gd name="connsiteY1807" fmla="*/ 1899932 h 2078049"/>
                <a:gd name="connsiteX1808" fmla="*/ 588078 w 2078039"/>
                <a:gd name="connsiteY1808" fmla="*/ 1897360 h 2078049"/>
                <a:gd name="connsiteX1809" fmla="*/ 587887 w 2078039"/>
                <a:gd name="connsiteY1809" fmla="*/ 1897169 h 2078049"/>
                <a:gd name="connsiteX1810" fmla="*/ 567123 w 2078039"/>
                <a:gd name="connsiteY1810" fmla="*/ 1874595 h 2078049"/>
                <a:gd name="connsiteX1811" fmla="*/ 563122 w 2078039"/>
                <a:gd name="connsiteY1811" fmla="*/ 1869356 h 2078049"/>
                <a:gd name="connsiteX1812" fmla="*/ 555693 w 2078039"/>
                <a:gd name="connsiteY1812" fmla="*/ 1858974 h 2078049"/>
                <a:gd name="connsiteX1813" fmla="*/ 575886 w 2078039"/>
                <a:gd name="connsiteY1813" fmla="*/ 1854116 h 2078049"/>
                <a:gd name="connsiteX1814" fmla="*/ 586459 w 2078039"/>
                <a:gd name="connsiteY1814" fmla="*/ 1867642 h 2078049"/>
                <a:gd name="connsiteX1815" fmla="*/ 606461 w 2078039"/>
                <a:gd name="connsiteY1815" fmla="*/ 1867927 h 2078049"/>
                <a:gd name="connsiteX1816" fmla="*/ 606461 w 2078039"/>
                <a:gd name="connsiteY1816" fmla="*/ 1867927 h 2078049"/>
                <a:gd name="connsiteX1817" fmla="*/ 606461 w 2078039"/>
                <a:gd name="connsiteY1817" fmla="*/ 1867927 h 2078049"/>
                <a:gd name="connsiteX1818" fmla="*/ 609890 w 2078039"/>
                <a:gd name="connsiteY1818" fmla="*/ 1865356 h 2078049"/>
                <a:gd name="connsiteX1819" fmla="*/ 610271 w 2078039"/>
                <a:gd name="connsiteY1819" fmla="*/ 1864975 h 2078049"/>
                <a:gd name="connsiteX1820" fmla="*/ 612938 w 2078039"/>
                <a:gd name="connsiteY1820" fmla="*/ 1861355 h 2078049"/>
                <a:gd name="connsiteX1821" fmla="*/ 614748 w 2078039"/>
                <a:gd name="connsiteY1821" fmla="*/ 1854497 h 2078049"/>
                <a:gd name="connsiteX1822" fmla="*/ 613510 w 2078039"/>
                <a:gd name="connsiteY1822" fmla="*/ 1847544 h 2078049"/>
                <a:gd name="connsiteX1823" fmla="*/ 609890 w 2078039"/>
                <a:gd name="connsiteY1823" fmla="*/ 1841639 h 2078049"/>
                <a:gd name="connsiteX1824" fmla="*/ 610462 w 2078039"/>
                <a:gd name="connsiteY1824" fmla="*/ 1841448 h 2078049"/>
                <a:gd name="connsiteX1825" fmla="*/ 657610 w 2078039"/>
                <a:gd name="connsiteY1825" fmla="*/ 1811349 h 2078049"/>
                <a:gd name="connsiteX1826" fmla="*/ 680089 w 2078039"/>
                <a:gd name="connsiteY1826" fmla="*/ 1789632 h 2078049"/>
                <a:gd name="connsiteX1827" fmla="*/ 697520 w 2078039"/>
                <a:gd name="connsiteY1827" fmla="*/ 1787727 h 2078049"/>
                <a:gd name="connsiteX1828" fmla="*/ 697520 w 2078039"/>
                <a:gd name="connsiteY1828" fmla="*/ 1787727 h 2078049"/>
                <a:gd name="connsiteX1829" fmla="*/ 697520 w 2078039"/>
                <a:gd name="connsiteY1829" fmla="*/ 1787727 h 2078049"/>
                <a:gd name="connsiteX1830" fmla="*/ 700663 w 2078039"/>
                <a:gd name="connsiteY1830" fmla="*/ 1784870 h 2078049"/>
                <a:gd name="connsiteX1831" fmla="*/ 701044 w 2078039"/>
                <a:gd name="connsiteY1831" fmla="*/ 1784489 h 2078049"/>
                <a:gd name="connsiteX1832" fmla="*/ 703426 w 2078039"/>
                <a:gd name="connsiteY1832" fmla="*/ 1780679 h 2078049"/>
                <a:gd name="connsiteX1833" fmla="*/ 703426 w 2078039"/>
                <a:gd name="connsiteY1833" fmla="*/ 1780679 h 2078049"/>
                <a:gd name="connsiteX1834" fmla="*/ 705045 w 2078039"/>
                <a:gd name="connsiteY1834" fmla="*/ 1773821 h 2078049"/>
                <a:gd name="connsiteX1835" fmla="*/ 701426 w 2078039"/>
                <a:gd name="connsiteY1835" fmla="*/ 1762581 h 2078049"/>
                <a:gd name="connsiteX1836" fmla="*/ 723809 w 2078039"/>
                <a:gd name="connsiteY1836" fmla="*/ 1723243 h 2078049"/>
                <a:gd name="connsiteX1837" fmla="*/ 723809 w 2078039"/>
                <a:gd name="connsiteY1837" fmla="*/ 1723243 h 2078049"/>
                <a:gd name="connsiteX1838" fmla="*/ 724857 w 2078039"/>
                <a:gd name="connsiteY1838" fmla="*/ 1721052 h 2078049"/>
                <a:gd name="connsiteX1839" fmla="*/ 742288 w 2078039"/>
                <a:gd name="connsiteY1839" fmla="*/ 1676666 h 2078049"/>
                <a:gd name="connsiteX1840" fmla="*/ 754956 w 2078039"/>
                <a:gd name="connsiteY1840" fmla="*/ 1663235 h 2078049"/>
                <a:gd name="connsiteX1841" fmla="*/ 755146 w 2078039"/>
                <a:gd name="connsiteY1841" fmla="*/ 1662759 h 2078049"/>
                <a:gd name="connsiteX1842" fmla="*/ 755813 w 2078039"/>
                <a:gd name="connsiteY1842" fmla="*/ 1658377 h 2078049"/>
                <a:gd name="connsiteX1843" fmla="*/ 754861 w 2078039"/>
                <a:gd name="connsiteY1843" fmla="*/ 1651805 h 2078049"/>
                <a:gd name="connsiteX1844" fmla="*/ 751813 w 2078039"/>
                <a:gd name="connsiteY1844" fmla="*/ 1646757 h 2078049"/>
                <a:gd name="connsiteX1845" fmla="*/ 750955 w 2078039"/>
                <a:gd name="connsiteY1845" fmla="*/ 1645995 h 2078049"/>
                <a:gd name="connsiteX1846" fmla="*/ 753051 w 2078039"/>
                <a:gd name="connsiteY1846" fmla="*/ 1637518 h 2078049"/>
                <a:gd name="connsiteX1847" fmla="*/ 760576 w 2078039"/>
                <a:gd name="connsiteY1847" fmla="*/ 1570271 h 2078049"/>
                <a:gd name="connsiteX1848" fmla="*/ 752575 w 2078039"/>
                <a:gd name="connsiteY1848" fmla="*/ 1521217 h 2078049"/>
                <a:gd name="connsiteX1849" fmla="*/ 759718 w 2078039"/>
                <a:gd name="connsiteY1849" fmla="*/ 1508645 h 2078049"/>
                <a:gd name="connsiteX1850" fmla="*/ 756385 w 2078039"/>
                <a:gd name="connsiteY1850" fmla="*/ 1495119 h 2078049"/>
                <a:gd name="connsiteX1851" fmla="*/ 756385 w 2078039"/>
                <a:gd name="connsiteY1851" fmla="*/ 1495119 h 2078049"/>
                <a:gd name="connsiteX1852" fmla="*/ 756289 w 2078039"/>
                <a:gd name="connsiteY1852" fmla="*/ 1495119 h 2078049"/>
                <a:gd name="connsiteX1853" fmla="*/ 754003 w 2078039"/>
                <a:gd name="connsiteY1853" fmla="*/ 1493881 h 2078049"/>
                <a:gd name="connsiteX1854" fmla="*/ 753527 w 2078039"/>
                <a:gd name="connsiteY1854" fmla="*/ 1493690 h 2078049"/>
                <a:gd name="connsiteX1855" fmla="*/ 750479 w 2078039"/>
                <a:gd name="connsiteY1855" fmla="*/ 1493309 h 2078049"/>
                <a:gd name="connsiteX1856" fmla="*/ 739144 w 2078039"/>
                <a:gd name="connsiteY1856" fmla="*/ 1499500 h 2078049"/>
                <a:gd name="connsiteX1857" fmla="*/ 731905 w 2078039"/>
                <a:gd name="connsiteY1857" fmla="*/ 1493500 h 2078049"/>
                <a:gd name="connsiteX1858" fmla="*/ 647038 w 2078039"/>
                <a:gd name="connsiteY1858" fmla="*/ 1498834 h 2078049"/>
                <a:gd name="connsiteX1859" fmla="*/ 595222 w 2078039"/>
                <a:gd name="connsiteY1859" fmla="*/ 1529790 h 2078049"/>
                <a:gd name="connsiteX1860" fmla="*/ 574171 w 2078039"/>
                <a:gd name="connsiteY1860" fmla="*/ 1531028 h 2078049"/>
                <a:gd name="connsiteX1861" fmla="*/ 567980 w 2078039"/>
                <a:gd name="connsiteY1861" fmla="*/ 1551221 h 2078049"/>
                <a:gd name="connsiteX1862" fmla="*/ 528261 w 2078039"/>
                <a:gd name="connsiteY1862" fmla="*/ 1589321 h 2078049"/>
                <a:gd name="connsiteX1863" fmla="*/ 514354 w 2078039"/>
                <a:gd name="connsiteY1863" fmla="*/ 1605514 h 2078049"/>
                <a:gd name="connsiteX1864" fmla="*/ 514354 w 2078039"/>
                <a:gd name="connsiteY1864" fmla="*/ 1605514 h 2078049"/>
                <a:gd name="connsiteX1865" fmla="*/ 514354 w 2078039"/>
                <a:gd name="connsiteY1865" fmla="*/ 1605514 h 2078049"/>
                <a:gd name="connsiteX1866" fmla="*/ 508544 w 2078039"/>
                <a:gd name="connsiteY1866" fmla="*/ 1612848 h 2078049"/>
                <a:gd name="connsiteX1867" fmla="*/ 506353 w 2078039"/>
                <a:gd name="connsiteY1867" fmla="*/ 1611133 h 2078049"/>
                <a:gd name="connsiteX1868" fmla="*/ 482160 w 2078039"/>
                <a:gd name="connsiteY1868" fmla="*/ 1617134 h 2078049"/>
                <a:gd name="connsiteX1869" fmla="*/ 487970 w 2078039"/>
                <a:gd name="connsiteY1869" fmla="*/ 1641709 h 2078049"/>
                <a:gd name="connsiteX1870" fmla="*/ 489399 w 2078039"/>
                <a:gd name="connsiteY1870" fmla="*/ 1642375 h 2078049"/>
                <a:gd name="connsiteX1871" fmla="*/ 470635 w 2078039"/>
                <a:gd name="connsiteY1871" fmla="*/ 1685714 h 2078049"/>
                <a:gd name="connsiteX1872" fmla="*/ 462634 w 2078039"/>
                <a:gd name="connsiteY1872" fmla="*/ 1721528 h 2078049"/>
                <a:gd name="connsiteX1873" fmla="*/ 462443 w 2078039"/>
                <a:gd name="connsiteY1873" fmla="*/ 1721338 h 2078049"/>
                <a:gd name="connsiteX1874" fmla="*/ 437107 w 2078039"/>
                <a:gd name="connsiteY1874" fmla="*/ 1727243 h 2078049"/>
                <a:gd name="connsiteX1875" fmla="*/ 435392 w 2078039"/>
                <a:gd name="connsiteY1875" fmla="*/ 1737816 h 2078049"/>
                <a:gd name="connsiteX1876" fmla="*/ 437869 w 2078039"/>
                <a:gd name="connsiteY1876" fmla="*/ 1744865 h 2078049"/>
                <a:gd name="connsiteX1877" fmla="*/ 446251 w 2078039"/>
                <a:gd name="connsiteY1877" fmla="*/ 1753342 h 2078049"/>
                <a:gd name="connsiteX1878" fmla="*/ 450632 w 2078039"/>
                <a:gd name="connsiteY1878" fmla="*/ 1755151 h 2078049"/>
                <a:gd name="connsiteX1879" fmla="*/ 451680 w 2078039"/>
                <a:gd name="connsiteY1879" fmla="*/ 1755342 h 2078049"/>
                <a:gd name="connsiteX1880" fmla="*/ 455871 w 2078039"/>
                <a:gd name="connsiteY1880" fmla="*/ 1755914 h 2078049"/>
                <a:gd name="connsiteX1881" fmla="*/ 455871 w 2078039"/>
                <a:gd name="connsiteY1881" fmla="*/ 1755914 h 2078049"/>
                <a:gd name="connsiteX1882" fmla="*/ 455871 w 2078039"/>
                <a:gd name="connsiteY1882" fmla="*/ 1755914 h 2078049"/>
                <a:gd name="connsiteX1883" fmla="*/ 460538 w 2078039"/>
                <a:gd name="connsiteY1883" fmla="*/ 1755533 h 2078049"/>
                <a:gd name="connsiteX1884" fmla="*/ 462158 w 2078039"/>
                <a:gd name="connsiteY1884" fmla="*/ 1777916 h 2078049"/>
                <a:gd name="connsiteX1885" fmla="*/ 455871 w 2078039"/>
                <a:gd name="connsiteY1885" fmla="*/ 1776964 h 2078049"/>
                <a:gd name="connsiteX1886" fmla="*/ 451966 w 2078039"/>
                <a:gd name="connsiteY1886" fmla="*/ 1777345 h 2078049"/>
                <a:gd name="connsiteX1887" fmla="*/ 447679 w 2078039"/>
                <a:gd name="connsiteY1887" fmla="*/ 1778869 h 2078049"/>
                <a:gd name="connsiteX1888" fmla="*/ 447299 w 2078039"/>
                <a:gd name="connsiteY1888" fmla="*/ 1779155 h 2078049"/>
                <a:gd name="connsiteX1889" fmla="*/ 439297 w 2078039"/>
                <a:gd name="connsiteY1889" fmla="*/ 1791061 h 2078049"/>
                <a:gd name="connsiteX1890" fmla="*/ 344619 w 2078039"/>
                <a:gd name="connsiteY1890" fmla="*/ 1732387 h 2078049"/>
                <a:gd name="connsiteX1891" fmla="*/ 316996 w 2078039"/>
                <a:gd name="connsiteY1891" fmla="*/ 1699049 h 2078049"/>
                <a:gd name="connsiteX1892" fmla="*/ 327188 w 2078039"/>
                <a:gd name="connsiteY1892" fmla="*/ 1689905 h 2078049"/>
                <a:gd name="connsiteX1893" fmla="*/ 320997 w 2078039"/>
                <a:gd name="connsiteY1893" fmla="*/ 1666283 h 2078049"/>
                <a:gd name="connsiteX1894" fmla="*/ 320711 w 2078039"/>
                <a:gd name="connsiteY1894" fmla="*/ 1665998 h 2078049"/>
                <a:gd name="connsiteX1895" fmla="*/ 316520 w 2078039"/>
                <a:gd name="connsiteY1895" fmla="*/ 1662854 h 2078049"/>
                <a:gd name="connsiteX1896" fmla="*/ 296137 w 2078039"/>
                <a:gd name="connsiteY1896" fmla="*/ 1662950 h 2078049"/>
                <a:gd name="connsiteX1897" fmla="*/ 288707 w 2078039"/>
                <a:gd name="connsiteY1897" fmla="*/ 1645614 h 2078049"/>
                <a:gd name="connsiteX1898" fmla="*/ 286040 w 2078039"/>
                <a:gd name="connsiteY1898" fmla="*/ 1637804 h 2078049"/>
                <a:gd name="connsiteX1899" fmla="*/ 283850 w 2078039"/>
                <a:gd name="connsiteY1899" fmla="*/ 1631136 h 2078049"/>
                <a:gd name="connsiteX1900" fmla="*/ 278896 w 2078039"/>
                <a:gd name="connsiteY1900" fmla="*/ 1611896 h 2078049"/>
                <a:gd name="connsiteX1901" fmla="*/ 299470 w 2078039"/>
                <a:gd name="connsiteY1901" fmla="*/ 1615039 h 2078049"/>
                <a:gd name="connsiteX1902" fmla="*/ 304138 w 2078039"/>
                <a:gd name="connsiteY1902" fmla="*/ 1631517 h 2078049"/>
                <a:gd name="connsiteX1903" fmla="*/ 322330 w 2078039"/>
                <a:gd name="connsiteY1903" fmla="*/ 1639518 h 2078049"/>
                <a:gd name="connsiteX1904" fmla="*/ 322330 w 2078039"/>
                <a:gd name="connsiteY1904" fmla="*/ 1639518 h 2078049"/>
                <a:gd name="connsiteX1905" fmla="*/ 322330 w 2078039"/>
                <a:gd name="connsiteY1905" fmla="*/ 1639518 h 2078049"/>
                <a:gd name="connsiteX1906" fmla="*/ 326521 w 2078039"/>
                <a:gd name="connsiteY1906" fmla="*/ 1638470 h 2078049"/>
                <a:gd name="connsiteX1907" fmla="*/ 327093 w 2078039"/>
                <a:gd name="connsiteY1907" fmla="*/ 1638280 h 2078049"/>
                <a:gd name="connsiteX1908" fmla="*/ 330903 w 2078039"/>
                <a:gd name="connsiteY1908" fmla="*/ 1635994 h 2078049"/>
                <a:gd name="connsiteX1909" fmla="*/ 335189 w 2078039"/>
                <a:gd name="connsiteY1909" fmla="*/ 1630279 h 2078049"/>
                <a:gd name="connsiteX1910" fmla="*/ 336713 w 2078039"/>
                <a:gd name="connsiteY1910" fmla="*/ 1623421 h 2078049"/>
                <a:gd name="connsiteX1911" fmla="*/ 336427 w 2078039"/>
                <a:gd name="connsiteY1911" fmla="*/ 1619801 h 2078049"/>
                <a:gd name="connsiteX1912" fmla="*/ 335666 w 2078039"/>
                <a:gd name="connsiteY1912" fmla="*/ 1616563 h 2078049"/>
                <a:gd name="connsiteX1913" fmla="*/ 336237 w 2078039"/>
                <a:gd name="connsiteY1913" fmla="*/ 1616563 h 2078049"/>
                <a:gd name="connsiteX1914" fmla="*/ 391387 w 2078039"/>
                <a:gd name="connsiteY1914" fmla="*/ 1606562 h 2078049"/>
                <a:gd name="connsiteX1915" fmla="*/ 420438 w 2078039"/>
                <a:gd name="connsiteY1915" fmla="*/ 1595132 h 2078049"/>
                <a:gd name="connsiteX1916" fmla="*/ 437202 w 2078039"/>
                <a:gd name="connsiteY1916" fmla="*/ 1600084 h 2078049"/>
                <a:gd name="connsiteX1917" fmla="*/ 437202 w 2078039"/>
                <a:gd name="connsiteY1917" fmla="*/ 1600084 h 2078049"/>
                <a:gd name="connsiteX1918" fmla="*/ 437202 w 2078039"/>
                <a:gd name="connsiteY1918" fmla="*/ 1600084 h 2078049"/>
                <a:gd name="connsiteX1919" fmla="*/ 441107 w 2078039"/>
                <a:gd name="connsiteY1919" fmla="*/ 1598656 h 2078049"/>
                <a:gd name="connsiteX1920" fmla="*/ 441679 w 2078039"/>
                <a:gd name="connsiteY1920" fmla="*/ 1598370 h 2078049"/>
                <a:gd name="connsiteX1921" fmla="*/ 445298 w 2078039"/>
                <a:gd name="connsiteY1921" fmla="*/ 1595798 h 2078049"/>
                <a:gd name="connsiteX1922" fmla="*/ 449394 w 2078039"/>
                <a:gd name="connsiteY1922" fmla="*/ 1589988 h 2078049"/>
                <a:gd name="connsiteX1923" fmla="*/ 450918 w 2078039"/>
                <a:gd name="connsiteY1923" fmla="*/ 1583416 h 2078049"/>
                <a:gd name="connsiteX1924" fmla="*/ 450251 w 2078039"/>
                <a:gd name="connsiteY1924" fmla="*/ 1578272 h 2078049"/>
                <a:gd name="connsiteX1925" fmla="*/ 487780 w 2078039"/>
                <a:gd name="connsiteY1925" fmla="*/ 1548840 h 2078049"/>
                <a:gd name="connsiteX1926" fmla="*/ 520832 w 2078039"/>
                <a:gd name="connsiteY1926" fmla="*/ 1514455 h 2078049"/>
                <a:gd name="connsiteX1927" fmla="*/ 537691 w 2078039"/>
                <a:gd name="connsiteY1927" fmla="*/ 1506930 h 2078049"/>
                <a:gd name="connsiteX1928" fmla="*/ 538072 w 2078039"/>
                <a:gd name="connsiteY1928" fmla="*/ 1506549 h 2078049"/>
                <a:gd name="connsiteX1929" fmla="*/ 540358 w 2078039"/>
                <a:gd name="connsiteY1929" fmla="*/ 1502739 h 2078049"/>
                <a:gd name="connsiteX1930" fmla="*/ 541977 w 2078039"/>
                <a:gd name="connsiteY1930" fmla="*/ 1496357 h 2078049"/>
                <a:gd name="connsiteX1931" fmla="*/ 541025 w 2078039"/>
                <a:gd name="connsiteY1931" fmla="*/ 1490547 h 2078049"/>
                <a:gd name="connsiteX1932" fmla="*/ 540548 w 2078039"/>
                <a:gd name="connsiteY1932" fmla="*/ 1489499 h 2078049"/>
                <a:gd name="connsiteX1933" fmla="*/ 545692 w 2078039"/>
                <a:gd name="connsiteY1933" fmla="*/ 1482451 h 2078049"/>
                <a:gd name="connsiteX1934" fmla="*/ 578172 w 2078039"/>
                <a:gd name="connsiteY1934" fmla="*/ 1423205 h 2078049"/>
                <a:gd name="connsiteX1935" fmla="*/ 589411 w 2078039"/>
                <a:gd name="connsiteY1935" fmla="*/ 1375580 h 2078049"/>
                <a:gd name="connsiteX1936" fmla="*/ 589411 w 2078039"/>
                <a:gd name="connsiteY1936" fmla="*/ 1374818 h 2078049"/>
                <a:gd name="connsiteX1937" fmla="*/ 600842 w 2078039"/>
                <a:gd name="connsiteY1937" fmla="*/ 1365865 h 2078049"/>
                <a:gd name="connsiteX1938" fmla="*/ 603032 w 2078039"/>
                <a:gd name="connsiteY1938" fmla="*/ 1351958 h 2078049"/>
                <a:gd name="connsiteX1939" fmla="*/ 603032 w 2078039"/>
                <a:gd name="connsiteY1939" fmla="*/ 1351958 h 2078049"/>
                <a:gd name="connsiteX1940" fmla="*/ 603032 w 2078039"/>
                <a:gd name="connsiteY1940" fmla="*/ 1351958 h 2078049"/>
                <a:gd name="connsiteX1941" fmla="*/ 601222 w 2078039"/>
                <a:gd name="connsiteY1941" fmla="*/ 1349863 h 2078049"/>
                <a:gd name="connsiteX1942" fmla="*/ 600937 w 2078039"/>
                <a:gd name="connsiteY1942" fmla="*/ 1349672 h 2078049"/>
                <a:gd name="connsiteX1943" fmla="*/ 598175 w 2078039"/>
                <a:gd name="connsiteY1943" fmla="*/ 1348148 h 2078049"/>
                <a:gd name="connsiteX1944" fmla="*/ 585316 w 2078039"/>
                <a:gd name="connsiteY1944" fmla="*/ 1349577 h 2078049"/>
                <a:gd name="connsiteX1945" fmla="*/ 581029 w 2078039"/>
                <a:gd name="connsiteY1945" fmla="*/ 1341195 h 2078049"/>
                <a:gd name="connsiteX1946" fmla="*/ 550740 w 2078039"/>
                <a:gd name="connsiteY1946" fmla="*/ 1319478 h 2078049"/>
                <a:gd name="connsiteX1947" fmla="*/ 527785 w 2078039"/>
                <a:gd name="connsiteY1947" fmla="*/ 1314811 h 2078049"/>
                <a:gd name="connsiteX1948" fmla="*/ 500448 w 2078039"/>
                <a:gd name="connsiteY1948" fmla="*/ 1313858 h 2078049"/>
                <a:gd name="connsiteX1949" fmla="*/ 440726 w 2078039"/>
                <a:gd name="connsiteY1949" fmla="*/ 1322717 h 2078049"/>
                <a:gd name="connsiteX1950" fmla="*/ 420819 w 2078039"/>
                <a:gd name="connsiteY1950" fmla="*/ 1315858 h 2078049"/>
                <a:gd name="connsiteX1951" fmla="*/ 407484 w 2078039"/>
                <a:gd name="connsiteY1951" fmla="*/ 1332146 h 2078049"/>
                <a:gd name="connsiteX1952" fmla="*/ 356144 w 2078039"/>
                <a:gd name="connsiteY1952" fmla="*/ 1352244 h 2078049"/>
                <a:gd name="connsiteX1953" fmla="*/ 337189 w 2078039"/>
                <a:gd name="connsiteY1953" fmla="*/ 1361864 h 2078049"/>
                <a:gd name="connsiteX1954" fmla="*/ 337094 w 2078039"/>
                <a:gd name="connsiteY1954" fmla="*/ 1361864 h 2078049"/>
                <a:gd name="connsiteX1955" fmla="*/ 337094 w 2078039"/>
                <a:gd name="connsiteY1955" fmla="*/ 1361864 h 2078049"/>
                <a:gd name="connsiteX1956" fmla="*/ 328903 w 2078039"/>
                <a:gd name="connsiteY1956" fmla="*/ 1366436 h 2078049"/>
                <a:gd name="connsiteX1957" fmla="*/ 327474 w 2078039"/>
                <a:gd name="connsiteY1957" fmla="*/ 1364055 h 2078049"/>
                <a:gd name="connsiteX1958" fmla="*/ 302709 w 2078039"/>
                <a:gd name="connsiteY1958" fmla="*/ 1360435 h 2078049"/>
                <a:gd name="connsiteX1959" fmla="*/ 298804 w 2078039"/>
                <a:gd name="connsiteY1959" fmla="*/ 1385296 h 2078049"/>
                <a:gd name="connsiteX1960" fmla="*/ 299851 w 2078039"/>
                <a:gd name="connsiteY1960" fmla="*/ 1386439 h 2078049"/>
                <a:gd name="connsiteX1961" fmla="*/ 265847 w 2078039"/>
                <a:gd name="connsiteY1961" fmla="*/ 1419395 h 2078049"/>
                <a:gd name="connsiteX1962" fmla="*/ 244892 w 2078039"/>
                <a:gd name="connsiteY1962" fmla="*/ 1449494 h 2078049"/>
                <a:gd name="connsiteX1963" fmla="*/ 244702 w 2078039"/>
                <a:gd name="connsiteY1963" fmla="*/ 1449208 h 2078049"/>
                <a:gd name="connsiteX1964" fmla="*/ 218889 w 2078039"/>
                <a:gd name="connsiteY1964" fmla="*/ 1445017 h 2078049"/>
                <a:gd name="connsiteX1965" fmla="*/ 217555 w 2078039"/>
                <a:gd name="connsiteY1965" fmla="*/ 1472640 h 2078049"/>
                <a:gd name="connsiteX1966" fmla="*/ 221080 w 2078039"/>
                <a:gd name="connsiteY1966" fmla="*/ 1476259 h 2078049"/>
                <a:gd name="connsiteX1967" fmla="*/ 221270 w 2078039"/>
                <a:gd name="connsiteY1967" fmla="*/ 1476450 h 2078049"/>
                <a:gd name="connsiteX1968" fmla="*/ 224985 w 2078039"/>
                <a:gd name="connsiteY1968" fmla="*/ 1478736 h 2078049"/>
                <a:gd name="connsiteX1969" fmla="*/ 225175 w 2078039"/>
                <a:gd name="connsiteY1969" fmla="*/ 1478831 h 2078049"/>
                <a:gd name="connsiteX1970" fmla="*/ 225175 w 2078039"/>
                <a:gd name="connsiteY1970" fmla="*/ 1478831 h 2078049"/>
                <a:gd name="connsiteX1971" fmla="*/ 229747 w 2078039"/>
                <a:gd name="connsiteY1971" fmla="*/ 1480260 h 2078049"/>
                <a:gd name="connsiteX1972" fmla="*/ 222794 w 2078039"/>
                <a:gd name="connsiteY1972" fmla="*/ 1501596 h 2078049"/>
                <a:gd name="connsiteX1973" fmla="*/ 213555 w 2078039"/>
                <a:gd name="connsiteY1973" fmla="*/ 1497215 h 2078049"/>
                <a:gd name="connsiteX1974" fmla="*/ 208983 w 2078039"/>
                <a:gd name="connsiteY1974" fmla="*/ 1497024 h 2078049"/>
                <a:gd name="connsiteX1975" fmla="*/ 208507 w 2078039"/>
                <a:gd name="connsiteY1975" fmla="*/ 1497119 h 2078049"/>
                <a:gd name="connsiteX1976" fmla="*/ 196600 w 2078039"/>
                <a:gd name="connsiteY1976" fmla="*/ 1505025 h 2078049"/>
                <a:gd name="connsiteX1977" fmla="*/ 131545 w 2078039"/>
                <a:gd name="connsiteY1977" fmla="*/ 1414347 h 2078049"/>
                <a:gd name="connsiteX1978" fmla="*/ 118591 w 2078039"/>
                <a:gd name="connsiteY1978" fmla="*/ 1372913 h 2078049"/>
                <a:gd name="connsiteX1979" fmla="*/ 131545 w 2078039"/>
                <a:gd name="connsiteY1979" fmla="*/ 1368437 h 2078049"/>
                <a:gd name="connsiteX1980" fmla="*/ 134974 w 2078039"/>
                <a:gd name="connsiteY1980" fmla="*/ 1344338 h 2078049"/>
                <a:gd name="connsiteX1981" fmla="*/ 134688 w 2078039"/>
                <a:gd name="connsiteY1981" fmla="*/ 1343672 h 2078049"/>
                <a:gd name="connsiteX1982" fmla="*/ 132021 w 2078039"/>
                <a:gd name="connsiteY1982" fmla="*/ 1339195 h 2078049"/>
                <a:gd name="connsiteX1983" fmla="*/ 129259 w 2078039"/>
                <a:gd name="connsiteY1983" fmla="*/ 1336147 h 2078049"/>
                <a:gd name="connsiteX1984" fmla="*/ 122782 w 2078039"/>
                <a:gd name="connsiteY1984" fmla="*/ 1332146 h 2078049"/>
                <a:gd name="connsiteX1985" fmla="*/ 119258 w 2078039"/>
                <a:gd name="connsiteY1985" fmla="*/ 1331194 h 2078049"/>
                <a:gd name="connsiteX1986" fmla="*/ 115733 w 2078039"/>
                <a:gd name="connsiteY1986" fmla="*/ 1331003 h 2078049"/>
                <a:gd name="connsiteX1987" fmla="*/ 113161 w 2078039"/>
                <a:gd name="connsiteY1987" fmla="*/ 1331480 h 2078049"/>
                <a:gd name="connsiteX1988" fmla="*/ 114209 w 2078039"/>
                <a:gd name="connsiteY1988" fmla="*/ 1295380 h 2078049"/>
                <a:gd name="connsiteX1989" fmla="*/ 114590 w 2078039"/>
                <a:gd name="connsiteY1989" fmla="*/ 1291760 h 2078049"/>
                <a:gd name="connsiteX1990" fmla="*/ 116781 w 2078039"/>
                <a:gd name="connsiteY1990" fmla="*/ 1277473 h 2078049"/>
                <a:gd name="connsiteX1991" fmla="*/ 134688 w 2078039"/>
                <a:gd name="connsiteY1991" fmla="*/ 1288331 h 2078049"/>
                <a:gd name="connsiteX1992" fmla="*/ 132783 w 2078039"/>
                <a:gd name="connsiteY1992" fmla="*/ 1305286 h 2078049"/>
                <a:gd name="connsiteX1993" fmla="*/ 150785 w 2078039"/>
                <a:gd name="connsiteY1993" fmla="*/ 1320431 h 2078049"/>
                <a:gd name="connsiteX1994" fmla="*/ 151166 w 2078039"/>
                <a:gd name="connsiteY1994" fmla="*/ 1320431 h 2078049"/>
                <a:gd name="connsiteX1995" fmla="*/ 155643 w 2078039"/>
                <a:gd name="connsiteY1995" fmla="*/ 1319764 h 2078049"/>
                <a:gd name="connsiteX1996" fmla="*/ 167549 w 2078039"/>
                <a:gd name="connsiteY1996" fmla="*/ 1303571 h 2078049"/>
                <a:gd name="connsiteX1997" fmla="*/ 168121 w 2078039"/>
                <a:gd name="connsiteY1997" fmla="*/ 1303762 h 2078049"/>
                <a:gd name="connsiteX1998" fmla="*/ 222889 w 2078039"/>
                <a:gd name="connsiteY1998" fmla="*/ 1315763 h 2078049"/>
                <a:gd name="connsiteX1999" fmla="*/ 254132 w 2078039"/>
                <a:gd name="connsiteY1999" fmla="*/ 1316335 h 2078049"/>
                <a:gd name="connsiteX2000" fmla="*/ 271848 w 2078039"/>
                <a:gd name="connsiteY2000" fmla="*/ 1327574 h 2078049"/>
                <a:gd name="connsiteX2001" fmla="*/ 272419 w 2078039"/>
                <a:gd name="connsiteY2001" fmla="*/ 1327574 h 2078049"/>
                <a:gd name="connsiteX2002" fmla="*/ 276801 w 2078039"/>
                <a:gd name="connsiteY2002" fmla="*/ 1326622 h 2078049"/>
                <a:gd name="connsiteX2003" fmla="*/ 288136 w 2078039"/>
                <a:gd name="connsiteY2003" fmla="*/ 1312334 h 2078049"/>
                <a:gd name="connsiteX2004" fmla="*/ 331665 w 2078039"/>
                <a:gd name="connsiteY2004" fmla="*/ 1300333 h 2078049"/>
                <a:gd name="connsiteX2005" fmla="*/ 331665 w 2078039"/>
                <a:gd name="connsiteY2005" fmla="*/ 1300333 h 2078049"/>
                <a:gd name="connsiteX2006" fmla="*/ 333951 w 2078039"/>
                <a:gd name="connsiteY2006" fmla="*/ 1299571 h 2078049"/>
                <a:gd name="connsiteX2007" fmla="*/ 377671 w 2078039"/>
                <a:gd name="connsiteY2007" fmla="*/ 1280425 h 2078049"/>
                <a:gd name="connsiteX2008" fmla="*/ 392339 w 2078039"/>
                <a:gd name="connsiteY2008" fmla="*/ 1281568 h 2078049"/>
                <a:gd name="connsiteX2009" fmla="*/ 392339 w 2078039"/>
                <a:gd name="connsiteY2009" fmla="*/ 1281568 h 2078049"/>
                <a:gd name="connsiteX2010" fmla="*/ 392339 w 2078039"/>
                <a:gd name="connsiteY2010" fmla="*/ 1281568 h 2078049"/>
                <a:gd name="connsiteX2011" fmla="*/ 396244 w 2078039"/>
                <a:gd name="connsiteY2011" fmla="*/ 1279854 h 2078049"/>
                <a:gd name="connsiteX2012" fmla="*/ 396721 w 2078039"/>
                <a:gd name="connsiteY2012" fmla="*/ 1279568 h 2078049"/>
                <a:gd name="connsiteX2013" fmla="*/ 400245 w 2078039"/>
                <a:gd name="connsiteY2013" fmla="*/ 1276997 h 2078049"/>
                <a:gd name="connsiteX2014" fmla="*/ 400245 w 2078039"/>
                <a:gd name="connsiteY2014" fmla="*/ 1276997 h 2078049"/>
                <a:gd name="connsiteX2015" fmla="*/ 405674 w 2078039"/>
                <a:gd name="connsiteY2015" fmla="*/ 1264805 h 2078049"/>
                <a:gd name="connsiteX2016" fmla="*/ 465777 w 2078039"/>
                <a:gd name="connsiteY2016" fmla="*/ 1218132 h 2078049"/>
                <a:gd name="connsiteX2017" fmla="*/ 494447 w 2078039"/>
                <a:gd name="connsiteY2017" fmla="*/ 1178603 h 2078049"/>
                <a:gd name="connsiteX2018" fmla="*/ 494828 w 2078039"/>
                <a:gd name="connsiteY2018" fmla="*/ 1177746 h 2078049"/>
                <a:gd name="connsiteX2019" fmla="*/ 508830 w 2078039"/>
                <a:gd name="connsiteY2019" fmla="*/ 1173936 h 2078049"/>
                <a:gd name="connsiteX2020" fmla="*/ 516259 w 2078039"/>
                <a:gd name="connsiteY2020" fmla="*/ 1161934 h 2078049"/>
                <a:gd name="connsiteX2021" fmla="*/ 516259 w 2078039"/>
                <a:gd name="connsiteY2021" fmla="*/ 1161934 h 2078049"/>
                <a:gd name="connsiteX2022" fmla="*/ 516259 w 2078039"/>
                <a:gd name="connsiteY2022" fmla="*/ 1161934 h 2078049"/>
                <a:gd name="connsiteX2023" fmla="*/ 515402 w 2078039"/>
                <a:gd name="connsiteY2023" fmla="*/ 1159267 h 2078049"/>
                <a:gd name="connsiteX2024" fmla="*/ 515212 w 2078039"/>
                <a:gd name="connsiteY2024" fmla="*/ 1158887 h 2078049"/>
                <a:gd name="connsiteX2025" fmla="*/ 513211 w 2078039"/>
                <a:gd name="connsiteY2025" fmla="*/ 1156505 h 2078049"/>
                <a:gd name="connsiteX2026" fmla="*/ 500734 w 2078039"/>
                <a:gd name="connsiteY2026" fmla="*/ 1152981 h 2078049"/>
                <a:gd name="connsiteX2027" fmla="*/ 500067 w 2078039"/>
                <a:gd name="connsiteY2027" fmla="*/ 1143551 h 2078049"/>
                <a:gd name="connsiteX2028" fmla="*/ 480445 w 2078039"/>
                <a:gd name="connsiteY2028" fmla="*/ 1111928 h 2078049"/>
                <a:gd name="connsiteX2029" fmla="*/ 461014 w 2078039"/>
                <a:gd name="connsiteY2029" fmla="*/ 1098784 h 2078049"/>
                <a:gd name="connsiteX2030" fmla="*/ 436154 w 2078039"/>
                <a:gd name="connsiteY2030" fmla="*/ 1087354 h 2078049"/>
                <a:gd name="connsiteX2031" fmla="*/ 377575 w 2078039"/>
                <a:gd name="connsiteY2031" fmla="*/ 1072590 h 2078049"/>
                <a:gd name="connsiteX2032" fmla="*/ 361859 w 2078039"/>
                <a:gd name="connsiteY2032" fmla="*/ 1058588 h 2078049"/>
                <a:gd name="connsiteX2033" fmla="*/ 358240 w 2078039"/>
                <a:gd name="connsiteY2033" fmla="*/ 1058588 h 2078049"/>
                <a:gd name="connsiteX2034" fmla="*/ 351572 w 2078039"/>
                <a:gd name="connsiteY2034" fmla="*/ 1060303 h 2078049"/>
                <a:gd name="connsiteX2035" fmla="*/ 346238 w 2078039"/>
                <a:gd name="connsiteY2035" fmla="*/ 1064017 h 2078049"/>
                <a:gd name="connsiteX2036" fmla="*/ 343190 w 2078039"/>
                <a:gd name="connsiteY2036" fmla="*/ 1068590 h 2078049"/>
                <a:gd name="connsiteX2037" fmla="*/ 288136 w 2078039"/>
                <a:gd name="connsiteY2037" fmla="*/ 1067447 h 2078049"/>
                <a:gd name="connsiteX2038" fmla="*/ 266895 w 2078039"/>
                <a:gd name="connsiteY2038" fmla="*/ 1069066 h 2078049"/>
                <a:gd name="connsiteX2039" fmla="*/ 266800 w 2078039"/>
                <a:gd name="connsiteY2039" fmla="*/ 1069066 h 2078049"/>
                <a:gd name="connsiteX2040" fmla="*/ 266800 w 2078039"/>
                <a:gd name="connsiteY2040" fmla="*/ 1069066 h 2078049"/>
                <a:gd name="connsiteX2041" fmla="*/ 257465 w 2078039"/>
                <a:gd name="connsiteY2041" fmla="*/ 1070209 h 2078049"/>
                <a:gd name="connsiteX2042" fmla="*/ 257084 w 2078039"/>
                <a:gd name="connsiteY2042" fmla="*/ 1067447 h 2078049"/>
                <a:gd name="connsiteX2043" fmla="*/ 235653 w 2078039"/>
                <a:gd name="connsiteY2043" fmla="*/ 1054588 h 2078049"/>
                <a:gd name="connsiteX2044" fmla="*/ 229176 w 2078039"/>
                <a:gd name="connsiteY2044" fmla="*/ 1057445 h 2078049"/>
                <a:gd name="connsiteX2045" fmla="*/ 222985 w 2078039"/>
                <a:gd name="connsiteY2045" fmla="*/ 1065542 h 2078049"/>
                <a:gd name="connsiteX2046" fmla="*/ 221842 w 2078039"/>
                <a:gd name="connsiteY2046" fmla="*/ 1072400 h 2078049"/>
                <a:gd name="connsiteX2047" fmla="*/ 222318 w 2078039"/>
                <a:gd name="connsiteY2047" fmla="*/ 1076019 h 2078049"/>
                <a:gd name="connsiteX2048" fmla="*/ 222794 w 2078039"/>
                <a:gd name="connsiteY2048" fmla="*/ 1077448 h 2078049"/>
                <a:gd name="connsiteX2049" fmla="*/ 178884 w 2078039"/>
                <a:gd name="connsiteY2049" fmla="*/ 1094783 h 2078049"/>
                <a:gd name="connsiteX2050" fmla="*/ 147928 w 2078039"/>
                <a:gd name="connsiteY2050" fmla="*/ 1114500 h 2078049"/>
                <a:gd name="connsiteX2051" fmla="*/ 147833 w 2078039"/>
                <a:gd name="connsiteY2051" fmla="*/ 1114214 h 2078049"/>
                <a:gd name="connsiteX2052" fmla="*/ 125639 w 2078039"/>
                <a:gd name="connsiteY2052" fmla="*/ 1100498 h 2078049"/>
                <a:gd name="connsiteX2053" fmla="*/ 122305 w 2078039"/>
                <a:gd name="connsiteY2053" fmla="*/ 1101927 h 2078049"/>
                <a:gd name="connsiteX2054" fmla="*/ 115067 w 2078039"/>
                <a:gd name="connsiteY2054" fmla="*/ 1109928 h 2078049"/>
                <a:gd name="connsiteX2055" fmla="*/ 113733 w 2078039"/>
                <a:gd name="connsiteY2055" fmla="*/ 1113452 h 2078049"/>
                <a:gd name="connsiteX2056" fmla="*/ 112971 w 2078039"/>
                <a:gd name="connsiteY2056" fmla="*/ 1121263 h 2078049"/>
                <a:gd name="connsiteX2057" fmla="*/ 113638 w 2078039"/>
                <a:gd name="connsiteY2057" fmla="*/ 1125358 h 2078049"/>
                <a:gd name="connsiteX2058" fmla="*/ 115447 w 2078039"/>
                <a:gd name="connsiteY2058" fmla="*/ 1130026 h 2078049"/>
                <a:gd name="connsiteX2059" fmla="*/ 115638 w 2078039"/>
                <a:gd name="connsiteY2059" fmla="*/ 1130312 h 2078049"/>
                <a:gd name="connsiteX2060" fmla="*/ 118305 w 2078039"/>
                <a:gd name="connsiteY2060" fmla="*/ 1133931 h 2078049"/>
                <a:gd name="connsiteX2061" fmla="*/ 118400 w 2078039"/>
                <a:gd name="connsiteY2061" fmla="*/ 1134026 h 2078049"/>
                <a:gd name="connsiteX2062" fmla="*/ 118400 w 2078039"/>
                <a:gd name="connsiteY2062" fmla="*/ 1134026 h 2078049"/>
                <a:gd name="connsiteX2063" fmla="*/ 122020 w 2078039"/>
                <a:gd name="connsiteY2063" fmla="*/ 1137074 h 2078049"/>
                <a:gd name="connsiteX2064" fmla="*/ 107446 w 2078039"/>
                <a:gd name="connsiteY2064" fmla="*/ 1154124 h 2078049"/>
                <a:gd name="connsiteX2065" fmla="*/ 100588 w 2078039"/>
                <a:gd name="connsiteY2065" fmla="*/ 1146504 h 2078049"/>
                <a:gd name="connsiteX2066" fmla="*/ 96397 w 2078039"/>
                <a:gd name="connsiteY2066" fmla="*/ 1144599 h 2078049"/>
                <a:gd name="connsiteX2067" fmla="*/ 95921 w 2078039"/>
                <a:gd name="connsiteY2067" fmla="*/ 1144504 h 2078049"/>
                <a:gd name="connsiteX2068" fmla="*/ 81919 w 2078039"/>
                <a:gd name="connsiteY2068" fmla="*/ 1147266 h 2078049"/>
                <a:gd name="connsiteX2069" fmla="*/ 56583 w 2078039"/>
                <a:gd name="connsiteY2069" fmla="*/ 1038967 h 2078049"/>
                <a:gd name="connsiteX2070" fmla="*/ 60679 w 2078039"/>
                <a:gd name="connsiteY2070" fmla="*/ 995914 h 2078049"/>
                <a:gd name="connsiteX2071" fmla="*/ 74300 w 2078039"/>
                <a:gd name="connsiteY2071" fmla="*/ 996676 h 2078049"/>
                <a:gd name="connsiteX2072" fmla="*/ 86110 w 2078039"/>
                <a:gd name="connsiteY2072" fmla="*/ 980674 h 2078049"/>
                <a:gd name="connsiteX2073" fmla="*/ 86110 w 2078039"/>
                <a:gd name="connsiteY2073" fmla="*/ 980674 h 2078049"/>
                <a:gd name="connsiteX2074" fmla="*/ 86110 w 2078039"/>
                <a:gd name="connsiteY2074" fmla="*/ 980579 h 2078049"/>
                <a:gd name="connsiteX2075" fmla="*/ 86492 w 2078039"/>
                <a:gd name="connsiteY2075" fmla="*/ 975816 h 2078049"/>
                <a:gd name="connsiteX2076" fmla="*/ 86492 w 2078039"/>
                <a:gd name="connsiteY2076" fmla="*/ 974959 h 2078049"/>
                <a:gd name="connsiteX2077" fmla="*/ 85825 w 2078039"/>
                <a:gd name="connsiteY2077" fmla="*/ 969815 h 2078049"/>
                <a:gd name="connsiteX2078" fmla="*/ 71251 w 2078039"/>
                <a:gd name="connsiteY2078" fmla="*/ 955528 h 2078049"/>
                <a:gd name="connsiteX2079" fmla="*/ 85444 w 2078039"/>
                <a:gd name="connsiteY2079" fmla="*/ 923714 h 2078049"/>
                <a:gd name="connsiteX2080" fmla="*/ 88587 w 2078039"/>
                <a:gd name="connsiteY2080" fmla="*/ 918190 h 2078049"/>
                <a:gd name="connsiteX2081" fmla="*/ 95350 w 2078039"/>
                <a:gd name="connsiteY2081" fmla="*/ 907236 h 2078049"/>
                <a:gd name="connsiteX2082" fmla="*/ 107637 w 2078039"/>
                <a:gd name="connsiteY2082" fmla="*/ 924000 h 2078049"/>
                <a:gd name="connsiteX2083" fmla="*/ 99255 w 2078039"/>
                <a:gd name="connsiteY2083" fmla="*/ 938954 h 2078049"/>
                <a:gd name="connsiteX2084" fmla="*/ 106684 w 2078039"/>
                <a:gd name="connsiteY2084" fmla="*/ 957528 h 2078049"/>
                <a:gd name="connsiteX2085" fmla="*/ 106684 w 2078039"/>
                <a:gd name="connsiteY2085" fmla="*/ 957528 h 2078049"/>
                <a:gd name="connsiteX2086" fmla="*/ 106684 w 2078039"/>
                <a:gd name="connsiteY2086" fmla="*/ 957528 h 2078049"/>
                <a:gd name="connsiteX2087" fmla="*/ 110304 w 2078039"/>
                <a:gd name="connsiteY2087" fmla="*/ 959719 h 2078049"/>
                <a:gd name="connsiteX2088" fmla="*/ 110875 w 2078039"/>
                <a:gd name="connsiteY2088" fmla="*/ 960005 h 2078049"/>
                <a:gd name="connsiteX2089" fmla="*/ 115257 w 2078039"/>
                <a:gd name="connsiteY2089" fmla="*/ 961052 h 2078049"/>
                <a:gd name="connsiteX2090" fmla="*/ 122305 w 2078039"/>
                <a:gd name="connsiteY2090" fmla="*/ 960005 h 2078049"/>
                <a:gd name="connsiteX2091" fmla="*/ 130687 w 2078039"/>
                <a:gd name="connsiteY2091" fmla="*/ 953432 h 2078049"/>
                <a:gd name="connsiteX2092" fmla="*/ 132402 w 2078039"/>
                <a:gd name="connsiteY2092" fmla="*/ 950575 h 2078049"/>
                <a:gd name="connsiteX2093" fmla="*/ 132783 w 2078039"/>
                <a:gd name="connsiteY2093" fmla="*/ 950956 h 2078049"/>
                <a:gd name="connsiteX2094" fmla="*/ 178789 w 2078039"/>
                <a:gd name="connsiteY2094" fmla="*/ 982865 h 2078049"/>
                <a:gd name="connsiteX2095" fmla="*/ 207364 w 2078039"/>
                <a:gd name="connsiteY2095" fmla="*/ 995342 h 2078049"/>
                <a:gd name="connsiteX2096" fmla="*/ 215841 w 2078039"/>
                <a:gd name="connsiteY2096" fmla="*/ 1010773 h 2078049"/>
                <a:gd name="connsiteX2097" fmla="*/ 215841 w 2078039"/>
                <a:gd name="connsiteY2097" fmla="*/ 1010773 h 2078049"/>
                <a:gd name="connsiteX2098" fmla="*/ 215841 w 2078039"/>
                <a:gd name="connsiteY2098" fmla="*/ 1010773 h 2078049"/>
                <a:gd name="connsiteX2099" fmla="*/ 219651 w 2078039"/>
                <a:gd name="connsiteY2099" fmla="*/ 1012583 h 2078049"/>
                <a:gd name="connsiteX2100" fmla="*/ 220127 w 2078039"/>
                <a:gd name="connsiteY2100" fmla="*/ 1012773 h 2078049"/>
                <a:gd name="connsiteX2101" fmla="*/ 224509 w 2078039"/>
                <a:gd name="connsiteY2101" fmla="*/ 1013535 h 2078049"/>
                <a:gd name="connsiteX2102" fmla="*/ 231462 w 2078039"/>
                <a:gd name="connsiteY2102" fmla="*/ 1012392 h 2078049"/>
                <a:gd name="connsiteX2103" fmla="*/ 237177 w 2078039"/>
                <a:gd name="connsiteY2103" fmla="*/ 1008773 h 2078049"/>
                <a:gd name="connsiteX2104" fmla="*/ 239463 w 2078039"/>
                <a:gd name="connsiteY2104" fmla="*/ 1006296 h 2078049"/>
                <a:gd name="connsiteX2105" fmla="*/ 240416 w 2078039"/>
                <a:gd name="connsiteY2105" fmla="*/ 1004677 h 2078049"/>
                <a:gd name="connsiteX2106" fmla="*/ 285278 w 2078039"/>
                <a:gd name="connsiteY2106" fmla="*/ 1010201 h 2078049"/>
                <a:gd name="connsiteX2107" fmla="*/ 285278 w 2078039"/>
                <a:gd name="connsiteY2107" fmla="*/ 1010201 h 2078049"/>
                <a:gd name="connsiteX2108" fmla="*/ 287659 w 2078039"/>
                <a:gd name="connsiteY2108" fmla="*/ 1010392 h 2078049"/>
                <a:gd name="connsiteX2109" fmla="*/ 335380 w 2078039"/>
                <a:gd name="connsiteY2109" fmla="*/ 1009439 h 2078049"/>
                <a:gd name="connsiteX2110" fmla="*/ 348429 w 2078039"/>
                <a:gd name="connsiteY2110" fmla="*/ 1016107 h 2078049"/>
                <a:gd name="connsiteX2111" fmla="*/ 348429 w 2078039"/>
                <a:gd name="connsiteY2111" fmla="*/ 1016107 h 2078049"/>
                <a:gd name="connsiteX2112" fmla="*/ 348429 w 2078039"/>
                <a:gd name="connsiteY2112" fmla="*/ 1016107 h 2078049"/>
                <a:gd name="connsiteX2113" fmla="*/ 352620 w 2078039"/>
                <a:gd name="connsiteY2113" fmla="*/ 1016012 h 2078049"/>
                <a:gd name="connsiteX2114" fmla="*/ 353192 w 2078039"/>
                <a:gd name="connsiteY2114" fmla="*/ 1015916 h 2078049"/>
                <a:gd name="connsiteX2115" fmla="*/ 357478 w 2078039"/>
                <a:gd name="connsiteY2115" fmla="*/ 1014868 h 2078049"/>
                <a:gd name="connsiteX2116" fmla="*/ 367003 w 2078039"/>
                <a:gd name="connsiteY2116" fmla="*/ 1005534 h 2078049"/>
                <a:gd name="connsiteX2117" fmla="*/ 375575 w 2078039"/>
                <a:gd name="connsiteY2117" fmla="*/ 1004200 h 2078049"/>
                <a:gd name="connsiteX2118" fmla="*/ 440536 w 2078039"/>
                <a:gd name="connsiteY2118" fmla="*/ 985246 h 2078049"/>
                <a:gd name="connsiteX2119" fmla="*/ 482732 w 2078039"/>
                <a:gd name="connsiteY2119" fmla="*/ 958957 h 2078049"/>
                <a:gd name="connsiteX2120" fmla="*/ 497114 w 2078039"/>
                <a:gd name="connsiteY2120" fmla="*/ 960671 h 2078049"/>
                <a:gd name="connsiteX2121" fmla="*/ 508259 w 2078039"/>
                <a:gd name="connsiteY2121" fmla="*/ 952384 h 2078049"/>
                <a:gd name="connsiteX2122" fmla="*/ 508259 w 2078039"/>
                <a:gd name="connsiteY2122" fmla="*/ 952384 h 2078049"/>
                <a:gd name="connsiteX2123" fmla="*/ 508259 w 2078039"/>
                <a:gd name="connsiteY2123" fmla="*/ 952289 h 2078049"/>
                <a:gd name="connsiteX2124" fmla="*/ 508544 w 2078039"/>
                <a:gd name="connsiteY2124" fmla="*/ 949717 h 2078049"/>
                <a:gd name="connsiteX2125" fmla="*/ 508544 w 2078039"/>
                <a:gd name="connsiteY2125" fmla="*/ 949146 h 2078049"/>
                <a:gd name="connsiteX2126" fmla="*/ 507687 w 2078039"/>
                <a:gd name="connsiteY2126" fmla="*/ 946193 h 2078049"/>
                <a:gd name="connsiteX2127" fmla="*/ 497591 w 2078039"/>
                <a:gd name="connsiteY2127" fmla="*/ 938097 h 2078049"/>
                <a:gd name="connsiteX2128" fmla="*/ 500353 w 2078039"/>
                <a:gd name="connsiteY2128" fmla="*/ 929143 h 2078049"/>
                <a:gd name="connsiteX2129" fmla="*/ 462729 w 2078039"/>
                <a:gd name="connsiteY2129" fmla="*/ 853039 h 2078049"/>
                <a:gd name="connsiteX2130" fmla="*/ 414342 w 2078039"/>
                <a:gd name="connsiteY2130" fmla="*/ 817130 h 2078049"/>
                <a:gd name="connsiteX2131" fmla="*/ 405008 w 2078039"/>
                <a:gd name="connsiteY2131" fmla="*/ 798175 h 2078049"/>
                <a:gd name="connsiteX2132" fmla="*/ 384052 w 2078039"/>
                <a:gd name="connsiteY2132" fmla="*/ 800175 h 2078049"/>
                <a:gd name="connsiteX2133" fmla="*/ 333570 w 2078039"/>
                <a:gd name="connsiteY2133" fmla="*/ 777982 h 2078049"/>
                <a:gd name="connsiteX2134" fmla="*/ 304328 w 2078039"/>
                <a:gd name="connsiteY2134" fmla="*/ 768838 h 2078049"/>
                <a:gd name="connsiteX2135" fmla="*/ 304995 w 2078039"/>
                <a:gd name="connsiteY2135" fmla="*/ 766171 h 2078049"/>
                <a:gd name="connsiteX2136" fmla="*/ 299566 w 2078039"/>
                <a:gd name="connsiteY2136" fmla="*/ 750740 h 2078049"/>
                <a:gd name="connsiteX2137" fmla="*/ 293755 w 2078039"/>
                <a:gd name="connsiteY2137" fmla="*/ 747025 h 2078049"/>
                <a:gd name="connsiteX2138" fmla="*/ 290326 w 2078039"/>
                <a:gd name="connsiteY2138" fmla="*/ 746073 h 2078049"/>
                <a:gd name="connsiteX2139" fmla="*/ 286707 w 2078039"/>
                <a:gd name="connsiteY2139" fmla="*/ 745787 h 2078049"/>
                <a:gd name="connsiteX2140" fmla="*/ 283183 w 2078039"/>
                <a:gd name="connsiteY2140" fmla="*/ 746264 h 2078049"/>
                <a:gd name="connsiteX2141" fmla="*/ 279944 w 2078039"/>
                <a:gd name="connsiteY2141" fmla="*/ 747407 h 2078049"/>
                <a:gd name="connsiteX2142" fmla="*/ 274325 w 2078039"/>
                <a:gd name="connsiteY2142" fmla="*/ 751407 h 2078049"/>
                <a:gd name="connsiteX2143" fmla="*/ 269752 w 2078039"/>
                <a:gd name="connsiteY2143" fmla="*/ 760837 h 2078049"/>
                <a:gd name="connsiteX2144" fmla="*/ 269752 w 2078039"/>
                <a:gd name="connsiteY2144" fmla="*/ 762456 h 2078049"/>
                <a:gd name="connsiteX2145" fmla="*/ 222509 w 2078039"/>
                <a:gd name="connsiteY2145" fmla="*/ 761694 h 2078049"/>
                <a:gd name="connsiteX2146" fmla="*/ 186218 w 2078039"/>
                <a:gd name="connsiteY2146" fmla="*/ 768076 h 2078049"/>
                <a:gd name="connsiteX2147" fmla="*/ 186313 w 2078039"/>
                <a:gd name="connsiteY2147" fmla="*/ 767790 h 2078049"/>
                <a:gd name="connsiteX2148" fmla="*/ 171169 w 2078039"/>
                <a:gd name="connsiteY2148" fmla="*/ 746645 h 2078049"/>
                <a:gd name="connsiteX2149" fmla="*/ 150500 w 2078039"/>
                <a:gd name="connsiteY2149" fmla="*/ 765123 h 2078049"/>
                <a:gd name="connsiteX2150" fmla="*/ 150595 w 2078039"/>
                <a:gd name="connsiteY2150" fmla="*/ 770076 h 2078049"/>
                <a:gd name="connsiteX2151" fmla="*/ 150690 w 2078039"/>
                <a:gd name="connsiteY2151" fmla="*/ 770552 h 2078049"/>
                <a:gd name="connsiteX2152" fmla="*/ 151833 w 2078039"/>
                <a:gd name="connsiteY2152" fmla="*/ 774934 h 2078049"/>
                <a:gd name="connsiteX2153" fmla="*/ 151833 w 2078039"/>
                <a:gd name="connsiteY2153" fmla="*/ 774934 h 2078049"/>
                <a:gd name="connsiteX2154" fmla="*/ 151833 w 2078039"/>
                <a:gd name="connsiteY2154" fmla="*/ 774934 h 2078049"/>
                <a:gd name="connsiteX2155" fmla="*/ 154024 w 2078039"/>
                <a:gd name="connsiteY2155" fmla="*/ 779125 h 2078049"/>
                <a:gd name="connsiteX2156" fmla="*/ 133831 w 2078039"/>
                <a:gd name="connsiteY2156" fmla="*/ 789316 h 2078049"/>
                <a:gd name="connsiteX2157" fmla="*/ 130497 w 2078039"/>
                <a:gd name="connsiteY2157" fmla="*/ 779696 h 2078049"/>
                <a:gd name="connsiteX2158" fmla="*/ 127449 w 2078039"/>
                <a:gd name="connsiteY2158" fmla="*/ 776363 h 2078049"/>
                <a:gd name="connsiteX2159" fmla="*/ 127068 w 2078039"/>
                <a:gd name="connsiteY2159" fmla="*/ 776077 h 2078049"/>
                <a:gd name="connsiteX2160" fmla="*/ 113066 w 2078039"/>
                <a:gd name="connsiteY2160" fmla="*/ 773219 h 2078049"/>
                <a:gd name="connsiteX2161" fmla="*/ 131164 w 2078039"/>
                <a:gd name="connsiteY2161" fmla="*/ 663110 h 2078049"/>
                <a:gd name="connsiteX2162" fmla="*/ 151452 w 2078039"/>
                <a:gd name="connsiteY2162" fmla="*/ 624724 h 2078049"/>
                <a:gd name="connsiteX2163" fmla="*/ 163739 w 2078039"/>
                <a:gd name="connsiteY2163" fmla="*/ 630630 h 2078049"/>
                <a:gd name="connsiteX2164" fmla="*/ 177265 w 2078039"/>
                <a:gd name="connsiteY2164" fmla="*/ 624534 h 2078049"/>
                <a:gd name="connsiteX2165" fmla="*/ 183075 w 2078039"/>
                <a:gd name="connsiteY2165" fmla="*/ 615962 h 2078049"/>
                <a:gd name="connsiteX2166" fmla="*/ 183361 w 2078039"/>
                <a:gd name="connsiteY2166" fmla="*/ 615295 h 2078049"/>
                <a:gd name="connsiteX2167" fmla="*/ 184694 w 2078039"/>
                <a:gd name="connsiteY2167" fmla="*/ 610247 h 2078049"/>
                <a:gd name="connsiteX2168" fmla="*/ 184409 w 2078039"/>
                <a:gd name="connsiteY2168" fmla="*/ 602245 h 2078049"/>
                <a:gd name="connsiteX2169" fmla="*/ 176788 w 2078039"/>
                <a:gd name="connsiteY2169" fmla="*/ 591387 h 2078049"/>
                <a:gd name="connsiteX2170" fmla="*/ 179360 w 2078039"/>
                <a:gd name="connsiteY2170" fmla="*/ 588434 h 2078049"/>
                <a:gd name="connsiteX2171" fmla="*/ 179551 w 2078039"/>
                <a:gd name="connsiteY2171" fmla="*/ 588244 h 2078049"/>
                <a:gd name="connsiteX2172" fmla="*/ 202125 w 2078039"/>
                <a:gd name="connsiteY2172" fmla="*/ 567479 h 2078049"/>
                <a:gd name="connsiteX2173" fmla="*/ 207364 w 2078039"/>
                <a:gd name="connsiteY2173" fmla="*/ 563479 h 2078049"/>
                <a:gd name="connsiteX2174" fmla="*/ 217651 w 2078039"/>
                <a:gd name="connsiteY2174" fmla="*/ 556049 h 2078049"/>
                <a:gd name="connsiteX2175" fmla="*/ 222509 w 2078039"/>
                <a:gd name="connsiteY2175" fmla="*/ 576242 h 2078049"/>
                <a:gd name="connsiteX2176" fmla="*/ 208983 w 2078039"/>
                <a:gd name="connsiteY2176" fmla="*/ 586815 h 2078049"/>
                <a:gd name="connsiteX2177" fmla="*/ 208697 w 2078039"/>
                <a:gd name="connsiteY2177" fmla="*/ 606818 h 2078049"/>
                <a:gd name="connsiteX2178" fmla="*/ 208697 w 2078039"/>
                <a:gd name="connsiteY2178" fmla="*/ 606818 h 2078049"/>
                <a:gd name="connsiteX2179" fmla="*/ 208697 w 2078039"/>
                <a:gd name="connsiteY2179" fmla="*/ 606818 h 2078049"/>
                <a:gd name="connsiteX2180" fmla="*/ 211269 w 2078039"/>
                <a:gd name="connsiteY2180" fmla="*/ 610247 h 2078049"/>
                <a:gd name="connsiteX2181" fmla="*/ 211650 w 2078039"/>
                <a:gd name="connsiteY2181" fmla="*/ 610628 h 2078049"/>
                <a:gd name="connsiteX2182" fmla="*/ 215269 w 2078039"/>
                <a:gd name="connsiteY2182" fmla="*/ 613295 h 2078049"/>
                <a:gd name="connsiteX2183" fmla="*/ 235082 w 2078039"/>
                <a:gd name="connsiteY2183" fmla="*/ 610247 h 2078049"/>
                <a:gd name="connsiteX2184" fmla="*/ 235272 w 2078039"/>
                <a:gd name="connsiteY2184" fmla="*/ 610818 h 2078049"/>
                <a:gd name="connsiteX2185" fmla="*/ 265371 w 2078039"/>
                <a:gd name="connsiteY2185" fmla="*/ 657967 h 2078049"/>
                <a:gd name="connsiteX2186" fmla="*/ 287088 w 2078039"/>
                <a:gd name="connsiteY2186" fmla="*/ 680446 h 2078049"/>
                <a:gd name="connsiteX2187" fmla="*/ 288993 w 2078039"/>
                <a:gd name="connsiteY2187" fmla="*/ 697876 h 2078049"/>
                <a:gd name="connsiteX2188" fmla="*/ 288993 w 2078039"/>
                <a:gd name="connsiteY2188" fmla="*/ 697876 h 2078049"/>
                <a:gd name="connsiteX2189" fmla="*/ 288993 w 2078039"/>
                <a:gd name="connsiteY2189" fmla="*/ 697876 h 2078049"/>
                <a:gd name="connsiteX2190" fmla="*/ 291850 w 2078039"/>
                <a:gd name="connsiteY2190" fmla="*/ 701020 h 2078049"/>
                <a:gd name="connsiteX2191" fmla="*/ 292232 w 2078039"/>
                <a:gd name="connsiteY2191" fmla="*/ 701401 h 2078049"/>
                <a:gd name="connsiteX2192" fmla="*/ 296042 w 2078039"/>
                <a:gd name="connsiteY2192" fmla="*/ 703782 h 2078049"/>
                <a:gd name="connsiteX2193" fmla="*/ 299470 w 2078039"/>
                <a:gd name="connsiteY2193" fmla="*/ 704925 h 2078049"/>
                <a:gd name="connsiteX2194" fmla="*/ 302900 w 2078039"/>
                <a:gd name="connsiteY2194" fmla="*/ 705401 h 2078049"/>
                <a:gd name="connsiteX2195" fmla="*/ 309567 w 2078039"/>
                <a:gd name="connsiteY2195" fmla="*/ 704354 h 2078049"/>
                <a:gd name="connsiteX2196" fmla="*/ 314139 w 2078039"/>
                <a:gd name="connsiteY2196" fmla="*/ 701782 h 2078049"/>
                <a:gd name="connsiteX2197" fmla="*/ 353477 w 2078039"/>
                <a:gd name="connsiteY2197" fmla="*/ 724166 h 2078049"/>
                <a:gd name="connsiteX2198" fmla="*/ 353477 w 2078039"/>
                <a:gd name="connsiteY2198" fmla="*/ 724166 h 2078049"/>
                <a:gd name="connsiteX2199" fmla="*/ 355668 w 2078039"/>
                <a:gd name="connsiteY2199" fmla="*/ 725213 h 2078049"/>
                <a:gd name="connsiteX2200" fmla="*/ 400054 w 2078039"/>
                <a:gd name="connsiteY2200" fmla="*/ 742644 h 2078049"/>
                <a:gd name="connsiteX2201" fmla="*/ 409484 w 2078039"/>
                <a:gd name="connsiteY2201" fmla="*/ 753788 h 2078049"/>
                <a:gd name="connsiteX2202" fmla="*/ 409484 w 2078039"/>
                <a:gd name="connsiteY2202" fmla="*/ 753788 h 2078049"/>
                <a:gd name="connsiteX2203" fmla="*/ 409484 w 2078039"/>
                <a:gd name="connsiteY2203" fmla="*/ 753788 h 2078049"/>
                <a:gd name="connsiteX2204" fmla="*/ 413389 w 2078039"/>
                <a:gd name="connsiteY2204" fmla="*/ 755312 h 2078049"/>
                <a:gd name="connsiteX2205" fmla="*/ 413866 w 2078039"/>
                <a:gd name="connsiteY2205" fmla="*/ 755503 h 2078049"/>
                <a:gd name="connsiteX2206" fmla="*/ 418247 w 2078039"/>
                <a:gd name="connsiteY2206" fmla="*/ 756170 h 2078049"/>
                <a:gd name="connsiteX2207" fmla="*/ 430630 w 2078039"/>
                <a:gd name="connsiteY2207" fmla="*/ 751312 h 2078049"/>
                <a:gd name="connsiteX2208" fmla="*/ 439107 w 2078039"/>
                <a:gd name="connsiteY2208" fmla="*/ 753407 h 2078049"/>
                <a:gd name="connsiteX2209" fmla="*/ 506353 w 2078039"/>
                <a:gd name="connsiteY2209" fmla="*/ 760932 h 2078049"/>
                <a:gd name="connsiteX2210" fmla="*/ 555407 w 2078039"/>
                <a:gd name="connsiteY2210" fmla="*/ 752931 h 2078049"/>
                <a:gd name="connsiteX2211" fmla="*/ 567980 w 2078039"/>
                <a:gd name="connsiteY2211" fmla="*/ 760075 h 2078049"/>
                <a:gd name="connsiteX2212" fmla="*/ 581506 w 2078039"/>
                <a:gd name="connsiteY2212" fmla="*/ 756741 h 2078049"/>
                <a:gd name="connsiteX2213" fmla="*/ 581506 w 2078039"/>
                <a:gd name="connsiteY2213" fmla="*/ 756741 h 2078049"/>
                <a:gd name="connsiteX2214" fmla="*/ 581506 w 2078039"/>
                <a:gd name="connsiteY2214" fmla="*/ 756646 h 2078049"/>
                <a:gd name="connsiteX2215" fmla="*/ 582744 w 2078039"/>
                <a:gd name="connsiteY2215" fmla="*/ 754360 h 2078049"/>
                <a:gd name="connsiteX2216" fmla="*/ 582934 w 2078039"/>
                <a:gd name="connsiteY2216" fmla="*/ 753883 h 2078049"/>
                <a:gd name="connsiteX2217" fmla="*/ 583316 w 2078039"/>
                <a:gd name="connsiteY2217" fmla="*/ 750835 h 2078049"/>
                <a:gd name="connsiteX2218" fmla="*/ 577124 w 2078039"/>
                <a:gd name="connsiteY2218" fmla="*/ 739501 h 2078049"/>
                <a:gd name="connsiteX2219" fmla="*/ 583125 w 2078039"/>
                <a:gd name="connsiteY2219" fmla="*/ 732262 h 2078049"/>
                <a:gd name="connsiteX2220" fmla="*/ 577791 w 2078039"/>
                <a:gd name="connsiteY2220" fmla="*/ 647394 h 2078049"/>
                <a:gd name="connsiteX2221" fmla="*/ 546835 w 2078039"/>
                <a:gd name="connsiteY2221" fmla="*/ 595578 h 2078049"/>
                <a:gd name="connsiteX2222" fmla="*/ 549978 w 2078039"/>
                <a:gd name="connsiteY2222" fmla="*/ 583672 h 2078049"/>
                <a:gd name="connsiteX2223" fmla="*/ 547692 w 2078039"/>
                <a:gd name="connsiteY2223" fmla="*/ 577481 h 2078049"/>
                <a:gd name="connsiteX2224" fmla="*/ 545596 w 2078039"/>
                <a:gd name="connsiteY2224" fmla="*/ 574528 h 2078049"/>
                <a:gd name="connsiteX2225" fmla="*/ 543025 w 2078039"/>
                <a:gd name="connsiteY2225" fmla="*/ 571956 h 2078049"/>
                <a:gd name="connsiteX2226" fmla="*/ 533976 w 2078039"/>
                <a:gd name="connsiteY2226" fmla="*/ 567574 h 2078049"/>
                <a:gd name="connsiteX2227" fmla="*/ 525403 w 2078039"/>
                <a:gd name="connsiteY2227" fmla="*/ 568337 h 2078049"/>
                <a:gd name="connsiteX2228" fmla="*/ 487303 w 2078039"/>
                <a:gd name="connsiteY2228" fmla="*/ 528617 h 2078049"/>
                <a:gd name="connsiteX2229" fmla="*/ 471111 w 2078039"/>
                <a:gd name="connsiteY2229" fmla="*/ 514711 h 2078049"/>
                <a:gd name="connsiteX2230" fmla="*/ 471111 w 2078039"/>
                <a:gd name="connsiteY2230" fmla="*/ 514711 h 2078049"/>
                <a:gd name="connsiteX2231" fmla="*/ 471111 w 2078039"/>
                <a:gd name="connsiteY2231" fmla="*/ 514711 h 2078049"/>
                <a:gd name="connsiteX2232" fmla="*/ 463682 w 2078039"/>
                <a:gd name="connsiteY2232" fmla="*/ 508900 h 2078049"/>
                <a:gd name="connsiteX2233" fmla="*/ 465396 w 2078039"/>
                <a:gd name="connsiteY2233" fmla="*/ 506710 h 2078049"/>
                <a:gd name="connsiteX2234" fmla="*/ 467872 w 2078039"/>
                <a:gd name="connsiteY2234" fmla="*/ 496899 h 2078049"/>
                <a:gd name="connsiteX2235" fmla="*/ 464539 w 2078039"/>
                <a:gd name="connsiteY2235" fmla="*/ 487374 h 2078049"/>
                <a:gd name="connsiteX2236" fmla="*/ 459395 w 2078039"/>
                <a:gd name="connsiteY2236" fmla="*/ 482516 h 2078049"/>
                <a:gd name="connsiteX2237" fmla="*/ 449394 w 2078039"/>
                <a:gd name="connsiteY2237" fmla="*/ 479849 h 2078049"/>
                <a:gd name="connsiteX2238" fmla="*/ 441679 w 2078039"/>
                <a:gd name="connsiteY2238" fmla="*/ 482040 h 2078049"/>
                <a:gd name="connsiteX2239" fmla="*/ 437107 w 2078039"/>
                <a:gd name="connsiteY2239" fmla="*/ 485469 h 2078049"/>
                <a:gd name="connsiteX2240" fmla="*/ 434916 w 2078039"/>
                <a:gd name="connsiteY2240" fmla="*/ 488327 h 2078049"/>
                <a:gd name="connsiteX2241" fmla="*/ 434249 w 2078039"/>
                <a:gd name="connsiteY2241" fmla="*/ 489755 h 2078049"/>
                <a:gd name="connsiteX2242" fmla="*/ 390910 w 2078039"/>
                <a:gd name="connsiteY2242" fmla="*/ 470991 h 2078049"/>
                <a:gd name="connsiteX2243" fmla="*/ 355096 w 2078039"/>
                <a:gd name="connsiteY2243" fmla="*/ 462990 h 2078049"/>
                <a:gd name="connsiteX2244" fmla="*/ 355287 w 2078039"/>
                <a:gd name="connsiteY2244" fmla="*/ 462799 h 2078049"/>
                <a:gd name="connsiteX2245" fmla="*/ 358049 w 2078039"/>
                <a:gd name="connsiteY2245" fmla="*/ 451941 h 2078049"/>
                <a:gd name="connsiteX2246" fmla="*/ 352334 w 2078039"/>
                <a:gd name="connsiteY2246" fmla="*/ 439463 h 2078049"/>
                <a:gd name="connsiteX2247" fmla="*/ 349382 w 2078039"/>
                <a:gd name="connsiteY2247" fmla="*/ 437463 h 2078049"/>
                <a:gd name="connsiteX2248" fmla="*/ 342428 w 2078039"/>
                <a:gd name="connsiteY2248" fmla="*/ 435558 h 2078049"/>
                <a:gd name="connsiteX2249" fmla="*/ 335189 w 2078039"/>
                <a:gd name="connsiteY2249" fmla="*/ 436701 h 2078049"/>
                <a:gd name="connsiteX2250" fmla="*/ 331760 w 2078039"/>
                <a:gd name="connsiteY2250" fmla="*/ 438320 h 2078049"/>
                <a:gd name="connsiteX2251" fmla="*/ 325664 w 2078039"/>
                <a:gd name="connsiteY2251" fmla="*/ 443369 h 2078049"/>
                <a:gd name="connsiteX2252" fmla="*/ 323283 w 2078039"/>
                <a:gd name="connsiteY2252" fmla="*/ 446702 h 2078049"/>
                <a:gd name="connsiteX2253" fmla="*/ 321473 w 2078039"/>
                <a:gd name="connsiteY2253" fmla="*/ 451084 h 2078049"/>
                <a:gd name="connsiteX2254" fmla="*/ 321283 w 2078039"/>
                <a:gd name="connsiteY2254" fmla="*/ 452036 h 2078049"/>
                <a:gd name="connsiteX2255" fmla="*/ 320711 w 2078039"/>
                <a:gd name="connsiteY2255" fmla="*/ 456227 h 2078049"/>
                <a:gd name="connsiteX2256" fmla="*/ 320711 w 2078039"/>
                <a:gd name="connsiteY2256" fmla="*/ 456227 h 2078049"/>
                <a:gd name="connsiteX2257" fmla="*/ 320711 w 2078039"/>
                <a:gd name="connsiteY2257" fmla="*/ 456227 h 2078049"/>
                <a:gd name="connsiteX2258" fmla="*/ 321092 w 2078039"/>
                <a:gd name="connsiteY2258" fmla="*/ 460895 h 2078049"/>
                <a:gd name="connsiteX2259" fmla="*/ 298613 w 2078039"/>
                <a:gd name="connsiteY2259" fmla="*/ 462514 h 2078049"/>
                <a:gd name="connsiteX2260" fmla="*/ 299185 w 2078039"/>
                <a:gd name="connsiteY2260" fmla="*/ 452322 h 2078049"/>
                <a:gd name="connsiteX2261" fmla="*/ 297661 w 2078039"/>
                <a:gd name="connsiteY2261" fmla="*/ 448036 h 2078049"/>
                <a:gd name="connsiteX2262" fmla="*/ 297375 w 2078039"/>
                <a:gd name="connsiteY2262" fmla="*/ 447655 h 2078049"/>
                <a:gd name="connsiteX2263" fmla="*/ 285469 w 2078039"/>
                <a:gd name="connsiteY2263" fmla="*/ 439654 h 2078049"/>
                <a:gd name="connsiteX2264" fmla="*/ 344143 w 2078039"/>
                <a:gd name="connsiteY2264" fmla="*/ 344975 h 2078049"/>
                <a:gd name="connsiteX2265" fmla="*/ 377480 w 2078039"/>
                <a:gd name="connsiteY2265" fmla="*/ 317353 h 2078049"/>
                <a:gd name="connsiteX2266" fmla="*/ 386624 w 2078039"/>
                <a:gd name="connsiteY2266" fmla="*/ 327545 h 2078049"/>
                <a:gd name="connsiteX2267" fmla="*/ 410246 w 2078039"/>
                <a:gd name="connsiteY2267" fmla="*/ 321353 h 2078049"/>
                <a:gd name="connsiteX2268" fmla="*/ 410532 w 2078039"/>
                <a:gd name="connsiteY2268" fmla="*/ 321068 h 2078049"/>
                <a:gd name="connsiteX2269" fmla="*/ 413675 w 2078039"/>
                <a:gd name="connsiteY2269" fmla="*/ 316877 h 2078049"/>
                <a:gd name="connsiteX2270" fmla="*/ 413580 w 2078039"/>
                <a:gd name="connsiteY2270" fmla="*/ 296493 h 2078049"/>
                <a:gd name="connsiteX2271" fmla="*/ 430916 w 2078039"/>
                <a:gd name="connsiteY2271" fmla="*/ 289159 h 2078049"/>
                <a:gd name="connsiteX2272" fmla="*/ 438821 w 2078039"/>
                <a:gd name="connsiteY2272" fmla="*/ 286397 h 2078049"/>
                <a:gd name="connsiteX2273" fmla="*/ 445489 w 2078039"/>
                <a:gd name="connsiteY2273" fmla="*/ 284206 h 2078049"/>
                <a:gd name="connsiteX2274" fmla="*/ 464729 w 2078039"/>
                <a:gd name="connsiteY2274" fmla="*/ 279253 h 2078049"/>
                <a:gd name="connsiteX2275" fmla="*/ 461586 w 2078039"/>
                <a:gd name="connsiteY2275" fmla="*/ 299827 h 2078049"/>
                <a:gd name="connsiteX2276" fmla="*/ 445108 w 2078039"/>
                <a:gd name="connsiteY2276" fmla="*/ 304494 h 2078049"/>
                <a:gd name="connsiteX2277" fmla="*/ 437107 w 2078039"/>
                <a:gd name="connsiteY2277" fmla="*/ 322687 h 2078049"/>
                <a:gd name="connsiteX2278" fmla="*/ 437107 w 2078039"/>
                <a:gd name="connsiteY2278" fmla="*/ 322687 h 2078049"/>
                <a:gd name="connsiteX2279" fmla="*/ 437107 w 2078039"/>
                <a:gd name="connsiteY2279" fmla="*/ 322687 h 2078049"/>
                <a:gd name="connsiteX2280" fmla="*/ 438154 w 2078039"/>
                <a:gd name="connsiteY2280" fmla="*/ 326878 h 2078049"/>
                <a:gd name="connsiteX2281" fmla="*/ 438345 w 2078039"/>
                <a:gd name="connsiteY2281" fmla="*/ 327449 h 2078049"/>
                <a:gd name="connsiteX2282" fmla="*/ 440631 w 2078039"/>
                <a:gd name="connsiteY2282" fmla="*/ 331259 h 2078049"/>
                <a:gd name="connsiteX2283" fmla="*/ 443298 w 2078039"/>
                <a:gd name="connsiteY2283" fmla="*/ 333736 h 2078049"/>
                <a:gd name="connsiteX2284" fmla="*/ 453204 w 2078039"/>
                <a:gd name="connsiteY2284" fmla="*/ 337070 h 2078049"/>
                <a:gd name="connsiteX2285" fmla="*/ 460062 w 2078039"/>
                <a:gd name="connsiteY2285" fmla="*/ 336022 h 2078049"/>
                <a:gd name="connsiteX2286" fmla="*/ 460062 w 2078039"/>
                <a:gd name="connsiteY2286" fmla="*/ 336593 h 2078049"/>
                <a:gd name="connsiteX2287" fmla="*/ 470063 w 2078039"/>
                <a:gd name="connsiteY2287" fmla="*/ 391743 h 2078049"/>
                <a:gd name="connsiteX2288" fmla="*/ 481493 w 2078039"/>
                <a:gd name="connsiteY2288" fmla="*/ 420794 h 2078049"/>
                <a:gd name="connsiteX2289" fmla="*/ 476540 w 2078039"/>
                <a:gd name="connsiteY2289" fmla="*/ 437558 h 2078049"/>
                <a:gd name="connsiteX2290" fmla="*/ 476540 w 2078039"/>
                <a:gd name="connsiteY2290" fmla="*/ 437558 h 2078049"/>
                <a:gd name="connsiteX2291" fmla="*/ 476540 w 2078039"/>
                <a:gd name="connsiteY2291" fmla="*/ 437558 h 2078049"/>
                <a:gd name="connsiteX2292" fmla="*/ 477969 w 2078039"/>
                <a:gd name="connsiteY2292" fmla="*/ 441464 h 2078049"/>
                <a:gd name="connsiteX2293" fmla="*/ 478255 w 2078039"/>
                <a:gd name="connsiteY2293" fmla="*/ 442035 h 2078049"/>
                <a:gd name="connsiteX2294" fmla="*/ 480826 w 2078039"/>
                <a:gd name="connsiteY2294" fmla="*/ 445654 h 2078049"/>
                <a:gd name="connsiteX2295" fmla="*/ 480826 w 2078039"/>
                <a:gd name="connsiteY2295" fmla="*/ 445654 h 2078049"/>
                <a:gd name="connsiteX2296" fmla="*/ 486637 w 2078039"/>
                <a:gd name="connsiteY2296" fmla="*/ 449750 h 2078049"/>
                <a:gd name="connsiteX2297" fmla="*/ 498352 w 2078039"/>
                <a:gd name="connsiteY2297" fmla="*/ 450607 h 2078049"/>
                <a:gd name="connsiteX2298" fmla="*/ 526166 w 2078039"/>
                <a:gd name="connsiteY2298" fmla="*/ 486326 h 2078049"/>
                <a:gd name="connsiteX2299" fmla="*/ 526166 w 2078039"/>
                <a:gd name="connsiteY2299" fmla="*/ 486326 h 2078049"/>
                <a:gd name="connsiteX2300" fmla="*/ 527785 w 2078039"/>
                <a:gd name="connsiteY2300" fmla="*/ 488136 h 2078049"/>
                <a:gd name="connsiteX2301" fmla="*/ 562170 w 2078039"/>
                <a:gd name="connsiteY2301" fmla="*/ 521188 h 2078049"/>
                <a:gd name="connsiteX2302" fmla="*/ 566742 w 2078039"/>
                <a:gd name="connsiteY2302" fmla="*/ 535094 h 2078049"/>
                <a:gd name="connsiteX2303" fmla="*/ 566742 w 2078039"/>
                <a:gd name="connsiteY2303" fmla="*/ 535094 h 2078049"/>
                <a:gd name="connsiteX2304" fmla="*/ 566742 w 2078039"/>
                <a:gd name="connsiteY2304" fmla="*/ 535094 h 2078049"/>
                <a:gd name="connsiteX2305" fmla="*/ 569790 w 2078039"/>
                <a:gd name="connsiteY2305" fmla="*/ 538047 h 2078049"/>
                <a:gd name="connsiteX2306" fmla="*/ 570171 w 2078039"/>
                <a:gd name="connsiteY2306" fmla="*/ 538428 h 2078049"/>
                <a:gd name="connsiteX2307" fmla="*/ 573981 w 2078039"/>
                <a:gd name="connsiteY2307" fmla="*/ 540714 h 2078049"/>
                <a:gd name="connsiteX2308" fmla="*/ 586268 w 2078039"/>
                <a:gd name="connsiteY2308" fmla="*/ 541381 h 2078049"/>
                <a:gd name="connsiteX2309" fmla="*/ 587316 w 2078039"/>
                <a:gd name="connsiteY2309" fmla="*/ 540904 h 2078049"/>
                <a:gd name="connsiteX2310" fmla="*/ 594364 w 2078039"/>
                <a:gd name="connsiteY2310" fmla="*/ 546048 h 2078049"/>
                <a:gd name="connsiteX2311" fmla="*/ 653610 w 2078039"/>
                <a:gd name="connsiteY2311" fmla="*/ 578528 h 2078049"/>
                <a:gd name="connsiteX2312" fmla="*/ 701235 w 2078039"/>
                <a:gd name="connsiteY2312" fmla="*/ 589768 h 2078049"/>
                <a:gd name="connsiteX2313" fmla="*/ 701997 w 2078039"/>
                <a:gd name="connsiteY2313" fmla="*/ 589768 h 2078049"/>
                <a:gd name="connsiteX2314" fmla="*/ 710951 w 2078039"/>
                <a:gd name="connsiteY2314" fmla="*/ 601198 h 2078049"/>
                <a:gd name="connsiteX2315" fmla="*/ 727048 w 2078039"/>
                <a:gd name="connsiteY2315" fmla="*/ 601579 h 2078049"/>
                <a:gd name="connsiteX2316" fmla="*/ 727238 w 2078039"/>
                <a:gd name="connsiteY2316" fmla="*/ 601293 h 2078049"/>
                <a:gd name="connsiteX2317" fmla="*/ 728762 w 2078039"/>
                <a:gd name="connsiteY2317" fmla="*/ 598531 h 2078049"/>
                <a:gd name="connsiteX2318" fmla="*/ 729334 w 2078039"/>
                <a:gd name="connsiteY2318" fmla="*/ 595769 h 2078049"/>
                <a:gd name="connsiteX2319" fmla="*/ 728858 w 2078039"/>
                <a:gd name="connsiteY2319" fmla="*/ 589673 h 2078049"/>
                <a:gd name="connsiteX2320" fmla="*/ 727429 w 2078039"/>
                <a:gd name="connsiteY2320" fmla="*/ 585577 h 2078049"/>
                <a:gd name="connsiteX2321" fmla="*/ 735811 w 2078039"/>
                <a:gd name="connsiteY2321" fmla="*/ 581291 h 2078049"/>
                <a:gd name="connsiteX2322" fmla="*/ 757528 w 2078039"/>
                <a:gd name="connsiteY2322" fmla="*/ 551001 h 2078049"/>
                <a:gd name="connsiteX2323" fmla="*/ 762195 w 2078039"/>
                <a:gd name="connsiteY2323" fmla="*/ 528046 h 2078049"/>
                <a:gd name="connsiteX2324" fmla="*/ 763147 w 2078039"/>
                <a:gd name="connsiteY2324" fmla="*/ 500709 h 2078049"/>
                <a:gd name="connsiteX2325" fmla="*/ 754289 w 2078039"/>
                <a:gd name="connsiteY2325" fmla="*/ 440987 h 2078049"/>
                <a:gd name="connsiteX2326" fmla="*/ 761147 w 2078039"/>
                <a:gd name="connsiteY2326" fmla="*/ 421080 h 2078049"/>
                <a:gd name="connsiteX2327" fmla="*/ 757909 w 2078039"/>
                <a:gd name="connsiteY2327" fmla="*/ 414794 h 2078049"/>
                <a:gd name="connsiteX2328" fmla="*/ 755623 w 2078039"/>
                <a:gd name="connsiteY2328" fmla="*/ 412317 h 2078049"/>
                <a:gd name="connsiteX2329" fmla="*/ 744859 w 2078039"/>
                <a:gd name="connsiteY2329" fmla="*/ 407745 h 2078049"/>
                <a:gd name="connsiteX2330" fmla="*/ 724762 w 2078039"/>
                <a:gd name="connsiteY2330" fmla="*/ 356405 h 2078049"/>
                <a:gd name="connsiteX2331" fmla="*/ 715142 w 2078039"/>
                <a:gd name="connsiteY2331" fmla="*/ 337450 h 2078049"/>
                <a:gd name="connsiteX2332" fmla="*/ 715142 w 2078039"/>
                <a:gd name="connsiteY2332" fmla="*/ 337355 h 2078049"/>
                <a:gd name="connsiteX2333" fmla="*/ 715142 w 2078039"/>
                <a:gd name="connsiteY2333" fmla="*/ 337355 h 2078049"/>
                <a:gd name="connsiteX2334" fmla="*/ 710569 w 2078039"/>
                <a:gd name="connsiteY2334" fmla="*/ 329164 h 2078049"/>
                <a:gd name="connsiteX2335" fmla="*/ 712951 w 2078039"/>
                <a:gd name="connsiteY2335" fmla="*/ 327735 h 2078049"/>
                <a:gd name="connsiteX2336" fmla="*/ 716570 w 2078039"/>
                <a:gd name="connsiteY2336" fmla="*/ 302970 h 2078049"/>
                <a:gd name="connsiteX2337" fmla="*/ 711427 w 2078039"/>
                <a:gd name="connsiteY2337" fmla="*/ 298112 h 2078049"/>
                <a:gd name="connsiteX2338" fmla="*/ 694853 w 2078039"/>
                <a:gd name="connsiteY2338" fmla="*/ 297160 h 2078049"/>
                <a:gd name="connsiteX2339" fmla="*/ 691710 w 2078039"/>
                <a:gd name="connsiteY2339" fmla="*/ 298970 h 2078049"/>
                <a:gd name="connsiteX2340" fmla="*/ 690567 w 2078039"/>
                <a:gd name="connsiteY2340" fmla="*/ 300017 h 2078049"/>
                <a:gd name="connsiteX2341" fmla="*/ 657610 w 2078039"/>
                <a:gd name="connsiteY2341" fmla="*/ 266013 h 2078049"/>
                <a:gd name="connsiteX2342" fmla="*/ 627511 w 2078039"/>
                <a:gd name="connsiteY2342" fmla="*/ 245058 h 2078049"/>
                <a:gd name="connsiteX2343" fmla="*/ 627797 w 2078039"/>
                <a:gd name="connsiteY2343" fmla="*/ 244868 h 2078049"/>
                <a:gd name="connsiteX2344" fmla="*/ 631988 w 2078039"/>
                <a:gd name="connsiteY2344" fmla="*/ 219055 h 2078049"/>
                <a:gd name="connsiteX2345" fmla="*/ 619129 w 2078039"/>
                <a:gd name="connsiteY2345" fmla="*/ 212959 h 2078049"/>
                <a:gd name="connsiteX2346" fmla="*/ 615319 w 2078039"/>
                <a:gd name="connsiteY2346" fmla="*/ 213149 h 2078049"/>
                <a:gd name="connsiteX2347" fmla="*/ 604366 w 2078039"/>
                <a:gd name="connsiteY2347" fmla="*/ 217721 h 2078049"/>
                <a:gd name="connsiteX2348" fmla="*/ 600746 w 2078039"/>
                <a:gd name="connsiteY2348" fmla="*/ 221245 h 2078049"/>
                <a:gd name="connsiteX2349" fmla="*/ 600556 w 2078039"/>
                <a:gd name="connsiteY2349" fmla="*/ 221436 h 2078049"/>
                <a:gd name="connsiteX2350" fmla="*/ 598270 w 2078039"/>
                <a:gd name="connsiteY2350" fmla="*/ 225151 h 2078049"/>
                <a:gd name="connsiteX2351" fmla="*/ 598175 w 2078039"/>
                <a:gd name="connsiteY2351" fmla="*/ 225341 h 2078049"/>
                <a:gd name="connsiteX2352" fmla="*/ 598175 w 2078039"/>
                <a:gd name="connsiteY2352" fmla="*/ 225341 h 2078049"/>
                <a:gd name="connsiteX2353" fmla="*/ 596746 w 2078039"/>
                <a:gd name="connsiteY2353" fmla="*/ 229913 h 2078049"/>
                <a:gd name="connsiteX2354" fmla="*/ 575410 w 2078039"/>
                <a:gd name="connsiteY2354" fmla="*/ 222960 h 2078049"/>
                <a:gd name="connsiteX2355" fmla="*/ 579791 w 2078039"/>
                <a:gd name="connsiteY2355" fmla="*/ 213721 h 2078049"/>
                <a:gd name="connsiteX2356" fmla="*/ 579982 w 2078039"/>
                <a:gd name="connsiteY2356" fmla="*/ 209149 h 2078049"/>
                <a:gd name="connsiteX2357" fmla="*/ 579886 w 2078039"/>
                <a:gd name="connsiteY2357" fmla="*/ 208673 h 2078049"/>
                <a:gd name="connsiteX2358" fmla="*/ 571981 w 2078039"/>
                <a:gd name="connsiteY2358" fmla="*/ 196766 h 2078049"/>
                <a:gd name="connsiteX2359" fmla="*/ 662659 w 2078039"/>
                <a:gd name="connsiteY2359" fmla="*/ 131711 h 2078049"/>
                <a:gd name="connsiteX2360" fmla="*/ 704093 w 2078039"/>
                <a:gd name="connsiteY2360" fmla="*/ 118757 h 2078049"/>
                <a:gd name="connsiteX2361" fmla="*/ 708569 w 2078039"/>
                <a:gd name="connsiteY2361" fmla="*/ 131711 h 2078049"/>
                <a:gd name="connsiteX2362" fmla="*/ 732668 w 2078039"/>
                <a:gd name="connsiteY2362" fmla="*/ 135140 h 2078049"/>
                <a:gd name="connsiteX2363" fmla="*/ 733334 w 2078039"/>
                <a:gd name="connsiteY2363" fmla="*/ 134854 h 2078049"/>
                <a:gd name="connsiteX2364" fmla="*/ 737811 w 2078039"/>
                <a:gd name="connsiteY2364" fmla="*/ 132187 h 2078049"/>
                <a:gd name="connsiteX2365" fmla="*/ 745526 w 2078039"/>
                <a:gd name="connsiteY2365" fmla="*/ 113327 h 2078049"/>
                <a:gd name="connsiteX2366" fmla="*/ 781626 w 2078039"/>
                <a:gd name="connsiteY2366" fmla="*/ 114375 h 2078049"/>
                <a:gd name="connsiteX2367" fmla="*/ 785150 w 2078039"/>
                <a:gd name="connsiteY2367" fmla="*/ 114756 h 2078049"/>
                <a:gd name="connsiteX2368" fmla="*/ 799438 w 2078039"/>
                <a:gd name="connsiteY2368" fmla="*/ 116947 h 2078049"/>
                <a:gd name="connsiteX2369" fmla="*/ 788579 w 2078039"/>
                <a:gd name="connsiteY2369" fmla="*/ 134854 h 2078049"/>
                <a:gd name="connsiteX2370" fmla="*/ 771625 w 2078039"/>
                <a:gd name="connsiteY2370" fmla="*/ 132949 h 2078049"/>
                <a:gd name="connsiteX2371" fmla="*/ 756480 w 2078039"/>
                <a:gd name="connsiteY2371" fmla="*/ 150951 h 2078049"/>
                <a:gd name="connsiteX2372" fmla="*/ 756480 w 2078039"/>
                <a:gd name="connsiteY2372" fmla="*/ 151332 h 2078049"/>
                <a:gd name="connsiteX2373" fmla="*/ 757147 w 2078039"/>
                <a:gd name="connsiteY2373" fmla="*/ 155809 h 2078049"/>
                <a:gd name="connsiteX2374" fmla="*/ 773339 w 2078039"/>
                <a:gd name="connsiteY2374" fmla="*/ 167715 h 2078049"/>
                <a:gd name="connsiteX2375" fmla="*/ 773149 w 2078039"/>
                <a:gd name="connsiteY2375" fmla="*/ 168286 h 2078049"/>
                <a:gd name="connsiteX2376" fmla="*/ 761147 w 2078039"/>
                <a:gd name="connsiteY2376" fmla="*/ 223055 h 2078049"/>
                <a:gd name="connsiteX2377" fmla="*/ 760576 w 2078039"/>
                <a:gd name="connsiteY2377" fmla="*/ 254297 h 2078049"/>
                <a:gd name="connsiteX2378" fmla="*/ 749336 w 2078039"/>
                <a:gd name="connsiteY2378" fmla="*/ 272014 h 2078049"/>
                <a:gd name="connsiteX2379" fmla="*/ 749336 w 2078039"/>
                <a:gd name="connsiteY2379" fmla="*/ 272585 h 2078049"/>
                <a:gd name="connsiteX2380" fmla="*/ 750289 w 2078039"/>
                <a:gd name="connsiteY2380" fmla="*/ 276967 h 2078049"/>
                <a:gd name="connsiteX2381" fmla="*/ 764576 w 2078039"/>
                <a:gd name="connsiteY2381" fmla="*/ 288302 h 2078049"/>
                <a:gd name="connsiteX2382" fmla="*/ 777340 w 2078039"/>
                <a:gd name="connsiteY2382" fmla="*/ 334212 h 2078049"/>
                <a:gd name="connsiteX2383" fmla="*/ 796485 w 2078039"/>
                <a:gd name="connsiteY2383" fmla="*/ 377932 h 2078049"/>
                <a:gd name="connsiteX2384" fmla="*/ 795342 w 2078039"/>
                <a:gd name="connsiteY2384" fmla="*/ 392600 h 2078049"/>
                <a:gd name="connsiteX2385" fmla="*/ 795342 w 2078039"/>
                <a:gd name="connsiteY2385" fmla="*/ 392600 h 2078049"/>
                <a:gd name="connsiteX2386" fmla="*/ 795342 w 2078039"/>
                <a:gd name="connsiteY2386" fmla="*/ 392600 h 2078049"/>
                <a:gd name="connsiteX2387" fmla="*/ 797057 w 2078039"/>
                <a:gd name="connsiteY2387" fmla="*/ 396506 h 2078049"/>
                <a:gd name="connsiteX2388" fmla="*/ 797342 w 2078039"/>
                <a:gd name="connsiteY2388" fmla="*/ 396982 h 2078049"/>
                <a:gd name="connsiteX2389" fmla="*/ 799914 w 2078039"/>
                <a:gd name="connsiteY2389" fmla="*/ 400506 h 2078049"/>
                <a:gd name="connsiteX2390" fmla="*/ 812106 w 2078039"/>
                <a:gd name="connsiteY2390" fmla="*/ 405935 h 2078049"/>
                <a:gd name="connsiteX2391" fmla="*/ 858778 w 2078039"/>
                <a:gd name="connsiteY2391" fmla="*/ 466038 h 2078049"/>
                <a:gd name="connsiteX2392" fmla="*/ 898307 w 2078039"/>
                <a:gd name="connsiteY2392" fmla="*/ 494708 h 2078049"/>
                <a:gd name="connsiteX2393" fmla="*/ 899164 w 2078039"/>
                <a:gd name="connsiteY2393" fmla="*/ 495089 h 2078049"/>
                <a:gd name="connsiteX2394" fmla="*/ 902975 w 2078039"/>
                <a:gd name="connsiteY2394" fmla="*/ 509091 h 2078049"/>
                <a:gd name="connsiteX2395" fmla="*/ 914976 w 2078039"/>
                <a:gd name="connsiteY2395" fmla="*/ 516520 h 2078049"/>
                <a:gd name="connsiteX2396" fmla="*/ 914976 w 2078039"/>
                <a:gd name="connsiteY2396" fmla="*/ 516520 h 2078049"/>
                <a:gd name="connsiteX2397" fmla="*/ 914976 w 2078039"/>
                <a:gd name="connsiteY2397" fmla="*/ 516520 h 2078049"/>
                <a:gd name="connsiteX2398" fmla="*/ 917643 w 2078039"/>
                <a:gd name="connsiteY2398" fmla="*/ 515663 h 2078049"/>
                <a:gd name="connsiteX2399" fmla="*/ 918024 w 2078039"/>
                <a:gd name="connsiteY2399" fmla="*/ 515473 h 2078049"/>
                <a:gd name="connsiteX2400" fmla="*/ 920405 w 2078039"/>
                <a:gd name="connsiteY2400" fmla="*/ 513473 h 2078049"/>
                <a:gd name="connsiteX2401" fmla="*/ 923929 w 2078039"/>
                <a:gd name="connsiteY2401" fmla="*/ 500995 h 2078049"/>
                <a:gd name="connsiteX2402" fmla="*/ 933359 w 2078039"/>
                <a:gd name="connsiteY2402" fmla="*/ 500328 h 2078049"/>
                <a:gd name="connsiteX2403" fmla="*/ 964982 w 2078039"/>
                <a:gd name="connsiteY2403" fmla="*/ 480707 h 2078049"/>
                <a:gd name="connsiteX2404" fmla="*/ 978127 w 2078039"/>
                <a:gd name="connsiteY2404" fmla="*/ 461275 h 2078049"/>
                <a:gd name="connsiteX2405" fmla="*/ 989557 w 2078039"/>
                <a:gd name="connsiteY2405" fmla="*/ 436415 h 2078049"/>
                <a:gd name="connsiteX2406" fmla="*/ 1004320 w 2078039"/>
                <a:gd name="connsiteY2406" fmla="*/ 377836 h 2078049"/>
                <a:gd name="connsiteX2407" fmla="*/ 1005368 w 2078039"/>
                <a:gd name="connsiteY2407" fmla="*/ 377836 h 2078049"/>
                <a:gd name="connsiteX2408" fmla="*/ 1008130 w 2078039"/>
                <a:gd name="connsiteY2408" fmla="*/ 377170 h 2078049"/>
                <a:gd name="connsiteX2409" fmla="*/ 1013084 w 2078039"/>
                <a:gd name="connsiteY2409" fmla="*/ 374027 h 2078049"/>
                <a:gd name="connsiteX2410" fmla="*/ 1016608 w 2078039"/>
                <a:gd name="connsiteY2410" fmla="*/ 368883 h 2078049"/>
                <a:gd name="connsiteX2411" fmla="*/ 1018322 w 2078039"/>
                <a:gd name="connsiteY2411" fmla="*/ 362120 h 2078049"/>
                <a:gd name="connsiteX2412" fmla="*/ 1008416 w 2078039"/>
                <a:gd name="connsiteY2412" fmla="*/ 343547 h 2078049"/>
                <a:gd name="connsiteX2413" fmla="*/ 1009559 w 2078039"/>
                <a:gd name="connsiteY2413" fmla="*/ 288492 h 2078049"/>
                <a:gd name="connsiteX2414" fmla="*/ 1007940 w 2078039"/>
                <a:gd name="connsiteY2414" fmla="*/ 267251 h 2078049"/>
                <a:gd name="connsiteX2415" fmla="*/ 1007940 w 2078039"/>
                <a:gd name="connsiteY2415" fmla="*/ 267156 h 2078049"/>
                <a:gd name="connsiteX2416" fmla="*/ 1007940 w 2078039"/>
                <a:gd name="connsiteY2416" fmla="*/ 267156 h 2078049"/>
                <a:gd name="connsiteX2417" fmla="*/ 1006797 w 2078039"/>
                <a:gd name="connsiteY2417" fmla="*/ 257822 h 2078049"/>
                <a:gd name="connsiteX2418" fmla="*/ 1009559 w 2078039"/>
                <a:gd name="connsiteY2418" fmla="*/ 257440 h 2078049"/>
                <a:gd name="connsiteX2419" fmla="*/ 1022418 w 2078039"/>
                <a:gd name="connsiteY2419" fmla="*/ 236009 h 2078049"/>
                <a:gd name="connsiteX2420" fmla="*/ 1000987 w 2078039"/>
                <a:gd name="connsiteY2420" fmla="*/ 222769 h 2078049"/>
                <a:gd name="connsiteX2421" fmla="*/ 999558 w 2078039"/>
                <a:gd name="connsiteY2421" fmla="*/ 223246 h 2078049"/>
                <a:gd name="connsiteX2422" fmla="*/ 982222 w 2078039"/>
                <a:gd name="connsiteY2422" fmla="*/ 179336 h 2078049"/>
                <a:gd name="connsiteX2423" fmla="*/ 962506 w 2078039"/>
                <a:gd name="connsiteY2423" fmla="*/ 148379 h 2078049"/>
                <a:gd name="connsiteX2424" fmla="*/ 962792 w 2078039"/>
                <a:gd name="connsiteY2424" fmla="*/ 148284 h 2078049"/>
                <a:gd name="connsiteX2425" fmla="*/ 976508 w 2078039"/>
                <a:gd name="connsiteY2425" fmla="*/ 126091 h 2078049"/>
                <a:gd name="connsiteX2426" fmla="*/ 975079 w 2078039"/>
                <a:gd name="connsiteY2426" fmla="*/ 122757 h 2078049"/>
                <a:gd name="connsiteX2427" fmla="*/ 970221 w 2078039"/>
                <a:gd name="connsiteY2427" fmla="*/ 117423 h 2078049"/>
                <a:gd name="connsiteX2428" fmla="*/ 951552 w 2078039"/>
                <a:gd name="connsiteY2428" fmla="*/ 114185 h 2078049"/>
                <a:gd name="connsiteX2429" fmla="*/ 946980 w 2078039"/>
                <a:gd name="connsiteY2429" fmla="*/ 115994 h 2078049"/>
                <a:gd name="connsiteX2430" fmla="*/ 946694 w 2078039"/>
                <a:gd name="connsiteY2430" fmla="*/ 116185 h 2078049"/>
                <a:gd name="connsiteX2431" fmla="*/ 943075 w 2078039"/>
                <a:gd name="connsiteY2431" fmla="*/ 118757 h 2078049"/>
                <a:gd name="connsiteX2432" fmla="*/ 942979 w 2078039"/>
                <a:gd name="connsiteY2432" fmla="*/ 118852 h 2078049"/>
                <a:gd name="connsiteX2433" fmla="*/ 942979 w 2078039"/>
                <a:gd name="connsiteY2433" fmla="*/ 118852 h 2078049"/>
                <a:gd name="connsiteX2434" fmla="*/ 939932 w 2078039"/>
                <a:gd name="connsiteY2434" fmla="*/ 122471 h 2078049"/>
                <a:gd name="connsiteX2435" fmla="*/ 922882 w 2078039"/>
                <a:gd name="connsiteY2435" fmla="*/ 107898 h 2078049"/>
                <a:gd name="connsiteX2436" fmla="*/ 930502 w 2078039"/>
                <a:gd name="connsiteY2436" fmla="*/ 101040 h 2078049"/>
                <a:gd name="connsiteX2437" fmla="*/ 932407 w 2078039"/>
                <a:gd name="connsiteY2437" fmla="*/ 96849 h 2078049"/>
                <a:gd name="connsiteX2438" fmla="*/ 932502 w 2078039"/>
                <a:gd name="connsiteY2438" fmla="*/ 96373 h 2078049"/>
                <a:gd name="connsiteX2439" fmla="*/ 929740 w 2078039"/>
                <a:gd name="connsiteY2439" fmla="*/ 82371 h 2078049"/>
                <a:gd name="connsiteX2440" fmla="*/ 1038039 w 2078039"/>
                <a:gd name="connsiteY2440" fmla="*/ 57035 h 2078049"/>
                <a:gd name="connsiteX2441" fmla="*/ 1081092 w 2078039"/>
                <a:gd name="connsiteY2441" fmla="*/ 61130 h 2078049"/>
                <a:gd name="connsiteX2442" fmla="*/ 1080330 w 2078039"/>
                <a:gd name="connsiteY2442" fmla="*/ 74751 h 2078049"/>
                <a:gd name="connsiteX2443" fmla="*/ 1096332 w 2078039"/>
                <a:gd name="connsiteY2443" fmla="*/ 86562 h 2078049"/>
                <a:gd name="connsiteX2444" fmla="*/ 1096332 w 2078039"/>
                <a:gd name="connsiteY2444" fmla="*/ 86562 h 2078049"/>
                <a:gd name="connsiteX2445" fmla="*/ 1096427 w 2078039"/>
                <a:gd name="connsiteY2445" fmla="*/ 86562 h 2078049"/>
                <a:gd name="connsiteX2446" fmla="*/ 1101190 w 2078039"/>
                <a:gd name="connsiteY2446" fmla="*/ 86943 h 2078049"/>
                <a:gd name="connsiteX2447" fmla="*/ 1101952 w 2078039"/>
                <a:gd name="connsiteY2447" fmla="*/ 86943 h 2078049"/>
                <a:gd name="connsiteX2448" fmla="*/ 1107095 w 2078039"/>
                <a:gd name="connsiteY2448" fmla="*/ 86276 h 2078049"/>
                <a:gd name="connsiteX2449" fmla="*/ 1121383 w 2078039"/>
                <a:gd name="connsiteY2449" fmla="*/ 71703 h 2078049"/>
                <a:gd name="connsiteX2450" fmla="*/ 1153196 w 2078039"/>
                <a:gd name="connsiteY2450" fmla="*/ 85895 h 2078049"/>
                <a:gd name="connsiteX2451" fmla="*/ 1158721 w 2078039"/>
                <a:gd name="connsiteY2451" fmla="*/ 89039 h 2078049"/>
                <a:gd name="connsiteX2452" fmla="*/ 1169675 w 2078039"/>
                <a:gd name="connsiteY2452" fmla="*/ 95801 h 2078049"/>
                <a:gd name="connsiteX2453" fmla="*/ 1152910 w 2078039"/>
                <a:gd name="connsiteY2453" fmla="*/ 108089 h 2078049"/>
                <a:gd name="connsiteX2454" fmla="*/ 1137956 w 2078039"/>
                <a:gd name="connsiteY2454" fmla="*/ 99707 h 2078049"/>
                <a:gd name="connsiteX2455" fmla="*/ 1119383 w 2078039"/>
                <a:gd name="connsiteY2455" fmla="*/ 107136 h 2078049"/>
                <a:gd name="connsiteX2456" fmla="*/ 1119383 w 2078039"/>
                <a:gd name="connsiteY2456" fmla="*/ 107136 h 2078049"/>
                <a:gd name="connsiteX2457" fmla="*/ 1119383 w 2078039"/>
                <a:gd name="connsiteY2457" fmla="*/ 107136 h 2078049"/>
                <a:gd name="connsiteX2458" fmla="*/ 1117192 w 2078039"/>
                <a:gd name="connsiteY2458" fmla="*/ 110851 h 2078049"/>
                <a:gd name="connsiteX2459" fmla="*/ 1116906 w 2078039"/>
                <a:gd name="connsiteY2459" fmla="*/ 111422 h 2078049"/>
                <a:gd name="connsiteX2460" fmla="*/ 1115858 w 2078039"/>
                <a:gd name="connsiteY2460" fmla="*/ 115804 h 2078049"/>
                <a:gd name="connsiteX2461" fmla="*/ 1115858 w 2078039"/>
                <a:gd name="connsiteY2461" fmla="*/ 115804 h 2078049"/>
                <a:gd name="connsiteX2462" fmla="*/ 1126241 w 2078039"/>
                <a:gd name="connsiteY2462" fmla="*/ 132853 h 2078049"/>
                <a:gd name="connsiteX2463" fmla="*/ 1125860 w 2078039"/>
                <a:gd name="connsiteY2463" fmla="*/ 133235 h 2078049"/>
                <a:gd name="connsiteX2464" fmla="*/ 1093951 w 2078039"/>
                <a:gd name="connsiteY2464" fmla="*/ 179240 h 2078049"/>
                <a:gd name="connsiteX2465" fmla="*/ 1081473 w 2078039"/>
                <a:gd name="connsiteY2465" fmla="*/ 207815 h 2078049"/>
                <a:gd name="connsiteX2466" fmla="*/ 1066043 w 2078039"/>
                <a:gd name="connsiteY2466" fmla="*/ 216293 h 2078049"/>
                <a:gd name="connsiteX2467" fmla="*/ 1066043 w 2078039"/>
                <a:gd name="connsiteY2467" fmla="*/ 216293 h 2078049"/>
                <a:gd name="connsiteX2468" fmla="*/ 1066043 w 2078039"/>
                <a:gd name="connsiteY2468" fmla="*/ 216293 h 2078049"/>
                <a:gd name="connsiteX2469" fmla="*/ 1064233 w 2078039"/>
                <a:gd name="connsiteY2469" fmla="*/ 220103 h 2078049"/>
                <a:gd name="connsiteX2470" fmla="*/ 1064042 w 2078039"/>
                <a:gd name="connsiteY2470" fmla="*/ 220579 h 2078049"/>
                <a:gd name="connsiteX2471" fmla="*/ 1063280 w 2078039"/>
                <a:gd name="connsiteY2471" fmla="*/ 224960 h 2078049"/>
                <a:gd name="connsiteX2472" fmla="*/ 1072138 w 2078039"/>
                <a:gd name="connsiteY2472" fmla="*/ 240867 h 2078049"/>
                <a:gd name="connsiteX2473" fmla="*/ 1066424 w 2078039"/>
                <a:gd name="connsiteY2473" fmla="*/ 288206 h 2078049"/>
                <a:gd name="connsiteX2474" fmla="*/ 1067376 w 2078039"/>
                <a:gd name="connsiteY2474" fmla="*/ 335927 h 2078049"/>
                <a:gd name="connsiteX2475" fmla="*/ 1060804 w 2078039"/>
                <a:gd name="connsiteY2475" fmla="*/ 353167 h 2078049"/>
                <a:gd name="connsiteX2476" fmla="*/ 1060899 w 2078039"/>
                <a:gd name="connsiteY2476" fmla="*/ 353738 h 2078049"/>
                <a:gd name="connsiteX2477" fmla="*/ 1061947 w 2078039"/>
                <a:gd name="connsiteY2477" fmla="*/ 358024 h 2078049"/>
                <a:gd name="connsiteX2478" fmla="*/ 1071281 w 2078039"/>
                <a:gd name="connsiteY2478" fmla="*/ 367549 h 2078049"/>
                <a:gd name="connsiteX2479" fmla="*/ 1072615 w 2078039"/>
                <a:gd name="connsiteY2479" fmla="*/ 376122 h 2078049"/>
                <a:gd name="connsiteX2480" fmla="*/ 1091569 w 2078039"/>
                <a:gd name="connsiteY2480" fmla="*/ 441082 h 2078049"/>
                <a:gd name="connsiteX2481" fmla="*/ 1117859 w 2078039"/>
                <a:gd name="connsiteY2481" fmla="*/ 483278 h 2078049"/>
                <a:gd name="connsiteX2482" fmla="*/ 1116144 w 2078039"/>
                <a:gd name="connsiteY2482" fmla="*/ 497661 h 2078049"/>
                <a:gd name="connsiteX2483" fmla="*/ 1124431 w 2078039"/>
                <a:gd name="connsiteY2483" fmla="*/ 508805 h 2078049"/>
                <a:gd name="connsiteX2484" fmla="*/ 1124431 w 2078039"/>
                <a:gd name="connsiteY2484" fmla="*/ 508805 h 2078049"/>
                <a:gd name="connsiteX2485" fmla="*/ 1124526 w 2078039"/>
                <a:gd name="connsiteY2485" fmla="*/ 508805 h 2078049"/>
                <a:gd name="connsiteX2486" fmla="*/ 1127098 w 2078039"/>
                <a:gd name="connsiteY2486" fmla="*/ 509091 h 2078049"/>
                <a:gd name="connsiteX2487" fmla="*/ 1127669 w 2078039"/>
                <a:gd name="connsiteY2487" fmla="*/ 509091 h 2078049"/>
                <a:gd name="connsiteX2488" fmla="*/ 1130622 w 2078039"/>
                <a:gd name="connsiteY2488" fmla="*/ 508234 h 2078049"/>
                <a:gd name="connsiteX2489" fmla="*/ 1138718 w 2078039"/>
                <a:gd name="connsiteY2489" fmla="*/ 498137 h 2078049"/>
                <a:gd name="connsiteX2490" fmla="*/ 1147672 w 2078039"/>
                <a:gd name="connsiteY2490" fmla="*/ 500899 h 2078049"/>
                <a:gd name="connsiteX2491" fmla="*/ 1223777 w 2078039"/>
                <a:gd name="connsiteY2491" fmla="*/ 463276 h 2078049"/>
                <a:gd name="connsiteX2492" fmla="*/ 1259686 w 2078039"/>
                <a:gd name="connsiteY2492" fmla="*/ 414889 h 2078049"/>
                <a:gd name="connsiteX2493" fmla="*/ 1278641 w 2078039"/>
                <a:gd name="connsiteY2493" fmla="*/ 405554 h 2078049"/>
                <a:gd name="connsiteX2494" fmla="*/ 1281022 w 2078039"/>
                <a:gd name="connsiteY2494" fmla="*/ 395458 h 2078049"/>
                <a:gd name="connsiteX2495" fmla="*/ 1280641 w 2078039"/>
                <a:gd name="connsiteY2495" fmla="*/ 392124 h 2078049"/>
                <a:gd name="connsiteX2496" fmla="*/ 1276640 w 2078039"/>
                <a:gd name="connsiteY2496" fmla="*/ 384599 h 2078049"/>
                <a:gd name="connsiteX2497" fmla="*/ 1298834 w 2078039"/>
                <a:gd name="connsiteY2497" fmla="*/ 334117 h 2078049"/>
                <a:gd name="connsiteX2498" fmla="*/ 1307977 w 2078039"/>
                <a:gd name="connsiteY2498" fmla="*/ 304875 h 2078049"/>
                <a:gd name="connsiteX2499" fmla="*/ 1310644 w 2078039"/>
                <a:gd name="connsiteY2499" fmla="*/ 305542 h 2078049"/>
                <a:gd name="connsiteX2500" fmla="*/ 1330742 w 2078039"/>
                <a:gd name="connsiteY2500" fmla="*/ 290778 h 2078049"/>
                <a:gd name="connsiteX2501" fmla="*/ 1315978 w 2078039"/>
                <a:gd name="connsiteY2501" fmla="*/ 270299 h 2078049"/>
                <a:gd name="connsiteX2502" fmla="*/ 1314359 w 2078039"/>
                <a:gd name="connsiteY2502" fmla="*/ 270299 h 2078049"/>
                <a:gd name="connsiteX2503" fmla="*/ 1315121 w 2078039"/>
                <a:gd name="connsiteY2503" fmla="*/ 223055 h 2078049"/>
                <a:gd name="connsiteX2504" fmla="*/ 1308739 w 2078039"/>
                <a:gd name="connsiteY2504" fmla="*/ 186765 h 2078049"/>
                <a:gd name="connsiteX2505" fmla="*/ 1309025 w 2078039"/>
                <a:gd name="connsiteY2505" fmla="*/ 186860 h 2078049"/>
                <a:gd name="connsiteX2506" fmla="*/ 1330171 w 2078039"/>
                <a:gd name="connsiteY2506" fmla="*/ 171715 h 2078049"/>
                <a:gd name="connsiteX2507" fmla="*/ 1311692 w 2078039"/>
                <a:gd name="connsiteY2507" fmla="*/ 151046 h 2078049"/>
                <a:gd name="connsiteX2508" fmla="*/ 1306739 w 2078039"/>
                <a:gd name="connsiteY2508" fmla="*/ 151141 h 2078049"/>
                <a:gd name="connsiteX2509" fmla="*/ 1306263 w 2078039"/>
                <a:gd name="connsiteY2509" fmla="*/ 151237 h 2078049"/>
                <a:gd name="connsiteX2510" fmla="*/ 1301882 w 2078039"/>
                <a:gd name="connsiteY2510" fmla="*/ 152380 h 2078049"/>
                <a:gd name="connsiteX2511" fmla="*/ 1301882 w 2078039"/>
                <a:gd name="connsiteY2511" fmla="*/ 152380 h 2078049"/>
                <a:gd name="connsiteX2512" fmla="*/ 1301882 w 2078039"/>
                <a:gd name="connsiteY2512" fmla="*/ 152380 h 2078049"/>
                <a:gd name="connsiteX2513" fmla="*/ 1297691 w 2078039"/>
                <a:gd name="connsiteY2513" fmla="*/ 154570 h 2078049"/>
                <a:gd name="connsiteX2514" fmla="*/ 1287499 w 2078039"/>
                <a:gd name="connsiteY2514" fmla="*/ 134378 h 2078049"/>
                <a:gd name="connsiteX2515" fmla="*/ 1297119 w 2078039"/>
                <a:gd name="connsiteY2515" fmla="*/ 131044 h 2078049"/>
                <a:gd name="connsiteX2516" fmla="*/ 1300453 w 2078039"/>
                <a:gd name="connsiteY2516" fmla="*/ 127996 h 2078049"/>
                <a:gd name="connsiteX2517" fmla="*/ 1300738 w 2078039"/>
                <a:gd name="connsiteY2517" fmla="*/ 127615 h 2078049"/>
                <a:gd name="connsiteX2518" fmla="*/ 1303596 w 2078039"/>
                <a:gd name="connsiteY2518" fmla="*/ 113613 h 2078049"/>
                <a:gd name="connsiteX2519" fmla="*/ 1413705 w 2078039"/>
                <a:gd name="connsiteY2519" fmla="*/ 131711 h 2078049"/>
                <a:gd name="connsiteX2520" fmla="*/ 1452091 w 2078039"/>
                <a:gd name="connsiteY2520" fmla="*/ 151999 h 2078049"/>
                <a:gd name="connsiteX2521" fmla="*/ 1446185 w 2078039"/>
                <a:gd name="connsiteY2521" fmla="*/ 164286 h 2078049"/>
                <a:gd name="connsiteX2522" fmla="*/ 1452281 w 2078039"/>
                <a:gd name="connsiteY2522" fmla="*/ 177811 h 2078049"/>
                <a:gd name="connsiteX2523" fmla="*/ 1460854 w 2078039"/>
                <a:gd name="connsiteY2523" fmla="*/ 183622 h 2078049"/>
                <a:gd name="connsiteX2524" fmla="*/ 1461520 w 2078039"/>
                <a:gd name="connsiteY2524" fmla="*/ 183907 h 2078049"/>
                <a:gd name="connsiteX2525" fmla="*/ 1466569 w 2078039"/>
                <a:gd name="connsiteY2525" fmla="*/ 185241 h 2078049"/>
                <a:gd name="connsiteX2526" fmla="*/ 1485428 w 2078039"/>
                <a:gd name="connsiteY2526" fmla="*/ 177335 h 2078049"/>
                <a:gd name="connsiteX2527" fmla="*/ 1488381 w 2078039"/>
                <a:gd name="connsiteY2527" fmla="*/ 179907 h 2078049"/>
                <a:gd name="connsiteX2528" fmla="*/ 1488571 w 2078039"/>
                <a:gd name="connsiteY2528" fmla="*/ 180098 h 2078049"/>
                <a:gd name="connsiteX2529" fmla="*/ 1509336 w 2078039"/>
                <a:gd name="connsiteY2529" fmla="*/ 202672 h 2078049"/>
                <a:gd name="connsiteX2530" fmla="*/ 1513336 w 2078039"/>
                <a:gd name="connsiteY2530" fmla="*/ 207911 h 2078049"/>
                <a:gd name="connsiteX2531" fmla="*/ 1520766 w 2078039"/>
                <a:gd name="connsiteY2531" fmla="*/ 218293 h 2078049"/>
                <a:gd name="connsiteX2532" fmla="*/ 1500573 w 2078039"/>
                <a:gd name="connsiteY2532" fmla="*/ 223150 h 2078049"/>
                <a:gd name="connsiteX2533" fmla="*/ 1490000 w 2078039"/>
                <a:gd name="connsiteY2533" fmla="*/ 209625 h 2078049"/>
                <a:gd name="connsiteX2534" fmla="*/ 1469998 w 2078039"/>
                <a:gd name="connsiteY2534" fmla="*/ 209339 h 2078049"/>
                <a:gd name="connsiteX2535" fmla="*/ 1469998 w 2078039"/>
                <a:gd name="connsiteY2535" fmla="*/ 209339 h 2078049"/>
                <a:gd name="connsiteX2536" fmla="*/ 1469998 w 2078039"/>
                <a:gd name="connsiteY2536" fmla="*/ 209339 h 2078049"/>
                <a:gd name="connsiteX2537" fmla="*/ 1466569 w 2078039"/>
                <a:gd name="connsiteY2537" fmla="*/ 211911 h 2078049"/>
                <a:gd name="connsiteX2538" fmla="*/ 1466188 w 2078039"/>
                <a:gd name="connsiteY2538" fmla="*/ 212292 h 2078049"/>
                <a:gd name="connsiteX2539" fmla="*/ 1463521 w 2078039"/>
                <a:gd name="connsiteY2539" fmla="*/ 215911 h 2078049"/>
                <a:gd name="connsiteX2540" fmla="*/ 1466569 w 2078039"/>
                <a:gd name="connsiteY2540" fmla="*/ 235724 h 2078049"/>
                <a:gd name="connsiteX2541" fmla="*/ 1465997 w 2078039"/>
                <a:gd name="connsiteY2541" fmla="*/ 235914 h 2078049"/>
                <a:gd name="connsiteX2542" fmla="*/ 1418849 w 2078039"/>
                <a:gd name="connsiteY2542" fmla="*/ 266013 h 2078049"/>
                <a:gd name="connsiteX2543" fmla="*/ 1396369 w 2078039"/>
                <a:gd name="connsiteY2543" fmla="*/ 287730 h 2078049"/>
                <a:gd name="connsiteX2544" fmla="*/ 1378939 w 2078039"/>
                <a:gd name="connsiteY2544" fmla="*/ 289635 h 2078049"/>
                <a:gd name="connsiteX2545" fmla="*/ 1378939 w 2078039"/>
                <a:gd name="connsiteY2545" fmla="*/ 289635 h 2078049"/>
                <a:gd name="connsiteX2546" fmla="*/ 1378939 w 2078039"/>
                <a:gd name="connsiteY2546" fmla="*/ 289635 h 2078049"/>
                <a:gd name="connsiteX2547" fmla="*/ 1375795 w 2078039"/>
                <a:gd name="connsiteY2547" fmla="*/ 292493 h 2078049"/>
                <a:gd name="connsiteX2548" fmla="*/ 1375414 w 2078039"/>
                <a:gd name="connsiteY2548" fmla="*/ 292874 h 2078049"/>
                <a:gd name="connsiteX2549" fmla="*/ 1373033 w 2078039"/>
                <a:gd name="connsiteY2549" fmla="*/ 296683 h 2078049"/>
                <a:gd name="connsiteX2550" fmla="*/ 1375129 w 2078039"/>
                <a:gd name="connsiteY2550" fmla="*/ 314781 h 2078049"/>
                <a:gd name="connsiteX2551" fmla="*/ 1351697 w 2078039"/>
                <a:gd name="connsiteY2551" fmla="*/ 356310 h 2078049"/>
                <a:gd name="connsiteX2552" fmla="*/ 1334267 w 2078039"/>
                <a:gd name="connsiteY2552" fmla="*/ 400697 h 2078049"/>
                <a:gd name="connsiteX2553" fmla="*/ 1321598 w 2078039"/>
                <a:gd name="connsiteY2553" fmla="*/ 414127 h 2078049"/>
                <a:gd name="connsiteX2554" fmla="*/ 1321408 w 2078039"/>
                <a:gd name="connsiteY2554" fmla="*/ 414603 h 2078049"/>
                <a:gd name="connsiteX2555" fmla="*/ 1320741 w 2078039"/>
                <a:gd name="connsiteY2555" fmla="*/ 418985 h 2078049"/>
                <a:gd name="connsiteX2556" fmla="*/ 1325599 w 2078039"/>
                <a:gd name="connsiteY2556" fmla="*/ 431367 h 2078049"/>
                <a:gd name="connsiteX2557" fmla="*/ 1323503 w 2078039"/>
                <a:gd name="connsiteY2557" fmla="*/ 439844 h 2078049"/>
                <a:gd name="connsiteX2558" fmla="*/ 1315978 w 2078039"/>
                <a:gd name="connsiteY2558" fmla="*/ 507091 h 2078049"/>
                <a:gd name="connsiteX2559" fmla="*/ 1323979 w 2078039"/>
                <a:gd name="connsiteY2559" fmla="*/ 556145 h 2078049"/>
                <a:gd name="connsiteX2560" fmla="*/ 1316836 w 2078039"/>
                <a:gd name="connsiteY2560" fmla="*/ 568718 h 2078049"/>
                <a:gd name="connsiteX2561" fmla="*/ 1320169 w 2078039"/>
                <a:gd name="connsiteY2561" fmla="*/ 582243 h 2078049"/>
                <a:gd name="connsiteX2562" fmla="*/ 1320169 w 2078039"/>
                <a:gd name="connsiteY2562" fmla="*/ 582243 h 2078049"/>
                <a:gd name="connsiteX2563" fmla="*/ 1320265 w 2078039"/>
                <a:gd name="connsiteY2563" fmla="*/ 582243 h 2078049"/>
                <a:gd name="connsiteX2564" fmla="*/ 1322551 w 2078039"/>
                <a:gd name="connsiteY2564" fmla="*/ 583481 h 2078049"/>
                <a:gd name="connsiteX2565" fmla="*/ 1323027 w 2078039"/>
                <a:gd name="connsiteY2565" fmla="*/ 583672 h 2078049"/>
                <a:gd name="connsiteX2566" fmla="*/ 1326075 w 2078039"/>
                <a:gd name="connsiteY2566" fmla="*/ 584053 h 2078049"/>
                <a:gd name="connsiteX2567" fmla="*/ 1337410 w 2078039"/>
                <a:gd name="connsiteY2567" fmla="*/ 577862 h 2078049"/>
                <a:gd name="connsiteX2568" fmla="*/ 1344649 w 2078039"/>
                <a:gd name="connsiteY2568" fmla="*/ 583862 h 2078049"/>
                <a:gd name="connsiteX2569" fmla="*/ 1429517 w 2078039"/>
                <a:gd name="connsiteY2569" fmla="*/ 578528 h 2078049"/>
                <a:gd name="connsiteX2570" fmla="*/ 1481333 w 2078039"/>
                <a:gd name="connsiteY2570" fmla="*/ 547572 h 2078049"/>
                <a:gd name="connsiteX2571" fmla="*/ 1502383 w 2078039"/>
                <a:gd name="connsiteY2571" fmla="*/ 546334 h 2078049"/>
                <a:gd name="connsiteX2572" fmla="*/ 1508574 w 2078039"/>
                <a:gd name="connsiteY2572" fmla="*/ 526141 h 2078049"/>
                <a:gd name="connsiteX2573" fmla="*/ 1548293 w 2078039"/>
                <a:gd name="connsiteY2573" fmla="*/ 488041 h 2078049"/>
                <a:gd name="connsiteX2574" fmla="*/ 1562200 w 2078039"/>
                <a:gd name="connsiteY2574" fmla="*/ 471848 h 2078049"/>
                <a:gd name="connsiteX2575" fmla="*/ 1562200 w 2078039"/>
                <a:gd name="connsiteY2575" fmla="*/ 471848 h 2078049"/>
                <a:gd name="connsiteX2576" fmla="*/ 1562200 w 2078039"/>
                <a:gd name="connsiteY2576" fmla="*/ 471848 h 2078049"/>
                <a:gd name="connsiteX2577" fmla="*/ 1568010 w 2078039"/>
                <a:gd name="connsiteY2577" fmla="*/ 464419 h 2078049"/>
                <a:gd name="connsiteX2578" fmla="*/ 1570201 w 2078039"/>
                <a:gd name="connsiteY2578" fmla="*/ 466133 h 2078049"/>
                <a:gd name="connsiteX2579" fmla="*/ 1594394 w 2078039"/>
                <a:gd name="connsiteY2579" fmla="*/ 460132 h 2078049"/>
                <a:gd name="connsiteX2580" fmla="*/ 1588584 w 2078039"/>
                <a:gd name="connsiteY2580" fmla="*/ 435558 h 2078049"/>
                <a:gd name="connsiteX2581" fmla="*/ 1587155 w 2078039"/>
                <a:gd name="connsiteY2581" fmla="*/ 434891 h 2078049"/>
                <a:gd name="connsiteX2582" fmla="*/ 1605919 w 2078039"/>
                <a:gd name="connsiteY2582" fmla="*/ 391553 h 2078049"/>
                <a:gd name="connsiteX2583" fmla="*/ 1613920 w 2078039"/>
                <a:gd name="connsiteY2583" fmla="*/ 355739 h 2078049"/>
                <a:gd name="connsiteX2584" fmla="*/ 1614111 w 2078039"/>
                <a:gd name="connsiteY2584" fmla="*/ 355929 h 2078049"/>
                <a:gd name="connsiteX2585" fmla="*/ 1614111 w 2078039"/>
                <a:gd name="connsiteY2585" fmla="*/ 355929 h 2078049"/>
                <a:gd name="connsiteX2586" fmla="*/ 1621350 w 2078039"/>
                <a:gd name="connsiteY2586" fmla="*/ 358501 h 2078049"/>
                <a:gd name="connsiteX2587" fmla="*/ 1639447 w 2078039"/>
                <a:gd name="connsiteY2587" fmla="*/ 350024 h 2078049"/>
                <a:gd name="connsiteX2588" fmla="*/ 1640210 w 2078039"/>
                <a:gd name="connsiteY2588" fmla="*/ 335831 h 2078049"/>
                <a:gd name="connsiteX2589" fmla="*/ 1636400 w 2078039"/>
                <a:gd name="connsiteY2589" fmla="*/ 329164 h 2078049"/>
                <a:gd name="connsiteX2590" fmla="*/ 1630208 w 2078039"/>
                <a:gd name="connsiteY2590" fmla="*/ 323925 h 2078049"/>
                <a:gd name="connsiteX2591" fmla="*/ 1625827 w 2078039"/>
                <a:gd name="connsiteY2591" fmla="*/ 322115 h 2078049"/>
                <a:gd name="connsiteX2592" fmla="*/ 1624779 w 2078039"/>
                <a:gd name="connsiteY2592" fmla="*/ 321925 h 2078049"/>
                <a:gd name="connsiteX2593" fmla="*/ 1620588 w 2078039"/>
                <a:gd name="connsiteY2593" fmla="*/ 321353 h 2078049"/>
                <a:gd name="connsiteX2594" fmla="*/ 1620588 w 2078039"/>
                <a:gd name="connsiteY2594" fmla="*/ 321353 h 2078049"/>
                <a:gd name="connsiteX2595" fmla="*/ 1620588 w 2078039"/>
                <a:gd name="connsiteY2595" fmla="*/ 321353 h 2078049"/>
                <a:gd name="connsiteX2596" fmla="*/ 1615921 w 2078039"/>
                <a:gd name="connsiteY2596" fmla="*/ 321734 h 2078049"/>
                <a:gd name="connsiteX2597" fmla="*/ 1614302 w 2078039"/>
                <a:gd name="connsiteY2597" fmla="*/ 299350 h 2078049"/>
                <a:gd name="connsiteX2598" fmla="*/ 1620588 w 2078039"/>
                <a:gd name="connsiteY2598" fmla="*/ 300303 h 2078049"/>
                <a:gd name="connsiteX2599" fmla="*/ 1624493 w 2078039"/>
                <a:gd name="connsiteY2599" fmla="*/ 299922 h 2078049"/>
                <a:gd name="connsiteX2600" fmla="*/ 1628779 w 2078039"/>
                <a:gd name="connsiteY2600" fmla="*/ 298398 h 2078049"/>
                <a:gd name="connsiteX2601" fmla="*/ 1629160 w 2078039"/>
                <a:gd name="connsiteY2601" fmla="*/ 298112 h 2078049"/>
                <a:gd name="connsiteX2602" fmla="*/ 1637161 w 2078039"/>
                <a:gd name="connsiteY2602" fmla="*/ 286206 h 2078049"/>
                <a:gd name="connsiteX2603" fmla="*/ 1731840 w 2078039"/>
                <a:gd name="connsiteY2603" fmla="*/ 344880 h 2078049"/>
                <a:gd name="connsiteX2604" fmla="*/ 1759462 w 2078039"/>
                <a:gd name="connsiteY2604" fmla="*/ 378218 h 2078049"/>
                <a:gd name="connsiteX2605" fmla="*/ 1749271 w 2078039"/>
                <a:gd name="connsiteY2605" fmla="*/ 387361 h 2078049"/>
                <a:gd name="connsiteX2606" fmla="*/ 1755462 w 2078039"/>
                <a:gd name="connsiteY2606" fmla="*/ 410983 h 2078049"/>
                <a:gd name="connsiteX2607" fmla="*/ 1755748 w 2078039"/>
                <a:gd name="connsiteY2607" fmla="*/ 411269 h 2078049"/>
                <a:gd name="connsiteX2608" fmla="*/ 1759939 w 2078039"/>
                <a:gd name="connsiteY2608" fmla="*/ 414412 h 2078049"/>
                <a:gd name="connsiteX2609" fmla="*/ 1780322 w 2078039"/>
                <a:gd name="connsiteY2609" fmla="*/ 414317 h 2078049"/>
                <a:gd name="connsiteX2610" fmla="*/ 1787657 w 2078039"/>
                <a:gd name="connsiteY2610" fmla="*/ 431653 h 2078049"/>
                <a:gd name="connsiteX2611" fmla="*/ 1790324 w 2078039"/>
                <a:gd name="connsiteY2611" fmla="*/ 439463 h 2078049"/>
                <a:gd name="connsiteX2612" fmla="*/ 1792514 w 2078039"/>
                <a:gd name="connsiteY2612" fmla="*/ 446226 h 2078049"/>
                <a:gd name="connsiteX2613" fmla="*/ 1797467 w 2078039"/>
                <a:gd name="connsiteY2613" fmla="*/ 465466 h 2078049"/>
                <a:gd name="connsiteX2614" fmla="*/ 1776893 w 2078039"/>
                <a:gd name="connsiteY2614" fmla="*/ 462323 h 2078049"/>
                <a:gd name="connsiteX2615" fmla="*/ 1772226 w 2078039"/>
                <a:gd name="connsiteY2615" fmla="*/ 445845 h 2078049"/>
                <a:gd name="connsiteX2616" fmla="*/ 1754033 w 2078039"/>
                <a:gd name="connsiteY2616" fmla="*/ 437844 h 2078049"/>
                <a:gd name="connsiteX2617" fmla="*/ 1754033 w 2078039"/>
                <a:gd name="connsiteY2617" fmla="*/ 437844 h 2078049"/>
                <a:gd name="connsiteX2618" fmla="*/ 1754033 w 2078039"/>
                <a:gd name="connsiteY2618" fmla="*/ 437844 h 2078049"/>
                <a:gd name="connsiteX2619" fmla="*/ 1749842 w 2078039"/>
                <a:gd name="connsiteY2619" fmla="*/ 438892 h 2078049"/>
                <a:gd name="connsiteX2620" fmla="*/ 1749271 w 2078039"/>
                <a:gd name="connsiteY2620" fmla="*/ 439082 h 2078049"/>
                <a:gd name="connsiteX2621" fmla="*/ 1745461 w 2078039"/>
                <a:gd name="connsiteY2621" fmla="*/ 441368 h 2078049"/>
                <a:gd name="connsiteX2622" fmla="*/ 1740698 w 2078039"/>
                <a:gd name="connsiteY2622" fmla="*/ 460799 h 2078049"/>
                <a:gd name="connsiteX2623" fmla="*/ 1740127 w 2078039"/>
                <a:gd name="connsiteY2623" fmla="*/ 460799 h 2078049"/>
                <a:gd name="connsiteX2624" fmla="*/ 1684977 w 2078039"/>
                <a:gd name="connsiteY2624" fmla="*/ 470800 h 2078049"/>
                <a:gd name="connsiteX2625" fmla="*/ 1655926 w 2078039"/>
                <a:gd name="connsiteY2625" fmla="*/ 482231 h 2078049"/>
                <a:gd name="connsiteX2626" fmla="*/ 1639162 w 2078039"/>
                <a:gd name="connsiteY2626" fmla="*/ 477278 h 2078049"/>
                <a:gd name="connsiteX2627" fmla="*/ 1639162 w 2078039"/>
                <a:gd name="connsiteY2627" fmla="*/ 477278 h 2078049"/>
                <a:gd name="connsiteX2628" fmla="*/ 1639162 w 2078039"/>
                <a:gd name="connsiteY2628" fmla="*/ 477278 h 2078049"/>
                <a:gd name="connsiteX2629" fmla="*/ 1635257 w 2078039"/>
                <a:gd name="connsiteY2629" fmla="*/ 478706 h 2078049"/>
                <a:gd name="connsiteX2630" fmla="*/ 1634685 w 2078039"/>
                <a:gd name="connsiteY2630" fmla="*/ 478992 h 2078049"/>
                <a:gd name="connsiteX2631" fmla="*/ 1631066 w 2078039"/>
                <a:gd name="connsiteY2631" fmla="*/ 481564 h 2078049"/>
                <a:gd name="connsiteX2632" fmla="*/ 1628684 w 2078039"/>
                <a:gd name="connsiteY2632" fmla="*/ 484326 h 2078049"/>
                <a:gd name="connsiteX2633" fmla="*/ 1625922 w 2078039"/>
                <a:gd name="connsiteY2633" fmla="*/ 490612 h 2078049"/>
                <a:gd name="connsiteX2634" fmla="*/ 1625446 w 2078039"/>
                <a:gd name="connsiteY2634" fmla="*/ 493946 h 2078049"/>
                <a:gd name="connsiteX2635" fmla="*/ 1626112 w 2078039"/>
                <a:gd name="connsiteY2635" fmla="*/ 499090 h 2078049"/>
                <a:gd name="connsiteX2636" fmla="*/ 1590394 w 2078039"/>
                <a:gd name="connsiteY2636" fmla="*/ 526903 h 2078049"/>
                <a:gd name="connsiteX2637" fmla="*/ 1590394 w 2078039"/>
                <a:gd name="connsiteY2637" fmla="*/ 526903 h 2078049"/>
                <a:gd name="connsiteX2638" fmla="*/ 1588584 w 2078039"/>
                <a:gd name="connsiteY2638" fmla="*/ 528522 h 2078049"/>
                <a:gd name="connsiteX2639" fmla="*/ 1555532 w 2078039"/>
                <a:gd name="connsiteY2639" fmla="*/ 562907 h 2078049"/>
                <a:gd name="connsiteX2640" fmla="*/ 1541626 w 2078039"/>
                <a:gd name="connsiteY2640" fmla="*/ 567479 h 2078049"/>
                <a:gd name="connsiteX2641" fmla="*/ 1541626 w 2078039"/>
                <a:gd name="connsiteY2641" fmla="*/ 567479 h 2078049"/>
                <a:gd name="connsiteX2642" fmla="*/ 1541626 w 2078039"/>
                <a:gd name="connsiteY2642" fmla="*/ 567479 h 2078049"/>
                <a:gd name="connsiteX2643" fmla="*/ 1538673 w 2078039"/>
                <a:gd name="connsiteY2643" fmla="*/ 570527 h 2078049"/>
                <a:gd name="connsiteX2644" fmla="*/ 1538292 w 2078039"/>
                <a:gd name="connsiteY2644" fmla="*/ 570908 h 2078049"/>
                <a:gd name="connsiteX2645" fmla="*/ 1536006 w 2078039"/>
                <a:gd name="connsiteY2645" fmla="*/ 574623 h 2078049"/>
                <a:gd name="connsiteX2646" fmla="*/ 1535339 w 2078039"/>
                <a:gd name="connsiteY2646" fmla="*/ 586910 h 2078049"/>
                <a:gd name="connsiteX2647" fmla="*/ 1535816 w 2078039"/>
                <a:gd name="connsiteY2647" fmla="*/ 587958 h 2078049"/>
                <a:gd name="connsiteX2648" fmla="*/ 1530672 w 2078039"/>
                <a:gd name="connsiteY2648" fmla="*/ 595007 h 2078049"/>
                <a:gd name="connsiteX2649" fmla="*/ 1498192 w 2078039"/>
                <a:gd name="connsiteY2649" fmla="*/ 654252 h 2078049"/>
                <a:gd name="connsiteX2650" fmla="*/ 1486952 w 2078039"/>
                <a:gd name="connsiteY2650" fmla="*/ 701877 h 2078049"/>
                <a:gd name="connsiteX2651" fmla="*/ 1486952 w 2078039"/>
                <a:gd name="connsiteY2651" fmla="*/ 702639 h 2078049"/>
                <a:gd name="connsiteX2652" fmla="*/ 1475522 w 2078039"/>
                <a:gd name="connsiteY2652" fmla="*/ 711592 h 2078049"/>
                <a:gd name="connsiteX2653" fmla="*/ 1475141 w 2078039"/>
                <a:gd name="connsiteY2653" fmla="*/ 727690 h 2078049"/>
                <a:gd name="connsiteX2654" fmla="*/ 1475427 w 2078039"/>
                <a:gd name="connsiteY2654" fmla="*/ 727880 h 2078049"/>
                <a:gd name="connsiteX2655" fmla="*/ 1478189 w 2078039"/>
                <a:gd name="connsiteY2655" fmla="*/ 729404 h 2078049"/>
                <a:gd name="connsiteX2656" fmla="*/ 1491048 w 2078039"/>
                <a:gd name="connsiteY2656" fmla="*/ 727975 h 2078049"/>
                <a:gd name="connsiteX2657" fmla="*/ 1495334 w 2078039"/>
                <a:gd name="connsiteY2657" fmla="*/ 736358 h 2078049"/>
                <a:gd name="connsiteX2658" fmla="*/ 1525624 w 2078039"/>
                <a:gd name="connsiteY2658" fmla="*/ 758074 h 2078049"/>
                <a:gd name="connsiteX2659" fmla="*/ 1548579 w 2078039"/>
                <a:gd name="connsiteY2659" fmla="*/ 762742 h 2078049"/>
                <a:gd name="connsiteX2660" fmla="*/ 1575916 w 2078039"/>
                <a:gd name="connsiteY2660" fmla="*/ 763694 h 2078049"/>
                <a:gd name="connsiteX2661" fmla="*/ 1635637 w 2078039"/>
                <a:gd name="connsiteY2661" fmla="*/ 754836 h 2078049"/>
                <a:gd name="connsiteX2662" fmla="*/ 1639828 w 2078039"/>
                <a:gd name="connsiteY2662" fmla="*/ 759980 h 2078049"/>
                <a:gd name="connsiteX2663" fmla="*/ 1645353 w 2078039"/>
                <a:gd name="connsiteY2663" fmla="*/ 762266 h 2078049"/>
                <a:gd name="connsiteX2664" fmla="*/ 1655450 w 2078039"/>
                <a:gd name="connsiteY2664" fmla="*/ 761694 h 2078049"/>
                <a:gd name="connsiteX2665" fmla="*/ 1668785 w 2078039"/>
                <a:gd name="connsiteY2665" fmla="*/ 745406 h 2078049"/>
                <a:gd name="connsiteX2666" fmla="*/ 1720124 w 2078039"/>
                <a:gd name="connsiteY2666" fmla="*/ 725308 h 2078049"/>
                <a:gd name="connsiteX2667" fmla="*/ 1739079 w 2078039"/>
                <a:gd name="connsiteY2667" fmla="*/ 715688 h 2078049"/>
                <a:gd name="connsiteX2668" fmla="*/ 1739174 w 2078039"/>
                <a:gd name="connsiteY2668" fmla="*/ 715688 h 2078049"/>
                <a:gd name="connsiteX2669" fmla="*/ 1739174 w 2078039"/>
                <a:gd name="connsiteY2669" fmla="*/ 715688 h 2078049"/>
                <a:gd name="connsiteX2670" fmla="*/ 1747366 w 2078039"/>
                <a:gd name="connsiteY2670" fmla="*/ 711116 h 2078049"/>
                <a:gd name="connsiteX2671" fmla="*/ 1748794 w 2078039"/>
                <a:gd name="connsiteY2671" fmla="*/ 713498 h 2078049"/>
                <a:gd name="connsiteX2672" fmla="*/ 1751176 w 2078039"/>
                <a:gd name="connsiteY2672" fmla="*/ 716069 h 2078049"/>
                <a:gd name="connsiteX2673" fmla="*/ 1770511 w 2078039"/>
                <a:gd name="connsiteY2673" fmla="*/ 718927 h 2078049"/>
                <a:gd name="connsiteX2674" fmla="*/ 1773655 w 2078039"/>
                <a:gd name="connsiteY2674" fmla="*/ 717117 h 2078049"/>
                <a:gd name="connsiteX2675" fmla="*/ 1777560 w 2078039"/>
                <a:gd name="connsiteY2675" fmla="*/ 692257 h 2078049"/>
                <a:gd name="connsiteX2676" fmla="*/ 1776512 w 2078039"/>
                <a:gd name="connsiteY2676" fmla="*/ 691114 h 2078049"/>
                <a:gd name="connsiteX2677" fmla="*/ 1810517 w 2078039"/>
                <a:gd name="connsiteY2677" fmla="*/ 658157 h 2078049"/>
                <a:gd name="connsiteX2678" fmla="*/ 1831471 w 2078039"/>
                <a:gd name="connsiteY2678" fmla="*/ 628058 h 2078049"/>
                <a:gd name="connsiteX2679" fmla="*/ 1831662 w 2078039"/>
                <a:gd name="connsiteY2679" fmla="*/ 628344 h 2078049"/>
                <a:gd name="connsiteX2680" fmla="*/ 1857475 w 2078039"/>
                <a:gd name="connsiteY2680" fmla="*/ 632535 h 2078049"/>
                <a:gd name="connsiteX2681" fmla="*/ 1860046 w 2078039"/>
                <a:gd name="connsiteY2681" fmla="*/ 629868 h 2078049"/>
                <a:gd name="connsiteX2682" fmla="*/ 1863094 w 2078039"/>
                <a:gd name="connsiteY2682" fmla="*/ 623296 h 2078049"/>
                <a:gd name="connsiteX2683" fmla="*/ 1863476 w 2078039"/>
                <a:gd name="connsiteY2683" fmla="*/ 615866 h 2078049"/>
                <a:gd name="connsiteX2684" fmla="*/ 1861094 w 2078039"/>
                <a:gd name="connsiteY2684" fmla="*/ 608341 h 2078049"/>
                <a:gd name="connsiteX2685" fmla="*/ 1858903 w 2078039"/>
                <a:gd name="connsiteY2685" fmla="*/ 604817 h 2078049"/>
                <a:gd name="connsiteX2686" fmla="*/ 1855379 w 2078039"/>
                <a:gd name="connsiteY2686" fmla="*/ 601198 h 2078049"/>
                <a:gd name="connsiteX2687" fmla="*/ 1855189 w 2078039"/>
                <a:gd name="connsiteY2687" fmla="*/ 601007 h 2078049"/>
                <a:gd name="connsiteX2688" fmla="*/ 1851474 w 2078039"/>
                <a:gd name="connsiteY2688" fmla="*/ 598721 h 2078049"/>
                <a:gd name="connsiteX2689" fmla="*/ 1851284 w 2078039"/>
                <a:gd name="connsiteY2689" fmla="*/ 598626 h 2078049"/>
                <a:gd name="connsiteX2690" fmla="*/ 1851284 w 2078039"/>
                <a:gd name="connsiteY2690" fmla="*/ 598626 h 2078049"/>
                <a:gd name="connsiteX2691" fmla="*/ 1846711 w 2078039"/>
                <a:gd name="connsiteY2691" fmla="*/ 597197 h 2078049"/>
                <a:gd name="connsiteX2692" fmla="*/ 1853665 w 2078039"/>
                <a:gd name="connsiteY2692" fmla="*/ 575861 h 2078049"/>
                <a:gd name="connsiteX2693" fmla="*/ 1859189 w 2078039"/>
                <a:gd name="connsiteY2693" fmla="*/ 579195 h 2078049"/>
                <a:gd name="connsiteX2694" fmla="*/ 1862904 w 2078039"/>
                <a:gd name="connsiteY2694" fmla="*/ 580243 h 2078049"/>
                <a:gd name="connsiteX2695" fmla="*/ 1867476 w 2078039"/>
                <a:gd name="connsiteY2695" fmla="*/ 580433 h 2078049"/>
                <a:gd name="connsiteX2696" fmla="*/ 1867952 w 2078039"/>
                <a:gd name="connsiteY2696" fmla="*/ 580338 h 2078049"/>
                <a:gd name="connsiteX2697" fmla="*/ 1879859 w 2078039"/>
                <a:gd name="connsiteY2697" fmla="*/ 572432 h 2078049"/>
                <a:gd name="connsiteX2698" fmla="*/ 1944914 w 2078039"/>
                <a:gd name="connsiteY2698" fmla="*/ 663110 h 2078049"/>
                <a:gd name="connsiteX2699" fmla="*/ 1957868 w 2078039"/>
                <a:gd name="connsiteY2699" fmla="*/ 704544 h 2078049"/>
                <a:gd name="connsiteX2700" fmla="*/ 1944914 w 2078039"/>
                <a:gd name="connsiteY2700" fmla="*/ 709021 h 2078049"/>
                <a:gd name="connsiteX2701" fmla="*/ 1941485 w 2078039"/>
                <a:gd name="connsiteY2701" fmla="*/ 733119 h 2078049"/>
                <a:gd name="connsiteX2702" fmla="*/ 1941771 w 2078039"/>
                <a:gd name="connsiteY2702" fmla="*/ 733786 h 2078049"/>
                <a:gd name="connsiteX2703" fmla="*/ 1944438 w 2078039"/>
                <a:gd name="connsiteY2703" fmla="*/ 738263 h 2078049"/>
                <a:gd name="connsiteX2704" fmla="*/ 1963298 w 2078039"/>
                <a:gd name="connsiteY2704" fmla="*/ 745978 h 2078049"/>
                <a:gd name="connsiteX2705" fmla="*/ 1962249 w 2078039"/>
                <a:gd name="connsiteY2705" fmla="*/ 782077 h 2078049"/>
                <a:gd name="connsiteX2706" fmla="*/ 1961869 w 2078039"/>
                <a:gd name="connsiteY2706" fmla="*/ 785602 h 2078049"/>
                <a:gd name="connsiteX2707" fmla="*/ 1959678 w 2078039"/>
                <a:gd name="connsiteY2707" fmla="*/ 799889 h 2078049"/>
                <a:gd name="connsiteX2708" fmla="*/ 1941771 w 2078039"/>
                <a:gd name="connsiteY2708" fmla="*/ 789031 h 2078049"/>
                <a:gd name="connsiteX2709" fmla="*/ 1943676 w 2078039"/>
                <a:gd name="connsiteY2709" fmla="*/ 772076 h 2078049"/>
                <a:gd name="connsiteX2710" fmla="*/ 1925674 w 2078039"/>
                <a:gd name="connsiteY2710" fmla="*/ 756932 h 2078049"/>
                <a:gd name="connsiteX2711" fmla="*/ 1925293 w 2078039"/>
                <a:gd name="connsiteY2711" fmla="*/ 756932 h 2078049"/>
                <a:gd name="connsiteX2712" fmla="*/ 1920816 w 2078039"/>
                <a:gd name="connsiteY2712" fmla="*/ 757598 h 2078049"/>
                <a:gd name="connsiteX2713" fmla="*/ 1908910 w 2078039"/>
                <a:gd name="connsiteY2713" fmla="*/ 773791 h 2078049"/>
                <a:gd name="connsiteX2714" fmla="*/ 1908338 w 2078039"/>
                <a:gd name="connsiteY2714" fmla="*/ 773600 h 2078049"/>
                <a:gd name="connsiteX2715" fmla="*/ 1853569 w 2078039"/>
                <a:gd name="connsiteY2715" fmla="*/ 761599 h 2078049"/>
                <a:gd name="connsiteX2716" fmla="*/ 1822327 w 2078039"/>
                <a:gd name="connsiteY2716" fmla="*/ 761027 h 2078049"/>
                <a:gd name="connsiteX2717" fmla="*/ 1804611 w 2078039"/>
                <a:gd name="connsiteY2717" fmla="*/ 749788 h 2078049"/>
                <a:gd name="connsiteX2718" fmla="*/ 1804039 w 2078039"/>
                <a:gd name="connsiteY2718" fmla="*/ 749788 h 2078049"/>
                <a:gd name="connsiteX2719" fmla="*/ 1799658 w 2078039"/>
                <a:gd name="connsiteY2719" fmla="*/ 750740 h 2078049"/>
                <a:gd name="connsiteX2720" fmla="*/ 1788323 w 2078039"/>
                <a:gd name="connsiteY2720" fmla="*/ 765028 h 2078049"/>
                <a:gd name="connsiteX2721" fmla="*/ 1744794 w 2078039"/>
                <a:gd name="connsiteY2721" fmla="*/ 777029 h 2078049"/>
                <a:gd name="connsiteX2722" fmla="*/ 1744794 w 2078039"/>
                <a:gd name="connsiteY2722" fmla="*/ 777029 h 2078049"/>
                <a:gd name="connsiteX2723" fmla="*/ 1742508 w 2078039"/>
                <a:gd name="connsiteY2723" fmla="*/ 777791 h 2078049"/>
                <a:gd name="connsiteX2724" fmla="*/ 1698788 w 2078039"/>
                <a:gd name="connsiteY2724" fmla="*/ 796937 h 2078049"/>
                <a:gd name="connsiteX2725" fmla="*/ 1680310 w 2078039"/>
                <a:gd name="connsiteY2725" fmla="*/ 797413 h 2078049"/>
                <a:gd name="connsiteX2726" fmla="*/ 1679834 w 2078039"/>
                <a:gd name="connsiteY2726" fmla="*/ 797699 h 2078049"/>
                <a:gd name="connsiteX2727" fmla="*/ 1676309 w 2078039"/>
                <a:gd name="connsiteY2727" fmla="*/ 800270 h 2078049"/>
                <a:gd name="connsiteX2728" fmla="*/ 1670880 w 2078039"/>
                <a:gd name="connsiteY2728" fmla="*/ 812462 h 2078049"/>
                <a:gd name="connsiteX2729" fmla="*/ 1610777 w 2078039"/>
                <a:gd name="connsiteY2729" fmla="*/ 859135 h 2078049"/>
                <a:gd name="connsiteX2730" fmla="*/ 1582107 w 2078039"/>
                <a:gd name="connsiteY2730" fmla="*/ 898664 h 2078049"/>
                <a:gd name="connsiteX2731" fmla="*/ 1581726 w 2078039"/>
                <a:gd name="connsiteY2731" fmla="*/ 899521 h 2078049"/>
                <a:gd name="connsiteX2732" fmla="*/ 1567724 w 2078039"/>
                <a:gd name="connsiteY2732" fmla="*/ 903331 h 2078049"/>
                <a:gd name="connsiteX2733" fmla="*/ 1560295 w 2078039"/>
                <a:gd name="connsiteY2733" fmla="*/ 915332 h 2078049"/>
                <a:gd name="connsiteX2734" fmla="*/ 1560295 w 2078039"/>
                <a:gd name="connsiteY2734" fmla="*/ 915332 h 2078049"/>
                <a:gd name="connsiteX2735" fmla="*/ 1560295 w 2078039"/>
                <a:gd name="connsiteY2735" fmla="*/ 915332 h 2078049"/>
                <a:gd name="connsiteX2736" fmla="*/ 1561152 w 2078039"/>
                <a:gd name="connsiteY2736" fmla="*/ 917999 h 2078049"/>
                <a:gd name="connsiteX2737" fmla="*/ 1561343 w 2078039"/>
                <a:gd name="connsiteY2737" fmla="*/ 918380 h 2078049"/>
                <a:gd name="connsiteX2738" fmla="*/ 1563343 w 2078039"/>
                <a:gd name="connsiteY2738" fmla="*/ 920762 h 2078049"/>
                <a:gd name="connsiteX2739" fmla="*/ 1575820 w 2078039"/>
                <a:gd name="connsiteY2739" fmla="*/ 924286 h 2078049"/>
                <a:gd name="connsiteX2740" fmla="*/ 1576487 w 2078039"/>
                <a:gd name="connsiteY2740" fmla="*/ 933716 h 2078049"/>
                <a:gd name="connsiteX2741" fmla="*/ 1596109 w 2078039"/>
                <a:gd name="connsiteY2741" fmla="*/ 965339 h 2078049"/>
                <a:gd name="connsiteX2742" fmla="*/ 1615540 w 2078039"/>
                <a:gd name="connsiteY2742" fmla="*/ 978483 h 2078049"/>
                <a:gd name="connsiteX2743" fmla="*/ 1640400 w 2078039"/>
                <a:gd name="connsiteY2743" fmla="*/ 989913 h 2078049"/>
                <a:gd name="connsiteX2744" fmla="*/ 1698979 w 2078039"/>
                <a:gd name="connsiteY2744" fmla="*/ 1004677 h 2078049"/>
                <a:gd name="connsiteX2745" fmla="*/ 1714695 w 2078039"/>
                <a:gd name="connsiteY2745" fmla="*/ 1018679 h 2078049"/>
                <a:gd name="connsiteX2746" fmla="*/ 1718314 w 2078039"/>
                <a:gd name="connsiteY2746" fmla="*/ 1018679 h 2078049"/>
                <a:gd name="connsiteX2747" fmla="*/ 1722601 w 2078039"/>
                <a:gd name="connsiteY2747" fmla="*/ 1017821 h 2078049"/>
                <a:gd name="connsiteX2748" fmla="*/ 1726792 w 2078039"/>
                <a:gd name="connsiteY2748" fmla="*/ 1015916 h 2078049"/>
                <a:gd name="connsiteX2749" fmla="*/ 1732316 w 2078039"/>
                <a:gd name="connsiteY2749" fmla="*/ 1010773 h 2078049"/>
                <a:gd name="connsiteX2750" fmla="*/ 1733364 w 2078039"/>
                <a:gd name="connsiteY2750" fmla="*/ 1008677 h 2078049"/>
                <a:gd name="connsiteX2751" fmla="*/ 1788418 w 2078039"/>
                <a:gd name="connsiteY2751" fmla="*/ 1009820 h 2078049"/>
                <a:gd name="connsiteX2752" fmla="*/ 1809659 w 2078039"/>
                <a:gd name="connsiteY2752" fmla="*/ 1008201 h 2078049"/>
                <a:gd name="connsiteX2753" fmla="*/ 1809754 w 2078039"/>
                <a:gd name="connsiteY2753" fmla="*/ 1008201 h 2078049"/>
                <a:gd name="connsiteX2754" fmla="*/ 1809754 w 2078039"/>
                <a:gd name="connsiteY2754" fmla="*/ 1008201 h 2078049"/>
                <a:gd name="connsiteX2755" fmla="*/ 1819089 w 2078039"/>
                <a:gd name="connsiteY2755" fmla="*/ 1007058 h 2078049"/>
                <a:gd name="connsiteX2756" fmla="*/ 1819470 w 2078039"/>
                <a:gd name="connsiteY2756" fmla="*/ 1009725 h 2078049"/>
                <a:gd name="connsiteX2757" fmla="*/ 1819470 w 2078039"/>
                <a:gd name="connsiteY2757" fmla="*/ 1009725 h 2078049"/>
                <a:gd name="connsiteX2758" fmla="*/ 1822423 w 2078039"/>
                <a:gd name="connsiteY2758" fmla="*/ 1015916 h 2078049"/>
                <a:gd name="connsiteX2759" fmla="*/ 1824709 w 2078039"/>
                <a:gd name="connsiteY2759" fmla="*/ 1018393 h 2078049"/>
                <a:gd name="connsiteX2760" fmla="*/ 1830519 w 2078039"/>
                <a:gd name="connsiteY2760" fmla="*/ 1021917 h 2078049"/>
                <a:gd name="connsiteX2761" fmla="*/ 1840901 w 2078039"/>
                <a:gd name="connsiteY2761" fmla="*/ 1022679 h 2078049"/>
                <a:gd name="connsiteX2762" fmla="*/ 1854141 w 2078039"/>
                <a:gd name="connsiteY2762" fmla="*/ 1001248 h 2078049"/>
                <a:gd name="connsiteX2763" fmla="*/ 1853665 w 2078039"/>
                <a:gd name="connsiteY2763" fmla="*/ 999819 h 2078049"/>
                <a:gd name="connsiteX2764" fmla="*/ 1897575 w 2078039"/>
                <a:gd name="connsiteY2764" fmla="*/ 982483 h 2078049"/>
                <a:gd name="connsiteX2765" fmla="*/ 1928531 w 2078039"/>
                <a:gd name="connsiteY2765" fmla="*/ 962767 h 2078049"/>
                <a:gd name="connsiteX2766" fmla="*/ 1928627 w 2078039"/>
                <a:gd name="connsiteY2766" fmla="*/ 963052 h 2078049"/>
                <a:gd name="connsiteX2767" fmla="*/ 1931960 w 2078039"/>
                <a:gd name="connsiteY2767" fmla="*/ 970006 h 2078049"/>
                <a:gd name="connsiteX2768" fmla="*/ 1937199 w 2078039"/>
                <a:gd name="connsiteY2768" fmla="*/ 974959 h 2078049"/>
                <a:gd name="connsiteX2769" fmla="*/ 1940342 w 2078039"/>
                <a:gd name="connsiteY2769" fmla="*/ 976483 h 2078049"/>
                <a:gd name="connsiteX2770" fmla="*/ 1947200 w 2078039"/>
                <a:gd name="connsiteY2770" fmla="*/ 977531 h 2078049"/>
                <a:gd name="connsiteX2771" fmla="*/ 1950725 w 2078039"/>
                <a:gd name="connsiteY2771" fmla="*/ 976864 h 2078049"/>
                <a:gd name="connsiteX2772" fmla="*/ 1962631 w 2078039"/>
                <a:gd name="connsiteY2772" fmla="*/ 951908 h 2078049"/>
                <a:gd name="connsiteX2773" fmla="*/ 1960821 w 2078039"/>
                <a:gd name="connsiteY2773" fmla="*/ 947336 h 2078049"/>
                <a:gd name="connsiteX2774" fmla="*/ 1960630 w 2078039"/>
                <a:gd name="connsiteY2774" fmla="*/ 947050 h 2078049"/>
                <a:gd name="connsiteX2775" fmla="*/ 1958059 w 2078039"/>
                <a:gd name="connsiteY2775" fmla="*/ 943431 h 2078049"/>
                <a:gd name="connsiteX2776" fmla="*/ 1957964 w 2078039"/>
                <a:gd name="connsiteY2776" fmla="*/ 943336 h 2078049"/>
                <a:gd name="connsiteX2777" fmla="*/ 1957964 w 2078039"/>
                <a:gd name="connsiteY2777" fmla="*/ 943336 h 2078049"/>
                <a:gd name="connsiteX2778" fmla="*/ 1954344 w 2078039"/>
                <a:gd name="connsiteY2778" fmla="*/ 940288 h 2078049"/>
                <a:gd name="connsiteX2779" fmla="*/ 1968917 w 2078039"/>
                <a:gd name="connsiteY2779" fmla="*/ 923238 h 2078049"/>
                <a:gd name="connsiteX2780" fmla="*/ 1975775 w 2078039"/>
                <a:gd name="connsiteY2780" fmla="*/ 930858 h 2078049"/>
                <a:gd name="connsiteX2781" fmla="*/ 1979966 w 2078039"/>
                <a:gd name="connsiteY2781" fmla="*/ 932763 h 2078049"/>
                <a:gd name="connsiteX2782" fmla="*/ 1980443 w 2078039"/>
                <a:gd name="connsiteY2782" fmla="*/ 932858 h 2078049"/>
                <a:gd name="connsiteX2783" fmla="*/ 1994444 w 2078039"/>
                <a:gd name="connsiteY2783" fmla="*/ 930096 h 2078049"/>
                <a:gd name="connsiteX2784" fmla="*/ 2019781 w 2078039"/>
                <a:gd name="connsiteY2784" fmla="*/ 1038395 h 2078049"/>
                <a:gd name="connsiteX2785" fmla="*/ 2015685 w 2078039"/>
                <a:gd name="connsiteY2785" fmla="*/ 1081448 h 2078049"/>
                <a:gd name="connsiteX2786" fmla="*/ 2002064 w 2078039"/>
                <a:gd name="connsiteY2786" fmla="*/ 1080686 h 2078049"/>
                <a:gd name="connsiteX2787" fmla="*/ 1990253 w 2078039"/>
                <a:gd name="connsiteY2787" fmla="*/ 1096688 h 2078049"/>
                <a:gd name="connsiteX2788" fmla="*/ 1990253 w 2078039"/>
                <a:gd name="connsiteY2788" fmla="*/ 1096688 h 2078049"/>
                <a:gd name="connsiteX2789" fmla="*/ 1990253 w 2078039"/>
                <a:gd name="connsiteY2789" fmla="*/ 1096783 h 2078049"/>
                <a:gd name="connsiteX2790" fmla="*/ 1989872 w 2078039"/>
                <a:gd name="connsiteY2790" fmla="*/ 1101546 h 2078049"/>
                <a:gd name="connsiteX2791" fmla="*/ 1989872 w 2078039"/>
                <a:gd name="connsiteY2791" fmla="*/ 1102308 h 2078049"/>
                <a:gd name="connsiteX2792" fmla="*/ 1990539 w 2078039"/>
                <a:gd name="connsiteY2792" fmla="*/ 1107451 h 2078049"/>
                <a:gd name="connsiteX2793" fmla="*/ 2005112 w 2078039"/>
                <a:gd name="connsiteY2793" fmla="*/ 1121739 h 2078049"/>
                <a:gd name="connsiteX2794" fmla="*/ 1990920 w 2078039"/>
                <a:gd name="connsiteY2794" fmla="*/ 1153552 h 2078049"/>
                <a:gd name="connsiteX2795" fmla="*/ 1987777 w 2078039"/>
                <a:gd name="connsiteY2795" fmla="*/ 1159077 h 2078049"/>
                <a:gd name="connsiteX2796" fmla="*/ 1981014 w 2078039"/>
                <a:gd name="connsiteY2796" fmla="*/ 1170031 h 2078049"/>
                <a:gd name="connsiteX2797" fmla="*/ 1968727 w 2078039"/>
                <a:gd name="connsiteY2797" fmla="*/ 1153267 h 2078049"/>
                <a:gd name="connsiteX2798" fmla="*/ 1977109 w 2078039"/>
                <a:gd name="connsiteY2798" fmla="*/ 1138313 h 2078049"/>
                <a:gd name="connsiteX2799" fmla="*/ 1969679 w 2078039"/>
                <a:gd name="connsiteY2799" fmla="*/ 1119739 h 2078049"/>
                <a:gd name="connsiteX2800" fmla="*/ 1969679 w 2078039"/>
                <a:gd name="connsiteY2800" fmla="*/ 1119739 h 2078049"/>
                <a:gd name="connsiteX2801" fmla="*/ 1969679 w 2078039"/>
                <a:gd name="connsiteY2801" fmla="*/ 1119739 h 2078049"/>
                <a:gd name="connsiteX2802" fmla="*/ 1966060 w 2078039"/>
                <a:gd name="connsiteY2802" fmla="*/ 1117548 h 2078049"/>
                <a:gd name="connsiteX2803" fmla="*/ 1965488 w 2078039"/>
                <a:gd name="connsiteY2803" fmla="*/ 1117262 h 2078049"/>
                <a:gd name="connsiteX2804" fmla="*/ 1961107 w 2078039"/>
                <a:gd name="connsiteY2804" fmla="*/ 1116215 h 2078049"/>
                <a:gd name="connsiteX2805" fmla="*/ 1944057 w 2078039"/>
                <a:gd name="connsiteY2805" fmla="*/ 1126597 h 2078049"/>
                <a:gd name="connsiteX2806" fmla="*/ 1943676 w 2078039"/>
                <a:gd name="connsiteY2806" fmla="*/ 1126216 h 2078049"/>
                <a:gd name="connsiteX2807" fmla="*/ 1897670 w 2078039"/>
                <a:gd name="connsiteY2807" fmla="*/ 1094307 h 2078049"/>
                <a:gd name="connsiteX2808" fmla="*/ 1869095 w 2078039"/>
                <a:gd name="connsiteY2808" fmla="*/ 1081829 h 2078049"/>
                <a:gd name="connsiteX2809" fmla="*/ 1860618 w 2078039"/>
                <a:gd name="connsiteY2809" fmla="*/ 1066399 h 2078049"/>
                <a:gd name="connsiteX2810" fmla="*/ 1860618 w 2078039"/>
                <a:gd name="connsiteY2810" fmla="*/ 1066399 h 2078049"/>
                <a:gd name="connsiteX2811" fmla="*/ 1860618 w 2078039"/>
                <a:gd name="connsiteY2811" fmla="*/ 1066399 h 2078049"/>
                <a:gd name="connsiteX2812" fmla="*/ 1856808 w 2078039"/>
                <a:gd name="connsiteY2812" fmla="*/ 1064589 h 2078049"/>
                <a:gd name="connsiteX2813" fmla="*/ 1856332 w 2078039"/>
                <a:gd name="connsiteY2813" fmla="*/ 1064399 h 2078049"/>
                <a:gd name="connsiteX2814" fmla="*/ 1851950 w 2078039"/>
                <a:gd name="connsiteY2814" fmla="*/ 1063637 h 2078049"/>
                <a:gd name="connsiteX2815" fmla="*/ 1836043 w 2078039"/>
                <a:gd name="connsiteY2815" fmla="*/ 1072495 h 2078049"/>
                <a:gd name="connsiteX2816" fmla="*/ 1791181 w 2078039"/>
                <a:gd name="connsiteY2816" fmla="*/ 1066970 h 2078049"/>
                <a:gd name="connsiteX2817" fmla="*/ 1791181 w 2078039"/>
                <a:gd name="connsiteY2817" fmla="*/ 1066970 h 2078049"/>
                <a:gd name="connsiteX2818" fmla="*/ 1788800 w 2078039"/>
                <a:gd name="connsiteY2818" fmla="*/ 1066780 h 2078049"/>
                <a:gd name="connsiteX2819" fmla="*/ 1741079 w 2078039"/>
                <a:gd name="connsiteY2819" fmla="*/ 1067732 h 2078049"/>
                <a:gd name="connsiteX2820" fmla="*/ 1723839 w 2078039"/>
                <a:gd name="connsiteY2820" fmla="*/ 1061160 h 2078049"/>
                <a:gd name="connsiteX2821" fmla="*/ 1723268 w 2078039"/>
                <a:gd name="connsiteY2821" fmla="*/ 1061255 h 2078049"/>
                <a:gd name="connsiteX2822" fmla="*/ 1718981 w 2078039"/>
                <a:gd name="connsiteY2822" fmla="*/ 1062303 h 2078049"/>
                <a:gd name="connsiteX2823" fmla="*/ 1709456 w 2078039"/>
                <a:gd name="connsiteY2823" fmla="*/ 1071638 h 2078049"/>
                <a:gd name="connsiteX2824" fmla="*/ 1700884 w 2078039"/>
                <a:gd name="connsiteY2824" fmla="*/ 1072971 h 2078049"/>
                <a:gd name="connsiteX2825" fmla="*/ 1635923 w 2078039"/>
                <a:gd name="connsiteY2825" fmla="*/ 1091926 h 2078049"/>
                <a:gd name="connsiteX2826" fmla="*/ 1593727 w 2078039"/>
                <a:gd name="connsiteY2826" fmla="*/ 1118215 h 2078049"/>
                <a:gd name="connsiteX2827" fmla="*/ 1579345 w 2078039"/>
                <a:gd name="connsiteY2827" fmla="*/ 1116500 h 2078049"/>
                <a:gd name="connsiteX2828" fmla="*/ 1568201 w 2078039"/>
                <a:gd name="connsiteY2828" fmla="*/ 1124787 h 2078049"/>
                <a:gd name="connsiteX2829" fmla="*/ 1568201 w 2078039"/>
                <a:gd name="connsiteY2829" fmla="*/ 1124787 h 2078049"/>
                <a:gd name="connsiteX2830" fmla="*/ 1568201 w 2078039"/>
                <a:gd name="connsiteY2830" fmla="*/ 1124882 h 2078049"/>
                <a:gd name="connsiteX2831" fmla="*/ 1567915 w 2078039"/>
                <a:gd name="connsiteY2831" fmla="*/ 1127454 h 2078049"/>
                <a:gd name="connsiteX2832" fmla="*/ 1567915 w 2078039"/>
                <a:gd name="connsiteY2832" fmla="*/ 1128025 h 2078049"/>
                <a:gd name="connsiteX2833" fmla="*/ 1568772 w 2078039"/>
                <a:gd name="connsiteY2833" fmla="*/ 1130978 h 2078049"/>
                <a:gd name="connsiteX2834" fmla="*/ 1570296 w 2078039"/>
                <a:gd name="connsiteY2834" fmla="*/ 1133264 h 2078049"/>
                <a:gd name="connsiteX2835" fmla="*/ 1578868 w 2078039"/>
                <a:gd name="connsiteY2835" fmla="*/ 1139075 h 2078049"/>
                <a:gd name="connsiteX2836" fmla="*/ 1576106 w 2078039"/>
                <a:gd name="connsiteY2836" fmla="*/ 1148028 h 2078049"/>
                <a:gd name="connsiteX2837" fmla="*/ 1613730 w 2078039"/>
                <a:gd name="connsiteY2837" fmla="*/ 1224133 h 2078049"/>
                <a:gd name="connsiteX2838" fmla="*/ 1662117 w 2078039"/>
                <a:gd name="connsiteY2838" fmla="*/ 1260042 h 2078049"/>
                <a:gd name="connsiteX2839" fmla="*/ 1671452 w 2078039"/>
                <a:gd name="connsiteY2839" fmla="*/ 1278997 h 2078049"/>
                <a:gd name="connsiteX2840" fmla="*/ 1674785 w 2078039"/>
                <a:gd name="connsiteY2840" fmla="*/ 1280330 h 2078049"/>
                <a:gd name="connsiteX2841" fmla="*/ 1681643 w 2078039"/>
                <a:gd name="connsiteY2841" fmla="*/ 1281283 h 2078049"/>
                <a:gd name="connsiteX2842" fmla="*/ 1692502 w 2078039"/>
                <a:gd name="connsiteY2842" fmla="*/ 1276901 h 2078049"/>
                <a:gd name="connsiteX2843" fmla="*/ 1742984 w 2078039"/>
                <a:gd name="connsiteY2843" fmla="*/ 1299095 h 2078049"/>
                <a:gd name="connsiteX2844" fmla="*/ 1772226 w 2078039"/>
                <a:gd name="connsiteY2844" fmla="*/ 1308239 h 2078049"/>
                <a:gd name="connsiteX2845" fmla="*/ 1771559 w 2078039"/>
                <a:gd name="connsiteY2845" fmla="*/ 1310906 h 2078049"/>
                <a:gd name="connsiteX2846" fmla="*/ 1786323 w 2078039"/>
                <a:gd name="connsiteY2846" fmla="*/ 1331003 h 2078049"/>
                <a:gd name="connsiteX2847" fmla="*/ 1789943 w 2078039"/>
                <a:gd name="connsiteY2847" fmla="*/ 1331289 h 2078049"/>
                <a:gd name="connsiteX2848" fmla="*/ 1793467 w 2078039"/>
                <a:gd name="connsiteY2848" fmla="*/ 1330813 h 2078049"/>
                <a:gd name="connsiteX2849" fmla="*/ 1796705 w 2078039"/>
                <a:gd name="connsiteY2849" fmla="*/ 1329670 h 2078049"/>
                <a:gd name="connsiteX2850" fmla="*/ 1802325 w 2078039"/>
                <a:gd name="connsiteY2850" fmla="*/ 1325669 h 2078049"/>
                <a:gd name="connsiteX2851" fmla="*/ 1806897 w 2078039"/>
                <a:gd name="connsiteY2851" fmla="*/ 1316240 h 2078049"/>
                <a:gd name="connsiteX2852" fmla="*/ 1806897 w 2078039"/>
                <a:gd name="connsiteY2852" fmla="*/ 1314620 h 2078049"/>
                <a:gd name="connsiteX2853" fmla="*/ 1854141 w 2078039"/>
                <a:gd name="connsiteY2853" fmla="*/ 1315382 h 2078049"/>
                <a:gd name="connsiteX2854" fmla="*/ 1890431 w 2078039"/>
                <a:gd name="connsiteY2854" fmla="*/ 1309000 h 2078049"/>
                <a:gd name="connsiteX2855" fmla="*/ 1890336 w 2078039"/>
                <a:gd name="connsiteY2855" fmla="*/ 1309286 h 2078049"/>
                <a:gd name="connsiteX2856" fmla="*/ 1905481 w 2078039"/>
                <a:gd name="connsiteY2856" fmla="*/ 1330432 h 2078049"/>
                <a:gd name="connsiteX2857" fmla="*/ 1926150 w 2078039"/>
                <a:gd name="connsiteY2857" fmla="*/ 1311953 h 2078049"/>
                <a:gd name="connsiteX2858" fmla="*/ 1926055 w 2078039"/>
                <a:gd name="connsiteY2858" fmla="*/ 1307000 h 2078049"/>
                <a:gd name="connsiteX2859" fmla="*/ 1925959 w 2078039"/>
                <a:gd name="connsiteY2859" fmla="*/ 1306429 h 2078049"/>
                <a:gd name="connsiteX2860" fmla="*/ 1924816 w 2078039"/>
                <a:gd name="connsiteY2860" fmla="*/ 1302047 h 2078049"/>
                <a:gd name="connsiteX2861" fmla="*/ 1924816 w 2078039"/>
                <a:gd name="connsiteY2861" fmla="*/ 1302047 h 2078049"/>
                <a:gd name="connsiteX2862" fmla="*/ 1924816 w 2078039"/>
                <a:gd name="connsiteY2862" fmla="*/ 1302047 h 2078049"/>
                <a:gd name="connsiteX2863" fmla="*/ 1922626 w 2078039"/>
                <a:gd name="connsiteY2863" fmla="*/ 1297856 h 2078049"/>
                <a:gd name="connsiteX2864" fmla="*/ 1942819 w 2078039"/>
                <a:gd name="connsiteY2864" fmla="*/ 1287665 h 2078049"/>
                <a:gd name="connsiteX2865" fmla="*/ 1944248 w 2078039"/>
                <a:gd name="connsiteY2865" fmla="*/ 1293856 h 2078049"/>
                <a:gd name="connsiteX2866" fmla="*/ 1946153 w 2078039"/>
                <a:gd name="connsiteY2866" fmla="*/ 1297285 h 2078049"/>
                <a:gd name="connsiteX2867" fmla="*/ 1946153 w 2078039"/>
                <a:gd name="connsiteY2867" fmla="*/ 1297285 h 2078049"/>
                <a:gd name="connsiteX2868" fmla="*/ 1949200 w 2078039"/>
                <a:gd name="connsiteY2868" fmla="*/ 1300618 h 2078049"/>
                <a:gd name="connsiteX2869" fmla="*/ 1949582 w 2078039"/>
                <a:gd name="connsiteY2869" fmla="*/ 1300904 h 2078049"/>
                <a:gd name="connsiteX2870" fmla="*/ 1963583 w 2078039"/>
                <a:gd name="connsiteY2870" fmla="*/ 1303762 h 2078049"/>
                <a:gd name="connsiteX2871" fmla="*/ 1945486 w 2078039"/>
                <a:gd name="connsiteY2871" fmla="*/ 1413871 h 2078049"/>
                <a:gd name="connsiteX2872" fmla="*/ 1924531 w 2078039"/>
                <a:gd name="connsiteY2872" fmla="*/ 1452733 h 2078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</a:cxnLst>
              <a:rect l="l" t="t" r="r" b="b"/>
              <a:pathLst>
                <a:path w="2078039" h="2078049">
                  <a:moveTo>
                    <a:pt x="2077502" y="1148314"/>
                  </a:moveTo>
                  <a:cubicBezTo>
                    <a:pt x="2077122" y="1146504"/>
                    <a:pt x="2076549" y="1144980"/>
                    <a:pt x="2075883" y="1143456"/>
                  </a:cubicBezTo>
                  <a:cubicBezTo>
                    <a:pt x="2075693" y="1143075"/>
                    <a:pt x="2075597" y="1142789"/>
                    <a:pt x="2075407" y="1142504"/>
                  </a:cubicBezTo>
                  <a:cubicBezTo>
                    <a:pt x="2074740" y="1141170"/>
                    <a:pt x="2073978" y="1139932"/>
                    <a:pt x="2073025" y="1138789"/>
                  </a:cubicBezTo>
                  <a:cubicBezTo>
                    <a:pt x="2073025" y="1138789"/>
                    <a:pt x="2073025" y="1138789"/>
                    <a:pt x="2073025" y="1138789"/>
                  </a:cubicBezTo>
                  <a:lnTo>
                    <a:pt x="2073025" y="1138789"/>
                  </a:lnTo>
                  <a:cubicBezTo>
                    <a:pt x="2070263" y="1135360"/>
                    <a:pt x="2066548" y="1133074"/>
                    <a:pt x="2062548" y="1132693"/>
                  </a:cubicBezTo>
                  <a:cubicBezTo>
                    <a:pt x="2071502" y="1103451"/>
                    <a:pt x="2076549" y="1071828"/>
                    <a:pt x="2076549" y="1039062"/>
                  </a:cubicBezTo>
                  <a:cubicBezTo>
                    <a:pt x="2076549" y="1000295"/>
                    <a:pt x="2069501" y="963148"/>
                    <a:pt x="2057214" y="929524"/>
                  </a:cubicBezTo>
                  <a:cubicBezTo>
                    <a:pt x="2062167" y="928477"/>
                    <a:pt x="2066644" y="924857"/>
                    <a:pt x="2069120" y="918761"/>
                  </a:cubicBezTo>
                  <a:cubicBezTo>
                    <a:pt x="2072073" y="911522"/>
                    <a:pt x="2071311" y="902759"/>
                    <a:pt x="2067882" y="895997"/>
                  </a:cubicBezTo>
                  <a:cubicBezTo>
                    <a:pt x="2067882" y="895997"/>
                    <a:pt x="2067882" y="895997"/>
                    <a:pt x="2067882" y="895997"/>
                  </a:cubicBezTo>
                  <a:cubicBezTo>
                    <a:pt x="2067882" y="895997"/>
                    <a:pt x="2067882" y="895997"/>
                    <a:pt x="2067882" y="895997"/>
                  </a:cubicBezTo>
                  <a:cubicBezTo>
                    <a:pt x="2067120" y="894473"/>
                    <a:pt x="2066168" y="893044"/>
                    <a:pt x="2065120" y="891806"/>
                  </a:cubicBezTo>
                  <a:cubicBezTo>
                    <a:pt x="2065025" y="891615"/>
                    <a:pt x="2064834" y="891424"/>
                    <a:pt x="2064739" y="891234"/>
                  </a:cubicBezTo>
                  <a:cubicBezTo>
                    <a:pt x="2063596" y="889900"/>
                    <a:pt x="2062357" y="888758"/>
                    <a:pt x="2061024" y="887805"/>
                  </a:cubicBezTo>
                  <a:cubicBezTo>
                    <a:pt x="2053785" y="882852"/>
                    <a:pt x="2045403" y="884852"/>
                    <a:pt x="2040164" y="891424"/>
                  </a:cubicBezTo>
                  <a:cubicBezTo>
                    <a:pt x="2031306" y="874946"/>
                    <a:pt x="2021019" y="859611"/>
                    <a:pt x="2009494" y="846085"/>
                  </a:cubicBezTo>
                  <a:cubicBezTo>
                    <a:pt x="2016447" y="824178"/>
                    <a:pt x="2020543" y="800461"/>
                    <a:pt x="2021686" y="775886"/>
                  </a:cubicBezTo>
                  <a:cubicBezTo>
                    <a:pt x="2027591" y="778934"/>
                    <a:pt x="2034164" y="778744"/>
                    <a:pt x="2039116" y="774267"/>
                  </a:cubicBezTo>
                  <a:cubicBezTo>
                    <a:pt x="2041974" y="771695"/>
                    <a:pt x="2043784" y="768076"/>
                    <a:pt x="2044641" y="764075"/>
                  </a:cubicBezTo>
                  <a:cubicBezTo>
                    <a:pt x="2044927" y="762742"/>
                    <a:pt x="2045117" y="761313"/>
                    <a:pt x="2045117" y="759884"/>
                  </a:cubicBezTo>
                  <a:cubicBezTo>
                    <a:pt x="2045212" y="757027"/>
                    <a:pt x="2044927" y="754074"/>
                    <a:pt x="2044165" y="751216"/>
                  </a:cubicBezTo>
                  <a:cubicBezTo>
                    <a:pt x="2043403" y="748359"/>
                    <a:pt x="2042164" y="745501"/>
                    <a:pt x="2040450" y="742930"/>
                  </a:cubicBezTo>
                  <a:cubicBezTo>
                    <a:pt x="2039402" y="741310"/>
                    <a:pt x="2038259" y="740072"/>
                    <a:pt x="2037021" y="738834"/>
                  </a:cubicBezTo>
                  <a:cubicBezTo>
                    <a:pt x="2036926" y="738739"/>
                    <a:pt x="2036735" y="738548"/>
                    <a:pt x="2036640" y="738453"/>
                  </a:cubicBezTo>
                  <a:cubicBezTo>
                    <a:pt x="2035402" y="737310"/>
                    <a:pt x="2034164" y="736453"/>
                    <a:pt x="2032830" y="735691"/>
                  </a:cubicBezTo>
                  <a:cubicBezTo>
                    <a:pt x="2032830" y="735691"/>
                    <a:pt x="2032830" y="735691"/>
                    <a:pt x="2032830" y="735691"/>
                  </a:cubicBezTo>
                  <a:cubicBezTo>
                    <a:pt x="2032830" y="735691"/>
                    <a:pt x="2032830" y="735691"/>
                    <a:pt x="2032830" y="735691"/>
                  </a:cubicBezTo>
                  <a:cubicBezTo>
                    <a:pt x="2028924" y="733405"/>
                    <a:pt x="2024543" y="732833"/>
                    <a:pt x="2020638" y="734072"/>
                  </a:cubicBezTo>
                  <a:cubicBezTo>
                    <a:pt x="2017780" y="703496"/>
                    <a:pt x="2010256" y="672254"/>
                    <a:pt x="1997683" y="641774"/>
                  </a:cubicBezTo>
                  <a:cubicBezTo>
                    <a:pt x="1982824" y="605674"/>
                    <a:pt x="1962059" y="573956"/>
                    <a:pt x="1937675" y="547667"/>
                  </a:cubicBezTo>
                  <a:cubicBezTo>
                    <a:pt x="1941866" y="544810"/>
                    <a:pt x="1944628" y="539762"/>
                    <a:pt x="1944533" y="533189"/>
                  </a:cubicBezTo>
                  <a:cubicBezTo>
                    <a:pt x="1944438" y="525283"/>
                    <a:pt x="1940437" y="517568"/>
                    <a:pt x="1934627" y="512711"/>
                  </a:cubicBezTo>
                  <a:lnTo>
                    <a:pt x="1934627" y="512711"/>
                  </a:lnTo>
                  <a:cubicBezTo>
                    <a:pt x="1934627" y="512711"/>
                    <a:pt x="1934627" y="512711"/>
                    <a:pt x="1934627" y="512711"/>
                  </a:cubicBezTo>
                  <a:cubicBezTo>
                    <a:pt x="1933294" y="511568"/>
                    <a:pt x="1931960" y="510615"/>
                    <a:pt x="1930436" y="509853"/>
                  </a:cubicBezTo>
                  <a:cubicBezTo>
                    <a:pt x="1930246" y="509758"/>
                    <a:pt x="1930055" y="509662"/>
                    <a:pt x="1929865" y="509567"/>
                  </a:cubicBezTo>
                  <a:cubicBezTo>
                    <a:pt x="1928340" y="508805"/>
                    <a:pt x="1926721" y="508139"/>
                    <a:pt x="1925102" y="507853"/>
                  </a:cubicBezTo>
                  <a:cubicBezTo>
                    <a:pt x="1916530" y="506138"/>
                    <a:pt x="1909481" y="511091"/>
                    <a:pt x="1907291" y="519283"/>
                  </a:cubicBezTo>
                  <a:cubicBezTo>
                    <a:pt x="1892717" y="507472"/>
                    <a:pt x="1877382" y="497375"/>
                    <a:pt x="1861570" y="489184"/>
                  </a:cubicBezTo>
                  <a:cubicBezTo>
                    <a:pt x="1859570" y="466324"/>
                    <a:pt x="1854332" y="442987"/>
                    <a:pt x="1845950" y="419842"/>
                  </a:cubicBezTo>
                  <a:cubicBezTo>
                    <a:pt x="1847474" y="419937"/>
                    <a:pt x="1848997" y="419937"/>
                    <a:pt x="1850426" y="419747"/>
                  </a:cubicBezTo>
                  <a:cubicBezTo>
                    <a:pt x="1852808" y="419365"/>
                    <a:pt x="1854998" y="418508"/>
                    <a:pt x="1856808" y="417079"/>
                  </a:cubicBezTo>
                  <a:cubicBezTo>
                    <a:pt x="1858713" y="415746"/>
                    <a:pt x="1860237" y="413841"/>
                    <a:pt x="1861285" y="411555"/>
                  </a:cubicBezTo>
                  <a:cubicBezTo>
                    <a:pt x="1865666" y="402316"/>
                    <a:pt x="1860809" y="388981"/>
                    <a:pt x="1850712" y="382123"/>
                  </a:cubicBezTo>
                  <a:cubicBezTo>
                    <a:pt x="1849188" y="381075"/>
                    <a:pt x="1847569" y="380313"/>
                    <a:pt x="1845950" y="379646"/>
                  </a:cubicBezTo>
                  <a:cubicBezTo>
                    <a:pt x="1845854" y="379551"/>
                    <a:pt x="1845664" y="379551"/>
                    <a:pt x="1845568" y="379551"/>
                  </a:cubicBezTo>
                  <a:cubicBezTo>
                    <a:pt x="1844044" y="378979"/>
                    <a:pt x="1842616" y="378599"/>
                    <a:pt x="1841092" y="378408"/>
                  </a:cubicBezTo>
                  <a:cubicBezTo>
                    <a:pt x="1840996" y="378408"/>
                    <a:pt x="1840996" y="378408"/>
                    <a:pt x="1840901" y="378408"/>
                  </a:cubicBezTo>
                  <a:cubicBezTo>
                    <a:pt x="1840901" y="378408"/>
                    <a:pt x="1840901" y="378408"/>
                    <a:pt x="1840901" y="378408"/>
                  </a:cubicBezTo>
                  <a:cubicBezTo>
                    <a:pt x="1836425" y="377932"/>
                    <a:pt x="1832138" y="378979"/>
                    <a:pt x="1828995" y="381551"/>
                  </a:cubicBezTo>
                  <a:cubicBezTo>
                    <a:pt x="1814708" y="354500"/>
                    <a:pt x="1795848" y="328497"/>
                    <a:pt x="1772702" y="305256"/>
                  </a:cubicBezTo>
                  <a:cubicBezTo>
                    <a:pt x="1745175" y="277729"/>
                    <a:pt x="1713838" y="256488"/>
                    <a:pt x="1681358" y="241534"/>
                  </a:cubicBezTo>
                  <a:cubicBezTo>
                    <a:pt x="1684215" y="237248"/>
                    <a:pt x="1684786" y="231532"/>
                    <a:pt x="1682215" y="225436"/>
                  </a:cubicBezTo>
                  <a:cubicBezTo>
                    <a:pt x="1678500" y="216674"/>
                    <a:pt x="1669546" y="210101"/>
                    <a:pt x="1660593" y="209149"/>
                  </a:cubicBezTo>
                  <a:cubicBezTo>
                    <a:pt x="1660212" y="209149"/>
                    <a:pt x="1659926" y="209053"/>
                    <a:pt x="1659545" y="209053"/>
                  </a:cubicBezTo>
                  <a:cubicBezTo>
                    <a:pt x="1657831" y="208958"/>
                    <a:pt x="1656211" y="208958"/>
                    <a:pt x="1654592" y="209339"/>
                  </a:cubicBezTo>
                  <a:cubicBezTo>
                    <a:pt x="1645829" y="211149"/>
                    <a:pt x="1641257" y="218483"/>
                    <a:pt x="1642495" y="226865"/>
                  </a:cubicBezTo>
                  <a:cubicBezTo>
                    <a:pt x="1624493" y="221436"/>
                    <a:pt x="1606491" y="217912"/>
                    <a:pt x="1588775" y="216388"/>
                  </a:cubicBezTo>
                  <a:cubicBezTo>
                    <a:pt x="1578297" y="196004"/>
                    <a:pt x="1564581" y="176383"/>
                    <a:pt x="1548008" y="158190"/>
                  </a:cubicBezTo>
                  <a:cubicBezTo>
                    <a:pt x="1554199" y="156190"/>
                    <a:pt x="1558580" y="151332"/>
                    <a:pt x="1558866" y="144760"/>
                  </a:cubicBezTo>
                  <a:cubicBezTo>
                    <a:pt x="1559437" y="134568"/>
                    <a:pt x="1549912" y="123995"/>
                    <a:pt x="1537911" y="121423"/>
                  </a:cubicBezTo>
                  <a:cubicBezTo>
                    <a:pt x="1536101" y="121043"/>
                    <a:pt x="1534292" y="121043"/>
                    <a:pt x="1532672" y="121043"/>
                  </a:cubicBezTo>
                  <a:cubicBezTo>
                    <a:pt x="1532386" y="121043"/>
                    <a:pt x="1532101" y="121043"/>
                    <a:pt x="1531910" y="121138"/>
                  </a:cubicBezTo>
                  <a:cubicBezTo>
                    <a:pt x="1530291" y="121233"/>
                    <a:pt x="1528767" y="121519"/>
                    <a:pt x="1527338" y="121900"/>
                  </a:cubicBezTo>
                  <a:cubicBezTo>
                    <a:pt x="1527338" y="121900"/>
                    <a:pt x="1527338" y="121900"/>
                    <a:pt x="1527338" y="121900"/>
                  </a:cubicBezTo>
                  <a:cubicBezTo>
                    <a:pt x="1527338" y="121900"/>
                    <a:pt x="1527338" y="121900"/>
                    <a:pt x="1527338" y="121900"/>
                  </a:cubicBezTo>
                  <a:cubicBezTo>
                    <a:pt x="1523052" y="123138"/>
                    <a:pt x="1519623" y="125615"/>
                    <a:pt x="1517623" y="129139"/>
                  </a:cubicBezTo>
                  <a:cubicBezTo>
                    <a:pt x="1494001" y="109517"/>
                    <a:pt x="1466569" y="92753"/>
                    <a:pt x="1436089" y="80275"/>
                  </a:cubicBezTo>
                  <a:cubicBezTo>
                    <a:pt x="1400084" y="65321"/>
                    <a:pt x="1362842" y="57606"/>
                    <a:pt x="1327027" y="56273"/>
                  </a:cubicBezTo>
                  <a:cubicBezTo>
                    <a:pt x="1327980" y="51224"/>
                    <a:pt x="1326361" y="45700"/>
                    <a:pt x="1321693" y="41032"/>
                  </a:cubicBezTo>
                  <a:cubicBezTo>
                    <a:pt x="1316074" y="35508"/>
                    <a:pt x="1307787" y="32746"/>
                    <a:pt x="1300167" y="33317"/>
                  </a:cubicBezTo>
                  <a:cubicBezTo>
                    <a:pt x="1300167" y="33317"/>
                    <a:pt x="1300167" y="33317"/>
                    <a:pt x="1300167" y="33317"/>
                  </a:cubicBezTo>
                  <a:cubicBezTo>
                    <a:pt x="1300167" y="33317"/>
                    <a:pt x="1300072" y="33317"/>
                    <a:pt x="1300072" y="33317"/>
                  </a:cubicBezTo>
                  <a:cubicBezTo>
                    <a:pt x="1298357" y="33508"/>
                    <a:pt x="1296643" y="33794"/>
                    <a:pt x="1295024" y="34365"/>
                  </a:cubicBezTo>
                  <a:cubicBezTo>
                    <a:pt x="1294928" y="34365"/>
                    <a:pt x="1294738" y="34460"/>
                    <a:pt x="1294643" y="34460"/>
                  </a:cubicBezTo>
                  <a:cubicBezTo>
                    <a:pt x="1293023" y="35032"/>
                    <a:pt x="1291404" y="35794"/>
                    <a:pt x="1289975" y="36746"/>
                  </a:cubicBezTo>
                  <a:cubicBezTo>
                    <a:pt x="1288832" y="37508"/>
                    <a:pt x="1287880" y="38365"/>
                    <a:pt x="1287022" y="39223"/>
                  </a:cubicBezTo>
                  <a:cubicBezTo>
                    <a:pt x="1284451" y="41985"/>
                    <a:pt x="1283117" y="45319"/>
                    <a:pt x="1283022" y="48748"/>
                  </a:cubicBezTo>
                  <a:cubicBezTo>
                    <a:pt x="1282927" y="51034"/>
                    <a:pt x="1283403" y="53415"/>
                    <a:pt x="1284451" y="55606"/>
                  </a:cubicBezTo>
                  <a:cubicBezTo>
                    <a:pt x="1284736" y="56273"/>
                    <a:pt x="1285213" y="56844"/>
                    <a:pt x="1285594" y="57511"/>
                  </a:cubicBezTo>
                  <a:cubicBezTo>
                    <a:pt x="1266829" y="59416"/>
                    <a:pt x="1248827" y="63035"/>
                    <a:pt x="1231873" y="68465"/>
                  </a:cubicBezTo>
                  <a:cubicBezTo>
                    <a:pt x="1214347" y="53701"/>
                    <a:pt x="1194059" y="40842"/>
                    <a:pt x="1171865" y="30460"/>
                  </a:cubicBezTo>
                  <a:cubicBezTo>
                    <a:pt x="1176818" y="26269"/>
                    <a:pt x="1178914" y="20078"/>
                    <a:pt x="1176723" y="13886"/>
                  </a:cubicBezTo>
                  <a:cubicBezTo>
                    <a:pt x="1175485" y="10267"/>
                    <a:pt x="1172818" y="7123"/>
                    <a:pt x="1169389" y="4837"/>
                  </a:cubicBezTo>
                  <a:cubicBezTo>
                    <a:pt x="1168246" y="4075"/>
                    <a:pt x="1167008" y="3314"/>
                    <a:pt x="1165769" y="2742"/>
                  </a:cubicBezTo>
                  <a:cubicBezTo>
                    <a:pt x="1163197" y="1504"/>
                    <a:pt x="1160340" y="647"/>
                    <a:pt x="1157387" y="265"/>
                  </a:cubicBezTo>
                  <a:cubicBezTo>
                    <a:pt x="1154435" y="-115"/>
                    <a:pt x="1151386" y="-115"/>
                    <a:pt x="1148338" y="456"/>
                  </a:cubicBezTo>
                  <a:cubicBezTo>
                    <a:pt x="1146529" y="837"/>
                    <a:pt x="1145005" y="1408"/>
                    <a:pt x="1143481" y="2075"/>
                  </a:cubicBezTo>
                  <a:cubicBezTo>
                    <a:pt x="1143100" y="2266"/>
                    <a:pt x="1142814" y="2361"/>
                    <a:pt x="1142528" y="2552"/>
                  </a:cubicBezTo>
                  <a:cubicBezTo>
                    <a:pt x="1141195" y="3218"/>
                    <a:pt x="1139957" y="3980"/>
                    <a:pt x="1138813" y="4933"/>
                  </a:cubicBezTo>
                  <a:cubicBezTo>
                    <a:pt x="1138813" y="4933"/>
                    <a:pt x="1138813" y="4933"/>
                    <a:pt x="1138813" y="4933"/>
                  </a:cubicBezTo>
                  <a:lnTo>
                    <a:pt x="1138813" y="4933"/>
                  </a:lnTo>
                  <a:cubicBezTo>
                    <a:pt x="1135385" y="7695"/>
                    <a:pt x="1133099" y="11410"/>
                    <a:pt x="1132718" y="15410"/>
                  </a:cubicBezTo>
                  <a:cubicBezTo>
                    <a:pt x="1103476" y="6457"/>
                    <a:pt x="1071853" y="1408"/>
                    <a:pt x="1039087" y="1408"/>
                  </a:cubicBezTo>
                  <a:cubicBezTo>
                    <a:pt x="1000320" y="1408"/>
                    <a:pt x="963172" y="8457"/>
                    <a:pt x="929549" y="20744"/>
                  </a:cubicBezTo>
                  <a:cubicBezTo>
                    <a:pt x="928501" y="15791"/>
                    <a:pt x="924882" y="11315"/>
                    <a:pt x="918786" y="8838"/>
                  </a:cubicBezTo>
                  <a:cubicBezTo>
                    <a:pt x="911547" y="5885"/>
                    <a:pt x="902784" y="6647"/>
                    <a:pt x="896021" y="10076"/>
                  </a:cubicBezTo>
                  <a:cubicBezTo>
                    <a:pt x="896021" y="10076"/>
                    <a:pt x="896021" y="10076"/>
                    <a:pt x="896021" y="10076"/>
                  </a:cubicBezTo>
                  <a:cubicBezTo>
                    <a:pt x="896021" y="10076"/>
                    <a:pt x="896021" y="10076"/>
                    <a:pt x="896021" y="10076"/>
                  </a:cubicBezTo>
                  <a:cubicBezTo>
                    <a:pt x="894497" y="10838"/>
                    <a:pt x="893068" y="11791"/>
                    <a:pt x="891830" y="12839"/>
                  </a:cubicBezTo>
                  <a:cubicBezTo>
                    <a:pt x="891640" y="12934"/>
                    <a:pt x="891449" y="13124"/>
                    <a:pt x="891259" y="13219"/>
                  </a:cubicBezTo>
                  <a:cubicBezTo>
                    <a:pt x="889925" y="14362"/>
                    <a:pt x="888782" y="15601"/>
                    <a:pt x="887830" y="16934"/>
                  </a:cubicBezTo>
                  <a:cubicBezTo>
                    <a:pt x="882877" y="24173"/>
                    <a:pt x="884877" y="32555"/>
                    <a:pt x="891449" y="37794"/>
                  </a:cubicBezTo>
                  <a:cubicBezTo>
                    <a:pt x="874971" y="46652"/>
                    <a:pt x="859636" y="56939"/>
                    <a:pt x="846110" y="68465"/>
                  </a:cubicBezTo>
                  <a:cubicBezTo>
                    <a:pt x="824203" y="61511"/>
                    <a:pt x="800485" y="57415"/>
                    <a:pt x="775911" y="56273"/>
                  </a:cubicBezTo>
                  <a:cubicBezTo>
                    <a:pt x="778959" y="50367"/>
                    <a:pt x="778768" y="43795"/>
                    <a:pt x="774292" y="38842"/>
                  </a:cubicBezTo>
                  <a:cubicBezTo>
                    <a:pt x="771910" y="36270"/>
                    <a:pt x="768672" y="34460"/>
                    <a:pt x="764957" y="33603"/>
                  </a:cubicBezTo>
                  <a:cubicBezTo>
                    <a:pt x="763338" y="33222"/>
                    <a:pt x="761624" y="32841"/>
                    <a:pt x="759909" y="32841"/>
                  </a:cubicBezTo>
                  <a:cubicBezTo>
                    <a:pt x="757051" y="32746"/>
                    <a:pt x="754099" y="33032"/>
                    <a:pt x="751241" y="33794"/>
                  </a:cubicBezTo>
                  <a:cubicBezTo>
                    <a:pt x="748384" y="34556"/>
                    <a:pt x="745526" y="35794"/>
                    <a:pt x="742954" y="37508"/>
                  </a:cubicBezTo>
                  <a:cubicBezTo>
                    <a:pt x="741335" y="38556"/>
                    <a:pt x="740097" y="39699"/>
                    <a:pt x="738859" y="40937"/>
                  </a:cubicBezTo>
                  <a:cubicBezTo>
                    <a:pt x="738763" y="41032"/>
                    <a:pt x="738573" y="41223"/>
                    <a:pt x="738478" y="41318"/>
                  </a:cubicBezTo>
                  <a:cubicBezTo>
                    <a:pt x="737335" y="42557"/>
                    <a:pt x="736477" y="43795"/>
                    <a:pt x="735716" y="45128"/>
                  </a:cubicBezTo>
                  <a:cubicBezTo>
                    <a:pt x="735716" y="45128"/>
                    <a:pt x="735716" y="45128"/>
                    <a:pt x="735716" y="45128"/>
                  </a:cubicBezTo>
                  <a:cubicBezTo>
                    <a:pt x="735716" y="45128"/>
                    <a:pt x="735716" y="45128"/>
                    <a:pt x="735716" y="45128"/>
                  </a:cubicBezTo>
                  <a:cubicBezTo>
                    <a:pt x="733429" y="49033"/>
                    <a:pt x="732858" y="53415"/>
                    <a:pt x="734096" y="57320"/>
                  </a:cubicBezTo>
                  <a:cubicBezTo>
                    <a:pt x="703521" y="60178"/>
                    <a:pt x="672279" y="67703"/>
                    <a:pt x="641799" y="80275"/>
                  </a:cubicBezTo>
                  <a:cubicBezTo>
                    <a:pt x="605699" y="95135"/>
                    <a:pt x="573981" y="115899"/>
                    <a:pt x="547692" y="140283"/>
                  </a:cubicBezTo>
                  <a:cubicBezTo>
                    <a:pt x="544834" y="136092"/>
                    <a:pt x="539786" y="133330"/>
                    <a:pt x="533214" y="133425"/>
                  </a:cubicBezTo>
                  <a:cubicBezTo>
                    <a:pt x="525308" y="133520"/>
                    <a:pt x="517593" y="137521"/>
                    <a:pt x="512735" y="143331"/>
                  </a:cubicBezTo>
                  <a:lnTo>
                    <a:pt x="512735" y="143331"/>
                  </a:lnTo>
                  <a:cubicBezTo>
                    <a:pt x="512735" y="143331"/>
                    <a:pt x="512735" y="143331"/>
                    <a:pt x="512735" y="143331"/>
                  </a:cubicBezTo>
                  <a:cubicBezTo>
                    <a:pt x="511592" y="144665"/>
                    <a:pt x="510640" y="145998"/>
                    <a:pt x="509878" y="147522"/>
                  </a:cubicBezTo>
                  <a:cubicBezTo>
                    <a:pt x="509783" y="147712"/>
                    <a:pt x="509687" y="147903"/>
                    <a:pt x="509592" y="148094"/>
                  </a:cubicBezTo>
                  <a:cubicBezTo>
                    <a:pt x="508830" y="149618"/>
                    <a:pt x="508163" y="151237"/>
                    <a:pt x="507877" y="152856"/>
                  </a:cubicBezTo>
                  <a:cubicBezTo>
                    <a:pt x="506163" y="161428"/>
                    <a:pt x="511116" y="168477"/>
                    <a:pt x="519308" y="170668"/>
                  </a:cubicBezTo>
                  <a:cubicBezTo>
                    <a:pt x="507496" y="185241"/>
                    <a:pt x="497400" y="200576"/>
                    <a:pt x="489209" y="216388"/>
                  </a:cubicBezTo>
                  <a:cubicBezTo>
                    <a:pt x="466349" y="218388"/>
                    <a:pt x="443012" y="223627"/>
                    <a:pt x="419867" y="232009"/>
                  </a:cubicBezTo>
                  <a:cubicBezTo>
                    <a:pt x="420438" y="225436"/>
                    <a:pt x="417580" y="219436"/>
                    <a:pt x="411580" y="216578"/>
                  </a:cubicBezTo>
                  <a:cubicBezTo>
                    <a:pt x="410437" y="216007"/>
                    <a:pt x="409199" y="215626"/>
                    <a:pt x="407960" y="215340"/>
                  </a:cubicBezTo>
                  <a:cubicBezTo>
                    <a:pt x="406722" y="215054"/>
                    <a:pt x="405388" y="214959"/>
                    <a:pt x="404055" y="214959"/>
                  </a:cubicBezTo>
                  <a:cubicBezTo>
                    <a:pt x="401388" y="214959"/>
                    <a:pt x="398626" y="215435"/>
                    <a:pt x="395959" y="216388"/>
                  </a:cubicBezTo>
                  <a:cubicBezTo>
                    <a:pt x="390625" y="218293"/>
                    <a:pt x="385576" y="222103"/>
                    <a:pt x="382147" y="227151"/>
                  </a:cubicBezTo>
                  <a:cubicBezTo>
                    <a:pt x="381100" y="228675"/>
                    <a:pt x="380338" y="230294"/>
                    <a:pt x="379671" y="231914"/>
                  </a:cubicBezTo>
                  <a:cubicBezTo>
                    <a:pt x="379576" y="232009"/>
                    <a:pt x="379576" y="232199"/>
                    <a:pt x="379576" y="232294"/>
                  </a:cubicBezTo>
                  <a:cubicBezTo>
                    <a:pt x="379004" y="233819"/>
                    <a:pt x="378623" y="235247"/>
                    <a:pt x="378433" y="236771"/>
                  </a:cubicBezTo>
                  <a:cubicBezTo>
                    <a:pt x="378433" y="236866"/>
                    <a:pt x="378433" y="236866"/>
                    <a:pt x="378433" y="236962"/>
                  </a:cubicBezTo>
                  <a:cubicBezTo>
                    <a:pt x="378433" y="236962"/>
                    <a:pt x="378433" y="236962"/>
                    <a:pt x="378433" y="236962"/>
                  </a:cubicBezTo>
                  <a:cubicBezTo>
                    <a:pt x="377957" y="241439"/>
                    <a:pt x="379004" y="245725"/>
                    <a:pt x="381576" y="248868"/>
                  </a:cubicBezTo>
                  <a:cubicBezTo>
                    <a:pt x="354525" y="263156"/>
                    <a:pt x="328522" y="282015"/>
                    <a:pt x="305281" y="305161"/>
                  </a:cubicBezTo>
                  <a:cubicBezTo>
                    <a:pt x="277753" y="332688"/>
                    <a:pt x="256513" y="364025"/>
                    <a:pt x="241559" y="396506"/>
                  </a:cubicBezTo>
                  <a:cubicBezTo>
                    <a:pt x="237272" y="393648"/>
                    <a:pt x="231557" y="393077"/>
                    <a:pt x="225461" y="395648"/>
                  </a:cubicBezTo>
                  <a:cubicBezTo>
                    <a:pt x="216698" y="399363"/>
                    <a:pt x="210126" y="408316"/>
                    <a:pt x="209174" y="417270"/>
                  </a:cubicBezTo>
                  <a:cubicBezTo>
                    <a:pt x="209174" y="417651"/>
                    <a:pt x="209078" y="417937"/>
                    <a:pt x="209078" y="418318"/>
                  </a:cubicBezTo>
                  <a:cubicBezTo>
                    <a:pt x="208983" y="420032"/>
                    <a:pt x="208983" y="421652"/>
                    <a:pt x="209364" y="423271"/>
                  </a:cubicBezTo>
                  <a:cubicBezTo>
                    <a:pt x="211174" y="432034"/>
                    <a:pt x="218508" y="436606"/>
                    <a:pt x="226890" y="435368"/>
                  </a:cubicBezTo>
                  <a:cubicBezTo>
                    <a:pt x="221461" y="453370"/>
                    <a:pt x="217936" y="471372"/>
                    <a:pt x="216412" y="489089"/>
                  </a:cubicBezTo>
                  <a:cubicBezTo>
                    <a:pt x="196029" y="499566"/>
                    <a:pt x="176408" y="513282"/>
                    <a:pt x="158215" y="529856"/>
                  </a:cubicBezTo>
                  <a:cubicBezTo>
                    <a:pt x="156214" y="523664"/>
                    <a:pt x="151357" y="519283"/>
                    <a:pt x="144784" y="518997"/>
                  </a:cubicBezTo>
                  <a:cubicBezTo>
                    <a:pt x="143546" y="518902"/>
                    <a:pt x="142213" y="518997"/>
                    <a:pt x="140975" y="519283"/>
                  </a:cubicBezTo>
                  <a:cubicBezTo>
                    <a:pt x="134593" y="520426"/>
                    <a:pt x="128497" y="525188"/>
                    <a:pt x="124782" y="531570"/>
                  </a:cubicBezTo>
                  <a:cubicBezTo>
                    <a:pt x="123258" y="534142"/>
                    <a:pt x="122115" y="536999"/>
                    <a:pt x="121448" y="539952"/>
                  </a:cubicBezTo>
                  <a:cubicBezTo>
                    <a:pt x="121067" y="541762"/>
                    <a:pt x="121067" y="543572"/>
                    <a:pt x="121067" y="545191"/>
                  </a:cubicBezTo>
                  <a:cubicBezTo>
                    <a:pt x="121067" y="545477"/>
                    <a:pt x="121067" y="545762"/>
                    <a:pt x="121162" y="545953"/>
                  </a:cubicBezTo>
                  <a:cubicBezTo>
                    <a:pt x="121258" y="547572"/>
                    <a:pt x="121543" y="549096"/>
                    <a:pt x="121925" y="550525"/>
                  </a:cubicBezTo>
                  <a:cubicBezTo>
                    <a:pt x="121925" y="550525"/>
                    <a:pt x="121925" y="550525"/>
                    <a:pt x="121925" y="550525"/>
                  </a:cubicBezTo>
                  <a:cubicBezTo>
                    <a:pt x="121925" y="550525"/>
                    <a:pt x="121925" y="550525"/>
                    <a:pt x="121925" y="550525"/>
                  </a:cubicBezTo>
                  <a:cubicBezTo>
                    <a:pt x="123163" y="554811"/>
                    <a:pt x="125639" y="558240"/>
                    <a:pt x="129163" y="560240"/>
                  </a:cubicBezTo>
                  <a:cubicBezTo>
                    <a:pt x="109542" y="583862"/>
                    <a:pt x="92778" y="611294"/>
                    <a:pt x="80300" y="641774"/>
                  </a:cubicBezTo>
                  <a:cubicBezTo>
                    <a:pt x="65346" y="677779"/>
                    <a:pt x="57631" y="715022"/>
                    <a:pt x="56297" y="750835"/>
                  </a:cubicBezTo>
                  <a:cubicBezTo>
                    <a:pt x="51249" y="749883"/>
                    <a:pt x="45725" y="751502"/>
                    <a:pt x="41057" y="756170"/>
                  </a:cubicBezTo>
                  <a:cubicBezTo>
                    <a:pt x="35533" y="761789"/>
                    <a:pt x="32770" y="770076"/>
                    <a:pt x="33342" y="777696"/>
                  </a:cubicBezTo>
                  <a:cubicBezTo>
                    <a:pt x="33342" y="777696"/>
                    <a:pt x="33342" y="777696"/>
                    <a:pt x="33342" y="777696"/>
                  </a:cubicBezTo>
                  <a:cubicBezTo>
                    <a:pt x="33342" y="777696"/>
                    <a:pt x="33342" y="777791"/>
                    <a:pt x="33342" y="777791"/>
                  </a:cubicBezTo>
                  <a:cubicBezTo>
                    <a:pt x="33533" y="779506"/>
                    <a:pt x="33818" y="781220"/>
                    <a:pt x="34390" y="782840"/>
                  </a:cubicBezTo>
                  <a:cubicBezTo>
                    <a:pt x="34390" y="783030"/>
                    <a:pt x="34485" y="783125"/>
                    <a:pt x="34485" y="783316"/>
                  </a:cubicBezTo>
                  <a:cubicBezTo>
                    <a:pt x="35057" y="784935"/>
                    <a:pt x="35818" y="786554"/>
                    <a:pt x="36771" y="787983"/>
                  </a:cubicBezTo>
                  <a:cubicBezTo>
                    <a:pt x="41819" y="795413"/>
                    <a:pt x="50392" y="796746"/>
                    <a:pt x="57631" y="792460"/>
                  </a:cubicBezTo>
                  <a:cubicBezTo>
                    <a:pt x="59536" y="811224"/>
                    <a:pt x="63155" y="829226"/>
                    <a:pt x="68584" y="846181"/>
                  </a:cubicBezTo>
                  <a:cubicBezTo>
                    <a:pt x="53821" y="863707"/>
                    <a:pt x="40962" y="883995"/>
                    <a:pt x="30580" y="906188"/>
                  </a:cubicBezTo>
                  <a:cubicBezTo>
                    <a:pt x="28008" y="903140"/>
                    <a:pt x="24674" y="901140"/>
                    <a:pt x="21055" y="900568"/>
                  </a:cubicBezTo>
                  <a:cubicBezTo>
                    <a:pt x="19912" y="900378"/>
                    <a:pt x="18769" y="900378"/>
                    <a:pt x="17530" y="900473"/>
                  </a:cubicBezTo>
                  <a:cubicBezTo>
                    <a:pt x="16387" y="900568"/>
                    <a:pt x="15149" y="900854"/>
                    <a:pt x="13911" y="901331"/>
                  </a:cubicBezTo>
                  <a:cubicBezTo>
                    <a:pt x="4291" y="904759"/>
                    <a:pt x="-1805" y="917618"/>
                    <a:pt x="481" y="929715"/>
                  </a:cubicBezTo>
                  <a:cubicBezTo>
                    <a:pt x="862" y="931525"/>
                    <a:pt x="1433" y="933049"/>
                    <a:pt x="2100" y="934573"/>
                  </a:cubicBezTo>
                  <a:cubicBezTo>
                    <a:pt x="2291" y="934954"/>
                    <a:pt x="2481" y="935240"/>
                    <a:pt x="2576" y="935525"/>
                  </a:cubicBezTo>
                  <a:cubicBezTo>
                    <a:pt x="3243" y="936859"/>
                    <a:pt x="4005" y="938097"/>
                    <a:pt x="4958" y="939240"/>
                  </a:cubicBezTo>
                  <a:cubicBezTo>
                    <a:pt x="4958" y="939240"/>
                    <a:pt x="4958" y="939240"/>
                    <a:pt x="4958" y="939240"/>
                  </a:cubicBezTo>
                  <a:lnTo>
                    <a:pt x="4958" y="939240"/>
                  </a:lnTo>
                  <a:cubicBezTo>
                    <a:pt x="7720" y="942669"/>
                    <a:pt x="11434" y="944955"/>
                    <a:pt x="15435" y="945336"/>
                  </a:cubicBezTo>
                  <a:cubicBezTo>
                    <a:pt x="6482" y="974578"/>
                    <a:pt x="1433" y="1006201"/>
                    <a:pt x="1433" y="1038967"/>
                  </a:cubicBezTo>
                  <a:cubicBezTo>
                    <a:pt x="1433" y="1077733"/>
                    <a:pt x="8482" y="1114881"/>
                    <a:pt x="20769" y="1148504"/>
                  </a:cubicBezTo>
                  <a:cubicBezTo>
                    <a:pt x="15816" y="1149552"/>
                    <a:pt x="11339" y="1153172"/>
                    <a:pt x="8863" y="1159267"/>
                  </a:cubicBezTo>
                  <a:cubicBezTo>
                    <a:pt x="5910" y="1166507"/>
                    <a:pt x="6672" y="1175270"/>
                    <a:pt x="10101" y="1182032"/>
                  </a:cubicBezTo>
                  <a:cubicBezTo>
                    <a:pt x="10101" y="1182032"/>
                    <a:pt x="10101" y="1182032"/>
                    <a:pt x="10101" y="1182032"/>
                  </a:cubicBezTo>
                  <a:cubicBezTo>
                    <a:pt x="10101" y="1182032"/>
                    <a:pt x="10101" y="1182032"/>
                    <a:pt x="10101" y="1182032"/>
                  </a:cubicBezTo>
                  <a:cubicBezTo>
                    <a:pt x="10863" y="1183556"/>
                    <a:pt x="11816" y="1184985"/>
                    <a:pt x="12863" y="1186223"/>
                  </a:cubicBezTo>
                  <a:cubicBezTo>
                    <a:pt x="12958" y="1186414"/>
                    <a:pt x="13149" y="1186604"/>
                    <a:pt x="13244" y="1186795"/>
                  </a:cubicBezTo>
                  <a:cubicBezTo>
                    <a:pt x="14387" y="1188128"/>
                    <a:pt x="15625" y="1189271"/>
                    <a:pt x="16959" y="1190224"/>
                  </a:cubicBezTo>
                  <a:cubicBezTo>
                    <a:pt x="24198" y="1195177"/>
                    <a:pt x="32580" y="1193176"/>
                    <a:pt x="37819" y="1186604"/>
                  </a:cubicBezTo>
                  <a:cubicBezTo>
                    <a:pt x="46677" y="1203083"/>
                    <a:pt x="56964" y="1218418"/>
                    <a:pt x="68489" y="1231943"/>
                  </a:cubicBezTo>
                  <a:cubicBezTo>
                    <a:pt x="61536" y="1253851"/>
                    <a:pt x="57440" y="1277568"/>
                    <a:pt x="56297" y="1302142"/>
                  </a:cubicBezTo>
                  <a:cubicBezTo>
                    <a:pt x="50392" y="1299095"/>
                    <a:pt x="43819" y="1299285"/>
                    <a:pt x="38867" y="1303762"/>
                  </a:cubicBezTo>
                  <a:cubicBezTo>
                    <a:pt x="31342" y="1310620"/>
                    <a:pt x="30675" y="1324812"/>
                    <a:pt x="37533" y="1335099"/>
                  </a:cubicBezTo>
                  <a:cubicBezTo>
                    <a:pt x="38581" y="1336718"/>
                    <a:pt x="39724" y="1337957"/>
                    <a:pt x="40962" y="1339195"/>
                  </a:cubicBezTo>
                  <a:cubicBezTo>
                    <a:pt x="41057" y="1339290"/>
                    <a:pt x="41248" y="1339481"/>
                    <a:pt x="41343" y="1339576"/>
                  </a:cubicBezTo>
                  <a:cubicBezTo>
                    <a:pt x="42581" y="1340719"/>
                    <a:pt x="43819" y="1341576"/>
                    <a:pt x="45153" y="1342338"/>
                  </a:cubicBezTo>
                  <a:cubicBezTo>
                    <a:pt x="45153" y="1342338"/>
                    <a:pt x="45153" y="1342338"/>
                    <a:pt x="45153" y="1342338"/>
                  </a:cubicBezTo>
                  <a:cubicBezTo>
                    <a:pt x="45153" y="1342338"/>
                    <a:pt x="45153" y="1342338"/>
                    <a:pt x="45153" y="1342338"/>
                  </a:cubicBezTo>
                  <a:cubicBezTo>
                    <a:pt x="49058" y="1344624"/>
                    <a:pt x="53440" y="1345196"/>
                    <a:pt x="57345" y="1343957"/>
                  </a:cubicBezTo>
                  <a:cubicBezTo>
                    <a:pt x="60202" y="1374533"/>
                    <a:pt x="67727" y="1405775"/>
                    <a:pt x="80300" y="1436255"/>
                  </a:cubicBezTo>
                  <a:cubicBezTo>
                    <a:pt x="95159" y="1472354"/>
                    <a:pt x="115924" y="1504073"/>
                    <a:pt x="140308" y="1530362"/>
                  </a:cubicBezTo>
                  <a:cubicBezTo>
                    <a:pt x="136117" y="1533219"/>
                    <a:pt x="133354" y="1538267"/>
                    <a:pt x="133450" y="1544840"/>
                  </a:cubicBezTo>
                  <a:cubicBezTo>
                    <a:pt x="133545" y="1552745"/>
                    <a:pt x="137545" y="1560460"/>
                    <a:pt x="143356" y="1565318"/>
                  </a:cubicBezTo>
                  <a:lnTo>
                    <a:pt x="143356" y="1565318"/>
                  </a:lnTo>
                  <a:cubicBezTo>
                    <a:pt x="143356" y="1565318"/>
                    <a:pt x="143356" y="1565318"/>
                    <a:pt x="143356" y="1565318"/>
                  </a:cubicBezTo>
                  <a:cubicBezTo>
                    <a:pt x="144689" y="1566461"/>
                    <a:pt x="146023" y="1567414"/>
                    <a:pt x="147547" y="1568176"/>
                  </a:cubicBezTo>
                  <a:cubicBezTo>
                    <a:pt x="147737" y="1568271"/>
                    <a:pt x="147928" y="1568366"/>
                    <a:pt x="148118" y="1568462"/>
                  </a:cubicBezTo>
                  <a:cubicBezTo>
                    <a:pt x="149642" y="1569224"/>
                    <a:pt x="151261" y="1569890"/>
                    <a:pt x="152881" y="1570176"/>
                  </a:cubicBezTo>
                  <a:cubicBezTo>
                    <a:pt x="161453" y="1571891"/>
                    <a:pt x="168502" y="1566938"/>
                    <a:pt x="170692" y="1558746"/>
                  </a:cubicBezTo>
                  <a:cubicBezTo>
                    <a:pt x="185266" y="1570557"/>
                    <a:pt x="200601" y="1580654"/>
                    <a:pt x="216412" y="1588845"/>
                  </a:cubicBezTo>
                  <a:cubicBezTo>
                    <a:pt x="218413" y="1611705"/>
                    <a:pt x="223651" y="1635041"/>
                    <a:pt x="232034" y="1658187"/>
                  </a:cubicBezTo>
                  <a:cubicBezTo>
                    <a:pt x="225461" y="1657616"/>
                    <a:pt x="219460" y="1660473"/>
                    <a:pt x="216603" y="1666474"/>
                  </a:cubicBezTo>
                  <a:cubicBezTo>
                    <a:pt x="213269" y="1673427"/>
                    <a:pt x="215174" y="1682571"/>
                    <a:pt x="220699" y="1689715"/>
                  </a:cubicBezTo>
                  <a:cubicBezTo>
                    <a:pt x="222509" y="1692096"/>
                    <a:pt x="224699" y="1694192"/>
                    <a:pt x="227271" y="1695906"/>
                  </a:cubicBezTo>
                  <a:cubicBezTo>
                    <a:pt x="227271" y="1695906"/>
                    <a:pt x="227271" y="1695906"/>
                    <a:pt x="227271" y="1695906"/>
                  </a:cubicBezTo>
                  <a:cubicBezTo>
                    <a:pt x="228795" y="1696954"/>
                    <a:pt x="230414" y="1697716"/>
                    <a:pt x="232034" y="1698383"/>
                  </a:cubicBezTo>
                  <a:cubicBezTo>
                    <a:pt x="232129" y="1698478"/>
                    <a:pt x="232319" y="1698478"/>
                    <a:pt x="232414" y="1698478"/>
                  </a:cubicBezTo>
                  <a:cubicBezTo>
                    <a:pt x="233938" y="1699049"/>
                    <a:pt x="235367" y="1699430"/>
                    <a:pt x="236891" y="1699621"/>
                  </a:cubicBezTo>
                  <a:cubicBezTo>
                    <a:pt x="236986" y="1699621"/>
                    <a:pt x="236986" y="1699621"/>
                    <a:pt x="237082" y="1699621"/>
                  </a:cubicBezTo>
                  <a:cubicBezTo>
                    <a:pt x="237082" y="1699621"/>
                    <a:pt x="237082" y="1699621"/>
                    <a:pt x="237082" y="1699621"/>
                  </a:cubicBezTo>
                  <a:cubicBezTo>
                    <a:pt x="241559" y="1700097"/>
                    <a:pt x="245845" y="1699049"/>
                    <a:pt x="248988" y="1696477"/>
                  </a:cubicBezTo>
                  <a:cubicBezTo>
                    <a:pt x="263275" y="1723529"/>
                    <a:pt x="282135" y="1749532"/>
                    <a:pt x="305281" y="1772773"/>
                  </a:cubicBezTo>
                  <a:cubicBezTo>
                    <a:pt x="332808" y="1800300"/>
                    <a:pt x="364145" y="1821541"/>
                    <a:pt x="396625" y="1836495"/>
                  </a:cubicBezTo>
                  <a:cubicBezTo>
                    <a:pt x="393768" y="1840781"/>
                    <a:pt x="393196" y="1846496"/>
                    <a:pt x="395768" y="1852592"/>
                  </a:cubicBezTo>
                  <a:cubicBezTo>
                    <a:pt x="399483" y="1861355"/>
                    <a:pt x="408436" y="1867927"/>
                    <a:pt x="417390" y="1868880"/>
                  </a:cubicBezTo>
                  <a:cubicBezTo>
                    <a:pt x="417771" y="1868880"/>
                    <a:pt x="418057" y="1868975"/>
                    <a:pt x="418438" y="1868975"/>
                  </a:cubicBezTo>
                  <a:cubicBezTo>
                    <a:pt x="420152" y="1869071"/>
                    <a:pt x="421771" y="1869071"/>
                    <a:pt x="423391" y="1868690"/>
                  </a:cubicBezTo>
                  <a:cubicBezTo>
                    <a:pt x="424724" y="1868404"/>
                    <a:pt x="425962" y="1868023"/>
                    <a:pt x="427105" y="1867451"/>
                  </a:cubicBezTo>
                  <a:cubicBezTo>
                    <a:pt x="432820" y="1864880"/>
                    <a:pt x="435964" y="1859546"/>
                    <a:pt x="435773" y="1853354"/>
                  </a:cubicBezTo>
                  <a:cubicBezTo>
                    <a:pt x="435773" y="1852688"/>
                    <a:pt x="435583" y="1851925"/>
                    <a:pt x="435487" y="1851164"/>
                  </a:cubicBezTo>
                  <a:cubicBezTo>
                    <a:pt x="453490" y="1856593"/>
                    <a:pt x="471492" y="1860117"/>
                    <a:pt x="489209" y="1861641"/>
                  </a:cubicBezTo>
                  <a:cubicBezTo>
                    <a:pt x="499686" y="1882025"/>
                    <a:pt x="513402" y="1901646"/>
                    <a:pt x="529976" y="1919839"/>
                  </a:cubicBezTo>
                  <a:cubicBezTo>
                    <a:pt x="523784" y="1921839"/>
                    <a:pt x="519403" y="1926697"/>
                    <a:pt x="519117" y="1933269"/>
                  </a:cubicBezTo>
                  <a:cubicBezTo>
                    <a:pt x="518545" y="1943461"/>
                    <a:pt x="528070" y="1954033"/>
                    <a:pt x="540072" y="1956605"/>
                  </a:cubicBezTo>
                  <a:cubicBezTo>
                    <a:pt x="541882" y="1956986"/>
                    <a:pt x="543692" y="1956986"/>
                    <a:pt x="545311" y="1956986"/>
                  </a:cubicBezTo>
                  <a:cubicBezTo>
                    <a:pt x="545596" y="1956986"/>
                    <a:pt x="545882" y="1956986"/>
                    <a:pt x="546073" y="1956891"/>
                  </a:cubicBezTo>
                  <a:cubicBezTo>
                    <a:pt x="547692" y="1956796"/>
                    <a:pt x="549216" y="1956510"/>
                    <a:pt x="550645" y="1956129"/>
                  </a:cubicBezTo>
                  <a:cubicBezTo>
                    <a:pt x="550645" y="1956129"/>
                    <a:pt x="550645" y="1956129"/>
                    <a:pt x="550645" y="1956129"/>
                  </a:cubicBezTo>
                  <a:cubicBezTo>
                    <a:pt x="550645" y="1956129"/>
                    <a:pt x="550645" y="1956129"/>
                    <a:pt x="550645" y="1956129"/>
                  </a:cubicBezTo>
                  <a:cubicBezTo>
                    <a:pt x="554931" y="1954891"/>
                    <a:pt x="558360" y="1952414"/>
                    <a:pt x="560360" y="1948890"/>
                  </a:cubicBezTo>
                  <a:cubicBezTo>
                    <a:pt x="583982" y="1968512"/>
                    <a:pt x="611414" y="1985275"/>
                    <a:pt x="641894" y="1997753"/>
                  </a:cubicBezTo>
                  <a:cubicBezTo>
                    <a:pt x="677899" y="2012708"/>
                    <a:pt x="715142" y="2020423"/>
                    <a:pt x="750955" y="2021756"/>
                  </a:cubicBezTo>
                  <a:cubicBezTo>
                    <a:pt x="750003" y="2026805"/>
                    <a:pt x="751622" y="2032329"/>
                    <a:pt x="756289" y="2036996"/>
                  </a:cubicBezTo>
                  <a:cubicBezTo>
                    <a:pt x="761909" y="2042521"/>
                    <a:pt x="770196" y="2045283"/>
                    <a:pt x="777816" y="2044712"/>
                  </a:cubicBezTo>
                  <a:cubicBezTo>
                    <a:pt x="777816" y="2044712"/>
                    <a:pt x="777816" y="2044712"/>
                    <a:pt x="777816" y="2044712"/>
                  </a:cubicBezTo>
                  <a:cubicBezTo>
                    <a:pt x="777816" y="2044712"/>
                    <a:pt x="777911" y="2044712"/>
                    <a:pt x="777911" y="2044712"/>
                  </a:cubicBezTo>
                  <a:cubicBezTo>
                    <a:pt x="779626" y="2044521"/>
                    <a:pt x="781340" y="2044235"/>
                    <a:pt x="782959" y="2043664"/>
                  </a:cubicBezTo>
                  <a:cubicBezTo>
                    <a:pt x="783055" y="2043664"/>
                    <a:pt x="783245" y="2043568"/>
                    <a:pt x="783341" y="2043568"/>
                  </a:cubicBezTo>
                  <a:cubicBezTo>
                    <a:pt x="784960" y="2042997"/>
                    <a:pt x="786579" y="2042235"/>
                    <a:pt x="788008" y="2041283"/>
                  </a:cubicBezTo>
                  <a:cubicBezTo>
                    <a:pt x="795437" y="2036234"/>
                    <a:pt x="796771" y="2027662"/>
                    <a:pt x="792484" y="2020423"/>
                  </a:cubicBezTo>
                  <a:cubicBezTo>
                    <a:pt x="811249" y="2018518"/>
                    <a:pt x="829251" y="2014898"/>
                    <a:pt x="846205" y="2009469"/>
                  </a:cubicBezTo>
                  <a:cubicBezTo>
                    <a:pt x="863732" y="2024233"/>
                    <a:pt x="884020" y="2037092"/>
                    <a:pt x="906213" y="2047474"/>
                  </a:cubicBezTo>
                  <a:cubicBezTo>
                    <a:pt x="901260" y="2051665"/>
                    <a:pt x="899164" y="2057856"/>
                    <a:pt x="901355" y="2064047"/>
                  </a:cubicBezTo>
                  <a:cubicBezTo>
                    <a:pt x="903451" y="2070048"/>
                    <a:pt x="909356" y="2074715"/>
                    <a:pt x="916309" y="2076811"/>
                  </a:cubicBezTo>
                  <a:cubicBezTo>
                    <a:pt x="919072" y="2077668"/>
                    <a:pt x="922120" y="2078049"/>
                    <a:pt x="925168" y="2078049"/>
                  </a:cubicBezTo>
                  <a:cubicBezTo>
                    <a:pt x="926692" y="2078049"/>
                    <a:pt x="928216" y="2077858"/>
                    <a:pt x="929740" y="2077573"/>
                  </a:cubicBezTo>
                  <a:cubicBezTo>
                    <a:pt x="929740" y="2077573"/>
                    <a:pt x="929740" y="2077573"/>
                    <a:pt x="929740" y="2077573"/>
                  </a:cubicBezTo>
                  <a:cubicBezTo>
                    <a:pt x="931550" y="2077192"/>
                    <a:pt x="933074" y="2076620"/>
                    <a:pt x="934597" y="2075954"/>
                  </a:cubicBezTo>
                  <a:cubicBezTo>
                    <a:pt x="934978" y="2075763"/>
                    <a:pt x="935264" y="2075668"/>
                    <a:pt x="935550" y="2075477"/>
                  </a:cubicBezTo>
                  <a:cubicBezTo>
                    <a:pt x="936884" y="2074810"/>
                    <a:pt x="938122" y="2074049"/>
                    <a:pt x="939265" y="2073096"/>
                  </a:cubicBezTo>
                  <a:cubicBezTo>
                    <a:pt x="939265" y="2073096"/>
                    <a:pt x="939265" y="2073096"/>
                    <a:pt x="939265" y="2073096"/>
                  </a:cubicBezTo>
                  <a:lnTo>
                    <a:pt x="939265" y="2073096"/>
                  </a:lnTo>
                  <a:cubicBezTo>
                    <a:pt x="942694" y="2070334"/>
                    <a:pt x="944980" y="2066619"/>
                    <a:pt x="945361" y="2062618"/>
                  </a:cubicBezTo>
                  <a:cubicBezTo>
                    <a:pt x="974602" y="2071572"/>
                    <a:pt x="1006226" y="2076620"/>
                    <a:pt x="1038992" y="2076620"/>
                  </a:cubicBezTo>
                  <a:cubicBezTo>
                    <a:pt x="1077758" y="2076620"/>
                    <a:pt x="1114906" y="2069572"/>
                    <a:pt x="1148529" y="2057284"/>
                  </a:cubicBezTo>
                  <a:cubicBezTo>
                    <a:pt x="1149577" y="2062238"/>
                    <a:pt x="1153196" y="2066714"/>
                    <a:pt x="1159292" y="2069191"/>
                  </a:cubicBezTo>
                  <a:cubicBezTo>
                    <a:pt x="1166531" y="2072143"/>
                    <a:pt x="1175294" y="2071382"/>
                    <a:pt x="1182057" y="2067952"/>
                  </a:cubicBezTo>
                  <a:cubicBezTo>
                    <a:pt x="1182057" y="2067952"/>
                    <a:pt x="1182057" y="2067952"/>
                    <a:pt x="1182057" y="2067952"/>
                  </a:cubicBezTo>
                  <a:cubicBezTo>
                    <a:pt x="1182057" y="2067952"/>
                    <a:pt x="1182057" y="2067952"/>
                    <a:pt x="1182057" y="2067952"/>
                  </a:cubicBezTo>
                  <a:cubicBezTo>
                    <a:pt x="1183581" y="2067191"/>
                    <a:pt x="1185010" y="2066238"/>
                    <a:pt x="1186248" y="2065190"/>
                  </a:cubicBezTo>
                  <a:cubicBezTo>
                    <a:pt x="1186438" y="2065095"/>
                    <a:pt x="1186629" y="2064905"/>
                    <a:pt x="1186819" y="2064809"/>
                  </a:cubicBezTo>
                  <a:cubicBezTo>
                    <a:pt x="1188153" y="2063666"/>
                    <a:pt x="1189296" y="2062428"/>
                    <a:pt x="1190249" y="2061095"/>
                  </a:cubicBezTo>
                  <a:cubicBezTo>
                    <a:pt x="1195202" y="2053856"/>
                    <a:pt x="1193201" y="2045474"/>
                    <a:pt x="1186629" y="2040235"/>
                  </a:cubicBezTo>
                  <a:cubicBezTo>
                    <a:pt x="1203107" y="2031376"/>
                    <a:pt x="1218443" y="2021090"/>
                    <a:pt x="1231968" y="2009564"/>
                  </a:cubicBezTo>
                  <a:cubicBezTo>
                    <a:pt x="1253876" y="2016517"/>
                    <a:pt x="1277593" y="2020613"/>
                    <a:pt x="1302167" y="2021756"/>
                  </a:cubicBezTo>
                  <a:cubicBezTo>
                    <a:pt x="1299119" y="2027662"/>
                    <a:pt x="1299310" y="2034234"/>
                    <a:pt x="1303786" y="2039187"/>
                  </a:cubicBezTo>
                  <a:cubicBezTo>
                    <a:pt x="1306358" y="2042045"/>
                    <a:pt x="1309978" y="2043854"/>
                    <a:pt x="1313978" y="2044712"/>
                  </a:cubicBezTo>
                  <a:cubicBezTo>
                    <a:pt x="1315312" y="2044997"/>
                    <a:pt x="1316741" y="2045188"/>
                    <a:pt x="1318169" y="2045188"/>
                  </a:cubicBezTo>
                  <a:cubicBezTo>
                    <a:pt x="1321027" y="2045283"/>
                    <a:pt x="1323979" y="2044997"/>
                    <a:pt x="1326837" y="2044235"/>
                  </a:cubicBezTo>
                  <a:cubicBezTo>
                    <a:pt x="1329694" y="2043473"/>
                    <a:pt x="1332552" y="2042235"/>
                    <a:pt x="1335124" y="2040521"/>
                  </a:cubicBezTo>
                  <a:cubicBezTo>
                    <a:pt x="1336743" y="2039473"/>
                    <a:pt x="1337981" y="2038330"/>
                    <a:pt x="1339219" y="2037092"/>
                  </a:cubicBezTo>
                  <a:cubicBezTo>
                    <a:pt x="1339315" y="2036996"/>
                    <a:pt x="1339505" y="2036806"/>
                    <a:pt x="1339601" y="2036710"/>
                  </a:cubicBezTo>
                  <a:cubicBezTo>
                    <a:pt x="1340743" y="2035472"/>
                    <a:pt x="1341601" y="2034234"/>
                    <a:pt x="1342363" y="2032900"/>
                  </a:cubicBezTo>
                  <a:cubicBezTo>
                    <a:pt x="1342363" y="2032900"/>
                    <a:pt x="1342363" y="2032900"/>
                    <a:pt x="1342363" y="2032900"/>
                  </a:cubicBezTo>
                  <a:cubicBezTo>
                    <a:pt x="1342363" y="2032900"/>
                    <a:pt x="1342363" y="2032900"/>
                    <a:pt x="1342363" y="2032900"/>
                  </a:cubicBezTo>
                  <a:cubicBezTo>
                    <a:pt x="1344649" y="2028995"/>
                    <a:pt x="1345220" y="2024614"/>
                    <a:pt x="1343982" y="2020708"/>
                  </a:cubicBezTo>
                  <a:cubicBezTo>
                    <a:pt x="1374557" y="2017851"/>
                    <a:pt x="1405799" y="2010326"/>
                    <a:pt x="1436279" y="1997753"/>
                  </a:cubicBezTo>
                  <a:cubicBezTo>
                    <a:pt x="1472379" y="1982894"/>
                    <a:pt x="1504097" y="1962130"/>
                    <a:pt x="1530386" y="1937746"/>
                  </a:cubicBezTo>
                  <a:cubicBezTo>
                    <a:pt x="1533244" y="1941937"/>
                    <a:pt x="1538292" y="1944699"/>
                    <a:pt x="1544864" y="1944604"/>
                  </a:cubicBezTo>
                  <a:cubicBezTo>
                    <a:pt x="1552770" y="1944508"/>
                    <a:pt x="1560485" y="1940508"/>
                    <a:pt x="1565343" y="1934698"/>
                  </a:cubicBezTo>
                  <a:cubicBezTo>
                    <a:pt x="1565343" y="1934698"/>
                    <a:pt x="1565343" y="1934698"/>
                    <a:pt x="1565343" y="1934698"/>
                  </a:cubicBezTo>
                  <a:cubicBezTo>
                    <a:pt x="1565343" y="1934698"/>
                    <a:pt x="1565343" y="1934698"/>
                    <a:pt x="1565343" y="1934698"/>
                  </a:cubicBezTo>
                  <a:cubicBezTo>
                    <a:pt x="1566486" y="1933364"/>
                    <a:pt x="1567438" y="1932031"/>
                    <a:pt x="1568201" y="1930507"/>
                  </a:cubicBezTo>
                  <a:cubicBezTo>
                    <a:pt x="1568296" y="1930316"/>
                    <a:pt x="1568391" y="1930126"/>
                    <a:pt x="1568486" y="1929935"/>
                  </a:cubicBezTo>
                  <a:cubicBezTo>
                    <a:pt x="1569248" y="1928411"/>
                    <a:pt x="1569915" y="1926792"/>
                    <a:pt x="1570201" y="1925173"/>
                  </a:cubicBezTo>
                  <a:cubicBezTo>
                    <a:pt x="1571249" y="1919934"/>
                    <a:pt x="1569820" y="1915172"/>
                    <a:pt x="1566677" y="1911838"/>
                  </a:cubicBezTo>
                  <a:cubicBezTo>
                    <a:pt x="1565057" y="1910123"/>
                    <a:pt x="1563057" y="1908790"/>
                    <a:pt x="1560771" y="1907837"/>
                  </a:cubicBezTo>
                  <a:cubicBezTo>
                    <a:pt x="1560104" y="1907551"/>
                    <a:pt x="1559437" y="1907456"/>
                    <a:pt x="1558771" y="1907266"/>
                  </a:cubicBezTo>
                  <a:cubicBezTo>
                    <a:pt x="1570582" y="1892692"/>
                    <a:pt x="1580678" y="1877357"/>
                    <a:pt x="1588870" y="1861546"/>
                  </a:cubicBezTo>
                  <a:cubicBezTo>
                    <a:pt x="1611730" y="1859546"/>
                    <a:pt x="1635066" y="1854307"/>
                    <a:pt x="1658212" y="1845925"/>
                  </a:cubicBezTo>
                  <a:cubicBezTo>
                    <a:pt x="1657640" y="1852497"/>
                    <a:pt x="1660498" y="1858498"/>
                    <a:pt x="1666499" y="1861355"/>
                  </a:cubicBezTo>
                  <a:cubicBezTo>
                    <a:pt x="1675738" y="1865737"/>
                    <a:pt x="1689073" y="1860879"/>
                    <a:pt x="1695931" y="1850783"/>
                  </a:cubicBezTo>
                  <a:cubicBezTo>
                    <a:pt x="1696978" y="1849258"/>
                    <a:pt x="1697741" y="1847639"/>
                    <a:pt x="1698407" y="1846020"/>
                  </a:cubicBezTo>
                  <a:cubicBezTo>
                    <a:pt x="1698502" y="1845925"/>
                    <a:pt x="1698502" y="1845734"/>
                    <a:pt x="1698502" y="1845639"/>
                  </a:cubicBezTo>
                  <a:cubicBezTo>
                    <a:pt x="1699074" y="1844115"/>
                    <a:pt x="1699455" y="1842686"/>
                    <a:pt x="1699645" y="1841162"/>
                  </a:cubicBezTo>
                  <a:cubicBezTo>
                    <a:pt x="1699645" y="1841067"/>
                    <a:pt x="1699645" y="1841067"/>
                    <a:pt x="1699645" y="1840972"/>
                  </a:cubicBezTo>
                  <a:cubicBezTo>
                    <a:pt x="1699645" y="1840972"/>
                    <a:pt x="1699645" y="1840972"/>
                    <a:pt x="1699645" y="1840972"/>
                  </a:cubicBezTo>
                  <a:cubicBezTo>
                    <a:pt x="1700122" y="1836495"/>
                    <a:pt x="1699074" y="1832209"/>
                    <a:pt x="1696502" y="1829066"/>
                  </a:cubicBezTo>
                  <a:cubicBezTo>
                    <a:pt x="1723553" y="1814778"/>
                    <a:pt x="1749557" y="1795918"/>
                    <a:pt x="1772797" y="1772773"/>
                  </a:cubicBezTo>
                  <a:cubicBezTo>
                    <a:pt x="1800325" y="1745246"/>
                    <a:pt x="1821566" y="1713908"/>
                    <a:pt x="1836520" y="1681428"/>
                  </a:cubicBezTo>
                  <a:cubicBezTo>
                    <a:pt x="1840806" y="1684285"/>
                    <a:pt x="1846521" y="1684857"/>
                    <a:pt x="1852617" y="1682285"/>
                  </a:cubicBezTo>
                  <a:cubicBezTo>
                    <a:pt x="1861380" y="1678571"/>
                    <a:pt x="1867952" y="1669617"/>
                    <a:pt x="1868905" y="1660664"/>
                  </a:cubicBezTo>
                  <a:cubicBezTo>
                    <a:pt x="1868905" y="1660283"/>
                    <a:pt x="1869000" y="1659997"/>
                    <a:pt x="1869000" y="1659616"/>
                  </a:cubicBezTo>
                  <a:cubicBezTo>
                    <a:pt x="1869095" y="1657901"/>
                    <a:pt x="1869095" y="1656282"/>
                    <a:pt x="1868714" y="1654663"/>
                  </a:cubicBezTo>
                  <a:cubicBezTo>
                    <a:pt x="1866904" y="1645900"/>
                    <a:pt x="1859570" y="1641328"/>
                    <a:pt x="1851188" y="1642566"/>
                  </a:cubicBezTo>
                  <a:cubicBezTo>
                    <a:pt x="1856618" y="1624564"/>
                    <a:pt x="1860142" y="1606562"/>
                    <a:pt x="1861666" y="1588845"/>
                  </a:cubicBezTo>
                  <a:cubicBezTo>
                    <a:pt x="1882049" y="1578367"/>
                    <a:pt x="1901671" y="1564651"/>
                    <a:pt x="1919864" y="1548078"/>
                  </a:cubicBezTo>
                  <a:cubicBezTo>
                    <a:pt x="1920340" y="1549507"/>
                    <a:pt x="1920816" y="1550745"/>
                    <a:pt x="1921578" y="1551983"/>
                  </a:cubicBezTo>
                  <a:cubicBezTo>
                    <a:pt x="1924055" y="1556079"/>
                    <a:pt x="1928150" y="1558746"/>
                    <a:pt x="1933294" y="1558937"/>
                  </a:cubicBezTo>
                  <a:cubicBezTo>
                    <a:pt x="1935866" y="1559032"/>
                    <a:pt x="1938437" y="1558556"/>
                    <a:pt x="1940914" y="1557603"/>
                  </a:cubicBezTo>
                  <a:cubicBezTo>
                    <a:pt x="1943390" y="1556650"/>
                    <a:pt x="1945771" y="1555126"/>
                    <a:pt x="1947867" y="1553222"/>
                  </a:cubicBezTo>
                  <a:cubicBezTo>
                    <a:pt x="1949962" y="1551317"/>
                    <a:pt x="1951868" y="1549031"/>
                    <a:pt x="1953391" y="1546459"/>
                  </a:cubicBezTo>
                  <a:cubicBezTo>
                    <a:pt x="1954916" y="1543887"/>
                    <a:pt x="1956059" y="1541030"/>
                    <a:pt x="1956725" y="1538077"/>
                  </a:cubicBezTo>
                  <a:cubicBezTo>
                    <a:pt x="1957106" y="1536267"/>
                    <a:pt x="1957106" y="1534457"/>
                    <a:pt x="1957106" y="1532838"/>
                  </a:cubicBezTo>
                  <a:cubicBezTo>
                    <a:pt x="1957106" y="1532552"/>
                    <a:pt x="1957106" y="1532267"/>
                    <a:pt x="1957011" y="1532076"/>
                  </a:cubicBezTo>
                  <a:cubicBezTo>
                    <a:pt x="1956915" y="1530457"/>
                    <a:pt x="1956630" y="1528933"/>
                    <a:pt x="1956249" y="1527504"/>
                  </a:cubicBezTo>
                  <a:cubicBezTo>
                    <a:pt x="1956249" y="1527504"/>
                    <a:pt x="1956249" y="1527504"/>
                    <a:pt x="1956249" y="1527504"/>
                  </a:cubicBezTo>
                  <a:lnTo>
                    <a:pt x="1956249" y="1527504"/>
                  </a:lnTo>
                  <a:cubicBezTo>
                    <a:pt x="1955011" y="1523218"/>
                    <a:pt x="1952534" y="1519789"/>
                    <a:pt x="1949010" y="1517789"/>
                  </a:cubicBezTo>
                  <a:cubicBezTo>
                    <a:pt x="1968632" y="1494167"/>
                    <a:pt x="1985396" y="1466734"/>
                    <a:pt x="1997873" y="1436255"/>
                  </a:cubicBezTo>
                  <a:cubicBezTo>
                    <a:pt x="2012828" y="1400250"/>
                    <a:pt x="2020543" y="1363007"/>
                    <a:pt x="2021876" y="1327193"/>
                  </a:cubicBezTo>
                  <a:cubicBezTo>
                    <a:pt x="2026925" y="1328146"/>
                    <a:pt x="2032449" y="1326526"/>
                    <a:pt x="2037116" y="1321859"/>
                  </a:cubicBezTo>
                  <a:cubicBezTo>
                    <a:pt x="2042640" y="1316240"/>
                    <a:pt x="2045403" y="1307953"/>
                    <a:pt x="2044832" y="1300333"/>
                  </a:cubicBezTo>
                  <a:cubicBezTo>
                    <a:pt x="2044832" y="1300333"/>
                    <a:pt x="2044832" y="1300333"/>
                    <a:pt x="2044832" y="1300333"/>
                  </a:cubicBezTo>
                  <a:cubicBezTo>
                    <a:pt x="2044832" y="1300333"/>
                    <a:pt x="2044832" y="1300238"/>
                    <a:pt x="2044832" y="1300238"/>
                  </a:cubicBezTo>
                  <a:cubicBezTo>
                    <a:pt x="2044641" y="1298523"/>
                    <a:pt x="2044355" y="1296808"/>
                    <a:pt x="2043784" y="1295189"/>
                  </a:cubicBezTo>
                  <a:cubicBezTo>
                    <a:pt x="2043784" y="1295094"/>
                    <a:pt x="2043689" y="1294904"/>
                    <a:pt x="2043689" y="1294808"/>
                  </a:cubicBezTo>
                  <a:cubicBezTo>
                    <a:pt x="2043117" y="1293189"/>
                    <a:pt x="2042355" y="1291570"/>
                    <a:pt x="2041403" y="1290141"/>
                  </a:cubicBezTo>
                  <a:cubicBezTo>
                    <a:pt x="2040641" y="1288998"/>
                    <a:pt x="2039783" y="1288046"/>
                    <a:pt x="2038926" y="1287188"/>
                  </a:cubicBezTo>
                  <a:cubicBezTo>
                    <a:pt x="2037116" y="1285474"/>
                    <a:pt x="2035021" y="1284331"/>
                    <a:pt x="2032830" y="1283664"/>
                  </a:cubicBezTo>
                  <a:cubicBezTo>
                    <a:pt x="2029497" y="1282712"/>
                    <a:pt x="2025972" y="1282997"/>
                    <a:pt x="2022543" y="1284521"/>
                  </a:cubicBezTo>
                  <a:cubicBezTo>
                    <a:pt x="2021876" y="1284807"/>
                    <a:pt x="2021305" y="1285283"/>
                    <a:pt x="2020638" y="1285664"/>
                  </a:cubicBezTo>
                  <a:cubicBezTo>
                    <a:pt x="2018733" y="1266900"/>
                    <a:pt x="2015114" y="1248898"/>
                    <a:pt x="2009684" y="1231943"/>
                  </a:cubicBezTo>
                  <a:cubicBezTo>
                    <a:pt x="2024448" y="1214417"/>
                    <a:pt x="2037307" y="1194129"/>
                    <a:pt x="2047689" y="1171936"/>
                  </a:cubicBezTo>
                  <a:cubicBezTo>
                    <a:pt x="2051880" y="1176889"/>
                    <a:pt x="2058072" y="1178984"/>
                    <a:pt x="2064262" y="1176793"/>
                  </a:cubicBezTo>
                  <a:cubicBezTo>
                    <a:pt x="2067882" y="1175555"/>
                    <a:pt x="2071025" y="1172888"/>
                    <a:pt x="2073311" y="1169459"/>
                  </a:cubicBezTo>
                  <a:cubicBezTo>
                    <a:pt x="2074073" y="1168316"/>
                    <a:pt x="2074835" y="1167078"/>
                    <a:pt x="2075407" y="1165840"/>
                  </a:cubicBezTo>
                  <a:cubicBezTo>
                    <a:pt x="2076645" y="1163268"/>
                    <a:pt x="2077502" y="1160410"/>
                    <a:pt x="2077883" y="1157458"/>
                  </a:cubicBezTo>
                  <a:cubicBezTo>
                    <a:pt x="2078169" y="1154315"/>
                    <a:pt x="2078074" y="1151267"/>
                    <a:pt x="2077502" y="1148314"/>
                  </a:cubicBezTo>
                  <a:close/>
                  <a:moveTo>
                    <a:pt x="1884335" y="1157077"/>
                  </a:moveTo>
                  <a:cubicBezTo>
                    <a:pt x="1881097" y="1160030"/>
                    <a:pt x="1878811" y="1164030"/>
                    <a:pt x="1878144" y="1168792"/>
                  </a:cubicBezTo>
                  <a:cubicBezTo>
                    <a:pt x="1876334" y="1178889"/>
                    <a:pt x="1882716" y="1188509"/>
                    <a:pt x="1892432" y="1190224"/>
                  </a:cubicBezTo>
                  <a:cubicBezTo>
                    <a:pt x="1893955" y="1190509"/>
                    <a:pt x="1895384" y="1190509"/>
                    <a:pt x="1896813" y="1190319"/>
                  </a:cubicBezTo>
                  <a:cubicBezTo>
                    <a:pt x="1897003" y="1190319"/>
                    <a:pt x="1897099" y="1190319"/>
                    <a:pt x="1897289" y="1190224"/>
                  </a:cubicBezTo>
                  <a:cubicBezTo>
                    <a:pt x="1898718" y="1190033"/>
                    <a:pt x="1900052" y="1189748"/>
                    <a:pt x="1901385" y="1189176"/>
                  </a:cubicBezTo>
                  <a:cubicBezTo>
                    <a:pt x="1901385" y="1189176"/>
                    <a:pt x="1901385" y="1189176"/>
                    <a:pt x="1901385" y="1189176"/>
                  </a:cubicBezTo>
                  <a:cubicBezTo>
                    <a:pt x="1901385" y="1189176"/>
                    <a:pt x="1901385" y="1189176"/>
                    <a:pt x="1901385" y="1189176"/>
                  </a:cubicBezTo>
                  <a:cubicBezTo>
                    <a:pt x="1905385" y="1187652"/>
                    <a:pt x="1908814" y="1184604"/>
                    <a:pt x="1911100" y="1180604"/>
                  </a:cubicBezTo>
                  <a:cubicBezTo>
                    <a:pt x="1921292" y="1191557"/>
                    <a:pt x="1930246" y="1203845"/>
                    <a:pt x="1937961" y="1217465"/>
                  </a:cubicBezTo>
                  <a:cubicBezTo>
                    <a:pt x="1925388" y="1227657"/>
                    <a:pt x="1911291" y="1235849"/>
                    <a:pt x="1897099" y="1242230"/>
                  </a:cubicBezTo>
                  <a:cubicBezTo>
                    <a:pt x="1895480" y="1242992"/>
                    <a:pt x="1893860" y="1243564"/>
                    <a:pt x="1892241" y="1244231"/>
                  </a:cubicBezTo>
                  <a:cubicBezTo>
                    <a:pt x="1892146" y="1243278"/>
                    <a:pt x="1892146" y="1242230"/>
                    <a:pt x="1891955" y="1241278"/>
                  </a:cubicBezTo>
                  <a:cubicBezTo>
                    <a:pt x="1891955" y="1241087"/>
                    <a:pt x="1891860" y="1240992"/>
                    <a:pt x="1891860" y="1240801"/>
                  </a:cubicBezTo>
                  <a:cubicBezTo>
                    <a:pt x="1891574" y="1239373"/>
                    <a:pt x="1891098" y="1238039"/>
                    <a:pt x="1890431" y="1236706"/>
                  </a:cubicBezTo>
                  <a:cubicBezTo>
                    <a:pt x="1890431" y="1236706"/>
                    <a:pt x="1890431" y="1236706"/>
                    <a:pt x="1890431" y="1236706"/>
                  </a:cubicBezTo>
                  <a:cubicBezTo>
                    <a:pt x="1890431" y="1236706"/>
                    <a:pt x="1890431" y="1236706"/>
                    <a:pt x="1890431" y="1236706"/>
                  </a:cubicBezTo>
                  <a:cubicBezTo>
                    <a:pt x="1887574" y="1230800"/>
                    <a:pt x="1881954" y="1226800"/>
                    <a:pt x="1875191" y="1226800"/>
                  </a:cubicBezTo>
                  <a:cubicBezTo>
                    <a:pt x="1867095" y="1226800"/>
                    <a:pt x="1860142" y="1232324"/>
                    <a:pt x="1857760" y="1239944"/>
                  </a:cubicBezTo>
                  <a:cubicBezTo>
                    <a:pt x="1857665" y="1240135"/>
                    <a:pt x="1857665" y="1240325"/>
                    <a:pt x="1857570" y="1240516"/>
                  </a:cubicBezTo>
                  <a:cubicBezTo>
                    <a:pt x="1857189" y="1241945"/>
                    <a:pt x="1856903" y="1243468"/>
                    <a:pt x="1856808" y="1245088"/>
                  </a:cubicBezTo>
                  <a:cubicBezTo>
                    <a:pt x="1856713" y="1248422"/>
                    <a:pt x="1857475" y="1251565"/>
                    <a:pt x="1858713" y="1254422"/>
                  </a:cubicBezTo>
                  <a:cubicBezTo>
                    <a:pt x="1856713" y="1254803"/>
                    <a:pt x="1854712" y="1255280"/>
                    <a:pt x="1852712" y="1255565"/>
                  </a:cubicBezTo>
                  <a:cubicBezTo>
                    <a:pt x="1826900" y="1259851"/>
                    <a:pt x="1800515" y="1258708"/>
                    <a:pt x="1774131" y="1252803"/>
                  </a:cubicBezTo>
                  <a:cubicBezTo>
                    <a:pt x="1774036" y="1252232"/>
                    <a:pt x="1774036" y="1251565"/>
                    <a:pt x="1773845" y="1250993"/>
                  </a:cubicBezTo>
                  <a:cubicBezTo>
                    <a:pt x="1773845" y="1250803"/>
                    <a:pt x="1773750" y="1250708"/>
                    <a:pt x="1773750" y="1250517"/>
                  </a:cubicBezTo>
                  <a:cubicBezTo>
                    <a:pt x="1773464" y="1249183"/>
                    <a:pt x="1772988" y="1247945"/>
                    <a:pt x="1772417" y="1246802"/>
                  </a:cubicBezTo>
                  <a:cubicBezTo>
                    <a:pt x="1772417" y="1246802"/>
                    <a:pt x="1772417" y="1246802"/>
                    <a:pt x="1772417" y="1246802"/>
                  </a:cubicBezTo>
                  <a:lnTo>
                    <a:pt x="1772417" y="1246802"/>
                  </a:lnTo>
                  <a:cubicBezTo>
                    <a:pt x="1769654" y="1241373"/>
                    <a:pt x="1764130" y="1237468"/>
                    <a:pt x="1757462" y="1236992"/>
                  </a:cubicBezTo>
                  <a:cubicBezTo>
                    <a:pt x="1750985" y="1236515"/>
                    <a:pt x="1745270" y="1239182"/>
                    <a:pt x="1741936" y="1243564"/>
                  </a:cubicBezTo>
                  <a:cubicBezTo>
                    <a:pt x="1715171" y="1234515"/>
                    <a:pt x="1695169" y="1225085"/>
                    <a:pt x="1680214" y="1216417"/>
                  </a:cubicBezTo>
                  <a:cubicBezTo>
                    <a:pt x="1680691" y="1215846"/>
                    <a:pt x="1681072" y="1215179"/>
                    <a:pt x="1681453" y="1214513"/>
                  </a:cubicBezTo>
                  <a:cubicBezTo>
                    <a:pt x="1682596" y="1212226"/>
                    <a:pt x="1682786" y="1209750"/>
                    <a:pt x="1682405" y="1207274"/>
                  </a:cubicBezTo>
                  <a:cubicBezTo>
                    <a:pt x="1682405" y="1207274"/>
                    <a:pt x="1682405" y="1207274"/>
                    <a:pt x="1682405" y="1207274"/>
                  </a:cubicBezTo>
                  <a:cubicBezTo>
                    <a:pt x="1682405" y="1207274"/>
                    <a:pt x="1682405" y="1207274"/>
                    <a:pt x="1682405" y="1207274"/>
                  </a:cubicBezTo>
                  <a:cubicBezTo>
                    <a:pt x="1681453" y="1202130"/>
                    <a:pt x="1677167" y="1197272"/>
                    <a:pt x="1670880" y="1194986"/>
                  </a:cubicBezTo>
                  <a:cubicBezTo>
                    <a:pt x="1664022" y="1192510"/>
                    <a:pt x="1657069" y="1193558"/>
                    <a:pt x="1652497" y="1197082"/>
                  </a:cubicBezTo>
                  <a:cubicBezTo>
                    <a:pt x="1644496" y="1190319"/>
                    <a:pt x="1638685" y="1183651"/>
                    <a:pt x="1635161" y="1177365"/>
                  </a:cubicBezTo>
                  <a:cubicBezTo>
                    <a:pt x="1638114" y="1178222"/>
                    <a:pt x="1641257" y="1178603"/>
                    <a:pt x="1644401" y="1178127"/>
                  </a:cubicBezTo>
                  <a:cubicBezTo>
                    <a:pt x="1653640" y="1176889"/>
                    <a:pt x="1659450" y="1169555"/>
                    <a:pt x="1656307" y="1161934"/>
                  </a:cubicBezTo>
                  <a:cubicBezTo>
                    <a:pt x="1655830" y="1160792"/>
                    <a:pt x="1655164" y="1159744"/>
                    <a:pt x="1654402" y="1158696"/>
                  </a:cubicBezTo>
                  <a:cubicBezTo>
                    <a:pt x="1654307" y="1158601"/>
                    <a:pt x="1654211" y="1158506"/>
                    <a:pt x="1654116" y="1158410"/>
                  </a:cubicBezTo>
                  <a:cubicBezTo>
                    <a:pt x="1653354" y="1157458"/>
                    <a:pt x="1652497" y="1156600"/>
                    <a:pt x="1651449" y="1155743"/>
                  </a:cubicBezTo>
                  <a:cubicBezTo>
                    <a:pt x="1651449" y="1155743"/>
                    <a:pt x="1651449" y="1155743"/>
                    <a:pt x="1651449" y="1155743"/>
                  </a:cubicBezTo>
                  <a:cubicBezTo>
                    <a:pt x="1651449" y="1155743"/>
                    <a:pt x="1651449" y="1155743"/>
                    <a:pt x="1651449" y="1155743"/>
                  </a:cubicBezTo>
                  <a:cubicBezTo>
                    <a:pt x="1647163" y="1152314"/>
                    <a:pt x="1641067" y="1150505"/>
                    <a:pt x="1635161" y="1151267"/>
                  </a:cubicBezTo>
                  <a:cubicBezTo>
                    <a:pt x="1640781" y="1143075"/>
                    <a:pt x="1652973" y="1135265"/>
                    <a:pt x="1670689" y="1128978"/>
                  </a:cubicBezTo>
                  <a:cubicBezTo>
                    <a:pt x="1674976" y="1135169"/>
                    <a:pt x="1684025" y="1138693"/>
                    <a:pt x="1692311" y="1136693"/>
                  </a:cubicBezTo>
                  <a:cubicBezTo>
                    <a:pt x="1693740" y="1136312"/>
                    <a:pt x="1694978" y="1135836"/>
                    <a:pt x="1696121" y="1135265"/>
                  </a:cubicBezTo>
                  <a:cubicBezTo>
                    <a:pt x="1696217" y="1135169"/>
                    <a:pt x="1696407" y="1135169"/>
                    <a:pt x="1696502" y="1135074"/>
                  </a:cubicBezTo>
                  <a:cubicBezTo>
                    <a:pt x="1697645" y="1134502"/>
                    <a:pt x="1698598" y="1133741"/>
                    <a:pt x="1699455" y="1132979"/>
                  </a:cubicBezTo>
                  <a:cubicBezTo>
                    <a:pt x="1699455" y="1132979"/>
                    <a:pt x="1699455" y="1132979"/>
                    <a:pt x="1699455" y="1132979"/>
                  </a:cubicBezTo>
                  <a:cubicBezTo>
                    <a:pt x="1699455" y="1132979"/>
                    <a:pt x="1699455" y="1132979"/>
                    <a:pt x="1699455" y="1132979"/>
                  </a:cubicBezTo>
                  <a:cubicBezTo>
                    <a:pt x="1702789" y="1129931"/>
                    <a:pt x="1704408" y="1125549"/>
                    <a:pt x="1703551" y="1121167"/>
                  </a:cubicBezTo>
                  <a:cubicBezTo>
                    <a:pt x="1722696" y="1118215"/>
                    <a:pt x="1745842" y="1117072"/>
                    <a:pt x="1772988" y="1119072"/>
                  </a:cubicBezTo>
                  <a:cubicBezTo>
                    <a:pt x="1774988" y="1125168"/>
                    <a:pt x="1780703" y="1130026"/>
                    <a:pt x="1788037" y="1130883"/>
                  </a:cubicBezTo>
                  <a:cubicBezTo>
                    <a:pt x="1789561" y="1131074"/>
                    <a:pt x="1790990" y="1130978"/>
                    <a:pt x="1792419" y="1130883"/>
                  </a:cubicBezTo>
                  <a:cubicBezTo>
                    <a:pt x="1792610" y="1130883"/>
                    <a:pt x="1792705" y="1130788"/>
                    <a:pt x="1792895" y="1130788"/>
                  </a:cubicBezTo>
                  <a:cubicBezTo>
                    <a:pt x="1794229" y="1130597"/>
                    <a:pt x="1795562" y="1130216"/>
                    <a:pt x="1796801" y="1129740"/>
                  </a:cubicBezTo>
                  <a:cubicBezTo>
                    <a:pt x="1796801" y="1129740"/>
                    <a:pt x="1796801" y="1129740"/>
                    <a:pt x="1796801" y="1129740"/>
                  </a:cubicBezTo>
                  <a:cubicBezTo>
                    <a:pt x="1796801" y="1129740"/>
                    <a:pt x="1796801" y="1129740"/>
                    <a:pt x="1796801" y="1129740"/>
                  </a:cubicBezTo>
                  <a:cubicBezTo>
                    <a:pt x="1800229" y="1128407"/>
                    <a:pt x="1803182" y="1126121"/>
                    <a:pt x="1805183" y="1123168"/>
                  </a:cubicBezTo>
                  <a:cubicBezTo>
                    <a:pt x="1829852" y="1128025"/>
                    <a:pt x="1852903" y="1136693"/>
                    <a:pt x="1873572" y="1149552"/>
                  </a:cubicBezTo>
                  <a:cubicBezTo>
                    <a:pt x="1877192" y="1152124"/>
                    <a:pt x="1880811" y="1154505"/>
                    <a:pt x="1884335" y="1157077"/>
                  </a:cubicBezTo>
                  <a:close/>
                  <a:moveTo>
                    <a:pt x="1852617" y="821892"/>
                  </a:moveTo>
                  <a:cubicBezTo>
                    <a:pt x="1856999" y="822559"/>
                    <a:pt x="1861285" y="823511"/>
                    <a:pt x="1865476" y="824559"/>
                  </a:cubicBezTo>
                  <a:cubicBezTo>
                    <a:pt x="1864618" y="826369"/>
                    <a:pt x="1863952" y="828274"/>
                    <a:pt x="1863666" y="830369"/>
                  </a:cubicBezTo>
                  <a:cubicBezTo>
                    <a:pt x="1863476" y="831608"/>
                    <a:pt x="1863380" y="832750"/>
                    <a:pt x="1863476" y="834084"/>
                  </a:cubicBezTo>
                  <a:cubicBezTo>
                    <a:pt x="1863476" y="835322"/>
                    <a:pt x="1863666" y="836560"/>
                    <a:pt x="1863952" y="837799"/>
                  </a:cubicBezTo>
                  <a:cubicBezTo>
                    <a:pt x="1864523" y="840275"/>
                    <a:pt x="1865571" y="842561"/>
                    <a:pt x="1867000" y="844562"/>
                  </a:cubicBezTo>
                  <a:cubicBezTo>
                    <a:pt x="1870429" y="849515"/>
                    <a:pt x="1876049" y="852563"/>
                    <a:pt x="1882049" y="852563"/>
                  </a:cubicBezTo>
                  <a:cubicBezTo>
                    <a:pt x="1883192" y="852563"/>
                    <a:pt x="1884430" y="852467"/>
                    <a:pt x="1885669" y="852182"/>
                  </a:cubicBezTo>
                  <a:cubicBezTo>
                    <a:pt x="1887193" y="851896"/>
                    <a:pt x="1888526" y="851324"/>
                    <a:pt x="1889764" y="850658"/>
                  </a:cubicBezTo>
                  <a:cubicBezTo>
                    <a:pt x="1889860" y="850562"/>
                    <a:pt x="1890050" y="850467"/>
                    <a:pt x="1890146" y="850467"/>
                  </a:cubicBezTo>
                  <a:cubicBezTo>
                    <a:pt x="1891384" y="849800"/>
                    <a:pt x="1892527" y="848943"/>
                    <a:pt x="1893479" y="847991"/>
                  </a:cubicBezTo>
                  <a:cubicBezTo>
                    <a:pt x="1893479" y="847991"/>
                    <a:pt x="1893479" y="847991"/>
                    <a:pt x="1893479" y="847991"/>
                  </a:cubicBezTo>
                  <a:lnTo>
                    <a:pt x="1893479" y="847991"/>
                  </a:lnTo>
                  <a:cubicBezTo>
                    <a:pt x="1896527" y="845038"/>
                    <a:pt x="1898528" y="840942"/>
                    <a:pt x="1899099" y="836370"/>
                  </a:cubicBezTo>
                  <a:cubicBezTo>
                    <a:pt x="1912625" y="842657"/>
                    <a:pt x="1926055" y="850562"/>
                    <a:pt x="1938056" y="860278"/>
                  </a:cubicBezTo>
                  <a:cubicBezTo>
                    <a:pt x="1929103" y="876089"/>
                    <a:pt x="1918435" y="890186"/>
                    <a:pt x="1906148" y="902378"/>
                  </a:cubicBezTo>
                  <a:cubicBezTo>
                    <a:pt x="1905766" y="901521"/>
                    <a:pt x="1905290" y="900664"/>
                    <a:pt x="1904719" y="899902"/>
                  </a:cubicBezTo>
                  <a:cubicBezTo>
                    <a:pt x="1904623" y="899807"/>
                    <a:pt x="1904528" y="899616"/>
                    <a:pt x="1904433" y="899521"/>
                  </a:cubicBezTo>
                  <a:cubicBezTo>
                    <a:pt x="1903576" y="898283"/>
                    <a:pt x="1902623" y="897235"/>
                    <a:pt x="1901575" y="896282"/>
                  </a:cubicBezTo>
                  <a:cubicBezTo>
                    <a:pt x="1901575" y="896282"/>
                    <a:pt x="1901575" y="896282"/>
                    <a:pt x="1901575" y="896282"/>
                  </a:cubicBezTo>
                  <a:cubicBezTo>
                    <a:pt x="1901575" y="896282"/>
                    <a:pt x="1901575" y="896282"/>
                    <a:pt x="1901575" y="896282"/>
                  </a:cubicBezTo>
                  <a:cubicBezTo>
                    <a:pt x="1896623" y="891901"/>
                    <a:pt x="1889860" y="890377"/>
                    <a:pt x="1883668" y="892949"/>
                  </a:cubicBezTo>
                  <a:cubicBezTo>
                    <a:pt x="1877477" y="895520"/>
                    <a:pt x="1873667" y="901140"/>
                    <a:pt x="1872810" y="907426"/>
                  </a:cubicBezTo>
                  <a:cubicBezTo>
                    <a:pt x="1872810" y="907426"/>
                    <a:pt x="1872810" y="907426"/>
                    <a:pt x="1872810" y="907426"/>
                  </a:cubicBezTo>
                  <a:cubicBezTo>
                    <a:pt x="1872810" y="907426"/>
                    <a:pt x="1872810" y="907522"/>
                    <a:pt x="1872810" y="907522"/>
                  </a:cubicBezTo>
                  <a:cubicBezTo>
                    <a:pt x="1872619" y="908950"/>
                    <a:pt x="1872524" y="910474"/>
                    <a:pt x="1872715" y="911903"/>
                  </a:cubicBezTo>
                  <a:cubicBezTo>
                    <a:pt x="1872715" y="911999"/>
                    <a:pt x="1872715" y="912189"/>
                    <a:pt x="1872715" y="912284"/>
                  </a:cubicBezTo>
                  <a:cubicBezTo>
                    <a:pt x="1872905" y="913808"/>
                    <a:pt x="1873096" y="915427"/>
                    <a:pt x="1873572" y="916951"/>
                  </a:cubicBezTo>
                  <a:cubicBezTo>
                    <a:pt x="1874620" y="920095"/>
                    <a:pt x="1876525" y="922762"/>
                    <a:pt x="1878811" y="924857"/>
                  </a:cubicBezTo>
                  <a:cubicBezTo>
                    <a:pt x="1877096" y="926000"/>
                    <a:pt x="1875477" y="927143"/>
                    <a:pt x="1873762" y="928191"/>
                  </a:cubicBezTo>
                  <a:cubicBezTo>
                    <a:pt x="1851664" y="941907"/>
                    <a:pt x="1826900" y="950956"/>
                    <a:pt x="1800325" y="955528"/>
                  </a:cubicBezTo>
                  <a:cubicBezTo>
                    <a:pt x="1800039" y="954956"/>
                    <a:pt x="1799753" y="954480"/>
                    <a:pt x="1799372" y="953908"/>
                  </a:cubicBezTo>
                  <a:cubicBezTo>
                    <a:pt x="1799277" y="953813"/>
                    <a:pt x="1799182" y="953718"/>
                    <a:pt x="1799086" y="953527"/>
                  </a:cubicBezTo>
                  <a:cubicBezTo>
                    <a:pt x="1798325" y="952480"/>
                    <a:pt x="1797372" y="951432"/>
                    <a:pt x="1796419" y="950575"/>
                  </a:cubicBezTo>
                  <a:cubicBezTo>
                    <a:pt x="1796419" y="950575"/>
                    <a:pt x="1796419" y="950575"/>
                    <a:pt x="1796419" y="950575"/>
                  </a:cubicBezTo>
                  <a:cubicBezTo>
                    <a:pt x="1796419" y="950575"/>
                    <a:pt x="1796419" y="950575"/>
                    <a:pt x="1796419" y="950575"/>
                  </a:cubicBezTo>
                  <a:cubicBezTo>
                    <a:pt x="1791752" y="946670"/>
                    <a:pt x="1785085" y="945146"/>
                    <a:pt x="1778798" y="947146"/>
                  </a:cubicBezTo>
                  <a:cubicBezTo>
                    <a:pt x="1772607" y="949146"/>
                    <a:pt x="1768511" y="953813"/>
                    <a:pt x="1767083" y="959052"/>
                  </a:cubicBezTo>
                  <a:cubicBezTo>
                    <a:pt x="1738888" y="960957"/>
                    <a:pt x="1716695" y="959814"/>
                    <a:pt x="1699550" y="957433"/>
                  </a:cubicBezTo>
                  <a:cubicBezTo>
                    <a:pt x="1699741" y="956671"/>
                    <a:pt x="1699836" y="956004"/>
                    <a:pt x="1699931" y="955242"/>
                  </a:cubicBezTo>
                  <a:cubicBezTo>
                    <a:pt x="1699931" y="954004"/>
                    <a:pt x="1699741" y="952861"/>
                    <a:pt x="1699455" y="951718"/>
                  </a:cubicBezTo>
                  <a:cubicBezTo>
                    <a:pt x="1699455" y="951623"/>
                    <a:pt x="1699360" y="951432"/>
                    <a:pt x="1699360" y="951337"/>
                  </a:cubicBezTo>
                  <a:cubicBezTo>
                    <a:pt x="1697455" y="945241"/>
                    <a:pt x="1690883" y="940859"/>
                    <a:pt x="1682786" y="941240"/>
                  </a:cubicBezTo>
                  <a:cubicBezTo>
                    <a:pt x="1675643" y="941526"/>
                    <a:pt x="1669356" y="945241"/>
                    <a:pt x="1666308" y="950194"/>
                  </a:cubicBezTo>
                  <a:cubicBezTo>
                    <a:pt x="1656593" y="946860"/>
                    <a:pt x="1648592" y="942859"/>
                    <a:pt x="1642877" y="938383"/>
                  </a:cubicBezTo>
                  <a:cubicBezTo>
                    <a:pt x="1646020" y="938097"/>
                    <a:pt x="1649068" y="937335"/>
                    <a:pt x="1651925" y="935716"/>
                  </a:cubicBezTo>
                  <a:cubicBezTo>
                    <a:pt x="1652973" y="935144"/>
                    <a:pt x="1653830" y="934477"/>
                    <a:pt x="1654687" y="933811"/>
                  </a:cubicBezTo>
                  <a:cubicBezTo>
                    <a:pt x="1656307" y="932382"/>
                    <a:pt x="1657640" y="930763"/>
                    <a:pt x="1658402" y="929048"/>
                  </a:cubicBezTo>
                  <a:cubicBezTo>
                    <a:pt x="1658783" y="928191"/>
                    <a:pt x="1659164" y="927334"/>
                    <a:pt x="1659355" y="926381"/>
                  </a:cubicBezTo>
                  <a:cubicBezTo>
                    <a:pt x="1660021" y="923714"/>
                    <a:pt x="1659736" y="920952"/>
                    <a:pt x="1658307" y="918475"/>
                  </a:cubicBezTo>
                  <a:cubicBezTo>
                    <a:pt x="1657831" y="917618"/>
                    <a:pt x="1657259" y="916856"/>
                    <a:pt x="1656593" y="916094"/>
                  </a:cubicBezTo>
                  <a:cubicBezTo>
                    <a:pt x="1655735" y="915142"/>
                    <a:pt x="1654783" y="914475"/>
                    <a:pt x="1653735" y="913808"/>
                  </a:cubicBezTo>
                  <a:cubicBezTo>
                    <a:pt x="1653640" y="913713"/>
                    <a:pt x="1653544" y="913713"/>
                    <a:pt x="1653449" y="913618"/>
                  </a:cubicBezTo>
                  <a:cubicBezTo>
                    <a:pt x="1647829" y="910379"/>
                    <a:pt x="1639543" y="910665"/>
                    <a:pt x="1633161" y="914189"/>
                  </a:cubicBezTo>
                  <a:cubicBezTo>
                    <a:pt x="1635257" y="904474"/>
                    <a:pt x="1642877" y="892758"/>
                    <a:pt x="1657545" y="880090"/>
                  </a:cubicBezTo>
                  <a:cubicBezTo>
                    <a:pt x="1658307" y="880566"/>
                    <a:pt x="1659069" y="881042"/>
                    <a:pt x="1659926" y="881423"/>
                  </a:cubicBezTo>
                  <a:cubicBezTo>
                    <a:pt x="1660402" y="881614"/>
                    <a:pt x="1660974" y="881899"/>
                    <a:pt x="1661545" y="882090"/>
                  </a:cubicBezTo>
                  <a:cubicBezTo>
                    <a:pt x="1663260" y="882662"/>
                    <a:pt x="1665070" y="882947"/>
                    <a:pt x="1666975" y="883042"/>
                  </a:cubicBezTo>
                  <a:cubicBezTo>
                    <a:pt x="1667070" y="883042"/>
                    <a:pt x="1667165" y="883042"/>
                    <a:pt x="1667260" y="883042"/>
                  </a:cubicBezTo>
                  <a:cubicBezTo>
                    <a:pt x="1669451" y="883138"/>
                    <a:pt x="1671737" y="882757"/>
                    <a:pt x="1674023" y="882185"/>
                  </a:cubicBezTo>
                  <a:cubicBezTo>
                    <a:pt x="1676309" y="881614"/>
                    <a:pt x="1678405" y="880471"/>
                    <a:pt x="1680310" y="879137"/>
                  </a:cubicBezTo>
                  <a:cubicBezTo>
                    <a:pt x="1681548" y="878280"/>
                    <a:pt x="1682596" y="877232"/>
                    <a:pt x="1683453" y="876184"/>
                  </a:cubicBezTo>
                  <a:cubicBezTo>
                    <a:pt x="1683453" y="876184"/>
                    <a:pt x="1683453" y="876089"/>
                    <a:pt x="1683548" y="876089"/>
                  </a:cubicBezTo>
                  <a:cubicBezTo>
                    <a:pt x="1684405" y="875137"/>
                    <a:pt x="1685072" y="873994"/>
                    <a:pt x="1685644" y="872946"/>
                  </a:cubicBezTo>
                  <a:cubicBezTo>
                    <a:pt x="1685644" y="872851"/>
                    <a:pt x="1685739" y="872851"/>
                    <a:pt x="1685739" y="872756"/>
                  </a:cubicBezTo>
                  <a:cubicBezTo>
                    <a:pt x="1685739" y="872756"/>
                    <a:pt x="1685739" y="872756"/>
                    <a:pt x="1685739" y="872756"/>
                  </a:cubicBezTo>
                  <a:cubicBezTo>
                    <a:pt x="1687739" y="868660"/>
                    <a:pt x="1687549" y="863992"/>
                    <a:pt x="1684882" y="860278"/>
                  </a:cubicBezTo>
                  <a:cubicBezTo>
                    <a:pt x="1701360" y="850276"/>
                    <a:pt x="1722315" y="840466"/>
                    <a:pt x="1748128" y="831989"/>
                  </a:cubicBezTo>
                  <a:cubicBezTo>
                    <a:pt x="1752319" y="836846"/>
                    <a:pt x="1759558" y="839132"/>
                    <a:pt x="1766702" y="837132"/>
                  </a:cubicBezTo>
                  <a:cubicBezTo>
                    <a:pt x="1768130" y="836751"/>
                    <a:pt x="1769464" y="836084"/>
                    <a:pt x="1770797" y="835417"/>
                  </a:cubicBezTo>
                  <a:cubicBezTo>
                    <a:pt x="1770893" y="835322"/>
                    <a:pt x="1770988" y="835227"/>
                    <a:pt x="1771178" y="835227"/>
                  </a:cubicBezTo>
                  <a:cubicBezTo>
                    <a:pt x="1772417" y="834560"/>
                    <a:pt x="1773464" y="833703"/>
                    <a:pt x="1774417" y="832750"/>
                  </a:cubicBezTo>
                  <a:cubicBezTo>
                    <a:pt x="1774417" y="832750"/>
                    <a:pt x="1774417" y="832750"/>
                    <a:pt x="1774417" y="832750"/>
                  </a:cubicBezTo>
                  <a:cubicBezTo>
                    <a:pt x="1774417" y="832750"/>
                    <a:pt x="1774417" y="832750"/>
                    <a:pt x="1774417" y="832750"/>
                  </a:cubicBezTo>
                  <a:cubicBezTo>
                    <a:pt x="1777084" y="830274"/>
                    <a:pt x="1778893" y="827035"/>
                    <a:pt x="1779560" y="823511"/>
                  </a:cubicBezTo>
                  <a:cubicBezTo>
                    <a:pt x="1803754" y="818654"/>
                    <a:pt x="1828424" y="817891"/>
                    <a:pt x="1852617" y="821892"/>
                  </a:cubicBezTo>
                  <a:close/>
                  <a:moveTo>
                    <a:pt x="1614587" y="576623"/>
                  </a:moveTo>
                  <a:cubicBezTo>
                    <a:pt x="1620302" y="579576"/>
                    <a:pt x="1627827" y="578814"/>
                    <a:pt x="1633637" y="574337"/>
                  </a:cubicBezTo>
                  <a:cubicBezTo>
                    <a:pt x="1634876" y="573385"/>
                    <a:pt x="1635828" y="572337"/>
                    <a:pt x="1636685" y="571194"/>
                  </a:cubicBezTo>
                  <a:cubicBezTo>
                    <a:pt x="1636780" y="571099"/>
                    <a:pt x="1636876" y="571003"/>
                    <a:pt x="1636971" y="570813"/>
                  </a:cubicBezTo>
                  <a:cubicBezTo>
                    <a:pt x="1637828" y="569670"/>
                    <a:pt x="1638495" y="568527"/>
                    <a:pt x="1639067" y="567289"/>
                  </a:cubicBezTo>
                  <a:cubicBezTo>
                    <a:pt x="1639067" y="567289"/>
                    <a:pt x="1639067" y="567289"/>
                    <a:pt x="1639067" y="567289"/>
                  </a:cubicBezTo>
                  <a:cubicBezTo>
                    <a:pt x="1639067" y="567289"/>
                    <a:pt x="1639067" y="567289"/>
                    <a:pt x="1639067" y="567289"/>
                  </a:cubicBezTo>
                  <a:cubicBezTo>
                    <a:pt x="1640591" y="563955"/>
                    <a:pt x="1640971" y="560240"/>
                    <a:pt x="1640305" y="556716"/>
                  </a:cubicBezTo>
                  <a:cubicBezTo>
                    <a:pt x="1661164" y="542714"/>
                    <a:pt x="1683643" y="532523"/>
                    <a:pt x="1707456" y="526998"/>
                  </a:cubicBezTo>
                  <a:cubicBezTo>
                    <a:pt x="1711742" y="525950"/>
                    <a:pt x="1716028" y="525188"/>
                    <a:pt x="1720410" y="524426"/>
                  </a:cubicBezTo>
                  <a:cubicBezTo>
                    <a:pt x="1720219" y="528712"/>
                    <a:pt x="1721362" y="533285"/>
                    <a:pt x="1724125" y="537190"/>
                  </a:cubicBezTo>
                  <a:cubicBezTo>
                    <a:pt x="1724887" y="538237"/>
                    <a:pt x="1725744" y="539190"/>
                    <a:pt x="1726601" y="540047"/>
                  </a:cubicBezTo>
                  <a:cubicBezTo>
                    <a:pt x="1729268" y="542619"/>
                    <a:pt x="1732602" y="544238"/>
                    <a:pt x="1736031" y="544905"/>
                  </a:cubicBezTo>
                  <a:cubicBezTo>
                    <a:pt x="1740603" y="545762"/>
                    <a:pt x="1745461" y="545000"/>
                    <a:pt x="1749557" y="542143"/>
                  </a:cubicBezTo>
                  <a:cubicBezTo>
                    <a:pt x="1750795" y="541286"/>
                    <a:pt x="1751843" y="540238"/>
                    <a:pt x="1752795" y="539095"/>
                  </a:cubicBezTo>
                  <a:cubicBezTo>
                    <a:pt x="1752890" y="538999"/>
                    <a:pt x="1752985" y="538904"/>
                    <a:pt x="1753081" y="538714"/>
                  </a:cubicBezTo>
                  <a:cubicBezTo>
                    <a:pt x="1753938" y="537571"/>
                    <a:pt x="1754700" y="536428"/>
                    <a:pt x="1755176" y="535190"/>
                  </a:cubicBezTo>
                  <a:cubicBezTo>
                    <a:pt x="1755176" y="535190"/>
                    <a:pt x="1755176" y="535190"/>
                    <a:pt x="1755176" y="535190"/>
                  </a:cubicBezTo>
                  <a:cubicBezTo>
                    <a:pt x="1755176" y="535190"/>
                    <a:pt x="1755176" y="535190"/>
                    <a:pt x="1755176" y="535190"/>
                  </a:cubicBezTo>
                  <a:cubicBezTo>
                    <a:pt x="1756891" y="531284"/>
                    <a:pt x="1757177" y="526712"/>
                    <a:pt x="1755938" y="522331"/>
                  </a:cubicBezTo>
                  <a:cubicBezTo>
                    <a:pt x="1770797" y="522902"/>
                    <a:pt x="1786133" y="525093"/>
                    <a:pt x="1801087" y="529379"/>
                  </a:cubicBezTo>
                  <a:cubicBezTo>
                    <a:pt x="1798896" y="547477"/>
                    <a:pt x="1794419" y="564527"/>
                    <a:pt x="1787752" y="580528"/>
                  </a:cubicBezTo>
                  <a:cubicBezTo>
                    <a:pt x="1786990" y="579862"/>
                    <a:pt x="1786228" y="579290"/>
                    <a:pt x="1785466" y="578719"/>
                  </a:cubicBezTo>
                  <a:cubicBezTo>
                    <a:pt x="1785275" y="578624"/>
                    <a:pt x="1785180" y="578528"/>
                    <a:pt x="1784989" y="578433"/>
                  </a:cubicBezTo>
                  <a:cubicBezTo>
                    <a:pt x="1783751" y="577671"/>
                    <a:pt x="1782418" y="577004"/>
                    <a:pt x="1781084" y="576528"/>
                  </a:cubicBezTo>
                  <a:cubicBezTo>
                    <a:pt x="1781084" y="576528"/>
                    <a:pt x="1781084" y="576528"/>
                    <a:pt x="1781084" y="576528"/>
                  </a:cubicBezTo>
                  <a:cubicBezTo>
                    <a:pt x="1781084" y="576528"/>
                    <a:pt x="1781084" y="576528"/>
                    <a:pt x="1781084" y="576528"/>
                  </a:cubicBezTo>
                  <a:cubicBezTo>
                    <a:pt x="1774893" y="574433"/>
                    <a:pt x="1768035" y="575575"/>
                    <a:pt x="1763272" y="580338"/>
                  </a:cubicBezTo>
                  <a:cubicBezTo>
                    <a:pt x="1758510" y="585100"/>
                    <a:pt x="1757177" y="591673"/>
                    <a:pt x="1758796" y="597864"/>
                  </a:cubicBezTo>
                  <a:cubicBezTo>
                    <a:pt x="1758796" y="597864"/>
                    <a:pt x="1758796" y="597864"/>
                    <a:pt x="1758796" y="597864"/>
                  </a:cubicBezTo>
                  <a:cubicBezTo>
                    <a:pt x="1758796" y="597864"/>
                    <a:pt x="1758796" y="597864"/>
                    <a:pt x="1758796" y="597959"/>
                  </a:cubicBezTo>
                  <a:cubicBezTo>
                    <a:pt x="1759177" y="599388"/>
                    <a:pt x="1759748" y="600817"/>
                    <a:pt x="1760415" y="602150"/>
                  </a:cubicBezTo>
                  <a:cubicBezTo>
                    <a:pt x="1760415" y="602245"/>
                    <a:pt x="1760510" y="602245"/>
                    <a:pt x="1760510" y="602341"/>
                  </a:cubicBezTo>
                  <a:cubicBezTo>
                    <a:pt x="1761272" y="603770"/>
                    <a:pt x="1762129" y="605103"/>
                    <a:pt x="1763177" y="606341"/>
                  </a:cubicBezTo>
                  <a:cubicBezTo>
                    <a:pt x="1765368" y="608818"/>
                    <a:pt x="1768130" y="610532"/>
                    <a:pt x="1771083" y="611580"/>
                  </a:cubicBezTo>
                  <a:cubicBezTo>
                    <a:pt x="1769940" y="613295"/>
                    <a:pt x="1768892" y="615009"/>
                    <a:pt x="1767654" y="616628"/>
                  </a:cubicBezTo>
                  <a:cubicBezTo>
                    <a:pt x="1752604" y="637869"/>
                    <a:pt x="1733174" y="655681"/>
                    <a:pt x="1710409" y="670159"/>
                  </a:cubicBezTo>
                  <a:cubicBezTo>
                    <a:pt x="1709933" y="669778"/>
                    <a:pt x="1709456" y="669397"/>
                    <a:pt x="1708980" y="669016"/>
                  </a:cubicBezTo>
                  <a:cubicBezTo>
                    <a:pt x="1708885" y="668921"/>
                    <a:pt x="1708694" y="668825"/>
                    <a:pt x="1708599" y="668825"/>
                  </a:cubicBezTo>
                  <a:cubicBezTo>
                    <a:pt x="1707456" y="668158"/>
                    <a:pt x="1706218" y="667587"/>
                    <a:pt x="1704979" y="667206"/>
                  </a:cubicBezTo>
                  <a:cubicBezTo>
                    <a:pt x="1704979" y="667206"/>
                    <a:pt x="1704979" y="667206"/>
                    <a:pt x="1704979" y="667206"/>
                  </a:cubicBezTo>
                  <a:cubicBezTo>
                    <a:pt x="1704979" y="667206"/>
                    <a:pt x="1704979" y="667206"/>
                    <a:pt x="1704979" y="667206"/>
                  </a:cubicBezTo>
                  <a:cubicBezTo>
                    <a:pt x="1699169" y="665301"/>
                    <a:pt x="1692407" y="666539"/>
                    <a:pt x="1687358" y="670825"/>
                  </a:cubicBezTo>
                  <a:cubicBezTo>
                    <a:pt x="1682405" y="675016"/>
                    <a:pt x="1680405" y="680827"/>
                    <a:pt x="1681167" y="686256"/>
                  </a:cubicBezTo>
                  <a:cubicBezTo>
                    <a:pt x="1655830" y="698829"/>
                    <a:pt x="1634971" y="706354"/>
                    <a:pt x="1618207" y="710735"/>
                  </a:cubicBezTo>
                  <a:cubicBezTo>
                    <a:pt x="1618111" y="709973"/>
                    <a:pt x="1617921" y="709307"/>
                    <a:pt x="1617730" y="708640"/>
                  </a:cubicBezTo>
                  <a:cubicBezTo>
                    <a:pt x="1617254" y="707497"/>
                    <a:pt x="1616683" y="706449"/>
                    <a:pt x="1615921" y="705497"/>
                  </a:cubicBezTo>
                  <a:cubicBezTo>
                    <a:pt x="1615826" y="705401"/>
                    <a:pt x="1615730" y="705306"/>
                    <a:pt x="1615635" y="705211"/>
                  </a:cubicBezTo>
                  <a:cubicBezTo>
                    <a:pt x="1614873" y="704354"/>
                    <a:pt x="1614111" y="703591"/>
                    <a:pt x="1613159" y="702925"/>
                  </a:cubicBezTo>
                  <a:lnTo>
                    <a:pt x="1613159" y="702925"/>
                  </a:lnTo>
                  <a:lnTo>
                    <a:pt x="1613159" y="702925"/>
                  </a:lnTo>
                  <a:cubicBezTo>
                    <a:pt x="1608777" y="699972"/>
                    <a:pt x="1602491" y="699400"/>
                    <a:pt x="1596490" y="702258"/>
                  </a:cubicBezTo>
                  <a:cubicBezTo>
                    <a:pt x="1590013" y="705306"/>
                    <a:pt x="1585631" y="711116"/>
                    <a:pt x="1584679" y="716831"/>
                  </a:cubicBezTo>
                  <a:cubicBezTo>
                    <a:pt x="1574582" y="717498"/>
                    <a:pt x="1565724" y="716926"/>
                    <a:pt x="1558676" y="715022"/>
                  </a:cubicBezTo>
                  <a:cubicBezTo>
                    <a:pt x="1561343" y="713498"/>
                    <a:pt x="1563819" y="711592"/>
                    <a:pt x="1565724" y="709021"/>
                  </a:cubicBezTo>
                  <a:cubicBezTo>
                    <a:pt x="1571439" y="701591"/>
                    <a:pt x="1569915" y="692447"/>
                    <a:pt x="1562676" y="689114"/>
                  </a:cubicBezTo>
                  <a:cubicBezTo>
                    <a:pt x="1561628" y="688637"/>
                    <a:pt x="1560390" y="688351"/>
                    <a:pt x="1559247" y="688161"/>
                  </a:cubicBezTo>
                  <a:cubicBezTo>
                    <a:pt x="1558961" y="688161"/>
                    <a:pt x="1558771" y="688161"/>
                    <a:pt x="1558485" y="688066"/>
                  </a:cubicBezTo>
                  <a:cubicBezTo>
                    <a:pt x="1557342" y="687971"/>
                    <a:pt x="1556199" y="687971"/>
                    <a:pt x="1554961" y="688066"/>
                  </a:cubicBezTo>
                  <a:cubicBezTo>
                    <a:pt x="1554961" y="688066"/>
                    <a:pt x="1554961" y="688066"/>
                    <a:pt x="1554961" y="688066"/>
                  </a:cubicBezTo>
                  <a:lnTo>
                    <a:pt x="1554961" y="688066"/>
                  </a:lnTo>
                  <a:cubicBezTo>
                    <a:pt x="1549532" y="688637"/>
                    <a:pt x="1543912" y="691781"/>
                    <a:pt x="1540197" y="696448"/>
                  </a:cubicBezTo>
                  <a:cubicBezTo>
                    <a:pt x="1538387" y="686637"/>
                    <a:pt x="1541054" y="672826"/>
                    <a:pt x="1549532" y="655585"/>
                  </a:cubicBezTo>
                  <a:cubicBezTo>
                    <a:pt x="1556866" y="657014"/>
                    <a:pt x="1565534" y="653299"/>
                    <a:pt x="1570201" y="645870"/>
                  </a:cubicBezTo>
                  <a:cubicBezTo>
                    <a:pt x="1570963" y="644632"/>
                    <a:pt x="1571534" y="643298"/>
                    <a:pt x="1572010" y="642060"/>
                  </a:cubicBezTo>
                  <a:cubicBezTo>
                    <a:pt x="1572010" y="641965"/>
                    <a:pt x="1572106" y="641774"/>
                    <a:pt x="1572106" y="641679"/>
                  </a:cubicBezTo>
                  <a:cubicBezTo>
                    <a:pt x="1573916" y="635774"/>
                    <a:pt x="1571915" y="629963"/>
                    <a:pt x="1567153" y="626820"/>
                  </a:cubicBezTo>
                  <a:cubicBezTo>
                    <a:pt x="1578392" y="611485"/>
                    <a:pt x="1593918" y="594340"/>
                    <a:pt x="1614587" y="576623"/>
                  </a:cubicBezTo>
                  <a:close/>
                  <a:moveTo>
                    <a:pt x="1393798" y="391172"/>
                  </a:moveTo>
                  <a:cubicBezTo>
                    <a:pt x="1393798" y="391172"/>
                    <a:pt x="1393798" y="391172"/>
                    <a:pt x="1393798" y="391172"/>
                  </a:cubicBezTo>
                  <a:cubicBezTo>
                    <a:pt x="1394845" y="391267"/>
                    <a:pt x="1395988" y="391267"/>
                    <a:pt x="1397036" y="391076"/>
                  </a:cubicBezTo>
                  <a:cubicBezTo>
                    <a:pt x="1398084" y="390981"/>
                    <a:pt x="1399132" y="390695"/>
                    <a:pt x="1400179" y="390410"/>
                  </a:cubicBezTo>
                  <a:cubicBezTo>
                    <a:pt x="1403227" y="389362"/>
                    <a:pt x="1406180" y="387552"/>
                    <a:pt x="1408466" y="384790"/>
                  </a:cubicBezTo>
                  <a:cubicBezTo>
                    <a:pt x="1409228" y="383932"/>
                    <a:pt x="1409895" y="382885"/>
                    <a:pt x="1410562" y="381837"/>
                  </a:cubicBezTo>
                  <a:cubicBezTo>
                    <a:pt x="1411324" y="380503"/>
                    <a:pt x="1411800" y="379170"/>
                    <a:pt x="1412181" y="377741"/>
                  </a:cubicBezTo>
                  <a:cubicBezTo>
                    <a:pt x="1412181" y="377551"/>
                    <a:pt x="1412276" y="377456"/>
                    <a:pt x="1412276" y="377265"/>
                  </a:cubicBezTo>
                  <a:cubicBezTo>
                    <a:pt x="1412657" y="375932"/>
                    <a:pt x="1412848" y="374598"/>
                    <a:pt x="1412848" y="373265"/>
                  </a:cubicBezTo>
                  <a:cubicBezTo>
                    <a:pt x="1412848" y="373265"/>
                    <a:pt x="1412848" y="373265"/>
                    <a:pt x="1412848" y="373265"/>
                  </a:cubicBezTo>
                  <a:cubicBezTo>
                    <a:pt x="1412848" y="373265"/>
                    <a:pt x="1412848" y="373265"/>
                    <a:pt x="1412848" y="373265"/>
                  </a:cubicBezTo>
                  <a:cubicBezTo>
                    <a:pt x="1412943" y="369550"/>
                    <a:pt x="1411991" y="365930"/>
                    <a:pt x="1409990" y="362978"/>
                  </a:cubicBezTo>
                  <a:cubicBezTo>
                    <a:pt x="1423992" y="342118"/>
                    <a:pt x="1440851" y="324211"/>
                    <a:pt x="1460663" y="310019"/>
                  </a:cubicBezTo>
                  <a:cubicBezTo>
                    <a:pt x="1464187" y="307447"/>
                    <a:pt x="1467902" y="305065"/>
                    <a:pt x="1471617" y="302779"/>
                  </a:cubicBezTo>
                  <a:cubicBezTo>
                    <a:pt x="1473046" y="306875"/>
                    <a:pt x="1475903" y="310590"/>
                    <a:pt x="1479999" y="312971"/>
                  </a:cubicBezTo>
                  <a:cubicBezTo>
                    <a:pt x="1481047" y="313638"/>
                    <a:pt x="1482190" y="314210"/>
                    <a:pt x="1483333" y="314686"/>
                  </a:cubicBezTo>
                  <a:cubicBezTo>
                    <a:pt x="1485619" y="315638"/>
                    <a:pt x="1488000" y="316019"/>
                    <a:pt x="1490381" y="316019"/>
                  </a:cubicBezTo>
                  <a:cubicBezTo>
                    <a:pt x="1491524" y="316019"/>
                    <a:pt x="1492762" y="315924"/>
                    <a:pt x="1493905" y="315638"/>
                  </a:cubicBezTo>
                  <a:cubicBezTo>
                    <a:pt x="1496192" y="315162"/>
                    <a:pt x="1498382" y="314305"/>
                    <a:pt x="1500287" y="313066"/>
                  </a:cubicBezTo>
                  <a:cubicBezTo>
                    <a:pt x="1502192" y="311828"/>
                    <a:pt x="1503907" y="310114"/>
                    <a:pt x="1505240" y="308018"/>
                  </a:cubicBezTo>
                  <a:cubicBezTo>
                    <a:pt x="1506097" y="306780"/>
                    <a:pt x="1506574" y="305351"/>
                    <a:pt x="1507050" y="304018"/>
                  </a:cubicBezTo>
                  <a:cubicBezTo>
                    <a:pt x="1507050" y="303923"/>
                    <a:pt x="1507145" y="303732"/>
                    <a:pt x="1507145" y="303637"/>
                  </a:cubicBezTo>
                  <a:cubicBezTo>
                    <a:pt x="1507526" y="302303"/>
                    <a:pt x="1507717" y="300874"/>
                    <a:pt x="1507812" y="299541"/>
                  </a:cubicBezTo>
                  <a:cubicBezTo>
                    <a:pt x="1507812" y="299541"/>
                    <a:pt x="1507812" y="299541"/>
                    <a:pt x="1507812" y="299541"/>
                  </a:cubicBezTo>
                  <a:cubicBezTo>
                    <a:pt x="1507812" y="299541"/>
                    <a:pt x="1507812" y="299541"/>
                    <a:pt x="1507812" y="299541"/>
                  </a:cubicBezTo>
                  <a:cubicBezTo>
                    <a:pt x="1507907" y="295255"/>
                    <a:pt x="1506478" y="290969"/>
                    <a:pt x="1503621" y="287349"/>
                  </a:cubicBezTo>
                  <a:cubicBezTo>
                    <a:pt x="1517623" y="282206"/>
                    <a:pt x="1532482" y="278586"/>
                    <a:pt x="1548008" y="276681"/>
                  </a:cubicBezTo>
                  <a:cubicBezTo>
                    <a:pt x="1552484" y="292302"/>
                    <a:pt x="1554675" y="308304"/>
                    <a:pt x="1555151" y="323925"/>
                  </a:cubicBezTo>
                  <a:cubicBezTo>
                    <a:pt x="1555246" y="325640"/>
                    <a:pt x="1555151" y="327449"/>
                    <a:pt x="1555151" y="329164"/>
                  </a:cubicBezTo>
                  <a:cubicBezTo>
                    <a:pt x="1554199" y="328783"/>
                    <a:pt x="1553246" y="328497"/>
                    <a:pt x="1552294" y="328307"/>
                  </a:cubicBezTo>
                  <a:cubicBezTo>
                    <a:pt x="1552103" y="328307"/>
                    <a:pt x="1552008" y="328307"/>
                    <a:pt x="1551818" y="328211"/>
                  </a:cubicBezTo>
                  <a:cubicBezTo>
                    <a:pt x="1550389" y="327925"/>
                    <a:pt x="1548865" y="327830"/>
                    <a:pt x="1547531" y="327925"/>
                  </a:cubicBezTo>
                  <a:cubicBezTo>
                    <a:pt x="1547531" y="327925"/>
                    <a:pt x="1547531" y="327925"/>
                    <a:pt x="1547531" y="327925"/>
                  </a:cubicBezTo>
                  <a:lnTo>
                    <a:pt x="1547531" y="327925"/>
                  </a:lnTo>
                  <a:cubicBezTo>
                    <a:pt x="1540959" y="328307"/>
                    <a:pt x="1535149" y="332021"/>
                    <a:pt x="1532577" y="338212"/>
                  </a:cubicBezTo>
                  <a:cubicBezTo>
                    <a:pt x="1529434" y="345737"/>
                    <a:pt x="1531910" y="354215"/>
                    <a:pt x="1538102" y="359358"/>
                  </a:cubicBezTo>
                  <a:cubicBezTo>
                    <a:pt x="1538292" y="359453"/>
                    <a:pt x="1538387" y="359644"/>
                    <a:pt x="1538578" y="359739"/>
                  </a:cubicBezTo>
                  <a:cubicBezTo>
                    <a:pt x="1539816" y="360691"/>
                    <a:pt x="1541054" y="361549"/>
                    <a:pt x="1542483" y="362215"/>
                  </a:cubicBezTo>
                  <a:cubicBezTo>
                    <a:pt x="1545531" y="363644"/>
                    <a:pt x="1548674" y="364216"/>
                    <a:pt x="1551722" y="364120"/>
                  </a:cubicBezTo>
                  <a:cubicBezTo>
                    <a:pt x="1551341" y="366121"/>
                    <a:pt x="1550960" y="368121"/>
                    <a:pt x="1550484" y="370121"/>
                  </a:cubicBezTo>
                  <a:cubicBezTo>
                    <a:pt x="1544578" y="395553"/>
                    <a:pt x="1533339" y="419461"/>
                    <a:pt x="1517813" y="441559"/>
                  </a:cubicBezTo>
                  <a:cubicBezTo>
                    <a:pt x="1517242" y="441368"/>
                    <a:pt x="1516670" y="441178"/>
                    <a:pt x="1516003" y="441082"/>
                  </a:cubicBezTo>
                  <a:cubicBezTo>
                    <a:pt x="1515813" y="441082"/>
                    <a:pt x="1515718" y="441082"/>
                    <a:pt x="1515527" y="440987"/>
                  </a:cubicBezTo>
                  <a:cubicBezTo>
                    <a:pt x="1514194" y="440797"/>
                    <a:pt x="1512860" y="440702"/>
                    <a:pt x="1511527" y="440797"/>
                  </a:cubicBezTo>
                  <a:cubicBezTo>
                    <a:pt x="1511527" y="440797"/>
                    <a:pt x="1511527" y="440797"/>
                    <a:pt x="1511527" y="440797"/>
                  </a:cubicBezTo>
                  <a:lnTo>
                    <a:pt x="1511527" y="440797"/>
                  </a:lnTo>
                  <a:cubicBezTo>
                    <a:pt x="1505526" y="441273"/>
                    <a:pt x="1499716" y="444893"/>
                    <a:pt x="1496668" y="450893"/>
                  </a:cubicBezTo>
                  <a:cubicBezTo>
                    <a:pt x="1493715" y="456608"/>
                    <a:pt x="1494001" y="462895"/>
                    <a:pt x="1496858" y="467657"/>
                  </a:cubicBezTo>
                  <a:cubicBezTo>
                    <a:pt x="1478285" y="488898"/>
                    <a:pt x="1461806" y="503757"/>
                    <a:pt x="1448090" y="514235"/>
                  </a:cubicBezTo>
                  <a:cubicBezTo>
                    <a:pt x="1447709" y="513568"/>
                    <a:pt x="1447328" y="512996"/>
                    <a:pt x="1446757" y="512425"/>
                  </a:cubicBezTo>
                  <a:cubicBezTo>
                    <a:pt x="1445900" y="511472"/>
                    <a:pt x="1444947" y="510710"/>
                    <a:pt x="1443899" y="510139"/>
                  </a:cubicBezTo>
                  <a:cubicBezTo>
                    <a:pt x="1443899" y="510139"/>
                    <a:pt x="1443804" y="510139"/>
                    <a:pt x="1443804" y="510044"/>
                  </a:cubicBezTo>
                  <a:cubicBezTo>
                    <a:pt x="1438184" y="506900"/>
                    <a:pt x="1430278" y="508424"/>
                    <a:pt x="1424659" y="514615"/>
                  </a:cubicBezTo>
                  <a:cubicBezTo>
                    <a:pt x="1419801" y="519949"/>
                    <a:pt x="1418086" y="526808"/>
                    <a:pt x="1419420" y="532427"/>
                  </a:cubicBezTo>
                  <a:cubicBezTo>
                    <a:pt x="1410181" y="537095"/>
                    <a:pt x="1401799" y="539952"/>
                    <a:pt x="1394560" y="540809"/>
                  </a:cubicBezTo>
                  <a:cubicBezTo>
                    <a:pt x="1396465" y="538428"/>
                    <a:pt x="1397989" y="535666"/>
                    <a:pt x="1398846" y="532618"/>
                  </a:cubicBezTo>
                  <a:cubicBezTo>
                    <a:pt x="1401227" y="523569"/>
                    <a:pt x="1396560" y="515473"/>
                    <a:pt x="1388464" y="515282"/>
                  </a:cubicBezTo>
                  <a:cubicBezTo>
                    <a:pt x="1387226" y="515282"/>
                    <a:pt x="1385987" y="515473"/>
                    <a:pt x="1384749" y="515854"/>
                  </a:cubicBezTo>
                  <a:cubicBezTo>
                    <a:pt x="1384654" y="515854"/>
                    <a:pt x="1384463" y="515949"/>
                    <a:pt x="1384368" y="515949"/>
                  </a:cubicBezTo>
                  <a:cubicBezTo>
                    <a:pt x="1383225" y="516330"/>
                    <a:pt x="1381987" y="516806"/>
                    <a:pt x="1380939" y="517378"/>
                  </a:cubicBezTo>
                  <a:cubicBezTo>
                    <a:pt x="1380939" y="517378"/>
                    <a:pt x="1380939" y="517378"/>
                    <a:pt x="1380939" y="517378"/>
                  </a:cubicBezTo>
                  <a:lnTo>
                    <a:pt x="1380939" y="517378"/>
                  </a:lnTo>
                  <a:cubicBezTo>
                    <a:pt x="1376081" y="520045"/>
                    <a:pt x="1372176" y="524998"/>
                    <a:pt x="1370461" y="530713"/>
                  </a:cubicBezTo>
                  <a:cubicBezTo>
                    <a:pt x="1365032" y="522331"/>
                    <a:pt x="1362460" y="508139"/>
                    <a:pt x="1363603" y="489374"/>
                  </a:cubicBezTo>
                  <a:cubicBezTo>
                    <a:pt x="1370938" y="487850"/>
                    <a:pt x="1377701" y="480802"/>
                    <a:pt x="1379034" y="472420"/>
                  </a:cubicBezTo>
                  <a:cubicBezTo>
                    <a:pt x="1379225" y="470991"/>
                    <a:pt x="1379225" y="469657"/>
                    <a:pt x="1379129" y="468324"/>
                  </a:cubicBezTo>
                  <a:cubicBezTo>
                    <a:pt x="1379129" y="468229"/>
                    <a:pt x="1379129" y="468038"/>
                    <a:pt x="1379034" y="467943"/>
                  </a:cubicBezTo>
                  <a:cubicBezTo>
                    <a:pt x="1378939" y="466705"/>
                    <a:pt x="1378653" y="465466"/>
                    <a:pt x="1378272" y="464324"/>
                  </a:cubicBezTo>
                  <a:cubicBezTo>
                    <a:pt x="1378272" y="464324"/>
                    <a:pt x="1378272" y="464324"/>
                    <a:pt x="1378272" y="464324"/>
                  </a:cubicBezTo>
                  <a:cubicBezTo>
                    <a:pt x="1378272" y="464324"/>
                    <a:pt x="1378272" y="464324"/>
                    <a:pt x="1378272" y="464324"/>
                  </a:cubicBezTo>
                  <a:cubicBezTo>
                    <a:pt x="1376748" y="460037"/>
                    <a:pt x="1373319" y="456894"/>
                    <a:pt x="1368937" y="455941"/>
                  </a:cubicBezTo>
                  <a:cubicBezTo>
                    <a:pt x="1373605" y="437273"/>
                    <a:pt x="1381510" y="415460"/>
                    <a:pt x="1393798" y="391172"/>
                  </a:cubicBezTo>
                  <a:close/>
                  <a:moveTo>
                    <a:pt x="1178152" y="433272"/>
                  </a:moveTo>
                  <a:cubicBezTo>
                    <a:pt x="1176913" y="424033"/>
                    <a:pt x="1169579" y="418223"/>
                    <a:pt x="1161959" y="421366"/>
                  </a:cubicBezTo>
                  <a:cubicBezTo>
                    <a:pt x="1160816" y="421842"/>
                    <a:pt x="1159768" y="422509"/>
                    <a:pt x="1158721" y="423271"/>
                  </a:cubicBezTo>
                  <a:cubicBezTo>
                    <a:pt x="1158626" y="423366"/>
                    <a:pt x="1158530" y="423461"/>
                    <a:pt x="1158435" y="423557"/>
                  </a:cubicBezTo>
                  <a:cubicBezTo>
                    <a:pt x="1157483" y="424319"/>
                    <a:pt x="1156625" y="425176"/>
                    <a:pt x="1155768" y="426224"/>
                  </a:cubicBezTo>
                  <a:cubicBezTo>
                    <a:pt x="1155768" y="426224"/>
                    <a:pt x="1155768" y="426224"/>
                    <a:pt x="1155768" y="426224"/>
                  </a:cubicBezTo>
                  <a:cubicBezTo>
                    <a:pt x="1155768" y="426224"/>
                    <a:pt x="1155768" y="426224"/>
                    <a:pt x="1155768" y="426224"/>
                  </a:cubicBezTo>
                  <a:cubicBezTo>
                    <a:pt x="1152339" y="430510"/>
                    <a:pt x="1150529" y="436606"/>
                    <a:pt x="1151291" y="442511"/>
                  </a:cubicBezTo>
                  <a:cubicBezTo>
                    <a:pt x="1143100" y="436891"/>
                    <a:pt x="1135289" y="424699"/>
                    <a:pt x="1129003" y="406983"/>
                  </a:cubicBezTo>
                  <a:cubicBezTo>
                    <a:pt x="1129193" y="406888"/>
                    <a:pt x="1129384" y="406793"/>
                    <a:pt x="1129574" y="406602"/>
                  </a:cubicBezTo>
                  <a:cubicBezTo>
                    <a:pt x="1132908" y="404125"/>
                    <a:pt x="1135385" y="400125"/>
                    <a:pt x="1136527" y="395744"/>
                  </a:cubicBezTo>
                  <a:cubicBezTo>
                    <a:pt x="1137385" y="392410"/>
                    <a:pt x="1137575" y="388886"/>
                    <a:pt x="1136718" y="385457"/>
                  </a:cubicBezTo>
                  <a:cubicBezTo>
                    <a:pt x="1136337" y="384028"/>
                    <a:pt x="1135861" y="382790"/>
                    <a:pt x="1135289" y="381647"/>
                  </a:cubicBezTo>
                  <a:cubicBezTo>
                    <a:pt x="1135194" y="381551"/>
                    <a:pt x="1135099" y="381361"/>
                    <a:pt x="1135099" y="381265"/>
                  </a:cubicBezTo>
                  <a:cubicBezTo>
                    <a:pt x="1134527" y="380123"/>
                    <a:pt x="1133765" y="379170"/>
                    <a:pt x="1133003" y="378313"/>
                  </a:cubicBezTo>
                  <a:cubicBezTo>
                    <a:pt x="1133003" y="378313"/>
                    <a:pt x="1133003" y="378313"/>
                    <a:pt x="1133003" y="378313"/>
                  </a:cubicBezTo>
                  <a:cubicBezTo>
                    <a:pt x="1133003" y="378313"/>
                    <a:pt x="1133003" y="378313"/>
                    <a:pt x="1133003" y="378313"/>
                  </a:cubicBezTo>
                  <a:cubicBezTo>
                    <a:pt x="1129955" y="374979"/>
                    <a:pt x="1125574" y="373360"/>
                    <a:pt x="1121192" y="374217"/>
                  </a:cubicBezTo>
                  <a:cubicBezTo>
                    <a:pt x="1118239" y="355072"/>
                    <a:pt x="1117096" y="331926"/>
                    <a:pt x="1119097" y="304780"/>
                  </a:cubicBezTo>
                  <a:cubicBezTo>
                    <a:pt x="1121097" y="304113"/>
                    <a:pt x="1123002" y="303065"/>
                    <a:pt x="1124717" y="301636"/>
                  </a:cubicBezTo>
                  <a:cubicBezTo>
                    <a:pt x="1126336" y="300208"/>
                    <a:pt x="1127764" y="298493"/>
                    <a:pt x="1128812" y="296493"/>
                  </a:cubicBezTo>
                  <a:cubicBezTo>
                    <a:pt x="1129860" y="294493"/>
                    <a:pt x="1130622" y="292207"/>
                    <a:pt x="1130908" y="289730"/>
                  </a:cubicBezTo>
                  <a:cubicBezTo>
                    <a:pt x="1131098" y="288206"/>
                    <a:pt x="1131003" y="286778"/>
                    <a:pt x="1130908" y="285349"/>
                  </a:cubicBezTo>
                  <a:cubicBezTo>
                    <a:pt x="1130908" y="285158"/>
                    <a:pt x="1130812" y="285063"/>
                    <a:pt x="1130812" y="284873"/>
                  </a:cubicBezTo>
                  <a:cubicBezTo>
                    <a:pt x="1130622" y="283539"/>
                    <a:pt x="1130241" y="282206"/>
                    <a:pt x="1129765" y="280967"/>
                  </a:cubicBezTo>
                  <a:cubicBezTo>
                    <a:pt x="1129765" y="280967"/>
                    <a:pt x="1129765" y="280967"/>
                    <a:pt x="1129765" y="280967"/>
                  </a:cubicBezTo>
                  <a:cubicBezTo>
                    <a:pt x="1129765" y="280967"/>
                    <a:pt x="1129765" y="280967"/>
                    <a:pt x="1129765" y="280967"/>
                  </a:cubicBezTo>
                  <a:cubicBezTo>
                    <a:pt x="1128431" y="277538"/>
                    <a:pt x="1126145" y="274586"/>
                    <a:pt x="1123193" y="272585"/>
                  </a:cubicBezTo>
                  <a:cubicBezTo>
                    <a:pt x="1128050" y="247915"/>
                    <a:pt x="1136718" y="224865"/>
                    <a:pt x="1149577" y="204196"/>
                  </a:cubicBezTo>
                  <a:cubicBezTo>
                    <a:pt x="1151863" y="200481"/>
                    <a:pt x="1154339" y="196861"/>
                    <a:pt x="1156911" y="193337"/>
                  </a:cubicBezTo>
                  <a:cubicBezTo>
                    <a:pt x="1159864" y="196576"/>
                    <a:pt x="1163864" y="198862"/>
                    <a:pt x="1168627" y="199528"/>
                  </a:cubicBezTo>
                  <a:cubicBezTo>
                    <a:pt x="1174913" y="200672"/>
                    <a:pt x="1181104" y="198576"/>
                    <a:pt x="1185200" y="194480"/>
                  </a:cubicBezTo>
                  <a:cubicBezTo>
                    <a:pt x="1186819" y="192861"/>
                    <a:pt x="1188153" y="190861"/>
                    <a:pt x="1189105" y="188670"/>
                  </a:cubicBezTo>
                  <a:cubicBezTo>
                    <a:pt x="1189582" y="187527"/>
                    <a:pt x="1189868" y="186384"/>
                    <a:pt x="1190153" y="185241"/>
                  </a:cubicBezTo>
                  <a:cubicBezTo>
                    <a:pt x="1190439" y="183717"/>
                    <a:pt x="1190439" y="182288"/>
                    <a:pt x="1190249" y="180860"/>
                  </a:cubicBezTo>
                  <a:cubicBezTo>
                    <a:pt x="1190249" y="180669"/>
                    <a:pt x="1190249" y="180574"/>
                    <a:pt x="1190153" y="180478"/>
                  </a:cubicBezTo>
                  <a:cubicBezTo>
                    <a:pt x="1189963" y="179050"/>
                    <a:pt x="1189677" y="177716"/>
                    <a:pt x="1189105" y="176383"/>
                  </a:cubicBezTo>
                  <a:cubicBezTo>
                    <a:pt x="1189105" y="176383"/>
                    <a:pt x="1189105" y="176383"/>
                    <a:pt x="1189105" y="176383"/>
                  </a:cubicBezTo>
                  <a:lnTo>
                    <a:pt x="1189105" y="176383"/>
                  </a:lnTo>
                  <a:cubicBezTo>
                    <a:pt x="1187582" y="172382"/>
                    <a:pt x="1184534" y="168953"/>
                    <a:pt x="1180533" y="166667"/>
                  </a:cubicBezTo>
                  <a:cubicBezTo>
                    <a:pt x="1191487" y="156475"/>
                    <a:pt x="1203774" y="147522"/>
                    <a:pt x="1217395" y="139807"/>
                  </a:cubicBezTo>
                  <a:cubicBezTo>
                    <a:pt x="1227586" y="152380"/>
                    <a:pt x="1235778" y="166477"/>
                    <a:pt x="1242160" y="180669"/>
                  </a:cubicBezTo>
                  <a:cubicBezTo>
                    <a:pt x="1242922" y="182288"/>
                    <a:pt x="1243493" y="183907"/>
                    <a:pt x="1244160" y="185527"/>
                  </a:cubicBezTo>
                  <a:cubicBezTo>
                    <a:pt x="1243208" y="185622"/>
                    <a:pt x="1242160" y="185622"/>
                    <a:pt x="1241207" y="185812"/>
                  </a:cubicBezTo>
                  <a:cubicBezTo>
                    <a:pt x="1241017" y="185812"/>
                    <a:pt x="1240921" y="185908"/>
                    <a:pt x="1240731" y="185908"/>
                  </a:cubicBezTo>
                  <a:cubicBezTo>
                    <a:pt x="1239302" y="186194"/>
                    <a:pt x="1237969" y="186670"/>
                    <a:pt x="1236635" y="187336"/>
                  </a:cubicBezTo>
                  <a:cubicBezTo>
                    <a:pt x="1236635" y="187336"/>
                    <a:pt x="1236635" y="187336"/>
                    <a:pt x="1236635" y="187336"/>
                  </a:cubicBezTo>
                  <a:cubicBezTo>
                    <a:pt x="1236635" y="187336"/>
                    <a:pt x="1236635" y="187336"/>
                    <a:pt x="1236635" y="187336"/>
                  </a:cubicBezTo>
                  <a:cubicBezTo>
                    <a:pt x="1230730" y="190194"/>
                    <a:pt x="1226729" y="195814"/>
                    <a:pt x="1226729" y="202577"/>
                  </a:cubicBezTo>
                  <a:cubicBezTo>
                    <a:pt x="1226729" y="210673"/>
                    <a:pt x="1232254" y="217626"/>
                    <a:pt x="1239874" y="220007"/>
                  </a:cubicBezTo>
                  <a:cubicBezTo>
                    <a:pt x="1240064" y="220103"/>
                    <a:pt x="1240255" y="220103"/>
                    <a:pt x="1240445" y="220198"/>
                  </a:cubicBezTo>
                  <a:cubicBezTo>
                    <a:pt x="1241874" y="220579"/>
                    <a:pt x="1243398" y="220865"/>
                    <a:pt x="1245017" y="220960"/>
                  </a:cubicBezTo>
                  <a:cubicBezTo>
                    <a:pt x="1248351" y="221055"/>
                    <a:pt x="1251494" y="220293"/>
                    <a:pt x="1254352" y="219055"/>
                  </a:cubicBezTo>
                  <a:cubicBezTo>
                    <a:pt x="1254733" y="221055"/>
                    <a:pt x="1255209" y="223055"/>
                    <a:pt x="1255495" y="225056"/>
                  </a:cubicBezTo>
                  <a:cubicBezTo>
                    <a:pt x="1259781" y="250868"/>
                    <a:pt x="1258638" y="277253"/>
                    <a:pt x="1252733" y="303637"/>
                  </a:cubicBezTo>
                  <a:cubicBezTo>
                    <a:pt x="1252161" y="303732"/>
                    <a:pt x="1251494" y="303732"/>
                    <a:pt x="1250923" y="303923"/>
                  </a:cubicBezTo>
                  <a:cubicBezTo>
                    <a:pt x="1250732" y="303923"/>
                    <a:pt x="1250637" y="304018"/>
                    <a:pt x="1250542" y="304018"/>
                  </a:cubicBezTo>
                  <a:cubicBezTo>
                    <a:pt x="1249208" y="304303"/>
                    <a:pt x="1247970" y="304780"/>
                    <a:pt x="1246827" y="305351"/>
                  </a:cubicBezTo>
                  <a:cubicBezTo>
                    <a:pt x="1246827" y="305351"/>
                    <a:pt x="1246827" y="305351"/>
                    <a:pt x="1246827" y="305351"/>
                  </a:cubicBezTo>
                  <a:cubicBezTo>
                    <a:pt x="1246827" y="305351"/>
                    <a:pt x="1246827" y="305351"/>
                    <a:pt x="1246827" y="305351"/>
                  </a:cubicBezTo>
                  <a:cubicBezTo>
                    <a:pt x="1241398" y="308114"/>
                    <a:pt x="1237493" y="313638"/>
                    <a:pt x="1237016" y="320306"/>
                  </a:cubicBezTo>
                  <a:cubicBezTo>
                    <a:pt x="1236540" y="326782"/>
                    <a:pt x="1239207" y="332498"/>
                    <a:pt x="1243588" y="335831"/>
                  </a:cubicBezTo>
                  <a:cubicBezTo>
                    <a:pt x="1234540" y="362597"/>
                    <a:pt x="1225110" y="382599"/>
                    <a:pt x="1216442" y="397553"/>
                  </a:cubicBezTo>
                  <a:cubicBezTo>
                    <a:pt x="1215871" y="397077"/>
                    <a:pt x="1215204" y="396696"/>
                    <a:pt x="1214537" y="396315"/>
                  </a:cubicBezTo>
                  <a:cubicBezTo>
                    <a:pt x="1212251" y="395172"/>
                    <a:pt x="1209775" y="394982"/>
                    <a:pt x="1207298" y="395362"/>
                  </a:cubicBezTo>
                  <a:cubicBezTo>
                    <a:pt x="1207298" y="395362"/>
                    <a:pt x="1207298" y="395362"/>
                    <a:pt x="1207298" y="395362"/>
                  </a:cubicBezTo>
                  <a:cubicBezTo>
                    <a:pt x="1207298" y="395362"/>
                    <a:pt x="1207298" y="395362"/>
                    <a:pt x="1207298" y="395362"/>
                  </a:cubicBezTo>
                  <a:cubicBezTo>
                    <a:pt x="1202155" y="396315"/>
                    <a:pt x="1197297" y="400601"/>
                    <a:pt x="1195011" y="406888"/>
                  </a:cubicBezTo>
                  <a:cubicBezTo>
                    <a:pt x="1192535" y="413746"/>
                    <a:pt x="1193582" y="420699"/>
                    <a:pt x="1197107" y="425271"/>
                  </a:cubicBezTo>
                  <a:cubicBezTo>
                    <a:pt x="1190344" y="433272"/>
                    <a:pt x="1183676" y="439082"/>
                    <a:pt x="1177390" y="442607"/>
                  </a:cubicBezTo>
                  <a:cubicBezTo>
                    <a:pt x="1178247" y="439558"/>
                    <a:pt x="1178628" y="436415"/>
                    <a:pt x="1178152" y="433272"/>
                  </a:cubicBezTo>
                  <a:close/>
                  <a:moveTo>
                    <a:pt x="938026" y="434986"/>
                  </a:moveTo>
                  <a:cubicBezTo>
                    <a:pt x="937741" y="431843"/>
                    <a:pt x="936979" y="428795"/>
                    <a:pt x="935359" y="425938"/>
                  </a:cubicBezTo>
                  <a:cubicBezTo>
                    <a:pt x="934788" y="424890"/>
                    <a:pt x="934121" y="424033"/>
                    <a:pt x="933454" y="423175"/>
                  </a:cubicBezTo>
                  <a:cubicBezTo>
                    <a:pt x="932026" y="421556"/>
                    <a:pt x="930407" y="420223"/>
                    <a:pt x="928692" y="419461"/>
                  </a:cubicBezTo>
                  <a:cubicBezTo>
                    <a:pt x="924406" y="417365"/>
                    <a:pt x="919548" y="417841"/>
                    <a:pt x="915833" y="421175"/>
                  </a:cubicBezTo>
                  <a:cubicBezTo>
                    <a:pt x="914881" y="422032"/>
                    <a:pt x="914214" y="422985"/>
                    <a:pt x="913547" y="424033"/>
                  </a:cubicBezTo>
                  <a:cubicBezTo>
                    <a:pt x="913452" y="424128"/>
                    <a:pt x="913452" y="424223"/>
                    <a:pt x="913357" y="424319"/>
                  </a:cubicBezTo>
                  <a:cubicBezTo>
                    <a:pt x="910118" y="429938"/>
                    <a:pt x="910404" y="438225"/>
                    <a:pt x="913928" y="444607"/>
                  </a:cubicBezTo>
                  <a:cubicBezTo>
                    <a:pt x="904213" y="442511"/>
                    <a:pt x="892497" y="434891"/>
                    <a:pt x="879829" y="420223"/>
                  </a:cubicBezTo>
                  <a:cubicBezTo>
                    <a:pt x="883925" y="414127"/>
                    <a:pt x="883829" y="404507"/>
                    <a:pt x="878781" y="397458"/>
                  </a:cubicBezTo>
                  <a:cubicBezTo>
                    <a:pt x="877924" y="396220"/>
                    <a:pt x="876876" y="395172"/>
                    <a:pt x="875828" y="394315"/>
                  </a:cubicBezTo>
                  <a:cubicBezTo>
                    <a:pt x="875828" y="394315"/>
                    <a:pt x="875733" y="394220"/>
                    <a:pt x="875733" y="394220"/>
                  </a:cubicBezTo>
                  <a:cubicBezTo>
                    <a:pt x="874780" y="393362"/>
                    <a:pt x="873637" y="392695"/>
                    <a:pt x="872590" y="392124"/>
                  </a:cubicBezTo>
                  <a:cubicBezTo>
                    <a:pt x="872494" y="392124"/>
                    <a:pt x="872494" y="392029"/>
                    <a:pt x="872399" y="392029"/>
                  </a:cubicBezTo>
                  <a:cubicBezTo>
                    <a:pt x="872399" y="392029"/>
                    <a:pt x="872399" y="392029"/>
                    <a:pt x="872399" y="392029"/>
                  </a:cubicBezTo>
                  <a:cubicBezTo>
                    <a:pt x="868303" y="390028"/>
                    <a:pt x="863636" y="390314"/>
                    <a:pt x="859921" y="392886"/>
                  </a:cubicBezTo>
                  <a:cubicBezTo>
                    <a:pt x="849920" y="376408"/>
                    <a:pt x="840109" y="355453"/>
                    <a:pt x="831632" y="329640"/>
                  </a:cubicBezTo>
                  <a:cubicBezTo>
                    <a:pt x="836490" y="325449"/>
                    <a:pt x="838776" y="318210"/>
                    <a:pt x="836776" y="311066"/>
                  </a:cubicBezTo>
                  <a:cubicBezTo>
                    <a:pt x="836395" y="309637"/>
                    <a:pt x="835728" y="308304"/>
                    <a:pt x="835061" y="306970"/>
                  </a:cubicBezTo>
                  <a:cubicBezTo>
                    <a:pt x="834966" y="306875"/>
                    <a:pt x="834871" y="306780"/>
                    <a:pt x="834871" y="306590"/>
                  </a:cubicBezTo>
                  <a:cubicBezTo>
                    <a:pt x="834204" y="305351"/>
                    <a:pt x="833347" y="304303"/>
                    <a:pt x="832394" y="303351"/>
                  </a:cubicBezTo>
                  <a:cubicBezTo>
                    <a:pt x="832394" y="303351"/>
                    <a:pt x="832394" y="303351"/>
                    <a:pt x="832394" y="303351"/>
                  </a:cubicBezTo>
                  <a:cubicBezTo>
                    <a:pt x="832394" y="303351"/>
                    <a:pt x="832394" y="303351"/>
                    <a:pt x="832394" y="303351"/>
                  </a:cubicBezTo>
                  <a:cubicBezTo>
                    <a:pt x="829918" y="300684"/>
                    <a:pt x="826679" y="298874"/>
                    <a:pt x="823155" y="298207"/>
                  </a:cubicBezTo>
                  <a:cubicBezTo>
                    <a:pt x="818202" y="273538"/>
                    <a:pt x="817440" y="248868"/>
                    <a:pt x="821441" y="224770"/>
                  </a:cubicBezTo>
                  <a:cubicBezTo>
                    <a:pt x="822107" y="220388"/>
                    <a:pt x="823060" y="216102"/>
                    <a:pt x="824108" y="211911"/>
                  </a:cubicBezTo>
                  <a:cubicBezTo>
                    <a:pt x="828013" y="213816"/>
                    <a:pt x="832680" y="214483"/>
                    <a:pt x="837347" y="213435"/>
                  </a:cubicBezTo>
                  <a:cubicBezTo>
                    <a:pt x="847349" y="211149"/>
                    <a:pt x="853826" y="201433"/>
                    <a:pt x="851730" y="191813"/>
                  </a:cubicBezTo>
                  <a:cubicBezTo>
                    <a:pt x="851444" y="190289"/>
                    <a:pt x="850873" y="188956"/>
                    <a:pt x="850206" y="187718"/>
                  </a:cubicBezTo>
                  <a:cubicBezTo>
                    <a:pt x="850111" y="187622"/>
                    <a:pt x="850016" y="187432"/>
                    <a:pt x="850016" y="187336"/>
                  </a:cubicBezTo>
                  <a:cubicBezTo>
                    <a:pt x="849349" y="186098"/>
                    <a:pt x="848492" y="185050"/>
                    <a:pt x="847539" y="184003"/>
                  </a:cubicBezTo>
                  <a:cubicBezTo>
                    <a:pt x="847539" y="184003"/>
                    <a:pt x="847539" y="184003"/>
                    <a:pt x="847539" y="184003"/>
                  </a:cubicBezTo>
                  <a:cubicBezTo>
                    <a:pt x="847539" y="184003"/>
                    <a:pt x="847539" y="184003"/>
                    <a:pt x="847539" y="184003"/>
                  </a:cubicBezTo>
                  <a:cubicBezTo>
                    <a:pt x="844586" y="180955"/>
                    <a:pt x="840491" y="178954"/>
                    <a:pt x="835918" y="178383"/>
                  </a:cubicBezTo>
                  <a:cubicBezTo>
                    <a:pt x="842205" y="164857"/>
                    <a:pt x="850111" y="151427"/>
                    <a:pt x="859826" y="139426"/>
                  </a:cubicBezTo>
                  <a:cubicBezTo>
                    <a:pt x="875638" y="148379"/>
                    <a:pt x="889735" y="159047"/>
                    <a:pt x="901927" y="171335"/>
                  </a:cubicBezTo>
                  <a:cubicBezTo>
                    <a:pt x="901069" y="171715"/>
                    <a:pt x="900212" y="172192"/>
                    <a:pt x="899450" y="172763"/>
                  </a:cubicBezTo>
                  <a:cubicBezTo>
                    <a:pt x="899355" y="172858"/>
                    <a:pt x="899164" y="172954"/>
                    <a:pt x="899069" y="173049"/>
                  </a:cubicBezTo>
                  <a:cubicBezTo>
                    <a:pt x="897831" y="173906"/>
                    <a:pt x="896783" y="174859"/>
                    <a:pt x="895831" y="176002"/>
                  </a:cubicBezTo>
                  <a:cubicBezTo>
                    <a:pt x="895831" y="176002"/>
                    <a:pt x="895831" y="176002"/>
                    <a:pt x="895831" y="176002"/>
                  </a:cubicBezTo>
                  <a:cubicBezTo>
                    <a:pt x="895831" y="176002"/>
                    <a:pt x="895831" y="176002"/>
                    <a:pt x="895831" y="176002"/>
                  </a:cubicBezTo>
                  <a:cubicBezTo>
                    <a:pt x="891449" y="180955"/>
                    <a:pt x="889925" y="187718"/>
                    <a:pt x="892497" y="193909"/>
                  </a:cubicBezTo>
                  <a:cubicBezTo>
                    <a:pt x="895069" y="200100"/>
                    <a:pt x="900688" y="203910"/>
                    <a:pt x="906975" y="204767"/>
                  </a:cubicBezTo>
                  <a:cubicBezTo>
                    <a:pt x="906975" y="204767"/>
                    <a:pt x="906975" y="204767"/>
                    <a:pt x="906975" y="204767"/>
                  </a:cubicBezTo>
                  <a:cubicBezTo>
                    <a:pt x="906975" y="204767"/>
                    <a:pt x="907070" y="204767"/>
                    <a:pt x="907070" y="204767"/>
                  </a:cubicBezTo>
                  <a:cubicBezTo>
                    <a:pt x="908499" y="204958"/>
                    <a:pt x="910023" y="205053"/>
                    <a:pt x="911452" y="204862"/>
                  </a:cubicBezTo>
                  <a:cubicBezTo>
                    <a:pt x="911547" y="204862"/>
                    <a:pt x="911737" y="204862"/>
                    <a:pt x="911833" y="204862"/>
                  </a:cubicBezTo>
                  <a:cubicBezTo>
                    <a:pt x="913357" y="204672"/>
                    <a:pt x="914976" y="204482"/>
                    <a:pt x="916500" y="204005"/>
                  </a:cubicBezTo>
                  <a:cubicBezTo>
                    <a:pt x="917738" y="203624"/>
                    <a:pt x="918881" y="203053"/>
                    <a:pt x="919929" y="202481"/>
                  </a:cubicBezTo>
                  <a:cubicBezTo>
                    <a:pt x="921643" y="201529"/>
                    <a:pt x="923168" y="200195"/>
                    <a:pt x="924406" y="198766"/>
                  </a:cubicBezTo>
                  <a:cubicBezTo>
                    <a:pt x="925549" y="200481"/>
                    <a:pt x="926692" y="202100"/>
                    <a:pt x="927739" y="203815"/>
                  </a:cubicBezTo>
                  <a:cubicBezTo>
                    <a:pt x="941455" y="225913"/>
                    <a:pt x="950504" y="250678"/>
                    <a:pt x="955076" y="277253"/>
                  </a:cubicBezTo>
                  <a:cubicBezTo>
                    <a:pt x="954505" y="277538"/>
                    <a:pt x="954028" y="277824"/>
                    <a:pt x="953457" y="278205"/>
                  </a:cubicBezTo>
                  <a:cubicBezTo>
                    <a:pt x="953362" y="278300"/>
                    <a:pt x="953267" y="278395"/>
                    <a:pt x="953076" y="278491"/>
                  </a:cubicBezTo>
                  <a:cubicBezTo>
                    <a:pt x="952028" y="279253"/>
                    <a:pt x="950980" y="280205"/>
                    <a:pt x="950123" y="281158"/>
                  </a:cubicBezTo>
                  <a:cubicBezTo>
                    <a:pt x="950123" y="281158"/>
                    <a:pt x="950123" y="281158"/>
                    <a:pt x="950123" y="281158"/>
                  </a:cubicBezTo>
                  <a:lnTo>
                    <a:pt x="950123" y="281158"/>
                  </a:lnTo>
                  <a:cubicBezTo>
                    <a:pt x="946218" y="285825"/>
                    <a:pt x="944694" y="292493"/>
                    <a:pt x="946694" y="298779"/>
                  </a:cubicBezTo>
                  <a:cubicBezTo>
                    <a:pt x="948694" y="304970"/>
                    <a:pt x="953362" y="309066"/>
                    <a:pt x="958601" y="310495"/>
                  </a:cubicBezTo>
                  <a:cubicBezTo>
                    <a:pt x="960505" y="338689"/>
                    <a:pt x="959362" y="360882"/>
                    <a:pt x="956981" y="378027"/>
                  </a:cubicBezTo>
                  <a:cubicBezTo>
                    <a:pt x="956219" y="377836"/>
                    <a:pt x="955552" y="377741"/>
                    <a:pt x="954791" y="377646"/>
                  </a:cubicBezTo>
                  <a:cubicBezTo>
                    <a:pt x="953552" y="377646"/>
                    <a:pt x="952409" y="377836"/>
                    <a:pt x="951266" y="378122"/>
                  </a:cubicBezTo>
                  <a:cubicBezTo>
                    <a:pt x="951171" y="378122"/>
                    <a:pt x="950980" y="378218"/>
                    <a:pt x="950885" y="378218"/>
                  </a:cubicBezTo>
                  <a:cubicBezTo>
                    <a:pt x="949742" y="378503"/>
                    <a:pt x="948790" y="379075"/>
                    <a:pt x="947837" y="379646"/>
                  </a:cubicBezTo>
                  <a:lnTo>
                    <a:pt x="947837" y="379646"/>
                  </a:lnTo>
                  <a:lnTo>
                    <a:pt x="947837" y="379646"/>
                  </a:lnTo>
                  <a:cubicBezTo>
                    <a:pt x="943360" y="382504"/>
                    <a:pt x="940503" y="388124"/>
                    <a:pt x="940789" y="394791"/>
                  </a:cubicBezTo>
                  <a:cubicBezTo>
                    <a:pt x="941075" y="401935"/>
                    <a:pt x="944789" y="408221"/>
                    <a:pt x="949742" y="411269"/>
                  </a:cubicBezTo>
                  <a:cubicBezTo>
                    <a:pt x="946599" y="421270"/>
                    <a:pt x="942599" y="429272"/>
                    <a:pt x="938026" y="434986"/>
                  </a:cubicBezTo>
                  <a:close/>
                  <a:moveTo>
                    <a:pt x="708664" y="460037"/>
                  </a:moveTo>
                  <a:cubicBezTo>
                    <a:pt x="707521" y="460514"/>
                    <a:pt x="706474" y="461085"/>
                    <a:pt x="705521" y="461847"/>
                  </a:cubicBezTo>
                  <a:cubicBezTo>
                    <a:pt x="705426" y="461942"/>
                    <a:pt x="705331" y="462037"/>
                    <a:pt x="705235" y="462133"/>
                  </a:cubicBezTo>
                  <a:cubicBezTo>
                    <a:pt x="704378" y="462895"/>
                    <a:pt x="703616" y="463657"/>
                    <a:pt x="702950" y="464609"/>
                  </a:cubicBezTo>
                  <a:cubicBezTo>
                    <a:pt x="702950" y="464609"/>
                    <a:pt x="702950" y="464609"/>
                    <a:pt x="702950" y="464609"/>
                  </a:cubicBezTo>
                  <a:lnTo>
                    <a:pt x="702950" y="464609"/>
                  </a:lnTo>
                  <a:cubicBezTo>
                    <a:pt x="699997" y="468991"/>
                    <a:pt x="699425" y="475277"/>
                    <a:pt x="702283" y="481278"/>
                  </a:cubicBezTo>
                  <a:cubicBezTo>
                    <a:pt x="705331" y="487755"/>
                    <a:pt x="711141" y="492136"/>
                    <a:pt x="716856" y="493089"/>
                  </a:cubicBezTo>
                  <a:cubicBezTo>
                    <a:pt x="717523" y="503186"/>
                    <a:pt x="716951" y="512044"/>
                    <a:pt x="715046" y="519092"/>
                  </a:cubicBezTo>
                  <a:cubicBezTo>
                    <a:pt x="713522" y="516425"/>
                    <a:pt x="711617" y="513949"/>
                    <a:pt x="709045" y="512044"/>
                  </a:cubicBezTo>
                  <a:cubicBezTo>
                    <a:pt x="705331" y="509186"/>
                    <a:pt x="701140" y="508139"/>
                    <a:pt x="697520" y="508710"/>
                  </a:cubicBezTo>
                  <a:cubicBezTo>
                    <a:pt x="696568" y="508900"/>
                    <a:pt x="695710" y="509091"/>
                    <a:pt x="694949" y="509472"/>
                  </a:cubicBezTo>
                  <a:cubicBezTo>
                    <a:pt x="693329" y="510139"/>
                    <a:pt x="691805" y="511282"/>
                    <a:pt x="690662" y="512711"/>
                  </a:cubicBezTo>
                  <a:cubicBezTo>
                    <a:pt x="690091" y="513473"/>
                    <a:pt x="689519" y="514235"/>
                    <a:pt x="689138" y="515187"/>
                  </a:cubicBezTo>
                  <a:cubicBezTo>
                    <a:pt x="688662" y="516235"/>
                    <a:pt x="688376" y="517473"/>
                    <a:pt x="688186" y="518616"/>
                  </a:cubicBezTo>
                  <a:cubicBezTo>
                    <a:pt x="688186" y="518902"/>
                    <a:pt x="688186" y="519092"/>
                    <a:pt x="688091" y="519378"/>
                  </a:cubicBezTo>
                  <a:cubicBezTo>
                    <a:pt x="687995" y="520521"/>
                    <a:pt x="687995" y="521664"/>
                    <a:pt x="688091" y="522902"/>
                  </a:cubicBezTo>
                  <a:cubicBezTo>
                    <a:pt x="688091" y="522902"/>
                    <a:pt x="688091" y="522902"/>
                    <a:pt x="688091" y="522902"/>
                  </a:cubicBezTo>
                  <a:lnTo>
                    <a:pt x="688091" y="522902"/>
                  </a:lnTo>
                  <a:cubicBezTo>
                    <a:pt x="688662" y="528332"/>
                    <a:pt x="691805" y="533951"/>
                    <a:pt x="696472" y="537666"/>
                  </a:cubicBezTo>
                  <a:cubicBezTo>
                    <a:pt x="686662" y="539476"/>
                    <a:pt x="672851" y="536809"/>
                    <a:pt x="655610" y="528332"/>
                  </a:cubicBezTo>
                  <a:cubicBezTo>
                    <a:pt x="657039" y="520997"/>
                    <a:pt x="653324" y="512329"/>
                    <a:pt x="645895" y="507662"/>
                  </a:cubicBezTo>
                  <a:cubicBezTo>
                    <a:pt x="644657" y="506900"/>
                    <a:pt x="643323" y="506329"/>
                    <a:pt x="642085" y="505853"/>
                  </a:cubicBezTo>
                  <a:cubicBezTo>
                    <a:pt x="641989" y="505853"/>
                    <a:pt x="641799" y="505757"/>
                    <a:pt x="641704" y="505757"/>
                  </a:cubicBezTo>
                  <a:cubicBezTo>
                    <a:pt x="635798" y="503948"/>
                    <a:pt x="629988" y="505948"/>
                    <a:pt x="626845" y="510710"/>
                  </a:cubicBezTo>
                  <a:cubicBezTo>
                    <a:pt x="611224" y="499280"/>
                    <a:pt x="594079" y="483754"/>
                    <a:pt x="576362" y="463181"/>
                  </a:cubicBezTo>
                  <a:cubicBezTo>
                    <a:pt x="579315" y="457465"/>
                    <a:pt x="578553" y="449941"/>
                    <a:pt x="574076" y="444131"/>
                  </a:cubicBezTo>
                  <a:cubicBezTo>
                    <a:pt x="573124" y="442892"/>
                    <a:pt x="572076" y="441940"/>
                    <a:pt x="570933" y="441082"/>
                  </a:cubicBezTo>
                  <a:cubicBezTo>
                    <a:pt x="570838" y="440987"/>
                    <a:pt x="570743" y="440892"/>
                    <a:pt x="570552" y="440797"/>
                  </a:cubicBezTo>
                  <a:cubicBezTo>
                    <a:pt x="569409" y="439940"/>
                    <a:pt x="568266" y="439273"/>
                    <a:pt x="567028" y="438701"/>
                  </a:cubicBezTo>
                  <a:cubicBezTo>
                    <a:pt x="567028" y="438701"/>
                    <a:pt x="567028" y="438701"/>
                    <a:pt x="567028" y="438701"/>
                  </a:cubicBezTo>
                  <a:cubicBezTo>
                    <a:pt x="567028" y="438701"/>
                    <a:pt x="567028" y="438701"/>
                    <a:pt x="567028" y="438701"/>
                  </a:cubicBezTo>
                  <a:cubicBezTo>
                    <a:pt x="563694" y="437177"/>
                    <a:pt x="559979" y="436796"/>
                    <a:pt x="556455" y="437463"/>
                  </a:cubicBezTo>
                  <a:cubicBezTo>
                    <a:pt x="542453" y="416603"/>
                    <a:pt x="532261" y="394124"/>
                    <a:pt x="526737" y="370312"/>
                  </a:cubicBezTo>
                  <a:cubicBezTo>
                    <a:pt x="525689" y="366025"/>
                    <a:pt x="524927" y="361739"/>
                    <a:pt x="524165" y="357358"/>
                  </a:cubicBezTo>
                  <a:cubicBezTo>
                    <a:pt x="528451" y="357548"/>
                    <a:pt x="533024" y="356405"/>
                    <a:pt x="536929" y="353643"/>
                  </a:cubicBezTo>
                  <a:cubicBezTo>
                    <a:pt x="545311" y="347642"/>
                    <a:pt x="547501" y="336307"/>
                    <a:pt x="541882" y="328211"/>
                  </a:cubicBezTo>
                  <a:cubicBezTo>
                    <a:pt x="541025" y="326973"/>
                    <a:pt x="539977" y="325925"/>
                    <a:pt x="538834" y="324973"/>
                  </a:cubicBezTo>
                  <a:cubicBezTo>
                    <a:pt x="538738" y="324878"/>
                    <a:pt x="538643" y="324782"/>
                    <a:pt x="538453" y="324687"/>
                  </a:cubicBezTo>
                  <a:cubicBezTo>
                    <a:pt x="537310" y="323830"/>
                    <a:pt x="536167" y="323068"/>
                    <a:pt x="534833" y="322496"/>
                  </a:cubicBezTo>
                  <a:cubicBezTo>
                    <a:pt x="534833" y="322496"/>
                    <a:pt x="534833" y="322496"/>
                    <a:pt x="534833" y="322496"/>
                  </a:cubicBezTo>
                  <a:lnTo>
                    <a:pt x="534833" y="322496"/>
                  </a:lnTo>
                  <a:cubicBezTo>
                    <a:pt x="530928" y="320782"/>
                    <a:pt x="526356" y="320496"/>
                    <a:pt x="521975" y="321734"/>
                  </a:cubicBezTo>
                  <a:cubicBezTo>
                    <a:pt x="522546" y="306875"/>
                    <a:pt x="524737" y="291540"/>
                    <a:pt x="529023" y="276586"/>
                  </a:cubicBezTo>
                  <a:cubicBezTo>
                    <a:pt x="547120" y="278777"/>
                    <a:pt x="564170" y="283253"/>
                    <a:pt x="580172" y="289921"/>
                  </a:cubicBezTo>
                  <a:cubicBezTo>
                    <a:pt x="579505" y="290683"/>
                    <a:pt x="578934" y="291445"/>
                    <a:pt x="578362" y="292207"/>
                  </a:cubicBezTo>
                  <a:cubicBezTo>
                    <a:pt x="578267" y="292397"/>
                    <a:pt x="578172" y="292493"/>
                    <a:pt x="578077" y="292683"/>
                  </a:cubicBezTo>
                  <a:cubicBezTo>
                    <a:pt x="577315" y="293921"/>
                    <a:pt x="576648" y="295255"/>
                    <a:pt x="576172" y="296588"/>
                  </a:cubicBezTo>
                  <a:cubicBezTo>
                    <a:pt x="576172" y="296588"/>
                    <a:pt x="576172" y="296588"/>
                    <a:pt x="576172" y="296588"/>
                  </a:cubicBezTo>
                  <a:cubicBezTo>
                    <a:pt x="576172" y="296588"/>
                    <a:pt x="576172" y="296588"/>
                    <a:pt x="576172" y="296588"/>
                  </a:cubicBezTo>
                  <a:cubicBezTo>
                    <a:pt x="574076" y="302779"/>
                    <a:pt x="575219" y="309637"/>
                    <a:pt x="579982" y="314400"/>
                  </a:cubicBezTo>
                  <a:cubicBezTo>
                    <a:pt x="584744" y="319162"/>
                    <a:pt x="591317" y="320496"/>
                    <a:pt x="597508" y="318877"/>
                  </a:cubicBezTo>
                  <a:cubicBezTo>
                    <a:pt x="597508" y="318877"/>
                    <a:pt x="597508" y="318877"/>
                    <a:pt x="597508" y="318877"/>
                  </a:cubicBezTo>
                  <a:cubicBezTo>
                    <a:pt x="597508" y="318877"/>
                    <a:pt x="597508" y="318877"/>
                    <a:pt x="597603" y="318877"/>
                  </a:cubicBezTo>
                  <a:cubicBezTo>
                    <a:pt x="599032" y="318496"/>
                    <a:pt x="600460" y="317924"/>
                    <a:pt x="601794" y="317257"/>
                  </a:cubicBezTo>
                  <a:cubicBezTo>
                    <a:pt x="601889" y="317257"/>
                    <a:pt x="601889" y="317162"/>
                    <a:pt x="601984" y="317162"/>
                  </a:cubicBezTo>
                  <a:cubicBezTo>
                    <a:pt x="603413" y="316400"/>
                    <a:pt x="604747" y="315543"/>
                    <a:pt x="605985" y="314495"/>
                  </a:cubicBezTo>
                  <a:cubicBezTo>
                    <a:pt x="608461" y="312304"/>
                    <a:pt x="610176" y="309542"/>
                    <a:pt x="611224" y="306590"/>
                  </a:cubicBezTo>
                  <a:cubicBezTo>
                    <a:pt x="612938" y="307732"/>
                    <a:pt x="614653" y="308780"/>
                    <a:pt x="616272" y="310019"/>
                  </a:cubicBezTo>
                  <a:cubicBezTo>
                    <a:pt x="637513" y="325068"/>
                    <a:pt x="655325" y="344499"/>
                    <a:pt x="669802" y="367264"/>
                  </a:cubicBezTo>
                  <a:cubicBezTo>
                    <a:pt x="669421" y="367740"/>
                    <a:pt x="669041" y="368216"/>
                    <a:pt x="668659" y="368693"/>
                  </a:cubicBezTo>
                  <a:cubicBezTo>
                    <a:pt x="668564" y="368788"/>
                    <a:pt x="668469" y="368978"/>
                    <a:pt x="668469" y="369074"/>
                  </a:cubicBezTo>
                  <a:cubicBezTo>
                    <a:pt x="667802" y="370216"/>
                    <a:pt x="667231" y="371455"/>
                    <a:pt x="666850" y="372693"/>
                  </a:cubicBezTo>
                  <a:cubicBezTo>
                    <a:pt x="666850" y="372693"/>
                    <a:pt x="666850" y="372693"/>
                    <a:pt x="666850" y="372693"/>
                  </a:cubicBezTo>
                  <a:lnTo>
                    <a:pt x="666850" y="372693"/>
                  </a:lnTo>
                  <a:cubicBezTo>
                    <a:pt x="664945" y="378503"/>
                    <a:pt x="666183" y="385266"/>
                    <a:pt x="670469" y="390314"/>
                  </a:cubicBezTo>
                  <a:cubicBezTo>
                    <a:pt x="674660" y="395267"/>
                    <a:pt x="680470" y="397268"/>
                    <a:pt x="685900" y="396506"/>
                  </a:cubicBezTo>
                  <a:cubicBezTo>
                    <a:pt x="698473" y="421842"/>
                    <a:pt x="705997" y="442702"/>
                    <a:pt x="710379" y="459466"/>
                  </a:cubicBezTo>
                  <a:cubicBezTo>
                    <a:pt x="710093" y="459656"/>
                    <a:pt x="709426" y="459752"/>
                    <a:pt x="708664" y="460037"/>
                  </a:cubicBezTo>
                  <a:close/>
                  <a:moveTo>
                    <a:pt x="512259" y="630630"/>
                  </a:moveTo>
                  <a:cubicBezTo>
                    <a:pt x="511307" y="631487"/>
                    <a:pt x="510544" y="632440"/>
                    <a:pt x="509973" y="633487"/>
                  </a:cubicBezTo>
                  <a:cubicBezTo>
                    <a:pt x="509973" y="633487"/>
                    <a:pt x="509973" y="633583"/>
                    <a:pt x="509878" y="633583"/>
                  </a:cubicBezTo>
                  <a:cubicBezTo>
                    <a:pt x="506734" y="639203"/>
                    <a:pt x="508259" y="647108"/>
                    <a:pt x="514450" y="652728"/>
                  </a:cubicBezTo>
                  <a:cubicBezTo>
                    <a:pt x="519784" y="657586"/>
                    <a:pt x="526642" y="659300"/>
                    <a:pt x="532261" y="657967"/>
                  </a:cubicBezTo>
                  <a:cubicBezTo>
                    <a:pt x="536929" y="667206"/>
                    <a:pt x="539786" y="675588"/>
                    <a:pt x="540643" y="682827"/>
                  </a:cubicBezTo>
                  <a:cubicBezTo>
                    <a:pt x="539119" y="681589"/>
                    <a:pt x="537500" y="680541"/>
                    <a:pt x="535691" y="679684"/>
                  </a:cubicBezTo>
                  <a:cubicBezTo>
                    <a:pt x="534643" y="679208"/>
                    <a:pt x="533500" y="678826"/>
                    <a:pt x="532357" y="678541"/>
                  </a:cubicBezTo>
                  <a:cubicBezTo>
                    <a:pt x="530071" y="677969"/>
                    <a:pt x="527880" y="677779"/>
                    <a:pt x="525880" y="677969"/>
                  </a:cubicBezTo>
                  <a:cubicBezTo>
                    <a:pt x="522832" y="678350"/>
                    <a:pt x="520165" y="679493"/>
                    <a:pt x="518260" y="681398"/>
                  </a:cubicBezTo>
                  <a:cubicBezTo>
                    <a:pt x="517021" y="682637"/>
                    <a:pt x="516069" y="684256"/>
                    <a:pt x="515497" y="686066"/>
                  </a:cubicBezTo>
                  <a:cubicBezTo>
                    <a:pt x="515212" y="686923"/>
                    <a:pt x="515117" y="687971"/>
                    <a:pt x="515117" y="688923"/>
                  </a:cubicBezTo>
                  <a:cubicBezTo>
                    <a:pt x="515117" y="690161"/>
                    <a:pt x="515307" y="691399"/>
                    <a:pt x="515688" y="692638"/>
                  </a:cubicBezTo>
                  <a:cubicBezTo>
                    <a:pt x="515688" y="692733"/>
                    <a:pt x="515783" y="692924"/>
                    <a:pt x="515783" y="693019"/>
                  </a:cubicBezTo>
                  <a:cubicBezTo>
                    <a:pt x="516164" y="694162"/>
                    <a:pt x="516641" y="695400"/>
                    <a:pt x="517212" y="696448"/>
                  </a:cubicBezTo>
                  <a:cubicBezTo>
                    <a:pt x="517212" y="696448"/>
                    <a:pt x="517212" y="696448"/>
                    <a:pt x="517212" y="696448"/>
                  </a:cubicBezTo>
                  <a:lnTo>
                    <a:pt x="517212" y="696448"/>
                  </a:lnTo>
                  <a:cubicBezTo>
                    <a:pt x="519879" y="701306"/>
                    <a:pt x="524832" y="705211"/>
                    <a:pt x="530547" y="706925"/>
                  </a:cubicBezTo>
                  <a:cubicBezTo>
                    <a:pt x="522165" y="712355"/>
                    <a:pt x="507973" y="714926"/>
                    <a:pt x="489209" y="713783"/>
                  </a:cubicBezTo>
                  <a:cubicBezTo>
                    <a:pt x="488923" y="712545"/>
                    <a:pt x="488542" y="711307"/>
                    <a:pt x="488066" y="710164"/>
                  </a:cubicBezTo>
                  <a:cubicBezTo>
                    <a:pt x="485779" y="705306"/>
                    <a:pt x="481208" y="701115"/>
                    <a:pt x="475683" y="699210"/>
                  </a:cubicBezTo>
                  <a:cubicBezTo>
                    <a:pt x="474540" y="698829"/>
                    <a:pt x="473492" y="698543"/>
                    <a:pt x="472254" y="698353"/>
                  </a:cubicBezTo>
                  <a:cubicBezTo>
                    <a:pt x="470825" y="698162"/>
                    <a:pt x="469492" y="698162"/>
                    <a:pt x="468158" y="698258"/>
                  </a:cubicBezTo>
                  <a:cubicBezTo>
                    <a:pt x="468063" y="698258"/>
                    <a:pt x="467872" y="698258"/>
                    <a:pt x="467777" y="698353"/>
                  </a:cubicBezTo>
                  <a:cubicBezTo>
                    <a:pt x="466539" y="698448"/>
                    <a:pt x="465301" y="698734"/>
                    <a:pt x="464158" y="699210"/>
                  </a:cubicBezTo>
                  <a:cubicBezTo>
                    <a:pt x="464158" y="699210"/>
                    <a:pt x="464158" y="699210"/>
                    <a:pt x="464158" y="699210"/>
                  </a:cubicBezTo>
                  <a:lnTo>
                    <a:pt x="464158" y="699210"/>
                  </a:lnTo>
                  <a:cubicBezTo>
                    <a:pt x="459871" y="700734"/>
                    <a:pt x="456728" y="704163"/>
                    <a:pt x="455871" y="708545"/>
                  </a:cubicBezTo>
                  <a:cubicBezTo>
                    <a:pt x="437107" y="703973"/>
                    <a:pt x="415294" y="696067"/>
                    <a:pt x="391006" y="683780"/>
                  </a:cubicBezTo>
                  <a:cubicBezTo>
                    <a:pt x="391482" y="677398"/>
                    <a:pt x="388148" y="670730"/>
                    <a:pt x="381671" y="667111"/>
                  </a:cubicBezTo>
                  <a:cubicBezTo>
                    <a:pt x="380338" y="666349"/>
                    <a:pt x="379004" y="665873"/>
                    <a:pt x="377575" y="665491"/>
                  </a:cubicBezTo>
                  <a:cubicBezTo>
                    <a:pt x="377385" y="665491"/>
                    <a:pt x="377290" y="665396"/>
                    <a:pt x="377099" y="665396"/>
                  </a:cubicBezTo>
                  <a:cubicBezTo>
                    <a:pt x="375766" y="665015"/>
                    <a:pt x="374432" y="664825"/>
                    <a:pt x="373099" y="664825"/>
                  </a:cubicBezTo>
                  <a:cubicBezTo>
                    <a:pt x="373099" y="664825"/>
                    <a:pt x="373099" y="664825"/>
                    <a:pt x="373099" y="664825"/>
                  </a:cubicBezTo>
                  <a:cubicBezTo>
                    <a:pt x="373099" y="664825"/>
                    <a:pt x="373099" y="664825"/>
                    <a:pt x="373099" y="664825"/>
                  </a:cubicBezTo>
                  <a:cubicBezTo>
                    <a:pt x="369384" y="664730"/>
                    <a:pt x="365764" y="665682"/>
                    <a:pt x="362812" y="667682"/>
                  </a:cubicBezTo>
                  <a:cubicBezTo>
                    <a:pt x="341952" y="653681"/>
                    <a:pt x="324045" y="636821"/>
                    <a:pt x="309853" y="617009"/>
                  </a:cubicBezTo>
                  <a:cubicBezTo>
                    <a:pt x="307281" y="613485"/>
                    <a:pt x="304900" y="609770"/>
                    <a:pt x="302614" y="606056"/>
                  </a:cubicBezTo>
                  <a:cubicBezTo>
                    <a:pt x="306709" y="604627"/>
                    <a:pt x="310424" y="601769"/>
                    <a:pt x="312805" y="597674"/>
                  </a:cubicBezTo>
                  <a:cubicBezTo>
                    <a:pt x="318330" y="589006"/>
                    <a:pt x="316139" y="577671"/>
                    <a:pt x="307852" y="572337"/>
                  </a:cubicBezTo>
                  <a:cubicBezTo>
                    <a:pt x="306614" y="571480"/>
                    <a:pt x="305185" y="571003"/>
                    <a:pt x="303852" y="570527"/>
                  </a:cubicBezTo>
                  <a:cubicBezTo>
                    <a:pt x="303757" y="570527"/>
                    <a:pt x="303566" y="570432"/>
                    <a:pt x="303471" y="570432"/>
                  </a:cubicBezTo>
                  <a:cubicBezTo>
                    <a:pt x="302137" y="570051"/>
                    <a:pt x="300709" y="569861"/>
                    <a:pt x="299375" y="569765"/>
                  </a:cubicBezTo>
                  <a:cubicBezTo>
                    <a:pt x="299375" y="569765"/>
                    <a:pt x="299375" y="569765"/>
                    <a:pt x="299375" y="569765"/>
                  </a:cubicBezTo>
                  <a:cubicBezTo>
                    <a:pt x="299375" y="569765"/>
                    <a:pt x="299375" y="569765"/>
                    <a:pt x="299375" y="569765"/>
                  </a:cubicBezTo>
                  <a:cubicBezTo>
                    <a:pt x="295089" y="569670"/>
                    <a:pt x="290803" y="571099"/>
                    <a:pt x="287183" y="573956"/>
                  </a:cubicBezTo>
                  <a:cubicBezTo>
                    <a:pt x="282040" y="559954"/>
                    <a:pt x="278420" y="545095"/>
                    <a:pt x="276515" y="529570"/>
                  </a:cubicBezTo>
                  <a:cubicBezTo>
                    <a:pt x="292136" y="525093"/>
                    <a:pt x="308138" y="522902"/>
                    <a:pt x="323759" y="522426"/>
                  </a:cubicBezTo>
                  <a:cubicBezTo>
                    <a:pt x="325474" y="522331"/>
                    <a:pt x="327284" y="522426"/>
                    <a:pt x="328998" y="522426"/>
                  </a:cubicBezTo>
                  <a:cubicBezTo>
                    <a:pt x="328617" y="523378"/>
                    <a:pt x="328331" y="524331"/>
                    <a:pt x="328141" y="525283"/>
                  </a:cubicBezTo>
                  <a:cubicBezTo>
                    <a:pt x="328141" y="525474"/>
                    <a:pt x="328141" y="525569"/>
                    <a:pt x="328045" y="525760"/>
                  </a:cubicBezTo>
                  <a:cubicBezTo>
                    <a:pt x="327760" y="527189"/>
                    <a:pt x="327664" y="528617"/>
                    <a:pt x="327760" y="530046"/>
                  </a:cubicBezTo>
                  <a:cubicBezTo>
                    <a:pt x="327760" y="530046"/>
                    <a:pt x="327760" y="530046"/>
                    <a:pt x="327760" y="530046"/>
                  </a:cubicBezTo>
                  <a:lnTo>
                    <a:pt x="327760" y="530046"/>
                  </a:lnTo>
                  <a:cubicBezTo>
                    <a:pt x="328141" y="536618"/>
                    <a:pt x="331855" y="542428"/>
                    <a:pt x="338047" y="545095"/>
                  </a:cubicBezTo>
                  <a:cubicBezTo>
                    <a:pt x="345571" y="548239"/>
                    <a:pt x="354049" y="545762"/>
                    <a:pt x="359192" y="539571"/>
                  </a:cubicBezTo>
                  <a:cubicBezTo>
                    <a:pt x="359287" y="539381"/>
                    <a:pt x="359478" y="539285"/>
                    <a:pt x="359573" y="539095"/>
                  </a:cubicBezTo>
                  <a:cubicBezTo>
                    <a:pt x="360526" y="537857"/>
                    <a:pt x="361383" y="536618"/>
                    <a:pt x="362050" y="535190"/>
                  </a:cubicBezTo>
                  <a:cubicBezTo>
                    <a:pt x="363193" y="532903"/>
                    <a:pt x="363764" y="530522"/>
                    <a:pt x="363955" y="528141"/>
                  </a:cubicBezTo>
                  <a:cubicBezTo>
                    <a:pt x="364050" y="527379"/>
                    <a:pt x="363955" y="526617"/>
                    <a:pt x="363859" y="525950"/>
                  </a:cubicBezTo>
                  <a:cubicBezTo>
                    <a:pt x="365860" y="526331"/>
                    <a:pt x="367860" y="526712"/>
                    <a:pt x="369860" y="527189"/>
                  </a:cubicBezTo>
                  <a:cubicBezTo>
                    <a:pt x="395292" y="533094"/>
                    <a:pt x="419200" y="544333"/>
                    <a:pt x="441298" y="559859"/>
                  </a:cubicBezTo>
                  <a:cubicBezTo>
                    <a:pt x="441107" y="560431"/>
                    <a:pt x="440917" y="561002"/>
                    <a:pt x="440821" y="561669"/>
                  </a:cubicBezTo>
                  <a:cubicBezTo>
                    <a:pt x="440821" y="561860"/>
                    <a:pt x="440821" y="561955"/>
                    <a:pt x="440726" y="562145"/>
                  </a:cubicBezTo>
                  <a:cubicBezTo>
                    <a:pt x="440536" y="563479"/>
                    <a:pt x="440441" y="564812"/>
                    <a:pt x="440536" y="566050"/>
                  </a:cubicBezTo>
                  <a:cubicBezTo>
                    <a:pt x="440536" y="566050"/>
                    <a:pt x="440536" y="566050"/>
                    <a:pt x="440536" y="566050"/>
                  </a:cubicBezTo>
                  <a:cubicBezTo>
                    <a:pt x="440536" y="566050"/>
                    <a:pt x="440536" y="566050"/>
                    <a:pt x="440536" y="566050"/>
                  </a:cubicBezTo>
                  <a:cubicBezTo>
                    <a:pt x="441012" y="572051"/>
                    <a:pt x="444632" y="577862"/>
                    <a:pt x="450632" y="580910"/>
                  </a:cubicBezTo>
                  <a:cubicBezTo>
                    <a:pt x="456347" y="583862"/>
                    <a:pt x="462634" y="583577"/>
                    <a:pt x="467396" y="580719"/>
                  </a:cubicBezTo>
                  <a:cubicBezTo>
                    <a:pt x="488637" y="599293"/>
                    <a:pt x="503496" y="615771"/>
                    <a:pt x="513974" y="629487"/>
                  </a:cubicBezTo>
                  <a:cubicBezTo>
                    <a:pt x="513402" y="629678"/>
                    <a:pt x="512830" y="630154"/>
                    <a:pt x="512259" y="630630"/>
                  </a:cubicBezTo>
                  <a:close/>
                  <a:moveTo>
                    <a:pt x="192981" y="920666"/>
                  </a:moveTo>
                  <a:cubicBezTo>
                    <a:pt x="196219" y="917714"/>
                    <a:pt x="198505" y="913713"/>
                    <a:pt x="199172" y="908950"/>
                  </a:cubicBezTo>
                  <a:cubicBezTo>
                    <a:pt x="199363" y="907712"/>
                    <a:pt x="199458" y="906474"/>
                    <a:pt x="199458" y="905236"/>
                  </a:cubicBezTo>
                  <a:cubicBezTo>
                    <a:pt x="199363" y="899045"/>
                    <a:pt x="196315" y="893425"/>
                    <a:pt x="191457" y="890186"/>
                  </a:cubicBezTo>
                  <a:cubicBezTo>
                    <a:pt x="189552" y="888853"/>
                    <a:pt x="187266" y="887996"/>
                    <a:pt x="184885" y="887519"/>
                  </a:cubicBezTo>
                  <a:cubicBezTo>
                    <a:pt x="183361" y="887233"/>
                    <a:pt x="181932" y="887233"/>
                    <a:pt x="180503" y="887424"/>
                  </a:cubicBezTo>
                  <a:cubicBezTo>
                    <a:pt x="180313" y="887424"/>
                    <a:pt x="180217" y="887424"/>
                    <a:pt x="180122" y="887519"/>
                  </a:cubicBezTo>
                  <a:cubicBezTo>
                    <a:pt x="178693" y="887710"/>
                    <a:pt x="177360" y="887996"/>
                    <a:pt x="176026" y="888567"/>
                  </a:cubicBezTo>
                  <a:cubicBezTo>
                    <a:pt x="176026" y="888567"/>
                    <a:pt x="176026" y="888567"/>
                    <a:pt x="176026" y="888567"/>
                  </a:cubicBezTo>
                  <a:cubicBezTo>
                    <a:pt x="176026" y="888567"/>
                    <a:pt x="176026" y="888567"/>
                    <a:pt x="176026" y="888567"/>
                  </a:cubicBezTo>
                  <a:cubicBezTo>
                    <a:pt x="172026" y="890091"/>
                    <a:pt x="168597" y="893139"/>
                    <a:pt x="166311" y="897140"/>
                  </a:cubicBezTo>
                  <a:cubicBezTo>
                    <a:pt x="156119" y="886186"/>
                    <a:pt x="147166" y="873899"/>
                    <a:pt x="139450" y="860278"/>
                  </a:cubicBezTo>
                  <a:cubicBezTo>
                    <a:pt x="152024" y="850086"/>
                    <a:pt x="166120" y="841895"/>
                    <a:pt x="180313" y="835513"/>
                  </a:cubicBezTo>
                  <a:cubicBezTo>
                    <a:pt x="181932" y="834751"/>
                    <a:pt x="183551" y="834179"/>
                    <a:pt x="185170" y="833513"/>
                  </a:cubicBezTo>
                  <a:cubicBezTo>
                    <a:pt x="185266" y="834465"/>
                    <a:pt x="185266" y="835513"/>
                    <a:pt x="185456" y="836465"/>
                  </a:cubicBezTo>
                  <a:cubicBezTo>
                    <a:pt x="185456" y="836656"/>
                    <a:pt x="185551" y="836751"/>
                    <a:pt x="185551" y="836941"/>
                  </a:cubicBezTo>
                  <a:cubicBezTo>
                    <a:pt x="185837" y="838370"/>
                    <a:pt x="186313" y="839704"/>
                    <a:pt x="186980" y="841037"/>
                  </a:cubicBezTo>
                  <a:cubicBezTo>
                    <a:pt x="186980" y="841037"/>
                    <a:pt x="186980" y="841037"/>
                    <a:pt x="186980" y="841037"/>
                  </a:cubicBezTo>
                  <a:cubicBezTo>
                    <a:pt x="186980" y="841037"/>
                    <a:pt x="186980" y="841037"/>
                    <a:pt x="186980" y="841037"/>
                  </a:cubicBezTo>
                  <a:cubicBezTo>
                    <a:pt x="189838" y="846943"/>
                    <a:pt x="195458" y="850943"/>
                    <a:pt x="202220" y="850943"/>
                  </a:cubicBezTo>
                  <a:cubicBezTo>
                    <a:pt x="210317" y="850943"/>
                    <a:pt x="217270" y="845419"/>
                    <a:pt x="219651" y="837799"/>
                  </a:cubicBezTo>
                  <a:cubicBezTo>
                    <a:pt x="219746" y="837608"/>
                    <a:pt x="219746" y="837418"/>
                    <a:pt x="219842" y="837227"/>
                  </a:cubicBezTo>
                  <a:cubicBezTo>
                    <a:pt x="220222" y="835799"/>
                    <a:pt x="220508" y="834274"/>
                    <a:pt x="220603" y="832655"/>
                  </a:cubicBezTo>
                  <a:cubicBezTo>
                    <a:pt x="220699" y="829322"/>
                    <a:pt x="219937" y="826178"/>
                    <a:pt x="218699" y="823321"/>
                  </a:cubicBezTo>
                  <a:cubicBezTo>
                    <a:pt x="220699" y="822940"/>
                    <a:pt x="222699" y="822464"/>
                    <a:pt x="224699" y="822178"/>
                  </a:cubicBezTo>
                  <a:cubicBezTo>
                    <a:pt x="250512" y="817891"/>
                    <a:pt x="276896" y="819034"/>
                    <a:pt x="303280" y="824940"/>
                  </a:cubicBezTo>
                  <a:cubicBezTo>
                    <a:pt x="303376" y="825512"/>
                    <a:pt x="303376" y="826178"/>
                    <a:pt x="303566" y="826750"/>
                  </a:cubicBezTo>
                  <a:cubicBezTo>
                    <a:pt x="303566" y="826940"/>
                    <a:pt x="303661" y="827035"/>
                    <a:pt x="303661" y="827226"/>
                  </a:cubicBezTo>
                  <a:cubicBezTo>
                    <a:pt x="303947" y="828559"/>
                    <a:pt x="304424" y="829798"/>
                    <a:pt x="304995" y="830941"/>
                  </a:cubicBezTo>
                  <a:cubicBezTo>
                    <a:pt x="304995" y="830941"/>
                    <a:pt x="304995" y="830941"/>
                    <a:pt x="304995" y="830941"/>
                  </a:cubicBezTo>
                  <a:lnTo>
                    <a:pt x="304995" y="830941"/>
                  </a:lnTo>
                  <a:cubicBezTo>
                    <a:pt x="307757" y="836370"/>
                    <a:pt x="313282" y="840275"/>
                    <a:pt x="319949" y="840751"/>
                  </a:cubicBezTo>
                  <a:cubicBezTo>
                    <a:pt x="326426" y="841228"/>
                    <a:pt x="332141" y="838561"/>
                    <a:pt x="335475" y="834179"/>
                  </a:cubicBezTo>
                  <a:cubicBezTo>
                    <a:pt x="362240" y="843228"/>
                    <a:pt x="382243" y="852658"/>
                    <a:pt x="397197" y="861325"/>
                  </a:cubicBezTo>
                  <a:cubicBezTo>
                    <a:pt x="396721" y="861897"/>
                    <a:pt x="396340" y="862564"/>
                    <a:pt x="395959" y="863231"/>
                  </a:cubicBezTo>
                  <a:cubicBezTo>
                    <a:pt x="394816" y="865516"/>
                    <a:pt x="394625" y="867993"/>
                    <a:pt x="395006" y="870470"/>
                  </a:cubicBezTo>
                  <a:cubicBezTo>
                    <a:pt x="395006" y="870470"/>
                    <a:pt x="395006" y="870470"/>
                    <a:pt x="395006" y="870470"/>
                  </a:cubicBezTo>
                  <a:cubicBezTo>
                    <a:pt x="395006" y="870470"/>
                    <a:pt x="395006" y="870470"/>
                    <a:pt x="395006" y="870470"/>
                  </a:cubicBezTo>
                  <a:cubicBezTo>
                    <a:pt x="395959" y="875613"/>
                    <a:pt x="400245" y="880471"/>
                    <a:pt x="406532" y="882757"/>
                  </a:cubicBezTo>
                  <a:cubicBezTo>
                    <a:pt x="413389" y="885233"/>
                    <a:pt x="420343" y="884185"/>
                    <a:pt x="424915" y="880661"/>
                  </a:cubicBezTo>
                  <a:cubicBezTo>
                    <a:pt x="432916" y="887424"/>
                    <a:pt x="438726" y="894091"/>
                    <a:pt x="442250" y="900378"/>
                  </a:cubicBezTo>
                  <a:cubicBezTo>
                    <a:pt x="439297" y="899521"/>
                    <a:pt x="436154" y="899140"/>
                    <a:pt x="433011" y="899616"/>
                  </a:cubicBezTo>
                  <a:cubicBezTo>
                    <a:pt x="431868" y="899807"/>
                    <a:pt x="430725" y="899997"/>
                    <a:pt x="429677" y="900378"/>
                  </a:cubicBezTo>
                  <a:cubicBezTo>
                    <a:pt x="428058" y="900949"/>
                    <a:pt x="426629" y="901712"/>
                    <a:pt x="425296" y="902664"/>
                  </a:cubicBezTo>
                  <a:cubicBezTo>
                    <a:pt x="421771" y="905236"/>
                    <a:pt x="419771" y="908950"/>
                    <a:pt x="420247" y="913046"/>
                  </a:cubicBezTo>
                  <a:cubicBezTo>
                    <a:pt x="420343" y="913999"/>
                    <a:pt x="420628" y="914951"/>
                    <a:pt x="421009" y="915904"/>
                  </a:cubicBezTo>
                  <a:cubicBezTo>
                    <a:pt x="421486" y="917047"/>
                    <a:pt x="422152" y="918190"/>
                    <a:pt x="422914" y="919142"/>
                  </a:cubicBezTo>
                  <a:cubicBezTo>
                    <a:pt x="423010" y="919238"/>
                    <a:pt x="423105" y="919333"/>
                    <a:pt x="423200" y="919428"/>
                  </a:cubicBezTo>
                  <a:cubicBezTo>
                    <a:pt x="423962" y="920381"/>
                    <a:pt x="424819" y="921238"/>
                    <a:pt x="425867" y="922095"/>
                  </a:cubicBezTo>
                  <a:cubicBezTo>
                    <a:pt x="425867" y="922095"/>
                    <a:pt x="425867" y="922095"/>
                    <a:pt x="425867" y="922095"/>
                  </a:cubicBezTo>
                  <a:cubicBezTo>
                    <a:pt x="425867" y="922095"/>
                    <a:pt x="425867" y="922095"/>
                    <a:pt x="425867" y="922095"/>
                  </a:cubicBezTo>
                  <a:cubicBezTo>
                    <a:pt x="430153" y="925524"/>
                    <a:pt x="436250" y="927334"/>
                    <a:pt x="442155" y="926572"/>
                  </a:cubicBezTo>
                  <a:cubicBezTo>
                    <a:pt x="436535" y="934763"/>
                    <a:pt x="424343" y="942574"/>
                    <a:pt x="406627" y="948860"/>
                  </a:cubicBezTo>
                  <a:cubicBezTo>
                    <a:pt x="404722" y="946098"/>
                    <a:pt x="401959" y="943812"/>
                    <a:pt x="398626" y="942383"/>
                  </a:cubicBezTo>
                  <a:cubicBezTo>
                    <a:pt x="394530" y="940574"/>
                    <a:pt x="389672" y="940002"/>
                    <a:pt x="385100" y="941050"/>
                  </a:cubicBezTo>
                  <a:cubicBezTo>
                    <a:pt x="383671" y="941431"/>
                    <a:pt x="382433" y="941907"/>
                    <a:pt x="381290" y="942479"/>
                  </a:cubicBezTo>
                  <a:cubicBezTo>
                    <a:pt x="381195" y="942574"/>
                    <a:pt x="381100" y="942574"/>
                    <a:pt x="380909" y="942669"/>
                  </a:cubicBezTo>
                  <a:cubicBezTo>
                    <a:pt x="379766" y="943241"/>
                    <a:pt x="378814" y="944002"/>
                    <a:pt x="377957" y="944765"/>
                  </a:cubicBezTo>
                  <a:cubicBezTo>
                    <a:pt x="377957" y="944765"/>
                    <a:pt x="377957" y="944765"/>
                    <a:pt x="377957" y="944765"/>
                  </a:cubicBezTo>
                  <a:lnTo>
                    <a:pt x="377957" y="944765"/>
                  </a:lnTo>
                  <a:cubicBezTo>
                    <a:pt x="374623" y="947813"/>
                    <a:pt x="373003" y="952194"/>
                    <a:pt x="373861" y="956575"/>
                  </a:cubicBezTo>
                  <a:cubicBezTo>
                    <a:pt x="354716" y="959528"/>
                    <a:pt x="331570" y="960671"/>
                    <a:pt x="304424" y="958671"/>
                  </a:cubicBezTo>
                  <a:cubicBezTo>
                    <a:pt x="302423" y="952575"/>
                    <a:pt x="296708" y="947717"/>
                    <a:pt x="289374" y="946860"/>
                  </a:cubicBezTo>
                  <a:cubicBezTo>
                    <a:pt x="287850" y="946670"/>
                    <a:pt x="286421" y="946765"/>
                    <a:pt x="284992" y="946860"/>
                  </a:cubicBezTo>
                  <a:cubicBezTo>
                    <a:pt x="284802" y="946860"/>
                    <a:pt x="284707" y="946955"/>
                    <a:pt x="284516" y="946955"/>
                  </a:cubicBezTo>
                  <a:cubicBezTo>
                    <a:pt x="283183" y="947146"/>
                    <a:pt x="281849" y="947527"/>
                    <a:pt x="280611" y="948003"/>
                  </a:cubicBezTo>
                  <a:cubicBezTo>
                    <a:pt x="280611" y="948003"/>
                    <a:pt x="280611" y="948003"/>
                    <a:pt x="280611" y="948003"/>
                  </a:cubicBezTo>
                  <a:cubicBezTo>
                    <a:pt x="280611" y="948003"/>
                    <a:pt x="280611" y="948003"/>
                    <a:pt x="280611" y="948003"/>
                  </a:cubicBezTo>
                  <a:cubicBezTo>
                    <a:pt x="277182" y="949337"/>
                    <a:pt x="274229" y="951623"/>
                    <a:pt x="272229" y="954575"/>
                  </a:cubicBezTo>
                  <a:cubicBezTo>
                    <a:pt x="247559" y="949717"/>
                    <a:pt x="224509" y="941050"/>
                    <a:pt x="203839" y="928191"/>
                  </a:cubicBezTo>
                  <a:cubicBezTo>
                    <a:pt x="200125" y="925715"/>
                    <a:pt x="196505" y="923238"/>
                    <a:pt x="192981" y="920666"/>
                  </a:cubicBezTo>
                  <a:close/>
                  <a:moveTo>
                    <a:pt x="224794" y="1255851"/>
                  </a:moveTo>
                  <a:cubicBezTo>
                    <a:pt x="220413" y="1255184"/>
                    <a:pt x="216127" y="1254232"/>
                    <a:pt x="211936" y="1253184"/>
                  </a:cubicBezTo>
                  <a:cubicBezTo>
                    <a:pt x="213841" y="1249279"/>
                    <a:pt x="214508" y="1244612"/>
                    <a:pt x="213460" y="1239944"/>
                  </a:cubicBezTo>
                  <a:cubicBezTo>
                    <a:pt x="212888" y="1237468"/>
                    <a:pt x="211841" y="1235182"/>
                    <a:pt x="210412" y="1233182"/>
                  </a:cubicBezTo>
                  <a:cubicBezTo>
                    <a:pt x="208316" y="1230229"/>
                    <a:pt x="205459" y="1227943"/>
                    <a:pt x="202220" y="1226609"/>
                  </a:cubicBezTo>
                  <a:cubicBezTo>
                    <a:pt x="198982" y="1225276"/>
                    <a:pt x="195362" y="1224800"/>
                    <a:pt x="191743" y="1225657"/>
                  </a:cubicBezTo>
                  <a:cubicBezTo>
                    <a:pt x="190219" y="1225942"/>
                    <a:pt x="188885" y="1226514"/>
                    <a:pt x="187647" y="1227181"/>
                  </a:cubicBezTo>
                  <a:cubicBezTo>
                    <a:pt x="187552" y="1227276"/>
                    <a:pt x="187361" y="1227371"/>
                    <a:pt x="187266" y="1227371"/>
                  </a:cubicBezTo>
                  <a:cubicBezTo>
                    <a:pt x="186028" y="1228038"/>
                    <a:pt x="184980" y="1228895"/>
                    <a:pt x="183932" y="1229848"/>
                  </a:cubicBezTo>
                  <a:cubicBezTo>
                    <a:pt x="183932" y="1229848"/>
                    <a:pt x="183932" y="1229848"/>
                    <a:pt x="183932" y="1229848"/>
                  </a:cubicBezTo>
                  <a:cubicBezTo>
                    <a:pt x="183932" y="1229848"/>
                    <a:pt x="183932" y="1229848"/>
                    <a:pt x="183932" y="1229848"/>
                  </a:cubicBezTo>
                  <a:cubicBezTo>
                    <a:pt x="180884" y="1232800"/>
                    <a:pt x="178884" y="1236896"/>
                    <a:pt x="178312" y="1241468"/>
                  </a:cubicBezTo>
                  <a:cubicBezTo>
                    <a:pt x="164787" y="1235182"/>
                    <a:pt x="151357" y="1227276"/>
                    <a:pt x="139355" y="1217560"/>
                  </a:cubicBezTo>
                  <a:cubicBezTo>
                    <a:pt x="148309" y="1201749"/>
                    <a:pt x="158977" y="1187652"/>
                    <a:pt x="171264" y="1175460"/>
                  </a:cubicBezTo>
                  <a:cubicBezTo>
                    <a:pt x="171645" y="1176317"/>
                    <a:pt x="172121" y="1177175"/>
                    <a:pt x="172693" y="1177937"/>
                  </a:cubicBezTo>
                  <a:cubicBezTo>
                    <a:pt x="172788" y="1178032"/>
                    <a:pt x="172883" y="1178222"/>
                    <a:pt x="172978" y="1178317"/>
                  </a:cubicBezTo>
                  <a:cubicBezTo>
                    <a:pt x="173836" y="1179556"/>
                    <a:pt x="174788" y="1180604"/>
                    <a:pt x="175931" y="1181556"/>
                  </a:cubicBezTo>
                  <a:cubicBezTo>
                    <a:pt x="175931" y="1181556"/>
                    <a:pt x="175931" y="1181556"/>
                    <a:pt x="175931" y="1181556"/>
                  </a:cubicBezTo>
                  <a:cubicBezTo>
                    <a:pt x="175931" y="1181556"/>
                    <a:pt x="175931" y="1181556"/>
                    <a:pt x="175931" y="1181556"/>
                  </a:cubicBezTo>
                  <a:cubicBezTo>
                    <a:pt x="180884" y="1185938"/>
                    <a:pt x="187647" y="1187462"/>
                    <a:pt x="193838" y="1184890"/>
                  </a:cubicBezTo>
                  <a:cubicBezTo>
                    <a:pt x="200029" y="1182318"/>
                    <a:pt x="203839" y="1176698"/>
                    <a:pt x="204697" y="1170412"/>
                  </a:cubicBezTo>
                  <a:cubicBezTo>
                    <a:pt x="204697" y="1170412"/>
                    <a:pt x="204697" y="1170412"/>
                    <a:pt x="204697" y="1170412"/>
                  </a:cubicBezTo>
                  <a:cubicBezTo>
                    <a:pt x="204697" y="1170412"/>
                    <a:pt x="204697" y="1170317"/>
                    <a:pt x="204697" y="1170317"/>
                  </a:cubicBezTo>
                  <a:cubicBezTo>
                    <a:pt x="204887" y="1168888"/>
                    <a:pt x="204983" y="1167364"/>
                    <a:pt x="204792" y="1165935"/>
                  </a:cubicBezTo>
                  <a:cubicBezTo>
                    <a:pt x="204792" y="1165840"/>
                    <a:pt x="204792" y="1165649"/>
                    <a:pt x="204792" y="1165554"/>
                  </a:cubicBezTo>
                  <a:cubicBezTo>
                    <a:pt x="204601" y="1164030"/>
                    <a:pt x="204411" y="1162411"/>
                    <a:pt x="203935" y="1160887"/>
                  </a:cubicBezTo>
                  <a:cubicBezTo>
                    <a:pt x="202887" y="1157743"/>
                    <a:pt x="200982" y="1155076"/>
                    <a:pt x="198696" y="1152981"/>
                  </a:cubicBezTo>
                  <a:cubicBezTo>
                    <a:pt x="200410" y="1151838"/>
                    <a:pt x="202030" y="1150695"/>
                    <a:pt x="203744" y="1149647"/>
                  </a:cubicBezTo>
                  <a:cubicBezTo>
                    <a:pt x="225842" y="1135931"/>
                    <a:pt x="250607" y="1126883"/>
                    <a:pt x="277182" y="1122310"/>
                  </a:cubicBezTo>
                  <a:cubicBezTo>
                    <a:pt x="277468" y="1122882"/>
                    <a:pt x="277753" y="1123358"/>
                    <a:pt x="278134" y="1123930"/>
                  </a:cubicBezTo>
                  <a:cubicBezTo>
                    <a:pt x="278230" y="1124025"/>
                    <a:pt x="278325" y="1124120"/>
                    <a:pt x="278420" y="1124311"/>
                  </a:cubicBezTo>
                  <a:cubicBezTo>
                    <a:pt x="279182" y="1125358"/>
                    <a:pt x="280135" y="1126406"/>
                    <a:pt x="281087" y="1127264"/>
                  </a:cubicBezTo>
                  <a:cubicBezTo>
                    <a:pt x="281087" y="1127264"/>
                    <a:pt x="281087" y="1127264"/>
                    <a:pt x="281087" y="1127264"/>
                  </a:cubicBezTo>
                  <a:lnTo>
                    <a:pt x="281087" y="1127264"/>
                  </a:lnTo>
                  <a:cubicBezTo>
                    <a:pt x="285754" y="1131169"/>
                    <a:pt x="292422" y="1132693"/>
                    <a:pt x="298709" y="1130692"/>
                  </a:cubicBezTo>
                  <a:cubicBezTo>
                    <a:pt x="304900" y="1128692"/>
                    <a:pt x="308995" y="1124025"/>
                    <a:pt x="310424" y="1118786"/>
                  </a:cubicBezTo>
                  <a:cubicBezTo>
                    <a:pt x="338618" y="1116881"/>
                    <a:pt x="360811" y="1118024"/>
                    <a:pt x="377957" y="1120406"/>
                  </a:cubicBezTo>
                  <a:cubicBezTo>
                    <a:pt x="377766" y="1121167"/>
                    <a:pt x="377671" y="1121834"/>
                    <a:pt x="377575" y="1122596"/>
                  </a:cubicBezTo>
                  <a:cubicBezTo>
                    <a:pt x="377575" y="1123834"/>
                    <a:pt x="377766" y="1124977"/>
                    <a:pt x="378052" y="1126121"/>
                  </a:cubicBezTo>
                  <a:cubicBezTo>
                    <a:pt x="378052" y="1126216"/>
                    <a:pt x="378147" y="1126406"/>
                    <a:pt x="378147" y="1126501"/>
                  </a:cubicBezTo>
                  <a:cubicBezTo>
                    <a:pt x="378433" y="1127645"/>
                    <a:pt x="379004" y="1128597"/>
                    <a:pt x="379576" y="1129550"/>
                  </a:cubicBezTo>
                  <a:cubicBezTo>
                    <a:pt x="379576" y="1129550"/>
                    <a:pt x="379576" y="1129550"/>
                    <a:pt x="379576" y="1129550"/>
                  </a:cubicBezTo>
                  <a:lnTo>
                    <a:pt x="379576" y="1129550"/>
                  </a:lnTo>
                  <a:cubicBezTo>
                    <a:pt x="382433" y="1134026"/>
                    <a:pt x="388053" y="1136884"/>
                    <a:pt x="394720" y="1136598"/>
                  </a:cubicBezTo>
                  <a:cubicBezTo>
                    <a:pt x="401864" y="1136312"/>
                    <a:pt x="408151" y="1132598"/>
                    <a:pt x="411199" y="1127645"/>
                  </a:cubicBezTo>
                  <a:cubicBezTo>
                    <a:pt x="420914" y="1130978"/>
                    <a:pt x="428915" y="1134979"/>
                    <a:pt x="434630" y="1139456"/>
                  </a:cubicBezTo>
                  <a:cubicBezTo>
                    <a:pt x="431487" y="1139741"/>
                    <a:pt x="428439" y="1140503"/>
                    <a:pt x="425582" y="1142123"/>
                  </a:cubicBezTo>
                  <a:cubicBezTo>
                    <a:pt x="417485" y="1146790"/>
                    <a:pt x="415390" y="1155743"/>
                    <a:pt x="420819" y="1161649"/>
                  </a:cubicBezTo>
                  <a:cubicBezTo>
                    <a:pt x="421676" y="1162601"/>
                    <a:pt x="422629" y="1163268"/>
                    <a:pt x="423676" y="1163935"/>
                  </a:cubicBezTo>
                  <a:cubicBezTo>
                    <a:pt x="423772" y="1164030"/>
                    <a:pt x="423867" y="1164030"/>
                    <a:pt x="423962" y="1164125"/>
                  </a:cubicBezTo>
                  <a:cubicBezTo>
                    <a:pt x="425010" y="1164697"/>
                    <a:pt x="426153" y="1165173"/>
                    <a:pt x="427391" y="1165554"/>
                  </a:cubicBezTo>
                  <a:lnTo>
                    <a:pt x="427391" y="1165554"/>
                  </a:lnTo>
                  <a:lnTo>
                    <a:pt x="427391" y="1165554"/>
                  </a:lnTo>
                  <a:cubicBezTo>
                    <a:pt x="432630" y="1167078"/>
                    <a:pt x="439107" y="1166411"/>
                    <a:pt x="444250" y="1163554"/>
                  </a:cubicBezTo>
                  <a:cubicBezTo>
                    <a:pt x="442155" y="1173269"/>
                    <a:pt x="434535" y="1184985"/>
                    <a:pt x="419867" y="1197653"/>
                  </a:cubicBezTo>
                  <a:cubicBezTo>
                    <a:pt x="413770" y="1193558"/>
                    <a:pt x="404150" y="1193653"/>
                    <a:pt x="397102" y="1198701"/>
                  </a:cubicBezTo>
                  <a:cubicBezTo>
                    <a:pt x="395863" y="1199558"/>
                    <a:pt x="394816" y="1200606"/>
                    <a:pt x="393959" y="1201654"/>
                  </a:cubicBezTo>
                  <a:cubicBezTo>
                    <a:pt x="393959" y="1201654"/>
                    <a:pt x="393863" y="1201749"/>
                    <a:pt x="393863" y="1201749"/>
                  </a:cubicBezTo>
                  <a:cubicBezTo>
                    <a:pt x="393006" y="1202701"/>
                    <a:pt x="392339" y="1203845"/>
                    <a:pt x="391768" y="1204892"/>
                  </a:cubicBezTo>
                  <a:cubicBezTo>
                    <a:pt x="391768" y="1204988"/>
                    <a:pt x="391672" y="1204988"/>
                    <a:pt x="391672" y="1205083"/>
                  </a:cubicBezTo>
                  <a:cubicBezTo>
                    <a:pt x="391672" y="1205083"/>
                    <a:pt x="391672" y="1205083"/>
                    <a:pt x="391672" y="1205083"/>
                  </a:cubicBezTo>
                  <a:cubicBezTo>
                    <a:pt x="389672" y="1209179"/>
                    <a:pt x="389958" y="1213846"/>
                    <a:pt x="392530" y="1217560"/>
                  </a:cubicBezTo>
                  <a:cubicBezTo>
                    <a:pt x="376051" y="1227562"/>
                    <a:pt x="355096" y="1237373"/>
                    <a:pt x="329284" y="1245850"/>
                  </a:cubicBezTo>
                  <a:cubicBezTo>
                    <a:pt x="329284" y="1245850"/>
                    <a:pt x="329284" y="1245850"/>
                    <a:pt x="329284" y="1245850"/>
                  </a:cubicBezTo>
                  <a:cubicBezTo>
                    <a:pt x="327855" y="1244231"/>
                    <a:pt x="326141" y="1242897"/>
                    <a:pt x="324235" y="1241945"/>
                  </a:cubicBezTo>
                  <a:cubicBezTo>
                    <a:pt x="323283" y="1241468"/>
                    <a:pt x="322235" y="1241087"/>
                    <a:pt x="321187" y="1240706"/>
                  </a:cubicBezTo>
                  <a:cubicBezTo>
                    <a:pt x="318997" y="1240135"/>
                    <a:pt x="316711" y="1239849"/>
                    <a:pt x="314329" y="1240040"/>
                  </a:cubicBezTo>
                  <a:cubicBezTo>
                    <a:pt x="313186" y="1240135"/>
                    <a:pt x="311948" y="1240325"/>
                    <a:pt x="310805" y="1240706"/>
                  </a:cubicBezTo>
                  <a:cubicBezTo>
                    <a:pt x="309376" y="1241087"/>
                    <a:pt x="308043" y="1241754"/>
                    <a:pt x="306709" y="1242421"/>
                  </a:cubicBezTo>
                  <a:cubicBezTo>
                    <a:pt x="306614" y="1242516"/>
                    <a:pt x="306519" y="1242611"/>
                    <a:pt x="306328" y="1242611"/>
                  </a:cubicBezTo>
                  <a:cubicBezTo>
                    <a:pt x="305090" y="1243278"/>
                    <a:pt x="304042" y="1244135"/>
                    <a:pt x="303090" y="1245088"/>
                  </a:cubicBezTo>
                  <a:cubicBezTo>
                    <a:pt x="303090" y="1245088"/>
                    <a:pt x="303090" y="1245088"/>
                    <a:pt x="303090" y="1245088"/>
                  </a:cubicBezTo>
                  <a:cubicBezTo>
                    <a:pt x="303090" y="1245088"/>
                    <a:pt x="303090" y="1245088"/>
                    <a:pt x="303090" y="1245088"/>
                  </a:cubicBezTo>
                  <a:cubicBezTo>
                    <a:pt x="300423" y="1247564"/>
                    <a:pt x="298613" y="1250803"/>
                    <a:pt x="297946" y="1254327"/>
                  </a:cubicBezTo>
                  <a:cubicBezTo>
                    <a:pt x="273562" y="1259090"/>
                    <a:pt x="248893" y="1259851"/>
                    <a:pt x="224794" y="1255851"/>
                  </a:cubicBezTo>
                  <a:close/>
                  <a:moveTo>
                    <a:pt x="462824" y="1501215"/>
                  </a:moveTo>
                  <a:cubicBezTo>
                    <a:pt x="457109" y="1498262"/>
                    <a:pt x="449584" y="1499024"/>
                    <a:pt x="443774" y="1503501"/>
                  </a:cubicBezTo>
                  <a:cubicBezTo>
                    <a:pt x="442536" y="1504454"/>
                    <a:pt x="441584" y="1505501"/>
                    <a:pt x="440726" y="1506644"/>
                  </a:cubicBezTo>
                  <a:cubicBezTo>
                    <a:pt x="440631" y="1506740"/>
                    <a:pt x="440536" y="1506835"/>
                    <a:pt x="440536" y="1506930"/>
                  </a:cubicBezTo>
                  <a:cubicBezTo>
                    <a:pt x="439678" y="1508073"/>
                    <a:pt x="439012" y="1509216"/>
                    <a:pt x="438440" y="1510454"/>
                  </a:cubicBezTo>
                  <a:cubicBezTo>
                    <a:pt x="438440" y="1510454"/>
                    <a:pt x="438440" y="1510454"/>
                    <a:pt x="438440" y="1510454"/>
                  </a:cubicBezTo>
                  <a:lnTo>
                    <a:pt x="438440" y="1510454"/>
                  </a:lnTo>
                  <a:cubicBezTo>
                    <a:pt x="436916" y="1513788"/>
                    <a:pt x="436535" y="1517503"/>
                    <a:pt x="437202" y="1521027"/>
                  </a:cubicBezTo>
                  <a:cubicBezTo>
                    <a:pt x="416342" y="1535029"/>
                    <a:pt x="393863" y="1545221"/>
                    <a:pt x="370051" y="1550745"/>
                  </a:cubicBezTo>
                  <a:cubicBezTo>
                    <a:pt x="365764" y="1551793"/>
                    <a:pt x="361478" y="1552555"/>
                    <a:pt x="357097" y="1553317"/>
                  </a:cubicBezTo>
                  <a:cubicBezTo>
                    <a:pt x="357097" y="1552459"/>
                    <a:pt x="357192" y="1551698"/>
                    <a:pt x="357097" y="1550840"/>
                  </a:cubicBezTo>
                  <a:cubicBezTo>
                    <a:pt x="356811" y="1547316"/>
                    <a:pt x="355573" y="1543792"/>
                    <a:pt x="353382" y="1540553"/>
                  </a:cubicBezTo>
                  <a:cubicBezTo>
                    <a:pt x="352049" y="1538648"/>
                    <a:pt x="350429" y="1537220"/>
                    <a:pt x="348619" y="1535981"/>
                  </a:cubicBezTo>
                  <a:cubicBezTo>
                    <a:pt x="344428" y="1533029"/>
                    <a:pt x="339285" y="1531885"/>
                    <a:pt x="334427" y="1532838"/>
                  </a:cubicBezTo>
                  <a:cubicBezTo>
                    <a:pt x="332141" y="1533314"/>
                    <a:pt x="329950" y="1534172"/>
                    <a:pt x="327855" y="1535600"/>
                  </a:cubicBezTo>
                  <a:cubicBezTo>
                    <a:pt x="326617" y="1536458"/>
                    <a:pt x="325569" y="1537505"/>
                    <a:pt x="324617" y="1538648"/>
                  </a:cubicBezTo>
                  <a:cubicBezTo>
                    <a:pt x="324521" y="1538743"/>
                    <a:pt x="324426" y="1538839"/>
                    <a:pt x="324331" y="1539029"/>
                  </a:cubicBezTo>
                  <a:cubicBezTo>
                    <a:pt x="323474" y="1540172"/>
                    <a:pt x="322711" y="1541315"/>
                    <a:pt x="322235" y="1542649"/>
                  </a:cubicBezTo>
                  <a:cubicBezTo>
                    <a:pt x="322235" y="1542649"/>
                    <a:pt x="322235" y="1542649"/>
                    <a:pt x="322235" y="1542649"/>
                  </a:cubicBezTo>
                  <a:cubicBezTo>
                    <a:pt x="322235" y="1542649"/>
                    <a:pt x="322235" y="1542649"/>
                    <a:pt x="322235" y="1542649"/>
                  </a:cubicBezTo>
                  <a:cubicBezTo>
                    <a:pt x="320521" y="1546554"/>
                    <a:pt x="320235" y="1551126"/>
                    <a:pt x="321473" y="1555508"/>
                  </a:cubicBezTo>
                  <a:cubicBezTo>
                    <a:pt x="306614" y="1554936"/>
                    <a:pt x="291279" y="1552745"/>
                    <a:pt x="276325" y="1548459"/>
                  </a:cubicBezTo>
                  <a:cubicBezTo>
                    <a:pt x="278516" y="1530362"/>
                    <a:pt x="282992" y="1513312"/>
                    <a:pt x="289660" y="1497310"/>
                  </a:cubicBezTo>
                  <a:cubicBezTo>
                    <a:pt x="290422" y="1497976"/>
                    <a:pt x="291184" y="1498548"/>
                    <a:pt x="291946" y="1499120"/>
                  </a:cubicBezTo>
                  <a:cubicBezTo>
                    <a:pt x="292136" y="1499215"/>
                    <a:pt x="292232" y="1499310"/>
                    <a:pt x="292422" y="1499405"/>
                  </a:cubicBezTo>
                  <a:cubicBezTo>
                    <a:pt x="293660" y="1500167"/>
                    <a:pt x="294994" y="1500834"/>
                    <a:pt x="296327" y="1501310"/>
                  </a:cubicBezTo>
                  <a:cubicBezTo>
                    <a:pt x="296327" y="1501310"/>
                    <a:pt x="296327" y="1501310"/>
                    <a:pt x="296327" y="1501310"/>
                  </a:cubicBezTo>
                  <a:cubicBezTo>
                    <a:pt x="296327" y="1501310"/>
                    <a:pt x="296327" y="1501310"/>
                    <a:pt x="296327" y="1501310"/>
                  </a:cubicBezTo>
                  <a:cubicBezTo>
                    <a:pt x="302518" y="1503406"/>
                    <a:pt x="309376" y="1502263"/>
                    <a:pt x="314139" y="1497500"/>
                  </a:cubicBezTo>
                  <a:cubicBezTo>
                    <a:pt x="318901" y="1492738"/>
                    <a:pt x="320235" y="1486166"/>
                    <a:pt x="318616" y="1479974"/>
                  </a:cubicBezTo>
                  <a:cubicBezTo>
                    <a:pt x="318616" y="1479974"/>
                    <a:pt x="318616" y="1479974"/>
                    <a:pt x="318616" y="1479974"/>
                  </a:cubicBezTo>
                  <a:cubicBezTo>
                    <a:pt x="318616" y="1479974"/>
                    <a:pt x="318616" y="1479974"/>
                    <a:pt x="318616" y="1479879"/>
                  </a:cubicBezTo>
                  <a:cubicBezTo>
                    <a:pt x="318235" y="1478450"/>
                    <a:pt x="317663" y="1477022"/>
                    <a:pt x="316996" y="1475688"/>
                  </a:cubicBezTo>
                  <a:cubicBezTo>
                    <a:pt x="316996" y="1475593"/>
                    <a:pt x="316901" y="1475593"/>
                    <a:pt x="316901" y="1475498"/>
                  </a:cubicBezTo>
                  <a:cubicBezTo>
                    <a:pt x="316139" y="1474069"/>
                    <a:pt x="315282" y="1472735"/>
                    <a:pt x="314234" y="1471497"/>
                  </a:cubicBezTo>
                  <a:cubicBezTo>
                    <a:pt x="312043" y="1469021"/>
                    <a:pt x="309281" y="1467306"/>
                    <a:pt x="306328" y="1466258"/>
                  </a:cubicBezTo>
                  <a:cubicBezTo>
                    <a:pt x="307471" y="1464544"/>
                    <a:pt x="308519" y="1462829"/>
                    <a:pt x="309758" y="1461210"/>
                  </a:cubicBezTo>
                  <a:cubicBezTo>
                    <a:pt x="324807" y="1439969"/>
                    <a:pt x="344238" y="1422158"/>
                    <a:pt x="367003" y="1407680"/>
                  </a:cubicBezTo>
                  <a:cubicBezTo>
                    <a:pt x="367479" y="1408060"/>
                    <a:pt x="367955" y="1408442"/>
                    <a:pt x="368432" y="1408823"/>
                  </a:cubicBezTo>
                  <a:cubicBezTo>
                    <a:pt x="368527" y="1408918"/>
                    <a:pt x="368717" y="1409013"/>
                    <a:pt x="368812" y="1409013"/>
                  </a:cubicBezTo>
                  <a:cubicBezTo>
                    <a:pt x="369955" y="1409680"/>
                    <a:pt x="371194" y="1410251"/>
                    <a:pt x="372432" y="1410632"/>
                  </a:cubicBezTo>
                  <a:cubicBezTo>
                    <a:pt x="372432" y="1410632"/>
                    <a:pt x="372432" y="1410632"/>
                    <a:pt x="372432" y="1410632"/>
                  </a:cubicBezTo>
                  <a:cubicBezTo>
                    <a:pt x="372432" y="1410632"/>
                    <a:pt x="372432" y="1410632"/>
                    <a:pt x="372432" y="1410632"/>
                  </a:cubicBezTo>
                  <a:cubicBezTo>
                    <a:pt x="378242" y="1412537"/>
                    <a:pt x="385005" y="1411299"/>
                    <a:pt x="390053" y="1407013"/>
                  </a:cubicBezTo>
                  <a:cubicBezTo>
                    <a:pt x="395006" y="1402822"/>
                    <a:pt x="397007" y="1397012"/>
                    <a:pt x="396244" y="1391582"/>
                  </a:cubicBezTo>
                  <a:cubicBezTo>
                    <a:pt x="421581" y="1379009"/>
                    <a:pt x="442441" y="1371484"/>
                    <a:pt x="459205" y="1367103"/>
                  </a:cubicBezTo>
                  <a:cubicBezTo>
                    <a:pt x="459300" y="1367865"/>
                    <a:pt x="459491" y="1368532"/>
                    <a:pt x="459681" y="1369199"/>
                  </a:cubicBezTo>
                  <a:cubicBezTo>
                    <a:pt x="460157" y="1370342"/>
                    <a:pt x="460729" y="1371389"/>
                    <a:pt x="461491" y="1372342"/>
                  </a:cubicBezTo>
                  <a:cubicBezTo>
                    <a:pt x="461586" y="1372437"/>
                    <a:pt x="461681" y="1372532"/>
                    <a:pt x="461776" y="1372627"/>
                  </a:cubicBezTo>
                  <a:cubicBezTo>
                    <a:pt x="465872" y="1377581"/>
                    <a:pt x="473587" y="1379105"/>
                    <a:pt x="480922" y="1375580"/>
                  </a:cubicBezTo>
                  <a:cubicBezTo>
                    <a:pt x="487399" y="1372532"/>
                    <a:pt x="491780" y="1366722"/>
                    <a:pt x="492733" y="1361007"/>
                  </a:cubicBezTo>
                  <a:cubicBezTo>
                    <a:pt x="502829" y="1360340"/>
                    <a:pt x="511687" y="1360912"/>
                    <a:pt x="518736" y="1362817"/>
                  </a:cubicBezTo>
                  <a:cubicBezTo>
                    <a:pt x="518069" y="1363198"/>
                    <a:pt x="517402" y="1363579"/>
                    <a:pt x="516736" y="1363960"/>
                  </a:cubicBezTo>
                  <a:cubicBezTo>
                    <a:pt x="514831" y="1365293"/>
                    <a:pt x="513116" y="1366913"/>
                    <a:pt x="511687" y="1368722"/>
                  </a:cubicBezTo>
                  <a:cubicBezTo>
                    <a:pt x="505972" y="1376152"/>
                    <a:pt x="507496" y="1385296"/>
                    <a:pt x="514735" y="1388630"/>
                  </a:cubicBezTo>
                  <a:cubicBezTo>
                    <a:pt x="515783" y="1389106"/>
                    <a:pt x="517021" y="1389392"/>
                    <a:pt x="518164" y="1389582"/>
                  </a:cubicBezTo>
                  <a:cubicBezTo>
                    <a:pt x="518450" y="1389582"/>
                    <a:pt x="518641" y="1389582"/>
                    <a:pt x="518926" y="1389677"/>
                  </a:cubicBezTo>
                  <a:cubicBezTo>
                    <a:pt x="520069" y="1389773"/>
                    <a:pt x="521212" y="1389773"/>
                    <a:pt x="522451" y="1389677"/>
                  </a:cubicBezTo>
                  <a:cubicBezTo>
                    <a:pt x="522451" y="1389677"/>
                    <a:pt x="522451" y="1389677"/>
                    <a:pt x="522451" y="1389677"/>
                  </a:cubicBezTo>
                  <a:lnTo>
                    <a:pt x="522451" y="1389677"/>
                  </a:lnTo>
                  <a:cubicBezTo>
                    <a:pt x="527880" y="1389106"/>
                    <a:pt x="533500" y="1385963"/>
                    <a:pt x="537214" y="1381295"/>
                  </a:cubicBezTo>
                  <a:cubicBezTo>
                    <a:pt x="539024" y="1391106"/>
                    <a:pt x="536357" y="1404917"/>
                    <a:pt x="527880" y="1422158"/>
                  </a:cubicBezTo>
                  <a:cubicBezTo>
                    <a:pt x="520546" y="1420729"/>
                    <a:pt x="511878" y="1424443"/>
                    <a:pt x="507211" y="1431873"/>
                  </a:cubicBezTo>
                  <a:cubicBezTo>
                    <a:pt x="506449" y="1433111"/>
                    <a:pt x="505877" y="1434445"/>
                    <a:pt x="505401" y="1435683"/>
                  </a:cubicBezTo>
                  <a:cubicBezTo>
                    <a:pt x="505401" y="1435778"/>
                    <a:pt x="505306" y="1435969"/>
                    <a:pt x="505306" y="1436064"/>
                  </a:cubicBezTo>
                  <a:cubicBezTo>
                    <a:pt x="503496" y="1441970"/>
                    <a:pt x="505496" y="1447780"/>
                    <a:pt x="510259" y="1450923"/>
                  </a:cubicBezTo>
                  <a:cubicBezTo>
                    <a:pt x="499019" y="1466258"/>
                    <a:pt x="483398" y="1483403"/>
                    <a:pt x="462824" y="1501215"/>
                  </a:cubicBezTo>
                  <a:close/>
                  <a:moveTo>
                    <a:pt x="683518" y="1686572"/>
                  </a:moveTo>
                  <a:cubicBezTo>
                    <a:pt x="680280" y="1686286"/>
                    <a:pt x="677042" y="1687048"/>
                    <a:pt x="674184" y="1688667"/>
                  </a:cubicBezTo>
                  <a:cubicBezTo>
                    <a:pt x="671231" y="1690286"/>
                    <a:pt x="668659" y="1692667"/>
                    <a:pt x="666850" y="1695906"/>
                  </a:cubicBezTo>
                  <a:cubicBezTo>
                    <a:pt x="666088" y="1697240"/>
                    <a:pt x="665611" y="1698573"/>
                    <a:pt x="665230" y="1700002"/>
                  </a:cubicBezTo>
                  <a:cubicBezTo>
                    <a:pt x="665230" y="1700192"/>
                    <a:pt x="665135" y="1700288"/>
                    <a:pt x="665135" y="1700478"/>
                  </a:cubicBezTo>
                  <a:cubicBezTo>
                    <a:pt x="664754" y="1701812"/>
                    <a:pt x="664564" y="1703145"/>
                    <a:pt x="664564" y="1704479"/>
                  </a:cubicBezTo>
                  <a:cubicBezTo>
                    <a:pt x="664564" y="1704479"/>
                    <a:pt x="664564" y="1704479"/>
                    <a:pt x="664564" y="1704479"/>
                  </a:cubicBezTo>
                  <a:cubicBezTo>
                    <a:pt x="664564" y="1704479"/>
                    <a:pt x="664564" y="1704479"/>
                    <a:pt x="664564" y="1704479"/>
                  </a:cubicBezTo>
                  <a:cubicBezTo>
                    <a:pt x="664468" y="1708193"/>
                    <a:pt x="665421" y="1711813"/>
                    <a:pt x="667421" y="1714766"/>
                  </a:cubicBezTo>
                  <a:cubicBezTo>
                    <a:pt x="653419" y="1735625"/>
                    <a:pt x="636560" y="1753532"/>
                    <a:pt x="616748" y="1767725"/>
                  </a:cubicBezTo>
                  <a:cubicBezTo>
                    <a:pt x="613224" y="1770296"/>
                    <a:pt x="609509" y="1772677"/>
                    <a:pt x="605794" y="1774964"/>
                  </a:cubicBezTo>
                  <a:cubicBezTo>
                    <a:pt x="605128" y="1773058"/>
                    <a:pt x="604175" y="1771249"/>
                    <a:pt x="602937" y="1769630"/>
                  </a:cubicBezTo>
                  <a:cubicBezTo>
                    <a:pt x="601508" y="1767725"/>
                    <a:pt x="599603" y="1766105"/>
                    <a:pt x="597412" y="1764772"/>
                  </a:cubicBezTo>
                  <a:cubicBezTo>
                    <a:pt x="591983" y="1761343"/>
                    <a:pt x="585506" y="1760867"/>
                    <a:pt x="580172" y="1763057"/>
                  </a:cubicBezTo>
                  <a:cubicBezTo>
                    <a:pt x="577982" y="1763915"/>
                    <a:pt x="576076" y="1765248"/>
                    <a:pt x="574362" y="1766867"/>
                  </a:cubicBezTo>
                  <a:cubicBezTo>
                    <a:pt x="573505" y="1767725"/>
                    <a:pt x="572743" y="1768677"/>
                    <a:pt x="572076" y="1769725"/>
                  </a:cubicBezTo>
                  <a:cubicBezTo>
                    <a:pt x="571219" y="1770963"/>
                    <a:pt x="570743" y="1772392"/>
                    <a:pt x="570266" y="1773725"/>
                  </a:cubicBezTo>
                  <a:cubicBezTo>
                    <a:pt x="570266" y="1773821"/>
                    <a:pt x="570171" y="1774011"/>
                    <a:pt x="570171" y="1774106"/>
                  </a:cubicBezTo>
                  <a:cubicBezTo>
                    <a:pt x="569790" y="1775440"/>
                    <a:pt x="569600" y="1776868"/>
                    <a:pt x="569504" y="1778202"/>
                  </a:cubicBezTo>
                  <a:cubicBezTo>
                    <a:pt x="569504" y="1778202"/>
                    <a:pt x="569504" y="1778202"/>
                    <a:pt x="569504" y="1778202"/>
                  </a:cubicBezTo>
                  <a:lnTo>
                    <a:pt x="569504" y="1778202"/>
                  </a:lnTo>
                  <a:cubicBezTo>
                    <a:pt x="569409" y="1782488"/>
                    <a:pt x="570838" y="1786775"/>
                    <a:pt x="573695" y="1790394"/>
                  </a:cubicBezTo>
                  <a:cubicBezTo>
                    <a:pt x="559693" y="1795538"/>
                    <a:pt x="544834" y="1799157"/>
                    <a:pt x="529309" y="1801062"/>
                  </a:cubicBezTo>
                  <a:cubicBezTo>
                    <a:pt x="524832" y="1785441"/>
                    <a:pt x="522641" y="1769439"/>
                    <a:pt x="522165" y="1753818"/>
                  </a:cubicBezTo>
                  <a:cubicBezTo>
                    <a:pt x="522070" y="1752104"/>
                    <a:pt x="522165" y="1750294"/>
                    <a:pt x="522165" y="1748579"/>
                  </a:cubicBezTo>
                  <a:cubicBezTo>
                    <a:pt x="523117" y="1748960"/>
                    <a:pt x="524070" y="1749246"/>
                    <a:pt x="525022" y="1749437"/>
                  </a:cubicBezTo>
                  <a:cubicBezTo>
                    <a:pt x="525213" y="1749437"/>
                    <a:pt x="525308" y="1749437"/>
                    <a:pt x="525499" y="1749532"/>
                  </a:cubicBezTo>
                  <a:cubicBezTo>
                    <a:pt x="526927" y="1749817"/>
                    <a:pt x="528356" y="1749817"/>
                    <a:pt x="529785" y="1749817"/>
                  </a:cubicBezTo>
                  <a:cubicBezTo>
                    <a:pt x="529785" y="1749817"/>
                    <a:pt x="529785" y="1749817"/>
                    <a:pt x="529785" y="1749817"/>
                  </a:cubicBezTo>
                  <a:lnTo>
                    <a:pt x="529785" y="1749817"/>
                  </a:lnTo>
                  <a:cubicBezTo>
                    <a:pt x="536357" y="1749437"/>
                    <a:pt x="542168" y="1745722"/>
                    <a:pt x="544739" y="1739531"/>
                  </a:cubicBezTo>
                  <a:cubicBezTo>
                    <a:pt x="547883" y="1732006"/>
                    <a:pt x="545406" y="1723529"/>
                    <a:pt x="539215" y="1718385"/>
                  </a:cubicBezTo>
                  <a:cubicBezTo>
                    <a:pt x="539024" y="1718290"/>
                    <a:pt x="538929" y="1718099"/>
                    <a:pt x="538738" y="1718004"/>
                  </a:cubicBezTo>
                  <a:cubicBezTo>
                    <a:pt x="537500" y="1717051"/>
                    <a:pt x="536262" y="1716194"/>
                    <a:pt x="534833" y="1715527"/>
                  </a:cubicBezTo>
                  <a:cubicBezTo>
                    <a:pt x="531785" y="1714099"/>
                    <a:pt x="528642" y="1713527"/>
                    <a:pt x="525594" y="1713623"/>
                  </a:cubicBezTo>
                  <a:cubicBezTo>
                    <a:pt x="525975" y="1711622"/>
                    <a:pt x="526356" y="1709622"/>
                    <a:pt x="526832" y="1707622"/>
                  </a:cubicBezTo>
                  <a:cubicBezTo>
                    <a:pt x="532738" y="1682190"/>
                    <a:pt x="543977" y="1658282"/>
                    <a:pt x="559503" y="1636184"/>
                  </a:cubicBezTo>
                  <a:cubicBezTo>
                    <a:pt x="560075" y="1636375"/>
                    <a:pt x="560646" y="1636565"/>
                    <a:pt x="561313" y="1636660"/>
                  </a:cubicBezTo>
                  <a:cubicBezTo>
                    <a:pt x="561503" y="1636660"/>
                    <a:pt x="561599" y="1636660"/>
                    <a:pt x="561789" y="1636756"/>
                  </a:cubicBezTo>
                  <a:cubicBezTo>
                    <a:pt x="563122" y="1636946"/>
                    <a:pt x="564456" y="1637042"/>
                    <a:pt x="565789" y="1636946"/>
                  </a:cubicBezTo>
                  <a:cubicBezTo>
                    <a:pt x="565789" y="1636946"/>
                    <a:pt x="565789" y="1636946"/>
                    <a:pt x="565789" y="1636946"/>
                  </a:cubicBezTo>
                  <a:lnTo>
                    <a:pt x="565789" y="1636946"/>
                  </a:lnTo>
                  <a:cubicBezTo>
                    <a:pt x="571790" y="1636470"/>
                    <a:pt x="577601" y="1632850"/>
                    <a:pt x="580649" y="1626850"/>
                  </a:cubicBezTo>
                  <a:cubicBezTo>
                    <a:pt x="583601" y="1621135"/>
                    <a:pt x="583316" y="1614753"/>
                    <a:pt x="580458" y="1610086"/>
                  </a:cubicBezTo>
                  <a:cubicBezTo>
                    <a:pt x="599032" y="1588845"/>
                    <a:pt x="615510" y="1573986"/>
                    <a:pt x="629226" y="1563508"/>
                  </a:cubicBezTo>
                  <a:cubicBezTo>
                    <a:pt x="629607" y="1564175"/>
                    <a:pt x="629988" y="1564747"/>
                    <a:pt x="630559" y="1565318"/>
                  </a:cubicBezTo>
                  <a:cubicBezTo>
                    <a:pt x="631417" y="1566271"/>
                    <a:pt x="632369" y="1567033"/>
                    <a:pt x="633417" y="1567604"/>
                  </a:cubicBezTo>
                  <a:cubicBezTo>
                    <a:pt x="633417" y="1567604"/>
                    <a:pt x="633512" y="1567604"/>
                    <a:pt x="633512" y="1567700"/>
                  </a:cubicBezTo>
                  <a:cubicBezTo>
                    <a:pt x="639132" y="1570843"/>
                    <a:pt x="647038" y="1569319"/>
                    <a:pt x="652658" y="1563127"/>
                  </a:cubicBezTo>
                  <a:cubicBezTo>
                    <a:pt x="657515" y="1557793"/>
                    <a:pt x="659230" y="1550935"/>
                    <a:pt x="657896" y="1545316"/>
                  </a:cubicBezTo>
                  <a:cubicBezTo>
                    <a:pt x="667135" y="1540649"/>
                    <a:pt x="675518" y="1537791"/>
                    <a:pt x="682757" y="1536934"/>
                  </a:cubicBezTo>
                  <a:cubicBezTo>
                    <a:pt x="680851" y="1539315"/>
                    <a:pt x="679327" y="1542077"/>
                    <a:pt x="678470" y="1545125"/>
                  </a:cubicBezTo>
                  <a:cubicBezTo>
                    <a:pt x="678184" y="1546268"/>
                    <a:pt x="677994" y="1547411"/>
                    <a:pt x="677899" y="1548459"/>
                  </a:cubicBezTo>
                  <a:cubicBezTo>
                    <a:pt x="677518" y="1552841"/>
                    <a:pt x="678851" y="1556650"/>
                    <a:pt x="681423" y="1559222"/>
                  </a:cubicBezTo>
                  <a:cubicBezTo>
                    <a:pt x="683328" y="1561127"/>
                    <a:pt x="685900" y="1562366"/>
                    <a:pt x="688948" y="1562366"/>
                  </a:cubicBezTo>
                  <a:cubicBezTo>
                    <a:pt x="690186" y="1562366"/>
                    <a:pt x="691424" y="1562175"/>
                    <a:pt x="692662" y="1561794"/>
                  </a:cubicBezTo>
                  <a:cubicBezTo>
                    <a:pt x="692758" y="1561794"/>
                    <a:pt x="692948" y="1561699"/>
                    <a:pt x="693043" y="1561699"/>
                  </a:cubicBezTo>
                  <a:cubicBezTo>
                    <a:pt x="694186" y="1561318"/>
                    <a:pt x="695425" y="1560842"/>
                    <a:pt x="696472" y="1560270"/>
                  </a:cubicBezTo>
                  <a:cubicBezTo>
                    <a:pt x="696472" y="1560270"/>
                    <a:pt x="696472" y="1560270"/>
                    <a:pt x="696472" y="1560270"/>
                  </a:cubicBezTo>
                  <a:cubicBezTo>
                    <a:pt x="696472" y="1560270"/>
                    <a:pt x="696472" y="1560270"/>
                    <a:pt x="696472" y="1560270"/>
                  </a:cubicBezTo>
                  <a:cubicBezTo>
                    <a:pt x="701330" y="1557603"/>
                    <a:pt x="705235" y="1552650"/>
                    <a:pt x="706950" y="1546935"/>
                  </a:cubicBezTo>
                  <a:cubicBezTo>
                    <a:pt x="712379" y="1555317"/>
                    <a:pt x="714951" y="1569509"/>
                    <a:pt x="713903" y="1588274"/>
                  </a:cubicBezTo>
                  <a:cubicBezTo>
                    <a:pt x="706569" y="1589798"/>
                    <a:pt x="699806" y="1596846"/>
                    <a:pt x="698473" y="1605228"/>
                  </a:cubicBezTo>
                  <a:cubicBezTo>
                    <a:pt x="698282" y="1606657"/>
                    <a:pt x="698282" y="1607990"/>
                    <a:pt x="698377" y="1609324"/>
                  </a:cubicBezTo>
                  <a:cubicBezTo>
                    <a:pt x="698377" y="1609419"/>
                    <a:pt x="698377" y="1609609"/>
                    <a:pt x="698473" y="1609705"/>
                  </a:cubicBezTo>
                  <a:cubicBezTo>
                    <a:pt x="698568" y="1610943"/>
                    <a:pt x="698854" y="1612181"/>
                    <a:pt x="699235" y="1613324"/>
                  </a:cubicBezTo>
                  <a:cubicBezTo>
                    <a:pt x="699235" y="1613324"/>
                    <a:pt x="699235" y="1613324"/>
                    <a:pt x="699235" y="1613324"/>
                  </a:cubicBezTo>
                  <a:cubicBezTo>
                    <a:pt x="699235" y="1613324"/>
                    <a:pt x="699235" y="1613324"/>
                    <a:pt x="699235" y="1613324"/>
                  </a:cubicBezTo>
                  <a:cubicBezTo>
                    <a:pt x="700759" y="1617610"/>
                    <a:pt x="704188" y="1620754"/>
                    <a:pt x="708569" y="1621706"/>
                  </a:cubicBezTo>
                  <a:cubicBezTo>
                    <a:pt x="703711" y="1640566"/>
                    <a:pt x="695806" y="1662378"/>
                    <a:pt x="683518" y="1686572"/>
                  </a:cubicBezTo>
                  <a:close/>
                  <a:moveTo>
                    <a:pt x="899355" y="1637518"/>
                  </a:moveTo>
                  <a:cubicBezTo>
                    <a:pt x="898974" y="1639804"/>
                    <a:pt x="898879" y="1642185"/>
                    <a:pt x="899164" y="1644471"/>
                  </a:cubicBezTo>
                  <a:cubicBezTo>
                    <a:pt x="900403" y="1653710"/>
                    <a:pt x="907737" y="1659521"/>
                    <a:pt x="915357" y="1656377"/>
                  </a:cubicBezTo>
                  <a:cubicBezTo>
                    <a:pt x="916500" y="1655901"/>
                    <a:pt x="917548" y="1655234"/>
                    <a:pt x="918595" y="1654472"/>
                  </a:cubicBezTo>
                  <a:cubicBezTo>
                    <a:pt x="918691" y="1654377"/>
                    <a:pt x="918786" y="1654282"/>
                    <a:pt x="918881" y="1654187"/>
                  </a:cubicBezTo>
                  <a:cubicBezTo>
                    <a:pt x="919834" y="1653425"/>
                    <a:pt x="920691" y="1652567"/>
                    <a:pt x="921548" y="1651520"/>
                  </a:cubicBezTo>
                  <a:cubicBezTo>
                    <a:pt x="921548" y="1651520"/>
                    <a:pt x="921548" y="1651520"/>
                    <a:pt x="921548" y="1651520"/>
                  </a:cubicBezTo>
                  <a:cubicBezTo>
                    <a:pt x="921548" y="1651520"/>
                    <a:pt x="921548" y="1651520"/>
                    <a:pt x="921548" y="1651520"/>
                  </a:cubicBezTo>
                  <a:cubicBezTo>
                    <a:pt x="924977" y="1647233"/>
                    <a:pt x="926787" y="1641137"/>
                    <a:pt x="926025" y="1635232"/>
                  </a:cubicBezTo>
                  <a:cubicBezTo>
                    <a:pt x="934217" y="1640851"/>
                    <a:pt x="942027" y="1653043"/>
                    <a:pt x="948313" y="1670760"/>
                  </a:cubicBezTo>
                  <a:cubicBezTo>
                    <a:pt x="942122" y="1675046"/>
                    <a:pt x="938598" y="1684095"/>
                    <a:pt x="940598" y="1692382"/>
                  </a:cubicBezTo>
                  <a:cubicBezTo>
                    <a:pt x="940979" y="1693810"/>
                    <a:pt x="941455" y="1695049"/>
                    <a:pt x="942027" y="1696192"/>
                  </a:cubicBezTo>
                  <a:cubicBezTo>
                    <a:pt x="942122" y="1696287"/>
                    <a:pt x="942218" y="1696477"/>
                    <a:pt x="942218" y="1696573"/>
                  </a:cubicBezTo>
                  <a:cubicBezTo>
                    <a:pt x="942789" y="1697716"/>
                    <a:pt x="943551" y="1698668"/>
                    <a:pt x="944313" y="1699525"/>
                  </a:cubicBezTo>
                  <a:cubicBezTo>
                    <a:pt x="944313" y="1699525"/>
                    <a:pt x="944313" y="1699525"/>
                    <a:pt x="944313" y="1699525"/>
                  </a:cubicBezTo>
                  <a:cubicBezTo>
                    <a:pt x="944313" y="1699525"/>
                    <a:pt x="944313" y="1699525"/>
                    <a:pt x="944313" y="1699525"/>
                  </a:cubicBezTo>
                  <a:cubicBezTo>
                    <a:pt x="947361" y="1702859"/>
                    <a:pt x="951743" y="1704479"/>
                    <a:pt x="956124" y="1703621"/>
                  </a:cubicBezTo>
                  <a:cubicBezTo>
                    <a:pt x="959077" y="1722767"/>
                    <a:pt x="960220" y="1745912"/>
                    <a:pt x="958219" y="1773058"/>
                  </a:cubicBezTo>
                  <a:cubicBezTo>
                    <a:pt x="952124" y="1775059"/>
                    <a:pt x="947266" y="1780774"/>
                    <a:pt x="946409" y="1788108"/>
                  </a:cubicBezTo>
                  <a:cubicBezTo>
                    <a:pt x="946218" y="1789632"/>
                    <a:pt x="946313" y="1791061"/>
                    <a:pt x="946409" y="1792490"/>
                  </a:cubicBezTo>
                  <a:cubicBezTo>
                    <a:pt x="946409" y="1792680"/>
                    <a:pt x="946504" y="1792775"/>
                    <a:pt x="946504" y="1792966"/>
                  </a:cubicBezTo>
                  <a:cubicBezTo>
                    <a:pt x="946694" y="1794299"/>
                    <a:pt x="947075" y="1795633"/>
                    <a:pt x="947551" y="1796871"/>
                  </a:cubicBezTo>
                  <a:cubicBezTo>
                    <a:pt x="947551" y="1796871"/>
                    <a:pt x="947551" y="1796871"/>
                    <a:pt x="947551" y="1796871"/>
                  </a:cubicBezTo>
                  <a:cubicBezTo>
                    <a:pt x="947551" y="1796871"/>
                    <a:pt x="947551" y="1796871"/>
                    <a:pt x="947551" y="1796871"/>
                  </a:cubicBezTo>
                  <a:cubicBezTo>
                    <a:pt x="948885" y="1800300"/>
                    <a:pt x="951171" y="1803253"/>
                    <a:pt x="954124" y="1805253"/>
                  </a:cubicBezTo>
                  <a:cubicBezTo>
                    <a:pt x="949266" y="1829923"/>
                    <a:pt x="940598" y="1852973"/>
                    <a:pt x="927739" y="1873642"/>
                  </a:cubicBezTo>
                  <a:cubicBezTo>
                    <a:pt x="925453" y="1877357"/>
                    <a:pt x="922977" y="1880977"/>
                    <a:pt x="920405" y="1884501"/>
                  </a:cubicBezTo>
                  <a:cubicBezTo>
                    <a:pt x="917452" y="1881263"/>
                    <a:pt x="913452" y="1878976"/>
                    <a:pt x="908689" y="1878310"/>
                  </a:cubicBezTo>
                  <a:cubicBezTo>
                    <a:pt x="906118" y="1877833"/>
                    <a:pt x="903641" y="1877929"/>
                    <a:pt x="901355" y="1878405"/>
                  </a:cubicBezTo>
                  <a:cubicBezTo>
                    <a:pt x="896688" y="1879358"/>
                    <a:pt x="892497" y="1882120"/>
                    <a:pt x="889925" y="1886025"/>
                  </a:cubicBezTo>
                  <a:cubicBezTo>
                    <a:pt x="888592" y="1887930"/>
                    <a:pt x="887734" y="1890216"/>
                    <a:pt x="887258" y="1892597"/>
                  </a:cubicBezTo>
                  <a:cubicBezTo>
                    <a:pt x="886972" y="1894121"/>
                    <a:pt x="886972" y="1895550"/>
                    <a:pt x="887163" y="1896979"/>
                  </a:cubicBezTo>
                  <a:cubicBezTo>
                    <a:pt x="887163" y="1897169"/>
                    <a:pt x="887163" y="1897265"/>
                    <a:pt x="887258" y="1897360"/>
                  </a:cubicBezTo>
                  <a:cubicBezTo>
                    <a:pt x="887449" y="1898789"/>
                    <a:pt x="887734" y="1900122"/>
                    <a:pt x="888306" y="1901456"/>
                  </a:cubicBezTo>
                  <a:cubicBezTo>
                    <a:pt x="888306" y="1901456"/>
                    <a:pt x="888306" y="1901456"/>
                    <a:pt x="888306" y="1901456"/>
                  </a:cubicBezTo>
                  <a:lnTo>
                    <a:pt x="888306" y="1901456"/>
                  </a:lnTo>
                  <a:cubicBezTo>
                    <a:pt x="889830" y="1905456"/>
                    <a:pt x="892878" y="1908885"/>
                    <a:pt x="896878" y="1911171"/>
                  </a:cubicBezTo>
                  <a:cubicBezTo>
                    <a:pt x="885925" y="1921363"/>
                    <a:pt x="873637" y="1930316"/>
                    <a:pt x="860017" y="1938032"/>
                  </a:cubicBezTo>
                  <a:cubicBezTo>
                    <a:pt x="849825" y="1925458"/>
                    <a:pt x="841634" y="1911362"/>
                    <a:pt x="835252" y="1897169"/>
                  </a:cubicBezTo>
                  <a:cubicBezTo>
                    <a:pt x="834490" y="1895550"/>
                    <a:pt x="833918" y="1893931"/>
                    <a:pt x="833251" y="1892312"/>
                  </a:cubicBezTo>
                  <a:cubicBezTo>
                    <a:pt x="834204" y="1892216"/>
                    <a:pt x="835252" y="1892216"/>
                    <a:pt x="836204" y="1892026"/>
                  </a:cubicBezTo>
                  <a:cubicBezTo>
                    <a:pt x="836395" y="1892026"/>
                    <a:pt x="836490" y="1891931"/>
                    <a:pt x="836680" y="1891931"/>
                  </a:cubicBezTo>
                  <a:cubicBezTo>
                    <a:pt x="838109" y="1891645"/>
                    <a:pt x="839538" y="1891168"/>
                    <a:pt x="840776" y="1890502"/>
                  </a:cubicBezTo>
                  <a:cubicBezTo>
                    <a:pt x="840776" y="1890502"/>
                    <a:pt x="840776" y="1890502"/>
                    <a:pt x="840776" y="1890502"/>
                  </a:cubicBezTo>
                  <a:lnTo>
                    <a:pt x="840776" y="1890502"/>
                  </a:lnTo>
                  <a:cubicBezTo>
                    <a:pt x="846682" y="1887644"/>
                    <a:pt x="850682" y="1882025"/>
                    <a:pt x="850682" y="1875262"/>
                  </a:cubicBezTo>
                  <a:cubicBezTo>
                    <a:pt x="850682" y="1867166"/>
                    <a:pt x="845158" y="1860212"/>
                    <a:pt x="837538" y="1857831"/>
                  </a:cubicBezTo>
                  <a:cubicBezTo>
                    <a:pt x="837347" y="1857736"/>
                    <a:pt x="837157" y="1857736"/>
                    <a:pt x="836966" y="1857641"/>
                  </a:cubicBezTo>
                  <a:cubicBezTo>
                    <a:pt x="835537" y="1857259"/>
                    <a:pt x="834013" y="1856974"/>
                    <a:pt x="832394" y="1856879"/>
                  </a:cubicBezTo>
                  <a:cubicBezTo>
                    <a:pt x="829060" y="1856783"/>
                    <a:pt x="825917" y="1857545"/>
                    <a:pt x="823060" y="1858783"/>
                  </a:cubicBezTo>
                  <a:cubicBezTo>
                    <a:pt x="822679" y="1856783"/>
                    <a:pt x="822202" y="1854783"/>
                    <a:pt x="821917" y="1852783"/>
                  </a:cubicBezTo>
                  <a:cubicBezTo>
                    <a:pt x="817630" y="1826970"/>
                    <a:pt x="818774" y="1800586"/>
                    <a:pt x="824679" y="1774201"/>
                  </a:cubicBezTo>
                  <a:cubicBezTo>
                    <a:pt x="825251" y="1774106"/>
                    <a:pt x="825917" y="1774106"/>
                    <a:pt x="826489" y="1773916"/>
                  </a:cubicBezTo>
                  <a:cubicBezTo>
                    <a:pt x="826679" y="1773916"/>
                    <a:pt x="826775" y="1773821"/>
                    <a:pt x="826870" y="1773821"/>
                  </a:cubicBezTo>
                  <a:cubicBezTo>
                    <a:pt x="828203" y="1773535"/>
                    <a:pt x="829442" y="1773058"/>
                    <a:pt x="830584" y="1772487"/>
                  </a:cubicBezTo>
                  <a:cubicBezTo>
                    <a:pt x="830584" y="1772487"/>
                    <a:pt x="830584" y="1772487"/>
                    <a:pt x="830584" y="1772487"/>
                  </a:cubicBezTo>
                  <a:cubicBezTo>
                    <a:pt x="830584" y="1772487"/>
                    <a:pt x="830584" y="1772487"/>
                    <a:pt x="830584" y="1772487"/>
                  </a:cubicBezTo>
                  <a:cubicBezTo>
                    <a:pt x="836014" y="1769725"/>
                    <a:pt x="839919" y="1764200"/>
                    <a:pt x="840395" y="1757533"/>
                  </a:cubicBezTo>
                  <a:cubicBezTo>
                    <a:pt x="840871" y="1751056"/>
                    <a:pt x="838204" y="1745341"/>
                    <a:pt x="833823" y="1742007"/>
                  </a:cubicBezTo>
                  <a:cubicBezTo>
                    <a:pt x="842872" y="1715242"/>
                    <a:pt x="852301" y="1695239"/>
                    <a:pt x="860969" y="1680285"/>
                  </a:cubicBezTo>
                  <a:cubicBezTo>
                    <a:pt x="861541" y="1680761"/>
                    <a:pt x="862208" y="1681142"/>
                    <a:pt x="862874" y="1681523"/>
                  </a:cubicBezTo>
                  <a:cubicBezTo>
                    <a:pt x="865160" y="1682666"/>
                    <a:pt x="867637" y="1682857"/>
                    <a:pt x="870113" y="1682476"/>
                  </a:cubicBezTo>
                  <a:cubicBezTo>
                    <a:pt x="870113" y="1682476"/>
                    <a:pt x="870113" y="1682476"/>
                    <a:pt x="870113" y="1682476"/>
                  </a:cubicBezTo>
                  <a:cubicBezTo>
                    <a:pt x="870113" y="1682476"/>
                    <a:pt x="870113" y="1682476"/>
                    <a:pt x="870113" y="1682476"/>
                  </a:cubicBezTo>
                  <a:cubicBezTo>
                    <a:pt x="875257" y="1681523"/>
                    <a:pt x="880114" y="1677237"/>
                    <a:pt x="882401" y="1670950"/>
                  </a:cubicBezTo>
                  <a:cubicBezTo>
                    <a:pt x="884877" y="1664092"/>
                    <a:pt x="883829" y="1657139"/>
                    <a:pt x="880305" y="1652567"/>
                  </a:cubicBezTo>
                  <a:cubicBezTo>
                    <a:pt x="887068" y="1644566"/>
                    <a:pt x="893735" y="1638756"/>
                    <a:pt x="900022" y="1635232"/>
                  </a:cubicBezTo>
                  <a:cubicBezTo>
                    <a:pt x="899736" y="1635994"/>
                    <a:pt x="899545" y="1636756"/>
                    <a:pt x="899355" y="1637518"/>
                  </a:cubicBezTo>
                  <a:close/>
                  <a:moveTo>
                    <a:pt x="1139290" y="1642757"/>
                  </a:moveTo>
                  <a:cubicBezTo>
                    <a:pt x="1139576" y="1645900"/>
                    <a:pt x="1140337" y="1648948"/>
                    <a:pt x="1141957" y="1651805"/>
                  </a:cubicBezTo>
                  <a:cubicBezTo>
                    <a:pt x="1146624" y="1659901"/>
                    <a:pt x="1155577" y="1661997"/>
                    <a:pt x="1161483" y="1656568"/>
                  </a:cubicBezTo>
                  <a:cubicBezTo>
                    <a:pt x="1162435" y="1655710"/>
                    <a:pt x="1163102" y="1654758"/>
                    <a:pt x="1163769" y="1653710"/>
                  </a:cubicBezTo>
                  <a:cubicBezTo>
                    <a:pt x="1163864" y="1653615"/>
                    <a:pt x="1163864" y="1653520"/>
                    <a:pt x="1163960" y="1653425"/>
                  </a:cubicBezTo>
                  <a:cubicBezTo>
                    <a:pt x="1167198" y="1647805"/>
                    <a:pt x="1166912" y="1639518"/>
                    <a:pt x="1163388" y="1633136"/>
                  </a:cubicBezTo>
                  <a:cubicBezTo>
                    <a:pt x="1173103" y="1635232"/>
                    <a:pt x="1184819" y="1642852"/>
                    <a:pt x="1197487" y="1657520"/>
                  </a:cubicBezTo>
                  <a:cubicBezTo>
                    <a:pt x="1193392" y="1663616"/>
                    <a:pt x="1193487" y="1673237"/>
                    <a:pt x="1198535" y="1680285"/>
                  </a:cubicBezTo>
                  <a:cubicBezTo>
                    <a:pt x="1199393" y="1681523"/>
                    <a:pt x="1200440" y="1682571"/>
                    <a:pt x="1201488" y="1683428"/>
                  </a:cubicBezTo>
                  <a:cubicBezTo>
                    <a:pt x="1201488" y="1683428"/>
                    <a:pt x="1201583" y="1683428"/>
                    <a:pt x="1201583" y="1683524"/>
                  </a:cubicBezTo>
                  <a:cubicBezTo>
                    <a:pt x="1202631" y="1684381"/>
                    <a:pt x="1203679" y="1685048"/>
                    <a:pt x="1204727" y="1685619"/>
                  </a:cubicBezTo>
                  <a:cubicBezTo>
                    <a:pt x="1204822" y="1685619"/>
                    <a:pt x="1204822" y="1685714"/>
                    <a:pt x="1204917" y="1685714"/>
                  </a:cubicBezTo>
                  <a:cubicBezTo>
                    <a:pt x="1204917" y="1685714"/>
                    <a:pt x="1204917" y="1685714"/>
                    <a:pt x="1204917" y="1685714"/>
                  </a:cubicBezTo>
                  <a:cubicBezTo>
                    <a:pt x="1209013" y="1687715"/>
                    <a:pt x="1213680" y="1687429"/>
                    <a:pt x="1217395" y="1684857"/>
                  </a:cubicBezTo>
                  <a:cubicBezTo>
                    <a:pt x="1227396" y="1701335"/>
                    <a:pt x="1237207" y="1722290"/>
                    <a:pt x="1245684" y="1748103"/>
                  </a:cubicBezTo>
                  <a:cubicBezTo>
                    <a:pt x="1245684" y="1748103"/>
                    <a:pt x="1245684" y="1748103"/>
                    <a:pt x="1245684" y="1748103"/>
                  </a:cubicBezTo>
                  <a:cubicBezTo>
                    <a:pt x="1244065" y="1749532"/>
                    <a:pt x="1242731" y="1751246"/>
                    <a:pt x="1241779" y="1753151"/>
                  </a:cubicBezTo>
                  <a:cubicBezTo>
                    <a:pt x="1239778" y="1757057"/>
                    <a:pt x="1239207" y="1761819"/>
                    <a:pt x="1240541" y="1766582"/>
                  </a:cubicBezTo>
                  <a:cubicBezTo>
                    <a:pt x="1240921" y="1768010"/>
                    <a:pt x="1241588" y="1769344"/>
                    <a:pt x="1242255" y="1770677"/>
                  </a:cubicBezTo>
                  <a:cubicBezTo>
                    <a:pt x="1242350" y="1770773"/>
                    <a:pt x="1242445" y="1770868"/>
                    <a:pt x="1242445" y="1771058"/>
                  </a:cubicBezTo>
                  <a:cubicBezTo>
                    <a:pt x="1243112" y="1772297"/>
                    <a:pt x="1243969" y="1773344"/>
                    <a:pt x="1244922" y="1774297"/>
                  </a:cubicBezTo>
                  <a:cubicBezTo>
                    <a:pt x="1244922" y="1774297"/>
                    <a:pt x="1244922" y="1774297"/>
                    <a:pt x="1244922" y="1774297"/>
                  </a:cubicBezTo>
                  <a:cubicBezTo>
                    <a:pt x="1244922" y="1774297"/>
                    <a:pt x="1244922" y="1774297"/>
                    <a:pt x="1244922" y="1774297"/>
                  </a:cubicBezTo>
                  <a:cubicBezTo>
                    <a:pt x="1247399" y="1776964"/>
                    <a:pt x="1250637" y="1778774"/>
                    <a:pt x="1254161" y="1779440"/>
                  </a:cubicBezTo>
                  <a:cubicBezTo>
                    <a:pt x="1259114" y="1804110"/>
                    <a:pt x="1259876" y="1828780"/>
                    <a:pt x="1255876" y="1852878"/>
                  </a:cubicBezTo>
                  <a:cubicBezTo>
                    <a:pt x="1255209" y="1857259"/>
                    <a:pt x="1254257" y="1861546"/>
                    <a:pt x="1253209" y="1865737"/>
                  </a:cubicBezTo>
                  <a:cubicBezTo>
                    <a:pt x="1249303" y="1863832"/>
                    <a:pt x="1244636" y="1863165"/>
                    <a:pt x="1239969" y="1864213"/>
                  </a:cubicBezTo>
                  <a:cubicBezTo>
                    <a:pt x="1229968" y="1866499"/>
                    <a:pt x="1223491" y="1876214"/>
                    <a:pt x="1225586" y="1885834"/>
                  </a:cubicBezTo>
                  <a:cubicBezTo>
                    <a:pt x="1225872" y="1887358"/>
                    <a:pt x="1226443" y="1888692"/>
                    <a:pt x="1227110" y="1889930"/>
                  </a:cubicBezTo>
                  <a:cubicBezTo>
                    <a:pt x="1227205" y="1890025"/>
                    <a:pt x="1227301" y="1890216"/>
                    <a:pt x="1227301" y="1890311"/>
                  </a:cubicBezTo>
                  <a:cubicBezTo>
                    <a:pt x="1227968" y="1891550"/>
                    <a:pt x="1228825" y="1892692"/>
                    <a:pt x="1229777" y="1893645"/>
                  </a:cubicBezTo>
                  <a:cubicBezTo>
                    <a:pt x="1229777" y="1893645"/>
                    <a:pt x="1229777" y="1893645"/>
                    <a:pt x="1229777" y="1893645"/>
                  </a:cubicBezTo>
                  <a:cubicBezTo>
                    <a:pt x="1229777" y="1893645"/>
                    <a:pt x="1229777" y="1893645"/>
                    <a:pt x="1229777" y="1893645"/>
                  </a:cubicBezTo>
                  <a:cubicBezTo>
                    <a:pt x="1232730" y="1896693"/>
                    <a:pt x="1236826" y="1898693"/>
                    <a:pt x="1241398" y="1899265"/>
                  </a:cubicBezTo>
                  <a:cubicBezTo>
                    <a:pt x="1235111" y="1912790"/>
                    <a:pt x="1227205" y="1926221"/>
                    <a:pt x="1217490" y="1938222"/>
                  </a:cubicBezTo>
                  <a:cubicBezTo>
                    <a:pt x="1201678" y="1929268"/>
                    <a:pt x="1187582" y="1918600"/>
                    <a:pt x="1175389" y="1906313"/>
                  </a:cubicBezTo>
                  <a:cubicBezTo>
                    <a:pt x="1176247" y="1905932"/>
                    <a:pt x="1177104" y="1905456"/>
                    <a:pt x="1177866" y="1904884"/>
                  </a:cubicBezTo>
                  <a:cubicBezTo>
                    <a:pt x="1177961" y="1904789"/>
                    <a:pt x="1178152" y="1904694"/>
                    <a:pt x="1178247" y="1904599"/>
                  </a:cubicBezTo>
                  <a:cubicBezTo>
                    <a:pt x="1179485" y="1903742"/>
                    <a:pt x="1180533" y="1902789"/>
                    <a:pt x="1181485" y="1901646"/>
                  </a:cubicBezTo>
                  <a:cubicBezTo>
                    <a:pt x="1181485" y="1901646"/>
                    <a:pt x="1181485" y="1901646"/>
                    <a:pt x="1181485" y="1901646"/>
                  </a:cubicBezTo>
                  <a:cubicBezTo>
                    <a:pt x="1181485" y="1901646"/>
                    <a:pt x="1181485" y="1901646"/>
                    <a:pt x="1181485" y="1901646"/>
                  </a:cubicBezTo>
                  <a:cubicBezTo>
                    <a:pt x="1185867" y="1896693"/>
                    <a:pt x="1187391" y="1889930"/>
                    <a:pt x="1184819" y="1883739"/>
                  </a:cubicBezTo>
                  <a:cubicBezTo>
                    <a:pt x="1182247" y="1877548"/>
                    <a:pt x="1176628" y="1873738"/>
                    <a:pt x="1170341" y="1872881"/>
                  </a:cubicBezTo>
                  <a:cubicBezTo>
                    <a:pt x="1170341" y="1872881"/>
                    <a:pt x="1170341" y="1872881"/>
                    <a:pt x="1170341" y="1872881"/>
                  </a:cubicBezTo>
                  <a:cubicBezTo>
                    <a:pt x="1170341" y="1872881"/>
                    <a:pt x="1170246" y="1872881"/>
                    <a:pt x="1170246" y="1872881"/>
                  </a:cubicBezTo>
                  <a:cubicBezTo>
                    <a:pt x="1168817" y="1872690"/>
                    <a:pt x="1167293" y="1872595"/>
                    <a:pt x="1165864" y="1872785"/>
                  </a:cubicBezTo>
                  <a:cubicBezTo>
                    <a:pt x="1165769" y="1872785"/>
                    <a:pt x="1165579" y="1872785"/>
                    <a:pt x="1165484" y="1872785"/>
                  </a:cubicBezTo>
                  <a:cubicBezTo>
                    <a:pt x="1163960" y="1872976"/>
                    <a:pt x="1162340" y="1873166"/>
                    <a:pt x="1160816" y="1873642"/>
                  </a:cubicBezTo>
                  <a:cubicBezTo>
                    <a:pt x="1157673" y="1874690"/>
                    <a:pt x="1155006" y="1876595"/>
                    <a:pt x="1152910" y="1878881"/>
                  </a:cubicBezTo>
                  <a:cubicBezTo>
                    <a:pt x="1151768" y="1877167"/>
                    <a:pt x="1150625" y="1875548"/>
                    <a:pt x="1149577" y="1873833"/>
                  </a:cubicBezTo>
                  <a:cubicBezTo>
                    <a:pt x="1135861" y="1851735"/>
                    <a:pt x="1126812" y="1826970"/>
                    <a:pt x="1122240" y="1800395"/>
                  </a:cubicBezTo>
                  <a:cubicBezTo>
                    <a:pt x="1122811" y="1800109"/>
                    <a:pt x="1123288" y="1799824"/>
                    <a:pt x="1123859" y="1799443"/>
                  </a:cubicBezTo>
                  <a:cubicBezTo>
                    <a:pt x="1123954" y="1799348"/>
                    <a:pt x="1124050" y="1799252"/>
                    <a:pt x="1124240" y="1799157"/>
                  </a:cubicBezTo>
                  <a:cubicBezTo>
                    <a:pt x="1125288" y="1798395"/>
                    <a:pt x="1126336" y="1797442"/>
                    <a:pt x="1127193" y="1796490"/>
                  </a:cubicBezTo>
                  <a:cubicBezTo>
                    <a:pt x="1127193" y="1796490"/>
                    <a:pt x="1127193" y="1796490"/>
                    <a:pt x="1127193" y="1796490"/>
                  </a:cubicBezTo>
                  <a:cubicBezTo>
                    <a:pt x="1127193" y="1796490"/>
                    <a:pt x="1127193" y="1796490"/>
                    <a:pt x="1127193" y="1796490"/>
                  </a:cubicBezTo>
                  <a:cubicBezTo>
                    <a:pt x="1131098" y="1791823"/>
                    <a:pt x="1132622" y="1785155"/>
                    <a:pt x="1130622" y="1778869"/>
                  </a:cubicBezTo>
                  <a:cubicBezTo>
                    <a:pt x="1128622" y="1772677"/>
                    <a:pt x="1123954" y="1768582"/>
                    <a:pt x="1118716" y="1767153"/>
                  </a:cubicBezTo>
                  <a:cubicBezTo>
                    <a:pt x="1116811" y="1738959"/>
                    <a:pt x="1117954" y="1716766"/>
                    <a:pt x="1120335" y="1699621"/>
                  </a:cubicBezTo>
                  <a:cubicBezTo>
                    <a:pt x="1121097" y="1699811"/>
                    <a:pt x="1121764" y="1699907"/>
                    <a:pt x="1122526" y="1700002"/>
                  </a:cubicBezTo>
                  <a:cubicBezTo>
                    <a:pt x="1123764" y="1700002"/>
                    <a:pt x="1124907" y="1699811"/>
                    <a:pt x="1126050" y="1699525"/>
                  </a:cubicBezTo>
                  <a:cubicBezTo>
                    <a:pt x="1126145" y="1699525"/>
                    <a:pt x="1126336" y="1699430"/>
                    <a:pt x="1126431" y="1699430"/>
                  </a:cubicBezTo>
                  <a:cubicBezTo>
                    <a:pt x="1127574" y="1699145"/>
                    <a:pt x="1128527" y="1698573"/>
                    <a:pt x="1129479" y="1698001"/>
                  </a:cubicBezTo>
                  <a:cubicBezTo>
                    <a:pt x="1129479" y="1698001"/>
                    <a:pt x="1129479" y="1698001"/>
                    <a:pt x="1129479" y="1698001"/>
                  </a:cubicBezTo>
                  <a:lnTo>
                    <a:pt x="1129479" y="1698001"/>
                  </a:lnTo>
                  <a:cubicBezTo>
                    <a:pt x="1133956" y="1695144"/>
                    <a:pt x="1136813" y="1689524"/>
                    <a:pt x="1136527" y="1682857"/>
                  </a:cubicBezTo>
                  <a:cubicBezTo>
                    <a:pt x="1136242" y="1675713"/>
                    <a:pt x="1132527" y="1669426"/>
                    <a:pt x="1127574" y="1666379"/>
                  </a:cubicBezTo>
                  <a:cubicBezTo>
                    <a:pt x="1130812" y="1656473"/>
                    <a:pt x="1134718" y="1648567"/>
                    <a:pt x="1139290" y="1642757"/>
                  </a:cubicBezTo>
                  <a:close/>
                  <a:moveTo>
                    <a:pt x="1431421" y="1570271"/>
                  </a:moveTo>
                  <a:cubicBezTo>
                    <a:pt x="1432660" y="1571033"/>
                    <a:pt x="1433993" y="1571605"/>
                    <a:pt x="1435232" y="1572081"/>
                  </a:cubicBezTo>
                  <a:cubicBezTo>
                    <a:pt x="1435327" y="1572081"/>
                    <a:pt x="1435517" y="1572176"/>
                    <a:pt x="1435612" y="1572176"/>
                  </a:cubicBezTo>
                  <a:cubicBezTo>
                    <a:pt x="1441518" y="1573986"/>
                    <a:pt x="1447328" y="1571986"/>
                    <a:pt x="1450471" y="1567223"/>
                  </a:cubicBezTo>
                  <a:cubicBezTo>
                    <a:pt x="1466093" y="1578653"/>
                    <a:pt x="1483237" y="1594179"/>
                    <a:pt x="1500954" y="1614753"/>
                  </a:cubicBezTo>
                  <a:cubicBezTo>
                    <a:pt x="1500954" y="1614753"/>
                    <a:pt x="1500954" y="1614753"/>
                    <a:pt x="1500954" y="1614753"/>
                  </a:cubicBezTo>
                  <a:cubicBezTo>
                    <a:pt x="1500002" y="1616658"/>
                    <a:pt x="1499430" y="1618754"/>
                    <a:pt x="1499239" y="1620944"/>
                  </a:cubicBezTo>
                  <a:cubicBezTo>
                    <a:pt x="1499144" y="1621992"/>
                    <a:pt x="1499144" y="1623135"/>
                    <a:pt x="1499335" y="1624278"/>
                  </a:cubicBezTo>
                  <a:cubicBezTo>
                    <a:pt x="1499620" y="1626469"/>
                    <a:pt x="1500287" y="1628755"/>
                    <a:pt x="1501335" y="1630850"/>
                  </a:cubicBezTo>
                  <a:cubicBezTo>
                    <a:pt x="1501907" y="1631898"/>
                    <a:pt x="1502478" y="1632946"/>
                    <a:pt x="1503240" y="1633898"/>
                  </a:cubicBezTo>
                  <a:cubicBezTo>
                    <a:pt x="1504193" y="1635137"/>
                    <a:pt x="1505240" y="1636089"/>
                    <a:pt x="1506383" y="1636946"/>
                  </a:cubicBezTo>
                  <a:cubicBezTo>
                    <a:pt x="1506478" y="1637042"/>
                    <a:pt x="1506574" y="1637137"/>
                    <a:pt x="1506764" y="1637232"/>
                  </a:cubicBezTo>
                  <a:cubicBezTo>
                    <a:pt x="1507907" y="1638089"/>
                    <a:pt x="1509050" y="1638756"/>
                    <a:pt x="1510288" y="1639327"/>
                  </a:cubicBezTo>
                  <a:cubicBezTo>
                    <a:pt x="1510288" y="1639327"/>
                    <a:pt x="1510288" y="1639327"/>
                    <a:pt x="1510288" y="1639327"/>
                  </a:cubicBezTo>
                  <a:cubicBezTo>
                    <a:pt x="1510288" y="1639327"/>
                    <a:pt x="1510288" y="1639327"/>
                    <a:pt x="1510288" y="1639327"/>
                  </a:cubicBezTo>
                  <a:cubicBezTo>
                    <a:pt x="1513622" y="1640851"/>
                    <a:pt x="1517337" y="1641233"/>
                    <a:pt x="1520861" y="1640566"/>
                  </a:cubicBezTo>
                  <a:cubicBezTo>
                    <a:pt x="1534863" y="1661425"/>
                    <a:pt x="1545055" y="1683905"/>
                    <a:pt x="1550579" y="1707717"/>
                  </a:cubicBezTo>
                  <a:cubicBezTo>
                    <a:pt x="1551627" y="1712003"/>
                    <a:pt x="1552389" y="1716290"/>
                    <a:pt x="1553151" y="1720671"/>
                  </a:cubicBezTo>
                  <a:cubicBezTo>
                    <a:pt x="1548865" y="1720481"/>
                    <a:pt x="1544293" y="1721624"/>
                    <a:pt x="1540387" y="1724386"/>
                  </a:cubicBezTo>
                  <a:cubicBezTo>
                    <a:pt x="1532005" y="1730387"/>
                    <a:pt x="1529815" y="1741721"/>
                    <a:pt x="1535435" y="1749817"/>
                  </a:cubicBezTo>
                  <a:cubicBezTo>
                    <a:pt x="1536292" y="1751056"/>
                    <a:pt x="1537339" y="1752104"/>
                    <a:pt x="1538483" y="1753056"/>
                  </a:cubicBezTo>
                  <a:cubicBezTo>
                    <a:pt x="1538578" y="1753151"/>
                    <a:pt x="1538673" y="1753247"/>
                    <a:pt x="1538863" y="1753342"/>
                  </a:cubicBezTo>
                  <a:cubicBezTo>
                    <a:pt x="1540007" y="1754199"/>
                    <a:pt x="1541150" y="1754961"/>
                    <a:pt x="1542483" y="1755437"/>
                  </a:cubicBezTo>
                  <a:cubicBezTo>
                    <a:pt x="1542483" y="1755437"/>
                    <a:pt x="1542483" y="1755437"/>
                    <a:pt x="1542483" y="1755437"/>
                  </a:cubicBezTo>
                  <a:cubicBezTo>
                    <a:pt x="1542483" y="1755437"/>
                    <a:pt x="1542483" y="1755437"/>
                    <a:pt x="1542483" y="1755437"/>
                  </a:cubicBezTo>
                  <a:cubicBezTo>
                    <a:pt x="1546388" y="1757152"/>
                    <a:pt x="1550960" y="1757438"/>
                    <a:pt x="1555342" y="1756199"/>
                  </a:cubicBezTo>
                  <a:cubicBezTo>
                    <a:pt x="1554770" y="1771058"/>
                    <a:pt x="1552579" y="1786393"/>
                    <a:pt x="1548293" y="1801348"/>
                  </a:cubicBezTo>
                  <a:cubicBezTo>
                    <a:pt x="1530196" y="1799157"/>
                    <a:pt x="1513146" y="1794680"/>
                    <a:pt x="1497144" y="1788013"/>
                  </a:cubicBezTo>
                  <a:cubicBezTo>
                    <a:pt x="1497811" y="1787251"/>
                    <a:pt x="1498382" y="1786489"/>
                    <a:pt x="1498954" y="1785727"/>
                  </a:cubicBezTo>
                  <a:cubicBezTo>
                    <a:pt x="1499049" y="1785536"/>
                    <a:pt x="1499144" y="1785441"/>
                    <a:pt x="1499239" y="1785250"/>
                  </a:cubicBezTo>
                  <a:cubicBezTo>
                    <a:pt x="1500002" y="1784012"/>
                    <a:pt x="1500668" y="1782679"/>
                    <a:pt x="1501144" y="1781345"/>
                  </a:cubicBezTo>
                  <a:cubicBezTo>
                    <a:pt x="1501144" y="1781345"/>
                    <a:pt x="1501144" y="1781345"/>
                    <a:pt x="1501144" y="1781345"/>
                  </a:cubicBezTo>
                  <a:lnTo>
                    <a:pt x="1501144" y="1781345"/>
                  </a:lnTo>
                  <a:cubicBezTo>
                    <a:pt x="1503240" y="1775154"/>
                    <a:pt x="1502097" y="1768296"/>
                    <a:pt x="1497335" y="1763533"/>
                  </a:cubicBezTo>
                  <a:cubicBezTo>
                    <a:pt x="1492572" y="1758771"/>
                    <a:pt x="1486000" y="1757438"/>
                    <a:pt x="1479809" y="1759057"/>
                  </a:cubicBezTo>
                  <a:cubicBezTo>
                    <a:pt x="1479809" y="1759057"/>
                    <a:pt x="1479809" y="1759057"/>
                    <a:pt x="1479809" y="1759057"/>
                  </a:cubicBezTo>
                  <a:cubicBezTo>
                    <a:pt x="1479809" y="1759057"/>
                    <a:pt x="1479809" y="1759057"/>
                    <a:pt x="1479713" y="1759057"/>
                  </a:cubicBezTo>
                  <a:cubicBezTo>
                    <a:pt x="1478285" y="1759438"/>
                    <a:pt x="1476856" y="1760009"/>
                    <a:pt x="1475522" y="1760676"/>
                  </a:cubicBezTo>
                  <a:cubicBezTo>
                    <a:pt x="1475427" y="1760676"/>
                    <a:pt x="1475427" y="1760771"/>
                    <a:pt x="1475332" y="1760771"/>
                  </a:cubicBezTo>
                  <a:cubicBezTo>
                    <a:pt x="1473903" y="1761533"/>
                    <a:pt x="1472569" y="1762391"/>
                    <a:pt x="1471331" y="1763438"/>
                  </a:cubicBezTo>
                  <a:cubicBezTo>
                    <a:pt x="1468855" y="1765629"/>
                    <a:pt x="1467140" y="1768391"/>
                    <a:pt x="1466093" y="1771344"/>
                  </a:cubicBezTo>
                  <a:cubicBezTo>
                    <a:pt x="1464378" y="1770201"/>
                    <a:pt x="1462663" y="1769153"/>
                    <a:pt x="1461044" y="1767915"/>
                  </a:cubicBezTo>
                  <a:cubicBezTo>
                    <a:pt x="1439803" y="1752866"/>
                    <a:pt x="1421992" y="1733434"/>
                    <a:pt x="1407514" y="1710670"/>
                  </a:cubicBezTo>
                  <a:cubicBezTo>
                    <a:pt x="1407895" y="1710193"/>
                    <a:pt x="1408276" y="1709717"/>
                    <a:pt x="1408657" y="1709241"/>
                  </a:cubicBezTo>
                  <a:cubicBezTo>
                    <a:pt x="1408752" y="1709146"/>
                    <a:pt x="1408847" y="1708955"/>
                    <a:pt x="1408847" y="1708860"/>
                  </a:cubicBezTo>
                  <a:cubicBezTo>
                    <a:pt x="1409514" y="1707717"/>
                    <a:pt x="1410085" y="1706479"/>
                    <a:pt x="1410467" y="1705241"/>
                  </a:cubicBezTo>
                  <a:cubicBezTo>
                    <a:pt x="1410467" y="1705241"/>
                    <a:pt x="1410467" y="1705241"/>
                    <a:pt x="1410467" y="1705241"/>
                  </a:cubicBezTo>
                  <a:lnTo>
                    <a:pt x="1410467" y="1705241"/>
                  </a:lnTo>
                  <a:cubicBezTo>
                    <a:pt x="1412371" y="1699430"/>
                    <a:pt x="1411133" y="1692667"/>
                    <a:pt x="1406847" y="1687619"/>
                  </a:cubicBezTo>
                  <a:cubicBezTo>
                    <a:pt x="1402656" y="1682666"/>
                    <a:pt x="1396846" y="1680666"/>
                    <a:pt x="1391417" y="1681428"/>
                  </a:cubicBezTo>
                  <a:cubicBezTo>
                    <a:pt x="1378843" y="1656092"/>
                    <a:pt x="1371319" y="1635232"/>
                    <a:pt x="1366937" y="1618468"/>
                  </a:cubicBezTo>
                  <a:cubicBezTo>
                    <a:pt x="1367699" y="1618373"/>
                    <a:pt x="1368366" y="1618182"/>
                    <a:pt x="1369033" y="1617992"/>
                  </a:cubicBezTo>
                  <a:cubicBezTo>
                    <a:pt x="1370176" y="1617515"/>
                    <a:pt x="1371224" y="1616944"/>
                    <a:pt x="1372176" y="1616182"/>
                  </a:cubicBezTo>
                  <a:cubicBezTo>
                    <a:pt x="1372271" y="1616087"/>
                    <a:pt x="1372367" y="1615991"/>
                    <a:pt x="1372462" y="1615896"/>
                  </a:cubicBezTo>
                  <a:cubicBezTo>
                    <a:pt x="1373319" y="1615134"/>
                    <a:pt x="1374081" y="1614372"/>
                    <a:pt x="1374748" y="1613420"/>
                  </a:cubicBezTo>
                  <a:cubicBezTo>
                    <a:pt x="1374748" y="1613420"/>
                    <a:pt x="1374748" y="1613420"/>
                    <a:pt x="1374748" y="1613420"/>
                  </a:cubicBezTo>
                  <a:lnTo>
                    <a:pt x="1374748" y="1613420"/>
                  </a:lnTo>
                  <a:cubicBezTo>
                    <a:pt x="1377701" y="1609038"/>
                    <a:pt x="1378272" y="1602751"/>
                    <a:pt x="1375414" y="1596751"/>
                  </a:cubicBezTo>
                  <a:cubicBezTo>
                    <a:pt x="1372367" y="1590274"/>
                    <a:pt x="1366556" y="1585892"/>
                    <a:pt x="1360841" y="1584940"/>
                  </a:cubicBezTo>
                  <a:cubicBezTo>
                    <a:pt x="1360175" y="1574843"/>
                    <a:pt x="1360746" y="1565985"/>
                    <a:pt x="1362651" y="1558937"/>
                  </a:cubicBezTo>
                  <a:cubicBezTo>
                    <a:pt x="1364175" y="1561604"/>
                    <a:pt x="1366080" y="1564080"/>
                    <a:pt x="1368652" y="1565985"/>
                  </a:cubicBezTo>
                  <a:cubicBezTo>
                    <a:pt x="1376081" y="1571700"/>
                    <a:pt x="1385225" y="1570176"/>
                    <a:pt x="1388559" y="1562937"/>
                  </a:cubicBezTo>
                  <a:cubicBezTo>
                    <a:pt x="1389035" y="1561889"/>
                    <a:pt x="1389321" y="1560651"/>
                    <a:pt x="1389511" y="1559508"/>
                  </a:cubicBezTo>
                  <a:cubicBezTo>
                    <a:pt x="1389511" y="1559222"/>
                    <a:pt x="1389511" y="1559032"/>
                    <a:pt x="1389607" y="1558746"/>
                  </a:cubicBezTo>
                  <a:cubicBezTo>
                    <a:pt x="1390274" y="1552364"/>
                    <a:pt x="1386940" y="1544935"/>
                    <a:pt x="1381225" y="1540458"/>
                  </a:cubicBezTo>
                  <a:cubicBezTo>
                    <a:pt x="1391035" y="1538648"/>
                    <a:pt x="1404847" y="1541315"/>
                    <a:pt x="1422087" y="1549792"/>
                  </a:cubicBezTo>
                  <a:cubicBezTo>
                    <a:pt x="1420372" y="1556936"/>
                    <a:pt x="1423992" y="1565604"/>
                    <a:pt x="1431421" y="1570271"/>
                  </a:cubicBezTo>
                  <a:close/>
                  <a:moveTo>
                    <a:pt x="1565152" y="1447113"/>
                  </a:moveTo>
                  <a:cubicBezTo>
                    <a:pt x="1566105" y="1446256"/>
                    <a:pt x="1566867" y="1445303"/>
                    <a:pt x="1567438" y="1444256"/>
                  </a:cubicBezTo>
                  <a:cubicBezTo>
                    <a:pt x="1567438" y="1444256"/>
                    <a:pt x="1567438" y="1444160"/>
                    <a:pt x="1567534" y="1444160"/>
                  </a:cubicBezTo>
                  <a:cubicBezTo>
                    <a:pt x="1570677" y="1438541"/>
                    <a:pt x="1569153" y="1430635"/>
                    <a:pt x="1562962" y="1425015"/>
                  </a:cubicBezTo>
                  <a:cubicBezTo>
                    <a:pt x="1557628" y="1420157"/>
                    <a:pt x="1550770" y="1418443"/>
                    <a:pt x="1545150" y="1419776"/>
                  </a:cubicBezTo>
                  <a:cubicBezTo>
                    <a:pt x="1540483" y="1410537"/>
                    <a:pt x="1537625" y="1402155"/>
                    <a:pt x="1536768" y="1394916"/>
                  </a:cubicBezTo>
                  <a:cubicBezTo>
                    <a:pt x="1539149" y="1396821"/>
                    <a:pt x="1541911" y="1398345"/>
                    <a:pt x="1544960" y="1399202"/>
                  </a:cubicBezTo>
                  <a:cubicBezTo>
                    <a:pt x="1554008" y="1401583"/>
                    <a:pt x="1562104" y="1396916"/>
                    <a:pt x="1562295" y="1388820"/>
                  </a:cubicBezTo>
                  <a:cubicBezTo>
                    <a:pt x="1562295" y="1387582"/>
                    <a:pt x="1562104" y="1386343"/>
                    <a:pt x="1561724" y="1385105"/>
                  </a:cubicBezTo>
                  <a:cubicBezTo>
                    <a:pt x="1561724" y="1385010"/>
                    <a:pt x="1561628" y="1384820"/>
                    <a:pt x="1561628" y="1384724"/>
                  </a:cubicBezTo>
                  <a:cubicBezTo>
                    <a:pt x="1561247" y="1383486"/>
                    <a:pt x="1560771" y="1382343"/>
                    <a:pt x="1560200" y="1381295"/>
                  </a:cubicBezTo>
                  <a:cubicBezTo>
                    <a:pt x="1560200" y="1381295"/>
                    <a:pt x="1560200" y="1381295"/>
                    <a:pt x="1560200" y="1381295"/>
                  </a:cubicBezTo>
                  <a:cubicBezTo>
                    <a:pt x="1560200" y="1381295"/>
                    <a:pt x="1560200" y="1381295"/>
                    <a:pt x="1560200" y="1381295"/>
                  </a:cubicBezTo>
                  <a:cubicBezTo>
                    <a:pt x="1557533" y="1376438"/>
                    <a:pt x="1552579" y="1372532"/>
                    <a:pt x="1546864" y="1370818"/>
                  </a:cubicBezTo>
                  <a:cubicBezTo>
                    <a:pt x="1555246" y="1365389"/>
                    <a:pt x="1569439" y="1362817"/>
                    <a:pt x="1588203" y="1363960"/>
                  </a:cubicBezTo>
                  <a:cubicBezTo>
                    <a:pt x="1588489" y="1365198"/>
                    <a:pt x="1588870" y="1366436"/>
                    <a:pt x="1589346" y="1367579"/>
                  </a:cubicBezTo>
                  <a:cubicBezTo>
                    <a:pt x="1590679" y="1370532"/>
                    <a:pt x="1592870" y="1373199"/>
                    <a:pt x="1595633" y="1375199"/>
                  </a:cubicBezTo>
                  <a:cubicBezTo>
                    <a:pt x="1598395" y="1377295"/>
                    <a:pt x="1601633" y="1378819"/>
                    <a:pt x="1605062" y="1379295"/>
                  </a:cubicBezTo>
                  <a:cubicBezTo>
                    <a:pt x="1606491" y="1379485"/>
                    <a:pt x="1607825" y="1379485"/>
                    <a:pt x="1609158" y="1379390"/>
                  </a:cubicBezTo>
                  <a:cubicBezTo>
                    <a:pt x="1609253" y="1379390"/>
                    <a:pt x="1609444" y="1379390"/>
                    <a:pt x="1609539" y="1379295"/>
                  </a:cubicBezTo>
                  <a:cubicBezTo>
                    <a:pt x="1610777" y="1379200"/>
                    <a:pt x="1612016" y="1378914"/>
                    <a:pt x="1613159" y="1378438"/>
                  </a:cubicBezTo>
                  <a:cubicBezTo>
                    <a:pt x="1613159" y="1378438"/>
                    <a:pt x="1613159" y="1378438"/>
                    <a:pt x="1613159" y="1378438"/>
                  </a:cubicBezTo>
                  <a:lnTo>
                    <a:pt x="1613159" y="1378438"/>
                  </a:lnTo>
                  <a:cubicBezTo>
                    <a:pt x="1617445" y="1376914"/>
                    <a:pt x="1620588" y="1373485"/>
                    <a:pt x="1621445" y="1369103"/>
                  </a:cubicBezTo>
                  <a:cubicBezTo>
                    <a:pt x="1640210" y="1373675"/>
                    <a:pt x="1662022" y="1381581"/>
                    <a:pt x="1686310" y="1393868"/>
                  </a:cubicBezTo>
                  <a:cubicBezTo>
                    <a:pt x="1685834" y="1400250"/>
                    <a:pt x="1689168" y="1406917"/>
                    <a:pt x="1695645" y="1410537"/>
                  </a:cubicBezTo>
                  <a:cubicBezTo>
                    <a:pt x="1696978" y="1411299"/>
                    <a:pt x="1698312" y="1411775"/>
                    <a:pt x="1699741" y="1412156"/>
                  </a:cubicBezTo>
                  <a:cubicBezTo>
                    <a:pt x="1699931" y="1412156"/>
                    <a:pt x="1700027" y="1412251"/>
                    <a:pt x="1700217" y="1412251"/>
                  </a:cubicBezTo>
                  <a:cubicBezTo>
                    <a:pt x="1701551" y="1412633"/>
                    <a:pt x="1702884" y="1412823"/>
                    <a:pt x="1704218" y="1412823"/>
                  </a:cubicBezTo>
                  <a:cubicBezTo>
                    <a:pt x="1704218" y="1412823"/>
                    <a:pt x="1704218" y="1412823"/>
                    <a:pt x="1704218" y="1412823"/>
                  </a:cubicBezTo>
                  <a:cubicBezTo>
                    <a:pt x="1704218" y="1412823"/>
                    <a:pt x="1704218" y="1412823"/>
                    <a:pt x="1704218" y="1412823"/>
                  </a:cubicBezTo>
                  <a:cubicBezTo>
                    <a:pt x="1707932" y="1412918"/>
                    <a:pt x="1711552" y="1411966"/>
                    <a:pt x="1714504" y="1409966"/>
                  </a:cubicBezTo>
                  <a:cubicBezTo>
                    <a:pt x="1735364" y="1423967"/>
                    <a:pt x="1753271" y="1440826"/>
                    <a:pt x="1767463" y="1460639"/>
                  </a:cubicBezTo>
                  <a:cubicBezTo>
                    <a:pt x="1770035" y="1464163"/>
                    <a:pt x="1772417" y="1467877"/>
                    <a:pt x="1774702" y="1471592"/>
                  </a:cubicBezTo>
                  <a:cubicBezTo>
                    <a:pt x="1770607" y="1473021"/>
                    <a:pt x="1766892" y="1475879"/>
                    <a:pt x="1764511" y="1479974"/>
                  </a:cubicBezTo>
                  <a:cubicBezTo>
                    <a:pt x="1763082" y="1482165"/>
                    <a:pt x="1762225" y="1484451"/>
                    <a:pt x="1761749" y="1486832"/>
                  </a:cubicBezTo>
                  <a:cubicBezTo>
                    <a:pt x="1761558" y="1487975"/>
                    <a:pt x="1761463" y="1489214"/>
                    <a:pt x="1761463" y="1490357"/>
                  </a:cubicBezTo>
                  <a:cubicBezTo>
                    <a:pt x="1761463" y="1493881"/>
                    <a:pt x="1762510" y="1497405"/>
                    <a:pt x="1764416" y="1500263"/>
                  </a:cubicBezTo>
                  <a:cubicBezTo>
                    <a:pt x="1765654" y="1502167"/>
                    <a:pt x="1767368" y="1503882"/>
                    <a:pt x="1769464" y="1505216"/>
                  </a:cubicBezTo>
                  <a:cubicBezTo>
                    <a:pt x="1770702" y="1506073"/>
                    <a:pt x="1772131" y="1506549"/>
                    <a:pt x="1773464" y="1507025"/>
                  </a:cubicBezTo>
                  <a:cubicBezTo>
                    <a:pt x="1773560" y="1507025"/>
                    <a:pt x="1773750" y="1507121"/>
                    <a:pt x="1773845" y="1507121"/>
                  </a:cubicBezTo>
                  <a:cubicBezTo>
                    <a:pt x="1775179" y="1507501"/>
                    <a:pt x="1776608" y="1507692"/>
                    <a:pt x="1777941" y="1507787"/>
                  </a:cubicBezTo>
                  <a:cubicBezTo>
                    <a:pt x="1777941" y="1507787"/>
                    <a:pt x="1777941" y="1507787"/>
                    <a:pt x="1777941" y="1507787"/>
                  </a:cubicBezTo>
                  <a:lnTo>
                    <a:pt x="1777941" y="1507787"/>
                  </a:lnTo>
                  <a:cubicBezTo>
                    <a:pt x="1782227" y="1507883"/>
                    <a:pt x="1786513" y="1506454"/>
                    <a:pt x="1790133" y="1503596"/>
                  </a:cubicBezTo>
                  <a:cubicBezTo>
                    <a:pt x="1795277" y="1517598"/>
                    <a:pt x="1798896" y="1532457"/>
                    <a:pt x="1800801" y="1547983"/>
                  </a:cubicBezTo>
                  <a:cubicBezTo>
                    <a:pt x="1785180" y="1552459"/>
                    <a:pt x="1769178" y="1554650"/>
                    <a:pt x="1753557" y="1555126"/>
                  </a:cubicBezTo>
                  <a:cubicBezTo>
                    <a:pt x="1751843" y="1555222"/>
                    <a:pt x="1750033" y="1555126"/>
                    <a:pt x="1748318" y="1555126"/>
                  </a:cubicBezTo>
                  <a:cubicBezTo>
                    <a:pt x="1748699" y="1554174"/>
                    <a:pt x="1748985" y="1553222"/>
                    <a:pt x="1749176" y="1552269"/>
                  </a:cubicBezTo>
                  <a:cubicBezTo>
                    <a:pt x="1749176" y="1552079"/>
                    <a:pt x="1749176" y="1551983"/>
                    <a:pt x="1749271" y="1551793"/>
                  </a:cubicBezTo>
                  <a:cubicBezTo>
                    <a:pt x="1749557" y="1550364"/>
                    <a:pt x="1749557" y="1548935"/>
                    <a:pt x="1749557" y="1547507"/>
                  </a:cubicBezTo>
                  <a:cubicBezTo>
                    <a:pt x="1749557" y="1547507"/>
                    <a:pt x="1749557" y="1547507"/>
                    <a:pt x="1749557" y="1547507"/>
                  </a:cubicBezTo>
                  <a:cubicBezTo>
                    <a:pt x="1749557" y="1547507"/>
                    <a:pt x="1749557" y="1547507"/>
                    <a:pt x="1749557" y="1547507"/>
                  </a:cubicBezTo>
                  <a:cubicBezTo>
                    <a:pt x="1749176" y="1540934"/>
                    <a:pt x="1745461" y="1535124"/>
                    <a:pt x="1739269" y="1532457"/>
                  </a:cubicBezTo>
                  <a:cubicBezTo>
                    <a:pt x="1731745" y="1529314"/>
                    <a:pt x="1723268" y="1531790"/>
                    <a:pt x="1718124" y="1537982"/>
                  </a:cubicBezTo>
                  <a:cubicBezTo>
                    <a:pt x="1718029" y="1538172"/>
                    <a:pt x="1717838" y="1538267"/>
                    <a:pt x="1717743" y="1538458"/>
                  </a:cubicBezTo>
                  <a:cubicBezTo>
                    <a:pt x="1716791" y="1539696"/>
                    <a:pt x="1715933" y="1540934"/>
                    <a:pt x="1715267" y="1542363"/>
                  </a:cubicBezTo>
                  <a:cubicBezTo>
                    <a:pt x="1713838" y="1545411"/>
                    <a:pt x="1713266" y="1548554"/>
                    <a:pt x="1713361" y="1551602"/>
                  </a:cubicBezTo>
                  <a:cubicBezTo>
                    <a:pt x="1711361" y="1551221"/>
                    <a:pt x="1709361" y="1550840"/>
                    <a:pt x="1707361" y="1550364"/>
                  </a:cubicBezTo>
                  <a:cubicBezTo>
                    <a:pt x="1681929" y="1544458"/>
                    <a:pt x="1658021" y="1533219"/>
                    <a:pt x="1635923" y="1517693"/>
                  </a:cubicBezTo>
                  <a:cubicBezTo>
                    <a:pt x="1636114" y="1517122"/>
                    <a:pt x="1636304" y="1516550"/>
                    <a:pt x="1636400" y="1515883"/>
                  </a:cubicBezTo>
                  <a:cubicBezTo>
                    <a:pt x="1636400" y="1515693"/>
                    <a:pt x="1636400" y="1515598"/>
                    <a:pt x="1636495" y="1515407"/>
                  </a:cubicBezTo>
                  <a:cubicBezTo>
                    <a:pt x="1636685" y="1514074"/>
                    <a:pt x="1636780" y="1512740"/>
                    <a:pt x="1636685" y="1511502"/>
                  </a:cubicBezTo>
                  <a:cubicBezTo>
                    <a:pt x="1636685" y="1511502"/>
                    <a:pt x="1636685" y="1511502"/>
                    <a:pt x="1636685" y="1511502"/>
                  </a:cubicBezTo>
                  <a:cubicBezTo>
                    <a:pt x="1636685" y="1511502"/>
                    <a:pt x="1636685" y="1511502"/>
                    <a:pt x="1636685" y="1511502"/>
                  </a:cubicBezTo>
                  <a:cubicBezTo>
                    <a:pt x="1636209" y="1505501"/>
                    <a:pt x="1632589" y="1499691"/>
                    <a:pt x="1626589" y="1496643"/>
                  </a:cubicBezTo>
                  <a:cubicBezTo>
                    <a:pt x="1620874" y="1493690"/>
                    <a:pt x="1614492" y="1493976"/>
                    <a:pt x="1609825" y="1496833"/>
                  </a:cubicBezTo>
                  <a:cubicBezTo>
                    <a:pt x="1588584" y="1478260"/>
                    <a:pt x="1573725" y="1461782"/>
                    <a:pt x="1563247" y="1448066"/>
                  </a:cubicBezTo>
                  <a:cubicBezTo>
                    <a:pt x="1563914" y="1448066"/>
                    <a:pt x="1564581" y="1447684"/>
                    <a:pt x="1565152" y="1447113"/>
                  </a:cubicBezTo>
                  <a:close/>
                  <a:moveTo>
                    <a:pt x="1924531" y="1452733"/>
                  </a:moveTo>
                  <a:cubicBezTo>
                    <a:pt x="1921578" y="1449018"/>
                    <a:pt x="1917292" y="1446732"/>
                    <a:pt x="1912243" y="1446827"/>
                  </a:cubicBezTo>
                  <a:cubicBezTo>
                    <a:pt x="1907195" y="1446923"/>
                    <a:pt x="1902433" y="1449208"/>
                    <a:pt x="1898718" y="1452923"/>
                  </a:cubicBezTo>
                  <a:cubicBezTo>
                    <a:pt x="1896241" y="1455305"/>
                    <a:pt x="1894241" y="1458257"/>
                    <a:pt x="1892908" y="1461496"/>
                  </a:cubicBezTo>
                  <a:cubicBezTo>
                    <a:pt x="1892812" y="1461686"/>
                    <a:pt x="1892717" y="1461877"/>
                    <a:pt x="1892622" y="1462163"/>
                  </a:cubicBezTo>
                  <a:cubicBezTo>
                    <a:pt x="1892050" y="1463782"/>
                    <a:pt x="1891479" y="1465401"/>
                    <a:pt x="1891289" y="1467211"/>
                  </a:cubicBezTo>
                  <a:cubicBezTo>
                    <a:pt x="1890146" y="1475402"/>
                    <a:pt x="1893479" y="1482546"/>
                    <a:pt x="1899194" y="1486070"/>
                  </a:cubicBezTo>
                  <a:cubicBezTo>
                    <a:pt x="1898337" y="1487023"/>
                    <a:pt x="1897480" y="1488071"/>
                    <a:pt x="1896623" y="1489023"/>
                  </a:cubicBezTo>
                  <a:cubicBezTo>
                    <a:pt x="1896527" y="1489118"/>
                    <a:pt x="1896527" y="1489118"/>
                    <a:pt x="1896432" y="1489214"/>
                  </a:cubicBezTo>
                  <a:cubicBezTo>
                    <a:pt x="1889288" y="1496833"/>
                    <a:pt x="1881764" y="1503692"/>
                    <a:pt x="1873858" y="1509978"/>
                  </a:cubicBezTo>
                  <a:cubicBezTo>
                    <a:pt x="1872143" y="1511312"/>
                    <a:pt x="1870429" y="1512645"/>
                    <a:pt x="1868619" y="1513979"/>
                  </a:cubicBezTo>
                  <a:cubicBezTo>
                    <a:pt x="1865190" y="1516550"/>
                    <a:pt x="1861761" y="1519122"/>
                    <a:pt x="1858237" y="1521408"/>
                  </a:cubicBezTo>
                  <a:cubicBezTo>
                    <a:pt x="1856903" y="1514455"/>
                    <a:pt x="1855189" y="1507787"/>
                    <a:pt x="1853379" y="1501215"/>
                  </a:cubicBezTo>
                  <a:cubicBezTo>
                    <a:pt x="1858713" y="1499882"/>
                    <a:pt x="1863666" y="1496262"/>
                    <a:pt x="1866904" y="1490642"/>
                  </a:cubicBezTo>
                  <a:cubicBezTo>
                    <a:pt x="1870524" y="1483880"/>
                    <a:pt x="1870334" y="1476259"/>
                    <a:pt x="1867190" y="1470640"/>
                  </a:cubicBezTo>
                  <a:cubicBezTo>
                    <a:pt x="1867190" y="1470640"/>
                    <a:pt x="1867190" y="1470640"/>
                    <a:pt x="1867190" y="1470640"/>
                  </a:cubicBezTo>
                  <a:cubicBezTo>
                    <a:pt x="1867190" y="1470640"/>
                    <a:pt x="1867190" y="1470640"/>
                    <a:pt x="1867190" y="1470640"/>
                  </a:cubicBezTo>
                  <a:cubicBezTo>
                    <a:pt x="1866524" y="1469401"/>
                    <a:pt x="1865666" y="1468258"/>
                    <a:pt x="1864618" y="1467211"/>
                  </a:cubicBezTo>
                  <a:cubicBezTo>
                    <a:pt x="1864523" y="1467116"/>
                    <a:pt x="1864333" y="1466925"/>
                    <a:pt x="1864237" y="1466830"/>
                  </a:cubicBezTo>
                  <a:cubicBezTo>
                    <a:pt x="1863190" y="1465782"/>
                    <a:pt x="1861952" y="1464830"/>
                    <a:pt x="1860618" y="1464163"/>
                  </a:cubicBezTo>
                  <a:cubicBezTo>
                    <a:pt x="1858427" y="1463020"/>
                    <a:pt x="1856046" y="1462448"/>
                    <a:pt x="1853760" y="1462353"/>
                  </a:cubicBezTo>
                  <a:cubicBezTo>
                    <a:pt x="1851474" y="1462258"/>
                    <a:pt x="1848997" y="1462734"/>
                    <a:pt x="1846807" y="1463591"/>
                  </a:cubicBezTo>
                  <a:cubicBezTo>
                    <a:pt x="1845664" y="1464067"/>
                    <a:pt x="1844616" y="1464544"/>
                    <a:pt x="1843568" y="1465210"/>
                  </a:cubicBezTo>
                  <a:cubicBezTo>
                    <a:pt x="1842616" y="1465782"/>
                    <a:pt x="1841759" y="1466449"/>
                    <a:pt x="1840901" y="1467211"/>
                  </a:cubicBezTo>
                  <a:cubicBezTo>
                    <a:pt x="1840806" y="1467020"/>
                    <a:pt x="1840711" y="1466830"/>
                    <a:pt x="1840711" y="1466639"/>
                  </a:cubicBezTo>
                  <a:cubicBezTo>
                    <a:pt x="1832519" y="1449494"/>
                    <a:pt x="1822423" y="1433683"/>
                    <a:pt x="1810612" y="1419491"/>
                  </a:cubicBezTo>
                  <a:cubicBezTo>
                    <a:pt x="1803944" y="1411490"/>
                    <a:pt x="1796705" y="1404060"/>
                    <a:pt x="1788895" y="1397012"/>
                  </a:cubicBezTo>
                  <a:cubicBezTo>
                    <a:pt x="1791371" y="1391011"/>
                    <a:pt x="1790419" y="1384439"/>
                    <a:pt x="1786990" y="1379581"/>
                  </a:cubicBezTo>
                  <a:cubicBezTo>
                    <a:pt x="1786990" y="1379581"/>
                    <a:pt x="1786990" y="1379581"/>
                    <a:pt x="1786990" y="1379581"/>
                  </a:cubicBezTo>
                  <a:cubicBezTo>
                    <a:pt x="1786990" y="1379581"/>
                    <a:pt x="1786990" y="1379581"/>
                    <a:pt x="1786990" y="1379581"/>
                  </a:cubicBezTo>
                  <a:cubicBezTo>
                    <a:pt x="1786133" y="1378438"/>
                    <a:pt x="1785275" y="1377390"/>
                    <a:pt x="1784132" y="1376438"/>
                  </a:cubicBezTo>
                  <a:cubicBezTo>
                    <a:pt x="1784037" y="1376342"/>
                    <a:pt x="1783846" y="1376247"/>
                    <a:pt x="1783751" y="1376057"/>
                  </a:cubicBezTo>
                  <a:cubicBezTo>
                    <a:pt x="1782608" y="1375104"/>
                    <a:pt x="1781370" y="1374247"/>
                    <a:pt x="1779941" y="1373675"/>
                  </a:cubicBezTo>
                  <a:cubicBezTo>
                    <a:pt x="1778798" y="1373199"/>
                    <a:pt x="1777655" y="1372818"/>
                    <a:pt x="1776512" y="1372532"/>
                  </a:cubicBezTo>
                  <a:cubicBezTo>
                    <a:pt x="1771274" y="1371294"/>
                    <a:pt x="1765939" y="1372627"/>
                    <a:pt x="1761844" y="1375771"/>
                  </a:cubicBezTo>
                  <a:cubicBezTo>
                    <a:pt x="1748890" y="1366913"/>
                    <a:pt x="1734983" y="1359102"/>
                    <a:pt x="1720315" y="1352339"/>
                  </a:cubicBezTo>
                  <a:cubicBezTo>
                    <a:pt x="1704884" y="1345291"/>
                    <a:pt x="1690120" y="1339576"/>
                    <a:pt x="1675928" y="1334908"/>
                  </a:cubicBezTo>
                  <a:cubicBezTo>
                    <a:pt x="1674214" y="1328908"/>
                    <a:pt x="1668975" y="1324050"/>
                    <a:pt x="1662498" y="1322240"/>
                  </a:cubicBezTo>
                  <a:cubicBezTo>
                    <a:pt x="1662308" y="1322145"/>
                    <a:pt x="1662117" y="1322145"/>
                    <a:pt x="1662022" y="1322050"/>
                  </a:cubicBezTo>
                  <a:cubicBezTo>
                    <a:pt x="1660593" y="1321669"/>
                    <a:pt x="1659164" y="1321383"/>
                    <a:pt x="1657640" y="1321383"/>
                  </a:cubicBezTo>
                  <a:cubicBezTo>
                    <a:pt x="1652306" y="1321192"/>
                    <a:pt x="1648020" y="1323098"/>
                    <a:pt x="1645258" y="1326241"/>
                  </a:cubicBezTo>
                  <a:cubicBezTo>
                    <a:pt x="1642495" y="1325574"/>
                    <a:pt x="1639543" y="1324812"/>
                    <a:pt x="1636780" y="1324145"/>
                  </a:cubicBezTo>
                  <a:cubicBezTo>
                    <a:pt x="1611539" y="1318716"/>
                    <a:pt x="1588679" y="1316335"/>
                    <a:pt x="1569534" y="1316621"/>
                  </a:cubicBezTo>
                  <a:cubicBezTo>
                    <a:pt x="1549912" y="1317001"/>
                    <a:pt x="1533529" y="1319668"/>
                    <a:pt x="1520480" y="1324622"/>
                  </a:cubicBezTo>
                  <a:cubicBezTo>
                    <a:pt x="1517242" y="1321192"/>
                    <a:pt x="1512670" y="1318525"/>
                    <a:pt x="1507907" y="1317478"/>
                  </a:cubicBezTo>
                  <a:cubicBezTo>
                    <a:pt x="1501907" y="1316240"/>
                    <a:pt x="1496953" y="1317668"/>
                    <a:pt x="1494382" y="1320812"/>
                  </a:cubicBezTo>
                  <a:cubicBezTo>
                    <a:pt x="1494382" y="1320812"/>
                    <a:pt x="1494382" y="1320812"/>
                    <a:pt x="1494382" y="1320812"/>
                  </a:cubicBezTo>
                  <a:cubicBezTo>
                    <a:pt x="1494382" y="1320812"/>
                    <a:pt x="1494382" y="1320812"/>
                    <a:pt x="1494382" y="1320907"/>
                  </a:cubicBezTo>
                  <a:cubicBezTo>
                    <a:pt x="1493810" y="1321574"/>
                    <a:pt x="1493429" y="1322335"/>
                    <a:pt x="1493143" y="1323193"/>
                  </a:cubicBezTo>
                  <a:cubicBezTo>
                    <a:pt x="1493048" y="1323383"/>
                    <a:pt x="1493048" y="1323479"/>
                    <a:pt x="1492953" y="1323669"/>
                  </a:cubicBezTo>
                  <a:cubicBezTo>
                    <a:pt x="1492667" y="1324622"/>
                    <a:pt x="1492572" y="1325574"/>
                    <a:pt x="1492572" y="1326717"/>
                  </a:cubicBezTo>
                  <a:cubicBezTo>
                    <a:pt x="1492572" y="1326717"/>
                    <a:pt x="1492572" y="1326717"/>
                    <a:pt x="1492572" y="1326717"/>
                  </a:cubicBezTo>
                  <a:cubicBezTo>
                    <a:pt x="1492858" y="1330337"/>
                    <a:pt x="1494858" y="1334147"/>
                    <a:pt x="1497906" y="1337290"/>
                  </a:cubicBezTo>
                  <a:cubicBezTo>
                    <a:pt x="1498192" y="1337575"/>
                    <a:pt x="1498477" y="1337766"/>
                    <a:pt x="1498763" y="1338052"/>
                  </a:cubicBezTo>
                  <a:cubicBezTo>
                    <a:pt x="1496477" y="1340338"/>
                    <a:pt x="1494477" y="1342719"/>
                    <a:pt x="1492762" y="1345291"/>
                  </a:cubicBezTo>
                  <a:cubicBezTo>
                    <a:pt x="1478856" y="1364912"/>
                    <a:pt x="1481904" y="1394059"/>
                    <a:pt x="1498096" y="1430158"/>
                  </a:cubicBezTo>
                  <a:cubicBezTo>
                    <a:pt x="1505431" y="1446351"/>
                    <a:pt x="1515908" y="1463782"/>
                    <a:pt x="1529053" y="1481975"/>
                  </a:cubicBezTo>
                  <a:cubicBezTo>
                    <a:pt x="1524290" y="1487308"/>
                    <a:pt x="1524481" y="1496072"/>
                    <a:pt x="1530291" y="1503025"/>
                  </a:cubicBezTo>
                  <a:cubicBezTo>
                    <a:pt x="1535625" y="1509407"/>
                    <a:pt x="1543912" y="1511692"/>
                    <a:pt x="1550484" y="1509216"/>
                  </a:cubicBezTo>
                  <a:cubicBezTo>
                    <a:pt x="1561724" y="1522456"/>
                    <a:pt x="1574392" y="1535791"/>
                    <a:pt x="1588584" y="1548935"/>
                  </a:cubicBezTo>
                  <a:cubicBezTo>
                    <a:pt x="1593823" y="1553793"/>
                    <a:pt x="1599252" y="1558365"/>
                    <a:pt x="1604777" y="1562842"/>
                  </a:cubicBezTo>
                  <a:cubicBezTo>
                    <a:pt x="1604777" y="1562842"/>
                    <a:pt x="1604777" y="1562842"/>
                    <a:pt x="1604777" y="1562842"/>
                  </a:cubicBezTo>
                  <a:cubicBezTo>
                    <a:pt x="1604777" y="1562842"/>
                    <a:pt x="1604777" y="1562842"/>
                    <a:pt x="1604777" y="1562842"/>
                  </a:cubicBezTo>
                  <a:cubicBezTo>
                    <a:pt x="1607253" y="1564842"/>
                    <a:pt x="1609634" y="1566747"/>
                    <a:pt x="1612111" y="1568652"/>
                  </a:cubicBezTo>
                  <a:cubicBezTo>
                    <a:pt x="1611539" y="1569319"/>
                    <a:pt x="1610968" y="1570081"/>
                    <a:pt x="1610396" y="1570843"/>
                  </a:cubicBezTo>
                  <a:cubicBezTo>
                    <a:pt x="1608586" y="1573891"/>
                    <a:pt x="1607825" y="1577320"/>
                    <a:pt x="1607920" y="1580654"/>
                  </a:cubicBezTo>
                  <a:cubicBezTo>
                    <a:pt x="1608015" y="1582940"/>
                    <a:pt x="1608586" y="1585130"/>
                    <a:pt x="1609539" y="1587226"/>
                  </a:cubicBezTo>
                  <a:cubicBezTo>
                    <a:pt x="1610968" y="1590369"/>
                    <a:pt x="1613254" y="1593131"/>
                    <a:pt x="1616397" y="1595036"/>
                  </a:cubicBezTo>
                  <a:cubicBezTo>
                    <a:pt x="1624684" y="1600275"/>
                    <a:pt x="1635733" y="1597608"/>
                    <a:pt x="1640971" y="1589226"/>
                  </a:cubicBezTo>
                  <a:cubicBezTo>
                    <a:pt x="1641257" y="1588750"/>
                    <a:pt x="1641352" y="1588274"/>
                    <a:pt x="1641638" y="1587797"/>
                  </a:cubicBezTo>
                  <a:cubicBezTo>
                    <a:pt x="1655545" y="1595513"/>
                    <a:pt x="1670023" y="1601894"/>
                    <a:pt x="1684977" y="1606562"/>
                  </a:cubicBezTo>
                  <a:cubicBezTo>
                    <a:pt x="1696597" y="1610181"/>
                    <a:pt x="1708599" y="1612848"/>
                    <a:pt x="1720791" y="1614563"/>
                  </a:cubicBezTo>
                  <a:cubicBezTo>
                    <a:pt x="1720696" y="1614658"/>
                    <a:pt x="1720696" y="1614753"/>
                    <a:pt x="1720601" y="1614753"/>
                  </a:cubicBezTo>
                  <a:cubicBezTo>
                    <a:pt x="1715267" y="1624088"/>
                    <a:pt x="1717838" y="1635422"/>
                    <a:pt x="1726506" y="1640090"/>
                  </a:cubicBezTo>
                  <a:cubicBezTo>
                    <a:pt x="1735174" y="1644757"/>
                    <a:pt x="1746985" y="1640566"/>
                    <a:pt x="1752700" y="1630946"/>
                  </a:cubicBezTo>
                  <a:cubicBezTo>
                    <a:pt x="1753462" y="1629517"/>
                    <a:pt x="1754033" y="1627993"/>
                    <a:pt x="1754510" y="1626564"/>
                  </a:cubicBezTo>
                  <a:cubicBezTo>
                    <a:pt x="1754605" y="1626183"/>
                    <a:pt x="1754700" y="1625897"/>
                    <a:pt x="1754700" y="1625612"/>
                  </a:cubicBezTo>
                  <a:cubicBezTo>
                    <a:pt x="1755462" y="1622564"/>
                    <a:pt x="1755462" y="1619516"/>
                    <a:pt x="1754891" y="1616753"/>
                  </a:cubicBezTo>
                  <a:cubicBezTo>
                    <a:pt x="1762320" y="1616563"/>
                    <a:pt x="1769750" y="1615991"/>
                    <a:pt x="1777274" y="1615134"/>
                  </a:cubicBezTo>
                  <a:cubicBezTo>
                    <a:pt x="1776322" y="1618468"/>
                    <a:pt x="1775941" y="1621897"/>
                    <a:pt x="1776703" y="1625326"/>
                  </a:cubicBezTo>
                  <a:cubicBezTo>
                    <a:pt x="1776988" y="1626850"/>
                    <a:pt x="1777560" y="1628279"/>
                    <a:pt x="1778227" y="1629612"/>
                  </a:cubicBezTo>
                  <a:cubicBezTo>
                    <a:pt x="1778322" y="1629802"/>
                    <a:pt x="1778417" y="1629898"/>
                    <a:pt x="1778512" y="1629993"/>
                  </a:cubicBezTo>
                  <a:cubicBezTo>
                    <a:pt x="1780989" y="1634470"/>
                    <a:pt x="1785275" y="1637423"/>
                    <a:pt x="1790419" y="1637994"/>
                  </a:cubicBezTo>
                  <a:cubicBezTo>
                    <a:pt x="1779179" y="1671713"/>
                    <a:pt x="1759462" y="1704574"/>
                    <a:pt x="1731745" y="1732673"/>
                  </a:cubicBezTo>
                  <a:cubicBezTo>
                    <a:pt x="1721267" y="1743055"/>
                    <a:pt x="1710028" y="1752199"/>
                    <a:pt x="1698407" y="1760295"/>
                  </a:cubicBezTo>
                  <a:cubicBezTo>
                    <a:pt x="1697169" y="1755723"/>
                    <a:pt x="1693930" y="1751913"/>
                    <a:pt x="1689263" y="1750103"/>
                  </a:cubicBezTo>
                  <a:cubicBezTo>
                    <a:pt x="1681548" y="1747150"/>
                    <a:pt x="1671928" y="1749722"/>
                    <a:pt x="1665641" y="1756295"/>
                  </a:cubicBezTo>
                  <a:cubicBezTo>
                    <a:pt x="1665546" y="1756390"/>
                    <a:pt x="1665451" y="1756485"/>
                    <a:pt x="1665355" y="1756580"/>
                  </a:cubicBezTo>
                  <a:cubicBezTo>
                    <a:pt x="1664212" y="1757818"/>
                    <a:pt x="1663069" y="1759247"/>
                    <a:pt x="1662212" y="1760771"/>
                  </a:cubicBezTo>
                  <a:cubicBezTo>
                    <a:pt x="1659355" y="1765629"/>
                    <a:pt x="1658593" y="1770963"/>
                    <a:pt x="1659736" y="1775535"/>
                  </a:cubicBezTo>
                  <a:cubicBezTo>
                    <a:pt x="1660212" y="1777535"/>
                    <a:pt x="1661164" y="1779440"/>
                    <a:pt x="1662403" y="1781155"/>
                  </a:cubicBezTo>
                  <a:cubicBezTo>
                    <a:pt x="1656688" y="1783822"/>
                    <a:pt x="1650877" y="1786298"/>
                    <a:pt x="1645067" y="1788489"/>
                  </a:cubicBezTo>
                  <a:cubicBezTo>
                    <a:pt x="1642495" y="1789442"/>
                    <a:pt x="1639924" y="1790299"/>
                    <a:pt x="1637161" y="1791156"/>
                  </a:cubicBezTo>
                  <a:cubicBezTo>
                    <a:pt x="1634971" y="1791918"/>
                    <a:pt x="1632685" y="1792680"/>
                    <a:pt x="1630494" y="1793347"/>
                  </a:cubicBezTo>
                  <a:cubicBezTo>
                    <a:pt x="1624303" y="1795157"/>
                    <a:pt x="1617826" y="1796871"/>
                    <a:pt x="1611253" y="1798300"/>
                  </a:cubicBezTo>
                  <a:cubicBezTo>
                    <a:pt x="1612587" y="1791347"/>
                    <a:pt x="1613635" y="1784489"/>
                    <a:pt x="1614397" y="1777726"/>
                  </a:cubicBezTo>
                  <a:cubicBezTo>
                    <a:pt x="1619826" y="1778488"/>
                    <a:pt x="1625827" y="1776964"/>
                    <a:pt x="1630875" y="1773058"/>
                  </a:cubicBezTo>
                  <a:cubicBezTo>
                    <a:pt x="1636971" y="1768391"/>
                    <a:pt x="1639638" y="1761248"/>
                    <a:pt x="1638876" y="1754866"/>
                  </a:cubicBezTo>
                  <a:lnTo>
                    <a:pt x="1638876" y="1754866"/>
                  </a:lnTo>
                  <a:lnTo>
                    <a:pt x="1638876" y="1754866"/>
                  </a:lnTo>
                  <a:cubicBezTo>
                    <a:pt x="1638685" y="1753437"/>
                    <a:pt x="1638304" y="1752008"/>
                    <a:pt x="1637828" y="1750675"/>
                  </a:cubicBezTo>
                  <a:cubicBezTo>
                    <a:pt x="1637733" y="1750484"/>
                    <a:pt x="1637733" y="1750294"/>
                    <a:pt x="1637638" y="1750103"/>
                  </a:cubicBezTo>
                  <a:cubicBezTo>
                    <a:pt x="1637066" y="1748770"/>
                    <a:pt x="1636304" y="1747436"/>
                    <a:pt x="1635352" y="1746293"/>
                  </a:cubicBezTo>
                  <a:cubicBezTo>
                    <a:pt x="1630589" y="1740769"/>
                    <a:pt x="1623064" y="1739340"/>
                    <a:pt x="1615921" y="1741531"/>
                  </a:cubicBezTo>
                  <a:cubicBezTo>
                    <a:pt x="1615921" y="1741340"/>
                    <a:pt x="1615921" y="1741150"/>
                    <a:pt x="1615921" y="1740959"/>
                  </a:cubicBezTo>
                  <a:cubicBezTo>
                    <a:pt x="1614873" y="1721909"/>
                    <a:pt x="1611444" y="1703431"/>
                    <a:pt x="1605919" y="1685809"/>
                  </a:cubicBezTo>
                  <a:cubicBezTo>
                    <a:pt x="1602871" y="1675904"/>
                    <a:pt x="1598966" y="1666188"/>
                    <a:pt x="1594489" y="1656758"/>
                  </a:cubicBezTo>
                  <a:cubicBezTo>
                    <a:pt x="1599157" y="1652282"/>
                    <a:pt x="1600776" y="1645805"/>
                    <a:pt x="1599443" y="1639994"/>
                  </a:cubicBezTo>
                  <a:cubicBezTo>
                    <a:pt x="1599443" y="1639994"/>
                    <a:pt x="1599443" y="1639994"/>
                    <a:pt x="1599443" y="1639994"/>
                  </a:cubicBezTo>
                  <a:cubicBezTo>
                    <a:pt x="1599443" y="1639994"/>
                    <a:pt x="1599443" y="1639994"/>
                    <a:pt x="1599443" y="1639994"/>
                  </a:cubicBezTo>
                  <a:cubicBezTo>
                    <a:pt x="1599157" y="1638661"/>
                    <a:pt x="1598680" y="1637327"/>
                    <a:pt x="1598014" y="1636089"/>
                  </a:cubicBezTo>
                  <a:cubicBezTo>
                    <a:pt x="1597918" y="1635899"/>
                    <a:pt x="1597823" y="1635708"/>
                    <a:pt x="1597728" y="1635517"/>
                  </a:cubicBezTo>
                  <a:cubicBezTo>
                    <a:pt x="1597061" y="1634184"/>
                    <a:pt x="1596204" y="1632946"/>
                    <a:pt x="1595156" y="1631898"/>
                  </a:cubicBezTo>
                  <a:cubicBezTo>
                    <a:pt x="1590394" y="1626945"/>
                    <a:pt x="1583726" y="1625326"/>
                    <a:pt x="1577630" y="1626945"/>
                  </a:cubicBezTo>
                  <a:cubicBezTo>
                    <a:pt x="1569439" y="1614467"/>
                    <a:pt x="1560200" y="1602561"/>
                    <a:pt x="1549817" y="1591226"/>
                  </a:cubicBezTo>
                  <a:cubicBezTo>
                    <a:pt x="1549817" y="1591226"/>
                    <a:pt x="1549817" y="1591226"/>
                    <a:pt x="1549817" y="1591226"/>
                  </a:cubicBezTo>
                  <a:lnTo>
                    <a:pt x="1548198" y="1589417"/>
                  </a:lnTo>
                  <a:cubicBezTo>
                    <a:pt x="1536673" y="1576939"/>
                    <a:pt x="1525147" y="1566080"/>
                    <a:pt x="1513813" y="1556365"/>
                  </a:cubicBezTo>
                  <a:cubicBezTo>
                    <a:pt x="1514479" y="1550078"/>
                    <a:pt x="1511527" y="1543601"/>
                    <a:pt x="1506288" y="1539506"/>
                  </a:cubicBezTo>
                  <a:cubicBezTo>
                    <a:pt x="1506193" y="1539410"/>
                    <a:pt x="1506002" y="1539315"/>
                    <a:pt x="1505907" y="1539125"/>
                  </a:cubicBezTo>
                  <a:cubicBezTo>
                    <a:pt x="1504764" y="1538267"/>
                    <a:pt x="1503526" y="1537410"/>
                    <a:pt x="1502097" y="1536839"/>
                  </a:cubicBezTo>
                  <a:cubicBezTo>
                    <a:pt x="1497811" y="1534838"/>
                    <a:pt x="1493429" y="1534743"/>
                    <a:pt x="1489810" y="1536172"/>
                  </a:cubicBezTo>
                  <a:cubicBezTo>
                    <a:pt x="1489429" y="1536267"/>
                    <a:pt x="1489143" y="1536553"/>
                    <a:pt x="1488762" y="1536648"/>
                  </a:cubicBezTo>
                  <a:cubicBezTo>
                    <a:pt x="1486381" y="1534933"/>
                    <a:pt x="1484000" y="1533124"/>
                    <a:pt x="1481713" y="1531505"/>
                  </a:cubicBezTo>
                  <a:cubicBezTo>
                    <a:pt x="1460282" y="1516646"/>
                    <a:pt x="1440280" y="1505977"/>
                    <a:pt x="1422468" y="1499024"/>
                  </a:cubicBezTo>
                  <a:cubicBezTo>
                    <a:pt x="1404561" y="1491976"/>
                    <a:pt x="1388368" y="1487880"/>
                    <a:pt x="1374843" y="1487785"/>
                  </a:cubicBezTo>
                  <a:cubicBezTo>
                    <a:pt x="1374557" y="1487785"/>
                    <a:pt x="1374271" y="1487785"/>
                    <a:pt x="1374081" y="1487785"/>
                  </a:cubicBezTo>
                  <a:cubicBezTo>
                    <a:pt x="1372367" y="1483403"/>
                    <a:pt x="1369223" y="1479212"/>
                    <a:pt x="1365127" y="1476355"/>
                  </a:cubicBezTo>
                  <a:cubicBezTo>
                    <a:pt x="1359984" y="1472735"/>
                    <a:pt x="1354745" y="1472164"/>
                    <a:pt x="1351221" y="1474164"/>
                  </a:cubicBezTo>
                  <a:lnTo>
                    <a:pt x="1351221" y="1474164"/>
                  </a:lnTo>
                  <a:lnTo>
                    <a:pt x="1351221" y="1474164"/>
                  </a:lnTo>
                  <a:cubicBezTo>
                    <a:pt x="1350364" y="1474640"/>
                    <a:pt x="1349697" y="1475212"/>
                    <a:pt x="1349126" y="1475974"/>
                  </a:cubicBezTo>
                  <a:cubicBezTo>
                    <a:pt x="1349030" y="1476069"/>
                    <a:pt x="1348935" y="1476164"/>
                    <a:pt x="1348935" y="1476259"/>
                  </a:cubicBezTo>
                  <a:cubicBezTo>
                    <a:pt x="1348363" y="1477022"/>
                    <a:pt x="1347792" y="1477974"/>
                    <a:pt x="1347411" y="1479022"/>
                  </a:cubicBezTo>
                  <a:cubicBezTo>
                    <a:pt x="1346173" y="1482737"/>
                    <a:pt x="1346839" y="1487499"/>
                    <a:pt x="1348840" y="1491881"/>
                  </a:cubicBezTo>
                  <a:cubicBezTo>
                    <a:pt x="1345887" y="1493119"/>
                    <a:pt x="1343125" y="1494452"/>
                    <a:pt x="1340458" y="1496167"/>
                  </a:cubicBezTo>
                  <a:cubicBezTo>
                    <a:pt x="1330266" y="1502644"/>
                    <a:pt x="1323408" y="1513217"/>
                    <a:pt x="1318741" y="1526456"/>
                  </a:cubicBezTo>
                  <a:cubicBezTo>
                    <a:pt x="1316455" y="1533219"/>
                    <a:pt x="1314931" y="1540934"/>
                    <a:pt x="1314074" y="1549412"/>
                  </a:cubicBezTo>
                  <a:cubicBezTo>
                    <a:pt x="1313026" y="1557698"/>
                    <a:pt x="1312740" y="1566842"/>
                    <a:pt x="1313121" y="1576748"/>
                  </a:cubicBezTo>
                  <a:cubicBezTo>
                    <a:pt x="1313883" y="1594655"/>
                    <a:pt x="1316836" y="1614848"/>
                    <a:pt x="1321979" y="1636470"/>
                  </a:cubicBezTo>
                  <a:cubicBezTo>
                    <a:pt x="1320836" y="1637042"/>
                    <a:pt x="1319693" y="1637613"/>
                    <a:pt x="1318741" y="1638470"/>
                  </a:cubicBezTo>
                  <a:cubicBezTo>
                    <a:pt x="1315883" y="1641042"/>
                    <a:pt x="1314264" y="1645042"/>
                    <a:pt x="1314169" y="1649424"/>
                  </a:cubicBezTo>
                  <a:cubicBezTo>
                    <a:pt x="1314074" y="1651615"/>
                    <a:pt x="1314454" y="1653996"/>
                    <a:pt x="1315121" y="1656282"/>
                  </a:cubicBezTo>
                  <a:cubicBezTo>
                    <a:pt x="1315883" y="1658663"/>
                    <a:pt x="1316931" y="1660759"/>
                    <a:pt x="1318360" y="1662568"/>
                  </a:cubicBezTo>
                  <a:cubicBezTo>
                    <a:pt x="1319027" y="1663521"/>
                    <a:pt x="1319788" y="1664283"/>
                    <a:pt x="1320646" y="1665045"/>
                  </a:cubicBezTo>
                  <a:cubicBezTo>
                    <a:pt x="1323694" y="1667902"/>
                    <a:pt x="1327504" y="1669522"/>
                    <a:pt x="1331409" y="1669617"/>
                  </a:cubicBezTo>
                  <a:cubicBezTo>
                    <a:pt x="1336838" y="1686095"/>
                    <a:pt x="1343410" y="1703240"/>
                    <a:pt x="1351507" y="1720957"/>
                  </a:cubicBezTo>
                  <a:cubicBezTo>
                    <a:pt x="1354460" y="1727434"/>
                    <a:pt x="1357698" y="1733720"/>
                    <a:pt x="1361127" y="1739912"/>
                  </a:cubicBezTo>
                  <a:cubicBezTo>
                    <a:pt x="1361127" y="1739912"/>
                    <a:pt x="1361127" y="1739912"/>
                    <a:pt x="1361127" y="1740007"/>
                  </a:cubicBezTo>
                  <a:cubicBezTo>
                    <a:pt x="1361127" y="1740007"/>
                    <a:pt x="1361127" y="1740007"/>
                    <a:pt x="1361127" y="1740007"/>
                  </a:cubicBezTo>
                  <a:cubicBezTo>
                    <a:pt x="1362651" y="1742769"/>
                    <a:pt x="1364175" y="1745531"/>
                    <a:pt x="1365699" y="1748198"/>
                  </a:cubicBezTo>
                  <a:cubicBezTo>
                    <a:pt x="1364842" y="1748579"/>
                    <a:pt x="1364080" y="1749056"/>
                    <a:pt x="1363318" y="1749627"/>
                  </a:cubicBezTo>
                  <a:cubicBezTo>
                    <a:pt x="1355698" y="1755247"/>
                    <a:pt x="1353983" y="1766391"/>
                    <a:pt x="1359698" y="1774392"/>
                  </a:cubicBezTo>
                  <a:cubicBezTo>
                    <a:pt x="1361794" y="1777440"/>
                    <a:pt x="1364746" y="1779535"/>
                    <a:pt x="1367890" y="1780679"/>
                  </a:cubicBezTo>
                  <a:cubicBezTo>
                    <a:pt x="1373224" y="1782583"/>
                    <a:pt x="1379510" y="1781917"/>
                    <a:pt x="1384559" y="1778297"/>
                  </a:cubicBezTo>
                  <a:cubicBezTo>
                    <a:pt x="1385035" y="1778012"/>
                    <a:pt x="1385320" y="1777631"/>
                    <a:pt x="1385702" y="1777250"/>
                  </a:cubicBezTo>
                  <a:cubicBezTo>
                    <a:pt x="1395608" y="1789727"/>
                    <a:pt x="1406561" y="1801252"/>
                    <a:pt x="1418658" y="1811254"/>
                  </a:cubicBezTo>
                  <a:cubicBezTo>
                    <a:pt x="1427993" y="1819064"/>
                    <a:pt x="1438089" y="1825922"/>
                    <a:pt x="1448757" y="1832209"/>
                  </a:cubicBezTo>
                  <a:cubicBezTo>
                    <a:pt x="1448662" y="1832304"/>
                    <a:pt x="1448567" y="1832304"/>
                    <a:pt x="1448471" y="1832399"/>
                  </a:cubicBezTo>
                  <a:cubicBezTo>
                    <a:pt x="1439994" y="1838972"/>
                    <a:pt x="1437994" y="1850592"/>
                    <a:pt x="1444280" y="1858212"/>
                  </a:cubicBezTo>
                  <a:cubicBezTo>
                    <a:pt x="1450567" y="1865832"/>
                    <a:pt x="1463044" y="1866404"/>
                    <a:pt x="1471903" y="1859546"/>
                  </a:cubicBezTo>
                  <a:cubicBezTo>
                    <a:pt x="1473332" y="1858498"/>
                    <a:pt x="1474475" y="1857259"/>
                    <a:pt x="1475522" y="1856021"/>
                  </a:cubicBezTo>
                  <a:cubicBezTo>
                    <a:pt x="1475618" y="1855926"/>
                    <a:pt x="1475618" y="1855926"/>
                    <a:pt x="1475713" y="1855831"/>
                  </a:cubicBezTo>
                  <a:cubicBezTo>
                    <a:pt x="1476665" y="1854688"/>
                    <a:pt x="1477427" y="1853354"/>
                    <a:pt x="1477999" y="1852116"/>
                  </a:cubicBezTo>
                  <a:cubicBezTo>
                    <a:pt x="1477999" y="1852021"/>
                    <a:pt x="1478094" y="1852021"/>
                    <a:pt x="1478094" y="1851925"/>
                  </a:cubicBezTo>
                  <a:cubicBezTo>
                    <a:pt x="1478094" y="1851925"/>
                    <a:pt x="1478094" y="1851925"/>
                    <a:pt x="1478094" y="1851925"/>
                  </a:cubicBezTo>
                  <a:cubicBezTo>
                    <a:pt x="1478761" y="1850401"/>
                    <a:pt x="1479237" y="1848973"/>
                    <a:pt x="1479523" y="1847354"/>
                  </a:cubicBezTo>
                  <a:cubicBezTo>
                    <a:pt x="1486476" y="1850021"/>
                    <a:pt x="1493620" y="1852307"/>
                    <a:pt x="1500859" y="1854307"/>
                  </a:cubicBezTo>
                  <a:cubicBezTo>
                    <a:pt x="1500287" y="1854974"/>
                    <a:pt x="1499811" y="1855640"/>
                    <a:pt x="1499335" y="1856307"/>
                  </a:cubicBezTo>
                  <a:cubicBezTo>
                    <a:pt x="1498001" y="1858498"/>
                    <a:pt x="1496953" y="1860879"/>
                    <a:pt x="1496477" y="1863546"/>
                  </a:cubicBezTo>
                  <a:cubicBezTo>
                    <a:pt x="1496477" y="1863546"/>
                    <a:pt x="1496477" y="1863546"/>
                    <a:pt x="1496477" y="1863546"/>
                  </a:cubicBezTo>
                  <a:cubicBezTo>
                    <a:pt x="1496192" y="1865070"/>
                    <a:pt x="1496192" y="1866594"/>
                    <a:pt x="1496287" y="1868118"/>
                  </a:cubicBezTo>
                  <a:cubicBezTo>
                    <a:pt x="1496287" y="1868308"/>
                    <a:pt x="1496287" y="1868404"/>
                    <a:pt x="1496382" y="1868594"/>
                  </a:cubicBezTo>
                  <a:cubicBezTo>
                    <a:pt x="1496953" y="1873738"/>
                    <a:pt x="1499811" y="1878024"/>
                    <a:pt x="1504288" y="1880500"/>
                  </a:cubicBezTo>
                  <a:cubicBezTo>
                    <a:pt x="1481047" y="1907456"/>
                    <a:pt x="1450091" y="1930126"/>
                    <a:pt x="1413610" y="1945556"/>
                  </a:cubicBezTo>
                  <a:cubicBezTo>
                    <a:pt x="1399989" y="1951271"/>
                    <a:pt x="1386083" y="1955462"/>
                    <a:pt x="1372176" y="1958510"/>
                  </a:cubicBezTo>
                  <a:cubicBezTo>
                    <a:pt x="1372747" y="1953843"/>
                    <a:pt x="1371319" y="1949176"/>
                    <a:pt x="1367699" y="1945556"/>
                  </a:cubicBezTo>
                  <a:cubicBezTo>
                    <a:pt x="1361699" y="1939651"/>
                    <a:pt x="1351888" y="1938603"/>
                    <a:pt x="1343601" y="1942127"/>
                  </a:cubicBezTo>
                  <a:cubicBezTo>
                    <a:pt x="1343410" y="1942223"/>
                    <a:pt x="1343125" y="1942318"/>
                    <a:pt x="1342934" y="1942413"/>
                  </a:cubicBezTo>
                  <a:cubicBezTo>
                    <a:pt x="1341410" y="1943175"/>
                    <a:pt x="1339886" y="1944032"/>
                    <a:pt x="1338458" y="1945080"/>
                  </a:cubicBezTo>
                  <a:cubicBezTo>
                    <a:pt x="1331980" y="1950033"/>
                    <a:pt x="1329218" y="1957463"/>
                    <a:pt x="1330742" y="1963940"/>
                  </a:cubicBezTo>
                  <a:cubicBezTo>
                    <a:pt x="1318455" y="1964511"/>
                    <a:pt x="1306358" y="1964130"/>
                    <a:pt x="1294643" y="1962892"/>
                  </a:cubicBezTo>
                  <a:cubicBezTo>
                    <a:pt x="1293500" y="1962797"/>
                    <a:pt x="1292261" y="1962606"/>
                    <a:pt x="1291118" y="1962511"/>
                  </a:cubicBezTo>
                  <a:cubicBezTo>
                    <a:pt x="1286260" y="1961939"/>
                    <a:pt x="1281498" y="1961273"/>
                    <a:pt x="1276831" y="1960320"/>
                  </a:cubicBezTo>
                  <a:cubicBezTo>
                    <a:pt x="1280736" y="1954415"/>
                    <a:pt x="1284260" y="1948509"/>
                    <a:pt x="1287689" y="1942413"/>
                  </a:cubicBezTo>
                  <a:cubicBezTo>
                    <a:pt x="1292357" y="1945175"/>
                    <a:pt x="1298452" y="1946128"/>
                    <a:pt x="1304644" y="1944318"/>
                  </a:cubicBezTo>
                  <a:cubicBezTo>
                    <a:pt x="1313788" y="1941842"/>
                    <a:pt x="1319693" y="1934222"/>
                    <a:pt x="1319788" y="1926316"/>
                  </a:cubicBezTo>
                  <a:cubicBezTo>
                    <a:pt x="1319788" y="1926221"/>
                    <a:pt x="1319788" y="1926030"/>
                    <a:pt x="1319788" y="1925935"/>
                  </a:cubicBezTo>
                  <a:cubicBezTo>
                    <a:pt x="1319788" y="1924411"/>
                    <a:pt x="1319598" y="1922887"/>
                    <a:pt x="1319122" y="1921458"/>
                  </a:cubicBezTo>
                  <a:cubicBezTo>
                    <a:pt x="1319122" y="1921458"/>
                    <a:pt x="1319122" y="1921458"/>
                    <a:pt x="1319122" y="1921458"/>
                  </a:cubicBezTo>
                  <a:cubicBezTo>
                    <a:pt x="1316931" y="1914600"/>
                    <a:pt x="1310454" y="1910218"/>
                    <a:pt x="1302929" y="1909552"/>
                  </a:cubicBezTo>
                  <a:cubicBezTo>
                    <a:pt x="1303025" y="1909361"/>
                    <a:pt x="1303120" y="1909171"/>
                    <a:pt x="1303120" y="1908980"/>
                  </a:cubicBezTo>
                  <a:cubicBezTo>
                    <a:pt x="1309597" y="1891359"/>
                    <a:pt x="1313407" y="1872595"/>
                    <a:pt x="1315121" y="1854212"/>
                  </a:cubicBezTo>
                  <a:cubicBezTo>
                    <a:pt x="1316074" y="1843829"/>
                    <a:pt x="1316169" y="1833352"/>
                    <a:pt x="1315693" y="1822970"/>
                  </a:cubicBezTo>
                  <a:cubicBezTo>
                    <a:pt x="1323218" y="1820207"/>
                    <a:pt x="1327504" y="1812778"/>
                    <a:pt x="1326932" y="1805253"/>
                  </a:cubicBezTo>
                  <a:cubicBezTo>
                    <a:pt x="1326932" y="1805063"/>
                    <a:pt x="1326932" y="1804872"/>
                    <a:pt x="1326932" y="1804682"/>
                  </a:cubicBezTo>
                  <a:cubicBezTo>
                    <a:pt x="1326742" y="1803253"/>
                    <a:pt x="1326456" y="1801729"/>
                    <a:pt x="1325980" y="1800300"/>
                  </a:cubicBezTo>
                  <a:cubicBezTo>
                    <a:pt x="1323503" y="1793918"/>
                    <a:pt x="1317979" y="1789918"/>
                    <a:pt x="1311692" y="1788965"/>
                  </a:cubicBezTo>
                  <a:cubicBezTo>
                    <a:pt x="1308930" y="1774392"/>
                    <a:pt x="1304929" y="1759819"/>
                    <a:pt x="1299691" y="1745436"/>
                  </a:cubicBezTo>
                  <a:lnTo>
                    <a:pt x="1299691" y="1745436"/>
                  </a:lnTo>
                  <a:lnTo>
                    <a:pt x="1298929" y="1743150"/>
                  </a:lnTo>
                  <a:cubicBezTo>
                    <a:pt x="1293023" y="1727339"/>
                    <a:pt x="1286546" y="1712860"/>
                    <a:pt x="1279784" y="1699430"/>
                  </a:cubicBezTo>
                  <a:cubicBezTo>
                    <a:pt x="1282832" y="1694001"/>
                    <a:pt x="1282546" y="1686762"/>
                    <a:pt x="1279307" y="1680952"/>
                  </a:cubicBezTo>
                  <a:cubicBezTo>
                    <a:pt x="1279212" y="1680761"/>
                    <a:pt x="1279117" y="1680666"/>
                    <a:pt x="1279021" y="1680475"/>
                  </a:cubicBezTo>
                  <a:cubicBezTo>
                    <a:pt x="1278260" y="1679237"/>
                    <a:pt x="1277402" y="1677999"/>
                    <a:pt x="1276450" y="1676951"/>
                  </a:cubicBezTo>
                  <a:cubicBezTo>
                    <a:pt x="1272926" y="1673237"/>
                    <a:pt x="1268449" y="1671427"/>
                    <a:pt x="1264258" y="1671522"/>
                  </a:cubicBezTo>
                  <a:cubicBezTo>
                    <a:pt x="1248827" y="1646185"/>
                    <a:pt x="1232635" y="1626183"/>
                    <a:pt x="1217585" y="1611419"/>
                  </a:cubicBezTo>
                  <a:cubicBezTo>
                    <a:pt x="1203679" y="1597703"/>
                    <a:pt x="1190439" y="1588083"/>
                    <a:pt x="1178057" y="1582749"/>
                  </a:cubicBezTo>
                  <a:cubicBezTo>
                    <a:pt x="1177771" y="1582654"/>
                    <a:pt x="1177485" y="1582558"/>
                    <a:pt x="1177199" y="1582368"/>
                  </a:cubicBezTo>
                  <a:cubicBezTo>
                    <a:pt x="1177294" y="1577701"/>
                    <a:pt x="1176056" y="1572652"/>
                    <a:pt x="1173389" y="1568366"/>
                  </a:cubicBezTo>
                  <a:cubicBezTo>
                    <a:pt x="1169960" y="1563032"/>
                    <a:pt x="1165484" y="1560460"/>
                    <a:pt x="1161388" y="1560937"/>
                  </a:cubicBezTo>
                  <a:lnTo>
                    <a:pt x="1161388" y="1560937"/>
                  </a:lnTo>
                  <a:cubicBezTo>
                    <a:pt x="1161388" y="1560937"/>
                    <a:pt x="1161388" y="1560937"/>
                    <a:pt x="1161388" y="1560937"/>
                  </a:cubicBezTo>
                  <a:cubicBezTo>
                    <a:pt x="1160435" y="1561032"/>
                    <a:pt x="1159578" y="1561318"/>
                    <a:pt x="1158721" y="1561794"/>
                  </a:cubicBezTo>
                  <a:cubicBezTo>
                    <a:pt x="1158626" y="1561889"/>
                    <a:pt x="1158530" y="1561889"/>
                    <a:pt x="1158340" y="1561984"/>
                  </a:cubicBezTo>
                  <a:cubicBezTo>
                    <a:pt x="1157483" y="1562461"/>
                    <a:pt x="1156625" y="1563127"/>
                    <a:pt x="1155959" y="1563985"/>
                  </a:cubicBezTo>
                  <a:cubicBezTo>
                    <a:pt x="1153387" y="1567033"/>
                    <a:pt x="1152244" y="1571605"/>
                    <a:pt x="1152434" y="1576463"/>
                  </a:cubicBezTo>
                  <a:cubicBezTo>
                    <a:pt x="1149291" y="1576463"/>
                    <a:pt x="1146052" y="1576653"/>
                    <a:pt x="1143004" y="1577129"/>
                  </a:cubicBezTo>
                  <a:cubicBezTo>
                    <a:pt x="1131098" y="1579225"/>
                    <a:pt x="1120811" y="1586368"/>
                    <a:pt x="1111382" y="1596751"/>
                  </a:cubicBezTo>
                  <a:cubicBezTo>
                    <a:pt x="1106714" y="1602085"/>
                    <a:pt x="1102333" y="1608562"/>
                    <a:pt x="1098237" y="1616182"/>
                  </a:cubicBezTo>
                  <a:cubicBezTo>
                    <a:pt x="1094141" y="1623421"/>
                    <a:pt x="1090331" y="1631708"/>
                    <a:pt x="1086807" y="1641042"/>
                  </a:cubicBezTo>
                  <a:cubicBezTo>
                    <a:pt x="1080520" y="1657711"/>
                    <a:pt x="1075568" y="1677618"/>
                    <a:pt x="1072043" y="1699621"/>
                  </a:cubicBezTo>
                  <a:cubicBezTo>
                    <a:pt x="1064900" y="1699907"/>
                    <a:pt x="1058803" y="1706288"/>
                    <a:pt x="1058042" y="1715337"/>
                  </a:cubicBezTo>
                  <a:cubicBezTo>
                    <a:pt x="1057279" y="1723624"/>
                    <a:pt x="1061566" y="1731053"/>
                    <a:pt x="1067947" y="1733911"/>
                  </a:cubicBezTo>
                  <a:cubicBezTo>
                    <a:pt x="1066614" y="1751246"/>
                    <a:pt x="1066043" y="1769534"/>
                    <a:pt x="1066804" y="1788965"/>
                  </a:cubicBezTo>
                  <a:cubicBezTo>
                    <a:pt x="1067090" y="1796109"/>
                    <a:pt x="1067662" y="1803158"/>
                    <a:pt x="1068424" y="1810206"/>
                  </a:cubicBezTo>
                  <a:cubicBezTo>
                    <a:pt x="1068424" y="1810206"/>
                    <a:pt x="1068424" y="1810301"/>
                    <a:pt x="1068424" y="1810301"/>
                  </a:cubicBezTo>
                  <a:cubicBezTo>
                    <a:pt x="1068424" y="1810301"/>
                    <a:pt x="1068424" y="1810301"/>
                    <a:pt x="1068424" y="1810301"/>
                  </a:cubicBezTo>
                  <a:cubicBezTo>
                    <a:pt x="1068805" y="1813445"/>
                    <a:pt x="1069091" y="1816588"/>
                    <a:pt x="1069567" y="1819636"/>
                  </a:cubicBezTo>
                  <a:cubicBezTo>
                    <a:pt x="1068614" y="1819731"/>
                    <a:pt x="1067757" y="1819731"/>
                    <a:pt x="1066804" y="1820017"/>
                  </a:cubicBezTo>
                  <a:cubicBezTo>
                    <a:pt x="1057660" y="1822303"/>
                    <a:pt x="1051755" y="1831828"/>
                    <a:pt x="1053946" y="1841448"/>
                  </a:cubicBezTo>
                  <a:cubicBezTo>
                    <a:pt x="1056041" y="1851068"/>
                    <a:pt x="1065757" y="1856974"/>
                    <a:pt x="1075377" y="1854688"/>
                  </a:cubicBezTo>
                  <a:cubicBezTo>
                    <a:pt x="1075853" y="1854592"/>
                    <a:pt x="1076329" y="1854307"/>
                    <a:pt x="1076806" y="1854212"/>
                  </a:cubicBezTo>
                  <a:cubicBezTo>
                    <a:pt x="1081187" y="1869547"/>
                    <a:pt x="1086807" y="1884310"/>
                    <a:pt x="1094141" y="1898122"/>
                  </a:cubicBezTo>
                  <a:cubicBezTo>
                    <a:pt x="1099761" y="1908885"/>
                    <a:pt x="1106428" y="1919172"/>
                    <a:pt x="1113858" y="1929078"/>
                  </a:cubicBezTo>
                  <a:cubicBezTo>
                    <a:pt x="1113763" y="1929078"/>
                    <a:pt x="1113668" y="1929078"/>
                    <a:pt x="1113572" y="1929173"/>
                  </a:cubicBezTo>
                  <a:cubicBezTo>
                    <a:pt x="1108429" y="1930602"/>
                    <a:pt x="1104238" y="1933745"/>
                    <a:pt x="1101761" y="1937746"/>
                  </a:cubicBezTo>
                  <a:cubicBezTo>
                    <a:pt x="1101094" y="1938793"/>
                    <a:pt x="1100618" y="1939841"/>
                    <a:pt x="1100237" y="1940889"/>
                  </a:cubicBezTo>
                  <a:cubicBezTo>
                    <a:pt x="1099380" y="1943080"/>
                    <a:pt x="1099094" y="1945366"/>
                    <a:pt x="1099189" y="1947747"/>
                  </a:cubicBezTo>
                  <a:cubicBezTo>
                    <a:pt x="1099285" y="1948890"/>
                    <a:pt x="1099475" y="1950128"/>
                    <a:pt x="1099856" y="1951271"/>
                  </a:cubicBezTo>
                  <a:cubicBezTo>
                    <a:pt x="1102714" y="1960701"/>
                    <a:pt x="1113953" y="1966035"/>
                    <a:pt x="1124812" y="1963177"/>
                  </a:cubicBezTo>
                  <a:cubicBezTo>
                    <a:pt x="1126526" y="1962797"/>
                    <a:pt x="1128050" y="1962130"/>
                    <a:pt x="1129479" y="1961368"/>
                  </a:cubicBezTo>
                  <a:cubicBezTo>
                    <a:pt x="1129574" y="1961273"/>
                    <a:pt x="1129669" y="1961273"/>
                    <a:pt x="1129765" y="1961177"/>
                  </a:cubicBezTo>
                  <a:cubicBezTo>
                    <a:pt x="1131098" y="1960415"/>
                    <a:pt x="1132241" y="1959558"/>
                    <a:pt x="1133384" y="1958606"/>
                  </a:cubicBezTo>
                  <a:cubicBezTo>
                    <a:pt x="1133384" y="1958606"/>
                    <a:pt x="1133479" y="1958606"/>
                    <a:pt x="1133479" y="1958510"/>
                  </a:cubicBezTo>
                  <a:cubicBezTo>
                    <a:pt x="1133479" y="1958510"/>
                    <a:pt x="1133479" y="1958510"/>
                    <a:pt x="1133479" y="1958510"/>
                  </a:cubicBezTo>
                  <a:cubicBezTo>
                    <a:pt x="1134622" y="1957367"/>
                    <a:pt x="1135670" y="1956224"/>
                    <a:pt x="1136527" y="1954891"/>
                  </a:cubicBezTo>
                  <a:cubicBezTo>
                    <a:pt x="1141861" y="1960034"/>
                    <a:pt x="1147577" y="1964892"/>
                    <a:pt x="1153577" y="1969464"/>
                  </a:cubicBezTo>
                  <a:cubicBezTo>
                    <a:pt x="1150529" y="1971083"/>
                    <a:pt x="1147862" y="1973369"/>
                    <a:pt x="1145957" y="1976322"/>
                  </a:cubicBezTo>
                  <a:cubicBezTo>
                    <a:pt x="1145100" y="1977656"/>
                    <a:pt x="1144528" y="1979084"/>
                    <a:pt x="1144052" y="1980513"/>
                  </a:cubicBezTo>
                  <a:cubicBezTo>
                    <a:pt x="1144052" y="1980704"/>
                    <a:pt x="1143957" y="1980799"/>
                    <a:pt x="1143957" y="1980989"/>
                  </a:cubicBezTo>
                  <a:cubicBezTo>
                    <a:pt x="1142528" y="1985942"/>
                    <a:pt x="1143481" y="1990991"/>
                    <a:pt x="1146719" y="1994991"/>
                  </a:cubicBezTo>
                  <a:cubicBezTo>
                    <a:pt x="1114906" y="2010898"/>
                    <a:pt x="1077758" y="2019947"/>
                    <a:pt x="1038420" y="2020327"/>
                  </a:cubicBezTo>
                  <a:cubicBezTo>
                    <a:pt x="1023751" y="2020137"/>
                    <a:pt x="1009369" y="2018708"/>
                    <a:pt x="995367" y="2016232"/>
                  </a:cubicBezTo>
                  <a:cubicBezTo>
                    <a:pt x="997653" y="2012136"/>
                    <a:pt x="998129" y="2007183"/>
                    <a:pt x="996129" y="2002611"/>
                  </a:cubicBezTo>
                  <a:cubicBezTo>
                    <a:pt x="993462" y="1996515"/>
                    <a:pt x="987176" y="1992229"/>
                    <a:pt x="980127" y="1990800"/>
                  </a:cubicBezTo>
                  <a:cubicBezTo>
                    <a:pt x="980127" y="1990800"/>
                    <a:pt x="980127" y="1990800"/>
                    <a:pt x="980127" y="1990800"/>
                  </a:cubicBezTo>
                  <a:cubicBezTo>
                    <a:pt x="980127" y="1990800"/>
                    <a:pt x="980127" y="1990800"/>
                    <a:pt x="980032" y="1990800"/>
                  </a:cubicBezTo>
                  <a:cubicBezTo>
                    <a:pt x="978508" y="1990514"/>
                    <a:pt x="976888" y="1990324"/>
                    <a:pt x="975269" y="1990419"/>
                  </a:cubicBezTo>
                  <a:cubicBezTo>
                    <a:pt x="974984" y="1990419"/>
                    <a:pt x="974698" y="1990419"/>
                    <a:pt x="974507" y="1990419"/>
                  </a:cubicBezTo>
                  <a:cubicBezTo>
                    <a:pt x="972793" y="1990514"/>
                    <a:pt x="971078" y="1990705"/>
                    <a:pt x="969364" y="1991086"/>
                  </a:cubicBezTo>
                  <a:cubicBezTo>
                    <a:pt x="961458" y="1993181"/>
                    <a:pt x="956029" y="1998992"/>
                    <a:pt x="955076" y="2005659"/>
                  </a:cubicBezTo>
                  <a:cubicBezTo>
                    <a:pt x="943932" y="2001658"/>
                    <a:pt x="933264" y="1996896"/>
                    <a:pt x="923263" y="1991467"/>
                  </a:cubicBezTo>
                  <a:cubicBezTo>
                    <a:pt x="921453" y="1990419"/>
                    <a:pt x="919548" y="1989371"/>
                    <a:pt x="917738" y="1988324"/>
                  </a:cubicBezTo>
                  <a:cubicBezTo>
                    <a:pt x="914024" y="1986133"/>
                    <a:pt x="910309" y="1983942"/>
                    <a:pt x="906784" y="1981561"/>
                  </a:cubicBezTo>
                  <a:cubicBezTo>
                    <a:pt x="912690" y="1977656"/>
                    <a:pt x="918214" y="1973560"/>
                    <a:pt x="923549" y="1969274"/>
                  </a:cubicBezTo>
                  <a:cubicBezTo>
                    <a:pt x="926787" y="1973655"/>
                    <a:pt x="932121" y="1976893"/>
                    <a:pt x="938503" y="1977656"/>
                  </a:cubicBezTo>
                  <a:cubicBezTo>
                    <a:pt x="946123" y="1978513"/>
                    <a:pt x="953076" y="1975370"/>
                    <a:pt x="957076" y="1970226"/>
                  </a:cubicBezTo>
                  <a:cubicBezTo>
                    <a:pt x="957076" y="1970226"/>
                    <a:pt x="957076" y="1970226"/>
                    <a:pt x="957076" y="1970226"/>
                  </a:cubicBezTo>
                  <a:cubicBezTo>
                    <a:pt x="957076" y="1970226"/>
                    <a:pt x="957076" y="1970226"/>
                    <a:pt x="957076" y="1970226"/>
                  </a:cubicBezTo>
                  <a:cubicBezTo>
                    <a:pt x="957934" y="1969083"/>
                    <a:pt x="958696" y="1967845"/>
                    <a:pt x="959267" y="1966511"/>
                  </a:cubicBezTo>
                  <a:cubicBezTo>
                    <a:pt x="959362" y="1966321"/>
                    <a:pt x="959458" y="1966130"/>
                    <a:pt x="959553" y="1965940"/>
                  </a:cubicBezTo>
                  <a:cubicBezTo>
                    <a:pt x="960125" y="1964511"/>
                    <a:pt x="960505" y="1963082"/>
                    <a:pt x="960601" y="1961558"/>
                  </a:cubicBezTo>
                  <a:cubicBezTo>
                    <a:pt x="961172" y="1954319"/>
                    <a:pt x="956886" y="1947842"/>
                    <a:pt x="950218" y="1944508"/>
                  </a:cubicBezTo>
                  <a:cubicBezTo>
                    <a:pt x="950314" y="1944318"/>
                    <a:pt x="950504" y="1944223"/>
                    <a:pt x="950600" y="1944127"/>
                  </a:cubicBezTo>
                  <a:cubicBezTo>
                    <a:pt x="963268" y="1929935"/>
                    <a:pt x="973936" y="1914505"/>
                    <a:pt x="982508" y="1898122"/>
                  </a:cubicBezTo>
                  <a:cubicBezTo>
                    <a:pt x="987366" y="1888978"/>
                    <a:pt x="991462" y="1879358"/>
                    <a:pt x="994986" y="1869547"/>
                  </a:cubicBezTo>
                  <a:cubicBezTo>
                    <a:pt x="1001463" y="1869547"/>
                    <a:pt x="1007178" y="1866213"/>
                    <a:pt x="1010417" y="1861070"/>
                  </a:cubicBezTo>
                  <a:cubicBezTo>
                    <a:pt x="1010417" y="1861070"/>
                    <a:pt x="1010417" y="1861070"/>
                    <a:pt x="1010417" y="1861070"/>
                  </a:cubicBezTo>
                  <a:cubicBezTo>
                    <a:pt x="1010417" y="1861070"/>
                    <a:pt x="1010417" y="1861070"/>
                    <a:pt x="1010417" y="1861070"/>
                  </a:cubicBezTo>
                  <a:cubicBezTo>
                    <a:pt x="1011178" y="1859926"/>
                    <a:pt x="1011750" y="1858593"/>
                    <a:pt x="1012226" y="1857259"/>
                  </a:cubicBezTo>
                  <a:cubicBezTo>
                    <a:pt x="1012321" y="1857069"/>
                    <a:pt x="1012321" y="1856879"/>
                    <a:pt x="1012417" y="1856783"/>
                  </a:cubicBezTo>
                  <a:cubicBezTo>
                    <a:pt x="1012798" y="1855355"/>
                    <a:pt x="1013179" y="1853926"/>
                    <a:pt x="1013179" y="1852402"/>
                  </a:cubicBezTo>
                  <a:cubicBezTo>
                    <a:pt x="1013369" y="1845544"/>
                    <a:pt x="1009750" y="1839638"/>
                    <a:pt x="1004320" y="1836495"/>
                  </a:cubicBezTo>
                  <a:cubicBezTo>
                    <a:pt x="1007464" y="1821160"/>
                    <a:pt x="1009464" y="1805253"/>
                    <a:pt x="1010035" y="1789156"/>
                  </a:cubicBezTo>
                  <a:cubicBezTo>
                    <a:pt x="1010702" y="1772201"/>
                    <a:pt x="1010226" y="1756390"/>
                    <a:pt x="1009083" y="1741435"/>
                  </a:cubicBezTo>
                  <a:cubicBezTo>
                    <a:pt x="1014036" y="1737530"/>
                    <a:pt x="1016417" y="1730767"/>
                    <a:pt x="1015655" y="1724195"/>
                  </a:cubicBezTo>
                  <a:cubicBezTo>
                    <a:pt x="1015655" y="1724005"/>
                    <a:pt x="1015655" y="1723814"/>
                    <a:pt x="1015560" y="1723624"/>
                  </a:cubicBezTo>
                  <a:cubicBezTo>
                    <a:pt x="1015369" y="1722195"/>
                    <a:pt x="1015084" y="1720766"/>
                    <a:pt x="1014512" y="1719338"/>
                  </a:cubicBezTo>
                  <a:cubicBezTo>
                    <a:pt x="1012607" y="1714480"/>
                    <a:pt x="1009178" y="1711146"/>
                    <a:pt x="1005178" y="1709813"/>
                  </a:cubicBezTo>
                  <a:cubicBezTo>
                    <a:pt x="1004701" y="1706955"/>
                    <a:pt x="1004320" y="1704002"/>
                    <a:pt x="1003844" y="1701240"/>
                  </a:cubicBezTo>
                  <a:cubicBezTo>
                    <a:pt x="999177" y="1675618"/>
                    <a:pt x="992605" y="1653806"/>
                    <a:pt x="984889" y="1636280"/>
                  </a:cubicBezTo>
                  <a:cubicBezTo>
                    <a:pt x="976984" y="1618277"/>
                    <a:pt x="968221" y="1604180"/>
                    <a:pt x="958601" y="1594084"/>
                  </a:cubicBezTo>
                  <a:cubicBezTo>
                    <a:pt x="960505" y="1589798"/>
                    <a:pt x="961172" y="1584559"/>
                    <a:pt x="960315" y="1579701"/>
                  </a:cubicBezTo>
                  <a:cubicBezTo>
                    <a:pt x="959172" y="1573700"/>
                    <a:pt x="955934" y="1569605"/>
                    <a:pt x="952028" y="1568557"/>
                  </a:cubicBezTo>
                  <a:cubicBezTo>
                    <a:pt x="952028" y="1568557"/>
                    <a:pt x="952028" y="1568557"/>
                    <a:pt x="952028" y="1568557"/>
                  </a:cubicBezTo>
                  <a:cubicBezTo>
                    <a:pt x="952028" y="1568557"/>
                    <a:pt x="951933" y="1568557"/>
                    <a:pt x="951933" y="1568557"/>
                  </a:cubicBezTo>
                  <a:cubicBezTo>
                    <a:pt x="951076" y="1568366"/>
                    <a:pt x="950314" y="1568271"/>
                    <a:pt x="949361" y="1568271"/>
                  </a:cubicBezTo>
                  <a:cubicBezTo>
                    <a:pt x="949171" y="1568271"/>
                    <a:pt x="948980" y="1568271"/>
                    <a:pt x="948790" y="1568271"/>
                  </a:cubicBezTo>
                  <a:cubicBezTo>
                    <a:pt x="947837" y="1568366"/>
                    <a:pt x="946885" y="1568652"/>
                    <a:pt x="945837" y="1569128"/>
                  </a:cubicBezTo>
                  <a:cubicBezTo>
                    <a:pt x="942313" y="1570843"/>
                    <a:pt x="939455" y="1574653"/>
                    <a:pt x="937741" y="1579225"/>
                  </a:cubicBezTo>
                  <a:cubicBezTo>
                    <a:pt x="934788" y="1577987"/>
                    <a:pt x="931835" y="1577034"/>
                    <a:pt x="928787" y="1576463"/>
                  </a:cubicBezTo>
                  <a:cubicBezTo>
                    <a:pt x="905356" y="1571319"/>
                    <a:pt x="879829" y="1585130"/>
                    <a:pt x="852683" y="1614086"/>
                  </a:cubicBezTo>
                  <a:cubicBezTo>
                    <a:pt x="840681" y="1627040"/>
                    <a:pt x="828489" y="1643423"/>
                    <a:pt x="816773" y="1662473"/>
                  </a:cubicBezTo>
                  <a:cubicBezTo>
                    <a:pt x="816487" y="1662378"/>
                    <a:pt x="816202" y="1662188"/>
                    <a:pt x="815821" y="1662092"/>
                  </a:cubicBezTo>
                  <a:cubicBezTo>
                    <a:pt x="814868" y="1661902"/>
                    <a:pt x="813916" y="1661711"/>
                    <a:pt x="812963" y="1661711"/>
                  </a:cubicBezTo>
                  <a:cubicBezTo>
                    <a:pt x="810106" y="1661616"/>
                    <a:pt x="807153" y="1662568"/>
                    <a:pt x="804486" y="1664188"/>
                  </a:cubicBezTo>
                  <a:cubicBezTo>
                    <a:pt x="801819" y="1665807"/>
                    <a:pt x="799533" y="1668474"/>
                    <a:pt x="797818" y="1671713"/>
                  </a:cubicBezTo>
                  <a:cubicBezTo>
                    <a:pt x="794485" y="1678190"/>
                    <a:pt x="794770" y="1685905"/>
                    <a:pt x="798295" y="1690953"/>
                  </a:cubicBezTo>
                  <a:cubicBezTo>
                    <a:pt x="798771" y="1691620"/>
                    <a:pt x="799247" y="1692096"/>
                    <a:pt x="799819" y="1692667"/>
                  </a:cubicBezTo>
                  <a:cubicBezTo>
                    <a:pt x="791913" y="1708193"/>
                    <a:pt x="784484" y="1724957"/>
                    <a:pt x="777626" y="1743150"/>
                  </a:cubicBezTo>
                  <a:cubicBezTo>
                    <a:pt x="774006" y="1752866"/>
                    <a:pt x="770958" y="1762581"/>
                    <a:pt x="768482" y="1772392"/>
                  </a:cubicBezTo>
                  <a:cubicBezTo>
                    <a:pt x="767624" y="1772106"/>
                    <a:pt x="766767" y="1771820"/>
                    <a:pt x="765814" y="1771725"/>
                  </a:cubicBezTo>
                  <a:cubicBezTo>
                    <a:pt x="756480" y="1770201"/>
                    <a:pt x="747431" y="1776773"/>
                    <a:pt x="745717" y="1786489"/>
                  </a:cubicBezTo>
                  <a:cubicBezTo>
                    <a:pt x="744002" y="1796109"/>
                    <a:pt x="750670" y="1805539"/>
                    <a:pt x="760480" y="1806967"/>
                  </a:cubicBezTo>
                  <a:cubicBezTo>
                    <a:pt x="761052" y="1807063"/>
                    <a:pt x="761528" y="1806967"/>
                    <a:pt x="762100" y="1806967"/>
                  </a:cubicBezTo>
                  <a:cubicBezTo>
                    <a:pt x="760290" y="1822684"/>
                    <a:pt x="759909" y="1838495"/>
                    <a:pt x="761338" y="1854212"/>
                  </a:cubicBezTo>
                  <a:cubicBezTo>
                    <a:pt x="762481" y="1866308"/>
                    <a:pt x="764576" y="1878500"/>
                    <a:pt x="767719" y="1890502"/>
                  </a:cubicBezTo>
                  <a:cubicBezTo>
                    <a:pt x="767624" y="1890502"/>
                    <a:pt x="767529" y="1890407"/>
                    <a:pt x="767434" y="1890407"/>
                  </a:cubicBezTo>
                  <a:cubicBezTo>
                    <a:pt x="756766" y="1888978"/>
                    <a:pt x="747241" y="1895645"/>
                    <a:pt x="746288" y="1905551"/>
                  </a:cubicBezTo>
                  <a:cubicBezTo>
                    <a:pt x="745336" y="1915362"/>
                    <a:pt x="753622" y="1924887"/>
                    <a:pt x="764767" y="1926221"/>
                  </a:cubicBezTo>
                  <a:cubicBezTo>
                    <a:pt x="766481" y="1926411"/>
                    <a:pt x="768101" y="1926316"/>
                    <a:pt x="769720" y="1926125"/>
                  </a:cubicBezTo>
                  <a:cubicBezTo>
                    <a:pt x="769910" y="1926125"/>
                    <a:pt x="770101" y="1926030"/>
                    <a:pt x="770196" y="1926030"/>
                  </a:cubicBezTo>
                  <a:cubicBezTo>
                    <a:pt x="771720" y="1925840"/>
                    <a:pt x="773149" y="1925458"/>
                    <a:pt x="774577" y="1924887"/>
                  </a:cubicBezTo>
                  <a:cubicBezTo>
                    <a:pt x="774577" y="1924887"/>
                    <a:pt x="774577" y="1924887"/>
                    <a:pt x="774577" y="1924887"/>
                  </a:cubicBezTo>
                  <a:lnTo>
                    <a:pt x="774577" y="1924887"/>
                  </a:lnTo>
                  <a:cubicBezTo>
                    <a:pt x="776101" y="1924316"/>
                    <a:pt x="777530" y="1923554"/>
                    <a:pt x="778768" y="1922696"/>
                  </a:cubicBezTo>
                  <a:cubicBezTo>
                    <a:pt x="781721" y="1929459"/>
                    <a:pt x="785245" y="1936222"/>
                    <a:pt x="788960" y="1942889"/>
                  </a:cubicBezTo>
                  <a:cubicBezTo>
                    <a:pt x="785531" y="1943175"/>
                    <a:pt x="782197" y="1944223"/>
                    <a:pt x="779340" y="1946223"/>
                  </a:cubicBezTo>
                  <a:cubicBezTo>
                    <a:pt x="778007" y="1947080"/>
                    <a:pt x="776959" y="1948223"/>
                    <a:pt x="776006" y="1949271"/>
                  </a:cubicBezTo>
                  <a:cubicBezTo>
                    <a:pt x="775911" y="1949366"/>
                    <a:pt x="775816" y="1949557"/>
                    <a:pt x="775720" y="1949652"/>
                  </a:cubicBezTo>
                  <a:cubicBezTo>
                    <a:pt x="772482" y="1953652"/>
                    <a:pt x="771529" y="1958701"/>
                    <a:pt x="772863" y="1963654"/>
                  </a:cubicBezTo>
                  <a:cubicBezTo>
                    <a:pt x="737335" y="1966130"/>
                    <a:pt x="699235" y="1960892"/>
                    <a:pt x="662754" y="1945556"/>
                  </a:cubicBezTo>
                  <a:cubicBezTo>
                    <a:pt x="649133" y="1939746"/>
                    <a:pt x="636370" y="1932888"/>
                    <a:pt x="624368" y="1925268"/>
                  </a:cubicBezTo>
                  <a:cubicBezTo>
                    <a:pt x="628083" y="1922315"/>
                    <a:pt x="630369" y="1918029"/>
                    <a:pt x="630274" y="1912981"/>
                  </a:cubicBezTo>
                  <a:cubicBezTo>
                    <a:pt x="630178" y="1907933"/>
                    <a:pt x="627893" y="1903170"/>
                    <a:pt x="624178" y="1899455"/>
                  </a:cubicBezTo>
                  <a:cubicBezTo>
                    <a:pt x="621796" y="1896979"/>
                    <a:pt x="618844" y="1894979"/>
                    <a:pt x="615605" y="1893645"/>
                  </a:cubicBezTo>
                  <a:cubicBezTo>
                    <a:pt x="615415" y="1893550"/>
                    <a:pt x="615224" y="1893455"/>
                    <a:pt x="614938" y="1893359"/>
                  </a:cubicBezTo>
                  <a:cubicBezTo>
                    <a:pt x="613319" y="1892788"/>
                    <a:pt x="611700" y="1892216"/>
                    <a:pt x="609890" y="1892026"/>
                  </a:cubicBezTo>
                  <a:cubicBezTo>
                    <a:pt x="601699" y="1890883"/>
                    <a:pt x="594555" y="1894217"/>
                    <a:pt x="591031" y="1899932"/>
                  </a:cubicBezTo>
                  <a:cubicBezTo>
                    <a:pt x="590078" y="1899074"/>
                    <a:pt x="589030" y="1898217"/>
                    <a:pt x="588078" y="1897360"/>
                  </a:cubicBezTo>
                  <a:cubicBezTo>
                    <a:pt x="587983" y="1897265"/>
                    <a:pt x="587983" y="1897265"/>
                    <a:pt x="587887" y="1897169"/>
                  </a:cubicBezTo>
                  <a:cubicBezTo>
                    <a:pt x="580363" y="1890025"/>
                    <a:pt x="573409" y="1882501"/>
                    <a:pt x="567123" y="1874595"/>
                  </a:cubicBezTo>
                  <a:cubicBezTo>
                    <a:pt x="565789" y="1872881"/>
                    <a:pt x="564456" y="1871166"/>
                    <a:pt x="563122" y="1869356"/>
                  </a:cubicBezTo>
                  <a:cubicBezTo>
                    <a:pt x="560551" y="1865927"/>
                    <a:pt x="557979" y="1862498"/>
                    <a:pt x="555693" y="1858974"/>
                  </a:cubicBezTo>
                  <a:cubicBezTo>
                    <a:pt x="562646" y="1857641"/>
                    <a:pt x="569314" y="1855926"/>
                    <a:pt x="575886" y="1854116"/>
                  </a:cubicBezTo>
                  <a:cubicBezTo>
                    <a:pt x="577219" y="1859450"/>
                    <a:pt x="580839" y="1864403"/>
                    <a:pt x="586459" y="1867642"/>
                  </a:cubicBezTo>
                  <a:cubicBezTo>
                    <a:pt x="593221" y="1871261"/>
                    <a:pt x="600842" y="1871071"/>
                    <a:pt x="606461" y="1867927"/>
                  </a:cubicBezTo>
                  <a:cubicBezTo>
                    <a:pt x="606461" y="1867927"/>
                    <a:pt x="606461" y="1867927"/>
                    <a:pt x="606461" y="1867927"/>
                  </a:cubicBezTo>
                  <a:cubicBezTo>
                    <a:pt x="606461" y="1867927"/>
                    <a:pt x="606461" y="1867927"/>
                    <a:pt x="606461" y="1867927"/>
                  </a:cubicBezTo>
                  <a:cubicBezTo>
                    <a:pt x="607700" y="1867261"/>
                    <a:pt x="608843" y="1866404"/>
                    <a:pt x="609890" y="1865356"/>
                  </a:cubicBezTo>
                  <a:cubicBezTo>
                    <a:pt x="609985" y="1865260"/>
                    <a:pt x="610176" y="1865070"/>
                    <a:pt x="610271" y="1864975"/>
                  </a:cubicBezTo>
                  <a:cubicBezTo>
                    <a:pt x="611319" y="1863927"/>
                    <a:pt x="612271" y="1862689"/>
                    <a:pt x="612938" y="1861355"/>
                  </a:cubicBezTo>
                  <a:cubicBezTo>
                    <a:pt x="614081" y="1859165"/>
                    <a:pt x="614653" y="1856783"/>
                    <a:pt x="614748" y="1854497"/>
                  </a:cubicBezTo>
                  <a:cubicBezTo>
                    <a:pt x="614843" y="1852116"/>
                    <a:pt x="614367" y="1849735"/>
                    <a:pt x="613510" y="1847544"/>
                  </a:cubicBezTo>
                  <a:cubicBezTo>
                    <a:pt x="612652" y="1845449"/>
                    <a:pt x="611509" y="1843448"/>
                    <a:pt x="609890" y="1841639"/>
                  </a:cubicBezTo>
                  <a:cubicBezTo>
                    <a:pt x="610081" y="1841543"/>
                    <a:pt x="610271" y="1841448"/>
                    <a:pt x="610462" y="1841448"/>
                  </a:cubicBezTo>
                  <a:cubicBezTo>
                    <a:pt x="627607" y="1833257"/>
                    <a:pt x="643418" y="1823160"/>
                    <a:pt x="657610" y="1811349"/>
                  </a:cubicBezTo>
                  <a:cubicBezTo>
                    <a:pt x="665611" y="1804682"/>
                    <a:pt x="673041" y="1797442"/>
                    <a:pt x="680089" y="1789632"/>
                  </a:cubicBezTo>
                  <a:cubicBezTo>
                    <a:pt x="686090" y="1792108"/>
                    <a:pt x="692662" y="1791156"/>
                    <a:pt x="697520" y="1787727"/>
                  </a:cubicBezTo>
                  <a:cubicBezTo>
                    <a:pt x="697520" y="1787727"/>
                    <a:pt x="697520" y="1787727"/>
                    <a:pt x="697520" y="1787727"/>
                  </a:cubicBezTo>
                  <a:cubicBezTo>
                    <a:pt x="697520" y="1787727"/>
                    <a:pt x="697520" y="1787727"/>
                    <a:pt x="697520" y="1787727"/>
                  </a:cubicBezTo>
                  <a:cubicBezTo>
                    <a:pt x="698663" y="1786870"/>
                    <a:pt x="699711" y="1786013"/>
                    <a:pt x="700663" y="1784870"/>
                  </a:cubicBezTo>
                  <a:cubicBezTo>
                    <a:pt x="700759" y="1784774"/>
                    <a:pt x="700854" y="1784584"/>
                    <a:pt x="701044" y="1784489"/>
                  </a:cubicBezTo>
                  <a:cubicBezTo>
                    <a:pt x="701997" y="1783346"/>
                    <a:pt x="702854" y="1782107"/>
                    <a:pt x="703426" y="1780679"/>
                  </a:cubicBezTo>
                  <a:cubicBezTo>
                    <a:pt x="703426" y="1780679"/>
                    <a:pt x="703426" y="1780679"/>
                    <a:pt x="703426" y="1780679"/>
                  </a:cubicBezTo>
                  <a:cubicBezTo>
                    <a:pt x="704474" y="1778392"/>
                    <a:pt x="704950" y="1776107"/>
                    <a:pt x="705045" y="1773821"/>
                  </a:cubicBezTo>
                  <a:cubicBezTo>
                    <a:pt x="705140" y="1769725"/>
                    <a:pt x="703807" y="1765820"/>
                    <a:pt x="701426" y="1762581"/>
                  </a:cubicBezTo>
                  <a:cubicBezTo>
                    <a:pt x="709808" y="1750294"/>
                    <a:pt x="717332" y="1737054"/>
                    <a:pt x="723809" y="1723243"/>
                  </a:cubicBezTo>
                  <a:cubicBezTo>
                    <a:pt x="723809" y="1723243"/>
                    <a:pt x="723809" y="1723243"/>
                    <a:pt x="723809" y="1723243"/>
                  </a:cubicBezTo>
                  <a:lnTo>
                    <a:pt x="724857" y="1721052"/>
                  </a:lnTo>
                  <a:cubicBezTo>
                    <a:pt x="731905" y="1705622"/>
                    <a:pt x="737620" y="1690858"/>
                    <a:pt x="742288" y="1676666"/>
                  </a:cubicBezTo>
                  <a:cubicBezTo>
                    <a:pt x="748288" y="1674951"/>
                    <a:pt x="753146" y="1669712"/>
                    <a:pt x="754956" y="1663235"/>
                  </a:cubicBezTo>
                  <a:cubicBezTo>
                    <a:pt x="755051" y="1663045"/>
                    <a:pt x="755051" y="1662854"/>
                    <a:pt x="755146" y="1662759"/>
                  </a:cubicBezTo>
                  <a:cubicBezTo>
                    <a:pt x="755527" y="1661330"/>
                    <a:pt x="755813" y="1659901"/>
                    <a:pt x="755813" y="1658377"/>
                  </a:cubicBezTo>
                  <a:cubicBezTo>
                    <a:pt x="755909" y="1655996"/>
                    <a:pt x="755527" y="1653710"/>
                    <a:pt x="754861" y="1651805"/>
                  </a:cubicBezTo>
                  <a:cubicBezTo>
                    <a:pt x="754194" y="1649805"/>
                    <a:pt x="753146" y="1648186"/>
                    <a:pt x="751813" y="1646757"/>
                  </a:cubicBezTo>
                  <a:cubicBezTo>
                    <a:pt x="751527" y="1646471"/>
                    <a:pt x="751241" y="1646281"/>
                    <a:pt x="750955" y="1645995"/>
                  </a:cubicBezTo>
                  <a:cubicBezTo>
                    <a:pt x="751622" y="1643233"/>
                    <a:pt x="752384" y="1640280"/>
                    <a:pt x="753051" y="1637518"/>
                  </a:cubicBezTo>
                  <a:cubicBezTo>
                    <a:pt x="758480" y="1612276"/>
                    <a:pt x="760861" y="1589417"/>
                    <a:pt x="760576" y="1570271"/>
                  </a:cubicBezTo>
                  <a:cubicBezTo>
                    <a:pt x="760195" y="1550650"/>
                    <a:pt x="757528" y="1534267"/>
                    <a:pt x="752575" y="1521217"/>
                  </a:cubicBezTo>
                  <a:cubicBezTo>
                    <a:pt x="756004" y="1517979"/>
                    <a:pt x="758671" y="1513407"/>
                    <a:pt x="759718" y="1508645"/>
                  </a:cubicBezTo>
                  <a:cubicBezTo>
                    <a:pt x="760957" y="1502644"/>
                    <a:pt x="759528" y="1497691"/>
                    <a:pt x="756385" y="1495119"/>
                  </a:cubicBezTo>
                  <a:cubicBezTo>
                    <a:pt x="756385" y="1495119"/>
                    <a:pt x="756385" y="1495119"/>
                    <a:pt x="756385" y="1495119"/>
                  </a:cubicBezTo>
                  <a:cubicBezTo>
                    <a:pt x="756385" y="1495119"/>
                    <a:pt x="756385" y="1495119"/>
                    <a:pt x="756289" y="1495119"/>
                  </a:cubicBezTo>
                  <a:cubicBezTo>
                    <a:pt x="755623" y="1494548"/>
                    <a:pt x="754861" y="1494167"/>
                    <a:pt x="754003" y="1493881"/>
                  </a:cubicBezTo>
                  <a:cubicBezTo>
                    <a:pt x="753813" y="1493785"/>
                    <a:pt x="753622" y="1493785"/>
                    <a:pt x="753527" y="1493690"/>
                  </a:cubicBezTo>
                  <a:cubicBezTo>
                    <a:pt x="752575" y="1493405"/>
                    <a:pt x="751622" y="1493309"/>
                    <a:pt x="750479" y="1493309"/>
                  </a:cubicBezTo>
                  <a:cubicBezTo>
                    <a:pt x="746574" y="1493595"/>
                    <a:pt x="742478" y="1495976"/>
                    <a:pt x="739144" y="1499500"/>
                  </a:cubicBezTo>
                  <a:cubicBezTo>
                    <a:pt x="736859" y="1497215"/>
                    <a:pt x="734477" y="1495214"/>
                    <a:pt x="731905" y="1493500"/>
                  </a:cubicBezTo>
                  <a:cubicBezTo>
                    <a:pt x="712284" y="1479593"/>
                    <a:pt x="683137" y="1482641"/>
                    <a:pt x="647038" y="1498834"/>
                  </a:cubicBezTo>
                  <a:cubicBezTo>
                    <a:pt x="630845" y="1506168"/>
                    <a:pt x="613414" y="1516646"/>
                    <a:pt x="595222" y="1529790"/>
                  </a:cubicBezTo>
                  <a:cubicBezTo>
                    <a:pt x="589888" y="1525027"/>
                    <a:pt x="581125" y="1525218"/>
                    <a:pt x="574171" y="1531028"/>
                  </a:cubicBezTo>
                  <a:cubicBezTo>
                    <a:pt x="567790" y="1536362"/>
                    <a:pt x="565504" y="1544649"/>
                    <a:pt x="567980" y="1551221"/>
                  </a:cubicBezTo>
                  <a:cubicBezTo>
                    <a:pt x="554741" y="1562461"/>
                    <a:pt x="541405" y="1575129"/>
                    <a:pt x="528261" y="1589321"/>
                  </a:cubicBezTo>
                  <a:cubicBezTo>
                    <a:pt x="523403" y="1594560"/>
                    <a:pt x="518831" y="1599989"/>
                    <a:pt x="514354" y="1605514"/>
                  </a:cubicBezTo>
                  <a:cubicBezTo>
                    <a:pt x="514354" y="1605514"/>
                    <a:pt x="514354" y="1605514"/>
                    <a:pt x="514354" y="1605514"/>
                  </a:cubicBezTo>
                  <a:cubicBezTo>
                    <a:pt x="514354" y="1605514"/>
                    <a:pt x="514354" y="1605514"/>
                    <a:pt x="514354" y="1605514"/>
                  </a:cubicBezTo>
                  <a:cubicBezTo>
                    <a:pt x="512354" y="1607990"/>
                    <a:pt x="510449" y="1610372"/>
                    <a:pt x="508544" y="1612848"/>
                  </a:cubicBezTo>
                  <a:cubicBezTo>
                    <a:pt x="507877" y="1612276"/>
                    <a:pt x="507116" y="1611705"/>
                    <a:pt x="506353" y="1611133"/>
                  </a:cubicBezTo>
                  <a:cubicBezTo>
                    <a:pt x="498257" y="1606181"/>
                    <a:pt x="487399" y="1608848"/>
                    <a:pt x="482160" y="1617134"/>
                  </a:cubicBezTo>
                  <a:cubicBezTo>
                    <a:pt x="476921" y="1625421"/>
                    <a:pt x="479588" y="1636470"/>
                    <a:pt x="487970" y="1641709"/>
                  </a:cubicBezTo>
                  <a:cubicBezTo>
                    <a:pt x="488446" y="1641995"/>
                    <a:pt x="488923" y="1642090"/>
                    <a:pt x="489399" y="1642375"/>
                  </a:cubicBezTo>
                  <a:cubicBezTo>
                    <a:pt x="481684" y="1656282"/>
                    <a:pt x="475302" y="1670760"/>
                    <a:pt x="470635" y="1685714"/>
                  </a:cubicBezTo>
                  <a:cubicBezTo>
                    <a:pt x="467015" y="1697335"/>
                    <a:pt x="464348" y="1709336"/>
                    <a:pt x="462634" y="1721528"/>
                  </a:cubicBezTo>
                  <a:cubicBezTo>
                    <a:pt x="462538" y="1721433"/>
                    <a:pt x="462443" y="1721433"/>
                    <a:pt x="462443" y="1721338"/>
                  </a:cubicBezTo>
                  <a:cubicBezTo>
                    <a:pt x="453109" y="1716004"/>
                    <a:pt x="441774" y="1718575"/>
                    <a:pt x="437107" y="1727243"/>
                  </a:cubicBezTo>
                  <a:cubicBezTo>
                    <a:pt x="435392" y="1730482"/>
                    <a:pt x="434821" y="1734197"/>
                    <a:pt x="435392" y="1737816"/>
                  </a:cubicBezTo>
                  <a:cubicBezTo>
                    <a:pt x="435773" y="1740292"/>
                    <a:pt x="436630" y="1742674"/>
                    <a:pt x="437869" y="1744865"/>
                  </a:cubicBezTo>
                  <a:cubicBezTo>
                    <a:pt x="439774" y="1748198"/>
                    <a:pt x="442631" y="1751246"/>
                    <a:pt x="446251" y="1753342"/>
                  </a:cubicBezTo>
                  <a:cubicBezTo>
                    <a:pt x="447679" y="1754104"/>
                    <a:pt x="449203" y="1754675"/>
                    <a:pt x="450632" y="1755151"/>
                  </a:cubicBezTo>
                  <a:cubicBezTo>
                    <a:pt x="451013" y="1755247"/>
                    <a:pt x="451299" y="1755342"/>
                    <a:pt x="451680" y="1755342"/>
                  </a:cubicBezTo>
                  <a:cubicBezTo>
                    <a:pt x="453109" y="1755723"/>
                    <a:pt x="454442" y="1755914"/>
                    <a:pt x="455871" y="1755914"/>
                  </a:cubicBezTo>
                  <a:cubicBezTo>
                    <a:pt x="455871" y="1755914"/>
                    <a:pt x="455871" y="1755914"/>
                    <a:pt x="455871" y="1755914"/>
                  </a:cubicBezTo>
                  <a:lnTo>
                    <a:pt x="455871" y="1755914"/>
                  </a:lnTo>
                  <a:cubicBezTo>
                    <a:pt x="457490" y="1755914"/>
                    <a:pt x="459109" y="1755818"/>
                    <a:pt x="460538" y="1755533"/>
                  </a:cubicBezTo>
                  <a:cubicBezTo>
                    <a:pt x="460729" y="1762962"/>
                    <a:pt x="461300" y="1770392"/>
                    <a:pt x="462158" y="1777916"/>
                  </a:cubicBezTo>
                  <a:cubicBezTo>
                    <a:pt x="460062" y="1777345"/>
                    <a:pt x="457967" y="1776868"/>
                    <a:pt x="455871" y="1776964"/>
                  </a:cubicBezTo>
                  <a:cubicBezTo>
                    <a:pt x="454537" y="1776964"/>
                    <a:pt x="453299" y="1777154"/>
                    <a:pt x="451966" y="1777345"/>
                  </a:cubicBezTo>
                  <a:cubicBezTo>
                    <a:pt x="450442" y="1777631"/>
                    <a:pt x="449013" y="1778202"/>
                    <a:pt x="447679" y="1778869"/>
                  </a:cubicBezTo>
                  <a:cubicBezTo>
                    <a:pt x="447489" y="1778964"/>
                    <a:pt x="447394" y="1779059"/>
                    <a:pt x="447299" y="1779155"/>
                  </a:cubicBezTo>
                  <a:cubicBezTo>
                    <a:pt x="442822" y="1781631"/>
                    <a:pt x="439869" y="1785917"/>
                    <a:pt x="439297" y="1791061"/>
                  </a:cubicBezTo>
                  <a:cubicBezTo>
                    <a:pt x="405579" y="1779821"/>
                    <a:pt x="372718" y="1760105"/>
                    <a:pt x="344619" y="1732387"/>
                  </a:cubicBezTo>
                  <a:cubicBezTo>
                    <a:pt x="334237" y="1721909"/>
                    <a:pt x="325093" y="1710670"/>
                    <a:pt x="316996" y="1699049"/>
                  </a:cubicBezTo>
                  <a:cubicBezTo>
                    <a:pt x="321568" y="1697811"/>
                    <a:pt x="325378" y="1694573"/>
                    <a:pt x="327188" y="1689905"/>
                  </a:cubicBezTo>
                  <a:cubicBezTo>
                    <a:pt x="330141" y="1682190"/>
                    <a:pt x="327569" y="1672570"/>
                    <a:pt x="320997" y="1666283"/>
                  </a:cubicBezTo>
                  <a:cubicBezTo>
                    <a:pt x="320902" y="1666188"/>
                    <a:pt x="320807" y="1666093"/>
                    <a:pt x="320711" y="1665998"/>
                  </a:cubicBezTo>
                  <a:cubicBezTo>
                    <a:pt x="319473" y="1664855"/>
                    <a:pt x="318044" y="1663712"/>
                    <a:pt x="316520" y="1662854"/>
                  </a:cubicBezTo>
                  <a:cubicBezTo>
                    <a:pt x="309472" y="1658758"/>
                    <a:pt x="301566" y="1659044"/>
                    <a:pt x="296137" y="1662950"/>
                  </a:cubicBezTo>
                  <a:cubicBezTo>
                    <a:pt x="293470" y="1657234"/>
                    <a:pt x="290993" y="1651424"/>
                    <a:pt x="288707" y="1645614"/>
                  </a:cubicBezTo>
                  <a:cubicBezTo>
                    <a:pt x="287755" y="1643042"/>
                    <a:pt x="286897" y="1640471"/>
                    <a:pt x="286040" y="1637804"/>
                  </a:cubicBezTo>
                  <a:cubicBezTo>
                    <a:pt x="285278" y="1635613"/>
                    <a:pt x="284516" y="1633327"/>
                    <a:pt x="283850" y="1631136"/>
                  </a:cubicBezTo>
                  <a:cubicBezTo>
                    <a:pt x="282040" y="1624945"/>
                    <a:pt x="280325" y="1618563"/>
                    <a:pt x="278896" y="1611896"/>
                  </a:cubicBezTo>
                  <a:cubicBezTo>
                    <a:pt x="285850" y="1613229"/>
                    <a:pt x="292708" y="1614277"/>
                    <a:pt x="299470" y="1615039"/>
                  </a:cubicBezTo>
                  <a:cubicBezTo>
                    <a:pt x="298709" y="1620468"/>
                    <a:pt x="300233" y="1626469"/>
                    <a:pt x="304138" y="1631517"/>
                  </a:cubicBezTo>
                  <a:cubicBezTo>
                    <a:pt x="308805" y="1637613"/>
                    <a:pt x="315949" y="1640280"/>
                    <a:pt x="322330" y="1639518"/>
                  </a:cubicBezTo>
                  <a:lnTo>
                    <a:pt x="322330" y="1639518"/>
                  </a:lnTo>
                  <a:cubicBezTo>
                    <a:pt x="322330" y="1639518"/>
                    <a:pt x="322330" y="1639518"/>
                    <a:pt x="322330" y="1639518"/>
                  </a:cubicBezTo>
                  <a:cubicBezTo>
                    <a:pt x="323759" y="1639327"/>
                    <a:pt x="325188" y="1638947"/>
                    <a:pt x="326521" y="1638470"/>
                  </a:cubicBezTo>
                  <a:cubicBezTo>
                    <a:pt x="326712" y="1638375"/>
                    <a:pt x="326902" y="1638375"/>
                    <a:pt x="327093" y="1638280"/>
                  </a:cubicBezTo>
                  <a:cubicBezTo>
                    <a:pt x="328426" y="1637708"/>
                    <a:pt x="329760" y="1636946"/>
                    <a:pt x="330903" y="1635994"/>
                  </a:cubicBezTo>
                  <a:cubicBezTo>
                    <a:pt x="332808" y="1634375"/>
                    <a:pt x="334237" y="1632470"/>
                    <a:pt x="335189" y="1630279"/>
                  </a:cubicBezTo>
                  <a:cubicBezTo>
                    <a:pt x="336142" y="1628183"/>
                    <a:pt x="336618" y="1625802"/>
                    <a:pt x="336713" y="1623421"/>
                  </a:cubicBezTo>
                  <a:cubicBezTo>
                    <a:pt x="336713" y="1622183"/>
                    <a:pt x="336618" y="1621040"/>
                    <a:pt x="336427" y="1619801"/>
                  </a:cubicBezTo>
                  <a:cubicBezTo>
                    <a:pt x="336237" y="1618754"/>
                    <a:pt x="335951" y="1617706"/>
                    <a:pt x="335666" y="1616563"/>
                  </a:cubicBezTo>
                  <a:cubicBezTo>
                    <a:pt x="335856" y="1616563"/>
                    <a:pt x="336046" y="1616563"/>
                    <a:pt x="336237" y="1616563"/>
                  </a:cubicBezTo>
                  <a:cubicBezTo>
                    <a:pt x="355287" y="1615515"/>
                    <a:pt x="373766" y="1612086"/>
                    <a:pt x="391387" y="1606562"/>
                  </a:cubicBezTo>
                  <a:cubicBezTo>
                    <a:pt x="401293" y="1603514"/>
                    <a:pt x="411008" y="1599608"/>
                    <a:pt x="420438" y="1595132"/>
                  </a:cubicBezTo>
                  <a:cubicBezTo>
                    <a:pt x="424915" y="1599799"/>
                    <a:pt x="431392" y="1601418"/>
                    <a:pt x="437202" y="1600084"/>
                  </a:cubicBezTo>
                  <a:cubicBezTo>
                    <a:pt x="437202" y="1600084"/>
                    <a:pt x="437202" y="1600084"/>
                    <a:pt x="437202" y="1600084"/>
                  </a:cubicBezTo>
                  <a:cubicBezTo>
                    <a:pt x="437202" y="1600084"/>
                    <a:pt x="437202" y="1600084"/>
                    <a:pt x="437202" y="1600084"/>
                  </a:cubicBezTo>
                  <a:cubicBezTo>
                    <a:pt x="438535" y="1599799"/>
                    <a:pt x="439869" y="1599323"/>
                    <a:pt x="441107" y="1598656"/>
                  </a:cubicBezTo>
                  <a:cubicBezTo>
                    <a:pt x="441298" y="1598560"/>
                    <a:pt x="441488" y="1598465"/>
                    <a:pt x="441679" y="1598370"/>
                  </a:cubicBezTo>
                  <a:cubicBezTo>
                    <a:pt x="443012" y="1597703"/>
                    <a:pt x="444250" y="1596846"/>
                    <a:pt x="445298" y="1595798"/>
                  </a:cubicBezTo>
                  <a:cubicBezTo>
                    <a:pt x="447108" y="1594084"/>
                    <a:pt x="448442" y="1592083"/>
                    <a:pt x="449394" y="1589988"/>
                  </a:cubicBezTo>
                  <a:cubicBezTo>
                    <a:pt x="450346" y="1587892"/>
                    <a:pt x="450823" y="1585702"/>
                    <a:pt x="450918" y="1583416"/>
                  </a:cubicBezTo>
                  <a:cubicBezTo>
                    <a:pt x="451013" y="1581701"/>
                    <a:pt x="450727" y="1579987"/>
                    <a:pt x="450251" y="1578272"/>
                  </a:cubicBezTo>
                  <a:cubicBezTo>
                    <a:pt x="463396" y="1569700"/>
                    <a:pt x="475874" y="1559889"/>
                    <a:pt x="487780" y="1548840"/>
                  </a:cubicBezTo>
                  <a:cubicBezTo>
                    <a:pt x="500258" y="1537315"/>
                    <a:pt x="511116" y="1525790"/>
                    <a:pt x="520832" y="1514455"/>
                  </a:cubicBezTo>
                  <a:cubicBezTo>
                    <a:pt x="527118" y="1515122"/>
                    <a:pt x="533595" y="1512169"/>
                    <a:pt x="537691" y="1506930"/>
                  </a:cubicBezTo>
                  <a:cubicBezTo>
                    <a:pt x="537786" y="1506835"/>
                    <a:pt x="537881" y="1506644"/>
                    <a:pt x="538072" y="1506549"/>
                  </a:cubicBezTo>
                  <a:cubicBezTo>
                    <a:pt x="538929" y="1505406"/>
                    <a:pt x="539786" y="1504168"/>
                    <a:pt x="540358" y="1502739"/>
                  </a:cubicBezTo>
                  <a:cubicBezTo>
                    <a:pt x="541310" y="1500548"/>
                    <a:pt x="541882" y="1498358"/>
                    <a:pt x="541977" y="1496357"/>
                  </a:cubicBezTo>
                  <a:cubicBezTo>
                    <a:pt x="542072" y="1494262"/>
                    <a:pt x="541786" y="1492262"/>
                    <a:pt x="541025" y="1490547"/>
                  </a:cubicBezTo>
                  <a:cubicBezTo>
                    <a:pt x="540929" y="1490166"/>
                    <a:pt x="540643" y="1489880"/>
                    <a:pt x="540548" y="1489499"/>
                  </a:cubicBezTo>
                  <a:cubicBezTo>
                    <a:pt x="542263" y="1487118"/>
                    <a:pt x="544072" y="1484737"/>
                    <a:pt x="545692" y="1482451"/>
                  </a:cubicBezTo>
                  <a:cubicBezTo>
                    <a:pt x="560551" y="1461020"/>
                    <a:pt x="571219" y="1441017"/>
                    <a:pt x="578172" y="1423205"/>
                  </a:cubicBezTo>
                  <a:cubicBezTo>
                    <a:pt x="585220" y="1405298"/>
                    <a:pt x="589316" y="1389106"/>
                    <a:pt x="589411" y="1375580"/>
                  </a:cubicBezTo>
                  <a:cubicBezTo>
                    <a:pt x="589411" y="1375295"/>
                    <a:pt x="589411" y="1375009"/>
                    <a:pt x="589411" y="1374818"/>
                  </a:cubicBezTo>
                  <a:cubicBezTo>
                    <a:pt x="593793" y="1373104"/>
                    <a:pt x="597984" y="1369960"/>
                    <a:pt x="600842" y="1365865"/>
                  </a:cubicBezTo>
                  <a:cubicBezTo>
                    <a:pt x="604461" y="1360721"/>
                    <a:pt x="605033" y="1355483"/>
                    <a:pt x="603032" y="1351958"/>
                  </a:cubicBezTo>
                  <a:lnTo>
                    <a:pt x="603032" y="1351958"/>
                  </a:lnTo>
                  <a:lnTo>
                    <a:pt x="603032" y="1351958"/>
                  </a:lnTo>
                  <a:cubicBezTo>
                    <a:pt x="602556" y="1351101"/>
                    <a:pt x="601984" y="1350434"/>
                    <a:pt x="601222" y="1349863"/>
                  </a:cubicBezTo>
                  <a:cubicBezTo>
                    <a:pt x="601127" y="1349767"/>
                    <a:pt x="601032" y="1349672"/>
                    <a:pt x="600937" y="1349672"/>
                  </a:cubicBezTo>
                  <a:cubicBezTo>
                    <a:pt x="600175" y="1349101"/>
                    <a:pt x="599222" y="1348529"/>
                    <a:pt x="598175" y="1348148"/>
                  </a:cubicBezTo>
                  <a:cubicBezTo>
                    <a:pt x="594460" y="1346910"/>
                    <a:pt x="589697" y="1347577"/>
                    <a:pt x="585316" y="1349577"/>
                  </a:cubicBezTo>
                  <a:cubicBezTo>
                    <a:pt x="584077" y="1346624"/>
                    <a:pt x="582744" y="1343862"/>
                    <a:pt x="581029" y="1341195"/>
                  </a:cubicBezTo>
                  <a:cubicBezTo>
                    <a:pt x="574552" y="1331003"/>
                    <a:pt x="563980" y="1324145"/>
                    <a:pt x="550740" y="1319478"/>
                  </a:cubicBezTo>
                  <a:cubicBezTo>
                    <a:pt x="543977" y="1317192"/>
                    <a:pt x="536262" y="1315668"/>
                    <a:pt x="527785" y="1314811"/>
                  </a:cubicBezTo>
                  <a:cubicBezTo>
                    <a:pt x="519498" y="1313763"/>
                    <a:pt x="510354" y="1313477"/>
                    <a:pt x="500448" y="1313858"/>
                  </a:cubicBezTo>
                  <a:cubicBezTo>
                    <a:pt x="482541" y="1314620"/>
                    <a:pt x="462348" y="1317573"/>
                    <a:pt x="440726" y="1322717"/>
                  </a:cubicBezTo>
                  <a:cubicBezTo>
                    <a:pt x="437774" y="1316240"/>
                    <a:pt x="429392" y="1313192"/>
                    <a:pt x="420819" y="1315858"/>
                  </a:cubicBezTo>
                  <a:cubicBezTo>
                    <a:pt x="412913" y="1318335"/>
                    <a:pt x="407579" y="1325098"/>
                    <a:pt x="407484" y="1332146"/>
                  </a:cubicBezTo>
                  <a:cubicBezTo>
                    <a:pt x="391006" y="1337575"/>
                    <a:pt x="373861" y="1344148"/>
                    <a:pt x="356144" y="1352244"/>
                  </a:cubicBezTo>
                  <a:cubicBezTo>
                    <a:pt x="349667" y="1355197"/>
                    <a:pt x="343381" y="1358435"/>
                    <a:pt x="337189" y="1361864"/>
                  </a:cubicBezTo>
                  <a:cubicBezTo>
                    <a:pt x="337189" y="1361864"/>
                    <a:pt x="337189" y="1361864"/>
                    <a:pt x="337094" y="1361864"/>
                  </a:cubicBezTo>
                  <a:cubicBezTo>
                    <a:pt x="337094" y="1361864"/>
                    <a:pt x="337094" y="1361864"/>
                    <a:pt x="337094" y="1361864"/>
                  </a:cubicBezTo>
                  <a:cubicBezTo>
                    <a:pt x="334332" y="1363388"/>
                    <a:pt x="331570" y="1364912"/>
                    <a:pt x="328903" y="1366436"/>
                  </a:cubicBezTo>
                  <a:cubicBezTo>
                    <a:pt x="328522" y="1365579"/>
                    <a:pt x="328045" y="1364817"/>
                    <a:pt x="327474" y="1364055"/>
                  </a:cubicBezTo>
                  <a:cubicBezTo>
                    <a:pt x="321854" y="1356435"/>
                    <a:pt x="310710" y="1354721"/>
                    <a:pt x="302709" y="1360435"/>
                  </a:cubicBezTo>
                  <a:cubicBezTo>
                    <a:pt x="294708" y="1366055"/>
                    <a:pt x="292993" y="1377295"/>
                    <a:pt x="298804" y="1385296"/>
                  </a:cubicBezTo>
                  <a:cubicBezTo>
                    <a:pt x="299089" y="1385772"/>
                    <a:pt x="299470" y="1386058"/>
                    <a:pt x="299851" y="1386439"/>
                  </a:cubicBezTo>
                  <a:cubicBezTo>
                    <a:pt x="287374" y="1396345"/>
                    <a:pt x="275849" y="1407299"/>
                    <a:pt x="265847" y="1419395"/>
                  </a:cubicBezTo>
                  <a:cubicBezTo>
                    <a:pt x="258037" y="1428730"/>
                    <a:pt x="251179" y="1438826"/>
                    <a:pt x="244892" y="1449494"/>
                  </a:cubicBezTo>
                  <a:cubicBezTo>
                    <a:pt x="244797" y="1449399"/>
                    <a:pt x="244797" y="1449304"/>
                    <a:pt x="244702" y="1449208"/>
                  </a:cubicBezTo>
                  <a:cubicBezTo>
                    <a:pt x="238129" y="1440731"/>
                    <a:pt x="226509" y="1438731"/>
                    <a:pt x="218889" y="1445017"/>
                  </a:cubicBezTo>
                  <a:cubicBezTo>
                    <a:pt x="211269" y="1451304"/>
                    <a:pt x="210697" y="1463782"/>
                    <a:pt x="217555" y="1472640"/>
                  </a:cubicBezTo>
                  <a:cubicBezTo>
                    <a:pt x="218603" y="1474069"/>
                    <a:pt x="219842" y="1475212"/>
                    <a:pt x="221080" y="1476259"/>
                  </a:cubicBezTo>
                  <a:cubicBezTo>
                    <a:pt x="221175" y="1476355"/>
                    <a:pt x="221175" y="1476355"/>
                    <a:pt x="221270" y="1476450"/>
                  </a:cubicBezTo>
                  <a:cubicBezTo>
                    <a:pt x="222413" y="1477402"/>
                    <a:pt x="223747" y="1478165"/>
                    <a:pt x="224985" y="1478736"/>
                  </a:cubicBezTo>
                  <a:cubicBezTo>
                    <a:pt x="225080" y="1478736"/>
                    <a:pt x="225080" y="1478831"/>
                    <a:pt x="225175" y="1478831"/>
                  </a:cubicBezTo>
                  <a:cubicBezTo>
                    <a:pt x="225175" y="1478831"/>
                    <a:pt x="225175" y="1478831"/>
                    <a:pt x="225175" y="1478831"/>
                  </a:cubicBezTo>
                  <a:cubicBezTo>
                    <a:pt x="226700" y="1479498"/>
                    <a:pt x="228128" y="1479974"/>
                    <a:pt x="229747" y="1480260"/>
                  </a:cubicBezTo>
                  <a:cubicBezTo>
                    <a:pt x="227080" y="1487213"/>
                    <a:pt x="224794" y="1494357"/>
                    <a:pt x="222794" y="1501596"/>
                  </a:cubicBezTo>
                  <a:cubicBezTo>
                    <a:pt x="220127" y="1499405"/>
                    <a:pt x="216984" y="1497881"/>
                    <a:pt x="213555" y="1497215"/>
                  </a:cubicBezTo>
                  <a:cubicBezTo>
                    <a:pt x="211936" y="1496929"/>
                    <a:pt x="210507" y="1496929"/>
                    <a:pt x="208983" y="1497024"/>
                  </a:cubicBezTo>
                  <a:cubicBezTo>
                    <a:pt x="208792" y="1497024"/>
                    <a:pt x="208697" y="1497024"/>
                    <a:pt x="208507" y="1497119"/>
                  </a:cubicBezTo>
                  <a:cubicBezTo>
                    <a:pt x="203363" y="1497691"/>
                    <a:pt x="199077" y="1500548"/>
                    <a:pt x="196600" y="1505025"/>
                  </a:cubicBezTo>
                  <a:cubicBezTo>
                    <a:pt x="169645" y="1481784"/>
                    <a:pt x="146975" y="1450828"/>
                    <a:pt x="131545" y="1414347"/>
                  </a:cubicBezTo>
                  <a:cubicBezTo>
                    <a:pt x="125830" y="1400726"/>
                    <a:pt x="121639" y="1386820"/>
                    <a:pt x="118591" y="1372913"/>
                  </a:cubicBezTo>
                  <a:cubicBezTo>
                    <a:pt x="123258" y="1373485"/>
                    <a:pt x="127925" y="1372056"/>
                    <a:pt x="131545" y="1368437"/>
                  </a:cubicBezTo>
                  <a:cubicBezTo>
                    <a:pt x="137450" y="1362436"/>
                    <a:pt x="138498" y="1352625"/>
                    <a:pt x="134974" y="1344338"/>
                  </a:cubicBezTo>
                  <a:cubicBezTo>
                    <a:pt x="134878" y="1344148"/>
                    <a:pt x="134783" y="1343862"/>
                    <a:pt x="134688" y="1343672"/>
                  </a:cubicBezTo>
                  <a:cubicBezTo>
                    <a:pt x="133926" y="1342148"/>
                    <a:pt x="133069" y="1340624"/>
                    <a:pt x="132021" y="1339195"/>
                  </a:cubicBezTo>
                  <a:cubicBezTo>
                    <a:pt x="131164" y="1338052"/>
                    <a:pt x="130211" y="1337099"/>
                    <a:pt x="129259" y="1336147"/>
                  </a:cubicBezTo>
                  <a:cubicBezTo>
                    <a:pt x="127258" y="1334337"/>
                    <a:pt x="125068" y="1333004"/>
                    <a:pt x="122782" y="1332146"/>
                  </a:cubicBezTo>
                  <a:cubicBezTo>
                    <a:pt x="121639" y="1331670"/>
                    <a:pt x="120496" y="1331384"/>
                    <a:pt x="119258" y="1331194"/>
                  </a:cubicBezTo>
                  <a:cubicBezTo>
                    <a:pt x="118114" y="1331003"/>
                    <a:pt x="116876" y="1330908"/>
                    <a:pt x="115733" y="1331003"/>
                  </a:cubicBezTo>
                  <a:cubicBezTo>
                    <a:pt x="114876" y="1331099"/>
                    <a:pt x="114019" y="1331289"/>
                    <a:pt x="113161" y="1331480"/>
                  </a:cubicBezTo>
                  <a:cubicBezTo>
                    <a:pt x="112590" y="1319192"/>
                    <a:pt x="112971" y="1307096"/>
                    <a:pt x="114209" y="1295380"/>
                  </a:cubicBezTo>
                  <a:cubicBezTo>
                    <a:pt x="114304" y="1294142"/>
                    <a:pt x="114495" y="1292999"/>
                    <a:pt x="114590" y="1291760"/>
                  </a:cubicBezTo>
                  <a:cubicBezTo>
                    <a:pt x="115162" y="1286902"/>
                    <a:pt x="115828" y="1282140"/>
                    <a:pt x="116781" y="1277473"/>
                  </a:cubicBezTo>
                  <a:cubicBezTo>
                    <a:pt x="122686" y="1281378"/>
                    <a:pt x="128592" y="1284902"/>
                    <a:pt x="134688" y="1288331"/>
                  </a:cubicBezTo>
                  <a:cubicBezTo>
                    <a:pt x="131926" y="1292999"/>
                    <a:pt x="130973" y="1299095"/>
                    <a:pt x="132783" y="1305286"/>
                  </a:cubicBezTo>
                  <a:cubicBezTo>
                    <a:pt x="135259" y="1314430"/>
                    <a:pt x="142879" y="1320335"/>
                    <a:pt x="150785" y="1320431"/>
                  </a:cubicBezTo>
                  <a:cubicBezTo>
                    <a:pt x="150880" y="1320431"/>
                    <a:pt x="151071" y="1320431"/>
                    <a:pt x="151166" y="1320431"/>
                  </a:cubicBezTo>
                  <a:cubicBezTo>
                    <a:pt x="152690" y="1320431"/>
                    <a:pt x="154214" y="1320240"/>
                    <a:pt x="155643" y="1319764"/>
                  </a:cubicBezTo>
                  <a:cubicBezTo>
                    <a:pt x="162501" y="1317573"/>
                    <a:pt x="166883" y="1311096"/>
                    <a:pt x="167549" y="1303571"/>
                  </a:cubicBezTo>
                  <a:cubicBezTo>
                    <a:pt x="167740" y="1303667"/>
                    <a:pt x="167930" y="1303762"/>
                    <a:pt x="168121" y="1303762"/>
                  </a:cubicBezTo>
                  <a:cubicBezTo>
                    <a:pt x="185742" y="1310239"/>
                    <a:pt x="204506" y="1314049"/>
                    <a:pt x="222889" y="1315763"/>
                  </a:cubicBezTo>
                  <a:cubicBezTo>
                    <a:pt x="233272" y="1316716"/>
                    <a:pt x="243749" y="1316811"/>
                    <a:pt x="254132" y="1316335"/>
                  </a:cubicBezTo>
                  <a:cubicBezTo>
                    <a:pt x="256894" y="1323859"/>
                    <a:pt x="264323" y="1328146"/>
                    <a:pt x="271848" y="1327574"/>
                  </a:cubicBezTo>
                  <a:cubicBezTo>
                    <a:pt x="272038" y="1327574"/>
                    <a:pt x="272229" y="1327574"/>
                    <a:pt x="272419" y="1327574"/>
                  </a:cubicBezTo>
                  <a:cubicBezTo>
                    <a:pt x="273848" y="1327384"/>
                    <a:pt x="275372" y="1327098"/>
                    <a:pt x="276801" y="1326622"/>
                  </a:cubicBezTo>
                  <a:cubicBezTo>
                    <a:pt x="283183" y="1324145"/>
                    <a:pt x="287183" y="1318621"/>
                    <a:pt x="288136" y="1312334"/>
                  </a:cubicBezTo>
                  <a:cubicBezTo>
                    <a:pt x="302709" y="1309572"/>
                    <a:pt x="317282" y="1305572"/>
                    <a:pt x="331665" y="1300333"/>
                  </a:cubicBezTo>
                  <a:lnTo>
                    <a:pt x="331665" y="1300333"/>
                  </a:lnTo>
                  <a:lnTo>
                    <a:pt x="333951" y="1299571"/>
                  </a:lnTo>
                  <a:cubicBezTo>
                    <a:pt x="349762" y="1293665"/>
                    <a:pt x="364241" y="1287188"/>
                    <a:pt x="377671" y="1280425"/>
                  </a:cubicBezTo>
                  <a:cubicBezTo>
                    <a:pt x="381957" y="1282902"/>
                    <a:pt x="387291" y="1283188"/>
                    <a:pt x="392339" y="1281568"/>
                  </a:cubicBezTo>
                  <a:lnTo>
                    <a:pt x="392339" y="1281568"/>
                  </a:lnTo>
                  <a:cubicBezTo>
                    <a:pt x="392339" y="1281568"/>
                    <a:pt x="392339" y="1281568"/>
                    <a:pt x="392339" y="1281568"/>
                  </a:cubicBezTo>
                  <a:cubicBezTo>
                    <a:pt x="393673" y="1281188"/>
                    <a:pt x="395006" y="1280616"/>
                    <a:pt x="396244" y="1279854"/>
                  </a:cubicBezTo>
                  <a:cubicBezTo>
                    <a:pt x="396435" y="1279759"/>
                    <a:pt x="396530" y="1279664"/>
                    <a:pt x="396721" y="1279568"/>
                  </a:cubicBezTo>
                  <a:cubicBezTo>
                    <a:pt x="397959" y="1278806"/>
                    <a:pt x="399197" y="1277949"/>
                    <a:pt x="400245" y="1276997"/>
                  </a:cubicBezTo>
                  <a:cubicBezTo>
                    <a:pt x="400245" y="1276997"/>
                    <a:pt x="400245" y="1276997"/>
                    <a:pt x="400245" y="1276997"/>
                  </a:cubicBezTo>
                  <a:cubicBezTo>
                    <a:pt x="403960" y="1273472"/>
                    <a:pt x="405769" y="1268996"/>
                    <a:pt x="405674" y="1264805"/>
                  </a:cubicBezTo>
                  <a:cubicBezTo>
                    <a:pt x="431011" y="1249374"/>
                    <a:pt x="451013" y="1233182"/>
                    <a:pt x="465777" y="1218132"/>
                  </a:cubicBezTo>
                  <a:cubicBezTo>
                    <a:pt x="479493" y="1204225"/>
                    <a:pt x="489113" y="1190986"/>
                    <a:pt x="494447" y="1178603"/>
                  </a:cubicBezTo>
                  <a:cubicBezTo>
                    <a:pt x="494542" y="1178317"/>
                    <a:pt x="494638" y="1178032"/>
                    <a:pt x="494828" y="1177746"/>
                  </a:cubicBezTo>
                  <a:cubicBezTo>
                    <a:pt x="499495" y="1177841"/>
                    <a:pt x="504544" y="1176603"/>
                    <a:pt x="508830" y="1173936"/>
                  </a:cubicBezTo>
                  <a:cubicBezTo>
                    <a:pt x="514164" y="1170507"/>
                    <a:pt x="516736" y="1166030"/>
                    <a:pt x="516259" y="1161934"/>
                  </a:cubicBezTo>
                  <a:lnTo>
                    <a:pt x="516259" y="1161934"/>
                  </a:lnTo>
                  <a:cubicBezTo>
                    <a:pt x="516259" y="1161934"/>
                    <a:pt x="516259" y="1161934"/>
                    <a:pt x="516259" y="1161934"/>
                  </a:cubicBezTo>
                  <a:cubicBezTo>
                    <a:pt x="516164" y="1160982"/>
                    <a:pt x="515878" y="1160125"/>
                    <a:pt x="515402" y="1159267"/>
                  </a:cubicBezTo>
                  <a:cubicBezTo>
                    <a:pt x="515307" y="1159172"/>
                    <a:pt x="515307" y="1159077"/>
                    <a:pt x="515212" y="1158887"/>
                  </a:cubicBezTo>
                  <a:cubicBezTo>
                    <a:pt x="514735" y="1158029"/>
                    <a:pt x="514069" y="1157172"/>
                    <a:pt x="513211" y="1156505"/>
                  </a:cubicBezTo>
                  <a:cubicBezTo>
                    <a:pt x="510163" y="1153933"/>
                    <a:pt x="505592" y="1152791"/>
                    <a:pt x="500734" y="1152981"/>
                  </a:cubicBezTo>
                  <a:cubicBezTo>
                    <a:pt x="500734" y="1149838"/>
                    <a:pt x="500543" y="1146599"/>
                    <a:pt x="500067" y="1143551"/>
                  </a:cubicBezTo>
                  <a:cubicBezTo>
                    <a:pt x="497971" y="1131645"/>
                    <a:pt x="490828" y="1121358"/>
                    <a:pt x="480445" y="1111928"/>
                  </a:cubicBezTo>
                  <a:cubicBezTo>
                    <a:pt x="475111" y="1107261"/>
                    <a:pt x="468634" y="1102880"/>
                    <a:pt x="461014" y="1098784"/>
                  </a:cubicBezTo>
                  <a:cubicBezTo>
                    <a:pt x="453775" y="1094688"/>
                    <a:pt x="445489" y="1090878"/>
                    <a:pt x="436154" y="1087354"/>
                  </a:cubicBezTo>
                  <a:cubicBezTo>
                    <a:pt x="419485" y="1081067"/>
                    <a:pt x="399578" y="1076114"/>
                    <a:pt x="377575" y="1072590"/>
                  </a:cubicBezTo>
                  <a:cubicBezTo>
                    <a:pt x="377290" y="1065446"/>
                    <a:pt x="370908" y="1059350"/>
                    <a:pt x="361859" y="1058588"/>
                  </a:cubicBezTo>
                  <a:cubicBezTo>
                    <a:pt x="360621" y="1058493"/>
                    <a:pt x="359383" y="1058493"/>
                    <a:pt x="358240" y="1058588"/>
                  </a:cubicBezTo>
                  <a:cubicBezTo>
                    <a:pt x="355859" y="1058779"/>
                    <a:pt x="353668" y="1059350"/>
                    <a:pt x="351572" y="1060303"/>
                  </a:cubicBezTo>
                  <a:cubicBezTo>
                    <a:pt x="349572" y="1061255"/>
                    <a:pt x="347762" y="1062493"/>
                    <a:pt x="346238" y="1064017"/>
                  </a:cubicBezTo>
                  <a:cubicBezTo>
                    <a:pt x="344905" y="1065351"/>
                    <a:pt x="343952" y="1066875"/>
                    <a:pt x="343190" y="1068590"/>
                  </a:cubicBezTo>
                  <a:cubicBezTo>
                    <a:pt x="325855" y="1067256"/>
                    <a:pt x="307567" y="1066684"/>
                    <a:pt x="288136" y="1067447"/>
                  </a:cubicBezTo>
                  <a:cubicBezTo>
                    <a:pt x="280992" y="1067732"/>
                    <a:pt x="273943" y="1068304"/>
                    <a:pt x="266895" y="1069066"/>
                  </a:cubicBezTo>
                  <a:cubicBezTo>
                    <a:pt x="266895" y="1069066"/>
                    <a:pt x="266895" y="1069066"/>
                    <a:pt x="266800" y="1069066"/>
                  </a:cubicBezTo>
                  <a:cubicBezTo>
                    <a:pt x="266800" y="1069066"/>
                    <a:pt x="266800" y="1069066"/>
                    <a:pt x="266800" y="1069066"/>
                  </a:cubicBezTo>
                  <a:cubicBezTo>
                    <a:pt x="263657" y="1069447"/>
                    <a:pt x="260513" y="1069733"/>
                    <a:pt x="257465" y="1070209"/>
                  </a:cubicBezTo>
                  <a:cubicBezTo>
                    <a:pt x="257370" y="1069256"/>
                    <a:pt x="257370" y="1068399"/>
                    <a:pt x="257084" y="1067447"/>
                  </a:cubicBezTo>
                  <a:cubicBezTo>
                    <a:pt x="254798" y="1058302"/>
                    <a:pt x="245273" y="1052397"/>
                    <a:pt x="235653" y="1054588"/>
                  </a:cubicBezTo>
                  <a:cubicBezTo>
                    <a:pt x="233272" y="1055159"/>
                    <a:pt x="231081" y="1056112"/>
                    <a:pt x="229176" y="1057445"/>
                  </a:cubicBezTo>
                  <a:cubicBezTo>
                    <a:pt x="226414" y="1059446"/>
                    <a:pt x="224223" y="1062303"/>
                    <a:pt x="222985" y="1065542"/>
                  </a:cubicBezTo>
                  <a:cubicBezTo>
                    <a:pt x="222127" y="1067732"/>
                    <a:pt x="221746" y="1070018"/>
                    <a:pt x="221842" y="1072400"/>
                  </a:cubicBezTo>
                  <a:cubicBezTo>
                    <a:pt x="221842" y="1073638"/>
                    <a:pt x="222032" y="1074781"/>
                    <a:pt x="222318" y="1076019"/>
                  </a:cubicBezTo>
                  <a:cubicBezTo>
                    <a:pt x="222413" y="1076495"/>
                    <a:pt x="222699" y="1076972"/>
                    <a:pt x="222794" y="1077448"/>
                  </a:cubicBezTo>
                  <a:cubicBezTo>
                    <a:pt x="207459" y="1081829"/>
                    <a:pt x="192695" y="1087449"/>
                    <a:pt x="178884" y="1094783"/>
                  </a:cubicBezTo>
                  <a:cubicBezTo>
                    <a:pt x="168121" y="1100403"/>
                    <a:pt x="157834" y="1107071"/>
                    <a:pt x="147928" y="1114500"/>
                  </a:cubicBezTo>
                  <a:cubicBezTo>
                    <a:pt x="147928" y="1114405"/>
                    <a:pt x="147928" y="1114309"/>
                    <a:pt x="147833" y="1114214"/>
                  </a:cubicBezTo>
                  <a:cubicBezTo>
                    <a:pt x="144975" y="1103832"/>
                    <a:pt x="135069" y="1097641"/>
                    <a:pt x="125639" y="1100498"/>
                  </a:cubicBezTo>
                  <a:cubicBezTo>
                    <a:pt x="124496" y="1100879"/>
                    <a:pt x="123353" y="1101356"/>
                    <a:pt x="122305" y="1101927"/>
                  </a:cubicBezTo>
                  <a:cubicBezTo>
                    <a:pt x="119162" y="1103737"/>
                    <a:pt x="116686" y="1106594"/>
                    <a:pt x="115067" y="1109928"/>
                  </a:cubicBezTo>
                  <a:cubicBezTo>
                    <a:pt x="114495" y="1111071"/>
                    <a:pt x="114114" y="1112214"/>
                    <a:pt x="113733" y="1113452"/>
                  </a:cubicBezTo>
                  <a:cubicBezTo>
                    <a:pt x="113066" y="1115929"/>
                    <a:pt x="112780" y="1118596"/>
                    <a:pt x="112971" y="1121263"/>
                  </a:cubicBezTo>
                  <a:cubicBezTo>
                    <a:pt x="113066" y="1122596"/>
                    <a:pt x="113352" y="1123930"/>
                    <a:pt x="113638" y="1125358"/>
                  </a:cubicBezTo>
                  <a:cubicBezTo>
                    <a:pt x="114019" y="1127073"/>
                    <a:pt x="114685" y="1128597"/>
                    <a:pt x="115447" y="1130026"/>
                  </a:cubicBezTo>
                  <a:cubicBezTo>
                    <a:pt x="115543" y="1130121"/>
                    <a:pt x="115543" y="1130216"/>
                    <a:pt x="115638" y="1130312"/>
                  </a:cubicBezTo>
                  <a:cubicBezTo>
                    <a:pt x="116400" y="1131645"/>
                    <a:pt x="117257" y="1132883"/>
                    <a:pt x="118305" y="1133931"/>
                  </a:cubicBezTo>
                  <a:cubicBezTo>
                    <a:pt x="118305" y="1133931"/>
                    <a:pt x="118305" y="1134026"/>
                    <a:pt x="118400" y="1134026"/>
                  </a:cubicBezTo>
                  <a:cubicBezTo>
                    <a:pt x="118400" y="1134026"/>
                    <a:pt x="118400" y="1134026"/>
                    <a:pt x="118400" y="1134026"/>
                  </a:cubicBezTo>
                  <a:cubicBezTo>
                    <a:pt x="119543" y="1135169"/>
                    <a:pt x="120686" y="1136217"/>
                    <a:pt x="122020" y="1137074"/>
                  </a:cubicBezTo>
                  <a:cubicBezTo>
                    <a:pt x="116876" y="1142408"/>
                    <a:pt x="112018" y="1148123"/>
                    <a:pt x="107446" y="1154124"/>
                  </a:cubicBezTo>
                  <a:cubicBezTo>
                    <a:pt x="105827" y="1151076"/>
                    <a:pt x="103541" y="1148409"/>
                    <a:pt x="100588" y="1146504"/>
                  </a:cubicBezTo>
                  <a:cubicBezTo>
                    <a:pt x="99255" y="1145647"/>
                    <a:pt x="97826" y="1145075"/>
                    <a:pt x="96397" y="1144599"/>
                  </a:cubicBezTo>
                  <a:cubicBezTo>
                    <a:pt x="96207" y="1144504"/>
                    <a:pt x="96112" y="1144504"/>
                    <a:pt x="95921" y="1144504"/>
                  </a:cubicBezTo>
                  <a:cubicBezTo>
                    <a:pt x="90968" y="1143075"/>
                    <a:pt x="85920" y="1144027"/>
                    <a:pt x="81919" y="1147266"/>
                  </a:cubicBezTo>
                  <a:cubicBezTo>
                    <a:pt x="66013" y="1115452"/>
                    <a:pt x="56964" y="1078305"/>
                    <a:pt x="56583" y="1038967"/>
                  </a:cubicBezTo>
                  <a:cubicBezTo>
                    <a:pt x="56774" y="1024298"/>
                    <a:pt x="58202" y="1009916"/>
                    <a:pt x="60679" y="995914"/>
                  </a:cubicBezTo>
                  <a:cubicBezTo>
                    <a:pt x="64775" y="998200"/>
                    <a:pt x="69727" y="998676"/>
                    <a:pt x="74300" y="996676"/>
                  </a:cubicBezTo>
                  <a:cubicBezTo>
                    <a:pt x="80395" y="994009"/>
                    <a:pt x="84682" y="987722"/>
                    <a:pt x="86110" y="980674"/>
                  </a:cubicBezTo>
                  <a:cubicBezTo>
                    <a:pt x="86110" y="980674"/>
                    <a:pt x="86110" y="980674"/>
                    <a:pt x="86110" y="980674"/>
                  </a:cubicBezTo>
                  <a:cubicBezTo>
                    <a:pt x="86110" y="980674"/>
                    <a:pt x="86110" y="980579"/>
                    <a:pt x="86110" y="980579"/>
                  </a:cubicBezTo>
                  <a:cubicBezTo>
                    <a:pt x="86396" y="979055"/>
                    <a:pt x="86587" y="977435"/>
                    <a:pt x="86492" y="975816"/>
                  </a:cubicBezTo>
                  <a:cubicBezTo>
                    <a:pt x="86492" y="975530"/>
                    <a:pt x="86492" y="975245"/>
                    <a:pt x="86492" y="974959"/>
                  </a:cubicBezTo>
                  <a:cubicBezTo>
                    <a:pt x="86396" y="973244"/>
                    <a:pt x="86206" y="971530"/>
                    <a:pt x="85825" y="969815"/>
                  </a:cubicBezTo>
                  <a:cubicBezTo>
                    <a:pt x="83729" y="961909"/>
                    <a:pt x="77919" y="956480"/>
                    <a:pt x="71251" y="955528"/>
                  </a:cubicBezTo>
                  <a:cubicBezTo>
                    <a:pt x="75252" y="944383"/>
                    <a:pt x="80014" y="933716"/>
                    <a:pt x="85444" y="923714"/>
                  </a:cubicBezTo>
                  <a:cubicBezTo>
                    <a:pt x="86492" y="921905"/>
                    <a:pt x="87539" y="919999"/>
                    <a:pt x="88587" y="918190"/>
                  </a:cubicBezTo>
                  <a:cubicBezTo>
                    <a:pt x="90778" y="914475"/>
                    <a:pt x="92968" y="910760"/>
                    <a:pt x="95350" y="907236"/>
                  </a:cubicBezTo>
                  <a:cubicBezTo>
                    <a:pt x="99255" y="913141"/>
                    <a:pt x="103351" y="918666"/>
                    <a:pt x="107637" y="924000"/>
                  </a:cubicBezTo>
                  <a:cubicBezTo>
                    <a:pt x="103255" y="927239"/>
                    <a:pt x="100017" y="932573"/>
                    <a:pt x="99255" y="938954"/>
                  </a:cubicBezTo>
                  <a:cubicBezTo>
                    <a:pt x="98398" y="946574"/>
                    <a:pt x="101541" y="953527"/>
                    <a:pt x="106684" y="957528"/>
                  </a:cubicBezTo>
                  <a:cubicBezTo>
                    <a:pt x="106684" y="957528"/>
                    <a:pt x="106684" y="957528"/>
                    <a:pt x="106684" y="957528"/>
                  </a:cubicBezTo>
                  <a:cubicBezTo>
                    <a:pt x="106684" y="957528"/>
                    <a:pt x="106684" y="957528"/>
                    <a:pt x="106684" y="957528"/>
                  </a:cubicBezTo>
                  <a:cubicBezTo>
                    <a:pt x="107827" y="958385"/>
                    <a:pt x="109066" y="959147"/>
                    <a:pt x="110304" y="959719"/>
                  </a:cubicBezTo>
                  <a:cubicBezTo>
                    <a:pt x="110494" y="959814"/>
                    <a:pt x="110685" y="959909"/>
                    <a:pt x="110875" y="960005"/>
                  </a:cubicBezTo>
                  <a:cubicBezTo>
                    <a:pt x="112304" y="960576"/>
                    <a:pt x="113733" y="960957"/>
                    <a:pt x="115257" y="961052"/>
                  </a:cubicBezTo>
                  <a:cubicBezTo>
                    <a:pt x="117733" y="961243"/>
                    <a:pt x="120115" y="960862"/>
                    <a:pt x="122305" y="960005"/>
                  </a:cubicBezTo>
                  <a:cubicBezTo>
                    <a:pt x="125639" y="958766"/>
                    <a:pt x="128497" y="956480"/>
                    <a:pt x="130687" y="953432"/>
                  </a:cubicBezTo>
                  <a:cubicBezTo>
                    <a:pt x="131354" y="952575"/>
                    <a:pt x="131830" y="951623"/>
                    <a:pt x="132402" y="950575"/>
                  </a:cubicBezTo>
                  <a:cubicBezTo>
                    <a:pt x="132592" y="950670"/>
                    <a:pt x="132688" y="950860"/>
                    <a:pt x="132783" y="950956"/>
                  </a:cubicBezTo>
                  <a:cubicBezTo>
                    <a:pt x="146975" y="963624"/>
                    <a:pt x="162406" y="974292"/>
                    <a:pt x="178789" y="982865"/>
                  </a:cubicBezTo>
                  <a:cubicBezTo>
                    <a:pt x="187933" y="987722"/>
                    <a:pt x="197553" y="991818"/>
                    <a:pt x="207364" y="995342"/>
                  </a:cubicBezTo>
                  <a:cubicBezTo>
                    <a:pt x="207364" y="1001819"/>
                    <a:pt x="210697" y="1007534"/>
                    <a:pt x="215841" y="1010773"/>
                  </a:cubicBezTo>
                  <a:cubicBezTo>
                    <a:pt x="215841" y="1010773"/>
                    <a:pt x="215841" y="1010773"/>
                    <a:pt x="215841" y="1010773"/>
                  </a:cubicBezTo>
                  <a:cubicBezTo>
                    <a:pt x="215841" y="1010773"/>
                    <a:pt x="215841" y="1010773"/>
                    <a:pt x="215841" y="1010773"/>
                  </a:cubicBezTo>
                  <a:cubicBezTo>
                    <a:pt x="216984" y="1011535"/>
                    <a:pt x="218317" y="1012106"/>
                    <a:pt x="219651" y="1012583"/>
                  </a:cubicBezTo>
                  <a:cubicBezTo>
                    <a:pt x="219842" y="1012678"/>
                    <a:pt x="220032" y="1012678"/>
                    <a:pt x="220127" y="1012773"/>
                  </a:cubicBezTo>
                  <a:cubicBezTo>
                    <a:pt x="221556" y="1013154"/>
                    <a:pt x="222985" y="1013535"/>
                    <a:pt x="224509" y="1013535"/>
                  </a:cubicBezTo>
                  <a:cubicBezTo>
                    <a:pt x="226985" y="1013630"/>
                    <a:pt x="229367" y="1013154"/>
                    <a:pt x="231462" y="1012392"/>
                  </a:cubicBezTo>
                  <a:cubicBezTo>
                    <a:pt x="233558" y="1011630"/>
                    <a:pt x="235558" y="1010392"/>
                    <a:pt x="237177" y="1008773"/>
                  </a:cubicBezTo>
                  <a:cubicBezTo>
                    <a:pt x="238034" y="1008010"/>
                    <a:pt x="238796" y="1007153"/>
                    <a:pt x="239463" y="1006296"/>
                  </a:cubicBezTo>
                  <a:cubicBezTo>
                    <a:pt x="239844" y="1005820"/>
                    <a:pt x="240130" y="1005248"/>
                    <a:pt x="240416" y="1004677"/>
                  </a:cubicBezTo>
                  <a:cubicBezTo>
                    <a:pt x="254989" y="1007725"/>
                    <a:pt x="270038" y="1009534"/>
                    <a:pt x="285278" y="1010201"/>
                  </a:cubicBezTo>
                  <a:cubicBezTo>
                    <a:pt x="285278" y="1010201"/>
                    <a:pt x="285278" y="1010201"/>
                    <a:pt x="285278" y="1010201"/>
                  </a:cubicBezTo>
                  <a:lnTo>
                    <a:pt x="287659" y="1010392"/>
                  </a:lnTo>
                  <a:cubicBezTo>
                    <a:pt x="304614" y="1011058"/>
                    <a:pt x="320425" y="1010582"/>
                    <a:pt x="335380" y="1009439"/>
                  </a:cubicBezTo>
                  <a:cubicBezTo>
                    <a:pt x="338428" y="1013345"/>
                    <a:pt x="343285" y="1015631"/>
                    <a:pt x="348429" y="1016107"/>
                  </a:cubicBezTo>
                  <a:lnTo>
                    <a:pt x="348429" y="1016107"/>
                  </a:lnTo>
                  <a:cubicBezTo>
                    <a:pt x="348429" y="1016107"/>
                    <a:pt x="348429" y="1016107"/>
                    <a:pt x="348429" y="1016107"/>
                  </a:cubicBezTo>
                  <a:cubicBezTo>
                    <a:pt x="349858" y="1016202"/>
                    <a:pt x="351191" y="1016202"/>
                    <a:pt x="352620" y="1016012"/>
                  </a:cubicBezTo>
                  <a:cubicBezTo>
                    <a:pt x="352810" y="1016012"/>
                    <a:pt x="353001" y="1016012"/>
                    <a:pt x="353192" y="1015916"/>
                  </a:cubicBezTo>
                  <a:cubicBezTo>
                    <a:pt x="354620" y="1015726"/>
                    <a:pt x="356049" y="1015440"/>
                    <a:pt x="357478" y="1014868"/>
                  </a:cubicBezTo>
                  <a:cubicBezTo>
                    <a:pt x="362335" y="1012964"/>
                    <a:pt x="365669" y="1009534"/>
                    <a:pt x="367003" y="1005534"/>
                  </a:cubicBezTo>
                  <a:cubicBezTo>
                    <a:pt x="369860" y="1005058"/>
                    <a:pt x="372813" y="1004677"/>
                    <a:pt x="375575" y="1004200"/>
                  </a:cubicBezTo>
                  <a:cubicBezTo>
                    <a:pt x="401197" y="999533"/>
                    <a:pt x="423010" y="992961"/>
                    <a:pt x="440536" y="985246"/>
                  </a:cubicBezTo>
                  <a:cubicBezTo>
                    <a:pt x="458538" y="977340"/>
                    <a:pt x="472635" y="968577"/>
                    <a:pt x="482732" y="958957"/>
                  </a:cubicBezTo>
                  <a:cubicBezTo>
                    <a:pt x="487018" y="960862"/>
                    <a:pt x="492257" y="961529"/>
                    <a:pt x="497114" y="960671"/>
                  </a:cubicBezTo>
                  <a:cubicBezTo>
                    <a:pt x="503115" y="959528"/>
                    <a:pt x="507211" y="956290"/>
                    <a:pt x="508259" y="952384"/>
                  </a:cubicBezTo>
                  <a:cubicBezTo>
                    <a:pt x="508259" y="952384"/>
                    <a:pt x="508259" y="952384"/>
                    <a:pt x="508259" y="952384"/>
                  </a:cubicBezTo>
                  <a:cubicBezTo>
                    <a:pt x="508259" y="952384"/>
                    <a:pt x="508259" y="952289"/>
                    <a:pt x="508259" y="952289"/>
                  </a:cubicBezTo>
                  <a:cubicBezTo>
                    <a:pt x="508449" y="951432"/>
                    <a:pt x="508544" y="950575"/>
                    <a:pt x="508544" y="949717"/>
                  </a:cubicBezTo>
                  <a:cubicBezTo>
                    <a:pt x="508544" y="949527"/>
                    <a:pt x="508544" y="949337"/>
                    <a:pt x="508544" y="949146"/>
                  </a:cubicBezTo>
                  <a:cubicBezTo>
                    <a:pt x="508449" y="948193"/>
                    <a:pt x="508163" y="947241"/>
                    <a:pt x="507687" y="946193"/>
                  </a:cubicBezTo>
                  <a:cubicBezTo>
                    <a:pt x="505972" y="942669"/>
                    <a:pt x="502162" y="939812"/>
                    <a:pt x="497591" y="938097"/>
                  </a:cubicBezTo>
                  <a:cubicBezTo>
                    <a:pt x="498829" y="935144"/>
                    <a:pt x="499781" y="932191"/>
                    <a:pt x="500353" y="929143"/>
                  </a:cubicBezTo>
                  <a:cubicBezTo>
                    <a:pt x="505496" y="905712"/>
                    <a:pt x="491685" y="880185"/>
                    <a:pt x="462729" y="853039"/>
                  </a:cubicBezTo>
                  <a:cubicBezTo>
                    <a:pt x="449775" y="841037"/>
                    <a:pt x="433392" y="828845"/>
                    <a:pt x="414342" y="817130"/>
                  </a:cubicBezTo>
                  <a:cubicBezTo>
                    <a:pt x="416533" y="810367"/>
                    <a:pt x="413009" y="802366"/>
                    <a:pt x="405008" y="798175"/>
                  </a:cubicBezTo>
                  <a:cubicBezTo>
                    <a:pt x="397768" y="794365"/>
                    <a:pt x="388910" y="795317"/>
                    <a:pt x="384052" y="800175"/>
                  </a:cubicBezTo>
                  <a:cubicBezTo>
                    <a:pt x="368527" y="792269"/>
                    <a:pt x="351763" y="784840"/>
                    <a:pt x="333570" y="777982"/>
                  </a:cubicBezTo>
                  <a:cubicBezTo>
                    <a:pt x="323854" y="774362"/>
                    <a:pt x="314139" y="771314"/>
                    <a:pt x="304328" y="768838"/>
                  </a:cubicBezTo>
                  <a:cubicBezTo>
                    <a:pt x="304614" y="767981"/>
                    <a:pt x="304900" y="767123"/>
                    <a:pt x="304995" y="766171"/>
                  </a:cubicBezTo>
                  <a:cubicBezTo>
                    <a:pt x="305947" y="760360"/>
                    <a:pt x="303757" y="754646"/>
                    <a:pt x="299566" y="750740"/>
                  </a:cubicBezTo>
                  <a:cubicBezTo>
                    <a:pt x="297946" y="749216"/>
                    <a:pt x="295946" y="747883"/>
                    <a:pt x="293755" y="747025"/>
                  </a:cubicBezTo>
                  <a:cubicBezTo>
                    <a:pt x="292612" y="746645"/>
                    <a:pt x="291469" y="746264"/>
                    <a:pt x="290326" y="746073"/>
                  </a:cubicBezTo>
                  <a:cubicBezTo>
                    <a:pt x="289088" y="745883"/>
                    <a:pt x="287945" y="745787"/>
                    <a:pt x="286707" y="745787"/>
                  </a:cubicBezTo>
                  <a:cubicBezTo>
                    <a:pt x="285564" y="745787"/>
                    <a:pt x="284326" y="745978"/>
                    <a:pt x="283183" y="746264"/>
                  </a:cubicBezTo>
                  <a:cubicBezTo>
                    <a:pt x="282040" y="746549"/>
                    <a:pt x="280992" y="746930"/>
                    <a:pt x="279944" y="747407"/>
                  </a:cubicBezTo>
                  <a:cubicBezTo>
                    <a:pt x="277849" y="748359"/>
                    <a:pt x="275944" y="749692"/>
                    <a:pt x="274325" y="751407"/>
                  </a:cubicBezTo>
                  <a:cubicBezTo>
                    <a:pt x="271943" y="753883"/>
                    <a:pt x="270324" y="757122"/>
                    <a:pt x="269752" y="760837"/>
                  </a:cubicBezTo>
                  <a:cubicBezTo>
                    <a:pt x="269657" y="761408"/>
                    <a:pt x="269752" y="761884"/>
                    <a:pt x="269752" y="762456"/>
                  </a:cubicBezTo>
                  <a:cubicBezTo>
                    <a:pt x="254036" y="760646"/>
                    <a:pt x="238225" y="760265"/>
                    <a:pt x="222509" y="761694"/>
                  </a:cubicBezTo>
                  <a:cubicBezTo>
                    <a:pt x="210412" y="762837"/>
                    <a:pt x="198220" y="764933"/>
                    <a:pt x="186218" y="768076"/>
                  </a:cubicBezTo>
                  <a:cubicBezTo>
                    <a:pt x="186218" y="767981"/>
                    <a:pt x="186313" y="767885"/>
                    <a:pt x="186313" y="767790"/>
                  </a:cubicBezTo>
                  <a:cubicBezTo>
                    <a:pt x="187742" y="757122"/>
                    <a:pt x="181075" y="747597"/>
                    <a:pt x="171169" y="746645"/>
                  </a:cubicBezTo>
                  <a:cubicBezTo>
                    <a:pt x="161358" y="745692"/>
                    <a:pt x="151833" y="753979"/>
                    <a:pt x="150500" y="765123"/>
                  </a:cubicBezTo>
                  <a:cubicBezTo>
                    <a:pt x="150309" y="766838"/>
                    <a:pt x="150404" y="768457"/>
                    <a:pt x="150595" y="770076"/>
                  </a:cubicBezTo>
                  <a:cubicBezTo>
                    <a:pt x="150595" y="770266"/>
                    <a:pt x="150690" y="770457"/>
                    <a:pt x="150690" y="770552"/>
                  </a:cubicBezTo>
                  <a:cubicBezTo>
                    <a:pt x="150880" y="772076"/>
                    <a:pt x="151261" y="773505"/>
                    <a:pt x="151833" y="774934"/>
                  </a:cubicBezTo>
                  <a:cubicBezTo>
                    <a:pt x="151833" y="774934"/>
                    <a:pt x="151833" y="774934"/>
                    <a:pt x="151833" y="774934"/>
                  </a:cubicBezTo>
                  <a:cubicBezTo>
                    <a:pt x="151833" y="774934"/>
                    <a:pt x="151833" y="774934"/>
                    <a:pt x="151833" y="774934"/>
                  </a:cubicBezTo>
                  <a:cubicBezTo>
                    <a:pt x="152404" y="776458"/>
                    <a:pt x="153167" y="777887"/>
                    <a:pt x="154024" y="779125"/>
                  </a:cubicBezTo>
                  <a:cubicBezTo>
                    <a:pt x="147261" y="782077"/>
                    <a:pt x="140498" y="785602"/>
                    <a:pt x="133831" y="789316"/>
                  </a:cubicBezTo>
                  <a:cubicBezTo>
                    <a:pt x="133545" y="785888"/>
                    <a:pt x="132497" y="782554"/>
                    <a:pt x="130497" y="779696"/>
                  </a:cubicBezTo>
                  <a:cubicBezTo>
                    <a:pt x="129640" y="778363"/>
                    <a:pt x="128497" y="777315"/>
                    <a:pt x="127449" y="776363"/>
                  </a:cubicBezTo>
                  <a:cubicBezTo>
                    <a:pt x="127354" y="776267"/>
                    <a:pt x="127163" y="776172"/>
                    <a:pt x="127068" y="776077"/>
                  </a:cubicBezTo>
                  <a:cubicBezTo>
                    <a:pt x="123067" y="772838"/>
                    <a:pt x="118019" y="771886"/>
                    <a:pt x="113066" y="773219"/>
                  </a:cubicBezTo>
                  <a:cubicBezTo>
                    <a:pt x="110590" y="737691"/>
                    <a:pt x="115828" y="699591"/>
                    <a:pt x="131164" y="663110"/>
                  </a:cubicBezTo>
                  <a:cubicBezTo>
                    <a:pt x="136974" y="649490"/>
                    <a:pt x="143832" y="636726"/>
                    <a:pt x="151452" y="624724"/>
                  </a:cubicBezTo>
                  <a:cubicBezTo>
                    <a:pt x="154405" y="628439"/>
                    <a:pt x="158691" y="630725"/>
                    <a:pt x="163739" y="630630"/>
                  </a:cubicBezTo>
                  <a:cubicBezTo>
                    <a:pt x="168787" y="630535"/>
                    <a:pt x="173550" y="628249"/>
                    <a:pt x="177265" y="624534"/>
                  </a:cubicBezTo>
                  <a:cubicBezTo>
                    <a:pt x="179741" y="622153"/>
                    <a:pt x="181742" y="619200"/>
                    <a:pt x="183075" y="615962"/>
                  </a:cubicBezTo>
                  <a:cubicBezTo>
                    <a:pt x="183170" y="615771"/>
                    <a:pt x="183266" y="615581"/>
                    <a:pt x="183361" y="615295"/>
                  </a:cubicBezTo>
                  <a:cubicBezTo>
                    <a:pt x="183932" y="613675"/>
                    <a:pt x="184504" y="612056"/>
                    <a:pt x="184694" y="610247"/>
                  </a:cubicBezTo>
                  <a:cubicBezTo>
                    <a:pt x="185075" y="607484"/>
                    <a:pt x="184980" y="604722"/>
                    <a:pt x="184409" y="602245"/>
                  </a:cubicBezTo>
                  <a:cubicBezTo>
                    <a:pt x="183361" y="597483"/>
                    <a:pt x="180599" y="593673"/>
                    <a:pt x="176788" y="591387"/>
                  </a:cubicBezTo>
                  <a:cubicBezTo>
                    <a:pt x="177646" y="590435"/>
                    <a:pt x="178503" y="589387"/>
                    <a:pt x="179360" y="588434"/>
                  </a:cubicBezTo>
                  <a:cubicBezTo>
                    <a:pt x="179455" y="588339"/>
                    <a:pt x="179455" y="588339"/>
                    <a:pt x="179551" y="588244"/>
                  </a:cubicBezTo>
                  <a:cubicBezTo>
                    <a:pt x="186694" y="580719"/>
                    <a:pt x="194219" y="573766"/>
                    <a:pt x="202125" y="567479"/>
                  </a:cubicBezTo>
                  <a:cubicBezTo>
                    <a:pt x="203839" y="566146"/>
                    <a:pt x="205554" y="564812"/>
                    <a:pt x="207364" y="563479"/>
                  </a:cubicBezTo>
                  <a:cubicBezTo>
                    <a:pt x="210793" y="560907"/>
                    <a:pt x="214222" y="558335"/>
                    <a:pt x="217651" y="556049"/>
                  </a:cubicBezTo>
                  <a:cubicBezTo>
                    <a:pt x="218984" y="563003"/>
                    <a:pt x="220699" y="569670"/>
                    <a:pt x="222509" y="576242"/>
                  </a:cubicBezTo>
                  <a:cubicBezTo>
                    <a:pt x="217175" y="577576"/>
                    <a:pt x="212221" y="581195"/>
                    <a:pt x="208983" y="586815"/>
                  </a:cubicBezTo>
                  <a:cubicBezTo>
                    <a:pt x="205363" y="593578"/>
                    <a:pt x="205554" y="601198"/>
                    <a:pt x="208697" y="606818"/>
                  </a:cubicBezTo>
                  <a:cubicBezTo>
                    <a:pt x="208697" y="606818"/>
                    <a:pt x="208697" y="606818"/>
                    <a:pt x="208697" y="606818"/>
                  </a:cubicBezTo>
                  <a:cubicBezTo>
                    <a:pt x="208697" y="606818"/>
                    <a:pt x="208697" y="606818"/>
                    <a:pt x="208697" y="606818"/>
                  </a:cubicBezTo>
                  <a:cubicBezTo>
                    <a:pt x="209364" y="608056"/>
                    <a:pt x="210221" y="609199"/>
                    <a:pt x="211269" y="610247"/>
                  </a:cubicBezTo>
                  <a:cubicBezTo>
                    <a:pt x="211364" y="610342"/>
                    <a:pt x="211555" y="610532"/>
                    <a:pt x="211650" y="610628"/>
                  </a:cubicBezTo>
                  <a:cubicBezTo>
                    <a:pt x="212698" y="611675"/>
                    <a:pt x="213936" y="612628"/>
                    <a:pt x="215269" y="613295"/>
                  </a:cubicBezTo>
                  <a:cubicBezTo>
                    <a:pt x="221746" y="616628"/>
                    <a:pt x="229367" y="615104"/>
                    <a:pt x="235082" y="610247"/>
                  </a:cubicBezTo>
                  <a:cubicBezTo>
                    <a:pt x="235177" y="610437"/>
                    <a:pt x="235272" y="610628"/>
                    <a:pt x="235272" y="610818"/>
                  </a:cubicBezTo>
                  <a:cubicBezTo>
                    <a:pt x="243463" y="627963"/>
                    <a:pt x="253560" y="643774"/>
                    <a:pt x="265371" y="657967"/>
                  </a:cubicBezTo>
                  <a:cubicBezTo>
                    <a:pt x="272038" y="665968"/>
                    <a:pt x="279277" y="673397"/>
                    <a:pt x="287088" y="680446"/>
                  </a:cubicBezTo>
                  <a:cubicBezTo>
                    <a:pt x="284611" y="686447"/>
                    <a:pt x="285564" y="693019"/>
                    <a:pt x="288993" y="697876"/>
                  </a:cubicBezTo>
                  <a:cubicBezTo>
                    <a:pt x="288993" y="697876"/>
                    <a:pt x="288993" y="697876"/>
                    <a:pt x="288993" y="697876"/>
                  </a:cubicBezTo>
                  <a:cubicBezTo>
                    <a:pt x="288993" y="697876"/>
                    <a:pt x="288993" y="697876"/>
                    <a:pt x="288993" y="697876"/>
                  </a:cubicBezTo>
                  <a:cubicBezTo>
                    <a:pt x="289850" y="699020"/>
                    <a:pt x="290708" y="700067"/>
                    <a:pt x="291850" y="701020"/>
                  </a:cubicBezTo>
                  <a:cubicBezTo>
                    <a:pt x="291946" y="701115"/>
                    <a:pt x="292136" y="701210"/>
                    <a:pt x="292232" y="701401"/>
                  </a:cubicBezTo>
                  <a:cubicBezTo>
                    <a:pt x="293375" y="702353"/>
                    <a:pt x="294613" y="703210"/>
                    <a:pt x="296042" y="703782"/>
                  </a:cubicBezTo>
                  <a:cubicBezTo>
                    <a:pt x="297184" y="704258"/>
                    <a:pt x="298327" y="704639"/>
                    <a:pt x="299470" y="704925"/>
                  </a:cubicBezTo>
                  <a:cubicBezTo>
                    <a:pt x="300613" y="705211"/>
                    <a:pt x="301757" y="705306"/>
                    <a:pt x="302900" y="705401"/>
                  </a:cubicBezTo>
                  <a:cubicBezTo>
                    <a:pt x="305185" y="705497"/>
                    <a:pt x="307471" y="705116"/>
                    <a:pt x="309567" y="704354"/>
                  </a:cubicBezTo>
                  <a:cubicBezTo>
                    <a:pt x="311186" y="703782"/>
                    <a:pt x="312710" y="702830"/>
                    <a:pt x="314139" y="701782"/>
                  </a:cubicBezTo>
                  <a:cubicBezTo>
                    <a:pt x="326426" y="710164"/>
                    <a:pt x="339666" y="717689"/>
                    <a:pt x="353477" y="724166"/>
                  </a:cubicBezTo>
                  <a:cubicBezTo>
                    <a:pt x="353477" y="724166"/>
                    <a:pt x="353477" y="724166"/>
                    <a:pt x="353477" y="724166"/>
                  </a:cubicBezTo>
                  <a:lnTo>
                    <a:pt x="355668" y="725213"/>
                  </a:lnTo>
                  <a:cubicBezTo>
                    <a:pt x="371099" y="732262"/>
                    <a:pt x="385862" y="737977"/>
                    <a:pt x="400054" y="742644"/>
                  </a:cubicBezTo>
                  <a:cubicBezTo>
                    <a:pt x="401388" y="747407"/>
                    <a:pt x="404912" y="751407"/>
                    <a:pt x="409484" y="753788"/>
                  </a:cubicBezTo>
                  <a:lnTo>
                    <a:pt x="409484" y="753788"/>
                  </a:lnTo>
                  <a:cubicBezTo>
                    <a:pt x="409484" y="753788"/>
                    <a:pt x="409484" y="753788"/>
                    <a:pt x="409484" y="753788"/>
                  </a:cubicBezTo>
                  <a:cubicBezTo>
                    <a:pt x="410722" y="754455"/>
                    <a:pt x="412056" y="754931"/>
                    <a:pt x="413389" y="755312"/>
                  </a:cubicBezTo>
                  <a:cubicBezTo>
                    <a:pt x="413580" y="755408"/>
                    <a:pt x="413770" y="755408"/>
                    <a:pt x="413866" y="755503"/>
                  </a:cubicBezTo>
                  <a:cubicBezTo>
                    <a:pt x="415294" y="755884"/>
                    <a:pt x="416723" y="756170"/>
                    <a:pt x="418247" y="756170"/>
                  </a:cubicBezTo>
                  <a:cubicBezTo>
                    <a:pt x="423581" y="756360"/>
                    <a:pt x="427867" y="754455"/>
                    <a:pt x="430630" y="751312"/>
                  </a:cubicBezTo>
                  <a:cubicBezTo>
                    <a:pt x="433392" y="751979"/>
                    <a:pt x="436345" y="752741"/>
                    <a:pt x="439107" y="753407"/>
                  </a:cubicBezTo>
                  <a:cubicBezTo>
                    <a:pt x="464348" y="758837"/>
                    <a:pt x="487208" y="761218"/>
                    <a:pt x="506353" y="760932"/>
                  </a:cubicBezTo>
                  <a:cubicBezTo>
                    <a:pt x="525975" y="760551"/>
                    <a:pt x="542358" y="757884"/>
                    <a:pt x="555407" y="752931"/>
                  </a:cubicBezTo>
                  <a:cubicBezTo>
                    <a:pt x="558646" y="756360"/>
                    <a:pt x="563218" y="759027"/>
                    <a:pt x="567980" y="760075"/>
                  </a:cubicBezTo>
                  <a:cubicBezTo>
                    <a:pt x="573981" y="761313"/>
                    <a:pt x="578934" y="759884"/>
                    <a:pt x="581506" y="756741"/>
                  </a:cubicBezTo>
                  <a:cubicBezTo>
                    <a:pt x="581506" y="756741"/>
                    <a:pt x="581506" y="756741"/>
                    <a:pt x="581506" y="756741"/>
                  </a:cubicBezTo>
                  <a:cubicBezTo>
                    <a:pt x="581506" y="756741"/>
                    <a:pt x="581506" y="756646"/>
                    <a:pt x="581506" y="756646"/>
                  </a:cubicBezTo>
                  <a:cubicBezTo>
                    <a:pt x="582077" y="755979"/>
                    <a:pt x="582458" y="755217"/>
                    <a:pt x="582744" y="754360"/>
                  </a:cubicBezTo>
                  <a:cubicBezTo>
                    <a:pt x="582839" y="754169"/>
                    <a:pt x="582839" y="754074"/>
                    <a:pt x="582934" y="753883"/>
                  </a:cubicBezTo>
                  <a:cubicBezTo>
                    <a:pt x="583220" y="752931"/>
                    <a:pt x="583316" y="751979"/>
                    <a:pt x="583316" y="750835"/>
                  </a:cubicBezTo>
                  <a:cubicBezTo>
                    <a:pt x="583030" y="746930"/>
                    <a:pt x="580649" y="742834"/>
                    <a:pt x="577124" y="739501"/>
                  </a:cubicBezTo>
                  <a:cubicBezTo>
                    <a:pt x="579410" y="737215"/>
                    <a:pt x="581410" y="734833"/>
                    <a:pt x="583125" y="732262"/>
                  </a:cubicBezTo>
                  <a:cubicBezTo>
                    <a:pt x="597032" y="712640"/>
                    <a:pt x="593984" y="683494"/>
                    <a:pt x="577791" y="647394"/>
                  </a:cubicBezTo>
                  <a:cubicBezTo>
                    <a:pt x="570457" y="631202"/>
                    <a:pt x="559979" y="613771"/>
                    <a:pt x="546835" y="595578"/>
                  </a:cubicBezTo>
                  <a:cubicBezTo>
                    <a:pt x="549692" y="592435"/>
                    <a:pt x="550740" y="588053"/>
                    <a:pt x="549978" y="583672"/>
                  </a:cubicBezTo>
                  <a:cubicBezTo>
                    <a:pt x="549597" y="581576"/>
                    <a:pt x="548835" y="579481"/>
                    <a:pt x="547692" y="577481"/>
                  </a:cubicBezTo>
                  <a:cubicBezTo>
                    <a:pt x="547120" y="576433"/>
                    <a:pt x="546454" y="575480"/>
                    <a:pt x="545596" y="574528"/>
                  </a:cubicBezTo>
                  <a:cubicBezTo>
                    <a:pt x="544834" y="573575"/>
                    <a:pt x="543977" y="572718"/>
                    <a:pt x="543025" y="571956"/>
                  </a:cubicBezTo>
                  <a:cubicBezTo>
                    <a:pt x="540358" y="569670"/>
                    <a:pt x="537119" y="568146"/>
                    <a:pt x="533976" y="567574"/>
                  </a:cubicBezTo>
                  <a:cubicBezTo>
                    <a:pt x="531023" y="567003"/>
                    <a:pt x="528070" y="567289"/>
                    <a:pt x="525403" y="568337"/>
                  </a:cubicBezTo>
                  <a:cubicBezTo>
                    <a:pt x="514164" y="555097"/>
                    <a:pt x="501496" y="541762"/>
                    <a:pt x="487303" y="528617"/>
                  </a:cubicBezTo>
                  <a:cubicBezTo>
                    <a:pt x="482065" y="523760"/>
                    <a:pt x="476635" y="519187"/>
                    <a:pt x="471111" y="514711"/>
                  </a:cubicBezTo>
                  <a:cubicBezTo>
                    <a:pt x="471111" y="514711"/>
                    <a:pt x="471111" y="514711"/>
                    <a:pt x="471111" y="514711"/>
                  </a:cubicBezTo>
                  <a:cubicBezTo>
                    <a:pt x="471111" y="514711"/>
                    <a:pt x="471111" y="514711"/>
                    <a:pt x="471111" y="514711"/>
                  </a:cubicBezTo>
                  <a:cubicBezTo>
                    <a:pt x="468634" y="512711"/>
                    <a:pt x="466253" y="510806"/>
                    <a:pt x="463682" y="508900"/>
                  </a:cubicBezTo>
                  <a:cubicBezTo>
                    <a:pt x="464253" y="508234"/>
                    <a:pt x="464825" y="507472"/>
                    <a:pt x="465396" y="506710"/>
                  </a:cubicBezTo>
                  <a:cubicBezTo>
                    <a:pt x="467206" y="503662"/>
                    <a:pt x="467968" y="500233"/>
                    <a:pt x="467872" y="496899"/>
                  </a:cubicBezTo>
                  <a:cubicBezTo>
                    <a:pt x="467682" y="493565"/>
                    <a:pt x="466539" y="490232"/>
                    <a:pt x="464539" y="487374"/>
                  </a:cubicBezTo>
                  <a:cubicBezTo>
                    <a:pt x="463205" y="485469"/>
                    <a:pt x="461491" y="483850"/>
                    <a:pt x="459395" y="482516"/>
                  </a:cubicBezTo>
                  <a:cubicBezTo>
                    <a:pt x="456252" y="480516"/>
                    <a:pt x="452823" y="479659"/>
                    <a:pt x="449394" y="479849"/>
                  </a:cubicBezTo>
                  <a:cubicBezTo>
                    <a:pt x="446727" y="479945"/>
                    <a:pt x="444060" y="480802"/>
                    <a:pt x="441679" y="482040"/>
                  </a:cubicBezTo>
                  <a:cubicBezTo>
                    <a:pt x="440059" y="482897"/>
                    <a:pt x="438440" y="484040"/>
                    <a:pt x="437107" y="485469"/>
                  </a:cubicBezTo>
                  <a:cubicBezTo>
                    <a:pt x="436250" y="486326"/>
                    <a:pt x="435583" y="487279"/>
                    <a:pt x="434916" y="488327"/>
                  </a:cubicBezTo>
                  <a:cubicBezTo>
                    <a:pt x="434630" y="488803"/>
                    <a:pt x="434535" y="489279"/>
                    <a:pt x="434249" y="489755"/>
                  </a:cubicBezTo>
                  <a:cubicBezTo>
                    <a:pt x="420343" y="482040"/>
                    <a:pt x="405865" y="475658"/>
                    <a:pt x="390910" y="470991"/>
                  </a:cubicBezTo>
                  <a:cubicBezTo>
                    <a:pt x="379290" y="467372"/>
                    <a:pt x="367288" y="464704"/>
                    <a:pt x="355096" y="462990"/>
                  </a:cubicBezTo>
                  <a:cubicBezTo>
                    <a:pt x="355192" y="462895"/>
                    <a:pt x="355192" y="462799"/>
                    <a:pt x="355287" y="462799"/>
                  </a:cubicBezTo>
                  <a:cubicBezTo>
                    <a:pt x="357287" y="459275"/>
                    <a:pt x="358240" y="455561"/>
                    <a:pt x="358049" y="451941"/>
                  </a:cubicBezTo>
                  <a:cubicBezTo>
                    <a:pt x="357859" y="447083"/>
                    <a:pt x="355859" y="442607"/>
                    <a:pt x="352334" y="439463"/>
                  </a:cubicBezTo>
                  <a:cubicBezTo>
                    <a:pt x="351477" y="438701"/>
                    <a:pt x="350429" y="438035"/>
                    <a:pt x="349382" y="437463"/>
                  </a:cubicBezTo>
                  <a:cubicBezTo>
                    <a:pt x="347191" y="436320"/>
                    <a:pt x="344809" y="435653"/>
                    <a:pt x="342428" y="435558"/>
                  </a:cubicBezTo>
                  <a:cubicBezTo>
                    <a:pt x="340047" y="435463"/>
                    <a:pt x="337570" y="435844"/>
                    <a:pt x="335189" y="436701"/>
                  </a:cubicBezTo>
                  <a:cubicBezTo>
                    <a:pt x="334046" y="437082"/>
                    <a:pt x="332808" y="437653"/>
                    <a:pt x="331760" y="438320"/>
                  </a:cubicBezTo>
                  <a:cubicBezTo>
                    <a:pt x="329474" y="439558"/>
                    <a:pt x="327474" y="441273"/>
                    <a:pt x="325664" y="443369"/>
                  </a:cubicBezTo>
                  <a:cubicBezTo>
                    <a:pt x="324807" y="444416"/>
                    <a:pt x="323950" y="445559"/>
                    <a:pt x="323283" y="446702"/>
                  </a:cubicBezTo>
                  <a:cubicBezTo>
                    <a:pt x="322521" y="448131"/>
                    <a:pt x="321950" y="449655"/>
                    <a:pt x="321473" y="451084"/>
                  </a:cubicBezTo>
                  <a:cubicBezTo>
                    <a:pt x="321378" y="451465"/>
                    <a:pt x="321283" y="451750"/>
                    <a:pt x="321283" y="452036"/>
                  </a:cubicBezTo>
                  <a:cubicBezTo>
                    <a:pt x="320902" y="453465"/>
                    <a:pt x="320711" y="454799"/>
                    <a:pt x="320711" y="456227"/>
                  </a:cubicBezTo>
                  <a:cubicBezTo>
                    <a:pt x="320711" y="456227"/>
                    <a:pt x="320711" y="456227"/>
                    <a:pt x="320711" y="456227"/>
                  </a:cubicBezTo>
                  <a:lnTo>
                    <a:pt x="320711" y="456227"/>
                  </a:lnTo>
                  <a:cubicBezTo>
                    <a:pt x="320711" y="457847"/>
                    <a:pt x="320807" y="459466"/>
                    <a:pt x="321092" y="460895"/>
                  </a:cubicBezTo>
                  <a:cubicBezTo>
                    <a:pt x="313663" y="461085"/>
                    <a:pt x="306233" y="461657"/>
                    <a:pt x="298613" y="462514"/>
                  </a:cubicBezTo>
                  <a:cubicBezTo>
                    <a:pt x="299566" y="459180"/>
                    <a:pt x="299947" y="455751"/>
                    <a:pt x="299185" y="452322"/>
                  </a:cubicBezTo>
                  <a:cubicBezTo>
                    <a:pt x="298899" y="450798"/>
                    <a:pt x="298327" y="449369"/>
                    <a:pt x="297661" y="448036"/>
                  </a:cubicBezTo>
                  <a:cubicBezTo>
                    <a:pt x="297566" y="447845"/>
                    <a:pt x="297470" y="447750"/>
                    <a:pt x="297375" y="447655"/>
                  </a:cubicBezTo>
                  <a:cubicBezTo>
                    <a:pt x="294899" y="443178"/>
                    <a:pt x="290612" y="440225"/>
                    <a:pt x="285469" y="439654"/>
                  </a:cubicBezTo>
                  <a:cubicBezTo>
                    <a:pt x="296708" y="405935"/>
                    <a:pt x="316425" y="373074"/>
                    <a:pt x="344143" y="344975"/>
                  </a:cubicBezTo>
                  <a:cubicBezTo>
                    <a:pt x="354620" y="334593"/>
                    <a:pt x="365860" y="325449"/>
                    <a:pt x="377480" y="317353"/>
                  </a:cubicBezTo>
                  <a:cubicBezTo>
                    <a:pt x="378718" y="321925"/>
                    <a:pt x="381957" y="325735"/>
                    <a:pt x="386624" y="327545"/>
                  </a:cubicBezTo>
                  <a:cubicBezTo>
                    <a:pt x="394339" y="330497"/>
                    <a:pt x="403960" y="327925"/>
                    <a:pt x="410246" y="321353"/>
                  </a:cubicBezTo>
                  <a:cubicBezTo>
                    <a:pt x="410342" y="321258"/>
                    <a:pt x="410437" y="321163"/>
                    <a:pt x="410532" y="321068"/>
                  </a:cubicBezTo>
                  <a:cubicBezTo>
                    <a:pt x="411675" y="319829"/>
                    <a:pt x="412818" y="318400"/>
                    <a:pt x="413675" y="316877"/>
                  </a:cubicBezTo>
                  <a:cubicBezTo>
                    <a:pt x="417771" y="309828"/>
                    <a:pt x="417485" y="301922"/>
                    <a:pt x="413580" y="296493"/>
                  </a:cubicBezTo>
                  <a:cubicBezTo>
                    <a:pt x="419295" y="293826"/>
                    <a:pt x="425105" y="291349"/>
                    <a:pt x="430916" y="289159"/>
                  </a:cubicBezTo>
                  <a:cubicBezTo>
                    <a:pt x="433487" y="288206"/>
                    <a:pt x="436059" y="287349"/>
                    <a:pt x="438821" y="286397"/>
                  </a:cubicBezTo>
                  <a:cubicBezTo>
                    <a:pt x="441012" y="285635"/>
                    <a:pt x="443298" y="284873"/>
                    <a:pt x="445489" y="284206"/>
                  </a:cubicBezTo>
                  <a:cubicBezTo>
                    <a:pt x="451680" y="282396"/>
                    <a:pt x="458157" y="280682"/>
                    <a:pt x="464729" y="279253"/>
                  </a:cubicBezTo>
                  <a:cubicBezTo>
                    <a:pt x="463396" y="286206"/>
                    <a:pt x="462348" y="293064"/>
                    <a:pt x="461586" y="299827"/>
                  </a:cubicBezTo>
                  <a:cubicBezTo>
                    <a:pt x="456157" y="299065"/>
                    <a:pt x="450156" y="300589"/>
                    <a:pt x="445108" y="304494"/>
                  </a:cubicBezTo>
                  <a:cubicBezTo>
                    <a:pt x="439012" y="309161"/>
                    <a:pt x="436345" y="316305"/>
                    <a:pt x="437107" y="322687"/>
                  </a:cubicBezTo>
                  <a:lnTo>
                    <a:pt x="437107" y="322687"/>
                  </a:lnTo>
                  <a:cubicBezTo>
                    <a:pt x="437107" y="322687"/>
                    <a:pt x="437107" y="322687"/>
                    <a:pt x="437107" y="322687"/>
                  </a:cubicBezTo>
                  <a:cubicBezTo>
                    <a:pt x="437297" y="324115"/>
                    <a:pt x="437678" y="325544"/>
                    <a:pt x="438154" y="326878"/>
                  </a:cubicBezTo>
                  <a:cubicBezTo>
                    <a:pt x="438250" y="327068"/>
                    <a:pt x="438250" y="327259"/>
                    <a:pt x="438345" y="327449"/>
                  </a:cubicBezTo>
                  <a:cubicBezTo>
                    <a:pt x="438917" y="328783"/>
                    <a:pt x="439678" y="330116"/>
                    <a:pt x="440631" y="331259"/>
                  </a:cubicBezTo>
                  <a:cubicBezTo>
                    <a:pt x="441393" y="332212"/>
                    <a:pt x="442345" y="333069"/>
                    <a:pt x="443298" y="333736"/>
                  </a:cubicBezTo>
                  <a:cubicBezTo>
                    <a:pt x="446155" y="335831"/>
                    <a:pt x="449584" y="336974"/>
                    <a:pt x="453204" y="337070"/>
                  </a:cubicBezTo>
                  <a:cubicBezTo>
                    <a:pt x="455490" y="337165"/>
                    <a:pt x="457776" y="336784"/>
                    <a:pt x="460062" y="336022"/>
                  </a:cubicBezTo>
                  <a:cubicBezTo>
                    <a:pt x="460062" y="336212"/>
                    <a:pt x="460062" y="336403"/>
                    <a:pt x="460062" y="336593"/>
                  </a:cubicBezTo>
                  <a:cubicBezTo>
                    <a:pt x="461110" y="355643"/>
                    <a:pt x="464539" y="374122"/>
                    <a:pt x="470063" y="391743"/>
                  </a:cubicBezTo>
                  <a:cubicBezTo>
                    <a:pt x="473111" y="401649"/>
                    <a:pt x="477017" y="411365"/>
                    <a:pt x="481493" y="420794"/>
                  </a:cubicBezTo>
                  <a:cubicBezTo>
                    <a:pt x="476826" y="425271"/>
                    <a:pt x="475207" y="431748"/>
                    <a:pt x="476540" y="437558"/>
                  </a:cubicBezTo>
                  <a:cubicBezTo>
                    <a:pt x="476540" y="437558"/>
                    <a:pt x="476540" y="437558"/>
                    <a:pt x="476540" y="437558"/>
                  </a:cubicBezTo>
                  <a:cubicBezTo>
                    <a:pt x="476540" y="437558"/>
                    <a:pt x="476540" y="437558"/>
                    <a:pt x="476540" y="437558"/>
                  </a:cubicBezTo>
                  <a:cubicBezTo>
                    <a:pt x="476826" y="438892"/>
                    <a:pt x="477302" y="440225"/>
                    <a:pt x="477969" y="441464"/>
                  </a:cubicBezTo>
                  <a:cubicBezTo>
                    <a:pt x="478064" y="441654"/>
                    <a:pt x="478159" y="441845"/>
                    <a:pt x="478255" y="442035"/>
                  </a:cubicBezTo>
                  <a:cubicBezTo>
                    <a:pt x="478921" y="443369"/>
                    <a:pt x="479779" y="444607"/>
                    <a:pt x="480826" y="445654"/>
                  </a:cubicBezTo>
                  <a:cubicBezTo>
                    <a:pt x="480826" y="445654"/>
                    <a:pt x="480826" y="445654"/>
                    <a:pt x="480826" y="445654"/>
                  </a:cubicBezTo>
                  <a:cubicBezTo>
                    <a:pt x="482541" y="447464"/>
                    <a:pt x="484541" y="448798"/>
                    <a:pt x="486637" y="449750"/>
                  </a:cubicBezTo>
                  <a:cubicBezTo>
                    <a:pt x="490351" y="451370"/>
                    <a:pt x="494447" y="451655"/>
                    <a:pt x="498352" y="450607"/>
                  </a:cubicBezTo>
                  <a:cubicBezTo>
                    <a:pt x="506544" y="463085"/>
                    <a:pt x="515783" y="474991"/>
                    <a:pt x="526166" y="486326"/>
                  </a:cubicBezTo>
                  <a:cubicBezTo>
                    <a:pt x="526166" y="486326"/>
                    <a:pt x="526166" y="486326"/>
                    <a:pt x="526166" y="486326"/>
                  </a:cubicBezTo>
                  <a:lnTo>
                    <a:pt x="527785" y="488136"/>
                  </a:lnTo>
                  <a:cubicBezTo>
                    <a:pt x="539310" y="500614"/>
                    <a:pt x="550835" y="511472"/>
                    <a:pt x="562170" y="521188"/>
                  </a:cubicBezTo>
                  <a:cubicBezTo>
                    <a:pt x="561599" y="526141"/>
                    <a:pt x="563408" y="531189"/>
                    <a:pt x="566742" y="535094"/>
                  </a:cubicBezTo>
                  <a:lnTo>
                    <a:pt x="566742" y="535094"/>
                  </a:lnTo>
                  <a:cubicBezTo>
                    <a:pt x="566742" y="535094"/>
                    <a:pt x="566742" y="535094"/>
                    <a:pt x="566742" y="535094"/>
                  </a:cubicBezTo>
                  <a:cubicBezTo>
                    <a:pt x="567599" y="536142"/>
                    <a:pt x="568647" y="537190"/>
                    <a:pt x="569790" y="538047"/>
                  </a:cubicBezTo>
                  <a:cubicBezTo>
                    <a:pt x="569885" y="538142"/>
                    <a:pt x="570076" y="538237"/>
                    <a:pt x="570171" y="538428"/>
                  </a:cubicBezTo>
                  <a:cubicBezTo>
                    <a:pt x="571314" y="539285"/>
                    <a:pt x="572552" y="540143"/>
                    <a:pt x="573981" y="540714"/>
                  </a:cubicBezTo>
                  <a:cubicBezTo>
                    <a:pt x="578267" y="542714"/>
                    <a:pt x="582649" y="542810"/>
                    <a:pt x="586268" y="541381"/>
                  </a:cubicBezTo>
                  <a:cubicBezTo>
                    <a:pt x="586649" y="541286"/>
                    <a:pt x="586935" y="541000"/>
                    <a:pt x="587316" y="540904"/>
                  </a:cubicBezTo>
                  <a:cubicBezTo>
                    <a:pt x="589697" y="542619"/>
                    <a:pt x="592078" y="544429"/>
                    <a:pt x="594364" y="546048"/>
                  </a:cubicBezTo>
                  <a:cubicBezTo>
                    <a:pt x="615796" y="560907"/>
                    <a:pt x="635798" y="571575"/>
                    <a:pt x="653610" y="578528"/>
                  </a:cubicBezTo>
                  <a:cubicBezTo>
                    <a:pt x="671517" y="585577"/>
                    <a:pt x="687709" y="589673"/>
                    <a:pt x="701235" y="589768"/>
                  </a:cubicBezTo>
                  <a:cubicBezTo>
                    <a:pt x="701521" y="589768"/>
                    <a:pt x="701807" y="589768"/>
                    <a:pt x="701997" y="589768"/>
                  </a:cubicBezTo>
                  <a:cubicBezTo>
                    <a:pt x="703711" y="594149"/>
                    <a:pt x="706855" y="598340"/>
                    <a:pt x="710951" y="601198"/>
                  </a:cubicBezTo>
                  <a:cubicBezTo>
                    <a:pt x="717237" y="605579"/>
                    <a:pt x="723714" y="605579"/>
                    <a:pt x="727048" y="601579"/>
                  </a:cubicBezTo>
                  <a:cubicBezTo>
                    <a:pt x="727143" y="601483"/>
                    <a:pt x="727238" y="601388"/>
                    <a:pt x="727238" y="601293"/>
                  </a:cubicBezTo>
                  <a:cubicBezTo>
                    <a:pt x="727810" y="600531"/>
                    <a:pt x="728381" y="599578"/>
                    <a:pt x="728762" y="598531"/>
                  </a:cubicBezTo>
                  <a:cubicBezTo>
                    <a:pt x="729048" y="597674"/>
                    <a:pt x="729238" y="596721"/>
                    <a:pt x="729334" y="595769"/>
                  </a:cubicBezTo>
                  <a:cubicBezTo>
                    <a:pt x="729524" y="593864"/>
                    <a:pt x="729334" y="591768"/>
                    <a:pt x="728858" y="589673"/>
                  </a:cubicBezTo>
                  <a:cubicBezTo>
                    <a:pt x="728572" y="588339"/>
                    <a:pt x="728000" y="586910"/>
                    <a:pt x="727429" y="585577"/>
                  </a:cubicBezTo>
                  <a:cubicBezTo>
                    <a:pt x="730382" y="584339"/>
                    <a:pt x="733144" y="583005"/>
                    <a:pt x="735811" y="581291"/>
                  </a:cubicBezTo>
                  <a:cubicBezTo>
                    <a:pt x="746002" y="574814"/>
                    <a:pt x="752860" y="564241"/>
                    <a:pt x="757528" y="551001"/>
                  </a:cubicBezTo>
                  <a:cubicBezTo>
                    <a:pt x="759814" y="544238"/>
                    <a:pt x="761338" y="536523"/>
                    <a:pt x="762195" y="528046"/>
                  </a:cubicBezTo>
                  <a:cubicBezTo>
                    <a:pt x="763243" y="519759"/>
                    <a:pt x="763528" y="510615"/>
                    <a:pt x="763147" y="500709"/>
                  </a:cubicBezTo>
                  <a:cubicBezTo>
                    <a:pt x="762385" y="482802"/>
                    <a:pt x="759433" y="462609"/>
                    <a:pt x="754289" y="440987"/>
                  </a:cubicBezTo>
                  <a:cubicBezTo>
                    <a:pt x="760766" y="438035"/>
                    <a:pt x="763814" y="429653"/>
                    <a:pt x="761147" y="421080"/>
                  </a:cubicBezTo>
                  <a:cubicBezTo>
                    <a:pt x="760385" y="418699"/>
                    <a:pt x="759337" y="416603"/>
                    <a:pt x="757909" y="414794"/>
                  </a:cubicBezTo>
                  <a:cubicBezTo>
                    <a:pt x="757242" y="413841"/>
                    <a:pt x="756480" y="413079"/>
                    <a:pt x="755623" y="412317"/>
                  </a:cubicBezTo>
                  <a:cubicBezTo>
                    <a:pt x="752575" y="409460"/>
                    <a:pt x="748765" y="407840"/>
                    <a:pt x="744859" y="407745"/>
                  </a:cubicBezTo>
                  <a:cubicBezTo>
                    <a:pt x="739430" y="391267"/>
                    <a:pt x="732858" y="374122"/>
                    <a:pt x="724762" y="356405"/>
                  </a:cubicBezTo>
                  <a:cubicBezTo>
                    <a:pt x="721809" y="349928"/>
                    <a:pt x="718475" y="343642"/>
                    <a:pt x="715142" y="337450"/>
                  </a:cubicBezTo>
                  <a:cubicBezTo>
                    <a:pt x="715142" y="337450"/>
                    <a:pt x="715142" y="337450"/>
                    <a:pt x="715142" y="337355"/>
                  </a:cubicBezTo>
                  <a:cubicBezTo>
                    <a:pt x="715142" y="337355"/>
                    <a:pt x="715142" y="337355"/>
                    <a:pt x="715142" y="337355"/>
                  </a:cubicBezTo>
                  <a:cubicBezTo>
                    <a:pt x="713618" y="334593"/>
                    <a:pt x="712093" y="331831"/>
                    <a:pt x="710569" y="329164"/>
                  </a:cubicBezTo>
                  <a:cubicBezTo>
                    <a:pt x="711427" y="328783"/>
                    <a:pt x="712189" y="328307"/>
                    <a:pt x="712951" y="327735"/>
                  </a:cubicBezTo>
                  <a:cubicBezTo>
                    <a:pt x="720571" y="322115"/>
                    <a:pt x="722285" y="310971"/>
                    <a:pt x="716570" y="302970"/>
                  </a:cubicBezTo>
                  <a:cubicBezTo>
                    <a:pt x="715142" y="300970"/>
                    <a:pt x="713427" y="299350"/>
                    <a:pt x="711427" y="298112"/>
                  </a:cubicBezTo>
                  <a:cubicBezTo>
                    <a:pt x="706474" y="295160"/>
                    <a:pt x="700283" y="294683"/>
                    <a:pt x="694853" y="297160"/>
                  </a:cubicBezTo>
                  <a:cubicBezTo>
                    <a:pt x="693805" y="297636"/>
                    <a:pt x="692758" y="298303"/>
                    <a:pt x="691710" y="298970"/>
                  </a:cubicBezTo>
                  <a:cubicBezTo>
                    <a:pt x="691234" y="299255"/>
                    <a:pt x="690948" y="299636"/>
                    <a:pt x="690567" y="300017"/>
                  </a:cubicBezTo>
                  <a:cubicBezTo>
                    <a:pt x="680661" y="287540"/>
                    <a:pt x="669707" y="276014"/>
                    <a:pt x="657610" y="266013"/>
                  </a:cubicBezTo>
                  <a:cubicBezTo>
                    <a:pt x="648276" y="258203"/>
                    <a:pt x="638179" y="251344"/>
                    <a:pt x="627511" y="245058"/>
                  </a:cubicBezTo>
                  <a:cubicBezTo>
                    <a:pt x="627607" y="244963"/>
                    <a:pt x="627702" y="244963"/>
                    <a:pt x="627797" y="244868"/>
                  </a:cubicBezTo>
                  <a:cubicBezTo>
                    <a:pt x="636275" y="238295"/>
                    <a:pt x="638275" y="226675"/>
                    <a:pt x="631988" y="219055"/>
                  </a:cubicBezTo>
                  <a:cubicBezTo>
                    <a:pt x="628845" y="215245"/>
                    <a:pt x="624178" y="213244"/>
                    <a:pt x="619129" y="212959"/>
                  </a:cubicBezTo>
                  <a:cubicBezTo>
                    <a:pt x="617891" y="212864"/>
                    <a:pt x="616558" y="212959"/>
                    <a:pt x="615319" y="213149"/>
                  </a:cubicBezTo>
                  <a:cubicBezTo>
                    <a:pt x="611509" y="213625"/>
                    <a:pt x="607700" y="215149"/>
                    <a:pt x="604366" y="217721"/>
                  </a:cubicBezTo>
                  <a:cubicBezTo>
                    <a:pt x="602937" y="218769"/>
                    <a:pt x="601794" y="220007"/>
                    <a:pt x="600746" y="221245"/>
                  </a:cubicBezTo>
                  <a:cubicBezTo>
                    <a:pt x="600651" y="221341"/>
                    <a:pt x="600651" y="221341"/>
                    <a:pt x="600556" y="221436"/>
                  </a:cubicBezTo>
                  <a:cubicBezTo>
                    <a:pt x="599603" y="222579"/>
                    <a:pt x="598841" y="223912"/>
                    <a:pt x="598270" y="225151"/>
                  </a:cubicBezTo>
                  <a:cubicBezTo>
                    <a:pt x="598270" y="225246"/>
                    <a:pt x="598175" y="225246"/>
                    <a:pt x="598175" y="225341"/>
                  </a:cubicBezTo>
                  <a:cubicBezTo>
                    <a:pt x="598175" y="225341"/>
                    <a:pt x="598175" y="225341"/>
                    <a:pt x="598175" y="225341"/>
                  </a:cubicBezTo>
                  <a:cubicBezTo>
                    <a:pt x="597508" y="226770"/>
                    <a:pt x="597032" y="228294"/>
                    <a:pt x="596746" y="229913"/>
                  </a:cubicBezTo>
                  <a:cubicBezTo>
                    <a:pt x="589793" y="227246"/>
                    <a:pt x="582649" y="224960"/>
                    <a:pt x="575410" y="222960"/>
                  </a:cubicBezTo>
                  <a:cubicBezTo>
                    <a:pt x="577601" y="220293"/>
                    <a:pt x="579125" y="217150"/>
                    <a:pt x="579791" y="213721"/>
                  </a:cubicBezTo>
                  <a:cubicBezTo>
                    <a:pt x="580077" y="212102"/>
                    <a:pt x="580077" y="210673"/>
                    <a:pt x="579982" y="209149"/>
                  </a:cubicBezTo>
                  <a:cubicBezTo>
                    <a:pt x="579982" y="208958"/>
                    <a:pt x="579982" y="208863"/>
                    <a:pt x="579886" y="208673"/>
                  </a:cubicBezTo>
                  <a:cubicBezTo>
                    <a:pt x="579315" y="203529"/>
                    <a:pt x="576458" y="199243"/>
                    <a:pt x="571981" y="196766"/>
                  </a:cubicBezTo>
                  <a:cubicBezTo>
                    <a:pt x="595222" y="169811"/>
                    <a:pt x="626178" y="147141"/>
                    <a:pt x="662659" y="131711"/>
                  </a:cubicBezTo>
                  <a:cubicBezTo>
                    <a:pt x="676279" y="125995"/>
                    <a:pt x="690186" y="121804"/>
                    <a:pt x="704093" y="118757"/>
                  </a:cubicBezTo>
                  <a:cubicBezTo>
                    <a:pt x="703521" y="123424"/>
                    <a:pt x="704950" y="128091"/>
                    <a:pt x="708569" y="131711"/>
                  </a:cubicBezTo>
                  <a:cubicBezTo>
                    <a:pt x="714570" y="137616"/>
                    <a:pt x="724381" y="138664"/>
                    <a:pt x="732668" y="135140"/>
                  </a:cubicBezTo>
                  <a:cubicBezTo>
                    <a:pt x="732858" y="135044"/>
                    <a:pt x="733144" y="134949"/>
                    <a:pt x="733334" y="134854"/>
                  </a:cubicBezTo>
                  <a:cubicBezTo>
                    <a:pt x="734858" y="134092"/>
                    <a:pt x="736382" y="133235"/>
                    <a:pt x="737811" y="132187"/>
                  </a:cubicBezTo>
                  <a:cubicBezTo>
                    <a:pt x="744288" y="127234"/>
                    <a:pt x="747050" y="119804"/>
                    <a:pt x="745526" y="113327"/>
                  </a:cubicBezTo>
                  <a:cubicBezTo>
                    <a:pt x="757813" y="112756"/>
                    <a:pt x="769910" y="113137"/>
                    <a:pt x="781626" y="114375"/>
                  </a:cubicBezTo>
                  <a:cubicBezTo>
                    <a:pt x="782769" y="114470"/>
                    <a:pt x="784007" y="114661"/>
                    <a:pt x="785150" y="114756"/>
                  </a:cubicBezTo>
                  <a:cubicBezTo>
                    <a:pt x="790008" y="115328"/>
                    <a:pt x="794770" y="115994"/>
                    <a:pt x="799438" y="116947"/>
                  </a:cubicBezTo>
                  <a:cubicBezTo>
                    <a:pt x="795533" y="122852"/>
                    <a:pt x="792008" y="128758"/>
                    <a:pt x="788579" y="134854"/>
                  </a:cubicBezTo>
                  <a:cubicBezTo>
                    <a:pt x="783912" y="132091"/>
                    <a:pt x="777816" y="131139"/>
                    <a:pt x="771625" y="132949"/>
                  </a:cubicBezTo>
                  <a:cubicBezTo>
                    <a:pt x="762481" y="135425"/>
                    <a:pt x="756575" y="143045"/>
                    <a:pt x="756480" y="150951"/>
                  </a:cubicBezTo>
                  <a:cubicBezTo>
                    <a:pt x="756480" y="151046"/>
                    <a:pt x="756480" y="151237"/>
                    <a:pt x="756480" y="151332"/>
                  </a:cubicBezTo>
                  <a:cubicBezTo>
                    <a:pt x="756480" y="152856"/>
                    <a:pt x="756670" y="154380"/>
                    <a:pt x="757147" y="155809"/>
                  </a:cubicBezTo>
                  <a:cubicBezTo>
                    <a:pt x="759337" y="162667"/>
                    <a:pt x="765814" y="167048"/>
                    <a:pt x="773339" y="167715"/>
                  </a:cubicBezTo>
                  <a:cubicBezTo>
                    <a:pt x="773244" y="167906"/>
                    <a:pt x="773149" y="168096"/>
                    <a:pt x="773149" y="168286"/>
                  </a:cubicBezTo>
                  <a:cubicBezTo>
                    <a:pt x="766672" y="185908"/>
                    <a:pt x="762862" y="204672"/>
                    <a:pt x="761147" y="223055"/>
                  </a:cubicBezTo>
                  <a:cubicBezTo>
                    <a:pt x="760195" y="233437"/>
                    <a:pt x="760100" y="243915"/>
                    <a:pt x="760576" y="254297"/>
                  </a:cubicBezTo>
                  <a:cubicBezTo>
                    <a:pt x="753051" y="257060"/>
                    <a:pt x="748765" y="264489"/>
                    <a:pt x="749336" y="272014"/>
                  </a:cubicBezTo>
                  <a:cubicBezTo>
                    <a:pt x="749336" y="272204"/>
                    <a:pt x="749336" y="272395"/>
                    <a:pt x="749336" y="272585"/>
                  </a:cubicBezTo>
                  <a:cubicBezTo>
                    <a:pt x="749527" y="274014"/>
                    <a:pt x="749812" y="275538"/>
                    <a:pt x="750289" y="276967"/>
                  </a:cubicBezTo>
                  <a:cubicBezTo>
                    <a:pt x="752765" y="283349"/>
                    <a:pt x="758290" y="287349"/>
                    <a:pt x="764576" y="288302"/>
                  </a:cubicBezTo>
                  <a:cubicBezTo>
                    <a:pt x="767434" y="303637"/>
                    <a:pt x="771720" y="318972"/>
                    <a:pt x="777340" y="334212"/>
                  </a:cubicBezTo>
                  <a:cubicBezTo>
                    <a:pt x="783245" y="350024"/>
                    <a:pt x="789722" y="364502"/>
                    <a:pt x="796485" y="377932"/>
                  </a:cubicBezTo>
                  <a:cubicBezTo>
                    <a:pt x="794009" y="382218"/>
                    <a:pt x="793723" y="387552"/>
                    <a:pt x="795342" y="392600"/>
                  </a:cubicBezTo>
                  <a:lnTo>
                    <a:pt x="795342" y="392600"/>
                  </a:lnTo>
                  <a:cubicBezTo>
                    <a:pt x="795342" y="392600"/>
                    <a:pt x="795342" y="392600"/>
                    <a:pt x="795342" y="392600"/>
                  </a:cubicBezTo>
                  <a:cubicBezTo>
                    <a:pt x="795723" y="393934"/>
                    <a:pt x="796294" y="395267"/>
                    <a:pt x="797057" y="396506"/>
                  </a:cubicBezTo>
                  <a:cubicBezTo>
                    <a:pt x="797152" y="396696"/>
                    <a:pt x="797247" y="396791"/>
                    <a:pt x="797342" y="396982"/>
                  </a:cubicBezTo>
                  <a:cubicBezTo>
                    <a:pt x="798104" y="398220"/>
                    <a:pt x="798961" y="399458"/>
                    <a:pt x="799914" y="400506"/>
                  </a:cubicBezTo>
                  <a:cubicBezTo>
                    <a:pt x="803438" y="404221"/>
                    <a:pt x="807915" y="406031"/>
                    <a:pt x="812106" y="405935"/>
                  </a:cubicBezTo>
                  <a:cubicBezTo>
                    <a:pt x="827536" y="431272"/>
                    <a:pt x="843729" y="451274"/>
                    <a:pt x="858778" y="466038"/>
                  </a:cubicBezTo>
                  <a:cubicBezTo>
                    <a:pt x="872685" y="479754"/>
                    <a:pt x="885925" y="489374"/>
                    <a:pt x="898307" y="494708"/>
                  </a:cubicBezTo>
                  <a:cubicBezTo>
                    <a:pt x="898593" y="494803"/>
                    <a:pt x="898879" y="494899"/>
                    <a:pt x="899164" y="495089"/>
                  </a:cubicBezTo>
                  <a:cubicBezTo>
                    <a:pt x="899069" y="499757"/>
                    <a:pt x="900308" y="504805"/>
                    <a:pt x="902975" y="509091"/>
                  </a:cubicBezTo>
                  <a:cubicBezTo>
                    <a:pt x="906403" y="514425"/>
                    <a:pt x="910880" y="516997"/>
                    <a:pt x="914976" y="516520"/>
                  </a:cubicBezTo>
                  <a:lnTo>
                    <a:pt x="914976" y="516520"/>
                  </a:lnTo>
                  <a:cubicBezTo>
                    <a:pt x="914976" y="516520"/>
                    <a:pt x="914976" y="516520"/>
                    <a:pt x="914976" y="516520"/>
                  </a:cubicBezTo>
                  <a:cubicBezTo>
                    <a:pt x="915928" y="516425"/>
                    <a:pt x="916786" y="516140"/>
                    <a:pt x="917643" y="515663"/>
                  </a:cubicBezTo>
                  <a:cubicBezTo>
                    <a:pt x="917738" y="515568"/>
                    <a:pt x="917834" y="515568"/>
                    <a:pt x="918024" y="515473"/>
                  </a:cubicBezTo>
                  <a:cubicBezTo>
                    <a:pt x="918881" y="514997"/>
                    <a:pt x="919738" y="514330"/>
                    <a:pt x="920405" y="513473"/>
                  </a:cubicBezTo>
                  <a:cubicBezTo>
                    <a:pt x="922977" y="510424"/>
                    <a:pt x="924120" y="505853"/>
                    <a:pt x="923929" y="500995"/>
                  </a:cubicBezTo>
                  <a:cubicBezTo>
                    <a:pt x="927073" y="500995"/>
                    <a:pt x="930311" y="500804"/>
                    <a:pt x="933359" y="500328"/>
                  </a:cubicBezTo>
                  <a:cubicBezTo>
                    <a:pt x="945266" y="498232"/>
                    <a:pt x="955552" y="491089"/>
                    <a:pt x="964982" y="480707"/>
                  </a:cubicBezTo>
                  <a:cubicBezTo>
                    <a:pt x="969650" y="475373"/>
                    <a:pt x="974031" y="468895"/>
                    <a:pt x="978127" y="461275"/>
                  </a:cubicBezTo>
                  <a:cubicBezTo>
                    <a:pt x="982222" y="454036"/>
                    <a:pt x="986033" y="445750"/>
                    <a:pt x="989557" y="436415"/>
                  </a:cubicBezTo>
                  <a:cubicBezTo>
                    <a:pt x="995843" y="419747"/>
                    <a:pt x="1000796" y="399839"/>
                    <a:pt x="1004320" y="377836"/>
                  </a:cubicBezTo>
                  <a:cubicBezTo>
                    <a:pt x="1004606" y="377836"/>
                    <a:pt x="1004987" y="377836"/>
                    <a:pt x="1005368" y="377836"/>
                  </a:cubicBezTo>
                  <a:cubicBezTo>
                    <a:pt x="1006321" y="377741"/>
                    <a:pt x="1007273" y="377456"/>
                    <a:pt x="1008130" y="377170"/>
                  </a:cubicBezTo>
                  <a:cubicBezTo>
                    <a:pt x="1009940" y="376503"/>
                    <a:pt x="1011559" y="375455"/>
                    <a:pt x="1013084" y="374027"/>
                  </a:cubicBezTo>
                  <a:cubicBezTo>
                    <a:pt x="1014608" y="372598"/>
                    <a:pt x="1015751" y="370883"/>
                    <a:pt x="1016608" y="368883"/>
                  </a:cubicBezTo>
                  <a:cubicBezTo>
                    <a:pt x="1017560" y="366883"/>
                    <a:pt x="1018132" y="364597"/>
                    <a:pt x="1018322" y="362120"/>
                  </a:cubicBezTo>
                  <a:cubicBezTo>
                    <a:pt x="1019084" y="353833"/>
                    <a:pt x="1014798" y="346404"/>
                    <a:pt x="1008416" y="343547"/>
                  </a:cubicBezTo>
                  <a:cubicBezTo>
                    <a:pt x="1009750" y="326211"/>
                    <a:pt x="1010321" y="307923"/>
                    <a:pt x="1009559" y="288492"/>
                  </a:cubicBezTo>
                  <a:cubicBezTo>
                    <a:pt x="1009274" y="281348"/>
                    <a:pt x="1008702" y="274300"/>
                    <a:pt x="1007940" y="267251"/>
                  </a:cubicBezTo>
                  <a:cubicBezTo>
                    <a:pt x="1007940" y="267251"/>
                    <a:pt x="1007940" y="267156"/>
                    <a:pt x="1007940" y="267156"/>
                  </a:cubicBezTo>
                  <a:cubicBezTo>
                    <a:pt x="1007940" y="267156"/>
                    <a:pt x="1007940" y="267156"/>
                    <a:pt x="1007940" y="267156"/>
                  </a:cubicBezTo>
                  <a:cubicBezTo>
                    <a:pt x="1007559" y="264013"/>
                    <a:pt x="1007273" y="260869"/>
                    <a:pt x="1006797" y="257822"/>
                  </a:cubicBezTo>
                  <a:cubicBezTo>
                    <a:pt x="1007750" y="257726"/>
                    <a:pt x="1008607" y="257726"/>
                    <a:pt x="1009559" y="257440"/>
                  </a:cubicBezTo>
                  <a:cubicBezTo>
                    <a:pt x="1018703" y="255154"/>
                    <a:pt x="1024609" y="245629"/>
                    <a:pt x="1022418" y="236009"/>
                  </a:cubicBezTo>
                  <a:cubicBezTo>
                    <a:pt x="1020322" y="226389"/>
                    <a:pt x="1010607" y="220483"/>
                    <a:pt x="1000987" y="222769"/>
                  </a:cubicBezTo>
                  <a:cubicBezTo>
                    <a:pt x="1000510" y="222865"/>
                    <a:pt x="1000034" y="223150"/>
                    <a:pt x="999558" y="223246"/>
                  </a:cubicBezTo>
                  <a:cubicBezTo>
                    <a:pt x="995176" y="207911"/>
                    <a:pt x="989557" y="193147"/>
                    <a:pt x="982222" y="179336"/>
                  </a:cubicBezTo>
                  <a:cubicBezTo>
                    <a:pt x="976603" y="168572"/>
                    <a:pt x="969935" y="158285"/>
                    <a:pt x="962506" y="148379"/>
                  </a:cubicBezTo>
                  <a:cubicBezTo>
                    <a:pt x="962601" y="148379"/>
                    <a:pt x="962696" y="148379"/>
                    <a:pt x="962792" y="148284"/>
                  </a:cubicBezTo>
                  <a:cubicBezTo>
                    <a:pt x="973174" y="145427"/>
                    <a:pt x="979365" y="135520"/>
                    <a:pt x="976508" y="126091"/>
                  </a:cubicBezTo>
                  <a:cubicBezTo>
                    <a:pt x="976126" y="124948"/>
                    <a:pt x="975650" y="123805"/>
                    <a:pt x="975079" y="122757"/>
                  </a:cubicBezTo>
                  <a:cubicBezTo>
                    <a:pt x="973841" y="120661"/>
                    <a:pt x="972221" y="118852"/>
                    <a:pt x="970221" y="117423"/>
                  </a:cubicBezTo>
                  <a:cubicBezTo>
                    <a:pt x="965268" y="113803"/>
                    <a:pt x="958315" y="112375"/>
                    <a:pt x="951552" y="114185"/>
                  </a:cubicBezTo>
                  <a:cubicBezTo>
                    <a:pt x="949837" y="114565"/>
                    <a:pt x="948313" y="115232"/>
                    <a:pt x="946980" y="115994"/>
                  </a:cubicBezTo>
                  <a:cubicBezTo>
                    <a:pt x="946885" y="116090"/>
                    <a:pt x="946789" y="116090"/>
                    <a:pt x="946694" y="116185"/>
                  </a:cubicBezTo>
                  <a:cubicBezTo>
                    <a:pt x="945361" y="116947"/>
                    <a:pt x="944218" y="117804"/>
                    <a:pt x="943075" y="118757"/>
                  </a:cubicBezTo>
                  <a:cubicBezTo>
                    <a:pt x="943075" y="118757"/>
                    <a:pt x="942979" y="118757"/>
                    <a:pt x="942979" y="118852"/>
                  </a:cubicBezTo>
                  <a:cubicBezTo>
                    <a:pt x="942979" y="118852"/>
                    <a:pt x="942979" y="118852"/>
                    <a:pt x="942979" y="118852"/>
                  </a:cubicBezTo>
                  <a:cubicBezTo>
                    <a:pt x="941836" y="119995"/>
                    <a:pt x="940789" y="121138"/>
                    <a:pt x="939932" y="122471"/>
                  </a:cubicBezTo>
                  <a:cubicBezTo>
                    <a:pt x="934597" y="117328"/>
                    <a:pt x="928883" y="112470"/>
                    <a:pt x="922882" y="107898"/>
                  </a:cubicBezTo>
                  <a:cubicBezTo>
                    <a:pt x="925930" y="106279"/>
                    <a:pt x="928597" y="103993"/>
                    <a:pt x="930502" y="101040"/>
                  </a:cubicBezTo>
                  <a:cubicBezTo>
                    <a:pt x="931359" y="99707"/>
                    <a:pt x="931930" y="98278"/>
                    <a:pt x="932407" y="96849"/>
                  </a:cubicBezTo>
                  <a:cubicBezTo>
                    <a:pt x="932502" y="96658"/>
                    <a:pt x="932502" y="96563"/>
                    <a:pt x="932502" y="96373"/>
                  </a:cubicBezTo>
                  <a:cubicBezTo>
                    <a:pt x="933931" y="91420"/>
                    <a:pt x="932978" y="86372"/>
                    <a:pt x="929740" y="82371"/>
                  </a:cubicBezTo>
                  <a:cubicBezTo>
                    <a:pt x="961553" y="66464"/>
                    <a:pt x="998701" y="57415"/>
                    <a:pt x="1038039" y="57035"/>
                  </a:cubicBezTo>
                  <a:cubicBezTo>
                    <a:pt x="1052708" y="57225"/>
                    <a:pt x="1067090" y="58654"/>
                    <a:pt x="1081092" y="61130"/>
                  </a:cubicBezTo>
                  <a:cubicBezTo>
                    <a:pt x="1078806" y="65226"/>
                    <a:pt x="1078330" y="70179"/>
                    <a:pt x="1080330" y="74751"/>
                  </a:cubicBezTo>
                  <a:cubicBezTo>
                    <a:pt x="1082997" y="80847"/>
                    <a:pt x="1089284" y="85133"/>
                    <a:pt x="1096332" y="86562"/>
                  </a:cubicBezTo>
                  <a:cubicBezTo>
                    <a:pt x="1096332" y="86562"/>
                    <a:pt x="1096332" y="86562"/>
                    <a:pt x="1096332" y="86562"/>
                  </a:cubicBezTo>
                  <a:cubicBezTo>
                    <a:pt x="1096332" y="86562"/>
                    <a:pt x="1096332" y="86562"/>
                    <a:pt x="1096427" y="86562"/>
                  </a:cubicBezTo>
                  <a:cubicBezTo>
                    <a:pt x="1097951" y="86848"/>
                    <a:pt x="1099570" y="87038"/>
                    <a:pt x="1101190" y="86943"/>
                  </a:cubicBezTo>
                  <a:cubicBezTo>
                    <a:pt x="1101476" y="86943"/>
                    <a:pt x="1101761" y="86943"/>
                    <a:pt x="1101952" y="86943"/>
                  </a:cubicBezTo>
                  <a:cubicBezTo>
                    <a:pt x="1103666" y="86848"/>
                    <a:pt x="1105381" y="86657"/>
                    <a:pt x="1107095" y="86276"/>
                  </a:cubicBezTo>
                  <a:cubicBezTo>
                    <a:pt x="1115001" y="84181"/>
                    <a:pt x="1120430" y="78370"/>
                    <a:pt x="1121383" y="71703"/>
                  </a:cubicBezTo>
                  <a:cubicBezTo>
                    <a:pt x="1132527" y="75703"/>
                    <a:pt x="1143195" y="80466"/>
                    <a:pt x="1153196" y="85895"/>
                  </a:cubicBezTo>
                  <a:cubicBezTo>
                    <a:pt x="1155006" y="86943"/>
                    <a:pt x="1156911" y="87991"/>
                    <a:pt x="1158721" y="89039"/>
                  </a:cubicBezTo>
                  <a:cubicBezTo>
                    <a:pt x="1162435" y="91229"/>
                    <a:pt x="1166150" y="93420"/>
                    <a:pt x="1169675" y="95801"/>
                  </a:cubicBezTo>
                  <a:cubicBezTo>
                    <a:pt x="1163769" y="99707"/>
                    <a:pt x="1158244" y="103802"/>
                    <a:pt x="1152910" y="108089"/>
                  </a:cubicBezTo>
                  <a:cubicBezTo>
                    <a:pt x="1149672" y="103707"/>
                    <a:pt x="1144338" y="100469"/>
                    <a:pt x="1137956" y="99707"/>
                  </a:cubicBezTo>
                  <a:cubicBezTo>
                    <a:pt x="1130336" y="98849"/>
                    <a:pt x="1123383" y="101993"/>
                    <a:pt x="1119383" y="107136"/>
                  </a:cubicBezTo>
                  <a:cubicBezTo>
                    <a:pt x="1119383" y="107136"/>
                    <a:pt x="1119383" y="107136"/>
                    <a:pt x="1119383" y="107136"/>
                  </a:cubicBezTo>
                  <a:cubicBezTo>
                    <a:pt x="1119383" y="107136"/>
                    <a:pt x="1119383" y="107136"/>
                    <a:pt x="1119383" y="107136"/>
                  </a:cubicBezTo>
                  <a:cubicBezTo>
                    <a:pt x="1118525" y="108279"/>
                    <a:pt x="1117763" y="109517"/>
                    <a:pt x="1117192" y="110851"/>
                  </a:cubicBezTo>
                  <a:cubicBezTo>
                    <a:pt x="1117096" y="111041"/>
                    <a:pt x="1117001" y="111232"/>
                    <a:pt x="1116906" y="111422"/>
                  </a:cubicBezTo>
                  <a:cubicBezTo>
                    <a:pt x="1116335" y="112851"/>
                    <a:pt x="1115953" y="114280"/>
                    <a:pt x="1115858" y="115804"/>
                  </a:cubicBezTo>
                  <a:cubicBezTo>
                    <a:pt x="1115858" y="115804"/>
                    <a:pt x="1115858" y="115804"/>
                    <a:pt x="1115858" y="115804"/>
                  </a:cubicBezTo>
                  <a:cubicBezTo>
                    <a:pt x="1115287" y="123043"/>
                    <a:pt x="1119573" y="129520"/>
                    <a:pt x="1126241" y="132853"/>
                  </a:cubicBezTo>
                  <a:cubicBezTo>
                    <a:pt x="1126145" y="133044"/>
                    <a:pt x="1125955" y="133139"/>
                    <a:pt x="1125860" y="133235"/>
                  </a:cubicBezTo>
                  <a:cubicBezTo>
                    <a:pt x="1113191" y="147427"/>
                    <a:pt x="1102523" y="162857"/>
                    <a:pt x="1093951" y="179240"/>
                  </a:cubicBezTo>
                  <a:cubicBezTo>
                    <a:pt x="1089093" y="188384"/>
                    <a:pt x="1084997" y="198004"/>
                    <a:pt x="1081473" y="207815"/>
                  </a:cubicBezTo>
                  <a:cubicBezTo>
                    <a:pt x="1074996" y="207815"/>
                    <a:pt x="1069281" y="211149"/>
                    <a:pt x="1066043" y="216293"/>
                  </a:cubicBezTo>
                  <a:cubicBezTo>
                    <a:pt x="1066043" y="216293"/>
                    <a:pt x="1066043" y="216293"/>
                    <a:pt x="1066043" y="216293"/>
                  </a:cubicBezTo>
                  <a:cubicBezTo>
                    <a:pt x="1066043" y="216293"/>
                    <a:pt x="1066043" y="216293"/>
                    <a:pt x="1066043" y="216293"/>
                  </a:cubicBezTo>
                  <a:cubicBezTo>
                    <a:pt x="1065280" y="217436"/>
                    <a:pt x="1064709" y="218769"/>
                    <a:pt x="1064233" y="220103"/>
                  </a:cubicBezTo>
                  <a:cubicBezTo>
                    <a:pt x="1064137" y="220293"/>
                    <a:pt x="1064137" y="220483"/>
                    <a:pt x="1064042" y="220579"/>
                  </a:cubicBezTo>
                  <a:cubicBezTo>
                    <a:pt x="1063661" y="222007"/>
                    <a:pt x="1063280" y="223436"/>
                    <a:pt x="1063280" y="224960"/>
                  </a:cubicBezTo>
                  <a:cubicBezTo>
                    <a:pt x="1063090" y="231818"/>
                    <a:pt x="1066709" y="237724"/>
                    <a:pt x="1072138" y="240867"/>
                  </a:cubicBezTo>
                  <a:cubicBezTo>
                    <a:pt x="1068995" y="256202"/>
                    <a:pt x="1066995" y="272109"/>
                    <a:pt x="1066424" y="288206"/>
                  </a:cubicBezTo>
                  <a:cubicBezTo>
                    <a:pt x="1065757" y="305161"/>
                    <a:pt x="1066233" y="320972"/>
                    <a:pt x="1067376" y="335927"/>
                  </a:cubicBezTo>
                  <a:cubicBezTo>
                    <a:pt x="1062423" y="339832"/>
                    <a:pt x="1060042" y="346595"/>
                    <a:pt x="1060804" y="353167"/>
                  </a:cubicBezTo>
                  <a:cubicBezTo>
                    <a:pt x="1060804" y="353357"/>
                    <a:pt x="1060804" y="353548"/>
                    <a:pt x="1060899" y="353738"/>
                  </a:cubicBezTo>
                  <a:cubicBezTo>
                    <a:pt x="1061089" y="355167"/>
                    <a:pt x="1061375" y="356596"/>
                    <a:pt x="1061947" y="358024"/>
                  </a:cubicBezTo>
                  <a:cubicBezTo>
                    <a:pt x="1063852" y="362882"/>
                    <a:pt x="1067281" y="366216"/>
                    <a:pt x="1071281" y="367549"/>
                  </a:cubicBezTo>
                  <a:cubicBezTo>
                    <a:pt x="1071758" y="370407"/>
                    <a:pt x="1072138" y="373360"/>
                    <a:pt x="1072615" y="376122"/>
                  </a:cubicBezTo>
                  <a:cubicBezTo>
                    <a:pt x="1077282" y="401744"/>
                    <a:pt x="1083854" y="423557"/>
                    <a:pt x="1091569" y="441082"/>
                  </a:cubicBezTo>
                  <a:cubicBezTo>
                    <a:pt x="1099475" y="459085"/>
                    <a:pt x="1108238" y="473182"/>
                    <a:pt x="1117859" y="483278"/>
                  </a:cubicBezTo>
                  <a:cubicBezTo>
                    <a:pt x="1115953" y="487565"/>
                    <a:pt x="1115287" y="492803"/>
                    <a:pt x="1116144" y="497661"/>
                  </a:cubicBezTo>
                  <a:cubicBezTo>
                    <a:pt x="1117287" y="503662"/>
                    <a:pt x="1120526" y="507757"/>
                    <a:pt x="1124431" y="508805"/>
                  </a:cubicBezTo>
                  <a:cubicBezTo>
                    <a:pt x="1124431" y="508805"/>
                    <a:pt x="1124431" y="508805"/>
                    <a:pt x="1124431" y="508805"/>
                  </a:cubicBezTo>
                  <a:cubicBezTo>
                    <a:pt x="1124431" y="508805"/>
                    <a:pt x="1124526" y="508805"/>
                    <a:pt x="1124526" y="508805"/>
                  </a:cubicBezTo>
                  <a:cubicBezTo>
                    <a:pt x="1125383" y="508996"/>
                    <a:pt x="1126241" y="509091"/>
                    <a:pt x="1127098" y="509091"/>
                  </a:cubicBezTo>
                  <a:cubicBezTo>
                    <a:pt x="1127288" y="509091"/>
                    <a:pt x="1127479" y="509091"/>
                    <a:pt x="1127669" y="509091"/>
                  </a:cubicBezTo>
                  <a:cubicBezTo>
                    <a:pt x="1128622" y="508996"/>
                    <a:pt x="1129574" y="508710"/>
                    <a:pt x="1130622" y="508234"/>
                  </a:cubicBezTo>
                  <a:cubicBezTo>
                    <a:pt x="1134146" y="506519"/>
                    <a:pt x="1137004" y="502709"/>
                    <a:pt x="1138718" y="498137"/>
                  </a:cubicBezTo>
                  <a:cubicBezTo>
                    <a:pt x="1141671" y="499375"/>
                    <a:pt x="1144624" y="500328"/>
                    <a:pt x="1147672" y="500899"/>
                  </a:cubicBezTo>
                  <a:cubicBezTo>
                    <a:pt x="1171103" y="506043"/>
                    <a:pt x="1196630" y="492232"/>
                    <a:pt x="1223777" y="463276"/>
                  </a:cubicBezTo>
                  <a:cubicBezTo>
                    <a:pt x="1235778" y="450322"/>
                    <a:pt x="1247970" y="433939"/>
                    <a:pt x="1259686" y="414889"/>
                  </a:cubicBezTo>
                  <a:cubicBezTo>
                    <a:pt x="1266449" y="417079"/>
                    <a:pt x="1274450" y="413555"/>
                    <a:pt x="1278641" y="405554"/>
                  </a:cubicBezTo>
                  <a:cubicBezTo>
                    <a:pt x="1280355" y="402316"/>
                    <a:pt x="1281117" y="398791"/>
                    <a:pt x="1281022" y="395458"/>
                  </a:cubicBezTo>
                  <a:cubicBezTo>
                    <a:pt x="1281022" y="394315"/>
                    <a:pt x="1280831" y="393267"/>
                    <a:pt x="1280641" y="392124"/>
                  </a:cubicBezTo>
                  <a:cubicBezTo>
                    <a:pt x="1280069" y="389171"/>
                    <a:pt x="1278641" y="386599"/>
                    <a:pt x="1276640" y="384599"/>
                  </a:cubicBezTo>
                  <a:cubicBezTo>
                    <a:pt x="1284546" y="369074"/>
                    <a:pt x="1291976" y="352310"/>
                    <a:pt x="1298834" y="334117"/>
                  </a:cubicBezTo>
                  <a:cubicBezTo>
                    <a:pt x="1302453" y="324401"/>
                    <a:pt x="1305501" y="314686"/>
                    <a:pt x="1307977" y="304875"/>
                  </a:cubicBezTo>
                  <a:cubicBezTo>
                    <a:pt x="1308835" y="305161"/>
                    <a:pt x="1309692" y="305447"/>
                    <a:pt x="1310644" y="305542"/>
                  </a:cubicBezTo>
                  <a:cubicBezTo>
                    <a:pt x="1319979" y="307066"/>
                    <a:pt x="1329028" y="300494"/>
                    <a:pt x="1330742" y="290778"/>
                  </a:cubicBezTo>
                  <a:cubicBezTo>
                    <a:pt x="1332457" y="281158"/>
                    <a:pt x="1325789" y="271728"/>
                    <a:pt x="1315978" y="270299"/>
                  </a:cubicBezTo>
                  <a:cubicBezTo>
                    <a:pt x="1315407" y="270204"/>
                    <a:pt x="1314931" y="270299"/>
                    <a:pt x="1314359" y="270299"/>
                  </a:cubicBezTo>
                  <a:cubicBezTo>
                    <a:pt x="1316169" y="254583"/>
                    <a:pt x="1316550" y="238772"/>
                    <a:pt x="1315121" y="223055"/>
                  </a:cubicBezTo>
                  <a:cubicBezTo>
                    <a:pt x="1313978" y="210958"/>
                    <a:pt x="1311883" y="198766"/>
                    <a:pt x="1308739" y="186765"/>
                  </a:cubicBezTo>
                  <a:cubicBezTo>
                    <a:pt x="1308835" y="186765"/>
                    <a:pt x="1308930" y="186860"/>
                    <a:pt x="1309025" y="186860"/>
                  </a:cubicBezTo>
                  <a:cubicBezTo>
                    <a:pt x="1319693" y="188289"/>
                    <a:pt x="1329218" y="181622"/>
                    <a:pt x="1330171" y="171715"/>
                  </a:cubicBezTo>
                  <a:cubicBezTo>
                    <a:pt x="1331123" y="161905"/>
                    <a:pt x="1322836" y="152380"/>
                    <a:pt x="1311692" y="151046"/>
                  </a:cubicBezTo>
                  <a:cubicBezTo>
                    <a:pt x="1309978" y="150856"/>
                    <a:pt x="1308359" y="150951"/>
                    <a:pt x="1306739" y="151141"/>
                  </a:cubicBezTo>
                  <a:cubicBezTo>
                    <a:pt x="1306549" y="151141"/>
                    <a:pt x="1306358" y="151237"/>
                    <a:pt x="1306263" y="151237"/>
                  </a:cubicBezTo>
                  <a:cubicBezTo>
                    <a:pt x="1304739" y="151427"/>
                    <a:pt x="1303215" y="151808"/>
                    <a:pt x="1301882" y="152380"/>
                  </a:cubicBezTo>
                  <a:cubicBezTo>
                    <a:pt x="1301882" y="152380"/>
                    <a:pt x="1301882" y="152380"/>
                    <a:pt x="1301882" y="152380"/>
                  </a:cubicBezTo>
                  <a:lnTo>
                    <a:pt x="1301882" y="152380"/>
                  </a:lnTo>
                  <a:cubicBezTo>
                    <a:pt x="1300358" y="152951"/>
                    <a:pt x="1298929" y="153713"/>
                    <a:pt x="1297691" y="154570"/>
                  </a:cubicBezTo>
                  <a:cubicBezTo>
                    <a:pt x="1294738" y="147808"/>
                    <a:pt x="1291213" y="141045"/>
                    <a:pt x="1287499" y="134378"/>
                  </a:cubicBezTo>
                  <a:cubicBezTo>
                    <a:pt x="1290928" y="134092"/>
                    <a:pt x="1294261" y="133044"/>
                    <a:pt x="1297119" y="131044"/>
                  </a:cubicBezTo>
                  <a:cubicBezTo>
                    <a:pt x="1298452" y="130186"/>
                    <a:pt x="1299500" y="129044"/>
                    <a:pt x="1300453" y="127996"/>
                  </a:cubicBezTo>
                  <a:cubicBezTo>
                    <a:pt x="1300548" y="127900"/>
                    <a:pt x="1300643" y="127710"/>
                    <a:pt x="1300738" y="127615"/>
                  </a:cubicBezTo>
                  <a:cubicBezTo>
                    <a:pt x="1303977" y="123614"/>
                    <a:pt x="1304929" y="118566"/>
                    <a:pt x="1303596" y="113613"/>
                  </a:cubicBezTo>
                  <a:cubicBezTo>
                    <a:pt x="1339124" y="111136"/>
                    <a:pt x="1377224" y="116375"/>
                    <a:pt x="1413705" y="131711"/>
                  </a:cubicBezTo>
                  <a:cubicBezTo>
                    <a:pt x="1427326" y="137521"/>
                    <a:pt x="1440089" y="144379"/>
                    <a:pt x="1452091" y="151999"/>
                  </a:cubicBezTo>
                  <a:cubicBezTo>
                    <a:pt x="1448376" y="154952"/>
                    <a:pt x="1446090" y="159238"/>
                    <a:pt x="1446185" y="164286"/>
                  </a:cubicBezTo>
                  <a:cubicBezTo>
                    <a:pt x="1446280" y="169334"/>
                    <a:pt x="1448567" y="174097"/>
                    <a:pt x="1452281" y="177811"/>
                  </a:cubicBezTo>
                  <a:cubicBezTo>
                    <a:pt x="1454662" y="180288"/>
                    <a:pt x="1457615" y="182288"/>
                    <a:pt x="1460854" y="183622"/>
                  </a:cubicBezTo>
                  <a:cubicBezTo>
                    <a:pt x="1461044" y="183717"/>
                    <a:pt x="1461235" y="183812"/>
                    <a:pt x="1461520" y="183907"/>
                  </a:cubicBezTo>
                  <a:cubicBezTo>
                    <a:pt x="1463140" y="184479"/>
                    <a:pt x="1464759" y="185050"/>
                    <a:pt x="1466569" y="185241"/>
                  </a:cubicBezTo>
                  <a:cubicBezTo>
                    <a:pt x="1474760" y="186384"/>
                    <a:pt x="1481904" y="183050"/>
                    <a:pt x="1485428" y="177335"/>
                  </a:cubicBezTo>
                  <a:cubicBezTo>
                    <a:pt x="1486381" y="178193"/>
                    <a:pt x="1487428" y="179050"/>
                    <a:pt x="1488381" y="179907"/>
                  </a:cubicBezTo>
                  <a:cubicBezTo>
                    <a:pt x="1488476" y="180002"/>
                    <a:pt x="1488476" y="180002"/>
                    <a:pt x="1488571" y="180098"/>
                  </a:cubicBezTo>
                  <a:cubicBezTo>
                    <a:pt x="1496096" y="187241"/>
                    <a:pt x="1503050" y="194766"/>
                    <a:pt x="1509336" y="202672"/>
                  </a:cubicBezTo>
                  <a:cubicBezTo>
                    <a:pt x="1510669" y="204386"/>
                    <a:pt x="1512003" y="206101"/>
                    <a:pt x="1513336" y="207911"/>
                  </a:cubicBezTo>
                  <a:cubicBezTo>
                    <a:pt x="1515908" y="211340"/>
                    <a:pt x="1518480" y="214769"/>
                    <a:pt x="1520766" y="218293"/>
                  </a:cubicBezTo>
                  <a:cubicBezTo>
                    <a:pt x="1513813" y="219626"/>
                    <a:pt x="1507145" y="221341"/>
                    <a:pt x="1500573" y="223150"/>
                  </a:cubicBezTo>
                  <a:cubicBezTo>
                    <a:pt x="1499239" y="217816"/>
                    <a:pt x="1495620" y="212864"/>
                    <a:pt x="1490000" y="209625"/>
                  </a:cubicBezTo>
                  <a:cubicBezTo>
                    <a:pt x="1483237" y="206006"/>
                    <a:pt x="1475618" y="206196"/>
                    <a:pt x="1469998" y="209339"/>
                  </a:cubicBezTo>
                  <a:cubicBezTo>
                    <a:pt x="1469998" y="209339"/>
                    <a:pt x="1469998" y="209339"/>
                    <a:pt x="1469998" y="209339"/>
                  </a:cubicBezTo>
                  <a:cubicBezTo>
                    <a:pt x="1469998" y="209339"/>
                    <a:pt x="1469998" y="209339"/>
                    <a:pt x="1469998" y="209339"/>
                  </a:cubicBezTo>
                  <a:cubicBezTo>
                    <a:pt x="1468760" y="210006"/>
                    <a:pt x="1467617" y="210863"/>
                    <a:pt x="1466569" y="211911"/>
                  </a:cubicBezTo>
                  <a:cubicBezTo>
                    <a:pt x="1466474" y="212006"/>
                    <a:pt x="1466283" y="212197"/>
                    <a:pt x="1466188" y="212292"/>
                  </a:cubicBezTo>
                  <a:cubicBezTo>
                    <a:pt x="1465140" y="213340"/>
                    <a:pt x="1464187" y="214578"/>
                    <a:pt x="1463521" y="215911"/>
                  </a:cubicBezTo>
                  <a:cubicBezTo>
                    <a:pt x="1460187" y="222389"/>
                    <a:pt x="1461711" y="230008"/>
                    <a:pt x="1466569" y="235724"/>
                  </a:cubicBezTo>
                  <a:cubicBezTo>
                    <a:pt x="1466378" y="235819"/>
                    <a:pt x="1466188" y="235914"/>
                    <a:pt x="1465997" y="235914"/>
                  </a:cubicBezTo>
                  <a:cubicBezTo>
                    <a:pt x="1448852" y="244106"/>
                    <a:pt x="1433041" y="254202"/>
                    <a:pt x="1418849" y="266013"/>
                  </a:cubicBezTo>
                  <a:cubicBezTo>
                    <a:pt x="1410847" y="272681"/>
                    <a:pt x="1403418" y="279920"/>
                    <a:pt x="1396369" y="287730"/>
                  </a:cubicBezTo>
                  <a:cubicBezTo>
                    <a:pt x="1390369" y="285253"/>
                    <a:pt x="1383796" y="286206"/>
                    <a:pt x="1378939" y="289635"/>
                  </a:cubicBezTo>
                  <a:cubicBezTo>
                    <a:pt x="1378939" y="289635"/>
                    <a:pt x="1378939" y="289635"/>
                    <a:pt x="1378939" y="289635"/>
                  </a:cubicBezTo>
                  <a:cubicBezTo>
                    <a:pt x="1378939" y="289635"/>
                    <a:pt x="1378939" y="289635"/>
                    <a:pt x="1378939" y="289635"/>
                  </a:cubicBezTo>
                  <a:cubicBezTo>
                    <a:pt x="1377796" y="290492"/>
                    <a:pt x="1376748" y="291349"/>
                    <a:pt x="1375795" y="292493"/>
                  </a:cubicBezTo>
                  <a:cubicBezTo>
                    <a:pt x="1375700" y="292588"/>
                    <a:pt x="1375605" y="292778"/>
                    <a:pt x="1375414" y="292874"/>
                  </a:cubicBezTo>
                  <a:cubicBezTo>
                    <a:pt x="1374462" y="294016"/>
                    <a:pt x="1373605" y="295255"/>
                    <a:pt x="1373033" y="296683"/>
                  </a:cubicBezTo>
                  <a:cubicBezTo>
                    <a:pt x="1370271" y="302875"/>
                    <a:pt x="1371319" y="309828"/>
                    <a:pt x="1375129" y="314781"/>
                  </a:cubicBezTo>
                  <a:cubicBezTo>
                    <a:pt x="1366270" y="327735"/>
                    <a:pt x="1358460" y="341641"/>
                    <a:pt x="1351697" y="356310"/>
                  </a:cubicBezTo>
                  <a:cubicBezTo>
                    <a:pt x="1344649" y="371740"/>
                    <a:pt x="1338934" y="386504"/>
                    <a:pt x="1334267" y="400697"/>
                  </a:cubicBezTo>
                  <a:cubicBezTo>
                    <a:pt x="1328266" y="402411"/>
                    <a:pt x="1323408" y="407650"/>
                    <a:pt x="1321598" y="414127"/>
                  </a:cubicBezTo>
                  <a:cubicBezTo>
                    <a:pt x="1321503" y="414317"/>
                    <a:pt x="1321503" y="414412"/>
                    <a:pt x="1321408" y="414603"/>
                  </a:cubicBezTo>
                  <a:cubicBezTo>
                    <a:pt x="1321027" y="416032"/>
                    <a:pt x="1320741" y="417461"/>
                    <a:pt x="1320741" y="418985"/>
                  </a:cubicBezTo>
                  <a:cubicBezTo>
                    <a:pt x="1320551" y="424319"/>
                    <a:pt x="1322455" y="428605"/>
                    <a:pt x="1325599" y="431367"/>
                  </a:cubicBezTo>
                  <a:cubicBezTo>
                    <a:pt x="1324932" y="434129"/>
                    <a:pt x="1324170" y="437082"/>
                    <a:pt x="1323503" y="439844"/>
                  </a:cubicBezTo>
                  <a:cubicBezTo>
                    <a:pt x="1318074" y="465086"/>
                    <a:pt x="1315693" y="487945"/>
                    <a:pt x="1315978" y="507091"/>
                  </a:cubicBezTo>
                  <a:cubicBezTo>
                    <a:pt x="1316360" y="526712"/>
                    <a:pt x="1319027" y="543095"/>
                    <a:pt x="1323979" y="556145"/>
                  </a:cubicBezTo>
                  <a:cubicBezTo>
                    <a:pt x="1320551" y="559383"/>
                    <a:pt x="1317884" y="563955"/>
                    <a:pt x="1316836" y="568718"/>
                  </a:cubicBezTo>
                  <a:cubicBezTo>
                    <a:pt x="1315597" y="574718"/>
                    <a:pt x="1317026" y="579671"/>
                    <a:pt x="1320169" y="582243"/>
                  </a:cubicBezTo>
                  <a:cubicBezTo>
                    <a:pt x="1320169" y="582243"/>
                    <a:pt x="1320169" y="582243"/>
                    <a:pt x="1320169" y="582243"/>
                  </a:cubicBezTo>
                  <a:cubicBezTo>
                    <a:pt x="1320169" y="582243"/>
                    <a:pt x="1320169" y="582243"/>
                    <a:pt x="1320265" y="582243"/>
                  </a:cubicBezTo>
                  <a:cubicBezTo>
                    <a:pt x="1320932" y="582815"/>
                    <a:pt x="1321693" y="583195"/>
                    <a:pt x="1322551" y="583481"/>
                  </a:cubicBezTo>
                  <a:cubicBezTo>
                    <a:pt x="1322741" y="583577"/>
                    <a:pt x="1322932" y="583577"/>
                    <a:pt x="1323027" y="583672"/>
                  </a:cubicBezTo>
                  <a:cubicBezTo>
                    <a:pt x="1323979" y="583958"/>
                    <a:pt x="1324932" y="584053"/>
                    <a:pt x="1326075" y="584053"/>
                  </a:cubicBezTo>
                  <a:cubicBezTo>
                    <a:pt x="1329980" y="583767"/>
                    <a:pt x="1334076" y="581386"/>
                    <a:pt x="1337410" y="577862"/>
                  </a:cubicBezTo>
                  <a:cubicBezTo>
                    <a:pt x="1339696" y="580148"/>
                    <a:pt x="1342077" y="582148"/>
                    <a:pt x="1344649" y="583862"/>
                  </a:cubicBezTo>
                  <a:cubicBezTo>
                    <a:pt x="1364270" y="597769"/>
                    <a:pt x="1393417" y="594721"/>
                    <a:pt x="1429517" y="578528"/>
                  </a:cubicBezTo>
                  <a:cubicBezTo>
                    <a:pt x="1445709" y="571194"/>
                    <a:pt x="1463235" y="560716"/>
                    <a:pt x="1481333" y="547572"/>
                  </a:cubicBezTo>
                  <a:cubicBezTo>
                    <a:pt x="1486667" y="552335"/>
                    <a:pt x="1495429" y="552144"/>
                    <a:pt x="1502383" y="546334"/>
                  </a:cubicBezTo>
                  <a:cubicBezTo>
                    <a:pt x="1508764" y="541000"/>
                    <a:pt x="1511051" y="532713"/>
                    <a:pt x="1508574" y="526141"/>
                  </a:cubicBezTo>
                  <a:cubicBezTo>
                    <a:pt x="1521814" y="514901"/>
                    <a:pt x="1535149" y="502233"/>
                    <a:pt x="1548293" y="488041"/>
                  </a:cubicBezTo>
                  <a:cubicBezTo>
                    <a:pt x="1553151" y="482802"/>
                    <a:pt x="1557723" y="477373"/>
                    <a:pt x="1562200" y="471848"/>
                  </a:cubicBezTo>
                  <a:cubicBezTo>
                    <a:pt x="1562200" y="471848"/>
                    <a:pt x="1562200" y="471848"/>
                    <a:pt x="1562200" y="471848"/>
                  </a:cubicBezTo>
                  <a:cubicBezTo>
                    <a:pt x="1562200" y="471848"/>
                    <a:pt x="1562200" y="471848"/>
                    <a:pt x="1562200" y="471848"/>
                  </a:cubicBezTo>
                  <a:cubicBezTo>
                    <a:pt x="1564200" y="469372"/>
                    <a:pt x="1566105" y="466990"/>
                    <a:pt x="1568010" y="464419"/>
                  </a:cubicBezTo>
                  <a:cubicBezTo>
                    <a:pt x="1568677" y="464990"/>
                    <a:pt x="1569439" y="465562"/>
                    <a:pt x="1570201" y="466133"/>
                  </a:cubicBezTo>
                  <a:cubicBezTo>
                    <a:pt x="1578297" y="471086"/>
                    <a:pt x="1589155" y="468419"/>
                    <a:pt x="1594394" y="460132"/>
                  </a:cubicBezTo>
                  <a:cubicBezTo>
                    <a:pt x="1599633" y="451846"/>
                    <a:pt x="1596966" y="440797"/>
                    <a:pt x="1588584" y="435558"/>
                  </a:cubicBezTo>
                  <a:cubicBezTo>
                    <a:pt x="1588108" y="435272"/>
                    <a:pt x="1587632" y="435177"/>
                    <a:pt x="1587155" y="434891"/>
                  </a:cubicBezTo>
                  <a:cubicBezTo>
                    <a:pt x="1594870" y="420985"/>
                    <a:pt x="1601252" y="406507"/>
                    <a:pt x="1605919" y="391553"/>
                  </a:cubicBezTo>
                  <a:cubicBezTo>
                    <a:pt x="1609539" y="379932"/>
                    <a:pt x="1612206" y="367931"/>
                    <a:pt x="1613920" y="355739"/>
                  </a:cubicBezTo>
                  <a:cubicBezTo>
                    <a:pt x="1614016" y="355834"/>
                    <a:pt x="1614016" y="355834"/>
                    <a:pt x="1614111" y="355929"/>
                  </a:cubicBezTo>
                  <a:cubicBezTo>
                    <a:pt x="1614111" y="355929"/>
                    <a:pt x="1614111" y="355929"/>
                    <a:pt x="1614111" y="355929"/>
                  </a:cubicBezTo>
                  <a:cubicBezTo>
                    <a:pt x="1616397" y="357262"/>
                    <a:pt x="1618874" y="358120"/>
                    <a:pt x="1621350" y="358501"/>
                  </a:cubicBezTo>
                  <a:cubicBezTo>
                    <a:pt x="1628684" y="359644"/>
                    <a:pt x="1636018" y="356500"/>
                    <a:pt x="1639447" y="350024"/>
                  </a:cubicBezTo>
                  <a:cubicBezTo>
                    <a:pt x="1641734" y="345642"/>
                    <a:pt x="1641924" y="340499"/>
                    <a:pt x="1640210" y="335831"/>
                  </a:cubicBezTo>
                  <a:cubicBezTo>
                    <a:pt x="1639352" y="333450"/>
                    <a:pt x="1638114" y="331164"/>
                    <a:pt x="1636400" y="329164"/>
                  </a:cubicBezTo>
                  <a:cubicBezTo>
                    <a:pt x="1634685" y="327164"/>
                    <a:pt x="1632685" y="325354"/>
                    <a:pt x="1630208" y="323925"/>
                  </a:cubicBezTo>
                  <a:cubicBezTo>
                    <a:pt x="1628779" y="323163"/>
                    <a:pt x="1627255" y="322591"/>
                    <a:pt x="1625827" y="322115"/>
                  </a:cubicBezTo>
                  <a:cubicBezTo>
                    <a:pt x="1625446" y="322020"/>
                    <a:pt x="1625160" y="321925"/>
                    <a:pt x="1624779" y="321925"/>
                  </a:cubicBezTo>
                  <a:cubicBezTo>
                    <a:pt x="1623350" y="321544"/>
                    <a:pt x="1622017" y="321353"/>
                    <a:pt x="1620588" y="321353"/>
                  </a:cubicBezTo>
                  <a:cubicBezTo>
                    <a:pt x="1620588" y="321353"/>
                    <a:pt x="1620588" y="321353"/>
                    <a:pt x="1620588" y="321353"/>
                  </a:cubicBezTo>
                  <a:lnTo>
                    <a:pt x="1620588" y="321353"/>
                  </a:lnTo>
                  <a:cubicBezTo>
                    <a:pt x="1618969" y="321353"/>
                    <a:pt x="1617350" y="321449"/>
                    <a:pt x="1615921" y="321734"/>
                  </a:cubicBezTo>
                  <a:cubicBezTo>
                    <a:pt x="1615730" y="314305"/>
                    <a:pt x="1615159" y="306875"/>
                    <a:pt x="1614302" y="299350"/>
                  </a:cubicBezTo>
                  <a:cubicBezTo>
                    <a:pt x="1616397" y="299922"/>
                    <a:pt x="1618493" y="300398"/>
                    <a:pt x="1620588" y="300303"/>
                  </a:cubicBezTo>
                  <a:cubicBezTo>
                    <a:pt x="1621921" y="300303"/>
                    <a:pt x="1623160" y="300112"/>
                    <a:pt x="1624493" y="299922"/>
                  </a:cubicBezTo>
                  <a:cubicBezTo>
                    <a:pt x="1626017" y="299636"/>
                    <a:pt x="1627446" y="299065"/>
                    <a:pt x="1628779" y="298398"/>
                  </a:cubicBezTo>
                  <a:cubicBezTo>
                    <a:pt x="1628970" y="298303"/>
                    <a:pt x="1629065" y="298207"/>
                    <a:pt x="1629160" y="298112"/>
                  </a:cubicBezTo>
                  <a:cubicBezTo>
                    <a:pt x="1633637" y="295636"/>
                    <a:pt x="1636590" y="291349"/>
                    <a:pt x="1637161" y="286206"/>
                  </a:cubicBezTo>
                  <a:cubicBezTo>
                    <a:pt x="1670880" y="297445"/>
                    <a:pt x="1703741" y="317162"/>
                    <a:pt x="1731840" y="344880"/>
                  </a:cubicBezTo>
                  <a:cubicBezTo>
                    <a:pt x="1742222" y="355357"/>
                    <a:pt x="1751366" y="366597"/>
                    <a:pt x="1759462" y="378218"/>
                  </a:cubicBezTo>
                  <a:cubicBezTo>
                    <a:pt x="1754891" y="379456"/>
                    <a:pt x="1751080" y="382694"/>
                    <a:pt x="1749271" y="387361"/>
                  </a:cubicBezTo>
                  <a:cubicBezTo>
                    <a:pt x="1746318" y="395077"/>
                    <a:pt x="1748890" y="404697"/>
                    <a:pt x="1755462" y="410983"/>
                  </a:cubicBezTo>
                  <a:cubicBezTo>
                    <a:pt x="1755557" y="411079"/>
                    <a:pt x="1755652" y="411174"/>
                    <a:pt x="1755748" y="411269"/>
                  </a:cubicBezTo>
                  <a:cubicBezTo>
                    <a:pt x="1756986" y="412412"/>
                    <a:pt x="1758415" y="413555"/>
                    <a:pt x="1759939" y="414412"/>
                  </a:cubicBezTo>
                  <a:cubicBezTo>
                    <a:pt x="1766987" y="418508"/>
                    <a:pt x="1774893" y="418223"/>
                    <a:pt x="1780322" y="414317"/>
                  </a:cubicBezTo>
                  <a:cubicBezTo>
                    <a:pt x="1782989" y="420032"/>
                    <a:pt x="1785466" y="425843"/>
                    <a:pt x="1787657" y="431653"/>
                  </a:cubicBezTo>
                  <a:cubicBezTo>
                    <a:pt x="1788609" y="434224"/>
                    <a:pt x="1789466" y="436796"/>
                    <a:pt x="1790324" y="439463"/>
                  </a:cubicBezTo>
                  <a:cubicBezTo>
                    <a:pt x="1791085" y="441654"/>
                    <a:pt x="1791847" y="443940"/>
                    <a:pt x="1792514" y="446226"/>
                  </a:cubicBezTo>
                  <a:cubicBezTo>
                    <a:pt x="1794324" y="452417"/>
                    <a:pt x="1796038" y="458799"/>
                    <a:pt x="1797467" y="465466"/>
                  </a:cubicBezTo>
                  <a:cubicBezTo>
                    <a:pt x="1790514" y="464038"/>
                    <a:pt x="1783656" y="463085"/>
                    <a:pt x="1776893" y="462323"/>
                  </a:cubicBezTo>
                  <a:cubicBezTo>
                    <a:pt x="1777655" y="456894"/>
                    <a:pt x="1776131" y="450893"/>
                    <a:pt x="1772226" y="445845"/>
                  </a:cubicBezTo>
                  <a:cubicBezTo>
                    <a:pt x="1767559" y="439749"/>
                    <a:pt x="1760415" y="437082"/>
                    <a:pt x="1754033" y="437844"/>
                  </a:cubicBezTo>
                  <a:lnTo>
                    <a:pt x="1754033" y="437844"/>
                  </a:lnTo>
                  <a:cubicBezTo>
                    <a:pt x="1754033" y="437844"/>
                    <a:pt x="1754033" y="437844"/>
                    <a:pt x="1754033" y="437844"/>
                  </a:cubicBezTo>
                  <a:cubicBezTo>
                    <a:pt x="1752604" y="438035"/>
                    <a:pt x="1751176" y="438415"/>
                    <a:pt x="1749842" y="438892"/>
                  </a:cubicBezTo>
                  <a:cubicBezTo>
                    <a:pt x="1749652" y="438987"/>
                    <a:pt x="1749461" y="438987"/>
                    <a:pt x="1749271" y="439082"/>
                  </a:cubicBezTo>
                  <a:cubicBezTo>
                    <a:pt x="1747937" y="439654"/>
                    <a:pt x="1746604" y="440416"/>
                    <a:pt x="1745461" y="441368"/>
                  </a:cubicBezTo>
                  <a:cubicBezTo>
                    <a:pt x="1739936" y="446131"/>
                    <a:pt x="1738508" y="453656"/>
                    <a:pt x="1740698" y="460799"/>
                  </a:cubicBezTo>
                  <a:cubicBezTo>
                    <a:pt x="1740508" y="460799"/>
                    <a:pt x="1740317" y="460799"/>
                    <a:pt x="1740127" y="460799"/>
                  </a:cubicBezTo>
                  <a:cubicBezTo>
                    <a:pt x="1721077" y="461847"/>
                    <a:pt x="1702598" y="465276"/>
                    <a:pt x="1684977" y="470800"/>
                  </a:cubicBezTo>
                  <a:cubicBezTo>
                    <a:pt x="1675071" y="473849"/>
                    <a:pt x="1665355" y="477754"/>
                    <a:pt x="1655926" y="482231"/>
                  </a:cubicBezTo>
                  <a:cubicBezTo>
                    <a:pt x="1651449" y="477563"/>
                    <a:pt x="1644972" y="475944"/>
                    <a:pt x="1639162" y="477278"/>
                  </a:cubicBezTo>
                  <a:cubicBezTo>
                    <a:pt x="1639162" y="477278"/>
                    <a:pt x="1639162" y="477278"/>
                    <a:pt x="1639162" y="477278"/>
                  </a:cubicBezTo>
                  <a:cubicBezTo>
                    <a:pt x="1639162" y="477278"/>
                    <a:pt x="1639162" y="477278"/>
                    <a:pt x="1639162" y="477278"/>
                  </a:cubicBezTo>
                  <a:cubicBezTo>
                    <a:pt x="1637828" y="477563"/>
                    <a:pt x="1636495" y="478040"/>
                    <a:pt x="1635257" y="478706"/>
                  </a:cubicBezTo>
                  <a:cubicBezTo>
                    <a:pt x="1635066" y="478802"/>
                    <a:pt x="1634876" y="478897"/>
                    <a:pt x="1634685" y="478992"/>
                  </a:cubicBezTo>
                  <a:cubicBezTo>
                    <a:pt x="1633352" y="479659"/>
                    <a:pt x="1632113" y="480516"/>
                    <a:pt x="1631066" y="481564"/>
                  </a:cubicBezTo>
                  <a:cubicBezTo>
                    <a:pt x="1630208" y="482421"/>
                    <a:pt x="1629351" y="483374"/>
                    <a:pt x="1628684" y="484326"/>
                  </a:cubicBezTo>
                  <a:cubicBezTo>
                    <a:pt x="1627351" y="486231"/>
                    <a:pt x="1626398" y="488422"/>
                    <a:pt x="1625922" y="490612"/>
                  </a:cubicBezTo>
                  <a:cubicBezTo>
                    <a:pt x="1625636" y="491756"/>
                    <a:pt x="1625541" y="492803"/>
                    <a:pt x="1625446" y="493946"/>
                  </a:cubicBezTo>
                  <a:cubicBezTo>
                    <a:pt x="1625351" y="495661"/>
                    <a:pt x="1625636" y="497375"/>
                    <a:pt x="1626112" y="499090"/>
                  </a:cubicBezTo>
                  <a:cubicBezTo>
                    <a:pt x="1613635" y="507281"/>
                    <a:pt x="1601728" y="516520"/>
                    <a:pt x="1590394" y="526903"/>
                  </a:cubicBezTo>
                  <a:cubicBezTo>
                    <a:pt x="1590394" y="526903"/>
                    <a:pt x="1590394" y="526903"/>
                    <a:pt x="1590394" y="526903"/>
                  </a:cubicBezTo>
                  <a:lnTo>
                    <a:pt x="1588584" y="528522"/>
                  </a:lnTo>
                  <a:cubicBezTo>
                    <a:pt x="1576106" y="540047"/>
                    <a:pt x="1565248" y="551573"/>
                    <a:pt x="1555532" y="562907"/>
                  </a:cubicBezTo>
                  <a:cubicBezTo>
                    <a:pt x="1550579" y="562336"/>
                    <a:pt x="1545531" y="564145"/>
                    <a:pt x="1541626" y="567479"/>
                  </a:cubicBezTo>
                  <a:lnTo>
                    <a:pt x="1541626" y="567479"/>
                  </a:lnTo>
                  <a:lnTo>
                    <a:pt x="1541626" y="567479"/>
                  </a:lnTo>
                  <a:cubicBezTo>
                    <a:pt x="1540578" y="568337"/>
                    <a:pt x="1539626" y="569384"/>
                    <a:pt x="1538673" y="570527"/>
                  </a:cubicBezTo>
                  <a:cubicBezTo>
                    <a:pt x="1538578" y="570623"/>
                    <a:pt x="1538483" y="570813"/>
                    <a:pt x="1538292" y="570908"/>
                  </a:cubicBezTo>
                  <a:cubicBezTo>
                    <a:pt x="1537435" y="572051"/>
                    <a:pt x="1536577" y="573290"/>
                    <a:pt x="1536006" y="574623"/>
                  </a:cubicBezTo>
                  <a:cubicBezTo>
                    <a:pt x="1534006" y="578909"/>
                    <a:pt x="1533910" y="583291"/>
                    <a:pt x="1535339" y="586910"/>
                  </a:cubicBezTo>
                  <a:cubicBezTo>
                    <a:pt x="1535435" y="587291"/>
                    <a:pt x="1535720" y="587577"/>
                    <a:pt x="1535816" y="587958"/>
                  </a:cubicBezTo>
                  <a:cubicBezTo>
                    <a:pt x="1534101" y="590339"/>
                    <a:pt x="1532291" y="592720"/>
                    <a:pt x="1530672" y="595007"/>
                  </a:cubicBezTo>
                  <a:cubicBezTo>
                    <a:pt x="1515813" y="616438"/>
                    <a:pt x="1505145" y="636440"/>
                    <a:pt x="1498192" y="654252"/>
                  </a:cubicBezTo>
                  <a:cubicBezTo>
                    <a:pt x="1491143" y="672159"/>
                    <a:pt x="1487047" y="688351"/>
                    <a:pt x="1486952" y="701877"/>
                  </a:cubicBezTo>
                  <a:cubicBezTo>
                    <a:pt x="1486952" y="702163"/>
                    <a:pt x="1486952" y="702449"/>
                    <a:pt x="1486952" y="702639"/>
                  </a:cubicBezTo>
                  <a:cubicBezTo>
                    <a:pt x="1482571" y="704354"/>
                    <a:pt x="1478380" y="707497"/>
                    <a:pt x="1475522" y="711592"/>
                  </a:cubicBezTo>
                  <a:cubicBezTo>
                    <a:pt x="1471141" y="717879"/>
                    <a:pt x="1471141" y="724356"/>
                    <a:pt x="1475141" y="727690"/>
                  </a:cubicBezTo>
                  <a:cubicBezTo>
                    <a:pt x="1475236" y="727785"/>
                    <a:pt x="1475332" y="727880"/>
                    <a:pt x="1475427" y="727880"/>
                  </a:cubicBezTo>
                  <a:cubicBezTo>
                    <a:pt x="1476189" y="728452"/>
                    <a:pt x="1477142" y="729023"/>
                    <a:pt x="1478189" y="729404"/>
                  </a:cubicBezTo>
                  <a:cubicBezTo>
                    <a:pt x="1481904" y="730642"/>
                    <a:pt x="1486667" y="729976"/>
                    <a:pt x="1491048" y="727975"/>
                  </a:cubicBezTo>
                  <a:cubicBezTo>
                    <a:pt x="1492286" y="730928"/>
                    <a:pt x="1493620" y="733691"/>
                    <a:pt x="1495334" y="736358"/>
                  </a:cubicBezTo>
                  <a:cubicBezTo>
                    <a:pt x="1501811" y="746549"/>
                    <a:pt x="1512384" y="753407"/>
                    <a:pt x="1525624" y="758074"/>
                  </a:cubicBezTo>
                  <a:cubicBezTo>
                    <a:pt x="1532386" y="760360"/>
                    <a:pt x="1540102" y="761884"/>
                    <a:pt x="1548579" y="762742"/>
                  </a:cubicBezTo>
                  <a:cubicBezTo>
                    <a:pt x="1556866" y="763790"/>
                    <a:pt x="1566010" y="764075"/>
                    <a:pt x="1575916" y="763694"/>
                  </a:cubicBezTo>
                  <a:cubicBezTo>
                    <a:pt x="1593823" y="762932"/>
                    <a:pt x="1614016" y="759980"/>
                    <a:pt x="1635637" y="754836"/>
                  </a:cubicBezTo>
                  <a:cubicBezTo>
                    <a:pt x="1636590" y="756932"/>
                    <a:pt x="1638019" y="758646"/>
                    <a:pt x="1639828" y="759980"/>
                  </a:cubicBezTo>
                  <a:cubicBezTo>
                    <a:pt x="1641448" y="761123"/>
                    <a:pt x="1643353" y="761884"/>
                    <a:pt x="1645353" y="762266"/>
                  </a:cubicBezTo>
                  <a:cubicBezTo>
                    <a:pt x="1648496" y="762932"/>
                    <a:pt x="1651925" y="762742"/>
                    <a:pt x="1655450" y="761694"/>
                  </a:cubicBezTo>
                  <a:cubicBezTo>
                    <a:pt x="1663355" y="759217"/>
                    <a:pt x="1668689" y="752455"/>
                    <a:pt x="1668785" y="745406"/>
                  </a:cubicBezTo>
                  <a:cubicBezTo>
                    <a:pt x="1685263" y="739977"/>
                    <a:pt x="1702408" y="733405"/>
                    <a:pt x="1720124" y="725308"/>
                  </a:cubicBezTo>
                  <a:cubicBezTo>
                    <a:pt x="1726601" y="722356"/>
                    <a:pt x="1732888" y="719117"/>
                    <a:pt x="1739079" y="715688"/>
                  </a:cubicBezTo>
                  <a:cubicBezTo>
                    <a:pt x="1739079" y="715688"/>
                    <a:pt x="1739079" y="715688"/>
                    <a:pt x="1739174" y="715688"/>
                  </a:cubicBezTo>
                  <a:cubicBezTo>
                    <a:pt x="1739174" y="715688"/>
                    <a:pt x="1739174" y="715688"/>
                    <a:pt x="1739174" y="715688"/>
                  </a:cubicBezTo>
                  <a:cubicBezTo>
                    <a:pt x="1741936" y="714164"/>
                    <a:pt x="1744699" y="712640"/>
                    <a:pt x="1747366" y="711116"/>
                  </a:cubicBezTo>
                  <a:cubicBezTo>
                    <a:pt x="1747747" y="711974"/>
                    <a:pt x="1748223" y="712735"/>
                    <a:pt x="1748794" y="713498"/>
                  </a:cubicBezTo>
                  <a:cubicBezTo>
                    <a:pt x="1749461" y="714450"/>
                    <a:pt x="1750318" y="715307"/>
                    <a:pt x="1751176" y="716069"/>
                  </a:cubicBezTo>
                  <a:cubicBezTo>
                    <a:pt x="1756319" y="720641"/>
                    <a:pt x="1763939" y="721784"/>
                    <a:pt x="1770511" y="718927"/>
                  </a:cubicBezTo>
                  <a:cubicBezTo>
                    <a:pt x="1771559" y="718450"/>
                    <a:pt x="1772607" y="717879"/>
                    <a:pt x="1773655" y="717117"/>
                  </a:cubicBezTo>
                  <a:cubicBezTo>
                    <a:pt x="1781656" y="711497"/>
                    <a:pt x="1783370" y="700258"/>
                    <a:pt x="1777560" y="692257"/>
                  </a:cubicBezTo>
                  <a:cubicBezTo>
                    <a:pt x="1777274" y="691781"/>
                    <a:pt x="1776893" y="691495"/>
                    <a:pt x="1776512" y="691114"/>
                  </a:cubicBezTo>
                  <a:cubicBezTo>
                    <a:pt x="1788990" y="681208"/>
                    <a:pt x="1800515" y="670254"/>
                    <a:pt x="1810517" y="658157"/>
                  </a:cubicBezTo>
                  <a:cubicBezTo>
                    <a:pt x="1818327" y="648823"/>
                    <a:pt x="1825185" y="638726"/>
                    <a:pt x="1831471" y="628058"/>
                  </a:cubicBezTo>
                  <a:cubicBezTo>
                    <a:pt x="1831567" y="628153"/>
                    <a:pt x="1831567" y="628249"/>
                    <a:pt x="1831662" y="628344"/>
                  </a:cubicBezTo>
                  <a:cubicBezTo>
                    <a:pt x="1838234" y="636821"/>
                    <a:pt x="1849855" y="638822"/>
                    <a:pt x="1857475" y="632535"/>
                  </a:cubicBezTo>
                  <a:cubicBezTo>
                    <a:pt x="1858427" y="631773"/>
                    <a:pt x="1859285" y="630916"/>
                    <a:pt x="1860046" y="629868"/>
                  </a:cubicBezTo>
                  <a:cubicBezTo>
                    <a:pt x="1861475" y="627963"/>
                    <a:pt x="1862523" y="625772"/>
                    <a:pt x="1863094" y="623296"/>
                  </a:cubicBezTo>
                  <a:cubicBezTo>
                    <a:pt x="1863666" y="620819"/>
                    <a:pt x="1863761" y="618343"/>
                    <a:pt x="1863476" y="615866"/>
                  </a:cubicBezTo>
                  <a:cubicBezTo>
                    <a:pt x="1863190" y="613295"/>
                    <a:pt x="1862333" y="610723"/>
                    <a:pt x="1861094" y="608341"/>
                  </a:cubicBezTo>
                  <a:cubicBezTo>
                    <a:pt x="1860427" y="607103"/>
                    <a:pt x="1859761" y="605960"/>
                    <a:pt x="1858903" y="604817"/>
                  </a:cubicBezTo>
                  <a:cubicBezTo>
                    <a:pt x="1857856" y="603389"/>
                    <a:pt x="1856618" y="602245"/>
                    <a:pt x="1855379" y="601198"/>
                  </a:cubicBezTo>
                  <a:cubicBezTo>
                    <a:pt x="1855284" y="601103"/>
                    <a:pt x="1855284" y="601103"/>
                    <a:pt x="1855189" y="601007"/>
                  </a:cubicBezTo>
                  <a:cubicBezTo>
                    <a:pt x="1854046" y="600055"/>
                    <a:pt x="1852712" y="599293"/>
                    <a:pt x="1851474" y="598721"/>
                  </a:cubicBezTo>
                  <a:cubicBezTo>
                    <a:pt x="1851379" y="598721"/>
                    <a:pt x="1851379" y="598626"/>
                    <a:pt x="1851284" y="598626"/>
                  </a:cubicBezTo>
                  <a:cubicBezTo>
                    <a:pt x="1851284" y="598626"/>
                    <a:pt x="1851284" y="598626"/>
                    <a:pt x="1851284" y="598626"/>
                  </a:cubicBezTo>
                  <a:cubicBezTo>
                    <a:pt x="1849760" y="597959"/>
                    <a:pt x="1848331" y="597483"/>
                    <a:pt x="1846711" y="597197"/>
                  </a:cubicBezTo>
                  <a:cubicBezTo>
                    <a:pt x="1849378" y="590244"/>
                    <a:pt x="1851664" y="583100"/>
                    <a:pt x="1853665" y="575861"/>
                  </a:cubicBezTo>
                  <a:cubicBezTo>
                    <a:pt x="1855379" y="577195"/>
                    <a:pt x="1857189" y="578338"/>
                    <a:pt x="1859189" y="579195"/>
                  </a:cubicBezTo>
                  <a:cubicBezTo>
                    <a:pt x="1860427" y="579671"/>
                    <a:pt x="1861666" y="580052"/>
                    <a:pt x="1862904" y="580243"/>
                  </a:cubicBezTo>
                  <a:cubicBezTo>
                    <a:pt x="1864523" y="580528"/>
                    <a:pt x="1865952" y="580528"/>
                    <a:pt x="1867476" y="580433"/>
                  </a:cubicBezTo>
                  <a:cubicBezTo>
                    <a:pt x="1867667" y="580433"/>
                    <a:pt x="1867762" y="580433"/>
                    <a:pt x="1867952" y="580338"/>
                  </a:cubicBezTo>
                  <a:cubicBezTo>
                    <a:pt x="1873096" y="579766"/>
                    <a:pt x="1877382" y="576909"/>
                    <a:pt x="1879859" y="572432"/>
                  </a:cubicBezTo>
                  <a:cubicBezTo>
                    <a:pt x="1906814" y="595673"/>
                    <a:pt x="1929484" y="626629"/>
                    <a:pt x="1944914" y="663110"/>
                  </a:cubicBezTo>
                  <a:cubicBezTo>
                    <a:pt x="1950629" y="676731"/>
                    <a:pt x="1954820" y="690638"/>
                    <a:pt x="1957868" y="704544"/>
                  </a:cubicBezTo>
                  <a:cubicBezTo>
                    <a:pt x="1953201" y="703973"/>
                    <a:pt x="1948534" y="705401"/>
                    <a:pt x="1944914" y="709021"/>
                  </a:cubicBezTo>
                  <a:cubicBezTo>
                    <a:pt x="1939009" y="715022"/>
                    <a:pt x="1937961" y="724832"/>
                    <a:pt x="1941485" y="733119"/>
                  </a:cubicBezTo>
                  <a:cubicBezTo>
                    <a:pt x="1941580" y="733309"/>
                    <a:pt x="1941676" y="733595"/>
                    <a:pt x="1941771" y="733786"/>
                  </a:cubicBezTo>
                  <a:cubicBezTo>
                    <a:pt x="1942533" y="735310"/>
                    <a:pt x="1943390" y="736834"/>
                    <a:pt x="1944438" y="738263"/>
                  </a:cubicBezTo>
                  <a:cubicBezTo>
                    <a:pt x="1949391" y="744740"/>
                    <a:pt x="1956821" y="747502"/>
                    <a:pt x="1963298" y="745978"/>
                  </a:cubicBezTo>
                  <a:cubicBezTo>
                    <a:pt x="1963869" y="758265"/>
                    <a:pt x="1963488" y="770362"/>
                    <a:pt x="1962249" y="782077"/>
                  </a:cubicBezTo>
                  <a:cubicBezTo>
                    <a:pt x="1962155" y="783221"/>
                    <a:pt x="1961964" y="784459"/>
                    <a:pt x="1961869" y="785602"/>
                  </a:cubicBezTo>
                  <a:cubicBezTo>
                    <a:pt x="1961297" y="790459"/>
                    <a:pt x="1960630" y="795222"/>
                    <a:pt x="1959678" y="799889"/>
                  </a:cubicBezTo>
                  <a:cubicBezTo>
                    <a:pt x="1953773" y="795984"/>
                    <a:pt x="1947867" y="792460"/>
                    <a:pt x="1941771" y="789031"/>
                  </a:cubicBezTo>
                  <a:cubicBezTo>
                    <a:pt x="1944533" y="784364"/>
                    <a:pt x="1945486" y="778267"/>
                    <a:pt x="1943676" y="772076"/>
                  </a:cubicBezTo>
                  <a:cubicBezTo>
                    <a:pt x="1941200" y="762837"/>
                    <a:pt x="1933580" y="757027"/>
                    <a:pt x="1925674" y="756932"/>
                  </a:cubicBezTo>
                  <a:cubicBezTo>
                    <a:pt x="1925578" y="756932"/>
                    <a:pt x="1925388" y="756932"/>
                    <a:pt x="1925293" y="756932"/>
                  </a:cubicBezTo>
                  <a:cubicBezTo>
                    <a:pt x="1923769" y="756932"/>
                    <a:pt x="1922245" y="757122"/>
                    <a:pt x="1920816" y="757598"/>
                  </a:cubicBezTo>
                  <a:cubicBezTo>
                    <a:pt x="1913958" y="759789"/>
                    <a:pt x="1909577" y="766266"/>
                    <a:pt x="1908910" y="773791"/>
                  </a:cubicBezTo>
                  <a:cubicBezTo>
                    <a:pt x="1908719" y="773696"/>
                    <a:pt x="1908529" y="773600"/>
                    <a:pt x="1908338" y="773600"/>
                  </a:cubicBezTo>
                  <a:cubicBezTo>
                    <a:pt x="1890717" y="767123"/>
                    <a:pt x="1871953" y="763313"/>
                    <a:pt x="1853569" y="761599"/>
                  </a:cubicBezTo>
                  <a:cubicBezTo>
                    <a:pt x="1843187" y="760646"/>
                    <a:pt x="1832710" y="760551"/>
                    <a:pt x="1822327" y="761027"/>
                  </a:cubicBezTo>
                  <a:cubicBezTo>
                    <a:pt x="1819565" y="753502"/>
                    <a:pt x="1812136" y="749216"/>
                    <a:pt x="1804611" y="749788"/>
                  </a:cubicBezTo>
                  <a:cubicBezTo>
                    <a:pt x="1804420" y="749788"/>
                    <a:pt x="1804230" y="749788"/>
                    <a:pt x="1804039" y="749788"/>
                  </a:cubicBezTo>
                  <a:cubicBezTo>
                    <a:pt x="1802611" y="749978"/>
                    <a:pt x="1801087" y="750264"/>
                    <a:pt x="1799658" y="750740"/>
                  </a:cubicBezTo>
                  <a:cubicBezTo>
                    <a:pt x="1793276" y="753217"/>
                    <a:pt x="1789276" y="758741"/>
                    <a:pt x="1788323" y="765028"/>
                  </a:cubicBezTo>
                  <a:cubicBezTo>
                    <a:pt x="1773750" y="767790"/>
                    <a:pt x="1759177" y="771791"/>
                    <a:pt x="1744794" y="777029"/>
                  </a:cubicBezTo>
                  <a:lnTo>
                    <a:pt x="1744794" y="777029"/>
                  </a:lnTo>
                  <a:lnTo>
                    <a:pt x="1742508" y="777791"/>
                  </a:lnTo>
                  <a:cubicBezTo>
                    <a:pt x="1726696" y="783697"/>
                    <a:pt x="1712218" y="790174"/>
                    <a:pt x="1698788" y="796937"/>
                  </a:cubicBezTo>
                  <a:cubicBezTo>
                    <a:pt x="1693359" y="793889"/>
                    <a:pt x="1686120" y="794174"/>
                    <a:pt x="1680310" y="797413"/>
                  </a:cubicBezTo>
                  <a:cubicBezTo>
                    <a:pt x="1680119" y="797508"/>
                    <a:pt x="1680024" y="797603"/>
                    <a:pt x="1679834" y="797699"/>
                  </a:cubicBezTo>
                  <a:cubicBezTo>
                    <a:pt x="1678595" y="798460"/>
                    <a:pt x="1677357" y="799318"/>
                    <a:pt x="1676309" y="800270"/>
                  </a:cubicBezTo>
                  <a:cubicBezTo>
                    <a:pt x="1672594" y="803795"/>
                    <a:pt x="1670785" y="808271"/>
                    <a:pt x="1670880" y="812462"/>
                  </a:cubicBezTo>
                  <a:cubicBezTo>
                    <a:pt x="1645543" y="827893"/>
                    <a:pt x="1625541" y="844085"/>
                    <a:pt x="1610777" y="859135"/>
                  </a:cubicBezTo>
                  <a:cubicBezTo>
                    <a:pt x="1597061" y="873041"/>
                    <a:pt x="1587441" y="886281"/>
                    <a:pt x="1582107" y="898664"/>
                  </a:cubicBezTo>
                  <a:cubicBezTo>
                    <a:pt x="1582012" y="898949"/>
                    <a:pt x="1581917" y="899235"/>
                    <a:pt x="1581726" y="899521"/>
                  </a:cubicBezTo>
                  <a:cubicBezTo>
                    <a:pt x="1577059" y="899425"/>
                    <a:pt x="1572010" y="900664"/>
                    <a:pt x="1567724" y="903331"/>
                  </a:cubicBezTo>
                  <a:cubicBezTo>
                    <a:pt x="1562390" y="906760"/>
                    <a:pt x="1559818" y="911237"/>
                    <a:pt x="1560295" y="915332"/>
                  </a:cubicBezTo>
                  <a:lnTo>
                    <a:pt x="1560295" y="915332"/>
                  </a:lnTo>
                  <a:cubicBezTo>
                    <a:pt x="1560295" y="915332"/>
                    <a:pt x="1560295" y="915332"/>
                    <a:pt x="1560295" y="915332"/>
                  </a:cubicBezTo>
                  <a:cubicBezTo>
                    <a:pt x="1560390" y="916285"/>
                    <a:pt x="1560676" y="917142"/>
                    <a:pt x="1561152" y="917999"/>
                  </a:cubicBezTo>
                  <a:cubicBezTo>
                    <a:pt x="1561247" y="918095"/>
                    <a:pt x="1561247" y="918190"/>
                    <a:pt x="1561343" y="918380"/>
                  </a:cubicBezTo>
                  <a:cubicBezTo>
                    <a:pt x="1561819" y="919238"/>
                    <a:pt x="1562485" y="920095"/>
                    <a:pt x="1563343" y="920762"/>
                  </a:cubicBezTo>
                  <a:cubicBezTo>
                    <a:pt x="1566391" y="923333"/>
                    <a:pt x="1570963" y="924476"/>
                    <a:pt x="1575820" y="924286"/>
                  </a:cubicBezTo>
                  <a:cubicBezTo>
                    <a:pt x="1575820" y="927429"/>
                    <a:pt x="1576011" y="930667"/>
                    <a:pt x="1576487" y="933716"/>
                  </a:cubicBezTo>
                  <a:cubicBezTo>
                    <a:pt x="1578583" y="945622"/>
                    <a:pt x="1585727" y="955909"/>
                    <a:pt x="1596109" y="965339"/>
                  </a:cubicBezTo>
                  <a:cubicBezTo>
                    <a:pt x="1601443" y="970006"/>
                    <a:pt x="1607920" y="974387"/>
                    <a:pt x="1615540" y="978483"/>
                  </a:cubicBezTo>
                  <a:cubicBezTo>
                    <a:pt x="1622779" y="982579"/>
                    <a:pt x="1631066" y="986389"/>
                    <a:pt x="1640400" y="989913"/>
                  </a:cubicBezTo>
                  <a:cubicBezTo>
                    <a:pt x="1657069" y="996199"/>
                    <a:pt x="1676976" y="1001152"/>
                    <a:pt x="1698979" y="1004677"/>
                  </a:cubicBezTo>
                  <a:cubicBezTo>
                    <a:pt x="1699264" y="1011821"/>
                    <a:pt x="1705646" y="1017916"/>
                    <a:pt x="1714695" y="1018679"/>
                  </a:cubicBezTo>
                  <a:cubicBezTo>
                    <a:pt x="1715933" y="1018774"/>
                    <a:pt x="1717171" y="1018774"/>
                    <a:pt x="1718314" y="1018679"/>
                  </a:cubicBezTo>
                  <a:cubicBezTo>
                    <a:pt x="1719838" y="1018583"/>
                    <a:pt x="1721172" y="1018202"/>
                    <a:pt x="1722601" y="1017821"/>
                  </a:cubicBezTo>
                  <a:cubicBezTo>
                    <a:pt x="1724125" y="1017345"/>
                    <a:pt x="1725458" y="1016678"/>
                    <a:pt x="1726792" y="1015916"/>
                  </a:cubicBezTo>
                  <a:cubicBezTo>
                    <a:pt x="1728983" y="1014583"/>
                    <a:pt x="1730887" y="1012868"/>
                    <a:pt x="1732316" y="1010773"/>
                  </a:cubicBezTo>
                  <a:cubicBezTo>
                    <a:pt x="1732697" y="1010106"/>
                    <a:pt x="1733078" y="1009439"/>
                    <a:pt x="1733364" y="1008677"/>
                  </a:cubicBezTo>
                  <a:cubicBezTo>
                    <a:pt x="1750700" y="1010011"/>
                    <a:pt x="1768987" y="1010582"/>
                    <a:pt x="1788418" y="1009820"/>
                  </a:cubicBezTo>
                  <a:cubicBezTo>
                    <a:pt x="1795562" y="1009534"/>
                    <a:pt x="1802611" y="1008963"/>
                    <a:pt x="1809659" y="1008201"/>
                  </a:cubicBezTo>
                  <a:cubicBezTo>
                    <a:pt x="1809659" y="1008201"/>
                    <a:pt x="1809754" y="1008201"/>
                    <a:pt x="1809754" y="1008201"/>
                  </a:cubicBezTo>
                  <a:cubicBezTo>
                    <a:pt x="1809754" y="1008201"/>
                    <a:pt x="1809754" y="1008201"/>
                    <a:pt x="1809754" y="1008201"/>
                  </a:cubicBezTo>
                  <a:cubicBezTo>
                    <a:pt x="1812898" y="1007820"/>
                    <a:pt x="1816041" y="1007534"/>
                    <a:pt x="1819089" y="1007058"/>
                  </a:cubicBezTo>
                  <a:cubicBezTo>
                    <a:pt x="1819184" y="1007915"/>
                    <a:pt x="1819184" y="1008868"/>
                    <a:pt x="1819470" y="1009725"/>
                  </a:cubicBezTo>
                  <a:cubicBezTo>
                    <a:pt x="1819470" y="1009725"/>
                    <a:pt x="1819470" y="1009725"/>
                    <a:pt x="1819470" y="1009725"/>
                  </a:cubicBezTo>
                  <a:cubicBezTo>
                    <a:pt x="1820042" y="1012011"/>
                    <a:pt x="1821089" y="1014107"/>
                    <a:pt x="1822423" y="1015916"/>
                  </a:cubicBezTo>
                  <a:cubicBezTo>
                    <a:pt x="1823089" y="1016774"/>
                    <a:pt x="1823852" y="1017631"/>
                    <a:pt x="1824709" y="1018393"/>
                  </a:cubicBezTo>
                  <a:cubicBezTo>
                    <a:pt x="1826423" y="1019917"/>
                    <a:pt x="1828328" y="1021060"/>
                    <a:pt x="1830519" y="1021917"/>
                  </a:cubicBezTo>
                  <a:cubicBezTo>
                    <a:pt x="1833758" y="1023155"/>
                    <a:pt x="1837282" y="1023441"/>
                    <a:pt x="1840901" y="1022679"/>
                  </a:cubicBezTo>
                  <a:cubicBezTo>
                    <a:pt x="1850521" y="1020583"/>
                    <a:pt x="1856427" y="1010868"/>
                    <a:pt x="1854141" y="1001248"/>
                  </a:cubicBezTo>
                  <a:cubicBezTo>
                    <a:pt x="1854046" y="1000772"/>
                    <a:pt x="1853760" y="1000295"/>
                    <a:pt x="1853665" y="999819"/>
                  </a:cubicBezTo>
                  <a:cubicBezTo>
                    <a:pt x="1869000" y="995438"/>
                    <a:pt x="1883764" y="989818"/>
                    <a:pt x="1897575" y="982483"/>
                  </a:cubicBezTo>
                  <a:cubicBezTo>
                    <a:pt x="1908338" y="976864"/>
                    <a:pt x="1918625" y="970196"/>
                    <a:pt x="1928531" y="962767"/>
                  </a:cubicBezTo>
                  <a:cubicBezTo>
                    <a:pt x="1928531" y="962862"/>
                    <a:pt x="1928531" y="962957"/>
                    <a:pt x="1928627" y="963052"/>
                  </a:cubicBezTo>
                  <a:cubicBezTo>
                    <a:pt x="1929293" y="965624"/>
                    <a:pt x="1930436" y="968006"/>
                    <a:pt x="1931960" y="970006"/>
                  </a:cubicBezTo>
                  <a:cubicBezTo>
                    <a:pt x="1933389" y="972006"/>
                    <a:pt x="1935199" y="973625"/>
                    <a:pt x="1937199" y="974959"/>
                  </a:cubicBezTo>
                  <a:cubicBezTo>
                    <a:pt x="1938247" y="975625"/>
                    <a:pt x="1939294" y="976102"/>
                    <a:pt x="1940342" y="976483"/>
                  </a:cubicBezTo>
                  <a:cubicBezTo>
                    <a:pt x="1942533" y="977340"/>
                    <a:pt x="1944819" y="977626"/>
                    <a:pt x="1947200" y="977531"/>
                  </a:cubicBezTo>
                  <a:cubicBezTo>
                    <a:pt x="1948343" y="977435"/>
                    <a:pt x="1949582" y="977245"/>
                    <a:pt x="1950725" y="976864"/>
                  </a:cubicBezTo>
                  <a:cubicBezTo>
                    <a:pt x="1960154" y="974006"/>
                    <a:pt x="1965488" y="962767"/>
                    <a:pt x="1962631" y="951908"/>
                  </a:cubicBezTo>
                  <a:cubicBezTo>
                    <a:pt x="1962249" y="950194"/>
                    <a:pt x="1961583" y="948670"/>
                    <a:pt x="1960821" y="947336"/>
                  </a:cubicBezTo>
                  <a:cubicBezTo>
                    <a:pt x="1960726" y="947241"/>
                    <a:pt x="1960726" y="947146"/>
                    <a:pt x="1960630" y="947050"/>
                  </a:cubicBezTo>
                  <a:cubicBezTo>
                    <a:pt x="1959868" y="945717"/>
                    <a:pt x="1959011" y="944574"/>
                    <a:pt x="1958059" y="943431"/>
                  </a:cubicBezTo>
                  <a:cubicBezTo>
                    <a:pt x="1958059" y="943431"/>
                    <a:pt x="1958059" y="943336"/>
                    <a:pt x="1957964" y="943336"/>
                  </a:cubicBezTo>
                  <a:cubicBezTo>
                    <a:pt x="1957964" y="943336"/>
                    <a:pt x="1957964" y="943336"/>
                    <a:pt x="1957964" y="943336"/>
                  </a:cubicBezTo>
                  <a:cubicBezTo>
                    <a:pt x="1956821" y="942193"/>
                    <a:pt x="1955678" y="941145"/>
                    <a:pt x="1954344" y="940288"/>
                  </a:cubicBezTo>
                  <a:cubicBezTo>
                    <a:pt x="1959487" y="934954"/>
                    <a:pt x="1964345" y="929239"/>
                    <a:pt x="1968917" y="923238"/>
                  </a:cubicBezTo>
                  <a:cubicBezTo>
                    <a:pt x="1970537" y="926286"/>
                    <a:pt x="1972823" y="928953"/>
                    <a:pt x="1975775" y="930858"/>
                  </a:cubicBezTo>
                  <a:cubicBezTo>
                    <a:pt x="1977109" y="931715"/>
                    <a:pt x="1978537" y="932287"/>
                    <a:pt x="1979966" y="932763"/>
                  </a:cubicBezTo>
                  <a:cubicBezTo>
                    <a:pt x="1980157" y="932858"/>
                    <a:pt x="1980252" y="932858"/>
                    <a:pt x="1980443" y="932858"/>
                  </a:cubicBezTo>
                  <a:cubicBezTo>
                    <a:pt x="1985396" y="934287"/>
                    <a:pt x="1990444" y="933334"/>
                    <a:pt x="1994444" y="930096"/>
                  </a:cubicBezTo>
                  <a:cubicBezTo>
                    <a:pt x="2010351" y="961909"/>
                    <a:pt x="2019399" y="999057"/>
                    <a:pt x="2019781" y="1038395"/>
                  </a:cubicBezTo>
                  <a:cubicBezTo>
                    <a:pt x="2019590" y="1053064"/>
                    <a:pt x="2018162" y="1067447"/>
                    <a:pt x="2015685" y="1081448"/>
                  </a:cubicBezTo>
                  <a:cubicBezTo>
                    <a:pt x="2011589" y="1079162"/>
                    <a:pt x="2006636" y="1078686"/>
                    <a:pt x="2002064" y="1080686"/>
                  </a:cubicBezTo>
                  <a:cubicBezTo>
                    <a:pt x="1995968" y="1083353"/>
                    <a:pt x="1991682" y="1089640"/>
                    <a:pt x="1990253" y="1096688"/>
                  </a:cubicBezTo>
                  <a:cubicBezTo>
                    <a:pt x="1990253" y="1096688"/>
                    <a:pt x="1990253" y="1096688"/>
                    <a:pt x="1990253" y="1096688"/>
                  </a:cubicBezTo>
                  <a:cubicBezTo>
                    <a:pt x="1990253" y="1096688"/>
                    <a:pt x="1990253" y="1096688"/>
                    <a:pt x="1990253" y="1096783"/>
                  </a:cubicBezTo>
                  <a:cubicBezTo>
                    <a:pt x="1989968" y="1098308"/>
                    <a:pt x="1989777" y="1099927"/>
                    <a:pt x="1989872" y="1101546"/>
                  </a:cubicBezTo>
                  <a:cubicBezTo>
                    <a:pt x="1989872" y="1101832"/>
                    <a:pt x="1989872" y="1102117"/>
                    <a:pt x="1989872" y="1102308"/>
                  </a:cubicBezTo>
                  <a:cubicBezTo>
                    <a:pt x="1989968" y="1104023"/>
                    <a:pt x="1990158" y="1105737"/>
                    <a:pt x="1990539" y="1107451"/>
                  </a:cubicBezTo>
                  <a:cubicBezTo>
                    <a:pt x="1992634" y="1115357"/>
                    <a:pt x="1998445" y="1120787"/>
                    <a:pt x="2005112" y="1121739"/>
                  </a:cubicBezTo>
                  <a:cubicBezTo>
                    <a:pt x="2001112" y="1132883"/>
                    <a:pt x="1996349" y="1143551"/>
                    <a:pt x="1990920" y="1153552"/>
                  </a:cubicBezTo>
                  <a:cubicBezTo>
                    <a:pt x="1989872" y="1155362"/>
                    <a:pt x="1988825" y="1157267"/>
                    <a:pt x="1987777" y="1159077"/>
                  </a:cubicBezTo>
                  <a:cubicBezTo>
                    <a:pt x="1985586" y="1162792"/>
                    <a:pt x="1983395" y="1166507"/>
                    <a:pt x="1981014" y="1170031"/>
                  </a:cubicBezTo>
                  <a:cubicBezTo>
                    <a:pt x="1977109" y="1164125"/>
                    <a:pt x="1973013" y="1158601"/>
                    <a:pt x="1968727" y="1153267"/>
                  </a:cubicBezTo>
                  <a:cubicBezTo>
                    <a:pt x="1973108" y="1150028"/>
                    <a:pt x="1976347" y="1144694"/>
                    <a:pt x="1977109" y="1138313"/>
                  </a:cubicBezTo>
                  <a:cubicBezTo>
                    <a:pt x="1977966" y="1130692"/>
                    <a:pt x="1974823" y="1123739"/>
                    <a:pt x="1969679" y="1119739"/>
                  </a:cubicBezTo>
                  <a:cubicBezTo>
                    <a:pt x="1969679" y="1119739"/>
                    <a:pt x="1969679" y="1119739"/>
                    <a:pt x="1969679" y="1119739"/>
                  </a:cubicBezTo>
                  <a:cubicBezTo>
                    <a:pt x="1969679" y="1119739"/>
                    <a:pt x="1969679" y="1119739"/>
                    <a:pt x="1969679" y="1119739"/>
                  </a:cubicBezTo>
                  <a:cubicBezTo>
                    <a:pt x="1968536" y="1118882"/>
                    <a:pt x="1967298" y="1118120"/>
                    <a:pt x="1966060" y="1117548"/>
                  </a:cubicBezTo>
                  <a:cubicBezTo>
                    <a:pt x="1965869" y="1117453"/>
                    <a:pt x="1965679" y="1117358"/>
                    <a:pt x="1965488" y="1117262"/>
                  </a:cubicBezTo>
                  <a:cubicBezTo>
                    <a:pt x="1964059" y="1116691"/>
                    <a:pt x="1962631" y="1116310"/>
                    <a:pt x="1961107" y="1116215"/>
                  </a:cubicBezTo>
                  <a:cubicBezTo>
                    <a:pt x="1953868" y="1115643"/>
                    <a:pt x="1947390" y="1119929"/>
                    <a:pt x="1944057" y="1126597"/>
                  </a:cubicBezTo>
                  <a:cubicBezTo>
                    <a:pt x="1943866" y="1126501"/>
                    <a:pt x="1943772" y="1126311"/>
                    <a:pt x="1943676" y="1126216"/>
                  </a:cubicBezTo>
                  <a:cubicBezTo>
                    <a:pt x="1929484" y="1113548"/>
                    <a:pt x="1914053" y="1102880"/>
                    <a:pt x="1897670" y="1094307"/>
                  </a:cubicBezTo>
                  <a:cubicBezTo>
                    <a:pt x="1888526" y="1089449"/>
                    <a:pt x="1878906" y="1085354"/>
                    <a:pt x="1869095" y="1081829"/>
                  </a:cubicBezTo>
                  <a:cubicBezTo>
                    <a:pt x="1869095" y="1075352"/>
                    <a:pt x="1865761" y="1069637"/>
                    <a:pt x="1860618" y="1066399"/>
                  </a:cubicBezTo>
                  <a:cubicBezTo>
                    <a:pt x="1860618" y="1066399"/>
                    <a:pt x="1860618" y="1066399"/>
                    <a:pt x="1860618" y="1066399"/>
                  </a:cubicBezTo>
                  <a:cubicBezTo>
                    <a:pt x="1860618" y="1066399"/>
                    <a:pt x="1860618" y="1066399"/>
                    <a:pt x="1860618" y="1066399"/>
                  </a:cubicBezTo>
                  <a:cubicBezTo>
                    <a:pt x="1859475" y="1065637"/>
                    <a:pt x="1858142" y="1065065"/>
                    <a:pt x="1856808" y="1064589"/>
                  </a:cubicBezTo>
                  <a:cubicBezTo>
                    <a:pt x="1856618" y="1064494"/>
                    <a:pt x="1856427" y="1064494"/>
                    <a:pt x="1856332" y="1064399"/>
                  </a:cubicBezTo>
                  <a:cubicBezTo>
                    <a:pt x="1854903" y="1064017"/>
                    <a:pt x="1853474" y="1063637"/>
                    <a:pt x="1851950" y="1063637"/>
                  </a:cubicBezTo>
                  <a:cubicBezTo>
                    <a:pt x="1845092" y="1063446"/>
                    <a:pt x="1839187" y="1067066"/>
                    <a:pt x="1836043" y="1072495"/>
                  </a:cubicBezTo>
                  <a:cubicBezTo>
                    <a:pt x="1821470" y="1069447"/>
                    <a:pt x="1806421" y="1067637"/>
                    <a:pt x="1791181" y="1066970"/>
                  </a:cubicBezTo>
                  <a:cubicBezTo>
                    <a:pt x="1791181" y="1066970"/>
                    <a:pt x="1791181" y="1066970"/>
                    <a:pt x="1791181" y="1066970"/>
                  </a:cubicBezTo>
                  <a:lnTo>
                    <a:pt x="1788800" y="1066780"/>
                  </a:lnTo>
                  <a:cubicBezTo>
                    <a:pt x="1771845" y="1066113"/>
                    <a:pt x="1756034" y="1066589"/>
                    <a:pt x="1741079" y="1067732"/>
                  </a:cubicBezTo>
                  <a:cubicBezTo>
                    <a:pt x="1737174" y="1062779"/>
                    <a:pt x="1730411" y="1060398"/>
                    <a:pt x="1723839" y="1061160"/>
                  </a:cubicBezTo>
                  <a:cubicBezTo>
                    <a:pt x="1723649" y="1061160"/>
                    <a:pt x="1723458" y="1061160"/>
                    <a:pt x="1723268" y="1061255"/>
                  </a:cubicBezTo>
                  <a:cubicBezTo>
                    <a:pt x="1721839" y="1061446"/>
                    <a:pt x="1720410" y="1061732"/>
                    <a:pt x="1718981" y="1062303"/>
                  </a:cubicBezTo>
                  <a:cubicBezTo>
                    <a:pt x="1714124" y="1064208"/>
                    <a:pt x="1710790" y="1067637"/>
                    <a:pt x="1709456" y="1071638"/>
                  </a:cubicBezTo>
                  <a:cubicBezTo>
                    <a:pt x="1706599" y="1072114"/>
                    <a:pt x="1703646" y="1072495"/>
                    <a:pt x="1700884" y="1072971"/>
                  </a:cubicBezTo>
                  <a:cubicBezTo>
                    <a:pt x="1675261" y="1077638"/>
                    <a:pt x="1653449" y="1084210"/>
                    <a:pt x="1635923" y="1091926"/>
                  </a:cubicBezTo>
                  <a:cubicBezTo>
                    <a:pt x="1617921" y="1099832"/>
                    <a:pt x="1603824" y="1108595"/>
                    <a:pt x="1593727" y="1118215"/>
                  </a:cubicBezTo>
                  <a:cubicBezTo>
                    <a:pt x="1589441" y="1116310"/>
                    <a:pt x="1584202" y="1115643"/>
                    <a:pt x="1579345" y="1116500"/>
                  </a:cubicBezTo>
                  <a:cubicBezTo>
                    <a:pt x="1573344" y="1117643"/>
                    <a:pt x="1569248" y="1120882"/>
                    <a:pt x="1568201" y="1124787"/>
                  </a:cubicBezTo>
                  <a:cubicBezTo>
                    <a:pt x="1568201" y="1124787"/>
                    <a:pt x="1568201" y="1124787"/>
                    <a:pt x="1568201" y="1124787"/>
                  </a:cubicBezTo>
                  <a:cubicBezTo>
                    <a:pt x="1568201" y="1124787"/>
                    <a:pt x="1568201" y="1124882"/>
                    <a:pt x="1568201" y="1124882"/>
                  </a:cubicBezTo>
                  <a:cubicBezTo>
                    <a:pt x="1568010" y="1125740"/>
                    <a:pt x="1567915" y="1126597"/>
                    <a:pt x="1567915" y="1127454"/>
                  </a:cubicBezTo>
                  <a:cubicBezTo>
                    <a:pt x="1567915" y="1127645"/>
                    <a:pt x="1567915" y="1127835"/>
                    <a:pt x="1567915" y="1128025"/>
                  </a:cubicBezTo>
                  <a:cubicBezTo>
                    <a:pt x="1568010" y="1128978"/>
                    <a:pt x="1568296" y="1129931"/>
                    <a:pt x="1568772" y="1130978"/>
                  </a:cubicBezTo>
                  <a:cubicBezTo>
                    <a:pt x="1569153" y="1131740"/>
                    <a:pt x="1569725" y="1132598"/>
                    <a:pt x="1570296" y="1133264"/>
                  </a:cubicBezTo>
                  <a:cubicBezTo>
                    <a:pt x="1572296" y="1135741"/>
                    <a:pt x="1575344" y="1137741"/>
                    <a:pt x="1578868" y="1139075"/>
                  </a:cubicBezTo>
                  <a:cubicBezTo>
                    <a:pt x="1577630" y="1142027"/>
                    <a:pt x="1576678" y="1144980"/>
                    <a:pt x="1576106" y="1148028"/>
                  </a:cubicBezTo>
                  <a:cubicBezTo>
                    <a:pt x="1570963" y="1171459"/>
                    <a:pt x="1584774" y="1196987"/>
                    <a:pt x="1613730" y="1224133"/>
                  </a:cubicBezTo>
                  <a:cubicBezTo>
                    <a:pt x="1626684" y="1236134"/>
                    <a:pt x="1643067" y="1248326"/>
                    <a:pt x="1662117" y="1260042"/>
                  </a:cubicBezTo>
                  <a:cubicBezTo>
                    <a:pt x="1659926" y="1266805"/>
                    <a:pt x="1663451" y="1274806"/>
                    <a:pt x="1671452" y="1278997"/>
                  </a:cubicBezTo>
                  <a:cubicBezTo>
                    <a:pt x="1672499" y="1279568"/>
                    <a:pt x="1673642" y="1280045"/>
                    <a:pt x="1674785" y="1280330"/>
                  </a:cubicBezTo>
                  <a:cubicBezTo>
                    <a:pt x="1677071" y="1281092"/>
                    <a:pt x="1679357" y="1281378"/>
                    <a:pt x="1681643" y="1281283"/>
                  </a:cubicBezTo>
                  <a:cubicBezTo>
                    <a:pt x="1685834" y="1281188"/>
                    <a:pt x="1689739" y="1279664"/>
                    <a:pt x="1692502" y="1276901"/>
                  </a:cubicBezTo>
                  <a:cubicBezTo>
                    <a:pt x="1708027" y="1284807"/>
                    <a:pt x="1724792" y="1292237"/>
                    <a:pt x="1742984" y="1299095"/>
                  </a:cubicBezTo>
                  <a:cubicBezTo>
                    <a:pt x="1752700" y="1302714"/>
                    <a:pt x="1762415" y="1305762"/>
                    <a:pt x="1772226" y="1308239"/>
                  </a:cubicBezTo>
                  <a:cubicBezTo>
                    <a:pt x="1771940" y="1309096"/>
                    <a:pt x="1771654" y="1309953"/>
                    <a:pt x="1771559" y="1310906"/>
                  </a:cubicBezTo>
                  <a:cubicBezTo>
                    <a:pt x="1770035" y="1320240"/>
                    <a:pt x="1776608" y="1329289"/>
                    <a:pt x="1786323" y="1331003"/>
                  </a:cubicBezTo>
                  <a:cubicBezTo>
                    <a:pt x="1787561" y="1331194"/>
                    <a:pt x="1788704" y="1331289"/>
                    <a:pt x="1789943" y="1331289"/>
                  </a:cubicBezTo>
                  <a:cubicBezTo>
                    <a:pt x="1791085" y="1331289"/>
                    <a:pt x="1792324" y="1331099"/>
                    <a:pt x="1793467" y="1330813"/>
                  </a:cubicBezTo>
                  <a:cubicBezTo>
                    <a:pt x="1794610" y="1330527"/>
                    <a:pt x="1795658" y="1330146"/>
                    <a:pt x="1796705" y="1329670"/>
                  </a:cubicBezTo>
                  <a:cubicBezTo>
                    <a:pt x="1798801" y="1328717"/>
                    <a:pt x="1800706" y="1327384"/>
                    <a:pt x="1802325" y="1325669"/>
                  </a:cubicBezTo>
                  <a:cubicBezTo>
                    <a:pt x="1804706" y="1323193"/>
                    <a:pt x="1806326" y="1319954"/>
                    <a:pt x="1806897" y="1316240"/>
                  </a:cubicBezTo>
                  <a:cubicBezTo>
                    <a:pt x="1806992" y="1315668"/>
                    <a:pt x="1806897" y="1315192"/>
                    <a:pt x="1806897" y="1314620"/>
                  </a:cubicBezTo>
                  <a:cubicBezTo>
                    <a:pt x="1822613" y="1316430"/>
                    <a:pt x="1838425" y="1316811"/>
                    <a:pt x="1854141" y="1315382"/>
                  </a:cubicBezTo>
                  <a:cubicBezTo>
                    <a:pt x="1866238" y="1314239"/>
                    <a:pt x="1878430" y="1312144"/>
                    <a:pt x="1890431" y="1309000"/>
                  </a:cubicBezTo>
                  <a:cubicBezTo>
                    <a:pt x="1890431" y="1309096"/>
                    <a:pt x="1890336" y="1309191"/>
                    <a:pt x="1890336" y="1309286"/>
                  </a:cubicBezTo>
                  <a:cubicBezTo>
                    <a:pt x="1888907" y="1319954"/>
                    <a:pt x="1895574" y="1329479"/>
                    <a:pt x="1905481" y="1330432"/>
                  </a:cubicBezTo>
                  <a:cubicBezTo>
                    <a:pt x="1915291" y="1331384"/>
                    <a:pt x="1924816" y="1323098"/>
                    <a:pt x="1926150" y="1311953"/>
                  </a:cubicBezTo>
                  <a:cubicBezTo>
                    <a:pt x="1926341" y="1310239"/>
                    <a:pt x="1926245" y="1308620"/>
                    <a:pt x="1926055" y="1307000"/>
                  </a:cubicBezTo>
                  <a:cubicBezTo>
                    <a:pt x="1926055" y="1306810"/>
                    <a:pt x="1925959" y="1306619"/>
                    <a:pt x="1925959" y="1306429"/>
                  </a:cubicBezTo>
                  <a:cubicBezTo>
                    <a:pt x="1925769" y="1304905"/>
                    <a:pt x="1925388" y="1303476"/>
                    <a:pt x="1924816" y="1302047"/>
                  </a:cubicBezTo>
                  <a:cubicBezTo>
                    <a:pt x="1924816" y="1302047"/>
                    <a:pt x="1924816" y="1302047"/>
                    <a:pt x="1924816" y="1302047"/>
                  </a:cubicBezTo>
                  <a:cubicBezTo>
                    <a:pt x="1924816" y="1302047"/>
                    <a:pt x="1924816" y="1302047"/>
                    <a:pt x="1924816" y="1302047"/>
                  </a:cubicBezTo>
                  <a:cubicBezTo>
                    <a:pt x="1924245" y="1300523"/>
                    <a:pt x="1923483" y="1299095"/>
                    <a:pt x="1922626" y="1297856"/>
                  </a:cubicBezTo>
                  <a:cubicBezTo>
                    <a:pt x="1929389" y="1294904"/>
                    <a:pt x="1936151" y="1291379"/>
                    <a:pt x="1942819" y="1287665"/>
                  </a:cubicBezTo>
                  <a:cubicBezTo>
                    <a:pt x="1943009" y="1289760"/>
                    <a:pt x="1943485" y="1291856"/>
                    <a:pt x="1944248" y="1293856"/>
                  </a:cubicBezTo>
                  <a:cubicBezTo>
                    <a:pt x="1944724" y="1294999"/>
                    <a:pt x="1945391" y="1296142"/>
                    <a:pt x="1946153" y="1297285"/>
                  </a:cubicBezTo>
                  <a:cubicBezTo>
                    <a:pt x="1946153" y="1297285"/>
                    <a:pt x="1946153" y="1297285"/>
                    <a:pt x="1946153" y="1297285"/>
                  </a:cubicBezTo>
                  <a:cubicBezTo>
                    <a:pt x="1947010" y="1298618"/>
                    <a:pt x="1948153" y="1299666"/>
                    <a:pt x="1949200" y="1300618"/>
                  </a:cubicBezTo>
                  <a:cubicBezTo>
                    <a:pt x="1949296" y="1300714"/>
                    <a:pt x="1949486" y="1300809"/>
                    <a:pt x="1949582" y="1300904"/>
                  </a:cubicBezTo>
                  <a:cubicBezTo>
                    <a:pt x="1953582" y="1304143"/>
                    <a:pt x="1958630" y="1305095"/>
                    <a:pt x="1963583" y="1303762"/>
                  </a:cubicBezTo>
                  <a:cubicBezTo>
                    <a:pt x="1966060" y="1339290"/>
                    <a:pt x="1960821" y="1377390"/>
                    <a:pt x="1945486" y="1413871"/>
                  </a:cubicBezTo>
                  <a:cubicBezTo>
                    <a:pt x="1939009" y="1427873"/>
                    <a:pt x="1932151" y="1440731"/>
                    <a:pt x="1924531" y="1452733"/>
                  </a:cubicBezTo>
                  <a:close/>
                </a:path>
              </a:pathLst>
            </a:custGeom>
            <a:solidFill>
              <a:srgbClr val="333333">
                <a:alpha val="20000"/>
              </a:srgbClr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296" name="Graphique 15">
              <a:extLst>
                <a:ext uri="{FF2B5EF4-FFF2-40B4-BE49-F238E27FC236}">
                  <a16:creationId xmlns:a16="http://schemas.microsoft.com/office/drawing/2014/main" id="{4558A6F4-828F-4E7C-9209-D62437186ED1}"/>
                </a:ext>
              </a:extLst>
            </p:cNvPr>
            <p:cNvGrpSpPr/>
            <p:nvPr/>
          </p:nvGrpSpPr>
          <p:grpSpPr>
            <a:xfrm>
              <a:off x="9290603" y="2719397"/>
              <a:ext cx="2078649" cy="2078649"/>
              <a:chOff x="9290603" y="2719397"/>
              <a:chExt cx="2078649" cy="2078649"/>
            </a:xfrm>
            <a:solidFill>
              <a:schemeClr val="accent1"/>
            </a:solidFill>
          </p:grpSpPr>
          <p:grpSp>
            <p:nvGrpSpPr>
              <p:cNvPr id="297" name="Graphique 15">
                <a:extLst>
                  <a:ext uri="{FF2B5EF4-FFF2-40B4-BE49-F238E27FC236}">
                    <a16:creationId xmlns:a16="http://schemas.microsoft.com/office/drawing/2014/main" id="{453C38ED-7A34-4676-B46F-A73F439FA34F}"/>
                  </a:ext>
                </a:extLst>
              </p:cNvPr>
              <p:cNvGrpSpPr/>
              <p:nvPr/>
            </p:nvGrpSpPr>
            <p:grpSpPr>
              <a:xfrm>
                <a:off x="10858456" y="3758674"/>
                <a:ext cx="510796" cy="397287"/>
                <a:chOff x="10858456" y="3758674"/>
                <a:chExt cx="510796" cy="397287"/>
              </a:xfrm>
              <a:solidFill>
                <a:schemeClr val="accent1"/>
              </a:solidFill>
            </p:grpSpPr>
            <p:sp>
              <p:nvSpPr>
                <p:cNvPr id="298" name="Forme libre : forme 297">
                  <a:extLst>
                    <a:ext uri="{FF2B5EF4-FFF2-40B4-BE49-F238E27FC236}">
                      <a16:creationId xmlns:a16="http://schemas.microsoft.com/office/drawing/2014/main" id="{35C05FF4-A0BA-4A4C-92D6-9D56561D8B48}"/>
                    </a:ext>
                  </a:extLst>
                </p:cNvPr>
                <p:cNvSpPr/>
                <p:nvPr/>
              </p:nvSpPr>
              <p:spPr>
                <a:xfrm>
                  <a:off x="10865748" y="3758674"/>
                  <a:ext cx="502071" cy="397287"/>
                </a:xfrm>
                <a:custGeom>
                  <a:avLst/>
                  <a:gdLst>
                    <a:gd name="connsiteX0" fmla="*/ 444922 w 502071"/>
                    <a:gd name="connsiteY0" fmla="*/ 0 h 397287"/>
                    <a:gd name="connsiteX1" fmla="*/ 406059 w 502071"/>
                    <a:gd name="connsiteY1" fmla="*/ 131731 h 397287"/>
                    <a:gd name="connsiteX2" fmla="*/ 368722 w 502071"/>
                    <a:gd name="connsiteY2" fmla="*/ 87821 h 397287"/>
                    <a:gd name="connsiteX3" fmla="*/ 322716 w 502071"/>
                    <a:gd name="connsiteY3" fmla="*/ 55912 h 397287"/>
                    <a:gd name="connsiteX4" fmla="*/ 213655 w 502071"/>
                    <a:gd name="connsiteY4" fmla="*/ 28480 h 397287"/>
                    <a:gd name="connsiteX5" fmla="*/ 125834 w 502071"/>
                    <a:gd name="connsiteY5" fmla="*/ 34576 h 397287"/>
                    <a:gd name="connsiteX6" fmla="*/ 60873 w 502071"/>
                    <a:gd name="connsiteY6" fmla="*/ 53530 h 397287"/>
                    <a:gd name="connsiteX7" fmla="*/ 1056 w 502071"/>
                    <a:gd name="connsiteY7" fmla="*/ 109538 h 397287"/>
                    <a:gd name="connsiteX8" fmla="*/ 38680 w 502071"/>
                    <a:gd name="connsiteY8" fmla="*/ 185642 h 397287"/>
                    <a:gd name="connsiteX9" fmla="*/ 167935 w 502071"/>
                    <a:gd name="connsiteY9" fmla="*/ 260604 h 397287"/>
                    <a:gd name="connsiteX10" fmla="*/ 278996 w 502071"/>
                    <a:gd name="connsiteY10" fmla="*/ 276892 h 397287"/>
                    <a:gd name="connsiteX11" fmla="*/ 333765 w 502071"/>
                    <a:gd name="connsiteY11" fmla="*/ 264890 h 397287"/>
                    <a:gd name="connsiteX12" fmla="*/ 385200 w 502071"/>
                    <a:gd name="connsiteY12" fmla="*/ 238506 h 397287"/>
                    <a:gd name="connsiteX13" fmla="*/ 370341 w 502071"/>
                    <a:gd name="connsiteY13" fmla="*/ 375380 h 397287"/>
                    <a:gd name="connsiteX14" fmla="*/ 423109 w 502071"/>
                    <a:gd name="connsiteY14" fmla="*/ 397288 h 397287"/>
                    <a:gd name="connsiteX15" fmla="*/ 434920 w 502071"/>
                    <a:gd name="connsiteY15" fmla="*/ 192881 h 397287"/>
                    <a:gd name="connsiteX16" fmla="*/ 502072 w 502071"/>
                    <a:gd name="connsiteY16" fmla="*/ 0 h 397287"/>
                    <a:gd name="connsiteX17" fmla="*/ 444922 w 502071"/>
                    <a:gd name="connsiteY17" fmla="*/ 0 h 397287"/>
                    <a:gd name="connsiteX18" fmla="*/ 184318 w 502071"/>
                    <a:gd name="connsiteY18" fmla="*/ 210407 h 397287"/>
                    <a:gd name="connsiteX19" fmla="*/ 78209 w 502071"/>
                    <a:gd name="connsiteY19" fmla="*/ 158782 h 397287"/>
                    <a:gd name="connsiteX20" fmla="*/ 57063 w 502071"/>
                    <a:gd name="connsiteY20" fmla="*/ 120967 h 397287"/>
                    <a:gd name="connsiteX21" fmla="*/ 97830 w 502071"/>
                    <a:gd name="connsiteY21" fmla="*/ 89725 h 397287"/>
                    <a:gd name="connsiteX22" fmla="*/ 210035 w 502071"/>
                    <a:gd name="connsiteY22" fmla="*/ 81343 h 397287"/>
                    <a:gd name="connsiteX23" fmla="*/ 298998 w 502071"/>
                    <a:gd name="connsiteY23" fmla="*/ 110966 h 397287"/>
                    <a:gd name="connsiteX24" fmla="*/ 363388 w 502071"/>
                    <a:gd name="connsiteY24" fmla="*/ 178784 h 397287"/>
                    <a:gd name="connsiteX25" fmla="*/ 322525 w 502071"/>
                    <a:gd name="connsiteY25" fmla="*/ 203549 h 397287"/>
                    <a:gd name="connsiteX26" fmla="*/ 278044 w 502071"/>
                    <a:gd name="connsiteY26" fmla="*/ 216979 h 397287"/>
                    <a:gd name="connsiteX27" fmla="*/ 184318 w 502071"/>
                    <a:gd name="connsiteY27" fmla="*/ 210407 h 397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02071" h="397287">
                      <a:moveTo>
                        <a:pt x="444922" y="0"/>
                      </a:moveTo>
                      <a:cubicBezTo>
                        <a:pt x="444350" y="49435"/>
                        <a:pt x="430443" y="95631"/>
                        <a:pt x="406059" y="131731"/>
                      </a:cubicBezTo>
                      <a:cubicBezTo>
                        <a:pt x="395011" y="115157"/>
                        <a:pt x="382914" y="100584"/>
                        <a:pt x="368722" y="87821"/>
                      </a:cubicBezTo>
                      <a:cubicBezTo>
                        <a:pt x="354529" y="75152"/>
                        <a:pt x="339099" y="64484"/>
                        <a:pt x="322716" y="55912"/>
                      </a:cubicBezTo>
                      <a:cubicBezTo>
                        <a:pt x="290140" y="38767"/>
                        <a:pt x="252612" y="29908"/>
                        <a:pt x="213655" y="28480"/>
                      </a:cubicBezTo>
                      <a:cubicBezTo>
                        <a:pt x="180412" y="27241"/>
                        <a:pt x="151171" y="29908"/>
                        <a:pt x="125834" y="34576"/>
                      </a:cubicBezTo>
                      <a:cubicBezTo>
                        <a:pt x="100212" y="39243"/>
                        <a:pt x="78400" y="45815"/>
                        <a:pt x="60873" y="53530"/>
                      </a:cubicBezTo>
                      <a:cubicBezTo>
                        <a:pt x="25536" y="68961"/>
                        <a:pt x="5057" y="87916"/>
                        <a:pt x="1056" y="109538"/>
                      </a:cubicBezTo>
                      <a:cubicBezTo>
                        <a:pt x="-4087" y="132969"/>
                        <a:pt x="9724" y="158496"/>
                        <a:pt x="38680" y="185642"/>
                      </a:cubicBezTo>
                      <a:cubicBezTo>
                        <a:pt x="67351" y="212217"/>
                        <a:pt x="111737" y="239649"/>
                        <a:pt x="167935" y="260604"/>
                      </a:cubicBezTo>
                      <a:cubicBezTo>
                        <a:pt x="204701" y="274225"/>
                        <a:pt x="242039" y="280225"/>
                        <a:pt x="278996" y="276892"/>
                      </a:cubicBezTo>
                      <a:cubicBezTo>
                        <a:pt x="297379" y="275177"/>
                        <a:pt x="316144" y="271367"/>
                        <a:pt x="333765" y="264890"/>
                      </a:cubicBezTo>
                      <a:cubicBezTo>
                        <a:pt x="351386" y="258413"/>
                        <a:pt x="368626" y="249650"/>
                        <a:pt x="385200" y="238506"/>
                      </a:cubicBezTo>
                      <a:cubicBezTo>
                        <a:pt x="393201" y="280988"/>
                        <a:pt x="389581" y="329565"/>
                        <a:pt x="370341" y="375380"/>
                      </a:cubicBezTo>
                      <a:lnTo>
                        <a:pt x="423109" y="397288"/>
                      </a:lnTo>
                      <a:cubicBezTo>
                        <a:pt x="452161" y="327470"/>
                        <a:pt x="453970" y="253270"/>
                        <a:pt x="434920" y="192881"/>
                      </a:cubicBezTo>
                      <a:cubicBezTo>
                        <a:pt x="475878" y="144399"/>
                        <a:pt x="502072" y="75152"/>
                        <a:pt x="502072" y="0"/>
                      </a:cubicBezTo>
                      <a:lnTo>
                        <a:pt x="444922" y="0"/>
                      </a:lnTo>
                      <a:close/>
                      <a:moveTo>
                        <a:pt x="184318" y="210407"/>
                      </a:moveTo>
                      <a:cubicBezTo>
                        <a:pt x="124405" y="192596"/>
                        <a:pt x="93735" y="171926"/>
                        <a:pt x="78209" y="158782"/>
                      </a:cubicBezTo>
                      <a:cubicBezTo>
                        <a:pt x="62017" y="145066"/>
                        <a:pt x="54492" y="132112"/>
                        <a:pt x="57063" y="120967"/>
                      </a:cubicBezTo>
                      <a:cubicBezTo>
                        <a:pt x="58778" y="109538"/>
                        <a:pt x="73065" y="98107"/>
                        <a:pt x="97830" y="89725"/>
                      </a:cubicBezTo>
                      <a:cubicBezTo>
                        <a:pt x="122786" y="81534"/>
                        <a:pt x="160219" y="76105"/>
                        <a:pt x="210035" y="81343"/>
                      </a:cubicBezTo>
                      <a:cubicBezTo>
                        <a:pt x="242515" y="84772"/>
                        <a:pt x="272710" y="94583"/>
                        <a:pt x="298998" y="110966"/>
                      </a:cubicBezTo>
                      <a:cubicBezTo>
                        <a:pt x="325669" y="127349"/>
                        <a:pt x="347290" y="150304"/>
                        <a:pt x="363388" y="178784"/>
                      </a:cubicBezTo>
                      <a:cubicBezTo>
                        <a:pt x="350814" y="188976"/>
                        <a:pt x="336718" y="197167"/>
                        <a:pt x="322525" y="203549"/>
                      </a:cubicBezTo>
                      <a:cubicBezTo>
                        <a:pt x="308238" y="209931"/>
                        <a:pt x="293569" y="214503"/>
                        <a:pt x="278044" y="216979"/>
                      </a:cubicBezTo>
                      <a:cubicBezTo>
                        <a:pt x="247373" y="222123"/>
                        <a:pt x="215750" y="219551"/>
                        <a:pt x="184318" y="210407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9" name="Forme libre : forme 298">
                  <a:extLst>
                    <a:ext uri="{FF2B5EF4-FFF2-40B4-BE49-F238E27FC236}">
                      <a16:creationId xmlns:a16="http://schemas.microsoft.com/office/drawing/2014/main" id="{410428D7-06B8-408C-975B-6EEFC1619E7E}"/>
                    </a:ext>
                  </a:extLst>
                </p:cNvPr>
                <p:cNvSpPr/>
                <p:nvPr/>
              </p:nvSpPr>
              <p:spPr>
                <a:xfrm>
                  <a:off x="10865939" y="3786946"/>
                  <a:ext cx="216035" cy="239094"/>
                </a:xfrm>
                <a:custGeom>
                  <a:avLst/>
                  <a:gdLst>
                    <a:gd name="connsiteX0" fmla="*/ 65065 w 216035"/>
                    <a:gd name="connsiteY0" fmla="*/ 165371 h 239094"/>
                    <a:gd name="connsiteX1" fmla="*/ 33823 w 216035"/>
                    <a:gd name="connsiteY1" fmla="*/ 124604 h 239094"/>
                    <a:gd name="connsiteX2" fmla="*/ 28107 w 216035"/>
                    <a:gd name="connsiteY2" fmla="*/ 86313 h 239094"/>
                    <a:gd name="connsiteX3" fmla="*/ 44681 w 216035"/>
                    <a:gd name="connsiteY3" fmla="*/ 56310 h 239094"/>
                    <a:gd name="connsiteX4" fmla="*/ 81638 w 216035"/>
                    <a:gd name="connsiteY4" fmla="*/ 30402 h 239094"/>
                    <a:gd name="connsiteX5" fmla="*/ 138788 w 216035"/>
                    <a:gd name="connsiteY5" fmla="*/ 10304 h 239094"/>
                    <a:gd name="connsiteX6" fmla="*/ 216036 w 216035"/>
                    <a:gd name="connsiteY6" fmla="*/ 493 h 239094"/>
                    <a:gd name="connsiteX7" fmla="*/ 213654 w 216035"/>
                    <a:gd name="connsiteY7" fmla="*/ 303 h 239094"/>
                    <a:gd name="connsiteX8" fmla="*/ 125834 w 216035"/>
                    <a:gd name="connsiteY8" fmla="*/ 6398 h 239094"/>
                    <a:gd name="connsiteX9" fmla="*/ 60874 w 216035"/>
                    <a:gd name="connsiteY9" fmla="*/ 25353 h 239094"/>
                    <a:gd name="connsiteX10" fmla="*/ 1057 w 216035"/>
                    <a:gd name="connsiteY10" fmla="*/ 81360 h 239094"/>
                    <a:gd name="connsiteX11" fmla="*/ 38680 w 216035"/>
                    <a:gd name="connsiteY11" fmla="*/ 157465 h 239094"/>
                    <a:gd name="connsiteX12" fmla="*/ 167934 w 216035"/>
                    <a:gd name="connsiteY12" fmla="*/ 232427 h 239094"/>
                    <a:gd name="connsiteX13" fmla="*/ 188223 w 216035"/>
                    <a:gd name="connsiteY13" fmla="*/ 239094 h 239094"/>
                    <a:gd name="connsiteX14" fmla="*/ 65065 w 216035"/>
                    <a:gd name="connsiteY14" fmla="*/ 165371 h 239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16035" h="239094">
                      <a:moveTo>
                        <a:pt x="65065" y="165371"/>
                      </a:moveTo>
                      <a:cubicBezTo>
                        <a:pt x="50967" y="151560"/>
                        <a:pt x="39728" y="137653"/>
                        <a:pt x="33823" y="124604"/>
                      </a:cubicBezTo>
                      <a:cubicBezTo>
                        <a:pt x="27726" y="111459"/>
                        <a:pt x="25155" y="98601"/>
                        <a:pt x="28107" y="86313"/>
                      </a:cubicBezTo>
                      <a:cubicBezTo>
                        <a:pt x="29727" y="75550"/>
                        <a:pt x="35918" y="65739"/>
                        <a:pt x="44681" y="56310"/>
                      </a:cubicBezTo>
                      <a:cubicBezTo>
                        <a:pt x="53253" y="46880"/>
                        <a:pt x="66208" y="38307"/>
                        <a:pt x="81638" y="30402"/>
                      </a:cubicBezTo>
                      <a:cubicBezTo>
                        <a:pt x="97068" y="22591"/>
                        <a:pt x="116214" y="15638"/>
                        <a:pt x="138788" y="10304"/>
                      </a:cubicBezTo>
                      <a:cubicBezTo>
                        <a:pt x="161362" y="4970"/>
                        <a:pt x="186794" y="1255"/>
                        <a:pt x="216036" y="493"/>
                      </a:cubicBezTo>
                      <a:lnTo>
                        <a:pt x="213654" y="303"/>
                      </a:lnTo>
                      <a:cubicBezTo>
                        <a:pt x="180412" y="-936"/>
                        <a:pt x="151170" y="1731"/>
                        <a:pt x="125834" y="6398"/>
                      </a:cubicBezTo>
                      <a:cubicBezTo>
                        <a:pt x="100212" y="11066"/>
                        <a:pt x="78399" y="17638"/>
                        <a:pt x="60874" y="25353"/>
                      </a:cubicBezTo>
                      <a:cubicBezTo>
                        <a:pt x="25536" y="40784"/>
                        <a:pt x="5057" y="59738"/>
                        <a:pt x="1057" y="81360"/>
                      </a:cubicBezTo>
                      <a:cubicBezTo>
                        <a:pt x="-4087" y="104792"/>
                        <a:pt x="9724" y="130319"/>
                        <a:pt x="38680" y="157465"/>
                      </a:cubicBezTo>
                      <a:cubicBezTo>
                        <a:pt x="67350" y="184040"/>
                        <a:pt x="111737" y="211472"/>
                        <a:pt x="167934" y="232427"/>
                      </a:cubicBezTo>
                      <a:cubicBezTo>
                        <a:pt x="174697" y="234903"/>
                        <a:pt x="181460" y="237094"/>
                        <a:pt x="188223" y="239094"/>
                      </a:cubicBezTo>
                      <a:cubicBezTo>
                        <a:pt x="134692" y="218330"/>
                        <a:pt x="92401" y="191564"/>
                        <a:pt x="65065" y="165371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0" name="Forme libre : forme 299">
                  <a:extLst>
                    <a:ext uri="{FF2B5EF4-FFF2-40B4-BE49-F238E27FC236}">
                      <a16:creationId xmlns:a16="http://schemas.microsoft.com/office/drawing/2014/main" id="{8C2D3200-7414-492D-80F3-9877D0EA51B4}"/>
                    </a:ext>
                  </a:extLst>
                </p:cNvPr>
                <p:cNvSpPr/>
                <p:nvPr/>
              </p:nvSpPr>
              <p:spPr>
                <a:xfrm>
                  <a:off x="11169986" y="3819634"/>
                  <a:ext cx="136006" cy="247554"/>
                </a:xfrm>
                <a:custGeom>
                  <a:avLst/>
                  <a:gdLst>
                    <a:gd name="connsiteX0" fmla="*/ 135446 w 136006"/>
                    <a:gd name="connsiteY0" fmla="*/ 247555 h 247554"/>
                    <a:gd name="connsiteX1" fmla="*/ 135922 w 136006"/>
                    <a:gd name="connsiteY1" fmla="*/ 239363 h 247554"/>
                    <a:gd name="connsiteX2" fmla="*/ 135731 w 136006"/>
                    <a:gd name="connsiteY2" fmla="*/ 217075 h 247554"/>
                    <a:gd name="connsiteX3" fmla="*/ 132778 w 136006"/>
                    <a:gd name="connsiteY3" fmla="*/ 184309 h 247554"/>
                    <a:gd name="connsiteX4" fmla="*/ 124015 w 136006"/>
                    <a:gd name="connsiteY4" fmla="*/ 144780 h 247554"/>
                    <a:gd name="connsiteX5" fmla="*/ 107537 w 136006"/>
                    <a:gd name="connsiteY5" fmla="*/ 102584 h 247554"/>
                    <a:gd name="connsiteX6" fmla="*/ 96203 w 136006"/>
                    <a:gd name="connsiteY6" fmla="*/ 81820 h 247554"/>
                    <a:gd name="connsiteX7" fmla="*/ 82010 w 136006"/>
                    <a:gd name="connsiteY7" fmla="*/ 61913 h 247554"/>
                    <a:gd name="connsiteX8" fmla="*/ 46482 w 136006"/>
                    <a:gd name="connsiteY8" fmla="*/ 26670 h 247554"/>
                    <a:gd name="connsiteX9" fmla="*/ 0 w 136006"/>
                    <a:gd name="connsiteY9" fmla="*/ 0 h 247554"/>
                    <a:gd name="connsiteX10" fmla="*/ 19145 w 136006"/>
                    <a:gd name="connsiteY10" fmla="*/ 11430 h 247554"/>
                    <a:gd name="connsiteX11" fmla="*/ 63722 w 136006"/>
                    <a:gd name="connsiteY11" fmla="*/ 50578 h 247554"/>
                    <a:gd name="connsiteX12" fmla="*/ 89059 w 136006"/>
                    <a:gd name="connsiteY12" fmla="*/ 83534 h 247554"/>
                    <a:gd name="connsiteX13" fmla="*/ 111728 w 136006"/>
                    <a:gd name="connsiteY13" fmla="*/ 126873 h 247554"/>
                    <a:gd name="connsiteX14" fmla="*/ 128587 w 136006"/>
                    <a:gd name="connsiteY14" fmla="*/ 181451 h 247554"/>
                    <a:gd name="connsiteX15" fmla="*/ 135446 w 136006"/>
                    <a:gd name="connsiteY15" fmla="*/ 247555 h 247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36006" h="247554">
                      <a:moveTo>
                        <a:pt x="135446" y="247555"/>
                      </a:moveTo>
                      <a:cubicBezTo>
                        <a:pt x="135446" y="247555"/>
                        <a:pt x="135922" y="244697"/>
                        <a:pt x="135922" y="239363"/>
                      </a:cubicBezTo>
                      <a:cubicBezTo>
                        <a:pt x="136017" y="234124"/>
                        <a:pt x="136112" y="226409"/>
                        <a:pt x="135731" y="217075"/>
                      </a:cubicBezTo>
                      <a:cubicBezTo>
                        <a:pt x="135255" y="207645"/>
                        <a:pt x="134779" y="196596"/>
                        <a:pt x="132778" y="184309"/>
                      </a:cubicBezTo>
                      <a:cubicBezTo>
                        <a:pt x="130778" y="172021"/>
                        <a:pt x="127921" y="158591"/>
                        <a:pt x="124015" y="144780"/>
                      </a:cubicBezTo>
                      <a:cubicBezTo>
                        <a:pt x="120205" y="130969"/>
                        <a:pt x="114300" y="116586"/>
                        <a:pt x="107537" y="102584"/>
                      </a:cubicBezTo>
                      <a:cubicBezTo>
                        <a:pt x="104108" y="95536"/>
                        <a:pt x="100394" y="88678"/>
                        <a:pt x="96203" y="81820"/>
                      </a:cubicBezTo>
                      <a:cubicBezTo>
                        <a:pt x="91821" y="74962"/>
                        <a:pt x="87058" y="68294"/>
                        <a:pt x="82010" y="61913"/>
                      </a:cubicBezTo>
                      <a:cubicBezTo>
                        <a:pt x="71723" y="49054"/>
                        <a:pt x="60198" y="37147"/>
                        <a:pt x="46482" y="26670"/>
                      </a:cubicBezTo>
                      <a:cubicBezTo>
                        <a:pt x="32671" y="16193"/>
                        <a:pt x="17240" y="7144"/>
                        <a:pt x="0" y="0"/>
                      </a:cubicBezTo>
                      <a:cubicBezTo>
                        <a:pt x="0" y="0"/>
                        <a:pt x="7429" y="3429"/>
                        <a:pt x="19145" y="11430"/>
                      </a:cubicBezTo>
                      <a:cubicBezTo>
                        <a:pt x="30956" y="19431"/>
                        <a:pt x="47149" y="31909"/>
                        <a:pt x="63722" y="50578"/>
                      </a:cubicBezTo>
                      <a:cubicBezTo>
                        <a:pt x="72009" y="59912"/>
                        <a:pt x="80772" y="70866"/>
                        <a:pt x="89059" y="83534"/>
                      </a:cubicBezTo>
                      <a:cubicBezTo>
                        <a:pt x="96965" y="96107"/>
                        <a:pt x="104680" y="110490"/>
                        <a:pt x="111728" y="126873"/>
                      </a:cubicBezTo>
                      <a:cubicBezTo>
                        <a:pt x="118777" y="143161"/>
                        <a:pt x="124015" y="161258"/>
                        <a:pt x="128587" y="181451"/>
                      </a:cubicBezTo>
                      <a:cubicBezTo>
                        <a:pt x="132683" y="201644"/>
                        <a:pt x="134969" y="223647"/>
                        <a:pt x="135446" y="2475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1" name="Forme libre : forme 300">
                  <a:extLst>
                    <a:ext uri="{FF2B5EF4-FFF2-40B4-BE49-F238E27FC236}">
                      <a16:creationId xmlns:a16="http://schemas.microsoft.com/office/drawing/2014/main" id="{A2CDEFE5-3CD1-43E8-AF7C-D34B4E37F75E}"/>
                    </a:ext>
                  </a:extLst>
                </p:cNvPr>
                <p:cNvSpPr/>
                <p:nvPr/>
              </p:nvSpPr>
              <p:spPr>
                <a:xfrm>
                  <a:off x="11014442" y="3937458"/>
                  <a:ext cx="236505" cy="64607"/>
                </a:xfrm>
                <a:custGeom>
                  <a:avLst/>
                  <a:gdLst>
                    <a:gd name="connsiteX0" fmla="*/ 236506 w 236505"/>
                    <a:gd name="connsiteY0" fmla="*/ 59817 h 64607"/>
                    <a:gd name="connsiteX1" fmla="*/ 230600 w 236505"/>
                    <a:gd name="connsiteY1" fmla="*/ 36290 h 64607"/>
                    <a:gd name="connsiteX2" fmla="*/ 214789 w 236505"/>
                    <a:gd name="connsiteY2" fmla="*/ 0 h 64607"/>
                    <a:gd name="connsiteX3" fmla="*/ 198787 w 236505"/>
                    <a:gd name="connsiteY3" fmla="*/ 12097 h 64607"/>
                    <a:gd name="connsiteX4" fmla="*/ 153829 w 236505"/>
                    <a:gd name="connsiteY4" fmla="*/ 33242 h 64607"/>
                    <a:gd name="connsiteX5" fmla="*/ 85344 w 236505"/>
                    <a:gd name="connsiteY5" fmla="*/ 41148 h 64607"/>
                    <a:gd name="connsiteX6" fmla="*/ 0 w 236505"/>
                    <a:gd name="connsiteY6" fmla="*/ 19526 h 64607"/>
                    <a:gd name="connsiteX7" fmla="*/ 57817 w 236505"/>
                    <a:gd name="connsiteY7" fmla="*/ 49149 h 64607"/>
                    <a:gd name="connsiteX8" fmla="*/ 202883 w 236505"/>
                    <a:gd name="connsiteY8" fmla="*/ 52959 h 64607"/>
                    <a:gd name="connsiteX9" fmla="*/ 226409 w 236505"/>
                    <a:gd name="connsiteY9" fmla="*/ 53816 h 64607"/>
                    <a:gd name="connsiteX10" fmla="*/ 236506 w 236505"/>
                    <a:gd name="connsiteY10" fmla="*/ 59817 h 64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6505" h="64607">
                      <a:moveTo>
                        <a:pt x="236506" y="59817"/>
                      </a:moveTo>
                      <a:cubicBezTo>
                        <a:pt x="236506" y="59817"/>
                        <a:pt x="234315" y="49054"/>
                        <a:pt x="230600" y="36290"/>
                      </a:cubicBezTo>
                      <a:cubicBezTo>
                        <a:pt x="226695" y="23431"/>
                        <a:pt x="221552" y="8763"/>
                        <a:pt x="214789" y="0"/>
                      </a:cubicBezTo>
                      <a:cubicBezTo>
                        <a:pt x="214789" y="0"/>
                        <a:pt x="209455" y="5334"/>
                        <a:pt x="198787" y="12097"/>
                      </a:cubicBezTo>
                      <a:cubicBezTo>
                        <a:pt x="188214" y="18955"/>
                        <a:pt x="172974" y="27242"/>
                        <a:pt x="153829" y="33242"/>
                      </a:cubicBezTo>
                      <a:cubicBezTo>
                        <a:pt x="134684" y="39243"/>
                        <a:pt x="111157" y="42767"/>
                        <a:pt x="85344" y="41148"/>
                      </a:cubicBezTo>
                      <a:cubicBezTo>
                        <a:pt x="59436" y="39624"/>
                        <a:pt x="30766" y="32766"/>
                        <a:pt x="0" y="19526"/>
                      </a:cubicBezTo>
                      <a:cubicBezTo>
                        <a:pt x="0" y="19526"/>
                        <a:pt x="21908" y="35433"/>
                        <a:pt x="57817" y="49149"/>
                      </a:cubicBezTo>
                      <a:cubicBezTo>
                        <a:pt x="93821" y="62389"/>
                        <a:pt x="143637" y="74200"/>
                        <a:pt x="202883" y="52959"/>
                      </a:cubicBezTo>
                      <a:cubicBezTo>
                        <a:pt x="211836" y="49721"/>
                        <a:pt x="220123" y="51245"/>
                        <a:pt x="226409" y="53816"/>
                      </a:cubicBezTo>
                      <a:cubicBezTo>
                        <a:pt x="232505" y="56388"/>
                        <a:pt x="236506" y="59817"/>
                        <a:pt x="236506" y="59817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2" name="Forme libre : forme 301">
                  <a:extLst>
                    <a:ext uri="{FF2B5EF4-FFF2-40B4-BE49-F238E27FC236}">
                      <a16:creationId xmlns:a16="http://schemas.microsoft.com/office/drawing/2014/main" id="{778E58CD-486D-47C4-91F3-A9DA006B1DE0}"/>
                    </a:ext>
                  </a:extLst>
                </p:cNvPr>
                <p:cNvSpPr/>
                <p:nvPr/>
              </p:nvSpPr>
              <p:spPr>
                <a:xfrm>
                  <a:off x="11271903" y="3788201"/>
                  <a:ext cx="37690" cy="120110"/>
                </a:xfrm>
                <a:custGeom>
                  <a:avLst/>
                  <a:gdLst>
                    <a:gd name="connsiteX0" fmla="*/ 0 w 37690"/>
                    <a:gd name="connsiteY0" fmla="*/ 102203 h 120110"/>
                    <a:gd name="connsiteX1" fmla="*/ 11716 w 37690"/>
                    <a:gd name="connsiteY1" fmla="*/ 120110 h 120110"/>
                    <a:gd name="connsiteX2" fmla="*/ 16288 w 37690"/>
                    <a:gd name="connsiteY2" fmla="*/ 111347 h 120110"/>
                    <a:gd name="connsiteX3" fmla="*/ 26194 w 37690"/>
                    <a:gd name="connsiteY3" fmla="*/ 86487 h 120110"/>
                    <a:gd name="connsiteX4" fmla="*/ 31432 w 37690"/>
                    <a:gd name="connsiteY4" fmla="*/ 68866 h 120110"/>
                    <a:gd name="connsiteX5" fmla="*/ 35243 w 37690"/>
                    <a:gd name="connsiteY5" fmla="*/ 48196 h 120110"/>
                    <a:gd name="connsiteX6" fmla="*/ 36862 w 37690"/>
                    <a:gd name="connsiteY6" fmla="*/ 0 h 120110"/>
                    <a:gd name="connsiteX7" fmla="*/ 35814 w 37690"/>
                    <a:gd name="connsiteY7" fmla="*/ 8953 h 120110"/>
                    <a:gd name="connsiteX8" fmla="*/ 30956 w 37690"/>
                    <a:gd name="connsiteY8" fmla="*/ 32480 h 120110"/>
                    <a:gd name="connsiteX9" fmla="*/ 19908 w 37690"/>
                    <a:gd name="connsiteY9" fmla="*/ 65437 h 120110"/>
                    <a:gd name="connsiteX10" fmla="*/ 0 w 37690"/>
                    <a:gd name="connsiteY10" fmla="*/ 102203 h 120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690" h="120110">
                      <a:moveTo>
                        <a:pt x="0" y="102203"/>
                      </a:moveTo>
                      <a:cubicBezTo>
                        <a:pt x="0" y="102203"/>
                        <a:pt x="7239" y="110966"/>
                        <a:pt x="11716" y="120110"/>
                      </a:cubicBezTo>
                      <a:cubicBezTo>
                        <a:pt x="11716" y="120110"/>
                        <a:pt x="13716" y="117062"/>
                        <a:pt x="16288" y="111347"/>
                      </a:cubicBezTo>
                      <a:cubicBezTo>
                        <a:pt x="18955" y="105632"/>
                        <a:pt x="22574" y="97155"/>
                        <a:pt x="26194" y="86487"/>
                      </a:cubicBezTo>
                      <a:cubicBezTo>
                        <a:pt x="28004" y="81153"/>
                        <a:pt x="29909" y="75247"/>
                        <a:pt x="31432" y="68866"/>
                      </a:cubicBezTo>
                      <a:cubicBezTo>
                        <a:pt x="32861" y="62484"/>
                        <a:pt x="34195" y="55531"/>
                        <a:pt x="35243" y="48196"/>
                      </a:cubicBezTo>
                      <a:cubicBezTo>
                        <a:pt x="37433" y="33528"/>
                        <a:pt x="38576" y="17240"/>
                        <a:pt x="36862" y="0"/>
                      </a:cubicBezTo>
                      <a:cubicBezTo>
                        <a:pt x="36862" y="0"/>
                        <a:pt x="36672" y="3238"/>
                        <a:pt x="35814" y="8953"/>
                      </a:cubicBezTo>
                      <a:cubicBezTo>
                        <a:pt x="35052" y="14668"/>
                        <a:pt x="33719" y="22765"/>
                        <a:pt x="30956" y="32480"/>
                      </a:cubicBezTo>
                      <a:cubicBezTo>
                        <a:pt x="28290" y="42196"/>
                        <a:pt x="24670" y="53530"/>
                        <a:pt x="19908" y="65437"/>
                      </a:cubicBezTo>
                      <a:cubicBezTo>
                        <a:pt x="14859" y="77343"/>
                        <a:pt x="8001" y="89916"/>
                        <a:pt x="0" y="102203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303" name="Graphique 15">
                  <a:extLst>
                    <a:ext uri="{FF2B5EF4-FFF2-40B4-BE49-F238E27FC236}">
                      <a16:creationId xmlns:a16="http://schemas.microsoft.com/office/drawing/2014/main" id="{EC6AFC60-4102-4C6C-A5A4-D67FF82D1253}"/>
                    </a:ext>
                  </a:extLst>
                </p:cNvPr>
                <p:cNvGrpSpPr/>
                <p:nvPr/>
              </p:nvGrpSpPr>
              <p:grpSpPr>
                <a:xfrm>
                  <a:off x="11169202" y="3836444"/>
                  <a:ext cx="98929" cy="73859"/>
                  <a:chOff x="11169202" y="3836444"/>
                  <a:chExt cx="98929" cy="73859"/>
                </a:xfrm>
                <a:solidFill>
                  <a:schemeClr val="accent1"/>
                </a:solidFill>
              </p:grpSpPr>
              <p:grpSp>
                <p:nvGrpSpPr>
                  <p:cNvPr id="304" name="Graphique 15">
                    <a:extLst>
                      <a:ext uri="{FF2B5EF4-FFF2-40B4-BE49-F238E27FC236}">
                        <a16:creationId xmlns:a16="http://schemas.microsoft.com/office/drawing/2014/main" id="{D13F4451-0D94-4445-9276-61F58C24808F}"/>
                      </a:ext>
                    </a:extLst>
                  </p:cNvPr>
                  <p:cNvGrpSpPr/>
                  <p:nvPr/>
                </p:nvGrpSpPr>
                <p:grpSpPr>
                  <a:xfrm>
                    <a:off x="11232376" y="3836444"/>
                    <a:ext cx="35755" cy="40672"/>
                    <a:chOff x="11232376" y="3836444"/>
                    <a:chExt cx="35755" cy="40672"/>
                  </a:xfrm>
                  <a:solidFill>
                    <a:schemeClr val="accent1"/>
                  </a:solidFill>
                </p:grpSpPr>
                <p:sp>
                  <p:nvSpPr>
                    <p:cNvPr id="305" name="Forme libre : forme 304">
                      <a:extLst>
                        <a:ext uri="{FF2B5EF4-FFF2-40B4-BE49-F238E27FC236}">
                          <a16:creationId xmlns:a16="http://schemas.microsoft.com/office/drawing/2014/main" id="{774F4A21-0EDB-4BF4-BF07-FC68C70B30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32376" y="3836540"/>
                      <a:ext cx="35755" cy="40576"/>
                    </a:xfrm>
                    <a:custGeom>
                      <a:avLst/>
                      <a:gdLst>
                        <a:gd name="connsiteX0" fmla="*/ 15333 w 35755"/>
                        <a:gd name="connsiteY0" fmla="*/ 40435 h 40576"/>
                        <a:gd name="connsiteX1" fmla="*/ 188 w 35755"/>
                        <a:gd name="connsiteY1" fmla="*/ 18432 h 40576"/>
                        <a:gd name="connsiteX2" fmla="*/ 19620 w 35755"/>
                        <a:gd name="connsiteY2" fmla="*/ 49 h 40576"/>
                        <a:gd name="connsiteX3" fmla="*/ 35622 w 35755"/>
                        <a:gd name="connsiteY3" fmla="*/ 22147 h 40576"/>
                        <a:gd name="connsiteX4" fmla="*/ 15333 w 35755"/>
                        <a:gd name="connsiteY4" fmla="*/ 40435 h 405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55" h="40576">
                          <a:moveTo>
                            <a:pt x="15333" y="40435"/>
                          </a:moveTo>
                          <a:cubicBezTo>
                            <a:pt x="5618" y="39101"/>
                            <a:pt x="-1240" y="29290"/>
                            <a:pt x="188" y="18432"/>
                          </a:cubicBezTo>
                          <a:cubicBezTo>
                            <a:pt x="1331" y="7573"/>
                            <a:pt x="9809" y="-713"/>
                            <a:pt x="19620" y="49"/>
                          </a:cubicBezTo>
                          <a:cubicBezTo>
                            <a:pt x="29335" y="810"/>
                            <a:pt x="36860" y="10717"/>
                            <a:pt x="35622" y="22147"/>
                          </a:cubicBezTo>
                          <a:cubicBezTo>
                            <a:pt x="34193" y="33577"/>
                            <a:pt x="25144" y="41768"/>
                            <a:pt x="15333" y="4043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06" name="Forme libre : forme 305">
                      <a:extLst>
                        <a:ext uri="{FF2B5EF4-FFF2-40B4-BE49-F238E27FC236}">
                          <a16:creationId xmlns:a16="http://schemas.microsoft.com/office/drawing/2014/main" id="{498FED2D-FB63-4416-9E38-69FFA0DFA7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32492" y="3836444"/>
                      <a:ext cx="28171" cy="40551"/>
                    </a:xfrm>
                    <a:custGeom>
                      <a:avLst/>
                      <a:gdLst>
                        <a:gd name="connsiteX0" fmla="*/ 17408 w 28171"/>
                        <a:gd name="connsiteY0" fmla="*/ 20433 h 40551"/>
                        <a:gd name="connsiteX1" fmla="*/ 28171 w 28171"/>
                        <a:gd name="connsiteY1" fmla="*/ 3573 h 40551"/>
                        <a:gd name="connsiteX2" fmla="*/ 19599 w 28171"/>
                        <a:gd name="connsiteY2" fmla="*/ 49 h 40551"/>
                        <a:gd name="connsiteX3" fmla="*/ 168 w 28171"/>
                        <a:gd name="connsiteY3" fmla="*/ 18433 h 40551"/>
                        <a:gd name="connsiteX4" fmla="*/ 15313 w 28171"/>
                        <a:gd name="connsiteY4" fmla="*/ 40435 h 40551"/>
                        <a:gd name="connsiteX5" fmla="*/ 24171 w 28171"/>
                        <a:gd name="connsiteY5" fmla="*/ 38911 h 40551"/>
                        <a:gd name="connsiteX6" fmla="*/ 17408 w 28171"/>
                        <a:gd name="connsiteY6" fmla="*/ 20433 h 40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171" h="40551">
                          <a:moveTo>
                            <a:pt x="17408" y="20433"/>
                          </a:moveTo>
                          <a:cubicBezTo>
                            <a:pt x="18361" y="12813"/>
                            <a:pt x="22361" y="6621"/>
                            <a:pt x="28171" y="3573"/>
                          </a:cubicBezTo>
                          <a:cubicBezTo>
                            <a:pt x="25695" y="1668"/>
                            <a:pt x="22837" y="335"/>
                            <a:pt x="19599" y="49"/>
                          </a:cubicBezTo>
                          <a:cubicBezTo>
                            <a:pt x="9693" y="-713"/>
                            <a:pt x="1311" y="7479"/>
                            <a:pt x="168" y="18433"/>
                          </a:cubicBezTo>
                          <a:cubicBezTo>
                            <a:pt x="-1166" y="29291"/>
                            <a:pt x="5597" y="39197"/>
                            <a:pt x="15313" y="40435"/>
                          </a:cubicBezTo>
                          <a:cubicBezTo>
                            <a:pt x="18456" y="40816"/>
                            <a:pt x="21408" y="40245"/>
                            <a:pt x="24171" y="38911"/>
                          </a:cubicBezTo>
                          <a:cubicBezTo>
                            <a:pt x="19218" y="34816"/>
                            <a:pt x="16456" y="27958"/>
                            <a:pt x="17408" y="2043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07" name="Forme libre : forme 306">
                      <a:extLst>
                        <a:ext uri="{FF2B5EF4-FFF2-40B4-BE49-F238E27FC236}">
                          <a16:creationId xmlns:a16="http://schemas.microsoft.com/office/drawing/2014/main" id="{E1D9FAE8-DE54-4B90-BA33-3E29F922B1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43779" y="3856237"/>
                      <a:ext cx="16942" cy="17347"/>
                    </a:xfrm>
                    <a:custGeom>
                      <a:avLst/>
                      <a:gdLst>
                        <a:gd name="connsiteX0" fmla="*/ 10788 w 16942"/>
                        <a:gd name="connsiteY0" fmla="*/ 16642 h 17347"/>
                        <a:gd name="connsiteX1" fmla="*/ 311 w 16942"/>
                        <a:gd name="connsiteY1" fmla="*/ 12070 h 17347"/>
                        <a:gd name="connsiteX2" fmla="*/ 6121 w 16942"/>
                        <a:gd name="connsiteY2" fmla="*/ 735 h 17347"/>
                        <a:gd name="connsiteX3" fmla="*/ 16599 w 16942"/>
                        <a:gd name="connsiteY3" fmla="*/ 5212 h 17347"/>
                        <a:gd name="connsiteX4" fmla="*/ 10788 w 16942"/>
                        <a:gd name="connsiteY4" fmla="*/ 16642 h 17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42" h="17347">
                          <a:moveTo>
                            <a:pt x="10788" y="16642"/>
                          </a:moveTo>
                          <a:cubicBezTo>
                            <a:pt x="6311" y="18547"/>
                            <a:pt x="1644" y="16451"/>
                            <a:pt x="311" y="12070"/>
                          </a:cubicBezTo>
                          <a:cubicBezTo>
                            <a:pt x="-928" y="7688"/>
                            <a:pt x="1644" y="2735"/>
                            <a:pt x="6121" y="735"/>
                          </a:cubicBezTo>
                          <a:cubicBezTo>
                            <a:pt x="10598" y="-1170"/>
                            <a:pt x="15360" y="735"/>
                            <a:pt x="16599" y="5212"/>
                          </a:cubicBezTo>
                          <a:cubicBezTo>
                            <a:pt x="17932" y="9593"/>
                            <a:pt x="15265" y="14737"/>
                            <a:pt x="10788" y="1664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08" name="Forme libre : forme 307">
                      <a:extLst>
                        <a:ext uri="{FF2B5EF4-FFF2-40B4-BE49-F238E27FC236}">
                          <a16:creationId xmlns:a16="http://schemas.microsoft.com/office/drawing/2014/main" id="{96122F5B-DAE7-461F-9DF8-460620D9B9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54809" y="3856002"/>
                      <a:ext cx="5898" cy="6701"/>
                    </a:xfrm>
                    <a:custGeom>
                      <a:avLst/>
                      <a:gdLst>
                        <a:gd name="connsiteX0" fmla="*/ 2521 w 5898"/>
                        <a:gd name="connsiteY0" fmla="*/ 6684 h 6701"/>
                        <a:gd name="connsiteX1" fmla="*/ 44 w 5898"/>
                        <a:gd name="connsiteY1" fmla="*/ 3065 h 6701"/>
                        <a:gd name="connsiteX2" fmla="*/ 3377 w 5898"/>
                        <a:gd name="connsiteY2" fmla="*/ 17 h 6701"/>
                        <a:gd name="connsiteX3" fmla="*/ 5854 w 5898"/>
                        <a:gd name="connsiteY3" fmla="*/ 3637 h 6701"/>
                        <a:gd name="connsiteX4" fmla="*/ 2521 w 5898"/>
                        <a:gd name="connsiteY4" fmla="*/ 6684 h 6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98" h="6701">
                          <a:moveTo>
                            <a:pt x="2521" y="6684"/>
                          </a:moveTo>
                          <a:cubicBezTo>
                            <a:pt x="901" y="6494"/>
                            <a:pt x="-242" y="4875"/>
                            <a:pt x="44" y="3065"/>
                          </a:cubicBezTo>
                          <a:cubicBezTo>
                            <a:pt x="329" y="1255"/>
                            <a:pt x="1758" y="-174"/>
                            <a:pt x="3377" y="17"/>
                          </a:cubicBezTo>
                          <a:cubicBezTo>
                            <a:pt x="4997" y="207"/>
                            <a:pt x="6140" y="1827"/>
                            <a:pt x="5854" y="3637"/>
                          </a:cubicBezTo>
                          <a:cubicBezTo>
                            <a:pt x="5663" y="5446"/>
                            <a:pt x="4140" y="6875"/>
                            <a:pt x="2521" y="66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309" name="Graphique 15">
                    <a:extLst>
                      <a:ext uri="{FF2B5EF4-FFF2-40B4-BE49-F238E27FC236}">
                        <a16:creationId xmlns:a16="http://schemas.microsoft.com/office/drawing/2014/main" id="{B8A58EEF-81A6-4444-B11B-1C27EAAB5471}"/>
                      </a:ext>
                    </a:extLst>
                  </p:cNvPr>
                  <p:cNvGrpSpPr/>
                  <p:nvPr/>
                </p:nvGrpSpPr>
                <p:grpSpPr>
                  <a:xfrm>
                    <a:off x="11198129" y="3849382"/>
                    <a:ext cx="35672" cy="39284"/>
                    <a:chOff x="11198129" y="3849382"/>
                    <a:chExt cx="35672" cy="39284"/>
                  </a:xfrm>
                  <a:solidFill>
                    <a:schemeClr val="accent1"/>
                  </a:solidFill>
                </p:grpSpPr>
                <p:sp>
                  <p:nvSpPr>
                    <p:cNvPr id="310" name="Forme libre : forme 309">
                      <a:extLst>
                        <a:ext uri="{FF2B5EF4-FFF2-40B4-BE49-F238E27FC236}">
                          <a16:creationId xmlns:a16="http://schemas.microsoft.com/office/drawing/2014/main" id="{2EB4DE7C-8659-4AA1-9DA4-9FE6ADFCE5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8129" y="3849382"/>
                      <a:ext cx="35672" cy="39212"/>
                    </a:xfrm>
                    <a:custGeom>
                      <a:avLst/>
                      <a:gdLst>
                        <a:gd name="connsiteX0" fmla="*/ 15386 w 35672"/>
                        <a:gd name="connsiteY0" fmla="*/ 39022 h 39212"/>
                        <a:gd name="connsiteX1" fmla="*/ 146 w 35672"/>
                        <a:gd name="connsiteY1" fmla="*/ 17401 h 39212"/>
                        <a:gd name="connsiteX2" fmla="*/ 20244 w 35672"/>
                        <a:gd name="connsiteY2" fmla="*/ 65 h 39212"/>
                        <a:gd name="connsiteX3" fmla="*/ 35484 w 35672"/>
                        <a:gd name="connsiteY3" fmla="*/ 21687 h 39212"/>
                        <a:gd name="connsiteX4" fmla="*/ 15386 w 35672"/>
                        <a:gd name="connsiteY4" fmla="*/ 39022 h 39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72" h="39212">
                          <a:moveTo>
                            <a:pt x="15386" y="39022"/>
                          </a:moveTo>
                          <a:cubicBezTo>
                            <a:pt x="5671" y="37594"/>
                            <a:pt x="-1092" y="27878"/>
                            <a:pt x="146" y="17401"/>
                          </a:cubicBezTo>
                          <a:cubicBezTo>
                            <a:pt x="1480" y="6923"/>
                            <a:pt x="10528" y="-792"/>
                            <a:pt x="20244" y="65"/>
                          </a:cubicBezTo>
                          <a:cubicBezTo>
                            <a:pt x="30055" y="1018"/>
                            <a:pt x="36913" y="10733"/>
                            <a:pt x="35484" y="21687"/>
                          </a:cubicBezTo>
                          <a:cubicBezTo>
                            <a:pt x="34246" y="32736"/>
                            <a:pt x="25197" y="40546"/>
                            <a:pt x="15386" y="3902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11" name="Forme libre : forme 310">
                      <a:extLst>
                        <a:ext uri="{FF2B5EF4-FFF2-40B4-BE49-F238E27FC236}">
                          <a16:creationId xmlns:a16="http://schemas.microsoft.com/office/drawing/2014/main" id="{AE79D473-2332-448D-A473-AB455E1E7A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8202" y="3849463"/>
                      <a:ext cx="28742" cy="39204"/>
                    </a:xfrm>
                    <a:custGeom>
                      <a:avLst/>
                      <a:gdLst>
                        <a:gd name="connsiteX0" fmla="*/ 17408 w 28742"/>
                        <a:gd name="connsiteY0" fmla="*/ 19606 h 39204"/>
                        <a:gd name="connsiteX1" fmla="*/ 28743 w 28742"/>
                        <a:gd name="connsiteY1" fmla="*/ 3604 h 39204"/>
                        <a:gd name="connsiteX2" fmla="*/ 20266 w 28742"/>
                        <a:gd name="connsiteY2" fmla="*/ 79 h 39204"/>
                        <a:gd name="connsiteX3" fmla="*/ 168 w 28742"/>
                        <a:gd name="connsiteY3" fmla="*/ 17415 h 39204"/>
                        <a:gd name="connsiteX4" fmla="*/ 15408 w 28742"/>
                        <a:gd name="connsiteY4" fmla="*/ 39037 h 39204"/>
                        <a:gd name="connsiteX5" fmla="*/ 24266 w 28742"/>
                        <a:gd name="connsiteY5" fmla="*/ 37703 h 39204"/>
                        <a:gd name="connsiteX6" fmla="*/ 17408 w 28742"/>
                        <a:gd name="connsiteY6" fmla="*/ 19606 h 39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42" h="39204">
                          <a:moveTo>
                            <a:pt x="17408" y="19606"/>
                          </a:moveTo>
                          <a:cubicBezTo>
                            <a:pt x="18360" y="12272"/>
                            <a:pt x="22837" y="6366"/>
                            <a:pt x="28743" y="3604"/>
                          </a:cubicBezTo>
                          <a:cubicBezTo>
                            <a:pt x="26362" y="1699"/>
                            <a:pt x="23504" y="365"/>
                            <a:pt x="20266" y="79"/>
                          </a:cubicBezTo>
                          <a:cubicBezTo>
                            <a:pt x="10550" y="-873"/>
                            <a:pt x="1501" y="6842"/>
                            <a:pt x="168" y="17415"/>
                          </a:cubicBezTo>
                          <a:cubicBezTo>
                            <a:pt x="-1166" y="27893"/>
                            <a:pt x="5597" y="37608"/>
                            <a:pt x="15408" y="39037"/>
                          </a:cubicBezTo>
                          <a:cubicBezTo>
                            <a:pt x="18551" y="39513"/>
                            <a:pt x="21504" y="38942"/>
                            <a:pt x="24266" y="37703"/>
                          </a:cubicBezTo>
                          <a:cubicBezTo>
                            <a:pt x="19313" y="33512"/>
                            <a:pt x="16551" y="26845"/>
                            <a:pt x="17408" y="1960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12" name="Forme libre : forme 311">
                      <a:extLst>
                        <a:ext uri="{FF2B5EF4-FFF2-40B4-BE49-F238E27FC236}">
                          <a16:creationId xmlns:a16="http://schemas.microsoft.com/office/drawing/2014/main" id="{8B59B772-7B28-437A-89CC-5DA01E6861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09585" y="3868497"/>
                      <a:ext cx="16908" cy="16695"/>
                    </a:xfrm>
                    <a:custGeom>
                      <a:avLst/>
                      <a:gdLst>
                        <a:gd name="connsiteX0" fmla="*/ 10788 w 16908"/>
                        <a:gd name="connsiteY0" fmla="*/ 16097 h 16695"/>
                        <a:gd name="connsiteX1" fmla="*/ 311 w 16908"/>
                        <a:gd name="connsiteY1" fmla="*/ 11430 h 16695"/>
                        <a:gd name="connsiteX2" fmla="*/ 6121 w 16908"/>
                        <a:gd name="connsiteY2" fmla="*/ 667 h 16695"/>
                        <a:gd name="connsiteX3" fmla="*/ 16598 w 16908"/>
                        <a:gd name="connsiteY3" fmla="*/ 5144 h 16695"/>
                        <a:gd name="connsiteX4" fmla="*/ 10788 w 16908"/>
                        <a:gd name="connsiteY4" fmla="*/ 16097 h 166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08" h="16695">
                          <a:moveTo>
                            <a:pt x="10788" y="16097"/>
                          </a:moveTo>
                          <a:cubicBezTo>
                            <a:pt x="6311" y="17812"/>
                            <a:pt x="1644" y="15716"/>
                            <a:pt x="311" y="11430"/>
                          </a:cubicBezTo>
                          <a:cubicBezTo>
                            <a:pt x="-928" y="7239"/>
                            <a:pt x="1644" y="2381"/>
                            <a:pt x="6121" y="667"/>
                          </a:cubicBezTo>
                          <a:cubicBezTo>
                            <a:pt x="10597" y="-1143"/>
                            <a:pt x="15265" y="857"/>
                            <a:pt x="16598" y="5144"/>
                          </a:cubicBezTo>
                          <a:cubicBezTo>
                            <a:pt x="17837" y="9430"/>
                            <a:pt x="15265" y="14383"/>
                            <a:pt x="10788" y="160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13" name="Forme libre : forme 312">
                      <a:extLst>
                        <a:ext uri="{FF2B5EF4-FFF2-40B4-BE49-F238E27FC236}">
                          <a16:creationId xmlns:a16="http://schemas.microsoft.com/office/drawing/2014/main" id="{FB4BA4F6-8F5C-4A05-AADB-EC1ACC3A0B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20615" y="3868287"/>
                      <a:ext cx="5898" cy="6515"/>
                    </a:xfrm>
                    <a:custGeom>
                      <a:avLst/>
                      <a:gdLst>
                        <a:gd name="connsiteX0" fmla="*/ 2520 w 5898"/>
                        <a:gd name="connsiteY0" fmla="*/ 6497 h 6515"/>
                        <a:gd name="connsiteX1" fmla="*/ 44 w 5898"/>
                        <a:gd name="connsiteY1" fmla="*/ 2877 h 6515"/>
                        <a:gd name="connsiteX2" fmla="*/ 3378 w 5898"/>
                        <a:gd name="connsiteY2" fmla="*/ 19 h 6515"/>
                        <a:gd name="connsiteX3" fmla="*/ 5854 w 5898"/>
                        <a:gd name="connsiteY3" fmla="*/ 3639 h 6515"/>
                        <a:gd name="connsiteX4" fmla="*/ 2520 w 5898"/>
                        <a:gd name="connsiteY4" fmla="*/ 6497 h 6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98" h="6515">
                          <a:moveTo>
                            <a:pt x="2520" y="6497"/>
                          </a:moveTo>
                          <a:cubicBezTo>
                            <a:pt x="901" y="6306"/>
                            <a:pt x="-242" y="4687"/>
                            <a:pt x="44" y="2877"/>
                          </a:cubicBezTo>
                          <a:cubicBezTo>
                            <a:pt x="234" y="1067"/>
                            <a:pt x="1758" y="-171"/>
                            <a:pt x="3378" y="19"/>
                          </a:cubicBezTo>
                          <a:cubicBezTo>
                            <a:pt x="4997" y="210"/>
                            <a:pt x="6140" y="1829"/>
                            <a:pt x="5854" y="3639"/>
                          </a:cubicBezTo>
                          <a:cubicBezTo>
                            <a:pt x="5568" y="5449"/>
                            <a:pt x="4139" y="6687"/>
                            <a:pt x="2520" y="64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314" name="Graphique 15">
                    <a:extLst>
                      <a:ext uri="{FF2B5EF4-FFF2-40B4-BE49-F238E27FC236}">
                        <a16:creationId xmlns:a16="http://schemas.microsoft.com/office/drawing/2014/main" id="{5D184A0C-4810-4516-B861-41484E3086A5}"/>
                      </a:ext>
                    </a:extLst>
                  </p:cNvPr>
                  <p:cNvGrpSpPr/>
                  <p:nvPr/>
                </p:nvGrpSpPr>
                <p:grpSpPr>
                  <a:xfrm>
                    <a:off x="11169202" y="3872264"/>
                    <a:ext cx="35737" cy="38038"/>
                    <a:chOff x="11169202" y="3872264"/>
                    <a:chExt cx="35737" cy="38038"/>
                  </a:xfrm>
                  <a:solidFill>
                    <a:schemeClr val="accent1"/>
                  </a:solidFill>
                </p:grpSpPr>
                <p:sp>
                  <p:nvSpPr>
                    <p:cNvPr id="315" name="Forme libre : forme 314">
                      <a:extLst>
                        <a:ext uri="{FF2B5EF4-FFF2-40B4-BE49-F238E27FC236}">
                          <a16:creationId xmlns:a16="http://schemas.microsoft.com/office/drawing/2014/main" id="{D355006B-F042-4560-8296-282A74BDB1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69202" y="3872264"/>
                      <a:ext cx="35737" cy="38038"/>
                    </a:xfrm>
                    <a:custGeom>
                      <a:avLst/>
                      <a:gdLst>
                        <a:gd name="connsiteX0" fmla="*/ 14594 w 35737"/>
                        <a:gd name="connsiteY0" fmla="*/ 37761 h 38038"/>
                        <a:gd name="connsiteX1" fmla="*/ 307 w 35737"/>
                        <a:gd name="connsiteY1" fmla="*/ 16330 h 38038"/>
                        <a:gd name="connsiteX2" fmla="*/ 20405 w 35737"/>
                        <a:gd name="connsiteY2" fmla="*/ 138 h 38038"/>
                        <a:gd name="connsiteX3" fmla="*/ 35549 w 35737"/>
                        <a:gd name="connsiteY3" fmla="*/ 21760 h 38038"/>
                        <a:gd name="connsiteX4" fmla="*/ 14594 w 35737"/>
                        <a:gd name="connsiteY4" fmla="*/ 37761 h 380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37" h="38038">
                          <a:moveTo>
                            <a:pt x="14594" y="37761"/>
                          </a:moveTo>
                          <a:cubicBezTo>
                            <a:pt x="4879" y="36047"/>
                            <a:pt x="-1503" y="26427"/>
                            <a:pt x="307" y="16330"/>
                          </a:cubicBezTo>
                          <a:cubicBezTo>
                            <a:pt x="1640" y="6139"/>
                            <a:pt x="10594" y="-1100"/>
                            <a:pt x="20405" y="138"/>
                          </a:cubicBezTo>
                          <a:cubicBezTo>
                            <a:pt x="30120" y="1376"/>
                            <a:pt x="36978" y="11092"/>
                            <a:pt x="35549" y="21760"/>
                          </a:cubicBezTo>
                          <a:cubicBezTo>
                            <a:pt x="33644" y="32332"/>
                            <a:pt x="24215" y="39571"/>
                            <a:pt x="14594" y="3776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16" name="Forme libre : forme 315">
                      <a:extLst>
                        <a:ext uri="{FF2B5EF4-FFF2-40B4-BE49-F238E27FC236}">
                          <a16:creationId xmlns:a16="http://schemas.microsoft.com/office/drawing/2014/main" id="{C570519F-961E-41BD-B088-B573E6C0D3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69202" y="3872264"/>
                      <a:ext cx="28786" cy="38005"/>
                    </a:xfrm>
                    <a:custGeom>
                      <a:avLst/>
                      <a:gdLst>
                        <a:gd name="connsiteX0" fmla="*/ 17452 w 28786"/>
                        <a:gd name="connsiteY0" fmla="*/ 19093 h 38005"/>
                        <a:gd name="connsiteX1" fmla="*/ 28787 w 28786"/>
                        <a:gd name="connsiteY1" fmla="*/ 3852 h 38005"/>
                        <a:gd name="connsiteX2" fmla="*/ 20405 w 28786"/>
                        <a:gd name="connsiteY2" fmla="*/ 138 h 38005"/>
                        <a:gd name="connsiteX3" fmla="*/ 307 w 28786"/>
                        <a:gd name="connsiteY3" fmla="*/ 16330 h 38005"/>
                        <a:gd name="connsiteX4" fmla="*/ 14594 w 28786"/>
                        <a:gd name="connsiteY4" fmla="*/ 37761 h 38005"/>
                        <a:gd name="connsiteX5" fmla="*/ 23453 w 28786"/>
                        <a:gd name="connsiteY5" fmla="*/ 36809 h 38005"/>
                        <a:gd name="connsiteX6" fmla="*/ 17452 w 28786"/>
                        <a:gd name="connsiteY6" fmla="*/ 19093 h 38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86" h="38005">
                          <a:moveTo>
                            <a:pt x="17452" y="19093"/>
                          </a:moveTo>
                          <a:cubicBezTo>
                            <a:pt x="18405" y="12044"/>
                            <a:pt x="22881" y="6424"/>
                            <a:pt x="28787" y="3852"/>
                          </a:cubicBezTo>
                          <a:cubicBezTo>
                            <a:pt x="26405" y="1852"/>
                            <a:pt x="23548" y="519"/>
                            <a:pt x="20405" y="138"/>
                          </a:cubicBezTo>
                          <a:cubicBezTo>
                            <a:pt x="10594" y="-1100"/>
                            <a:pt x="1736" y="6139"/>
                            <a:pt x="307" y="16330"/>
                          </a:cubicBezTo>
                          <a:cubicBezTo>
                            <a:pt x="-1503" y="26427"/>
                            <a:pt x="4879" y="36047"/>
                            <a:pt x="14594" y="37761"/>
                          </a:cubicBezTo>
                          <a:cubicBezTo>
                            <a:pt x="17642" y="38333"/>
                            <a:pt x="20690" y="37857"/>
                            <a:pt x="23453" y="36809"/>
                          </a:cubicBezTo>
                          <a:cubicBezTo>
                            <a:pt x="18785" y="32618"/>
                            <a:pt x="16214" y="26046"/>
                            <a:pt x="17452" y="1909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17" name="Forme libre : forme 316">
                      <a:extLst>
                        <a:ext uri="{FF2B5EF4-FFF2-40B4-BE49-F238E27FC236}">
                          <a16:creationId xmlns:a16="http://schemas.microsoft.com/office/drawing/2014/main" id="{0E8D0F4B-86A0-46F8-839A-3E5AA6C10B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80211" y="3890945"/>
                      <a:ext cx="17047" cy="16137"/>
                    </a:xfrm>
                    <a:custGeom>
                      <a:avLst/>
                      <a:gdLst>
                        <a:gd name="connsiteX0" fmla="*/ 10539 w 17047"/>
                        <a:gd name="connsiteY0" fmla="*/ 15652 h 16137"/>
                        <a:gd name="connsiteX1" fmla="*/ 252 w 17047"/>
                        <a:gd name="connsiteY1" fmla="*/ 10794 h 16137"/>
                        <a:gd name="connsiteX2" fmla="*/ 6538 w 17047"/>
                        <a:gd name="connsiteY2" fmla="*/ 508 h 16137"/>
                        <a:gd name="connsiteX3" fmla="*/ 16826 w 17047"/>
                        <a:gd name="connsiteY3" fmla="*/ 5270 h 16137"/>
                        <a:gd name="connsiteX4" fmla="*/ 10539 w 17047"/>
                        <a:gd name="connsiteY4" fmla="*/ 15652 h 161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47" h="16137">
                          <a:moveTo>
                            <a:pt x="10539" y="15652"/>
                          </a:moveTo>
                          <a:cubicBezTo>
                            <a:pt x="5967" y="17176"/>
                            <a:pt x="1395" y="14985"/>
                            <a:pt x="252" y="10794"/>
                          </a:cubicBezTo>
                          <a:cubicBezTo>
                            <a:pt x="-891" y="6699"/>
                            <a:pt x="1967" y="2127"/>
                            <a:pt x="6538" y="508"/>
                          </a:cubicBezTo>
                          <a:cubicBezTo>
                            <a:pt x="11110" y="-1016"/>
                            <a:pt x="15778" y="984"/>
                            <a:pt x="16826" y="5270"/>
                          </a:cubicBezTo>
                          <a:cubicBezTo>
                            <a:pt x="17873" y="9461"/>
                            <a:pt x="15111" y="14128"/>
                            <a:pt x="10539" y="1565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18" name="Forme libre : forme 317">
                      <a:extLst>
                        <a:ext uri="{FF2B5EF4-FFF2-40B4-BE49-F238E27FC236}">
                          <a16:creationId xmlns:a16="http://schemas.microsoft.com/office/drawing/2014/main" id="{1D82687B-F598-4E1E-A7D6-3F4ABEB31E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1465" y="3890935"/>
                      <a:ext cx="5904" cy="6273"/>
                    </a:xfrm>
                    <a:custGeom>
                      <a:avLst/>
                      <a:gdLst>
                        <a:gd name="connsiteX0" fmla="*/ 2428 w 5904"/>
                        <a:gd name="connsiteY0" fmla="*/ 6232 h 6273"/>
                        <a:gd name="connsiteX1" fmla="*/ 47 w 5904"/>
                        <a:gd name="connsiteY1" fmla="*/ 2708 h 6273"/>
                        <a:gd name="connsiteX2" fmla="*/ 3476 w 5904"/>
                        <a:gd name="connsiteY2" fmla="*/ 41 h 6273"/>
                        <a:gd name="connsiteX3" fmla="*/ 5857 w 5904"/>
                        <a:gd name="connsiteY3" fmla="*/ 3565 h 6273"/>
                        <a:gd name="connsiteX4" fmla="*/ 2428 w 5904"/>
                        <a:gd name="connsiteY4" fmla="*/ 6232 h 6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4" h="6273">
                          <a:moveTo>
                            <a:pt x="2428" y="6232"/>
                          </a:moveTo>
                          <a:cubicBezTo>
                            <a:pt x="809" y="5947"/>
                            <a:pt x="-239" y="4423"/>
                            <a:pt x="47" y="2708"/>
                          </a:cubicBezTo>
                          <a:cubicBezTo>
                            <a:pt x="333" y="994"/>
                            <a:pt x="1857" y="-245"/>
                            <a:pt x="3476" y="41"/>
                          </a:cubicBezTo>
                          <a:cubicBezTo>
                            <a:pt x="5095" y="327"/>
                            <a:pt x="6143" y="1851"/>
                            <a:pt x="5857" y="3565"/>
                          </a:cubicBezTo>
                          <a:cubicBezTo>
                            <a:pt x="5572" y="5280"/>
                            <a:pt x="4048" y="6518"/>
                            <a:pt x="2428" y="62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319" name="Graphique 15">
                  <a:extLst>
                    <a:ext uri="{FF2B5EF4-FFF2-40B4-BE49-F238E27FC236}">
                      <a16:creationId xmlns:a16="http://schemas.microsoft.com/office/drawing/2014/main" id="{6610E65D-9956-45FE-B864-34FE89F121E5}"/>
                    </a:ext>
                  </a:extLst>
                </p:cNvPr>
                <p:cNvGrpSpPr/>
                <p:nvPr/>
              </p:nvGrpSpPr>
              <p:grpSpPr>
                <a:xfrm>
                  <a:off x="11063408" y="3784003"/>
                  <a:ext cx="96501" cy="67023"/>
                  <a:chOff x="11063408" y="3784003"/>
                  <a:chExt cx="96501" cy="67023"/>
                </a:xfrm>
                <a:solidFill>
                  <a:schemeClr val="accent1"/>
                </a:solidFill>
              </p:grpSpPr>
              <p:grpSp>
                <p:nvGrpSpPr>
                  <p:cNvPr id="320" name="Graphique 15">
                    <a:extLst>
                      <a:ext uri="{FF2B5EF4-FFF2-40B4-BE49-F238E27FC236}">
                        <a16:creationId xmlns:a16="http://schemas.microsoft.com/office/drawing/2014/main" id="{284B8ED8-EA52-4261-8375-066CD821C806}"/>
                      </a:ext>
                    </a:extLst>
                  </p:cNvPr>
                  <p:cNvGrpSpPr/>
                  <p:nvPr/>
                </p:nvGrpSpPr>
                <p:grpSpPr>
                  <a:xfrm>
                    <a:off x="11124319" y="3784003"/>
                    <a:ext cx="35590" cy="35779"/>
                    <a:chOff x="11124319" y="3784003"/>
                    <a:chExt cx="35590" cy="35779"/>
                  </a:xfrm>
                  <a:solidFill>
                    <a:schemeClr val="accent1"/>
                  </a:solidFill>
                </p:grpSpPr>
                <p:sp>
                  <p:nvSpPr>
                    <p:cNvPr id="321" name="Forme libre : forme 320">
                      <a:extLst>
                        <a:ext uri="{FF2B5EF4-FFF2-40B4-BE49-F238E27FC236}">
                          <a16:creationId xmlns:a16="http://schemas.microsoft.com/office/drawing/2014/main" id="{7FC19E01-6975-4E6F-AEB3-2A264295D0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4319" y="3784007"/>
                      <a:ext cx="35590" cy="35775"/>
                    </a:xfrm>
                    <a:custGeom>
                      <a:avLst/>
                      <a:gdLst>
                        <a:gd name="connsiteX0" fmla="*/ 16520 w 35590"/>
                        <a:gd name="connsiteY0" fmla="*/ 35722 h 35775"/>
                        <a:gd name="connsiteX1" fmla="*/ 42 w 35590"/>
                        <a:gd name="connsiteY1" fmla="*/ 16958 h 35775"/>
                        <a:gd name="connsiteX2" fmla="*/ 18330 w 35590"/>
                        <a:gd name="connsiteY2" fmla="*/ 4 h 35775"/>
                        <a:gd name="connsiteX3" fmla="*/ 35570 w 35590"/>
                        <a:gd name="connsiteY3" fmla="*/ 18768 h 35775"/>
                        <a:gd name="connsiteX4" fmla="*/ 16520 w 35590"/>
                        <a:gd name="connsiteY4" fmla="*/ 35722 h 357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90" h="35775">
                          <a:moveTo>
                            <a:pt x="16520" y="35722"/>
                          </a:moveTo>
                          <a:cubicBezTo>
                            <a:pt x="6710" y="34960"/>
                            <a:pt x="-625" y="26578"/>
                            <a:pt x="42" y="16958"/>
                          </a:cubicBezTo>
                          <a:cubicBezTo>
                            <a:pt x="423" y="7338"/>
                            <a:pt x="8519" y="-187"/>
                            <a:pt x="18330" y="4"/>
                          </a:cubicBezTo>
                          <a:cubicBezTo>
                            <a:pt x="28141" y="289"/>
                            <a:pt x="36047" y="8671"/>
                            <a:pt x="35570" y="18768"/>
                          </a:cubicBezTo>
                          <a:cubicBezTo>
                            <a:pt x="34904" y="28959"/>
                            <a:pt x="26331" y="36484"/>
                            <a:pt x="16520" y="3572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22" name="Forme libre : forme 321">
                      <a:extLst>
                        <a:ext uri="{FF2B5EF4-FFF2-40B4-BE49-F238E27FC236}">
                          <a16:creationId xmlns:a16="http://schemas.microsoft.com/office/drawing/2014/main" id="{3123599E-3C7D-4395-83B7-7782215D4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4402" y="3784003"/>
                      <a:ext cx="27104" cy="35758"/>
                    </a:xfrm>
                    <a:custGeom>
                      <a:avLst/>
                      <a:gdLst>
                        <a:gd name="connsiteX0" fmla="*/ 17389 w 27104"/>
                        <a:gd name="connsiteY0" fmla="*/ 18010 h 35758"/>
                        <a:gd name="connsiteX1" fmla="*/ 27105 w 27104"/>
                        <a:gd name="connsiteY1" fmla="*/ 2770 h 35758"/>
                        <a:gd name="connsiteX2" fmla="*/ 18342 w 27104"/>
                        <a:gd name="connsiteY2" fmla="*/ 8 h 35758"/>
                        <a:gd name="connsiteX3" fmla="*/ 54 w 27104"/>
                        <a:gd name="connsiteY3" fmla="*/ 16962 h 35758"/>
                        <a:gd name="connsiteX4" fmla="*/ 16532 w 27104"/>
                        <a:gd name="connsiteY4" fmla="*/ 35727 h 35758"/>
                        <a:gd name="connsiteX5" fmla="*/ 25295 w 27104"/>
                        <a:gd name="connsiteY5" fmla="*/ 34012 h 35758"/>
                        <a:gd name="connsiteX6" fmla="*/ 17389 w 27104"/>
                        <a:gd name="connsiteY6" fmla="*/ 18010 h 357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104" h="35758">
                          <a:moveTo>
                            <a:pt x="17389" y="18010"/>
                          </a:moveTo>
                          <a:cubicBezTo>
                            <a:pt x="17675" y="11343"/>
                            <a:pt x="21485" y="5723"/>
                            <a:pt x="27105" y="2770"/>
                          </a:cubicBezTo>
                          <a:cubicBezTo>
                            <a:pt x="24533" y="1151"/>
                            <a:pt x="21580" y="103"/>
                            <a:pt x="18342" y="8"/>
                          </a:cubicBezTo>
                          <a:cubicBezTo>
                            <a:pt x="8436" y="-278"/>
                            <a:pt x="435" y="7342"/>
                            <a:pt x="54" y="16962"/>
                          </a:cubicBezTo>
                          <a:cubicBezTo>
                            <a:pt x="-708" y="26582"/>
                            <a:pt x="6721" y="34964"/>
                            <a:pt x="16532" y="35727"/>
                          </a:cubicBezTo>
                          <a:cubicBezTo>
                            <a:pt x="19675" y="35917"/>
                            <a:pt x="22628" y="35250"/>
                            <a:pt x="25295" y="34012"/>
                          </a:cubicBezTo>
                          <a:cubicBezTo>
                            <a:pt x="20056" y="30583"/>
                            <a:pt x="16913" y="24582"/>
                            <a:pt x="17389" y="1801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23" name="Forme libre : forme 322">
                      <a:extLst>
                        <a:ext uri="{FF2B5EF4-FFF2-40B4-BE49-F238E27FC236}">
                          <a16:creationId xmlns:a16="http://schemas.microsoft.com/office/drawing/2014/main" id="{7FC84D62-9EEE-4080-8470-BC0580A6CC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36271" y="3801290"/>
                      <a:ext cx="16755" cy="15274"/>
                    </a:xfrm>
                    <a:custGeom>
                      <a:avLst/>
                      <a:gdLst>
                        <a:gd name="connsiteX0" fmla="*/ 11140 w 16755"/>
                        <a:gd name="connsiteY0" fmla="*/ 14534 h 15274"/>
                        <a:gd name="connsiteX1" fmla="*/ 472 w 16755"/>
                        <a:gd name="connsiteY1" fmla="*/ 10914 h 15274"/>
                        <a:gd name="connsiteX2" fmla="*/ 5615 w 16755"/>
                        <a:gd name="connsiteY2" fmla="*/ 818 h 15274"/>
                        <a:gd name="connsiteX3" fmla="*/ 16283 w 16755"/>
                        <a:gd name="connsiteY3" fmla="*/ 4342 h 15274"/>
                        <a:gd name="connsiteX4" fmla="*/ 11140 w 16755"/>
                        <a:gd name="connsiteY4" fmla="*/ 14534 h 152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755" h="15274">
                          <a:moveTo>
                            <a:pt x="11140" y="14534"/>
                          </a:moveTo>
                          <a:cubicBezTo>
                            <a:pt x="6758" y="16344"/>
                            <a:pt x="1996" y="14724"/>
                            <a:pt x="472" y="10914"/>
                          </a:cubicBezTo>
                          <a:cubicBezTo>
                            <a:pt x="-1052" y="7104"/>
                            <a:pt x="1234" y="2628"/>
                            <a:pt x="5615" y="818"/>
                          </a:cubicBezTo>
                          <a:cubicBezTo>
                            <a:pt x="9997" y="-1087"/>
                            <a:pt x="14759" y="437"/>
                            <a:pt x="16283" y="4342"/>
                          </a:cubicBezTo>
                          <a:cubicBezTo>
                            <a:pt x="17807" y="8152"/>
                            <a:pt x="15521" y="12724"/>
                            <a:pt x="11140" y="1453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24" name="Forme libre : forme 323">
                      <a:extLst>
                        <a:ext uri="{FF2B5EF4-FFF2-40B4-BE49-F238E27FC236}">
                          <a16:creationId xmlns:a16="http://schemas.microsoft.com/office/drawing/2014/main" id="{6688F70A-FDDC-4ED0-A245-D006A9DB3C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46916" y="3800864"/>
                      <a:ext cx="5849" cy="5915"/>
                    </a:xfrm>
                    <a:custGeom>
                      <a:avLst/>
                      <a:gdLst>
                        <a:gd name="connsiteX0" fmla="*/ 2686 w 5849"/>
                        <a:gd name="connsiteY0" fmla="*/ 5911 h 5915"/>
                        <a:gd name="connsiteX1" fmla="*/ 19 w 5849"/>
                        <a:gd name="connsiteY1" fmla="*/ 2767 h 5915"/>
                        <a:gd name="connsiteX2" fmla="*/ 3163 w 5849"/>
                        <a:gd name="connsiteY2" fmla="*/ 5 h 5915"/>
                        <a:gd name="connsiteX3" fmla="*/ 5830 w 5849"/>
                        <a:gd name="connsiteY3" fmla="*/ 3148 h 5915"/>
                        <a:gd name="connsiteX4" fmla="*/ 2686 w 5849"/>
                        <a:gd name="connsiteY4" fmla="*/ 5911 h 5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9" h="5915">
                          <a:moveTo>
                            <a:pt x="2686" y="5911"/>
                          </a:moveTo>
                          <a:cubicBezTo>
                            <a:pt x="1067" y="5815"/>
                            <a:pt x="-171" y="4387"/>
                            <a:pt x="19" y="2767"/>
                          </a:cubicBezTo>
                          <a:cubicBezTo>
                            <a:pt x="115" y="1148"/>
                            <a:pt x="1543" y="-90"/>
                            <a:pt x="3163" y="5"/>
                          </a:cubicBezTo>
                          <a:cubicBezTo>
                            <a:pt x="4782" y="100"/>
                            <a:pt x="6020" y="1434"/>
                            <a:pt x="5830" y="3148"/>
                          </a:cubicBezTo>
                          <a:cubicBezTo>
                            <a:pt x="5734" y="4768"/>
                            <a:pt x="4306" y="6006"/>
                            <a:pt x="2686" y="59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325" name="Graphique 15">
                    <a:extLst>
                      <a:ext uri="{FF2B5EF4-FFF2-40B4-BE49-F238E27FC236}">
                        <a16:creationId xmlns:a16="http://schemas.microsoft.com/office/drawing/2014/main" id="{03DE27E5-49DC-4B69-B7A3-CC7C71029D13}"/>
                      </a:ext>
                    </a:extLst>
                  </p:cNvPr>
                  <p:cNvGrpSpPr/>
                  <p:nvPr/>
                </p:nvGrpSpPr>
                <p:grpSpPr>
                  <a:xfrm>
                    <a:off x="11090886" y="3796759"/>
                    <a:ext cx="35624" cy="34472"/>
                    <a:chOff x="11090886" y="3796759"/>
                    <a:chExt cx="35624" cy="34472"/>
                  </a:xfrm>
                  <a:solidFill>
                    <a:schemeClr val="accent1"/>
                  </a:solidFill>
                </p:grpSpPr>
                <p:sp>
                  <p:nvSpPr>
                    <p:cNvPr id="326" name="Forme libre : forme 325">
                      <a:extLst>
                        <a:ext uri="{FF2B5EF4-FFF2-40B4-BE49-F238E27FC236}">
                          <a16:creationId xmlns:a16="http://schemas.microsoft.com/office/drawing/2014/main" id="{39638184-5CF0-434D-9D68-975870954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90886" y="3796759"/>
                      <a:ext cx="35624" cy="34375"/>
                    </a:xfrm>
                    <a:custGeom>
                      <a:avLst/>
                      <a:gdLst>
                        <a:gd name="connsiteX0" fmla="*/ 16520 w 35624"/>
                        <a:gd name="connsiteY0" fmla="*/ 34305 h 34375"/>
                        <a:gd name="connsiteX1" fmla="*/ 42 w 35624"/>
                        <a:gd name="connsiteY1" fmla="*/ 15921 h 34375"/>
                        <a:gd name="connsiteX2" fmla="*/ 18997 w 35624"/>
                        <a:gd name="connsiteY2" fmla="*/ 15 h 34375"/>
                        <a:gd name="connsiteX3" fmla="*/ 35570 w 35624"/>
                        <a:gd name="connsiteY3" fmla="*/ 18398 h 34375"/>
                        <a:gd name="connsiteX4" fmla="*/ 16520 w 35624"/>
                        <a:gd name="connsiteY4" fmla="*/ 34305 h 34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24" h="34375">
                          <a:moveTo>
                            <a:pt x="16520" y="34305"/>
                          </a:moveTo>
                          <a:cubicBezTo>
                            <a:pt x="6710" y="33352"/>
                            <a:pt x="-624" y="25161"/>
                            <a:pt x="42" y="15921"/>
                          </a:cubicBezTo>
                          <a:cubicBezTo>
                            <a:pt x="709" y="6682"/>
                            <a:pt x="9281" y="-366"/>
                            <a:pt x="18997" y="15"/>
                          </a:cubicBezTo>
                          <a:cubicBezTo>
                            <a:pt x="28998" y="491"/>
                            <a:pt x="36332" y="8683"/>
                            <a:pt x="35570" y="18398"/>
                          </a:cubicBezTo>
                          <a:cubicBezTo>
                            <a:pt x="34904" y="28113"/>
                            <a:pt x="26331" y="35162"/>
                            <a:pt x="16520" y="3430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27" name="Forme libre : forme 326">
                      <a:extLst>
                        <a:ext uri="{FF2B5EF4-FFF2-40B4-BE49-F238E27FC236}">
                          <a16:creationId xmlns:a16="http://schemas.microsoft.com/office/drawing/2014/main" id="{F80DDCDD-EE6B-4AF7-B8C5-976E5D9C00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90981" y="3796854"/>
                      <a:ext cx="27759" cy="34377"/>
                    </a:xfrm>
                    <a:custGeom>
                      <a:avLst/>
                      <a:gdLst>
                        <a:gd name="connsiteX0" fmla="*/ 17378 w 27759"/>
                        <a:gd name="connsiteY0" fmla="*/ 17160 h 34377"/>
                        <a:gd name="connsiteX1" fmla="*/ 27760 w 27759"/>
                        <a:gd name="connsiteY1" fmla="*/ 2777 h 34377"/>
                        <a:gd name="connsiteX2" fmla="*/ 18997 w 27759"/>
                        <a:gd name="connsiteY2" fmla="*/ 15 h 34377"/>
                        <a:gd name="connsiteX3" fmla="*/ 42 w 27759"/>
                        <a:gd name="connsiteY3" fmla="*/ 15922 h 34377"/>
                        <a:gd name="connsiteX4" fmla="*/ 16520 w 27759"/>
                        <a:gd name="connsiteY4" fmla="*/ 34305 h 34377"/>
                        <a:gd name="connsiteX5" fmla="*/ 25283 w 27759"/>
                        <a:gd name="connsiteY5" fmla="*/ 32876 h 34377"/>
                        <a:gd name="connsiteX6" fmla="*/ 17378 w 27759"/>
                        <a:gd name="connsiteY6" fmla="*/ 17160 h 343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759" h="34377">
                          <a:moveTo>
                            <a:pt x="17378" y="17160"/>
                          </a:moveTo>
                          <a:cubicBezTo>
                            <a:pt x="17854" y="10683"/>
                            <a:pt x="22045" y="5444"/>
                            <a:pt x="27760" y="2777"/>
                          </a:cubicBezTo>
                          <a:cubicBezTo>
                            <a:pt x="25188" y="1158"/>
                            <a:pt x="22236" y="110"/>
                            <a:pt x="18997" y="15"/>
                          </a:cubicBezTo>
                          <a:cubicBezTo>
                            <a:pt x="9281" y="-366"/>
                            <a:pt x="709" y="6682"/>
                            <a:pt x="42" y="15922"/>
                          </a:cubicBezTo>
                          <a:cubicBezTo>
                            <a:pt x="-625" y="25161"/>
                            <a:pt x="6710" y="33352"/>
                            <a:pt x="16520" y="34305"/>
                          </a:cubicBezTo>
                          <a:cubicBezTo>
                            <a:pt x="19664" y="34591"/>
                            <a:pt x="22616" y="34019"/>
                            <a:pt x="25283" y="32876"/>
                          </a:cubicBezTo>
                          <a:cubicBezTo>
                            <a:pt x="20045" y="29257"/>
                            <a:pt x="16806" y="23446"/>
                            <a:pt x="17378" y="1716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28" name="Forme libre : forme 327">
                      <a:extLst>
                        <a:ext uri="{FF2B5EF4-FFF2-40B4-BE49-F238E27FC236}">
                          <a16:creationId xmlns:a16="http://schemas.microsoft.com/office/drawing/2014/main" id="{B2B6FA61-7CC8-4611-85FC-75FA4F08E3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02839" y="3813408"/>
                      <a:ext cx="16755" cy="14662"/>
                    </a:xfrm>
                    <a:custGeom>
                      <a:avLst/>
                      <a:gdLst>
                        <a:gd name="connsiteX0" fmla="*/ 11140 w 16755"/>
                        <a:gd name="connsiteY0" fmla="*/ 14037 h 14662"/>
                        <a:gd name="connsiteX1" fmla="*/ 472 w 16755"/>
                        <a:gd name="connsiteY1" fmla="*/ 10322 h 14662"/>
                        <a:gd name="connsiteX2" fmla="*/ 5616 w 16755"/>
                        <a:gd name="connsiteY2" fmla="*/ 702 h 14662"/>
                        <a:gd name="connsiteX3" fmla="*/ 16283 w 16755"/>
                        <a:gd name="connsiteY3" fmla="*/ 4226 h 14662"/>
                        <a:gd name="connsiteX4" fmla="*/ 11140 w 16755"/>
                        <a:gd name="connsiteY4" fmla="*/ 14037 h 14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755" h="14662">
                          <a:moveTo>
                            <a:pt x="11140" y="14037"/>
                          </a:moveTo>
                          <a:cubicBezTo>
                            <a:pt x="6758" y="15656"/>
                            <a:pt x="1996" y="14037"/>
                            <a:pt x="472" y="10322"/>
                          </a:cubicBezTo>
                          <a:cubicBezTo>
                            <a:pt x="-1052" y="6702"/>
                            <a:pt x="1234" y="2416"/>
                            <a:pt x="5616" y="702"/>
                          </a:cubicBezTo>
                          <a:cubicBezTo>
                            <a:pt x="9997" y="-1013"/>
                            <a:pt x="14759" y="511"/>
                            <a:pt x="16283" y="4226"/>
                          </a:cubicBezTo>
                          <a:cubicBezTo>
                            <a:pt x="17808" y="7940"/>
                            <a:pt x="15521" y="12322"/>
                            <a:pt x="11140" y="1403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29" name="Forme libre : forme 328">
                      <a:extLst>
                        <a:ext uri="{FF2B5EF4-FFF2-40B4-BE49-F238E27FC236}">
                          <a16:creationId xmlns:a16="http://schemas.microsoft.com/office/drawing/2014/main" id="{C90ECB00-B9D3-4CDA-B571-891ED370D8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13483" y="3813056"/>
                      <a:ext cx="5848" cy="5725"/>
                    </a:xfrm>
                    <a:custGeom>
                      <a:avLst/>
                      <a:gdLst>
                        <a:gd name="connsiteX0" fmla="*/ 2686 w 5848"/>
                        <a:gd name="connsiteY0" fmla="*/ 5720 h 5725"/>
                        <a:gd name="connsiteX1" fmla="*/ 19 w 5848"/>
                        <a:gd name="connsiteY1" fmla="*/ 2672 h 5725"/>
                        <a:gd name="connsiteX2" fmla="*/ 3163 w 5848"/>
                        <a:gd name="connsiteY2" fmla="*/ 5 h 5725"/>
                        <a:gd name="connsiteX3" fmla="*/ 5830 w 5848"/>
                        <a:gd name="connsiteY3" fmla="*/ 3053 h 5725"/>
                        <a:gd name="connsiteX4" fmla="*/ 2686 w 5848"/>
                        <a:gd name="connsiteY4" fmla="*/ 5720 h 5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8" h="5725">
                          <a:moveTo>
                            <a:pt x="2686" y="5720"/>
                          </a:moveTo>
                          <a:cubicBezTo>
                            <a:pt x="1067" y="5625"/>
                            <a:pt x="-171" y="4196"/>
                            <a:pt x="19" y="2672"/>
                          </a:cubicBezTo>
                          <a:cubicBezTo>
                            <a:pt x="114" y="1148"/>
                            <a:pt x="1543" y="-90"/>
                            <a:pt x="3163" y="5"/>
                          </a:cubicBezTo>
                          <a:cubicBezTo>
                            <a:pt x="4782" y="101"/>
                            <a:pt x="6020" y="1434"/>
                            <a:pt x="5830" y="3053"/>
                          </a:cubicBezTo>
                          <a:cubicBezTo>
                            <a:pt x="5639" y="4672"/>
                            <a:pt x="4305" y="5816"/>
                            <a:pt x="2686" y="57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330" name="Graphique 15">
                    <a:extLst>
                      <a:ext uri="{FF2B5EF4-FFF2-40B4-BE49-F238E27FC236}">
                        <a16:creationId xmlns:a16="http://schemas.microsoft.com/office/drawing/2014/main" id="{CB4523A7-178F-4DA6-A2D9-43102B679FCF}"/>
                      </a:ext>
                    </a:extLst>
                  </p:cNvPr>
                  <p:cNvGrpSpPr/>
                  <p:nvPr/>
                </p:nvGrpSpPr>
                <p:grpSpPr>
                  <a:xfrm>
                    <a:off x="11063408" y="3817860"/>
                    <a:ext cx="35563" cy="33165"/>
                    <a:chOff x="11063408" y="3817860"/>
                    <a:chExt cx="35563" cy="33165"/>
                  </a:xfrm>
                  <a:solidFill>
                    <a:schemeClr val="accent1"/>
                  </a:solidFill>
                </p:grpSpPr>
                <p:sp>
                  <p:nvSpPr>
                    <p:cNvPr id="331" name="Forme libre : forme 330">
                      <a:extLst>
                        <a:ext uri="{FF2B5EF4-FFF2-40B4-BE49-F238E27FC236}">
                          <a16:creationId xmlns:a16="http://schemas.microsoft.com/office/drawing/2014/main" id="{A4A208CC-1C45-4E04-B444-D8E3066BE0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63408" y="3817860"/>
                      <a:ext cx="35563" cy="33165"/>
                    </a:xfrm>
                    <a:custGeom>
                      <a:avLst/>
                      <a:gdLst>
                        <a:gd name="connsiteX0" fmla="*/ 15804 w 35563"/>
                        <a:gd name="connsiteY0" fmla="*/ 33016 h 33165"/>
                        <a:gd name="connsiteX1" fmla="*/ 88 w 35563"/>
                        <a:gd name="connsiteY1" fmla="*/ 14823 h 33165"/>
                        <a:gd name="connsiteX2" fmla="*/ 19043 w 35563"/>
                        <a:gd name="connsiteY2" fmla="*/ 59 h 33165"/>
                        <a:gd name="connsiteX3" fmla="*/ 35521 w 35563"/>
                        <a:gd name="connsiteY3" fmla="*/ 18347 h 33165"/>
                        <a:gd name="connsiteX4" fmla="*/ 15804 w 35563"/>
                        <a:gd name="connsiteY4" fmla="*/ 33016 h 331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63" h="33165">
                          <a:moveTo>
                            <a:pt x="15804" y="33016"/>
                          </a:moveTo>
                          <a:cubicBezTo>
                            <a:pt x="5994" y="31777"/>
                            <a:pt x="-864" y="23681"/>
                            <a:pt x="88" y="14823"/>
                          </a:cubicBezTo>
                          <a:cubicBezTo>
                            <a:pt x="755" y="5965"/>
                            <a:pt x="9232" y="-703"/>
                            <a:pt x="19043" y="59"/>
                          </a:cubicBezTo>
                          <a:cubicBezTo>
                            <a:pt x="28854" y="821"/>
                            <a:pt x="36188" y="9013"/>
                            <a:pt x="35521" y="18347"/>
                          </a:cubicBezTo>
                          <a:cubicBezTo>
                            <a:pt x="34473" y="27682"/>
                            <a:pt x="25520" y="34254"/>
                            <a:pt x="15804" y="3301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32" name="Forme libre : forme 331">
                      <a:extLst>
                        <a:ext uri="{FF2B5EF4-FFF2-40B4-BE49-F238E27FC236}">
                          <a16:creationId xmlns:a16="http://schemas.microsoft.com/office/drawing/2014/main" id="{BAA42AF2-C824-456B-9991-4FA625E5F3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63408" y="3817860"/>
                      <a:ext cx="27710" cy="33146"/>
                    </a:xfrm>
                    <a:custGeom>
                      <a:avLst/>
                      <a:gdLst>
                        <a:gd name="connsiteX0" fmla="*/ 17424 w 27710"/>
                        <a:gd name="connsiteY0" fmla="*/ 16633 h 33146"/>
                        <a:gd name="connsiteX1" fmla="*/ 27711 w 27710"/>
                        <a:gd name="connsiteY1" fmla="*/ 3012 h 33146"/>
                        <a:gd name="connsiteX2" fmla="*/ 19043 w 27710"/>
                        <a:gd name="connsiteY2" fmla="*/ 59 h 33146"/>
                        <a:gd name="connsiteX3" fmla="*/ 88 w 27710"/>
                        <a:gd name="connsiteY3" fmla="*/ 14823 h 33146"/>
                        <a:gd name="connsiteX4" fmla="*/ 15804 w 27710"/>
                        <a:gd name="connsiteY4" fmla="*/ 33016 h 33146"/>
                        <a:gd name="connsiteX5" fmla="*/ 24567 w 27710"/>
                        <a:gd name="connsiteY5" fmla="*/ 31873 h 33146"/>
                        <a:gd name="connsiteX6" fmla="*/ 17424 w 27710"/>
                        <a:gd name="connsiteY6" fmla="*/ 16633 h 33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710" h="33146">
                          <a:moveTo>
                            <a:pt x="17424" y="16633"/>
                          </a:moveTo>
                          <a:cubicBezTo>
                            <a:pt x="17900" y="10442"/>
                            <a:pt x="21996" y="5393"/>
                            <a:pt x="27711" y="3012"/>
                          </a:cubicBezTo>
                          <a:cubicBezTo>
                            <a:pt x="25234" y="1393"/>
                            <a:pt x="22281" y="250"/>
                            <a:pt x="19043" y="59"/>
                          </a:cubicBezTo>
                          <a:cubicBezTo>
                            <a:pt x="9232" y="-703"/>
                            <a:pt x="755" y="5965"/>
                            <a:pt x="88" y="14823"/>
                          </a:cubicBezTo>
                          <a:cubicBezTo>
                            <a:pt x="-864" y="23681"/>
                            <a:pt x="5994" y="31777"/>
                            <a:pt x="15804" y="33016"/>
                          </a:cubicBezTo>
                          <a:cubicBezTo>
                            <a:pt x="18948" y="33397"/>
                            <a:pt x="21900" y="32920"/>
                            <a:pt x="24567" y="31873"/>
                          </a:cubicBezTo>
                          <a:cubicBezTo>
                            <a:pt x="19614" y="28349"/>
                            <a:pt x="16757" y="22729"/>
                            <a:pt x="17424" y="1663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33" name="Forme libre : forme 332">
                      <a:extLst>
                        <a:ext uri="{FF2B5EF4-FFF2-40B4-BE49-F238E27FC236}">
                          <a16:creationId xmlns:a16="http://schemas.microsoft.com/office/drawing/2014/main" id="{28783A6A-E603-458E-91EA-3E88C9EDB8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74919" y="3834031"/>
                      <a:ext cx="16976" cy="14108"/>
                    </a:xfrm>
                    <a:custGeom>
                      <a:avLst/>
                      <a:gdLst>
                        <a:gd name="connsiteX0" fmla="*/ 10961 w 16976"/>
                        <a:gd name="connsiteY0" fmla="*/ 13606 h 14108"/>
                        <a:gd name="connsiteX1" fmla="*/ 388 w 16976"/>
                        <a:gd name="connsiteY1" fmla="*/ 9701 h 14108"/>
                        <a:gd name="connsiteX2" fmla="*/ 5912 w 16976"/>
                        <a:gd name="connsiteY2" fmla="*/ 557 h 14108"/>
                        <a:gd name="connsiteX3" fmla="*/ 16580 w 16976"/>
                        <a:gd name="connsiteY3" fmla="*/ 4367 h 14108"/>
                        <a:gd name="connsiteX4" fmla="*/ 10961 w 16976"/>
                        <a:gd name="connsiteY4" fmla="*/ 13606 h 14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76" h="14108">
                          <a:moveTo>
                            <a:pt x="10961" y="13606"/>
                          </a:moveTo>
                          <a:cubicBezTo>
                            <a:pt x="6484" y="15035"/>
                            <a:pt x="1817" y="13320"/>
                            <a:pt x="388" y="9701"/>
                          </a:cubicBezTo>
                          <a:cubicBezTo>
                            <a:pt x="-1041" y="6081"/>
                            <a:pt x="1626" y="2081"/>
                            <a:pt x="5912" y="557"/>
                          </a:cubicBezTo>
                          <a:cubicBezTo>
                            <a:pt x="10199" y="-967"/>
                            <a:pt x="15152" y="747"/>
                            <a:pt x="16580" y="4367"/>
                          </a:cubicBezTo>
                          <a:cubicBezTo>
                            <a:pt x="18009" y="7986"/>
                            <a:pt x="15437" y="12177"/>
                            <a:pt x="10961" y="1360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34" name="Forme libre : forme 333">
                      <a:extLst>
                        <a:ext uri="{FF2B5EF4-FFF2-40B4-BE49-F238E27FC236}">
                          <a16:creationId xmlns:a16="http://schemas.microsoft.com/office/drawing/2014/main" id="{D44B45FB-417E-4703-87A0-BCC0F8CB20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85859" y="3833820"/>
                      <a:ext cx="5850" cy="5536"/>
                    </a:xfrm>
                    <a:custGeom>
                      <a:avLst/>
                      <a:gdLst>
                        <a:gd name="connsiteX0" fmla="*/ 2593 w 5850"/>
                        <a:gd name="connsiteY0" fmla="*/ 5531 h 5536"/>
                        <a:gd name="connsiteX1" fmla="*/ 21 w 5850"/>
                        <a:gd name="connsiteY1" fmla="*/ 2483 h 5536"/>
                        <a:gd name="connsiteX2" fmla="*/ 3164 w 5850"/>
                        <a:gd name="connsiteY2" fmla="*/ 6 h 5536"/>
                        <a:gd name="connsiteX3" fmla="*/ 5831 w 5850"/>
                        <a:gd name="connsiteY3" fmla="*/ 3054 h 5536"/>
                        <a:gd name="connsiteX4" fmla="*/ 2593 w 5850"/>
                        <a:gd name="connsiteY4" fmla="*/ 5531 h 5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0" h="5536">
                          <a:moveTo>
                            <a:pt x="2593" y="5531"/>
                          </a:moveTo>
                          <a:cubicBezTo>
                            <a:pt x="973" y="5340"/>
                            <a:pt x="-170" y="4007"/>
                            <a:pt x="21" y="2483"/>
                          </a:cubicBezTo>
                          <a:cubicBezTo>
                            <a:pt x="116" y="959"/>
                            <a:pt x="1545" y="-89"/>
                            <a:pt x="3164" y="6"/>
                          </a:cubicBezTo>
                          <a:cubicBezTo>
                            <a:pt x="4783" y="101"/>
                            <a:pt x="6022" y="1530"/>
                            <a:pt x="5831" y="3054"/>
                          </a:cubicBezTo>
                          <a:cubicBezTo>
                            <a:pt x="5736" y="4578"/>
                            <a:pt x="4212" y="5626"/>
                            <a:pt x="2593" y="55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335" name="Graphique 15">
                  <a:extLst>
                    <a:ext uri="{FF2B5EF4-FFF2-40B4-BE49-F238E27FC236}">
                      <a16:creationId xmlns:a16="http://schemas.microsoft.com/office/drawing/2014/main" id="{A0B6AD6A-2171-45B4-AFE0-5A515F590573}"/>
                    </a:ext>
                  </a:extLst>
                </p:cNvPr>
                <p:cNvGrpSpPr/>
                <p:nvPr/>
              </p:nvGrpSpPr>
              <p:grpSpPr>
                <a:xfrm>
                  <a:off x="10959450" y="3781296"/>
                  <a:ext cx="75581" cy="76034"/>
                  <a:chOff x="10959450" y="3781296"/>
                  <a:chExt cx="75581" cy="76034"/>
                </a:xfrm>
                <a:solidFill>
                  <a:schemeClr val="accent1"/>
                </a:solidFill>
              </p:grpSpPr>
              <p:grpSp>
                <p:nvGrpSpPr>
                  <p:cNvPr id="336" name="Graphique 15">
                    <a:extLst>
                      <a:ext uri="{FF2B5EF4-FFF2-40B4-BE49-F238E27FC236}">
                        <a16:creationId xmlns:a16="http://schemas.microsoft.com/office/drawing/2014/main" id="{BBB4833B-A317-419B-A6A9-DC7C4AA8995F}"/>
                      </a:ext>
                    </a:extLst>
                  </p:cNvPr>
                  <p:cNvGrpSpPr/>
                  <p:nvPr/>
                </p:nvGrpSpPr>
                <p:grpSpPr>
                  <a:xfrm>
                    <a:off x="10999312" y="3781296"/>
                    <a:ext cx="35718" cy="30411"/>
                    <a:chOff x="10999312" y="3781296"/>
                    <a:chExt cx="35718" cy="30411"/>
                  </a:xfrm>
                  <a:solidFill>
                    <a:schemeClr val="accent1"/>
                  </a:solidFill>
                </p:grpSpPr>
                <p:sp>
                  <p:nvSpPr>
                    <p:cNvPr id="337" name="Forme libre : forme 336">
                      <a:extLst>
                        <a:ext uri="{FF2B5EF4-FFF2-40B4-BE49-F238E27FC236}">
                          <a16:creationId xmlns:a16="http://schemas.microsoft.com/office/drawing/2014/main" id="{0599ED9D-C1B3-40AE-9BC6-15FCECCE48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99353" y="3781296"/>
                      <a:ext cx="35677" cy="30327"/>
                    </a:xfrm>
                    <a:custGeom>
                      <a:avLst/>
                      <a:gdLst>
                        <a:gd name="connsiteX0" fmla="*/ 24614 w 35677"/>
                        <a:gd name="connsiteY0" fmla="*/ 29288 h 30327"/>
                        <a:gd name="connsiteX1" fmla="*/ 1373 w 35677"/>
                        <a:gd name="connsiteY1" fmla="*/ 20811 h 30327"/>
                        <a:gd name="connsiteX2" fmla="*/ 10422 w 35677"/>
                        <a:gd name="connsiteY2" fmla="*/ 1285 h 30327"/>
                        <a:gd name="connsiteX3" fmla="*/ 34139 w 35677"/>
                        <a:gd name="connsiteY3" fmla="*/ 9191 h 30327"/>
                        <a:gd name="connsiteX4" fmla="*/ 24614 w 35677"/>
                        <a:gd name="connsiteY4" fmla="*/ 29288 h 303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77" h="30327">
                          <a:moveTo>
                            <a:pt x="24614" y="29288"/>
                          </a:moveTo>
                          <a:cubicBezTo>
                            <a:pt x="15565" y="32336"/>
                            <a:pt x="5088" y="28431"/>
                            <a:pt x="1373" y="20811"/>
                          </a:cubicBezTo>
                          <a:cubicBezTo>
                            <a:pt x="-2246" y="13286"/>
                            <a:pt x="1468" y="4714"/>
                            <a:pt x="10422" y="1285"/>
                          </a:cubicBezTo>
                          <a:cubicBezTo>
                            <a:pt x="19375" y="-2049"/>
                            <a:pt x="29948" y="1285"/>
                            <a:pt x="34139" y="9191"/>
                          </a:cubicBezTo>
                          <a:cubicBezTo>
                            <a:pt x="38330" y="17096"/>
                            <a:pt x="33567" y="26241"/>
                            <a:pt x="24614" y="292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38" name="Forme libre : forme 337">
                      <a:extLst>
                        <a:ext uri="{FF2B5EF4-FFF2-40B4-BE49-F238E27FC236}">
                          <a16:creationId xmlns:a16="http://schemas.microsoft.com/office/drawing/2014/main" id="{198839B9-2EDF-4BD9-9840-FF8B5423B3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99312" y="3781442"/>
                      <a:ext cx="31608" cy="30265"/>
                    </a:xfrm>
                    <a:custGeom>
                      <a:avLst/>
                      <a:gdLst>
                        <a:gd name="connsiteX0" fmla="*/ 17511 w 31608"/>
                        <a:gd name="connsiteY0" fmla="*/ 15332 h 30265"/>
                        <a:gd name="connsiteX1" fmla="*/ 19416 w 31608"/>
                        <a:gd name="connsiteY1" fmla="*/ 92 h 30265"/>
                        <a:gd name="connsiteX2" fmla="*/ 10367 w 31608"/>
                        <a:gd name="connsiteY2" fmla="*/ 1235 h 30265"/>
                        <a:gd name="connsiteX3" fmla="*/ 1319 w 31608"/>
                        <a:gd name="connsiteY3" fmla="*/ 20761 h 30265"/>
                        <a:gd name="connsiteX4" fmla="*/ 24560 w 31608"/>
                        <a:gd name="connsiteY4" fmla="*/ 29238 h 30265"/>
                        <a:gd name="connsiteX5" fmla="*/ 31608 w 31608"/>
                        <a:gd name="connsiteY5" fmla="*/ 24666 h 30265"/>
                        <a:gd name="connsiteX6" fmla="*/ 17511 w 31608"/>
                        <a:gd name="connsiteY6" fmla="*/ 15332 h 30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08" h="30265">
                          <a:moveTo>
                            <a:pt x="17511" y="15332"/>
                          </a:moveTo>
                          <a:cubicBezTo>
                            <a:pt x="14939" y="10093"/>
                            <a:pt x="15701" y="4378"/>
                            <a:pt x="19416" y="92"/>
                          </a:cubicBezTo>
                          <a:cubicBezTo>
                            <a:pt x="16368" y="-194"/>
                            <a:pt x="13320" y="187"/>
                            <a:pt x="10367" y="1235"/>
                          </a:cubicBezTo>
                          <a:cubicBezTo>
                            <a:pt x="1509" y="4664"/>
                            <a:pt x="-2205" y="13236"/>
                            <a:pt x="1319" y="20761"/>
                          </a:cubicBezTo>
                          <a:cubicBezTo>
                            <a:pt x="5129" y="28286"/>
                            <a:pt x="15511" y="32286"/>
                            <a:pt x="24560" y="29238"/>
                          </a:cubicBezTo>
                          <a:cubicBezTo>
                            <a:pt x="27417" y="28286"/>
                            <a:pt x="29798" y="26667"/>
                            <a:pt x="31608" y="24666"/>
                          </a:cubicBezTo>
                          <a:cubicBezTo>
                            <a:pt x="25607" y="23809"/>
                            <a:pt x="20083" y="20475"/>
                            <a:pt x="17511" y="1533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39" name="Forme libre : forme 338">
                      <a:extLst>
                        <a:ext uri="{FF2B5EF4-FFF2-40B4-BE49-F238E27FC236}">
                          <a16:creationId xmlns:a16="http://schemas.microsoft.com/office/drawing/2014/main" id="{F7F93AD3-6C9D-42B0-942A-DBA3D52583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14549" y="3794002"/>
                      <a:ext cx="15883" cy="13824"/>
                    </a:xfrm>
                    <a:custGeom>
                      <a:avLst/>
                      <a:gdLst>
                        <a:gd name="connsiteX0" fmla="*/ 13514 w 15883"/>
                        <a:gd name="connsiteY0" fmla="*/ 11153 h 13824"/>
                        <a:gd name="connsiteX1" fmla="*/ 2274 w 15883"/>
                        <a:gd name="connsiteY1" fmla="*/ 12391 h 13824"/>
                        <a:gd name="connsiteX2" fmla="*/ 2369 w 15883"/>
                        <a:gd name="connsiteY2" fmla="*/ 2771 h 13824"/>
                        <a:gd name="connsiteX3" fmla="*/ 13609 w 15883"/>
                        <a:gd name="connsiteY3" fmla="*/ 1438 h 13824"/>
                        <a:gd name="connsiteX4" fmla="*/ 13514 w 15883"/>
                        <a:gd name="connsiteY4" fmla="*/ 11153 h 13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3" h="13824">
                          <a:moveTo>
                            <a:pt x="13514" y="11153"/>
                          </a:moveTo>
                          <a:cubicBezTo>
                            <a:pt x="10370" y="14201"/>
                            <a:pt x="5417" y="14678"/>
                            <a:pt x="2274" y="12391"/>
                          </a:cubicBezTo>
                          <a:cubicBezTo>
                            <a:pt x="-774" y="10010"/>
                            <a:pt x="-774" y="5819"/>
                            <a:pt x="2369" y="2771"/>
                          </a:cubicBezTo>
                          <a:cubicBezTo>
                            <a:pt x="5513" y="-277"/>
                            <a:pt x="10466" y="-943"/>
                            <a:pt x="13609" y="1438"/>
                          </a:cubicBezTo>
                          <a:cubicBezTo>
                            <a:pt x="16657" y="3724"/>
                            <a:pt x="16657" y="8105"/>
                            <a:pt x="13514" y="1115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40" name="Forme libre : forme 339">
                      <a:extLst>
                        <a:ext uri="{FF2B5EF4-FFF2-40B4-BE49-F238E27FC236}">
                          <a16:creationId xmlns:a16="http://schemas.microsoft.com/office/drawing/2014/main" id="{306FC9A5-CBD1-4849-99CC-B47504C77A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22035" y="3792566"/>
                      <a:ext cx="5837" cy="5081"/>
                    </a:xfrm>
                    <a:custGeom>
                      <a:avLst/>
                      <a:gdLst>
                        <a:gd name="connsiteX0" fmla="*/ 4027 w 5837"/>
                        <a:gd name="connsiteY0" fmla="*/ 4874 h 5081"/>
                        <a:gd name="connsiteX1" fmla="*/ 217 w 5837"/>
                        <a:gd name="connsiteY1" fmla="*/ 3541 h 5081"/>
                        <a:gd name="connsiteX2" fmla="*/ 1741 w 5837"/>
                        <a:gd name="connsiteY2" fmla="*/ 207 h 5081"/>
                        <a:gd name="connsiteX3" fmla="*/ 5647 w 5837"/>
                        <a:gd name="connsiteY3" fmla="*/ 1541 h 5081"/>
                        <a:gd name="connsiteX4" fmla="*/ 4027 w 5837"/>
                        <a:gd name="connsiteY4" fmla="*/ 4874 h 50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7" h="5081">
                          <a:moveTo>
                            <a:pt x="4027" y="4874"/>
                          </a:moveTo>
                          <a:cubicBezTo>
                            <a:pt x="2503" y="5446"/>
                            <a:pt x="789" y="4779"/>
                            <a:pt x="217" y="3541"/>
                          </a:cubicBezTo>
                          <a:cubicBezTo>
                            <a:pt x="-354" y="2302"/>
                            <a:pt x="217" y="778"/>
                            <a:pt x="1741" y="207"/>
                          </a:cubicBezTo>
                          <a:cubicBezTo>
                            <a:pt x="3170" y="-365"/>
                            <a:pt x="4980" y="302"/>
                            <a:pt x="5647" y="1541"/>
                          </a:cubicBezTo>
                          <a:cubicBezTo>
                            <a:pt x="6218" y="2874"/>
                            <a:pt x="5456" y="4303"/>
                            <a:pt x="4027" y="487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341" name="Graphique 15">
                    <a:extLst>
                      <a:ext uri="{FF2B5EF4-FFF2-40B4-BE49-F238E27FC236}">
                        <a16:creationId xmlns:a16="http://schemas.microsoft.com/office/drawing/2014/main" id="{838DA14E-2B91-4A94-A029-CDFF6D6B9938}"/>
                      </a:ext>
                    </a:extLst>
                  </p:cNvPr>
                  <p:cNvGrpSpPr/>
                  <p:nvPr/>
                </p:nvGrpSpPr>
                <p:grpSpPr>
                  <a:xfrm>
                    <a:off x="10974842" y="3802879"/>
                    <a:ext cx="35559" cy="29372"/>
                    <a:chOff x="10974842" y="3802879"/>
                    <a:chExt cx="35559" cy="29372"/>
                  </a:xfrm>
                  <a:solidFill>
                    <a:schemeClr val="accent1"/>
                  </a:solidFill>
                </p:grpSpPr>
                <p:sp>
                  <p:nvSpPr>
                    <p:cNvPr id="342" name="Forme libre : forme 341">
                      <a:extLst>
                        <a:ext uri="{FF2B5EF4-FFF2-40B4-BE49-F238E27FC236}">
                          <a16:creationId xmlns:a16="http://schemas.microsoft.com/office/drawing/2014/main" id="{BDB9C618-3489-4F1F-9665-B3D1E0AE60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4842" y="3802893"/>
                      <a:ext cx="35559" cy="29321"/>
                    </a:xfrm>
                    <a:custGeom>
                      <a:avLst/>
                      <a:gdLst>
                        <a:gd name="connsiteX0" fmla="*/ 24455 w 35559"/>
                        <a:gd name="connsiteY0" fmla="*/ 28552 h 29321"/>
                        <a:gd name="connsiteX1" fmla="*/ 1405 w 35559"/>
                        <a:gd name="connsiteY1" fmla="*/ 19599 h 29321"/>
                        <a:gd name="connsiteX2" fmla="*/ 10930 w 35559"/>
                        <a:gd name="connsiteY2" fmla="*/ 1025 h 29321"/>
                        <a:gd name="connsiteX3" fmla="*/ 34171 w 35559"/>
                        <a:gd name="connsiteY3" fmla="*/ 9407 h 29321"/>
                        <a:gd name="connsiteX4" fmla="*/ 24455 w 35559"/>
                        <a:gd name="connsiteY4" fmla="*/ 28552 h 29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59" h="29321">
                          <a:moveTo>
                            <a:pt x="24455" y="28552"/>
                          </a:moveTo>
                          <a:cubicBezTo>
                            <a:pt x="15121" y="31124"/>
                            <a:pt x="5120" y="27028"/>
                            <a:pt x="1405" y="19599"/>
                          </a:cubicBezTo>
                          <a:cubicBezTo>
                            <a:pt x="-2405" y="12169"/>
                            <a:pt x="1786" y="3978"/>
                            <a:pt x="10930" y="1025"/>
                          </a:cubicBezTo>
                          <a:cubicBezTo>
                            <a:pt x="19979" y="-1928"/>
                            <a:pt x="30456" y="1692"/>
                            <a:pt x="34171" y="9407"/>
                          </a:cubicBezTo>
                          <a:cubicBezTo>
                            <a:pt x="37886" y="17122"/>
                            <a:pt x="33980" y="25980"/>
                            <a:pt x="24455" y="2855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43" name="Forme libre : forme 342">
                      <a:extLst>
                        <a:ext uri="{FF2B5EF4-FFF2-40B4-BE49-F238E27FC236}">
                          <a16:creationId xmlns:a16="http://schemas.microsoft.com/office/drawing/2014/main" id="{87C4A491-95BF-4F1F-9AC6-7657E6A894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4855" y="3802879"/>
                      <a:ext cx="31681" cy="29372"/>
                    </a:xfrm>
                    <a:custGeom>
                      <a:avLst/>
                      <a:gdLst>
                        <a:gd name="connsiteX0" fmla="*/ 17489 w 31681"/>
                        <a:gd name="connsiteY0" fmla="*/ 14849 h 29372"/>
                        <a:gd name="connsiteX1" fmla="*/ 19965 w 31681"/>
                        <a:gd name="connsiteY1" fmla="*/ 181 h 29372"/>
                        <a:gd name="connsiteX2" fmla="*/ 10917 w 31681"/>
                        <a:gd name="connsiteY2" fmla="*/ 1038 h 29372"/>
                        <a:gd name="connsiteX3" fmla="*/ 1392 w 31681"/>
                        <a:gd name="connsiteY3" fmla="*/ 19612 h 29372"/>
                        <a:gd name="connsiteX4" fmla="*/ 24442 w 31681"/>
                        <a:gd name="connsiteY4" fmla="*/ 28565 h 29372"/>
                        <a:gd name="connsiteX5" fmla="*/ 31681 w 31681"/>
                        <a:gd name="connsiteY5" fmla="*/ 24374 h 29372"/>
                        <a:gd name="connsiteX6" fmla="*/ 17489 w 31681"/>
                        <a:gd name="connsiteY6" fmla="*/ 14849 h 293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81" h="29372">
                          <a:moveTo>
                            <a:pt x="17489" y="14849"/>
                          </a:moveTo>
                          <a:cubicBezTo>
                            <a:pt x="14917" y="9706"/>
                            <a:pt x="16155" y="4181"/>
                            <a:pt x="19965" y="181"/>
                          </a:cubicBezTo>
                          <a:cubicBezTo>
                            <a:pt x="17013" y="-200"/>
                            <a:pt x="13869" y="-10"/>
                            <a:pt x="10917" y="1038"/>
                          </a:cubicBezTo>
                          <a:cubicBezTo>
                            <a:pt x="1868" y="3991"/>
                            <a:pt x="-2418" y="12087"/>
                            <a:pt x="1392" y="19612"/>
                          </a:cubicBezTo>
                          <a:cubicBezTo>
                            <a:pt x="5106" y="27041"/>
                            <a:pt x="15108" y="31232"/>
                            <a:pt x="24442" y="28565"/>
                          </a:cubicBezTo>
                          <a:cubicBezTo>
                            <a:pt x="27395" y="27708"/>
                            <a:pt x="29871" y="26280"/>
                            <a:pt x="31681" y="24374"/>
                          </a:cubicBezTo>
                          <a:cubicBezTo>
                            <a:pt x="25585" y="23422"/>
                            <a:pt x="20061" y="19993"/>
                            <a:pt x="17489" y="1484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44" name="Forme libre : forme 343">
                      <a:extLst>
                        <a:ext uri="{FF2B5EF4-FFF2-40B4-BE49-F238E27FC236}">
                          <a16:creationId xmlns:a16="http://schemas.microsoft.com/office/drawing/2014/main" id="{8449646E-C92C-43B8-91C4-1A7D1CFA41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90154" y="3815291"/>
                      <a:ext cx="15787" cy="13375"/>
                    </a:xfrm>
                    <a:custGeom>
                      <a:avLst/>
                      <a:gdLst>
                        <a:gd name="connsiteX0" fmla="*/ 13430 w 15787"/>
                        <a:gd name="connsiteY0" fmla="*/ 11010 h 13375"/>
                        <a:gd name="connsiteX1" fmla="*/ 2286 w 15787"/>
                        <a:gd name="connsiteY1" fmla="*/ 11772 h 13375"/>
                        <a:gd name="connsiteX2" fmla="*/ 2286 w 15787"/>
                        <a:gd name="connsiteY2" fmla="*/ 2437 h 13375"/>
                        <a:gd name="connsiteX3" fmla="*/ 13430 w 15787"/>
                        <a:gd name="connsiteY3" fmla="*/ 1485 h 13375"/>
                        <a:gd name="connsiteX4" fmla="*/ 13430 w 15787"/>
                        <a:gd name="connsiteY4" fmla="*/ 11010 h 13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87" h="13375">
                          <a:moveTo>
                            <a:pt x="13430" y="11010"/>
                          </a:moveTo>
                          <a:cubicBezTo>
                            <a:pt x="10382" y="13867"/>
                            <a:pt x="5144" y="14153"/>
                            <a:pt x="2286" y="11772"/>
                          </a:cubicBezTo>
                          <a:cubicBezTo>
                            <a:pt x="-762" y="9391"/>
                            <a:pt x="-762" y="5295"/>
                            <a:pt x="2286" y="2437"/>
                          </a:cubicBezTo>
                          <a:cubicBezTo>
                            <a:pt x="5334" y="-420"/>
                            <a:pt x="10382" y="-801"/>
                            <a:pt x="13430" y="1485"/>
                          </a:cubicBezTo>
                          <a:cubicBezTo>
                            <a:pt x="16573" y="3866"/>
                            <a:pt x="16573" y="8152"/>
                            <a:pt x="13430" y="110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45" name="Forme libre : forme 344">
                      <a:extLst>
                        <a:ext uri="{FF2B5EF4-FFF2-40B4-BE49-F238E27FC236}">
                          <a16:creationId xmlns:a16="http://schemas.microsoft.com/office/drawing/2014/main" id="{BAC7195C-953D-43EB-9F61-4851985406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97434" y="3814050"/>
                      <a:ext cx="5836" cy="4880"/>
                    </a:xfrm>
                    <a:custGeom>
                      <a:avLst/>
                      <a:gdLst>
                        <a:gd name="connsiteX0" fmla="*/ 4054 w 5836"/>
                        <a:gd name="connsiteY0" fmla="*/ 4726 h 4880"/>
                        <a:gd name="connsiteX1" fmla="*/ 244 w 5836"/>
                        <a:gd name="connsiteY1" fmla="*/ 3298 h 4880"/>
                        <a:gd name="connsiteX2" fmla="*/ 1768 w 5836"/>
                        <a:gd name="connsiteY2" fmla="*/ 154 h 4880"/>
                        <a:gd name="connsiteX3" fmla="*/ 5578 w 5836"/>
                        <a:gd name="connsiteY3" fmla="*/ 1583 h 4880"/>
                        <a:gd name="connsiteX4" fmla="*/ 4054 w 5836"/>
                        <a:gd name="connsiteY4" fmla="*/ 4726 h 4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6" h="4880">
                          <a:moveTo>
                            <a:pt x="4054" y="4726"/>
                          </a:moveTo>
                          <a:cubicBezTo>
                            <a:pt x="2530" y="5203"/>
                            <a:pt x="816" y="4536"/>
                            <a:pt x="244" y="3298"/>
                          </a:cubicBezTo>
                          <a:cubicBezTo>
                            <a:pt x="-423" y="2059"/>
                            <a:pt x="339" y="631"/>
                            <a:pt x="1768" y="154"/>
                          </a:cubicBezTo>
                          <a:cubicBezTo>
                            <a:pt x="3292" y="-322"/>
                            <a:pt x="5007" y="345"/>
                            <a:pt x="5578" y="1583"/>
                          </a:cubicBezTo>
                          <a:cubicBezTo>
                            <a:pt x="6245" y="2821"/>
                            <a:pt x="5578" y="4250"/>
                            <a:pt x="4054" y="47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346" name="Graphique 15">
                    <a:extLst>
                      <a:ext uri="{FF2B5EF4-FFF2-40B4-BE49-F238E27FC236}">
                        <a16:creationId xmlns:a16="http://schemas.microsoft.com/office/drawing/2014/main" id="{E8A1B28D-86C6-4DA1-9EFE-699CE337EC6C}"/>
                      </a:ext>
                    </a:extLst>
                  </p:cNvPr>
                  <p:cNvGrpSpPr/>
                  <p:nvPr/>
                </p:nvGrpSpPr>
                <p:grpSpPr>
                  <a:xfrm>
                    <a:off x="10959450" y="3828514"/>
                    <a:ext cx="35544" cy="28817"/>
                    <a:chOff x="10959450" y="3828514"/>
                    <a:chExt cx="35544" cy="28817"/>
                  </a:xfrm>
                  <a:solidFill>
                    <a:schemeClr val="accent1"/>
                  </a:solidFill>
                </p:grpSpPr>
                <p:sp>
                  <p:nvSpPr>
                    <p:cNvPr id="347" name="Forme libre : forme 346">
                      <a:extLst>
                        <a:ext uri="{FF2B5EF4-FFF2-40B4-BE49-F238E27FC236}">
                          <a16:creationId xmlns:a16="http://schemas.microsoft.com/office/drawing/2014/main" id="{4A4D682F-EE85-4600-AC25-B89DAF8FBC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9500" y="3828514"/>
                      <a:ext cx="35494" cy="28817"/>
                    </a:xfrm>
                    <a:custGeom>
                      <a:avLst/>
                      <a:gdLst>
                        <a:gd name="connsiteX0" fmla="*/ 23986 w 35494"/>
                        <a:gd name="connsiteY0" fmla="*/ 28267 h 28817"/>
                        <a:gd name="connsiteX1" fmla="*/ 1126 w 35494"/>
                        <a:gd name="connsiteY1" fmla="*/ 18456 h 28817"/>
                        <a:gd name="connsiteX2" fmla="*/ 11508 w 35494"/>
                        <a:gd name="connsiteY2" fmla="*/ 740 h 28817"/>
                        <a:gd name="connsiteX3" fmla="*/ 34368 w 35494"/>
                        <a:gd name="connsiteY3" fmla="*/ 9979 h 28817"/>
                        <a:gd name="connsiteX4" fmla="*/ 23986 w 35494"/>
                        <a:gd name="connsiteY4" fmla="*/ 28267 h 28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94" h="28817">
                          <a:moveTo>
                            <a:pt x="23986" y="28267"/>
                          </a:moveTo>
                          <a:cubicBezTo>
                            <a:pt x="14842" y="30458"/>
                            <a:pt x="4650" y="25886"/>
                            <a:pt x="1126" y="18456"/>
                          </a:cubicBezTo>
                          <a:cubicBezTo>
                            <a:pt x="-2303" y="11027"/>
                            <a:pt x="2365" y="3216"/>
                            <a:pt x="11508" y="740"/>
                          </a:cubicBezTo>
                          <a:cubicBezTo>
                            <a:pt x="20748" y="-1737"/>
                            <a:pt x="30940" y="2169"/>
                            <a:pt x="34368" y="9979"/>
                          </a:cubicBezTo>
                          <a:cubicBezTo>
                            <a:pt x="37798" y="17694"/>
                            <a:pt x="33130" y="26077"/>
                            <a:pt x="23986" y="2826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48" name="Forme libre : forme 347">
                      <a:extLst>
                        <a:ext uri="{FF2B5EF4-FFF2-40B4-BE49-F238E27FC236}">
                          <a16:creationId xmlns:a16="http://schemas.microsoft.com/office/drawing/2014/main" id="{94C30AC5-2D5E-48B5-854E-C496C77EF8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9450" y="3828582"/>
                      <a:ext cx="31275" cy="28749"/>
                    </a:xfrm>
                    <a:custGeom>
                      <a:avLst/>
                      <a:gdLst>
                        <a:gd name="connsiteX0" fmla="*/ 17464 w 31275"/>
                        <a:gd name="connsiteY0" fmla="*/ 14483 h 28749"/>
                        <a:gd name="connsiteX1" fmla="*/ 20702 w 31275"/>
                        <a:gd name="connsiteY1" fmla="*/ 291 h 28749"/>
                        <a:gd name="connsiteX2" fmla="*/ 11558 w 31275"/>
                        <a:gd name="connsiteY2" fmla="*/ 672 h 28749"/>
                        <a:gd name="connsiteX3" fmla="*/ 1176 w 31275"/>
                        <a:gd name="connsiteY3" fmla="*/ 18389 h 28749"/>
                        <a:gd name="connsiteX4" fmla="*/ 24036 w 31275"/>
                        <a:gd name="connsiteY4" fmla="*/ 28199 h 28749"/>
                        <a:gd name="connsiteX5" fmla="*/ 31275 w 31275"/>
                        <a:gd name="connsiteY5" fmla="*/ 24389 h 28749"/>
                        <a:gd name="connsiteX6" fmla="*/ 17464 w 31275"/>
                        <a:gd name="connsiteY6" fmla="*/ 14483 h 28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275" h="28749">
                          <a:moveTo>
                            <a:pt x="17464" y="14483"/>
                          </a:moveTo>
                          <a:cubicBezTo>
                            <a:pt x="15082" y="9340"/>
                            <a:pt x="16607" y="4006"/>
                            <a:pt x="20702" y="291"/>
                          </a:cubicBezTo>
                          <a:cubicBezTo>
                            <a:pt x="17749" y="-185"/>
                            <a:pt x="14606" y="-90"/>
                            <a:pt x="11558" y="672"/>
                          </a:cubicBezTo>
                          <a:cubicBezTo>
                            <a:pt x="2319" y="3148"/>
                            <a:pt x="-2348" y="10959"/>
                            <a:pt x="1176" y="18389"/>
                          </a:cubicBezTo>
                          <a:cubicBezTo>
                            <a:pt x="4605" y="25818"/>
                            <a:pt x="14892" y="30390"/>
                            <a:pt x="24036" y="28199"/>
                          </a:cubicBezTo>
                          <a:cubicBezTo>
                            <a:pt x="26989" y="27532"/>
                            <a:pt x="29370" y="26104"/>
                            <a:pt x="31275" y="24389"/>
                          </a:cubicBezTo>
                          <a:cubicBezTo>
                            <a:pt x="25179" y="23151"/>
                            <a:pt x="19750" y="19531"/>
                            <a:pt x="17464" y="144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49" name="Forme libre : forme 348">
                      <a:extLst>
                        <a:ext uri="{FF2B5EF4-FFF2-40B4-BE49-F238E27FC236}">
                          <a16:creationId xmlns:a16="http://schemas.microsoft.com/office/drawing/2014/main" id="{E46DC9E3-20F1-4577-9968-509950ADA3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4442" y="3840926"/>
                      <a:ext cx="15896" cy="13072"/>
                    </a:xfrm>
                    <a:custGeom>
                      <a:avLst/>
                      <a:gdLst>
                        <a:gd name="connsiteX0" fmla="*/ 13330 w 15896"/>
                        <a:gd name="connsiteY0" fmla="*/ 10998 h 13072"/>
                        <a:gd name="connsiteX1" fmla="*/ 2090 w 15896"/>
                        <a:gd name="connsiteY1" fmla="*/ 11284 h 13072"/>
                        <a:gd name="connsiteX2" fmla="*/ 2566 w 15896"/>
                        <a:gd name="connsiteY2" fmla="*/ 2139 h 13072"/>
                        <a:gd name="connsiteX3" fmla="*/ 13806 w 15896"/>
                        <a:gd name="connsiteY3" fmla="*/ 1663 h 13072"/>
                        <a:gd name="connsiteX4" fmla="*/ 13330 w 15896"/>
                        <a:gd name="connsiteY4" fmla="*/ 10998 h 13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96" h="13072">
                          <a:moveTo>
                            <a:pt x="13330" y="10998"/>
                          </a:moveTo>
                          <a:cubicBezTo>
                            <a:pt x="10091" y="13665"/>
                            <a:pt x="5138" y="13760"/>
                            <a:pt x="2090" y="11284"/>
                          </a:cubicBezTo>
                          <a:cubicBezTo>
                            <a:pt x="-862" y="8807"/>
                            <a:pt x="-672" y="4806"/>
                            <a:pt x="2566" y="2139"/>
                          </a:cubicBezTo>
                          <a:cubicBezTo>
                            <a:pt x="5805" y="-528"/>
                            <a:pt x="10853" y="-718"/>
                            <a:pt x="13806" y="1663"/>
                          </a:cubicBezTo>
                          <a:cubicBezTo>
                            <a:pt x="16759" y="4140"/>
                            <a:pt x="16568" y="8331"/>
                            <a:pt x="13330" y="1099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50" name="Forme libre : forme 349">
                      <a:extLst>
                        <a:ext uri="{FF2B5EF4-FFF2-40B4-BE49-F238E27FC236}">
                          <a16:creationId xmlns:a16="http://schemas.microsoft.com/office/drawing/2014/main" id="{07C19250-B3B0-4054-83E3-2E885AE3A9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82153" y="3839720"/>
                      <a:ext cx="5808" cy="4785"/>
                    </a:xfrm>
                    <a:custGeom>
                      <a:avLst/>
                      <a:gdLst>
                        <a:gd name="connsiteX0" fmla="*/ 3905 w 5808"/>
                        <a:gd name="connsiteY0" fmla="*/ 4679 h 4785"/>
                        <a:gd name="connsiteX1" fmla="*/ 190 w 5808"/>
                        <a:gd name="connsiteY1" fmla="*/ 3060 h 4785"/>
                        <a:gd name="connsiteX2" fmla="*/ 1904 w 5808"/>
                        <a:gd name="connsiteY2" fmla="*/ 107 h 4785"/>
                        <a:gd name="connsiteX3" fmla="*/ 5619 w 5808"/>
                        <a:gd name="connsiteY3" fmla="*/ 1631 h 4785"/>
                        <a:gd name="connsiteX4" fmla="*/ 3905 w 5808"/>
                        <a:gd name="connsiteY4" fmla="*/ 4679 h 4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8" h="4785">
                          <a:moveTo>
                            <a:pt x="3905" y="4679"/>
                          </a:moveTo>
                          <a:cubicBezTo>
                            <a:pt x="2381" y="5060"/>
                            <a:pt x="666" y="4393"/>
                            <a:pt x="190" y="3060"/>
                          </a:cubicBezTo>
                          <a:cubicBezTo>
                            <a:pt x="-382" y="1821"/>
                            <a:pt x="380" y="488"/>
                            <a:pt x="1904" y="107"/>
                          </a:cubicBezTo>
                          <a:cubicBezTo>
                            <a:pt x="3428" y="-274"/>
                            <a:pt x="5143" y="393"/>
                            <a:pt x="5619" y="1631"/>
                          </a:cubicBezTo>
                          <a:cubicBezTo>
                            <a:pt x="6191" y="2965"/>
                            <a:pt x="5429" y="4298"/>
                            <a:pt x="3905" y="467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351" name="Graphique 15">
                  <a:extLst>
                    <a:ext uri="{FF2B5EF4-FFF2-40B4-BE49-F238E27FC236}">
                      <a16:creationId xmlns:a16="http://schemas.microsoft.com/office/drawing/2014/main" id="{4D93D7AB-A80E-42BF-AF2F-B13E045B6984}"/>
                    </a:ext>
                  </a:extLst>
                </p:cNvPr>
                <p:cNvGrpSpPr/>
                <p:nvPr/>
              </p:nvGrpSpPr>
              <p:grpSpPr>
                <a:xfrm>
                  <a:off x="10858456" y="3836319"/>
                  <a:ext cx="89980" cy="62080"/>
                  <a:chOff x="10858456" y="3836319"/>
                  <a:chExt cx="89980" cy="62080"/>
                </a:xfrm>
                <a:solidFill>
                  <a:schemeClr val="accent1"/>
                </a:solidFill>
              </p:grpSpPr>
              <p:grpSp>
                <p:nvGrpSpPr>
                  <p:cNvPr id="352" name="Graphique 15">
                    <a:extLst>
                      <a:ext uri="{FF2B5EF4-FFF2-40B4-BE49-F238E27FC236}">
                        <a16:creationId xmlns:a16="http://schemas.microsoft.com/office/drawing/2014/main" id="{8E4635D8-2534-40B3-BAC4-F0FE81677A5C}"/>
                      </a:ext>
                    </a:extLst>
                  </p:cNvPr>
                  <p:cNvGrpSpPr/>
                  <p:nvPr/>
                </p:nvGrpSpPr>
                <p:grpSpPr>
                  <a:xfrm>
                    <a:off x="10858456" y="3836319"/>
                    <a:ext cx="35487" cy="24698"/>
                    <a:chOff x="10858456" y="3836319"/>
                    <a:chExt cx="35487" cy="24698"/>
                  </a:xfrm>
                  <a:solidFill>
                    <a:schemeClr val="accent1"/>
                  </a:solidFill>
                </p:grpSpPr>
                <p:sp>
                  <p:nvSpPr>
                    <p:cNvPr id="353" name="Forme libre : forme 352">
                      <a:extLst>
                        <a:ext uri="{FF2B5EF4-FFF2-40B4-BE49-F238E27FC236}">
                          <a16:creationId xmlns:a16="http://schemas.microsoft.com/office/drawing/2014/main" id="{2F3C3534-9EDD-4937-8B8E-5EEC927A75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8502" y="3836319"/>
                      <a:ext cx="35441" cy="24698"/>
                    </a:xfrm>
                    <a:custGeom>
                      <a:avLst/>
                      <a:gdLst>
                        <a:gd name="connsiteX0" fmla="*/ 34497 w 35441"/>
                        <a:gd name="connsiteY0" fmla="*/ 9508 h 24698"/>
                        <a:gd name="connsiteX1" fmla="*/ 23448 w 35441"/>
                        <a:gd name="connsiteY1" fmla="*/ 24463 h 24698"/>
                        <a:gd name="connsiteX2" fmla="*/ 969 w 35441"/>
                        <a:gd name="connsiteY2" fmla="*/ 14842 h 24698"/>
                        <a:gd name="connsiteX3" fmla="*/ 11541 w 35441"/>
                        <a:gd name="connsiteY3" fmla="*/ 365 h 24698"/>
                        <a:gd name="connsiteX4" fmla="*/ 34497 w 35441"/>
                        <a:gd name="connsiteY4" fmla="*/ 9508 h 246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41" h="24698">
                          <a:moveTo>
                            <a:pt x="34497" y="9508"/>
                          </a:moveTo>
                          <a:cubicBezTo>
                            <a:pt x="37640" y="16271"/>
                            <a:pt x="32687" y="23129"/>
                            <a:pt x="23448" y="24463"/>
                          </a:cubicBezTo>
                          <a:cubicBezTo>
                            <a:pt x="14209" y="25796"/>
                            <a:pt x="4207" y="21319"/>
                            <a:pt x="969" y="14842"/>
                          </a:cubicBezTo>
                          <a:cubicBezTo>
                            <a:pt x="-2174" y="8366"/>
                            <a:pt x="2588" y="2079"/>
                            <a:pt x="11541" y="365"/>
                          </a:cubicBezTo>
                          <a:cubicBezTo>
                            <a:pt x="20685" y="-1255"/>
                            <a:pt x="30972" y="2650"/>
                            <a:pt x="34497" y="950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54" name="Forme libre : forme 353">
                      <a:extLst>
                        <a:ext uri="{FF2B5EF4-FFF2-40B4-BE49-F238E27FC236}">
                          <a16:creationId xmlns:a16="http://schemas.microsoft.com/office/drawing/2014/main" id="{E1954C4C-2534-4551-89BC-AF11D8548D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8456" y="3840303"/>
                      <a:ext cx="35355" cy="20714"/>
                    </a:xfrm>
                    <a:custGeom>
                      <a:avLst/>
                      <a:gdLst>
                        <a:gd name="connsiteX0" fmla="*/ 17969 w 35355"/>
                        <a:gd name="connsiteY0" fmla="*/ 8572 h 20714"/>
                        <a:gd name="connsiteX1" fmla="*/ 347 w 35355"/>
                        <a:gd name="connsiteY1" fmla="*/ 4763 h 20714"/>
                        <a:gd name="connsiteX2" fmla="*/ 919 w 35355"/>
                        <a:gd name="connsiteY2" fmla="*/ 10858 h 20714"/>
                        <a:gd name="connsiteX3" fmla="*/ 23398 w 35355"/>
                        <a:gd name="connsiteY3" fmla="*/ 20479 h 20714"/>
                        <a:gd name="connsiteX4" fmla="*/ 34447 w 35355"/>
                        <a:gd name="connsiteY4" fmla="*/ 5524 h 20714"/>
                        <a:gd name="connsiteX5" fmla="*/ 29208 w 35355"/>
                        <a:gd name="connsiteY5" fmla="*/ 0 h 20714"/>
                        <a:gd name="connsiteX6" fmla="*/ 17969 w 35355"/>
                        <a:gd name="connsiteY6" fmla="*/ 8572 h 20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355" h="20714">
                          <a:moveTo>
                            <a:pt x="17969" y="8572"/>
                          </a:moveTo>
                          <a:cubicBezTo>
                            <a:pt x="11682" y="9620"/>
                            <a:pt x="5015" y="7906"/>
                            <a:pt x="347" y="4763"/>
                          </a:cubicBezTo>
                          <a:cubicBezTo>
                            <a:pt x="-224" y="6667"/>
                            <a:pt x="-129" y="8763"/>
                            <a:pt x="919" y="10858"/>
                          </a:cubicBezTo>
                          <a:cubicBezTo>
                            <a:pt x="4157" y="17335"/>
                            <a:pt x="14254" y="21812"/>
                            <a:pt x="23398" y="20479"/>
                          </a:cubicBezTo>
                          <a:cubicBezTo>
                            <a:pt x="32637" y="19145"/>
                            <a:pt x="37495" y="12287"/>
                            <a:pt x="34447" y="5524"/>
                          </a:cubicBezTo>
                          <a:cubicBezTo>
                            <a:pt x="33304" y="3334"/>
                            <a:pt x="31494" y="1524"/>
                            <a:pt x="29208" y="0"/>
                          </a:cubicBezTo>
                          <a:cubicBezTo>
                            <a:pt x="28542" y="4191"/>
                            <a:pt x="24160" y="7620"/>
                            <a:pt x="17969" y="857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55" name="Forme libre : forme 354">
                      <a:extLst>
                        <a:ext uri="{FF2B5EF4-FFF2-40B4-BE49-F238E27FC236}">
                          <a16:creationId xmlns:a16="http://schemas.microsoft.com/office/drawing/2014/main" id="{F425F071-3CC4-4DA7-95BE-FF8E4AD554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73643" y="3839952"/>
                      <a:ext cx="15961" cy="11189"/>
                    </a:xfrm>
                    <a:custGeom>
                      <a:avLst/>
                      <a:gdLst>
                        <a:gd name="connsiteX0" fmla="*/ 13069 w 15961"/>
                        <a:gd name="connsiteY0" fmla="*/ 2256 h 11189"/>
                        <a:gd name="connsiteX1" fmla="*/ 14022 w 15961"/>
                        <a:gd name="connsiteY1" fmla="*/ 10162 h 11189"/>
                        <a:gd name="connsiteX2" fmla="*/ 2782 w 15961"/>
                        <a:gd name="connsiteY2" fmla="*/ 8829 h 11189"/>
                        <a:gd name="connsiteX3" fmla="*/ 1830 w 15961"/>
                        <a:gd name="connsiteY3" fmla="*/ 1018 h 11189"/>
                        <a:gd name="connsiteX4" fmla="*/ 13069 w 15961"/>
                        <a:gd name="connsiteY4" fmla="*/ 2256 h 111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61" h="11189">
                          <a:moveTo>
                            <a:pt x="13069" y="2256"/>
                          </a:moveTo>
                          <a:cubicBezTo>
                            <a:pt x="16594" y="4828"/>
                            <a:pt x="16879" y="8352"/>
                            <a:pt x="14022" y="10162"/>
                          </a:cubicBezTo>
                          <a:cubicBezTo>
                            <a:pt x="11164" y="11972"/>
                            <a:pt x="6116" y="11305"/>
                            <a:pt x="2782" y="8829"/>
                          </a:cubicBezTo>
                          <a:cubicBezTo>
                            <a:pt x="-646" y="6257"/>
                            <a:pt x="-837" y="2923"/>
                            <a:pt x="1830" y="1018"/>
                          </a:cubicBezTo>
                          <a:cubicBezTo>
                            <a:pt x="4592" y="-696"/>
                            <a:pt x="9640" y="-220"/>
                            <a:pt x="13069" y="225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56" name="Forme libre : forme 355">
                      <a:extLst>
                        <a:ext uri="{FF2B5EF4-FFF2-40B4-BE49-F238E27FC236}">
                          <a16:creationId xmlns:a16="http://schemas.microsoft.com/office/drawing/2014/main" id="{567C441E-5F3F-4734-8EC9-2C43673B5D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72178" y="3841243"/>
                      <a:ext cx="5854" cy="4078"/>
                    </a:xfrm>
                    <a:custGeom>
                      <a:avLst/>
                      <a:gdLst>
                        <a:gd name="connsiteX0" fmla="*/ 5676 w 5854"/>
                        <a:gd name="connsiteY0" fmla="*/ 1536 h 4078"/>
                        <a:gd name="connsiteX1" fmla="*/ 3866 w 5854"/>
                        <a:gd name="connsiteY1" fmla="*/ 4013 h 4078"/>
                        <a:gd name="connsiteX2" fmla="*/ 152 w 5854"/>
                        <a:gd name="connsiteY2" fmla="*/ 2489 h 4078"/>
                        <a:gd name="connsiteX3" fmla="*/ 1866 w 5854"/>
                        <a:gd name="connsiteY3" fmla="*/ 108 h 4078"/>
                        <a:gd name="connsiteX4" fmla="*/ 5676 w 5854"/>
                        <a:gd name="connsiteY4" fmla="*/ 1536 h 4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4" h="4078">
                          <a:moveTo>
                            <a:pt x="5676" y="1536"/>
                          </a:moveTo>
                          <a:cubicBezTo>
                            <a:pt x="6247" y="2679"/>
                            <a:pt x="5390" y="3727"/>
                            <a:pt x="3866" y="4013"/>
                          </a:cubicBezTo>
                          <a:cubicBezTo>
                            <a:pt x="2342" y="4299"/>
                            <a:pt x="723" y="3632"/>
                            <a:pt x="152" y="2489"/>
                          </a:cubicBezTo>
                          <a:cubicBezTo>
                            <a:pt x="-325" y="1441"/>
                            <a:pt x="342" y="298"/>
                            <a:pt x="1866" y="108"/>
                          </a:cubicBezTo>
                          <a:cubicBezTo>
                            <a:pt x="3390" y="-273"/>
                            <a:pt x="5009" y="393"/>
                            <a:pt x="5676" y="153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357" name="Graphique 15">
                    <a:extLst>
                      <a:ext uri="{FF2B5EF4-FFF2-40B4-BE49-F238E27FC236}">
                        <a16:creationId xmlns:a16="http://schemas.microsoft.com/office/drawing/2014/main" id="{7408B13A-A253-4CE7-9979-DE386DAA0E0F}"/>
                      </a:ext>
                    </a:extLst>
                  </p:cNvPr>
                  <p:cNvGrpSpPr/>
                  <p:nvPr/>
                </p:nvGrpSpPr>
                <p:grpSpPr>
                  <a:xfrm>
                    <a:off x="10882465" y="3856189"/>
                    <a:ext cx="35299" cy="25931"/>
                    <a:chOff x="10882465" y="3856189"/>
                    <a:chExt cx="35299" cy="25931"/>
                  </a:xfrm>
                  <a:solidFill>
                    <a:schemeClr val="accent1"/>
                  </a:solidFill>
                </p:grpSpPr>
                <p:sp>
                  <p:nvSpPr>
                    <p:cNvPr id="358" name="Forme libre : forme 357">
                      <a:extLst>
                        <a:ext uri="{FF2B5EF4-FFF2-40B4-BE49-F238E27FC236}">
                          <a16:creationId xmlns:a16="http://schemas.microsoft.com/office/drawing/2014/main" id="{237E15CE-1453-48E6-AB58-15B05EBDC7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82470" y="3856189"/>
                      <a:ext cx="35294" cy="25931"/>
                    </a:xfrm>
                    <a:custGeom>
                      <a:avLst/>
                      <a:gdLst>
                        <a:gd name="connsiteX0" fmla="*/ 34341 w 35294"/>
                        <a:gd name="connsiteY0" fmla="*/ 10213 h 25931"/>
                        <a:gd name="connsiteX1" fmla="*/ 23102 w 35294"/>
                        <a:gd name="connsiteY1" fmla="*/ 25739 h 25931"/>
                        <a:gd name="connsiteX2" fmla="*/ 1003 w 35294"/>
                        <a:gd name="connsiteY2" fmla="*/ 15261 h 25931"/>
                        <a:gd name="connsiteX3" fmla="*/ 11862 w 35294"/>
                        <a:gd name="connsiteY3" fmla="*/ 307 h 25931"/>
                        <a:gd name="connsiteX4" fmla="*/ 34341 w 35294"/>
                        <a:gd name="connsiteY4" fmla="*/ 10213 h 259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94" h="25931">
                          <a:moveTo>
                            <a:pt x="34341" y="10213"/>
                          </a:moveTo>
                          <a:cubicBezTo>
                            <a:pt x="37484" y="17357"/>
                            <a:pt x="32627" y="24596"/>
                            <a:pt x="23102" y="25739"/>
                          </a:cubicBezTo>
                          <a:cubicBezTo>
                            <a:pt x="13672" y="26977"/>
                            <a:pt x="3956" y="22119"/>
                            <a:pt x="1003" y="15261"/>
                          </a:cubicBezTo>
                          <a:cubicBezTo>
                            <a:pt x="-2235" y="8403"/>
                            <a:pt x="2623" y="1831"/>
                            <a:pt x="11862" y="307"/>
                          </a:cubicBezTo>
                          <a:cubicBezTo>
                            <a:pt x="21101" y="-1217"/>
                            <a:pt x="31198" y="3069"/>
                            <a:pt x="34341" y="1021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59" name="Forme libre : forme 358">
                      <a:extLst>
                        <a:ext uri="{FF2B5EF4-FFF2-40B4-BE49-F238E27FC236}">
                          <a16:creationId xmlns:a16="http://schemas.microsoft.com/office/drawing/2014/main" id="{62CB9040-D0C0-4EF6-9009-9C8AAAD47A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82465" y="3860591"/>
                      <a:ext cx="35299" cy="21529"/>
                    </a:xfrm>
                    <a:custGeom>
                      <a:avLst/>
                      <a:gdLst>
                        <a:gd name="connsiteX0" fmla="*/ 17868 w 35299"/>
                        <a:gd name="connsiteY0" fmla="*/ 8763 h 21529"/>
                        <a:gd name="connsiteX1" fmla="*/ 342 w 35299"/>
                        <a:gd name="connsiteY1" fmla="*/ 4382 h 21529"/>
                        <a:gd name="connsiteX2" fmla="*/ 1008 w 35299"/>
                        <a:gd name="connsiteY2" fmla="*/ 10859 h 21529"/>
                        <a:gd name="connsiteX3" fmla="*/ 23107 w 35299"/>
                        <a:gd name="connsiteY3" fmla="*/ 21336 h 21529"/>
                        <a:gd name="connsiteX4" fmla="*/ 34346 w 35299"/>
                        <a:gd name="connsiteY4" fmla="*/ 5810 h 21529"/>
                        <a:gd name="connsiteX5" fmla="*/ 29488 w 35299"/>
                        <a:gd name="connsiteY5" fmla="*/ 0 h 21529"/>
                        <a:gd name="connsiteX6" fmla="*/ 17868 w 35299"/>
                        <a:gd name="connsiteY6" fmla="*/ 8763 h 21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9" h="21529">
                          <a:moveTo>
                            <a:pt x="17868" y="8763"/>
                          </a:moveTo>
                          <a:cubicBezTo>
                            <a:pt x="11581" y="9716"/>
                            <a:pt x="5009" y="7811"/>
                            <a:pt x="342" y="4382"/>
                          </a:cubicBezTo>
                          <a:cubicBezTo>
                            <a:pt x="-230" y="6382"/>
                            <a:pt x="-135" y="8573"/>
                            <a:pt x="1008" y="10859"/>
                          </a:cubicBezTo>
                          <a:cubicBezTo>
                            <a:pt x="3961" y="17717"/>
                            <a:pt x="13677" y="22574"/>
                            <a:pt x="23107" y="21336"/>
                          </a:cubicBezTo>
                          <a:cubicBezTo>
                            <a:pt x="32632" y="20193"/>
                            <a:pt x="37489" y="12954"/>
                            <a:pt x="34346" y="5810"/>
                          </a:cubicBezTo>
                          <a:cubicBezTo>
                            <a:pt x="33394" y="3524"/>
                            <a:pt x="31584" y="1619"/>
                            <a:pt x="29488" y="0"/>
                          </a:cubicBezTo>
                          <a:cubicBezTo>
                            <a:pt x="28250" y="4382"/>
                            <a:pt x="24059" y="7811"/>
                            <a:pt x="17868" y="876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60" name="Forme libre : forme 359">
                      <a:extLst>
                        <a:ext uri="{FF2B5EF4-FFF2-40B4-BE49-F238E27FC236}">
                          <a16:creationId xmlns:a16="http://schemas.microsoft.com/office/drawing/2014/main" id="{71AB77D3-9DB7-413C-90E9-F353B8E799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7655" y="3860047"/>
                      <a:ext cx="15834" cy="11954"/>
                    </a:xfrm>
                    <a:custGeom>
                      <a:avLst/>
                      <a:gdLst>
                        <a:gd name="connsiteX0" fmla="*/ 13061 w 15834"/>
                        <a:gd name="connsiteY0" fmla="*/ 2545 h 11954"/>
                        <a:gd name="connsiteX1" fmla="*/ 13918 w 15834"/>
                        <a:gd name="connsiteY1" fmla="*/ 10926 h 11954"/>
                        <a:gd name="connsiteX2" fmla="*/ 2773 w 15834"/>
                        <a:gd name="connsiteY2" fmla="*/ 9307 h 11954"/>
                        <a:gd name="connsiteX3" fmla="*/ 1916 w 15834"/>
                        <a:gd name="connsiteY3" fmla="*/ 1116 h 11954"/>
                        <a:gd name="connsiteX4" fmla="*/ 13061 w 15834"/>
                        <a:gd name="connsiteY4" fmla="*/ 2545 h 11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34" h="11954">
                          <a:moveTo>
                            <a:pt x="13061" y="2545"/>
                          </a:moveTo>
                          <a:cubicBezTo>
                            <a:pt x="16394" y="5212"/>
                            <a:pt x="16775" y="9022"/>
                            <a:pt x="13918" y="10926"/>
                          </a:cubicBezTo>
                          <a:cubicBezTo>
                            <a:pt x="11060" y="12832"/>
                            <a:pt x="6107" y="11974"/>
                            <a:pt x="2773" y="9307"/>
                          </a:cubicBezTo>
                          <a:cubicBezTo>
                            <a:pt x="-560" y="6545"/>
                            <a:pt x="-941" y="2926"/>
                            <a:pt x="1916" y="1116"/>
                          </a:cubicBezTo>
                          <a:cubicBezTo>
                            <a:pt x="4774" y="-789"/>
                            <a:pt x="9727" y="-218"/>
                            <a:pt x="13061" y="254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61" name="Forme libre : forme 360">
                      <a:extLst>
                        <a:ext uri="{FF2B5EF4-FFF2-40B4-BE49-F238E27FC236}">
                          <a16:creationId xmlns:a16="http://schemas.microsoft.com/office/drawing/2014/main" id="{2FB6B01D-2EE4-4EBD-B40E-3642695686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6059" y="3861226"/>
                      <a:ext cx="5843" cy="4160"/>
                    </a:xfrm>
                    <a:custGeom>
                      <a:avLst/>
                      <a:gdLst>
                        <a:gd name="connsiteX0" fmla="*/ 5703 w 5843"/>
                        <a:gd name="connsiteY0" fmla="*/ 1652 h 4160"/>
                        <a:gd name="connsiteX1" fmla="*/ 3893 w 5843"/>
                        <a:gd name="connsiteY1" fmla="*/ 4128 h 4160"/>
                        <a:gd name="connsiteX2" fmla="*/ 178 w 5843"/>
                        <a:gd name="connsiteY2" fmla="*/ 2509 h 4160"/>
                        <a:gd name="connsiteX3" fmla="*/ 1988 w 5843"/>
                        <a:gd name="connsiteY3" fmla="*/ 32 h 4160"/>
                        <a:gd name="connsiteX4" fmla="*/ 5703 w 5843"/>
                        <a:gd name="connsiteY4" fmla="*/ 1652 h 41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3" h="4160">
                          <a:moveTo>
                            <a:pt x="5703" y="1652"/>
                          </a:moveTo>
                          <a:cubicBezTo>
                            <a:pt x="6179" y="2795"/>
                            <a:pt x="5417" y="3938"/>
                            <a:pt x="3893" y="4128"/>
                          </a:cubicBezTo>
                          <a:cubicBezTo>
                            <a:pt x="2369" y="4319"/>
                            <a:pt x="750" y="3652"/>
                            <a:pt x="178" y="2509"/>
                          </a:cubicBezTo>
                          <a:cubicBezTo>
                            <a:pt x="-393" y="1366"/>
                            <a:pt x="464" y="223"/>
                            <a:pt x="1988" y="32"/>
                          </a:cubicBezTo>
                          <a:cubicBezTo>
                            <a:pt x="3512" y="-158"/>
                            <a:pt x="5131" y="509"/>
                            <a:pt x="5703" y="165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362" name="Graphique 15">
                    <a:extLst>
                      <a:ext uri="{FF2B5EF4-FFF2-40B4-BE49-F238E27FC236}">
                        <a16:creationId xmlns:a16="http://schemas.microsoft.com/office/drawing/2014/main" id="{7E0D2257-DB35-45D6-8909-E76E756E7AA5}"/>
                      </a:ext>
                    </a:extLst>
                  </p:cNvPr>
                  <p:cNvGrpSpPr/>
                  <p:nvPr/>
                </p:nvGrpSpPr>
                <p:grpSpPr>
                  <a:xfrm>
                    <a:off x="10912975" y="3870967"/>
                    <a:ext cx="35461" cy="27431"/>
                    <a:chOff x="10912975" y="3870967"/>
                    <a:chExt cx="35461" cy="27431"/>
                  </a:xfrm>
                  <a:solidFill>
                    <a:schemeClr val="accent1"/>
                  </a:solidFill>
                </p:grpSpPr>
                <p:sp>
                  <p:nvSpPr>
                    <p:cNvPr id="363" name="Forme libre : forme 362">
                      <a:extLst>
                        <a:ext uri="{FF2B5EF4-FFF2-40B4-BE49-F238E27FC236}">
                          <a16:creationId xmlns:a16="http://schemas.microsoft.com/office/drawing/2014/main" id="{D010916C-8613-4B6B-9C8D-20FA22DE8F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2975" y="3870967"/>
                      <a:ext cx="35366" cy="27336"/>
                    </a:xfrm>
                    <a:custGeom>
                      <a:avLst/>
                      <a:gdLst>
                        <a:gd name="connsiteX0" fmla="*/ 34506 w 35366"/>
                        <a:gd name="connsiteY0" fmla="*/ 10960 h 27336"/>
                        <a:gd name="connsiteX1" fmla="*/ 22600 w 35366"/>
                        <a:gd name="connsiteY1" fmla="*/ 27152 h 27336"/>
                        <a:gd name="connsiteX2" fmla="*/ 693 w 35366"/>
                        <a:gd name="connsiteY2" fmla="*/ 16008 h 27336"/>
                        <a:gd name="connsiteX3" fmla="*/ 12123 w 35366"/>
                        <a:gd name="connsiteY3" fmla="*/ 292 h 27336"/>
                        <a:gd name="connsiteX4" fmla="*/ 34506 w 35366"/>
                        <a:gd name="connsiteY4" fmla="*/ 10960 h 27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66" h="27336">
                          <a:moveTo>
                            <a:pt x="34506" y="10960"/>
                          </a:moveTo>
                          <a:cubicBezTo>
                            <a:pt x="37650" y="18580"/>
                            <a:pt x="31839" y="25914"/>
                            <a:pt x="22600" y="27152"/>
                          </a:cubicBezTo>
                          <a:cubicBezTo>
                            <a:pt x="13266" y="28391"/>
                            <a:pt x="3455" y="23247"/>
                            <a:pt x="693" y="16008"/>
                          </a:cubicBezTo>
                          <a:cubicBezTo>
                            <a:pt x="-1879" y="8769"/>
                            <a:pt x="2883" y="1911"/>
                            <a:pt x="12123" y="292"/>
                          </a:cubicBezTo>
                          <a:cubicBezTo>
                            <a:pt x="21457" y="-1232"/>
                            <a:pt x="31458" y="3340"/>
                            <a:pt x="34506" y="1096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64" name="Forme libre : forme 363">
                      <a:extLst>
                        <a:ext uri="{FF2B5EF4-FFF2-40B4-BE49-F238E27FC236}">
                          <a16:creationId xmlns:a16="http://schemas.microsoft.com/office/drawing/2014/main" id="{19A623EB-9392-42F8-BD3D-7073223CC9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3060" y="3875831"/>
                      <a:ext cx="35376" cy="22568"/>
                    </a:xfrm>
                    <a:custGeom>
                      <a:avLst/>
                      <a:gdLst>
                        <a:gd name="connsiteX0" fmla="*/ 17848 w 35376"/>
                        <a:gd name="connsiteY0" fmla="*/ 9144 h 22568"/>
                        <a:gd name="connsiteX1" fmla="*/ 512 w 35376"/>
                        <a:gd name="connsiteY1" fmla="*/ 4477 h 22568"/>
                        <a:gd name="connsiteX2" fmla="*/ 703 w 35376"/>
                        <a:gd name="connsiteY2" fmla="*/ 11239 h 22568"/>
                        <a:gd name="connsiteX3" fmla="*/ 22611 w 35376"/>
                        <a:gd name="connsiteY3" fmla="*/ 22384 h 22568"/>
                        <a:gd name="connsiteX4" fmla="*/ 34517 w 35376"/>
                        <a:gd name="connsiteY4" fmla="*/ 6191 h 22568"/>
                        <a:gd name="connsiteX5" fmla="*/ 29659 w 35376"/>
                        <a:gd name="connsiteY5" fmla="*/ 0 h 22568"/>
                        <a:gd name="connsiteX6" fmla="*/ 17848 w 35376"/>
                        <a:gd name="connsiteY6" fmla="*/ 9144 h 22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376" h="22568">
                          <a:moveTo>
                            <a:pt x="17848" y="9144"/>
                          </a:moveTo>
                          <a:cubicBezTo>
                            <a:pt x="11466" y="10096"/>
                            <a:pt x="4894" y="8001"/>
                            <a:pt x="512" y="4477"/>
                          </a:cubicBezTo>
                          <a:cubicBezTo>
                            <a:pt x="-154" y="6572"/>
                            <a:pt x="-249" y="8858"/>
                            <a:pt x="703" y="11239"/>
                          </a:cubicBezTo>
                          <a:cubicBezTo>
                            <a:pt x="3465" y="18479"/>
                            <a:pt x="13276" y="23622"/>
                            <a:pt x="22611" y="22384"/>
                          </a:cubicBezTo>
                          <a:cubicBezTo>
                            <a:pt x="31850" y="21146"/>
                            <a:pt x="37660" y="13811"/>
                            <a:pt x="34517" y="6191"/>
                          </a:cubicBezTo>
                          <a:cubicBezTo>
                            <a:pt x="33564" y="3810"/>
                            <a:pt x="31754" y="1714"/>
                            <a:pt x="29659" y="0"/>
                          </a:cubicBezTo>
                          <a:cubicBezTo>
                            <a:pt x="28326" y="4477"/>
                            <a:pt x="24325" y="8192"/>
                            <a:pt x="17848" y="914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65" name="Forme libre : forme 364">
                      <a:extLst>
                        <a:ext uri="{FF2B5EF4-FFF2-40B4-BE49-F238E27FC236}">
                          <a16:creationId xmlns:a16="http://schemas.microsoft.com/office/drawing/2014/main" id="{2EC2293B-70A1-4BB1-846C-74B1DE7AA1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28435" y="3875161"/>
                      <a:ext cx="15756" cy="12642"/>
                    </a:xfrm>
                    <a:custGeom>
                      <a:avLst/>
                      <a:gdLst>
                        <a:gd name="connsiteX0" fmla="*/ 13046 w 15756"/>
                        <a:gd name="connsiteY0" fmla="*/ 2765 h 12642"/>
                        <a:gd name="connsiteX1" fmla="*/ 13713 w 15756"/>
                        <a:gd name="connsiteY1" fmla="*/ 11623 h 12642"/>
                        <a:gd name="connsiteX2" fmla="*/ 2569 w 15756"/>
                        <a:gd name="connsiteY2" fmla="*/ 9814 h 12642"/>
                        <a:gd name="connsiteX3" fmla="*/ 1902 w 15756"/>
                        <a:gd name="connsiteY3" fmla="*/ 1146 h 12642"/>
                        <a:gd name="connsiteX4" fmla="*/ 13046 w 15756"/>
                        <a:gd name="connsiteY4" fmla="*/ 2765 h 12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56" h="12642">
                          <a:moveTo>
                            <a:pt x="13046" y="2765"/>
                          </a:moveTo>
                          <a:cubicBezTo>
                            <a:pt x="16285" y="5623"/>
                            <a:pt x="16761" y="9719"/>
                            <a:pt x="13713" y="11623"/>
                          </a:cubicBezTo>
                          <a:cubicBezTo>
                            <a:pt x="10665" y="13529"/>
                            <a:pt x="5712" y="12671"/>
                            <a:pt x="2569" y="9814"/>
                          </a:cubicBezTo>
                          <a:cubicBezTo>
                            <a:pt x="-479" y="6956"/>
                            <a:pt x="-956" y="3051"/>
                            <a:pt x="1902" y="1146"/>
                          </a:cubicBezTo>
                          <a:cubicBezTo>
                            <a:pt x="4759" y="-854"/>
                            <a:pt x="9807" y="-187"/>
                            <a:pt x="13046" y="276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66" name="Forme libre : forme 365">
                      <a:extLst>
                        <a:ext uri="{FF2B5EF4-FFF2-40B4-BE49-F238E27FC236}">
                          <a16:creationId xmlns:a16="http://schemas.microsoft.com/office/drawing/2014/main" id="{A0925340-6675-4EF8-8F96-1BA93172F9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26862" y="3876374"/>
                      <a:ext cx="5806" cy="4560"/>
                    </a:xfrm>
                    <a:custGeom>
                      <a:avLst/>
                      <a:gdLst>
                        <a:gd name="connsiteX0" fmla="*/ 5666 w 5806"/>
                        <a:gd name="connsiteY0" fmla="*/ 1839 h 4560"/>
                        <a:gd name="connsiteX1" fmla="*/ 3856 w 5806"/>
                        <a:gd name="connsiteY1" fmla="*/ 4506 h 4560"/>
                        <a:gd name="connsiteX2" fmla="*/ 141 w 5806"/>
                        <a:gd name="connsiteY2" fmla="*/ 2696 h 4560"/>
                        <a:gd name="connsiteX3" fmla="*/ 1951 w 5806"/>
                        <a:gd name="connsiteY3" fmla="*/ 29 h 4560"/>
                        <a:gd name="connsiteX4" fmla="*/ 5666 w 5806"/>
                        <a:gd name="connsiteY4" fmla="*/ 1839 h 4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6" h="4560">
                          <a:moveTo>
                            <a:pt x="5666" y="1839"/>
                          </a:moveTo>
                          <a:cubicBezTo>
                            <a:pt x="6142" y="3077"/>
                            <a:pt x="5380" y="4220"/>
                            <a:pt x="3856" y="4506"/>
                          </a:cubicBezTo>
                          <a:cubicBezTo>
                            <a:pt x="2332" y="4792"/>
                            <a:pt x="712" y="3934"/>
                            <a:pt x="141" y="2696"/>
                          </a:cubicBezTo>
                          <a:cubicBezTo>
                            <a:pt x="-335" y="1458"/>
                            <a:pt x="427" y="315"/>
                            <a:pt x="1951" y="29"/>
                          </a:cubicBezTo>
                          <a:cubicBezTo>
                            <a:pt x="3475" y="-161"/>
                            <a:pt x="5094" y="601"/>
                            <a:pt x="5666" y="18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367" name="Graphique 15">
                  <a:extLst>
                    <a:ext uri="{FF2B5EF4-FFF2-40B4-BE49-F238E27FC236}">
                      <a16:creationId xmlns:a16="http://schemas.microsoft.com/office/drawing/2014/main" id="{203B9D4C-957F-40A1-86D8-7138980144EC}"/>
                    </a:ext>
                  </a:extLst>
                </p:cNvPr>
                <p:cNvGrpSpPr/>
                <p:nvPr/>
              </p:nvGrpSpPr>
              <p:grpSpPr>
                <a:xfrm>
                  <a:off x="10938594" y="3913736"/>
                  <a:ext cx="48443" cy="87778"/>
                  <a:chOff x="10938594" y="3913736"/>
                  <a:chExt cx="48443" cy="87778"/>
                </a:xfrm>
                <a:solidFill>
                  <a:schemeClr val="accent1"/>
                </a:solidFill>
              </p:grpSpPr>
              <p:grpSp>
                <p:nvGrpSpPr>
                  <p:cNvPr id="368" name="Graphique 15">
                    <a:extLst>
                      <a:ext uri="{FF2B5EF4-FFF2-40B4-BE49-F238E27FC236}">
                        <a16:creationId xmlns:a16="http://schemas.microsoft.com/office/drawing/2014/main" id="{DBB94781-AD8A-43E1-8D8B-95808738B2CB}"/>
                      </a:ext>
                    </a:extLst>
                  </p:cNvPr>
                  <p:cNvGrpSpPr/>
                  <p:nvPr/>
                </p:nvGrpSpPr>
                <p:grpSpPr>
                  <a:xfrm>
                    <a:off x="10938594" y="3913736"/>
                    <a:ext cx="35306" cy="29029"/>
                    <a:chOff x="10938594" y="3913736"/>
                    <a:chExt cx="35306" cy="29029"/>
                  </a:xfrm>
                  <a:solidFill>
                    <a:schemeClr val="accent1"/>
                  </a:solidFill>
                </p:grpSpPr>
                <p:sp>
                  <p:nvSpPr>
                    <p:cNvPr id="369" name="Forme libre : forme 368">
                      <a:extLst>
                        <a:ext uri="{FF2B5EF4-FFF2-40B4-BE49-F238E27FC236}">
                          <a16:creationId xmlns:a16="http://schemas.microsoft.com/office/drawing/2014/main" id="{32B2E2D1-DA55-4280-96B3-29FC84D1F9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8594" y="3913736"/>
                      <a:ext cx="35306" cy="28934"/>
                    </a:xfrm>
                    <a:custGeom>
                      <a:avLst/>
                      <a:gdLst>
                        <a:gd name="connsiteX0" fmla="*/ 34129 w 35306"/>
                        <a:gd name="connsiteY0" fmla="*/ 20865 h 28934"/>
                        <a:gd name="connsiteX1" fmla="*/ 11459 w 35306"/>
                        <a:gd name="connsiteY1" fmla="*/ 27246 h 28934"/>
                        <a:gd name="connsiteX2" fmla="*/ 1077 w 35306"/>
                        <a:gd name="connsiteY2" fmla="*/ 8006 h 28934"/>
                        <a:gd name="connsiteX3" fmla="*/ 23461 w 35306"/>
                        <a:gd name="connsiteY3" fmla="*/ 1338 h 28934"/>
                        <a:gd name="connsiteX4" fmla="*/ 34129 w 35306"/>
                        <a:gd name="connsiteY4" fmla="*/ 20865 h 289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06" h="28934">
                          <a:moveTo>
                            <a:pt x="34129" y="20865"/>
                          </a:moveTo>
                          <a:cubicBezTo>
                            <a:pt x="30604" y="28199"/>
                            <a:pt x="20508" y="31056"/>
                            <a:pt x="11459" y="27246"/>
                          </a:cubicBezTo>
                          <a:cubicBezTo>
                            <a:pt x="2410" y="23436"/>
                            <a:pt x="-2257" y="14864"/>
                            <a:pt x="1077" y="8006"/>
                          </a:cubicBezTo>
                          <a:cubicBezTo>
                            <a:pt x="4601" y="1148"/>
                            <a:pt x="14126" y="-1995"/>
                            <a:pt x="23461" y="1338"/>
                          </a:cubicBezTo>
                          <a:cubicBezTo>
                            <a:pt x="32700" y="4672"/>
                            <a:pt x="37748" y="13530"/>
                            <a:pt x="34129" y="2086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70" name="Forme libre : forme 369">
                      <a:extLst>
                        <a:ext uri="{FF2B5EF4-FFF2-40B4-BE49-F238E27FC236}">
                          <a16:creationId xmlns:a16="http://schemas.microsoft.com/office/drawing/2014/main" id="{D0865D9D-4556-4C99-BBD3-3F58369F0A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8594" y="3916408"/>
                      <a:ext cx="35259" cy="26357"/>
                    </a:xfrm>
                    <a:custGeom>
                      <a:avLst/>
                      <a:gdLst>
                        <a:gd name="connsiteX0" fmla="*/ 17555 w 35259"/>
                        <a:gd name="connsiteY0" fmla="*/ 12097 h 26357"/>
                        <a:gd name="connsiteX1" fmla="*/ 6316 w 35259"/>
                        <a:gd name="connsiteY1" fmla="*/ 0 h 26357"/>
                        <a:gd name="connsiteX2" fmla="*/ 1077 w 35259"/>
                        <a:gd name="connsiteY2" fmla="*/ 5429 h 26357"/>
                        <a:gd name="connsiteX3" fmla="*/ 11459 w 35259"/>
                        <a:gd name="connsiteY3" fmla="*/ 24670 h 26357"/>
                        <a:gd name="connsiteX4" fmla="*/ 34129 w 35259"/>
                        <a:gd name="connsiteY4" fmla="*/ 18288 h 26357"/>
                        <a:gd name="connsiteX5" fmla="*/ 35081 w 35259"/>
                        <a:gd name="connsiteY5" fmla="*/ 11049 h 26357"/>
                        <a:gd name="connsiteX6" fmla="*/ 17555 w 35259"/>
                        <a:gd name="connsiteY6" fmla="*/ 12097 h 26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59" h="26357">
                          <a:moveTo>
                            <a:pt x="17555" y="12097"/>
                          </a:moveTo>
                          <a:cubicBezTo>
                            <a:pt x="11269" y="9620"/>
                            <a:pt x="7363" y="4953"/>
                            <a:pt x="6316" y="0"/>
                          </a:cubicBezTo>
                          <a:cubicBezTo>
                            <a:pt x="4125" y="1333"/>
                            <a:pt x="2125" y="3143"/>
                            <a:pt x="1077" y="5429"/>
                          </a:cubicBezTo>
                          <a:cubicBezTo>
                            <a:pt x="-2257" y="12287"/>
                            <a:pt x="2410" y="20860"/>
                            <a:pt x="11459" y="24670"/>
                          </a:cubicBezTo>
                          <a:cubicBezTo>
                            <a:pt x="20508" y="28480"/>
                            <a:pt x="30604" y="25622"/>
                            <a:pt x="34129" y="18288"/>
                          </a:cubicBezTo>
                          <a:cubicBezTo>
                            <a:pt x="35272" y="15907"/>
                            <a:pt x="35462" y="13430"/>
                            <a:pt x="35081" y="11049"/>
                          </a:cubicBezTo>
                          <a:cubicBezTo>
                            <a:pt x="30224" y="13906"/>
                            <a:pt x="23651" y="14478"/>
                            <a:pt x="17555" y="12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71" name="Forme libre : forme 370">
                      <a:extLst>
                        <a:ext uri="{FF2B5EF4-FFF2-40B4-BE49-F238E27FC236}">
                          <a16:creationId xmlns:a16="http://schemas.microsoft.com/office/drawing/2014/main" id="{ED7B7FC2-C4D8-4B55-ACBD-19F7E11E74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6289" y="3921456"/>
                      <a:ext cx="14674" cy="14001"/>
                    </a:xfrm>
                    <a:custGeom>
                      <a:avLst/>
                      <a:gdLst>
                        <a:gd name="connsiteX0" fmla="*/ 14624 w 14674"/>
                        <a:gd name="connsiteY0" fmla="*/ 6953 h 14001"/>
                        <a:gd name="connsiteX1" fmla="*/ 8146 w 14674"/>
                        <a:gd name="connsiteY1" fmla="*/ 14002 h 14001"/>
                        <a:gd name="connsiteX2" fmla="*/ 50 w 14674"/>
                        <a:gd name="connsiteY2" fmla="*/ 6953 h 14001"/>
                        <a:gd name="connsiteX3" fmla="*/ 6527 w 14674"/>
                        <a:gd name="connsiteY3" fmla="*/ 0 h 14001"/>
                        <a:gd name="connsiteX4" fmla="*/ 14624 w 14674"/>
                        <a:gd name="connsiteY4" fmla="*/ 6953 h 14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74" h="14001">
                          <a:moveTo>
                            <a:pt x="14624" y="6953"/>
                          </a:moveTo>
                          <a:cubicBezTo>
                            <a:pt x="15100" y="10858"/>
                            <a:pt x="12147" y="14002"/>
                            <a:pt x="8146" y="14002"/>
                          </a:cubicBezTo>
                          <a:cubicBezTo>
                            <a:pt x="4146" y="14002"/>
                            <a:pt x="527" y="10763"/>
                            <a:pt x="50" y="6953"/>
                          </a:cubicBezTo>
                          <a:cubicBezTo>
                            <a:pt x="-426" y="3143"/>
                            <a:pt x="2527" y="95"/>
                            <a:pt x="6527" y="0"/>
                          </a:cubicBezTo>
                          <a:cubicBezTo>
                            <a:pt x="10433" y="0"/>
                            <a:pt x="14243" y="3048"/>
                            <a:pt x="14624" y="695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72" name="Forme libre : forme 371">
                      <a:extLst>
                        <a:ext uri="{FF2B5EF4-FFF2-40B4-BE49-F238E27FC236}">
                          <a16:creationId xmlns:a16="http://schemas.microsoft.com/office/drawing/2014/main" id="{D675DB90-9506-495C-999A-F238AAE1DB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7388" y="3920660"/>
                      <a:ext cx="5808" cy="4734"/>
                    </a:xfrm>
                    <a:custGeom>
                      <a:avLst/>
                      <a:gdLst>
                        <a:gd name="connsiteX0" fmla="*/ 5619 w 5808"/>
                        <a:gd name="connsiteY0" fmla="*/ 3367 h 4734"/>
                        <a:gd name="connsiteX1" fmla="*/ 1904 w 5808"/>
                        <a:gd name="connsiteY1" fmla="*/ 4510 h 4734"/>
                        <a:gd name="connsiteX2" fmla="*/ 190 w 5808"/>
                        <a:gd name="connsiteY2" fmla="*/ 1367 h 4734"/>
                        <a:gd name="connsiteX3" fmla="*/ 3905 w 5808"/>
                        <a:gd name="connsiteY3" fmla="*/ 224 h 4734"/>
                        <a:gd name="connsiteX4" fmla="*/ 5619 w 5808"/>
                        <a:gd name="connsiteY4" fmla="*/ 3367 h 4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8" h="4734">
                          <a:moveTo>
                            <a:pt x="5619" y="3367"/>
                          </a:moveTo>
                          <a:cubicBezTo>
                            <a:pt x="5048" y="4510"/>
                            <a:pt x="3333" y="5082"/>
                            <a:pt x="1904" y="4510"/>
                          </a:cubicBezTo>
                          <a:cubicBezTo>
                            <a:pt x="380" y="3939"/>
                            <a:pt x="-382" y="2510"/>
                            <a:pt x="190" y="1367"/>
                          </a:cubicBezTo>
                          <a:cubicBezTo>
                            <a:pt x="761" y="224"/>
                            <a:pt x="2381" y="-347"/>
                            <a:pt x="3905" y="224"/>
                          </a:cubicBezTo>
                          <a:cubicBezTo>
                            <a:pt x="5429" y="796"/>
                            <a:pt x="6191" y="2224"/>
                            <a:pt x="5619" y="33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373" name="Graphique 15">
                    <a:extLst>
                      <a:ext uri="{FF2B5EF4-FFF2-40B4-BE49-F238E27FC236}">
                        <a16:creationId xmlns:a16="http://schemas.microsoft.com/office/drawing/2014/main" id="{52D3C5CE-3CF1-497D-9E2E-7D9CEFF584F6}"/>
                      </a:ext>
                    </a:extLst>
                  </p:cNvPr>
                  <p:cNvGrpSpPr/>
                  <p:nvPr/>
                </p:nvGrpSpPr>
                <p:grpSpPr>
                  <a:xfrm>
                    <a:off x="10940412" y="3942374"/>
                    <a:ext cx="35102" cy="29698"/>
                    <a:chOff x="10940412" y="3942374"/>
                    <a:chExt cx="35102" cy="29698"/>
                  </a:xfrm>
                  <a:solidFill>
                    <a:schemeClr val="accent1"/>
                  </a:solidFill>
                </p:grpSpPr>
                <p:sp>
                  <p:nvSpPr>
                    <p:cNvPr id="374" name="Forme libre : forme 373">
                      <a:extLst>
                        <a:ext uri="{FF2B5EF4-FFF2-40B4-BE49-F238E27FC236}">
                          <a16:creationId xmlns:a16="http://schemas.microsoft.com/office/drawing/2014/main" id="{19A87449-6C48-46DC-A89D-4888625ACD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40412" y="3942374"/>
                      <a:ext cx="35102" cy="29624"/>
                    </a:xfrm>
                    <a:custGeom>
                      <a:avLst/>
                      <a:gdLst>
                        <a:gd name="connsiteX0" fmla="*/ 33739 w 35102"/>
                        <a:gd name="connsiteY0" fmla="*/ 22040 h 29624"/>
                        <a:gd name="connsiteX1" fmla="*/ 10689 w 35102"/>
                        <a:gd name="connsiteY1" fmla="*/ 27564 h 29624"/>
                        <a:gd name="connsiteX2" fmla="*/ 1355 w 35102"/>
                        <a:gd name="connsiteY2" fmla="*/ 7657 h 29624"/>
                        <a:gd name="connsiteX3" fmla="*/ 23929 w 35102"/>
                        <a:gd name="connsiteY3" fmla="*/ 1656 h 29624"/>
                        <a:gd name="connsiteX4" fmla="*/ 33739 w 35102"/>
                        <a:gd name="connsiteY4" fmla="*/ 22040 h 29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02" h="29624">
                          <a:moveTo>
                            <a:pt x="33739" y="22040"/>
                          </a:moveTo>
                          <a:cubicBezTo>
                            <a:pt x="29834" y="29374"/>
                            <a:pt x="19547" y="31755"/>
                            <a:pt x="10689" y="27564"/>
                          </a:cubicBezTo>
                          <a:cubicBezTo>
                            <a:pt x="1831" y="23373"/>
                            <a:pt x="-2360" y="14515"/>
                            <a:pt x="1355" y="7657"/>
                          </a:cubicBezTo>
                          <a:cubicBezTo>
                            <a:pt x="4783" y="704"/>
                            <a:pt x="14785" y="-2058"/>
                            <a:pt x="23929" y="1656"/>
                          </a:cubicBezTo>
                          <a:cubicBezTo>
                            <a:pt x="32787" y="5466"/>
                            <a:pt x="37645" y="14801"/>
                            <a:pt x="33739" y="220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75" name="Forme libre : forme 374">
                      <a:extLst>
                        <a:ext uri="{FF2B5EF4-FFF2-40B4-BE49-F238E27FC236}">
                          <a16:creationId xmlns:a16="http://schemas.microsoft.com/office/drawing/2014/main" id="{05EC7283-C006-4A1F-A268-6C1576EC1F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40412" y="3944792"/>
                      <a:ext cx="35080" cy="27280"/>
                    </a:xfrm>
                    <a:custGeom>
                      <a:avLst/>
                      <a:gdLst>
                        <a:gd name="connsiteX0" fmla="*/ 17452 w 35080"/>
                        <a:gd name="connsiteY0" fmla="*/ 12764 h 27280"/>
                        <a:gd name="connsiteX1" fmla="*/ 6593 w 35080"/>
                        <a:gd name="connsiteY1" fmla="*/ 0 h 27280"/>
                        <a:gd name="connsiteX2" fmla="*/ 1355 w 35080"/>
                        <a:gd name="connsiteY2" fmla="*/ 5334 h 27280"/>
                        <a:gd name="connsiteX3" fmla="*/ 10689 w 35080"/>
                        <a:gd name="connsiteY3" fmla="*/ 25241 h 27280"/>
                        <a:gd name="connsiteX4" fmla="*/ 33739 w 35080"/>
                        <a:gd name="connsiteY4" fmla="*/ 19717 h 27280"/>
                        <a:gd name="connsiteX5" fmla="*/ 34882 w 35080"/>
                        <a:gd name="connsiteY5" fmla="*/ 12383 h 27280"/>
                        <a:gd name="connsiteX6" fmla="*/ 17452 w 35080"/>
                        <a:gd name="connsiteY6" fmla="*/ 12764 h 27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080" h="27280">
                          <a:moveTo>
                            <a:pt x="17452" y="12764"/>
                          </a:moveTo>
                          <a:cubicBezTo>
                            <a:pt x="11451" y="10097"/>
                            <a:pt x="7546" y="5144"/>
                            <a:pt x="6593" y="0"/>
                          </a:cubicBezTo>
                          <a:cubicBezTo>
                            <a:pt x="4307" y="1238"/>
                            <a:pt x="2498" y="3048"/>
                            <a:pt x="1355" y="5334"/>
                          </a:cubicBezTo>
                          <a:cubicBezTo>
                            <a:pt x="-2360" y="12192"/>
                            <a:pt x="1831" y="21050"/>
                            <a:pt x="10689" y="25241"/>
                          </a:cubicBezTo>
                          <a:cubicBezTo>
                            <a:pt x="19547" y="29433"/>
                            <a:pt x="29834" y="26956"/>
                            <a:pt x="33739" y="19717"/>
                          </a:cubicBezTo>
                          <a:cubicBezTo>
                            <a:pt x="34978" y="17431"/>
                            <a:pt x="35359" y="14954"/>
                            <a:pt x="34882" y="12383"/>
                          </a:cubicBezTo>
                          <a:cubicBezTo>
                            <a:pt x="30215" y="15145"/>
                            <a:pt x="23452" y="15431"/>
                            <a:pt x="17452" y="1276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76" name="Forme libre : forme 375">
                      <a:extLst>
                        <a:ext uri="{FF2B5EF4-FFF2-40B4-BE49-F238E27FC236}">
                          <a16:creationId xmlns:a16="http://schemas.microsoft.com/office/drawing/2014/main" id="{D253F73C-6CA2-43B9-B20F-2E5908BBED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8045" y="3950600"/>
                      <a:ext cx="14600" cy="14298"/>
                    </a:xfrm>
                    <a:custGeom>
                      <a:avLst/>
                      <a:gdLst>
                        <a:gd name="connsiteX0" fmla="*/ 14583 w 14600"/>
                        <a:gd name="connsiteY0" fmla="*/ 7432 h 14298"/>
                        <a:gd name="connsiteX1" fmla="*/ 7725 w 14600"/>
                        <a:gd name="connsiteY1" fmla="*/ 14290 h 14298"/>
                        <a:gd name="connsiteX2" fmla="*/ 9 w 14600"/>
                        <a:gd name="connsiteY2" fmla="*/ 6860 h 14298"/>
                        <a:gd name="connsiteX3" fmla="*/ 6582 w 14600"/>
                        <a:gd name="connsiteY3" fmla="*/ 2 h 14298"/>
                        <a:gd name="connsiteX4" fmla="*/ 14583 w 14600"/>
                        <a:gd name="connsiteY4" fmla="*/ 7432 h 14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00" h="14298">
                          <a:moveTo>
                            <a:pt x="14583" y="7432"/>
                          </a:moveTo>
                          <a:cubicBezTo>
                            <a:pt x="14868" y="11432"/>
                            <a:pt x="11725" y="14480"/>
                            <a:pt x="7725" y="14290"/>
                          </a:cubicBezTo>
                          <a:cubicBezTo>
                            <a:pt x="3724" y="14099"/>
                            <a:pt x="200" y="10765"/>
                            <a:pt x="9" y="6860"/>
                          </a:cubicBezTo>
                          <a:cubicBezTo>
                            <a:pt x="-181" y="3050"/>
                            <a:pt x="2581" y="-93"/>
                            <a:pt x="6582" y="2"/>
                          </a:cubicBezTo>
                          <a:cubicBezTo>
                            <a:pt x="10582" y="193"/>
                            <a:pt x="14106" y="3431"/>
                            <a:pt x="14583" y="743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77" name="Forme libre : forme 376">
                      <a:extLst>
                        <a:ext uri="{FF2B5EF4-FFF2-40B4-BE49-F238E27FC236}">
                          <a16:creationId xmlns:a16="http://schemas.microsoft.com/office/drawing/2014/main" id="{8C645E24-A5A4-49CE-BB4F-0C7611182E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9236" y="3949694"/>
                      <a:ext cx="5770" cy="4948"/>
                    </a:xfrm>
                    <a:custGeom>
                      <a:avLst/>
                      <a:gdLst>
                        <a:gd name="connsiteX0" fmla="*/ 5581 w 5770"/>
                        <a:gd name="connsiteY0" fmla="*/ 3671 h 4948"/>
                        <a:gd name="connsiteX1" fmla="*/ 1866 w 5770"/>
                        <a:gd name="connsiteY1" fmla="*/ 4624 h 4948"/>
                        <a:gd name="connsiteX2" fmla="*/ 151 w 5770"/>
                        <a:gd name="connsiteY2" fmla="*/ 1290 h 4948"/>
                        <a:gd name="connsiteX3" fmla="*/ 3866 w 5770"/>
                        <a:gd name="connsiteY3" fmla="*/ 242 h 4948"/>
                        <a:gd name="connsiteX4" fmla="*/ 5581 w 5770"/>
                        <a:gd name="connsiteY4" fmla="*/ 3671 h 4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70" h="4948">
                          <a:moveTo>
                            <a:pt x="5581" y="3671"/>
                          </a:moveTo>
                          <a:cubicBezTo>
                            <a:pt x="5009" y="4910"/>
                            <a:pt x="3390" y="5290"/>
                            <a:pt x="1866" y="4624"/>
                          </a:cubicBezTo>
                          <a:cubicBezTo>
                            <a:pt x="342" y="3957"/>
                            <a:pt x="-325" y="2528"/>
                            <a:pt x="151" y="1290"/>
                          </a:cubicBezTo>
                          <a:cubicBezTo>
                            <a:pt x="723" y="147"/>
                            <a:pt x="2342" y="-329"/>
                            <a:pt x="3866" y="242"/>
                          </a:cubicBezTo>
                          <a:cubicBezTo>
                            <a:pt x="5390" y="814"/>
                            <a:pt x="6152" y="2433"/>
                            <a:pt x="5581" y="367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378" name="Graphique 15">
                    <a:extLst>
                      <a:ext uri="{FF2B5EF4-FFF2-40B4-BE49-F238E27FC236}">
                        <a16:creationId xmlns:a16="http://schemas.microsoft.com/office/drawing/2014/main" id="{65C15FC7-075D-46EC-B6EF-341D3905F4FF}"/>
                      </a:ext>
                    </a:extLst>
                  </p:cNvPr>
                  <p:cNvGrpSpPr/>
                  <p:nvPr/>
                </p:nvGrpSpPr>
                <p:grpSpPr>
                  <a:xfrm>
                    <a:off x="10952074" y="3971007"/>
                    <a:ext cx="34963" cy="30507"/>
                    <a:chOff x="10952074" y="3971007"/>
                    <a:chExt cx="34963" cy="30507"/>
                  </a:xfrm>
                  <a:solidFill>
                    <a:schemeClr val="accent1"/>
                  </a:solidFill>
                </p:grpSpPr>
                <p:sp>
                  <p:nvSpPr>
                    <p:cNvPr id="379" name="Forme libre : forme 378">
                      <a:extLst>
                        <a:ext uri="{FF2B5EF4-FFF2-40B4-BE49-F238E27FC236}">
                          <a16:creationId xmlns:a16="http://schemas.microsoft.com/office/drawing/2014/main" id="{BD104B42-3DEE-49C4-9B0E-C2BABC577E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2115" y="3971007"/>
                      <a:ext cx="34922" cy="30507"/>
                    </a:xfrm>
                    <a:custGeom>
                      <a:avLst/>
                      <a:gdLst>
                        <a:gd name="connsiteX0" fmla="*/ 33371 w 34922"/>
                        <a:gd name="connsiteY0" fmla="*/ 23030 h 30507"/>
                        <a:gd name="connsiteX1" fmla="*/ 10035 w 34922"/>
                        <a:gd name="connsiteY1" fmla="*/ 28173 h 30507"/>
                        <a:gd name="connsiteX2" fmla="*/ 1367 w 34922"/>
                        <a:gd name="connsiteY2" fmla="*/ 7409 h 30507"/>
                        <a:gd name="connsiteX3" fmla="*/ 24418 w 34922"/>
                        <a:gd name="connsiteY3" fmla="*/ 1980 h 30507"/>
                        <a:gd name="connsiteX4" fmla="*/ 33371 w 34922"/>
                        <a:gd name="connsiteY4" fmla="*/ 23030 h 30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22" h="30507">
                          <a:moveTo>
                            <a:pt x="33371" y="23030"/>
                          </a:moveTo>
                          <a:cubicBezTo>
                            <a:pt x="29466" y="30555"/>
                            <a:pt x="18608" y="32650"/>
                            <a:pt x="10035" y="28173"/>
                          </a:cubicBezTo>
                          <a:cubicBezTo>
                            <a:pt x="1272" y="23601"/>
                            <a:pt x="-2157" y="14553"/>
                            <a:pt x="1367" y="7409"/>
                          </a:cubicBezTo>
                          <a:cubicBezTo>
                            <a:pt x="5177" y="360"/>
                            <a:pt x="15464" y="-2116"/>
                            <a:pt x="24418" y="1980"/>
                          </a:cubicBezTo>
                          <a:cubicBezTo>
                            <a:pt x="33371" y="6075"/>
                            <a:pt x="37372" y="15505"/>
                            <a:pt x="33371" y="2303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80" name="Forme libre : forme 379">
                      <a:extLst>
                        <a:ext uri="{FF2B5EF4-FFF2-40B4-BE49-F238E27FC236}">
                          <a16:creationId xmlns:a16="http://schemas.microsoft.com/office/drawing/2014/main" id="{B0F7E5D4-B69D-488F-B6EF-75DD1BC97A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2074" y="3973081"/>
                      <a:ext cx="34835" cy="28433"/>
                    </a:xfrm>
                    <a:custGeom>
                      <a:avLst/>
                      <a:gdLst>
                        <a:gd name="connsiteX0" fmla="*/ 17410 w 34835"/>
                        <a:gd name="connsiteY0" fmla="*/ 13430 h 28433"/>
                        <a:gd name="connsiteX1" fmla="*/ 7028 w 34835"/>
                        <a:gd name="connsiteY1" fmla="*/ 0 h 28433"/>
                        <a:gd name="connsiteX2" fmla="*/ 1408 w 34835"/>
                        <a:gd name="connsiteY2" fmla="*/ 5334 h 28433"/>
                        <a:gd name="connsiteX3" fmla="*/ 10076 w 34835"/>
                        <a:gd name="connsiteY3" fmla="*/ 26099 h 28433"/>
                        <a:gd name="connsiteX4" fmla="*/ 33412 w 34835"/>
                        <a:gd name="connsiteY4" fmla="*/ 20955 h 28433"/>
                        <a:gd name="connsiteX5" fmla="*/ 34746 w 34835"/>
                        <a:gd name="connsiteY5" fmla="*/ 13430 h 28433"/>
                        <a:gd name="connsiteX6" fmla="*/ 17410 w 34835"/>
                        <a:gd name="connsiteY6" fmla="*/ 13430 h 28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835" h="28433">
                          <a:moveTo>
                            <a:pt x="17410" y="13430"/>
                          </a:moveTo>
                          <a:cubicBezTo>
                            <a:pt x="11410" y="10478"/>
                            <a:pt x="7695" y="5239"/>
                            <a:pt x="7028" y="0"/>
                          </a:cubicBezTo>
                          <a:cubicBezTo>
                            <a:pt x="4647" y="1238"/>
                            <a:pt x="2646" y="3048"/>
                            <a:pt x="1408" y="5334"/>
                          </a:cubicBezTo>
                          <a:cubicBezTo>
                            <a:pt x="-2211" y="12478"/>
                            <a:pt x="1313" y="21527"/>
                            <a:pt x="10076" y="26099"/>
                          </a:cubicBezTo>
                          <a:cubicBezTo>
                            <a:pt x="18648" y="30575"/>
                            <a:pt x="29507" y="28480"/>
                            <a:pt x="33412" y="20955"/>
                          </a:cubicBezTo>
                          <a:cubicBezTo>
                            <a:pt x="34650" y="18574"/>
                            <a:pt x="35031" y="16002"/>
                            <a:pt x="34746" y="13430"/>
                          </a:cubicBezTo>
                          <a:cubicBezTo>
                            <a:pt x="29888" y="16193"/>
                            <a:pt x="23411" y="16383"/>
                            <a:pt x="17410" y="1343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81" name="Forme libre : forme 380">
                      <a:extLst>
                        <a:ext uri="{FF2B5EF4-FFF2-40B4-BE49-F238E27FC236}">
                          <a16:creationId xmlns:a16="http://schemas.microsoft.com/office/drawing/2014/main" id="{1767AE85-6971-43B4-A4A4-ECBB96EE92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69666" y="3979635"/>
                      <a:ext cx="14494" cy="14800"/>
                    </a:xfrm>
                    <a:custGeom>
                      <a:avLst/>
                      <a:gdLst>
                        <a:gd name="connsiteX0" fmla="*/ 14486 w 14494"/>
                        <a:gd name="connsiteY0" fmla="*/ 7829 h 14800"/>
                        <a:gd name="connsiteX1" fmla="*/ 7628 w 14494"/>
                        <a:gd name="connsiteY1" fmla="*/ 14782 h 14800"/>
                        <a:gd name="connsiteX2" fmla="*/ 8 w 14494"/>
                        <a:gd name="connsiteY2" fmla="*/ 6877 h 14800"/>
                        <a:gd name="connsiteX3" fmla="*/ 6866 w 14494"/>
                        <a:gd name="connsiteY3" fmla="*/ 19 h 14800"/>
                        <a:gd name="connsiteX4" fmla="*/ 14486 w 14494"/>
                        <a:gd name="connsiteY4" fmla="*/ 7829 h 148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94" h="14800">
                          <a:moveTo>
                            <a:pt x="14486" y="7829"/>
                          </a:moveTo>
                          <a:cubicBezTo>
                            <a:pt x="14677" y="11925"/>
                            <a:pt x="11629" y="15068"/>
                            <a:pt x="7628" y="14782"/>
                          </a:cubicBezTo>
                          <a:cubicBezTo>
                            <a:pt x="3628" y="14497"/>
                            <a:pt x="199" y="10973"/>
                            <a:pt x="8" y="6877"/>
                          </a:cubicBezTo>
                          <a:cubicBezTo>
                            <a:pt x="-182" y="2781"/>
                            <a:pt x="2866" y="-267"/>
                            <a:pt x="6866" y="19"/>
                          </a:cubicBezTo>
                          <a:cubicBezTo>
                            <a:pt x="10867" y="209"/>
                            <a:pt x="14296" y="3638"/>
                            <a:pt x="14486" y="782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82" name="Forme libre : forme 381">
                      <a:extLst>
                        <a:ext uri="{FF2B5EF4-FFF2-40B4-BE49-F238E27FC236}">
                          <a16:creationId xmlns:a16="http://schemas.microsoft.com/office/drawing/2014/main" id="{317CC247-0849-492C-94AF-8A18D1CE68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0995" y="3978567"/>
                      <a:ext cx="5796" cy="5030"/>
                    </a:xfrm>
                    <a:custGeom>
                      <a:avLst/>
                      <a:gdLst>
                        <a:gd name="connsiteX0" fmla="*/ 5538 w 5796"/>
                        <a:gd name="connsiteY0" fmla="*/ 3754 h 5030"/>
                        <a:gd name="connsiteX1" fmla="*/ 1728 w 5796"/>
                        <a:gd name="connsiteY1" fmla="*/ 4706 h 5030"/>
                        <a:gd name="connsiteX2" fmla="*/ 204 w 5796"/>
                        <a:gd name="connsiteY2" fmla="*/ 1277 h 5030"/>
                        <a:gd name="connsiteX3" fmla="*/ 4014 w 5796"/>
                        <a:gd name="connsiteY3" fmla="*/ 325 h 5030"/>
                        <a:gd name="connsiteX4" fmla="*/ 5538 w 5796"/>
                        <a:gd name="connsiteY4" fmla="*/ 3754 h 5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6" h="5030">
                          <a:moveTo>
                            <a:pt x="5538" y="3754"/>
                          </a:moveTo>
                          <a:cubicBezTo>
                            <a:pt x="4871" y="4992"/>
                            <a:pt x="3252" y="5373"/>
                            <a:pt x="1728" y="4706"/>
                          </a:cubicBezTo>
                          <a:cubicBezTo>
                            <a:pt x="299" y="4039"/>
                            <a:pt x="-367" y="2420"/>
                            <a:pt x="204" y="1277"/>
                          </a:cubicBezTo>
                          <a:cubicBezTo>
                            <a:pt x="871" y="39"/>
                            <a:pt x="2490" y="-342"/>
                            <a:pt x="4014" y="325"/>
                          </a:cubicBezTo>
                          <a:cubicBezTo>
                            <a:pt x="5538" y="991"/>
                            <a:pt x="6205" y="2611"/>
                            <a:pt x="5538" y="37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383" name="Graphique 15">
                  <a:extLst>
                    <a:ext uri="{FF2B5EF4-FFF2-40B4-BE49-F238E27FC236}">
                      <a16:creationId xmlns:a16="http://schemas.microsoft.com/office/drawing/2014/main" id="{36C48500-A3E8-4D52-AA77-5493ED0A9BC8}"/>
                    </a:ext>
                  </a:extLst>
                </p:cNvPr>
                <p:cNvGrpSpPr/>
                <p:nvPr/>
              </p:nvGrpSpPr>
              <p:grpSpPr>
                <a:xfrm>
                  <a:off x="11030143" y="3957127"/>
                  <a:ext cx="67499" cy="94328"/>
                  <a:chOff x="11030143" y="3957127"/>
                  <a:chExt cx="67499" cy="94328"/>
                </a:xfrm>
                <a:solidFill>
                  <a:schemeClr val="accent1"/>
                </a:solidFill>
              </p:grpSpPr>
              <p:grpSp>
                <p:nvGrpSpPr>
                  <p:cNvPr id="384" name="Graphique 15">
                    <a:extLst>
                      <a:ext uri="{FF2B5EF4-FFF2-40B4-BE49-F238E27FC236}">
                        <a16:creationId xmlns:a16="http://schemas.microsoft.com/office/drawing/2014/main" id="{6B2F296A-FD7A-4962-8425-10E9D73953DE}"/>
                      </a:ext>
                    </a:extLst>
                  </p:cNvPr>
                  <p:cNvGrpSpPr/>
                  <p:nvPr/>
                </p:nvGrpSpPr>
                <p:grpSpPr>
                  <a:xfrm>
                    <a:off x="11030143" y="3957127"/>
                    <a:ext cx="35288" cy="33152"/>
                    <a:chOff x="11030143" y="3957127"/>
                    <a:chExt cx="35288" cy="33152"/>
                  </a:xfrm>
                  <a:solidFill>
                    <a:schemeClr val="accent1"/>
                  </a:solidFill>
                </p:grpSpPr>
                <p:sp>
                  <p:nvSpPr>
                    <p:cNvPr id="385" name="Forme libre : forme 384">
                      <a:extLst>
                        <a:ext uri="{FF2B5EF4-FFF2-40B4-BE49-F238E27FC236}">
                          <a16:creationId xmlns:a16="http://schemas.microsoft.com/office/drawing/2014/main" id="{7DB1EDD9-499B-4F94-8B35-22E776A28D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30143" y="3957127"/>
                      <a:ext cx="35288" cy="33152"/>
                    </a:xfrm>
                    <a:custGeom>
                      <a:avLst/>
                      <a:gdLst>
                        <a:gd name="connsiteX0" fmla="*/ 35258 w 35288"/>
                        <a:gd name="connsiteY0" fmla="*/ 18145 h 33152"/>
                        <a:gd name="connsiteX1" fmla="*/ 16303 w 35288"/>
                        <a:gd name="connsiteY1" fmla="*/ 33004 h 33152"/>
                        <a:gd name="connsiteX2" fmla="*/ 15 w 35288"/>
                        <a:gd name="connsiteY2" fmla="*/ 14716 h 33152"/>
                        <a:gd name="connsiteX3" fmla="*/ 18494 w 35288"/>
                        <a:gd name="connsiteY3" fmla="*/ 48 h 33152"/>
                        <a:gd name="connsiteX4" fmla="*/ 35258 w 35288"/>
                        <a:gd name="connsiteY4" fmla="*/ 18145 h 33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88" h="33152">
                          <a:moveTo>
                            <a:pt x="35258" y="18145"/>
                          </a:moveTo>
                          <a:cubicBezTo>
                            <a:pt x="34877" y="27575"/>
                            <a:pt x="26114" y="34243"/>
                            <a:pt x="16303" y="33004"/>
                          </a:cubicBezTo>
                          <a:cubicBezTo>
                            <a:pt x="6397" y="31766"/>
                            <a:pt x="-366" y="23575"/>
                            <a:pt x="15" y="14716"/>
                          </a:cubicBezTo>
                          <a:cubicBezTo>
                            <a:pt x="396" y="5763"/>
                            <a:pt x="8683" y="-619"/>
                            <a:pt x="18494" y="48"/>
                          </a:cubicBezTo>
                          <a:cubicBezTo>
                            <a:pt x="28305" y="715"/>
                            <a:pt x="35829" y="8811"/>
                            <a:pt x="35258" y="1814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86" name="Forme libre : forme 385">
                      <a:extLst>
                        <a:ext uri="{FF2B5EF4-FFF2-40B4-BE49-F238E27FC236}">
                          <a16:creationId xmlns:a16="http://schemas.microsoft.com/office/drawing/2014/main" id="{A1DD8473-C3B1-4861-8271-5FFD6D3D2D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30144" y="3963937"/>
                      <a:ext cx="35286" cy="26246"/>
                    </a:xfrm>
                    <a:custGeom>
                      <a:avLst/>
                      <a:gdLst>
                        <a:gd name="connsiteX0" fmla="*/ 17731 w 35286"/>
                        <a:gd name="connsiteY0" fmla="*/ 10001 h 26246"/>
                        <a:gd name="connsiteX1" fmla="*/ 2777 w 35286"/>
                        <a:gd name="connsiteY1" fmla="*/ 0 h 26246"/>
                        <a:gd name="connsiteX2" fmla="*/ 15 w 35286"/>
                        <a:gd name="connsiteY2" fmla="*/ 7811 h 26246"/>
                        <a:gd name="connsiteX3" fmla="*/ 16303 w 35286"/>
                        <a:gd name="connsiteY3" fmla="*/ 26098 h 26246"/>
                        <a:gd name="connsiteX4" fmla="*/ 35257 w 35286"/>
                        <a:gd name="connsiteY4" fmla="*/ 11239 h 26246"/>
                        <a:gd name="connsiteX5" fmla="*/ 33448 w 35286"/>
                        <a:gd name="connsiteY5" fmla="*/ 2953 h 26246"/>
                        <a:gd name="connsiteX6" fmla="*/ 17731 w 35286"/>
                        <a:gd name="connsiteY6" fmla="*/ 10001 h 26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86" h="26246">
                          <a:moveTo>
                            <a:pt x="17731" y="10001"/>
                          </a:moveTo>
                          <a:cubicBezTo>
                            <a:pt x="11064" y="9335"/>
                            <a:pt x="5539" y="5239"/>
                            <a:pt x="2777" y="0"/>
                          </a:cubicBezTo>
                          <a:cubicBezTo>
                            <a:pt x="1158" y="2191"/>
                            <a:pt x="110" y="4858"/>
                            <a:pt x="15" y="7811"/>
                          </a:cubicBezTo>
                          <a:cubicBezTo>
                            <a:pt x="-366" y="16764"/>
                            <a:pt x="6492" y="24860"/>
                            <a:pt x="16303" y="26098"/>
                          </a:cubicBezTo>
                          <a:cubicBezTo>
                            <a:pt x="26114" y="27337"/>
                            <a:pt x="34876" y="20669"/>
                            <a:pt x="35257" y="11239"/>
                          </a:cubicBezTo>
                          <a:cubicBezTo>
                            <a:pt x="35448" y="8287"/>
                            <a:pt x="34686" y="5429"/>
                            <a:pt x="33448" y="2953"/>
                          </a:cubicBezTo>
                          <a:cubicBezTo>
                            <a:pt x="30114" y="7811"/>
                            <a:pt x="24304" y="10668"/>
                            <a:pt x="17731" y="1000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87" name="Forme libre : forme 386">
                      <a:extLst>
                        <a:ext uri="{FF2B5EF4-FFF2-40B4-BE49-F238E27FC236}">
                          <a16:creationId xmlns:a16="http://schemas.microsoft.com/office/drawing/2014/main" id="{378BAD58-6A79-4ED2-AD3B-7770FD3A70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47192" y="3963593"/>
                      <a:ext cx="15065" cy="15766"/>
                    </a:xfrm>
                    <a:custGeom>
                      <a:avLst/>
                      <a:gdLst>
                        <a:gd name="connsiteX0" fmla="*/ 14304 w 15065"/>
                        <a:gd name="connsiteY0" fmla="*/ 5393 h 15766"/>
                        <a:gd name="connsiteX1" fmla="*/ 10875 w 15065"/>
                        <a:gd name="connsiteY1" fmla="*/ 15395 h 15766"/>
                        <a:gd name="connsiteX2" fmla="*/ 778 w 15065"/>
                        <a:gd name="connsiteY2" fmla="*/ 10251 h 15766"/>
                        <a:gd name="connsiteX3" fmla="*/ 4207 w 15065"/>
                        <a:gd name="connsiteY3" fmla="*/ 345 h 15766"/>
                        <a:gd name="connsiteX4" fmla="*/ 14304 w 15065"/>
                        <a:gd name="connsiteY4" fmla="*/ 5393 h 15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65" h="15766">
                          <a:moveTo>
                            <a:pt x="14304" y="5393"/>
                          </a:moveTo>
                          <a:cubicBezTo>
                            <a:pt x="16113" y="9584"/>
                            <a:pt x="14589" y="14061"/>
                            <a:pt x="10875" y="15395"/>
                          </a:cubicBezTo>
                          <a:cubicBezTo>
                            <a:pt x="7160" y="16728"/>
                            <a:pt x="2683" y="14347"/>
                            <a:pt x="778" y="10251"/>
                          </a:cubicBezTo>
                          <a:cubicBezTo>
                            <a:pt x="-1031" y="6155"/>
                            <a:pt x="397" y="1679"/>
                            <a:pt x="4207" y="345"/>
                          </a:cubicBezTo>
                          <a:cubicBezTo>
                            <a:pt x="7922" y="-893"/>
                            <a:pt x="12494" y="1297"/>
                            <a:pt x="14304" y="539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88" name="Forme libre : forme 387">
                      <a:extLst>
                        <a:ext uri="{FF2B5EF4-FFF2-40B4-BE49-F238E27FC236}">
                          <a16:creationId xmlns:a16="http://schemas.microsoft.com/office/drawing/2014/main" id="{598A7C2C-DD4C-4CB1-9F13-A01A5808C4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46727" y="3963836"/>
                      <a:ext cx="5820" cy="5441"/>
                    </a:xfrm>
                    <a:custGeom>
                      <a:avLst/>
                      <a:gdLst>
                        <a:gd name="connsiteX0" fmla="*/ 5815 w 5820"/>
                        <a:gd name="connsiteY0" fmla="*/ 2959 h 5441"/>
                        <a:gd name="connsiteX1" fmla="*/ 2767 w 5820"/>
                        <a:gd name="connsiteY1" fmla="*/ 5435 h 5441"/>
                        <a:gd name="connsiteX2" fmla="*/ 5 w 5820"/>
                        <a:gd name="connsiteY2" fmla="*/ 2483 h 5441"/>
                        <a:gd name="connsiteX3" fmla="*/ 3053 w 5820"/>
                        <a:gd name="connsiteY3" fmla="*/ 6 h 5441"/>
                        <a:gd name="connsiteX4" fmla="*/ 5815 w 5820"/>
                        <a:gd name="connsiteY4" fmla="*/ 2959 h 5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0" h="5441">
                          <a:moveTo>
                            <a:pt x="5815" y="2959"/>
                          </a:moveTo>
                          <a:cubicBezTo>
                            <a:pt x="5720" y="4483"/>
                            <a:pt x="4387" y="5531"/>
                            <a:pt x="2767" y="5435"/>
                          </a:cubicBezTo>
                          <a:cubicBezTo>
                            <a:pt x="1148" y="5245"/>
                            <a:pt x="-90" y="3911"/>
                            <a:pt x="5" y="2483"/>
                          </a:cubicBezTo>
                          <a:cubicBezTo>
                            <a:pt x="100" y="959"/>
                            <a:pt x="1434" y="-89"/>
                            <a:pt x="3053" y="6"/>
                          </a:cubicBezTo>
                          <a:cubicBezTo>
                            <a:pt x="4672" y="101"/>
                            <a:pt x="5911" y="1435"/>
                            <a:pt x="5815" y="29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389" name="Graphique 15">
                    <a:extLst>
                      <a:ext uri="{FF2B5EF4-FFF2-40B4-BE49-F238E27FC236}">
                        <a16:creationId xmlns:a16="http://schemas.microsoft.com/office/drawing/2014/main" id="{636F3D5C-7CDD-4A06-AD5C-74588D186829}"/>
                      </a:ext>
                    </a:extLst>
                  </p:cNvPr>
                  <p:cNvGrpSpPr/>
                  <p:nvPr/>
                </p:nvGrpSpPr>
                <p:grpSpPr>
                  <a:xfrm>
                    <a:off x="11041407" y="3988685"/>
                    <a:ext cx="35541" cy="34048"/>
                    <a:chOff x="11041407" y="3988685"/>
                    <a:chExt cx="35541" cy="34048"/>
                  </a:xfrm>
                  <a:solidFill>
                    <a:schemeClr val="accent1"/>
                  </a:solidFill>
                </p:grpSpPr>
                <p:sp>
                  <p:nvSpPr>
                    <p:cNvPr id="390" name="Forme libre : forme 389">
                      <a:extLst>
                        <a:ext uri="{FF2B5EF4-FFF2-40B4-BE49-F238E27FC236}">
                          <a16:creationId xmlns:a16="http://schemas.microsoft.com/office/drawing/2014/main" id="{5DC0E6FF-E711-493B-9BEC-38E59B2991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41407" y="3988685"/>
                      <a:ext cx="35448" cy="34048"/>
                    </a:xfrm>
                    <a:custGeom>
                      <a:avLst/>
                      <a:gdLst>
                        <a:gd name="connsiteX0" fmla="*/ 35329 w 35448"/>
                        <a:gd name="connsiteY0" fmla="*/ 19163 h 34048"/>
                        <a:gd name="connsiteX1" fmla="*/ 15803 w 35448"/>
                        <a:gd name="connsiteY1" fmla="*/ 33831 h 34048"/>
                        <a:gd name="connsiteX2" fmla="*/ 86 w 35448"/>
                        <a:gd name="connsiteY2" fmla="*/ 14495 h 34048"/>
                        <a:gd name="connsiteX3" fmla="*/ 19517 w 35448"/>
                        <a:gd name="connsiteY3" fmla="*/ 113 h 34048"/>
                        <a:gd name="connsiteX4" fmla="*/ 35329 w 35448"/>
                        <a:gd name="connsiteY4" fmla="*/ 19163 h 34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48" h="34048">
                          <a:moveTo>
                            <a:pt x="35329" y="19163"/>
                          </a:moveTo>
                          <a:cubicBezTo>
                            <a:pt x="34186" y="28688"/>
                            <a:pt x="25423" y="35355"/>
                            <a:pt x="15803" y="33831"/>
                          </a:cubicBezTo>
                          <a:cubicBezTo>
                            <a:pt x="6182" y="32307"/>
                            <a:pt x="-866" y="23639"/>
                            <a:pt x="86" y="14495"/>
                          </a:cubicBezTo>
                          <a:cubicBezTo>
                            <a:pt x="1039" y="5447"/>
                            <a:pt x="9707" y="-935"/>
                            <a:pt x="19517" y="113"/>
                          </a:cubicBezTo>
                          <a:cubicBezTo>
                            <a:pt x="29328" y="1160"/>
                            <a:pt x="36472" y="9638"/>
                            <a:pt x="35329" y="1916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91" name="Forme libre : forme 390">
                      <a:extLst>
                        <a:ext uri="{FF2B5EF4-FFF2-40B4-BE49-F238E27FC236}">
                          <a16:creationId xmlns:a16="http://schemas.microsoft.com/office/drawing/2014/main" id="{D707CC52-1729-4B5C-9BF3-C50E11A58A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41502" y="3995275"/>
                      <a:ext cx="35446" cy="27363"/>
                    </a:xfrm>
                    <a:custGeom>
                      <a:avLst/>
                      <a:gdLst>
                        <a:gd name="connsiteX0" fmla="*/ 17708 w 35446"/>
                        <a:gd name="connsiteY0" fmla="*/ 10668 h 27363"/>
                        <a:gd name="connsiteX1" fmla="*/ 3325 w 35446"/>
                        <a:gd name="connsiteY1" fmla="*/ 0 h 27363"/>
                        <a:gd name="connsiteX2" fmla="*/ 86 w 35446"/>
                        <a:gd name="connsiteY2" fmla="*/ 7811 h 27363"/>
                        <a:gd name="connsiteX3" fmla="*/ 15802 w 35446"/>
                        <a:gd name="connsiteY3" fmla="*/ 27146 h 27363"/>
                        <a:gd name="connsiteX4" fmla="*/ 35329 w 35446"/>
                        <a:gd name="connsiteY4" fmla="*/ 12478 h 27363"/>
                        <a:gd name="connsiteX5" fmla="*/ 33995 w 35446"/>
                        <a:gd name="connsiteY5" fmla="*/ 3905 h 27363"/>
                        <a:gd name="connsiteX6" fmla="*/ 17708 w 35446"/>
                        <a:gd name="connsiteY6" fmla="*/ 10668 h 273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46" h="27363">
                          <a:moveTo>
                            <a:pt x="17708" y="10668"/>
                          </a:moveTo>
                          <a:cubicBezTo>
                            <a:pt x="11040" y="9811"/>
                            <a:pt x="5801" y="5524"/>
                            <a:pt x="3325" y="0"/>
                          </a:cubicBezTo>
                          <a:cubicBezTo>
                            <a:pt x="1610" y="2191"/>
                            <a:pt x="372" y="4858"/>
                            <a:pt x="86" y="7811"/>
                          </a:cubicBezTo>
                          <a:cubicBezTo>
                            <a:pt x="-866" y="16859"/>
                            <a:pt x="6182" y="25622"/>
                            <a:pt x="15802" y="27146"/>
                          </a:cubicBezTo>
                          <a:cubicBezTo>
                            <a:pt x="25423" y="28670"/>
                            <a:pt x="34281" y="22003"/>
                            <a:pt x="35329" y="12478"/>
                          </a:cubicBezTo>
                          <a:cubicBezTo>
                            <a:pt x="35710" y="9430"/>
                            <a:pt x="35138" y="6572"/>
                            <a:pt x="33995" y="3905"/>
                          </a:cubicBezTo>
                          <a:cubicBezTo>
                            <a:pt x="30281" y="8763"/>
                            <a:pt x="24184" y="11525"/>
                            <a:pt x="17708" y="106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92" name="Forme libre : forme 391">
                      <a:extLst>
                        <a:ext uri="{FF2B5EF4-FFF2-40B4-BE49-F238E27FC236}">
                          <a16:creationId xmlns:a16="http://schemas.microsoft.com/office/drawing/2014/main" id="{31BA725E-6E26-47B2-B7DD-B3A909A105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58711" y="3995519"/>
                      <a:ext cx="14998" cy="16171"/>
                    </a:xfrm>
                    <a:custGeom>
                      <a:avLst/>
                      <a:gdLst>
                        <a:gd name="connsiteX0" fmla="*/ 14405 w 14998"/>
                        <a:gd name="connsiteY0" fmla="*/ 5756 h 16171"/>
                        <a:gd name="connsiteX1" fmla="*/ 10405 w 14998"/>
                        <a:gd name="connsiteY1" fmla="*/ 15853 h 16171"/>
                        <a:gd name="connsiteX2" fmla="*/ 594 w 14998"/>
                        <a:gd name="connsiteY2" fmla="*/ 10328 h 16171"/>
                        <a:gd name="connsiteX3" fmla="*/ 4594 w 14998"/>
                        <a:gd name="connsiteY3" fmla="*/ 327 h 16171"/>
                        <a:gd name="connsiteX4" fmla="*/ 14405 w 14998"/>
                        <a:gd name="connsiteY4" fmla="*/ 5756 h 16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98" h="16171">
                          <a:moveTo>
                            <a:pt x="14405" y="5756"/>
                          </a:moveTo>
                          <a:cubicBezTo>
                            <a:pt x="16024" y="10042"/>
                            <a:pt x="14215" y="14614"/>
                            <a:pt x="10405" y="15853"/>
                          </a:cubicBezTo>
                          <a:cubicBezTo>
                            <a:pt x="6594" y="17091"/>
                            <a:pt x="2213" y="14614"/>
                            <a:pt x="594" y="10328"/>
                          </a:cubicBezTo>
                          <a:cubicBezTo>
                            <a:pt x="-1025" y="6042"/>
                            <a:pt x="784" y="1660"/>
                            <a:pt x="4594" y="327"/>
                          </a:cubicBezTo>
                          <a:cubicBezTo>
                            <a:pt x="8404" y="-911"/>
                            <a:pt x="12881" y="1470"/>
                            <a:pt x="14405" y="575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93" name="Forme libre : forme 392">
                      <a:extLst>
                        <a:ext uri="{FF2B5EF4-FFF2-40B4-BE49-F238E27FC236}">
                          <a16:creationId xmlns:a16="http://schemas.microsoft.com/office/drawing/2014/main" id="{7357E4C2-FCEB-45C6-A616-7EF198337C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58427" y="3995633"/>
                      <a:ext cx="5851" cy="5569"/>
                    </a:xfrm>
                    <a:custGeom>
                      <a:avLst/>
                      <a:gdLst>
                        <a:gd name="connsiteX0" fmla="*/ 5831 w 5851"/>
                        <a:gd name="connsiteY0" fmla="*/ 3166 h 5569"/>
                        <a:gd name="connsiteX1" fmla="*/ 2592 w 5851"/>
                        <a:gd name="connsiteY1" fmla="*/ 5547 h 5569"/>
                        <a:gd name="connsiteX2" fmla="*/ 21 w 5851"/>
                        <a:gd name="connsiteY2" fmla="*/ 2404 h 5569"/>
                        <a:gd name="connsiteX3" fmla="*/ 3259 w 5851"/>
                        <a:gd name="connsiteY3" fmla="*/ 22 h 5569"/>
                        <a:gd name="connsiteX4" fmla="*/ 5831 w 5851"/>
                        <a:gd name="connsiteY4" fmla="*/ 3166 h 5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1" h="5569">
                          <a:moveTo>
                            <a:pt x="5831" y="3166"/>
                          </a:moveTo>
                          <a:cubicBezTo>
                            <a:pt x="5640" y="4690"/>
                            <a:pt x="4212" y="5737"/>
                            <a:pt x="2592" y="5547"/>
                          </a:cubicBezTo>
                          <a:cubicBezTo>
                            <a:pt x="973" y="5356"/>
                            <a:pt x="-170" y="3927"/>
                            <a:pt x="21" y="2404"/>
                          </a:cubicBezTo>
                          <a:cubicBezTo>
                            <a:pt x="211" y="880"/>
                            <a:pt x="1640" y="-168"/>
                            <a:pt x="3259" y="22"/>
                          </a:cubicBezTo>
                          <a:cubicBezTo>
                            <a:pt x="4878" y="213"/>
                            <a:pt x="6021" y="1641"/>
                            <a:pt x="5831" y="316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394" name="Graphique 15">
                    <a:extLst>
                      <a:ext uri="{FF2B5EF4-FFF2-40B4-BE49-F238E27FC236}">
                        <a16:creationId xmlns:a16="http://schemas.microsoft.com/office/drawing/2014/main" id="{7984CBAD-2A05-42AA-A4E5-9EF3011D977E}"/>
                      </a:ext>
                    </a:extLst>
                  </p:cNvPr>
                  <p:cNvGrpSpPr/>
                  <p:nvPr/>
                </p:nvGrpSpPr>
                <p:grpSpPr>
                  <a:xfrm>
                    <a:off x="11062038" y="4016270"/>
                    <a:ext cx="35604" cy="35184"/>
                    <a:chOff x="11062038" y="4016270"/>
                    <a:chExt cx="35604" cy="35184"/>
                  </a:xfrm>
                  <a:solidFill>
                    <a:schemeClr val="accent1"/>
                  </a:solidFill>
                </p:grpSpPr>
                <p:sp>
                  <p:nvSpPr>
                    <p:cNvPr id="395" name="Forme libre : forme 394">
                      <a:extLst>
                        <a:ext uri="{FF2B5EF4-FFF2-40B4-BE49-F238E27FC236}">
                          <a16:creationId xmlns:a16="http://schemas.microsoft.com/office/drawing/2014/main" id="{7F6698B2-B00D-4C6E-B3B6-206CAE682E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62038" y="4016270"/>
                      <a:ext cx="35604" cy="35184"/>
                    </a:xfrm>
                    <a:custGeom>
                      <a:avLst/>
                      <a:gdLst>
                        <a:gd name="connsiteX0" fmla="*/ 35462 w 35604"/>
                        <a:gd name="connsiteY0" fmla="*/ 20152 h 35184"/>
                        <a:gd name="connsiteX1" fmla="*/ 14983 w 35604"/>
                        <a:gd name="connsiteY1" fmla="*/ 34916 h 35184"/>
                        <a:gd name="connsiteX2" fmla="*/ 219 w 35604"/>
                        <a:gd name="connsiteY2" fmla="*/ 14818 h 35184"/>
                        <a:gd name="connsiteX3" fmla="*/ 19936 w 35604"/>
                        <a:gd name="connsiteY3" fmla="*/ 150 h 35184"/>
                        <a:gd name="connsiteX4" fmla="*/ 35462 w 35604"/>
                        <a:gd name="connsiteY4" fmla="*/ 20152 h 351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04" h="35184">
                          <a:moveTo>
                            <a:pt x="35462" y="20152"/>
                          </a:moveTo>
                          <a:cubicBezTo>
                            <a:pt x="34033" y="29963"/>
                            <a:pt x="24603" y="36630"/>
                            <a:pt x="14983" y="34916"/>
                          </a:cubicBezTo>
                          <a:cubicBezTo>
                            <a:pt x="5268" y="33202"/>
                            <a:pt x="-1305" y="24153"/>
                            <a:pt x="219" y="14818"/>
                          </a:cubicBezTo>
                          <a:cubicBezTo>
                            <a:pt x="1648" y="5484"/>
                            <a:pt x="10125" y="-1088"/>
                            <a:pt x="19936" y="150"/>
                          </a:cubicBezTo>
                          <a:cubicBezTo>
                            <a:pt x="29747" y="1388"/>
                            <a:pt x="36700" y="10246"/>
                            <a:pt x="35462" y="2015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96" name="Forme libre : forme 395">
                      <a:extLst>
                        <a:ext uri="{FF2B5EF4-FFF2-40B4-BE49-F238E27FC236}">
                          <a16:creationId xmlns:a16="http://schemas.microsoft.com/office/drawing/2014/main" id="{222B4E4C-798E-4D6A-A9D5-87F98FDFCC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62038" y="4022993"/>
                      <a:ext cx="35591" cy="28462"/>
                    </a:xfrm>
                    <a:custGeom>
                      <a:avLst/>
                      <a:gdLst>
                        <a:gd name="connsiteX0" fmla="*/ 17936 w 35591"/>
                        <a:gd name="connsiteY0" fmla="*/ 11239 h 28462"/>
                        <a:gd name="connsiteX1" fmla="*/ 3744 w 35591"/>
                        <a:gd name="connsiteY1" fmla="*/ 0 h 28462"/>
                        <a:gd name="connsiteX2" fmla="*/ 219 w 35591"/>
                        <a:gd name="connsiteY2" fmla="*/ 8096 h 28462"/>
                        <a:gd name="connsiteX3" fmla="*/ 14983 w 35591"/>
                        <a:gd name="connsiteY3" fmla="*/ 28194 h 28462"/>
                        <a:gd name="connsiteX4" fmla="*/ 35462 w 35591"/>
                        <a:gd name="connsiteY4" fmla="*/ 13430 h 28462"/>
                        <a:gd name="connsiteX5" fmla="*/ 34224 w 35591"/>
                        <a:gd name="connsiteY5" fmla="*/ 4572 h 28462"/>
                        <a:gd name="connsiteX6" fmla="*/ 17936 w 35591"/>
                        <a:gd name="connsiteY6" fmla="*/ 11239 h 28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91" h="28462">
                          <a:moveTo>
                            <a:pt x="17936" y="11239"/>
                          </a:moveTo>
                          <a:cubicBezTo>
                            <a:pt x="11269" y="10192"/>
                            <a:pt x="6220" y="5715"/>
                            <a:pt x="3744" y="0"/>
                          </a:cubicBezTo>
                          <a:cubicBezTo>
                            <a:pt x="2029" y="2286"/>
                            <a:pt x="696" y="5048"/>
                            <a:pt x="219" y="8096"/>
                          </a:cubicBezTo>
                          <a:cubicBezTo>
                            <a:pt x="-1305" y="17431"/>
                            <a:pt x="5268" y="26479"/>
                            <a:pt x="14983" y="28194"/>
                          </a:cubicBezTo>
                          <a:cubicBezTo>
                            <a:pt x="24603" y="29908"/>
                            <a:pt x="34033" y="23241"/>
                            <a:pt x="35462" y="13430"/>
                          </a:cubicBezTo>
                          <a:cubicBezTo>
                            <a:pt x="35843" y="10287"/>
                            <a:pt x="35367" y="7239"/>
                            <a:pt x="34224" y="4572"/>
                          </a:cubicBezTo>
                          <a:cubicBezTo>
                            <a:pt x="30509" y="9430"/>
                            <a:pt x="24508" y="12287"/>
                            <a:pt x="17936" y="1123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97" name="Forme libre : forme 396">
                      <a:extLst>
                        <a:ext uri="{FF2B5EF4-FFF2-40B4-BE49-F238E27FC236}">
                          <a16:creationId xmlns:a16="http://schemas.microsoft.com/office/drawing/2014/main" id="{F021AFEB-6A91-4855-BDBA-ADD7FFEB3D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79531" y="4023498"/>
                      <a:ext cx="14981" cy="16848"/>
                    </a:xfrm>
                    <a:custGeom>
                      <a:avLst/>
                      <a:gdLst>
                        <a:gd name="connsiteX0" fmla="*/ 14445 w 14981"/>
                        <a:gd name="connsiteY0" fmla="*/ 6067 h 16848"/>
                        <a:gd name="connsiteX1" fmla="*/ 10159 w 14981"/>
                        <a:gd name="connsiteY1" fmla="*/ 16545 h 16848"/>
                        <a:gd name="connsiteX2" fmla="*/ 538 w 14981"/>
                        <a:gd name="connsiteY2" fmla="*/ 10734 h 16848"/>
                        <a:gd name="connsiteX3" fmla="*/ 4729 w 14981"/>
                        <a:gd name="connsiteY3" fmla="*/ 352 h 16848"/>
                        <a:gd name="connsiteX4" fmla="*/ 14445 w 14981"/>
                        <a:gd name="connsiteY4" fmla="*/ 6067 h 168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81" h="16848">
                          <a:moveTo>
                            <a:pt x="14445" y="6067"/>
                          </a:moveTo>
                          <a:cubicBezTo>
                            <a:pt x="15969" y="10544"/>
                            <a:pt x="14159" y="15307"/>
                            <a:pt x="10159" y="16545"/>
                          </a:cubicBezTo>
                          <a:cubicBezTo>
                            <a:pt x="6253" y="17783"/>
                            <a:pt x="1872" y="15116"/>
                            <a:pt x="538" y="10734"/>
                          </a:cubicBezTo>
                          <a:cubicBezTo>
                            <a:pt x="-986" y="6258"/>
                            <a:pt x="824" y="1686"/>
                            <a:pt x="4729" y="352"/>
                          </a:cubicBezTo>
                          <a:cubicBezTo>
                            <a:pt x="8539" y="-981"/>
                            <a:pt x="12921" y="1591"/>
                            <a:pt x="14445" y="606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398" name="Forme libre : forme 397">
                      <a:extLst>
                        <a:ext uri="{FF2B5EF4-FFF2-40B4-BE49-F238E27FC236}">
                          <a16:creationId xmlns:a16="http://schemas.microsoft.com/office/drawing/2014/main" id="{D6C4E6E5-7670-4567-B2BF-B11D3EB445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79382" y="4023542"/>
                      <a:ext cx="5851" cy="5759"/>
                    </a:xfrm>
                    <a:custGeom>
                      <a:avLst/>
                      <a:gdLst>
                        <a:gd name="connsiteX0" fmla="*/ 5831 w 5851"/>
                        <a:gd name="connsiteY0" fmla="*/ 3261 h 5759"/>
                        <a:gd name="connsiteX1" fmla="*/ 2592 w 5851"/>
                        <a:gd name="connsiteY1" fmla="*/ 5737 h 5759"/>
                        <a:gd name="connsiteX2" fmla="*/ 21 w 5851"/>
                        <a:gd name="connsiteY2" fmla="*/ 2499 h 5759"/>
                        <a:gd name="connsiteX3" fmla="*/ 3259 w 5851"/>
                        <a:gd name="connsiteY3" fmla="*/ 22 h 5759"/>
                        <a:gd name="connsiteX4" fmla="*/ 5831 w 5851"/>
                        <a:gd name="connsiteY4" fmla="*/ 3261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1" h="5759">
                          <a:moveTo>
                            <a:pt x="5831" y="3261"/>
                          </a:moveTo>
                          <a:cubicBezTo>
                            <a:pt x="5640" y="4880"/>
                            <a:pt x="4212" y="5928"/>
                            <a:pt x="2592" y="5737"/>
                          </a:cubicBezTo>
                          <a:cubicBezTo>
                            <a:pt x="973" y="5547"/>
                            <a:pt x="-170" y="4023"/>
                            <a:pt x="21" y="2499"/>
                          </a:cubicBezTo>
                          <a:cubicBezTo>
                            <a:pt x="211" y="880"/>
                            <a:pt x="1640" y="-168"/>
                            <a:pt x="3259" y="22"/>
                          </a:cubicBezTo>
                          <a:cubicBezTo>
                            <a:pt x="4879" y="213"/>
                            <a:pt x="6022" y="1737"/>
                            <a:pt x="5831" y="32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399" name="Graphique 15">
                  <a:extLst>
                    <a:ext uri="{FF2B5EF4-FFF2-40B4-BE49-F238E27FC236}">
                      <a16:creationId xmlns:a16="http://schemas.microsoft.com/office/drawing/2014/main" id="{D17C27C5-0014-43AD-BD62-A07B1D480F10}"/>
                    </a:ext>
                  </a:extLst>
                </p:cNvPr>
                <p:cNvGrpSpPr/>
                <p:nvPr/>
              </p:nvGrpSpPr>
              <p:grpSpPr>
                <a:xfrm>
                  <a:off x="11147873" y="3946887"/>
                  <a:ext cx="69093" cy="103802"/>
                  <a:chOff x="11147873" y="3946887"/>
                  <a:chExt cx="69093" cy="103802"/>
                </a:xfrm>
                <a:solidFill>
                  <a:schemeClr val="accent1"/>
                </a:solidFill>
              </p:grpSpPr>
              <p:grpSp>
                <p:nvGrpSpPr>
                  <p:cNvPr id="400" name="Graphique 15">
                    <a:extLst>
                      <a:ext uri="{FF2B5EF4-FFF2-40B4-BE49-F238E27FC236}">
                        <a16:creationId xmlns:a16="http://schemas.microsoft.com/office/drawing/2014/main" id="{B80DB620-5A25-41E3-8654-FC606C8ED941}"/>
                      </a:ext>
                    </a:extLst>
                  </p:cNvPr>
                  <p:cNvGrpSpPr/>
                  <p:nvPr/>
                </p:nvGrpSpPr>
                <p:grpSpPr>
                  <a:xfrm>
                    <a:off x="11147873" y="3946887"/>
                    <a:ext cx="35658" cy="37739"/>
                    <a:chOff x="11147873" y="3946887"/>
                    <a:chExt cx="35658" cy="37739"/>
                  </a:xfrm>
                  <a:solidFill>
                    <a:schemeClr val="accent1"/>
                  </a:solidFill>
                </p:grpSpPr>
                <p:sp>
                  <p:nvSpPr>
                    <p:cNvPr id="401" name="Forme libre : forme 400">
                      <a:extLst>
                        <a:ext uri="{FF2B5EF4-FFF2-40B4-BE49-F238E27FC236}">
                          <a16:creationId xmlns:a16="http://schemas.microsoft.com/office/drawing/2014/main" id="{A591AE0B-B2EA-4DB6-AFC7-26ABA874FE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47873" y="3946887"/>
                      <a:ext cx="35658" cy="37739"/>
                    </a:xfrm>
                    <a:custGeom>
                      <a:avLst/>
                      <a:gdLst>
                        <a:gd name="connsiteX0" fmla="*/ 35638 w 35658"/>
                        <a:gd name="connsiteY0" fmla="*/ 19146 h 37739"/>
                        <a:gd name="connsiteX1" fmla="*/ 16683 w 35658"/>
                        <a:gd name="connsiteY1" fmla="*/ 37720 h 37739"/>
                        <a:gd name="connsiteX2" fmla="*/ 15 w 35658"/>
                        <a:gd name="connsiteY2" fmla="*/ 18384 h 37739"/>
                        <a:gd name="connsiteX3" fmla="*/ 18398 w 35658"/>
                        <a:gd name="connsiteY3" fmla="*/ 1 h 37739"/>
                        <a:gd name="connsiteX4" fmla="*/ 35638 w 35658"/>
                        <a:gd name="connsiteY4" fmla="*/ 19146 h 37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58" h="37739">
                          <a:moveTo>
                            <a:pt x="35638" y="19146"/>
                          </a:moveTo>
                          <a:cubicBezTo>
                            <a:pt x="35352" y="29909"/>
                            <a:pt x="26590" y="38196"/>
                            <a:pt x="16683" y="37720"/>
                          </a:cubicBezTo>
                          <a:cubicBezTo>
                            <a:pt x="6682" y="37244"/>
                            <a:pt x="-366" y="28576"/>
                            <a:pt x="15" y="18384"/>
                          </a:cubicBezTo>
                          <a:cubicBezTo>
                            <a:pt x="300" y="8192"/>
                            <a:pt x="8492" y="1"/>
                            <a:pt x="18398" y="1"/>
                          </a:cubicBezTo>
                          <a:cubicBezTo>
                            <a:pt x="28304" y="-94"/>
                            <a:pt x="36115" y="8478"/>
                            <a:pt x="35638" y="1914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02" name="Forme libre : forme 401">
                      <a:extLst>
                        <a:ext uri="{FF2B5EF4-FFF2-40B4-BE49-F238E27FC236}">
                          <a16:creationId xmlns:a16="http://schemas.microsoft.com/office/drawing/2014/main" id="{4B6D84CD-8B60-4263-A7A4-64AB66C211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47873" y="3956127"/>
                      <a:ext cx="35646" cy="28499"/>
                    </a:xfrm>
                    <a:custGeom>
                      <a:avLst/>
                      <a:gdLst>
                        <a:gd name="connsiteX0" fmla="*/ 17922 w 35646"/>
                        <a:gd name="connsiteY0" fmla="*/ 10001 h 28499"/>
                        <a:gd name="connsiteX1" fmla="*/ 2682 w 35646"/>
                        <a:gd name="connsiteY1" fmla="*/ 0 h 28499"/>
                        <a:gd name="connsiteX2" fmla="*/ 15 w 35646"/>
                        <a:gd name="connsiteY2" fmla="*/ 9144 h 28499"/>
                        <a:gd name="connsiteX3" fmla="*/ 16683 w 35646"/>
                        <a:gd name="connsiteY3" fmla="*/ 28480 h 28499"/>
                        <a:gd name="connsiteX4" fmla="*/ 35638 w 35646"/>
                        <a:gd name="connsiteY4" fmla="*/ 9906 h 28499"/>
                        <a:gd name="connsiteX5" fmla="*/ 33638 w 35646"/>
                        <a:gd name="connsiteY5" fmla="*/ 571 h 28499"/>
                        <a:gd name="connsiteX6" fmla="*/ 17922 w 35646"/>
                        <a:gd name="connsiteY6" fmla="*/ 10001 h 28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46" h="28499">
                          <a:moveTo>
                            <a:pt x="17922" y="10001"/>
                          </a:moveTo>
                          <a:cubicBezTo>
                            <a:pt x="11254" y="9811"/>
                            <a:pt x="5634" y="5715"/>
                            <a:pt x="2682" y="0"/>
                          </a:cubicBezTo>
                          <a:cubicBezTo>
                            <a:pt x="1063" y="2667"/>
                            <a:pt x="110" y="5810"/>
                            <a:pt x="15" y="9144"/>
                          </a:cubicBezTo>
                          <a:cubicBezTo>
                            <a:pt x="-366" y="19336"/>
                            <a:pt x="6682" y="28004"/>
                            <a:pt x="16683" y="28480"/>
                          </a:cubicBezTo>
                          <a:cubicBezTo>
                            <a:pt x="26590" y="28956"/>
                            <a:pt x="35448" y="20669"/>
                            <a:pt x="35638" y="9906"/>
                          </a:cubicBezTo>
                          <a:cubicBezTo>
                            <a:pt x="35733" y="6477"/>
                            <a:pt x="34972" y="3334"/>
                            <a:pt x="33638" y="571"/>
                          </a:cubicBezTo>
                          <a:cubicBezTo>
                            <a:pt x="30400" y="6382"/>
                            <a:pt x="24589" y="10192"/>
                            <a:pt x="17922" y="1000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03" name="Forme libre : forme 402">
                      <a:extLst>
                        <a:ext uri="{FF2B5EF4-FFF2-40B4-BE49-F238E27FC236}">
                          <a16:creationId xmlns:a16="http://schemas.microsoft.com/office/drawing/2014/main" id="{18A7716A-55DB-4C5B-A81B-FC36B82A7A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65047" y="3953764"/>
                      <a:ext cx="15303" cy="17895"/>
                    </a:xfrm>
                    <a:custGeom>
                      <a:avLst/>
                      <a:gdLst>
                        <a:gd name="connsiteX0" fmla="*/ 14463 w 15303"/>
                        <a:gd name="connsiteY0" fmla="*/ 5506 h 17895"/>
                        <a:gd name="connsiteX1" fmla="*/ 11130 w 15303"/>
                        <a:gd name="connsiteY1" fmla="*/ 17221 h 17895"/>
                        <a:gd name="connsiteX2" fmla="*/ 843 w 15303"/>
                        <a:gd name="connsiteY2" fmla="*/ 12269 h 17895"/>
                        <a:gd name="connsiteX3" fmla="*/ 4081 w 15303"/>
                        <a:gd name="connsiteY3" fmla="*/ 648 h 17895"/>
                        <a:gd name="connsiteX4" fmla="*/ 14463 w 15303"/>
                        <a:gd name="connsiteY4" fmla="*/ 5506 h 178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03" h="17895">
                          <a:moveTo>
                            <a:pt x="14463" y="5506"/>
                          </a:moveTo>
                          <a:cubicBezTo>
                            <a:pt x="16368" y="10078"/>
                            <a:pt x="14940" y="15412"/>
                            <a:pt x="11130" y="17221"/>
                          </a:cubicBezTo>
                          <a:cubicBezTo>
                            <a:pt x="7415" y="19127"/>
                            <a:pt x="2843" y="16841"/>
                            <a:pt x="843" y="12269"/>
                          </a:cubicBezTo>
                          <a:cubicBezTo>
                            <a:pt x="-1062" y="7696"/>
                            <a:pt x="366" y="2553"/>
                            <a:pt x="4081" y="648"/>
                          </a:cubicBezTo>
                          <a:cubicBezTo>
                            <a:pt x="7891" y="-1162"/>
                            <a:pt x="12463" y="934"/>
                            <a:pt x="14463" y="550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04" name="Forme libre : forme 403">
                      <a:extLst>
                        <a:ext uri="{FF2B5EF4-FFF2-40B4-BE49-F238E27FC236}">
                          <a16:creationId xmlns:a16="http://schemas.microsoft.com/office/drawing/2014/main" id="{F04B38EE-CA0B-4E9C-A72E-51F77689E3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64556" y="3954412"/>
                      <a:ext cx="5905" cy="6195"/>
                    </a:xfrm>
                    <a:custGeom>
                      <a:avLst/>
                      <a:gdLst>
                        <a:gd name="connsiteX0" fmla="*/ 5905 w 5905"/>
                        <a:gd name="connsiteY0" fmla="*/ 3143 h 6195"/>
                        <a:gd name="connsiteX1" fmla="*/ 2857 w 5905"/>
                        <a:gd name="connsiteY1" fmla="*/ 6191 h 6195"/>
                        <a:gd name="connsiteX2" fmla="*/ 0 w 5905"/>
                        <a:gd name="connsiteY2" fmla="*/ 3048 h 6195"/>
                        <a:gd name="connsiteX3" fmla="*/ 3048 w 5905"/>
                        <a:gd name="connsiteY3" fmla="*/ 0 h 6195"/>
                        <a:gd name="connsiteX4" fmla="*/ 5905 w 5905"/>
                        <a:gd name="connsiteY4" fmla="*/ 3143 h 6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5" h="6195">
                          <a:moveTo>
                            <a:pt x="5905" y="3143"/>
                          </a:moveTo>
                          <a:cubicBezTo>
                            <a:pt x="5810" y="4858"/>
                            <a:pt x="4477" y="6287"/>
                            <a:pt x="2857" y="6191"/>
                          </a:cubicBezTo>
                          <a:cubicBezTo>
                            <a:pt x="1238" y="6191"/>
                            <a:pt x="0" y="4763"/>
                            <a:pt x="0" y="3048"/>
                          </a:cubicBezTo>
                          <a:cubicBezTo>
                            <a:pt x="95" y="1334"/>
                            <a:pt x="1429" y="0"/>
                            <a:pt x="3048" y="0"/>
                          </a:cubicBezTo>
                          <a:cubicBezTo>
                            <a:pt x="4667" y="0"/>
                            <a:pt x="5905" y="1429"/>
                            <a:pt x="5905" y="31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405" name="Graphique 15">
                    <a:extLst>
                      <a:ext uri="{FF2B5EF4-FFF2-40B4-BE49-F238E27FC236}">
                        <a16:creationId xmlns:a16="http://schemas.microsoft.com/office/drawing/2014/main" id="{A6327DC8-CB0F-4A82-B56B-F365C37EFFDF}"/>
                      </a:ext>
                    </a:extLst>
                  </p:cNvPr>
                  <p:cNvGrpSpPr/>
                  <p:nvPr/>
                </p:nvGrpSpPr>
                <p:grpSpPr>
                  <a:xfrm>
                    <a:off x="11159629" y="3981736"/>
                    <a:ext cx="35872" cy="38637"/>
                    <a:chOff x="11159629" y="3981736"/>
                    <a:chExt cx="35872" cy="38637"/>
                  </a:xfrm>
                  <a:solidFill>
                    <a:schemeClr val="accent1"/>
                  </a:solidFill>
                </p:grpSpPr>
                <p:sp>
                  <p:nvSpPr>
                    <p:cNvPr id="406" name="Forme libre : forme 405">
                      <a:extLst>
                        <a:ext uri="{FF2B5EF4-FFF2-40B4-BE49-F238E27FC236}">
                          <a16:creationId xmlns:a16="http://schemas.microsoft.com/office/drawing/2014/main" id="{7D01F05F-A7A2-4062-8B19-0FCF5D05FF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59629" y="3981736"/>
                      <a:ext cx="35872" cy="38554"/>
                    </a:xfrm>
                    <a:custGeom>
                      <a:avLst/>
                      <a:gdLst>
                        <a:gd name="connsiteX0" fmla="*/ 35788 w 35872"/>
                        <a:gd name="connsiteY0" fmla="*/ 20111 h 38554"/>
                        <a:gd name="connsiteX1" fmla="*/ 16167 w 35872"/>
                        <a:gd name="connsiteY1" fmla="*/ 38494 h 38554"/>
                        <a:gd name="connsiteX2" fmla="*/ 70 w 35872"/>
                        <a:gd name="connsiteY2" fmla="*/ 18111 h 38554"/>
                        <a:gd name="connsiteX3" fmla="*/ 19501 w 35872"/>
                        <a:gd name="connsiteY3" fmla="*/ 13 h 38554"/>
                        <a:gd name="connsiteX4" fmla="*/ 35788 w 35872"/>
                        <a:gd name="connsiteY4" fmla="*/ 20111 h 385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72" h="38554">
                          <a:moveTo>
                            <a:pt x="35788" y="20111"/>
                          </a:moveTo>
                          <a:cubicBezTo>
                            <a:pt x="34836" y="30969"/>
                            <a:pt x="25978" y="39351"/>
                            <a:pt x="16167" y="38494"/>
                          </a:cubicBezTo>
                          <a:cubicBezTo>
                            <a:pt x="6356" y="37732"/>
                            <a:pt x="-787" y="28493"/>
                            <a:pt x="70" y="18111"/>
                          </a:cubicBezTo>
                          <a:cubicBezTo>
                            <a:pt x="927" y="7728"/>
                            <a:pt x="9595" y="-368"/>
                            <a:pt x="19501" y="13"/>
                          </a:cubicBezTo>
                          <a:cubicBezTo>
                            <a:pt x="29502" y="299"/>
                            <a:pt x="36741" y="9252"/>
                            <a:pt x="35788" y="2011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07" name="Forme libre : forme 406">
                      <a:extLst>
                        <a:ext uri="{FF2B5EF4-FFF2-40B4-BE49-F238E27FC236}">
                          <a16:creationId xmlns:a16="http://schemas.microsoft.com/office/drawing/2014/main" id="{BA9D1041-5D10-4920-A93C-F0E78648D7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59629" y="3990703"/>
                      <a:ext cx="35861" cy="29671"/>
                    </a:xfrm>
                    <a:custGeom>
                      <a:avLst/>
                      <a:gdLst>
                        <a:gd name="connsiteX0" fmla="*/ 17977 w 35861"/>
                        <a:gd name="connsiteY0" fmla="*/ 10668 h 29671"/>
                        <a:gd name="connsiteX1" fmla="*/ 3308 w 35861"/>
                        <a:gd name="connsiteY1" fmla="*/ 0 h 29671"/>
                        <a:gd name="connsiteX2" fmla="*/ 70 w 35861"/>
                        <a:gd name="connsiteY2" fmla="*/ 9239 h 29671"/>
                        <a:gd name="connsiteX3" fmla="*/ 16167 w 35861"/>
                        <a:gd name="connsiteY3" fmla="*/ 29623 h 29671"/>
                        <a:gd name="connsiteX4" fmla="*/ 35788 w 35861"/>
                        <a:gd name="connsiteY4" fmla="*/ 11239 h 29671"/>
                        <a:gd name="connsiteX5" fmla="*/ 34360 w 35861"/>
                        <a:gd name="connsiteY5" fmla="*/ 1714 h 29671"/>
                        <a:gd name="connsiteX6" fmla="*/ 17977 w 35861"/>
                        <a:gd name="connsiteY6" fmla="*/ 10668 h 29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61" h="29671">
                          <a:moveTo>
                            <a:pt x="17977" y="10668"/>
                          </a:moveTo>
                          <a:cubicBezTo>
                            <a:pt x="11214" y="10287"/>
                            <a:pt x="5785" y="5905"/>
                            <a:pt x="3308" y="0"/>
                          </a:cubicBezTo>
                          <a:cubicBezTo>
                            <a:pt x="1594" y="2667"/>
                            <a:pt x="355" y="5810"/>
                            <a:pt x="70" y="9239"/>
                          </a:cubicBezTo>
                          <a:cubicBezTo>
                            <a:pt x="-787" y="19621"/>
                            <a:pt x="6356" y="28861"/>
                            <a:pt x="16167" y="29623"/>
                          </a:cubicBezTo>
                          <a:cubicBezTo>
                            <a:pt x="25978" y="30385"/>
                            <a:pt x="34741" y="22098"/>
                            <a:pt x="35788" y="11239"/>
                          </a:cubicBezTo>
                          <a:cubicBezTo>
                            <a:pt x="36074" y="7811"/>
                            <a:pt x="35503" y="4572"/>
                            <a:pt x="34360" y="1714"/>
                          </a:cubicBezTo>
                          <a:cubicBezTo>
                            <a:pt x="30740" y="7334"/>
                            <a:pt x="24644" y="11049"/>
                            <a:pt x="17977" y="106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08" name="Forme libre : forme 407">
                      <a:extLst>
                        <a:ext uri="{FF2B5EF4-FFF2-40B4-BE49-F238E27FC236}">
                          <a16:creationId xmlns:a16="http://schemas.microsoft.com/office/drawing/2014/main" id="{9639F340-E445-4C4A-A37D-211D993940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77132" y="3988992"/>
                      <a:ext cx="15219" cy="18212"/>
                    </a:xfrm>
                    <a:custGeom>
                      <a:avLst/>
                      <a:gdLst>
                        <a:gd name="connsiteX0" fmla="*/ 14570 w 15219"/>
                        <a:gd name="connsiteY0" fmla="*/ 5807 h 18212"/>
                        <a:gd name="connsiteX1" fmla="*/ 10665 w 15219"/>
                        <a:gd name="connsiteY1" fmla="*/ 17618 h 18212"/>
                        <a:gd name="connsiteX2" fmla="*/ 664 w 15219"/>
                        <a:gd name="connsiteY2" fmla="*/ 12284 h 18212"/>
                        <a:gd name="connsiteX3" fmla="*/ 4569 w 15219"/>
                        <a:gd name="connsiteY3" fmla="*/ 568 h 18212"/>
                        <a:gd name="connsiteX4" fmla="*/ 14570 w 15219"/>
                        <a:gd name="connsiteY4" fmla="*/ 5807 h 18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19" h="18212">
                          <a:moveTo>
                            <a:pt x="14570" y="5807"/>
                          </a:moveTo>
                          <a:cubicBezTo>
                            <a:pt x="16285" y="10569"/>
                            <a:pt x="14475" y="15904"/>
                            <a:pt x="10665" y="17618"/>
                          </a:cubicBezTo>
                          <a:cubicBezTo>
                            <a:pt x="6760" y="19428"/>
                            <a:pt x="2378" y="16951"/>
                            <a:pt x="664" y="12284"/>
                          </a:cubicBezTo>
                          <a:cubicBezTo>
                            <a:pt x="-1051" y="7617"/>
                            <a:pt x="664" y="2378"/>
                            <a:pt x="4569" y="568"/>
                          </a:cubicBezTo>
                          <a:cubicBezTo>
                            <a:pt x="8379" y="-1146"/>
                            <a:pt x="12856" y="1140"/>
                            <a:pt x="14570" y="580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09" name="Forme libre : forme 408">
                      <a:extLst>
                        <a:ext uri="{FF2B5EF4-FFF2-40B4-BE49-F238E27FC236}">
                          <a16:creationId xmlns:a16="http://schemas.microsoft.com/office/drawing/2014/main" id="{3CAD1F8A-2B1D-4F9A-BD2A-FF73D163E6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76824" y="3989464"/>
                      <a:ext cx="5930" cy="6386"/>
                    </a:xfrm>
                    <a:custGeom>
                      <a:avLst/>
                      <a:gdLst>
                        <a:gd name="connsiteX0" fmla="*/ 5925 w 5930"/>
                        <a:gd name="connsiteY0" fmla="*/ 3334 h 6386"/>
                        <a:gd name="connsiteX1" fmla="*/ 2686 w 5930"/>
                        <a:gd name="connsiteY1" fmla="*/ 6382 h 6386"/>
                        <a:gd name="connsiteX2" fmla="*/ 19 w 5930"/>
                        <a:gd name="connsiteY2" fmla="*/ 3048 h 6386"/>
                        <a:gd name="connsiteX3" fmla="*/ 3258 w 5930"/>
                        <a:gd name="connsiteY3" fmla="*/ 0 h 6386"/>
                        <a:gd name="connsiteX4" fmla="*/ 5925 w 5930"/>
                        <a:gd name="connsiteY4" fmla="*/ 3334 h 6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30" h="6386">
                          <a:moveTo>
                            <a:pt x="5925" y="3334"/>
                          </a:moveTo>
                          <a:cubicBezTo>
                            <a:pt x="5734" y="5048"/>
                            <a:pt x="4305" y="6477"/>
                            <a:pt x="2686" y="6382"/>
                          </a:cubicBezTo>
                          <a:cubicBezTo>
                            <a:pt x="1067" y="6287"/>
                            <a:pt x="-171" y="4858"/>
                            <a:pt x="19" y="3048"/>
                          </a:cubicBezTo>
                          <a:cubicBezTo>
                            <a:pt x="210" y="1334"/>
                            <a:pt x="1638" y="0"/>
                            <a:pt x="3258" y="0"/>
                          </a:cubicBezTo>
                          <a:cubicBezTo>
                            <a:pt x="4877" y="95"/>
                            <a:pt x="6020" y="1524"/>
                            <a:pt x="5925" y="333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410" name="Graphique 15">
                    <a:extLst>
                      <a:ext uri="{FF2B5EF4-FFF2-40B4-BE49-F238E27FC236}">
                        <a16:creationId xmlns:a16="http://schemas.microsoft.com/office/drawing/2014/main" id="{CC8458E8-8548-4D1C-B0B4-19E1881AEFF3}"/>
                      </a:ext>
                    </a:extLst>
                  </p:cNvPr>
                  <p:cNvGrpSpPr/>
                  <p:nvPr/>
                </p:nvGrpSpPr>
                <p:grpSpPr>
                  <a:xfrm>
                    <a:off x="11180749" y="4011058"/>
                    <a:ext cx="36217" cy="39631"/>
                    <a:chOff x="11180749" y="4011058"/>
                    <a:chExt cx="36217" cy="39631"/>
                  </a:xfrm>
                  <a:solidFill>
                    <a:schemeClr val="accent1"/>
                  </a:solidFill>
                </p:grpSpPr>
                <p:sp>
                  <p:nvSpPr>
                    <p:cNvPr id="411" name="Forme libre : forme 410">
                      <a:extLst>
                        <a:ext uri="{FF2B5EF4-FFF2-40B4-BE49-F238E27FC236}">
                          <a16:creationId xmlns:a16="http://schemas.microsoft.com/office/drawing/2014/main" id="{694F2D3E-E223-4E26-9BB8-FDFC6BE550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80749" y="4011058"/>
                      <a:ext cx="36123" cy="39631"/>
                    </a:xfrm>
                    <a:custGeom>
                      <a:avLst/>
                      <a:gdLst>
                        <a:gd name="connsiteX0" fmla="*/ 36005 w 36123"/>
                        <a:gd name="connsiteY0" fmla="*/ 21078 h 39631"/>
                        <a:gd name="connsiteX1" fmla="*/ 15335 w 36123"/>
                        <a:gd name="connsiteY1" fmla="*/ 39557 h 39631"/>
                        <a:gd name="connsiteX2" fmla="*/ 190 w 36123"/>
                        <a:gd name="connsiteY2" fmla="*/ 18411 h 39631"/>
                        <a:gd name="connsiteX3" fmla="*/ 20098 w 36123"/>
                        <a:gd name="connsiteY3" fmla="*/ 28 h 39631"/>
                        <a:gd name="connsiteX4" fmla="*/ 36005 w 36123"/>
                        <a:gd name="connsiteY4" fmla="*/ 21078 h 39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123" h="39631">
                          <a:moveTo>
                            <a:pt x="36005" y="21078"/>
                          </a:moveTo>
                          <a:cubicBezTo>
                            <a:pt x="34671" y="32222"/>
                            <a:pt x="25146" y="40509"/>
                            <a:pt x="15335" y="39557"/>
                          </a:cubicBezTo>
                          <a:cubicBezTo>
                            <a:pt x="5524" y="38604"/>
                            <a:pt x="-1238" y="29079"/>
                            <a:pt x="190" y="18411"/>
                          </a:cubicBezTo>
                          <a:cubicBezTo>
                            <a:pt x="1714" y="7743"/>
                            <a:pt x="10097" y="-544"/>
                            <a:pt x="20098" y="28"/>
                          </a:cubicBezTo>
                          <a:cubicBezTo>
                            <a:pt x="29908" y="504"/>
                            <a:pt x="37147" y="9839"/>
                            <a:pt x="36005" y="2107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12" name="Forme libre : forme 411">
                      <a:extLst>
                        <a:ext uri="{FF2B5EF4-FFF2-40B4-BE49-F238E27FC236}">
                          <a16:creationId xmlns:a16="http://schemas.microsoft.com/office/drawing/2014/main" id="{58672BEB-9C03-44E0-A3E0-DEC389AC63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80842" y="4020040"/>
                      <a:ext cx="36124" cy="30649"/>
                    </a:xfrm>
                    <a:custGeom>
                      <a:avLst/>
                      <a:gdLst>
                        <a:gd name="connsiteX0" fmla="*/ 18100 w 36124"/>
                        <a:gd name="connsiteY0" fmla="*/ 11335 h 30649"/>
                        <a:gd name="connsiteX1" fmla="*/ 3717 w 36124"/>
                        <a:gd name="connsiteY1" fmla="*/ 0 h 30649"/>
                        <a:gd name="connsiteX2" fmla="*/ 193 w 36124"/>
                        <a:gd name="connsiteY2" fmla="*/ 9430 h 30649"/>
                        <a:gd name="connsiteX3" fmla="*/ 15337 w 36124"/>
                        <a:gd name="connsiteY3" fmla="*/ 30575 h 30649"/>
                        <a:gd name="connsiteX4" fmla="*/ 36006 w 36124"/>
                        <a:gd name="connsiteY4" fmla="*/ 12097 h 30649"/>
                        <a:gd name="connsiteX5" fmla="*/ 34673 w 36124"/>
                        <a:gd name="connsiteY5" fmla="*/ 2191 h 30649"/>
                        <a:gd name="connsiteX6" fmla="*/ 18100 w 36124"/>
                        <a:gd name="connsiteY6" fmla="*/ 11335 h 30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124" h="30649">
                          <a:moveTo>
                            <a:pt x="18100" y="11335"/>
                          </a:moveTo>
                          <a:cubicBezTo>
                            <a:pt x="11337" y="10858"/>
                            <a:pt x="6193" y="6287"/>
                            <a:pt x="3717" y="0"/>
                          </a:cubicBezTo>
                          <a:cubicBezTo>
                            <a:pt x="2002" y="2762"/>
                            <a:pt x="669" y="5905"/>
                            <a:pt x="193" y="9430"/>
                          </a:cubicBezTo>
                          <a:cubicBezTo>
                            <a:pt x="-1236" y="20098"/>
                            <a:pt x="5431" y="29623"/>
                            <a:pt x="15337" y="30575"/>
                          </a:cubicBezTo>
                          <a:cubicBezTo>
                            <a:pt x="25148" y="31528"/>
                            <a:pt x="34673" y="23241"/>
                            <a:pt x="36006" y="12097"/>
                          </a:cubicBezTo>
                          <a:cubicBezTo>
                            <a:pt x="36388" y="8572"/>
                            <a:pt x="35816" y="5143"/>
                            <a:pt x="34673" y="2191"/>
                          </a:cubicBezTo>
                          <a:cubicBezTo>
                            <a:pt x="30863" y="8096"/>
                            <a:pt x="24862" y="11811"/>
                            <a:pt x="18100" y="1133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13" name="Forme libre : forme 412">
                      <a:extLst>
                        <a:ext uri="{FF2B5EF4-FFF2-40B4-BE49-F238E27FC236}">
                          <a16:creationId xmlns:a16="http://schemas.microsoft.com/office/drawing/2014/main" id="{6FFE543E-C7F8-47A9-BB60-F91EC11AA2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8524" y="4018635"/>
                      <a:ext cx="15199" cy="18795"/>
                    </a:xfrm>
                    <a:custGeom>
                      <a:avLst/>
                      <a:gdLst>
                        <a:gd name="connsiteX0" fmla="*/ 14610 w 15199"/>
                        <a:gd name="connsiteY0" fmla="*/ 6167 h 18795"/>
                        <a:gd name="connsiteX1" fmla="*/ 10323 w 15199"/>
                        <a:gd name="connsiteY1" fmla="*/ 18264 h 18795"/>
                        <a:gd name="connsiteX2" fmla="*/ 513 w 15199"/>
                        <a:gd name="connsiteY2" fmla="*/ 12644 h 18795"/>
                        <a:gd name="connsiteX3" fmla="*/ 4608 w 15199"/>
                        <a:gd name="connsiteY3" fmla="*/ 642 h 18795"/>
                        <a:gd name="connsiteX4" fmla="*/ 14610 w 15199"/>
                        <a:gd name="connsiteY4" fmla="*/ 6167 h 18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99" h="18795">
                          <a:moveTo>
                            <a:pt x="14610" y="6167"/>
                          </a:moveTo>
                          <a:cubicBezTo>
                            <a:pt x="16229" y="11120"/>
                            <a:pt x="14419" y="16549"/>
                            <a:pt x="10323" y="18264"/>
                          </a:cubicBezTo>
                          <a:cubicBezTo>
                            <a:pt x="6323" y="19978"/>
                            <a:pt x="1941" y="17406"/>
                            <a:pt x="513" y="12644"/>
                          </a:cubicBezTo>
                          <a:cubicBezTo>
                            <a:pt x="-916" y="7786"/>
                            <a:pt x="703" y="2452"/>
                            <a:pt x="4608" y="642"/>
                          </a:cubicBezTo>
                          <a:cubicBezTo>
                            <a:pt x="8513" y="-1263"/>
                            <a:pt x="12990" y="1214"/>
                            <a:pt x="14610" y="616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14" name="Forme libre : forme 413">
                      <a:extLst>
                        <a:ext uri="{FF2B5EF4-FFF2-40B4-BE49-F238E27FC236}">
                          <a16:creationId xmlns:a16="http://schemas.microsoft.com/office/drawing/2014/main" id="{5CBE792B-3882-48BC-8869-CBAB376AE6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8349" y="4019082"/>
                      <a:ext cx="5851" cy="6498"/>
                    </a:xfrm>
                    <a:custGeom>
                      <a:avLst/>
                      <a:gdLst>
                        <a:gd name="connsiteX0" fmla="*/ 5831 w 5851"/>
                        <a:gd name="connsiteY0" fmla="*/ 3434 h 6498"/>
                        <a:gd name="connsiteX1" fmla="*/ 2593 w 5851"/>
                        <a:gd name="connsiteY1" fmla="*/ 6482 h 6498"/>
                        <a:gd name="connsiteX2" fmla="*/ 21 w 5851"/>
                        <a:gd name="connsiteY2" fmla="*/ 3053 h 6498"/>
                        <a:gd name="connsiteX3" fmla="*/ 3259 w 5851"/>
                        <a:gd name="connsiteY3" fmla="*/ 5 h 6498"/>
                        <a:gd name="connsiteX4" fmla="*/ 5831 w 5851"/>
                        <a:gd name="connsiteY4" fmla="*/ 3434 h 6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1" h="6498">
                          <a:moveTo>
                            <a:pt x="5831" y="3434"/>
                          </a:moveTo>
                          <a:cubicBezTo>
                            <a:pt x="5641" y="5243"/>
                            <a:pt x="4212" y="6672"/>
                            <a:pt x="2593" y="6482"/>
                          </a:cubicBezTo>
                          <a:cubicBezTo>
                            <a:pt x="973" y="6386"/>
                            <a:pt x="-170" y="4863"/>
                            <a:pt x="21" y="3053"/>
                          </a:cubicBezTo>
                          <a:cubicBezTo>
                            <a:pt x="211" y="1243"/>
                            <a:pt x="1640" y="-91"/>
                            <a:pt x="3259" y="5"/>
                          </a:cubicBezTo>
                          <a:cubicBezTo>
                            <a:pt x="4879" y="100"/>
                            <a:pt x="6022" y="1624"/>
                            <a:pt x="5831" y="343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415" name="Graphique 15">
                  <a:extLst>
                    <a:ext uri="{FF2B5EF4-FFF2-40B4-BE49-F238E27FC236}">
                      <a16:creationId xmlns:a16="http://schemas.microsoft.com/office/drawing/2014/main" id="{3B538C3B-6F5A-4C48-B5B6-630DF3E59A31}"/>
                    </a:ext>
                  </a:extLst>
                </p:cNvPr>
                <p:cNvGrpSpPr/>
                <p:nvPr/>
              </p:nvGrpSpPr>
              <p:grpSpPr>
                <a:xfrm>
                  <a:off x="11233147" y="3983045"/>
                  <a:ext cx="102904" cy="64202"/>
                  <a:chOff x="11233147" y="3983045"/>
                  <a:chExt cx="102904" cy="64202"/>
                </a:xfrm>
                <a:solidFill>
                  <a:schemeClr val="accent1"/>
                </a:solidFill>
              </p:grpSpPr>
              <p:grpSp>
                <p:nvGrpSpPr>
                  <p:cNvPr id="416" name="Graphique 15">
                    <a:extLst>
                      <a:ext uri="{FF2B5EF4-FFF2-40B4-BE49-F238E27FC236}">
                        <a16:creationId xmlns:a16="http://schemas.microsoft.com/office/drawing/2014/main" id="{3A74F4F6-F024-456B-BF08-34EF3F716B4C}"/>
                      </a:ext>
                    </a:extLst>
                  </p:cNvPr>
                  <p:cNvGrpSpPr/>
                  <p:nvPr/>
                </p:nvGrpSpPr>
                <p:grpSpPr>
                  <a:xfrm>
                    <a:off x="11299523" y="4002769"/>
                    <a:ext cx="36528" cy="44479"/>
                    <a:chOff x="11299523" y="4002769"/>
                    <a:chExt cx="36528" cy="44479"/>
                  </a:xfrm>
                  <a:solidFill>
                    <a:schemeClr val="accent1"/>
                  </a:solidFill>
                </p:grpSpPr>
                <p:sp>
                  <p:nvSpPr>
                    <p:cNvPr id="417" name="Forme libre : forme 416">
                      <a:extLst>
                        <a:ext uri="{FF2B5EF4-FFF2-40B4-BE49-F238E27FC236}">
                          <a16:creationId xmlns:a16="http://schemas.microsoft.com/office/drawing/2014/main" id="{CCEBCAC7-2341-499B-9F71-E30F8F6414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9550" y="4002864"/>
                      <a:ext cx="36502" cy="44384"/>
                    </a:xfrm>
                    <a:custGeom>
                      <a:avLst/>
                      <a:gdLst>
                        <a:gd name="connsiteX0" fmla="*/ 3310 w 36502"/>
                        <a:gd name="connsiteY0" fmla="*/ 36988 h 44384"/>
                        <a:gd name="connsiteX1" fmla="*/ 7596 w 36502"/>
                        <a:gd name="connsiteY1" fmla="*/ 6032 h 44384"/>
                        <a:gd name="connsiteX2" fmla="*/ 32932 w 36502"/>
                        <a:gd name="connsiteY2" fmla="*/ 6984 h 44384"/>
                        <a:gd name="connsiteX3" fmla="*/ 28646 w 36502"/>
                        <a:gd name="connsiteY3" fmla="*/ 38702 h 44384"/>
                        <a:gd name="connsiteX4" fmla="*/ 3310 w 36502"/>
                        <a:gd name="connsiteY4" fmla="*/ 36988 h 44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502" h="44384">
                          <a:moveTo>
                            <a:pt x="3310" y="36988"/>
                          </a:moveTo>
                          <a:cubicBezTo>
                            <a:pt x="-2501" y="27844"/>
                            <a:pt x="-405" y="14223"/>
                            <a:pt x="7596" y="6032"/>
                          </a:cubicBezTo>
                          <a:cubicBezTo>
                            <a:pt x="15406" y="-2255"/>
                            <a:pt x="26741" y="-2065"/>
                            <a:pt x="32932" y="6984"/>
                          </a:cubicBezTo>
                          <a:cubicBezTo>
                            <a:pt x="39219" y="16033"/>
                            <a:pt x="36838" y="30416"/>
                            <a:pt x="28646" y="38702"/>
                          </a:cubicBezTo>
                          <a:cubicBezTo>
                            <a:pt x="20264" y="46989"/>
                            <a:pt x="9025" y="46037"/>
                            <a:pt x="3310" y="369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18" name="Forme libre : forme 417">
                      <a:extLst>
                        <a:ext uri="{FF2B5EF4-FFF2-40B4-BE49-F238E27FC236}">
                          <a16:creationId xmlns:a16="http://schemas.microsoft.com/office/drawing/2014/main" id="{22CD692A-B57C-4421-A076-D59229E988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9523" y="4002769"/>
                      <a:ext cx="36387" cy="43083"/>
                    </a:xfrm>
                    <a:custGeom>
                      <a:avLst/>
                      <a:gdLst>
                        <a:gd name="connsiteX0" fmla="*/ 17909 w 36387"/>
                        <a:gd name="connsiteY0" fmla="*/ 22034 h 43083"/>
                        <a:gd name="connsiteX1" fmla="*/ 36388 w 36387"/>
                        <a:gd name="connsiteY1" fmla="*/ 17271 h 43083"/>
                        <a:gd name="connsiteX2" fmla="*/ 32958 w 36387"/>
                        <a:gd name="connsiteY2" fmla="*/ 6984 h 43083"/>
                        <a:gd name="connsiteX3" fmla="*/ 7622 w 36387"/>
                        <a:gd name="connsiteY3" fmla="*/ 6032 h 43083"/>
                        <a:gd name="connsiteX4" fmla="*/ 3336 w 36387"/>
                        <a:gd name="connsiteY4" fmla="*/ 36988 h 43083"/>
                        <a:gd name="connsiteX5" fmla="*/ 10289 w 36387"/>
                        <a:gd name="connsiteY5" fmla="*/ 43084 h 43083"/>
                        <a:gd name="connsiteX6" fmla="*/ 17909 w 36387"/>
                        <a:gd name="connsiteY6" fmla="*/ 22034 h 430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387" h="43083">
                          <a:moveTo>
                            <a:pt x="17909" y="22034"/>
                          </a:moveTo>
                          <a:cubicBezTo>
                            <a:pt x="23529" y="16414"/>
                            <a:pt x="30577" y="14890"/>
                            <a:pt x="36388" y="17271"/>
                          </a:cubicBezTo>
                          <a:cubicBezTo>
                            <a:pt x="36102" y="13556"/>
                            <a:pt x="34959" y="9937"/>
                            <a:pt x="32958" y="6984"/>
                          </a:cubicBezTo>
                          <a:cubicBezTo>
                            <a:pt x="26863" y="-2064"/>
                            <a:pt x="15433" y="-2255"/>
                            <a:pt x="7622" y="6032"/>
                          </a:cubicBezTo>
                          <a:cubicBezTo>
                            <a:pt x="-474" y="14223"/>
                            <a:pt x="-2474" y="27844"/>
                            <a:pt x="3336" y="36988"/>
                          </a:cubicBezTo>
                          <a:cubicBezTo>
                            <a:pt x="5145" y="39845"/>
                            <a:pt x="7622" y="41846"/>
                            <a:pt x="10289" y="43084"/>
                          </a:cubicBezTo>
                          <a:cubicBezTo>
                            <a:pt x="9717" y="35559"/>
                            <a:pt x="12385" y="27558"/>
                            <a:pt x="17909" y="2203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19" name="Forme libre : forme 418">
                      <a:extLst>
                        <a:ext uri="{FF2B5EF4-FFF2-40B4-BE49-F238E27FC236}">
                          <a16:creationId xmlns:a16="http://schemas.microsoft.com/office/drawing/2014/main" id="{56E64E84-D5A2-422D-BB3C-A0F322CE52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05282" y="4024084"/>
                      <a:ext cx="16982" cy="18842"/>
                    </a:xfrm>
                    <a:custGeom>
                      <a:avLst/>
                      <a:gdLst>
                        <a:gd name="connsiteX0" fmla="*/ 4816 w 16982"/>
                        <a:gd name="connsiteY0" fmla="*/ 17958 h 18842"/>
                        <a:gd name="connsiteX1" fmla="*/ 816 w 16982"/>
                        <a:gd name="connsiteY1" fmla="*/ 5481 h 18842"/>
                        <a:gd name="connsiteX2" fmla="*/ 12150 w 16982"/>
                        <a:gd name="connsiteY2" fmla="*/ 813 h 18842"/>
                        <a:gd name="connsiteX3" fmla="*/ 16151 w 16982"/>
                        <a:gd name="connsiteY3" fmla="*/ 13291 h 18842"/>
                        <a:gd name="connsiteX4" fmla="*/ 4816 w 16982"/>
                        <a:gd name="connsiteY4" fmla="*/ 17958 h 18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82" h="18842">
                          <a:moveTo>
                            <a:pt x="4816" y="17958"/>
                          </a:moveTo>
                          <a:cubicBezTo>
                            <a:pt x="625" y="15767"/>
                            <a:pt x="-1185" y="10148"/>
                            <a:pt x="816" y="5481"/>
                          </a:cubicBezTo>
                          <a:cubicBezTo>
                            <a:pt x="2816" y="813"/>
                            <a:pt x="7864" y="-1282"/>
                            <a:pt x="12150" y="813"/>
                          </a:cubicBezTo>
                          <a:cubicBezTo>
                            <a:pt x="16437" y="2909"/>
                            <a:pt x="18151" y="8528"/>
                            <a:pt x="16151" y="13291"/>
                          </a:cubicBezTo>
                          <a:cubicBezTo>
                            <a:pt x="14056" y="18149"/>
                            <a:pt x="9007" y="20149"/>
                            <a:pt x="4816" y="1795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20" name="Forme libre : forme 419">
                      <a:extLst>
                        <a:ext uri="{FF2B5EF4-FFF2-40B4-BE49-F238E27FC236}">
                          <a16:creationId xmlns:a16="http://schemas.microsoft.com/office/drawing/2014/main" id="{F742A747-6E6C-4545-922F-EAD9B62161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18046" y="4029870"/>
                      <a:ext cx="6011" cy="7263"/>
                    </a:xfrm>
                    <a:custGeom>
                      <a:avLst/>
                      <a:gdLst>
                        <a:gd name="connsiteX0" fmla="*/ 529 w 6011"/>
                        <a:gd name="connsiteY0" fmla="*/ 6077 h 7263"/>
                        <a:gd name="connsiteX1" fmla="*/ 1291 w 6011"/>
                        <a:gd name="connsiteY1" fmla="*/ 934 h 7263"/>
                        <a:gd name="connsiteX2" fmla="*/ 5482 w 6011"/>
                        <a:gd name="connsiteY2" fmla="*/ 1219 h 7263"/>
                        <a:gd name="connsiteX3" fmla="*/ 4720 w 6011"/>
                        <a:gd name="connsiteY3" fmla="*/ 6363 h 7263"/>
                        <a:gd name="connsiteX4" fmla="*/ 529 w 6011"/>
                        <a:gd name="connsiteY4" fmla="*/ 6077 h 7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11" h="7263">
                          <a:moveTo>
                            <a:pt x="529" y="6077"/>
                          </a:moveTo>
                          <a:cubicBezTo>
                            <a:pt x="-424" y="4553"/>
                            <a:pt x="-42" y="2267"/>
                            <a:pt x="1291" y="934"/>
                          </a:cubicBezTo>
                          <a:cubicBezTo>
                            <a:pt x="2624" y="-400"/>
                            <a:pt x="4530" y="-305"/>
                            <a:pt x="5482" y="1219"/>
                          </a:cubicBezTo>
                          <a:cubicBezTo>
                            <a:pt x="6435" y="2743"/>
                            <a:pt x="6054" y="5029"/>
                            <a:pt x="4720" y="6363"/>
                          </a:cubicBezTo>
                          <a:cubicBezTo>
                            <a:pt x="3387" y="7696"/>
                            <a:pt x="1482" y="7506"/>
                            <a:pt x="529" y="60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421" name="Graphique 15">
                    <a:extLst>
                      <a:ext uri="{FF2B5EF4-FFF2-40B4-BE49-F238E27FC236}">
                        <a16:creationId xmlns:a16="http://schemas.microsoft.com/office/drawing/2014/main" id="{BE524F61-7A0B-4F57-ACE8-6A5C2E3E370E}"/>
                      </a:ext>
                    </a:extLst>
                  </p:cNvPr>
                  <p:cNvGrpSpPr/>
                  <p:nvPr/>
                </p:nvGrpSpPr>
                <p:grpSpPr>
                  <a:xfrm>
                    <a:off x="11268363" y="3985933"/>
                    <a:ext cx="36355" cy="43075"/>
                    <a:chOff x="11268363" y="3985933"/>
                    <a:chExt cx="36355" cy="43075"/>
                  </a:xfrm>
                  <a:solidFill>
                    <a:schemeClr val="accent1"/>
                  </a:solidFill>
                </p:grpSpPr>
                <p:sp>
                  <p:nvSpPr>
                    <p:cNvPr id="422" name="Forme libre : forme 421">
                      <a:extLst>
                        <a:ext uri="{FF2B5EF4-FFF2-40B4-BE49-F238E27FC236}">
                          <a16:creationId xmlns:a16="http://schemas.microsoft.com/office/drawing/2014/main" id="{C4C99BE7-9A06-4082-8F6D-FE74AE3F93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68459" y="3985933"/>
                      <a:ext cx="36259" cy="43075"/>
                    </a:xfrm>
                    <a:custGeom>
                      <a:avLst/>
                      <a:gdLst>
                        <a:gd name="connsiteX0" fmla="*/ 3444 w 36259"/>
                        <a:gd name="connsiteY0" fmla="*/ 35821 h 43075"/>
                        <a:gd name="connsiteX1" fmla="*/ 7064 w 36259"/>
                        <a:gd name="connsiteY1" fmla="*/ 5818 h 43075"/>
                        <a:gd name="connsiteX2" fmla="*/ 32401 w 36259"/>
                        <a:gd name="connsiteY2" fmla="*/ 6770 h 43075"/>
                        <a:gd name="connsiteX3" fmla="*/ 28781 w 36259"/>
                        <a:gd name="connsiteY3" fmla="*/ 37536 h 43075"/>
                        <a:gd name="connsiteX4" fmla="*/ 3444 w 36259"/>
                        <a:gd name="connsiteY4" fmla="*/ 35821 h 430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259" h="43075">
                          <a:moveTo>
                            <a:pt x="3444" y="35821"/>
                          </a:moveTo>
                          <a:cubicBezTo>
                            <a:pt x="-2461" y="26963"/>
                            <a:pt x="-461" y="13914"/>
                            <a:pt x="7064" y="5818"/>
                          </a:cubicBezTo>
                          <a:cubicBezTo>
                            <a:pt x="14779" y="-2183"/>
                            <a:pt x="26209" y="-1993"/>
                            <a:pt x="32401" y="6770"/>
                          </a:cubicBezTo>
                          <a:cubicBezTo>
                            <a:pt x="38687" y="15533"/>
                            <a:pt x="37163" y="29535"/>
                            <a:pt x="28781" y="37536"/>
                          </a:cubicBezTo>
                          <a:cubicBezTo>
                            <a:pt x="20494" y="45632"/>
                            <a:pt x="9254" y="44679"/>
                            <a:pt x="3444" y="3582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23" name="Forme libre : forme 422">
                      <a:extLst>
                        <a:ext uri="{FF2B5EF4-FFF2-40B4-BE49-F238E27FC236}">
                          <a16:creationId xmlns:a16="http://schemas.microsoft.com/office/drawing/2014/main" id="{2962D726-8402-47AE-9FB7-D2DE984ED0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68363" y="3985933"/>
                      <a:ext cx="36020" cy="41726"/>
                    </a:xfrm>
                    <a:custGeom>
                      <a:avLst/>
                      <a:gdLst>
                        <a:gd name="connsiteX0" fmla="*/ 17922 w 36020"/>
                        <a:gd name="connsiteY0" fmla="*/ 21343 h 41726"/>
                        <a:gd name="connsiteX1" fmla="*/ 36020 w 36020"/>
                        <a:gd name="connsiteY1" fmla="*/ 16676 h 41726"/>
                        <a:gd name="connsiteX2" fmla="*/ 32401 w 36020"/>
                        <a:gd name="connsiteY2" fmla="*/ 6770 h 41726"/>
                        <a:gd name="connsiteX3" fmla="*/ 7064 w 36020"/>
                        <a:gd name="connsiteY3" fmla="*/ 5818 h 41726"/>
                        <a:gd name="connsiteX4" fmla="*/ 3444 w 36020"/>
                        <a:gd name="connsiteY4" fmla="*/ 35821 h 41726"/>
                        <a:gd name="connsiteX5" fmla="*/ 10398 w 36020"/>
                        <a:gd name="connsiteY5" fmla="*/ 41727 h 41726"/>
                        <a:gd name="connsiteX6" fmla="*/ 17922 w 36020"/>
                        <a:gd name="connsiteY6" fmla="*/ 21343 h 41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020" h="41726">
                          <a:moveTo>
                            <a:pt x="17922" y="21343"/>
                          </a:moveTo>
                          <a:cubicBezTo>
                            <a:pt x="23352" y="15914"/>
                            <a:pt x="30210" y="14390"/>
                            <a:pt x="36020" y="16676"/>
                          </a:cubicBezTo>
                          <a:cubicBezTo>
                            <a:pt x="35544" y="13056"/>
                            <a:pt x="34401" y="9628"/>
                            <a:pt x="32401" y="6770"/>
                          </a:cubicBezTo>
                          <a:cubicBezTo>
                            <a:pt x="26209" y="-1993"/>
                            <a:pt x="14874" y="-2183"/>
                            <a:pt x="7064" y="5818"/>
                          </a:cubicBezTo>
                          <a:cubicBezTo>
                            <a:pt x="-461" y="13914"/>
                            <a:pt x="-2461" y="26963"/>
                            <a:pt x="3444" y="35821"/>
                          </a:cubicBezTo>
                          <a:cubicBezTo>
                            <a:pt x="5349" y="38584"/>
                            <a:pt x="7731" y="40488"/>
                            <a:pt x="10398" y="41727"/>
                          </a:cubicBezTo>
                          <a:cubicBezTo>
                            <a:pt x="9921" y="34488"/>
                            <a:pt x="12398" y="26677"/>
                            <a:pt x="17922" y="2134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24" name="Forme libre : forme 423">
                      <a:extLst>
                        <a:ext uri="{FF2B5EF4-FFF2-40B4-BE49-F238E27FC236}">
                          <a16:creationId xmlns:a16="http://schemas.microsoft.com/office/drawing/2014/main" id="{7391C5F5-EED4-4AE4-86AD-DEF8B00C30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74248" y="4006555"/>
                      <a:ext cx="16946" cy="18278"/>
                    </a:xfrm>
                    <a:custGeom>
                      <a:avLst/>
                      <a:gdLst>
                        <a:gd name="connsiteX0" fmla="*/ 4894 w 16946"/>
                        <a:gd name="connsiteY0" fmla="*/ 17390 h 18278"/>
                        <a:gd name="connsiteX1" fmla="*/ 798 w 16946"/>
                        <a:gd name="connsiteY1" fmla="*/ 5293 h 18278"/>
                        <a:gd name="connsiteX2" fmla="*/ 12038 w 16946"/>
                        <a:gd name="connsiteY2" fmla="*/ 817 h 18278"/>
                        <a:gd name="connsiteX3" fmla="*/ 16133 w 16946"/>
                        <a:gd name="connsiteY3" fmla="*/ 12914 h 18278"/>
                        <a:gd name="connsiteX4" fmla="*/ 4894 w 16946"/>
                        <a:gd name="connsiteY4" fmla="*/ 17390 h 18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46" h="18278">
                          <a:moveTo>
                            <a:pt x="4894" y="17390"/>
                          </a:moveTo>
                          <a:cubicBezTo>
                            <a:pt x="703" y="15200"/>
                            <a:pt x="-1202" y="9866"/>
                            <a:pt x="798" y="5293"/>
                          </a:cubicBezTo>
                          <a:cubicBezTo>
                            <a:pt x="2703" y="817"/>
                            <a:pt x="7751" y="-1279"/>
                            <a:pt x="12038" y="817"/>
                          </a:cubicBezTo>
                          <a:cubicBezTo>
                            <a:pt x="16324" y="2912"/>
                            <a:pt x="18134" y="8341"/>
                            <a:pt x="16133" y="12914"/>
                          </a:cubicBezTo>
                          <a:cubicBezTo>
                            <a:pt x="14133" y="17581"/>
                            <a:pt x="9085" y="19581"/>
                            <a:pt x="4894" y="1739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25" name="Forme libre : forme 424">
                      <a:extLst>
                        <a:ext uri="{FF2B5EF4-FFF2-40B4-BE49-F238E27FC236}">
                          <a16:creationId xmlns:a16="http://schemas.microsoft.com/office/drawing/2014/main" id="{37EFF68A-975D-4E3F-8CDA-FF4F253392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86963" y="4012143"/>
                      <a:ext cx="5979" cy="7044"/>
                    </a:xfrm>
                    <a:custGeom>
                      <a:avLst/>
                      <a:gdLst>
                        <a:gd name="connsiteX0" fmla="*/ 561 w 5979"/>
                        <a:gd name="connsiteY0" fmla="*/ 5896 h 7044"/>
                        <a:gd name="connsiteX1" fmla="*/ 1228 w 5979"/>
                        <a:gd name="connsiteY1" fmla="*/ 943 h 7044"/>
                        <a:gd name="connsiteX2" fmla="*/ 5419 w 5979"/>
                        <a:gd name="connsiteY2" fmla="*/ 1134 h 7044"/>
                        <a:gd name="connsiteX3" fmla="*/ 4752 w 5979"/>
                        <a:gd name="connsiteY3" fmla="*/ 6182 h 7044"/>
                        <a:gd name="connsiteX4" fmla="*/ 561 w 5979"/>
                        <a:gd name="connsiteY4" fmla="*/ 5896 h 7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9" h="7044">
                          <a:moveTo>
                            <a:pt x="561" y="5896"/>
                          </a:moveTo>
                          <a:cubicBezTo>
                            <a:pt x="-391" y="4468"/>
                            <a:pt x="-106" y="2182"/>
                            <a:pt x="1228" y="943"/>
                          </a:cubicBezTo>
                          <a:cubicBezTo>
                            <a:pt x="2561" y="-390"/>
                            <a:pt x="4466" y="-295"/>
                            <a:pt x="5419" y="1134"/>
                          </a:cubicBezTo>
                          <a:cubicBezTo>
                            <a:pt x="6371" y="2563"/>
                            <a:pt x="6085" y="4849"/>
                            <a:pt x="4752" y="6182"/>
                          </a:cubicBezTo>
                          <a:cubicBezTo>
                            <a:pt x="3418" y="7420"/>
                            <a:pt x="1513" y="7325"/>
                            <a:pt x="561" y="589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426" name="Graphique 15">
                    <a:extLst>
                      <a:ext uri="{FF2B5EF4-FFF2-40B4-BE49-F238E27FC236}">
                        <a16:creationId xmlns:a16="http://schemas.microsoft.com/office/drawing/2014/main" id="{28480FE1-F961-4E0A-9421-0CE56B2B0F6E}"/>
                      </a:ext>
                    </a:extLst>
                  </p:cNvPr>
                  <p:cNvGrpSpPr/>
                  <p:nvPr/>
                </p:nvGrpSpPr>
                <p:grpSpPr>
                  <a:xfrm>
                    <a:off x="11233147" y="3983045"/>
                    <a:ext cx="36264" cy="41587"/>
                    <a:chOff x="11233147" y="3983045"/>
                    <a:chExt cx="36264" cy="41587"/>
                  </a:xfrm>
                  <a:solidFill>
                    <a:schemeClr val="accent1"/>
                  </a:solidFill>
                </p:grpSpPr>
                <p:sp>
                  <p:nvSpPr>
                    <p:cNvPr id="427" name="Forme libre : forme 426">
                      <a:extLst>
                        <a:ext uri="{FF2B5EF4-FFF2-40B4-BE49-F238E27FC236}">
                          <a16:creationId xmlns:a16="http://schemas.microsoft.com/office/drawing/2014/main" id="{965E9C5B-390B-4078-BD85-AB6C4AE728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33147" y="3983045"/>
                      <a:ext cx="36264" cy="41587"/>
                    </a:xfrm>
                    <a:custGeom>
                      <a:avLst/>
                      <a:gdLst>
                        <a:gd name="connsiteX0" fmla="*/ 3513 w 36264"/>
                        <a:gd name="connsiteY0" fmla="*/ 34422 h 41587"/>
                        <a:gd name="connsiteX1" fmla="*/ 7132 w 36264"/>
                        <a:gd name="connsiteY1" fmla="*/ 5467 h 41587"/>
                        <a:gd name="connsiteX2" fmla="*/ 32374 w 36264"/>
                        <a:gd name="connsiteY2" fmla="*/ 6705 h 41587"/>
                        <a:gd name="connsiteX3" fmla="*/ 28850 w 36264"/>
                        <a:gd name="connsiteY3" fmla="*/ 36423 h 41587"/>
                        <a:gd name="connsiteX4" fmla="*/ 3513 w 36264"/>
                        <a:gd name="connsiteY4" fmla="*/ 34422 h 41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264" h="41587">
                          <a:moveTo>
                            <a:pt x="3513" y="34422"/>
                          </a:moveTo>
                          <a:cubicBezTo>
                            <a:pt x="-2488" y="25755"/>
                            <a:pt x="-488" y="13182"/>
                            <a:pt x="7132" y="5467"/>
                          </a:cubicBezTo>
                          <a:cubicBezTo>
                            <a:pt x="14753" y="-2153"/>
                            <a:pt x="26087" y="-1868"/>
                            <a:pt x="32374" y="6705"/>
                          </a:cubicBezTo>
                          <a:cubicBezTo>
                            <a:pt x="38851" y="15277"/>
                            <a:pt x="36946" y="28708"/>
                            <a:pt x="28850" y="36423"/>
                          </a:cubicBezTo>
                          <a:cubicBezTo>
                            <a:pt x="20658" y="44138"/>
                            <a:pt x="9418" y="42995"/>
                            <a:pt x="3513" y="3442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28" name="Forme libre : forme 427">
                      <a:extLst>
                        <a:ext uri="{FF2B5EF4-FFF2-40B4-BE49-F238E27FC236}">
                          <a16:creationId xmlns:a16="http://schemas.microsoft.com/office/drawing/2014/main" id="{3D9241B3-1243-442C-89C0-50D4050846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33189" y="3983141"/>
                      <a:ext cx="36047" cy="40232"/>
                    </a:xfrm>
                    <a:custGeom>
                      <a:avLst/>
                      <a:gdLst>
                        <a:gd name="connsiteX0" fmla="*/ 17759 w 36047"/>
                        <a:gd name="connsiteY0" fmla="*/ 20516 h 40232"/>
                        <a:gd name="connsiteX1" fmla="*/ 36048 w 36047"/>
                        <a:gd name="connsiteY1" fmla="*/ 16325 h 40232"/>
                        <a:gd name="connsiteX2" fmla="*/ 32333 w 36047"/>
                        <a:gd name="connsiteY2" fmla="*/ 6705 h 40232"/>
                        <a:gd name="connsiteX3" fmla="*/ 7091 w 36047"/>
                        <a:gd name="connsiteY3" fmla="*/ 5466 h 40232"/>
                        <a:gd name="connsiteX4" fmla="*/ 3472 w 36047"/>
                        <a:gd name="connsiteY4" fmla="*/ 34423 h 40232"/>
                        <a:gd name="connsiteX5" fmla="*/ 10521 w 36047"/>
                        <a:gd name="connsiteY5" fmla="*/ 40233 h 40232"/>
                        <a:gd name="connsiteX6" fmla="*/ 17759 w 36047"/>
                        <a:gd name="connsiteY6" fmla="*/ 20516 h 402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047" h="40232">
                          <a:moveTo>
                            <a:pt x="17759" y="20516"/>
                          </a:moveTo>
                          <a:cubicBezTo>
                            <a:pt x="23284" y="15373"/>
                            <a:pt x="30237" y="13944"/>
                            <a:pt x="36048" y="16325"/>
                          </a:cubicBezTo>
                          <a:cubicBezTo>
                            <a:pt x="35571" y="12801"/>
                            <a:pt x="34428" y="9467"/>
                            <a:pt x="32333" y="6705"/>
                          </a:cubicBezTo>
                          <a:cubicBezTo>
                            <a:pt x="26046" y="-1868"/>
                            <a:pt x="14712" y="-2153"/>
                            <a:pt x="7091" y="5466"/>
                          </a:cubicBezTo>
                          <a:cubicBezTo>
                            <a:pt x="-529" y="13087"/>
                            <a:pt x="-2434" y="25755"/>
                            <a:pt x="3472" y="34423"/>
                          </a:cubicBezTo>
                          <a:cubicBezTo>
                            <a:pt x="5377" y="37185"/>
                            <a:pt x="7758" y="39090"/>
                            <a:pt x="10521" y="40233"/>
                          </a:cubicBezTo>
                          <a:cubicBezTo>
                            <a:pt x="9854" y="33089"/>
                            <a:pt x="12330" y="25659"/>
                            <a:pt x="17759" y="2051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29" name="Forme libre : forme 428">
                      <a:extLst>
                        <a:ext uri="{FF2B5EF4-FFF2-40B4-BE49-F238E27FC236}">
                          <a16:creationId xmlns:a16="http://schemas.microsoft.com/office/drawing/2014/main" id="{A477A352-4931-4CE8-8B75-63D763C25A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39049" y="4002899"/>
                      <a:ext cx="16886" cy="17689"/>
                    </a:xfrm>
                    <a:custGeom>
                      <a:avLst/>
                      <a:gdLst>
                        <a:gd name="connsiteX0" fmla="*/ 4946 w 16886"/>
                        <a:gd name="connsiteY0" fmla="*/ 16760 h 17689"/>
                        <a:gd name="connsiteX1" fmla="*/ 755 w 16886"/>
                        <a:gd name="connsiteY1" fmla="*/ 5044 h 17689"/>
                        <a:gd name="connsiteX2" fmla="*/ 11899 w 16886"/>
                        <a:gd name="connsiteY2" fmla="*/ 853 h 17689"/>
                        <a:gd name="connsiteX3" fmla="*/ 16090 w 16886"/>
                        <a:gd name="connsiteY3" fmla="*/ 12664 h 17689"/>
                        <a:gd name="connsiteX4" fmla="*/ 4946 w 16886"/>
                        <a:gd name="connsiteY4" fmla="*/ 16760 h 17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86" h="17689">
                          <a:moveTo>
                            <a:pt x="4946" y="16760"/>
                          </a:moveTo>
                          <a:cubicBezTo>
                            <a:pt x="660" y="14664"/>
                            <a:pt x="-1150" y="9426"/>
                            <a:pt x="755" y="5044"/>
                          </a:cubicBezTo>
                          <a:cubicBezTo>
                            <a:pt x="2660" y="662"/>
                            <a:pt x="7708" y="-1243"/>
                            <a:pt x="11899" y="853"/>
                          </a:cubicBezTo>
                          <a:cubicBezTo>
                            <a:pt x="16186" y="2853"/>
                            <a:pt x="18091" y="8187"/>
                            <a:pt x="16090" y="12664"/>
                          </a:cubicBezTo>
                          <a:cubicBezTo>
                            <a:pt x="14186" y="17141"/>
                            <a:pt x="9137" y="18951"/>
                            <a:pt x="4946" y="1676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30" name="Forme libre : forme 429">
                      <a:extLst>
                        <a:ext uri="{FF2B5EF4-FFF2-40B4-BE49-F238E27FC236}">
                          <a16:creationId xmlns:a16="http://schemas.microsoft.com/office/drawing/2014/main" id="{A251304A-20A4-441F-B8C1-DB7C4901A4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51721" y="4008319"/>
                      <a:ext cx="5979" cy="6906"/>
                    </a:xfrm>
                    <a:custGeom>
                      <a:avLst/>
                      <a:gdLst>
                        <a:gd name="connsiteX0" fmla="*/ 561 w 5979"/>
                        <a:gd name="connsiteY0" fmla="*/ 5720 h 6906"/>
                        <a:gd name="connsiteX1" fmla="*/ 1228 w 5979"/>
                        <a:gd name="connsiteY1" fmla="*/ 862 h 6906"/>
                        <a:gd name="connsiteX2" fmla="*/ 5419 w 5979"/>
                        <a:gd name="connsiteY2" fmla="*/ 1148 h 6906"/>
                        <a:gd name="connsiteX3" fmla="*/ 4752 w 5979"/>
                        <a:gd name="connsiteY3" fmla="*/ 6006 h 6906"/>
                        <a:gd name="connsiteX4" fmla="*/ 561 w 5979"/>
                        <a:gd name="connsiteY4" fmla="*/ 5720 h 6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9" h="6906">
                          <a:moveTo>
                            <a:pt x="561" y="5720"/>
                          </a:moveTo>
                          <a:cubicBezTo>
                            <a:pt x="-391" y="4292"/>
                            <a:pt x="-106" y="2101"/>
                            <a:pt x="1228" y="862"/>
                          </a:cubicBezTo>
                          <a:cubicBezTo>
                            <a:pt x="2561" y="-376"/>
                            <a:pt x="4466" y="-281"/>
                            <a:pt x="5419" y="1148"/>
                          </a:cubicBezTo>
                          <a:cubicBezTo>
                            <a:pt x="6371" y="2577"/>
                            <a:pt x="6085" y="4768"/>
                            <a:pt x="4752" y="6006"/>
                          </a:cubicBezTo>
                          <a:cubicBezTo>
                            <a:pt x="3418" y="7339"/>
                            <a:pt x="1514" y="7149"/>
                            <a:pt x="561" y="57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431" name="Graphique 15">
                  <a:extLst>
                    <a:ext uri="{FF2B5EF4-FFF2-40B4-BE49-F238E27FC236}">
                      <a16:creationId xmlns:a16="http://schemas.microsoft.com/office/drawing/2014/main" id="{680419FF-192B-44A5-9614-A5F8EFE6DE76}"/>
                    </a:ext>
                  </a:extLst>
                </p:cNvPr>
                <p:cNvGrpSpPr/>
                <p:nvPr/>
              </p:nvGrpSpPr>
              <p:grpSpPr>
                <a:xfrm>
                  <a:off x="11280750" y="3799690"/>
                  <a:ext cx="88502" cy="97687"/>
                  <a:chOff x="11280750" y="3799690"/>
                  <a:chExt cx="88502" cy="97687"/>
                </a:xfrm>
                <a:solidFill>
                  <a:schemeClr val="accent1"/>
                </a:solidFill>
              </p:grpSpPr>
              <p:grpSp>
                <p:nvGrpSpPr>
                  <p:cNvPr id="432" name="Graphique 15">
                    <a:extLst>
                      <a:ext uri="{FF2B5EF4-FFF2-40B4-BE49-F238E27FC236}">
                        <a16:creationId xmlns:a16="http://schemas.microsoft.com/office/drawing/2014/main" id="{D878678B-85E3-4147-90F5-E7CA818407F9}"/>
                      </a:ext>
                    </a:extLst>
                  </p:cNvPr>
                  <p:cNvGrpSpPr/>
                  <p:nvPr/>
                </p:nvGrpSpPr>
                <p:grpSpPr>
                  <a:xfrm>
                    <a:off x="11280750" y="3799690"/>
                    <a:ext cx="35643" cy="42601"/>
                    <a:chOff x="11280750" y="3799690"/>
                    <a:chExt cx="35643" cy="42601"/>
                  </a:xfrm>
                  <a:solidFill>
                    <a:schemeClr val="accent1"/>
                  </a:solidFill>
                </p:grpSpPr>
                <p:sp>
                  <p:nvSpPr>
                    <p:cNvPr id="433" name="Forme libre : forme 432">
                      <a:extLst>
                        <a:ext uri="{FF2B5EF4-FFF2-40B4-BE49-F238E27FC236}">
                          <a16:creationId xmlns:a16="http://schemas.microsoft.com/office/drawing/2014/main" id="{E1F60729-82CF-4091-AC4D-DCEB3FF6F8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80750" y="3799690"/>
                      <a:ext cx="35643" cy="42601"/>
                    </a:xfrm>
                    <a:custGeom>
                      <a:avLst/>
                      <a:gdLst>
                        <a:gd name="connsiteX0" fmla="*/ 34873 w 35643"/>
                        <a:gd name="connsiteY0" fmla="*/ 14229 h 42601"/>
                        <a:gd name="connsiteX1" fmla="*/ 22967 w 35643"/>
                        <a:gd name="connsiteY1" fmla="*/ 41565 h 42601"/>
                        <a:gd name="connsiteX2" fmla="*/ 773 w 35643"/>
                        <a:gd name="connsiteY2" fmla="*/ 28040 h 42601"/>
                        <a:gd name="connsiteX3" fmla="*/ 12299 w 35643"/>
                        <a:gd name="connsiteY3" fmla="*/ 1275 h 42601"/>
                        <a:gd name="connsiteX4" fmla="*/ 34873 w 35643"/>
                        <a:gd name="connsiteY4" fmla="*/ 14229 h 42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43" h="42601">
                          <a:moveTo>
                            <a:pt x="34873" y="14229"/>
                          </a:moveTo>
                          <a:cubicBezTo>
                            <a:pt x="37730" y="25563"/>
                            <a:pt x="32396" y="37851"/>
                            <a:pt x="22967" y="41565"/>
                          </a:cubicBezTo>
                          <a:cubicBezTo>
                            <a:pt x="13537" y="45185"/>
                            <a:pt x="3631" y="38994"/>
                            <a:pt x="773" y="28040"/>
                          </a:cubicBezTo>
                          <a:cubicBezTo>
                            <a:pt x="-2084" y="17086"/>
                            <a:pt x="3250" y="5275"/>
                            <a:pt x="12299" y="1275"/>
                          </a:cubicBezTo>
                          <a:cubicBezTo>
                            <a:pt x="21347" y="-2726"/>
                            <a:pt x="31920" y="2989"/>
                            <a:pt x="34873" y="1422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34" name="Forme libre : forme 433">
                      <a:extLst>
                        <a:ext uri="{FF2B5EF4-FFF2-40B4-BE49-F238E27FC236}">
                          <a16:creationId xmlns:a16="http://schemas.microsoft.com/office/drawing/2014/main" id="{EC68792E-BA2D-43F3-9313-1FE1627456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80769" y="3805061"/>
                      <a:ext cx="35625" cy="37230"/>
                    </a:xfrm>
                    <a:custGeom>
                      <a:avLst/>
                      <a:gdLst>
                        <a:gd name="connsiteX0" fmla="*/ 17995 w 35625"/>
                        <a:gd name="connsiteY0" fmla="*/ 16288 h 37230"/>
                        <a:gd name="connsiteX1" fmla="*/ 469 w 35625"/>
                        <a:gd name="connsiteY1" fmla="*/ 11906 h 37230"/>
                        <a:gd name="connsiteX2" fmla="*/ 755 w 35625"/>
                        <a:gd name="connsiteY2" fmla="*/ 22670 h 37230"/>
                        <a:gd name="connsiteX3" fmla="*/ 22948 w 35625"/>
                        <a:gd name="connsiteY3" fmla="*/ 36195 h 37230"/>
                        <a:gd name="connsiteX4" fmla="*/ 34854 w 35625"/>
                        <a:gd name="connsiteY4" fmla="*/ 8858 h 37230"/>
                        <a:gd name="connsiteX5" fmla="*/ 29996 w 35625"/>
                        <a:gd name="connsiteY5" fmla="*/ 0 h 37230"/>
                        <a:gd name="connsiteX6" fmla="*/ 17995 w 35625"/>
                        <a:gd name="connsiteY6" fmla="*/ 16288 h 372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25" h="37230">
                          <a:moveTo>
                            <a:pt x="17995" y="16288"/>
                          </a:moveTo>
                          <a:cubicBezTo>
                            <a:pt x="11613" y="18860"/>
                            <a:pt x="4946" y="16859"/>
                            <a:pt x="469" y="11906"/>
                          </a:cubicBezTo>
                          <a:cubicBezTo>
                            <a:pt x="-198" y="15335"/>
                            <a:pt x="-198" y="19050"/>
                            <a:pt x="755" y="22670"/>
                          </a:cubicBezTo>
                          <a:cubicBezTo>
                            <a:pt x="3612" y="33623"/>
                            <a:pt x="13518" y="39814"/>
                            <a:pt x="22948" y="36195"/>
                          </a:cubicBezTo>
                          <a:cubicBezTo>
                            <a:pt x="32378" y="32575"/>
                            <a:pt x="37712" y="20193"/>
                            <a:pt x="34854" y="8858"/>
                          </a:cubicBezTo>
                          <a:cubicBezTo>
                            <a:pt x="33997" y="5239"/>
                            <a:pt x="32187" y="2286"/>
                            <a:pt x="29996" y="0"/>
                          </a:cubicBezTo>
                          <a:cubicBezTo>
                            <a:pt x="28853" y="7334"/>
                            <a:pt x="24282" y="13716"/>
                            <a:pt x="17995" y="1628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35" name="Forme libre : forme 434">
                      <a:extLst>
                        <a:ext uri="{FF2B5EF4-FFF2-40B4-BE49-F238E27FC236}">
                          <a16:creationId xmlns:a16="http://schemas.microsoft.com/office/drawing/2014/main" id="{2ECBE181-2530-4E6E-AD96-E7B38C4650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6292" y="3805368"/>
                      <a:ext cx="15930" cy="19208"/>
                    </a:xfrm>
                    <a:custGeom>
                      <a:avLst/>
                      <a:gdLst>
                        <a:gd name="connsiteX0" fmla="*/ 13330 w 15930"/>
                        <a:gd name="connsiteY0" fmla="*/ 3216 h 19208"/>
                        <a:gd name="connsiteX1" fmla="*/ 13806 w 15930"/>
                        <a:gd name="connsiteY1" fmla="*/ 16837 h 19208"/>
                        <a:gd name="connsiteX2" fmla="*/ 2567 w 15930"/>
                        <a:gd name="connsiteY2" fmla="*/ 15885 h 19208"/>
                        <a:gd name="connsiteX3" fmla="*/ 2090 w 15930"/>
                        <a:gd name="connsiteY3" fmla="*/ 2455 h 19208"/>
                        <a:gd name="connsiteX4" fmla="*/ 13330 w 15930"/>
                        <a:gd name="connsiteY4" fmla="*/ 3216 h 19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30" h="19208">
                          <a:moveTo>
                            <a:pt x="13330" y="3216"/>
                          </a:moveTo>
                          <a:cubicBezTo>
                            <a:pt x="16663" y="7217"/>
                            <a:pt x="16759" y="13313"/>
                            <a:pt x="13806" y="16837"/>
                          </a:cubicBezTo>
                          <a:cubicBezTo>
                            <a:pt x="10853" y="20361"/>
                            <a:pt x="5805" y="19885"/>
                            <a:pt x="2567" y="15885"/>
                          </a:cubicBezTo>
                          <a:cubicBezTo>
                            <a:pt x="-672" y="11884"/>
                            <a:pt x="-862" y="5883"/>
                            <a:pt x="2090" y="2455"/>
                          </a:cubicBezTo>
                          <a:cubicBezTo>
                            <a:pt x="4852" y="-1070"/>
                            <a:pt x="9901" y="-784"/>
                            <a:pt x="13330" y="321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36" name="Forme libre : forme 435">
                      <a:extLst>
                        <a:ext uri="{FF2B5EF4-FFF2-40B4-BE49-F238E27FC236}">
                          <a16:creationId xmlns:a16="http://schemas.microsoft.com/office/drawing/2014/main" id="{BF578ED1-2F4A-4651-9EED-502E6B52FE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4727" y="3808181"/>
                      <a:ext cx="5882" cy="6998"/>
                    </a:xfrm>
                    <a:custGeom>
                      <a:avLst/>
                      <a:gdLst>
                        <a:gd name="connsiteX0" fmla="*/ 5751 w 5882"/>
                        <a:gd name="connsiteY0" fmla="*/ 2309 h 6998"/>
                        <a:gd name="connsiteX1" fmla="*/ 3846 w 5882"/>
                        <a:gd name="connsiteY1" fmla="*/ 6785 h 6998"/>
                        <a:gd name="connsiteX2" fmla="*/ 132 w 5882"/>
                        <a:gd name="connsiteY2" fmla="*/ 4690 h 6998"/>
                        <a:gd name="connsiteX3" fmla="*/ 2036 w 5882"/>
                        <a:gd name="connsiteY3" fmla="*/ 213 h 6998"/>
                        <a:gd name="connsiteX4" fmla="*/ 5751 w 5882"/>
                        <a:gd name="connsiteY4" fmla="*/ 2309 h 6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2" h="6998">
                          <a:moveTo>
                            <a:pt x="5751" y="2309"/>
                          </a:moveTo>
                          <a:cubicBezTo>
                            <a:pt x="6227" y="4118"/>
                            <a:pt x="5370" y="6119"/>
                            <a:pt x="3846" y="6785"/>
                          </a:cubicBezTo>
                          <a:cubicBezTo>
                            <a:pt x="2322" y="7452"/>
                            <a:pt x="608" y="6500"/>
                            <a:pt x="132" y="4690"/>
                          </a:cubicBezTo>
                          <a:cubicBezTo>
                            <a:pt x="-345" y="2880"/>
                            <a:pt x="513" y="880"/>
                            <a:pt x="2036" y="213"/>
                          </a:cubicBezTo>
                          <a:cubicBezTo>
                            <a:pt x="3656" y="-454"/>
                            <a:pt x="5275" y="499"/>
                            <a:pt x="5751" y="23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437" name="Graphique 15">
                    <a:extLst>
                      <a:ext uri="{FF2B5EF4-FFF2-40B4-BE49-F238E27FC236}">
                        <a16:creationId xmlns:a16="http://schemas.microsoft.com/office/drawing/2014/main" id="{397DE231-AF2A-4D36-A4D6-DF1F095274FC}"/>
                      </a:ext>
                    </a:extLst>
                  </p:cNvPr>
                  <p:cNvGrpSpPr/>
                  <p:nvPr/>
                </p:nvGrpSpPr>
                <p:grpSpPr>
                  <a:xfrm>
                    <a:off x="11303560" y="3831017"/>
                    <a:ext cx="35876" cy="43717"/>
                    <a:chOff x="11303560" y="3831017"/>
                    <a:chExt cx="35876" cy="43717"/>
                  </a:xfrm>
                  <a:solidFill>
                    <a:schemeClr val="accent1"/>
                  </a:solidFill>
                </p:grpSpPr>
                <p:sp>
                  <p:nvSpPr>
                    <p:cNvPr id="438" name="Forme libre : forme 437">
                      <a:extLst>
                        <a:ext uri="{FF2B5EF4-FFF2-40B4-BE49-F238E27FC236}">
                          <a16:creationId xmlns:a16="http://schemas.microsoft.com/office/drawing/2014/main" id="{9EB3ABD2-D040-4978-BBB0-9E57173461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03560" y="3831017"/>
                      <a:ext cx="35781" cy="43629"/>
                    </a:xfrm>
                    <a:custGeom>
                      <a:avLst/>
                      <a:gdLst>
                        <a:gd name="connsiteX0" fmla="*/ 35018 w 35781"/>
                        <a:gd name="connsiteY0" fmla="*/ 15097 h 43629"/>
                        <a:gd name="connsiteX1" fmla="*/ 22350 w 35781"/>
                        <a:gd name="connsiteY1" fmla="*/ 42719 h 43629"/>
                        <a:gd name="connsiteX2" fmla="*/ 728 w 35781"/>
                        <a:gd name="connsiteY2" fmla="*/ 28241 h 43629"/>
                        <a:gd name="connsiteX3" fmla="*/ 12730 w 35781"/>
                        <a:gd name="connsiteY3" fmla="*/ 1095 h 43629"/>
                        <a:gd name="connsiteX4" fmla="*/ 35018 w 35781"/>
                        <a:gd name="connsiteY4" fmla="*/ 15097 h 436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81" h="43629">
                          <a:moveTo>
                            <a:pt x="35018" y="15097"/>
                          </a:moveTo>
                          <a:cubicBezTo>
                            <a:pt x="37971" y="26813"/>
                            <a:pt x="32065" y="39290"/>
                            <a:pt x="22350" y="42719"/>
                          </a:cubicBezTo>
                          <a:cubicBezTo>
                            <a:pt x="12730" y="46148"/>
                            <a:pt x="3109" y="39576"/>
                            <a:pt x="728" y="28241"/>
                          </a:cubicBezTo>
                          <a:cubicBezTo>
                            <a:pt x="-2034" y="16906"/>
                            <a:pt x="3300" y="4905"/>
                            <a:pt x="12730" y="1095"/>
                          </a:cubicBezTo>
                          <a:cubicBezTo>
                            <a:pt x="22350" y="-2620"/>
                            <a:pt x="32256" y="3381"/>
                            <a:pt x="35018" y="1509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39" name="Forme libre : forme 438">
                      <a:extLst>
                        <a:ext uri="{FF2B5EF4-FFF2-40B4-BE49-F238E27FC236}">
                          <a16:creationId xmlns:a16="http://schemas.microsoft.com/office/drawing/2014/main" id="{296DA938-00DE-4E90-B391-06E8202F3E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03714" y="3836969"/>
                      <a:ext cx="35722" cy="37764"/>
                    </a:xfrm>
                    <a:custGeom>
                      <a:avLst/>
                      <a:gdLst>
                        <a:gd name="connsiteX0" fmla="*/ 18005 w 35722"/>
                        <a:gd name="connsiteY0" fmla="*/ 16288 h 37764"/>
                        <a:gd name="connsiteX1" fmla="*/ 479 w 35722"/>
                        <a:gd name="connsiteY1" fmla="*/ 11335 h 37764"/>
                        <a:gd name="connsiteX2" fmla="*/ 669 w 35722"/>
                        <a:gd name="connsiteY2" fmla="*/ 22384 h 37764"/>
                        <a:gd name="connsiteX3" fmla="*/ 22291 w 35722"/>
                        <a:gd name="connsiteY3" fmla="*/ 36862 h 37764"/>
                        <a:gd name="connsiteX4" fmla="*/ 34959 w 35722"/>
                        <a:gd name="connsiteY4" fmla="*/ 9239 h 37764"/>
                        <a:gd name="connsiteX5" fmla="*/ 30292 w 35722"/>
                        <a:gd name="connsiteY5" fmla="*/ 0 h 37764"/>
                        <a:gd name="connsiteX6" fmla="*/ 18005 w 35722"/>
                        <a:gd name="connsiteY6" fmla="*/ 16288 h 37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22" h="37764">
                          <a:moveTo>
                            <a:pt x="18005" y="16288"/>
                          </a:moveTo>
                          <a:cubicBezTo>
                            <a:pt x="11527" y="18764"/>
                            <a:pt x="4955" y="16478"/>
                            <a:pt x="479" y="11335"/>
                          </a:cubicBezTo>
                          <a:cubicBezTo>
                            <a:pt x="-188" y="14859"/>
                            <a:pt x="-188" y="18669"/>
                            <a:pt x="669" y="22384"/>
                          </a:cubicBezTo>
                          <a:cubicBezTo>
                            <a:pt x="2955" y="33623"/>
                            <a:pt x="12670" y="40291"/>
                            <a:pt x="22291" y="36862"/>
                          </a:cubicBezTo>
                          <a:cubicBezTo>
                            <a:pt x="32006" y="33433"/>
                            <a:pt x="37912" y="20860"/>
                            <a:pt x="34959" y="9239"/>
                          </a:cubicBezTo>
                          <a:cubicBezTo>
                            <a:pt x="34101" y="5524"/>
                            <a:pt x="32387" y="2476"/>
                            <a:pt x="30292" y="0"/>
                          </a:cubicBezTo>
                          <a:cubicBezTo>
                            <a:pt x="28863" y="7429"/>
                            <a:pt x="24386" y="13906"/>
                            <a:pt x="18005" y="1628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40" name="Forme libre : forme 439">
                      <a:extLst>
                        <a:ext uri="{FF2B5EF4-FFF2-40B4-BE49-F238E27FC236}">
                          <a16:creationId xmlns:a16="http://schemas.microsoft.com/office/drawing/2014/main" id="{C9CFDECF-74C9-4A82-9E68-497F5BB370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19298" y="3836988"/>
                      <a:ext cx="15889" cy="19725"/>
                    </a:xfrm>
                    <a:custGeom>
                      <a:avLst/>
                      <a:gdLst>
                        <a:gd name="connsiteX0" fmla="*/ 13374 w 15889"/>
                        <a:gd name="connsiteY0" fmla="*/ 3410 h 19725"/>
                        <a:gd name="connsiteX1" fmla="*/ 13755 w 15889"/>
                        <a:gd name="connsiteY1" fmla="*/ 17412 h 19725"/>
                        <a:gd name="connsiteX2" fmla="*/ 2515 w 15889"/>
                        <a:gd name="connsiteY2" fmla="*/ 16173 h 19725"/>
                        <a:gd name="connsiteX3" fmla="*/ 2135 w 15889"/>
                        <a:gd name="connsiteY3" fmla="*/ 2362 h 19725"/>
                        <a:gd name="connsiteX4" fmla="*/ 13374 w 15889"/>
                        <a:gd name="connsiteY4" fmla="*/ 3410 h 19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9" h="19725">
                          <a:moveTo>
                            <a:pt x="13374" y="3410"/>
                          </a:moveTo>
                          <a:cubicBezTo>
                            <a:pt x="16613" y="7601"/>
                            <a:pt x="16708" y="13887"/>
                            <a:pt x="13755" y="17412"/>
                          </a:cubicBezTo>
                          <a:cubicBezTo>
                            <a:pt x="10707" y="20936"/>
                            <a:pt x="5659" y="20364"/>
                            <a:pt x="2515" y="16173"/>
                          </a:cubicBezTo>
                          <a:cubicBezTo>
                            <a:pt x="-723" y="11982"/>
                            <a:pt x="-818" y="5886"/>
                            <a:pt x="2135" y="2362"/>
                          </a:cubicBezTo>
                          <a:cubicBezTo>
                            <a:pt x="5183" y="-1162"/>
                            <a:pt x="10231" y="-686"/>
                            <a:pt x="13374" y="34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41" name="Forme libre : forme 440">
                      <a:extLst>
                        <a:ext uri="{FF2B5EF4-FFF2-40B4-BE49-F238E27FC236}">
                          <a16:creationId xmlns:a16="http://schemas.microsoft.com/office/drawing/2014/main" id="{3A01F69F-9823-45F6-BEFE-E77CC56CDC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17778" y="3839720"/>
                      <a:ext cx="5881" cy="7166"/>
                    </a:xfrm>
                    <a:custGeom>
                      <a:avLst/>
                      <a:gdLst>
                        <a:gd name="connsiteX0" fmla="*/ 5750 w 5881"/>
                        <a:gd name="connsiteY0" fmla="*/ 2393 h 7166"/>
                        <a:gd name="connsiteX1" fmla="*/ 3751 w 5881"/>
                        <a:gd name="connsiteY1" fmla="*/ 6965 h 7166"/>
                        <a:gd name="connsiteX2" fmla="*/ 131 w 5881"/>
                        <a:gd name="connsiteY2" fmla="*/ 4679 h 7166"/>
                        <a:gd name="connsiteX3" fmla="*/ 2131 w 5881"/>
                        <a:gd name="connsiteY3" fmla="*/ 202 h 7166"/>
                        <a:gd name="connsiteX4" fmla="*/ 5750 w 5881"/>
                        <a:gd name="connsiteY4" fmla="*/ 2393 h 71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1" h="7166">
                          <a:moveTo>
                            <a:pt x="5750" y="2393"/>
                          </a:moveTo>
                          <a:cubicBezTo>
                            <a:pt x="6227" y="4298"/>
                            <a:pt x="5370" y="6298"/>
                            <a:pt x="3751" y="6965"/>
                          </a:cubicBezTo>
                          <a:cubicBezTo>
                            <a:pt x="2131" y="7632"/>
                            <a:pt x="607" y="6584"/>
                            <a:pt x="131" y="4679"/>
                          </a:cubicBezTo>
                          <a:cubicBezTo>
                            <a:pt x="-345" y="2774"/>
                            <a:pt x="512" y="774"/>
                            <a:pt x="2131" y="202"/>
                          </a:cubicBezTo>
                          <a:cubicBezTo>
                            <a:pt x="3655" y="-465"/>
                            <a:pt x="5370" y="583"/>
                            <a:pt x="5750" y="239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442" name="Graphique 15">
                    <a:extLst>
                      <a:ext uri="{FF2B5EF4-FFF2-40B4-BE49-F238E27FC236}">
                        <a16:creationId xmlns:a16="http://schemas.microsoft.com/office/drawing/2014/main" id="{957E14A3-EB0A-473D-8968-073D735B8563}"/>
                      </a:ext>
                    </a:extLst>
                  </p:cNvPr>
                  <p:cNvGrpSpPr/>
                  <p:nvPr/>
                </p:nvGrpSpPr>
                <p:grpSpPr>
                  <a:xfrm>
                    <a:off x="11333414" y="3852312"/>
                    <a:ext cx="35838" cy="45065"/>
                    <a:chOff x="11333414" y="3852312"/>
                    <a:chExt cx="35838" cy="45065"/>
                  </a:xfrm>
                  <a:solidFill>
                    <a:schemeClr val="accent1"/>
                  </a:solidFill>
                </p:grpSpPr>
                <p:sp>
                  <p:nvSpPr>
                    <p:cNvPr id="443" name="Forme libre : forme 442">
                      <a:extLst>
                        <a:ext uri="{FF2B5EF4-FFF2-40B4-BE49-F238E27FC236}">
                          <a16:creationId xmlns:a16="http://schemas.microsoft.com/office/drawing/2014/main" id="{BC5D7AFB-CE89-46E0-98A1-323EB3038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33449" y="3852312"/>
                      <a:ext cx="35804" cy="45065"/>
                    </a:xfrm>
                    <a:custGeom>
                      <a:avLst/>
                      <a:gdLst>
                        <a:gd name="connsiteX0" fmla="*/ 35323 w 35804"/>
                        <a:gd name="connsiteY0" fmla="*/ 15804 h 45065"/>
                        <a:gd name="connsiteX1" fmla="*/ 21893 w 35804"/>
                        <a:gd name="connsiteY1" fmla="*/ 44189 h 45065"/>
                        <a:gd name="connsiteX2" fmla="*/ 462 w 35804"/>
                        <a:gd name="connsiteY2" fmla="*/ 28949 h 45065"/>
                        <a:gd name="connsiteX3" fmla="*/ 13416 w 35804"/>
                        <a:gd name="connsiteY3" fmla="*/ 1136 h 45065"/>
                        <a:gd name="connsiteX4" fmla="*/ 35323 w 35804"/>
                        <a:gd name="connsiteY4" fmla="*/ 15804 h 45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04" h="45065">
                          <a:moveTo>
                            <a:pt x="35323" y="15804"/>
                          </a:moveTo>
                          <a:cubicBezTo>
                            <a:pt x="37610" y="27901"/>
                            <a:pt x="31514" y="40760"/>
                            <a:pt x="21893" y="44189"/>
                          </a:cubicBezTo>
                          <a:cubicBezTo>
                            <a:pt x="12273" y="47618"/>
                            <a:pt x="2653" y="40665"/>
                            <a:pt x="462" y="28949"/>
                          </a:cubicBezTo>
                          <a:cubicBezTo>
                            <a:pt x="-1729" y="17233"/>
                            <a:pt x="4082" y="4946"/>
                            <a:pt x="13416" y="1136"/>
                          </a:cubicBezTo>
                          <a:cubicBezTo>
                            <a:pt x="22751" y="-2770"/>
                            <a:pt x="32847" y="3708"/>
                            <a:pt x="35323" y="1580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44" name="Forme libre : forme 443">
                      <a:extLst>
                        <a:ext uri="{FF2B5EF4-FFF2-40B4-BE49-F238E27FC236}">
                          <a16:creationId xmlns:a16="http://schemas.microsoft.com/office/drawing/2014/main" id="{2F8CBCE7-CFFA-4A53-98E4-D1E1105BD8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33414" y="3858305"/>
                      <a:ext cx="35743" cy="38881"/>
                    </a:xfrm>
                    <a:custGeom>
                      <a:avLst/>
                      <a:gdLst>
                        <a:gd name="connsiteX0" fmla="*/ 18117 w 35743"/>
                        <a:gd name="connsiteY0" fmla="*/ 16859 h 38881"/>
                        <a:gd name="connsiteX1" fmla="*/ 782 w 35743"/>
                        <a:gd name="connsiteY1" fmla="*/ 11430 h 38881"/>
                        <a:gd name="connsiteX2" fmla="*/ 401 w 35743"/>
                        <a:gd name="connsiteY2" fmla="*/ 22765 h 38881"/>
                        <a:gd name="connsiteX3" fmla="*/ 21832 w 35743"/>
                        <a:gd name="connsiteY3" fmla="*/ 38005 h 38881"/>
                        <a:gd name="connsiteX4" fmla="*/ 35263 w 35743"/>
                        <a:gd name="connsiteY4" fmla="*/ 9620 h 38881"/>
                        <a:gd name="connsiteX5" fmla="*/ 30786 w 35743"/>
                        <a:gd name="connsiteY5" fmla="*/ 0 h 38881"/>
                        <a:gd name="connsiteX6" fmla="*/ 18117 w 35743"/>
                        <a:gd name="connsiteY6" fmla="*/ 16859 h 38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43" h="38881">
                          <a:moveTo>
                            <a:pt x="18117" y="16859"/>
                          </a:moveTo>
                          <a:cubicBezTo>
                            <a:pt x="11545" y="19336"/>
                            <a:pt x="5068" y="16859"/>
                            <a:pt x="782" y="11430"/>
                          </a:cubicBezTo>
                          <a:cubicBezTo>
                            <a:pt x="-75" y="15049"/>
                            <a:pt x="-266" y="18955"/>
                            <a:pt x="401" y="22765"/>
                          </a:cubicBezTo>
                          <a:cubicBezTo>
                            <a:pt x="2687" y="34480"/>
                            <a:pt x="12212" y="41434"/>
                            <a:pt x="21832" y="38005"/>
                          </a:cubicBezTo>
                          <a:cubicBezTo>
                            <a:pt x="31453" y="34576"/>
                            <a:pt x="37549" y="21717"/>
                            <a:pt x="35263" y="9620"/>
                          </a:cubicBezTo>
                          <a:cubicBezTo>
                            <a:pt x="34596" y="5810"/>
                            <a:pt x="32786" y="2572"/>
                            <a:pt x="30786" y="0"/>
                          </a:cubicBezTo>
                          <a:cubicBezTo>
                            <a:pt x="29547" y="7906"/>
                            <a:pt x="24499" y="14478"/>
                            <a:pt x="18117" y="168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45" name="Forme libre : forme 444">
                      <a:extLst>
                        <a:ext uri="{FF2B5EF4-FFF2-40B4-BE49-F238E27FC236}">
                          <a16:creationId xmlns:a16="http://schemas.microsoft.com/office/drawing/2014/main" id="{3E1CC4FB-9AF8-45BC-82F9-CCFA4D7116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49469" y="3858406"/>
                      <a:ext cx="15889" cy="20486"/>
                    </a:xfrm>
                    <a:custGeom>
                      <a:avLst/>
                      <a:gdLst>
                        <a:gd name="connsiteX0" fmla="*/ 13589 w 15889"/>
                        <a:gd name="connsiteY0" fmla="*/ 3709 h 20486"/>
                        <a:gd name="connsiteX1" fmla="*/ 13398 w 15889"/>
                        <a:gd name="connsiteY1" fmla="*/ 18188 h 20486"/>
                        <a:gd name="connsiteX2" fmla="*/ 2159 w 15889"/>
                        <a:gd name="connsiteY2" fmla="*/ 16664 h 20486"/>
                        <a:gd name="connsiteX3" fmla="*/ 2349 w 15889"/>
                        <a:gd name="connsiteY3" fmla="*/ 2376 h 20486"/>
                        <a:gd name="connsiteX4" fmla="*/ 13589 w 15889"/>
                        <a:gd name="connsiteY4" fmla="*/ 3709 h 204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9" h="20486">
                          <a:moveTo>
                            <a:pt x="13589" y="3709"/>
                          </a:moveTo>
                          <a:cubicBezTo>
                            <a:pt x="16827" y="8091"/>
                            <a:pt x="16541" y="14568"/>
                            <a:pt x="13398" y="18188"/>
                          </a:cubicBezTo>
                          <a:cubicBezTo>
                            <a:pt x="10160" y="21807"/>
                            <a:pt x="5207" y="21045"/>
                            <a:pt x="2159" y="16664"/>
                          </a:cubicBezTo>
                          <a:cubicBezTo>
                            <a:pt x="-890" y="12282"/>
                            <a:pt x="-604" y="5996"/>
                            <a:pt x="2349" y="2376"/>
                          </a:cubicBezTo>
                          <a:cubicBezTo>
                            <a:pt x="5397" y="-1243"/>
                            <a:pt x="10445" y="-672"/>
                            <a:pt x="13589" y="370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46" name="Forme libre : forme 445">
                      <a:extLst>
                        <a:ext uri="{FF2B5EF4-FFF2-40B4-BE49-F238E27FC236}">
                          <a16:creationId xmlns:a16="http://schemas.microsoft.com/office/drawing/2014/main" id="{1950E4E6-5114-498C-B177-CB69098FE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48114" y="3861103"/>
                      <a:ext cx="5882" cy="7454"/>
                    </a:xfrm>
                    <a:custGeom>
                      <a:avLst/>
                      <a:gdLst>
                        <a:gd name="connsiteX0" fmla="*/ 5799 w 5882"/>
                        <a:gd name="connsiteY0" fmla="*/ 2632 h 7454"/>
                        <a:gd name="connsiteX1" fmla="*/ 3608 w 5882"/>
                        <a:gd name="connsiteY1" fmla="*/ 7299 h 7454"/>
                        <a:gd name="connsiteX2" fmla="*/ 84 w 5882"/>
                        <a:gd name="connsiteY2" fmla="*/ 4822 h 7454"/>
                        <a:gd name="connsiteX3" fmla="*/ 2180 w 5882"/>
                        <a:gd name="connsiteY3" fmla="*/ 155 h 7454"/>
                        <a:gd name="connsiteX4" fmla="*/ 5799 w 5882"/>
                        <a:gd name="connsiteY4" fmla="*/ 2632 h 7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2" h="7454">
                          <a:moveTo>
                            <a:pt x="5799" y="2632"/>
                          </a:moveTo>
                          <a:cubicBezTo>
                            <a:pt x="6180" y="4537"/>
                            <a:pt x="5227" y="6632"/>
                            <a:pt x="3608" y="7299"/>
                          </a:cubicBezTo>
                          <a:cubicBezTo>
                            <a:pt x="1989" y="7870"/>
                            <a:pt x="465" y="6823"/>
                            <a:pt x="84" y="4822"/>
                          </a:cubicBezTo>
                          <a:cubicBezTo>
                            <a:pt x="-297" y="2917"/>
                            <a:pt x="655" y="822"/>
                            <a:pt x="2180" y="155"/>
                          </a:cubicBezTo>
                          <a:cubicBezTo>
                            <a:pt x="3703" y="-416"/>
                            <a:pt x="5323" y="632"/>
                            <a:pt x="5799" y="26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447" name="Graphique 15">
                <a:extLst>
                  <a:ext uri="{FF2B5EF4-FFF2-40B4-BE49-F238E27FC236}">
                    <a16:creationId xmlns:a16="http://schemas.microsoft.com/office/drawing/2014/main" id="{9817FDB0-5EF4-4D1A-9415-254804477600}"/>
                  </a:ext>
                </a:extLst>
              </p:cNvPr>
              <p:cNvGrpSpPr/>
              <p:nvPr/>
            </p:nvGrpSpPr>
            <p:grpSpPr>
              <a:xfrm>
                <a:off x="10775481" y="4036114"/>
                <a:ext cx="513472" cy="456270"/>
                <a:chOff x="10775481" y="4036114"/>
                <a:chExt cx="513472" cy="456270"/>
              </a:xfrm>
              <a:solidFill>
                <a:schemeClr val="accent1"/>
              </a:solidFill>
            </p:grpSpPr>
            <p:sp>
              <p:nvSpPr>
                <p:cNvPr id="448" name="Forme libre : forme 447">
                  <a:extLst>
                    <a:ext uri="{FF2B5EF4-FFF2-40B4-BE49-F238E27FC236}">
                      <a16:creationId xmlns:a16="http://schemas.microsoft.com/office/drawing/2014/main" id="{F8B5FC48-2998-4045-997B-25B66C503810}"/>
                    </a:ext>
                  </a:extLst>
                </p:cNvPr>
                <p:cNvSpPr/>
                <p:nvPr/>
              </p:nvSpPr>
              <p:spPr>
                <a:xfrm>
                  <a:off x="10775481" y="4036114"/>
                  <a:ext cx="513472" cy="456270"/>
                </a:xfrm>
                <a:custGeom>
                  <a:avLst/>
                  <a:gdLst>
                    <a:gd name="connsiteX0" fmla="*/ 460608 w 513472"/>
                    <a:gd name="connsiteY0" fmla="*/ 97940 h 456270"/>
                    <a:gd name="connsiteX1" fmla="*/ 374121 w 513472"/>
                    <a:gd name="connsiteY1" fmla="*/ 205001 h 456270"/>
                    <a:gd name="connsiteX2" fmla="*/ 356500 w 513472"/>
                    <a:gd name="connsiteY2" fmla="*/ 150137 h 456270"/>
                    <a:gd name="connsiteX3" fmla="*/ 326401 w 513472"/>
                    <a:gd name="connsiteY3" fmla="*/ 102988 h 456270"/>
                    <a:gd name="connsiteX4" fmla="*/ 236200 w 513472"/>
                    <a:gd name="connsiteY4" fmla="*/ 35742 h 456270"/>
                    <a:gd name="connsiteX5" fmla="*/ 152760 w 513472"/>
                    <a:gd name="connsiteY5" fmla="*/ 7547 h 456270"/>
                    <a:gd name="connsiteX6" fmla="*/ 85514 w 513472"/>
                    <a:gd name="connsiteY6" fmla="*/ 23 h 456270"/>
                    <a:gd name="connsiteX7" fmla="*/ 8838 w 513472"/>
                    <a:gd name="connsiteY7" fmla="*/ 28788 h 456270"/>
                    <a:gd name="connsiteX8" fmla="*/ 14172 w 513472"/>
                    <a:gd name="connsiteY8" fmla="*/ 113656 h 456270"/>
                    <a:gd name="connsiteX9" fmla="*/ 49224 w 513472"/>
                    <a:gd name="connsiteY9" fmla="*/ 171092 h 456270"/>
                    <a:gd name="connsiteX10" fmla="*/ 104754 w 513472"/>
                    <a:gd name="connsiteY10" fmla="*/ 232338 h 456270"/>
                    <a:gd name="connsiteX11" fmla="*/ 201243 w 513472"/>
                    <a:gd name="connsiteY11" fmla="*/ 289964 h 456270"/>
                    <a:gd name="connsiteX12" fmla="*/ 256393 w 513472"/>
                    <a:gd name="connsiteY12" fmla="*/ 299965 h 456270"/>
                    <a:gd name="connsiteX13" fmla="*/ 313828 w 513472"/>
                    <a:gd name="connsiteY13" fmla="*/ 295298 h 456270"/>
                    <a:gd name="connsiteX14" fmla="*/ 248010 w 513472"/>
                    <a:gd name="connsiteY14" fmla="*/ 415884 h 456270"/>
                    <a:gd name="connsiteX15" fmla="*/ 288396 w 513472"/>
                    <a:gd name="connsiteY15" fmla="*/ 456270 h 456270"/>
                    <a:gd name="connsiteX16" fmla="*/ 377360 w 513472"/>
                    <a:gd name="connsiteY16" fmla="*/ 272343 h 456270"/>
                    <a:gd name="connsiteX17" fmla="*/ 513472 w 513472"/>
                    <a:gd name="connsiteY17" fmla="*/ 119657 h 456270"/>
                    <a:gd name="connsiteX18" fmla="*/ 460608 w 513472"/>
                    <a:gd name="connsiteY18" fmla="*/ 97940 h 456270"/>
                    <a:gd name="connsiteX19" fmla="*/ 139235 w 513472"/>
                    <a:gd name="connsiteY19" fmla="*/ 192428 h 456270"/>
                    <a:gd name="connsiteX20" fmla="*/ 61035 w 513472"/>
                    <a:gd name="connsiteY20" fmla="*/ 103940 h 456270"/>
                    <a:gd name="connsiteX21" fmla="*/ 56177 w 513472"/>
                    <a:gd name="connsiteY21" fmla="*/ 60888 h 456270"/>
                    <a:gd name="connsiteX22" fmla="*/ 105802 w 513472"/>
                    <a:gd name="connsiteY22" fmla="*/ 47648 h 456270"/>
                    <a:gd name="connsiteX23" fmla="*/ 212577 w 513472"/>
                    <a:gd name="connsiteY23" fmla="*/ 83081 h 456270"/>
                    <a:gd name="connsiteX24" fmla="*/ 283348 w 513472"/>
                    <a:gd name="connsiteY24" fmla="*/ 144612 h 456270"/>
                    <a:gd name="connsiteX25" fmla="*/ 316686 w 513472"/>
                    <a:gd name="connsiteY25" fmla="*/ 231956 h 456270"/>
                    <a:gd name="connsiteX26" fmla="*/ 269442 w 513472"/>
                    <a:gd name="connsiteY26" fmla="*/ 239100 h 456270"/>
                    <a:gd name="connsiteX27" fmla="*/ 223245 w 513472"/>
                    <a:gd name="connsiteY27" fmla="*/ 234433 h 456270"/>
                    <a:gd name="connsiteX28" fmla="*/ 139235 w 513472"/>
                    <a:gd name="connsiteY28" fmla="*/ 192428 h 456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13472" h="456270">
                      <a:moveTo>
                        <a:pt x="460608" y="97940"/>
                      </a:moveTo>
                      <a:cubicBezTo>
                        <a:pt x="441273" y="143660"/>
                        <a:pt x="410507" y="181093"/>
                        <a:pt x="374121" y="205001"/>
                      </a:cubicBezTo>
                      <a:cubicBezTo>
                        <a:pt x="370311" y="185475"/>
                        <a:pt x="364787" y="167282"/>
                        <a:pt x="356500" y="150137"/>
                      </a:cubicBezTo>
                      <a:cubicBezTo>
                        <a:pt x="348309" y="132992"/>
                        <a:pt x="338212" y="117180"/>
                        <a:pt x="326401" y="102988"/>
                      </a:cubicBezTo>
                      <a:cubicBezTo>
                        <a:pt x="302875" y="74508"/>
                        <a:pt x="271537" y="52029"/>
                        <a:pt x="236200" y="35742"/>
                      </a:cubicBezTo>
                      <a:cubicBezTo>
                        <a:pt x="206005" y="21835"/>
                        <a:pt x="177906" y="13072"/>
                        <a:pt x="152760" y="7547"/>
                      </a:cubicBezTo>
                      <a:cubicBezTo>
                        <a:pt x="127519" y="2118"/>
                        <a:pt x="104659" y="-263"/>
                        <a:pt x="85514" y="23"/>
                      </a:cubicBezTo>
                      <a:cubicBezTo>
                        <a:pt x="47128" y="689"/>
                        <a:pt x="20839" y="10214"/>
                        <a:pt x="8838" y="28788"/>
                      </a:cubicBezTo>
                      <a:cubicBezTo>
                        <a:pt x="-5069" y="48410"/>
                        <a:pt x="-2021" y="77556"/>
                        <a:pt x="14172" y="113656"/>
                      </a:cubicBezTo>
                      <a:cubicBezTo>
                        <a:pt x="22268" y="131563"/>
                        <a:pt x="34079" y="150994"/>
                        <a:pt x="49224" y="171092"/>
                      </a:cubicBezTo>
                      <a:cubicBezTo>
                        <a:pt x="64273" y="191094"/>
                        <a:pt x="82656" y="211859"/>
                        <a:pt x="104754" y="232338"/>
                      </a:cubicBezTo>
                      <a:cubicBezTo>
                        <a:pt x="133329" y="258912"/>
                        <a:pt x="165905" y="279010"/>
                        <a:pt x="201243" y="289964"/>
                      </a:cubicBezTo>
                      <a:cubicBezTo>
                        <a:pt x="218959" y="295488"/>
                        <a:pt x="237438" y="298917"/>
                        <a:pt x="256393" y="299965"/>
                      </a:cubicBezTo>
                      <a:cubicBezTo>
                        <a:pt x="275061" y="300727"/>
                        <a:pt x="294302" y="299203"/>
                        <a:pt x="313828" y="295298"/>
                      </a:cubicBezTo>
                      <a:cubicBezTo>
                        <a:pt x="305256" y="337779"/>
                        <a:pt x="282872" y="380642"/>
                        <a:pt x="248010" y="415884"/>
                      </a:cubicBezTo>
                      <a:lnTo>
                        <a:pt x="288396" y="456270"/>
                      </a:lnTo>
                      <a:cubicBezTo>
                        <a:pt x="341736" y="402930"/>
                        <a:pt x="371740" y="335398"/>
                        <a:pt x="377360" y="272343"/>
                      </a:cubicBezTo>
                      <a:cubicBezTo>
                        <a:pt x="433748" y="243387"/>
                        <a:pt x="484707" y="189665"/>
                        <a:pt x="513472" y="119657"/>
                      </a:cubicBezTo>
                      <a:lnTo>
                        <a:pt x="460608" y="97940"/>
                      </a:lnTo>
                      <a:close/>
                      <a:moveTo>
                        <a:pt x="139235" y="192428"/>
                      </a:moveTo>
                      <a:cubicBezTo>
                        <a:pt x="90753" y="153089"/>
                        <a:pt x="70274" y="122038"/>
                        <a:pt x="61035" y="103940"/>
                      </a:cubicBezTo>
                      <a:cubicBezTo>
                        <a:pt x="51605" y="85271"/>
                        <a:pt x="49414" y="70127"/>
                        <a:pt x="56177" y="60888"/>
                      </a:cubicBezTo>
                      <a:cubicBezTo>
                        <a:pt x="62178" y="50981"/>
                        <a:pt x="79704" y="45838"/>
                        <a:pt x="105802" y="47648"/>
                      </a:cubicBezTo>
                      <a:cubicBezTo>
                        <a:pt x="131996" y="49743"/>
                        <a:pt x="168572" y="59078"/>
                        <a:pt x="212577" y="83081"/>
                      </a:cubicBezTo>
                      <a:cubicBezTo>
                        <a:pt x="241248" y="98797"/>
                        <a:pt x="265346" y="119371"/>
                        <a:pt x="283348" y="144612"/>
                      </a:cubicBezTo>
                      <a:cubicBezTo>
                        <a:pt x="301636" y="170044"/>
                        <a:pt x="312780" y="199476"/>
                        <a:pt x="316686" y="231956"/>
                      </a:cubicBezTo>
                      <a:cubicBezTo>
                        <a:pt x="301065" y="236433"/>
                        <a:pt x="285063" y="238624"/>
                        <a:pt x="269442" y="239100"/>
                      </a:cubicBezTo>
                      <a:cubicBezTo>
                        <a:pt x="253916" y="239577"/>
                        <a:pt x="238390" y="237957"/>
                        <a:pt x="223245" y="234433"/>
                      </a:cubicBezTo>
                      <a:cubicBezTo>
                        <a:pt x="192956" y="227385"/>
                        <a:pt x="164667" y="212906"/>
                        <a:pt x="139235" y="192428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49" name="Forme libre : forme 448">
                  <a:extLst>
                    <a:ext uri="{FF2B5EF4-FFF2-40B4-BE49-F238E27FC236}">
                      <a16:creationId xmlns:a16="http://schemas.microsoft.com/office/drawing/2014/main" id="{40EF1319-9D72-453A-A51A-EA92D066323D}"/>
                    </a:ext>
                  </a:extLst>
                </p:cNvPr>
                <p:cNvSpPr/>
                <p:nvPr/>
              </p:nvSpPr>
              <p:spPr>
                <a:xfrm>
                  <a:off x="10775481" y="4036114"/>
                  <a:ext cx="238390" cy="246243"/>
                </a:xfrm>
                <a:custGeom>
                  <a:avLst/>
                  <a:gdLst>
                    <a:gd name="connsiteX0" fmla="*/ 35603 w 238390"/>
                    <a:gd name="connsiteY0" fmla="*/ 131182 h 246243"/>
                    <a:gd name="connsiteX1" fmla="*/ 32079 w 238390"/>
                    <a:gd name="connsiteY1" fmla="*/ 43838 h 246243"/>
                    <a:gd name="connsiteX2" fmla="*/ 58939 w 238390"/>
                    <a:gd name="connsiteY2" fmla="*/ 22406 h 246243"/>
                    <a:gd name="connsiteX3" fmla="*/ 102945 w 238390"/>
                    <a:gd name="connsiteY3" fmla="*/ 12691 h 246243"/>
                    <a:gd name="connsiteX4" fmla="*/ 163428 w 238390"/>
                    <a:gd name="connsiteY4" fmla="*/ 16215 h 246243"/>
                    <a:gd name="connsiteX5" fmla="*/ 238390 w 238390"/>
                    <a:gd name="connsiteY5" fmla="*/ 36789 h 246243"/>
                    <a:gd name="connsiteX6" fmla="*/ 236200 w 238390"/>
                    <a:gd name="connsiteY6" fmla="*/ 35742 h 246243"/>
                    <a:gd name="connsiteX7" fmla="*/ 152760 w 238390"/>
                    <a:gd name="connsiteY7" fmla="*/ 7547 h 246243"/>
                    <a:gd name="connsiteX8" fmla="*/ 85514 w 238390"/>
                    <a:gd name="connsiteY8" fmla="*/ 23 h 246243"/>
                    <a:gd name="connsiteX9" fmla="*/ 8838 w 238390"/>
                    <a:gd name="connsiteY9" fmla="*/ 28788 h 246243"/>
                    <a:gd name="connsiteX10" fmla="*/ 14172 w 238390"/>
                    <a:gd name="connsiteY10" fmla="*/ 113656 h 246243"/>
                    <a:gd name="connsiteX11" fmla="*/ 49224 w 238390"/>
                    <a:gd name="connsiteY11" fmla="*/ 171092 h 246243"/>
                    <a:gd name="connsiteX12" fmla="*/ 104754 w 238390"/>
                    <a:gd name="connsiteY12" fmla="*/ 232338 h 246243"/>
                    <a:gd name="connsiteX13" fmla="*/ 120947 w 238390"/>
                    <a:gd name="connsiteY13" fmla="*/ 246244 h 246243"/>
                    <a:gd name="connsiteX14" fmla="*/ 35603 w 238390"/>
                    <a:gd name="connsiteY14" fmla="*/ 131182 h 246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38390" h="246243">
                      <a:moveTo>
                        <a:pt x="35603" y="131182"/>
                      </a:moveTo>
                      <a:cubicBezTo>
                        <a:pt x="19887" y="94415"/>
                        <a:pt x="17505" y="64507"/>
                        <a:pt x="32079" y="43838"/>
                      </a:cubicBezTo>
                      <a:cubicBezTo>
                        <a:pt x="37794" y="34598"/>
                        <a:pt x="47224" y="27740"/>
                        <a:pt x="58939" y="22406"/>
                      </a:cubicBezTo>
                      <a:cubicBezTo>
                        <a:pt x="70464" y="16977"/>
                        <a:pt x="85800" y="14025"/>
                        <a:pt x="102945" y="12691"/>
                      </a:cubicBezTo>
                      <a:cubicBezTo>
                        <a:pt x="120280" y="11453"/>
                        <a:pt x="140569" y="12405"/>
                        <a:pt x="163428" y="16215"/>
                      </a:cubicBezTo>
                      <a:cubicBezTo>
                        <a:pt x="186003" y="19835"/>
                        <a:pt x="211149" y="26312"/>
                        <a:pt x="238390" y="36789"/>
                      </a:cubicBezTo>
                      <a:lnTo>
                        <a:pt x="236200" y="35742"/>
                      </a:lnTo>
                      <a:cubicBezTo>
                        <a:pt x="206005" y="21835"/>
                        <a:pt x="177906" y="13072"/>
                        <a:pt x="152760" y="7547"/>
                      </a:cubicBezTo>
                      <a:cubicBezTo>
                        <a:pt x="127519" y="2118"/>
                        <a:pt x="104659" y="-263"/>
                        <a:pt x="85514" y="23"/>
                      </a:cubicBezTo>
                      <a:cubicBezTo>
                        <a:pt x="47128" y="689"/>
                        <a:pt x="20839" y="10214"/>
                        <a:pt x="8838" y="28788"/>
                      </a:cubicBezTo>
                      <a:cubicBezTo>
                        <a:pt x="-5069" y="48410"/>
                        <a:pt x="-2021" y="77556"/>
                        <a:pt x="14172" y="113656"/>
                      </a:cubicBezTo>
                      <a:cubicBezTo>
                        <a:pt x="22268" y="131563"/>
                        <a:pt x="34079" y="150994"/>
                        <a:pt x="49224" y="171092"/>
                      </a:cubicBezTo>
                      <a:cubicBezTo>
                        <a:pt x="64273" y="191094"/>
                        <a:pt x="82656" y="211859"/>
                        <a:pt x="104754" y="232338"/>
                      </a:cubicBezTo>
                      <a:cubicBezTo>
                        <a:pt x="109993" y="237195"/>
                        <a:pt x="115422" y="241767"/>
                        <a:pt x="120947" y="246244"/>
                      </a:cubicBezTo>
                      <a:cubicBezTo>
                        <a:pt x="79513" y="206811"/>
                        <a:pt x="50938" y="166234"/>
                        <a:pt x="35603" y="131182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50" name="Forme libre : forme 449">
                  <a:extLst>
                    <a:ext uri="{FF2B5EF4-FFF2-40B4-BE49-F238E27FC236}">
                      <a16:creationId xmlns:a16="http://schemas.microsoft.com/office/drawing/2014/main" id="{225C0C38-FA6E-48C0-BD30-B527B98EB31C}"/>
                    </a:ext>
                  </a:extLst>
                </p:cNvPr>
                <p:cNvSpPr/>
                <p:nvPr/>
              </p:nvSpPr>
              <p:spPr>
                <a:xfrm>
                  <a:off x="11082832" y="4136721"/>
                  <a:ext cx="60326" cy="280225"/>
                </a:xfrm>
                <a:custGeom>
                  <a:avLst/>
                  <a:gdLst>
                    <a:gd name="connsiteX0" fmla="*/ 29908 w 60326"/>
                    <a:gd name="connsiteY0" fmla="*/ 280225 h 280225"/>
                    <a:gd name="connsiteX1" fmla="*/ 41910 w 60326"/>
                    <a:gd name="connsiteY1" fmla="*/ 252317 h 280225"/>
                    <a:gd name="connsiteX2" fmla="*/ 51721 w 60326"/>
                    <a:gd name="connsiteY2" fmla="*/ 220980 h 280225"/>
                    <a:gd name="connsiteX3" fmla="*/ 58769 w 60326"/>
                    <a:gd name="connsiteY3" fmla="*/ 181165 h 280225"/>
                    <a:gd name="connsiteX4" fmla="*/ 59817 w 60326"/>
                    <a:gd name="connsiteY4" fmla="*/ 136017 h 280225"/>
                    <a:gd name="connsiteX5" fmla="*/ 57340 w 60326"/>
                    <a:gd name="connsiteY5" fmla="*/ 112490 h 280225"/>
                    <a:gd name="connsiteX6" fmla="*/ 51911 w 60326"/>
                    <a:gd name="connsiteY6" fmla="*/ 88678 h 280225"/>
                    <a:gd name="connsiteX7" fmla="*/ 0 w 60326"/>
                    <a:gd name="connsiteY7" fmla="*/ 0 h 280225"/>
                    <a:gd name="connsiteX8" fmla="*/ 13240 w 60326"/>
                    <a:gd name="connsiteY8" fmla="*/ 17907 h 280225"/>
                    <a:gd name="connsiteX9" fmla="*/ 39243 w 60326"/>
                    <a:gd name="connsiteY9" fmla="*/ 71247 h 280225"/>
                    <a:gd name="connsiteX10" fmla="*/ 49911 w 60326"/>
                    <a:gd name="connsiteY10" fmla="*/ 111347 h 280225"/>
                    <a:gd name="connsiteX11" fmla="*/ 54292 w 60326"/>
                    <a:gd name="connsiteY11" fmla="*/ 160020 h 280225"/>
                    <a:gd name="connsiteX12" fmla="*/ 48958 w 60326"/>
                    <a:gd name="connsiteY12" fmla="*/ 216884 h 280225"/>
                    <a:gd name="connsiteX13" fmla="*/ 29908 w 60326"/>
                    <a:gd name="connsiteY13" fmla="*/ 280225 h 280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0326" h="280225">
                      <a:moveTo>
                        <a:pt x="29908" y="280225"/>
                      </a:moveTo>
                      <a:cubicBezTo>
                        <a:pt x="29908" y="280225"/>
                        <a:pt x="35623" y="270129"/>
                        <a:pt x="41910" y="252317"/>
                      </a:cubicBezTo>
                      <a:cubicBezTo>
                        <a:pt x="45053" y="243459"/>
                        <a:pt x="48577" y="232981"/>
                        <a:pt x="51721" y="220980"/>
                      </a:cubicBezTo>
                      <a:cubicBezTo>
                        <a:pt x="54578" y="208883"/>
                        <a:pt x="57055" y="195358"/>
                        <a:pt x="58769" y="181165"/>
                      </a:cubicBezTo>
                      <a:cubicBezTo>
                        <a:pt x="60674" y="167068"/>
                        <a:pt x="60579" y="151447"/>
                        <a:pt x="59817" y="136017"/>
                      </a:cubicBezTo>
                      <a:cubicBezTo>
                        <a:pt x="59341" y="128206"/>
                        <a:pt x="58579" y="120396"/>
                        <a:pt x="57340" y="112490"/>
                      </a:cubicBezTo>
                      <a:cubicBezTo>
                        <a:pt x="55912" y="104489"/>
                        <a:pt x="54102" y="96583"/>
                        <a:pt x="51911" y="88678"/>
                      </a:cubicBezTo>
                      <a:cubicBezTo>
                        <a:pt x="43243" y="57150"/>
                        <a:pt x="26384" y="26384"/>
                        <a:pt x="0" y="0"/>
                      </a:cubicBezTo>
                      <a:cubicBezTo>
                        <a:pt x="0" y="0"/>
                        <a:pt x="5524" y="6001"/>
                        <a:pt x="13240" y="17907"/>
                      </a:cubicBezTo>
                      <a:cubicBezTo>
                        <a:pt x="21050" y="29813"/>
                        <a:pt x="31242" y="47625"/>
                        <a:pt x="39243" y="71247"/>
                      </a:cubicBezTo>
                      <a:cubicBezTo>
                        <a:pt x="43339" y="83058"/>
                        <a:pt x="47149" y="96488"/>
                        <a:pt x="49911" y="111347"/>
                      </a:cubicBezTo>
                      <a:cubicBezTo>
                        <a:pt x="52388" y="126016"/>
                        <a:pt x="54007" y="142304"/>
                        <a:pt x="54292" y="160020"/>
                      </a:cubicBezTo>
                      <a:cubicBezTo>
                        <a:pt x="54388" y="177737"/>
                        <a:pt x="52483" y="196501"/>
                        <a:pt x="48958" y="216884"/>
                      </a:cubicBezTo>
                      <a:cubicBezTo>
                        <a:pt x="44767" y="236791"/>
                        <a:pt x="38957" y="258223"/>
                        <a:pt x="29908" y="28022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51" name="Forme libre : forme 450">
                  <a:extLst>
                    <a:ext uri="{FF2B5EF4-FFF2-40B4-BE49-F238E27FC236}">
                      <a16:creationId xmlns:a16="http://schemas.microsoft.com/office/drawing/2014/main" id="{28658C7D-216C-4B08-BCF5-8C29352F67B9}"/>
                    </a:ext>
                  </a:extLst>
                </p:cNvPr>
                <p:cNvSpPr/>
                <p:nvPr/>
              </p:nvSpPr>
              <p:spPr>
                <a:xfrm>
                  <a:off x="10886236" y="4203777"/>
                  <a:ext cx="207800" cy="127825"/>
                </a:xfrm>
                <a:custGeom>
                  <a:avLst/>
                  <a:gdLst>
                    <a:gd name="connsiteX0" fmla="*/ 202978 w 207800"/>
                    <a:gd name="connsiteY0" fmla="*/ 127826 h 127825"/>
                    <a:gd name="connsiteX1" fmla="*/ 204311 w 207800"/>
                    <a:gd name="connsiteY1" fmla="*/ 120872 h 127825"/>
                    <a:gd name="connsiteX2" fmla="*/ 206597 w 207800"/>
                    <a:gd name="connsiteY2" fmla="*/ 103918 h 127825"/>
                    <a:gd name="connsiteX3" fmla="*/ 205930 w 207800"/>
                    <a:gd name="connsiteY3" fmla="*/ 64389 h 127825"/>
                    <a:gd name="connsiteX4" fmla="*/ 200882 w 207800"/>
                    <a:gd name="connsiteY4" fmla="*/ 66104 h 127825"/>
                    <a:gd name="connsiteX5" fmla="*/ 186404 w 207800"/>
                    <a:gd name="connsiteY5" fmla="*/ 69437 h 127825"/>
                    <a:gd name="connsiteX6" fmla="*/ 136874 w 207800"/>
                    <a:gd name="connsiteY6" fmla="*/ 71723 h 127825"/>
                    <a:gd name="connsiteX7" fmla="*/ 70580 w 207800"/>
                    <a:gd name="connsiteY7" fmla="*/ 52673 h 127825"/>
                    <a:gd name="connsiteX8" fmla="*/ 0 w 207800"/>
                    <a:gd name="connsiteY8" fmla="*/ 0 h 127825"/>
                    <a:gd name="connsiteX9" fmla="*/ 42005 w 207800"/>
                    <a:gd name="connsiteY9" fmla="*/ 49530 h 127825"/>
                    <a:gd name="connsiteX10" fmla="*/ 174403 w 207800"/>
                    <a:gd name="connsiteY10" fmla="*/ 108680 h 127825"/>
                    <a:gd name="connsiteX11" fmla="*/ 202978 w 207800"/>
                    <a:gd name="connsiteY11" fmla="*/ 127826 h 127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07800" h="127825">
                      <a:moveTo>
                        <a:pt x="202978" y="127826"/>
                      </a:moveTo>
                      <a:cubicBezTo>
                        <a:pt x="202978" y="127826"/>
                        <a:pt x="203645" y="125254"/>
                        <a:pt x="204311" y="120872"/>
                      </a:cubicBezTo>
                      <a:cubicBezTo>
                        <a:pt x="204978" y="116491"/>
                        <a:pt x="205835" y="110490"/>
                        <a:pt x="206597" y="103918"/>
                      </a:cubicBezTo>
                      <a:cubicBezTo>
                        <a:pt x="207931" y="90583"/>
                        <a:pt x="208693" y="74962"/>
                        <a:pt x="205930" y="64389"/>
                      </a:cubicBezTo>
                      <a:cubicBezTo>
                        <a:pt x="205930" y="64389"/>
                        <a:pt x="204216" y="65056"/>
                        <a:pt x="200882" y="66104"/>
                      </a:cubicBezTo>
                      <a:cubicBezTo>
                        <a:pt x="197548" y="67056"/>
                        <a:pt x="192596" y="68294"/>
                        <a:pt x="186404" y="69437"/>
                      </a:cubicBezTo>
                      <a:cubicBezTo>
                        <a:pt x="174117" y="71723"/>
                        <a:pt x="156781" y="73438"/>
                        <a:pt x="136874" y="71723"/>
                      </a:cubicBezTo>
                      <a:cubicBezTo>
                        <a:pt x="116681" y="69723"/>
                        <a:pt x="93821" y="64103"/>
                        <a:pt x="70580" y="52673"/>
                      </a:cubicBezTo>
                      <a:cubicBezTo>
                        <a:pt x="47244" y="41243"/>
                        <a:pt x="23431" y="24003"/>
                        <a:pt x="0" y="0"/>
                      </a:cubicBezTo>
                      <a:cubicBezTo>
                        <a:pt x="0" y="0"/>
                        <a:pt x="14192" y="23241"/>
                        <a:pt x="42005" y="49530"/>
                      </a:cubicBezTo>
                      <a:cubicBezTo>
                        <a:pt x="70104" y="75533"/>
                        <a:pt x="111728" y="105537"/>
                        <a:pt x="174403" y="108680"/>
                      </a:cubicBezTo>
                      <a:cubicBezTo>
                        <a:pt x="193453" y="109347"/>
                        <a:pt x="202978" y="127826"/>
                        <a:pt x="202978" y="127826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52" name="Forme libre : forme 451">
                  <a:extLst>
                    <a:ext uri="{FF2B5EF4-FFF2-40B4-BE49-F238E27FC236}">
                      <a16:creationId xmlns:a16="http://schemas.microsoft.com/office/drawing/2014/main" id="{7FCF32C8-4F55-4624-B9B0-A43586B363A0}"/>
                    </a:ext>
                  </a:extLst>
                </p:cNvPr>
                <p:cNvSpPr/>
                <p:nvPr/>
              </p:nvSpPr>
              <p:spPr>
                <a:xfrm>
                  <a:off x="11149602" y="4160724"/>
                  <a:ext cx="73342" cy="101441"/>
                </a:xfrm>
                <a:custGeom>
                  <a:avLst/>
                  <a:gdLst>
                    <a:gd name="connsiteX0" fmla="*/ 0 w 73342"/>
                    <a:gd name="connsiteY0" fmla="*/ 80391 h 101441"/>
                    <a:gd name="connsiteX1" fmla="*/ 3905 w 73342"/>
                    <a:gd name="connsiteY1" fmla="*/ 101441 h 101441"/>
                    <a:gd name="connsiteX2" fmla="*/ 11525 w 73342"/>
                    <a:gd name="connsiteY2" fmla="*/ 95060 h 101441"/>
                    <a:gd name="connsiteX3" fmla="*/ 30290 w 73342"/>
                    <a:gd name="connsiteY3" fmla="*/ 75914 h 101441"/>
                    <a:gd name="connsiteX4" fmla="*/ 53340 w 73342"/>
                    <a:gd name="connsiteY4" fmla="*/ 44005 h 101441"/>
                    <a:gd name="connsiteX5" fmla="*/ 64389 w 73342"/>
                    <a:gd name="connsiteY5" fmla="*/ 23527 h 101441"/>
                    <a:gd name="connsiteX6" fmla="*/ 73342 w 73342"/>
                    <a:gd name="connsiteY6" fmla="*/ 0 h 101441"/>
                    <a:gd name="connsiteX7" fmla="*/ 68961 w 73342"/>
                    <a:gd name="connsiteY7" fmla="*/ 7811 h 101441"/>
                    <a:gd name="connsiteX8" fmla="*/ 55436 w 73342"/>
                    <a:gd name="connsiteY8" fmla="*/ 27718 h 101441"/>
                    <a:gd name="connsiteX9" fmla="*/ 32385 w 73342"/>
                    <a:gd name="connsiteY9" fmla="*/ 53912 h 101441"/>
                    <a:gd name="connsiteX10" fmla="*/ 0 w 73342"/>
                    <a:gd name="connsiteY10" fmla="*/ 80391 h 101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3342" h="101441">
                      <a:moveTo>
                        <a:pt x="0" y="80391"/>
                      </a:moveTo>
                      <a:cubicBezTo>
                        <a:pt x="0" y="80391"/>
                        <a:pt x="3238" y="91249"/>
                        <a:pt x="3905" y="101441"/>
                      </a:cubicBezTo>
                      <a:cubicBezTo>
                        <a:pt x="3905" y="101441"/>
                        <a:pt x="6953" y="99346"/>
                        <a:pt x="11525" y="95060"/>
                      </a:cubicBezTo>
                      <a:cubicBezTo>
                        <a:pt x="16193" y="90773"/>
                        <a:pt x="22765" y="84392"/>
                        <a:pt x="30290" y="75914"/>
                      </a:cubicBezTo>
                      <a:cubicBezTo>
                        <a:pt x="37910" y="67532"/>
                        <a:pt x="45815" y="56769"/>
                        <a:pt x="53340" y="44005"/>
                      </a:cubicBezTo>
                      <a:cubicBezTo>
                        <a:pt x="57150" y="37624"/>
                        <a:pt x="60865" y="30766"/>
                        <a:pt x="64389" y="23527"/>
                      </a:cubicBezTo>
                      <a:cubicBezTo>
                        <a:pt x="67628" y="16097"/>
                        <a:pt x="70676" y="8192"/>
                        <a:pt x="73342" y="0"/>
                      </a:cubicBezTo>
                      <a:cubicBezTo>
                        <a:pt x="73342" y="0"/>
                        <a:pt x="71819" y="2857"/>
                        <a:pt x="68961" y="7811"/>
                      </a:cubicBezTo>
                      <a:cubicBezTo>
                        <a:pt x="65913" y="12763"/>
                        <a:pt x="61817" y="19907"/>
                        <a:pt x="55436" y="27718"/>
                      </a:cubicBezTo>
                      <a:cubicBezTo>
                        <a:pt x="49244" y="35719"/>
                        <a:pt x="41529" y="44768"/>
                        <a:pt x="32385" y="53912"/>
                      </a:cubicBezTo>
                      <a:cubicBezTo>
                        <a:pt x="23432" y="63151"/>
                        <a:pt x="12192" y="72104"/>
                        <a:pt x="0" y="80391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453" name="Graphique 15">
                  <a:extLst>
                    <a:ext uri="{FF2B5EF4-FFF2-40B4-BE49-F238E27FC236}">
                      <a16:creationId xmlns:a16="http://schemas.microsoft.com/office/drawing/2014/main" id="{66C7684A-D46B-4796-A8F1-BFAC3CDCAB1D}"/>
                    </a:ext>
                  </a:extLst>
                </p:cNvPr>
                <p:cNvGrpSpPr/>
                <p:nvPr/>
              </p:nvGrpSpPr>
              <p:grpSpPr>
                <a:xfrm>
                  <a:off x="11052735" y="4180848"/>
                  <a:ext cx="108362" cy="47175"/>
                  <a:chOff x="11052735" y="4180848"/>
                  <a:chExt cx="108362" cy="47175"/>
                </a:xfrm>
                <a:solidFill>
                  <a:schemeClr val="accent1"/>
                </a:solidFill>
              </p:grpSpPr>
              <p:grpSp>
                <p:nvGrpSpPr>
                  <p:cNvPr id="454" name="Graphique 15">
                    <a:extLst>
                      <a:ext uri="{FF2B5EF4-FFF2-40B4-BE49-F238E27FC236}">
                        <a16:creationId xmlns:a16="http://schemas.microsoft.com/office/drawing/2014/main" id="{68CEDAF5-ED9F-4A0F-9366-7D77B7E621E4}"/>
                      </a:ext>
                    </a:extLst>
                  </p:cNvPr>
                  <p:cNvGrpSpPr/>
                  <p:nvPr/>
                </p:nvGrpSpPr>
                <p:grpSpPr>
                  <a:xfrm>
                    <a:off x="11124149" y="4181999"/>
                    <a:ext cx="36948" cy="39555"/>
                    <a:chOff x="11124149" y="4181999"/>
                    <a:chExt cx="36948" cy="39555"/>
                  </a:xfrm>
                  <a:solidFill>
                    <a:schemeClr val="accent1"/>
                  </a:solidFill>
                </p:grpSpPr>
                <p:sp>
                  <p:nvSpPr>
                    <p:cNvPr id="455" name="Forme libre : forme 454">
                      <a:extLst>
                        <a:ext uri="{FF2B5EF4-FFF2-40B4-BE49-F238E27FC236}">
                          <a16:creationId xmlns:a16="http://schemas.microsoft.com/office/drawing/2014/main" id="{5C810D8D-9D95-46E4-B4C2-A44A8152A9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4149" y="4181999"/>
                      <a:ext cx="36948" cy="39555"/>
                    </a:xfrm>
                    <a:custGeom>
                      <a:avLst/>
                      <a:gdLst>
                        <a:gd name="connsiteX0" fmla="*/ 8403 w 36948"/>
                        <a:gd name="connsiteY0" fmla="*/ 37494 h 39555"/>
                        <a:gd name="connsiteX1" fmla="*/ 2879 w 36948"/>
                        <a:gd name="connsiteY1" fmla="*/ 11300 h 39555"/>
                        <a:gd name="connsiteX2" fmla="*/ 27930 w 36948"/>
                        <a:gd name="connsiteY2" fmla="*/ 1775 h 39555"/>
                        <a:gd name="connsiteX3" fmla="*/ 34216 w 36948"/>
                        <a:gd name="connsiteY3" fmla="*/ 28350 h 39555"/>
                        <a:gd name="connsiteX4" fmla="*/ 8403 w 36948"/>
                        <a:gd name="connsiteY4" fmla="*/ 37494 h 39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948" h="39555">
                          <a:moveTo>
                            <a:pt x="8403" y="37494"/>
                          </a:moveTo>
                          <a:cubicBezTo>
                            <a:pt x="-74" y="32541"/>
                            <a:pt x="-2551" y="20825"/>
                            <a:pt x="2879" y="11300"/>
                          </a:cubicBezTo>
                          <a:cubicBezTo>
                            <a:pt x="8118" y="1585"/>
                            <a:pt x="19071" y="-2701"/>
                            <a:pt x="27930" y="1775"/>
                          </a:cubicBezTo>
                          <a:cubicBezTo>
                            <a:pt x="36693" y="6252"/>
                            <a:pt x="39645" y="18253"/>
                            <a:pt x="34216" y="28350"/>
                          </a:cubicBezTo>
                          <a:cubicBezTo>
                            <a:pt x="28501" y="38351"/>
                            <a:pt x="16881" y="42352"/>
                            <a:pt x="8403" y="3749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56" name="Forme libre : forme 455">
                      <a:extLst>
                        <a:ext uri="{FF2B5EF4-FFF2-40B4-BE49-F238E27FC236}">
                          <a16:creationId xmlns:a16="http://schemas.microsoft.com/office/drawing/2014/main" id="{03E3A19F-3BA1-4F1F-B89D-4C5FC367C9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4149" y="4181999"/>
                      <a:ext cx="34501" cy="39504"/>
                    </a:xfrm>
                    <a:custGeom>
                      <a:avLst/>
                      <a:gdLst>
                        <a:gd name="connsiteX0" fmla="*/ 18119 w 34501"/>
                        <a:gd name="connsiteY0" fmla="*/ 19777 h 39504"/>
                        <a:gd name="connsiteX1" fmla="*/ 34502 w 34501"/>
                        <a:gd name="connsiteY1" fmla="*/ 8348 h 39504"/>
                        <a:gd name="connsiteX2" fmla="*/ 27930 w 34501"/>
                        <a:gd name="connsiteY2" fmla="*/ 1775 h 39504"/>
                        <a:gd name="connsiteX3" fmla="*/ 2879 w 34501"/>
                        <a:gd name="connsiteY3" fmla="*/ 11300 h 39504"/>
                        <a:gd name="connsiteX4" fmla="*/ 8403 w 34501"/>
                        <a:gd name="connsiteY4" fmla="*/ 37494 h 39504"/>
                        <a:gd name="connsiteX5" fmla="*/ 17166 w 34501"/>
                        <a:gd name="connsiteY5" fmla="*/ 39494 h 39504"/>
                        <a:gd name="connsiteX6" fmla="*/ 18119 w 34501"/>
                        <a:gd name="connsiteY6" fmla="*/ 19777 h 395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01" h="39504">
                          <a:moveTo>
                            <a:pt x="18119" y="19777"/>
                          </a:moveTo>
                          <a:cubicBezTo>
                            <a:pt x="21833" y="13110"/>
                            <a:pt x="28025" y="8919"/>
                            <a:pt x="34502" y="8348"/>
                          </a:cubicBezTo>
                          <a:cubicBezTo>
                            <a:pt x="32978" y="5585"/>
                            <a:pt x="30787" y="3299"/>
                            <a:pt x="27930" y="1775"/>
                          </a:cubicBezTo>
                          <a:cubicBezTo>
                            <a:pt x="19166" y="-2701"/>
                            <a:pt x="8118" y="1585"/>
                            <a:pt x="2879" y="11300"/>
                          </a:cubicBezTo>
                          <a:cubicBezTo>
                            <a:pt x="-2551" y="20825"/>
                            <a:pt x="-74" y="32541"/>
                            <a:pt x="8403" y="37494"/>
                          </a:cubicBezTo>
                          <a:cubicBezTo>
                            <a:pt x="11165" y="39018"/>
                            <a:pt x="14118" y="39590"/>
                            <a:pt x="17166" y="39494"/>
                          </a:cubicBezTo>
                          <a:cubicBezTo>
                            <a:pt x="14309" y="33684"/>
                            <a:pt x="14404" y="26254"/>
                            <a:pt x="18119" y="1977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57" name="Forme libre : forme 456">
                      <a:extLst>
                        <a:ext uri="{FF2B5EF4-FFF2-40B4-BE49-F238E27FC236}">
                          <a16:creationId xmlns:a16="http://schemas.microsoft.com/office/drawing/2014/main" id="{B6A90E1F-645B-4E69-897C-3708F0A78B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32509" y="4201872"/>
                      <a:ext cx="17801" cy="16383"/>
                    </a:xfrm>
                    <a:custGeom>
                      <a:avLst/>
                      <a:gdLst>
                        <a:gd name="connsiteX0" fmla="*/ 7949 w 17801"/>
                        <a:gd name="connsiteY0" fmla="*/ 16383 h 16383"/>
                        <a:gd name="connsiteX1" fmla="*/ 43 w 17801"/>
                        <a:gd name="connsiteY1" fmla="*/ 8191 h 16383"/>
                        <a:gd name="connsiteX2" fmla="*/ 9759 w 17801"/>
                        <a:gd name="connsiteY2" fmla="*/ 0 h 16383"/>
                        <a:gd name="connsiteX3" fmla="*/ 17759 w 17801"/>
                        <a:gd name="connsiteY3" fmla="*/ 8096 h 16383"/>
                        <a:gd name="connsiteX4" fmla="*/ 7949 w 17801"/>
                        <a:gd name="connsiteY4" fmla="*/ 16383 h 16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01" h="16383">
                          <a:moveTo>
                            <a:pt x="7949" y="16383"/>
                          </a:moveTo>
                          <a:cubicBezTo>
                            <a:pt x="3091" y="16383"/>
                            <a:pt x="-433" y="12668"/>
                            <a:pt x="43" y="8191"/>
                          </a:cubicBezTo>
                          <a:cubicBezTo>
                            <a:pt x="519" y="3715"/>
                            <a:pt x="4901" y="95"/>
                            <a:pt x="9759" y="0"/>
                          </a:cubicBezTo>
                          <a:cubicBezTo>
                            <a:pt x="14616" y="0"/>
                            <a:pt x="18236" y="3524"/>
                            <a:pt x="17759" y="8096"/>
                          </a:cubicBezTo>
                          <a:cubicBezTo>
                            <a:pt x="17188" y="12668"/>
                            <a:pt x="12807" y="16383"/>
                            <a:pt x="7949" y="1638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58" name="Forme libre : forme 457">
                      <a:extLst>
                        <a:ext uri="{FF2B5EF4-FFF2-40B4-BE49-F238E27FC236}">
                          <a16:creationId xmlns:a16="http://schemas.microsoft.com/office/drawing/2014/main" id="{E12E44E3-E86C-4CA9-ADF5-F50F98F058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45554" y="4203748"/>
                      <a:ext cx="6191" cy="6534"/>
                    </a:xfrm>
                    <a:custGeom>
                      <a:avLst/>
                      <a:gdLst>
                        <a:gd name="connsiteX0" fmla="*/ 1381 w 6191"/>
                        <a:gd name="connsiteY0" fmla="*/ 6220 h 6534"/>
                        <a:gd name="connsiteX1" fmla="*/ 524 w 6191"/>
                        <a:gd name="connsiteY1" fmla="*/ 1838 h 6534"/>
                        <a:gd name="connsiteX2" fmla="*/ 4810 w 6191"/>
                        <a:gd name="connsiteY2" fmla="*/ 314 h 6534"/>
                        <a:gd name="connsiteX3" fmla="*/ 5668 w 6191"/>
                        <a:gd name="connsiteY3" fmla="*/ 4696 h 6534"/>
                        <a:gd name="connsiteX4" fmla="*/ 1381 w 6191"/>
                        <a:gd name="connsiteY4" fmla="*/ 6220 h 6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1" h="6534">
                          <a:moveTo>
                            <a:pt x="1381" y="6220"/>
                          </a:moveTo>
                          <a:cubicBezTo>
                            <a:pt x="-47" y="5458"/>
                            <a:pt x="-428" y="3458"/>
                            <a:pt x="524" y="1838"/>
                          </a:cubicBezTo>
                          <a:cubicBezTo>
                            <a:pt x="1477" y="219"/>
                            <a:pt x="3382" y="-447"/>
                            <a:pt x="4810" y="314"/>
                          </a:cubicBezTo>
                          <a:cubicBezTo>
                            <a:pt x="6239" y="1077"/>
                            <a:pt x="6620" y="3077"/>
                            <a:pt x="5668" y="4696"/>
                          </a:cubicBezTo>
                          <a:cubicBezTo>
                            <a:pt x="4715" y="6315"/>
                            <a:pt x="2810" y="6982"/>
                            <a:pt x="1381" y="62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459" name="Graphique 15">
                    <a:extLst>
                      <a:ext uri="{FF2B5EF4-FFF2-40B4-BE49-F238E27FC236}">
                        <a16:creationId xmlns:a16="http://schemas.microsoft.com/office/drawing/2014/main" id="{40CB3BA5-07C8-47E5-9393-09C3096932B5}"/>
                      </a:ext>
                    </a:extLst>
                  </p:cNvPr>
                  <p:cNvGrpSpPr/>
                  <p:nvPr/>
                </p:nvGrpSpPr>
                <p:grpSpPr>
                  <a:xfrm>
                    <a:off x="11088117" y="4180848"/>
                    <a:ext cx="36580" cy="38349"/>
                    <a:chOff x="11088117" y="4180848"/>
                    <a:chExt cx="36580" cy="38349"/>
                  </a:xfrm>
                  <a:solidFill>
                    <a:schemeClr val="accent1"/>
                  </a:solidFill>
                </p:grpSpPr>
                <p:sp>
                  <p:nvSpPr>
                    <p:cNvPr id="460" name="Forme libre : forme 459">
                      <a:extLst>
                        <a:ext uri="{FF2B5EF4-FFF2-40B4-BE49-F238E27FC236}">
                          <a16:creationId xmlns:a16="http://schemas.microsoft.com/office/drawing/2014/main" id="{AC37EF05-3FAF-4858-A09D-C6C545C9BD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88117" y="4180865"/>
                      <a:ext cx="36580" cy="38331"/>
                    </a:xfrm>
                    <a:custGeom>
                      <a:avLst/>
                      <a:gdLst>
                        <a:gd name="connsiteX0" fmla="*/ 8431 w 36580"/>
                        <a:gd name="connsiteY0" fmla="*/ 36056 h 38331"/>
                        <a:gd name="connsiteX1" fmla="*/ 2716 w 36580"/>
                        <a:gd name="connsiteY1" fmla="*/ 10243 h 38331"/>
                        <a:gd name="connsiteX2" fmla="*/ 27862 w 36580"/>
                        <a:gd name="connsiteY2" fmla="*/ 1957 h 38331"/>
                        <a:gd name="connsiteX3" fmla="*/ 33672 w 36580"/>
                        <a:gd name="connsiteY3" fmla="*/ 27865 h 38331"/>
                        <a:gd name="connsiteX4" fmla="*/ 8431 w 36580"/>
                        <a:gd name="connsiteY4" fmla="*/ 36056 h 383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580" h="38331">
                          <a:moveTo>
                            <a:pt x="8431" y="36056"/>
                          </a:moveTo>
                          <a:cubicBezTo>
                            <a:pt x="49" y="31008"/>
                            <a:pt x="-2523" y="19387"/>
                            <a:pt x="2716" y="10243"/>
                          </a:cubicBezTo>
                          <a:cubicBezTo>
                            <a:pt x="7955" y="1099"/>
                            <a:pt x="19290" y="-2615"/>
                            <a:pt x="27862" y="1957"/>
                          </a:cubicBezTo>
                          <a:cubicBezTo>
                            <a:pt x="36625" y="6624"/>
                            <a:pt x="39197" y="18244"/>
                            <a:pt x="33672" y="27865"/>
                          </a:cubicBezTo>
                          <a:cubicBezTo>
                            <a:pt x="28243" y="37485"/>
                            <a:pt x="16908" y="41104"/>
                            <a:pt x="8431" y="3605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61" name="Forme libre : forme 460">
                      <a:extLst>
                        <a:ext uri="{FF2B5EF4-FFF2-40B4-BE49-F238E27FC236}">
                          <a16:creationId xmlns:a16="http://schemas.microsoft.com/office/drawing/2014/main" id="{2E45CF8F-A214-4C89-B1BF-ECBEE3F01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88189" y="4180848"/>
                      <a:ext cx="34362" cy="38272"/>
                    </a:xfrm>
                    <a:custGeom>
                      <a:avLst/>
                      <a:gdLst>
                        <a:gd name="connsiteX0" fmla="*/ 17789 w 34362"/>
                        <a:gd name="connsiteY0" fmla="*/ 18928 h 38272"/>
                        <a:gd name="connsiteX1" fmla="*/ 34362 w 34362"/>
                        <a:gd name="connsiteY1" fmla="*/ 8546 h 38272"/>
                        <a:gd name="connsiteX2" fmla="*/ 27885 w 34362"/>
                        <a:gd name="connsiteY2" fmla="*/ 1974 h 38272"/>
                        <a:gd name="connsiteX3" fmla="*/ 2739 w 34362"/>
                        <a:gd name="connsiteY3" fmla="*/ 10261 h 38272"/>
                        <a:gd name="connsiteX4" fmla="*/ 8454 w 34362"/>
                        <a:gd name="connsiteY4" fmla="*/ 36073 h 38272"/>
                        <a:gd name="connsiteX5" fmla="*/ 17122 w 34362"/>
                        <a:gd name="connsiteY5" fmla="*/ 38264 h 38272"/>
                        <a:gd name="connsiteX6" fmla="*/ 17789 w 34362"/>
                        <a:gd name="connsiteY6" fmla="*/ 18928 h 38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362" h="38272">
                          <a:moveTo>
                            <a:pt x="17789" y="18928"/>
                          </a:moveTo>
                          <a:cubicBezTo>
                            <a:pt x="21503" y="12546"/>
                            <a:pt x="27885" y="8832"/>
                            <a:pt x="34362" y="8546"/>
                          </a:cubicBezTo>
                          <a:cubicBezTo>
                            <a:pt x="32933" y="5879"/>
                            <a:pt x="30647" y="3498"/>
                            <a:pt x="27885" y="1974"/>
                          </a:cubicBezTo>
                          <a:cubicBezTo>
                            <a:pt x="19313" y="-2598"/>
                            <a:pt x="7978" y="1021"/>
                            <a:pt x="2739" y="10261"/>
                          </a:cubicBezTo>
                          <a:cubicBezTo>
                            <a:pt x="-2500" y="19404"/>
                            <a:pt x="-23" y="31025"/>
                            <a:pt x="8454" y="36073"/>
                          </a:cubicBezTo>
                          <a:cubicBezTo>
                            <a:pt x="11121" y="37693"/>
                            <a:pt x="14074" y="38359"/>
                            <a:pt x="17122" y="38264"/>
                          </a:cubicBezTo>
                          <a:cubicBezTo>
                            <a:pt x="14169" y="32549"/>
                            <a:pt x="14169" y="25215"/>
                            <a:pt x="17789" y="1892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62" name="Forme libre : forme 461">
                      <a:extLst>
                        <a:ext uri="{FF2B5EF4-FFF2-40B4-BE49-F238E27FC236}">
                          <a16:creationId xmlns:a16="http://schemas.microsoft.com/office/drawing/2014/main" id="{232628AF-E511-4EC1-A6BA-A2BA629F3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96505" y="4199965"/>
                      <a:ext cx="17516" cy="16005"/>
                    </a:xfrm>
                    <a:custGeom>
                      <a:avLst/>
                      <a:gdLst>
                        <a:gd name="connsiteX0" fmla="*/ 7853 w 17516"/>
                        <a:gd name="connsiteY0" fmla="*/ 16004 h 16005"/>
                        <a:gd name="connsiteX1" fmla="*/ 43 w 17516"/>
                        <a:gd name="connsiteY1" fmla="*/ 7717 h 16005"/>
                        <a:gd name="connsiteX2" fmla="*/ 9568 w 17516"/>
                        <a:gd name="connsiteY2" fmla="*/ 2 h 16005"/>
                        <a:gd name="connsiteX3" fmla="*/ 17474 w 17516"/>
                        <a:gd name="connsiteY3" fmla="*/ 8194 h 16005"/>
                        <a:gd name="connsiteX4" fmla="*/ 7853 w 17516"/>
                        <a:gd name="connsiteY4" fmla="*/ 16004 h 16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16" h="16005">
                          <a:moveTo>
                            <a:pt x="7853" y="16004"/>
                          </a:moveTo>
                          <a:cubicBezTo>
                            <a:pt x="3091" y="15813"/>
                            <a:pt x="-433" y="12099"/>
                            <a:pt x="43" y="7717"/>
                          </a:cubicBezTo>
                          <a:cubicBezTo>
                            <a:pt x="519" y="3336"/>
                            <a:pt x="4710" y="-93"/>
                            <a:pt x="9568" y="2"/>
                          </a:cubicBezTo>
                          <a:cubicBezTo>
                            <a:pt x="14426" y="97"/>
                            <a:pt x="17950" y="3717"/>
                            <a:pt x="17474" y="8194"/>
                          </a:cubicBezTo>
                          <a:cubicBezTo>
                            <a:pt x="16902" y="12575"/>
                            <a:pt x="12616" y="16099"/>
                            <a:pt x="7853" y="1600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63" name="Forme libre : forme 462">
                      <a:extLst>
                        <a:ext uri="{FF2B5EF4-FFF2-40B4-BE49-F238E27FC236}">
                          <a16:creationId xmlns:a16="http://schemas.microsoft.com/office/drawing/2014/main" id="{52203792-C3A1-49EC-BAF1-C170B00D2B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09239" y="4201970"/>
                      <a:ext cx="6050" cy="6375"/>
                    </a:xfrm>
                    <a:custGeom>
                      <a:avLst/>
                      <a:gdLst>
                        <a:gd name="connsiteX0" fmla="*/ 1406 w 6050"/>
                        <a:gd name="connsiteY0" fmla="*/ 5998 h 6375"/>
                        <a:gd name="connsiteX1" fmla="*/ 453 w 6050"/>
                        <a:gd name="connsiteY1" fmla="*/ 1712 h 6375"/>
                        <a:gd name="connsiteX2" fmla="*/ 4644 w 6050"/>
                        <a:gd name="connsiteY2" fmla="*/ 378 h 6375"/>
                        <a:gd name="connsiteX3" fmla="*/ 5597 w 6050"/>
                        <a:gd name="connsiteY3" fmla="*/ 4664 h 6375"/>
                        <a:gd name="connsiteX4" fmla="*/ 1406 w 6050"/>
                        <a:gd name="connsiteY4" fmla="*/ 5998 h 6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0" h="6375">
                          <a:moveTo>
                            <a:pt x="1406" y="5998"/>
                          </a:moveTo>
                          <a:cubicBezTo>
                            <a:pt x="-23" y="5236"/>
                            <a:pt x="-404" y="3236"/>
                            <a:pt x="453" y="1712"/>
                          </a:cubicBezTo>
                          <a:cubicBezTo>
                            <a:pt x="1311" y="188"/>
                            <a:pt x="3216" y="-479"/>
                            <a:pt x="4644" y="378"/>
                          </a:cubicBezTo>
                          <a:cubicBezTo>
                            <a:pt x="6073" y="1140"/>
                            <a:pt x="6454" y="3045"/>
                            <a:pt x="5597" y="4664"/>
                          </a:cubicBezTo>
                          <a:cubicBezTo>
                            <a:pt x="4644" y="6188"/>
                            <a:pt x="2835" y="6855"/>
                            <a:pt x="1406" y="599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464" name="Graphique 15">
                    <a:extLst>
                      <a:ext uri="{FF2B5EF4-FFF2-40B4-BE49-F238E27FC236}">
                        <a16:creationId xmlns:a16="http://schemas.microsoft.com/office/drawing/2014/main" id="{914023E2-9752-4EA6-B1EC-411700F1A69E}"/>
                      </a:ext>
                    </a:extLst>
                  </p:cNvPr>
                  <p:cNvGrpSpPr/>
                  <p:nvPr/>
                </p:nvGrpSpPr>
                <p:grpSpPr>
                  <a:xfrm>
                    <a:off x="11052735" y="4190523"/>
                    <a:ext cx="36323" cy="37500"/>
                    <a:chOff x="11052735" y="4190523"/>
                    <a:chExt cx="36323" cy="37500"/>
                  </a:xfrm>
                  <a:solidFill>
                    <a:schemeClr val="accent1"/>
                  </a:solidFill>
                </p:grpSpPr>
                <p:sp>
                  <p:nvSpPr>
                    <p:cNvPr id="465" name="Forme libre : forme 464">
                      <a:extLst>
                        <a:ext uri="{FF2B5EF4-FFF2-40B4-BE49-F238E27FC236}">
                          <a16:creationId xmlns:a16="http://schemas.microsoft.com/office/drawing/2014/main" id="{94ACC16F-D72F-42BC-A9C3-D74ACDEC2F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52735" y="4190565"/>
                      <a:ext cx="36323" cy="37458"/>
                    </a:xfrm>
                    <a:custGeom>
                      <a:avLst/>
                      <a:gdLst>
                        <a:gd name="connsiteX0" fmla="*/ 7999 w 36323"/>
                        <a:gd name="connsiteY0" fmla="*/ 34833 h 37458"/>
                        <a:gd name="connsiteX1" fmla="*/ 3046 w 36323"/>
                        <a:gd name="connsiteY1" fmla="*/ 9497 h 37458"/>
                        <a:gd name="connsiteX2" fmla="*/ 27811 w 36323"/>
                        <a:gd name="connsiteY2" fmla="*/ 2258 h 37458"/>
                        <a:gd name="connsiteX3" fmla="*/ 33430 w 36323"/>
                        <a:gd name="connsiteY3" fmla="*/ 27975 h 37458"/>
                        <a:gd name="connsiteX4" fmla="*/ 7999 w 36323"/>
                        <a:gd name="connsiteY4" fmla="*/ 34833 h 374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323" h="37458">
                          <a:moveTo>
                            <a:pt x="7999" y="34833"/>
                          </a:moveTo>
                          <a:cubicBezTo>
                            <a:pt x="-288" y="29499"/>
                            <a:pt x="-2479" y="18165"/>
                            <a:pt x="3046" y="9497"/>
                          </a:cubicBezTo>
                          <a:cubicBezTo>
                            <a:pt x="8285" y="639"/>
                            <a:pt x="19238" y="-2600"/>
                            <a:pt x="27811" y="2258"/>
                          </a:cubicBezTo>
                          <a:cubicBezTo>
                            <a:pt x="36288" y="7116"/>
                            <a:pt x="38955" y="18736"/>
                            <a:pt x="33430" y="27975"/>
                          </a:cubicBezTo>
                          <a:cubicBezTo>
                            <a:pt x="27716" y="37119"/>
                            <a:pt x="16285" y="40167"/>
                            <a:pt x="7999" y="3483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66" name="Forme libre : forme 465">
                      <a:extLst>
                        <a:ext uri="{FF2B5EF4-FFF2-40B4-BE49-F238E27FC236}">
                          <a16:creationId xmlns:a16="http://schemas.microsoft.com/office/drawing/2014/main" id="{2953B903-51F8-4B66-A5CB-060C9EA8E1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52830" y="4190523"/>
                      <a:ext cx="34097" cy="37447"/>
                    </a:xfrm>
                    <a:custGeom>
                      <a:avLst/>
                      <a:gdLst>
                        <a:gd name="connsiteX0" fmla="*/ 17810 w 34097"/>
                        <a:gd name="connsiteY0" fmla="*/ 18683 h 37447"/>
                        <a:gd name="connsiteX1" fmla="*/ 34097 w 34097"/>
                        <a:gd name="connsiteY1" fmla="*/ 8968 h 37447"/>
                        <a:gd name="connsiteX2" fmla="*/ 27811 w 34097"/>
                        <a:gd name="connsiteY2" fmla="*/ 2300 h 37447"/>
                        <a:gd name="connsiteX3" fmla="*/ 3046 w 34097"/>
                        <a:gd name="connsiteY3" fmla="*/ 9539 h 37447"/>
                        <a:gd name="connsiteX4" fmla="*/ 7999 w 34097"/>
                        <a:gd name="connsiteY4" fmla="*/ 34876 h 37447"/>
                        <a:gd name="connsiteX5" fmla="*/ 16571 w 34097"/>
                        <a:gd name="connsiteY5" fmla="*/ 37447 h 37447"/>
                        <a:gd name="connsiteX6" fmla="*/ 17810 w 34097"/>
                        <a:gd name="connsiteY6" fmla="*/ 18683 h 374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097" h="37447">
                          <a:moveTo>
                            <a:pt x="17810" y="18683"/>
                          </a:moveTo>
                          <a:cubicBezTo>
                            <a:pt x="21524" y="12492"/>
                            <a:pt x="27715" y="9063"/>
                            <a:pt x="34097" y="8968"/>
                          </a:cubicBezTo>
                          <a:cubicBezTo>
                            <a:pt x="32669" y="6205"/>
                            <a:pt x="30573" y="3919"/>
                            <a:pt x="27811" y="2300"/>
                          </a:cubicBezTo>
                          <a:cubicBezTo>
                            <a:pt x="19238" y="-2653"/>
                            <a:pt x="8285" y="681"/>
                            <a:pt x="3046" y="9539"/>
                          </a:cubicBezTo>
                          <a:cubicBezTo>
                            <a:pt x="-2479" y="18207"/>
                            <a:pt x="-288" y="29542"/>
                            <a:pt x="7999" y="34876"/>
                          </a:cubicBezTo>
                          <a:cubicBezTo>
                            <a:pt x="10666" y="36590"/>
                            <a:pt x="13619" y="37352"/>
                            <a:pt x="16571" y="37447"/>
                          </a:cubicBezTo>
                          <a:cubicBezTo>
                            <a:pt x="13809" y="31732"/>
                            <a:pt x="13999" y="24684"/>
                            <a:pt x="17810" y="186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67" name="Forme libre : forme 466">
                      <a:extLst>
                        <a:ext uri="{FF2B5EF4-FFF2-40B4-BE49-F238E27FC236}">
                          <a16:creationId xmlns:a16="http://schemas.microsoft.com/office/drawing/2014/main" id="{4BDB9B66-DBE9-44EF-AC68-22E65B049A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60862" y="4209378"/>
                      <a:ext cx="17555" cy="15479"/>
                    </a:xfrm>
                    <a:custGeom>
                      <a:avLst/>
                      <a:gdLst>
                        <a:gd name="connsiteX0" fmla="*/ 7682 w 17555"/>
                        <a:gd name="connsiteY0" fmla="*/ 15449 h 15479"/>
                        <a:gd name="connsiteX1" fmla="*/ 62 w 17555"/>
                        <a:gd name="connsiteY1" fmla="*/ 7067 h 15479"/>
                        <a:gd name="connsiteX2" fmla="*/ 9778 w 17555"/>
                        <a:gd name="connsiteY2" fmla="*/ 19 h 15479"/>
                        <a:gd name="connsiteX3" fmla="*/ 17493 w 17555"/>
                        <a:gd name="connsiteY3" fmla="*/ 8305 h 15479"/>
                        <a:gd name="connsiteX4" fmla="*/ 7682 w 17555"/>
                        <a:gd name="connsiteY4" fmla="*/ 15449 h 15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55" h="15479">
                          <a:moveTo>
                            <a:pt x="7682" y="15449"/>
                          </a:moveTo>
                          <a:cubicBezTo>
                            <a:pt x="2920" y="15068"/>
                            <a:pt x="-509" y="11258"/>
                            <a:pt x="62" y="7067"/>
                          </a:cubicBezTo>
                          <a:cubicBezTo>
                            <a:pt x="634" y="2781"/>
                            <a:pt x="4920" y="-267"/>
                            <a:pt x="9778" y="19"/>
                          </a:cubicBezTo>
                          <a:cubicBezTo>
                            <a:pt x="14635" y="304"/>
                            <a:pt x="18065" y="4019"/>
                            <a:pt x="17493" y="8305"/>
                          </a:cubicBezTo>
                          <a:cubicBezTo>
                            <a:pt x="16826" y="12591"/>
                            <a:pt x="12445" y="15830"/>
                            <a:pt x="7682" y="1544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68" name="Forme libre : forme 467">
                      <a:extLst>
                        <a:ext uri="{FF2B5EF4-FFF2-40B4-BE49-F238E27FC236}">
                          <a16:creationId xmlns:a16="http://schemas.microsoft.com/office/drawing/2014/main" id="{6788EFA4-0C96-4AEA-9211-DB83936A1D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73825" y="4211661"/>
                      <a:ext cx="6101" cy="6139"/>
                    </a:xfrm>
                    <a:custGeom>
                      <a:avLst/>
                      <a:gdLst>
                        <a:gd name="connsiteX0" fmla="*/ 1291 w 6101"/>
                        <a:gd name="connsiteY0" fmla="*/ 5737 h 6139"/>
                        <a:gd name="connsiteX1" fmla="*/ 529 w 6101"/>
                        <a:gd name="connsiteY1" fmla="*/ 1546 h 6139"/>
                        <a:gd name="connsiteX2" fmla="*/ 4720 w 6101"/>
                        <a:gd name="connsiteY2" fmla="*/ 403 h 6139"/>
                        <a:gd name="connsiteX3" fmla="*/ 5577 w 6101"/>
                        <a:gd name="connsiteY3" fmla="*/ 4594 h 6139"/>
                        <a:gd name="connsiteX4" fmla="*/ 1291 w 6101"/>
                        <a:gd name="connsiteY4" fmla="*/ 5737 h 6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01" h="6139">
                          <a:moveTo>
                            <a:pt x="1291" y="5737"/>
                          </a:moveTo>
                          <a:cubicBezTo>
                            <a:pt x="-42" y="4880"/>
                            <a:pt x="-423" y="2975"/>
                            <a:pt x="529" y="1546"/>
                          </a:cubicBezTo>
                          <a:cubicBezTo>
                            <a:pt x="1482" y="117"/>
                            <a:pt x="3387" y="-455"/>
                            <a:pt x="4720" y="403"/>
                          </a:cubicBezTo>
                          <a:cubicBezTo>
                            <a:pt x="6149" y="1260"/>
                            <a:pt x="6530" y="3165"/>
                            <a:pt x="5577" y="4594"/>
                          </a:cubicBezTo>
                          <a:cubicBezTo>
                            <a:pt x="4530" y="6023"/>
                            <a:pt x="2625" y="6594"/>
                            <a:pt x="1291" y="57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469" name="Graphique 15">
                  <a:extLst>
                    <a:ext uri="{FF2B5EF4-FFF2-40B4-BE49-F238E27FC236}">
                      <a16:creationId xmlns:a16="http://schemas.microsoft.com/office/drawing/2014/main" id="{69785240-0A41-4C4C-89DC-A1F3017368D7}"/>
                    </a:ext>
                  </a:extLst>
                </p:cNvPr>
                <p:cNvGrpSpPr/>
                <p:nvPr/>
              </p:nvGrpSpPr>
              <p:grpSpPr>
                <a:xfrm>
                  <a:off x="10977547" y="4090583"/>
                  <a:ext cx="104111" cy="42396"/>
                  <a:chOff x="10977547" y="4090583"/>
                  <a:chExt cx="104111" cy="42396"/>
                </a:xfrm>
                <a:solidFill>
                  <a:schemeClr val="accent1"/>
                </a:solidFill>
              </p:grpSpPr>
              <p:grpSp>
                <p:nvGrpSpPr>
                  <p:cNvPr id="470" name="Graphique 15">
                    <a:extLst>
                      <a:ext uri="{FF2B5EF4-FFF2-40B4-BE49-F238E27FC236}">
                        <a16:creationId xmlns:a16="http://schemas.microsoft.com/office/drawing/2014/main" id="{541CEFA4-0F24-4F63-ACE2-3CBA4B52E79A}"/>
                      </a:ext>
                    </a:extLst>
                  </p:cNvPr>
                  <p:cNvGrpSpPr/>
                  <p:nvPr/>
                </p:nvGrpSpPr>
                <p:grpSpPr>
                  <a:xfrm>
                    <a:off x="11046095" y="4091603"/>
                    <a:ext cx="35562" cy="35795"/>
                    <a:chOff x="11046095" y="4091603"/>
                    <a:chExt cx="35562" cy="35795"/>
                  </a:xfrm>
                  <a:solidFill>
                    <a:schemeClr val="accent1"/>
                  </a:solidFill>
                </p:grpSpPr>
                <p:sp>
                  <p:nvSpPr>
                    <p:cNvPr id="471" name="Forme libre : forme 470">
                      <a:extLst>
                        <a:ext uri="{FF2B5EF4-FFF2-40B4-BE49-F238E27FC236}">
                          <a16:creationId xmlns:a16="http://schemas.microsoft.com/office/drawing/2014/main" id="{4F6D941C-8668-4892-9A95-0A6F0B3D8D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46095" y="4091699"/>
                      <a:ext cx="35562" cy="35700"/>
                    </a:xfrm>
                    <a:custGeom>
                      <a:avLst/>
                      <a:gdLst>
                        <a:gd name="connsiteX0" fmla="*/ 9780 w 35562"/>
                        <a:gd name="connsiteY0" fmla="*/ 33783 h 35700"/>
                        <a:gd name="connsiteX1" fmla="*/ 1780 w 35562"/>
                        <a:gd name="connsiteY1" fmla="*/ 10161 h 35700"/>
                        <a:gd name="connsiteX2" fmla="*/ 25211 w 35562"/>
                        <a:gd name="connsiteY2" fmla="*/ 1589 h 35700"/>
                        <a:gd name="connsiteX3" fmla="*/ 33879 w 35562"/>
                        <a:gd name="connsiteY3" fmla="*/ 25591 h 35700"/>
                        <a:gd name="connsiteX4" fmla="*/ 9780 w 35562"/>
                        <a:gd name="connsiteY4" fmla="*/ 33783 h 35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62" h="35700">
                          <a:moveTo>
                            <a:pt x="9780" y="33783"/>
                          </a:moveTo>
                          <a:cubicBezTo>
                            <a:pt x="1018" y="29306"/>
                            <a:pt x="-2411" y="18733"/>
                            <a:pt x="1780" y="10161"/>
                          </a:cubicBezTo>
                          <a:cubicBezTo>
                            <a:pt x="5780" y="1398"/>
                            <a:pt x="16257" y="-2412"/>
                            <a:pt x="25211" y="1589"/>
                          </a:cubicBezTo>
                          <a:cubicBezTo>
                            <a:pt x="34164" y="5589"/>
                            <a:pt x="38070" y="16352"/>
                            <a:pt x="33879" y="25591"/>
                          </a:cubicBezTo>
                          <a:cubicBezTo>
                            <a:pt x="29497" y="34640"/>
                            <a:pt x="18544" y="38260"/>
                            <a:pt x="9780" y="3378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72" name="Forme libre : forme 471">
                      <a:extLst>
                        <a:ext uri="{FF2B5EF4-FFF2-40B4-BE49-F238E27FC236}">
                          <a16:creationId xmlns:a16="http://schemas.microsoft.com/office/drawing/2014/main" id="{3374F3EC-19E1-463A-8FC2-3ABAD7978B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46095" y="4091603"/>
                      <a:ext cx="32259" cy="35604"/>
                    </a:xfrm>
                    <a:custGeom>
                      <a:avLst/>
                      <a:gdLst>
                        <a:gd name="connsiteX0" fmla="*/ 17401 w 32259"/>
                        <a:gd name="connsiteY0" fmla="*/ 17876 h 35604"/>
                        <a:gd name="connsiteX1" fmla="*/ 32260 w 32259"/>
                        <a:gd name="connsiteY1" fmla="*/ 7494 h 35604"/>
                        <a:gd name="connsiteX2" fmla="*/ 25211 w 32259"/>
                        <a:gd name="connsiteY2" fmla="*/ 1589 h 35604"/>
                        <a:gd name="connsiteX3" fmla="*/ 1780 w 32259"/>
                        <a:gd name="connsiteY3" fmla="*/ 10161 h 35604"/>
                        <a:gd name="connsiteX4" fmla="*/ 9780 w 32259"/>
                        <a:gd name="connsiteY4" fmla="*/ 33783 h 35604"/>
                        <a:gd name="connsiteX5" fmla="*/ 18544 w 32259"/>
                        <a:gd name="connsiteY5" fmla="*/ 35593 h 35604"/>
                        <a:gd name="connsiteX6" fmla="*/ 17401 w 32259"/>
                        <a:gd name="connsiteY6" fmla="*/ 17876 h 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259" h="35604">
                          <a:moveTo>
                            <a:pt x="17401" y="17876"/>
                          </a:moveTo>
                          <a:cubicBezTo>
                            <a:pt x="20163" y="11780"/>
                            <a:pt x="25973" y="8065"/>
                            <a:pt x="32260" y="7494"/>
                          </a:cubicBezTo>
                          <a:cubicBezTo>
                            <a:pt x="30545" y="5017"/>
                            <a:pt x="28164" y="2922"/>
                            <a:pt x="25211" y="1589"/>
                          </a:cubicBezTo>
                          <a:cubicBezTo>
                            <a:pt x="16257" y="-2412"/>
                            <a:pt x="5780" y="1398"/>
                            <a:pt x="1780" y="10161"/>
                          </a:cubicBezTo>
                          <a:cubicBezTo>
                            <a:pt x="-2411" y="18829"/>
                            <a:pt x="1018" y="29306"/>
                            <a:pt x="9780" y="33783"/>
                          </a:cubicBezTo>
                          <a:cubicBezTo>
                            <a:pt x="12543" y="35212"/>
                            <a:pt x="15591" y="35688"/>
                            <a:pt x="18544" y="35593"/>
                          </a:cubicBezTo>
                          <a:cubicBezTo>
                            <a:pt x="15114" y="30449"/>
                            <a:pt x="14543" y="23877"/>
                            <a:pt x="17401" y="1787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73" name="Forme libre : forme 472">
                      <a:extLst>
                        <a:ext uri="{FF2B5EF4-FFF2-40B4-BE49-F238E27FC236}">
                          <a16:creationId xmlns:a16="http://schemas.microsoft.com/office/drawing/2014/main" id="{F4D87C90-2D76-4355-87D2-2713EA68B8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54922" y="4109573"/>
                      <a:ext cx="17337" cy="14860"/>
                    </a:xfrm>
                    <a:custGeom>
                      <a:avLst/>
                      <a:gdLst>
                        <a:gd name="connsiteX0" fmla="*/ 8479 w 17337"/>
                        <a:gd name="connsiteY0" fmla="*/ 14861 h 14860"/>
                        <a:gd name="connsiteX1" fmla="*/ 2 w 17337"/>
                        <a:gd name="connsiteY1" fmla="*/ 7431 h 14860"/>
                        <a:gd name="connsiteX2" fmla="*/ 8670 w 17337"/>
                        <a:gd name="connsiteY2" fmla="*/ 2 h 14860"/>
                        <a:gd name="connsiteX3" fmla="*/ 17337 w 17337"/>
                        <a:gd name="connsiteY3" fmla="*/ 7336 h 14860"/>
                        <a:gd name="connsiteX4" fmla="*/ 8479 w 17337"/>
                        <a:gd name="connsiteY4" fmla="*/ 14861 h 14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37" h="14860">
                          <a:moveTo>
                            <a:pt x="8479" y="14861"/>
                          </a:moveTo>
                          <a:cubicBezTo>
                            <a:pt x="3717" y="14861"/>
                            <a:pt x="-93" y="11527"/>
                            <a:pt x="2" y="7431"/>
                          </a:cubicBezTo>
                          <a:cubicBezTo>
                            <a:pt x="2" y="3336"/>
                            <a:pt x="4002" y="97"/>
                            <a:pt x="8670" y="2"/>
                          </a:cubicBezTo>
                          <a:cubicBezTo>
                            <a:pt x="13337" y="-93"/>
                            <a:pt x="17337" y="3240"/>
                            <a:pt x="17337" y="7336"/>
                          </a:cubicBezTo>
                          <a:cubicBezTo>
                            <a:pt x="17242" y="11527"/>
                            <a:pt x="13242" y="14861"/>
                            <a:pt x="8479" y="1486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74" name="Forme libre : forme 473">
                      <a:extLst>
                        <a:ext uri="{FF2B5EF4-FFF2-40B4-BE49-F238E27FC236}">
                          <a16:creationId xmlns:a16="http://schemas.microsoft.com/office/drawing/2014/main" id="{A727C131-D2E6-4A87-BB42-BFC741A11F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67410" y="4111300"/>
                      <a:ext cx="5871" cy="5886"/>
                    </a:xfrm>
                    <a:custGeom>
                      <a:avLst/>
                      <a:gdLst>
                        <a:gd name="connsiteX0" fmla="*/ 1611 w 5871"/>
                        <a:gd name="connsiteY0" fmla="*/ 5609 h 5886"/>
                        <a:gd name="connsiteX1" fmla="*/ 277 w 5871"/>
                        <a:gd name="connsiteY1" fmla="*/ 1704 h 5886"/>
                        <a:gd name="connsiteX2" fmla="*/ 4182 w 5871"/>
                        <a:gd name="connsiteY2" fmla="*/ 275 h 5886"/>
                        <a:gd name="connsiteX3" fmla="*/ 5611 w 5871"/>
                        <a:gd name="connsiteY3" fmla="*/ 4276 h 5886"/>
                        <a:gd name="connsiteX4" fmla="*/ 1611 w 5871"/>
                        <a:gd name="connsiteY4" fmla="*/ 5609 h 5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71" h="5886">
                          <a:moveTo>
                            <a:pt x="1611" y="5609"/>
                          </a:moveTo>
                          <a:cubicBezTo>
                            <a:pt x="182" y="4942"/>
                            <a:pt x="-389" y="3133"/>
                            <a:pt x="277" y="1704"/>
                          </a:cubicBezTo>
                          <a:cubicBezTo>
                            <a:pt x="944" y="180"/>
                            <a:pt x="2658" y="-392"/>
                            <a:pt x="4182" y="275"/>
                          </a:cubicBezTo>
                          <a:cubicBezTo>
                            <a:pt x="5611" y="942"/>
                            <a:pt x="6278" y="2752"/>
                            <a:pt x="5611" y="4276"/>
                          </a:cubicBezTo>
                          <a:cubicBezTo>
                            <a:pt x="4849" y="5704"/>
                            <a:pt x="3039" y="6276"/>
                            <a:pt x="1611" y="56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475" name="Graphique 15">
                    <a:extLst>
                      <a:ext uri="{FF2B5EF4-FFF2-40B4-BE49-F238E27FC236}">
                        <a16:creationId xmlns:a16="http://schemas.microsoft.com/office/drawing/2014/main" id="{B09DC22D-8198-45F6-A0D7-7162B6156126}"/>
                      </a:ext>
                    </a:extLst>
                  </p:cNvPr>
                  <p:cNvGrpSpPr/>
                  <p:nvPr/>
                </p:nvGrpSpPr>
                <p:grpSpPr>
                  <a:xfrm>
                    <a:off x="11010793" y="4090583"/>
                    <a:ext cx="35515" cy="34554"/>
                    <a:chOff x="11010793" y="4090583"/>
                    <a:chExt cx="35515" cy="34554"/>
                  </a:xfrm>
                  <a:solidFill>
                    <a:schemeClr val="accent1"/>
                  </a:solidFill>
                </p:grpSpPr>
                <p:sp>
                  <p:nvSpPr>
                    <p:cNvPr id="476" name="Forme libre : forme 475">
                      <a:extLst>
                        <a:ext uri="{FF2B5EF4-FFF2-40B4-BE49-F238E27FC236}">
                          <a16:creationId xmlns:a16="http://schemas.microsoft.com/office/drawing/2014/main" id="{71621243-3D42-40A0-9215-BC553C5CE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10793" y="4090583"/>
                      <a:ext cx="35515" cy="34554"/>
                    </a:xfrm>
                    <a:custGeom>
                      <a:avLst/>
                      <a:gdLst>
                        <a:gd name="connsiteX0" fmla="*/ 9840 w 35515"/>
                        <a:gd name="connsiteY0" fmla="*/ 32422 h 34554"/>
                        <a:gd name="connsiteX1" fmla="*/ 1744 w 35515"/>
                        <a:gd name="connsiteY1" fmla="*/ 9181 h 34554"/>
                        <a:gd name="connsiteX2" fmla="*/ 25271 w 35515"/>
                        <a:gd name="connsiteY2" fmla="*/ 1752 h 34554"/>
                        <a:gd name="connsiteX3" fmla="*/ 33653 w 35515"/>
                        <a:gd name="connsiteY3" fmla="*/ 25088 h 34554"/>
                        <a:gd name="connsiteX4" fmla="*/ 9840 w 35515"/>
                        <a:gd name="connsiteY4" fmla="*/ 32422 h 345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15" h="34554">
                          <a:moveTo>
                            <a:pt x="9840" y="32422"/>
                          </a:moveTo>
                          <a:cubicBezTo>
                            <a:pt x="1173" y="27755"/>
                            <a:pt x="-2447" y="17372"/>
                            <a:pt x="1744" y="9181"/>
                          </a:cubicBezTo>
                          <a:cubicBezTo>
                            <a:pt x="6030" y="989"/>
                            <a:pt x="16412" y="-2344"/>
                            <a:pt x="25271" y="1752"/>
                          </a:cubicBezTo>
                          <a:cubicBezTo>
                            <a:pt x="34224" y="5943"/>
                            <a:pt x="38130" y="16515"/>
                            <a:pt x="33653" y="25088"/>
                          </a:cubicBezTo>
                          <a:cubicBezTo>
                            <a:pt x="29176" y="33851"/>
                            <a:pt x="18508" y="37089"/>
                            <a:pt x="9840" y="3242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77" name="Forme libre : forme 476">
                      <a:extLst>
                        <a:ext uri="{FF2B5EF4-FFF2-40B4-BE49-F238E27FC236}">
                          <a16:creationId xmlns:a16="http://schemas.microsoft.com/office/drawing/2014/main" id="{19E97BB1-2FDF-4A53-965A-F4D9BD1633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10793" y="4090583"/>
                      <a:ext cx="32319" cy="34431"/>
                    </a:xfrm>
                    <a:custGeom>
                      <a:avLst/>
                      <a:gdLst>
                        <a:gd name="connsiteX0" fmla="*/ 17270 w 32319"/>
                        <a:gd name="connsiteY0" fmla="*/ 17087 h 34431"/>
                        <a:gd name="connsiteX1" fmla="*/ 32319 w 32319"/>
                        <a:gd name="connsiteY1" fmla="*/ 7657 h 34431"/>
                        <a:gd name="connsiteX2" fmla="*/ 25271 w 32319"/>
                        <a:gd name="connsiteY2" fmla="*/ 1752 h 34431"/>
                        <a:gd name="connsiteX3" fmla="*/ 1744 w 32319"/>
                        <a:gd name="connsiteY3" fmla="*/ 9181 h 34431"/>
                        <a:gd name="connsiteX4" fmla="*/ 9840 w 32319"/>
                        <a:gd name="connsiteY4" fmla="*/ 32422 h 34431"/>
                        <a:gd name="connsiteX5" fmla="*/ 18413 w 32319"/>
                        <a:gd name="connsiteY5" fmla="*/ 34422 h 34431"/>
                        <a:gd name="connsiteX6" fmla="*/ 17270 w 32319"/>
                        <a:gd name="connsiteY6" fmla="*/ 17087 h 34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319" h="34431">
                          <a:moveTo>
                            <a:pt x="17270" y="17087"/>
                          </a:moveTo>
                          <a:cubicBezTo>
                            <a:pt x="20127" y="11372"/>
                            <a:pt x="26223" y="8133"/>
                            <a:pt x="32319" y="7657"/>
                          </a:cubicBezTo>
                          <a:cubicBezTo>
                            <a:pt x="30605" y="5180"/>
                            <a:pt x="28224" y="3085"/>
                            <a:pt x="25271" y="1752"/>
                          </a:cubicBezTo>
                          <a:cubicBezTo>
                            <a:pt x="16412" y="-2344"/>
                            <a:pt x="6126" y="989"/>
                            <a:pt x="1744" y="9181"/>
                          </a:cubicBezTo>
                          <a:cubicBezTo>
                            <a:pt x="-2447" y="17372"/>
                            <a:pt x="1173" y="27755"/>
                            <a:pt x="9840" y="32422"/>
                          </a:cubicBezTo>
                          <a:cubicBezTo>
                            <a:pt x="12603" y="33851"/>
                            <a:pt x="15555" y="34518"/>
                            <a:pt x="18413" y="34422"/>
                          </a:cubicBezTo>
                          <a:cubicBezTo>
                            <a:pt x="15079" y="29279"/>
                            <a:pt x="14412" y="22802"/>
                            <a:pt x="17270" y="170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78" name="Forme libre : forme 477">
                      <a:extLst>
                        <a:ext uri="{FF2B5EF4-FFF2-40B4-BE49-F238E27FC236}">
                          <a16:creationId xmlns:a16="http://schemas.microsoft.com/office/drawing/2014/main" id="{F0324DE6-67CC-488A-BB69-C2F8678781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19586" y="4107763"/>
                      <a:ext cx="16956" cy="14488"/>
                    </a:xfrm>
                    <a:custGeom>
                      <a:avLst/>
                      <a:gdLst>
                        <a:gd name="connsiteX0" fmla="*/ 8477 w 16956"/>
                        <a:gd name="connsiteY0" fmla="*/ 14480 h 14488"/>
                        <a:gd name="connsiteX1" fmla="*/ 0 w 16956"/>
                        <a:gd name="connsiteY1" fmla="*/ 6956 h 14488"/>
                        <a:gd name="connsiteX2" fmla="*/ 8477 w 16956"/>
                        <a:gd name="connsiteY2" fmla="*/ 2 h 14488"/>
                        <a:gd name="connsiteX3" fmla="*/ 16954 w 16956"/>
                        <a:gd name="connsiteY3" fmla="*/ 7432 h 14488"/>
                        <a:gd name="connsiteX4" fmla="*/ 8477 w 16956"/>
                        <a:gd name="connsiteY4" fmla="*/ 14480 h 144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56" h="14488">
                          <a:moveTo>
                            <a:pt x="8477" y="14480"/>
                          </a:moveTo>
                          <a:cubicBezTo>
                            <a:pt x="3810" y="14290"/>
                            <a:pt x="0" y="10956"/>
                            <a:pt x="0" y="6956"/>
                          </a:cubicBezTo>
                          <a:cubicBezTo>
                            <a:pt x="0" y="2955"/>
                            <a:pt x="3810" y="-93"/>
                            <a:pt x="8477" y="2"/>
                          </a:cubicBezTo>
                          <a:cubicBezTo>
                            <a:pt x="13145" y="98"/>
                            <a:pt x="17050" y="3431"/>
                            <a:pt x="16954" y="7432"/>
                          </a:cubicBezTo>
                          <a:cubicBezTo>
                            <a:pt x="17050" y="11432"/>
                            <a:pt x="13145" y="14671"/>
                            <a:pt x="8477" y="1448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79" name="Forme libre : forme 478">
                      <a:extLst>
                        <a:ext uri="{FF2B5EF4-FFF2-40B4-BE49-F238E27FC236}">
                          <a16:creationId xmlns:a16="http://schemas.microsoft.com/office/drawing/2014/main" id="{59492865-51BC-4A62-A3D9-C33CD3CB56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31882" y="4109754"/>
                      <a:ext cx="5793" cy="5641"/>
                    </a:xfrm>
                    <a:custGeom>
                      <a:avLst/>
                      <a:gdLst>
                        <a:gd name="connsiteX0" fmla="*/ 1611 w 5793"/>
                        <a:gd name="connsiteY0" fmla="*/ 5345 h 5641"/>
                        <a:gd name="connsiteX1" fmla="*/ 277 w 5793"/>
                        <a:gd name="connsiteY1" fmla="*/ 1535 h 5641"/>
                        <a:gd name="connsiteX2" fmla="*/ 4183 w 5793"/>
                        <a:gd name="connsiteY2" fmla="*/ 296 h 5641"/>
                        <a:gd name="connsiteX3" fmla="*/ 5516 w 5793"/>
                        <a:gd name="connsiteY3" fmla="*/ 4106 h 5641"/>
                        <a:gd name="connsiteX4" fmla="*/ 1611 w 5793"/>
                        <a:gd name="connsiteY4" fmla="*/ 5345 h 5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3" h="5641">
                          <a:moveTo>
                            <a:pt x="1611" y="5345"/>
                          </a:moveTo>
                          <a:cubicBezTo>
                            <a:pt x="182" y="4583"/>
                            <a:pt x="-390" y="2868"/>
                            <a:pt x="277" y="1535"/>
                          </a:cubicBezTo>
                          <a:cubicBezTo>
                            <a:pt x="944" y="106"/>
                            <a:pt x="2754" y="-370"/>
                            <a:pt x="4183" y="296"/>
                          </a:cubicBezTo>
                          <a:cubicBezTo>
                            <a:pt x="5611" y="1059"/>
                            <a:pt x="6183" y="2773"/>
                            <a:pt x="5516" y="4106"/>
                          </a:cubicBezTo>
                          <a:cubicBezTo>
                            <a:pt x="4754" y="5535"/>
                            <a:pt x="3040" y="6012"/>
                            <a:pt x="1611" y="53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480" name="Graphique 15">
                    <a:extLst>
                      <a:ext uri="{FF2B5EF4-FFF2-40B4-BE49-F238E27FC236}">
                        <a16:creationId xmlns:a16="http://schemas.microsoft.com/office/drawing/2014/main" id="{CA86E382-2176-4B3F-ACEF-537AA9313B9F}"/>
                      </a:ext>
                    </a:extLst>
                  </p:cNvPr>
                  <p:cNvGrpSpPr/>
                  <p:nvPr/>
                </p:nvGrpSpPr>
                <p:grpSpPr>
                  <a:xfrm>
                    <a:off x="10977547" y="4099169"/>
                    <a:ext cx="35078" cy="33810"/>
                    <a:chOff x="10977547" y="4099169"/>
                    <a:chExt cx="35078" cy="33810"/>
                  </a:xfrm>
                  <a:solidFill>
                    <a:schemeClr val="accent1"/>
                  </a:solidFill>
                </p:grpSpPr>
                <p:sp>
                  <p:nvSpPr>
                    <p:cNvPr id="481" name="Forme libre : forme 480">
                      <a:extLst>
                        <a:ext uri="{FF2B5EF4-FFF2-40B4-BE49-F238E27FC236}">
                          <a16:creationId xmlns:a16="http://schemas.microsoft.com/office/drawing/2014/main" id="{B5DC52EC-9CF3-4980-A47C-19A71FC04F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7642" y="4099264"/>
                      <a:ext cx="34982" cy="33715"/>
                    </a:xfrm>
                    <a:custGeom>
                      <a:avLst/>
                      <a:gdLst>
                        <a:gd name="connsiteX0" fmla="*/ 9368 w 34982"/>
                        <a:gd name="connsiteY0" fmla="*/ 31266 h 33715"/>
                        <a:gd name="connsiteX1" fmla="*/ 1843 w 34982"/>
                        <a:gd name="connsiteY1" fmla="*/ 8406 h 33715"/>
                        <a:gd name="connsiteX2" fmla="*/ 25084 w 34982"/>
                        <a:gd name="connsiteY2" fmla="*/ 2120 h 33715"/>
                        <a:gd name="connsiteX3" fmla="*/ 33181 w 34982"/>
                        <a:gd name="connsiteY3" fmla="*/ 25361 h 33715"/>
                        <a:gd name="connsiteX4" fmla="*/ 9368 w 34982"/>
                        <a:gd name="connsiteY4" fmla="*/ 31266 h 33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82" h="33715">
                          <a:moveTo>
                            <a:pt x="9368" y="31266"/>
                          </a:moveTo>
                          <a:cubicBezTo>
                            <a:pt x="795" y="26313"/>
                            <a:pt x="-2348" y="16217"/>
                            <a:pt x="1843" y="8406"/>
                          </a:cubicBezTo>
                          <a:cubicBezTo>
                            <a:pt x="5844" y="500"/>
                            <a:pt x="16321" y="-2357"/>
                            <a:pt x="25084" y="2120"/>
                          </a:cubicBezTo>
                          <a:cubicBezTo>
                            <a:pt x="33847" y="6596"/>
                            <a:pt x="37467" y="16978"/>
                            <a:pt x="33181" y="25361"/>
                          </a:cubicBezTo>
                          <a:cubicBezTo>
                            <a:pt x="28799" y="33552"/>
                            <a:pt x="17845" y="36124"/>
                            <a:pt x="9368" y="3126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82" name="Forme libre : forme 481">
                      <a:extLst>
                        <a:ext uri="{FF2B5EF4-FFF2-40B4-BE49-F238E27FC236}">
                          <a16:creationId xmlns:a16="http://schemas.microsoft.com/office/drawing/2014/main" id="{639C6A6A-1F08-4A4C-A983-BDD8BB229D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7547" y="4099169"/>
                      <a:ext cx="31942" cy="33647"/>
                    </a:xfrm>
                    <a:custGeom>
                      <a:avLst/>
                      <a:gdLst>
                        <a:gd name="connsiteX0" fmla="*/ 17179 w 31942"/>
                        <a:gd name="connsiteY0" fmla="*/ 16883 h 33647"/>
                        <a:gd name="connsiteX1" fmla="*/ 31942 w 31942"/>
                        <a:gd name="connsiteY1" fmla="*/ 8215 h 33647"/>
                        <a:gd name="connsiteX2" fmla="*/ 25084 w 31942"/>
                        <a:gd name="connsiteY2" fmla="*/ 2120 h 33647"/>
                        <a:gd name="connsiteX3" fmla="*/ 1843 w 31942"/>
                        <a:gd name="connsiteY3" fmla="*/ 8406 h 33647"/>
                        <a:gd name="connsiteX4" fmla="*/ 9368 w 31942"/>
                        <a:gd name="connsiteY4" fmla="*/ 31266 h 33647"/>
                        <a:gd name="connsiteX5" fmla="*/ 17941 w 31942"/>
                        <a:gd name="connsiteY5" fmla="*/ 33647 h 33647"/>
                        <a:gd name="connsiteX6" fmla="*/ 17179 w 31942"/>
                        <a:gd name="connsiteY6" fmla="*/ 16883 h 336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942" h="33647">
                          <a:moveTo>
                            <a:pt x="17179" y="16883"/>
                          </a:moveTo>
                          <a:cubicBezTo>
                            <a:pt x="20036" y="11359"/>
                            <a:pt x="25751" y="8311"/>
                            <a:pt x="31942" y="8215"/>
                          </a:cubicBezTo>
                          <a:cubicBezTo>
                            <a:pt x="30228" y="5739"/>
                            <a:pt x="28037" y="3644"/>
                            <a:pt x="25084" y="2120"/>
                          </a:cubicBezTo>
                          <a:cubicBezTo>
                            <a:pt x="16321" y="-2357"/>
                            <a:pt x="5844" y="500"/>
                            <a:pt x="1843" y="8406"/>
                          </a:cubicBezTo>
                          <a:cubicBezTo>
                            <a:pt x="-2348" y="16216"/>
                            <a:pt x="796" y="26408"/>
                            <a:pt x="9368" y="31266"/>
                          </a:cubicBezTo>
                          <a:cubicBezTo>
                            <a:pt x="12130" y="32790"/>
                            <a:pt x="14988" y="33552"/>
                            <a:pt x="17941" y="33647"/>
                          </a:cubicBezTo>
                          <a:cubicBezTo>
                            <a:pt x="14702" y="28599"/>
                            <a:pt x="14416" y="22313"/>
                            <a:pt x="17179" y="168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83" name="Forme libre : forme 482">
                      <a:extLst>
                        <a:ext uri="{FF2B5EF4-FFF2-40B4-BE49-F238E27FC236}">
                          <a16:creationId xmlns:a16="http://schemas.microsoft.com/office/drawing/2014/main" id="{A6D38628-9AC7-4EA1-995F-50C0F2AAD0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86241" y="4116138"/>
                      <a:ext cx="16961" cy="14044"/>
                    </a:xfrm>
                    <a:custGeom>
                      <a:avLst/>
                      <a:gdLst>
                        <a:gd name="connsiteX0" fmla="*/ 8199 w 16961"/>
                        <a:gd name="connsiteY0" fmla="*/ 14011 h 14044"/>
                        <a:gd name="connsiteX1" fmla="*/ 7 w 16961"/>
                        <a:gd name="connsiteY1" fmla="*/ 6391 h 14044"/>
                        <a:gd name="connsiteX2" fmla="*/ 8579 w 16961"/>
                        <a:gd name="connsiteY2" fmla="*/ 9 h 14044"/>
                        <a:gd name="connsiteX3" fmla="*/ 16961 w 16961"/>
                        <a:gd name="connsiteY3" fmla="*/ 7629 h 14044"/>
                        <a:gd name="connsiteX4" fmla="*/ 8199 w 16961"/>
                        <a:gd name="connsiteY4" fmla="*/ 14011 h 14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61" h="14044">
                          <a:moveTo>
                            <a:pt x="8199" y="14011"/>
                          </a:moveTo>
                          <a:cubicBezTo>
                            <a:pt x="3531" y="13630"/>
                            <a:pt x="-183" y="10201"/>
                            <a:pt x="7" y="6391"/>
                          </a:cubicBezTo>
                          <a:cubicBezTo>
                            <a:pt x="102" y="2581"/>
                            <a:pt x="4008" y="-181"/>
                            <a:pt x="8579" y="9"/>
                          </a:cubicBezTo>
                          <a:cubicBezTo>
                            <a:pt x="13152" y="295"/>
                            <a:pt x="16961" y="3629"/>
                            <a:pt x="16961" y="7629"/>
                          </a:cubicBezTo>
                          <a:cubicBezTo>
                            <a:pt x="16866" y="11439"/>
                            <a:pt x="12866" y="14392"/>
                            <a:pt x="8199" y="1401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84" name="Forme libre : forme 483">
                      <a:extLst>
                        <a:ext uri="{FF2B5EF4-FFF2-40B4-BE49-F238E27FC236}">
                          <a16:creationId xmlns:a16="http://schemas.microsoft.com/office/drawing/2014/main" id="{5FE86688-5FC8-45A1-9194-51F31D1097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98525" y="4118260"/>
                      <a:ext cx="5717" cy="5585"/>
                    </a:xfrm>
                    <a:custGeom>
                      <a:avLst/>
                      <a:gdLst>
                        <a:gd name="connsiteX0" fmla="*/ 1535 w 5717"/>
                        <a:gd name="connsiteY0" fmla="*/ 5221 h 5585"/>
                        <a:gd name="connsiteX1" fmla="*/ 297 w 5717"/>
                        <a:gd name="connsiteY1" fmla="*/ 1411 h 5585"/>
                        <a:gd name="connsiteX2" fmla="*/ 4107 w 5717"/>
                        <a:gd name="connsiteY2" fmla="*/ 364 h 5585"/>
                        <a:gd name="connsiteX3" fmla="*/ 5440 w 5717"/>
                        <a:gd name="connsiteY3" fmla="*/ 4174 h 5585"/>
                        <a:gd name="connsiteX4" fmla="*/ 1535 w 5717"/>
                        <a:gd name="connsiteY4" fmla="*/ 5221 h 55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17" h="5585">
                          <a:moveTo>
                            <a:pt x="1535" y="5221"/>
                          </a:moveTo>
                          <a:cubicBezTo>
                            <a:pt x="106" y="4460"/>
                            <a:pt x="-370" y="2745"/>
                            <a:pt x="297" y="1411"/>
                          </a:cubicBezTo>
                          <a:cubicBezTo>
                            <a:pt x="963" y="78"/>
                            <a:pt x="2678" y="-398"/>
                            <a:pt x="4107" y="364"/>
                          </a:cubicBezTo>
                          <a:cubicBezTo>
                            <a:pt x="5535" y="1126"/>
                            <a:pt x="6107" y="2840"/>
                            <a:pt x="5440" y="4174"/>
                          </a:cubicBezTo>
                          <a:cubicBezTo>
                            <a:pt x="4773" y="5507"/>
                            <a:pt x="2964" y="5984"/>
                            <a:pt x="1535" y="52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485" name="Graphique 15">
                  <a:extLst>
                    <a:ext uri="{FF2B5EF4-FFF2-40B4-BE49-F238E27FC236}">
                      <a16:creationId xmlns:a16="http://schemas.microsoft.com/office/drawing/2014/main" id="{C40BA6B3-6D7C-416C-A4D1-12F7FAC4FBB9}"/>
                    </a:ext>
                  </a:extLst>
                </p:cNvPr>
                <p:cNvGrpSpPr/>
                <p:nvPr/>
              </p:nvGrpSpPr>
              <p:grpSpPr>
                <a:xfrm>
                  <a:off x="10878988" y="4040795"/>
                  <a:ext cx="88955" cy="58541"/>
                  <a:chOff x="10878988" y="4040795"/>
                  <a:chExt cx="88955" cy="58541"/>
                </a:xfrm>
                <a:solidFill>
                  <a:schemeClr val="accent1"/>
                </a:solidFill>
              </p:grpSpPr>
              <p:grpSp>
                <p:nvGrpSpPr>
                  <p:cNvPr id="486" name="Graphique 15">
                    <a:extLst>
                      <a:ext uri="{FF2B5EF4-FFF2-40B4-BE49-F238E27FC236}">
                        <a16:creationId xmlns:a16="http://schemas.microsoft.com/office/drawing/2014/main" id="{AB66D964-ED34-435B-97DA-AEFB9D676DD5}"/>
                      </a:ext>
                    </a:extLst>
                  </p:cNvPr>
                  <p:cNvGrpSpPr/>
                  <p:nvPr/>
                </p:nvGrpSpPr>
                <p:grpSpPr>
                  <a:xfrm>
                    <a:off x="10933273" y="4040795"/>
                    <a:ext cx="34670" cy="31477"/>
                    <a:chOff x="10933273" y="4040795"/>
                    <a:chExt cx="34670" cy="31477"/>
                  </a:xfrm>
                  <a:solidFill>
                    <a:schemeClr val="accent1"/>
                  </a:solidFill>
                </p:grpSpPr>
                <p:sp>
                  <p:nvSpPr>
                    <p:cNvPr id="487" name="Forme libre : forme 486">
                      <a:extLst>
                        <a:ext uri="{FF2B5EF4-FFF2-40B4-BE49-F238E27FC236}">
                          <a16:creationId xmlns:a16="http://schemas.microsoft.com/office/drawing/2014/main" id="{7950E5EA-398C-4FDC-BF63-31EB3F654C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3273" y="4040795"/>
                      <a:ext cx="34670" cy="31392"/>
                    </a:xfrm>
                    <a:custGeom>
                      <a:avLst/>
                      <a:gdLst>
                        <a:gd name="connsiteX0" fmla="*/ 18209 w 34670"/>
                        <a:gd name="connsiteY0" fmla="*/ 31346 h 31392"/>
                        <a:gd name="connsiteX1" fmla="*/ 16 w 34670"/>
                        <a:gd name="connsiteY1" fmla="*/ 14582 h 31392"/>
                        <a:gd name="connsiteX2" fmla="*/ 15732 w 34670"/>
                        <a:gd name="connsiteY2" fmla="*/ 9 h 31392"/>
                        <a:gd name="connsiteX3" fmla="*/ 34592 w 34670"/>
                        <a:gd name="connsiteY3" fmla="*/ 16297 h 31392"/>
                        <a:gd name="connsiteX4" fmla="*/ 18209 w 34670"/>
                        <a:gd name="connsiteY4" fmla="*/ 31346 h 31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670" h="31392">
                          <a:moveTo>
                            <a:pt x="18209" y="31346"/>
                          </a:moveTo>
                          <a:cubicBezTo>
                            <a:pt x="8684" y="30679"/>
                            <a:pt x="587" y="23059"/>
                            <a:pt x="16" y="14582"/>
                          </a:cubicBezTo>
                          <a:cubicBezTo>
                            <a:pt x="-365" y="6296"/>
                            <a:pt x="6112" y="-277"/>
                            <a:pt x="15732" y="9"/>
                          </a:cubicBezTo>
                          <a:cubicBezTo>
                            <a:pt x="25257" y="295"/>
                            <a:pt x="33735" y="7438"/>
                            <a:pt x="34592" y="16297"/>
                          </a:cubicBezTo>
                          <a:cubicBezTo>
                            <a:pt x="35544" y="25346"/>
                            <a:pt x="27734" y="32013"/>
                            <a:pt x="18209" y="3134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88" name="Forme libre : forme 487">
                      <a:extLst>
                        <a:ext uri="{FF2B5EF4-FFF2-40B4-BE49-F238E27FC236}">
                          <a16:creationId xmlns:a16="http://schemas.microsoft.com/office/drawing/2014/main" id="{ABEAA2FE-D027-46EC-BED4-12ED6D4E03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3273" y="4040884"/>
                      <a:ext cx="26495" cy="31388"/>
                    </a:xfrm>
                    <a:custGeom>
                      <a:avLst/>
                      <a:gdLst>
                        <a:gd name="connsiteX0" fmla="*/ 16970 w 26495"/>
                        <a:gd name="connsiteY0" fmla="*/ 15732 h 31388"/>
                        <a:gd name="connsiteX1" fmla="*/ 24495 w 26495"/>
                        <a:gd name="connsiteY1" fmla="*/ 2397 h 31388"/>
                        <a:gd name="connsiteX2" fmla="*/ 15732 w 26495"/>
                        <a:gd name="connsiteY2" fmla="*/ 16 h 31388"/>
                        <a:gd name="connsiteX3" fmla="*/ 16 w 26495"/>
                        <a:gd name="connsiteY3" fmla="*/ 14589 h 31388"/>
                        <a:gd name="connsiteX4" fmla="*/ 18209 w 26495"/>
                        <a:gd name="connsiteY4" fmla="*/ 31353 h 31388"/>
                        <a:gd name="connsiteX5" fmla="*/ 26495 w 26495"/>
                        <a:gd name="connsiteY5" fmla="*/ 29829 h 31388"/>
                        <a:gd name="connsiteX6" fmla="*/ 16970 w 26495"/>
                        <a:gd name="connsiteY6" fmla="*/ 15732 h 31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495" h="31388">
                          <a:moveTo>
                            <a:pt x="16970" y="15732"/>
                          </a:moveTo>
                          <a:cubicBezTo>
                            <a:pt x="16399" y="9827"/>
                            <a:pt x="19447" y="4873"/>
                            <a:pt x="24495" y="2397"/>
                          </a:cubicBezTo>
                          <a:cubicBezTo>
                            <a:pt x="21828" y="968"/>
                            <a:pt x="18876" y="111"/>
                            <a:pt x="15732" y="16"/>
                          </a:cubicBezTo>
                          <a:cubicBezTo>
                            <a:pt x="6112" y="-365"/>
                            <a:pt x="-365" y="6207"/>
                            <a:pt x="16" y="14589"/>
                          </a:cubicBezTo>
                          <a:cubicBezTo>
                            <a:pt x="587" y="22971"/>
                            <a:pt x="8684" y="30686"/>
                            <a:pt x="18209" y="31353"/>
                          </a:cubicBezTo>
                          <a:cubicBezTo>
                            <a:pt x="21257" y="31543"/>
                            <a:pt x="24019" y="30972"/>
                            <a:pt x="26495" y="29829"/>
                          </a:cubicBezTo>
                          <a:cubicBezTo>
                            <a:pt x="21161" y="26686"/>
                            <a:pt x="17352" y="21542"/>
                            <a:pt x="16970" y="1573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89" name="Forme libre : forme 488">
                      <a:extLst>
                        <a:ext uri="{FF2B5EF4-FFF2-40B4-BE49-F238E27FC236}">
                          <a16:creationId xmlns:a16="http://schemas.microsoft.com/office/drawing/2014/main" id="{5999F108-D443-4222-A99E-878B4B4C08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45735" y="4055912"/>
                      <a:ext cx="16289" cy="13451"/>
                    </a:xfrm>
                    <a:custGeom>
                      <a:avLst/>
                      <a:gdLst>
                        <a:gd name="connsiteX0" fmla="*/ 11653 w 16289"/>
                        <a:gd name="connsiteY0" fmla="*/ 12801 h 13451"/>
                        <a:gd name="connsiteX1" fmla="*/ 794 w 16289"/>
                        <a:gd name="connsiteY1" fmla="*/ 9562 h 13451"/>
                        <a:gd name="connsiteX2" fmla="*/ 4604 w 16289"/>
                        <a:gd name="connsiteY2" fmla="*/ 704 h 13451"/>
                        <a:gd name="connsiteX3" fmla="*/ 15368 w 16289"/>
                        <a:gd name="connsiteY3" fmla="*/ 3752 h 13451"/>
                        <a:gd name="connsiteX4" fmla="*/ 11653 w 16289"/>
                        <a:gd name="connsiteY4" fmla="*/ 12801 h 134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89" h="13451">
                          <a:moveTo>
                            <a:pt x="11653" y="12801"/>
                          </a:moveTo>
                          <a:cubicBezTo>
                            <a:pt x="7557" y="14420"/>
                            <a:pt x="2795" y="12896"/>
                            <a:pt x="794" y="9562"/>
                          </a:cubicBezTo>
                          <a:cubicBezTo>
                            <a:pt x="-1111" y="6229"/>
                            <a:pt x="508" y="2323"/>
                            <a:pt x="4604" y="704"/>
                          </a:cubicBezTo>
                          <a:cubicBezTo>
                            <a:pt x="8510" y="-915"/>
                            <a:pt x="13367" y="323"/>
                            <a:pt x="15368" y="3752"/>
                          </a:cubicBezTo>
                          <a:cubicBezTo>
                            <a:pt x="17558" y="7181"/>
                            <a:pt x="15653" y="11182"/>
                            <a:pt x="11653" y="1280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90" name="Forme libre : forme 489">
                      <a:extLst>
                        <a:ext uri="{FF2B5EF4-FFF2-40B4-BE49-F238E27FC236}">
                          <a16:creationId xmlns:a16="http://schemas.microsoft.com/office/drawing/2014/main" id="{777B6DBD-0069-4D08-810E-BC217EEB58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5382" y="4055562"/>
                      <a:ext cx="5645" cy="5249"/>
                    </a:xfrm>
                    <a:custGeom>
                      <a:avLst/>
                      <a:gdLst>
                        <a:gd name="connsiteX0" fmla="*/ 3054 w 5645"/>
                        <a:gd name="connsiteY0" fmla="*/ 5244 h 5249"/>
                        <a:gd name="connsiteX1" fmla="*/ 6 w 5645"/>
                        <a:gd name="connsiteY1" fmla="*/ 2482 h 5249"/>
                        <a:gd name="connsiteX2" fmla="*/ 2577 w 5645"/>
                        <a:gd name="connsiteY2" fmla="*/ 6 h 5249"/>
                        <a:gd name="connsiteX3" fmla="*/ 5625 w 5645"/>
                        <a:gd name="connsiteY3" fmla="*/ 2768 h 5249"/>
                        <a:gd name="connsiteX4" fmla="*/ 3054 w 5645"/>
                        <a:gd name="connsiteY4" fmla="*/ 5244 h 5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5" h="5249">
                          <a:moveTo>
                            <a:pt x="3054" y="5244"/>
                          </a:moveTo>
                          <a:cubicBezTo>
                            <a:pt x="1434" y="5149"/>
                            <a:pt x="101" y="3911"/>
                            <a:pt x="6" y="2482"/>
                          </a:cubicBezTo>
                          <a:cubicBezTo>
                            <a:pt x="-90" y="1053"/>
                            <a:pt x="1053" y="-90"/>
                            <a:pt x="2577" y="6"/>
                          </a:cubicBezTo>
                          <a:cubicBezTo>
                            <a:pt x="4101" y="101"/>
                            <a:pt x="5530" y="1244"/>
                            <a:pt x="5625" y="2768"/>
                          </a:cubicBezTo>
                          <a:cubicBezTo>
                            <a:pt x="5816" y="4197"/>
                            <a:pt x="4673" y="5340"/>
                            <a:pt x="3054" y="52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491" name="Graphique 15">
                    <a:extLst>
                      <a:ext uri="{FF2B5EF4-FFF2-40B4-BE49-F238E27FC236}">
                        <a16:creationId xmlns:a16="http://schemas.microsoft.com/office/drawing/2014/main" id="{8DF049C2-71F6-4A00-83C4-8DE2842CA11E}"/>
                      </a:ext>
                    </a:extLst>
                  </p:cNvPr>
                  <p:cNvGrpSpPr/>
                  <p:nvPr/>
                </p:nvGrpSpPr>
                <p:grpSpPr>
                  <a:xfrm>
                    <a:off x="10902861" y="4051215"/>
                    <a:ext cx="34253" cy="30792"/>
                    <a:chOff x="10902861" y="4051215"/>
                    <a:chExt cx="34253" cy="30792"/>
                  </a:xfrm>
                  <a:solidFill>
                    <a:schemeClr val="accent1"/>
                  </a:solidFill>
                </p:grpSpPr>
                <p:sp>
                  <p:nvSpPr>
                    <p:cNvPr id="492" name="Forme libre : forme 491">
                      <a:extLst>
                        <a:ext uri="{FF2B5EF4-FFF2-40B4-BE49-F238E27FC236}">
                          <a16:creationId xmlns:a16="http://schemas.microsoft.com/office/drawing/2014/main" id="{9FA3B6B3-A702-4995-B491-BA82D7663A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02861" y="4051215"/>
                      <a:ext cx="34253" cy="30792"/>
                    </a:xfrm>
                    <a:custGeom>
                      <a:avLst/>
                      <a:gdLst>
                        <a:gd name="connsiteX0" fmla="*/ 17951 w 34253"/>
                        <a:gd name="connsiteY0" fmla="*/ 30642 h 30792"/>
                        <a:gd name="connsiteX1" fmla="*/ 44 w 34253"/>
                        <a:gd name="connsiteY1" fmla="*/ 13497 h 30792"/>
                        <a:gd name="connsiteX2" fmla="*/ 15951 w 34253"/>
                        <a:gd name="connsiteY2" fmla="*/ 67 h 30792"/>
                        <a:gd name="connsiteX3" fmla="*/ 34238 w 34253"/>
                        <a:gd name="connsiteY3" fmla="*/ 16736 h 30792"/>
                        <a:gd name="connsiteX4" fmla="*/ 17951 w 34253"/>
                        <a:gd name="connsiteY4" fmla="*/ 30642 h 30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53" h="30792">
                          <a:moveTo>
                            <a:pt x="17951" y="30642"/>
                          </a:moveTo>
                          <a:cubicBezTo>
                            <a:pt x="8330" y="29499"/>
                            <a:pt x="806" y="21784"/>
                            <a:pt x="44" y="13497"/>
                          </a:cubicBezTo>
                          <a:cubicBezTo>
                            <a:pt x="-623" y="5115"/>
                            <a:pt x="6426" y="-695"/>
                            <a:pt x="15951" y="67"/>
                          </a:cubicBezTo>
                          <a:cubicBezTo>
                            <a:pt x="25476" y="829"/>
                            <a:pt x="33762" y="8163"/>
                            <a:pt x="34238" y="16736"/>
                          </a:cubicBezTo>
                          <a:cubicBezTo>
                            <a:pt x="34619" y="25308"/>
                            <a:pt x="27571" y="31881"/>
                            <a:pt x="17951" y="3064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93" name="Forme libre : forme 492">
                      <a:extLst>
                        <a:ext uri="{FF2B5EF4-FFF2-40B4-BE49-F238E27FC236}">
                          <a16:creationId xmlns:a16="http://schemas.microsoft.com/office/drawing/2014/main" id="{3ADD7BF1-502D-471F-92D5-A403470D22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02956" y="4051215"/>
                      <a:ext cx="26142" cy="30772"/>
                    </a:xfrm>
                    <a:custGeom>
                      <a:avLst/>
                      <a:gdLst>
                        <a:gd name="connsiteX0" fmla="*/ 16617 w 26142"/>
                        <a:gd name="connsiteY0" fmla="*/ 15307 h 30772"/>
                        <a:gd name="connsiteX1" fmla="*/ 24618 w 26142"/>
                        <a:gd name="connsiteY1" fmla="*/ 2829 h 30772"/>
                        <a:gd name="connsiteX2" fmla="*/ 15950 w 26142"/>
                        <a:gd name="connsiteY2" fmla="*/ 67 h 30772"/>
                        <a:gd name="connsiteX3" fmla="*/ 44 w 26142"/>
                        <a:gd name="connsiteY3" fmla="*/ 13497 h 30772"/>
                        <a:gd name="connsiteX4" fmla="*/ 17951 w 26142"/>
                        <a:gd name="connsiteY4" fmla="*/ 30642 h 30772"/>
                        <a:gd name="connsiteX5" fmla="*/ 26142 w 26142"/>
                        <a:gd name="connsiteY5" fmla="*/ 29499 h 30772"/>
                        <a:gd name="connsiteX6" fmla="*/ 16617 w 26142"/>
                        <a:gd name="connsiteY6" fmla="*/ 15307 h 30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42" h="30772">
                          <a:moveTo>
                            <a:pt x="16617" y="15307"/>
                          </a:moveTo>
                          <a:cubicBezTo>
                            <a:pt x="16236" y="9497"/>
                            <a:pt x="19474" y="5020"/>
                            <a:pt x="24618" y="2829"/>
                          </a:cubicBezTo>
                          <a:cubicBezTo>
                            <a:pt x="21951" y="1400"/>
                            <a:pt x="18998" y="353"/>
                            <a:pt x="15950" y="67"/>
                          </a:cubicBezTo>
                          <a:cubicBezTo>
                            <a:pt x="6425" y="-695"/>
                            <a:pt x="-623" y="5115"/>
                            <a:pt x="44" y="13497"/>
                          </a:cubicBezTo>
                          <a:cubicBezTo>
                            <a:pt x="710" y="21879"/>
                            <a:pt x="8235" y="29499"/>
                            <a:pt x="17951" y="30642"/>
                          </a:cubicBezTo>
                          <a:cubicBezTo>
                            <a:pt x="20998" y="31023"/>
                            <a:pt x="23856" y="30547"/>
                            <a:pt x="26142" y="29499"/>
                          </a:cubicBezTo>
                          <a:cubicBezTo>
                            <a:pt x="20808" y="26356"/>
                            <a:pt x="16998" y="21022"/>
                            <a:pt x="16617" y="153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94" name="Forme libre : forme 493">
                      <a:extLst>
                        <a:ext uri="{FF2B5EF4-FFF2-40B4-BE49-F238E27FC236}">
                          <a16:creationId xmlns:a16="http://schemas.microsoft.com/office/drawing/2014/main" id="{E5098314-B3AE-4F0C-B94E-D7903099C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5234" y="4066081"/>
                      <a:ext cx="15899" cy="13247"/>
                    </a:xfrm>
                    <a:custGeom>
                      <a:avLst/>
                      <a:gdLst>
                        <a:gd name="connsiteX0" fmla="*/ 11388 w 15899"/>
                        <a:gd name="connsiteY0" fmla="*/ 12728 h 13247"/>
                        <a:gd name="connsiteX1" fmla="*/ 816 w 15899"/>
                        <a:gd name="connsiteY1" fmla="*/ 9108 h 13247"/>
                        <a:gd name="connsiteX2" fmla="*/ 4435 w 15899"/>
                        <a:gd name="connsiteY2" fmla="*/ 536 h 13247"/>
                        <a:gd name="connsiteX3" fmla="*/ 15103 w 15899"/>
                        <a:gd name="connsiteY3" fmla="*/ 3965 h 13247"/>
                        <a:gd name="connsiteX4" fmla="*/ 11388 w 15899"/>
                        <a:gd name="connsiteY4" fmla="*/ 12728 h 13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99" h="13247">
                          <a:moveTo>
                            <a:pt x="11388" y="12728"/>
                          </a:moveTo>
                          <a:cubicBezTo>
                            <a:pt x="7483" y="14157"/>
                            <a:pt x="2721" y="12537"/>
                            <a:pt x="816" y="9108"/>
                          </a:cubicBezTo>
                          <a:cubicBezTo>
                            <a:pt x="-1090" y="5775"/>
                            <a:pt x="434" y="1965"/>
                            <a:pt x="4435" y="536"/>
                          </a:cubicBezTo>
                          <a:cubicBezTo>
                            <a:pt x="8340" y="-893"/>
                            <a:pt x="13198" y="631"/>
                            <a:pt x="15103" y="3965"/>
                          </a:cubicBezTo>
                          <a:cubicBezTo>
                            <a:pt x="17008" y="7299"/>
                            <a:pt x="15389" y="11299"/>
                            <a:pt x="11388" y="1272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95" name="Forme libre : forme 494">
                      <a:extLst>
                        <a:ext uri="{FF2B5EF4-FFF2-40B4-BE49-F238E27FC236}">
                          <a16:creationId xmlns:a16="http://schemas.microsoft.com/office/drawing/2014/main" id="{32DBE791-A1A6-42CD-90E4-62179D5E7D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24712" y="4065944"/>
                      <a:ext cx="5624" cy="5077"/>
                    </a:xfrm>
                    <a:custGeom>
                      <a:avLst/>
                      <a:gdLst>
                        <a:gd name="connsiteX0" fmla="*/ 2958 w 5624"/>
                        <a:gd name="connsiteY0" fmla="*/ 5055 h 5077"/>
                        <a:gd name="connsiteX1" fmla="*/ 5 w 5624"/>
                        <a:gd name="connsiteY1" fmla="*/ 2293 h 5077"/>
                        <a:gd name="connsiteX2" fmla="*/ 2672 w 5624"/>
                        <a:gd name="connsiteY2" fmla="*/ 7 h 5077"/>
                        <a:gd name="connsiteX3" fmla="*/ 5625 w 5624"/>
                        <a:gd name="connsiteY3" fmla="*/ 2769 h 5077"/>
                        <a:gd name="connsiteX4" fmla="*/ 2958 w 5624"/>
                        <a:gd name="connsiteY4" fmla="*/ 5055 h 5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24" h="5077">
                          <a:moveTo>
                            <a:pt x="2958" y="5055"/>
                          </a:moveTo>
                          <a:cubicBezTo>
                            <a:pt x="1434" y="4864"/>
                            <a:pt x="100" y="3626"/>
                            <a:pt x="5" y="2293"/>
                          </a:cubicBezTo>
                          <a:cubicBezTo>
                            <a:pt x="-90" y="864"/>
                            <a:pt x="1148" y="-89"/>
                            <a:pt x="2672" y="7"/>
                          </a:cubicBezTo>
                          <a:cubicBezTo>
                            <a:pt x="4196" y="102"/>
                            <a:pt x="5530" y="1340"/>
                            <a:pt x="5625" y="2769"/>
                          </a:cubicBezTo>
                          <a:cubicBezTo>
                            <a:pt x="5625" y="4198"/>
                            <a:pt x="4482" y="5245"/>
                            <a:pt x="2958" y="505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496" name="Graphique 15">
                    <a:extLst>
                      <a:ext uri="{FF2B5EF4-FFF2-40B4-BE49-F238E27FC236}">
                        <a16:creationId xmlns:a16="http://schemas.microsoft.com/office/drawing/2014/main" id="{FDA564E8-A035-40E6-9041-FF39CC54E303}"/>
                      </a:ext>
                    </a:extLst>
                  </p:cNvPr>
                  <p:cNvGrpSpPr/>
                  <p:nvPr/>
                </p:nvGrpSpPr>
                <p:grpSpPr>
                  <a:xfrm>
                    <a:off x="10878988" y="4068725"/>
                    <a:ext cx="34016" cy="30612"/>
                    <a:chOff x="10878988" y="4068725"/>
                    <a:chExt cx="34016" cy="30612"/>
                  </a:xfrm>
                  <a:solidFill>
                    <a:schemeClr val="accent1"/>
                  </a:solidFill>
                </p:grpSpPr>
                <p:sp>
                  <p:nvSpPr>
                    <p:cNvPr id="497" name="Forme libre : forme 496">
                      <a:extLst>
                        <a:ext uri="{FF2B5EF4-FFF2-40B4-BE49-F238E27FC236}">
                          <a16:creationId xmlns:a16="http://schemas.microsoft.com/office/drawing/2014/main" id="{AF06F065-F633-497C-A9E6-1F88B00CC4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78988" y="4068820"/>
                      <a:ext cx="34016" cy="30517"/>
                    </a:xfrm>
                    <a:custGeom>
                      <a:avLst/>
                      <a:gdLst>
                        <a:gd name="connsiteX0" fmla="*/ 17344 w 34016"/>
                        <a:gd name="connsiteY0" fmla="*/ 30277 h 30517"/>
                        <a:gd name="connsiteX1" fmla="*/ 8 w 34016"/>
                        <a:gd name="connsiteY1" fmla="*/ 12466 h 30517"/>
                        <a:gd name="connsiteX2" fmla="*/ 16487 w 34016"/>
                        <a:gd name="connsiteY2" fmla="*/ 178 h 30517"/>
                        <a:gd name="connsiteX3" fmla="*/ 34012 w 34016"/>
                        <a:gd name="connsiteY3" fmla="*/ 17418 h 30517"/>
                        <a:gd name="connsiteX4" fmla="*/ 17344 w 34016"/>
                        <a:gd name="connsiteY4" fmla="*/ 30277 h 30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16" h="30517">
                          <a:moveTo>
                            <a:pt x="17344" y="30277"/>
                          </a:moveTo>
                          <a:cubicBezTo>
                            <a:pt x="8009" y="28753"/>
                            <a:pt x="389" y="20657"/>
                            <a:pt x="8" y="12466"/>
                          </a:cubicBezTo>
                          <a:cubicBezTo>
                            <a:pt x="-278" y="4274"/>
                            <a:pt x="6962" y="-1060"/>
                            <a:pt x="16487" y="178"/>
                          </a:cubicBezTo>
                          <a:cubicBezTo>
                            <a:pt x="26012" y="1417"/>
                            <a:pt x="33917" y="9036"/>
                            <a:pt x="34012" y="17418"/>
                          </a:cubicBezTo>
                          <a:cubicBezTo>
                            <a:pt x="34203" y="25896"/>
                            <a:pt x="26678" y="31801"/>
                            <a:pt x="17344" y="3027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98" name="Forme libre : forme 497">
                      <a:extLst>
                        <a:ext uri="{FF2B5EF4-FFF2-40B4-BE49-F238E27FC236}">
                          <a16:creationId xmlns:a16="http://schemas.microsoft.com/office/drawing/2014/main" id="{A377ADBD-E145-4C29-9733-1E766366D6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78988" y="4068725"/>
                      <a:ext cx="25440" cy="30484"/>
                    </a:xfrm>
                    <a:custGeom>
                      <a:avLst/>
                      <a:gdLst>
                        <a:gd name="connsiteX0" fmla="*/ 16582 w 25440"/>
                        <a:gd name="connsiteY0" fmla="*/ 15228 h 30484"/>
                        <a:gd name="connsiteX1" fmla="*/ 25059 w 25440"/>
                        <a:gd name="connsiteY1" fmla="*/ 3321 h 30484"/>
                        <a:gd name="connsiteX2" fmla="*/ 16487 w 25440"/>
                        <a:gd name="connsiteY2" fmla="*/ 178 h 30484"/>
                        <a:gd name="connsiteX3" fmla="*/ 8 w 25440"/>
                        <a:gd name="connsiteY3" fmla="*/ 12465 h 30484"/>
                        <a:gd name="connsiteX4" fmla="*/ 17344 w 25440"/>
                        <a:gd name="connsiteY4" fmla="*/ 30277 h 30484"/>
                        <a:gd name="connsiteX5" fmla="*/ 25440 w 25440"/>
                        <a:gd name="connsiteY5" fmla="*/ 29515 h 30484"/>
                        <a:gd name="connsiteX6" fmla="*/ 16582 w 25440"/>
                        <a:gd name="connsiteY6" fmla="*/ 15228 h 304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440" h="30484">
                          <a:moveTo>
                            <a:pt x="16582" y="15228"/>
                          </a:moveTo>
                          <a:cubicBezTo>
                            <a:pt x="16391" y="9513"/>
                            <a:pt x="19820" y="5226"/>
                            <a:pt x="25059" y="3321"/>
                          </a:cubicBezTo>
                          <a:cubicBezTo>
                            <a:pt x="22487" y="1702"/>
                            <a:pt x="19630" y="559"/>
                            <a:pt x="16487" y="178"/>
                          </a:cubicBezTo>
                          <a:cubicBezTo>
                            <a:pt x="6962" y="-1060"/>
                            <a:pt x="-278" y="4274"/>
                            <a:pt x="8" y="12465"/>
                          </a:cubicBezTo>
                          <a:cubicBezTo>
                            <a:pt x="294" y="20657"/>
                            <a:pt x="8009" y="28848"/>
                            <a:pt x="17344" y="30277"/>
                          </a:cubicBezTo>
                          <a:cubicBezTo>
                            <a:pt x="20296" y="30753"/>
                            <a:pt x="23059" y="30372"/>
                            <a:pt x="25440" y="29515"/>
                          </a:cubicBezTo>
                          <a:cubicBezTo>
                            <a:pt x="20392" y="26277"/>
                            <a:pt x="16772" y="20847"/>
                            <a:pt x="16582" y="1522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499" name="Forme libre : forme 498">
                      <a:extLst>
                        <a:ext uri="{FF2B5EF4-FFF2-40B4-BE49-F238E27FC236}">
                          <a16:creationId xmlns:a16="http://schemas.microsoft.com/office/drawing/2014/main" id="{67A4EEED-E8B0-4917-AF14-501D6BA159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1041" y="4083694"/>
                      <a:ext cx="15900" cy="13019"/>
                    </a:xfrm>
                    <a:custGeom>
                      <a:avLst/>
                      <a:gdLst>
                        <a:gd name="connsiteX0" fmla="*/ 11197 w 15900"/>
                        <a:gd name="connsiteY0" fmla="*/ 12641 h 13019"/>
                        <a:gd name="connsiteX1" fmla="*/ 720 w 15900"/>
                        <a:gd name="connsiteY1" fmla="*/ 8545 h 13019"/>
                        <a:gd name="connsiteX2" fmla="*/ 4625 w 15900"/>
                        <a:gd name="connsiteY2" fmla="*/ 354 h 13019"/>
                        <a:gd name="connsiteX3" fmla="*/ 15197 w 15900"/>
                        <a:gd name="connsiteY3" fmla="*/ 4259 h 13019"/>
                        <a:gd name="connsiteX4" fmla="*/ 11197 w 15900"/>
                        <a:gd name="connsiteY4" fmla="*/ 12641 h 13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00" h="13019">
                          <a:moveTo>
                            <a:pt x="11197" y="12641"/>
                          </a:moveTo>
                          <a:cubicBezTo>
                            <a:pt x="7196" y="13879"/>
                            <a:pt x="2529" y="11974"/>
                            <a:pt x="720" y="8545"/>
                          </a:cubicBezTo>
                          <a:cubicBezTo>
                            <a:pt x="-1090" y="5116"/>
                            <a:pt x="624" y="1497"/>
                            <a:pt x="4625" y="354"/>
                          </a:cubicBezTo>
                          <a:cubicBezTo>
                            <a:pt x="8625" y="-790"/>
                            <a:pt x="13388" y="925"/>
                            <a:pt x="15197" y="4259"/>
                          </a:cubicBezTo>
                          <a:cubicBezTo>
                            <a:pt x="17007" y="7688"/>
                            <a:pt x="15197" y="11403"/>
                            <a:pt x="11197" y="1264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00" name="Forme libre : forme 499">
                      <a:extLst>
                        <a:ext uri="{FF2B5EF4-FFF2-40B4-BE49-F238E27FC236}">
                          <a16:creationId xmlns:a16="http://schemas.microsoft.com/office/drawing/2014/main" id="{D04771EF-4518-4D05-8C7B-2B499EF007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00619" y="4083738"/>
                      <a:ext cx="5619" cy="5001"/>
                    </a:xfrm>
                    <a:custGeom>
                      <a:avLst/>
                      <a:gdLst>
                        <a:gd name="connsiteX0" fmla="*/ 2857 w 5619"/>
                        <a:gd name="connsiteY0" fmla="*/ 4977 h 5001"/>
                        <a:gd name="connsiteX1" fmla="*/ 0 w 5619"/>
                        <a:gd name="connsiteY1" fmla="*/ 2120 h 5001"/>
                        <a:gd name="connsiteX2" fmla="*/ 2762 w 5619"/>
                        <a:gd name="connsiteY2" fmla="*/ 24 h 5001"/>
                        <a:gd name="connsiteX3" fmla="*/ 5620 w 5619"/>
                        <a:gd name="connsiteY3" fmla="*/ 2882 h 5001"/>
                        <a:gd name="connsiteX4" fmla="*/ 2857 w 5619"/>
                        <a:gd name="connsiteY4" fmla="*/ 4977 h 5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19" h="5001">
                          <a:moveTo>
                            <a:pt x="2857" y="4977"/>
                          </a:moveTo>
                          <a:cubicBezTo>
                            <a:pt x="1333" y="4787"/>
                            <a:pt x="0" y="3453"/>
                            <a:pt x="0" y="2120"/>
                          </a:cubicBezTo>
                          <a:cubicBezTo>
                            <a:pt x="0" y="786"/>
                            <a:pt x="1238" y="-166"/>
                            <a:pt x="2762" y="24"/>
                          </a:cubicBezTo>
                          <a:cubicBezTo>
                            <a:pt x="4286" y="215"/>
                            <a:pt x="5620" y="1548"/>
                            <a:pt x="5620" y="2882"/>
                          </a:cubicBezTo>
                          <a:cubicBezTo>
                            <a:pt x="5620" y="4215"/>
                            <a:pt x="4381" y="5168"/>
                            <a:pt x="2857" y="49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501" name="Graphique 15">
                  <a:extLst>
                    <a:ext uri="{FF2B5EF4-FFF2-40B4-BE49-F238E27FC236}">
                      <a16:creationId xmlns:a16="http://schemas.microsoft.com/office/drawing/2014/main" id="{E53E78FA-1298-428C-B313-327ED710DD73}"/>
                    </a:ext>
                  </a:extLst>
                </p:cNvPr>
                <p:cNvGrpSpPr/>
                <p:nvPr/>
              </p:nvGrpSpPr>
              <p:grpSpPr>
                <a:xfrm>
                  <a:off x="10784023" y="4036609"/>
                  <a:ext cx="69541" cy="83112"/>
                  <a:chOff x="10784023" y="4036609"/>
                  <a:chExt cx="69541" cy="83112"/>
                </a:xfrm>
                <a:solidFill>
                  <a:schemeClr val="accent1"/>
                </a:solidFill>
              </p:grpSpPr>
              <p:grpSp>
                <p:nvGrpSpPr>
                  <p:cNvPr id="502" name="Graphique 15">
                    <a:extLst>
                      <a:ext uri="{FF2B5EF4-FFF2-40B4-BE49-F238E27FC236}">
                        <a16:creationId xmlns:a16="http://schemas.microsoft.com/office/drawing/2014/main" id="{11050317-631C-41AF-A27E-A5B6B9EEF4C0}"/>
                      </a:ext>
                    </a:extLst>
                  </p:cNvPr>
                  <p:cNvGrpSpPr/>
                  <p:nvPr/>
                </p:nvGrpSpPr>
                <p:grpSpPr>
                  <a:xfrm>
                    <a:off x="10784023" y="4036609"/>
                    <a:ext cx="33068" cy="27844"/>
                    <a:chOff x="10784023" y="4036609"/>
                    <a:chExt cx="33068" cy="27844"/>
                  </a:xfrm>
                  <a:solidFill>
                    <a:schemeClr val="accent1"/>
                  </a:solidFill>
                </p:grpSpPr>
                <p:sp>
                  <p:nvSpPr>
                    <p:cNvPr id="503" name="Forme libre : forme 502">
                      <a:extLst>
                        <a:ext uri="{FF2B5EF4-FFF2-40B4-BE49-F238E27FC236}">
                          <a16:creationId xmlns:a16="http://schemas.microsoft.com/office/drawing/2014/main" id="{D052A7E8-C2CE-4148-83BE-567FC5F200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84105" y="4036609"/>
                      <a:ext cx="32987" cy="27844"/>
                    </a:xfrm>
                    <a:custGeom>
                      <a:avLst/>
                      <a:gdLst>
                        <a:gd name="connsiteX0" fmla="*/ 32979 w 32987"/>
                        <a:gd name="connsiteY0" fmla="*/ 17625 h 27844"/>
                        <a:gd name="connsiteX1" fmla="*/ 17073 w 32987"/>
                        <a:gd name="connsiteY1" fmla="*/ 27245 h 27844"/>
                        <a:gd name="connsiteX2" fmla="*/ 23 w 32987"/>
                        <a:gd name="connsiteY2" fmla="*/ 9719 h 27844"/>
                        <a:gd name="connsiteX3" fmla="*/ 15358 w 32987"/>
                        <a:gd name="connsiteY3" fmla="*/ 480 h 27844"/>
                        <a:gd name="connsiteX4" fmla="*/ 32979 w 32987"/>
                        <a:gd name="connsiteY4" fmla="*/ 17625 h 278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987" h="27844">
                          <a:moveTo>
                            <a:pt x="32979" y="17625"/>
                          </a:moveTo>
                          <a:cubicBezTo>
                            <a:pt x="33265" y="25055"/>
                            <a:pt x="26026" y="29531"/>
                            <a:pt x="17073" y="27245"/>
                          </a:cubicBezTo>
                          <a:cubicBezTo>
                            <a:pt x="8024" y="24959"/>
                            <a:pt x="499" y="16958"/>
                            <a:pt x="23" y="9719"/>
                          </a:cubicBezTo>
                          <a:cubicBezTo>
                            <a:pt x="-453" y="2480"/>
                            <a:pt x="6500" y="-1425"/>
                            <a:pt x="15358" y="480"/>
                          </a:cubicBezTo>
                          <a:cubicBezTo>
                            <a:pt x="24312" y="2385"/>
                            <a:pt x="32313" y="9910"/>
                            <a:pt x="32979" y="1762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04" name="Forme libre : forme 503">
                      <a:extLst>
                        <a:ext uri="{FF2B5EF4-FFF2-40B4-BE49-F238E27FC236}">
                          <a16:creationId xmlns:a16="http://schemas.microsoft.com/office/drawing/2014/main" id="{C1C55124-8FDA-4062-81BE-EDC4F6351A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84023" y="4040423"/>
                      <a:ext cx="32973" cy="24030"/>
                    </a:xfrm>
                    <a:custGeom>
                      <a:avLst/>
                      <a:gdLst>
                        <a:gd name="connsiteX0" fmla="*/ 16583 w 32973"/>
                        <a:gd name="connsiteY0" fmla="*/ 10287 h 24030"/>
                        <a:gd name="connsiteX1" fmla="*/ 1819 w 32973"/>
                        <a:gd name="connsiteY1" fmla="*/ 0 h 24030"/>
                        <a:gd name="connsiteX2" fmla="*/ 9 w 32973"/>
                        <a:gd name="connsiteY2" fmla="*/ 5905 h 24030"/>
                        <a:gd name="connsiteX3" fmla="*/ 17059 w 32973"/>
                        <a:gd name="connsiteY3" fmla="*/ 23431 h 24030"/>
                        <a:gd name="connsiteX4" fmla="*/ 32966 w 32973"/>
                        <a:gd name="connsiteY4" fmla="*/ 13811 h 24030"/>
                        <a:gd name="connsiteX5" fmla="*/ 30299 w 32973"/>
                        <a:gd name="connsiteY5" fmla="*/ 6763 h 24030"/>
                        <a:gd name="connsiteX6" fmla="*/ 16583 w 32973"/>
                        <a:gd name="connsiteY6" fmla="*/ 10287 h 24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973" h="24030">
                          <a:moveTo>
                            <a:pt x="16583" y="10287"/>
                          </a:moveTo>
                          <a:cubicBezTo>
                            <a:pt x="10391" y="8763"/>
                            <a:pt x="4867" y="4667"/>
                            <a:pt x="1819" y="0"/>
                          </a:cubicBezTo>
                          <a:cubicBezTo>
                            <a:pt x="581" y="1524"/>
                            <a:pt x="-86" y="3524"/>
                            <a:pt x="9" y="5905"/>
                          </a:cubicBezTo>
                          <a:cubicBezTo>
                            <a:pt x="485" y="13145"/>
                            <a:pt x="8105" y="21146"/>
                            <a:pt x="17059" y="23431"/>
                          </a:cubicBezTo>
                          <a:cubicBezTo>
                            <a:pt x="26108" y="25718"/>
                            <a:pt x="33251" y="21241"/>
                            <a:pt x="32966" y="13811"/>
                          </a:cubicBezTo>
                          <a:cubicBezTo>
                            <a:pt x="32775" y="11430"/>
                            <a:pt x="31727" y="8954"/>
                            <a:pt x="30299" y="6763"/>
                          </a:cubicBezTo>
                          <a:cubicBezTo>
                            <a:pt x="28012" y="10287"/>
                            <a:pt x="22678" y="11716"/>
                            <a:pt x="16583" y="102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05" name="Forme libre : forme 504">
                      <a:extLst>
                        <a:ext uri="{FF2B5EF4-FFF2-40B4-BE49-F238E27FC236}">
                          <a16:creationId xmlns:a16="http://schemas.microsoft.com/office/drawing/2014/main" id="{AD6454A5-2B79-47A7-BB25-1078FFD93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99569" y="4042913"/>
                      <a:ext cx="14327" cy="13401"/>
                    </a:xfrm>
                    <a:custGeom>
                      <a:avLst/>
                      <a:gdLst>
                        <a:gd name="connsiteX0" fmla="*/ 13134 w 14327"/>
                        <a:gd name="connsiteY0" fmla="*/ 5606 h 13401"/>
                        <a:gd name="connsiteX1" fmla="*/ 10943 w 14327"/>
                        <a:gd name="connsiteY1" fmla="*/ 13322 h 13401"/>
                        <a:gd name="connsiteX2" fmla="*/ 1132 w 14327"/>
                        <a:gd name="connsiteY2" fmla="*/ 7702 h 13401"/>
                        <a:gd name="connsiteX3" fmla="*/ 3228 w 14327"/>
                        <a:gd name="connsiteY3" fmla="*/ 82 h 13401"/>
                        <a:gd name="connsiteX4" fmla="*/ 13134 w 14327"/>
                        <a:gd name="connsiteY4" fmla="*/ 5606 h 13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27" h="13401">
                          <a:moveTo>
                            <a:pt x="13134" y="5606"/>
                          </a:moveTo>
                          <a:cubicBezTo>
                            <a:pt x="15420" y="9321"/>
                            <a:pt x="14277" y="12750"/>
                            <a:pt x="10943" y="13322"/>
                          </a:cubicBezTo>
                          <a:cubicBezTo>
                            <a:pt x="7610" y="13893"/>
                            <a:pt x="3228" y="11322"/>
                            <a:pt x="1132" y="7702"/>
                          </a:cubicBezTo>
                          <a:cubicBezTo>
                            <a:pt x="-1058" y="4082"/>
                            <a:pt x="85" y="844"/>
                            <a:pt x="3228" y="82"/>
                          </a:cubicBezTo>
                          <a:cubicBezTo>
                            <a:pt x="6467" y="-490"/>
                            <a:pt x="10848" y="1987"/>
                            <a:pt x="13134" y="560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06" name="Forme libre : forme 505">
                      <a:extLst>
                        <a:ext uri="{FF2B5EF4-FFF2-40B4-BE49-F238E27FC236}">
                          <a16:creationId xmlns:a16="http://schemas.microsoft.com/office/drawing/2014/main" id="{ED10CD3A-8686-403E-A62F-EB76FB415C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98796" y="4042649"/>
                      <a:ext cx="5434" cy="4548"/>
                    </a:xfrm>
                    <a:custGeom>
                      <a:avLst/>
                      <a:gdLst>
                        <a:gd name="connsiteX0" fmla="*/ 5429 w 5434"/>
                        <a:gd name="connsiteY0" fmla="*/ 2918 h 4548"/>
                        <a:gd name="connsiteX1" fmla="*/ 2857 w 5434"/>
                        <a:gd name="connsiteY1" fmla="*/ 4442 h 4548"/>
                        <a:gd name="connsiteX2" fmla="*/ 0 w 5434"/>
                        <a:gd name="connsiteY2" fmla="*/ 1679 h 4548"/>
                        <a:gd name="connsiteX3" fmla="*/ 2572 w 5434"/>
                        <a:gd name="connsiteY3" fmla="*/ 60 h 4548"/>
                        <a:gd name="connsiteX4" fmla="*/ 5429 w 5434"/>
                        <a:gd name="connsiteY4" fmla="*/ 2918 h 4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34" h="4548">
                          <a:moveTo>
                            <a:pt x="5429" y="2918"/>
                          </a:moveTo>
                          <a:cubicBezTo>
                            <a:pt x="5524" y="4156"/>
                            <a:pt x="4381" y="4823"/>
                            <a:pt x="2857" y="4442"/>
                          </a:cubicBezTo>
                          <a:cubicBezTo>
                            <a:pt x="1333" y="4061"/>
                            <a:pt x="95" y="2822"/>
                            <a:pt x="0" y="1679"/>
                          </a:cubicBezTo>
                          <a:cubicBezTo>
                            <a:pt x="0" y="536"/>
                            <a:pt x="1048" y="-226"/>
                            <a:pt x="2572" y="60"/>
                          </a:cubicBezTo>
                          <a:cubicBezTo>
                            <a:pt x="4000" y="441"/>
                            <a:pt x="5334" y="1679"/>
                            <a:pt x="5429" y="291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507" name="Graphique 15">
                    <a:extLst>
                      <a:ext uri="{FF2B5EF4-FFF2-40B4-BE49-F238E27FC236}">
                        <a16:creationId xmlns:a16="http://schemas.microsoft.com/office/drawing/2014/main" id="{94F2FF5B-9B3A-4A5E-92C6-115E7612D98D}"/>
                      </a:ext>
                    </a:extLst>
                  </p:cNvPr>
                  <p:cNvGrpSpPr/>
                  <p:nvPr/>
                </p:nvGrpSpPr>
                <p:grpSpPr>
                  <a:xfrm>
                    <a:off x="10798400" y="4064079"/>
                    <a:ext cx="32689" cy="29060"/>
                    <a:chOff x="10798400" y="4064079"/>
                    <a:chExt cx="32689" cy="29060"/>
                  </a:xfrm>
                  <a:solidFill>
                    <a:schemeClr val="accent1"/>
                  </a:solidFill>
                </p:grpSpPr>
                <p:sp>
                  <p:nvSpPr>
                    <p:cNvPr id="508" name="Forme libre : forme 507">
                      <a:extLst>
                        <a:ext uri="{FF2B5EF4-FFF2-40B4-BE49-F238E27FC236}">
                          <a16:creationId xmlns:a16="http://schemas.microsoft.com/office/drawing/2014/main" id="{8AFF018F-8229-4420-A1CF-6DA606D10A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98400" y="4064079"/>
                      <a:ext cx="32689" cy="29060"/>
                    </a:xfrm>
                    <a:custGeom>
                      <a:avLst/>
                      <a:gdLst>
                        <a:gd name="connsiteX0" fmla="*/ 32685 w 32689"/>
                        <a:gd name="connsiteY0" fmla="*/ 18350 h 29060"/>
                        <a:gd name="connsiteX1" fmla="*/ 16302 w 32689"/>
                        <a:gd name="connsiteY1" fmla="*/ 28351 h 29060"/>
                        <a:gd name="connsiteX2" fmla="*/ 15 w 32689"/>
                        <a:gd name="connsiteY2" fmla="*/ 10253 h 29060"/>
                        <a:gd name="connsiteX3" fmla="*/ 15826 w 32689"/>
                        <a:gd name="connsiteY3" fmla="*/ 538 h 29060"/>
                        <a:gd name="connsiteX4" fmla="*/ 32685 w 32689"/>
                        <a:gd name="connsiteY4" fmla="*/ 18350 h 290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689" h="29060">
                          <a:moveTo>
                            <a:pt x="32685" y="18350"/>
                          </a:moveTo>
                          <a:cubicBezTo>
                            <a:pt x="32876" y="26256"/>
                            <a:pt x="25542" y="30923"/>
                            <a:pt x="16302" y="28351"/>
                          </a:cubicBezTo>
                          <a:cubicBezTo>
                            <a:pt x="7254" y="25874"/>
                            <a:pt x="15" y="17588"/>
                            <a:pt x="15" y="10253"/>
                          </a:cubicBezTo>
                          <a:cubicBezTo>
                            <a:pt x="-366" y="2633"/>
                            <a:pt x="6682" y="-1558"/>
                            <a:pt x="15826" y="538"/>
                          </a:cubicBezTo>
                          <a:cubicBezTo>
                            <a:pt x="24875" y="2729"/>
                            <a:pt x="32590" y="10539"/>
                            <a:pt x="32685" y="1835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09" name="Forme libre : forme 508">
                      <a:extLst>
                        <a:ext uri="{FF2B5EF4-FFF2-40B4-BE49-F238E27FC236}">
                          <a16:creationId xmlns:a16="http://schemas.microsoft.com/office/drawing/2014/main" id="{1217EDD7-576F-429B-BA2A-0A0FCFF1C1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98407" y="4068046"/>
                      <a:ext cx="32682" cy="25093"/>
                    </a:xfrm>
                    <a:custGeom>
                      <a:avLst/>
                      <a:gdLst>
                        <a:gd name="connsiteX0" fmla="*/ 16391 w 32682"/>
                        <a:gd name="connsiteY0" fmla="*/ 10763 h 25093"/>
                        <a:gd name="connsiteX1" fmla="*/ 1913 w 32682"/>
                        <a:gd name="connsiteY1" fmla="*/ 0 h 25093"/>
                        <a:gd name="connsiteX2" fmla="*/ 8 w 32682"/>
                        <a:gd name="connsiteY2" fmla="*/ 6287 h 25093"/>
                        <a:gd name="connsiteX3" fmla="*/ 16296 w 32682"/>
                        <a:gd name="connsiteY3" fmla="*/ 24384 h 25093"/>
                        <a:gd name="connsiteX4" fmla="*/ 32679 w 32682"/>
                        <a:gd name="connsiteY4" fmla="*/ 14383 h 25093"/>
                        <a:gd name="connsiteX5" fmla="*/ 30393 w 32682"/>
                        <a:gd name="connsiteY5" fmla="*/ 7049 h 25093"/>
                        <a:gd name="connsiteX6" fmla="*/ 16391 w 32682"/>
                        <a:gd name="connsiteY6" fmla="*/ 10763 h 250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82" h="25093">
                          <a:moveTo>
                            <a:pt x="16391" y="10763"/>
                          </a:moveTo>
                          <a:cubicBezTo>
                            <a:pt x="10200" y="9239"/>
                            <a:pt x="4866" y="4953"/>
                            <a:pt x="1913" y="0"/>
                          </a:cubicBezTo>
                          <a:cubicBezTo>
                            <a:pt x="675" y="1619"/>
                            <a:pt x="-87" y="3715"/>
                            <a:pt x="8" y="6287"/>
                          </a:cubicBezTo>
                          <a:cubicBezTo>
                            <a:pt x="8" y="13716"/>
                            <a:pt x="7247" y="22003"/>
                            <a:pt x="16296" y="24384"/>
                          </a:cubicBezTo>
                          <a:cubicBezTo>
                            <a:pt x="25535" y="26956"/>
                            <a:pt x="32869" y="22289"/>
                            <a:pt x="32679" y="14383"/>
                          </a:cubicBezTo>
                          <a:cubicBezTo>
                            <a:pt x="32679" y="11906"/>
                            <a:pt x="31726" y="9430"/>
                            <a:pt x="30393" y="7049"/>
                          </a:cubicBezTo>
                          <a:cubicBezTo>
                            <a:pt x="27630" y="10668"/>
                            <a:pt x="22392" y="12287"/>
                            <a:pt x="16391" y="1076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10" name="Forme libre : forme 509">
                      <a:extLst>
                        <a:ext uri="{FF2B5EF4-FFF2-40B4-BE49-F238E27FC236}">
                          <a16:creationId xmlns:a16="http://schemas.microsoft.com/office/drawing/2014/main" id="{832D495A-DA9D-4700-A33F-61CD2956C9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13785" y="4070798"/>
                      <a:ext cx="14192" cy="13923"/>
                    </a:xfrm>
                    <a:custGeom>
                      <a:avLst/>
                      <a:gdLst>
                        <a:gd name="connsiteX0" fmla="*/ 13205 w 14192"/>
                        <a:gd name="connsiteY0" fmla="*/ 5725 h 13923"/>
                        <a:gd name="connsiteX1" fmla="*/ 10729 w 14192"/>
                        <a:gd name="connsiteY1" fmla="*/ 13821 h 13923"/>
                        <a:gd name="connsiteX2" fmla="*/ 1013 w 14192"/>
                        <a:gd name="connsiteY2" fmla="*/ 8011 h 13923"/>
                        <a:gd name="connsiteX3" fmla="*/ 3394 w 14192"/>
                        <a:gd name="connsiteY3" fmla="*/ 105 h 13923"/>
                        <a:gd name="connsiteX4" fmla="*/ 13205 w 14192"/>
                        <a:gd name="connsiteY4" fmla="*/ 5725 h 139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92" h="13923">
                          <a:moveTo>
                            <a:pt x="13205" y="5725"/>
                          </a:moveTo>
                          <a:cubicBezTo>
                            <a:pt x="15205" y="9535"/>
                            <a:pt x="14062" y="13155"/>
                            <a:pt x="10729" y="13821"/>
                          </a:cubicBezTo>
                          <a:cubicBezTo>
                            <a:pt x="7395" y="14488"/>
                            <a:pt x="3109" y="11821"/>
                            <a:pt x="1013" y="8011"/>
                          </a:cubicBezTo>
                          <a:cubicBezTo>
                            <a:pt x="-987" y="4201"/>
                            <a:pt x="61" y="677"/>
                            <a:pt x="3394" y="105"/>
                          </a:cubicBezTo>
                          <a:cubicBezTo>
                            <a:pt x="6824" y="-561"/>
                            <a:pt x="11205" y="2010"/>
                            <a:pt x="13205" y="572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11" name="Forme libre : forme 510">
                      <a:extLst>
                        <a:ext uri="{FF2B5EF4-FFF2-40B4-BE49-F238E27FC236}">
                          <a16:creationId xmlns:a16="http://schemas.microsoft.com/office/drawing/2014/main" id="{6EDD0304-A13D-4529-B957-97AC34AC3E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13084" y="4070328"/>
                      <a:ext cx="5429" cy="4769"/>
                    </a:xfrm>
                    <a:custGeom>
                      <a:avLst/>
                      <a:gdLst>
                        <a:gd name="connsiteX0" fmla="*/ 5429 w 5429"/>
                        <a:gd name="connsiteY0" fmla="*/ 3051 h 4769"/>
                        <a:gd name="connsiteX1" fmla="*/ 2762 w 5429"/>
                        <a:gd name="connsiteY1" fmla="*/ 4671 h 4769"/>
                        <a:gd name="connsiteX2" fmla="*/ 0 w 5429"/>
                        <a:gd name="connsiteY2" fmla="*/ 1718 h 4769"/>
                        <a:gd name="connsiteX3" fmla="*/ 2667 w 5429"/>
                        <a:gd name="connsiteY3" fmla="*/ 99 h 4769"/>
                        <a:gd name="connsiteX4" fmla="*/ 5429 w 5429"/>
                        <a:gd name="connsiteY4" fmla="*/ 3051 h 4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29" h="4769">
                          <a:moveTo>
                            <a:pt x="5429" y="3051"/>
                          </a:moveTo>
                          <a:cubicBezTo>
                            <a:pt x="5429" y="4290"/>
                            <a:pt x="4286" y="5052"/>
                            <a:pt x="2762" y="4671"/>
                          </a:cubicBezTo>
                          <a:cubicBezTo>
                            <a:pt x="1238" y="4290"/>
                            <a:pt x="0" y="2956"/>
                            <a:pt x="0" y="1718"/>
                          </a:cubicBezTo>
                          <a:cubicBezTo>
                            <a:pt x="0" y="480"/>
                            <a:pt x="1143" y="-282"/>
                            <a:pt x="2667" y="99"/>
                          </a:cubicBezTo>
                          <a:cubicBezTo>
                            <a:pt x="4191" y="480"/>
                            <a:pt x="5429" y="1813"/>
                            <a:pt x="5429" y="305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512" name="Graphique 15">
                    <a:extLst>
                      <a:ext uri="{FF2B5EF4-FFF2-40B4-BE49-F238E27FC236}">
                        <a16:creationId xmlns:a16="http://schemas.microsoft.com/office/drawing/2014/main" id="{98D01CD1-F550-4952-8A13-B71E27D9EA5B}"/>
                      </a:ext>
                    </a:extLst>
                  </p:cNvPr>
                  <p:cNvGrpSpPr/>
                  <p:nvPr/>
                </p:nvGrpSpPr>
                <p:grpSpPr>
                  <a:xfrm>
                    <a:off x="10820219" y="4089661"/>
                    <a:ext cx="33345" cy="30060"/>
                    <a:chOff x="10820219" y="4089661"/>
                    <a:chExt cx="33345" cy="30060"/>
                  </a:xfrm>
                  <a:solidFill>
                    <a:schemeClr val="accent1"/>
                  </a:solidFill>
                </p:grpSpPr>
                <p:sp>
                  <p:nvSpPr>
                    <p:cNvPr id="513" name="Forme libre : forme 512">
                      <a:extLst>
                        <a:ext uri="{FF2B5EF4-FFF2-40B4-BE49-F238E27FC236}">
                          <a16:creationId xmlns:a16="http://schemas.microsoft.com/office/drawing/2014/main" id="{E13280F3-47B9-49E0-A860-B30754A2D7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0219" y="4089661"/>
                      <a:ext cx="33251" cy="30007"/>
                    </a:xfrm>
                    <a:custGeom>
                      <a:avLst/>
                      <a:gdLst>
                        <a:gd name="connsiteX0" fmla="*/ 33251 w 33251"/>
                        <a:gd name="connsiteY0" fmla="*/ 18961 h 30007"/>
                        <a:gd name="connsiteX1" fmla="*/ 15915 w 33251"/>
                        <a:gd name="connsiteY1" fmla="*/ 29343 h 30007"/>
                        <a:gd name="connsiteX2" fmla="*/ 8 w 33251"/>
                        <a:gd name="connsiteY2" fmla="*/ 10579 h 30007"/>
                        <a:gd name="connsiteX3" fmla="*/ 16677 w 33251"/>
                        <a:gd name="connsiteY3" fmla="*/ 483 h 30007"/>
                        <a:gd name="connsiteX4" fmla="*/ 33251 w 33251"/>
                        <a:gd name="connsiteY4" fmla="*/ 18961 h 30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251" h="30007">
                          <a:moveTo>
                            <a:pt x="33251" y="18961"/>
                          </a:moveTo>
                          <a:cubicBezTo>
                            <a:pt x="33060" y="27153"/>
                            <a:pt x="24964" y="31820"/>
                            <a:pt x="15915" y="29343"/>
                          </a:cubicBezTo>
                          <a:cubicBezTo>
                            <a:pt x="6771" y="26962"/>
                            <a:pt x="-277" y="18390"/>
                            <a:pt x="8" y="10579"/>
                          </a:cubicBezTo>
                          <a:cubicBezTo>
                            <a:pt x="389" y="2864"/>
                            <a:pt x="7628" y="-1518"/>
                            <a:pt x="16677" y="483"/>
                          </a:cubicBezTo>
                          <a:cubicBezTo>
                            <a:pt x="25821" y="2673"/>
                            <a:pt x="33346" y="10770"/>
                            <a:pt x="33251" y="1896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14" name="Forme libre : forme 513">
                      <a:extLst>
                        <a:ext uri="{FF2B5EF4-FFF2-40B4-BE49-F238E27FC236}">
                          <a16:creationId xmlns:a16="http://schemas.microsoft.com/office/drawing/2014/main" id="{05394335-BFEE-4E14-9C4B-B540EF51A7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0319" y="4093954"/>
                      <a:ext cx="33245" cy="25768"/>
                    </a:xfrm>
                    <a:custGeom>
                      <a:avLst/>
                      <a:gdLst>
                        <a:gd name="connsiteX0" fmla="*/ 16673 w 33245"/>
                        <a:gd name="connsiteY0" fmla="*/ 11049 h 25768"/>
                        <a:gd name="connsiteX1" fmla="*/ 2480 w 33245"/>
                        <a:gd name="connsiteY1" fmla="*/ 0 h 25768"/>
                        <a:gd name="connsiteX2" fmla="*/ 4 w 33245"/>
                        <a:gd name="connsiteY2" fmla="*/ 6382 h 25768"/>
                        <a:gd name="connsiteX3" fmla="*/ 15910 w 33245"/>
                        <a:gd name="connsiteY3" fmla="*/ 25146 h 25768"/>
                        <a:gd name="connsiteX4" fmla="*/ 33246 w 33245"/>
                        <a:gd name="connsiteY4" fmla="*/ 14764 h 25768"/>
                        <a:gd name="connsiteX5" fmla="*/ 31150 w 33245"/>
                        <a:gd name="connsiteY5" fmla="*/ 7144 h 25768"/>
                        <a:gd name="connsiteX6" fmla="*/ 16673 w 33245"/>
                        <a:gd name="connsiteY6" fmla="*/ 11049 h 25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45" h="25768">
                          <a:moveTo>
                            <a:pt x="16673" y="11049"/>
                          </a:moveTo>
                          <a:cubicBezTo>
                            <a:pt x="10386" y="9430"/>
                            <a:pt x="5147" y="5048"/>
                            <a:pt x="2480" y="0"/>
                          </a:cubicBezTo>
                          <a:cubicBezTo>
                            <a:pt x="1051" y="1715"/>
                            <a:pt x="99" y="3810"/>
                            <a:pt x="4" y="6382"/>
                          </a:cubicBezTo>
                          <a:cubicBezTo>
                            <a:pt x="-187" y="14192"/>
                            <a:pt x="6862" y="22670"/>
                            <a:pt x="15910" y="25146"/>
                          </a:cubicBezTo>
                          <a:cubicBezTo>
                            <a:pt x="24959" y="27527"/>
                            <a:pt x="33055" y="22860"/>
                            <a:pt x="33246" y="14764"/>
                          </a:cubicBezTo>
                          <a:cubicBezTo>
                            <a:pt x="33246" y="12192"/>
                            <a:pt x="32484" y="9525"/>
                            <a:pt x="31150" y="7144"/>
                          </a:cubicBezTo>
                          <a:cubicBezTo>
                            <a:pt x="28198" y="10859"/>
                            <a:pt x="22864" y="12668"/>
                            <a:pt x="16673" y="1104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15" name="Forme libre : forme 514">
                      <a:extLst>
                        <a:ext uri="{FF2B5EF4-FFF2-40B4-BE49-F238E27FC236}">
                          <a16:creationId xmlns:a16="http://schemas.microsoft.com/office/drawing/2014/main" id="{F5E92030-21DD-4092-81C9-9AB7CF97E2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36296" y="4096611"/>
                      <a:ext cx="14179" cy="14396"/>
                    </a:xfrm>
                    <a:custGeom>
                      <a:avLst/>
                      <a:gdLst>
                        <a:gd name="connsiteX0" fmla="*/ 13268 w 14179"/>
                        <a:gd name="connsiteY0" fmla="*/ 5916 h 14396"/>
                        <a:gd name="connsiteX1" fmla="*/ 10411 w 14179"/>
                        <a:gd name="connsiteY1" fmla="*/ 14297 h 14396"/>
                        <a:gd name="connsiteX2" fmla="*/ 791 w 14179"/>
                        <a:gd name="connsiteY2" fmla="*/ 8297 h 14396"/>
                        <a:gd name="connsiteX3" fmla="*/ 3553 w 14179"/>
                        <a:gd name="connsiteY3" fmla="*/ 105 h 14396"/>
                        <a:gd name="connsiteX4" fmla="*/ 13268 w 14179"/>
                        <a:gd name="connsiteY4" fmla="*/ 5916 h 14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79" h="14396">
                          <a:moveTo>
                            <a:pt x="13268" y="5916"/>
                          </a:moveTo>
                          <a:cubicBezTo>
                            <a:pt x="15173" y="9821"/>
                            <a:pt x="14030" y="13726"/>
                            <a:pt x="10411" y="14297"/>
                          </a:cubicBezTo>
                          <a:cubicBezTo>
                            <a:pt x="6887" y="14964"/>
                            <a:pt x="2600" y="12202"/>
                            <a:pt x="791" y="8297"/>
                          </a:cubicBezTo>
                          <a:cubicBezTo>
                            <a:pt x="-924" y="4487"/>
                            <a:pt x="219" y="772"/>
                            <a:pt x="3553" y="105"/>
                          </a:cubicBezTo>
                          <a:cubicBezTo>
                            <a:pt x="6887" y="-562"/>
                            <a:pt x="11268" y="2010"/>
                            <a:pt x="13268" y="591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16" name="Forme libre : forme 515">
                      <a:extLst>
                        <a:ext uri="{FF2B5EF4-FFF2-40B4-BE49-F238E27FC236}">
                          <a16:creationId xmlns:a16="http://schemas.microsoft.com/office/drawing/2014/main" id="{9E3E47F8-4279-4869-9133-4E1D9ABDD5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35753" y="4096332"/>
                      <a:ext cx="5333" cy="4920"/>
                    </a:xfrm>
                    <a:custGeom>
                      <a:avLst/>
                      <a:gdLst>
                        <a:gd name="connsiteX0" fmla="*/ 5334 w 5333"/>
                        <a:gd name="connsiteY0" fmla="*/ 3051 h 4920"/>
                        <a:gd name="connsiteX1" fmla="*/ 2667 w 5333"/>
                        <a:gd name="connsiteY1" fmla="*/ 4861 h 4920"/>
                        <a:gd name="connsiteX2" fmla="*/ 0 w 5333"/>
                        <a:gd name="connsiteY2" fmla="*/ 1813 h 4920"/>
                        <a:gd name="connsiteX3" fmla="*/ 2667 w 5333"/>
                        <a:gd name="connsiteY3" fmla="*/ 98 h 4920"/>
                        <a:gd name="connsiteX4" fmla="*/ 5334 w 5333"/>
                        <a:gd name="connsiteY4" fmla="*/ 3051 h 4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33" h="4920">
                          <a:moveTo>
                            <a:pt x="5334" y="3051"/>
                          </a:moveTo>
                          <a:cubicBezTo>
                            <a:pt x="5334" y="4384"/>
                            <a:pt x="4096" y="5146"/>
                            <a:pt x="2667" y="4861"/>
                          </a:cubicBezTo>
                          <a:cubicBezTo>
                            <a:pt x="1143" y="4480"/>
                            <a:pt x="0" y="3146"/>
                            <a:pt x="0" y="1813"/>
                          </a:cubicBezTo>
                          <a:cubicBezTo>
                            <a:pt x="0" y="479"/>
                            <a:pt x="1238" y="-283"/>
                            <a:pt x="2667" y="98"/>
                          </a:cubicBezTo>
                          <a:cubicBezTo>
                            <a:pt x="4096" y="384"/>
                            <a:pt x="5334" y="1717"/>
                            <a:pt x="5334" y="305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517" name="Graphique 15">
                  <a:extLst>
                    <a:ext uri="{FF2B5EF4-FFF2-40B4-BE49-F238E27FC236}">
                      <a16:creationId xmlns:a16="http://schemas.microsoft.com/office/drawing/2014/main" id="{F88A53E3-9841-4829-BC17-B1692BA6FC09}"/>
                    </a:ext>
                  </a:extLst>
                </p:cNvPr>
                <p:cNvGrpSpPr/>
                <p:nvPr/>
              </p:nvGrpSpPr>
              <p:grpSpPr>
                <a:xfrm>
                  <a:off x="10817178" y="4139001"/>
                  <a:ext cx="43222" cy="90809"/>
                  <a:chOff x="10817178" y="4139001"/>
                  <a:chExt cx="43222" cy="90809"/>
                </a:xfrm>
                <a:solidFill>
                  <a:schemeClr val="accent1"/>
                </a:solidFill>
              </p:grpSpPr>
              <p:grpSp>
                <p:nvGrpSpPr>
                  <p:cNvPr id="518" name="Graphique 15">
                    <a:extLst>
                      <a:ext uri="{FF2B5EF4-FFF2-40B4-BE49-F238E27FC236}">
                        <a16:creationId xmlns:a16="http://schemas.microsoft.com/office/drawing/2014/main" id="{4B0470AD-925C-4F89-BFD1-2DDE71B7C845}"/>
                      </a:ext>
                    </a:extLst>
                  </p:cNvPr>
                  <p:cNvGrpSpPr/>
                  <p:nvPr/>
                </p:nvGrpSpPr>
                <p:grpSpPr>
                  <a:xfrm>
                    <a:off x="10827103" y="4139001"/>
                    <a:ext cx="33298" cy="31432"/>
                    <a:chOff x="10827103" y="4139001"/>
                    <a:chExt cx="33298" cy="31432"/>
                  </a:xfrm>
                  <a:solidFill>
                    <a:schemeClr val="accent1"/>
                  </a:solidFill>
                </p:grpSpPr>
                <p:sp>
                  <p:nvSpPr>
                    <p:cNvPr id="519" name="Forme libre : forme 518">
                      <a:extLst>
                        <a:ext uri="{FF2B5EF4-FFF2-40B4-BE49-F238E27FC236}">
                          <a16:creationId xmlns:a16="http://schemas.microsoft.com/office/drawing/2014/main" id="{2BB48E58-3114-4DF6-8B85-E808C36231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7128" y="4139001"/>
                      <a:ext cx="33273" cy="31366"/>
                    </a:xfrm>
                    <a:custGeom>
                      <a:avLst/>
                      <a:gdLst>
                        <a:gd name="connsiteX0" fmla="*/ 29295 w 33273"/>
                        <a:gd name="connsiteY0" fmla="*/ 27914 h 31366"/>
                        <a:gd name="connsiteX1" fmla="*/ 5959 w 33273"/>
                        <a:gd name="connsiteY1" fmla="*/ 25152 h 31366"/>
                        <a:gd name="connsiteX2" fmla="*/ 3768 w 33273"/>
                        <a:gd name="connsiteY2" fmla="*/ 3244 h 31366"/>
                        <a:gd name="connsiteX3" fmla="*/ 27104 w 33273"/>
                        <a:gd name="connsiteY3" fmla="*/ 5721 h 31366"/>
                        <a:gd name="connsiteX4" fmla="*/ 29295 w 33273"/>
                        <a:gd name="connsiteY4" fmla="*/ 27914 h 31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273" h="31366">
                          <a:moveTo>
                            <a:pt x="29295" y="27914"/>
                          </a:moveTo>
                          <a:cubicBezTo>
                            <a:pt x="23294" y="33438"/>
                            <a:pt x="12817" y="32200"/>
                            <a:pt x="5959" y="25152"/>
                          </a:cubicBezTo>
                          <a:cubicBezTo>
                            <a:pt x="-995" y="18198"/>
                            <a:pt x="-2042" y="8388"/>
                            <a:pt x="3768" y="3244"/>
                          </a:cubicBezTo>
                          <a:cubicBezTo>
                            <a:pt x="9578" y="-1804"/>
                            <a:pt x="19865" y="-947"/>
                            <a:pt x="27104" y="5721"/>
                          </a:cubicBezTo>
                          <a:cubicBezTo>
                            <a:pt x="34343" y="12483"/>
                            <a:pt x="35391" y="22484"/>
                            <a:pt x="29295" y="2791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20" name="Forme libre : forme 519">
                      <a:extLst>
                        <a:ext uri="{FF2B5EF4-FFF2-40B4-BE49-F238E27FC236}">
                          <a16:creationId xmlns:a16="http://schemas.microsoft.com/office/drawing/2014/main" id="{A1F2D32C-FC38-43BA-AC2C-664BD2A9CE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7103" y="4139388"/>
                      <a:ext cx="32843" cy="31045"/>
                    </a:xfrm>
                    <a:custGeom>
                      <a:avLst/>
                      <a:gdLst>
                        <a:gd name="connsiteX0" fmla="*/ 16366 w 32843"/>
                        <a:gd name="connsiteY0" fmla="*/ 15526 h 31045"/>
                        <a:gd name="connsiteX1" fmla="*/ 10651 w 32843"/>
                        <a:gd name="connsiteY1" fmla="*/ 0 h 31045"/>
                        <a:gd name="connsiteX2" fmla="*/ 3697 w 32843"/>
                        <a:gd name="connsiteY2" fmla="*/ 2953 h 31045"/>
                        <a:gd name="connsiteX3" fmla="*/ 5888 w 32843"/>
                        <a:gd name="connsiteY3" fmla="*/ 24860 h 31045"/>
                        <a:gd name="connsiteX4" fmla="*/ 29225 w 32843"/>
                        <a:gd name="connsiteY4" fmla="*/ 27622 h 31045"/>
                        <a:gd name="connsiteX5" fmla="*/ 32844 w 32843"/>
                        <a:gd name="connsiteY5" fmla="*/ 21241 h 31045"/>
                        <a:gd name="connsiteX6" fmla="*/ 16366 w 32843"/>
                        <a:gd name="connsiteY6" fmla="*/ 15526 h 31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843" h="31045">
                          <a:moveTo>
                            <a:pt x="16366" y="15526"/>
                          </a:moveTo>
                          <a:cubicBezTo>
                            <a:pt x="11603" y="10858"/>
                            <a:pt x="9603" y="4953"/>
                            <a:pt x="10651" y="0"/>
                          </a:cubicBezTo>
                          <a:cubicBezTo>
                            <a:pt x="7984" y="381"/>
                            <a:pt x="5602" y="1333"/>
                            <a:pt x="3697" y="2953"/>
                          </a:cubicBezTo>
                          <a:cubicBezTo>
                            <a:pt x="-2017" y="8096"/>
                            <a:pt x="-970" y="17812"/>
                            <a:pt x="5888" y="24860"/>
                          </a:cubicBezTo>
                          <a:cubicBezTo>
                            <a:pt x="12842" y="31813"/>
                            <a:pt x="23224" y="33147"/>
                            <a:pt x="29225" y="27622"/>
                          </a:cubicBezTo>
                          <a:cubicBezTo>
                            <a:pt x="31129" y="25908"/>
                            <a:pt x="32272" y="23622"/>
                            <a:pt x="32844" y="21241"/>
                          </a:cubicBezTo>
                          <a:cubicBezTo>
                            <a:pt x="27415" y="22098"/>
                            <a:pt x="21128" y="20098"/>
                            <a:pt x="16366" y="1552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21" name="Forme libre : forme 520">
                      <a:extLst>
                        <a:ext uri="{FF2B5EF4-FFF2-40B4-BE49-F238E27FC236}">
                          <a16:creationId xmlns:a16="http://schemas.microsoft.com/office/drawing/2014/main" id="{9BD4B558-1DCB-47E6-93CD-9781F5126B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3335" y="4150468"/>
                      <a:ext cx="14057" cy="14701"/>
                    </a:xfrm>
                    <a:custGeom>
                      <a:avLst/>
                      <a:gdLst>
                        <a:gd name="connsiteX0" fmla="*/ 13755 w 14057"/>
                        <a:gd name="connsiteY0" fmla="*/ 10066 h 14701"/>
                        <a:gd name="connsiteX1" fmla="*/ 5087 w 14057"/>
                        <a:gd name="connsiteY1" fmla="*/ 14162 h 14701"/>
                        <a:gd name="connsiteX2" fmla="*/ 229 w 14057"/>
                        <a:gd name="connsiteY2" fmla="*/ 4541 h 14701"/>
                        <a:gd name="connsiteX3" fmla="*/ 8897 w 14057"/>
                        <a:gd name="connsiteY3" fmla="*/ 541 h 14701"/>
                        <a:gd name="connsiteX4" fmla="*/ 13755 w 14057"/>
                        <a:gd name="connsiteY4" fmla="*/ 10066 h 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57" h="14701">
                          <a:moveTo>
                            <a:pt x="13755" y="10066"/>
                          </a:moveTo>
                          <a:cubicBezTo>
                            <a:pt x="12707" y="13876"/>
                            <a:pt x="8802" y="15686"/>
                            <a:pt x="5087" y="14162"/>
                          </a:cubicBezTo>
                          <a:cubicBezTo>
                            <a:pt x="1372" y="12638"/>
                            <a:pt x="-723" y="8256"/>
                            <a:pt x="229" y="4541"/>
                          </a:cubicBezTo>
                          <a:cubicBezTo>
                            <a:pt x="1277" y="827"/>
                            <a:pt x="5087" y="-983"/>
                            <a:pt x="8897" y="541"/>
                          </a:cubicBezTo>
                          <a:cubicBezTo>
                            <a:pt x="12707" y="1970"/>
                            <a:pt x="14898" y="6256"/>
                            <a:pt x="13755" y="1006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22" name="Forme libre : forme 521">
                      <a:extLst>
                        <a:ext uri="{FF2B5EF4-FFF2-40B4-BE49-F238E27FC236}">
                          <a16:creationId xmlns:a16="http://schemas.microsoft.com/office/drawing/2014/main" id="{79BB4AF7-5E83-481A-869B-AC48EF68C4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6573" y="4148849"/>
                      <a:ext cx="5536" cy="5080"/>
                    </a:xfrm>
                    <a:custGeom>
                      <a:avLst/>
                      <a:gdLst>
                        <a:gd name="connsiteX0" fmla="*/ 4896 w 5536"/>
                        <a:gd name="connsiteY0" fmla="*/ 4540 h 5080"/>
                        <a:gd name="connsiteX1" fmla="*/ 991 w 5536"/>
                        <a:gd name="connsiteY1" fmla="*/ 4159 h 5080"/>
                        <a:gd name="connsiteX2" fmla="*/ 610 w 5536"/>
                        <a:gd name="connsiteY2" fmla="*/ 540 h 5080"/>
                        <a:gd name="connsiteX3" fmla="*/ 4515 w 5536"/>
                        <a:gd name="connsiteY3" fmla="*/ 921 h 5080"/>
                        <a:gd name="connsiteX4" fmla="*/ 4896 w 5536"/>
                        <a:gd name="connsiteY4" fmla="*/ 4540 h 5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6" h="5080">
                          <a:moveTo>
                            <a:pt x="4896" y="4540"/>
                          </a:moveTo>
                          <a:cubicBezTo>
                            <a:pt x="3944" y="5398"/>
                            <a:pt x="2229" y="5207"/>
                            <a:pt x="991" y="4159"/>
                          </a:cubicBezTo>
                          <a:cubicBezTo>
                            <a:pt x="-152" y="3016"/>
                            <a:pt x="-343" y="1397"/>
                            <a:pt x="610" y="540"/>
                          </a:cubicBezTo>
                          <a:cubicBezTo>
                            <a:pt x="1562" y="-317"/>
                            <a:pt x="3277" y="-127"/>
                            <a:pt x="4515" y="921"/>
                          </a:cubicBezTo>
                          <a:cubicBezTo>
                            <a:pt x="5753" y="2064"/>
                            <a:pt x="5849" y="3683"/>
                            <a:pt x="4896" y="45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523" name="Graphique 15">
                    <a:extLst>
                      <a:ext uri="{FF2B5EF4-FFF2-40B4-BE49-F238E27FC236}">
                        <a16:creationId xmlns:a16="http://schemas.microsoft.com/office/drawing/2014/main" id="{153A7610-7F46-4B24-ADD3-0F533CCC46DC}"/>
                      </a:ext>
                    </a:extLst>
                  </p:cNvPr>
                  <p:cNvGrpSpPr/>
                  <p:nvPr/>
                </p:nvGrpSpPr>
                <p:grpSpPr>
                  <a:xfrm>
                    <a:off x="10817505" y="4166265"/>
                    <a:ext cx="33170" cy="31959"/>
                    <a:chOff x="10817505" y="4166265"/>
                    <a:chExt cx="33170" cy="31959"/>
                  </a:xfrm>
                  <a:solidFill>
                    <a:schemeClr val="accent1"/>
                  </a:solidFill>
                </p:grpSpPr>
                <p:sp>
                  <p:nvSpPr>
                    <p:cNvPr id="524" name="Forme libre : forme 523">
                      <a:extLst>
                        <a:ext uri="{FF2B5EF4-FFF2-40B4-BE49-F238E27FC236}">
                          <a16:creationId xmlns:a16="http://schemas.microsoft.com/office/drawing/2014/main" id="{219AE129-1DDD-48DB-9E06-21ABC105DB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17505" y="4166265"/>
                      <a:ext cx="33170" cy="31864"/>
                    </a:xfrm>
                    <a:custGeom>
                      <a:avLst/>
                      <a:gdLst>
                        <a:gd name="connsiteX0" fmla="*/ 28725 w 33170"/>
                        <a:gd name="connsiteY0" fmla="*/ 28749 h 31864"/>
                        <a:gd name="connsiteX1" fmla="*/ 5294 w 33170"/>
                        <a:gd name="connsiteY1" fmla="*/ 25129 h 31864"/>
                        <a:gd name="connsiteX2" fmla="*/ 4246 w 33170"/>
                        <a:gd name="connsiteY2" fmla="*/ 3031 h 31864"/>
                        <a:gd name="connsiteX3" fmla="*/ 27487 w 33170"/>
                        <a:gd name="connsiteY3" fmla="*/ 6270 h 31864"/>
                        <a:gd name="connsiteX4" fmla="*/ 28725 w 33170"/>
                        <a:gd name="connsiteY4" fmla="*/ 28749 h 31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170" h="31864">
                          <a:moveTo>
                            <a:pt x="28725" y="28749"/>
                          </a:moveTo>
                          <a:cubicBezTo>
                            <a:pt x="22344" y="34083"/>
                            <a:pt x="11961" y="32368"/>
                            <a:pt x="5294" y="25129"/>
                          </a:cubicBezTo>
                          <a:cubicBezTo>
                            <a:pt x="-1278" y="17890"/>
                            <a:pt x="-1850" y="7984"/>
                            <a:pt x="4246" y="3031"/>
                          </a:cubicBezTo>
                          <a:cubicBezTo>
                            <a:pt x="10342" y="-1922"/>
                            <a:pt x="20439" y="-779"/>
                            <a:pt x="27487" y="6270"/>
                          </a:cubicBezTo>
                          <a:cubicBezTo>
                            <a:pt x="34440" y="13223"/>
                            <a:pt x="35202" y="23605"/>
                            <a:pt x="28725" y="2874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25" name="Forme libre : forme 524">
                      <a:extLst>
                        <a:ext uri="{FF2B5EF4-FFF2-40B4-BE49-F238E27FC236}">
                          <a16:creationId xmlns:a16="http://schemas.microsoft.com/office/drawing/2014/main" id="{632A9234-6CF5-4074-98F1-C4316896B5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17505" y="4166534"/>
                      <a:ext cx="32725" cy="31690"/>
                    </a:xfrm>
                    <a:custGeom>
                      <a:avLst/>
                      <a:gdLst>
                        <a:gd name="connsiteX0" fmla="*/ 16343 w 32725"/>
                        <a:gd name="connsiteY0" fmla="*/ 15907 h 31690"/>
                        <a:gd name="connsiteX1" fmla="*/ 11295 w 32725"/>
                        <a:gd name="connsiteY1" fmla="*/ 0 h 31690"/>
                        <a:gd name="connsiteX2" fmla="*/ 4246 w 32725"/>
                        <a:gd name="connsiteY2" fmla="*/ 2857 h 31690"/>
                        <a:gd name="connsiteX3" fmla="*/ 5294 w 32725"/>
                        <a:gd name="connsiteY3" fmla="*/ 24955 h 31690"/>
                        <a:gd name="connsiteX4" fmla="*/ 28725 w 32725"/>
                        <a:gd name="connsiteY4" fmla="*/ 28575 h 31690"/>
                        <a:gd name="connsiteX5" fmla="*/ 32726 w 32725"/>
                        <a:gd name="connsiteY5" fmla="*/ 22288 h 31690"/>
                        <a:gd name="connsiteX6" fmla="*/ 16343 w 32725"/>
                        <a:gd name="connsiteY6" fmla="*/ 15907 h 31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725" h="31690">
                          <a:moveTo>
                            <a:pt x="16343" y="15907"/>
                          </a:moveTo>
                          <a:cubicBezTo>
                            <a:pt x="11676" y="11049"/>
                            <a:pt x="10247" y="5048"/>
                            <a:pt x="11295" y="0"/>
                          </a:cubicBezTo>
                          <a:cubicBezTo>
                            <a:pt x="8723" y="381"/>
                            <a:pt x="6246" y="1238"/>
                            <a:pt x="4246" y="2857"/>
                          </a:cubicBezTo>
                          <a:cubicBezTo>
                            <a:pt x="-1850" y="7810"/>
                            <a:pt x="-1278" y="17621"/>
                            <a:pt x="5294" y="24955"/>
                          </a:cubicBezTo>
                          <a:cubicBezTo>
                            <a:pt x="11866" y="32194"/>
                            <a:pt x="22344" y="33909"/>
                            <a:pt x="28725" y="28575"/>
                          </a:cubicBezTo>
                          <a:cubicBezTo>
                            <a:pt x="30726" y="26860"/>
                            <a:pt x="32059" y="24670"/>
                            <a:pt x="32726" y="22288"/>
                          </a:cubicBezTo>
                          <a:cubicBezTo>
                            <a:pt x="27106" y="22955"/>
                            <a:pt x="20915" y="20669"/>
                            <a:pt x="16343" y="159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26" name="Forme libre : forme 525">
                      <a:extLst>
                        <a:ext uri="{FF2B5EF4-FFF2-40B4-BE49-F238E27FC236}">
                          <a16:creationId xmlns:a16="http://schemas.microsoft.com/office/drawing/2014/main" id="{D3306CEE-661E-4BB0-81B5-317C23AA7F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33576" y="4178100"/>
                      <a:ext cx="14096" cy="14929"/>
                    </a:xfrm>
                    <a:custGeom>
                      <a:avLst/>
                      <a:gdLst>
                        <a:gd name="connsiteX0" fmla="*/ 13702 w 14096"/>
                        <a:gd name="connsiteY0" fmla="*/ 10532 h 14929"/>
                        <a:gd name="connsiteX1" fmla="*/ 4749 w 14096"/>
                        <a:gd name="connsiteY1" fmla="*/ 14247 h 14929"/>
                        <a:gd name="connsiteX2" fmla="*/ 367 w 14096"/>
                        <a:gd name="connsiteY2" fmla="*/ 4341 h 14929"/>
                        <a:gd name="connsiteX3" fmla="*/ 9226 w 14096"/>
                        <a:gd name="connsiteY3" fmla="*/ 626 h 14929"/>
                        <a:gd name="connsiteX4" fmla="*/ 13702 w 14096"/>
                        <a:gd name="connsiteY4" fmla="*/ 10532 h 14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96" h="14929">
                          <a:moveTo>
                            <a:pt x="13702" y="10532"/>
                          </a:moveTo>
                          <a:cubicBezTo>
                            <a:pt x="12369" y="14342"/>
                            <a:pt x="8368" y="15962"/>
                            <a:pt x="4749" y="14247"/>
                          </a:cubicBezTo>
                          <a:cubicBezTo>
                            <a:pt x="1129" y="12533"/>
                            <a:pt x="-871" y="8056"/>
                            <a:pt x="367" y="4341"/>
                          </a:cubicBezTo>
                          <a:cubicBezTo>
                            <a:pt x="1606" y="626"/>
                            <a:pt x="5606" y="-993"/>
                            <a:pt x="9226" y="626"/>
                          </a:cubicBezTo>
                          <a:cubicBezTo>
                            <a:pt x="12845" y="2246"/>
                            <a:pt x="15036" y="6722"/>
                            <a:pt x="13702" y="1053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27" name="Forme libre : forme 526">
                      <a:extLst>
                        <a:ext uri="{FF2B5EF4-FFF2-40B4-BE49-F238E27FC236}">
                          <a16:creationId xmlns:a16="http://schemas.microsoft.com/office/drawing/2014/main" id="{1BAC5A78-2DB0-4044-BA26-EFDDC45889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37252" y="4176574"/>
                      <a:ext cx="5437" cy="5222"/>
                    </a:xfrm>
                    <a:custGeom>
                      <a:avLst/>
                      <a:gdLst>
                        <a:gd name="connsiteX0" fmla="*/ 4788 w 5437"/>
                        <a:gd name="connsiteY0" fmla="*/ 4724 h 5222"/>
                        <a:gd name="connsiteX1" fmla="*/ 883 w 5437"/>
                        <a:gd name="connsiteY1" fmla="*/ 4152 h 5222"/>
                        <a:gd name="connsiteX2" fmla="*/ 692 w 5437"/>
                        <a:gd name="connsiteY2" fmla="*/ 533 h 5222"/>
                        <a:gd name="connsiteX3" fmla="*/ 4502 w 5437"/>
                        <a:gd name="connsiteY3" fmla="*/ 1009 h 5222"/>
                        <a:gd name="connsiteX4" fmla="*/ 4788 w 5437"/>
                        <a:gd name="connsiteY4" fmla="*/ 4724 h 5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37" h="5222">
                          <a:moveTo>
                            <a:pt x="4788" y="4724"/>
                          </a:moveTo>
                          <a:cubicBezTo>
                            <a:pt x="3740" y="5581"/>
                            <a:pt x="2026" y="5295"/>
                            <a:pt x="883" y="4152"/>
                          </a:cubicBezTo>
                          <a:cubicBezTo>
                            <a:pt x="-260" y="3009"/>
                            <a:pt x="-260" y="1390"/>
                            <a:pt x="692" y="533"/>
                          </a:cubicBezTo>
                          <a:cubicBezTo>
                            <a:pt x="1645" y="-324"/>
                            <a:pt x="3359" y="-134"/>
                            <a:pt x="4502" y="1009"/>
                          </a:cubicBezTo>
                          <a:cubicBezTo>
                            <a:pt x="5645" y="2152"/>
                            <a:pt x="5740" y="3867"/>
                            <a:pt x="4788" y="472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528" name="Graphique 15">
                    <a:extLst>
                      <a:ext uri="{FF2B5EF4-FFF2-40B4-BE49-F238E27FC236}">
                        <a16:creationId xmlns:a16="http://schemas.microsoft.com/office/drawing/2014/main" id="{C96D05D8-7458-40F7-B0B6-4894AA136B20}"/>
                      </a:ext>
                    </a:extLst>
                  </p:cNvPr>
                  <p:cNvGrpSpPr/>
                  <p:nvPr/>
                </p:nvGrpSpPr>
                <p:grpSpPr>
                  <a:xfrm>
                    <a:off x="10817178" y="4197253"/>
                    <a:ext cx="33089" cy="32558"/>
                    <a:chOff x="10817178" y="4197253"/>
                    <a:chExt cx="33089" cy="32558"/>
                  </a:xfrm>
                  <a:solidFill>
                    <a:schemeClr val="accent1"/>
                  </a:solidFill>
                </p:grpSpPr>
                <p:sp>
                  <p:nvSpPr>
                    <p:cNvPr id="529" name="Forme libre : forme 528">
                      <a:extLst>
                        <a:ext uri="{FF2B5EF4-FFF2-40B4-BE49-F238E27FC236}">
                          <a16:creationId xmlns:a16="http://schemas.microsoft.com/office/drawing/2014/main" id="{B75D92C3-708E-46A3-92F1-5FCEF6D2A3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17178" y="4197253"/>
                      <a:ext cx="33089" cy="32558"/>
                    </a:xfrm>
                    <a:custGeom>
                      <a:avLst/>
                      <a:gdLst>
                        <a:gd name="connsiteX0" fmla="*/ 28290 w 33089"/>
                        <a:gd name="connsiteY0" fmla="*/ 29670 h 32558"/>
                        <a:gd name="connsiteX1" fmla="*/ 4668 w 33089"/>
                        <a:gd name="connsiteY1" fmla="*/ 25384 h 32558"/>
                        <a:gd name="connsiteX2" fmla="*/ 4764 w 33089"/>
                        <a:gd name="connsiteY2" fmla="*/ 3000 h 32558"/>
                        <a:gd name="connsiteX3" fmla="*/ 28100 w 33089"/>
                        <a:gd name="connsiteY3" fmla="*/ 6715 h 32558"/>
                        <a:gd name="connsiteX4" fmla="*/ 28290 w 33089"/>
                        <a:gd name="connsiteY4" fmla="*/ 29670 h 32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089" h="32558">
                          <a:moveTo>
                            <a:pt x="28290" y="29670"/>
                          </a:moveTo>
                          <a:cubicBezTo>
                            <a:pt x="21432" y="34813"/>
                            <a:pt x="10955" y="32909"/>
                            <a:pt x="4668" y="25384"/>
                          </a:cubicBezTo>
                          <a:cubicBezTo>
                            <a:pt x="-1713" y="17764"/>
                            <a:pt x="-1428" y="8048"/>
                            <a:pt x="4764" y="3000"/>
                          </a:cubicBezTo>
                          <a:cubicBezTo>
                            <a:pt x="10955" y="-2143"/>
                            <a:pt x="21432" y="-524"/>
                            <a:pt x="28100" y="6715"/>
                          </a:cubicBezTo>
                          <a:cubicBezTo>
                            <a:pt x="34672" y="13859"/>
                            <a:pt x="34767" y="24241"/>
                            <a:pt x="28290" y="2967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30" name="Forme libre : forme 529">
                      <a:extLst>
                        <a:ext uri="{FF2B5EF4-FFF2-40B4-BE49-F238E27FC236}">
                          <a16:creationId xmlns:a16="http://schemas.microsoft.com/office/drawing/2014/main" id="{0AD3B177-E6C0-4540-AA8D-D4055C8780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17178" y="4197395"/>
                      <a:ext cx="32385" cy="32416"/>
                    </a:xfrm>
                    <a:custGeom>
                      <a:avLst/>
                      <a:gdLst>
                        <a:gd name="connsiteX0" fmla="*/ 16384 w 32385"/>
                        <a:gd name="connsiteY0" fmla="*/ 16478 h 32416"/>
                        <a:gd name="connsiteX1" fmla="*/ 11907 w 32385"/>
                        <a:gd name="connsiteY1" fmla="*/ 0 h 32416"/>
                        <a:gd name="connsiteX2" fmla="*/ 4764 w 32385"/>
                        <a:gd name="connsiteY2" fmla="*/ 2857 h 32416"/>
                        <a:gd name="connsiteX3" fmla="*/ 4668 w 32385"/>
                        <a:gd name="connsiteY3" fmla="*/ 25241 h 32416"/>
                        <a:gd name="connsiteX4" fmla="*/ 28290 w 32385"/>
                        <a:gd name="connsiteY4" fmla="*/ 29528 h 32416"/>
                        <a:gd name="connsiteX5" fmla="*/ 32386 w 32385"/>
                        <a:gd name="connsiteY5" fmla="*/ 23050 h 32416"/>
                        <a:gd name="connsiteX6" fmla="*/ 16384 w 32385"/>
                        <a:gd name="connsiteY6" fmla="*/ 16478 h 32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385" h="32416">
                          <a:moveTo>
                            <a:pt x="16384" y="16478"/>
                          </a:moveTo>
                          <a:cubicBezTo>
                            <a:pt x="11907" y="11430"/>
                            <a:pt x="10479" y="5144"/>
                            <a:pt x="11907" y="0"/>
                          </a:cubicBezTo>
                          <a:cubicBezTo>
                            <a:pt x="9240" y="286"/>
                            <a:pt x="6764" y="1143"/>
                            <a:pt x="4764" y="2857"/>
                          </a:cubicBezTo>
                          <a:cubicBezTo>
                            <a:pt x="-1428" y="8001"/>
                            <a:pt x="-1713" y="17716"/>
                            <a:pt x="4668" y="25241"/>
                          </a:cubicBezTo>
                          <a:cubicBezTo>
                            <a:pt x="10955" y="32766"/>
                            <a:pt x="21528" y="34671"/>
                            <a:pt x="28290" y="29528"/>
                          </a:cubicBezTo>
                          <a:cubicBezTo>
                            <a:pt x="30386" y="27813"/>
                            <a:pt x="31624" y="25527"/>
                            <a:pt x="32386" y="23050"/>
                          </a:cubicBezTo>
                          <a:cubicBezTo>
                            <a:pt x="26862" y="23717"/>
                            <a:pt x="20765" y="21431"/>
                            <a:pt x="16384" y="164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31" name="Forme libre : forme 530">
                      <a:extLst>
                        <a:ext uri="{FF2B5EF4-FFF2-40B4-BE49-F238E27FC236}">
                          <a16:creationId xmlns:a16="http://schemas.microsoft.com/office/drawing/2014/main" id="{A7CAEBA9-66B2-4594-B532-FFB9505E26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33194" y="4209398"/>
                      <a:ext cx="13989" cy="15352"/>
                    </a:xfrm>
                    <a:custGeom>
                      <a:avLst/>
                      <a:gdLst>
                        <a:gd name="connsiteX0" fmla="*/ 13513 w 13989"/>
                        <a:gd name="connsiteY0" fmla="*/ 10857 h 15352"/>
                        <a:gd name="connsiteX1" fmla="*/ 4369 w 13989"/>
                        <a:gd name="connsiteY1" fmla="*/ 14572 h 15352"/>
                        <a:gd name="connsiteX2" fmla="*/ 463 w 13989"/>
                        <a:gd name="connsiteY2" fmla="*/ 4475 h 15352"/>
                        <a:gd name="connsiteX3" fmla="*/ 9417 w 13989"/>
                        <a:gd name="connsiteY3" fmla="*/ 665 h 15352"/>
                        <a:gd name="connsiteX4" fmla="*/ 13513 w 13989"/>
                        <a:gd name="connsiteY4" fmla="*/ 10857 h 15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89" h="15352">
                          <a:moveTo>
                            <a:pt x="13513" y="10857"/>
                          </a:moveTo>
                          <a:cubicBezTo>
                            <a:pt x="12179" y="14763"/>
                            <a:pt x="7988" y="16477"/>
                            <a:pt x="4369" y="14572"/>
                          </a:cubicBezTo>
                          <a:cubicBezTo>
                            <a:pt x="749" y="12667"/>
                            <a:pt x="-870" y="8286"/>
                            <a:pt x="463" y="4475"/>
                          </a:cubicBezTo>
                          <a:cubicBezTo>
                            <a:pt x="1797" y="665"/>
                            <a:pt x="5797" y="-1049"/>
                            <a:pt x="9417" y="665"/>
                          </a:cubicBezTo>
                          <a:cubicBezTo>
                            <a:pt x="13036" y="2380"/>
                            <a:pt x="14941" y="6952"/>
                            <a:pt x="13513" y="1085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32" name="Forme libre : forme 531">
                      <a:extLst>
                        <a:ext uri="{FF2B5EF4-FFF2-40B4-BE49-F238E27FC236}">
                          <a16:creationId xmlns:a16="http://schemas.microsoft.com/office/drawing/2014/main" id="{4D8908C5-18FA-4B3F-B127-20E5973DF9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37014" y="4207714"/>
                      <a:ext cx="5419" cy="5419"/>
                    </a:xfrm>
                    <a:custGeom>
                      <a:avLst/>
                      <a:gdLst>
                        <a:gd name="connsiteX0" fmla="*/ 4645 w 5419"/>
                        <a:gd name="connsiteY0" fmla="*/ 4921 h 5419"/>
                        <a:gd name="connsiteX1" fmla="*/ 835 w 5419"/>
                        <a:gd name="connsiteY1" fmla="*/ 4350 h 5419"/>
                        <a:gd name="connsiteX2" fmla="*/ 740 w 5419"/>
                        <a:gd name="connsiteY2" fmla="*/ 540 h 5419"/>
                        <a:gd name="connsiteX3" fmla="*/ 4550 w 5419"/>
                        <a:gd name="connsiteY3" fmla="*/ 1111 h 5419"/>
                        <a:gd name="connsiteX4" fmla="*/ 4645 w 5419"/>
                        <a:gd name="connsiteY4" fmla="*/ 4921 h 54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19" h="5419">
                          <a:moveTo>
                            <a:pt x="4645" y="4921"/>
                          </a:moveTo>
                          <a:cubicBezTo>
                            <a:pt x="3597" y="5779"/>
                            <a:pt x="1883" y="5493"/>
                            <a:pt x="835" y="4350"/>
                          </a:cubicBezTo>
                          <a:cubicBezTo>
                            <a:pt x="-213" y="3207"/>
                            <a:pt x="-308" y="1492"/>
                            <a:pt x="740" y="540"/>
                          </a:cubicBezTo>
                          <a:cubicBezTo>
                            <a:pt x="1787" y="-413"/>
                            <a:pt x="3502" y="-32"/>
                            <a:pt x="4550" y="1111"/>
                          </a:cubicBezTo>
                          <a:cubicBezTo>
                            <a:pt x="5693" y="2350"/>
                            <a:pt x="5693" y="4064"/>
                            <a:pt x="4645" y="49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533" name="Graphique 15">
                  <a:extLst>
                    <a:ext uri="{FF2B5EF4-FFF2-40B4-BE49-F238E27FC236}">
                      <a16:creationId xmlns:a16="http://schemas.microsoft.com/office/drawing/2014/main" id="{9BEB7607-101A-43FE-A795-A0B344EA1C21}"/>
                    </a:ext>
                  </a:extLst>
                </p:cNvPr>
                <p:cNvGrpSpPr/>
                <p:nvPr/>
              </p:nvGrpSpPr>
              <p:grpSpPr>
                <a:xfrm>
                  <a:off x="10891712" y="4214808"/>
                  <a:ext cx="43334" cy="102529"/>
                  <a:chOff x="10891712" y="4214808"/>
                  <a:chExt cx="43334" cy="102529"/>
                </a:xfrm>
                <a:solidFill>
                  <a:schemeClr val="accent1"/>
                </a:solidFill>
              </p:grpSpPr>
              <p:grpSp>
                <p:nvGrpSpPr>
                  <p:cNvPr id="534" name="Graphique 15">
                    <a:extLst>
                      <a:ext uri="{FF2B5EF4-FFF2-40B4-BE49-F238E27FC236}">
                        <a16:creationId xmlns:a16="http://schemas.microsoft.com/office/drawing/2014/main" id="{B721C98F-5067-4830-9166-B0CF5B6754FB}"/>
                      </a:ext>
                    </a:extLst>
                  </p:cNvPr>
                  <p:cNvGrpSpPr/>
                  <p:nvPr/>
                </p:nvGrpSpPr>
                <p:grpSpPr>
                  <a:xfrm>
                    <a:off x="10893561" y="4214808"/>
                    <a:ext cx="34501" cy="34103"/>
                    <a:chOff x="10893561" y="4214808"/>
                    <a:chExt cx="34501" cy="34103"/>
                  </a:xfrm>
                  <a:solidFill>
                    <a:schemeClr val="accent1"/>
                  </a:solidFill>
                </p:grpSpPr>
                <p:sp>
                  <p:nvSpPr>
                    <p:cNvPr id="535" name="Forme libre : forme 534">
                      <a:extLst>
                        <a:ext uri="{FF2B5EF4-FFF2-40B4-BE49-F238E27FC236}">
                          <a16:creationId xmlns:a16="http://schemas.microsoft.com/office/drawing/2014/main" id="{4B7431D8-1DAB-4925-955C-C74F7E36EA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3561" y="4214808"/>
                      <a:ext cx="34501" cy="34103"/>
                    </a:xfrm>
                    <a:custGeom>
                      <a:avLst/>
                      <a:gdLst>
                        <a:gd name="connsiteX0" fmla="*/ 32870 w 34501"/>
                        <a:gd name="connsiteY0" fmla="*/ 25354 h 34103"/>
                        <a:gd name="connsiteX1" fmla="*/ 9629 w 34501"/>
                        <a:gd name="connsiteY1" fmla="*/ 31736 h 34103"/>
                        <a:gd name="connsiteX2" fmla="*/ 1724 w 34501"/>
                        <a:gd name="connsiteY2" fmla="*/ 8590 h 34103"/>
                        <a:gd name="connsiteX3" fmla="*/ 24393 w 34501"/>
                        <a:gd name="connsiteY3" fmla="*/ 2113 h 34103"/>
                        <a:gd name="connsiteX4" fmla="*/ 32870 w 34501"/>
                        <a:gd name="connsiteY4" fmla="*/ 25354 h 34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01" h="34103">
                          <a:moveTo>
                            <a:pt x="32870" y="25354"/>
                          </a:moveTo>
                          <a:cubicBezTo>
                            <a:pt x="28965" y="33927"/>
                            <a:pt x="18107" y="36499"/>
                            <a:pt x="9629" y="31736"/>
                          </a:cubicBezTo>
                          <a:cubicBezTo>
                            <a:pt x="1057" y="26878"/>
                            <a:pt x="-2372" y="16496"/>
                            <a:pt x="1724" y="8590"/>
                          </a:cubicBezTo>
                          <a:cubicBezTo>
                            <a:pt x="5533" y="494"/>
                            <a:pt x="15630" y="-2364"/>
                            <a:pt x="24393" y="2113"/>
                          </a:cubicBezTo>
                          <a:cubicBezTo>
                            <a:pt x="33061" y="6495"/>
                            <a:pt x="36966" y="16877"/>
                            <a:pt x="32870" y="2535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36" name="Forme libre : forme 535">
                      <a:extLst>
                        <a:ext uri="{FF2B5EF4-FFF2-40B4-BE49-F238E27FC236}">
                          <a16:creationId xmlns:a16="http://schemas.microsoft.com/office/drawing/2014/main" id="{818B9781-DA77-4729-AE5D-494460DCB6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3561" y="4217303"/>
                      <a:ext cx="34440" cy="31608"/>
                    </a:xfrm>
                    <a:custGeom>
                      <a:avLst/>
                      <a:gdLst>
                        <a:gd name="connsiteX0" fmla="*/ 17249 w 34440"/>
                        <a:gd name="connsiteY0" fmla="*/ 14954 h 31608"/>
                        <a:gd name="connsiteX1" fmla="*/ 7248 w 34440"/>
                        <a:gd name="connsiteY1" fmla="*/ 0 h 31608"/>
                        <a:gd name="connsiteX2" fmla="*/ 1724 w 34440"/>
                        <a:gd name="connsiteY2" fmla="*/ 6096 h 31608"/>
                        <a:gd name="connsiteX3" fmla="*/ 9629 w 34440"/>
                        <a:gd name="connsiteY3" fmla="*/ 29242 h 31608"/>
                        <a:gd name="connsiteX4" fmla="*/ 32870 w 34440"/>
                        <a:gd name="connsiteY4" fmla="*/ 22860 h 31608"/>
                        <a:gd name="connsiteX5" fmla="*/ 34394 w 34440"/>
                        <a:gd name="connsiteY5" fmla="*/ 14478 h 31608"/>
                        <a:gd name="connsiteX6" fmla="*/ 17249 w 34440"/>
                        <a:gd name="connsiteY6" fmla="*/ 14954 h 31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40" h="31608">
                          <a:moveTo>
                            <a:pt x="17249" y="14954"/>
                          </a:moveTo>
                          <a:cubicBezTo>
                            <a:pt x="11344" y="11811"/>
                            <a:pt x="7819" y="5905"/>
                            <a:pt x="7248" y="0"/>
                          </a:cubicBezTo>
                          <a:cubicBezTo>
                            <a:pt x="4962" y="1429"/>
                            <a:pt x="2962" y="3429"/>
                            <a:pt x="1724" y="6096"/>
                          </a:cubicBezTo>
                          <a:cubicBezTo>
                            <a:pt x="-2372" y="14002"/>
                            <a:pt x="1057" y="24289"/>
                            <a:pt x="9629" y="29242"/>
                          </a:cubicBezTo>
                          <a:cubicBezTo>
                            <a:pt x="18107" y="34004"/>
                            <a:pt x="28965" y="31432"/>
                            <a:pt x="32870" y="22860"/>
                          </a:cubicBezTo>
                          <a:cubicBezTo>
                            <a:pt x="34204" y="20193"/>
                            <a:pt x="34585" y="17336"/>
                            <a:pt x="34394" y="14478"/>
                          </a:cubicBezTo>
                          <a:cubicBezTo>
                            <a:pt x="29536" y="17621"/>
                            <a:pt x="22964" y="18002"/>
                            <a:pt x="17249" y="1495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37" name="Forme libre : forme 536">
                      <a:extLst>
                        <a:ext uri="{FF2B5EF4-FFF2-40B4-BE49-F238E27FC236}">
                          <a16:creationId xmlns:a16="http://schemas.microsoft.com/office/drawing/2014/main" id="{BAE705AB-6157-4E80-9B81-D90943F746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0903" y="4224254"/>
                      <a:ext cx="14291" cy="16582"/>
                    </a:xfrm>
                    <a:custGeom>
                      <a:avLst/>
                      <a:gdLst>
                        <a:gd name="connsiteX0" fmla="*/ 14290 w 14291"/>
                        <a:gd name="connsiteY0" fmla="*/ 8574 h 16582"/>
                        <a:gd name="connsiteX1" fmla="*/ 7337 w 14291"/>
                        <a:gd name="connsiteY1" fmla="*/ 16575 h 16582"/>
                        <a:gd name="connsiteX2" fmla="*/ 2 w 14291"/>
                        <a:gd name="connsiteY2" fmla="*/ 7908 h 16582"/>
                        <a:gd name="connsiteX3" fmla="*/ 6860 w 14291"/>
                        <a:gd name="connsiteY3" fmla="*/ 2 h 16582"/>
                        <a:gd name="connsiteX4" fmla="*/ 14290 w 14291"/>
                        <a:gd name="connsiteY4" fmla="*/ 8574 h 16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91" h="16582">
                          <a:moveTo>
                            <a:pt x="14290" y="8574"/>
                          </a:moveTo>
                          <a:cubicBezTo>
                            <a:pt x="14385" y="13146"/>
                            <a:pt x="11242" y="16766"/>
                            <a:pt x="7337" y="16575"/>
                          </a:cubicBezTo>
                          <a:cubicBezTo>
                            <a:pt x="3431" y="16385"/>
                            <a:pt x="98" y="12480"/>
                            <a:pt x="2" y="7908"/>
                          </a:cubicBezTo>
                          <a:cubicBezTo>
                            <a:pt x="-93" y="3335"/>
                            <a:pt x="2955" y="-93"/>
                            <a:pt x="6860" y="2"/>
                          </a:cubicBezTo>
                          <a:cubicBezTo>
                            <a:pt x="10861" y="192"/>
                            <a:pt x="14195" y="4002"/>
                            <a:pt x="14290" y="857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38" name="Forme libre : forme 537">
                      <a:extLst>
                        <a:ext uri="{FF2B5EF4-FFF2-40B4-BE49-F238E27FC236}">
                          <a16:creationId xmlns:a16="http://schemas.microsoft.com/office/drawing/2014/main" id="{303A31B8-4095-4574-A2C3-80584B8830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2455" y="4223290"/>
                      <a:ext cx="5622" cy="5593"/>
                    </a:xfrm>
                    <a:custGeom>
                      <a:avLst/>
                      <a:gdLst>
                        <a:gd name="connsiteX0" fmla="*/ 5403 w 5622"/>
                        <a:gd name="connsiteY0" fmla="*/ 4109 h 5593"/>
                        <a:gd name="connsiteX1" fmla="*/ 1688 w 5622"/>
                        <a:gd name="connsiteY1" fmla="*/ 5252 h 5593"/>
                        <a:gd name="connsiteX2" fmla="*/ 260 w 5622"/>
                        <a:gd name="connsiteY2" fmla="*/ 1442 h 5593"/>
                        <a:gd name="connsiteX3" fmla="*/ 3975 w 5622"/>
                        <a:gd name="connsiteY3" fmla="*/ 299 h 5593"/>
                        <a:gd name="connsiteX4" fmla="*/ 5403 w 5622"/>
                        <a:gd name="connsiteY4" fmla="*/ 4109 h 55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22" h="5593">
                          <a:moveTo>
                            <a:pt x="5403" y="4109"/>
                          </a:moveTo>
                          <a:cubicBezTo>
                            <a:pt x="4737" y="5443"/>
                            <a:pt x="3117" y="6014"/>
                            <a:pt x="1688" y="5252"/>
                          </a:cubicBezTo>
                          <a:cubicBezTo>
                            <a:pt x="260" y="4490"/>
                            <a:pt x="-407" y="2776"/>
                            <a:pt x="260" y="1442"/>
                          </a:cubicBezTo>
                          <a:cubicBezTo>
                            <a:pt x="927" y="109"/>
                            <a:pt x="2546" y="-368"/>
                            <a:pt x="3975" y="299"/>
                          </a:cubicBezTo>
                          <a:cubicBezTo>
                            <a:pt x="5403" y="966"/>
                            <a:pt x="5975" y="2681"/>
                            <a:pt x="5403" y="41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539" name="Graphique 15">
                    <a:extLst>
                      <a:ext uri="{FF2B5EF4-FFF2-40B4-BE49-F238E27FC236}">
                        <a16:creationId xmlns:a16="http://schemas.microsoft.com/office/drawing/2014/main" id="{FD2B2C89-4DA2-46E8-A0EA-EF235675C949}"/>
                      </a:ext>
                    </a:extLst>
                  </p:cNvPr>
                  <p:cNvGrpSpPr/>
                  <p:nvPr/>
                </p:nvGrpSpPr>
                <p:grpSpPr>
                  <a:xfrm>
                    <a:off x="10891712" y="4248540"/>
                    <a:ext cx="34813" cy="34714"/>
                    <a:chOff x="10891712" y="4248540"/>
                    <a:chExt cx="34813" cy="34714"/>
                  </a:xfrm>
                  <a:solidFill>
                    <a:schemeClr val="accent1"/>
                  </a:solidFill>
                </p:grpSpPr>
                <p:sp>
                  <p:nvSpPr>
                    <p:cNvPr id="540" name="Forme libre : forme 539">
                      <a:extLst>
                        <a:ext uri="{FF2B5EF4-FFF2-40B4-BE49-F238E27FC236}">
                          <a16:creationId xmlns:a16="http://schemas.microsoft.com/office/drawing/2014/main" id="{53612078-CDCC-4ACA-93E6-807CC1DF81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1712" y="4248540"/>
                      <a:ext cx="34813" cy="34714"/>
                    </a:xfrm>
                    <a:custGeom>
                      <a:avLst/>
                      <a:gdLst>
                        <a:gd name="connsiteX0" fmla="*/ 32719 w 34813"/>
                        <a:gd name="connsiteY0" fmla="*/ 26008 h 34714"/>
                        <a:gd name="connsiteX1" fmla="*/ 9002 w 34813"/>
                        <a:gd name="connsiteY1" fmla="*/ 32103 h 34714"/>
                        <a:gd name="connsiteX2" fmla="*/ 1953 w 34813"/>
                        <a:gd name="connsiteY2" fmla="*/ 8291 h 34714"/>
                        <a:gd name="connsiteX3" fmla="*/ 25385 w 34813"/>
                        <a:gd name="connsiteY3" fmla="*/ 2385 h 34714"/>
                        <a:gd name="connsiteX4" fmla="*/ 32719 w 34813"/>
                        <a:gd name="connsiteY4" fmla="*/ 26008 h 34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813" h="34714">
                          <a:moveTo>
                            <a:pt x="32719" y="26008"/>
                          </a:moveTo>
                          <a:cubicBezTo>
                            <a:pt x="28052" y="34389"/>
                            <a:pt x="17574" y="37342"/>
                            <a:pt x="9002" y="32103"/>
                          </a:cubicBezTo>
                          <a:cubicBezTo>
                            <a:pt x="620" y="26960"/>
                            <a:pt x="-2333" y="16387"/>
                            <a:pt x="1953" y="8291"/>
                          </a:cubicBezTo>
                          <a:cubicBezTo>
                            <a:pt x="6239" y="195"/>
                            <a:pt x="16717" y="-2377"/>
                            <a:pt x="25385" y="2385"/>
                          </a:cubicBezTo>
                          <a:cubicBezTo>
                            <a:pt x="33957" y="7053"/>
                            <a:pt x="37386" y="17530"/>
                            <a:pt x="32719" y="2600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41" name="Forme libre : forme 540">
                      <a:extLst>
                        <a:ext uri="{FF2B5EF4-FFF2-40B4-BE49-F238E27FC236}">
                          <a16:creationId xmlns:a16="http://schemas.microsoft.com/office/drawing/2014/main" id="{AA3E6C8E-5925-4D30-B147-804A6FEC5A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1773" y="4250735"/>
                      <a:ext cx="34667" cy="32424"/>
                    </a:xfrm>
                    <a:custGeom>
                      <a:avLst/>
                      <a:gdLst>
                        <a:gd name="connsiteX0" fmla="*/ 17133 w 34667"/>
                        <a:gd name="connsiteY0" fmla="*/ 15335 h 32424"/>
                        <a:gd name="connsiteX1" fmla="*/ 7893 w 34667"/>
                        <a:gd name="connsiteY1" fmla="*/ 0 h 32424"/>
                        <a:gd name="connsiteX2" fmla="*/ 1892 w 34667"/>
                        <a:gd name="connsiteY2" fmla="*/ 6001 h 32424"/>
                        <a:gd name="connsiteX3" fmla="*/ 8941 w 34667"/>
                        <a:gd name="connsiteY3" fmla="*/ 29813 h 32424"/>
                        <a:gd name="connsiteX4" fmla="*/ 32658 w 34667"/>
                        <a:gd name="connsiteY4" fmla="*/ 23717 h 32424"/>
                        <a:gd name="connsiteX5" fmla="*/ 34659 w 34667"/>
                        <a:gd name="connsiteY5" fmla="*/ 15335 h 32424"/>
                        <a:gd name="connsiteX6" fmla="*/ 17133 w 34667"/>
                        <a:gd name="connsiteY6" fmla="*/ 15335 h 324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667" h="32424">
                          <a:moveTo>
                            <a:pt x="17133" y="15335"/>
                          </a:moveTo>
                          <a:cubicBezTo>
                            <a:pt x="11322" y="12001"/>
                            <a:pt x="8084" y="6001"/>
                            <a:pt x="7893" y="0"/>
                          </a:cubicBezTo>
                          <a:cubicBezTo>
                            <a:pt x="5417" y="1429"/>
                            <a:pt x="3321" y="3429"/>
                            <a:pt x="1892" y="6001"/>
                          </a:cubicBezTo>
                          <a:cubicBezTo>
                            <a:pt x="-2299" y="14097"/>
                            <a:pt x="654" y="24765"/>
                            <a:pt x="8941" y="29813"/>
                          </a:cubicBezTo>
                          <a:cubicBezTo>
                            <a:pt x="17418" y="35052"/>
                            <a:pt x="27991" y="32099"/>
                            <a:pt x="32658" y="23717"/>
                          </a:cubicBezTo>
                          <a:cubicBezTo>
                            <a:pt x="34087" y="21050"/>
                            <a:pt x="34754" y="18193"/>
                            <a:pt x="34659" y="15335"/>
                          </a:cubicBezTo>
                          <a:cubicBezTo>
                            <a:pt x="29515" y="18383"/>
                            <a:pt x="22848" y="18669"/>
                            <a:pt x="17133" y="1533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42" name="Forme libre : forme 541">
                      <a:extLst>
                        <a:ext uri="{FF2B5EF4-FFF2-40B4-BE49-F238E27FC236}">
                          <a16:creationId xmlns:a16="http://schemas.microsoft.com/office/drawing/2014/main" id="{1165F342-110D-40BD-8ED0-89367A647F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09087" y="4258434"/>
                      <a:ext cx="14494" cy="16605"/>
                    </a:xfrm>
                    <a:custGeom>
                      <a:avLst/>
                      <a:gdLst>
                        <a:gd name="connsiteX0" fmla="*/ 14486 w 14494"/>
                        <a:gd name="connsiteY0" fmla="*/ 8684 h 16605"/>
                        <a:gd name="connsiteX1" fmla="*/ 6962 w 14494"/>
                        <a:gd name="connsiteY1" fmla="*/ 16590 h 16605"/>
                        <a:gd name="connsiteX2" fmla="*/ 8 w 14494"/>
                        <a:gd name="connsiteY2" fmla="*/ 7732 h 16605"/>
                        <a:gd name="connsiteX3" fmla="*/ 7438 w 14494"/>
                        <a:gd name="connsiteY3" fmla="*/ 17 h 16605"/>
                        <a:gd name="connsiteX4" fmla="*/ 14486 w 14494"/>
                        <a:gd name="connsiteY4" fmla="*/ 8684 h 166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94" h="16605">
                          <a:moveTo>
                            <a:pt x="14486" y="8684"/>
                          </a:moveTo>
                          <a:cubicBezTo>
                            <a:pt x="14391" y="13256"/>
                            <a:pt x="10962" y="16876"/>
                            <a:pt x="6962" y="16590"/>
                          </a:cubicBezTo>
                          <a:cubicBezTo>
                            <a:pt x="2961" y="16304"/>
                            <a:pt x="-182" y="12304"/>
                            <a:pt x="8" y="7732"/>
                          </a:cubicBezTo>
                          <a:cubicBezTo>
                            <a:pt x="104" y="3160"/>
                            <a:pt x="3437" y="-269"/>
                            <a:pt x="7438" y="17"/>
                          </a:cubicBezTo>
                          <a:cubicBezTo>
                            <a:pt x="11438" y="112"/>
                            <a:pt x="14677" y="4017"/>
                            <a:pt x="14486" y="868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43" name="Forme libre : forme 542">
                      <a:extLst>
                        <a:ext uri="{FF2B5EF4-FFF2-40B4-BE49-F238E27FC236}">
                          <a16:creationId xmlns:a16="http://schemas.microsoft.com/office/drawing/2014/main" id="{94DD670B-C7DA-4C01-9FC0-1F8528E52E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0895" y="4257134"/>
                      <a:ext cx="5778" cy="5680"/>
                    </a:xfrm>
                    <a:custGeom>
                      <a:avLst/>
                      <a:gdLst>
                        <a:gd name="connsiteX0" fmla="*/ 5440 w 5778"/>
                        <a:gd name="connsiteY0" fmla="*/ 4269 h 5680"/>
                        <a:gd name="connsiteX1" fmla="*/ 1535 w 5778"/>
                        <a:gd name="connsiteY1" fmla="*/ 5317 h 5680"/>
                        <a:gd name="connsiteX2" fmla="*/ 297 w 5778"/>
                        <a:gd name="connsiteY2" fmla="*/ 1411 h 5680"/>
                        <a:gd name="connsiteX3" fmla="*/ 4202 w 5778"/>
                        <a:gd name="connsiteY3" fmla="*/ 364 h 5680"/>
                        <a:gd name="connsiteX4" fmla="*/ 5440 w 5778"/>
                        <a:gd name="connsiteY4" fmla="*/ 4269 h 56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78" h="5680">
                          <a:moveTo>
                            <a:pt x="5440" y="4269"/>
                          </a:moveTo>
                          <a:cubicBezTo>
                            <a:pt x="4678" y="5602"/>
                            <a:pt x="2964" y="6079"/>
                            <a:pt x="1535" y="5317"/>
                          </a:cubicBezTo>
                          <a:cubicBezTo>
                            <a:pt x="106" y="4555"/>
                            <a:pt x="-370" y="2745"/>
                            <a:pt x="297" y="1411"/>
                          </a:cubicBezTo>
                          <a:cubicBezTo>
                            <a:pt x="963" y="78"/>
                            <a:pt x="2773" y="-398"/>
                            <a:pt x="4202" y="364"/>
                          </a:cubicBezTo>
                          <a:cubicBezTo>
                            <a:pt x="5631" y="1126"/>
                            <a:pt x="6202" y="2840"/>
                            <a:pt x="5440" y="42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544" name="Graphique 15">
                    <a:extLst>
                      <a:ext uri="{FF2B5EF4-FFF2-40B4-BE49-F238E27FC236}">
                        <a16:creationId xmlns:a16="http://schemas.microsoft.com/office/drawing/2014/main" id="{5AC0789D-B5C8-4D6B-9D12-45551A3C0734}"/>
                      </a:ext>
                    </a:extLst>
                  </p:cNvPr>
                  <p:cNvGrpSpPr/>
                  <p:nvPr/>
                </p:nvGrpSpPr>
                <p:grpSpPr>
                  <a:xfrm>
                    <a:off x="10899559" y="4282122"/>
                    <a:ext cx="35487" cy="35215"/>
                    <a:chOff x="10899559" y="4282122"/>
                    <a:chExt cx="35487" cy="35215"/>
                  </a:xfrm>
                  <a:solidFill>
                    <a:schemeClr val="accent1"/>
                  </a:solidFill>
                </p:grpSpPr>
                <p:sp>
                  <p:nvSpPr>
                    <p:cNvPr id="545" name="Forme libre : forme 544">
                      <a:extLst>
                        <a:ext uri="{FF2B5EF4-FFF2-40B4-BE49-F238E27FC236}">
                          <a16:creationId xmlns:a16="http://schemas.microsoft.com/office/drawing/2014/main" id="{87F02644-164D-4A9A-99A0-15FD735E67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9559" y="4282122"/>
                      <a:ext cx="35487" cy="35215"/>
                    </a:xfrm>
                    <a:custGeom>
                      <a:avLst/>
                      <a:gdLst>
                        <a:gd name="connsiteX0" fmla="*/ 33063 w 35487"/>
                        <a:gd name="connsiteY0" fmla="*/ 26716 h 35215"/>
                        <a:gd name="connsiteX1" fmla="*/ 8489 w 35487"/>
                        <a:gd name="connsiteY1" fmla="*/ 32526 h 35215"/>
                        <a:gd name="connsiteX2" fmla="*/ 2488 w 35487"/>
                        <a:gd name="connsiteY2" fmla="*/ 8333 h 35215"/>
                        <a:gd name="connsiteX3" fmla="*/ 26491 w 35487"/>
                        <a:gd name="connsiteY3" fmla="*/ 2427 h 35215"/>
                        <a:gd name="connsiteX4" fmla="*/ 33063 w 35487"/>
                        <a:gd name="connsiteY4" fmla="*/ 26716 h 352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87" h="35215">
                          <a:moveTo>
                            <a:pt x="33063" y="26716"/>
                          </a:moveTo>
                          <a:cubicBezTo>
                            <a:pt x="27825" y="35098"/>
                            <a:pt x="16775" y="37765"/>
                            <a:pt x="8489" y="32526"/>
                          </a:cubicBezTo>
                          <a:cubicBezTo>
                            <a:pt x="202" y="27287"/>
                            <a:pt x="-2465" y="16333"/>
                            <a:pt x="2488" y="8333"/>
                          </a:cubicBezTo>
                          <a:cubicBezTo>
                            <a:pt x="7536" y="427"/>
                            <a:pt x="17823" y="-2526"/>
                            <a:pt x="26491" y="2427"/>
                          </a:cubicBezTo>
                          <a:cubicBezTo>
                            <a:pt x="34968" y="7190"/>
                            <a:pt x="38111" y="18143"/>
                            <a:pt x="33063" y="2671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46" name="Forme libre : forme 545">
                      <a:extLst>
                        <a:ext uri="{FF2B5EF4-FFF2-40B4-BE49-F238E27FC236}">
                          <a16:creationId xmlns:a16="http://schemas.microsoft.com/office/drawing/2014/main" id="{7824CADB-CEB5-4171-9CA4-B9952FE003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9559" y="4284454"/>
                      <a:ext cx="35349" cy="32883"/>
                    </a:xfrm>
                    <a:custGeom>
                      <a:avLst/>
                      <a:gdLst>
                        <a:gd name="connsiteX0" fmla="*/ 17633 w 35349"/>
                        <a:gd name="connsiteY0" fmla="*/ 15621 h 32883"/>
                        <a:gd name="connsiteX1" fmla="*/ 8965 w 35349"/>
                        <a:gd name="connsiteY1" fmla="*/ 0 h 32883"/>
                        <a:gd name="connsiteX2" fmla="*/ 2488 w 35349"/>
                        <a:gd name="connsiteY2" fmla="*/ 6001 h 32883"/>
                        <a:gd name="connsiteX3" fmla="*/ 8489 w 35349"/>
                        <a:gd name="connsiteY3" fmla="*/ 30194 h 32883"/>
                        <a:gd name="connsiteX4" fmla="*/ 33063 w 35349"/>
                        <a:gd name="connsiteY4" fmla="*/ 24384 h 32883"/>
                        <a:gd name="connsiteX5" fmla="*/ 35349 w 35349"/>
                        <a:gd name="connsiteY5" fmla="*/ 15716 h 32883"/>
                        <a:gd name="connsiteX6" fmla="*/ 17633 w 35349"/>
                        <a:gd name="connsiteY6" fmla="*/ 15621 h 32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349" h="32883">
                          <a:moveTo>
                            <a:pt x="17633" y="15621"/>
                          </a:moveTo>
                          <a:cubicBezTo>
                            <a:pt x="11918" y="12097"/>
                            <a:pt x="8870" y="6001"/>
                            <a:pt x="8965" y="0"/>
                          </a:cubicBezTo>
                          <a:cubicBezTo>
                            <a:pt x="6393" y="1334"/>
                            <a:pt x="4107" y="3334"/>
                            <a:pt x="2488" y="6001"/>
                          </a:cubicBezTo>
                          <a:cubicBezTo>
                            <a:pt x="-2465" y="14097"/>
                            <a:pt x="202" y="24956"/>
                            <a:pt x="8489" y="30194"/>
                          </a:cubicBezTo>
                          <a:cubicBezTo>
                            <a:pt x="16775" y="35433"/>
                            <a:pt x="27825" y="32766"/>
                            <a:pt x="33063" y="24384"/>
                          </a:cubicBezTo>
                          <a:cubicBezTo>
                            <a:pt x="34778" y="21717"/>
                            <a:pt x="35349" y="18669"/>
                            <a:pt x="35349" y="15716"/>
                          </a:cubicBezTo>
                          <a:cubicBezTo>
                            <a:pt x="30206" y="18955"/>
                            <a:pt x="23348" y="19050"/>
                            <a:pt x="17633" y="156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47" name="Forme libre : forme 546">
                      <a:extLst>
                        <a:ext uri="{FF2B5EF4-FFF2-40B4-BE49-F238E27FC236}">
                          <a16:creationId xmlns:a16="http://schemas.microsoft.com/office/drawing/2014/main" id="{84A38409-1B41-430E-93D4-BB00F2D008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7254" y="4292153"/>
                      <a:ext cx="14815" cy="16987"/>
                    </a:xfrm>
                    <a:custGeom>
                      <a:avLst/>
                      <a:gdLst>
                        <a:gd name="connsiteX0" fmla="*/ 14797 w 14815"/>
                        <a:gd name="connsiteY0" fmla="*/ 9065 h 16987"/>
                        <a:gd name="connsiteX1" fmla="*/ 6700 w 14815"/>
                        <a:gd name="connsiteY1" fmla="*/ 16971 h 16987"/>
                        <a:gd name="connsiteX2" fmla="*/ 33 w 14815"/>
                        <a:gd name="connsiteY2" fmla="*/ 7827 h 16987"/>
                        <a:gd name="connsiteX3" fmla="*/ 7939 w 14815"/>
                        <a:gd name="connsiteY3" fmla="*/ 16 h 16987"/>
                        <a:gd name="connsiteX4" fmla="*/ 14797 w 14815"/>
                        <a:gd name="connsiteY4" fmla="*/ 9065 h 16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15" h="16987">
                          <a:moveTo>
                            <a:pt x="14797" y="9065"/>
                          </a:moveTo>
                          <a:cubicBezTo>
                            <a:pt x="14606" y="13923"/>
                            <a:pt x="10796" y="17257"/>
                            <a:pt x="6700" y="16971"/>
                          </a:cubicBezTo>
                          <a:cubicBezTo>
                            <a:pt x="2605" y="16590"/>
                            <a:pt x="-348" y="12494"/>
                            <a:pt x="33" y="7827"/>
                          </a:cubicBezTo>
                          <a:cubicBezTo>
                            <a:pt x="509" y="3255"/>
                            <a:pt x="3938" y="-270"/>
                            <a:pt x="7939" y="16"/>
                          </a:cubicBezTo>
                          <a:cubicBezTo>
                            <a:pt x="12034" y="302"/>
                            <a:pt x="15082" y="4303"/>
                            <a:pt x="14797" y="906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48" name="Forme libre : forme 547">
                      <a:extLst>
                        <a:ext uri="{FF2B5EF4-FFF2-40B4-BE49-F238E27FC236}">
                          <a16:creationId xmlns:a16="http://schemas.microsoft.com/office/drawing/2014/main" id="{82364376-F4BD-4FBC-ACF2-FA93C2904A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9665" y="4290980"/>
                      <a:ext cx="5701" cy="5902"/>
                    </a:xfrm>
                    <a:custGeom>
                      <a:avLst/>
                      <a:gdLst>
                        <a:gd name="connsiteX0" fmla="*/ 5338 w 5701"/>
                        <a:gd name="connsiteY0" fmla="*/ 4428 h 5902"/>
                        <a:gd name="connsiteX1" fmla="*/ 1432 w 5701"/>
                        <a:gd name="connsiteY1" fmla="*/ 5475 h 5902"/>
                        <a:gd name="connsiteX2" fmla="*/ 384 w 5701"/>
                        <a:gd name="connsiteY2" fmla="*/ 1475 h 5902"/>
                        <a:gd name="connsiteX3" fmla="*/ 4290 w 5701"/>
                        <a:gd name="connsiteY3" fmla="*/ 427 h 5902"/>
                        <a:gd name="connsiteX4" fmla="*/ 5338 w 5701"/>
                        <a:gd name="connsiteY4" fmla="*/ 4428 h 5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01" h="5902">
                          <a:moveTo>
                            <a:pt x="5338" y="4428"/>
                          </a:moveTo>
                          <a:cubicBezTo>
                            <a:pt x="4576" y="5856"/>
                            <a:pt x="2766" y="6332"/>
                            <a:pt x="1432" y="5475"/>
                          </a:cubicBezTo>
                          <a:cubicBezTo>
                            <a:pt x="4" y="4618"/>
                            <a:pt x="-377" y="2904"/>
                            <a:pt x="384" y="1475"/>
                          </a:cubicBezTo>
                          <a:cubicBezTo>
                            <a:pt x="1147" y="46"/>
                            <a:pt x="2861" y="-430"/>
                            <a:pt x="4290" y="427"/>
                          </a:cubicBezTo>
                          <a:cubicBezTo>
                            <a:pt x="5623" y="1189"/>
                            <a:pt x="6100" y="2999"/>
                            <a:pt x="5338" y="44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549" name="Graphique 15">
                  <a:extLst>
                    <a:ext uri="{FF2B5EF4-FFF2-40B4-BE49-F238E27FC236}">
                      <a16:creationId xmlns:a16="http://schemas.microsoft.com/office/drawing/2014/main" id="{DD81B99A-D242-45FD-A431-4FA4E91C2CB4}"/>
                    </a:ext>
                  </a:extLst>
                </p:cNvPr>
                <p:cNvGrpSpPr/>
                <p:nvPr/>
              </p:nvGrpSpPr>
              <p:grpSpPr>
                <a:xfrm>
                  <a:off x="11001861" y="4251267"/>
                  <a:ext cx="45209" cy="110441"/>
                  <a:chOff x="11001861" y="4251267"/>
                  <a:chExt cx="45209" cy="110441"/>
                </a:xfrm>
                <a:solidFill>
                  <a:schemeClr val="accent1"/>
                </a:solidFill>
              </p:grpSpPr>
              <p:grpSp>
                <p:nvGrpSpPr>
                  <p:cNvPr id="550" name="Graphique 15">
                    <a:extLst>
                      <a:ext uri="{FF2B5EF4-FFF2-40B4-BE49-F238E27FC236}">
                        <a16:creationId xmlns:a16="http://schemas.microsoft.com/office/drawing/2014/main" id="{1712B838-E297-49A5-A401-40BCA76D37C2}"/>
                      </a:ext>
                    </a:extLst>
                  </p:cNvPr>
                  <p:cNvGrpSpPr/>
                  <p:nvPr/>
                </p:nvGrpSpPr>
                <p:grpSpPr>
                  <a:xfrm>
                    <a:off x="11004577" y="4251267"/>
                    <a:ext cx="36351" cy="37104"/>
                    <a:chOff x="11004577" y="4251267"/>
                    <a:chExt cx="36351" cy="37104"/>
                  </a:xfrm>
                  <a:solidFill>
                    <a:schemeClr val="accent1"/>
                  </a:solidFill>
                </p:grpSpPr>
                <p:sp>
                  <p:nvSpPr>
                    <p:cNvPr id="551" name="Forme libre : forme 550">
                      <a:extLst>
                        <a:ext uri="{FF2B5EF4-FFF2-40B4-BE49-F238E27FC236}">
                          <a16:creationId xmlns:a16="http://schemas.microsoft.com/office/drawing/2014/main" id="{0C095F9C-4E03-4472-B7B9-59050F8DA2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04619" y="4251267"/>
                      <a:ext cx="36309" cy="37049"/>
                    </a:xfrm>
                    <a:custGeom>
                      <a:avLst/>
                      <a:gdLst>
                        <a:gd name="connsiteX0" fmla="*/ 34493 w 36309"/>
                        <a:gd name="connsiteY0" fmla="*/ 25662 h 37049"/>
                        <a:gd name="connsiteX1" fmla="*/ 9823 w 36309"/>
                        <a:gd name="connsiteY1" fmla="*/ 35473 h 37049"/>
                        <a:gd name="connsiteX2" fmla="*/ 1917 w 36309"/>
                        <a:gd name="connsiteY2" fmla="*/ 11279 h 37049"/>
                        <a:gd name="connsiteX3" fmla="*/ 25920 w 36309"/>
                        <a:gd name="connsiteY3" fmla="*/ 1373 h 37049"/>
                        <a:gd name="connsiteX4" fmla="*/ 34493 w 36309"/>
                        <a:gd name="connsiteY4" fmla="*/ 25662 h 37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309" h="37049">
                          <a:moveTo>
                            <a:pt x="34493" y="25662"/>
                          </a:moveTo>
                          <a:cubicBezTo>
                            <a:pt x="30206" y="35473"/>
                            <a:pt x="18681" y="39568"/>
                            <a:pt x="9823" y="35473"/>
                          </a:cubicBezTo>
                          <a:cubicBezTo>
                            <a:pt x="869" y="31186"/>
                            <a:pt x="-2464" y="20423"/>
                            <a:pt x="1917" y="11279"/>
                          </a:cubicBezTo>
                          <a:cubicBezTo>
                            <a:pt x="6108" y="1944"/>
                            <a:pt x="16776" y="-2437"/>
                            <a:pt x="25920" y="1373"/>
                          </a:cubicBezTo>
                          <a:cubicBezTo>
                            <a:pt x="35064" y="5088"/>
                            <a:pt x="38874" y="15946"/>
                            <a:pt x="34493" y="2566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52" name="Forme libre : forme 551">
                      <a:extLst>
                        <a:ext uri="{FF2B5EF4-FFF2-40B4-BE49-F238E27FC236}">
                          <a16:creationId xmlns:a16="http://schemas.microsoft.com/office/drawing/2014/main" id="{1818A02F-85F1-4B02-8175-7AAA14AB6F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04577" y="4255117"/>
                      <a:ext cx="36289" cy="33255"/>
                    </a:xfrm>
                    <a:custGeom>
                      <a:avLst/>
                      <a:gdLst>
                        <a:gd name="connsiteX0" fmla="*/ 18152 w 36289"/>
                        <a:gd name="connsiteY0" fmla="*/ 15145 h 33255"/>
                        <a:gd name="connsiteX1" fmla="*/ 7960 w 36289"/>
                        <a:gd name="connsiteY1" fmla="*/ 0 h 33255"/>
                        <a:gd name="connsiteX2" fmla="*/ 1959 w 36289"/>
                        <a:gd name="connsiteY2" fmla="*/ 7429 h 33255"/>
                        <a:gd name="connsiteX3" fmla="*/ 9865 w 36289"/>
                        <a:gd name="connsiteY3" fmla="*/ 31623 h 33255"/>
                        <a:gd name="connsiteX4" fmla="*/ 34534 w 36289"/>
                        <a:gd name="connsiteY4" fmla="*/ 21812 h 33255"/>
                        <a:gd name="connsiteX5" fmla="*/ 36249 w 36289"/>
                        <a:gd name="connsiteY5" fmla="*/ 12478 h 33255"/>
                        <a:gd name="connsiteX6" fmla="*/ 18152 w 36289"/>
                        <a:gd name="connsiteY6" fmla="*/ 15145 h 332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289" h="33255">
                          <a:moveTo>
                            <a:pt x="18152" y="15145"/>
                          </a:moveTo>
                          <a:cubicBezTo>
                            <a:pt x="12056" y="12382"/>
                            <a:pt x="8436" y="6477"/>
                            <a:pt x="7960" y="0"/>
                          </a:cubicBezTo>
                          <a:cubicBezTo>
                            <a:pt x="5483" y="1905"/>
                            <a:pt x="3388" y="4286"/>
                            <a:pt x="1959" y="7429"/>
                          </a:cubicBezTo>
                          <a:cubicBezTo>
                            <a:pt x="-2518" y="16573"/>
                            <a:pt x="911" y="27432"/>
                            <a:pt x="9865" y="31623"/>
                          </a:cubicBezTo>
                          <a:cubicBezTo>
                            <a:pt x="18723" y="35814"/>
                            <a:pt x="30248" y="31718"/>
                            <a:pt x="34534" y="21812"/>
                          </a:cubicBezTo>
                          <a:cubicBezTo>
                            <a:pt x="35963" y="18764"/>
                            <a:pt x="36440" y="15526"/>
                            <a:pt x="36249" y="12478"/>
                          </a:cubicBezTo>
                          <a:cubicBezTo>
                            <a:pt x="31010" y="16478"/>
                            <a:pt x="24152" y="17812"/>
                            <a:pt x="18152" y="1514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53" name="Forme libre : forme 552">
                      <a:extLst>
                        <a:ext uri="{FF2B5EF4-FFF2-40B4-BE49-F238E27FC236}">
                          <a16:creationId xmlns:a16="http://schemas.microsoft.com/office/drawing/2014/main" id="{8322C62C-1F16-44C6-B58D-5FF86608B1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22824" y="4260721"/>
                      <a:ext cx="15144" cy="17937"/>
                    </a:xfrm>
                    <a:custGeom>
                      <a:avLst/>
                      <a:gdLst>
                        <a:gd name="connsiteX0" fmla="*/ 15145 w 15144"/>
                        <a:gd name="connsiteY0" fmla="*/ 8397 h 17937"/>
                        <a:gd name="connsiteX1" fmla="*/ 7620 w 15144"/>
                        <a:gd name="connsiteY1" fmla="*/ 17922 h 17937"/>
                        <a:gd name="connsiteX2" fmla="*/ 0 w 15144"/>
                        <a:gd name="connsiteY2" fmla="*/ 9445 h 17937"/>
                        <a:gd name="connsiteX3" fmla="*/ 7429 w 15144"/>
                        <a:gd name="connsiteY3" fmla="*/ 15 h 17937"/>
                        <a:gd name="connsiteX4" fmla="*/ 15145 w 15144"/>
                        <a:gd name="connsiteY4" fmla="*/ 8397 h 17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44" h="17937">
                          <a:moveTo>
                            <a:pt x="15145" y="8397"/>
                          </a:moveTo>
                          <a:cubicBezTo>
                            <a:pt x="15145" y="13350"/>
                            <a:pt x="11811" y="17637"/>
                            <a:pt x="7620" y="17922"/>
                          </a:cubicBezTo>
                          <a:cubicBezTo>
                            <a:pt x="3429" y="18208"/>
                            <a:pt x="95" y="14398"/>
                            <a:pt x="0" y="9445"/>
                          </a:cubicBezTo>
                          <a:cubicBezTo>
                            <a:pt x="0" y="4492"/>
                            <a:pt x="3238" y="301"/>
                            <a:pt x="7429" y="15"/>
                          </a:cubicBezTo>
                          <a:cubicBezTo>
                            <a:pt x="11621" y="-270"/>
                            <a:pt x="15050" y="3445"/>
                            <a:pt x="15145" y="83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54" name="Forme libre : forme 553">
                      <a:extLst>
                        <a:ext uri="{FF2B5EF4-FFF2-40B4-BE49-F238E27FC236}">
                          <a16:creationId xmlns:a16="http://schemas.microsoft.com/office/drawing/2014/main" id="{89E2AF0D-95EF-4198-906F-062BF6CE7F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24549" y="4259922"/>
                      <a:ext cx="5979" cy="6052"/>
                    </a:xfrm>
                    <a:custGeom>
                      <a:avLst/>
                      <a:gdLst>
                        <a:gd name="connsiteX0" fmla="*/ 5704 w 5979"/>
                        <a:gd name="connsiteY0" fmla="*/ 4148 h 6052"/>
                        <a:gd name="connsiteX1" fmla="*/ 1704 w 5979"/>
                        <a:gd name="connsiteY1" fmla="*/ 5862 h 6052"/>
                        <a:gd name="connsiteX2" fmla="*/ 275 w 5979"/>
                        <a:gd name="connsiteY2" fmla="*/ 1862 h 6052"/>
                        <a:gd name="connsiteX3" fmla="*/ 4276 w 5979"/>
                        <a:gd name="connsiteY3" fmla="*/ 243 h 6052"/>
                        <a:gd name="connsiteX4" fmla="*/ 5704 w 5979"/>
                        <a:gd name="connsiteY4" fmla="*/ 4148 h 6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9" h="6052">
                          <a:moveTo>
                            <a:pt x="5704" y="4148"/>
                          </a:moveTo>
                          <a:cubicBezTo>
                            <a:pt x="5037" y="5672"/>
                            <a:pt x="3228" y="6434"/>
                            <a:pt x="1704" y="5862"/>
                          </a:cubicBezTo>
                          <a:cubicBezTo>
                            <a:pt x="180" y="5291"/>
                            <a:pt x="-392" y="3386"/>
                            <a:pt x="275" y="1862"/>
                          </a:cubicBezTo>
                          <a:cubicBezTo>
                            <a:pt x="942" y="338"/>
                            <a:pt x="2752" y="-424"/>
                            <a:pt x="4276" y="243"/>
                          </a:cubicBezTo>
                          <a:cubicBezTo>
                            <a:pt x="5800" y="814"/>
                            <a:pt x="6371" y="2529"/>
                            <a:pt x="5704" y="41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555" name="Graphique 15">
                    <a:extLst>
                      <a:ext uri="{FF2B5EF4-FFF2-40B4-BE49-F238E27FC236}">
                        <a16:creationId xmlns:a16="http://schemas.microsoft.com/office/drawing/2014/main" id="{5B476B69-D38C-460B-B346-D31A0C1810B1}"/>
                      </a:ext>
                    </a:extLst>
                  </p:cNvPr>
                  <p:cNvGrpSpPr/>
                  <p:nvPr/>
                </p:nvGrpSpPr>
                <p:grpSpPr>
                  <a:xfrm>
                    <a:off x="11001861" y="4288107"/>
                    <a:ext cx="36752" cy="37830"/>
                    <a:chOff x="11001861" y="4288107"/>
                    <a:chExt cx="36752" cy="37830"/>
                  </a:xfrm>
                  <a:solidFill>
                    <a:schemeClr val="accent1"/>
                  </a:solidFill>
                </p:grpSpPr>
                <p:sp>
                  <p:nvSpPr>
                    <p:cNvPr id="556" name="Forme libre : forme 555">
                      <a:extLst>
                        <a:ext uri="{FF2B5EF4-FFF2-40B4-BE49-F238E27FC236}">
                          <a16:creationId xmlns:a16="http://schemas.microsoft.com/office/drawing/2014/main" id="{E2F0227C-445F-4965-BA99-5EDADAC031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01861" y="4288107"/>
                      <a:ext cx="36752" cy="37734"/>
                    </a:xfrm>
                    <a:custGeom>
                      <a:avLst/>
                      <a:gdLst>
                        <a:gd name="connsiteX0" fmla="*/ 34394 w 36752"/>
                        <a:gd name="connsiteY0" fmla="*/ 26446 h 37734"/>
                        <a:gd name="connsiteX1" fmla="*/ 9248 w 36752"/>
                        <a:gd name="connsiteY1" fmla="*/ 35876 h 37734"/>
                        <a:gd name="connsiteX2" fmla="*/ 2199 w 36752"/>
                        <a:gd name="connsiteY2" fmla="*/ 10920 h 37734"/>
                        <a:gd name="connsiteX3" fmla="*/ 27059 w 36752"/>
                        <a:gd name="connsiteY3" fmla="*/ 1585 h 37734"/>
                        <a:gd name="connsiteX4" fmla="*/ 34394 w 36752"/>
                        <a:gd name="connsiteY4" fmla="*/ 26446 h 37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752" h="37734">
                          <a:moveTo>
                            <a:pt x="34394" y="26446"/>
                          </a:moveTo>
                          <a:cubicBezTo>
                            <a:pt x="29345" y="36066"/>
                            <a:pt x="18106" y="40543"/>
                            <a:pt x="9248" y="35876"/>
                          </a:cubicBezTo>
                          <a:cubicBezTo>
                            <a:pt x="485" y="31399"/>
                            <a:pt x="-2468" y="20254"/>
                            <a:pt x="2199" y="10920"/>
                          </a:cubicBezTo>
                          <a:cubicBezTo>
                            <a:pt x="6961" y="1585"/>
                            <a:pt x="18011" y="-2510"/>
                            <a:pt x="27059" y="1585"/>
                          </a:cubicBezTo>
                          <a:cubicBezTo>
                            <a:pt x="36108" y="5681"/>
                            <a:pt x="39442" y="16730"/>
                            <a:pt x="34394" y="2644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57" name="Forme libre : forme 556">
                      <a:extLst>
                        <a:ext uri="{FF2B5EF4-FFF2-40B4-BE49-F238E27FC236}">
                          <a16:creationId xmlns:a16="http://schemas.microsoft.com/office/drawing/2014/main" id="{EE378414-58B0-4B59-9B9C-7CCBC6F2B5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01861" y="4291788"/>
                      <a:ext cx="36679" cy="34149"/>
                    </a:xfrm>
                    <a:custGeom>
                      <a:avLst/>
                      <a:gdLst>
                        <a:gd name="connsiteX0" fmla="*/ 18201 w 36679"/>
                        <a:gd name="connsiteY0" fmla="*/ 15526 h 34149"/>
                        <a:gd name="connsiteX1" fmla="*/ 8676 w 36679"/>
                        <a:gd name="connsiteY1" fmla="*/ 0 h 34149"/>
                        <a:gd name="connsiteX2" fmla="*/ 2199 w 36679"/>
                        <a:gd name="connsiteY2" fmla="*/ 7334 h 34149"/>
                        <a:gd name="connsiteX3" fmla="*/ 9248 w 36679"/>
                        <a:gd name="connsiteY3" fmla="*/ 32290 h 34149"/>
                        <a:gd name="connsiteX4" fmla="*/ 34394 w 36679"/>
                        <a:gd name="connsiteY4" fmla="*/ 22860 h 34149"/>
                        <a:gd name="connsiteX5" fmla="*/ 36679 w 36679"/>
                        <a:gd name="connsiteY5" fmla="*/ 13525 h 34149"/>
                        <a:gd name="connsiteX6" fmla="*/ 18201 w 36679"/>
                        <a:gd name="connsiteY6" fmla="*/ 15526 h 3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679" h="34149">
                          <a:moveTo>
                            <a:pt x="18201" y="15526"/>
                          </a:moveTo>
                          <a:cubicBezTo>
                            <a:pt x="12105" y="12573"/>
                            <a:pt x="8771" y="6477"/>
                            <a:pt x="8676" y="0"/>
                          </a:cubicBezTo>
                          <a:cubicBezTo>
                            <a:pt x="6009" y="1810"/>
                            <a:pt x="3818" y="4286"/>
                            <a:pt x="2199" y="7334"/>
                          </a:cubicBezTo>
                          <a:cubicBezTo>
                            <a:pt x="-2468" y="16669"/>
                            <a:pt x="485" y="27813"/>
                            <a:pt x="9248" y="32290"/>
                          </a:cubicBezTo>
                          <a:cubicBezTo>
                            <a:pt x="18201" y="36957"/>
                            <a:pt x="29345" y="32480"/>
                            <a:pt x="34394" y="22860"/>
                          </a:cubicBezTo>
                          <a:cubicBezTo>
                            <a:pt x="36013" y="19812"/>
                            <a:pt x="36679" y="16573"/>
                            <a:pt x="36679" y="13525"/>
                          </a:cubicBezTo>
                          <a:cubicBezTo>
                            <a:pt x="31155" y="17335"/>
                            <a:pt x="24202" y="18383"/>
                            <a:pt x="18201" y="1552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58" name="Forme libre : forme 557">
                      <a:extLst>
                        <a:ext uri="{FF2B5EF4-FFF2-40B4-BE49-F238E27FC236}">
                          <a16:creationId xmlns:a16="http://schemas.microsoft.com/office/drawing/2014/main" id="{CCD00D82-5622-4958-8851-E9307DBD96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20245" y="4297877"/>
                      <a:ext cx="15350" cy="18110"/>
                    </a:xfrm>
                    <a:custGeom>
                      <a:avLst/>
                      <a:gdLst>
                        <a:gd name="connsiteX0" fmla="*/ 15343 w 15350"/>
                        <a:gd name="connsiteY0" fmla="*/ 8674 h 18110"/>
                        <a:gd name="connsiteX1" fmla="*/ 7247 w 15350"/>
                        <a:gd name="connsiteY1" fmla="*/ 18104 h 18110"/>
                        <a:gd name="connsiteX2" fmla="*/ 8 w 15350"/>
                        <a:gd name="connsiteY2" fmla="*/ 9341 h 18110"/>
                        <a:gd name="connsiteX3" fmla="*/ 8009 w 15350"/>
                        <a:gd name="connsiteY3" fmla="*/ 7 h 18110"/>
                        <a:gd name="connsiteX4" fmla="*/ 15343 w 15350"/>
                        <a:gd name="connsiteY4" fmla="*/ 8674 h 18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0" h="18110">
                          <a:moveTo>
                            <a:pt x="15343" y="8674"/>
                          </a:moveTo>
                          <a:cubicBezTo>
                            <a:pt x="15153" y="13723"/>
                            <a:pt x="11438" y="17914"/>
                            <a:pt x="7247" y="18104"/>
                          </a:cubicBezTo>
                          <a:cubicBezTo>
                            <a:pt x="3056" y="18295"/>
                            <a:pt x="-183" y="14294"/>
                            <a:pt x="8" y="9341"/>
                          </a:cubicBezTo>
                          <a:cubicBezTo>
                            <a:pt x="198" y="4388"/>
                            <a:pt x="3818" y="197"/>
                            <a:pt x="8009" y="7"/>
                          </a:cubicBezTo>
                          <a:cubicBezTo>
                            <a:pt x="12200" y="-184"/>
                            <a:pt x="15534" y="3722"/>
                            <a:pt x="15343" y="867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59" name="Forme libre : forme 558">
                      <a:extLst>
                        <a:ext uri="{FF2B5EF4-FFF2-40B4-BE49-F238E27FC236}">
                          <a16:creationId xmlns:a16="http://schemas.microsoft.com/office/drawing/2014/main" id="{C5C2C0AA-5EEE-4154-8D80-268278D440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22390" y="4296918"/>
                      <a:ext cx="6011" cy="6217"/>
                    </a:xfrm>
                    <a:custGeom>
                      <a:avLst/>
                      <a:gdLst>
                        <a:gd name="connsiteX0" fmla="*/ 5673 w 6011"/>
                        <a:gd name="connsiteY0" fmla="*/ 4395 h 6217"/>
                        <a:gd name="connsiteX1" fmla="*/ 1577 w 6011"/>
                        <a:gd name="connsiteY1" fmla="*/ 5919 h 6217"/>
                        <a:gd name="connsiteX2" fmla="*/ 339 w 6011"/>
                        <a:gd name="connsiteY2" fmla="*/ 1823 h 6217"/>
                        <a:gd name="connsiteX3" fmla="*/ 4434 w 6011"/>
                        <a:gd name="connsiteY3" fmla="*/ 299 h 6217"/>
                        <a:gd name="connsiteX4" fmla="*/ 5673 w 6011"/>
                        <a:gd name="connsiteY4" fmla="*/ 4395 h 6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11" h="6217">
                          <a:moveTo>
                            <a:pt x="5673" y="4395"/>
                          </a:moveTo>
                          <a:cubicBezTo>
                            <a:pt x="4911" y="5919"/>
                            <a:pt x="3006" y="6681"/>
                            <a:pt x="1577" y="5919"/>
                          </a:cubicBezTo>
                          <a:cubicBezTo>
                            <a:pt x="148" y="5252"/>
                            <a:pt x="-423" y="3442"/>
                            <a:pt x="339" y="1823"/>
                          </a:cubicBezTo>
                          <a:cubicBezTo>
                            <a:pt x="1101" y="299"/>
                            <a:pt x="3006" y="-463"/>
                            <a:pt x="4434" y="299"/>
                          </a:cubicBezTo>
                          <a:cubicBezTo>
                            <a:pt x="5863" y="966"/>
                            <a:pt x="6435" y="2775"/>
                            <a:pt x="5673" y="439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560" name="Graphique 15">
                    <a:extLst>
                      <a:ext uri="{FF2B5EF4-FFF2-40B4-BE49-F238E27FC236}">
                        <a16:creationId xmlns:a16="http://schemas.microsoft.com/office/drawing/2014/main" id="{B8D79448-02CD-4286-9C22-1539B02BCA09}"/>
                      </a:ext>
                    </a:extLst>
                  </p:cNvPr>
                  <p:cNvGrpSpPr/>
                  <p:nvPr/>
                </p:nvGrpSpPr>
                <p:grpSpPr>
                  <a:xfrm>
                    <a:off x="11009413" y="4323528"/>
                    <a:ext cx="37657" cy="38180"/>
                    <a:chOff x="11009413" y="4323528"/>
                    <a:chExt cx="37657" cy="38180"/>
                  </a:xfrm>
                  <a:solidFill>
                    <a:schemeClr val="accent1"/>
                  </a:solidFill>
                </p:grpSpPr>
                <p:sp>
                  <p:nvSpPr>
                    <p:cNvPr id="561" name="Forme libre : forme 560">
                      <a:extLst>
                        <a:ext uri="{FF2B5EF4-FFF2-40B4-BE49-F238E27FC236}">
                          <a16:creationId xmlns:a16="http://schemas.microsoft.com/office/drawing/2014/main" id="{4B2BE4C8-C305-41C0-8CFA-534EEEE921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09413" y="4323528"/>
                      <a:ext cx="37657" cy="38180"/>
                    </a:xfrm>
                    <a:custGeom>
                      <a:avLst/>
                      <a:gdLst>
                        <a:gd name="connsiteX0" fmla="*/ 34937 w 37657"/>
                        <a:gd name="connsiteY0" fmla="*/ 27124 h 38180"/>
                        <a:gd name="connsiteX1" fmla="*/ 8744 w 37657"/>
                        <a:gd name="connsiteY1" fmla="*/ 36268 h 38180"/>
                        <a:gd name="connsiteX2" fmla="*/ 2838 w 37657"/>
                        <a:gd name="connsiteY2" fmla="*/ 10932 h 38180"/>
                        <a:gd name="connsiteX3" fmla="*/ 28365 w 37657"/>
                        <a:gd name="connsiteY3" fmla="*/ 1597 h 38180"/>
                        <a:gd name="connsiteX4" fmla="*/ 34937 w 37657"/>
                        <a:gd name="connsiteY4" fmla="*/ 27124 h 38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657" h="38180">
                          <a:moveTo>
                            <a:pt x="34937" y="27124"/>
                          </a:moveTo>
                          <a:cubicBezTo>
                            <a:pt x="29318" y="36745"/>
                            <a:pt x="17507" y="40936"/>
                            <a:pt x="8744" y="36268"/>
                          </a:cubicBezTo>
                          <a:cubicBezTo>
                            <a:pt x="-19" y="31601"/>
                            <a:pt x="-2591" y="20171"/>
                            <a:pt x="2838" y="10932"/>
                          </a:cubicBezTo>
                          <a:cubicBezTo>
                            <a:pt x="8363" y="1788"/>
                            <a:pt x="19316" y="-2594"/>
                            <a:pt x="28365" y="1597"/>
                          </a:cubicBezTo>
                          <a:cubicBezTo>
                            <a:pt x="37223" y="5789"/>
                            <a:pt x="40462" y="17218"/>
                            <a:pt x="34937" y="2712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62" name="Forme libre : forme 561">
                      <a:extLst>
                        <a:ext uri="{FF2B5EF4-FFF2-40B4-BE49-F238E27FC236}">
                          <a16:creationId xmlns:a16="http://schemas.microsoft.com/office/drawing/2014/main" id="{0EB2EC09-B5E6-4FEB-9A28-122DF91A79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09479" y="4327221"/>
                      <a:ext cx="37443" cy="34487"/>
                    </a:xfrm>
                    <a:custGeom>
                      <a:avLst/>
                      <a:gdLst>
                        <a:gd name="connsiteX0" fmla="*/ 18680 w 37443"/>
                        <a:gd name="connsiteY0" fmla="*/ 15812 h 34487"/>
                        <a:gd name="connsiteX1" fmla="*/ 9821 w 37443"/>
                        <a:gd name="connsiteY1" fmla="*/ 0 h 34487"/>
                        <a:gd name="connsiteX2" fmla="*/ 2773 w 37443"/>
                        <a:gd name="connsiteY2" fmla="*/ 7239 h 34487"/>
                        <a:gd name="connsiteX3" fmla="*/ 8678 w 37443"/>
                        <a:gd name="connsiteY3" fmla="*/ 32575 h 34487"/>
                        <a:gd name="connsiteX4" fmla="*/ 34872 w 37443"/>
                        <a:gd name="connsiteY4" fmla="*/ 23431 h 34487"/>
                        <a:gd name="connsiteX5" fmla="*/ 37444 w 37443"/>
                        <a:gd name="connsiteY5" fmla="*/ 13811 h 34487"/>
                        <a:gd name="connsiteX6" fmla="*/ 18680 w 37443"/>
                        <a:gd name="connsiteY6" fmla="*/ 15812 h 34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43" h="34487">
                          <a:moveTo>
                            <a:pt x="18680" y="15812"/>
                          </a:moveTo>
                          <a:cubicBezTo>
                            <a:pt x="12679" y="12763"/>
                            <a:pt x="9536" y="6477"/>
                            <a:pt x="9821" y="0"/>
                          </a:cubicBezTo>
                          <a:cubicBezTo>
                            <a:pt x="7059" y="1810"/>
                            <a:pt x="4583" y="4191"/>
                            <a:pt x="2773" y="7239"/>
                          </a:cubicBezTo>
                          <a:cubicBezTo>
                            <a:pt x="-2561" y="16573"/>
                            <a:pt x="11" y="27908"/>
                            <a:pt x="8678" y="32575"/>
                          </a:cubicBezTo>
                          <a:cubicBezTo>
                            <a:pt x="17346" y="37243"/>
                            <a:pt x="29157" y="33052"/>
                            <a:pt x="34872" y="23431"/>
                          </a:cubicBezTo>
                          <a:cubicBezTo>
                            <a:pt x="36682" y="20383"/>
                            <a:pt x="37349" y="17050"/>
                            <a:pt x="37444" y="13811"/>
                          </a:cubicBezTo>
                          <a:cubicBezTo>
                            <a:pt x="31919" y="17907"/>
                            <a:pt x="24680" y="18764"/>
                            <a:pt x="18680" y="15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63" name="Forme libre : forme 562">
                      <a:extLst>
                        <a:ext uri="{FF2B5EF4-FFF2-40B4-BE49-F238E27FC236}">
                          <a16:creationId xmlns:a16="http://schemas.microsoft.com/office/drawing/2014/main" id="{17A753C7-6454-4291-B6F6-E0E76D90C1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28205" y="4333501"/>
                      <a:ext cx="15701" cy="18391"/>
                    </a:xfrm>
                    <a:custGeom>
                      <a:avLst/>
                      <a:gdLst>
                        <a:gd name="connsiteX0" fmla="*/ 15670 w 15701"/>
                        <a:gd name="connsiteY0" fmla="*/ 8960 h 18391"/>
                        <a:gd name="connsiteX1" fmla="*/ 7002 w 15701"/>
                        <a:gd name="connsiteY1" fmla="*/ 18390 h 18391"/>
                        <a:gd name="connsiteX2" fmla="*/ 49 w 15701"/>
                        <a:gd name="connsiteY2" fmla="*/ 9436 h 18391"/>
                        <a:gd name="connsiteX3" fmla="*/ 8526 w 15701"/>
                        <a:gd name="connsiteY3" fmla="*/ 7 h 18391"/>
                        <a:gd name="connsiteX4" fmla="*/ 15670 w 15701"/>
                        <a:gd name="connsiteY4" fmla="*/ 8960 h 18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01" h="18391">
                          <a:moveTo>
                            <a:pt x="15670" y="8960"/>
                          </a:moveTo>
                          <a:cubicBezTo>
                            <a:pt x="15384" y="14199"/>
                            <a:pt x="11288" y="18294"/>
                            <a:pt x="7002" y="18390"/>
                          </a:cubicBezTo>
                          <a:cubicBezTo>
                            <a:pt x="2621" y="18485"/>
                            <a:pt x="-427" y="14389"/>
                            <a:pt x="49" y="9436"/>
                          </a:cubicBezTo>
                          <a:cubicBezTo>
                            <a:pt x="620" y="4483"/>
                            <a:pt x="4335" y="292"/>
                            <a:pt x="8526" y="7"/>
                          </a:cubicBezTo>
                          <a:cubicBezTo>
                            <a:pt x="12908" y="-184"/>
                            <a:pt x="16051" y="3816"/>
                            <a:pt x="15670" y="896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64" name="Forme libre : forme 563">
                      <a:extLst>
                        <a:ext uri="{FF2B5EF4-FFF2-40B4-BE49-F238E27FC236}">
                          <a16:creationId xmlns:a16="http://schemas.microsoft.com/office/drawing/2014/main" id="{0ABE94FC-099B-4906-A460-BE864E38A6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30875" y="4332584"/>
                      <a:ext cx="6114" cy="6363"/>
                    </a:xfrm>
                    <a:custGeom>
                      <a:avLst/>
                      <a:gdLst>
                        <a:gd name="connsiteX0" fmla="*/ 5666 w 6114"/>
                        <a:gd name="connsiteY0" fmla="*/ 4447 h 6363"/>
                        <a:gd name="connsiteX1" fmla="*/ 1475 w 6114"/>
                        <a:gd name="connsiteY1" fmla="*/ 6066 h 6363"/>
                        <a:gd name="connsiteX2" fmla="*/ 427 w 6114"/>
                        <a:gd name="connsiteY2" fmla="*/ 1875 h 6363"/>
                        <a:gd name="connsiteX3" fmla="*/ 4618 w 6114"/>
                        <a:gd name="connsiteY3" fmla="*/ 256 h 6363"/>
                        <a:gd name="connsiteX4" fmla="*/ 5666 w 6114"/>
                        <a:gd name="connsiteY4" fmla="*/ 4447 h 63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14" h="6363">
                          <a:moveTo>
                            <a:pt x="5666" y="4447"/>
                          </a:moveTo>
                          <a:cubicBezTo>
                            <a:pt x="4808" y="6066"/>
                            <a:pt x="2999" y="6829"/>
                            <a:pt x="1475" y="6066"/>
                          </a:cubicBezTo>
                          <a:cubicBezTo>
                            <a:pt x="46" y="5305"/>
                            <a:pt x="-430" y="3495"/>
                            <a:pt x="427" y="1875"/>
                          </a:cubicBezTo>
                          <a:cubicBezTo>
                            <a:pt x="1284" y="256"/>
                            <a:pt x="3094" y="-410"/>
                            <a:pt x="4618" y="256"/>
                          </a:cubicBezTo>
                          <a:cubicBezTo>
                            <a:pt x="6142" y="923"/>
                            <a:pt x="6523" y="2828"/>
                            <a:pt x="5666" y="444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565" name="Graphique 15">
                  <a:extLst>
                    <a:ext uri="{FF2B5EF4-FFF2-40B4-BE49-F238E27FC236}">
                      <a16:creationId xmlns:a16="http://schemas.microsoft.com/office/drawing/2014/main" id="{594051AC-192B-450D-AA09-D338617396B9}"/>
                    </a:ext>
                  </a:extLst>
                </p:cNvPr>
                <p:cNvGrpSpPr/>
                <p:nvPr/>
              </p:nvGrpSpPr>
              <p:grpSpPr>
                <a:xfrm>
                  <a:off x="11068019" y="4318027"/>
                  <a:ext cx="92155" cy="85760"/>
                  <a:chOff x="11068019" y="4318027"/>
                  <a:chExt cx="92155" cy="85760"/>
                </a:xfrm>
                <a:solidFill>
                  <a:schemeClr val="accent1"/>
                </a:solidFill>
              </p:grpSpPr>
              <p:grpSp>
                <p:nvGrpSpPr>
                  <p:cNvPr id="566" name="Graphique 15">
                    <a:extLst>
                      <a:ext uri="{FF2B5EF4-FFF2-40B4-BE49-F238E27FC236}">
                        <a16:creationId xmlns:a16="http://schemas.microsoft.com/office/drawing/2014/main" id="{E7D02DB6-1144-41C9-9DAA-41AF7C422ED8}"/>
                      </a:ext>
                    </a:extLst>
                  </p:cNvPr>
                  <p:cNvGrpSpPr/>
                  <p:nvPr/>
                </p:nvGrpSpPr>
                <p:grpSpPr>
                  <a:xfrm>
                    <a:off x="11120646" y="4362112"/>
                    <a:ext cx="39528" cy="41675"/>
                    <a:chOff x="11120646" y="4362112"/>
                    <a:chExt cx="39528" cy="41675"/>
                  </a:xfrm>
                  <a:solidFill>
                    <a:schemeClr val="accent1"/>
                  </a:solidFill>
                </p:grpSpPr>
                <p:sp>
                  <p:nvSpPr>
                    <p:cNvPr id="567" name="Forme libre : forme 566">
                      <a:extLst>
                        <a:ext uri="{FF2B5EF4-FFF2-40B4-BE49-F238E27FC236}">
                          <a16:creationId xmlns:a16="http://schemas.microsoft.com/office/drawing/2014/main" id="{ED6232D3-3030-4CAC-9077-0EA67F35AC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0646" y="4362112"/>
                      <a:ext cx="39528" cy="41675"/>
                    </a:xfrm>
                    <a:custGeom>
                      <a:avLst/>
                      <a:gdLst>
                        <a:gd name="connsiteX0" fmla="*/ 286 w 39528"/>
                        <a:gd name="connsiteY0" fmla="*/ 28736 h 41675"/>
                        <a:gd name="connsiteX1" fmla="*/ 16097 w 39528"/>
                        <a:gd name="connsiteY1" fmla="*/ 1780 h 41675"/>
                        <a:gd name="connsiteX2" fmla="*/ 39148 w 39528"/>
                        <a:gd name="connsiteY2" fmla="*/ 12448 h 41675"/>
                        <a:gd name="connsiteX3" fmla="*/ 23051 w 39528"/>
                        <a:gd name="connsiteY3" fmla="*/ 40070 h 41675"/>
                        <a:gd name="connsiteX4" fmla="*/ 286 w 39528"/>
                        <a:gd name="connsiteY4" fmla="*/ 28736 h 416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28" h="41675">
                          <a:moveTo>
                            <a:pt x="286" y="28736"/>
                          </a:moveTo>
                          <a:cubicBezTo>
                            <a:pt x="-1524" y="18163"/>
                            <a:pt x="5429" y="6257"/>
                            <a:pt x="16097" y="1780"/>
                          </a:cubicBezTo>
                          <a:cubicBezTo>
                            <a:pt x="26575" y="-2792"/>
                            <a:pt x="36862" y="1685"/>
                            <a:pt x="39148" y="12448"/>
                          </a:cubicBezTo>
                          <a:cubicBezTo>
                            <a:pt x="41339" y="23116"/>
                            <a:pt x="33814" y="35498"/>
                            <a:pt x="23051" y="40070"/>
                          </a:cubicBezTo>
                          <a:cubicBezTo>
                            <a:pt x="12192" y="44547"/>
                            <a:pt x="2096" y="39308"/>
                            <a:pt x="286" y="2873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68" name="Forme libre : forme 567">
                      <a:extLst>
                        <a:ext uri="{FF2B5EF4-FFF2-40B4-BE49-F238E27FC236}">
                          <a16:creationId xmlns:a16="http://schemas.microsoft.com/office/drawing/2014/main" id="{FF44FB34-965E-42E9-B6A4-E74A57351F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0646" y="4362127"/>
                      <a:ext cx="39518" cy="37007"/>
                    </a:xfrm>
                    <a:custGeom>
                      <a:avLst/>
                      <a:gdLst>
                        <a:gd name="connsiteX0" fmla="*/ 19431 w 39518"/>
                        <a:gd name="connsiteY0" fmla="*/ 20339 h 37007"/>
                        <a:gd name="connsiteX1" fmla="*/ 38291 w 39518"/>
                        <a:gd name="connsiteY1" fmla="*/ 23101 h 37007"/>
                        <a:gd name="connsiteX2" fmla="*/ 39148 w 39518"/>
                        <a:gd name="connsiteY2" fmla="*/ 12434 h 37007"/>
                        <a:gd name="connsiteX3" fmla="*/ 16097 w 39518"/>
                        <a:gd name="connsiteY3" fmla="*/ 1765 h 37007"/>
                        <a:gd name="connsiteX4" fmla="*/ 286 w 39518"/>
                        <a:gd name="connsiteY4" fmla="*/ 28721 h 37007"/>
                        <a:gd name="connsiteX5" fmla="*/ 4382 w 39518"/>
                        <a:gd name="connsiteY5" fmla="*/ 37008 h 37007"/>
                        <a:gd name="connsiteX6" fmla="*/ 19431 w 39518"/>
                        <a:gd name="connsiteY6" fmla="*/ 20339 h 37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518" h="37007">
                          <a:moveTo>
                            <a:pt x="19431" y="20339"/>
                          </a:moveTo>
                          <a:cubicBezTo>
                            <a:pt x="26766" y="17291"/>
                            <a:pt x="33814" y="18625"/>
                            <a:pt x="38291" y="23101"/>
                          </a:cubicBezTo>
                          <a:cubicBezTo>
                            <a:pt x="39434" y="19577"/>
                            <a:pt x="39910" y="15958"/>
                            <a:pt x="39148" y="12434"/>
                          </a:cubicBezTo>
                          <a:cubicBezTo>
                            <a:pt x="36957" y="1765"/>
                            <a:pt x="26575" y="-2807"/>
                            <a:pt x="16097" y="1765"/>
                          </a:cubicBezTo>
                          <a:cubicBezTo>
                            <a:pt x="5429" y="6147"/>
                            <a:pt x="-1524" y="18053"/>
                            <a:pt x="286" y="28721"/>
                          </a:cubicBezTo>
                          <a:cubicBezTo>
                            <a:pt x="858" y="32055"/>
                            <a:pt x="2382" y="34817"/>
                            <a:pt x="4382" y="37008"/>
                          </a:cubicBezTo>
                          <a:cubicBezTo>
                            <a:pt x="6763" y="29769"/>
                            <a:pt x="12192" y="23387"/>
                            <a:pt x="19431" y="2033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69" name="Forme libre : forme 568">
                      <a:extLst>
                        <a:ext uri="{FF2B5EF4-FFF2-40B4-BE49-F238E27FC236}">
                          <a16:creationId xmlns:a16="http://schemas.microsoft.com/office/drawing/2014/main" id="{E9B20EBA-320E-461A-BB9C-AF6A327D58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4733" y="4379918"/>
                      <a:ext cx="17328" cy="18526"/>
                    </a:xfrm>
                    <a:custGeom>
                      <a:avLst/>
                      <a:gdLst>
                        <a:gd name="connsiteX0" fmla="*/ 2009 w 17328"/>
                        <a:gd name="connsiteY0" fmla="*/ 15692 h 18526"/>
                        <a:gd name="connsiteX1" fmla="*/ 3057 w 17328"/>
                        <a:gd name="connsiteY1" fmla="*/ 2643 h 18526"/>
                        <a:gd name="connsiteX2" fmla="*/ 15249 w 17328"/>
                        <a:gd name="connsiteY2" fmla="*/ 2643 h 18526"/>
                        <a:gd name="connsiteX3" fmla="*/ 14201 w 17328"/>
                        <a:gd name="connsiteY3" fmla="*/ 15788 h 18526"/>
                        <a:gd name="connsiteX4" fmla="*/ 2009 w 17328"/>
                        <a:gd name="connsiteY4" fmla="*/ 15692 h 18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28" h="18526">
                          <a:moveTo>
                            <a:pt x="2009" y="15692"/>
                          </a:moveTo>
                          <a:cubicBezTo>
                            <a:pt x="-1039" y="12073"/>
                            <a:pt x="-563" y="6167"/>
                            <a:pt x="3057" y="2643"/>
                          </a:cubicBezTo>
                          <a:cubicBezTo>
                            <a:pt x="6676" y="-881"/>
                            <a:pt x="12105" y="-881"/>
                            <a:pt x="15249" y="2643"/>
                          </a:cubicBezTo>
                          <a:cubicBezTo>
                            <a:pt x="18392" y="6263"/>
                            <a:pt x="17916" y="12073"/>
                            <a:pt x="14201" y="15788"/>
                          </a:cubicBezTo>
                          <a:cubicBezTo>
                            <a:pt x="10581" y="19502"/>
                            <a:pt x="5057" y="19407"/>
                            <a:pt x="2009" y="1569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70" name="Forme libre : forme 569">
                      <a:extLst>
                        <a:ext uri="{FF2B5EF4-FFF2-40B4-BE49-F238E27FC236}">
                          <a16:creationId xmlns:a16="http://schemas.microsoft.com/office/drawing/2014/main" id="{63FC0E5C-168F-4EA1-9306-7B4EF3BF7A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36890" y="4388473"/>
                      <a:ext cx="6468" cy="6845"/>
                    </a:xfrm>
                    <a:custGeom>
                      <a:avLst/>
                      <a:gdLst>
                        <a:gd name="connsiteX0" fmla="*/ 44 w 6468"/>
                        <a:gd name="connsiteY0" fmla="*/ 4756 h 6845"/>
                        <a:gd name="connsiteX1" fmla="*/ 2711 w 6468"/>
                        <a:gd name="connsiteY1" fmla="*/ 280 h 6845"/>
                        <a:gd name="connsiteX2" fmla="*/ 6425 w 6468"/>
                        <a:gd name="connsiteY2" fmla="*/ 2090 h 6845"/>
                        <a:gd name="connsiteX3" fmla="*/ 3758 w 6468"/>
                        <a:gd name="connsiteY3" fmla="*/ 6566 h 6845"/>
                        <a:gd name="connsiteX4" fmla="*/ 44 w 6468"/>
                        <a:gd name="connsiteY4" fmla="*/ 4756 h 6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68" h="6845">
                          <a:moveTo>
                            <a:pt x="44" y="4756"/>
                          </a:moveTo>
                          <a:cubicBezTo>
                            <a:pt x="-242" y="3042"/>
                            <a:pt x="901" y="1042"/>
                            <a:pt x="2711" y="280"/>
                          </a:cubicBezTo>
                          <a:cubicBezTo>
                            <a:pt x="4520" y="-482"/>
                            <a:pt x="6140" y="375"/>
                            <a:pt x="6425" y="2090"/>
                          </a:cubicBezTo>
                          <a:cubicBezTo>
                            <a:pt x="6711" y="3804"/>
                            <a:pt x="5568" y="5899"/>
                            <a:pt x="3758" y="6566"/>
                          </a:cubicBezTo>
                          <a:cubicBezTo>
                            <a:pt x="2044" y="7328"/>
                            <a:pt x="329" y="6471"/>
                            <a:pt x="44" y="475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571" name="Graphique 15">
                    <a:extLst>
                      <a:ext uri="{FF2B5EF4-FFF2-40B4-BE49-F238E27FC236}">
                        <a16:creationId xmlns:a16="http://schemas.microsoft.com/office/drawing/2014/main" id="{A34914C0-47B1-41C3-B9F0-B9834E042EFF}"/>
                      </a:ext>
                    </a:extLst>
                  </p:cNvPr>
                  <p:cNvGrpSpPr/>
                  <p:nvPr/>
                </p:nvGrpSpPr>
                <p:grpSpPr>
                  <a:xfrm>
                    <a:off x="11098837" y="4334313"/>
                    <a:ext cx="38722" cy="40796"/>
                    <a:chOff x="11098837" y="4334313"/>
                    <a:chExt cx="38722" cy="40796"/>
                  </a:xfrm>
                  <a:solidFill>
                    <a:schemeClr val="accent1"/>
                  </a:solidFill>
                </p:grpSpPr>
                <p:sp>
                  <p:nvSpPr>
                    <p:cNvPr id="572" name="Forme libre : forme 571">
                      <a:extLst>
                        <a:ext uri="{FF2B5EF4-FFF2-40B4-BE49-F238E27FC236}">
                          <a16:creationId xmlns:a16="http://schemas.microsoft.com/office/drawing/2014/main" id="{7AFB36FE-254E-417F-A9E7-4C26A2ACCD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98837" y="4334408"/>
                      <a:ext cx="38722" cy="40700"/>
                    </a:xfrm>
                    <a:custGeom>
                      <a:avLst/>
                      <a:gdLst>
                        <a:gd name="connsiteX0" fmla="*/ 378 w 38722"/>
                        <a:gd name="connsiteY0" fmla="*/ 27865 h 40700"/>
                        <a:gd name="connsiteX1" fmla="*/ 15237 w 38722"/>
                        <a:gd name="connsiteY1" fmla="*/ 1671 h 40700"/>
                        <a:gd name="connsiteX2" fmla="*/ 38192 w 38722"/>
                        <a:gd name="connsiteY2" fmla="*/ 12244 h 40700"/>
                        <a:gd name="connsiteX3" fmla="*/ 23047 w 38722"/>
                        <a:gd name="connsiteY3" fmla="*/ 39200 h 40700"/>
                        <a:gd name="connsiteX4" fmla="*/ 378 w 38722"/>
                        <a:gd name="connsiteY4" fmla="*/ 27865 h 40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722" h="40700">
                          <a:moveTo>
                            <a:pt x="378" y="27865"/>
                          </a:moveTo>
                          <a:cubicBezTo>
                            <a:pt x="-1718" y="17388"/>
                            <a:pt x="5140" y="6148"/>
                            <a:pt x="15237" y="1671"/>
                          </a:cubicBezTo>
                          <a:cubicBezTo>
                            <a:pt x="25428" y="-2710"/>
                            <a:pt x="35811" y="1767"/>
                            <a:pt x="38192" y="12244"/>
                          </a:cubicBezTo>
                          <a:cubicBezTo>
                            <a:pt x="40763" y="22817"/>
                            <a:pt x="33715" y="34914"/>
                            <a:pt x="23047" y="39200"/>
                          </a:cubicBezTo>
                          <a:cubicBezTo>
                            <a:pt x="12474" y="43486"/>
                            <a:pt x="2473" y="38247"/>
                            <a:pt x="378" y="2786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73" name="Forme libre : forme 572">
                      <a:extLst>
                        <a:ext uri="{FF2B5EF4-FFF2-40B4-BE49-F238E27FC236}">
                          <a16:creationId xmlns:a16="http://schemas.microsoft.com/office/drawing/2014/main" id="{64B61D89-84F7-45B2-B55F-5D55D8EB37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98837" y="4334313"/>
                      <a:ext cx="38627" cy="35961"/>
                    </a:xfrm>
                    <a:custGeom>
                      <a:avLst/>
                      <a:gdLst>
                        <a:gd name="connsiteX0" fmla="*/ 19142 w 38627"/>
                        <a:gd name="connsiteY0" fmla="*/ 20055 h 35961"/>
                        <a:gd name="connsiteX1" fmla="*/ 37715 w 38627"/>
                        <a:gd name="connsiteY1" fmla="*/ 22817 h 35961"/>
                        <a:gd name="connsiteX2" fmla="*/ 38192 w 38627"/>
                        <a:gd name="connsiteY2" fmla="*/ 12244 h 35961"/>
                        <a:gd name="connsiteX3" fmla="*/ 15237 w 38627"/>
                        <a:gd name="connsiteY3" fmla="*/ 1671 h 35961"/>
                        <a:gd name="connsiteX4" fmla="*/ 378 w 38627"/>
                        <a:gd name="connsiteY4" fmla="*/ 27865 h 35961"/>
                        <a:gd name="connsiteX5" fmla="*/ 4568 w 38627"/>
                        <a:gd name="connsiteY5" fmla="*/ 35961 h 35961"/>
                        <a:gd name="connsiteX6" fmla="*/ 19142 w 38627"/>
                        <a:gd name="connsiteY6" fmla="*/ 20055 h 35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627" h="35961">
                          <a:moveTo>
                            <a:pt x="19142" y="20055"/>
                          </a:moveTo>
                          <a:cubicBezTo>
                            <a:pt x="26381" y="17197"/>
                            <a:pt x="33239" y="18435"/>
                            <a:pt x="37715" y="22817"/>
                          </a:cubicBezTo>
                          <a:cubicBezTo>
                            <a:pt x="38668" y="19293"/>
                            <a:pt x="38954" y="15673"/>
                            <a:pt x="38192" y="12244"/>
                          </a:cubicBezTo>
                          <a:cubicBezTo>
                            <a:pt x="35811" y="1767"/>
                            <a:pt x="25428" y="-2710"/>
                            <a:pt x="15237" y="1671"/>
                          </a:cubicBezTo>
                          <a:cubicBezTo>
                            <a:pt x="5140" y="6148"/>
                            <a:pt x="-1718" y="17483"/>
                            <a:pt x="378" y="27865"/>
                          </a:cubicBezTo>
                          <a:cubicBezTo>
                            <a:pt x="1044" y="31199"/>
                            <a:pt x="2568" y="33866"/>
                            <a:pt x="4568" y="35961"/>
                          </a:cubicBezTo>
                          <a:cubicBezTo>
                            <a:pt x="6759" y="29103"/>
                            <a:pt x="12093" y="22912"/>
                            <a:pt x="19142" y="2005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74" name="Forme libre : forme 573">
                      <a:extLst>
                        <a:ext uri="{FF2B5EF4-FFF2-40B4-BE49-F238E27FC236}">
                          <a16:creationId xmlns:a16="http://schemas.microsoft.com/office/drawing/2014/main" id="{5E785EF9-B806-433D-8F8E-4ABDA9B2DF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03021" y="4351759"/>
                      <a:ext cx="17095" cy="18052"/>
                    </a:xfrm>
                    <a:custGeom>
                      <a:avLst/>
                      <a:gdLst>
                        <a:gd name="connsiteX0" fmla="*/ 2099 w 17095"/>
                        <a:gd name="connsiteY0" fmla="*/ 15277 h 18052"/>
                        <a:gd name="connsiteX1" fmla="*/ 2861 w 17095"/>
                        <a:gd name="connsiteY1" fmla="*/ 2513 h 18052"/>
                        <a:gd name="connsiteX2" fmla="*/ 14958 w 17095"/>
                        <a:gd name="connsiteY2" fmla="*/ 2704 h 18052"/>
                        <a:gd name="connsiteX3" fmla="*/ 14196 w 17095"/>
                        <a:gd name="connsiteY3" fmla="*/ 15467 h 18052"/>
                        <a:gd name="connsiteX4" fmla="*/ 2099 w 17095"/>
                        <a:gd name="connsiteY4" fmla="*/ 15277 h 18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95" h="18052">
                          <a:moveTo>
                            <a:pt x="2099" y="15277"/>
                          </a:moveTo>
                          <a:cubicBezTo>
                            <a:pt x="-949" y="11657"/>
                            <a:pt x="-663" y="5942"/>
                            <a:pt x="2861" y="2513"/>
                          </a:cubicBezTo>
                          <a:cubicBezTo>
                            <a:pt x="6385" y="-916"/>
                            <a:pt x="11815" y="-820"/>
                            <a:pt x="14958" y="2704"/>
                          </a:cubicBezTo>
                          <a:cubicBezTo>
                            <a:pt x="18101" y="6228"/>
                            <a:pt x="17720" y="11943"/>
                            <a:pt x="14196" y="15467"/>
                          </a:cubicBezTo>
                          <a:cubicBezTo>
                            <a:pt x="10576" y="18991"/>
                            <a:pt x="5147" y="18896"/>
                            <a:pt x="2099" y="1527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75" name="Forme libre : forme 574">
                      <a:extLst>
                        <a:ext uri="{FF2B5EF4-FFF2-40B4-BE49-F238E27FC236}">
                          <a16:creationId xmlns:a16="http://schemas.microsoft.com/office/drawing/2014/main" id="{1D661998-F22B-49A6-ABF6-83B7849ADA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15048" y="4360223"/>
                      <a:ext cx="6528" cy="6670"/>
                    </a:xfrm>
                    <a:custGeom>
                      <a:avLst/>
                      <a:gdLst>
                        <a:gd name="connsiteX0" fmla="*/ 73 w 6528"/>
                        <a:gd name="connsiteY0" fmla="*/ 4621 h 6670"/>
                        <a:gd name="connsiteX1" fmla="*/ 2645 w 6528"/>
                        <a:gd name="connsiteY1" fmla="*/ 240 h 6670"/>
                        <a:gd name="connsiteX2" fmla="*/ 6455 w 6528"/>
                        <a:gd name="connsiteY2" fmla="*/ 2050 h 6670"/>
                        <a:gd name="connsiteX3" fmla="*/ 3883 w 6528"/>
                        <a:gd name="connsiteY3" fmla="*/ 6431 h 6670"/>
                        <a:gd name="connsiteX4" fmla="*/ 73 w 6528"/>
                        <a:gd name="connsiteY4" fmla="*/ 4621 h 6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28" h="6670">
                          <a:moveTo>
                            <a:pt x="73" y="4621"/>
                          </a:moveTo>
                          <a:cubicBezTo>
                            <a:pt x="-308" y="2907"/>
                            <a:pt x="835" y="1002"/>
                            <a:pt x="2645" y="240"/>
                          </a:cubicBezTo>
                          <a:cubicBezTo>
                            <a:pt x="4360" y="-427"/>
                            <a:pt x="6074" y="335"/>
                            <a:pt x="6455" y="2050"/>
                          </a:cubicBezTo>
                          <a:cubicBezTo>
                            <a:pt x="6836" y="3764"/>
                            <a:pt x="5693" y="5669"/>
                            <a:pt x="3883" y="6431"/>
                          </a:cubicBezTo>
                          <a:cubicBezTo>
                            <a:pt x="2073" y="7098"/>
                            <a:pt x="454" y="6336"/>
                            <a:pt x="73" y="46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576" name="Graphique 15">
                    <a:extLst>
                      <a:ext uri="{FF2B5EF4-FFF2-40B4-BE49-F238E27FC236}">
                        <a16:creationId xmlns:a16="http://schemas.microsoft.com/office/drawing/2014/main" id="{D15E9F22-AC52-4011-9277-A5EF983332CA}"/>
                      </a:ext>
                    </a:extLst>
                  </p:cNvPr>
                  <p:cNvGrpSpPr/>
                  <p:nvPr/>
                </p:nvGrpSpPr>
                <p:grpSpPr>
                  <a:xfrm>
                    <a:off x="11068019" y="4318027"/>
                    <a:ext cx="38173" cy="39718"/>
                    <a:chOff x="11068019" y="4318027"/>
                    <a:chExt cx="38173" cy="39718"/>
                  </a:xfrm>
                  <a:solidFill>
                    <a:schemeClr val="accent1"/>
                  </a:solidFill>
                </p:grpSpPr>
                <p:sp>
                  <p:nvSpPr>
                    <p:cNvPr id="577" name="Forme libre : forme 576">
                      <a:extLst>
                        <a:ext uri="{FF2B5EF4-FFF2-40B4-BE49-F238E27FC236}">
                          <a16:creationId xmlns:a16="http://schemas.microsoft.com/office/drawing/2014/main" id="{931AD744-C788-41FD-9BE6-0A545A4091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68019" y="4318122"/>
                      <a:ext cx="38144" cy="39623"/>
                    </a:xfrm>
                    <a:custGeom>
                      <a:avLst/>
                      <a:gdLst>
                        <a:gd name="connsiteX0" fmla="*/ 430 w 38144"/>
                        <a:gd name="connsiteY0" fmla="*/ 26720 h 39623"/>
                        <a:gd name="connsiteX1" fmla="*/ 14813 w 38144"/>
                        <a:gd name="connsiteY1" fmla="*/ 1479 h 39623"/>
                        <a:gd name="connsiteX2" fmla="*/ 37578 w 38144"/>
                        <a:gd name="connsiteY2" fmla="*/ 12337 h 39623"/>
                        <a:gd name="connsiteX3" fmla="*/ 22909 w 38144"/>
                        <a:gd name="connsiteY3" fmla="*/ 38340 h 39623"/>
                        <a:gd name="connsiteX4" fmla="*/ 430 w 38144"/>
                        <a:gd name="connsiteY4" fmla="*/ 26720 h 396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44" h="39623">
                          <a:moveTo>
                            <a:pt x="430" y="26720"/>
                          </a:moveTo>
                          <a:cubicBezTo>
                            <a:pt x="-1760" y="16528"/>
                            <a:pt x="4621" y="5384"/>
                            <a:pt x="14813" y="1479"/>
                          </a:cubicBezTo>
                          <a:cubicBezTo>
                            <a:pt x="24814" y="-2617"/>
                            <a:pt x="35101" y="2050"/>
                            <a:pt x="37578" y="12337"/>
                          </a:cubicBezTo>
                          <a:cubicBezTo>
                            <a:pt x="40245" y="22719"/>
                            <a:pt x="33196" y="34245"/>
                            <a:pt x="22909" y="38340"/>
                          </a:cubicBezTo>
                          <a:cubicBezTo>
                            <a:pt x="12527" y="42246"/>
                            <a:pt x="2526" y="36912"/>
                            <a:pt x="430" y="267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78" name="Forme libre : forme 577">
                      <a:extLst>
                        <a:ext uri="{FF2B5EF4-FFF2-40B4-BE49-F238E27FC236}">
                          <a16:creationId xmlns:a16="http://schemas.microsoft.com/office/drawing/2014/main" id="{5898E610-8ECA-4B8F-A4C2-CF445D340B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68114" y="4318027"/>
                      <a:ext cx="38077" cy="34720"/>
                    </a:xfrm>
                    <a:custGeom>
                      <a:avLst/>
                      <a:gdLst>
                        <a:gd name="connsiteX0" fmla="*/ 18718 w 38077"/>
                        <a:gd name="connsiteY0" fmla="*/ 19481 h 34720"/>
                        <a:gd name="connsiteX1" fmla="*/ 37197 w 38077"/>
                        <a:gd name="connsiteY1" fmla="*/ 22624 h 34720"/>
                        <a:gd name="connsiteX2" fmla="*/ 37578 w 38077"/>
                        <a:gd name="connsiteY2" fmla="*/ 12337 h 34720"/>
                        <a:gd name="connsiteX3" fmla="*/ 14813 w 38077"/>
                        <a:gd name="connsiteY3" fmla="*/ 1479 h 34720"/>
                        <a:gd name="connsiteX4" fmla="*/ 430 w 38077"/>
                        <a:gd name="connsiteY4" fmla="*/ 26720 h 34720"/>
                        <a:gd name="connsiteX5" fmla="*/ 4717 w 38077"/>
                        <a:gd name="connsiteY5" fmla="*/ 34721 h 34720"/>
                        <a:gd name="connsiteX6" fmla="*/ 18718 w 38077"/>
                        <a:gd name="connsiteY6" fmla="*/ 19481 h 34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077" h="34720">
                          <a:moveTo>
                            <a:pt x="18718" y="19481"/>
                          </a:moveTo>
                          <a:cubicBezTo>
                            <a:pt x="25767" y="16814"/>
                            <a:pt x="32720" y="18243"/>
                            <a:pt x="37197" y="22624"/>
                          </a:cubicBezTo>
                          <a:cubicBezTo>
                            <a:pt x="38245" y="19290"/>
                            <a:pt x="38340" y="15671"/>
                            <a:pt x="37578" y="12337"/>
                          </a:cubicBezTo>
                          <a:cubicBezTo>
                            <a:pt x="35101" y="2050"/>
                            <a:pt x="24719" y="-2617"/>
                            <a:pt x="14813" y="1479"/>
                          </a:cubicBezTo>
                          <a:cubicBezTo>
                            <a:pt x="4621" y="5384"/>
                            <a:pt x="-1760" y="16528"/>
                            <a:pt x="430" y="26720"/>
                          </a:cubicBezTo>
                          <a:cubicBezTo>
                            <a:pt x="1097" y="29958"/>
                            <a:pt x="2621" y="32625"/>
                            <a:pt x="4717" y="34721"/>
                          </a:cubicBezTo>
                          <a:cubicBezTo>
                            <a:pt x="6622" y="28053"/>
                            <a:pt x="11765" y="22052"/>
                            <a:pt x="18718" y="1948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79" name="Forme libre : forme 578">
                      <a:extLst>
                        <a:ext uri="{FF2B5EF4-FFF2-40B4-BE49-F238E27FC236}">
                          <a16:creationId xmlns:a16="http://schemas.microsoft.com/office/drawing/2014/main" id="{09E50B7E-C8FF-4B88-9A11-760C68BBF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72070" y="4334741"/>
                      <a:ext cx="16856" cy="17738"/>
                    </a:xfrm>
                    <a:custGeom>
                      <a:avLst/>
                      <a:gdLst>
                        <a:gd name="connsiteX0" fmla="*/ 2189 w 16856"/>
                        <a:gd name="connsiteY0" fmla="*/ 14863 h 17738"/>
                        <a:gd name="connsiteX1" fmla="*/ 2761 w 16856"/>
                        <a:gd name="connsiteY1" fmla="*/ 2386 h 17738"/>
                        <a:gd name="connsiteX2" fmla="*/ 14667 w 16856"/>
                        <a:gd name="connsiteY2" fmla="*/ 2767 h 17738"/>
                        <a:gd name="connsiteX3" fmla="*/ 14095 w 16856"/>
                        <a:gd name="connsiteY3" fmla="*/ 15244 h 17738"/>
                        <a:gd name="connsiteX4" fmla="*/ 2189 w 16856"/>
                        <a:gd name="connsiteY4" fmla="*/ 14863 h 177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56" h="17738">
                          <a:moveTo>
                            <a:pt x="2189" y="14863"/>
                          </a:moveTo>
                          <a:cubicBezTo>
                            <a:pt x="-954" y="11244"/>
                            <a:pt x="-668" y="5719"/>
                            <a:pt x="2761" y="2386"/>
                          </a:cubicBezTo>
                          <a:cubicBezTo>
                            <a:pt x="6190" y="-948"/>
                            <a:pt x="11524" y="-758"/>
                            <a:pt x="14667" y="2767"/>
                          </a:cubicBezTo>
                          <a:cubicBezTo>
                            <a:pt x="17810" y="6291"/>
                            <a:pt x="17525" y="11911"/>
                            <a:pt x="14095" y="15244"/>
                          </a:cubicBezTo>
                          <a:cubicBezTo>
                            <a:pt x="10571" y="18769"/>
                            <a:pt x="5333" y="18483"/>
                            <a:pt x="2189" y="1486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80" name="Forme libre : forme 579">
                      <a:extLst>
                        <a:ext uri="{FF2B5EF4-FFF2-40B4-BE49-F238E27FC236}">
                          <a16:creationId xmlns:a16="http://schemas.microsoft.com/office/drawing/2014/main" id="{0BFC6E1E-40CA-483E-8FEF-73582355CE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83997" y="4343187"/>
                      <a:ext cx="6338" cy="6548"/>
                    </a:xfrm>
                    <a:custGeom>
                      <a:avLst/>
                      <a:gdLst>
                        <a:gd name="connsiteX0" fmla="*/ 73 w 6338"/>
                        <a:gd name="connsiteY0" fmla="*/ 4417 h 6548"/>
                        <a:gd name="connsiteX1" fmla="*/ 2550 w 6338"/>
                        <a:gd name="connsiteY1" fmla="*/ 226 h 6548"/>
                        <a:gd name="connsiteX2" fmla="*/ 6265 w 6338"/>
                        <a:gd name="connsiteY2" fmla="*/ 2131 h 6548"/>
                        <a:gd name="connsiteX3" fmla="*/ 3788 w 6338"/>
                        <a:gd name="connsiteY3" fmla="*/ 6322 h 6548"/>
                        <a:gd name="connsiteX4" fmla="*/ 73 w 6338"/>
                        <a:gd name="connsiteY4" fmla="*/ 4417 h 6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38" h="6548">
                          <a:moveTo>
                            <a:pt x="73" y="4417"/>
                          </a:moveTo>
                          <a:cubicBezTo>
                            <a:pt x="-307" y="2703"/>
                            <a:pt x="836" y="893"/>
                            <a:pt x="2550" y="226"/>
                          </a:cubicBezTo>
                          <a:cubicBezTo>
                            <a:pt x="4264" y="-440"/>
                            <a:pt x="5884" y="417"/>
                            <a:pt x="6265" y="2131"/>
                          </a:cubicBezTo>
                          <a:cubicBezTo>
                            <a:pt x="6646" y="3846"/>
                            <a:pt x="5503" y="5751"/>
                            <a:pt x="3788" y="6322"/>
                          </a:cubicBezTo>
                          <a:cubicBezTo>
                            <a:pt x="2169" y="6989"/>
                            <a:pt x="454" y="6132"/>
                            <a:pt x="73" y="441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581" name="Graphique 15">
                  <a:extLst>
                    <a:ext uri="{FF2B5EF4-FFF2-40B4-BE49-F238E27FC236}">
                      <a16:creationId xmlns:a16="http://schemas.microsoft.com/office/drawing/2014/main" id="{BDAF0F09-71E4-4BB2-827B-9C4682DC73E2}"/>
                    </a:ext>
                  </a:extLst>
                </p:cNvPr>
                <p:cNvGrpSpPr/>
                <p:nvPr/>
              </p:nvGrpSpPr>
              <p:grpSpPr>
                <a:xfrm>
                  <a:off x="11182319" y="4166627"/>
                  <a:ext cx="65839" cy="112136"/>
                  <a:chOff x="11182319" y="4166627"/>
                  <a:chExt cx="65839" cy="112136"/>
                </a:xfrm>
                <a:solidFill>
                  <a:schemeClr val="accent1"/>
                </a:solidFill>
              </p:grpSpPr>
              <p:grpSp>
                <p:nvGrpSpPr>
                  <p:cNvPr id="582" name="Graphique 15">
                    <a:extLst>
                      <a:ext uri="{FF2B5EF4-FFF2-40B4-BE49-F238E27FC236}">
                        <a16:creationId xmlns:a16="http://schemas.microsoft.com/office/drawing/2014/main" id="{191985D6-AB03-41BD-B1EE-E493C54BDB9D}"/>
                      </a:ext>
                    </a:extLst>
                  </p:cNvPr>
                  <p:cNvGrpSpPr/>
                  <p:nvPr/>
                </p:nvGrpSpPr>
                <p:grpSpPr>
                  <a:xfrm>
                    <a:off x="11182319" y="4166627"/>
                    <a:ext cx="37364" cy="41347"/>
                    <a:chOff x="11182319" y="4166627"/>
                    <a:chExt cx="37364" cy="41347"/>
                  </a:xfrm>
                  <a:solidFill>
                    <a:schemeClr val="accent1"/>
                  </a:solidFill>
                </p:grpSpPr>
                <p:sp>
                  <p:nvSpPr>
                    <p:cNvPr id="583" name="Forme libre : forme 582">
                      <a:extLst>
                        <a:ext uri="{FF2B5EF4-FFF2-40B4-BE49-F238E27FC236}">
                          <a16:creationId xmlns:a16="http://schemas.microsoft.com/office/drawing/2014/main" id="{337DB45D-6099-4597-AC38-BA315FD0C0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82344" y="4166627"/>
                      <a:ext cx="37329" cy="41347"/>
                    </a:xfrm>
                    <a:custGeom>
                      <a:avLst/>
                      <a:gdLst>
                        <a:gd name="connsiteX0" fmla="*/ 37171 w 37329"/>
                        <a:gd name="connsiteY0" fmla="*/ 20672 h 41347"/>
                        <a:gd name="connsiteX1" fmla="*/ 15549 w 37329"/>
                        <a:gd name="connsiteY1" fmla="*/ 41341 h 41347"/>
                        <a:gd name="connsiteX2" fmla="*/ 214 w 37329"/>
                        <a:gd name="connsiteY2" fmla="*/ 20387 h 41347"/>
                        <a:gd name="connsiteX3" fmla="*/ 7644 w 37329"/>
                        <a:gd name="connsiteY3" fmla="*/ 6099 h 41347"/>
                        <a:gd name="connsiteX4" fmla="*/ 21169 w 37329"/>
                        <a:gd name="connsiteY4" fmla="*/ 3 h 41347"/>
                        <a:gd name="connsiteX5" fmla="*/ 37171 w 37329"/>
                        <a:gd name="connsiteY5" fmla="*/ 20672 h 41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329" h="41347">
                          <a:moveTo>
                            <a:pt x="37171" y="20672"/>
                          </a:moveTo>
                          <a:cubicBezTo>
                            <a:pt x="35457" y="32197"/>
                            <a:pt x="25741" y="41627"/>
                            <a:pt x="15549" y="41341"/>
                          </a:cubicBezTo>
                          <a:cubicBezTo>
                            <a:pt x="5453" y="41056"/>
                            <a:pt x="-1310" y="31531"/>
                            <a:pt x="214" y="20387"/>
                          </a:cubicBezTo>
                          <a:cubicBezTo>
                            <a:pt x="976" y="14767"/>
                            <a:pt x="3738" y="9719"/>
                            <a:pt x="7644" y="6099"/>
                          </a:cubicBezTo>
                          <a:cubicBezTo>
                            <a:pt x="11358" y="2384"/>
                            <a:pt x="16121" y="3"/>
                            <a:pt x="21169" y="3"/>
                          </a:cubicBezTo>
                          <a:cubicBezTo>
                            <a:pt x="31266" y="-187"/>
                            <a:pt x="38505" y="8956"/>
                            <a:pt x="37171" y="2067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84" name="Forme libre : forme 583">
                      <a:extLst>
                        <a:ext uri="{FF2B5EF4-FFF2-40B4-BE49-F238E27FC236}">
                          <a16:creationId xmlns:a16="http://schemas.microsoft.com/office/drawing/2014/main" id="{66E4D61C-B770-469B-B7BB-70A7D291A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82319" y="4176917"/>
                      <a:ext cx="37364" cy="30962"/>
                    </a:xfrm>
                    <a:custGeom>
                      <a:avLst/>
                      <a:gdLst>
                        <a:gd name="connsiteX0" fmla="*/ 18718 w 37364"/>
                        <a:gd name="connsiteY0" fmla="*/ 10763 h 30962"/>
                        <a:gd name="connsiteX1" fmla="*/ 4144 w 37364"/>
                        <a:gd name="connsiteY1" fmla="*/ 0 h 30962"/>
                        <a:gd name="connsiteX2" fmla="*/ 239 w 37364"/>
                        <a:gd name="connsiteY2" fmla="*/ 10001 h 30962"/>
                        <a:gd name="connsiteX3" fmla="*/ 15574 w 37364"/>
                        <a:gd name="connsiteY3" fmla="*/ 30956 h 30962"/>
                        <a:gd name="connsiteX4" fmla="*/ 37196 w 37364"/>
                        <a:gd name="connsiteY4" fmla="*/ 10287 h 30962"/>
                        <a:gd name="connsiteX5" fmla="*/ 35958 w 37364"/>
                        <a:gd name="connsiteY5" fmla="*/ 95 h 30962"/>
                        <a:gd name="connsiteX6" fmla="*/ 18718 w 37364"/>
                        <a:gd name="connsiteY6" fmla="*/ 10763 h 30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364" h="30962">
                          <a:moveTo>
                            <a:pt x="18718" y="10763"/>
                          </a:moveTo>
                          <a:cubicBezTo>
                            <a:pt x="11764" y="10668"/>
                            <a:pt x="6431" y="6287"/>
                            <a:pt x="4144" y="0"/>
                          </a:cubicBezTo>
                          <a:cubicBezTo>
                            <a:pt x="2144" y="2953"/>
                            <a:pt x="715" y="6287"/>
                            <a:pt x="239" y="10001"/>
                          </a:cubicBezTo>
                          <a:cubicBezTo>
                            <a:pt x="-1380" y="21241"/>
                            <a:pt x="5383" y="30766"/>
                            <a:pt x="15574" y="30956"/>
                          </a:cubicBezTo>
                          <a:cubicBezTo>
                            <a:pt x="25671" y="31242"/>
                            <a:pt x="35482" y="21812"/>
                            <a:pt x="37196" y="10287"/>
                          </a:cubicBezTo>
                          <a:cubicBezTo>
                            <a:pt x="37672" y="6572"/>
                            <a:pt x="37101" y="3143"/>
                            <a:pt x="35958" y="95"/>
                          </a:cubicBezTo>
                          <a:cubicBezTo>
                            <a:pt x="32243" y="6667"/>
                            <a:pt x="25576" y="10858"/>
                            <a:pt x="18718" y="1076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85" name="Forme libre : forme 584">
                      <a:extLst>
                        <a:ext uri="{FF2B5EF4-FFF2-40B4-BE49-F238E27FC236}">
                          <a16:creationId xmlns:a16="http://schemas.microsoft.com/office/drawing/2014/main" id="{71B6F306-7122-4C0F-9312-53E62CE953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00682" y="4174107"/>
                      <a:ext cx="15788" cy="19479"/>
                    </a:xfrm>
                    <a:custGeom>
                      <a:avLst/>
                      <a:gdLst>
                        <a:gd name="connsiteX0" fmla="*/ 15214 w 15788"/>
                        <a:gd name="connsiteY0" fmla="*/ 5857 h 19479"/>
                        <a:gd name="connsiteX1" fmla="*/ 10546 w 15788"/>
                        <a:gd name="connsiteY1" fmla="*/ 18716 h 19479"/>
                        <a:gd name="connsiteX2" fmla="*/ 450 w 15788"/>
                        <a:gd name="connsiteY2" fmla="*/ 13573 h 19479"/>
                        <a:gd name="connsiteX3" fmla="*/ 5022 w 15788"/>
                        <a:gd name="connsiteY3" fmla="*/ 904 h 19479"/>
                        <a:gd name="connsiteX4" fmla="*/ 15214 w 15788"/>
                        <a:gd name="connsiteY4" fmla="*/ 5857 h 19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88" h="19479">
                          <a:moveTo>
                            <a:pt x="15214" y="5857"/>
                          </a:moveTo>
                          <a:cubicBezTo>
                            <a:pt x="16928" y="10906"/>
                            <a:pt x="14642" y="16621"/>
                            <a:pt x="10546" y="18716"/>
                          </a:cubicBezTo>
                          <a:cubicBezTo>
                            <a:pt x="6451" y="20812"/>
                            <a:pt x="1974" y="18430"/>
                            <a:pt x="450" y="13573"/>
                          </a:cubicBezTo>
                          <a:cubicBezTo>
                            <a:pt x="-979" y="8620"/>
                            <a:pt x="1117" y="3095"/>
                            <a:pt x="5022" y="904"/>
                          </a:cubicBezTo>
                          <a:cubicBezTo>
                            <a:pt x="9118" y="-1381"/>
                            <a:pt x="13690" y="809"/>
                            <a:pt x="15214" y="585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86" name="Forme libre : forme 585">
                      <a:extLst>
                        <a:ext uri="{FF2B5EF4-FFF2-40B4-BE49-F238E27FC236}">
                          <a16:creationId xmlns:a16="http://schemas.microsoft.com/office/drawing/2014/main" id="{DCF1999E-4F7B-48A4-9170-92637C1874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00803" y="4174821"/>
                      <a:ext cx="6063" cy="6858"/>
                    </a:xfrm>
                    <a:custGeom>
                      <a:avLst/>
                      <a:gdLst>
                        <a:gd name="connsiteX0" fmla="*/ 6045 w 6063"/>
                        <a:gd name="connsiteY0" fmla="*/ 3429 h 6858"/>
                        <a:gd name="connsiteX1" fmla="*/ 2615 w 6063"/>
                        <a:gd name="connsiteY1" fmla="*/ 6858 h 6858"/>
                        <a:gd name="connsiteX2" fmla="*/ 44 w 6063"/>
                        <a:gd name="connsiteY2" fmla="*/ 3429 h 6858"/>
                        <a:gd name="connsiteX3" fmla="*/ 3378 w 6063"/>
                        <a:gd name="connsiteY3" fmla="*/ 0 h 6858"/>
                        <a:gd name="connsiteX4" fmla="*/ 6045 w 6063"/>
                        <a:gd name="connsiteY4" fmla="*/ 3429 h 68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63" h="6858">
                          <a:moveTo>
                            <a:pt x="6045" y="3429"/>
                          </a:moveTo>
                          <a:cubicBezTo>
                            <a:pt x="5854" y="5334"/>
                            <a:pt x="4235" y="6858"/>
                            <a:pt x="2615" y="6858"/>
                          </a:cubicBezTo>
                          <a:cubicBezTo>
                            <a:pt x="901" y="6858"/>
                            <a:pt x="-242" y="5334"/>
                            <a:pt x="44" y="3429"/>
                          </a:cubicBezTo>
                          <a:cubicBezTo>
                            <a:pt x="234" y="1524"/>
                            <a:pt x="1758" y="0"/>
                            <a:pt x="3378" y="0"/>
                          </a:cubicBezTo>
                          <a:cubicBezTo>
                            <a:pt x="4997" y="0"/>
                            <a:pt x="6235" y="1524"/>
                            <a:pt x="6045" y="34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587" name="Graphique 15">
                    <a:extLst>
                      <a:ext uri="{FF2B5EF4-FFF2-40B4-BE49-F238E27FC236}">
                        <a16:creationId xmlns:a16="http://schemas.microsoft.com/office/drawing/2014/main" id="{4C91367E-3CE6-4CB4-ACBC-AFBBE581DB41}"/>
                      </a:ext>
                    </a:extLst>
                  </p:cNvPr>
                  <p:cNvGrpSpPr/>
                  <p:nvPr/>
                </p:nvGrpSpPr>
                <p:grpSpPr>
                  <a:xfrm>
                    <a:off x="11191205" y="4204538"/>
                    <a:ext cx="37504" cy="42125"/>
                    <a:chOff x="11191205" y="4204538"/>
                    <a:chExt cx="37504" cy="42125"/>
                  </a:xfrm>
                  <a:solidFill>
                    <a:schemeClr val="accent1"/>
                  </a:solidFill>
                </p:grpSpPr>
                <p:sp>
                  <p:nvSpPr>
                    <p:cNvPr id="588" name="Forme libre : forme 587">
                      <a:extLst>
                        <a:ext uri="{FF2B5EF4-FFF2-40B4-BE49-F238E27FC236}">
                          <a16:creationId xmlns:a16="http://schemas.microsoft.com/office/drawing/2014/main" id="{D9A7187A-2203-402C-BA88-D4229E6914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1205" y="4204538"/>
                      <a:ext cx="37420" cy="42125"/>
                    </a:xfrm>
                    <a:custGeom>
                      <a:avLst/>
                      <a:gdLst>
                        <a:gd name="connsiteX0" fmla="*/ 37073 w 37420"/>
                        <a:gd name="connsiteY0" fmla="*/ 21337 h 42125"/>
                        <a:gd name="connsiteX1" fmla="*/ 14785 w 37420"/>
                        <a:gd name="connsiteY1" fmla="*/ 42101 h 42125"/>
                        <a:gd name="connsiteX2" fmla="*/ 402 w 37420"/>
                        <a:gd name="connsiteY2" fmla="*/ 20479 h 42125"/>
                        <a:gd name="connsiteX3" fmla="*/ 22024 w 37420"/>
                        <a:gd name="connsiteY3" fmla="*/ 1 h 42125"/>
                        <a:gd name="connsiteX4" fmla="*/ 37073 w 37420"/>
                        <a:gd name="connsiteY4" fmla="*/ 21337 h 42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420" h="42125">
                          <a:moveTo>
                            <a:pt x="37073" y="21337"/>
                          </a:moveTo>
                          <a:cubicBezTo>
                            <a:pt x="35264" y="33243"/>
                            <a:pt x="25072" y="42673"/>
                            <a:pt x="14785" y="42101"/>
                          </a:cubicBezTo>
                          <a:cubicBezTo>
                            <a:pt x="4593" y="41625"/>
                            <a:pt x="-1693" y="31814"/>
                            <a:pt x="402" y="20479"/>
                          </a:cubicBezTo>
                          <a:cubicBezTo>
                            <a:pt x="2212" y="8954"/>
                            <a:pt x="11832" y="-95"/>
                            <a:pt x="22024" y="1"/>
                          </a:cubicBezTo>
                          <a:cubicBezTo>
                            <a:pt x="32216" y="1"/>
                            <a:pt x="39074" y="9430"/>
                            <a:pt x="37073" y="2133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89" name="Forme libre : forme 588">
                      <a:extLst>
                        <a:ext uri="{FF2B5EF4-FFF2-40B4-BE49-F238E27FC236}">
                          <a16:creationId xmlns:a16="http://schemas.microsoft.com/office/drawing/2014/main" id="{955D0F35-C2C5-4831-BB59-DDD97E33D2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1300" y="4214636"/>
                      <a:ext cx="37408" cy="31933"/>
                    </a:xfrm>
                    <a:custGeom>
                      <a:avLst/>
                      <a:gdLst>
                        <a:gd name="connsiteX0" fmla="*/ 18690 w 37408"/>
                        <a:gd name="connsiteY0" fmla="*/ 11335 h 31933"/>
                        <a:gd name="connsiteX1" fmla="*/ 4498 w 37408"/>
                        <a:gd name="connsiteY1" fmla="*/ 0 h 31933"/>
                        <a:gd name="connsiteX2" fmla="*/ 402 w 37408"/>
                        <a:gd name="connsiteY2" fmla="*/ 10287 h 31933"/>
                        <a:gd name="connsiteX3" fmla="*/ 14785 w 37408"/>
                        <a:gd name="connsiteY3" fmla="*/ 31909 h 31933"/>
                        <a:gd name="connsiteX4" fmla="*/ 37073 w 37408"/>
                        <a:gd name="connsiteY4" fmla="*/ 11144 h 31933"/>
                        <a:gd name="connsiteX5" fmla="*/ 36406 w 37408"/>
                        <a:gd name="connsiteY5" fmla="*/ 857 h 31933"/>
                        <a:gd name="connsiteX6" fmla="*/ 18690 w 37408"/>
                        <a:gd name="connsiteY6" fmla="*/ 11335 h 31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08" h="31933">
                          <a:moveTo>
                            <a:pt x="18690" y="11335"/>
                          </a:moveTo>
                          <a:cubicBezTo>
                            <a:pt x="11737" y="11144"/>
                            <a:pt x="6593" y="6477"/>
                            <a:pt x="4498" y="0"/>
                          </a:cubicBezTo>
                          <a:cubicBezTo>
                            <a:pt x="2498" y="3048"/>
                            <a:pt x="974" y="6477"/>
                            <a:pt x="402" y="10287"/>
                          </a:cubicBezTo>
                          <a:cubicBezTo>
                            <a:pt x="-1693" y="21622"/>
                            <a:pt x="4593" y="31432"/>
                            <a:pt x="14785" y="31909"/>
                          </a:cubicBezTo>
                          <a:cubicBezTo>
                            <a:pt x="25167" y="32480"/>
                            <a:pt x="35263" y="23146"/>
                            <a:pt x="37073" y="11144"/>
                          </a:cubicBezTo>
                          <a:cubicBezTo>
                            <a:pt x="37740" y="7334"/>
                            <a:pt x="37359" y="3905"/>
                            <a:pt x="36406" y="857"/>
                          </a:cubicBezTo>
                          <a:cubicBezTo>
                            <a:pt x="32025" y="7334"/>
                            <a:pt x="25453" y="11525"/>
                            <a:pt x="18690" y="1133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90" name="Forme libre : forme 589">
                      <a:extLst>
                        <a:ext uri="{FF2B5EF4-FFF2-40B4-BE49-F238E27FC236}">
                          <a16:creationId xmlns:a16="http://schemas.microsoft.com/office/drawing/2014/main" id="{18CF9EE4-D3EF-42B1-A423-B1F2AAB9A5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09601" y="4212202"/>
                      <a:ext cx="15819" cy="19943"/>
                    </a:xfrm>
                    <a:custGeom>
                      <a:avLst/>
                      <a:gdLst>
                        <a:gd name="connsiteX0" fmla="*/ 15439 w 15819"/>
                        <a:gd name="connsiteY0" fmla="*/ 6149 h 19943"/>
                        <a:gd name="connsiteX1" fmla="*/ 10295 w 15819"/>
                        <a:gd name="connsiteY1" fmla="*/ 19198 h 19943"/>
                        <a:gd name="connsiteX2" fmla="*/ 389 w 15819"/>
                        <a:gd name="connsiteY2" fmla="*/ 13673 h 19943"/>
                        <a:gd name="connsiteX3" fmla="*/ 5438 w 15819"/>
                        <a:gd name="connsiteY3" fmla="*/ 719 h 19943"/>
                        <a:gd name="connsiteX4" fmla="*/ 15439 w 15819"/>
                        <a:gd name="connsiteY4" fmla="*/ 6149 h 19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19" h="19943">
                          <a:moveTo>
                            <a:pt x="15439" y="6149"/>
                          </a:moveTo>
                          <a:cubicBezTo>
                            <a:pt x="16773" y="11197"/>
                            <a:pt x="14487" y="17102"/>
                            <a:pt x="10295" y="19198"/>
                          </a:cubicBezTo>
                          <a:cubicBezTo>
                            <a:pt x="6104" y="21294"/>
                            <a:pt x="1723" y="18817"/>
                            <a:pt x="389" y="13673"/>
                          </a:cubicBezTo>
                          <a:cubicBezTo>
                            <a:pt x="-944" y="8625"/>
                            <a:pt x="1247" y="2815"/>
                            <a:pt x="5438" y="719"/>
                          </a:cubicBezTo>
                          <a:cubicBezTo>
                            <a:pt x="9629" y="-1281"/>
                            <a:pt x="14105" y="1005"/>
                            <a:pt x="15439" y="614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91" name="Forme libre : forme 590">
                      <a:extLst>
                        <a:ext uri="{FF2B5EF4-FFF2-40B4-BE49-F238E27FC236}">
                          <a16:creationId xmlns:a16="http://schemas.microsoft.com/office/drawing/2014/main" id="{CDA7A634-EC2B-45BE-A5A0-D4F08041D9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09753" y="4212921"/>
                      <a:ext cx="6216" cy="6953"/>
                    </a:xfrm>
                    <a:custGeom>
                      <a:avLst/>
                      <a:gdLst>
                        <a:gd name="connsiteX0" fmla="*/ 6143 w 6216"/>
                        <a:gd name="connsiteY0" fmla="*/ 3524 h 6953"/>
                        <a:gd name="connsiteX1" fmla="*/ 2523 w 6216"/>
                        <a:gd name="connsiteY1" fmla="*/ 6953 h 6953"/>
                        <a:gd name="connsiteX2" fmla="*/ 47 w 6216"/>
                        <a:gd name="connsiteY2" fmla="*/ 3429 h 6953"/>
                        <a:gd name="connsiteX3" fmla="*/ 3666 w 6216"/>
                        <a:gd name="connsiteY3" fmla="*/ 0 h 6953"/>
                        <a:gd name="connsiteX4" fmla="*/ 6143 w 6216"/>
                        <a:gd name="connsiteY4" fmla="*/ 3524 h 6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16" h="6953">
                          <a:moveTo>
                            <a:pt x="6143" y="3524"/>
                          </a:moveTo>
                          <a:cubicBezTo>
                            <a:pt x="5857" y="5429"/>
                            <a:pt x="4238" y="6953"/>
                            <a:pt x="2523" y="6953"/>
                          </a:cubicBezTo>
                          <a:cubicBezTo>
                            <a:pt x="809" y="6953"/>
                            <a:pt x="-239" y="5334"/>
                            <a:pt x="47" y="3429"/>
                          </a:cubicBezTo>
                          <a:cubicBezTo>
                            <a:pt x="333" y="1524"/>
                            <a:pt x="1952" y="0"/>
                            <a:pt x="3666" y="0"/>
                          </a:cubicBezTo>
                          <a:cubicBezTo>
                            <a:pt x="5381" y="0"/>
                            <a:pt x="6524" y="1619"/>
                            <a:pt x="6143" y="352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592" name="Graphique 15">
                    <a:extLst>
                      <a:ext uri="{FF2B5EF4-FFF2-40B4-BE49-F238E27FC236}">
                        <a16:creationId xmlns:a16="http://schemas.microsoft.com/office/drawing/2014/main" id="{9ECDB969-06F8-470C-B7CE-2FAA746936E6}"/>
                      </a:ext>
                    </a:extLst>
                  </p:cNvPr>
                  <p:cNvGrpSpPr/>
                  <p:nvPr/>
                </p:nvGrpSpPr>
                <p:grpSpPr>
                  <a:xfrm>
                    <a:off x="11209922" y="4235686"/>
                    <a:ext cx="38237" cy="43077"/>
                    <a:chOff x="11209922" y="4235686"/>
                    <a:chExt cx="38237" cy="43077"/>
                  </a:xfrm>
                  <a:solidFill>
                    <a:schemeClr val="accent1"/>
                  </a:solidFill>
                </p:grpSpPr>
                <p:sp>
                  <p:nvSpPr>
                    <p:cNvPr id="593" name="Forme libre : forme 592">
                      <a:extLst>
                        <a:ext uri="{FF2B5EF4-FFF2-40B4-BE49-F238E27FC236}">
                          <a16:creationId xmlns:a16="http://schemas.microsoft.com/office/drawing/2014/main" id="{C015E935-01EE-4E3F-9239-C4E18EC09A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09922" y="4235686"/>
                      <a:ext cx="38237" cy="43077"/>
                    </a:xfrm>
                    <a:custGeom>
                      <a:avLst/>
                      <a:gdLst>
                        <a:gd name="connsiteX0" fmla="*/ 37788 w 38237"/>
                        <a:gd name="connsiteY0" fmla="*/ 22098 h 43077"/>
                        <a:gd name="connsiteX1" fmla="*/ 14452 w 38237"/>
                        <a:gd name="connsiteY1" fmla="*/ 43053 h 43077"/>
                        <a:gd name="connsiteX2" fmla="*/ 545 w 38237"/>
                        <a:gd name="connsiteY2" fmla="*/ 20764 h 43077"/>
                        <a:gd name="connsiteX3" fmla="*/ 23214 w 38237"/>
                        <a:gd name="connsiteY3" fmla="*/ 0 h 43077"/>
                        <a:gd name="connsiteX4" fmla="*/ 37788 w 38237"/>
                        <a:gd name="connsiteY4" fmla="*/ 22098 h 43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237" h="43077">
                          <a:moveTo>
                            <a:pt x="37788" y="22098"/>
                          </a:moveTo>
                          <a:cubicBezTo>
                            <a:pt x="35216" y="34100"/>
                            <a:pt x="24643" y="43625"/>
                            <a:pt x="14452" y="43053"/>
                          </a:cubicBezTo>
                          <a:cubicBezTo>
                            <a:pt x="4260" y="42481"/>
                            <a:pt x="-1931" y="32385"/>
                            <a:pt x="545" y="20764"/>
                          </a:cubicBezTo>
                          <a:cubicBezTo>
                            <a:pt x="3117" y="9144"/>
                            <a:pt x="13118" y="0"/>
                            <a:pt x="23214" y="0"/>
                          </a:cubicBezTo>
                          <a:cubicBezTo>
                            <a:pt x="33406" y="95"/>
                            <a:pt x="40074" y="9906"/>
                            <a:pt x="37788" y="2209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94" name="Forme libre : forme 593">
                      <a:extLst>
                        <a:ext uri="{FF2B5EF4-FFF2-40B4-BE49-F238E27FC236}">
                          <a16:creationId xmlns:a16="http://schemas.microsoft.com/office/drawing/2014/main" id="{B599FC37-BA83-48D1-A141-C5C57ADC13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09922" y="4246068"/>
                      <a:ext cx="38224" cy="32695"/>
                    </a:xfrm>
                    <a:custGeom>
                      <a:avLst/>
                      <a:gdLst>
                        <a:gd name="connsiteX0" fmla="*/ 19119 w 38224"/>
                        <a:gd name="connsiteY0" fmla="*/ 11621 h 32695"/>
                        <a:gd name="connsiteX1" fmla="*/ 5212 w 38224"/>
                        <a:gd name="connsiteY1" fmla="*/ 0 h 32695"/>
                        <a:gd name="connsiteX2" fmla="*/ 545 w 38224"/>
                        <a:gd name="connsiteY2" fmla="*/ 10382 h 32695"/>
                        <a:gd name="connsiteX3" fmla="*/ 14452 w 38224"/>
                        <a:gd name="connsiteY3" fmla="*/ 32671 h 32695"/>
                        <a:gd name="connsiteX4" fmla="*/ 37788 w 38224"/>
                        <a:gd name="connsiteY4" fmla="*/ 11716 h 32695"/>
                        <a:gd name="connsiteX5" fmla="*/ 37312 w 38224"/>
                        <a:gd name="connsiteY5" fmla="*/ 1048 h 32695"/>
                        <a:gd name="connsiteX6" fmla="*/ 19119 w 38224"/>
                        <a:gd name="connsiteY6" fmla="*/ 11621 h 326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224" h="32695">
                          <a:moveTo>
                            <a:pt x="19119" y="11621"/>
                          </a:moveTo>
                          <a:cubicBezTo>
                            <a:pt x="12070" y="11335"/>
                            <a:pt x="7022" y="6572"/>
                            <a:pt x="5212" y="0"/>
                          </a:cubicBezTo>
                          <a:cubicBezTo>
                            <a:pt x="3021" y="3048"/>
                            <a:pt x="1307" y="6572"/>
                            <a:pt x="545" y="10382"/>
                          </a:cubicBezTo>
                          <a:cubicBezTo>
                            <a:pt x="-1931" y="22003"/>
                            <a:pt x="4260" y="32195"/>
                            <a:pt x="14452" y="32671"/>
                          </a:cubicBezTo>
                          <a:cubicBezTo>
                            <a:pt x="24643" y="33242"/>
                            <a:pt x="35216" y="23717"/>
                            <a:pt x="37788" y="11716"/>
                          </a:cubicBezTo>
                          <a:cubicBezTo>
                            <a:pt x="38550" y="7906"/>
                            <a:pt x="38264" y="4286"/>
                            <a:pt x="37312" y="1048"/>
                          </a:cubicBezTo>
                          <a:cubicBezTo>
                            <a:pt x="33121" y="7715"/>
                            <a:pt x="26072" y="11906"/>
                            <a:pt x="19119" y="116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95" name="Forme libre : forme 594">
                      <a:extLst>
                        <a:ext uri="{FF2B5EF4-FFF2-40B4-BE49-F238E27FC236}">
                          <a16:creationId xmlns:a16="http://schemas.microsoft.com/office/drawing/2014/main" id="{3B3AAE8A-592C-44EC-B33F-31CE7F35B7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28870" y="4243692"/>
                      <a:ext cx="16129" cy="20345"/>
                    </a:xfrm>
                    <a:custGeom>
                      <a:avLst/>
                      <a:gdLst>
                        <a:gd name="connsiteX0" fmla="*/ 15792 w 16129"/>
                        <a:gd name="connsiteY0" fmla="*/ 6376 h 20345"/>
                        <a:gd name="connsiteX1" fmla="*/ 10077 w 16129"/>
                        <a:gd name="connsiteY1" fmla="*/ 19616 h 20345"/>
                        <a:gd name="connsiteX2" fmla="*/ 266 w 16129"/>
                        <a:gd name="connsiteY2" fmla="*/ 13901 h 20345"/>
                        <a:gd name="connsiteX3" fmla="*/ 5886 w 16129"/>
                        <a:gd name="connsiteY3" fmla="*/ 756 h 20345"/>
                        <a:gd name="connsiteX4" fmla="*/ 15792 w 16129"/>
                        <a:gd name="connsiteY4" fmla="*/ 6376 h 203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29" h="20345">
                          <a:moveTo>
                            <a:pt x="15792" y="6376"/>
                          </a:moveTo>
                          <a:cubicBezTo>
                            <a:pt x="17125" y="11710"/>
                            <a:pt x="14363" y="17520"/>
                            <a:pt x="10077" y="19616"/>
                          </a:cubicBezTo>
                          <a:cubicBezTo>
                            <a:pt x="5790" y="21711"/>
                            <a:pt x="1409" y="19140"/>
                            <a:pt x="266" y="13901"/>
                          </a:cubicBezTo>
                          <a:cubicBezTo>
                            <a:pt x="-877" y="8757"/>
                            <a:pt x="1790" y="2947"/>
                            <a:pt x="5886" y="756"/>
                          </a:cubicBezTo>
                          <a:cubicBezTo>
                            <a:pt x="10077" y="-1339"/>
                            <a:pt x="14553" y="1042"/>
                            <a:pt x="15792" y="637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596" name="Forme libre : forme 595">
                      <a:extLst>
                        <a:ext uri="{FF2B5EF4-FFF2-40B4-BE49-F238E27FC236}">
                          <a16:creationId xmlns:a16="http://schemas.microsoft.com/office/drawing/2014/main" id="{DDDBAABB-D7FF-4250-A2D1-AF0F4A36A8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29438" y="4244353"/>
                      <a:ext cx="6221" cy="7147"/>
                    </a:xfrm>
                    <a:custGeom>
                      <a:avLst/>
                      <a:gdLst>
                        <a:gd name="connsiteX0" fmla="*/ 6174 w 6221"/>
                        <a:gd name="connsiteY0" fmla="*/ 3715 h 7147"/>
                        <a:gd name="connsiteX1" fmla="*/ 2459 w 6221"/>
                        <a:gd name="connsiteY1" fmla="*/ 7144 h 7147"/>
                        <a:gd name="connsiteX2" fmla="*/ 78 w 6221"/>
                        <a:gd name="connsiteY2" fmla="*/ 3524 h 7147"/>
                        <a:gd name="connsiteX3" fmla="*/ 3793 w 6221"/>
                        <a:gd name="connsiteY3" fmla="*/ 0 h 7147"/>
                        <a:gd name="connsiteX4" fmla="*/ 6174 w 6221"/>
                        <a:gd name="connsiteY4" fmla="*/ 3715 h 7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1" h="7147">
                          <a:moveTo>
                            <a:pt x="6174" y="3715"/>
                          </a:moveTo>
                          <a:cubicBezTo>
                            <a:pt x="5889" y="5715"/>
                            <a:pt x="4079" y="7239"/>
                            <a:pt x="2459" y="7144"/>
                          </a:cubicBezTo>
                          <a:cubicBezTo>
                            <a:pt x="745" y="7048"/>
                            <a:pt x="-303" y="5429"/>
                            <a:pt x="78" y="3524"/>
                          </a:cubicBezTo>
                          <a:cubicBezTo>
                            <a:pt x="459" y="1619"/>
                            <a:pt x="2079" y="0"/>
                            <a:pt x="3793" y="0"/>
                          </a:cubicBezTo>
                          <a:cubicBezTo>
                            <a:pt x="5412" y="95"/>
                            <a:pt x="6460" y="1714"/>
                            <a:pt x="6174" y="37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597" name="Graphique 15">
                <a:extLst>
                  <a:ext uri="{FF2B5EF4-FFF2-40B4-BE49-F238E27FC236}">
                    <a16:creationId xmlns:a16="http://schemas.microsoft.com/office/drawing/2014/main" id="{E18142DC-7C90-49B8-9FFC-24665FE73D78}"/>
                  </a:ext>
                </a:extLst>
              </p:cNvPr>
              <p:cNvGrpSpPr/>
              <p:nvPr/>
            </p:nvGrpSpPr>
            <p:grpSpPr>
              <a:xfrm>
                <a:off x="10604420" y="4192397"/>
                <a:ext cx="459361" cy="525349"/>
                <a:chOff x="10604420" y="4192397"/>
                <a:chExt cx="459361" cy="525349"/>
              </a:xfrm>
              <a:solidFill>
                <a:schemeClr val="accent1"/>
              </a:solidFill>
            </p:grpSpPr>
            <p:sp>
              <p:nvSpPr>
                <p:cNvPr id="598" name="Forme libre : forme 597">
                  <a:extLst>
                    <a:ext uri="{FF2B5EF4-FFF2-40B4-BE49-F238E27FC236}">
                      <a16:creationId xmlns:a16="http://schemas.microsoft.com/office/drawing/2014/main" id="{4AC09AB9-D4AF-4714-899C-BFE75BA4A042}"/>
                    </a:ext>
                  </a:extLst>
                </p:cNvPr>
                <p:cNvSpPr/>
                <p:nvPr/>
              </p:nvSpPr>
              <p:spPr>
                <a:xfrm>
                  <a:off x="10604516" y="4207094"/>
                  <a:ext cx="459266" cy="510652"/>
                </a:xfrm>
                <a:custGeom>
                  <a:avLst/>
                  <a:gdLst>
                    <a:gd name="connsiteX0" fmla="*/ 418880 w 459266"/>
                    <a:gd name="connsiteY0" fmla="*/ 245095 h 510652"/>
                    <a:gd name="connsiteX1" fmla="*/ 298294 w 459266"/>
                    <a:gd name="connsiteY1" fmla="*/ 310913 h 510652"/>
                    <a:gd name="connsiteX2" fmla="*/ 302961 w 459266"/>
                    <a:gd name="connsiteY2" fmla="*/ 253478 h 510652"/>
                    <a:gd name="connsiteX3" fmla="*/ 292960 w 459266"/>
                    <a:gd name="connsiteY3" fmla="*/ 198328 h 510652"/>
                    <a:gd name="connsiteX4" fmla="*/ 235333 w 459266"/>
                    <a:gd name="connsiteY4" fmla="*/ 101839 h 510652"/>
                    <a:gd name="connsiteX5" fmla="*/ 168849 w 459266"/>
                    <a:gd name="connsiteY5" fmla="*/ 43832 h 510652"/>
                    <a:gd name="connsiteX6" fmla="*/ 109603 w 459266"/>
                    <a:gd name="connsiteY6" fmla="*/ 11352 h 510652"/>
                    <a:gd name="connsiteX7" fmla="*/ 61978 w 459266"/>
                    <a:gd name="connsiteY7" fmla="*/ 112 h 510652"/>
                    <a:gd name="connsiteX8" fmla="*/ 27498 w 459266"/>
                    <a:gd name="connsiteY8" fmla="*/ 8590 h 510652"/>
                    <a:gd name="connsiteX9" fmla="*/ 5781 w 459266"/>
                    <a:gd name="connsiteY9" fmla="*/ 38879 h 510652"/>
                    <a:gd name="connsiteX10" fmla="*/ 1114 w 459266"/>
                    <a:gd name="connsiteY10" fmla="*/ 61835 h 510652"/>
                    <a:gd name="connsiteX11" fmla="*/ 161 w 459266"/>
                    <a:gd name="connsiteY11" fmla="*/ 89171 h 510652"/>
                    <a:gd name="connsiteX12" fmla="*/ 38547 w 459266"/>
                    <a:gd name="connsiteY12" fmla="*/ 233475 h 510652"/>
                    <a:gd name="connsiteX13" fmla="*/ 105793 w 459266"/>
                    <a:gd name="connsiteY13" fmla="*/ 323677 h 510652"/>
                    <a:gd name="connsiteX14" fmla="*/ 152942 w 459266"/>
                    <a:gd name="connsiteY14" fmla="*/ 353776 h 510652"/>
                    <a:gd name="connsiteX15" fmla="*/ 207806 w 459266"/>
                    <a:gd name="connsiteY15" fmla="*/ 371397 h 510652"/>
                    <a:gd name="connsiteX16" fmla="*/ 100745 w 459266"/>
                    <a:gd name="connsiteY16" fmla="*/ 457884 h 510652"/>
                    <a:gd name="connsiteX17" fmla="*/ 122653 w 459266"/>
                    <a:gd name="connsiteY17" fmla="*/ 510653 h 510652"/>
                    <a:gd name="connsiteX18" fmla="*/ 275339 w 459266"/>
                    <a:gd name="connsiteY18" fmla="*/ 374540 h 510652"/>
                    <a:gd name="connsiteX19" fmla="*/ 459266 w 459266"/>
                    <a:gd name="connsiteY19" fmla="*/ 285577 h 510652"/>
                    <a:gd name="connsiteX20" fmla="*/ 418880 w 459266"/>
                    <a:gd name="connsiteY20" fmla="*/ 245095 h 510652"/>
                    <a:gd name="connsiteX21" fmla="*/ 85886 w 459266"/>
                    <a:gd name="connsiteY21" fmla="*/ 209662 h 510652"/>
                    <a:gd name="connsiteX22" fmla="*/ 47215 w 459266"/>
                    <a:gd name="connsiteY22" fmla="*/ 97839 h 510652"/>
                    <a:gd name="connsiteX23" fmla="*/ 59121 w 459266"/>
                    <a:gd name="connsiteY23" fmla="*/ 56120 h 510652"/>
                    <a:gd name="connsiteX24" fmla="*/ 110175 w 459266"/>
                    <a:gd name="connsiteY24" fmla="*/ 62978 h 510652"/>
                    <a:gd name="connsiteX25" fmla="*/ 195233 w 459266"/>
                    <a:gd name="connsiteY25" fmla="*/ 136225 h 510652"/>
                    <a:gd name="connsiteX26" fmla="*/ 237239 w 459266"/>
                    <a:gd name="connsiteY26" fmla="*/ 220235 h 510652"/>
                    <a:gd name="connsiteX27" fmla="*/ 241906 w 459266"/>
                    <a:gd name="connsiteY27" fmla="*/ 266431 h 510652"/>
                    <a:gd name="connsiteX28" fmla="*/ 234762 w 459266"/>
                    <a:gd name="connsiteY28" fmla="*/ 313675 h 510652"/>
                    <a:gd name="connsiteX29" fmla="*/ 147418 w 459266"/>
                    <a:gd name="connsiteY29" fmla="*/ 280338 h 510652"/>
                    <a:gd name="connsiteX30" fmla="*/ 85886 w 459266"/>
                    <a:gd name="connsiteY30" fmla="*/ 209662 h 51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59266" h="510652">
                      <a:moveTo>
                        <a:pt x="418880" y="245095"/>
                      </a:moveTo>
                      <a:cubicBezTo>
                        <a:pt x="383638" y="279957"/>
                        <a:pt x="340680" y="302245"/>
                        <a:pt x="298294" y="310913"/>
                      </a:cubicBezTo>
                      <a:cubicBezTo>
                        <a:pt x="302199" y="291387"/>
                        <a:pt x="303723" y="272146"/>
                        <a:pt x="302961" y="253478"/>
                      </a:cubicBezTo>
                      <a:cubicBezTo>
                        <a:pt x="301913" y="234428"/>
                        <a:pt x="298484" y="215949"/>
                        <a:pt x="292960" y="198328"/>
                      </a:cubicBezTo>
                      <a:cubicBezTo>
                        <a:pt x="282006" y="163085"/>
                        <a:pt x="261908" y="130510"/>
                        <a:pt x="235333" y="101839"/>
                      </a:cubicBezTo>
                      <a:cubicBezTo>
                        <a:pt x="212664" y="77455"/>
                        <a:pt x="190185" y="58691"/>
                        <a:pt x="168849" y="43832"/>
                      </a:cubicBezTo>
                      <a:cubicBezTo>
                        <a:pt x="147418" y="28973"/>
                        <a:pt x="127415" y="18305"/>
                        <a:pt x="109603" y="11352"/>
                      </a:cubicBezTo>
                      <a:cubicBezTo>
                        <a:pt x="91696" y="4303"/>
                        <a:pt x="75504" y="208"/>
                        <a:pt x="61978" y="112"/>
                      </a:cubicBezTo>
                      <a:cubicBezTo>
                        <a:pt x="48072" y="-650"/>
                        <a:pt x="36737" y="2494"/>
                        <a:pt x="27498" y="8590"/>
                      </a:cubicBezTo>
                      <a:cubicBezTo>
                        <a:pt x="17306" y="15067"/>
                        <a:pt x="10448" y="25639"/>
                        <a:pt x="5781" y="38879"/>
                      </a:cubicBezTo>
                      <a:cubicBezTo>
                        <a:pt x="3495" y="45642"/>
                        <a:pt x="1971" y="53357"/>
                        <a:pt x="1114" y="61835"/>
                      </a:cubicBezTo>
                      <a:cubicBezTo>
                        <a:pt x="66" y="70121"/>
                        <a:pt x="-220" y="79265"/>
                        <a:pt x="161" y="89171"/>
                      </a:cubicBezTo>
                      <a:cubicBezTo>
                        <a:pt x="1876" y="128700"/>
                        <a:pt x="13496" y="178611"/>
                        <a:pt x="38547" y="233475"/>
                      </a:cubicBezTo>
                      <a:cubicBezTo>
                        <a:pt x="54740" y="268813"/>
                        <a:pt x="77314" y="300150"/>
                        <a:pt x="105793" y="323677"/>
                      </a:cubicBezTo>
                      <a:cubicBezTo>
                        <a:pt x="119986" y="335488"/>
                        <a:pt x="135797" y="345584"/>
                        <a:pt x="152942" y="353776"/>
                      </a:cubicBezTo>
                      <a:cubicBezTo>
                        <a:pt x="170182" y="362062"/>
                        <a:pt x="188280" y="367587"/>
                        <a:pt x="207806" y="371397"/>
                      </a:cubicBezTo>
                      <a:cubicBezTo>
                        <a:pt x="183899" y="407782"/>
                        <a:pt x="146465" y="438453"/>
                        <a:pt x="100745" y="457884"/>
                      </a:cubicBezTo>
                      <a:lnTo>
                        <a:pt x="122653" y="510653"/>
                      </a:lnTo>
                      <a:cubicBezTo>
                        <a:pt x="192566" y="481887"/>
                        <a:pt x="246382" y="430928"/>
                        <a:pt x="275339" y="374540"/>
                      </a:cubicBezTo>
                      <a:cubicBezTo>
                        <a:pt x="338394" y="369016"/>
                        <a:pt x="405926" y="338917"/>
                        <a:pt x="459266" y="285577"/>
                      </a:cubicBezTo>
                      <a:lnTo>
                        <a:pt x="418880" y="245095"/>
                      </a:lnTo>
                      <a:close/>
                      <a:moveTo>
                        <a:pt x="85886" y="209662"/>
                      </a:moveTo>
                      <a:cubicBezTo>
                        <a:pt x="56073" y="154798"/>
                        <a:pt x="48929" y="118222"/>
                        <a:pt x="47215" y="97839"/>
                      </a:cubicBezTo>
                      <a:cubicBezTo>
                        <a:pt x="45881" y="77360"/>
                        <a:pt x="49310" y="62120"/>
                        <a:pt x="59121" y="56120"/>
                      </a:cubicBezTo>
                      <a:cubicBezTo>
                        <a:pt x="68836" y="49833"/>
                        <a:pt x="86362" y="50881"/>
                        <a:pt x="110175" y="62978"/>
                      </a:cubicBezTo>
                      <a:cubicBezTo>
                        <a:pt x="133607" y="74788"/>
                        <a:pt x="163706" y="97363"/>
                        <a:pt x="195233" y="136225"/>
                      </a:cubicBezTo>
                      <a:cubicBezTo>
                        <a:pt x="215712" y="161656"/>
                        <a:pt x="230190" y="189946"/>
                        <a:pt x="237239" y="220235"/>
                      </a:cubicBezTo>
                      <a:cubicBezTo>
                        <a:pt x="240858" y="235475"/>
                        <a:pt x="242477" y="250906"/>
                        <a:pt x="241906" y="266431"/>
                      </a:cubicBezTo>
                      <a:cubicBezTo>
                        <a:pt x="241429" y="281957"/>
                        <a:pt x="239239" y="298054"/>
                        <a:pt x="234762" y="313675"/>
                      </a:cubicBezTo>
                      <a:cubicBezTo>
                        <a:pt x="202282" y="309675"/>
                        <a:pt x="172754" y="298626"/>
                        <a:pt x="147418" y="280338"/>
                      </a:cubicBezTo>
                      <a:cubicBezTo>
                        <a:pt x="122176" y="262431"/>
                        <a:pt x="101602" y="238333"/>
                        <a:pt x="85886" y="209662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99" name="Forme libre : forme 598">
                  <a:extLst>
                    <a:ext uri="{FF2B5EF4-FFF2-40B4-BE49-F238E27FC236}">
                      <a16:creationId xmlns:a16="http://schemas.microsoft.com/office/drawing/2014/main" id="{6F3DB056-332A-474D-A559-C4676F2C0535}"/>
                    </a:ext>
                  </a:extLst>
                </p:cNvPr>
                <p:cNvSpPr/>
                <p:nvPr/>
              </p:nvSpPr>
              <p:spPr>
                <a:xfrm>
                  <a:off x="10604420" y="4206998"/>
                  <a:ext cx="236952" cy="252524"/>
                </a:xfrm>
                <a:custGeom>
                  <a:avLst/>
                  <a:gdLst>
                    <a:gd name="connsiteX0" fmla="*/ 13496 w 236952"/>
                    <a:gd name="connsiteY0" fmla="*/ 113555 h 252524"/>
                    <a:gd name="connsiteX1" fmla="*/ 15020 w 236952"/>
                    <a:gd name="connsiteY1" fmla="*/ 85933 h 252524"/>
                    <a:gd name="connsiteX2" fmla="*/ 20259 w 236952"/>
                    <a:gd name="connsiteY2" fmla="*/ 62596 h 252524"/>
                    <a:gd name="connsiteX3" fmla="*/ 43405 w 236952"/>
                    <a:gd name="connsiteY3" fmla="*/ 31354 h 252524"/>
                    <a:gd name="connsiteX4" fmla="*/ 76552 w 236952"/>
                    <a:gd name="connsiteY4" fmla="*/ 22020 h 252524"/>
                    <a:gd name="connsiteX5" fmla="*/ 120938 w 236952"/>
                    <a:gd name="connsiteY5" fmla="*/ 29735 h 252524"/>
                    <a:gd name="connsiteX6" fmla="*/ 236953 w 236952"/>
                    <a:gd name="connsiteY6" fmla="*/ 103649 h 252524"/>
                    <a:gd name="connsiteX7" fmla="*/ 235333 w 236952"/>
                    <a:gd name="connsiteY7" fmla="*/ 101839 h 252524"/>
                    <a:gd name="connsiteX8" fmla="*/ 168849 w 236952"/>
                    <a:gd name="connsiteY8" fmla="*/ 43832 h 252524"/>
                    <a:gd name="connsiteX9" fmla="*/ 109603 w 236952"/>
                    <a:gd name="connsiteY9" fmla="*/ 11352 h 252524"/>
                    <a:gd name="connsiteX10" fmla="*/ 61978 w 236952"/>
                    <a:gd name="connsiteY10" fmla="*/ 112 h 252524"/>
                    <a:gd name="connsiteX11" fmla="*/ 27498 w 236952"/>
                    <a:gd name="connsiteY11" fmla="*/ 8590 h 252524"/>
                    <a:gd name="connsiteX12" fmla="*/ 5781 w 236952"/>
                    <a:gd name="connsiteY12" fmla="*/ 38879 h 252524"/>
                    <a:gd name="connsiteX13" fmla="*/ 1114 w 236952"/>
                    <a:gd name="connsiteY13" fmla="*/ 61834 h 252524"/>
                    <a:gd name="connsiteX14" fmla="*/ 161 w 236952"/>
                    <a:gd name="connsiteY14" fmla="*/ 89171 h 252524"/>
                    <a:gd name="connsiteX15" fmla="*/ 38547 w 236952"/>
                    <a:gd name="connsiteY15" fmla="*/ 233475 h 252524"/>
                    <a:gd name="connsiteX16" fmla="*/ 48167 w 236952"/>
                    <a:gd name="connsiteY16" fmla="*/ 252525 h 252524"/>
                    <a:gd name="connsiteX17" fmla="*/ 13496 w 236952"/>
                    <a:gd name="connsiteY17" fmla="*/ 113555 h 25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36952" h="252524">
                      <a:moveTo>
                        <a:pt x="13496" y="113555"/>
                      </a:moveTo>
                      <a:cubicBezTo>
                        <a:pt x="13306" y="103554"/>
                        <a:pt x="13782" y="94315"/>
                        <a:pt x="15020" y="85933"/>
                      </a:cubicBezTo>
                      <a:cubicBezTo>
                        <a:pt x="16068" y="77265"/>
                        <a:pt x="17782" y="69550"/>
                        <a:pt x="20259" y="62596"/>
                      </a:cubicBezTo>
                      <a:cubicBezTo>
                        <a:pt x="25402" y="49166"/>
                        <a:pt x="32641" y="38212"/>
                        <a:pt x="43405" y="31354"/>
                      </a:cubicBezTo>
                      <a:cubicBezTo>
                        <a:pt x="52549" y="25449"/>
                        <a:pt x="63312" y="21925"/>
                        <a:pt x="76552" y="22020"/>
                      </a:cubicBezTo>
                      <a:cubicBezTo>
                        <a:pt x="89315" y="21449"/>
                        <a:pt x="104269" y="24116"/>
                        <a:pt x="120938" y="29735"/>
                      </a:cubicBezTo>
                      <a:cubicBezTo>
                        <a:pt x="153704" y="40594"/>
                        <a:pt x="194852" y="63835"/>
                        <a:pt x="236953" y="103649"/>
                      </a:cubicBezTo>
                      <a:lnTo>
                        <a:pt x="235333" y="101839"/>
                      </a:lnTo>
                      <a:cubicBezTo>
                        <a:pt x="212664" y="77455"/>
                        <a:pt x="190185" y="58691"/>
                        <a:pt x="168849" y="43832"/>
                      </a:cubicBezTo>
                      <a:cubicBezTo>
                        <a:pt x="147418" y="28973"/>
                        <a:pt x="127415" y="18305"/>
                        <a:pt x="109603" y="11352"/>
                      </a:cubicBezTo>
                      <a:cubicBezTo>
                        <a:pt x="91696" y="4303"/>
                        <a:pt x="75504" y="208"/>
                        <a:pt x="61978" y="112"/>
                      </a:cubicBezTo>
                      <a:cubicBezTo>
                        <a:pt x="48072" y="-649"/>
                        <a:pt x="36737" y="2494"/>
                        <a:pt x="27498" y="8590"/>
                      </a:cubicBezTo>
                      <a:cubicBezTo>
                        <a:pt x="17306" y="15067"/>
                        <a:pt x="10448" y="25639"/>
                        <a:pt x="5781" y="38879"/>
                      </a:cubicBezTo>
                      <a:cubicBezTo>
                        <a:pt x="3495" y="45642"/>
                        <a:pt x="1971" y="53357"/>
                        <a:pt x="1114" y="61834"/>
                      </a:cubicBezTo>
                      <a:cubicBezTo>
                        <a:pt x="66" y="70121"/>
                        <a:pt x="-220" y="79265"/>
                        <a:pt x="161" y="89171"/>
                      </a:cubicBezTo>
                      <a:cubicBezTo>
                        <a:pt x="1876" y="128700"/>
                        <a:pt x="13496" y="178611"/>
                        <a:pt x="38547" y="233475"/>
                      </a:cubicBezTo>
                      <a:cubicBezTo>
                        <a:pt x="41499" y="239952"/>
                        <a:pt x="44833" y="246334"/>
                        <a:pt x="48167" y="252525"/>
                      </a:cubicBezTo>
                      <a:cubicBezTo>
                        <a:pt x="25212" y="199947"/>
                        <a:pt x="14544" y="152036"/>
                        <a:pt x="13496" y="113555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600" name="Forme libre : forme 599">
                  <a:extLst>
                    <a:ext uri="{FF2B5EF4-FFF2-40B4-BE49-F238E27FC236}">
                      <a16:creationId xmlns:a16="http://schemas.microsoft.com/office/drawing/2014/main" id="{8E06F749-F839-4C28-8074-72BC8D15D4D2}"/>
                    </a:ext>
                  </a:extLst>
                </p:cNvPr>
                <p:cNvSpPr/>
                <p:nvPr/>
              </p:nvSpPr>
              <p:spPr>
                <a:xfrm>
                  <a:off x="10801559" y="4395896"/>
                  <a:ext cx="94619" cy="270414"/>
                </a:xfrm>
                <a:custGeom>
                  <a:avLst/>
                  <a:gdLst>
                    <a:gd name="connsiteX0" fmla="*/ 0 w 94619"/>
                    <a:gd name="connsiteY0" fmla="*/ 270415 h 270414"/>
                    <a:gd name="connsiteX1" fmla="*/ 6096 w 94619"/>
                    <a:gd name="connsiteY1" fmla="*/ 265081 h 270414"/>
                    <a:gd name="connsiteX2" fmla="*/ 21717 w 94619"/>
                    <a:gd name="connsiteY2" fmla="*/ 249364 h 270414"/>
                    <a:gd name="connsiteX3" fmla="*/ 64389 w 94619"/>
                    <a:gd name="connsiteY3" fmla="*/ 189929 h 270414"/>
                    <a:gd name="connsiteX4" fmla="*/ 74295 w 94619"/>
                    <a:gd name="connsiteY4" fmla="*/ 170212 h 270414"/>
                    <a:gd name="connsiteX5" fmla="*/ 82582 w 94619"/>
                    <a:gd name="connsiteY5" fmla="*/ 148590 h 270414"/>
                    <a:gd name="connsiteX6" fmla="*/ 93250 w 94619"/>
                    <a:gd name="connsiteY6" fmla="*/ 101822 h 270414"/>
                    <a:gd name="connsiteX7" fmla="*/ 93059 w 94619"/>
                    <a:gd name="connsiteY7" fmla="*/ 51721 h 270414"/>
                    <a:gd name="connsiteX8" fmla="*/ 79057 w 94619"/>
                    <a:gd name="connsiteY8" fmla="*/ 0 h 270414"/>
                    <a:gd name="connsiteX9" fmla="*/ 84582 w 94619"/>
                    <a:gd name="connsiteY9" fmla="*/ 21622 h 270414"/>
                    <a:gd name="connsiteX10" fmla="*/ 88297 w 94619"/>
                    <a:gd name="connsiteY10" fmla="*/ 80772 h 270414"/>
                    <a:gd name="connsiteX11" fmla="*/ 68389 w 94619"/>
                    <a:gd name="connsiteY11" fmla="*/ 168593 h 270414"/>
                    <a:gd name="connsiteX12" fmla="*/ 41719 w 94619"/>
                    <a:gd name="connsiteY12" fmla="*/ 219075 h 270414"/>
                    <a:gd name="connsiteX13" fmla="*/ 0 w 94619"/>
                    <a:gd name="connsiteY13" fmla="*/ 270415 h 270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19" h="270414">
                      <a:moveTo>
                        <a:pt x="0" y="270415"/>
                      </a:moveTo>
                      <a:cubicBezTo>
                        <a:pt x="0" y="270415"/>
                        <a:pt x="2096" y="268605"/>
                        <a:pt x="6096" y="265081"/>
                      </a:cubicBezTo>
                      <a:cubicBezTo>
                        <a:pt x="10001" y="261652"/>
                        <a:pt x="15526" y="256413"/>
                        <a:pt x="21717" y="249364"/>
                      </a:cubicBezTo>
                      <a:cubicBezTo>
                        <a:pt x="34385" y="235458"/>
                        <a:pt x="50673" y="215455"/>
                        <a:pt x="64389" y="189929"/>
                      </a:cubicBezTo>
                      <a:cubicBezTo>
                        <a:pt x="67818" y="183642"/>
                        <a:pt x="71247" y="177070"/>
                        <a:pt x="74295" y="170212"/>
                      </a:cubicBezTo>
                      <a:cubicBezTo>
                        <a:pt x="77248" y="163258"/>
                        <a:pt x="80105" y="156020"/>
                        <a:pt x="82582" y="148590"/>
                      </a:cubicBezTo>
                      <a:cubicBezTo>
                        <a:pt x="87534" y="133731"/>
                        <a:pt x="91630" y="118396"/>
                        <a:pt x="93250" y="101822"/>
                      </a:cubicBezTo>
                      <a:cubicBezTo>
                        <a:pt x="95059" y="85439"/>
                        <a:pt x="95155" y="68675"/>
                        <a:pt x="93059" y="51721"/>
                      </a:cubicBezTo>
                      <a:cubicBezTo>
                        <a:pt x="90868" y="34671"/>
                        <a:pt x="86201" y="17240"/>
                        <a:pt x="79057" y="0"/>
                      </a:cubicBezTo>
                      <a:cubicBezTo>
                        <a:pt x="79057" y="0"/>
                        <a:pt x="81820" y="7715"/>
                        <a:pt x="84582" y="21622"/>
                      </a:cubicBezTo>
                      <a:cubicBezTo>
                        <a:pt x="87344" y="35719"/>
                        <a:pt x="89725" y="55721"/>
                        <a:pt x="88297" y="80772"/>
                      </a:cubicBezTo>
                      <a:cubicBezTo>
                        <a:pt x="87154" y="106108"/>
                        <a:pt x="81439" y="135541"/>
                        <a:pt x="68389" y="168593"/>
                      </a:cubicBezTo>
                      <a:cubicBezTo>
                        <a:pt x="61531" y="184595"/>
                        <a:pt x="52959" y="201835"/>
                        <a:pt x="41719" y="219075"/>
                      </a:cubicBezTo>
                      <a:cubicBezTo>
                        <a:pt x="30289" y="235839"/>
                        <a:pt x="16954" y="253937"/>
                        <a:pt x="0" y="2704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601" name="Forme libre : forme 600">
                  <a:extLst>
                    <a:ext uri="{FF2B5EF4-FFF2-40B4-BE49-F238E27FC236}">
                      <a16:creationId xmlns:a16="http://schemas.microsoft.com/office/drawing/2014/main" id="{CE3BC4CC-D03D-49AA-9824-A4D6B2299C04}"/>
                    </a:ext>
                  </a:extLst>
                </p:cNvPr>
                <p:cNvSpPr/>
                <p:nvPr/>
              </p:nvSpPr>
              <p:spPr>
                <a:xfrm>
                  <a:off x="10673543" y="4382847"/>
                  <a:ext cx="165830" cy="195548"/>
                </a:xfrm>
                <a:custGeom>
                  <a:avLst/>
                  <a:gdLst>
                    <a:gd name="connsiteX0" fmla="*/ 138874 w 165830"/>
                    <a:gd name="connsiteY0" fmla="*/ 195548 h 195548"/>
                    <a:gd name="connsiteX1" fmla="*/ 142780 w 165830"/>
                    <a:gd name="connsiteY1" fmla="*/ 189643 h 195548"/>
                    <a:gd name="connsiteX2" fmla="*/ 151447 w 165830"/>
                    <a:gd name="connsiteY2" fmla="*/ 174879 h 195548"/>
                    <a:gd name="connsiteX3" fmla="*/ 165830 w 165830"/>
                    <a:gd name="connsiteY3" fmla="*/ 138017 h 195548"/>
                    <a:gd name="connsiteX4" fmla="*/ 145828 w 165830"/>
                    <a:gd name="connsiteY4" fmla="*/ 135160 h 195548"/>
                    <a:gd name="connsiteX5" fmla="*/ 99155 w 165830"/>
                    <a:gd name="connsiteY5" fmla="*/ 118396 h 195548"/>
                    <a:gd name="connsiteX6" fmla="*/ 45148 w 165830"/>
                    <a:gd name="connsiteY6" fmla="*/ 75629 h 195548"/>
                    <a:gd name="connsiteX7" fmla="*/ 0 w 165830"/>
                    <a:gd name="connsiteY7" fmla="*/ 0 h 195548"/>
                    <a:gd name="connsiteX8" fmla="*/ 4096 w 165830"/>
                    <a:gd name="connsiteY8" fmla="*/ 17812 h 195548"/>
                    <a:gd name="connsiteX9" fmla="*/ 19812 w 165830"/>
                    <a:gd name="connsiteY9" fmla="*/ 61627 h 195548"/>
                    <a:gd name="connsiteX10" fmla="*/ 119634 w 165830"/>
                    <a:gd name="connsiteY10" fmla="*/ 166783 h 195548"/>
                    <a:gd name="connsiteX11" fmla="*/ 135636 w 165830"/>
                    <a:gd name="connsiteY11" fmla="*/ 184023 h 195548"/>
                    <a:gd name="connsiteX12" fmla="*/ 138874 w 165830"/>
                    <a:gd name="connsiteY12" fmla="*/ 195548 h 195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65830" h="195548">
                      <a:moveTo>
                        <a:pt x="138874" y="195548"/>
                      </a:moveTo>
                      <a:cubicBezTo>
                        <a:pt x="138874" y="195548"/>
                        <a:pt x="140303" y="193357"/>
                        <a:pt x="142780" y="189643"/>
                      </a:cubicBezTo>
                      <a:cubicBezTo>
                        <a:pt x="145161" y="186023"/>
                        <a:pt x="148304" y="180880"/>
                        <a:pt x="151447" y="174879"/>
                      </a:cubicBezTo>
                      <a:cubicBezTo>
                        <a:pt x="157734" y="163068"/>
                        <a:pt x="164211" y="148685"/>
                        <a:pt x="165830" y="138017"/>
                      </a:cubicBezTo>
                      <a:cubicBezTo>
                        <a:pt x="165830" y="138017"/>
                        <a:pt x="158115" y="137731"/>
                        <a:pt x="145828" y="135160"/>
                      </a:cubicBezTo>
                      <a:cubicBezTo>
                        <a:pt x="133540" y="132493"/>
                        <a:pt x="117157" y="128016"/>
                        <a:pt x="99155" y="118396"/>
                      </a:cubicBezTo>
                      <a:cubicBezTo>
                        <a:pt x="81248" y="108871"/>
                        <a:pt x="62293" y="95059"/>
                        <a:pt x="45148" y="75629"/>
                      </a:cubicBezTo>
                      <a:cubicBezTo>
                        <a:pt x="27908" y="56293"/>
                        <a:pt x="12573" y="31242"/>
                        <a:pt x="0" y="0"/>
                      </a:cubicBezTo>
                      <a:cubicBezTo>
                        <a:pt x="0" y="0"/>
                        <a:pt x="1143" y="6667"/>
                        <a:pt x="4096" y="17812"/>
                      </a:cubicBezTo>
                      <a:cubicBezTo>
                        <a:pt x="7048" y="28765"/>
                        <a:pt x="11906" y="44196"/>
                        <a:pt x="19812" y="61627"/>
                      </a:cubicBezTo>
                      <a:cubicBezTo>
                        <a:pt x="35814" y="96298"/>
                        <a:pt x="63055" y="140398"/>
                        <a:pt x="119634" y="166783"/>
                      </a:cubicBezTo>
                      <a:cubicBezTo>
                        <a:pt x="128206" y="170783"/>
                        <a:pt x="133064" y="177832"/>
                        <a:pt x="135636" y="184023"/>
                      </a:cubicBezTo>
                      <a:cubicBezTo>
                        <a:pt x="138398" y="190309"/>
                        <a:pt x="138874" y="195548"/>
                        <a:pt x="138874" y="195548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602" name="Forme libre : forme 601">
                  <a:extLst>
                    <a:ext uri="{FF2B5EF4-FFF2-40B4-BE49-F238E27FC236}">
                      <a16:creationId xmlns:a16="http://schemas.microsoft.com/office/drawing/2014/main" id="{6D89A7CC-B8E1-42BC-84A1-3EC1F39CFF99}"/>
                    </a:ext>
                  </a:extLst>
                </p:cNvPr>
                <p:cNvSpPr/>
                <p:nvPr/>
              </p:nvSpPr>
              <p:spPr>
                <a:xfrm>
                  <a:off x="10898332" y="4471906"/>
                  <a:ext cx="102965" cy="66865"/>
                </a:xfrm>
                <a:custGeom>
                  <a:avLst/>
                  <a:gdLst>
                    <a:gd name="connsiteX0" fmla="*/ 4477 w 102965"/>
                    <a:gd name="connsiteY0" fmla="*/ 46101 h 66865"/>
                    <a:gd name="connsiteX1" fmla="*/ 3524 w 102965"/>
                    <a:gd name="connsiteY1" fmla="*/ 52959 h 66865"/>
                    <a:gd name="connsiteX2" fmla="*/ 0 w 102965"/>
                    <a:gd name="connsiteY2" fmla="*/ 66865 h 66865"/>
                    <a:gd name="connsiteX3" fmla="*/ 9620 w 102965"/>
                    <a:gd name="connsiteY3" fmla="*/ 64103 h 66865"/>
                    <a:gd name="connsiteX4" fmla="*/ 34100 w 102965"/>
                    <a:gd name="connsiteY4" fmla="*/ 53530 h 66865"/>
                    <a:gd name="connsiteX5" fmla="*/ 67628 w 102965"/>
                    <a:gd name="connsiteY5" fmla="*/ 32956 h 66865"/>
                    <a:gd name="connsiteX6" fmla="*/ 102966 w 102965"/>
                    <a:gd name="connsiteY6" fmla="*/ 0 h 66865"/>
                    <a:gd name="connsiteX7" fmla="*/ 95917 w 102965"/>
                    <a:gd name="connsiteY7" fmla="*/ 5620 h 66865"/>
                    <a:gd name="connsiteX8" fmla="*/ 75819 w 102965"/>
                    <a:gd name="connsiteY8" fmla="*/ 18764 h 66865"/>
                    <a:gd name="connsiteX9" fmla="*/ 44672 w 102965"/>
                    <a:gd name="connsiteY9" fmla="*/ 34290 h 66865"/>
                    <a:gd name="connsiteX10" fmla="*/ 4477 w 102965"/>
                    <a:gd name="connsiteY10" fmla="*/ 46101 h 66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2965" h="66865">
                      <a:moveTo>
                        <a:pt x="4477" y="46101"/>
                      </a:moveTo>
                      <a:cubicBezTo>
                        <a:pt x="4477" y="46101"/>
                        <a:pt x="4191" y="48863"/>
                        <a:pt x="3524" y="52959"/>
                      </a:cubicBezTo>
                      <a:cubicBezTo>
                        <a:pt x="2762" y="56864"/>
                        <a:pt x="1619" y="62103"/>
                        <a:pt x="0" y="66865"/>
                      </a:cubicBezTo>
                      <a:cubicBezTo>
                        <a:pt x="0" y="66865"/>
                        <a:pt x="3524" y="66008"/>
                        <a:pt x="9620" y="64103"/>
                      </a:cubicBezTo>
                      <a:cubicBezTo>
                        <a:pt x="15621" y="62008"/>
                        <a:pt x="24098" y="58483"/>
                        <a:pt x="34100" y="53530"/>
                      </a:cubicBezTo>
                      <a:cubicBezTo>
                        <a:pt x="44196" y="48482"/>
                        <a:pt x="55912" y="42005"/>
                        <a:pt x="67628" y="32956"/>
                      </a:cubicBezTo>
                      <a:cubicBezTo>
                        <a:pt x="79439" y="24003"/>
                        <a:pt x="91916" y="13430"/>
                        <a:pt x="102966" y="0"/>
                      </a:cubicBezTo>
                      <a:cubicBezTo>
                        <a:pt x="102966" y="0"/>
                        <a:pt x="100489" y="2096"/>
                        <a:pt x="95917" y="5620"/>
                      </a:cubicBezTo>
                      <a:cubicBezTo>
                        <a:pt x="91440" y="9144"/>
                        <a:pt x="84487" y="13811"/>
                        <a:pt x="75819" y="18764"/>
                      </a:cubicBezTo>
                      <a:cubicBezTo>
                        <a:pt x="67056" y="23717"/>
                        <a:pt x="56674" y="29337"/>
                        <a:pt x="44672" y="34290"/>
                      </a:cubicBezTo>
                      <a:cubicBezTo>
                        <a:pt x="32385" y="38767"/>
                        <a:pt x="18860" y="43053"/>
                        <a:pt x="4477" y="46101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603" name="Graphique 15">
                  <a:extLst>
                    <a:ext uri="{FF2B5EF4-FFF2-40B4-BE49-F238E27FC236}">
                      <a16:creationId xmlns:a16="http://schemas.microsoft.com/office/drawing/2014/main" id="{F2B255C8-196A-47DA-9FCB-42AD91256130}"/>
                    </a:ext>
                  </a:extLst>
                </p:cNvPr>
                <p:cNvGrpSpPr/>
                <p:nvPr/>
              </p:nvGrpSpPr>
              <p:grpSpPr>
                <a:xfrm>
                  <a:off x="10823497" y="4440231"/>
                  <a:ext cx="107089" cy="57405"/>
                  <a:chOff x="10823497" y="4440231"/>
                  <a:chExt cx="107089" cy="57405"/>
                </a:xfrm>
                <a:solidFill>
                  <a:schemeClr val="accent1"/>
                </a:solidFill>
              </p:grpSpPr>
              <p:grpSp>
                <p:nvGrpSpPr>
                  <p:cNvPr id="604" name="Graphique 15">
                    <a:extLst>
                      <a:ext uri="{FF2B5EF4-FFF2-40B4-BE49-F238E27FC236}">
                        <a16:creationId xmlns:a16="http://schemas.microsoft.com/office/drawing/2014/main" id="{538524CF-07E2-4154-95CF-E429795AA48C}"/>
                      </a:ext>
                    </a:extLst>
                  </p:cNvPr>
                  <p:cNvGrpSpPr/>
                  <p:nvPr/>
                </p:nvGrpSpPr>
                <p:grpSpPr>
                  <a:xfrm>
                    <a:off x="10891798" y="4460041"/>
                    <a:ext cx="38788" cy="37595"/>
                    <a:chOff x="10891798" y="4460041"/>
                    <a:chExt cx="38788" cy="37595"/>
                  </a:xfrm>
                  <a:solidFill>
                    <a:schemeClr val="accent1"/>
                  </a:solidFill>
                </p:grpSpPr>
                <p:sp>
                  <p:nvSpPr>
                    <p:cNvPr id="605" name="Forme libre : forme 604">
                      <a:extLst>
                        <a:ext uri="{FF2B5EF4-FFF2-40B4-BE49-F238E27FC236}">
                          <a16:creationId xmlns:a16="http://schemas.microsoft.com/office/drawing/2014/main" id="{8B70FE41-8F7F-467E-BEFA-1D1AC17084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1798" y="4460065"/>
                      <a:ext cx="38788" cy="37571"/>
                    </a:xfrm>
                    <a:custGeom>
                      <a:avLst/>
                      <a:gdLst>
                        <a:gd name="connsiteX0" fmla="*/ 3392 w 38788"/>
                        <a:gd name="connsiteY0" fmla="*/ 31272 h 37571"/>
                        <a:gd name="connsiteX1" fmla="*/ 8154 w 38788"/>
                        <a:gd name="connsiteY1" fmla="*/ 4888 h 37571"/>
                        <a:gd name="connsiteX2" fmla="*/ 35015 w 38788"/>
                        <a:gd name="connsiteY2" fmla="*/ 5840 h 37571"/>
                        <a:gd name="connsiteX3" fmla="*/ 30538 w 38788"/>
                        <a:gd name="connsiteY3" fmla="*/ 32605 h 37571"/>
                        <a:gd name="connsiteX4" fmla="*/ 3392 w 38788"/>
                        <a:gd name="connsiteY4" fmla="*/ 31272 h 37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788" h="37571">
                          <a:moveTo>
                            <a:pt x="3392" y="31272"/>
                          </a:moveTo>
                          <a:cubicBezTo>
                            <a:pt x="-2609" y="23461"/>
                            <a:pt x="-418" y="11650"/>
                            <a:pt x="8154" y="4888"/>
                          </a:cubicBezTo>
                          <a:cubicBezTo>
                            <a:pt x="16917" y="-1780"/>
                            <a:pt x="28538" y="-1780"/>
                            <a:pt x="35015" y="5840"/>
                          </a:cubicBezTo>
                          <a:cubicBezTo>
                            <a:pt x="41301" y="13270"/>
                            <a:pt x="39682" y="25652"/>
                            <a:pt x="30538" y="32605"/>
                          </a:cubicBezTo>
                          <a:cubicBezTo>
                            <a:pt x="21585" y="39749"/>
                            <a:pt x="9393" y="39082"/>
                            <a:pt x="3392" y="3127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06" name="Forme libre : forme 605">
                      <a:extLst>
                        <a:ext uri="{FF2B5EF4-FFF2-40B4-BE49-F238E27FC236}">
                          <a16:creationId xmlns:a16="http://schemas.microsoft.com/office/drawing/2014/main" id="{389E6592-1DE9-417B-B5FF-C8BE5DF1C5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1798" y="4460041"/>
                      <a:ext cx="38634" cy="36343"/>
                    </a:xfrm>
                    <a:custGeom>
                      <a:avLst/>
                      <a:gdLst>
                        <a:gd name="connsiteX0" fmla="*/ 19013 w 38634"/>
                        <a:gd name="connsiteY0" fmla="*/ 18532 h 36343"/>
                        <a:gd name="connsiteX1" fmla="*/ 38634 w 38634"/>
                        <a:gd name="connsiteY1" fmla="*/ 14341 h 36343"/>
                        <a:gd name="connsiteX2" fmla="*/ 35015 w 38634"/>
                        <a:gd name="connsiteY2" fmla="*/ 5769 h 36343"/>
                        <a:gd name="connsiteX3" fmla="*/ 8154 w 38634"/>
                        <a:gd name="connsiteY3" fmla="*/ 4816 h 36343"/>
                        <a:gd name="connsiteX4" fmla="*/ 3392 w 38634"/>
                        <a:gd name="connsiteY4" fmla="*/ 31201 h 36343"/>
                        <a:gd name="connsiteX5" fmla="*/ 10726 w 38634"/>
                        <a:gd name="connsiteY5" fmla="*/ 36344 h 36343"/>
                        <a:gd name="connsiteX6" fmla="*/ 19013 w 38634"/>
                        <a:gd name="connsiteY6" fmla="*/ 18532 h 36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634" h="36343">
                          <a:moveTo>
                            <a:pt x="19013" y="18532"/>
                          </a:moveTo>
                          <a:cubicBezTo>
                            <a:pt x="25109" y="13865"/>
                            <a:pt x="32443" y="12531"/>
                            <a:pt x="38634" y="14341"/>
                          </a:cubicBezTo>
                          <a:cubicBezTo>
                            <a:pt x="38253" y="11198"/>
                            <a:pt x="37110" y="8245"/>
                            <a:pt x="35015" y="5769"/>
                          </a:cubicBezTo>
                          <a:cubicBezTo>
                            <a:pt x="28538" y="-1756"/>
                            <a:pt x="16917" y="-1756"/>
                            <a:pt x="8154" y="4816"/>
                          </a:cubicBezTo>
                          <a:cubicBezTo>
                            <a:pt x="-418" y="11579"/>
                            <a:pt x="-2609" y="23390"/>
                            <a:pt x="3392" y="31201"/>
                          </a:cubicBezTo>
                          <a:cubicBezTo>
                            <a:pt x="5297" y="33677"/>
                            <a:pt x="7869" y="35392"/>
                            <a:pt x="10726" y="36344"/>
                          </a:cubicBezTo>
                          <a:cubicBezTo>
                            <a:pt x="10250" y="30057"/>
                            <a:pt x="13107" y="23200"/>
                            <a:pt x="19013" y="1853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07" name="Forme libre : forme 606">
                      <a:extLst>
                        <a:ext uri="{FF2B5EF4-FFF2-40B4-BE49-F238E27FC236}">
                          <a16:creationId xmlns:a16="http://schemas.microsoft.com/office/drawing/2014/main" id="{5ADC2B2C-B662-49EE-BB9C-3013069ADA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7803" y="4477949"/>
                      <a:ext cx="18201" cy="16051"/>
                    </a:xfrm>
                    <a:custGeom>
                      <a:avLst/>
                      <a:gdLst>
                        <a:gd name="connsiteX0" fmla="*/ 5101 w 18201"/>
                        <a:gd name="connsiteY0" fmla="*/ 15293 h 16051"/>
                        <a:gd name="connsiteX1" fmla="*/ 910 w 18201"/>
                        <a:gd name="connsiteY1" fmla="*/ 4625 h 16051"/>
                        <a:gd name="connsiteX2" fmla="*/ 13007 w 18201"/>
                        <a:gd name="connsiteY2" fmla="*/ 720 h 16051"/>
                        <a:gd name="connsiteX3" fmla="*/ 17293 w 18201"/>
                        <a:gd name="connsiteY3" fmla="*/ 11292 h 16051"/>
                        <a:gd name="connsiteX4" fmla="*/ 5101 w 18201"/>
                        <a:gd name="connsiteY4" fmla="*/ 15293 h 160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01" h="16051">
                          <a:moveTo>
                            <a:pt x="5101" y="15293"/>
                          </a:moveTo>
                          <a:cubicBezTo>
                            <a:pt x="625" y="13388"/>
                            <a:pt x="-1280" y="8625"/>
                            <a:pt x="910" y="4625"/>
                          </a:cubicBezTo>
                          <a:cubicBezTo>
                            <a:pt x="3101" y="624"/>
                            <a:pt x="8435" y="-1090"/>
                            <a:pt x="13007" y="720"/>
                          </a:cubicBezTo>
                          <a:cubicBezTo>
                            <a:pt x="17579" y="2529"/>
                            <a:pt x="19484" y="7292"/>
                            <a:pt x="17293" y="11292"/>
                          </a:cubicBezTo>
                          <a:cubicBezTo>
                            <a:pt x="15102" y="15388"/>
                            <a:pt x="9673" y="17198"/>
                            <a:pt x="5101" y="1529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08" name="Forme libre : forme 607">
                      <a:extLst>
                        <a:ext uri="{FF2B5EF4-FFF2-40B4-BE49-F238E27FC236}">
                          <a16:creationId xmlns:a16="http://schemas.microsoft.com/office/drawing/2014/main" id="{5B24AD04-8204-4E22-B24F-11BF02381D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1452" y="4482821"/>
                      <a:ext cx="6431" cy="6173"/>
                    </a:xfrm>
                    <a:custGeom>
                      <a:avLst/>
                      <a:gdLst>
                        <a:gd name="connsiteX0" fmla="*/ 596 w 6431"/>
                        <a:gd name="connsiteY0" fmla="*/ 5183 h 6173"/>
                        <a:gd name="connsiteX1" fmla="*/ 1359 w 6431"/>
                        <a:gd name="connsiteY1" fmla="*/ 801 h 6173"/>
                        <a:gd name="connsiteX2" fmla="*/ 5835 w 6431"/>
                        <a:gd name="connsiteY2" fmla="*/ 992 h 6173"/>
                        <a:gd name="connsiteX3" fmla="*/ 5073 w 6431"/>
                        <a:gd name="connsiteY3" fmla="*/ 5373 h 6173"/>
                        <a:gd name="connsiteX4" fmla="*/ 596 w 6431"/>
                        <a:gd name="connsiteY4" fmla="*/ 5183 h 6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31" h="6173">
                          <a:moveTo>
                            <a:pt x="596" y="5183"/>
                          </a:moveTo>
                          <a:cubicBezTo>
                            <a:pt x="-451" y="3944"/>
                            <a:pt x="-70" y="1944"/>
                            <a:pt x="1359" y="801"/>
                          </a:cubicBezTo>
                          <a:cubicBezTo>
                            <a:pt x="2787" y="-342"/>
                            <a:pt x="4787" y="-247"/>
                            <a:pt x="5835" y="992"/>
                          </a:cubicBezTo>
                          <a:cubicBezTo>
                            <a:pt x="6883" y="2230"/>
                            <a:pt x="6502" y="4230"/>
                            <a:pt x="5073" y="5373"/>
                          </a:cubicBezTo>
                          <a:cubicBezTo>
                            <a:pt x="3645" y="6516"/>
                            <a:pt x="1644" y="6421"/>
                            <a:pt x="596" y="51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609" name="Graphique 15">
                    <a:extLst>
                      <a:ext uri="{FF2B5EF4-FFF2-40B4-BE49-F238E27FC236}">
                        <a16:creationId xmlns:a16="http://schemas.microsoft.com/office/drawing/2014/main" id="{800B63B0-A810-49E0-9097-68287ABE80AB}"/>
                      </a:ext>
                    </a:extLst>
                  </p:cNvPr>
                  <p:cNvGrpSpPr/>
                  <p:nvPr/>
                </p:nvGrpSpPr>
                <p:grpSpPr>
                  <a:xfrm>
                    <a:off x="10859676" y="4444721"/>
                    <a:ext cx="37940" cy="37174"/>
                    <a:chOff x="10859676" y="4444721"/>
                    <a:chExt cx="37940" cy="37174"/>
                  </a:xfrm>
                  <a:solidFill>
                    <a:schemeClr val="accent1"/>
                  </a:solidFill>
                </p:grpSpPr>
                <p:sp>
                  <p:nvSpPr>
                    <p:cNvPr id="610" name="Forme libre : forme 609">
                      <a:extLst>
                        <a:ext uri="{FF2B5EF4-FFF2-40B4-BE49-F238E27FC236}">
                          <a16:creationId xmlns:a16="http://schemas.microsoft.com/office/drawing/2014/main" id="{49367A6F-8603-4AD4-BA8E-067C7C67C7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9676" y="4444721"/>
                      <a:ext cx="37940" cy="37174"/>
                    </a:xfrm>
                    <a:custGeom>
                      <a:avLst/>
                      <a:gdLst>
                        <a:gd name="connsiteX0" fmla="*/ 3319 w 37940"/>
                        <a:gd name="connsiteY0" fmla="*/ 30518 h 37174"/>
                        <a:gd name="connsiteX1" fmla="*/ 7891 w 37940"/>
                        <a:gd name="connsiteY1" fmla="*/ 4420 h 37174"/>
                        <a:gd name="connsiteX2" fmla="*/ 34275 w 37940"/>
                        <a:gd name="connsiteY2" fmla="*/ 6325 h 37174"/>
                        <a:gd name="connsiteX3" fmla="*/ 29799 w 37940"/>
                        <a:gd name="connsiteY3" fmla="*/ 32519 h 37174"/>
                        <a:gd name="connsiteX4" fmla="*/ 3319 w 37940"/>
                        <a:gd name="connsiteY4" fmla="*/ 30518 h 371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940" h="37174">
                          <a:moveTo>
                            <a:pt x="3319" y="30518"/>
                          </a:moveTo>
                          <a:cubicBezTo>
                            <a:pt x="-2491" y="22708"/>
                            <a:pt x="-491" y="10992"/>
                            <a:pt x="7891" y="4420"/>
                          </a:cubicBezTo>
                          <a:cubicBezTo>
                            <a:pt x="16178" y="-2152"/>
                            <a:pt x="27989" y="-1295"/>
                            <a:pt x="34275" y="6325"/>
                          </a:cubicBezTo>
                          <a:cubicBezTo>
                            <a:pt x="40562" y="13945"/>
                            <a:pt x="38562" y="25661"/>
                            <a:pt x="29799" y="32519"/>
                          </a:cubicBezTo>
                          <a:cubicBezTo>
                            <a:pt x="21036" y="39377"/>
                            <a:pt x="9225" y="38615"/>
                            <a:pt x="3319" y="3051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11" name="Forme libre : forme 610">
                      <a:extLst>
                        <a:ext uri="{FF2B5EF4-FFF2-40B4-BE49-F238E27FC236}">
                          <a16:creationId xmlns:a16="http://schemas.microsoft.com/office/drawing/2014/main" id="{9952AA8A-4430-4139-BCE7-28B7B12C16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9743" y="4444816"/>
                      <a:ext cx="37636" cy="35852"/>
                    </a:xfrm>
                    <a:custGeom>
                      <a:avLst/>
                      <a:gdLst>
                        <a:gd name="connsiteX0" fmla="*/ 18396 w 37636"/>
                        <a:gd name="connsiteY0" fmla="*/ 18231 h 35852"/>
                        <a:gd name="connsiteX1" fmla="*/ 37637 w 37636"/>
                        <a:gd name="connsiteY1" fmla="*/ 14802 h 35852"/>
                        <a:gd name="connsiteX2" fmla="*/ 34208 w 37636"/>
                        <a:gd name="connsiteY2" fmla="*/ 6325 h 35852"/>
                        <a:gd name="connsiteX3" fmla="*/ 7824 w 37636"/>
                        <a:gd name="connsiteY3" fmla="*/ 4420 h 35852"/>
                        <a:gd name="connsiteX4" fmla="*/ 3252 w 37636"/>
                        <a:gd name="connsiteY4" fmla="*/ 30518 h 35852"/>
                        <a:gd name="connsiteX5" fmla="*/ 10395 w 37636"/>
                        <a:gd name="connsiteY5" fmla="*/ 35852 h 35852"/>
                        <a:gd name="connsiteX6" fmla="*/ 18396 w 37636"/>
                        <a:gd name="connsiteY6" fmla="*/ 18231 h 35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636" h="35852">
                          <a:moveTo>
                            <a:pt x="18396" y="18231"/>
                          </a:moveTo>
                          <a:cubicBezTo>
                            <a:pt x="24207" y="13659"/>
                            <a:pt x="31541" y="12707"/>
                            <a:pt x="37637" y="14802"/>
                          </a:cubicBezTo>
                          <a:cubicBezTo>
                            <a:pt x="37351" y="11754"/>
                            <a:pt x="36208" y="8801"/>
                            <a:pt x="34208" y="6325"/>
                          </a:cubicBezTo>
                          <a:cubicBezTo>
                            <a:pt x="27921" y="-1295"/>
                            <a:pt x="16206" y="-2152"/>
                            <a:pt x="7824" y="4420"/>
                          </a:cubicBezTo>
                          <a:cubicBezTo>
                            <a:pt x="-463" y="10897"/>
                            <a:pt x="-2463" y="22708"/>
                            <a:pt x="3252" y="30518"/>
                          </a:cubicBezTo>
                          <a:cubicBezTo>
                            <a:pt x="5157" y="32995"/>
                            <a:pt x="7633" y="34805"/>
                            <a:pt x="10395" y="35852"/>
                          </a:cubicBezTo>
                          <a:cubicBezTo>
                            <a:pt x="9919" y="29471"/>
                            <a:pt x="12681" y="22708"/>
                            <a:pt x="18396" y="1823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12" name="Forme libre : forme 611">
                      <a:extLst>
                        <a:ext uri="{FF2B5EF4-FFF2-40B4-BE49-F238E27FC236}">
                          <a16:creationId xmlns:a16="http://schemas.microsoft.com/office/drawing/2014/main" id="{FB00E404-D3A0-493E-BDBC-5BAB4BEB78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65553" y="4462344"/>
                      <a:ext cx="17630" cy="15882"/>
                    </a:xfrm>
                    <a:custGeom>
                      <a:avLst/>
                      <a:gdLst>
                        <a:gd name="connsiteX0" fmla="*/ 4967 w 17630"/>
                        <a:gd name="connsiteY0" fmla="*/ 15086 h 15882"/>
                        <a:gd name="connsiteX1" fmla="*/ 871 w 17630"/>
                        <a:gd name="connsiteY1" fmla="*/ 4418 h 15882"/>
                        <a:gd name="connsiteX2" fmla="*/ 12587 w 17630"/>
                        <a:gd name="connsiteY2" fmla="*/ 799 h 15882"/>
                        <a:gd name="connsiteX3" fmla="*/ 16778 w 17630"/>
                        <a:gd name="connsiteY3" fmla="*/ 11372 h 15882"/>
                        <a:gd name="connsiteX4" fmla="*/ 4967 w 17630"/>
                        <a:gd name="connsiteY4" fmla="*/ 15086 h 15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30" h="15882">
                          <a:moveTo>
                            <a:pt x="4967" y="15086"/>
                          </a:moveTo>
                          <a:cubicBezTo>
                            <a:pt x="585" y="13086"/>
                            <a:pt x="-1224" y="8324"/>
                            <a:pt x="871" y="4418"/>
                          </a:cubicBezTo>
                          <a:cubicBezTo>
                            <a:pt x="2967" y="513"/>
                            <a:pt x="8110" y="-1106"/>
                            <a:pt x="12587" y="799"/>
                          </a:cubicBezTo>
                          <a:cubicBezTo>
                            <a:pt x="16968" y="2704"/>
                            <a:pt x="18873" y="7466"/>
                            <a:pt x="16778" y="11372"/>
                          </a:cubicBezTo>
                          <a:cubicBezTo>
                            <a:pt x="14682" y="15372"/>
                            <a:pt x="9348" y="16991"/>
                            <a:pt x="4967" y="1508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13" name="Forme libre : forme 612">
                      <a:extLst>
                        <a:ext uri="{FF2B5EF4-FFF2-40B4-BE49-F238E27FC236}">
                          <a16:creationId xmlns:a16="http://schemas.microsoft.com/office/drawing/2014/main" id="{488B12B5-2337-4534-8845-F4C353CE61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78823" y="4467337"/>
                      <a:ext cx="6253" cy="6122"/>
                    </a:xfrm>
                    <a:custGeom>
                      <a:avLst/>
                      <a:gdLst>
                        <a:gd name="connsiteX0" fmla="*/ 555 w 6253"/>
                        <a:gd name="connsiteY0" fmla="*/ 5045 h 6122"/>
                        <a:gd name="connsiteX1" fmla="*/ 1317 w 6253"/>
                        <a:gd name="connsiteY1" fmla="*/ 759 h 6122"/>
                        <a:gd name="connsiteX2" fmla="*/ 5699 w 6253"/>
                        <a:gd name="connsiteY2" fmla="*/ 1045 h 6122"/>
                        <a:gd name="connsiteX3" fmla="*/ 4937 w 6253"/>
                        <a:gd name="connsiteY3" fmla="*/ 5331 h 6122"/>
                        <a:gd name="connsiteX4" fmla="*/ 555 w 6253"/>
                        <a:gd name="connsiteY4" fmla="*/ 5045 h 61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53" h="6122">
                          <a:moveTo>
                            <a:pt x="555" y="5045"/>
                          </a:moveTo>
                          <a:cubicBezTo>
                            <a:pt x="-397" y="3807"/>
                            <a:pt x="-112" y="1807"/>
                            <a:pt x="1317" y="759"/>
                          </a:cubicBezTo>
                          <a:cubicBezTo>
                            <a:pt x="2746" y="-384"/>
                            <a:pt x="4651" y="-193"/>
                            <a:pt x="5699" y="1045"/>
                          </a:cubicBezTo>
                          <a:cubicBezTo>
                            <a:pt x="6651" y="2283"/>
                            <a:pt x="6365" y="4283"/>
                            <a:pt x="4937" y="5331"/>
                          </a:cubicBezTo>
                          <a:cubicBezTo>
                            <a:pt x="3508" y="6474"/>
                            <a:pt x="1508" y="6379"/>
                            <a:pt x="555" y="50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614" name="Graphique 15">
                    <a:extLst>
                      <a:ext uri="{FF2B5EF4-FFF2-40B4-BE49-F238E27FC236}">
                        <a16:creationId xmlns:a16="http://schemas.microsoft.com/office/drawing/2014/main" id="{130D9D3E-B24F-4220-AF0F-7AC25B5C05E5}"/>
                      </a:ext>
                    </a:extLst>
                  </p:cNvPr>
                  <p:cNvGrpSpPr/>
                  <p:nvPr/>
                </p:nvGrpSpPr>
                <p:grpSpPr>
                  <a:xfrm>
                    <a:off x="10823497" y="4440231"/>
                    <a:ext cx="37285" cy="36411"/>
                    <a:chOff x="10823497" y="4440231"/>
                    <a:chExt cx="37285" cy="36411"/>
                  </a:xfrm>
                  <a:solidFill>
                    <a:schemeClr val="accent1"/>
                  </a:solidFill>
                </p:grpSpPr>
                <p:sp>
                  <p:nvSpPr>
                    <p:cNvPr id="615" name="Forme libre : forme 614">
                      <a:extLst>
                        <a:ext uri="{FF2B5EF4-FFF2-40B4-BE49-F238E27FC236}">
                          <a16:creationId xmlns:a16="http://schemas.microsoft.com/office/drawing/2014/main" id="{51433C8D-121E-40B8-96ED-0CAE30159C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3522" y="4440231"/>
                      <a:ext cx="37260" cy="36411"/>
                    </a:xfrm>
                    <a:custGeom>
                      <a:avLst/>
                      <a:gdLst>
                        <a:gd name="connsiteX0" fmla="*/ 3088 w 37260"/>
                        <a:gd name="connsiteY0" fmla="*/ 29198 h 36411"/>
                        <a:gd name="connsiteX1" fmla="*/ 8041 w 37260"/>
                        <a:gd name="connsiteY1" fmla="*/ 3766 h 36411"/>
                        <a:gd name="connsiteX2" fmla="*/ 33758 w 37260"/>
                        <a:gd name="connsiteY2" fmla="*/ 6719 h 36411"/>
                        <a:gd name="connsiteX3" fmla="*/ 29091 w 37260"/>
                        <a:gd name="connsiteY3" fmla="*/ 32532 h 36411"/>
                        <a:gd name="connsiteX4" fmla="*/ 3088 w 37260"/>
                        <a:gd name="connsiteY4" fmla="*/ 29198 h 36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260" h="36411">
                          <a:moveTo>
                            <a:pt x="3088" y="29198"/>
                          </a:moveTo>
                          <a:cubicBezTo>
                            <a:pt x="-2532" y="21102"/>
                            <a:pt x="-246" y="9767"/>
                            <a:pt x="8041" y="3766"/>
                          </a:cubicBezTo>
                          <a:cubicBezTo>
                            <a:pt x="16518" y="-2044"/>
                            <a:pt x="27662" y="-1187"/>
                            <a:pt x="33758" y="6719"/>
                          </a:cubicBezTo>
                          <a:cubicBezTo>
                            <a:pt x="39759" y="14435"/>
                            <a:pt x="37949" y="26436"/>
                            <a:pt x="29091" y="32532"/>
                          </a:cubicBezTo>
                          <a:cubicBezTo>
                            <a:pt x="20423" y="38819"/>
                            <a:pt x="8708" y="37295"/>
                            <a:pt x="3088" y="2919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16" name="Forme libre : forme 615">
                      <a:extLst>
                        <a:ext uri="{FF2B5EF4-FFF2-40B4-BE49-F238E27FC236}">
                          <a16:creationId xmlns:a16="http://schemas.microsoft.com/office/drawing/2014/main" id="{5DDA54DB-2BC0-41AA-9FC5-DA2331A469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3497" y="4440231"/>
                      <a:ext cx="37116" cy="34817"/>
                    </a:xfrm>
                    <a:custGeom>
                      <a:avLst/>
                      <a:gdLst>
                        <a:gd name="connsiteX0" fmla="*/ 18258 w 37116"/>
                        <a:gd name="connsiteY0" fmla="*/ 17959 h 34817"/>
                        <a:gd name="connsiteX1" fmla="*/ 37117 w 37116"/>
                        <a:gd name="connsiteY1" fmla="*/ 15387 h 34817"/>
                        <a:gd name="connsiteX2" fmla="*/ 33783 w 37116"/>
                        <a:gd name="connsiteY2" fmla="*/ 6719 h 34817"/>
                        <a:gd name="connsiteX3" fmla="*/ 8066 w 37116"/>
                        <a:gd name="connsiteY3" fmla="*/ 3766 h 34817"/>
                        <a:gd name="connsiteX4" fmla="*/ 3113 w 37116"/>
                        <a:gd name="connsiteY4" fmla="*/ 29198 h 34817"/>
                        <a:gd name="connsiteX5" fmla="*/ 10066 w 37116"/>
                        <a:gd name="connsiteY5" fmla="*/ 34818 h 34817"/>
                        <a:gd name="connsiteX6" fmla="*/ 18258 w 37116"/>
                        <a:gd name="connsiteY6" fmla="*/ 17959 h 34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116" h="34817">
                          <a:moveTo>
                            <a:pt x="18258" y="17959"/>
                          </a:moveTo>
                          <a:cubicBezTo>
                            <a:pt x="24163" y="13863"/>
                            <a:pt x="31211" y="13101"/>
                            <a:pt x="37117" y="15387"/>
                          </a:cubicBezTo>
                          <a:cubicBezTo>
                            <a:pt x="36831" y="12339"/>
                            <a:pt x="35783" y="9291"/>
                            <a:pt x="33783" y="6719"/>
                          </a:cubicBezTo>
                          <a:cubicBezTo>
                            <a:pt x="27687" y="-1187"/>
                            <a:pt x="16543" y="-2044"/>
                            <a:pt x="8066" y="3766"/>
                          </a:cubicBezTo>
                          <a:cubicBezTo>
                            <a:pt x="-316" y="9767"/>
                            <a:pt x="-2507" y="21102"/>
                            <a:pt x="3113" y="29198"/>
                          </a:cubicBezTo>
                          <a:cubicBezTo>
                            <a:pt x="4922" y="31770"/>
                            <a:pt x="7304" y="33580"/>
                            <a:pt x="10066" y="34818"/>
                          </a:cubicBezTo>
                          <a:cubicBezTo>
                            <a:pt x="9685" y="28531"/>
                            <a:pt x="12542" y="22055"/>
                            <a:pt x="18258" y="179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17" name="Forme libre : forme 616">
                      <a:extLst>
                        <a:ext uri="{FF2B5EF4-FFF2-40B4-BE49-F238E27FC236}">
                          <a16:creationId xmlns:a16="http://schemas.microsoft.com/office/drawing/2014/main" id="{EFB8A404-EFAF-488C-8811-F04E2E3055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9180" y="4457322"/>
                      <a:ext cx="17412" cy="15580"/>
                    </a:xfrm>
                    <a:custGeom>
                      <a:avLst/>
                      <a:gdLst>
                        <a:gd name="connsiteX0" fmla="*/ 4764 w 17412"/>
                        <a:gd name="connsiteY0" fmla="*/ 14584 h 15580"/>
                        <a:gd name="connsiteX1" fmla="*/ 954 w 17412"/>
                        <a:gd name="connsiteY1" fmla="*/ 3916 h 15580"/>
                        <a:gd name="connsiteX2" fmla="*/ 12574 w 17412"/>
                        <a:gd name="connsiteY2" fmla="*/ 1059 h 15580"/>
                        <a:gd name="connsiteX3" fmla="*/ 16479 w 17412"/>
                        <a:gd name="connsiteY3" fmla="*/ 11727 h 15580"/>
                        <a:gd name="connsiteX4" fmla="*/ 4764 w 17412"/>
                        <a:gd name="connsiteY4" fmla="*/ 14584 h 15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12" h="15580">
                          <a:moveTo>
                            <a:pt x="4764" y="14584"/>
                          </a:moveTo>
                          <a:cubicBezTo>
                            <a:pt x="477" y="12393"/>
                            <a:pt x="-1237" y="7631"/>
                            <a:pt x="954" y="3916"/>
                          </a:cubicBezTo>
                          <a:cubicBezTo>
                            <a:pt x="3049" y="201"/>
                            <a:pt x="8288" y="-1132"/>
                            <a:pt x="12574" y="1059"/>
                          </a:cubicBezTo>
                          <a:cubicBezTo>
                            <a:pt x="16860" y="3154"/>
                            <a:pt x="18670" y="7917"/>
                            <a:pt x="16479" y="11727"/>
                          </a:cubicBezTo>
                          <a:cubicBezTo>
                            <a:pt x="14384" y="15346"/>
                            <a:pt x="9050" y="16680"/>
                            <a:pt x="4764" y="1458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18" name="Forme libre : forme 617">
                      <a:extLst>
                        <a:ext uri="{FF2B5EF4-FFF2-40B4-BE49-F238E27FC236}">
                          <a16:creationId xmlns:a16="http://schemas.microsoft.com/office/drawing/2014/main" id="{1DCC4DE7-25A5-4439-A47F-F86A2FE03E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2278" y="4462602"/>
                      <a:ext cx="6191" cy="5993"/>
                    </a:xfrm>
                    <a:custGeom>
                      <a:avLst/>
                      <a:gdLst>
                        <a:gd name="connsiteX0" fmla="*/ 524 w 6191"/>
                        <a:gd name="connsiteY0" fmla="*/ 4827 h 5993"/>
                        <a:gd name="connsiteX1" fmla="*/ 1381 w 6191"/>
                        <a:gd name="connsiteY1" fmla="*/ 636 h 5993"/>
                        <a:gd name="connsiteX2" fmla="*/ 5668 w 6191"/>
                        <a:gd name="connsiteY2" fmla="*/ 1208 h 5993"/>
                        <a:gd name="connsiteX3" fmla="*/ 4810 w 6191"/>
                        <a:gd name="connsiteY3" fmla="*/ 5399 h 5993"/>
                        <a:gd name="connsiteX4" fmla="*/ 524 w 6191"/>
                        <a:gd name="connsiteY4" fmla="*/ 4827 h 59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1" h="5993">
                          <a:moveTo>
                            <a:pt x="524" y="4827"/>
                          </a:moveTo>
                          <a:cubicBezTo>
                            <a:pt x="-428" y="3493"/>
                            <a:pt x="-47" y="1589"/>
                            <a:pt x="1381" y="636"/>
                          </a:cubicBezTo>
                          <a:cubicBezTo>
                            <a:pt x="2810" y="-412"/>
                            <a:pt x="4715" y="-126"/>
                            <a:pt x="5668" y="1208"/>
                          </a:cubicBezTo>
                          <a:cubicBezTo>
                            <a:pt x="6620" y="2541"/>
                            <a:pt x="6239" y="4351"/>
                            <a:pt x="4810" y="5399"/>
                          </a:cubicBezTo>
                          <a:cubicBezTo>
                            <a:pt x="3477" y="6351"/>
                            <a:pt x="1477" y="6160"/>
                            <a:pt x="524" y="48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619" name="Graphique 15">
                  <a:extLst>
                    <a:ext uri="{FF2B5EF4-FFF2-40B4-BE49-F238E27FC236}">
                      <a16:creationId xmlns:a16="http://schemas.microsoft.com/office/drawing/2014/main" id="{62CC4B58-7CCE-44FD-B10C-D7BCE0D43888}"/>
                    </a:ext>
                  </a:extLst>
                </p:cNvPr>
                <p:cNvGrpSpPr/>
                <p:nvPr/>
              </p:nvGrpSpPr>
              <p:grpSpPr>
                <a:xfrm>
                  <a:off x="10790474" y="4326072"/>
                  <a:ext cx="101036" cy="55270"/>
                  <a:chOff x="10790474" y="4326072"/>
                  <a:chExt cx="101036" cy="55270"/>
                </a:xfrm>
                <a:solidFill>
                  <a:schemeClr val="accent1"/>
                </a:solidFill>
              </p:grpSpPr>
              <p:grpSp>
                <p:nvGrpSpPr>
                  <p:cNvPr id="620" name="Graphique 15">
                    <a:extLst>
                      <a:ext uri="{FF2B5EF4-FFF2-40B4-BE49-F238E27FC236}">
                        <a16:creationId xmlns:a16="http://schemas.microsoft.com/office/drawing/2014/main" id="{E13AE508-131F-4468-8384-1D569DF688A1}"/>
                      </a:ext>
                    </a:extLst>
                  </p:cNvPr>
                  <p:cNvGrpSpPr/>
                  <p:nvPr/>
                </p:nvGrpSpPr>
                <p:grpSpPr>
                  <a:xfrm>
                    <a:off x="10855768" y="4345711"/>
                    <a:ext cx="35742" cy="35631"/>
                    <a:chOff x="10855768" y="4345711"/>
                    <a:chExt cx="35742" cy="35631"/>
                  </a:xfrm>
                  <a:solidFill>
                    <a:schemeClr val="accent1"/>
                  </a:solidFill>
                </p:grpSpPr>
                <p:sp>
                  <p:nvSpPr>
                    <p:cNvPr id="621" name="Forme libre : forme 620">
                      <a:extLst>
                        <a:ext uri="{FF2B5EF4-FFF2-40B4-BE49-F238E27FC236}">
                          <a16:creationId xmlns:a16="http://schemas.microsoft.com/office/drawing/2014/main" id="{070F6632-A92F-4B9F-8769-77F0D015CA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5768" y="4345711"/>
                      <a:ext cx="35742" cy="35631"/>
                    </a:xfrm>
                    <a:custGeom>
                      <a:avLst/>
                      <a:gdLst>
                        <a:gd name="connsiteX0" fmla="*/ 4370 w 35742"/>
                        <a:gd name="connsiteY0" fmla="*/ 29516 h 35631"/>
                        <a:gd name="connsiteX1" fmla="*/ 5989 w 35742"/>
                        <a:gd name="connsiteY1" fmla="*/ 4560 h 35631"/>
                        <a:gd name="connsiteX2" fmla="*/ 30944 w 35742"/>
                        <a:gd name="connsiteY2" fmla="*/ 5608 h 35631"/>
                        <a:gd name="connsiteX3" fmla="*/ 29801 w 35742"/>
                        <a:gd name="connsiteY3" fmla="*/ 31040 h 35631"/>
                        <a:gd name="connsiteX4" fmla="*/ 4370 w 35742"/>
                        <a:gd name="connsiteY4" fmla="*/ 29516 h 35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42" h="35631">
                          <a:moveTo>
                            <a:pt x="4370" y="29516"/>
                          </a:moveTo>
                          <a:cubicBezTo>
                            <a:pt x="-2012" y="21991"/>
                            <a:pt x="-1345" y="10847"/>
                            <a:pt x="5989" y="4560"/>
                          </a:cubicBezTo>
                          <a:cubicBezTo>
                            <a:pt x="13228" y="-1821"/>
                            <a:pt x="24182" y="-1535"/>
                            <a:pt x="30944" y="5608"/>
                          </a:cubicBezTo>
                          <a:cubicBezTo>
                            <a:pt x="37612" y="12657"/>
                            <a:pt x="37421" y="24373"/>
                            <a:pt x="29801" y="31040"/>
                          </a:cubicBezTo>
                          <a:cubicBezTo>
                            <a:pt x="22181" y="37707"/>
                            <a:pt x="10751" y="37041"/>
                            <a:pt x="4370" y="2951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22" name="Forme libre : forme 621">
                      <a:extLst>
                        <a:ext uri="{FF2B5EF4-FFF2-40B4-BE49-F238E27FC236}">
                          <a16:creationId xmlns:a16="http://schemas.microsoft.com/office/drawing/2014/main" id="{CDBD0760-2CB7-40B4-8418-831C5EE687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5800" y="4345772"/>
                      <a:ext cx="35198" cy="34502"/>
                    </a:xfrm>
                    <a:custGeom>
                      <a:avLst/>
                      <a:gdLst>
                        <a:gd name="connsiteX0" fmla="*/ 17482 w 35198"/>
                        <a:gd name="connsiteY0" fmla="*/ 17548 h 34502"/>
                        <a:gd name="connsiteX1" fmla="*/ 35198 w 35198"/>
                        <a:gd name="connsiteY1" fmla="*/ 13738 h 34502"/>
                        <a:gd name="connsiteX2" fmla="*/ 30912 w 35198"/>
                        <a:gd name="connsiteY2" fmla="*/ 5642 h 34502"/>
                        <a:gd name="connsiteX3" fmla="*/ 5956 w 35198"/>
                        <a:gd name="connsiteY3" fmla="*/ 4595 h 34502"/>
                        <a:gd name="connsiteX4" fmla="*/ 4337 w 35198"/>
                        <a:gd name="connsiteY4" fmla="*/ 29550 h 34502"/>
                        <a:gd name="connsiteX5" fmla="*/ 11671 w 35198"/>
                        <a:gd name="connsiteY5" fmla="*/ 34503 h 34502"/>
                        <a:gd name="connsiteX6" fmla="*/ 17482 w 35198"/>
                        <a:gd name="connsiteY6" fmla="*/ 17548 h 34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198" h="34502">
                          <a:moveTo>
                            <a:pt x="17482" y="17548"/>
                          </a:moveTo>
                          <a:cubicBezTo>
                            <a:pt x="22625" y="13262"/>
                            <a:pt x="29102" y="11738"/>
                            <a:pt x="35198" y="13738"/>
                          </a:cubicBezTo>
                          <a:cubicBezTo>
                            <a:pt x="34531" y="10786"/>
                            <a:pt x="33103" y="7928"/>
                            <a:pt x="30912" y="5642"/>
                          </a:cubicBezTo>
                          <a:cubicBezTo>
                            <a:pt x="24054" y="-1597"/>
                            <a:pt x="13195" y="-1787"/>
                            <a:pt x="5956" y="4595"/>
                          </a:cubicBezTo>
                          <a:cubicBezTo>
                            <a:pt x="-1283" y="10881"/>
                            <a:pt x="-2045" y="22025"/>
                            <a:pt x="4337" y="29550"/>
                          </a:cubicBezTo>
                          <a:cubicBezTo>
                            <a:pt x="6337" y="31931"/>
                            <a:pt x="8909" y="33551"/>
                            <a:pt x="11671" y="34503"/>
                          </a:cubicBezTo>
                          <a:cubicBezTo>
                            <a:pt x="10624" y="28407"/>
                            <a:pt x="12529" y="21930"/>
                            <a:pt x="17482" y="1754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23" name="Forme libre : forme 622">
                      <a:extLst>
                        <a:ext uri="{FF2B5EF4-FFF2-40B4-BE49-F238E27FC236}">
                          <a16:creationId xmlns:a16="http://schemas.microsoft.com/office/drawing/2014/main" id="{811F189D-6AB4-4274-A64F-477B1AA0DE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62036" y="4362768"/>
                      <a:ext cx="16899" cy="15106"/>
                    </a:xfrm>
                    <a:custGeom>
                      <a:avLst/>
                      <a:gdLst>
                        <a:gd name="connsiteX0" fmla="*/ 5531 w 16899"/>
                        <a:gd name="connsiteY0" fmla="*/ 14364 h 15106"/>
                        <a:gd name="connsiteX1" fmla="*/ 483 w 16899"/>
                        <a:gd name="connsiteY1" fmla="*/ 4267 h 15106"/>
                        <a:gd name="connsiteX2" fmla="*/ 11246 w 16899"/>
                        <a:gd name="connsiteY2" fmla="*/ 743 h 15106"/>
                        <a:gd name="connsiteX3" fmla="*/ 16390 w 16899"/>
                        <a:gd name="connsiteY3" fmla="*/ 10839 h 15106"/>
                        <a:gd name="connsiteX4" fmla="*/ 5531 w 16899"/>
                        <a:gd name="connsiteY4" fmla="*/ 14364 h 151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99" h="15106">
                          <a:moveTo>
                            <a:pt x="5531" y="14364"/>
                          </a:moveTo>
                          <a:cubicBezTo>
                            <a:pt x="1150" y="12554"/>
                            <a:pt x="-1041" y="7982"/>
                            <a:pt x="483" y="4267"/>
                          </a:cubicBezTo>
                          <a:cubicBezTo>
                            <a:pt x="2007" y="552"/>
                            <a:pt x="6865" y="-1067"/>
                            <a:pt x="11246" y="743"/>
                          </a:cubicBezTo>
                          <a:cubicBezTo>
                            <a:pt x="15628" y="2553"/>
                            <a:pt x="18009" y="7030"/>
                            <a:pt x="16390" y="10839"/>
                          </a:cubicBezTo>
                          <a:cubicBezTo>
                            <a:pt x="14770" y="14554"/>
                            <a:pt x="9817" y="16173"/>
                            <a:pt x="5531" y="1436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24" name="Forme libre : forme 623">
                      <a:extLst>
                        <a:ext uri="{FF2B5EF4-FFF2-40B4-BE49-F238E27FC236}">
                          <a16:creationId xmlns:a16="http://schemas.microsoft.com/office/drawing/2014/main" id="{C8F5EE6D-0E3A-46FD-8D80-7314655D32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74752" y="4367449"/>
                      <a:ext cx="5917" cy="5783"/>
                    </a:xfrm>
                    <a:custGeom>
                      <a:avLst/>
                      <a:gdLst>
                        <a:gd name="connsiteX0" fmla="*/ 720 w 5917"/>
                        <a:gd name="connsiteY0" fmla="*/ 4825 h 5783"/>
                        <a:gd name="connsiteX1" fmla="*/ 1006 w 5917"/>
                        <a:gd name="connsiteY1" fmla="*/ 730 h 5783"/>
                        <a:gd name="connsiteX2" fmla="*/ 5197 w 5917"/>
                        <a:gd name="connsiteY2" fmla="*/ 920 h 5783"/>
                        <a:gd name="connsiteX3" fmla="*/ 4911 w 5917"/>
                        <a:gd name="connsiteY3" fmla="*/ 5016 h 5783"/>
                        <a:gd name="connsiteX4" fmla="*/ 720 w 5917"/>
                        <a:gd name="connsiteY4" fmla="*/ 4825 h 5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7" h="5783">
                          <a:moveTo>
                            <a:pt x="720" y="4825"/>
                          </a:moveTo>
                          <a:cubicBezTo>
                            <a:pt x="-327" y="3587"/>
                            <a:pt x="-232" y="1778"/>
                            <a:pt x="1006" y="730"/>
                          </a:cubicBezTo>
                          <a:cubicBezTo>
                            <a:pt x="2244" y="-318"/>
                            <a:pt x="4149" y="-223"/>
                            <a:pt x="5197" y="920"/>
                          </a:cubicBezTo>
                          <a:cubicBezTo>
                            <a:pt x="6245" y="2158"/>
                            <a:pt x="6150" y="3968"/>
                            <a:pt x="4911" y="5016"/>
                          </a:cubicBezTo>
                          <a:cubicBezTo>
                            <a:pt x="3673" y="6159"/>
                            <a:pt x="1768" y="5968"/>
                            <a:pt x="720" y="482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625" name="Graphique 15">
                    <a:extLst>
                      <a:ext uri="{FF2B5EF4-FFF2-40B4-BE49-F238E27FC236}">
                        <a16:creationId xmlns:a16="http://schemas.microsoft.com/office/drawing/2014/main" id="{752D4C19-7E0B-42D1-8A06-D3DECDD5B40A}"/>
                      </a:ext>
                    </a:extLst>
                  </p:cNvPr>
                  <p:cNvGrpSpPr/>
                  <p:nvPr/>
                </p:nvGrpSpPr>
                <p:grpSpPr>
                  <a:xfrm>
                    <a:off x="10824131" y="4330957"/>
                    <a:ext cx="35125" cy="35060"/>
                    <a:chOff x="10824131" y="4330957"/>
                    <a:chExt cx="35125" cy="35060"/>
                  </a:xfrm>
                  <a:solidFill>
                    <a:schemeClr val="accent1"/>
                  </a:solidFill>
                </p:grpSpPr>
                <p:sp>
                  <p:nvSpPr>
                    <p:cNvPr id="626" name="Forme libre : forme 625">
                      <a:extLst>
                        <a:ext uri="{FF2B5EF4-FFF2-40B4-BE49-F238E27FC236}">
                          <a16:creationId xmlns:a16="http://schemas.microsoft.com/office/drawing/2014/main" id="{F9F466AF-3533-4577-BB96-A62C06E9BC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4250" y="4330997"/>
                      <a:ext cx="35006" cy="35021"/>
                    </a:xfrm>
                    <a:custGeom>
                      <a:avLst/>
                      <a:gdLst>
                        <a:gd name="connsiteX0" fmla="*/ 4359 w 35006"/>
                        <a:gd name="connsiteY0" fmla="*/ 28609 h 35021"/>
                        <a:gd name="connsiteX1" fmla="*/ 5693 w 35006"/>
                        <a:gd name="connsiteY1" fmla="*/ 3939 h 35021"/>
                        <a:gd name="connsiteX2" fmla="*/ 30362 w 35006"/>
                        <a:gd name="connsiteY2" fmla="*/ 6130 h 35021"/>
                        <a:gd name="connsiteX3" fmla="*/ 29029 w 35006"/>
                        <a:gd name="connsiteY3" fmla="*/ 30800 h 35021"/>
                        <a:gd name="connsiteX4" fmla="*/ 4359 w 35006"/>
                        <a:gd name="connsiteY4" fmla="*/ 28609 h 35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006" h="35021">
                          <a:moveTo>
                            <a:pt x="4359" y="28609"/>
                          </a:moveTo>
                          <a:cubicBezTo>
                            <a:pt x="-1927" y="20989"/>
                            <a:pt x="-1356" y="9940"/>
                            <a:pt x="5693" y="3939"/>
                          </a:cubicBezTo>
                          <a:cubicBezTo>
                            <a:pt x="12646" y="-2061"/>
                            <a:pt x="23695" y="-1109"/>
                            <a:pt x="30362" y="6130"/>
                          </a:cubicBezTo>
                          <a:cubicBezTo>
                            <a:pt x="37030" y="13369"/>
                            <a:pt x="36459" y="24418"/>
                            <a:pt x="29029" y="30800"/>
                          </a:cubicBezTo>
                          <a:cubicBezTo>
                            <a:pt x="21695" y="37182"/>
                            <a:pt x="10646" y="36229"/>
                            <a:pt x="4359" y="2860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27" name="Forme libre : forme 626">
                      <a:extLst>
                        <a:ext uri="{FF2B5EF4-FFF2-40B4-BE49-F238E27FC236}">
                          <a16:creationId xmlns:a16="http://schemas.microsoft.com/office/drawing/2014/main" id="{9C88CCEC-F7DA-4608-8DAE-44580E924B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4131" y="4330957"/>
                      <a:ext cx="34482" cy="33792"/>
                    </a:xfrm>
                    <a:custGeom>
                      <a:avLst/>
                      <a:gdLst>
                        <a:gd name="connsiteX0" fmla="*/ 17052 w 34482"/>
                        <a:gd name="connsiteY0" fmla="*/ 17218 h 33792"/>
                        <a:gd name="connsiteX1" fmla="*/ 34483 w 34482"/>
                        <a:gd name="connsiteY1" fmla="*/ 14266 h 33792"/>
                        <a:gd name="connsiteX2" fmla="*/ 30292 w 34482"/>
                        <a:gd name="connsiteY2" fmla="*/ 6169 h 33792"/>
                        <a:gd name="connsiteX3" fmla="*/ 5622 w 34482"/>
                        <a:gd name="connsiteY3" fmla="*/ 3979 h 33792"/>
                        <a:gd name="connsiteX4" fmla="*/ 4288 w 34482"/>
                        <a:gd name="connsiteY4" fmla="*/ 28649 h 33792"/>
                        <a:gd name="connsiteX5" fmla="*/ 11432 w 34482"/>
                        <a:gd name="connsiteY5" fmla="*/ 33792 h 33792"/>
                        <a:gd name="connsiteX6" fmla="*/ 17052 w 34482"/>
                        <a:gd name="connsiteY6" fmla="*/ 17218 h 33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82" h="33792">
                          <a:moveTo>
                            <a:pt x="17052" y="17218"/>
                          </a:moveTo>
                          <a:cubicBezTo>
                            <a:pt x="21910" y="13027"/>
                            <a:pt x="28577" y="12170"/>
                            <a:pt x="34483" y="14266"/>
                          </a:cubicBezTo>
                          <a:cubicBezTo>
                            <a:pt x="33816" y="11408"/>
                            <a:pt x="32482" y="8551"/>
                            <a:pt x="30292" y="6169"/>
                          </a:cubicBezTo>
                          <a:cubicBezTo>
                            <a:pt x="23624" y="-1069"/>
                            <a:pt x="12575" y="-2117"/>
                            <a:pt x="5622" y="3979"/>
                          </a:cubicBezTo>
                          <a:cubicBezTo>
                            <a:pt x="-1331" y="9980"/>
                            <a:pt x="-1903" y="21028"/>
                            <a:pt x="4288" y="28649"/>
                          </a:cubicBezTo>
                          <a:cubicBezTo>
                            <a:pt x="6289" y="31030"/>
                            <a:pt x="8765" y="32744"/>
                            <a:pt x="11432" y="33792"/>
                          </a:cubicBezTo>
                          <a:cubicBezTo>
                            <a:pt x="10480" y="27791"/>
                            <a:pt x="12289" y="21409"/>
                            <a:pt x="17052" y="1721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28" name="Forme libre : forme 627">
                      <a:extLst>
                        <a:ext uri="{FF2B5EF4-FFF2-40B4-BE49-F238E27FC236}">
                          <a16:creationId xmlns:a16="http://schemas.microsoft.com/office/drawing/2014/main" id="{D81295EA-17CF-4DA0-A605-4FC3B40000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30316" y="4347429"/>
                      <a:ext cx="16387" cy="15095"/>
                    </a:xfrm>
                    <a:custGeom>
                      <a:avLst/>
                      <a:gdLst>
                        <a:gd name="connsiteX0" fmla="*/ 5437 w 16387"/>
                        <a:gd name="connsiteY0" fmla="*/ 14273 h 15095"/>
                        <a:gd name="connsiteX1" fmla="*/ 484 w 16387"/>
                        <a:gd name="connsiteY1" fmla="*/ 4081 h 15095"/>
                        <a:gd name="connsiteX2" fmla="*/ 10866 w 16387"/>
                        <a:gd name="connsiteY2" fmla="*/ 843 h 15095"/>
                        <a:gd name="connsiteX3" fmla="*/ 15914 w 16387"/>
                        <a:gd name="connsiteY3" fmla="*/ 10939 h 15095"/>
                        <a:gd name="connsiteX4" fmla="*/ 5437 w 16387"/>
                        <a:gd name="connsiteY4" fmla="*/ 14273 h 15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87" h="15095">
                          <a:moveTo>
                            <a:pt x="5437" y="14273"/>
                          </a:moveTo>
                          <a:cubicBezTo>
                            <a:pt x="1151" y="12368"/>
                            <a:pt x="-1040" y="7796"/>
                            <a:pt x="484" y="4081"/>
                          </a:cubicBezTo>
                          <a:cubicBezTo>
                            <a:pt x="2008" y="367"/>
                            <a:pt x="6580" y="-1062"/>
                            <a:pt x="10866" y="843"/>
                          </a:cubicBezTo>
                          <a:cubicBezTo>
                            <a:pt x="15153" y="2748"/>
                            <a:pt x="17438" y="7225"/>
                            <a:pt x="15914" y="10939"/>
                          </a:cubicBezTo>
                          <a:cubicBezTo>
                            <a:pt x="14391" y="14654"/>
                            <a:pt x="9723" y="16178"/>
                            <a:pt x="5437" y="1427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29" name="Forme libre : forme 628">
                      <a:extLst>
                        <a:ext uri="{FF2B5EF4-FFF2-40B4-BE49-F238E27FC236}">
                          <a16:creationId xmlns:a16="http://schemas.microsoft.com/office/drawing/2014/main" id="{F52B1CD4-672C-4206-96B0-37F416949D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2643" y="4352258"/>
                      <a:ext cx="5745" cy="5836"/>
                    </a:xfrm>
                    <a:custGeom>
                      <a:avLst/>
                      <a:gdLst>
                        <a:gd name="connsiteX0" fmla="*/ 730 w 5745"/>
                        <a:gd name="connsiteY0" fmla="*/ 4776 h 5836"/>
                        <a:gd name="connsiteX1" fmla="*/ 920 w 5745"/>
                        <a:gd name="connsiteY1" fmla="*/ 680 h 5836"/>
                        <a:gd name="connsiteX2" fmla="*/ 5016 w 5745"/>
                        <a:gd name="connsiteY2" fmla="*/ 1061 h 5836"/>
                        <a:gd name="connsiteX3" fmla="*/ 4825 w 5745"/>
                        <a:gd name="connsiteY3" fmla="*/ 5157 h 5836"/>
                        <a:gd name="connsiteX4" fmla="*/ 730 w 5745"/>
                        <a:gd name="connsiteY4" fmla="*/ 4776 h 5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45" h="5836">
                          <a:moveTo>
                            <a:pt x="730" y="4776"/>
                          </a:moveTo>
                          <a:cubicBezTo>
                            <a:pt x="-318" y="3538"/>
                            <a:pt x="-223" y="1728"/>
                            <a:pt x="920" y="680"/>
                          </a:cubicBezTo>
                          <a:cubicBezTo>
                            <a:pt x="2063" y="-368"/>
                            <a:pt x="3968" y="-177"/>
                            <a:pt x="5016" y="1061"/>
                          </a:cubicBezTo>
                          <a:cubicBezTo>
                            <a:pt x="6064" y="2299"/>
                            <a:pt x="5968" y="4109"/>
                            <a:pt x="4825" y="5157"/>
                          </a:cubicBezTo>
                          <a:cubicBezTo>
                            <a:pt x="3682" y="6205"/>
                            <a:pt x="1778" y="6014"/>
                            <a:pt x="730" y="47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630" name="Graphique 15">
                    <a:extLst>
                      <a:ext uri="{FF2B5EF4-FFF2-40B4-BE49-F238E27FC236}">
                        <a16:creationId xmlns:a16="http://schemas.microsoft.com/office/drawing/2014/main" id="{AFB1EB3A-A485-440C-908B-367204985498}"/>
                      </a:ext>
                    </a:extLst>
                  </p:cNvPr>
                  <p:cNvGrpSpPr/>
                  <p:nvPr/>
                </p:nvGrpSpPr>
                <p:grpSpPr>
                  <a:xfrm>
                    <a:off x="10790474" y="4326072"/>
                    <a:ext cx="34345" cy="34638"/>
                    <a:chOff x="10790474" y="4326072"/>
                    <a:chExt cx="34345" cy="34638"/>
                  </a:xfrm>
                  <a:solidFill>
                    <a:schemeClr val="accent1"/>
                  </a:solidFill>
                </p:grpSpPr>
                <p:sp>
                  <p:nvSpPr>
                    <p:cNvPr id="631" name="Forme libre : forme 630">
                      <a:extLst>
                        <a:ext uri="{FF2B5EF4-FFF2-40B4-BE49-F238E27FC236}">
                          <a16:creationId xmlns:a16="http://schemas.microsoft.com/office/drawing/2014/main" id="{67247DBD-9001-4002-A87F-2DABA2BB4A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90569" y="4326072"/>
                      <a:ext cx="34250" cy="34638"/>
                    </a:xfrm>
                    <a:custGeom>
                      <a:avLst/>
                      <a:gdLst>
                        <a:gd name="connsiteX0" fmla="*/ 4036 w 34250"/>
                        <a:gd name="connsiteY0" fmla="*/ 27533 h 34638"/>
                        <a:gd name="connsiteX1" fmla="*/ 5846 w 34250"/>
                        <a:gd name="connsiteY1" fmla="*/ 3530 h 34638"/>
                        <a:gd name="connsiteX2" fmla="*/ 29754 w 34250"/>
                        <a:gd name="connsiteY2" fmla="*/ 6578 h 34638"/>
                        <a:gd name="connsiteX3" fmla="*/ 28420 w 34250"/>
                        <a:gd name="connsiteY3" fmla="*/ 31153 h 34638"/>
                        <a:gd name="connsiteX4" fmla="*/ 4036 w 34250"/>
                        <a:gd name="connsiteY4" fmla="*/ 27533 h 346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50" h="34638">
                          <a:moveTo>
                            <a:pt x="4036" y="27533"/>
                          </a:moveTo>
                          <a:cubicBezTo>
                            <a:pt x="-1965" y="19723"/>
                            <a:pt x="-1203" y="8959"/>
                            <a:pt x="5846" y="3530"/>
                          </a:cubicBezTo>
                          <a:cubicBezTo>
                            <a:pt x="12799" y="-2089"/>
                            <a:pt x="23276" y="-946"/>
                            <a:pt x="29754" y="6578"/>
                          </a:cubicBezTo>
                          <a:cubicBezTo>
                            <a:pt x="36135" y="14008"/>
                            <a:pt x="35754" y="25247"/>
                            <a:pt x="28420" y="31153"/>
                          </a:cubicBezTo>
                          <a:cubicBezTo>
                            <a:pt x="20895" y="36963"/>
                            <a:pt x="10037" y="35344"/>
                            <a:pt x="4036" y="2753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32" name="Forme libre : forme 631">
                      <a:extLst>
                        <a:ext uri="{FF2B5EF4-FFF2-40B4-BE49-F238E27FC236}">
                          <a16:creationId xmlns:a16="http://schemas.microsoft.com/office/drawing/2014/main" id="{81177299-6009-4C07-8A07-82A9213CF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90474" y="4326072"/>
                      <a:ext cx="33753" cy="32962"/>
                    </a:xfrm>
                    <a:custGeom>
                      <a:avLst/>
                      <a:gdLst>
                        <a:gd name="connsiteX0" fmla="*/ 16799 w 33753"/>
                        <a:gd name="connsiteY0" fmla="*/ 17056 h 32962"/>
                        <a:gd name="connsiteX1" fmla="*/ 33754 w 33753"/>
                        <a:gd name="connsiteY1" fmla="*/ 14770 h 32962"/>
                        <a:gd name="connsiteX2" fmla="*/ 29754 w 33753"/>
                        <a:gd name="connsiteY2" fmla="*/ 6578 h 32962"/>
                        <a:gd name="connsiteX3" fmla="*/ 5846 w 33753"/>
                        <a:gd name="connsiteY3" fmla="*/ 3530 h 32962"/>
                        <a:gd name="connsiteX4" fmla="*/ 4036 w 33753"/>
                        <a:gd name="connsiteY4" fmla="*/ 27533 h 32962"/>
                        <a:gd name="connsiteX5" fmla="*/ 10989 w 33753"/>
                        <a:gd name="connsiteY5" fmla="*/ 32962 h 32962"/>
                        <a:gd name="connsiteX6" fmla="*/ 16799 w 33753"/>
                        <a:gd name="connsiteY6" fmla="*/ 17056 h 32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753" h="32962">
                          <a:moveTo>
                            <a:pt x="16799" y="17056"/>
                          </a:moveTo>
                          <a:cubicBezTo>
                            <a:pt x="21753" y="13246"/>
                            <a:pt x="28039" y="12388"/>
                            <a:pt x="33754" y="14770"/>
                          </a:cubicBezTo>
                          <a:cubicBezTo>
                            <a:pt x="33087" y="11817"/>
                            <a:pt x="31849" y="9055"/>
                            <a:pt x="29754" y="6578"/>
                          </a:cubicBezTo>
                          <a:cubicBezTo>
                            <a:pt x="23277" y="-946"/>
                            <a:pt x="12799" y="-2089"/>
                            <a:pt x="5846" y="3530"/>
                          </a:cubicBezTo>
                          <a:cubicBezTo>
                            <a:pt x="-1203" y="9055"/>
                            <a:pt x="-1965" y="19818"/>
                            <a:pt x="4036" y="27533"/>
                          </a:cubicBezTo>
                          <a:cubicBezTo>
                            <a:pt x="5941" y="30010"/>
                            <a:pt x="8418" y="31820"/>
                            <a:pt x="10989" y="32962"/>
                          </a:cubicBezTo>
                          <a:cubicBezTo>
                            <a:pt x="10037" y="26962"/>
                            <a:pt x="11942" y="20866"/>
                            <a:pt x="16799" y="1705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33" name="Forme libre : forme 632">
                      <a:extLst>
                        <a:ext uri="{FF2B5EF4-FFF2-40B4-BE49-F238E27FC236}">
                          <a16:creationId xmlns:a16="http://schemas.microsoft.com/office/drawing/2014/main" id="{C97764DA-D073-4C5F-AAC6-9394B4F50C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96344" y="4342270"/>
                      <a:ext cx="16227" cy="14838"/>
                    </a:xfrm>
                    <a:custGeom>
                      <a:avLst/>
                      <a:gdLst>
                        <a:gd name="connsiteX0" fmla="*/ 5215 w 16227"/>
                        <a:gd name="connsiteY0" fmla="*/ 13811 h 14838"/>
                        <a:gd name="connsiteX1" fmla="*/ 547 w 16227"/>
                        <a:gd name="connsiteY1" fmla="*/ 3620 h 14838"/>
                        <a:gd name="connsiteX2" fmla="*/ 10930 w 16227"/>
                        <a:gd name="connsiteY2" fmla="*/ 1048 h 14838"/>
                        <a:gd name="connsiteX3" fmla="*/ 15692 w 16227"/>
                        <a:gd name="connsiteY3" fmla="*/ 11240 h 14838"/>
                        <a:gd name="connsiteX4" fmla="*/ 5215 w 16227"/>
                        <a:gd name="connsiteY4" fmla="*/ 13811 h 148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27" h="14838">
                          <a:moveTo>
                            <a:pt x="5215" y="13811"/>
                          </a:moveTo>
                          <a:cubicBezTo>
                            <a:pt x="1024" y="11716"/>
                            <a:pt x="-1072" y="7144"/>
                            <a:pt x="547" y="3620"/>
                          </a:cubicBezTo>
                          <a:cubicBezTo>
                            <a:pt x="2071" y="95"/>
                            <a:pt x="6739" y="-1047"/>
                            <a:pt x="10930" y="1048"/>
                          </a:cubicBezTo>
                          <a:cubicBezTo>
                            <a:pt x="15121" y="3144"/>
                            <a:pt x="17311" y="7620"/>
                            <a:pt x="15692" y="11240"/>
                          </a:cubicBezTo>
                          <a:cubicBezTo>
                            <a:pt x="14168" y="14669"/>
                            <a:pt x="9406" y="15907"/>
                            <a:pt x="5215" y="1381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34" name="Forme libre : forme 633">
                      <a:extLst>
                        <a:ext uri="{FF2B5EF4-FFF2-40B4-BE49-F238E27FC236}">
                          <a16:creationId xmlns:a16="http://schemas.microsoft.com/office/drawing/2014/main" id="{76644EE9-EE2E-42AC-A5A0-A662A28C28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08585" y="4347419"/>
                      <a:ext cx="5662" cy="5705"/>
                    </a:xfrm>
                    <a:custGeom>
                      <a:avLst/>
                      <a:gdLst>
                        <a:gd name="connsiteX0" fmla="*/ 688 w 5662"/>
                        <a:gd name="connsiteY0" fmla="*/ 4567 h 5705"/>
                        <a:gd name="connsiteX1" fmla="*/ 974 w 5662"/>
                        <a:gd name="connsiteY1" fmla="*/ 567 h 5705"/>
                        <a:gd name="connsiteX2" fmla="*/ 4974 w 5662"/>
                        <a:gd name="connsiteY2" fmla="*/ 1138 h 5705"/>
                        <a:gd name="connsiteX3" fmla="*/ 4689 w 5662"/>
                        <a:gd name="connsiteY3" fmla="*/ 5139 h 5705"/>
                        <a:gd name="connsiteX4" fmla="*/ 688 w 5662"/>
                        <a:gd name="connsiteY4" fmla="*/ 4567 h 5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62" h="5705">
                          <a:moveTo>
                            <a:pt x="688" y="4567"/>
                          </a:moveTo>
                          <a:cubicBezTo>
                            <a:pt x="-360" y="3329"/>
                            <a:pt x="-169" y="1520"/>
                            <a:pt x="974" y="567"/>
                          </a:cubicBezTo>
                          <a:cubicBezTo>
                            <a:pt x="2212" y="-386"/>
                            <a:pt x="3927" y="-100"/>
                            <a:pt x="4974" y="1138"/>
                          </a:cubicBezTo>
                          <a:cubicBezTo>
                            <a:pt x="6022" y="2377"/>
                            <a:pt x="5832" y="4187"/>
                            <a:pt x="4689" y="5139"/>
                          </a:cubicBezTo>
                          <a:cubicBezTo>
                            <a:pt x="3450" y="6091"/>
                            <a:pt x="1641" y="5806"/>
                            <a:pt x="688" y="45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635" name="Graphique 15">
                  <a:extLst>
                    <a:ext uri="{FF2B5EF4-FFF2-40B4-BE49-F238E27FC236}">
                      <a16:creationId xmlns:a16="http://schemas.microsoft.com/office/drawing/2014/main" id="{DC64E854-23B1-445F-8D7A-B87073AFEBB2}"/>
                    </a:ext>
                  </a:extLst>
                </p:cNvPr>
                <p:cNvGrpSpPr/>
                <p:nvPr/>
              </p:nvGrpSpPr>
              <p:grpSpPr>
                <a:xfrm>
                  <a:off x="10712644" y="4252300"/>
                  <a:ext cx="92954" cy="40364"/>
                  <a:chOff x="10712644" y="4252300"/>
                  <a:chExt cx="92954" cy="40364"/>
                </a:xfrm>
                <a:solidFill>
                  <a:schemeClr val="accent1"/>
                </a:solidFill>
              </p:grpSpPr>
              <p:grpSp>
                <p:nvGrpSpPr>
                  <p:cNvPr id="636" name="Graphique 15">
                    <a:extLst>
                      <a:ext uri="{FF2B5EF4-FFF2-40B4-BE49-F238E27FC236}">
                        <a16:creationId xmlns:a16="http://schemas.microsoft.com/office/drawing/2014/main" id="{CDB4F99E-AF2F-463F-A3E1-8EA2ACDABE59}"/>
                      </a:ext>
                    </a:extLst>
                  </p:cNvPr>
                  <p:cNvGrpSpPr/>
                  <p:nvPr/>
                </p:nvGrpSpPr>
                <p:grpSpPr>
                  <a:xfrm>
                    <a:off x="10772701" y="4254655"/>
                    <a:ext cx="32896" cy="33285"/>
                    <a:chOff x="10772701" y="4254655"/>
                    <a:chExt cx="32896" cy="33285"/>
                  </a:xfrm>
                  <a:solidFill>
                    <a:schemeClr val="accent1"/>
                  </a:solidFill>
                </p:grpSpPr>
                <p:sp>
                  <p:nvSpPr>
                    <p:cNvPr id="637" name="Forme libre : forme 636">
                      <a:extLst>
                        <a:ext uri="{FF2B5EF4-FFF2-40B4-BE49-F238E27FC236}">
                          <a16:creationId xmlns:a16="http://schemas.microsoft.com/office/drawing/2014/main" id="{EBC3FAAF-C0E7-498A-98AC-E5736B48A5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72797" y="4254655"/>
                      <a:ext cx="32801" cy="33285"/>
                    </a:xfrm>
                    <a:custGeom>
                      <a:avLst/>
                      <a:gdLst>
                        <a:gd name="connsiteX0" fmla="*/ 11236 w 32801"/>
                        <a:gd name="connsiteY0" fmla="*/ 31418 h 33285"/>
                        <a:gd name="connsiteX1" fmla="*/ 759 w 32801"/>
                        <a:gd name="connsiteY1" fmla="*/ 8938 h 33285"/>
                        <a:gd name="connsiteX2" fmla="*/ 8664 w 32801"/>
                        <a:gd name="connsiteY2" fmla="*/ 937 h 33285"/>
                        <a:gd name="connsiteX3" fmla="*/ 20952 w 32801"/>
                        <a:gd name="connsiteY3" fmla="*/ 1604 h 33285"/>
                        <a:gd name="connsiteX4" fmla="*/ 32096 w 32801"/>
                        <a:gd name="connsiteY4" fmla="*/ 23893 h 33285"/>
                        <a:gd name="connsiteX5" fmla="*/ 11236 w 32801"/>
                        <a:gd name="connsiteY5" fmla="*/ 31418 h 33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801" h="33285">
                          <a:moveTo>
                            <a:pt x="11236" y="31418"/>
                          </a:moveTo>
                          <a:cubicBezTo>
                            <a:pt x="2663" y="27131"/>
                            <a:pt x="-1908" y="16940"/>
                            <a:pt x="759" y="8938"/>
                          </a:cubicBezTo>
                          <a:cubicBezTo>
                            <a:pt x="2092" y="4938"/>
                            <a:pt x="5045" y="2176"/>
                            <a:pt x="8664" y="937"/>
                          </a:cubicBezTo>
                          <a:cubicBezTo>
                            <a:pt x="12188" y="-491"/>
                            <a:pt x="16570" y="-301"/>
                            <a:pt x="20952" y="1604"/>
                          </a:cubicBezTo>
                          <a:cubicBezTo>
                            <a:pt x="29619" y="5510"/>
                            <a:pt x="34763" y="15416"/>
                            <a:pt x="32096" y="23893"/>
                          </a:cubicBezTo>
                          <a:cubicBezTo>
                            <a:pt x="29334" y="32370"/>
                            <a:pt x="19713" y="35704"/>
                            <a:pt x="11236" y="3141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38" name="Forme libre : forme 637">
                      <a:extLst>
                        <a:ext uri="{FF2B5EF4-FFF2-40B4-BE49-F238E27FC236}">
                          <a16:creationId xmlns:a16="http://schemas.microsoft.com/office/drawing/2014/main" id="{925A6569-E258-47C0-9E48-DC6EB92BE0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72701" y="4254720"/>
                      <a:ext cx="28190" cy="33174"/>
                    </a:xfrm>
                    <a:custGeom>
                      <a:avLst/>
                      <a:gdLst>
                        <a:gd name="connsiteX0" fmla="*/ 15999 w 28190"/>
                        <a:gd name="connsiteY0" fmla="*/ 16494 h 33174"/>
                        <a:gd name="connsiteX1" fmla="*/ 28191 w 28190"/>
                        <a:gd name="connsiteY1" fmla="*/ 7160 h 33174"/>
                        <a:gd name="connsiteX2" fmla="*/ 20951 w 28190"/>
                        <a:gd name="connsiteY2" fmla="*/ 1635 h 33174"/>
                        <a:gd name="connsiteX3" fmla="*/ 8664 w 28190"/>
                        <a:gd name="connsiteY3" fmla="*/ 968 h 33174"/>
                        <a:gd name="connsiteX4" fmla="*/ 759 w 28190"/>
                        <a:gd name="connsiteY4" fmla="*/ 8969 h 33174"/>
                        <a:gd name="connsiteX5" fmla="*/ 11236 w 28190"/>
                        <a:gd name="connsiteY5" fmla="*/ 31449 h 33174"/>
                        <a:gd name="connsiteX6" fmla="*/ 19427 w 28190"/>
                        <a:gd name="connsiteY6" fmla="*/ 33163 h 33174"/>
                        <a:gd name="connsiteX7" fmla="*/ 15999 w 28190"/>
                        <a:gd name="connsiteY7" fmla="*/ 16494 h 331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190" h="33174">
                          <a:moveTo>
                            <a:pt x="15999" y="16494"/>
                          </a:moveTo>
                          <a:cubicBezTo>
                            <a:pt x="17999" y="11065"/>
                            <a:pt x="22571" y="7541"/>
                            <a:pt x="28191" y="7160"/>
                          </a:cubicBezTo>
                          <a:cubicBezTo>
                            <a:pt x="26285" y="4874"/>
                            <a:pt x="23809" y="2874"/>
                            <a:pt x="20951" y="1635"/>
                          </a:cubicBezTo>
                          <a:cubicBezTo>
                            <a:pt x="16665" y="-365"/>
                            <a:pt x="12284" y="-460"/>
                            <a:pt x="8664" y="968"/>
                          </a:cubicBezTo>
                          <a:cubicBezTo>
                            <a:pt x="4950" y="2207"/>
                            <a:pt x="2092" y="4969"/>
                            <a:pt x="759" y="8969"/>
                          </a:cubicBezTo>
                          <a:cubicBezTo>
                            <a:pt x="-1908" y="16970"/>
                            <a:pt x="2664" y="27162"/>
                            <a:pt x="11236" y="31449"/>
                          </a:cubicBezTo>
                          <a:cubicBezTo>
                            <a:pt x="13998" y="32782"/>
                            <a:pt x="16760" y="33258"/>
                            <a:pt x="19427" y="33163"/>
                          </a:cubicBezTo>
                          <a:cubicBezTo>
                            <a:pt x="15713" y="28305"/>
                            <a:pt x="14189" y="21924"/>
                            <a:pt x="15999" y="1649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39" name="Forme libre : forme 638">
                      <a:extLst>
                        <a:ext uri="{FF2B5EF4-FFF2-40B4-BE49-F238E27FC236}">
                          <a16:creationId xmlns:a16="http://schemas.microsoft.com/office/drawing/2014/main" id="{09B24FCE-987E-4905-A5D5-8D3D30D5F9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81963" y="4271402"/>
                      <a:ext cx="15832" cy="13813"/>
                    </a:xfrm>
                    <a:custGeom>
                      <a:avLst/>
                      <a:gdLst>
                        <a:gd name="connsiteX0" fmla="*/ 8832 w 15832"/>
                        <a:gd name="connsiteY0" fmla="*/ 13814 h 13813"/>
                        <a:gd name="connsiteX1" fmla="*/ 69 w 15832"/>
                        <a:gd name="connsiteY1" fmla="*/ 6765 h 13813"/>
                        <a:gd name="connsiteX2" fmla="*/ 6927 w 15832"/>
                        <a:gd name="connsiteY2" fmla="*/ 2 h 13813"/>
                        <a:gd name="connsiteX3" fmla="*/ 15785 w 15832"/>
                        <a:gd name="connsiteY3" fmla="*/ 6956 h 13813"/>
                        <a:gd name="connsiteX4" fmla="*/ 8832 w 15832"/>
                        <a:gd name="connsiteY4" fmla="*/ 13814 h 138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32" h="13813">
                          <a:moveTo>
                            <a:pt x="8832" y="13814"/>
                          </a:moveTo>
                          <a:cubicBezTo>
                            <a:pt x="4450" y="13814"/>
                            <a:pt x="640" y="10575"/>
                            <a:pt x="69" y="6765"/>
                          </a:cubicBezTo>
                          <a:cubicBezTo>
                            <a:pt x="-503" y="2955"/>
                            <a:pt x="2545" y="-93"/>
                            <a:pt x="6927" y="2"/>
                          </a:cubicBezTo>
                          <a:cubicBezTo>
                            <a:pt x="11213" y="98"/>
                            <a:pt x="15309" y="3146"/>
                            <a:pt x="15785" y="6956"/>
                          </a:cubicBezTo>
                          <a:cubicBezTo>
                            <a:pt x="16261" y="10670"/>
                            <a:pt x="13118" y="13814"/>
                            <a:pt x="8832" y="1381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40" name="Forme libre : forme 639">
                      <a:extLst>
                        <a:ext uri="{FF2B5EF4-FFF2-40B4-BE49-F238E27FC236}">
                          <a16:creationId xmlns:a16="http://schemas.microsoft.com/office/drawing/2014/main" id="{048CBF34-6618-44AC-B334-D9963F1871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92844" y="4273030"/>
                      <a:ext cx="5478" cy="5475"/>
                    </a:xfrm>
                    <a:custGeom>
                      <a:avLst/>
                      <a:gdLst>
                        <a:gd name="connsiteX0" fmla="*/ 1856 w 5478"/>
                        <a:gd name="connsiteY0" fmla="*/ 5137 h 5475"/>
                        <a:gd name="connsiteX1" fmla="*/ 142 w 5478"/>
                        <a:gd name="connsiteY1" fmla="*/ 1518 h 5475"/>
                        <a:gd name="connsiteX2" fmla="*/ 3571 w 5478"/>
                        <a:gd name="connsiteY2" fmla="*/ 279 h 5475"/>
                        <a:gd name="connsiteX3" fmla="*/ 5381 w 5478"/>
                        <a:gd name="connsiteY3" fmla="*/ 3899 h 5475"/>
                        <a:gd name="connsiteX4" fmla="*/ 1856 w 5478"/>
                        <a:gd name="connsiteY4" fmla="*/ 5137 h 54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78" h="5475">
                          <a:moveTo>
                            <a:pt x="1856" y="5137"/>
                          </a:moveTo>
                          <a:cubicBezTo>
                            <a:pt x="427" y="4470"/>
                            <a:pt x="-334" y="2851"/>
                            <a:pt x="142" y="1518"/>
                          </a:cubicBezTo>
                          <a:cubicBezTo>
                            <a:pt x="618" y="184"/>
                            <a:pt x="2142" y="-387"/>
                            <a:pt x="3571" y="279"/>
                          </a:cubicBezTo>
                          <a:cubicBezTo>
                            <a:pt x="5000" y="946"/>
                            <a:pt x="5761" y="2565"/>
                            <a:pt x="5381" y="3899"/>
                          </a:cubicBezTo>
                          <a:cubicBezTo>
                            <a:pt x="4904" y="5328"/>
                            <a:pt x="3285" y="5899"/>
                            <a:pt x="1856" y="51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641" name="Graphique 15">
                    <a:extLst>
                      <a:ext uri="{FF2B5EF4-FFF2-40B4-BE49-F238E27FC236}">
                        <a16:creationId xmlns:a16="http://schemas.microsoft.com/office/drawing/2014/main" id="{CAE5917B-7BE8-4BB7-9EAC-0ADD17E5839A}"/>
                      </a:ext>
                    </a:extLst>
                  </p:cNvPr>
                  <p:cNvGrpSpPr/>
                  <p:nvPr/>
                </p:nvGrpSpPr>
                <p:grpSpPr>
                  <a:xfrm>
                    <a:off x="10741144" y="4252300"/>
                    <a:ext cx="32044" cy="33290"/>
                    <a:chOff x="10741144" y="4252300"/>
                    <a:chExt cx="32044" cy="33290"/>
                  </a:xfrm>
                  <a:solidFill>
                    <a:schemeClr val="accent1"/>
                  </a:solidFill>
                </p:grpSpPr>
                <p:sp>
                  <p:nvSpPr>
                    <p:cNvPr id="642" name="Forme libre : forme 641">
                      <a:extLst>
                        <a:ext uri="{FF2B5EF4-FFF2-40B4-BE49-F238E27FC236}">
                          <a16:creationId xmlns:a16="http://schemas.microsoft.com/office/drawing/2014/main" id="{07AA0775-D0C6-4B7F-849F-017A48FF09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41144" y="4252300"/>
                      <a:ext cx="32044" cy="33290"/>
                    </a:xfrm>
                    <a:custGeom>
                      <a:avLst/>
                      <a:gdLst>
                        <a:gd name="connsiteX0" fmla="*/ 10694 w 32044"/>
                        <a:gd name="connsiteY0" fmla="*/ 31010 h 33290"/>
                        <a:gd name="connsiteX1" fmla="*/ 883 w 32044"/>
                        <a:gd name="connsiteY1" fmla="*/ 8436 h 33290"/>
                        <a:gd name="connsiteX2" fmla="*/ 20695 w 32044"/>
                        <a:gd name="connsiteY2" fmla="*/ 2054 h 33290"/>
                        <a:gd name="connsiteX3" fmla="*/ 31268 w 32044"/>
                        <a:gd name="connsiteY3" fmla="*/ 24533 h 33290"/>
                        <a:gd name="connsiteX4" fmla="*/ 10694 w 32044"/>
                        <a:gd name="connsiteY4" fmla="*/ 31010 h 332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044" h="33290">
                          <a:moveTo>
                            <a:pt x="10694" y="31010"/>
                          </a:moveTo>
                          <a:cubicBezTo>
                            <a:pt x="2312" y="26343"/>
                            <a:pt x="-1974" y="16151"/>
                            <a:pt x="883" y="8436"/>
                          </a:cubicBezTo>
                          <a:cubicBezTo>
                            <a:pt x="3550" y="530"/>
                            <a:pt x="12123" y="-2327"/>
                            <a:pt x="20695" y="2054"/>
                          </a:cubicBezTo>
                          <a:cubicBezTo>
                            <a:pt x="29173" y="6341"/>
                            <a:pt x="34030" y="16342"/>
                            <a:pt x="31268" y="24533"/>
                          </a:cubicBezTo>
                          <a:cubicBezTo>
                            <a:pt x="28506" y="32820"/>
                            <a:pt x="19171" y="35773"/>
                            <a:pt x="10694" y="3101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43" name="Forme libre : forme 642">
                      <a:extLst>
                        <a:ext uri="{FF2B5EF4-FFF2-40B4-BE49-F238E27FC236}">
                          <a16:creationId xmlns:a16="http://schemas.microsoft.com/office/drawing/2014/main" id="{EE191B58-DA0B-4F72-B377-60527D915C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41191" y="4252300"/>
                      <a:ext cx="27601" cy="33201"/>
                    </a:xfrm>
                    <a:custGeom>
                      <a:avLst/>
                      <a:gdLst>
                        <a:gd name="connsiteX0" fmla="*/ 15505 w 27601"/>
                        <a:gd name="connsiteY0" fmla="*/ 16532 h 33201"/>
                        <a:gd name="connsiteX1" fmla="*/ 27602 w 27601"/>
                        <a:gd name="connsiteY1" fmla="*/ 7865 h 33201"/>
                        <a:gd name="connsiteX2" fmla="*/ 20648 w 27601"/>
                        <a:gd name="connsiteY2" fmla="*/ 2054 h 33201"/>
                        <a:gd name="connsiteX3" fmla="*/ 836 w 27601"/>
                        <a:gd name="connsiteY3" fmla="*/ 8436 h 33201"/>
                        <a:gd name="connsiteX4" fmla="*/ 10647 w 27601"/>
                        <a:gd name="connsiteY4" fmla="*/ 31010 h 33201"/>
                        <a:gd name="connsiteX5" fmla="*/ 18743 w 27601"/>
                        <a:gd name="connsiteY5" fmla="*/ 33201 h 33201"/>
                        <a:gd name="connsiteX6" fmla="*/ 15505 w 27601"/>
                        <a:gd name="connsiteY6" fmla="*/ 16532 h 33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601" h="33201">
                          <a:moveTo>
                            <a:pt x="15505" y="16532"/>
                          </a:moveTo>
                          <a:cubicBezTo>
                            <a:pt x="17315" y="11008"/>
                            <a:pt x="22077" y="7960"/>
                            <a:pt x="27602" y="7865"/>
                          </a:cubicBezTo>
                          <a:cubicBezTo>
                            <a:pt x="25697" y="5483"/>
                            <a:pt x="23411" y="3483"/>
                            <a:pt x="20648" y="2054"/>
                          </a:cubicBezTo>
                          <a:cubicBezTo>
                            <a:pt x="12171" y="-2327"/>
                            <a:pt x="3503" y="530"/>
                            <a:pt x="836" y="8436"/>
                          </a:cubicBezTo>
                          <a:cubicBezTo>
                            <a:pt x="-1926" y="16151"/>
                            <a:pt x="2360" y="26343"/>
                            <a:pt x="10647" y="31010"/>
                          </a:cubicBezTo>
                          <a:cubicBezTo>
                            <a:pt x="13314" y="32534"/>
                            <a:pt x="16076" y="33106"/>
                            <a:pt x="18743" y="33201"/>
                          </a:cubicBezTo>
                          <a:cubicBezTo>
                            <a:pt x="15029" y="28248"/>
                            <a:pt x="13790" y="22057"/>
                            <a:pt x="15505" y="1653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44" name="Forme libre : forme 643">
                      <a:extLst>
                        <a:ext uri="{FF2B5EF4-FFF2-40B4-BE49-F238E27FC236}">
                          <a16:creationId xmlns:a16="http://schemas.microsoft.com/office/drawing/2014/main" id="{24CADF94-1A73-4481-B1B1-46F2510ED8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49995" y="4268926"/>
                      <a:ext cx="15402" cy="13926"/>
                    </a:xfrm>
                    <a:custGeom>
                      <a:avLst/>
                      <a:gdLst>
                        <a:gd name="connsiteX0" fmla="*/ 8510 w 15402"/>
                        <a:gd name="connsiteY0" fmla="*/ 13909 h 13926"/>
                        <a:gd name="connsiteX1" fmla="*/ 33 w 15402"/>
                        <a:gd name="connsiteY1" fmla="*/ 6479 h 13926"/>
                        <a:gd name="connsiteX2" fmla="*/ 6796 w 15402"/>
                        <a:gd name="connsiteY2" fmla="*/ 2 h 13926"/>
                        <a:gd name="connsiteX3" fmla="*/ 15368 w 15402"/>
                        <a:gd name="connsiteY3" fmla="*/ 7241 h 13926"/>
                        <a:gd name="connsiteX4" fmla="*/ 8510 w 15402"/>
                        <a:gd name="connsiteY4" fmla="*/ 13909 h 139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02" h="13926">
                          <a:moveTo>
                            <a:pt x="8510" y="13909"/>
                          </a:moveTo>
                          <a:cubicBezTo>
                            <a:pt x="4224" y="13623"/>
                            <a:pt x="414" y="10289"/>
                            <a:pt x="33" y="6479"/>
                          </a:cubicBezTo>
                          <a:cubicBezTo>
                            <a:pt x="-348" y="2764"/>
                            <a:pt x="2605" y="-93"/>
                            <a:pt x="6796" y="2"/>
                          </a:cubicBezTo>
                          <a:cubicBezTo>
                            <a:pt x="10987" y="193"/>
                            <a:pt x="14797" y="3431"/>
                            <a:pt x="15368" y="7241"/>
                          </a:cubicBezTo>
                          <a:cubicBezTo>
                            <a:pt x="15749" y="11051"/>
                            <a:pt x="12892" y="14194"/>
                            <a:pt x="8510" y="1390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45" name="Forme libre : forme 644">
                      <a:extLst>
                        <a:ext uri="{FF2B5EF4-FFF2-40B4-BE49-F238E27FC236}">
                          <a16:creationId xmlns:a16="http://schemas.microsoft.com/office/drawing/2014/main" id="{220AE5F3-9FB2-4084-B387-8B8214F81B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60598" y="4270819"/>
                      <a:ext cx="5288" cy="5517"/>
                    </a:xfrm>
                    <a:custGeom>
                      <a:avLst/>
                      <a:gdLst>
                        <a:gd name="connsiteX0" fmla="*/ 1813 w 5288"/>
                        <a:gd name="connsiteY0" fmla="*/ 5157 h 5517"/>
                        <a:gd name="connsiteX1" fmla="*/ 98 w 5288"/>
                        <a:gd name="connsiteY1" fmla="*/ 1442 h 5517"/>
                        <a:gd name="connsiteX2" fmla="*/ 3432 w 5288"/>
                        <a:gd name="connsiteY2" fmla="*/ 299 h 5517"/>
                        <a:gd name="connsiteX3" fmla="*/ 5146 w 5288"/>
                        <a:gd name="connsiteY3" fmla="*/ 4014 h 5517"/>
                        <a:gd name="connsiteX4" fmla="*/ 1813 w 5288"/>
                        <a:gd name="connsiteY4" fmla="*/ 5157 h 5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88" h="5517">
                          <a:moveTo>
                            <a:pt x="1813" y="5157"/>
                          </a:moveTo>
                          <a:cubicBezTo>
                            <a:pt x="479" y="4395"/>
                            <a:pt x="-283" y="2776"/>
                            <a:pt x="98" y="1442"/>
                          </a:cubicBezTo>
                          <a:cubicBezTo>
                            <a:pt x="574" y="109"/>
                            <a:pt x="2003" y="-368"/>
                            <a:pt x="3432" y="299"/>
                          </a:cubicBezTo>
                          <a:cubicBezTo>
                            <a:pt x="4861" y="1061"/>
                            <a:pt x="5622" y="2680"/>
                            <a:pt x="5146" y="4014"/>
                          </a:cubicBezTo>
                          <a:cubicBezTo>
                            <a:pt x="4670" y="5443"/>
                            <a:pt x="3241" y="5919"/>
                            <a:pt x="1813" y="515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646" name="Graphique 15">
                    <a:extLst>
                      <a:ext uri="{FF2B5EF4-FFF2-40B4-BE49-F238E27FC236}">
                        <a16:creationId xmlns:a16="http://schemas.microsoft.com/office/drawing/2014/main" id="{B61674AE-BB29-4929-A66D-DDE71E94D0DB}"/>
                      </a:ext>
                    </a:extLst>
                  </p:cNvPr>
                  <p:cNvGrpSpPr/>
                  <p:nvPr/>
                </p:nvGrpSpPr>
                <p:grpSpPr>
                  <a:xfrm>
                    <a:off x="10712644" y="4259213"/>
                    <a:ext cx="31390" cy="33451"/>
                    <a:chOff x="10712644" y="4259213"/>
                    <a:chExt cx="31390" cy="33451"/>
                  </a:xfrm>
                  <a:solidFill>
                    <a:schemeClr val="accent1"/>
                  </a:solidFill>
                </p:grpSpPr>
                <p:sp>
                  <p:nvSpPr>
                    <p:cNvPr id="647" name="Forme libre : forme 646">
                      <a:extLst>
                        <a:ext uri="{FF2B5EF4-FFF2-40B4-BE49-F238E27FC236}">
                          <a16:creationId xmlns:a16="http://schemas.microsoft.com/office/drawing/2014/main" id="{D26A480F-4D60-4CAF-B5BF-AC6BFF805A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12644" y="4259351"/>
                      <a:ext cx="31390" cy="33314"/>
                    </a:xfrm>
                    <a:custGeom>
                      <a:avLst/>
                      <a:gdLst>
                        <a:gd name="connsiteX0" fmla="*/ 10048 w 31390"/>
                        <a:gd name="connsiteY0" fmla="*/ 30723 h 33314"/>
                        <a:gd name="connsiteX1" fmla="*/ 904 w 31390"/>
                        <a:gd name="connsiteY1" fmla="*/ 7768 h 33314"/>
                        <a:gd name="connsiteX2" fmla="*/ 20716 w 31390"/>
                        <a:gd name="connsiteY2" fmla="*/ 2434 h 33314"/>
                        <a:gd name="connsiteX3" fmla="*/ 30431 w 31390"/>
                        <a:gd name="connsiteY3" fmla="*/ 25198 h 33314"/>
                        <a:gd name="connsiteX4" fmla="*/ 10048 w 31390"/>
                        <a:gd name="connsiteY4" fmla="*/ 30723 h 33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390" h="33314">
                          <a:moveTo>
                            <a:pt x="10048" y="30723"/>
                          </a:moveTo>
                          <a:cubicBezTo>
                            <a:pt x="1856" y="25579"/>
                            <a:pt x="-1858" y="15483"/>
                            <a:pt x="904" y="7768"/>
                          </a:cubicBezTo>
                          <a:cubicBezTo>
                            <a:pt x="3666" y="-43"/>
                            <a:pt x="12429" y="-2234"/>
                            <a:pt x="20716" y="2434"/>
                          </a:cubicBezTo>
                          <a:cubicBezTo>
                            <a:pt x="29003" y="7196"/>
                            <a:pt x="33479" y="17197"/>
                            <a:pt x="30431" y="25198"/>
                          </a:cubicBezTo>
                          <a:cubicBezTo>
                            <a:pt x="27383" y="33009"/>
                            <a:pt x="18239" y="35866"/>
                            <a:pt x="10048" y="3072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48" name="Forme libre : forme 647">
                      <a:extLst>
                        <a:ext uri="{FF2B5EF4-FFF2-40B4-BE49-F238E27FC236}">
                          <a16:creationId xmlns:a16="http://schemas.microsoft.com/office/drawing/2014/main" id="{7E27D0D2-B596-49D1-86BB-5EC4919ADB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12644" y="4259213"/>
                      <a:ext cx="27478" cy="33241"/>
                    </a:xfrm>
                    <a:custGeom>
                      <a:avLst/>
                      <a:gdLst>
                        <a:gd name="connsiteX0" fmla="*/ 15191 w 27478"/>
                        <a:gd name="connsiteY0" fmla="*/ 16573 h 33241"/>
                        <a:gd name="connsiteX1" fmla="*/ 27479 w 27478"/>
                        <a:gd name="connsiteY1" fmla="*/ 8667 h 33241"/>
                        <a:gd name="connsiteX2" fmla="*/ 20716 w 27478"/>
                        <a:gd name="connsiteY2" fmla="*/ 2476 h 33241"/>
                        <a:gd name="connsiteX3" fmla="*/ 904 w 27478"/>
                        <a:gd name="connsiteY3" fmla="*/ 7810 h 33241"/>
                        <a:gd name="connsiteX4" fmla="*/ 10048 w 27478"/>
                        <a:gd name="connsiteY4" fmla="*/ 30765 h 33241"/>
                        <a:gd name="connsiteX5" fmla="*/ 17954 w 27478"/>
                        <a:gd name="connsiteY5" fmla="*/ 33241 h 33241"/>
                        <a:gd name="connsiteX6" fmla="*/ 15191 w 27478"/>
                        <a:gd name="connsiteY6" fmla="*/ 16573 h 332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478" h="33241">
                          <a:moveTo>
                            <a:pt x="15191" y="16573"/>
                          </a:moveTo>
                          <a:cubicBezTo>
                            <a:pt x="17192" y="11239"/>
                            <a:pt x="21954" y="8476"/>
                            <a:pt x="27479" y="8667"/>
                          </a:cubicBezTo>
                          <a:cubicBezTo>
                            <a:pt x="25669" y="6190"/>
                            <a:pt x="23478" y="4095"/>
                            <a:pt x="20716" y="2476"/>
                          </a:cubicBezTo>
                          <a:cubicBezTo>
                            <a:pt x="12429" y="-2287"/>
                            <a:pt x="3666" y="-1"/>
                            <a:pt x="904" y="7810"/>
                          </a:cubicBezTo>
                          <a:cubicBezTo>
                            <a:pt x="-1858" y="15525"/>
                            <a:pt x="1856" y="25717"/>
                            <a:pt x="10048" y="30765"/>
                          </a:cubicBezTo>
                          <a:cubicBezTo>
                            <a:pt x="12620" y="32384"/>
                            <a:pt x="15382" y="33241"/>
                            <a:pt x="17954" y="33241"/>
                          </a:cubicBezTo>
                          <a:cubicBezTo>
                            <a:pt x="14525" y="28193"/>
                            <a:pt x="13287" y="21811"/>
                            <a:pt x="15191" y="165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49" name="Forme libre : forme 648">
                      <a:extLst>
                        <a:ext uri="{FF2B5EF4-FFF2-40B4-BE49-F238E27FC236}">
                          <a16:creationId xmlns:a16="http://schemas.microsoft.com/office/drawing/2014/main" id="{B328C173-ACD2-477B-A461-E2162CB2C8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21135" y="4275846"/>
                      <a:ext cx="15019" cy="13975"/>
                    </a:xfrm>
                    <a:custGeom>
                      <a:avLst/>
                      <a:gdLst>
                        <a:gd name="connsiteX0" fmla="*/ 8129 w 15019"/>
                        <a:gd name="connsiteY0" fmla="*/ 13942 h 13975"/>
                        <a:gd name="connsiteX1" fmla="*/ 33 w 15019"/>
                        <a:gd name="connsiteY1" fmla="*/ 6226 h 13975"/>
                        <a:gd name="connsiteX2" fmla="*/ 6796 w 15019"/>
                        <a:gd name="connsiteY2" fmla="*/ 35 h 13975"/>
                        <a:gd name="connsiteX3" fmla="*/ 14987 w 15019"/>
                        <a:gd name="connsiteY3" fmla="*/ 7655 h 13975"/>
                        <a:gd name="connsiteX4" fmla="*/ 8129 w 15019"/>
                        <a:gd name="connsiteY4" fmla="*/ 13942 h 13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19" h="13975">
                          <a:moveTo>
                            <a:pt x="8129" y="13942"/>
                          </a:moveTo>
                          <a:cubicBezTo>
                            <a:pt x="4033" y="13561"/>
                            <a:pt x="319" y="10037"/>
                            <a:pt x="33" y="6226"/>
                          </a:cubicBezTo>
                          <a:cubicBezTo>
                            <a:pt x="-348" y="2416"/>
                            <a:pt x="2605" y="-346"/>
                            <a:pt x="6796" y="35"/>
                          </a:cubicBezTo>
                          <a:cubicBezTo>
                            <a:pt x="10891" y="416"/>
                            <a:pt x="14606" y="3845"/>
                            <a:pt x="14987" y="7655"/>
                          </a:cubicBezTo>
                          <a:cubicBezTo>
                            <a:pt x="15368" y="11465"/>
                            <a:pt x="12320" y="14323"/>
                            <a:pt x="8129" y="1394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50" name="Forme libre : forme 649">
                      <a:extLst>
                        <a:ext uri="{FF2B5EF4-FFF2-40B4-BE49-F238E27FC236}">
                          <a16:creationId xmlns:a16="http://schemas.microsoft.com/office/drawing/2014/main" id="{4160645B-DB18-4CFE-827F-70DE5895D0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31682" y="4278065"/>
                      <a:ext cx="5203" cy="5539"/>
                    </a:xfrm>
                    <a:custGeom>
                      <a:avLst/>
                      <a:gdLst>
                        <a:gd name="connsiteX0" fmla="*/ 1678 w 5203"/>
                        <a:gd name="connsiteY0" fmla="*/ 5151 h 5539"/>
                        <a:gd name="connsiteX1" fmla="*/ 154 w 5203"/>
                        <a:gd name="connsiteY1" fmla="*/ 1341 h 5539"/>
                        <a:gd name="connsiteX2" fmla="*/ 3487 w 5203"/>
                        <a:gd name="connsiteY2" fmla="*/ 388 h 5539"/>
                        <a:gd name="connsiteX3" fmla="*/ 5011 w 5203"/>
                        <a:gd name="connsiteY3" fmla="*/ 4198 h 5539"/>
                        <a:gd name="connsiteX4" fmla="*/ 1678 w 5203"/>
                        <a:gd name="connsiteY4" fmla="*/ 5151 h 55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03" h="5539">
                          <a:moveTo>
                            <a:pt x="1678" y="5151"/>
                          </a:moveTo>
                          <a:cubicBezTo>
                            <a:pt x="344" y="4389"/>
                            <a:pt x="-323" y="2674"/>
                            <a:pt x="154" y="1341"/>
                          </a:cubicBezTo>
                          <a:cubicBezTo>
                            <a:pt x="630" y="7"/>
                            <a:pt x="2154" y="-374"/>
                            <a:pt x="3487" y="388"/>
                          </a:cubicBezTo>
                          <a:cubicBezTo>
                            <a:pt x="4821" y="1150"/>
                            <a:pt x="5583" y="2865"/>
                            <a:pt x="5011" y="4198"/>
                          </a:cubicBezTo>
                          <a:cubicBezTo>
                            <a:pt x="4440" y="5532"/>
                            <a:pt x="3011" y="5913"/>
                            <a:pt x="1678" y="515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651" name="Graphique 15">
                  <a:extLst>
                    <a:ext uri="{FF2B5EF4-FFF2-40B4-BE49-F238E27FC236}">
                      <a16:creationId xmlns:a16="http://schemas.microsoft.com/office/drawing/2014/main" id="{C46D36A5-1EA3-4625-8FCC-53ED3768F539}"/>
                    </a:ext>
                  </a:extLst>
                </p:cNvPr>
                <p:cNvGrpSpPr/>
                <p:nvPr/>
              </p:nvGrpSpPr>
              <p:grpSpPr>
                <a:xfrm>
                  <a:off x="10638325" y="4192397"/>
                  <a:ext cx="42348" cy="96712"/>
                  <a:chOff x="10638325" y="4192397"/>
                  <a:chExt cx="42348" cy="96712"/>
                </a:xfrm>
                <a:solidFill>
                  <a:schemeClr val="accent1"/>
                </a:solidFill>
              </p:grpSpPr>
              <p:grpSp>
                <p:nvGrpSpPr>
                  <p:cNvPr id="652" name="Graphique 15">
                    <a:extLst>
                      <a:ext uri="{FF2B5EF4-FFF2-40B4-BE49-F238E27FC236}">
                        <a16:creationId xmlns:a16="http://schemas.microsoft.com/office/drawing/2014/main" id="{1676C474-780D-4321-A4AD-834FC3C86CB8}"/>
                      </a:ext>
                    </a:extLst>
                  </p:cNvPr>
                  <p:cNvGrpSpPr/>
                  <p:nvPr/>
                </p:nvGrpSpPr>
                <p:grpSpPr>
                  <a:xfrm>
                    <a:off x="10638325" y="4192397"/>
                    <a:ext cx="28830" cy="32185"/>
                    <a:chOff x="10638325" y="4192397"/>
                    <a:chExt cx="28830" cy="32185"/>
                  </a:xfrm>
                  <a:solidFill>
                    <a:schemeClr val="accent1"/>
                  </a:solidFill>
                </p:grpSpPr>
                <p:sp>
                  <p:nvSpPr>
                    <p:cNvPr id="653" name="Forme libre : forme 652">
                      <a:extLst>
                        <a:ext uri="{FF2B5EF4-FFF2-40B4-BE49-F238E27FC236}">
                          <a16:creationId xmlns:a16="http://schemas.microsoft.com/office/drawing/2014/main" id="{E2A1096A-3B65-4915-8115-E9415FE24C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38325" y="4192397"/>
                      <a:ext cx="28830" cy="32156"/>
                    </a:xfrm>
                    <a:custGeom>
                      <a:avLst/>
                      <a:gdLst>
                        <a:gd name="connsiteX0" fmla="*/ 28074 w 28830"/>
                        <a:gd name="connsiteY0" fmla="*/ 25763 h 32156"/>
                        <a:gd name="connsiteX1" fmla="*/ 9786 w 28830"/>
                        <a:gd name="connsiteY1" fmla="*/ 28811 h 32156"/>
                        <a:gd name="connsiteX2" fmla="*/ 642 w 28830"/>
                        <a:gd name="connsiteY2" fmla="*/ 6046 h 32156"/>
                        <a:gd name="connsiteX3" fmla="*/ 18454 w 28830"/>
                        <a:gd name="connsiteY3" fmla="*/ 3379 h 32156"/>
                        <a:gd name="connsiteX4" fmla="*/ 28074 w 28830"/>
                        <a:gd name="connsiteY4" fmla="*/ 25763 h 32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830" h="32156">
                          <a:moveTo>
                            <a:pt x="28074" y="25763"/>
                          </a:moveTo>
                          <a:cubicBezTo>
                            <a:pt x="25502" y="32811"/>
                            <a:pt x="17215" y="34335"/>
                            <a:pt x="9786" y="28811"/>
                          </a:cubicBezTo>
                          <a:cubicBezTo>
                            <a:pt x="2356" y="23286"/>
                            <a:pt x="-1644" y="13000"/>
                            <a:pt x="642" y="6046"/>
                          </a:cubicBezTo>
                          <a:cubicBezTo>
                            <a:pt x="2928" y="-907"/>
                            <a:pt x="10738" y="-1955"/>
                            <a:pt x="18454" y="3379"/>
                          </a:cubicBezTo>
                          <a:cubicBezTo>
                            <a:pt x="26073" y="8618"/>
                            <a:pt x="30741" y="18810"/>
                            <a:pt x="28074" y="2576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54" name="Forme libre : forme 653">
                      <a:extLst>
                        <a:ext uri="{FF2B5EF4-FFF2-40B4-BE49-F238E27FC236}">
                          <a16:creationId xmlns:a16="http://schemas.microsoft.com/office/drawing/2014/main" id="{865BC3EE-3ADB-4D27-B749-C55762A751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38325" y="4193585"/>
                      <a:ext cx="28745" cy="30996"/>
                    </a:xfrm>
                    <a:custGeom>
                      <a:avLst/>
                      <a:gdLst>
                        <a:gd name="connsiteX0" fmla="*/ 14263 w 28745"/>
                        <a:gd name="connsiteY0" fmla="*/ 15145 h 30996"/>
                        <a:gd name="connsiteX1" fmla="*/ 4547 w 28745"/>
                        <a:gd name="connsiteY1" fmla="*/ 0 h 30996"/>
                        <a:gd name="connsiteX2" fmla="*/ 642 w 28745"/>
                        <a:gd name="connsiteY2" fmla="*/ 4858 h 30996"/>
                        <a:gd name="connsiteX3" fmla="*/ 9786 w 28745"/>
                        <a:gd name="connsiteY3" fmla="*/ 27622 h 30996"/>
                        <a:gd name="connsiteX4" fmla="*/ 28074 w 28745"/>
                        <a:gd name="connsiteY4" fmla="*/ 24574 h 30996"/>
                        <a:gd name="connsiteX5" fmla="*/ 28455 w 28745"/>
                        <a:gd name="connsiteY5" fmla="*/ 17145 h 30996"/>
                        <a:gd name="connsiteX6" fmla="*/ 14263 w 28745"/>
                        <a:gd name="connsiteY6" fmla="*/ 15145 h 30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45" h="30996">
                          <a:moveTo>
                            <a:pt x="14263" y="15145"/>
                          </a:moveTo>
                          <a:cubicBezTo>
                            <a:pt x="9119" y="11430"/>
                            <a:pt x="5595" y="5524"/>
                            <a:pt x="4547" y="0"/>
                          </a:cubicBezTo>
                          <a:cubicBezTo>
                            <a:pt x="2832" y="952"/>
                            <a:pt x="1404" y="2572"/>
                            <a:pt x="642" y="4858"/>
                          </a:cubicBezTo>
                          <a:cubicBezTo>
                            <a:pt x="-1644" y="11811"/>
                            <a:pt x="2356" y="22098"/>
                            <a:pt x="9786" y="27622"/>
                          </a:cubicBezTo>
                          <a:cubicBezTo>
                            <a:pt x="17215" y="33147"/>
                            <a:pt x="25502" y="31718"/>
                            <a:pt x="28074" y="24574"/>
                          </a:cubicBezTo>
                          <a:cubicBezTo>
                            <a:pt x="28836" y="22288"/>
                            <a:pt x="28931" y="19812"/>
                            <a:pt x="28455" y="17145"/>
                          </a:cubicBezTo>
                          <a:cubicBezTo>
                            <a:pt x="24740" y="19336"/>
                            <a:pt x="19311" y="18859"/>
                            <a:pt x="14263" y="1514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55" name="Forme libre : forme 654">
                      <a:extLst>
                        <a:ext uri="{FF2B5EF4-FFF2-40B4-BE49-F238E27FC236}">
                          <a16:creationId xmlns:a16="http://schemas.microsoft.com/office/drawing/2014/main" id="{45E43D15-F704-424C-8BE5-F1FB27411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2589" y="4202412"/>
                      <a:ext cx="12087" cy="15370"/>
                    </a:xfrm>
                    <a:custGeom>
                      <a:avLst/>
                      <a:gdLst>
                        <a:gd name="connsiteX0" fmla="*/ 12000 w 12087"/>
                        <a:gd name="connsiteY0" fmla="*/ 8985 h 15370"/>
                        <a:gd name="connsiteX1" fmla="*/ 7047 w 12087"/>
                        <a:gd name="connsiteY1" fmla="*/ 15271 h 15370"/>
                        <a:gd name="connsiteX2" fmla="*/ 94 w 12087"/>
                        <a:gd name="connsiteY2" fmla="*/ 6318 h 15370"/>
                        <a:gd name="connsiteX3" fmla="*/ 4951 w 12087"/>
                        <a:gd name="connsiteY3" fmla="*/ 126 h 15370"/>
                        <a:gd name="connsiteX4" fmla="*/ 12000 w 12087"/>
                        <a:gd name="connsiteY4" fmla="*/ 8985 h 15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87" h="15370">
                          <a:moveTo>
                            <a:pt x="12000" y="8985"/>
                          </a:moveTo>
                          <a:cubicBezTo>
                            <a:pt x="12571" y="13176"/>
                            <a:pt x="10285" y="15938"/>
                            <a:pt x="7047" y="15271"/>
                          </a:cubicBezTo>
                          <a:cubicBezTo>
                            <a:pt x="3713" y="14509"/>
                            <a:pt x="665" y="10509"/>
                            <a:pt x="94" y="6318"/>
                          </a:cubicBezTo>
                          <a:cubicBezTo>
                            <a:pt x="-478" y="2127"/>
                            <a:pt x="1618" y="-636"/>
                            <a:pt x="4951" y="126"/>
                          </a:cubicBezTo>
                          <a:cubicBezTo>
                            <a:pt x="8285" y="888"/>
                            <a:pt x="11428" y="4794"/>
                            <a:pt x="12000" y="898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56" name="Forme libre : forme 655">
                      <a:extLst>
                        <a:ext uri="{FF2B5EF4-FFF2-40B4-BE49-F238E27FC236}">
                          <a16:creationId xmlns:a16="http://schemas.microsoft.com/office/drawing/2014/main" id="{00B371F9-320F-4E53-BD00-1BC9722AA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3338" y="4201054"/>
                      <a:ext cx="4682" cy="5256"/>
                    </a:xfrm>
                    <a:custGeom>
                      <a:avLst/>
                      <a:gdLst>
                        <a:gd name="connsiteX0" fmla="*/ 4584 w 4682"/>
                        <a:gd name="connsiteY0" fmla="*/ 4247 h 5256"/>
                        <a:gd name="connsiteX1" fmla="*/ 1631 w 4682"/>
                        <a:gd name="connsiteY1" fmla="*/ 4724 h 5256"/>
                        <a:gd name="connsiteX2" fmla="*/ 107 w 4682"/>
                        <a:gd name="connsiteY2" fmla="*/ 1009 h 5256"/>
                        <a:gd name="connsiteX3" fmla="*/ 3060 w 4682"/>
                        <a:gd name="connsiteY3" fmla="*/ 533 h 5256"/>
                        <a:gd name="connsiteX4" fmla="*/ 4584 w 4682"/>
                        <a:gd name="connsiteY4" fmla="*/ 4247 h 5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82" h="5256">
                          <a:moveTo>
                            <a:pt x="4584" y="4247"/>
                          </a:moveTo>
                          <a:cubicBezTo>
                            <a:pt x="4203" y="5390"/>
                            <a:pt x="2869" y="5581"/>
                            <a:pt x="1631" y="4724"/>
                          </a:cubicBezTo>
                          <a:cubicBezTo>
                            <a:pt x="393" y="3867"/>
                            <a:pt x="-274" y="2152"/>
                            <a:pt x="107" y="1009"/>
                          </a:cubicBezTo>
                          <a:cubicBezTo>
                            <a:pt x="488" y="-134"/>
                            <a:pt x="1821" y="-324"/>
                            <a:pt x="3060" y="533"/>
                          </a:cubicBezTo>
                          <a:cubicBezTo>
                            <a:pt x="4203" y="1485"/>
                            <a:pt x="4965" y="3104"/>
                            <a:pt x="4584" y="424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657" name="Graphique 15">
                    <a:extLst>
                      <a:ext uri="{FF2B5EF4-FFF2-40B4-BE49-F238E27FC236}">
                        <a16:creationId xmlns:a16="http://schemas.microsoft.com/office/drawing/2014/main" id="{B72DEDEA-5EDB-4491-A9A2-D9065A79050F}"/>
                      </a:ext>
                    </a:extLst>
                  </p:cNvPr>
                  <p:cNvGrpSpPr/>
                  <p:nvPr/>
                </p:nvGrpSpPr>
                <p:grpSpPr>
                  <a:xfrm>
                    <a:off x="10640601" y="4223525"/>
                    <a:ext cx="29081" cy="32846"/>
                    <a:chOff x="10640601" y="4223525"/>
                    <a:chExt cx="29081" cy="32846"/>
                  </a:xfrm>
                  <a:solidFill>
                    <a:schemeClr val="accent1"/>
                  </a:solidFill>
                </p:grpSpPr>
                <p:sp>
                  <p:nvSpPr>
                    <p:cNvPr id="658" name="Forme libre : forme 657">
                      <a:extLst>
                        <a:ext uri="{FF2B5EF4-FFF2-40B4-BE49-F238E27FC236}">
                          <a16:creationId xmlns:a16="http://schemas.microsoft.com/office/drawing/2014/main" id="{4786E3D7-733B-4BB7-9BBF-28A522EBF6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0601" y="4223525"/>
                      <a:ext cx="29081" cy="32776"/>
                    </a:xfrm>
                    <a:custGeom>
                      <a:avLst/>
                      <a:gdLst>
                        <a:gd name="connsiteX0" fmla="*/ 28179 w 29081"/>
                        <a:gd name="connsiteY0" fmla="*/ 26257 h 32776"/>
                        <a:gd name="connsiteX1" fmla="*/ 9129 w 29081"/>
                        <a:gd name="connsiteY1" fmla="*/ 29210 h 32776"/>
                        <a:gd name="connsiteX2" fmla="*/ 937 w 29081"/>
                        <a:gd name="connsiteY2" fmla="*/ 6159 h 32776"/>
                        <a:gd name="connsiteX3" fmla="*/ 19320 w 29081"/>
                        <a:gd name="connsiteY3" fmla="*/ 3302 h 32776"/>
                        <a:gd name="connsiteX4" fmla="*/ 28179 w 29081"/>
                        <a:gd name="connsiteY4" fmla="*/ 26257 h 327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081" h="32776">
                          <a:moveTo>
                            <a:pt x="28179" y="26257"/>
                          </a:moveTo>
                          <a:cubicBezTo>
                            <a:pt x="25417" y="33782"/>
                            <a:pt x="16558" y="34830"/>
                            <a:pt x="9129" y="29210"/>
                          </a:cubicBezTo>
                          <a:cubicBezTo>
                            <a:pt x="1699" y="23495"/>
                            <a:pt x="-1825" y="13017"/>
                            <a:pt x="937" y="6159"/>
                          </a:cubicBezTo>
                          <a:cubicBezTo>
                            <a:pt x="3890" y="-508"/>
                            <a:pt x="11605" y="-2222"/>
                            <a:pt x="19320" y="3302"/>
                          </a:cubicBezTo>
                          <a:cubicBezTo>
                            <a:pt x="26845" y="8731"/>
                            <a:pt x="31036" y="18923"/>
                            <a:pt x="28179" y="2625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59" name="Forme libre : forme 658">
                      <a:extLst>
                        <a:ext uri="{FF2B5EF4-FFF2-40B4-BE49-F238E27FC236}">
                          <a16:creationId xmlns:a16="http://schemas.microsoft.com/office/drawing/2014/main" id="{A8036538-FE16-4D7B-9B06-37D67E22F6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0601" y="4224827"/>
                      <a:ext cx="29032" cy="31544"/>
                    </a:xfrm>
                    <a:custGeom>
                      <a:avLst/>
                      <a:gdLst>
                        <a:gd name="connsiteX0" fmla="*/ 14463 w 29032"/>
                        <a:gd name="connsiteY0" fmla="*/ 15526 h 31544"/>
                        <a:gd name="connsiteX1" fmla="*/ 5224 w 29032"/>
                        <a:gd name="connsiteY1" fmla="*/ 0 h 31544"/>
                        <a:gd name="connsiteX2" fmla="*/ 937 w 29032"/>
                        <a:gd name="connsiteY2" fmla="*/ 4858 h 31544"/>
                        <a:gd name="connsiteX3" fmla="*/ 9129 w 29032"/>
                        <a:gd name="connsiteY3" fmla="*/ 27908 h 31544"/>
                        <a:gd name="connsiteX4" fmla="*/ 28179 w 29032"/>
                        <a:gd name="connsiteY4" fmla="*/ 24955 h 31544"/>
                        <a:gd name="connsiteX5" fmla="*/ 28845 w 29032"/>
                        <a:gd name="connsiteY5" fmla="*/ 17335 h 31544"/>
                        <a:gd name="connsiteX6" fmla="*/ 14463 w 29032"/>
                        <a:gd name="connsiteY6" fmla="*/ 15526 h 315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032" h="31544">
                          <a:moveTo>
                            <a:pt x="14463" y="15526"/>
                          </a:moveTo>
                          <a:cubicBezTo>
                            <a:pt x="9319" y="11716"/>
                            <a:pt x="6081" y="5715"/>
                            <a:pt x="5224" y="0"/>
                          </a:cubicBezTo>
                          <a:cubicBezTo>
                            <a:pt x="3414" y="1143"/>
                            <a:pt x="1794" y="2572"/>
                            <a:pt x="937" y="4858"/>
                          </a:cubicBezTo>
                          <a:cubicBezTo>
                            <a:pt x="-1825" y="11716"/>
                            <a:pt x="1699" y="22193"/>
                            <a:pt x="9129" y="27908"/>
                          </a:cubicBezTo>
                          <a:cubicBezTo>
                            <a:pt x="16558" y="33623"/>
                            <a:pt x="25417" y="32575"/>
                            <a:pt x="28179" y="24955"/>
                          </a:cubicBezTo>
                          <a:cubicBezTo>
                            <a:pt x="29036" y="22574"/>
                            <a:pt x="29227" y="20002"/>
                            <a:pt x="28845" y="17335"/>
                          </a:cubicBezTo>
                          <a:cubicBezTo>
                            <a:pt x="24940" y="19621"/>
                            <a:pt x="19511" y="19145"/>
                            <a:pt x="14463" y="1552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60" name="Forme libre : forme 659">
                      <a:extLst>
                        <a:ext uri="{FF2B5EF4-FFF2-40B4-BE49-F238E27FC236}">
                          <a16:creationId xmlns:a16="http://schemas.microsoft.com/office/drawing/2014/main" id="{116461B7-478F-4C26-AD04-41D214B900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5021" y="4233756"/>
                      <a:ext cx="12198" cy="15739"/>
                    </a:xfrm>
                    <a:custGeom>
                      <a:avLst/>
                      <a:gdLst>
                        <a:gd name="connsiteX0" fmla="*/ 12140 w 12198"/>
                        <a:gd name="connsiteY0" fmla="*/ 9073 h 15739"/>
                        <a:gd name="connsiteX1" fmla="*/ 6806 w 12198"/>
                        <a:gd name="connsiteY1" fmla="*/ 15646 h 15739"/>
                        <a:gd name="connsiteX2" fmla="*/ 43 w 12198"/>
                        <a:gd name="connsiteY2" fmla="*/ 6597 h 15739"/>
                        <a:gd name="connsiteX3" fmla="*/ 5186 w 12198"/>
                        <a:gd name="connsiteY3" fmla="*/ 120 h 15739"/>
                        <a:gd name="connsiteX4" fmla="*/ 12140 w 12198"/>
                        <a:gd name="connsiteY4" fmla="*/ 9073 h 15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98" h="15739">
                          <a:moveTo>
                            <a:pt x="12140" y="9073"/>
                          </a:moveTo>
                          <a:cubicBezTo>
                            <a:pt x="12616" y="13360"/>
                            <a:pt x="10139" y="16313"/>
                            <a:pt x="6806" y="15646"/>
                          </a:cubicBezTo>
                          <a:cubicBezTo>
                            <a:pt x="3472" y="14979"/>
                            <a:pt x="424" y="10788"/>
                            <a:pt x="43" y="6597"/>
                          </a:cubicBezTo>
                          <a:cubicBezTo>
                            <a:pt x="-338" y="2311"/>
                            <a:pt x="1853" y="-642"/>
                            <a:pt x="5186" y="120"/>
                          </a:cubicBezTo>
                          <a:cubicBezTo>
                            <a:pt x="8615" y="787"/>
                            <a:pt x="11759" y="4787"/>
                            <a:pt x="12140" y="907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61" name="Forme libre : forme 660">
                      <a:extLst>
                        <a:ext uri="{FF2B5EF4-FFF2-40B4-BE49-F238E27FC236}">
                          <a16:creationId xmlns:a16="http://schemas.microsoft.com/office/drawing/2014/main" id="{9F0BE9BE-B089-492C-8C72-B65DCB4E99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5957" y="4232302"/>
                      <a:ext cx="4785" cy="5433"/>
                    </a:xfrm>
                    <a:custGeom>
                      <a:avLst/>
                      <a:gdLst>
                        <a:gd name="connsiteX0" fmla="*/ 4631 w 4785"/>
                        <a:gd name="connsiteY0" fmla="*/ 4336 h 5433"/>
                        <a:gd name="connsiteX1" fmla="*/ 1583 w 4785"/>
                        <a:gd name="connsiteY1" fmla="*/ 4907 h 5433"/>
                        <a:gd name="connsiteX2" fmla="*/ 154 w 4785"/>
                        <a:gd name="connsiteY2" fmla="*/ 1098 h 5433"/>
                        <a:gd name="connsiteX3" fmla="*/ 3202 w 4785"/>
                        <a:gd name="connsiteY3" fmla="*/ 526 h 5433"/>
                        <a:gd name="connsiteX4" fmla="*/ 4631 w 4785"/>
                        <a:gd name="connsiteY4" fmla="*/ 4336 h 5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5" h="5433">
                          <a:moveTo>
                            <a:pt x="4631" y="4336"/>
                          </a:moveTo>
                          <a:cubicBezTo>
                            <a:pt x="4155" y="5574"/>
                            <a:pt x="2821" y="5765"/>
                            <a:pt x="1583" y="4907"/>
                          </a:cubicBezTo>
                          <a:cubicBezTo>
                            <a:pt x="345" y="4050"/>
                            <a:pt x="-322" y="2336"/>
                            <a:pt x="154" y="1098"/>
                          </a:cubicBezTo>
                          <a:cubicBezTo>
                            <a:pt x="631" y="-141"/>
                            <a:pt x="1964" y="-331"/>
                            <a:pt x="3202" y="526"/>
                          </a:cubicBezTo>
                          <a:cubicBezTo>
                            <a:pt x="4441" y="1479"/>
                            <a:pt x="5108" y="3193"/>
                            <a:pt x="4631" y="433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662" name="Graphique 15">
                    <a:extLst>
                      <a:ext uri="{FF2B5EF4-FFF2-40B4-BE49-F238E27FC236}">
                        <a16:creationId xmlns:a16="http://schemas.microsoft.com/office/drawing/2014/main" id="{AC1DBA8C-B944-40F8-9DEA-71B45DA881A3}"/>
                      </a:ext>
                    </a:extLst>
                  </p:cNvPr>
                  <p:cNvGrpSpPr/>
                  <p:nvPr/>
                </p:nvGrpSpPr>
                <p:grpSpPr>
                  <a:xfrm>
                    <a:off x="10650740" y="4255954"/>
                    <a:ext cx="29933" cy="33155"/>
                    <a:chOff x="10650740" y="4255954"/>
                    <a:chExt cx="29933" cy="33155"/>
                  </a:xfrm>
                  <a:solidFill>
                    <a:schemeClr val="accent1"/>
                  </a:solidFill>
                </p:grpSpPr>
                <p:sp>
                  <p:nvSpPr>
                    <p:cNvPr id="663" name="Forme libre : forme 662">
                      <a:extLst>
                        <a:ext uri="{FF2B5EF4-FFF2-40B4-BE49-F238E27FC236}">
                          <a16:creationId xmlns:a16="http://schemas.microsoft.com/office/drawing/2014/main" id="{0E36DF7D-0088-4647-BF9F-CBCDA18DB9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0740" y="4255954"/>
                      <a:ext cx="29933" cy="33155"/>
                    </a:xfrm>
                    <a:custGeom>
                      <a:avLst/>
                      <a:gdLst>
                        <a:gd name="connsiteX0" fmla="*/ 28708 w 29933"/>
                        <a:gd name="connsiteY0" fmla="*/ 26595 h 33155"/>
                        <a:gd name="connsiteX1" fmla="*/ 8801 w 29933"/>
                        <a:gd name="connsiteY1" fmla="*/ 29643 h 33155"/>
                        <a:gd name="connsiteX2" fmla="*/ 1180 w 29933"/>
                        <a:gd name="connsiteY2" fmla="*/ 6212 h 33155"/>
                        <a:gd name="connsiteX3" fmla="*/ 20516 w 29933"/>
                        <a:gd name="connsiteY3" fmla="*/ 3354 h 33155"/>
                        <a:gd name="connsiteX4" fmla="*/ 28708 w 29933"/>
                        <a:gd name="connsiteY4" fmla="*/ 26595 h 33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933" h="33155">
                          <a:moveTo>
                            <a:pt x="28708" y="26595"/>
                          </a:moveTo>
                          <a:cubicBezTo>
                            <a:pt x="25279" y="33929"/>
                            <a:pt x="16230" y="35358"/>
                            <a:pt x="8801" y="29643"/>
                          </a:cubicBezTo>
                          <a:cubicBezTo>
                            <a:pt x="1371" y="23928"/>
                            <a:pt x="-1963" y="13355"/>
                            <a:pt x="1180" y="6212"/>
                          </a:cubicBezTo>
                          <a:cubicBezTo>
                            <a:pt x="4229" y="-1027"/>
                            <a:pt x="12992" y="-1885"/>
                            <a:pt x="20516" y="3354"/>
                          </a:cubicBezTo>
                          <a:cubicBezTo>
                            <a:pt x="28041" y="8593"/>
                            <a:pt x="32137" y="19166"/>
                            <a:pt x="28708" y="2659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64" name="Forme libre : forme 663">
                      <a:extLst>
                        <a:ext uri="{FF2B5EF4-FFF2-40B4-BE49-F238E27FC236}">
                          <a16:creationId xmlns:a16="http://schemas.microsoft.com/office/drawing/2014/main" id="{4A15C97C-3F30-4BA6-954A-B137502A8F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0740" y="4257117"/>
                      <a:ext cx="29873" cy="31963"/>
                    </a:xfrm>
                    <a:custGeom>
                      <a:avLst/>
                      <a:gdLst>
                        <a:gd name="connsiteX0" fmla="*/ 14801 w 29873"/>
                        <a:gd name="connsiteY0" fmla="*/ 15621 h 31963"/>
                        <a:gd name="connsiteX1" fmla="*/ 5848 w 29873"/>
                        <a:gd name="connsiteY1" fmla="*/ 0 h 31963"/>
                        <a:gd name="connsiteX2" fmla="*/ 1180 w 29873"/>
                        <a:gd name="connsiteY2" fmla="*/ 5048 h 31963"/>
                        <a:gd name="connsiteX3" fmla="*/ 8801 w 29873"/>
                        <a:gd name="connsiteY3" fmla="*/ 28480 h 31963"/>
                        <a:gd name="connsiteX4" fmla="*/ 28708 w 29873"/>
                        <a:gd name="connsiteY4" fmla="*/ 25432 h 31963"/>
                        <a:gd name="connsiteX5" fmla="*/ 29755 w 29873"/>
                        <a:gd name="connsiteY5" fmla="*/ 17717 h 31963"/>
                        <a:gd name="connsiteX6" fmla="*/ 14801 w 29873"/>
                        <a:gd name="connsiteY6" fmla="*/ 15621 h 31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873" h="31963">
                          <a:moveTo>
                            <a:pt x="14801" y="15621"/>
                          </a:moveTo>
                          <a:cubicBezTo>
                            <a:pt x="9658" y="11811"/>
                            <a:pt x="6419" y="5715"/>
                            <a:pt x="5848" y="0"/>
                          </a:cubicBezTo>
                          <a:cubicBezTo>
                            <a:pt x="3847" y="1048"/>
                            <a:pt x="2228" y="2667"/>
                            <a:pt x="1180" y="5048"/>
                          </a:cubicBezTo>
                          <a:cubicBezTo>
                            <a:pt x="-1963" y="12192"/>
                            <a:pt x="1371" y="22765"/>
                            <a:pt x="8801" y="28480"/>
                          </a:cubicBezTo>
                          <a:cubicBezTo>
                            <a:pt x="16230" y="34195"/>
                            <a:pt x="25374" y="32671"/>
                            <a:pt x="28708" y="25432"/>
                          </a:cubicBezTo>
                          <a:cubicBezTo>
                            <a:pt x="29851" y="23146"/>
                            <a:pt x="30041" y="20479"/>
                            <a:pt x="29755" y="17717"/>
                          </a:cubicBezTo>
                          <a:cubicBezTo>
                            <a:pt x="25660" y="20098"/>
                            <a:pt x="19850" y="19336"/>
                            <a:pt x="14801" y="156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65" name="Forme libre : forme 664">
                      <a:extLst>
                        <a:ext uri="{FF2B5EF4-FFF2-40B4-BE49-F238E27FC236}">
                          <a16:creationId xmlns:a16="http://schemas.microsoft.com/office/drawing/2014/main" id="{99B694B1-5A9A-4A01-A73D-D54842AAD8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5627" y="4266329"/>
                      <a:ext cx="12592" cy="15768"/>
                    </a:xfrm>
                    <a:custGeom>
                      <a:avLst/>
                      <a:gdLst>
                        <a:gd name="connsiteX0" fmla="*/ 12583 w 12592"/>
                        <a:gd name="connsiteY0" fmla="*/ 9172 h 15768"/>
                        <a:gd name="connsiteX1" fmla="*/ 6582 w 12592"/>
                        <a:gd name="connsiteY1" fmla="*/ 15649 h 15768"/>
                        <a:gd name="connsiteX2" fmla="*/ 10 w 12592"/>
                        <a:gd name="connsiteY2" fmla="*/ 6505 h 15768"/>
                        <a:gd name="connsiteX3" fmla="*/ 5820 w 12592"/>
                        <a:gd name="connsiteY3" fmla="*/ 123 h 15768"/>
                        <a:gd name="connsiteX4" fmla="*/ 12583 w 12592"/>
                        <a:gd name="connsiteY4" fmla="*/ 9172 h 15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92" h="15768">
                          <a:moveTo>
                            <a:pt x="12583" y="9172"/>
                          </a:moveTo>
                          <a:cubicBezTo>
                            <a:pt x="12773" y="13458"/>
                            <a:pt x="10106" y="16411"/>
                            <a:pt x="6582" y="15649"/>
                          </a:cubicBezTo>
                          <a:cubicBezTo>
                            <a:pt x="3058" y="14887"/>
                            <a:pt x="201" y="10791"/>
                            <a:pt x="10" y="6505"/>
                          </a:cubicBezTo>
                          <a:cubicBezTo>
                            <a:pt x="-180" y="2219"/>
                            <a:pt x="2391" y="-639"/>
                            <a:pt x="5820" y="123"/>
                          </a:cubicBezTo>
                          <a:cubicBezTo>
                            <a:pt x="9249" y="790"/>
                            <a:pt x="12297" y="4695"/>
                            <a:pt x="12583" y="917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66" name="Forme libre : forme 665">
                      <a:extLst>
                        <a:ext uri="{FF2B5EF4-FFF2-40B4-BE49-F238E27FC236}">
                          <a16:creationId xmlns:a16="http://schemas.microsoft.com/office/drawing/2014/main" id="{322A6486-C6A3-486C-9764-8267551E3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6803" y="4264830"/>
                      <a:ext cx="4945" cy="5433"/>
                    </a:xfrm>
                    <a:custGeom>
                      <a:avLst/>
                      <a:gdLst>
                        <a:gd name="connsiteX0" fmla="*/ 4739 w 4945"/>
                        <a:gd name="connsiteY0" fmla="*/ 4383 h 5433"/>
                        <a:gd name="connsiteX1" fmla="*/ 1501 w 4945"/>
                        <a:gd name="connsiteY1" fmla="*/ 4860 h 5433"/>
                        <a:gd name="connsiteX2" fmla="*/ 167 w 4945"/>
                        <a:gd name="connsiteY2" fmla="*/ 1050 h 5433"/>
                        <a:gd name="connsiteX3" fmla="*/ 3406 w 4945"/>
                        <a:gd name="connsiteY3" fmla="*/ 573 h 5433"/>
                        <a:gd name="connsiteX4" fmla="*/ 4739 w 4945"/>
                        <a:gd name="connsiteY4" fmla="*/ 4383 h 5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45" h="5433">
                          <a:moveTo>
                            <a:pt x="4739" y="4383"/>
                          </a:moveTo>
                          <a:cubicBezTo>
                            <a:pt x="4168" y="5526"/>
                            <a:pt x="2739" y="5812"/>
                            <a:pt x="1501" y="4860"/>
                          </a:cubicBezTo>
                          <a:cubicBezTo>
                            <a:pt x="262" y="3907"/>
                            <a:pt x="-309" y="2193"/>
                            <a:pt x="167" y="1050"/>
                          </a:cubicBezTo>
                          <a:cubicBezTo>
                            <a:pt x="739" y="-93"/>
                            <a:pt x="2167" y="-379"/>
                            <a:pt x="3406" y="573"/>
                          </a:cubicBezTo>
                          <a:cubicBezTo>
                            <a:pt x="4644" y="1526"/>
                            <a:pt x="5311" y="3240"/>
                            <a:pt x="4739" y="43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667" name="Graphique 15">
                  <a:extLst>
                    <a:ext uri="{FF2B5EF4-FFF2-40B4-BE49-F238E27FC236}">
                      <a16:creationId xmlns:a16="http://schemas.microsoft.com/office/drawing/2014/main" id="{7C16545B-D716-45DD-A370-171FD3AB5CD9}"/>
                    </a:ext>
                  </a:extLst>
                </p:cNvPr>
                <p:cNvGrpSpPr/>
                <p:nvPr/>
              </p:nvGrpSpPr>
              <p:grpSpPr>
                <a:xfrm>
                  <a:off x="10605774" y="4304349"/>
                  <a:ext cx="62440" cy="84805"/>
                  <a:chOff x="10605774" y="4304349"/>
                  <a:chExt cx="62440" cy="84805"/>
                </a:xfrm>
                <a:solidFill>
                  <a:schemeClr val="accent1"/>
                </a:solidFill>
              </p:grpSpPr>
              <p:grpSp>
                <p:nvGrpSpPr>
                  <p:cNvPr id="668" name="Graphique 15">
                    <a:extLst>
                      <a:ext uri="{FF2B5EF4-FFF2-40B4-BE49-F238E27FC236}">
                        <a16:creationId xmlns:a16="http://schemas.microsoft.com/office/drawing/2014/main" id="{6A767595-6CAD-472E-8D3B-BDBC7CEA7504}"/>
                      </a:ext>
                    </a:extLst>
                  </p:cNvPr>
                  <p:cNvGrpSpPr/>
                  <p:nvPr/>
                </p:nvGrpSpPr>
                <p:grpSpPr>
                  <a:xfrm>
                    <a:off x="10637774" y="4304349"/>
                    <a:ext cx="30441" cy="33957"/>
                    <a:chOff x="10637774" y="4304349"/>
                    <a:chExt cx="30441" cy="33957"/>
                  </a:xfrm>
                  <a:solidFill>
                    <a:schemeClr val="accent1"/>
                  </a:solidFill>
                </p:grpSpPr>
                <p:sp>
                  <p:nvSpPr>
                    <p:cNvPr id="669" name="Forme libre : forme 668">
                      <a:extLst>
                        <a:ext uri="{FF2B5EF4-FFF2-40B4-BE49-F238E27FC236}">
                          <a16:creationId xmlns:a16="http://schemas.microsoft.com/office/drawing/2014/main" id="{A5606CD9-62D6-4FF1-9D41-09D211B4BB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37774" y="4304349"/>
                      <a:ext cx="30441" cy="33957"/>
                    </a:xfrm>
                    <a:custGeom>
                      <a:avLst/>
                      <a:gdLst>
                        <a:gd name="connsiteX0" fmla="*/ 22148 w 30441"/>
                        <a:gd name="connsiteY0" fmla="*/ 33159 h 33957"/>
                        <a:gd name="connsiteX1" fmla="*/ 1669 w 30441"/>
                        <a:gd name="connsiteY1" fmla="*/ 21824 h 33957"/>
                        <a:gd name="connsiteX2" fmla="*/ 7860 w 30441"/>
                        <a:gd name="connsiteY2" fmla="*/ 678 h 33957"/>
                        <a:gd name="connsiteX3" fmla="*/ 28530 w 30441"/>
                        <a:gd name="connsiteY3" fmla="*/ 11918 h 33957"/>
                        <a:gd name="connsiteX4" fmla="*/ 22148 w 30441"/>
                        <a:gd name="connsiteY4" fmla="*/ 33159 h 33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41" h="33957">
                          <a:moveTo>
                            <a:pt x="22148" y="33159"/>
                          </a:moveTo>
                          <a:cubicBezTo>
                            <a:pt x="14528" y="36016"/>
                            <a:pt x="5384" y="30968"/>
                            <a:pt x="1669" y="21824"/>
                          </a:cubicBezTo>
                          <a:cubicBezTo>
                            <a:pt x="-2045" y="12680"/>
                            <a:pt x="622" y="3250"/>
                            <a:pt x="7860" y="678"/>
                          </a:cubicBezTo>
                          <a:cubicBezTo>
                            <a:pt x="15100" y="-1893"/>
                            <a:pt x="24434" y="3060"/>
                            <a:pt x="28530" y="11918"/>
                          </a:cubicBezTo>
                          <a:cubicBezTo>
                            <a:pt x="32721" y="20776"/>
                            <a:pt x="29768" y="30301"/>
                            <a:pt x="22148" y="3315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70" name="Forme libre : forme 669">
                      <a:extLst>
                        <a:ext uri="{FF2B5EF4-FFF2-40B4-BE49-F238E27FC236}">
                          <a16:creationId xmlns:a16="http://schemas.microsoft.com/office/drawing/2014/main" id="{65B0B6F0-FAC0-4539-A45F-47284AFD84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37774" y="4304359"/>
                      <a:ext cx="27863" cy="33948"/>
                    </a:xfrm>
                    <a:custGeom>
                      <a:avLst/>
                      <a:gdLst>
                        <a:gd name="connsiteX0" fmla="*/ 14814 w 27863"/>
                        <a:gd name="connsiteY0" fmla="*/ 17147 h 33948"/>
                        <a:gd name="connsiteX1" fmla="*/ 15385 w 27863"/>
                        <a:gd name="connsiteY1" fmla="*/ 479 h 33948"/>
                        <a:gd name="connsiteX2" fmla="*/ 7860 w 27863"/>
                        <a:gd name="connsiteY2" fmla="*/ 669 h 33948"/>
                        <a:gd name="connsiteX3" fmla="*/ 1669 w 27863"/>
                        <a:gd name="connsiteY3" fmla="*/ 21814 h 33948"/>
                        <a:gd name="connsiteX4" fmla="*/ 22148 w 27863"/>
                        <a:gd name="connsiteY4" fmla="*/ 33149 h 33948"/>
                        <a:gd name="connsiteX5" fmla="*/ 27863 w 27863"/>
                        <a:gd name="connsiteY5" fmla="*/ 28577 h 33948"/>
                        <a:gd name="connsiteX6" fmla="*/ 14814 w 27863"/>
                        <a:gd name="connsiteY6" fmla="*/ 17147 h 33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863" h="33948">
                          <a:moveTo>
                            <a:pt x="14814" y="17147"/>
                          </a:moveTo>
                          <a:cubicBezTo>
                            <a:pt x="12147" y="11051"/>
                            <a:pt x="12623" y="4765"/>
                            <a:pt x="15385" y="479"/>
                          </a:cubicBezTo>
                          <a:cubicBezTo>
                            <a:pt x="12814" y="-188"/>
                            <a:pt x="10242" y="-188"/>
                            <a:pt x="7860" y="669"/>
                          </a:cubicBezTo>
                          <a:cubicBezTo>
                            <a:pt x="622" y="3241"/>
                            <a:pt x="-2045" y="12766"/>
                            <a:pt x="1669" y="21814"/>
                          </a:cubicBezTo>
                          <a:cubicBezTo>
                            <a:pt x="5384" y="30958"/>
                            <a:pt x="14528" y="36007"/>
                            <a:pt x="22148" y="33149"/>
                          </a:cubicBezTo>
                          <a:cubicBezTo>
                            <a:pt x="24529" y="32197"/>
                            <a:pt x="26434" y="30578"/>
                            <a:pt x="27863" y="28577"/>
                          </a:cubicBezTo>
                          <a:cubicBezTo>
                            <a:pt x="22529" y="27339"/>
                            <a:pt x="17481" y="23148"/>
                            <a:pt x="14814" y="1714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71" name="Forme libre : forme 670">
                      <a:extLst>
                        <a:ext uri="{FF2B5EF4-FFF2-40B4-BE49-F238E27FC236}">
                          <a16:creationId xmlns:a16="http://schemas.microsoft.com/office/drawing/2014/main" id="{C9C35CE6-BC84-4B95-8158-E4AA96C87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1175" y="4319082"/>
                      <a:ext cx="13453" cy="15206"/>
                    </a:xfrm>
                    <a:custGeom>
                      <a:avLst/>
                      <a:gdLst>
                        <a:gd name="connsiteX0" fmla="*/ 11890 w 13453"/>
                        <a:gd name="connsiteY0" fmla="*/ 12711 h 15206"/>
                        <a:gd name="connsiteX1" fmla="*/ 2365 w 13453"/>
                        <a:gd name="connsiteY1" fmla="*/ 13187 h 15206"/>
                        <a:gd name="connsiteX2" fmla="*/ 1603 w 13453"/>
                        <a:gd name="connsiteY2" fmla="*/ 2424 h 15206"/>
                        <a:gd name="connsiteX3" fmla="*/ 11033 w 13453"/>
                        <a:gd name="connsiteY3" fmla="*/ 1948 h 15206"/>
                        <a:gd name="connsiteX4" fmla="*/ 11890 w 13453"/>
                        <a:gd name="connsiteY4" fmla="*/ 12711 h 15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53" h="15206">
                          <a:moveTo>
                            <a:pt x="11890" y="12711"/>
                          </a:moveTo>
                          <a:cubicBezTo>
                            <a:pt x="9509" y="15854"/>
                            <a:pt x="5128" y="16045"/>
                            <a:pt x="2365" y="13187"/>
                          </a:cubicBezTo>
                          <a:cubicBezTo>
                            <a:pt x="-492" y="10330"/>
                            <a:pt x="-778" y="5472"/>
                            <a:pt x="1603" y="2424"/>
                          </a:cubicBezTo>
                          <a:cubicBezTo>
                            <a:pt x="3984" y="-624"/>
                            <a:pt x="8175" y="-814"/>
                            <a:pt x="11033" y="1948"/>
                          </a:cubicBezTo>
                          <a:cubicBezTo>
                            <a:pt x="13890" y="4805"/>
                            <a:pt x="14272" y="9568"/>
                            <a:pt x="11890" y="1271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72" name="Forme libre : forme 671">
                      <a:extLst>
                        <a:ext uri="{FF2B5EF4-FFF2-40B4-BE49-F238E27FC236}">
                          <a16:creationId xmlns:a16="http://schemas.microsoft.com/office/drawing/2014/main" id="{DD16A6FC-E37A-4F2D-AF82-A3A3B70FD3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6762" y="4317659"/>
                      <a:ext cx="5080" cy="5598"/>
                    </a:xfrm>
                    <a:custGeom>
                      <a:avLst/>
                      <a:gdLst>
                        <a:gd name="connsiteX0" fmla="*/ 3731 w 5080"/>
                        <a:gd name="connsiteY0" fmla="*/ 5466 h 5598"/>
                        <a:gd name="connsiteX1" fmla="*/ 302 w 5080"/>
                        <a:gd name="connsiteY1" fmla="*/ 3657 h 5598"/>
                        <a:gd name="connsiteX2" fmla="*/ 1350 w 5080"/>
                        <a:gd name="connsiteY2" fmla="*/ 132 h 5598"/>
                        <a:gd name="connsiteX3" fmla="*/ 4779 w 5080"/>
                        <a:gd name="connsiteY3" fmla="*/ 1942 h 5598"/>
                        <a:gd name="connsiteX4" fmla="*/ 3731 w 5080"/>
                        <a:gd name="connsiteY4" fmla="*/ 5466 h 5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80" h="5598">
                          <a:moveTo>
                            <a:pt x="3731" y="5466"/>
                          </a:moveTo>
                          <a:cubicBezTo>
                            <a:pt x="2493" y="5943"/>
                            <a:pt x="969" y="5085"/>
                            <a:pt x="302" y="3657"/>
                          </a:cubicBezTo>
                          <a:cubicBezTo>
                            <a:pt x="-365" y="2228"/>
                            <a:pt x="112" y="609"/>
                            <a:pt x="1350" y="132"/>
                          </a:cubicBezTo>
                          <a:cubicBezTo>
                            <a:pt x="2588" y="-344"/>
                            <a:pt x="4112" y="513"/>
                            <a:pt x="4779" y="1942"/>
                          </a:cubicBezTo>
                          <a:cubicBezTo>
                            <a:pt x="5446" y="3371"/>
                            <a:pt x="4969" y="4990"/>
                            <a:pt x="3731" y="546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673" name="Graphique 15">
                    <a:extLst>
                      <a:ext uri="{FF2B5EF4-FFF2-40B4-BE49-F238E27FC236}">
                        <a16:creationId xmlns:a16="http://schemas.microsoft.com/office/drawing/2014/main" id="{7E5A9D56-0BF1-4713-9D05-A78A42562022}"/>
                      </a:ext>
                    </a:extLst>
                  </p:cNvPr>
                  <p:cNvGrpSpPr/>
                  <p:nvPr/>
                </p:nvGrpSpPr>
                <p:grpSpPr>
                  <a:xfrm>
                    <a:off x="10618321" y="4325861"/>
                    <a:ext cx="30550" cy="34376"/>
                    <a:chOff x="10618321" y="4325861"/>
                    <a:chExt cx="30550" cy="34376"/>
                  </a:xfrm>
                  <a:solidFill>
                    <a:schemeClr val="accent1"/>
                  </a:solidFill>
                </p:grpSpPr>
                <p:sp>
                  <p:nvSpPr>
                    <p:cNvPr id="674" name="Forme libre : forme 673">
                      <a:extLst>
                        <a:ext uri="{FF2B5EF4-FFF2-40B4-BE49-F238E27FC236}">
                          <a16:creationId xmlns:a16="http://schemas.microsoft.com/office/drawing/2014/main" id="{D8E80624-CC1A-43F7-86EC-B7015A5BE9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18321" y="4325861"/>
                      <a:ext cx="30550" cy="34281"/>
                    </a:xfrm>
                    <a:custGeom>
                      <a:avLst/>
                      <a:gdLst>
                        <a:gd name="connsiteX0" fmla="*/ 21503 w 30550"/>
                        <a:gd name="connsiteY0" fmla="*/ 33650 h 34281"/>
                        <a:gd name="connsiteX1" fmla="*/ 1310 w 30550"/>
                        <a:gd name="connsiteY1" fmla="*/ 21458 h 34281"/>
                        <a:gd name="connsiteX2" fmla="*/ 8644 w 30550"/>
                        <a:gd name="connsiteY2" fmla="*/ 503 h 34281"/>
                        <a:gd name="connsiteX3" fmla="*/ 28933 w 30550"/>
                        <a:gd name="connsiteY3" fmla="*/ 12504 h 34281"/>
                        <a:gd name="connsiteX4" fmla="*/ 21503 w 30550"/>
                        <a:gd name="connsiteY4" fmla="*/ 33650 h 342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550" h="34281">
                          <a:moveTo>
                            <a:pt x="21503" y="33650"/>
                          </a:moveTo>
                          <a:cubicBezTo>
                            <a:pt x="13597" y="36222"/>
                            <a:pt x="4644" y="30697"/>
                            <a:pt x="1310" y="21458"/>
                          </a:cubicBezTo>
                          <a:cubicBezTo>
                            <a:pt x="-2024" y="12218"/>
                            <a:pt x="1215" y="2884"/>
                            <a:pt x="8644" y="503"/>
                          </a:cubicBezTo>
                          <a:cubicBezTo>
                            <a:pt x="16169" y="-1688"/>
                            <a:pt x="25218" y="3456"/>
                            <a:pt x="28933" y="12504"/>
                          </a:cubicBezTo>
                          <a:cubicBezTo>
                            <a:pt x="32838" y="21839"/>
                            <a:pt x="29409" y="31173"/>
                            <a:pt x="21503" y="3365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75" name="Forme libre : forme 674">
                      <a:extLst>
                        <a:ext uri="{FF2B5EF4-FFF2-40B4-BE49-F238E27FC236}">
                          <a16:creationId xmlns:a16="http://schemas.microsoft.com/office/drawing/2014/main" id="{F4CBCEB8-93B4-4CAC-9000-6AA7E23142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18321" y="4325974"/>
                      <a:ext cx="27503" cy="34263"/>
                    </a:xfrm>
                    <a:custGeom>
                      <a:avLst/>
                      <a:gdLst>
                        <a:gd name="connsiteX0" fmla="*/ 14835 w 27503"/>
                        <a:gd name="connsiteY0" fmla="*/ 17249 h 34263"/>
                        <a:gd name="connsiteX1" fmla="*/ 16264 w 27503"/>
                        <a:gd name="connsiteY1" fmla="*/ 676 h 34263"/>
                        <a:gd name="connsiteX2" fmla="*/ 8644 w 27503"/>
                        <a:gd name="connsiteY2" fmla="*/ 485 h 34263"/>
                        <a:gd name="connsiteX3" fmla="*/ 1310 w 27503"/>
                        <a:gd name="connsiteY3" fmla="*/ 21440 h 34263"/>
                        <a:gd name="connsiteX4" fmla="*/ 21503 w 27503"/>
                        <a:gd name="connsiteY4" fmla="*/ 33632 h 34263"/>
                        <a:gd name="connsiteX5" fmla="*/ 27504 w 27503"/>
                        <a:gd name="connsiteY5" fmla="*/ 29346 h 34263"/>
                        <a:gd name="connsiteX6" fmla="*/ 14835 w 27503"/>
                        <a:gd name="connsiteY6" fmla="*/ 17249 h 34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503" h="34263">
                          <a:moveTo>
                            <a:pt x="14835" y="17249"/>
                          </a:moveTo>
                          <a:cubicBezTo>
                            <a:pt x="12454" y="11058"/>
                            <a:pt x="13216" y="4771"/>
                            <a:pt x="16264" y="676"/>
                          </a:cubicBezTo>
                          <a:cubicBezTo>
                            <a:pt x="13693" y="-86"/>
                            <a:pt x="11121" y="-277"/>
                            <a:pt x="8644" y="485"/>
                          </a:cubicBezTo>
                          <a:cubicBezTo>
                            <a:pt x="1215" y="2771"/>
                            <a:pt x="-2024" y="12106"/>
                            <a:pt x="1310" y="21440"/>
                          </a:cubicBezTo>
                          <a:cubicBezTo>
                            <a:pt x="4644" y="30679"/>
                            <a:pt x="13597" y="36204"/>
                            <a:pt x="21503" y="33632"/>
                          </a:cubicBezTo>
                          <a:cubicBezTo>
                            <a:pt x="23980" y="32870"/>
                            <a:pt x="25980" y="31251"/>
                            <a:pt x="27504" y="29346"/>
                          </a:cubicBezTo>
                          <a:cubicBezTo>
                            <a:pt x="22170" y="27727"/>
                            <a:pt x="17217" y="23345"/>
                            <a:pt x="14835" y="1724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76" name="Forme libre : forme 675">
                      <a:extLst>
                        <a:ext uri="{FF2B5EF4-FFF2-40B4-BE49-F238E27FC236}">
                          <a16:creationId xmlns:a16="http://schemas.microsoft.com/office/drawing/2014/main" id="{DE428A46-4CBF-4AEF-8477-B12A919DF8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31426" y="4341092"/>
                      <a:ext cx="13642" cy="15192"/>
                    </a:xfrm>
                    <a:custGeom>
                      <a:avLst/>
                      <a:gdLst>
                        <a:gd name="connsiteX0" fmla="*/ 11827 w 13642"/>
                        <a:gd name="connsiteY0" fmla="*/ 12895 h 15192"/>
                        <a:gd name="connsiteX1" fmla="*/ 2111 w 13642"/>
                        <a:gd name="connsiteY1" fmla="*/ 12990 h 15192"/>
                        <a:gd name="connsiteX2" fmla="*/ 1826 w 13642"/>
                        <a:gd name="connsiteY2" fmla="*/ 2227 h 15192"/>
                        <a:gd name="connsiteX3" fmla="*/ 11446 w 13642"/>
                        <a:gd name="connsiteY3" fmla="*/ 2131 h 15192"/>
                        <a:gd name="connsiteX4" fmla="*/ 11827 w 13642"/>
                        <a:gd name="connsiteY4" fmla="*/ 12895 h 15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42" h="15192">
                          <a:moveTo>
                            <a:pt x="11827" y="12895"/>
                          </a:moveTo>
                          <a:cubicBezTo>
                            <a:pt x="9255" y="15943"/>
                            <a:pt x="4874" y="15943"/>
                            <a:pt x="2111" y="12990"/>
                          </a:cubicBezTo>
                          <a:cubicBezTo>
                            <a:pt x="-556" y="10037"/>
                            <a:pt x="-746" y="5179"/>
                            <a:pt x="1826" y="2227"/>
                          </a:cubicBezTo>
                          <a:cubicBezTo>
                            <a:pt x="4397" y="-726"/>
                            <a:pt x="8684" y="-726"/>
                            <a:pt x="11446" y="2131"/>
                          </a:cubicBezTo>
                          <a:cubicBezTo>
                            <a:pt x="14208" y="5084"/>
                            <a:pt x="14399" y="9846"/>
                            <a:pt x="11827" y="1289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77" name="Forme libre : forme 676">
                      <a:extLst>
                        <a:ext uri="{FF2B5EF4-FFF2-40B4-BE49-F238E27FC236}">
                          <a16:creationId xmlns:a16="http://schemas.microsoft.com/office/drawing/2014/main" id="{EEB912DB-D699-4502-8E96-5B476E399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37586" y="4339609"/>
                      <a:ext cx="5032" cy="5609"/>
                    </a:xfrm>
                    <a:custGeom>
                      <a:avLst/>
                      <a:gdLst>
                        <a:gd name="connsiteX0" fmla="*/ 3571 w 5032"/>
                        <a:gd name="connsiteY0" fmla="*/ 5519 h 5609"/>
                        <a:gd name="connsiteX1" fmla="*/ 238 w 5032"/>
                        <a:gd name="connsiteY1" fmla="*/ 3519 h 5609"/>
                        <a:gd name="connsiteX2" fmla="*/ 1476 w 5032"/>
                        <a:gd name="connsiteY2" fmla="*/ 90 h 5609"/>
                        <a:gd name="connsiteX3" fmla="*/ 4810 w 5032"/>
                        <a:gd name="connsiteY3" fmla="*/ 2090 h 5609"/>
                        <a:gd name="connsiteX4" fmla="*/ 3571 w 5032"/>
                        <a:gd name="connsiteY4" fmla="*/ 5519 h 5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32" h="5609">
                          <a:moveTo>
                            <a:pt x="3571" y="5519"/>
                          </a:moveTo>
                          <a:cubicBezTo>
                            <a:pt x="2333" y="5900"/>
                            <a:pt x="809" y="5043"/>
                            <a:pt x="238" y="3519"/>
                          </a:cubicBezTo>
                          <a:cubicBezTo>
                            <a:pt x="-334" y="1995"/>
                            <a:pt x="142" y="471"/>
                            <a:pt x="1476" y="90"/>
                          </a:cubicBezTo>
                          <a:cubicBezTo>
                            <a:pt x="2714" y="-291"/>
                            <a:pt x="4238" y="566"/>
                            <a:pt x="4810" y="2090"/>
                          </a:cubicBezTo>
                          <a:cubicBezTo>
                            <a:pt x="5381" y="3614"/>
                            <a:pt x="4810" y="5138"/>
                            <a:pt x="3571" y="55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678" name="Graphique 15">
                    <a:extLst>
                      <a:ext uri="{FF2B5EF4-FFF2-40B4-BE49-F238E27FC236}">
                        <a16:creationId xmlns:a16="http://schemas.microsoft.com/office/drawing/2014/main" id="{81E1BD34-B613-4660-92F0-D67553DA8BE9}"/>
                      </a:ext>
                    </a:extLst>
                  </p:cNvPr>
                  <p:cNvGrpSpPr/>
                  <p:nvPr/>
                </p:nvGrpSpPr>
                <p:grpSpPr>
                  <a:xfrm>
                    <a:off x="10605774" y="4354602"/>
                    <a:ext cx="31035" cy="34553"/>
                    <a:chOff x="10605774" y="4354602"/>
                    <a:chExt cx="31035" cy="34553"/>
                  </a:xfrm>
                  <a:solidFill>
                    <a:schemeClr val="accent1"/>
                  </a:solidFill>
                </p:grpSpPr>
                <p:sp>
                  <p:nvSpPr>
                    <p:cNvPr id="679" name="Forme libre : forme 678">
                      <a:extLst>
                        <a:ext uri="{FF2B5EF4-FFF2-40B4-BE49-F238E27FC236}">
                          <a16:creationId xmlns:a16="http://schemas.microsoft.com/office/drawing/2014/main" id="{60F98017-D96F-4A03-BE35-C20EFB0D61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05774" y="4354602"/>
                      <a:ext cx="31035" cy="34553"/>
                    </a:xfrm>
                    <a:custGeom>
                      <a:avLst/>
                      <a:gdLst>
                        <a:gd name="connsiteX0" fmla="*/ 21191 w 31035"/>
                        <a:gd name="connsiteY0" fmla="*/ 34055 h 34553"/>
                        <a:gd name="connsiteX1" fmla="*/ 998 w 31035"/>
                        <a:gd name="connsiteY1" fmla="*/ 21102 h 34553"/>
                        <a:gd name="connsiteX2" fmla="*/ 9666 w 31035"/>
                        <a:gd name="connsiteY2" fmla="*/ 528 h 34553"/>
                        <a:gd name="connsiteX3" fmla="*/ 29763 w 31035"/>
                        <a:gd name="connsiteY3" fmla="*/ 12815 h 34553"/>
                        <a:gd name="connsiteX4" fmla="*/ 21191 w 31035"/>
                        <a:gd name="connsiteY4" fmla="*/ 34055 h 34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035" h="34553">
                          <a:moveTo>
                            <a:pt x="21191" y="34055"/>
                          </a:moveTo>
                          <a:cubicBezTo>
                            <a:pt x="12999" y="36342"/>
                            <a:pt x="3950" y="30531"/>
                            <a:pt x="998" y="21102"/>
                          </a:cubicBezTo>
                          <a:cubicBezTo>
                            <a:pt x="-1955" y="11767"/>
                            <a:pt x="1855" y="2528"/>
                            <a:pt x="9666" y="528"/>
                          </a:cubicBezTo>
                          <a:cubicBezTo>
                            <a:pt x="17285" y="-1758"/>
                            <a:pt x="26334" y="3576"/>
                            <a:pt x="29763" y="12815"/>
                          </a:cubicBezTo>
                          <a:cubicBezTo>
                            <a:pt x="33192" y="21864"/>
                            <a:pt x="29477" y="31960"/>
                            <a:pt x="21191" y="3405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80" name="Forme libre : forme 679">
                      <a:extLst>
                        <a:ext uri="{FF2B5EF4-FFF2-40B4-BE49-F238E27FC236}">
                          <a16:creationId xmlns:a16="http://schemas.microsoft.com/office/drawing/2014/main" id="{D1FC32F9-2E93-4F82-B37B-DF0E23F25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05774" y="4354603"/>
                      <a:ext cx="27572" cy="34516"/>
                    </a:xfrm>
                    <a:custGeom>
                      <a:avLst/>
                      <a:gdLst>
                        <a:gd name="connsiteX0" fmla="*/ 15190 w 27572"/>
                        <a:gd name="connsiteY0" fmla="*/ 17481 h 34516"/>
                        <a:gd name="connsiteX1" fmla="*/ 17381 w 27572"/>
                        <a:gd name="connsiteY1" fmla="*/ 622 h 34516"/>
                        <a:gd name="connsiteX2" fmla="*/ 9666 w 27572"/>
                        <a:gd name="connsiteY2" fmla="*/ 526 h 34516"/>
                        <a:gd name="connsiteX3" fmla="*/ 998 w 27572"/>
                        <a:gd name="connsiteY3" fmla="*/ 21100 h 34516"/>
                        <a:gd name="connsiteX4" fmla="*/ 21191 w 27572"/>
                        <a:gd name="connsiteY4" fmla="*/ 34054 h 34516"/>
                        <a:gd name="connsiteX5" fmla="*/ 27573 w 27572"/>
                        <a:gd name="connsiteY5" fmla="*/ 29863 h 34516"/>
                        <a:gd name="connsiteX6" fmla="*/ 15190 w 27572"/>
                        <a:gd name="connsiteY6" fmla="*/ 17481 h 34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572" h="34516">
                          <a:moveTo>
                            <a:pt x="15190" y="17481"/>
                          </a:moveTo>
                          <a:cubicBezTo>
                            <a:pt x="13094" y="11194"/>
                            <a:pt x="14142" y="5003"/>
                            <a:pt x="17381" y="622"/>
                          </a:cubicBezTo>
                          <a:cubicBezTo>
                            <a:pt x="14809" y="-141"/>
                            <a:pt x="12237" y="-236"/>
                            <a:pt x="9666" y="526"/>
                          </a:cubicBezTo>
                          <a:cubicBezTo>
                            <a:pt x="1855" y="2526"/>
                            <a:pt x="-1955" y="11766"/>
                            <a:pt x="998" y="21100"/>
                          </a:cubicBezTo>
                          <a:cubicBezTo>
                            <a:pt x="3950" y="30435"/>
                            <a:pt x="12904" y="36245"/>
                            <a:pt x="21191" y="34054"/>
                          </a:cubicBezTo>
                          <a:cubicBezTo>
                            <a:pt x="23762" y="33292"/>
                            <a:pt x="25953" y="31959"/>
                            <a:pt x="27573" y="29863"/>
                          </a:cubicBezTo>
                          <a:cubicBezTo>
                            <a:pt x="22239" y="28434"/>
                            <a:pt x="17285" y="23672"/>
                            <a:pt x="15190" y="1748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81" name="Forme libre : forme 680">
                      <a:extLst>
                        <a:ext uri="{FF2B5EF4-FFF2-40B4-BE49-F238E27FC236}">
                          <a16:creationId xmlns:a16="http://schemas.microsoft.com/office/drawing/2014/main" id="{44EBAD4A-8648-429E-BFD6-111C898C2C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18877" y="4370131"/>
                      <a:ext cx="13981" cy="15253"/>
                    </a:xfrm>
                    <a:custGeom>
                      <a:avLst/>
                      <a:gdLst>
                        <a:gd name="connsiteX0" fmla="*/ 11898 w 13981"/>
                        <a:gd name="connsiteY0" fmla="*/ 13098 h 15253"/>
                        <a:gd name="connsiteX1" fmla="*/ 1897 w 13981"/>
                        <a:gd name="connsiteY1" fmla="*/ 12907 h 15253"/>
                        <a:gd name="connsiteX2" fmla="*/ 2183 w 13981"/>
                        <a:gd name="connsiteY2" fmla="*/ 2144 h 15253"/>
                        <a:gd name="connsiteX3" fmla="*/ 11994 w 13981"/>
                        <a:gd name="connsiteY3" fmla="*/ 2144 h 15253"/>
                        <a:gd name="connsiteX4" fmla="*/ 11898 w 13981"/>
                        <a:gd name="connsiteY4" fmla="*/ 13098 h 15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81" h="15253">
                          <a:moveTo>
                            <a:pt x="11898" y="13098"/>
                          </a:moveTo>
                          <a:cubicBezTo>
                            <a:pt x="9041" y="16050"/>
                            <a:pt x="4564" y="15955"/>
                            <a:pt x="1897" y="12907"/>
                          </a:cubicBezTo>
                          <a:cubicBezTo>
                            <a:pt x="-770" y="9859"/>
                            <a:pt x="-580" y="5001"/>
                            <a:pt x="2183" y="2144"/>
                          </a:cubicBezTo>
                          <a:cubicBezTo>
                            <a:pt x="5040" y="-618"/>
                            <a:pt x="9231" y="-809"/>
                            <a:pt x="11994" y="2144"/>
                          </a:cubicBezTo>
                          <a:cubicBezTo>
                            <a:pt x="14661" y="5001"/>
                            <a:pt x="14661" y="9954"/>
                            <a:pt x="11898" y="1309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82" name="Forme libre : forme 681">
                      <a:extLst>
                        <a:ext uri="{FF2B5EF4-FFF2-40B4-BE49-F238E27FC236}">
                          <a16:creationId xmlns:a16="http://schemas.microsoft.com/office/drawing/2014/main" id="{A4651605-DF43-4044-8CD1-3AC6B6D14F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25425" y="4368565"/>
                      <a:ext cx="5094" cy="5704"/>
                    </a:xfrm>
                    <a:custGeom>
                      <a:avLst/>
                      <a:gdLst>
                        <a:gd name="connsiteX0" fmla="*/ 3540 w 5094"/>
                        <a:gd name="connsiteY0" fmla="*/ 5615 h 5704"/>
                        <a:gd name="connsiteX1" fmla="*/ 207 w 5094"/>
                        <a:gd name="connsiteY1" fmla="*/ 3615 h 5704"/>
                        <a:gd name="connsiteX2" fmla="*/ 1540 w 5094"/>
                        <a:gd name="connsiteY2" fmla="*/ 90 h 5704"/>
                        <a:gd name="connsiteX3" fmla="*/ 4874 w 5094"/>
                        <a:gd name="connsiteY3" fmla="*/ 2091 h 5704"/>
                        <a:gd name="connsiteX4" fmla="*/ 3540 w 5094"/>
                        <a:gd name="connsiteY4" fmla="*/ 5615 h 57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94" h="5704">
                          <a:moveTo>
                            <a:pt x="3540" y="5615"/>
                          </a:moveTo>
                          <a:cubicBezTo>
                            <a:pt x="2207" y="5996"/>
                            <a:pt x="778" y="5139"/>
                            <a:pt x="207" y="3615"/>
                          </a:cubicBezTo>
                          <a:cubicBezTo>
                            <a:pt x="-365" y="2091"/>
                            <a:pt x="302" y="471"/>
                            <a:pt x="1540" y="90"/>
                          </a:cubicBezTo>
                          <a:cubicBezTo>
                            <a:pt x="2874" y="-291"/>
                            <a:pt x="4303" y="566"/>
                            <a:pt x="4874" y="2091"/>
                          </a:cubicBezTo>
                          <a:cubicBezTo>
                            <a:pt x="5446" y="3615"/>
                            <a:pt x="4874" y="5234"/>
                            <a:pt x="3540" y="56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683" name="Graphique 15">
                  <a:extLst>
                    <a:ext uri="{FF2B5EF4-FFF2-40B4-BE49-F238E27FC236}">
                      <a16:creationId xmlns:a16="http://schemas.microsoft.com/office/drawing/2014/main" id="{501C6CCA-DC67-4446-91A1-B76D61184ACB}"/>
                    </a:ext>
                  </a:extLst>
                </p:cNvPr>
                <p:cNvGrpSpPr/>
                <p:nvPr/>
              </p:nvGrpSpPr>
              <p:grpSpPr>
                <a:xfrm>
                  <a:off x="10648055" y="4400797"/>
                  <a:ext cx="54262" cy="100361"/>
                  <a:chOff x="10648055" y="4400797"/>
                  <a:chExt cx="54262" cy="100361"/>
                </a:xfrm>
                <a:solidFill>
                  <a:schemeClr val="accent1"/>
                </a:solidFill>
              </p:grpSpPr>
              <p:grpSp>
                <p:nvGrpSpPr>
                  <p:cNvPr id="684" name="Graphique 15">
                    <a:extLst>
                      <a:ext uri="{FF2B5EF4-FFF2-40B4-BE49-F238E27FC236}">
                        <a16:creationId xmlns:a16="http://schemas.microsoft.com/office/drawing/2014/main" id="{405A6F9C-2B25-47B0-B9ED-3FD3573B3FE7}"/>
                      </a:ext>
                    </a:extLst>
                  </p:cNvPr>
                  <p:cNvGrpSpPr/>
                  <p:nvPr/>
                </p:nvGrpSpPr>
                <p:grpSpPr>
                  <a:xfrm>
                    <a:off x="10668733" y="4400797"/>
                    <a:ext cx="33584" cy="34953"/>
                    <a:chOff x="10668733" y="4400797"/>
                    <a:chExt cx="33584" cy="34953"/>
                  </a:xfrm>
                  <a:solidFill>
                    <a:schemeClr val="accent1"/>
                  </a:solidFill>
                </p:grpSpPr>
                <p:sp>
                  <p:nvSpPr>
                    <p:cNvPr id="685" name="Forme libre : forme 684">
                      <a:extLst>
                        <a:ext uri="{FF2B5EF4-FFF2-40B4-BE49-F238E27FC236}">
                          <a16:creationId xmlns:a16="http://schemas.microsoft.com/office/drawing/2014/main" id="{713E7701-E531-4994-9619-BD86611FE8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8772" y="4400797"/>
                      <a:ext cx="33545" cy="34953"/>
                    </a:xfrm>
                    <a:custGeom>
                      <a:avLst/>
                      <a:gdLst>
                        <a:gd name="connsiteX0" fmla="*/ 28107 w 33545"/>
                        <a:gd name="connsiteY0" fmla="*/ 31199 h 34953"/>
                        <a:gd name="connsiteX1" fmla="*/ 4104 w 33545"/>
                        <a:gd name="connsiteY1" fmla="*/ 28056 h 34953"/>
                        <a:gd name="connsiteX2" fmla="*/ 5533 w 33545"/>
                        <a:gd name="connsiteY2" fmla="*/ 3672 h 34953"/>
                        <a:gd name="connsiteX3" fmla="*/ 28964 w 33545"/>
                        <a:gd name="connsiteY3" fmla="*/ 6434 h 34953"/>
                        <a:gd name="connsiteX4" fmla="*/ 28107 w 33545"/>
                        <a:gd name="connsiteY4" fmla="*/ 31199 h 34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545" h="34953">
                          <a:moveTo>
                            <a:pt x="28107" y="31199"/>
                          </a:moveTo>
                          <a:cubicBezTo>
                            <a:pt x="21059" y="37295"/>
                            <a:pt x="10105" y="35771"/>
                            <a:pt x="4104" y="28056"/>
                          </a:cubicBezTo>
                          <a:cubicBezTo>
                            <a:pt x="-1897" y="20341"/>
                            <a:pt x="-1230" y="9292"/>
                            <a:pt x="5533" y="3672"/>
                          </a:cubicBezTo>
                          <a:cubicBezTo>
                            <a:pt x="12296" y="-1948"/>
                            <a:pt x="22487" y="-1186"/>
                            <a:pt x="28964" y="6434"/>
                          </a:cubicBezTo>
                          <a:cubicBezTo>
                            <a:pt x="35346" y="13768"/>
                            <a:pt x="35060" y="24913"/>
                            <a:pt x="28107" y="3119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86" name="Forme libre : forme 685">
                      <a:extLst>
                        <a:ext uri="{FF2B5EF4-FFF2-40B4-BE49-F238E27FC236}">
                          <a16:creationId xmlns:a16="http://schemas.microsoft.com/office/drawing/2014/main" id="{F789F3FB-2B98-48D7-81BB-A6FF687619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8733" y="4401040"/>
                      <a:ext cx="32717" cy="34710"/>
                    </a:xfrm>
                    <a:custGeom>
                      <a:avLst/>
                      <a:gdLst>
                        <a:gd name="connsiteX0" fmla="*/ 16620 w 32717"/>
                        <a:gd name="connsiteY0" fmla="*/ 17621 h 34710"/>
                        <a:gd name="connsiteX1" fmla="*/ 13096 w 32717"/>
                        <a:gd name="connsiteY1" fmla="*/ 0 h 34710"/>
                        <a:gd name="connsiteX2" fmla="*/ 5571 w 32717"/>
                        <a:gd name="connsiteY2" fmla="*/ 3429 h 34710"/>
                        <a:gd name="connsiteX3" fmla="*/ 4143 w 32717"/>
                        <a:gd name="connsiteY3" fmla="*/ 27813 h 34710"/>
                        <a:gd name="connsiteX4" fmla="*/ 28146 w 32717"/>
                        <a:gd name="connsiteY4" fmla="*/ 30956 h 34710"/>
                        <a:gd name="connsiteX5" fmla="*/ 32718 w 32717"/>
                        <a:gd name="connsiteY5" fmla="*/ 23717 h 34710"/>
                        <a:gd name="connsiteX6" fmla="*/ 16620 w 32717"/>
                        <a:gd name="connsiteY6" fmla="*/ 17621 h 34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717" h="34710">
                          <a:moveTo>
                            <a:pt x="16620" y="17621"/>
                          </a:moveTo>
                          <a:cubicBezTo>
                            <a:pt x="12334" y="12382"/>
                            <a:pt x="11477" y="5810"/>
                            <a:pt x="13096" y="0"/>
                          </a:cubicBezTo>
                          <a:cubicBezTo>
                            <a:pt x="10429" y="476"/>
                            <a:pt x="7762" y="1524"/>
                            <a:pt x="5571" y="3429"/>
                          </a:cubicBezTo>
                          <a:cubicBezTo>
                            <a:pt x="-1191" y="9144"/>
                            <a:pt x="-1954" y="20098"/>
                            <a:pt x="4143" y="27813"/>
                          </a:cubicBezTo>
                          <a:cubicBezTo>
                            <a:pt x="10143" y="35528"/>
                            <a:pt x="21002" y="37052"/>
                            <a:pt x="28146" y="30956"/>
                          </a:cubicBezTo>
                          <a:cubicBezTo>
                            <a:pt x="30336" y="28956"/>
                            <a:pt x="31860" y="26384"/>
                            <a:pt x="32718" y="23717"/>
                          </a:cubicBezTo>
                          <a:cubicBezTo>
                            <a:pt x="27003" y="24765"/>
                            <a:pt x="20811" y="22765"/>
                            <a:pt x="16620" y="176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87" name="Forme libre : forme 686">
                      <a:extLst>
                        <a:ext uri="{FF2B5EF4-FFF2-40B4-BE49-F238E27FC236}">
                          <a16:creationId xmlns:a16="http://schemas.microsoft.com/office/drawing/2014/main" id="{B545EB1D-3A94-4B01-8131-1785B1DE8A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84840" y="4413553"/>
                      <a:ext cx="14271" cy="16509"/>
                    </a:xfrm>
                    <a:custGeom>
                      <a:avLst/>
                      <a:gdLst>
                        <a:gd name="connsiteX0" fmla="*/ 13658 w 14271"/>
                        <a:gd name="connsiteY0" fmla="*/ 11204 h 16509"/>
                        <a:gd name="connsiteX1" fmla="*/ 4133 w 14271"/>
                        <a:gd name="connsiteY1" fmla="*/ 15871 h 16509"/>
                        <a:gd name="connsiteX2" fmla="*/ 704 w 14271"/>
                        <a:gd name="connsiteY2" fmla="*/ 5203 h 16509"/>
                        <a:gd name="connsiteX3" fmla="*/ 10038 w 14271"/>
                        <a:gd name="connsiteY3" fmla="*/ 536 h 16509"/>
                        <a:gd name="connsiteX4" fmla="*/ 13658 w 14271"/>
                        <a:gd name="connsiteY4" fmla="*/ 11204 h 165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71" h="16509">
                          <a:moveTo>
                            <a:pt x="13658" y="11204"/>
                          </a:moveTo>
                          <a:cubicBezTo>
                            <a:pt x="12038" y="15490"/>
                            <a:pt x="7752" y="17681"/>
                            <a:pt x="4133" y="15871"/>
                          </a:cubicBezTo>
                          <a:cubicBezTo>
                            <a:pt x="513" y="14061"/>
                            <a:pt x="-1011" y="9299"/>
                            <a:pt x="704" y="5203"/>
                          </a:cubicBezTo>
                          <a:cubicBezTo>
                            <a:pt x="2418" y="1108"/>
                            <a:pt x="6419" y="-1083"/>
                            <a:pt x="10038" y="536"/>
                          </a:cubicBezTo>
                          <a:cubicBezTo>
                            <a:pt x="13562" y="2155"/>
                            <a:pt x="15277" y="6918"/>
                            <a:pt x="13658" y="1120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88" name="Forme libre : forme 687">
                      <a:extLst>
                        <a:ext uri="{FF2B5EF4-FFF2-40B4-BE49-F238E27FC236}">
                          <a16:creationId xmlns:a16="http://schemas.microsoft.com/office/drawing/2014/main" id="{6E33F029-AA86-454A-A31E-4FF0879E63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89090" y="4411694"/>
                      <a:ext cx="5514" cy="5837"/>
                    </a:xfrm>
                    <a:custGeom>
                      <a:avLst/>
                      <a:gdLst>
                        <a:gd name="connsiteX0" fmla="*/ 4645 w 5514"/>
                        <a:gd name="connsiteY0" fmla="*/ 5157 h 5837"/>
                        <a:gd name="connsiteX1" fmla="*/ 740 w 5514"/>
                        <a:gd name="connsiteY1" fmla="*/ 4776 h 5837"/>
                        <a:gd name="connsiteX2" fmla="*/ 835 w 5514"/>
                        <a:gd name="connsiteY2" fmla="*/ 680 h 5837"/>
                        <a:gd name="connsiteX3" fmla="*/ 4740 w 5514"/>
                        <a:gd name="connsiteY3" fmla="*/ 1061 h 5837"/>
                        <a:gd name="connsiteX4" fmla="*/ 4645 w 5514"/>
                        <a:gd name="connsiteY4" fmla="*/ 5157 h 5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14" h="5837">
                          <a:moveTo>
                            <a:pt x="4645" y="5157"/>
                          </a:moveTo>
                          <a:cubicBezTo>
                            <a:pt x="3502" y="6205"/>
                            <a:pt x="1787" y="6014"/>
                            <a:pt x="740" y="4776"/>
                          </a:cubicBezTo>
                          <a:cubicBezTo>
                            <a:pt x="-308" y="3538"/>
                            <a:pt x="-213" y="1728"/>
                            <a:pt x="835" y="680"/>
                          </a:cubicBezTo>
                          <a:cubicBezTo>
                            <a:pt x="1978" y="-368"/>
                            <a:pt x="3693" y="-177"/>
                            <a:pt x="4740" y="1061"/>
                          </a:cubicBezTo>
                          <a:cubicBezTo>
                            <a:pt x="5788" y="2299"/>
                            <a:pt x="5788" y="4109"/>
                            <a:pt x="4645" y="515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689" name="Graphique 15">
                    <a:extLst>
                      <a:ext uri="{FF2B5EF4-FFF2-40B4-BE49-F238E27FC236}">
                        <a16:creationId xmlns:a16="http://schemas.microsoft.com/office/drawing/2014/main" id="{C7EE6F5A-E9D3-4051-BC79-E674EA949E51}"/>
                      </a:ext>
                    </a:extLst>
                  </p:cNvPr>
                  <p:cNvGrpSpPr/>
                  <p:nvPr/>
                </p:nvGrpSpPr>
                <p:grpSpPr>
                  <a:xfrm>
                    <a:off x="10653930" y="4431251"/>
                    <a:ext cx="34169" cy="35441"/>
                    <a:chOff x="10653930" y="4431251"/>
                    <a:chExt cx="34169" cy="35441"/>
                  </a:xfrm>
                  <a:solidFill>
                    <a:schemeClr val="accent1"/>
                  </a:solidFill>
                </p:grpSpPr>
                <p:sp>
                  <p:nvSpPr>
                    <p:cNvPr id="690" name="Forme libre : forme 689">
                      <a:extLst>
                        <a:ext uri="{FF2B5EF4-FFF2-40B4-BE49-F238E27FC236}">
                          <a16:creationId xmlns:a16="http://schemas.microsoft.com/office/drawing/2014/main" id="{8E1BC6B0-6C25-40A1-A0B2-E9472387BC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3930" y="4431251"/>
                      <a:ext cx="34169" cy="35441"/>
                    </a:xfrm>
                    <a:custGeom>
                      <a:avLst/>
                      <a:gdLst>
                        <a:gd name="connsiteX0" fmla="*/ 27899 w 34169"/>
                        <a:gd name="connsiteY0" fmla="*/ 31701 h 35441"/>
                        <a:gd name="connsiteX1" fmla="*/ 3610 w 34169"/>
                        <a:gd name="connsiteY1" fmla="*/ 28177 h 35441"/>
                        <a:gd name="connsiteX2" fmla="*/ 6277 w 34169"/>
                        <a:gd name="connsiteY2" fmla="*/ 3602 h 35441"/>
                        <a:gd name="connsiteX3" fmla="*/ 30089 w 34169"/>
                        <a:gd name="connsiteY3" fmla="*/ 6936 h 35441"/>
                        <a:gd name="connsiteX4" fmla="*/ 27899 w 34169"/>
                        <a:gd name="connsiteY4" fmla="*/ 31701 h 35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169" h="35441">
                          <a:moveTo>
                            <a:pt x="27899" y="31701"/>
                          </a:moveTo>
                          <a:cubicBezTo>
                            <a:pt x="20469" y="37892"/>
                            <a:pt x="9516" y="36178"/>
                            <a:pt x="3610" y="28177"/>
                          </a:cubicBezTo>
                          <a:cubicBezTo>
                            <a:pt x="-2200" y="20176"/>
                            <a:pt x="-771" y="9508"/>
                            <a:pt x="6277" y="3602"/>
                          </a:cubicBezTo>
                          <a:cubicBezTo>
                            <a:pt x="13326" y="-2303"/>
                            <a:pt x="23898" y="-779"/>
                            <a:pt x="30089" y="6936"/>
                          </a:cubicBezTo>
                          <a:cubicBezTo>
                            <a:pt x="36281" y="14556"/>
                            <a:pt x="35328" y="25605"/>
                            <a:pt x="27899" y="3170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91" name="Forme libre : forme 690">
                      <a:extLst>
                        <a:ext uri="{FF2B5EF4-FFF2-40B4-BE49-F238E27FC236}">
                          <a16:creationId xmlns:a16="http://schemas.microsoft.com/office/drawing/2014/main" id="{DDEA6372-6EB4-4520-95FD-25A77E7828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3930" y="4431425"/>
                      <a:ext cx="32947" cy="35213"/>
                    </a:xfrm>
                    <a:custGeom>
                      <a:avLst/>
                      <a:gdLst>
                        <a:gd name="connsiteX0" fmla="*/ 16850 w 32947"/>
                        <a:gd name="connsiteY0" fmla="*/ 17812 h 35213"/>
                        <a:gd name="connsiteX1" fmla="*/ 14088 w 32947"/>
                        <a:gd name="connsiteY1" fmla="*/ 0 h 35213"/>
                        <a:gd name="connsiteX2" fmla="*/ 6277 w 32947"/>
                        <a:gd name="connsiteY2" fmla="*/ 3334 h 35213"/>
                        <a:gd name="connsiteX3" fmla="*/ 3610 w 32947"/>
                        <a:gd name="connsiteY3" fmla="*/ 27908 h 35213"/>
                        <a:gd name="connsiteX4" fmla="*/ 27899 w 32947"/>
                        <a:gd name="connsiteY4" fmla="*/ 31432 h 35213"/>
                        <a:gd name="connsiteX5" fmla="*/ 32947 w 32947"/>
                        <a:gd name="connsiteY5" fmla="*/ 24384 h 35213"/>
                        <a:gd name="connsiteX6" fmla="*/ 16850 w 32947"/>
                        <a:gd name="connsiteY6" fmla="*/ 17812 h 35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947" h="35213">
                          <a:moveTo>
                            <a:pt x="16850" y="17812"/>
                          </a:moveTo>
                          <a:cubicBezTo>
                            <a:pt x="12754" y="12478"/>
                            <a:pt x="12087" y="5715"/>
                            <a:pt x="14088" y="0"/>
                          </a:cubicBezTo>
                          <a:cubicBezTo>
                            <a:pt x="11325" y="381"/>
                            <a:pt x="8563" y="1429"/>
                            <a:pt x="6277" y="3334"/>
                          </a:cubicBezTo>
                          <a:cubicBezTo>
                            <a:pt x="-771" y="9239"/>
                            <a:pt x="-2200" y="19812"/>
                            <a:pt x="3610" y="27908"/>
                          </a:cubicBezTo>
                          <a:cubicBezTo>
                            <a:pt x="9420" y="35909"/>
                            <a:pt x="20469" y="37719"/>
                            <a:pt x="27899" y="31432"/>
                          </a:cubicBezTo>
                          <a:cubicBezTo>
                            <a:pt x="30280" y="29527"/>
                            <a:pt x="31899" y="27051"/>
                            <a:pt x="32947" y="24384"/>
                          </a:cubicBezTo>
                          <a:cubicBezTo>
                            <a:pt x="27042" y="25336"/>
                            <a:pt x="20850" y="23050"/>
                            <a:pt x="16850" y="17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92" name="Forme libre : forme 691">
                      <a:extLst>
                        <a:ext uri="{FF2B5EF4-FFF2-40B4-BE49-F238E27FC236}">
                          <a16:creationId xmlns:a16="http://schemas.microsoft.com/office/drawing/2014/main" id="{F160BE66-3D25-404A-9DB6-169F95D0A6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70009" y="4444187"/>
                      <a:ext cx="14665" cy="16657"/>
                    </a:xfrm>
                    <a:custGeom>
                      <a:avLst/>
                      <a:gdLst>
                        <a:gd name="connsiteX0" fmla="*/ 13820 w 14665"/>
                        <a:gd name="connsiteY0" fmla="*/ 11527 h 16657"/>
                        <a:gd name="connsiteX1" fmla="*/ 3914 w 14665"/>
                        <a:gd name="connsiteY1" fmla="*/ 16004 h 16657"/>
                        <a:gd name="connsiteX2" fmla="*/ 866 w 14665"/>
                        <a:gd name="connsiteY2" fmla="*/ 5050 h 16657"/>
                        <a:gd name="connsiteX3" fmla="*/ 10677 w 14665"/>
                        <a:gd name="connsiteY3" fmla="*/ 668 h 16657"/>
                        <a:gd name="connsiteX4" fmla="*/ 13820 w 14665"/>
                        <a:gd name="connsiteY4" fmla="*/ 11527 h 166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65" h="16657">
                          <a:moveTo>
                            <a:pt x="13820" y="11527"/>
                          </a:moveTo>
                          <a:cubicBezTo>
                            <a:pt x="11915" y="15718"/>
                            <a:pt x="7439" y="17813"/>
                            <a:pt x="3914" y="16004"/>
                          </a:cubicBezTo>
                          <a:cubicBezTo>
                            <a:pt x="295" y="14194"/>
                            <a:pt x="-1039" y="9336"/>
                            <a:pt x="866" y="5050"/>
                          </a:cubicBezTo>
                          <a:cubicBezTo>
                            <a:pt x="2676" y="859"/>
                            <a:pt x="7058" y="-1141"/>
                            <a:pt x="10677" y="668"/>
                          </a:cubicBezTo>
                          <a:cubicBezTo>
                            <a:pt x="14296" y="2478"/>
                            <a:pt x="15725" y="7336"/>
                            <a:pt x="13820" y="1152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93" name="Forme libre : forme 692">
                      <a:extLst>
                        <a:ext uri="{FF2B5EF4-FFF2-40B4-BE49-F238E27FC236}">
                          <a16:creationId xmlns:a16="http://schemas.microsoft.com/office/drawing/2014/main" id="{F6F64590-F766-4830-AF40-2D5C96AEE5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74711" y="4442545"/>
                      <a:ext cx="5647" cy="5769"/>
                    </a:xfrm>
                    <a:custGeom>
                      <a:avLst/>
                      <a:gdLst>
                        <a:gd name="connsiteX0" fmla="*/ 4641 w 5647"/>
                        <a:gd name="connsiteY0" fmla="*/ 5167 h 5769"/>
                        <a:gd name="connsiteX1" fmla="*/ 641 w 5647"/>
                        <a:gd name="connsiteY1" fmla="*/ 4691 h 5769"/>
                        <a:gd name="connsiteX2" fmla="*/ 1022 w 5647"/>
                        <a:gd name="connsiteY2" fmla="*/ 595 h 5769"/>
                        <a:gd name="connsiteX3" fmla="*/ 4927 w 5647"/>
                        <a:gd name="connsiteY3" fmla="*/ 1167 h 5769"/>
                        <a:gd name="connsiteX4" fmla="*/ 4641 w 5647"/>
                        <a:gd name="connsiteY4" fmla="*/ 5167 h 5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7" h="5769">
                          <a:moveTo>
                            <a:pt x="4641" y="5167"/>
                          </a:moveTo>
                          <a:cubicBezTo>
                            <a:pt x="3403" y="6120"/>
                            <a:pt x="1688" y="5929"/>
                            <a:pt x="641" y="4691"/>
                          </a:cubicBezTo>
                          <a:cubicBezTo>
                            <a:pt x="-312" y="3453"/>
                            <a:pt x="-217" y="1548"/>
                            <a:pt x="1022" y="595"/>
                          </a:cubicBezTo>
                          <a:cubicBezTo>
                            <a:pt x="2165" y="-357"/>
                            <a:pt x="3974" y="-167"/>
                            <a:pt x="4927" y="1167"/>
                          </a:cubicBezTo>
                          <a:cubicBezTo>
                            <a:pt x="5975" y="2310"/>
                            <a:pt x="5880" y="4120"/>
                            <a:pt x="4641" y="51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694" name="Graphique 15">
                    <a:extLst>
                      <a:ext uri="{FF2B5EF4-FFF2-40B4-BE49-F238E27FC236}">
                        <a16:creationId xmlns:a16="http://schemas.microsoft.com/office/drawing/2014/main" id="{1EADAD90-1716-44D1-8752-274978F9F0E9}"/>
                      </a:ext>
                    </a:extLst>
                  </p:cNvPr>
                  <p:cNvGrpSpPr/>
                  <p:nvPr/>
                </p:nvGrpSpPr>
                <p:grpSpPr>
                  <a:xfrm>
                    <a:off x="10648055" y="4465767"/>
                    <a:ext cx="35253" cy="35391"/>
                    <a:chOff x="10648055" y="4465767"/>
                    <a:chExt cx="35253" cy="35391"/>
                  </a:xfrm>
                  <a:solidFill>
                    <a:schemeClr val="accent1"/>
                  </a:solidFill>
                </p:grpSpPr>
                <p:sp>
                  <p:nvSpPr>
                    <p:cNvPr id="695" name="Forme libre : forme 694">
                      <a:extLst>
                        <a:ext uri="{FF2B5EF4-FFF2-40B4-BE49-F238E27FC236}">
                          <a16:creationId xmlns:a16="http://schemas.microsoft.com/office/drawing/2014/main" id="{D32DB6C9-6CC8-467E-ABC9-940B499155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8124" y="4465767"/>
                      <a:ext cx="35184" cy="35391"/>
                    </a:xfrm>
                    <a:custGeom>
                      <a:avLst/>
                      <a:gdLst>
                        <a:gd name="connsiteX0" fmla="*/ 28181 w 35184"/>
                        <a:gd name="connsiteY0" fmla="*/ 31952 h 35391"/>
                        <a:gd name="connsiteX1" fmla="*/ 3321 w 35184"/>
                        <a:gd name="connsiteY1" fmla="*/ 28047 h 35391"/>
                        <a:gd name="connsiteX2" fmla="*/ 6940 w 35184"/>
                        <a:gd name="connsiteY2" fmla="*/ 3282 h 35391"/>
                        <a:gd name="connsiteX3" fmla="*/ 31419 w 35184"/>
                        <a:gd name="connsiteY3" fmla="*/ 7092 h 35391"/>
                        <a:gd name="connsiteX4" fmla="*/ 28181 w 35184"/>
                        <a:gd name="connsiteY4" fmla="*/ 31952 h 35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84" h="35391">
                          <a:moveTo>
                            <a:pt x="28181" y="31952"/>
                          </a:moveTo>
                          <a:cubicBezTo>
                            <a:pt x="20180" y="37762"/>
                            <a:pt x="8941" y="36048"/>
                            <a:pt x="3321" y="28047"/>
                          </a:cubicBezTo>
                          <a:cubicBezTo>
                            <a:pt x="-2299" y="20046"/>
                            <a:pt x="-584" y="8901"/>
                            <a:pt x="6940" y="3282"/>
                          </a:cubicBezTo>
                          <a:cubicBezTo>
                            <a:pt x="14560" y="-2338"/>
                            <a:pt x="25419" y="-528"/>
                            <a:pt x="31419" y="7092"/>
                          </a:cubicBezTo>
                          <a:cubicBezTo>
                            <a:pt x="37420" y="14712"/>
                            <a:pt x="36182" y="26237"/>
                            <a:pt x="28181" y="3195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96" name="Forme libre : forme 695">
                      <a:extLst>
                        <a:ext uri="{FF2B5EF4-FFF2-40B4-BE49-F238E27FC236}">
                          <a16:creationId xmlns:a16="http://schemas.microsoft.com/office/drawing/2014/main" id="{9B3FB30C-8231-4F2F-9DE7-BDFA53D759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8055" y="4465905"/>
                      <a:ext cx="33774" cy="35253"/>
                    </a:xfrm>
                    <a:custGeom>
                      <a:avLst/>
                      <a:gdLst>
                        <a:gd name="connsiteX0" fmla="*/ 17296 w 33774"/>
                        <a:gd name="connsiteY0" fmla="*/ 17812 h 35253"/>
                        <a:gd name="connsiteX1" fmla="*/ 15296 w 33774"/>
                        <a:gd name="connsiteY1" fmla="*/ 0 h 35253"/>
                        <a:gd name="connsiteX2" fmla="*/ 7009 w 33774"/>
                        <a:gd name="connsiteY2" fmla="*/ 3143 h 35253"/>
                        <a:gd name="connsiteX3" fmla="*/ 3389 w 33774"/>
                        <a:gd name="connsiteY3" fmla="*/ 27908 h 35253"/>
                        <a:gd name="connsiteX4" fmla="*/ 28250 w 33774"/>
                        <a:gd name="connsiteY4" fmla="*/ 31813 h 35253"/>
                        <a:gd name="connsiteX5" fmla="*/ 33774 w 33774"/>
                        <a:gd name="connsiteY5" fmla="*/ 24955 h 35253"/>
                        <a:gd name="connsiteX6" fmla="*/ 17296 w 33774"/>
                        <a:gd name="connsiteY6" fmla="*/ 17812 h 35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774" h="35253">
                          <a:moveTo>
                            <a:pt x="17296" y="17812"/>
                          </a:moveTo>
                          <a:cubicBezTo>
                            <a:pt x="13296" y="12382"/>
                            <a:pt x="12819" y="5524"/>
                            <a:pt x="15296" y="0"/>
                          </a:cubicBezTo>
                          <a:cubicBezTo>
                            <a:pt x="12343" y="286"/>
                            <a:pt x="9485" y="1238"/>
                            <a:pt x="7009" y="3143"/>
                          </a:cubicBezTo>
                          <a:cubicBezTo>
                            <a:pt x="-611" y="8763"/>
                            <a:pt x="-2326" y="19907"/>
                            <a:pt x="3389" y="27908"/>
                          </a:cubicBezTo>
                          <a:cubicBezTo>
                            <a:pt x="9009" y="35909"/>
                            <a:pt x="20249" y="37624"/>
                            <a:pt x="28250" y="31813"/>
                          </a:cubicBezTo>
                          <a:cubicBezTo>
                            <a:pt x="30822" y="30004"/>
                            <a:pt x="32631" y="27527"/>
                            <a:pt x="33774" y="24955"/>
                          </a:cubicBezTo>
                          <a:cubicBezTo>
                            <a:pt x="27583" y="25527"/>
                            <a:pt x="21201" y="23146"/>
                            <a:pt x="17296" y="17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97" name="Forme libre : forme 696">
                      <a:extLst>
                        <a:ext uri="{FF2B5EF4-FFF2-40B4-BE49-F238E27FC236}">
                          <a16:creationId xmlns:a16="http://schemas.microsoft.com/office/drawing/2014/main" id="{029CEE94-D9E6-41B2-9520-73D6B6E2E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4360" y="4478864"/>
                      <a:ext cx="15384" cy="16563"/>
                    </a:xfrm>
                    <a:custGeom>
                      <a:avLst/>
                      <a:gdLst>
                        <a:gd name="connsiteX0" fmla="*/ 14326 w 15384"/>
                        <a:gd name="connsiteY0" fmla="*/ 11711 h 16563"/>
                        <a:gd name="connsiteX1" fmla="*/ 3754 w 15384"/>
                        <a:gd name="connsiteY1" fmla="*/ 15806 h 16563"/>
                        <a:gd name="connsiteX2" fmla="*/ 1087 w 15384"/>
                        <a:gd name="connsiteY2" fmla="*/ 4853 h 16563"/>
                        <a:gd name="connsiteX3" fmla="*/ 11469 w 15384"/>
                        <a:gd name="connsiteY3" fmla="*/ 757 h 16563"/>
                        <a:gd name="connsiteX4" fmla="*/ 14326 w 15384"/>
                        <a:gd name="connsiteY4" fmla="*/ 11711 h 16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84" h="16563">
                          <a:moveTo>
                            <a:pt x="14326" y="11711"/>
                          </a:moveTo>
                          <a:cubicBezTo>
                            <a:pt x="12231" y="15902"/>
                            <a:pt x="7468" y="17711"/>
                            <a:pt x="3754" y="15806"/>
                          </a:cubicBezTo>
                          <a:cubicBezTo>
                            <a:pt x="134" y="13901"/>
                            <a:pt x="-1104" y="8948"/>
                            <a:pt x="1087" y="4853"/>
                          </a:cubicBezTo>
                          <a:cubicBezTo>
                            <a:pt x="3182" y="662"/>
                            <a:pt x="7849" y="-1148"/>
                            <a:pt x="11469" y="757"/>
                          </a:cubicBezTo>
                          <a:cubicBezTo>
                            <a:pt x="15184" y="2567"/>
                            <a:pt x="16517" y="7520"/>
                            <a:pt x="14326" y="1171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698" name="Forme libre : forme 697">
                      <a:extLst>
                        <a:ext uri="{FF2B5EF4-FFF2-40B4-BE49-F238E27FC236}">
                          <a16:creationId xmlns:a16="http://schemas.microsoft.com/office/drawing/2014/main" id="{BEED0C8B-8625-4063-9EE9-2184B308C2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9709" y="4477060"/>
                      <a:ext cx="5857" cy="5884"/>
                    </a:xfrm>
                    <a:custGeom>
                      <a:avLst/>
                      <a:gdLst>
                        <a:gd name="connsiteX0" fmla="*/ 4691 w 5857"/>
                        <a:gd name="connsiteY0" fmla="*/ 5323 h 5884"/>
                        <a:gd name="connsiteX1" fmla="*/ 595 w 5857"/>
                        <a:gd name="connsiteY1" fmla="*/ 4657 h 5884"/>
                        <a:gd name="connsiteX2" fmla="*/ 1167 w 5857"/>
                        <a:gd name="connsiteY2" fmla="*/ 561 h 5884"/>
                        <a:gd name="connsiteX3" fmla="*/ 5263 w 5857"/>
                        <a:gd name="connsiteY3" fmla="*/ 1228 h 5884"/>
                        <a:gd name="connsiteX4" fmla="*/ 4691 w 5857"/>
                        <a:gd name="connsiteY4" fmla="*/ 5323 h 5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7" h="5884">
                          <a:moveTo>
                            <a:pt x="4691" y="5323"/>
                          </a:moveTo>
                          <a:cubicBezTo>
                            <a:pt x="3453" y="6276"/>
                            <a:pt x="1548" y="5990"/>
                            <a:pt x="595" y="4657"/>
                          </a:cubicBezTo>
                          <a:cubicBezTo>
                            <a:pt x="-357" y="3323"/>
                            <a:pt x="-167" y="1513"/>
                            <a:pt x="1167" y="561"/>
                          </a:cubicBezTo>
                          <a:cubicBezTo>
                            <a:pt x="2405" y="-392"/>
                            <a:pt x="4310" y="-106"/>
                            <a:pt x="5263" y="1228"/>
                          </a:cubicBezTo>
                          <a:cubicBezTo>
                            <a:pt x="6215" y="2561"/>
                            <a:pt x="6024" y="4371"/>
                            <a:pt x="4691" y="53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699" name="Graphique 15">
                  <a:extLst>
                    <a:ext uri="{FF2B5EF4-FFF2-40B4-BE49-F238E27FC236}">
                      <a16:creationId xmlns:a16="http://schemas.microsoft.com/office/drawing/2014/main" id="{08DAEF9E-02CF-4FED-B218-8FF1CA217E7B}"/>
                    </a:ext>
                  </a:extLst>
                </p:cNvPr>
                <p:cNvGrpSpPr/>
                <p:nvPr/>
              </p:nvGrpSpPr>
              <p:grpSpPr>
                <a:xfrm>
                  <a:off x="10732249" y="4477954"/>
                  <a:ext cx="60946" cy="105703"/>
                  <a:chOff x="10732249" y="4477954"/>
                  <a:chExt cx="60946" cy="105703"/>
                </a:xfrm>
                <a:solidFill>
                  <a:schemeClr val="accent1"/>
                </a:solidFill>
              </p:grpSpPr>
              <p:grpSp>
                <p:nvGrpSpPr>
                  <p:cNvPr id="700" name="Graphique 15">
                    <a:extLst>
                      <a:ext uri="{FF2B5EF4-FFF2-40B4-BE49-F238E27FC236}">
                        <a16:creationId xmlns:a16="http://schemas.microsoft.com/office/drawing/2014/main" id="{038F92E9-9087-4CE0-86C3-7078CE63D2F5}"/>
                      </a:ext>
                    </a:extLst>
                  </p:cNvPr>
                  <p:cNvGrpSpPr/>
                  <p:nvPr/>
                </p:nvGrpSpPr>
                <p:grpSpPr>
                  <a:xfrm>
                    <a:off x="10755857" y="4477954"/>
                    <a:ext cx="37338" cy="36164"/>
                    <a:chOff x="10755857" y="4477954"/>
                    <a:chExt cx="37338" cy="36164"/>
                  </a:xfrm>
                  <a:solidFill>
                    <a:schemeClr val="accent1"/>
                  </a:solidFill>
                </p:grpSpPr>
                <p:sp>
                  <p:nvSpPr>
                    <p:cNvPr id="701" name="Forme libre : forme 700">
                      <a:extLst>
                        <a:ext uri="{FF2B5EF4-FFF2-40B4-BE49-F238E27FC236}">
                          <a16:creationId xmlns:a16="http://schemas.microsoft.com/office/drawing/2014/main" id="{C5C6D97C-9905-438E-B811-E5ED936C1A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55857" y="4477954"/>
                      <a:ext cx="37338" cy="36127"/>
                    </a:xfrm>
                    <a:custGeom>
                      <a:avLst/>
                      <a:gdLst>
                        <a:gd name="connsiteX0" fmla="*/ 31129 w 37338"/>
                        <a:gd name="connsiteY0" fmla="*/ 31004 h 36127"/>
                        <a:gd name="connsiteX1" fmla="*/ 4459 w 37338"/>
                        <a:gd name="connsiteY1" fmla="*/ 30528 h 36127"/>
                        <a:gd name="connsiteX2" fmla="*/ 6364 w 37338"/>
                        <a:gd name="connsiteY2" fmla="*/ 5096 h 36127"/>
                        <a:gd name="connsiteX3" fmla="*/ 32367 w 37338"/>
                        <a:gd name="connsiteY3" fmla="*/ 5191 h 36127"/>
                        <a:gd name="connsiteX4" fmla="*/ 31129 w 37338"/>
                        <a:gd name="connsiteY4" fmla="*/ 31004 h 36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338" h="36127">
                          <a:moveTo>
                            <a:pt x="31129" y="31004"/>
                          </a:moveTo>
                          <a:cubicBezTo>
                            <a:pt x="23223" y="38052"/>
                            <a:pt x="11126" y="37767"/>
                            <a:pt x="4459" y="30528"/>
                          </a:cubicBezTo>
                          <a:cubicBezTo>
                            <a:pt x="-2209" y="23193"/>
                            <a:pt x="-1256" y="11764"/>
                            <a:pt x="6364" y="5096"/>
                          </a:cubicBezTo>
                          <a:cubicBezTo>
                            <a:pt x="13984" y="-1571"/>
                            <a:pt x="25318" y="-1857"/>
                            <a:pt x="32367" y="5191"/>
                          </a:cubicBezTo>
                          <a:cubicBezTo>
                            <a:pt x="39416" y="12144"/>
                            <a:pt x="38939" y="23670"/>
                            <a:pt x="31129" y="3100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02" name="Forme libre : forme 701">
                      <a:extLst>
                        <a:ext uri="{FF2B5EF4-FFF2-40B4-BE49-F238E27FC236}">
                          <a16:creationId xmlns:a16="http://schemas.microsoft.com/office/drawing/2014/main" id="{E0420D70-441D-40BA-B348-3367C454F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55857" y="4478669"/>
                      <a:ext cx="36272" cy="35449"/>
                    </a:xfrm>
                    <a:custGeom>
                      <a:avLst/>
                      <a:gdLst>
                        <a:gd name="connsiteX0" fmla="*/ 18460 w 36272"/>
                        <a:gd name="connsiteY0" fmla="*/ 17812 h 35449"/>
                        <a:gd name="connsiteX1" fmla="*/ 14841 w 36272"/>
                        <a:gd name="connsiteY1" fmla="*/ 0 h 35449"/>
                        <a:gd name="connsiteX2" fmla="*/ 6364 w 36272"/>
                        <a:gd name="connsiteY2" fmla="*/ 4381 h 35449"/>
                        <a:gd name="connsiteX3" fmla="*/ 4459 w 36272"/>
                        <a:gd name="connsiteY3" fmla="*/ 29813 h 35449"/>
                        <a:gd name="connsiteX4" fmla="*/ 31129 w 36272"/>
                        <a:gd name="connsiteY4" fmla="*/ 30289 h 35449"/>
                        <a:gd name="connsiteX5" fmla="*/ 36272 w 36272"/>
                        <a:gd name="connsiteY5" fmla="*/ 22288 h 35449"/>
                        <a:gd name="connsiteX6" fmla="*/ 18460 w 36272"/>
                        <a:gd name="connsiteY6" fmla="*/ 17812 h 35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272" h="35449">
                          <a:moveTo>
                            <a:pt x="18460" y="17812"/>
                          </a:moveTo>
                          <a:cubicBezTo>
                            <a:pt x="13793" y="12859"/>
                            <a:pt x="12841" y="6191"/>
                            <a:pt x="14841" y="0"/>
                          </a:cubicBezTo>
                          <a:cubicBezTo>
                            <a:pt x="11888" y="857"/>
                            <a:pt x="8935" y="2191"/>
                            <a:pt x="6364" y="4381"/>
                          </a:cubicBezTo>
                          <a:cubicBezTo>
                            <a:pt x="-1256" y="11049"/>
                            <a:pt x="-2209" y="22479"/>
                            <a:pt x="4459" y="29813"/>
                          </a:cubicBezTo>
                          <a:cubicBezTo>
                            <a:pt x="11031" y="37052"/>
                            <a:pt x="23128" y="37433"/>
                            <a:pt x="31129" y="30289"/>
                          </a:cubicBezTo>
                          <a:cubicBezTo>
                            <a:pt x="33605" y="28004"/>
                            <a:pt x="35225" y="25146"/>
                            <a:pt x="36272" y="22288"/>
                          </a:cubicBezTo>
                          <a:cubicBezTo>
                            <a:pt x="29891" y="24003"/>
                            <a:pt x="23128" y="22670"/>
                            <a:pt x="18460" y="17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03" name="Forme libre : forme 702">
                      <a:extLst>
                        <a:ext uri="{FF2B5EF4-FFF2-40B4-BE49-F238E27FC236}">
                          <a16:creationId xmlns:a16="http://schemas.microsoft.com/office/drawing/2014/main" id="{9B02FC6C-5632-4D68-B34F-1CA5C9331E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73711" y="4490238"/>
                      <a:ext cx="15883" cy="17295"/>
                    </a:xfrm>
                    <a:custGeom>
                      <a:avLst/>
                      <a:gdLst>
                        <a:gd name="connsiteX0" fmla="*/ 15179 w 15883"/>
                        <a:gd name="connsiteY0" fmla="*/ 11005 h 17295"/>
                        <a:gd name="connsiteX1" fmla="*/ 4511 w 15883"/>
                        <a:gd name="connsiteY1" fmla="*/ 16910 h 17295"/>
                        <a:gd name="connsiteX2" fmla="*/ 796 w 15883"/>
                        <a:gd name="connsiteY2" fmla="*/ 6242 h 17295"/>
                        <a:gd name="connsiteX3" fmla="*/ 11274 w 15883"/>
                        <a:gd name="connsiteY3" fmla="*/ 337 h 17295"/>
                        <a:gd name="connsiteX4" fmla="*/ 15179 w 15883"/>
                        <a:gd name="connsiteY4" fmla="*/ 11005 h 17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3" h="17295">
                          <a:moveTo>
                            <a:pt x="15179" y="11005"/>
                          </a:moveTo>
                          <a:cubicBezTo>
                            <a:pt x="13369" y="15672"/>
                            <a:pt x="8607" y="18339"/>
                            <a:pt x="4511" y="16910"/>
                          </a:cubicBezTo>
                          <a:cubicBezTo>
                            <a:pt x="511" y="15481"/>
                            <a:pt x="-1108" y="10719"/>
                            <a:pt x="796" y="6242"/>
                          </a:cubicBezTo>
                          <a:cubicBezTo>
                            <a:pt x="2702" y="1765"/>
                            <a:pt x="7274" y="-997"/>
                            <a:pt x="11274" y="337"/>
                          </a:cubicBezTo>
                          <a:cubicBezTo>
                            <a:pt x="15179" y="1575"/>
                            <a:pt x="16989" y="6338"/>
                            <a:pt x="15179" y="1100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04" name="Forme libre : forme 703">
                      <a:extLst>
                        <a:ext uri="{FF2B5EF4-FFF2-40B4-BE49-F238E27FC236}">
                          <a16:creationId xmlns:a16="http://schemas.microsoft.com/office/drawing/2014/main" id="{D42EC91C-3C50-4CB4-A506-05C1CD63CA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78564" y="4488525"/>
                      <a:ext cx="6078" cy="6003"/>
                    </a:xfrm>
                    <a:custGeom>
                      <a:avLst/>
                      <a:gdLst>
                        <a:gd name="connsiteX0" fmla="*/ 5087 w 6078"/>
                        <a:gd name="connsiteY0" fmla="*/ 5097 h 6003"/>
                        <a:gd name="connsiteX1" fmla="*/ 801 w 6078"/>
                        <a:gd name="connsiteY1" fmla="*/ 5192 h 6003"/>
                        <a:gd name="connsiteX2" fmla="*/ 991 w 6078"/>
                        <a:gd name="connsiteY2" fmla="*/ 906 h 6003"/>
                        <a:gd name="connsiteX3" fmla="*/ 5278 w 6078"/>
                        <a:gd name="connsiteY3" fmla="*/ 811 h 6003"/>
                        <a:gd name="connsiteX4" fmla="*/ 5087 w 6078"/>
                        <a:gd name="connsiteY4" fmla="*/ 5097 h 6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8" h="6003">
                          <a:moveTo>
                            <a:pt x="5087" y="5097"/>
                          </a:moveTo>
                          <a:cubicBezTo>
                            <a:pt x="3849" y="6240"/>
                            <a:pt x="1944" y="6335"/>
                            <a:pt x="801" y="5192"/>
                          </a:cubicBezTo>
                          <a:cubicBezTo>
                            <a:pt x="-342" y="4049"/>
                            <a:pt x="-247" y="2145"/>
                            <a:pt x="991" y="906"/>
                          </a:cubicBezTo>
                          <a:cubicBezTo>
                            <a:pt x="2230" y="-237"/>
                            <a:pt x="4135" y="-332"/>
                            <a:pt x="5278" y="811"/>
                          </a:cubicBezTo>
                          <a:cubicBezTo>
                            <a:pt x="6421" y="2049"/>
                            <a:pt x="6326" y="3954"/>
                            <a:pt x="5087" y="50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705" name="Graphique 15">
                    <a:extLst>
                      <a:ext uri="{FF2B5EF4-FFF2-40B4-BE49-F238E27FC236}">
                        <a16:creationId xmlns:a16="http://schemas.microsoft.com/office/drawing/2014/main" id="{E80D6636-B78C-410D-B969-05930B530782}"/>
                      </a:ext>
                    </a:extLst>
                  </p:cNvPr>
                  <p:cNvGrpSpPr/>
                  <p:nvPr/>
                </p:nvGrpSpPr>
                <p:grpSpPr>
                  <a:xfrm>
                    <a:off x="10739005" y="4511188"/>
                    <a:ext cx="38053" cy="36504"/>
                    <a:chOff x="10739005" y="4511188"/>
                    <a:chExt cx="38053" cy="36504"/>
                  </a:xfrm>
                  <a:solidFill>
                    <a:schemeClr val="accent1"/>
                  </a:solidFill>
                </p:grpSpPr>
                <p:sp>
                  <p:nvSpPr>
                    <p:cNvPr id="706" name="Forme libre : forme 705">
                      <a:extLst>
                        <a:ext uri="{FF2B5EF4-FFF2-40B4-BE49-F238E27FC236}">
                          <a16:creationId xmlns:a16="http://schemas.microsoft.com/office/drawing/2014/main" id="{34E46AAF-5446-49D8-B465-8FBE1B5315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39100" y="4511188"/>
                      <a:ext cx="37958" cy="36470"/>
                    </a:xfrm>
                    <a:custGeom>
                      <a:avLst/>
                      <a:gdLst>
                        <a:gd name="connsiteX0" fmla="*/ 30930 w 37958"/>
                        <a:gd name="connsiteY0" fmla="*/ 31394 h 36470"/>
                        <a:gd name="connsiteX1" fmla="*/ 3975 w 37958"/>
                        <a:gd name="connsiteY1" fmla="*/ 30441 h 36470"/>
                        <a:gd name="connsiteX2" fmla="*/ 7118 w 37958"/>
                        <a:gd name="connsiteY2" fmla="*/ 4914 h 36470"/>
                        <a:gd name="connsiteX3" fmla="*/ 33597 w 37958"/>
                        <a:gd name="connsiteY3" fmla="*/ 5676 h 36470"/>
                        <a:gd name="connsiteX4" fmla="*/ 30930 w 37958"/>
                        <a:gd name="connsiteY4" fmla="*/ 31394 h 36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958" h="36470">
                          <a:moveTo>
                            <a:pt x="30930" y="31394"/>
                          </a:moveTo>
                          <a:cubicBezTo>
                            <a:pt x="22739" y="38633"/>
                            <a:pt x="10451" y="37966"/>
                            <a:pt x="3975" y="30441"/>
                          </a:cubicBezTo>
                          <a:cubicBezTo>
                            <a:pt x="-2502" y="22821"/>
                            <a:pt x="-788" y="11677"/>
                            <a:pt x="7118" y="4914"/>
                          </a:cubicBezTo>
                          <a:cubicBezTo>
                            <a:pt x="15024" y="-1944"/>
                            <a:pt x="26739" y="-1563"/>
                            <a:pt x="33597" y="5676"/>
                          </a:cubicBezTo>
                          <a:cubicBezTo>
                            <a:pt x="40265" y="12725"/>
                            <a:pt x="39217" y="24345"/>
                            <a:pt x="30930" y="3139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07" name="Forme libre : forme 706">
                      <a:extLst>
                        <a:ext uri="{FF2B5EF4-FFF2-40B4-BE49-F238E27FC236}">
                          <a16:creationId xmlns:a16="http://schemas.microsoft.com/office/drawing/2014/main" id="{AE710141-E370-47DD-B203-AF7059BEE3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39005" y="4511720"/>
                      <a:ext cx="36550" cy="35971"/>
                    </a:xfrm>
                    <a:custGeom>
                      <a:avLst/>
                      <a:gdLst>
                        <a:gd name="connsiteX0" fmla="*/ 18738 w 36550"/>
                        <a:gd name="connsiteY0" fmla="*/ 18002 h 35971"/>
                        <a:gd name="connsiteX1" fmla="*/ 15881 w 36550"/>
                        <a:gd name="connsiteY1" fmla="*/ 0 h 35971"/>
                        <a:gd name="connsiteX2" fmla="*/ 7118 w 36550"/>
                        <a:gd name="connsiteY2" fmla="*/ 4381 h 35971"/>
                        <a:gd name="connsiteX3" fmla="*/ 3974 w 36550"/>
                        <a:gd name="connsiteY3" fmla="*/ 29908 h 35971"/>
                        <a:gd name="connsiteX4" fmla="*/ 30930 w 36550"/>
                        <a:gd name="connsiteY4" fmla="*/ 30861 h 35971"/>
                        <a:gd name="connsiteX5" fmla="*/ 36550 w 36550"/>
                        <a:gd name="connsiteY5" fmla="*/ 23050 h 35971"/>
                        <a:gd name="connsiteX6" fmla="*/ 18738 w 36550"/>
                        <a:gd name="connsiteY6" fmla="*/ 18002 h 35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550" h="35971">
                          <a:moveTo>
                            <a:pt x="18738" y="18002"/>
                          </a:moveTo>
                          <a:cubicBezTo>
                            <a:pt x="14262" y="12954"/>
                            <a:pt x="13499" y="6001"/>
                            <a:pt x="15881" y="0"/>
                          </a:cubicBezTo>
                          <a:cubicBezTo>
                            <a:pt x="12738" y="667"/>
                            <a:pt x="9785" y="2096"/>
                            <a:pt x="7118" y="4381"/>
                          </a:cubicBezTo>
                          <a:cubicBezTo>
                            <a:pt x="-788" y="11239"/>
                            <a:pt x="-2502" y="22288"/>
                            <a:pt x="3974" y="29908"/>
                          </a:cubicBezTo>
                          <a:cubicBezTo>
                            <a:pt x="10452" y="37529"/>
                            <a:pt x="22739" y="38100"/>
                            <a:pt x="30930" y="30861"/>
                          </a:cubicBezTo>
                          <a:cubicBezTo>
                            <a:pt x="33597" y="28575"/>
                            <a:pt x="35407" y="25908"/>
                            <a:pt x="36550" y="23050"/>
                          </a:cubicBezTo>
                          <a:cubicBezTo>
                            <a:pt x="30073" y="24574"/>
                            <a:pt x="23215" y="22955"/>
                            <a:pt x="18738" y="1800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08" name="Forme libre : forme 707">
                      <a:extLst>
                        <a:ext uri="{FF2B5EF4-FFF2-40B4-BE49-F238E27FC236}">
                          <a16:creationId xmlns:a16="http://schemas.microsoft.com/office/drawing/2014/main" id="{7CFAB1A7-4AC4-4020-A024-86A0B8BF39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56973" y="4523699"/>
                      <a:ext cx="16283" cy="17277"/>
                    </a:xfrm>
                    <a:custGeom>
                      <a:avLst/>
                      <a:gdLst>
                        <a:gd name="connsiteX0" fmla="*/ 15344 w 16283"/>
                        <a:gd name="connsiteY0" fmla="*/ 11167 h 17277"/>
                        <a:gd name="connsiteX1" fmla="*/ 4295 w 16283"/>
                        <a:gd name="connsiteY1" fmla="*/ 16882 h 17277"/>
                        <a:gd name="connsiteX2" fmla="*/ 961 w 16283"/>
                        <a:gd name="connsiteY2" fmla="*/ 6024 h 17277"/>
                        <a:gd name="connsiteX3" fmla="*/ 11915 w 16283"/>
                        <a:gd name="connsiteY3" fmla="*/ 404 h 17277"/>
                        <a:gd name="connsiteX4" fmla="*/ 15344 w 16283"/>
                        <a:gd name="connsiteY4" fmla="*/ 11167 h 172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83" h="17277">
                          <a:moveTo>
                            <a:pt x="15344" y="11167"/>
                          </a:moveTo>
                          <a:cubicBezTo>
                            <a:pt x="13248" y="15739"/>
                            <a:pt x="8200" y="18311"/>
                            <a:pt x="4295" y="16882"/>
                          </a:cubicBezTo>
                          <a:cubicBezTo>
                            <a:pt x="294" y="15454"/>
                            <a:pt x="-1134" y="10500"/>
                            <a:pt x="961" y="6024"/>
                          </a:cubicBezTo>
                          <a:cubicBezTo>
                            <a:pt x="3057" y="1452"/>
                            <a:pt x="7915" y="-1025"/>
                            <a:pt x="11915" y="404"/>
                          </a:cubicBezTo>
                          <a:cubicBezTo>
                            <a:pt x="15915" y="1833"/>
                            <a:pt x="17440" y="6595"/>
                            <a:pt x="15344" y="1116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09" name="Forme libre : forme 708">
                      <a:extLst>
                        <a:ext uri="{FF2B5EF4-FFF2-40B4-BE49-F238E27FC236}">
                          <a16:creationId xmlns:a16="http://schemas.microsoft.com/office/drawing/2014/main" id="{096B4798-1EC0-41C0-BCD4-2DD41FE598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62302" y="4521924"/>
                      <a:ext cx="6193" cy="6072"/>
                    </a:xfrm>
                    <a:custGeom>
                      <a:avLst/>
                      <a:gdLst>
                        <a:gd name="connsiteX0" fmla="*/ 5061 w 6193"/>
                        <a:gd name="connsiteY0" fmla="*/ 5227 h 6072"/>
                        <a:gd name="connsiteX1" fmla="*/ 680 w 6193"/>
                        <a:gd name="connsiteY1" fmla="*/ 5132 h 6072"/>
                        <a:gd name="connsiteX2" fmla="*/ 1061 w 6193"/>
                        <a:gd name="connsiteY2" fmla="*/ 846 h 6072"/>
                        <a:gd name="connsiteX3" fmla="*/ 5443 w 6193"/>
                        <a:gd name="connsiteY3" fmla="*/ 941 h 6072"/>
                        <a:gd name="connsiteX4" fmla="*/ 5061 w 6193"/>
                        <a:gd name="connsiteY4" fmla="*/ 5227 h 6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3" h="6072">
                          <a:moveTo>
                            <a:pt x="5061" y="5227"/>
                          </a:moveTo>
                          <a:cubicBezTo>
                            <a:pt x="3728" y="6370"/>
                            <a:pt x="1728" y="6370"/>
                            <a:pt x="680" y="5132"/>
                          </a:cubicBezTo>
                          <a:cubicBezTo>
                            <a:pt x="-368" y="3893"/>
                            <a:pt x="-177" y="1989"/>
                            <a:pt x="1061" y="846"/>
                          </a:cubicBezTo>
                          <a:cubicBezTo>
                            <a:pt x="2394" y="-297"/>
                            <a:pt x="4395" y="-297"/>
                            <a:pt x="5443" y="941"/>
                          </a:cubicBezTo>
                          <a:cubicBezTo>
                            <a:pt x="6585" y="2179"/>
                            <a:pt x="6395" y="4084"/>
                            <a:pt x="5061" y="52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710" name="Graphique 15">
                    <a:extLst>
                      <a:ext uri="{FF2B5EF4-FFF2-40B4-BE49-F238E27FC236}">
                        <a16:creationId xmlns:a16="http://schemas.microsoft.com/office/drawing/2014/main" id="{DD7ACD55-8734-4E77-939F-C388B8B2270B}"/>
                      </a:ext>
                    </a:extLst>
                  </p:cNvPr>
                  <p:cNvGrpSpPr/>
                  <p:nvPr/>
                </p:nvGrpSpPr>
                <p:grpSpPr>
                  <a:xfrm>
                    <a:off x="10732249" y="4547176"/>
                    <a:ext cx="39252" cy="36481"/>
                    <a:chOff x="10732249" y="4547176"/>
                    <a:chExt cx="39252" cy="36481"/>
                  </a:xfrm>
                  <a:solidFill>
                    <a:schemeClr val="accent1"/>
                  </a:solidFill>
                </p:grpSpPr>
                <p:sp>
                  <p:nvSpPr>
                    <p:cNvPr id="711" name="Forme libre : forme 710">
                      <a:extLst>
                        <a:ext uri="{FF2B5EF4-FFF2-40B4-BE49-F238E27FC236}">
                          <a16:creationId xmlns:a16="http://schemas.microsoft.com/office/drawing/2014/main" id="{EE6D21DA-8824-46D8-9044-4E7773AB06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32344" y="4547176"/>
                      <a:ext cx="39156" cy="36481"/>
                    </a:xfrm>
                    <a:custGeom>
                      <a:avLst/>
                      <a:gdLst>
                        <a:gd name="connsiteX0" fmla="*/ 31305 w 39156"/>
                        <a:gd name="connsiteY0" fmla="*/ 31695 h 36481"/>
                        <a:gd name="connsiteX1" fmla="*/ 3682 w 39156"/>
                        <a:gd name="connsiteY1" fmla="*/ 30362 h 36481"/>
                        <a:gd name="connsiteX2" fmla="*/ 7873 w 39156"/>
                        <a:gd name="connsiteY2" fmla="*/ 4549 h 36481"/>
                        <a:gd name="connsiteX3" fmla="*/ 35115 w 39156"/>
                        <a:gd name="connsiteY3" fmla="*/ 5787 h 36481"/>
                        <a:gd name="connsiteX4" fmla="*/ 31305 w 39156"/>
                        <a:gd name="connsiteY4" fmla="*/ 31695 h 36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56" h="36481">
                          <a:moveTo>
                            <a:pt x="31305" y="31695"/>
                          </a:moveTo>
                          <a:cubicBezTo>
                            <a:pt x="22447" y="38553"/>
                            <a:pt x="9969" y="37982"/>
                            <a:pt x="3682" y="30362"/>
                          </a:cubicBezTo>
                          <a:cubicBezTo>
                            <a:pt x="-2604" y="22742"/>
                            <a:pt x="-604" y="11121"/>
                            <a:pt x="7873" y="4549"/>
                          </a:cubicBezTo>
                          <a:cubicBezTo>
                            <a:pt x="16350" y="-2023"/>
                            <a:pt x="28542" y="-1356"/>
                            <a:pt x="35115" y="5787"/>
                          </a:cubicBezTo>
                          <a:cubicBezTo>
                            <a:pt x="41592" y="13026"/>
                            <a:pt x="40258" y="25028"/>
                            <a:pt x="31305" y="3169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12" name="Forme libre : forme 711">
                      <a:extLst>
                        <a:ext uri="{FF2B5EF4-FFF2-40B4-BE49-F238E27FC236}">
                          <a16:creationId xmlns:a16="http://schemas.microsoft.com/office/drawing/2014/main" id="{69B9360B-E08E-4979-9924-7B523B5B1A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32249" y="4547629"/>
                      <a:ext cx="37495" cy="36028"/>
                    </a:xfrm>
                    <a:custGeom>
                      <a:avLst/>
                      <a:gdLst>
                        <a:gd name="connsiteX0" fmla="*/ 19303 w 37495"/>
                        <a:gd name="connsiteY0" fmla="*/ 18097 h 36028"/>
                        <a:gd name="connsiteX1" fmla="*/ 17113 w 37495"/>
                        <a:gd name="connsiteY1" fmla="*/ 0 h 36028"/>
                        <a:gd name="connsiteX2" fmla="*/ 7873 w 37495"/>
                        <a:gd name="connsiteY2" fmla="*/ 4096 h 36028"/>
                        <a:gd name="connsiteX3" fmla="*/ 3682 w 37495"/>
                        <a:gd name="connsiteY3" fmla="*/ 29909 h 36028"/>
                        <a:gd name="connsiteX4" fmla="*/ 31305 w 37495"/>
                        <a:gd name="connsiteY4" fmla="*/ 31242 h 36028"/>
                        <a:gd name="connsiteX5" fmla="*/ 37496 w 37495"/>
                        <a:gd name="connsiteY5" fmla="*/ 23527 h 36028"/>
                        <a:gd name="connsiteX6" fmla="*/ 19303 w 37495"/>
                        <a:gd name="connsiteY6" fmla="*/ 18097 h 360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95" h="36028">
                          <a:moveTo>
                            <a:pt x="19303" y="18097"/>
                          </a:moveTo>
                          <a:cubicBezTo>
                            <a:pt x="14922" y="12954"/>
                            <a:pt x="14446" y="6001"/>
                            <a:pt x="17113" y="0"/>
                          </a:cubicBezTo>
                          <a:cubicBezTo>
                            <a:pt x="13874" y="571"/>
                            <a:pt x="10636" y="1905"/>
                            <a:pt x="7873" y="4096"/>
                          </a:cubicBezTo>
                          <a:cubicBezTo>
                            <a:pt x="-604" y="10668"/>
                            <a:pt x="-2604" y="22288"/>
                            <a:pt x="3682" y="29909"/>
                          </a:cubicBezTo>
                          <a:cubicBezTo>
                            <a:pt x="9969" y="37529"/>
                            <a:pt x="22447" y="38100"/>
                            <a:pt x="31305" y="31242"/>
                          </a:cubicBezTo>
                          <a:cubicBezTo>
                            <a:pt x="34162" y="29051"/>
                            <a:pt x="36163" y="26384"/>
                            <a:pt x="37496" y="23527"/>
                          </a:cubicBezTo>
                          <a:cubicBezTo>
                            <a:pt x="30733" y="24955"/>
                            <a:pt x="23685" y="23146"/>
                            <a:pt x="19303" y="18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13" name="Forme libre : forme 712">
                      <a:extLst>
                        <a:ext uri="{FF2B5EF4-FFF2-40B4-BE49-F238E27FC236}">
                          <a16:creationId xmlns:a16="http://schemas.microsoft.com/office/drawing/2014/main" id="{3320D6B3-92AB-43E6-9F39-61F5E7AEAD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50561" y="4560028"/>
                      <a:ext cx="16983" cy="17198"/>
                    </a:xfrm>
                    <a:custGeom>
                      <a:avLst/>
                      <a:gdLst>
                        <a:gd name="connsiteX0" fmla="*/ 15851 w 16983"/>
                        <a:gd name="connsiteY0" fmla="*/ 11319 h 17198"/>
                        <a:gd name="connsiteX1" fmla="*/ 4135 w 16983"/>
                        <a:gd name="connsiteY1" fmla="*/ 16748 h 17198"/>
                        <a:gd name="connsiteX2" fmla="*/ 1182 w 16983"/>
                        <a:gd name="connsiteY2" fmla="*/ 5794 h 17198"/>
                        <a:gd name="connsiteX3" fmla="*/ 12707 w 16983"/>
                        <a:gd name="connsiteY3" fmla="*/ 461 h 17198"/>
                        <a:gd name="connsiteX4" fmla="*/ 15851 w 16983"/>
                        <a:gd name="connsiteY4" fmla="*/ 11319 h 1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83" h="17198">
                          <a:moveTo>
                            <a:pt x="15851" y="11319"/>
                          </a:moveTo>
                          <a:cubicBezTo>
                            <a:pt x="13469" y="15796"/>
                            <a:pt x="8230" y="18272"/>
                            <a:pt x="4135" y="16748"/>
                          </a:cubicBezTo>
                          <a:cubicBezTo>
                            <a:pt x="134" y="15224"/>
                            <a:pt x="-1199" y="10271"/>
                            <a:pt x="1182" y="5794"/>
                          </a:cubicBezTo>
                          <a:cubicBezTo>
                            <a:pt x="3563" y="1318"/>
                            <a:pt x="8707" y="-1064"/>
                            <a:pt x="12707" y="461"/>
                          </a:cubicBezTo>
                          <a:cubicBezTo>
                            <a:pt x="16708" y="1889"/>
                            <a:pt x="18232" y="6747"/>
                            <a:pt x="15851" y="1131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14" name="Forme libre : forme 713">
                      <a:extLst>
                        <a:ext uri="{FF2B5EF4-FFF2-40B4-BE49-F238E27FC236}">
                          <a16:creationId xmlns:a16="http://schemas.microsoft.com/office/drawing/2014/main" id="{059E9C8A-C031-485B-A8F1-08A5A68F39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56447" y="4558296"/>
                      <a:ext cx="6497" cy="5946"/>
                    </a:xfrm>
                    <a:custGeom>
                      <a:avLst/>
                      <a:gdLst>
                        <a:gd name="connsiteX0" fmla="*/ 5201 w 6497"/>
                        <a:gd name="connsiteY0" fmla="*/ 5145 h 5946"/>
                        <a:gd name="connsiteX1" fmla="*/ 629 w 6497"/>
                        <a:gd name="connsiteY1" fmla="*/ 4955 h 5946"/>
                        <a:gd name="connsiteX2" fmla="*/ 1296 w 6497"/>
                        <a:gd name="connsiteY2" fmla="*/ 764 h 5946"/>
                        <a:gd name="connsiteX3" fmla="*/ 5868 w 6497"/>
                        <a:gd name="connsiteY3" fmla="*/ 954 h 5946"/>
                        <a:gd name="connsiteX4" fmla="*/ 5201 w 6497"/>
                        <a:gd name="connsiteY4" fmla="*/ 5145 h 5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97" h="5946">
                          <a:moveTo>
                            <a:pt x="5201" y="5145"/>
                          </a:moveTo>
                          <a:cubicBezTo>
                            <a:pt x="3773" y="6288"/>
                            <a:pt x="1772" y="6193"/>
                            <a:pt x="629" y="4955"/>
                          </a:cubicBezTo>
                          <a:cubicBezTo>
                            <a:pt x="-418" y="3716"/>
                            <a:pt x="-132" y="1811"/>
                            <a:pt x="1296" y="764"/>
                          </a:cubicBezTo>
                          <a:cubicBezTo>
                            <a:pt x="2725" y="-284"/>
                            <a:pt x="4725" y="-284"/>
                            <a:pt x="5868" y="954"/>
                          </a:cubicBezTo>
                          <a:cubicBezTo>
                            <a:pt x="6916" y="2097"/>
                            <a:pt x="6630" y="4002"/>
                            <a:pt x="5201" y="51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715" name="Graphique 15">
                  <a:extLst>
                    <a:ext uri="{FF2B5EF4-FFF2-40B4-BE49-F238E27FC236}">
                      <a16:creationId xmlns:a16="http://schemas.microsoft.com/office/drawing/2014/main" id="{6CC7B3CD-6663-4902-9ED9-E5C47F00FC33}"/>
                    </a:ext>
                  </a:extLst>
                </p:cNvPr>
                <p:cNvGrpSpPr/>
                <p:nvPr/>
              </p:nvGrpSpPr>
              <p:grpSpPr>
                <a:xfrm>
                  <a:off x="10787849" y="4564767"/>
                  <a:ext cx="73796" cy="99734"/>
                  <a:chOff x="10787849" y="4564767"/>
                  <a:chExt cx="73796" cy="99734"/>
                </a:xfrm>
                <a:solidFill>
                  <a:schemeClr val="accent1"/>
                </a:solidFill>
              </p:grpSpPr>
              <p:grpSp>
                <p:nvGrpSpPr>
                  <p:cNvPr id="716" name="Graphique 15">
                    <a:extLst>
                      <a:ext uri="{FF2B5EF4-FFF2-40B4-BE49-F238E27FC236}">
                        <a16:creationId xmlns:a16="http://schemas.microsoft.com/office/drawing/2014/main" id="{C285F464-3918-4163-A57B-9BC09E96CE77}"/>
                      </a:ext>
                    </a:extLst>
                  </p:cNvPr>
                  <p:cNvGrpSpPr/>
                  <p:nvPr/>
                </p:nvGrpSpPr>
                <p:grpSpPr>
                  <a:xfrm>
                    <a:off x="10818759" y="4626401"/>
                    <a:ext cx="42886" cy="38101"/>
                    <a:chOff x="10818759" y="4626401"/>
                    <a:chExt cx="42886" cy="38101"/>
                  </a:xfrm>
                  <a:solidFill>
                    <a:schemeClr val="accent1"/>
                  </a:solidFill>
                </p:grpSpPr>
                <p:sp>
                  <p:nvSpPr>
                    <p:cNvPr id="717" name="Forme libre : forme 716">
                      <a:extLst>
                        <a:ext uri="{FF2B5EF4-FFF2-40B4-BE49-F238E27FC236}">
                          <a16:creationId xmlns:a16="http://schemas.microsoft.com/office/drawing/2014/main" id="{8BCEDC82-54ED-4C70-879B-CBD3F7941E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18759" y="4626401"/>
                      <a:ext cx="42791" cy="38101"/>
                    </a:xfrm>
                    <a:custGeom>
                      <a:avLst/>
                      <a:gdLst>
                        <a:gd name="connsiteX0" fmla="*/ 421 w 42791"/>
                        <a:gd name="connsiteY0" fmla="*/ 19051 h 38101"/>
                        <a:gd name="connsiteX1" fmla="*/ 25186 w 42791"/>
                        <a:gd name="connsiteY1" fmla="*/ 1 h 38101"/>
                        <a:gd name="connsiteX2" fmla="*/ 42426 w 42791"/>
                        <a:gd name="connsiteY2" fmla="*/ 18670 h 38101"/>
                        <a:gd name="connsiteX3" fmla="*/ 16994 w 42791"/>
                        <a:gd name="connsiteY3" fmla="*/ 38101 h 38101"/>
                        <a:gd name="connsiteX4" fmla="*/ 421 w 42791"/>
                        <a:gd name="connsiteY4" fmla="*/ 19051 h 38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791" h="38101">
                          <a:moveTo>
                            <a:pt x="421" y="19051"/>
                          </a:moveTo>
                          <a:cubicBezTo>
                            <a:pt x="2802" y="8478"/>
                            <a:pt x="13661" y="96"/>
                            <a:pt x="25186" y="1"/>
                          </a:cubicBezTo>
                          <a:cubicBezTo>
                            <a:pt x="36711" y="-95"/>
                            <a:pt x="44617" y="8192"/>
                            <a:pt x="42426" y="18670"/>
                          </a:cubicBezTo>
                          <a:cubicBezTo>
                            <a:pt x="40236" y="29147"/>
                            <a:pt x="28710" y="38005"/>
                            <a:pt x="16994" y="38101"/>
                          </a:cubicBezTo>
                          <a:cubicBezTo>
                            <a:pt x="5374" y="38196"/>
                            <a:pt x="-1865" y="29528"/>
                            <a:pt x="421" y="1905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18" name="Forme libre : forme 717">
                      <a:extLst>
                        <a:ext uri="{FF2B5EF4-FFF2-40B4-BE49-F238E27FC236}">
                          <a16:creationId xmlns:a16="http://schemas.microsoft.com/office/drawing/2014/main" id="{162FF708-B740-477D-A057-454688842F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18874" y="4626401"/>
                      <a:ext cx="42771" cy="28290"/>
                    </a:xfrm>
                    <a:custGeom>
                      <a:avLst/>
                      <a:gdLst>
                        <a:gd name="connsiteX0" fmla="*/ 21165 w 42771"/>
                        <a:gd name="connsiteY0" fmla="*/ 18574 h 28290"/>
                        <a:gd name="connsiteX1" fmla="*/ 37548 w 42771"/>
                        <a:gd name="connsiteY1" fmla="*/ 28195 h 28290"/>
                        <a:gd name="connsiteX2" fmla="*/ 42406 w 42771"/>
                        <a:gd name="connsiteY2" fmla="*/ 18670 h 28290"/>
                        <a:gd name="connsiteX3" fmla="*/ 25166 w 42771"/>
                        <a:gd name="connsiteY3" fmla="*/ 1 h 28290"/>
                        <a:gd name="connsiteX4" fmla="*/ 401 w 42771"/>
                        <a:gd name="connsiteY4" fmla="*/ 19051 h 28290"/>
                        <a:gd name="connsiteX5" fmla="*/ 1068 w 42771"/>
                        <a:gd name="connsiteY5" fmla="*/ 28290 h 28290"/>
                        <a:gd name="connsiteX6" fmla="*/ 21165 w 42771"/>
                        <a:gd name="connsiteY6" fmla="*/ 18574 h 282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771" h="28290">
                          <a:moveTo>
                            <a:pt x="21165" y="18574"/>
                          </a:moveTo>
                          <a:cubicBezTo>
                            <a:pt x="29071" y="18479"/>
                            <a:pt x="35167" y="22384"/>
                            <a:pt x="37548" y="28195"/>
                          </a:cubicBezTo>
                          <a:cubicBezTo>
                            <a:pt x="39929" y="25337"/>
                            <a:pt x="41739" y="22099"/>
                            <a:pt x="42406" y="18670"/>
                          </a:cubicBezTo>
                          <a:cubicBezTo>
                            <a:pt x="44597" y="8097"/>
                            <a:pt x="36691" y="-95"/>
                            <a:pt x="25166" y="1"/>
                          </a:cubicBezTo>
                          <a:cubicBezTo>
                            <a:pt x="13641" y="96"/>
                            <a:pt x="2687" y="8478"/>
                            <a:pt x="401" y="19051"/>
                          </a:cubicBezTo>
                          <a:cubicBezTo>
                            <a:pt x="-361" y="22384"/>
                            <a:pt x="20" y="25528"/>
                            <a:pt x="1068" y="28290"/>
                          </a:cubicBezTo>
                          <a:cubicBezTo>
                            <a:pt x="5830" y="22480"/>
                            <a:pt x="13355" y="18574"/>
                            <a:pt x="21165" y="1857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19" name="Forme libre : forme 718">
                      <a:extLst>
                        <a:ext uri="{FF2B5EF4-FFF2-40B4-BE49-F238E27FC236}">
                          <a16:creationId xmlns:a16="http://schemas.microsoft.com/office/drawing/2014/main" id="{517C95B3-D24B-4382-93E1-59547F77A6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2318" y="4639685"/>
                      <a:ext cx="17959" cy="17898"/>
                    </a:xfrm>
                    <a:custGeom>
                      <a:avLst/>
                      <a:gdLst>
                        <a:gd name="connsiteX0" fmla="*/ 386 w 17959"/>
                        <a:gd name="connsiteY0" fmla="*/ 12433 h 17898"/>
                        <a:gd name="connsiteX1" fmla="*/ 6291 w 17959"/>
                        <a:gd name="connsiteY1" fmla="*/ 718 h 17898"/>
                        <a:gd name="connsiteX2" fmla="*/ 17531 w 17959"/>
                        <a:gd name="connsiteY2" fmla="*/ 5385 h 17898"/>
                        <a:gd name="connsiteX3" fmla="*/ 11625 w 17959"/>
                        <a:gd name="connsiteY3" fmla="*/ 17196 h 17898"/>
                        <a:gd name="connsiteX4" fmla="*/ 386 w 17959"/>
                        <a:gd name="connsiteY4" fmla="*/ 12433 h 17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59" h="17898">
                          <a:moveTo>
                            <a:pt x="386" y="12433"/>
                          </a:moveTo>
                          <a:cubicBezTo>
                            <a:pt x="-1043" y="7861"/>
                            <a:pt x="1624" y="2623"/>
                            <a:pt x="6291" y="718"/>
                          </a:cubicBezTo>
                          <a:cubicBezTo>
                            <a:pt x="10958" y="-1187"/>
                            <a:pt x="16007" y="813"/>
                            <a:pt x="17531" y="5385"/>
                          </a:cubicBezTo>
                          <a:cubicBezTo>
                            <a:pt x="19055" y="9862"/>
                            <a:pt x="16388" y="15196"/>
                            <a:pt x="11625" y="17196"/>
                          </a:cubicBezTo>
                          <a:cubicBezTo>
                            <a:pt x="6863" y="19101"/>
                            <a:pt x="1815" y="17005"/>
                            <a:pt x="386" y="1243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20" name="Forme libre : forme 719">
                      <a:extLst>
                        <a:ext uri="{FF2B5EF4-FFF2-40B4-BE49-F238E27FC236}">
                          <a16:creationId xmlns:a16="http://schemas.microsoft.com/office/drawing/2014/main" id="{46DA8AD6-9666-4D4F-BF8D-6C48813B0C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33017" y="4650595"/>
                      <a:ext cx="7090" cy="6286"/>
                    </a:xfrm>
                    <a:custGeom>
                      <a:avLst/>
                      <a:gdLst>
                        <a:gd name="connsiteX0" fmla="*/ 69 w 7090"/>
                        <a:gd name="connsiteY0" fmla="*/ 3143 h 6286"/>
                        <a:gd name="connsiteX1" fmla="*/ 4260 w 7090"/>
                        <a:gd name="connsiteY1" fmla="*/ 0 h 6286"/>
                        <a:gd name="connsiteX2" fmla="*/ 7022 w 7090"/>
                        <a:gd name="connsiteY2" fmla="*/ 3143 h 6286"/>
                        <a:gd name="connsiteX3" fmla="*/ 2831 w 7090"/>
                        <a:gd name="connsiteY3" fmla="*/ 6287 h 6286"/>
                        <a:gd name="connsiteX4" fmla="*/ 69 w 7090"/>
                        <a:gd name="connsiteY4" fmla="*/ 3143 h 6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0" h="6286">
                          <a:moveTo>
                            <a:pt x="69" y="3143"/>
                          </a:moveTo>
                          <a:cubicBezTo>
                            <a:pt x="450" y="1429"/>
                            <a:pt x="2355" y="0"/>
                            <a:pt x="4260" y="0"/>
                          </a:cubicBezTo>
                          <a:cubicBezTo>
                            <a:pt x="6165" y="0"/>
                            <a:pt x="7403" y="1334"/>
                            <a:pt x="7022" y="3143"/>
                          </a:cubicBezTo>
                          <a:cubicBezTo>
                            <a:pt x="6641" y="4858"/>
                            <a:pt x="4736" y="6287"/>
                            <a:pt x="2831" y="6287"/>
                          </a:cubicBezTo>
                          <a:cubicBezTo>
                            <a:pt x="926" y="6287"/>
                            <a:pt x="-312" y="4858"/>
                            <a:pt x="69" y="31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721" name="Graphique 15">
                    <a:extLst>
                      <a:ext uri="{FF2B5EF4-FFF2-40B4-BE49-F238E27FC236}">
                        <a16:creationId xmlns:a16="http://schemas.microsoft.com/office/drawing/2014/main" id="{CBA50BFA-FE94-4524-A4D4-4C1D3A75752D}"/>
                      </a:ext>
                    </a:extLst>
                  </p:cNvPr>
                  <p:cNvGrpSpPr/>
                  <p:nvPr/>
                </p:nvGrpSpPr>
                <p:grpSpPr>
                  <a:xfrm>
                    <a:off x="10809609" y="4592108"/>
                    <a:ext cx="41620" cy="37626"/>
                    <a:chOff x="10809609" y="4592108"/>
                    <a:chExt cx="41620" cy="37626"/>
                  </a:xfrm>
                  <a:solidFill>
                    <a:schemeClr val="accent1"/>
                  </a:solidFill>
                </p:grpSpPr>
                <p:sp>
                  <p:nvSpPr>
                    <p:cNvPr id="722" name="Forme libre : forme 721">
                      <a:extLst>
                        <a:ext uri="{FF2B5EF4-FFF2-40B4-BE49-F238E27FC236}">
                          <a16:creationId xmlns:a16="http://schemas.microsoft.com/office/drawing/2014/main" id="{2E9ABDCA-E74C-4EEE-B3EB-98C7300762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09609" y="4592108"/>
                      <a:ext cx="41620" cy="37626"/>
                    </a:xfrm>
                    <a:custGeom>
                      <a:avLst/>
                      <a:gdLst>
                        <a:gd name="connsiteX0" fmla="*/ 331 w 41620"/>
                        <a:gd name="connsiteY0" fmla="*/ 18577 h 37626"/>
                        <a:gd name="connsiteX1" fmla="*/ 24144 w 41620"/>
                        <a:gd name="connsiteY1" fmla="*/ 3 h 37626"/>
                        <a:gd name="connsiteX2" fmla="*/ 41384 w 41620"/>
                        <a:gd name="connsiteY2" fmla="*/ 18577 h 37626"/>
                        <a:gd name="connsiteX3" fmla="*/ 17000 w 41620"/>
                        <a:gd name="connsiteY3" fmla="*/ 37627 h 37626"/>
                        <a:gd name="connsiteX4" fmla="*/ 331 w 41620"/>
                        <a:gd name="connsiteY4" fmla="*/ 18577 h 37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620" h="37626">
                          <a:moveTo>
                            <a:pt x="331" y="18577"/>
                          </a:moveTo>
                          <a:cubicBezTo>
                            <a:pt x="2427" y="8195"/>
                            <a:pt x="12905" y="3"/>
                            <a:pt x="24144" y="3"/>
                          </a:cubicBezTo>
                          <a:cubicBezTo>
                            <a:pt x="35288" y="-187"/>
                            <a:pt x="43099" y="7909"/>
                            <a:pt x="41384" y="18577"/>
                          </a:cubicBezTo>
                          <a:cubicBezTo>
                            <a:pt x="39670" y="29150"/>
                            <a:pt x="28430" y="37627"/>
                            <a:pt x="17000" y="37627"/>
                          </a:cubicBezTo>
                          <a:cubicBezTo>
                            <a:pt x="5570" y="37627"/>
                            <a:pt x="-1669" y="28959"/>
                            <a:pt x="331" y="1857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23" name="Forme libre : forme 722">
                      <a:extLst>
                        <a:ext uri="{FF2B5EF4-FFF2-40B4-BE49-F238E27FC236}">
                          <a16:creationId xmlns:a16="http://schemas.microsoft.com/office/drawing/2014/main" id="{9DC3CA92-0187-47EC-875E-6AADA03721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09609" y="4592203"/>
                      <a:ext cx="41620" cy="28006"/>
                    </a:xfrm>
                    <a:custGeom>
                      <a:avLst/>
                      <a:gdLst>
                        <a:gd name="connsiteX0" fmla="*/ 20715 w 41620"/>
                        <a:gd name="connsiteY0" fmla="*/ 18291 h 28006"/>
                        <a:gd name="connsiteX1" fmla="*/ 36908 w 41620"/>
                        <a:gd name="connsiteY1" fmla="*/ 28007 h 28006"/>
                        <a:gd name="connsiteX2" fmla="*/ 41384 w 41620"/>
                        <a:gd name="connsiteY2" fmla="*/ 18577 h 28006"/>
                        <a:gd name="connsiteX3" fmla="*/ 24144 w 41620"/>
                        <a:gd name="connsiteY3" fmla="*/ 3 h 28006"/>
                        <a:gd name="connsiteX4" fmla="*/ 332 w 41620"/>
                        <a:gd name="connsiteY4" fmla="*/ 18577 h 28006"/>
                        <a:gd name="connsiteX5" fmla="*/ 1094 w 41620"/>
                        <a:gd name="connsiteY5" fmla="*/ 27721 h 28006"/>
                        <a:gd name="connsiteX6" fmla="*/ 20715 w 41620"/>
                        <a:gd name="connsiteY6" fmla="*/ 18291 h 28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620" h="28006">
                          <a:moveTo>
                            <a:pt x="20715" y="18291"/>
                          </a:moveTo>
                          <a:cubicBezTo>
                            <a:pt x="28430" y="18291"/>
                            <a:pt x="34431" y="22197"/>
                            <a:pt x="36908" y="28007"/>
                          </a:cubicBezTo>
                          <a:cubicBezTo>
                            <a:pt x="39194" y="25245"/>
                            <a:pt x="40908" y="22006"/>
                            <a:pt x="41384" y="18577"/>
                          </a:cubicBezTo>
                          <a:cubicBezTo>
                            <a:pt x="43099" y="7909"/>
                            <a:pt x="35288" y="-187"/>
                            <a:pt x="24144" y="3"/>
                          </a:cubicBezTo>
                          <a:cubicBezTo>
                            <a:pt x="12905" y="-92"/>
                            <a:pt x="2427" y="8100"/>
                            <a:pt x="332" y="18577"/>
                          </a:cubicBezTo>
                          <a:cubicBezTo>
                            <a:pt x="-335" y="21911"/>
                            <a:pt x="46" y="24959"/>
                            <a:pt x="1094" y="27721"/>
                          </a:cubicBezTo>
                          <a:cubicBezTo>
                            <a:pt x="5856" y="22006"/>
                            <a:pt x="13095" y="18196"/>
                            <a:pt x="20715" y="182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24" name="Forme libre : forme 723">
                      <a:extLst>
                        <a:ext uri="{FF2B5EF4-FFF2-40B4-BE49-F238E27FC236}">
                          <a16:creationId xmlns:a16="http://schemas.microsoft.com/office/drawing/2014/main" id="{4C3A0779-EF76-4B31-9B5C-9E545659EB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13110" y="4605123"/>
                      <a:ext cx="17604" cy="17694"/>
                    </a:xfrm>
                    <a:custGeom>
                      <a:avLst/>
                      <a:gdLst>
                        <a:gd name="connsiteX0" fmla="*/ 450 w 17604"/>
                        <a:gd name="connsiteY0" fmla="*/ 12229 h 17694"/>
                        <a:gd name="connsiteX1" fmla="*/ 5974 w 17604"/>
                        <a:gd name="connsiteY1" fmla="*/ 704 h 17694"/>
                        <a:gd name="connsiteX2" fmla="*/ 17118 w 17604"/>
                        <a:gd name="connsiteY2" fmla="*/ 5371 h 17694"/>
                        <a:gd name="connsiteX3" fmla="*/ 11594 w 17604"/>
                        <a:gd name="connsiteY3" fmla="*/ 16992 h 17694"/>
                        <a:gd name="connsiteX4" fmla="*/ 450 w 17604"/>
                        <a:gd name="connsiteY4" fmla="*/ 12229 h 17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04" h="17694">
                          <a:moveTo>
                            <a:pt x="450" y="12229"/>
                          </a:moveTo>
                          <a:cubicBezTo>
                            <a:pt x="-1074" y="7752"/>
                            <a:pt x="1402" y="2514"/>
                            <a:pt x="5974" y="704"/>
                          </a:cubicBezTo>
                          <a:cubicBezTo>
                            <a:pt x="10546" y="-1201"/>
                            <a:pt x="15499" y="894"/>
                            <a:pt x="17118" y="5371"/>
                          </a:cubicBezTo>
                          <a:cubicBezTo>
                            <a:pt x="18738" y="9848"/>
                            <a:pt x="16166" y="15087"/>
                            <a:pt x="11594" y="16992"/>
                          </a:cubicBezTo>
                          <a:cubicBezTo>
                            <a:pt x="6927" y="18897"/>
                            <a:pt x="1974" y="16801"/>
                            <a:pt x="450" y="1222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25" name="Forme libre : forme 724">
                      <a:extLst>
                        <a:ext uri="{FF2B5EF4-FFF2-40B4-BE49-F238E27FC236}">
                          <a16:creationId xmlns:a16="http://schemas.microsoft.com/office/drawing/2014/main" id="{BC598B9F-4749-4E2E-B65C-827DA02681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3615" y="4616019"/>
                      <a:ext cx="6872" cy="6286"/>
                    </a:xfrm>
                    <a:custGeom>
                      <a:avLst/>
                      <a:gdLst>
                        <a:gd name="connsiteX0" fmla="*/ 41 w 6872"/>
                        <a:gd name="connsiteY0" fmla="*/ 3048 h 6286"/>
                        <a:gd name="connsiteX1" fmla="*/ 4042 w 6872"/>
                        <a:gd name="connsiteY1" fmla="*/ 0 h 6286"/>
                        <a:gd name="connsiteX2" fmla="*/ 6804 w 6872"/>
                        <a:gd name="connsiteY2" fmla="*/ 3143 h 6286"/>
                        <a:gd name="connsiteX3" fmla="*/ 2803 w 6872"/>
                        <a:gd name="connsiteY3" fmla="*/ 6287 h 6286"/>
                        <a:gd name="connsiteX4" fmla="*/ 41 w 6872"/>
                        <a:gd name="connsiteY4" fmla="*/ 3048 h 6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72" h="6286">
                          <a:moveTo>
                            <a:pt x="41" y="3048"/>
                          </a:moveTo>
                          <a:cubicBezTo>
                            <a:pt x="422" y="1334"/>
                            <a:pt x="2137" y="0"/>
                            <a:pt x="4042" y="0"/>
                          </a:cubicBezTo>
                          <a:cubicBezTo>
                            <a:pt x="5946" y="0"/>
                            <a:pt x="7185" y="1429"/>
                            <a:pt x="6804" y="3143"/>
                          </a:cubicBezTo>
                          <a:cubicBezTo>
                            <a:pt x="6423" y="4858"/>
                            <a:pt x="4708" y="6287"/>
                            <a:pt x="2803" y="6287"/>
                          </a:cubicBezTo>
                          <a:cubicBezTo>
                            <a:pt x="994" y="6191"/>
                            <a:pt x="-245" y="4763"/>
                            <a:pt x="41" y="30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726" name="Graphique 15">
                    <a:extLst>
                      <a:ext uri="{FF2B5EF4-FFF2-40B4-BE49-F238E27FC236}">
                        <a16:creationId xmlns:a16="http://schemas.microsoft.com/office/drawing/2014/main" id="{3DEF5C4A-DCB9-4BD8-9A7A-FB1DBAB76A0A}"/>
                      </a:ext>
                    </a:extLst>
                  </p:cNvPr>
                  <p:cNvGrpSpPr/>
                  <p:nvPr/>
                </p:nvGrpSpPr>
                <p:grpSpPr>
                  <a:xfrm>
                    <a:off x="10787849" y="4564767"/>
                    <a:ext cx="40499" cy="37348"/>
                    <a:chOff x="10787849" y="4564767"/>
                    <a:chExt cx="40499" cy="37348"/>
                  </a:xfrm>
                  <a:solidFill>
                    <a:schemeClr val="accent1"/>
                  </a:solidFill>
                </p:grpSpPr>
                <p:sp>
                  <p:nvSpPr>
                    <p:cNvPr id="727" name="Forme libre : forme 726">
                      <a:extLst>
                        <a:ext uri="{FF2B5EF4-FFF2-40B4-BE49-F238E27FC236}">
                          <a16:creationId xmlns:a16="http://schemas.microsoft.com/office/drawing/2014/main" id="{3A4BB6EE-FFB7-438B-8077-DEB414DD26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87849" y="4564862"/>
                      <a:ext cx="40499" cy="37253"/>
                    </a:xfrm>
                    <a:custGeom>
                      <a:avLst/>
                      <a:gdLst>
                        <a:gd name="connsiteX0" fmla="*/ 280 w 40499"/>
                        <a:gd name="connsiteY0" fmla="*/ 18010 h 37253"/>
                        <a:gd name="connsiteX1" fmla="*/ 23235 w 40499"/>
                        <a:gd name="connsiteY1" fmla="*/ 7 h 37253"/>
                        <a:gd name="connsiteX2" fmla="*/ 40285 w 40499"/>
                        <a:gd name="connsiteY2" fmla="*/ 18867 h 37253"/>
                        <a:gd name="connsiteX3" fmla="*/ 16758 w 40499"/>
                        <a:gd name="connsiteY3" fmla="*/ 37250 h 37253"/>
                        <a:gd name="connsiteX4" fmla="*/ 280 w 40499"/>
                        <a:gd name="connsiteY4" fmla="*/ 18010 h 37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499" h="37253">
                          <a:moveTo>
                            <a:pt x="280" y="18010"/>
                          </a:moveTo>
                          <a:cubicBezTo>
                            <a:pt x="2185" y="7723"/>
                            <a:pt x="12281" y="-278"/>
                            <a:pt x="23235" y="7"/>
                          </a:cubicBezTo>
                          <a:cubicBezTo>
                            <a:pt x="34189" y="293"/>
                            <a:pt x="41904" y="8389"/>
                            <a:pt x="40285" y="18867"/>
                          </a:cubicBezTo>
                          <a:cubicBezTo>
                            <a:pt x="38570" y="29154"/>
                            <a:pt x="27902" y="37441"/>
                            <a:pt x="16758" y="37250"/>
                          </a:cubicBezTo>
                          <a:cubicBezTo>
                            <a:pt x="5614" y="36964"/>
                            <a:pt x="-1530" y="28297"/>
                            <a:pt x="280" y="1801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28" name="Forme libre : forme 727">
                      <a:extLst>
                        <a:ext uri="{FF2B5EF4-FFF2-40B4-BE49-F238E27FC236}">
                          <a16:creationId xmlns:a16="http://schemas.microsoft.com/office/drawing/2014/main" id="{F3472FE3-A419-4D45-9B88-AC574C974E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87863" y="4564767"/>
                      <a:ext cx="40485" cy="28105"/>
                    </a:xfrm>
                    <a:custGeom>
                      <a:avLst/>
                      <a:gdLst>
                        <a:gd name="connsiteX0" fmla="*/ 20077 w 40485"/>
                        <a:gd name="connsiteY0" fmla="*/ 18200 h 28105"/>
                        <a:gd name="connsiteX1" fmla="*/ 35889 w 40485"/>
                        <a:gd name="connsiteY1" fmla="*/ 28106 h 28105"/>
                        <a:gd name="connsiteX2" fmla="*/ 40270 w 40485"/>
                        <a:gd name="connsiteY2" fmla="*/ 18867 h 28105"/>
                        <a:gd name="connsiteX3" fmla="*/ 23221 w 40485"/>
                        <a:gd name="connsiteY3" fmla="*/ 7 h 28105"/>
                        <a:gd name="connsiteX4" fmla="*/ 265 w 40485"/>
                        <a:gd name="connsiteY4" fmla="*/ 18010 h 28105"/>
                        <a:gd name="connsiteX5" fmla="*/ 1123 w 40485"/>
                        <a:gd name="connsiteY5" fmla="*/ 27058 h 28105"/>
                        <a:gd name="connsiteX6" fmla="*/ 20077 w 40485"/>
                        <a:gd name="connsiteY6" fmla="*/ 18200 h 28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485" h="28105">
                          <a:moveTo>
                            <a:pt x="20077" y="18200"/>
                          </a:moveTo>
                          <a:cubicBezTo>
                            <a:pt x="27602" y="18391"/>
                            <a:pt x="33508" y="22391"/>
                            <a:pt x="35889" y="28106"/>
                          </a:cubicBezTo>
                          <a:cubicBezTo>
                            <a:pt x="38080" y="25344"/>
                            <a:pt x="39699" y="22296"/>
                            <a:pt x="40270" y="18867"/>
                          </a:cubicBezTo>
                          <a:cubicBezTo>
                            <a:pt x="41890" y="8485"/>
                            <a:pt x="34174" y="293"/>
                            <a:pt x="23221" y="7"/>
                          </a:cubicBezTo>
                          <a:cubicBezTo>
                            <a:pt x="12267" y="-278"/>
                            <a:pt x="2170" y="7723"/>
                            <a:pt x="265" y="18010"/>
                          </a:cubicBezTo>
                          <a:cubicBezTo>
                            <a:pt x="-306" y="21248"/>
                            <a:pt x="75" y="24391"/>
                            <a:pt x="1123" y="27058"/>
                          </a:cubicBezTo>
                          <a:cubicBezTo>
                            <a:pt x="5695" y="21629"/>
                            <a:pt x="12648" y="18010"/>
                            <a:pt x="20077" y="1820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29" name="Forme libre : forme 728">
                      <a:extLst>
                        <a:ext uri="{FF2B5EF4-FFF2-40B4-BE49-F238E27FC236}">
                          <a16:creationId xmlns:a16="http://schemas.microsoft.com/office/drawing/2014/main" id="{81D4CD42-9E9F-4D45-A59C-AECB48B472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91287" y="4577569"/>
                      <a:ext cx="17066" cy="17545"/>
                    </a:xfrm>
                    <a:custGeom>
                      <a:avLst/>
                      <a:gdLst>
                        <a:gd name="connsiteX0" fmla="*/ 461 w 17066"/>
                        <a:gd name="connsiteY0" fmla="*/ 11970 h 17545"/>
                        <a:gd name="connsiteX1" fmla="*/ 5700 w 17066"/>
                        <a:gd name="connsiteY1" fmla="*/ 635 h 17545"/>
                        <a:gd name="connsiteX2" fmla="*/ 16558 w 17066"/>
                        <a:gd name="connsiteY2" fmla="*/ 5493 h 17545"/>
                        <a:gd name="connsiteX3" fmla="*/ 11320 w 17066"/>
                        <a:gd name="connsiteY3" fmla="*/ 16923 h 17545"/>
                        <a:gd name="connsiteX4" fmla="*/ 461 w 17066"/>
                        <a:gd name="connsiteY4" fmla="*/ 11970 h 17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66" h="17545">
                          <a:moveTo>
                            <a:pt x="461" y="11970"/>
                          </a:moveTo>
                          <a:cubicBezTo>
                            <a:pt x="-1063" y="7493"/>
                            <a:pt x="1319" y="2350"/>
                            <a:pt x="5700" y="635"/>
                          </a:cubicBezTo>
                          <a:cubicBezTo>
                            <a:pt x="10081" y="-1174"/>
                            <a:pt x="14939" y="1016"/>
                            <a:pt x="16558" y="5493"/>
                          </a:cubicBezTo>
                          <a:cubicBezTo>
                            <a:pt x="18178" y="9970"/>
                            <a:pt x="15796" y="15114"/>
                            <a:pt x="11320" y="16923"/>
                          </a:cubicBezTo>
                          <a:cubicBezTo>
                            <a:pt x="6748" y="18733"/>
                            <a:pt x="1985" y="16447"/>
                            <a:pt x="461" y="1197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30" name="Forme libre : forme 729">
                      <a:extLst>
                        <a:ext uri="{FF2B5EF4-FFF2-40B4-BE49-F238E27FC236}">
                          <a16:creationId xmlns:a16="http://schemas.microsoft.com/office/drawing/2014/main" id="{45DB6153-1790-445B-A9DE-38FB85061D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01518" y="4588392"/>
                      <a:ext cx="6654" cy="6195"/>
                    </a:xfrm>
                    <a:custGeom>
                      <a:avLst/>
                      <a:gdLst>
                        <a:gd name="connsiteX0" fmla="*/ 41 w 6654"/>
                        <a:gd name="connsiteY0" fmla="*/ 2958 h 6195"/>
                        <a:gd name="connsiteX1" fmla="*/ 3851 w 6654"/>
                        <a:gd name="connsiteY1" fmla="*/ 5 h 6195"/>
                        <a:gd name="connsiteX2" fmla="*/ 6613 w 6654"/>
                        <a:gd name="connsiteY2" fmla="*/ 3148 h 6195"/>
                        <a:gd name="connsiteX3" fmla="*/ 2708 w 6654"/>
                        <a:gd name="connsiteY3" fmla="*/ 6196 h 6195"/>
                        <a:gd name="connsiteX4" fmla="*/ 41 w 6654"/>
                        <a:gd name="connsiteY4" fmla="*/ 2958 h 6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54" h="6195">
                          <a:moveTo>
                            <a:pt x="41" y="2958"/>
                          </a:moveTo>
                          <a:cubicBezTo>
                            <a:pt x="327" y="1243"/>
                            <a:pt x="2041" y="-90"/>
                            <a:pt x="3851" y="5"/>
                          </a:cubicBezTo>
                          <a:cubicBezTo>
                            <a:pt x="5661" y="5"/>
                            <a:pt x="6899" y="1433"/>
                            <a:pt x="6613" y="3148"/>
                          </a:cubicBezTo>
                          <a:cubicBezTo>
                            <a:pt x="6327" y="4863"/>
                            <a:pt x="4613" y="6196"/>
                            <a:pt x="2708" y="6196"/>
                          </a:cubicBezTo>
                          <a:cubicBezTo>
                            <a:pt x="993" y="6101"/>
                            <a:pt x="-245" y="4672"/>
                            <a:pt x="41" y="29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731" name="Graphique 15">
                  <a:extLst>
                    <a:ext uri="{FF2B5EF4-FFF2-40B4-BE49-F238E27FC236}">
                      <a16:creationId xmlns:a16="http://schemas.microsoft.com/office/drawing/2014/main" id="{5B8478E8-C87E-4A8F-9BAC-4F72145E2E4C}"/>
                    </a:ext>
                  </a:extLst>
                </p:cNvPr>
                <p:cNvGrpSpPr/>
                <p:nvPr/>
              </p:nvGrpSpPr>
              <p:grpSpPr>
                <a:xfrm>
                  <a:off x="10944068" y="4468386"/>
                  <a:ext cx="46895" cy="114401"/>
                  <a:chOff x="10944068" y="4468386"/>
                  <a:chExt cx="46895" cy="114401"/>
                </a:xfrm>
                <a:solidFill>
                  <a:schemeClr val="accent1"/>
                </a:solidFill>
              </p:grpSpPr>
              <p:grpSp>
                <p:nvGrpSpPr>
                  <p:cNvPr id="732" name="Graphique 15">
                    <a:extLst>
                      <a:ext uri="{FF2B5EF4-FFF2-40B4-BE49-F238E27FC236}">
                        <a16:creationId xmlns:a16="http://schemas.microsoft.com/office/drawing/2014/main" id="{2941C9F0-F771-47DD-B597-7017664826BC}"/>
                      </a:ext>
                    </a:extLst>
                  </p:cNvPr>
                  <p:cNvGrpSpPr/>
                  <p:nvPr/>
                </p:nvGrpSpPr>
                <p:grpSpPr>
                  <a:xfrm>
                    <a:off x="10950865" y="4468386"/>
                    <a:ext cx="39847" cy="38772"/>
                    <a:chOff x="10950865" y="4468386"/>
                    <a:chExt cx="39847" cy="38772"/>
                  </a:xfrm>
                  <a:solidFill>
                    <a:schemeClr val="accent1"/>
                  </a:solidFill>
                </p:grpSpPr>
                <p:sp>
                  <p:nvSpPr>
                    <p:cNvPr id="733" name="Forme libre : forme 732">
                      <a:extLst>
                        <a:ext uri="{FF2B5EF4-FFF2-40B4-BE49-F238E27FC236}">
                          <a16:creationId xmlns:a16="http://schemas.microsoft.com/office/drawing/2014/main" id="{EEE7A9EA-3CCE-4F02-9A84-EE67A9943C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0865" y="4468386"/>
                      <a:ext cx="39847" cy="38772"/>
                    </a:xfrm>
                    <a:custGeom>
                      <a:avLst/>
                      <a:gdLst>
                        <a:gd name="connsiteX0" fmla="*/ 36812 w 39847"/>
                        <a:gd name="connsiteY0" fmla="*/ 26380 h 38772"/>
                        <a:gd name="connsiteX1" fmla="*/ 9190 w 39847"/>
                        <a:gd name="connsiteY1" fmla="*/ 37333 h 38772"/>
                        <a:gd name="connsiteX2" fmla="*/ 2998 w 39847"/>
                        <a:gd name="connsiteY2" fmla="*/ 11997 h 38772"/>
                        <a:gd name="connsiteX3" fmla="*/ 30145 w 39847"/>
                        <a:gd name="connsiteY3" fmla="*/ 1233 h 38772"/>
                        <a:gd name="connsiteX4" fmla="*/ 36812 w 39847"/>
                        <a:gd name="connsiteY4" fmla="*/ 26380 h 38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47" h="38772">
                          <a:moveTo>
                            <a:pt x="36812" y="26380"/>
                          </a:moveTo>
                          <a:cubicBezTo>
                            <a:pt x="30907" y="36476"/>
                            <a:pt x="18334" y="41429"/>
                            <a:pt x="9190" y="37333"/>
                          </a:cubicBezTo>
                          <a:cubicBezTo>
                            <a:pt x="-50" y="33238"/>
                            <a:pt x="-2717" y="21807"/>
                            <a:pt x="2998" y="11997"/>
                          </a:cubicBezTo>
                          <a:cubicBezTo>
                            <a:pt x="8618" y="2186"/>
                            <a:pt x="20810" y="-2386"/>
                            <a:pt x="30145" y="1233"/>
                          </a:cubicBezTo>
                          <a:cubicBezTo>
                            <a:pt x="39384" y="4853"/>
                            <a:pt x="42908" y="16378"/>
                            <a:pt x="36812" y="2638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34" name="Forme libre : forme 733">
                      <a:extLst>
                        <a:ext uri="{FF2B5EF4-FFF2-40B4-BE49-F238E27FC236}">
                          <a16:creationId xmlns:a16="http://schemas.microsoft.com/office/drawing/2014/main" id="{FB8CA095-4101-4EF2-A49B-19E5E9BDAC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0960" y="4472572"/>
                      <a:ext cx="39669" cy="34586"/>
                    </a:xfrm>
                    <a:custGeom>
                      <a:avLst/>
                      <a:gdLst>
                        <a:gd name="connsiteX0" fmla="*/ 19667 w 39669"/>
                        <a:gd name="connsiteY0" fmla="*/ 15526 h 34586"/>
                        <a:gd name="connsiteX1" fmla="*/ 10333 w 39669"/>
                        <a:gd name="connsiteY1" fmla="*/ 0 h 34586"/>
                        <a:gd name="connsiteX2" fmla="*/ 2998 w 39669"/>
                        <a:gd name="connsiteY2" fmla="*/ 7811 h 34586"/>
                        <a:gd name="connsiteX3" fmla="*/ 9190 w 39669"/>
                        <a:gd name="connsiteY3" fmla="*/ 33147 h 34586"/>
                        <a:gd name="connsiteX4" fmla="*/ 36812 w 39669"/>
                        <a:gd name="connsiteY4" fmla="*/ 22193 h 34586"/>
                        <a:gd name="connsiteX5" fmla="*/ 39669 w 39669"/>
                        <a:gd name="connsiteY5" fmla="*/ 12573 h 34586"/>
                        <a:gd name="connsiteX6" fmla="*/ 19667 w 39669"/>
                        <a:gd name="connsiteY6" fmla="*/ 15526 h 345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669" h="34586">
                          <a:moveTo>
                            <a:pt x="19667" y="15526"/>
                          </a:moveTo>
                          <a:cubicBezTo>
                            <a:pt x="13285" y="12859"/>
                            <a:pt x="10047" y="6668"/>
                            <a:pt x="10333" y="0"/>
                          </a:cubicBezTo>
                          <a:cubicBezTo>
                            <a:pt x="7380" y="2000"/>
                            <a:pt x="4808" y="4572"/>
                            <a:pt x="2998" y="7811"/>
                          </a:cubicBezTo>
                          <a:cubicBezTo>
                            <a:pt x="-2717" y="17621"/>
                            <a:pt x="-50" y="29051"/>
                            <a:pt x="9190" y="33147"/>
                          </a:cubicBezTo>
                          <a:cubicBezTo>
                            <a:pt x="18429" y="37243"/>
                            <a:pt x="30907" y="32290"/>
                            <a:pt x="36812" y="22193"/>
                          </a:cubicBezTo>
                          <a:cubicBezTo>
                            <a:pt x="38717" y="18955"/>
                            <a:pt x="39574" y="15716"/>
                            <a:pt x="39669" y="12573"/>
                          </a:cubicBezTo>
                          <a:cubicBezTo>
                            <a:pt x="33574" y="16764"/>
                            <a:pt x="25858" y="18193"/>
                            <a:pt x="19667" y="1552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35" name="Forme libre : forme 734">
                      <a:extLst>
                        <a:ext uri="{FF2B5EF4-FFF2-40B4-BE49-F238E27FC236}">
                          <a16:creationId xmlns:a16="http://schemas.microsoft.com/office/drawing/2014/main" id="{0FE85F00-C13A-4B0E-82ED-7D96AFA790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0676" y="4478082"/>
                      <a:ext cx="16665" cy="18614"/>
                    </a:xfrm>
                    <a:custGeom>
                      <a:avLst/>
                      <a:gdLst>
                        <a:gd name="connsiteX0" fmla="*/ 16620 w 16665"/>
                        <a:gd name="connsiteY0" fmla="*/ 8588 h 18614"/>
                        <a:gd name="connsiteX1" fmla="*/ 7381 w 16665"/>
                        <a:gd name="connsiteY1" fmla="*/ 18589 h 18614"/>
                        <a:gd name="connsiteX2" fmla="*/ 46 w 16665"/>
                        <a:gd name="connsiteY2" fmla="*/ 9922 h 18614"/>
                        <a:gd name="connsiteX3" fmla="*/ 9191 w 16665"/>
                        <a:gd name="connsiteY3" fmla="*/ 15 h 18614"/>
                        <a:gd name="connsiteX4" fmla="*/ 16620 w 16665"/>
                        <a:gd name="connsiteY4" fmla="*/ 8588 h 186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65" h="18614">
                          <a:moveTo>
                            <a:pt x="16620" y="8588"/>
                          </a:moveTo>
                          <a:cubicBezTo>
                            <a:pt x="16144" y="13731"/>
                            <a:pt x="11953" y="18208"/>
                            <a:pt x="7381" y="18589"/>
                          </a:cubicBezTo>
                          <a:cubicBezTo>
                            <a:pt x="2809" y="18970"/>
                            <a:pt x="-430" y="15065"/>
                            <a:pt x="46" y="9922"/>
                          </a:cubicBezTo>
                          <a:cubicBezTo>
                            <a:pt x="523" y="4778"/>
                            <a:pt x="4619" y="397"/>
                            <a:pt x="9191" y="15"/>
                          </a:cubicBezTo>
                          <a:cubicBezTo>
                            <a:pt x="13762" y="-270"/>
                            <a:pt x="17096" y="3444"/>
                            <a:pt x="16620" y="85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36" name="Forme libre : forme 735">
                      <a:extLst>
                        <a:ext uri="{FF2B5EF4-FFF2-40B4-BE49-F238E27FC236}">
                          <a16:creationId xmlns:a16="http://schemas.microsoft.com/office/drawing/2014/main" id="{B265291A-9650-4BE0-9DD0-81E7A408E4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3470" y="4477337"/>
                      <a:ext cx="6507" cy="6321"/>
                    </a:xfrm>
                    <a:custGeom>
                      <a:avLst/>
                      <a:gdLst>
                        <a:gd name="connsiteX0" fmla="*/ 6016 w 6507"/>
                        <a:gd name="connsiteY0" fmla="*/ 4284 h 6321"/>
                        <a:gd name="connsiteX1" fmla="*/ 1539 w 6507"/>
                        <a:gd name="connsiteY1" fmla="*/ 6094 h 6321"/>
                        <a:gd name="connsiteX2" fmla="*/ 491 w 6507"/>
                        <a:gd name="connsiteY2" fmla="*/ 1998 h 6321"/>
                        <a:gd name="connsiteX3" fmla="*/ 4968 w 6507"/>
                        <a:gd name="connsiteY3" fmla="*/ 189 h 6321"/>
                        <a:gd name="connsiteX4" fmla="*/ 6016 w 6507"/>
                        <a:gd name="connsiteY4" fmla="*/ 4284 h 6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07" h="6321">
                          <a:moveTo>
                            <a:pt x="6016" y="4284"/>
                          </a:moveTo>
                          <a:cubicBezTo>
                            <a:pt x="5063" y="5904"/>
                            <a:pt x="3063" y="6761"/>
                            <a:pt x="1539" y="6094"/>
                          </a:cubicBezTo>
                          <a:cubicBezTo>
                            <a:pt x="15" y="5427"/>
                            <a:pt x="-461" y="3618"/>
                            <a:pt x="491" y="1998"/>
                          </a:cubicBezTo>
                          <a:cubicBezTo>
                            <a:pt x="1444" y="379"/>
                            <a:pt x="3444" y="-383"/>
                            <a:pt x="4968" y="189"/>
                          </a:cubicBezTo>
                          <a:cubicBezTo>
                            <a:pt x="6492" y="760"/>
                            <a:pt x="6968" y="2665"/>
                            <a:pt x="6016" y="42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737" name="Graphique 15">
                    <a:extLst>
                      <a:ext uri="{FF2B5EF4-FFF2-40B4-BE49-F238E27FC236}">
                        <a16:creationId xmlns:a16="http://schemas.microsoft.com/office/drawing/2014/main" id="{46C84838-CA26-410F-A921-A84EBD9595B8}"/>
                      </a:ext>
                    </a:extLst>
                  </p:cNvPr>
                  <p:cNvGrpSpPr/>
                  <p:nvPr/>
                </p:nvGrpSpPr>
                <p:grpSpPr>
                  <a:xfrm>
                    <a:off x="10944068" y="4506954"/>
                    <a:ext cx="40615" cy="39108"/>
                    <a:chOff x="10944068" y="4506954"/>
                    <a:chExt cx="40615" cy="39108"/>
                  </a:xfrm>
                  <a:solidFill>
                    <a:schemeClr val="accent1"/>
                  </a:solidFill>
                </p:grpSpPr>
                <p:sp>
                  <p:nvSpPr>
                    <p:cNvPr id="738" name="Forme libre : forme 737">
                      <a:extLst>
                        <a:ext uri="{FF2B5EF4-FFF2-40B4-BE49-F238E27FC236}">
                          <a16:creationId xmlns:a16="http://schemas.microsoft.com/office/drawing/2014/main" id="{7646C376-4462-4277-A3A2-035542B654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44068" y="4506954"/>
                      <a:ext cx="40615" cy="39108"/>
                    </a:xfrm>
                    <a:custGeom>
                      <a:avLst/>
                      <a:gdLst>
                        <a:gd name="connsiteX0" fmla="*/ 37228 w 40615"/>
                        <a:gd name="connsiteY0" fmla="*/ 26959 h 39108"/>
                        <a:gd name="connsiteX1" fmla="*/ 8653 w 40615"/>
                        <a:gd name="connsiteY1" fmla="*/ 37532 h 39108"/>
                        <a:gd name="connsiteX2" fmla="*/ 3604 w 40615"/>
                        <a:gd name="connsiteY2" fmla="*/ 12005 h 39108"/>
                        <a:gd name="connsiteX3" fmla="*/ 31417 w 40615"/>
                        <a:gd name="connsiteY3" fmla="*/ 1432 h 39108"/>
                        <a:gd name="connsiteX4" fmla="*/ 37228 w 40615"/>
                        <a:gd name="connsiteY4" fmla="*/ 26959 h 39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615" h="39108">
                          <a:moveTo>
                            <a:pt x="37228" y="26959"/>
                          </a:moveTo>
                          <a:cubicBezTo>
                            <a:pt x="31131" y="37341"/>
                            <a:pt x="17797" y="41723"/>
                            <a:pt x="8653" y="37532"/>
                          </a:cubicBezTo>
                          <a:cubicBezTo>
                            <a:pt x="-587" y="33150"/>
                            <a:pt x="-2682" y="21625"/>
                            <a:pt x="3604" y="12005"/>
                          </a:cubicBezTo>
                          <a:cubicBezTo>
                            <a:pt x="9986" y="2385"/>
                            <a:pt x="21988" y="-2664"/>
                            <a:pt x="31417" y="1432"/>
                          </a:cubicBezTo>
                          <a:cubicBezTo>
                            <a:pt x="40752" y="5242"/>
                            <a:pt x="43514" y="16672"/>
                            <a:pt x="37228" y="2695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39" name="Forme libre : forme 738">
                      <a:extLst>
                        <a:ext uri="{FF2B5EF4-FFF2-40B4-BE49-F238E27FC236}">
                          <a16:creationId xmlns:a16="http://schemas.microsoft.com/office/drawing/2014/main" id="{59979EE0-9951-46A8-8C1D-64065D883D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44068" y="4511149"/>
                      <a:ext cx="40466" cy="34873"/>
                    </a:xfrm>
                    <a:custGeom>
                      <a:avLst/>
                      <a:gdLst>
                        <a:gd name="connsiteX0" fmla="*/ 20273 w 40466"/>
                        <a:gd name="connsiteY0" fmla="*/ 15907 h 34873"/>
                        <a:gd name="connsiteX1" fmla="*/ 11415 w 40466"/>
                        <a:gd name="connsiteY1" fmla="*/ 0 h 34873"/>
                        <a:gd name="connsiteX2" fmla="*/ 3604 w 40466"/>
                        <a:gd name="connsiteY2" fmla="*/ 7715 h 34873"/>
                        <a:gd name="connsiteX3" fmla="*/ 8653 w 40466"/>
                        <a:gd name="connsiteY3" fmla="*/ 33242 h 34873"/>
                        <a:gd name="connsiteX4" fmla="*/ 37228 w 40466"/>
                        <a:gd name="connsiteY4" fmla="*/ 22670 h 34873"/>
                        <a:gd name="connsiteX5" fmla="*/ 40466 w 40466"/>
                        <a:gd name="connsiteY5" fmla="*/ 12859 h 34873"/>
                        <a:gd name="connsiteX6" fmla="*/ 20273 w 40466"/>
                        <a:gd name="connsiteY6" fmla="*/ 15907 h 348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466" h="34873">
                          <a:moveTo>
                            <a:pt x="20273" y="15907"/>
                          </a:moveTo>
                          <a:cubicBezTo>
                            <a:pt x="13891" y="13049"/>
                            <a:pt x="10938" y="6858"/>
                            <a:pt x="11415" y="0"/>
                          </a:cubicBezTo>
                          <a:cubicBezTo>
                            <a:pt x="8462" y="2096"/>
                            <a:pt x="5605" y="4572"/>
                            <a:pt x="3604" y="7715"/>
                          </a:cubicBezTo>
                          <a:cubicBezTo>
                            <a:pt x="-2682" y="17431"/>
                            <a:pt x="-587" y="28861"/>
                            <a:pt x="8653" y="33242"/>
                          </a:cubicBezTo>
                          <a:cubicBezTo>
                            <a:pt x="17797" y="37529"/>
                            <a:pt x="31131" y="33147"/>
                            <a:pt x="37228" y="22670"/>
                          </a:cubicBezTo>
                          <a:cubicBezTo>
                            <a:pt x="39228" y="19431"/>
                            <a:pt x="40180" y="16002"/>
                            <a:pt x="40466" y="12859"/>
                          </a:cubicBezTo>
                          <a:cubicBezTo>
                            <a:pt x="34180" y="17145"/>
                            <a:pt x="26464" y="18669"/>
                            <a:pt x="20273" y="159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40" name="Forme libre : forme 739">
                      <a:extLst>
                        <a:ext uri="{FF2B5EF4-FFF2-40B4-BE49-F238E27FC236}">
                          <a16:creationId xmlns:a16="http://schemas.microsoft.com/office/drawing/2014/main" id="{A59921A6-BA09-4AA1-A904-D3573A4F65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64322" y="4516838"/>
                      <a:ext cx="16869" cy="18994"/>
                    </a:xfrm>
                    <a:custGeom>
                      <a:avLst/>
                      <a:gdLst>
                        <a:gd name="connsiteX0" fmla="*/ 16783 w 16869"/>
                        <a:gd name="connsiteY0" fmla="*/ 8789 h 18994"/>
                        <a:gd name="connsiteX1" fmla="*/ 7162 w 16869"/>
                        <a:gd name="connsiteY1" fmla="*/ 18980 h 18994"/>
                        <a:gd name="connsiteX2" fmla="*/ 114 w 16869"/>
                        <a:gd name="connsiteY2" fmla="*/ 10122 h 18994"/>
                        <a:gd name="connsiteX3" fmla="*/ 9639 w 16869"/>
                        <a:gd name="connsiteY3" fmla="*/ 26 h 18994"/>
                        <a:gd name="connsiteX4" fmla="*/ 16783 w 16869"/>
                        <a:gd name="connsiteY4" fmla="*/ 8789 h 18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69" h="18994">
                          <a:moveTo>
                            <a:pt x="16783" y="8789"/>
                          </a:moveTo>
                          <a:cubicBezTo>
                            <a:pt x="16116" y="14027"/>
                            <a:pt x="11734" y="18599"/>
                            <a:pt x="7162" y="18980"/>
                          </a:cubicBezTo>
                          <a:cubicBezTo>
                            <a:pt x="2495" y="19266"/>
                            <a:pt x="-648" y="15265"/>
                            <a:pt x="114" y="10122"/>
                          </a:cubicBezTo>
                          <a:cubicBezTo>
                            <a:pt x="781" y="4883"/>
                            <a:pt x="5067" y="406"/>
                            <a:pt x="9639" y="26"/>
                          </a:cubicBezTo>
                          <a:cubicBezTo>
                            <a:pt x="14211" y="-355"/>
                            <a:pt x="17449" y="3550"/>
                            <a:pt x="16783" y="878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41" name="Forme libre : forme 740">
                      <a:extLst>
                        <a:ext uri="{FF2B5EF4-FFF2-40B4-BE49-F238E27FC236}">
                          <a16:creationId xmlns:a16="http://schemas.microsoft.com/office/drawing/2014/main" id="{50C47B97-D435-47C6-BC97-2675D5B920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67441" y="4515970"/>
                      <a:ext cx="6563" cy="6455"/>
                    </a:xfrm>
                    <a:custGeom>
                      <a:avLst/>
                      <a:gdLst>
                        <a:gd name="connsiteX0" fmla="*/ 6044 w 6563"/>
                        <a:gd name="connsiteY0" fmla="*/ 4419 h 6455"/>
                        <a:gd name="connsiteX1" fmla="*/ 1472 w 6563"/>
                        <a:gd name="connsiteY1" fmla="*/ 6228 h 6455"/>
                        <a:gd name="connsiteX2" fmla="*/ 519 w 6563"/>
                        <a:gd name="connsiteY2" fmla="*/ 2037 h 6455"/>
                        <a:gd name="connsiteX3" fmla="*/ 5091 w 6563"/>
                        <a:gd name="connsiteY3" fmla="*/ 228 h 6455"/>
                        <a:gd name="connsiteX4" fmla="*/ 6044 w 6563"/>
                        <a:gd name="connsiteY4" fmla="*/ 4419 h 6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63" h="6455">
                          <a:moveTo>
                            <a:pt x="6044" y="4419"/>
                          </a:moveTo>
                          <a:cubicBezTo>
                            <a:pt x="4996" y="6038"/>
                            <a:pt x="2996" y="6895"/>
                            <a:pt x="1472" y="6228"/>
                          </a:cubicBezTo>
                          <a:cubicBezTo>
                            <a:pt x="-52" y="5562"/>
                            <a:pt x="-433" y="3656"/>
                            <a:pt x="519" y="2037"/>
                          </a:cubicBezTo>
                          <a:cubicBezTo>
                            <a:pt x="1472" y="418"/>
                            <a:pt x="3567" y="-439"/>
                            <a:pt x="5091" y="228"/>
                          </a:cubicBezTo>
                          <a:cubicBezTo>
                            <a:pt x="6615" y="894"/>
                            <a:pt x="6996" y="2799"/>
                            <a:pt x="6044" y="44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742" name="Graphique 15">
                    <a:extLst>
                      <a:ext uri="{FF2B5EF4-FFF2-40B4-BE49-F238E27FC236}">
                        <a16:creationId xmlns:a16="http://schemas.microsoft.com/office/drawing/2014/main" id="{CFF92173-B3CF-49B3-928F-C76D9EFB61AF}"/>
                      </a:ext>
                    </a:extLst>
                  </p:cNvPr>
                  <p:cNvGrpSpPr/>
                  <p:nvPr/>
                </p:nvGrpSpPr>
                <p:grpSpPr>
                  <a:xfrm>
                    <a:off x="10949034" y="4543313"/>
                    <a:ext cx="41929" cy="39474"/>
                    <a:chOff x="10949034" y="4543313"/>
                    <a:chExt cx="41929" cy="39474"/>
                  </a:xfrm>
                  <a:solidFill>
                    <a:schemeClr val="accent1"/>
                  </a:solidFill>
                </p:grpSpPr>
                <p:sp>
                  <p:nvSpPr>
                    <p:cNvPr id="743" name="Forme libre : forme 742">
                      <a:extLst>
                        <a:ext uri="{FF2B5EF4-FFF2-40B4-BE49-F238E27FC236}">
                          <a16:creationId xmlns:a16="http://schemas.microsoft.com/office/drawing/2014/main" id="{69846EBA-081F-4265-9176-3FD774FA0E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49197" y="4543313"/>
                      <a:ext cx="41766" cy="39474"/>
                    </a:xfrm>
                    <a:custGeom>
                      <a:avLst/>
                      <a:gdLst>
                        <a:gd name="connsiteX0" fmla="*/ 37813 w 41766"/>
                        <a:gd name="connsiteY0" fmla="*/ 27271 h 39474"/>
                        <a:gd name="connsiteX1" fmla="*/ 8381 w 41766"/>
                        <a:gd name="connsiteY1" fmla="*/ 37844 h 39474"/>
                        <a:gd name="connsiteX2" fmla="*/ 3999 w 41766"/>
                        <a:gd name="connsiteY2" fmla="*/ 11841 h 39474"/>
                        <a:gd name="connsiteX3" fmla="*/ 32860 w 41766"/>
                        <a:gd name="connsiteY3" fmla="*/ 1459 h 39474"/>
                        <a:gd name="connsiteX4" fmla="*/ 37813 w 41766"/>
                        <a:gd name="connsiteY4" fmla="*/ 27271 h 394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766" h="39474">
                          <a:moveTo>
                            <a:pt x="37813" y="27271"/>
                          </a:moveTo>
                          <a:cubicBezTo>
                            <a:pt x="30955" y="37463"/>
                            <a:pt x="17620" y="42226"/>
                            <a:pt x="8381" y="37844"/>
                          </a:cubicBezTo>
                          <a:cubicBezTo>
                            <a:pt x="-859" y="33463"/>
                            <a:pt x="-2668" y="21747"/>
                            <a:pt x="3999" y="11841"/>
                          </a:cubicBezTo>
                          <a:cubicBezTo>
                            <a:pt x="10667" y="1935"/>
                            <a:pt x="23526" y="-2542"/>
                            <a:pt x="32860" y="1459"/>
                          </a:cubicBezTo>
                          <a:cubicBezTo>
                            <a:pt x="42195" y="5459"/>
                            <a:pt x="44766" y="17175"/>
                            <a:pt x="37813" y="272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44" name="Forme libre : forme 743">
                      <a:extLst>
                        <a:ext uri="{FF2B5EF4-FFF2-40B4-BE49-F238E27FC236}">
                          <a16:creationId xmlns:a16="http://schemas.microsoft.com/office/drawing/2014/main" id="{FA949E18-BF4E-44D3-996C-0EE5A1064C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49034" y="4547344"/>
                      <a:ext cx="41500" cy="35430"/>
                    </a:xfrm>
                    <a:custGeom>
                      <a:avLst/>
                      <a:gdLst>
                        <a:gd name="connsiteX0" fmla="*/ 20735 w 41500"/>
                        <a:gd name="connsiteY0" fmla="*/ 16097 h 35430"/>
                        <a:gd name="connsiteX1" fmla="*/ 12258 w 41500"/>
                        <a:gd name="connsiteY1" fmla="*/ 0 h 35430"/>
                        <a:gd name="connsiteX2" fmla="*/ 3972 w 41500"/>
                        <a:gd name="connsiteY2" fmla="*/ 7811 h 35430"/>
                        <a:gd name="connsiteX3" fmla="*/ 8353 w 41500"/>
                        <a:gd name="connsiteY3" fmla="*/ 33814 h 35430"/>
                        <a:gd name="connsiteX4" fmla="*/ 37785 w 41500"/>
                        <a:gd name="connsiteY4" fmla="*/ 23241 h 35430"/>
                        <a:gd name="connsiteX5" fmla="*/ 41500 w 41500"/>
                        <a:gd name="connsiteY5" fmla="*/ 13430 h 35430"/>
                        <a:gd name="connsiteX6" fmla="*/ 20735 w 41500"/>
                        <a:gd name="connsiteY6" fmla="*/ 16097 h 35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500" h="35430">
                          <a:moveTo>
                            <a:pt x="20735" y="16097"/>
                          </a:moveTo>
                          <a:cubicBezTo>
                            <a:pt x="14354" y="13240"/>
                            <a:pt x="11496" y="6858"/>
                            <a:pt x="12258" y="0"/>
                          </a:cubicBezTo>
                          <a:cubicBezTo>
                            <a:pt x="9115" y="2000"/>
                            <a:pt x="6162" y="4572"/>
                            <a:pt x="3972" y="7811"/>
                          </a:cubicBezTo>
                          <a:cubicBezTo>
                            <a:pt x="-2696" y="17717"/>
                            <a:pt x="-791" y="29432"/>
                            <a:pt x="8353" y="33814"/>
                          </a:cubicBezTo>
                          <a:cubicBezTo>
                            <a:pt x="17592" y="38195"/>
                            <a:pt x="30927" y="33338"/>
                            <a:pt x="37785" y="23241"/>
                          </a:cubicBezTo>
                          <a:cubicBezTo>
                            <a:pt x="39976" y="20003"/>
                            <a:pt x="41119" y="16669"/>
                            <a:pt x="41500" y="13430"/>
                          </a:cubicBezTo>
                          <a:cubicBezTo>
                            <a:pt x="35023" y="17717"/>
                            <a:pt x="27022" y="18955"/>
                            <a:pt x="20735" y="16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45" name="Forme libre : forme 744">
                      <a:extLst>
                        <a:ext uri="{FF2B5EF4-FFF2-40B4-BE49-F238E27FC236}">
                          <a16:creationId xmlns:a16="http://schemas.microsoft.com/office/drawing/2014/main" id="{2FF4D434-0625-46E2-98E0-16DC46C1C2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69786" y="4553510"/>
                      <a:ext cx="17581" cy="18898"/>
                    </a:xfrm>
                    <a:custGeom>
                      <a:avLst/>
                      <a:gdLst>
                        <a:gd name="connsiteX0" fmla="*/ 17414 w 17581"/>
                        <a:gd name="connsiteY0" fmla="*/ 8884 h 18898"/>
                        <a:gd name="connsiteX1" fmla="*/ 7032 w 17581"/>
                        <a:gd name="connsiteY1" fmla="*/ 18885 h 18898"/>
                        <a:gd name="connsiteX2" fmla="*/ 174 w 17581"/>
                        <a:gd name="connsiteY2" fmla="*/ 9931 h 18898"/>
                        <a:gd name="connsiteX3" fmla="*/ 10461 w 17581"/>
                        <a:gd name="connsiteY3" fmla="*/ 25 h 18898"/>
                        <a:gd name="connsiteX4" fmla="*/ 17414 w 17581"/>
                        <a:gd name="connsiteY4" fmla="*/ 8884 h 18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81" h="18898">
                          <a:moveTo>
                            <a:pt x="17414" y="8884"/>
                          </a:moveTo>
                          <a:cubicBezTo>
                            <a:pt x="16462" y="14122"/>
                            <a:pt x="11795" y="18599"/>
                            <a:pt x="7032" y="18885"/>
                          </a:cubicBezTo>
                          <a:cubicBezTo>
                            <a:pt x="2270" y="19170"/>
                            <a:pt x="-778" y="15075"/>
                            <a:pt x="174" y="9931"/>
                          </a:cubicBezTo>
                          <a:cubicBezTo>
                            <a:pt x="1127" y="4693"/>
                            <a:pt x="5699" y="311"/>
                            <a:pt x="10461" y="25"/>
                          </a:cubicBezTo>
                          <a:cubicBezTo>
                            <a:pt x="15128" y="-356"/>
                            <a:pt x="18367" y="3645"/>
                            <a:pt x="17414" y="888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46" name="Forme libre : forme 745">
                      <a:extLst>
                        <a:ext uri="{FF2B5EF4-FFF2-40B4-BE49-F238E27FC236}">
                          <a16:creationId xmlns:a16="http://schemas.microsoft.com/office/drawing/2014/main" id="{C961F214-CF2A-4B86-B256-B56D9D8553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3296" y="4552532"/>
                      <a:ext cx="6853" cy="6428"/>
                    </a:xfrm>
                    <a:custGeom>
                      <a:avLst/>
                      <a:gdLst>
                        <a:gd name="connsiteX0" fmla="*/ 6189 w 6853"/>
                        <a:gd name="connsiteY0" fmla="*/ 4432 h 6428"/>
                        <a:gd name="connsiteX1" fmla="*/ 1427 w 6853"/>
                        <a:gd name="connsiteY1" fmla="*/ 6147 h 6428"/>
                        <a:gd name="connsiteX2" fmla="*/ 665 w 6853"/>
                        <a:gd name="connsiteY2" fmla="*/ 1956 h 6428"/>
                        <a:gd name="connsiteX3" fmla="*/ 5427 w 6853"/>
                        <a:gd name="connsiteY3" fmla="*/ 241 h 6428"/>
                        <a:gd name="connsiteX4" fmla="*/ 6189 w 6853"/>
                        <a:gd name="connsiteY4" fmla="*/ 4432 h 64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53" h="6428">
                          <a:moveTo>
                            <a:pt x="6189" y="4432"/>
                          </a:moveTo>
                          <a:cubicBezTo>
                            <a:pt x="5046" y="6051"/>
                            <a:pt x="2951" y="6909"/>
                            <a:pt x="1427" y="6147"/>
                          </a:cubicBezTo>
                          <a:cubicBezTo>
                            <a:pt x="-97" y="5480"/>
                            <a:pt x="-478" y="3575"/>
                            <a:pt x="665" y="1956"/>
                          </a:cubicBezTo>
                          <a:cubicBezTo>
                            <a:pt x="1808" y="337"/>
                            <a:pt x="3903" y="-426"/>
                            <a:pt x="5427" y="241"/>
                          </a:cubicBezTo>
                          <a:cubicBezTo>
                            <a:pt x="6951" y="908"/>
                            <a:pt x="7332" y="2813"/>
                            <a:pt x="6189" y="44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747" name="Graphique 15">
                <a:extLst>
                  <a:ext uri="{FF2B5EF4-FFF2-40B4-BE49-F238E27FC236}">
                    <a16:creationId xmlns:a16="http://schemas.microsoft.com/office/drawing/2014/main" id="{231A673A-49E6-4023-B228-4BCFB397AD9B}"/>
                  </a:ext>
                </a:extLst>
              </p:cNvPr>
              <p:cNvGrpSpPr/>
              <p:nvPr/>
            </p:nvGrpSpPr>
            <p:grpSpPr>
              <a:xfrm>
                <a:off x="10330071" y="4280088"/>
                <a:ext cx="397287" cy="516715"/>
                <a:chOff x="10330071" y="4280088"/>
                <a:chExt cx="397287" cy="516715"/>
              </a:xfrm>
              <a:solidFill>
                <a:schemeClr val="accent1"/>
              </a:solidFill>
            </p:grpSpPr>
            <p:sp>
              <p:nvSpPr>
                <p:cNvPr id="748" name="Forme libre : forme 747">
                  <a:extLst>
                    <a:ext uri="{FF2B5EF4-FFF2-40B4-BE49-F238E27FC236}">
                      <a16:creationId xmlns:a16="http://schemas.microsoft.com/office/drawing/2014/main" id="{BE59C235-B7CF-4431-AE5D-D5921D5814C5}"/>
                    </a:ext>
                  </a:extLst>
                </p:cNvPr>
                <p:cNvSpPr/>
                <p:nvPr/>
              </p:nvSpPr>
              <p:spPr>
                <a:xfrm>
                  <a:off x="10330071" y="4295675"/>
                  <a:ext cx="397287" cy="501127"/>
                </a:xfrm>
                <a:custGeom>
                  <a:avLst/>
                  <a:gdLst>
                    <a:gd name="connsiteX0" fmla="*/ 375285 w 397287"/>
                    <a:gd name="connsiteY0" fmla="*/ 369112 h 501127"/>
                    <a:gd name="connsiteX1" fmla="*/ 238411 w 397287"/>
                    <a:gd name="connsiteY1" fmla="*/ 383971 h 501127"/>
                    <a:gd name="connsiteX2" fmla="*/ 264795 w 397287"/>
                    <a:gd name="connsiteY2" fmla="*/ 332535 h 501127"/>
                    <a:gd name="connsiteX3" fmla="*/ 276796 w 397287"/>
                    <a:gd name="connsiteY3" fmla="*/ 277767 h 501127"/>
                    <a:gd name="connsiteX4" fmla="*/ 260509 w 397287"/>
                    <a:gd name="connsiteY4" fmla="*/ 166705 h 501127"/>
                    <a:gd name="connsiteX5" fmla="*/ 179165 w 397287"/>
                    <a:gd name="connsiteY5" fmla="*/ 34974 h 501127"/>
                    <a:gd name="connsiteX6" fmla="*/ 139636 w 397287"/>
                    <a:gd name="connsiteY6" fmla="*/ 6304 h 501127"/>
                    <a:gd name="connsiteX7" fmla="*/ 104680 w 397287"/>
                    <a:gd name="connsiteY7" fmla="*/ 780 h 501127"/>
                    <a:gd name="connsiteX8" fmla="*/ 73057 w 397287"/>
                    <a:gd name="connsiteY8" fmla="*/ 20401 h 501127"/>
                    <a:gd name="connsiteX9" fmla="*/ 59912 w 397287"/>
                    <a:gd name="connsiteY9" fmla="*/ 39832 h 501127"/>
                    <a:gd name="connsiteX10" fmla="*/ 48482 w 397287"/>
                    <a:gd name="connsiteY10" fmla="*/ 64692 h 501127"/>
                    <a:gd name="connsiteX11" fmla="*/ 32575 w 397287"/>
                    <a:gd name="connsiteY11" fmla="*/ 130129 h 501127"/>
                    <a:gd name="connsiteX12" fmla="*/ 28480 w 397287"/>
                    <a:gd name="connsiteY12" fmla="*/ 212711 h 501127"/>
                    <a:gd name="connsiteX13" fmla="*/ 55912 w 397287"/>
                    <a:gd name="connsiteY13" fmla="*/ 321772 h 501127"/>
                    <a:gd name="connsiteX14" fmla="*/ 87821 w 397287"/>
                    <a:gd name="connsiteY14" fmla="*/ 367778 h 501127"/>
                    <a:gd name="connsiteX15" fmla="*/ 131731 w 397287"/>
                    <a:gd name="connsiteY15" fmla="*/ 405116 h 501127"/>
                    <a:gd name="connsiteX16" fmla="*/ 0 w 397287"/>
                    <a:gd name="connsiteY16" fmla="*/ 443978 h 501127"/>
                    <a:gd name="connsiteX17" fmla="*/ 0 w 397287"/>
                    <a:gd name="connsiteY17" fmla="*/ 501128 h 501127"/>
                    <a:gd name="connsiteX18" fmla="*/ 192881 w 397287"/>
                    <a:gd name="connsiteY18" fmla="*/ 433977 h 501127"/>
                    <a:gd name="connsiteX19" fmla="*/ 397288 w 397287"/>
                    <a:gd name="connsiteY19" fmla="*/ 422166 h 501127"/>
                    <a:gd name="connsiteX20" fmla="*/ 375285 w 397287"/>
                    <a:gd name="connsiteY20" fmla="*/ 369112 h 501127"/>
                    <a:gd name="connsiteX21" fmla="*/ 81153 w 397287"/>
                    <a:gd name="connsiteY21" fmla="*/ 208806 h 501127"/>
                    <a:gd name="connsiteX22" fmla="*/ 88487 w 397287"/>
                    <a:gd name="connsiteY22" fmla="*/ 90696 h 501127"/>
                    <a:gd name="connsiteX23" fmla="*/ 115443 w 397287"/>
                    <a:gd name="connsiteY23" fmla="*/ 56787 h 501127"/>
                    <a:gd name="connsiteX24" fmla="*/ 159829 w 397287"/>
                    <a:gd name="connsiteY24" fmla="*/ 82885 h 501127"/>
                    <a:gd name="connsiteX25" fmla="*/ 210217 w 397287"/>
                    <a:gd name="connsiteY25" fmla="*/ 183088 h 501127"/>
                    <a:gd name="connsiteX26" fmla="*/ 216789 w 397287"/>
                    <a:gd name="connsiteY26" fmla="*/ 276814 h 501127"/>
                    <a:gd name="connsiteX27" fmla="*/ 203359 w 397287"/>
                    <a:gd name="connsiteY27" fmla="*/ 321296 h 501127"/>
                    <a:gd name="connsiteX28" fmla="*/ 178594 w 397287"/>
                    <a:gd name="connsiteY28" fmla="*/ 362158 h 501127"/>
                    <a:gd name="connsiteX29" fmla="*/ 110776 w 397287"/>
                    <a:gd name="connsiteY29" fmla="*/ 297769 h 501127"/>
                    <a:gd name="connsiteX30" fmla="*/ 81153 w 397287"/>
                    <a:gd name="connsiteY30" fmla="*/ 208806 h 50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97287" h="501127">
                      <a:moveTo>
                        <a:pt x="375285" y="369112"/>
                      </a:moveTo>
                      <a:cubicBezTo>
                        <a:pt x="329470" y="388352"/>
                        <a:pt x="280892" y="391876"/>
                        <a:pt x="238411" y="383971"/>
                      </a:cubicBezTo>
                      <a:cubicBezTo>
                        <a:pt x="249459" y="367397"/>
                        <a:pt x="258318" y="350157"/>
                        <a:pt x="264795" y="332535"/>
                      </a:cubicBezTo>
                      <a:cubicBezTo>
                        <a:pt x="271272" y="314914"/>
                        <a:pt x="275082" y="296150"/>
                        <a:pt x="276796" y="277767"/>
                      </a:cubicBezTo>
                      <a:cubicBezTo>
                        <a:pt x="280130" y="240810"/>
                        <a:pt x="274130" y="203376"/>
                        <a:pt x="260509" y="166705"/>
                      </a:cubicBezTo>
                      <a:cubicBezTo>
                        <a:pt x="237268" y="104793"/>
                        <a:pt x="206311" y="61454"/>
                        <a:pt x="179165" y="34974"/>
                      </a:cubicBezTo>
                      <a:cubicBezTo>
                        <a:pt x="165259" y="21258"/>
                        <a:pt x="152019" y="11638"/>
                        <a:pt x="139636" y="6304"/>
                      </a:cubicBezTo>
                      <a:cubicBezTo>
                        <a:pt x="127063" y="113"/>
                        <a:pt x="115538" y="-1030"/>
                        <a:pt x="104680" y="780"/>
                      </a:cubicBezTo>
                      <a:cubicBezTo>
                        <a:pt x="92773" y="2875"/>
                        <a:pt x="82486" y="10019"/>
                        <a:pt x="73057" y="20401"/>
                      </a:cubicBezTo>
                      <a:cubicBezTo>
                        <a:pt x="68389" y="25735"/>
                        <a:pt x="64008" y="32212"/>
                        <a:pt x="59912" y="39832"/>
                      </a:cubicBezTo>
                      <a:cubicBezTo>
                        <a:pt x="55816" y="47071"/>
                        <a:pt x="52006" y="55358"/>
                        <a:pt x="48482" y="64692"/>
                      </a:cubicBezTo>
                      <a:cubicBezTo>
                        <a:pt x="41529" y="83076"/>
                        <a:pt x="36195" y="105364"/>
                        <a:pt x="32575" y="130129"/>
                      </a:cubicBezTo>
                      <a:cubicBezTo>
                        <a:pt x="29051" y="154894"/>
                        <a:pt x="27337" y="182612"/>
                        <a:pt x="28480" y="212711"/>
                      </a:cubicBezTo>
                      <a:cubicBezTo>
                        <a:pt x="29908" y="251573"/>
                        <a:pt x="38671" y="289197"/>
                        <a:pt x="55912" y="321772"/>
                      </a:cubicBezTo>
                      <a:cubicBezTo>
                        <a:pt x="64484" y="338155"/>
                        <a:pt x="75152" y="353586"/>
                        <a:pt x="87821" y="367778"/>
                      </a:cubicBezTo>
                      <a:cubicBezTo>
                        <a:pt x="100489" y="381970"/>
                        <a:pt x="115157" y="394067"/>
                        <a:pt x="131731" y="405116"/>
                      </a:cubicBezTo>
                      <a:cubicBezTo>
                        <a:pt x="95631" y="429500"/>
                        <a:pt x="49434" y="443407"/>
                        <a:pt x="0" y="443978"/>
                      </a:cubicBezTo>
                      <a:lnTo>
                        <a:pt x="0" y="501128"/>
                      </a:lnTo>
                      <a:cubicBezTo>
                        <a:pt x="75152" y="501128"/>
                        <a:pt x="144399" y="474934"/>
                        <a:pt x="192881" y="433977"/>
                      </a:cubicBezTo>
                      <a:cubicBezTo>
                        <a:pt x="253270" y="453027"/>
                        <a:pt x="327469" y="451122"/>
                        <a:pt x="397288" y="422166"/>
                      </a:cubicBezTo>
                      <a:lnTo>
                        <a:pt x="375285" y="369112"/>
                      </a:lnTo>
                      <a:close/>
                      <a:moveTo>
                        <a:pt x="81153" y="208806"/>
                      </a:moveTo>
                      <a:cubicBezTo>
                        <a:pt x="74771" y="146703"/>
                        <a:pt x="82201" y="110222"/>
                        <a:pt x="88487" y="90696"/>
                      </a:cubicBezTo>
                      <a:cubicBezTo>
                        <a:pt x="95155" y="71265"/>
                        <a:pt x="104108" y="58597"/>
                        <a:pt x="115443" y="56787"/>
                      </a:cubicBezTo>
                      <a:cubicBezTo>
                        <a:pt x="126873" y="54882"/>
                        <a:pt x="142494" y="62216"/>
                        <a:pt x="159829" y="82885"/>
                      </a:cubicBezTo>
                      <a:cubicBezTo>
                        <a:pt x="176879" y="102697"/>
                        <a:pt x="196024" y="135082"/>
                        <a:pt x="210217" y="183088"/>
                      </a:cubicBezTo>
                      <a:cubicBezTo>
                        <a:pt x="219361" y="214425"/>
                        <a:pt x="221932" y="246144"/>
                        <a:pt x="216789" y="276814"/>
                      </a:cubicBezTo>
                      <a:cubicBezTo>
                        <a:pt x="214313" y="292340"/>
                        <a:pt x="209740" y="306913"/>
                        <a:pt x="203359" y="321296"/>
                      </a:cubicBezTo>
                      <a:cubicBezTo>
                        <a:pt x="196977" y="335488"/>
                        <a:pt x="188690" y="349585"/>
                        <a:pt x="178594" y="362158"/>
                      </a:cubicBezTo>
                      <a:cubicBezTo>
                        <a:pt x="150114" y="346061"/>
                        <a:pt x="127159" y="324439"/>
                        <a:pt x="110776" y="297769"/>
                      </a:cubicBezTo>
                      <a:cubicBezTo>
                        <a:pt x="94392" y="271480"/>
                        <a:pt x="84677" y="241286"/>
                        <a:pt x="81153" y="208806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749" name="Forme libre : forme 748">
                  <a:extLst>
                    <a:ext uri="{FF2B5EF4-FFF2-40B4-BE49-F238E27FC236}">
                      <a16:creationId xmlns:a16="http://schemas.microsoft.com/office/drawing/2014/main" id="{4EDA7353-BE25-429B-B963-D7B955374D46}"/>
                    </a:ext>
                  </a:extLst>
                </p:cNvPr>
                <p:cNvSpPr/>
                <p:nvPr/>
              </p:nvSpPr>
              <p:spPr>
                <a:xfrm>
                  <a:off x="10358199" y="4295771"/>
                  <a:ext cx="233142" cy="233951"/>
                </a:xfrm>
                <a:custGeom>
                  <a:avLst/>
                  <a:gdLst>
                    <a:gd name="connsiteX0" fmla="*/ 23116 w 233142"/>
                    <a:gd name="connsiteY0" fmla="*/ 92029 h 233951"/>
                    <a:gd name="connsiteX1" fmla="*/ 35118 w 233142"/>
                    <a:gd name="connsiteY1" fmla="*/ 67074 h 233951"/>
                    <a:gd name="connsiteX2" fmla="*/ 48929 w 233142"/>
                    <a:gd name="connsiteY2" fmla="*/ 47643 h 233951"/>
                    <a:gd name="connsiteX3" fmla="*/ 82267 w 233142"/>
                    <a:gd name="connsiteY3" fmla="*/ 27735 h 233951"/>
                    <a:gd name="connsiteX4" fmla="*/ 116366 w 233142"/>
                    <a:gd name="connsiteY4" fmla="*/ 31831 h 233951"/>
                    <a:gd name="connsiteX5" fmla="*/ 154276 w 233142"/>
                    <a:gd name="connsiteY5" fmla="*/ 56120 h 233951"/>
                    <a:gd name="connsiteX6" fmla="*/ 233143 w 233142"/>
                    <a:gd name="connsiteY6" fmla="*/ 168991 h 233951"/>
                    <a:gd name="connsiteX7" fmla="*/ 232381 w 233142"/>
                    <a:gd name="connsiteY7" fmla="*/ 166705 h 233951"/>
                    <a:gd name="connsiteX8" fmla="*/ 151037 w 233142"/>
                    <a:gd name="connsiteY8" fmla="*/ 34974 h 233951"/>
                    <a:gd name="connsiteX9" fmla="*/ 111508 w 233142"/>
                    <a:gd name="connsiteY9" fmla="*/ 6304 h 233951"/>
                    <a:gd name="connsiteX10" fmla="*/ 76552 w 233142"/>
                    <a:gd name="connsiteY10" fmla="*/ 780 h 233951"/>
                    <a:gd name="connsiteX11" fmla="*/ 44929 w 233142"/>
                    <a:gd name="connsiteY11" fmla="*/ 20401 h 233951"/>
                    <a:gd name="connsiteX12" fmla="*/ 31784 w 233142"/>
                    <a:gd name="connsiteY12" fmla="*/ 39832 h 233951"/>
                    <a:gd name="connsiteX13" fmla="*/ 20354 w 233142"/>
                    <a:gd name="connsiteY13" fmla="*/ 64692 h 233951"/>
                    <a:gd name="connsiteX14" fmla="*/ 4447 w 233142"/>
                    <a:gd name="connsiteY14" fmla="*/ 130129 h 233951"/>
                    <a:gd name="connsiteX15" fmla="*/ 352 w 233142"/>
                    <a:gd name="connsiteY15" fmla="*/ 212711 h 233951"/>
                    <a:gd name="connsiteX16" fmla="*/ 1971 w 233142"/>
                    <a:gd name="connsiteY16" fmla="*/ 233952 h 233951"/>
                    <a:gd name="connsiteX17" fmla="*/ 6924 w 233142"/>
                    <a:gd name="connsiteY17" fmla="*/ 155180 h 233951"/>
                    <a:gd name="connsiteX18" fmla="*/ 23116 w 233142"/>
                    <a:gd name="connsiteY18" fmla="*/ 92029 h 233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33142" h="233951">
                      <a:moveTo>
                        <a:pt x="23116" y="92029"/>
                      </a:moveTo>
                      <a:cubicBezTo>
                        <a:pt x="26831" y="82695"/>
                        <a:pt x="30832" y="74503"/>
                        <a:pt x="35118" y="67074"/>
                      </a:cubicBezTo>
                      <a:cubicBezTo>
                        <a:pt x="39404" y="59549"/>
                        <a:pt x="44071" y="52977"/>
                        <a:pt x="48929" y="47643"/>
                      </a:cubicBezTo>
                      <a:cubicBezTo>
                        <a:pt x="58835" y="37165"/>
                        <a:pt x="69694" y="29926"/>
                        <a:pt x="82267" y="27735"/>
                      </a:cubicBezTo>
                      <a:cubicBezTo>
                        <a:pt x="92935" y="25926"/>
                        <a:pt x="104174" y="26592"/>
                        <a:pt x="116366" y="31831"/>
                      </a:cubicBezTo>
                      <a:cubicBezTo>
                        <a:pt x="128368" y="36403"/>
                        <a:pt x="141036" y="44309"/>
                        <a:pt x="154276" y="56120"/>
                      </a:cubicBezTo>
                      <a:cubicBezTo>
                        <a:pt x="180279" y="78790"/>
                        <a:pt x="209330" y="115842"/>
                        <a:pt x="233143" y="168991"/>
                      </a:cubicBezTo>
                      <a:lnTo>
                        <a:pt x="232381" y="166705"/>
                      </a:lnTo>
                      <a:cubicBezTo>
                        <a:pt x="209140" y="104793"/>
                        <a:pt x="178183" y="61454"/>
                        <a:pt x="151037" y="34974"/>
                      </a:cubicBezTo>
                      <a:cubicBezTo>
                        <a:pt x="137131" y="21258"/>
                        <a:pt x="123891" y="11638"/>
                        <a:pt x="111508" y="6304"/>
                      </a:cubicBezTo>
                      <a:cubicBezTo>
                        <a:pt x="98936" y="113"/>
                        <a:pt x="87410" y="-1030"/>
                        <a:pt x="76552" y="780"/>
                      </a:cubicBezTo>
                      <a:cubicBezTo>
                        <a:pt x="64646" y="2875"/>
                        <a:pt x="54358" y="10019"/>
                        <a:pt x="44929" y="20401"/>
                      </a:cubicBezTo>
                      <a:cubicBezTo>
                        <a:pt x="40262" y="25735"/>
                        <a:pt x="35880" y="32212"/>
                        <a:pt x="31784" y="39832"/>
                      </a:cubicBezTo>
                      <a:cubicBezTo>
                        <a:pt x="27688" y="47071"/>
                        <a:pt x="23879" y="55358"/>
                        <a:pt x="20354" y="64692"/>
                      </a:cubicBezTo>
                      <a:cubicBezTo>
                        <a:pt x="13401" y="83076"/>
                        <a:pt x="8067" y="105364"/>
                        <a:pt x="4447" y="130129"/>
                      </a:cubicBezTo>
                      <a:cubicBezTo>
                        <a:pt x="923" y="154894"/>
                        <a:pt x="-791" y="182612"/>
                        <a:pt x="352" y="212711"/>
                      </a:cubicBezTo>
                      <a:cubicBezTo>
                        <a:pt x="638" y="219855"/>
                        <a:pt x="1209" y="226998"/>
                        <a:pt x="1971" y="233952"/>
                      </a:cubicBezTo>
                      <a:cubicBezTo>
                        <a:pt x="1304" y="205282"/>
                        <a:pt x="3114" y="178802"/>
                        <a:pt x="6924" y="155180"/>
                      </a:cubicBezTo>
                      <a:cubicBezTo>
                        <a:pt x="10544" y="131082"/>
                        <a:pt x="16068" y="109841"/>
                        <a:pt x="23116" y="92029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750" name="Forme libre : forme 749">
                  <a:extLst>
                    <a:ext uri="{FF2B5EF4-FFF2-40B4-BE49-F238E27FC236}">
                      <a16:creationId xmlns:a16="http://schemas.microsoft.com/office/drawing/2014/main" id="{723B1F94-E52E-4D8B-BBB3-D9CFA0BE799D}"/>
                    </a:ext>
                  </a:extLst>
                </p:cNvPr>
                <p:cNvSpPr/>
                <p:nvPr/>
              </p:nvSpPr>
              <p:spPr>
                <a:xfrm>
                  <a:off x="10417892" y="4558297"/>
                  <a:ext cx="177165" cy="219360"/>
                </a:xfrm>
                <a:custGeom>
                  <a:avLst/>
                  <a:gdLst>
                    <a:gd name="connsiteX0" fmla="*/ 0 w 177165"/>
                    <a:gd name="connsiteY0" fmla="*/ 219361 h 219360"/>
                    <a:gd name="connsiteX1" fmla="*/ 7715 w 177165"/>
                    <a:gd name="connsiteY1" fmla="*/ 216789 h 219360"/>
                    <a:gd name="connsiteX2" fmla="*/ 28194 w 177165"/>
                    <a:gd name="connsiteY2" fmla="*/ 208217 h 219360"/>
                    <a:gd name="connsiteX3" fmla="*/ 90488 w 177165"/>
                    <a:gd name="connsiteY3" fmla="*/ 169736 h 219360"/>
                    <a:gd name="connsiteX4" fmla="*/ 107251 w 177165"/>
                    <a:gd name="connsiteY4" fmla="*/ 155353 h 219360"/>
                    <a:gd name="connsiteX5" fmla="*/ 123253 w 177165"/>
                    <a:gd name="connsiteY5" fmla="*/ 138589 h 219360"/>
                    <a:gd name="connsiteX6" fmla="*/ 151162 w 177165"/>
                    <a:gd name="connsiteY6" fmla="*/ 99536 h 219360"/>
                    <a:gd name="connsiteX7" fmla="*/ 177165 w 177165"/>
                    <a:gd name="connsiteY7" fmla="*/ 0 h 219360"/>
                    <a:gd name="connsiteX8" fmla="*/ 173926 w 177165"/>
                    <a:gd name="connsiteY8" fmla="*/ 22193 h 219360"/>
                    <a:gd name="connsiteX9" fmla="*/ 154591 w 177165"/>
                    <a:gd name="connsiteY9" fmla="*/ 78200 h 219360"/>
                    <a:gd name="connsiteX10" fmla="*/ 102298 w 177165"/>
                    <a:gd name="connsiteY10" fmla="*/ 151638 h 219360"/>
                    <a:gd name="connsiteX11" fmla="*/ 58293 w 177165"/>
                    <a:gd name="connsiteY11" fmla="*/ 188024 h 219360"/>
                    <a:gd name="connsiteX12" fmla="*/ 31051 w 177165"/>
                    <a:gd name="connsiteY12" fmla="*/ 204502 h 219360"/>
                    <a:gd name="connsiteX13" fmla="*/ 16097 w 177165"/>
                    <a:gd name="connsiteY13" fmla="*/ 212408 h 219360"/>
                    <a:gd name="connsiteX14" fmla="*/ 0 w 177165"/>
                    <a:gd name="connsiteY14" fmla="*/ 219361 h 219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77165" h="219360">
                      <a:moveTo>
                        <a:pt x="0" y="219361"/>
                      </a:moveTo>
                      <a:cubicBezTo>
                        <a:pt x="0" y="219361"/>
                        <a:pt x="2667" y="218504"/>
                        <a:pt x="7715" y="216789"/>
                      </a:cubicBezTo>
                      <a:cubicBezTo>
                        <a:pt x="12668" y="215170"/>
                        <a:pt x="19717" y="212312"/>
                        <a:pt x="28194" y="208217"/>
                      </a:cubicBezTo>
                      <a:cubicBezTo>
                        <a:pt x="45148" y="200216"/>
                        <a:pt x="68008" y="188119"/>
                        <a:pt x="90488" y="169736"/>
                      </a:cubicBezTo>
                      <a:cubicBezTo>
                        <a:pt x="96107" y="165259"/>
                        <a:pt x="101727" y="160496"/>
                        <a:pt x="107251" y="155353"/>
                      </a:cubicBezTo>
                      <a:cubicBezTo>
                        <a:pt x="112681" y="150114"/>
                        <a:pt x="118110" y="144399"/>
                        <a:pt x="123253" y="138589"/>
                      </a:cubicBezTo>
                      <a:cubicBezTo>
                        <a:pt x="133540" y="126683"/>
                        <a:pt x="143161" y="114110"/>
                        <a:pt x="151162" y="99536"/>
                      </a:cubicBezTo>
                      <a:cubicBezTo>
                        <a:pt x="167164" y="70580"/>
                        <a:pt x="177260" y="37624"/>
                        <a:pt x="177165" y="0"/>
                      </a:cubicBezTo>
                      <a:cubicBezTo>
                        <a:pt x="177165" y="0"/>
                        <a:pt x="176784" y="8192"/>
                        <a:pt x="173926" y="22193"/>
                      </a:cubicBezTo>
                      <a:cubicBezTo>
                        <a:pt x="171164" y="36386"/>
                        <a:pt x="165449" y="55340"/>
                        <a:pt x="154591" y="78200"/>
                      </a:cubicBezTo>
                      <a:cubicBezTo>
                        <a:pt x="143827" y="101251"/>
                        <a:pt x="127159" y="126111"/>
                        <a:pt x="102298" y="151638"/>
                      </a:cubicBezTo>
                      <a:cubicBezTo>
                        <a:pt x="89821" y="163830"/>
                        <a:pt x="75247" y="176498"/>
                        <a:pt x="58293" y="188024"/>
                      </a:cubicBezTo>
                      <a:cubicBezTo>
                        <a:pt x="49816" y="193643"/>
                        <a:pt x="40672" y="199168"/>
                        <a:pt x="31051" y="204502"/>
                      </a:cubicBezTo>
                      <a:cubicBezTo>
                        <a:pt x="26194" y="207169"/>
                        <a:pt x="21241" y="209836"/>
                        <a:pt x="16097" y="212408"/>
                      </a:cubicBezTo>
                      <a:cubicBezTo>
                        <a:pt x="10763" y="214789"/>
                        <a:pt x="5524" y="217075"/>
                        <a:pt x="0" y="219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751" name="Forme libre : forme 750">
                  <a:extLst>
                    <a:ext uri="{FF2B5EF4-FFF2-40B4-BE49-F238E27FC236}">
                      <a16:creationId xmlns:a16="http://schemas.microsoft.com/office/drawing/2014/main" id="{E32C1C73-BEB8-475B-AA5C-9CAF658F5BA2}"/>
                    </a:ext>
                  </a:extLst>
                </p:cNvPr>
                <p:cNvSpPr/>
                <p:nvPr/>
              </p:nvSpPr>
              <p:spPr>
                <a:xfrm>
                  <a:off x="10403290" y="4466762"/>
                  <a:ext cx="105469" cy="233838"/>
                </a:xfrm>
                <a:custGeom>
                  <a:avLst/>
                  <a:gdLst>
                    <a:gd name="connsiteX0" fmla="*/ 58416 w 105469"/>
                    <a:gd name="connsiteY0" fmla="*/ 233839 h 233838"/>
                    <a:gd name="connsiteX1" fmla="*/ 64322 w 105469"/>
                    <a:gd name="connsiteY1" fmla="*/ 229933 h 233838"/>
                    <a:gd name="connsiteX2" fmla="*/ 77943 w 105469"/>
                    <a:gd name="connsiteY2" fmla="*/ 219646 h 233838"/>
                    <a:gd name="connsiteX3" fmla="*/ 105470 w 105469"/>
                    <a:gd name="connsiteY3" fmla="*/ 191071 h 233838"/>
                    <a:gd name="connsiteX4" fmla="*/ 88134 w 105469"/>
                    <a:gd name="connsiteY4" fmla="*/ 180785 h 233838"/>
                    <a:gd name="connsiteX5" fmla="*/ 51558 w 105469"/>
                    <a:gd name="connsiteY5" fmla="*/ 147352 h 233838"/>
                    <a:gd name="connsiteX6" fmla="*/ 18126 w 105469"/>
                    <a:gd name="connsiteY6" fmla="*/ 87154 h 233838"/>
                    <a:gd name="connsiteX7" fmla="*/ 5552 w 105469"/>
                    <a:gd name="connsiteY7" fmla="*/ 0 h 233838"/>
                    <a:gd name="connsiteX8" fmla="*/ 2504 w 105469"/>
                    <a:gd name="connsiteY8" fmla="*/ 18002 h 233838"/>
                    <a:gd name="connsiteX9" fmla="*/ 123 w 105469"/>
                    <a:gd name="connsiteY9" fmla="*/ 64579 h 233838"/>
                    <a:gd name="connsiteX10" fmla="*/ 51844 w 105469"/>
                    <a:gd name="connsiteY10" fmla="*/ 200025 h 233838"/>
                    <a:gd name="connsiteX11" fmla="*/ 58416 w 105469"/>
                    <a:gd name="connsiteY11" fmla="*/ 233839 h 233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5469" h="233838">
                      <a:moveTo>
                        <a:pt x="58416" y="233839"/>
                      </a:moveTo>
                      <a:cubicBezTo>
                        <a:pt x="58416" y="233839"/>
                        <a:pt x="60607" y="232410"/>
                        <a:pt x="64322" y="229933"/>
                      </a:cubicBezTo>
                      <a:cubicBezTo>
                        <a:pt x="67941" y="227552"/>
                        <a:pt x="72799" y="224028"/>
                        <a:pt x="77943" y="219646"/>
                      </a:cubicBezTo>
                      <a:cubicBezTo>
                        <a:pt x="88325" y="211169"/>
                        <a:pt x="99850" y="200311"/>
                        <a:pt x="105470" y="191071"/>
                      </a:cubicBezTo>
                      <a:cubicBezTo>
                        <a:pt x="105470" y="191071"/>
                        <a:pt x="98421" y="187833"/>
                        <a:pt x="88134" y="180785"/>
                      </a:cubicBezTo>
                      <a:cubicBezTo>
                        <a:pt x="77847" y="173641"/>
                        <a:pt x="64417" y="163163"/>
                        <a:pt x="51558" y="147352"/>
                      </a:cubicBezTo>
                      <a:cubicBezTo>
                        <a:pt x="38700" y="131636"/>
                        <a:pt x="26508" y="111633"/>
                        <a:pt x="18126" y="87154"/>
                      </a:cubicBezTo>
                      <a:cubicBezTo>
                        <a:pt x="9743" y="62674"/>
                        <a:pt x="5076" y="33623"/>
                        <a:pt x="5552" y="0"/>
                      </a:cubicBezTo>
                      <a:cubicBezTo>
                        <a:pt x="5552" y="0"/>
                        <a:pt x="4028" y="6572"/>
                        <a:pt x="2504" y="18002"/>
                      </a:cubicBezTo>
                      <a:cubicBezTo>
                        <a:pt x="1076" y="29432"/>
                        <a:pt x="-448" y="45339"/>
                        <a:pt x="123" y="64579"/>
                      </a:cubicBezTo>
                      <a:cubicBezTo>
                        <a:pt x="1552" y="102775"/>
                        <a:pt x="9743" y="153924"/>
                        <a:pt x="51844" y="200025"/>
                      </a:cubicBezTo>
                      <a:cubicBezTo>
                        <a:pt x="64703" y="214027"/>
                        <a:pt x="58416" y="233839"/>
                        <a:pt x="58416" y="233839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752" name="Forme libre : forme 751">
                  <a:extLst>
                    <a:ext uri="{FF2B5EF4-FFF2-40B4-BE49-F238E27FC236}">
                      <a16:creationId xmlns:a16="http://schemas.microsoft.com/office/drawing/2014/main" id="{6AA965E5-0CBC-4D0A-AFAD-9F232820155E}"/>
                    </a:ext>
                  </a:extLst>
                </p:cNvPr>
                <p:cNvSpPr/>
                <p:nvPr/>
              </p:nvSpPr>
              <p:spPr>
                <a:xfrm>
                  <a:off x="10556290" y="4674598"/>
                  <a:ext cx="121062" cy="23831"/>
                </a:xfrm>
                <a:custGeom>
                  <a:avLst/>
                  <a:gdLst>
                    <a:gd name="connsiteX0" fmla="*/ 12192 w 121062"/>
                    <a:gd name="connsiteY0" fmla="*/ 5048 h 23831"/>
                    <a:gd name="connsiteX1" fmla="*/ 0 w 121062"/>
                    <a:gd name="connsiteY1" fmla="*/ 22384 h 23831"/>
                    <a:gd name="connsiteX2" fmla="*/ 36766 w 121062"/>
                    <a:gd name="connsiteY2" fmla="*/ 23146 h 23831"/>
                    <a:gd name="connsiteX3" fmla="*/ 121063 w 121062"/>
                    <a:gd name="connsiteY3" fmla="*/ 0 h 23831"/>
                    <a:gd name="connsiteX4" fmla="*/ 112395 w 121062"/>
                    <a:gd name="connsiteY4" fmla="*/ 2572 h 23831"/>
                    <a:gd name="connsiteX5" fmla="*/ 88678 w 121062"/>
                    <a:gd name="connsiteY5" fmla="*/ 6858 h 23831"/>
                    <a:gd name="connsiteX6" fmla="*/ 53911 w 121062"/>
                    <a:gd name="connsiteY6" fmla="*/ 9239 h 23831"/>
                    <a:gd name="connsiteX7" fmla="*/ 12192 w 121062"/>
                    <a:gd name="connsiteY7" fmla="*/ 5048 h 23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1062" h="23831">
                      <a:moveTo>
                        <a:pt x="12192" y="5048"/>
                      </a:moveTo>
                      <a:cubicBezTo>
                        <a:pt x="12192" y="5048"/>
                        <a:pt x="6763" y="14668"/>
                        <a:pt x="0" y="22384"/>
                      </a:cubicBezTo>
                      <a:cubicBezTo>
                        <a:pt x="0" y="22384"/>
                        <a:pt x="14288" y="25051"/>
                        <a:pt x="36766" y="23146"/>
                      </a:cubicBezTo>
                      <a:cubicBezTo>
                        <a:pt x="59246" y="21812"/>
                        <a:pt x="90011" y="15716"/>
                        <a:pt x="121063" y="0"/>
                      </a:cubicBezTo>
                      <a:cubicBezTo>
                        <a:pt x="121063" y="0"/>
                        <a:pt x="118015" y="1048"/>
                        <a:pt x="112395" y="2572"/>
                      </a:cubicBezTo>
                      <a:cubicBezTo>
                        <a:pt x="106871" y="4000"/>
                        <a:pt x="98584" y="5524"/>
                        <a:pt x="88678" y="6858"/>
                      </a:cubicBezTo>
                      <a:cubicBezTo>
                        <a:pt x="78676" y="8096"/>
                        <a:pt x="66961" y="9620"/>
                        <a:pt x="53911" y="9239"/>
                      </a:cubicBezTo>
                      <a:cubicBezTo>
                        <a:pt x="40767" y="8954"/>
                        <a:pt x="26670" y="7715"/>
                        <a:pt x="12192" y="5048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753" name="Graphique 15">
                  <a:extLst>
                    <a:ext uri="{FF2B5EF4-FFF2-40B4-BE49-F238E27FC236}">
                      <a16:creationId xmlns:a16="http://schemas.microsoft.com/office/drawing/2014/main" id="{E27653F8-827B-492E-BB41-2E4275B96AAE}"/>
                    </a:ext>
                  </a:extLst>
                </p:cNvPr>
                <p:cNvGrpSpPr/>
                <p:nvPr/>
              </p:nvGrpSpPr>
              <p:grpSpPr>
                <a:xfrm>
                  <a:off x="10516367" y="4583431"/>
                  <a:ext cx="95180" cy="81136"/>
                  <a:chOff x="10516367" y="4583431"/>
                  <a:chExt cx="95180" cy="81136"/>
                </a:xfrm>
                <a:solidFill>
                  <a:schemeClr val="accent1"/>
                </a:solidFill>
              </p:grpSpPr>
              <p:grpSp>
                <p:nvGrpSpPr>
                  <p:cNvPr id="754" name="Graphique 15">
                    <a:extLst>
                      <a:ext uri="{FF2B5EF4-FFF2-40B4-BE49-F238E27FC236}">
                        <a16:creationId xmlns:a16="http://schemas.microsoft.com/office/drawing/2014/main" id="{6E8CC2F9-F376-4A27-9D0B-3DC084E7AACF}"/>
                      </a:ext>
                    </a:extLst>
                  </p:cNvPr>
                  <p:cNvGrpSpPr/>
                  <p:nvPr/>
                </p:nvGrpSpPr>
                <p:grpSpPr>
                  <a:xfrm>
                    <a:off x="10571163" y="4628633"/>
                    <a:ext cx="40384" cy="35933"/>
                    <a:chOff x="10571163" y="4628633"/>
                    <a:chExt cx="40384" cy="35933"/>
                  </a:xfrm>
                  <a:solidFill>
                    <a:schemeClr val="accent1"/>
                  </a:solidFill>
                </p:grpSpPr>
                <p:sp>
                  <p:nvSpPr>
                    <p:cNvPr id="755" name="Forme libre : forme 754">
                      <a:extLst>
                        <a:ext uri="{FF2B5EF4-FFF2-40B4-BE49-F238E27FC236}">
                          <a16:creationId xmlns:a16="http://schemas.microsoft.com/office/drawing/2014/main" id="{77F9DAD4-D4AE-4ADF-B2CB-9C40AD2577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71163" y="4628633"/>
                      <a:ext cx="40370" cy="35933"/>
                    </a:xfrm>
                    <a:custGeom>
                      <a:avLst/>
                      <a:gdLst>
                        <a:gd name="connsiteX0" fmla="*/ 558 w 40370"/>
                        <a:gd name="connsiteY0" fmla="*/ 23486 h 35933"/>
                        <a:gd name="connsiteX1" fmla="*/ 15131 w 40370"/>
                        <a:gd name="connsiteY1" fmla="*/ 816 h 35933"/>
                        <a:gd name="connsiteX2" fmla="*/ 39610 w 40370"/>
                        <a:gd name="connsiteY2" fmla="*/ 12056 h 35933"/>
                        <a:gd name="connsiteX3" fmla="*/ 25132 w 40370"/>
                        <a:gd name="connsiteY3" fmla="*/ 35011 h 35933"/>
                        <a:gd name="connsiteX4" fmla="*/ 558 w 40370"/>
                        <a:gd name="connsiteY4" fmla="*/ 23486 h 35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370" h="35933">
                          <a:moveTo>
                            <a:pt x="558" y="23486"/>
                          </a:moveTo>
                          <a:cubicBezTo>
                            <a:pt x="-2014" y="13961"/>
                            <a:pt x="4558" y="3864"/>
                            <a:pt x="15131" y="816"/>
                          </a:cubicBezTo>
                          <a:cubicBezTo>
                            <a:pt x="25704" y="-2041"/>
                            <a:pt x="36657" y="2817"/>
                            <a:pt x="39610" y="12056"/>
                          </a:cubicBezTo>
                          <a:cubicBezTo>
                            <a:pt x="42658" y="21486"/>
                            <a:pt x="36277" y="31963"/>
                            <a:pt x="25132" y="35011"/>
                          </a:cubicBezTo>
                          <a:cubicBezTo>
                            <a:pt x="14083" y="38154"/>
                            <a:pt x="3129" y="33011"/>
                            <a:pt x="558" y="234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56" name="Forme libre : forme 755">
                      <a:extLst>
                        <a:ext uri="{FF2B5EF4-FFF2-40B4-BE49-F238E27FC236}">
                          <a16:creationId xmlns:a16="http://schemas.microsoft.com/office/drawing/2014/main" id="{537D275E-D38A-496C-AA44-956473F7BE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71288" y="4628633"/>
                      <a:ext cx="40258" cy="31105"/>
                    </a:xfrm>
                    <a:custGeom>
                      <a:avLst/>
                      <a:gdLst>
                        <a:gd name="connsiteX0" fmla="*/ 19768 w 40258"/>
                        <a:gd name="connsiteY0" fmla="*/ 17580 h 31105"/>
                        <a:gd name="connsiteX1" fmla="*/ 39580 w 40258"/>
                        <a:gd name="connsiteY1" fmla="*/ 21390 h 31105"/>
                        <a:gd name="connsiteX2" fmla="*/ 39580 w 40258"/>
                        <a:gd name="connsiteY2" fmla="*/ 12056 h 31105"/>
                        <a:gd name="connsiteX3" fmla="*/ 15101 w 40258"/>
                        <a:gd name="connsiteY3" fmla="*/ 816 h 31105"/>
                        <a:gd name="connsiteX4" fmla="*/ 527 w 40258"/>
                        <a:gd name="connsiteY4" fmla="*/ 23486 h 31105"/>
                        <a:gd name="connsiteX5" fmla="*/ 5290 w 40258"/>
                        <a:gd name="connsiteY5" fmla="*/ 31106 h 31105"/>
                        <a:gd name="connsiteX6" fmla="*/ 19768 w 40258"/>
                        <a:gd name="connsiteY6" fmla="*/ 17580 h 31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258" h="31105">
                          <a:moveTo>
                            <a:pt x="19768" y="17580"/>
                          </a:moveTo>
                          <a:cubicBezTo>
                            <a:pt x="27102" y="15389"/>
                            <a:pt x="34627" y="17390"/>
                            <a:pt x="39580" y="21390"/>
                          </a:cubicBezTo>
                          <a:cubicBezTo>
                            <a:pt x="40437" y="18342"/>
                            <a:pt x="40532" y="15199"/>
                            <a:pt x="39580" y="12056"/>
                          </a:cubicBezTo>
                          <a:cubicBezTo>
                            <a:pt x="36627" y="2817"/>
                            <a:pt x="25673" y="-2041"/>
                            <a:pt x="15101" y="816"/>
                          </a:cubicBezTo>
                          <a:cubicBezTo>
                            <a:pt x="4528" y="3864"/>
                            <a:pt x="-1949" y="13961"/>
                            <a:pt x="527" y="23486"/>
                          </a:cubicBezTo>
                          <a:cubicBezTo>
                            <a:pt x="1385" y="26534"/>
                            <a:pt x="3099" y="29010"/>
                            <a:pt x="5290" y="31106"/>
                          </a:cubicBezTo>
                          <a:cubicBezTo>
                            <a:pt x="7195" y="24914"/>
                            <a:pt x="12529" y="19676"/>
                            <a:pt x="19768" y="1758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57" name="Forme libre : forme 756">
                      <a:extLst>
                        <a:ext uri="{FF2B5EF4-FFF2-40B4-BE49-F238E27FC236}">
                          <a16:creationId xmlns:a16="http://schemas.microsoft.com/office/drawing/2014/main" id="{DD304CAA-477F-4B7F-982D-6D49F5F0B2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75589" y="4643448"/>
                      <a:ext cx="18003" cy="16236"/>
                    </a:xfrm>
                    <a:custGeom>
                      <a:avLst/>
                      <a:gdLst>
                        <a:gd name="connsiteX0" fmla="*/ 2513 w 18003"/>
                        <a:gd name="connsiteY0" fmla="*/ 13338 h 16236"/>
                        <a:gd name="connsiteX1" fmla="*/ 2704 w 18003"/>
                        <a:gd name="connsiteY1" fmla="*/ 1908 h 16236"/>
                        <a:gd name="connsiteX2" fmla="*/ 15372 w 18003"/>
                        <a:gd name="connsiteY2" fmla="*/ 2860 h 16236"/>
                        <a:gd name="connsiteX3" fmla="*/ 15277 w 18003"/>
                        <a:gd name="connsiteY3" fmla="*/ 14290 h 16236"/>
                        <a:gd name="connsiteX4" fmla="*/ 2513 w 18003"/>
                        <a:gd name="connsiteY4" fmla="*/ 13338 h 162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03" h="16236">
                          <a:moveTo>
                            <a:pt x="2513" y="13338"/>
                          </a:moveTo>
                          <a:cubicBezTo>
                            <a:pt x="-916" y="9909"/>
                            <a:pt x="-821" y="4765"/>
                            <a:pt x="2704" y="1908"/>
                          </a:cubicBezTo>
                          <a:cubicBezTo>
                            <a:pt x="6228" y="-950"/>
                            <a:pt x="11848" y="-569"/>
                            <a:pt x="15372" y="2860"/>
                          </a:cubicBezTo>
                          <a:cubicBezTo>
                            <a:pt x="18896" y="6289"/>
                            <a:pt x="18896" y="11337"/>
                            <a:pt x="15277" y="14290"/>
                          </a:cubicBezTo>
                          <a:cubicBezTo>
                            <a:pt x="11753" y="17243"/>
                            <a:pt x="5942" y="16767"/>
                            <a:pt x="2513" y="1333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58" name="Forme libre : forme 757">
                      <a:extLst>
                        <a:ext uri="{FF2B5EF4-FFF2-40B4-BE49-F238E27FC236}">
                          <a16:creationId xmlns:a16="http://schemas.microsoft.com/office/drawing/2014/main" id="{0BEDC11A-C126-487F-9DF7-0DC0F78864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88471" y="4651606"/>
                      <a:ext cx="6694" cy="5883"/>
                    </a:xfrm>
                    <a:custGeom>
                      <a:avLst/>
                      <a:gdLst>
                        <a:gd name="connsiteX0" fmla="*/ 109 w 6694"/>
                        <a:gd name="connsiteY0" fmla="*/ 3846 h 5883"/>
                        <a:gd name="connsiteX1" fmla="*/ 2490 w 6694"/>
                        <a:gd name="connsiteY1" fmla="*/ 132 h 5883"/>
                        <a:gd name="connsiteX2" fmla="*/ 6586 w 6694"/>
                        <a:gd name="connsiteY2" fmla="*/ 2037 h 5883"/>
                        <a:gd name="connsiteX3" fmla="*/ 4204 w 6694"/>
                        <a:gd name="connsiteY3" fmla="*/ 5752 h 5883"/>
                        <a:gd name="connsiteX4" fmla="*/ 109 w 6694"/>
                        <a:gd name="connsiteY4" fmla="*/ 3846 h 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94" h="5883">
                          <a:moveTo>
                            <a:pt x="109" y="3846"/>
                          </a:moveTo>
                          <a:cubicBezTo>
                            <a:pt x="-368" y="2322"/>
                            <a:pt x="775" y="608"/>
                            <a:pt x="2490" y="132"/>
                          </a:cubicBezTo>
                          <a:cubicBezTo>
                            <a:pt x="4204" y="-345"/>
                            <a:pt x="6109" y="513"/>
                            <a:pt x="6586" y="2037"/>
                          </a:cubicBezTo>
                          <a:cubicBezTo>
                            <a:pt x="7062" y="3561"/>
                            <a:pt x="5919" y="5275"/>
                            <a:pt x="4204" y="5752"/>
                          </a:cubicBezTo>
                          <a:cubicBezTo>
                            <a:pt x="2490" y="6228"/>
                            <a:pt x="585" y="5371"/>
                            <a:pt x="109" y="38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759" name="Graphique 15">
                    <a:extLst>
                      <a:ext uri="{FF2B5EF4-FFF2-40B4-BE49-F238E27FC236}">
                        <a16:creationId xmlns:a16="http://schemas.microsoft.com/office/drawing/2014/main" id="{BF96CFB3-F1CA-4B60-AAC0-9E0C6CAB3F9D}"/>
                      </a:ext>
                    </a:extLst>
                  </p:cNvPr>
                  <p:cNvGrpSpPr/>
                  <p:nvPr/>
                </p:nvGrpSpPr>
                <p:grpSpPr>
                  <a:xfrm>
                    <a:off x="10547600" y="4601714"/>
                    <a:ext cx="38995" cy="36048"/>
                    <a:chOff x="10547600" y="4601714"/>
                    <a:chExt cx="38995" cy="36048"/>
                  </a:xfrm>
                  <a:solidFill>
                    <a:schemeClr val="accent1"/>
                  </a:solidFill>
                </p:grpSpPr>
                <p:sp>
                  <p:nvSpPr>
                    <p:cNvPr id="760" name="Forme libre : forme 759">
                      <a:extLst>
                        <a:ext uri="{FF2B5EF4-FFF2-40B4-BE49-F238E27FC236}">
                          <a16:creationId xmlns:a16="http://schemas.microsoft.com/office/drawing/2014/main" id="{C12EFE7E-F35E-43C7-8B7B-E617958815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47634" y="4601714"/>
                      <a:ext cx="38960" cy="36048"/>
                    </a:xfrm>
                    <a:custGeom>
                      <a:avLst/>
                      <a:gdLst>
                        <a:gd name="connsiteX0" fmla="*/ 464 w 38960"/>
                        <a:gd name="connsiteY0" fmla="*/ 23068 h 36048"/>
                        <a:gd name="connsiteX1" fmla="*/ 14656 w 38960"/>
                        <a:gd name="connsiteY1" fmla="*/ 779 h 36048"/>
                        <a:gd name="connsiteX2" fmla="*/ 38278 w 38960"/>
                        <a:gd name="connsiteY2" fmla="*/ 12590 h 36048"/>
                        <a:gd name="connsiteX3" fmla="*/ 24086 w 38960"/>
                        <a:gd name="connsiteY3" fmla="*/ 35165 h 36048"/>
                        <a:gd name="connsiteX4" fmla="*/ 464 w 38960"/>
                        <a:gd name="connsiteY4" fmla="*/ 23068 h 36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960" h="36048">
                          <a:moveTo>
                            <a:pt x="464" y="23068"/>
                          </a:moveTo>
                          <a:cubicBezTo>
                            <a:pt x="-1822" y="13638"/>
                            <a:pt x="4560" y="3732"/>
                            <a:pt x="14656" y="779"/>
                          </a:cubicBezTo>
                          <a:cubicBezTo>
                            <a:pt x="24848" y="-2078"/>
                            <a:pt x="35421" y="3161"/>
                            <a:pt x="38278" y="12590"/>
                          </a:cubicBezTo>
                          <a:cubicBezTo>
                            <a:pt x="41136" y="22020"/>
                            <a:pt x="34754" y="32117"/>
                            <a:pt x="24086" y="35165"/>
                          </a:cubicBezTo>
                          <a:cubicBezTo>
                            <a:pt x="13418" y="38308"/>
                            <a:pt x="2845" y="32783"/>
                            <a:pt x="464" y="2306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61" name="Forme libre : forme 760">
                      <a:extLst>
                        <a:ext uri="{FF2B5EF4-FFF2-40B4-BE49-F238E27FC236}">
                          <a16:creationId xmlns:a16="http://schemas.microsoft.com/office/drawing/2014/main" id="{B0DE68D7-64B4-41E5-A70B-1405BEE748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47600" y="4601714"/>
                      <a:ext cx="38909" cy="30783"/>
                    </a:xfrm>
                    <a:custGeom>
                      <a:avLst/>
                      <a:gdLst>
                        <a:gd name="connsiteX0" fmla="*/ 19167 w 38909"/>
                        <a:gd name="connsiteY0" fmla="*/ 17639 h 30783"/>
                        <a:gd name="connsiteX1" fmla="*/ 38217 w 38909"/>
                        <a:gd name="connsiteY1" fmla="*/ 21830 h 30783"/>
                        <a:gd name="connsiteX2" fmla="*/ 38313 w 38909"/>
                        <a:gd name="connsiteY2" fmla="*/ 12590 h 30783"/>
                        <a:gd name="connsiteX3" fmla="*/ 14691 w 38909"/>
                        <a:gd name="connsiteY3" fmla="*/ 779 h 30783"/>
                        <a:gd name="connsiteX4" fmla="*/ 499 w 38909"/>
                        <a:gd name="connsiteY4" fmla="*/ 23068 h 30783"/>
                        <a:gd name="connsiteX5" fmla="*/ 5071 w 38909"/>
                        <a:gd name="connsiteY5" fmla="*/ 30783 h 30783"/>
                        <a:gd name="connsiteX6" fmla="*/ 19167 w 38909"/>
                        <a:gd name="connsiteY6" fmla="*/ 17639 h 30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909" h="30783">
                          <a:moveTo>
                            <a:pt x="19167" y="17639"/>
                          </a:moveTo>
                          <a:cubicBezTo>
                            <a:pt x="26311" y="15638"/>
                            <a:pt x="33455" y="17448"/>
                            <a:pt x="38217" y="21830"/>
                          </a:cubicBezTo>
                          <a:cubicBezTo>
                            <a:pt x="39075" y="18877"/>
                            <a:pt x="39170" y="15734"/>
                            <a:pt x="38313" y="12590"/>
                          </a:cubicBezTo>
                          <a:cubicBezTo>
                            <a:pt x="35455" y="3161"/>
                            <a:pt x="24882" y="-2078"/>
                            <a:pt x="14691" y="779"/>
                          </a:cubicBezTo>
                          <a:cubicBezTo>
                            <a:pt x="4499" y="3732"/>
                            <a:pt x="-1883" y="13638"/>
                            <a:pt x="499" y="23068"/>
                          </a:cubicBezTo>
                          <a:cubicBezTo>
                            <a:pt x="1261" y="26116"/>
                            <a:pt x="2880" y="28688"/>
                            <a:pt x="5071" y="30783"/>
                          </a:cubicBezTo>
                          <a:cubicBezTo>
                            <a:pt x="7071" y="24973"/>
                            <a:pt x="12214" y="19639"/>
                            <a:pt x="19167" y="1763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62" name="Forme libre : forme 761">
                      <a:extLst>
                        <a:ext uri="{FF2B5EF4-FFF2-40B4-BE49-F238E27FC236}">
                          <a16:creationId xmlns:a16="http://schemas.microsoft.com/office/drawing/2014/main" id="{E782A449-1772-4932-85F0-CBAC09BC24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51893" y="4616571"/>
                      <a:ext cx="17351" cy="16192"/>
                    </a:xfrm>
                    <a:custGeom>
                      <a:avLst/>
                      <a:gdLst>
                        <a:gd name="connsiteX0" fmla="*/ 2396 w 17351"/>
                        <a:gd name="connsiteY0" fmla="*/ 13260 h 16192"/>
                        <a:gd name="connsiteX1" fmla="*/ 2682 w 17351"/>
                        <a:gd name="connsiteY1" fmla="*/ 1829 h 16192"/>
                        <a:gd name="connsiteX2" fmla="*/ 14874 w 17351"/>
                        <a:gd name="connsiteY2" fmla="*/ 2973 h 16192"/>
                        <a:gd name="connsiteX3" fmla="*/ 14684 w 17351"/>
                        <a:gd name="connsiteY3" fmla="*/ 14403 h 16192"/>
                        <a:gd name="connsiteX4" fmla="*/ 2396 w 17351"/>
                        <a:gd name="connsiteY4" fmla="*/ 13260 h 16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51" h="16192">
                          <a:moveTo>
                            <a:pt x="2396" y="13260"/>
                          </a:moveTo>
                          <a:cubicBezTo>
                            <a:pt x="-938" y="9640"/>
                            <a:pt x="-747" y="4687"/>
                            <a:pt x="2682" y="1829"/>
                          </a:cubicBezTo>
                          <a:cubicBezTo>
                            <a:pt x="6111" y="-1028"/>
                            <a:pt x="11540" y="-456"/>
                            <a:pt x="14874" y="2973"/>
                          </a:cubicBezTo>
                          <a:cubicBezTo>
                            <a:pt x="18208" y="6402"/>
                            <a:pt x="18208" y="11545"/>
                            <a:pt x="14684" y="14403"/>
                          </a:cubicBezTo>
                          <a:cubicBezTo>
                            <a:pt x="11159" y="17165"/>
                            <a:pt x="5635" y="16689"/>
                            <a:pt x="2396" y="1326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63" name="Forme libre : forme 762">
                      <a:extLst>
                        <a:ext uri="{FF2B5EF4-FFF2-40B4-BE49-F238E27FC236}">
                          <a16:creationId xmlns:a16="http://schemas.microsoft.com/office/drawing/2014/main" id="{48098513-8059-4824-A140-CDF933DB4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64308" y="4624650"/>
                      <a:ext cx="6473" cy="5928"/>
                    </a:xfrm>
                    <a:custGeom>
                      <a:avLst/>
                      <a:gdLst>
                        <a:gd name="connsiteX0" fmla="*/ 78 w 6473"/>
                        <a:gd name="connsiteY0" fmla="*/ 3846 h 5928"/>
                        <a:gd name="connsiteX1" fmla="*/ 2459 w 6473"/>
                        <a:gd name="connsiteY1" fmla="*/ 132 h 5928"/>
                        <a:gd name="connsiteX2" fmla="*/ 6365 w 6473"/>
                        <a:gd name="connsiteY2" fmla="*/ 2037 h 5928"/>
                        <a:gd name="connsiteX3" fmla="*/ 3983 w 6473"/>
                        <a:gd name="connsiteY3" fmla="*/ 5751 h 5928"/>
                        <a:gd name="connsiteX4" fmla="*/ 78 w 6473"/>
                        <a:gd name="connsiteY4" fmla="*/ 3846 h 5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3" h="5928">
                          <a:moveTo>
                            <a:pt x="78" y="3846"/>
                          </a:moveTo>
                          <a:cubicBezTo>
                            <a:pt x="-303" y="2322"/>
                            <a:pt x="745" y="608"/>
                            <a:pt x="2459" y="132"/>
                          </a:cubicBezTo>
                          <a:cubicBezTo>
                            <a:pt x="4174" y="-345"/>
                            <a:pt x="5888" y="513"/>
                            <a:pt x="6365" y="2037"/>
                          </a:cubicBezTo>
                          <a:cubicBezTo>
                            <a:pt x="6841" y="3560"/>
                            <a:pt x="5698" y="5275"/>
                            <a:pt x="3983" y="5751"/>
                          </a:cubicBezTo>
                          <a:cubicBezTo>
                            <a:pt x="2174" y="6323"/>
                            <a:pt x="459" y="5466"/>
                            <a:pt x="78" y="38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764" name="Graphique 15">
                    <a:extLst>
                      <a:ext uri="{FF2B5EF4-FFF2-40B4-BE49-F238E27FC236}">
                        <a16:creationId xmlns:a16="http://schemas.microsoft.com/office/drawing/2014/main" id="{A08672B2-F226-4EE0-A7F3-B6445C9C86DF}"/>
                      </a:ext>
                    </a:extLst>
                  </p:cNvPr>
                  <p:cNvGrpSpPr/>
                  <p:nvPr/>
                </p:nvGrpSpPr>
                <p:grpSpPr>
                  <a:xfrm>
                    <a:off x="10516367" y="4583431"/>
                    <a:ext cx="38021" cy="35693"/>
                    <a:chOff x="10516367" y="4583431"/>
                    <a:chExt cx="38021" cy="35693"/>
                  </a:xfrm>
                  <a:solidFill>
                    <a:schemeClr val="accent1"/>
                  </a:solidFill>
                </p:grpSpPr>
                <p:sp>
                  <p:nvSpPr>
                    <p:cNvPr id="765" name="Forme libre : forme 764">
                      <a:extLst>
                        <a:ext uri="{FF2B5EF4-FFF2-40B4-BE49-F238E27FC236}">
                          <a16:creationId xmlns:a16="http://schemas.microsoft.com/office/drawing/2014/main" id="{D3F4365B-E64A-4E25-AAE9-B73D3E3F11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16367" y="4583431"/>
                      <a:ext cx="38021" cy="35693"/>
                    </a:xfrm>
                    <a:custGeom>
                      <a:avLst/>
                      <a:gdLst>
                        <a:gd name="connsiteX0" fmla="*/ 394 w 38021"/>
                        <a:gd name="connsiteY0" fmla="*/ 22111 h 35693"/>
                        <a:gd name="connsiteX1" fmla="*/ 14777 w 38021"/>
                        <a:gd name="connsiteY1" fmla="*/ 489 h 35693"/>
                        <a:gd name="connsiteX2" fmla="*/ 37446 w 38021"/>
                        <a:gd name="connsiteY2" fmla="*/ 13158 h 35693"/>
                        <a:gd name="connsiteX3" fmla="*/ 23159 w 38021"/>
                        <a:gd name="connsiteY3" fmla="*/ 35160 h 35693"/>
                        <a:gd name="connsiteX4" fmla="*/ 394 w 38021"/>
                        <a:gd name="connsiteY4" fmla="*/ 22111 h 35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021" h="35693">
                          <a:moveTo>
                            <a:pt x="394" y="22111"/>
                          </a:moveTo>
                          <a:cubicBezTo>
                            <a:pt x="-1702" y="12491"/>
                            <a:pt x="4776" y="2870"/>
                            <a:pt x="14777" y="489"/>
                          </a:cubicBezTo>
                          <a:cubicBezTo>
                            <a:pt x="24778" y="-1701"/>
                            <a:pt x="34875" y="3633"/>
                            <a:pt x="37446" y="13158"/>
                          </a:cubicBezTo>
                          <a:cubicBezTo>
                            <a:pt x="40018" y="22683"/>
                            <a:pt x="33731" y="32874"/>
                            <a:pt x="23159" y="35160"/>
                          </a:cubicBezTo>
                          <a:cubicBezTo>
                            <a:pt x="12681" y="37541"/>
                            <a:pt x="2394" y="31731"/>
                            <a:pt x="394" y="2211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66" name="Forme libre : forme 765">
                      <a:extLst>
                        <a:ext uri="{FF2B5EF4-FFF2-40B4-BE49-F238E27FC236}">
                          <a16:creationId xmlns:a16="http://schemas.microsoft.com/office/drawing/2014/main" id="{0A30F6FE-1CB1-4F02-B3C0-B319818D28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16367" y="4583431"/>
                      <a:ext cx="37923" cy="29921"/>
                    </a:xfrm>
                    <a:custGeom>
                      <a:avLst/>
                      <a:gdLst>
                        <a:gd name="connsiteX0" fmla="*/ 18682 w 37923"/>
                        <a:gd name="connsiteY0" fmla="*/ 17444 h 29921"/>
                        <a:gd name="connsiteX1" fmla="*/ 37161 w 37923"/>
                        <a:gd name="connsiteY1" fmla="*/ 22397 h 29921"/>
                        <a:gd name="connsiteX2" fmla="*/ 37446 w 37923"/>
                        <a:gd name="connsiteY2" fmla="*/ 13158 h 29921"/>
                        <a:gd name="connsiteX3" fmla="*/ 14777 w 37923"/>
                        <a:gd name="connsiteY3" fmla="*/ 489 h 29921"/>
                        <a:gd name="connsiteX4" fmla="*/ 394 w 37923"/>
                        <a:gd name="connsiteY4" fmla="*/ 22111 h 29921"/>
                        <a:gd name="connsiteX5" fmla="*/ 4680 w 37923"/>
                        <a:gd name="connsiteY5" fmla="*/ 29921 h 29921"/>
                        <a:gd name="connsiteX6" fmla="*/ 18682 w 37923"/>
                        <a:gd name="connsiteY6" fmla="*/ 17444 h 299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923" h="29921">
                          <a:moveTo>
                            <a:pt x="18682" y="17444"/>
                          </a:moveTo>
                          <a:cubicBezTo>
                            <a:pt x="25635" y="15825"/>
                            <a:pt x="32588" y="18110"/>
                            <a:pt x="37161" y="22397"/>
                          </a:cubicBezTo>
                          <a:cubicBezTo>
                            <a:pt x="38018" y="19444"/>
                            <a:pt x="38208" y="16301"/>
                            <a:pt x="37446" y="13158"/>
                          </a:cubicBezTo>
                          <a:cubicBezTo>
                            <a:pt x="34875" y="3633"/>
                            <a:pt x="24778" y="-1701"/>
                            <a:pt x="14777" y="489"/>
                          </a:cubicBezTo>
                          <a:cubicBezTo>
                            <a:pt x="4776" y="2775"/>
                            <a:pt x="-1702" y="12491"/>
                            <a:pt x="394" y="22111"/>
                          </a:cubicBezTo>
                          <a:cubicBezTo>
                            <a:pt x="1061" y="25159"/>
                            <a:pt x="2585" y="27826"/>
                            <a:pt x="4680" y="29921"/>
                          </a:cubicBezTo>
                          <a:cubicBezTo>
                            <a:pt x="6680" y="23921"/>
                            <a:pt x="11824" y="19063"/>
                            <a:pt x="18682" y="1744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67" name="Forme libre : forme 766">
                      <a:extLst>
                        <a:ext uri="{FF2B5EF4-FFF2-40B4-BE49-F238E27FC236}">
                          <a16:creationId xmlns:a16="http://schemas.microsoft.com/office/drawing/2014/main" id="{2E056357-6528-4240-9F14-18463EC490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20382" y="4597697"/>
                      <a:ext cx="16838" cy="16218"/>
                    </a:xfrm>
                    <a:custGeom>
                      <a:avLst/>
                      <a:gdLst>
                        <a:gd name="connsiteX0" fmla="*/ 2189 w 16838"/>
                        <a:gd name="connsiteY0" fmla="*/ 12893 h 16218"/>
                        <a:gd name="connsiteX1" fmla="*/ 2761 w 16838"/>
                        <a:gd name="connsiteY1" fmla="*/ 1558 h 16218"/>
                        <a:gd name="connsiteX2" fmla="*/ 14572 w 16838"/>
                        <a:gd name="connsiteY2" fmla="*/ 3368 h 16218"/>
                        <a:gd name="connsiteX3" fmla="*/ 14096 w 16838"/>
                        <a:gd name="connsiteY3" fmla="*/ 14702 h 16218"/>
                        <a:gd name="connsiteX4" fmla="*/ 2189 w 16838"/>
                        <a:gd name="connsiteY4" fmla="*/ 12893 h 16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38" h="16218">
                          <a:moveTo>
                            <a:pt x="2189" y="12893"/>
                          </a:moveTo>
                          <a:cubicBezTo>
                            <a:pt x="-954" y="9273"/>
                            <a:pt x="-668" y="4129"/>
                            <a:pt x="2761" y="1558"/>
                          </a:cubicBezTo>
                          <a:cubicBezTo>
                            <a:pt x="6190" y="-1109"/>
                            <a:pt x="11429" y="-252"/>
                            <a:pt x="14572" y="3368"/>
                          </a:cubicBezTo>
                          <a:cubicBezTo>
                            <a:pt x="17715" y="6987"/>
                            <a:pt x="17620" y="12035"/>
                            <a:pt x="14096" y="14702"/>
                          </a:cubicBezTo>
                          <a:cubicBezTo>
                            <a:pt x="10762" y="17274"/>
                            <a:pt x="5333" y="16512"/>
                            <a:pt x="2189" y="1289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68" name="Forme libre : forme 767">
                      <a:extLst>
                        <a:ext uri="{FF2B5EF4-FFF2-40B4-BE49-F238E27FC236}">
                          <a16:creationId xmlns:a16="http://schemas.microsoft.com/office/drawing/2014/main" id="{4E09F515-92A0-4F61-BE81-109C547C8F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32399" y="4606219"/>
                      <a:ext cx="6347" cy="5826"/>
                    </a:xfrm>
                    <a:custGeom>
                      <a:avLst/>
                      <a:gdLst>
                        <a:gd name="connsiteX0" fmla="*/ 78 w 6347"/>
                        <a:gd name="connsiteY0" fmla="*/ 3608 h 5826"/>
                        <a:gd name="connsiteX1" fmla="*/ 2459 w 6347"/>
                        <a:gd name="connsiteY1" fmla="*/ 84 h 5826"/>
                        <a:gd name="connsiteX2" fmla="*/ 6269 w 6347"/>
                        <a:gd name="connsiteY2" fmla="*/ 2180 h 5826"/>
                        <a:gd name="connsiteX3" fmla="*/ 3888 w 6347"/>
                        <a:gd name="connsiteY3" fmla="*/ 5704 h 5826"/>
                        <a:gd name="connsiteX4" fmla="*/ 78 w 6347"/>
                        <a:gd name="connsiteY4" fmla="*/ 3608 h 5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47" h="5826">
                          <a:moveTo>
                            <a:pt x="78" y="3608"/>
                          </a:moveTo>
                          <a:cubicBezTo>
                            <a:pt x="-303" y="1989"/>
                            <a:pt x="745" y="465"/>
                            <a:pt x="2459" y="84"/>
                          </a:cubicBezTo>
                          <a:cubicBezTo>
                            <a:pt x="4174" y="-297"/>
                            <a:pt x="5888" y="656"/>
                            <a:pt x="6269" y="2180"/>
                          </a:cubicBezTo>
                          <a:cubicBezTo>
                            <a:pt x="6650" y="3704"/>
                            <a:pt x="5603" y="5323"/>
                            <a:pt x="3888" y="5704"/>
                          </a:cubicBezTo>
                          <a:cubicBezTo>
                            <a:pt x="2174" y="6180"/>
                            <a:pt x="459" y="5228"/>
                            <a:pt x="78" y="360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769" name="Graphique 15">
                  <a:extLst>
                    <a:ext uri="{FF2B5EF4-FFF2-40B4-BE49-F238E27FC236}">
                      <a16:creationId xmlns:a16="http://schemas.microsoft.com/office/drawing/2014/main" id="{FEA45FAE-9F02-476B-96A9-91E5719A4A93}"/>
                    </a:ext>
                  </a:extLst>
                </p:cNvPr>
                <p:cNvGrpSpPr/>
                <p:nvPr/>
              </p:nvGrpSpPr>
              <p:grpSpPr>
                <a:xfrm>
                  <a:off x="10530836" y="4464114"/>
                  <a:ext cx="87953" cy="79363"/>
                  <a:chOff x="10530836" y="4464114"/>
                  <a:chExt cx="87953" cy="79363"/>
                </a:xfrm>
                <a:solidFill>
                  <a:schemeClr val="accent1"/>
                </a:solidFill>
              </p:grpSpPr>
              <p:grpSp>
                <p:nvGrpSpPr>
                  <p:cNvPr id="770" name="Graphique 15">
                    <a:extLst>
                      <a:ext uri="{FF2B5EF4-FFF2-40B4-BE49-F238E27FC236}">
                        <a16:creationId xmlns:a16="http://schemas.microsoft.com/office/drawing/2014/main" id="{5BEEE756-536A-468C-BEA9-3E1CEBAB4ABE}"/>
                      </a:ext>
                    </a:extLst>
                  </p:cNvPr>
                  <p:cNvGrpSpPr/>
                  <p:nvPr/>
                </p:nvGrpSpPr>
                <p:grpSpPr>
                  <a:xfrm>
                    <a:off x="10583003" y="4507950"/>
                    <a:ext cx="35787" cy="35528"/>
                    <a:chOff x="10583003" y="4507950"/>
                    <a:chExt cx="35787" cy="35528"/>
                  </a:xfrm>
                  <a:solidFill>
                    <a:schemeClr val="accent1"/>
                  </a:solidFill>
                </p:grpSpPr>
                <p:sp>
                  <p:nvSpPr>
                    <p:cNvPr id="771" name="Forme libre : forme 770">
                      <a:extLst>
                        <a:ext uri="{FF2B5EF4-FFF2-40B4-BE49-F238E27FC236}">
                          <a16:creationId xmlns:a16="http://schemas.microsoft.com/office/drawing/2014/main" id="{CCB9EB54-6CED-43E6-8FF4-6072BB7260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83012" y="4507950"/>
                      <a:ext cx="35777" cy="35528"/>
                    </a:xfrm>
                    <a:custGeom>
                      <a:avLst/>
                      <a:gdLst>
                        <a:gd name="connsiteX0" fmla="*/ 900 w 35777"/>
                        <a:gd name="connsiteY0" fmla="*/ 23487 h 35528"/>
                        <a:gd name="connsiteX1" fmla="*/ 11854 w 35777"/>
                        <a:gd name="connsiteY1" fmla="*/ 913 h 35528"/>
                        <a:gd name="connsiteX2" fmla="*/ 34618 w 35777"/>
                        <a:gd name="connsiteY2" fmla="*/ 11581 h 35528"/>
                        <a:gd name="connsiteX3" fmla="*/ 23760 w 35777"/>
                        <a:gd name="connsiteY3" fmla="*/ 34536 h 35528"/>
                        <a:gd name="connsiteX4" fmla="*/ 900 w 35777"/>
                        <a:gd name="connsiteY4" fmla="*/ 23487 h 35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77" h="35528">
                          <a:moveTo>
                            <a:pt x="900" y="23487"/>
                          </a:moveTo>
                          <a:cubicBezTo>
                            <a:pt x="-2148" y="14153"/>
                            <a:pt x="2805" y="4056"/>
                            <a:pt x="11854" y="913"/>
                          </a:cubicBezTo>
                          <a:cubicBezTo>
                            <a:pt x="20998" y="-2040"/>
                            <a:pt x="30999" y="2342"/>
                            <a:pt x="34618" y="11581"/>
                          </a:cubicBezTo>
                          <a:cubicBezTo>
                            <a:pt x="38143" y="20725"/>
                            <a:pt x="33380" y="31393"/>
                            <a:pt x="23760" y="34536"/>
                          </a:cubicBezTo>
                          <a:cubicBezTo>
                            <a:pt x="14140" y="37775"/>
                            <a:pt x="3948" y="32822"/>
                            <a:pt x="900" y="2348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72" name="Forme libre : forme 771">
                      <a:extLst>
                        <a:ext uri="{FF2B5EF4-FFF2-40B4-BE49-F238E27FC236}">
                          <a16:creationId xmlns:a16="http://schemas.microsoft.com/office/drawing/2014/main" id="{241843D2-21A3-424E-8EE4-949316A8FC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83003" y="4507950"/>
                      <a:ext cx="35728" cy="30916"/>
                    </a:xfrm>
                    <a:custGeom>
                      <a:avLst/>
                      <a:gdLst>
                        <a:gd name="connsiteX0" fmla="*/ 17578 w 35728"/>
                        <a:gd name="connsiteY0" fmla="*/ 17391 h 30916"/>
                        <a:gd name="connsiteX1" fmla="*/ 35485 w 35728"/>
                        <a:gd name="connsiteY1" fmla="*/ 20725 h 30916"/>
                        <a:gd name="connsiteX2" fmla="*/ 34627 w 35728"/>
                        <a:gd name="connsiteY2" fmla="*/ 11581 h 30916"/>
                        <a:gd name="connsiteX3" fmla="*/ 11863 w 35728"/>
                        <a:gd name="connsiteY3" fmla="*/ 913 h 30916"/>
                        <a:gd name="connsiteX4" fmla="*/ 909 w 35728"/>
                        <a:gd name="connsiteY4" fmla="*/ 23487 h 30916"/>
                        <a:gd name="connsiteX5" fmla="*/ 5767 w 35728"/>
                        <a:gd name="connsiteY5" fmla="*/ 30917 h 30916"/>
                        <a:gd name="connsiteX6" fmla="*/ 17578 w 35728"/>
                        <a:gd name="connsiteY6" fmla="*/ 17391 h 309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28" h="30916">
                          <a:moveTo>
                            <a:pt x="17578" y="17391"/>
                          </a:moveTo>
                          <a:cubicBezTo>
                            <a:pt x="23960" y="15296"/>
                            <a:pt x="30722" y="16820"/>
                            <a:pt x="35485" y="20725"/>
                          </a:cubicBezTo>
                          <a:cubicBezTo>
                            <a:pt x="35961" y="17677"/>
                            <a:pt x="35771" y="14629"/>
                            <a:pt x="34627" y="11581"/>
                          </a:cubicBezTo>
                          <a:cubicBezTo>
                            <a:pt x="31103" y="2342"/>
                            <a:pt x="21102" y="-2040"/>
                            <a:pt x="11863" y="913"/>
                          </a:cubicBezTo>
                          <a:cubicBezTo>
                            <a:pt x="2719" y="3961"/>
                            <a:pt x="-2139" y="14057"/>
                            <a:pt x="909" y="23487"/>
                          </a:cubicBezTo>
                          <a:cubicBezTo>
                            <a:pt x="1862" y="26440"/>
                            <a:pt x="3671" y="28916"/>
                            <a:pt x="5767" y="30917"/>
                          </a:cubicBezTo>
                          <a:cubicBezTo>
                            <a:pt x="7100" y="24821"/>
                            <a:pt x="11291" y="19487"/>
                            <a:pt x="17578" y="173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73" name="Forme libre : forme 772">
                      <a:extLst>
                        <a:ext uri="{FF2B5EF4-FFF2-40B4-BE49-F238E27FC236}">
                          <a16:creationId xmlns:a16="http://schemas.microsoft.com/office/drawing/2014/main" id="{8006C127-0981-46B5-98A2-F9EA92794E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87289" y="4522749"/>
                      <a:ext cx="16136" cy="15964"/>
                    </a:xfrm>
                    <a:custGeom>
                      <a:avLst/>
                      <a:gdLst>
                        <a:gd name="connsiteX0" fmla="*/ 2719 w 16136"/>
                        <a:gd name="connsiteY0" fmla="*/ 13260 h 15964"/>
                        <a:gd name="connsiteX1" fmla="*/ 1957 w 16136"/>
                        <a:gd name="connsiteY1" fmla="*/ 1925 h 15964"/>
                        <a:gd name="connsiteX2" fmla="*/ 13292 w 16136"/>
                        <a:gd name="connsiteY2" fmla="*/ 2687 h 15964"/>
                        <a:gd name="connsiteX3" fmla="*/ 14149 w 16136"/>
                        <a:gd name="connsiteY3" fmla="*/ 13927 h 15964"/>
                        <a:gd name="connsiteX4" fmla="*/ 2719 w 16136"/>
                        <a:gd name="connsiteY4" fmla="*/ 13260 h 159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36" h="15964">
                          <a:moveTo>
                            <a:pt x="2719" y="13260"/>
                          </a:moveTo>
                          <a:cubicBezTo>
                            <a:pt x="-614" y="9926"/>
                            <a:pt x="-900" y="4878"/>
                            <a:pt x="1957" y="1925"/>
                          </a:cubicBezTo>
                          <a:cubicBezTo>
                            <a:pt x="4815" y="-932"/>
                            <a:pt x="9863" y="-551"/>
                            <a:pt x="13292" y="2687"/>
                          </a:cubicBezTo>
                          <a:cubicBezTo>
                            <a:pt x="16721" y="6021"/>
                            <a:pt x="17102" y="11069"/>
                            <a:pt x="14149" y="13927"/>
                          </a:cubicBezTo>
                          <a:cubicBezTo>
                            <a:pt x="11197" y="16879"/>
                            <a:pt x="6053" y="16594"/>
                            <a:pt x="2719" y="1326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74" name="Forme libre : forme 773">
                      <a:extLst>
                        <a:ext uri="{FF2B5EF4-FFF2-40B4-BE49-F238E27FC236}">
                          <a16:creationId xmlns:a16="http://schemas.microsoft.com/office/drawing/2014/main" id="{85D5841E-2AC7-4976-BC71-14A0F7F91A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98974" y="4530629"/>
                      <a:ext cx="5976" cy="5806"/>
                    </a:xfrm>
                    <a:custGeom>
                      <a:avLst/>
                      <a:gdLst>
                        <a:gd name="connsiteX0" fmla="*/ 178 w 5976"/>
                        <a:gd name="connsiteY0" fmla="*/ 3856 h 5806"/>
                        <a:gd name="connsiteX1" fmla="*/ 1988 w 5976"/>
                        <a:gd name="connsiteY1" fmla="*/ 141 h 5806"/>
                        <a:gd name="connsiteX2" fmla="*/ 5798 w 5976"/>
                        <a:gd name="connsiteY2" fmla="*/ 1951 h 5806"/>
                        <a:gd name="connsiteX3" fmla="*/ 3988 w 5976"/>
                        <a:gd name="connsiteY3" fmla="*/ 5665 h 5806"/>
                        <a:gd name="connsiteX4" fmla="*/ 178 w 5976"/>
                        <a:gd name="connsiteY4" fmla="*/ 3856 h 5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6" h="5806">
                          <a:moveTo>
                            <a:pt x="178" y="3856"/>
                          </a:moveTo>
                          <a:cubicBezTo>
                            <a:pt x="-394" y="2332"/>
                            <a:pt x="464" y="617"/>
                            <a:pt x="1988" y="141"/>
                          </a:cubicBezTo>
                          <a:cubicBezTo>
                            <a:pt x="3512" y="-335"/>
                            <a:pt x="5226" y="427"/>
                            <a:pt x="5798" y="1951"/>
                          </a:cubicBezTo>
                          <a:cubicBezTo>
                            <a:pt x="6369" y="3475"/>
                            <a:pt x="5512" y="5094"/>
                            <a:pt x="3988" y="5665"/>
                          </a:cubicBezTo>
                          <a:cubicBezTo>
                            <a:pt x="2464" y="6142"/>
                            <a:pt x="750" y="5380"/>
                            <a:pt x="178" y="385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775" name="Graphique 15">
                    <a:extLst>
                      <a:ext uri="{FF2B5EF4-FFF2-40B4-BE49-F238E27FC236}">
                        <a16:creationId xmlns:a16="http://schemas.microsoft.com/office/drawing/2014/main" id="{11DDA7D3-DCF3-4653-B36B-447936CABE86}"/>
                      </a:ext>
                    </a:extLst>
                  </p:cNvPr>
                  <p:cNvGrpSpPr/>
                  <p:nvPr/>
                </p:nvGrpSpPr>
                <p:grpSpPr>
                  <a:xfrm>
                    <a:off x="10559878" y="4481740"/>
                    <a:ext cx="34528" cy="35542"/>
                    <a:chOff x="10559878" y="4481740"/>
                    <a:chExt cx="34528" cy="35542"/>
                  </a:xfrm>
                  <a:solidFill>
                    <a:schemeClr val="accent1"/>
                  </a:solidFill>
                </p:grpSpPr>
                <p:sp>
                  <p:nvSpPr>
                    <p:cNvPr id="776" name="Forme libre : forme 775">
                      <a:extLst>
                        <a:ext uri="{FF2B5EF4-FFF2-40B4-BE49-F238E27FC236}">
                          <a16:creationId xmlns:a16="http://schemas.microsoft.com/office/drawing/2014/main" id="{0FC6A740-F6F3-4B8E-8877-E66335AE82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59937" y="4481740"/>
                      <a:ext cx="34469" cy="35542"/>
                    </a:xfrm>
                    <a:custGeom>
                      <a:avLst/>
                      <a:gdLst>
                        <a:gd name="connsiteX0" fmla="*/ 829 w 34469"/>
                        <a:gd name="connsiteY0" fmla="*/ 23122 h 35542"/>
                        <a:gd name="connsiteX1" fmla="*/ 11497 w 34469"/>
                        <a:gd name="connsiteY1" fmla="*/ 834 h 35542"/>
                        <a:gd name="connsiteX2" fmla="*/ 33405 w 34469"/>
                        <a:gd name="connsiteY2" fmla="*/ 12264 h 35542"/>
                        <a:gd name="connsiteX3" fmla="*/ 22832 w 34469"/>
                        <a:gd name="connsiteY3" fmla="*/ 34647 h 35542"/>
                        <a:gd name="connsiteX4" fmla="*/ 829 w 34469"/>
                        <a:gd name="connsiteY4" fmla="*/ 23122 h 35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469" h="35542">
                          <a:moveTo>
                            <a:pt x="829" y="23122"/>
                          </a:moveTo>
                          <a:cubicBezTo>
                            <a:pt x="-2028" y="13883"/>
                            <a:pt x="2734" y="3691"/>
                            <a:pt x="11497" y="834"/>
                          </a:cubicBezTo>
                          <a:cubicBezTo>
                            <a:pt x="20260" y="-2119"/>
                            <a:pt x="30071" y="3024"/>
                            <a:pt x="33405" y="12264"/>
                          </a:cubicBezTo>
                          <a:cubicBezTo>
                            <a:pt x="36739" y="21503"/>
                            <a:pt x="31976" y="31504"/>
                            <a:pt x="22832" y="34647"/>
                          </a:cubicBezTo>
                          <a:cubicBezTo>
                            <a:pt x="13497" y="37695"/>
                            <a:pt x="3687" y="32743"/>
                            <a:pt x="829" y="2312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77" name="Forme libre : forme 776">
                      <a:extLst>
                        <a:ext uri="{FF2B5EF4-FFF2-40B4-BE49-F238E27FC236}">
                          <a16:creationId xmlns:a16="http://schemas.microsoft.com/office/drawing/2014/main" id="{01638768-AD41-441D-BD44-8D4E8E260F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59878" y="4481740"/>
                      <a:ext cx="34400" cy="30647"/>
                    </a:xfrm>
                    <a:custGeom>
                      <a:avLst/>
                      <a:gdLst>
                        <a:gd name="connsiteX0" fmla="*/ 16890 w 34400"/>
                        <a:gd name="connsiteY0" fmla="*/ 17407 h 30647"/>
                        <a:gd name="connsiteX1" fmla="*/ 34131 w 34400"/>
                        <a:gd name="connsiteY1" fmla="*/ 21312 h 30647"/>
                        <a:gd name="connsiteX2" fmla="*/ 33369 w 34400"/>
                        <a:gd name="connsiteY2" fmla="*/ 12264 h 30647"/>
                        <a:gd name="connsiteX3" fmla="*/ 11461 w 34400"/>
                        <a:gd name="connsiteY3" fmla="*/ 834 h 30647"/>
                        <a:gd name="connsiteX4" fmla="*/ 793 w 34400"/>
                        <a:gd name="connsiteY4" fmla="*/ 23122 h 30647"/>
                        <a:gd name="connsiteX5" fmla="*/ 5460 w 34400"/>
                        <a:gd name="connsiteY5" fmla="*/ 30647 h 30647"/>
                        <a:gd name="connsiteX6" fmla="*/ 16890 w 34400"/>
                        <a:gd name="connsiteY6" fmla="*/ 17407 h 306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00" h="30647">
                          <a:moveTo>
                            <a:pt x="16890" y="17407"/>
                          </a:moveTo>
                          <a:cubicBezTo>
                            <a:pt x="22986" y="15312"/>
                            <a:pt x="29464" y="17121"/>
                            <a:pt x="34131" y="21312"/>
                          </a:cubicBezTo>
                          <a:cubicBezTo>
                            <a:pt x="34607" y="18360"/>
                            <a:pt x="34512" y="15312"/>
                            <a:pt x="33369" y="12264"/>
                          </a:cubicBezTo>
                          <a:cubicBezTo>
                            <a:pt x="30035" y="3024"/>
                            <a:pt x="20224" y="-2119"/>
                            <a:pt x="11461" y="834"/>
                          </a:cubicBezTo>
                          <a:cubicBezTo>
                            <a:pt x="2698" y="3786"/>
                            <a:pt x="-1969" y="13883"/>
                            <a:pt x="793" y="23122"/>
                          </a:cubicBezTo>
                          <a:cubicBezTo>
                            <a:pt x="1746" y="26075"/>
                            <a:pt x="3365" y="28647"/>
                            <a:pt x="5460" y="30647"/>
                          </a:cubicBezTo>
                          <a:cubicBezTo>
                            <a:pt x="6794" y="24646"/>
                            <a:pt x="10890" y="19407"/>
                            <a:pt x="16890" y="174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78" name="Forme libre : forme 777">
                      <a:extLst>
                        <a:ext uri="{FF2B5EF4-FFF2-40B4-BE49-F238E27FC236}">
                          <a16:creationId xmlns:a16="http://schemas.microsoft.com/office/drawing/2014/main" id="{4ADEDBFB-8D47-4714-B90F-CA7205BEF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64015" y="4496414"/>
                      <a:ext cx="15456" cy="16023"/>
                    </a:xfrm>
                    <a:custGeom>
                      <a:avLst/>
                      <a:gdLst>
                        <a:gd name="connsiteX0" fmla="*/ 2562 w 15456"/>
                        <a:gd name="connsiteY0" fmla="*/ 13211 h 16023"/>
                        <a:gd name="connsiteX1" fmla="*/ 1895 w 15456"/>
                        <a:gd name="connsiteY1" fmla="*/ 1876 h 16023"/>
                        <a:gd name="connsiteX2" fmla="*/ 12754 w 15456"/>
                        <a:gd name="connsiteY2" fmla="*/ 2829 h 16023"/>
                        <a:gd name="connsiteX3" fmla="*/ 13611 w 15456"/>
                        <a:gd name="connsiteY3" fmla="*/ 14068 h 16023"/>
                        <a:gd name="connsiteX4" fmla="*/ 2562 w 15456"/>
                        <a:gd name="connsiteY4" fmla="*/ 13211 h 160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56" h="16023">
                          <a:moveTo>
                            <a:pt x="2562" y="13211"/>
                          </a:moveTo>
                          <a:cubicBezTo>
                            <a:pt x="-581" y="9782"/>
                            <a:pt x="-867" y="4734"/>
                            <a:pt x="1895" y="1876"/>
                          </a:cubicBezTo>
                          <a:cubicBezTo>
                            <a:pt x="4658" y="-981"/>
                            <a:pt x="9516" y="-505"/>
                            <a:pt x="12754" y="2829"/>
                          </a:cubicBezTo>
                          <a:cubicBezTo>
                            <a:pt x="15993" y="6163"/>
                            <a:pt x="16374" y="11211"/>
                            <a:pt x="13611" y="14068"/>
                          </a:cubicBezTo>
                          <a:cubicBezTo>
                            <a:pt x="10659" y="17021"/>
                            <a:pt x="5801" y="16545"/>
                            <a:pt x="2562" y="1321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79" name="Forme libre : forme 778">
                      <a:extLst>
                        <a:ext uri="{FF2B5EF4-FFF2-40B4-BE49-F238E27FC236}">
                          <a16:creationId xmlns:a16="http://schemas.microsoft.com/office/drawing/2014/main" id="{BAF79E69-2075-4CCC-8446-5805741127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75294" y="4504350"/>
                      <a:ext cx="5711" cy="5883"/>
                    </a:xfrm>
                    <a:custGeom>
                      <a:avLst/>
                      <a:gdLst>
                        <a:gd name="connsiteX0" fmla="*/ 141 w 5711"/>
                        <a:gd name="connsiteY0" fmla="*/ 3846 h 5883"/>
                        <a:gd name="connsiteX1" fmla="*/ 1951 w 5711"/>
                        <a:gd name="connsiteY1" fmla="*/ 132 h 5883"/>
                        <a:gd name="connsiteX2" fmla="*/ 5570 w 5711"/>
                        <a:gd name="connsiteY2" fmla="*/ 2037 h 5883"/>
                        <a:gd name="connsiteX3" fmla="*/ 3760 w 5711"/>
                        <a:gd name="connsiteY3" fmla="*/ 5751 h 5883"/>
                        <a:gd name="connsiteX4" fmla="*/ 141 w 5711"/>
                        <a:gd name="connsiteY4" fmla="*/ 3846 h 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11" h="5883">
                          <a:moveTo>
                            <a:pt x="141" y="3846"/>
                          </a:moveTo>
                          <a:cubicBezTo>
                            <a:pt x="-335" y="2322"/>
                            <a:pt x="427" y="608"/>
                            <a:pt x="1951" y="132"/>
                          </a:cubicBezTo>
                          <a:cubicBezTo>
                            <a:pt x="3475" y="-345"/>
                            <a:pt x="5094" y="513"/>
                            <a:pt x="5570" y="2037"/>
                          </a:cubicBezTo>
                          <a:cubicBezTo>
                            <a:pt x="6046" y="3561"/>
                            <a:pt x="5285" y="5180"/>
                            <a:pt x="3760" y="5751"/>
                          </a:cubicBezTo>
                          <a:cubicBezTo>
                            <a:pt x="2236" y="6228"/>
                            <a:pt x="617" y="5371"/>
                            <a:pt x="141" y="38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780" name="Graphique 15">
                    <a:extLst>
                      <a:ext uri="{FF2B5EF4-FFF2-40B4-BE49-F238E27FC236}">
                        <a16:creationId xmlns:a16="http://schemas.microsoft.com/office/drawing/2014/main" id="{5972DF28-FEAA-4B84-8A7D-B9F7230D8BB7}"/>
                      </a:ext>
                    </a:extLst>
                  </p:cNvPr>
                  <p:cNvGrpSpPr/>
                  <p:nvPr/>
                </p:nvGrpSpPr>
                <p:grpSpPr>
                  <a:xfrm>
                    <a:off x="10530836" y="4464114"/>
                    <a:ext cx="33527" cy="35315"/>
                    <a:chOff x="10530836" y="4464114"/>
                    <a:chExt cx="33527" cy="35315"/>
                  </a:xfrm>
                  <a:solidFill>
                    <a:schemeClr val="accent1"/>
                  </a:solidFill>
                </p:grpSpPr>
                <p:sp>
                  <p:nvSpPr>
                    <p:cNvPr id="781" name="Forme libre : forme 780">
                      <a:extLst>
                        <a:ext uri="{FF2B5EF4-FFF2-40B4-BE49-F238E27FC236}">
                          <a16:creationId xmlns:a16="http://schemas.microsoft.com/office/drawing/2014/main" id="{FB5115DD-BE4B-4390-8512-EB54D1C1DF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30932" y="4464114"/>
                      <a:ext cx="33432" cy="35315"/>
                    </a:xfrm>
                    <a:custGeom>
                      <a:avLst/>
                      <a:gdLst>
                        <a:gd name="connsiteX0" fmla="*/ 688 w 33432"/>
                        <a:gd name="connsiteY0" fmla="*/ 22174 h 35315"/>
                        <a:gd name="connsiteX1" fmla="*/ 11547 w 33432"/>
                        <a:gd name="connsiteY1" fmla="*/ 553 h 35315"/>
                        <a:gd name="connsiteX2" fmla="*/ 32502 w 33432"/>
                        <a:gd name="connsiteY2" fmla="*/ 12649 h 35315"/>
                        <a:gd name="connsiteX3" fmla="*/ 21834 w 33432"/>
                        <a:gd name="connsiteY3" fmla="*/ 34652 h 35315"/>
                        <a:gd name="connsiteX4" fmla="*/ 688 w 33432"/>
                        <a:gd name="connsiteY4" fmla="*/ 22174 h 35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432" h="35315">
                          <a:moveTo>
                            <a:pt x="688" y="22174"/>
                          </a:moveTo>
                          <a:cubicBezTo>
                            <a:pt x="-1883" y="12649"/>
                            <a:pt x="2974" y="3029"/>
                            <a:pt x="11547" y="553"/>
                          </a:cubicBezTo>
                          <a:cubicBezTo>
                            <a:pt x="20215" y="-1733"/>
                            <a:pt x="29359" y="3220"/>
                            <a:pt x="32502" y="12649"/>
                          </a:cubicBezTo>
                          <a:cubicBezTo>
                            <a:pt x="35550" y="21889"/>
                            <a:pt x="30883" y="32271"/>
                            <a:pt x="21834" y="34652"/>
                          </a:cubicBezTo>
                          <a:cubicBezTo>
                            <a:pt x="12690" y="37319"/>
                            <a:pt x="3260" y="31699"/>
                            <a:pt x="688" y="2217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82" name="Forme libre : forme 781">
                      <a:extLst>
                        <a:ext uri="{FF2B5EF4-FFF2-40B4-BE49-F238E27FC236}">
                          <a16:creationId xmlns:a16="http://schemas.microsoft.com/office/drawing/2014/main" id="{84B4704F-A995-414A-BE04-1CB76F8464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30836" y="4464146"/>
                      <a:ext cx="33420" cy="29857"/>
                    </a:xfrm>
                    <a:custGeom>
                      <a:avLst/>
                      <a:gdLst>
                        <a:gd name="connsiteX0" fmla="*/ 16500 w 33420"/>
                        <a:gd name="connsiteY0" fmla="*/ 17285 h 29857"/>
                        <a:gd name="connsiteX1" fmla="*/ 33073 w 33420"/>
                        <a:gd name="connsiteY1" fmla="*/ 21761 h 29857"/>
                        <a:gd name="connsiteX2" fmla="*/ 32502 w 33420"/>
                        <a:gd name="connsiteY2" fmla="*/ 12617 h 29857"/>
                        <a:gd name="connsiteX3" fmla="*/ 11547 w 33420"/>
                        <a:gd name="connsiteY3" fmla="*/ 520 h 29857"/>
                        <a:gd name="connsiteX4" fmla="*/ 688 w 33420"/>
                        <a:gd name="connsiteY4" fmla="*/ 22142 h 29857"/>
                        <a:gd name="connsiteX5" fmla="*/ 5070 w 33420"/>
                        <a:gd name="connsiteY5" fmla="*/ 29857 h 29857"/>
                        <a:gd name="connsiteX6" fmla="*/ 16500 w 33420"/>
                        <a:gd name="connsiteY6" fmla="*/ 17285 h 29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420" h="29857">
                          <a:moveTo>
                            <a:pt x="16500" y="17285"/>
                          </a:moveTo>
                          <a:cubicBezTo>
                            <a:pt x="22500" y="15665"/>
                            <a:pt x="28692" y="17475"/>
                            <a:pt x="33073" y="21761"/>
                          </a:cubicBezTo>
                          <a:cubicBezTo>
                            <a:pt x="33645" y="18808"/>
                            <a:pt x="33549" y="15665"/>
                            <a:pt x="32502" y="12617"/>
                          </a:cubicBezTo>
                          <a:cubicBezTo>
                            <a:pt x="29358" y="3187"/>
                            <a:pt x="20215" y="-1670"/>
                            <a:pt x="11547" y="520"/>
                          </a:cubicBezTo>
                          <a:cubicBezTo>
                            <a:pt x="2974" y="2902"/>
                            <a:pt x="-1884" y="12617"/>
                            <a:pt x="688" y="22142"/>
                          </a:cubicBezTo>
                          <a:cubicBezTo>
                            <a:pt x="1546" y="25190"/>
                            <a:pt x="3070" y="27762"/>
                            <a:pt x="5070" y="29857"/>
                          </a:cubicBezTo>
                          <a:cubicBezTo>
                            <a:pt x="6498" y="23857"/>
                            <a:pt x="10594" y="18904"/>
                            <a:pt x="16500" y="1728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83" name="Forme libre : forme 782">
                      <a:extLst>
                        <a:ext uri="{FF2B5EF4-FFF2-40B4-BE49-F238E27FC236}">
                          <a16:creationId xmlns:a16="http://schemas.microsoft.com/office/drawing/2014/main" id="{B793FDCF-46A5-4C9A-B8EE-384F2B5077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34771" y="4478405"/>
                      <a:ext cx="15041" cy="16012"/>
                    </a:xfrm>
                    <a:custGeom>
                      <a:avLst/>
                      <a:gdLst>
                        <a:gd name="connsiteX0" fmla="*/ 2373 w 15041"/>
                        <a:gd name="connsiteY0" fmla="*/ 12837 h 16012"/>
                        <a:gd name="connsiteX1" fmla="*/ 1992 w 15041"/>
                        <a:gd name="connsiteY1" fmla="*/ 1597 h 16012"/>
                        <a:gd name="connsiteX2" fmla="*/ 12565 w 15041"/>
                        <a:gd name="connsiteY2" fmla="*/ 3217 h 16012"/>
                        <a:gd name="connsiteX3" fmla="*/ 13136 w 15041"/>
                        <a:gd name="connsiteY3" fmla="*/ 14456 h 16012"/>
                        <a:gd name="connsiteX4" fmla="*/ 2373 w 15041"/>
                        <a:gd name="connsiteY4" fmla="*/ 12837 h 16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41" h="16012">
                          <a:moveTo>
                            <a:pt x="2373" y="12837"/>
                          </a:moveTo>
                          <a:cubicBezTo>
                            <a:pt x="-675" y="9313"/>
                            <a:pt x="-770" y="4264"/>
                            <a:pt x="1992" y="1597"/>
                          </a:cubicBezTo>
                          <a:cubicBezTo>
                            <a:pt x="4754" y="-1070"/>
                            <a:pt x="9422" y="-308"/>
                            <a:pt x="12565" y="3217"/>
                          </a:cubicBezTo>
                          <a:cubicBezTo>
                            <a:pt x="15613" y="6741"/>
                            <a:pt x="15898" y="11789"/>
                            <a:pt x="13136" y="14456"/>
                          </a:cubicBezTo>
                          <a:cubicBezTo>
                            <a:pt x="10279" y="17028"/>
                            <a:pt x="5421" y="16361"/>
                            <a:pt x="2373" y="1283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84" name="Forme libre : forme 783">
                      <a:extLst>
                        <a:ext uri="{FF2B5EF4-FFF2-40B4-BE49-F238E27FC236}">
                          <a16:creationId xmlns:a16="http://schemas.microsoft.com/office/drawing/2014/main" id="{DACFCD95-CD0E-41E0-8C8A-EF63CA589E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45680" y="4486675"/>
                      <a:ext cx="5598" cy="5799"/>
                    </a:xfrm>
                    <a:custGeom>
                      <a:avLst/>
                      <a:gdLst>
                        <a:gd name="connsiteX0" fmla="*/ 132 w 5598"/>
                        <a:gd name="connsiteY0" fmla="*/ 3614 h 5799"/>
                        <a:gd name="connsiteX1" fmla="*/ 1942 w 5598"/>
                        <a:gd name="connsiteY1" fmla="*/ 90 h 5799"/>
                        <a:gd name="connsiteX2" fmla="*/ 5466 w 5598"/>
                        <a:gd name="connsiteY2" fmla="*/ 2185 h 5799"/>
                        <a:gd name="connsiteX3" fmla="*/ 3657 w 5598"/>
                        <a:gd name="connsiteY3" fmla="*/ 5709 h 5799"/>
                        <a:gd name="connsiteX4" fmla="*/ 132 w 5598"/>
                        <a:gd name="connsiteY4" fmla="*/ 3614 h 5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98" h="5799">
                          <a:moveTo>
                            <a:pt x="132" y="3614"/>
                          </a:moveTo>
                          <a:cubicBezTo>
                            <a:pt x="-344" y="2090"/>
                            <a:pt x="513" y="471"/>
                            <a:pt x="1942" y="90"/>
                          </a:cubicBezTo>
                          <a:cubicBezTo>
                            <a:pt x="3371" y="-291"/>
                            <a:pt x="4990" y="566"/>
                            <a:pt x="5466" y="2185"/>
                          </a:cubicBezTo>
                          <a:cubicBezTo>
                            <a:pt x="5942" y="3709"/>
                            <a:pt x="5085" y="5328"/>
                            <a:pt x="3657" y="5709"/>
                          </a:cubicBezTo>
                          <a:cubicBezTo>
                            <a:pt x="2133" y="6091"/>
                            <a:pt x="608" y="5233"/>
                            <a:pt x="132" y="361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785" name="Graphique 15">
                  <a:extLst>
                    <a:ext uri="{FF2B5EF4-FFF2-40B4-BE49-F238E27FC236}">
                      <a16:creationId xmlns:a16="http://schemas.microsoft.com/office/drawing/2014/main" id="{40BE9536-3ED9-42BF-AE15-054B278B23C2}"/>
                    </a:ext>
                  </a:extLst>
                </p:cNvPr>
                <p:cNvGrpSpPr/>
                <p:nvPr/>
              </p:nvGrpSpPr>
              <p:grpSpPr>
                <a:xfrm>
                  <a:off x="10485668" y="4371443"/>
                  <a:ext cx="87877" cy="54172"/>
                  <a:chOff x="10485668" y="4371443"/>
                  <a:chExt cx="87877" cy="54172"/>
                </a:xfrm>
                <a:solidFill>
                  <a:schemeClr val="accent1"/>
                </a:solidFill>
              </p:grpSpPr>
              <p:grpSp>
                <p:nvGrpSpPr>
                  <p:cNvPr id="786" name="Graphique 15">
                    <a:extLst>
                      <a:ext uri="{FF2B5EF4-FFF2-40B4-BE49-F238E27FC236}">
                        <a16:creationId xmlns:a16="http://schemas.microsoft.com/office/drawing/2014/main" id="{C1C75A9A-2387-400E-A263-4B6A1BCB5EFC}"/>
                      </a:ext>
                    </a:extLst>
                  </p:cNvPr>
                  <p:cNvGrpSpPr/>
                  <p:nvPr/>
                </p:nvGrpSpPr>
                <p:grpSpPr>
                  <a:xfrm>
                    <a:off x="10542736" y="4390608"/>
                    <a:ext cx="30808" cy="35008"/>
                    <a:chOff x="10542736" y="4390608"/>
                    <a:chExt cx="30808" cy="35008"/>
                  </a:xfrm>
                  <a:solidFill>
                    <a:schemeClr val="accent1"/>
                  </a:solidFill>
                </p:grpSpPr>
                <p:sp>
                  <p:nvSpPr>
                    <p:cNvPr id="787" name="Forme libre : forme 786">
                      <a:extLst>
                        <a:ext uri="{FF2B5EF4-FFF2-40B4-BE49-F238E27FC236}">
                          <a16:creationId xmlns:a16="http://schemas.microsoft.com/office/drawing/2014/main" id="{B18A4F2F-E3DA-496B-98DB-E9B7027D45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42736" y="4390608"/>
                      <a:ext cx="30808" cy="35008"/>
                    </a:xfrm>
                    <a:custGeom>
                      <a:avLst/>
                      <a:gdLst>
                        <a:gd name="connsiteX0" fmla="*/ 4981 w 30808"/>
                        <a:gd name="connsiteY0" fmla="*/ 29291 h 35008"/>
                        <a:gd name="connsiteX1" fmla="*/ 3838 w 30808"/>
                        <a:gd name="connsiteY1" fmla="*/ 4431 h 35008"/>
                        <a:gd name="connsiteX2" fmla="*/ 25270 w 30808"/>
                        <a:gd name="connsiteY2" fmla="*/ 5479 h 35008"/>
                        <a:gd name="connsiteX3" fmla="*/ 27079 w 30808"/>
                        <a:gd name="connsiteY3" fmla="*/ 30339 h 35008"/>
                        <a:gd name="connsiteX4" fmla="*/ 4981 w 30808"/>
                        <a:gd name="connsiteY4" fmla="*/ 29291 h 350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808" h="35008">
                          <a:moveTo>
                            <a:pt x="4981" y="29291"/>
                          </a:moveTo>
                          <a:cubicBezTo>
                            <a:pt x="-1305" y="22147"/>
                            <a:pt x="-1591" y="10908"/>
                            <a:pt x="3838" y="4431"/>
                          </a:cubicBezTo>
                          <a:cubicBezTo>
                            <a:pt x="9363" y="-2046"/>
                            <a:pt x="18888" y="-1189"/>
                            <a:pt x="25270" y="5479"/>
                          </a:cubicBezTo>
                          <a:cubicBezTo>
                            <a:pt x="31746" y="12337"/>
                            <a:pt x="32794" y="23576"/>
                            <a:pt x="27079" y="30339"/>
                          </a:cubicBezTo>
                          <a:cubicBezTo>
                            <a:pt x="21364" y="36911"/>
                            <a:pt x="11268" y="36530"/>
                            <a:pt x="4981" y="2929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88" name="Forme libre : forme 787">
                      <a:extLst>
                        <a:ext uri="{FF2B5EF4-FFF2-40B4-BE49-F238E27FC236}">
                          <a16:creationId xmlns:a16="http://schemas.microsoft.com/office/drawing/2014/main" id="{BE69BC96-8DEA-4310-BED8-7A9FB96545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42889" y="4390670"/>
                      <a:ext cx="29784" cy="34086"/>
                    </a:xfrm>
                    <a:custGeom>
                      <a:avLst/>
                      <a:gdLst>
                        <a:gd name="connsiteX0" fmla="*/ 14925 w 29784"/>
                        <a:gd name="connsiteY0" fmla="*/ 17228 h 34086"/>
                        <a:gd name="connsiteX1" fmla="*/ 29784 w 29784"/>
                        <a:gd name="connsiteY1" fmla="*/ 13418 h 34086"/>
                        <a:gd name="connsiteX2" fmla="*/ 25307 w 29784"/>
                        <a:gd name="connsiteY2" fmla="*/ 5512 h 34086"/>
                        <a:gd name="connsiteX3" fmla="*/ 3876 w 29784"/>
                        <a:gd name="connsiteY3" fmla="*/ 4464 h 34086"/>
                        <a:gd name="connsiteX4" fmla="*/ 5019 w 29784"/>
                        <a:gd name="connsiteY4" fmla="*/ 29324 h 34086"/>
                        <a:gd name="connsiteX5" fmla="*/ 11877 w 29784"/>
                        <a:gd name="connsiteY5" fmla="*/ 34087 h 34086"/>
                        <a:gd name="connsiteX6" fmla="*/ 14925 w 29784"/>
                        <a:gd name="connsiteY6" fmla="*/ 17228 h 340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784" h="34086">
                          <a:moveTo>
                            <a:pt x="14925" y="17228"/>
                          </a:moveTo>
                          <a:cubicBezTo>
                            <a:pt x="18830" y="12846"/>
                            <a:pt x="24450" y="11798"/>
                            <a:pt x="29784" y="13418"/>
                          </a:cubicBezTo>
                          <a:cubicBezTo>
                            <a:pt x="28832" y="10560"/>
                            <a:pt x="27403" y="7798"/>
                            <a:pt x="25307" y="5512"/>
                          </a:cubicBezTo>
                          <a:cubicBezTo>
                            <a:pt x="18830" y="-1251"/>
                            <a:pt x="9305" y="-2013"/>
                            <a:pt x="3876" y="4464"/>
                          </a:cubicBezTo>
                          <a:cubicBezTo>
                            <a:pt x="-1649" y="10941"/>
                            <a:pt x="-1267" y="22085"/>
                            <a:pt x="5019" y="29324"/>
                          </a:cubicBezTo>
                          <a:cubicBezTo>
                            <a:pt x="7019" y="31610"/>
                            <a:pt x="9401" y="33134"/>
                            <a:pt x="11877" y="34087"/>
                          </a:cubicBezTo>
                          <a:cubicBezTo>
                            <a:pt x="10067" y="27991"/>
                            <a:pt x="11115" y="21609"/>
                            <a:pt x="14925" y="1722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89" name="Forme libre : forme 788">
                      <a:extLst>
                        <a:ext uri="{FF2B5EF4-FFF2-40B4-BE49-F238E27FC236}">
                          <a16:creationId xmlns:a16="http://schemas.microsoft.com/office/drawing/2014/main" id="{C1FED16B-DAF4-4CB6-93A2-082FA1FE16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48709" y="4407326"/>
                      <a:ext cx="14833" cy="14912"/>
                    </a:xfrm>
                    <a:custGeom>
                      <a:avLst/>
                      <a:gdLst>
                        <a:gd name="connsiteX0" fmla="*/ 5581 w 14833"/>
                        <a:gd name="connsiteY0" fmla="*/ 14288 h 14912"/>
                        <a:gd name="connsiteX1" fmla="*/ 247 w 14833"/>
                        <a:gd name="connsiteY1" fmla="*/ 4382 h 14912"/>
                        <a:gd name="connsiteX2" fmla="*/ 9105 w 14833"/>
                        <a:gd name="connsiteY2" fmla="*/ 667 h 14912"/>
                        <a:gd name="connsiteX3" fmla="*/ 14630 w 14833"/>
                        <a:gd name="connsiteY3" fmla="*/ 10478 h 14912"/>
                        <a:gd name="connsiteX4" fmla="*/ 5581 w 14833"/>
                        <a:gd name="connsiteY4" fmla="*/ 14288 h 14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33" h="14912">
                          <a:moveTo>
                            <a:pt x="5581" y="14288"/>
                          </a:moveTo>
                          <a:cubicBezTo>
                            <a:pt x="1581" y="12573"/>
                            <a:pt x="-801" y="8192"/>
                            <a:pt x="247" y="4382"/>
                          </a:cubicBezTo>
                          <a:cubicBezTo>
                            <a:pt x="1199" y="667"/>
                            <a:pt x="5105" y="-1047"/>
                            <a:pt x="9105" y="667"/>
                          </a:cubicBezTo>
                          <a:cubicBezTo>
                            <a:pt x="13106" y="2382"/>
                            <a:pt x="15582" y="6763"/>
                            <a:pt x="14630" y="10478"/>
                          </a:cubicBezTo>
                          <a:cubicBezTo>
                            <a:pt x="13677" y="14288"/>
                            <a:pt x="9582" y="15907"/>
                            <a:pt x="5581" y="142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90" name="Forme libre : forme 789">
                      <a:extLst>
                        <a:ext uri="{FF2B5EF4-FFF2-40B4-BE49-F238E27FC236}">
                          <a16:creationId xmlns:a16="http://schemas.microsoft.com/office/drawing/2014/main" id="{8B02E352-5C18-43B7-8A0A-F5133F723B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59727" y="4411835"/>
                      <a:ext cx="5127" cy="5745"/>
                    </a:xfrm>
                    <a:custGeom>
                      <a:avLst/>
                      <a:gdLst>
                        <a:gd name="connsiteX0" fmla="*/ 849 w 5127"/>
                        <a:gd name="connsiteY0" fmla="*/ 4826 h 5745"/>
                        <a:gd name="connsiteX1" fmla="*/ 659 w 5127"/>
                        <a:gd name="connsiteY1" fmla="*/ 730 h 5745"/>
                        <a:gd name="connsiteX2" fmla="*/ 4278 w 5127"/>
                        <a:gd name="connsiteY2" fmla="*/ 920 h 5745"/>
                        <a:gd name="connsiteX3" fmla="*/ 4469 w 5127"/>
                        <a:gd name="connsiteY3" fmla="*/ 5016 h 5745"/>
                        <a:gd name="connsiteX4" fmla="*/ 849 w 5127"/>
                        <a:gd name="connsiteY4" fmla="*/ 4826 h 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27" h="5745">
                          <a:moveTo>
                            <a:pt x="849" y="4826"/>
                          </a:moveTo>
                          <a:cubicBezTo>
                            <a:pt x="-199" y="3683"/>
                            <a:pt x="-294" y="1873"/>
                            <a:pt x="659" y="730"/>
                          </a:cubicBezTo>
                          <a:cubicBezTo>
                            <a:pt x="1611" y="-318"/>
                            <a:pt x="3230" y="-223"/>
                            <a:pt x="4278" y="920"/>
                          </a:cubicBezTo>
                          <a:cubicBezTo>
                            <a:pt x="5326" y="2063"/>
                            <a:pt x="5421" y="3873"/>
                            <a:pt x="4469" y="5016"/>
                          </a:cubicBezTo>
                          <a:cubicBezTo>
                            <a:pt x="3611" y="6064"/>
                            <a:pt x="1992" y="5968"/>
                            <a:pt x="849" y="48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791" name="Graphique 15">
                    <a:extLst>
                      <a:ext uri="{FF2B5EF4-FFF2-40B4-BE49-F238E27FC236}">
                        <a16:creationId xmlns:a16="http://schemas.microsoft.com/office/drawing/2014/main" id="{452923E2-0746-47E7-897D-FE9ED9FA94B9}"/>
                      </a:ext>
                    </a:extLst>
                  </p:cNvPr>
                  <p:cNvGrpSpPr/>
                  <p:nvPr/>
                </p:nvGrpSpPr>
                <p:grpSpPr>
                  <a:xfrm>
                    <a:off x="10514615" y="4376101"/>
                    <a:ext cx="29782" cy="35128"/>
                    <a:chOff x="10514615" y="4376101"/>
                    <a:chExt cx="29782" cy="35128"/>
                  </a:xfrm>
                  <a:solidFill>
                    <a:schemeClr val="accent1"/>
                  </a:solidFill>
                </p:grpSpPr>
                <p:sp>
                  <p:nvSpPr>
                    <p:cNvPr id="792" name="Forme libre : forme 791">
                      <a:extLst>
                        <a:ext uri="{FF2B5EF4-FFF2-40B4-BE49-F238E27FC236}">
                          <a16:creationId xmlns:a16="http://schemas.microsoft.com/office/drawing/2014/main" id="{9031B794-728A-4BA1-BAA1-31B9C0F155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14615" y="4376139"/>
                      <a:ext cx="29782" cy="35090"/>
                    </a:xfrm>
                    <a:custGeom>
                      <a:avLst/>
                      <a:gdLst>
                        <a:gd name="connsiteX0" fmla="*/ 4527 w 29782"/>
                        <a:gd name="connsiteY0" fmla="*/ 28806 h 35090"/>
                        <a:gd name="connsiteX1" fmla="*/ 4051 w 29782"/>
                        <a:gd name="connsiteY1" fmla="*/ 4136 h 35090"/>
                        <a:gd name="connsiteX2" fmla="*/ 24720 w 29782"/>
                        <a:gd name="connsiteY2" fmla="*/ 5851 h 35090"/>
                        <a:gd name="connsiteX3" fmla="*/ 25863 w 29782"/>
                        <a:gd name="connsiteY3" fmla="*/ 30615 h 35090"/>
                        <a:gd name="connsiteX4" fmla="*/ 4527 w 29782"/>
                        <a:gd name="connsiteY4" fmla="*/ 28806 h 35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782" h="35090">
                          <a:moveTo>
                            <a:pt x="4527" y="28806"/>
                          </a:moveTo>
                          <a:cubicBezTo>
                            <a:pt x="-1379" y="21281"/>
                            <a:pt x="-1474" y="10232"/>
                            <a:pt x="4051" y="4136"/>
                          </a:cubicBezTo>
                          <a:cubicBezTo>
                            <a:pt x="9575" y="-1769"/>
                            <a:pt x="18529" y="-1484"/>
                            <a:pt x="24720" y="5851"/>
                          </a:cubicBezTo>
                          <a:cubicBezTo>
                            <a:pt x="30911" y="13090"/>
                            <a:pt x="31578" y="24139"/>
                            <a:pt x="25863" y="30615"/>
                          </a:cubicBezTo>
                          <a:cubicBezTo>
                            <a:pt x="20243" y="37378"/>
                            <a:pt x="10433" y="36235"/>
                            <a:pt x="4527" y="2880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93" name="Forme libre : forme 792">
                      <a:extLst>
                        <a:ext uri="{FF2B5EF4-FFF2-40B4-BE49-F238E27FC236}">
                          <a16:creationId xmlns:a16="http://schemas.microsoft.com/office/drawing/2014/main" id="{6AD7CE31-1BB5-4853-9D17-668149423C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14615" y="4376101"/>
                      <a:ext cx="28910" cy="33892"/>
                    </a:xfrm>
                    <a:custGeom>
                      <a:avLst/>
                      <a:gdLst>
                        <a:gd name="connsiteX0" fmla="*/ 14528 w 28910"/>
                        <a:gd name="connsiteY0" fmla="*/ 17414 h 33892"/>
                        <a:gd name="connsiteX1" fmla="*/ 28911 w 28910"/>
                        <a:gd name="connsiteY1" fmla="*/ 13985 h 33892"/>
                        <a:gd name="connsiteX2" fmla="*/ 24720 w 28910"/>
                        <a:gd name="connsiteY2" fmla="*/ 5889 h 33892"/>
                        <a:gd name="connsiteX3" fmla="*/ 4051 w 28910"/>
                        <a:gd name="connsiteY3" fmla="*/ 4174 h 33892"/>
                        <a:gd name="connsiteX4" fmla="*/ 4527 w 28910"/>
                        <a:gd name="connsiteY4" fmla="*/ 28844 h 33892"/>
                        <a:gd name="connsiteX5" fmla="*/ 11099 w 28910"/>
                        <a:gd name="connsiteY5" fmla="*/ 33892 h 33892"/>
                        <a:gd name="connsiteX6" fmla="*/ 14528 w 28910"/>
                        <a:gd name="connsiteY6" fmla="*/ 17414 h 33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910" h="33892">
                          <a:moveTo>
                            <a:pt x="14528" y="17414"/>
                          </a:moveTo>
                          <a:cubicBezTo>
                            <a:pt x="18338" y="12937"/>
                            <a:pt x="23768" y="11985"/>
                            <a:pt x="28911" y="13985"/>
                          </a:cubicBezTo>
                          <a:cubicBezTo>
                            <a:pt x="28054" y="11128"/>
                            <a:pt x="26720" y="8270"/>
                            <a:pt x="24720" y="5889"/>
                          </a:cubicBezTo>
                          <a:cubicBezTo>
                            <a:pt x="18529" y="-1446"/>
                            <a:pt x="9575" y="-1826"/>
                            <a:pt x="4051" y="4174"/>
                          </a:cubicBezTo>
                          <a:cubicBezTo>
                            <a:pt x="-1474" y="10270"/>
                            <a:pt x="-1379" y="21319"/>
                            <a:pt x="4527" y="28844"/>
                          </a:cubicBezTo>
                          <a:cubicBezTo>
                            <a:pt x="6432" y="31225"/>
                            <a:pt x="8718" y="32844"/>
                            <a:pt x="11099" y="33892"/>
                          </a:cubicBezTo>
                          <a:cubicBezTo>
                            <a:pt x="9671" y="27892"/>
                            <a:pt x="10813" y="21700"/>
                            <a:pt x="14528" y="1741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94" name="Forme libre : forme 793">
                      <a:extLst>
                        <a:ext uri="{FF2B5EF4-FFF2-40B4-BE49-F238E27FC236}">
                          <a16:creationId xmlns:a16="http://schemas.microsoft.com/office/drawing/2014/main" id="{B3FF1F8E-A914-45FD-B861-28D2A57895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20214" y="4392852"/>
                      <a:ext cx="14283" cy="14933"/>
                    </a:xfrm>
                    <a:custGeom>
                      <a:avLst/>
                      <a:gdLst>
                        <a:gd name="connsiteX0" fmla="*/ 5214 w 14283"/>
                        <a:gd name="connsiteY0" fmla="*/ 14094 h 14933"/>
                        <a:gd name="connsiteX1" fmla="*/ 262 w 14283"/>
                        <a:gd name="connsiteY1" fmla="*/ 3997 h 14933"/>
                        <a:gd name="connsiteX2" fmla="*/ 8929 w 14283"/>
                        <a:gd name="connsiteY2" fmla="*/ 759 h 14933"/>
                        <a:gd name="connsiteX3" fmla="*/ 14073 w 14283"/>
                        <a:gd name="connsiteY3" fmla="*/ 10760 h 14933"/>
                        <a:gd name="connsiteX4" fmla="*/ 5214 w 14283"/>
                        <a:gd name="connsiteY4" fmla="*/ 14094 h 14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83" h="14933">
                          <a:moveTo>
                            <a:pt x="5214" y="14094"/>
                          </a:moveTo>
                          <a:cubicBezTo>
                            <a:pt x="1405" y="12189"/>
                            <a:pt x="-786" y="7617"/>
                            <a:pt x="262" y="3997"/>
                          </a:cubicBezTo>
                          <a:cubicBezTo>
                            <a:pt x="1309" y="282"/>
                            <a:pt x="5214" y="-956"/>
                            <a:pt x="8929" y="759"/>
                          </a:cubicBezTo>
                          <a:cubicBezTo>
                            <a:pt x="12644" y="2473"/>
                            <a:pt x="15025" y="6950"/>
                            <a:pt x="14073" y="10760"/>
                          </a:cubicBezTo>
                          <a:cubicBezTo>
                            <a:pt x="13120" y="14570"/>
                            <a:pt x="9120" y="15999"/>
                            <a:pt x="5214" y="140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95" name="Forme libre : forme 794">
                      <a:extLst>
                        <a:ext uri="{FF2B5EF4-FFF2-40B4-BE49-F238E27FC236}">
                          <a16:creationId xmlns:a16="http://schemas.microsoft.com/office/drawing/2014/main" id="{7A116F29-D6F9-422C-93C4-2A75808CDC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30951" y="4397548"/>
                      <a:ext cx="4908" cy="5745"/>
                    </a:xfrm>
                    <a:custGeom>
                      <a:avLst/>
                      <a:gdLst>
                        <a:gd name="connsiteX0" fmla="*/ 764 w 4908"/>
                        <a:gd name="connsiteY0" fmla="*/ 4826 h 5745"/>
                        <a:gd name="connsiteX1" fmla="*/ 668 w 4908"/>
                        <a:gd name="connsiteY1" fmla="*/ 730 h 5745"/>
                        <a:gd name="connsiteX2" fmla="*/ 4098 w 4908"/>
                        <a:gd name="connsiteY2" fmla="*/ 920 h 5745"/>
                        <a:gd name="connsiteX3" fmla="*/ 4288 w 4908"/>
                        <a:gd name="connsiteY3" fmla="*/ 5016 h 5745"/>
                        <a:gd name="connsiteX4" fmla="*/ 764 w 4908"/>
                        <a:gd name="connsiteY4" fmla="*/ 4826 h 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08" h="5745">
                          <a:moveTo>
                            <a:pt x="764" y="4826"/>
                          </a:moveTo>
                          <a:cubicBezTo>
                            <a:pt x="-189" y="3587"/>
                            <a:pt x="-284" y="1777"/>
                            <a:pt x="668" y="730"/>
                          </a:cubicBezTo>
                          <a:cubicBezTo>
                            <a:pt x="1621" y="-318"/>
                            <a:pt x="3145" y="-223"/>
                            <a:pt x="4098" y="920"/>
                          </a:cubicBezTo>
                          <a:cubicBezTo>
                            <a:pt x="5145" y="2063"/>
                            <a:pt x="5145" y="3968"/>
                            <a:pt x="4288" y="5016"/>
                          </a:cubicBezTo>
                          <a:cubicBezTo>
                            <a:pt x="3335" y="6064"/>
                            <a:pt x="1812" y="5968"/>
                            <a:pt x="764" y="48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796" name="Graphique 15">
                    <a:extLst>
                      <a:ext uri="{FF2B5EF4-FFF2-40B4-BE49-F238E27FC236}">
                        <a16:creationId xmlns:a16="http://schemas.microsoft.com/office/drawing/2014/main" id="{CD8A7025-6C28-4DFA-B45D-4F5CB9C29703}"/>
                      </a:ext>
                    </a:extLst>
                  </p:cNvPr>
                  <p:cNvGrpSpPr/>
                  <p:nvPr/>
                </p:nvGrpSpPr>
                <p:grpSpPr>
                  <a:xfrm>
                    <a:off x="10485668" y="4371443"/>
                    <a:ext cx="29310" cy="35265"/>
                    <a:chOff x="10485668" y="4371443"/>
                    <a:chExt cx="29310" cy="35265"/>
                  </a:xfrm>
                  <a:solidFill>
                    <a:schemeClr val="accent1"/>
                  </a:solidFill>
                </p:grpSpPr>
                <p:sp>
                  <p:nvSpPr>
                    <p:cNvPr id="797" name="Forme libre : forme 796">
                      <a:extLst>
                        <a:ext uri="{FF2B5EF4-FFF2-40B4-BE49-F238E27FC236}">
                          <a16:creationId xmlns:a16="http://schemas.microsoft.com/office/drawing/2014/main" id="{34A65CF8-2A1C-42A8-B309-22D6DE744D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85763" y="4371443"/>
                      <a:ext cx="29214" cy="35265"/>
                    </a:xfrm>
                    <a:custGeom>
                      <a:avLst/>
                      <a:gdLst>
                        <a:gd name="connsiteX0" fmla="*/ 3947 w 29214"/>
                        <a:gd name="connsiteY0" fmla="*/ 28453 h 35265"/>
                        <a:gd name="connsiteX1" fmla="*/ 4423 w 29214"/>
                        <a:gd name="connsiteY1" fmla="*/ 3879 h 35265"/>
                        <a:gd name="connsiteX2" fmla="*/ 24711 w 29214"/>
                        <a:gd name="connsiteY2" fmla="*/ 6546 h 35265"/>
                        <a:gd name="connsiteX3" fmla="*/ 24997 w 29214"/>
                        <a:gd name="connsiteY3" fmla="*/ 31311 h 35265"/>
                        <a:gd name="connsiteX4" fmla="*/ 3947 w 29214"/>
                        <a:gd name="connsiteY4" fmla="*/ 28453 h 35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214" h="35265">
                          <a:moveTo>
                            <a:pt x="3947" y="28453"/>
                          </a:moveTo>
                          <a:cubicBezTo>
                            <a:pt x="-1577" y="20643"/>
                            <a:pt x="-1196" y="9689"/>
                            <a:pt x="4423" y="3879"/>
                          </a:cubicBezTo>
                          <a:cubicBezTo>
                            <a:pt x="9948" y="-2217"/>
                            <a:pt x="18806" y="-979"/>
                            <a:pt x="24711" y="6546"/>
                          </a:cubicBezTo>
                          <a:cubicBezTo>
                            <a:pt x="30522" y="14071"/>
                            <a:pt x="30808" y="25120"/>
                            <a:pt x="24997" y="31311"/>
                          </a:cubicBezTo>
                          <a:cubicBezTo>
                            <a:pt x="18997" y="37407"/>
                            <a:pt x="9567" y="36454"/>
                            <a:pt x="3947" y="284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98" name="Forme libre : forme 797">
                      <a:extLst>
                        <a:ext uri="{FF2B5EF4-FFF2-40B4-BE49-F238E27FC236}">
                          <a16:creationId xmlns:a16="http://schemas.microsoft.com/office/drawing/2014/main" id="{7E7F3131-6218-4E9B-8555-2A2337E321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85668" y="4371443"/>
                      <a:ext cx="28521" cy="33882"/>
                    </a:xfrm>
                    <a:custGeom>
                      <a:avLst/>
                      <a:gdLst>
                        <a:gd name="connsiteX0" fmla="*/ 14234 w 28521"/>
                        <a:gd name="connsiteY0" fmla="*/ 17404 h 33882"/>
                        <a:gd name="connsiteX1" fmla="*/ 28522 w 28521"/>
                        <a:gd name="connsiteY1" fmla="*/ 14833 h 33882"/>
                        <a:gd name="connsiteX2" fmla="*/ 24712 w 28521"/>
                        <a:gd name="connsiteY2" fmla="*/ 6546 h 33882"/>
                        <a:gd name="connsiteX3" fmla="*/ 4423 w 28521"/>
                        <a:gd name="connsiteY3" fmla="*/ 3879 h 33882"/>
                        <a:gd name="connsiteX4" fmla="*/ 3947 w 28521"/>
                        <a:gd name="connsiteY4" fmla="*/ 28453 h 33882"/>
                        <a:gd name="connsiteX5" fmla="*/ 10233 w 28521"/>
                        <a:gd name="connsiteY5" fmla="*/ 33883 h 33882"/>
                        <a:gd name="connsiteX6" fmla="*/ 14234 w 28521"/>
                        <a:gd name="connsiteY6" fmla="*/ 17404 h 33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521" h="33882">
                          <a:moveTo>
                            <a:pt x="14234" y="17404"/>
                          </a:moveTo>
                          <a:cubicBezTo>
                            <a:pt x="18139" y="13213"/>
                            <a:pt x="23569" y="12547"/>
                            <a:pt x="28522" y="14833"/>
                          </a:cubicBezTo>
                          <a:cubicBezTo>
                            <a:pt x="27855" y="11880"/>
                            <a:pt x="26617" y="9022"/>
                            <a:pt x="24712" y="6546"/>
                          </a:cubicBezTo>
                          <a:cubicBezTo>
                            <a:pt x="18901" y="-979"/>
                            <a:pt x="10043" y="-2217"/>
                            <a:pt x="4423" y="3879"/>
                          </a:cubicBezTo>
                          <a:cubicBezTo>
                            <a:pt x="-1196" y="9689"/>
                            <a:pt x="-1577" y="20643"/>
                            <a:pt x="3947" y="28453"/>
                          </a:cubicBezTo>
                          <a:cubicBezTo>
                            <a:pt x="5757" y="30930"/>
                            <a:pt x="7948" y="32740"/>
                            <a:pt x="10233" y="33883"/>
                          </a:cubicBezTo>
                          <a:cubicBezTo>
                            <a:pt x="9186" y="27882"/>
                            <a:pt x="10424" y="21500"/>
                            <a:pt x="14234" y="1740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799" name="Forme libre : forme 798">
                      <a:extLst>
                        <a:ext uri="{FF2B5EF4-FFF2-40B4-BE49-F238E27FC236}">
                          <a16:creationId xmlns:a16="http://schemas.microsoft.com/office/drawing/2014/main" id="{704FB818-6EF5-49B7-AE63-54489A2797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91008" y="4388053"/>
                      <a:ext cx="13864" cy="15130"/>
                    </a:xfrm>
                    <a:custGeom>
                      <a:avLst/>
                      <a:gdLst>
                        <a:gd name="connsiteX0" fmla="*/ 4893 w 13864"/>
                        <a:gd name="connsiteY0" fmla="*/ 14225 h 15130"/>
                        <a:gd name="connsiteX1" fmla="*/ 321 w 13864"/>
                        <a:gd name="connsiteY1" fmla="*/ 3938 h 15130"/>
                        <a:gd name="connsiteX2" fmla="*/ 8893 w 13864"/>
                        <a:gd name="connsiteY2" fmla="*/ 890 h 15130"/>
                        <a:gd name="connsiteX3" fmla="*/ 13560 w 13864"/>
                        <a:gd name="connsiteY3" fmla="*/ 11082 h 15130"/>
                        <a:gd name="connsiteX4" fmla="*/ 4893 w 13864"/>
                        <a:gd name="connsiteY4" fmla="*/ 14225 h 15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64" h="15130">
                          <a:moveTo>
                            <a:pt x="4893" y="14225"/>
                          </a:moveTo>
                          <a:cubicBezTo>
                            <a:pt x="1178" y="12130"/>
                            <a:pt x="-822" y="7462"/>
                            <a:pt x="321" y="3938"/>
                          </a:cubicBezTo>
                          <a:cubicBezTo>
                            <a:pt x="1464" y="414"/>
                            <a:pt x="5274" y="-1110"/>
                            <a:pt x="8893" y="890"/>
                          </a:cubicBezTo>
                          <a:cubicBezTo>
                            <a:pt x="12513" y="2795"/>
                            <a:pt x="14703" y="7367"/>
                            <a:pt x="13560" y="11082"/>
                          </a:cubicBezTo>
                          <a:cubicBezTo>
                            <a:pt x="12513" y="14797"/>
                            <a:pt x="8512" y="16225"/>
                            <a:pt x="4893" y="1422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00" name="Forme libre : forme 799">
                      <a:extLst>
                        <a:ext uri="{FF2B5EF4-FFF2-40B4-BE49-F238E27FC236}">
                          <a16:creationId xmlns:a16="http://schemas.microsoft.com/office/drawing/2014/main" id="{333A9513-6C28-454B-94CB-013658B55E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01378" y="4393025"/>
                      <a:ext cx="4857" cy="5797"/>
                    </a:xfrm>
                    <a:custGeom>
                      <a:avLst/>
                      <a:gdLst>
                        <a:gd name="connsiteX0" fmla="*/ 714 w 4857"/>
                        <a:gd name="connsiteY0" fmla="*/ 4776 h 5797"/>
                        <a:gd name="connsiteX1" fmla="*/ 714 w 4857"/>
                        <a:gd name="connsiteY1" fmla="*/ 680 h 5797"/>
                        <a:gd name="connsiteX2" fmla="*/ 4143 w 4857"/>
                        <a:gd name="connsiteY2" fmla="*/ 1061 h 5797"/>
                        <a:gd name="connsiteX3" fmla="*/ 4143 w 4857"/>
                        <a:gd name="connsiteY3" fmla="*/ 5157 h 5797"/>
                        <a:gd name="connsiteX4" fmla="*/ 714 w 4857"/>
                        <a:gd name="connsiteY4" fmla="*/ 4776 h 5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57" h="5797">
                          <a:moveTo>
                            <a:pt x="714" y="4776"/>
                          </a:moveTo>
                          <a:cubicBezTo>
                            <a:pt x="-238" y="3538"/>
                            <a:pt x="-238" y="1728"/>
                            <a:pt x="714" y="680"/>
                          </a:cubicBezTo>
                          <a:cubicBezTo>
                            <a:pt x="1667" y="-368"/>
                            <a:pt x="3191" y="-177"/>
                            <a:pt x="4143" y="1061"/>
                          </a:cubicBezTo>
                          <a:cubicBezTo>
                            <a:pt x="5096" y="2299"/>
                            <a:pt x="5096" y="4109"/>
                            <a:pt x="4143" y="5157"/>
                          </a:cubicBezTo>
                          <a:cubicBezTo>
                            <a:pt x="3191" y="6109"/>
                            <a:pt x="1667" y="6014"/>
                            <a:pt x="714" y="47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801" name="Graphique 15">
                  <a:extLst>
                    <a:ext uri="{FF2B5EF4-FFF2-40B4-BE49-F238E27FC236}">
                      <a16:creationId xmlns:a16="http://schemas.microsoft.com/office/drawing/2014/main" id="{3CFD657B-1835-4B86-8AB2-BE64FE76488E}"/>
                    </a:ext>
                  </a:extLst>
                </p:cNvPr>
                <p:cNvGrpSpPr/>
                <p:nvPr/>
              </p:nvGrpSpPr>
              <p:grpSpPr>
                <a:xfrm>
                  <a:off x="10430190" y="4280088"/>
                  <a:ext cx="38771" cy="99295"/>
                  <a:chOff x="10430190" y="4280088"/>
                  <a:chExt cx="38771" cy="99295"/>
                </a:xfrm>
                <a:solidFill>
                  <a:schemeClr val="accent1"/>
                </a:solidFill>
              </p:grpSpPr>
              <p:grpSp>
                <p:nvGrpSpPr>
                  <p:cNvPr id="802" name="Graphique 15">
                    <a:extLst>
                      <a:ext uri="{FF2B5EF4-FFF2-40B4-BE49-F238E27FC236}">
                        <a16:creationId xmlns:a16="http://schemas.microsoft.com/office/drawing/2014/main" id="{FAE3E0AB-2072-4689-A746-51D63F9611A5}"/>
                      </a:ext>
                    </a:extLst>
                  </p:cNvPr>
                  <p:cNvGrpSpPr/>
                  <p:nvPr/>
                </p:nvGrpSpPr>
                <p:grpSpPr>
                  <a:xfrm>
                    <a:off x="10443892" y="4280088"/>
                    <a:ext cx="25069" cy="35178"/>
                    <a:chOff x="10443892" y="4280088"/>
                    <a:chExt cx="25069" cy="35178"/>
                  </a:xfrm>
                  <a:solidFill>
                    <a:schemeClr val="accent1"/>
                  </a:solidFill>
                </p:grpSpPr>
                <p:sp>
                  <p:nvSpPr>
                    <p:cNvPr id="803" name="Forme libre : forme 802">
                      <a:extLst>
                        <a:ext uri="{FF2B5EF4-FFF2-40B4-BE49-F238E27FC236}">
                          <a16:creationId xmlns:a16="http://schemas.microsoft.com/office/drawing/2014/main" id="{AF810582-1F4B-44D7-802A-EC1766A40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3892" y="4280088"/>
                      <a:ext cx="25069" cy="35151"/>
                    </a:xfrm>
                    <a:custGeom>
                      <a:avLst/>
                      <a:gdLst>
                        <a:gd name="connsiteX0" fmla="*/ 21434 w 25069"/>
                        <a:gd name="connsiteY0" fmla="*/ 31893 h 35151"/>
                        <a:gd name="connsiteX1" fmla="*/ 3432 w 25069"/>
                        <a:gd name="connsiteY1" fmla="*/ 27702 h 35151"/>
                        <a:gd name="connsiteX2" fmla="*/ 3718 w 25069"/>
                        <a:gd name="connsiteY2" fmla="*/ 3127 h 35151"/>
                        <a:gd name="connsiteX3" fmla="*/ 21053 w 25069"/>
                        <a:gd name="connsiteY3" fmla="*/ 7509 h 35151"/>
                        <a:gd name="connsiteX4" fmla="*/ 21434 w 25069"/>
                        <a:gd name="connsiteY4" fmla="*/ 31893 h 351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069" h="35151">
                          <a:moveTo>
                            <a:pt x="21434" y="31893"/>
                          </a:moveTo>
                          <a:cubicBezTo>
                            <a:pt x="16386" y="37512"/>
                            <a:pt x="8195" y="35703"/>
                            <a:pt x="3432" y="27702"/>
                          </a:cubicBezTo>
                          <a:cubicBezTo>
                            <a:pt x="-1330" y="19796"/>
                            <a:pt x="-1045" y="8747"/>
                            <a:pt x="3718" y="3127"/>
                          </a:cubicBezTo>
                          <a:cubicBezTo>
                            <a:pt x="8480" y="-2397"/>
                            <a:pt x="16005" y="-397"/>
                            <a:pt x="21053" y="7509"/>
                          </a:cubicBezTo>
                          <a:cubicBezTo>
                            <a:pt x="26197" y="15510"/>
                            <a:pt x="26483" y="26273"/>
                            <a:pt x="21434" y="3189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04" name="Forme libre : forme 803">
                      <a:extLst>
                        <a:ext uri="{FF2B5EF4-FFF2-40B4-BE49-F238E27FC236}">
                          <a16:creationId xmlns:a16="http://schemas.microsoft.com/office/drawing/2014/main" id="{6484F3BE-C1C8-4893-BA2C-91617766FE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3926" y="4280263"/>
                      <a:ext cx="24543" cy="35004"/>
                    </a:xfrm>
                    <a:custGeom>
                      <a:avLst/>
                      <a:gdLst>
                        <a:gd name="connsiteX0" fmla="*/ 12256 w 24543"/>
                        <a:gd name="connsiteY0" fmla="*/ 17717 h 35004"/>
                        <a:gd name="connsiteX1" fmla="*/ 9113 w 24543"/>
                        <a:gd name="connsiteY1" fmla="*/ 0 h 35004"/>
                        <a:gd name="connsiteX2" fmla="*/ 3684 w 24543"/>
                        <a:gd name="connsiteY2" fmla="*/ 3048 h 35004"/>
                        <a:gd name="connsiteX3" fmla="*/ 3398 w 24543"/>
                        <a:gd name="connsiteY3" fmla="*/ 27623 h 35004"/>
                        <a:gd name="connsiteX4" fmla="*/ 21400 w 24543"/>
                        <a:gd name="connsiteY4" fmla="*/ 31814 h 35004"/>
                        <a:gd name="connsiteX5" fmla="*/ 24543 w 24543"/>
                        <a:gd name="connsiteY5" fmla="*/ 25146 h 35004"/>
                        <a:gd name="connsiteX6" fmla="*/ 12256 w 24543"/>
                        <a:gd name="connsiteY6" fmla="*/ 17717 h 35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543" h="35004">
                          <a:moveTo>
                            <a:pt x="12256" y="17717"/>
                          </a:moveTo>
                          <a:cubicBezTo>
                            <a:pt x="8922" y="12287"/>
                            <a:pt x="7970" y="5525"/>
                            <a:pt x="9113" y="0"/>
                          </a:cubicBezTo>
                          <a:cubicBezTo>
                            <a:pt x="7112" y="286"/>
                            <a:pt x="5303" y="1143"/>
                            <a:pt x="3684" y="3048"/>
                          </a:cubicBezTo>
                          <a:cubicBezTo>
                            <a:pt x="-984" y="8573"/>
                            <a:pt x="-1365" y="19717"/>
                            <a:pt x="3398" y="27623"/>
                          </a:cubicBezTo>
                          <a:cubicBezTo>
                            <a:pt x="8160" y="35528"/>
                            <a:pt x="16352" y="37338"/>
                            <a:pt x="21400" y="31814"/>
                          </a:cubicBezTo>
                          <a:cubicBezTo>
                            <a:pt x="23019" y="30004"/>
                            <a:pt x="23972" y="27718"/>
                            <a:pt x="24543" y="25146"/>
                          </a:cubicBezTo>
                          <a:cubicBezTo>
                            <a:pt x="20257" y="25527"/>
                            <a:pt x="15590" y="23051"/>
                            <a:pt x="12256" y="177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05" name="Forme libre : forme 804">
                      <a:extLst>
                        <a:ext uri="{FF2B5EF4-FFF2-40B4-BE49-F238E27FC236}">
                          <a16:creationId xmlns:a16="http://schemas.microsoft.com/office/drawing/2014/main" id="{E35BA46C-342B-4923-90EB-3A1C52304A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55921" y="4293393"/>
                      <a:ext cx="10701" cy="16316"/>
                    </a:xfrm>
                    <a:custGeom>
                      <a:avLst/>
                      <a:gdLst>
                        <a:gd name="connsiteX0" fmla="*/ 10358 w 10701"/>
                        <a:gd name="connsiteY0" fmla="*/ 11635 h 16316"/>
                        <a:gd name="connsiteX1" fmla="*/ 3404 w 10701"/>
                        <a:gd name="connsiteY1" fmla="*/ 15540 h 16316"/>
                        <a:gd name="connsiteX2" fmla="*/ 357 w 10701"/>
                        <a:gd name="connsiteY2" fmla="*/ 4682 h 16316"/>
                        <a:gd name="connsiteX3" fmla="*/ 7215 w 10701"/>
                        <a:gd name="connsiteY3" fmla="*/ 776 h 16316"/>
                        <a:gd name="connsiteX4" fmla="*/ 10358 w 10701"/>
                        <a:gd name="connsiteY4" fmla="*/ 11635 h 163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" h="16316">
                          <a:moveTo>
                            <a:pt x="10358" y="11635"/>
                          </a:moveTo>
                          <a:cubicBezTo>
                            <a:pt x="9310" y="15730"/>
                            <a:pt x="6167" y="17445"/>
                            <a:pt x="3404" y="15540"/>
                          </a:cubicBezTo>
                          <a:cubicBezTo>
                            <a:pt x="642" y="13635"/>
                            <a:pt x="-691" y="8682"/>
                            <a:pt x="357" y="4682"/>
                          </a:cubicBezTo>
                          <a:cubicBezTo>
                            <a:pt x="1404" y="586"/>
                            <a:pt x="4452" y="-1129"/>
                            <a:pt x="7215" y="776"/>
                          </a:cubicBezTo>
                          <a:cubicBezTo>
                            <a:pt x="9977" y="2681"/>
                            <a:pt x="11405" y="7539"/>
                            <a:pt x="10358" y="1163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06" name="Forme libre : forme 805">
                      <a:extLst>
                        <a:ext uri="{FF2B5EF4-FFF2-40B4-BE49-F238E27FC236}">
                          <a16:creationId xmlns:a16="http://schemas.microsoft.com/office/drawing/2014/main" id="{8BFCE759-F5D9-4860-B0C3-83688C9B10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58778" y="4291640"/>
                      <a:ext cx="4192" cy="5730"/>
                    </a:xfrm>
                    <a:custGeom>
                      <a:avLst/>
                      <a:gdLst>
                        <a:gd name="connsiteX0" fmla="*/ 3596 w 4192"/>
                        <a:gd name="connsiteY0" fmla="*/ 5196 h 5730"/>
                        <a:gd name="connsiteX1" fmla="*/ 643 w 4192"/>
                        <a:gd name="connsiteY1" fmla="*/ 4530 h 5730"/>
                        <a:gd name="connsiteX2" fmla="*/ 643 w 4192"/>
                        <a:gd name="connsiteY2" fmla="*/ 529 h 5730"/>
                        <a:gd name="connsiteX3" fmla="*/ 3500 w 4192"/>
                        <a:gd name="connsiteY3" fmla="*/ 1291 h 5730"/>
                        <a:gd name="connsiteX4" fmla="*/ 3596 w 4192"/>
                        <a:gd name="connsiteY4" fmla="*/ 5196 h 57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92" h="5730">
                          <a:moveTo>
                            <a:pt x="3596" y="5196"/>
                          </a:moveTo>
                          <a:cubicBezTo>
                            <a:pt x="2834" y="6149"/>
                            <a:pt x="1500" y="5768"/>
                            <a:pt x="643" y="4530"/>
                          </a:cubicBezTo>
                          <a:cubicBezTo>
                            <a:pt x="-214" y="3196"/>
                            <a:pt x="-214" y="1386"/>
                            <a:pt x="643" y="529"/>
                          </a:cubicBezTo>
                          <a:cubicBezTo>
                            <a:pt x="1405" y="-423"/>
                            <a:pt x="2738" y="-42"/>
                            <a:pt x="3500" y="1291"/>
                          </a:cubicBezTo>
                          <a:cubicBezTo>
                            <a:pt x="4358" y="2529"/>
                            <a:pt x="4453" y="4244"/>
                            <a:pt x="3596" y="519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807" name="Graphique 15">
                    <a:extLst>
                      <a:ext uri="{FF2B5EF4-FFF2-40B4-BE49-F238E27FC236}">
                        <a16:creationId xmlns:a16="http://schemas.microsoft.com/office/drawing/2014/main" id="{0D7A2480-0B24-48E8-B46B-43486DA98043}"/>
                      </a:ext>
                    </a:extLst>
                  </p:cNvPr>
                  <p:cNvGrpSpPr/>
                  <p:nvPr/>
                </p:nvGrpSpPr>
                <p:grpSpPr>
                  <a:xfrm>
                    <a:off x="10433653" y="4309978"/>
                    <a:ext cx="25950" cy="35466"/>
                    <a:chOff x="10433653" y="4309978"/>
                    <a:chExt cx="25950" cy="35466"/>
                  </a:xfrm>
                  <a:solidFill>
                    <a:schemeClr val="accent1"/>
                  </a:solidFill>
                </p:grpSpPr>
                <p:sp>
                  <p:nvSpPr>
                    <p:cNvPr id="808" name="Forme libre : forme 807">
                      <a:extLst>
                        <a:ext uri="{FF2B5EF4-FFF2-40B4-BE49-F238E27FC236}">
                          <a16:creationId xmlns:a16="http://schemas.microsoft.com/office/drawing/2014/main" id="{4FF34831-4DEF-49C0-A405-38C5CD56F0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3653" y="4309978"/>
                      <a:ext cx="25950" cy="35371"/>
                    </a:xfrm>
                    <a:custGeom>
                      <a:avLst/>
                      <a:gdLst>
                        <a:gd name="connsiteX0" fmla="*/ 21767 w 25950"/>
                        <a:gd name="connsiteY0" fmla="*/ 32102 h 35371"/>
                        <a:gd name="connsiteX1" fmla="*/ 3098 w 25950"/>
                        <a:gd name="connsiteY1" fmla="*/ 27434 h 35371"/>
                        <a:gd name="connsiteX2" fmla="*/ 4336 w 25950"/>
                        <a:gd name="connsiteY2" fmla="*/ 2955 h 35371"/>
                        <a:gd name="connsiteX3" fmla="*/ 22339 w 25950"/>
                        <a:gd name="connsiteY3" fmla="*/ 7432 h 35371"/>
                        <a:gd name="connsiteX4" fmla="*/ 21767 w 25950"/>
                        <a:gd name="connsiteY4" fmla="*/ 32102 h 353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50" h="35371">
                          <a:moveTo>
                            <a:pt x="21767" y="32102"/>
                          </a:moveTo>
                          <a:cubicBezTo>
                            <a:pt x="16433" y="38103"/>
                            <a:pt x="7765" y="35436"/>
                            <a:pt x="3098" y="27434"/>
                          </a:cubicBezTo>
                          <a:cubicBezTo>
                            <a:pt x="-1569" y="19338"/>
                            <a:pt x="-807" y="8289"/>
                            <a:pt x="4336" y="2955"/>
                          </a:cubicBezTo>
                          <a:cubicBezTo>
                            <a:pt x="9575" y="-2188"/>
                            <a:pt x="17385" y="-569"/>
                            <a:pt x="22339" y="7432"/>
                          </a:cubicBezTo>
                          <a:cubicBezTo>
                            <a:pt x="27292" y="15433"/>
                            <a:pt x="27196" y="26387"/>
                            <a:pt x="21767" y="3210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09" name="Forme libre : forme 808">
                      <a:extLst>
                        <a:ext uri="{FF2B5EF4-FFF2-40B4-BE49-F238E27FC236}">
                          <a16:creationId xmlns:a16="http://schemas.microsoft.com/office/drawing/2014/main" id="{6BCCFE16-A603-4BFE-A187-7C5189C92C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3716" y="4310267"/>
                      <a:ext cx="25323" cy="35178"/>
                    </a:xfrm>
                    <a:custGeom>
                      <a:avLst/>
                      <a:gdLst>
                        <a:gd name="connsiteX0" fmla="*/ 12750 w 25323"/>
                        <a:gd name="connsiteY0" fmla="*/ 17812 h 35178"/>
                        <a:gd name="connsiteX1" fmla="*/ 10178 w 25323"/>
                        <a:gd name="connsiteY1" fmla="*/ 0 h 35178"/>
                        <a:gd name="connsiteX2" fmla="*/ 4368 w 25323"/>
                        <a:gd name="connsiteY2" fmla="*/ 2762 h 35178"/>
                        <a:gd name="connsiteX3" fmla="*/ 3130 w 25323"/>
                        <a:gd name="connsiteY3" fmla="*/ 27241 h 35178"/>
                        <a:gd name="connsiteX4" fmla="*/ 21799 w 25323"/>
                        <a:gd name="connsiteY4" fmla="*/ 31909 h 35178"/>
                        <a:gd name="connsiteX5" fmla="*/ 25323 w 25323"/>
                        <a:gd name="connsiteY5" fmla="*/ 25051 h 35178"/>
                        <a:gd name="connsiteX6" fmla="*/ 12750 w 25323"/>
                        <a:gd name="connsiteY6" fmla="*/ 17812 h 351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23" h="35178">
                          <a:moveTo>
                            <a:pt x="12750" y="17812"/>
                          </a:moveTo>
                          <a:cubicBezTo>
                            <a:pt x="9511" y="12287"/>
                            <a:pt x="8750" y="5429"/>
                            <a:pt x="10178" y="0"/>
                          </a:cubicBezTo>
                          <a:cubicBezTo>
                            <a:pt x="8083" y="190"/>
                            <a:pt x="6083" y="952"/>
                            <a:pt x="4368" y="2762"/>
                          </a:cubicBezTo>
                          <a:cubicBezTo>
                            <a:pt x="-871" y="8096"/>
                            <a:pt x="-1537" y="19050"/>
                            <a:pt x="3130" y="27241"/>
                          </a:cubicBezTo>
                          <a:cubicBezTo>
                            <a:pt x="7797" y="35242"/>
                            <a:pt x="16465" y="37909"/>
                            <a:pt x="21799" y="31909"/>
                          </a:cubicBezTo>
                          <a:cubicBezTo>
                            <a:pt x="23513" y="30099"/>
                            <a:pt x="24656" y="27718"/>
                            <a:pt x="25323" y="25051"/>
                          </a:cubicBezTo>
                          <a:cubicBezTo>
                            <a:pt x="20751" y="25622"/>
                            <a:pt x="15989" y="23241"/>
                            <a:pt x="12750" y="17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10" name="Forme libre : forme 809">
                      <a:extLst>
                        <a:ext uri="{FF2B5EF4-FFF2-40B4-BE49-F238E27FC236}">
                          <a16:creationId xmlns:a16="http://schemas.microsoft.com/office/drawing/2014/main" id="{470B3688-14F2-4D0E-9F89-DEE411ECA9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5971" y="4323414"/>
                      <a:ext cx="11149" cy="16455"/>
                    </a:xfrm>
                    <a:custGeom>
                      <a:avLst/>
                      <a:gdLst>
                        <a:gd name="connsiteX0" fmla="*/ 10687 w 11149"/>
                        <a:gd name="connsiteY0" fmla="*/ 11617 h 16455"/>
                        <a:gd name="connsiteX1" fmla="*/ 3257 w 11149"/>
                        <a:gd name="connsiteY1" fmla="*/ 15713 h 16455"/>
                        <a:gd name="connsiteX2" fmla="*/ 495 w 11149"/>
                        <a:gd name="connsiteY2" fmla="*/ 4759 h 16455"/>
                        <a:gd name="connsiteX3" fmla="*/ 7734 w 11149"/>
                        <a:gd name="connsiteY3" fmla="*/ 759 h 16455"/>
                        <a:gd name="connsiteX4" fmla="*/ 10687 w 11149"/>
                        <a:gd name="connsiteY4" fmla="*/ 11617 h 16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49" h="16455">
                          <a:moveTo>
                            <a:pt x="10687" y="11617"/>
                          </a:moveTo>
                          <a:cubicBezTo>
                            <a:pt x="9449" y="15713"/>
                            <a:pt x="6115" y="17618"/>
                            <a:pt x="3257" y="15713"/>
                          </a:cubicBezTo>
                          <a:cubicBezTo>
                            <a:pt x="400" y="13713"/>
                            <a:pt x="-743" y="8760"/>
                            <a:pt x="495" y="4759"/>
                          </a:cubicBezTo>
                          <a:cubicBezTo>
                            <a:pt x="1733" y="663"/>
                            <a:pt x="4972" y="-1146"/>
                            <a:pt x="7734" y="759"/>
                          </a:cubicBezTo>
                          <a:cubicBezTo>
                            <a:pt x="10592" y="2569"/>
                            <a:pt x="11925" y="7426"/>
                            <a:pt x="10687" y="1161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11" name="Forme libre : forme 810">
                      <a:extLst>
                        <a:ext uri="{FF2B5EF4-FFF2-40B4-BE49-F238E27FC236}">
                          <a16:creationId xmlns:a16="http://schemas.microsoft.com/office/drawing/2014/main" id="{F630D237-852A-43D5-B64F-F30677A386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9335" y="4321517"/>
                      <a:ext cx="4250" cy="5884"/>
                    </a:xfrm>
                    <a:custGeom>
                      <a:avLst/>
                      <a:gdLst>
                        <a:gd name="connsiteX0" fmla="*/ 3608 w 4250"/>
                        <a:gd name="connsiteY0" fmla="*/ 5323 h 5884"/>
                        <a:gd name="connsiteX1" fmla="*/ 560 w 4250"/>
                        <a:gd name="connsiteY1" fmla="*/ 4657 h 5884"/>
                        <a:gd name="connsiteX2" fmla="*/ 655 w 4250"/>
                        <a:gd name="connsiteY2" fmla="*/ 561 h 5884"/>
                        <a:gd name="connsiteX3" fmla="*/ 3608 w 4250"/>
                        <a:gd name="connsiteY3" fmla="*/ 1228 h 5884"/>
                        <a:gd name="connsiteX4" fmla="*/ 3608 w 4250"/>
                        <a:gd name="connsiteY4" fmla="*/ 5323 h 5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50" h="5884">
                          <a:moveTo>
                            <a:pt x="3608" y="5323"/>
                          </a:moveTo>
                          <a:cubicBezTo>
                            <a:pt x="2751" y="6276"/>
                            <a:pt x="1417" y="5990"/>
                            <a:pt x="560" y="4657"/>
                          </a:cubicBezTo>
                          <a:cubicBezTo>
                            <a:pt x="-202" y="3323"/>
                            <a:pt x="-202" y="1513"/>
                            <a:pt x="655" y="561"/>
                          </a:cubicBezTo>
                          <a:cubicBezTo>
                            <a:pt x="1513" y="-392"/>
                            <a:pt x="2846" y="-106"/>
                            <a:pt x="3608" y="1228"/>
                          </a:cubicBezTo>
                          <a:cubicBezTo>
                            <a:pt x="4465" y="2561"/>
                            <a:pt x="4465" y="4371"/>
                            <a:pt x="3608" y="53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812" name="Graphique 15">
                    <a:extLst>
                      <a:ext uri="{FF2B5EF4-FFF2-40B4-BE49-F238E27FC236}">
                        <a16:creationId xmlns:a16="http://schemas.microsoft.com/office/drawing/2014/main" id="{EA270E46-F312-40F0-87B1-84EA03C78D84}"/>
                      </a:ext>
                    </a:extLst>
                  </p:cNvPr>
                  <p:cNvGrpSpPr/>
                  <p:nvPr/>
                </p:nvGrpSpPr>
                <p:grpSpPr>
                  <a:xfrm>
                    <a:off x="10430190" y="4344080"/>
                    <a:ext cx="27342" cy="35303"/>
                    <a:chOff x="10430190" y="4344080"/>
                    <a:chExt cx="27342" cy="35303"/>
                  </a:xfrm>
                  <a:solidFill>
                    <a:schemeClr val="accent1"/>
                  </a:solidFill>
                </p:grpSpPr>
                <p:sp>
                  <p:nvSpPr>
                    <p:cNvPr id="813" name="Forme libre : forme 812">
                      <a:extLst>
                        <a:ext uri="{FF2B5EF4-FFF2-40B4-BE49-F238E27FC236}">
                          <a16:creationId xmlns:a16="http://schemas.microsoft.com/office/drawing/2014/main" id="{BC530651-D984-42FA-977E-DD475E75BD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0285" y="4344098"/>
                      <a:ext cx="27247" cy="35285"/>
                    </a:xfrm>
                    <a:custGeom>
                      <a:avLst/>
                      <a:gdLst>
                        <a:gd name="connsiteX0" fmla="*/ 22468 w 27247"/>
                        <a:gd name="connsiteY0" fmla="*/ 32272 h 35285"/>
                        <a:gd name="connsiteX1" fmla="*/ 2942 w 27247"/>
                        <a:gd name="connsiteY1" fmla="*/ 27509 h 35285"/>
                        <a:gd name="connsiteX2" fmla="*/ 4942 w 27247"/>
                        <a:gd name="connsiteY2" fmla="*/ 2935 h 35285"/>
                        <a:gd name="connsiteX3" fmla="*/ 23897 w 27247"/>
                        <a:gd name="connsiteY3" fmla="*/ 7793 h 35285"/>
                        <a:gd name="connsiteX4" fmla="*/ 22468 w 27247"/>
                        <a:gd name="connsiteY4" fmla="*/ 32272 h 35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247" h="35285">
                          <a:moveTo>
                            <a:pt x="22468" y="32272"/>
                          </a:moveTo>
                          <a:cubicBezTo>
                            <a:pt x="16562" y="37701"/>
                            <a:pt x="7609" y="35605"/>
                            <a:pt x="2942" y="27509"/>
                          </a:cubicBezTo>
                          <a:cubicBezTo>
                            <a:pt x="-1725" y="19413"/>
                            <a:pt x="-678" y="8364"/>
                            <a:pt x="4942" y="2935"/>
                          </a:cubicBezTo>
                          <a:cubicBezTo>
                            <a:pt x="10562" y="-2495"/>
                            <a:pt x="18944" y="-113"/>
                            <a:pt x="23897" y="7793"/>
                          </a:cubicBezTo>
                          <a:cubicBezTo>
                            <a:pt x="28754" y="15508"/>
                            <a:pt x="28374" y="26938"/>
                            <a:pt x="22468" y="3227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14" name="Forme libre : forme 813">
                      <a:extLst>
                        <a:ext uri="{FF2B5EF4-FFF2-40B4-BE49-F238E27FC236}">
                          <a16:creationId xmlns:a16="http://schemas.microsoft.com/office/drawing/2014/main" id="{D90AFB26-0CAE-472B-A31A-FB2A05ECB4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0190" y="4344080"/>
                      <a:ext cx="26373" cy="35208"/>
                    </a:xfrm>
                    <a:custGeom>
                      <a:avLst/>
                      <a:gdLst>
                        <a:gd name="connsiteX0" fmla="*/ 13419 w 26373"/>
                        <a:gd name="connsiteY0" fmla="*/ 17907 h 35208"/>
                        <a:gd name="connsiteX1" fmla="*/ 11133 w 26373"/>
                        <a:gd name="connsiteY1" fmla="*/ 0 h 35208"/>
                        <a:gd name="connsiteX2" fmla="*/ 4942 w 26373"/>
                        <a:gd name="connsiteY2" fmla="*/ 2857 h 35208"/>
                        <a:gd name="connsiteX3" fmla="*/ 2942 w 26373"/>
                        <a:gd name="connsiteY3" fmla="*/ 27432 h 35208"/>
                        <a:gd name="connsiteX4" fmla="*/ 22468 w 26373"/>
                        <a:gd name="connsiteY4" fmla="*/ 32195 h 35208"/>
                        <a:gd name="connsiteX5" fmla="*/ 26373 w 26373"/>
                        <a:gd name="connsiteY5" fmla="*/ 25527 h 35208"/>
                        <a:gd name="connsiteX6" fmla="*/ 13419 w 26373"/>
                        <a:gd name="connsiteY6" fmla="*/ 17907 h 35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373" h="35208">
                          <a:moveTo>
                            <a:pt x="13419" y="17907"/>
                          </a:moveTo>
                          <a:cubicBezTo>
                            <a:pt x="10085" y="12382"/>
                            <a:pt x="9514" y="5524"/>
                            <a:pt x="11133" y="0"/>
                          </a:cubicBezTo>
                          <a:cubicBezTo>
                            <a:pt x="8942" y="190"/>
                            <a:pt x="6752" y="1048"/>
                            <a:pt x="4942" y="2857"/>
                          </a:cubicBezTo>
                          <a:cubicBezTo>
                            <a:pt x="-678" y="8287"/>
                            <a:pt x="-1725" y="19336"/>
                            <a:pt x="2942" y="27432"/>
                          </a:cubicBezTo>
                          <a:cubicBezTo>
                            <a:pt x="7609" y="35528"/>
                            <a:pt x="16563" y="37624"/>
                            <a:pt x="22468" y="32195"/>
                          </a:cubicBezTo>
                          <a:cubicBezTo>
                            <a:pt x="24373" y="30480"/>
                            <a:pt x="25611" y="28194"/>
                            <a:pt x="26373" y="25527"/>
                          </a:cubicBezTo>
                          <a:cubicBezTo>
                            <a:pt x="21706" y="26098"/>
                            <a:pt x="16658" y="23336"/>
                            <a:pt x="13419" y="179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15" name="Forme libre : forme 814">
                      <a:extLst>
                        <a:ext uri="{FF2B5EF4-FFF2-40B4-BE49-F238E27FC236}">
                          <a16:creationId xmlns:a16="http://schemas.microsoft.com/office/drawing/2014/main" id="{53EDF9B9-31DC-4EA6-AEB4-D841DED72A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3072" y="4357451"/>
                      <a:ext cx="11799" cy="16423"/>
                    </a:xfrm>
                    <a:custGeom>
                      <a:avLst/>
                      <a:gdLst>
                        <a:gd name="connsiteX0" fmla="*/ 11205 w 11799"/>
                        <a:gd name="connsiteY0" fmla="*/ 11870 h 16423"/>
                        <a:gd name="connsiteX1" fmla="*/ 3204 w 11799"/>
                        <a:gd name="connsiteY1" fmla="*/ 15585 h 16423"/>
                        <a:gd name="connsiteX2" fmla="*/ 633 w 11799"/>
                        <a:gd name="connsiteY2" fmla="*/ 4536 h 16423"/>
                        <a:gd name="connsiteX3" fmla="*/ 8443 w 11799"/>
                        <a:gd name="connsiteY3" fmla="*/ 916 h 16423"/>
                        <a:gd name="connsiteX4" fmla="*/ 11205 w 11799"/>
                        <a:gd name="connsiteY4" fmla="*/ 11870 h 164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99" h="16423">
                          <a:moveTo>
                            <a:pt x="11205" y="11870"/>
                          </a:moveTo>
                          <a:cubicBezTo>
                            <a:pt x="9777" y="15871"/>
                            <a:pt x="6157" y="17585"/>
                            <a:pt x="3204" y="15585"/>
                          </a:cubicBezTo>
                          <a:cubicBezTo>
                            <a:pt x="252" y="13585"/>
                            <a:pt x="-796" y="8632"/>
                            <a:pt x="633" y="4536"/>
                          </a:cubicBezTo>
                          <a:cubicBezTo>
                            <a:pt x="2061" y="440"/>
                            <a:pt x="5586" y="-1179"/>
                            <a:pt x="8443" y="916"/>
                          </a:cubicBezTo>
                          <a:cubicBezTo>
                            <a:pt x="11396" y="2917"/>
                            <a:pt x="12634" y="7870"/>
                            <a:pt x="11205" y="1187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16" name="Forme libre : forme 815">
                      <a:extLst>
                        <a:ext uri="{FF2B5EF4-FFF2-40B4-BE49-F238E27FC236}">
                          <a16:creationId xmlns:a16="http://schemas.microsoft.com/office/drawing/2014/main" id="{9935A1C0-94D5-49E7-BF7B-85868610F2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6911" y="4355810"/>
                      <a:ext cx="4444" cy="5712"/>
                    </a:xfrm>
                    <a:custGeom>
                      <a:avLst/>
                      <a:gdLst>
                        <a:gd name="connsiteX0" fmla="*/ 3651 w 4444"/>
                        <a:gd name="connsiteY0" fmla="*/ 5225 h 5712"/>
                        <a:gd name="connsiteX1" fmla="*/ 508 w 4444"/>
                        <a:gd name="connsiteY1" fmla="*/ 4463 h 5712"/>
                        <a:gd name="connsiteX2" fmla="*/ 794 w 4444"/>
                        <a:gd name="connsiteY2" fmla="*/ 462 h 5712"/>
                        <a:gd name="connsiteX3" fmla="*/ 3937 w 4444"/>
                        <a:gd name="connsiteY3" fmla="*/ 1224 h 5712"/>
                        <a:gd name="connsiteX4" fmla="*/ 3651 w 4444"/>
                        <a:gd name="connsiteY4" fmla="*/ 5225 h 57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44" h="5712">
                          <a:moveTo>
                            <a:pt x="3651" y="5225"/>
                          </a:moveTo>
                          <a:cubicBezTo>
                            <a:pt x="2699" y="6082"/>
                            <a:pt x="1270" y="5796"/>
                            <a:pt x="508" y="4463"/>
                          </a:cubicBezTo>
                          <a:cubicBezTo>
                            <a:pt x="-254" y="3129"/>
                            <a:pt x="-159" y="1319"/>
                            <a:pt x="794" y="462"/>
                          </a:cubicBezTo>
                          <a:cubicBezTo>
                            <a:pt x="1746" y="-395"/>
                            <a:pt x="3175" y="-14"/>
                            <a:pt x="3937" y="1224"/>
                          </a:cubicBezTo>
                          <a:cubicBezTo>
                            <a:pt x="4699" y="2558"/>
                            <a:pt x="4604" y="4368"/>
                            <a:pt x="3651" y="522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817" name="Graphique 15">
                  <a:extLst>
                    <a:ext uri="{FF2B5EF4-FFF2-40B4-BE49-F238E27FC236}">
                      <a16:creationId xmlns:a16="http://schemas.microsoft.com/office/drawing/2014/main" id="{27B894D2-DFD0-4ED1-9E1D-F21DACAA97A7}"/>
                    </a:ext>
                  </a:extLst>
                </p:cNvPr>
                <p:cNvGrpSpPr/>
                <p:nvPr/>
              </p:nvGrpSpPr>
              <p:grpSpPr>
                <a:xfrm>
                  <a:off x="10349612" y="4384072"/>
                  <a:ext cx="78106" cy="70346"/>
                  <a:chOff x="10349612" y="4384072"/>
                  <a:chExt cx="78106" cy="70346"/>
                </a:xfrm>
                <a:solidFill>
                  <a:schemeClr val="accent1"/>
                </a:solidFill>
              </p:grpSpPr>
              <p:grpSp>
                <p:nvGrpSpPr>
                  <p:cNvPr id="818" name="Graphique 15">
                    <a:extLst>
                      <a:ext uri="{FF2B5EF4-FFF2-40B4-BE49-F238E27FC236}">
                        <a16:creationId xmlns:a16="http://schemas.microsoft.com/office/drawing/2014/main" id="{EF9D65BC-5858-4F99-8A81-77E22688E6AC}"/>
                      </a:ext>
                    </a:extLst>
                  </p:cNvPr>
                  <p:cNvGrpSpPr/>
                  <p:nvPr/>
                </p:nvGrpSpPr>
                <p:grpSpPr>
                  <a:xfrm>
                    <a:off x="10398936" y="4384072"/>
                    <a:ext cx="28782" cy="35549"/>
                    <a:chOff x="10398936" y="4384072"/>
                    <a:chExt cx="28782" cy="35549"/>
                  </a:xfrm>
                  <a:solidFill>
                    <a:schemeClr val="accent1"/>
                  </a:solidFill>
                </p:grpSpPr>
                <p:sp>
                  <p:nvSpPr>
                    <p:cNvPr id="819" name="Forme libre : forme 818">
                      <a:extLst>
                        <a:ext uri="{FF2B5EF4-FFF2-40B4-BE49-F238E27FC236}">
                          <a16:creationId xmlns:a16="http://schemas.microsoft.com/office/drawing/2014/main" id="{BFE54393-734E-46D3-A705-766A766669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99032" y="4384072"/>
                      <a:ext cx="28686" cy="35549"/>
                    </a:xfrm>
                    <a:custGeom>
                      <a:avLst/>
                      <a:gdLst>
                        <a:gd name="connsiteX0" fmla="*/ 14573 w 28686"/>
                        <a:gd name="connsiteY0" fmla="*/ 35542 h 35549"/>
                        <a:gd name="connsiteX1" fmla="*/ 0 w 28686"/>
                        <a:gd name="connsiteY1" fmla="*/ 17158 h 35549"/>
                        <a:gd name="connsiteX2" fmla="*/ 13906 w 28686"/>
                        <a:gd name="connsiteY2" fmla="*/ 14 h 35549"/>
                        <a:gd name="connsiteX3" fmla="*/ 28670 w 28686"/>
                        <a:gd name="connsiteY3" fmla="*/ 18397 h 35549"/>
                        <a:gd name="connsiteX4" fmla="*/ 14573 w 28686"/>
                        <a:gd name="connsiteY4" fmla="*/ 35542 h 35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686" h="35549">
                          <a:moveTo>
                            <a:pt x="14573" y="35542"/>
                          </a:moveTo>
                          <a:cubicBezTo>
                            <a:pt x="6382" y="35256"/>
                            <a:pt x="0" y="27064"/>
                            <a:pt x="0" y="17158"/>
                          </a:cubicBezTo>
                          <a:cubicBezTo>
                            <a:pt x="95" y="7348"/>
                            <a:pt x="6191" y="-368"/>
                            <a:pt x="13906" y="14"/>
                          </a:cubicBezTo>
                          <a:cubicBezTo>
                            <a:pt x="21527" y="394"/>
                            <a:pt x="28289" y="8586"/>
                            <a:pt x="28670" y="18397"/>
                          </a:cubicBezTo>
                          <a:cubicBezTo>
                            <a:pt x="29051" y="28207"/>
                            <a:pt x="22670" y="35827"/>
                            <a:pt x="14573" y="3554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20" name="Forme libre : forme 819">
                      <a:extLst>
                        <a:ext uri="{FF2B5EF4-FFF2-40B4-BE49-F238E27FC236}">
                          <a16:creationId xmlns:a16="http://schemas.microsoft.com/office/drawing/2014/main" id="{E12001B9-263F-4044-907B-A222B7AFA2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98936" y="4384072"/>
                      <a:ext cx="21622" cy="35549"/>
                    </a:xfrm>
                    <a:custGeom>
                      <a:avLst/>
                      <a:gdLst>
                        <a:gd name="connsiteX0" fmla="*/ 14003 w 21622"/>
                        <a:gd name="connsiteY0" fmla="*/ 17920 h 35549"/>
                        <a:gd name="connsiteX1" fmla="*/ 20956 w 21622"/>
                        <a:gd name="connsiteY1" fmla="*/ 2776 h 35549"/>
                        <a:gd name="connsiteX2" fmla="*/ 13907 w 21622"/>
                        <a:gd name="connsiteY2" fmla="*/ 14 h 35549"/>
                        <a:gd name="connsiteX3" fmla="*/ 1 w 21622"/>
                        <a:gd name="connsiteY3" fmla="*/ 17158 h 35549"/>
                        <a:gd name="connsiteX4" fmla="*/ 14574 w 21622"/>
                        <a:gd name="connsiteY4" fmla="*/ 35542 h 35549"/>
                        <a:gd name="connsiteX5" fmla="*/ 21623 w 21622"/>
                        <a:gd name="connsiteY5" fmla="*/ 33541 h 35549"/>
                        <a:gd name="connsiteX6" fmla="*/ 14003 w 21622"/>
                        <a:gd name="connsiteY6" fmla="*/ 17920 h 35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622" h="35549">
                          <a:moveTo>
                            <a:pt x="14003" y="17920"/>
                          </a:moveTo>
                          <a:cubicBezTo>
                            <a:pt x="13907" y="11253"/>
                            <a:pt x="16765" y="5633"/>
                            <a:pt x="20956" y="2776"/>
                          </a:cubicBezTo>
                          <a:cubicBezTo>
                            <a:pt x="18861" y="1156"/>
                            <a:pt x="16479" y="109"/>
                            <a:pt x="13907" y="14"/>
                          </a:cubicBezTo>
                          <a:cubicBezTo>
                            <a:pt x="6288" y="-368"/>
                            <a:pt x="96" y="7348"/>
                            <a:pt x="1" y="17158"/>
                          </a:cubicBezTo>
                          <a:cubicBezTo>
                            <a:pt x="-94" y="26969"/>
                            <a:pt x="6383" y="35161"/>
                            <a:pt x="14574" y="35542"/>
                          </a:cubicBezTo>
                          <a:cubicBezTo>
                            <a:pt x="17146" y="35637"/>
                            <a:pt x="19527" y="34875"/>
                            <a:pt x="21623" y="33541"/>
                          </a:cubicBezTo>
                          <a:cubicBezTo>
                            <a:pt x="17241" y="30303"/>
                            <a:pt x="14193" y="24493"/>
                            <a:pt x="14003" y="1792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21" name="Forme libre : forme 820">
                      <a:extLst>
                        <a:ext uri="{FF2B5EF4-FFF2-40B4-BE49-F238E27FC236}">
                          <a16:creationId xmlns:a16="http://schemas.microsoft.com/office/drawing/2014/main" id="{0B479889-B7BA-4755-A339-73B43F7821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9014" y="4401150"/>
                      <a:ext cx="13580" cy="15210"/>
                    </a:xfrm>
                    <a:custGeom>
                      <a:avLst/>
                      <a:gdLst>
                        <a:gd name="connsiteX0" fmla="*/ 9640 w 13580"/>
                        <a:gd name="connsiteY0" fmla="*/ 14368 h 15210"/>
                        <a:gd name="connsiteX1" fmla="*/ 591 w 13580"/>
                        <a:gd name="connsiteY1" fmla="*/ 11130 h 15210"/>
                        <a:gd name="connsiteX2" fmla="*/ 4020 w 13580"/>
                        <a:gd name="connsiteY2" fmla="*/ 843 h 15210"/>
                        <a:gd name="connsiteX3" fmla="*/ 12973 w 13580"/>
                        <a:gd name="connsiteY3" fmla="*/ 4081 h 15210"/>
                        <a:gd name="connsiteX4" fmla="*/ 9640 w 13580"/>
                        <a:gd name="connsiteY4" fmla="*/ 14368 h 15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80" h="15210">
                          <a:moveTo>
                            <a:pt x="9640" y="14368"/>
                          </a:moveTo>
                          <a:cubicBezTo>
                            <a:pt x="6210" y="16273"/>
                            <a:pt x="2115" y="14844"/>
                            <a:pt x="591" y="11130"/>
                          </a:cubicBezTo>
                          <a:cubicBezTo>
                            <a:pt x="-933" y="7415"/>
                            <a:pt x="591" y="2843"/>
                            <a:pt x="4020" y="843"/>
                          </a:cubicBezTo>
                          <a:cubicBezTo>
                            <a:pt x="7354" y="-1062"/>
                            <a:pt x="11354" y="366"/>
                            <a:pt x="12973" y="4081"/>
                          </a:cubicBezTo>
                          <a:cubicBezTo>
                            <a:pt x="14497" y="7891"/>
                            <a:pt x="13068" y="12463"/>
                            <a:pt x="9640" y="1436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22" name="Forme libre : forme 821">
                      <a:extLst>
                        <a:ext uri="{FF2B5EF4-FFF2-40B4-BE49-F238E27FC236}">
                          <a16:creationId xmlns:a16="http://schemas.microsoft.com/office/drawing/2014/main" id="{8D301307-7B7E-482F-A489-8817FB632B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17219" y="4400659"/>
                      <a:ext cx="4768" cy="5905"/>
                    </a:xfrm>
                    <a:custGeom>
                      <a:avLst/>
                      <a:gdLst>
                        <a:gd name="connsiteX0" fmla="*/ 2482 w 4768"/>
                        <a:gd name="connsiteY0" fmla="*/ 5905 h 5905"/>
                        <a:gd name="connsiteX1" fmla="*/ 6 w 4768"/>
                        <a:gd name="connsiteY1" fmla="*/ 2857 h 5905"/>
                        <a:gd name="connsiteX2" fmla="*/ 2292 w 4768"/>
                        <a:gd name="connsiteY2" fmla="*/ 0 h 5905"/>
                        <a:gd name="connsiteX3" fmla="*/ 4769 w 4768"/>
                        <a:gd name="connsiteY3" fmla="*/ 3048 h 5905"/>
                        <a:gd name="connsiteX4" fmla="*/ 2482 w 4768"/>
                        <a:gd name="connsiteY4" fmla="*/ 5905 h 5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8" h="5905">
                          <a:moveTo>
                            <a:pt x="2482" y="5905"/>
                          </a:moveTo>
                          <a:cubicBezTo>
                            <a:pt x="1149" y="5810"/>
                            <a:pt x="101" y="4477"/>
                            <a:pt x="6" y="2857"/>
                          </a:cubicBezTo>
                          <a:cubicBezTo>
                            <a:pt x="-89" y="1238"/>
                            <a:pt x="959" y="0"/>
                            <a:pt x="2292" y="0"/>
                          </a:cubicBezTo>
                          <a:cubicBezTo>
                            <a:pt x="3626" y="0"/>
                            <a:pt x="4673" y="1429"/>
                            <a:pt x="4769" y="3048"/>
                          </a:cubicBezTo>
                          <a:cubicBezTo>
                            <a:pt x="4769" y="4667"/>
                            <a:pt x="3721" y="5905"/>
                            <a:pt x="2482" y="59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823" name="Graphique 15">
                    <a:extLst>
                      <a:ext uri="{FF2B5EF4-FFF2-40B4-BE49-F238E27FC236}">
                        <a16:creationId xmlns:a16="http://schemas.microsoft.com/office/drawing/2014/main" id="{2E2721F6-A109-4FB3-9FA8-7246EDA222A0}"/>
                      </a:ext>
                    </a:extLst>
                  </p:cNvPr>
                  <p:cNvGrpSpPr/>
                  <p:nvPr/>
                </p:nvGrpSpPr>
                <p:grpSpPr>
                  <a:xfrm>
                    <a:off x="10372431" y="4396604"/>
                    <a:ext cx="29172" cy="35731"/>
                    <a:chOff x="10372431" y="4396604"/>
                    <a:chExt cx="29172" cy="35731"/>
                  </a:xfrm>
                  <a:solidFill>
                    <a:schemeClr val="accent1"/>
                  </a:solidFill>
                </p:grpSpPr>
                <p:sp>
                  <p:nvSpPr>
                    <p:cNvPr id="824" name="Forme libre : forme 823">
                      <a:extLst>
                        <a:ext uri="{FF2B5EF4-FFF2-40B4-BE49-F238E27FC236}">
                          <a16:creationId xmlns:a16="http://schemas.microsoft.com/office/drawing/2014/main" id="{6561CBCE-D234-4550-9919-38A3ABE291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72527" y="4396794"/>
                      <a:ext cx="29076" cy="35541"/>
                    </a:xfrm>
                    <a:custGeom>
                      <a:avLst/>
                      <a:gdLst>
                        <a:gd name="connsiteX0" fmla="*/ 14028 w 29076"/>
                        <a:gd name="connsiteY0" fmla="*/ 35487 h 35541"/>
                        <a:gd name="connsiteX1" fmla="*/ 26 w 29076"/>
                        <a:gd name="connsiteY1" fmla="*/ 16437 h 35541"/>
                        <a:gd name="connsiteX2" fmla="*/ 14885 w 29076"/>
                        <a:gd name="connsiteY2" fmla="*/ 54 h 35541"/>
                        <a:gd name="connsiteX3" fmla="*/ 29077 w 29076"/>
                        <a:gd name="connsiteY3" fmla="*/ 18914 h 35541"/>
                        <a:gd name="connsiteX4" fmla="*/ 14028 w 29076"/>
                        <a:gd name="connsiteY4" fmla="*/ 35487 h 35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076" h="35541">
                          <a:moveTo>
                            <a:pt x="14028" y="35487"/>
                          </a:moveTo>
                          <a:cubicBezTo>
                            <a:pt x="5741" y="34821"/>
                            <a:pt x="-451" y="26248"/>
                            <a:pt x="26" y="16437"/>
                          </a:cubicBezTo>
                          <a:cubicBezTo>
                            <a:pt x="502" y="6627"/>
                            <a:pt x="7074" y="-708"/>
                            <a:pt x="14885" y="54"/>
                          </a:cubicBezTo>
                          <a:cubicBezTo>
                            <a:pt x="22695" y="912"/>
                            <a:pt x="29077" y="9103"/>
                            <a:pt x="29077" y="18914"/>
                          </a:cubicBezTo>
                          <a:cubicBezTo>
                            <a:pt x="29077" y="28820"/>
                            <a:pt x="22219" y="36249"/>
                            <a:pt x="14028" y="3548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25" name="Forme libre : forme 824">
                      <a:extLst>
                        <a:ext uri="{FF2B5EF4-FFF2-40B4-BE49-F238E27FC236}">
                          <a16:creationId xmlns:a16="http://schemas.microsoft.com/office/drawing/2014/main" id="{023335CC-4E96-4107-8B22-A786DE8A4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72431" y="4396604"/>
                      <a:ext cx="21933" cy="35519"/>
                    </a:xfrm>
                    <a:custGeom>
                      <a:avLst/>
                      <a:gdLst>
                        <a:gd name="connsiteX0" fmla="*/ 14218 w 21933"/>
                        <a:gd name="connsiteY0" fmla="*/ 17961 h 35519"/>
                        <a:gd name="connsiteX1" fmla="*/ 21933 w 21933"/>
                        <a:gd name="connsiteY1" fmla="*/ 3198 h 35519"/>
                        <a:gd name="connsiteX2" fmla="*/ 14885 w 21933"/>
                        <a:gd name="connsiteY2" fmla="*/ 54 h 35519"/>
                        <a:gd name="connsiteX3" fmla="*/ 26 w 21933"/>
                        <a:gd name="connsiteY3" fmla="*/ 16437 h 35519"/>
                        <a:gd name="connsiteX4" fmla="*/ 14027 w 21933"/>
                        <a:gd name="connsiteY4" fmla="*/ 35487 h 35519"/>
                        <a:gd name="connsiteX5" fmla="*/ 21267 w 21933"/>
                        <a:gd name="connsiteY5" fmla="*/ 33868 h 35519"/>
                        <a:gd name="connsiteX6" fmla="*/ 14218 w 21933"/>
                        <a:gd name="connsiteY6" fmla="*/ 17961 h 35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933" h="35519">
                          <a:moveTo>
                            <a:pt x="14218" y="17961"/>
                          </a:moveTo>
                          <a:cubicBezTo>
                            <a:pt x="14409" y="11294"/>
                            <a:pt x="17552" y="5865"/>
                            <a:pt x="21933" y="3198"/>
                          </a:cubicBezTo>
                          <a:cubicBezTo>
                            <a:pt x="19838" y="1483"/>
                            <a:pt x="17457" y="340"/>
                            <a:pt x="14885" y="54"/>
                          </a:cubicBezTo>
                          <a:cubicBezTo>
                            <a:pt x="7074" y="-708"/>
                            <a:pt x="502" y="6627"/>
                            <a:pt x="26" y="16437"/>
                          </a:cubicBezTo>
                          <a:cubicBezTo>
                            <a:pt x="-450" y="26248"/>
                            <a:pt x="5741" y="34726"/>
                            <a:pt x="14027" y="35487"/>
                          </a:cubicBezTo>
                          <a:cubicBezTo>
                            <a:pt x="16599" y="35678"/>
                            <a:pt x="19076" y="35011"/>
                            <a:pt x="21267" y="33868"/>
                          </a:cubicBezTo>
                          <a:cubicBezTo>
                            <a:pt x="16885" y="30534"/>
                            <a:pt x="14027" y="24629"/>
                            <a:pt x="14218" y="1796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26" name="Forme libre : forme 825">
                      <a:extLst>
                        <a:ext uri="{FF2B5EF4-FFF2-40B4-BE49-F238E27FC236}">
                          <a16:creationId xmlns:a16="http://schemas.microsoft.com/office/drawing/2014/main" id="{4B1C1F3F-48D1-46DC-BC5A-3AA9DFBAF6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82293" y="4413937"/>
                      <a:ext cx="13866" cy="15164"/>
                    </a:xfrm>
                    <a:custGeom>
                      <a:avLst/>
                      <a:gdLst>
                        <a:gd name="connsiteX0" fmla="*/ 9500 w 13866"/>
                        <a:gd name="connsiteY0" fmla="*/ 14439 h 15164"/>
                        <a:gd name="connsiteX1" fmla="*/ 452 w 13866"/>
                        <a:gd name="connsiteY1" fmla="*/ 10820 h 15164"/>
                        <a:gd name="connsiteX2" fmla="*/ 4357 w 13866"/>
                        <a:gd name="connsiteY2" fmla="*/ 723 h 15164"/>
                        <a:gd name="connsiteX3" fmla="*/ 13310 w 13866"/>
                        <a:gd name="connsiteY3" fmla="*/ 4438 h 15164"/>
                        <a:gd name="connsiteX4" fmla="*/ 9500 w 13866"/>
                        <a:gd name="connsiteY4" fmla="*/ 14439 h 15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66" h="15164">
                          <a:moveTo>
                            <a:pt x="9500" y="14439"/>
                          </a:moveTo>
                          <a:cubicBezTo>
                            <a:pt x="5881" y="16249"/>
                            <a:pt x="1880" y="14535"/>
                            <a:pt x="452" y="10820"/>
                          </a:cubicBezTo>
                          <a:cubicBezTo>
                            <a:pt x="-882" y="7010"/>
                            <a:pt x="832" y="2533"/>
                            <a:pt x="4357" y="723"/>
                          </a:cubicBezTo>
                          <a:cubicBezTo>
                            <a:pt x="7881" y="-1086"/>
                            <a:pt x="11786" y="628"/>
                            <a:pt x="13310" y="4438"/>
                          </a:cubicBezTo>
                          <a:cubicBezTo>
                            <a:pt x="14834" y="8248"/>
                            <a:pt x="13120" y="12725"/>
                            <a:pt x="9500" y="1443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27" name="Forme libre : forme 826">
                      <a:extLst>
                        <a:ext uri="{FF2B5EF4-FFF2-40B4-BE49-F238E27FC236}">
                          <a16:creationId xmlns:a16="http://schemas.microsoft.com/office/drawing/2014/main" id="{1C2729D7-C75D-473D-A6AD-8109674ACD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90840" y="4413689"/>
                      <a:ext cx="4857" cy="5834"/>
                    </a:xfrm>
                    <a:custGeom>
                      <a:avLst/>
                      <a:gdLst>
                        <a:gd name="connsiteX0" fmla="*/ 2381 w 4857"/>
                        <a:gd name="connsiteY0" fmla="*/ 5830 h 5834"/>
                        <a:gd name="connsiteX1" fmla="*/ 0 w 4857"/>
                        <a:gd name="connsiteY1" fmla="*/ 2686 h 5834"/>
                        <a:gd name="connsiteX2" fmla="*/ 2477 w 4857"/>
                        <a:gd name="connsiteY2" fmla="*/ 19 h 5834"/>
                        <a:gd name="connsiteX3" fmla="*/ 4858 w 4857"/>
                        <a:gd name="connsiteY3" fmla="*/ 3163 h 5834"/>
                        <a:gd name="connsiteX4" fmla="*/ 2381 w 4857"/>
                        <a:gd name="connsiteY4" fmla="*/ 5830 h 58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57" h="5834">
                          <a:moveTo>
                            <a:pt x="2381" y="5830"/>
                          </a:moveTo>
                          <a:cubicBezTo>
                            <a:pt x="1048" y="5734"/>
                            <a:pt x="0" y="4306"/>
                            <a:pt x="0" y="2686"/>
                          </a:cubicBezTo>
                          <a:cubicBezTo>
                            <a:pt x="0" y="1067"/>
                            <a:pt x="1143" y="-171"/>
                            <a:pt x="2477" y="19"/>
                          </a:cubicBezTo>
                          <a:cubicBezTo>
                            <a:pt x="3810" y="115"/>
                            <a:pt x="4858" y="1543"/>
                            <a:pt x="4858" y="3163"/>
                          </a:cubicBezTo>
                          <a:cubicBezTo>
                            <a:pt x="4858" y="4687"/>
                            <a:pt x="3715" y="5925"/>
                            <a:pt x="2381" y="583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828" name="Graphique 15">
                    <a:extLst>
                      <a:ext uri="{FF2B5EF4-FFF2-40B4-BE49-F238E27FC236}">
                        <a16:creationId xmlns:a16="http://schemas.microsoft.com/office/drawing/2014/main" id="{A5763593-65D9-483F-84EC-93832AA2E03F}"/>
                      </a:ext>
                    </a:extLst>
                  </p:cNvPr>
                  <p:cNvGrpSpPr/>
                  <p:nvPr/>
                </p:nvGrpSpPr>
                <p:grpSpPr>
                  <a:xfrm>
                    <a:off x="10349612" y="4418763"/>
                    <a:ext cx="29815" cy="35654"/>
                    <a:chOff x="10349612" y="4418763"/>
                    <a:chExt cx="29815" cy="35654"/>
                  </a:xfrm>
                  <a:solidFill>
                    <a:schemeClr val="accent1"/>
                  </a:solidFill>
                </p:grpSpPr>
                <p:sp>
                  <p:nvSpPr>
                    <p:cNvPr id="829" name="Forme libre : forme 828">
                      <a:extLst>
                        <a:ext uri="{FF2B5EF4-FFF2-40B4-BE49-F238E27FC236}">
                          <a16:creationId xmlns:a16="http://schemas.microsoft.com/office/drawing/2014/main" id="{B1F98E13-ACEF-4E54-B3F3-BB248D4B6C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49612" y="4418763"/>
                      <a:ext cx="29815" cy="35601"/>
                    </a:xfrm>
                    <a:custGeom>
                      <a:avLst/>
                      <a:gdLst>
                        <a:gd name="connsiteX0" fmla="*/ 13796 w 29815"/>
                        <a:gd name="connsiteY0" fmla="*/ 35521 h 35601"/>
                        <a:gd name="connsiteX1" fmla="*/ 80 w 29815"/>
                        <a:gd name="connsiteY1" fmla="*/ 15804 h 35601"/>
                        <a:gd name="connsiteX2" fmla="*/ 15987 w 29815"/>
                        <a:gd name="connsiteY2" fmla="*/ 88 h 35601"/>
                        <a:gd name="connsiteX3" fmla="*/ 29798 w 29815"/>
                        <a:gd name="connsiteY3" fmla="*/ 19138 h 35601"/>
                        <a:gd name="connsiteX4" fmla="*/ 13796 w 29815"/>
                        <a:gd name="connsiteY4" fmla="*/ 35521 h 35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815" h="35601">
                          <a:moveTo>
                            <a:pt x="13796" y="35521"/>
                          </a:moveTo>
                          <a:cubicBezTo>
                            <a:pt x="5319" y="34378"/>
                            <a:pt x="-777" y="25520"/>
                            <a:pt x="80" y="15804"/>
                          </a:cubicBezTo>
                          <a:cubicBezTo>
                            <a:pt x="938" y="5994"/>
                            <a:pt x="8081" y="-864"/>
                            <a:pt x="15987" y="88"/>
                          </a:cubicBezTo>
                          <a:cubicBezTo>
                            <a:pt x="23988" y="755"/>
                            <a:pt x="30179" y="9328"/>
                            <a:pt x="29798" y="19138"/>
                          </a:cubicBezTo>
                          <a:cubicBezTo>
                            <a:pt x="29513" y="28854"/>
                            <a:pt x="22273" y="36474"/>
                            <a:pt x="13796" y="3552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30" name="Forme libre : forme 829">
                      <a:extLst>
                        <a:ext uri="{FF2B5EF4-FFF2-40B4-BE49-F238E27FC236}">
                          <a16:creationId xmlns:a16="http://schemas.microsoft.com/office/drawing/2014/main" id="{F155FF30-D2B0-416C-A6D4-39A65ADD9D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49707" y="4418763"/>
                      <a:ext cx="23035" cy="35654"/>
                    </a:xfrm>
                    <a:custGeom>
                      <a:avLst/>
                      <a:gdLst>
                        <a:gd name="connsiteX0" fmla="*/ 14559 w 23035"/>
                        <a:gd name="connsiteY0" fmla="*/ 17900 h 35654"/>
                        <a:gd name="connsiteX1" fmla="*/ 23036 w 23035"/>
                        <a:gd name="connsiteY1" fmla="*/ 3136 h 35654"/>
                        <a:gd name="connsiteX2" fmla="*/ 15987 w 23035"/>
                        <a:gd name="connsiteY2" fmla="*/ 88 h 35654"/>
                        <a:gd name="connsiteX3" fmla="*/ 80 w 23035"/>
                        <a:gd name="connsiteY3" fmla="*/ 15804 h 35654"/>
                        <a:gd name="connsiteX4" fmla="*/ 13796 w 23035"/>
                        <a:gd name="connsiteY4" fmla="*/ 35521 h 35654"/>
                        <a:gd name="connsiteX5" fmla="*/ 21321 w 23035"/>
                        <a:gd name="connsiteY5" fmla="*/ 33902 h 35654"/>
                        <a:gd name="connsiteX6" fmla="*/ 14559 w 23035"/>
                        <a:gd name="connsiteY6" fmla="*/ 17900 h 35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3035" h="35654">
                          <a:moveTo>
                            <a:pt x="14559" y="17900"/>
                          </a:moveTo>
                          <a:cubicBezTo>
                            <a:pt x="15035" y="11328"/>
                            <a:pt x="18464" y="5708"/>
                            <a:pt x="23036" y="3136"/>
                          </a:cubicBezTo>
                          <a:cubicBezTo>
                            <a:pt x="20940" y="1422"/>
                            <a:pt x="18559" y="279"/>
                            <a:pt x="15987" y="88"/>
                          </a:cubicBezTo>
                          <a:cubicBezTo>
                            <a:pt x="7986" y="-864"/>
                            <a:pt x="938" y="5994"/>
                            <a:pt x="80" y="15804"/>
                          </a:cubicBezTo>
                          <a:cubicBezTo>
                            <a:pt x="-777" y="25615"/>
                            <a:pt x="5319" y="34378"/>
                            <a:pt x="13796" y="35521"/>
                          </a:cubicBezTo>
                          <a:cubicBezTo>
                            <a:pt x="16463" y="35997"/>
                            <a:pt x="19035" y="35140"/>
                            <a:pt x="21321" y="33902"/>
                          </a:cubicBezTo>
                          <a:cubicBezTo>
                            <a:pt x="16844" y="30568"/>
                            <a:pt x="14177" y="24472"/>
                            <a:pt x="14559" y="1790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31" name="Forme libre : forme 830">
                      <a:extLst>
                        <a:ext uri="{FF2B5EF4-FFF2-40B4-BE49-F238E27FC236}">
                          <a16:creationId xmlns:a16="http://schemas.microsoft.com/office/drawing/2014/main" id="{D349FB58-1F80-401C-8C86-4AE1FBDEA1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59517" y="4436154"/>
                      <a:ext cx="14271" cy="15146"/>
                    </a:xfrm>
                    <a:custGeom>
                      <a:avLst/>
                      <a:gdLst>
                        <a:gd name="connsiteX0" fmla="*/ 9511 w 14271"/>
                        <a:gd name="connsiteY0" fmla="*/ 14416 h 15146"/>
                        <a:gd name="connsiteX1" fmla="*/ 367 w 14271"/>
                        <a:gd name="connsiteY1" fmla="*/ 10510 h 15146"/>
                        <a:gd name="connsiteX2" fmla="*/ 4749 w 14271"/>
                        <a:gd name="connsiteY2" fmla="*/ 699 h 15146"/>
                        <a:gd name="connsiteX3" fmla="*/ 13797 w 14271"/>
                        <a:gd name="connsiteY3" fmla="*/ 4319 h 15146"/>
                        <a:gd name="connsiteX4" fmla="*/ 9511 w 14271"/>
                        <a:gd name="connsiteY4" fmla="*/ 14416 h 15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71" h="15146">
                          <a:moveTo>
                            <a:pt x="9511" y="14416"/>
                          </a:moveTo>
                          <a:cubicBezTo>
                            <a:pt x="5797" y="16321"/>
                            <a:pt x="1605" y="14320"/>
                            <a:pt x="367" y="10510"/>
                          </a:cubicBezTo>
                          <a:cubicBezTo>
                            <a:pt x="-871" y="6700"/>
                            <a:pt x="1129" y="2224"/>
                            <a:pt x="4749" y="699"/>
                          </a:cubicBezTo>
                          <a:cubicBezTo>
                            <a:pt x="8463" y="-1015"/>
                            <a:pt x="12464" y="509"/>
                            <a:pt x="13797" y="4319"/>
                          </a:cubicBezTo>
                          <a:cubicBezTo>
                            <a:pt x="15226" y="8034"/>
                            <a:pt x="13321" y="12606"/>
                            <a:pt x="9511" y="1441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32" name="Forme libre : forme 831">
                      <a:extLst>
                        <a:ext uri="{FF2B5EF4-FFF2-40B4-BE49-F238E27FC236}">
                          <a16:creationId xmlns:a16="http://schemas.microsoft.com/office/drawing/2014/main" id="{65CF3FE2-9266-47BC-AEC0-98C64E4368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68546" y="4435610"/>
                      <a:ext cx="4869" cy="5929"/>
                    </a:xfrm>
                    <a:custGeom>
                      <a:avLst/>
                      <a:gdLst>
                        <a:gd name="connsiteX0" fmla="*/ 2292 w 4869"/>
                        <a:gd name="connsiteY0" fmla="*/ 5911 h 5929"/>
                        <a:gd name="connsiteX1" fmla="*/ 6 w 4869"/>
                        <a:gd name="connsiteY1" fmla="*/ 2767 h 5929"/>
                        <a:gd name="connsiteX2" fmla="*/ 2578 w 4869"/>
                        <a:gd name="connsiteY2" fmla="*/ 5 h 5929"/>
                        <a:gd name="connsiteX3" fmla="*/ 4864 w 4869"/>
                        <a:gd name="connsiteY3" fmla="*/ 3148 h 5929"/>
                        <a:gd name="connsiteX4" fmla="*/ 2292 w 4869"/>
                        <a:gd name="connsiteY4" fmla="*/ 5911 h 5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69" h="5929">
                          <a:moveTo>
                            <a:pt x="2292" y="5911"/>
                          </a:moveTo>
                          <a:cubicBezTo>
                            <a:pt x="959" y="5815"/>
                            <a:pt x="-89" y="4387"/>
                            <a:pt x="6" y="2767"/>
                          </a:cubicBezTo>
                          <a:cubicBezTo>
                            <a:pt x="101" y="1148"/>
                            <a:pt x="1244" y="-90"/>
                            <a:pt x="2578" y="5"/>
                          </a:cubicBezTo>
                          <a:cubicBezTo>
                            <a:pt x="3911" y="100"/>
                            <a:pt x="4959" y="1529"/>
                            <a:pt x="4864" y="3148"/>
                          </a:cubicBezTo>
                          <a:cubicBezTo>
                            <a:pt x="4864" y="4863"/>
                            <a:pt x="3721" y="6101"/>
                            <a:pt x="2292" y="59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833" name="Graphique 15">
                  <a:extLst>
                    <a:ext uri="{FF2B5EF4-FFF2-40B4-BE49-F238E27FC236}">
                      <a16:creationId xmlns:a16="http://schemas.microsoft.com/office/drawing/2014/main" id="{E6B4FBBE-3F55-4C65-B28C-5FCD7F342BFB}"/>
                    </a:ext>
                  </a:extLst>
                </p:cNvPr>
                <p:cNvGrpSpPr/>
                <p:nvPr/>
              </p:nvGrpSpPr>
              <p:grpSpPr>
                <a:xfrm>
                  <a:off x="10345139" y="4486271"/>
                  <a:ext cx="77505" cy="88038"/>
                  <a:chOff x="10345139" y="4486271"/>
                  <a:chExt cx="77505" cy="88038"/>
                </a:xfrm>
                <a:solidFill>
                  <a:schemeClr val="accent1"/>
                </a:solidFill>
              </p:grpSpPr>
              <p:grpSp>
                <p:nvGrpSpPr>
                  <p:cNvPr id="834" name="Graphique 15">
                    <a:extLst>
                      <a:ext uri="{FF2B5EF4-FFF2-40B4-BE49-F238E27FC236}">
                        <a16:creationId xmlns:a16="http://schemas.microsoft.com/office/drawing/2014/main" id="{153E9528-A062-40E7-A483-F44248967816}"/>
                      </a:ext>
                    </a:extLst>
                  </p:cNvPr>
                  <p:cNvGrpSpPr/>
                  <p:nvPr/>
                </p:nvGrpSpPr>
                <p:grpSpPr>
                  <a:xfrm>
                    <a:off x="10389675" y="4486271"/>
                    <a:ext cx="32969" cy="35572"/>
                    <a:chOff x="10389675" y="4486271"/>
                    <a:chExt cx="32969" cy="35572"/>
                  </a:xfrm>
                  <a:solidFill>
                    <a:schemeClr val="accent1"/>
                  </a:solidFill>
                </p:grpSpPr>
                <p:sp>
                  <p:nvSpPr>
                    <p:cNvPr id="835" name="Forme libre : forme 834">
                      <a:extLst>
                        <a:ext uri="{FF2B5EF4-FFF2-40B4-BE49-F238E27FC236}">
                          <a16:creationId xmlns:a16="http://schemas.microsoft.com/office/drawing/2014/main" id="{BD01A08D-46D1-4F08-9189-9BB189F7C5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89675" y="4486315"/>
                      <a:ext cx="32969" cy="35528"/>
                    </a:xfrm>
                    <a:custGeom>
                      <a:avLst/>
                      <a:gdLst>
                        <a:gd name="connsiteX0" fmla="*/ 21644 w 32969"/>
                        <a:gd name="connsiteY0" fmla="*/ 34740 h 35528"/>
                        <a:gd name="connsiteX1" fmla="*/ 689 w 32969"/>
                        <a:gd name="connsiteY1" fmla="*/ 22643 h 35528"/>
                        <a:gd name="connsiteX2" fmla="*/ 11452 w 32969"/>
                        <a:gd name="connsiteY2" fmla="*/ 735 h 35528"/>
                        <a:gd name="connsiteX3" fmla="*/ 32026 w 32969"/>
                        <a:gd name="connsiteY3" fmla="*/ 12165 h 35528"/>
                        <a:gd name="connsiteX4" fmla="*/ 21644 w 32969"/>
                        <a:gd name="connsiteY4" fmla="*/ 34740 h 35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969" h="35528">
                          <a:moveTo>
                            <a:pt x="21644" y="34740"/>
                          </a:moveTo>
                          <a:cubicBezTo>
                            <a:pt x="12785" y="37693"/>
                            <a:pt x="3260" y="32073"/>
                            <a:pt x="689" y="22643"/>
                          </a:cubicBezTo>
                          <a:cubicBezTo>
                            <a:pt x="-1883" y="13213"/>
                            <a:pt x="2975" y="3307"/>
                            <a:pt x="11452" y="735"/>
                          </a:cubicBezTo>
                          <a:cubicBezTo>
                            <a:pt x="19929" y="-1932"/>
                            <a:pt x="28978" y="2831"/>
                            <a:pt x="32026" y="12165"/>
                          </a:cubicBezTo>
                          <a:cubicBezTo>
                            <a:pt x="35074" y="21500"/>
                            <a:pt x="30502" y="31596"/>
                            <a:pt x="21644" y="347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36" name="Forme libre : forme 835">
                      <a:extLst>
                        <a:ext uri="{FF2B5EF4-FFF2-40B4-BE49-F238E27FC236}">
                          <a16:creationId xmlns:a16="http://schemas.microsoft.com/office/drawing/2014/main" id="{D4BA9D6F-C425-4C02-BFF9-E1A48193B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89675" y="4486271"/>
                      <a:ext cx="28597" cy="35477"/>
                    </a:xfrm>
                    <a:custGeom>
                      <a:avLst/>
                      <a:gdLst>
                        <a:gd name="connsiteX0" fmla="*/ 16215 w 28597"/>
                        <a:gd name="connsiteY0" fmla="*/ 18020 h 35477"/>
                        <a:gd name="connsiteX1" fmla="*/ 19739 w 28597"/>
                        <a:gd name="connsiteY1" fmla="*/ 398 h 35477"/>
                        <a:gd name="connsiteX2" fmla="*/ 11452 w 28597"/>
                        <a:gd name="connsiteY2" fmla="*/ 684 h 35477"/>
                        <a:gd name="connsiteX3" fmla="*/ 689 w 28597"/>
                        <a:gd name="connsiteY3" fmla="*/ 22591 h 35477"/>
                        <a:gd name="connsiteX4" fmla="*/ 21644 w 28597"/>
                        <a:gd name="connsiteY4" fmla="*/ 34688 h 35477"/>
                        <a:gd name="connsiteX5" fmla="*/ 28597 w 28597"/>
                        <a:gd name="connsiteY5" fmla="*/ 29735 h 35477"/>
                        <a:gd name="connsiteX6" fmla="*/ 16215 w 28597"/>
                        <a:gd name="connsiteY6" fmla="*/ 18020 h 35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597" h="35477">
                          <a:moveTo>
                            <a:pt x="16215" y="18020"/>
                          </a:moveTo>
                          <a:cubicBezTo>
                            <a:pt x="14310" y="11638"/>
                            <a:pt x="15929" y="5065"/>
                            <a:pt x="19739" y="398"/>
                          </a:cubicBezTo>
                          <a:cubicBezTo>
                            <a:pt x="17072" y="-173"/>
                            <a:pt x="14310" y="-173"/>
                            <a:pt x="11452" y="684"/>
                          </a:cubicBezTo>
                          <a:cubicBezTo>
                            <a:pt x="2975" y="3351"/>
                            <a:pt x="-1883" y="13162"/>
                            <a:pt x="689" y="22591"/>
                          </a:cubicBezTo>
                          <a:cubicBezTo>
                            <a:pt x="3260" y="32021"/>
                            <a:pt x="12785" y="37641"/>
                            <a:pt x="21644" y="34688"/>
                          </a:cubicBezTo>
                          <a:cubicBezTo>
                            <a:pt x="24406" y="33640"/>
                            <a:pt x="26787" y="31926"/>
                            <a:pt x="28597" y="29735"/>
                          </a:cubicBezTo>
                          <a:cubicBezTo>
                            <a:pt x="22977" y="28592"/>
                            <a:pt x="18119" y="24401"/>
                            <a:pt x="16215" y="1802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37" name="Forme libre : forme 836">
                      <a:extLst>
                        <a:ext uri="{FF2B5EF4-FFF2-40B4-BE49-F238E27FC236}">
                          <a16:creationId xmlns:a16="http://schemas.microsoft.com/office/drawing/2014/main" id="{94CD1B68-76F5-4419-BD71-2F9639AFC0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3297" y="4501699"/>
                      <a:ext cx="14901" cy="16040"/>
                    </a:xfrm>
                    <a:custGeom>
                      <a:avLst/>
                      <a:gdLst>
                        <a:gd name="connsiteX0" fmla="*/ 12308 w 14901"/>
                        <a:gd name="connsiteY0" fmla="*/ 13260 h 16040"/>
                        <a:gd name="connsiteX1" fmla="*/ 1735 w 14901"/>
                        <a:gd name="connsiteY1" fmla="*/ 13927 h 16040"/>
                        <a:gd name="connsiteX2" fmla="*/ 2688 w 14901"/>
                        <a:gd name="connsiteY2" fmla="*/ 2687 h 16040"/>
                        <a:gd name="connsiteX3" fmla="*/ 13165 w 14901"/>
                        <a:gd name="connsiteY3" fmla="*/ 1925 h 16040"/>
                        <a:gd name="connsiteX4" fmla="*/ 12308 w 14901"/>
                        <a:gd name="connsiteY4" fmla="*/ 13260 h 160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01" h="16040">
                          <a:moveTo>
                            <a:pt x="12308" y="13260"/>
                          </a:moveTo>
                          <a:cubicBezTo>
                            <a:pt x="9165" y="16594"/>
                            <a:pt x="4402" y="17070"/>
                            <a:pt x="1735" y="13927"/>
                          </a:cubicBezTo>
                          <a:cubicBezTo>
                            <a:pt x="-932" y="10879"/>
                            <a:pt x="-455" y="5830"/>
                            <a:pt x="2688" y="2687"/>
                          </a:cubicBezTo>
                          <a:cubicBezTo>
                            <a:pt x="5831" y="-552"/>
                            <a:pt x="10403" y="-932"/>
                            <a:pt x="13165" y="1925"/>
                          </a:cubicBezTo>
                          <a:cubicBezTo>
                            <a:pt x="15737" y="4878"/>
                            <a:pt x="15451" y="9926"/>
                            <a:pt x="12308" y="1326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38" name="Forme libre : forme 837">
                      <a:extLst>
                        <a:ext uri="{FF2B5EF4-FFF2-40B4-BE49-F238E27FC236}">
                          <a16:creationId xmlns:a16="http://schemas.microsoft.com/office/drawing/2014/main" id="{2F827BB5-623A-46CC-9A33-0E6A0A0FEA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10701" y="4500149"/>
                      <a:ext cx="5426" cy="5806"/>
                    </a:xfrm>
                    <a:custGeom>
                      <a:avLst/>
                      <a:gdLst>
                        <a:gd name="connsiteX0" fmla="*/ 3571 w 5426"/>
                        <a:gd name="connsiteY0" fmla="*/ 5666 h 5806"/>
                        <a:gd name="connsiteX1" fmla="*/ 142 w 5426"/>
                        <a:gd name="connsiteY1" fmla="*/ 3856 h 5806"/>
                        <a:gd name="connsiteX2" fmla="*/ 1856 w 5426"/>
                        <a:gd name="connsiteY2" fmla="*/ 141 h 5806"/>
                        <a:gd name="connsiteX3" fmla="*/ 5285 w 5426"/>
                        <a:gd name="connsiteY3" fmla="*/ 1951 h 5806"/>
                        <a:gd name="connsiteX4" fmla="*/ 3571 w 5426"/>
                        <a:gd name="connsiteY4" fmla="*/ 5666 h 5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26" h="5806">
                          <a:moveTo>
                            <a:pt x="3571" y="5666"/>
                          </a:moveTo>
                          <a:cubicBezTo>
                            <a:pt x="2142" y="6142"/>
                            <a:pt x="618" y="5380"/>
                            <a:pt x="142" y="3856"/>
                          </a:cubicBezTo>
                          <a:cubicBezTo>
                            <a:pt x="-334" y="2332"/>
                            <a:pt x="427" y="617"/>
                            <a:pt x="1856" y="141"/>
                          </a:cubicBezTo>
                          <a:cubicBezTo>
                            <a:pt x="3285" y="-335"/>
                            <a:pt x="4809" y="427"/>
                            <a:pt x="5285" y="1951"/>
                          </a:cubicBezTo>
                          <a:cubicBezTo>
                            <a:pt x="5761" y="3570"/>
                            <a:pt x="5000" y="5189"/>
                            <a:pt x="3571" y="566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839" name="Graphique 15">
                    <a:extLst>
                      <a:ext uri="{FF2B5EF4-FFF2-40B4-BE49-F238E27FC236}">
                        <a16:creationId xmlns:a16="http://schemas.microsoft.com/office/drawing/2014/main" id="{BBB91748-7E8D-44AA-BBA7-62ADF1B8F402}"/>
                      </a:ext>
                    </a:extLst>
                  </p:cNvPr>
                  <p:cNvGrpSpPr/>
                  <p:nvPr/>
                </p:nvGrpSpPr>
                <p:grpSpPr>
                  <a:xfrm>
                    <a:off x="10363933" y="4508858"/>
                    <a:ext cx="33947" cy="35671"/>
                    <a:chOff x="10363933" y="4508858"/>
                    <a:chExt cx="33947" cy="35671"/>
                  </a:xfrm>
                  <a:solidFill>
                    <a:schemeClr val="accent1"/>
                  </a:solidFill>
                </p:grpSpPr>
                <p:sp>
                  <p:nvSpPr>
                    <p:cNvPr id="840" name="Forme libre : forme 839">
                      <a:extLst>
                        <a:ext uri="{FF2B5EF4-FFF2-40B4-BE49-F238E27FC236}">
                          <a16:creationId xmlns:a16="http://schemas.microsoft.com/office/drawing/2014/main" id="{F1791BC1-CAF2-4D34-9E24-9C37D0A4FF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64028" y="4508858"/>
                      <a:ext cx="33852" cy="35671"/>
                    </a:xfrm>
                    <a:custGeom>
                      <a:avLst/>
                      <a:gdLst>
                        <a:gd name="connsiteX0" fmla="*/ 21573 w 33852"/>
                        <a:gd name="connsiteY0" fmla="*/ 34961 h 35671"/>
                        <a:gd name="connsiteX1" fmla="*/ 523 w 33852"/>
                        <a:gd name="connsiteY1" fmla="*/ 22483 h 35671"/>
                        <a:gd name="connsiteX2" fmla="*/ 12430 w 33852"/>
                        <a:gd name="connsiteY2" fmla="*/ 671 h 35671"/>
                        <a:gd name="connsiteX3" fmla="*/ 33099 w 33852"/>
                        <a:gd name="connsiteY3" fmla="*/ 12958 h 35671"/>
                        <a:gd name="connsiteX4" fmla="*/ 21573 w 33852"/>
                        <a:gd name="connsiteY4" fmla="*/ 34961 h 35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852" h="35671">
                          <a:moveTo>
                            <a:pt x="21573" y="34961"/>
                          </a:moveTo>
                          <a:cubicBezTo>
                            <a:pt x="12334" y="37723"/>
                            <a:pt x="2809" y="32199"/>
                            <a:pt x="523" y="22483"/>
                          </a:cubicBezTo>
                          <a:cubicBezTo>
                            <a:pt x="-1763" y="12863"/>
                            <a:pt x="3666" y="3529"/>
                            <a:pt x="12430" y="671"/>
                          </a:cubicBezTo>
                          <a:cubicBezTo>
                            <a:pt x="21192" y="-1996"/>
                            <a:pt x="30337" y="3529"/>
                            <a:pt x="33099" y="12958"/>
                          </a:cubicBezTo>
                          <a:cubicBezTo>
                            <a:pt x="35861" y="22388"/>
                            <a:pt x="30813" y="32199"/>
                            <a:pt x="21573" y="3496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41" name="Forme libre : forme 840">
                      <a:extLst>
                        <a:ext uri="{FF2B5EF4-FFF2-40B4-BE49-F238E27FC236}">
                          <a16:creationId xmlns:a16="http://schemas.microsoft.com/office/drawing/2014/main" id="{2A80DCA8-F1C9-42C6-8EA9-63E2949E09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63933" y="4508874"/>
                      <a:ext cx="28907" cy="35656"/>
                    </a:xfrm>
                    <a:custGeom>
                      <a:avLst/>
                      <a:gdLst>
                        <a:gd name="connsiteX0" fmla="*/ 16620 w 28907"/>
                        <a:gd name="connsiteY0" fmla="*/ 17991 h 35656"/>
                        <a:gd name="connsiteX1" fmla="*/ 20907 w 28907"/>
                        <a:gd name="connsiteY1" fmla="*/ 560 h 35656"/>
                        <a:gd name="connsiteX2" fmla="*/ 12429 w 28907"/>
                        <a:gd name="connsiteY2" fmla="*/ 655 h 35656"/>
                        <a:gd name="connsiteX3" fmla="*/ 523 w 28907"/>
                        <a:gd name="connsiteY3" fmla="*/ 22468 h 35656"/>
                        <a:gd name="connsiteX4" fmla="*/ 21573 w 28907"/>
                        <a:gd name="connsiteY4" fmla="*/ 34945 h 35656"/>
                        <a:gd name="connsiteX5" fmla="*/ 28908 w 28907"/>
                        <a:gd name="connsiteY5" fmla="*/ 30373 h 35656"/>
                        <a:gd name="connsiteX6" fmla="*/ 16620 w 28907"/>
                        <a:gd name="connsiteY6" fmla="*/ 17991 h 35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907" h="35656">
                          <a:moveTo>
                            <a:pt x="16620" y="17991"/>
                          </a:moveTo>
                          <a:cubicBezTo>
                            <a:pt x="14906" y="11514"/>
                            <a:pt x="16811" y="4942"/>
                            <a:pt x="20907" y="560"/>
                          </a:cubicBezTo>
                          <a:cubicBezTo>
                            <a:pt x="18145" y="-202"/>
                            <a:pt x="15287" y="-202"/>
                            <a:pt x="12429" y="655"/>
                          </a:cubicBezTo>
                          <a:cubicBezTo>
                            <a:pt x="3666" y="3513"/>
                            <a:pt x="-1763" y="12752"/>
                            <a:pt x="523" y="22468"/>
                          </a:cubicBezTo>
                          <a:cubicBezTo>
                            <a:pt x="2809" y="32183"/>
                            <a:pt x="12334" y="37708"/>
                            <a:pt x="21573" y="34945"/>
                          </a:cubicBezTo>
                          <a:cubicBezTo>
                            <a:pt x="24526" y="34088"/>
                            <a:pt x="27003" y="32469"/>
                            <a:pt x="28908" y="30373"/>
                          </a:cubicBezTo>
                          <a:cubicBezTo>
                            <a:pt x="23193" y="28849"/>
                            <a:pt x="18335" y="24373"/>
                            <a:pt x="16620" y="179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42" name="Forme libre : forme 841">
                      <a:extLst>
                        <a:ext uri="{FF2B5EF4-FFF2-40B4-BE49-F238E27FC236}">
                          <a16:creationId xmlns:a16="http://schemas.microsoft.com/office/drawing/2014/main" id="{642A9DB0-E874-4BEB-A88D-FC1E78738B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77765" y="4524529"/>
                      <a:ext cx="15384" cy="15852"/>
                    </a:xfrm>
                    <a:custGeom>
                      <a:avLst/>
                      <a:gdLst>
                        <a:gd name="connsiteX0" fmla="*/ 12504 w 15384"/>
                        <a:gd name="connsiteY0" fmla="*/ 13385 h 15852"/>
                        <a:gd name="connsiteX1" fmla="*/ 1646 w 15384"/>
                        <a:gd name="connsiteY1" fmla="*/ 13671 h 15852"/>
                        <a:gd name="connsiteX2" fmla="*/ 2979 w 15384"/>
                        <a:gd name="connsiteY2" fmla="*/ 2431 h 15852"/>
                        <a:gd name="connsiteX3" fmla="*/ 13742 w 15384"/>
                        <a:gd name="connsiteY3" fmla="*/ 2145 h 15852"/>
                        <a:gd name="connsiteX4" fmla="*/ 12504 w 15384"/>
                        <a:gd name="connsiteY4" fmla="*/ 13385 h 15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84" h="15852">
                          <a:moveTo>
                            <a:pt x="12504" y="13385"/>
                          </a:moveTo>
                          <a:cubicBezTo>
                            <a:pt x="9170" y="16528"/>
                            <a:pt x="4217" y="16719"/>
                            <a:pt x="1646" y="13671"/>
                          </a:cubicBezTo>
                          <a:cubicBezTo>
                            <a:pt x="-1021" y="10623"/>
                            <a:pt x="-355" y="5574"/>
                            <a:pt x="2979" y="2431"/>
                          </a:cubicBezTo>
                          <a:cubicBezTo>
                            <a:pt x="6313" y="-712"/>
                            <a:pt x="11075" y="-807"/>
                            <a:pt x="13742" y="2145"/>
                          </a:cubicBezTo>
                          <a:cubicBezTo>
                            <a:pt x="16314" y="5193"/>
                            <a:pt x="15838" y="10241"/>
                            <a:pt x="12504" y="1338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43" name="Forme libre : forme 842">
                      <a:extLst>
                        <a:ext uri="{FF2B5EF4-FFF2-40B4-BE49-F238E27FC236}">
                          <a16:creationId xmlns:a16="http://schemas.microsoft.com/office/drawing/2014/main" id="{2DAFE179-F0AE-40E8-8C45-17911A9187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85600" y="4523027"/>
                      <a:ext cx="5562" cy="5866"/>
                    </a:xfrm>
                    <a:custGeom>
                      <a:avLst/>
                      <a:gdLst>
                        <a:gd name="connsiteX0" fmla="*/ 3526 w 5562"/>
                        <a:gd name="connsiteY0" fmla="*/ 5743 h 5866"/>
                        <a:gd name="connsiteX1" fmla="*/ 97 w 5562"/>
                        <a:gd name="connsiteY1" fmla="*/ 3743 h 5866"/>
                        <a:gd name="connsiteX2" fmla="*/ 2002 w 5562"/>
                        <a:gd name="connsiteY2" fmla="*/ 123 h 5866"/>
                        <a:gd name="connsiteX3" fmla="*/ 5431 w 5562"/>
                        <a:gd name="connsiteY3" fmla="*/ 2124 h 5866"/>
                        <a:gd name="connsiteX4" fmla="*/ 3526 w 5562"/>
                        <a:gd name="connsiteY4" fmla="*/ 5743 h 5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2" h="5866">
                          <a:moveTo>
                            <a:pt x="3526" y="5743"/>
                          </a:moveTo>
                          <a:cubicBezTo>
                            <a:pt x="2002" y="6219"/>
                            <a:pt x="478" y="5267"/>
                            <a:pt x="97" y="3743"/>
                          </a:cubicBezTo>
                          <a:cubicBezTo>
                            <a:pt x="-284" y="2219"/>
                            <a:pt x="478" y="600"/>
                            <a:pt x="2002" y="123"/>
                          </a:cubicBezTo>
                          <a:cubicBezTo>
                            <a:pt x="3431" y="-353"/>
                            <a:pt x="5050" y="600"/>
                            <a:pt x="5431" y="2124"/>
                          </a:cubicBezTo>
                          <a:cubicBezTo>
                            <a:pt x="5907" y="3648"/>
                            <a:pt x="5050" y="5267"/>
                            <a:pt x="3526" y="57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844" name="Graphique 15">
                    <a:extLst>
                      <a:ext uri="{FF2B5EF4-FFF2-40B4-BE49-F238E27FC236}">
                        <a16:creationId xmlns:a16="http://schemas.microsoft.com/office/drawing/2014/main" id="{20FE4341-AE1A-44DD-9A59-C50ABC34D1C1}"/>
                      </a:ext>
                    </a:extLst>
                  </p:cNvPr>
                  <p:cNvGrpSpPr/>
                  <p:nvPr/>
                </p:nvGrpSpPr>
                <p:grpSpPr>
                  <a:xfrm>
                    <a:off x="10345139" y="4538656"/>
                    <a:ext cx="35186" cy="35653"/>
                    <a:chOff x="10345139" y="4538656"/>
                    <a:chExt cx="35186" cy="35653"/>
                  </a:xfrm>
                  <a:solidFill>
                    <a:schemeClr val="accent1"/>
                  </a:solidFill>
                </p:grpSpPr>
                <p:sp>
                  <p:nvSpPr>
                    <p:cNvPr id="845" name="Forme libre : forme 844">
                      <a:extLst>
                        <a:ext uri="{FF2B5EF4-FFF2-40B4-BE49-F238E27FC236}">
                          <a16:creationId xmlns:a16="http://schemas.microsoft.com/office/drawing/2014/main" id="{194FF518-2C40-4526-8D16-08F01B0DD6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45264" y="4538710"/>
                      <a:ext cx="35061" cy="35599"/>
                    </a:xfrm>
                    <a:custGeom>
                      <a:avLst/>
                      <a:gdLst>
                        <a:gd name="connsiteX0" fmla="*/ 21859 w 35061"/>
                        <a:gd name="connsiteY0" fmla="*/ 35113 h 35599"/>
                        <a:gd name="connsiteX1" fmla="*/ 428 w 35061"/>
                        <a:gd name="connsiteY1" fmla="*/ 21874 h 35599"/>
                        <a:gd name="connsiteX2" fmla="*/ 13287 w 35061"/>
                        <a:gd name="connsiteY2" fmla="*/ 442 h 35599"/>
                        <a:gd name="connsiteX3" fmla="*/ 34432 w 35061"/>
                        <a:gd name="connsiteY3" fmla="*/ 13301 h 35599"/>
                        <a:gd name="connsiteX4" fmla="*/ 21859 w 35061"/>
                        <a:gd name="connsiteY4" fmla="*/ 35113 h 35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061" h="35599">
                          <a:moveTo>
                            <a:pt x="21859" y="35113"/>
                          </a:moveTo>
                          <a:cubicBezTo>
                            <a:pt x="12239" y="37399"/>
                            <a:pt x="2523" y="31399"/>
                            <a:pt x="428" y="21874"/>
                          </a:cubicBezTo>
                          <a:cubicBezTo>
                            <a:pt x="-1668" y="12253"/>
                            <a:pt x="4143" y="2728"/>
                            <a:pt x="13287" y="442"/>
                          </a:cubicBezTo>
                          <a:cubicBezTo>
                            <a:pt x="22431" y="-1653"/>
                            <a:pt x="31860" y="3871"/>
                            <a:pt x="34432" y="13301"/>
                          </a:cubicBezTo>
                          <a:cubicBezTo>
                            <a:pt x="37004" y="22636"/>
                            <a:pt x="31479" y="32827"/>
                            <a:pt x="21859" y="3511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46" name="Forme libre : forme 845">
                      <a:extLst>
                        <a:ext uri="{FF2B5EF4-FFF2-40B4-BE49-F238E27FC236}">
                          <a16:creationId xmlns:a16="http://schemas.microsoft.com/office/drawing/2014/main" id="{1DFAB105-5AC4-4F1C-B470-3AA716775A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45139" y="4538656"/>
                      <a:ext cx="29603" cy="35563"/>
                    </a:xfrm>
                    <a:custGeom>
                      <a:avLst/>
                      <a:gdLst>
                        <a:gd name="connsiteX0" fmla="*/ 17221 w 29603"/>
                        <a:gd name="connsiteY0" fmla="*/ 18022 h 35563"/>
                        <a:gd name="connsiteX1" fmla="*/ 22174 w 29603"/>
                        <a:gd name="connsiteY1" fmla="*/ 782 h 35563"/>
                        <a:gd name="connsiteX2" fmla="*/ 13316 w 29603"/>
                        <a:gd name="connsiteY2" fmla="*/ 401 h 35563"/>
                        <a:gd name="connsiteX3" fmla="*/ 457 w 29603"/>
                        <a:gd name="connsiteY3" fmla="*/ 21832 h 35563"/>
                        <a:gd name="connsiteX4" fmla="*/ 21889 w 29603"/>
                        <a:gd name="connsiteY4" fmla="*/ 35072 h 35563"/>
                        <a:gd name="connsiteX5" fmla="*/ 29604 w 29603"/>
                        <a:gd name="connsiteY5" fmla="*/ 30690 h 35563"/>
                        <a:gd name="connsiteX6" fmla="*/ 17221 w 29603"/>
                        <a:gd name="connsiteY6" fmla="*/ 18022 h 35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603" h="35563">
                          <a:moveTo>
                            <a:pt x="17221" y="18022"/>
                          </a:moveTo>
                          <a:cubicBezTo>
                            <a:pt x="15602" y="11450"/>
                            <a:pt x="17793" y="5068"/>
                            <a:pt x="22174" y="782"/>
                          </a:cubicBezTo>
                          <a:cubicBezTo>
                            <a:pt x="19412" y="-75"/>
                            <a:pt x="16364" y="-266"/>
                            <a:pt x="13316" y="401"/>
                          </a:cubicBezTo>
                          <a:cubicBezTo>
                            <a:pt x="4172" y="2687"/>
                            <a:pt x="-1733" y="12212"/>
                            <a:pt x="457" y="21832"/>
                          </a:cubicBezTo>
                          <a:cubicBezTo>
                            <a:pt x="2553" y="31453"/>
                            <a:pt x="12269" y="37358"/>
                            <a:pt x="21889" y="35072"/>
                          </a:cubicBezTo>
                          <a:cubicBezTo>
                            <a:pt x="24937" y="34405"/>
                            <a:pt x="27509" y="32881"/>
                            <a:pt x="29604" y="30690"/>
                          </a:cubicBezTo>
                          <a:cubicBezTo>
                            <a:pt x="23698" y="29357"/>
                            <a:pt x="18841" y="24404"/>
                            <a:pt x="17221" y="1802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47" name="Forme libre : forme 846">
                      <a:extLst>
                        <a:ext uri="{FF2B5EF4-FFF2-40B4-BE49-F238E27FC236}">
                          <a16:creationId xmlns:a16="http://schemas.microsoft.com/office/drawing/2014/main" id="{F67FB32A-948B-4BA9-9654-D4EDC28CEB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59178" y="4554615"/>
                      <a:ext cx="16054" cy="15770"/>
                    </a:xfrm>
                    <a:custGeom>
                      <a:avLst/>
                      <a:gdLst>
                        <a:gd name="connsiteX0" fmla="*/ 12898 w 16054"/>
                        <a:gd name="connsiteY0" fmla="*/ 13589 h 15770"/>
                        <a:gd name="connsiteX1" fmla="*/ 1564 w 16054"/>
                        <a:gd name="connsiteY1" fmla="*/ 13303 h 15770"/>
                        <a:gd name="connsiteX2" fmla="*/ 3278 w 16054"/>
                        <a:gd name="connsiteY2" fmla="*/ 2158 h 15770"/>
                        <a:gd name="connsiteX3" fmla="*/ 14422 w 16054"/>
                        <a:gd name="connsiteY3" fmla="*/ 2349 h 15770"/>
                        <a:gd name="connsiteX4" fmla="*/ 12898 w 16054"/>
                        <a:gd name="connsiteY4" fmla="*/ 13589 h 15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54" h="15770">
                          <a:moveTo>
                            <a:pt x="12898" y="13589"/>
                          </a:moveTo>
                          <a:cubicBezTo>
                            <a:pt x="9374" y="16637"/>
                            <a:pt x="4231" y="16446"/>
                            <a:pt x="1564" y="13303"/>
                          </a:cubicBezTo>
                          <a:cubicBezTo>
                            <a:pt x="-1103" y="10160"/>
                            <a:pt x="-246" y="5111"/>
                            <a:pt x="3278" y="2158"/>
                          </a:cubicBezTo>
                          <a:cubicBezTo>
                            <a:pt x="6802" y="-889"/>
                            <a:pt x="11755" y="-604"/>
                            <a:pt x="14422" y="2349"/>
                          </a:cubicBezTo>
                          <a:cubicBezTo>
                            <a:pt x="17089" y="5302"/>
                            <a:pt x="16423" y="10350"/>
                            <a:pt x="12898" y="1358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48" name="Forme libre : forme 847">
                      <a:extLst>
                        <a:ext uri="{FF2B5EF4-FFF2-40B4-BE49-F238E27FC236}">
                          <a16:creationId xmlns:a16="http://schemas.microsoft.com/office/drawing/2014/main" id="{2A4C244F-390E-42E4-AE8E-3D84EACCCA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67611" y="4553255"/>
                      <a:ext cx="5787" cy="5888"/>
                    </a:xfrm>
                    <a:custGeom>
                      <a:avLst/>
                      <a:gdLst>
                        <a:gd name="connsiteX0" fmla="*/ 3608 w 5787"/>
                        <a:gd name="connsiteY0" fmla="*/ 5805 h 5888"/>
                        <a:gd name="connsiteX1" fmla="*/ 84 w 5787"/>
                        <a:gd name="connsiteY1" fmla="*/ 3614 h 5888"/>
                        <a:gd name="connsiteX2" fmla="*/ 2180 w 5787"/>
                        <a:gd name="connsiteY2" fmla="*/ 90 h 5888"/>
                        <a:gd name="connsiteX3" fmla="*/ 5704 w 5787"/>
                        <a:gd name="connsiteY3" fmla="*/ 2185 h 5888"/>
                        <a:gd name="connsiteX4" fmla="*/ 3608 w 5787"/>
                        <a:gd name="connsiteY4" fmla="*/ 5805 h 5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87" h="5888">
                          <a:moveTo>
                            <a:pt x="3608" y="5805"/>
                          </a:moveTo>
                          <a:cubicBezTo>
                            <a:pt x="2084" y="6186"/>
                            <a:pt x="465" y="5233"/>
                            <a:pt x="84" y="3614"/>
                          </a:cubicBezTo>
                          <a:cubicBezTo>
                            <a:pt x="-297" y="1995"/>
                            <a:pt x="656" y="471"/>
                            <a:pt x="2180" y="90"/>
                          </a:cubicBezTo>
                          <a:cubicBezTo>
                            <a:pt x="3704" y="-291"/>
                            <a:pt x="5323" y="566"/>
                            <a:pt x="5704" y="2185"/>
                          </a:cubicBezTo>
                          <a:cubicBezTo>
                            <a:pt x="6085" y="3709"/>
                            <a:pt x="5132" y="5328"/>
                            <a:pt x="3608" y="58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849" name="Graphique 15">
                  <a:extLst>
                    <a:ext uri="{FF2B5EF4-FFF2-40B4-BE49-F238E27FC236}">
                      <a16:creationId xmlns:a16="http://schemas.microsoft.com/office/drawing/2014/main" id="{8D4DA128-BB4D-4B4B-AD45-30443B1D16F0}"/>
                    </a:ext>
                  </a:extLst>
                </p:cNvPr>
                <p:cNvGrpSpPr/>
                <p:nvPr/>
              </p:nvGrpSpPr>
              <p:grpSpPr>
                <a:xfrm>
                  <a:off x="10390810" y="4592196"/>
                  <a:ext cx="86523" cy="90888"/>
                  <a:chOff x="10390810" y="4592196"/>
                  <a:chExt cx="86523" cy="90888"/>
                </a:xfrm>
                <a:solidFill>
                  <a:schemeClr val="accent1"/>
                </a:solidFill>
              </p:grpSpPr>
              <p:grpSp>
                <p:nvGrpSpPr>
                  <p:cNvPr id="850" name="Graphique 15">
                    <a:extLst>
                      <a:ext uri="{FF2B5EF4-FFF2-40B4-BE49-F238E27FC236}">
                        <a16:creationId xmlns:a16="http://schemas.microsoft.com/office/drawing/2014/main" id="{E0295E19-4AFD-40A6-BC10-AF2B4B6B1326}"/>
                      </a:ext>
                    </a:extLst>
                  </p:cNvPr>
                  <p:cNvGrpSpPr/>
                  <p:nvPr/>
                </p:nvGrpSpPr>
                <p:grpSpPr>
                  <a:xfrm>
                    <a:off x="10439555" y="4592196"/>
                    <a:ext cx="37778" cy="35687"/>
                    <a:chOff x="10439555" y="4592196"/>
                    <a:chExt cx="37778" cy="35687"/>
                  </a:xfrm>
                  <a:solidFill>
                    <a:schemeClr val="accent1"/>
                  </a:solidFill>
                </p:grpSpPr>
                <p:sp>
                  <p:nvSpPr>
                    <p:cNvPr id="851" name="Forme libre : forme 850">
                      <a:extLst>
                        <a:ext uri="{FF2B5EF4-FFF2-40B4-BE49-F238E27FC236}">
                          <a16:creationId xmlns:a16="http://schemas.microsoft.com/office/drawing/2014/main" id="{BFEE78BB-204A-4E7E-B798-67076854CF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9565" y="4592196"/>
                      <a:ext cx="37769" cy="35687"/>
                    </a:xfrm>
                    <a:custGeom>
                      <a:avLst/>
                      <a:gdLst>
                        <a:gd name="connsiteX0" fmla="*/ 25380 w 37769"/>
                        <a:gd name="connsiteY0" fmla="*/ 34586 h 35687"/>
                        <a:gd name="connsiteX1" fmla="*/ 996 w 37769"/>
                        <a:gd name="connsiteY1" fmla="*/ 23823 h 35687"/>
                        <a:gd name="connsiteX2" fmla="*/ 12521 w 37769"/>
                        <a:gd name="connsiteY2" fmla="*/ 1059 h 35687"/>
                        <a:gd name="connsiteX3" fmla="*/ 36524 w 37769"/>
                        <a:gd name="connsiteY3" fmla="*/ 11155 h 35687"/>
                        <a:gd name="connsiteX4" fmla="*/ 25380 w 37769"/>
                        <a:gd name="connsiteY4" fmla="*/ 34586 h 35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769" h="35687">
                          <a:moveTo>
                            <a:pt x="25380" y="34586"/>
                          </a:moveTo>
                          <a:cubicBezTo>
                            <a:pt x="15284" y="38016"/>
                            <a:pt x="4330" y="33158"/>
                            <a:pt x="996" y="23823"/>
                          </a:cubicBezTo>
                          <a:cubicBezTo>
                            <a:pt x="-2337" y="14489"/>
                            <a:pt x="2996" y="4392"/>
                            <a:pt x="12521" y="1059"/>
                          </a:cubicBezTo>
                          <a:cubicBezTo>
                            <a:pt x="22142" y="-2085"/>
                            <a:pt x="32714" y="1916"/>
                            <a:pt x="36524" y="11155"/>
                          </a:cubicBezTo>
                          <a:cubicBezTo>
                            <a:pt x="40239" y="20299"/>
                            <a:pt x="35381" y="30777"/>
                            <a:pt x="25380" y="345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52" name="Forme libre : forme 851">
                      <a:extLst>
                        <a:ext uri="{FF2B5EF4-FFF2-40B4-BE49-F238E27FC236}">
                          <a16:creationId xmlns:a16="http://schemas.microsoft.com/office/drawing/2014/main" id="{AED9923F-10DE-41BD-8E11-B8199F0C8B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9555" y="4592287"/>
                      <a:ext cx="33200" cy="35584"/>
                    </a:xfrm>
                    <a:custGeom>
                      <a:avLst/>
                      <a:gdLst>
                        <a:gd name="connsiteX0" fmla="*/ 18531 w 33200"/>
                        <a:gd name="connsiteY0" fmla="*/ 18017 h 35584"/>
                        <a:gd name="connsiteX1" fmla="*/ 22056 w 33200"/>
                        <a:gd name="connsiteY1" fmla="*/ 205 h 35584"/>
                        <a:gd name="connsiteX2" fmla="*/ 12531 w 33200"/>
                        <a:gd name="connsiteY2" fmla="*/ 967 h 35584"/>
                        <a:gd name="connsiteX3" fmla="*/ 1005 w 33200"/>
                        <a:gd name="connsiteY3" fmla="*/ 23731 h 35584"/>
                        <a:gd name="connsiteX4" fmla="*/ 25389 w 33200"/>
                        <a:gd name="connsiteY4" fmla="*/ 34495 h 35584"/>
                        <a:gd name="connsiteX5" fmla="*/ 33200 w 33200"/>
                        <a:gd name="connsiteY5" fmla="*/ 29066 h 35584"/>
                        <a:gd name="connsiteX6" fmla="*/ 18531 w 33200"/>
                        <a:gd name="connsiteY6" fmla="*/ 18017 h 35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00" h="35584">
                          <a:moveTo>
                            <a:pt x="18531" y="18017"/>
                          </a:moveTo>
                          <a:cubicBezTo>
                            <a:pt x="16150" y="11635"/>
                            <a:pt x="17865" y="5158"/>
                            <a:pt x="22056" y="205"/>
                          </a:cubicBezTo>
                          <a:cubicBezTo>
                            <a:pt x="19008" y="-176"/>
                            <a:pt x="15769" y="-81"/>
                            <a:pt x="12531" y="967"/>
                          </a:cubicBezTo>
                          <a:cubicBezTo>
                            <a:pt x="2911" y="4205"/>
                            <a:pt x="-2328" y="14397"/>
                            <a:pt x="1005" y="23731"/>
                          </a:cubicBezTo>
                          <a:cubicBezTo>
                            <a:pt x="4339" y="32971"/>
                            <a:pt x="15388" y="37924"/>
                            <a:pt x="25389" y="34495"/>
                          </a:cubicBezTo>
                          <a:cubicBezTo>
                            <a:pt x="28533" y="33256"/>
                            <a:pt x="31200" y="31352"/>
                            <a:pt x="33200" y="29066"/>
                          </a:cubicBezTo>
                          <a:cubicBezTo>
                            <a:pt x="26628" y="28304"/>
                            <a:pt x="20913" y="24303"/>
                            <a:pt x="18531" y="180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53" name="Forme libre : forme 852">
                      <a:extLst>
                        <a:ext uri="{FF2B5EF4-FFF2-40B4-BE49-F238E27FC236}">
                          <a16:creationId xmlns:a16="http://schemas.microsoft.com/office/drawing/2014/main" id="{33507C34-F154-4ABB-90BD-8B8B8B4216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55336" y="4607415"/>
                      <a:ext cx="17056" cy="16133"/>
                    </a:xfrm>
                    <a:custGeom>
                      <a:avLst/>
                      <a:gdLst>
                        <a:gd name="connsiteX0" fmla="*/ 14277 w 17056"/>
                        <a:gd name="connsiteY0" fmla="*/ 12986 h 16133"/>
                        <a:gd name="connsiteX1" fmla="*/ 2180 w 17056"/>
                        <a:gd name="connsiteY1" fmla="*/ 14319 h 16133"/>
                        <a:gd name="connsiteX2" fmla="*/ 2846 w 17056"/>
                        <a:gd name="connsiteY2" fmla="*/ 3080 h 16133"/>
                        <a:gd name="connsiteX3" fmla="*/ 14753 w 17056"/>
                        <a:gd name="connsiteY3" fmla="*/ 1651 h 16133"/>
                        <a:gd name="connsiteX4" fmla="*/ 14277 w 17056"/>
                        <a:gd name="connsiteY4" fmla="*/ 12986 h 16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56" h="16133">
                          <a:moveTo>
                            <a:pt x="14277" y="12986"/>
                          </a:moveTo>
                          <a:cubicBezTo>
                            <a:pt x="10847" y="16605"/>
                            <a:pt x="5323" y="17177"/>
                            <a:pt x="2180" y="14319"/>
                          </a:cubicBezTo>
                          <a:cubicBezTo>
                            <a:pt x="-964" y="11462"/>
                            <a:pt x="-678" y="6414"/>
                            <a:pt x="2846" y="3080"/>
                          </a:cubicBezTo>
                          <a:cubicBezTo>
                            <a:pt x="6371" y="-254"/>
                            <a:pt x="11610" y="-1111"/>
                            <a:pt x="14753" y="1651"/>
                          </a:cubicBezTo>
                          <a:cubicBezTo>
                            <a:pt x="17991" y="4318"/>
                            <a:pt x="17801" y="9366"/>
                            <a:pt x="14277" y="1298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54" name="Forme libre : forme 853">
                      <a:extLst>
                        <a:ext uri="{FF2B5EF4-FFF2-40B4-BE49-F238E27FC236}">
                          <a16:creationId xmlns:a16="http://schemas.microsoft.com/office/drawing/2014/main" id="{3CA5F366-677C-4285-AA1E-26CC899CC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63613" y="4605720"/>
                      <a:ext cx="6187" cy="5874"/>
                    </a:xfrm>
                    <a:custGeom>
                      <a:avLst/>
                      <a:gdLst>
                        <a:gd name="connsiteX0" fmla="*/ 4189 w 6187"/>
                        <a:gd name="connsiteY0" fmla="*/ 5632 h 5874"/>
                        <a:gd name="connsiteX1" fmla="*/ 189 w 6187"/>
                        <a:gd name="connsiteY1" fmla="*/ 4013 h 5874"/>
                        <a:gd name="connsiteX2" fmla="*/ 1998 w 6187"/>
                        <a:gd name="connsiteY2" fmla="*/ 203 h 5874"/>
                        <a:gd name="connsiteX3" fmla="*/ 5999 w 6187"/>
                        <a:gd name="connsiteY3" fmla="*/ 1822 h 5874"/>
                        <a:gd name="connsiteX4" fmla="*/ 4189 w 6187"/>
                        <a:gd name="connsiteY4" fmla="*/ 5632 h 5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87" h="5874">
                          <a:moveTo>
                            <a:pt x="4189" y="5632"/>
                          </a:moveTo>
                          <a:cubicBezTo>
                            <a:pt x="2570" y="6299"/>
                            <a:pt x="760" y="5537"/>
                            <a:pt x="189" y="4013"/>
                          </a:cubicBezTo>
                          <a:cubicBezTo>
                            <a:pt x="-383" y="2489"/>
                            <a:pt x="379" y="774"/>
                            <a:pt x="1998" y="203"/>
                          </a:cubicBezTo>
                          <a:cubicBezTo>
                            <a:pt x="3618" y="-369"/>
                            <a:pt x="5332" y="298"/>
                            <a:pt x="5999" y="1822"/>
                          </a:cubicBezTo>
                          <a:cubicBezTo>
                            <a:pt x="6571" y="3251"/>
                            <a:pt x="5808" y="4965"/>
                            <a:pt x="4189" y="56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855" name="Graphique 15">
                    <a:extLst>
                      <a:ext uri="{FF2B5EF4-FFF2-40B4-BE49-F238E27FC236}">
                        <a16:creationId xmlns:a16="http://schemas.microsoft.com/office/drawing/2014/main" id="{475EBF2F-8382-4A06-8A6D-4CE307D19E89}"/>
                      </a:ext>
                    </a:extLst>
                  </p:cNvPr>
                  <p:cNvGrpSpPr/>
                  <p:nvPr/>
                </p:nvGrpSpPr>
                <p:grpSpPr>
                  <a:xfrm>
                    <a:off x="10410983" y="4616635"/>
                    <a:ext cx="38699" cy="35729"/>
                    <a:chOff x="10410983" y="4616635"/>
                    <a:chExt cx="38699" cy="35729"/>
                  </a:xfrm>
                  <a:solidFill>
                    <a:schemeClr val="accent1"/>
                  </a:solidFill>
                </p:grpSpPr>
                <p:sp>
                  <p:nvSpPr>
                    <p:cNvPr id="856" name="Forme libre : forme 855">
                      <a:extLst>
                        <a:ext uri="{FF2B5EF4-FFF2-40B4-BE49-F238E27FC236}">
                          <a16:creationId xmlns:a16="http://schemas.microsoft.com/office/drawing/2014/main" id="{45A1248C-C188-42CB-8D27-C69976DF15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10983" y="4616635"/>
                      <a:ext cx="38699" cy="35729"/>
                    </a:xfrm>
                    <a:custGeom>
                      <a:avLst/>
                      <a:gdLst>
                        <a:gd name="connsiteX0" fmla="*/ 25292 w 38699"/>
                        <a:gd name="connsiteY0" fmla="*/ 34627 h 35729"/>
                        <a:gd name="connsiteX1" fmla="*/ 813 w 38699"/>
                        <a:gd name="connsiteY1" fmla="*/ 23387 h 35729"/>
                        <a:gd name="connsiteX2" fmla="*/ 13481 w 38699"/>
                        <a:gd name="connsiteY2" fmla="*/ 1003 h 35729"/>
                        <a:gd name="connsiteX3" fmla="*/ 37579 w 38699"/>
                        <a:gd name="connsiteY3" fmla="*/ 11862 h 35729"/>
                        <a:gd name="connsiteX4" fmla="*/ 25292 w 38699"/>
                        <a:gd name="connsiteY4" fmla="*/ 34627 h 357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699" h="35729">
                          <a:moveTo>
                            <a:pt x="25292" y="34627"/>
                          </a:moveTo>
                          <a:cubicBezTo>
                            <a:pt x="14910" y="38151"/>
                            <a:pt x="3861" y="32912"/>
                            <a:pt x="813" y="23387"/>
                          </a:cubicBezTo>
                          <a:cubicBezTo>
                            <a:pt x="-2235" y="13862"/>
                            <a:pt x="3575" y="4337"/>
                            <a:pt x="13481" y="1003"/>
                          </a:cubicBezTo>
                          <a:cubicBezTo>
                            <a:pt x="23387" y="-2235"/>
                            <a:pt x="34150" y="2623"/>
                            <a:pt x="37579" y="11862"/>
                          </a:cubicBezTo>
                          <a:cubicBezTo>
                            <a:pt x="41199" y="21006"/>
                            <a:pt x="35770" y="31293"/>
                            <a:pt x="25292" y="3462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57" name="Forme libre : forme 856">
                      <a:extLst>
                        <a:ext uri="{FF2B5EF4-FFF2-40B4-BE49-F238E27FC236}">
                          <a16:creationId xmlns:a16="http://schemas.microsoft.com/office/drawing/2014/main" id="{2C3469A4-B091-40AB-99A5-ABAD4AA662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11078" y="4616655"/>
                      <a:ext cx="33483" cy="35709"/>
                    </a:xfrm>
                    <a:custGeom>
                      <a:avLst/>
                      <a:gdLst>
                        <a:gd name="connsiteX0" fmla="*/ 18910 w 33483"/>
                        <a:gd name="connsiteY0" fmla="*/ 18033 h 35709"/>
                        <a:gd name="connsiteX1" fmla="*/ 23196 w 33483"/>
                        <a:gd name="connsiteY1" fmla="*/ 317 h 35709"/>
                        <a:gd name="connsiteX2" fmla="*/ 13481 w 33483"/>
                        <a:gd name="connsiteY2" fmla="*/ 983 h 35709"/>
                        <a:gd name="connsiteX3" fmla="*/ 813 w 33483"/>
                        <a:gd name="connsiteY3" fmla="*/ 23367 h 35709"/>
                        <a:gd name="connsiteX4" fmla="*/ 25292 w 33483"/>
                        <a:gd name="connsiteY4" fmla="*/ 34607 h 35709"/>
                        <a:gd name="connsiteX5" fmla="*/ 33483 w 33483"/>
                        <a:gd name="connsiteY5" fmla="*/ 29558 h 35709"/>
                        <a:gd name="connsiteX6" fmla="*/ 18910 w 33483"/>
                        <a:gd name="connsiteY6" fmla="*/ 18033 h 35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483" h="35709">
                          <a:moveTo>
                            <a:pt x="18910" y="18033"/>
                          </a:moveTo>
                          <a:cubicBezTo>
                            <a:pt x="16719" y="11651"/>
                            <a:pt x="18720" y="4984"/>
                            <a:pt x="23196" y="317"/>
                          </a:cubicBezTo>
                          <a:cubicBezTo>
                            <a:pt x="20053" y="-255"/>
                            <a:pt x="16719" y="-64"/>
                            <a:pt x="13481" y="983"/>
                          </a:cubicBezTo>
                          <a:cubicBezTo>
                            <a:pt x="3575" y="4412"/>
                            <a:pt x="-2235" y="13842"/>
                            <a:pt x="813" y="23367"/>
                          </a:cubicBezTo>
                          <a:cubicBezTo>
                            <a:pt x="3861" y="32892"/>
                            <a:pt x="14910" y="38131"/>
                            <a:pt x="25292" y="34607"/>
                          </a:cubicBezTo>
                          <a:cubicBezTo>
                            <a:pt x="28626" y="33559"/>
                            <a:pt x="31293" y="31749"/>
                            <a:pt x="33483" y="29558"/>
                          </a:cubicBezTo>
                          <a:cubicBezTo>
                            <a:pt x="26816" y="28415"/>
                            <a:pt x="21101" y="24224"/>
                            <a:pt x="18910" y="1803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58" name="Forme libre : forme 857">
                      <a:extLst>
                        <a:ext uri="{FF2B5EF4-FFF2-40B4-BE49-F238E27FC236}">
                          <a16:creationId xmlns:a16="http://schemas.microsoft.com/office/drawing/2014/main" id="{A1430D47-952C-4568-90BC-662AE2B1F5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6996" y="4631828"/>
                      <a:ext cx="17510" cy="16102"/>
                    </a:xfrm>
                    <a:custGeom>
                      <a:avLst/>
                      <a:gdLst>
                        <a:gd name="connsiteX0" fmla="*/ 14423 w 17510"/>
                        <a:gd name="connsiteY0" fmla="*/ 13242 h 16102"/>
                        <a:gd name="connsiteX1" fmla="*/ 2040 w 17510"/>
                        <a:gd name="connsiteY1" fmla="*/ 14195 h 16102"/>
                        <a:gd name="connsiteX2" fmla="*/ 3183 w 17510"/>
                        <a:gd name="connsiteY2" fmla="*/ 2860 h 16102"/>
                        <a:gd name="connsiteX3" fmla="*/ 15470 w 17510"/>
                        <a:gd name="connsiteY3" fmla="*/ 1908 h 16102"/>
                        <a:gd name="connsiteX4" fmla="*/ 14423 w 17510"/>
                        <a:gd name="connsiteY4" fmla="*/ 13242 h 16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10" h="16102">
                          <a:moveTo>
                            <a:pt x="14423" y="13242"/>
                          </a:moveTo>
                          <a:cubicBezTo>
                            <a:pt x="10708" y="16671"/>
                            <a:pt x="5088" y="17052"/>
                            <a:pt x="2040" y="14195"/>
                          </a:cubicBezTo>
                          <a:cubicBezTo>
                            <a:pt x="-1103" y="11337"/>
                            <a:pt x="-531" y="6289"/>
                            <a:pt x="3183" y="2860"/>
                          </a:cubicBezTo>
                          <a:cubicBezTo>
                            <a:pt x="6898" y="-569"/>
                            <a:pt x="12327" y="-950"/>
                            <a:pt x="15470" y="1908"/>
                          </a:cubicBezTo>
                          <a:cubicBezTo>
                            <a:pt x="18519" y="4765"/>
                            <a:pt x="18137" y="9813"/>
                            <a:pt x="14423" y="1324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59" name="Forme libre : forme 858">
                      <a:extLst>
                        <a:ext uri="{FF2B5EF4-FFF2-40B4-BE49-F238E27FC236}">
                          <a16:creationId xmlns:a16="http://schemas.microsoft.com/office/drawing/2014/main" id="{8CF2E918-5798-4CEE-8C48-D19D6F51CD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5727" y="4630319"/>
                      <a:ext cx="6334" cy="5880"/>
                    </a:xfrm>
                    <a:custGeom>
                      <a:avLst/>
                      <a:gdLst>
                        <a:gd name="connsiteX0" fmla="*/ 4167 w 6334"/>
                        <a:gd name="connsiteY0" fmla="*/ 5702 h 5880"/>
                        <a:gd name="connsiteX1" fmla="*/ 167 w 6334"/>
                        <a:gd name="connsiteY1" fmla="*/ 3893 h 5880"/>
                        <a:gd name="connsiteX2" fmla="*/ 2167 w 6334"/>
                        <a:gd name="connsiteY2" fmla="*/ 178 h 5880"/>
                        <a:gd name="connsiteX3" fmla="*/ 6168 w 6334"/>
                        <a:gd name="connsiteY3" fmla="*/ 1988 h 5880"/>
                        <a:gd name="connsiteX4" fmla="*/ 4167 w 6334"/>
                        <a:gd name="connsiteY4" fmla="*/ 5702 h 5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34" h="5880">
                          <a:moveTo>
                            <a:pt x="4167" y="5702"/>
                          </a:moveTo>
                          <a:cubicBezTo>
                            <a:pt x="2453" y="6274"/>
                            <a:pt x="738" y="5417"/>
                            <a:pt x="167" y="3893"/>
                          </a:cubicBezTo>
                          <a:cubicBezTo>
                            <a:pt x="-405" y="2369"/>
                            <a:pt x="548" y="654"/>
                            <a:pt x="2167" y="178"/>
                          </a:cubicBezTo>
                          <a:cubicBezTo>
                            <a:pt x="3786" y="-393"/>
                            <a:pt x="5596" y="464"/>
                            <a:pt x="6168" y="1988"/>
                          </a:cubicBezTo>
                          <a:cubicBezTo>
                            <a:pt x="6739" y="3417"/>
                            <a:pt x="5787" y="5131"/>
                            <a:pt x="4167" y="570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860" name="Graphique 15">
                    <a:extLst>
                      <a:ext uri="{FF2B5EF4-FFF2-40B4-BE49-F238E27FC236}">
                        <a16:creationId xmlns:a16="http://schemas.microsoft.com/office/drawing/2014/main" id="{E6898A5B-BE2C-48FE-8BFE-D60F6D7D76F2}"/>
                      </a:ext>
                    </a:extLst>
                  </p:cNvPr>
                  <p:cNvGrpSpPr/>
                  <p:nvPr/>
                </p:nvGrpSpPr>
                <p:grpSpPr>
                  <a:xfrm>
                    <a:off x="10390810" y="4647503"/>
                    <a:ext cx="39961" cy="35581"/>
                    <a:chOff x="10390810" y="4647503"/>
                    <a:chExt cx="39961" cy="35581"/>
                  </a:xfrm>
                  <a:solidFill>
                    <a:schemeClr val="accent1"/>
                  </a:solidFill>
                </p:grpSpPr>
                <p:sp>
                  <p:nvSpPr>
                    <p:cNvPr id="861" name="Forme libre : forme 860">
                      <a:extLst>
                        <a:ext uri="{FF2B5EF4-FFF2-40B4-BE49-F238E27FC236}">
                          <a16:creationId xmlns:a16="http://schemas.microsoft.com/office/drawing/2014/main" id="{55411645-A9BF-41FF-8836-A7FEC3B584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90810" y="4647503"/>
                      <a:ext cx="39961" cy="35581"/>
                    </a:xfrm>
                    <a:custGeom>
                      <a:avLst/>
                      <a:gdLst>
                        <a:gd name="connsiteX0" fmla="*/ 25653 w 39961"/>
                        <a:gd name="connsiteY0" fmla="*/ 34810 h 35581"/>
                        <a:gd name="connsiteX1" fmla="*/ 697 w 39961"/>
                        <a:gd name="connsiteY1" fmla="*/ 22904 h 35581"/>
                        <a:gd name="connsiteX2" fmla="*/ 14413 w 39961"/>
                        <a:gd name="connsiteY2" fmla="*/ 711 h 35581"/>
                        <a:gd name="connsiteX3" fmla="*/ 38988 w 39961"/>
                        <a:gd name="connsiteY3" fmla="*/ 12331 h 35581"/>
                        <a:gd name="connsiteX4" fmla="*/ 25653 w 39961"/>
                        <a:gd name="connsiteY4" fmla="*/ 34810 h 355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961" h="35581">
                          <a:moveTo>
                            <a:pt x="25653" y="34810"/>
                          </a:moveTo>
                          <a:cubicBezTo>
                            <a:pt x="14794" y="37668"/>
                            <a:pt x="3555" y="32334"/>
                            <a:pt x="697" y="22904"/>
                          </a:cubicBezTo>
                          <a:cubicBezTo>
                            <a:pt x="-2160" y="13474"/>
                            <a:pt x="4031" y="3568"/>
                            <a:pt x="14413" y="711"/>
                          </a:cubicBezTo>
                          <a:cubicBezTo>
                            <a:pt x="24795" y="-1956"/>
                            <a:pt x="35749" y="3092"/>
                            <a:pt x="38988" y="12331"/>
                          </a:cubicBezTo>
                          <a:cubicBezTo>
                            <a:pt x="42417" y="21476"/>
                            <a:pt x="36511" y="32143"/>
                            <a:pt x="25653" y="3481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62" name="Forme libre : forme 861">
                      <a:extLst>
                        <a:ext uri="{FF2B5EF4-FFF2-40B4-BE49-F238E27FC236}">
                          <a16:creationId xmlns:a16="http://schemas.microsoft.com/office/drawing/2014/main" id="{B0B20FDE-CA5E-4487-9964-42226C7847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90905" y="4647510"/>
                      <a:ext cx="34320" cy="35573"/>
                    </a:xfrm>
                    <a:custGeom>
                      <a:avLst/>
                      <a:gdLst>
                        <a:gd name="connsiteX0" fmla="*/ 19557 w 34320"/>
                        <a:gd name="connsiteY0" fmla="*/ 18039 h 35573"/>
                        <a:gd name="connsiteX1" fmla="*/ 24510 w 34320"/>
                        <a:gd name="connsiteY1" fmla="*/ 513 h 35573"/>
                        <a:gd name="connsiteX2" fmla="*/ 14413 w 34320"/>
                        <a:gd name="connsiteY2" fmla="*/ 703 h 35573"/>
                        <a:gd name="connsiteX3" fmla="*/ 697 w 34320"/>
                        <a:gd name="connsiteY3" fmla="*/ 22896 h 35573"/>
                        <a:gd name="connsiteX4" fmla="*/ 25653 w 34320"/>
                        <a:gd name="connsiteY4" fmla="*/ 34803 h 35573"/>
                        <a:gd name="connsiteX5" fmla="*/ 34321 w 34320"/>
                        <a:gd name="connsiteY5" fmla="*/ 30040 h 35573"/>
                        <a:gd name="connsiteX6" fmla="*/ 19557 w 34320"/>
                        <a:gd name="connsiteY6" fmla="*/ 18039 h 35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320" h="35573">
                          <a:moveTo>
                            <a:pt x="19557" y="18039"/>
                          </a:moveTo>
                          <a:cubicBezTo>
                            <a:pt x="17461" y="11657"/>
                            <a:pt x="19652" y="4989"/>
                            <a:pt x="24510" y="513"/>
                          </a:cubicBezTo>
                          <a:cubicBezTo>
                            <a:pt x="21271" y="-154"/>
                            <a:pt x="17842" y="-250"/>
                            <a:pt x="14413" y="703"/>
                          </a:cubicBezTo>
                          <a:cubicBezTo>
                            <a:pt x="4031" y="3561"/>
                            <a:pt x="-2160" y="13466"/>
                            <a:pt x="697" y="22896"/>
                          </a:cubicBezTo>
                          <a:cubicBezTo>
                            <a:pt x="3555" y="32326"/>
                            <a:pt x="14794" y="37660"/>
                            <a:pt x="25653" y="34803"/>
                          </a:cubicBezTo>
                          <a:cubicBezTo>
                            <a:pt x="29082" y="33850"/>
                            <a:pt x="31939" y="32231"/>
                            <a:pt x="34321" y="30040"/>
                          </a:cubicBezTo>
                          <a:cubicBezTo>
                            <a:pt x="27367" y="28802"/>
                            <a:pt x="21557" y="24325"/>
                            <a:pt x="19557" y="1803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63" name="Forme libre : forme 862">
                      <a:extLst>
                        <a:ext uri="{FF2B5EF4-FFF2-40B4-BE49-F238E27FC236}">
                          <a16:creationId xmlns:a16="http://schemas.microsoft.com/office/drawing/2014/main" id="{9E4A3BE8-B787-42D3-A8A6-4721C3C0C2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7083" y="4663078"/>
                      <a:ext cx="18197" cy="15896"/>
                    </a:xfrm>
                    <a:custGeom>
                      <a:avLst/>
                      <a:gdLst>
                        <a:gd name="connsiteX0" fmla="*/ 14809 w 18197"/>
                        <a:gd name="connsiteY0" fmla="*/ 13330 h 15896"/>
                        <a:gd name="connsiteX1" fmla="*/ 1950 w 18197"/>
                        <a:gd name="connsiteY1" fmla="*/ 13806 h 15896"/>
                        <a:gd name="connsiteX2" fmla="*/ 3474 w 18197"/>
                        <a:gd name="connsiteY2" fmla="*/ 2567 h 15896"/>
                        <a:gd name="connsiteX3" fmla="*/ 16143 w 18197"/>
                        <a:gd name="connsiteY3" fmla="*/ 2090 h 15896"/>
                        <a:gd name="connsiteX4" fmla="*/ 14809 w 18197"/>
                        <a:gd name="connsiteY4" fmla="*/ 13330 h 1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197" h="15896">
                          <a:moveTo>
                            <a:pt x="14809" y="13330"/>
                          </a:moveTo>
                          <a:cubicBezTo>
                            <a:pt x="10904" y="16568"/>
                            <a:pt x="5094" y="16759"/>
                            <a:pt x="1950" y="13806"/>
                          </a:cubicBezTo>
                          <a:cubicBezTo>
                            <a:pt x="-1193" y="10853"/>
                            <a:pt x="-431" y="5805"/>
                            <a:pt x="3474" y="2567"/>
                          </a:cubicBezTo>
                          <a:cubicBezTo>
                            <a:pt x="7380" y="-672"/>
                            <a:pt x="12999" y="-863"/>
                            <a:pt x="16143" y="2090"/>
                          </a:cubicBezTo>
                          <a:cubicBezTo>
                            <a:pt x="19286" y="4948"/>
                            <a:pt x="18810" y="10091"/>
                            <a:pt x="14809" y="1333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64" name="Forme libre : forme 863">
                      <a:extLst>
                        <a:ext uri="{FF2B5EF4-FFF2-40B4-BE49-F238E27FC236}">
                          <a16:creationId xmlns:a16="http://schemas.microsoft.com/office/drawing/2014/main" id="{A71A107E-035B-48BD-B849-F85438A5EC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16340" y="4661512"/>
                      <a:ext cx="6574" cy="5882"/>
                    </a:xfrm>
                    <a:custGeom>
                      <a:avLst/>
                      <a:gdLst>
                        <a:gd name="connsiteX0" fmla="*/ 4218 w 6574"/>
                        <a:gd name="connsiteY0" fmla="*/ 5751 h 5882"/>
                        <a:gd name="connsiteX1" fmla="*/ 122 w 6574"/>
                        <a:gd name="connsiteY1" fmla="*/ 3751 h 5882"/>
                        <a:gd name="connsiteX2" fmla="*/ 2313 w 6574"/>
                        <a:gd name="connsiteY2" fmla="*/ 132 h 5882"/>
                        <a:gd name="connsiteX3" fmla="*/ 6409 w 6574"/>
                        <a:gd name="connsiteY3" fmla="*/ 2037 h 5882"/>
                        <a:gd name="connsiteX4" fmla="*/ 4218 w 6574"/>
                        <a:gd name="connsiteY4" fmla="*/ 5751 h 5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74" h="5882">
                          <a:moveTo>
                            <a:pt x="4218" y="5751"/>
                          </a:moveTo>
                          <a:cubicBezTo>
                            <a:pt x="2504" y="6228"/>
                            <a:pt x="599" y="5371"/>
                            <a:pt x="122" y="3751"/>
                          </a:cubicBezTo>
                          <a:cubicBezTo>
                            <a:pt x="-354" y="2227"/>
                            <a:pt x="599" y="608"/>
                            <a:pt x="2313" y="132"/>
                          </a:cubicBezTo>
                          <a:cubicBezTo>
                            <a:pt x="4028" y="-345"/>
                            <a:pt x="5837" y="513"/>
                            <a:pt x="6409" y="2037"/>
                          </a:cubicBezTo>
                          <a:cubicBezTo>
                            <a:pt x="6980" y="3656"/>
                            <a:pt x="6028" y="5275"/>
                            <a:pt x="4218" y="575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865" name="Graphique 15">
                  <a:extLst>
                    <a:ext uri="{FF2B5EF4-FFF2-40B4-BE49-F238E27FC236}">
                      <a16:creationId xmlns:a16="http://schemas.microsoft.com/office/drawing/2014/main" id="{9728F198-F4C5-4C33-882F-68ABCABE090D}"/>
                    </a:ext>
                  </a:extLst>
                </p:cNvPr>
                <p:cNvGrpSpPr/>
                <p:nvPr/>
              </p:nvGrpSpPr>
              <p:grpSpPr>
                <a:xfrm>
                  <a:off x="10434807" y="4685590"/>
                  <a:ext cx="52713" cy="105435"/>
                  <a:chOff x="10434807" y="4685590"/>
                  <a:chExt cx="52713" cy="105435"/>
                </a:xfrm>
                <a:solidFill>
                  <a:schemeClr val="accent1"/>
                </a:solidFill>
              </p:grpSpPr>
              <p:grpSp>
                <p:nvGrpSpPr>
                  <p:cNvPr id="866" name="Graphique 15">
                    <a:extLst>
                      <a:ext uri="{FF2B5EF4-FFF2-40B4-BE49-F238E27FC236}">
                        <a16:creationId xmlns:a16="http://schemas.microsoft.com/office/drawing/2014/main" id="{B8F70C1F-1EA3-43B2-9551-505A02A0592E}"/>
                      </a:ext>
                    </a:extLst>
                  </p:cNvPr>
                  <p:cNvGrpSpPr/>
                  <p:nvPr/>
                </p:nvGrpSpPr>
                <p:grpSpPr>
                  <a:xfrm>
                    <a:off x="10439090" y="4755204"/>
                    <a:ext cx="44823" cy="35820"/>
                    <a:chOff x="10439090" y="4755204"/>
                    <a:chExt cx="44823" cy="35820"/>
                  </a:xfrm>
                  <a:solidFill>
                    <a:schemeClr val="accent1"/>
                  </a:solidFill>
                </p:grpSpPr>
                <p:sp>
                  <p:nvSpPr>
                    <p:cNvPr id="867" name="Forme libre : forme 866">
                      <a:extLst>
                        <a:ext uri="{FF2B5EF4-FFF2-40B4-BE49-F238E27FC236}">
                          <a16:creationId xmlns:a16="http://schemas.microsoft.com/office/drawing/2014/main" id="{9D31C4E1-35E7-49F7-BF95-0C776B000E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9090" y="4755204"/>
                      <a:ext cx="44823" cy="35820"/>
                    </a:xfrm>
                    <a:custGeom>
                      <a:avLst/>
                      <a:gdLst>
                        <a:gd name="connsiteX0" fmla="*/ 3091 w 44823"/>
                        <a:gd name="connsiteY0" fmla="*/ 9881 h 35820"/>
                        <a:gd name="connsiteX1" fmla="*/ 33285 w 44823"/>
                        <a:gd name="connsiteY1" fmla="*/ 1880 h 35820"/>
                        <a:gd name="connsiteX2" fmla="*/ 42048 w 44823"/>
                        <a:gd name="connsiteY2" fmla="*/ 25788 h 35820"/>
                        <a:gd name="connsiteX3" fmla="*/ 11092 w 44823"/>
                        <a:gd name="connsiteY3" fmla="*/ 33979 h 35820"/>
                        <a:gd name="connsiteX4" fmla="*/ 3091 w 44823"/>
                        <a:gd name="connsiteY4" fmla="*/ 9881 h 35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823" h="35820">
                          <a:moveTo>
                            <a:pt x="3091" y="9881"/>
                          </a:moveTo>
                          <a:cubicBezTo>
                            <a:pt x="9282" y="1023"/>
                            <a:pt x="22617" y="-2502"/>
                            <a:pt x="33285" y="1880"/>
                          </a:cubicBezTo>
                          <a:cubicBezTo>
                            <a:pt x="43953" y="6262"/>
                            <a:pt x="48049" y="16930"/>
                            <a:pt x="42048" y="25788"/>
                          </a:cubicBezTo>
                          <a:cubicBezTo>
                            <a:pt x="36047" y="34646"/>
                            <a:pt x="21950" y="38361"/>
                            <a:pt x="11092" y="33979"/>
                          </a:cubicBezTo>
                          <a:cubicBezTo>
                            <a:pt x="233" y="29503"/>
                            <a:pt x="-3101" y="18739"/>
                            <a:pt x="3091" y="988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68" name="Forme libre : forme 867">
                      <a:extLst>
                        <a:ext uri="{FF2B5EF4-FFF2-40B4-BE49-F238E27FC236}">
                          <a16:creationId xmlns:a16="http://schemas.microsoft.com/office/drawing/2014/main" id="{851FE9A4-2598-40BB-94C9-2BCE3B95EE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9228" y="4755317"/>
                      <a:ext cx="44685" cy="32628"/>
                    </a:xfrm>
                    <a:custGeom>
                      <a:avLst/>
                      <a:gdLst>
                        <a:gd name="connsiteX0" fmla="*/ 22384 w 44685"/>
                        <a:gd name="connsiteY0" fmla="*/ 17389 h 32628"/>
                        <a:gd name="connsiteX1" fmla="*/ 33719 w 44685"/>
                        <a:gd name="connsiteY1" fmla="*/ 32629 h 32628"/>
                        <a:gd name="connsiteX2" fmla="*/ 41910 w 44685"/>
                        <a:gd name="connsiteY2" fmla="*/ 25771 h 32628"/>
                        <a:gd name="connsiteX3" fmla="*/ 33147 w 44685"/>
                        <a:gd name="connsiteY3" fmla="*/ 1863 h 32628"/>
                        <a:gd name="connsiteX4" fmla="*/ 2953 w 44685"/>
                        <a:gd name="connsiteY4" fmla="*/ 9864 h 32628"/>
                        <a:gd name="connsiteX5" fmla="*/ 0 w 44685"/>
                        <a:gd name="connsiteY5" fmla="*/ 18627 h 32628"/>
                        <a:gd name="connsiteX6" fmla="*/ 22384 w 44685"/>
                        <a:gd name="connsiteY6" fmla="*/ 17389 h 326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685" h="32628">
                          <a:moveTo>
                            <a:pt x="22384" y="17389"/>
                          </a:moveTo>
                          <a:cubicBezTo>
                            <a:pt x="29718" y="20341"/>
                            <a:pt x="33814" y="26342"/>
                            <a:pt x="33719" y="32629"/>
                          </a:cubicBezTo>
                          <a:cubicBezTo>
                            <a:pt x="37052" y="30914"/>
                            <a:pt x="39910" y="28628"/>
                            <a:pt x="41910" y="25771"/>
                          </a:cubicBezTo>
                          <a:cubicBezTo>
                            <a:pt x="47911" y="16913"/>
                            <a:pt x="43815" y="6244"/>
                            <a:pt x="33147" y="1863"/>
                          </a:cubicBezTo>
                          <a:cubicBezTo>
                            <a:pt x="22479" y="-2518"/>
                            <a:pt x="9144" y="1101"/>
                            <a:pt x="2953" y="9864"/>
                          </a:cubicBezTo>
                          <a:cubicBezTo>
                            <a:pt x="953" y="12722"/>
                            <a:pt x="95" y="15674"/>
                            <a:pt x="0" y="18627"/>
                          </a:cubicBezTo>
                          <a:cubicBezTo>
                            <a:pt x="6667" y="15103"/>
                            <a:pt x="15145" y="14436"/>
                            <a:pt x="22384" y="1738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69" name="Forme libre : forme 868">
                      <a:extLst>
                        <a:ext uri="{FF2B5EF4-FFF2-40B4-BE49-F238E27FC236}">
                          <a16:creationId xmlns:a16="http://schemas.microsoft.com/office/drawing/2014/main" id="{BD2C8C47-3854-48A3-818E-6C133BE226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2821" y="4764037"/>
                      <a:ext cx="18625" cy="17146"/>
                    </a:xfrm>
                    <a:custGeom>
                      <a:avLst/>
                      <a:gdLst>
                        <a:gd name="connsiteX0" fmla="*/ 26 w 18625"/>
                        <a:gd name="connsiteY0" fmla="*/ 8572 h 17146"/>
                        <a:gd name="connsiteX1" fmla="*/ 10027 w 18625"/>
                        <a:gd name="connsiteY1" fmla="*/ 0 h 17146"/>
                        <a:gd name="connsiteX2" fmla="*/ 18600 w 18625"/>
                        <a:gd name="connsiteY2" fmla="*/ 8572 h 17146"/>
                        <a:gd name="connsiteX3" fmla="*/ 8599 w 18625"/>
                        <a:gd name="connsiteY3" fmla="*/ 17145 h 17146"/>
                        <a:gd name="connsiteX4" fmla="*/ 26 w 18625"/>
                        <a:gd name="connsiteY4" fmla="*/ 8572 h 17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625" h="17146">
                          <a:moveTo>
                            <a:pt x="26" y="8572"/>
                          </a:moveTo>
                          <a:cubicBezTo>
                            <a:pt x="502" y="3810"/>
                            <a:pt x="4884" y="0"/>
                            <a:pt x="10027" y="0"/>
                          </a:cubicBezTo>
                          <a:cubicBezTo>
                            <a:pt x="15076" y="0"/>
                            <a:pt x="18981" y="3905"/>
                            <a:pt x="18600" y="8572"/>
                          </a:cubicBezTo>
                          <a:cubicBezTo>
                            <a:pt x="18219" y="13335"/>
                            <a:pt x="13742" y="17145"/>
                            <a:pt x="8599" y="17145"/>
                          </a:cubicBezTo>
                          <a:cubicBezTo>
                            <a:pt x="3455" y="17240"/>
                            <a:pt x="-355" y="13335"/>
                            <a:pt x="26" y="857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70" name="Forme libre : forme 869">
                      <a:extLst>
                        <a:ext uri="{FF2B5EF4-FFF2-40B4-BE49-F238E27FC236}">
                          <a16:creationId xmlns:a16="http://schemas.microsoft.com/office/drawing/2014/main" id="{B5CD56EE-008E-41D9-8677-8B0E061E71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51278" y="4776387"/>
                      <a:ext cx="7426" cy="5876"/>
                    </a:xfrm>
                    <a:custGeom>
                      <a:avLst/>
                      <a:gdLst>
                        <a:gd name="connsiteX0" fmla="*/ 522 w 7426"/>
                        <a:gd name="connsiteY0" fmla="*/ 1652 h 5876"/>
                        <a:gd name="connsiteX1" fmla="*/ 5571 w 7426"/>
                        <a:gd name="connsiteY1" fmla="*/ 319 h 5876"/>
                        <a:gd name="connsiteX2" fmla="*/ 6904 w 7426"/>
                        <a:gd name="connsiteY2" fmla="*/ 4224 h 5876"/>
                        <a:gd name="connsiteX3" fmla="*/ 1856 w 7426"/>
                        <a:gd name="connsiteY3" fmla="*/ 5558 h 5876"/>
                        <a:gd name="connsiteX4" fmla="*/ 522 w 7426"/>
                        <a:gd name="connsiteY4" fmla="*/ 1652 h 5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26" h="5876">
                          <a:moveTo>
                            <a:pt x="522" y="1652"/>
                          </a:moveTo>
                          <a:cubicBezTo>
                            <a:pt x="1570" y="224"/>
                            <a:pt x="3761" y="-443"/>
                            <a:pt x="5571" y="319"/>
                          </a:cubicBezTo>
                          <a:cubicBezTo>
                            <a:pt x="7380" y="1081"/>
                            <a:pt x="7952" y="2795"/>
                            <a:pt x="6904" y="4224"/>
                          </a:cubicBezTo>
                          <a:cubicBezTo>
                            <a:pt x="5856" y="5653"/>
                            <a:pt x="3570" y="6319"/>
                            <a:pt x="1856" y="5558"/>
                          </a:cubicBezTo>
                          <a:cubicBezTo>
                            <a:pt x="46" y="4891"/>
                            <a:pt x="-526" y="3176"/>
                            <a:pt x="522" y="165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871" name="Graphique 15">
                    <a:extLst>
                      <a:ext uri="{FF2B5EF4-FFF2-40B4-BE49-F238E27FC236}">
                        <a16:creationId xmlns:a16="http://schemas.microsoft.com/office/drawing/2014/main" id="{9B42A27C-285C-4C12-866D-A86AFED8A50D}"/>
                      </a:ext>
                    </a:extLst>
                  </p:cNvPr>
                  <p:cNvGrpSpPr/>
                  <p:nvPr/>
                </p:nvGrpSpPr>
                <p:grpSpPr>
                  <a:xfrm>
                    <a:off x="10444159" y="4719614"/>
                    <a:ext cx="43361" cy="35838"/>
                    <a:chOff x="10444159" y="4719614"/>
                    <a:chExt cx="43361" cy="35838"/>
                  </a:xfrm>
                  <a:solidFill>
                    <a:schemeClr val="accent1"/>
                  </a:solidFill>
                </p:grpSpPr>
                <p:sp>
                  <p:nvSpPr>
                    <p:cNvPr id="872" name="Forme libre : forme 871">
                      <a:extLst>
                        <a:ext uri="{FF2B5EF4-FFF2-40B4-BE49-F238E27FC236}">
                          <a16:creationId xmlns:a16="http://schemas.microsoft.com/office/drawing/2014/main" id="{80720080-38A3-4AA2-B76D-2DFFFC9556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4159" y="4719614"/>
                      <a:ext cx="43284" cy="35838"/>
                    </a:xfrm>
                    <a:custGeom>
                      <a:avLst/>
                      <a:gdLst>
                        <a:gd name="connsiteX0" fmla="*/ 2879 w 43284"/>
                        <a:gd name="connsiteY0" fmla="*/ 9847 h 35838"/>
                        <a:gd name="connsiteX1" fmla="*/ 31930 w 43284"/>
                        <a:gd name="connsiteY1" fmla="*/ 1942 h 35838"/>
                        <a:gd name="connsiteX2" fmla="*/ 40693 w 43284"/>
                        <a:gd name="connsiteY2" fmla="*/ 25754 h 35838"/>
                        <a:gd name="connsiteX3" fmla="*/ 10880 w 43284"/>
                        <a:gd name="connsiteY3" fmla="*/ 33945 h 35838"/>
                        <a:gd name="connsiteX4" fmla="*/ 2879 w 43284"/>
                        <a:gd name="connsiteY4" fmla="*/ 9847 h 358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284" h="35838">
                          <a:moveTo>
                            <a:pt x="2879" y="9847"/>
                          </a:moveTo>
                          <a:cubicBezTo>
                            <a:pt x="8785" y="989"/>
                            <a:pt x="21548" y="-2535"/>
                            <a:pt x="31930" y="1942"/>
                          </a:cubicBezTo>
                          <a:cubicBezTo>
                            <a:pt x="42313" y="6133"/>
                            <a:pt x="46408" y="16515"/>
                            <a:pt x="40693" y="25754"/>
                          </a:cubicBezTo>
                          <a:cubicBezTo>
                            <a:pt x="34978" y="34898"/>
                            <a:pt x="21453" y="38327"/>
                            <a:pt x="10880" y="33945"/>
                          </a:cubicBezTo>
                          <a:cubicBezTo>
                            <a:pt x="403" y="29469"/>
                            <a:pt x="-3027" y="18706"/>
                            <a:pt x="2879" y="984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73" name="Forme libre : forme 872">
                      <a:extLst>
                        <a:ext uri="{FF2B5EF4-FFF2-40B4-BE49-F238E27FC236}">
                          <a16:creationId xmlns:a16="http://schemas.microsoft.com/office/drawing/2014/main" id="{B6871A8D-8409-49E6-A723-EAFD8AEC5F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4371" y="4719674"/>
                      <a:ext cx="43149" cy="32648"/>
                    </a:xfrm>
                    <a:custGeom>
                      <a:avLst/>
                      <a:gdLst>
                        <a:gd name="connsiteX0" fmla="*/ 21526 w 43149"/>
                        <a:gd name="connsiteY0" fmla="*/ 17408 h 32648"/>
                        <a:gd name="connsiteX1" fmla="*/ 32766 w 43149"/>
                        <a:gd name="connsiteY1" fmla="*/ 32648 h 32648"/>
                        <a:gd name="connsiteX2" fmla="*/ 40576 w 43149"/>
                        <a:gd name="connsiteY2" fmla="*/ 25695 h 32648"/>
                        <a:gd name="connsiteX3" fmla="*/ 31813 w 43149"/>
                        <a:gd name="connsiteY3" fmla="*/ 1882 h 32648"/>
                        <a:gd name="connsiteX4" fmla="*/ 2762 w 43149"/>
                        <a:gd name="connsiteY4" fmla="*/ 9788 h 32648"/>
                        <a:gd name="connsiteX5" fmla="*/ 0 w 43149"/>
                        <a:gd name="connsiteY5" fmla="*/ 18551 h 32648"/>
                        <a:gd name="connsiteX6" fmla="*/ 21526 w 43149"/>
                        <a:gd name="connsiteY6" fmla="*/ 17408 h 32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149" h="32648">
                          <a:moveTo>
                            <a:pt x="21526" y="17408"/>
                          </a:moveTo>
                          <a:cubicBezTo>
                            <a:pt x="28670" y="20456"/>
                            <a:pt x="32671" y="26362"/>
                            <a:pt x="32766" y="32648"/>
                          </a:cubicBezTo>
                          <a:cubicBezTo>
                            <a:pt x="35909" y="30933"/>
                            <a:pt x="38671" y="28743"/>
                            <a:pt x="40576" y="25695"/>
                          </a:cubicBezTo>
                          <a:cubicBezTo>
                            <a:pt x="46291" y="16551"/>
                            <a:pt x="42100" y="6073"/>
                            <a:pt x="31813" y="1882"/>
                          </a:cubicBezTo>
                          <a:cubicBezTo>
                            <a:pt x="21431" y="-2499"/>
                            <a:pt x="8572" y="1025"/>
                            <a:pt x="2762" y="9788"/>
                          </a:cubicBezTo>
                          <a:cubicBezTo>
                            <a:pt x="857" y="12550"/>
                            <a:pt x="95" y="15598"/>
                            <a:pt x="0" y="18551"/>
                          </a:cubicBezTo>
                          <a:cubicBezTo>
                            <a:pt x="6382" y="15122"/>
                            <a:pt x="14478" y="14455"/>
                            <a:pt x="21526" y="1740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74" name="Forme libre : forme 873">
                      <a:extLst>
                        <a:ext uri="{FF2B5EF4-FFF2-40B4-BE49-F238E27FC236}">
                          <a16:creationId xmlns:a16="http://schemas.microsoft.com/office/drawing/2014/main" id="{3E3CCFBA-49F6-4732-9F43-A1546131CD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7773" y="4728603"/>
                      <a:ext cx="18036" cy="17241"/>
                    </a:xfrm>
                    <a:custGeom>
                      <a:avLst/>
                      <a:gdLst>
                        <a:gd name="connsiteX0" fmla="*/ 27 w 18036"/>
                        <a:gd name="connsiteY0" fmla="*/ 8479 h 17241"/>
                        <a:gd name="connsiteX1" fmla="*/ 9552 w 18036"/>
                        <a:gd name="connsiteY1" fmla="*/ 2 h 17241"/>
                        <a:gd name="connsiteX2" fmla="*/ 18029 w 18036"/>
                        <a:gd name="connsiteY2" fmla="*/ 8670 h 17241"/>
                        <a:gd name="connsiteX3" fmla="*/ 8409 w 18036"/>
                        <a:gd name="connsiteY3" fmla="*/ 17242 h 17241"/>
                        <a:gd name="connsiteX4" fmla="*/ 27 w 18036"/>
                        <a:gd name="connsiteY4" fmla="*/ 8479 h 172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36" h="17241">
                          <a:moveTo>
                            <a:pt x="27" y="8479"/>
                          </a:moveTo>
                          <a:cubicBezTo>
                            <a:pt x="408" y="3717"/>
                            <a:pt x="4694" y="-93"/>
                            <a:pt x="9552" y="2"/>
                          </a:cubicBezTo>
                          <a:cubicBezTo>
                            <a:pt x="14505" y="2"/>
                            <a:pt x="18220" y="3907"/>
                            <a:pt x="18029" y="8670"/>
                          </a:cubicBezTo>
                          <a:cubicBezTo>
                            <a:pt x="17744" y="13432"/>
                            <a:pt x="13457" y="17242"/>
                            <a:pt x="8409" y="17242"/>
                          </a:cubicBezTo>
                          <a:cubicBezTo>
                            <a:pt x="3361" y="17052"/>
                            <a:pt x="-354" y="13146"/>
                            <a:pt x="27" y="847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75" name="Forme libre : forme 874">
                      <a:extLst>
                        <a:ext uri="{FF2B5EF4-FFF2-40B4-BE49-F238E27FC236}">
                          <a16:creationId xmlns:a16="http://schemas.microsoft.com/office/drawing/2014/main" id="{F7E296F0-4ACA-4666-8123-49F0030B8B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56009" y="4740900"/>
                      <a:ext cx="7151" cy="5793"/>
                    </a:xfrm>
                    <a:custGeom>
                      <a:avLst/>
                      <a:gdLst>
                        <a:gd name="connsiteX0" fmla="*/ 459 w 7151"/>
                        <a:gd name="connsiteY0" fmla="*/ 1611 h 5793"/>
                        <a:gd name="connsiteX1" fmla="*/ 5317 w 7151"/>
                        <a:gd name="connsiteY1" fmla="*/ 277 h 5793"/>
                        <a:gd name="connsiteX2" fmla="*/ 6650 w 7151"/>
                        <a:gd name="connsiteY2" fmla="*/ 4183 h 5793"/>
                        <a:gd name="connsiteX3" fmla="*/ 1792 w 7151"/>
                        <a:gd name="connsiteY3" fmla="*/ 5516 h 5793"/>
                        <a:gd name="connsiteX4" fmla="*/ 459 w 7151"/>
                        <a:gd name="connsiteY4" fmla="*/ 1611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51" h="5793">
                          <a:moveTo>
                            <a:pt x="459" y="1611"/>
                          </a:moveTo>
                          <a:cubicBezTo>
                            <a:pt x="1411" y="182"/>
                            <a:pt x="3602" y="-390"/>
                            <a:pt x="5317" y="277"/>
                          </a:cubicBezTo>
                          <a:cubicBezTo>
                            <a:pt x="7031" y="1039"/>
                            <a:pt x="7698" y="2754"/>
                            <a:pt x="6650" y="4183"/>
                          </a:cubicBezTo>
                          <a:cubicBezTo>
                            <a:pt x="5698" y="5611"/>
                            <a:pt x="3507" y="6183"/>
                            <a:pt x="1792" y="5516"/>
                          </a:cubicBezTo>
                          <a:cubicBezTo>
                            <a:pt x="78" y="4849"/>
                            <a:pt x="-494" y="3040"/>
                            <a:pt x="459" y="16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876" name="Graphique 15">
                    <a:extLst>
                      <a:ext uri="{FF2B5EF4-FFF2-40B4-BE49-F238E27FC236}">
                        <a16:creationId xmlns:a16="http://schemas.microsoft.com/office/drawing/2014/main" id="{F465BDFD-9AE2-4807-BFCD-5EBA5B102F80}"/>
                      </a:ext>
                    </a:extLst>
                  </p:cNvPr>
                  <p:cNvGrpSpPr/>
                  <p:nvPr/>
                </p:nvGrpSpPr>
                <p:grpSpPr>
                  <a:xfrm>
                    <a:off x="10434807" y="4685590"/>
                    <a:ext cx="41874" cy="35699"/>
                    <a:chOff x="10434807" y="4685590"/>
                    <a:chExt cx="41874" cy="35699"/>
                  </a:xfrm>
                  <a:solidFill>
                    <a:schemeClr val="accent1"/>
                  </a:solidFill>
                </p:grpSpPr>
                <p:sp>
                  <p:nvSpPr>
                    <p:cNvPr id="877" name="Forme libre : forme 876">
                      <a:extLst>
                        <a:ext uri="{FF2B5EF4-FFF2-40B4-BE49-F238E27FC236}">
                          <a16:creationId xmlns:a16="http://schemas.microsoft.com/office/drawing/2014/main" id="{ED3ECADA-6DC0-4D95-A443-942E094F26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4807" y="4685650"/>
                      <a:ext cx="41874" cy="35639"/>
                    </a:xfrm>
                    <a:custGeom>
                      <a:avLst/>
                      <a:gdLst>
                        <a:gd name="connsiteX0" fmla="*/ 2801 w 41874"/>
                        <a:gd name="connsiteY0" fmla="*/ 9713 h 35639"/>
                        <a:gd name="connsiteX1" fmla="*/ 30900 w 41874"/>
                        <a:gd name="connsiteY1" fmla="*/ 1902 h 35639"/>
                        <a:gd name="connsiteX2" fmla="*/ 39377 w 41874"/>
                        <a:gd name="connsiteY2" fmla="*/ 25810 h 35639"/>
                        <a:gd name="connsiteX3" fmla="*/ 10612 w 41874"/>
                        <a:gd name="connsiteY3" fmla="*/ 33716 h 35639"/>
                        <a:gd name="connsiteX4" fmla="*/ 2801 w 41874"/>
                        <a:gd name="connsiteY4" fmla="*/ 9713 h 35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874" h="35639">
                          <a:moveTo>
                            <a:pt x="2801" y="9713"/>
                          </a:moveTo>
                          <a:cubicBezTo>
                            <a:pt x="8516" y="950"/>
                            <a:pt x="20804" y="-2479"/>
                            <a:pt x="30900" y="1902"/>
                          </a:cubicBezTo>
                          <a:cubicBezTo>
                            <a:pt x="40901" y="6379"/>
                            <a:pt x="44902" y="16952"/>
                            <a:pt x="39377" y="25810"/>
                          </a:cubicBezTo>
                          <a:cubicBezTo>
                            <a:pt x="33853" y="34573"/>
                            <a:pt x="20804" y="38192"/>
                            <a:pt x="10612" y="33716"/>
                          </a:cubicBezTo>
                          <a:cubicBezTo>
                            <a:pt x="325" y="29334"/>
                            <a:pt x="-2914" y="18571"/>
                            <a:pt x="2801" y="971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78" name="Forme libre : forme 877">
                      <a:extLst>
                        <a:ext uri="{FF2B5EF4-FFF2-40B4-BE49-F238E27FC236}">
                          <a16:creationId xmlns:a16="http://schemas.microsoft.com/office/drawing/2014/main" id="{E9409F4E-4C5D-410C-81B4-EB22DE0B58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4846" y="4685590"/>
                      <a:ext cx="41739" cy="32727"/>
                    </a:xfrm>
                    <a:custGeom>
                      <a:avLst/>
                      <a:gdLst>
                        <a:gd name="connsiteX0" fmla="*/ 20955 w 41739"/>
                        <a:gd name="connsiteY0" fmla="*/ 17487 h 32727"/>
                        <a:gd name="connsiteX1" fmla="*/ 31718 w 41739"/>
                        <a:gd name="connsiteY1" fmla="*/ 32727 h 32727"/>
                        <a:gd name="connsiteX2" fmla="*/ 39243 w 41739"/>
                        <a:gd name="connsiteY2" fmla="*/ 25869 h 32727"/>
                        <a:gd name="connsiteX3" fmla="*/ 30766 w 41739"/>
                        <a:gd name="connsiteY3" fmla="*/ 1962 h 32727"/>
                        <a:gd name="connsiteX4" fmla="*/ 2667 w 41739"/>
                        <a:gd name="connsiteY4" fmla="*/ 9772 h 32727"/>
                        <a:gd name="connsiteX5" fmla="*/ 0 w 41739"/>
                        <a:gd name="connsiteY5" fmla="*/ 18535 h 32727"/>
                        <a:gd name="connsiteX6" fmla="*/ 20955 w 41739"/>
                        <a:gd name="connsiteY6" fmla="*/ 17487 h 32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739" h="32727">
                          <a:moveTo>
                            <a:pt x="20955" y="17487"/>
                          </a:moveTo>
                          <a:cubicBezTo>
                            <a:pt x="27813" y="20535"/>
                            <a:pt x="31718" y="26441"/>
                            <a:pt x="31718" y="32727"/>
                          </a:cubicBezTo>
                          <a:cubicBezTo>
                            <a:pt x="34766" y="31108"/>
                            <a:pt x="37433" y="28822"/>
                            <a:pt x="39243" y="25869"/>
                          </a:cubicBezTo>
                          <a:cubicBezTo>
                            <a:pt x="44767" y="16916"/>
                            <a:pt x="40767" y="6438"/>
                            <a:pt x="30766" y="1962"/>
                          </a:cubicBezTo>
                          <a:cubicBezTo>
                            <a:pt x="20764" y="-2515"/>
                            <a:pt x="8382" y="914"/>
                            <a:pt x="2667" y="9772"/>
                          </a:cubicBezTo>
                          <a:cubicBezTo>
                            <a:pt x="857" y="12534"/>
                            <a:pt x="95" y="15582"/>
                            <a:pt x="0" y="18535"/>
                          </a:cubicBezTo>
                          <a:cubicBezTo>
                            <a:pt x="6286" y="15201"/>
                            <a:pt x="14192" y="14535"/>
                            <a:pt x="20955" y="174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79" name="Forme libre : forme 878">
                      <a:extLst>
                        <a:ext uri="{FF2B5EF4-FFF2-40B4-BE49-F238E27FC236}">
                          <a16:creationId xmlns:a16="http://schemas.microsoft.com/office/drawing/2014/main" id="{64667918-7CD1-48F1-B511-FFEB233ACB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8259" y="4694503"/>
                      <a:ext cx="17367" cy="17148"/>
                    </a:xfrm>
                    <a:custGeom>
                      <a:avLst/>
                      <a:gdLst>
                        <a:gd name="connsiteX0" fmla="*/ 16 w 17367"/>
                        <a:gd name="connsiteY0" fmla="*/ 8479 h 17148"/>
                        <a:gd name="connsiteX1" fmla="*/ 9255 w 17367"/>
                        <a:gd name="connsiteY1" fmla="*/ 2 h 17148"/>
                        <a:gd name="connsiteX2" fmla="*/ 17352 w 17367"/>
                        <a:gd name="connsiteY2" fmla="*/ 8670 h 17148"/>
                        <a:gd name="connsiteX3" fmla="*/ 8113 w 17367"/>
                        <a:gd name="connsiteY3" fmla="*/ 17147 h 17148"/>
                        <a:gd name="connsiteX4" fmla="*/ 16 w 17367"/>
                        <a:gd name="connsiteY4" fmla="*/ 8479 h 17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67" h="17148">
                          <a:moveTo>
                            <a:pt x="16" y="8479"/>
                          </a:moveTo>
                          <a:cubicBezTo>
                            <a:pt x="397" y="3716"/>
                            <a:pt x="4493" y="-94"/>
                            <a:pt x="9255" y="2"/>
                          </a:cubicBezTo>
                          <a:cubicBezTo>
                            <a:pt x="14018" y="97"/>
                            <a:pt x="17638" y="3907"/>
                            <a:pt x="17352" y="8670"/>
                          </a:cubicBezTo>
                          <a:cubicBezTo>
                            <a:pt x="17066" y="13432"/>
                            <a:pt x="12970" y="17242"/>
                            <a:pt x="8113" y="17147"/>
                          </a:cubicBezTo>
                          <a:cubicBezTo>
                            <a:pt x="3255" y="17051"/>
                            <a:pt x="-270" y="13146"/>
                            <a:pt x="16" y="847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80" name="Forme libre : forme 879">
                      <a:extLst>
                        <a:ext uri="{FF2B5EF4-FFF2-40B4-BE49-F238E27FC236}">
                          <a16:creationId xmlns:a16="http://schemas.microsoft.com/office/drawing/2014/main" id="{76C93469-A923-40B7-A657-4FD0976D2F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6195" y="4706801"/>
                      <a:ext cx="6902" cy="5793"/>
                    </a:xfrm>
                    <a:custGeom>
                      <a:avLst/>
                      <a:gdLst>
                        <a:gd name="connsiteX0" fmla="*/ 462 w 6902"/>
                        <a:gd name="connsiteY0" fmla="*/ 1611 h 5793"/>
                        <a:gd name="connsiteX1" fmla="*/ 5129 w 6902"/>
                        <a:gd name="connsiteY1" fmla="*/ 277 h 5793"/>
                        <a:gd name="connsiteX2" fmla="*/ 6463 w 6902"/>
                        <a:gd name="connsiteY2" fmla="*/ 4182 h 5793"/>
                        <a:gd name="connsiteX3" fmla="*/ 1701 w 6902"/>
                        <a:gd name="connsiteY3" fmla="*/ 5516 h 5793"/>
                        <a:gd name="connsiteX4" fmla="*/ 462 w 6902"/>
                        <a:gd name="connsiteY4" fmla="*/ 1611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2" h="5793">
                          <a:moveTo>
                            <a:pt x="462" y="1611"/>
                          </a:moveTo>
                          <a:cubicBezTo>
                            <a:pt x="1415" y="182"/>
                            <a:pt x="3510" y="-390"/>
                            <a:pt x="5129" y="277"/>
                          </a:cubicBezTo>
                          <a:cubicBezTo>
                            <a:pt x="6749" y="1039"/>
                            <a:pt x="7416" y="2754"/>
                            <a:pt x="6463" y="4182"/>
                          </a:cubicBezTo>
                          <a:cubicBezTo>
                            <a:pt x="5510" y="5611"/>
                            <a:pt x="3415" y="6183"/>
                            <a:pt x="1701" y="5516"/>
                          </a:cubicBezTo>
                          <a:cubicBezTo>
                            <a:pt x="81" y="4849"/>
                            <a:pt x="-490" y="3135"/>
                            <a:pt x="462" y="16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881" name="Graphique 15">
                  <a:extLst>
                    <a:ext uri="{FF2B5EF4-FFF2-40B4-BE49-F238E27FC236}">
                      <a16:creationId xmlns:a16="http://schemas.microsoft.com/office/drawing/2014/main" id="{414A00C1-C613-449B-82B8-9D4583F8ECBC}"/>
                    </a:ext>
                  </a:extLst>
                </p:cNvPr>
                <p:cNvGrpSpPr/>
                <p:nvPr/>
              </p:nvGrpSpPr>
              <p:grpSpPr>
                <a:xfrm>
                  <a:off x="10590988" y="4659354"/>
                  <a:ext cx="73060" cy="105779"/>
                  <a:chOff x="10590988" y="4659354"/>
                  <a:chExt cx="73060" cy="105779"/>
                </a:xfrm>
                <a:solidFill>
                  <a:schemeClr val="accent1"/>
                </a:solidFill>
              </p:grpSpPr>
              <p:grpSp>
                <p:nvGrpSpPr>
                  <p:cNvPr id="882" name="Graphique 15">
                    <a:extLst>
                      <a:ext uri="{FF2B5EF4-FFF2-40B4-BE49-F238E27FC236}">
                        <a16:creationId xmlns:a16="http://schemas.microsoft.com/office/drawing/2014/main" id="{23E07B59-ECE3-4344-BA7F-D89740EFD960}"/>
                      </a:ext>
                    </a:extLst>
                  </p:cNvPr>
                  <p:cNvGrpSpPr/>
                  <p:nvPr/>
                </p:nvGrpSpPr>
                <p:grpSpPr>
                  <a:xfrm>
                    <a:off x="10621904" y="4659354"/>
                    <a:ext cx="42144" cy="36545"/>
                    <a:chOff x="10621904" y="4659354"/>
                    <a:chExt cx="42144" cy="36545"/>
                  </a:xfrm>
                  <a:solidFill>
                    <a:schemeClr val="accent1"/>
                  </a:solidFill>
                </p:grpSpPr>
                <p:sp>
                  <p:nvSpPr>
                    <p:cNvPr id="883" name="Forme libre : forme 882">
                      <a:extLst>
                        <a:ext uri="{FF2B5EF4-FFF2-40B4-BE49-F238E27FC236}">
                          <a16:creationId xmlns:a16="http://schemas.microsoft.com/office/drawing/2014/main" id="{B1A91FAC-A86D-4538-870B-4D409E7AA0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21904" y="4659354"/>
                      <a:ext cx="42144" cy="36450"/>
                    </a:xfrm>
                    <a:custGeom>
                      <a:avLst/>
                      <a:gdLst>
                        <a:gd name="connsiteX0" fmla="*/ 34017 w 42144"/>
                        <a:gd name="connsiteY0" fmla="*/ 31246 h 36450"/>
                        <a:gd name="connsiteX1" fmla="*/ 4204 w 42144"/>
                        <a:gd name="connsiteY1" fmla="*/ 30865 h 36450"/>
                        <a:gd name="connsiteX2" fmla="*/ 8204 w 42144"/>
                        <a:gd name="connsiteY2" fmla="*/ 5052 h 36450"/>
                        <a:gd name="connsiteX3" fmla="*/ 37446 w 42144"/>
                        <a:gd name="connsiteY3" fmla="*/ 5528 h 36450"/>
                        <a:gd name="connsiteX4" fmla="*/ 34017 w 42144"/>
                        <a:gd name="connsiteY4" fmla="*/ 31246 h 364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44" h="36450">
                          <a:moveTo>
                            <a:pt x="34017" y="31246"/>
                          </a:moveTo>
                          <a:cubicBezTo>
                            <a:pt x="24682" y="38294"/>
                            <a:pt x="11157" y="38199"/>
                            <a:pt x="4204" y="30865"/>
                          </a:cubicBezTo>
                          <a:cubicBezTo>
                            <a:pt x="-2750" y="23531"/>
                            <a:pt x="-845" y="12006"/>
                            <a:pt x="8204" y="5052"/>
                          </a:cubicBezTo>
                          <a:cubicBezTo>
                            <a:pt x="17253" y="-1901"/>
                            <a:pt x="30112" y="-1615"/>
                            <a:pt x="37446" y="5528"/>
                          </a:cubicBezTo>
                          <a:cubicBezTo>
                            <a:pt x="44780" y="12672"/>
                            <a:pt x="43446" y="24102"/>
                            <a:pt x="34017" y="3124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84" name="Forme libre : forme 883">
                      <a:extLst>
                        <a:ext uri="{FF2B5EF4-FFF2-40B4-BE49-F238E27FC236}">
                          <a16:creationId xmlns:a16="http://schemas.microsoft.com/office/drawing/2014/main" id="{803CCDCC-1948-4956-B759-51134ACD48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22028" y="4660025"/>
                      <a:ext cx="40370" cy="35874"/>
                    </a:xfrm>
                    <a:custGeom>
                      <a:avLst/>
                      <a:gdLst>
                        <a:gd name="connsiteX0" fmla="*/ 20654 w 40370"/>
                        <a:gd name="connsiteY0" fmla="*/ 17907 h 35874"/>
                        <a:gd name="connsiteX1" fmla="*/ 17987 w 40370"/>
                        <a:gd name="connsiteY1" fmla="*/ 0 h 35874"/>
                        <a:gd name="connsiteX2" fmla="*/ 8176 w 40370"/>
                        <a:gd name="connsiteY2" fmla="*/ 4477 h 35874"/>
                        <a:gd name="connsiteX3" fmla="*/ 4175 w 40370"/>
                        <a:gd name="connsiteY3" fmla="*/ 30289 h 35874"/>
                        <a:gd name="connsiteX4" fmla="*/ 33989 w 40370"/>
                        <a:gd name="connsiteY4" fmla="*/ 30671 h 35874"/>
                        <a:gd name="connsiteX5" fmla="*/ 40370 w 40370"/>
                        <a:gd name="connsiteY5" fmla="*/ 22860 h 35874"/>
                        <a:gd name="connsiteX6" fmla="*/ 20654 w 40370"/>
                        <a:gd name="connsiteY6" fmla="*/ 17907 h 35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370" h="35874">
                          <a:moveTo>
                            <a:pt x="20654" y="17907"/>
                          </a:moveTo>
                          <a:cubicBezTo>
                            <a:pt x="15796" y="12954"/>
                            <a:pt x="15129" y="6096"/>
                            <a:pt x="17987" y="0"/>
                          </a:cubicBezTo>
                          <a:cubicBezTo>
                            <a:pt x="14558" y="762"/>
                            <a:pt x="11129" y="2191"/>
                            <a:pt x="8176" y="4477"/>
                          </a:cubicBezTo>
                          <a:cubicBezTo>
                            <a:pt x="-778" y="11430"/>
                            <a:pt x="-2778" y="22955"/>
                            <a:pt x="4175" y="30289"/>
                          </a:cubicBezTo>
                          <a:cubicBezTo>
                            <a:pt x="11129" y="37624"/>
                            <a:pt x="24654" y="37719"/>
                            <a:pt x="33989" y="30671"/>
                          </a:cubicBezTo>
                          <a:cubicBezTo>
                            <a:pt x="36941" y="28384"/>
                            <a:pt x="39037" y="25717"/>
                            <a:pt x="40370" y="22860"/>
                          </a:cubicBezTo>
                          <a:cubicBezTo>
                            <a:pt x="33036" y="24289"/>
                            <a:pt x="25416" y="22765"/>
                            <a:pt x="20654" y="179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85" name="Forme libre : forme 884">
                      <a:extLst>
                        <a:ext uri="{FF2B5EF4-FFF2-40B4-BE49-F238E27FC236}">
                          <a16:creationId xmlns:a16="http://schemas.microsoft.com/office/drawing/2014/main" id="{081ABA81-D850-4DF1-ADD7-26EA77EAED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1686" y="4671857"/>
                      <a:ext cx="18098" cy="17232"/>
                    </a:xfrm>
                    <a:custGeom>
                      <a:avLst/>
                      <a:gdLst>
                        <a:gd name="connsiteX0" fmla="*/ 16998 w 18098"/>
                        <a:gd name="connsiteY0" fmla="*/ 11123 h 17232"/>
                        <a:gd name="connsiteX1" fmla="*/ 4615 w 18098"/>
                        <a:gd name="connsiteY1" fmla="*/ 16838 h 17232"/>
                        <a:gd name="connsiteX2" fmla="*/ 1186 w 18098"/>
                        <a:gd name="connsiteY2" fmla="*/ 6075 h 17232"/>
                        <a:gd name="connsiteX3" fmla="*/ 13473 w 18098"/>
                        <a:gd name="connsiteY3" fmla="*/ 360 h 17232"/>
                        <a:gd name="connsiteX4" fmla="*/ 16998 w 18098"/>
                        <a:gd name="connsiteY4" fmla="*/ 11123 h 172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98" h="17232">
                          <a:moveTo>
                            <a:pt x="16998" y="11123"/>
                          </a:moveTo>
                          <a:cubicBezTo>
                            <a:pt x="14617" y="15695"/>
                            <a:pt x="8997" y="18267"/>
                            <a:pt x="4615" y="16838"/>
                          </a:cubicBezTo>
                          <a:cubicBezTo>
                            <a:pt x="234" y="15409"/>
                            <a:pt x="-1290" y="10647"/>
                            <a:pt x="1186" y="6075"/>
                          </a:cubicBezTo>
                          <a:cubicBezTo>
                            <a:pt x="3663" y="1503"/>
                            <a:pt x="9092" y="-974"/>
                            <a:pt x="13473" y="360"/>
                          </a:cubicBezTo>
                          <a:cubicBezTo>
                            <a:pt x="17760" y="1789"/>
                            <a:pt x="19379" y="6551"/>
                            <a:pt x="16998" y="1112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86" name="Forme libre : forme 885">
                      <a:extLst>
                        <a:ext uri="{FF2B5EF4-FFF2-40B4-BE49-F238E27FC236}">
                          <a16:creationId xmlns:a16="http://schemas.microsoft.com/office/drawing/2014/main" id="{E4C0F916-11B3-4EC5-82B5-5BE1BA6F63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7757" y="4670133"/>
                      <a:ext cx="6938" cy="5977"/>
                    </a:xfrm>
                    <a:custGeom>
                      <a:avLst/>
                      <a:gdLst>
                        <a:gd name="connsiteX0" fmla="*/ 5592 w 6938"/>
                        <a:gd name="connsiteY0" fmla="*/ 5132 h 5977"/>
                        <a:gd name="connsiteX1" fmla="*/ 735 w 6938"/>
                        <a:gd name="connsiteY1" fmla="*/ 5037 h 5977"/>
                        <a:gd name="connsiteX2" fmla="*/ 1306 w 6938"/>
                        <a:gd name="connsiteY2" fmla="*/ 846 h 5977"/>
                        <a:gd name="connsiteX3" fmla="*/ 6164 w 6938"/>
                        <a:gd name="connsiteY3" fmla="*/ 941 h 5977"/>
                        <a:gd name="connsiteX4" fmla="*/ 5592 w 6938"/>
                        <a:gd name="connsiteY4" fmla="*/ 5132 h 5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38" h="5977">
                          <a:moveTo>
                            <a:pt x="5592" y="5132"/>
                          </a:moveTo>
                          <a:cubicBezTo>
                            <a:pt x="4069" y="6275"/>
                            <a:pt x="1878" y="6275"/>
                            <a:pt x="735" y="5037"/>
                          </a:cubicBezTo>
                          <a:cubicBezTo>
                            <a:pt x="-408" y="3894"/>
                            <a:pt x="-218" y="1989"/>
                            <a:pt x="1306" y="846"/>
                          </a:cubicBezTo>
                          <a:cubicBezTo>
                            <a:pt x="2830" y="-297"/>
                            <a:pt x="4926" y="-297"/>
                            <a:pt x="6164" y="941"/>
                          </a:cubicBezTo>
                          <a:cubicBezTo>
                            <a:pt x="7402" y="2084"/>
                            <a:pt x="7116" y="3989"/>
                            <a:pt x="5592" y="51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887" name="Graphique 15">
                    <a:extLst>
                      <a:ext uri="{FF2B5EF4-FFF2-40B4-BE49-F238E27FC236}">
                        <a16:creationId xmlns:a16="http://schemas.microsoft.com/office/drawing/2014/main" id="{CB39926B-86BD-44DC-B10A-1E81936867B2}"/>
                      </a:ext>
                    </a:extLst>
                  </p:cNvPr>
                  <p:cNvGrpSpPr/>
                  <p:nvPr/>
                </p:nvGrpSpPr>
                <p:grpSpPr>
                  <a:xfrm>
                    <a:off x="10600586" y="4692819"/>
                    <a:ext cx="43194" cy="36448"/>
                    <a:chOff x="10600586" y="4692819"/>
                    <a:chExt cx="43194" cy="36448"/>
                  </a:xfrm>
                  <a:solidFill>
                    <a:schemeClr val="accent1"/>
                  </a:solidFill>
                </p:grpSpPr>
                <p:sp>
                  <p:nvSpPr>
                    <p:cNvPr id="888" name="Forme libre : forme 887">
                      <a:extLst>
                        <a:ext uri="{FF2B5EF4-FFF2-40B4-BE49-F238E27FC236}">
                          <a16:creationId xmlns:a16="http://schemas.microsoft.com/office/drawing/2014/main" id="{A68E4922-0769-4068-A055-3656C4DEDC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00586" y="4692819"/>
                      <a:ext cx="43194" cy="36423"/>
                    </a:xfrm>
                    <a:custGeom>
                      <a:avLst/>
                      <a:gdLst>
                        <a:gd name="connsiteX0" fmla="*/ 34381 w 43194"/>
                        <a:gd name="connsiteY0" fmla="*/ 31595 h 36423"/>
                        <a:gd name="connsiteX1" fmla="*/ 3901 w 43194"/>
                        <a:gd name="connsiteY1" fmla="*/ 30261 h 36423"/>
                        <a:gd name="connsiteX2" fmla="*/ 9044 w 43194"/>
                        <a:gd name="connsiteY2" fmla="*/ 4639 h 36423"/>
                        <a:gd name="connsiteX3" fmla="*/ 38857 w 43194"/>
                        <a:gd name="connsiteY3" fmla="*/ 5592 h 36423"/>
                        <a:gd name="connsiteX4" fmla="*/ 34381 w 43194"/>
                        <a:gd name="connsiteY4" fmla="*/ 31595 h 364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194" h="36423">
                          <a:moveTo>
                            <a:pt x="34381" y="31595"/>
                          </a:moveTo>
                          <a:cubicBezTo>
                            <a:pt x="24570" y="38643"/>
                            <a:pt x="10663" y="37786"/>
                            <a:pt x="3901" y="30261"/>
                          </a:cubicBezTo>
                          <a:cubicBezTo>
                            <a:pt x="-2957" y="22737"/>
                            <a:pt x="-481" y="11211"/>
                            <a:pt x="9044" y="4639"/>
                          </a:cubicBezTo>
                          <a:cubicBezTo>
                            <a:pt x="18664" y="-1743"/>
                            <a:pt x="31714" y="-1647"/>
                            <a:pt x="38857" y="5592"/>
                          </a:cubicBezTo>
                          <a:cubicBezTo>
                            <a:pt x="46001" y="12831"/>
                            <a:pt x="44191" y="24451"/>
                            <a:pt x="34381" y="3159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89" name="Forme libre : forme 888">
                      <a:extLst>
                        <a:ext uri="{FF2B5EF4-FFF2-40B4-BE49-F238E27FC236}">
                          <a16:creationId xmlns:a16="http://schemas.microsoft.com/office/drawing/2014/main" id="{770F6AFB-C603-458D-A98B-12CF959D3F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00586" y="4693457"/>
                      <a:ext cx="41143" cy="35809"/>
                    </a:xfrm>
                    <a:custGeom>
                      <a:avLst/>
                      <a:gdLst>
                        <a:gd name="connsiteX0" fmla="*/ 21331 w 41143"/>
                        <a:gd name="connsiteY0" fmla="*/ 18002 h 35809"/>
                        <a:gd name="connsiteX1" fmla="*/ 19331 w 41143"/>
                        <a:gd name="connsiteY1" fmla="*/ 0 h 35809"/>
                        <a:gd name="connsiteX2" fmla="*/ 9044 w 41143"/>
                        <a:gd name="connsiteY2" fmla="*/ 4096 h 35809"/>
                        <a:gd name="connsiteX3" fmla="*/ 3901 w 41143"/>
                        <a:gd name="connsiteY3" fmla="*/ 29718 h 35809"/>
                        <a:gd name="connsiteX4" fmla="*/ 34381 w 41143"/>
                        <a:gd name="connsiteY4" fmla="*/ 31052 h 35809"/>
                        <a:gd name="connsiteX5" fmla="*/ 41143 w 41143"/>
                        <a:gd name="connsiteY5" fmla="*/ 23146 h 35809"/>
                        <a:gd name="connsiteX6" fmla="*/ 21331 w 41143"/>
                        <a:gd name="connsiteY6" fmla="*/ 18002 h 35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143" h="35809">
                          <a:moveTo>
                            <a:pt x="21331" y="18002"/>
                          </a:moveTo>
                          <a:cubicBezTo>
                            <a:pt x="16569" y="12954"/>
                            <a:pt x="16188" y="6001"/>
                            <a:pt x="19331" y="0"/>
                          </a:cubicBezTo>
                          <a:cubicBezTo>
                            <a:pt x="15712" y="571"/>
                            <a:pt x="12187" y="1905"/>
                            <a:pt x="9044" y="4096"/>
                          </a:cubicBezTo>
                          <a:cubicBezTo>
                            <a:pt x="-481" y="10668"/>
                            <a:pt x="-2957" y="22098"/>
                            <a:pt x="3901" y="29718"/>
                          </a:cubicBezTo>
                          <a:cubicBezTo>
                            <a:pt x="10759" y="37147"/>
                            <a:pt x="24665" y="38005"/>
                            <a:pt x="34381" y="31052"/>
                          </a:cubicBezTo>
                          <a:cubicBezTo>
                            <a:pt x="37429" y="28766"/>
                            <a:pt x="39715" y="26003"/>
                            <a:pt x="41143" y="23146"/>
                          </a:cubicBezTo>
                          <a:cubicBezTo>
                            <a:pt x="33714" y="24670"/>
                            <a:pt x="25998" y="23146"/>
                            <a:pt x="21331" y="1800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90" name="Forme libre : forme 889">
                      <a:extLst>
                        <a:ext uri="{FF2B5EF4-FFF2-40B4-BE49-F238E27FC236}">
                          <a16:creationId xmlns:a16="http://schemas.microsoft.com/office/drawing/2014/main" id="{DC2C2EF7-BD6F-42E6-BC6D-1154D05012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20645" y="4705452"/>
                      <a:ext cx="18684" cy="17341"/>
                    </a:xfrm>
                    <a:custGeom>
                      <a:avLst/>
                      <a:gdLst>
                        <a:gd name="connsiteX0" fmla="*/ 17369 w 18684"/>
                        <a:gd name="connsiteY0" fmla="*/ 11246 h 17341"/>
                        <a:gd name="connsiteX1" fmla="*/ 4510 w 18684"/>
                        <a:gd name="connsiteY1" fmla="*/ 16866 h 17341"/>
                        <a:gd name="connsiteX2" fmla="*/ 1367 w 18684"/>
                        <a:gd name="connsiteY2" fmla="*/ 6007 h 17341"/>
                        <a:gd name="connsiteX3" fmla="*/ 14035 w 18684"/>
                        <a:gd name="connsiteY3" fmla="*/ 388 h 17341"/>
                        <a:gd name="connsiteX4" fmla="*/ 17369 w 18684"/>
                        <a:gd name="connsiteY4" fmla="*/ 11246 h 17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684" h="17341">
                          <a:moveTo>
                            <a:pt x="17369" y="11246"/>
                          </a:moveTo>
                          <a:cubicBezTo>
                            <a:pt x="14702" y="15818"/>
                            <a:pt x="8987" y="18485"/>
                            <a:pt x="4510" y="16866"/>
                          </a:cubicBezTo>
                          <a:cubicBezTo>
                            <a:pt x="33" y="15342"/>
                            <a:pt x="-1300" y="10389"/>
                            <a:pt x="1367" y="6007"/>
                          </a:cubicBezTo>
                          <a:cubicBezTo>
                            <a:pt x="4129" y="1626"/>
                            <a:pt x="9654" y="-1041"/>
                            <a:pt x="14035" y="388"/>
                          </a:cubicBezTo>
                          <a:cubicBezTo>
                            <a:pt x="18512" y="1816"/>
                            <a:pt x="20036" y="6674"/>
                            <a:pt x="17369" y="1124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91" name="Forme libre : forme 890">
                      <a:extLst>
                        <a:ext uri="{FF2B5EF4-FFF2-40B4-BE49-F238E27FC236}">
                          <a16:creationId xmlns:a16="http://schemas.microsoft.com/office/drawing/2014/main" id="{63473559-CD68-4138-A983-A297F149E5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27321" y="4703756"/>
                      <a:ext cx="7113" cy="6072"/>
                    </a:xfrm>
                    <a:custGeom>
                      <a:avLst/>
                      <a:gdLst>
                        <a:gd name="connsiteX0" fmla="*/ 5645 w 7113"/>
                        <a:gd name="connsiteY0" fmla="*/ 5227 h 6072"/>
                        <a:gd name="connsiteX1" fmla="*/ 692 w 7113"/>
                        <a:gd name="connsiteY1" fmla="*/ 5132 h 6072"/>
                        <a:gd name="connsiteX2" fmla="*/ 1454 w 7113"/>
                        <a:gd name="connsiteY2" fmla="*/ 846 h 6072"/>
                        <a:gd name="connsiteX3" fmla="*/ 6407 w 7113"/>
                        <a:gd name="connsiteY3" fmla="*/ 941 h 6072"/>
                        <a:gd name="connsiteX4" fmla="*/ 5645 w 7113"/>
                        <a:gd name="connsiteY4" fmla="*/ 5227 h 6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13" h="6072">
                          <a:moveTo>
                            <a:pt x="5645" y="5227"/>
                          </a:moveTo>
                          <a:cubicBezTo>
                            <a:pt x="4121" y="6370"/>
                            <a:pt x="1835" y="6370"/>
                            <a:pt x="692" y="5132"/>
                          </a:cubicBezTo>
                          <a:cubicBezTo>
                            <a:pt x="-451" y="3894"/>
                            <a:pt x="-165" y="1989"/>
                            <a:pt x="1454" y="846"/>
                          </a:cubicBezTo>
                          <a:cubicBezTo>
                            <a:pt x="2978" y="-297"/>
                            <a:pt x="5169" y="-297"/>
                            <a:pt x="6407" y="941"/>
                          </a:cubicBezTo>
                          <a:cubicBezTo>
                            <a:pt x="7645" y="2179"/>
                            <a:pt x="7169" y="4084"/>
                            <a:pt x="5645" y="52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892" name="Graphique 15">
                    <a:extLst>
                      <a:ext uri="{FF2B5EF4-FFF2-40B4-BE49-F238E27FC236}">
                        <a16:creationId xmlns:a16="http://schemas.microsoft.com/office/drawing/2014/main" id="{12D23511-145F-4631-ABE9-D2F5F319E955}"/>
                      </a:ext>
                    </a:extLst>
                  </p:cNvPr>
                  <p:cNvGrpSpPr/>
                  <p:nvPr/>
                </p:nvGrpSpPr>
                <p:grpSpPr>
                  <a:xfrm>
                    <a:off x="10590988" y="4728766"/>
                    <a:ext cx="44626" cy="36367"/>
                    <a:chOff x="10590988" y="4728766"/>
                    <a:chExt cx="44626" cy="36367"/>
                  </a:xfrm>
                  <a:solidFill>
                    <a:schemeClr val="accent1"/>
                  </a:solidFill>
                </p:grpSpPr>
                <p:sp>
                  <p:nvSpPr>
                    <p:cNvPr id="893" name="Forme libre : forme 892">
                      <a:extLst>
                        <a:ext uri="{FF2B5EF4-FFF2-40B4-BE49-F238E27FC236}">
                          <a16:creationId xmlns:a16="http://schemas.microsoft.com/office/drawing/2014/main" id="{4FAD6693-7AC7-4FAD-9035-A535BC418D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91013" y="4728766"/>
                      <a:ext cx="44601" cy="36367"/>
                    </a:xfrm>
                    <a:custGeom>
                      <a:avLst/>
                      <a:gdLst>
                        <a:gd name="connsiteX0" fmla="*/ 35095 w 44601"/>
                        <a:gd name="connsiteY0" fmla="*/ 31652 h 36367"/>
                        <a:gd name="connsiteX1" fmla="*/ 3757 w 44601"/>
                        <a:gd name="connsiteY1" fmla="*/ 30319 h 36367"/>
                        <a:gd name="connsiteX2" fmla="*/ 9663 w 44601"/>
                        <a:gd name="connsiteY2" fmla="*/ 4601 h 36367"/>
                        <a:gd name="connsiteX3" fmla="*/ 40429 w 44601"/>
                        <a:gd name="connsiteY3" fmla="*/ 6030 h 36367"/>
                        <a:gd name="connsiteX4" fmla="*/ 35095 w 44601"/>
                        <a:gd name="connsiteY4" fmla="*/ 31652 h 36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601" h="36367">
                          <a:moveTo>
                            <a:pt x="35095" y="31652"/>
                          </a:moveTo>
                          <a:cubicBezTo>
                            <a:pt x="24808" y="38415"/>
                            <a:pt x="10615" y="37844"/>
                            <a:pt x="3757" y="30319"/>
                          </a:cubicBezTo>
                          <a:cubicBezTo>
                            <a:pt x="-3101" y="22794"/>
                            <a:pt x="-243" y="11173"/>
                            <a:pt x="9663" y="4601"/>
                          </a:cubicBezTo>
                          <a:cubicBezTo>
                            <a:pt x="19664" y="-2066"/>
                            <a:pt x="33285" y="-1400"/>
                            <a:pt x="40429" y="6030"/>
                          </a:cubicBezTo>
                          <a:cubicBezTo>
                            <a:pt x="47572" y="13364"/>
                            <a:pt x="45382" y="24889"/>
                            <a:pt x="35095" y="3165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94" name="Forme libre : forme 893">
                      <a:extLst>
                        <a:ext uri="{FF2B5EF4-FFF2-40B4-BE49-F238E27FC236}">
                          <a16:creationId xmlns:a16="http://schemas.microsoft.com/office/drawing/2014/main" id="{400087EC-C49F-4BB4-889C-CD8A6400E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90988" y="4729176"/>
                      <a:ext cx="42358" cy="35899"/>
                    </a:xfrm>
                    <a:custGeom>
                      <a:avLst/>
                      <a:gdLst>
                        <a:gd name="connsiteX0" fmla="*/ 21975 w 42358"/>
                        <a:gd name="connsiteY0" fmla="*/ 18097 h 35899"/>
                        <a:gd name="connsiteX1" fmla="*/ 20356 w 42358"/>
                        <a:gd name="connsiteY1" fmla="*/ 0 h 35899"/>
                        <a:gd name="connsiteX2" fmla="*/ 9688 w 42358"/>
                        <a:gd name="connsiteY2" fmla="*/ 4096 h 35899"/>
                        <a:gd name="connsiteX3" fmla="*/ 3782 w 42358"/>
                        <a:gd name="connsiteY3" fmla="*/ 29813 h 35899"/>
                        <a:gd name="connsiteX4" fmla="*/ 35120 w 42358"/>
                        <a:gd name="connsiteY4" fmla="*/ 31147 h 35899"/>
                        <a:gd name="connsiteX5" fmla="*/ 42359 w 42358"/>
                        <a:gd name="connsiteY5" fmla="*/ 23527 h 35899"/>
                        <a:gd name="connsiteX6" fmla="*/ 21975 w 42358"/>
                        <a:gd name="connsiteY6" fmla="*/ 18097 h 35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358" h="35899">
                          <a:moveTo>
                            <a:pt x="21975" y="18097"/>
                          </a:moveTo>
                          <a:cubicBezTo>
                            <a:pt x="17213" y="12954"/>
                            <a:pt x="17022" y="6001"/>
                            <a:pt x="20356" y="0"/>
                          </a:cubicBezTo>
                          <a:cubicBezTo>
                            <a:pt x="16641" y="667"/>
                            <a:pt x="13022" y="1905"/>
                            <a:pt x="9688" y="4096"/>
                          </a:cubicBezTo>
                          <a:cubicBezTo>
                            <a:pt x="-313" y="10763"/>
                            <a:pt x="-3076" y="22288"/>
                            <a:pt x="3782" y="29813"/>
                          </a:cubicBezTo>
                          <a:cubicBezTo>
                            <a:pt x="10640" y="37338"/>
                            <a:pt x="24833" y="38005"/>
                            <a:pt x="35120" y="31147"/>
                          </a:cubicBezTo>
                          <a:cubicBezTo>
                            <a:pt x="38358" y="28956"/>
                            <a:pt x="40739" y="26289"/>
                            <a:pt x="42359" y="23527"/>
                          </a:cubicBezTo>
                          <a:cubicBezTo>
                            <a:pt x="34548" y="24955"/>
                            <a:pt x="26642" y="23146"/>
                            <a:pt x="21975" y="18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95" name="Forme libre : forme 894">
                      <a:extLst>
                        <a:ext uri="{FF2B5EF4-FFF2-40B4-BE49-F238E27FC236}">
                          <a16:creationId xmlns:a16="http://schemas.microsoft.com/office/drawing/2014/main" id="{C1D89C33-4696-4472-9C96-A0508AE601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11529" y="4741479"/>
                      <a:ext cx="19390" cy="17208"/>
                    </a:xfrm>
                    <a:custGeom>
                      <a:avLst/>
                      <a:gdLst>
                        <a:gd name="connsiteX0" fmla="*/ 17912 w 19390"/>
                        <a:gd name="connsiteY0" fmla="*/ 11414 h 17208"/>
                        <a:gd name="connsiteX1" fmla="*/ 4482 w 19390"/>
                        <a:gd name="connsiteY1" fmla="*/ 16748 h 17208"/>
                        <a:gd name="connsiteX2" fmla="*/ 1529 w 19390"/>
                        <a:gd name="connsiteY2" fmla="*/ 5794 h 17208"/>
                        <a:gd name="connsiteX3" fmla="*/ 14864 w 19390"/>
                        <a:gd name="connsiteY3" fmla="*/ 460 h 17208"/>
                        <a:gd name="connsiteX4" fmla="*/ 17912 w 19390"/>
                        <a:gd name="connsiteY4" fmla="*/ 11414 h 17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390" h="17208">
                          <a:moveTo>
                            <a:pt x="17912" y="11414"/>
                          </a:moveTo>
                          <a:cubicBezTo>
                            <a:pt x="15055" y="15891"/>
                            <a:pt x="8959" y="18272"/>
                            <a:pt x="4482" y="16748"/>
                          </a:cubicBezTo>
                          <a:cubicBezTo>
                            <a:pt x="-90" y="15224"/>
                            <a:pt x="-1328" y="10271"/>
                            <a:pt x="1529" y="5794"/>
                          </a:cubicBezTo>
                          <a:cubicBezTo>
                            <a:pt x="4387" y="1318"/>
                            <a:pt x="10292" y="-1063"/>
                            <a:pt x="14864" y="460"/>
                          </a:cubicBezTo>
                          <a:cubicBezTo>
                            <a:pt x="19341" y="2080"/>
                            <a:pt x="20770" y="6938"/>
                            <a:pt x="17912" y="1141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896" name="Forme libre : forme 895">
                      <a:extLst>
                        <a:ext uri="{FF2B5EF4-FFF2-40B4-BE49-F238E27FC236}">
                          <a16:creationId xmlns:a16="http://schemas.microsoft.com/office/drawing/2014/main" id="{89AD501B-9912-41F2-92A1-D4BE32BD27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18591" y="4739805"/>
                      <a:ext cx="7359" cy="5983"/>
                    </a:xfrm>
                    <a:custGeom>
                      <a:avLst/>
                      <a:gdLst>
                        <a:gd name="connsiteX0" fmla="*/ 5802 w 7359"/>
                        <a:gd name="connsiteY0" fmla="*/ 5182 h 5983"/>
                        <a:gd name="connsiteX1" fmla="*/ 659 w 7359"/>
                        <a:gd name="connsiteY1" fmla="*/ 4992 h 5983"/>
                        <a:gd name="connsiteX2" fmla="*/ 1516 w 7359"/>
                        <a:gd name="connsiteY2" fmla="*/ 801 h 5983"/>
                        <a:gd name="connsiteX3" fmla="*/ 6660 w 7359"/>
                        <a:gd name="connsiteY3" fmla="*/ 991 h 5983"/>
                        <a:gd name="connsiteX4" fmla="*/ 5802 w 7359"/>
                        <a:gd name="connsiteY4" fmla="*/ 5182 h 5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59" h="5983">
                          <a:moveTo>
                            <a:pt x="5802" y="5182"/>
                          </a:moveTo>
                          <a:cubicBezTo>
                            <a:pt x="4183" y="6325"/>
                            <a:pt x="1802" y="6230"/>
                            <a:pt x="659" y="4992"/>
                          </a:cubicBezTo>
                          <a:cubicBezTo>
                            <a:pt x="-484" y="3754"/>
                            <a:pt x="-103" y="1849"/>
                            <a:pt x="1516" y="801"/>
                          </a:cubicBezTo>
                          <a:cubicBezTo>
                            <a:pt x="3135" y="-342"/>
                            <a:pt x="5421" y="-247"/>
                            <a:pt x="6660" y="991"/>
                          </a:cubicBezTo>
                          <a:cubicBezTo>
                            <a:pt x="7898" y="2230"/>
                            <a:pt x="7421" y="4039"/>
                            <a:pt x="5802" y="51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897" name="Graphique 15">
                <a:extLst>
                  <a:ext uri="{FF2B5EF4-FFF2-40B4-BE49-F238E27FC236}">
                    <a16:creationId xmlns:a16="http://schemas.microsoft.com/office/drawing/2014/main" id="{A3488FC4-9ED7-43D7-B55D-AFA6F74DEAA8}"/>
                  </a:ext>
                </a:extLst>
              </p:cNvPr>
              <p:cNvGrpSpPr/>
              <p:nvPr/>
            </p:nvGrpSpPr>
            <p:grpSpPr>
              <a:xfrm>
                <a:off x="9932688" y="4287200"/>
                <a:ext cx="397287" cy="510846"/>
                <a:chOff x="9932688" y="4287200"/>
                <a:chExt cx="397287" cy="510846"/>
              </a:xfrm>
              <a:solidFill>
                <a:schemeClr val="accent1"/>
              </a:solidFill>
            </p:grpSpPr>
            <p:sp>
              <p:nvSpPr>
                <p:cNvPr id="898" name="Forme libre : forme 897">
                  <a:extLst>
                    <a:ext uri="{FF2B5EF4-FFF2-40B4-BE49-F238E27FC236}">
                      <a16:creationId xmlns:a16="http://schemas.microsoft.com/office/drawing/2014/main" id="{5102BA6F-B21F-42A4-842E-47222B9F86B8}"/>
                    </a:ext>
                  </a:extLst>
                </p:cNvPr>
                <p:cNvSpPr/>
                <p:nvPr/>
              </p:nvSpPr>
              <p:spPr>
                <a:xfrm>
                  <a:off x="9932688" y="4294541"/>
                  <a:ext cx="397287" cy="502071"/>
                </a:xfrm>
                <a:custGeom>
                  <a:avLst/>
                  <a:gdLst>
                    <a:gd name="connsiteX0" fmla="*/ 397288 w 397287"/>
                    <a:gd name="connsiteY0" fmla="*/ 444922 h 502071"/>
                    <a:gd name="connsiteX1" fmla="*/ 265557 w 397287"/>
                    <a:gd name="connsiteY1" fmla="*/ 406059 h 502071"/>
                    <a:gd name="connsiteX2" fmla="*/ 309467 w 397287"/>
                    <a:gd name="connsiteY2" fmla="*/ 368722 h 502071"/>
                    <a:gd name="connsiteX3" fmla="*/ 341376 w 397287"/>
                    <a:gd name="connsiteY3" fmla="*/ 322716 h 502071"/>
                    <a:gd name="connsiteX4" fmla="*/ 368808 w 397287"/>
                    <a:gd name="connsiteY4" fmla="*/ 213655 h 502071"/>
                    <a:gd name="connsiteX5" fmla="*/ 362712 w 397287"/>
                    <a:gd name="connsiteY5" fmla="*/ 125834 h 502071"/>
                    <a:gd name="connsiteX6" fmla="*/ 343757 w 397287"/>
                    <a:gd name="connsiteY6" fmla="*/ 60874 h 502071"/>
                    <a:gd name="connsiteX7" fmla="*/ 287750 w 397287"/>
                    <a:gd name="connsiteY7" fmla="*/ 1057 h 502071"/>
                    <a:gd name="connsiteX8" fmla="*/ 211646 w 397287"/>
                    <a:gd name="connsiteY8" fmla="*/ 38680 h 502071"/>
                    <a:gd name="connsiteX9" fmla="*/ 136684 w 397287"/>
                    <a:gd name="connsiteY9" fmla="*/ 167934 h 502071"/>
                    <a:gd name="connsiteX10" fmla="*/ 120396 w 397287"/>
                    <a:gd name="connsiteY10" fmla="*/ 278996 h 502071"/>
                    <a:gd name="connsiteX11" fmla="*/ 132397 w 397287"/>
                    <a:gd name="connsiteY11" fmla="*/ 333765 h 502071"/>
                    <a:gd name="connsiteX12" fmla="*/ 158782 w 397287"/>
                    <a:gd name="connsiteY12" fmla="*/ 385200 h 502071"/>
                    <a:gd name="connsiteX13" fmla="*/ 21907 w 397287"/>
                    <a:gd name="connsiteY13" fmla="*/ 370341 h 502071"/>
                    <a:gd name="connsiteX14" fmla="*/ 0 w 397287"/>
                    <a:gd name="connsiteY14" fmla="*/ 423109 h 502071"/>
                    <a:gd name="connsiteX15" fmla="*/ 204406 w 397287"/>
                    <a:gd name="connsiteY15" fmla="*/ 434920 h 502071"/>
                    <a:gd name="connsiteX16" fmla="*/ 397288 w 397287"/>
                    <a:gd name="connsiteY16" fmla="*/ 502072 h 502071"/>
                    <a:gd name="connsiteX17" fmla="*/ 397288 w 397287"/>
                    <a:gd name="connsiteY17" fmla="*/ 444922 h 502071"/>
                    <a:gd name="connsiteX18" fmla="*/ 186880 w 397287"/>
                    <a:gd name="connsiteY18" fmla="*/ 184317 h 502071"/>
                    <a:gd name="connsiteX19" fmla="*/ 238506 w 397287"/>
                    <a:gd name="connsiteY19" fmla="*/ 78209 h 502071"/>
                    <a:gd name="connsiteX20" fmla="*/ 276320 w 397287"/>
                    <a:gd name="connsiteY20" fmla="*/ 57064 h 502071"/>
                    <a:gd name="connsiteX21" fmla="*/ 307562 w 397287"/>
                    <a:gd name="connsiteY21" fmla="*/ 97831 h 502071"/>
                    <a:gd name="connsiteX22" fmla="*/ 315944 w 397287"/>
                    <a:gd name="connsiteY22" fmla="*/ 210035 h 502071"/>
                    <a:gd name="connsiteX23" fmla="*/ 286321 w 397287"/>
                    <a:gd name="connsiteY23" fmla="*/ 298999 h 502071"/>
                    <a:gd name="connsiteX24" fmla="*/ 218504 w 397287"/>
                    <a:gd name="connsiteY24" fmla="*/ 363388 h 502071"/>
                    <a:gd name="connsiteX25" fmla="*/ 193738 w 397287"/>
                    <a:gd name="connsiteY25" fmla="*/ 322525 h 502071"/>
                    <a:gd name="connsiteX26" fmla="*/ 180308 w 397287"/>
                    <a:gd name="connsiteY26" fmla="*/ 278043 h 502071"/>
                    <a:gd name="connsiteX27" fmla="*/ 186880 w 397287"/>
                    <a:gd name="connsiteY27" fmla="*/ 184317 h 502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97287" h="502071">
                      <a:moveTo>
                        <a:pt x="397288" y="444922"/>
                      </a:moveTo>
                      <a:cubicBezTo>
                        <a:pt x="347853" y="444350"/>
                        <a:pt x="301657" y="430443"/>
                        <a:pt x="265557" y="406059"/>
                      </a:cubicBezTo>
                      <a:cubicBezTo>
                        <a:pt x="282130" y="395010"/>
                        <a:pt x="296704" y="382914"/>
                        <a:pt x="309467" y="368722"/>
                      </a:cubicBezTo>
                      <a:cubicBezTo>
                        <a:pt x="322135" y="354529"/>
                        <a:pt x="332804" y="339099"/>
                        <a:pt x="341376" y="322716"/>
                      </a:cubicBezTo>
                      <a:cubicBezTo>
                        <a:pt x="358521" y="290140"/>
                        <a:pt x="367379" y="252612"/>
                        <a:pt x="368808" y="213655"/>
                      </a:cubicBezTo>
                      <a:cubicBezTo>
                        <a:pt x="370046" y="180412"/>
                        <a:pt x="367379" y="151171"/>
                        <a:pt x="362712" y="125834"/>
                      </a:cubicBezTo>
                      <a:cubicBezTo>
                        <a:pt x="358045" y="100212"/>
                        <a:pt x="351472" y="78399"/>
                        <a:pt x="343757" y="60874"/>
                      </a:cubicBezTo>
                      <a:cubicBezTo>
                        <a:pt x="328327" y="25536"/>
                        <a:pt x="309372" y="5057"/>
                        <a:pt x="287750" y="1057"/>
                      </a:cubicBezTo>
                      <a:cubicBezTo>
                        <a:pt x="264319" y="-4087"/>
                        <a:pt x="238792" y="9724"/>
                        <a:pt x="211646" y="38680"/>
                      </a:cubicBezTo>
                      <a:cubicBezTo>
                        <a:pt x="185071" y="67350"/>
                        <a:pt x="157639" y="111737"/>
                        <a:pt x="136684" y="167934"/>
                      </a:cubicBezTo>
                      <a:cubicBezTo>
                        <a:pt x="123063" y="204701"/>
                        <a:pt x="117062" y="242039"/>
                        <a:pt x="120396" y="278996"/>
                      </a:cubicBezTo>
                      <a:cubicBezTo>
                        <a:pt x="122110" y="297379"/>
                        <a:pt x="125921" y="316143"/>
                        <a:pt x="132397" y="333765"/>
                      </a:cubicBezTo>
                      <a:cubicBezTo>
                        <a:pt x="138874" y="351386"/>
                        <a:pt x="147638" y="368626"/>
                        <a:pt x="158782" y="385200"/>
                      </a:cubicBezTo>
                      <a:cubicBezTo>
                        <a:pt x="116300" y="393201"/>
                        <a:pt x="67723" y="389581"/>
                        <a:pt x="21907" y="370341"/>
                      </a:cubicBezTo>
                      <a:lnTo>
                        <a:pt x="0" y="423109"/>
                      </a:lnTo>
                      <a:cubicBezTo>
                        <a:pt x="69818" y="452160"/>
                        <a:pt x="144018" y="453970"/>
                        <a:pt x="204406" y="434920"/>
                      </a:cubicBezTo>
                      <a:cubicBezTo>
                        <a:pt x="252889" y="475878"/>
                        <a:pt x="322135" y="502072"/>
                        <a:pt x="397288" y="502072"/>
                      </a:cubicBezTo>
                      <a:lnTo>
                        <a:pt x="397288" y="444922"/>
                      </a:lnTo>
                      <a:close/>
                      <a:moveTo>
                        <a:pt x="186880" y="184317"/>
                      </a:moveTo>
                      <a:cubicBezTo>
                        <a:pt x="204692" y="124405"/>
                        <a:pt x="225361" y="93735"/>
                        <a:pt x="238506" y="78209"/>
                      </a:cubicBezTo>
                      <a:cubicBezTo>
                        <a:pt x="252222" y="62016"/>
                        <a:pt x="265176" y="54492"/>
                        <a:pt x="276320" y="57064"/>
                      </a:cubicBezTo>
                      <a:cubicBezTo>
                        <a:pt x="287750" y="58778"/>
                        <a:pt x="299180" y="73066"/>
                        <a:pt x="307562" y="97831"/>
                      </a:cubicBezTo>
                      <a:cubicBezTo>
                        <a:pt x="315754" y="122786"/>
                        <a:pt x="321183" y="160219"/>
                        <a:pt x="315944" y="210035"/>
                      </a:cubicBezTo>
                      <a:cubicBezTo>
                        <a:pt x="312515" y="242515"/>
                        <a:pt x="302705" y="272709"/>
                        <a:pt x="286321" y="298999"/>
                      </a:cubicBezTo>
                      <a:cubicBezTo>
                        <a:pt x="269938" y="325668"/>
                        <a:pt x="246983" y="347290"/>
                        <a:pt x="218504" y="363388"/>
                      </a:cubicBezTo>
                      <a:cubicBezTo>
                        <a:pt x="208312" y="350815"/>
                        <a:pt x="200120" y="336717"/>
                        <a:pt x="193738" y="322525"/>
                      </a:cubicBezTo>
                      <a:cubicBezTo>
                        <a:pt x="187357" y="308238"/>
                        <a:pt x="182785" y="293569"/>
                        <a:pt x="180308" y="278043"/>
                      </a:cubicBezTo>
                      <a:cubicBezTo>
                        <a:pt x="175165" y="247278"/>
                        <a:pt x="177736" y="215655"/>
                        <a:pt x="186880" y="184317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899" name="Forme libre : forme 898">
                  <a:extLst>
                    <a:ext uri="{FF2B5EF4-FFF2-40B4-BE49-F238E27FC236}">
                      <a16:creationId xmlns:a16="http://schemas.microsoft.com/office/drawing/2014/main" id="{C406FAFF-DD45-4E73-81D5-7C4E6D8D6895}"/>
                    </a:ext>
                  </a:extLst>
                </p:cNvPr>
                <p:cNvSpPr/>
                <p:nvPr/>
              </p:nvSpPr>
              <p:spPr>
                <a:xfrm>
                  <a:off x="10062609" y="4294732"/>
                  <a:ext cx="239094" cy="216035"/>
                </a:xfrm>
                <a:custGeom>
                  <a:avLst/>
                  <a:gdLst>
                    <a:gd name="connsiteX0" fmla="*/ 73723 w 239094"/>
                    <a:gd name="connsiteY0" fmla="*/ 65064 h 216035"/>
                    <a:gd name="connsiteX1" fmla="*/ 114490 w 239094"/>
                    <a:gd name="connsiteY1" fmla="*/ 33822 h 216035"/>
                    <a:gd name="connsiteX2" fmla="*/ 152781 w 239094"/>
                    <a:gd name="connsiteY2" fmla="*/ 28107 h 216035"/>
                    <a:gd name="connsiteX3" fmla="*/ 182785 w 239094"/>
                    <a:gd name="connsiteY3" fmla="*/ 44681 h 216035"/>
                    <a:gd name="connsiteX4" fmla="*/ 208693 w 239094"/>
                    <a:gd name="connsiteY4" fmla="*/ 81638 h 216035"/>
                    <a:gd name="connsiteX5" fmla="*/ 228790 w 239094"/>
                    <a:gd name="connsiteY5" fmla="*/ 138788 h 216035"/>
                    <a:gd name="connsiteX6" fmla="*/ 238601 w 239094"/>
                    <a:gd name="connsiteY6" fmla="*/ 216036 h 216035"/>
                    <a:gd name="connsiteX7" fmla="*/ 238792 w 239094"/>
                    <a:gd name="connsiteY7" fmla="*/ 213655 h 216035"/>
                    <a:gd name="connsiteX8" fmla="*/ 232696 w 239094"/>
                    <a:gd name="connsiteY8" fmla="*/ 125834 h 216035"/>
                    <a:gd name="connsiteX9" fmla="*/ 213741 w 239094"/>
                    <a:gd name="connsiteY9" fmla="*/ 60873 h 216035"/>
                    <a:gd name="connsiteX10" fmla="*/ 157734 w 239094"/>
                    <a:gd name="connsiteY10" fmla="*/ 1056 h 216035"/>
                    <a:gd name="connsiteX11" fmla="*/ 81629 w 239094"/>
                    <a:gd name="connsiteY11" fmla="*/ 38680 h 216035"/>
                    <a:gd name="connsiteX12" fmla="*/ 6668 w 239094"/>
                    <a:gd name="connsiteY12" fmla="*/ 167935 h 216035"/>
                    <a:gd name="connsiteX13" fmla="*/ 0 w 239094"/>
                    <a:gd name="connsiteY13" fmla="*/ 188223 h 216035"/>
                    <a:gd name="connsiteX14" fmla="*/ 73723 w 239094"/>
                    <a:gd name="connsiteY14" fmla="*/ 65064 h 216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39094" h="216035">
                      <a:moveTo>
                        <a:pt x="73723" y="65064"/>
                      </a:moveTo>
                      <a:cubicBezTo>
                        <a:pt x="87535" y="50968"/>
                        <a:pt x="101441" y="39728"/>
                        <a:pt x="114490" y="33822"/>
                      </a:cubicBezTo>
                      <a:cubicBezTo>
                        <a:pt x="127635" y="27727"/>
                        <a:pt x="140494" y="25155"/>
                        <a:pt x="152781" y="28107"/>
                      </a:cubicBezTo>
                      <a:cubicBezTo>
                        <a:pt x="163544" y="29727"/>
                        <a:pt x="173355" y="35918"/>
                        <a:pt x="182785" y="44681"/>
                      </a:cubicBezTo>
                      <a:cubicBezTo>
                        <a:pt x="192214" y="53254"/>
                        <a:pt x="200787" y="66207"/>
                        <a:pt x="208693" y="81638"/>
                      </a:cubicBezTo>
                      <a:cubicBezTo>
                        <a:pt x="216503" y="97069"/>
                        <a:pt x="223456" y="116214"/>
                        <a:pt x="228790" y="138788"/>
                      </a:cubicBezTo>
                      <a:cubicBezTo>
                        <a:pt x="234125" y="161362"/>
                        <a:pt x="237839" y="186794"/>
                        <a:pt x="238601" y="216036"/>
                      </a:cubicBezTo>
                      <a:lnTo>
                        <a:pt x="238792" y="213655"/>
                      </a:lnTo>
                      <a:cubicBezTo>
                        <a:pt x="240030" y="180412"/>
                        <a:pt x="237363" y="151171"/>
                        <a:pt x="232696" y="125834"/>
                      </a:cubicBezTo>
                      <a:cubicBezTo>
                        <a:pt x="228029" y="100212"/>
                        <a:pt x="221456" y="78399"/>
                        <a:pt x="213741" y="60873"/>
                      </a:cubicBezTo>
                      <a:cubicBezTo>
                        <a:pt x="198311" y="25536"/>
                        <a:pt x="179356" y="5057"/>
                        <a:pt x="157734" y="1056"/>
                      </a:cubicBezTo>
                      <a:cubicBezTo>
                        <a:pt x="134303" y="-4087"/>
                        <a:pt x="108776" y="9724"/>
                        <a:pt x="81629" y="38680"/>
                      </a:cubicBezTo>
                      <a:cubicBezTo>
                        <a:pt x="55054" y="67351"/>
                        <a:pt x="27622" y="111737"/>
                        <a:pt x="6668" y="167935"/>
                      </a:cubicBezTo>
                      <a:cubicBezTo>
                        <a:pt x="4191" y="174697"/>
                        <a:pt x="2000" y="181460"/>
                        <a:pt x="0" y="188223"/>
                      </a:cubicBezTo>
                      <a:cubicBezTo>
                        <a:pt x="20764" y="134597"/>
                        <a:pt x="47530" y="92401"/>
                        <a:pt x="73723" y="65064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00" name="Forme libre : forme 899">
                  <a:extLst>
                    <a:ext uri="{FF2B5EF4-FFF2-40B4-BE49-F238E27FC236}">
                      <a16:creationId xmlns:a16="http://schemas.microsoft.com/office/drawing/2014/main" id="{967BB06E-2239-47F4-8656-527D00EC1FFC}"/>
                    </a:ext>
                  </a:extLst>
                </p:cNvPr>
                <p:cNvSpPr/>
                <p:nvPr/>
              </p:nvSpPr>
              <p:spPr>
                <a:xfrm>
                  <a:off x="10021461" y="4598684"/>
                  <a:ext cx="247554" cy="136006"/>
                </a:xfrm>
                <a:custGeom>
                  <a:avLst/>
                  <a:gdLst>
                    <a:gd name="connsiteX0" fmla="*/ 0 w 247554"/>
                    <a:gd name="connsiteY0" fmla="*/ 135446 h 136006"/>
                    <a:gd name="connsiteX1" fmla="*/ 8192 w 247554"/>
                    <a:gd name="connsiteY1" fmla="*/ 135922 h 136006"/>
                    <a:gd name="connsiteX2" fmla="*/ 30480 w 247554"/>
                    <a:gd name="connsiteY2" fmla="*/ 135731 h 136006"/>
                    <a:gd name="connsiteX3" fmla="*/ 63246 w 247554"/>
                    <a:gd name="connsiteY3" fmla="*/ 132779 h 136006"/>
                    <a:gd name="connsiteX4" fmla="*/ 102775 w 247554"/>
                    <a:gd name="connsiteY4" fmla="*/ 124015 h 136006"/>
                    <a:gd name="connsiteX5" fmla="*/ 144971 w 247554"/>
                    <a:gd name="connsiteY5" fmla="*/ 107537 h 136006"/>
                    <a:gd name="connsiteX6" fmla="*/ 165735 w 247554"/>
                    <a:gd name="connsiteY6" fmla="*/ 96202 h 136006"/>
                    <a:gd name="connsiteX7" fmla="*/ 185642 w 247554"/>
                    <a:gd name="connsiteY7" fmla="*/ 82010 h 136006"/>
                    <a:gd name="connsiteX8" fmla="*/ 220885 w 247554"/>
                    <a:gd name="connsiteY8" fmla="*/ 46482 h 136006"/>
                    <a:gd name="connsiteX9" fmla="*/ 247555 w 247554"/>
                    <a:gd name="connsiteY9" fmla="*/ 0 h 136006"/>
                    <a:gd name="connsiteX10" fmla="*/ 236125 w 247554"/>
                    <a:gd name="connsiteY10" fmla="*/ 19145 h 136006"/>
                    <a:gd name="connsiteX11" fmla="*/ 196977 w 247554"/>
                    <a:gd name="connsiteY11" fmla="*/ 63722 h 136006"/>
                    <a:gd name="connsiteX12" fmla="*/ 164021 w 247554"/>
                    <a:gd name="connsiteY12" fmla="*/ 89059 h 136006"/>
                    <a:gd name="connsiteX13" fmla="*/ 120682 w 247554"/>
                    <a:gd name="connsiteY13" fmla="*/ 111728 h 136006"/>
                    <a:gd name="connsiteX14" fmla="*/ 66104 w 247554"/>
                    <a:gd name="connsiteY14" fmla="*/ 128588 h 136006"/>
                    <a:gd name="connsiteX15" fmla="*/ 0 w 247554"/>
                    <a:gd name="connsiteY15" fmla="*/ 135446 h 136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47554" h="136006">
                      <a:moveTo>
                        <a:pt x="0" y="135446"/>
                      </a:moveTo>
                      <a:cubicBezTo>
                        <a:pt x="0" y="135446"/>
                        <a:pt x="2858" y="135922"/>
                        <a:pt x="8192" y="135922"/>
                      </a:cubicBezTo>
                      <a:cubicBezTo>
                        <a:pt x="13430" y="136017"/>
                        <a:pt x="21146" y="136112"/>
                        <a:pt x="30480" y="135731"/>
                      </a:cubicBezTo>
                      <a:cubicBezTo>
                        <a:pt x="39910" y="135255"/>
                        <a:pt x="50959" y="134779"/>
                        <a:pt x="63246" y="132779"/>
                      </a:cubicBezTo>
                      <a:cubicBezTo>
                        <a:pt x="75533" y="130778"/>
                        <a:pt x="88963" y="127921"/>
                        <a:pt x="102775" y="124015"/>
                      </a:cubicBezTo>
                      <a:cubicBezTo>
                        <a:pt x="116586" y="120205"/>
                        <a:pt x="130969" y="114300"/>
                        <a:pt x="144971" y="107537"/>
                      </a:cubicBezTo>
                      <a:cubicBezTo>
                        <a:pt x="152019" y="104108"/>
                        <a:pt x="158877" y="100393"/>
                        <a:pt x="165735" y="96202"/>
                      </a:cubicBezTo>
                      <a:cubicBezTo>
                        <a:pt x="172593" y="91821"/>
                        <a:pt x="179261" y="87058"/>
                        <a:pt x="185642" y="82010"/>
                      </a:cubicBezTo>
                      <a:cubicBezTo>
                        <a:pt x="198501" y="71723"/>
                        <a:pt x="210407" y="60198"/>
                        <a:pt x="220885" y="46482"/>
                      </a:cubicBezTo>
                      <a:cubicBezTo>
                        <a:pt x="231362" y="32671"/>
                        <a:pt x="240411" y="17240"/>
                        <a:pt x="247555" y="0"/>
                      </a:cubicBezTo>
                      <a:cubicBezTo>
                        <a:pt x="247555" y="0"/>
                        <a:pt x="244126" y="7429"/>
                        <a:pt x="236125" y="19145"/>
                      </a:cubicBezTo>
                      <a:cubicBezTo>
                        <a:pt x="228124" y="30956"/>
                        <a:pt x="215646" y="47149"/>
                        <a:pt x="196977" y="63722"/>
                      </a:cubicBezTo>
                      <a:cubicBezTo>
                        <a:pt x="187643" y="72009"/>
                        <a:pt x="176689" y="80772"/>
                        <a:pt x="164021" y="89059"/>
                      </a:cubicBezTo>
                      <a:cubicBezTo>
                        <a:pt x="151448" y="96964"/>
                        <a:pt x="137065" y="104680"/>
                        <a:pt x="120682" y="111728"/>
                      </a:cubicBezTo>
                      <a:cubicBezTo>
                        <a:pt x="104394" y="118777"/>
                        <a:pt x="86296" y="124015"/>
                        <a:pt x="66104" y="128588"/>
                      </a:cubicBezTo>
                      <a:cubicBezTo>
                        <a:pt x="45911" y="132683"/>
                        <a:pt x="23908" y="134969"/>
                        <a:pt x="0" y="1354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01" name="Forme libre : forme 900">
                  <a:extLst>
                    <a:ext uri="{FF2B5EF4-FFF2-40B4-BE49-F238E27FC236}">
                      <a16:creationId xmlns:a16="http://schemas.microsoft.com/office/drawing/2014/main" id="{1072B044-8265-4474-97C2-52D6DEE91C8E}"/>
                    </a:ext>
                  </a:extLst>
                </p:cNvPr>
                <p:cNvSpPr/>
                <p:nvPr/>
              </p:nvSpPr>
              <p:spPr>
                <a:xfrm>
                  <a:off x="10086584" y="4443140"/>
                  <a:ext cx="64607" cy="236505"/>
                </a:xfrm>
                <a:custGeom>
                  <a:avLst/>
                  <a:gdLst>
                    <a:gd name="connsiteX0" fmla="*/ 4791 w 64607"/>
                    <a:gd name="connsiteY0" fmla="*/ 236506 h 236505"/>
                    <a:gd name="connsiteX1" fmla="*/ 28317 w 64607"/>
                    <a:gd name="connsiteY1" fmla="*/ 230600 h 236505"/>
                    <a:gd name="connsiteX2" fmla="*/ 64608 w 64607"/>
                    <a:gd name="connsiteY2" fmla="*/ 214789 h 236505"/>
                    <a:gd name="connsiteX3" fmla="*/ 52511 w 64607"/>
                    <a:gd name="connsiteY3" fmla="*/ 198787 h 236505"/>
                    <a:gd name="connsiteX4" fmla="*/ 31365 w 64607"/>
                    <a:gd name="connsiteY4" fmla="*/ 153829 h 236505"/>
                    <a:gd name="connsiteX5" fmla="*/ 23460 w 64607"/>
                    <a:gd name="connsiteY5" fmla="*/ 85344 h 236505"/>
                    <a:gd name="connsiteX6" fmla="*/ 45081 w 64607"/>
                    <a:gd name="connsiteY6" fmla="*/ 0 h 236505"/>
                    <a:gd name="connsiteX7" fmla="*/ 15459 w 64607"/>
                    <a:gd name="connsiteY7" fmla="*/ 57817 h 236505"/>
                    <a:gd name="connsiteX8" fmla="*/ 11649 w 64607"/>
                    <a:gd name="connsiteY8" fmla="*/ 202883 h 236505"/>
                    <a:gd name="connsiteX9" fmla="*/ 10791 w 64607"/>
                    <a:gd name="connsiteY9" fmla="*/ 226409 h 236505"/>
                    <a:gd name="connsiteX10" fmla="*/ 4791 w 64607"/>
                    <a:gd name="connsiteY10" fmla="*/ 236506 h 23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4607" h="236505">
                      <a:moveTo>
                        <a:pt x="4791" y="236506"/>
                      </a:moveTo>
                      <a:cubicBezTo>
                        <a:pt x="4791" y="236506"/>
                        <a:pt x="15554" y="234315"/>
                        <a:pt x="28317" y="230600"/>
                      </a:cubicBezTo>
                      <a:cubicBezTo>
                        <a:pt x="41176" y="226695"/>
                        <a:pt x="55845" y="221552"/>
                        <a:pt x="64608" y="214789"/>
                      </a:cubicBezTo>
                      <a:cubicBezTo>
                        <a:pt x="64608" y="214789"/>
                        <a:pt x="59274" y="209455"/>
                        <a:pt x="52511" y="198787"/>
                      </a:cubicBezTo>
                      <a:cubicBezTo>
                        <a:pt x="45653" y="188214"/>
                        <a:pt x="37366" y="172974"/>
                        <a:pt x="31365" y="153829"/>
                      </a:cubicBezTo>
                      <a:cubicBezTo>
                        <a:pt x="25365" y="134684"/>
                        <a:pt x="21840" y="111157"/>
                        <a:pt x="23460" y="85344"/>
                      </a:cubicBezTo>
                      <a:cubicBezTo>
                        <a:pt x="24984" y="59436"/>
                        <a:pt x="31842" y="30766"/>
                        <a:pt x="45081" y="0"/>
                      </a:cubicBezTo>
                      <a:cubicBezTo>
                        <a:pt x="45081" y="0"/>
                        <a:pt x="29175" y="21908"/>
                        <a:pt x="15459" y="57817"/>
                      </a:cubicBezTo>
                      <a:cubicBezTo>
                        <a:pt x="2219" y="93821"/>
                        <a:pt x="-9592" y="143637"/>
                        <a:pt x="11649" y="202883"/>
                      </a:cubicBezTo>
                      <a:cubicBezTo>
                        <a:pt x="14887" y="211836"/>
                        <a:pt x="13363" y="220123"/>
                        <a:pt x="10791" y="226409"/>
                      </a:cubicBezTo>
                      <a:cubicBezTo>
                        <a:pt x="8220" y="232505"/>
                        <a:pt x="4791" y="236506"/>
                        <a:pt x="4791" y="236506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02" name="Forme libre : forme 901">
                  <a:extLst>
                    <a:ext uri="{FF2B5EF4-FFF2-40B4-BE49-F238E27FC236}">
                      <a16:creationId xmlns:a16="http://schemas.microsoft.com/office/drawing/2014/main" id="{B0270163-9C77-44D2-AD91-E1CD39B4C67A}"/>
                    </a:ext>
                  </a:extLst>
                </p:cNvPr>
                <p:cNvSpPr/>
                <p:nvPr/>
              </p:nvSpPr>
              <p:spPr>
                <a:xfrm>
                  <a:off x="10180338" y="4700601"/>
                  <a:ext cx="120110" cy="37690"/>
                </a:xfrm>
                <a:custGeom>
                  <a:avLst/>
                  <a:gdLst>
                    <a:gd name="connsiteX0" fmla="*/ 17907 w 120110"/>
                    <a:gd name="connsiteY0" fmla="*/ 0 h 37690"/>
                    <a:gd name="connsiteX1" fmla="*/ 0 w 120110"/>
                    <a:gd name="connsiteY1" fmla="*/ 11716 h 37690"/>
                    <a:gd name="connsiteX2" fmla="*/ 8763 w 120110"/>
                    <a:gd name="connsiteY2" fmla="*/ 16288 h 37690"/>
                    <a:gd name="connsiteX3" fmla="*/ 33623 w 120110"/>
                    <a:gd name="connsiteY3" fmla="*/ 26194 h 37690"/>
                    <a:gd name="connsiteX4" fmla="*/ 51244 w 120110"/>
                    <a:gd name="connsiteY4" fmla="*/ 31433 h 37690"/>
                    <a:gd name="connsiteX5" fmla="*/ 71914 w 120110"/>
                    <a:gd name="connsiteY5" fmla="*/ 35243 h 37690"/>
                    <a:gd name="connsiteX6" fmla="*/ 120110 w 120110"/>
                    <a:gd name="connsiteY6" fmla="*/ 36862 h 37690"/>
                    <a:gd name="connsiteX7" fmla="*/ 111157 w 120110"/>
                    <a:gd name="connsiteY7" fmla="*/ 35814 h 37690"/>
                    <a:gd name="connsiteX8" fmla="*/ 87630 w 120110"/>
                    <a:gd name="connsiteY8" fmla="*/ 30956 h 37690"/>
                    <a:gd name="connsiteX9" fmla="*/ 54673 w 120110"/>
                    <a:gd name="connsiteY9" fmla="*/ 19907 h 37690"/>
                    <a:gd name="connsiteX10" fmla="*/ 17907 w 120110"/>
                    <a:gd name="connsiteY10" fmla="*/ 0 h 37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0110" h="37690">
                      <a:moveTo>
                        <a:pt x="17907" y="0"/>
                      </a:moveTo>
                      <a:cubicBezTo>
                        <a:pt x="17907" y="0"/>
                        <a:pt x="9144" y="7239"/>
                        <a:pt x="0" y="11716"/>
                      </a:cubicBezTo>
                      <a:cubicBezTo>
                        <a:pt x="0" y="11716"/>
                        <a:pt x="3048" y="13716"/>
                        <a:pt x="8763" y="16288"/>
                      </a:cubicBezTo>
                      <a:cubicBezTo>
                        <a:pt x="14478" y="18955"/>
                        <a:pt x="22955" y="22574"/>
                        <a:pt x="33623" y="26194"/>
                      </a:cubicBezTo>
                      <a:cubicBezTo>
                        <a:pt x="38957" y="28004"/>
                        <a:pt x="44863" y="29909"/>
                        <a:pt x="51244" y="31433"/>
                      </a:cubicBezTo>
                      <a:cubicBezTo>
                        <a:pt x="57626" y="32861"/>
                        <a:pt x="64579" y="34195"/>
                        <a:pt x="71914" y="35243"/>
                      </a:cubicBezTo>
                      <a:cubicBezTo>
                        <a:pt x="86582" y="37433"/>
                        <a:pt x="102870" y="38576"/>
                        <a:pt x="120110" y="36862"/>
                      </a:cubicBezTo>
                      <a:cubicBezTo>
                        <a:pt x="120110" y="36862"/>
                        <a:pt x="116872" y="36671"/>
                        <a:pt x="111157" y="35814"/>
                      </a:cubicBezTo>
                      <a:cubicBezTo>
                        <a:pt x="105442" y="35052"/>
                        <a:pt x="97346" y="33719"/>
                        <a:pt x="87630" y="30956"/>
                      </a:cubicBezTo>
                      <a:cubicBezTo>
                        <a:pt x="77914" y="28289"/>
                        <a:pt x="66580" y="24670"/>
                        <a:pt x="54673" y="19907"/>
                      </a:cubicBezTo>
                      <a:cubicBezTo>
                        <a:pt x="42767" y="14859"/>
                        <a:pt x="30194" y="8001"/>
                        <a:pt x="17907" y="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903" name="Graphique 15">
                  <a:extLst>
                    <a:ext uri="{FF2B5EF4-FFF2-40B4-BE49-F238E27FC236}">
                      <a16:creationId xmlns:a16="http://schemas.microsoft.com/office/drawing/2014/main" id="{1EBA0B43-F0C3-43CE-BF2A-6052A846D162}"/>
                    </a:ext>
                  </a:extLst>
                </p:cNvPr>
                <p:cNvGrpSpPr/>
                <p:nvPr/>
              </p:nvGrpSpPr>
              <p:grpSpPr>
                <a:xfrm>
                  <a:off x="10178346" y="4597900"/>
                  <a:ext cx="73859" cy="99024"/>
                  <a:chOff x="10178346" y="4597900"/>
                  <a:chExt cx="73859" cy="99024"/>
                </a:xfrm>
                <a:solidFill>
                  <a:schemeClr val="accent1"/>
                </a:solidFill>
              </p:grpSpPr>
              <p:grpSp>
                <p:nvGrpSpPr>
                  <p:cNvPr id="904" name="Graphique 15">
                    <a:extLst>
                      <a:ext uri="{FF2B5EF4-FFF2-40B4-BE49-F238E27FC236}">
                        <a16:creationId xmlns:a16="http://schemas.microsoft.com/office/drawing/2014/main" id="{723D4ADE-DC9E-4FC5-B679-16253844DC25}"/>
                      </a:ext>
                    </a:extLst>
                  </p:cNvPr>
                  <p:cNvGrpSpPr/>
                  <p:nvPr/>
                </p:nvGrpSpPr>
                <p:grpSpPr>
                  <a:xfrm>
                    <a:off x="10211533" y="4661170"/>
                    <a:ext cx="40672" cy="35755"/>
                    <a:chOff x="10211533" y="4661170"/>
                    <a:chExt cx="40672" cy="35755"/>
                  </a:xfrm>
                  <a:solidFill>
                    <a:schemeClr val="accent1"/>
                  </a:solidFill>
                </p:grpSpPr>
                <p:sp>
                  <p:nvSpPr>
                    <p:cNvPr id="905" name="Forme libre : forme 904">
                      <a:extLst>
                        <a:ext uri="{FF2B5EF4-FFF2-40B4-BE49-F238E27FC236}">
                          <a16:creationId xmlns:a16="http://schemas.microsoft.com/office/drawing/2014/main" id="{C20CD1A9-8CD5-4C8A-8AB9-13289A8836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11533" y="4661170"/>
                      <a:ext cx="40577" cy="35755"/>
                    </a:xfrm>
                    <a:custGeom>
                      <a:avLst/>
                      <a:gdLst>
                        <a:gd name="connsiteX0" fmla="*/ 142 w 40577"/>
                        <a:gd name="connsiteY0" fmla="*/ 15333 h 35755"/>
                        <a:gd name="connsiteX1" fmla="*/ 22145 w 40577"/>
                        <a:gd name="connsiteY1" fmla="*/ 188 h 35755"/>
                        <a:gd name="connsiteX2" fmla="*/ 40528 w 40577"/>
                        <a:gd name="connsiteY2" fmla="*/ 19619 h 35755"/>
                        <a:gd name="connsiteX3" fmla="*/ 18430 w 40577"/>
                        <a:gd name="connsiteY3" fmla="*/ 35621 h 35755"/>
                        <a:gd name="connsiteX4" fmla="*/ 142 w 40577"/>
                        <a:gd name="connsiteY4" fmla="*/ 15333 h 35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577" h="35755">
                          <a:moveTo>
                            <a:pt x="142" y="15333"/>
                          </a:moveTo>
                          <a:cubicBezTo>
                            <a:pt x="1476" y="5618"/>
                            <a:pt x="11287" y="-1240"/>
                            <a:pt x="22145" y="188"/>
                          </a:cubicBezTo>
                          <a:cubicBezTo>
                            <a:pt x="33004" y="1331"/>
                            <a:pt x="41290" y="9809"/>
                            <a:pt x="40528" y="19619"/>
                          </a:cubicBezTo>
                          <a:cubicBezTo>
                            <a:pt x="39766" y="29335"/>
                            <a:pt x="29860" y="36860"/>
                            <a:pt x="18430" y="35621"/>
                          </a:cubicBezTo>
                          <a:cubicBezTo>
                            <a:pt x="7000" y="34193"/>
                            <a:pt x="-1191" y="25049"/>
                            <a:pt x="142" y="1533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06" name="Forme libre : forme 905">
                      <a:extLst>
                        <a:ext uri="{FF2B5EF4-FFF2-40B4-BE49-F238E27FC236}">
                          <a16:creationId xmlns:a16="http://schemas.microsoft.com/office/drawing/2014/main" id="{F2FECC49-4486-4CE0-A5FA-81ABE3D93B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11655" y="4661190"/>
                      <a:ext cx="40550" cy="28171"/>
                    </a:xfrm>
                    <a:custGeom>
                      <a:avLst/>
                      <a:gdLst>
                        <a:gd name="connsiteX0" fmla="*/ 20118 w 40550"/>
                        <a:gd name="connsiteY0" fmla="*/ 17408 h 28171"/>
                        <a:gd name="connsiteX1" fmla="*/ 36978 w 40550"/>
                        <a:gd name="connsiteY1" fmla="*/ 28171 h 28171"/>
                        <a:gd name="connsiteX2" fmla="*/ 40502 w 40550"/>
                        <a:gd name="connsiteY2" fmla="*/ 19599 h 28171"/>
                        <a:gd name="connsiteX3" fmla="*/ 22119 w 40550"/>
                        <a:gd name="connsiteY3" fmla="*/ 168 h 28171"/>
                        <a:gd name="connsiteX4" fmla="*/ 116 w 40550"/>
                        <a:gd name="connsiteY4" fmla="*/ 15312 h 28171"/>
                        <a:gd name="connsiteX5" fmla="*/ 1640 w 40550"/>
                        <a:gd name="connsiteY5" fmla="*/ 24171 h 28171"/>
                        <a:gd name="connsiteX6" fmla="*/ 20118 w 40550"/>
                        <a:gd name="connsiteY6" fmla="*/ 17408 h 28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550" h="28171">
                          <a:moveTo>
                            <a:pt x="20118" y="17408"/>
                          </a:moveTo>
                          <a:cubicBezTo>
                            <a:pt x="27738" y="18360"/>
                            <a:pt x="33930" y="22361"/>
                            <a:pt x="36978" y="28171"/>
                          </a:cubicBezTo>
                          <a:cubicBezTo>
                            <a:pt x="38883" y="25695"/>
                            <a:pt x="40216" y="22837"/>
                            <a:pt x="40502" y="19599"/>
                          </a:cubicBezTo>
                          <a:cubicBezTo>
                            <a:pt x="41264" y="9693"/>
                            <a:pt x="33072" y="1311"/>
                            <a:pt x="22119" y="168"/>
                          </a:cubicBezTo>
                          <a:cubicBezTo>
                            <a:pt x="11260" y="-1166"/>
                            <a:pt x="1354" y="5597"/>
                            <a:pt x="116" y="15312"/>
                          </a:cubicBezTo>
                          <a:cubicBezTo>
                            <a:pt x="-265" y="18456"/>
                            <a:pt x="306" y="21409"/>
                            <a:pt x="1640" y="24171"/>
                          </a:cubicBezTo>
                          <a:cubicBezTo>
                            <a:pt x="5736" y="19313"/>
                            <a:pt x="12594" y="16455"/>
                            <a:pt x="20118" y="1740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07" name="Forme libre : forme 906">
                      <a:extLst>
                        <a:ext uri="{FF2B5EF4-FFF2-40B4-BE49-F238E27FC236}">
                          <a16:creationId xmlns:a16="http://schemas.microsoft.com/office/drawing/2014/main" id="{EA9C9193-A6C0-4AAF-B075-C406ACEE59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15066" y="4672478"/>
                      <a:ext cx="17347" cy="16949"/>
                    </a:xfrm>
                    <a:custGeom>
                      <a:avLst/>
                      <a:gdLst>
                        <a:gd name="connsiteX0" fmla="*/ 706 w 17347"/>
                        <a:gd name="connsiteY0" fmla="*/ 10788 h 16949"/>
                        <a:gd name="connsiteX1" fmla="*/ 5277 w 17347"/>
                        <a:gd name="connsiteY1" fmla="*/ 311 h 16949"/>
                        <a:gd name="connsiteX2" fmla="*/ 16612 w 17347"/>
                        <a:gd name="connsiteY2" fmla="*/ 6121 h 16949"/>
                        <a:gd name="connsiteX3" fmla="*/ 12135 w 17347"/>
                        <a:gd name="connsiteY3" fmla="*/ 16598 h 16949"/>
                        <a:gd name="connsiteX4" fmla="*/ 706 w 17347"/>
                        <a:gd name="connsiteY4" fmla="*/ 10788 h 16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47" h="16949">
                          <a:moveTo>
                            <a:pt x="706" y="10788"/>
                          </a:moveTo>
                          <a:cubicBezTo>
                            <a:pt x="-1200" y="6311"/>
                            <a:pt x="896" y="1644"/>
                            <a:pt x="5277" y="311"/>
                          </a:cubicBezTo>
                          <a:cubicBezTo>
                            <a:pt x="9659" y="-928"/>
                            <a:pt x="14612" y="1644"/>
                            <a:pt x="16612" y="6121"/>
                          </a:cubicBezTo>
                          <a:cubicBezTo>
                            <a:pt x="18517" y="10597"/>
                            <a:pt x="16612" y="15360"/>
                            <a:pt x="12135" y="16598"/>
                          </a:cubicBezTo>
                          <a:cubicBezTo>
                            <a:pt x="7754" y="17932"/>
                            <a:pt x="2610" y="15360"/>
                            <a:pt x="706" y="107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08" name="Forme libre : forme 907">
                      <a:extLst>
                        <a:ext uri="{FF2B5EF4-FFF2-40B4-BE49-F238E27FC236}">
                          <a16:creationId xmlns:a16="http://schemas.microsoft.com/office/drawing/2014/main" id="{93746B20-863D-4B04-AF9E-21C97CBCFF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25945" y="4683603"/>
                      <a:ext cx="6702" cy="5898"/>
                    </a:xfrm>
                    <a:custGeom>
                      <a:avLst/>
                      <a:gdLst>
                        <a:gd name="connsiteX0" fmla="*/ 18 w 6702"/>
                        <a:gd name="connsiteY0" fmla="*/ 2520 h 5898"/>
                        <a:gd name="connsiteX1" fmla="*/ 3638 w 6702"/>
                        <a:gd name="connsiteY1" fmla="*/ 44 h 5898"/>
                        <a:gd name="connsiteX2" fmla="*/ 6686 w 6702"/>
                        <a:gd name="connsiteY2" fmla="*/ 3378 h 5898"/>
                        <a:gd name="connsiteX3" fmla="*/ 3066 w 6702"/>
                        <a:gd name="connsiteY3" fmla="*/ 5854 h 5898"/>
                        <a:gd name="connsiteX4" fmla="*/ 18 w 6702"/>
                        <a:gd name="connsiteY4" fmla="*/ 2520 h 5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02" h="5898">
                          <a:moveTo>
                            <a:pt x="18" y="2520"/>
                          </a:moveTo>
                          <a:cubicBezTo>
                            <a:pt x="209" y="901"/>
                            <a:pt x="1828" y="-242"/>
                            <a:pt x="3638" y="44"/>
                          </a:cubicBezTo>
                          <a:cubicBezTo>
                            <a:pt x="5447" y="235"/>
                            <a:pt x="6876" y="1758"/>
                            <a:pt x="6686" y="3378"/>
                          </a:cubicBezTo>
                          <a:cubicBezTo>
                            <a:pt x="6495" y="4997"/>
                            <a:pt x="4876" y="6140"/>
                            <a:pt x="3066" y="5854"/>
                          </a:cubicBezTo>
                          <a:cubicBezTo>
                            <a:pt x="1161" y="5569"/>
                            <a:pt x="-172" y="4140"/>
                            <a:pt x="18" y="25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09" name="Graphique 15">
                    <a:extLst>
                      <a:ext uri="{FF2B5EF4-FFF2-40B4-BE49-F238E27FC236}">
                        <a16:creationId xmlns:a16="http://schemas.microsoft.com/office/drawing/2014/main" id="{4D2BECCC-AFB6-45BB-8193-3951CF859B69}"/>
                      </a:ext>
                    </a:extLst>
                  </p:cNvPr>
                  <p:cNvGrpSpPr/>
                  <p:nvPr/>
                </p:nvGrpSpPr>
                <p:grpSpPr>
                  <a:xfrm>
                    <a:off x="10199983" y="4626922"/>
                    <a:ext cx="39284" cy="35672"/>
                    <a:chOff x="10199983" y="4626922"/>
                    <a:chExt cx="39284" cy="35672"/>
                  </a:xfrm>
                  <a:solidFill>
                    <a:schemeClr val="accent1"/>
                  </a:solidFill>
                </p:grpSpPr>
                <p:sp>
                  <p:nvSpPr>
                    <p:cNvPr id="910" name="Forme libre : forme 909">
                      <a:extLst>
                        <a:ext uri="{FF2B5EF4-FFF2-40B4-BE49-F238E27FC236}">
                          <a16:creationId xmlns:a16="http://schemas.microsoft.com/office/drawing/2014/main" id="{2B7260D1-DEDC-4D09-B4EF-500AC42E1D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0055" y="4626922"/>
                      <a:ext cx="39212" cy="35672"/>
                    </a:xfrm>
                    <a:custGeom>
                      <a:avLst/>
                      <a:gdLst>
                        <a:gd name="connsiteX0" fmla="*/ 190 w 39212"/>
                        <a:gd name="connsiteY0" fmla="*/ 15386 h 35672"/>
                        <a:gd name="connsiteX1" fmla="*/ 21812 w 39212"/>
                        <a:gd name="connsiteY1" fmla="*/ 146 h 35672"/>
                        <a:gd name="connsiteX2" fmla="*/ 39147 w 39212"/>
                        <a:gd name="connsiteY2" fmla="*/ 20244 h 35672"/>
                        <a:gd name="connsiteX3" fmla="*/ 17525 w 39212"/>
                        <a:gd name="connsiteY3" fmla="*/ 35484 h 35672"/>
                        <a:gd name="connsiteX4" fmla="*/ 190 w 39212"/>
                        <a:gd name="connsiteY4" fmla="*/ 15386 h 35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212" h="35672">
                          <a:moveTo>
                            <a:pt x="190" y="15386"/>
                          </a:moveTo>
                          <a:cubicBezTo>
                            <a:pt x="1619" y="5671"/>
                            <a:pt x="11334" y="-1092"/>
                            <a:pt x="21812" y="146"/>
                          </a:cubicBezTo>
                          <a:cubicBezTo>
                            <a:pt x="32289" y="1480"/>
                            <a:pt x="40005" y="10528"/>
                            <a:pt x="39147" y="20244"/>
                          </a:cubicBezTo>
                          <a:cubicBezTo>
                            <a:pt x="38195" y="30055"/>
                            <a:pt x="28479" y="36913"/>
                            <a:pt x="17525" y="35484"/>
                          </a:cubicBezTo>
                          <a:cubicBezTo>
                            <a:pt x="6477" y="34150"/>
                            <a:pt x="-1334" y="25102"/>
                            <a:pt x="190" y="153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11" name="Forme libre : forme 910">
                      <a:extLst>
                        <a:ext uri="{FF2B5EF4-FFF2-40B4-BE49-F238E27FC236}">
                          <a16:creationId xmlns:a16="http://schemas.microsoft.com/office/drawing/2014/main" id="{968691AC-D420-4F0A-8DE3-F452DEFE27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9983" y="4626996"/>
                      <a:ext cx="39203" cy="28742"/>
                    </a:xfrm>
                    <a:custGeom>
                      <a:avLst/>
                      <a:gdLst>
                        <a:gd name="connsiteX0" fmla="*/ 19598 w 39203"/>
                        <a:gd name="connsiteY0" fmla="*/ 17408 h 28742"/>
                        <a:gd name="connsiteX1" fmla="*/ 35600 w 39203"/>
                        <a:gd name="connsiteY1" fmla="*/ 28743 h 28742"/>
                        <a:gd name="connsiteX2" fmla="*/ 39124 w 39203"/>
                        <a:gd name="connsiteY2" fmla="*/ 20265 h 28742"/>
                        <a:gd name="connsiteX3" fmla="*/ 21789 w 39203"/>
                        <a:gd name="connsiteY3" fmla="*/ 168 h 28742"/>
                        <a:gd name="connsiteX4" fmla="*/ 167 w 39203"/>
                        <a:gd name="connsiteY4" fmla="*/ 15408 h 28742"/>
                        <a:gd name="connsiteX5" fmla="*/ 1501 w 39203"/>
                        <a:gd name="connsiteY5" fmla="*/ 24266 h 28742"/>
                        <a:gd name="connsiteX6" fmla="*/ 19598 w 39203"/>
                        <a:gd name="connsiteY6" fmla="*/ 17408 h 28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203" h="28742">
                          <a:moveTo>
                            <a:pt x="19598" y="17408"/>
                          </a:moveTo>
                          <a:cubicBezTo>
                            <a:pt x="26932" y="18360"/>
                            <a:pt x="32838" y="22837"/>
                            <a:pt x="35600" y="28743"/>
                          </a:cubicBezTo>
                          <a:cubicBezTo>
                            <a:pt x="37505" y="26361"/>
                            <a:pt x="38839" y="23504"/>
                            <a:pt x="39124" y="20265"/>
                          </a:cubicBezTo>
                          <a:cubicBezTo>
                            <a:pt x="40077" y="10550"/>
                            <a:pt x="32362" y="1501"/>
                            <a:pt x="21789" y="168"/>
                          </a:cubicBezTo>
                          <a:cubicBezTo>
                            <a:pt x="11311" y="-1166"/>
                            <a:pt x="1596" y="5597"/>
                            <a:pt x="167" y="15408"/>
                          </a:cubicBezTo>
                          <a:cubicBezTo>
                            <a:pt x="-309" y="18551"/>
                            <a:pt x="262" y="21504"/>
                            <a:pt x="1501" y="24266"/>
                          </a:cubicBezTo>
                          <a:cubicBezTo>
                            <a:pt x="5691" y="19218"/>
                            <a:pt x="12359" y="16455"/>
                            <a:pt x="19598" y="1740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12" name="Forme libre : forme 911">
                      <a:extLst>
                        <a:ext uri="{FF2B5EF4-FFF2-40B4-BE49-F238E27FC236}">
                          <a16:creationId xmlns:a16="http://schemas.microsoft.com/office/drawing/2014/main" id="{5F35DF82-5C04-482D-8BB5-36BB017FD1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3457" y="4638283"/>
                      <a:ext cx="16695" cy="16942"/>
                    </a:xfrm>
                    <a:custGeom>
                      <a:avLst/>
                      <a:gdLst>
                        <a:gd name="connsiteX0" fmla="*/ 599 w 16695"/>
                        <a:gd name="connsiteY0" fmla="*/ 10788 h 16942"/>
                        <a:gd name="connsiteX1" fmla="*/ 5266 w 16695"/>
                        <a:gd name="connsiteY1" fmla="*/ 311 h 16942"/>
                        <a:gd name="connsiteX2" fmla="*/ 16029 w 16695"/>
                        <a:gd name="connsiteY2" fmla="*/ 6121 h 16942"/>
                        <a:gd name="connsiteX3" fmla="*/ 11552 w 16695"/>
                        <a:gd name="connsiteY3" fmla="*/ 16598 h 16942"/>
                        <a:gd name="connsiteX4" fmla="*/ 599 w 16695"/>
                        <a:gd name="connsiteY4" fmla="*/ 10788 h 16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95" h="16942">
                          <a:moveTo>
                            <a:pt x="599" y="10788"/>
                          </a:moveTo>
                          <a:cubicBezTo>
                            <a:pt x="-1116" y="6311"/>
                            <a:pt x="980" y="1644"/>
                            <a:pt x="5266" y="311"/>
                          </a:cubicBezTo>
                          <a:cubicBezTo>
                            <a:pt x="9457" y="-928"/>
                            <a:pt x="14315" y="1644"/>
                            <a:pt x="16029" y="6121"/>
                          </a:cubicBezTo>
                          <a:cubicBezTo>
                            <a:pt x="17839" y="10597"/>
                            <a:pt x="15839" y="15265"/>
                            <a:pt x="11552" y="16598"/>
                          </a:cubicBezTo>
                          <a:cubicBezTo>
                            <a:pt x="7171" y="17932"/>
                            <a:pt x="2313" y="15265"/>
                            <a:pt x="599" y="107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13" name="Forme libre : forme 912">
                      <a:extLst>
                        <a:ext uri="{FF2B5EF4-FFF2-40B4-BE49-F238E27FC236}">
                          <a16:creationId xmlns:a16="http://schemas.microsoft.com/office/drawing/2014/main" id="{2BC398DC-3350-4EFE-9453-2A4E0374E5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13847" y="4649313"/>
                      <a:ext cx="6515" cy="5898"/>
                    </a:xfrm>
                    <a:custGeom>
                      <a:avLst/>
                      <a:gdLst>
                        <a:gd name="connsiteX0" fmla="*/ 19 w 6515"/>
                        <a:gd name="connsiteY0" fmla="*/ 2520 h 5898"/>
                        <a:gd name="connsiteX1" fmla="*/ 3639 w 6515"/>
                        <a:gd name="connsiteY1" fmla="*/ 44 h 5898"/>
                        <a:gd name="connsiteX2" fmla="*/ 6496 w 6515"/>
                        <a:gd name="connsiteY2" fmla="*/ 3378 h 5898"/>
                        <a:gd name="connsiteX3" fmla="*/ 2877 w 6515"/>
                        <a:gd name="connsiteY3" fmla="*/ 5854 h 5898"/>
                        <a:gd name="connsiteX4" fmla="*/ 19 w 6515"/>
                        <a:gd name="connsiteY4" fmla="*/ 2520 h 5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15" h="5898">
                          <a:moveTo>
                            <a:pt x="19" y="2520"/>
                          </a:moveTo>
                          <a:cubicBezTo>
                            <a:pt x="210" y="901"/>
                            <a:pt x="1829" y="-242"/>
                            <a:pt x="3639" y="44"/>
                          </a:cubicBezTo>
                          <a:cubicBezTo>
                            <a:pt x="5449" y="235"/>
                            <a:pt x="6687" y="1759"/>
                            <a:pt x="6496" y="3378"/>
                          </a:cubicBezTo>
                          <a:cubicBezTo>
                            <a:pt x="6306" y="4997"/>
                            <a:pt x="4686" y="6140"/>
                            <a:pt x="2877" y="5854"/>
                          </a:cubicBezTo>
                          <a:cubicBezTo>
                            <a:pt x="1067" y="5664"/>
                            <a:pt x="-171" y="4140"/>
                            <a:pt x="19" y="25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14" name="Graphique 15">
                    <a:extLst>
                      <a:ext uri="{FF2B5EF4-FFF2-40B4-BE49-F238E27FC236}">
                        <a16:creationId xmlns:a16="http://schemas.microsoft.com/office/drawing/2014/main" id="{04582F0F-D91D-4D2A-9D67-EA62B3E44D26}"/>
                      </a:ext>
                    </a:extLst>
                  </p:cNvPr>
                  <p:cNvGrpSpPr/>
                  <p:nvPr/>
                </p:nvGrpSpPr>
                <p:grpSpPr>
                  <a:xfrm>
                    <a:off x="10178346" y="4597900"/>
                    <a:ext cx="38039" cy="35737"/>
                    <a:chOff x="10178346" y="4597900"/>
                    <a:chExt cx="38039" cy="35737"/>
                  </a:xfrm>
                  <a:solidFill>
                    <a:schemeClr val="accent1"/>
                  </a:solidFill>
                </p:grpSpPr>
                <p:sp>
                  <p:nvSpPr>
                    <p:cNvPr id="915" name="Forme libre : forme 914">
                      <a:extLst>
                        <a:ext uri="{FF2B5EF4-FFF2-40B4-BE49-F238E27FC236}">
                          <a16:creationId xmlns:a16="http://schemas.microsoft.com/office/drawing/2014/main" id="{D0636614-5C24-4024-B90A-382A476A73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78346" y="4597900"/>
                      <a:ext cx="38039" cy="35737"/>
                    </a:xfrm>
                    <a:custGeom>
                      <a:avLst/>
                      <a:gdLst>
                        <a:gd name="connsiteX0" fmla="*/ 277 w 38039"/>
                        <a:gd name="connsiteY0" fmla="*/ 14594 h 35737"/>
                        <a:gd name="connsiteX1" fmla="*/ 21709 w 38039"/>
                        <a:gd name="connsiteY1" fmla="*/ 307 h 35737"/>
                        <a:gd name="connsiteX2" fmla="*/ 37901 w 38039"/>
                        <a:gd name="connsiteY2" fmla="*/ 20405 h 35737"/>
                        <a:gd name="connsiteX3" fmla="*/ 16280 w 38039"/>
                        <a:gd name="connsiteY3" fmla="*/ 35549 h 35737"/>
                        <a:gd name="connsiteX4" fmla="*/ 277 w 38039"/>
                        <a:gd name="connsiteY4" fmla="*/ 14594 h 357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039" h="35737">
                          <a:moveTo>
                            <a:pt x="277" y="14594"/>
                          </a:moveTo>
                          <a:cubicBezTo>
                            <a:pt x="1992" y="4879"/>
                            <a:pt x="11612" y="-1503"/>
                            <a:pt x="21709" y="307"/>
                          </a:cubicBezTo>
                          <a:cubicBezTo>
                            <a:pt x="31901" y="1640"/>
                            <a:pt x="39140" y="10594"/>
                            <a:pt x="37901" y="20405"/>
                          </a:cubicBezTo>
                          <a:cubicBezTo>
                            <a:pt x="36663" y="30120"/>
                            <a:pt x="26948" y="36978"/>
                            <a:pt x="16280" y="35549"/>
                          </a:cubicBezTo>
                          <a:cubicBezTo>
                            <a:pt x="5707" y="33644"/>
                            <a:pt x="-1532" y="24310"/>
                            <a:pt x="277" y="1459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16" name="Forme libre : forme 915">
                      <a:extLst>
                        <a:ext uri="{FF2B5EF4-FFF2-40B4-BE49-F238E27FC236}">
                          <a16:creationId xmlns:a16="http://schemas.microsoft.com/office/drawing/2014/main" id="{030246B9-0754-49AD-A357-39B6B62193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78379" y="4597900"/>
                      <a:ext cx="38006" cy="28786"/>
                    </a:xfrm>
                    <a:custGeom>
                      <a:avLst/>
                      <a:gdLst>
                        <a:gd name="connsiteX0" fmla="*/ 18914 w 38006"/>
                        <a:gd name="connsiteY0" fmla="*/ 17452 h 28786"/>
                        <a:gd name="connsiteX1" fmla="*/ 34153 w 38006"/>
                        <a:gd name="connsiteY1" fmla="*/ 28787 h 28786"/>
                        <a:gd name="connsiteX2" fmla="*/ 37868 w 38006"/>
                        <a:gd name="connsiteY2" fmla="*/ 20405 h 28786"/>
                        <a:gd name="connsiteX3" fmla="*/ 21676 w 38006"/>
                        <a:gd name="connsiteY3" fmla="*/ 307 h 28786"/>
                        <a:gd name="connsiteX4" fmla="*/ 244 w 38006"/>
                        <a:gd name="connsiteY4" fmla="*/ 14594 h 28786"/>
                        <a:gd name="connsiteX5" fmla="*/ 1197 w 38006"/>
                        <a:gd name="connsiteY5" fmla="*/ 23453 h 28786"/>
                        <a:gd name="connsiteX6" fmla="*/ 18914 w 38006"/>
                        <a:gd name="connsiteY6" fmla="*/ 17452 h 28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006" h="28786">
                          <a:moveTo>
                            <a:pt x="18914" y="17452"/>
                          </a:moveTo>
                          <a:cubicBezTo>
                            <a:pt x="25962" y="18404"/>
                            <a:pt x="31582" y="22881"/>
                            <a:pt x="34153" y="28787"/>
                          </a:cubicBezTo>
                          <a:cubicBezTo>
                            <a:pt x="36154" y="26405"/>
                            <a:pt x="37487" y="23548"/>
                            <a:pt x="37868" y="20405"/>
                          </a:cubicBezTo>
                          <a:cubicBezTo>
                            <a:pt x="39107" y="10594"/>
                            <a:pt x="31868" y="1735"/>
                            <a:pt x="21676" y="307"/>
                          </a:cubicBezTo>
                          <a:cubicBezTo>
                            <a:pt x="11579" y="-1503"/>
                            <a:pt x="1959" y="4879"/>
                            <a:pt x="244" y="14594"/>
                          </a:cubicBezTo>
                          <a:cubicBezTo>
                            <a:pt x="-327" y="17642"/>
                            <a:pt x="149" y="20690"/>
                            <a:pt x="1197" y="23453"/>
                          </a:cubicBezTo>
                          <a:cubicBezTo>
                            <a:pt x="5388" y="18785"/>
                            <a:pt x="11960" y="16309"/>
                            <a:pt x="18914" y="1745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17" name="Forme libre : forme 916">
                      <a:extLst>
                        <a:ext uri="{FF2B5EF4-FFF2-40B4-BE49-F238E27FC236}">
                          <a16:creationId xmlns:a16="http://schemas.microsoft.com/office/drawing/2014/main" id="{0FBC74E5-C6DF-4E85-8347-5C3087EC23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1568" y="4608909"/>
                      <a:ext cx="16137" cy="17077"/>
                    </a:xfrm>
                    <a:custGeom>
                      <a:avLst/>
                      <a:gdLst>
                        <a:gd name="connsiteX0" fmla="*/ 485 w 16137"/>
                        <a:gd name="connsiteY0" fmla="*/ 10539 h 17077"/>
                        <a:gd name="connsiteX1" fmla="*/ 5343 w 16137"/>
                        <a:gd name="connsiteY1" fmla="*/ 252 h 17077"/>
                        <a:gd name="connsiteX2" fmla="*/ 15630 w 16137"/>
                        <a:gd name="connsiteY2" fmla="*/ 6539 h 17077"/>
                        <a:gd name="connsiteX3" fmla="*/ 10867 w 16137"/>
                        <a:gd name="connsiteY3" fmla="*/ 16826 h 17077"/>
                        <a:gd name="connsiteX4" fmla="*/ 485 w 16137"/>
                        <a:gd name="connsiteY4" fmla="*/ 10539 h 17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37" h="17077">
                          <a:moveTo>
                            <a:pt x="485" y="10539"/>
                          </a:moveTo>
                          <a:cubicBezTo>
                            <a:pt x="-1039" y="5967"/>
                            <a:pt x="1152" y="1395"/>
                            <a:pt x="5343" y="252"/>
                          </a:cubicBezTo>
                          <a:cubicBezTo>
                            <a:pt x="9438" y="-891"/>
                            <a:pt x="14010" y="1967"/>
                            <a:pt x="15630" y="6539"/>
                          </a:cubicBezTo>
                          <a:cubicBezTo>
                            <a:pt x="17154" y="11111"/>
                            <a:pt x="15153" y="15778"/>
                            <a:pt x="10867" y="16826"/>
                          </a:cubicBezTo>
                          <a:cubicBezTo>
                            <a:pt x="6676" y="17969"/>
                            <a:pt x="2009" y="15111"/>
                            <a:pt x="485" y="1053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18" name="Forme libre : forme 917">
                      <a:extLst>
                        <a:ext uri="{FF2B5EF4-FFF2-40B4-BE49-F238E27FC236}">
                          <a16:creationId xmlns:a16="http://schemas.microsoft.com/office/drawing/2014/main" id="{26A80D63-4756-4244-AACA-6FB087C832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1441" y="4620258"/>
                      <a:ext cx="6273" cy="5904"/>
                    </a:xfrm>
                    <a:custGeom>
                      <a:avLst/>
                      <a:gdLst>
                        <a:gd name="connsiteX0" fmla="*/ 41 w 6273"/>
                        <a:gd name="connsiteY0" fmla="*/ 2428 h 5904"/>
                        <a:gd name="connsiteX1" fmla="*/ 3565 w 6273"/>
                        <a:gd name="connsiteY1" fmla="*/ 47 h 5904"/>
                        <a:gd name="connsiteX2" fmla="*/ 6232 w 6273"/>
                        <a:gd name="connsiteY2" fmla="*/ 3476 h 5904"/>
                        <a:gd name="connsiteX3" fmla="*/ 2708 w 6273"/>
                        <a:gd name="connsiteY3" fmla="*/ 5857 h 5904"/>
                        <a:gd name="connsiteX4" fmla="*/ 41 w 6273"/>
                        <a:gd name="connsiteY4" fmla="*/ 2428 h 5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73" h="5904">
                          <a:moveTo>
                            <a:pt x="41" y="2428"/>
                          </a:moveTo>
                          <a:cubicBezTo>
                            <a:pt x="327" y="809"/>
                            <a:pt x="1851" y="-239"/>
                            <a:pt x="3565" y="47"/>
                          </a:cubicBezTo>
                          <a:cubicBezTo>
                            <a:pt x="5280" y="333"/>
                            <a:pt x="6518" y="1857"/>
                            <a:pt x="6232" y="3476"/>
                          </a:cubicBezTo>
                          <a:cubicBezTo>
                            <a:pt x="5947" y="5095"/>
                            <a:pt x="4423" y="6143"/>
                            <a:pt x="2708" y="5857"/>
                          </a:cubicBezTo>
                          <a:cubicBezTo>
                            <a:pt x="994" y="5571"/>
                            <a:pt x="-245" y="3952"/>
                            <a:pt x="41" y="24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919" name="Graphique 15">
                  <a:extLst>
                    <a:ext uri="{FF2B5EF4-FFF2-40B4-BE49-F238E27FC236}">
                      <a16:creationId xmlns:a16="http://schemas.microsoft.com/office/drawing/2014/main" id="{7D0B72A2-A005-41B5-ACFF-D9B2530D3DB6}"/>
                    </a:ext>
                  </a:extLst>
                </p:cNvPr>
                <p:cNvGrpSpPr/>
                <p:nvPr/>
              </p:nvGrpSpPr>
              <p:grpSpPr>
                <a:xfrm>
                  <a:off x="10237624" y="4492106"/>
                  <a:ext cx="67023" cy="96501"/>
                  <a:chOff x="10237624" y="4492106"/>
                  <a:chExt cx="67023" cy="96501"/>
                </a:xfrm>
                <a:solidFill>
                  <a:schemeClr val="accent1"/>
                </a:solidFill>
              </p:grpSpPr>
              <p:grpSp>
                <p:nvGrpSpPr>
                  <p:cNvPr id="920" name="Graphique 15">
                    <a:extLst>
                      <a:ext uri="{FF2B5EF4-FFF2-40B4-BE49-F238E27FC236}">
                        <a16:creationId xmlns:a16="http://schemas.microsoft.com/office/drawing/2014/main" id="{576EEDFD-F36B-4B10-A419-94CBF85A9587}"/>
                      </a:ext>
                    </a:extLst>
                  </p:cNvPr>
                  <p:cNvGrpSpPr/>
                  <p:nvPr/>
                </p:nvGrpSpPr>
                <p:grpSpPr>
                  <a:xfrm>
                    <a:off x="10268867" y="4553017"/>
                    <a:ext cx="35779" cy="35590"/>
                    <a:chOff x="10268867" y="4553017"/>
                    <a:chExt cx="35779" cy="35590"/>
                  </a:xfrm>
                  <a:solidFill>
                    <a:schemeClr val="accent1"/>
                  </a:solidFill>
                </p:grpSpPr>
                <p:sp>
                  <p:nvSpPr>
                    <p:cNvPr id="921" name="Forme libre : forme 920">
                      <a:extLst>
                        <a:ext uri="{FF2B5EF4-FFF2-40B4-BE49-F238E27FC236}">
                          <a16:creationId xmlns:a16="http://schemas.microsoft.com/office/drawing/2014/main" id="{13EEDD84-1710-45A6-BB6B-AE26C9AE24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8867" y="4553017"/>
                      <a:ext cx="35775" cy="35590"/>
                    </a:xfrm>
                    <a:custGeom>
                      <a:avLst/>
                      <a:gdLst>
                        <a:gd name="connsiteX0" fmla="*/ 53 w 35775"/>
                        <a:gd name="connsiteY0" fmla="*/ 16520 h 35590"/>
                        <a:gd name="connsiteX1" fmla="*/ 18817 w 35775"/>
                        <a:gd name="connsiteY1" fmla="*/ 42 h 35590"/>
                        <a:gd name="connsiteX2" fmla="*/ 35772 w 35775"/>
                        <a:gd name="connsiteY2" fmla="*/ 18330 h 35590"/>
                        <a:gd name="connsiteX3" fmla="*/ 17008 w 35775"/>
                        <a:gd name="connsiteY3" fmla="*/ 35570 h 35590"/>
                        <a:gd name="connsiteX4" fmla="*/ 53 w 35775"/>
                        <a:gd name="connsiteY4" fmla="*/ 16520 h 35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75" h="35590">
                          <a:moveTo>
                            <a:pt x="53" y="16520"/>
                          </a:moveTo>
                          <a:cubicBezTo>
                            <a:pt x="815" y="6710"/>
                            <a:pt x="9197" y="-625"/>
                            <a:pt x="18817" y="42"/>
                          </a:cubicBezTo>
                          <a:cubicBezTo>
                            <a:pt x="28438" y="423"/>
                            <a:pt x="35962" y="8519"/>
                            <a:pt x="35772" y="18330"/>
                          </a:cubicBezTo>
                          <a:cubicBezTo>
                            <a:pt x="35486" y="28141"/>
                            <a:pt x="27104" y="36047"/>
                            <a:pt x="17008" y="35570"/>
                          </a:cubicBezTo>
                          <a:cubicBezTo>
                            <a:pt x="6816" y="34904"/>
                            <a:pt x="-709" y="26331"/>
                            <a:pt x="53" y="165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22" name="Forme libre : forme 921">
                      <a:extLst>
                        <a:ext uri="{FF2B5EF4-FFF2-40B4-BE49-F238E27FC236}">
                          <a16:creationId xmlns:a16="http://schemas.microsoft.com/office/drawing/2014/main" id="{0BCBBE1B-AC3C-4298-9ECB-FCC9A261E1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8888" y="4553100"/>
                      <a:ext cx="35758" cy="27104"/>
                    </a:xfrm>
                    <a:custGeom>
                      <a:avLst/>
                      <a:gdLst>
                        <a:gd name="connsiteX0" fmla="*/ 17748 w 35758"/>
                        <a:gd name="connsiteY0" fmla="*/ 17389 h 27104"/>
                        <a:gd name="connsiteX1" fmla="*/ 32989 w 35758"/>
                        <a:gd name="connsiteY1" fmla="*/ 27105 h 27104"/>
                        <a:gd name="connsiteX2" fmla="*/ 35751 w 35758"/>
                        <a:gd name="connsiteY2" fmla="*/ 18342 h 27104"/>
                        <a:gd name="connsiteX3" fmla="*/ 18796 w 35758"/>
                        <a:gd name="connsiteY3" fmla="*/ 54 h 27104"/>
                        <a:gd name="connsiteX4" fmla="*/ 32 w 35758"/>
                        <a:gd name="connsiteY4" fmla="*/ 16532 h 27104"/>
                        <a:gd name="connsiteX5" fmla="*/ 1747 w 35758"/>
                        <a:gd name="connsiteY5" fmla="*/ 25295 h 27104"/>
                        <a:gd name="connsiteX6" fmla="*/ 17748 w 35758"/>
                        <a:gd name="connsiteY6" fmla="*/ 17389 h 27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58" h="27104">
                          <a:moveTo>
                            <a:pt x="17748" y="17389"/>
                          </a:moveTo>
                          <a:cubicBezTo>
                            <a:pt x="24416" y="17675"/>
                            <a:pt x="30036" y="21485"/>
                            <a:pt x="32989" y="27105"/>
                          </a:cubicBezTo>
                          <a:cubicBezTo>
                            <a:pt x="34608" y="24533"/>
                            <a:pt x="35656" y="21580"/>
                            <a:pt x="35751" y="18342"/>
                          </a:cubicBezTo>
                          <a:cubicBezTo>
                            <a:pt x="36037" y="8436"/>
                            <a:pt x="28417" y="435"/>
                            <a:pt x="18796" y="54"/>
                          </a:cubicBezTo>
                          <a:cubicBezTo>
                            <a:pt x="9176" y="-708"/>
                            <a:pt x="794" y="6721"/>
                            <a:pt x="32" y="16532"/>
                          </a:cubicBezTo>
                          <a:cubicBezTo>
                            <a:pt x="-158" y="19675"/>
                            <a:pt x="508" y="22628"/>
                            <a:pt x="1747" y="25295"/>
                          </a:cubicBezTo>
                          <a:cubicBezTo>
                            <a:pt x="5176" y="20151"/>
                            <a:pt x="11081" y="16913"/>
                            <a:pt x="17748" y="1738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23" name="Forme libre : forme 922">
                      <a:extLst>
                        <a:ext uri="{FF2B5EF4-FFF2-40B4-BE49-F238E27FC236}">
                          <a16:creationId xmlns:a16="http://schemas.microsoft.com/office/drawing/2014/main" id="{6BDD63D5-3E02-4052-94F2-D710E09A4B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72085" y="4564969"/>
                      <a:ext cx="15274" cy="16793"/>
                    </a:xfrm>
                    <a:custGeom>
                      <a:avLst/>
                      <a:gdLst>
                        <a:gd name="connsiteX0" fmla="*/ 741 w 15274"/>
                        <a:gd name="connsiteY0" fmla="*/ 11140 h 16793"/>
                        <a:gd name="connsiteX1" fmla="*/ 4360 w 15274"/>
                        <a:gd name="connsiteY1" fmla="*/ 472 h 16793"/>
                        <a:gd name="connsiteX2" fmla="*/ 14457 w 15274"/>
                        <a:gd name="connsiteY2" fmla="*/ 5616 h 16793"/>
                        <a:gd name="connsiteX3" fmla="*/ 10933 w 15274"/>
                        <a:gd name="connsiteY3" fmla="*/ 16283 h 16793"/>
                        <a:gd name="connsiteX4" fmla="*/ 741 w 15274"/>
                        <a:gd name="connsiteY4" fmla="*/ 11140 h 16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74" h="16793">
                          <a:moveTo>
                            <a:pt x="741" y="11140"/>
                          </a:moveTo>
                          <a:cubicBezTo>
                            <a:pt x="-1069" y="6758"/>
                            <a:pt x="551" y="1996"/>
                            <a:pt x="4360" y="472"/>
                          </a:cubicBezTo>
                          <a:cubicBezTo>
                            <a:pt x="8170" y="-1052"/>
                            <a:pt x="12647" y="1234"/>
                            <a:pt x="14457" y="5616"/>
                          </a:cubicBezTo>
                          <a:cubicBezTo>
                            <a:pt x="16362" y="9997"/>
                            <a:pt x="14838" y="14759"/>
                            <a:pt x="10933" y="16283"/>
                          </a:cubicBezTo>
                          <a:cubicBezTo>
                            <a:pt x="7122" y="17903"/>
                            <a:pt x="2551" y="15522"/>
                            <a:pt x="741" y="111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24" name="Forme libre : forme 923">
                      <a:extLst>
                        <a:ext uri="{FF2B5EF4-FFF2-40B4-BE49-F238E27FC236}">
                          <a16:creationId xmlns:a16="http://schemas.microsoft.com/office/drawing/2014/main" id="{E49F2E01-B371-4D45-9E83-FA94D53C24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81869" y="4575614"/>
                      <a:ext cx="5915" cy="5849"/>
                    </a:xfrm>
                    <a:custGeom>
                      <a:avLst/>
                      <a:gdLst>
                        <a:gd name="connsiteX0" fmla="*/ 5 w 5915"/>
                        <a:gd name="connsiteY0" fmla="*/ 2686 h 5849"/>
                        <a:gd name="connsiteX1" fmla="*/ 3149 w 5915"/>
                        <a:gd name="connsiteY1" fmla="*/ 19 h 5849"/>
                        <a:gd name="connsiteX2" fmla="*/ 5911 w 5915"/>
                        <a:gd name="connsiteY2" fmla="*/ 3163 h 5849"/>
                        <a:gd name="connsiteX3" fmla="*/ 2767 w 5915"/>
                        <a:gd name="connsiteY3" fmla="*/ 5830 h 5849"/>
                        <a:gd name="connsiteX4" fmla="*/ 5 w 5915"/>
                        <a:gd name="connsiteY4" fmla="*/ 2686 h 5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5" h="5849">
                          <a:moveTo>
                            <a:pt x="5" y="2686"/>
                          </a:moveTo>
                          <a:cubicBezTo>
                            <a:pt x="100" y="1067"/>
                            <a:pt x="1529" y="-171"/>
                            <a:pt x="3149" y="19"/>
                          </a:cubicBezTo>
                          <a:cubicBezTo>
                            <a:pt x="4768" y="115"/>
                            <a:pt x="6006" y="1543"/>
                            <a:pt x="5911" y="3163"/>
                          </a:cubicBezTo>
                          <a:cubicBezTo>
                            <a:pt x="5816" y="4782"/>
                            <a:pt x="4482" y="6020"/>
                            <a:pt x="2767" y="5830"/>
                          </a:cubicBezTo>
                          <a:cubicBezTo>
                            <a:pt x="1148" y="5734"/>
                            <a:pt x="-90" y="4306"/>
                            <a:pt x="5" y="26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25" name="Graphique 15">
                    <a:extLst>
                      <a:ext uri="{FF2B5EF4-FFF2-40B4-BE49-F238E27FC236}">
                        <a16:creationId xmlns:a16="http://schemas.microsoft.com/office/drawing/2014/main" id="{213FEA83-DB7C-4C0B-9C43-8DD9FCE405D0}"/>
                      </a:ext>
                    </a:extLst>
                  </p:cNvPr>
                  <p:cNvGrpSpPr/>
                  <p:nvPr/>
                </p:nvGrpSpPr>
                <p:grpSpPr>
                  <a:xfrm>
                    <a:off x="10257418" y="4519584"/>
                    <a:ext cx="34472" cy="35624"/>
                    <a:chOff x="10257418" y="4519584"/>
                    <a:chExt cx="34472" cy="35624"/>
                  </a:xfrm>
                  <a:solidFill>
                    <a:schemeClr val="accent1"/>
                  </a:solidFill>
                </p:grpSpPr>
                <p:sp>
                  <p:nvSpPr>
                    <p:cNvPr id="926" name="Forme libre : forme 925">
                      <a:extLst>
                        <a:ext uri="{FF2B5EF4-FFF2-40B4-BE49-F238E27FC236}">
                          <a16:creationId xmlns:a16="http://schemas.microsoft.com/office/drawing/2014/main" id="{974EA3EC-922B-4287-84FB-6958211121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57515" y="4519584"/>
                      <a:ext cx="34375" cy="35624"/>
                    </a:xfrm>
                    <a:custGeom>
                      <a:avLst/>
                      <a:gdLst>
                        <a:gd name="connsiteX0" fmla="*/ 71 w 34375"/>
                        <a:gd name="connsiteY0" fmla="*/ 16520 h 35624"/>
                        <a:gd name="connsiteX1" fmla="*/ 18454 w 34375"/>
                        <a:gd name="connsiteY1" fmla="*/ 42 h 35624"/>
                        <a:gd name="connsiteX2" fmla="*/ 34361 w 34375"/>
                        <a:gd name="connsiteY2" fmla="*/ 18997 h 35624"/>
                        <a:gd name="connsiteX3" fmla="*/ 15977 w 34375"/>
                        <a:gd name="connsiteY3" fmla="*/ 35570 h 35624"/>
                        <a:gd name="connsiteX4" fmla="*/ 71 w 34375"/>
                        <a:gd name="connsiteY4" fmla="*/ 16520 h 35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375" h="35624">
                          <a:moveTo>
                            <a:pt x="71" y="16520"/>
                          </a:moveTo>
                          <a:cubicBezTo>
                            <a:pt x="1023" y="6710"/>
                            <a:pt x="9214" y="-624"/>
                            <a:pt x="18454" y="42"/>
                          </a:cubicBezTo>
                          <a:cubicBezTo>
                            <a:pt x="27693" y="709"/>
                            <a:pt x="34742" y="9281"/>
                            <a:pt x="34361" y="18997"/>
                          </a:cubicBezTo>
                          <a:cubicBezTo>
                            <a:pt x="33884" y="28998"/>
                            <a:pt x="25693" y="36332"/>
                            <a:pt x="15977" y="35570"/>
                          </a:cubicBezTo>
                          <a:cubicBezTo>
                            <a:pt x="6262" y="34904"/>
                            <a:pt x="-787" y="26331"/>
                            <a:pt x="71" y="165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27" name="Forme libre : forme 926">
                      <a:extLst>
                        <a:ext uri="{FF2B5EF4-FFF2-40B4-BE49-F238E27FC236}">
                          <a16:creationId xmlns:a16="http://schemas.microsoft.com/office/drawing/2014/main" id="{7EA837E2-1762-4699-81E0-AD90A7FC95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57418" y="4519679"/>
                      <a:ext cx="34377" cy="27759"/>
                    </a:xfrm>
                    <a:custGeom>
                      <a:avLst/>
                      <a:gdLst>
                        <a:gd name="connsiteX0" fmla="*/ 17218 w 34377"/>
                        <a:gd name="connsiteY0" fmla="*/ 17378 h 27759"/>
                        <a:gd name="connsiteX1" fmla="*/ 31601 w 34377"/>
                        <a:gd name="connsiteY1" fmla="*/ 27760 h 27759"/>
                        <a:gd name="connsiteX2" fmla="*/ 34363 w 34377"/>
                        <a:gd name="connsiteY2" fmla="*/ 18997 h 27759"/>
                        <a:gd name="connsiteX3" fmla="*/ 18456 w 34377"/>
                        <a:gd name="connsiteY3" fmla="*/ 42 h 27759"/>
                        <a:gd name="connsiteX4" fmla="*/ 73 w 34377"/>
                        <a:gd name="connsiteY4" fmla="*/ 16520 h 27759"/>
                        <a:gd name="connsiteX5" fmla="*/ 1502 w 34377"/>
                        <a:gd name="connsiteY5" fmla="*/ 25283 h 27759"/>
                        <a:gd name="connsiteX6" fmla="*/ 17218 w 34377"/>
                        <a:gd name="connsiteY6" fmla="*/ 17378 h 27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377" h="27759">
                          <a:moveTo>
                            <a:pt x="17218" y="17378"/>
                          </a:moveTo>
                          <a:cubicBezTo>
                            <a:pt x="23695" y="17854"/>
                            <a:pt x="28934" y="22045"/>
                            <a:pt x="31601" y="27760"/>
                          </a:cubicBezTo>
                          <a:cubicBezTo>
                            <a:pt x="33220" y="25188"/>
                            <a:pt x="34268" y="22235"/>
                            <a:pt x="34363" y="18997"/>
                          </a:cubicBezTo>
                          <a:cubicBezTo>
                            <a:pt x="34744" y="9281"/>
                            <a:pt x="27696" y="709"/>
                            <a:pt x="18456" y="42"/>
                          </a:cubicBezTo>
                          <a:cubicBezTo>
                            <a:pt x="9217" y="-625"/>
                            <a:pt x="1025" y="6710"/>
                            <a:pt x="73" y="16520"/>
                          </a:cubicBezTo>
                          <a:cubicBezTo>
                            <a:pt x="-213" y="19664"/>
                            <a:pt x="359" y="22616"/>
                            <a:pt x="1502" y="25283"/>
                          </a:cubicBezTo>
                          <a:cubicBezTo>
                            <a:pt x="5121" y="20140"/>
                            <a:pt x="10836" y="16901"/>
                            <a:pt x="17218" y="173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28" name="Forme libre : forme 927">
                      <a:extLst>
                        <a:ext uri="{FF2B5EF4-FFF2-40B4-BE49-F238E27FC236}">
                          <a16:creationId xmlns:a16="http://schemas.microsoft.com/office/drawing/2014/main" id="{3D34C1C6-4ECD-42C8-9559-09AFADE5C6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0579" y="4531537"/>
                      <a:ext cx="14662" cy="16755"/>
                    </a:xfrm>
                    <a:custGeom>
                      <a:avLst/>
                      <a:gdLst>
                        <a:gd name="connsiteX0" fmla="*/ 626 w 14662"/>
                        <a:gd name="connsiteY0" fmla="*/ 11140 h 16755"/>
                        <a:gd name="connsiteX1" fmla="*/ 4341 w 14662"/>
                        <a:gd name="connsiteY1" fmla="*/ 472 h 16755"/>
                        <a:gd name="connsiteX2" fmla="*/ 13961 w 14662"/>
                        <a:gd name="connsiteY2" fmla="*/ 5615 h 16755"/>
                        <a:gd name="connsiteX3" fmla="*/ 10437 w 14662"/>
                        <a:gd name="connsiteY3" fmla="*/ 16283 h 16755"/>
                        <a:gd name="connsiteX4" fmla="*/ 626 w 14662"/>
                        <a:gd name="connsiteY4" fmla="*/ 11140 h 16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62" h="16755">
                          <a:moveTo>
                            <a:pt x="626" y="11140"/>
                          </a:moveTo>
                          <a:cubicBezTo>
                            <a:pt x="-993" y="6758"/>
                            <a:pt x="626" y="1996"/>
                            <a:pt x="4341" y="472"/>
                          </a:cubicBezTo>
                          <a:cubicBezTo>
                            <a:pt x="7961" y="-1052"/>
                            <a:pt x="12247" y="1234"/>
                            <a:pt x="13961" y="5615"/>
                          </a:cubicBezTo>
                          <a:cubicBezTo>
                            <a:pt x="15676" y="9997"/>
                            <a:pt x="14152" y="14759"/>
                            <a:pt x="10437" y="16283"/>
                          </a:cubicBezTo>
                          <a:cubicBezTo>
                            <a:pt x="6722" y="17807"/>
                            <a:pt x="2341" y="15521"/>
                            <a:pt x="626" y="111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29" name="Forme libre : forme 928">
                      <a:extLst>
                        <a:ext uri="{FF2B5EF4-FFF2-40B4-BE49-F238E27FC236}">
                          <a16:creationId xmlns:a16="http://schemas.microsoft.com/office/drawing/2014/main" id="{18E14725-1691-4A47-8BE8-F4456996DE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9868" y="4542181"/>
                      <a:ext cx="5725" cy="5849"/>
                    </a:xfrm>
                    <a:custGeom>
                      <a:avLst/>
                      <a:gdLst>
                        <a:gd name="connsiteX0" fmla="*/ 6 w 5725"/>
                        <a:gd name="connsiteY0" fmla="*/ 2686 h 5849"/>
                        <a:gd name="connsiteX1" fmla="*/ 3054 w 5725"/>
                        <a:gd name="connsiteY1" fmla="*/ 19 h 5849"/>
                        <a:gd name="connsiteX2" fmla="*/ 5721 w 5725"/>
                        <a:gd name="connsiteY2" fmla="*/ 3163 h 5849"/>
                        <a:gd name="connsiteX3" fmla="*/ 2673 w 5725"/>
                        <a:gd name="connsiteY3" fmla="*/ 5830 h 5849"/>
                        <a:gd name="connsiteX4" fmla="*/ 6 w 5725"/>
                        <a:gd name="connsiteY4" fmla="*/ 2686 h 5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25" h="5849">
                          <a:moveTo>
                            <a:pt x="6" y="2686"/>
                          </a:moveTo>
                          <a:cubicBezTo>
                            <a:pt x="101" y="1067"/>
                            <a:pt x="1530" y="-171"/>
                            <a:pt x="3054" y="19"/>
                          </a:cubicBezTo>
                          <a:cubicBezTo>
                            <a:pt x="4577" y="115"/>
                            <a:pt x="5816" y="1543"/>
                            <a:pt x="5721" y="3163"/>
                          </a:cubicBezTo>
                          <a:cubicBezTo>
                            <a:pt x="5625" y="4782"/>
                            <a:pt x="4292" y="6020"/>
                            <a:pt x="2673" y="5830"/>
                          </a:cubicBezTo>
                          <a:cubicBezTo>
                            <a:pt x="1053" y="5734"/>
                            <a:pt x="-90" y="4306"/>
                            <a:pt x="6" y="26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30" name="Graphique 15">
                    <a:extLst>
                      <a:ext uri="{FF2B5EF4-FFF2-40B4-BE49-F238E27FC236}">
                        <a16:creationId xmlns:a16="http://schemas.microsoft.com/office/drawing/2014/main" id="{838FEFD1-0972-4AA9-B60B-650EEF520AB6}"/>
                      </a:ext>
                    </a:extLst>
                  </p:cNvPr>
                  <p:cNvGrpSpPr/>
                  <p:nvPr/>
                </p:nvGrpSpPr>
                <p:grpSpPr>
                  <a:xfrm>
                    <a:off x="10237624" y="4492106"/>
                    <a:ext cx="33165" cy="35563"/>
                    <a:chOff x="10237624" y="4492106"/>
                    <a:chExt cx="33165" cy="35563"/>
                  </a:xfrm>
                  <a:solidFill>
                    <a:schemeClr val="accent1"/>
                  </a:solidFill>
                </p:grpSpPr>
                <p:sp>
                  <p:nvSpPr>
                    <p:cNvPr id="931" name="Forme libre : forme 930">
                      <a:extLst>
                        <a:ext uri="{FF2B5EF4-FFF2-40B4-BE49-F238E27FC236}">
                          <a16:creationId xmlns:a16="http://schemas.microsoft.com/office/drawing/2014/main" id="{94897A42-BCD2-41F0-A5B1-6DBDCFCC58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7624" y="4492106"/>
                      <a:ext cx="33165" cy="35563"/>
                    </a:xfrm>
                    <a:custGeom>
                      <a:avLst/>
                      <a:gdLst>
                        <a:gd name="connsiteX0" fmla="*/ 150 w 33165"/>
                        <a:gd name="connsiteY0" fmla="*/ 15805 h 35563"/>
                        <a:gd name="connsiteX1" fmla="*/ 18343 w 33165"/>
                        <a:gd name="connsiteY1" fmla="*/ 88 h 35563"/>
                        <a:gd name="connsiteX2" fmla="*/ 33106 w 33165"/>
                        <a:gd name="connsiteY2" fmla="*/ 19043 h 35563"/>
                        <a:gd name="connsiteX3" fmla="*/ 14818 w 33165"/>
                        <a:gd name="connsiteY3" fmla="*/ 35521 h 35563"/>
                        <a:gd name="connsiteX4" fmla="*/ 150 w 33165"/>
                        <a:gd name="connsiteY4" fmla="*/ 15805 h 35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165" h="35563">
                          <a:moveTo>
                            <a:pt x="150" y="15805"/>
                          </a:moveTo>
                          <a:cubicBezTo>
                            <a:pt x="1388" y="5994"/>
                            <a:pt x="9484" y="-864"/>
                            <a:pt x="18343" y="88"/>
                          </a:cubicBezTo>
                          <a:cubicBezTo>
                            <a:pt x="27201" y="755"/>
                            <a:pt x="33868" y="9232"/>
                            <a:pt x="33106" y="19043"/>
                          </a:cubicBezTo>
                          <a:cubicBezTo>
                            <a:pt x="32344" y="28854"/>
                            <a:pt x="24153" y="36188"/>
                            <a:pt x="14818" y="35521"/>
                          </a:cubicBezTo>
                          <a:cubicBezTo>
                            <a:pt x="5484" y="34569"/>
                            <a:pt x="-1088" y="25520"/>
                            <a:pt x="150" y="1580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32" name="Forme libre : forme 931">
                      <a:extLst>
                        <a:ext uri="{FF2B5EF4-FFF2-40B4-BE49-F238E27FC236}">
                          <a16:creationId xmlns:a16="http://schemas.microsoft.com/office/drawing/2014/main" id="{DEC1CACA-CFDA-4D25-B477-9D56039CB6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7643" y="4492106"/>
                      <a:ext cx="33146" cy="27710"/>
                    </a:xfrm>
                    <a:custGeom>
                      <a:avLst/>
                      <a:gdLst>
                        <a:gd name="connsiteX0" fmla="*/ 16513 w 33146"/>
                        <a:gd name="connsiteY0" fmla="*/ 17424 h 27710"/>
                        <a:gd name="connsiteX1" fmla="*/ 30134 w 33146"/>
                        <a:gd name="connsiteY1" fmla="*/ 27711 h 27710"/>
                        <a:gd name="connsiteX2" fmla="*/ 33087 w 33146"/>
                        <a:gd name="connsiteY2" fmla="*/ 19043 h 27710"/>
                        <a:gd name="connsiteX3" fmla="*/ 18323 w 33146"/>
                        <a:gd name="connsiteY3" fmla="*/ 88 h 27710"/>
                        <a:gd name="connsiteX4" fmla="*/ 130 w 33146"/>
                        <a:gd name="connsiteY4" fmla="*/ 15805 h 27710"/>
                        <a:gd name="connsiteX5" fmla="*/ 1273 w 33146"/>
                        <a:gd name="connsiteY5" fmla="*/ 24568 h 27710"/>
                        <a:gd name="connsiteX6" fmla="*/ 16513 w 33146"/>
                        <a:gd name="connsiteY6" fmla="*/ 17424 h 27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146" h="27710">
                          <a:moveTo>
                            <a:pt x="16513" y="17424"/>
                          </a:moveTo>
                          <a:cubicBezTo>
                            <a:pt x="22705" y="17900"/>
                            <a:pt x="27753" y="21996"/>
                            <a:pt x="30134" y="27711"/>
                          </a:cubicBezTo>
                          <a:cubicBezTo>
                            <a:pt x="31753" y="25234"/>
                            <a:pt x="32896" y="22282"/>
                            <a:pt x="33087" y="19043"/>
                          </a:cubicBezTo>
                          <a:cubicBezTo>
                            <a:pt x="33849" y="9232"/>
                            <a:pt x="27181" y="755"/>
                            <a:pt x="18323" y="88"/>
                          </a:cubicBezTo>
                          <a:cubicBezTo>
                            <a:pt x="9465" y="-864"/>
                            <a:pt x="1368" y="5994"/>
                            <a:pt x="130" y="15805"/>
                          </a:cubicBezTo>
                          <a:cubicBezTo>
                            <a:pt x="-251" y="18948"/>
                            <a:pt x="225" y="21901"/>
                            <a:pt x="1273" y="24568"/>
                          </a:cubicBezTo>
                          <a:cubicBezTo>
                            <a:pt x="4702" y="19615"/>
                            <a:pt x="10417" y="16852"/>
                            <a:pt x="16513" y="1742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33" name="Forme libre : forme 932">
                      <a:extLst>
                        <a:ext uri="{FF2B5EF4-FFF2-40B4-BE49-F238E27FC236}">
                          <a16:creationId xmlns:a16="http://schemas.microsoft.com/office/drawing/2014/main" id="{41140413-F4F1-47F6-9C73-EC85E26C5F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40510" y="4503712"/>
                      <a:ext cx="14108" cy="16933"/>
                    </a:xfrm>
                    <a:custGeom>
                      <a:avLst/>
                      <a:gdLst>
                        <a:gd name="connsiteX0" fmla="*/ 503 w 14108"/>
                        <a:gd name="connsiteY0" fmla="*/ 10961 h 16933"/>
                        <a:gd name="connsiteX1" fmla="*/ 4408 w 14108"/>
                        <a:gd name="connsiteY1" fmla="*/ 388 h 16933"/>
                        <a:gd name="connsiteX2" fmla="*/ 13552 w 14108"/>
                        <a:gd name="connsiteY2" fmla="*/ 5913 h 16933"/>
                        <a:gd name="connsiteX3" fmla="*/ 9742 w 14108"/>
                        <a:gd name="connsiteY3" fmla="*/ 16581 h 16933"/>
                        <a:gd name="connsiteX4" fmla="*/ 503 w 14108"/>
                        <a:gd name="connsiteY4" fmla="*/ 10961 h 16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08" h="16933">
                          <a:moveTo>
                            <a:pt x="503" y="10961"/>
                          </a:moveTo>
                          <a:cubicBezTo>
                            <a:pt x="-926" y="6484"/>
                            <a:pt x="788" y="1817"/>
                            <a:pt x="4408" y="388"/>
                          </a:cubicBezTo>
                          <a:cubicBezTo>
                            <a:pt x="8027" y="-1041"/>
                            <a:pt x="12028" y="1626"/>
                            <a:pt x="13552" y="5913"/>
                          </a:cubicBezTo>
                          <a:cubicBezTo>
                            <a:pt x="15076" y="10199"/>
                            <a:pt x="13361" y="15152"/>
                            <a:pt x="9742" y="16581"/>
                          </a:cubicBezTo>
                          <a:cubicBezTo>
                            <a:pt x="6122" y="17914"/>
                            <a:pt x="1931" y="15342"/>
                            <a:pt x="503" y="1096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34" name="Forme libre : forme 933">
                      <a:extLst>
                        <a:ext uri="{FF2B5EF4-FFF2-40B4-BE49-F238E27FC236}">
                          <a16:creationId xmlns:a16="http://schemas.microsoft.com/office/drawing/2014/main" id="{7C2FC8AE-8AEB-4593-8F92-10ACA40422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49278" y="4514652"/>
                      <a:ext cx="5551" cy="5850"/>
                    </a:xfrm>
                    <a:custGeom>
                      <a:avLst/>
                      <a:gdLst>
                        <a:gd name="connsiteX0" fmla="*/ 21 w 5551"/>
                        <a:gd name="connsiteY0" fmla="*/ 2592 h 5850"/>
                        <a:gd name="connsiteX1" fmla="*/ 3069 w 5551"/>
                        <a:gd name="connsiteY1" fmla="*/ 21 h 5850"/>
                        <a:gd name="connsiteX2" fmla="*/ 5545 w 5551"/>
                        <a:gd name="connsiteY2" fmla="*/ 3164 h 5850"/>
                        <a:gd name="connsiteX3" fmla="*/ 2497 w 5551"/>
                        <a:gd name="connsiteY3" fmla="*/ 5831 h 5850"/>
                        <a:gd name="connsiteX4" fmla="*/ 21 w 5551"/>
                        <a:gd name="connsiteY4" fmla="*/ 2592 h 5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51" h="5850">
                          <a:moveTo>
                            <a:pt x="21" y="2592"/>
                          </a:moveTo>
                          <a:cubicBezTo>
                            <a:pt x="211" y="973"/>
                            <a:pt x="1545" y="-170"/>
                            <a:pt x="3069" y="21"/>
                          </a:cubicBezTo>
                          <a:cubicBezTo>
                            <a:pt x="4593" y="116"/>
                            <a:pt x="5640" y="1545"/>
                            <a:pt x="5545" y="3164"/>
                          </a:cubicBezTo>
                          <a:cubicBezTo>
                            <a:pt x="5355" y="4783"/>
                            <a:pt x="4021" y="6022"/>
                            <a:pt x="2497" y="5831"/>
                          </a:cubicBezTo>
                          <a:cubicBezTo>
                            <a:pt x="973" y="5640"/>
                            <a:pt x="-170" y="4212"/>
                            <a:pt x="21" y="25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935" name="Graphique 15">
                  <a:extLst>
                    <a:ext uri="{FF2B5EF4-FFF2-40B4-BE49-F238E27FC236}">
                      <a16:creationId xmlns:a16="http://schemas.microsoft.com/office/drawing/2014/main" id="{C97655C7-6327-4439-B81C-1332660AC449}"/>
                    </a:ext>
                  </a:extLst>
                </p:cNvPr>
                <p:cNvGrpSpPr/>
                <p:nvPr/>
              </p:nvGrpSpPr>
              <p:grpSpPr>
                <a:xfrm>
                  <a:off x="10231318" y="4388148"/>
                  <a:ext cx="76034" cy="75581"/>
                  <a:chOff x="10231318" y="4388148"/>
                  <a:chExt cx="76034" cy="75581"/>
                </a:xfrm>
                <a:solidFill>
                  <a:schemeClr val="accent1"/>
                </a:solidFill>
              </p:grpSpPr>
              <p:grpSp>
                <p:nvGrpSpPr>
                  <p:cNvPr id="936" name="Graphique 15">
                    <a:extLst>
                      <a:ext uri="{FF2B5EF4-FFF2-40B4-BE49-F238E27FC236}">
                        <a16:creationId xmlns:a16="http://schemas.microsoft.com/office/drawing/2014/main" id="{BE9C1AB9-4044-49C0-A907-AC126ADE71A1}"/>
                      </a:ext>
                    </a:extLst>
                  </p:cNvPr>
                  <p:cNvGrpSpPr/>
                  <p:nvPr/>
                </p:nvGrpSpPr>
                <p:grpSpPr>
                  <a:xfrm>
                    <a:off x="10276942" y="4428010"/>
                    <a:ext cx="30411" cy="35718"/>
                    <a:chOff x="10276942" y="4428010"/>
                    <a:chExt cx="30411" cy="35718"/>
                  </a:xfrm>
                  <a:solidFill>
                    <a:schemeClr val="accent1"/>
                  </a:solidFill>
                </p:grpSpPr>
                <p:sp>
                  <p:nvSpPr>
                    <p:cNvPr id="937" name="Forme libre : forme 936">
                      <a:extLst>
                        <a:ext uri="{FF2B5EF4-FFF2-40B4-BE49-F238E27FC236}">
                          <a16:creationId xmlns:a16="http://schemas.microsoft.com/office/drawing/2014/main" id="{03D23BF8-F44A-4D72-A91A-C550CE41AA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77025" y="4428051"/>
                      <a:ext cx="30327" cy="35677"/>
                    </a:xfrm>
                    <a:custGeom>
                      <a:avLst/>
                      <a:gdLst>
                        <a:gd name="connsiteX0" fmla="*/ 1039 w 30327"/>
                        <a:gd name="connsiteY0" fmla="*/ 24614 h 35677"/>
                        <a:gd name="connsiteX1" fmla="*/ 9516 w 30327"/>
                        <a:gd name="connsiteY1" fmla="*/ 1373 h 35677"/>
                        <a:gd name="connsiteX2" fmla="*/ 29043 w 30327"/>
                        <a:gd name="connsiteY2" fmla="*/ 10422 h 35677"/>
                        <a:gd name="connsiteX3" fmla="*/ 21137 w 30327"/>
                        <a:gd name="connsiteY3" fmla="*/ 34139 h 35677"/>
                        <a:gd name="connsiteX4" fmla="*/ 1039 w 30327"/>
                        <a:gd name="connsiteY4" fmla="*/ 24614 h 35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27" h="35677">
                          <a:moveTo>
                            <a:pt x="1039" y="24614"/>
                          </a:moveTo>
                          <a:cubicBezTo>
                            <a:pt x="-2009" y="15565"/>
                            <a:pt x="1896" y="5088"/>
                            <a:pt x="9516" y="1373"/>
                          </a:cubicBezTo>
                          <a:cubicBezTo>
                            <a:pt x="17041" y="-2247"/>
                            <a:pt x="25614" y="1468"/>
                            <a:pt x="29043" y="10422"/>
                          </a:cubicBezTo>
                          <a:cubicBezTo>
                            <a:pt x="32376" y="19375"/>
                            <a:pt x="29043" y="29948"/>
                            <a:pt x="21137" y="34139"/>
                          </a:cubicBezTo>
                          <a:cubicBezTo>
                            <a:pt x="13231" y="38330"/>
                            <a:pt x="4087" y="33568"/>
                            <a:pt x="1039" y="2461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38" name="Forme libre : forme 937">
                      <a:extLst>
                        <a:ext uri="{FF2B5EF4-FFF2-40B4-BE49-F238E27FC236}">
                          <a16:creationId xmlns:a16="http://schemas.microsoft.com/office/drawing/2014/main" id="{55463EC4-9FCD-41CF-8CDA-1203E20BA5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76942" y="4428010"/>
                      <a:ext cx="30265" cy="31608"/>
                    </a:xfrm>
                    <a:custGeom>
                      <a:avLst/>
                      <a:gdLst>
                        <a:gd name="connsiteX0" fmla="*/ 14934 w 30265"/>
                        <a:gd name="connsiteY0" fmla="*/ 17511 h 31608"/>
                        <a:gd name="connsiteX1" fmla="*/ 30174 w 30265"/>
                        <a:gd name="connsiteY1" fmla="*/ 19416 h 31608"/>
                        <a:gd name="connsiteX2" fmla="*/ 29031 w 30265"/>
                        <a:gd name="connsiteY2" fmla="*/ 10367 h 31608"/>
                        <a:gd name="connsiteX3" fmla="*/ 9505 w 30265"/>
                        <a:gd name="connsiteY3" fmla="*/ 1319 h 31608"/>
                        <a:gd name="connsiteX4" fmla="*/ 1027 w 30265"/>
                        <a:gd name="connsiteY4" fmla="*/ 24560 h 31608"/>
                        <a:gd name="connsiteX5" fmla="*/ 5599 w 30265"/>
                        <a:gd name="connsiteY5" fmla="*/ 31608 h 31608"/>
                        <a:gd name="connsiteX6" fmla="*/ 14934 w 30265"/>
                        <a:gd name="connsiteY6" fmla="*/ 17511 h 31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265" h="31608">
                          <a:moveTo>
                            <a:pt x="14934" y="17511"/>
                          </a:moveTo>
                          <a:cubicBezTo>
                            <a:pt x="20173" y="14940"/>
                            <a:pt x="25888" y="15701"/>
                            <a:pt x="30174" y="19416"/>
                          </a:cubicBezTo>
                          <a:cubicBezTo>
                            <a:pt x="30460" y="16368"/>
                            <a:pt x="30079" y="13320"/>
                            <a:pt x="29031" y="10367"/>
                          </a:cubicBezTo>
                          <a:cubicBezTo>
                            <a:pt x="25602" y="1509"/>
                            <a:pt x="17029" y="-2206"/>
                            <a:pt x="9505" y="1319"/>
                          </a:cubicBezTo>
                          <a:cubicBezTo>
                            <a:pt x="1980" y="5129"/>
                            <a:pt x="-2021" y="15511"/>
                            <a:pt x="1027" y="24560"/>
                          </a:cubicBezTo>
                          <a:cubicBezTo>
                            <a:pt x="1980" y="27417"/>
                            <a:pt x="3599" y="29799"/>
                            <a:pt x="5599" y="31608"/>
                          </a:cubicBezTo>
                          <a:cubicBezTo>
                            <a:pt x="6456" y="25608"/>
                            <a:pt x="9790" y="20083"/>
                            <a:pt x="14934" y="1751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39" name="Forme libre : forme 938">
                      <a:extLst>
                        <a:ext uri="{FF2B5EF4-FFF2-40B4-BE49-F238E27FC236}">
                          <a16:creationId xmlns:a16="http://schemas.microsoft.com/office/drawing/2014/main" id="{AD68B02D-D18B-4EF9-9F2D-DC6EC01DBA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80823" y="4443343"/>
                      <a:ext cx="13824" cy="15847"/>
                    </a:xfrm>
                    <a:custGeom>
                      <a:avLst/>
                      <a:gdLst>
                        <a:gd name="connsiteX0" fmla="*/ 2671 w 13824"/>
                        <a:gd name="connsiteY0" fmla="*/ 13514 h 15847"/>
                        <a:gd name="connsiteX1" fmla="*/ 1433 w 13824"/>
                        <a:gd name="connsiteY1" fmla="*/ 2274 h 15847"/>
                        <a:gd name="connsiteX2" fmla="*/ 11053 w 13824"/>
                        <a:gd name="connsiteY2" fmla="*/ 2370 h 15847"/>
                        <a:gd name="connsiteX3" fmla="*/ 12386 w 13824"/>
                        <a:gd name="connsiteY3" fmla="*/ 13609 h 15847"/>
                        <a:gd name="connsiteX4" fmla="*/ 2671 w 13824"/>
                        <a:gd name="connsiteY4" fmla="*/ 13514 h 158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24" h="15847">
                          <a:moveTo>
                            <a:pt x="2671" y="13514"/>
                          </a:moveTo>
                          <a:cubicBezTo>
                            <a:pt x="-377" y="10371"/>
                            <a:pt x="-853" y="5417"/>
                            <a:pt x="1433" y="2274"/>
                          </a:cubicBezTo>
                          <a:cubicBezTo>
                            <a:pt x="3814" y="-774"/>
                            <a:pt x="8005" y="-774"/>
                            <a:pt x="11053" y="2370"/>
                          </a:cubicBezTo>
                          <a:cubicBezTo>
                            <a:pt x="14101" y="5513"/>
                            <a:pt x="14768" y="10466"/>
                            <a:pt x="12386" y="13609"/>
                          </a:cubicBezTo>
                          <a:cubicBezTo>
                            <a:pt x="10100" y="16657"/>
                            <a:pt x="5719" y="16562"/>
                            <a:pt x="2671" y="1351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40" name="Forme libre : forme 939">
                      <a:extLst>
                        <a:ext uri="{FF2B5EF4-FFF2-40B4-BE49-F238E27FC236}">
                          <a16:creationId xmlns:a16="http://schemas.microsoft.com/office/drawing/2014/main" id="{426B6B03-7BEA-4C08-B483-96E416DE3F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91002" y="4450733"/>
                      <a:ext cx="5081" cy="5837"/>
                    </a:xfrm>
                    <a:custGeom>
                      <a:avLst/>
                      <a:gdLst>
                        <a:gd name="connsiteX0" fmla="*/ 207 w 5081"/>
                        <a:gd name="connsiteY0" fmla="*/ 4027 h 5837"/>
                        <a:gd name="connsiteX1" fmla="*/ 1541 w 5081"/>
                        <a:gd name="connsiteY1" fmla="*/ 217 h 5837"/>
                        <a:gd name="connsiteX2" fmla="*/ 4874 w 5081"/>
                        <a:gd name="connsiteY2" fmla="*/ 1741 h 5837"/>
                        <a:gd name="connsiteX3" fmla="*/ 3541 w 5081"/>
                        <a:gd name="connsiteY3" fmla="*/ 5647 h 5837"/>
                        <a:gd name="connsiteX4" fmla="*/ 207 w 5081"/>
                        <a:gd name="connsiteY4" fmla="*/ 4027 h 5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81" h="5837">
                          <a:moveTo>
                            <a:pt x="207" y="4027"/>
                          </a:moveTo>
                          <a:cubicBezTo>
                            <a:pt x="-365" y="2503"/>
                            <a:pt x="302" y="789"/>
                            <a:pt x="1541" y="217"/>
                          </a:cubicBezTo>
                          <a:cubicBezTo>
                            <a:pt x="2779" y="-354"/>
                            <a:pt x="4303" y="217"/>
                            <a:pt x="4874" y="1741"/>
                          </a:cubicBezTo>
                          <a:cubicBezTo>
                            <a:pt x="5446" y="3170"/>
                            <a:pt x="4779" y="4980"/>
                            <a:pt x="3541" y="5647"/>
                          </a:cubicBezTo>
                          <a:cubicBezTo>
                            <a:pt x="2207" y="6218"/>
                            <a:pt x="683" y="5456"/>
                            <a:pt x="207" y="40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41" name="Graphique 15">
                    <a:extLst>
                      <a:ext uri="{FF2B5EF4-FFF2-40B4-BE49-F238E27FC236}">
                        <a16:creationId xmlns:a16="http://schemas.microsoft.com/office/drawing/2014/main" id="{AFF11ACE-FF39-42D9-912B-4FA6310A3690}"/>
                      </a:ext>
                    </a:extLst>
                  </p:cNvPr>
                  <p:cNvGrpSpPr/>
                  <p:nvPr/>
                </p:nvGrpSpPr>
                <p:grpSpPr>
                  <a:xfrm>
                    <a:off x="10256398" y="4403553"/>
                    <a:ext cx="29372" cy="35628"/>
                    <a:chOff x="10256398" y="4403553"/>
                    <a:chExt cx="29372" cy="35628"/>
                  </a:xfrm>
                  <a:solidFill>
                    <a:schemeClr val="accent1"/>
                  </a:solidFill>
                </p:grpSpPr>
                <p:sp>
                  <p:nvSpPr>
                    <p:cNvPr id="942" name="Forme libre : forme 941">
                      <a:extLst>
                        <a:ext uri="{FF2B5EF4-FFF2-40B4-BE49-F238E27FC236}">
                          <a16:creationId xmlns:a16="http://schemas.microsoft.com/office/drawing/2014/main" id="{00E27DA7-79EF-4924-895B-C77F6C3711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56435" y="4403635"/>
                      <a:ext cx="29322" cy="35546"/>
                    </a:xfrm>
                    <a:custGeom>
                      <a:avLst/>
                      <a:gdLst>
                        <a:gd name="connsiteX0" fmla="*/ 770 w 29322"/>
                        <a:gd name="connsiteY0" fmla="*/ 24456 h 35546"/>
                        <a:gd name="connsiteX1" fmla="*/ 9723 w 29322"/>
                        <a:gd name="connsiteY1" fmla="*/ 1405 h 35546"/>
                        <a:gd name="connsiteX2" fmla="*/ 28297 w 29322"/>
                        <a:gd name="connsiteY2" fmla="*/ 10930 h 35546"/>
                        <a:gd name="connsiteX3" fmla="*/ 19915 w 29322"/>
                        <a:gd name="connsiteY3" fmla="*/ 34171 h 35546"/>
                        <a:gd name="connsiteX4" fmla="*/ 770 w 29322"/>
                        <a:gd name="connsiteY4" fmla="*/ 24456 h 35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322" h="35546">
                          <a:moveTo>
                            <a:pt x="770" y="24456"/>
                          </a:moveTo>
                          <a:cubicBezTo>
                            <a:pt x="-1802" y="15121"/>
                            <a:pt x="2294" y="5120"/>
                            <a:pt x="9723" y="1405"/>
                          </a:cubicBezTo>
                          <a:cubicBezTo>
                            <a:pt x="17153" y="-2405"/>
                            <a:pt x="25344" y="1786"/>
                            <a:pt x="28297" y="10930"/>
                          </a:cubicBezTo>
                          <a:cubicBezTo>
                            <a:pt x="31250" y="19979"/>
                            <a:pt x="27630" y="30456"/>
                            <a:pt x="19915" y="34171"/>
                          </a:cubicBezTo>
                          <a:cubicBezTo>
                            <a:pt x="12200" y="37886"/>
                            <a:pt x="3342" y="33885"/>
                            <a:pt x="770" y="2445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43" name="Forme libre : forme 942">
                      <a:extLst>
                        <a:ext uri="{FF2B5EF4-FFF2-40B4-BE49-F238E27FC236}">
                          <a16:creationId xmlns:a16="http://schemas.microsoft.com/office/drawing/2014/main" id="{16A3A715-52C1-4A77-83E8-CDDCBED0A7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56398" y="4403553"/>
                      <a:ext cx="29372" cy="31681"/>
                    </a:xfrm>
                    <a:custGeom>
                      <a:avLst/>
                      <a:gdLst>
                        <a:gd name="connsiteX0" fmla="*/ 14523 w 29372"/>
                        <a:gd name="connsiteY0" fmla="*/ 17489 h 31681"/>
                        <a:gd name="connsiteX1" fmla="*/ 29191 w 29372"/>
                        <a:gd name="connsiteY1" fmla="*/ 19965 h 31681"/>
                        <a:gd name="connsiteX2" fmla="*/ 28334 w 29372"/>
                        <a:gd name="connsiteY2" fmla="*/ 10917 h 31681"/>
                        <a:gd name="connsiteX3" fmla="*/ 9760 w 29372"/>
                        <a:gd name="connsiteY3" fmla="*/ 1392 h 31681"/>
                        <a:gd name="connsiteX4" fmla="*/ 807 w 29372"/>
                        <a:gd name="connsiteY4" fmla="*/ 24442 h 31681"/>
                        <a:gd name="connsiteX5" fmla="*/ 4998 w 29372"/>
                        <a:gd name="connsiteY5" fmla="*/ 31681 h 31681"/>
                        <a:gd name="connsiteX6" fmla="*/ 14523 w 29372"/>
                        <a:gd name="connsiteY6" fmla="*/ 17489 h 31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372" h="31681">
                          <a:moveTo>
                            <a:pt x="14523" y="17489"/>
                          </a:moveTo>
                          <a:cubicBezTo>
                            <a:pt x="19666" y="14917"/>
                            <a:pt x="25191" y="16155"/>
                            <a:pt x="29191" y="19965"/>
                          </a:cubicBezTo>
                          <a:cubicBezTo>
                            <a:pt x="29572" y="17013"/>
                            <a:pt x="29382" y="13869"/>
                            <a:pt x="28334" y="10917"/>
                          </a:cubicBezTo>
                          <a:cubicBezTo>
                            <a:pt x="25381" y="1868"/>
                            <a:pt x="17285" y="-2418"/>
                            <a:pt x="9760" y="1392"/>
                          </a:cubicBezTo>
                          <a:cubicBezTo>
                            <a:pt x="2331" y="5106"/>
                            <a:pt x="-1860" y="15107"/>
                            <a:pt x="807" y="24442"/>
                          </a:cubicBezTo>
                          <a:cubicBezTo>
                            <a:pt x="1664" y="27395"/>
                            <a:pt x="3093" y="29871"/>
                            <a:pt x="4998" y="31681"/>
                          </a:cubicBezTo>
                          <a:cubicBezTo>
                            <a:pt x="5950" y="25680"/>
                            <a:pt x="9379" y="20061"/>
                            <a:pt x="14523" y="1748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44" name="Forme libre : forme 943">
                      <a:extLst>
                        <a:ext uri="{FF2B5EF4-FFF2-40B4-BE49-F238E27FC236}">
                          <a16:creationId xmlns:a16="http://schemas.microsoft.com/office/drawing/2014/main" id="{9A926A14-834C-4EC4-B280-36C3A76110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59983" y="4418947"/>
                      <a:ext cx="13374" cy="15716"/>
                    </a:xfrm>
                    <a:custGeom>
                      <a:avLst/>
                      <a:gdLst>
                        <a:gd name="connsiteX0" fmla="*/ 2365 w 13374"/>
                        <a:gd name="connsiteY0" fmla="*/ 13430 h 15716"/>
                        <a:gd name="connsiteX1" fmla="*/ 1603 w 13374"/>
                        <a:gd name="connsiteY1" fmla="*/ 2286 h 15716"/>
                        <a:gd name="connsiteX2" fmla="*/ 10937 w 13374"/>
                        <a:gd name="connsiteY2" fmla="*/ 2286 h 15716"/>
                        <a:gd name="connsiteX3" fmla="*/ 11890 w 13374"/>
                        <a:gd name="connsiteY3" fmla="*/ 13430 h 15716"/>
                        <a:gd name="connsiteX4" fmla="*/ 2365 w 13374"/>
                        <a:gd name="connsiteY4" fmla="*/ 13430 h 15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74" h="15716">
                          <a:moveTo>
                            <a:pt x="2365" y="13430"/>
                          </a:moveTo>
                          <a:cubicBezTo>
                            <a:pt x="-492" y="10382"/>
                            <a:pt x="-778" y="5143"/>
                            <a:pt x="1603" y="2286"/>
                          </a:cubicBezTo>
                          <a:cubicBezTo>
                            <a:pt x="3984" y="-762"/>
                            <a:pt x="8080" y="-762"/>
                            <a:pt x="10937" y="2286"/>
                          </a:cubicBezTo>
                          <a:cubicBezTo>
                            <a:pt x="13795" y="5334"/>
                            <a:pt x="14176" y="10382"/>
                            <a:pt x="11890" y="13430"/>
                          </a:cubicBezTo>
                          <a:cubicBezTo>
                            <a:pt x="9413" y="16478"/>
                            <a:pt x="5127" y="16478"/>
                            <a:pt x="2365" y="1343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45" name="Forme libre : forme 944">
                      <a:extLst>
                        <a:ext uri="{FF2B5EF4-FFF2-40B4-BE49-F238E27FC236}">
                          <a16:creationId xmlns:a16="http://schemas.microsoft.com/office/drawing/2014/main" id="{3FD0F817-5EBD-4D37-A9F5-6144084E45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9719" y="4426227"/>
                      <a:ext cx="4880" cy="5822"/>
                    </a:xfrm>
                    <a:custGeom>
                      <a:avLst/>
                      <a:gdLst>
                        <a:gd name="connsiteX0" fmla="*/ 155 w 4880"/>
                        <a:gd name="connsiteY0" fmla="*/ 4054 h 5822"/>
                        <a:gd name="connsiteX1" fmla="*/ 1583 w 4880"/>
                        <a:gd name="connsiteY1" fmla="*/ 244 h 5822"/>
                        <a:gd name="connsiteX2" fmla="*/ 4726 w 4880"/>
                        <a:gd name="connsiteY2" fmla="*/ 1768 h 5822"/>
                        <a:gd name="connsiteX3" fmla="*/ 3298 w 4880"/>
                        <a:gd name="connsiteY3" fmla="*/ 5578 h 5822"/>
                        <a:gd name="connsiteX4" fmla="*/ 155 w 4880"/>
                        <a:gd name="connsiteY4" fmla="*/ 4054 h 58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80" h="5822">
                          <a:moveTo>
                            <a:pt x="155" y="4054"/>
                          </a:moveTo>
                          <a:cubicBezTo>
                            <a:pt x="-322" y="2530"/>
                            <a:pt x="345" y="816"/>
                            <a:pt x="1583" y="244"/>
                          </a:cubicBezTo>
                          <a:cubicBezTo>
                            <a:pt x="2822" y="-423"/>
                            <a:pt x="4250" y="339"/>
                            <a:pt x="4726" y="1768"/>
                          </a:cubicBezTo>
                          <a:cubicBezTo>
                            <a:pt x="5203" y="3292"/>
                            <a:pt x="4536" y="5007"/>
                            <a:pt x="3298" y="5578"/>
                          </a:cubicBezTo>
                          <a:cubicBezTo>
                            <a:pt x="2059" y="6245"/>
                            <a:pt x="631" y="5483"/>
                            <a:pt x="155" y="40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46" name="Graphique 15">
                    <a:extLst>
                      <a:ext uri="{FF2B5EF4-FFF2-40B4-BE49-F238E27FC236}">
                        <a16:creationId xmlns:a16="http://schemas.microsoft.com/office/drawing/2014/main" id="{C55AE3D5-B684-44DA-A07A-B8CD3FBC0E4E}"/>
                      </a:ext>
                    </a:extLst>
                  </p:cNvPr>
                  <p:cNvGrpSpPr/>
                  <p:nvPr/>
                </p:nvGrpSpPr>
                <p:grpSpPr>
                  <a:xfrm>
                    <a:off x="10231318" y="4388148"/>
                    <a:ext cx="28817" cy="35583"/>
                    <a:chOff x="10231318" y="4388148"/>
                    <a:chExt cx="28817" cy="35583"/>
                  </a:xfrm>
                  <a:solidFill>
                    <a:schemeClr val="accent1"/>
                  </a:solidFill>
                </p:grpSpPr>
                <p:sp>
                  <p:nvSpPr>
                    <p:cNvPr id="947" name="Forme libre : forme 946">
                      <a:extLst>
                        <a:ext uri="{FF2B5EF4-FFF2-40B4-BE49-F238E27FC236}">
                          <a16:creationId xmlns:a16="http://schemas.microsoft.com/office/drawing/2014/main" id="{0F1F5381-959A-4EBB-AF17-D248367730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1318" y="4388198"/>
                      <a:ext cx="28817" cy="35533"/>
                    </a:xfrm>
                    <a:custGeom>
                      <a:avLst/>
                      <a:gdLst>
                        <a:gd name="connsiteX0" fmla="*/ 550 w 28817"/>
                        <a:gd name="connsiteY0" fmla="*/ 23986 h 35533"/>
                        <a:gd name="connsiteX1" fmla="*/ 10361 w 28817"/>
                        <a:gd name="connsiteY1" fmla="*/ 1126 h 35533"/>
                        <a:gd name="connsiteX2" fmla="*/ 28077 w 28817"/>
                        <a:gd name="connsiteY2" fmla="*/ 11508 h 35533"/>
                        <a:gd name="connsiteX3" fmla="*/ 18838 w 28817"/>
                        <a:gd name="connsiteY3" fmla="*/ 34368 h 35533"/>
                        <a:gd name="connsiteX4" fmla="*/ 550 w 28817"/>
                        <a:gd name="connsiteY4" fmla="*/ 23986 h 35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817" h="35533">
                          <a:moveTo>
                            <a:pt x="550" y="23986"/>
                          </a:moveTo>
                          <a:cubicBezTo>
                            <a:pt x="-1640" y="14842"/>
                            <a:pt x="2931" y="4650"/>
                            <a:pt x="10361" y="1126"/>
                          </a:cubicBezTo>
                          <a:cubicBezTo>
                            <a:pt x="17791" y="-2303"/>
                            <a:pt x="25601" y="2365"/>
                            <a:pt x="28077" y="11508"/>
                          </a:cubicBezTo>
                          <a:cubicBezTo>
                            <a:pt x="30554" y="20748"/>
                            <a:pt x="26649" y="30940"/>
                            <a:pt x="18838" y="34368"/>
                          </a:cubicBezTo>
                          <a:cubicBezTo>
                            <a:pt x="11123" y="37893"/>
                            <a:pt x="2741" y="33130"/>
                            <a:pt x="550" y="239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48" name="Forme libre : forme 947">
                      <a:extLst>
                        <a:ext uri="{FF2B5EF4-FFF2-40B4-BE49-F238E27FC236}">
                          <a16:creationId xmlns:a16="http://schemas.microsoft.com/office/drawing/2014/main" id="{BF85B741-BD72-4DA0-BA2C-94D5FE81FC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1318" y="4388148"/>
                      <a:ext cx="28749" cy="31275"/>
                    </a:xfrm>
                    <a:custGeom>
                      <a:avLst/>
                      <a:gdLst>
                        <a:gd name="connsiteX0" fmla="*/ 14266 w 28749"/>
                        <a:gd name="connsiteY0" fmla="*/ 17464 h 31275"/>
                        <a:gd name="connsiteX1" fmla="*/ 28459 w 28749"/>
                        <a:gd name="connsiteY1" fmla="*/ 20702 h 31275"/>
                        <a:gd name="connsiteX2" fmla="*/ 28077 w 28749"/>
                        <a:gd name="connsiteY2" fmla="*/ 11558 h 31275"/>
                        <a:gd name="connsiteX3" fmla="*/ 10361 w 28749"/>
                        <a:gd name="connsiteY3" fmla="*/ 1176 h 31275"/>
                        <a:gd name="connsiteX4" fmla="*/ 550 w 28749"/>
                        <a:gd name="connsiteY4" fmla="*/ 24036 h 31275"/>
                        <a:gd name="connsiteX5" fmla="*/ 4360 w 28749"/>
                        <a:gd name="connsiteY5" fmla="*/ 31275 h 31275"/>
                        <a:gd name="connsiteX6" fmla="*/ 14266 w 28749"/>
                        <a:gd name="connsiteY6" fmla="*/ 17464 h 312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49" h="31275">
                          <a:moveTo>
                            <a:pt x="14266" y="17464"/>
                          </a:moveTo>
                          <a:cubicBezTo>
                            <a:pt x="19410" y="15082"/>
                            <a:pt x="24744" y="16607"/>
                            <a:pt x="28459" y="20702"/>
                          </a:cubicBezTo>
                          <a:cubicBezTo>
                            <a:pt x="28935" y="17749"/>
                            <a:pt x="28839" y="14606"/>
                            <a:pt x="28077" y="11558"/>
                          </a:cubicBezTo>
                          <a:cubicBezTo>
                            <a:pt x="25601" y="2319"/>
                            <a:pt x="17791" y="-2348"/>
                            <a:pt x="10361" y="1176"/>
                          </a:cubicBezTo>
                          <a:cubicBezTo>
                            <a:pt x="2931" y="4605"/>
                            <a:pt x="-1640" y="14892"/>
                            <a:pt x="550" y="24036"/>
                          </a:cubicBezTo>
                          <a:cubicBezTo>
                            <a:pt x="1217" y="26989"/>
                            <a:pt x="2646" y="29370"/>
                            <a:pt x="4360" y="31275"/>
                          </a:cubicBezTo>
                          <a:cubicBezTo>
                            <a:pt x="5599" y="25179"/>
                            <a:pt x="9218" y="19845"/>
                            <a:pt x="14266" y="1746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49" name="Forme libre : forme 948">
                      <a:extLst>
                        <a:ext uri="{FF2B5EF4-FFF2-40B4-BE49-F238E27FC236}">
                          <a16:creationId xmlns:a16="http://schemas.microsoft.com/office/drawing/2014/main" id="{0CFADCD3-D117-4094-8A9F-426972DC36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4652" y="4403141"/>
                      <a:ext cx="13072" cy="15933"/>
                    </a:xfrm>
                    <a:custGeom>
                      <a:avLst/>
                      <a:gdLst>
                        <a:gd name="connsiteX0" fmla="*/ 2074 w 13072"/>
                        <a:gd name="connsiteY0" fmla="*/ 13330 h 15933"/>
                        <a:gd name="connsiteX1" fmla="*/ 1789 w 13072"/>
                        <a:gd name="connsiteY1" fmla="*/ 2090 h 15933"/>
                        <a:gd name="connsiteX2" fmla="*/ 10933 w 13072"/>
                        <a:gd name="connsiteY2" fmla="*/ 2566 h 15933"/>
                        <a:gd name="connsiteX3" fmla="*/ 11409 w 13072"/>
                        <a:gd name="connsiteY3" fmla="*/ 13806 h 15933"/>
                        <a:gd name="connsiteX4" fmla="*/ 2074 w 13072"/>
                        <a:gd name="connsiteY4" fmla="*/ 13330 h 15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72" h="15933">
                          <a:moveTo>
                            <a:pt x="2074" y="13330"/>
                          </a:moveTo>
                          <a:cubicBezTo>
                            <a:pt x="-593" y="10091"/>
                            <a:pt x="-688" y="5138"/>
                            <a:pt x="1789" y="2090"/>
                          </a:cubicBezTo>
                          <a:cubicBezTo>
                            <a:pt x="4265" y="-862"/>
                            <a:pt x="8266" y="-672"/>
                            <a:pt x="10933" y="2566"/>
                          </a:cubicBezTo>
                          <a:cubicBezTo>
                            <a:pt x="13600" y="5805"/>
                            <a:pt x="13790" y="10853"/>
                            <a:pt x="11409" y="13806"/>
                          </a:cubicBezTo>
                          <a:cubicBezTo>
                            <a:pt x="8932" y="16854"/>
                            <a:pt x="4741" y="16568"/>
                            <a:pt x="2074" y="1333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50" name="Forme libre : forme 949">
                      <a:extLst>
                        <a:ext uri="{FF2B5EF4-FFF2-40B4-BE49-F238E27FC236}">
                          <a16:creationId xmlns:a16="http://schemas.microsoft.com/office/drawing/2014/main" id="{44250906-A634-4736-8E58-1CF95ED7FE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44144" y="4410851"/>
                      <a:ext cx="4785" cy="5770"/>
                    </a:xfrm>
                    <a:custGeom>
                      <a:avLst/>
                      <a:gdLst>
                        <a:gd name="connsiteX0" fmla="*/ 106 w 4785"/>
                        <a:gd name="connsiteY0" fmla="*/ 3905 h 5770"/>
                        <a:gd name="connsiteX1" fmla="*/ 1725 w 4785"/>
                        <a:gd name="connsiteY1" fmla="*/ 190 h 5770"/>
                        <a:gd name="connsiteX2" fmla="*/ 4678 w 4785"/>
                        <a:gd name="connsiteY2" fmla="*/ 1904 h 5770"/>
                        <a:gd name="connsiteX3" fmla="*/ 3154 w 4785"/>
                        <a:gd name="connsiteY3" fmla="*/ 5619 h 5770"/>
                        <a:gd name="connsiteX4" fmla="*/ 106 w 4785"/>
                        <a:gd name="connsiteY4" fmla="*/ 3905 h 5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5" h="5770">
                          <a:moveTo>
                            <a:pt x="106" y="3905"/>
                          </a:moveTo>
                          <a:cubicBezTo>
                            <a:pt x="-275" y="2381"/>
                            <a:pt x="392" y="666"/>
                            <a:pt x="1725" y="190"/>
                          </a:cubicBezTo>
                          <a:cubicBezTo>
                            <a:pt x="2964" y="-382"/>
                            <a:pt x="4297" y="380"/>
                            <a:pt x="4678" y="1904"/>
                          </a:cubicBezTo>
                          <a:cubicBezTo>
                            <a:pt x="5059" y="3428"/>
                            <a:pt x="4392" y="5143"/>
                            <a:pt x="3154" y="5619"/>
                          </a:cubicBezTo>
                          <a:cubicBezTo>
                            <a:pt x="1916" y="6095"/>
                            <a:pt x="487" y="5428"/>
                            <a:pt x="106" y="39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951" name="Graphique 15">
                  <a:extLst>
                    <a:ext uri="{FF2B5EF4-FFF2-40B4-BE49-F238E27FC236}">
                      <a16:creationId xmlns:a16="http://schemas.microsoft.com/office/drawing/2014/main" id="{F0992B0F-863A-415E-9D2F-744F60F343B7}"/>
                    </a:ext>
                  </a:extLst>
                </p:cNvPr>
                <p:cNvGrpSpPr/>
                <p:nvPr/>
              </p:nvGrpSpPr>
              <p:grpSpPr>
                <a:xfrm>
                  <a:off x="10190250" y="4287200"/>
                  <a:ext cx="62080" cy="90030"/>
                  <a:chOff x="10190250" y="4287200"/>
                  <a:chExt cx="62080" cy="90030"/>
                </a:xfrm>
                <a:solidFill>
                  <a:schemeClr val="accent1"/>
                </a:solidFill>
              </p:grpSpPr>
              <p:grpSp>
                <p:nvGrpSpPr>
                  <p:cNvPr id="952" name="Graphique 15">
                    <a:extLst>
                      <a:ext uri="{FF2B5EF4-FFF2-40B4-BE49-F238E27FC236}">
                        <a16:creationId xmlns:a16="http://schemas.microsoft.com/office/drawing/2014/main" id="{E1AB5457-8272-402A-93DA-40A89FE1B51C}"/>
                      </a:ext>
                    </a:extLst>
                  </p:cNvPr>
                  <p:cNvGrpSpPr/>
                  <p:nvPr/>
                </p:nvGrpSpPr>
                <p:grpSpPr>
                  <a:xfrm>
                    <a:off x="10227632" y="4287200"/>
                    <a:ext cx="24698" cy="35441"/>
                    <a:chOff x="10227632" y="4287200"/>
                    <a:chExt cx="24698" cy="35441"/>
                  </a:xfrm>
                  <a:solidFill>
                    <a:schemeClr val="accent1"/>
                  </a:solidFill>
                </p:grpSpPr>
                <p:sp>
                  <p:nvSpPr>
                    <p:cNvPr id="953" name="Forme libre : forme 952">
                      <a:extLst>
                        <a:ext uri="{FF2B5EF4-FFF2-40B4-BE49-F238E27FC236}">
                          <a16:creationId xmlns:a16="http://schemas.microsoft.com/office/drawing/2014/main" id="{FE864D25-6777-4E59-8D62-2B0B6ED102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27632" y="4287200"/>
                      <a:ext cx="24698" cy="35441"/>
                    </a:xfrm>
                    <a:custGeom>
                      <a:avLst/>
                      <a:gdLst>
                        <a:gd name="connsiteX0" fmla="*/ 15190 w 24698"/>
                        <a:gd name="connsiteY0" fmla="*/ 34497 h 35441"/>
                        <a:gd name="connsiteX1" fmla="*/ 236 w 24698"/>
                        <a:gd name="connsiteY1" fmla="*/ 23448 h 35441"/>
                        <a:gd name="connsiteX2" fmla="*/ 9856 w 24698"/>
                        <a:gd name="connsiteY2" fmla="*/ 969 h 35441"/>
                        <a:gd name="connsiteX3" fmla="*/ 24334 w 24698"/>
                        <a:gd name="connsiteY3" fmla="*/ 11541 h 35441"/>
                        <a:gd name="connsiteX4" fmla="*/ 15190 w 24698"/>
                        <a:gd name="connsiteY4" fmla="*/ 34497 h 35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698" h="35441">
                          <a:moveTo>
                            <a:pt x="15190" y="34497"/>
                          </a:moveTo>
                          <a:cubicBezTo>
                            <a:pt x="8427" y="37640"/>
                            <a:pt x="1569" y="32687"/>
                            <a:pt x="236" y="23448"/>
                          </a:cubicBezTo>
                          <a:cubicBezTo>
                            <a:pt x="-1098" y="14208"/>
                            <a:pt x="3379" y="4207"/>
                            <a:pt x="9856" y="969"/>
                          </a:cubicBezTo>
                          <a:cubicBezTo>
                            <a:pt x="16333" y="-2175"/>
                            <a:pt x="22619" y="2588"/>
                            <a:pt x="24334" y="11541"/>
                          </a:cubicBezTo>
                          <a:cubicBezTo>
                            <a:pt x="25953" y="20686"/>
                            <a:pt x="22048" y="30973"/>
                            <a:pt x="15190" y="3449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54" name="Forme libre : forme 953">
                      <a:extLst>
                        <a:ext uri="{FF2B5EF4-FFF2-40B4-BE49-F238E27FC236}">
                          <a16:creationId xmlns:a16="http://schemas.microsoft.com/office/drawing/2014/main" id="{6825F52D-5438-4F11-9293-1C437BCCE4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27632" y="4287249"/>
                      <a:ext cx="20714" cy="35355"/>
                    </a:xfrm>
                    <a:custGeom>
                      <a:avLst/>
                      <a:gdLst>
                        <a:gd name="connsiteX0" fmla="*/ 12142 w 20714"/>
                        <a:gd name="connsiteY0" fmla="*/ 17969 h 35355"/>
                        <a:gd name="connsiteX1" fmla="*/ 15952 w 20714"/>
                        <a:gd name="connsiteY1" fmla="*/ 348 h 35355"/>
                        <a:gd name="connsiteX2" fmla="*/ 9856 w 20714"/>
                        <a:gd name="connsiteY2" fmla="*/ 919 h 35355"/>
                        <a:gd name="connsiteX3" fmla="*/ 236 w 20714"/>
                        <a:gd name="connsiteY3" fmla="*/ 23398 h 35355"/>
                        <a:gd name="connsiteX4" fmla="*/ 15190 w 20714"/>
                        <a:gd name="connsiteY4" fmla="*/ 34447 h 35355"/>
                        <a:gd name="connsiteX5" fmla="*/ 20714 w 20714"/>
                        <a:gd name="connsiteY5" fmla="*/ 29208 h 35355"/>
                        <a:gd name="connsiteX6" fmla="*/ 12142 w 20714"/>
                        <a:gd name="connsiteY6" fmla="*/ 17969 h 35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714" h="35355">
                          <a:moveTo>
                            <a:pt x="12142" y="17969"/>
                          </a:moveTo>
                          <a:cubicBezTo>
                            <a:pt x="11094" y="11682"/>
                            <a:pt x="12809" y="5015"/>
                            <a:pt x="15952" y="348"/>
                          </a:cubicBezTo>
                          <a:cubicBezTo>
                            <a:pt x="14047" y="-224"/>
                            <a:pt x="11952" y="-129"/>
                            <a:pt x="9856" y="919"/>
                          </a:cubicBezTo>
                          <a:cubicBezTo>
                            <a:pt x="3379" y="4158"/>
                            <a:pt x="-1098" y="14254"/>
                            <a:pt x="236" y="23398"/>
                          </a:cubicBezTo>
                          <a:cubicBezTo>
                            <a:pt x="1569" y="32637"/>
                            <a:pt x="8427" y="37495"/>
                            <a:pt x="15190" y="34447"/>
                          </a:cubicBezTo>
                          <a:cubicBezTo>
                            <a:pt x="17381" y="33304"/>
                            <a:pt x="19190" y="31494"/>
                            <a:pt x="20714" y="29208"/>
                          </a:cubicBezTo>
                          <a:cubicBezTo>
                            <a:pt x="16523" y="28446"/>
                            <a:pt x="13094" y="24160"/>
                            <a:pt x="12142" y="1796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55" name="Forme libre : forme 954">
                      <a:extLst>
                        <a:ext uri="{FF2B5EF4-FFF2-40B4-BE49-F238E27FC236}">
                          <a16:creationId xmlns:a16="http://schemas.microsoft.com/office/drawing/2014/main" id="{540719C2-1192-4F0A-89AE-73DA98B093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7413" y="4302436"/>
                      <a:ext cx="11257" cy="15961"/>
                    </a:xfrm>
                    <a:custGeom>
                      <a:avLst/>
                      <a:gdLst>
                        <a:gd name="connsiteX0" fmla="*/ 8933 w 11257"/>
                        <a:gd name="connsiteY0" fmla="*/ 13069 h 15961"/>
                        <a:gd name="connsiteX1" fmla="*/ 1027 w 11257"/>
                        <a:gd name="connsiteY1" fmla="*/ 14022 h 15961"/>
                        <a:gd name="connsiteX2" fmla="*/ 2361 w 11257"/>
                        <a:gd name="connsiteY2" fmla="*/ 2782 h 15961"/>
                        <a:gd name="connsiteX3" fmla="*/ 10171 w 11257"/>
                        <a:gd name="connsiteY3" fmla="*/ 1830 h 15961"/>
                        <a:gd name="connsiteX4" fmla="*/ 8933 w 11257"/>
                        <a:gd name="connsiteY4" fmla="*/ 13069 h 15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57" h="15961">
                          <a:moveTo>
                            <a:pt x="8933" y="13069"/>
                          </a:moveTo>
                          <a:cubicBezTo>
                            <a:pt x="6361" y="16594"/>
                            <a:pt x="2837" y="16879"/>
                            <a:pt x="1027" y="14022"/>
                          </a:cubicBezTo>
                          <a:cubicBezTo>
                            <a:pt x="-783" y="11164"/>
                            <a:pt x="-116" y="6116"/>
                            <a:pt x="2361" y="2782"/>
                          </a:cubicBezTo>
                          <a:cubicBezTo>
                            <a:pt x="4932" y="-647"/>
                            <a:pt x="8266" y="-837"/>
                            <a:pt x="10171" y="1830"/>
                          </a:cubicBezTo>
                          <a:cubicBezTo>
                            <a:pt x="11981" y="4592"/>
                            <a:pt x="11505" y="9545"/>
                            <a:pt x="8933" y="1306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56" name="Forme libre : forme 955">
                      <a:extLst>
                        <a:ext uri="{FF2B5EF4-FFF2-40B4-BE49-F238E27FC236}">
                          <a16:creationId xmlns:a16="http://schemas.microsoft.com/office/drawing/2014/main" id="{CF4630D3-585A-46F8-A9EA-AC55DA4293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43328" y="4300876"/>
                      <a:ext cx="4078" cy="5854"/>
                    </a:xfrm>
                    <a:custGeom>
                      <a:avLst/>
                      <a:gdLst>
                        <a:gd name="connsiteX0" fmla="*/ 2542 w 4078"/>
                        <a:gd name="connsiteY0" fmla="*/ 5676 h 5854"/>
                        <a:gd name="connsiteX1" fmla="*/ 66 w 4078"/>
                        <a:gd name="connsiteY1" fmla="*/ 3866 h 5854"/>
                        <a:gd name="connsiteX2" fmla="*/ 1590 w 4078"/>
                        <a:gd name="connsiteY2" fmla="*/ 152 h 5854"/>
                        <a:gd name="connsiteX3" fmla="*/ 3971 w 4078"/>
                        <a:gd name="connsiteY3" fmla="*/ 1866 h 5854"/>
                        <a:gd name="connsiteX4" fmla="*/ 2542 w 4078"/>
                        <a:gd name="connsiteY4" fmla="*/ 5676 h 58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78" h="5854">
                          <a:moveTo>
                            <a:pt x="2542" y="5676"/>
                          </a:moveTo>
                          <a:cubicBezTo>
                            <a:pt x="1399" y="6247"/>
                            <a:pt x="352" y="5390"/>
                            <a:pt x="66" y="3866"/>
                          </a:cubicBezTo>
                          <a:cubicBezTo>
                            <a:pt x="-220" y="2342"/>
                            <a:pt x="447" y="723"/>
                            <a:pt x="1590" y="152"/>
                          </a:cubicBezTo>
                          <a:cubicBezTo>
                            <a:pt x="2638" y="-325"/>
                            <a:pt x="3781" y="342"/>
                            <a:pt x="3971" y="1866"/>
                          </a:cubicBezTo>
                          <a:cubicBezTo>
                            <a:pt x="4352" y="3390"/>
                            <a:pt x="3686" y="5104"/>
                            <a:pt x="2542" y="56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57" name="Graphique 15">
                    <a:extLst>
                      <a:ext uri="{FF2B5EF4-FFF2-40B4-BE49-F238E27FC236}">
                        <a16:creationId xmlns:a16="http://schemas.microsoft.com/office/drawing/2014/main" id="{5791408A-5F2C-4A2B-815B-2A6DCECEF355}"/>
                      </a:ext>
                    </a:extLst>
                  </p:cNvPr>
                  <p:cNvGrpSpPr/>
                  <p:nvPr/>
                </p:nvGrpSpPr>
                <p:grpSpPr>
                  <a:xfrm>
                    <a:off x="10206529" y="4311163"/>
                    <a:ext cx="25931" cy="35299"/>
                    <a:chOff x="10206529" y="4311163"/>
                    <a:chExt cx="25931" cy="35299"/>
                  </a:xfrm>
                  <a:solidFill>
                    <a:schemeClr val="accent1"/>
                  </a:solidFill>
                </p:grpSpPr>
                <p:sp>
                  <p:nvSpPr>
                    <p:cNvPr id="958" name="Forme libre : forme 957">
                      <a:extLst>
                        <a:ext uri="{FF2B5EF4-FFF2-40B4-BE49-F238E27FC236}">
                          <a16:creationId xmlns:a16="http://schemas.microsoft.com/office/drawing/2014/main" id="{3FFA05A1-4765-477A-80A4-65B976E4AA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6529" y="4311168"/>
                      <a:ext cx="25931" cy="35294"/>
                    </a:xfrm>
                    <a:custGeom>
                      <a:avLst/>
                      <a:gdLst>
                        <a:gd name="connsiteX0" fmla="*/ 15719 w 25931"/>
                        <a:gd name="connsiteY0" fmla="*/ 34341 h 35294"/>
                        <a:gd name="connsiteX1" fmla="*/ 193 w 25931"/>
                        <a:gd name="connsiteY1" fmla="*/ 23102 h 35294"/>
                        <a:gd name="connsiteX2" fmla="*/ 10671 w 25931"/>
                        <a:gd name="connsiteY2" fmla="*/ 1003 h 35294"/>
                        <a:gd name="connsiteX3" fmla="*/ 25625 w 25931"/>
                        <a:gd name="connsiteY3" fmla="*/ 11862 h 35294"/>
                        <a:gd name="connsiteX4" fmla="*/ 15719 w 25931"/>
                        <a:gd name="connsiteY4" fmla="*/ 34341 h 35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31" h="35294">
                          <a:moveTo>
                            <a:pt x="15719" y="34341"/>
                          </a:moveTo>
                          <a:cubicBezTo>
                            <a:pt x="8575" y="37484"/>
                            <a:pt x="1336" y="32627"/>
                            <a:pt x="193" y="23102"/>
                          </a:cubicBezTo>
                          <a:cubicBezTo>
                            <a:pt x="-1045" y="13672"/>
                            <a:pt x="3813" y="3956"/>
                            <a:pt x="10671" y="1003"/>
                          </a:cubicBezTo>
                          <a:cubicBezTo>
                            <a:pt x="17529" y="-2235"/>
                            <a:pt x="24101" y="2623"/>
                            <a:pt x="25625" y="11862"/>
                          </a:cubicBezTo>
                          <a:cubicBezTo>
                            <a:pt x="27149" y="21196"/>
                            <a:pt x="22863" y="31198"/>
                            <a:pt x="15719" y="3434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59" name="Forme libre : forme 958">
                      <a:extLst>
                        <a:ext uri="{FF2B5EF4-FFF2-40B4-BE49-F238E27FC236}">
                          <a16:creationId xmlns:a16="http://schemas.microsoft.com/office/drawing/2014/main" id="{2A68C339-0C02-45BE-A564-93DE656E6D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6529" y="4311163"/>
                      <a:ext cx="21529" cy="35299"/>
                    </a:xfrm>
                    <a:custGeom>
                      <a:avLst/>
                      <a:gdLst>
                        <a:gd name="connsiteX0" fmla="*/ 12766 w 21529"/>
                        <a:gd name="connsiteY0" fmla="*/ 17868 h 35299"/>
                        <a:gd name="connsiteX1" fmla="*/ 17148 w 21529"/>
                        <a:gd name="connsiteY1" fmla="*/ 342 h 35299"/>
                        <a:gd name="connsiteX2" fmla="*/ 10671 w 21529"/>
                        <a:gd name="connsiteY2" fmla="*/ 1009 h 35299"/>
                        <a:gd name="connsiteX3" fmla="*/ 193 w 21529"/>
                        <a:gd name="connsiteY3" fmla="*/ 23107 h 35299"/>
                        <a:gd name="connsiteX4" fmla="*/ 15719 w 21529"/>
                        <a:gd name="connsiteY4" fmla="*/ 34346 h 35299"/>
                        <a:gd name="connsiteX5" fmla="*/ 21529 w 21529"/>
                        <a:gd name="connsiteY5" fmla="*/ 29489 h 35299"/>
                        <a:gd name="connsiteX6" fmla="*/ 12766 w 21529"/>
                        <a:gd name="connsiteY6" fmla="*/ 17868 h 352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529" h="35299">
                          <a:moveTo>
                            <a:pt x="12766" y="17868"/>
                          </a:moveTo>
                          <a:cubicBezTo>
                            <a:pt x="11814" y="11582"/>
                            <a:pt x="13719" y="5009"/>
                            <a:pt x="17148" y="342"/>
                          </a:cubicBezTo>
                          <a:cubicBezTo>
                            <a:pt x="15147" y="-230"/>
                            <a:pt x="12957" y="-134"/>
                            <a:pt x="10671" y="1009"/>
                          </a:cubicBezTo>
                          <a:cubicBezTo>
                            <a:pt x="3813" y="3961"/>
                            <a:pt x="-1045" y="13677"/>
                            <a:pt x="193" y="23107"/>
                          </a:cubicBezTo>
                          <a:cubicBezTo>
                            <a:pt x="1336" y="32632"/>
                            <a:pt x="8575" y="37490"/>
                            <a:pt x="15719" y="34346"/>
                          </a:cubicBezTo>
                          <a:cubicBezTo>
                            <a:pt x="18005" y="33394"/>
                            <a:pt x="19910" y="31584"/>
                            <a:pt x="21529" y="29489"/>
                          </a:cubicBezTo>
                          <a:cubicBezTo>
                            <a:pt x="17148" y="28250"/>
                            <a:pt x="13719" y="24059"/>
                            <a:pt x="12766" y="178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60" name="Forme libre : forme 959">
                      <a:extLst>
                        <a:ext uri="{FF2B5EF4-FFF2-40B4-BE49-F238E27FC236}">
                          <a16:creationId xmlns:a16="http://schemas.microsoft.com/office/drawing/2014/main" id="{8FD6634E-F38E-49AB-954B-AD2C993C87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16648" y="4326448"/>
                      <a:ext cx="11928" cy="15834"/>
                    </a:xfrm>
                    <a:custGeom>
                      <a:avLst/>
                      <a:gdLst>
                        <a:gd name="connsiteX0" fmla="*/ 9410 w 11928"/>
                        <a:gd name="connsiteY0" fmla="*/ 13060 h 15834"/>
                        <a:gd name="connsiteX1" fmla="*/ 1028 w 11928"/>
                        <a:gd name="connsiteY1" fmla="*/ 13918 h 15834"/>
                        <a:gd name="connsiteX2" fmla="*/ 2648 w 11928"/>
                        <a:gd name="connsiteY2" fmla="*/ 2774 h 15834"/>
                        <a:gd name="connsiteX3" fmla="*/ 10839 w 11928"/>
                        <a:gd name="connsiteY3" fmla="*/ 1916 h 15834"/>
                        <a:gd name="connsiteX4" fmla="*/ 9410 w 11928"/>
                        <a:gd name="connsiteY4" fmla="*/ 13060 h 158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28" h="15834">
                          <a:moveTo>
                            <a:pt x="9410" y="13060"/>
                          </a:moveTo>
                          <a:cubicBezTo>
                            <a:pt x="6743" y="16394"/>
                            <a:pt x="2933" y="16775"/>
                            <a:pt x="1028" y="13918"/>
                          </a:cubicBezTo>
                          <a:cubicBezTo>
                            <a:pt x="-877" y="11060"/>
                            <a:pt x="-19" y="6107"/>
                            <a:pt x="2648" y="2774"/>
                          </a:cubicBezTo>
                          <a:cubicBezTo>
                            <a:pt x="5410" y="-560"/>
                            <a:pt x="9029" y="-941"/>
                            <a:pt x="10839" y="1916"/>
                          </a:cubicBezTo>
                          <a:cubicBezTo>
                            <a:pt x="12744" y="4679"/>
                            <a:pt x="12077" y="9727"/>
                            <a:pt x="9410" y="1306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61" name="Forme libre : forme 960">
                      <a:extLst>
                        <a:ext uri="{FF2B5EF4-FFF2-40B4-BE49-F238E27FC236}">
                          <a16:creationId xmlns:a16="http://schemas.microsoft.com/office/drawing/2014/main" id="{75A5ABFE-98E2-44C5-B98D-AA0F95C42F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23168" y="4324794"/>
                      <a:ext cx="4193" cy="5806"/>
                    </a:xfrm>
                    <a:custGeom>
                      <a:avLst/>
                      <a:gdLst>
                        <a:gd name="connsiteX0" fmla="*/ 2509 w 4193"/>
                        <a:gd name="connsiteY0" fmla="*/ 5666 h 5806"/>
                        <a:gd name="connsiteX1" fmla="*/ 32 w 4193"/>
                        <a:gd name="connsiteY1" fmla="*/ 3856 h 5806"/>
                        <a:gd name="connsiteX2" fmla="*/ 1651 w 4193"/>
                        <a:gd name="connsiteY2" fmla="*/ 141 h 5806"/>
                        <a:gd name="connsiteX3" fmla="*/ 4128 w 4193"/>
                        <a:gd name="connsiteY3" fmla="*/ 1951 h 5806"/>
                        <a:gd name="connsiteX4" fmla="*/ 2509 w 4193"/>
                        <a:gd name="connsiteY4" fmla="*/ 5666 h 5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93" h="5806">
                          <a:moveTo>
                            <a:pt x="2509" y="5666"/>
                          </a:moveTo>
                          <a:cubicBezTo>
                            <a:pt x="1366" y="6142"/>
                            <a:pt x="223" y="5380"/>
                            <a:pt x="32" y="3856"/>
                          </a:cubicBezTo>
                          <a:cubicBezTo>
                            <a:pt x="-158" y="2332"/>
                            <a:pt x="508" y="712"/>
                            <a:pt x="1651" y="141"/>
                          </a:cubicBezTo>
                          <a:cubicBezTo>
                            <a:pt x="2794" y="-335"/>
                            <a:pt x="3937" y="427"/>
                            <a:pt x="4128" y="1951"/>
                          </a:cubicBezTo>
                          <a:cubicBezTo>
                            <a:pt x="4414" y="3475"/>
                            <a:pt x="3747" y="5189"/>
                            <a:pt x="2509" y="566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62" name="Graphique 15">
                    <a:extLst>
                      <a:ext uri="{FF2B5EF4-FFF2-40B4-BE49-F238E27FC236}">
                        <a16:creationId xmlns:a16="http://schemas.microsoft.com/office/drawing/2014/main" id="{D596CADA-7926-4A62-A435-1641FEBAE82B}"/>
                      </a:ext>
                    </a:extLst>
                  </p:cNvPr>
                  <p:cNvGrpSpPr/>
                  <p:nvPr/>
                </p:nvGrpSpPr>
                <p:grpSpPr>
                  <a:xfrm>
                    <a:off x="10190250" y="4341768"/>
                    <a:ext cx="27336" cy="35461"/>
                    <a:chOff x="10190250" y="4341768"/>
                    <a:chExt cx="27336" cy="35461"/>
                  </a:xfrm>
                  <a:solidFill>
                    <a:schemeClr val="accent1"/>
                  </a:solidFill>
                </p:grpSpPr>
                <p:sp>
                  <p:nvSpPr>
                    <p:cNvPr id="963" name="Forme libre : forme 962">
                      <a:extLst>
                        <a:ext uri="{FF2B5EF4-FFF2-40B4-BE49-F238E27FC236}">
                          <a16:creationId xmlns:a16="http://schemas.microsoft.com/office/drawing/2014/main" id="{8A29277F-9C05-408E-8177-007FEE8302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0250" y="4341768"/>
                      <a:ext cx="27336" cy="35366"/>
                    </a:xfrm>
                    <a:custGeom>
                      <a:avLst/>
                      <a:gdLst>
                        <a:gd name="connsiteX0" fmla="*/ 16377 w 27336"/>
                        <a:gd name="connsiteY0" fmla="*/ 34506 h 35366"/>
                        <a:gd name="connsiteX1" fmla="*/ 184 w 27336"/>
                        <a:gd name="connsiteY1" fmla="*/ 22600 h 35366"/>
                        <a:gd name="connsiteX2" fmla="*/ 11328 w 27336"/>
                        <a:gd name="connsiteY2" fmla="*/ 693 h 35366"/>
                        <a:gd name="connsiteX3" fmla="*/ 27045 w 27336"/>
                        <a:gd name="connsiteY3" fmla="*/ 12123 h 35366"/>
                        <a:gd name="connsiteX4" fmla="*/ 16377 w 27336"/>
                        <a:gd name="connsiteY4" fmla="*/ 34506 h 35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336" h="35366">
                          <a:moveTo>
                            <a:pt x="16377" y="34506"/>
                          </a:moveTo>
                          <a:cubicBezTo>
                            <a:pt x="8757" y="37650"/>
                            <a:pt x="1423" y="31839"/>
                            <a:pt x="184" y="22600"/>
                          </a:cubicBezTo>
                          <a:cubicBezTo>
                            <a:pt x="-1054" y="13266"/>
                            <a:pt x="4090" y="3455"/>
                            <a:pt x="11328" y="693"/>
                          </a:cubicBezTo>
                          <a:cubicBezTo>
                            <a:pt x="18568" y="-1879"/>
                            <a:pt x="25426" y="2883"/>
                            <a:pt x="27045" y="12123"/>
                          </a:cubicBezTo>
                          <a:cubicBezTo>
                            <a:pt x="28569" y="21362"/>
                            <a:pt x="23997" y="31363"/>
                            <a:pt x="16377" y="3450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64" name="Forme libre : forme 963">
                      <a:extLst>
                        <a:ext uri="{FF2B5EF4-FFF2-40B4-BE49-F238E27FC236}">
                          <a16:creationId xmlns:a16="http://schemas.microsoft.com/office/drawing/2014/main" id="{B6BAFE16-089A-4AE8-9376-D766F6ED7E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0250" y="4341853"/>
                      <a:ext cx="22567" cy="35377"/>
                    </a:xfrm>
                    <a:custGeom>
                      <a:avLst/>
                      <a:gdLst>
                        <a:gd name="connsiteX0" fmla="*/ 13424 w 22567"/>
                        <a:gd name="connsiteY0" fmla="*/ 17848 h 35377"/>
                        <a:gd name="connsiteX1" fmla="*/ 18091 w 22567"/>
                        <a:gd name="connsiteY1" fmla="*/ 513 h 35377"/>
                        <a:gd name="connsiteX2" fmla="*/ 11328 w 22567"/>
                        <a:gd name="connsiteY2" fmla="*/ 703 h 35377"/>
                        <a:gd name="connsiteX3" fmla="*/ 184 w 22567"/>
                        <a:gd name="connsiteY3" fmla="*/ 22611 h 35377"/>
                        <a:gd name="connsiteX4" fmla="*/ 16377 w 22567"/>
                        <a:gd name="connsiteY4" fmla="*/ 34517 h 35377"/>
                        <a:gd name="connsiteX5" fmla="*/ 22568 w 22567"/>
                        <a:gd name="connsiteY5" fmla="*/ 29659 h 35377"/>
                        <a:gd name="connsiteX6" fmla="*/ 13424 w 22567"/>
                        <a:gd name="connsiteY6" fmla="*/ 17848 h 353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2567" h="35377">
                          <a:moveTo>
                            <a:pt x="13424" y="17848"/>
                          </a:moveTo>
                          <a:cubicBezTo>
                            <a:pt x="12471" y="11466"/>
                            <a:pt x="14567" y="4894"/>
                            <a:pt x="18091" y="513"/>
                          </a:cubicBezTo>
                          <a:cubicBezTo>
                            <a:pt x="15996" y="-154"/>
                            <a:pt x="13710" y="-250"/>
                            <a:pt x="11328" y="703"/>
                          </a:cubicBezTo>
                          <a:cubicBezTo>
                            <a:pt x="4090" y="3465"/>
                            <a:pt x="-1054" y="13276"/>
                            <a:pt x="184" y="22611"/>
                          </a:cubicBezTo>
                          <a:cubicBezTo>
                            <a:pt x="1423" y="31850"/>
                            <a:pt x="8757" y="37660"/>
                            <a:pt x="16377" y="34517"/>
                          </a:cubicBezTo>
                          <a:cubicBezTo>
                            <a:pt x="18758" y="33564"/>
                            <a:pt x="20853" y="31755"/>
                            <a:pt x="22568" y="29659"/>
                          </a:cubicBezTo>
                          <a:cubicBezTo>
                            <a:pt x="17996" y="28325"/>
                            <a:pt x="14281" y="24230"/>
                            <a:pt x="13424" y="1784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65" name="Forme libre : forme 964">
                      <a:extLst>
                        <a:ext uri="{FF2B5EF4-FFF2-40B4-BE49-F238E27FC236}">
                          <a16:creationId xmlns:a16="http://schemas.microsoft.com/office/drawing/2014/main" id="{7FAA400D-9E73-483A-B47D-7B8442E716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0845" y="4357228"/>
                      <a:ext cx="12642" cy="15756"/>
                    </a:xfrm>
                    <a:custGeom>
                      <a:avLst/>
                      <a:gdLst>
                        <a:gd name="connsiteX0" fmla="*/ 9877 w 12642"/>
                        <a:gd name="connsiteY0" fmla="*/ 13046 h 15756"/>
                        <a:gd name="connsiteX1" fmla="*/ 1019 w 12642"/>
                        <a:gd name="connsiteY1" fmla="*/ 13713 h 15756"/>
                        <a:gd name="connsiteX2" fmla="*/ 2829 w 12642"/>
                        <a:gd name="connsiteY2" fmla="*/ 2569 h 15756"/>
                        <a:gd name="connsiteX3" fmla="*/ 11497 w 12642"/>
                        <a:gd name="connsiteY3" fmla="*/ 1902 h 15756"/>
                        <a:gd name="connsiteX4" fmla="*/ 9877 w 12642"/>
                        <a:gd name="connsiteY4" fmla="*/ 13046 h 15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2" h="15756">
                          <a:moveTo>
                            <a:pt x="9877" y="13046"/>
                          </a:moveTo>
                          <a:cubicBezTo>
                            <a:pt x="7020" y="16285"/>
                            <a:pt x="2924" y="16761"/>
                            <a:pt x="1019" y="13713"/>
                          </a:cubicBezTo>
                          <a:cubicBezTo>
                            <a:pt x="-886" y="10665"/>
                            <a:pt x="-29" y="5712"/>
                            <a:pt x="2829" y="2569"/>
                          </a:cubicBezTo>
                          <a:cubicBezTo>
                            <a:pt x="5686" y="-479"/>
                            <a:pt x="9591" y="-956"/>
                            <a:pt x="11497" y="1902"/>
                          </a:cubicBezTo>
                          <a:cubicBezTo>
                            <a:pt x="13497" y="4664"/>
                            <a:pt x="12830" y="9712"/>
                            <a:pt x="9877" y="1304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66" name="Forme libre : forme 965">
                      <a:extLst>
                        <a:ext uri="{FF2B5EF4-FFF2-40B4-BE49-F238E27FC236}">
                          <a16:creationId xmlns:a16="http://schemas.microsoft.com/office/drawing/2014/main" id="{3659A78C-C73C-472B-A62E-750C613401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7715" y="4355523"/>
                      <a:ext cx="4561" cy="5843"/>
                    </a:xfrm>
                    <a:custGeom>
                      <a:avLst/>
                      <a:gdLst>
                        <a:gd name="connsiteX0" fmla="*/ 2722 w 4561"/>
                        <a:gd name="connsiteY0" fmla="*/ 5702 h 5843"/>
                        <a:gd name="connsiteX1" fmla="*/ 55 w 4561"/>
                        <a:gd name="connsiteY1" fmla="*/ 3893 h 5843"/>
                        <a:gd name="connsiteX2" fmla="*/ 1865 w 4561"/>
                        <a:gd name="connsiteY2" fmla="*/ 178 h 5843"/>
                        <a:gd name="connsiteX3" fmla="*/ 4532 w 4561"/>
                        <a:gd name="connsiteY3" fmla="*/ 1988 h 5843"/>
                        <a:gd name="connsiteX4" fmla="*/ 2722 w 4561"/>
                        <a:gd name="connsiteY4" fmla="*/ 5702 h 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61" h="5843">
                          <a:moveTo>
                            <a:pt x="2722" y="5702"/>
                          </a:moveTo>
                          <a:cubicBezTo>
                            <a:pt x="1484" y="6179"/>
                            <a:pt x="341" y="5417"/>
                            <a:pt x="55" y="3893"/>
                          </a:cubicBezTo>
                          <a:cubicBezTo>
                            <a:pt x="-231" y="2369"/>
                            <a:pt x="627" y="750"/>
                            <a:pt x="1865" y="178"/>
                          </a:cubicBezTo>
                          <a:cubicBezTo>
                            <a:pt x="3103" y="-393"/>
                            <a:pt x="4246" y="464"/>
                            <a:pt x="4532" y="1988"/>
                          </a:cubicBezTo>
                          <a:cubicBezTo>
                            <a:pt x="4723" y="3607"/>
                            <a:pt x="3960" y="5226"/>
                            <a:pt x="2722" y="570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967" name="Graphique 15">
                  <a:extLst>
                    <a:ext uri="{FF2B5EF4-FFF2-40B4-BE49-F238E27FC236}">
                      <a16:creationId xmlns:a16="http://schemas.microsoft.com/office/drawing/2014/main" id="{EAD2AFA8-CA37-48F9-823D-2DB4D1D25A77}"/>
                    </a:ext>
                  </a:extLst>
                </p:cNvPr>
                <p:cNvGrpSpPr/>
                <p:nvPr/>
              </p:nvGrpSpPr>
              <p:grpSpPr>
                <a:xfrm>
                  <a:off x="10087135" y="4367292"/>
                  <a:ext cx="87778" cy="48483"/>
                  <a:chOff x="10087135" y="4367292"/>
                  <a:chExt cx="87778" cy="48483"/>
                </a:xfrm>
                <a:solidFill>
                  <a:schemeClr val="accent1"/>
                </a:solidFill>
              </p:grpSpPr>
              <p:grpSp>
                <p:nvGrpSpPr>
                  <p:cNvPr id="968" name="Graphique 15">
                    <a:extLst>
                      <a:ext uri="{FF2B5EF4-FFF2-40B4-BE49-F238E27FC236}">
                        <a16:creationId xmlns:a16="http://schemas.microsoft.com/office/drawing/2014/main" id="{11AC15AC-98F1-404C-A051-10AF1E31808B}"/>
                      </a:ext>
                    </a:extLst>
                  </p:cNvPr>
                  <p:cNvGrpSpPr/>
                  <p:nvPr/>
                </p:nvGrpSpPr>
                <p:grpSpPr>
                  <a:xfrm>
                    <a:off x="10145884" y="4367292"/>
                    <a:ext cx="29029" cy="35317"/>
                    <a:chOff x="10145884" y="4367292"/>
                    <a:chExt cx="29029" cy="35317"/>
                  </a:xfrm>
                  <a:solidFill>
                    <a:schemeClr val="accent1"/>
                  </a:solidFill>
                </p:grpSpPr>
                <p:sp>
                  <p:nvSpPr>
                    <p:cNvPr id="969" name="Forme libre : forme 968">
                      <a:extLst>
                        <a:ext uri="{FF2B5EF4-FFF2-40B4-BE49-F238E27FC236}">
                          <a16:creationId xmlns:a16="http://schemas.microsoft.com/office/drawing/2014/main" id="{842F6A0C-8597-4519-8870-309F5CED6A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45979" y="4367292"/>
                      <a:ext cx="28934" cy="35317"/>
                    </a:xfrm>
                    <a:custGeom>
                      <a:avLst/>
                      <a:gdLst>
                        <a:gd name="connsiteX0" fmla="*/ 8070 w 28934"/>
                        <a:gd name="connsiteY0" fmla="*/ 34129 h 35317"/>
                        <a:gd name="connsiteX1" fmla="*/ 1688 w 28934"/>
                        <a:gd name="connsiteY1" fmla="*/ 11459 h 35317"/>
                        <a:gd name="connsiteX2" fmla="*/ 20929 w 28934"/>
                        <a:gd name="connsiteY2" fmla="*/ 1077 h 35317"/>
                        <a:gd name="connsiteX3" fmla="*/ 27596 w 28934"/>
                        <a:gd name="connsiteY3" fmla="*/ 23461 h 35317"/>
                        <a:gd name="connsiteX4" fmla="*/ 8070 w 28934"/>
                        <a:gd name="connsiteY4" fmla="*/ 34129 h 35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934" h="35317">
                          <a:moveTo>
                            <a:pt x="8070" y="34129"/>
                          </a:moveTo>
                          <a:cubicBezTo>
                            <a:pt x="736" y="30605"/>
                            <a:pt x="-2122" y="20508"/>
                            <a:pt x="1688" y="11459"/>
                          </a:cubicBezTo>
                          <a:cubicBezTo>
                            <a:pt x="5498" y="2411"/>
                            <a:pt x="14071" y="-2257"/>
                            <a:pt x="20929" y="1077"/>
                          </a:cubicBezTo>
                          <a:cubicBezTo>
                            <a:pt x="27787" y="4601"/>
                            <a:pt x="30930" y="14126"/>
                            <a:pt x="27596" y="23461"/>
                          </a:cubicBezTo>
                          <a:cubicBezTo>
                            <a:pt x="24262" y="32795"/>
                            <a:pt x="15404" y="37748"/>
                            <a:pt x="8070" y="3412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70" name="Forme libre : forme 969">
                      <a:extLst>
                        <a:ext uri="{FF2B5EF4-FFF2-40B4-BE49-F238E27FC236}">
                          <a16:creationId xmlns:a16="http://schemas.microsoft.com/office/drawing/2014/main" id="{AF9C8E23-641C-44CE-8EAF-DF4F3B002C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45884" y="4367292"/>
                      <a:ext cx="26357" cy="35259"/>
                    </a:xfrm>
                    <a:custGeom>
                      <a:avLst/>
                      <a:gdLst>
                        <a:gd name="connsiteX0" fmla="*/ 14261 w 26357"/>
                        <a:gd name="connsiteY0" fmla="*/ 17555 h 35259"/>
                        <a:gd name="connsiteX1" fmla="*/ 26358 w 26357"/>
                        <a:gd name="connsiteY1" fmla="*/ 6316 h 35259"/>
                        <a:gd name="connsiteX2" fmla="*/ 20928 w 26357"/>
                        <a:gd name="connsiteY2" fmla="*/ 1077 h 35259"/>
                        <a:gd name="connsiteX3" fmla="*/ 1688 w 26357"/>
                        <a:gd name="connsiteY3" fmla="*/ 11459 h 35259"/>
                        <a:gd name="connsiteX4" fmla="*/ 8070 w 26357"/>
                        <a:gd name="connsiteY4" fmla="*/ 34129 h 35259"/>
                        <a:gd name="connsiteX5" fmla="*/ 15309 w 26357"/>
                        <a:gd name="connsiteY5" fmla="*/ 35081 h 35259"/>
                        <a:gd name="connsiteX6" fmla="*/ 14261 w 26357"/>
                        <a:gd name="connsiteY6" fmla="*/ 17555 h 35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357" h="35259">
                          <a:moveTo>
                            <a:pt x="14261" y="17555"/>
                          </a:moveTo>
                          <a:cubicBezTo>
                            <a:pt x="16737" y="11269"/>
                            <a:pt x="21405" y="7364"/>
                            <a:pt x="26358" y="6316"/>
                          </a:cubicBezTo>
                          <a:cubicBezTo>
                            <a:pt x="25024" y="4125"/>
                            <a:pt x="23214" y="2125"/>
                            <a:pt x="20928" y="1077"/>
                          </a:cubicBezTo>
                          <a:cubicBezTo>
                            <a:pt x="14070" y="-2257"/>
                            <a:pt x="5498" y="2411"/>
                            <a:pt x="1688" y="11459"/>
                          </a:cubicBezTo>
                          <a:cubicBezTo>
                            <a:pt x="-2122" y="20508"/>
                            <a:pt x="735" y="30605"/>
                            <a:pt x="8070" y="34129"/>
                          </a:cubicBezTo>
                          <a:cubicBezTo>
                            <a:pt x="10451" y="35272"/>
                            <a:pt x="12927" y="35462"/>
                            <a:pt x="15309" y="35081"/>
                          </a:cubicBezTo>
                          <a:cubicBezTo>
                            <a:pt x="12451" y="30319"/>
                            <a:pt x="11880" y="23747"/>
                            <a:pt x="14261" y="1755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71" name="Forme libre : forme 970">
                      <a:extLst>
                        <a:ext uri="{FF2B5EF4-FFF2-40B4-BE49-F238E27FC236}">
                          <a16:creationId xmlns:a16="http://schemas.microsoft.com/office/drawing/2014/main" id="{94735AC9-8F33-4786-B6C7-14ED95C04C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53192" y="4384987"/>
                      <a:ext cx="14001" cy="14674"/>
                    </a:xfrm>
                    <a:custGeom>
                      <a:avLst/>
                      <a:gdLst>
                        <a:gd name="connsiteX0" fmla="*/ 7048 w 14001"/>
                        <a:gd name="connsiteY0" fmla="*/ 14624 h 14674"/>
                        <a:gd name="connsiteX1" fmla="*/ 0 w 14001"/>
                        <a:gd name="connsiteY1" fmla="*/ 8147 h 14674"/>
                        <a:gd name="connsiteX2" fmla="*/ 7048 w 14001"/>
                        <a:gd name="connsiteY2" fmla="*/ 50 h 14674"/>
                        <a:gd name="connsiteX3" fmla="*/ 14002 w 14001"/>
                        <a:gd name="connsiteY3" fmla="*/ 6528 h 14674"/>
                        <a:gd name="connsiteX4" fmla="*/ 7048 w 14001"/>
                        <a:gd name="connsiteY4" fmla="*/ 14624 h 14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01" h="14674">
                          <a:moveTo>
                            <a:pt x="7048" y="14624"/>
                          </a:moveTo>
                          <a:cubicBezTo>
                            <a:pt x="3143" y="15100"/>
                            <a:pt x="0" y="12147"/>
                            <a:pt x="0" y="8147"/>
                          </a:cubicBezTo>
                          <a:cubicBezTo>
                            <a:pt x="0" y="4146"/>
                            <a:pt x="3238" y="527"/>
                            <a:pt x="7048" y="50"/>
                          </a:cubicBezTo>
                          <a:cubicBezTo>
                            <a:pt x="10858" y="-426"/>
                            <a:pt x="13906" y="2527"/>
                            <a:pt x="14002" y="6528"/>
                          </a:cubicBezTo>
                          <a:cubicBezTo>
                            <a:pt x="14002" y="10528"/>
                            <a:pt x="10954" y="14243"/>
                            <a:pt x="7048" y="1462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72" name="Forme libre : forme 971">
                      <a:extLst>
                        <a:ext uri="{FF2B5EF4-FFF2-40B4-BE49-F238E27FC236}">
                          <a16:creationId xmlns:a16="http://schemas.microsoft.com/office/drawing/2014/main" id="{A040881F-3CFC-468F-B44A-BBD5C517E0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63254" y="4386097"/>
                      <a:ext cx="4734" cy="5798"/>
                    </a:xfrm>
                    <a:custGeom>
                      <a:avLst/>
                      <a:gdLst>
                        <a:gd name="connsiteX0" fmla="*/ 1367 w 4734"/>
                        <a:gd name="connsiteY0" fmla="*/ 5608 h 5798"/>
                        <a:gd name="connsiteX1" fmla="*/ 224 w 4734"/>
                        <a:gd name="connsiteY1" fmla="*/ 1894 h 5798"/>
                        <a:gd name="connsiteX2" fmla="*/ 3368 w 4734"/>
                        <a:gd name="connsiteY2" fmla="*/ 179 h 5798"/>
                        <a:gd name="connsiteX3" fmla="*/ 4511 w 4734"/>
                        <a:gd name="connsiteY3" fmla="*/ 3894 h 5798"/>
                        <a:gd name="connsiteX4" fmla="*/ 1367 w 4734"/>
                        <a:gd name="connsiteY4" fmla="*/ 5608 h 5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34" h="5798">
                          <a:moveTo>
                            <a:pt x="1367" y="5608"/>
                          </a:moveTo>
                          <a:cubicBezTo>
                            <a:pt x="224" y="5037"/>
                            <a:pt x="-347" y="3322"/>
                            <a:pt x="224" y="1894"/>
                          </a:cubicBezTo>
                          <a:cubicBezTo>
                            <a:pt x="796" y="465"/>
                            <a:pt x="2225" y="-392"/>
                            <a:pt x="3368" y="179"/>
                          </a:cubicBezTo>
                          <a:cubicBezTo>
                            <a:pt x="4511" y="750"/>
                            <a:pt x="5082" y="2370"/>
                            <a:pt x="4511" y="3894"/>
                          </a:cubicBezTo>
                          <a:cubicBezTo>
                            <a:pt x="3939" y="5418"/>
                            <a:pt x="2510" y="6180"/>
                            <a:pt x="1367" y="560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73" name="Graphique 15">
                    <a:extLst>
                      <a:ext uri="{FF2B5EF4-FFF2-40B4-BE49-F238E27FC236}">
                        <a16:creationId xmlns:a16="http://schemas.microsoft.com/office/drawing/2014/main" id="{14B051D0-C67B-484A-961A-6544BE6A3F87}"/>
                      </a:ext>
                    </a:extLst>
                  </p:cNvPr>
                  <p:cNvGrpSpPr/>
                  <p:nvPr/>
                </p:nvGrpSpPr>
                <p:grpSpPr>
                  <a:xfrm>
                    <a:off x="10116577" y="4369110"/>
                    <a:ext cx="29698" cy="35176"/>
                    <a:chOff x="10116577" y="4369110"/>
                    <a:chExt cx="29698" cy="35176"/>
                  </a:xfrm>
                  <a:solidFill>
                    <a:schemeClr val="accent1"/>
                  </a:solidFill>
                </p:grpSpPr>
                <p:sp>
                  <p:nvSpPr>
                    <p:cNvPr id="974" name="Forme libre : forme 973">
                      <a:extLst>
                        <a:ext uri="{FF2B5EF4-FFF2-40B4-BE49-F238E27FC236}">
                          <a16:creationId xmlns:a16="http://schemas.microsoft.com/office/drawing/2014/main" id="{98B9F92D-0E55-4C3A-882A-0E65F664D8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16651" y="4369110"/>
                      <a:ext cx="29624" cy="35142"/>
                    </a:xfrm>
                    <a:custGeom>
                      <a:avLst/>
                      <a:gdLst>
                        <a:gd name="connsiteX0" fmla="*/ 7585 w 29624"/>
                        <a:gd name="connsiteY0" fmla="*/ 33740 h 35142"/>
                        <a:gd name="connsiteX1" fmla="*/ 2060 w 29624"/>
                        <a:gd name="connsiteY1" fmla="*/ 10689 h 35142"/>
                        <a:gd name="connsiteX2" fmla="*/ 21967 w 29624"/>
                        <a:gd name="connsiteY2" fmla="*/ 1354 h 35142"/>
                        <a:gd name="connsiteX3" fmla="*/ 27968 w 29624"/>
                        <a:gd name="connsiteY3" fmla="*/ 23929 h 35142"/>
                        <a:gd name="connsiteX4" fmla="*/ 7585 w 29624"/>
                        <a:gd name="connsiteY4" fmla="*/ 33740 h 35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624" h="35142">
                          <a:moveTo>
                            <a:pt x="7585" y="33740"/>
                          </a:moveTo>
                          <a:cubicBezTo>
                            <a:pt x="250" y="29834"/>
                            <a:pt x="-2131" y="19547"/>
                            <a:pt x="2060" y="10689"/>
                          </a:cubicBezTo>
                          <a:cubicBezTo>
                            <a:pt x="6251" y="1831"/>
                            <a:pt x="15109" y="-2360"/>
                            <a:pt x="21967" y="1354"/>
                          </a:cubicBezTo>
                          <a:cubicBezTo>
                            <a:pt x="28921" y="4784"/>
                            <a:pt x="31683" y="14785"/>
                            <a:pt x="27968" y="23929"/>
                          </a:cubicBezTo>
                          <a:cubicBezTo>
                            <a:pt x="24158" y="32787"/>
                            <a:pt x="14824" y="37740"/>
                            <a:pt x="7585" y="337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75" name="Forme libre : forme 974">
                      <a:extLst>
                        <a:ext uri="{FF2B5EF4-FFF2-40B4-BE49-F238E27FC236}">
                          <a16:creationId xmlns:a16="http://schemas.microsoft.com/office/drawing/2014/main" id="{3E650631-8311-42A6-8695-41FCB22E9D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16577" y="4369205"/>
                      <a:ext cx="27280" cy="35080"/>
                    </a:xfrm>
                    <a:custGeom>
                      <a:avLst/>
                      <a:gdLst>
                        <a:gd name="connsiteX0" fmla="*/ 14517 w 27280"/>
                        <a:gd name="connsiteY0" fmla="*/ 17452 h 35080"/>
                        <a:gd name="connsiteX1" fmla="*/ 27280 w 27280"/>
                        <a:gd name="connsiteY1" fmla="*/ 6593 h 35080"/>
                        <a:gd name="connsiteX2" fmla="*/ 21946 w 27280"/>
                        <a:gd name="connsiteY2" fmla="*/ 1354 h 35080"/>
                        <a:gd name="connsiteX3" fmla="*/ 2039 w 27280"/>
                        <a:gd name="connsiteY3" fmla="*/ 10689 h 35080"/>
                        <a:gd name="connsiteX4" fmla="*/ 7564 w 27280"/>
                        <a:gd name="connsiteY4" fmla="*/ 33739 h 35080"/>
                        <a:gd name="connsiteX5" fmla="*/ 14898 w 27280"/>
                        <a:gd name="connsiteY5" fmla="*/ 34882 h 35080"/>
                        <a:gd name="connsiteX6" fmla="*/ 14517 w 27280"/>
                        <a:gd name="connsiteY6" fmla="*/ 17452 h 35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280" h="35080">
                          <a:moveTo>
                            <a:pt x="14517" y="17452"/>
                          </a:moveTo>
                          <a:cubicBezTo>
                            <a:pt x="17184" y="11451"/>
                            <a:pt x="22137" y="7546"/>
                            <a:pt x="27280" y="6593"/>
                          </a:cubicBezTo>
                          <a:cubicBezTo>
                            <a:pt x="26042" y="4307"/>
                            <a:pt x="24232" y="2497"/>
                            <a:pt x="21946" y="1354"/>
                          </a:cubicBezTo>
                          <a:cubicBezTo>
                            <a:pt x="15088" y="-2360"/>
                            <a:pt x="6230" y="1831"/>
                            <a:pt x="2039" y="10689"/>
                          </a:cubicBezTo>
                          <a:cubicBezTo>
                            <a:pt x="-2152" y="19547"/>
                            <a:pt x="325" y="29834"/>
                            <a:pt x="7564" y="33739"/>
                          </a:cubicBezTo>
                          <a:cubicBezTo>
                            <a:pt x="9850" y="34978"/>
                            <a:pt x="12326" y="35359"/>
                            <a:pt x="14898" y="34882"/>
                          </a:cubicBezTo>
                          <a:cubicBezTo>
                            <a:pt x="12136" y="30120"/>
                            <a:pt x="11850" y="23357"/>
                            <a:pt x="14517" y="1745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76" name="Forme libre : forme 975">
                      <a:extLst>
                        <a:ext uri="{FF2B5EF4-FFF2-40B4-BE49-F238E27FC236}">
                          <a16:creationId xmlns:a16="http://schemas.microsoft.com/office/drawing/2014/main" id="{AA8B9FFD-D3E7-458D-AED7-B98F4EE7A3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23751" y="4386743"/>
                      <a:ext cx="14298" cy="14600"/>
                    </a:xfrm>
                    <a:custGeom>
                      <a:avLst/>
                      <a:gdLst>
                        <a:gd name="connsiteX0" fmla="*/ 6866 w 14298"/>
                        <a:gd name="connsiteY0" fmla="*/ 14583 h 14600"/>
                        <a:gd name="connsiteX1" fmla="*/ 8 w 14298"/>
                        <a:gd name="connsiteY1" fmla="*/ 7725 h 14600"/>
                        <a:gd name="connsiteX2" fmla="*/ 7438 w 14298"/>
                        <a:gd name="connsiteY2" fmla="*/ 9 h 14600"/>
                        <a:gd name="connsiteX3" fmla="*/ 14296 w 14298"/>
                        <a:gd name="connsiteY3" fmla="*/ 6582 h 14600"/>
                        <a:gd name="connsiteX4" fmla="*/ 6866 w 14298"/>
                        <a:gd name="connsiteY4" fmla="*/ 14583 h 14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98" h="14600">
                          <a:moveTo>
                            <a:pt x="6866" y="14583"/>
                          </a:moveTo>
                          <a:cubicBezTo>
                            <a:pt x="2866" y="14868"/>
                            <a:pt x="-182" y="11725"/>
                            <a:pt x="8" y="7725"/>
                          </a:cubicBezTo>
                          <a:cubicBezTo>
                            <a:pt x="199" y="3724"/>
                            <a:pt x="3533" y="200"/>
                            <a:pt x="7438" y="9"/>
                          </a:cubicBezTo>
                          <a:cubicBezTo>
                            <a:pt x="11248" y="-181"/>
                            <a:pt x="14391" y="2581"/>
                            <a:pt x="14296" y="6582"/>
                          </a:cubicBezTo>
                          <a:cubicBezTo>
                            <a:pt x="14105" y="10582"/>
                            <a:pt x="10867" y="14201"/>
                            <a:pt x="6866" y="1458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77" name="Forme libre : forme 976">
                      <a:extLst>
                        <a:ext uri="{FF2B5EF4-FFF2-40B4-BE49-F238E27FC236}">
                          <a16:creationId xmlns:a16="http://schemas.microsoft.com/office/drawing/2014/main" id="{3A4C2C4E-7636-4AAC-8681-B090AA0AD8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34008" y="4387934"/>
                      <a:ext cx="4966" cy="5770"/>
                    </a:xfrm>
                    <a:custGeom>
                      <a:avLst/>
                      <a:gdLst>
                        <a:gd name="connsiteX0" fmla="*/ 1277 w 4966"/>
                        <a:gd name="connsiteY0" fmla="*/ 5581 h 5770"/>
                        <a:gd name="connsiteX1" fmla="*/ 325 w 4966"/>
                        <a:gd name="connsiteY1" fmla="*/ 1866 h 5770"/>
                        <a:gd name="connsiteX2" fmla="*/ 3658 w 4966"/>
                        <a:gd name="connsiteY2" fmla="*/ 151 h 5770"/>
                        <a:gd name="connsiteX3" fmla="*/ 4706 w 4966"/>
                        <a:gd name="connsiteY3" fmla="*/ 3866 h 5770"/>
                        <a:gd name="connsiteX4" fmla="*/ 1277 w 4966"/>
                        <a:gd name="connsiteY4" fmla="*/ 5581 h 5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66" h="5770">
                          <a:moveTo>
                            <a:pt x="1277" y="5581"/>
                          </a:moveTo>
                          <a:cubicBezTo>
                            <a:pt x="39" y="5009"/>
                            <a:pt x="-342" y="3390"/>
                            <a:pt x="325" y="1866"/>
                          </a:cubicBezTo>
                          <a:cubicBezTo>
                            <a:pt x="991" y="342"/>
                            <a:pt x="2420" y="-325"/>
                            <a:pt x="3658" y="151"/>
                          </a:cubicBezTo>
                          <a:cubicBezTo>
                            <a:pt x="4897" y="628"/>
                            <a:pt x="5278" y="2342"/>
                            <a:pt x="4706" y="3866"/>
                          </a:cubicBezTo>
                          <a:cubicBezTo>
                            <a:pt x="4040" y="5390"/>
                            <a:pt x="2516" y="6152"/>
                            <a:pt x="1277" y="558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78" name="Graphique 15">
                    <a:extLst>
                      <a:ext uri="{FF2B5EF4-FFF2-40B4-BE49-F238E27FC236}">
                        <a16:creationId xmlns:a16="http://schemas.microsoft.com/office/drawing/2014/main" id="{67A522CC-80E8-4116-BBCE-83F605F7072F}"/>
                      </a:ext>
                    </a:extLst>
                  </p:cNvPr>
                  <p:cNvGrpSpPr/>
                  <p:nvPr/>
                </p:nvGrpSpPr>
                <p:grpSpPr>
                  <a:xfrm>
                    <a:off x="10087135" y="4380867"/>
                    <a:ext cx="30507" cy="34908"/>
                    <a:chOff x="10087135" y="4380867"/>
                    <a:chExt cx="30507" cy="34908"/>
                  </a:xfrm>
                  <a:solidFill>
                    <a:schemeClr val="accent1"/>
                  </a:solidFill>
                </p:grpSpPr>
                <p:sp>
                  <p:nvSpPr>
                    <p:cNvPr id="979" name="Forme libre : forme 978">
                      <a:extLst>
                        <a:ext uri="{FF2B5EF4-FFF2-40B4-BE49-F238E27FC236}">
                          <a16:creationId xmlns:a16="http://schemas.microsoft.com/office/drawing/2014/main" id="{1B097167-6C5C-4690-A339-F2F027826E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87135" y="4380908"/>
                      <a:ext cx="30507" cy="34867"/>
                    </a:xfrm>
                    <a:custGeom>
                      <a:avLst/>
                      <a:gdLst>
                        <a:gd name="connsiteX0" fmla="*/ 7478 w 30507"/>
                        <a:gd name="connsiteY0" fmla="*/ 33371 h 34867"/>
                        <a:gd name="connsiteX1" fmla="*/ 2334 w 30507"/>
                        <a:gd name="connsiteY1" fmla="*/ 10035 h 34867"/>
                        <a:gd name="connsiteX2" fmla="*/ 23099 w 30507"/>
                        <a:gd name="connsiteY2" fmla="*/ 1367 h 34867"/>
                        <a:gd name="connsiteX3" fmla="*/ 28528 w 30507"/>
                        <a:gd name="connsiteY3" fmla="*/ 24418 h 34867"/>
                        <a:gd name="connsiteX4" fmla="*/ 7478 w 30507"/>
                        <a:gd name="connsiteY4" fmla="*/ 33371 h 34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507" h="34867">
                          <a:moveTo>
                            <a:pt x="7478" y="33371"/>
                          </a:moveTo>
                          <a:cubicBezTo>
                            <a:pt x="-47" y="29466"/>
                            <a:pt x="-2142" y="18608"/>
                            <a:pt x="2334" y="10035"/>
                          </a:cubicBezTo>
                          <a:cubicBezTo>
                            <a:pt x="6906" y="1272"/>
                            <a:pt x="15955" y="-2157"/>
                            <a:pt x="23099" y="1367"/>
                          </a:cubicBezTo>
                          <a:cubicBezTo>
                            <a:pt x="30147" y="5177"/>
                            <a:pt x="32624" y="15464"/>
                            <a:pt x="28528" y="24418"/>
                          </a:cubicBezTo>
                          <a:cubicBezTo>
                            <a:pt x="24432" y="33276"/>
                            <a:pt x="15002" y="37276"/>
                            <a:pt x="7478" y="333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0" name="Forme libre : forme 979">
                      <a:extLst>
                        <a:ext uri="{FF2B5EF4-FFF2-40B4-BE49-F238E27FC236}">
                          <a16:creationId xmlns:a16="http://schemas.microsoft.com/office/drawing/2014/main" id="{48939BB5-8C84-475B-B608-9FE59B8116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87135" y="4380867"/>
                      <a:ext cx="28432" cy="34835"/>
                    </a:xfrm>
                    <a:custGeom>
                      <a:avLst/>
                      <a:gdLst>
                        <a:gd name="connsiteX0" fmla="*/ 15002 w 28432"/>
                        <a:gd name="connsiteY0" fmla="*/ 17410 h 34835"/>
                        <a:gd name="connsiteX1" fmla="*/ 28433 w 28432"/>
                        <a:gd name="connsiteY1" fmla="*/ 7028 h 34835"/>
                        <a:gd name="connsiteX2" fmla="*/ 23099 w 28432"/>
                        <a:gd name="connsiteY2" fmla="*/ 1408 h 34835"/>
                        <a:gd name="connsiteX3" fmla="*/ 2334 w 28432"/>
                        <a:gd name="connsiteY3" fmla="*/ 10076 h 34835"/>
                        <a:gd name="connsiteX4" fmla="*/ 7478 w 28432"/>
                        <a:gd name="connsiteY4" fmla="*/ 33412 h 34835"/>
                        <a:gd name="connsiteX5" fmla="*/ 15002 w 28432"/>
                        <a:gd name="connsiteY5" fmla="*/ 34746 h 34835"/>
                        <a:gd name="connsiteX6" fmla="*/ 15002 w 28432"/>
                        <a:gd name="connsiteY6" fmla="*/ 17410 h 34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432" h="34835">
                          <a:moveTo>
                            <a:pt x="15002" y="17410"/>
                          </a:moveTo>
                          <a:cubicBezTo>
                            <a:pt x="17955" y="11409"/>
                            <a:pt x="23194" y="7695"/>
                            <a:pt x="28433" y="7028"/>
                          </a:cubicBezTo>
                          <a:cubicBezTo>
                            <a:pt x="27194" y="4647"/>
                            <a:pt x="25385" y="2646"/>
                            <a:pt x="23099" y="1408"/>
                          </a:cubicBezTo>
                          <a:cubicBezTo>
                            <a:pt x="15955" y="-2211"/>
                            <a:pt x="6906" y="1313"/>
                            <a:pt x="2334" y="10076"/>
                          </a:cubicBezTo>
                          <a:cubicBezTo>
                            <a:pt x="-2142" y="18648"/>
                            <a:pt x="-47" y="29507"/>
                            <a:pt x="7478" y="33412"/>
                          </a:cubicBezTo>
                          <a:cubicBezTo>
                            <a:pt x="9859" y="34650"/>
                            <a:pt x="12431" y="35031"/>
                            <a:pt x="15002" y="34746"/>
                          </a:cubicBezTo>
                          <a:cubicBezTo>
                            <a:pt x="12240" y="29888"/>
                            <a:pt x="12050" y="23315"/>
                            <a:pt x="15002" y="1741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1" name="Forme libre : forme 980">
                      <a:extLst>
                        <a:ext uri="{FF2B5EF4-FFF2-40B4-BE49-F238E27FC236}">
                          <a16:creationId xmlns:a16="http://schemas.microsoft.com/office/drawing/2014/main" id="{A7B59D2A-12BF-46B2-B4FB-1441D74CCD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94214" y="4398364"/>
                      <a:ext cx="14800" cy="14494"/>
                    </a:xfrm>
                    <a:custGeom>
                      <a:avLst/>
                      <a:gdLst>
                        <a:gd name="connsiteX0" fmla="*/ 6971 w 14800"/>
                        <a:gd name="connsiteY0" fmla="*/ 14486 h 14494"/>
                        <a:gd name="connsiteX1" fmla="*/ 18 w 14800"/>
                        <a:gd name="connsiteY1" fmla="*/ 7628 h 14494"/>
                        <a:gd name="connsiteX2" fmla="*/ 7924 w 14800"/>
                        <a:gd name="connsiteY2" fmla="*/ 8 h 14494"/>
                        <a:gd name="connsiteX3" fmla="*/ 14782 w 14800"/>
                        <a:gd name="connsiteY3" fmla="*/ 6866 h 14494"/>
                        <a:gd name="connsiteX4" fmla="*/ 6971 w 14800"/>
                        <a:gd name="connsiteY4" fmla="*/ 14486 h 14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00" h="14494">
                          <a:moveTo>
                            <a:pt x="6971" y="14486"/>
                          </a:moveTo>
                          <a:cubicBezTo>
                            <a:pt x="2875" y="14677"/>
                            <a:pt x="-268" y="11629"/>
                            <a:pt x="18" y="7628"/>
                          </a:cubicBezTo>
                          <a:cubicBezTo>
                            <a:pt x="304" y="3628"/>
                            <a:pt x="3828" y="199"/>
                            <a:pt x="7924" y="8"/>
                          </a:cubicBezTo>
                          <a:cubicBezTo>
                            <a:pt x="12020" y="-182"/>
                            <a:pt x="15067" y="2866"/>
                            <a:pt x="14782" y="6866"/>
                          </a:cubicBezTo>
                          <a:cubicBezTo>
                            <a:pt x="14591" y="10867"/>
                            <a:pt x="11162" y="14296"/>
                            <a:pt x="6971" y="1448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2" name="Forme libre : forme 981">
                      <a:extLst>
                        <a:ext uri="{FF2B5EF4-FFF2-40B4-BE49-F238E27FC236}">
                          <a16:creationId xmlns:a16="http://schemas.microsoft.com/office/drawing/2014/main" id="{787AFEB6-723E-474D-9961-2397A728C7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05052" y="4399788"/>
                      <a:ext cx="5010" cy="5755"/>
                    </a:xfrm>
                    <a:custGeom>
                      <a:avLst/>
                      <a:gdLst>
                        <a:gd name="connsiteX0" fmla="*/ 1277 w 5010"/>
                        <a:gd name="connsiteY0" fmla="*/ 5538 h 5755"/>
                        <a:gd name="connsiteX1" fmla="*/ 325 w 5010"/>
                        <a:gd name="connsiteY1" fmla="*/ 1728 h 5755"/>
                        <a:gd name="connsiteX2" fmla="*/ 3754 w 5010"/>
                        <a:gd name="connsiteY2" fmla="*/ 204 h 5755"/>
                        <a:gd name="connsiteX3" fmla="*/ 4706 w 5010"/>
                        <a:gd name="connsiteY3" fmla="*/ 4014 h 5755"/>
                        <a:gd name="connsiteX4" fmla="*/ 1277 w 5010"/>
                        <a:gd name="connsiteY4" fmla="*/ 5538 h 5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10" h="5755">
                          <a:moveTo>
                            <a:pt x="1277" y="5538"/>
                          </a:moveTo>
                          <a:cubicBezTo>
                            <a:pt x="39" y="4872"/>
                            <a:pt x="-342" y="3252"/>
                            <a:pt x="325" y="1728"/>
                          </a:cubicBezTo>
                          <a:cubicBezTo>
                            <a:pt x="991" y="299"/>
                            <a:pt x="2611" y="-367"/>
                            <a:pt x="3754" y="204"/>
                          </a:cubicBezTo>
                          <a:cubicBezTo>
                            <a:pt x="4897" y="776"/>
                            <a:pt x="5373" y="2490"/>
                            <a:pt x="4706" y="4014"/>
                          </a:cubicBezTo>
                          <a:cubicBezTo>
                            <a:pt x="3944" y="5538"/>
                            <a:pt x="2420" y="6110"/>
                            <a:pt x="1277" y="553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983" name="Graphique 15">
                  <a:extLst>
                    <a:ext uri="{FF2B5EF4-FFF2-40B4-BE49-F238E27FC236}">
                      <a16:creationId xmlns:a16="http://schemas.microsoft.com/office/drawing/2014/main" id="{D1049933-02AC-44D7-980F-04A6D98AA035}"/>
                    </a:ext>
                  </a:extLst>
                </p:cNvPr>
                <p:cNvGrpSpPr/>
                <p:nvPr/>
              </p:nvGrpSpPr>
              <p:grpSpPr>
                <a:xfrm>
                  <a:off x="10037194" y="4458841"/>
                  <a:ext cx="94328" cy="67499"/>
                  <a:chOff x="10037194" y="4458841"/>
                  <a:chExt cx="94328" cy="67499"/>
                </a:xfrm>
                <a:solidFill>
                  <a:schemeClr val="accent1"/>
                </a:solidFill>
              </p:grpSpPr>
              <p:grpSp>
                <p:nvGrpSpPr>
                  <p:cNvPr id="984" name="Graphique 15">
                    <a:extLst>
                      <a:ext uri="{FF2B5EF4-FFF2-40B4-BE49-F238E27FC236}">
                        <a16:creationId xmlns:a16="http://schemas.microsoft.com/office/drawing/2014/main" id="{B72DC861-8423-4942-A20D-9063DEE29AA5}"/>
                      </a:ext>
                    </a:extLst>
                  </p:cNvPr>
                  <p:cNvGrpSpPr/>
                  <p:nvPr/>
                </p:nvGrpSpPr>
                <p:grpSpPr>
                  <a:xfrm>
                    <a:off x="10098370" y="4458841"/>
                    <a:ext cx="33152" cy="35288"/>
                    <a:chOff x="10098370" y="4458841"/>
                    <a:chExt cx="33152" cy="35288"/>
                  </a:xfrm>
                  <a:solidFill>
                    <a:schemeClr val="accent1"/>
                  </a:solidFill>
                </p:grpSpPr>
                <p:sp>
                  <p:nvSpPr>
                    <p:cNvPr id="985" name="Forme libre : forme 984">
                      <a:extLst>
                        <a:ext uri="{FF2B5EF4-FFF2-40B4-BE49-F238E27FC236}">
                          <a16:creationId xmlns:a16="http://schemas.microsoft.com/office/drawing/2014/main" id="{BC3CB299-B54A-4264-A3E9-A7D2D1F517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98370" y="4458841"/>
                      <a:ext cx="33152" cy="35288"/>
                    </a:xfrm>
                    <a:custGeom>
                      <a:avLst/>
                      <a:gdLst>
                        <a:gd name="connsiteX0" fmla="*/ 15007 w 33152"/>
                        <a:gd name="connsiteY0" fmla="*/ 35258 h 35288"/>
                        <a:gd name="connsiteX1" fmla="*/ 148 w 33152"/>
                        <a:gd name="connsiteY1" fmla="*/ 16303 h 35288"/>
                        <a:gd name="connsiteX2" fmla="*/ 18436 w 33152"/>
                        <a:gd name="connsiteY2" fmla="*/ 15 h 35288"/>
                        <a:gd name="connsiteX3" fmla="*/ 33105 w 33152"/>
                        <a:gd name="connsiteY3" fmla="*/ 18494 h 35288"/>
                        <a:gd name="connsiteX4" fmla="*/ 15007 w 33152"/>
                        <a:gd name="connsiteY4" fmla="*/ 35258 h 35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152" h="35288">
                          <a:moveTo>
                            <a:pt x="15007" y="35258"/>
                          </a:moveTo>
                          <a:cubicBezTo>
                            <a:pt x="5577" y="34877"/>
                            <a:pt x="-1090" y="26114"/>
                            <a:pt x="148" y="16303"/>
                          </a:cubicBezTo>
                          <a:cubicBezTo>
                            <a:pt x="1386" y="6397"/>
                            <a:pt x="9578" y="-365"/>
                            <a:pt x="18436" y="15"/>
                          </a:cubicBezTo>
                          <a:cubicBezTo>
                            <a:pt x="27390" y="396"/>
                            <a:pt x="33772" y="8683"/>
                            <a:pt x="33105" y="18494"/>
                          </a:cubicBezTo>
                          <a:cubicBezTo>
                            <a:pt x="32343" y="28305"/>
                            <a:pt x="24342" y="35829"/>
                            <a:pt x="15007" y="3525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6" name="Forme libre : forme 985">
                      <a:extLst>
                        <a:ext uri="{FF2B5EF4-FFF2-40B4-BE49-F238E27FC236}">
                          <a16:creationId xmlns:a16="http://schemas.microsoft.com/office/drawing/2014/main" id="{D599EFF1-C088-4B83-B27D-840CFA4296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98370" y="4458841"/>
                      <a:ext cx="26246" cy="35286"/>
                    </a:xfrm>
                    <a:custGeom>
                      <a:avLst/>
                      <a:gdLst>
                        <a:gd name="connsiteX0" fmla="*/ 16245 w 26246"/>
                        <a:gd name="connsiteY0" fmla="*/ 17732 h 35286"/>
                        <a:gd name="connsiteX1" fmla="*/ 26247 w 26246"/>
                        <a:gd name="connsiteY1" fmla="*/ 2777 h 35286"/>
                        <a:gd name="connsiteX2" fmla="*/ 18436 w 26246"/>
                        <a:gd name="connsiteY2" fmla="*/ 15 h 35286"/>
                        <a:gd name="connsiteX3" fmla="*/ 148 w 26246"/>
                        <a:gd name="connsiteY3" fmla="*/ 16303 h 35286"/>
                        <a:gd name="connsiteX4" fmla="*/ 15007 w 26246"/>
                        <a:gd name="connsiteY4" fmla="*/ 35258 h 35286"/>
                        <a:gd name="connsiteX5" fmla="*/ 23294 w 26246"/>
                        <a:gd name="connsiteY5" fmla="*/ 33448 h 35286"/>
                        <a:gd name="connsiteX6" fmla="*/ 16245 w 26246"/>
                        <a:gd name="connsiteY6" fmla="*/ 17732 h 35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246" h="35286">
                          <a:moveTo>
                            <a:pt x="16245" y="17732"/>
                          </a:moveTo>
                          <a:cubicBezTo>
                            <a:pt x="16912" y="11064"/>
                            <a:pt x="21008" y="5540"/>
                            <a:pt x="26247" y="2777"/>
                          </a:cubicBezTo>
                          <a:cubicBezTo>
                            <a:pt x="24056" y="1158"/>
                            <a:pt x="21389" y="110"/>
                            <a:pt x="18436" y="15"/>
                          </a:cubicBezTo>
                          <a:cubicBezTo>
                            <a:pt x="9483" y="-366"/>
                            <a:pt x="1386" y="6492"/>
                            <a:pt x="148" y="16303"/>
                          </a:cubicBezTo>
                          <a:cubicBezTo>
                            <a:pt x="-1090" y="26114"/>
                            <a:pt x="5577" y="34877"/>
                            <a:pt x="15007" y="35258"/>
                          </a:cubicBezTo>
                          <a:cubicBezTo>
                            <a:pt x="17960" y="35448"/>
                            <a:pt x="20817" y="34686"/>
                            <a:pt x="23294" y="33448"/>
                          </a:cubicBezTo>
                          <a:cubicBezTo>
                            <a:pt x="18531" y="30114"/>
                            <a:pt x="15674" y="24304"/>
                            <a:pt x="16245" y="1773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7" name="Forme libre : forme 986">
                      <a:extLst>
                        <a:ext uri="{FF2B5EF4-FFF2-40B4-BE49-F238E27FC236}">
                          <a16:creationId xmlns:a16="http://schemas.microsoft.com/office/drawing/2014/main" id="{3D23EA02-5A8E-4958-98D6-57ACAEE6C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09291" y="4475890"/>
                      <a:ext cx="15765" cy="15065"/>
                    </a:xfrm>
                    <a:custGeom>
                      <a:avLst/>
                      <a:gdLst>
                        <a:gd name="connsiteX0" fmla="*/ 10373 w 15765"/>
                        <a:gd name="connsiteY0" fmla="*/ 14304 h 15065"/>
                        <a:gd name="connsiteX1" fmla="*/ 371 w 15765"/>
                        <a:gd name="connsiteY1" fmla="*/ 10875 h 15065"/>
                        <a:gd name="connsiteX2" fmla="*/ 5515 w 15765"/>
                        <a:gd name="connsiteY2" fmla="*/ 778 h 15065"/>
                        <a:gd name="connsiteX3" fmla="*/ 15421 w 15765"/>
                        <a:gd name="connsiteY3" fmla="*/ 4207 h 15065"/>
                        <a:gd name="connsiteX4" fmla="*/ 10373 w 15765"/>
                        <a:gd name="connsiteY4" fmla="*/ 14304 h 15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65" h="15065">
                          <a:moveTo>
                            <a:pt x="10373" y="14304"/>
                          </a:moveTo>
                          <a:cubicBezTo>
                            <a:pt x="6182" y="16113"/>
                            <a:pt x="1705" y="14589"/>
                            <a:pt x="371" y="10875"/>
                          </a:cubicBezTo>
                          <a:cubicBezTo>
                            <a:pt x="-962" y="7160"/>
                            <a:pt x="1419" y="2683"/>
                            <a:pt x="5515" y="778"/>
                          </a:cubicBezTo>
                          <a:cubicBezTo>
                            <a:pt x="9611" y="-1031"/>
                            <a:pt x="14087" y="397"/>
                            <a:pt x="15421" y="4207"/>
                          </a:cubicBezTo>
                          <a:cubicBezTo>
                            <a:pt x="16659" y="7922"/>
                            <a:pt x="14469" y="12494"/>
                            <a:pt x="10373" y="1430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88" name="Forme libre : forme 987">
                      <a:extLst>
                        <a:ext uri="{FF2B5EF4-FFF2-40B4-BE49-F238E27FC236}">
                          <a16:creationId xmlns:a16="http://schemas.microsoft.com/office/drawing/2014/main" id="{A964F6BA-64C6-4420-BC76-363CE8696D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19372" y="4475425"/>
                      <a:ext cx="5441" cy="5820"/>
                    </a:xfrm>
                    <a:custGeom>
                      <a:avLst/>
                      <a:gdLst>
                        <a:gd name="connsiteX0" fmla="*/ 2483 w 5441"/>
                        <a:gd name="connsiteY0" fmla="*/ 5815 h 5820"/>
                        <a:gd name="connsiteX1" fmla="*/ 6 w 5441"/>
                        <a:gd name="connsiteY1" fmla="*/ 2767 h 5820"/>
                        <a:gd name="connsiteX2" fmla="*/ 2959 w 5441"/>
                        <a:gd name="connsiteY2" fmla="*/ 5 h 5820"/>
                        <a:gd name="connsiteX3" fmla="*/ 5435 w 5441"/>
                        <a:gd name="connsiteY3" fmla="*/ 3053 h 5820"/>
                        <a:gd name="connsiteX4" fmla="*/ 2483 w 5441"/>
                        <a:gd name="connsiteY4" fmla="*/ 5815 h 5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41" h="5820">
                          <a:moveTo>
                            <a:pt x="2483" y="5815"/>
                          </a:moveTo>
                          <a:cubicBezTo>
                            <a:pt x="959" y="5720"/>
                            <a:pt x="-89" y="4387"/>
                            <a:pt x="6" y="2767"/>
                          </a:cubicBezTo>
                          <a:cubicBezTo>
                            <a:pt x="197" y="1148"/>
                            <a:pt x="1530" y="-90"/>
                            <a:pt x="2959" y="5"/>
                          </a:cubicBezTo>
                          <a:cubicBezTo>
                            <a:pt x="4483" y="100"/>
                            <a:pt x="5531" y="1434"/>
                            <a:pt x="5435" y="3053"/>
                          </a:cubicBezTo>
                          <a:cubicBezTo>
                            <a:pt x="5340" y="4672"/>
                            <a:pt x="4007" y="5911"/>
                            <a:pt x="2483" y="58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89" name="Graphique 15">
                    <a:extLst>
                      <a:ext uri="{FF2B5EF4-FFF2-40B4-BE49-F238E27FC236}">
                        <a16:creationId xmlns:a16="http://schemas.microsoft.com/office/drawing/2014/main" id="{712C6C4C-1AE1-4475-BE19-9375DEF62AA2}"/>
                      </a:ext>
                    </a:extLst>
                  </p:cNvPr>
                  <p:cNvGrpSpPr/>
                  <p:nvPr/>
                </p:nvGrpSpPr>
                <p:grpSpPr>
                  <a:xfrm>
                    <a:off x="10065916" y="4470200"/>
                    <a:ext cx="34048" cy="35446"/>
                    <a:chOff x="10065916" y="4470200"/>
                    <a:chExt cx="34048" cy="35446"/>
                  </a:xfrm>
                  <a:solidFill>
                    <a:schemeClr val="accent1"/>
                  </a:solidFill>
                </p:grpSpPr>
                <p:sp>
                  <p:nvSpPr>
                    <p:cNvPr id="990" name="Forme libre : forme 989">
                      <a:extLst>
                        <a:ext uri="{FF2B5EF4-FFF2-40B4-BE49-F238E27FC236}">
                          <a16:creationId xmlns:a16="http://schemas.microsoft.com/office/drawing/2014/main" id="{878D7B37-8809-477F-80D2-3E2E738E38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5916" y="4470200"/>
                      <a:ext cx="34048" cy="35432"/>
                    </a:xfrm>
                    <a:custGeom>
                      <a:avLst/>
                      <a:gdLst>
                        <a:gd name="connsiteX0" fmla="*/ 14886 w 34048"/>
                        <a:gd name="connsiteY0" fmla="*/ 35329 h 35432"/>
                        <a:gd name="connsiteX1" fmla="*/ 217 w 34048"/>
                        <a:gd name="connsiteY1" fmla="*/ 15802 h 35432"/>
                        <a:gd name="connsiteX2" fmla="*/ 19553 w 34048"/>
                        <a:gd name="connsiteY2" fmla="*/ 86 h 35432"/>
                        <a:gd name="connsiteX3" fmla="*/ 33936 w 34048"/>
                        <a:gd name="connsiteY3" fmla="*/ 19517 h 35432"/>
                        <a:gd name="connsiteX4" fmla="*/ 14886 w 34048"/>
                        <a:gd name="connsiteY4" fmla="*/ 35329 h 35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48" h="35432">
                          <a:moveTo>
                            <a:pt x="14886" y="35329"/>
                          </a:moveTo>
                          <a:cubicBezTo>
                            <a:pt x="5361" y="34186"/>
                            <a:pt x="-1307" y="25423"/>
                            <a:pt x="217" y="15802"/>
                          </a:cubicBezTo>
                          <a:cubicBezTo>
                            <a:pt x="1741" y="6182"/>
                            <a:pt x="10409" y="-866"/>
                            <a:pt x="19553" y="86"/>
                          </a:cubicBezTo>
                          <a:cubicBezTo>
                            <a:pt x="28602" y="1039"/>
                            <a:pt x="34983" y="9707"/>
                            <a:pt x="33936" y="19517"/>
                          </a:cubicBezTo>
                          <a:cubicBezTo>
                            <a:pt x="32888" y="29328"/>
                            <a:pt x="24411" y="36376"/>
                            <a:pt x="14886" y="3532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1" name="Forme libre : forme 990">
                      <a:extLst>
                        <a:ext uri="{FF2B5EF4-FFF2-40B4-BE49-F238E27FC236}">
                          <a16:creationId xmlns:a16="http://schemas.microsoft.com/office/drawing/2014/main" id="{93C03FC5-0D95-4CE1-BA48-A12A92CA96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6011" y="4470200"/>
                      <a:ext cx="27363" cy="35446"/>
                    </a:xfrm>
                    <a:custGeom>
                      <a:avLst/>
                      <a:gdLst>
                        <a:gd name="connsiteX0" fmla="*/ 16696 w 27363"/>
                        <a:gd name="connsiteY0" fmla="*/ 17708 h 35446"/>
                        <a:gd name="connsiteX1" fmla="*/ 27363 w 27363"/>
                        <a:gd name="connsiteY1" fmla="*/ 3325 h 35446"/>
                        <a:gd name="connsiteX2" fmla="*/ 19553 w 27363"/>
                        <a:gd name="connsiteY2" fmla="*/ 86 h 35446"/>
                        <a:gd name="connsiteX3" fmla="*/ 217 w 27363"/>
                        <a:gd name="connsiteY3" fmla="*/ 15802 h 35446"/>
                        <a:gd name="connsiteX4" fmla="*/ 14886 w 27363"/>
                        <a:gd name="connsiteY4" fmla="*/ 35329 h 35446"/>
                        <a:gd name="connsiteX5" fmla="*/ 23458 w 27363"/>
                        <a:gd name="connsiteY5" fmla="*/ 33995 h 35446"/>
                        <a:gd name="connsiteX6" fmla="*/ 16696 w 27363"/>
                        <a:gd name="connsiteY6" fmla="*/ 17708 h 354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363" h="35446">
                          <a:moveTo>
                            <a:pt x="16696" y="17708"/>
                          </a:moveTo>
                          <a:cubicBezTo>
                            <a:pt x="17553" y="11040"/>
                            <a:pt x="21839" y="5801"/>
                            <a:pt x="27363" y="3325"/>
                          </a:cubicBezTo>
                          <a:cubicBezTo>
                            <a:pt x="25173" y="1610"/>
                            <a:pt x="22506" y="372"/>
                            <a:pt x="19553" y="86"/>
                          </a:cubicBezTo>
                          <a:cubicBezTo>
                            <a:pt x="10504" y="-866"/>
                            <a:pt x="1741" y="6182"/>
                            <a:pt x="217" y="15802"/>
                          </a:cubicBezTo>
                          <a:cubicBezTo>
                            <a:pt x="-1307" y="25423"/>
                            <a:pt x="5361" y="34281"/>
                            <a:pt x="14886" y="35329"/>
                          </a:cubicBezTo>
                          <a:cubicBezTo>
                            <a:pt x="17934" y="35710"/>
                            <a:pt x="20791" y="35138"/>
                            <a:pt x="23458" y="33995"/>
                          </a:cubicBezTo>
                          <a:cubicBezTo>
                            <a:pt x="18600" y="30281"/>
                            <a:pt x="15838" y="24280"/>
                            <a:pt x="16696" y="1770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2" name="Forme libre : forme 991">
                      <a:extLst>
                        <a:ext uri="{FF2B5EF4-FFF2-40B4-BE49-F238E27FC236}">
                          <a16:creationId xmlns:a16="http://schemas.microsoft.com/office/drawing/2014/main" id="{8634A3F8-3053-4752-95F9-1480D67CF5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76959" y="4487504"/>
                      <a:ext cx="16171" cy="14998"/>
                    </a:xfrm>
                    <a:custGeom>
                      <a:avLst/>
                      <a:gdLst>
                        <a:gd name="connsiteX0" fmla="*/ 10415 w 16171"/>
                        <a:gd name="connsiteY0" fmla="*/ 14405 h 14998"/>
                        <a:gd name="connsiteX1" fmla="*/ 319 w 16171"/>
                        <a:gd name="connsiteY1" fmla="*/ 10404 h 14998"/>
                        <a:gd name="connsiteX2" fmla="*/ 5843 w 16171"/>
                        <a:gd name="connsiteY2" fmla="*/ 594 h 14998"/>
                        <a:gd name="connsiteX3" fmla="*/ 15845 w 16171"/>
                        <a:gd name="connsiteY3" fmla="*/ 4594 h 14998"/>
                        <a:gd name="connsiteX4" fmla="*/ 10415 w 16171"/>
                        <a:gd name="connsiteY4" fmla="*/ 14405 h 14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71" h="14998">
                          <a:moveTo>
                            <a:pt x="10415" y="14405"/>
                          </a:moveTo>
                          <a:cubicBezTo>
                            <a:pt x="6129" y="16024"/>
                            <a:pt x="1557" y="14214"/>
                            <a:pt x="319" y="10404"/>
                          </a:cubicBezTo>
                          <a:cubicBezTo>
                            <a:pt x="-919" y="6595"/>
                            <a:pt x="1557" y="2213"/>
                            <a:pt x="5843" y="594"/>
                          </a:cubicBezTo>
                          <a:cubicBezTo>
                            <a:pt x="10130" y="-1025"/>
                            <a:pt x="14511" y="784"/>
                            <a:pt x="15845" y="4594"/>
                          </a:cubicBezTo>
                          <a:cubicBezTo>
                            <a:pt x="17083" y="8309"/>
                            <a:pt x="14702" y="12786"/>
                            <a:pt x="10415" y="1440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3" name="Forme libre : forme 992">
                      <a:extLst>
                        <a:ext uri="{FF2B5EF4-FFF2-40B4-BE49-F238E27FC236}">
                          <a16:creationId xmlns:a16="http://schemas.microsoft.com/office/drawing/2014/main" id="{53C12654-32A5-43A8-9735-0AC4C89936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87447" y="4487220"/>
                      <a:ext cx="5569" cy="5850"/>
                    </a:xfrm>
                    <a:custGeom>
                      <a:avLst/>
                      <a:gdLst>
                        <a:gd name="connsiteX0" fmla="*/ 2404 w 5569"/>
                        <a:gd name="connsiteY0" fmla="*/ 5831 h 5850"/>
                        <a:gd name="connsiteX1" fmla="*/ 22 w 5569"/>
                        <a:gd name="connsiteY1" fmla="*/ 2592 h 5850"/>
                        <a:gd name="connsiteX2" fmla="*/ 3166 w 5569"/>
                        <a:gd name="connsiteY2" fmla="*/ 21 h 5850"/>
                        <a:gd name="connsiteX3" fmla="*/ 5547 w 5569"/>
                        <a:gd name="connsiteY3" fmla="*/ 3259 h 5850"/>
                        <a:gd name="connsiteX4" fmla="*/ 2404 w 5569"/>
                        <a:gd name="connsiteY4" fmla="*/ 5831 h 5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9" h="5850">
                          <a:moveTo>
                            <a:pt x="2404" y="5831"/>
                          </a:moveTo>
                          <a:cubicBezTo>
                            <a:pt x="880" y="5640"/>
                            <a:pt x="-168" y="4212"/>
                            <a:pt x="22" y="2592"/>
                          </a:cubicBezTo>
                          <a:cubicBezTo>
                            <a:pt x="213" y="973"/>
                            <a:pt x="1641" y="-170"/>
                            <a:pt x="3166" y="21"/>
                          </a:cubicBezTo>
                          <a:cubicBezTo>
                            <a:pt x="4690" y="211"/>
                            <a:pt x="5737" y="1640"/>
                            <a:pt x="5547" y="3259"/>
                          </a:cubicBezTo>
                          <a:cubicBezTo>
                            <a:pt x="5356" y="4783"/>
                            <a:pt x="3927" y="6022"/>
                            <a:pt x="2404" y="58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994" name="Graphique 15">
                    <a:extLst>
                      <a:ext uri="{FF2B5EF4-FFF2-40B4-BE49-F238E27FC236}">
                        <a16:creationId xmlns:a16="http://schemas.microsoft.com/office/drawing/2014/main" id="{190683DC-B693-46B0-8E7A-8084B54FB576}"/>
                      </a:ext>
                    </a:extLst>
                  </p:cNvPr>
                  <p:cNvGrpSpPr/>
                  <p:nvPr/>
                </p:nvGrpSpPr>
                <p:grpSpPr>
                  <a:xfrm>
                    <a:off x="10037194" y="4490736"/>
                    <a:ext cx="35185" cy="35604"/>
                    <a:chOff x="10037194" y="4490736"/>
                    <a:chExt cx="35185" cy="35604"/>
                  </a:xfrm>
                  <a:solidFill>
                    <a:schemeClr val="accent1"/>
                  </a:solidFill>
                </p:grpSpPr>
                <p:sp>
                  <p:nvSpPr>
                    <p:cNvPr id="995" name="Forme libre : forme 994">
                      <a:extLst>
                        <a:ext uri="{FF2B5EF4-FFF2-40B4-BE49-F238E27FC236}">
                          <a16:creationId xmlns:a16="http://schemas.microsoft.com/office/drawing/2014/main" id="{64FCA8B3-8457-4C71-8DED-6291A4F023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37194" y="4490736"/>
                      <a:ext cx="35185" cy="35604"/>
                    </a:xfrm>
                    <a:custGeom>
                      <a:avLst/>
                      <a:gdLst>
                        <a:gd name="connsiteX0" fmla="*/ 15033 w 35185"/>
                        <a:gd name="connsiteY0" fmla="*/ 35462 h 35604"/>
                        <a:gd name="connsiteX1" fmla="*/ 269 w 35185"/>
                        <a:gd name="connsiteY1" fmla="*/ 14983 h 35604"/>
                        <a:gd name="connsiteX2" fmla="*/ 20367 w 35185"/>
                        <a:gd name="connsiteY2" fmla="*/ 219 h 35604"/>
                        <a:gd name="connsiteX3" fmla="*/ 35035 w 35185"/>
                        <a:gd name="connsiteY3" fmla="*/ 19936 h 35604"/>
                        <a:gd name="connsiteX4" fmla="*/ 15033 w 35185"/>
                        <a:gd name="connsiteY4" fmla="*/ 35462 h 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85" h="35604">
                          <a:moveTo>
                            <a:pt x="15033" y="35462"/>
                          </a:moveTo>
                          <a:cubicBezTo>
                            <a:pt x="5222" y="34033"/>
                            <a:pt x="-1446" y="24603"/>
                            <a:pt x="269" y="14983"/>
                          </a:cubicBezTo>
                          <a:cubicBezTo>
                            <a:pt x="1983" y="5268"/>
                            <a:pt x="11032" y="-1305"/>
                            <a:pt x="20367" y="219"/>
                          </a:cubicBezTo>
                          <a:cubicBezTo>
                            <a:pt x="29701" y="1648"/>
                            <a:pt x="36273" y="10125"/>
                            <a:pt x="35035" y="19936"/>
                          </a:cubicBezTo>
                          <a:cubicBezTo>
                            <a:pt x="33797" y="29747"/>
                            <a:pt x="24939" y="36700"/>
                            <a:pt x="15033" y="3546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6" name="Forme libre : forme 995">
                      <a:extLst>
                        <a:ext uri="{FF2B5EF4-FFF2-40B4-BE49-F238E27FC236}">
                          <a16:creationId xmlns:a16="http://schemas.microsoft.com/office/drawing/2014/main" id="{7824E620-9760-455D-9E55-309BD31FCB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37194" y="4490736"/>
                      <a:ext cx="28462" cy="35591"/>
                    </a:xfrm>
                    <a:custGeom>
                      <a:avLst/>
                      <a:gdLst>
                        <a:gd name="connsiteX0" fmla="*/ 17223 w 28462"/>
                        <a:gd name="connsiteY0" fmla="*/ 17936 h 35591"/>
                        <a:gd name="connsiteX1" fmla="*/ 28463 w 28462"/>
                        <a:gd name="connsiteY1" fmla="*/ 3744 h 35591"/>
                        <a:gd name="connsiteX2" fmla="*/ 20367 w 28462"/>
                        <a:gd name="connsiteY2" fmla="*/ 219 h 35591"/>
                        <a:gd name="connsiteX3" fmla="*/ 269 w 28462"/>
                        <a:gd name="connsiteY3" fmla="*/ 14983 h 35591"/>
                        <a:gd name="connsiteX4" fmla="*/ 15033 w 28462"/>
                        <a:gd name="connsiteY4" fmla="*/ 35462 h 35591"/>
                        <a:gd name="connsiteX5" fmla="*/ 23891 w 28462"/>
                        <a:gd name="connsiteY5" fmla="*/ 34224 h 35591"/>
                        <a:gd name="connsiteX6" fmla="*/ 17223 w 28462"/>
                        <a:gd name="connsiteY6" fmla="*/ 17936 h 35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462" h="35591">
                          <a:moveTo>
                            <a:pt x="17223" y="17936"/>
                          </a:moveTo>
                          <a:cubicBezTo>
                            <a:pt x="18271" y="11268"/>
                            <a:pt x="22748" y="6220"/>
                            <a:pt x="28463" y="3744"/>
                          </a:cubicBezTo>
                          <a:cubicBezTo>
                            <a:pt x="26177" y="2029"/>
                            <a:pt x="23415" y="696"/>
                            <a:pt x="20367" y="219"/>
                          </a:cubicBezTo>
                          <a:cubicBezTo>
                            <a:pt x="11032" y="-1305"/>
                            <a:pt x="1983" y="5268"/>
                            <a:pt x="269" y="14983"/>
                          </a:cubicBezTo>
                          <a:cubicBezTo>
                            <a:pt x="-1446" y="24603"/>
                            <a:pt x="5222" y="34033"/>
                            <a:pt x="15033" y="35462"/>
                          </a:cubicBezTo>
                          <a:cubicBezTo>
                            <a:pt x="18176" y="35843"/>
                            <a:pt x="21224" y="35367"/>
                            <a:pt x="23891" y="34224"/>
                          </a:cubicBezTo>
                          <a:cubicBezTo>
                            <a:pt x="19033" y="30509"/>
                            <a:pt x="16176" y="24508"/>
                            <a:pt x="17223" y="1793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7" name="Forme libre : forme 996">
                      <a:extLst>
                        <a:ext uri="{FF2B5EF4-FFF2-40B4-BE49-F238E27FC236}">
                          <a16:creationId xmlns:a16="http://schemas.microsoft.com/office/drawing/2014/main" id="{1D510FD5-A8E4-479B-910A-F12FC97684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48303" y="4508324"/>
                      <a:ext cx="16848" cy="14981"/>
                    </a:xfrm>
                    <a:custGeom>
                      <a:avLst/>
                      <a:gdLst>
                        <a:gd name="connsiteX0" fmla="*/ 10781 w 16848"/>
                        <a:gd name="connsiteY0" fmla="*/ 14445 h 14981"/>
                        <a:gd name="connsiteX1" fmla="*/ 304 w 16848"/>
                        <a:gd name="connsiteY1" fmla="*/ 10159 h 14981"/>
                        <a:gd name="connsiteX2" fmla="*/ 6114 w 16848"/>
                        <a:gd name="connsiteY2" fmla="*/ 538 h 14981"/>
                        <a:gd name="connsiteX3" fmla="*/ 16496 w 16848"/>
                        <a:gd name="connsiteY3" fmla="*/ 4729 h 14981"/>
                        <a:gd name="connsiteX4" fmla="*/ 10781 w 16848"/>
                        <a:gd name="connsiteY4" fmla="*/ 14445 h 14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48" h="14981">
                          <a:moveTo>
                            <a:pt x="10781" y="14445"/>
                          </a:moveTo>
                          <a:cubicBezTo>
                            <a:pt x="6305" y="15969"/>
                            <a:pt x="1542" y="14159"/>
                            <a:pt x="304" y="10159"/>
                          </a:cubicBezTo>
                          <a:cubicBezTo>
                            <a:pt x="-934" y="6253"/>
                            <a:pt x="1733" y="1872"/>
                            <a:pt x="6114" y="538"/>
                          </a:cubicBezTo>
                          <a:cubicBezTo>
                            <a:pt x="10591" y="-986"/>
                            <a:pt x="15163" y="824"/>
                            <a:pt x="16496" y="4729"/>
                          </a:cubicBezTo>
                          <a:cubicBezTo>
                            <a:pt x="17830" y="8444"/>
                            <a:pt x="15258" y="12826"/>
                            <a:pt x="10781" y="1444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998" name="Forme libre : forme 997">
                      <a:extLst>
                        <a:ext uri="{FF2B5EF4-FFF2-40B4-BE49-F238E27FC236}">
                          <a16:creationId xmlns:a16="http://schemas.microsoft.com/office/drawing/2014/main" id="{AA07F638-F74C-4405-BE4C-2F2C499267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59253" y="4508080"/>
                      <a:ext cx="5758" cy="5851"/>
                    </a:xfrm>
                    <a:custGeom>
                      <a:avLst/>
                      <a:gdLst>
                        <a:gd name="connsiteX0" fmla="*/ 2499 w 5758"/>
                        <a:gd name="connsiteY0" fmla="*/ 5831 h 5851"/>
                        <a:gd name="connsiteX1" fmla="*/ 22 w 5758"/>
                        <a:gd name="connsiteY1" fmla="*/ 2592 h 5851"/>
                        <a:gd name="connsiteX2" fmla="*/ 3261 w 5758"/>
                        <a:gd name="connsiteY2" fmla="*/ 21 h 5851"/>
                        <a:gd name="connsiteX3" fmla="*/ 5737 w 5758"/>
                        <a:gd name="connsiteY3" fmla="*/ 3259 h 5851"/>
                        <a:gd name="connsiteX4" fmla="*/ 2499 w 5758"/>
                        <a:gd name="connsiteY4" fmla="*/ 5831 h 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58" h="5851">
                          <a:moveTo>
                            <a:pt x="2499" y="5831"/>
                          </a:moveTo>
                          <a:cubicBezTo>
                            <a:pt x="879" y="5640"/>
                            <a:pt x="-168" y="4212"/>
                            <a:pt x="22" y="2592"/>
                          </a:cubicBezTo>
                          <a:cubicBezTo>
                            <a:pt x="213" y="973"/>
                            <a:pt x="1737" y="-170"/>
                            <a:pt x="3261" y="21"/>
                          </a:cubicBezTo>
                          <a:cubicBezTo>
                            <a:pt x="4785" y="211"/>
                            <a:pt x="5928" y="1640"/>
                            <a:pt x="5737" y="3259"/>
                          </a:cubicBezTo>
                          <a:cubicBezTo>
                            <a:pt x="5642" y="4879"/>
                            <a:pt x="4118" y="6022"/>
                            <a:pt x="2499" y="58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999" name="Graphique 15">
                  <a:extLst>
                    <a:ext uri="{FF2B5EF4-FFF2-40B4-BE49-F238E27FC236}">
                      <a16:creationId xmlns:a16="http://schemas.microsoft.com/office/drawing/2014/main" id="{7F80A5C9-D211-4041-86D5-2D5192C1AB8D}"/>
                    </a:ext>
                  </a:extLst>
                </p:cNvPr>
                <p:cNvGrpSpPr/>
                <p:nvPr/>
              </p:nvGrpSpPr>
              <p:grpSpPr>
                <a:xfrm>
                  <a:off x="10037960" y="4576666"/>
                  <a:ext cx="103801" cy="68997"/>
                  <a:chOff x="10037960" y="4576666"/>
                  <a:chExt cx="103801" cy="68997"/>
                </a:xfrm>
                <a:solidFill>
                  <a:schemeClr val="accent1"/>
                </a:solidFill>
              </p:grpSpPr>
              <p:grpSp>
                <p:nvGrpSpPr>
                  <p:cNvPr id="1000" name="Graphique 15">
                    <a:extLst>
                      <a:ext uri="{FF2B5EF4-FFF2-40B4-BE49-F238E27FC236}">
                        <a16:creationId xmlns:a16="http://schemas.microsoft.com/office/drawing/2014/main" id="{1C429EB3-0FA3-4A32-A453-8E8D75A57971}"/>
                      </a:ext>
                    </a:extLst>
                  </p:cNvPr>
                  <p:cNvGrpSpPr/>
                  <p:nvPr/>
                </p:nvGrpSpPr>
                <p:grpSpPr>
                  <a:xfrm>
                    <a:off x="10104023" y="4576666"/>
                    <a:ext cx="37738" cy="35651"/>
                    <a:chOff x="10104023" y="4576666"/>
                    <a:chExt cx="37738" cy="35651"/>
                  </a:xfrm>
                  <a:solidFill>
                    <a:schemeClr val="accent1"/>
                  </a:solidFill>
                </p:grpSpPr>
                <p:sp>
                  <p:nvSpPr>
                    <p:cNvPr id="1001" name="Forme libre : forme 1000">
                      <a:extLst>
                        <a:ext uri="{FF2B5EF4-FFF2-40B4-BE49-F238E27FC236}">
                          <a16:creationId xmlns:a16="http://schemas.microsoft.com/office/drawing/2014/main" id="{153D8CD8-ACBA-48E9-B064-A1C6911766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04023" y="4576666"/>
                      <a:ext cx="37738" cy="35651"/>
                    </a:xfrm>
                    <a:custGeom>
                      <a:avLst/>
                      <a:gdLst>
                        <a:gd name="connsiteX0" fmla="*/ 18593 w 37738"/>
                        <a:gd name="connsiteY0" fmla="*/ 35638 h 35651"/>
                        <a:gd name="connsiteX1" fmla="*/ 20 w 37738"/>
                        <a:gd name="connsiteY1" fmla="*/ 16683 h 35651"/>
                        <a:gd name="connsiteX2" fmla="*/ 19355 w 37738"/>
                        <a:gd name="connsiteY2" fmla="*/ 15 h 35651"/>
                        <a:gd name="connsiteX3" fmla="*/ 37738 w 37738"/>
                        <a:gd name="connsiteY3" fmla="*/ 18398 h 35651"/>
                        <a:gd name="connsiteX4" fmla="*/ 18593 w 37738"/>
                        <a:gd name="connsiteY4" fmla="*/ 35638 h 356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738" h="35651">
                          <a:moveTo>
                            <a:pt x="18593" y="35638"/>
                          </a:moveTo>
                          <a:cubicBezTo>
                            <a:pt x="7830" y="35352"/>
                            <a:pt x="-457" y="26589"/>
                            <a:pt x="20" y="16683"/>
                          </a:cubicBezTo>
                          <a:cubicBezTo>
                            <a:pt x="496" y="6682"/>
                            <a:pt x="9163" y="-366"/>
                            <a:pt x="19355" y="15"/>
                          </a:cubicBezTo>
                          <a:cubicBezTo>
                            <a:pt x="29547" y="300"/>
                            <a:pt x="37738" y="8492"/>
                            <a:pt x="37738" y="18398"/>
                          </a:cubicBezTo>
                          <a:cubicBezTo>
                            <a:pt x="37738" y="28304"/>
                            <a:pt x="29261" y="36019"/>
                            <a:pt x="18593" y="3563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2" name="Forme libre : forme 1001">
                      <a:extLst>
                        <a:ext uri="{FF2B5EF4-FFF2-40B4-BE49-F238E27FC236}">
                          <a16:creationId xmlns:a16="http://schemas.microsoft.com/office/drawing/2014/main" id="{A4384ECE-E19B-4229-AFF8-B65CCD9E5E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04023" y="4576666"/>
                      <a:ext cx="28499" cy="35646"/>
                    </a:xfrm>
                    <a:custGeom>
                      <a:avLst/>
                      <a:gdLst>
                        <a:gd name="connsiteX0" fmla="*/ 18498 w 28499"/>
                        <a:gd name="connsiteY0" fmla="*/ 17921 h 35646"/>
                        <a:gd name="connsiteX1" fmla="*/ 28499 w 28499"/>
                        <a:gd name="connsiteY1" fmla="*/ 2682 h 35646"/>
                        <a:gd name="connsiteX2" fmla="*/ 19355 w 28499"/>
                        <a:gd name="connsiteY2" fmla="*/ 15 h 35646"/>
                        <a:gd name="connsiteX3" fmla="*/ 20 w 28499"/>
                        <a:gd name="connsiteY3" fmla="*/ 16683 h 35646"/>
                        <a:gd name="connsiteX4" fmla="*/ 18593 w 28499"/>
                        <a:gd name="connsiteY4" fmla="*/ 35638 h 35646"/>
                        <a:gd name="connsiteX5" fmla="*/ 27928 w 28499"/>
                        <a:gd name="connsiteY5" fmla="*/ 33638 h 35646"/>
                        <a:gd name="connsiteX6" fmla="*/ 18498 w 28499"/>
                        <a:gd name="connsiteY6" fmla="*/ 17921 h 35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499" h="35646">
                          <a:moveTo>
                            <a:pt x="18498" y="17921"/>
                          </a:moveTo>
                          <a:cubicBezTo>
                            <a:pt x="18688" y="11254"/>
                            <a:pt x="22784" y="5634"/>
                            <a:pt x="28499" y="2682"/>
                          </a:cubicBezTo>
                          <a:cubicBezTo>
                            <a:pt x="25832" y="1062"/>
                            <a:pt x="22689" y="110"/>
                            <a:pt x="19355" y="15"/>
                          </a:cubicBezTo>
                          <a:cubicBezTo>
                            <a:pt x="9163" y="-366"/>
                            <a:pt x="496" y="6682"/>
                            <a:pt x="20" y="16683"/>
                          </a:cubicBezTo>
                          <a:cubicBezTo>
                            <a:pt x="-457" y="26589"/>
                            <a:pt x="7830" y="35448"/>
                            <a:pt x="18593" y="35638"/>
                          </a:cubicBezTo>
                          <a:cubicBezTo>
                            <a:pt x="22022" y="35733"/>
                            <a:pt x="25165" y="34971"/>
                            <a:pt x="27928" y="33638"/>
                          </a:cubicBezTo>
                          <a:cubicBezTo>
                            <a:pt x="22118" y="30400"/>
                            <a:pt x="18307" y="24494"/>
                            <a:pt x="18498" y="179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3" name="Forme libre : forme 1002">
                      <a:extLst>
                        <a:ext uri="{FF2B5EF4-FFF2-40B4-BE49-F238E27FC236}">
                          <a16:creationId xmlns:a16="http://schemas.microsoft.com/office/drawing/2014/main" id="{931B7A9F-2B98-48C8-B40B-E9A1BA6FD1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16990" y="4593745"/>
                      <a:ext cx="17895" cy="15303"/>
                    </a:xfrm>
                    <a:custGeom>
                      <a:avLst/>
                      <a:gdLst>
                        <a:gd name="connsiteX0" fmla="*/ 12390 w 17895"/>
                        <a:gd name="connsiteY0" fmla="*/ 14464 h 15303"/>
                        <a:gd name="connsiteX1" fmla="*/ 674 w 17895"/>
                        <a:gd name="connsiteY1" fmla="*/ 11130 h 15303"/>
                        <a:gd name="connsiteX2" fmla="*/ 5627 w 17895"/>
                        <a:gd name="connsiteY2" fmla="*/ 843 h 15303"/>
                        <a:gd name="connsiteX3" fmla="*/ 17247 w 17895"/>
                        <a:gd name="connsiteY3" fmla="*/ 4081 h 15303"/>
                        <a:gd name="connsiteX4" fmla="*/ 12390 w 17895"/>
                        <a:gd name="connsiteY4" fmla="*/ 14464 h 15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95" h="15303">
                          <a:moveTo>
                            <a:pt x="12390" y="14464"/>
                          </a:moveTo>
                          <a:cubicBezTo>
                            <a:pt x="7817" y="16368"/>
                            <a:pt x="2483" y="14940"/>
                            <a:pt x="674" y="11130"/>
                          </a:cubicBezTo>
                          <a:cubicBezTo>
                            <a:pt x="-1231" y="7415"/>
                            <a:pt x="1055" y="2843"/>
                            <a:pt x="5627" y="843"/>
                          </a:cubicBezTo>
                          <a:cubicBezTo>
                            <a:pt x="10199" y="-1062"/>
                            <a:pt x="15342" y="366"/>
                            <a:pt x="17247" y="4081"/>
                          </a:cubicBezTo>
                          <a:cubicBezTo>
                            <a:pt x="19057" y="7891"/>
                            <a:pt x="16961" y="12558"/>
                            <a:pt x="12390" y="1446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4" name="Forme libre : forme 1003">
                      <a:extLst>
                        <a:ext uri="{FF2B5EF4-FFF2-40B4-BE49-F238E27FC236}">
                          <a16:creationId xmlns:a16="http://schemas.microsoft.com/office/drawing/2014/main" id="{391C832F-421A-4C6F-9A08-2FDB98914C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28041" y="4593254"/>
                      <a:ext cx="6195" cy="5910"/>
                    </a:xfrm>
                    <a:custGeom>
                      <a:avLst/>
                      <a:gdLst>
                        <a:gd name="connsiteX0" fmla="*/ 3053 w 6195"/>
                        <a:gd name="connsiteY0" fmla="*/ 5905 h 5910"/>
                        <a:gd name="connsiteX1" fmla="*/ 4 w 6195"/>
                        <a:gd name="connsiteY1" fmla="*/ 2857 h 5910"/>
                        <a:gd name="connsiteX2" fmla="*/ 3148 w 6195"/>
                        <a:gd name="connsiteY2" fmla="*/ 0 h 5910"/>
                        <a:gd name="connsiteX3" fmla="*/ 6196 w 6195"/>
                        <a:gd name="connsiteY3" fmla="*/ 3048 h 5910"/>
                        <a:gd name="connsiteX4" fmla="*/ 3053 w 6195"/>
                        <a:gd name="connsiteY4" fmla="*/ 5905 h 5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5" h="5910">
                          <a:moveTo>
                            <a:pt x="3053" y="5905"/>
                          </a:moveTo>
                          <a:cubicBezTo>
                            <a:pt x="1338" y="5810"/>
                            <a:pt x="-91" y="4477"/>
                            <a:pt x="4" y="2857"/>
                          </a:cubicBezTo>
                          <a:cubicBezTo>
                            <a:pt x="4" y="1238"/>
                            <a:pt x="1433" y="0"/>
                            <a:pt x="3148" y="0"/>
                          </a:cubicBezTo>
                          <a:cubicBezTo>
                            <a:pt x="4862" y="95"/>
                            <a:pt x="6196" y="1429"/>
                            <a:pt x="6196" y="3048"/>
                          </a:cubicBezTo>
                          <a:cubicBezTo>
                            <a:pt x="6196" y="4667"/>
                            <a:pt x="4767" y="6001"/>
                            <a:pt x="3053" y="59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005" name="Graphique 15">
                    <a:extLst>
                      <a:ext uri="{FF2B5EF4-FFF2-40B4-BE49-F238E27FC236}">
                        <a16:creationId xmlns:a16="http://schemas.microsoft.com/office/drawing/2014/main" id="{9E9439B6-4937-48F6-BE52-0D058B81066A}"/>
                      </a:ext>
                    </a:extLst>
                  </p:cNvPr>
                  <p:cNvGrpSpPr/>
                  <p:nvPr/>
                </p:nvGrpSpPr>
                <p:grpSpPr>
                  <a:xfrm>
                    <a:off x="10068275" y="4588327"/>
                    <a:ext cx="38637" cy="35956"/>
                    <a:chOff x="10068275" y="4588327"/>
                    <a:chExt cx="38637" cy="35956"/>
                  </a:xfrm>
                  <a:solidFill>
                    <a:schemeClr val="accent1"/>
                  </a:solidFill>
                </p:grpSpPr>
                <p:sp>
                  <p:nvSpPr>
                    <p:cNvPr id="1006" name="Forme libre : forme 1005">
                      <a:extLst>
                        <a:ext uri="{FF2B5EF4-FFF2-40B4-BE49-F238E27FC236}">
                          <a16:creationId xmlns:a16="http://schemas.microsoft.com/office/drawing/2014/main" id="{064512F6-C5B9-4DD1-AC8C-D7DC15BCC8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8359" y="4588327"/>
                      <a:ext cx="38554" cy="35888"/>
                    </a:xfrm>
                    <a:custGeom>
                      <a:avLst/>
                      <a:gdLst>
                        <a:gd name="connsiteX0" fmla="*/ 18444 w 38554"/>
                        <a:gd name="connsiteY0" fmla="*/ 35788 h 35888"/>
                        <a:gd name="connsiteX1" fmla="*/ 60 w 38554"/>
                        <a:gd name="connsiteY1" fmla="*/ 16167 h 35888"/>
                        <a:gd name="connsiteX2" fmla="*/ 20444 w 38554"/>
                        <a:gd name="connsiteY2" fmla="*/ 70 h 35888"/>
                        <a:gd name="connsiteX3" fmla="*/ 38541 w 38554"/>
                        <a:gd name="connsiteY3" fmla="*/ 19501 h 35888"/>
                        <a:gd name="connsiteX4" fmla="*/ 18444 w 38554"/>
                        <a:gd name="connsiteY4" fmla="*/ 35788 h 35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554" h="35888">
                          <a:moveTo>
                            <a:pt x="18444" y="35788"/>
                          </a:moveTo>
                          <a:cubicBezTo>
                            <a:pt x="7585" y="34836"/>
                            <a:pt x="-797" y="25978"/>
                            <a:pt x="60" y="16167"/>
                          </a:cubicBezTo>
                          <a:cubicBezTo>
                            <a:pt x="822" y="6356"/>
                            <a:pt x="10062" y="-787"/>
                            <a:pt x="20444" y="70"/>
                          </a:cubicBezTo>
                          <a:cubicBezTo>
                            <a:pt x="30826" y="927"/>
                            <a:pt x="38922" y="9595"/>
                            <a:pt x="38541" y="19501"/>
                          </a:cubicBezTo>
                          <a:cubicBezTo>
                            <a:pt x="38160" y="29502"/>
                            <a:pt x="29302" y="36836"/>
                            <a:pt x="18444" y="357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7" name="Forme libre : forme 1006">
                      <a:extLst>
                        <a:ext uri="{FF2B5EF4-FFF2-40B4-BE49-F238E27FC236}">
                          <a16:creationId xmlns:a16="http://schemas.microsoft.com/office/drawing/2014/main" id="{9E919588-38DA-4DA8-9433-2E5C9CD292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8275" y="4588422"/>
                      <a:ext cx="29671" cy="35861"/>
                    </a:xfrm>
                    <a:custGeom>
                      <a:avLst/>
                      <a:gdLst>
                        <a:gd name="connsiteX0" fmla="*/ 19003 w 29671"/>
                        <a:gd name="connsiteY0" fmla="*/ 17977 h 35861"/>
                        <a:gd name="connsiteX1" fmla="*/ 29671 w 29671"/>
                        <a:gd name="connsiteY1" fmla="*/ 3308 h 35861"/>
                        <a:gd name="connsiteX2" fmla="*/ 20432 w 29671"/>
                        <a:gd name="connsiteY2" fmla="*/ 70 h 35861"/>
                        <a:gd name="connsiteX3" fmla="*/ 49 w 29671"/>
                        <a:gd name="connsiteY3" fmla="*/ 16167 h 35861"/>
                        <a:gd name="connsiteX4" fmla="*/ 18432 w 29671"/>
                        <a:gd name="connsiteY4" fmla="*/ 35788 h 35861"/>
                        <a:gd name="connsiteX5" fmla="*/ 27957 w 29671"/>
                        <a:gd name="connsiteY5" fmla="*/ 34360 h 35861"/>
                        <a:gd name="connsiteX6" fmla="*/ 19003 w 29671"/>
                        <a:gd name="connsiteY6" fmla="*/ 17977 h 35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671" h="35861">
                          <a:moveTo>
                            <a:pt x="19003" y="17977"/>
                          </a:moveTo>
                          <a:cubicBezTo>
                            <a:pt x="19384" y="11214"/>
                            <a:pt x="23766" y="5785"/>
                            <a:pt x="29671" y="3308"/>
                          </a:cubicBezTo>
                          <a:cubicBezTo>
                            <a:pt x="27004" y="1594"/>
                            <a:pt x="23861" y="355"/>
                            <a:pt x="20432" y="70"/>
                          </a:cubicBezTo>
                          <a:cubicBezTo>
                            <a:pt x="10050" y="-787"/>
                            <a:pt x="811" y="6356"/>
                            <a:pt x="49" y="16167"/>
                          </a:cubicBezTo>
                          <a:cubicBezTo>
                            <a:pt x="-714" y="25978"/>
                            <a:pt x="7573" y="34741"/>
                            <a:pt x="18432" y="35788"/>
                          </a:cubicBezTo>
                          <a:cubicBezTo>
                            <a:pt x="21861" y="36074"/>
                            <a:pt x="25099" y="35503"/>
                            <a:pt x="27957" y="34360"/>
                          </a:cubicBezTo>
                          <a:cubicBezTo>
                            <a:pt x="22337" y="30645"/>
                            <a:pt x="18623" y="24549"/>
                            <a:pt x="19003" y="1797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8" name="Forme libre : forme 1007">
                      <a:extLst>
                        <a:ext uri="{FF2B5EF4-FFF2-40B4-BE49-F238E27FC236}">
                          <a16:creationId xmlns:a16="http://schemas.microsoft.com/office/drawing/2014/main" id="{86051328-7ADC-482C-9DFF-E0B5CF3660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81446" y="4605830"/>
                      <a:ext cx="18212" cy="15219"/>
                    </a:xfrm>
                    <a:custGeom>
                      <a:avLst/>
                      <a:gdLst>
                        <a:gd name="connsiteX0" fmla="*/ 12405 w 18212"/>
                        <a:gd name="connsiteY0" fmla="*/ 14570 h 15219"/>
                        <a:gd name="connsiteX1" fmla="*/ 595 w 18212"/>
                        <a:gd name="connsiteY1" fmla="*/ 10665 h 15219"/>
                        <a:gd name="connsiteX2" fmla="*/ 5928 w 18212"/>
                        <a:gd name="connsiteY2" fmla="*/ 664 h 15219"/>
                        <a:gd name="connsiteX3" fmla="*/ 17644 w 18212"/>
                        <a:gd name="connsiteY3" fmla="*/ 4569 h 15219"/>
                        <a:gd name="connsiteX4" fmla="*/ 12405 w 18212"/>
                        <a:gd name="connsiteY4" fmla="*/ 14570 h 15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12" h="15219">
                          <a:moveTo>
                            <a:pt x="12405" y="14570"/>
                          </a:moveTo>
                          <a:cubicBezTo>
                            <a:pt x="7643" y="16285"/>
                            <a:pt x="2309" y="14475"/>
                            <a:pt x="595" y="10665"/>
                          </a:cubicBezTo>
                          <a:cubicBezTo>
                            <a:pt x="-1215" y="6760"/>
                            <a:pt x="1261" y="2378"/>
                            <a:pt x="5928" y="664"/>
                          </a:cubicBezTo>
                          <a:cubicBezTo>
                            <a:pt x="10596" y="-1051"/>
                            <a:pt x="15835" y="664"/>
                            <a:pt x="17644" y="4569"/>
                          </a:cubicBezTo>
                          <a:cubicBezTo>
                            <a:pt x="19359" y="8379"/>
                            <a:pt x="17073" y="12951"/>
                            <a:pt x="12405" y="1457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09" name="Forme libre : forme 1008">
                      <a:extLst>
                        <a:ext uri="{FF2B5EF4-FFF2-40B4-BE49-F238E27FC236}">
                          <a16:creationId xmlns:a16="http://schemas.microsoft.com/office/drawing/2014/main" id="{B23249F8-3368-4073-84AA-0A128D2A4A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92799" y="4605522"/>
                      <a:ext cx="6386" cy="5944"/>
                    </a:xfrm>
                    <a:custGeom>
                      <a:avLst/>
                      <a:gdLst>
                        <a:gd name="connsiteX0" fmla="*/ 3052 w 6386"/>
                        <a:gd name="connsiteY0" fmla="*/ 5925 h 5944"/>
                        <a:gd name="connsiteX1" fmla="*/ 5 w 6386"/>
                        <a:gd name="connsiteY1" fmla="*/ 2686 h 5944"/>
                        <a:gd name="connsiteX2" fmla="*/ 3338 w 6386"/>
                        <a:gd name="connsiteY2" fmla="*/ 19 h 5944"/>
                        <a:gd name="connsiteX3" fmla="*/ 6386 w 6386"/>
                        <a:gd name="connsiteY3" fmla="*/ 3258 h 5944"/>
                        <a:gd name="connsiteX4" fmla="*/ 3052 w 6386"/>
                        <a:gd name="connsiteY4" fmla="*/ 5925 h 59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86" h="5944">
                          <a:moveTo>
                            <a:pt x="3052" y="5925"/>
                          </a:moveTo>
                          <a:cubicBezTo>
                            <a:pt x="1338" y="5734"/>
                            <a:pt x="-91" y="4305"/>
                            <a:pt x="5" y="2686"/>
                          </a:cubicBezTo>
                          <a:cubicBezTo>
                            <a:pt x="100" y="1067"/>
                            <a:pt x="1529" y="-171"/>
                            <a:pt x="3338" y="19"/>
                          </a:cubicBezTo>
                          <a:cubicBezTo>
                            <a:pt x="5148" y="210"/>
                            <a:pt x="6386" y="1638"/>
                            <a:pt x="6386" y="3258"/>
                          </a:cubicBezTo>
                          <a:cubicBezTo>
                            <a:pt x="6291" y="4877"/>
                            <a:pt x="4862" y="6115"/>
                            <a:pt x="3052" y="592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010" name="Graphique 15">
                    <a:extLst>
                      <a:ext uri="{FF2B5EF4-FFF2-40B4-BE49-F238E27FC236}">
                        <a16:creationId xmlns:a16="http://schemas.microsoft.com/office/drawing/2014/main" id="{3411A2B4-014C-4DE9-B678-E1C4116FCD3F}"/>
                      </a:ext>
                    </a:extLst>
                  </p:cNvPr>
                  <p:cNvGrpSpPr/>
                  <p:nvPr/>
                </p:nvGrpSpPr>
                <p:grpSpPr>
                  <a:xfrm>
                    <a:off x="10037960" y="4609447"/>
                    <a:ext cx="39631" cy="36217"/>
                    <a:chOff x="10037960" y="4609447"/>
                    <a:chExt cx="39631" cy="36217"/>
                  </a:xfrm>
                  <a:solidFill>
                    <a:schemeClr val="accent1"/>
                  </a:solidFill>
                </p:grpSpPr>
                <p:sp>
                  <p:nvSpPr>
                    <p:cNvPr id="1011" name="Forme libre : forme 1010">
                      <a:extLst>
                        <a:ext uri="{FF2B5EF4-FFF2-40B4-BE49-F238E27FC236}">
                          <a16:creationId xmlns:a16="http://schemas.microsoft.com/office/drawing/2014/main" id="{4AF965C8-8600-40C5-8B02-81A70D443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37960" y="4609447"/>
                      <a:ext cx="39631" cy="36124"/>
                    </a:xfrm>
                    <a:custGeom>
                      <a:avLst/>
                      <a:gdLst>
                        <a:gd name="connsiteX0" fmla="*/ 18553 w 39631"/>
                        <a:gd name="connsiteY0" fmla="*/ 36005 h 36124"/>
                        <a:gd name="connsiteX1" fmla="*/ 75 w 39631"/>
                        <a:gd name="connsiteY1" fmla="*/ 15335 h 36124"/>
                        <a:gd name="connsiteX2" fmla="*/ 21220 w 39631"/>
                        <a:gd name="connsiteY2" fmla="*/ 190 h 36124"/>
                        <a:gd name="connsiteX3" fmla="*/ 39603 w 39631"/>
                        <a:gd name="connsiteY3" fmla="*/ 20098 h 36124"/>
                        <a:gd name="connsiteX4" fmla="*/ 18553 w 39631"/>
                        <a:gd name="connsiteY4" fmla="*/ 36005 h 3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631" h="36124">
                          <a:moveTo>
                            <a:pt x="18553" y="36005"/>
                          </a:moveTo>
                          <a:cubicBezTo>
                            <a:pt x="7409" y="34671"/>
                            <a:pt x="-878" y="25146"/>
                            <a:pt x="75" y="15335"/>
                          </a:cubicBezTo>
                          <a:cubicBezTo>
                            <a:pt x="1027" y="5524"/>
                            <a:pt x="10552" y="-1238"/>
                            <a:pt x="21220" y="190"/>
                          </a:cubicBezTo>
                          <a:cubicBezTo>
                            <a:pt x="31888" y="1714"/>
                            <a:pt x="40175" y="10097"/>
                            <a:pt x="39603" y="20098"/>
                          </a:cubicBezTo>
                          <a:cubicBezTo>
                            <a:pt x="39127" y="30004"/>
                            <a:pt x="29793" y="37147"/>
                            <a:pt x="18553" y="3600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12" name="Forme libre : forme 1011">
                      <a:extLst>
                        <a:ext uri="{FF2B5EF4-FFF2-40B4-BE49-F238E27FC236}">
                          <a16:creationId xmlns:a16="http://schemas.microsoft.com/office/drawing/2014/main" id="{30A042FC-7815-440F-A30B-2C8EFA565C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37960" y="4609540"/>
                      <a:ext cx="30649" cy="36124"/>
                    </a:xfrm>
                    <a:custGeom>
                      <a:avLst/>
                      <a:gdLst>
                        <a:gd name="connsiteX0" fmla="*/ 19315 w 30649"/>
                        <a:gd name="connsiteY0" fmla="*/ 18099 h 36124"/>
                        <a:gd name="connsiteX1" fmla="*/ 30650 w 30649"/>
                        <a:gd name="connsiteY1" fmla="*/ 3717 h 36124"/>
                        <a:gd name="connsiteX2" fmla="*/ 21220 w 30649"/>
                        <a:gd name="connsiteY2" fmla="*/ 193 h 36124"/>
                        <a:gd name="connsiteX3" fmla="*/ 75 w 30649"/>
                        <a:gd name="connsiteY3" fmla="*/ 15337 h 36124"/>
                        <a:gd name="connsiteX4" fmla="*/ 18553 w 30649"/>
                        <a:gd name="connsiteY4" fmla="*/ 36006 h 36124"/>
                        <a:gd name="connsiteX5" fmla="*/ 28459 w 30649"/>
                        <a:gd name="connsiteY5" fmla="*/ 34673 h 36124"/>
                        <a:gd name="connsiteX6" fmla="*/ 19315 w 30649"/>
                        <a:gd name="connsiteY6" fmla="*/ 18099 h 3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649" h="36124">
                          <a:moveTo>
                            <a:pt x="19315" y="18099"/>
                          </a:moveTo>
                          <a:cubicBezTo>
                            <a:pt x="19791" y="11337"/>
                            <a:pt x="24363" y="6193"/>
                            <a:pt x="30650" y="3717"/>
                          </a:cubicBezTo>
                          <a:cubicBezTo>
                            <a:pt x="27887" y="2002"/>
                            <a:pt x="24744" y="669"/>
                            <a:pt x="21220" y="193"/>
                          </a:cubicBezTo>
                          <a:cubicBezTo>
                            <a:pt x="10552" y="-1236"/>
                            <a:pt x="1027" y="5431"/>
                            <a:pt x="75" y="15337"/>
                          </a:cubicBezTo>
                          <a:cubicBezTo>
                            <a:pt x="-878" y="25148"/>
                            <a:pt x="7409" y="34673"/>
                            <a:pt x="18553" y="36006"/>
                          </a:cubicBezTo>
                          <a:cubicBezTo>
                            <a:pt x="22077" y="36388"/>
                            <a:pt x="25506" y="35816"/>
                            <a:pt x="28459" y="34673"/>
                          </a:cubicBezTo>
                          <a:cubicBezTo>
                            <a:pt x="22553" y="30863"/>
                            <a:pt x="18839" y="24862"/>
                            <a:pt x="19315" y="1809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13" name="Forme libre : forme 1012">
                      <a:extLst>
                        <a:ext uri="{FF2B5EF4-FFF2-40B4-BE49-F238E27FC236}">
                          <a16:creationId xmlns:a16="http://schemas.microsoft.com/office/drawing/2014/main" id="{399FE2D1-E016-45B8-8B2A-CA8E2593D7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51218" y="4627222"/>
                      <a:ext cx="18795" cy="15199"/>
                    </a:xfrm>
                    <a:custGeom>
                      <a:avLst/>
                      <a:gdLst>
                        <a:gd name="connsiteX0" fmla="*/ 12629 w 18795"/>
                        <a:gd name="connsiteY0" fmla="*/ 14610 h 15199"/>
                        <a:gd name="connsiteX1" fmla="*/ 533 w 18795"/>
                        <a:gd name="connsiteY1" fmla="*/ 10323 h 15199"/>
                        <a:gd name="connsiteX2" fmla="*/ 6152 w 18795"/>
                        <a:gd name="connsiteY2" fmla="*/ 513 h 15199"/>
                        <a:gd name="connsiteX3" fmla="*/ 18154 w 18795"/>
                        <a:gd name="connsiteY3" fmla="*/ 4608 h 15199"/>
                        <a:gd name="connsiteX4" fmla="*/ 12629 w 18795"/>
                        <a:gd name="connsiteY4" fmla="*/ 14610 h 151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795" h="15199">
                          <a:moveTo>
                            <a:pt x="12629" y="14610"/>
                          </a:moveTo>
                          <a:cubicBezTo>
                            <a:pt x="7676" y="16229"/>
                            <a:pt x="2247" y="14419"/>
                            <a:pt x="533" y="10323"/>
                          </a:cubicBezTo>
                          <a:cubicBezTo>
                            <a:pt x="-1182" y="6323"/>
                            <a:pt x="1390" y="1941"/>
                            <a:pt x="6152" y="513"/>
                          </a:cubicBezTo>
                          <a:cubicBezTo>
                            <a:pt x="11010" y="-916"/>
                            <a:pt x="16344" y="703"/>
                            <a:pt x="18154" y="4608"/>
                          </a:cubicBezTo>
                          <a:cubicBezTo>
                            <a:pt x="20059" y="8514"/>
                            <a:pt x="17582" y="12990"/>
                            <a:pt x="12629" y="146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14" name="Forme libre : forme 1013">
                      <a:extLst>
                        <a:ext uri="{FF2B5EF4-FFF2-40B4-BE49-F238E27FC236}">
                          <a16:creationId xmlns:a16="http://schemas.microsoft.com/office/drawing/2014/main" id="{93AFB463-CD19-45CF-BEFE-B070032F18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3068" y="4627143"/>
                      <a:ext cx="6498" cy="5836"/>
                    </a:xfrm>
                    <a:custGeom>
                      <a:avLst/>
                      <a:gdLst>
                        <a:gd name="connsiteX0" fmla="*/ 3065 w 6498"/>
                        <a:gd name="connsiteY0" fmla="*/ 5831 h 5836"/>
                        <a:gd name="connsiteX1" fmla="*/ 17 w 6498"/>
                        <a:gd name="connsiteY1" fmla="*/ 2592 h 5836"/>
                        <a:gd name="connsiteX2" fmla="*/ 3446 w 6498"/>
                        <a:gd name="connsiteY2" fmla="*/ 21 h 5836"/>
                        <a:gd name="connsiteX3" fmla="*/ 6494 w 6498"/>
                        <a:gd name="connsiteY3" fmla="*/ 3259 h 5836"/>
                        <a:gd name="connsiteX4" fmla="*/ 3065 w 6498"/>
                        <a:gd name="connsiteY4" fmla="*/ 5831 h 5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98" h="5836">
                          <a:moveTo>
                            <a:pt x="3065" y="5831"/>
                          </a:moveTo>
                          <a:cubicBezTo>
                            <a:pt x="1255" y="5640"/>
                            <a:pt x="-174" y="4212"/>
                            <a:pt x="17" y="2592"/>
                          </a:cubicBezTo>
                          <a:cubicBezTo>
                            <a:pt x="112" y="973"/>
                            <a:pt x="1636" y="-170"/>
                            <a:pt x="3446" y="21"/>
                          </a:cubicBezTo>
                          <a:cubicBezTo>
                            <a:pt x="5256" y="211"/>
                            <a:pt x="6589" y="1640"/>
                            <a:pt x="6494" y="3259"/>
                          </a:cubicBezTo>
                          <a:cubicBezTo>
                            <a:pt x="6399" y="4783"/>
                            <a:pt x="4875" y="5926"/>
                            <a:pt x="3065" y="58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015" name="Graphique 15">
                  <a:extLst>
                    <a:ext uri="{FF2B5EF4-FFF2-40B4-BE49-F238E27FC236}">
                      <a16:creationId xmlns:a16="http://schemas.microsoft.com/office/drawing/2014/main" id="{AE2D3151-A50B-4B8C-BEC3-2BE8F49947A0}"/>
                    </a:ext>
                  </a:extLst>
                </p:cNvPr>
                <p:cNvGrpSpPr/>
                <p:nvPr/>
              </p:nvGrpSpPr>
              <p:grpSpPr>
                <a:xfrm>
                  <a:off x="10041363" y="4661887"/>
                  <a:ext cx="64240" cy="102862"/>
                  <a:chOff x="10041363" y="4661887"/>
                  <a:chExt cx="64240" cy="102862"/>
                </a:xfrm>
                <a:solidFill>
                  <a:schemeClr val="accent1"/>
                </a:solidFill>
              </p:grpSpPr>
              <p:grpSp>
                <p:nvGrpSpPr>
                  <p:cNvPr id="1016" name="Graphique 15">
                    <a:extLst>
                      <a:ext uri="{FF2B5EF4-FFF2-40B4-BE49-F238E27FC236}">
                        <a16:creationId xmlns:a16="http://schemas.microsoft.com/office/drawing/2014/main" id="{85B24375-65F8-4C17-B9A0-465735D1D39E}"/>
                      </a:ext>
                    </a:extLst>
                  </p:cNvPr>
                  <p:cNvGrpSpPr/>
                  <p:nvPr/>
                </p:nvGrpSpPr>
                <p:grpSpPr>
                  <a:xfrm>
                    <a:off x="10041363" y="4728221"/>
                    <a:ext cx="44517" cy="36528"/>
                    <a:chOff x="10041363" y="4728221"/>
                    <a:chExt cx="44517" cy="36528"/>
                  </a:xfrm>
                  <a:solidFill>
                    <a:schemeClr val="accent1"/>
                  </a:solidFill>
                </p:grpSpPr>
                <p:sp>
                  <p:nvSpPr>
                    <p:cNvPr id="1017" name="Forme libre : forme 1016">
                      <a:extLst>
                        <a:ext uri="{FF2B5EF4-FFF2-40B4-BE49-F238E27FC236}">
                          <a16:creationId xmlns:a16="http://schemas.microsoft.com/office/drawing/2014/main" id="{C2C7E8C2-7F43-4CF8-A175-8B5CFF99A5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41363" y="4728248"/>
                      <a:ext cx="44422" cy="36502"/>
                    </a:xfrm>
                    <a:custGeom>
                      <a:avLst/>
                      <a:gdLst>
                        <a:gd name="connsiteX0" fmla="*/ 7435 w 44422"/>
                        <a:gd name="connsiteY0" fmla="*/ 3309 h 36502"/>
                        <a:gd name="connsiteX1" fmla="*/ 38391 w 44422"/>
                        <a:gd name="connsiteY1" fmla="*/ 7596 h 36502"/>
                        <a:gd name="connsiteX2" fmla="*/ 37439 w 44422"/>
                        <a:gd name="connsiteY2" fmla="*/ 32932 h 36502"/>
                        <a:gd name="connsiteX3" fmla="*/ 5720 w 44422"/>
                        <a:gd name="connsiteY3" fmla="*/ 28646 h 36502"/>
                        <a:gd name="connsiteX4" fmla="*/ 7435 w 44422"/>
                        <a:gd name="connsiteY4" fmla="*/ 3309 h 36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422" h="36502">
                          <a:moveTo>
                            <a:pt x="7435" y="3309"/>
                          </a:moveTo>
                          <a:cubicBezTo>
                            <a:pt x="16579" y="-2501"/>
                            <a:pt x="30200" y="-405"/>
                            <a:pt x="38391" y="7596"/>
                          </a:cubicBezTo>
                          <a:cubicBezTo>
                            <a:pt x="46678" y="15406"/>
                            <a:pt x="46487" y="26741"/>
                            <a:pt x="37439" y="32932"/>
                          </a:cubicBezTo>
                          <a:cubicBezTo>
                            <a:pt x="28390" y="39219"/>
                            <a:pt x="14007" y="36838"/>
                            <a:pt x="5720" y="28646"/>
                          </a:cubicBezTo>
                          <a:cubicBezTo>
                            <a:pt x="-2662" y="20359"/>
                            <a:pt x="-1614" y="9024"/>
                            <a:pt x="7435" y="330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18" name="Forme libre : forme 1017">
                      <a:extLst>
                        <a:ext uri="{FF2B5EF4-FFF2-40B4-BE49-F238E27FC236}">
                          <a16:creationId xmlns:a16="http://schemas.microsoft.com/office/drawing/2014/main" id="{FF0E6FE2-8A18-4D52-B72A-A0804A868A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42797" y="4728221"/>
                      <a:ext cx="43083" cy="36387"/>
                    </a:xfrm>
                    <a:custGeom>
                      <a:avLst/>
                      <a:gdLst>
                        <a:gd name="connsiteX0" fmla="*/ 21050 w 43083"/>
                        <a:gd name="connsiteY0" fmla="*/ 17909 h 36387"/>
                        <a:gd name="connsiteX1" fmla="*/ 25813 w 43083"/>
                        <a:gd name="connsiteY1" fmla="*/ 36387 h 36387"/>
                        <a:gd name="connsiteX2" fmla="*/ 36100 w 43083"/>
                        <a:gd name="connsiteY2" fmla="*/ 32959 h 36387"/>
                        <a:gd name="connsiteX3" fmla="*/ 37052 w 43083"/>
                        <a:gd name="connsiteY3" fmla="*/ 7622 h 36387"/>
                        <a:gd name="connsiteX4" fmla="*/ 6096 w 43083"/>
                        <a:gd name="connsiteY4" fmla="*/ 3336 h 36387"/>
                        <a:gd name="connsiteX5" fmla="*/ 0 w 43083"/>
                        <a:gd name="connsiteY5" fmla="*/ 10289 h 36387"/>
                        <a:gd name="connsiteX6" fmla="*/ 21050 w 43083"/>
                        <a:gd name="connsiteY6" fmla="*/ 17909 h 36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083" h="36387">
                          <a:moveTo>
                            <a:pt x="21050" y="17909"/>
                          </a:moveTo>
                          <a:cubicBezTo>
                            <a:pt x="26670" y="23529"/>
                            <a:pt x="28194" y="30577"/>
                            <a:pt x="25813" y="36387"/>
                          </a:cubicBezTo>
                          <a:cubicBezTo>
                            <a:pt x="29527" y="36102"/>
                            <a:pt x="33147" y="34959"/>
                            <a:pt x="36100" y="32959"/>
                          </a:cubicBezTo>
                          <a:cubicBezTo>
                            <a:pt x="45148" y="26862"/>
                            <a:pt x="45339" y="15433"/>
                            <a:pt x="37052" y="7622"/>
                          </a:cubicBezTo>
                          <a:cubicBezTo>
                            <a:pt x="28861" y="-474"/>
                            <a:pt x="15240" y="-2474"/>
                            <a:pt x="6096" y="3336"/>
                          </a:cubicBezTo>
                          <a:cubicBezTo>
                            <a:pt x="3238" y="5146"/>
                            <a:pt x="1238" y="7622"/>
                            <a:pt x="0" y="10289"/>
                          </a:cubicBezTo>
                          <a:cubicBezTo>
                            <a:pt x="7429" y="9718"/>
                            <a:pt x="15526" y="12385"/>
                            <a:pt x="21050" y="1790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19" name="Forme libre : forme 1018">
                      <a:extLst>
                        <a:ext uri="{FF2B5EF4-FFF2-40B4-BE49-F238E27FC236}">
                          <a16:creationId xmlns:a16="http://schemas.microsoft.com/office/drawing/2014/main" id="{27C1B718-2D15-4935-8EB6-CF67DAAAA4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45723" y="4733980"/>
                      <a:ext cx="18842" cy="16982"/>
                    </a:xfrm>
                    <a:custGeom>
                      <a:avLst/>
                      <a:gdLst>
                        <a:gd name="connsiteX0" fmla="*/ 884 w 18842"/>
                        <a:gd name="connsiteY0" fmla="*/ 4816 h 16982"/>
                        <a:gd name="connsiteX1" fmla="*/ 13362 w 18842"/>
                        <a:gd name="connsiteY1" fmla="*/ 816 h 16982"/>
                        <a:gd name="connsiteX2" fmla="*/ 18029 w 18842"/>
                        <a:gd name="connsiteY2" fmla="*/ 12150 h 16982"/>
                        <a:gd name="connsiteX3" fmla="*/ 5551 w 18842"/>
                        <a:gd name="connsiteY3" fmla="*/ 16151 h 16982"/>
                        <a:gd name="connsiteX4" fmla="*/ 884 w 18842"/>
                        <a:gd name="connsiteY4" fmla="*/ 4816 h 169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842" h="16982">
                          <a:moveTo>
                            <a:pt x="884" y="4816"/>
                          </a:moveTo>
                          <a:cubicBezTo>
                            <a:pt x="3075" y="625"/>
                            <a:pt x="8695" y="-1185"/>
                            <a:pt x="13362" y="816"/>
                          </a:cubicBezTo>
                          <a:cubicBezTo>
                            <a:pt x="18029" y="2816"/>
                            <a:pt x="20125" y="7864"/>
                            <a:pt x="18029" y="12150"/>
                          </a:cubicBezTo>
                          <a:cubicBezTo>
                            <a:pt x="15934" y="16437"/>
                            <a:pt x="10314" y="18151"/>
                            <a:pt x="5551" y="16151"/>
                          </a:cubicBezTo>
                          <a:cubicBezTo>
                            <a:pt x="694" y="14151"/>
                            <a:pt x="-1307" y="9007"/>
                            <a:pt x="884" y="481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20" name="Forme libre : forme 1019">
                      <a:extLst>
                        <a:ext uri="{FF2B5EF4-FFF2-40B4-BE49-F238E27FC236}">
                          <a16:creationId xmlns:a16="http://schemas.microsoft.com/office/drawing/2014/main" id="{47F5B5B9-44FE-4AFA-8928-D83A4B0237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51517" y="4746744"/>
                      <a:ext cx="7263" cy="6011"/>
                    </a:xfrm>
                    <a:custGeom>
                      <a:avLst/>
                      <a:gdLst>
                        <a:gd name="connsiteX0" fmla="*/ 1186 w 7263"/>
                        <a:gd name="connsiteY0" fmla="*/ 529 h 6011"/>
                        <a:gd name="connsiteX1" fmla="*/ 6330 w 7263"/>
                        <a:gd name="connsiteY1" fmla="*/ 1291 h 6011"/>
                        <a:gd name="connsiteX2" fmla="*/ 6044 w 7263"/>
                        <a:gd name="connsiteY2" fmla="*/ 5482 h 6011"/>
                        <a:gd name="connsiteX3" fmla="*/ 901 w 7263"/>
                        <a:gd name="connsiteY3" fmla="*/ 4720 h 6011"/>
                        <a:gd name="connsiteX4" fmla="*/ 1186 w 7263"/>
                        <a:gd name="connsiteY4" fmla="*/ 529 h 6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63" h="6011">
                          <a:moveTo>
                            <a:pt x="1186" y="529"/>
                          </a:moveTo>
                          <a:cubicBezTo>
                            <a:pt x="2710" y="-423"/>
                            <a:pt x="4997" y="-42"/>
                            <a:pt x="6330" y="1291"/>
                          </a:cubicBezTo>
                          <a:cubicBezTo>
                            <a:pt x="7664" y="2625"/>
                            <a:pt x="7568" y="4530"/>
                            <a:pt x="6044" y="5482"/>
                          </a:cubicBezTo>
                          <a:cubicBezTo>
                            <a:pt x="4520" y="6435"/>
                            <a:pt x="2234" y="6054"/>
                            <a:pt x="901" y="4720"/>
                          </a:cubicBezTo>
                          <a:cubicBezTo>
                            <a:pt x="-433" y="3387"/>
                            <a:pt x="-242" y="1482"/>
                            <a:pt x="1186" y="5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021" name="Graphique 15">
                    <a:extLst>
                      <a:ext uri="{FF2B5EF4-FFF2-40B4-BE49-F238E27FC236}">
                        <a16:creationId xmlns:a16="http://schemas.microsoft.com/office/drawing/2014/main" id="{172F681E-B048-40BE-B4AE-B245EBB39BF2}"/>
                      </a:ext>
                    </a:extLst>
                  </p:cNvPr>
                  <p:cNvGrpSpPr/>
                  <p:nvPr/>
                </p:nvGrpSpPr>
                <p:grpSpPr>
                  <a:xfrm>
                    <a:off x="10059641" y="4697061"/>
                    <a:ext cx="43075" cy="36355"/>
                    <a:chOff x="10059641" y="4697061"/>
                    <a:chExt cx="43075" cy="36355"/>
                  </a:xfrm>
                  <a:solidFill>
                    <a:schemeClr val="accent1"/>
                  </a:solidFill>
                </p:grpSpPr>
                <p:sp>
                  <p:nvSpPr>
                    <p:cNvPr id="1022" name="Forme libre : forme 1021">
                      <a:extLst>
                        <a:ext uri="{FF2B5EF4-FFF2-40B4-BE49-F238E27FC236}">
                          <a16:creationId xmlns:a16="http://schemas.microsoft.com/office/drawing/2014/main" id="{BBE6F735-FFDE-406A-93EC-DD68257CEE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59641" y="4697157"/>
                      <a:ext cx="43075" cy="36259"/>
                    </a:xfrm>
                    <a:custGeom>
                      <a:avLst/>
                      <a:gdLst>
                        <a:gd name="connsiteX0" fmla="*/ 7255 w 43075"/>
                        <a:gd name="connsiteY0" fmla="*/ 3444 h 36259"/>
                        <a:gd name="connsiteX1" fmla="*/ 37258 w 43075"/>
                        <a:gd name="connsiteY1" fmla="*/ 7064 h 36259"/>
                        <a:gd name="connsiteX2" fmla="*/ 36306 w 43075"/>
                        <a:gd name="connsiteY2" fmla="*/ 32400 h 36259"/>
                        <a:gd name="connsiteX3" fmla="*/ 5540 w 43075"/>
                        <a:gd name="connsiteY3" fmla="*/ 28781 h 36259"/>
                        <a:gd name="connsiteX4" fmla="*/ 7255 w 43075"/>
                        <a:gd name="connsiteY4" fmla="*/ 3444 h 36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075" h="36259">
                          <a:moveTo>
                            <a:pt x="7255" y="3444"/>
                          </a:moveTo>
                          <a:cubicBezTo>
                            <a:pt x="16113" y="-2461"/>
                            <a:pt x="29162" y="-461"/>
                            <a:pt x="37258" y="7064"/>
                          </a:cubicBezTo>
                          <a:cubicBezTo>
                            <a:pt x="45259" y="14779"/>
                            <a:pt x="45069" y="26209"/>
                            <a:pt x="36306" y="32400"/>
                          </a:cubicBezTo>
                          <a:cubicBezTo>
                            <a:pt x="27543" y="38687"/>
                            <a:pt x="13541" y="37163"/>
                            <a:pt x="5540" y="28781"/>
                          </a:cubicBezTo>
                          <a:cubicBezTo>
                            <a:pt x="-2556" y="20590"/>
                            <a:pt x="-1604" y="9255"/>
                            <a:pt x="7255" y="344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23" name="Forme libre : forme 1022">
                      <a:extLst>
                        <a:ext uri="{FF2B5EF4-FFF2-40B4-BE49-F238E27FC236}">
                          <a16:creationId xmlns:a16="http://schemas.microsoft.com/office/drawing/2014/main" id="{A583D6A5-4861-4B25-8B3A-8693DDC18A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0990" y="4697061"/>
                      <a:ext cx="41726" cy="36019"/>
                    </a:xfrm>
                    <a:custGeom>
                      <a:avLst/>
                      <a:gdLst>
                        <a:gd name="connsiteX0" fmla="*/ 20383 w 41726"/>
                        <a:gd name="connsiteY0" fmla="*/ 17922 h 36019"/>
                        <a:gd name="connsiteX1" fmla="*/ 25051 w 41726"/>
                        <a:gd name="connsiteY1" fmla="*/ 36020 h 36019"/>
                        <a:gd name="connsiteX2" fmla="*/ 34957 w 41726"/>
                        <a:gd name="connsiteY2" fmla="*/ 32400 h 36019"/>
                        <a:gd name="connsiteX3" fmla="*/ 35909 w 41726"/>
                        <a:gd name="connsiteY3" fmla="*/ 7064 h 36019"/>
                        <a:gd name="connsiteX4" fmla="*/ 5905 w 41726"/>
                        <a:gd name="connsiteY4" fmla="*/ 3445 h 36019"/>
                        <a:gd name="connsiteX5" fmla="*/ 0 w 41726"/>
                        <a:gd name="connsiteY5" fmla="*/ 10398 h 36019"/>
                        <a:gd name="connsiteX6" fmla="*/ 20383 w 41726"/>
                        <a:gd name="connsiteY6" fmla="*/ 17922 h 36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726" h="36019">
                          <a:moveTo>
                            <a:pt x="20383" y="17922"/>
                          </a:moveTo>
                          <a:cubicBezTo>
                            <a:pt x="25813" y="23352"/>
                            <a:pt x="27337" y="30210"/>
                            <a:pt x="25051" y="36020"/>
                          </a:cubicBezTo>
                          <a:cubicBezTo>
                            <a:pt x="28670" y="35544"/>
                            <a:pt x="32099" y="34401"/>
                            <a:pt x="34957" y="32400"/>
                          </a:cubicBezTo>
                          <a:cubicBezTo>
                            <a:pt x="43720" y="26209"/>
                            <a:pt x="43910" y="14874"/>
                            <a:pt x="35909" y="7064"/>
                          </a:cubicBezTo>
                          <a:cubicBezTo>
                            <a:pt x="27813" y="-461"/>
                            <a:pt x="14764" y="-2461"/>
                            <a:pt x="5905" y="3445"/>
                          </a:cubicBezTo>
                          <a:cubicBezTo>
                            <a:pt x="3143" y="5349"/>
                            <a:pt x="1238" y="7731"/>
                            <a:pt x="0" y="10398"/>
                          </a:cubicBezTo>
                          <a:cubicBezTo>
                            <a:pt x="7239" y="9921"/>
                            <a:pt x="15049" y="12493"/>
                            <a:pt x="20383" y="1792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24" name="Forme libre : forme 1023">
                      <a:extLst>
                        <a:ext uri="{FF2B5EF4-FFF2-40B4-BE49-F238E27FC236}">
                          <a16:creationId xmlns:a16="http://schemas.microsoft.com/office/drawing/2014/main" id="{BE6B82AF-55CA-4CE3-901E-E3B836240F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3816" y="4702946"/>
                      <a:ext cx="18278" cy="16946"/>
                    </a:xfrm>
                    <a:custGeom>
                      <a:avLst/>
                      <a:gdLst>
                        <a:gd name="connsiteX0" fmla="*/ 888 w 18278"/>
                        <a:gd name="connsiteY0" fmla="*/ 4894 h 16946"/>
                        <a:gd name="connsiteX1" fmla="*/ 12985 w 18278"/>
                        <a:gd name="connsiteY1" fmla="*/ 798 h 16946"/>
                        <a:gd name="connsiteX2" fmla="*/ 17462 w 18278"/>
                        <a:gd name="connsiteY2" fmla="*/ 12038 h 16946"/>
                        <a:gd name="connsiteX3" fmla="*/ 5365 w 18278"/>
                        <a:gd name="connsiteY3" fmla="*/ 16133 h 16946"/>
                        <a:gd name="connsiteX4" fmla="*/ 888 w 18278"/>
                        <a:gd name="connsiteY4" fmla="*/ 4894 h 16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78" h="16946">
                          <a:moveTo>
                            <a:pt x="888" y="4894"/>
                          </a:moveTo>
                          <a:cubicBezTo>
                            <a:pt x="3079" y="703"/>
                            <a:pt x="8413" y="-1202"/>
                            <a:pt x="12985" y="798"/>
                          </a:cubicBezTo>
                          <a:cubicBezTo>
                            <a:pt x="17462" y="2703"/>
                            <a:pt x="19557" y="7751"/>
                            <a:pt x="17462" y="12038"/>
                          </a:cubicBezTo>
                          <a:cubicBezTo>
                            <a:pt x="15366" y="16324"/>
                            <a:pt x="9937" y="18133"/>
                            <a:pt x="5365" y="16133"/>
                          </a:cubicBezTo>
                          <a:cubicBezTo>
                            <a:pt x="698" y="14228"/>
                            <a:pt x="-1303" y="9180"/>
                            <a:pt x="888" y="48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25" name="Forme libre : forme 1024">
                      <a:extLst>
                        <a:ext uri="{FF2B5EF4-FFF2-40B4-BE49-F238E27FC236}">
                          <a16:creationId xmlns:a16="http://schemas.microsoft.com/office/drawing/2014/main" id="{4D6C2F7C-4284-4E10-BAD2-7614941005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9462" y="4715756"/>
                      <a:ext cx="7044" cy="5979"/>
                    </a:xfrm>
                    <a:custGeom>
                      <a:avLst/>
                      <a:gdLst>
                        <a:gd name="connsiteX0" fmla="*/ 1148 w 7044"/>
                        <a:gd name="connsiteY0" fmla="*/ 561 h 5979"/>
                        <a:gd name="connsiteX1" fmla="*/ 6101 w 7044"/>
                        <a:gd name="connsiteY1" fmla="*/ 1228 h 5979"/>
                        <a:gd name="connsiteX2" fmla="*/ 5911 w 7044"/>
                        <a:gd name="connsiteY2" fmla="*/ 5419 h 5979"/>
                        <a:gd name="connsiteX3" fmla="*/ 862 w 7044"/>
                        <a:gd name="connsiteY3" fmla="*/ 4752 h 5979"/>
                        <a:gd name="connsiteX4" fmla="*/ 1148 w 7044"/>
                        <a:gd name="connsiteY4" fmla="*/ 561 h 5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44" h="5979">
                          <a:moveTo>
                            <a:pt x="1148" y="561"/>
                          </a:moveTo>
                          <a:cubicBezTo>
                            <a:pt x="2577" y="-392"/>
                            <a:pt x="4863" y="-106"/>
                            <a:pt x="6101" y="1228"/>
                          </a:cubicBezTo>
                          <a:cubicBezTo>
                            <a:pt x="7435" y="2561"/>
                            <a:pt x="7339" y="4466"/>
                            <a:pt x="5911" y="5419"/>
                          </a:cubicBezTo>
                          <a:cubicBezTo>
                            <a:pt x="4482" y="6371"/>
                            <a:pt x="2196" y="6085"/>
                            <a:pt x="862" y="4752"/>
                          </a:cubicBezTo>
                          <a:cubicBezTo>
                            <a:pt x="-376" y="3323"/>
                            <a:pt x="-281" y="1513"/>
                            <a:pt x="1148" y="5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026" name="Graphique 15">
                    <a:extLst>
                      <a:ext uri="{FF2B5EF4-FFF2-40B4-BE49-F238E27FC236}">
                        <a16:creationId xmlns:a16="http://schemas.microsoft.com/office/drawing/2014/main" id="{4DB16088-322F-4585-9B3F-B3F9A27BE418}"/>
                      </a:ext>
                    </a:extLst>
                  </p:cNvPr>
                  <p:cNvGrpSpPr/>
                  <p:nvPr/>
                </p:nvGrpSpPr>
                <p:grpSpPr>
                  <a:xfrm>
                    <a:off x="10063985" y="4661887"/>
                    <a:ext cx="41619" cy="36318"/>
                    <a:chOff x="10063985" y="4661887"/>
                    <a:chExt cx="41619" cy="36318"/>
                  </a:xfrm>
                  <a:solidFill>
                    <a:schemeClr val="accent1"/>
                  </a:solidFill>
                </p:grpSpPr>
                <p:sp>
                  <p:nvSpPr>
                    <p:cNvPr id="1027" name="Forme libre : forme 1026">
                      <a:extLst>
                        <a:ext uri="{FF2B5EF4-FFF2-40B4-BE49-F238E27FC236}">
                          <a16:creationId xmlns:a16="http://schemas.microsoft.com/office/drawing/2014/main" id="{40FB597B-1A13-41C8-94AA-CEF9BE35CD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3985" y="4661941"/>
                      <a:ext cx="41619" cy="36264"/>
                    </a:xfrm>
                    <a:custGeom>
                      <a:avLst/>
                      <a:gdLst>
                        <a:gd name="connsiteX0" fmla="*/ 7197 w 41619"/>
                        <a:gd name="connsiteY0" fmla="*/ 3513 h 36264"/>
                        <a:gd name="connsiteX1" fmla="*/ 36153 w 41619"/>
                        <a:gd name="connsiteY1" fmla="*/ 7132 h 36264"/>
                        <a:gd name="connsiteX2" fmla="*/ 34915 w 41619"/>
                        <a:gd name="connsiteY2" fmla="*/ 32373 h 36264"/>
                        <a:gd name="connsiteX3" fmla="*/ 5197 w 41619"/>
                        <a:gd name="connsiteY3" fmla="*/ 28849 h 36264"/>
                        <a:gd name="connsiteX4" fmla="*/ 7197 w 41619"/>
                        <a:gd name="connsiteY4" fmla="*/ 3513 h 362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619" h="36264">
                          <a:moveTo>
                            <a:pt x="7197" y="3513"/>
                          </a:moveTo>
                          <a:cubicBezTo>
                            <a:pt x="15865" y="-2488"/>
                            <a:pt x="28438" y="-488"/>
                            <a:pt x="36153" y="7132"/>
                          </a:cubicBezTo>
                          <a:cubicBezTo>
                            <a:pt x="43773" y="14752"/>
                            <a:pt x="43487" y="26087"/>
                            <a:pt x="34915" y="32373"/>
                          </a:cubicBezTo>
                          <a:cubicBezTo>
                            <a:pt x="26342" y="38851"/>
                            <a:pt x="12912" y="36946"/>
                            <a:pt x="5197" y="28849"/>
                          </a:cubicBezTo>
                          <a:cubicBezTo>
                            <a:pt x="-2519" y="20658"/>
                            <a:pt x="-1471" y="9323"/>
                            <a:pt x="7197" y="351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28" name="Forme libre : forme 1027">
                      <a:extLst>
                        <a:ext uri="{FF2B5EF4-FFF2-40B4-BE49-F238E27FC236}">
                          <a16:creationId xmlns:a16="http://schemas.microsoft.com/office/drawing/2014/main" id="{B16B9C03-1E0A-48C7-93EE-62C314C823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5276" y="4661887"/>
                      <a:ext cx="40232" cy="36047"/>
                    </a:xfrm>
                    <a:custGeom>
                      <a:avLst/>
                      <a:gdLst>
                        <a:gd name="connsiteX0" fmla="*/ 19717 w 40232"/>
                        <a:gd name="connsiteY0" fmla="*/ 17759 h 36047"/>
                        <a:gd name="connsiteX1" fmla="*/ 23908 w 40232"/>
                        <a:gd name="connsiteY1" fmla="*/ 36047 h 36047"/>
                        <a:gd name="connsiteX2" fmla="*/ 33528 w 40232"/>
                        <a:gd name="connsiteY2" fmla="*/ 32332 h 36047"/>
                        <a:gd name="connsiteX3" fmla="*/ 34766 w 40232"/>
                        <a:gd name="connsiteY3" fmla="*/ 7091 h 36047"/>
                        <a:gd name="connsiteX4" fmla="*/ 5810 w 40232"/>
                        <a:gd name="connsiteY4" fmla="*/ 3472 h 36047"/>
                        <a:gd name="connsiteX5" fmla="*/ 0 w 40232"/>
                        <a:gd name="connsiteY5" fmla="*/ 10520 h 36047"/>
                        <a:gd name="connsiteX6" fmla="*/ 19717 w 40232"/>
                        <a:gd name="connsiteY6" fmla="*/ 17759 h 36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232" h="36047">
                          <a:moveTo>
                            <a:pt x="19717" y="17759"/>
                          </a:moveTo>
                          <a:cubicBezTo>
                            <a:pt x="24860" y="23284"/>
                            <a:pt x="26289" y="30237"/>
                            <a:pt x="23908" y="36047"/>
                          </a:cubicBezTo>
                          <a:cubicBezTo>
                            <a:pt x="27432" y="35571"/>
                            <a:pt x="30766" y="34428"/>
                            <a:pt x="33528" y="32332"/>
                          </a:cubicBezTo>
                          <a:cubicBezTo>
                            <a:pt x="42101" y="26046"/>
                            <a:pt x="42386" y="14711"/>
                            <a:pt x="34766" y="7091"/>
                          </a:cubicBezTo>
                          <a:cubicBezTo>
                            <a:pt x="27146" y="-529"/>
                            <a:pt x="14478" y="-2434"/>
                            <a:pt x="5810" y="3472"/>
                          </a:cubicBezTo>
                          <a:cubicBezTo>
                            <a:pt x="3048" y="5377"/>
                            <a:pt x="1143" y="7758"/>
                            <a:pt x="0" y="10520"/>
                          </a:cubicBezTo>
                          <a:cubicBezTo>
                            <a:pt x="7144" y="9853"/>
                            <a:pt x="14573" y="12330"/>
                            <a:pt x="19717" y="177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29" name="Forme libre : forme 1028">
                      <a:extLst>
                        <a:ext uri="{FF2B5EF4-FFF2-40B4-BE49-F238E27FC236}">
                          <a16:creationId xmlns:a16="http://schemas.microsoft.com/office/drawing/2014/main" id="{F0D7900F-3D8F-4458-9E44-E1B5A6985D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8024" y="4667747"/>
                      <a:ext cx="17630" cy="16886"/>
                    </a:xfrm>
                    <a:custGeom>
                      <a:avLst/>
                      <a:gdLst>
                        <a:gd name="connsiteX0" fmla="*/ 871 w 17630"/>
                        <a:gd name="connsiteY0" fmla="*/ 4946 h 16886"/>
                        <a:gd name="connsiteX1" fmla="*/ 12587 w 17630"/>
                        <a:gd name="connsiteY1" fmla="*/ 755 h 16886"/>
                        <a:gd name="connsiteX2" fmla="*/ 16778 w 17630"/>
                        <a:gd name="connsiteY2" fmla="*/ 11899 h 16886"/>
                        <a:gd name="connsiteX3" fmla="*/ 4967 w 17630"/>
                        <a:gd name="connsiteY3" fmla="*/ 16090 h 16886"/>
                        <a:gd name="connsiteX4" fmla="*/ 871 w 17630"/>
                        <a:gd name="connsiteY4" fmla="*/ 4946 h 16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30" h="16886">
                          <a:moveTo>
                            <a:pt x="871" y="4946"/>
                          </a:moveTo>
                          <a:cubicBezTo>
                            <a:pt x="2967" y="660"/>
                            <a:pt x="8205" y="-1150"/>
                            <a:pt x="12587" y="755"/>
                          </a:cubicBezTo>
                          <a:cubicBezTo>
                            <a:pt x="16968" y="2660"/>
                            <a:pt x="18873" y="7708"/>
                            <a:pt x="16778" y="11899"/>
                          </a:cubicBezTo>
                          <a:cubicBezTo>
                            <a:pt x="14777" y="16185"/>
                            <a:pt x="9443" y="18091"/>
                            <a:pt x="4967" y="16090"/>
                          </a:cubicBezTo>
                          <a:cubicBezTo>
                            <a:pt x="585" y="14185"/>
                            <a:pt x="-1224" y="9137"/>
                            <a:pt x="871" y="494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30" name="Forme libre : forme 1029">
                      <a:extLst>
                        <a:ext uri="{FF2B5EF4-FFF2-40B4-BE49-F238E27FC236}">
                          <a16:creationId xmlns:a16="http://schemas.microsoft.com/office/drawing/2014/main" id="{4FFA52FB-DDC6-4E69-8B09-1F9C4C6527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73424" y="4680514"/>
                      <a:ext cx="6906" cy="5979"/>
                    </a:xfrm>
                    <a:custGeom>
                      <a:avLst/>
                      <a:gdLst>
                        <a:gd name="connsiteX0" fmla="*/ 1186 w 6906"/>
                        <a:gd name="connsiteY0" fmla="*/ 561 h 5979"/>
                        <a:gd name="connsiteX1" fmla="*/ 6044 w 6906"/>
                        <a:gd name="connsiteY1" fmla="*/ 1228 h 5979"/>
                        <a:gd name="connsiteX2" fmla="*/ 5758 w 6906"/>
                        <a:gd name="connsiteY2" fmla="*/ 5419 h 5979"/>
                        <a:gd name="connsiteX3" fmla="*/ 901 w 6906"/>
                        <a:gd name="connsiteY3" fmla="*/ 4752 h 5979"/>
                        <a:gd name="connsiteX4" fmla="*/ 1186 w 6906"/>
                        <a:gd name="connsiteY4" fmla="*/ 561 h 5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6" h="5979">
                          <a:moveTo>
                            <a:pt x="1186" y="561"/>
                          </a:moveTo>
                          <a:cubicBezTo>
                            <a:pt x="2615" y="-392"/>
                            <a:pt x="4806" y="-106"/>
                            <a:pt x="6044" y="1228"/>
                          </a:cubicBezTo>
                          <a:cubicBezTo>
                            <a:pt x="7282" y="2561"/>
                            <a:pt x="7187" y="4466"/>
                            <a:pt x="5758" y="5419"/>
                          </a:cubicBezTo>
                          <a:cubicBezTo>
                            <a:pt x="4330" y="6371"/>
                            <a:pt x="2139" y="6085"/>
                            <a:pt x="901" y="4752"/>
                          </a:cubicBezTo>
                          <a:cubicBezTo>
                            <a:pt x="-433" y="3323"/>
                            <a:pt x="-242" y="1513"/>
                            <a:pt x="1186" y="5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031" name="Graphique 15">
                  <a:extLst>
                    <a:ext uri="{FF2B5EF4-FFF2-40B4-BE49-F238E27FC236}">
                      <a16:creationId xmlns:a16="http://schemas.microsoft.com/office/drawing/2014/main" id="{F18A4401-9536-49CC-83BE-20CBA92FE497}"/>
                    </a:ext>
                  </a:extLst>
                </p:cNvPr>
                <p:cNvGrpSpPr/>
                <p:nvPr/>
              </p:nvGrpSpPr>
              <p:grpSpPr>
                <a:xfrm>
                  <a:off x="10191272" y="4709448"/>
                  <a:ext cx="97687" cy="88598"/>
                  <a:chOff x="10191272" y="4709448"/>
                  <a:chExt cx="97687" cy="88598"/>
                </a:xfrm>
                <a:solidFill>
                  <a:schemeClr val="accent1"/>
                </a:solidFill>
              </p:grpSpPr>
              <p:grpSp>
                <p:nvGrpSpPr>
                  <p:cNvPr id="1032" name="Graphique 15">
                    <a:extLst>
                      <a:ext uri="{FF2B5EF4-FFF2-40B4-BE49-F238E27FC236}">
                        <a16:creationId xmlns:a16="http://schemas.microsoft.com/office/drawing/2014/main" id="{33F253BC-C6FD-4EE2-AE93-8EB6F6E7A35F}"/>
                      </a:ext>
                    </a:extLst>
                  </p:cNvPr>
                  <p:cNvGrpSpPr/>
                  <p:nvPr/>
                </p:nvGrpSpPr>
                <p:grpSpPr>
                  <a:xfrm>
                    <a:off x="10246358" y="4709448"/>
                    <a:ext cx="42601" cy="35643"/>
                    <a:chOff x="10246358" y="4709448"/>
                    <a:chExt cx="42601" cy="35643"/>
                  </a:xfrm>
                  <a:solidFill>
                    <a:schemeClr val="accent1"/>
                  </a:solidFill>
                </p:grpSpPr>
                <p:sp>
                  <p:nvSpPr>
                    <p:cNvPr id="1033" name="Forme libre : forme 1032">
                      <a:extLst>
                        <a:ext uri="{FF2B5EF4-FFF2-40B4-BE49-F238E27FC236}">
                          <a16:creationId xmlns:a16="http://schemas.microsoft.com/office/drawing/2014/main" id="{E76D5D30-F909-4E92-82FC-8FF7931B8F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46358" y="4709448"/>
                      <a:ext cx="42601" cy="35643"/>
                    </a:xfrm>
                    <a:custGeom>
                      <a:avLst/>
                      <a:gdLst>
                        <a:gd name="connsiteX0" fmla="*/ 28372 w 42601"/>
                        <a:gd name="connsiteY0" fmla="*/ 34873 h 35643"/>
                        <a:gd name="connsiteX1" fmla="*/ 1036 w 42601"/>
                        <a:gd name="connsiteY1" fmla="*/ 22966 h 35643"/>
                        <a:gd name="connsiteX2" fmla="*/ 14561 w 42601"/>
                        <a:gd name="connsiteY2" fmla="*/ 773 h 35643"/>
                        <a:gd name="connsiteX3" fmla="*/ 41327 w 42601"/>
                        <a:gd name="connsiteY3" fmla="*/ 12298 h 35643"/>
                        <a:gd name="connsiteX4" fmla="*/ 28372 w 42601"/>
                        <a:gd name="connsiteY4" fmla="*/ 34873 h 356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601" h="35643">
                          <a:moveTo>
                            <a:pt x="28372" y="34873"/>
                          </a:moveTo>
                          <a:cubicBezTo>
                            <a:pt x="17038" y="37730"/>
                            <a:pt x="4751" y="32396"/>
                            <a:pt x="1036" y="22966"/>
                          </a:cubicBezTo>
                          <a:cubicBezTo>
                            <a:pt x="-2584" y="13537"/>
                            <a:pt x="3608" y="3631"/>
                            <a:pt x="14561" y="773"/>
                          </a:cubicBezTo>
                          <a:cubicBezTo>
                            <a:pt x="25515" y="-2084"/>
                            <a:pt x="37326" y="3250"/>
                            <a:pt x="41327" y="12298"/>
                          </a:cubicBezTo>
                          <a:cubicBezTo>
                            <a:pt x="45327" y="21443"/>
                            <a:pt x="39612" y="31920"/>
                            <a:pt x="28372" y="3487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34" name="Forme libre : forme 1033">
                      <a:extLst>
                        <a:ext uri="{FF2B5EF4-FFF2-40B4-BE49-F238E27FC236}">
                          <a16:creationId xmlns:a16="http://schemas.microsoft.com/office/drawing/2014/main" id="{6ED7CEDB-2B69-469E-AD1F-2255546105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46358" y="4709466"/>
                      <a:ext cx="37230" cy="35625"/>
                    </a:xfrm>
                    <a:custGeom>
                      <a:avLst/>
                      <a:gdLst>
                        <a:gd name="connsiteX0" fmla="*/ 20943 w 37230"/>
                        <a:gd name="connsiteY0" fmla="*/ 17995 h 35625"/>
                        <a:gd name="connsiteX1" fmla="*/ 25325 w 37230"/>
                        <a:gd name="connsiteY1" fmla="*/ 469 h 35625"/>
                        <a:gd name="connsiteX2" fmla="*/ 14561 w 37230"/>
                        <a:gd name="connsiteY2" fmla="*/ 755 h 35625"/>
                        <a:gd name="connsiteX3" fmla="*/ 1036 w 37230"/>
                        <a:gd name="connsiteY3" fmla="*/ 22948 h 35625"/>
                        <a:gd name="connsiteX4" fmla="*/ 28372 w 37230"/>
                        <a:gd name="connsiteY4" fmla="*/ 34854 h 35625"/>
                        <a:gd name="connsiteX5" fmla="*/ 37231 w 37230"/>
                        <a:gd name="connsiteY5" fmla="*/ 29997 h 35625"/>
                        <a:gd name="connsiteX6" fmla="*/ 20943 w 37230"/>
                        <a:gd name="connsiteY6" fmla="*/ 17995 h 35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230" h="35625">
                          <a:moveTo>
                            <a:pt x="20943" y="17995"/>
                          </a:moveTo>
                          <a:cubicBezTo>
                            <a:pt x="18371" y="11613"/>
                            <a:pt x="20371" y="4946"/>
                            <a:pt x="25325" y="469"/>
                          </a:cubicBezTo>
                          <a:cubicBezTo>
                            <a:pt x="21895" y="-198"/>
                            <a:pt x="18181" y="-198"/>
                            <a:pt x="14561" y="755"/>
                          </a:cubicBezTo>
                          <a:cubicBezTo>
                            <a:pt x="3608" y="3612"/>
                            <a:pt x="-2584" y="13518"/>
                            <a:pt x="1036" y="22948"/>
                          </a:cubicBezTo>
                          <a:cubicBezTo>
                            <a:pt x="4655" y="32378"/>
                            <a:pt x="17038" y="37712"/>
                            <a:pt x="28372" y="34854"/>
                          </a:cubicBezTo>
                          <a:cubicBezTo>
                            <a:pt x="31992" y="33997"/>
                            <a:pt x="34945" y="32187"/>
                            <a:pt x="37231" y="29997"/>
                          </a:cubicBezTo>
                          <a:cubicBezTo>
                            <a:pt x="29896" y="28949"/>
                            <a:pt x="23420" y="24282"/>
                            <a:pt x="20943" y="1799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35" name="Forme libre : forme 1034">
                      <a:extLst>
                        <a:ext uri="{FF2B5EF4-FFF2-40B4-BE49-F238E27FC236}">
                          <a16:creationId xmlns:a16="http://schemas.microsoft.com/office/drawing/2014/main" id="{DF1521B3-0B6A-4D86-80DE-6F788CB838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4073" y="4724990"/>
                      <a:ext cx="19208" cy="15930"/>
                    </a:xfrm>
                    <a:custGeom>
                      <a:avLst/>
                      <a:gdLst>
                        <a:gd name="connsiteX0" fmla="*/ 15992 w 19208"/>
                        <a:gd name="connsiteY0" fmla="*/ 13330 h 15930"/>
                        <a:gd name="connsiteX1" fmla="*/ 2371 w 19208"/>
                        <a:gd name="connsiteY1" fmla="*/ 13806 h 15930"/>
                        <a:gd name="connsiteX2" fmla="*/ 3323 w 19208"/>
                        <a:gd name="connsiteY2" fmla="*/ 2567 h 15930"/>
                        <a:gd name="connsiteX3" fmla="*/ 16754 w 19208"/>
                        <a:gd name="connsiteY3" fmla="*/ 2090 h 15930"/>
                        <a:gd name="connsiteX4" fmla="*/ 15992 w 19208"/>
                        <a:gd name="connsiteY4" fmla="*/ 13330 h 159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208" h="15930">
                          <a:moveTo>
                            <a:pt x="15992" y="13330"/>
                          </a:moveTo>
                          <a:cubicBezTo>
                            <a:pt x="11991" y="16663"/>
                            <a:pt x="5895" y="16759"/>
                            <a:pt x="2371" y="13806"/>
                          </a:cubicBezTo>
                          <a:cubicBezTo>
                            <a:pt x="-1153" y="10853"/>
                            <a:pt x="-677" y="5805"/>
                            <a:pt x="3323" y="2567"/>
                          </a:cubicBezTo>
                          <a:cubicBezTo>
                            <a:pt x="7324" y="-672"/>
                            <a:pt x="13325" y="-863"/>
                            <a:pt x="16754" y="2090"/>
                          </a:cubicBezTo>
                          <a:cubicBezTo>
                            <a:pt x="20278" y="4853"/>
                            <a:pt x="19992" y="9901"/>
                            <a:pt x="15992" y="1333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36" name="Forme libre : forme 1035">
                      <a:extLst>
                        <a:ext uri="{FF2B5EF4-FFF2-40B4-BE49-F238E27FC236}">
                          <a16:creationId xmlns:a16="http://schemas.microsoft.com/office/drawing/2014/main" id="{68D8CA52-0F49-4935-9D2B-70B95F3C09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73470" y="4723425"/>
                      <a:ext cx="6998" cy="5883"/>
                    </a:xfrm>
                    <a:custGeom>
                      <a:avLst/>
                      <a:gdLst>
                        <a:gd name="connsiteX0" fmla="*/ 4690 w 6998"/>
                        <a:gd name="connsiteY0" fmla="*/ 5751 h 5883"/>
                        <a:gd name="connsiteX1" fmla="*/ 213 w 6998"/>
                        <a:gd name="connsiteY1" fmla="*/ 3846 h 5883"/>
                        <a:gd name="connsiteX2" fmla="*/ 2309 w 6998"/>
                        <a:gd name="connsiteY2" fmla="*/ 132 h 5883"/>
                        <a:gd name="connsiteX3" fmla="*/ 6785 w 6998"/>
                        <a:gd name="connsiteY3" fmla="*/ 2037 h 5883"/>
                        <a:gd name="connsiteX4" fmla="*/ 4690 w 6998"/>
                        <a:gd name="connsiteY4" fmla="*/ 5751 h 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98" h="5883">
                          <a:moveTo>
                            <a:pt x="4690" y="5751"/>
                          </a:moveTo>
                          <a:cubicBezTo>
                            <a:pt x="2880" y="6228"/>
                            <a:pt x="880" y="5371"/>
                            <a:pt x="213" y="3846"/>
                          </a:cubicBezTo>
                          <a:cubicBezTo>
                            <a:pt x="-454" y="2322"/>
                            <a:pt x="499" y="608"/>
                            <a:pt x="2309" y="132"/>
                          </a:cubicBezTo>
                          <a:cubicBezTo>
                            <a:pt x="4118" y="-345"/>
                            <a:pt x="6119" y="513"/>
                            <a:pt x="6785" y="2037"/>
                          </a:cubicBezTo>
                          <a:cubicBezTo>
                            <a:pt x="7452" y="3656"/>
                            <a:pt x="6500" y="5371"/>
                            <a:pt x="4690" y="575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037" name="Graphique 15">
                    <a:extLst>
                      <a:ext uri="{FF2B5EF4-FFF2-40B4-BE49-F238E27FC236}">
                        <a16:creationId xmlns:a16="http://schemas.microsoft.com/office/drawing/2014/main" id="{D67B49E2-F4BB-4164-9F44-6C1A1BF75835}"/>
                      </a:ext>
                    </a:extLst>
                  </p:cNvPr>
                  <p:cNvGrpSpPr/>
                  <p:nvPr/>
                </p:nvGrpSpPr>
                <p:grpSpPr>
                  <a:xfrm>
                    <a:off x="10213916" y="4732353"/>
                    <a:ext cx="43708" cy="35876"/>
                    <a:chOff x="10213916" y="4732353"/>
                    <a:chExt cx="43708" cy="35876"/>
                  </a:xfrm>
                  <a:solidFill>
                    <a:schemeClr val="accent1"/>
                  </a:solidFill>
                </p:grpSpPr>
                <p:sp>
                  <p:nvSpPr>
                    <p:cNvPr id="1038" name="Forme libre : forme 1037">
                      <a:extLst>
                        <a:ext uri="{FF2B5EF4-FFF2-40B4-BE49-F238E27FC236}">
                          <a16:creationId xmlns:a16="http://schemas.microsoft.com/office/drawing/2014/main" id="{83E7FF0A-CAED-46E6-A4DD-05DBA3756E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14004" y="4732353"/>
                      <a:ext cx="43620" cy="35781"/>
                    </a:xfrm>
                    <a:custGeom>
                      <a:avLst/>
                      <a:gdLst>
                        <a:gd name="connsiteX0" fmla="*/ 28533 w 43620"/>
                        <a:gd name="connsiteY0" fmla="*/ 35018 h 35781"/>
                        <a:gd name="connsiteX1" fmla="*/ 910 w 43620"/>
                        <a:gd name="connsiteY1" fmla="*/ 22350 h 35781"/>
                        <a:gd name="connsiteX2" fmla="*/ 15388 w 43620"/>
                        <a:gd name="connsiteY2" fmla="*/ 728 h 35781"/>
                        <a:gd name="connsiteX3" fmla="*/ 42535 w 43620"/>
                        <a:gd name="connsiteY3" fmla="*/ 12730 h 35781"/>
                        <a:gd name="connsiteX4" fmla="*/ 28533 w 43620"/>
                        <a:gd name="connsiteY4" fmla="*/ 35018 h 35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620" h="35781">
                          <a:moveTo>
                            <a:pt x="28533" y="35018"/>
                          </a:moveTo>
                          <a:cubicBezTo>
                            <a:pt x="16817" y="37971"/>
                            <a:pt x="4339" y="32065"/>
                            <a:pt x="910" y="22350"/>
                          </a:cubicBezTo>
                          <a:cubicBezTo>
                            <a:pt x="-2519" y="12730"/>
                            <a:pt x="4053" y="3109"/>
                            <a:pt x="15388" y="728"/>
                          </a:cubicBezTo>
                          <a:cubicBezTo>
                            <a:pt x="26723" y="-2034"/>
                            <a:pt x="38724" y="3300"/>
                            <a:pt x="42535" y="12730"/>
                          </a:cubicBezTo>
                          <a:cubicBezTo>
                            <a:pt x="46249" y="22255"/>
                            <a:pt x="40153" y="32256"/>
                            <a:pt x="28533" y="3501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39" name="Forme libre : forme 1038">
                      <a:extLst>
                        <a:ext uri="{FF2B5EF4-FFF2-40B4-BE49-F238E27FC236}">
                          <a16:creationId xmlns:a16="http://schemas.microsoft.com/office/drawing/2014/main" id="{AEDB7CC1-D799-4B5A-9EC0-CF258167CF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13916" y="4732508"/>
                      <a:ext cx="37764" cy="35722"/>
                    </a:xfrm>
                    <a:custGeom>
                      <a:avLst/>
                      <a:gdLst>
                        <a:gd name="connsiteX0" fmla="*/ 21477 w 37764"/>
                        <a:gd name="connsiteY0" fmla="*/ 18005 h 35722"/>
                        <a:gd name="connsiteX1" fmla="*/ 26430 w 37764"/>
                        <a:gd name="connsiteY1" fmla="*/ 478 h 35722"/>
                        <a:gd name="connsiteX2" fmla="*/ 15381 w 37764"/>
                        <a:gd name="connsiteY2" fmla="*/ 669 h 35722"/>
                        <a:gd name="connsiteX3" fmla="*/ 903 w 37764"/>
                        <a:gd name="connsiteY3" fmla="*/ 22291 h 35722"/>
                        <a:gd name="connsiteX4" fmla="*/ 28525 w 37764"/>
                        <a:gd name="connsiteY4" fmla="*/ 34959 h 35722"/>
                        <a:gd name="connsiteX5" fmla="*/ 37764 w 37764"/>
                        <a:gd name="connsiteY5" fmla="*/ 30292 h 35722"/>
                        <a:gd name="connsiteX6" fmla="*/ 21477 w 37764"/>
                        <a:gd name="connsiteY6" fmla="*/ 18005 h 35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764" h="35722">
                          <a:moveTo>
                            <a:pt x="21477" y="18005"/>
                          </a:moveTo>
                          <a:cubicBezTo>
                            <a:pt x="19000" y="11527"/>
                            <a:pt x="21286" y="4955"/>
                            <a:pt x="26430" y="478"/>
                          </a:cubicBezTo>
                          <a:cubicBezTo>
                            <a:pt x="22905" y="-188"/>
                            <a:pt x="19095" y="-188"/>
                            <a:pt x="15381" y="669"/>
                          </a:cubicBezTo>
                          <a:cubicBezTo>
                            <a:pt x="4141" y="2955"/>
                            <a:pt x="-2527" y="12671"/>
                            <a:pt x="903" y="22291"/>
                          </a:cubicBezTo>
                          <a:cubicBezTo>
                            <a:pt x="4331" y="32006"/>
                            <a:pt x="16905" y="37912"/>
                            <a:pt x="28525" y="34959"/>
                          </a:cubicBezTo>
                          <a:cubicBezTo>
                            <a:pt x="32240" y="34102"/>
                            <a:pt x="35288" y="32387"/>
                            <a:pt x="37764" y="30292"/>
                          </a:cubicBezTo>
                          <a:cubicBezTo>
                            <a:pt x="30335" y="28768"/>
                            <a:pt x="23858" y="24291"/>
                            <a:pt x="21477" y="1800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40" name="Forme libre : forme 1039">
                      <a:extLst>
                        <a:ext uri="{FF2B5EF4-FFF2-40B4-BE49-F238E27FC236}">
                          <a16:creationId xmlns:a16="http://schemas.microsoft.com/office/drawing/2014/main" id="{8DC8DCDB-DD07-4D90-86AE-25577D6314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1936" y="4748092"/>
                      <a:ext cx="19725" cy="15889"/>
                    </a:xfrm>
                    <a:custGeom>
                      <a:avLst/>
                      <a:gdLst>
                        <a:gd name="connsiteX0" fmla="*/ 16316 w 19725"/>
                        <a:gd name="connsiteY0" fmla="*/ 13374 h 15889"/>
                        <a:gd name="connsiteX1" fmla="*/ 2314 w 19725"/>
                        <a:gd name="connsiteY1" fmla="*/ 13755 h 15889"/>
                        <a:gd name="connsiteX2" fmla="*/ 3552 w 19725"/>
                        <a:gd name="connsiteY2" fmla="*/ 2516 h 15889"/>
                        <a:gd name="connsiteX3" fmla="*/ 17363 w 19725"/>
                        <a:gd name="connsiteY3" fmla="*/ 2135 h 15889"/>
                        <a:gd name="connsiteX4" fmla="*/ 16316 w 19725"/>
                        <a:gd name="connsiteY4" fmla="*/ 13374 h 15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725" h="15889">
                          <a:moveTo>
                            <a:pt x="16316" y="13374"/>
                          </a:moveTo>
                          <a:cubicBezTo>
                            <a:pt x="12125" y="16613"/>
                            <a:pt x="5838" y="16708"/>
                            <a:pt x="2314" y="13755"/>
                          </a:cubicBezTo>
                          <a:cubicBezTo>
                            <a:pt x="-1210" y="10707"/>
                            <a:pt x="-639" y="5659"/>
                            <a:pt x="3552" y="2516"/>
                          </a:cubicBezTo>
                          <a:cubicBezTo>
                            <a:pt x="7743" y="-723"/>
                            <a:pt x="13839" y="-818"/>
                            <a:pt x="17363" y="2135"/>
                          </a:cubicBezTo>
                          <a:cubicBezTo>
                            <a:pt x="20888" y="5088"/>
                            <a:pt x="20411" y="10136"/>
                            <a:pt x="16316" y="1337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41" name="Forme libre : forme 1040">
                      <a:extLst>
                        <a:ext uri="{FF2B5EF4-FFF2-40B4-BE49-F238E27FC236}">
                          <a16:creationId xmlns:a16="http://schemas.microsoft.com/office/drawing/2014/main" id="{6C9D82A8-C2E4-483F-9CCE-D8D5F81AFD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41705" y="4746571"/>
                      <a:ext cx="7177" cy="5881"/>
                    </a:xfrm>
                    <a:custGeom>
                      <a:avLst/>
                      <a:gdLst>
                        <a:gd name="connsiteX0" fmla="*/ 4737 w 7177"/>
                        <a:gd name="connsiteY0" fmla="*/ 5751 h 5881"/>
                        <a:gd name="connsiteX1" fmla="*/ 165 w 7177"/>
                        <a:gd name="connsiteY1" fmla="*/ 3751 h 5881"/>
                        <a:gd name="connsiteX2" fmla="*/ 2451 w 7177"/>
                        <a:gd name="connsiteY2" fmla="*/ 131 h 5881"/>
                        <a:gd name="connsiteX3" fmla="*/ 6927 w 7177"/>
                        <a:gd name="connsiteY3" fmla="*/ 2131 h 5881"/>
                        <a:gd name="connsiteX4" fmla="*/ 4737 w 7177"/>
                        <a:gd name="connsiteY4" fmla="*/ 5751 h 5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77" h="5881">
                          <a:moveTo>
                            <a:pt x="4737" y="5751"/>
                          </a:moveTo>
                          <a:cubicBezTo>
                            <a:pt x="2832" y="6227"/>
                            <a:pt x="832" y="5370"/>
                            <a:pt x="165" y="3751"/>
                          </a:cubicBezTo>
                          <a:cubicBezTo>
                            <a:pt x="-407" y="2226"/>
                            <a:pt x="546" y="607"/>
                            <a:pt x="2451" y="131"/>
                          </a:cubicBezTo>
                          <a:cubicBezTo>
                            <a:pt x="4356" y="-345"/>
                            <a:pt x="6356" y="512"/>
                            <a:pt x="6927" y="2131"/>
                          </a:cubicBezTo>
                          <a:cubicBezTo>
                            <a:pt x="7690" y="3655"/>
                            <a:pt x="6642" y="5275"/>
                            <a:pt x="4737" y="575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042" name="Graphique 15">
                    <a:extLst>
                      <a:ext uri="{FF2B5EF4-FFF2-40B4-BE49-F238E27FC236}">
                        <a16:creationId xmlns:a16="http://schemas.microsoft.com/office/drawing/2014/main" id="{CEC97B30-4BAA-471B-9219-74C58919BC3C}"/>
                      </a:ext>
                    </a:extLst>
                  </p:cNvPr>
                  <p:cNvGrpSpPr/>
                  <p:nvPr/>
                </p:nvGrpSpPr>
                <p:grpSpPr>
                  <a:xfrm>
                    <a:off x="10191272" y="4762208"/>
                    <a:ext cx="45065" cy="35838"/>
                    <a:chOff x="10191272" y="4762208"/>
                    <a:chExt cx="45065" cy="35838"/>
                  </a:xfrm>
                  <a:solidFill>
                    <a:schemeClr val="accent1"/>
                  </a:solidFill>
                </p:grpSpPr>
                <p:sp>
                  <p:nvSpPr>
                    <p:cNvPr id="1043" name="Forme libre : forme 1042">
                      <a:extLst>
                        <a:ext uri="{FF2B5EF4-FFF2-40B4-BE49-F238E27FC236}">
                          <a16:creationId xmlns:a16="http://schemas.microsoft.com/office/drawing/2014/main" id="{FFCC365F-9513-4D21-842F-0FA7248E2C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1272" y="4762242"/>
                      <a:ext cx="45065" cy="35804"/>
                    </a:xfrm>
                    <a:custGeom>
                      <a:avLst/>
                      <a:gdLst>
                        <a:gd name="connsiteX0" fmla="*/ 29261 w 45065"/>
                        <a:gd name="connsiteY0" fmla="*/ 35324 h 35804"/>
                        <a:gd name="connsiteX1" fmla="*/ 877 w 45065"/>
                        <a:gd name="connsiteY1" fmla="*/ 21893 h 35804"/>
                        <a:gd name="connsiteX2" fmla="*/ 16117 w 45065"/>
                        <a:gd name="connsiteY2" fmla="*/ 462 h 35804"/>
                        <a:gd name="connsiteX3" fmla="*/ 43930 w 45065"/>
                        <a:gd name="connsiteY3" fmla="*/ 13416 h 35804"/>
                        <a:gd name="connsiteX4" fmla="*/ 29261 w 45065"/>
                        <a:gd name="connsiteY4" fmla="*/ 35324 h 35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065" h="35804">
                          <a:moveTo>
                            <a:pt x="29261" y="35324"/>
                          </a:moveTo>
                          <a:cubicBezTo>
                            <a:pt x="17164" y="37610"/>
                            <a:pt x="4305" y="31513"/>
                            <a:pt x="877" y="21893"/>
                          </a:cubicBezTo>
                          <a:cubicBezTo>
                            <a:pt x="-2553" y="12273"/>
                            <a:pt x="4401" y="2653"/>
                            <a:pt x="16117" y="462"/>
                          </a:cubicBezTo>
                          <a:cubicBezTo>
                            <a:pt x="27832" y="-1729"/>
                            <a:pt x="40120" y="4081"/>
                            <a:pt x="43930" y="13416"/>
                          </a:cubicBezTo>
                          <a:cubicBezTo>
                            <a:pt x="47835" y="22751"/>
                            <a:pt x="41358" y="32847"/>
                            <a:pt x="29261" y="3532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44" name="Forme libre : forme 1043">
                      <a:extLst>
                        <a:ext uri="{FF2B5EF4-FFF2-40B4-BE49-F238E27FC236}">
                          <a16:creationId xmlns:a16="http://schemas.microsoft.com/office/drawing/2014/main" id="{35364574-ADAB-4525-9B79-939081210E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1463" y="4762208"/>
                      <a:ext cx="38881" cy="35743"/>
                    </a:xfrm>
                    <a:custGeom>
                      <a:avLst/>
                      <a:gdLst>
                        <a:gd name="connsiteX0" fmla="*/ 22022 w 38881"/>
                        <a:gd name="connsiteY0" fmla="*/ 18117 h 35743"/>
                        <a:gd name="connsiteX1" fmla="*/ 27451 w 38881"/>
                        <a:gd name="connsiteY1" fmla="*/ 782 h 35743"/>
                        <a:gd name="connsiteX2" fmla="*/ 16117 w 38881"/>
                        <a:gd name="connsiteY2" fmla="*/ 401 h 35743"/>
                        <a:gd name="connsiteX3" fmla="*/ 877 w 38881"/>
                        <a:gd name="connsiteY3" fmla="*/ 21832 h 35743"/>
                        <a:gd name="connsiteX4" fmla="*/ 29261 w 38881"/>
                        <a:gd name="connsiteY4" fmla="*/ 35262 h 35743"/>
                        <a:gd name="connsiteX5" fmla="*/ 38881 w 38881"/>
                        <a:gd name="connsiteY5" fmla="*/ 30786 h 35743"/>
                        <a:gd name="connsiteX6" fmla="*/ 22022 w 38881"/>
                        <a:gd name="connsiteY6" fmla="*/ 18117 h 35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881" h="35743">
                          <a:moveTo>
                            <a:pt x="22022" y="18117"/>
                          </a:moveTo>
                          <a:cubicBezTo>
                            <a:pt x="19546" y="11545"/>
                            <a:pt x="22022" y="5068"/>
                            <a:pt x="27451" y="782"/>
                          </a:cubicBezTo>
                          <a:cubicBezTo>
                            <a:pt x="23832" y="-75"/>
                            <a:pt x="19927" y="-266"/>
                            <a:pt x="16117" y="401"/>
                          </a:cubicBezTo>
                          <a:cubicBezTo>
                            <a:pt x="4401" y="2687"/>
                            <a:pt x="-2552" y="12212"/>
                            <a:pt x="877" y="21832"/>
                          </a:cubicBezTo>
                          <a:cubicBezTo>
                            <a:pt x="4306" y="31453"/>
                            <a:pt x="17164" y="37548"/>
                            <a:pt x="29261" y="35262"/>
                          </a:cubicBezTo>
                          <a:cubicBezTo>
                            <a:pt x="33071" y="34596"/>
                            <a:pt x="36310" y="32786"/>
                            <a:pt x="38881" y="30786"/>
                          </a:cubicBezTo>
                          <a:cubicBezTo>
                            <a:pt x="30976" y="29547"/>
                            <a:pt x="24403" y="24499"/>
                            <a:pt x="22022" y="181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45" name="Forme libre : forme 1044">
                      <a:extLst>
                        <a:ext uri="{FF2B5EF4-FFF2-40B4-BE49-F238E27FC236}">
                          <a16:creationId xmlns:a16="http://schemas.microsoft.com/office/drawing/2014/main" id="{DFA1AF88-ACAE-41C2-9FA7-0BDF89252A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9852" y="4778167"/>
                      <a:ext cx="20408" cy="15889"/>
                    </a:xfrm>
                    <a:custGeom>
                      <a:avLst/>
                      <a:gdLst>
                        <a:gd name="connsiteX0" fmla="*/ 16682 w 20408"/>
                        <a:gd name="connsiteY0" fmla="*/ 13589 h 15889"/>
                        <a:gd name="connsiteX1" fmla="*/ 2299 w 20408"/>
                        <a:gd name="connsiteY1" fmla="*/ 13398 h 15889"/>
                        <a:gd name="connsiteX2" fmla="*/ 3823 w 20408"/>
                        <a:gd name="connsiteY2" fmla="*/ 2158 h 15889"/>
                        <a:gd name="connsiteX3" fmla="*/ 18111 w 20408"/>
                        <a:gd name="connsiteY3" fmla="*/ 2349 h 15889"/>
                        <a:gd name="connsiteX4" fmla="*/ 16682 w 20408"/>
                        <a:gd name="connsiteY4" fmla="*/ 13589 h 15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08" h="15889">
                          <a:moveTo>
                            <a:pt x="16682" y="13589"/>
                          </a:moveTo>
                          <a:cubicBezTo>
                            <a:pt x="12301" y="16827"/>
                            <a:pt x="5824" y="16541"/>
                            <a:pt x="2299" y="13398"/>
                          </a:cubicBezTo>
                          <a:cubicBezTo>
                            <a:pt x="-1320" y="10255"/>
                            <a:pt x="-558" y="5206"/>
                            <a:pt x="3823" y="2158"/>
                          </a:cubicBezTo>
                          <a:cubicBezTo>
                            <a:pt x="8205" y="-889"/>
                            <a:pt x="14491" y="-604"/>
                            <a:pt x="18111" y="2349"/>
                          </a:cubicBezTo>
                          <a:cubicBezTo>
                            <a:pt x="21635" y="5397"/>
                            <a:pt x="21064" y="10445"/>
                            <a:pt x="16682" y="1358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46" name="Forme libre : forme 1045">
                      <a:extLst>
                        <a:ext uri="{FF2B5EF4-FFF2-40B4-BE49-F238E27FC236}">
                          <a16:creationId xmlns:a16="http://schemas.microsoft.com/office/drawing/2014/main" id="{B7F1D3C0-B8D2-4BCB-AAE2-1530FB9256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20057" y="4776812"/>
                      <a:ext cx="7482" cy="5882"/>
                    </a:xfrm>
                    <a:custGeom>
                      <a:avLst/>
                      <a:gdLst>
                        <a:gd name="connsiteX0" fmla="*/ 4858 w 7482"/>
                        <a:gd name="connsiteY0" fmla="*/ 5799 h 5882"/>
                        <a:gd name="connsiteX1" fmla="*/ 191 w 7482"/>
                        <a:gd name="connsiteY1" fmla="*/ 3608 h 5882"/>
                        <a:gd name="connsiteX2" fmla="*/ 2667 w 7482"/>
                        <a:gd name="connsiteY2" fmla="*/ 84 h 5882"/>
                        <a:gd name="connsiteX3" fmla="*/ 7334 w 7482"/>
                        <a:gd name="connsiteY3" fmla="*/ 2180 h 5882"/>
                        <a:gd name="connsiteX4" fmla="*/ 4858 w 7482"/>
                        <a:gd name="connsiteY4" fmla="*/ 5799 h 5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2" h="5882">
                          <a:moveTo>
                            <a:pt x="4858" y="5799"/>
                          </a:moveTo>
                          <a:cubicBezTo>
                            <a:pt x="2953" y="6180"/>
                            <a:pt x="857" y="5228"/>
                            <a:pt x="191" y="3608"/>
                          </a:cubicBezTo>
                          <a:cubicBezTo>
                            <a:pt x="-476" y="1989"/>
                            <a:pt x="667" y="465"/>
                            <a:pt x="2667" y="84"/>
                          </a:cubicBezTo>
                          <a:cubicBezTo>
                            <a:pt x="4572" y="-297"/>
                            <a:pt x="6668" y="656"/>
                            <a:pt x="7334" y="2180"/>
                          </a:cubicBezTo>
                          <a:cubicBezTo>
                            <a:pt x="7906" y="3704"/>
                            <a:pt x="6763" y="5418"/>
                            <a:pt x="4858" y="579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047" name="Graphique 15">
                <a:extLst>
                  <a:ext uri="{FF2B5EF4-FFF2-40B4-BE49-F238E27FC236}">
                    <a16:creationId xmlns:a16="http://schemas.microsoft.com/office/drawing/2014/main" id="{4EA5EE9C-00A4-46D4-9769-E40F0BC1F998}"/>
                  </a:ext>
                </a:extLst>
              </p:cNvPr>
              <p:cNvGrpSpPr/>
              <p:nvPr/>
            </p:nvGrpSpPr>
            <p:grpSpPr>
              <a:xfrm>
                <a:off x="9596170" y="4204179"/>
                <a:ext cx="456365" cy="513472"/>
                <a:chOff x="9596170" y="4204179"/>
                <a:chExt cx="456365" cy="513472"/>
              </a:xfrm>
              <a:solidFill>
                <a:schemeClr val="accent1"/>
              </a:solidFill>
            </p:grpSpPr>
            <p:sp>
              <p:nvSpPr>
                <p:cNvPr id="1048" name="Forme libre : forme 1047">
                  <a:extLst>
                    <a:ext uri="{FF2B5EF4-FFF2-40B4-BE49-F238E27FC236}">
                      <a16:creationId xmlns:a16="http://schemas.microsoft.com/office/drawing/2014/main" id="{7C25557B-DC65-4410-B032-E35BAF479873}"/>
                    </a:ext>
                  </a:extLst>
                </p:cNvPr>
                <p:cNvSpPr/>
                <p:nvPr/>
              </p:nvSpPr>
              <p:spPr>
                <a:xfrm>
                  <a:off x="9596170" y="4204179"/>
                  <a:ext cx="456270" cy="513472"/>
                </a:xfrm>
                <a:custGeom>
                  <a:avLst/>
                  <a:gdLst>
                    <a:gd name="connsiteX0" fmla="*/ 358330 w 456270"/>
                    <a:gd name="connsiteY0" fmla="*/ 460609 h 513472"/>
                    <a:gd name="connsiteX1" fmla="*/ 251270 w 456270"/>
                    <a:gd name="connsiteY1" fmla="*/ 374121 h 513472"/>
                    <a:gd name="connsiteX2" fmla="*/ 306134 w 456270"/>
                    <a:gd name="connsiteY2" fmla="*/ 356500 h 513472"/>
                    <a:gd name="connsiteX3" fmla="*/ 353282 w 456270"/>
                    <a:gd name="connsiteY3" fmla="*/ 326401 h 513472"/>
                    <a:gd name="connsiteX4" fmla="*/ 420529 w 456270"/>
                    <a:gd name="connsiteY4" fmla="*/ 236200 h 513472"/>
                    <a:gd name="connsiteX5" fmla="*/ 448723 w 456270"/>
                    <a:gd name="connsiteY5" fmla="*/ 152761 h 513472"/>
                    <a:gd name="connsiteX6" fmla="*/ 456247 w 456270"/>
                    <a:gd name="connsiteY6" fmla="*/ 85514 h 513472"/>
                    <a:gd name="connsiteX7" fmla="*/ 427482 w 456270"/>
                    <a:gd name="connsiteY7" fmla="*/ 8838 h 513472"/>
                    <a:gd name="connsiteX8" fmla="*/ 342614 w 456270"/>
                    <a:gd name="connsiteY8" fmla="*/ 14172 h 513472"/>
                    <a:gd name="connsiteX9" fmla="*/ 285179 w 456270"/>
                    <a:gd name="connsiteY9" fmla="*/ 49224 h 513472"/>
                    <a:gd name="connsiteX10" fmla="*/ 223933 w 456270"/>
                    <a:gd name="connsiteY10" fmla="*/ 104754 h 513472"/>
                    <a:gd name="connsiteX11" fmla="*/ 166306 w 456270"/>
                    <a:gd name="connsiteY11" fmla="*/ 201243 h 513472"/>
                    <a:gd name="connsiteX12" fmla="*/ 156305 w 456270"/>
                    <a:gd name="connsiteY12" fmla="*/ 256393 h 513472"/>
                    <a:gd name="connsiteX13" fmla="*/ 160972 w 456270"/>
                    <a:gd name="connsiteY13" fmla="*/ 313828 h 513472"/>
                    <a:gd name="connsiteX14" fmla="*/ 40386 w 456270"/>
                    <a:gd name="connsiteY14" fmla="*/ 248011 h 513472"/>
                    <a:gd name="connsiteX15" fmla="*/ 0 w 456270"/>
                    <a:gd name="connsiteY15" fmla="*/ 288396 h 513472"/>
                    <a:gd name="connsiteX16" fmla="*/ 183928 w 456270"/>
                    <a:gd name="connsiteY16" fmla="*/ 377360 h 513472"/>
                    <a:gd name="connsiteX17" fmla="*/ 336613 w 456270"/>
                    <a:gd name="connsiteY17" fmla="*/ 513472 h 513472"/>
                    <a:gd name="connsiteX18" fmla="*/ 358330 w 456270"/>
                    <a:gd name="connsiteY18" fmla="*/ 460609 h 513472"/>
                    <a:gd name="connsiteX19" fmla="*/ 263938 w 456270"/>
                    <a:gd name="connsiteY19" fmla="*/ 139235 h 513472"/>
                    <a:gd name="connsiteX20" fmla="*/ 352425 w 456270"/>
                    <a:gd name="connsiteY20" fmla="*/ 61035 h 513472"/>
                    <a:gd name="connsiteX21" fmla="*/ 395478 w 456270"/>
                    <a:gd name="connsiteY21" fmla="*/ 56177 h 513472"/>
                    <a:gd name="connsiteX22" fmla="*/ 408718 w 456270"/>
                    <a:gd name="connsiteY22" fmla="*/ 105802 h 513472"/>
                    <a:gd name="connsiteX23" fmla="*/ 373285 w 456270"/>
                    <a:gd name="connsiteY23" fmla="*/ 212578 h 513472"/>
                    <a:gd name="connsiteX24" fmla="*/ 311753 w 456270"/>
                    <a:gd name="connsiteY24" fmla="*/ 283348 h 513472"/>
                    <a:gd name="connsiteX25" fmla="*/ 224409 w 456270"/>
                    <a:gd name="connsiteY25" fmla="*/ 316686 h 513472"/>
                    <a:gd name="connsiteX26" fmla="*/ 217265 w 456270"/>
                    <a:gd name="connsiteY26" fmla="*/ 269442 h 513472"/>
                    <a:gd name="connsiteX27" fmla="*/ 221933 w 456270"/>
                    <a:gd name="connsiteY27" fmla="*/ 223245 h 513472"/>
                    <a:gd name="connsiteX28" fmla="*/ 263938 w 456270"/>
                    <a:gd name="connsiteY28" fmla="*/ 139235 h 513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56270" h="513472">
                      <a:moveTo>
                        <a:pt x="358330" y="460609"/>
                      </a:moveTo>
                      <a:cubicBezTo>
                        <a:pt x="312611" y="441273"/>
                        <a:pt x="275177" y="410507"/>
                        <a:pt x="251270" y="374121"/>
                      </a:cubicBezTo>
                      <a:cubicBezTo>
                        <a:pt x="270796" y="370311"/>
                        <a:pt x="288988" y="364787"/>
                        <a:pt x="306134" y="356500"/>
                      </a:cubicBezTo>
                      <a:cubicBezTo>
                        <a:pt x="323279" y="348309"/>
                        <a:pt x="339090" y="338212"/>
                        <a:pt x="353282" y="326401"/>
                      </a:cubicBezTo>
                      <a:cubicBezTo>
                        <a:pt x="381762" y="302875"/>
                        <a:pt x="404241" y="271537"/>
                        <a:pt x="420529" y="236200"/>
                      </a:cubicBezTo>
                      <a:cubicBezTo>
                        <a:pt x="434435" y="206005"/>
                        <a:pt x="443198" y="177906"/>
                        <a:pt x="448723" y="152761"/>
                      </a:cubicBezTo>
                      <a:cubicBezTo>
                        <a:pt x="454152" y="127519"/>
                        <a:pt x="456533" y="104659"/>
                        <a:pt x="456247" y="85514"/>
                      </a:cubicBezTo>
                      <a:cubicBezTo>
                        <a:pt x="455581" y="47128"/>
                        <a:pt x="446056" y="20839"/>
                        <a:pt x="427482" y="8838"/>
                      </a:cubicBezTo>
                      <a:cubicBezTo>
                        <a:pt x="407861" y="-5069"/>
                        <a:pt x="378714" y="-2021"/>
                        <a:pt x="342614" y="14172"/>
                      </a:cubicBezTo>
                      <a:cubicBezTo>
                        <a:pt x="324707" y="22268"/>
                        <a:pt x="305276" y="34079"/>
                        <a:pt x="285179" y="49224"/>
                      </a:cubicBezTo>
                      <a:cubicBezTo>
                        <a:pt x="265176" y="64273"/>
                        <a:pt x="244412" y="82656"/>
                        <a:pt x="223933" y="104754"/>
                      </a:cubicBezTo>
                      <a:cubicBezTo>
                        <a:pt x="197358" y="133329"/>
                        <a:pt x="177260" y="165905"/>
                        <a:pt x="166306" y="201243"/>
                      </a:cubicBezTo>
                      <a:cubicBezTo>
                        <a:pt x="160782" y="218959"/>
                        <a:pt x="157353" y="237438"/>
                        <a:pt x="156305" y="256393"/>
                      </a:cubicBezTo>
                      <a:cubicBezTo>
                        <a:pt x="155543" y="275061"/>
                        <a:pt x="157067" y="294302"/>
                        <a:pt x="160972" y="313828"/>
                      </a:cubicBezTo>
                      <a:cubicBezTo>
                        <a:pt x="118491" y="305256"/>
                        <a:pt x="75629" y="282872"/>
                        <a:pt x="40386" y="248011"/>
                      </a:cubicBezTo>
                      <a:lnTo>
                        <a:pt x="0" y="288396"/>
                      </a:lnTo>
                      <a:cubicBezTo>
                        <a:pt x="53340" y="341736"/>
                        <a:pt x="120872" y="371740"/>
                        <a:pt x="183928" y="377360"/>
                      </a:cubicBezTo>
                      <a:cubicBezTo>
                        <a:pt x="212884" y="433748"/>
                        <a:pt x="266605" y="484707"/>
                        <a:pt x="336613" y="513472"/>
                      </a:cubicBezTo>
                      <a:lnTo>
                        <a:pt x="358330" y="460609"/>
                      </a:lnTo>
                      <a:close/>
                      <a:moveTo>
                        <a:pt x="263938" y="139235"/>
                      </a:moveTo>
                      <a:cubicBezTo>
                        <a:pt x="303276" y="90753"/>
                        <a:pt x="334328" y="70274"/>
                        <a:pt x="352425" y="61035"/>
                      </a:cubicBezTo>
                      <a:cubicBezTo>
                        <a:pt x="371094" y="51605"/>
                        <a:pt x="386239" y="49414"/>
                        <a:pt x="395478" y="56177"/>
                      </a:cubicBezTo>
                      <a:cubicBezTo>
                        <a:pt x="405384" y="62178"/>
                        <a:pt x="410528" y="79704"/>
                        <a:pt x="408718" y="105802"/>
                      </a:cubicBezTo>
                      <a:cubicBezTo>
                        <a:pt x="406622" y="131996"/>
                        <a:pt x="397288" y="168572"/>
                        <a:pt x="373285" y="212578"/>
                      </a:cubicBezTo>
                      <a:cubicBezTo>
                        <a:pt x="357569" y="241248"/>
                        <a:pt x="336995" y="265346"/>
                        <a:pt x="311753" y="283348"/>
                      </a:cubicBezTo>
                      <a:cubicBezTo>
                        <a:pt x="286321" y="301636"/>
                        <a:pt x="256889" y="312780"/>
                        <a:pt x="224409" y="316686"/>
                      </a:cubicBezTo>
                      <a:cubicBezTo>
                        <a:pt x="219932" y="301065"/>
                        <a:pt x="217742" y="285063"/>
                        <a:pt x="217265" y="269442"/>
                      </a:cubicBezTo>
                      <a:cubicBezTo>
                        <a:pt x="216789" y="253916"/>
                        <a:pt x="218408" y="238390"/>
                        <a:pt x="221933" y="223245"/>
                      </a:cubicBezTo>
                      <a:cubicBezTo>
                        <a:pt x="228981" y="192956"/>
                        <a:pt x="243459" y="164667"/>
                        <a:pt x="263938" y="139235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049" name="Forme libre : forme 1048">
                  <a:extLst>
                    <a:ext uri="{FF2B5EF4-FFF2-40B4-BE49-F238E27FC236}">
                      <a16:creationId xmlns:a16="http://schemas.microsoft.com/office/drawing/2014/main" id="{3B7D8981-EA9A-4776-A509-D671093B87BB}"/>
                    </a:ext>
                  </a:extLst>
                </p:cNvPr>
                <p:cNvSpPr/>
                <p:nvPr/>
              </p:nvSpPr>
              <p:spPr>
                <a:xfrm>
                  <a:off x="9806291" y="4204179"/>
                  <a:ext cx="246244" cy="238390"/>
                </a:xfrm>
                <a:custGeom>
                  <a:avLst/>
                  <a:gdLst>
                    <a:gd name="connsiteX0" fmla="*/ 115062 w 246244"/>
                    <a:gd name="connsiteY0" fmla="*/ 35603 h 238390"/>
                    <a:gd name="connsiteX1" fmla="*/ 202406 w 246244"/>
                    <a:gd name="connsiteY1" fmla="*/ 32079 h 238390"/>
                    <a:gd name="connsiteX2" fmla="*/ 223838 w 246244"/>
                    <a:gd name="connsiteY2" fmla="*/ 58939 h 238390"/>
                    <a:gd name="connsiteX3" fmla="*/ 233553 w 246244"/>
                    <a:gd name="connsiteY3" fmla="*/ 102945 h 238390"/>
                    <a:gd name="connsiteX4" fmla="*/ 230029 w 246244"/>
                    <a:gd name="connsiteY4" fmla="*/ 163428 h 238390"/>
                    <a:gd name="connsiteX5" fmla="*/ 209455 w 246244"/>
                    <a:gd name="connsiteY5" fmla="*/ 238390 h 238390"/>
                    <a:gd name="connsiteX6" fmla="*/ 210503 w 246244"/>
                    <a:gd name="connsiteY6" fmla="*/ 236200 h 238390"/>
                    <a:gd name="connsiteX7" fmla="*/ 238696 w 246244"/>
                    <a:gd name="connsiteY7" fmla="*/ 152761 h 238390"/>
                    <a:gd name="connsiteX8" fmla="*/ 246221 w 246244"/>
                    <a:gd name="connsiteY8" fmla="*/ 85514 h 238390"/>
                    <a:gd name="connsiteX9" fmla="*/ 217456 w 246244"/>
                    <a:gd name="connsiteY9" fmla="*/ 8838 h 238390"/>
                    <a:gd name="connsiteX10" fmla="*/ 132588 w 246244"/>
                    <a:gd name="connsiteY10" fmla="*/ 14172 h 238390"/>
                    <a:gd name="connsiteX11" fmla="*/ 75152 w 246244"/>
                    <a:gd name="connsiteY11" fmla="*/ 49224 h 238390"/>
                    <a:gd name="connsiteX12" fmla="*/ 13907 w 246244"/>
                    <a:gd name="connsiteY12" fmla="*/ 104754 h 238390"/>
                    <a:gd name="connsiteX13" fmla="*/ 0 w 246244"/>
                    <a:gd name="connsiteY13" fmla="*/ 120947 h 238390"/>
                    <a:gd name="connsiteX14" fmla="*/ 115062 w 246244"/>
                    <a:gd name="connsiteY14" fmla="*/ 35603 h 238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46244" h="238390">
                      <a:moveTo>
                        <a:pt x="115062" y="35603"/>
                      </a:moveTo>
                      <a:cubicBezTo>
                        <a:pt x="151829" y="19887"/>
                        <a:pt x="181737" y="17505"/>
                        <a:pt x="202406" y="32079"/>
                      </a:cubicBezTo>
                      <a:cubicBezTo>
                        <a:pt x="211646" y="37794"/>
                        <a:pt x="218504" y="47223"/>
                        <a:pt x="223838" y="58939"/>
                      </a:cubicBezTo>
                      <a:cubicBezTo>
                        <a:pt x="229267" y="70464"/>
                        <a:pt x="232220" y="85800"/>
                        <a:pt x="233553" y="102945"/>
                      </a:cubicBezTo>
                      <a:cubicBezTo>
                        <a:pt x="234791" y="120280"/>
                        <a:pt x="233839" y="140569"/>
                        <a:pt x="230029" y="163428"/>
                      </a:cubicBezTo>
                      <a:cubicBezTo>
                        <a:pt x="226409" y="186003"/>
                        <a:pt x="219932" y="211149"/>
                        <a:pt x="209455" y="238390"/>
                      </a:cubicBezTo>
                      <a:lnTo>
                        <a:pt x="210503" y="236200"/>
                      </a:lnTo>
                      <a:cubicBezTo>
                        <a:pt x="224409" y="206005"/>
                        <a:pt x="233172" y="177906"/>
                        <a:pt x="238696" y="152761"/>
                      </a:cubicBezTo>
                      <a:cubicBezTo>
                        <a:pt x="244126" y="127519"/>
                        <a:pt x="246507" y="104659"/>
                        <a:pt x="246221" y="85514"/>
                      </a:cubicBezTo>
                      <a:cubicBezTo>
                        <a:pt x="245554" y="47128"/>
                        <a:pt x="236029" y="20839"/>
                        <a:pt x="217456" y="8838"/>
                      </a:cubicBezTo>
                      <a:cubicBezTo>
                        <a:pt x="197834" y="-5069"/>
                        <a:pt x="168688" y="-2021"/>
                        <a:pt x="132588" y="14172"/>
                      </a:cubicBezTo>
                      <a:cubicBezTo>
                        <a:pt x="114681" y="22268"/>
                        <a:pt x="95250" y="34079"/>
                        <a:pt x="75152" y="49224"/>
                      </a:cubicBezTo>
                      <a:cubicBezTo>
                        <a:pt x="55150" y="64273"/>
                        <a:pt x="34385" y="82656"/>
                        <a:pt x="13907" y="104754"/>
                      </a:cubicBezTo>
                      <a:cubicBezTo>
                        <a:pt x="9049" y="109993"/>
                        <a:pt x="4477" y="115422"/>
                        <a:pt x="0" y="120947"/>
                      </a:cubicBezTo>
                      <a:cubicBezTo>
                        <a:pt x="39434" y="79513"/>
                        <a:pt x="80010" y="51034"/>
                        <a:pt x="115062" y="35603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050" name="Forme libre : forme 1049">
                  <a:extLst>
                    <a:ext uri="{FF2B5EF4-FFF2-40B4-BE49-F238E27FC236}">
                      <a16:creationId xmlns:a16="http://schemas.microsoft.com/office/drawing/2014/main" id="{7B9060F7-66EB-4B27-8C20-87FA362C071D}"/>
                    </a:ext>
                  </a:extLst>
                </p:cNvPr>
                <p:cNvSpPr/>
                <p:nvPr/>
              </p:nvSpPr>
              <p:spPr>
                <a:xfrm>
                  <a:off x="9671703" y="4511625"/>
                  <a:ext cx="280225" cy="60326"/>
                </a:xfrm>
                <a:custGeom>
                  <a:avLst/>
                  <a:gdLst>
                    <a:gd name="connsiteX0" fmla="*/ 0 w 280225"/>
                    <a:gd name="connsiteY0" fmla="*/ 29909 h 60326"/>
                    <a:gd name="connsiteX1" fmla="*/ 27908 w 280225"/>
                    <a:gd name="connsiteY1" fmla="*/ 41910 h 60326"/>
                    <a:gd name="connsiteX2" fmla="*/ 59246 w 280225"/>
                    <a:gd name="connsiteY2" fmla="*/ 51721 h 60326"/>
                    <a:gd name="connsiteX3" fmla="*/ 99060 w 280225"/>
                    <a:gd name="connsiteY3" fmla="*/ 58769 h 60326"/>
                    <a:gd name="connsiteX4" fmla="*/ 144209 w 280225"/>
                    <a:gd name="connsiteY4" fmla="*/ 59817 h 60326"/>
                    <a:gd name="connsiteX5" fmla="*/ 167735 w 280225"/>
                    <a:gd name="connsiteY5" fmla="*/ 57341 h 60326"/>
                    <a:gd name="connsiteX6" fmla="*/ 191548 w 280225"/>
                    <a:gd name="connsiteY6" fmla="*/ 51911 h 60326"/>
                    <a:gd name="connsiteX7" fmla="*/ 280226 w 280225"/>
                    <a:gd name="connsiteY7" fmla="*/ 0 h 60326"/>
                    <a:gd name="connsiteX8" fmla="*/ 262319 w 280225"/>
                    <a:gd name="connsiteY8" fmla="*/ 13240 h 60326"/>
                    <a:gd name="connsiteX9" fmla="*/ 208979 w 280225"/>
                    <a:gd name="connsiteY9" fmla="*/ 39243 h 60326"/>
                    <a:gd name="connsiteX10" fmla="*/ 168878 w 280225"/>
                    <a:gd name="connsiteY10" fmla="*/ 49911 h 60326"/>
                    <a:gd name="connsiteX11" fmla="*/ 120206 w 280225"/>
                    <a:gd name="connsiteY11" fmla="*/ 54293 h 60326"/>
                    <a:gd name="connsiteX12" fmla="*/ 63341 w 280225"/>
                    <a:gd name="connsiteY12" fmla="*/ 48959 h 60326"/>
                    <a:gd name="connsiteX13" fmla="*/ 0 w 280225"/>
                    <a:gd name="connsiteY13" fmla="*/ 29909 h 60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80225" h="60326">
                      <a:moveTo>
                        <a:pt x="0" y="29909"/>
                      </a:moveTo>
                      <a:cubicBezTo>
                        <a:pt x="0" y="29909"/>
                        <a:pt x="10096" y="35623"/>
                        <a:pt x="27908" y="41910"/>
                      </a:cubicBezTo>
                      <a:cubicBezTo>
                        <a:pt x="36767" y="45053"/>
                        <a:pt x="47244" y="48578"/>
                        <a:pt x="59246" y="51721"/>
                      </a:cubicBezTo>
                      <a:cubicBezTo>
                        <a:pt x="71342" y="54578"/>
                        <a:pt x="84868" y="57055"/>
                        <a:pt x="99060" y="58769"/>
                      </a:cubicBezTo>
                      <a:cubicBezTo>
                        <a:pt x="113157" y="60674"/>
                        <a:pt x="128778" y="60579"/>
                        <a:pt x="144209" y="59817"/>
                      </a:cubicBezTo>
                      <a:cubicBezTo>
                        <a:pt x="152019" y="59341"/>
                        <a:pt x="159829" y="58579"/>
                        <a:pt x="167735" y="57341"/>
                      </a:cubicBezTo>
                      <a:cubicBezTo>
                        <a:pt x="175736" y="55912"/>
                        <a:pt x="183642" y="54102"/>
                        <a:pt x="191548" y="51911"/>
                      </a:cubicBezTo>
                      <a:cubicBezTo>
                        <a:pt x="223076" y="43244"/>
                        <a:pt x="253841" y="26384"/>
                        <a:pt x="280226" y="0"/>
                      </a:cubicBezTo>
                      <a:cubicBezTo>
                        <a:pt x="280226" y="0"/>
                        <a:pt x="274225" y="5525"/>
                        <a:pt x="262319" y="13240"/>
                      </a:cubicBezTo>
                      <a:cubicBezTo>
                        <a:pt x="250412" y="21050"/>
                        <a:pt x="232601" y="31242"/>
                        <a:pt x="208979" y="39243"/>
                      </a:cubicBezTo>
                      <a:cubicBezTo>
                        <a:pt x="197168" y="43339"/>
                        <a:pt x="183737" y="47149"/>
                        <a:pt x="168878" y="49911"/>
                      </a:cubicBezTo>
                      <a:cubicBezTo>
                        <a:pt x="154210" y="52388"/>
                        <a:pt x="137922" y="54007"/>
                        <a:pt x="120206" y="54293"/>
                      </a:cubicBezTo>
                      <a:cubicBezTo>
                        <a:pt x="102489" y="54388"/>
                        <a:pt x="83725" y="52483"/>
                        <a:pt x="63341" y="48959"/>
                      </a:cubicBezTo>
                      <a:cubicBezTo>
                        <a:pt x="43434" y="44768"/>
                        <a:pt x="21908" y="38862"/>
                        <a:pt x="0" y="299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051" name="Forme libre : forme 1050">
                  <a:extLst>
                    <a:ext uri="{FF2B5EF4-FFF2-40B4-BE49-F238E27FC236}">
                      <a16:creationId xmlns:a16="http://schemas.microsoft.com/office/drawing/2014/main" id="{06E7C8AA-83F0-4881-8748-520538D79DA7}"/>
                    </a:ext>
                  </a:extLst>
                </p:cNvPr>
                <p:cNvSpPr/>
                <p:nvPr/>
              </p:nvSpPr>
              <p:spPr>
                <a:xfrm>
                  <a:off x="9757047" y="4315029"/>
                  <a:ext cx="127825" cy="207799"/>
                </a:xfrm>
                <a:custGeom>
                  <a:avLst/>
                  <a:gdLst>
                    <a:gd name="connsiteX0" fmla="*/ 0 w 127825"/>
                    <a:gd name="connsiteY0" fmla="*/ 202978 h 207799"/>
                    <a:gd name="connsiteX1" fmla="*/ 6953 w 127825"/>
                    <a:gd name="connsiteY1" fmla="*/ 204311 h 207799"/>
                    <a:gd name="connsiteX2" fmla="*/ 23908 w 127825"/>
                    <a:gd name="connsiteY2" fmla="*/ 206597 h 207799"/>
                    <a:gd name="connsiteX3" fmla="*/ 63437 w 127825"/>
                    <a:gd name="connsiteY3" fmla="*/ 205930 h 207799"/>
                    <a:gd name="connsiteX4" fmla="*/ 61722 w 127825"/>
                    <a:gd name="connsiteY4" fmla="*/ 200882 h 207799"/>
                    <a:gd name="connsiteX5" fmla="*/ 58388 w 127825"/>
                    <a:gd name="connsiteY5" fmla="*/ 186404 h 207799"/>
                    <a:gd name="connsiteX6" fmla="*/ 56102 w 127825"/>
                    <a:gd name="connsiteY6" fmla="*/ 136874 h 207799"/>
                    <a:gd name="connsiteX7" fmla="*/ 75152 w 127825"/>
                    <a:gd name="connsiteY7" fmla="*/ 70580 h 207799"/>
                    <a:gd name="connsiteX8" fmla="*/ 127825 w 127825"/>
                    <a:gd name="connsiteY8" fmla="*/ 0 h 207799"/>
                    <a:gd name="connsiteX9" fmla="*/ 78296 w 127825"/>
                    <a:gd name="connsiteY9" fmla="*/ 42005 h 207799"/>
                    <a:gd name="connsiteX10" fmla="*/ 19145 w 127825"/>
                    <a:gd name="connsiteY10" fmla="*/ 174403 h 207799"/>
                    <a:gd name="connsiteX11" fmla="*/ 0 w 127825"/>
                    <a:gd name="connsiteY11" fmla="*/ 202978 h 207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7825" h="207799">
                      <a:moveTo>
                        <a:pt x="0" y="202978"/>
                      </a:moveTo>
                      <a:cubicBezTo>
                        <a:pt x="0" y="202978"/>
                        <a:pt x="2572" y="203644"/>
                        <a:pt x="6953" y="204311"/>
                      </a:cubicBezTo>
                      <a:cubicBezTo>
                        <a:pt x="11335" y="204978"/>
                        <a:pt x="17335" y="205835"/>
                        <a:pt x="23908" y="206597"/>
                      </a:cubicBezTo>
                      <a:cubicBezTo>
                        <a:pt x="37243" y="207931"/>
                        <a:pt x="52864" y="208693"/>
                        <a:pt x="63437" y="205930"/>
                      </a:cubicBezTo>
                      <a:cubicBezTo>
                        <a:pt x="63437" y="205930"/>
                        <a:pt x="62770" y="204216"/>
                        <a:pt x="61722" y="200882"/>
                      </a:cubicBezTo>
                      <a:cubicBezTo>
                        <a:pt x="60770" y="197548"/>
                        <a:pt x="59531" y="192596"/>
                        <a:pt x="58388" y="186404"/>
                      </a:cubicBezTo>
                      <a:cubicBezTo>
                        <a:pt x="56102" y="174117"/>
                        <a:pt x="54388" y="156781"/>
                        <a:pt x="56102" y="136874"/>
                      </a:cubicBezTo>
                      <a:cubicBezTo>
                        <a:pt x="58102" y="116681"/>
                        <a:pt x="63722" y="93821"/>
                        <a:pt x="75152" y="70580"/>
                      </a:cubicBezTo>
                      <a:cubicBezTo>
                        <a:pt x="86582" y="47244"/>
                        <a:pt x="103822" y="23431"/>
                        <a:pt x="127825" y="0"/>
                      </a:cubicBezTo>
                      <a:cubicBezTo>
                        <a:pt x="127825" y="0"/>
                        <a:pt x="104584" y="14192"/>
                        <a:pt x="78296" y="42005"/>
                      </a:cubicBezTo>
                      <a:cubicBezTo>
                        <a:pt x="52292" y="70104"/>
                        <a:pt x="22288" y="111728"/>
                        <a:pt x="19145" y="174403"/>
                      </a:cubicBezTo>
                      <a:cubicBezTo>
                        <a:pt x="18479" y="193357"/>
                        <a:pt x="0" y="202978"/>
                        <a:pt x="0" y="202978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052" name="Forme libre : forme 1051">
                  <a:extLst>
                    <a:ext uri="{FF2B5EF4-FFF2-40B4-BE49-F238E27FC236}">
                      <a16:creationId xmlns:a16="http://schemas.microsoft.com/office/drawing/2014/main" id="{E970EB5D-92DA-467E-9FC8-B53A8FC98C7B}"/>
                    </a:ext>
                  </a:extLst>
                </p:cNvPr>
                <p:cNvSpPr/>
                <p:nvPr/>
              </p:nvSpPr>
              <p:spPr>
                <a:xfrm>
                  <a:off x="9826484" y="4578395"/>
                  <a:ext cx="101441" cy="73342"/>
                </a:xfrm>
                <a:custGeom>
                  <a:avLst/>
                  <a:gdLst>
                    <a:gd name="connsiteX0" fmla="*/ 21050 w 101441"/>
                    <a:gd name="connsiteY0" fmla="*/ 0 h 73342"/>
                    <a:gd name="connsiteX1" fmla="*/ 0 w 101441"/>
                    <a:gd name="connsiteY1" fmla="*/ 3905 h 73342"/>
                    <a:gd name="connsiteX2" fmla="*/ 6382 w 101441"/>
                    <a:gd name="connsiteY2" fmla="*/ 11525 h 73342"/>
                    <a:gd name="connsiteX3" fmla="*/ 25527 w 101441"/>
                    <a:gd name="connsiteY3" fmla="*/ 30289 h 73342"/>
                    <a:gd name="connsiteX4" fmla="*/ 57436 w 101441"/>
                    <a:gd name="connsiteY4" fmla="*/ 53340 h 73342"/>
                    <a:gd name="connsiteX5" fmla="*/ 77915 w 101441"/>
                    <a:gd name="connsiteY5" fmla="*/ 64389 h 73342"/>
                    <a:gd name="connsiteX6" fmla="*/ 101441 w 101441"/>
                    <a:gd name="connsiteY6" fmla="*/ 73342 h 73342"/>
                    <a:gd name="connsiteX7" fmla="*/ 93631 w 101441"/>
                    <a:gd name="connsiteY7" fmla="*/ 68961 h 73342"/>
                    <a:gd name="connsiteX8" fmla="*/ 73724 w 101441"/>
                    <a:gd name="connsiteY8" fmla="*/ 55436 h 73342"/>
                    <a:gd name="connsiteX9" fmla="*/ 47530 w 101441"/>
                    <a:gd name="connsiteY9" fmla="*/ 32385 h 73342"/>
                    <a:gd name="connsiteX10" fmla="*/ 21050 w 101441"/>
                    <a:gd name="connsiteY10" fmla="*/ 0 h 73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1441" h="73342">
                      <a:moveTo>
                        <a:pt x="21050" y="0"/>
                      </a:moveTo>
                      <a:cubicBezTo>
                        <a:pt x="21050" y="0"/>
                        <a:pt x="10192" y="3238"/>
                        <a:pt x="0" y="3905"/>
                      </a:cubicBezTo>
                      <a:cubicBezTo>
                        <a:pt x="0" y="3905"/>
                        <a:pt x="2096" y="6953"/>
                        <a:pt x="6382" y="11525"/>
                      </a:cubicBezTo>
                      <a:cubicBezTo>
                        <a:pt x="10668" y="16192"/>
                        <a:pt x="17050" y="22765"/>
                        <a:pt x="25527" y="30289"/>
                      </a:cubicBezTo>
                      <a:cubicBezTo>
                        <a:pt x="33909" y="37909"/>
                        <a:pt x="44672" y="45815"/>
                        <a:pt x="57436" y="53340"/>
                      </a:cubicBezTo>
                      <a:cubicBezTo>
                        <a:pt x="63818" y="57150"/>
                        <a:pt x="70676" y="60865"/>
                        <a:pt x="77915" y="64389"/>
                      </a:cubicBezTo>
                      <a:cubicBezTo>
                        <a:pt x="85344" y="67628"/>
                        <a:pt x="93250" y="70675"/>
                        <a:pt x="101441" y="73342"/>
                      </a:cubicBezTo>
                      <a:cubicBezTo>
                        <a:pt x="101441" y="73342"/>
                        <a:pt x="98584" y="71819"/>
                        <a:pt x="93631" y="68961"/>
                      </a:cubicBezTo>
                      <a:cubicBezTo>
                        <a:pt x="88678" y="65913"/>
                        <a:pt x="81534" y="61817"/>
                        <a:pt x="73724" y="55436"/>
                      </a:cubicBezTo>
                      <a:cubicBezTo>
                        <a:pt x="65723" y="49244"/>
                        <a:pt x="56674" y="41529"/>
                        <a:pt x="47530" y="32385"/>
                      </a:cubicBezTo>
                      <a:cubicBezTo>
                        <a:pt x="38195" y="23336"/>
                        <a:pt x="29337" y="12097"/>
                        <a:pt x="21050" y="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053" name="Graphique 15">
                  <a:extLst>
                    <a:ext uri="{FF2B5EF4-FFF2-40B4-BE49-F238E27FC236}">
                      <a16:creationId xmlns:a16="http://schemas.microsoft.com/office/drawing/2014/main" id="{939B8434-055B-4AC2-B0E0-682AD49B1B75}"/>
                    </a:ext>
                  </a:extLst>
                </p:cNvPr>
                <p:cNvGrpSpPr/>
                <p:nvPr/>
              </p:nvGrpSpPr>
              <p:grpSpPr>
                <a:xfrm>
                  <a:off x="9860626" y="4481528"/>
                  <a:ext cx="47175" cy="108266"/>
                  <a:chOff x="9860626" y="4481528"/>
                  <a:chExt cx="47175" cy="108266"/>
                </a:xfrm>
                <a:solidFill>
                  <a:schemeClr val="accent1"/>
                </a:solidFill>
              </p:grpSpPr>
              <p:grpSp>
                <p:nvGrpSpPr>
                  <p:cNvPr id="1054" name="Graphique 15">
                    <a:extLst>
                      <a:ext uri="{FF2B5EF4-FFF2-40B4-BE49-F238E27FC236}">
                        <a16:creationId xmlns:a16="http://schemas.microsoft.com/office/drawing/2014/main" id="{0411691D-AA38-4697-B3D7-5A2A25E186FB}"/>
                      </a:ext>
                    </a:extLst>
                  </p:cNvPr>
                  <p:cNvGrpSpPr/>
                  <p:nvPr/>
                </p:nvGrpSpPr>
                <p:grpSpPr>
                  <a:xfrm>
                    <a:off x="9867053" y="4552847"/>
                    <a:ext cx="39596" cy="36948"/>
                    <a:chOff x="9867053" y="4552847"/>
                    <a:chExt cx="39596" cy="36948"/>
                  </a:xfrm>
                  <a:solidFill>
                    <a:schemeClr val="accent1"/>
                  </a:solidFill>
                </p:grpSpPr>
                <p:sp>
                  <p:nvSpPr>
                    <p:cNvPr id="1055" name="Forme libre : forme 1054">
                      <a:extLst>
                        <a:ext uri="{FF2B5EF4-FFF2-40B4-BE49-F238E27FC236}">
                          <a16:creationId xmlns:a16="http://schemas.microsoft.com/office/drawing/2014/main" id="{97E4F344-6803-482D-9265-D29A2BF088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67053" y="4552847"/>
                      <a:ext cx="39596" cy="36948"/>
                    </a:xfrm>
                    <a:custGeom>
                      <a:avLst/>
                      <a:gdLst>
                        <a:gd name="connsiteX0" fmla="*/ 2103 w 39596"/>
                        <a:gd name="connsiteY0" fmla="*/ 8403 h 36948"/>
                        <a:gd name="connsiteX1" fmla="*/ 28297 w 39596"/>
                        <a:gd name="connsiteY1" fmla="*/ 2879 h 36948"/>
                        <a:gd name="connsiteX2" fmla="*/ 37822 w 39596"/>
                        <a:gd name="connsiteY2" fmla="*/ 27930 h 36948"/>
                        <a:gd name="connsiteX3" fmla="*/ 11247 w 39596"/>
                        <a:gd name="connsiteY3" fmla="*/ 34216 h 36948"/>
                        <a:gd name="connsiteX4" fmla="*/ 2103 w 39596"/>
                        <a:gd name="connsiteY4" fmla="*/ 8403 h 36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96" h="36948">
                          <a:moveTo>
                            <a:pt x="2103" y="8403"/>
                          </a:moveTo>
                          <a:cubicBezTo>
                            <a:pt x="7056" y="-74"/>
                            <a:pt x="18772" y="-2551"/>
                            <a:pt x="28297" y="2879"/>
                          </a:cubicBezTo>
                          <a:cubicBezTo>
                            <a:pt x="38012" y="8117"/>
                            <a:pt x="42298" y="19071"/>
                            <a:pt x="37822" y="27930"/>
                          </a:cubicBezTo>
                          <a:cubicBezTo>
                            <a:pt x="33345" y="36692"/>
                            <a:pt x="21343" y="39645"/>
                            <a:pt x="11247" y="34216"/>
                          </a:cubicBezTo>
                          <a:cubicBezTo>
                            <a:pt x="1246" y="28501"/>
                            <a:pt x="-2850" y="16976"/>
                            <a:pt x="2103" y="840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56" name="Forme libre : forme 1055">
                      <a:extLst>
                        <a:ext uri="{FF2B5EF4-FFF2-40B4-BE49-F238E27FC236}">
                          <a16:creationId xmlns:a16="http://schemas.microsoft.com/office/drawing/2014/main" id="{9E000E20-F795-4FBF-B266-665A8F0FB2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67146" y="4552847"/>
                      <a:ext cx="39504" cy="34501"/>
                    </a:xfrm>
                    <a:custGeom>
                      <a:avLst/>
                      <a:gdLst>
                        <a:gd name="connsiteX0" fmla="*/ 19727 w 39504"/>
                        <a:gd name="connsiteY0" fmla="*/ 18119 h 34501"/>
                        <a:gd name="connsiteX1" fmla="*/ 31157 w 39504"/>
                        <a:gd name="connsiteY1" fmla="*/ 34502 h 34501"/>
                        <a:gd name="connsiteX2" fmla="*/ 37729 w 39504"/>
                        <a:gd name="connsiteY2" fmla="*/ 27930 h 34501"/>
                        <a:gd name="connsiteX3" fmla="*/ 28204 w 39504"/>
                        <a:gd name="connsiteY3" fmla="*/ 2879 h 34501"/>
                        <a:gd name="connsiteX4" fmla="*/ 2010 w 39504"/>
                        <a:gd name="connsiteY4" fmla="*/ 8403 h 34501"/>
                        <a:gd name="connsiteX5" fmla="*/ 10 w 39504"/>
                        <a:gd name="connsiteY5" fmla="*/ 17166 h 34501"/>
                        <a:gd name="connsiteX6" fmla="*/ 19727 w 39504"/>
                        <a:gd name="connsiteY6" fmla="*/ 18119 h 345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504" h="34501">
                          <a:moveTo>
                            <a:pt x="19727" y="18119"/>
                          </a:moveTo>
                          <a:cubicBezTo>
                            <a:pt x="26394" y="21833"/>
                            <a:pt x="30585" y="28025"/>
                            <a:pt x="31157" y="34502"/>
                          </a:cubicBezTo>
                          <a:cubicBezTo>
                            <a:pt x="33919" y="32978"/>
                            <a:pt x="36205" y="30787"/>
                            <a:pt x="37729" y="27930"/>
                          </a:cubicBezTo>
                          <a:cubicBezTo>
                            <a:pt x="42206" y="19166"/>
                            <a:pt x="37919" y="8117"/>
                            <a:pt x="28204" y="2879"/>
                          </a:cubicBezTo>
                          <a:cubicBezTo>
                            <a:pt x="18679" y="-2551"/>
                            <a:pt x="6963" y="-74"/>
                            <a:pt x="2010" y="8403"/>
                          </a:cubicBezTo>
                          <a:cubicBezTo>
                            <a:pt x="486" y="11165"/>
                            <a:pt x="-85" y="14118"/>
                            <a:pt x="10" y="17166"/>
                          </a:cubicBezTo>
                          <a:cubicBezTo>
                            <a:pt x="5820" y="14309"/>
                            <a:pt x="13250" y="14404"/>
                            <a:pt x="19727" y="1811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57" name="Forme libre : forme 1056">
                      <a:extLst>
                        <a:ext uri="{FF2B5EF4-FFF2-40B4-BE49-F238E27FC236}">
                          <a16:creationId xmlns:a16="http://schemas.microsoft.com/office/drawing/2014/main" id="{9E431A04-BE25-4FDF-86C0-0E7E67E01C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70393" y="4561207"/>
                      <a:ext cx="16384" cy="17801"/>
                    </a:xfrm>
                    <a:custGeom>
                      <a:avLst/>
                      <a:gdLst>
                        <a:gd name="connsiteX0" fmla="*/ 2 w 16384"/>
                        <a:gd name="connsiteY0" fmla="*/ 7949 h 17801"/>
                        <a:gd name="connsiteX1" fmla="*/ 8193 w 16384"/>
                        <a:gd name="connsiteY1" fmla="*/ 43 h 17801"/>
                        <a:gd name="connsiteX2" fmla="*/ 16385 w 16384"/>
                        <a:gd name="connsiteY2" fmla="*/ 9759 h 17801"/>
                        <a:gd name="connsiteX3" fmla="*/ 8288 w 16384"/>
                        <a:gd name="connsiteY3" fmla="*/ 17760 h 17801"/>
                        <a:gd name="connsiteX4" fmla="*/ 2 w 16384"/>
                        <a:gd name="connsiteY4" fmla="*/ 7949 h 17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84" h="17801">
                          <a:moveTo>
                            <a:pt x="2" y="7949"/>
                          </a:moveTo>
                          <a:cubicBezTo>
                            <a:pt x="2" y="3091"/>
                            <a:pt x="3716" y="-433"/>
                            <a:pt x="8193" y="43"/>
                          </a:cubicBezTo>
                          <a:cubicBezTo>
                            <a:pt x="12670" y="520"/>
                            <a:pt x="16289" y="4901"/>
                            <a:pt x="16385" y="9759"/>
                          </a:cubicBezTo>
                          <a:cubicBezTo>
                            <a:pt x="16385" y="14616"/>
                            <a:pt x="12861" y="18236"/>
                            <a:pt x="8288" y="17760"/>
                          </a:cubicBezTo>
                          <a:cubicBezTo>
                            <a:pt x="3716" y="17284"/>
                            <a:pt x="-94" y="12807"/>
                            <a:pt x="2" y="794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58" name="Forme libre : forme 1057">
                      <a:extLst>
                        <a:ext uri="{FF2B5EF4-FFF2-40B4-BE49-F238E27FC236}">
                          <a16:creationId xmlns:a16="http://schemas.microsoft.com/office/drawing/2014/main" id="{ECB0DEFC-35A6-4C1D-873E-05A8097333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78367" y="4574252"/>
                      <a:ext cx="6534" cy="6191"/>
                    </a:xfrm>
                    <a:custGeom>
                      <a:avLst/>
                      <a:gdLst>
                        <a:gd name="connsiteX0" fmla="*/ 314 w 6534"/>
                        <a:gd name="connsiteY0" fmla="*/ 1381 h 6191"/>
                        <a:gd name="connsiteX1" fmla="*/ 4696 w 6534"/>
                        <a:gd name="connsiteY1" fmla="*/ 524 h 6191"/>
                        <a:gd name="connsiteX2" fmla="*/ 6220 w 6534"/>
                        <a:gd name="connsiteY2" fmla="*/ 4810 h 6191"/>
                        <a:gd name="connsiteX3" fmla="*/ 1838 w 6534"/>
                        <a:gd name="connsiteY3" fmla="*/ 5668 h 6191"/>
                        <a:gd name="connsiteX4" fmla="*/ 314 w 6534"/>
                        <a:gd name="connsiteY4" fmla="*/ 1381 h 6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34" h="6191">
                          <a:moveTo>
                            <a:pt x="314" y="1381"/>
                          </a:moveTo>
                          <a:cubicBezTo>
                            <a:pt x="1076" y="-47"/>
                            <a:pt x="3077" y="-428"/>
                            <a:pt x="4696" y="524"/>
                          </a:cubicBezTo>
                          <a:cubicBezTo>
                            <a:pt x="6315" y="1477"/>
                            <a:pt x="6982" y="3382"/>
                            <a:pt x="6220" y="4810"/>
                          </a:cubicBezTo>
                          <a:cubicBezTo>
                            <a:pt x="5458" y="6239"/>
                            <a:pt x="3458" y="6620"/>
                            <a:pt x="1838" y="5668"/>
                          </a:cubicBezTo>
                          <a:cubicBezTo>
                            <a:pt x="219" y="4715"/>
                            <a:pt x="-447" y="2810"/>
                            <a:pt x="314" y="138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059" name="Graphique 15">
                    <a:extLst>
                      <a:ext uri="{FF2B5EF4-FFF2-40B4-BE49-F238E27FC236}">
                        <a16:creationId xmlns:a16="http://schemas.microsoft.com/office/drawing/2014/main" id="{5C360230-866A-45F7-8C18-76EE00BB7C5D}"/>
                      </a:ext>
                    </a:extLst>
                  </p:cNvPr>
                  <p:cNvGrpSpPr/>
                  <p:nvPr/>
                </p:nvGrpSpPr>
                <p:grpSpPr>
                  <a:xfrm>
                    <a:off x="9869452" y="4516887"/>
                    <a:ext cx="38349" cy="36603"/>
                    <a:chOff x="9869452" y="4516887"/>
                    <a:chExt cx="38349" cy="36603"/>
                  </a:xfrm>
                  <a:solidFill>
                    <a:schemeClr val="accent1"/>
                  </a:solidFill>
                </p:grpSpPr>
                <p:sp>
                  <p:nvSpPr>
                    <p:cNvPr id="1060" name="Forme libre : forme 1059">
                      <a:extLst>
                        <a:ext uri="{FF2B5EF4-FFF2-40B4-BE49-F238E27FC236}">
                          <a16:creationId xmlns:a16="http://schemas.microsoft.com/office/drawing/2014/main" id="{EFB10F25-674F-4517-A5F6-11013ECE1C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69452" y="4516910"/>
                      <a:ext cx="38332" cy="36580"/>
                    </a:xfrm>
                    <a:custGeom>
                      <a:avLst/>
                      <a:gdLst>
                        <a:gd name="connsiteX0" fmla="*/ 2276 w 38332"/>
                        <a:gd name="connsiteY0" fmla="*/ 8431 h 36580"/>
                        <a:gd name="connsiteX1" fmla="*/ 28089 w 38332"/>
                        <a:gd name="connsiteY1" fmla="*/ 2716 h 36580"/>
                        <a:gd name="connsiteX2" fmla="*/ 36376 w 38332"/>
                        <a:gd name="connsiteY2" fmla="*/ 27862 h 36580"/>
                        <a:gd name="connsiteX3" fmla="*/ 10468 w 38332"/>
                        <a:gd name="connsiteY3" fmla="*/ 33672 h 36580"/>
                        <a:gd name="connsiteX4" fmla="*/ 2276 w 38332"/>
                        <a:gd name="connsiteY4" fmla="*/ 8431 h 36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332" h="36580">
                          <a:moveTo>
                            <a:pt x="2276" y="8431"/>
                          </a:moveTo>
                          <a:cubicBezTo>
                            <a:pt x="7324" y="49"/>
                            <a:pt x="18945" y="-2523"/>
                            <a:pt x="28089" y="2716"/>
                          </a:cubicBezTo>
                          <a:cubicBezTo>
                            <a:pt x="37233" y="7955"/>
                            <a:pt x="40947" y="19290"/>
                            <a:pt x="36376" y="27862"/>
                          </a:cubicBezTo>
                          <a:cubicBezTo>
                            <a:pt x="31708" y="36625"/>
                            <a:pt x="20088" y="39197"/>
                            <a:pt x="10468" y="33672"/>
                          </a:cubicBezTo>
                          <a:cubicBezTo>
                            <a:pt x="847" y="28148"/>
                            <a:pt x="-2772" y="16813"/>
                            <a:pt x="2276" y="843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61" name="Forme libre : forme 1060">
                      <a:extLst>
                        <a:ext uri="{FF2B5EF4-FFF2-40B4-BE49-F238E27FC236}">
                          <a16:creationId xmlns:a16="http://schemas.microsoft.com/office/drawing/2014/main" id="{34D89EA3-DB8C-4F1A-B2FC-DE7C43C18A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69528" y="4516887"/>
                      <a:ext cx="38272" cy="34362"/>
                    </a:xfrm>
                    <a:custGeom>
                      <a:avLst/>
                      <a:gdLst>
                        <a:gd name="connsiteX0" fmla="*/ 19345 w 38272"/>
                        <a:gd name="connsiteY0" fmla="*/ 17789 h 34362"/>
                        <a:gd name="connsiteX1" fmla="*/ 29727 w 38272"/>
                        <a:gd name="connsiteY1" fmla="*/ 34362 h 34362"/>
                        <a:gd name="connsiteX2" fmla="*/ 36299 w 38272"/>
                        <a:gd name="connsiteY2" fmla="*/ 27885 h 34362"/>
                        <a:gd name="connsiteX3" fmla="*/ 28012 w 38272"/>
                        <a:gd name="connsiteY3" fmla="*/ 2739 h 34362"/>
                        <a:gd name="connsiteX4" fmla="*/ 2199 w 38272"/>
                        <a:gd name="connsiteY4" fmla="*/ 8454 h 34362"/>
                        <a:gd name="connsiteX5" fmla="*/ 9 w 38272"/>
                        <a:gd name="connsiteY5" fmla="*/ 17122 h 34362"/>
                        <a:gd name="connsiteX6" fmla="*/ 19345 w 38272"/>
                        <a:gd name="connsiteY6" fmla="*/ 17789 h 343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272" h="34362">
                          <a:moveTo>
                            <a:pt x="19345" y="17789"/>
                          </a:moveTo>
                          <a:cubicBezTo>
                            <a:pt x="25726" y="21503"/>
                            <a:pt x="29441" y="27885"/>
                            <a:pt x="29727" y="34362"/>
                          </a:cubicBezTo>
                          <a:cubicBezTo>
                            <a:pt x="32394" y="32933"/>
                            <a:pt x="34775" y="30647"/>
                            <a:pt x="36299" y="27885"/>
                          </a:cubicBezTo>
                          <a:cubicBezTo>
                            <a:pt x="40871" y="19313"/>
                            <a:pt x="37252" y="7978"/>
                            <a:pt x="28012" y="2739"/>
                          </a:cubicBezTo>
                          <a:cubicBezTo>
                            <a:pt x="18868" y="-2500"/>
                            <a:pt x="7248" y="-23"/>
                            <a:pt x="2199" y="8454"/>
                          </a:cubicBezTo>
                          <a:cubicBezTo>
                            <a:pt x="580" y="11121"/>
                            <a:pt x="-86" y="14074"/>
                            <a:pt x="9" y="17122"/>
                          </a:cubicBezTo>
                          <a:cubicBezTo>
                            <a:pt x="5724" y="14169"/>
                            <a:pt x="13058" y="14169"/>
                            <a:pt x="19345" y="1778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62" name="Forme libre : forme 1061">
                      <a:extLst>
                        <a:ext uri="{FF2B5EF4-FFF2-40B4-BE49-F238E27FC236}">
                          <a16:creationId xmlns:a16="http://schemas.microsoft.com/office/drawing/2014/main" id="{94ED94D6-1FEF-434F-A34C-666CC6C099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72679" y="4525203"/>
                      <a:ext cx="16005" cy="17517"/>
                    </a:xfrm>
                    <a:custGeom>
                      <a:avLst/>
                      <a:gdLst>
                        <a:gd name="connsiteX0" fmla="*/ 2 w 16005"/>
                        <a:gd name="connsiteY0" fmla="*/ 7854 h 17517"/>
                        <a:gd name="connsiteX1" fmla="*/ 8289 w 16005"/>
                        <a:gd name="connsiteY1" fmla="*/ 43 h 17517"/>
                        <a:gd name="connsiteX2" fmla="*/ 16004 w 16005"/>
                        <a:gd name="connsiteY2" fmla="*/ 9568 h 17517"/>
                        <a:gd name="connsiteX3" fmla="*/ 7812 w 16005"/>
                        <a:gd name="connsiteY3" fmla="*/ 17474 h 17517"/>
                        <a:gd name="connsiteX4" fmla="*/ 2 w 16005"/>
                        <a:gd name="connsiteY4" fmla="*/ 7854 h 17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05" h="17517">
                          <a:moveTo>
                            <a:pt x="2" y="7854"/>
                          </a:moveTo>
                          <a:cubicBezTo>
                            <a:pt x="193" y="3091"/>
                            <a:pt x="3907" y="-433"/>
                            <a:pt x="8289" y="43"/>
                          </a:cubicBezTo>
                          <a:cubicBezTo>
                            <a:pt x="12670" y="520"/>
                            <a:pt x="16099" y="4711"/>
                            <a:pt x="16004" y="9568"/>
                          </a:cubicBezTo>
                          <a:cubicBezTo>
                            <a:pt x="15909" y="14426"/>
                            <a:pt x="12289" y="17950"/>
                            <a:pt x="7812" y="17474"/>
                          </a:cubicBezTo>
                          <a:cubicBezTo>
                            <a:pt x="3431" y="16998"/>
                            <a:pt x="-93" y="12616"/>
                            <a:pt x="2" y="785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63" name="Forme libre : forme 1062">
                      <a:extLst>
                        <a:ext uri="{FF2B5EF4-FFF2-40B4-BE49-F238E27FC236}">
                          <a16:creationId xmlns:a16="http://schemas.microsoft.com/office/drawing/2014/main" id="{FF4A216D-FAF7-41A1-87B2-1EDDEAEB97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0303" y="4537937"/>
                      <a:ext cx="6375" cy="6050"/>
                    </a:xfrm>
                    <a:custGeom>
                      <a:avLst/>
                      <a:gdLst>
                        <a:gd name="connsiteX0" fmla="*/ 378 w 6375"/>
                        <a:gd name="connsiteY0" fmla="*/ 1406 h 6050"/>
                        <a:gd name="connsiteX1" fmla="*/ 4664 w 6375"/>
                        <a:gd name="connsiteY1" fmla="*/ 453 h 6050"/>
                        <a:gd name="connsiteX2" fmla="*/ 5998 w 6375"/>
                        <a:gd name="connsiteY2" fmla="*/ 4644 h 6050"/>
                        <a:gd name="connsiteX3" fmla="*/ 1712 w 6375"/>
                        <a:gd name="connsiteY3" fmla="*/ 5597 h 6050"/>
                        <a:gd name="connsiteX4" fmla="*/ 378 w 6375"/>
                        <a:gd name="connsiteY4" fmla="*/ 1406 h 6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75" h="6050">
                          <a:moveTo>
                            <a:pt x="378" y="1406"/>
                          </a:moveTo>
                          <a:cubicBezTo>
                            <a:pt x="1140" y="-23"/>
                            <a:pt x="3140" y="-404"/>
                            <a:pt x="4664" y="453"/>
                          </a:cubicBezTo>
                          <a:cubicBezTo>
                            <a:pt x="6188" y="1311"/>
                            <a:pt x="6855" y="3216"/>
                            <a:pt x="5998" y="4644"/>
                          </a:cubicBezTo>
                          <a:cubicBezTo>
                            <a:pt x="5141" y="6073"/>
                            <a:pt x="3331" y="6454"/>
                            <a:pt x="1712" y="5597"/>
                          </a:cubicBezTo>
                          <a:cubicBezTo>
                            <a:pt x="188" y="4740"/>
                            <a:pt x="-479" y="2835"/>
                            <a:pt x="378" y="140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064" name="Graphique 15">
                    <a:extLst>
                      <a:ext uri="{FF2B5EF4-FFF2-40B4-BE49-F238E27FC236}">
                        <a16:creationId xmlns:a16="http://schemas.microsoft.com/office/drawing/2014/main" id="{8D812663-5984-41D0-8483-F9A4103E29DD}"/>
                      </a:ext>
                    </a:extLst>
                  </p:cNvPr>
                  <p:cNvGrpSpPr/>
                  <p:nvPr/>
                </p:nvGrpSpPr>
                <p:grpSpPr>
                  <a:xfrm>
                    <a:off x="9860626" y="4481528"/>
                    <a:ext cx="37500" cy="36323"/>
                    <a:chOff x="9860626" y="4481528"/>
                    <a:chExt cx="37500" cy="36323"/>
                  </a:xfrm>
                  <a:solidFill>
                    <a:schemeClr val="accent1"/>
                  </a:solidFill>
                </p:grpSpPr>
                <p:sp>
                  <p:nvSpPr>
                    <p:cNvPr id="1065" name="Forme libre : forme 1064">
                      <a:extLst>
                        <a:ext uri="{FF2B5EF4-FFF2-40B4-BE49-F238E27FC236}">
                          <a16:creationId xmlns:a16="http://schemas.microsoft.com/office/drawing/2014/main" id="{F87A6071-E2B8-4D3F-A101-9CB1FFE27A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60626" y="4481528"/>
                      <a:ext cx="37457" cy="36323"/>
                    </a:xfrm>
                    <a:custGeom>
                      <a:avLst/>
                      <a:gdLst>
                        <a:gd name="connsiteX0" fmla="*/ 2625 w 37457"/>
                        <a:gd name="connsiteY0" fmla="*/ 7999 h 36323"/>
                        <a:gd name="connsiteX1" fmla="*/ 27961 w 37457"/>
                        <a:gd name="connsiteY1" fmla="*/ 3046 h 36323"/>
                        <a:gd name="connsiteX2" fmla="*/ 35200 w 37457"/>
                        <a:gd name="connsiteY2" fmla="*/ 27811 h 36323"/>
                        <a:gd name="connsiteX3" fmla="*/ 9483 w 37457"/>
                        <a:gd name="connsiteY3" fmla="*/ 33430 h 36323"/>
                        <a:gd name="connsiteX4" fmla="*/ 2625 w 37457"/>
                        <a:gd name="connsiteY4" fmla="*/ 7999 h 36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457" h="36323">
                          <a:moveTo>
                            <a:pt x="2625" y="7999"/>
                          </a:moveTo>
                          <a:cubicBezTo>
                            <a:pt x="7959" y="-288"/>
                            <a:pt x="19293" y="-2479"/>
                            <a:pt x="27961" y="3046"/>
                          </a:cubicBezTo>
                          <a:cubicBezTo>
                            <a:pt x="36819" y="8284"/>
                            <a:pt x="40058" y="19238"/>
                            <a:pt x="35200" y="27811"/>
                          </a:cubicBezTo>
                          <a:cubicBezTo>
                            <a:pt x="30342" y="36288"/>
                            <a:pt x="18722" y="38955"/>
                            <a:pt x="9483" y="33430"/>
                          </a:cubicBezTo>
                          <a:cubicBezTo>
                            <a:pt x="339" y="27620"/>
                            <a:pt x="-2709" y="16190"/>
                            <a:pt x="2625" y="799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66" name="Forme libre : forme 1065">
                      <a:extLst>
                        <a:ext uri="{FF2B5EF4-FFF2-40B4-BE49-F238E27FC236}">
                          <a16:creationId xmlns:a16="http://schemas.microsoft.com/office/drawing/2014/main" id="{808CA969-3D78-43DB-AC28-55137BADE7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60679" y="4481528"/>
                      <a:ext cx="37447" cy="34097"/>
                    </a:xfrm>
                    <a:custGeom>
                      <a:avLst/>
                      <a:gdLst>
                        <a:gd name="connsiteX0" fmla="*/ 18764 w 37447"/>
                        <a:gd name="connsiteY0" fmla="*/ 17809 h 34097"/>
                        <a:gd name="connsiteX1" fmla="*/ 28480 w 37447"/>
                        <a:gd name="connsiteY1" fmla="*/ 34097 h 34097"/>
                        <a:gd name="connsiteX2" fmla="*/ 35147 w 37447"/>
                        <a:gd name="connsiteY2" fmla="*/ 27811 h 34097"/>
                        <a:gd name="connsiteX3" fmla="*/ 27908 w 37447"/>
                        <a:gd name="connsiteY3" fmla="*/ 3046 h 34097"/>
                        <a:gd name="connsiteX4" fmla="*/ 2572 w 37447"/>
                        <a:gd name="connsiteY4" fmla="*/ 7999 h 34097"/>
                        <a:gd name="connsiteX5" fmla="*/ 0 w 37447"/>
                        <a:gd name="connsiteY5" fmla="*/ 16571 h 34097"/>
                        <a:gd name="connsiteX6" fmla="*/ 18764 w 37447"/>
                        <a:gd name="connsiteY6" fmla="*/ 17809 h 34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47" h="34097">
                          <a:moveTo>
                            <a:pt x="18764" y="17809"/>
                          </a:moveTo>
                          <a:cubicBezTo>
                            <a:pt x="24955" y="21524"/>
                            <a:pt x="28384" y="27715"/>
                            <a:pt x="28480" y="34097"/>
                          </a:cubicBezTo>
                          <a:cubicBezTo>
                            <a:pt x="31242" y="32669"/>
                            <a:pt x="33528" y="30573"/>
                            <a:pt x="35147" y="27811"/>
                          </a:cubicBezTo>
                          <a:cubicBezTo>
                            <a:pt x="40100" y="19238"/>
                            <a:pt x="36766" y="8284"/>
                            <a:pt x="27908" y="3046"/>
                          </a:cubicBezTo>
                          <a:cubicBezTo>
                            <a:pt x="19240" y="-2479"/>
                            <a:pt x="7906" y="-288"/>
                            <a:pt x="2572" y="7999"/>
                          </a:cubicBezTo>
                          <a:cubicBezTo>
                            <a:pt x="857" y="10666"/>
                            <a:pt x="95" y="13619"/>
                            <a:pt x="0" y="16571"/>
                          </a:cubicBezTo>
                          <a:cubicBezTo>
                            <a:pt x="5715" y="13809"/>
                            <a:pt x="12763" y="13999"/>
                            <a:pt x="18764" y="1780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67" name="Forme libre : forme 1066">
                      <a:extLst>
                        <a:ext uri="{FF2B5EF4-FFF2-40B4-BE49-F238E27FC236}">
                          <a16:creationId xmlns:a16="http://schemas.microsoft.com/office/drawing/2014/main" id="{7BAC0687-AA54-446C-839A-261A735E13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63792" y="4489560"/>
                      <a:ext cx="15479" cy="17555"/>
                    </a:xfrm>
                    <a:custGeom>
                      <a:avLst/>
                      <a:gdLst>
                        <a:gd name="connsiteX0" fmla="*/ 30 w 15479"/>
                        <a:gd name="connsiteY0" fmla="*/ 7682 h 17555"/>
                        <a:gd name="connsiteX1" fmla="*/ 8413 w 15479"/>
                        <a:gd name="connsiteY1" fmla="*/ 62 h 17555"/>
                        <a:gd name="connsiteX2" fmla="*/ 15461 w 15479"/>
                        <a:gd name="connsiteY2" fmla="*/ 9778 h 17555"/>
                        <a:gd name="connsiteX3" fmla="*/ 7174 w 15479"/>
                        <a:gd name="connsiteY3" fmla="*/ 17493 h 17555"/>
                        <a:gd name="connsiteX4" fmla="*/ 30 w 15479"/>
                        <a:gd name="connsiteY4" fmla="*/ 7682 h 17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79" h="17555">
                          <a:moveTo>
                            <a:pt x="30" y="7682"/>
                          </a:moveTo>
                          <a:cubicBezTo>
                            <a:pt x="412" y="2920"/>
                            <a:pt x="4222" y="-509"/>
                            <a:pt x="8413" y="62"/>
                          </a:cubicBezTo>
                          <a:cubicBezTo>
                            <a:pt x="12699" y="634"/>
                            <a:pt x="15747" y="4920"/>
                            <a:pt x="15461" y="9778"/>
                          </a:cubicBezTo>
                          <a:cubicBezTo>
                            <a:pt x="15175" y="14635"/>
                            <a:pt x="11461" y="18065"/>
                            <a:pt x="7174" y="17493"/>
                          </a:cubicBezTo>
                          <a:cubicBezTo>
                            <a:pt x="2888" y="16921"/>
                            <a:pt x="-351" y="12445"/>
                            <a:pt x="30" y="768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68" name="Forme libre : forme 1067">
                      <a:extLst>
                        <a:ext uri="{FF2B5EF4-FFF2-40B4-BE49-F238E27FC236}">
                          <a16:creationId xmlns:a16="http://schemas.microsoft.com/office/drawing/2014/main" id="{F06A1851-431F-425E-89E7-1DCEBE18FF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70849" y="4502523"/>
                      <a:ext cx="6139" cy="6101"/>
                    </a:xfrm>
                    <a:custGeom>
                      <a:avLst/>
                      <a:gdLst>
                        <a:gd name="connsiteX0" fmla="*/ 403 w 6139"/>
                        <a:gd name="connsiteY0" fmla="*/ 1291 h 6101"/>
                        <a:gd name="connsiteX1" fmla="*/ 4594 w 6139"/>
                        <a:gd name="connsiteY1" fmla="*/ 529 h 6101"/>
                        <a:gd name="connsiteX2" fmla="*/ 5737 w 6139"/>
                        <a:gd name="connsiteY2" fmla="*/ 4720 h 6101"/>
                        <a:gd name="connsiteX3" fmla="*/ 1546 w 6139"/>
                        <a:gd name="connsiteY3" fmla="*/ 5577 h 6101"/>
                        <a:gd name="connsiteX4" fmla="*/ 403 w 6139"/>
                        <a:gd name="connsiteY4" fmla="*/ 1291 h 6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39" h="6101">
                          <a:moveTo>
                            <a:pt x="403" y="1291"/>
                          </a:moveTo>
                          <a:cubicBezTo>
                            <a:pt x="1260" y="-42"/>
                            <a:pt x="3165" y="-423"/>
                            <a:pt x="4594" y="529"/>
                          </a:cubicBezTo>
                          <a:cubicBezTo>
                            <a:pt x="6022" y="1482"/>
                            <a:pt x="6594" y="3387"/>
                            <a:pt x="5737" y="4720"/>
                          </a:cubicBezTo>
                          <a:cubicBezTo>
                            <a:pt x="4880" y="6149"/>
                            <a:pt x="2974" y="6530"/>
                            <a:pt x="1546" y="5577"/>
                          </a:cubicBezTo>
                          <a:cubicBezTo>
                            <a:pt x="117" y="4530"/>
                            <a:pt x="-454" y="2625"/>
                            <a:pt x="403" y="12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069" name="Graphique 15">
                  <a:extLst>
                    <a:ext uri="{FF2B5EF4-FFF2-40B4-BE49-F238E27FC236}">
                      <a16:creationId xmlns:a16="http://schemas.microsoft.com/office/drawing/2014/main" id="{77242A9A-E8E7-4937-99DA-301D04BAEF8B}"/>
                    </a:ext>
                  </a:extLst>
                </p:cNvPr>
                <p:cNvGrpSpPr/>
                <p:nvPr/>
              </p:nvGrpSpPr>
              <p:grpSpPr>
                <a:xfrm>
                  <a:off x="9955670" y="4406340"/>
                  <a:ext cx="42396" cy="104016"/>
                  <a:chOff x="9955670" y="4406340"/>
                  <a:chExt cx="42396" cy="104016"/>
                </a:xfrm>
                <a:solidFill>
                  <a:schemeClr val="accent1"/>
                </a:solidFill>
              </p:grpSpPr>
              <p:grpSp>
                <p:nvGrpSpPr>
                  <p:cNvPr id="1070" name="Graphique 15">
                    <a:extLst>
                      <a:ext uri="{FF2B5EF4-FFF2-40B4-BE49-F238E27FC236}">
                        <a16:creationId xmlns:a16="http://schemas.microsoft.com/office/drawing/2014/main" id="{1350F626-B209-48B5-A85A-8713E7A7A9AD}"/>
                      </a:ext>
                    </a:extLst>
                  </p:cNvPr>
                  <p:cNvGrpSpPr/>
                  <p:nvPr/>
                </p:nvGrpSpPr>
                <p:grpSpPr>
                  <a:xfrm>
                    <a:off x="9961251" y="4474793"/>
                    <a:ext cx="35795" cy="35563"/>
                    <a:chOff x="9961251" y="4474793"/>
                    <a:chExt cx="35795" cy="35563"/>
                  </a:xfrm>
                  <a:solidFill>
                    <a:schemeClr val="accent1"/>
                  </a:solidFill>
                </p:grpSpPr>
                <p:sp>
                  <p:nvSpPr>
                    <p:cNvPr id="1071" name="Forme libre : forme 1070">
                      <a:extLst>
                        <a:ext uri="{FF2B5EF4-FFF2-40B4-BE49-F238E27FC236}">
                          <a16:creationId xmlns:a16="http://schemas.microsoft.com/office/drawing/2014/main" id="{5AB5AA5B-AB49-488B-8A24-91CD518547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1251" y="4474793"/>
                      <a:ext cx="35700" cy="35563"/>
                    </a:xfrm>
                    <a:custGeom>
                      <a:avLst/>
                      <a:gdLst>
                        <a:gd name="connsiteX0" fmla="*/ 1917 w 35700"/>
                        <a:gd name="connsiteY0" fmla="*/ 9781 h 35563"/>
                        <a:gd name="connsiteX1" fmla="*/ 25539 w 35700"/>
                        <a:gd name="connsiteY1" fmla="*/ 1780 h 35563"/>
                        <a:gd name="connsiteX2" fmla="*/ 34112 w 35700"/>
                        <a:gd name="connsiteY2" fmla="*/ 25211 h 35563"/>
                        <a:gd name="connsiteX3" fmla="*/ 10109 w 35700"/>
                        <a:gd name="connsiteY3" fmla="*/ 33879 h 35563"/>
                        <a:gd name="connsiteX4" fmla="*/ 1917 w 35700"/>
                        <a:gd name="connsiteY4" fmla="*/ 9781 h 35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00" h="35563">
                          <a:moveTo>
                            <a:pt x="1917" y="9781"/>
                          </a:moveTo>
                          <a:cubicBezTo>
                            <a:pt x="6394" y="1017"/>
                            <a:pt x="16967" y="-2411"/>
                            <a:pt x="25539" y="1780"/>
                          </a:cubicBezTo>
                          <a:cubicBezTo>
                            <a:pt x="34302" y="5780"/>
                            <a:pt x="38112" y="16257"/>
                            <a:pt x="34112" y="25211"/>
                          </a:cubicBezTo>
                          <a:cubicBezTo>
                            <a:pt x="30111" y="34165"/>
                            <a:pt x="19348" y="38070"/>
                            <a:pt x="10109" y="33879"/>
                          </a:cubicBezTo>
                          <a:cubicBezTo>
                            <a:pt x="1060" y="29497"/>
                            <a:pt x="-2560" y="18544"/>
                            <a:pt x="1917" y="978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72" name="Forme libre : forme 1071">
                      <a:extLst>
                        <a:ext uri="{FF2B5EF4-FFF2-40B4-BE49-F238E27FC236}">
                          <a16:creationId xmlns:a16="http://schemas.microsoft.com/office/drawing/2014/main" id="{7D0D9362-C0B9-47BB-92D2-1AEECDE509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1442" y="4474889"/>
                      <a:ext cx="35604" cy="32259"/>
                    </a:xfrm>
                    <a:custGeom>
                      <a:avLst/>
                      <a:gdLst>
                        <a:gd name="connsiteX0" fmla="*/ 17728 w 35604"/>
                        <a:gd name="connsiteY0" fmla="*/ 17400 h 32259"/>
                        <a:gd name="connsiteX1" fmla="*/ 28111 w 35604"/>
                        <a:gd name="connsiteY1" fmla="*/ 32259 h 32259"/>
                        <a:gd name="connsiteX2" fmla="*/ 34016 w 35604"/>
                        <a:gd name="connsiteY2" fmla="*/ 25211 h 32259"/>
                        <a:gd name="connsiteX3" fmla="*/ 25444 w 35604"/>
                        <a:gd name="connsiteY3" fmla="*/ 1780 h 32259"/>
                        <a:gd name="connsiteX4" fmla="*/ 1821 w 35604"/>
                        <a:gd name="connsiteY4" fmla="*/ 9781 h 32259"/>
                        <a:gd name="connsiteX5" fmla="*/ 12 w 35604"/>
                        <a:gd name="connsiteY5" fmla="*/ 18543 h 32259"/>
                        <a:gd name="connsiteX6" fmla="*/ 17728 w 35604"/>
                        <a:gd name="connsiteY6" fmla="*/ 17400 h 32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04" h="32259">
                          <a:moveTo>
                            <a:pt x="17728" y="17400"/>
                          </a:moveTo>
                          <a:cubicBezTo>
                            <a:pt x="23824" y="20163"/>
                            <a:pt x="27539" y="25973"/>
                            <a:pt x="28111" y="32259"/>
                          </a:cubicBezTo>
                          <a:cubicBezTo>
                            <a:pt x="30587" y="30545"/>
                            <a:pt x="32682" y="28164"/>
                            <a:pt x="34016" y="25211"/>
                          </a:cubicBezTo>
                          <a:cubicBezTo>
                            <a:pt x="38016" y="16257"/>
                            <a:pt x="34206" y="5780"/>
                            <a:pt x="25444" y="1780"/>
                          </a:cubicBezTo>
                          <a:cubicBezTo>
                            <a:pt x="16776" y="-2411"/>
                            <a:pt x="6298" y="1017"/>
                            <a:pt x="1821" y="9781"/>
                          </a:cubicBezTo>
                          <a:cubicBezTo>
                            <a:pt x="393" y="12543"/>
                            <a:pt x="-84" y="15591"/>
                            <a:pt x="12" y="18543"/>
                          </a:cubicBezTo>
                          <a:cubicBezTo>
                            <a:pt x="5060" y="15115"/>
                            <a:pt x="11728" y="14543"/>
                            <a:pt x="17728" y="1740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73" name="Forme libre : forme 1072">
                      <a:extLst>
                        <a:ext uri="{FF2B5EF4-FFF2-40B4-BE49-F238E27FC236}">
                          <a16:creationId xmlns:a16="http://schemas.microsoft.com/office/drawing/2014/main" id="{AC59C6C2-7C98-47BB-859E-4237AB7FBC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4216" y="4483715"/>
                      <a:ext cx="14860" cy="17337"/>
                    </a:xfrm>
                    <a:custGeom>
                      <a:avLst/>
                      <a:gdLst>
                        <a:gd name="connsiteX0" fmla="*/ 0 w 14860"/>
                        <a:gd name="connsiteY0" fmla="*/ 8479 h 17337"/>
                        <a:gd name="connsiteX1" fmla="*/ 7429 w 14860"/>
                        <a:gd name="connsiteY1" fmla="*/ 2 h 17337"/>
                        <a:gd name="connsiteX2" fmla="*/ 14859 w 14860"/>
                        <a:gd name="connsiteY2" fmla="*/ 8670 h 17337"/>
                        <a:gd name="connsiteX3" fmla="*/ 7525 w 14860"/>
                        <a:gd name="connsiteY3" fmla="*/ 17337 h 17337"/>
                        <a:gd name="connsiteX4" fmla="*/ 0 w 14860"/>
                        <a:gd name="connsiteY4" fmla="*/ 8479 h 17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60" h="17337">
                          <a:moveTo>
                            <a:pt x="0" y="8479"/>
                          </a:moveTo>
                          <a:cubicBezTo>
                            <a:pt x="0" y="3716"/>
                            <a:pt x="3334" y="-94"/>
                            <a:pt x="7429" y="2"/>
                          </a:cubicBezTo>
                          <a:cubicBezTo>
                            <a:pt x="11525" y="2"/>
                            <a:pt x="14764" y="4002"/>
                            <a:pt x="14859" y="8670"/>
                          </a:cubicBezTo>
                          <a:cubicBezTo>
                            <a:pt x="14954" y="13337"/>
                            <a:pt x="11621" y="17337"/>
                            <a:pt x="7525" y="17337"/>
                          </a:cubicBezTo>
                          <a:cubicBezTo>
                            <a:pt x="3334" y="17147"/>
                            <a:pt x="0" y="13241"/>
                            <a:pt x="0" y="847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74" name="Forme libre : forme 1073">
                      <a:extLst>
                        <a:ext uri="{FF2B5EF4-FFF2-40B4-BE49-F238E27FC236}">
                          <a16:creationId xmlns:a16="http://schemas.microsoft.com/office/drawing/2014/main" id="{5617F4F5-72B8-49AC-8638-65E213F791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1422" y="4496108"/>
                      <a:ext cx="5927" cy="5886"/>
                    </a:xfrm>
                    <a:custGeom>
                      <a:avLst/>
                      <a:gdLst>
                        <a:gd name="connsiteX0" fmla="*/ 319 w 5927"/>
                        <a:gd name="connsiteY0" fmla="*/ 1611 h 5886"/>
                        <a:gd name="connsiteX1" fmla="*/ 4224 w 5927"/>
                        <a:gd name="connsiteY1" fmla="*/ 277 h 5886"/>
                        <a:gd name="connsiteX2" fmla="*/ 5653 w 5927"/>
                        <a:gd name="connsiteY2" fmla="*/ 4182 h 5886"/>
                        <a:gd name="connsiteX3" fmla="*/ 1652 w 5927"/>
                        <a:gd name="connsiteY3" fmla="*/ 5611 h 5886"/>
                        <a:gd name="connsiteX4" fmla="*/ 319 w 5927"/>
                        <a:gd name="connsiteY4" fmla="*/ 1611 h 5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27" h="5886">
                          <a:moveTo>
                            <a:pt x="319" y="1611"/>
                          </a:moveTo>
                          <a:cubicBezTo>
                            <a:pt x="986" y="182"/>
                            <a:pt x="2795" y="-389"/>
                            <a:pt x="4224" y="277"/>
                          </a:cubicBezTo>
                          <a:cubicBezTo>
                            <a:pt x="5748" y="944"/>
                            <a:pt x="6319" y="2658"/>
                            <a:pt x="5653" y="4182"/>
                          </a:cubicBezTo>
                          <a:cubicBezTo>
                            <a:pt x="4986" y="5706"/>
                            <a:pt x="3176" y="6278"/>
                            <a:pt x="1652" y="5611"/>
                          </a:cubicBezTo>
                          <a:cubicBezTo>
                            <a:pt x="224" y="4849"/>
                            <a:pt x="-443" y="3039"/>
                            <a:pt x="319" y="16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075" name="Graphique 15">
                    <a:extLst>
                      <a:ext uri="{FF2B5EF4-FFF2-40B4-BE49-F238E27FC236}">
                        <a16:creationId xmlns:a16="http://schemas.microsoft.com/office/drawing/2014/main" id="{4088949F-9A8F-44FF-B7B0-7FF6A7D6CA51}"/>
                      </a:ext>
                    </a:extLst>
                  </p:cNvPr>
                  <p:cNvGrpSpPr/>
                  <p:nvPr/>
                </p:nvGrpSpPr>
                <p:grpSpPr>
                  <a:xfrm>
                    <a:off x="9963512" y="4439491"/>
                    <a:ext cx="34554" cy="35610"/>
                    <a:chOff x="9963512" y="4439491"/>
                    <a:chExt cx="34554" cy="35610"/>
                  </a:xfrm>
                  <a:solidFill>
                    <a:schemeClr val="accent1"/>
                  </a:solidFill>
                </p:grpSpPr>
                <p:sp>
                  <p:nvSpPr>
                    <p:cNvPr id="1076" name="Forme libre : forme 1075">
                      <a:extLst>
                        <a:ext uri="{FF2B5EF4-FFF2-40B4-BE49-F238E27FC236}">
                          <a16:creationId xmlns:a16="http://schemas.microsoft.com/office/drawing/2014/main" id="{674711D1-C366-4779-8E0F-8C25614EB1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3512" y="4439586"/>
                      <a:ext cx="34554" cy="35515"/>
                    </a:xfrm>
                    <a:custGeom>
                      <a:avLst/>
                      <a:gdLst>
                        <a:gd name="connsiteX0" fmla="*/ 2132 w 34554"/>
                        <a:gd name="connsiteY0" fmla="*/ 9840 h 35515"/>
                        <a:gd name="connsiteX1" fmla="*/ 25373 w 34554"/>
                        <a:gd name="connsiteY1" fmla="*/ 1744 h 35515"/>
                        <a:gd name="connsiteX2" fmla="*/ 32803 w 34554"/>
                        <a:gd name="connsiteY2" fmla="*/ 25271 h 35515"/>
                        <a:gd name="connsiteX3" fmla="*/ 9466 w 34554"/>
                        <a:gd name="connsiteY3" fmla="*/ 33653 h 35515"/>
                        <a:gd name="connsiteX4" fmla="*/ 2132 w 34554"/>
                        <a:gd name="connsiteY4" fmla="*/ 9840 h 35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54" h="35515">
                          <a:moveTo>
                            <a:pt x="2132" y="9840"/>
                          </a:moveTo>
                          <a:cubicBezTo>
                            <a:pt x="6799" y="1173"/>
                            <a:pt x="17182" y="-2447"/>
                            <a:pt x="25373" y="1744"/>
                          </a:cubicBezTo>
                          <a:cubicBezTo>
                            <a:pt x="33565" y="6031"/>
                            <a:pt x="36898" y="16413"/>
                            <a:pt x="32803" y="25271"/>
                          </a:cubicBezTo>
                          <a:cubicBezTo>
                            <a:pt x="28612" y="34224"/>
                            <a:pt x="18039" y="38130"/>
                            <a:pt x="9466" y="33653"/>
                          </a:cubicBezTo>
                          <a:cubicBezTo>
                            <a:pt x="704" y="29081"/>
                            <a:pt x="-2535" y="18508"/>
                            <a:pt x="2132" y="98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77" name="Forme libre : forme 1076">
                      <a:extLst>
                        <a:ext uri="{FF2B5EF4-FFF2-40B4-BE49-F238E27FC236}">
                          <a16:creationId xmlns:a16="http://schemas.microsoft.com/office/drawing/2014/main" id="{80A7CABB-0F54-4D78-86B1-820D5DDD9E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3635" y="4439491"/>
                      <a:ext cx="34431" cy="32319"/>
                    </a:xfrm>
                    <a:custGeom>
                      <a:avLst/>
                      <a:gdLst>
                        <a:gd name="connsiteX0" fmla="*/ 17344 w 34431"/>
                        <a:gd name="connsiteY0" fmla="*/ 17270 h 32319"/>
                        <a:gd name="connsiteX1" fmla="*/ 26774 w 34431"/>
                        <a:gd name="connsiteY1" fmla="*/ 32319 h 32319"/>
                        <a:gd name="connsiteX2" fmla="*/ 32680 w 34431"/>
                        <a:gd name="connsiteY2" fmla="*/ 25271 h 32319"/>
                        <a:gd name="connsiteX3" fmla="*/ 25250 w 34431"/>
                        <a:gd name="connsiteY3" fmla="*/ 1744 h 32319"/>
                        <a:gd name="connsiteX4" fmla="*/ 2009 w 34431"/>
                        <a:gd name="connsiteY4" fmla="*/ 9840 h 32319"/>
                        <a:gd name="connsiteX5" fmla="*/ 9 w 34431"/>
                        <a:gd name="connsiteY5" fmla="*/ 18413 h 32319"/>
                        <a:gd name="connsiteX6" fmla="*/ 17344 w 34431"/>
                        <a:gd name="connsiteY6" fmla="*/ 17270 h 32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31" h="32319">
                          <a:moveTo>
                            <a:pt x="17344" y="17270"/>
                          </a:moveTo>
                          <a:cubicBezTo>
                            <a:pt x="23059" y="20127"/>
                            <a:pt x="26298" y="26223"/>
                            <a:pt x="26774" y="32319"/>
                          </a:cubicBezTo>
                          <a:cubicBezTo>
                            <a:pt x="29250" y="30605"/>
                            <a:pt x="31346" y="28224"/>
                            <a:pt x="32680" y="25271"/>
                          </a:cubicBezTo>
                          <a:cubicBezTo>
                            <a:pt x="36775" y="16412"/>
                            <a:pt x="33441" y="6126"/>
                            <a:pt x="25250" y="1744"/>
                          </a:cubicBezTo>
                          <a:cubicBezTo>
                            <a:pt x="17058" y="-2447"/>
                            <a:pt x="6676" y="1173"/>
                            <a:pt x="2009" y="9840"/>
                          </a:cubicBezTo>
                          <a:cubicBezTo>
                            <a:pt x="580" y="12603"/>
                            <a:pt x="-86" y="15555"/>
                            <a:pt x="9" y="18413"/>
                          </a:cubicBezTo>
                          <a:cubicBezTo>
                            <a:pt x="5057" y="15174"/>
                            <a:pt x="11629" y="14412"/>
                            <a:pt x="17344" y="1727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78" name="Forme libre : forme 1077">
                      <a:extLst>
                        <a:ext uri="{FF2B5EF4-FFF2-40B4-BE49-F238E27FC236}">
                          <a16:creationId xmlns:a16="http://schemas.microsoft.com/office/drawing/2014/main" id="{58445FCD-282F-4055-80B7-30FFED7363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6398" y="4448379"/>
                      <a:ext cx="14488" cy="16956"/>
                    </a:xfrm>
                    <a:custGeom>
                      <a:avLst/>
                      <a:gdLst>
                        <a:gd name="connsiteX0" fmla="*/ 8 w 14488"/>
                        <a:gd name="connsiteY0" fmla="*/ 8477 h 16956"/>
                        <a:gd name="connsiteX1" fmla="*/ 7533 w 14488"/>
                        <a:gd name="connsiteY1" fmla="*/ 0 h 16956"/>
                        <a:gd name="connsiteX2" fmla="*/ 14486 w 14488"/>
                        <a:gd name="connsiteY2" fmla="*/ 8477 h 16956"/>
                        <a:gd name="connsiteX3" fmla="*/ 7057 w 14488"/>
                        <a:gd name="connsiteY3" fmla="*/ 16954 h 16956"/>
                        <a:gd name="connsiteX4" fmla="*/ 8 w 14488"/>
                        <a:gd name="connsiteY4" fmla="*/ 8477 h 1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88" h="16956">
                          <a:moveTo>
                            <a:pt x="8" y="8477"/>
                          </a:moveTo>
                          <a:cubicBezTo>
                            <a:pt x="199" y="3810"/>
                            <a:pt x="3532" y="0"/>
                            <a:pt x="7533" y="0"/>
                          </a:cubicBezTo>
                          <a:cubicBezTo>
                            <a:pt x="11533" y="0"/>
                            <a:pt x="14581" y="3810"/>
                            <a:pt x="14486" y="8477"/>
                          </a:cubicBezTo>
                          <a:cubicBezTo>
                            <a:pt x="14391" y="13144"/>
                            <a:pt x="11057" y="17050"/>
                            <a:pt x="7057" y="16954"/>
                          </a:cubicBezTo>
                          <a:cubicBezTo>
                            <a:pt x="3056" y="16954"/>
                            <a:pt x="-182" y="13144"/>
                            <a:pt x="8" y="847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79" name="Forme libre : forme 1078">
                      <a:extLst>
                        <a:ext uri="{FF2B5EF4-FFF2-40B4-BE49-F238E27FC236}">
                          <a16:creationId xmlns:a16="http://schemas.microsoft.com/office/drawing/2014/main" id="{26FC32BD-5A0A-49DE-BBC2-3ED0E2DE8D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3212" y="4460580"/>
                      <a:ext cx="5683" cy="5793"/>
                    </a:xfrm>
                    <a:custGeom>
                      <a:avLst/>
                      <a:gdLst>
                        <a:gd name="connsiteX0" fmla="*/ 339 w 5683"/>
                        <a:gd name="connsiteY0" fmla="*/ 1611 h 5793"/>
                        <a:gd name="connsiteX1" fmla="*/ 4149 w 5683"/>
                        <a:gd name="connsiteY1" fmla="*/ 277 h 5793"/>
                        <a:gd name="connsiteX2" fmla="*/ 5387 w 5683"/>
                        <a:gd name="connsiteY2" fmla="*/ 4183 h 5793"/>
                        <a:gd name="connsiteX3" fmla="*/ 1577 w 5683"/>
                        <a:gd name="connsiteY3" fmla="*/ 5516 h 5793"/>
                        <a:gd name="connsiteX4" fmla="*/ 339 w 5683"/>
                        <a:gd name="connsiteY4" fmla="*/ 1611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83" h="5793">
                          <a:moveTo>
                            <a:pt x="339" y="1611"/>
                          </a:moveTo>
                          <a:cubicBezTo>
                            <a:pt x="1101" y="182"/>
                            <a:pt x="2815" y="-390"/>
                            <a:pt x="4149" y="277"/>
                          </a:cubicBezTo>
                          <a:cubicBezTo>
                            <a:pt x="5577" y="944"/>
                            <a:pt x="6054" y="2754"/>
                            <a:pt x="5387" y="4183"/>
                          </a:cubicBezTo>
                          <a:cubicBezTo>
                            <a:pt x="4625" y="5611"/>
                            <a:pt x="2910" y="6183"/>
                            <a:pt x="1577" y="5516"/>
                          </a:cubicBezTo>
                          <a:cubicBezTo>
                            <a:pt x="148" y="4849"/>
                            <a:pt x="-423" y="3039"/>
                            <a:pt x="339" y="16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080" name="Graphique 15">
                    <a:extLst>
                      <a:ext uri="{FF2B5EF4-FFF2-40B4-BE49-F238E27FC236}">
                        <a16:creationId xmlns:a16="http://schemas.microsoft.com/office/drawing/2014/main" id="{C5804D80-4607-43AC-8FCE-174BB79874C6}"/>
                      </a:ext>
                    </a:extLst>
                  </p:cNvPr>
                  <p:cNvGrpSpPr/>
                  <p:nvPr/>
                </p:nvGrpSpPr>
                <p:grpSpPr>
                  <a:xfrm>
                    <a:off x="9955670" y="4406340"/>
                    <a:ext cx="33810" cy="34982"/>
                    <a:chOff x="9955670" y="4406340"/>
                    <a:chExt cx="33810" cy="34982"/>
                  </a:xfrm>
                  <a:solidFill>
                    <a:schemeClr val="accent1"/>
                  </a:solidFill>
                </p:grpSpPr>
                <p:sp>
                  <p:nvSpPr>
                    <p:cNvPr id="1081" name="Forme libre : forme 1080">
                      <a:extLst>
                        <a:ext uri="{FF2B5EF4-FFF2-40B4-BE49-F238E27FC236}">
                          <a16:creationId xmlns:a16="http://schemas.microsoft.com/office/drawing/2014/main" id="{52929522-E076-42D2-B6FD-7BF2D6E41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5670" y="4406340"/>
                      <a:ext cx="33715" cy="34982"/>
                    </a:xfrm>
                    <a:custGeom>
                      <a:avLst/>
                      <a:gdLst>
                        <a:gd name="connsiteX0" fmla="*/ 2450 w 33715"/>
                        <a:gd name="connsiteY0" fmla="*/ 9368 h 34982"/>
                        <a:gd name="connsiteX1" fmla="*/ 25309 w 33715"/>
                        <a:gd name="connsiteY1" fmla="*/ 1843 h 34982"/>
                        <a:gd name="connsiteX2" fmla="*/ 31596 w 33715"/>
                        <a:gd name="connsiteY2" fmla="*/ 25084 h 34982"/>
                        <a:gd name="connsiteX3" fmla="*/ 8355 w 33715"/>
                        <a:gd name="connsiteY3" fmla="*/ 33180 h 34982"/>
                        <a:gd name="connsiteX4" fmla="*/ 2450 w 33715"/>
                        <a:gd name="connsiteY4" fmla="*/ 9368 h 349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715" h="34982">
                          <a:moveTo>
                            <a:pt x="2450" y="9368"/>
                          </a:moveTo>
                          <a:cubicBezTo>
                            <a:pt x="7403" y="795"/>
                            <a:pt x="17499" y="-2348"/>
                            <a:pt x="25309" y="1843"/>
                          </a:cubicBezTo>
                          <a:cubicBezTo>
                            <a:pt x="33215" y="5844"/>
                            <a:pt x="36073" y="16321"/>
                            <a:pt x="31596" y="25084"/>
                          </a:cubicBezTo>
                          <a:cubicBezTo>
                            <a:pt x="27119" y="33847"/>
                            <a:pt x="16737" y="37467"/>
                            <a:pt x="8355" y="33180"/>
                          </a:cubicBezTo>
                          <a:cubicBezTo>
                            <a:pt x="164" y="28799"/>
                            <a:pt x="-2408" y="17845"/>
                            <a:pt x="2450" y="936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82" name="Forme libre : forme 1081">
                      <a:extLst>
                        <a:ext uri="{FF2B5EF4-FFF2-40B4-BE49-F238E27FC236}">
                          <a16:creationId xmlns:a16="http://schemas.microsoft.com/office/drawing/2014/main" id="{CE526935-570F-459F-97AF-480AC5E2A1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5834" y="4406340"/>
                      <a:ext cx="33647" cy="31942"/>
                    </a:xfrm>
                    <a:custGeom>
                      <a:avLst/>
                      <a:gdLst>
                        <a:gd name="connsiteX0" fmla="*/ 16764 w 33647"/>
                        <a:gd name="connsiteY0" fmla="*/ 17178 h 31942"/>
                        <a:gd name="connsiteX1" fmla="*/ 25432 w 33647"/>
                        <a:gd name="connsiteY1" fmla="*/ 31942 h 31942"/>
                        <a:gd name="connsiteX2" fmla="*/ 31528 w 33647"/>
                        <a:gd name="connsiteY2" fmla="*/ 25084 h 31942"/>
                        <a:gd name="connsiteX3" fmla="*/ 25241 w 33647"/>
                        <a:gd name="connsiteY3" fmla="*/ 1843 h 31942"/>
                        <a:gd name="connsiteX4" fmla="*/ 2381 w 33647"/>
                        <a:gd name="connsiteY4" fmla="*/ 9368 h 31942"/>
                        <a:gd name="connsiteX5" fmla="*/ 0 w 33647"/>
                        <a:gd name="connsiteY5" fmla="*/ 17941 h 31942"/>
                        <a:gd name="connsiteX6" fmla="*/ 16764 w 33647"/>
                        <a:gd name="connsiteY6" fmla="*/ 17178 h 31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647" h="31942">
                          <a:moveTo>
                            <a:pt x="16764" y="17178"/>
                          </a:moveTo>
                          <a:cubicBezTo>
                            <a:pt x="22288" y="20036"/>
                            <a:pt x="25337" y="25751"/>
                            <a:pt x="25432" y="31942"/>
                          </a:cubicBezTo>
                          <a:cubicBezTo>
                            <a:pt x="27908" y="30228"/>
                            <a:pt x="30004" y="28037"/>
                            <a:pt x="31528" y="25084"/>
                          </a:cubicBezTo>
                          <a:cubicBezTo>
                            <a:pt x="36004" y="16321"/>
                            <a:pt x="33147" y="5844"/>
                            <a:pt x="25241" y="1843"/>
                          </a:cubicBezTo>
                          <a:cubicBezTo>
                            <a:pt x="17431" y="-2348"/>
                            <a:pt x="7239" y="795"/>
                            <a:pt x="2381" y="9368"/>
                          </a:cubicBezTo>
                          <a:cubicBezTo>
                            <a:pt x="857" y="12130"/>
                            <a:pt x="95" y="14988"/>
                            <a:pt x="0" y="17941"/>
                          </a:cubicBezTo>
                          <a:cubicBezTo>
                            <a:pt x="5048" y="14702"/>
                            <a:pt x="11335" y="14321"/>
                            <a:pt x="16764" y="171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83" name="Forme libre : forme 1082">
                      <a:extLst>
                        <a:ext uri="{FF2B5EF4-FFF2-40B4-BE49-F238E27FC236}">
                          <a16:creationId xmlns:a16="http://schemas.microsoft.com/office/drawing/2014/main" id="{0E9BDC2A-035A-4C58-830B-A65928142B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8468" y="4415035"/>
                      <a:ext cx="14044" cy="16961"/>
                    </a:xfrm>
                    <a:custGeom>
                      <a:avLst/>
                      <a:gdLst>
                        <a:gd name="connsiteX0" fmla="*/ 33 w 14044"/>
                        <a:gd name="connsiteY0" fmla="*/ 8198 h 16961"/>
                        <a:gd name="connsiteX1" fmla="*/ 7653 w 14044"/>
                        <a:gd name="connsiteY1" fmla="*/ 7 h 16961"/>
                        <a:gd name="connsiteX2" fmla="*/ 14035 w 14044"/>
                        <a:gd name="connsiteY2" fmla="*/ 8579 h 16961"/>
                        <a:gd name="connsiteX3" fmla="*/ 6415 w 14044"/>
                        <a:gd name="connsiteY3" fmla="*/ 16962 h 16961"/>
                        <a:gd name="connsiteX4" fmla="*/ 33 w 14044"/>
                        <a:gd name="connsiteY4" fmla="*/ 8198 h 16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44" h="16961">
                          <a:moveTo>
                            <a:pt x="33" y="8198"/>
                          </a:moveTo>
                          <a:cubicBezTo>
                            <a:pt x="414" y="3531"/>
                            <a:pt x="3843" y="-184"/>
                            <a:pt x="7653" y="7"/>
                          </a:cubicBezTo>
                          <a:cubicBezTo>
                            <a:pt x="11463" y="102"/>
                            <a:pt x="14225" y="4007"/>
                            <a:pt x="14035" y="8579"/>
                          </a:cubicBezTo>
                          <a:cubicBezTo>
                            <a:pt x="13749" y="13151"/>
                            <a:pt x="10415" y="16962"/>
                            <a:pt x="6415" y="16962"/>
                          </a:cubicBezTo>
                          <a:cubicBezTo>
                            <a:pt x="2605" y="16771"/>
                            <a:pt x="-348" y="12866"/>
                            <a:pt x="33" y="819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84" name="Forme libre : forme 1083">
                      <a:extLst>
                        <a:ext uri="{FF2B5EF4-FFF2-40B4-BE49-F238E27FC236}">
                          <a16:creationId xmlns:a16="http://schemas.microsoft.com/office/drawing/2014/main" id="{FFE51DD4-A9EE-49E4-B8F0-D11788FF41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4805" y="4427223"/>
                      <a:ext cx="5585" cy="5717"/>
                    </a:xfrm>
                    <a:custGeom>
                      <a:avLst/>
                      <a:gdLst>
                        <a:gd name="connsiteX0" fmla="*/ 364 w 5585"/>
                        <a:gd name="connsiteY0" fmla="*/ 1535 h 5717"/>
                        <a:gd name="connsiteX1" fmla="*/ 4174 w 5585"/>
                        <a:gd name="connsiteY1" fmla="*/ 297 h 5717"/>
                        <a:gd name="connsiteX2" fmla="*/ 5221 w 5585"/>
                        <a:gd name="connsiteY2" fmla="*/ 4107 h 5717"/>
                        <a:gd name="connsiteX3" fmla="*/ 1411 w 5585"/>
                        <a:gd name="connsiteY3" fmla="*/ 5440 h 5717"/>
                        <a:gd name="connsiteX4" fmla="*/ 364 w 5585"/>
                        <a:gd name="connsiteY4" fmla="*/ 1535 h 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85" h="5717">
                          <a:moveTo>
                            <a:pt x="364" y="1535"/>
                          </a:moveTo>
                          <a:cubicBezTo>
                            <a:pt x="1126" y="106"/>
                            <a:pt x="2840" y="-370"/>
                            <a:pt x="4174" y="297"/>
                          </a:cubicBezTo>
                          <a:cubicBezTo>
                            <a:pt x="5507" y="963"/>
                            <a:pt x="5984" y="2678"/>
                            <a:pt x="5221" y="4107"/>
                          </a:cubicBezTo>
                          <a:cubicBezTo>
                            <a:pt x="4460" y="5535"/>
                            <a:pt x="2745" y="6107"/>
                            <a:pt x="1411" y="5440"/>
                          </a:cubicBezTo>
                          <a:cubicBezTo>
                            <a:pt x="78" y="4773"/>
                            <a:pt x="-398" y="2964"/>
                            <a:pt x="364" y="153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085" name="Graphique 15">
                  <a:extLst>
                    <a:ext uri="{FF2B5EF4-FFF2-40B4-BE49-F238E27FC236}">
                      <a16:creationId xmlns:a16="http://schemas.microsoft.com/office/drawing/2014/main" id="{88863181-6DFE-41F1-9E67-2D9C984E208F}"/>
                    </a:ext>
                  </a:extLst>
                </p:cNvPr>
                <p:cNvGrpSpPr/>
                <p:nvPr/>
              </p:nvGrpSpPr>
              <p:grpSpPr>
                <a:xfrm>
                  <a:off x="9989312" y="4307782"/>
                  <a:ext cx="58541" cy="88860"/>
                  <a:chOff x="9989312" y="4307782"/>
                  <a:chExt cx="58541" cy="88860"/>
                </a:xfrm>
                <a:solidFill>
                  <a:schemeClr val="accent1"/>
                </a:solidFill>
              </p:grpSpPr>
              <p:grpSp>
                <p:nvGrpSpPr>
                  <p:cNvPr id="1086" name="Graphique 15">
                    <a:extLst>
                      <a:ext uri="{FF2B5EF4-FFF2-40B4-BE49-F238E27FC236}">
                        <a16:creationId xmlns:a16="http://schemas.microsoft.com/office/drawing/2014/main" id="{6917FCEB-DC4E-4951-9053-B20B4D63B44C}"/>
                      </a:ext>
                    </a:extLst>
                  </p:cNvPr>
                  <p:cNvGrpSpPr/>
                  <p:nvPr/>
                </p:nvGrpSpPr>
                <p:grpSpPr>
                  <a:xfrm>
                    <a:off x="10016377" y="4361971"/>
                    <a:ext cx="31477" cy="34670"/>
                    <a:chOff x="10016377" y="4361971"/>
                    <a:chExt cx="31477" cy="34670"/>
                  </a:xfrm>
                  <a:solidFill>
                    <a:schemeClr val="accent1"/>
                  </a:solidFill>
                </p:grpSpPr>
                <p:sp>
                  <p:nvSpPr>
                    <p:cNvPr id="1087" name="Forme libre : forme 1086">
                      <a:extLst>
                        <a:ext uri="{FF2B5EF4-FFF2-40B4-BE49-F238E27FC236}">
                          <a16:creationId xmlns:a16="http://schemas.microsoft.com/office/drawing/2014/main" id="{8CB7797C-8D66-4B84-A429-9D536F7D7B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16462" y="4361971"/>
                      <a:ext cx="31392" cy="34670"/>
                    </a:xfrm>
                    <a:custGeom>
                      <a:avLst/>
                      <a:gdLst>
                        <a:gd name="connsiteX0" fmla="*/ 46 w 31392"/>
                        <a:gd name="connsiteY0" fmla="*/ 18209 h 34670"/>
                        <a:gd name="connsiteX1" fmla="*/ 16810 w 31392"/>
                        <a:gd name="connsiteY1" fmla="*/ 16 h 34670"/>
                        <a:gd name="connsiteX2" fmla="*/ 31383 w 31392"/>
                        <a:gd name="connsiteY2" fmla="*/ 15732 h 34670"/>
                        <a:gd name="connsiteX3" fmla="*/ 15095 w 31392"/>
                        <a:gd name="connsiteY3" fmla="*/ 34592 h 34670"/>
                        <a:gd name="connsiteX4" fmla="*/ 46 w 31392"/>
                        <a:gd name="connsiteY4" fmla="*/ 18209 h 34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392" h="34670">
                          <a:moveTo>
                            <a:pt x="46" y="18209"/>
                          </a:moveTo>
                          <a:cubicBezTo>
                            <a:pt x="713" y="8684"/>
                            <a:pt x="8333" y="587"/>
                            <a:pt x="16810" y="16"/>
                          </a:cubicBezTo>
                          <a:cubicBezTo>
                            <a:pt x="25097" y="-365"/>
                            <a:pt x="31669" y="6112"/>
                            <a:pt x="31383" y="15732"/>
                          </a:cubicBezTo>
                          <a:cubicBezTo>
                            <a:pt x="31098" y="25257"/>
                            <a:pt x="23954" y="33735"/>
                            <a:pt x="15095" y="34592"/>
                          </a:cubicBezTo>
                          <a:cubicBezTo>
                            <a:pt x="6047" y="35544"/>
                            <a:pt x="-621" y="27734"/>
                            <a:pt x="46" y="1820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88" name="Forme libre : forme 1087">
                      <a:extLst>
                        <a:ext uri="{FF2B5EF4-FFF2-40B4-BE49-F238E27FC236}">
                          <a16:creationId xmlns:a16="http://schemas.microsoft.com/office/drawing/2014/main" id="{17358299-93A5-42C9-B2AF-9B4CF4639B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16377" y="4362067"/>
                      <a:ext cx="31389" cy="26495"/>
                    </a:xfrm>
                    <a:custGeom>
                      <a:avLst/>
                      <a:gdLst>
                        <a:gd name="connsiteX0" fmla="*/ 15657 w 31389"/>
                        <a:gd name="connsiteY0" fmla="*/ 16970 h 26495"/>
                        <a:gd name="connsiteX1" fmla="*/ 28992 w 31389"/>
                        <a:gd name="connsiteY1" fmla="*/ 24495 h 26495"/>
                        <a:gd name="connsiteX2" fmla="*/ 31373 w 31389"/>
                        <a:gd name="connsiteY2" fmla="*/ 15732 h 26495"/>
                        <a:gd name="connsiteX3" fmla="*/ 16800 w 31389"/>
                        <a:gd name="connsiteY3" fmla="*/ 16 h 26495"/>
                        <a:gd name="connsiteX4" fmla="*/ 36 w 31389"/>
                        <a:gd name="connsiteY4" fmla="*/ 18208 h 26495"/>
                        <a:gd name="connsiteX5" fmla="*/ 1560 w 31389"/>
                        <a:gd name="connsiteY5" fmla="*/ 26495 h 26495"/>
                        <a:gd name="connsiteX6" fmla="*/ 15657 w 31389"/>
                        <a:gd name="connsiteY6" fmla="*/ 16970 h 264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389" h="26495">
                          <a:moveTo>
                            <a:pt x="15657" y="16970"/>
                          </a:moveTo>
                          <a:cubicBezTo>
                            <a:pt x="21563" y="16399"/>
                            <a:pt x="26516" y="19447"/>
                            <a:pt x="28992" y="24495"/>
                          </a:cubicBezTo>
                          <a:cubicBezTo>
                            <a:pt x="30421" y="21828"/>
                            <a:pt x="31278" y="18875"/>
                            <a:pt x="31373" y="15732"/>
                          </a:cubicBezTo>
                          <a:cubicBezTo>
                            <a:pt x="31754" y="6112"/>
                            <a:pt x="25182" y="-365"/>
                            <a:pt x="16800" y="16"/>
                          </a:cubicBezTo>
                          <a:cubicBezTo>
                            <a:pt x="8418" y="587"/>
                            <a:pt x="703" y="8683"/>
                            <a:pt x="36" y="18208"/>
                          </a:cubicBezTo>
                          <a:cubicBezTo>
                            <a:pt x="-154" y="21257"/>
                            <a:pt x="417" y="24019"/>
                            <a:pt x="1560" y="26495"/>
                          </a:cubicBezTo>
                          <a:cubicBezTo>
                            <a:pt x="4608" y="21066"/>
                            <a:pt x="9847" y="17256"/>
                            <a:pt x="15657" y="1697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89" name="Forme libre : forme 1088">
                      <a:extLst>
                        <a:ext uri="{FF2B5EF4-FFF2-40B4-BE49-F238E27FC236}">
                          <a16:creationId xmlns:a16="http://schemas.microsoft.com/office/drawing/2014/main" id="{C82AC706-E7BB-4378-A653-098DB5879B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19286" y="4374528"/>
                      <a:ext cx="13451" cy="16247"/>
                    </a:xfrm>
                    <a:custGeom>
                      <a:avLst/>
                      <a:gdLst>
                        <a:gd name="connsiteX0" fmla="*/ 650 w 13451"/>
                        <a:gd name="connsiteY0" fmla="*/ 11653 h 16247"/>
                        <a:gd name="connsiteX1" fmla="*/ 3889 w 13451"/>
                        <a:gd name="connsiteY1" fmla="*/ 794 h 16247"/>
                        <a:gd name="connsiteX2" fmla="*/ 12747 w 13451"/>
                        <a:gd name="connsiteY2" fmla="*/ 4604 h 16247"/>
                        <a:gd name="connsiteX3" fmla="*/ 9699 w 13451"/>
                        <a:gd name="connsiteY3" fmla="*/ 15368 h 16247"/>
                        <a:gd name="connsiteX4" fmla="*/ 650 w 13451"/>
                        <a:gd name="connsiteY4" fmla="*/ 11653 h 16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51" h="16247">
                          <a:moveTo>
                            <a:pt x="650" y="11653"/>
                          </a:moveTo>
                          <a:cubicBezTo>
                            <a:pt x="-969" y="7557"/>
                            <a:pt x="555" y="2795"/>
                            <a:pt x="3889" y="794"/>
                          </a:cubicBezTo>
                          <a:cubicBezTo>
                            <a:pt x="7223" y="-1111"/>
                            <a:pt x="11128" y="509"/>
                            <a:pt x="12747" y="4604"/>
                          </a:cubicBezTo>
                          <a:cubicBezTo>
                            <a:pt x="14366" y="8510"/>
                            <a:pt x="13128" y="13367"/>
                            <a:pt x="9699" y="15368"/>
                          </a:cubicBezTo>
                          <a:cubicBezTo>
                            <a:pt x="6175" y="17463"/>
                            <a:pt x="2270" y="15653"/>
                            <a:pt x="650" y="1165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90" name="Forme libre : forme 1089">
                      <a:extLst>
                        <a:ext uri="{FF2B5EF4-FFF2-40B4-BE49-F238E27FC236}">
                          <a16:creationId xmlns:a16="http://schemas.microsoft.com/office/drawing/2014/main" id="{FCC14BB3-DBF5-4FC9-8418-DFB6DDBF4A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7837" y="4384175"/>
                      <a:ext cx="5249" cy="5630"/>
                    </a:xfrm>
                    <a:custGeom>
                      <a:avLst/>
                      <a:gdLst>
                        <a:gd name="connsiteX0" fmla="*/ 6 w 5249"/>
                        <a:gd name="connsiteY0" fmla="*/ 3054 h 5630"/>
                        <a:gd name="connsiteX1" fmla="*/ 2768 w 5249"/>
                        <a:gd name="connsiteY1" fmla="*/ 6 h 5630"/>
                        <a:gd name="connsiteX2" fmla="*/ 5244 w 5249"/>
                        <a:gd name="connsiteY2" fmla="*/ 2577 h 5630"/>
                        <a:gd name="connsiteX3" fmla="*/ 2482 w 5249"/>
                        <a:gd name="connsiteY3" fmla="*/ 5625 h 5630"/>
                        <a:gd name="connsiteX4" fmla="*/ 6 w 5249"/>
                        <a:gd name="connsiteY4" fmla="*/ 3054 h 5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49" h="5630">
                          <a:moveTo>
                            <a:pt x="6" y="3054"/>
                          </a:moveTo>
                          <a:cubicBezTo>
                            <a:pt x="101" y="1435"/>
                            <a:pt x="1339" y="101"/>
                            <a:pt x="2768" y="6"/>
                          </a:cubicBezTo>
                          <a:cubicBezTo>
                            <a:pt x="4197" y="-90"/>
                            <a:pt x="5340" y="1053"/>
                            <a:pt x="5244" y="2577"/>
                          </a:cubicBezTo>
                          <a:cubicBezTo>
                            <a:pt x="5149" y="4101"/>
                            <a:pt x="4006" y="5530"/>
                            <a:pt x="2482" y="5625"/>
                          </a:cubicBezTo>
                          <a:cubicBezTo>
                            <a:pt x="1053" y="5721"/>
                            <a:pt x="-90" y="4578"/>
                            <a:pt x="6" y="30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091" name="Graphique 15">
                    <a:extLst>
                      <a:ext uri="{FF2B5EF4-FFF2-40B4-BE49-F238E27FC236}">
                        <a16:creationId xmlns:a16="http://schemas.microsoft.com/office/drawing/2014/main" id="{21EC897F-051C-4717-9EE3-B11CCFB9D973}"/>
                      </a:ext>
                    </a:extLst>
                  </p:cNvPr>
                  <p:cNvGrpSpPr/>
                  <p:nvPr/>
                </p:nvGrpSpPr>
                <p:grpSpPr>
                  <a:xfrm>
                    <a:off x="10006642" y="4331559"/>
                    <a:ext cx="30792" cy="34260"/>
                    <a:chOff x="10006642" y="4331559"/>
                    <a:chExt cx="30792" cy="34260"/>
                  </a:xfrm>
                  <a:solidFill>
                    <a:schemeClr val="accent1"/>
                  </a:solidFill>
                </p:grpSpPr>
                <p:sp>
                  <p:nvSpPr>
                    <p:cNvPr id="1092" name="Forme libre : forme 1091">
                      <a:extLst>
                        <a:ext uri="{FF2B5EF4-FFF2-40B4-BE49-F238E27FC236}">
                          <a16:creationId xmlns:a16="http://schemas.microsoft.com/office/drawing/2014/main" id="{53B4FEB5-F16D-4400-AF8B-EA5064CFF6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6642" y="4331559"/>
                      <a:ext cx="30792" cy="34260"/>
                    </a:xfrm>
                    <a:custGeom>
                      <a:avLst/>
                      <a:gdLst>
                        <a:gd name="connsiteX0" fmla="*/ 150 w 30792"/>
                        <a:gd name="connsiteY0" fmla="*/ 17951 h 34260"/>
                        <a:gd name="connsiteX1" fmla="*/ 17295 w 30792"/>
                        <a:gd name="connsiteY1" fmla="*/ 44 h 34260"/>
                        <a:gd name="connsiteX2" fmla="*/ 30725 w 30792"/>
                        <a:gd name="connsiteY2" fmla="*/ 15951 h 34260"/>
                        <a:gd name="connsiteX3" fmla="*/ 14057 w 30792"/>
                        <a:gd name="connsiteY3" fmla="*/ 34238 h 34260"/>
                        <a:gd name="connsiteX4" fmla="*/ 150 w 30792"/>
                        <a:gd name="connsiteY4" fmla="*/ 17951 h 34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792" h="34260">
                          <a:moveTo>
                            <a:pt x="150" y="17951"/>
                          </a:moveTo>
                          <a:cubicBezTo>
                            <a:pt x="1293" y="8330"/>
                            <a:pt x="9008" y="806"/>
                            <a:pt x="17295" y="44"/>
                          </a:cubicBezTo>
                          <a:cubicBezTo>
                            <a:pt x="25677" y="-623"/>
                            <a:pt x="31487" y="6426"/>
                            <a:pt x="30725" y="15951"/>
                          </a:cubicBezTo>
                          <a:cubicBezTo>
                            <a:pt x="29963" y="25476"/>
                            <a:pt x="22629" y="33762"/>
                            <a:pt x="14057" y="34238"/>
                          </a:cubicBezTo>
                          <a:cubicBezTo>
                            <a:pt x="5484" y="34715"/>
                            <a:pt x="-1088" y="27571"/>
                            <a:pt x="150" y="1795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93" name="Forme libre : forme 1092">
                      <a:extLst>
                        <a:ext uri="{FF2B5EF4-FFF2-40B4-BE49-F238E27FC236}">
                          <a16:creationId xmlns:a16="http://schemas.microsoft.com/office/drawing/2014/main" id="{7E61C64C-1283-405C-939C-7A71352417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6662" y="4331654"/>
                      <a:ext cx="30772" cy="26142"/>
                    </a:xfrm>
                    <a:custGeom>
                      <a:avLst/>
                      <a:gdLst>
                        <a:gd name="connsiteX0" fmla="*/ 15465 w 30772"/>
                        <a:gd name="connsiteY0" fmla="*/ 16617 h 26142"/>
                        <a:gd name="connsiteX1" fmla="*/ 27943 w 30772"/>
                        <a:gd name="connsiteY1" fmla="*/ 24618 h 26142"/>
                        <a:gd name="connsiteX2" fmla="*/ 30706 w 30772"/>
                        <a:gd name="connsiteY2" fmla="*/ 15950 h 26142"/>
                        <a:gd name="connsiteX3" fmla="*/ 17275 w 30772"/>
                        <a:gd name="connsiteY3" fmla="*/ 44 h 26142"/>
                        <a:gd name="connsiteX4" fmla="*/ 130 w 30772"/>
                        <a:gd name="connsiteY4" fmla="*/ 17950 h 26142"/>
                        <a:gd name="connsiteX5" fmla="*/ 1273 w 30772"/>
                        <a:gd name="connsiteY5" fmla="*/ 26142 h 26142"/>
                        <a:gd name="connsiteX6" fmla="*/ 15465 w 30772"/>
                        <a:gd name="connsiteY6" fmla="*/ 16617 h 26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772" h="26142">
                          <a:moveTo>
                            <a:pt x="15465" y="16617"/>
                          </a:moveTo>
                          <a:cubicBezTo>
                            <a:pt x="21276" y="16236"/>
                            <a:pt x="25753" y="19474"/>
                            <a:pt x="27943" y="24618"/>
                          </a:cubicBezTo>
                          <a:cubicBezTo>
                            <a:pt x="29372" y="21951"/>
                            <a:pt x="30420" y="18998"/>
                            <a:pt x="30706" y="15950"/>
                          </a:cubicBezTo>
                          <a:cubicBezTo>
                            <a:pt x="31467" y="6425"/>
                            <a:pt x="25657" y="-623"/>
                            <a:pt x="17275" y="44"/>
                          </a:cubicBezTo>
                          <a:cubicBezTo>
                            <a:pt x="8893" y="710"/>
                            <a:pt x="1273" y="8235"/>
                            <a:pt x="130" y="17950"/>
                          </a:cubicBezTo>
                          <a:cubicBezTo>
                            <a:pt x="-251" y="20998"/>
                            <a:pt x="225" y="23856"/>
                            <a:pt x="1273" y="26142"/>
                          </a:cubicBezTo>
                          <a:cubicBezTo>
                            <a:pt x="4416" y="20808"/>
                            <a:pt x="9750" y="16998"/>
                            <a:pt x="15465" y="166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94" name="Forme libre : forme 1093">
                      <a:extLst>
                        <a:ext uri="{FF2B5EF4-FFF2-40B4-BE49-F238E27FC236}">
                          <a16:creationId xmlns:a16="http://schemas.microsoft.com/office/drawing/2014/main" id="{826065E6-B863-4D55-B210-5F09CE99FA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9321" y="4344027"/>
                      <a:ext cx="13247" cy="15883"/>
                    </a:xfrm>
                    <a:custGeom>
                      <a:avLst/>
                      <a:gdLst>
                        <a:gd name="connsiteX0" fmla="*/ 519 w 13247"/>
                        <a:gd name="connsiteY0" fmla="*/ 11388 h 15883"/>
                        <a:gd name="connsiteX1" fmla="*/ 4139 w 13247"/>
                        <a:gd name="connsiteY1" fmla="*/ 815 h 15883"/>
                        <a:gd name="connsiteX2" fmla="*/ 12711 w 13247"/>
                        <a:gd name="connsiteY2" fmla="*/ 4435 h 15883"/>
                        <a:gd name="connsiteX3" fmla="*/ 9283 w 13247"/>
                        <a:gd name="connsiteY3" fmla="*/ 15103 h 15883"/>
                        <a:gd name="connsiteX4" fmla="*/ 519 w 13247"/>
                        <a:gd name="connsiteY4" fmla="*/ 11388 h 1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47" h="15883">
                          <a:moveTo>
                            <a:pt x="519" y="11388"/>
                          </a:moveTo>
                          <a:cubicBezTo>
                            <a:pt x="-909" y="7483"/>
                            <a:pt x="710" y="2720"/>
                            <a:pt x="4139" y="815"/>
                          </a:cubicBezTo>
                          <a:cubicBezTo>
                            <a:pt x="7473" y="-1089"/>
                            <a:pt x="11283" y="435"/>
                            <a:pt x="12711" y="4435"/>
                          </a:cubicBezTo>
                          <a:cubicBezTo>
                            <a:pt x="14140" y="8340"/>
                            <a:pt x="12616" y="13198"/>
                            <a:pt x="9283" y="15103"/>
                          </a:cubicBezTo>
                          <a:cubicBezTo>
                            <a:pt x="5853" y="17008"/>
                            <a:pt x="1948" y="15294"/>
                            <a:pt x="519" y="113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95" name="Forme libre : forme 1094">
                      <a:extLst>
                        <a:ext uri="{FF2B5EF4-FFF2-40B4-BE49-F238E27FC236}">
                          <a16:creationId xmlns:a16="http://schemas.microsoft.com/office/drawing/2014/main" id="{C5747A72-0C3A-49EE-8C58-75FF449942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17629" y="4353410"/>
                      <a:ext cx="5077" cy="5630"/>
                    </a:xfrm>
                    <a:custGeom>
                      <a:avLst/>
                      <a:gdLst>
                        <a:gd name="connsiteX0" fmla="*/ 22 w 5077"/>
                        <a:gd name="connsiteY0" fmla="*/ 2958 h 5630"/>
                        <a:gd name="connsiteX1" fmla="*/ 2785 w 5077"/>
                        <a:gd name="connsiteY1" fmla="*/ 5 h 5630"/>
                        <a:gd name="connsiteX2" fmla="*/ 5071 w 5077"/>
                        <a:gd name="connsiteY2" fmla="*/ 2672 h 5630"/>
                        <a:gd name="connsiteX3" fmla="*/ 2308 w 5077"/>
                        <a:gd name="connsiteY3" fmla="*/ 5625 h 5630"/>
                        <a:gd name="connsiteX4" fmla="*/ 22 w 5077"/>
                        <a:gd name="connsiteY4" fmla="*/ 2958 h 5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77" h="5630">
                          <a:moveTo>
                            <a:pt x="22" y="2958"/>
                          </a:moveTo>
                          <a:cubicBezTo>
                            <a:pt x="213" y="1434"/>
                            <a:pt x="1451" y="100"/>
                            <a:pt x="2785" y="5"/>
                          </a:cubicBezTo>
                          <a:cubicBezTo>
                            <a:pt x="4213" y="-90"/>
                            <a:pt x="5166" y="1148"/>
                            <a:pt x="5071" y="2672"/>
                          </a:cubicBezTo>
                          <a:cubicBezTo>
                            <a:pt x="4976" y="4196"/>
                            <a:pt x="3737" y="5530"/>
                            <a:pt x="2308" y="5625"/>
                          </a:cubicBezTo>
                          <a:cubicBezTo>
                            <a:pt x="880" y="5720"/>
                            <a:pt x="-168" y="4482"/>
                            <a:pt x="22" y="29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096" name="Graphique 15">
                    <a:extLst>
                      <a:ext uri="{FF2B5EF4-FFF2-40B4-BE49-F238E27FC236}">
                        <a16:creationId xmlns:a16="http://schemas.microsoft.com/office/drawing/2014/main" id="{8450E6C0-CDE4-4BF7-BB27-4706B3BA9C33}"/>
                      </a:ext>
                    </a:extLst>
                  </p:cNvPr>
                  <p:cNvGrpSpPr/>
                  <p:nvPr/>
                </p:nvGrpSpPr>
                <p:grpSpPr>
                  <a:xfrm>
                    <a:off x="9989312" y="4307782"/>
                    <a:ext cx="30612" cy="34015"/>
                    <a:chOff x="9989312" y="4307782"/>
                    <a:chExt cx="30612" cy="34015"/>
                  </a:xfrm>
                  <a:solidFill>
                    <a:schemeClr val="accent1"/>
                  </a:solidFill>
                </p:grpSpPr>
                <p:sp>
                  <p:nvSpPr>
                    <p:cNvPr id="1097" name="Forme libre : forme 1096">
                      <a:extLst>
                        <a:ext uri="{FF2B5EF4-FFF2-40B4-BE49-F238E27FC236}">
                          <a16:creationId xmlns:a16="http://schemas.microsoft.com/office/drawing/2014/main" id="{9E4F21AC-9B76-4932-9416-EB2A966BAB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9312" y="4307782"/>
                      <a:ext cx="30516" cy="34015"/>
                    </a:xfrm>
                    <a:custGeom>
                      <a:avLst/>
                      <a:gdLst>
                        <a:gd name="connsiteX0" fmla="*/ 240 w 30516"/>
                        <a:gd name="connsiteY0" fmla="*/ 17344 h 34015"/>
                        <a:gd name="connsiteX1" fmla="*/ 18052 w 30516"/>
                        <a:gd name="connsiteY1" fmla="*/ 8 h 34015"/>
                        <a:gd name="connsiteX2" fmla="*/ 30339 w 30516"/>
                        <a:gd name="connsiteY2" fmla="*/ 16487 h 34015"/>
                        <a:gd name="connsiteX3" fmla="*/ 13099 w 30516"/>
                        <a:gd name="connsiteY3" fmla="*/ 34012 h 34015"/>
                        <a:gd name="connsiteX4" fmla="*/ 240 w 30516"/>
                        <a:gd name="connsiteY4" fmla="*/ 17344 h 34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516" h="34015">
                          <a:moveTo>
                            <a:pt x="240" y="17344"/>
                          </a:moveTo>
                          <a:cubicBezTo>
                            <a:pt x="1764" y="8009"/>
                            <a:pt x="9860" y="389"/>
                            <a:pt x="18052" y="8"/>
                          </a:cubicBezTo>
                          <a:cubicBezTo>
                            <a:pt x="26243" y="-278"/>
                            <a:pt x="31577" y="6962"/>
                            <a:pt x="30339" y="16487"/>
                          </a:cubicBezTo>
                          <a:cubicBezTo>
                            <a:pt x="29101" y="26012"/>
                            <a:pt x="21481" y="33917"/>
                            <a:pt x="13099" y="34012"/>
                          </a:cubicBezTo>
                          <a:cubicBezTo>
                            <a:pt x="4621" y="34203"/>
                            <a:pt x="-1284" y="26583"/>
                            <a:pt x="240" y="1734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98" name="Forme libre : forme 1097">
                      <a:extLst>
                        <a:ext uri="{FF2B5EF4-FFF2-40B4-BE49-F238E27FC236}">
                          <a16:creationId xmlns:a16="http://schemas.microsoft.com/office/drawing/2014/main" id="{01DFB28D-BE07-4B11-8FC2-6E3B01A4DA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9440" y="4307782"/>
                      <a:ext cx="30484" cy="25440"/>
                    </a:xfrm>
                    <a:custGeom>
                      <a:avLst/>
                      <a:gdLst>
                        <a:gd name="connsiteX0" fmla="*/ 15257 w 30484"/>
                        <a:gd name="connsiteY0" fmla="*/ 16582 h 25440"/>
                        <a:gd name="connsiteX1" fmla="*/ 27163 w 30484"/>
                        <a:gd name="connsiteY1" fmla="*/ 25059 h 25440"/>
                        <a:gd name="connsiteX2" fmla="*/ 30306 w 30484"/>
                        <a:gd name="connsiteY2" fmla="*/ 16487 h 25440"/>
                        <a:gd name="connsiteX3" fmla="*/ 18019 w 30484"/>
                        <a:gd name="connsiteY3" fmla="*/ 8 h 25440"/>
                        <a:gd name="connsiteX4" fmla="*/ 207 w 30484"/>
                        <a:gd name="connsiteY4" fmla="*/ 17344 h 25440"/>
                        <a:gd name="connsiteX5" fmla="*/ 970 w 30484"/>
                        <a:gd name="connsiteY5" fmla="*/ 25440 h 25440"/>
                        <a:gd name="connsiteX6" fmla="*/ 15257 w 30484"/>
                        <a:gd name="connsiteY6" fmla="*/ 16582 h 254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484" h="25440">
                          <a:moveTo>
                            <a:pt x="15257" y="16582"/>
                          </a:moveTo>
                          <a:cubicBezTo>
                            <a:pt x="20972" y="16391"/>
                            <a:pt x="25258" y="19820"/>
                            <a:pt x="27163" y="25059"/>
                          </a:cubicBezTo>
                          <a:cubicBezTo>
                            <a:pt x="28782" y="22487"/>
                            <a:pt x="29925" y="19630"/>
                            <a:pt x="30306" y="16487"/>
                          </a:cubicBezTo>
                          <a:cubicBezTo>
                            <a:pt x="31545" y="6962"/>
                            <a:pt x="26211" y="-278"/>
                            <a:pt x="18019" y="8"/>
                          </a:cubicBezTo>
                          <a:cubicBezTo>
                            <a:pt x="9828" y="294"/>
                            <a:pt x="1636" y="8009"/>
                            <a:pt x="207" y="17344"/>
                          </a:cubicBezTo>
                          <a:cubicBezTo>
                            <a:pt x="-269" y="20296"/>
                            <a:pt x="112" y="23059"/>
                            <a:pt x="970" y="25440"/>
                          </a:cubicBezTo>
                          <a:cubicBezTo>
                            <a:pt x="4208" y="20296"/>
                            <a:pt x="9637" y="16772"/>
                            <a:pt x="15257" y="1658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099" name="Forme libre : forme 1098">
                      <a:extLst>
                        <a:ext uri="{FF2B5EF4-FFF2-40B4-BE49-F238E27FC236}">
                          <a16:creationId xmlns:a16="http://schemas.microsoft.com/office/drawing/2014/main" id="{703D00E9-4C03-4964-92D5-2DA26AE453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1935" y="4319739"/>
                      <a:ext cx="13020" cy="15900"/>
                    </a:xfrm>
                    <a:custGeom>
                      <a:avLst/>
                      <a:gdLst>
                        <a:gd name="connsiteX0" fmla="*/ 379 w 13020"/>
                        <a:gd name="connsiteY0" fmla="*/ 11197 h 15900"/>
                        <a:gd name="connsiteX1" fmla="*/ 4475 w 13020"/>
                        <a:gd name="connsiteY1" fmla="*/ 719 h 15900"/>
                        <a:gd name="connsiteX2" fmla="*/ 12667 w 13020"/>
                        <a:gd name="connsiteY2" fmla="*/ 4625 h 15900"/>
                        <a:gd name="connsiteX3" fmla="*/ 8761 w 13020"/>
                        <a:gd name="connsiteY3" fmla="*/ 15198 h 15900"/>
                        <a:gd name="connsiteX4" fmla="*/ 379 w 13020"/>
                        <a:gd name="connsiteY4" fmla="*/ 11197 h 15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20" h="15900">
                          <a:moveTo>
                            <a:pt x="379" y="11197"/>
                          </a:moveTo>
                          <a:cubicBezTo>
                            <a:pt x="-859" y="7197"/>
                            <a:pt x="1046" y="2529"/>
                            <a:pt x="4475" y="719"/>
                          </a:cubicBezTo>
                          <a:cubicBezTo>
                            <a:pt x="7904" y="-1090"/>
                            <a:pt x="11524" y="624"/>
                            <a:pt x="12667" y="4625"/>
                          </a:cubicBezTo>
                          <a:cubicBezTo>
                            <a:pt x="13810" y="8625"/>
                            <a:pt x="12095" y="13388"/>
                            <a:pt x="8761" y="15198"/>
                          </a:cubicBezTo>
                          <a:cubicBezTo>
                            <a:pt x="5332" y="17007"/>
                            <a:pt x="1618" y="15198"/>
                            <a:pt x="379" y="111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0" name="Forme libre : forme 1099">
                      <a:extLst>
                        <a:ext uri="{FF2B5EF4-FFF2-40B4-BE49-F238E27FC236}">
                          <a16:creationId xmlns:a16="http://schemas.microsoft.com/office/drawing/2014/main" id="{F4D1D5FA-4A2D-4767-B62E-7D195B6139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9884" y="4329412"/>
                      <a:ext cx="5027" cy="5619"/>
                    </a:xfrm>
                    <a:custGeom>
                      <a:avLst/>
                      <a:gdLst>
                        <a:gd name="connsiteX0" fmla="*/ 51 w 5027"/>
                        <a:gd name="connsiteY0" fmla="*/ 2858 h 5619"/>
                        <a:gd name="connsiteX1" fmla="*/ 2908 w 5027"/>
                        <a:gd name="connsiteY1" fmla="*/ 0 h 5619"/>
                        <a:gd name="connsiteX2" fmla="*/ 5004 w 5027"/>
                        <a:gd name="connsiteY2" fmla="*/ 2762 h 5619"/>
                        <a:gd name="connsiteX3" fmla="*/ 2146 w 5027"/>
                        <a:gd name="connsiteY3" fmla="*/ 5620 h 5619"/>
                        <a:gd name="connsiteX4" fmla="*/ 51 w 5027"/>
                        <a:gd name="connsiteY4" fmla="*/ 2858 h 5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27" h="5619">
                          <a:moveTo>
                            <a:pt x="51" y="2858"/>
                          </a:moveTo>
                          <a:cubicBezTo>
                            <a:pt x="241" y="1334"/>
                            <a:pt x="1575" y="0"/>
                            <a:pt x="2908" y="0"/>
                          </a:cubicBezTo>
                          <a:cubicBezTo>
                            <a:pt x="4242" y="0"/>
                            <a:pt x="5194" y="1238"/>
                            <a:pt x="5004" y="2762"/>
                          </a:cubicBezTo>
                          <a:cubicBezTo>
                            <a:pt x="4813" y="4286"/>
                            <a:pt x="3480" y="5620"/>
                            <a:pt x="2146" y="5620"/>
                          </a:cubicBezTo>
                          <a:cubicBezTo>
                            <a:pt x="717" y="5620"/>
                            <a:pt x="-235" y="4382"/>
                            <a:pt x="51" y="28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101" name="Graphique 15">
                  <a:extLst>
                    <a:ext uri="{FF2B5EF4-FFF2-40B4-BE49-F238E27FC236}">
                      <a16:creationId xmlns:a16="http://schemas.microsoft.com/office/drawing/2014/main" id="{4520BFCD-AD56-4B43-AD53-7A8AAEDDE535}"/>
                    </a:ext>
                  </a:extLst>
                </p:cNvPr>
                <p:cNvGrpSpPr/>
                <p:nvPr/>
              </p:nvGrpSpPr>
              <p:grpSpPr>
                <a:xfrm>
                  <a:off x="9968928" y="4212721"/>
                  <a:ext cx="83112" cy="69542"/>
                  <a:chOff x="9968928" y="4212721"/>
                  <a:chExt cx="83112" cy="69542"/>
                </a:xfrm>
                <a:solidFill>
                  <a:schemeClr val="accent1"/>
                </a:solidFill>
              </p:grpSpPr>
              <p:grpSp>
                <p:nvGrpSpPr>
                  <p:cNvPr id="1102" name="Graphique 15">
                    <a:extLst>
                      <a:ext uri="{FF2B5EF4-FFF2-40B4-BE49-F238E27FC236}">
                        <a16:creationId xmlns:a16="http://schemas.microsoft.com/office/drawing/2014/main" id="{CBDB6DB9-BEA5-4E69-A241-3CC279CC30E5}"/>
                      </a:ext>
                    </a:extLst>
                  </p:cNvPr>
                  <p:cNvGrpSpPr/>
                  <p:nvPr/>
                </p:nvGrpSpPr>
                <p:grpSpPr>
                  <a:xfrm>
                    <a:off x="10024195" y="4212721"/>
                    <a:ext cx="27844" cy="33068"/>
                    <a:chOff x="10024195" y="4212721"/>
                    <a:chExt cx="27844" cy="33068"/>
                  </a:xfrm>
                  <a:solidFill>
                    <a:schemeClr val="accent1"/>
                  </a:solidFill>
                </p:grpSpPr>
                <p:sp>
                  <p:nvSpPr>
                    <p:cNvPr id="1103" name="Forme libre : forme 1102">
                      <a:extLst>
                        <a:ext uri="{FF2B5EF4-FFF2-40B4-BE49-F238E27FC236}">
                          <a16:creationId xmlns:a16="http://schemas.microsoft.com/office/drawing/2014/main" id="{9D5CC6C1-EC84-4B1A-974E-570FA4EE9B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4195" y="4212803"/>
                      <a:ext cx="27844" cy="32987"/>
                    </a:xfrm>
                    <a:custGeom>
                      <a:avLst/>
                      <a:gdLst>
                        <a:gd name="connsiteX0" fmla="*/ 10220 w 27844"/>
                        <a:gd name="connsiteY0" fmla="*/ 32979 h 32987"/>
                        <a:gd name="connsiteX1" fmla="*/ 599 w 27844"/>
                        <a:gd name="connsiteY1" fmla="*/ 17073 h 32987"/>
                        <a:gd name="connsiteX2" fmla="*/ 18125 w 27844"/>
                        <a:gd name="connsiteY2" fmla="*/ 23 h 32987"/>
                        <a:gd name="connsiteX3" fmla="*/ 27365 w 27844"/>
                        <a:gd name="connsiteY3" fmla="*/ 15358 h 32987"/>
                        <a:gd name="connsiteX4" fmla="*/ 10220 w 27844"/>
                        <a:gd name="connsiteY4" fmla="*/ 32979 h 32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44" h="32987">
                          <a:moveTo>
                            <a:pt x="10220" y="32979"/>
                          </a:moveTo>
                          <a:cubicBezTo>
                            <a:pt x="2790" y="33265"/>
                            <a:pt x="-1687" y="26026"/>
                            <a:pt x="599" y="17073"/>
                          </a:cubicBezTo>
                          <a:cubicBezTo>
                            <a:pt x="2885" y="8024"/>
                            <a:pt x="10887" y="499"/>
                            <a:pt x="18125" y="23"/>
                          </a:cubicBezTo>
                          <a:cubicBezTo>
                            <a:pt x="25364" y="-453"/>
                            <a:pt x="29270" y="6500"/>
                            <a:pt x="27365" y="15358"/>
                          </a:cubicBezTo>
                          <a:cubicBezTo>
                            <a:pt x="25460" y="24312"/>
                            <a:pt x="17935" y="32408"/>
                            <a:pt x="10220" y="3297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4" name="Forme libre : forme 1103">
                      <a:extLst>
                        <a:ext uri="{FF2B5EF4-FFF2-40B4-BE49-F238E27FC236}">
                          <a16:creationId xmlns:a16="http://schemas.microsoft.com/office/drawing/2014/main" id="{FF0E12C8-E362-4D01-A7E2-3BEBD41DDC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4195" y="4212721"/>
                      <a:ext cx="24030" cy="32973"/>
                    </a:xfrm>
                    <a:custGeom>
                      <a:avLst/>
                      <a:gdLst>
                        <a:gd name="connsiteX0" fmla="*/ 13744 w 24030"/>
                        <a:gd name="connsiteY0" fmla="*/ 16583 h 32973"/>
                        <a:gd name="connsiteX1" fmla="*/ 24031 w 24030"/>
                        <a:gd name="connsiteY1" fmla="*/ 1819 h 32973"/>
                        <a:gd name="connsiteX2" fmla="*/ 18125 w 24030"/>
                        <a:gd name="connsiteY2" fmla="*/ 9 h 32973"/>
                        <a:gd name="connsiteX3" fmla="*/ 599 w 24030"/>
                        <a:gd name="connsiteY3" fmla="*/ 17059 h 32973"/>
                        <a:gd name="connsiteX4" fmla="*/ 10220 w 24030"/>
                        <a:gd name="connsiteY4" fmla="*/ 32966 h 32973"/>
                        <a:gd name="connsiteX5" fmla="*/ 17268 w 24030"/>
                        <a:gd name="connsiteY5" fmla="*/ 30299 h 32973"/>
                        <a:gd name="connsiteX6" fmla="*/ 13744 w 24030"/>
                        <a:gd name="connsiteY6" fmla="*/ 16583 h 329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030" h="32973">
                          <a:moveTo>
                            <a:pt x="13744" y="16583"/>
                          </a:moveTo>
                          <a:cubicBezTo>
                            <a:pt x="15268" y="10391"/>
                            <a:pt x="19364" y="4867"/>
                            <a:pt x="24031" y="1819"/>
                          </a:cubicBezTo>
                          <a:cubicBezTo>
                            <a:pt x="22507" y="580"/>
                            <a:pt x="20507" y="-86"/>
                            <a:pt x="18125" y="9"/>
                          </a:cubicBezTo>
                          <a:cubicBezTo>
                            <a:pt x="10887" y="485"/>
                            <a:pt x="2885" y="8105"/>
                            <a:pt x="599" y="17059"/>
                          </a:cubicBezTo>
                          <a:cubicBezTo>
                            <a:pt x="-1687" y="26108"/>
                            <a:pt x="2790" y="33251"/>
                            <a:pt x="10220" y="32966"/>
                          </a:cubicBezTo>
                          <a:cubicBezTo>
                            <a:pt x="12601" y="32775"/>
                            <a:pt x="15078" y="31727"/>
                            <a:pt x="17268" y="30299"/>
                          </a:cubicBezTo>
                          <a:cubicBezTo>
                            <a:pt x="13744" y="28012"/>
                            <a:pt x="12315" y="22678"/>
                            <a:pt x="13744" y="165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5" name="Forme libre : forme 1104">
                      <a:extLst>
                        <a:ext uri="{FF2B5EF4-FFF2-40B4-BE49-F238E27FC236}">
                          <a16:creationId xmlns:a16="http://schemas.microsoft.com/office/drawing/2014/main" id="{AB8A1460-F518-4859-AADB-C75760F719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32333" y="4228267"/>
                      <a:ext cx="13382" cy="14327"/>
                    </a:xfrm>
                    <a:custGeom>
                      <a:avLst/>
                      <a:gdLst>
                        <a:gd name="connsiteX0" fmla="*/ 7797 w 13382"/>
                        <a:gd name="connsiteY0" fmla="*/ 13134 h 14327"/>
                        <a:gd name="connsiteX1" fmla="*/ 82 w 13382"/>
                        <a:gd name="connsiteY1" fmla="*/ 10943 h 14327"/>
                        <a:gd name="connsiteX2" fmla="*/ 5702 w 13382"/>
                        <a:gd name="connsiteY2" fmla="*/ 1132 h 14327"/>
                        <a:gd name="connsiteX3" fmla="*/ 13322 w 13382"/>
                        <a:gd name="connsiteY3" fmla="*/ 3228 h 14327"/>
                        <a:gd name="connsiteX4" fmla="*/ 7797 w 13382"/>
                        <a:gd name="connsiteY4" fmla="*/ 13134 h 143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82" h="14327">
                          <a:moveTo>
                            <a:pt x="7797" y="13134"/>
                          </a:moveTo>
                          <a:cubicBezTo>
                            <a:pt x="4082" y="15420"/>
                            <a:pt x="653" y="14277"/>
                            <a:pt x="82" y="10943"/>
                          </a:cubicBezTo>
                          <a:cubicBezTo>
                            <a:pt x="-490" y="7610"/>
                            <a:pt x="1987" y="3228"/>
                            <a:pt x="5702" y="1132"/>
                          </a:cubicBezTo>
                          <a:cubicBezTo>
                            <a:pt x="9321" y="-1058"/>
                            <a:pt x="12560" y="85"/>
                            <a:pt x="13322" y="3228"/>
                          </a:cubicBezTo>
                          <a:cubicBezTo>
                            <a:pt x="13798" y="6466"/>
                            <a:pt x="11416" y="10943"/>
                            <a:pt x="7797" y="1313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6" name="Forme libre : forme 1105">
                      <a:extLst>
                        <a:ext uri="{FF2B5EF4-FFF2-40B4-BE49-F238E27FC236}">
                          <a16:creationId xmlns:a16="http://schemas.microsoft.com/office/drawing/2014/main" id="{570F8FFA-B73F-4AF8-99EA-6908683175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41452" y="4227494"/>
                      <a:ext cx="4548" cy="5434"/>
                    </a:xfrm>
                    <a:custGeom>
                      <a:avLst/>
                      <a:gdLst>
                        <a:gd name="connsiteX0" fmla="*/ 1631 w 4548"/>
                        <a:gd name="connsiteY0" fmla="*/ 5429 h 5434"/>
                        <a:gd name="connsiteX1" fmla="*/ 107 w 4548"/>
                        <a:gd name="connsiteY1" fmla="*/ 2857 h 5434"/>
                        <a:gd name="connsiteX2" fmla="*/ 2869 w 4548"/>
                        <a:gd name="connsiteY2" fmla="*/ 0 h 5434"/>
                        <a:gd name="connsiteX3" fmla="*/ 4488 w 4548"/>
                        <a:gd name="connsiteY3" fmla="*/ 2572 h 5434"/>
                        <a:gd name="connsiteX4" fmla="*/ 1631 w 4548"/>
                        <a:gd name="connsiteY4" fmla="*/ 5429 h 5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48" h="5434">
                          <a:moveTo>
                            <a:pt x="1631" y="5429"/>
                          </a:moveTo>
                          <a:cubicBezTo>
                            <a:pt x="393" y="5524"/>
                            <a:pt x="-274" y="4381"/>
                            <a:pt x="107" y="2857"/>
                          </a:cubicBezTo>
                          <a:cubicBezTo>
                            <a:pt x="488" y="1333"/>
                            <a:pt x="1726" y="95"/>
                            <a:pt x="2869" y="0"/>
                          </a:cubicBezTo>
                          <a:cubicBezTo>
                            <a:pt x="4012" y="0"/>
                            <a:pt x="4774" y="1048"/>
                            <a:pt x="4488" y="2572"/>
                          </a:cubicBezTo>
                          <a:cubicBezTo>
                            <a:pt x="4107" y="4000"/>
                            <a:pt x="2869" y="5334"/>
                            <a:pt x="1631" y="54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07" name="Graphique 15">
                    <a:extLst>
                      <a:ext uri="{FF2B5EF4-FFF2-40B4-BE49-F238E27FC236}">
                        <a16:creationId xmlns:a16="http://schemas.microsoft.com/office/drawing/2014/main" id="{F4C32634-E959-49A8-AC13-F1D0BFB8A7E7}"/>
                      </a:ext>
                    </a:extLst>
                  </p:cNvPr>
                  <p:cNvGrpSpPr/>
                  <p:nvPr/>
                </p:nvGrpSpPr>
                <p:grpSpPr>
                  <a:xfrm>
                    <a:off x="9995510" y="4227098"/>
                    <a:ext cx="29060" cy="32689"/>
                    <a:chOff x="9995510" y="4227098"/>
                    <a:chExt cx="29060" cy="32689"/>
                  </a:xfrm>
                  <a:solidFill>
                    <a:schemeClr val="accent1"/>
                  </a:solidFill>
                </p:grpSpPr>
                <p:sp>
                  <p:nvSpPr>
                    <p:cNvPr id="1108" name="Forme libre : forme 1107">
                      <a:extLst>
                        <a:ext uri="{FF2B5EF4-FFF2-40B4-BE49-F238E27FC236}">
                          <a16:creationId xmlns:a16="http://schemas.microsoft.com/office/drawing/2014/main" id="{3E3C0693-06A0-4CE3-B273-79378868D0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5510" y="4227098"/>
                      <a:ext cx="29060" cy="32689"/>
                    </a:xfrm>
                    <a:custGeom>
                      <a:avLst/>
                      <a:gdLst>
                        <a:gd name="connsiteX0" fmla="*/ 10711 w 29060"/>
                        <a:gd name="connsiteY0" fmla="*/ 32685 h 32689"/>
                        <a:gd name="connsiteX1" fmla="*/ 709 w 29060"/>
                        <a:gd name="connsiteY1" fmla="*/ 16302 h 32689"/>
                        <a:gd name="connsiteX2" fmla="*/ 18807 w 29060"/>
                        <a:gd name="connsiteY2" fmla="*/ 15 h 32689"/>
                        <a:gd name="connsiteX3" fmla="*/ 28523 w 29060"/>
                        <a:gd name="connsiteY3" fmla="*/ 15826 h 32689"/>
                        <a:gd name="connsiteX4" fmla="*/ 10711 w 29060"/>
                        <a:gd name="connsiteY4" fmla="*/ 32685 h 32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060" h="32689">
                          <a:moveTo>
                            <a:pt x="10711" y="32685"/>
                          </a:moveTo>
                          <a:cubicBezTo>
                            <a:pt x="2805" y="32876"/>
                            <a:pt x="-1862" y="25542"/>
                            <a:pt x="709" y="16302"/>
                          </a:cubicBezTo>
                          <a:cubicBezTo>
                            <a:pt x="3186" y="7254"/>
                            <a:pt x="11473" y="15"/>
                            <a:pt x="18807" y="15"/>
                          </a:cubicBezTo>
                          <a:cubicBezTo>
                            <a:pt x="26427" y="-366"/>
                            <a:pt x="30618" y="6682"/>
                            <a:pt x="28523" y="15826"/>
                          </a:cubicBezTo>
                          <a:cubicBezTo>
                            <a:pt x="26332" y="24970"/>
                            <a:pt x="18521" y="32590"/>
                            <a:pt x="10711" y="3268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09" name="Forme libre : forme 1108">
                      <a:extLst>
                        <a:ext uri="{FF2B5EF4-FFF2-40B4-BE49-F238E27FC236}">
                          <a16:creationId xmlns:a16="http://schemas.microsoft.com/office/drawing/2014/main" id="{CBB55811-EA11-47AB-9281-2930185EA5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5510" y="4227105"/>
                      <a:ext cx="25093" cy="32682"/>
                    </a:xfrm>
                    <a:custGeom>
                      <a:avLst/>
                      <a:gdLst>
                        <a:gd name="connsiteX0" fmla="*/ 14330 w 25093"/>
                        <a:gd name="connsiteY0" fmla="*/ 16391 h 32682"/>
                        <a:gd name="connsiteX1" fmla="*/ 25093 w 25093"/>
                        <a:gd name="connsiteY1" fmla="*/ 1913 h 32682"/>
                        <a:gd name="connsiteX2" fmla="*/ 18807 w 25093"/>
                        <a:gd name="connsiteY2" fmla="*/ 8 h 32682"/>
                        <a:gd name="connsiteX3" fmla="*/ 709 w 25093"/>
                        <a:gd name="connsiteY3" fmla="*/ 16296 h 32682"/>
                        <a:gd name="connsiteX4" fmla="*/ 10711 w 25093"/>
                        <a:gd name="connsiteY4" fmla="*/ 32679 h 32682"/>
                        <a:gd name="connsiteX5" fmla="*/ 18045 w 25093"/>
                        <a:gd name="connsiteY5" fmla="*/ 30393 h 32682"/>
                        <a:gd name="connsiteX6" fmla="*/ 14330 w 25093"/>
                        <a:gd name="connsiteY6" fmla="*/ 16391 h 32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093" h="32682">
                          <a:moveTo>
                            <a:pt x="14330" y="16391"/>
                          </a:moveTo>
                          <a:cubicBezTo>
                            <a:pt x="15854" y="10200"/>
                            <a:pt x="20141" y="4866"/>
                            <a:pt x="25093" y="1913"/>
                          </a:cubicBezTo>
                          <a:cubicBezTo>
                            <a:pt x="23474" y="675"/>
                            <a:pt x="21379" y="-87"/>
                            <a:pt x="18807" y="8"/>
                          </a:cubicBezTo>
                          <a:cubicBezTo>
                            <a:pt x="11377" y="8"/>
                            <a:pt x="3091" y="7247"/>
                            <a:pt x="709" y="16296"/>
                          </a:cubicBezTo>
                          <a:cubicBezTo>
                            <a:pt x="-1862" y="25535"/>
                            <a:pt x="2805" y="32869"/>
                            <a:pt x="10711" y="32679"/>
                          </a:cubicBezTo>
                          <a:cubicBezTo>
                            <a:pt x="13187" y="32679"/>
                            <a:pt x="15664" y="31726"/>
                            <a:pt x="18045" y="30393"/>
                          </a:cubicBezTo>
                          <a:cubicBezTo>
                            <a:pt x="14425" y="27630"/>
                            <a:pt x="12806" y="22487"/>
                            <a:pt x="14330" y="163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0" name="Forme libre : forme 1109">
                      <a:extLst>
                        <a:ext uri="{FF2B5EF4-FFF2-40B4-BE49-F238E27FC236}">
                          <a16:creationId xmlns:a16="http://schemas.microsoft.com/office/drawing/2014/main" id="{1C15A243-A676-4D2D-BB01-2C368BB7A8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3928" y="4242483"/>
                      <a:ext cx="13923" cy="14192"/>
                    </a:xfrm>
                    <a:custGeom>
                      <a:avLst/>
                      <a:gdLst>
                        <a:gd name="connsiteX0" fmla="*/ 8199 w 13923"/>
                        <a:gd name="connsiteY0" fmla="*/ 13205 h 14192"/>
                        <a:gd name="connsiteX1" fmla="*/ 102 w 13923"/>
                        <a:gd name="connsiteY1" fmla="*/ 10729 h 14192"/>
                        <a:gd name="connsiteX2" fmla="*/ 5912 w 13923"/>
                        <a:gd name="connsiteY2" fmla="*/ 1013 h 14192"/>
                        <a:gd name="connsiteX3" fmla="*/ 13818 w 13923"/>
                        <a:gd name="connsiteY3" fmla="*/ 3394 h 14192"/>
                        <a:gd name="connsiteX4" fmla="*/ 8199 w 13923"/>
                        <a:gd name="connsiteY4" fmla="*/ 13205 h 14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23" h="14192">
                          <a:moveTo>
                            <a:pt x="8199" y="13205"/>
                          </a:moveTo>
                          <a:cubicBezTo>
                            <a:pt x="4389" y="15205"/>
                            <a:pt x="769" y="14062"/>
                            <a:pt x="102" y="10729"/>
                          </a:cubicBezTo>
                          <a:cubicBezTo>
                            <a:pt x="-564" y="7395"/>
                            <a:pt x="2103" y="3109"/>
                            <a:pt x="5912" y="1013"/>
                          </a:cubicBezTo>
                          <a:cubicBezTo>
                            <a:pt x="9723" y="-987"/>
                            <a:pt x="13247" y="61"/>
                            <a:pt x="13818" y="3394"/>
                          </a:cubicBezTo>
                          <a:cubicBezTo>
                            <a:pt x="14485" y="6823"/>
                            <a:pt x="11913" y="11205"/>
                            <a:pt x="8199" y="1320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1" name="Forme libre : forme 1110">
                      <a:extLst>
                        <a:ext uri="{FF2B5EF4-FFF2-40B4-BE49-F238E27FC236}">
                          <a16:creationId xmlns:a16="http://schemas.microsoft.com/office/drawing/2014/main" id="{F940C2F6-6E81-476D-A32C-1FBFD51937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13552" y="4241877"/>
                      <a:ext cx="4769" cy="5429"/>
                    </a:xfrm>
                    <a:custGeom>
                      <a:avLst/>
                      <a:gdLst>
                        <a:gd name="connsiteX0" fmla="*/ 1718 w 4769"/>
                        <a:gd name="connsiteY0" fmla="*/ 5429 h 5429"/>
                        <a:gd name="connsiteX1" fmla="*/ 99 w 4769"/>
                        <a:gd name="connsiteY1" fmla="*/ 2762 h 5429"/>
                        <a:gd name="connsiteX2" fmla="*/ 3051 w 4769"/>
                        <a:gd name="connsiteY2" fmla="*/ 0 h 5429"/>
                        <a:gd name="connsiteX3" fmla="*/ 4670 w 4769"/>
                        <a:gd name="connsiteY3" fmla="*/ 2667 h 5429"/>
                        <a:gd name="connsiteX4" fmla="*/ 1718 w 4769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9" h="5429">
                          <a:moveTo>
                            <a:pt x="1718" y="5429"/>
                          </a:moveTo>
                          <a:cubicBezTo>
                            <a:pt x="479" y="5429"/>
                            <a:pt x="-282" y="4286"/>
                            <a:pt x="99" y="2762"/>
                          </a:cubicBezTo>
                          <a:cubicBezTo>
                            <a:pt x="479" y="1238"/>
                            <a:pt x="1813" y="0"/>
                            <a:pt x="3051" y="0"/>
                          </a:cubicBezTo>
                          <a:cubicBezTo>
                            <a:pt x="4290" y="0"/>
                            <a:pt x="5052" y="1143"/>
                            <a:pt x="4670" y="2667"/>
                          </a:cubicBezTo>
                          <a:cubicBezTo>
                            <a:pt x="4290" y="4096"/>
                            <a:pt x="2956" y="5334"/>
                            <a:pt x="1718" y="54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12" name="Graphique 15">
                    <a:extLst>
                      <a:ext uri="{FF2B5EF4-FFF2-40B4-BE49-F238E27FC236}">
                        <a16:creationId xmlns:a16="http://schemas.microsoft.com/office/drawing/2014/main" id="{A99CCDFA-B4D5-4844-9296-D821551828B2}"/>
                      </a:ext>
                    </a:extLst>
                  </p:cNvPr>
                  <p:cNvGrpSpPr/>
                  <p:nvPr/>
                </p:nvGrpSpPr>
                <p:grpSpPr>
                  <a:xfrm>
                    <a:off x="9968928" y="4249012"/>
                    <a:ext cx="30060" cy="33251"/>
                    <a:chOff x="9968928" y="4249012"/>
                    <a:chExt cx="30060" cy="33251"/>
                  </a:xfrm>
                  <a:solidFill>
                    <a:schemeClr val="accent1"/>
                  </a:solidFill>
                </p:grpSpPr>
                <p:sp>
                  <p:nvSpPr>
                    <p:cNvPr id="1113" name="Forme libre : forme 1112">
                      <a:extLst>
                        <a:ext uri="{FF2B5EF4-FFF2-40B4-BE49-F238E27FC236}">
                          <a16:creationId xmlns:a16="http://schemas.microsoft.com/office/drawing/2014/main" id="{30A62F3B-CEB4-43E7-AB5F-9C0D096761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8981" y="4249012"/>
                      <a:ext cx="30007" cy="33251"/>
                    </a:xfrm>
                    <a:custGeom>
                      <a:avLst/>
                      <a:gdLst>
                        <a:gd name="connsiteX0" fmla="*/ 11047 w 30007"/>
                        <a:gd name="connsiteY0" fmla="*/ 33251 h 33251"/>
                        <a:gd name="connsiteX1" fmla="*/ 664 w 30007"/>
                        <a:gd name="connsiteY1" fmla="*/ 15915 h 33251"/>
                        <a:gd name="connsiteX2" fmla="*/ 19428 w 30007"/>
                        <a:gd name="connsiteY2" fmla="*/ 8 h 33251"/>
                        <a:gd name="connsiteX3" fmla="*/ 29525 w 30007"/>
                        <a:gd name="connsiteY3" fmla="*/ 16677 h 33251"/>
                        <a:gd name="connsiteX4" fmla="*/ 11047 w 30007"/>
                        <a:gd name="connsiteY4" fmla="*/ 33251 h 332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007" h="33251">
                          <a:moveTo>
                            <a:pt x="11047" y="33251"/>
                          </a:moveTo>
                          <a:cubicBezTo>
                            <a:pt x="2855" y="33060"/>
                            <a:pt x="-1812" y="24964"/>
                            <a:pt x="664" y="15915"/>
                          </a:cubicBezTo>
                          <a:cubicBezTo>
                            <a:pt x="3045" y="6771"/>
                            <a:pt x="11618" y="-277"/>
                            <a:pt x="19428" y="8"/>
                          </a:cubicBezTo>
                          <a:cubicBezTo>
                            <a:pt x="27144" y="389"/>
                            <a:pt x="31525" y="7629"/>
                            <a:pt x="29525" y="16677"/>
                          </a:cubicBezTo>
                          <a:cubicBezTo>
                            <a:pt x="27334" y="25821"/>
                            <a:pt x="19238" y="33346"/>
                            <a:pt x="11047" y="3325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4" name="Forme libre : forme 1113">
                      <a:extLst>
                        <a:ext uri="{FF2B5EF4-FFF2-40B4-BE49-F238E27FC236}">
                          <a16:creationId xmlns:a16="http://schemas.microsoft.com/office/drawing/2014/main" id="{07F69846-DD32-43DE-8051-6AD3E70D5E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8928" y="4249017"/>
                      <a:ext cx="25767" cy="33246"/>
                    </a:xfrm>
                    <a:custGeom>
                      <a:avLst/>
                      <a:gdLst>
                        <a:gd name="connsiteX0" fmla="*/ 14719 w 25767"/>
                        <a:gd name="connsiteY0" fmla="*/ 16673 h 33246"/>
                        <a:gd name="connsiteX1" fmla="*/ 25768 w 25767"/>
                        <a:gd name="connsiteY1" fmla="*/ 2480 h 33246"/>
                        <a:gd name="connsiteX2" fmla="*/ 19386 w 25767"/>
                        <a:gd name="connsiteY2" fmla="*/ 4 h 33246"/>
                        <a:gd name="connsiteX3" fmla="*/ 622 w 25767"/>
                        <a:gd name="connsiteY3" fmla="*/ 15911 h 33246"/>
                        <a:gd name="connsiteX4" fmla="*/ 11004 w 25767"/>
                        <a:gd name="connsiteY4" fmla="*/ 33246 h 33246"/>
                        <a:gd name="connsiteX5" fmla="*/ 18624 w 25767"/>
                        <a:gd name="connsiteY5" fmla="*/ 31151 h 33246"/>
                        <a:gd name="connsiteX6" fmla="*/ 14719 w 25767"/>
                        <a:gd name="connsiteY6" fmla="*/ 16673 h 33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767" h="33246">
                          <a:moveTo>
                            <a:pt x="14719" y="16673"/>
                          </a:moveTo>
                          <a:cubicBezTo>
                            <a:pt x="16338" y="10386"/>
                            <a:pt x="20720" y="5147"/>
                            <a:pt x="25768" y="2480"/>
                          </a:cubicBezTo>
                          <a:cubicBezTo>
                            <a:pt x="24053" y="1052"/>
                            <a:pt x="21958" y="99"/>
                            <a:pt x="19386" y="4"/>
                          </a:cubicBezTo>
                          <a:cubicBezTo>
                            <a:pt x="11576" y="-187"/>
                            <a:pt x="3098" y="6862"/>
                            <a:pt x="622" y="15911"/>
                          </a:cubicBezTo>
                          <a:cubicBezTo>
                            <a:pt x="-1759" y="24960"/>
                            <a:pt x="2908" y="33056"/>
                            <a:pt x="11004" y="33246"/>
                          </a:cubicBezTo>
                          <a:cubicBezTo>
                            <a:pt x="13576" y="33246"/>
                            <a:pt x="16243" y="32484"/>
                            <a:pt x="18624" y="31151"/>
                          </a:cubicBezTo>
                          <a:cubicBezTo>
                            <a:pt x="14910" y="28293"/>
                            <a:pt x="13100" y="22959"/>
                            <a:pt x="14719" y="166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5" name="Forme libre : forme 1114">
                      <a:extLst>
                        <a:ext uri="{FF2B5EF4-FFF2-40B4-BE49-F238E27FC236}">
                          <a16:creationId xmlns:a16="http://schemas.microsoft.com/office/drawing/2014/main" id="{00A81D41-D408-4330-B63D-CEB69B68FC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7642" y="4264994"/>
                      <a:ext cx="14396" cy="14179"/>
                    </a:xfrm>
                    <a:custGeom>
                      <a:avLst/>
                      <a:gdLst>
                        <a:gd name="connsiteX0" fmla="*/ 8482 w 14396"/>
                        <a:gd name="connsiteY0" fmla="*/ 13268 h 14179"/>
                        <a:gd name="connsiteX1" fmla="*/ 99 w 14396"/>
                        <a:gd name="connsiteY1" fmla="*/ 10411 h 14179"/>
                        <a:gd name="connsiteX2" fmla="*/ 6100 w 14396"/>
                        <a:gd name="connsiteY2" fmla="*/ 791 h 14179"/>
                        <a:gd name="connsiteX3" fmla="*/ 14292 w 14396"/>
                        <a:gd name="connsiteY3" fmla="*/ 3553 h 14179"/>
                        <a:gd name="connsiteX4" fmla="*/ 8482 w 14396"/>
                        <a:gd name="connsiteY4" fmla="*/ 13268 h 14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96" h="14179">
                          <a:moveTo>
                            <a:pt x="8482" y="13268"/>
                          </a:moveTo>
                          <a:cubicBezTo>
                            <a:pt x="4576" y="15173"/>
                            <a:pt x="671" y="14030"/>
                            <a:pt x="99" y="10411"/>
                          </a:cubicBezTo>
                          <a:cubicBezTo>
                            <a:pt x="-567" y="6887"/>
                            <a:pt x="2195" y="2600"/>
                            <a:pt x="6100" y="791"/>
                          </a:cubicBezTo>
                          <a:cubicBezTo>
                            <a:pt x="9910" y="-924"/>
                            <a:pt x="13625" y="219"/>
                            <a:pt x="14292" y="3553"/>
                          </a:cubicBezTo>
                          <a:cubicBezTo>
                            <a:pt x="14958" y="6982"/>
                            <a:pt x="12387" y="11363"/>
                            <a:pt x="8482" y="1326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16" name="Forme libre : forme 1115">
                      <a:extLst>
                        <a:ext uri="{FF2B5EF4-FFF2-40B4-BE49-F238E27FC236}">
                          <a16:creationId xmlns:a16="http://schemas.microsoft.com/office/drawing/2014/main" id="{3B0E521B-3F15-449E-AAB0-BF2614FABD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7397" y="4264546"/>
                      <a:ext cx="4920" cy="5333"/>
                    </a:xfrm>
                    <a:custGeom>
                      <a:avLst/>
                      <a:gdLst>
                        <a:gd name="connsiteX0" fmla="*/ 1869 w 4920"/>
                        <a:gd name="connsiteY0" fmla="*/ 5334 h 5333"/>
                        <a:gd name="connsiteX1" fmla="*/ 60 w 4920"/>
                        <a:gd name="connsiteY1" fmla="*/ 2667 h 5333"/>
                        <a:gd name="connsiteX2" fmla="*/ 3107 w 4920"/>
                        <a:gd name="connsiteY2" fmla="*/ 0 h 5333"/>
                        <a:gd name="connsiteX3" fmla="*/ 4822 w 4920"/>
                        <a:gd name="connsiteY3" fmla="*/ 2667 h 5333"/>
                        <a:gd name="connsiteX4" fmla="*/ 1869 w 4920"/>
                        <a:gd name="connsiteY4" fmla="*/ 5334 h 53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20" h="5333">
                          <a:moveTo>
                            <a:pt x="1869" y="5334"/>
                          </a:moveTo>
                          <a:cubicBezTo>
                            <a:pt x="536" y="5334"/>
                            <a:pt x="-226" y="4096"/>
                            <a:pt x="60" y="2667"/>
                          </a:cubicBezTo>
                          <a:cubicBezTo>
                            <a:pt x="441" y="1143"/>
                            <a:pt x="1774" y="0"/>
                            <a:pt x="3107" y="0"/>
                          </a:cubicBezTo>
                          <a:cubicBezTo>
                            <a:pt x="4441" y="0"/>
                            <a:pt x="5203" y="1238"/>
                            <a:pt x="4822" y="2667"/>
                          </a:cubicBezTo>
                          <a:cubicBezTo>
                            <a:pt x="4441" y="4096"/>
                            <a:pt x="3203" y="5239"/>
                            <a:pt x="1869" y="533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117" name="Graphique 15">
                  <a:extLst>
                    <a:ext uri="{FF2B5EF4-FFF2-40B4-BE49-F238E27FC236}">
                      <a16:creationId xmlns:a16="http://schemas.microsoft.com/office/drawing/2014/main" id="{0BF2B915-327C-4749-A147-0B4FAF61AB3C}"/>
                    </a:ext>
                  </a:extLst>
                </p:cNvPr>
                <p:cNvGrpSpPr/>
                <p:nvPr/>
              </p:nvGrpSpPr>
              <p:grpSpPr>
                <a:xfrm>
                  <a:off x="9858838" y="4245876"/>
                  <a:ext cx="90809" cy="43253"/>
                  <a:chOff x="9858838" y="4245876"/>
                  <a:chExt cx="90809" cy="43253"/>
                </a:xfrm>
                <a:solidFill>
                  <a:schemeClr val="accent1"/>
                </a:solidFill>
              </p:grpSpPr>
              <p:grpSp>
                <p:nvGrpSpPr>
                  <p:cNvPr id="1118" name="Graphique 15">
                    <a:extLst>
                      <a:ext uri="{FF2B5EF4-FFF2-40B4-BE49-F238E27FC236}">
                        <a16:creationId xmlns:a16="http://schemas.microsoft.com/office/drawing/2014/main" id="{ADDEAAC4-482C-40F7-9380-9C9D1745CAA3}"/>
                      </a:ext>
                    </a:extLst>
                  </p:cNvPr>
                  <p:cNvGrpSpPr/>
                  <p:nvPr/>
                </p:nvGrpSpPr>
                <p:grpSpPr>
                  <a:xfrm>
                    <a:off x="9918216" y="4255826"/>
                    <a:ext cx="31432" cy="33304"/>
                    <a:chOff x="9918216" y="4255826"/>
                    <a:chExt cx="31432" cy="33304"/>
                  </a:xfrm>
                  <a:solidFill>
                    <a:schemeClr val="accent1"/>
                  </a:solidFill>
                </p:grpSpPr>
                <p:sp>
                  <p:nvSpPr>
                    <p:cNvPr id="1119" name="Forme libre : forme 1118">
                      <a:extLst>
                        <a:ext uri="{FF2B5EF4-FFF2-40B4-BE49-F238E27FC236}">
                          <a16:creationId xmlns:a16="http://schemas.microsoft.com/office/drawing/2014/main" id="{D47B2D3E-9E7A-484E-8CB4-2139A17AC1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18282" y="4255826"/>
                      <a:ext cx="31366" cy="33304"/>
                    </a:xfrm>
                    <a:custGeom>
                      <a:avLst/>
                      <a:gdLst>
                        <a:gd name="connsiteX0" fmla="*/ 3452 w 31366"/>
                        <a:gd name="connsiteY0" fmla="*/ 29295 h 33304"/>
                        <a:gd name="connsiteX1" fmla="*/ 6215 w 31366"/>
                        <a:gd name="connsiteY1" fmla="*/ 5959 h 33304"/>
                        <a:gd name="connsiteX2" fmla="*/ 28123 w 31366"/>
                        <a:gd name="connsiteY2" fmla="*/ 3768 h 33304"/>
                        <a:gd name="connsiteX3" fmla="*/ 25646 w 31366"/>
                        <a:gd name="connsiteY3" fmla="*/ 27104 h 33304"/>
                        <a:gd name="connsiteX4" fmla="*/ 3452 w 31366"/>
                        <a:gd name="connsiteY4" fmla="*/ 29295 h 33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366" h="33304">
                          <a:moveTo>
                            <a:pt x="3452" y="29295"/>
                          </a:moveTo>
                          <a:cubicBezTo>
                            <a:pt x="-2072" y="23294"/>
                            <a:pt x="-834" y="12816"/>
                            <a:pt x="6215" y="5959"/>
                          </a:cubicBezTo>
                          <a:cubicBezTo>
                            <a:pt x="13168" y="-995"/>
                            <a:pt x="22979" y="-2043"/>
                            <a:pt x="28123" y="3768"/>
                          </a:cubicBezTo>
                          <a:cubicBezTo>
                            <a:pt x="33171" y="9578"/>
                            <a:pt x="32313" y="19865"/>
                            <a:pt x="25646" y="27104"/>
                          </a:cubicBezTo>
                          <a:cubicBezTo>
                            <a:pt x="18883" y="34438"/>
                            <a:pt x="8882" y="35391"/>
                            <a:pt x="3452" y="2929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20" name="Forme libre : forme 1119">
                      <a:extLst>
                        <a:ext uri="{FF2B5EF4-FFF2-40B4-BE49-F238E27FC236}">
                          <a16:creationId xmlns:a16="http://schemas.microsoft.com/office/drawing/2014/main" id="{FC1EC699-AB94-4ED6-89F2-916BF1A5B5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18216" y="4255896"/>
                      <a:ext cx="31045" cy="32843"/>
                    </a:xfrm>
                    <a:custGeom>
                      <a:avLst/>
                      <a:gdLst>
                        <a:gd name="connsiteX0" fmla="*/ 15520 w 31045"/>
                        <a:gd name="connsiteY0" fmla="*/ 16366 h 32843"/>
                        <a:gd name="connsiteX1" fmla="*/ 31046 w 31045"/>
                        <a:gd name="connsiteY1" fmla="*/ 10651 h 32843"/>
                        <a:gd name="connsiteX2" fmla="*/ 28093 w 31045"/>
                        <a:gd name="connsiteY2" fmla="*/ 3697 h 32843"/>
                        <a:gd name="connsiteX3" fmla="*/ 6186 w 31045"/>
                        <a:gd name="connsiteY3" fmla="*/ 5888 h 32843"/>
                        <a:gd name="connsiteX4" fmla="*/ 3423 w 31045"/>
                        <a:gd name="connsiteY4" fmla="*/ 29224 h 32843"/>
                        <a:gd name="connsiteX5" fmla="*/ 9805 w 31045"/>
                        <a:gd name="connsiteY5" fmla="*/ 32844 h 32843"/>
                        <a:gd name="connsiteX6" fmla="*/ 15520 w 31045"/>
                        <a:gd name="connsiteY6" fmla="*/ 16366 h 32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045" h="32843">
                          <a:moveTo>
                            <a:pt x="15520" y="16366"/>
                          </a:moveTo>
                          <a:cubicBezTo>
                            <a:pt x="20187" y="11603"/>
                            <a:pt x="26093" y="9603"/>
                            <a:pt x="31046" y="10651"/>
                          </a:cubicBezTo>
                          <a:cubicBezTo>
                            <a:pt x="30665" y="7984"/>
                            <a:pt x="29712" y="5602"/>
                            <a:pt x="28093" y="3697"/>
                          </a:cubicBezTo>
                          <a:cubicBezTo>
                            <a:pt x="22950" y="-2018"/>
                            <a:pt x="13234" y="-970"/>
                            <a:pt x="6186" y="5888"/>
                          </a:cubicBezTo>
                          <a:cubicBezTo>
                            <a:pt x="-768" y="12841"/>
                            <a:pt x="-2101" y="23224"/>
                            <a:pt x="3423" y="29224"/>
                          </a:cubicBezTo>
                          <a:cubicBezTo>
                            <a:pt x="5138" y="31129"/>
                            <a:pt x="7424" y="32272"/>
                            <a:pt x="9805" y="32844"/>
                          </a:cubicBezTo>
                          <a:cubicBezTo>
                            <a:pt x="8948" y="27320"/>
                            <a:pt x="10948" y="21033"/>
                            <a:pt x="15520" y="1636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21" name="Forme libre : forme 1120">
                      <a:extLst>
                        <a:ext uri="{FF2B5EF4-FFF2-40B4-BE49-F238E27FC236}">
                          <a16:creationId xmlns:a16="http://schemas.microsoft.com/office/drawing/2014/main" id="{59C4CFE7-848A-47F5-916F-11F846345B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23481" y="4272128"/>
                      <a:ext cx="14701" cy="14016"/>
                    </a:xfrm>
                    <a:custGeom>
                      <a:avLst/>
                      <a:gdLst>
                        <a:gd name="connsiteX0" fmla="*/ 4635 w 14701"/>
                        <a:gd name="connsiteY0" fmla="*/ 13755 h 14016"/>
                        <a:gd name="connsiteX1" fmla="*/ 540 w 14701"/>
                        <a:gd name="connsiteY1" fmla="*/ 5087 h 14016"/>
                        <a:gd name="connsiteX2" fmla="*/ 10160 w 14701"/>
                        <a:gd name="connsiteY2" fmla="*/ 229 h 14016"/>
                        <a:gd name="connsiteX3" fmla="*/ 14160 w 14701"/>
                        <a:gd name="connsiteY3" fmla="*/ 8897 h 14016"/>
                        <a:gd name="connsiteX4" fmla="*/ 4635 w 14701"/>
                        <a:gd name="connsiteY4" fmla="*/ 13755 h 14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01" h="14016">
                          <a:moveTo>
                            <a:pt x="4635" y="13755"/>
                          </a:moveTo>
                          <a:cubicBezTo>
                            <a:pt x="825" y="12707"/>
                            <a:pt x="-984" y="8801"/>
                            <a:pt x="540" y="5087"/>
                          </a:cubicBezTo>
                          <a:cubicBezTo>
                            <a:pt x="2064" y="1372"/>
                            <a:pt x="6445" y="-724"/>
                            <a:pt x="10160" y="229"/>
                          </a:cubicBezTo>
                          <a:cubicBezTo>
                            <a:pt x="13875" y="1277"/>
                            <a:pt x="15684" y="5087"/>
                            <a:pt x="14160" y="8897"/>
                          </a:cubicBezTo>
                          <a:cubicBezTo>
                            <a:pt x="12732" y="12611"/>
                            <a:pt x="8445" y="14802"/>
                            <a:pt x="4635" y="1375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22" name="Forme libre : forme 1121">
                      <a:extLst>
                        <a:ext uri="{FF2B5EF4-FFF2-40B4-BE49-F238E27FC236}">
                          <a16:creationId xmlns:a16="http://schemas.microsoft.com/office/drawing/2014/main" id="{8D1DE961-FD6D-49A3-8025-0C95D8CC22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4625" y="4275336"/>
                      <a:ext cx="5080" cy="5536"/>
                    </a:xfrm>
                    <a:custGeom>
                      <a:avLst/>
                      <a:gdLst>
                        <a:gd name="connsiteX0" fmla="*/ 540 w 5080"/>
                        <a:gd name="connsiteY0" fmla="*/ 4927 h 5536"/>
                        <a:gd name="connsiteX1" fmla="*/ 921 w 5080"/>
                        <a:gd name="connsiteY1" fmla="*/ 1022 h 5536"/>
                        <a:gd name="connsiteX2" fmla="*/ 4540 w 5080"/>
                        <a:gd name="connsiteY2" fmla="*/ 641 h 5536"/>
                        <a:gd name="connsiteX3" fmla="*/ 4159 w 5080"/>
                        <a:gd name="connsiteY3" fmla="*/ 4546 h 5536"/>
                        <a:gd name="connsiteX4" fmla="*/ 540 w 5080"/>
                        <a:gd name="connsiteY4" fmla="*/ 4927 h 5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80" h="5536">
                          <a:moveTo>
                            <a:pt x="540" y="4927"/>
                          </a:moveTo>
                          <a:cubicBezTo>
                            <a:pt x="-317" y="3975"/>
                            <a:pt x="-127" y="2260"/>
                            <a:pt x="921" y="1022"/>
                          </a:cubicBezTo>
                          <a:cubicBezTo>
                            <a:pt x="1968" y="-216"/>
                            <a:pt x="3683" y="-312"/>
                            <a:pt x="4540" y="641"/>
                          </a:cubicBezTo>
                          <a:cubicBezTo>
                            <a:pt x="5398" y="1593"/>
                            <a:pt x="5207" y="3308"/>
                            <a:pt x="4159" y="4546"/>
                          </a:cubicBezTo>
                          <a:cubicBezTo>
                            <a:pt x="3112" y="5689"/>
                            <a:pt x="1492" y="5879"/>
                            <a:pt x="540" y="49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23" name="Graphique 15">
                    <a:extLst>
                      <a:ext uri="{FF2B5EF4-FFF2-40B4-BE49-F238E27FC236}">
                        <a16:creationId xmlns:a16="http://schemas.microsoft.com/office/drawing/2014/main" id="{02319B42-6A89-4C25-8883-9568E9093E25}"/>
                      </a:ext>
                    </a:extLst>
                  </p:cNvPr>
                  <p:cNvGrpSpPr/>
                  <p:nvPr/>
                </p:nvGrpSpPr>
                <p:grpSpPr>
                  <a:xfrm>
                    <a:off x="9890425" y="4246203"/>
                    <a:ext cx="31959" cy="33170"/>
                    <a:chOff x="9890425" y="4246203"/>
                    <a:chExt cx="31959" cy="33170"/>
                  </a:xfrm>
                  <a:solidFill>
                    <a:schemeClr val="accent1"/>
                  </a:solidFill>
                </p:grpSpPr>
                <p:sp>
                  <p:nvSpPr>
                    <p:cNvPr id="1124" name="Forme libre : forme 1123">
                      <a:extLst>
                        <a:ext uri="{FF2B5EF4-FFF2-40B4-BE49-F238E27FC236}">
                          <a16:creationId xmlns:a16="http://schemas.microsoft.com/office/drawing/2014/main" id="{7B33625E-F895-46C7-BFA9-C9CD154AFA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0520" y="4246203"/>
                      <a:ext cx="31864" cy="33170"/>
                    </a:xfrm>
                    <a:custGeom>
                      <a:avLst/>
                      <a:gdLst>
                        <a:gd name="connsiteX0" fmla="*/ 3115 w 31864"/>
                        <a:gd name="connsiteY0" fmla="*/ 28725 h 33170"/>
                        <a:gd name="connsiteX1" fmla="*/ 6735 w 31864"/>
                        <a:gd name="connsiteY1" fmla="*/ 5294 h 33170"/>
                        <a:gd name="connsiteX2" fmla="*/ 28833 w 31864"/>
                        <a:gd name="connsiteY2" fmla="*/ 4246 h 33170"/>
                        <a:gd name="connsiteX3" fmla="*/ 25594 w 31864"/>
                        <a:gd name="connsiteY3" fmla="*/ 27487 h 33170"/>
                        <a:gd name="connsiteX4" fmla="*/ 3115 w 31864"/>
                        <a:gd name="connsiteY4" fmla="*/ 28725 h 33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864" h="33170">
                          <a:moveTo>
                            <a:pt x="3115" y="28725"/>
                          </a:moveTo>
                          <a:cubicBezTo>
                            <a:pt x="-2218" y="22344"/>
                            <a:pt x="-504" y="11961"/>
                            <a:pt x="6735" y="5294"/>
                          </a:cubicBezTo>
                          <a:cubicBezTo>
                            <a:pt x="13974" y="-1278"/>
                            <a:pt x="23880" y="-1850"/>
                            <a:pt x="28833" y="4246"/>
                          </a:cubicBezTo>
                          <a:cubicBezTo>
                            <a:pt x="33786" y="10342"/>
                            <a:pt x="32643" y="20439"/>
                            <a:pt x="25594" y="27487"/>
                          </a:cubicBezTo>
                          <a:cubicBezTo>
                            <a:pt x="18641" y="34440"/>
                            <a:pt x="8259" y="35202"/>
                            <a:pt x="3115" y="2872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25" name="Forme libre : forme 1124">
                      <a:extLst>
                        <a:ext uri="{FF2B5EF4-FFF2-40B4-BE49-F238E27FC236}">
                          <a16:creationId xmlns:a16="http://schemas.microsoft.com/office/drawing/2014/main" id="{A6FB0E11-A259-4C15-B045-BF28D96A39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0425" y="4246203"/>
                      <a:ext cx="31690" cy="32725"/>
                    </a:xfrm>
                    <a:custGeom>
                      <a:avLst/>
                      <a:gdLst>
                        <a:gd name="connsiteX0" fmla="*/ 15784 w 31690"/>
                        <a:gd name="connsiteY0" fmla="*/ 16343 h 32725"/>
                        <a:gd name="connsiteX1" fmla="*/ 31690 w 31690"/>
                        <a:gd name="connsiteY1" fmla="*/ 11295 h 32725"/>
                        <a:gd name="connsiteX2" fmla="*/ 28833 w 31690"/>
                        <a:gd name="connsiteY2" fmla="*/ 4246 h 32725"/>
                        <a:gd name="connsiteX3" fmla="*/ 6735 w 31690"/>
                        <a:gd name="connsiteY3" fmla="*/ 5294 h 32725"/>
                        <a:gd name="connsiteX4" fmla="*/ 3115 w 31690"/>
                        <a:gd name="connsiteY4" fmla="*/ 28725 h 32725"/>
                        <a:gd name="connsiteX5" fmla="*/ 9402 w 31690"/>
                        <a:gd name="connsiteY5" fmla="*/ 32726 h 32725"/>
                        <a:gd name="connsiteX6" fmla="*/ 15784 w 31690"/>
                        <a:gd name="connsiteY6" fmla="*/ 16343 h 32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90" h="32725">
                          <a:moveTo>
                            <a:pt x="15784" y="16343"/>
                          </a:moveTo>
                          <a:cubicBezTo>
                            <a:pt x="20641" y="11676"/>
                            <a:pt x="26642" y="10247"/>
                            <a:pt x="31690" y="11295"/>
                          </a:cubicBezTo>
                          <a:cubicBezTo>
                            <a:pt x="31309" y="8723"/>
                            <a:pt x="30452" y="6246"/>
                            <a:pt x="28833" y="4246"/>
                          </a:cubicBezTo>
                          <a:cubicBezTo>
                            <a:pt x="23880" y="-1850"/>
                            <a:pt x="14069" y="-1278"/>
                            <a:pt x="6735" y="5294"/>
                          </a:cubicBezTo>
                          <a:cubicBezTo>
                            <a:pt x="-504" y="11866"/>
                            <a:pt x="-2218" y="22344"/>
                            <a:pt x="3115" y="28725"/>
                          </a:cubicBezTo>
                          <a:cubicBezTo>
                            <a:pt x="4830" y="30726"/>
                            <a:pt x="7021" y="32059"/>
                            <a:pt x="9402" y="32726"/>
                          </a:cubicBezTo>
                          <a:cubicBezTo>
                            <a:pt x="8735" y="27106"/>
                            <a:pt x="11021" y="20915"/>
                            <a:pt x="15784" y="1634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26" name="Forme libre : forme 1125">
                      <a:extLst>
                        <a:ext uri="{FF2B5EF4-FFF2-40B4-BE49-F238E27FC236}">
                          <a16:creationId xmlns:a16="http://schemas.microsoft.com/office/drawing/2014/main" id="{2257FBFD-A9BB-4E9C-B855-F803256688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5620" y="4262274"/>
                      <a:ext cx="14929" cy="14133"/>
                    </a:xfrm>
                    <a:custGeom>
                      <a:avLst/>
                      <a:gdLst>
                        <a:gd name="connsiteX0" fmla="*/ 4397 w 14929"/>
                        <a:gd name="connsiteY0" fmla="*/ 13702 h 14133"/>
                        <a:gd name="connsiteX1" fmla="*/ 682 w 14929"/>
                        <a:gd name="connsiteY1" fmla="*/ 4749 h 14133"/>
                        <a:gd name="connsiteX2" fmla="*/ 10588 w 14929"/>
                        <a:gd name="connsiteY2" fmla="*/ 367 h 14133"/>
                        <a:gd name="connsiteX3" fmla="*/ 14303 w 14929"/>
                        <a:gd name="connsiteY3" fmla="*/ 9226 h 14133"/>
                        <a:gd name="connsiteX4" fmla="*/ 4397 w 14929"/>
                        <a:gd name="connsiteY4" fmla="*/ 13702 h 14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29" h="14133">
                          <a:moveTo>
                            <a:pt x="4397" y="13702"/>
                          </a:moveTo>
                          <a:cubicBezTo>
                            <a:pt x="587" y="12369"/>
                            <a:pt x="-1032" y="8368"/>
                            <a:pt x="682" y="4749"/>
                          </a:cubicBezTo>
                          <a:cubicBezTo>
                            <a:pt x="2397" y="1129"/>
                            <a:pt x="6873" y="-871"/>
                            <a:pt x="10588" y="367"/>
                          </a:cubicBezTo>
                          <a:cubicBezTo>
                            <a:pt x="14303" y="1605"/>
                            <a:pt x="15922" y="5606"/>
                            <a:pt x="14303" y="9226"/>
                          </a:cubicBezTo>
                          <a:cubicBezTo>
                            <a:pt x="12684" y="12845"/>
                            <a:pt x="8112" y="15131"/>
                            <a:pt x="4397" y="1370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27" name="Forme libre : forme 1126">
                      <a:extLst>
                        <a:ext uri="{FF2B5EF4-FFF2-40B4-BE49-F238E27FC236}">
                          <a16:creationId xmlns:a16="http://schemas.microsoft.com/office/drawing/2014/main" id="{671EBCC7-6FC7-4F02-A63C-14A1AAD0AE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06853" y="4265950"/>
                      <a:ext cx="5222" cy="5476"/>
                    </a:xfrm>
                    <a:custGeom>
                      <a:avLst/>
                      <a:gdLst>
                        <a:gd name="connsiteX0" fmla="*/ 498 w 5222"/>
                        <a:gd name="connsiteY0" fmla="*/ 4788 h 5476"/>
                        <a:gd name="connsiteX1" fmla="*/ 1070 w 5222"/>
                        <a:gd name="connsiteY1" fmla="*/ 883 h 5476"/>
                        <a:gd name="connsiteX2" fmla="*/ 4689 w 5222"/>
                        <a:gd name="connsiteY2" fmla="*/ 692 h 5476"/>
                        <a:gd name="connsiteX3" fmla="*/ 4213 w 5222"/>
                        <a:gd name="connsiteY3" fmla="*/ 4502 h 5476"/>
                        <a:gd name="connsiteX4" fmla="*/ 498 w 5222"/>
                        <a:gd name="connsiteY4" fmla="*/ 4788 h 5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22" h="5476">
                          <a:moveTo>
                            <a:pt x="498" y="4788"/>
                          </a:moveTo>
                          <a:cubicBezTo>
                            <a:pt x="-359" y="3740"/>
                            <a:pt x="-73" y="2026"/>
                            <a:pt x="1070" y="883"/>
                          </a:cubicBezTo>
                          <a:cubicBezTo>
                            <a:pt x="2213" y="-260"/>
                            <a:pt x="3832" y="-260"/>
                            <a:pt x="4689" y="692"/>
                          </a:cubicBezTo>
                          <a:cubicBezTo>
                            <a:pt x="5547" y="1645"/>
                            <a:pt x="5356" y="3359"/>
                            <a:pt x="4213" y="4502"/>
                          </a:cubicBezTo>
                          <a:cubicBezTo>
                            <a:pt x="3070" y="5645"/>
                            <a:pt x="1356" y="5836"/>
                            <a:pt x="498" y="478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28" name="Graphique 15">
                    <a:extLst>
                      <a:ext uri="{FF2B5EF4-FFF2-40B4-BE49-F238E27FC236}">
                        <a16:creationId xmlns:a16="http://schemas.microsoft.com/office/drawing/2014/main" id="{98D83C37-7B5B-434A-BC57-27E3F7F6F4A9}"/>
                      </a:ext>
                    </a:extLst>
                  </p:cNvPr>
                  <p:cNvGrpSpPr/>
                  <p:nvPr/>
                </p:nvGrpSpPr>
                <p:grpSpPr>
                  <a:xfrm>
                    <a:off x="9858838" y="4245876"/>
                    <a:ext cx="32558" cy="33184"/>
                    <a:chOff x="9858838" y="4245876"/>
                    <a:chExt cx="32558" cy="33184"/>
                  </a:xfrm>
                  <a:solidFill>
                    <a:schemeClr val="accent1"/>
                  </a:solidFill>
                </p:grpSpPr>
                <p:sp>
                  <p:nvSpPr>
                    <p:cNvPr id="1129" name="Forme libre : forme 1128">
                      <a:extLst>
                        <a:ext uri="{FF2B5EF4-FFF2-40B4-BE49-F238E27FC236}">
                          <a16:creationId xmlns:a16="http://schemas.microsoft.com/office/drawing/2014/main" id="{2FA8DD57-0169-47E8-BF09-29D78825E5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8838" y="4245972"/>
                      <a:ext cx="32558" cy="33089"/>
                    </a:xfrm>
                    <a:custGeom>
                      <a:avLst/>
                      <a:gdLst>
                        <a:gd name="connsiteX0" fmla="*/ 2889 w 32558"/>
                        <a:gd name="connsiteY0" fmla="*/ 28291 h 33089"/>
                        <a:gd name="connsiteX1" fmla="*/ 7175 w 32558"/>
                        <a:gd name="connsiteY1" fmla="*/ 4668 h 33089"/>
                        <a:gd name="connsiteX2" fmla="*/ 29558 w 32558"/>
                        <a:gd name="connsiteY2" fmla="*/ 4764 h 33089"/>
                        <a:gd name="connsiteX3" fmla="*/ 25844 w 32558"/>
                        <a:gd name="connsiteY3" fmla="*/ 28100 h 33089"/>
                        <a:gd name="connsiteX4" fmla="*/ 2889 w 32558"/>
                        <a:gd name="connsiteY4" fmla="*/ 28291 h 33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558" h="33089">
                          <a:moveTo>
                            <a:pt x="2889" y="28291"/>
                          </a:moveTo>
                          <a:cubicBezTo>
                            <a:pt x="-2255" y="21433"/>
                            <a:pt x="-350" y="10955"/>
                            <a:pt x="7175" y="4668"/>
                          </a:cubicBezTo>
                          <a:cubicBezTo>
                            <a:pt x="14795" y="-1713"/>
                            <a:pt x="24510" y="-1428"/>
                            <a:pt x="29558" y="4764"/>
                          </a:cubicBezTo>
                          <a:cubicBezTo>
                            <a:pt x="34702" y="10955"/>
                            <a:pt x="33083" y="21433"/>
                            <a:pt x="25844" y="28100"/>
                          </a:cubicBezTo>
                          <a:cubicBezTo>
                            <a:pt x="18700" y="34672"/>
                            <a:pt x="8318" y="34767"/>
                            <a:pt x="2889" y="2829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30" name="Forme libre : forme 1129">
                      <a:extLst>
                        <a:ext uri="{FF2B5EF4-FFF2-40B4-BE49-F238E27FC236}">
                          <a16:creationId xmlns:a16="http://schemas.microsoft.com/office/drawing/2014/main" id="{B8A435E0-AF7C-41D5-9A8C-3180AD49ED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8838" y="4245876"/>
                      <a:ext cx="32416" cy="32385"/>
                    </a:xfrm>
                    <a:custGeom>
                      <a:avLst/>
                      <a:gdLst>
                        <a:gd name="connsiteX0" fmla="*/ 15938 w 32416"/>
                        <a:gd name="connsiteY0" fmla="*/ 16384 h 32385"/>
                        <a:gd name="connsiteX1" fmla="*/ 32416 w 32416"/>
                        <a:gd name="connsiteY1" fmla="*/ 11907 h 32385"/>
                        <a:gd name="connsiteX2" fmla="*/ 29558 w 32416"/>
                        <a:gd name="connsiteY2" fmla="*/ 4764 h 32385"/>
                        <a:gd name="connsiteX3" fmla="*/ 7175 w 32416"/>
                        <a:gd name="connsiteY3" fmla="*/ 4668 h 32385"/>
                        <a:gd name="connsiteX4" fmla="*/ 2889 w 32416"/>
                        <a:gd name="connsiteY4" fmla="*/ 28290 h 32385"/>
                        <a:gd name="connsiteX5" fmla="*/ 9366 w 32416"/>
                        <a:gd name="connsiteY5" fmla="*/ 32386 h 32385"/>
                        <a:gd name="connsiteX6" fmla="*/ 15938 w 32416"/>
                        <a:gd name="connsiteY6" fmla="*/ 16384 h 323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416" h="32385">
                          <a:moveTo>
                            <a:pt x="15938" y="16384"/>
                          </a:moveTo>
                          <a:cubicBezTo>
                            <a:pt x="20986" y="11907"/>
                            <a:pt x="27273" y="10479"/>
                            <a:pt x="32416" y="11907"/>
                          </a:cubicBezTo>
                          <a:cubicBezTo>
                            <a:pt x="32130" y="9240"/>
                            <a:pt x="31273" y="6764"/>
                            <a:pt x="29558" y="4764"/>
                          </a:cubicBezTo>
                          <a:cubicBezTo>
                            <a:pt x="24415" y="-1428"/>
                            <a:pt x="14700" y="-1713"/>
                            <a:pt x="7175" y="4668"/>
                          </a:cubicBezTo>
                          <a:cubicBezTo>
                            <a:pt x="-350" y="10955"/>
                            <a:pt x="-2255" y="21528"/>
                            <a:pt x="2889" y="28290"/>
                          </a:cubicBezTo>
                          <a:cubicBezTo>
                            <a:pt x="4603" y="30386"/>
                            <a:pt x="6889" y="31624"/>
                            <a:pt x="9366" y="32386"/>
                          </a:cubicBezTo>
                          <a:cubicBezTo>
                            <a:pt x="8699" y="26862"/>
                            <a:pt x="10985" y="20765"/>
                            <a:pt x="15938" y="1638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31" name="Forme libre : forme 1130">
                      <a:extLst>
                        <a:ext uri="{FF2B5EF4-FFF2-40B4-BE49-F238E27FC236}">
                          <a16:creationId xmlns:a16="http://schemas.microsoft.com/office/drawing/2014/main" id="{12599D6E-D27F-456E-8B42-B66FE88D8A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63899" y="4261988"/>
                      <a:ext cx="15352" cy="13950"/>
                    </a:xfrm>
                    <a:custGeom>
                      <a:avLst/>
                      <a:gdLst>
                        <a:gd name="connsiteX0" fmla="*/ 4495 w 15352"/>
                        <a:gd name="connsiteY0" fmla="*/ 13512 h 13950"/>
                        <a:gd name="connsiteX1" fmla="*/ 780 w 15352"/>
                        <a:gd name="connsiteY1" fmla="*/ 4369 h 13950"/>
                        <a:gd name="connsiteX2" fmla="*/ 10877 w 15352"/>
                        <a:gd name="connsiteY2" fmla="*/ 463 h 13950"/>
                        <a:gd name="connsiteX3" fmla="*/ 14687 w 15352"/>
                        <a:gd name="connsiteY3" fmla="*/ 9417 h 13950"/>
                        <a:gd name="connsiteX4" fmla="*/ 4495 w 15352"/>
                        <a:gd name="connsiteY4" fmla="*/ 13512 h 13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2" h="13950">
                          <a:moveTo>
                            <a:pt x="4495" y="13512"/>
                          </a:moveTo>
                          <a:cubicBezTo>
                            <a:pt x="590" y="12179"/>
                            <a:pt x="-1125" y="7988"/>
                            <a:pt x="780" y="4369"/>
                          </a:cubicBezTo>
                          <a:cubicBezTo>
                            <a:pt x="2685" y="749"/>
                            <a:pt x="7067" y="-870"/>
                            <a:pt x="10877" y="463"/>
                          </a:cubicBezTo>
                          <a:cubicBezTo>
                            <a:pt x="14687" y="1797"/>
                            <a:pt x="16401" y="5797"/>
                            <a:pt x="14687" y="9417"/>
                          </a:cubicBezTo>
                          <a:cubicBezTo>
                            <a:pt x="12972" y="13036"/>
                            <a:pt x="8400" y="14846"/>
                            <a:pt x="4495" y="1351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32" name="Forme libre : forme 1131">
                      <a:extLst>
                        <a:ext uri="{FF2B5EF4-FFF2-40B4-BE49-F238E27FC236}">
                          <a16:creationId xmlns:a16="http://schemas.microsoft.com/office/drawing/2014/main" id="{0421F241-C2C7-40AA-A25F-D0F30C9B49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75516" y="4265807"/>
                      <a:ext cx="5378" cy="5384"/>
                    </a:xfrm>
                    <a:custGeom>
                      <a:avLst/>
                      <a:gdLst>
                        <a:gd name="connsiteX0" fmla="*/ 498 w 5378"/>
                        <a:gd name="connsiteY0" fmla="*/ 4645 h 5384"/>
                        <a:gd name="connsiteX1" fmla="*/ 1070 w 5378"/>
                        <a:gd name="connsiteY1" fmla="*/ 835 h 5384"/>
                        <a:gd name="connsiteX2" fmla="*/ 4880 w 5378"/>
                        <a:gd name="connsiteY2" fmla="*/ 740 h 5384"/>
                        <a:gd name="connsiteX3" fmla="*/ 4308 w 5378"/>
                        <a:gd name="connsiteY3" fmla="*/ 4550 h 5384"/>
                        <a:gd name="connsiteX4" fmla="*/ 498 w 5378"/>
                        <a:gd name="connsiteY4" fmla="*/ 4645 h 5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78" h="5384">
                          <a:moveTo>
                            <a:pt x="498" y="4645"/>
                          </a:moveTo>
                          <a:cubicBezTo>
                            <a:pt x="-359" y="3597"/>
                            <a:pt x="-73" y="1883"/>
                            <a:pt x="1070" y="835"/>
                          </a:cubicBezTo>
                          <a:cubicBezTo>
                            <a:pt x="2308" y="-213"/>
                            <a:pt x="3927" y="-308"/>
                            <a:pt x="4880" y="740"/>
                          </a:cubicBezTo>
                          <a:cubicBezTo>
                            <a:pt x="5737" y="1788"/>
                            <a:pt x="5451" y="3502"/>
                            <a:pt x="4308" y="4550"/>
                          </a:cubicBezTo>
                          <a:cubicBezTo>
                            <a:pt x="3070" y="5597"/>
                            <a:pt x="1356" y="5693"/>
                            <a:pt x="498" y="46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133" name="Graphique 15">
                  <a:extLst>
                    <a:ext uri="{FF2B5EF4-FFF2-40B4-BE49-F238E27FC236}">
                      <a16:creationId xmlns:a16="http://schemas.microsoft.com/office/drawing/2014/main" id="{B0015F3E-3409-4CCC-91EF-A652EC81879D}"/>
                    </a:ext>
                  </a:extLst>
                </p:cNvPr>
                <p:cNvGrpSpPr/>
                <p:nvPr/>
              </p:nvGrpSpPr>
              <p:grpSpPr>
                <a:xfrm>
                  <a:off x="9771312" y="4320410"/>
                  <a:ext cx="102529" cy="43367"/>
                  <a:chOff x="9771312" y="4320410"/>
                  <a:chExt cx="102529" cy="43367"/>
                </a:xfrm>
                <a:solidFill>
                  <a:schemeClr val="accent1"/>
                </a:solidFill>
              </p:grpSpPr>
              <p:grpSp>
                <p:nvGrpSpPr>
                  <p:cNvPr id="1134" name="Graphique 15">
                    <a:extLst>
                      <a:ext uri="{FF2B5EF4-FFF2-40B4-BE49-F238E27FC236}">
                        <a16:creationId xmlns:a16="http://schemas.microsoft.com/office/drawing/2014/main" id="{A4FA34D3-7C09-4F07-BE90-08F23B6E557C}"/>
                      </a:ext>
                    </a:extLst>
                  </p:cNvPr>
                  <p:cNvGrpSpPr/>
                  <p:nvPr/>
                </p:nvGrpSpPr>
                <p:grpSpPr>
                  <a:xfrm>
                    <a:off x="9839738" y="4322259"/>
                    <a:ext cx="34103" cy="34596"/>
                    <a:chOff x="9839738" y="4322259"/>
                    <a:chExt cx="34103" cy="34596"/>
                  </a:xfrm>
                  <a:solidFill>
                    <a:schemeClr val="accent1"/>
                  </a:solidFill>
                </p:grpSpPr>
                <p:sp>
                  <p:nvSpPr>
                    <p:cNvPr id="1135" name="Forme libre : forme 1134">
                      <a:extLst>
                        <a:ext uri="{FF2B5EF4-FFF2-40B4-BE49-F238E27FC236}">
                          <a16:creationId xmlns:a16="http://schemas.microsoft.com/office/drawing/2014/main" id="{FAFBAE33-745B-4C78-8CEC-E6933AF99C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39738" y="4322354"/>
                      <a:ext cx="34103" cy="34501"/>
                    </a:xfrm>
                    <a:custGeom>
                      <a:avLst/>
                      <a:gdLst>
                        <a:gd name="connsiteX0" fmla="*/ 8749 w 34103"/>
                        <a:gd name="connsiteY0" fmla="*/ 32870 h 34501"/>
                        <a:gd name="connsiteX1" fmla="*/ 2367 w 34103"/>
                        <a:gd name="connsiteY1" fmla="*/ 9629 h 34501"/>
                        <a:gd name="connsiteX2" fmla="*/ 25513 w 34103"/>
                        <a:gd name="connsiteY2" fmla="*/ 1723 h 34501"/>
                        <a:gd name="connsiteX3" fmla="*/ 31990 w 34103"/>
                        <a:gd name="connsiteY3" fmla="*/ 24393 h 34501"/>
                        <a:gd name="connsiteX4" fmla="*/ 8749 w 34103"/>
                        <a:gd name="connsiteY4" fmla="*/ 32870 h 345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103" h="34501">
                          <a:moveTo>
                            <a:pt x="8749" y="32870"/>
                          </a:moveTo>
                          <a:cubicBezTo>
                            <a:pt x="176" y="28965"/>
                            <a:pt x="-2395" y="18106"/>
                            <a:pt x="2367" y="9629"/>
                          </a:cubicBezTo>
                          <a:cubicBezTo>
                            <a:pt x="7225" y="1057"/>
                            <a:pt x="17607" y="-2372"/>
                            <a:pt x="25513" y="1723"/>
                          </a:cubicBezTo>
                          <a:cubicBezTo>
                            <a:pt x="33609" y="5533"/>
                            <a:pt x="36467" y="15630"/>
                            <a:pt x="31990" y="24393"/>
                          </a:cubicBezTo>
                          <a:cubicBezTo>
                            <a:pt x="27513" y="33061"/>
                            <a:pt x="17226" y="36966"/>
                            <a:pt x="8749" y="3287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36" name="Forme libre : forme 1135">
                      <a:extLst>
                        <a:ext uri="{FF2B5EF4-FFF2-40B4-BE49-F238E27FC236}">
                          <a16:creationId xmlns:a16="http://schemas.microsoft.com/office/drawing/2014/main" id="{29D3E1EC-8FE9-4D5D-92A6-765DFCD284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39738" y="4322259"/>
                      <a:ext cx="31609" cy="34440"/>
                    </a:xfrm>
                    <a:custGeom>
                      <a:avLst/>
                      <a:gdLst>
                        <a:gd name="connsiteX0" fmla="*/ 16655 w 31609"/>
                        <a:gd name="connsiteY0" fmla="*/ 17249 h 34440"/>
                        <a:gd name="connsiteX1" fmla="*/ 31609 w 31609"/>
                        <a:gd name="connsiteY1" fmla="*/ 7248 h 34440"/>
                        <a:gd name="connsiteX2" fmla="*/ 25513 w 31609"/>
                        <a:gd name="connsiteY2" fmla="*/ 1724 h 34440"/>
                        <a:gd name="connsiteX3" fmla="*/ 2367 w 31609"/>
                        <a:gd name="connsiteY3" fmla="*/ 9629 h 34440"/>
                        <a:gd name="connsiteX4" fmla="*/ 8749 w 31609"/>
                        <a:gd name="connsiteY4" fmla="*/ 32870 h 34440"/>
                        <a:gd name="connsiteX5" fmla="*/ 17131 w 31609"/>
                        <a:gd name="connsiteY5" fmla="*/ 34394 h 34440"/>
                        <a:gd name="connsiteX6" fmla="*/ 16655 w 31609"/>
                        <a:gd name="connsiteY6" fmla="*/ 17249 h 344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09" h="34440">
                          <a:moveTo>
                            <a:pt x="16655" y="17249"/>
                          </a:moveTo>
                          <a:cubicBezTo>
                            <a:pt x="19798" y="11344"/>
                            <a:pt x="25704" y="7819"/>
                            <a:pt x="31609" y="7248"/>
                          </a:cubicBezTo>
                          <a:cubicBezTo>
                            <a:pt x="30180" y="4962"/>
                            <a:pt x="28180" y="2962"/>
                            <a:pt x="25513" y="1724"/>
                          </a:cubicBezTo>
                          <a:cubicBezTo>
                            <a:pt x="17607" y="-2372"/>
                            <a:pt x="7320" y="1057"/>
                            <a:pt x="2367" y="9629"/>
                          </a:cubicBezTo>
                          <a:cubicBezTo>
                            <a:pt x="-2395" y="18107"/>
                            <a:pt x="176" y="28965"/>
                            <a:pt x="8749" y="32870"/>
                          </a:cubicBezTo>
                          <a:cubicBezTo>
                            <a:pt x="11416" y="34204"/>
                            <a:pt x="14273" y="34585"/>
                            <a:pt x="17131" y="34394"/>
                          </a:cubicBezTo>
                          <a:cubicBezTo>
                            <a:pt x="13988" y="29536"/>
                            <a:pt x="13607" y="23059"/>
                            <a:pt x="16655" y="1724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37" name="Forme libre : forme 1136">
                      <a:extLst>
                        <a:ext uri="{FF2B5EF4-FFF2-40B4-BE49-F238E27FC236}">
                          <a16:creationId xmlns:a16="http://schemas.microsoft.com/office/drawing/2014/main" id="{257B98CD-84A6-41E8-8140-CA8D52DB83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7813" y="4339697"/>
                      <a:ext cx="16582" cy="14291"/>
                    </a:xfrm>
                    <a:custGeom>
                      <a:avLst/>
                      <a:gdLst>
                        <a:gd name="connsiteX0" fmla="*/ 8008 w 16582"/>
                        <a:gd name="connsiteY0" fmla="*/ 14290 h 14291"/>
                        <a:gd name="connsiteX1" fmla="*/ 7 w 16582"/>
                        <a:gd name="connsiteY1" fmla="*/ 7336 h 14291"/>
                        <a:gd name="connsiteX2" fmla="*/ 8675 w 16582"/>
                        <a:gd name="connsiteY2" fmla="*/ 2 h 14291"/>
                        <a:gd name="connsiteX3" fmla="*/ 16581 w 16582"/>
                        <a:gd name="connsiteY3" fmla="*/ 6860 h 14291"/>
                        <a:gd name="connsiteX4" fmla="*/ 8008 w 16582"/>
                        <a:gd name="connsiteY4" fmla="*/ 14290 h 14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82" h="14291">
                          <a:moveTo>
                            <a:pt x="8008" y="14290"/>
                          </a:moveTo>
                          <a:cubicBezTo>
                            <a:pt x="3436" y="14385"/>
                            <a:pt x="-183" y="11242"/>
                            <a:pt x="7" y="7336"/>
                          </a:cubicBezTo>
                          <a:cubicBezTo>
                            <a:pt x="198" y="3431"/>
                            <a:pt x="4103" y="97"/>
                            <a:pt x="8675" y="2"/>
                          </a:cubicBezTo>
                          <a:cubicBezTo>
                            <a:pt x="13247" y="-93"/>
                            <a:pt x="16676" y="2955"/>
                            <a:pt x="16581" y="6860"/>
                          </a:cubicBezTo>
                          <a:cubicBezTo>
                            <a:pt x="16390" y="10765"/>
                            <a:pt x="12580" y="14194"/>
                            <a:pt x="8008" y="1429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38" name="Forme libre : forme 1137">
                      <a:extLst>
                        <a:ext uri="{FF2B5EF4-FFF2-40B4-BE49-F238E27FC236}">
                          <a16:creationId xmlns:a16="http://schemas.microsoft.com/office/drawing/2014/main" id="{5FD31E13-575C-4415-A860-37E5442540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9766" y="4341153"/>
                      <a:ext cx="5593" cy="5663"/>
                    </a:xfrm>
                    <a:custGeom>
                      <a:avLst/>
                      <a:gdLst>
                        <a:gd name="connsiteX0" fmla="*/ 1484 w 5593"/>
                        <a:gd name="connsiteY0" fmla="*/ 5403 h 5663"/>
                        <a:gd name="connsiteX1" fmla="*/ 341 w 5593"/>
                        <a:gd name="connsiteY1" fmla="*/ 1688 h 5663"/>
                        <a:gd name="connsiteX2" fmla="*/ 4151 w 5593"/>
                        <a:gd name="connsiteY2" fmla="*/ 260 h 5663"/>
                        <a:gd name="connsiteX3" fmla="*/ 5294 w 5593"/>
                        <a:gd name="connsiteY3" fmla="*/ 3975 h 5663"/>
                        <a:gd name="connsiteX4" fmla="*/ 1484 w 5593"/>
                        <a:gd name="connsiteY4" fmla="*/ 5403 h 56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93" h="5663">
                          <a:moveTo>
                            <a:pt x="1484" y="5403"/>
                          </a:moveTo>
                          <a:cubicBezTo>
                            <a:pt x="151" y="4737"/>
                            <a:pt x="-421" y="3117"/>
                            <a:pt x="341" y="1688"/>
                          </a:cubicBezTo>
                          <a:cubicBezTo>
                            <a:pt x="1103" y="260"/>
                            <a:pt x="2818" y="-407"/>
                            <a:pt x="4151" y="260"/>
                          </a:cubicBezTo>
                          <a:cubicBezTo>
                            <a:pt x="5485" y="927"/>
                            <a:pt x="5961" y="2546"/>
                            <a:pt x="5294" y="3975"/>
                          </a:cubicBezTo>
                          <a:cubicBezTo>
                            <a:pt x="4628" y="5403"/>
                            <a:pt x="2913" y="6070"/>
                            <a:pt x="1484" y="540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39" name="Graphique 15">
                    <a:extLst>
                      <a:ext uri="{FF2B5EF4-FFF2-40B4-BE49-F238E27FC236}">
                        <a16:creationId xmlns:a16="http://schemas.microsoft.com/office/drawing/2014/main" id="{8E3539C0-1C3B-4F32-8C0C-9830DCD6FC2E}"/>
                      </a:ext>
                    </a:extLst>
                  </p:cNvPr>
                  <p:cNvGrpSpPr/>
                  <p:nvPr/>
                </p:nvGrpSpPr>
                <p:grpSpPr>
                  <a:xfrm>
                    <a:off x="9805394" y="4320410"/>
                    <a:ext cx="34714" cy="34832"/>
                    <a:chOff x="9805394" y="4320410"/>
                    <a:chExt cx="34714" cy="34832"/>
                  </a:xfrm>
                  <a:solidFill>
                    <a:schemeClr val="accent1"/>
                  </a:solidFill>
                </p:grpSpPr>
                <p:sp>
                  <p:nvSpPr>
                    <p:cNvPr id="1140" name="Forme libre : forme 1139">
                      <a:extLst>
                        <a:ext uri="{FF2B5EF4-FFF2-40B4-BE49-F238E27FC236}">
                          <a16:creationId xmlns:a16="http://schemas.microsoft.com/office/drawing/2014/main" id="{F76F7D54-0ABD-4E87-A978-539931B8DC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5394" y="4320410"/>
                      <a:ext cx="34714" cy="34832"/>
                    </a:xfrm>
                    <a:custGeom>
                      <a:avLst/>
                      <a:gdLst>
                        <a:gd name="connsiteX0" fmla="*/ 8707 w 34714"/>
                        <a:gd name="connsiteY0" fmla="*/ 32719 h 34832"/>
                        <a:gd name="connsiteX1" fmla="*/ 2611 w 34714"/>
                        <a:gd name="connsiteY1" fmla="*/ 9002 h 34832"/>
                        <a:gd name="connsiteX2" fmla="*/ 26424 w 34714"/>
                        <a:gd name="connsiteY2" fmla="*/ 1953 h 34832"/>
                        <a:gd name="connsiteX3" fmla="*/ 32329 w 34714"/>
                        <a:gd name="connsiteY3" fmla="*/ 25385 h 34832"/>
                        <a:gd name="connsiteX4" fmla="*/ 8707 w 34714"/>
                        <a:gd name="connsiteY4" fmla="*/ 32719 h 34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714" h="34832">
                          <a:moveTo>
                            <a:pt x="8707" y="32719"/>
                          </a:moveTo>
                          <a:cubicBezTo>
                            <a:pt x="325" y="28052"/>
                            <a:pt x="-2627" y="17574"/>
                            <a:pt x="2611" y="9002"/>
                          </a:cubicBezTo>
                          <a:cubicBezTo>
                            <a:pt x="7755" y="620"/>
                            <a:pt x="18328" y="-2333"/>
                            <a:pt x="26424" y="1953"/>
                          </a:cubicBezTo>
                          <a:cubicBezTo>
                            <a:pt x="34520" y="6240"/>
                            <a:pt x="37092" y="16717"/>
                            <a:pt x="32329" y="25385"/>
                          </a:cubicBezTo>
                          <a:cubicBezTo>
                            <a:pt x="27662" y="34052"/>
                            <a:pt x="17185" y="37386"/>
                            <a:pt x="8707" y="3271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41" name="Forme libre : forme 1140">
                      <a:extLst>
                        <a:ext uri="{FF2B5EF4-FFF2-40B4-BE49-F238E27FC236}">
                          <a16:creationId xmlns:a16="http://schemas.microsoft.com/office/drawing/2014/main" id="{BDCD00BA-6E85-496D-B2CA-3A903B7A15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5490" y="4320566"/>
                      <a:ext cx="32424" cy="34667"/>
                    </a:xfrm>
                    <a:custGeom>
                      <a:avLst/>
                      <a:gdLst>
                        <a:gd name="connsiteX0" fmla="*/ 17089 w 32424"/>
                        <a:gd name="connsiteY0" fmla="*/ 17132 h 34667"/>
                        <a:gd name="connsiteX1" fmla="*/ 32425 w 32424"/>
                        <a:gd name="connsiteY1" fmla="*/ 7893 h 34667"/>
                        <a:gd name="connsiteX2" fmla="*/ 26424 w 32424"/>
                        <a:gd name="connsiteY2" fmla="*/ 1892 h 34667"/>
                        <a:gd name="connsiteX3" fmla="*/ 2611 w 32424"/>
                        <a:gd name="connsiteY3" fmla="*/ 8941 h 34667"/>
                        <a:gd name="connsiteX4" fmla="*/ 8707 w 32424"/>
                        <a:gd name="connsiteY4" fmla="*/ 32658 h 34667"/>
                        <a:gd name="connsiteX5" fmla="*/ 17089 w 32424"/>
                        <a:gd name="connsiteY5" fmla="*/ 34659 h 34667"/>
                        <a:gd name="connsiteX6" fmla="*/ 17089 w 32424"/>
                        <a:gd name="connsiteY6" fmla="*/ 17132 h 34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424" h="34667">
                          <a:moveTo>
                            <a:pt x="17089" y="17132"/>
                          </a:moveTo>
                          <a:cubicBezTo>
                            <a:pt x="20423" y="11322"/>
                            <a:pt x="26424" y="8084"/>
                            <a:pt x="32425" y="7893"/>
                          </a:cubicBezTo>
                          <a:cubicBezTo>
                            <a:pt x="30996" y="5417"/>
                            <a:pt x="28996" y="3321"/>
                            <a:pt x="26424" y="1892"/>
                          </a:cubicBezTo>
                          <a:cubicBezTo>
                            <a:pt x="18327" y="-2299"/>
                            <a:pt x="7659" y="654"/>
                            <a:pt x="2611" y="8941"/>
                          </a:cubicBezTo>
                          <a:cubicBezTo>
                            <a:pt x="-2627" y="17418"/>
                            <a:pt x="325" y="27991"/>
                            <a:pt x="8707" y="32658"/>
                          </a:cubicBezTo>
                          <a:cubicBezTo>
                            <a:pt x="11374" y="34087"/>
                            <a:pt x="14232" y="34754"/>
                            <a:pt x="17089" y="34659"/>
                          </a:cubicBezTo>
                          <a:cubicBezTo>
                            <a:pt x="14041" y="29420"/>
                            <a:pt x="13756" y="22752"/>
                            <a:pt x="17089" y="1713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42" name="Forme libre : forme 1141">
                      <a:extLst>
                        <a:ext uri="{FF2B5EF4-FFF2-40B4-BE49-F238E27FC236}">
                          <a16:creationId xmlns:a16="http://schemas.microsoft.com/office/drawing/2014/main" id="{315B108E-0F4F-4EC9-8B40-AC50BD4D4B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3610" y="4337785"/>
                      <a:ext cx="16605" cy="14494"/>
                    </a:xfrm>
                    <a:custGeom>
                      <a:avLst/>
                      <a:gdLst>
                        <a:gd name="connsiteX0" fmla="*/ 7921 w 16605"/>
                        <a:gd name="connsiteY0" fmla="*/ 14486 h 14494"/>
                        <a:gd name="connsiteX1" fmla="*/ 16 w 16605"/>
                        <a:gd name="connsiteY1" fmla="*/ 6962 h 14494"/>
                        <a:gd name="connsiteX2" fmla="*/ 8874 w 16605"/>
                        <a:gd name="connsiteY2" fmla="*/ 8 h 14494"/>
                        <a:gd name="connsiteX3" fmla="*/ 16589 w 16605"/>
                        <a:gd name="connsiteY3" fmla="*/ 7438 h 14494"/>
                        <a:gd name="connsiteX4" fmla="*/ 7921 w 16605"/>
                        <a:gd name="connsiteY4" fmla="*/ 14486 h 14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05" h="14494">
                          <a:moveTo>
                            <a:pt x="7921" y="14486"/>
                          </a:moveTo>
                          <a:cubicBezTo>
                            <a:pt x="3349" y="14391"/>
                            <a:pt x="-270" y="10962"/>
                            <a:pt x="16" y="6962"/>
                          </a:cubicBezTo>
                          <a:cubicBezTo>
                            <a:pt x="302" y="2961"/>
                            <a:pt x="4302" y="-182"/>
                            <a:pt x="8874" y="8"/>
                          </a:cubicBezTo>
                          <a:cubicBezTo>
                            <a:pt x="13446" y="104"/>
                            <a:pt x="16875" y="3437"/>
                            <a:pt x="16589" y="7438"/>
                          </a:cubicBezTo>
                          <a:cubicBezTo>
                            <a:pt x="16494" y="11438"/>
                            <a:pt x="12589" y="14677"/>
                            <a:pt x="7921" y="1448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43" name="Forme libre : forme 1142">
                      <a:extLst>
                        <a:ext uri="{FF2B5EF4-FFF2-40B4-BE49-F238E27FC236}">
                          <a16:creationId xmlns:a16="http://schemas.microsoft.com/office/drawing/2014/main" id="{E7B3EAC8-4778-4D9D-A9A4-90A4E28654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25835" y="4339688"/>
                      <a:ext cx="5680" cy="5736"/>
                    </a:xfrm>
                    <a:custGeom>
                      <a:avLst/>
                      <a:gdLst>
                        <a:gd name="connsiteX0" fmla="*/ 1411 w 5680"/>
                        <a:gd name="connsiteY0" fmla="*/ 5440 h 5736"/>
                        <a:gd name="connsiteX1" fmla="*/ 364 w 5680"/>
                        <a:gd name="connsiteY1" fmla="*/ 1535 h 5736"/>
                        <a:gd name="connsiteX2" fmla="*/ 4269 w 5680"/>
                        <a:gd name="connsiteY2" fmla="*/ 297 h 5736"/>
                        <a:gd name="connsiteX3" fmla="*/ 5317 w 5680"/>
                        <a:gd name="connsiteY3" fmla="*/ 4202 h 5736"/>
                        <a:gd name="connsiteX4" fmla="*/ 1411 w 5680"/>
                        <a:gd name="connsiteY4" fmla="*/ 5440 h 57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80" h="5736">
                          <a:moveTo>
                            <a:pt x="1411" y="5440"/>
                          </a:moveTo>
                          <a:cubicBezTo>
                            <a:pt x="78" y="4678"/>
                            <a:pt x="-398" y="2964"/>
                            <a:pt x="364" y="1535"/>
                          </a:cubicBezTo>
                          <a:cubicBezTo>
                            <a:pt x="1126" y="106"/>
                            <a:pt x="2936" y="-370"/>
                            <a:pt x="4269" y="297"/>
                          </a:cubicBezTo>
                          <a:cubicBezTo>
                            <a:pt x="5603" y="1059"/>
                            <a:pt x="6079" y="2773"/>
                            <a:pt x="5317" y="4202"/>
                          </a:cubicBezTo>
                          <a:cubicBezTo>
                            <a:pt x="4555" y="5631"/>
                            <a:pt x="2745" y="6107"/>
                            <a:pt x="1411" y="54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44" name="Graphique 15">
                    <a:extLst>
                      <a:ext uri="{FF2B5EF4-FFF2-40B4-BE49-F238E27FC236}">
                        <a16:creationId xmlns:a16="http://schemas.microsoft.com/office/drawing/2014/main" id="{8D2B8678-DD82-4745-A50F-E6FFF433243C}"/>
                      </a:ext>
                    </a:extLst>
                  </p:cNvPr>
                  <p:cNvGrpSpPr/>
                  <p:nvPr/>
                </p:nvGrpSpPr>
                <p:grpSpPr>
                  <a:xfrm>
                    <a:off x="9771312" y="4328352"/>
                    <a:ext cx="35215" cy="35425"/>
                    <a:chOff x="9771312" y="4328352"/>
                    <a:chExt cx="35215" cy="35425"/>
                  </a:xfrm>
                  <a:solidFill>
                    <a:schemeClr val="accent1"/>
                  </a:solidFill>
                </p:grpSpPr>
                <p:sp>
                  <p:nvSpPr>
                    <p:cNvPr id="1145" name="Forme libre : forme 1144">
                      <a:extLst>
                        <a:ext uri="{FF2B5EF4-FFF2-40B4-BE49-F238E27FC236}">
                          <a16:creationId xmlns:a16="http://schemas.microsoft.com/office/drawing/2014/main" id="{1B751967-9ACA-4F9D-8C84-D943381965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1312" y="4328352"/>
                      <a:ext cx="35215" cy="35425"/>
                    </a:xfrm>
                    <a:custGeom>
                      <a:avLst/>
                      <a:gdLst>
                        <a:gd name="connsiteX0" fmla="*/ 8500 w 35215"/>
                        <a:gd name="connsiteY0" fmla="*/ 33063 h 35425"/>
                        <a:gd name="connsiteX1" fmla="*/ 2689 w 35215"/>
                        <a:gd name="connsiteY1" fmla="*/ 8489 h 35425"/>
                        <a:gd name="connsiteX2" fmla="*/ 26883 w 35215"/>
                        <a:gd name="connsiteY2" fmla="*/ 2488 h 35425"/>
                        <a:gd name="connsiteX3" fmla="*/ 32788 w 35215"/>
                        <a:gd name="connsiteY3" fmla="*/ 26491 h 35425"/>
                        <a:gd name="connsiteX4" fmla="*/ 8500 w 35215"/>
                        <a:gd name="connsiteY4" fmla="*/ 33063 h 35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15" h="35425">
                          <a:moveTo>
                            <a:pt x="8500" y="33063"/>
                          </a:moveTo>
                          <a:cubicBezTo>
                            <a:pt x="118" y="27824"/>
                            <a:pt x="-2549" y="16776"/>
                            <a:pt x="2689" y="8489"/>
                          </a:cubicBezTo>
                          <a:cubicBezTo>
                            <a:pt x="7928" y="202"/>
                            <a:pt x="18882" y="-2465"/>
                            <a:pt x="26883" y="2488"/>
                          </a:cubicBezTo>
                          <a:cubicBezTo>
                            <a:pt x="34789" y="7536"/>
                            <a:pt x="37741" y="17823"/>
                            <a:pt x="32788" y="26491"/>
                          </a:cubicBezTo>
                          <a:cubicBezTo>
                            <a:pt x="28026" y="34873"/>
                            <a:pt x="17072" y="38016"/>
                            <a:pt x="8500" y="3306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46" name="Forme libre : forme 1145">
                      <a:extLst>
                        <a:ext uri="{FF2B5EF4-FFF2-40B4-BE49-F238E27FC236}">
                          <a16:creationId xmlns:a16="http://schemas.microsoft.com/office/drawing/2014/main" id="{4C2EC18A-FF96-4BE6-8D70-C00B77A069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1312" y="4328352"/>
                      <a:ext cx="32883" cy="35349"/>
                    </a:xfrm>
                    <a:custGeom>
                      <a:avLst/>
                      <a:gdLst>
                        <a:gd name="connsiteX0" fmla="*/ 17263 w 32883"/>
                        <a:gd name="connsiteY0" fmla="*/ 17633 h 35349"/>
                        <a:gd name="connsiteX1" fmla="*/ 32884 w 32883"/>
                        <a:gd name="connsiteY1" fmla="*/ 8965 h 35349"/>
                        <a:gd name="connsiteX2" fmla="*/ 26883 w 32883"/>
                        <a:gd name="connsiteY2" fmla="*/ 2488 h 35349"/>
                        <a:gd name="connsiteX3" fmla="*/ 2689 w 32883"/>
                        <a:gd name="connsiteY3" fmla="*/ 8489 h 35349"/>
                        <a:gd name="connsiteX4" fmla="*/ 8500 w 32883"/>
                        <a:gd name="connsiteY4" fmla="*/ 33063 h 35349"/>
                        <a:gd name="connsiteX5" fmla="*/ 17167 w 32883"/>
                        <a:gd name="connsiteY5" fmla="*/ 35349 h 35349"/>
                        <a:gd name="connsiteX6" fmla="*/ 17263 w 32883"/>
                        <a:gd name="connsiteY6" fmla="*/ 17633 h 35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883" h="35349">
                          <a:moveTo>
                            <a:pt x="17263" y="17633"/>
                          </a:moveTo>
                          <a:cubicBezTo>
                            <a:pt x="20787" y="11918"/>
                            <a:pt x="26883" y="8870"/>
                            <a:pt x="32884" y="8965"/>
                          </a:cubicBezTo>
                          <a:cubicBezTo>
                            <a:pt x="31550" y="6393"/>
                            <a:pt x="29550" y="4107"/>
                            <a:pt x="26883" y="2488"/>
                          </a:cubicBezTo>
                          <a:cubicBezTo>
                            <a:pt x="18787" y="-2465"/>
                            <a:pt x="7928" y="202"/>
                            <a:pt x="2689" y="8489"/>
                          </a:cubicBezTo>
                          <a:cubicBezTo>
                            <a:pt x="-2549" y="16776"/>
                            <a:pt x="118" y="27824"/>
                            <a:pt x="8500" y="33063"/>
                          </a:cubicBezTo>
                          <a:cubicBezTo>
                            <a:pt x="11167" y="34778"/>
                            <a:pt x="14215" y="35349"/>
                            <a:pt x="17167" y="35349"/>
                          </a:cubicBezTo>
                          <a:cubicBezTo>
                            <a:pt x="13929" y="30111"/>
                            <a:pt x="13834" y="23253"/>
                            <a:pt x="17263" y="1763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47" name="Forme libre : forme 1146">
                      <a:extLst>
                        <a:ext uri="{FF2B5EF4-FFF2-40B4-BE49-F238E27FC236}">
                          <a16:creationId xmlns:a16="http://schemas.microsoft.com/office/drawing/2014/main" id="{FDAB2519-3270-4FBD-8B8D-61234DD541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9509" y="4346047"/>
                      <a:ext cx="16987" cy="14815"/>
                    </a:xfrm>
                    <a:custGeom>
                      <a:avLst/>
                      <a:gdLst>
                        <a:gd name="connsiteX0" fmla="*/ 7923 w 16987"/>
                        <a:gd name="connsiteY0" fmla="*/ 14797 h 14815"/>
                        <a:gd name="connsiteX1" fmla="*/ 17 w 16987"/>
                        <a:gd name="connsiteY1" fmla="*/ 6701 h 14815"/>
                        <a:gd name="connsiteX2" fmla="*/ 9161 w 16987"/>
                        <a:gd name="connsiteY2" fmla="*/ 33 h 14815"/>
                        <a:gd name="connsiteX3" fmla="*/ 16972 w 16987"/>
                        <a:gd name="connsiteY3" fmla="*/ 7939 h 14815"/>
                        <a:gd name="connsiteX4" fmla="*/ 7923 w 16987"/>
                        <a:gd name="connsiteY4" fmla="*/ 14797 h 14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87" h="14815">
                          <a:moveTo>
                            <a:pt x="7923" y="14797"/>
                          </a:moveTo>
                          <a:cubicBezTo>
                            <a:pt x="3065" y="14606"/>
                            <a:pt x="-269" y="10796"/>
                            <a:pt x="17" y="6701"/>
                          </a:cubicBezTo>
                          <a:cubicBezTo>
                            <a:pt x="398" y="2605"/>
                            <a:pt x="4494" y="-348"/>
                            <a:pt x="9161" y="33"/>
                          </a:cubicBezTo>
                          <a:cubicBezTo>
                            <a:pt x="13733" y="509"/>
                            <a:pt x="17257" y="3938"/>
                            <a:pt x="16972" y="7939"/>
                          </a:cubicBezTo>
                          <a:cubicBezTo>
                            <a:pt x="16686" y="11939"/>
                            <a:pt x="12685" y="15083"/>
                            <a:pt x="7923" y="147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48" name="Forme libre : forme 1147">
                      <a:extLst>
                        <a:ext uri="{FF2B5EF4-FFF2-40B4-BE49-F238E27FC236}">
                          <a16:creationId xmlns:a16="http://schemas.microsoft.com/office/drawing/2014/main" id="{BEE55CCB-6670-4CC3-A410-04E4AD4A00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1767" y="4348363"/>
                      <a:ext cx="5902" cy="5764"/>
                    </a:xfrm>
                    <a:custGeom>
                      <a:avLst/>
                      <a:gdLst>
                        <a:gd name="connsiteX0" fmla="*/ 1475 w 5902"/>
                        <a:gd name="connsiteY0" fmla="*/ 5338 h 5764"/>
                        <a:gd name="connsiteX1" fmla="*/ 427 w 5902"/>
                        <a:gd name="connsiteY1" fmla="*/ 1432 h 5764"/>
                        <a:gd name="connsiteX2" fmla="*/ 4427 w 5902"/>
                        <a:gd name="connsiteY2" fmla="*/ 384 h 5764"/>
                        <a:gd name="connsiteX3" fmla="*/ 5475 w 5902"/>
                        <a:gd name="connsiteY3" fmla="*/ 4290 h 5764"/>
                        <a:gd name="connsiteX4" fmla="*/ 1475 w 5902"/>
                        <a:gd name="connsiteY4" fmla="*/ 5338 h 5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2" h="5764">
                          <a:moveTo>
                            <a:pt x="1475" y="5338"/>
                          </a:moveTo>
                          <a:cubicBezTo>
                            <a:pt x="46" y="4576"/>
                            <a:pt x="-430" y="2766"/>
                            <a:pt x="427" y="1432"/>
                          </a:cubicBezTo>
                          <a:cubicBezTo>
                            <a:pt x="1284" y="4"/>
                            <a:pt x="2999" y="-377"/>
                            <a:pt x="4427" y="384"/>
                          </a:cubicBezTo>
                          <a:cubicBezTo>
                            <a:pt x="5856" y="1147"/>
                            <a:pt x="6333" y="2861"/>
                            <a:pt x="5475" y="4290"/>
                          </a:cubicBezTo>
                          <a:cubicBezTo>
                            <a:pt x="4618" y="5718"/>
                            <a:pt x="2903" y="6195"/>
                            <a:pt x="1475" y="533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149" name="Graphique 15">
                  <a:extLst>
                    <a:ext uri="{FF2B5EF4-FFF2-40B4-BE49-F238E27FC236}">
                      <a16:creationId xmlns:a16="http://schemas.microsoft.com/office/drawing/2014/main" id="{34E09928-5ECC-44B1-8BF7-4414A978071F}"/>
                    </a:ext>
                  </a:extLst>
                </p:cNvPr>
                <p:cNvGrpSpPr/>
                <p:nvPr/>
              </p:nvGrpSpPr>
              <p:grpSpPr>
                <a:xfrm>
                  <a:off x="9726941" y="4430559"/>
                  <a:ext cx="110441" cy="45262"/>
                  <a:chOff x="9726941" y="4430559"/>
                  <a:chExt cx="110441" cy="45262"/>
                </a:xfrm>
                <a:solidFill>
                  <a:schemeClr val="accent1"/>
                </a:solidFill>
              </p:grpSpPr>
              <p:grpSp>
                <p:nvGrpSpPr>
                  <p:cNvPr id="1150" name="Graphique 15">
                    <a:extLst>
                      <a:ext uri="{FF2B5EF4-FFF2-40B4-BE49-F238E27FC236}">
                        <a16:creationId xmlns:a16="http://schemas.microsoft.com/office/drawing/2014/main" id="{370B1CF8-95FC-4C99-BAAB-894B9B6A34E1}"/>
                      </a:ext>
                    </a:extLst>
                  </p:cNvPr>
                  <p:cNvGrpSpPr/>
                  <p:nvPr/>
                </p:nvGrpSpPr>
                <p:grpSpPr>
                  <a:xfrm>
                    <a:off x="9800278" y="4433275"/>
                    <a:ext cx="37104" cy="36392"/>
                    <a:chOff x="9800278" y="4433275"/>
                    <a:chExt cx="37104" cy="36392"/>
                  </a:xfrm>
                  <a:solidFill>
                    <a:schemeClr val="accent1"/>
                  </a:solidFill>
                </p:grpSpPr>
                <p:sp>
                  <p:nvSpPr>
                    <p:cNvPr id="1151" name="Forme libre : forme 1150">
                      <a:extLst>
                        <a:ext uri="{FF2B5EF4-FFF2-40B4-BE49-F238E27FC236}">
                          <a16:creationId xmlns:a16="http://schemas.microsoft.com/office/drawing/2014/main" id="{B80AA61A-BD4A-47EF-8A5E-101E7E0AC9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0333" y="4433317"/>
                      <a:ext cx="37049" cy="36350"/>
                    </a:xfrm>
                    <a:custGeom>
                      <a:avLst/>
                      <a:gdLst>
                        <a:gd name="connsiteX0" fmla="*/ 11388 w 37049"/>
                        <a:gd name="connsiteY0" fmla="*/ 34493 h 36350"/>
                        <a:gd name="connsiteX1" fmla="*/ 1577 w 37049"/>
                        <a:gd name="connsiteY1" fmla="*/ 9823 h 36350"/>
                        <a:gd name="connsiteX2" fmla="*/ 25771 w 37049"/>
                        <a:gd name="connsiteY2" fmla="*/ 1917 h 36350"/>
                        <a:gd name="connsiteX3" fmla="*/ 35676 w 37049"/>
                        <a:gd name="connsiteY3" fmla="*/ 25920 h 36350"/>
                        <a:gd name="connsiteX4" fmla="*/ 11388 w 37049"/>
                        <a:gd name="connsiteY4" fmla="*/ 34493 h 363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049" h="36350">
                          <a:moveTo>
                            <a:pt x="11388" y="34493"/>
                          </a:moveTo>
                          <a:cubicBezTo>
                            <a:pt x="1577" y="30206"/>
                            <a:pt x="-2519" y="18681"/>
                            <a:pt x="1577" y="9823"/>
                          </a:cubicBezTo>
                          <a:cubicBezTo>
                            <a:pt x="5863" y="869"/>
                            <a:pt x="16626" y="-2464"/>
                            <a:pt x="25771" y="1917"/>
                          </a:cubicBezTo>
                          <a:cubicBezTo>
                            <a:pt x="35105" y="6108"/>
                            <a:pt x="39487" y="16776"/>
                            <a:pt x="35676" y="25920"/>
                          </a:cubicBezTo>
                          <a:cubicBezTo>
                            <a:pt x="31866" y="35064"/>
                            <a:pt x="21103" y="38969"/>
                            <a:pt x="11388" y="3449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52" name="Forme libre : forme 1151">
                      <a:extLst>
                        <a:ext uri="{FF2B5EF4-FFF2-40B4-BE49-F238E27FC236}">
                          <a16:creationId xmlns:a16="http://schemas.microsoft.com/office/drawing/2014/main" id="{F9CEFF53-70ED-40FA-A4ED-BF6A9530E0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0278" y="4433275"/>
                      <a:ext cx="33255" cy="36289"/>
                    </a:xfrm>
                    <a:custGeom>
                      <a:avLst/>
                      <a:gdLst>
                        <a:gd name="connsiteX0" fmla="*/ 18111 w 33255"/>
                        <a:gd name="connsiteY0" fmla="*/ 18151 h 36289"/>
                        <a:gd name="connsiteX1" fmla="*/ 33255 w 33255"/>
                        <a:gd name="connsiteY1" fmla="*/ 7960 h 36289"/>
                        <a:gd name="connsiteX2" fmla="*/ 25826 w 33255"/>
                        <a:gd name="connsiteY2" fmla="*/ 1959 h 36289"/>
                        <a:gd name="connsiteX3" fmla="*/ 1632 w 33255"/>
                        <a:gd name="connsiteY3" fmla="*/ 9865 h 36289"/>
                        <a:gd name="connsiteX4" fmla="*/ 11443 w 33255"/>
                        <a:gd name="connsiteY4" fmla="*/ 34534 h 36289"/>
                        <a:gd name="connsiteX5" fmla="*/ 20778 w 33255"/>
                        <a:gd name="connsiteY5" fmla="*/ 36249 h 36289"/>
                        <a:gd name="connsiteX6" fmla="*/ 18111 w 33255"/>
                        <a:gd name="connsiteY6" fmla="*/ 18151 h 36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55" h="36289">
                          <a:moveTo>
                            <a:pt x="18111" y="18151"/>
                          </a:moveTo>
                          <a:cubicBezTo>
                            <a:pt x="20873" y="12056"/>
                            <a:pt x="26778" y="8436"/>
                            <a:pt x="33255" y="7960"/>
                          </a:cubicBezTo>
                          <a:cubicBezTo>
                            <a:pt x="31350" y="5483"/>
                            <a:pt x="28969" y="3388"/>
                            <a:pt x="25826" y="1959"/>
                          </a:cubicBezTo>
                          <a:cubicBezTo>
                            <a:pt x="16682" y="-2518"/>
                            <a:pt x="5823" y="911"/>
                            <a:pt x="1632" y="9865"/>
                          </a:cubicBezTo>
                          <a:cubicBezTo>
                            <a:pt x="-2559" y="18723"/>
                            <a:pt x="1537" y="30248"/>
                            <a:pt x="11443" y="34534"/>
                          </a:cubicBezTo>
                          <a:cubicBezTo>
                            <a:pt x="14491" y="35963"/>
                            <a:pt x="17729" y="36440"/>
                            <a:pt x="20778" y="36249"/>
                          </a:cubicBezTo>
                          <a:cubicBezTo>
                            <a:pt x="16682" y="31010"/>
                            <a:pt x="15444" y="24248"/>
                            <a:pt x="18111" y="1815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53" name="Forme libre : forme 1152">
                      <a:extLst>
                        <a:ext uri="{FF2B5EF4-FFF2-40B4-BE49-F238E27FC236}">
                          <a16:creationId xmlns:a16="http://schemas.microsoft.com/office/drawing/2014/main" id="{4F4B19F5-6876-4322-8DBA-16C149C5F6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9991" y="4451522"/>
                      <a:ext cx="17937" cy="15144"/>
                    </a:xfrm>
                    <a:custGeom>
                      <a:avLst/>
                      <a:gdLst>
                        <a:gd name="connsiteX0" fmla="*/ 9540 w 17937"/>
                        <a:gd name="connsiteY0" fmla="*/ 15145 h 15144"/>
                        <a:gd name="connsiteX1" fmla="*/ 15 w 17937"/>
                        <a:gd name="connsiteY1" fmla="*/ 7620 h 15144"/>
                        <a:gd name="connsiteX2" fmla="*/ 8492 w 17937"/>
                        <a:gd name="connsiteY2" fmla="*/ 0 h 15144"/>
                        <a:gd name="connsiteX3" fmla="*/ 17922 w 17937"/>
                        <a:gd name="connsiteY3" fmla="*/ 7429 h 15144"/>
                        <a:gd name="connsiteX4" fmla="*/ 9540 w 17937"/>
                        <a:gd name="connsiteY4" fmla="*/ 15145 h 15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37" h="15144">
                          <a:moveTo>
                            <a:pt x="9540" y="15145"/>
                          </a:moveTo>
                          <a:cubicBezTo>
                            <a:pt x="4587" y="15145"/>
                            <a:pt x="301" y="11811"/>
                            <a:pt x="15" y="7620"/>
                          </a:cubicBezTo>
                          <a:cubicBezTo>
                            <a:pt x="-271" y="3429"/>
                            <a:pt x="3539" y="95"/>
                            <a:pt x="8492" y="0"/>
                          </a:cubicBezTo>
                          <a:cubicBezTo>
                            <a:pt x="13445" y="0"/>
                            <a:pt x="17636" y="3238"/>
                            <a:pt x="17922" y="7429"/>
                          </a:cubicBezTo>
                          <a:cubicBezTo>
                            <a:pt x="18208" y="11621"/>
                            <a:pt x="14493" y="15145"/>
                            <a:pt x="9540" y="1514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54" name="Forme libre : forme 1153">
                      <a:extLst>
                        <a:ext uri="{FF2B5EF4-FFF2-40B4-BE49-F238E27FC236}">
                          <a16:creationId xmlns:a16="http://schemas.microsoft.com/office/drawing/2014/main" id="{2C3409C7-6E87-4C87-813A-75C20C3308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22675" y="4453247"/>
                      <a:ext cx="6052" cy="6021"/>
                    </a:xfrm>
                    <a:custGeom>
                      <a:avLst/>
                      <a:gdLst>
                        <a:gd name="connsiteX0" fmla="*/ 1904 w 6052"/>
                        <a:gd name="connsiteY0" fmla="*/ 5704 h 6021"/>
                        <a:gd name="connsiteX1" fmla="*/ 190 w 6052"/>
                        <a:gd name="connsiteY1" fmla="*/ 1704 h 6021"/>
                        <a:gd name="connsiteX2" fmla="*/ 4190 w 6052"/>
                        <a:gd name="connsiteY2" fmla="*/ 275 h 6021"/>
                        <a:gd name="connsiteX3" fmla="*/ 5810 w 6052"/>
                        <a:gd name="connsiteY3" fmla="*/ 4276 h 6021"/>
                        <a:gd name="connsiteX4" fmla="*/ 1904 w 6052"/>
                        <a:gd name="connsiteY4" fmla="*/ 5704 h 6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2" h="6021">
                          <a:moveTo>
                            <a:pt x="1904" y="5704"/>
                          </a:moveTo>
                          <a:cubicBezTo>
                            <a:pt x="380" y="5037"/>
                            <a:pt x="-382" y="3228"/>
                            <a:pt x="190" y="1704"/>
                          </a:cubicBezTo>
                          <a:cubicBezTo>
                            <a:pt x="761" y="180"/>
                            <a:pt x="2666" y="-392"/>
                            <a:pt x="4190" y="275"/>
                          </a:cubicBezTo>
                          <a:cubicBezTo>
                            <a:pt x="5714" y="942"/>
                            <a:pt x="6476" y="2752"/>
                            <a:pt x="5810" y="4276"/>
                          </a:cubicBezTo>
                          <a:cubicBezTo>
                            <a:pt x="5143" y="5800"/>
                            <a:pt x="3523" y="6466"/>
                            <a:pt x="1904" y="57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55" name="Graphique 15">
                    <a:extLst>
                      <a:ext uri="{FF2B5EF4-FFF2-40B4-BE49-F238E27FC236}">
                        <a16:creationId xmlns:a16="http://schemas.microsoft.com/office/drawing/2014/main" id="{9046FCA6-50D6-4AD8-9343-9C58187A9124}"/>
                      </a:ext>
                    </a:extLst>
                  </p:cNvPr>
                  <p:cNvGrpSpPr/>
                  <p:nvPr/>
                </p:nvGrpSpPr>
                <p:grpSpPr>
                  <a:xfrm>
                    <a:off x="9762712" y="4430559"/>
                    <a:ext cx="37830" cy="36828"/>
                    <a:chOff x="9762712" y="4430559"/>
                    <a:chExt cx="37830" cy="36828"/>
                  </a:xfrm>
                  <a:solidFill>
                    <a:schemeClr val="accent1"/>
                  </a:solidFill>
                </p:grpSpPr>
                <p:sp>
                  <p:nvSpPr>
                    <p:cNvPr id="1156" name="Forme libre : forme 1155">
                      <a:extLst>
                        <a:ext uri="{FF2B5EF4-FFF2-40B4-BE49-F238E27FC236}">
                          <a16:creationId xmlns:a16="http://schemas.microsoft.com/office/drawing/2014/main" id="{A2DAE044-534E-4231-9486-599BC647AF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62808" y="4430654"/>
                      <a:ext cx="37734" cy="36733"/>
                    </a:xfrm>
                    <a:custGeom>
                      <a:avLst/>
                      <a:gdLst>
                        <a:gd name="connsiteX0" fmla="*/ 11289 w 37734"/>
                        <a:gd name="connsiteY0" fmla="*/ 34394 h 36733"/>
                        <a:gd name="connsiteX1" fmla="*/ 1859 w 37734"/>
                        <a:gd name="connsiteY1" fmla="*/ 9248 h 36733"/>
                        <a:gd name="connsiteX2" fmla="*/ 26815 w 37734"/>
                        <a:gd name="connsiteY2" fmla="*/ 2199 h 36733"/>
                        <a:gd name="connsiteX3" fmla="*/ 36149 w 37734"/>
                        <a:gd name="connsiteY3" fmla="*/ 27059 h 36733"/>
                        <a:gd name="connsiteX4" fmla="*/ 11289 w 37734"/>
                        <a:gd name="connsiteY4" fmla="*/ 34394 h 367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734" h="36733">
                          <a:moveTo>
                            <a:pt x="11289" y="34394"/>
                          </a:moveTo>
                          <a:cubicBezTo>
                            <a:pt x="1669" y="29345"/>
                            <a:pt x="-2808" y="18106"/>
                            <a:pt x="1859" y="9248"/>
                          </a:cubicBezTo>
                          <a:cubicBezTo>
                            <a:pt x="6336" y="485"/>
                            <a:pt x="17481" y="-2468"/>
                            <a:pt x="26815" y="2199"/>
                          </a:cubicBezTo>
                          <a:cubicBezTo>
                            <a:pt x="36149" y="6962"/>
                            <a:pt x="40245" y="18011"/>
                            <a:pt x="36149" y="27059"/>
                          </a:cubicBezTo>
                          <a:cubicBezTo>
                            <a:pt x="32054" y="36013"/>
                            <a:pt x="21005" y="39442"/>
                            <a:pt x="11289" y="3439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57" name="Forme libre : forme 1156">
                      <a:extLst>
                        <a:ext uri="{FF2B5EF4-FFF2-40B4-BE49-F238E27FC236}">
                          <a16:creationId xmlns:a16="http://schemas.microsoft.com/office/drawing/2014/main" id="{F27637AA-27EE-46E7-976E-5E31DA5F65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62712" y="4430559"/>
                      <a:ext cx="34149" cy="36679"/>
                    </a:xfrm>
                    <a:custGeom>
                      <a:avLst/>
                      <a:gdLst>
                        <a:gd name="connsiteX0" fmla="*/ 18623 w 34149"/>
                        <a:gd name="connsiteY0" fmla="*/ 18201 h 36679"/>
                        <a:gd name="connsiteX1" fmla="*/ 34149 w 34149"/>
                        <a:gd name="connsiteY1" fmla="*/ 8676 h 36679"/>
                        <a:gd name="connsiteX2" fmla="*/ 26815 w 34149"/>
                        <a:gd name="connsiteY2" fmla="*/ 2199 h 36679"/>
                        <a:gd name="connsiteX3" fmla="*/ 1859 w 34149"/>
                        <a:gd name="connsiteY3" fmla="*/ 9247 h 36679"/>
                        <a:gd name="connsiteX4" fmla="*/ 11289 w 34149"/>
                        <a:gd name="connsiteY4" fmla="*/ 34394 h 36679"/>
                        <a:gd name="connsiteX5" fmla="*/ 20624 w 34149"/>
                        <a:gd name="connsiteY5" fmla="*/ 36679 h 36679"/>
                        <a:gd name="connsiteX6" fmla="*/ 18623 w 34149"/>
                        <a:gd name="connsiteY6" fmla="*/ 18201 h 366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149" h="36679">
                          <a:moveTo>
                            <a:pt x="18623" y="18201"/>
                          </a:moveTo>
                          <a:cubicBezTo>
                            <a:pt x="21576" y="12105"/>
                            <a:pt x="27672" y="8771"/>
                            <a:pt x="34149" y="8676"/>
                          </a:cubicBezTo>
                          <a:cubicBezTo>
                            <a:pt x="32340" y="6009"/>
                            <a:pt x="29863" y="3818"/>
                            <a:pt x="26815" y="2199"/>
                          </a:cubicBezTo>
                          <a:cubicBezTo>
                            <a:pt x="17481" y="-2468"/>
                            <a:pt x="6336" y="485"/>
                            <a:pt x="1859" y="9247"/>
                          </a:cubicBezTo>
                          <a:cubicBezTo>
                            <a:pt x="-2808" y="18201"/>
                            <a:pt x="1669" y="29345"/>
                            <a:pt x="11289" y="34394"/>
                          </a:cubicBezTo>
                          <a:cubicBezTo>
                            <a:pt x="14337" y="36013"/>
                            <a:pt x="17576" y="36679"/>
                            <a:pt x="20624" y="36679"/>
                          </a:cubicBezTo>
                          <a:cubicBezTo>
                            <a:pt x="16814" y="31250"/>
                            <a:pt x="15766" y="24202"/>
                            <a:pt x="18623" y="1820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58" name="Forme libre : forme 1157">
                      <a:extLst>
                        <a:ext uri="{FF2B5EF4-FFF2-40B4-BE49-F238E27FC236}">
                          <a16:creationId xmlns:a16="http://schemas.microsoft.com/office/drawing/2014/main" id="{EB771957-6790-44EF-8A2A-431D367D67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2566" y="4448943"/>
                      <a:ext cx="18118" cy="15351"/>
                    </a:xfrm>
                    <a:custGeom>
                      <a:avLst/>
                      <a:gdLst>
                        <a:gd name="connsiteX0" fmla="*/ 9436 w 18118"/>
                        <a:gd name="connsiteY0" fmla="*/ 15343 h 15351"/>
                        <a:gd name="connsiteX1" fmla="*/ 7 w 18118"/>
                        <a:gd name="connsiteY1" fmla="*/ 7247 h 15351"/>
                        <a:gd name="connsiteX2" fmla="*/ 8769 w 18118"/>
                        <a:gd name="connsiteY2" fmla="*/ 8 h 15351"/>
                        <a:gd name="connsiteX3" fmla="*/ 18104 w 18118"/>
                        <a:gd name="connsiteY3" fmla="*/ 8009 h 15351"/>
                        <a:gd name="connsiteX4" fmla="*/ 9436 w 18118"/>
                        <a:gd name="connsiteY4" fmla="*/ 15343 h 15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118" h="15351">
                          <a:moveTo>
                            <a:pt x="9436" y="15343"/>
                          </a:moveTo>
                          <a:cubicBezTo>
                            <a:pt x="4388" y="15153"/>
                            <a:pt x="197" y="11438"/>
                            <a:pt x="7" y="7247"/>
                          </a:cubicBezTo>
                          <a:cubicBezTo>
                            <a:pt x="-184" y="3056"/>
                            <a:pt x="3816" y="-183"/>
                            <a:pt x="8769" y="8"/>
                          </a:cubicBezTo>
                          <a:cubicBezTo>
                            <a:pt x="13722" y="198"/>
                            <a:pt x="17913" y="3818"/>
                            <a:pt x="18104" y="8009"/>
                          </a:cubicBezTo>
                          <a:cubicBezTo>
                            <a:pt x="18390" y="12295"/>
                            <a:pt x="14484" y="15534"/>
                            <a:pt x="9436" y="1534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59" name="Forme libre : forme 1158">
                      <a:extLst>
                        <a:ext uri="{FF2B5EF4-FFF2-40B4-BE49-F238E27FC236}">
                          <a16:creationId xmlns:a16="http://schemas.microsoft.com/office/drawing/2014/main" id="{B6141E9A-9645-4671-A035-3B836E8835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85514" y="4451088"/>
                      <a:ext cx="6217" cy="6030"/>
                    </a:xfrm>
                    <a:custGeom>
                      <a:avLst/>
                      <a:gdLst>
                        <a:gd name="connsiteX0" fmla="*/ 1823 w 6217"/>
                        <a:gd name="connsiteY0" fmla="*/ 5673 h 6030"/>
                        <a:gd name="connsiteX1" fmla="*/ 299 w 6217"/>
                        <a:gd name="connsiteY1" fmla="*/ 1577 h 6030"/>
                        <a:gd name="connsiteX2" fmla="*/ 4395 w 6217"/>
                        <a:gd name="connsiteY2" fmla="*/ 339 h 6030"/>
                        <a:gd name="connsiteX3" fmla="*/ 5919 w 6217"/>
                        <a:gd name="connsiteY3" fmla="*/ 4435 h 6030"/>
                        <a:gd name="connsiteX4" fmla="*/ 1823 w 6217"/>
                        <a:gd name="connsiteY4" fmla="*/ 5673 h 6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17" h="6030">
                          <a:moveTo>
                            <a:pt x="1823" y="5673"/>
                          </a:moveTo>
                          <a:cubicBezTo>
                            <a:pt x="299" y="4911"/>
                            <a:pt x="-463" y="3006"/>
                            <a:pt x="299" y="1577"/>
                          </a:cubicBezTo>
                          <a:cubicBezTo>
                            <a:pt x="1061" y="148"/>
                            <a:pt x="2775" y="-423"/>
                            <a:pt x="4395" y="339"/>
                          </a:cubicBezTo>
                          <a:cubicBezTo>
                            <a:pt x="5919" y="1101"/>
                            <a:pt x="6681" y="3006"/>
                            <a:pt x="5919" y="4435"/>
                          </a:cubicBezTo>
                          <a:cubicBezTo>
                            <a:pt x="5252" y="5959"/>
                            <a:pt x="3442" y="6435"/>
                            <a:pt x="1823" y="56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60" name="Graphique 15">
                    <a:extLst>
                      <a:ext uri="{FF2B5EF4-FFF2-40B4-BE49-F238E27FC236}">
                        <a16:creationId xmlns:a16="http://schemas.microsoft.com/office/drawing/2014/main" id="{8D363FEA-2F48-4D28-A5BB-CFC581C03211}"/>
                      </a:ext>
                    </a:extLst>
                  </p:cNvPr>
                  <p:cNvGrpSpPr/>
                  <p:nvPr/>
                </p:nvGrpSpPr>
                <p:grpSpPr>
                  <a:xfrm>
                    <a:off x="9726941" y="4438207"/>
                    <a:ext cx="38180" cy="37615"/>
                    <a:chOff x="9726941" y="4438207"/>
                    <a:chExt cx="38180" cy="37615"/>
                  </a:xfrm>
                  <a:solidFill>
                    <a:schemeClr val="accent1"/>
                  </a:solidFill>
                </p:grpSpPr>
                <p:sp>
                  <p:nvSpPr>
                    <p:cNvPr id="1161" name="Forme libre : forme 1160">
                      <a:extLst>
                        <a:ext uri="{FF2B5EF4-FFF2-40B4-BE49-F238E27FC236}">
                          <a16:creationId xmlns:a16="http://schemas.microsoft.com/office/drawing/2014/main" id="{289B8667-3F47-4C8D-A2EF-8B5DFFC5BF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6941" y="4438207"/>
                      <a:ext cx="38180" cy="37615"/>
                    </a:xfrm>
                    <a:custGeom>
                      <a:avLst/>
                      <a:gdLst>
                        <a:gd name="connsiteX0" fmla="*/ 11057 w 38180"/>
                        <a:gd name="connsiteY0" fmla="*/ 34937 h 37615"/>
                        <a:gd name="connsiteX1" fmla="*/ 1912 w 38180"/>
                        <a:gd name="connsiteY1" fmla="*/ 8744 h 37615"/>
                        <a:gd name="connsiteX2" fmla="*/ 27249 w 38180"/>
                        <a:gd name="connsiteY2" fmla="*/ 2838 h 37615"/>
                        <a:gd name="connsiteX3" fmla="*/ 36583 w 38180"/>
                        <a:gd name="connsiteY3" fmla="*/ 28365 h 37615"/>
                        <a:gd name="connsiteX4" fmla="*/ 11057 w 38180"/>
                        <a:gd name="connsiteY4" fmla="*/ 34937 h 37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80" h="37615">
                          <a:moveTo>
                            <a:pt x="11057" y="34937"/>
                          </a:moveTo>
                          <a:cubicBezTo>
                            <a:pt x="1436" y="29318"/>
                            <a:pt x="-2755" y="17507"/>
                            <a:pt x="1912" y="8744"/>
                          </a:cubicBezTo>
                          <a:cubicBezTo>
                            <a:pt x="6580" y="-19"/>
                            <a:pt x="18010" y="-2591"/>
                            <a:pt x="27249" y="2838"/>
                          </a:cubicBezTo>
                          <a:cubicBezTo>
                            <a:pt x="36393" y="8363"/>
                            <a:pt x="40774" y="19316"/>
                            <a:pt x="36583" y="28365"/>
                          </a:cubicBezTo>
                          <a:cubicBezTo>
                            <a:pt x="32392" y="37223"/>
                            <a:pt x="20962" y="40367"/>
                            <a:pt x="11057" y="3493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62" name="Forme libre : forme 1161">
                      <a:extLst>
                        <a:ext uri="{FF2B5EF4-FFF2-40B4-BE49-F238E27FC236}">
                          <a16:creationId xmlns:a16="http://schemas.microsoft.com/office/drawing/2014/main" id="{F9B51352-915D-4435-8184-F616194A32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6941" y="4438272"/>
                      <a:ext cx="34487" cy="37444"/>
                    </a:xfrm>
                    <a:custGeom>
                      <a:avLst/>
                      <a:gdLst>
                        <a:gd name="connsiteX0" fmla="*/ 18676 w 34487"/>
                        <a:gd name="connsiteY0" fmla="*/ 18680 h 37444"/>
                        <a:gd name="connsiteX1" fmla="*/ 34488 w 34487"/>
                        <a:gd name="connsiteY1" fmla="*/ 9822 h 37444"/>
                        <a:gd name="connsiteX2" fmla="*/ 27249 w 34487"/>
                        <a:gd name="connsiteY2" fmla="*/ 2773 h 37444"/>
                        <a:gd name="connsiteX3" fmla="*/ 1912 w 34487"/>
                        <a:gd name="connsiteY3" fmla="*/ 8678 h 37444"/>
                        <a:gd name="connsiteX4" fmla="*/ 11057 w 34487"/>
                        <a:gd name="connsiteY4" fmla="*/ 34872 h 37444"/>
                        <a:gd name="connsiteX5" fmla="*/ 20677 w 34487"/>
                        <a:gd name="connsiteY5" fmla="*/ 37444 h 37444"/>
                        <a:gd name="connsiteX6" fmla="*/ 18676 w 34487"/>
                        <a:gd name="connsiteY6" fmla="*/ 18680 h 374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87" h="37444">
                          <a:moveTo>
                            <a:pt x="18676" y="18680"/>
                          </a:moveTo>
                          <a:cubicBezTo>
                            <a:pt x="21724" y="12679"/>
                            <a:pt x="28011" y="9536"/>
                            <a:pt x="34488" y="9822"/>
                          </a:cubicBezTo>
                          <a:cubicBezTo>
                            <a:pt x="32678" y="7059"/>
                            <a:pt x="30297" y="4583"/>
                            <a:pt x="27249" y="2773"/>
                          </a:cubicBezTo>
                          <a:cubicBezTo>
                            <a:pt x="17915" y="-2561"/>
                            <a:pt x="6580" y="11"/>
                            <a:pt x="1912" y="8678"/>
                          </a:cubicBezTo>
                          <a:cubicBezTo>
                            <a:pt x="-2755" y="17346"/>
                            <a:pt x="1436" y="29157"/>
                            <a:pt x="11057" y="34872"/>
                          </a:cubicBezTo>
                          <a:cubicBezTo>
                            <a:pt x="14104" y="36682"/>
                            <a:pt x="17438" y="37349"/>
                            <a:pt x="20677" y="37444"/>
                          </a:cubicBezTo>
                          <a:cubicBezTo>
                            <a:pt x="16581" y="31919"/>
                            <a:pt x="15724" y="24585"/>
                            <a:pt x="18676" y="1868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63" name="Forme libre : forme 1162">
                      <a:extLst>
                        <a:ext uri="{FF2B5EF4-FFF2-40B4-BE49-F238E27FC236}">
                          <a16:creationId xmlns:a16="http://schemas.microsoft.com/office/drawing/2014/main" id="{FCAF90ED-79F7-4EDF-A4D3-BDD19E6DB1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6757" y="4456998"/>
                      <a:ext cx="18386" cy="15700"/>
                    </a:xfrm>
                    <a:custGeom>
                      <a:avLst/>
                      <a:gdLst>
                        <a:gd name="connsiteX0" fmla="*/ 9431 w 18386"/>
                        <a:gd name="connsiteY0" fmla="*/ 15670 h 15700"/>
                        <a:gd name="connsiteX1" fmla="*/ 2 w 18386"/>
                        <a:gd name="connsiteY1" fmla="*/ 7002 h 15700"/>
                        <a:gd name="connsiteX2" fmla="*/ 8955 w 18386"/>
                        <a:gd name="connsiteY2" fmla="*/ 49 h 15700"/>
                        <a:gd name="connsiteX3" fmla="*/ 18385 w 18386"/>
                        <a:gd name="connsiteY3" fmla="*/ 8526 h 15700"/>
                        <a:gd name="connsiteX4" fmla="*/ 9431 w 18386"/>
                        <a:gd name="connsiteY4" fmla="*/ 15670 h 15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386" h="15700">
                          <a:moveTo>
                            <a:pt x="9431" y="15670"/>
                          </a:moveTo>
                          <a:cubicBezTo>
                            <a:pt x="4193" y="15384"/>
                            <a:pt x="97" y="11288"/>
                            <a:pt x="2" y="7002"/>
                          </a:cubicBezTo>
                          <a:cubicBezTo>
                            <a:pt x="-94" y="2621"/>
                            <a:pt x="4002" y="-427"/>
                            <a:pt x="8955" y="49"/>
                          </a:cubicBezTo>
                          <a:cubicBezTo>
                            <a:pt x="13908" y="620"/>
                            <a:pt x="18099" y="4335"/>
                            <a:pt x="18385" y="8526"/>
                          </a:cubicBezTo>
                          <a:cubicBezTo>
                            <a:pt x="18480" y="12812"/>
                            <a:pt x="14575" y="16051"/>
                            <a:pt x="9431" y="1567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64" name="Forme libre : forme 1163">
                      <a:extLst>
                        <a:ext uri="{FF2B5EF4-FFF2-40B4-BE49-F238E27FC236}">
                          <a16:creationId xmlns:a16="http://schemas.microsoft.com/office/drawing/2014/main" id="{03C206D2-AA0A-42A9-A133-F3F26AC99D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9701" y="4459573"/>
                      <a:ext cx="6363" cy="6092"/>
                    </a:xfrm>
                    <a:custGeom>
                      <a:avLst/>
                      <a:gdLst>
                        <a:gd name="connsiteX0" fmla="*/ 1916 w 6363"/>
                        <a:gd name="connsiteY0" fmla="*/ 5666 h 6092"/>
                        <a:gd name="connsiteX1" fmla="*/ 297 w 6363"/>
                        <a:gd name="connsiteY1" fmla="*/ 1475 h 6092"/>
                        <a:gd name="connsiteX2" fmla="*/ 4488 w 6363"/>
                        <a:gd name="connsiteY2" fmla="*/ 427 h 6092"/>
                        <a:gd name="connsiteX3" fmla="*/ 6107 w 6363"/>
                        <a:gd name="connsiteY3" fmla="*/ 4618 h 6092"/>
                        <a:gd name="connsiteX4" fmla="*/ 1916 w 6363"/>
                        <a:gd name="connsiteY4" fmla="*/ 5666 h 60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63" h="6092">
                          <a:moveTo>
                            <a:pt x="1916" y="5666"/>
                          </a:moveTo>
                          <a:cubicBezTo>
                            <a:pt x="297" y="4808"/>
                            <a:pt x="-465" y="2999"/>
                            <a:pt x="297" y="1475"/>
                          </a:cubicBezTo>
                          <a:cubicBezTo>
                            <a:pt x="1059" y="46"/>
                            <a:pt x="2869" y="-430"/>
                            <a:pt x="4488" y="427"/>
                          </a:cubicBezTo>
                          <a:cubicBezTo>
                            <a:pt x="6107" y="1284"/>
                            <a:pt x="6774" y="3094"/>
                            <a:pt x="6107" y="4618"/>
                          </a:cubicBezTo>
                          <a:cubicBezTo>
                            <a:pt x="5441" y="6047"/>
                            <a:pt x="3536" y="6523"/>
                            <a:pt x="1916" y="566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165" name="Graphique 15">
                  <a:extLst>
                    <a:ext uri="{FF2B5EF4-FFF2-40B4-BE49-F238E27FC236}">
                      <a16:creationId xmlns:a16="http://schemas.microsoft.com/office/drawing/2014/main" id="{CF4D3C95-55FF-41C3-9D76-237A78D43E05}"/>
                    </a:ext>
                  </a:extLst>
                </p:cNvPr>
                <p:cNvGrpSpPr/>
                <p:nvPr/>
              </p:nvGrpSpPr>
              <p:grpSpPr>
                <a:xfrm>
                  <a:off x="9684861" y="4496717"/>
                  <a:ext cx="85760" cy="92240"/>
                  <a:chOff x="9684861" y="4496717"/>
                  <a:chExt cx="85760" cy="92240"/>
                </a:xfrm>
                <a:solidFill>
                  <a:schemeClr val="accent1"/>
                </a:solidFill>
              </p:grpSpPr>
              <p:grpSp>
                <p:nvGrpSpPr>
                  <p:cNvPr id="1166" name="Graphique 15">
                    <a:extLst>
                      <a:ext uri="{FF2B5EF4-FFF2-40B4-BE49-F238E27FC236}">
                        <a16:creationId xmlns:a16="http://schemas.microsoft.com/office/drawing/2014/main" id="{CB90B645-8136-4E27-A1C3-C7BA5C9E3775}"/>
                      </a:ext>
                    </a:extLst>
                  </p:cNvPr>
                  <p:cNvGrpSpPr/>
                  <p:nvPr/>
                </p:nvGrpSpPr>
                <p:grpSpPr>
                  <a:xfrm>
                    <a:off x="9684861" y="4549344"/>
                    <a:ext cx="41675" cy="39613"/>
                    <a:chOff x="9684861" y="4549344"/>
                    <a:chExt cx="41675" cy="39613"/>
                  </a:xfrm>
                  <a:solidFill>
                    <a:schemeClr val="accent1"/>
                  </a:solidFill>
                </p:grpSpPr>
                <p:sp>
                  <p:nvSpPr>
                    <p:cNvPr id="1167" name="Forme libre : forme 1166">
                      <a:extLst>
                        <a:ext uri="{FF2B5EF4-FFF2-40B4-BE49-F238E27FC236}">
                          <a16:creationId xmlns:a16="http://schemas.microsoft.com/office/drawing/2014/main" id="{BA1FFED6-56D4-4070-8DF2-6256D687B5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861" y="4549344"/>
                      <a:ext cx="41675" cy="39528"/>
                    </a:xfrm>
                    <a:custGeom>
                      <a:avLst/>
                      <a:gdLst>
                        <a:gd name="connsiteX0" fmla="*/ 12940 w 41675"/>
                        <a:gd name="connsiteY0" fmla="*/ 286 h 39528"/>
                        <a:gd name="connsiteX1" fmla="*/ 39896 w 41675"/>
                        <a:gd name="connsiteY1" fmla="*/ 16098 h 39528"/>
                        <a:gd name="connsiteX2" fmla="*/ 29228 w 41675"/>
                        <a:gd name="connsiteY2" fmla="*/ 39148 h 39528"/>
                        <a:gd name="connsiteX3" fmla="*/ 1605 w 41675"/>
                        <a:gd name="connsiteY3" fmla="*/ 23051 h 39528"/>
                        <a:gd name="connsiteX4" fmla="*/ 12940 w 41675"/>
                        <a:gd name="connsiteY4" fmla="*/ 286 h 39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675" h="39528">
                          <a:moveTo>
                            <a:pt x="12940" y="286"/>
                          </a:moveTo>
                          <a:cubicBezTo>
                            <a:pt x="23513" y="-1523"/>
                            <a:pt x="35419" y="5430"/>
                            <a:pt x="39896" y="16098"/>
                          </a:cubicBezTo>
                          <a:cubicBezTo>
                            <a:pt x="44468" y="26575"/>
                            <a:pt x="39991" y="36862"/>
                            <a:pt x="29228" y="39148"/>
                          </a:cubicBezTo>
                          <a:cubicBezTo>
                            <a:pt x="18560" y="41339"/>
                            <a:pt x="6177" y="33814"/>
                            <a:pt x="1605" y="23051"/>
                          </a:cubicBezTo>
                          <a:cubicBezTo>
                            <a:pt x="-2871" y="12192"/>
                            <a:pt x="2367" y="2191"/>
                            <a:pt x="12940" y="2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68" name="Forme libre : forme 1167">
                      <a:extLst>
                        <a:ext uri="{FF2B5EF4-FFF2-40B4-BE49-F238E27FC236}">
                          <a16:creationId xmlns:a16="http://schemas.microsoft.com/office/drawing/2014/main" id="{F39C12B7-C08F-4A43-B409-370D822D06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9420" y="4549439"/>
                      <a:ext cx="37007" cy="39518"/>
                    </a:xfrm>
                    <a:custGeom>
                      <a:avLst/>
                      <a:gdLst>
                        <a:gd name="connsiteX0" fmla="*/ 16669 w 37007"/>
                        <a:gd name="connsiteY0" fmla="*/ 19431 h 39518"/>
                        <a:gd name="connsiteX1" fmla="*/ 13906 w 37007"/>
                        <a:gd name="connsiteY1" fmla="*/ 38291 h 39518"/>
                        <a:gd name="connsiteX2" fmla="*/ 24574 w 37007"/>
                        <a:gd name="connsiteY2" fmla="*/ 39148 h 39518"/>
                        <a:gd name="connsiteX3" fmla="*/ 35242 w 37007"/>
                        <a:gd name="connsiteY3" fmla="*/ 16098 h 39518"/>
                        <a:gd name="connsiteX4" fmla="*/ 8287 w 37007"/>
                        <a:gd name="connsiteY4" fmla="*/ 286 h 39518"/>
                        <a:gd name="connsiteX5" fmla="*/ 0 w 37007"/>
                        <a:gd name="connsiteY5" fmla="*/ 4382 h 39518"/>
                        <a:gd name="connsiteX6" fmla="*/ 16669 w 37007"/>
                        <a:gd name="connsiteY6" fmla="*/ 19431 h 395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007" h="39518">
                          <a:moveTo>
                            <a:pt x="16669" y="19431"/>
                          </a:moveTo>
                          <a:cubicBezTo>
                            <a:pt x="19717" y="26766"/>
                            <a:pt x="18383" y="33814"/>
                            <a:pt x="13906" y="38291"/>
                          </a:cubicBezTo>
                          <a:cubicBezTo>
                            <a:pt x="17431" y="39434"/>
                            <a:pt x="21050" y="39910"/>
                            <a:pt x="24574" y="39148"/>
                          </a:cubicBezTo>
                          <a:cubicBezTo>
                            <a:pt x="35242" y="36957"/>
                            <a:pt x="39814" y="26575"/>
                            <a:pt x="35242" y="16098"/>
                          </a:cubicBezTo>
                          <a:cubicBezTo>
                            <a:pt x="30861" y="5430"/>
                            <a:pt x="18955" y="-1524"/>
                            <a:pt x="8287" y="286"/>
                          </a:cubicBezTo>
                          <a:cubicBezTo>
                            <a:pt x="4953" y="858"/>
                            <a:pt x="2191" y="2382"/>
                            <a:pt x="0" y="4382"/>
                          </a:cubicBezTo>
                          <a:cubicBezTo>
                            <a:pt x="7334" y="6668"/>
                            <a:pt x="13716" y="12192"/>
                            <a:pt x="16669" y="1943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69" name="Forme libre : forme 1168">
                      <a:extLst>
                        <a:ext uri="{FF2B5EF4-FFF2-40B4-BE49-F238E27FC236}">
                          <a16:creationId xmlns:a16="http://schemas.microsoft.com/office/drawing/2014/main" id="{E8BA6F96-13E9-44C5-B6DE-F758124E2D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0181" y="4553526"/>
                      <a:ext cx="18455" cy="17328"/>
                    </a:xfrm>
                    <a:custGeom>
                      <a:avLst/>
                      <a:gdLst>
                        <a:gd name="connsiteX0" fmla="*/ 2763 w 18455"/>
                        <a:gd name="connsiteY0" fmla="*/ 2009 h 17328"/>
                        <a:gd name="connsiteX1" fmla="*/ 15812 w 18455"/>
                        <a:gd name="connsiteY1" fmla="*/ 3057 h 17328"/>
                        <a:gd name="connsiteX2" fmla="*/ 15812 w 18455"/>
                        <a:gd name="connsiteY2" fmla="*/ 15249 h 17328"/>
                        <a:gd name="connsiteX3" fmla="*/ 2667 w 18455"/>
                        <a:gd name="connsiteY3" fmla="*/ 14201 h 17328"/>
                        <a:gd name="connsiteX4" fmla="*/ 2763 w 18455"/>
                        <a:gd name="connsiteY4" fmla="*/ 2009 h 173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455" h="17328">
                          <a:moveTo>
                            <a:pt x="2763" y="2009"/>
                          </a:moveTo>
                          <a:cubicBezTo>
                            <a:pt x="6382" y="-1039"/>
                            <a:pt x="12288" y="-563"/>
                            <a:pt x="15812" y="3057"/>
                          </a:cubicBezTo>
                          <a:cubicBezTo>
                            <a:pt x="19336" y="6676"/>
                            <a:pt x="19336" y="12106"/>
                            <a:pt x="15812" y="15249"/>
                          </a:cubicBezTo>
                          <a:cubicBezTo>
                            <a:pt x="12192" y="18392"/>
                            <a:pt x="6382" y="17916"/>
                            <a:pt x="2667" y="14201"/>
                          </a:cubicBezTo>
                          <a:cubicBezTo>
                            <a:pt x="-952" y="10486"/>
                            <a:pt x="-857" y="5057"/>
                            <a:pt x="2763" y="200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70" name="Forme libre : forme 1169">
                      <a:extLst>
                        <a:ext uri="{FF2B5EF4-FFF2-40B4-BE49-F238E27FC236}">
                          <a16:creationId xmlns:a16="http://schemas.microsoft.com/office/drawing/2014/main" id="{EF70F9A6-EACB-439D-A24C-A47CD36479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3357" y="4565683"/>
                      <a:ext cx="6819" cy="6469"/>
                    </a:xfrm>
                    <a:custGeom>
                      <a:avLst/>
                      <a:gdLst>
                        <a:gd name="connsiteX0" fmla="*/ 2063 w 6819"/>
                        <a:gd name="connsiteY0" fmla="*/ 44 h 6469"/>
                        <a:gd name="connsiteX1" fmla="*/ 6540 w 6819"/>
                        <a:gd name="connsiteY1" fmla="*/ 2711 h 6469"/>
                        <a:gd name="connsiteX2" fmla="*/ 4730 w 6819"/>
                        <a:gd name="connsiteY2" fmla="*/ 6426 h 6469"/>
                        <a:gd name="connsiteX3" fmla="*/ 253 w 6819"/>
                        <a:gd name="connsiteY3" fmla="*/ 3759 h 6469"/>
                        <a:gd name="connsiteX4" fmla="*/ 2063 w 6819"/>
                        <a:gd name="connsiteY4" fmla="*/ 44 h 6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9" h="6469">
                          <a:moveTo>
                            <a:pt x="2063" y="44"/>
                          </a:moveTo>
                          <a:cubicBezTo>
                            <a:pt x="3777" y="-242"/>
                            <a:pt x="5777" y="901"/>
                            <a:pt x="6540" y="2711"/>
                          </a:cubicBezTo>
                          <a:cubicBezTo>
                            <a:pt x="7302" y="4520"/>
                            <a:pt x="6444" y="6140"/>
                            <a:pt x="4730" y="6426"/>
                          </a:cubicBezTo>
                          <a:cubicBezTo>
                            <a:pt x="3015" y="6711"/>
                            <a:pt x="920" y="5568"/>
                            <a:pt x="253" y="3759"/>
                          </a:cubicBezTo>
                          <a:cubicBezTo>
                            <a:pt x="-414" y="1949"/>
                            <a:pt x="253" y="329"/>
                            <a:pt x="2063" y="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71" name="Graphique 15">
                    <a:extLst>
                      <a:ext uri="{FF2B5EF4-FFF2-40B4-BE49-F238E27FC236}">
                        <a16:creationId xmlns:a16="http://schemas.microsoft.com/office/drawing/2014/main" id="{7C92A3E7-C93F-43A5-86CC-8167C358C210}"/>
                      </a:ext>
                    </a:extLst>
                  </p:cNvPr>
                  <p:cNvGrpSpPr/>
                  <p:nvPr/>
                </p:nvGrpSpPr>
                <p:grpSpPr>
                  <a:xfrm>
                    <a:off x="9713541" y="4527535"/>
                    <a:ext cx="40796" cy="38723"/>
                    <a:chOff x="9713541" y="4527535"/>
                    <a:chExt cx="40796" cy="38723"/>
                  </a:xfrm>
                  <a:solidFill>
                    <a:schemeClr val="accent1"/>
                  </a:solidFill>
                </p:grpSpPr>
                <p:sp>
                  <p:nvSpPr>
                    <p:cNvPr id="1172" name="Forme libre : forme 1171">
                      <a:extLst>
                        <a:ext uri="{FF2B5EF4-FFF2-40B4-BE49-F238E27FC236}">
                          <a16:creationId xmlns:a16="http://schemas.microsoft.com/office/drawing/2014/main" id="{C3F5919B-52FB-494F-948F-97736A45E5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13541" y="4527535"/>
                      <a:ext cx="40700" cy="38722"/>
                    </a:xfrm>
                    <a:custGeom>
                      <a:avLst/>
                      <a:gdLst>
                        <a:gd name="connsiteX0" fmla="*/ 12836 w 40700"/>
                        <a:gd name="connsiteY0" fmla="*/ 378 h 38722"/>
                        <a:gd name="connsiteX1" fmla="*/ 39029 w 40700"/>
                        <a:gd name="connsiteY1" fmla="*/ 15237 h 38722"/>
                        <a:gd name="connsiteX2" fmla="*/ 28457 w 40700"/>
                        <a:gd name="connsiteY2" fmla="*/ 38192 h 38722"/>
                        <a:gd name="connsiteX3" fmla="*/ 1501 w 40700"/>
                        <a:gd name="connsiteY3" fmla="*/ 23047 h 38722"/>
                        <a:gd name="connsiteX4" fmla="*/ 12836 w 40700"/>
                        <a:gd name="connsiteY4" fmla="*/ 378 h 38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700" h="38722">
                          <a:moveTo>
                            <a:pt x="12836" y="378"/>
                          </a:moveTo>
                          <a:cubicBezTo>
                            <a:pt x="23313" y="-1718"/>
                            <a:pt x="34553" y="5140"/>
                            <a:pt x="39029" y="15237"/>
                          </a:cubicBezTo>
                          <a:cubicBezTo>
                            <a:pt x="43411" y="25428"/>
                            <a:pt x="38934" y="35811"/>
                            <a:pt x="28457" y="38192"/>
                          </a:cubicBezTo>
                          <a:cubicBezTo>
                            <a:pt x="17884" y="40764"/>
                            <a:pt x="5787" y="33715"/>
                            <a:pt x="1501" y="23047"/>
                          </a:cubicBezTo>
                          <a:cubicBezTo>
                            <a:pt x="-2785" y="12474"/>
                            <a:pt x="2453" y="2473"/>
                            <a:pt x="12836" y="37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73" name="Forme libre : forme 1172">
                      <a:extLst>
                        <a:ext uri="{FF2B5EF4-FFF2-40B4-BE49-F238E27FC236}">
                          <a16:creationId xmlns:a16="http://schemas.microsoft.com/office/drawing/2014/main" id="{AB445A8C-5230-46F8-AE68-6EA74A8590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18376" y="4527630"/>
                      <a:ext cx="35961" cy="38627"/>
                    </a:xfrm>
                    <a:custGeom>
                      <a:avLst/>
                      <a:gdLst>
                        <a:gd name="connsiteX0" fmla="*/ 15907 w 35961"/>
                        <a:gd name="connsiteY0" fmla="*/ 19142 h 38627"/>
                        <a:gd name="connsiteX1" fmla="*/ 13144 w 35961"/>
                        <a:gd name="connsiteY1" fmla="*/ 37716 h 38627"/>
                        <a:gd name="connsiteX2" fmla="*/ 23717 w 35961"/>
                        <a:gd name="connsiteY2" fmla="*/ 38192 h 38627"/>
                        <a:gd name="connsiteX3" fmla="*/ 34290 w 35961"/>
                        <a:gd name="connsiteY3" fmla="*/ 15237 h 38627"/>
                        <a:gd name="connsiteX4" fmla="*/ 8096 w 35961"/>
                        <a:gd name="connsiteY4" fmla="*/ 378 h 38627"/>
                        <a:gd name="connsiteX5" fmla="*/ 0 w 35961"/>
                        <a:gd name="connsiteY5" fmla="*/ 4569 h 38627"/>
                        <a:gd name="connsiteX6" fmla="*/ 15907 w 35961"/>
                        <a:gd name="connsiteY6" fmla="*/ 19142 h 38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961" h="38627">
                          <a:moveTo>
                            <a:pt x="15907" y="19142"/>
                          </a:moveTo>
                          <a:cubicBezTo>
                            <a:pt x="18764" y="26381"/>
                            <a:pt x="17526" y="33239"/>
                            <a:pt x="13144" y="37716"/>
                          </a:cubicBezTo>
                          <a:cubicBezTo>
                            <a:pt x="16669" y="38668"/>
                            <a:pt x="20288" y="38954"/>
                            <a:pt x="23717" y="38192"/>
                          </a:cubicBezTo>
                          <a:cubicBezTo>
                            <a:pt x="34195" y="35811"/>
                            <a:pt x="38671" y="25428"/>
                            <a:pt x="34290" y="15237"/>
                          </a:cubicBezTo>
                          <a:cubicBezTo>
                            <a:pt x="29813" y="5140"/>
                            <a:pt x="18479" y="-1718"/>
                            <a:pt x="8096" y="378"/>
                          </a:cubicBezTo>
                          <a:cubicBezTo>
                            <a:pt x="4763" y="1044"/>
                            <a:pt x="2096" y="2568"/>
                            <a:pt x="0" y="4569"/>
                          </a:cubicBezTo>
                          <a:cubicBezTo>
                            <a:pt x="6858" y="6759"/>
                            <a:pt x="13049" y="11998"/>
                            <a:pt x="15907" y="1914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74" name="Forme libre : forme 1173">
                      <a:extLst>
                        <a:ext uri="{FF2B5EF4-FFF2-40B4-BE49-F238E27FC236}">
                          <a16:creationId xmlns:a16="http://schemas.microsoft.com/office/drawing/2014/main" id="{6A18E641-8439-4B9F-B42E-8680F11CFD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18839" y="4531719"/>
                      <a:ext cx="18052" cy="17095"/>
                    </a:xfrm>
                    <a:custGeom>
                      <a:avLst/>
                      <a:gdLst>
                        <a:gd name="connsiteX0" fmla="*/ 2775 w 18052"/>
                        <a:gd name="connsiteY0" fmla="*/ 2099 h 17095"/>
                        <a:gd name="connsiteX1" fmla="*/ 15539 w 18052"/>
                        <a:gd name="connsiteY1" fmla="*/ 2861 h 17095"/>
                        <a:gd name="connsiteX2" fmla="*/ 15348 w 18052"/>
                        <a:gd name="connsiteY2" fmla="*/ 14958 h 17095"/>
                        <a:gd name="connsiteX3" fmla="*/ 2585 w 18052"/>
                        <a:gd name="connsiteY3" fmla="*/ 14196 h 17095"/>
                        <a:gd name="connsiteX4" fmla="*/ 2775 w 18052"/>
                        <a:gd name="connsiteY4" fmla="*/ 2099 h 17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52" h="17095">
                          <a:moveTo>
                            <a:pt x="2775" y="2099"/>
                          </a:moveTo>
                          <a:cubicBezTo>
                            <a:pt x="6395" y="-949"/>
                            <a:pt x="12110" y="-663"/>
                            <a:pt x="15539" y="2861"/>
                          </a:cubicBezTo>
                          <a:cubicBezTo>
                            <a:pt x="18968" y="6385"/>
                            <a:pt x="18873" y="11815"/>
                            <a:pt x="15348" y="14958"/>
                          </a:cubicBezTo>
                          <a:cubicBezTo>
                            <a:pt x="11824" y="18101"/>
                            <a:pt x="6109" y="17720"/>
                            <a:pt x="2585" y="14196"/>
                          </a:cubicBezTo>
                          <a:cubicBezTo>
                            <a:pt x="-940" y="10576"/>
                            <a:pt x="-844" y="5242"/>
                            <a:pt x="2775" y="209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75" name="Forme libre : forme 1174">
                      <a:extLst>
                        <a:ext uri="{FF2B5EF4-FFF2-40B4-BE49-F238E27FC236}">
                          <a16:creationId xmlns:a16="http://schemas.microsoft.com/office/drawing/2014/main" id="{ED238BB3-7385-42C9-8AE4-51EC178330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1755" y="4543746"/>
                      <a:ext cx="6670" cy="6528"/>
                    </a:xfrm>
                    <a:custGeom>
                      <a:avLst/>
                      <a:gdLst>
                        <a:gd name="connsiteX0" fmla="*/ 2049 w 6670"/>
                        <a:gd name="connsiteY0" fmla="*/ 73 h 6528"/>
                        <a:gd name="connsiteX1" fmla="*/ 6431 w 6670"/>
                        <a:gd name="connsiteY1" fmla="*/ 2645 h 6528"/>
                        <a:gd name="connsiteX2" fmla="*/ 4621 w 6670"/>
                        <a:gd name="connsiteY2" fmla="*/ 6455 h 6528"/>
                        <a:gd name="connsiteX3" fmla="*/ 240 w 6670"/>
                        <a:gd name="connsiteY3" fmla="*/ 3883 h 6528"/>
                        <a:gd name="connsiteX4" fmla="*/ 2049 w 6670"/>
                        <a:gd name="connsiteY4" fmla="*/ 73 h 6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70" h="6528">
                          <a:moveTo>
                            <a:pt x="2049" y="73"/>
                          </a:moveTo>
                          <a:cubicBezTo>
                            <a:pt x="3764" y="-308"/>
                            <a:pt x="5669" y="835"/>
                            <a:pt x="6431" y="2645"/>
                          </a:cubicBezTo>
                          <a:cubicBezTo>
                            <a:pt x="7098" y="4360"/>
                            <a:pt x="6336" y="6074"/>
                            <a:pt x="4621" y="6455"/>
                          </a:cubicBezTo>
                          <a:cubicBezTo>
                            <a:pt x="2907" y="6836"/>
                            <a:pt x="1002" y="5693"/>
                            <a:pt x="240" y="3883"/>
                          </a:cubicBezTo>
                          <a:cubicBezTo>
                            <a:pt x="-427" y="2169"/>
                            <a:pt x="335" y="454"/>
                            <a:pt x="2049" y="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76" name="Graphique 15">
                    <a:extLst>
                      <a:ext uri="{FF2B5EF4-FFF2-40B4-BE49-F238E27FC236}">
                        <a16:creationId xmlns:a16="http://schemas.microsoft.com/office/drawing/2014/main" id="{B77EB835-E3B9-4BD9-B54C-4EE8FC39C201}"/>
                      </a:ext>
                    </a:extLst>
                  </p:cNvPr>
                  <p:cNvGrpSpPr/>
                  <p:nvPr/>
                </p:nvGrpSpPr>
                <p:grpSpPr>
                  <a:xfrm>
                    <a:off x="9730904" y="4496717"/>
                    <a:ext cx="39718" cy="38173"/>
                    <a:chOff x="9730904" y="4496717"/>
                    <a:chExt cx="39718" cy="38173"/>
                  </a:xfrm>
                  <a:solidFill>
                    <a:schemeClr val="accent1"/>
                  </a:solidFill>
                </p:grpSpPr>
                <p:sp>
                  <p:nvSpPr>
                    <p:cNvPr id="1177" name="Forme libre : forme 1176">
                      <a:extLst>
                        <a:ext uri="{FF2B5EF4-FFF2-40B4-BE49-F238E27FC236}">
                          <a16:creationId xmlns:a16="http://schemas.microsoft.com/office/drawing/2014/main" id="{11B67F1E-12C5-46A0-A0B0-900A35E41E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0904" y="4496717"/>
                      <a:ext cx="39623" cy="38144"/>
                    </a:xfrm>
                    <a:custGeom>
                      <a:avLst/>
                      <a:gdLst>
                        <a:gd name="connsiteX0" fmla="*/ 12903 w 39623"/>
                        <a:gd name="connsiteY0" fmla="*/ 430 h 38144"/>
                        <a:gd name="connsiteX1" fmla="*/ 38145 w 39623"/>
                        <a:gd name="connsiteY1" fmla="*/ 14813 h 38144"/>
                        <a:gd name="connsiteX2" fmla="*/ 27286 w 39623"/>
                        <a:gd name="connsiteY2" fmla="*/ 37578 h 38144"/>
                        <a:gd name="connsiteX3" fmla="*/ 1283 w 39623"/>
                        <a:gd name="connsiteY3" fmla="*/ 22909 h 38144"/>
                        <a:gd name="connsiteX4" fmla="*/ 12903 w 39623"/>
                        <a:gd name="connsiteY4" fmla="*/ 430 h 38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623" h="38144">
                          <a:moveTo>
                            <a:pt x="12903" y="430"/>
                          </a:moveTo>
                          <a:cubicBezTo>
                            <a:pt x="23095" y="-1760"/>
                            <a:pt x="34239" y="4621"/>
                            <a:pt x="38145" y="14813"/>
                          </a:cubicBezTo>
                          <a:cubicBezTo>
                            <a:pt x="42241" y="24814"/>
                            <a:pt x="37573" y="35101"/>
                            <a:pt x="27286" y="37578"/>
                          </a:cubicBezTo>
                          <a:cubicBezTo>
                            <a:pt x="16904" y="40245"/>
                            <a:pt x="5379" y="33196"/>
                            <a:pt x="1283" y="22909"/>
                          </a:cubicBezTo>
                          <a:cubicBezTo>
                            <a:pt x="-2622" y="12527"/>
                            <a:pt x="2712" y="2621"/>
                            <a:pt x="12903" y="43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78" name="Forme libre : forme 1177">
                      <a:extLst>
                        <a:ext uri="{FF2B5EF4-FFF2-40B4-BE49-F238E27FC236}">
                          <a16:creationId xmlns:a16="http://schemas.microsoft.com/office/drawing/2014/main" id="{7C414D95-CE7E-4F20-8B9F-E77F003B54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5902" y="4496812"/>
                      <a:ext cx="34720" cy="38077"/>
                    </a:xfrm>
                    <a:custGeom>
                      <a:avLst/>
                      <a:gdLst>
                        <a:gd name="connsiteX0" fmla="*/ 15240 w 34720"/>
                        <a:gd name="connsiteY0" fmla="*/ 18718 h 38077"/>
                        <a:gd name="connsiteX1" fmla="*/ 12097 w 34720"/>
                        <a:gd name="connsiteY1" fmla="*/ 37197 h 38077"/>
                        <a:gd name="connsiteX2" fmla="*/ 22384 w 34720"/>
                        <a:gd name="connsiteY2" fmla="*/ 37578 h 38077"/>
                        <a:gd name="connsiteX3" fmla="*/ 33242 w 34720"/>
                        <a:gd name="connsiteY3" fmla="*/ 14813 h 38077"/>
                        <a:gd name="connsiteX4" fmla="*/ 8001 w 34720"/>
                        <a:gd name="connsiteY4" fmla="*/ 430 h 38077"/>
                        <a:gd name="connsiteX5" fmla="*/ 0 w 34720"/>
                        <a:gd name="connsiteY5" fmla="*/ 4717 h 38077"/>
                        <a:gd name="connsiteX6" fmla="*/ 15240 w 34720"/>
                        <a:gd name="connsiteY6" fmla="*/ 18718 h 38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720" h="38077">
                          <a:moveTo>
                            <a:pt x="15240" y="18718"/>
                          </a:moveTo>
                          <a:cubicBezTo>
                            <a:pt x="17907" y="25767"/>
                            <a:pt x="16478" y="32720"/>
                            <a:pt x="12097" y="37197"/>
                          </a:cubicBezTo>
                          <a:cubicBezTo>
                            <a:pt x="15430" y="38245"/>
                            <a:pt x="19050" y="38340"/>
                            <a:pt x="22384" y="37578"/>
                          </a:cubicBezTo>
                          <a:cubicBezTo>
                            <a:pt x="32671" y="35101"/>
                            <a:pt x="37338" y="24719"/>
                            <a:pt x="33242" y="14813"/>
                          </a:cubicBezTo>
                          <a:cubicBezTo>
                            <a:pt x="29337" y="4621"/>
                            <a:pt x="18193" y="-1760"/>
                            <a:pt x="8001" y="430"/>
                          </a:cubicBezTo>
                          <a:cubicBezTo>
                            <a:pt x="4763" y="1097"/>
                            <a:pt x="2096" y="2621"/>
                            <a:pt x="0" y="4717"/>
                          </a:cubicBezTo>
                          <a:cubicBezTo>
                            <a:pt x="6667" y="6622"/>
                            <a:pt x="12573" y="11765"/>
                            <a:pt x="15240" y="1871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79" name="Forme libre : forme 1178">
                      <a:extLst>
                        <a:ext uri="{FF2B5EF4-FFF2-40B4-BE49-F238E27FC236}">
                          <a16:creationId xmlns:a16="http://schemas.microsoft.com/office/drawing/2014/main" id="{A27AC1EE-FFF1-445B-A8AC-AE02B0E7CF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6169" y="4500863"/>
                      <a:ext cx="17738" cy="16856"/>
                    </a:xfrm>
                    <a:custGeom>
                      <a:avLst/>
                      <a:gdLst>
                        <a:gd name="connsiteX0" fmla="*/ 2875 w 17738"/>
                        <a:gd name="connsiteY0" fmla="*/ 2189 h 16856"/>
                        <a:gd name="connsiteX1" fmla="*/ 15353 w 17738"/>
                        <a:gd name="connsiteY1" fmla="*/ 2761 h 16856"/>
                        <a:gd name="connsiteX2" fmla="*/ 14972 w 17738"/>
                        <a:gd name="connsiteY2" fmla="*/ 14667 h 16856"/>
                        <a:gd name="connsiteX3" fmla="*/ 2494 w 17738"/>
                        <a:gd name="connsiteY3" fmla="*/ 14095 h 16856"/>
                        <a:gd name="connsiteX4" fmla="*/ 2875 w 17738"/>
                        <a:gd name="connsiteY4" fmla="*/ 2189 h 16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738" h="16856">
                          <a:moveTo>
                            <a:pt x="2875" y="2189"/>
                          </a:moveTo>
                          <a:cubicBezTo>
                            <a:pt x="6495" y="-954"/>
                            <a:pt x="12019" y="-668"/>
                            <a:pt x="15353" y="2761"/>
                          </a:cubicBezTo>
                          <a:cubicBezTo>
                            <a:pt x="18687" y="6190"/>
                            <a:pt x="18496" y="11524"/>
                            <a:pt x="14972" y="14667"/>
                          </a:cubicBezTo>
                          <a:cubicBezTo>
                            <a:pt x="11448" y="17810"/>
                            <a:pt x="5828" y="17524"/>
                            <a:pt x="2494" y="14095"/>
                          </a:cubicBezTo>
                          <a:cubicBezTo>
                            <a:pt x="-1030" y="10571"/>
                            <a:pt x="-744" y="5237"/>
                            <a:pt x="2875" y="218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0" name="Forme libre : forme 1179">
                      <a:extLst>
                        <a:ext uri="{FF2B5EF4-FFF2-40B4-BE49-F238E27FC236}">
                          <a16:creationId xmlns:a16="http://schemas.microsoft.com/office/drawing/2014/main" id="{6A31033D-AE4E-4BC2-907A-B76103890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8914" y="4512790"/>
                      <a:ext cx="6548" cy="6338"/>
                    </a:xfrm>
                    <a:custGeom>
                      <a:avLst/>
                      <a:gdLst>
                        <a:gd name="connsiteX0" fmla="*/ 2131 w 6548"/>
                        <a:gd name="connsiteY0" fmla="*/ 73 h 6338"/>
                        <a:gd name="connsiteX1" fmla="*/ 6322 w 6548"/>
                        <a:gd name="connsiteY1" fmla="*/ 2550 h 6338"/>
                        <a:gd name="connsiteX2" fmla="*/ 4417 w 6548"/>
                        <a:gd name="connsiteY2" fmla="*/ 6265 h 6338"/>
                        <a:gd name="connsiteX3" fmla="*/ 226 w 6548"/>
                        <a:gd name="connsiteY3" fmla="*/ 3788 h 6338"/>
                        <a:gd name="connsiteX4" fmla="*/ 2131 w 6548"/>
                        <a:gd name="connsiteY4" fmla="*/ 73 h 6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48" h="6338">
                          <a:moveTo>
                            <a:pt x="2131" y="73"/>
                          </a:moveTo>
                          <a:cubicBezTo>
                            <a:pt x="3846" y="-308"/>
                            <a:pt x="5656" y="835"/>
                            <a:pt x="6322" y="2550"/>
                          </a:cubicBezTo>
                          <a:cubicBezTo>
                            <a:pt x="6989" y="4264"/>
                            <a:pt x="6132" y="5884"/>
                            <a:pt x="4417" y="6265"/>
                          </a:cubicBezTo>
                          <a:cubicBezTo>
                            <a:pt x="2703" y="6646"/>
                            <a:pt x="798" y="5503"/>
                            <a:pt x="226" y="3788"/>
                          </a:cubicBezTo>
                          <a:cubicBezTo>
                            <a:pt x="-440" y="2074"/>
                            <a:pt x="417" y="455"/>
                            <a:pt x="2131" y="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181" name="Graphique 15">
                  <a:extLst>
                    <a:ext uri="{FF2B5EF4-FFF2-40B4-BE49-F238E27FC236}">
                      <a16:creationId xmlns:a16="http://schemas.microsoft.com/office/drawing/2014/main" id="{3BE696D3-208E-43F6-95F2-A3FC523EB9C6}"/>
                    </a:ext>
                  </a:extLst>
                </p:cNvPr>
                <p:cNvGrpSpPr/>
                <p:nvPr/>
              </p:nvGrpSpPr>
              <p:grpSpPr>
                <a:xfrm>
                  <a:off x="9809886" y="4611042"/>
                  <a:ext cx="112136" cy="65896"/>
                  <a:chOff x="9809886" y="4611042"/>
                  <a:chExt cx="112136" cy="65896"/>
                </a:xfrm>
                <a:solidFill>
                  <a:schemeClr val="accent1"/>
                </a:solidFill>
              </p:grpSpPr>
              <p:grpSp>
                <p:nvGrpSpPr>
                  <p:cNvPr id="1182" name="Graphique 15">
                    <a:extLst>
                      <a:ext uri="{FF2B5EF4-FFF2-40B4-BE49-F238E27FC236}">
                        <a16:creationId xmlns:a16="http://schemas.microsoft.com/office/drawing/2014/main" id="{842CD3F5-4157-4903-8EB8-0E4286DD48BD}"/>
                      </a:ext>
                    </a:extLst>
                  </p:cNvPr>
                  <p:cNvGrpSpPr/>
                  <p:nvPr/>
                </p:nvGrpSpPr>
                <p:grpSpPr>
                  <a:xfrm>
                    <a:off x="9880675" y="4611042"/>
                    <a:ext cx="41347" cy="37434"/>
                    <a:chOff x="9880675" y="4611042"/>
                    <a:chExt cx="41347" cy="37434"/>
                  </a:xfrm>
                  <a:solidFill>
                    <a:schemeClr val="accent1"/>
                  </a:solidFill>
                </p:grpSpPr>
                <p:sp>
                  <p:nvSpPr>
                    <p:cNvPr id="1183" name="Forme libre : forme 1182">
                      <a:extLst>
                        <a:ext uri="{FF2B5EF4-FFF2-40B4-BE49-F238E27FC236}">
                          <a16:creationId xmlns:a16="http://schemas.microsoft.com/office/drawing/2014/main" id="{7F9F402C-01DD-4C50-9752-23C756201C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0675" y="4611042"/>
                      <a:ext cx="41347" cy="37349"/>
                    </a:xfrm>
                    <a:custGeom>
                      <a:avLst/>
                      <a:gdLst>
                        <a:gd name="connsiteX0" fmla="*/ 20676 w 41347"/>
                        <a:gd name="connsiteY0" fmla="*/ 37171 h 37349"/>
                        <a:gd name="connsiteX1" fmla="*/ 6 w 41347"/>
                        <a:gd name="connsiteY1" fmla="*/ 15550 h 37349"/>
                        <a:gd name="connsiteX2" fmla="*/ 20961 w 41347"/>
                        <a:gd name="connsiteY2" fmla="*/ 214 h 37349"/>
                        <a:gd name="connsiteX3" fmla="*/ 35249 w 41347"/>
                        <a:gd name="connsiteY3" fmla="*/ 7644 h 37349"/>
                        <a:gd name="connsiteX4" fmla="*/ 41345 w 41347"/>
                        <a:gd name="connsiteY4" fmla="*/ 21169 h 37349"/>
                        <a:gd name="connsiteX5" fmla="*/ 20676 w 41347"/>
                        <a:gd name="connsiteY5" fmla="*/ 37171 h 37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1347" h="37349">
                          <a:moveTo>
                            <a:pt x="20676" y="37171"/>
                          </a:moveTo>
                          <a:cubicBezTo>
                            <a:pt x="9151" y="35457"/>
                            <a:pt x="-279" y="25741"/>
                            <a:pt x="6" y="15550"/>
                          </a:cubicBezTo>
                          <a:cubicBezTo>
                            <a:pt x="292" y="5453"/>
                            <a:pt x="9817" y="-1310"/>
                            <a:pt x="20961" y="214"/>
                          </a:cubicBezTo>
                          <a:cubicBezTo>
                            <a:pt x="26581" y="976"/>
                            <a:pt x="31629" y="3739"/>
                            <a:pt x="35249" y="7644"/>
                          </a:cubicBezTo>
                          <a:cubicBezTo>
                            <a:pt x="38964" y="11359"/>
                            <a:pt x="41345" y="16121"/>
                            <a:pt x="41345" y="21169"/>
                          </a:cubicBezTo>
                          <a:cubicBezTo>
                            <a:pt x="41535" y="31266"/>
                            <a:pt x="32392" y="38600"/>
                            <a:pt x="20676" y="371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4" name="Forme libre : forme 1183">
                      <a:extLst>
                        <a:ext uri="{FF2B5EF4-FFF2-40B4-BE49-F238E27FC236}">
                          <a16:creationId xmlns:a16="http://schemas.microsoft.com/office/drawing/2014/main" id="{A5914644-77C9-4A16-AD08-FC622455C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0770" y="4611112"/>
                      <a:ext cx="30962" cy="37364"/>
                    </a:xfrm>
                    <a:custGeom>
                      <a:avLst/>
                      <a:gdLst>
                        <a:gd name="connsiteX0" fmla="*/ 20199 w 30962"/>
                        <a:gd name="connsiteY0" fmla="*/ 18718 h 37364"/>
                        <a:gd name="connsiteX1" fmla="*/ 30963 w 30962"/>
                        <a:gd name="connsiteY1" fmla="*/ 4145 h 37364"/>
                        <a:gd name="connsiteX2" fmla="*/ 20961 w 30962"/>
                        <a:gd name="connsiteY2" fmla="*/ 239 h 37364"/>
                        <a:gd name="connsiteX3" fmla="*/ 6 w 30962"/>
                        <a:gd name="connsiteY3" fmla="*/ 15575 h 37364"/>
                        <a:gd name="connsiteX4" fmla="*/ 20676 w 30962"/>
                        <a:gd name="connsiteY4" fmla="*/ 37196 h 37364"/>
                        <a:gd name="connsiteX5" fmla="*/ 30867 w 30962"/>
                        <a:gd name="connsiteY5" fmla="*/ 35958 h 37364"/>
                        <a:gd name="connsiteX6" fmla="*/ 20199 w 30962"/>
                        <a:gd name="connsiteY6" fmla="*/ 18718 h 37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962" h="37364">
                          <a:moveTo>
                            <a:pt x="20199" y="18718"/>
                          </a:moveTo>
                          <a:cubicBezTo>
                            <a:pt x="20295" y="11764"/>
                            <a:pt x="24676" y="6430"/>
                            <a:pt x="30963" y="4145"/>
                          </a:cubicBezTo>
                          <a:cubicBezTo>
                            <a:pt x="28010" y="2144"/>
                            <a:pt x="24676" y="716"/>
                            <a:pt x="20961" y="239"/>
                          </a:cubicBezTo>
                          <a:cubicBezTo>
                            <a:pt x="9722" y="-1380"/>
                            <a:pt x="197" y="5383"/>
                            <a:pt x="6" y="15575"/>
                          </a:cubicBezTo>
                          <a:cubicBezTo>
                            <a:pt x="-279" y="25671"/>
                            <a:pt x="9150" y="35482"/>
                            <a:pt x="20676" y="37196"/>
                          </a:cubicBezTo>
                          <a:cubicBezTo>
                            <a:pt x="24390" y="37672"/>
                            <a:pt x="27819" y="37101"/>
                            <a:pt x="30867" y="35958"/>
                          </a:cubicBezTo>
                          <a:cubicBezTo>
                            <a:pt x="24295" y="32148"/>
                            <a:pt x="20104" y="25576"/>
                            <a:pt x="20199" y="1871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5" name="Forme libre : forme 1184">
                      <a:extLst>
                        <a:ext uri="{FF2B5EF4-FFF2-40B4-BE49-F238E27FC236}">
                          <a16:creationId xmlns:a16="http://schemas.microsoft.com/office/drawing/2014/main" id="{1EE24F4D-AFDB-40E9-A55E-1FF5125D5D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5063" y="4629476"/>
                      <a:ext cx="19479" cy="15788"/>
                    </a:xfrm>
                    <a:custGeom>
                      <a:avLst/>
                      <a:gdLst>
                        <a:gd name="connsiteX0" fmla="*/ 13622 w 19479"/>
                        <a:gd name="connsiteY0" fmla="*/ 15214 h 15788"/>
                        <a:gd name="connsiteX1" fmla="*/ 764 w 19479"/>
                        <a:gd name="connsiteY1" fmla="*/ 10546 h 15788"/>
                        <a:gd name="connsiteX2" fmla="*/ 5907 w 19479"/>
                        <a:gd name="connsiteY2" fmla="*/ 450 h 15788"/>
                        <a:gd name="connsiteX3" fmla="*/ 18576 w 19479"/>
                        <a:gd name="connsiteY3" fmla="*/ 5022 h 15788"/>
                        <a:gd name="connsiteX4" fmla="*/ 13622 w 19479"/>
                        <a:gd name="connsiteY4" fmla="*/ 15214 h 157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479" h="15788">
                          <a:moveTo>
                            <a:pt x="13622" y="15214"/>
                          </a:moveTo>
                          <a:cubicBezTo>
                            <a:pt x="8574" y="16928"/>
                            <a:pt x="2859" y="14642"/>
                            <a:pt x="764" y="10546"/>
                          </a:cubicBezTo>
                          <a:cubicBezTo>
                            <a:pt x="-1332" y="6451"/>
                            <a:pt x="1049" y="1974"/>
                            <a:pt x="5907" y="450"/>
                          </a:cubicBezTo>
                          <a:cubicBezTo>
                            <a:pt x="10860" y="-979"/>
                            <a:pt x="16385" y="1116"/>
                            <a:pt x="18576" y="5022"/>
                          </a:cubicBezTo>
                          <a:cubicBezTo>
                            <a:pt x="20861" y="9022"/>
                            <a:pt x="18671" y="13594"/>
                            <a:pt x="13622" y="1521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6" name="Forme libre : forme 1185">
                      <a:extLst>
                        <a:ext uri="{FF2B5EF4-FFF2-40B4-BE49-F238E27FC236}">
                          <a16:creationId xmlns:a16="http://schemas.microsoft.com/office/drawing/2014/main" id="{7A25624A-3804-4CD3-98B7-A872020BD4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06971" y="4629501"/>
                      <a:ext cx="6858" cy="6065"/>
                    </a:xfrm>
                    <a:custGeom>
                      <a:avLst/>
                      <a:gdLst>
                        <a:gd name="connsiteX0" fmla="*/ 3429 w 6858"/>
                        <a:gd name="connsiteY0" fmla="*/ 6045 h 6065"/>
                        <a:gd name="connsiteX1" fmla="*/ 0 w 6858"/>
                        <a:gd name="connsiteY1" fmla="*/ 2615 h 6065"/>
                        <a:gd name="connsiteX2" fmla="*/ 3429 w 6858"/>
                        <a:gd name="connsiteY2" fmla="*/ 44 h 6065"/>
                        <a:gd name="connsiteX3" fmla="*/ 6858 w 6858"/>
                        <a:gd name="connsiteY3" fmla="*/ 3378 h 6065"/>
                        <a:gd name="connsiteX4" fmla="*/ 3429 w 6858"/>
                        <a:gd name="connsiteY4" fmla="*/ 6045 h 6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58" h="6065">
                          <a:moveTo>
                            <a:pt x="3429" y="6045"/>
                          </a:moveTo>
                          <a:cubicBezTo>
                            <a:pt x="1524" y="5854"/>
                            <a:pt x="0" y="4235"/>
                            <a:pt x="0" y="2615"/>
                          </a:cubicBezTo>
                          <a:cubicBezTo>
                            <a:pt x="0" y="901"/>
                            <a:pt x="1524" y="-242"/>
                            <a:pt x="3429" y="44"/>
                          </a:cubicBezTo>
                          <a:cubicBezTo>
                            <a:pt x="5334" y="234"/>
                            <a:pt x="6858" y="1758"/>
                            <a:pt x="6858" y="3378"/>
                          </a:cubicBezTo>
                          <a:cubicBezTo>
                            <a:pt x="6858" y="5092"/>
                            <a:pt x="5334" y="6235"/>
                            <a:pt x="3429" y="60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87" name="Graphique 15">
                    <a:extLst>
                      <a:ext uri="{FF2B5EF4-FFF2-40B4-BE49-F238E27FC236}">
                        <a16:creationId xmlns:a16="http://schemas.microsoft.com/office/drawing/2014/main" id="{BF67A8C3-A389-48FC-929E-44516B031052}"/>
                      </a:ext>
                    </a:extLst>
                  </p:cNvPr>
                  <p:cNvGrpSpPr/>
                  <p:nvPr/>
                </p:nvGrpSpPr>
                <p:grpSpPr>
                  <a:xfrm>
                    <a:off x="9841985" y="4619998"/>
                    <a:ext cx="42126" cy="37408"/>
                    <a:chOff x="9841985" y="4619998"/>
                    <a:chExt cx="42126" cy="37408"/>
                  </a:xfrm>
                  <a:solidFill>
                    <a:schemeClr val="accent1"/>
                  </a:solidFill>
                </p:grpSpPr>
                <p:sp>
                  <p:nvSpPr>
                    <p:cNvPr id="1188" name="Forme libre : forme 1187">
                      <a:extLst>
                        <a:ext uri="{FF2B5EF4-FFF2-40B4-BE49-F238E27FC236}">
                          <a16:creationId xmlns:a16="http://schemas.microsoft.com/office/drawing/2014/main" id="{80BCC880-D84F-4A8E-A84D-7BF69E8B30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1985" y="4619998"/>
                      <a:ext cx="42126" cy="37391"/>
                    </a:xfrm>
                    <a:custGeom>
                      <a:avLst/>
                      <a:gdLst>
                        <a:gd name="connsiteX0" fmla="*/ 20789 w 42126"/>
                        <a:gd name="connsiteY0" fmla="*/ 37073 h 37391"/>
                        <a:gd name="connsiteX1" fmla="*/ 25 w 42126"/>
                        <a:gd name="connsiteY1" fmla="*/ 14785 h 37391"/>
                        <a:gd name="connsiteX2" fmla="*/ 21647 w 42126"/>
                        <a:gd name="connsiteY2" fmla="*/ 402 h 37391"/>
                        <a:gd name="connsiteX3" fmla="*/ 42125 w 42126"/>
                        <a:gd name="connsiteY3" fmla="*/ 22024 h 37391"/>
                        <a:gd name="connsiteX4" fmla="*/ 20789 w 42126"/>
                        <a:gd name="connsiteY4" fmla="*/ 37073 h 37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26" h="37391">
                          <a:moveTo>
                            <a:pt x="20789" y="37073"/>
                          </a:moveTo>
                          <a:cubicBezTo>
                            <a:pt x="8883" y="35264"/>
                            <a:pt x="-547" y="25072"/>
                            <a:pt x="25" y="14785"/>
                          </a:cubicBezTo>
                          <a:cubicBezTo>
                            <a:pt x="501" y="4593"/>
                            <a:pt x="10312" y="-1693"/>
                            <a:pt x="21647" y="402"/>
                          </a:cubicBezTo>
                          <a:cubicBezTo>
                            <a:pt x="33172" y="2212"/>
                            <a:pt x="42220" y="11832"/>
                            <a:pt x="42125" y="22024"/>
                          </a:cubicBezTo>
                          <a:cubicBezTo>
                            <a:pt x="42125" y="32120"/>
                            <a:pt x="32695" y="38978"/>
                            <a:pt x="20789" y="3707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89" name="Forme libre : forme 1188">
                      <a:extLst>
                        <a:ext uri="{FF2B5EF4-FFF2-40B4-BE49-F238E27FC236}">
                          <a16:creationId xmlns:a16="http://schemas.microsoft.com/office/drawing/2014/main" id="{B4A61E16-83B6-4804-AC6C-A0E4CCAA32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1985" y="4619998"/>
                      <a:ext cx="31933" cy="37408"/>
                    </a:xfrm>
                    <a:custGeom>
                      <a:avLst/>
                      <a:gdLst>
                        <a:gd name="connsiteX0" fmla="*/ 20599 w 31933"/>
                        <a:gd name="connsiteY0" fmla="*/ 18690 h 37408"/>
                        <a:gd name="connsiteX1" fmla="*/ 31934 w 31933"/>
                        <a:gd name="connsiteY1" fmla="*/ 4498 h 37408"/>
                        <a:gd name="connsiteX2" fmla="*/ 21647 w 31933"/>
                        <a:gd name="connsiteY2" fmla="*/ 402 h 37408"/>
                        <a:gd name="connsiteX3" fmla="*/ 25 w 31933"/>
                        <a:gd name="connsiteY3" fmla="*/ 14785 h 37408"/>
                        <a:gd name="connsiteX4" fmla="*/ 20789 w 31933"/>
                        <a:gd name="connsiteY4" fmla="*/ 37073 h 37408"/>
                        <a:gd name="connsiteX5" fmla="*/ 31076 w 31933"/>
                        <a:gd name="connsiteY5" fmla="*/ 36407 h 37408"/>
                        <a:gd name="connsiteX6" fmla="*/ 20599 w 31933"/>
                        <a:gd name="connsiteY6" fmla="*/ 18690 h 374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933" h="37408">
                          <a:moveTo>
                            <a:pt x="20599" y="18690"/>
                          </a:moveTo>
                          <a:cubicBezTo>
                            <a:pt x="20789" y="11737"/>
                            <a:pt x="25457" y="6593"/>
                            <a:pt x="31934" y="4498"/>
                          </a:cubicBezTo>
                          <a:cubicBezTo>
                            <a:pt x="28886" y="2498"/>
                            <a:pt x="25457" y="974"/>
                            <a:pt x="21647" y="402"/>
                          </a:cubicBezTo>
                          <a:cubicBezTo>
                            <a:pt x="10312" y="-1693"/>
                            <a:pt x="501" y="4593"/>
                            <a:pt x="25" y="14785"/>
                          </a:cubicBezTo>
                          <a:cubicBezTo>
                            <a:pt x="-547" y="25167"/>
                            <a:pt x="8788" y="35264"/>
                            <a:pt x="20789" y="37073"/>
                          </a:cubicBezTo>
                          <a:cubicBezTo>
                            <a:pt x="24600" y="37740"/>
                            <a:pt x="28028" y="37359"/>
                            <a:pt x="31076" y="36407"/>
                          </a:cubicBezTo>
                          <a:cubicBezTo>
                            <a:pt x="24695" y="32120"/>
                            <a:pt x="20504" y="25453"/>
                            <a:pt x="20599" y="1869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0" name="Forme libre : forme 1189">
                      <a:extLst>
                        <a:ext uri="{FF2B5EF4-FFF2-40B4-BE49-F238E27FC236}">
                          <a16:creationId xmlns:a16="http://schemas.microsoft.com/office/drawing/2014/main" id="{6C8BA6B2-F947-4806-BA64-090356830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6505" y="4638394"/>
                      <a:ext cx="19930" cy="15818"/>
                    </a:xfrm>
                    <a:custGeom>
                      <a:avLst/>
                      <a:gdLst>
                        <a:gd name="connsiteX0" fmla="*/ 13794 w 19930"/>
                        <a:gd name="connsiteY0" fmla="*/ 15439 h 15818"/>
                        <a:gd name="connsiteX1" fmla="*/ 745 w 19930"/>
                        <a:gd name="connsiteY1" fmla="*/ 10296 h 15818"/>
                        <a:gd name="connsiteX2" fmla="*/ 6269 w 19930"/>
                        <a:gd name="connsiteY2" fmla="*/ 389 h 15818"/>
                        <a:gd name="connsiteX3" fmla="*/ 19224 w 19930"/>
                        <a:gd name="connsiteY3" fmla="*/ 5438 h 15818"/>
                        <a:gd name="connsiteX4" fmla="*/ 13794 w 19930"/>
                        <a:gd name="connsiteY4" fmla="*/ 15439 h 158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0" h="15818">
                          <a:moveTo>
                            <a:pt x="13794" y="15439"/>
                          </a:moveTo>
                          <a:cubicBezTo>
                            <a:pt x="8746" y="16773"/>
                            <a:pt x="2841" y="14487"/>
                            <a:pt x="745" y="10296"/>
                          </a:cubicBezTo>
                          <a:cubicBezTo>
                            <a:pt x="-1350" y="6105"/>
                            <a:pt x="1126" y="1723"/>
                            <a:pt x="6269" y="389"/>
                          </a:cubicBezTo>
                          <a:cubicBezTo>
                            <a:pt x="11318" y="-944"/>
                            <a:pt x="17128" y="1247"/>
                            <a:pt x="19224" y="5438"/>
                          </a:cubicBezTo>
                          <a:cubicBezTo>
                            <a:pt x="21224" y="9533"/>
                            <a:pt x="18843" y="14010"/>
                            <a:pt x="13794" y="1543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1" name="Forme libre : forme 1190">
                      <a:extLst>
                        <a:ext uri="{FF2B5EF4-FFF2-40B4-BE49-F238E27FC236}">
                          <a16:creationId xmlns:a16="http://schemas.microsoft.com/office/drawing/2014/main" id="{24984D54-0EF3-4773-ADB5-0ADA0E4173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68775" y="4638547"/>
                      <a:ext cx="6953" cy="6186"/>
                    </a:xfrm>
                    <a:custGeom>
                      <a:avLst/>
                      <a:gdLst>
                        <a:gd name="connsiteX0" fmla="*/ 3429 w 6953"/>
                        <a:gd name="connsiteY0" fmla="*/ 6143 h 6186"/>
                        <a:gd name="connsiteX1" fmla="*/ 0 w 6953"/>
                        <a:gd name="connsiteY1" fmla="*/ 2523 h 6186"/>
                        <a:gd name="connsiteX2" fmla="*/ 3524 w 6953"/>
                        <a:gd name="connsiteY2" fmla="*/ 47 h 6186"/>
                        <a:gd name="connsiteX3" fmla="*/ 6953 w 6953"/>
                        <a:gd name="connsiteY3" fmla="*/ 3666 h 6186"/>
                        <a:gd name="connsiteX4" fmla="*/ 3429 w 6953"/>
                        <a:gd name="connsiteY4" fmla="*/ 6143 h 61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53" h="6186">
                          <a:moveTo>
                            <a:pt x="3429" y="6143"/>
                          </a:moveTo>
                          <a:cubicBezTo>
                            <a:pt x="1524" y="5857"/>
                            <a:pt x="0" y="4238"/>
                            <a:pt x="0" y="2523"/>
                          </a:cubicBezTo>
                          <a:cubicBezTo>
                            <a:pt x="0" y="809"/>
                            <a:pt x="1619" y="-239"/>
                            <a:pt x="3524" y="47"/>
                          </a:cubicBezTo>
                          <a:cubicBezTo>
                            <a:pt x="5429" y="333"/>
                            <a:pt x="6953" y="1952"/>
                            <a:pt x="6953" y="3666"/>
                          </a:cubicBezTo>
                          <a:cubicBezTo>
                            <a:pt x="6953" y="5285"/>
                            <a:pt x="5334" y="6428"/>
                            <a:pt x="3429" y="61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192" name="Graphique 15">
                    <a:extLst>
                      <a:ext uri="{FF2B5EF4-FFF2-40B4-BE49-F238E27FC236}">
                        <a16:creationId xmlns:a16="http://schemas.microsoft.com/office/drawing/2014/main" id="{0053072A-3E33-4D52-B22E-9E3C54C3C07E}"/>
                      </a:ext>
                    </a:extLst>
                  </p:cNvPr>
                  <p:cNvGrpSpPr/>
                  <p:nvPr/>
                </p:nvGrpSpPr>
                <p:grpSpPr>
                  <a:xfrm>
                    <a:off x="9809886" y="4638715"/>
                    <a:ext cx="43077" cy="38224"/>
                    <a:chOff x="9809886" y="4638715"/>
                    <a:chExt cx="43077" cy="38224"/>
                  </a:xfrm>
                  <a:solidFill>
                    <a:schemeClr val="accent1"/>
                  </a:solidFill>
                </p:grpSpPr>
                <p:sp>
                  <p:nvSpPr>
                    <p:cNvPr id="1193" name="Forme libre : forme 1192">
                      <a:extLst>
                        <a:ext uri="{FF2B5EF4-FFF2-40B4-BE49-F238E27FC236}">
                          <a16:creationId xmlns:a16="http://schemas.microsoft.com/office/drawing/2014/main" id="{826FDBFA-D7BF-402E-B463-BCEE9C7A0D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9886" y="4638715"/>
                      <a:ext cx="43077" cy="38205"/>
                    </a:xfrm>
                    <a:custGeom>
                      <a:avLst/>
                      <a:gdLst>
                        <a:gd name="connsiteX0" fmla="*/ 20980 w 43077"/>
                        <a:gd name="connsiteY0" fmla="*/ 37788 h 38205"/>
                        <a:gd name="connsiteX1" fmla="*/ 24 w 43077"/>
                        <a:gd name="connsiteY1" fmla="*/ 14452 h 38205"/>
                        <a:gd name="connsiteX2" fmla="*/ 22313 w 43077"/>
                        <a:gd name="connsiteY2" fmla="*/ 545 h 38205"/>
                        <a:gd name="connsiteX3" fmla="*/ 43077 w 43077"/>
                        <a:gd name="connsiteY3" fmla="*/ 23215 h 38205"/>
                        <a:gd name="connsiteX4" fmla="*/ 20980 w 43077"/>
                        <a:gd name="connsiteY4" fmla="*/ 37788 h 382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077" h="38205">
                          <a:moveTo>
                            <a:pt x="20980" y="37788"/>
                          </a:moveTo>
                          <a:cubicBezTo>
                            <a:pt x="8978" y="35216"/>
                            <a:pt x="-547" y="24643"/>
                            <a:pt x="24" y="14452"/>
                          </a:cubicBezTo>
                          <a:cubicBezTo>
                            <a:pt x="596" y="4260"/>
                            <a:pt x="10692" y="-1931"/>
                            <a:pt x="22313" y="545"/>
                          </a:cubicBezTo>
                          <a:cubicBezTo>
                            <a:pt x="33933" y="3117"/>
                            <a:pt x="43077" y="13118"/>
                            <a:pt x="43077" y="23215"/>
                          </a:cubicBezTo>
                          <a:cubicBezTo>
                            <a:pt x="42982" y="33311"/>
                            <a:pt x="33172" y="39979"/>
                            <a:pt x="20980" y="377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4" name="Forme libre : forme 1193">
                      <a:extLst>
                        <a:ext uri="{FF2B5EF4-FFF2-40B4-BE49-F238E27FC236}">
                          <a16:creationId xmlns:a16="http://schemas.microsoft.com/office/drawing/2014/main" id="{AA844690-9BC5-4B4A-96A5-C59BDB081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9886" y="4638715"/>
                      <a:ext cx="32695" cy="38224"/>
                    </a:xfrm>
                    <a:custGeom>
                      <a:avLst/>
                      <a:gdLst>
                        <a:gd name="connsiteX0" fmla="*/ 21075 w 32695"/>
                        <a:gd name="connsiteY0" fmla="*/ 19119 h 38224"/>
                        <a:gd name="connsiteX1" fmla="*/ 32695 w 32695"/>
                        <a:gd name="connsiteY1" fmla="*/ 5213 h 38224"/>
                        <a:gd name="connsiteX2" fmla="*/ 22313 w 32695"/>
                        <a:gd name="connsiteY2" fmla="*/ 545 h 38224"/>
                        <a:gd name="connsiteX3" fmla="*/ 24 w 32695"/>
                        <a:gd name="connsiteY3" fmla="*/ 14452 h 38224"/>
                        <a:gd name="connsiteX4" fmla="*/ 20980 w 32695"/>
                        <a:gd name="connsiteY4" fmla="*/ 37788 h 38224"/>
                        <a:gd name="connsiteX5" fmla="*/ 31648 w 32695"/>
                        <a:gd name="connsiteY5" fmla="*/ 37312 h 38224"/>
                        <a:gd name="connsiteX6" fmla="*/ 21075 w 32695"/>
                        <a:gd name="connsiteY6" fmla="*/ 19119 h 382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95" h="38224">
                          <a:moveTo>
                            <a:pt x="21075" y="19119"/>
                          </a:moveTo>
                          <a:cubicBezTo>
                            <a:pt x="21360" y="12071"/>
                            <a:pt x="26123" y="7022"/>
                            <a:pt x="32695" y="5213"/>
                          </a:cubicBezTo>
                          <a:cubicBezTo>
                            <a:pt x="29647" y="3022"/>
                            <a:pt x="26123" y="1307"/>
                            <a:pt x="22313" y="545"/>
                          </a:cubicBezTo>
                          <a:cubicBezTo>
                            <a:pt x="10692" y="-1931"/>
                            <a:pt x="501" y="4260"/>
                            <a:pt x="24" y="14452"/>
                          </a:cubicBezTo>
                          <a:cubicBezTo>
                            <a:pt x="-547" y="24643"/>
                            <a:pt x="8978" y="35216"/>
                            <a:pt x="20980" y="37788"/>
                          </a:cubicBezTo>
                          <a:cubicBezTo>
                            <a:pt x="24789" y="38550"/>
                            <a:pt x="28409" y="38264"/>
                            <a:pt x="31648" y="37312"/>
                          </a:cubicBezTo>
                          <a:cubicBezTo>
                            <a:pt x="24980" y="33025"/>
                            <a:pt x="20789" y="25977"/>
                            <a:pt x="21075" y="1911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5" name="Forme libre : forme 1194">
                      <a:extLst>
                        <a:ext uri="{FF2B5EF4-FFF2-40B4-BE49-F238E27FC236}">
                          <a16:creationId xmlns:a16="http://schemas.microsoft.com/office/drawing/2014/main" id="{834515DB-0E92-4E6E-8414-A644531844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24611" y="4657663"/>
                      <a:ext cx="20333" cy="16129"/>
                    </a:xfrm>
                    <a:custGeom>
                      <a:avLst/>
                      <a:gdLst>
                        <a:gd name="connsiteX0" fmla="*/ 13970 w 20333"/>
                        <a:gd name="connsiteY0" fmla="*/ 15791 h 16129"/>
                        <a:gd name="connsiteX1" fmla="*/ 730 w 20333"/>
                        <a:gd name="connsiteY1" fmla="*/ 10077 h 16129"/>
                        <a:gd name="connsiteX2" fmla="*/ 6445 w 20333"/>
                        <a:gd name="connsiteY2" fmla="*/ 266 h 16129"/>
                        <a:gd name="connsiteX3" fmla="*/ 19590 w 20333"/>
                        <a:gd name="connsiteY3" fmla="*/ 5886 h 16129"/>
                        <a:gd name="connsiteX4" fmla="*/ 13970 w 20333"/>
                        <a:gd name="connsiteY4" fmla="*/ 15791 h 16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333" h="16129">
                          <a:moveTo>
                            <a:pt x="13970" y="15791"/>
                          </a:moveTo>
                          <a:cubicBezTo>
                            <a:pt x="8636" y="17125"/>
                            <a:pt x="2826" y="14363"/>
                            <a:pt x="730" y="10077"/>
                          </a:cubicBezTo>
                          <a:cubicBezTo>
                            <a:pt x="-1365" y="5790"/>
                            <a:pt x="1206" y="1409"/>
                            <a:pt x="6445" y="266"/>
                          </a:cubicBezTo>
                          <a:cubicBezTo>
                            <a:pt x="11589" y="-877"/>
                            <a:pt x="17399" y="1790"/>
                            <a:pt x="19590" y="5886"/>
                          </a:cubicBezTo>
                          <a:cubicBezTo>
                            <a:pt x="21685" y="10077"/>
                            <a:pt x="19209" y="14458"/>
                            <a:pt x="13970" y="1579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196" name="Forme libre : forme 1195">
                      <a:extLst>
                        <a:ext uri="{FF2B5EF4-FFF2-40B4-BE49-F238E27FC236}">
                          <a16:creationId xmlns:a16="http://schemas.microsoft.com/office/drawing/2014/main" id="{62C5D922-FB3D-46AC-AEA8-9137DBFFC2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37148" y="4658137"/>
                      <a:ext cx="7147" cy="6247"/>
                    </a:xfrm>
                    <a:custGeom>
                      <a:avLst/>
                      <a:gdLst>
                        <a:gd name="connsiteX0" fmla="*/ 3433 w 7147"/>
                        <a:gd name="connsiteY0" fmla="*/ 6174 h 6247"/>
                        <a:gd name="connsiteX1" fmla="*/ 4 w 7147"/>
                        <a:gd name="connsiteY1" fmla="*/ 2459 h 6247"/>
                        <a:gd name="connsiteX2" fmla="*/ 3623 w 7147"/>
                        <a:gd name="connsiteY2" fmla="*/ 78 h 6247"/>
                        <a:gd name="connsiteX3" fmla="*/ 7148 w 7147"/>
                        <a:gd name="connsiteY3" fmla="*/ 3793 h 6247"/>
                        <a:gd name="connsiteX4" fmla="*/ 3433 w 7147"/>
                        <a:gd name="connsiteY4" fmla="*/ 6174 h 6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47" h="6247">
                          <a:moveTo>
                            <a:pt x="3433" y="6174"/>
                          </a:moveTo>
                          <a:cubicBezTo>
                            <a:pt x="1433" y="5888"/>
                            <a:pt x="-91" y="4078"/>
                            <a:pt x="4" y="2459"/>
                          </a:cubicBezTo>
                          <a:cubicBezTo>
                            <a:pt x="99" y="745"/>
                            <a:pt x="1719" y="-303"/>
                            <a:pt x="3623" y="78"/>
                          </a:cubicBezTo>
                          <a:cubicBezTo>
                            <a:pt x="5529" y="459"/>
                            <a:pt x="7148" y="2078"/>
                            <a:pt x="7148" y="3793"/>
                          </a:cubicBezTo>
                          <a:cubicBezTo>
                            <a:pt x="7053" y="5412"/>
                            <a:pt x="5433" y="6555"/>
                            <a:pt x="3433" y="617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197" name="Graphique 15">
                <a:extLst>
                  <a:ext uri="{FF2B5EF4-FFF2-40B4-BE49-F238E27FC236}">
                    <a16:creationId xmlns:a16="http://schemas.microsoft.com/office/drawing/2014/main" id="{030DBA0D-F5C0-4A48-8630-F70A3C107BB9}"/>
                  </a:ext>
                </a:extLst>
              </p:cNvPr>
              <p:cNvGrpSpPr/>
              <p:nvPr/>
            </p:nvGrpSpPr>
            <p:grpSpPr>
              <a:xfrm>
                <a:off x="9370904" y="4033214"/>
                <a:ext cx="525254" cy="459361"/>
                <a:chOff x="9370904" y="4033214"/>
                <a:chExt cx="525254" cy="459361"/>
              </a:xfrm>
              <a:solidFill>
                <a:schemeClr val="accent1"/>
              </a:solidFill>
            </p:grpSpPr>
            <p:sp>
              <p:nvSpPr>
                <p:cNvPr id="1198" name="Forme libre : forme 1197">
                  <a:extLst>
                    <a:ext uri="{FF2B5EF4-FFF2-40B4-BE49-F238E27FC236}">
                      <a16:creationId xmlns:a16="http://schemas.microsoft.com/office/drawing/2014/main" id="{5246732F-5E48-44A9-B1B4-D943E1AEA413}"/>
                    </a:ext>
                  </a:extLst>
                </p:cNvPr>
                <p:cNvSpPr/>
                <p:nvPr/>
              </p:nvSpPr>
              <p:spPr>
                <a:xfrm>
                  <a:off x="9370904" y="4033309"/>
                  <a:ext cx="510652" cy="459266"/>
                </a:xfrm>
                <a:custGeom>
                  <a:avLst/>
                  <a:gdLst>
                    <a:gd name="connsiteX0" fmla="*/ 265557 w 510652"/>
                    <a:gd name="connsiteY0" fmla="*/ 418880 h 459266"/>
                    <a:gd name="connsiteX1" fmla="*/ 199739 w 510652"/>
                    <a:gd name="connsiteY1" fmla="*/ 298294 h 459266"/>
                    <a:gd name="connsiteX2" fmla="*/ 257175 w 510652"/>
                    <a:gd name="connsiteY2" fmla="*/ 302961 h 459266"/>
                    <a:gd name="connsiteX3" fmla="*/ 312325 w 510652"/>
                    <a:gd name="connsiteY3" fmla="*/ 292960 h 459266"/>
                    <a:gd name="connsiteX4" fmla="*/ 408813 w 510652"/>
                    <a:gd name="connsiteY4" fmla="*/ 235333 h 459266"/>
                    <a:gd name="connsiteX5" fmla="*/ 466820 w 510652"/>
                    <a:gd name="connsiteY5" fmla="*/ 168849 h 459266"/>
                    <a:gd name="connsiteX6" fmla="*/ 499301 w 510652"/>
                    <a:gd name="connsiteY6" fmla="*/ 109603 h 459266"/>
                    <a:gd name="connsiteX7" fmla="*/ 510540 w 510652"/>
                    <a:gd name="connsiteY7" fmla="*/ 61978 h 459266"/>
                    <a:gd name="connsiteX8" fmla="*/ 502063 w 510652"/>
                    <a:gd name="connsiteY8" fmla="*/ 27498 h 459266"/>
                    <a:gd name="connsiteX9" fmla="*/ 471773 w 510652"/>
                    <a:gd name="connsiteY9" fmla="*/ 5781 h 459266"/>
                    <a:gd name="connsiteX10" fmla="*/ 448818 w 510652"/>
                    <a:gd name="connsiteY10" fmla="*/ 1113 h 459266"/>
                    <a:gd name="connsiteX11" fmla="*/ 421481 w 510652"/>
                    <a:gd name="connsiteY11" fmla="*/ 161 h 459266"/>
                    <a:gd name="connsiteX12" fmla="*/ 277178 w 510652"/>
                    <a:gd name="connsiteY12" fmla="*/ 38547 h 459266"/>
                    <a:gd name="connsiteX13" fmla="*/ 186976 w 510652"/>
                    <a:gd name="connsiteY13" fmla="*/ 105793 h 459266"/>
                    <a:gd name="connsiteX14" fmla="*/ 156877 w 510652"/>
                    <a:gd name="connsiteY14" fmla="*/ 152942 h 459266"/>
                    <a:gd name="connsiteX15" fmla="*/ 139255 w 510652"/>
                    <a:gd name="connsiteY15" fmla="*/ 207806 h 459266"/>
                    <a:gd name="connsiteX16" fmla="*/ 52769 w 510652"/>
                    <a:gd name="connsiteY16" fmla="*/ 100745 h 459266"/>
                    <a:gd name="connsiteX17" fmla="*/ 0 w 510652"/>
                    <a:gd name="connsiteY17" fmla="*/ 122653 h 459266"/>
                    <a:gd name="connsiteX18" fmla="*/ 136112 w 510652"/>
                    <a:gd name="connsiteY18" fmla="*/ 275338 h 459266"/>
                    <a:gd name="connsiteX19" fmla="*/ 225076 w 510652"/>
                    <a:gd name="connsiteY19" fmla="*/ 459266 h 459266"/>
                    <a:gd name="connsiteX20" fmla="*/ 265557 w 510652"/>
                    <a:gd name="connsiteY20" fmla="*/ 418880 h 459266"/>
                    <a:gd name="connsiteX21" fmla="*/ 300990 w 510652"/>
                    <a:gd name="connsiteY21" fmla="*/ 85886 h 459266"/>
                    <a:gd name="connsiteX22" fmla="*/ 412813 w 510652"/>
                    <a:gd name="connsiteY22" fmla="*/ 47214 h 459266"/>
                    <a:gd name="connsiteX23" fmla="*/ 454533 w 510652"/>
                    <a:gd name="connsiteY23" fmla="*/ 59121 h 459266"/>
                    <a:gd name="connsiteX24" fmla="*/ 447675 w 510652"/>
                    <a:gd name="connsiteY24" fmla="*/ 110175 h 459266"/>
                    <a:gd name="connsiteX25" fmla="*/ 374428 w 510652"/>
                    <a:gd name="connsiteY25" fmla="*/ 195233 h 459266"/>
                    <a:gd name="connsiteX26" fmla="*/ 290417 w 510652"/>
                    <a:gd name="connsiteY26" fmla="*/ 237238 h 459266"/>
                    <a:gd name="connsiteX27" fmla="*/ 244221 w 510652"/>
                    <a:gd name="connsiteY27" fmla="*/ 241905 h 459266"/>
                    <a:gd name="connsiteX28" fmla="*/ 196977 w 510652"/>
                    <a:gd name="connsiteY28" fmla="*/ 234762 h 459266"/>
                    <a:gd name="connsiteX29" fmla="*/ 230314 w 510652"/>
                    <a:gd name="connsiteY29" fmla="*/ 147418 h 459266"/>
                    <a:gd name="connsiteX30" fmla="*/ 300990 w 510652"/>
                    <a:gd name="connsiteY30" fmla="*/ 85886 h 459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10652" h="459266">
                      <a:moveTo>
                        <a:pt x="265557" y="418880"/>
                      </a:moveTo>
                      <a:cubicBezTo>
                        <a:pt x="230696" y="383638"/>
                        <a:pt x="208407" y="340680"/>
                        <a:pt x="199739" y="298294"/>
                      </a:cubicBezTo>
                      <a:cubicBezTo>
                        <a:pt x="219265" y="302199"/>
                        <a:pt x="238506" y="303723"/>
                        <a:pt x="257175" y="302961"/>
                      </a:cubicBezTo>
                      <a:cubicBezTo>
                        <a:pt x="276225" y="301913"/>
                        <a:pt x="294704" y="298484"/>
                        <a:pt x="312325" y="292960"/>
                      </a:cubicBezTo>
                      <a:cubicBezTo>
                        <a:pt x="347567" y="282006"/>
                        <a:pt x="380143" y="261908"/>
                        <a:pt x="408813" y="235333"/>
                      </a:cubicBezTo>
                      <a:cubicBezTo>
                        <a:pt x="433197" y="212664"/>
                        <a:pt x="451961" y="190185"/>
                        <a:pt x="466820" y="168849"/>
                      </a:cubicBezTo>
                      <a:cubicBezTo>
                        <a:pt x="481679" y="147418"/>
                        <a:pt x="492347" y="127415"/>
                        <a:pt x="499301" y="109603"/>
                      </a:cubicBezTo>
                      <a:cubicBezTo>
                        <a:pt x="506349" y="91696"/>
                        <a:pt x="510445" y="75504"/>
                        <a:pt x="510540" y="61978"/>
                      </a:cubicBezTo>
                      <a:cubicBezTo>
                        <a:pt x="511302" y="48072"/>
                        <a:pt x="508159" y="36737"/>
                        <a:pt x="502063" y="27498"/>
                      </a:cubicBezTo>
                      <a:cubicBezTo>
                        <a:pt x="495586" y="17306"/>
                        <a:pt x="485013" y="10448"/>
                        <a:pt x="471773" y="5781"/>
                      </a:cubicBezTo>
                      <a:cubicBezTo>
                        <a:pt x="465011" y="3495"/>
                        <a:pt x="457295" y="1971"/>
                        <a:pt x="448818" y="1113"/>
                      </a:cubicBezTo>
                      <a:cubicBezTo>
                        <a:pt x="440531" y="66"/>
                        <a:pt x="431387" y="-220"/>
                        <a:pt x="421481" y="161"/>
                      </a:cubicBezTo>
                      <a:cubicBezTo>
                        <a:pt x="381953" y="1876"/>
                        <a:pt x="332041" y="13496"/>
                        <a:pt x="277178" y="38547"/>
                      </a:cubicBezTo>
                      <a:cubicBezTo>
                        <a:pt x="241840" y="54739"/>
                        <a:pt x="210503" y="77313"/>
                        <a:pt x="186976" y="105793"/>
                      </a:cubicBezTo>
                      <a:cubicBezTo>
                        <a:pt x="175165" y="119986"/>
                        <a:pt x="165068" y="135797"/>
                        <a:pt x="156877" y="152942"/>
                      </a:cubicBezTo>
                      <a:cubicBezTo>
                        <a:pt x="148590" y="170182"/>
                        <a:pt x="143065" y="188280"/>
                        <a:pt x="139255" y="207806"/>
                      </a:cubicBezTo>
                      <a:cubicBezTo>
                        <a:pt x="102870" y="183898"/>
                        <a:pt x="72199" y="146465"/>
                        <a:pt x="52769" y="100745"/>
                      </a:cubicBezTo>
                      <a:lnTo>
                        <a:pt x="0" y="122653"/>
                      </a:lnTo>
                      <a:cubicBezTo>
                        <a:pt x="28765" y="192566"/>
                        <a:pt x="79724" y="246382"/>
                        <a:pt x="136112" y="275338"/>
                      </a:cubicBezTo>
                      <a:cubicBezTo>
                        <a:pt x="141637" y="338394"/>
                        <a:pt x="171736" y="405926"/>
                        <a:pt x="225076" y="459266"/>
                      </a:cubicBezTo>
                      <a:lnTo>
                        <a:pt x="265557" y="418880"/>
                      </a:lnTo>
                      <a:close/>
                      <a:moveTo>
                        <a:pt x="300990" y="85886"/>
                      </a:moveTo>
                      <a:cubicBezTo>
                        <a:pt x="355854" y="56073"/>
                        <a:pt x="392430" y="48929"/>
                        <a:pt x="412813" y="47214"/>
                      </a:cubicBezTo>
                      <a:cubicBezTo>
                        <a:pt x="433292" y="45881"/>
                        <a:pt x="448532" y="49310"/>
                        <a:pt x="454533" y="59121"/>
                      </a:cubicBezTo>
                      <a:cubicBezTo>
                        <a:pt x="460820" y="68836"/>
                        <a:pt x="459772" y="86362"/>
                        <a:pt x="447675" y="110175"/>
                      </a:cubicBezTo>
                      <a:cubicBezTo>
                        <a:pt x="435864" y="133606"/>
                        <a:pt x="413290" y="163705"/>
                        <a:pt x="374428" y="195233"/>
                      </a:cubicBezTo>
                      <a:cubicBezTo>
                        <a:pt x="348996" y="215712"/>
                        <a:pt x="320707" y="230190"/>
                        <a:pt x="290417" y="237238"/>
                      </a:cubicBezTo>
                      <a:cubicBezTo>
                        <a:pt x="275177" y="240858"/>
                        <a:pt x="259747" y="242477"/>
                        <a:pt x="244221" y="241905"/>
                      </a:cubicBezTo>
                      <a:cubicBezTo>
                        <a:pt x="228695" y="241429"/>
                        <a:pt x="212598" y="239238"/>
                        <a:pt x="196977" y="234762"/>
                      </a:cubicBezTo>
                      <a:cubicBezTo>
                        <a:pt x="200978" y="202282"/>
                        <a:pt x="212027" y="172754"/>
                        <a:pt x="230314" y="147418"/>
                      </a:cubicBezTo>
                      <a:cubicBezTo>
                        <a:pt x="248221" y="122081"/>
                        <a:pt x="272320" y="101602"/>
                        <a:pt x="300990" y="85886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" name="Forme libre : forme 1198">
                  <a:extLst>
                    <a:ext uri="{FF2B5EF4-FFF2-40B4-BE49-F238E27FC236}">
                      <a16:creationId xmlns:a16="http://schemas.microsoft.com/office/drawing/2014/main" id="{3F9DA4D1-9A1D-4D69-9D70-7B862A3D377F}"/>
                    </a:ext>
                  </a:extLst>
                </p:cNvPr>
                <p:cNvSpPr/>
                <p:nvPr/>
              </p:nvSpPr>
              <p:spPr>
                <a:xfrm>
                  <a:off x="9629126" y="4033214"/>
                  <a:ext cx="252524" cy="236952"/>
                </a:xfrm>
                <a:custGeom>
                  <a:avLst/>
                  <a:gdLst>
                    <a:gd name="connsiteX0" fmla="*/ 138970 w 252524"/>
                    <a:gd name="connsiteY0" fmla="*/ 13496 h 236952"/>
                    <a:gd name="connsiteX1" fmla="*/ 166592 w 252524"/>
                    <a:gd name="connsiteY1" fmla="*/ 15020 h 236952"/>
                    <a:gd name="connsiteX2" fmla="*/ 189929 w 252524"/>
                    <a:gd name="connsiteY2" fmla="*/ 20259 h 236952"/>
                    <a:gd name="connsiteX3" fmla="*/ 221171 w 252524"/>
                    <a:gd name="connsiteY3" fmla="*/ 43405 h 236952"/>
                    <a:gd name="connsiteX4" fmla="*/ 230505 w 252524"/>
                    <a:gd name="connsiteY4" fmla="*/ 76552 h 236952"/>
                    <a:gd name="connsiteX5" fmla="*/ 222790 w 252524"/>
                    <a:gd name="connsiteY5" fmla="*/ 120938 h 236952"/>
                    <a:gd name="connsiteX6" fmla="*/ 148876 w 252524"/>
                    <a:gd name="connsiteY6" fmla="*/ 236953 h 236952"/>
                    <a:gd name="connsiteX7" fmla="*/ 150686 w 252524"/>
                    <a:gd name="connsiteY7" fmla="*/ 235333 h 236952"/>
                    <a:gd name="connsiteX8" fmla="*/ 208693 w 252524"/>
                    <a:gd name="connsiteY8" fmla="*/ 168849 h 236952"/>
                    <a:gd name="connsiteX9" fmla="*/ 241173 w 252524"/>
                    <a:gd name="connsiteY9" fmla="*/ 109603 h 236952"/>
                    <a:gd name="connsiteX10" fmla="*/ 252413 w 252524"/>
                    <a:gd name="connsiteY10" fmla="*/ 61978 h 236952"/>
                    <a:gd name="connsiteX11" fmla="*/ 243935 w 252524"/>
                    <a:gd name="connsiteY11" fmla="*/ 27498 h 236952"/>
                    <a:gd name="connsiteX12" fmla="*/ 213646 w 252524"/>
                    <a:gd name="connsiteY12" fmla="*/ 5781 h 236952"/>
                    <a:gd name="connsiteX13" fmla="*/ 190691 w 252524"/>
                    <a:gd name="connsiteY13" fmla="*/ 1114 h 236952"/>
                    <a:gd name="connsiteX14" fmla="*/ 163354 w 252524"/>
                    <a:gd name="connsiteY14" fmla="*/ 161 h 236952"/>
                    <a:gd name="connsiteX15" fmla="*/ 19050 w 252524"/>
                    <a:gd name="connsiteY15" fmla="*/ 38547 h 236952"/>
                    <a:gd name="connsiteX16" fmla="*/ 0 w 252524"/>
                    <a:gd name="connsiteY16" fmla="*/ 48167 h 236952"/>
                    <a:gd name="connsiteX17" fmla="*/ 138970 w 252524"/>
                    <a:gd name="connsiteY17" fmla="*/ 13496 h 236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2524" h="236952">
                      <a:moveTo>
                        <a:pt x="138970" y="13496"/>
                      </a:moveTo>
                      <a:cubicBezTo>
                        <a:pt x="148971" y="13306"/>
                        <a:pt x="158210" y="13782"/>
                        <a:pt x="166592" y="15020"/>
                      </a:cubicBezTo>
                      <a:cubicBezTo>
                        <a:pt x="175260" y="16068"/>
                        <a:pt x="183071" y="17782"/>
                        <a:pt x="189929" y="20259"/>
                      </a:cubicBezTo>
                      <a:cubicBezTo>
                        <a:pt x="203359" y="25402"/>
                        <a:pt x="214313" y="32641"/>
                        <a:pt x="221171" y="43405"/>
                      </a:cubicBezTo>
                      <a:cubicBezTo>
                        <a:pt x="227076" y="52549"/>
                        <a:pt x="230600" y="63312"/>
                        <a:pt x="230505" y="76552"/>
                      </a:cubicBezTo>
                      <a:cubicBezTo>
                        <a:pt x="231077" y="89315"/>
                        <a:pt x="228410" y="104269"/>
                        <a:pt x="222790" y="120938"/>
                      </a:cubicBezTo>
                      <a:cubicBezTo>
                        <a:pt x="211931" y="153704"/>
                        <a:pt x="188691" y="194852"/>
                        <a:pt x="148876" y="236953"/>
                      </a:cubicBezTo>
                      <a:lnTo>
                        <a:pt x="150686" y="235333"/>
                      </a:lnTo>
                      <a:cubicBezTo>
                        <a:pt x="175070" y="212664"/>
                        <a:pt x="193834" y="190185"/>
                        <a:pt x="208693" y="168849"/>
                      </a:cubicBezTo>
                      <a:cubicBezTo>
                        <a:pt x="223552" y="147418"/>
                        <a:pt x="234220" y="127415"/>
                        <a:pt x="241173" y="109603"/>
                      </a:cubicBezTo>
                      <a:cubicBezTo>
                        <a:pt x="248222" y="91696"/>
                        <a:pt x="252317" y="75504"/>
                        <a:pt x="252413" y="61978"/>
                      </a:cubicBezTo>
                      <a:cubicBezTo>
                        <a:pt x="253175" y="48072"/>
                        <a:pt x="250031" y="36737"/>
                        <a:pt x="243935" y="27498"/>
                      </a:cubicBezTo>
                      <a:cubicBezTo>
                        <a:pt x="237458" y="17306"/>
                        <a:pt x="226886" y="10448"/>
                        <a:pt x="213646" y="5781"/>
                      </a:cubicBezTo>
                      <a:cubicBezTo>
                        <a:pt x="206883" y="3495"/>
                        <a:pt x="199168" y="1971"/>
                        <a:pt x="190691" y="1114"/>
                      </a:cubicBezTo>
                      <a:cubicBezTo>
                        <a:pt x="182404" y="66"/>
                        <a:pt x="173260" y="-220"/>
                        <a:pt x="163354" y="161"/>
                      </a:cubicBezTo>
                      <a:cubicBezTo>
                        <a:pt x="123825" y="1876"/>
                        <a:pt x="73914" y="13496"/>
                        <a:pt x="19050" y="38547"/>
                      </a:cubicBezTo>
                      <a:cubicBezTo>
                        <a:pt x="12573" y="41500"/>
                        <a:pt x="6191" y="44833"/>
                        <a:pt x="0" y="48167"/>
                      </a:cubicBezTo>
                      <a:cubicBezTo>
                        <a:pt x="52578" y="25117"/>
                        <a:pt x="100489" y="14449"/>
                        <a:pt x="138970" y="13496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00" name="Forme libre : forme 1199">
                  <a:extLst>
                    <a:ext uri="{FF2B5EF4-FFF2-40B4-BE49-F238E27FC236}">
                      <a16:creationId xmlns:a16="http://schemas.microsoft.com/office/drawing/2014/main" id="{24382BA6-43AB-45AC-A938-3D7D377D4818}"/>
                    </a:ext>
                  </a:extLst>
                </p:cNvPr>
                <p:cNvSpPr/>
                <p:nvPr/>
              </p:nvSpPr>
              <p:spPr>
                <a:xfrm>
                  <a:off x="9422338" y="4230256"/>
                  <a:ext cx="270414" cy="94619"/>
                </a:xfrm>
                <a:custGeom>
                  <a:avLst/>
                  <a:gdLst>
                    <a:gd name="connsiteX0" fmla="*/ 0 w 270414"/>
                    <a:gd name="connsiteY0" fmla="*/ 0 h 94619"/>
                    <a:gd name="connsiteX1" fmla="*/ 5334 w 270414"/>
                    <a:gd name="connsiteY1" fmla="*/ 6096 h 94619"/>
                    <a:gd name="connsiteX2" fmla="*/ 21050 w 270414"/>
                    <a:gd name="connsiteY2" fmla="*/ 21717 h 94619"/>
                    <a:gd name="connsiteX3" fmla="*/ 80486 w 270414"/>
                    <a:gd name="connsiteY3" fmla="*/ 64389 h 94619"/>
                    <a:gd name="connsiteX4" fmla="*/ 100203 w 270414"/>
                    <a:gd name="connsiteY4" fmla="*/ 74295 h 94619"/>
                    <a:gd name="connsiteX5" fmla="*/ 121825 w 270414"/>
                    <a:gd name="connsiteY5" fmla="*/ 82582 h 94619"/>
                    <a:gd name="connsiteX6" fmla="*/ 168593 w 270414"/>
                    <a:gd name="connsiteY6" fmla="*/ 93250 h 94619"/>
                    <a:gd name="connsiteX7" fmla="*/ 218694 w 270414"/>
                    <a:gd name="connsiteY7" fmla="*/ 93059 h 94619"/>
                    <a:gd name="connsiteX8" fmla="*/ 270415 w 270414"/>
                    <a:gd name="connsiteY8" fmla="*/ 79058 h 94619"/>
                    <a:gd name="connsiteX9" fmla="*/ 248793 w 270414"/>
                    <a:gd name="connsiteY9" fmla="*/ 84582 h 94619"/>
                    <a:gd name="connsiteX10" fmla="*/ 189643 w 270414"/>
                    <a:gd name="connsiteY10" fmla="*/ 88297 h 94619"/>
                    <a:gd name="connsiteX11" fmla="*/ 101822 w 270414"/>
                    <a:gd name="connsiteY11" fmla="*/ 68390 h 94619"/>
                    <a:gd name="connsiteX12" fmla="*/ 51340 w 270414"/>
                    <a:gd name="connsiteY12" fmla="*/ 41720 h 94619"/>
                    <a:gd name="connsiteX13" fmla="*/ 0 w 270414"/>
                    <a:gd name="connsiteY13" fmla="*/ 0 h 94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0414" h="94619">
                      <a:moveTo>
                        <a:pt x="0" y="0"/>
                      </a:moveTo>
                      <a:cubicBezTo>
                        <a:pt x="0" y="0"/>
                        <a:pt x="1810" y="2096"/>
                        <a:pt x="5334" y="6096"/>
                      </a:cubicBezTo>
                      <a:cubicBezTo>
                        <a:pt x="8763" y="10001"/>
                        <a:pt x="14002" y="15526"/>
                        <a:pt x="21050" y="21717"/>
                      </a:cubicBezTo>
                      <a:cubicBezTo>
                        <a:pt x="34957" y="34385"/>
                        <a:pt x="54959" y="50673"/>
                        <a:pt x="80486" y="64389"/>
                      </a:cubicBezTo>
                      <a:cubicBezTo>
                        <a:pt x="86773" y="67818"/>
                        <a:pt x="93345" y="71247"/>
                        <a:pt x="100203" y="74295"/>
                      </a:cubicBezTo>
                      <a:cubicBezTo>
                        <a:pt x="107156" y="77248"/>
                        <a:pt x="114395" y="80105"/>
                        <a:pt x="121825" y="82582"/>
                      </a:cubicBezTo>
                      <a:cubicBezTo>
                        <a:pt x="136684" y="87535"/>
                        <a:pt x="152019" y="91631"/>
                        <a:pt x="168593" y="93250"/>
                      </a:cubicBezTo>
                      <a:cubicBezTo>
                        <a:pt x="184976" y="95060"/>
                        <a:pt x="201739" y="95155"/>
                        <a:pt x="218694" y="93059"/>
                      </a:cubicBezTo>
                      <a:cubicBezTo>
                        <a:pt x="235744" y="90869"/>
                        <a:pt x="253175" y="86201"/>
                        <a:pt x="270415" y="79058"/>
                      </a:cubicBezTo>
                      <a:cubicBezTo>
                        <a:pt x="270415" y="79058"/>
                        <a:pt x="262700" y="81820"/>
                        <a:pt x="248793" y="84582"/>
                      </a:cubicBezTo>
                      <a:cubicBezTo>
                        <a:pt x="234696" y="87344"/>
                        <a:pt x="214694" y="89726"/>
                        <a:pt x="189643" y="88297"/>
                      </a:cubicBezTo>
                      <a:cubicBezTo>
                        <a:pt x="164306" y="87154"/>
                        <a:pt x="134874" y="81439"/>
                        <a:pt x="101822" y="68390"/>
                      </a:cubicBezTo>
                      <a:cubicBezTo>
                        <a:pt x="85820" y="61532"/>
                        <a:pt x="68580" y="52959"/>
                        <a:pt x="51340" y="41720"/>
                      </a:cubicBezTo>
                      <a:cubicBezTo>
                        <a:pt x="34576" y="30290"/>
                        <a:pt x="16478" y="1705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01" name="Forme libre : forme 1200">
                  <a:extLst>
                    <a:ext uri="{FF2B5EF4-FFF2-40B4-BE49-F238E27FC236}">
                      <a16:creationId xmlns:a16="http://schemas.microsoft.com/office/drawing/2014/main" id="{E055D936-666F-415C-8956-4E9DAC6ADB43}"/>
                    </a:ext>
                  </a:extLst>
                </p:cNvPr>
                <p:cNvSpPr/>
                <p:nvPr/>
              </p:nvSpPr>
              <p:spPr>
                <a:xfrm>
                  <a:off x="9510254" y="4102241"/>
                  <a:ext cx="195548" cy="165829"/>
                </a:xfrm>
                <a:custGeom>
                  <a:avLst/>
                  <a:gdLst>
                    <a:gd name="connsiteX0" fmla="*/ 0 w 195548"/>
                    <a:gd name="connsiteY0" fmla="*/ 138874 h 165829"/>
                    <a:gd name="connsiteX1" fmla="*/ 5905 w 195548"/>
                    <a:gd name="connsiteY1" fmla="*/ 142780 h 165829"/>
                    <a:gd name="connsiteX2" fmla="*/ 20669 w 195548"/>
                    <a:gd name="connsiteY2" fmla="*/ 151447 h 165829"/>
                    <a:gd name="connsiteX3" fmla="*/ 57531 w 195548"/>
                    <a:gd name="connsiteY3" fmla="*/ 165830 h 165829"/>
                    <a:gd name="connsiteX4" fmla="*/ 60388 w 195548"/>
                    <a:gd name="connsiteY4" fmla="*/ 145828 h 165829"/>
                    <a:gd name="connsiteX5" fmla="*/ 77153 w 195548"/>
                    <a:gd name="connsiteY5" fmla="*/ 99155 h 165829"/>
                    <a:gd name="connsiteX6" fmla="*/ 119920 w 195548"/>
                    <a:gd name="connsiteY6" fmla="*/ 45148 h 165829"/>
                    <a:gd name="connsiteX7" fmla="*/ 195548 w 195548"/>
                    <a:gd name="connsiteY7" fmla="*/ 0 h 165829"/>
                    <a:gd name="connsiteX8" fmla="*/ 177737 w 195548"/>
                    <a:gd name="connsiteY8" fmla="*/ 4096 h 165829"/>
                    <a:gd name="connsiteX9" fmla="*/ 133921 w 195548"/>
                    <a:gd name="connsiteY9" fmla="*/ 19812 h 165829"/>
                    <a:gd name="connsiteX10" fmla="*/ 28765 w 195548"/>
                    <a:gd name="connsiteY10" fmla="*/ 119634 h 165829"/>
                    <a:gd name="connsiteX11" fmla="*/ 11525 w 195548"/>
                    <a:gd name="connsiteY11" fmla="*/ 135636 h 165829"/>
                    <a:gd name="connsiteX12" fmla="*/ 0 w 195548"/>
                    <a:gd name="connsiteY12" fmla="*/ 138874 h 165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5548" h="165829">
                      <a:moveTo>
                        <a:pt x="0" y="138874"/>
                      </a:moveTo>
                      <a:cubicBezTo>
                        <a:pt x="0" y="138874"/>
                        <a:pt x="2191" y="140303"/>
                        <a:pt x="5905" y="142780"/>
                      </a:cubicBezTo>
                      <a:cubicBezTo>
                        <a:pt x="9525" y="145161"/>
                        <a:pt x="14669" y="148304"/>
                        <a:pt x="20669" y="151447"/>
                      </a:cubicBezTo>
                      <a:cubicBezTo>
                        <a:pt x="32480" y="157734"/>
                        <a:pt x="46863" y="164211"/>
                        <a:pt x="57531" y="165830"/>
                      </a:cubicBezTo>
                      <a:cubicBezTo>
                        <a:pt x="57531" y="165830"/>
                        <a:pt x="57817" y="158115"/>
                        <a:pt x="60388" y="145828"/>
                      </a:cubicBezTo>
                      <a:cubicBezTo>
                        <a:pt x="63055" y="133540"/>
                        <a:pt x="67532" y="117157"/>
                        <a:pt x="77153" y="99155"/>
                      </a:cubicBezTo>
                      <a:cubicBezTo>
                        <a:pt x="86678" y="81248"/>
                        <a:pt x="100489" y="62293"/>
                        <a:pt x="119920" y="45148"/>
                      </a:cubicBezTo>
                      <a:cubicBezTo>
                        <a:pt x="139255" y="27908"/>
                        <a:pt x="164306" y="12573"/>
                        <a:pt x="195548" y="0"/>
                      </a:cubicBezTo>
                      <a:cubicBezTo>
                        <a:pt x="195548" y="0"/>
                        <a:pt x="188881" y="1143"/>
                        <a:pt x="177737" y="4096"/>
                      </a:cubicBezTo>
                      <a:cubicBezTo>
                        <a:pt x="166783" y="7048"/>
                        <a:pt x="151352" y="11906"/>
                        <a:pt x="133921" y="19812"/>
                      </a:cubicBezTo>
                      <a:cubicBezTo>
                        <a:pt x="99250" y="35814"/>
                        <a:pt x="55150" y="63055"/>
                        <a:pt x="28765" y="119634"/>
                      </a:cubicBezTo>
                      <a:cubicBezTo>
                        <a:pt x="24765" y="128206"/>
                        <a:pt x="17716" y="133064"/>
                        <a:pt x="11525" y="135636"/>
                      </a:cubicBezTo>
                      <a:cubicBezTo>
                        <a:pt x="5239" y="138493"/>
                        <a:pt x="0" y="138874"/>
                        <a:pt x="0" y="138874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02" name="Forme libre : forme 1201">
                  <a:extLst>
                    <a:ext uri="{FF2B5EF4-FFF2-40B4-BE49-F238E27FC236}">
                      <a16:creationId xmlns:a16="http://schemas.microsoft.com/office/drawing/2014/main" id="{E7F712AF-8DD1-45DD-A5A4-5D69C56816CA}"/>
                    </a:ext>
                  </a:extLst>
                </p:cNvPr>
                <p:cNvSpPr/>
                <p:nvPr/>
              </p:nvSpPr>
              <p:spPr>
                <a:xfrm>
                  <a:off x="9549878" y="4327126"/>
                  <a:ext cx="66865" cy="102965"/>
                </a:xfrm>
                <a:custGeom>
                  <a:avLst/>
                  <a:gdLst>
                    <a:gd name="connsiteX0" fmla="*/ 20764 w 66865"/>
                    <a:gd name="connsiteY0" fmla="*/ 4477 h 102965"/>
                    <a:gd name="connsiteX1" fmla="*/ 13906 w 66865"/>
                    <a:gd name="connsiteY1" fmla="*/ 3524 h 102965"/>
                    <a:gd name="connsiteX2" fmla="*/ 0 w 66865"/>
                    <a:gd name="connsiteY2" fmla="*/ 0 h 102965"/>
                    <a:gd name="connsiteX3" fmla="*/ 2762 w 66865"/>
                    <a:gd name="connsiteY3" fmla="*/ 9620 h 102965"/>
                    <a:gd name="connsiteX4" fmla="*/ 13335 w 66865"/>
                    <a:gd name="connsiteY4" fmla="*/ 34099 h 102965"/>
                    <a:gd name="connsiteX5" fmla="*/ 33909 w 66865"/>
                    <a:gd name="connsiteY5" fmla="*/ 67628 h 102965"/>
                    <a:gd name="connsiteX6" fmla="*/ 66865 w 66865"/>
                    <a:gd name="connsiteY6" fmla="*/ 102965 h 102965"/>
                    <a:gd name="connsiteX7" fmla="*/ 61246 w 66865"/>
                    <a:gd name="connsiteY7" fmla="*/ 95917 h 102965"/>
                    <a:gd name="connsiteX8" fmla="*/ 48101 w 66865"/>
                    <a:gd name="connsiteY8" fmla="*/ 75819 h 102965"/>
                    <a:gd name="connsiteX9" fmla="*/ 32575 w 66865"/>
                    <a:gd name="connsiteY9" fmla="*/ 44672 h 102965"/>
                    <a:gd name="connsiteX10" fmla="*/ 20764 w 66865"/>
                    <a:gd name="connsiteY10" fmla="*/ 4477 h 102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865" h="102965">
                      <a:moveTo>
                        <a:pt x="20764" y="4477"/>
                      </a:moveTo>
                      <a:cubicBezTo>
                        <a:pt x="20764" y="4477"/>
                        <a:pt x="18002" y="4191"/>
                        <a:pt x="13906" y="3524"/>
                      </a:cubicBezTo>
                      <a:cubicBezTo>
                        <a:pt x="10001" y="2762"/>
                        <a:pt x="4763" y="1619"/>
                        <a:pt x="0" y="0"/>
                      </a:cubicBezTo>
                      <a:cubicBezTo>
                        <a:pt x="0" y="0"/>
                        <a:pt x="857" y="3524"/>
                        <a:pt x="2762" y="9620"/>
                      </a:cubicBezTo>
                      <a:cubicBezTo>
                        <a:pt x="4858" y="15621"/>
                        <a:pt x="8382" y="24098"/>
                        <a:pt x="13335" y="34099"/>
                      </a:cubicBezTo>
                      <a:cubicBezTo>
                        <a:pt x="18383" y="44196"/>
                        <a:pt x="24860" y="55912"/>
                        <a:pt x="33909" y="67628"/>
                      </a:cubicBezTo>
                      <a:cubicBezTo>
                        <a:pt x="42863" y="79438"/>
                        <a:pt x="53435" y="91916"/>
                        <a:pt x="66865" y="102965"/>
                      </a:cubicBezTo>
                      <a:cubicBezTo>
                        <a:pt x="66865" y="102965"/>
                        <a:pt x="64770" y="100489"/>
                        <a:pt x="61246" y="95917"/>
                      </a:cubicBezTo>
                      <a:cubicBezTo>
                        <a:pt x="57721" y="91440"/>
                        <a:pt x="53054" y="84487"/>
                        <a:pt x="48101" y="75819"/>
                      </a:cubicBezTo>
                      <a:cubicBezTo>
                        <a:pt x="43148" y="67056"/>
                        <a:pt x="37529" y="56674"/>
                        <a:pt x="32575" y="44672"/>
                      </a:cubicBezTo>
                      <a:cubicBezTo>
                        <a:pt x="28099" y="32385"/>
                        <a:pt x="23813" y="18764"/>
                        <a:pt x="20764" y="4477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203" name="Graphique 15">
                  <a:extLst>
                    <a:ext uri="{FF2B5EF4-FFF2-40B4-BE49-F238E27FC236}">
                      <a16:creationId xmlns:a16="http://schemas.microsoft.com/office/drawing/2014/main" id="{D4D6F81F-8CC5-4543-A31B-60D880DCD83D}"/>
                    </a:ext>
                  </a:extLst>
                </p:cNvPr>
                <p:cNvGrpSpPr/>
                <p:nvPr/>
              </p:nvGrpSpPr>
              <p:grpSpPr>
                <a:xfrm>
                  <a:off x="9591013" y="4252220"/>
                  <a:ext cx="57405" cy="107159"/>
                  <a:chOff x="9591013" y="4252220"/>
                  <a:chExt cx="57405" cy="107159"/>
                </a:xfrm>
                <a:solidFill>
                  <a:schemeClr val="accent1"/>
                </a:solidFill>
              </p:grpSpPr>
              <p:grpSp>
                <p:nvGrpSpPr>
                  <p:cNvPr id="1204" name="Graphique 15">
                    <a:extLst>
                      <a:ext uri="{FF2B5EF4-FFF2-40B4-BE49-F238E27FC236}">
                        <a16:creationId xmlns:a16="http://schemas.microsoft.com/office/drawing/2014/main" id="{FA0F34BB-984D-47AB-9CB7-099D81C2693D}"/>
                      </a:ext>
                    </a:extLst>
                  </p:cNvPr>
                  <p:cNvGrpSpPr/>
                  <p:nvPr/>
                </p:nvGrpSpPr>
                <p:grpSpPr>
                  <a:xfrm>
                    <a:off x="9591013" y="4320591"/>
                    <a:ext cx="37595" cy="38788"/>
                    <a:chOff x="9591013" y="4320591"/>
                    <a:chExt cx="37595" cy="38788"/>
                  </a:xfrm>
                  <a:solidFill>
                    <a:schemeClr val="accent1"/>
                  </a:solidFill>
                </p:grpSpPr>
                <p:sp>
                  <p:nvSpPr>
                    <p:cNvPr id="1205" name="Forme libre : forme 1204">
                      <a:extLst>
                        <a:ext uri="{FF2B5EF4-FFF2-40B4-BE49-F238E27FC236}">
                          <a16:creationId xmlns:a16="http://schemas.microsoft.com/office/drawing/2014/main" id="{8E1C2EA6-63AD-4930-821A-CAEAA6E4E4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91013" y="4320591"/>
                      <a:ext cx="37571" cy="38788"/>
                    </a:xfrm>
                    <a:custGeom>
                      <a:avLst/>
                      <a:gdLst>
                        <a:gd name="connsiteX0" fmla="*/ 6299 w 37571"/>
                        <a:gd name="connsiteY0" fmla="*/ 3392 h 38788"/>
                        <a:gd name="connsiteX1" fmla="*/ 32684 w 37571"/>
                        <a:gd name="connsiteY1" fmla="*/ 8154 h 38788"/>
                        <a:gd name="connsiteX2" fmla="*/ 31731 w 37571"/>
                        <a:gd name="connsiteY2" fmla="*/ 35015 h 38788"/>
                        <a:gd name="connsiteX3" fmla="*/ 4966 w 37571"/>
                        <a:gd name="connsiteY3" fmla="*/ 30538 h 38788"/>
                        <a:gd name="connsiteX4" fmla="*/ 6299 w 37571"/>
                        <a:gd name="connsiteY4" fmla="*/ 3392 h 387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571" h="38788">
                          <a:moveTo>
                            <a:pt x="6299" y="3392"/>
                          </a:moveTo>
                          <a:cubicBezTo>
                            <a:pt x="14110" y="-2609"/>
                            <a:pt x="25921" y="-418"/>
                            <a:pt x="32684" y="8154"/>
                          </a:cubicBezTo>
                          <a:cubicBezTo>
                            <a:pt x="39351" y="16917"/>
                            <a:pt x="39351" y="28538"/>
                            <a:pt x="31731" y="35015"/>
                          </a:cubicBezTo>
                          <a:cubicBezTo>
                            <a:pt x="24302" y="41301"/>
                            <a:pt x="11919" y="39682"/>
                            <a:pt x="4966" y="30538"/>
                          </a:cubicBezTo>
                          <a:cubicBezTo>
                            <a:pt x="-2178" y="21584"/>
                            <a:pt x="-1511" y="9392"/>
                            <a:pt x="6299" y="339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6" name="Forme libre : forme 1205">
                      <a:extLst>
                        <a:ext uri="{FF2B5EF4-FFF2-40B4-BE49-F238E27FC236}">
                          <a16:creationId xmlns:a16="http://schemas.microsoft.com/office/drawing/2014/main" id="{3B1DCDBE-6C13-48F5-A62D-61F314E613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92264" y="4320591"/>
                      <a:ext cx="36343" cy="38634"/>
                    </a:xfrm>
                    <a:custGeom>
                      <a:avLst/>
                      <a:gdLst>
                        <a:gd name="connsiteX0" fmla="*/ 17812 w 36343"/>
                        <a:gd name="connsiteY0" fmla="*/ 19013 h 38634"/>
                        <a:gd name="connsiteX1" fmla="*/ 22003 w 36343"/>
                        <a:gd name="connsiteY1" fmla="*/ 38634 h 38634"/>
                        <a:gd name="connsiteX2" fmla="*/ 30575 w 36343"/>
                        <a:gd name="connsiteY2" fmla="*/ 35015 h 38634"/>
                        <a:gd name="connsiteX3" fmla="*/ 31528 w 36343"/>
                        <a:gd name="connsiteY3" fmla="*/ 8154 h 38634"/>
                        <a:gd name="connsiteX4" fmla="*/ 5144 w 36343"/>
                        <a:gd name="connsiteY4" fmla="*/ 3392 h 38634"/>
                        <a:gd name="connsiteX5" fmla="*/ 0 w 36343"/>
                        <a:gd name="connsiteY5" fmla="*/ 10726 h 38634"/>
                        <a:gd name="connsiteX6" fmla="*/ 17812 w 36343"/>
                        <a:gd name="connsiteY6" fmla="*/ 19013 h 38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343" h="38634">
                          <a:moveTo>
                            <a:pt x="17812" y="19013"/>
                          </a:moveTo>
                          <a:cubicBezTo>
                            <a:pt x="22479" y="25109"/>
                            <a:pt x="23813" y="32443"/>
                            <a:pt x="22003" y="38634"/>
                          </a:cubicBezTo>
                          <a:cubicBezTo>
                            <a:pt x="25146" y="38253"/>
                            <a:pt x="28099" y="37110"/>
                            <a:pt x="30575" y="35015"/>
                          </a:cubicBezTo>
                          <a:cubicBezTo>
                            <a:pt x="38100" y="28538"/>
                            <a:pt x="38100" y="16917"/>
                            <a:pt x="31528" y="8154"/>
                          </a:cubicBezTo>
                          <a:cubicBezTo>
                            <a:pt x="24765" y="-418"/>
                            <a:pt x="12954" y="-2609"/>
                            <a:pt x="5144" y="3392"/>
                          </a:cubicBezTo>
                          <a:cubicBezTo>
                            <a:pt x="2667" y="5297"/>
                            <a:pt x="953" y="7869"/>
                            <a:pt x="0" y="10726"/>
                          </a:cubicBezTo>
                          <a:cubicBezTo>
                            <a:pt x="6287" y="10250"/>
                            <a:pt x="13145" y="13107"/>
                            <a:pt x="17812" y="1901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7" name="Forme libre : forme 1206">
                      <a:extLst>
                        <a:ext uri="{FF2B5EF4-FFF2-40B4-BE49-F238E27FC236}">
                          <a16:creationId xmlns:a16="http://schemas.microsoft.com/office/drawing/2014/main" id="{44E47696-B067-40B5-ADF8-B0EAE86F71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94649" y="4326596"/>
                      <a:ext cx="16051" cy="18201"/>
                    </a:xfrm>
                    <a:custGeom>
                      <a:avLst/>
                      <a:gdLst>
                        <a:gd name="connsiteX0" fmla="*/ 759 w 16051"/>
                        <a:gd name="connsiteY0" fmla="*/ 5101 h 18201"/>
                        <a:gd name="connsiteX1" fmla="*/ 11427 w 16051"/>
                        <a:gd name="connsiteY1" fmla="*/ 910 h 18201"/>
                        <a:gd name="connsiteX2" fmla="*/ 15332 w 16051"/>
                        <a:gd name="connsiteY2" fmla="*/ 13007 h 18201"/>
                        <a:gd name="connsiteX3" fmla="*/ 4759 w 16051"/>
                        <a:gd name="connsiteY3" fmla="*/ 17293 h 18201"/>
                        <a:gd name="connsiteX4" fmla="*/ 759 w 16051"/>
                        <a:gd name="connsiteY4" fmla="*/ 5101 h 18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51" h="18201">
                          <a:moveTo>
                            <a:pt x="759" y="5101"/>
                          </a:moveTo>
                          <a:cubicBezTo>
                            <a:pt x="2664" y="625"/>
                            <a:pt x="7426" y="-1280"/>
                            <a:pt x="11427" y="910"/>
                          </a:cubicBezTo>
                          <a:cubicBezTo>
                            <a:pt x="15427" y="3101"/>
                            <a:pt x="17142" y="8435"/>
                            <a:pt x="15332" y="13007"/>
                          </a:cubicBezTo>
                          <a:cubicBezTo>
                            <a:pt x="13522" y="17579"/>
                            <a:pt x="8760" y="19484"/>
                            <a:pt x="4759" y="17293"/>
                          </a:cubicBezTo>
                          <a:cubicBezTo>
                            <a:pt x="663" y="15007"/>
                            <a:pt x="-1146" y="9578"/>
                            <a:pt x="759" y="510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08" name="Forme libre : forme 1207">
                      <a:extLst>
                        <a:ext uri="{FF2B5EF4-FFF2-40B4-BE49-F238E27FC236}">
                          <a16:creationId xmlns:a16="http://schemas.microsoft.com/office/drawing/2014/main" id="{66658BF4-A999-4C5F-BD3A-02B00F17BE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99655" y="4340245"/>
                      <a:ext cx="6173" cy="6431"/>
                    </a:xfrm>
                    <a:custGeom>
                      <a:avLst/>
                      <a:gdLst>
                        <a:gd name="connsiteX0" fmla="*/ 991 w 6173"/>
                        <a:gd name="connsiteY0" fmla="*/ 597 h 6431"/>
                        <a:gd name="connsiteX1" fmla="*/ 5373 w 6173"/>
                        <a:gd name="connsiteY1" fmla="*/ 1359 h 6431"/>
                        <a:gd name="connsiteX2" fmla="*/ 5182 w 6173"/>
                        <a:gd name="connsiteY2" fmla="*/ 5835 h 6431"/>
                        <a:gd name="connsiteX3" fmla="*/ 801 w 6173"/>
                        <a:gd name="connsiteY3" fmla="*/ 5073 h 6431"/>
                        <a:gd name="connsiteX4" fmla="*/ 991 w 6173"/>
                        <a:gd name="connsiteY4" fmla="*/ 597 h 6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73" h="6431">
                          <a:moveTo>
                            <a:pt x="991" y="597"/>
                          </a:moveTo>
                          <a:cubicBezTo>
                            <a:pt x="2230" y="-451"/>
                            <a:pt x="4230" y="-70"/>
                            <a:pt x="5373" y="1359"/>
                          </a:cubicBezTo>
                          <a:cubicBezTo>
                            <a:pt x="6516" y="2788"/>
                            <a:pt x="6421" y="4788"/>
                            <a:pt x="5182" y="5835"/>
                          </a:cubicBezTo>
                          <a:cubicBezTo>
                            <a:pt x="3944" y="6883"/>
                            <a:pt x="1944" y="6502"/>
                            <a:pt x="801" y="5073"/>
                          </a:cubicBezTo>
                          <a:cubicBezTo>
                            <a:pt x="-342" y="3645"/>
                            <a:pt x="-247" y="1549"/>
                            <a:pt x="991" y="5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09" name="Graphique 15">
                    <a:extLst>
                      <a:ext uri="{FF2B5EF4-FFF2-40B4-BE49-F238E27FC236}">
                        <a16:creationId xmlns:a16="http://schemas.microsoft.com/office/drawing/2014/main" id="{20A09BA5-5064-4975-AEB8-21CFB0D55630}"/>
                      </a:ext>
                    </a:extLst>
                  </p:cNvPr>
                  <p:cNvGrpSpPr/>
                  <p:nvPr/>
                </p:nvGrpSpPr>
                <p:grpSpPr>
                  <a:xfrm>
                    <a:off x="9606730" y="4288374"/>
                    <a:ext cx="37103" cy="37940"/>
                    <a:chOff x="9606730" y="4288374"/>
                    <a:chExt cx="37103" cy="37940"/>
                  </a:xfrm>
                  <a:solidFill>
                    <a:schemeClr val="accent1"/>
                  </a:solidFill>
                </p:grpSpPr>
                <p:sp>
                  <p:nvSpPr>
                    <p:cNvPr id="1210" name="Forme libre : forme 1209">
                      <a:extLst>
                        <a:ext uri="{FF2B5EF4-FFF2-40B4-BE49-F238E27FC236}">
                          <a16:creationId xmlns:a16="http://schemas.microsoft.com/office/drawing/2014/main" id="{1D12A91B-5C12-4213-815F-EA20A45438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06730" y="4288374"/>
                      <a:ext cx="37103" cy="37940"/>
                    </a:xfrm>
                    <a:custGeom>
                      <a:avLst/>
                      <a:gdLst>
                        <a:gd name="connsiteX0" fmla="*/ 6585 w 37103"/>
                        <a:gd name="connsiteY0" fmla="*/ 3319 h 37940"/>
                        <a:gd name="connsiteX1" fmla="*/ 32684 w 37103"/>
                        <a:gd name="connsiteY1" fmla="*/ 7891 h 37940"/>
                        <a:gd name="connsiteX2" fmla="*/ 30778 w 37103"/>
                        <a:gd name="connsiteY2" fmla="*/ 34275 h 37940"/>
                        <a:gd name="connsiteX3" fmla="*/ 4585 w 37103"/>
                        <a:gd name="connsiteY3" fmla="*/ 29799 h 37940"/>
                        <a:gd name="connsiteX4" fmla="*/ 6585 w 37103"/>
                        <a:gd name="connsiteY4" fmla="*/ 3319 h 37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103" h="37940">
                          <a:moveTo>
                            <a:pt x="6585" y="3319"/>
                          </a:moveTo>
                          <a:cubicBezTo>
                            <a:pt x="14395" y="-2491"/>
                            <a:pt x="26111" y="-491"/>
                            <a:pt x="32684" y="7891"/>
                          </a:cubicBezTo>
                          <a:cubicBezTo>
                            <a:pt x="39256" y="16178"/>
                            <a:pt x="38399" y="27989"/>
                            <a:pt x="30778" y="34275"/>
                          </a:cubicBezTo>
                          <a:cubicBezTo>
                            <a:pt x="23159" y="40562"/>
                            <a:pt x="11443" y="38562"/>
                            <a:pt x="4585" y="29799"/>
                          </a:cubicBezTo>
                          <a:cubicBezTo>
                            <a:pt x="-2178" y="21036"/>
                            <a:pt x="-1416" y="9320"/>
                            <a:pt x="6585" y="331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1" name="Forme libre : forme 1210">
                      <a:extLst>
                        <a:ext uri="{FF2B5EF4-FFF2-40B4-BE49-F238E27FC236}">
                          <a16:creationId xmlns:a16="http://schemas.microsoft.com/office/drawing/2014/main" id="{ED61CAAB-2C94-473D-9379-9FC5DF2BC7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07981" y="4288441"/>
                      <a:ext cx="35852" cy="37636"/>
                    </a:xfrm>
                    <a:custGeom>
                      <a:avLst/>
                      <a:gdLst>
                        <a:gd name="connsiteX0" fmla="*/ 17621 w 35852"/>
                        <a:gd name="connsiteY0" fmla="*/ 18396 h 37636"/>
                        <a:gd name="connsiteX1" fmla="*/ 21050 w 35852"/>
                        <a:gd name="connsiteY1" fmla="*/ 37637 h 37636"/>
                        <a:gd name="connsiteX2" fmla="*/ 29528 w 35852"/>
                        <a:gd name="connsiteY2" fmla="*/ 34208 h 37636"/>
                        <a:gd name="connsiteX3" fmla="*/ 31433 w 35852"/>
                        <a:gd name="connsiteY3" fmla="*/ 7824 h 37636"/>
                        <a:gd name="connsiteX4" fmla="*/ 5334 w 35852"/>
                        <a:gd name="connsiteY4" fmla="*/ 3252 h 37636"/>
                        <a:gd name="connsiteX5" fmla="*/ 0 w 35852"/>
                        <a:gd name="connsiteY5" fmla="*/ 10395 h 37636"/>
                        <a:gd name="connsiteX6" fmla="*/ 17621 w 35852"/>
                        <a:gd name="connsiteY6" fmla="*/ 18396 h 37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52" h="37636">
                          <a:moveTo>
                            <a:pt x="17621" y="18396"/>
                          </a:moveTo>
                          <a:cubicBezTo>
                            <a:pt x="22193" y="24207"/>
                            <a:pt x="23146" y="31541"/>
                            <a:pt x="21050" y="37637"/>
                          </a:cubicBezTo>
                          <a:cubicBezTo>
                            <a:pt x="24099" y="37351"/>
                            <a:pt x="27051" y="36208"/>
                            <a:pt x="29528" y="34208"/>
                          </a:cubicBezTo>
                          <a:cubicBezTo>
                            <a:pt x="37148" y="27921"/>
                            <a:pt x="38005" y="16206"/>
                            <a:pt x="31433" y="7824"/>
                          </a:cubicBezTo>
                          <a:cubicBezTo>
                            <a:pt x="24956" y="-463"/>
                            <a:pt x="13145" y="-2463"/>
                            <a:pt x="5334" y="3252"/>
                          </a:cubicBezTo>
                          <a:cubicBezTo>
                            <a:pt x="2858" y="5157"/>
                            <a:pt x="1048" y="7633"/>
                            <a:pt x="0" y="10395"/>
                          </a:cubicBezTo>
                          <a:cubicBezTo>
                            <a:pt x="6382" y="9919"/>
                            <a:pt x="13145" y="12681"/>
                            <a:pt x="17621" y="1839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2" name="Forme libre : forme 1211">
                      <a:extLst>
                        <a:ext uri="{FF2B5EF4-FFF2-40B4-BE49-F238E27FC236}">
                          <a16:creationId xmlns:a16="http://schemas.microsoft.com/office/drawing/2014/main" id="{70BB0765-544C-4F17-B88E-BA9C1FF949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10423" y="4294251"/>
                      <a:ext cx="15882" cy="17630"/>
                    </a:xfrm>
                    <a:custGeom>
                      <a:avLst/>
                      <a:gdLst>
                        <a:gd name="connsiteX0" fmla="*/ 797 w 15882"/>
                        <a:gd name="connsiteY0" fmla="*/ 4967 h 17630"/>
                        <a:gd name="connsiteX1" fmla="*/ 11464 w 15882"/>
                        <a:gd name="connsiteY1" fmla="*/ 871 h 17630"/>
                        <a:gd name="connsiteX2" fmla="*/ 15084 w 15882"/>
                        <a:gd name="connsiteY2" fmla="*/ 12587 h 17630"/>
                        <a:gd name="connsiteX3" fmla="*/ 4511 w 15882"/>
                        <a:gd name="connsiteY3" fmla="*/ 16778 h 17630"/>
                        <a:gd name="connsiteX4" fmla="*/ 797 w 15882"/>
                        <a:gd name="connsiteY4" fmla="*/ 4967 h 17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2" h="17630">
                          <a:moveTo>
                            <a:pt x="797" y="4967"/>
                          </a:moveTo>
                          <a:cubicBezTo>
                            <a:pt x="2797" y="585"/>
                            <a:pt x="7559" y="-1224"/>
                            <a:pt x="11464" y="871"/>
                          </a:cubicBezTo>
                          <a:cubicBezTo>
                            <a:pt x="15370" y="2966"/>
                            <a:pt x="16989" y="8110"/>
                            <a:pt x="15084" y="12587"/>
                          </a:cubicBezTo>
                          <a:cubicBezTo>
                            <a:pt x="13179" y="16968"/>
                            <a:pt x="8416" y="18873"/>
                            <a:pt x="4511" y="16778"/>
                          </a:cubicBezTo>
                          <a:cubicBezTo>
                            <a:pt x="511" y="14682"/>
                            <a:pt x="-1109" y="9348"/>
                            <a:pt x="797" y="496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3" name="Forme libre : forme 1212">
                      <a:extLst>
                        <a:ext uri="{FF2B5EF4-FFF2-40B4-BE49-F238E27FC236}">
                          <a16:creationId xmlns:a16="http://schemas.microsoft.com/office/drawing/2014/main" id="{B08697AB-1EB0-4C25-99E3-E9F5F69BEF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15190" y="4307521"/>
                      <a:ext cx="6122" cy="6295"/>
                    </a:xfrm>
                    <a:custGeom>
                      <a:avLst/>
                      <a:gdLst>
                        <a:gd name="connsiteX0" fmla="*/ 1077 w 6122"/>
                        <a:gd name="connsiteY0" fmla="*/ 555 h 6295"/>
                        <a:gd name="connsiteX1" fmla="*/ 5363 w 6122"/>
                        <a:gd name="connsiteY1" fmla="*/ 1317 h 6295"/>
                        <a:gd name="connsiteX2" fmla="*/ 5078 w 6122"/>
                        <a:gd name="connsiteY2" fmla="*/ 5699 h 6295"/>
                        <a:gd name="connsiteX3" fmla="*/ 791 w 6122"/>
                        <a:gd name="connsiteY3" fmla="*/ 4937 h 6295"/>
                        <a:gd name="connsiteX4" fmla="*/ 1077 w 6122"/>
                        <a:gd name="connsiteY4" fmla="*/ 555 h 6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22" h="6295">
                          <a:moveTo>
                            <a:pt x="1077" y="555"/>
                          </a:moveTo>
                          <a:cubicBezTo>
                            <a:pt x="2315" y="-397"/>
                            <a:pt x="4316" y="-112"/>
                            <a:pt x="5363" y="1317"/>
                          </a:cubicBezTo>
                          <a:cubicBezTo>
                            <a:pt x="6506" y="2746"/>
                            <a:pt x="6316" y="4651"/>
                            <a:pt x="5078" y="5699"/>
                          </a:cubicBezTo>
                          <a:cubicBezTo>
                            <a:pt x="3839" y="6746"/>
                            <a:pt x="1839" y="6365"/>
                            <a:pt x="791" y="4937"/>
                          </a:cubicBezTo>
                          <a:cubicBezTo>
                            <a:pt x="-352" y="3508"/>
                            <a:pt x="-256" y="1603"/>
                            <a:pt x="1077" y="55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14" name="Graphique 15">
                    <a:extLst>
                      <a:ext uri="{FF2B5EF4-FFF2-40B4-BE49-F238E27FC236}">
                        <a16:creationId xmlns:a16="http://schemas.microsoft.com/office/drawing/2014/main" id="{FA2EC954-F0CC-40F3-9E41-F37651150BF4}"/>
                      </a:ext>
                    </a:extLst>
                  </p:cNvPr>
                  <p:cNvGrpSpPr/>
                  <p:nvPr/>
                </p:nvGrpSpPr>
                <p:grpSpPr>
                  <a:xfrm>
                    <a:off x="9612007" y="4252220"/>
                    <a:ext cx="36411" cy="37260"/>
                    <a:chOff x="9612007" y="4252220"/>
                    <a:chExt cx="36411" cy="37260"/>
                  </a:xfrm>
                  <a:solidFill>
                    <a:schemeClr val="accent1"/>
                  </a:solidFill>
                </p:grpSpPr>
                <p:sp>
                  <p:nvSpPr>
                    <p:cNvPr id="1215" name="Forme libre : forme 1214">
                      <a:extLst>
                        <a:ext uri="{FF2B5EF4-FFF2-40B4-BE49-F238E27FC236}">
                          <a16:creationId xmlns:a16="http://schemas.microsoft.com/office/drawing/2014/main" id="{376396C0-8AE5-4EED-A0C4-E673FC419E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12007" y="4252220"/>
                      <a:ext cx="36411" cy="37260"/>
                    </a:xfrm>
                    <a:custGeom>
                      <a:avLst/>
                      <a:gdLst>
                        <a:gd name="connsiteX0" fmla="*/ 7214 w 36411"/>
                        <a:gd name="connsiteY0" fmla="*/ 3088 h 37260"/>
                        <a:gd name="connsiteX1" fmla="*/ 32645 w 36411"/>
                        <a:gd name="connsiteY1" fmla="*/ 8041 h 37260"/>
                        <a:gd name="connsiteX2" fmla="*/ 29692 w 36411"/>
                        <a:gd name="connsiteY2" fmla="*/ 33758 h 37260"/>
                        <a:gd name="connsiteX3" fmla="*/ 3880 w 36411"/>
                        <a:gd name="connsiteY3" fmla="*/ 29091 h 37260"/>
                        <a:gd name="connsiteX4" fmla="*/ 7214 w 36411"/>
                        <a:gd name="connsiteY4" fmla="*/ 3088 h 37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11" h="37260">
                          <a:moveTo>
                            <a:pt x="7214" y="3088"/>
                          </a:moveTo>
                          <a:cubicBezTo>
                            <a:pt x="15310" y="-2532"/>
                            <a:pt x="26644" y="-246"/>
                            <a:pt x="32645" y="8041"/>
                          </a:cubicBezTo>
                          <a:cubicBezTo>
                            <a:pt x="38456" y="16518"/>
                            <a:pt x="37598" y="27662"/>
                            <a:pt x="29692" y="33758"/>
                          </a:cubicBezTo>
                          <a:cubicBezTo>
                            <a:pt x="21977" y="39759"/>
                            <a:pt x="9976" y="37949"/>
                            <a:pt x="3880" y="29091"/>
                          </a:cubicBezTo>
                          <a:cubicBezTo>
                            <a:pt x="-2407" y="20423"/>
                            <a:pt x="-883" y="8707"/>
                            <a:pt x="7214" y="30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6" name="Forme libre : forme 1215">
                      <a:extLst>
                        <a:ext uri="{FF2B5EF4-FFF2-40B4-BE49-F238E27FC236}">
                          <a16:creationId xmlns:a16="http://schemas.microsoft.com/office/drawing/2014/main" id="{7A79A367-A728-49D1-8582-41546DC30A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13601" y="4252290"/>
                      <a:ext cx="34817" cy="37116"/>
                    </a:xfrm>
                    <a:custGeom>
                      <a:avLst/>
                      <a:gdLst>
                        <a:gd name="connsiteX0" fmla="*/ 16859 w 34817"/>
                        <a:gd name="connsiteY0" fmla="*/ 18257 h 37116"/>
                        <a:gd name="connsiteX1" fmla="*/ 19431 w 34817"/>
                        <a:gd name="connsiteY1" fmla="*/ 37117 h 37116"/>
                        <a:gd name="connsiteX2" fmla="*/ 28099 w 34817"/>
                        <a:gd name="connsiteY2" fmla="*/ 33783 h 37116"/>
                        <a:gd name="connsiteX3" fmla="*/ 31051 w 34817"/>
                        <a:gd name="connsiteY3" fmla="*/ 8065 h 37116"/>
                        <a:gd name="connsiteX4" fmla="*/ 5620 w 34817"/>
                        <a:gd name="connsiteY4" fmla="*/ 3113 h 37116"/>
                        <a:gd name="connsiteX5" fmla="*/ 0 w 34817"/>
                        <a:gd name="connsiteY5" fmla="*/ 10066 h 37116"/>
                        <a:gd name="connsiteX6" fmla="*/ 16859 w 34817"/>
                        <a:gd name="connsiteY6" fmla="*/ 18257 h 37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817" h="37116">
                          <a:moveTo>
                            <a:pt x="16859" y="18257"/>
                          </a:moveTo>
                          <a:cubicBezTo>
                            <a:pt x="20955" y="24163"/>
                            <a:pt x="21717" y="31211"/>
                            <a:pt x="19431" y="37117"/>
                          </a:cubicBezTo>
                          <a:cubicBezTo>
                            <a:pt x="22479" y="36831"/>
                            <a:pt x="25527" y="35783"/>
                            <a:pt x="28099" y="33783"/>
                          </a:cubicBezTo>
                          <a:cubicBezTo>
                            <a:pt x="36004" y="27687"/>
                            <a:pt x="36862" y="16543"/>
                            <a:pt x="31051" y="8065"/>
                          </a:cubicBezTo>
                          <a:cubicBezTo>
                            <a:pt x="25051" y="-317"/>
                            <a:pt x="13716" y="-2507"/>
                            <a:pt x="5620" y="3113"/>
                          </a:cubicBezTo>
                          <a:cubicBezTo>
                            <a:pt x="3048" y="4922"/>
                            <a:pt x="1238" y="7304"/>
                            <a:pt x="0" y="10066"/>
                          </a:cubicBezTo>
                          <a:cubicBezTo>
                            <a:pt x="6286" y="9685"/>
                            <a:pt x="12763" y="12447"/>
                            <a:pt x="16859" y="1825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7" name="Forme libre : forme 1216">
                      <a:extLst>
                        <a:ext uri="{FF2B5EF4-FFF2-40B4-BE49-F238E27FC236}">
                          <a16:creationId xmlns:a16="http://schemas.microsoft.com/office/drawing/2014/main" id="{B598D426-A505-4719-9888-7A0ABFB606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15748" y="4257973"/>
                      <a:ext cx="15579" cy="17413"/>
                    </a:xfrm>
                    <a:custGeom>
                      <a:avLst/>
                      <a:gdLst>
                        <a:gd name="connsiteX0" fmla="*/ 996 w 15579"/>
                        <a:gd name="connsiteY0" fmla="*/ 4763 h 17413"/>
                        <a:gd name="connsiteX1" fmla="*/ 11664 w 15579"/>
                        <a:gd name="connsiteY1" fmla="*/ 954 h 17413"/>
                        <a:gd name="connsiteX2" fmla="*/ 14521 w 15579"/>
                        <a:gd name="connsiteY2" fmla="*/ 12574 h 17413"/>
                        <a:gd name="connsiteX3" fmla="*/ 3853 w 15579"/>
                        <a:gd name="connsiteY3" fmla="*/ 16479 h 17413"/>
                        <a:gd name="connsiteX4" fmla="*/ 996 w 15579"/>
                        <a:gd name="connsiteY4" fmla="*/ 4763 h 174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79" h="17413">
                          <a:moveTo>
                            <a:pt x="996" y="4763"/>
                          </a:moveTo>
                          <a:cubicBezTo>
                            <a:pt x="3187" y="477"/>
                            <a:pt x="7949" y="-1237"/>
                            <a:pt x="11664" y="954"/>
                          </a:cubicBezTo>
                          <a:cubicBezTo>
                            <a:pt x="15379" y="3049"/>
                            <a:pt x="16712" y="8288"/>
                            <a:pt x="14521" y="12574"/>
                          </a:cubicBezTo>
                          <a:cubicBezTo>
                            <a:pt x="12426" y="16860"/>
                            <a:pt x="7663" y="18670"/>
                            <a:pt x="3853" y="16479"/>
                          </a:cubicBezTo>
                          <a:cubicBezTo>
                            <a:pt x="234" y="14288"/>
                            <a:pt x="-1100" y="9050"/>
                            <a:pt x="996" y="476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18" name="Forme libre : forme 1217">
                      <a:extLst>
                        <a:ext uri="{FF2B5EF4-FFF2-40B4-BE49-F238E27FC236}">
                          <a16:creationId xmlns:a16="http://schemas.microsoft.com/office/drawing/2014/main" id="{B654E325-7815-4315-BCD6-8FA7955E42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0054" y="4271071"/>
                      <a:ext cx="5993" cy="6191"/>
                    </a:xfrm>
                    <a:custGeom>
                      <a:avLst/>
                      <a:gdLst>
                        <a:gd name="connsiteX0" fmla="*/ 1167 w 5993"/>
                        <a:gd name="connsiteY0" fmla="*/ 524 h 6191"/>
                        <a:gd name="connsiteX1" fmla="*/ 5358 w 5993"/>
                        <a:gd name="connsiteY1" fmla="*/ 1381 h 6191"/>
                        <a:gd name="connsiteX2" fmla="*/ 4786 w 5993"/>
                        <a:gd name="connsiteY2" fmla="*/ 5667 h 6191"/>
                        <a:gd name="connsiteX3" fmla="*/ 595 w 5993"/>
                        <a:gd name="connsiteY3" fmla="*/ 4810 h 6191"/>
                        <a:gd name="connsiteX4" fmla="*/ 1167 w 5993"/>
                        <a:gd name="connsiteY4" fmla="*/ 524 h 6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93" h="6191">
                          <a:moveTo>
                            <a:pt x="1167" y="524"/>
                          </a:moveTo>
                          <a:cubicBezTo>
                            <a:pt x="2501" y="-428"/>
                            <a:pt x="4405" y="-48"/>
                            <a:pt x="5358" y="1381"/>
                          </a:cubicBezTo>
                          <a:cubicBezTo>
                            <a:pt x="6405" y="2810"/>
                            <a:pt x="6120" y="4715"/>
                            <a:pt x="4786" y="5667"/>
                          </a:cubicBezTo>
                          <a:cubicBezTo>
                            <a:pt x="3453" y="6620"/>
                            <a:pt x="1643" y="6239"/>
                            <a:pt x="595" y="4810"/>
                          </a:cubicBezTo>
                          <a:cubicBezTo>
                            <a:pt x="-357" y="3382"/>
                            <a:pt x="-167" y="1476"/>
                            <a:pt x="1167" y="52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19" name="Graphique 15">
                  <a:extLst>
                    <a:ext uri="{FF2B5EF4-FFF2-40B4-BE49-F238E27FC236}">
                      <a16:creationId xmlns:a16="http://schemas.microsoft.com/office/drawing/2014/main" id="{E25D24CF-0EA2-48C5-B7F9-0C95C2B19AE3}"/>
                    </a:ext>
                  </a:extLst>
                </p:cNvPr>
                <p:cNvGrpSpPr/>
                <p:nvPr/>
              </p:nvGrpSpPr>
              <p:grpSpPr>
                <a:xfrm>
                  <a:off x="9707307" y="4219172"/>
                  <a:ext cx="55270" cy="101131"/>
                  <a:chOff x="9707307" y="4219172"/>
                  <a:chExt cx="55270" cy="101131"/>
                </a:xfrm>
                <a:solidFill>
                  <a:schemeClr val="accent1"/>
                </a:solidFill>
              </p:grpSpPr>
              <p:grpSp>
                <p:nvGrpSpPr>
                  <p:cNvPr id="1220" name="Graphique 15">
                    <a:extLst>
                      <a:ext uri="{FF2B5EF4-FFF2-40B4-BE49-F238E27FC236}">
                        <a16:creationId xmlns:a16="http://schemas.microsoft.com/office/drawing/2014/main" id="{93401FC7-AA01-4A48-904A-26141B9A79EE}"/>
                      </a:ext>
                    </a:extLst>
                  </p:cNvPr>
                  <p:cNvGrpSpPr/>
                  <p:nvPr/>
                </p:nvGrpSpPr>
                <p:grpSpPr>
                  <a:xfrm>
                    <a:off x="9707307" y="4284561"/>
                    <a:ext cx="35631" cy="35742"/>
                    <a:chOff x="9707307" y="4284561"/>
                    <a:chExt cx="35631" cy="35742"/>
                  </a:xfrm>
                  <a:solidFill>
                    <a:schemeClr val="accent1"/>
                  </a:solidFill>
                </p:grpSpPr>
                <p:sp>
                  <p:nvSpPr>
                    <p:cNvPr id="1221" name="Forme libre : forme 1220">
                      <a:extLst>
                        <a:ext uri="{FF2B5EF4-FFF2-40B4-BE49-F238E27FC236}">
                          <a16:creationId xmlns:a16="http://schemas.microsoft.com/office/drawing/2014/main" id="{AA8E2279-418F-4F31-ACC8-DCAE367D2D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7307" y="4284561"/>
                      <a:ext cx="35631" cy="35742"/>
                    </a:xfrm>
                    <a:custGeom>
                      <a:avLst/>
                      <a:gdLst>
                        <a:gd name="connsiteX0" fmla="*/ 6116 w 35631"/>
                        <a:gd name="connsiteY0" fmla="*/ 4369 h 35742"/>
                        <a:gd name="connsiteX1" fmla="*/ 31071 w 35631"/>
                        <a:gd name="connsiteY1" fmla="*/ 5989 h 35742"/>
                        <a:gd name="connsiteX2" fmla="*/ 30023 w 35631"/>
                        <a:gd name="connsiteY2" fmla="*/ 30944 h 35742"/>
                        <a:gd name="connsiteX3" fmla="*/ 4592 w 35631"/>
                        <a:gd name="connsiteY3" fmla="*/ 29801 h 35742"/>
                        <a:gd name="connsiteX4" fmla="*/ 6116 w 35631"/>
                        <a:gd name="connsiteY4" fmla="*/ 4369 h 35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31" h="35742">
                          <a:moveTo>
                            <a:pt x="6116" y="4369"/>
                          </a:moveTo>
                          <a:cubicBezTo>
                            <a:pt x="13640" y="-2012"/>
                            <a:pt x="24785" y="-1345"/>
                            <a:pt x="31071" y="5989"/>
                          </a:cubicBezTo>
                          <a:cubicBezTo>
                            <a:pt x="37453" y="13228"/>
                            <a:pt x="37167" y="24182"/>
                            <a:pt x="30023" y="30944"/>
                          </a:cubicBezTo>
                          <a:cubicBezTo>
                            <a:pt x="22975" y="37612"/>
                            <a:pt x="11259" y="37421"/>
                            <a:pt x="4592" y="29801"/>
                          </a:cubicBezTo>
                          <a:cubicBezTo>
                            <a:pt x="-2076" y="22086"/>
                            <a:pt x="-1409" y="10751"/>
                            <a:pt x="6116" y="436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2" name="Forme libre : forme 1221">
                      <a:extLst>
                        <a:ext uri="{FF2B5EF4-FFF2-40B4-BE49-F238E27FC236}">
                          <a16:creationId xmlns:a16="http://schemas.microsoft.com/office/drawing/2014/main" id="{2F06A39B-A004-4D8F-87BA-8D272975D7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8374" y="4284593"/>
                      <a:ext cx="34503" cy="35198"/>
                    </a:xfrm>
                    <a:custGeom>
                      <a:avLst/>
                      <a:gdLst>
                        <a:gd name="connsiteX0" fmla="*/ 16954 w 34503"/>
                        <a:gd name="connsiteY0" fmla="*/ 17482 h 35198"/>
                        <a:gd name="connsiteX1" fmla="*/ 20764 w 34503"/>
                        <a:gd name="connsiteY1" fmla="*/ 35198 h 35198"/>
                        <a:gd name="connsiteX2" fmla="*/ 28861 w 34503"/>
                        <a:gd name="connsiteY2" fmla="*/ 30912 h 35198"/>
                        <a:gd name="connsiteX3" fmla="*/ 29909 w 34503"/>
                        <a:gd name="connsiteY3" fmla="*/ 5956 h 35198"/>
                        <a:gd name="connsiteX4" fmla="*/ 4953 w 34503"/>
                        <a:gd name="connsiteY4" fmla="*/ 4337 h 35198"/>
                        <a:gd name="connsiteX5" fmla="*/ 0 w 34503"/>
                        <a:gd name="connsiteY5" fmla="*/ 11671 h 35198"/>
                        <a:gd name="connsiteX6" fmla="*/ 16954 w 34503"/>
                        <a:gd name="connsiteY6" fmla="*/ 17482 h 35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03" h="35198">
                          <a:moveTo>
                            <a:pt x="16954" y="17482"/>
                          </a:moveTo>
                          <a:cubicBezTo>
                            <a:pt x="21241" y="22625"/>
                            <a:pt x="22765" y="29102"/>
                            <a:pt x="20764" y="35198"/>
                          </a:cubicBezTo>
                          <a:cubicBezTo>
                            <a:pt x="23717" y="34531"/>
                            <a:pt x="26575" y="33103"/>
                            <a:pt x="28861" y="30912"/>
                          </a:cubicBezTo>
                          <a:cubicBezTo>
                            <a:pt x="36100" y="24054"/>
                            <a:pt x="36290" y="13196"/>
                            <a:pt x="29909" y="5956"/>
                          </a:cubicBezTo>
                          <a:cubicBezTo>
                            <a:pt x="23622" y="-1283"/>
                            <a:pt x="12478" y="-2045"/>
                            <a:pt x="4953" y="4337"/>
                          </a:cubicBezTo>
                          <a:cubicBezTo>
                            <a:pt x="2572" y="6337"/>
                            <a:pt x="953" y="8909"/>
                            <a:pt x="0" y="11671"/>
                          </a:cubicBezTo>
                          <a:cubicBezTo>
                            <a:pt x="6096" y="10529"/>
                            <a:pt x="12573" y="12433"/>
                            <a:pt x="16954" y="1748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3" name="Forme libre : forme 1222">
                      <a:extLst>
                        <a:ext uri="{FF2B5EF4-FFF2-40B4-BE49-F238E27FC236}">
                          <a16:creationId xmlns:a16="http://schemas.microsoft.com/office/drawing/2014/main" id="{386322E3-8F80-47AB-8A4E-EBAE009270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10775" y="4290734"/>
                      <a:ext cx="15106" cy="16899"/>
                    </a:xfrm>
                    <a:custGeom>
                      <a:avLst/>
                      <a:gdLst>
                        <a:gd name="connsiteX0" fmla="*/ 743 w 15106"/>
                        <a:gd name="connsiteY0" fmla="*/ 5531 h 16899"/>
                        <a:gd name="connsiteX1" fmla="*/ 10839 w 15106"/>
                        <a:gd name="connsiteY1" fmla="*/ 483 h 16899"/>
                        <a:gd name="connsiteX2" fmla="*/ 14364 w 15106"/>
                        <a:gd name="connsiteY2" fmla="*/ 11246 h 16899"/>
                        <a:gd name="connsiteX3" fmla="*/ 4267 w 15106"/>
                        <a:gd name="connsiteY3" fmla="*/ 16390 h 16899"/>
                        <a:gd name="connsiteX4" fmla="*/ 743 w 15106"/>
                        <a:gd name="connsiteY4" fmla="*/ 5531 h 16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06" h="16899">
                          <a:moveTo>
                            <a:pt x="743" y="5531"/>
                          </a:moveTo>
                          <a:cubicBezTo>
                            <a:pt x="2553" y="1150"/>
                            <a:pt x="7125" y="-1041"/>
                            <a:pt x="10839" y="483"/>
                          </a:cubicBezTo>
                          <a:cubicBezTo>
                            <a:pt x="14554" y="2007"/>
                            <a:pt x="16173" y="6865"/>
                            <a:pt x="14364" y="11246"/>
                          </a:cubicBezTo>
                          <a:cubicBezTo>
                            <a:pt x="12554" y="15628"/>
                            <a:pt x="8077" y="18009"/>
                            <a:pt x="4267" y="16390"/>
                          </a:cubicBezTo>
                          <a:cubicBezTo>
                            <a:pt x="552" y="14771"/>
                            <a:pt x="-1067" y="9913"/>
                            <a:pt x="743" y="553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4" name="Forme libre : forme 1223">
                      <a:extLst>
                        <a:ext uri="{FF2B5EF4-FFF2-40B4-BE49-F238E27FC236}">
                          <a16:creationId xmlns:a16="http://schemas.microsoft.com/office/drawing/2014/main" id="{F5037963-E2CA-4417-89B1-30A28CCB52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15384" y="4303450"/>
                      <a:ext cx="5816" cy="5917"/>
                    </a:xfrm>
                    <a:custGeom>
                      <a:avLst/>
                      <a:gdLst>
                        <a:gd name="connsiteX0" fmla="*/ 991 w 5816"/>
                        <a:gd name="connsiteY0" fmla="*/ 720 h 5917"/>
                        <a:gd name="connsiteX1" fmla="*/ 5087 w 5816"/>
                        <a:gd name="connsiteY1" fmla="*/ 1006 h 5917"/>
                        <a:gd name="connsiteX2" fmla="*/ 4897 w 5816"/>
                        <a:gd name="connsiteY2" fmla="*/ 5197 h 5917"/>
                        <a:gd name="connsiteX3" fmla="*/ 801 w 5816"/>
                        <a:gd name="connsiteY3" fmla="*/ 4911 h 5917"/>
                        <a:gd name="connsiteX4" fmla="*/ 991 w 5816"/>
                        <a:gd name="connsiteY4" fmla="*/ 720 h 5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16" h="5917">
                          <a:moveTo>
                            <a:pt x="991" y="720"/>
                          </a:moveTo>
                          <a:cubicBezTo>
                            <a:pt x="2230" y="-327"/>
                            <a:pt x="4039" y="-232"/>
                            <a:pt x="5087" y="1006"/>
                          </a:cubicBezTo>
                          <a:cubicBezTo>
                            <a:pt x="6135" y="2244"/>
                            <a:pt x="6040" y="4149"/>
                            <a:pt x="4897" y="5197"/>
                          </a:cubicBezTo>
                          <a:cubicBezTo>
                            <a:pt x="3754" y="6245"/>
                            <a:pt x="1849" y="6150"/>
                            <a:pt x="801" y="4911"/>
                          </a:cubicBezTo>
                          <a:cubicBezTo>
                            <a:pt x="-342" y="3673"/>
                            <a:pt x="-247" y="1863"/>
                            <a:pt x="991" y="7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25" name="Graphique 15">
                    <a:extLst>
                      <a:ext uri="{FF2B5EF4-FFF2-40B4-BE49-F238E27FC236}">
                        <a16:creationId xmlns:a16="http://schemas.microsoft.com/office/drawing/2014/main" id="{CC1EBD3B-E0C1-4186-A9F5-BD720414A861}"/>
                      </a:ext>
                    </a:extLst>
                  </p:cNvPr>
                  <p:cNvGrpSpPr/>
                  <p:nvPr/>
                </p:nvGrpSpPr>
                <p:grpSpPr>
                  <a:xfrm>
                    <a:off x="9722631" y="4252924"/>
                    <a:ext cx="35060" cy="35030"/>
                    <a:chOff x="9722631" y="4252924"/>
                    <a:chExt cx="35060" cy="35030"/>
                  </a:xfrm>
                  <a:solidFill>
                    <a:schemeClr val="accent1"/>
                  </a:solidFill>
                </p:grpSpPr>
                <p:sp>
                  <p:nvSpPr>
                    <p:cNvPr id="1226" name="Forme libre : forme 1225">
                      <a:extLst>
                        <a:ext uri="{FF2B5EF4-FFF2-40B4-BE49-F238E27FC236}">
                          <a16:creationId xmlns:a16="http://schemas.microsoft.com/office/drawing/2014/main" id="{ADE87718-9F15-43BB-B200-46A94E1703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2631" y="4252948"/>
                      <a:ext cx="35021" cy="35006"/>
                    </a:xfrm>
                    <a:custGeom>
                      <a:avLst/>
                      <a:gdLst>
                        <a:gd name="connsiteX0" fmla="*/ 6412 w 35021"/>
                        <a:gd name="connsiteY0" fmla="*/ 4359 h 35006"/>
                        <a:gd name="connsiteX1" fmla="*/ 31082 w 35021"/>
                        <a:gd name="connsiteY1" fmla="*/ 5693 h 35006"/>
                        <a:gd name="connsiteX2" fmla="*/ 28891 w 35021"/>
                        <a:gd name="connsiteY2" fmla="*/ 30362 h 35006"/>
                        <a:gd name="connsiteX3" fmla="*/ 4221 w 35021"/>
                        <a:gd name="connsiteY3" fmla="*/ 29029 h 35006"/>
                        <a:gd name="connsiteX4" fmla="*/ 6412 w 35021"/>
                        <a:gd name="connsiteY4" fmla="*/ 4359 h 35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021" h="35006">
                          <a:moveTo>
                            <a:pt x="6412" y="4359"/>
                          </a:moveTo>
                          <a:cubicBezTo>
                            <a:pt x="14032" y="-1927"/>
                            <a:pt x="25081" y="-1356"/>
                            <a:pt x="31082" y="5693"/>
                          </a:cubicBezTo>
                          <a:cubicBezTo>
                            <a:pt x="37083" y="12646"/>
                            <a:pt x="36130" y="23695"/>
                            <a:pt x="28891" y="30362"/>
                          </a:cubicBezTo>
                          <a:cubicBezTo>
                            <a:pt x="21652" y="37030"/>
                            <a:pt x="10603" y="36459"/>
                            <a:pt x="4221" y="29029"/>
                          </a:cubicBezTo>
                          <a:cubicBezTo>
                            <a:pt x="-2160" y="21695"/>
                            <a:pt x="-1208" y="10646"/>
                            <a:pt x="6412" y="435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7" name="Forme libre : forme 1226">
                      <a:extLst>
                        <a:ext uri="{FF2B5EF4-FFF2-40B4-BE49-F238E27FC236}">
                          <a16:creationId xmlns:a16="http://schemas.microsoft.com/office/drawing/2014/main" id="{041131ED-663A-4017-9E77-F82E131E5F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3900" y="4252924"/>
                      <a:ext cx="33791" cy="34482"/>
                    </a:xfrm>
                    <a:custGeom>
                      <a:avLst/>
                      <a:gdLst>
                        <a:gd name="connsiteX0" fmla="*/ 16573 w 33791"/>
                        <a:gd name="connsiteY0" fmla="*/ 17052 h 34482"/>
                        <a:gd name="connsiteX1" fmla="*/ 19526 w 33791"/>
                        <a:gd name="connsiteY1" fmla="*/ 34482 h 34482"/>
                        <a:gd name="connsiteX2" fmla="*/ 27622 w 33791"/>
                        <a:gd name="connsiteY2" fmla="*/ 30292 h 34482"/>
                        <a:gd name="connsiteX3" fmla="*/ 29813 w 33791"/>
                        <a:gd name="connsiteY3" fmla="*/ 5622 h 34482"/>
                        <a:gd name="connsiteX4" fmla="*/ 5144 w 33791"/>
                        <a:gd name="connsiteY4" fmla="*/ 4288 h 34482"/>
                        <a:gd name="connsiteX5" fmla="*/ 0 w 33791"/>
                        <a:gd name="connsiteY5" fmla="*/ 11432 h 34482"/>
                        <a:gd name="connsiteX6" fmla="*/ 16573 w 33791"/>
                        <a:gd name="connsiteY6" fmla="*/ 17052 h 34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791" h="34482">
                          <a:moveTo>
                            <a:pt x="16573" y="17052"/>
                          </a:moveTo>
                          <a:cubicBezTo>
                            <a:pt x="20764" y="21910"/>
                            <a:pt x="21622" y="28577"/>
                            <a:pt x="19526" y="34482"/>
                          </a:cubicBezTo>
                          <a:cubicBezTo>
                            <a:pt x="22384" y="33816"/>
                            <a:pt x="25241" y="32482"/>
                            <a:pt x="27622" y="30292"/>
                          </a:cubicBezTo>
                          <a:cubicBezTo>
                            <a:pt x="34862" y="23624"/>
                            <a:pt x="35909" y="12575"/>
                            <a:pt x="29813" y="5622"/>
                          </a:cubicBezTo>
                          <a:cubicBezTo>
                            <a:pt x="23813" y="-1331"/>
                            <a:pt x="12763" y="-1903"/>
                            <a:pt x="5144" y="4288"/>
                          </a:cubicBezTo>
                          <a:cubicBezTo>
                            <a:pt x="2762" y="6288"/>
                            <a:pt x="1048" y="8765"/>
                            <a:pt x="0" y="11432"/>
                          </a:cubicBezTo>
                          <a:cubicBezTo>
                            <a:pt x="6001" y="10479"/>
                            <a:pt x="12382" y="12194"/>
                            <a:pt x="16573" y="1705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8" name="Forme libre : forme 1227">
                      <a:extLst>
                        <a:ext uri="{FF2B5EF4-FFF2-40B4-BE49-F238E27FC236}">
                          <a16:creationId xmlns:a16="http://schemas.microsoft.com/office/drawing/2014/main" id="{9071024B-CFA8-4AEF-BA56-39D1803DD4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6125" y="4259014"/>
                      <a:ext cx="15095" cy="16387"/>
                    </a:xfrm>
                    <a:custGeom>
                      <a:avLst/>
                      <a:gdLst>
                        <a:gd name="connsiteX0" fmla="*/ 823 w 15095"/>
                        <a:gd name="connsiteY0" fmla="*/ 5437 h 16387"/>
                        <a:gd name="connsiteX1" fmla="*/ 11014 w 15095"/>
                        <a:gd name="connsiteY1" fmla="*/ 484 h 16387"/>
                        <a:gd name="connsiteX2" fmla="*/ 14253 w 15095"/>
                        <a:gd name="connsiteY2" fmla="*/ 10866 h 16387"/>
                        <a:gd name="connsiteX3" fmla="*/ 4156 w 15095"/>
                        <a:gd name="connsiteY3" fmla="*/ 15914 h 16387"/>
                        <a:gd name="connsiteX4" fmla="*/ 823 w 15095"/>
                        <a:gd name="connsiteY4" fmla="*/ 5437 h 16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95" h="16387">
                          <a:moveTo>
                            <a:pt x="823" y="5437"/>
                          </a:moveTo>
                          <a:cubicBezTo>
                            <a:pt x="2727" y="1151"/>
                            <a:pt x="7300" y="-1040"/>
                            <a:pt x="11014" y="484"/>
                          </a:cubicBezTo>
                          <a:cubicBezTo>
                            <a:pt x="14729" y="2008"/>
                            <a:pt x="16158" y="6580"/>
                            <a:pt x="14253" y="10866"/>
                          </a:cubicBezTo>
                          <a:cubicBezTo>
                            <a:pt x="12348" y="15153"/>
                            <a:pt x="7871" y="17438"/>
                            <a:pt x="4156" y="15914"/>
                          </a:cubicBezTo>
                          <a:cubicBezTo>
                            <a:pt x="441" y="14486"/>
                            <a:pt x="-1083" y="9723"/>
                            <a:pt x="823" y="543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29" name="Forme libre : forme 1228">
                      <a:extLst>
                        <a:ext uri="{FF2B5EF4-FFF2-40B4-BE49-F238E27FC236}">
                          <a16:creationId xmlns:a16="http://schemas.microsoft.com/office/drawing/2014/main" id="{1DA274BF-02C6-4F01-A018-4CE3EBFB99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0554" y="4271437"/>
                      <a:ext cx="5836" cy="5745"/>
                    </a:xfrm>
                    <a:custGeom>
                      <a:avLst/>
                      <a:gdLst>
                        <a:gd name="connsiteX0" fmla="*/ 1061 w 5836"/>
                        <a:gd name="connsiteY0" fmla="*/ 730 h 5745"/>
                        <a:gd name="connsiteX1" fmla="*/ 5157 w 5836"/>
                        <a:gd name="connsiteY1" fmla="*/ 920 h 5745"/>
                        <a:gd name="connsiteX2" fmla="*/ 4776 w 5836"/>
                        <a:gd name="connsiteY2" fmla="*/ 5016 h 5745"/>
                        <a:gd name="connsiteX3" fmla="*/ 680 w 5836"/>
                        <a:gd name="connsiteY3" fmla="*/ 4826 h 5745"/>
                        <a:gd name="connsiteX4" fmla="*/ 1061 w 5836"/>
                        <a:gd name="connsiteY4" fmla="*/ 730 h 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6" h="5745">
                          <a:moveTo>
                            <a:pt x="1061" y="730"/>
                          </a:moveTo>
                          <a:cubicBezTo>
                            <a:pt x="2299" y="-318"/>
                            <a:pt x="4109" y="-223"/>
                            <a:pt x="5157" y="920"/>
                          </a:cubicBezTo>
                          <a:cubicBezTo>
                            <a:pt x="6205" y="2063"/>
                            <a:pt x="6014" y="3968"/>
                            <a:pt x="4776" y="5016"/>
                          </a:cubicBezTo>
                          <a:cubicBezTo>
                            <a:pt x="3538" y="6064"/>
                            <a:pt x="1728" y="5968"/>
                            <a:pt x="680" y="4826"/>
                          </a:cubicBezTo>
                          <a:cubicBezTo>
                            <a:pt x="-368" y="3587"/>
                            <a:pt x="-177" y="1777"/>
                            <a:pt x="1061" y="73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30" name="Graphique 15">
                    <a:extLst>
                      <a:ext uri="{FF2B5EF4-FFF2-40B4-BE49-F238E27FC236}">
                        <a16:creationId xmlns:a16="http://schemas.microsoft.com/office/drawing/2014/main" id="{0D66D5C0-745B-4B53-8F2D-BCB5F3089AC3}"/>
                      </a:ext>
                    </a:extLst>
                  </p:cNvPr>
                  <p:cNvGrpSpPr/>
                  <p:nvPr/>
                </p:nvGrpSpPr>
                <p:grpSpPr>
                  <a:xfrm>
                    <a:off x="9727939" y="4219172"/>
                    <a:ext cx="34638" cy="34345"/>
                    <a:chOff x="9727939" y="4219172"/>
                    <a:chExt cx="34638" cy="34345"/>
                  </a:xfrm>
                  <a:solidFill>
                    <a:schemeClr val="accent1"/>
                  </a:solidFill>
                </p:grpSpPr>
                <p:sp>
                  <p:nvSpPr>
                    <p:cNvPr id="1231" name="Forme libre : forme 1230">
                      <a:extLst>
                        <a:ext uri="{FF2B5EF4-FFF2-40B4-BE49-F238E27FC236}">
                          <a16:creationId xmlns:a16="http://schemas.microsoft.com/office/drawing/2014/main" id="{F1825CDA-E703-4499-81DC-3A4A34E01E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7939" y="4219267"/>
                      <a:ext cx="34638" cy="34250"/>
                    </a:xfrm>
                    <a:custGeom>
                      <a:avLst/>
                      <a:gdLst>
                        <a:gd name="connsiteX0" fmla="*/ 7105 w 34638"/>
                        <a:gd name="connsiteY0" fmla="*/ 4036 h 34250"/>
                        <a:gd name="connsiteX1" fmla="*/ 31108 w 34638"/>
                        <a:gd name="connsiteY1" fmla="*/ 5846 h 34250"/>
                        <a:gd name="connsiteX2" fmla="*/ 28060 w 34638"/>
                        <a:gd name="connsiteY2" fmla="*/ 29753 h 34250"/>
                        <a:gd name="connsiteX3" fmla="*/ 3486 w 34638"/>
                        <a:gd name="connsiteY3" fmla="*/ 28420 h 34250"/>
                        <a:gd name="connsiteX4" fmla="*/ 7105 w 34638"/>
                        <a:gd name="connsiteY4" fmla="*/ 4036 h 342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638" h="34250">
                          <a:moveTo>
                            <a:pt x="7105" y="4036"/>
                          </a:moveTo>
                          <a:cubicBezTo>
                            <a:pt x="14916" y="-1965"/>
                            <a:pt x="25679" y="-1203"/>
                            <a:pt x="31108" y="5846"/>
                          </a:cubicBezTo>
                          <a:cubicBezTo>
                            <a:pt x="36728" y="12799"/>
                            <a:pt x="35585" y="23277"/>
                            <a:pt x="28060" y="29753"/>
                          </a:cubicBezTo>
                          <a:cubicBezTo>
                            <a:pt x="20631" y="36135"/>
                            <a:pt x="9391" y="35754"/>
                            <a:pt x="3486" y="28420"/>
                          </a:cubicBezTo>
                          <a:cubicBezTo>
                            <a:pt x="-2324" y="20991"/>
                            <a:pt x="-705" y="10037"/>
                            <a:pt x="7105" y="403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2" name="Forme libre : forme 1231">
                      <a:extLst>
                        <a:ext uri="{FF2B5EF4-FFF2-40B4-BE49-F238E27FC236}">
                          <a16:creationId xmlns:a16="http://schemas.microsoft.com/office/drawing/2014/main" id="{6AECFE3A-284A-4018-9168-63854A5E73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9615" y="4219172"/>
                      <a:ext cx="32962" cy="33753"/>
                    </a:xfrm>
                    <a:custGeom>
                      <a:avLst/>
                      <a:gdLst>
                        <a:gd name="connsiteX0" fmla="*/ 15907 w 32962"/>
                        <a:gd name="connsiteY0" fmla="*/ 16799 h 33753"/>
                        <a:gd name="connsiteX1" fmla="*/ 18193 w 32962"/>
                        <a:gd name="connsiteY1" fmla="*/ 33754 h 33753"/>
                        <a:gd name="connsiteX2" fmla="*/ 26384 w 32962"/>
                        <a:gd name="connsiteY2" fmla="*/ 29754 h 33753"/>
                        <a:gd name="connsiteX3" fmla="*/ 29432 w 32962"/>
                        <a:gd name="connsiteY3" fmla="*/ 5846 h 33753"/>
                        <a:gd name="connsiteX4" fmla="*/ 5429 w 32962"/>
                        <a:gd name="connsiteY4" fmla="*/ 4036 h 33753"/>
                        <a:gd name="connsiteX5" fmla="*/ 0 w 32962"/>
                        <a:gd name="connsiteY5" fmla="*/ 10989 h 33753"/>
                        <a:gd name="connsiteX6" fmla="*/ 15907 w 32962"/>
                        <a:gd name="connsiteY6" fmla="*/ 16799 h 33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962" h="33753">
                          <a:moveTo>
                            <a:pt x="15907" y="16799"/>
                          </a:moveTo>
                          <a:cubicBezTo>
                            <a:pt x="19717" y="21753"/>
                            <a:pt x="20574" y="28039"/>
                            <a:pt x="18193" y="33754"/>
                          </a:cubicBezTo>
                          <a:cubicBezTo>
                            <a:pt x="21146" y="33087"/>
                            <a:pt x="23908" y="31849"/>
                            <a:pt x="26384" y="29754"/>
                          </a:cubicBezTo>
                          <a:cubicBezTo>
                            <a:pt x="33909" y="23276"/>
                            <a:pt x="35052" y="12799"/>
                            <a:pt x="29432" y="5846"/>
                          </a:cubicBezTo>
                          <a:cubicBezTo>
                            <a:pt x="23908" y="-1203"/>
                            <a:pt x="13145" y="-1965"/>
                            <a:pt x="5429" y="4036"/>
                          </a:cubicBezTo>
                          <a:cubicBezTo>
                            <a:pt x="2953" y="5941"/>
                            <a:pt x="1143" y="8417"/>
                            <a:pt x="0" y="10989"/>
                          </a:cubicBezTo>
                          <a:cubicBezTo>
                            <a:pt x="6001" y="10132"/>
                            <a:pt x="12097" y="11942"/>
                            <a:pt x="15907" y="1679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3" name="Forme libre : forme 1232">
                      <a:extLst>
                        <a:ext uri="{FF2B5EF4-FFF2-40B4-BE49-F238E27FC236}">
                          <a16:creationId xmlns:a16="http://schemas.microsoft.com/office/drawing/2014/main" id="{0AE9B962-E120-46E5-80D9-E70F7B89AD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1541" y="4225137"/>
                      <a:ext cx="14838" cy="16227"/>
                    </a:xfrm>
                    <a:custGeom>
                      <a:avLst/>
                      <a:gdLst>
                        <a:gd name="connsiteX0" fmla="*/ 1027 w 14838"/>
                        <a:gd name="connsiteY0" fmla="*/ 5215 h 16227"/>
                        <a:gd name="connsiteX1" fmla="*/ 11218 w 14838"/>
                        <a:gd name="connsiteY1" fmla="*/ 548 h 16227"/>
                        <a:gd name="connsiteX2" fmla="*/ 13790 w 14838"/>
                        <a:gd name="connsiteY2" fmla="*/ 10930 h 16227"/>
                        <a:gd name="connsiteX3" fmla="*/ 3598 w 14838"/>
                        <a:gd name="connsiteY3" fmla="*/ 15692 h 16227"/>
                        <a:gd name="connsiteX4" fmla="*/ 1027 w 14838"/>
                        <a:gd name="connsiteY4" fmla="*/ 5215 h 162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38" h="16227">
                          <a:moveTo>
                            <a:pt x="1027" y="5215"/>
                          </a:moveTo>
                          <a:cubicBezTo>
                            <a:pt x="3122" y="1024"/>
                            <a:pt x="7694" y="-1072"/>
                            <a:pt x="11218" y="548"/>
                          </a:cubicBezTo>
                          <a:cubicBezTo>
                            <a:pt x="14743" y="2072"/>
                            <a:pt x="15886" y="6739"/>
                            <a:pt x="13790" y="10930"/>
                          </a:cubicBezTo>
                          <a:cubicBezTo>
                            <a:pt x="11695" y="15121"/>
                            <a:pt x="7218" y="17311"/>
                            <a:pt x="3598" y="15692"/>
                          </a:cubicBezTo>
                          <a:cubicBezTo>
                            <a:pt x="169" y="14073"/>
                            <a:pt x="-1069" y="9310"/>
                            <a:pt x="1027" y="521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4" name="Forme libre : forme 1233">
                      <a:extLst>
                        <a:ext uri="{FF2B5EF4-FFF2-40B4-BE49-F238E27FC236}">
                          <a16:creationId xmlns:a16="http://schemas.microsoft.com/office/drawing/2014/main" id="{0B3219A2-1878-45AE-B627-4F2755EEF7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5525" y="4237283"/>
                      <a:ext cx="5706" cy="5662"/>
                    </a:xfrm>
                    <a:custGeom>
                      <a:avLst/>
                      <a:gdLst>
                        <a:gd name="connsiteX0" fmla="*/ 1138 w 5706"/>
                        <a:gd name="connsiteY0" fmla="*/ 688 h 5662"/>
                        <a:gd name="connsiteX1" fmla="*/ 5139 w 5706"/>
                        <a:gd name="connsiteY1" fmla="*/ 974 h 5662"/>
                        <a:gd name="connsiteX2" fmla="*/ 4568 w 5706"/>
                        <a:gd name="connsiteY2" fmla="*/ 4975 h 5662"/>
                        <a:gd name="connsiteX3" fmla="*/ 567 w 5706"/>
                        <a:gd name="connsiteY3" fmla="*/ 4689 h 5662"/>
                        <a:gd name="connsiteX4" fmla="*/ 1138 w 5706"/>
                        <a:gd name="connsiteY4" fmla="*/ 688 h 5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06" h="5662">
                          <a:moveTo>
                            <a:pt x="1138" y="688"/>
                          </a:moveTo>
                          <a:cubicBezTo>
                            <a:pt x="2377" y="-359"/>
                            <a:pt x="4187" y="-169"/>
                            <a:pt x="5139" y="974"/>
                          </a:cubicBezTo>
                          <a:cubicBezTo>
                            <a:pt x="6092" y="2212"/>
                            <a:pt x="5806" y="3927"/>
                            <a:pt x="4568" y="4975"/>
                          </a:cubicBezTo>
                          <a:cubicBezTo>
                            <a:pt x="3329" y="6022"/>
                            <a:pt x="1520" y="5832"/>
                            <a:pt x="567" y="4689"/>
                          </a:cubicBezTo>
                          <a:cubicBezTo>
                            <a:pt x="-386" y="3546"/>
                            <a:pt x="-100" y="1736"/>
                            <a:pt x="1138" y="68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35" name="Graphique 15">
                  <a:extLst>
                    <a:ext uri="{FF2B5EF4-FFF2-40B4-BE49-F238E27FC236}">
                      <a16:creationId xmlns:a16="http://schemas.microsoft.com/office/drawing/2014/main" id="{1FA9C5C6-DD44-426D-B5F3-CC88F36D808F}"/>
                    </a:ext>
                  </a:extLst>
                </p:cNvPr>
                <p:cNvGrpSpPr/>
                <p:nvPr/>
              </p:nvGrpSpPr>
              <p:grpSpPr>
                <a:xfrm>
                  <a:off x="9795984" y="4141437"/>
                  <a:ext cx="40364" cy="92859"/>
                  <a:chOff x="9795984" y="4141437"/>
                  <a:chExt cx="40364" cy="92859"/>
                </a:xfrm>
                <a:solidFill>
                  <a:schemeClr val="accent1"/>
                </a:solidFill>
              </p:grpSpPr>
              <p:grpSp>
                <p:nvGrpSpPr>
                  <p:cNvPr id="1236" name="Graphique 15">
                    <a:extLst>
                      <a:ext uri="{FF2B5EF4-FFF2-40B4-BE49-F238E27FC236}">
                        <a16:creationId xmlns:a16="http://schemas.microsoft.com/office/drawing/2014/main" id="{DE46042D-29A5-4E3C-9B6F-F6D65DCDE0ED}"/>
                      </a:ext>
                    </a:extLst>
                  </p:cNvPr>
                  <p:cNvGrpSpPr/>
                  <p:nvPr/>
                </p:nvGrpSpPr>
                <p:grpSpPr>
                  <a:xfrm>
                    <a:off x="9800673" y="4201494"/>
                    <a:ext cx="33256" cy="32801"/>
                    <a:chOff x="9800673" y="4201494"/>
                    <a:chExt cx="33256" cy="32801"/>
                  </a:xfrm>
                  <a:solidFill>
                    <a:schemeClr val="accent1"/>
                  </a:solidFill>
                </p:grpSpPr>
                <p:sp>
                  <p:nvSpPr>
                    <p:cNvPr id="1237" name="Forme libre : forme 1236">
                      <a:extLst>
                        <a:ext uri="{FF2B5EF4-FFF2-40B4-BE49-F238E27FC236}">
                          <a16:creationId xmlns:a16="http://schemas.microsoft.com/office/drawing/2014/main" id="{6E10023F-7BA8-44BC-819C-3C31B4FE3E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0673" y="4201494"/>
                      <a:ext cx="33225" cy="32801"/>
                    </a:xfrm>
                    <a:custGeom>
                      <a:avLst/>
                      <a:gdLst>
                        <a:gd name="connsiteX0" fmla="*/ 1808 w 33225"/>
                        <a:gd name="connsiteY0" fmla="*/ 11236 h 32801"/>
                        <a:gd name="connsiteX1" fmla="*/ 24287 w 33225"/>
                        <a:gd name="connsiteY1" fmla="*/ 759 h 32801"/>
                        <a:gd name="connsiteX2" fmla="*/ 32288 w 33225"/>
                        <a:gd name="connsiteY2" fmla="*/ 8664 h 32801"/>
                        <a:gd name="connsiteX3" fmla="*/ 31622 w 33225"/>
                        <a:gd name="connsiteY3" fmla="*/ 20952 h 32801"/>
                        <a:gd name="connsiteX4" fmla="*/ 9333 w 33225"/>
                        <a:gd name="connsiteY4" fmla="*/ 32096 h 32801"/>
                        <a:gd name="connsiteX5" fmla="*/ 1808 w 33225"/>
                        <a:gd name="connsiteY5" fmla="*/ 11236 h 32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225" h="32801">
                          <a:moveTo>
                            <a:pt x="1808" y="11236"/>
                          </a:moveTo>
                          <a:cubicBezTo>
                            <a:pt x="6095" y="2663"/>
                            <a:pt x="16286" y="-1909"/>
                            <a:pt x="24287" y="759"/>
                          </a:cubicBezTo>
                          <a:cubicBezTo>
                            <a:pt x="28288" y="2092"/>
                            <a:pt x="31050" y="5045"/>
                            <a:pt x="32288" y="8664"/>
                          </a:cubicBezTo>
                          <a:cubicBezTo>
                            <a:pt x="33717" y="12188"/>
                            <a:pt x="33526" y="16570"/>
                            <a:pt x="31622" y="20952"/>
                          </a:cubicBezTo>
                          <a:cubicBezTo>
                            <a:pt x="27716" y="29619"/>
                            <a:pt x="17810" y="34763"/>
                            <a:pt x="9333" y="32096"/>
                          </a:cubicBezTo>
                          <a:cubicBezTo>
                            <a:pt x="951" y="29429"/>
                            <a:pt x="-2383" y="19809"/>
                            <a:pt x="1808" y="1123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8" name="Forme libre : forme 1237">
                      <a:extLst>
                        <a:ext uri="{FF2B5EF4-FFF2-40B4-BE49-F238E27FC236}">
                          <a16:creationId xmlns:a16="http://schemas.microsoft.com/office/drawing/2014/main" id="{920EC385-3D35-4C67-87A6-B223085A15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0755" y="4201494"/>
                      <a:ext cx="33174" cy="28190"/>
                    </a:xfrm>
                    <a:custGeom>
                      <a:avLst/>
                      <a:gdLst>
                        <a:gd name="connsiteX0" fmla="*/ 16681 w 33174"/>
                        <a:gd name="connsiteY0" fmla="*/ 15998 h 28190"/>
                        <a:gd name="connsiteX1" fmla="*/ 26015 w 33174"/>
                        <a:gd name="connsiteY1" fmla="*/ 28190 h 28190"/>
                        <a:gd name="connsiteX2" fmla="*/ 31539 w 33174"/>
                        <a:gd name="connsiteY2" fmla="*/ 20952 h 28190"/>
                        <a:gd name="connsiteX3" fmla="*/ 32206 w 33174"/>
                        <a:gd name="connsiteY3" fmla="*/ 8664 h 28190"/>
                        <a:gd name="connsiteX4" fmla="*/ 24205 w 33174"/>
                        <a:gd name="connsiteY4" fmla="*/ 759 h 28190"/>
                        <a:gd name="connsiteX5" fmla="*/ 1726 w 33174"/>
                        <a:gd name="connsiteY5" fmla="*/ 11236 h 28190"/>
                        <a:gd name="connsiteX6" fmla="*/ 12 w 33174"/>
                        <a:gd name="connsiteY6" fmla="*/ 19428 h 28190"/>
                        <a:gd name="connsiteX7" fmla="*/ 16681 w 33174"/>
                        <a:gd name="connsiteY7" fmla="*/ 15998 h 2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3174" h="28190">
                          <a:moveTo>
                            <a:pt x="16681" y="15998"/>
                          </a:moveTo>
                          <a:cubicBezTo>
                            <a:pt x="22110" y="17999"/>
                            <a:pt x="25634" y="22571"/>
                            <a:pt x="26015" y="28190"/>
                          </a:cubicBezTo>
                          <a:cubicBezTo>
                            <a:pt x="28301" y="26286"/>
                            <a:pt x="30301" y="23809"/>
                            <a:pt x="31539" y="20952"/>
                          </a:cubicBezTo>
                          <a:cubicBezTo>
                            <a:pt x="33540" y="16665"/>
                            <a:pt x="33635" y="12284"/>
                            <a:pt x="32206" y="8664"/>
                          </a:cubicBezTo>
                          <a:cubicBezTo>
                            <a:pt x="30968" y="4949"/>
                            <a:pt x="28206" y="2092"/>
                            <a:pt x="24205" y="759"/>
                          </a:cubicBezTo>
                          <a:cubicBezTo>
                            <a:pt x="16204" y="-1909"/>
                            <a:pt x="6013" y="2663"/>
                            <a:pt x="1726" y="11236"/>
                          </a:cubicBezTo>
                          <a:cubicBezTo>
                            <a:pt x="393" y="13998"/>
                            <a:pt x="-84" y="16761"/>
                            <a:pt x="12" y="19428"/>
                          </a:cubicBezTo>
                          <a:cubicBezTo>
                            <a:pt x="4869" y="15713"/>
                            <a:pt x="11251" y="14094"/>
                            <a:pt x="16681" y="1599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39" name="Forme libre : forme 1238">
                      <a:extLst>
                        <a:ext uri="{FF2B5EF4-FFF2-40B4-BE49-F238E27FC236}">
                          <a16:creationId xmlns:a16="http://schemas.microsoft.com/office/drawing/2014/main" id="{2FF79C6E-1783-419A-944F-32EADAF730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3434" y="4210661"/>
                      <a:ext cx="13813" cy="15834"/>
                    </a:xfrm>
                    <a:custGeom>
                      <a:avLst/>
                      <a:gdLst>
                        <a:gd name="connsiteX0" fmla="*/ 0 w 13813"/>
                        <a:gd name="connsiteY0" fmla="*/ 8832 h 15834"/>
                        <a:gd name="connsiteX1" fmla="*/ 7048 w 13813"/>
                        <a:gd name="connsiteY1" fmla="*/ 69 h 15834"/>
                        <a:gd name="connsiteX2" fmla="*/ 13811 w 13813"/>
                        <a:gd name="connsiteY2" fmla="*/ 6927 h 15834"/>
                        <a:gd name="connsiteX3" fmla="*/ 6858 w 13813"/>
                        <a:gd name="connsiteY3" fmla="*/ 15785 h 15834"/>
                        <a:gd name="connsiteX4" fmla="*/ 0 w 13813"/>
                        <a:gd name="connsiteY4" fmla="*/ 8832 h 158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13" h="15834">
                          <a:moveTo>
                            <a:pt x="0" y="8832"/>
                          </a:moveTo>
                          <a:cubicBezTo>
                            <a:pt x="0" y="4450"/>
                            <a:pt x="3238" y="640"/>
                            <a:pt x="7048" y="69"/>
                          </a:cubicBezTo>
                          <a:cubicBezTo>
                            <a:pt x="10858" y="-503"/>
                            <a:pt x="13906" y="2545"/>
                            <a:pt x="13811" y="6927"/>
                          </a:cubicBezTo>
                          <a:cubicBezTo>
                            <a:pt x="13716" y="11213"/>
                            <a:pt x="10668" y="15309"/>
                            <a:pt x="6858" y="15785"/>
                          </a:cubicBezTo>
                          <a:cubicBezTo>
                            <a:pt x="3143" y="16261"/>
                            <a:pt x="0" y="13213"/>
                            <a:pt x="0" y="883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0" name="Forme libre : forme 1239">
                      <a:extLst>
                        <a:ext uri="{FF2B5EF4-FFF2-40B4-BE49-F238E27FC236}">
                          <a16:creationId xmlns:a16="http://schemas.microsoft.com/office/drawing/2014/main" id="{5D97EE5E-5B31-49BE-83D6-85D1A8BA6D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0108" y="4221638"/>
                      <a:ext cx="5416" cy="5477"/>
                    </a:xfrm>
                    <a:custGeom>
                      <a:avLst/>
                      <a:gdLst>
                        <a:gd name="connsiteX0" fmla="*/ 279 w 5416"/>
                        <a:gd name="connsiteY0" fmla="*/ 1856 h 5477"/>
                        <a:gd name="connsiteX1" fmla="*/ 3899 w 5416"/>
                        <a:gd name="connsiteY1" fmla="*/ 142 h 5477"/>
                        <a:gd name="connsiteX2" fmla="*/ 5137 w 5416"/>
                        <a:gd name="connsiteY2" fmla="*/ 3571 h 5477"/>
                        <a:gd name="connsiteX3" fmla="*/ 1518 w 5416"/>
                        <a:gd name="connsiteY3" fmla="*/ 5380 h 5477"/>
                        <a:gd name="connsiteX4" fmla="*/ 279 w 5416"/>
                        <a:gd name="connsiteY4" fmla="*/ 1856 h 5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16" h="5477">
                          <a:moveTo>
                            <a:pt x="279" y="1856"/>
                          </a:moveTo>
                          <a:cubicBezTo>
                            <a:pt x="946" y="427"/>
                            <a:pt x="2565" y="-334"/>
                            <a:pt x="3899" y="142"/>
                          </a:cubicBezTo>
                          <a:cubicBezTo>
                            <a:pt x="5232" y="618"/>
                            <a:pt x="5804" y="2142"/>
                            <a:pt x="5137" y="3571"/>
                          </a:cubicBezTo>
                          <a:cubicBezTo>
                            <a:pt x="4470" y="5000"/>
                            <a:pt x="2851" y="5761"/>
                            <a:pt x="1518" y="5380"/>
                          </a:cubicBezTo>
                          <a:cubicBezTo>
                            <a:pt x="184" y="4809"/>
                            <a:pt x="-387" y="3285"/>
                            <a:pt x="279" y="185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41" name="Graphique 15">
                    <a:extLst>
                      <a:ext uri="{FF2B5EF4-FFF2-40B4-BE49-F238E27FC236}">
                        <a16:creationId xmlns:a16="http://schemas.microsoft.com/office/drawing/2014/main" id="{6E2F0F26-CFDA-4E5D-83DA-73A0B52C2AA0}"/>
                      </a:ext>
                    </a:extLst>
                  </p:cNvPr>
                  <p:cNvGrpSpPr/>
                  <p:nvPr/>
                </p:nvGrpSpPr>
                <p:grpSpPr>
                  <a:xfrm>
                    <a:off x="9803058" y="4169842"/>
                    <a:ext cx="33290" cy="32044"/>
                    <a:chOff x="9803058" y="4169842"/>
                    <a:chExt cx="33290" cy="32044"/>
                  </a:xfrm>
                  <a:solidFill>
                    <a:schemeClr val="accent1"/>
                  </a:solidFill>
                </p:grpSpPr>
                <p:sp>
                  <p:nvSpPr>
                    <p:cNvPr id="1242" name="Forme libre : forme 1241">
                      <a:extLst>
                        <a:ext uri="{FF2B5EF4-FFF2-40B4-BE49-F238E27FC236}">
                          <a16:creationId xmlns:a16="http://schemas.microsoft.com/office/drawing/2014/main" id="{66043F89-48F1-4A00-A181-25B485CE99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3058" y="4169842"/>
                      <a:ext cx="33290" cy="32044"/>
                    </a:xfrm>
                    <a:custGeom>
                      <a:avLst/>
                      <a:gdLst>
                        <a:gd name="connsiteX0" fmla="*/ 2280 w 33290"/>
                        <a:gd name="connsiteY0" fmla="*/ 10694 h 32044"/>
                        <a:gd name="connsiteX1" fmla="*/ 24855 w 33290"/>
                        <a:gd name="connsiteY1" fmla="*/ 883 h 32044"/>
                        <a:gd name="connsiteX2" fmla="*/ 31236 w 33290"/>
                        <a:gd name="connsiteY2" fmla="*/ 20695 h 32044"/>
                        <a:gd name="connsiteX3" fmla="*/ 8758 w 33290"/>
                        <a:gd name="connsiteY3" fmla="*/ 31268 h 32044"/>
                        <a:gd name="connsiteX4" fmla="*/ 2280 w 33290"/>
                        <a:gd name="connsiteY4" fmla="*/ 10694 h 32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290" h="32044">
                          <a:moveTo>
                            <a:pt x="2280" y="10694"/>
                          </a:moveTo>
                          <a:cubicBezTo>
                            <a:pt x="6948" y="2312"/>
                            <a:pt x="17140" y="-1974"/>
                            <a:pt x="24855" y="883"/>
                          </a:cubicBezTo>
                          <a:cubicBezTo>
                            <a:pt x="32760" y="3550"/>
                            <a:pt x="35618" y="12123"/>
                            <a:pt x="31236" y="20695"/>
                          </a:cubicBezTo>
                          <a:cubicBezTo>
                            <a:pt x="26950" y="29173"/>
                            <a:pt x="16949" y="34030"/>
                            <a:pt x="8758" y="31268"/>
                          </a:cubicBezTo>
                          <a:cubicBezTo>
                            <a:pt x="471" y="28506"/>
                            <a:pt x="-2482" y="19171"/>
                            <a:pt x="2280" y="1069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3" name="Forme libre : forme 1242">
                      <a:extLst>
                        <a:ext uri="{FF2B5EF4-FFF2-40B4-BE49-F238E27FC236}">
                          <a16:creationId xmlns:a16="http://schemas.microsoft.com/office/drawing/2014/main" id="{A7D58108-E54E-454A-9886-9331C57C06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3148" y="4169889"/>
                      <a:ext cx="33200" cy="27601"/>
                    </a:xfrm>
                    <a:custGeom>
                      <a:avLst/>
                      <a:gdLst>
                        <a:gd name="connsiteX0" fmla="*/ 16669 w 33200"/>
                        <a:gd name="connsiteY0" fmla="*/ 15505 h 27601"/>
                        <a:gd name="connsiteX1" fmla="*/ 25337 w 33200"/>
                        <a:gd name="connsiteY1" fmla="*/ 27602 h 27601"/>
                        <a:gd name="connsiteX2" fmla="*/ 31147 w 33200"/>
                        <a:gd name="connsiteY2" fmla="*/ 20648 h 27601"/>
                        <a:gd name="connsiteX3" fmla="*/ 24765 w 33200"/>
                        <a:gd name="connsiteY3" fmla="*/ 836 h 27601"/>
                        <a:gd name="connsiteX4" fmla="*/ 2191 w 33200"/>
                        <a:gd name="connsiteY4" fmla="*/ 10647 h 27601"/>
                        <a:gd name="connsiteX5" fmla="*/ 0 w 33200"/>
                        <a:gd name="connsiteY5" fmla="*/ 18743 h 27601"/>
                        <a:gd name="connsiteX6" fmla="*/ 16669 w 33200"/>
                        <a:gd name="connsiteY6" fmla="*/ 15505 h 27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00" h="27601">
                          <a:moveTo>
                            <a:pt x="16669" y="15505"/>
                          </a:moveTo>
                          <a:cubicBezTo>
                            <a:pt x="22193" y="17315"/>
                            <a:pt x="25241" y="22077"/>
                            <a:pt x="25337" y="27602"/>
                          </a:cubicBezTo>
                          <a:cubicBezTo>
                            <a:pt x="27718" y="25697"/>
                            <a:pt x="29718" y="23411"/>
                            <a:pt x="31147" y="20648"/>
                          </a:cubicBezTo>
                          <a:cubicBezTo>
                            <a:pt x="35528" y="12171"/>
                            <a:pt x="32671" y="3503"/>
                            <a:pt x="24765" y="836"/>
                          </a:cubicBezTo>
                          <a:cubicBezTo>
                            <a:pt x="17050" y="-1926"/>
                            <a:pt x="6858" y="2360"/>
                            <a:pt x="2191" y="10647"/>
                          </a:cubicBezTo>
                          <a:cubicBezTo>
                            <a:pt x="667" y="13314"/>
                            <a:pt x="95" y="16076"/>
                            <a:pt x="0" y="18743"/>
                          </a:cubicBezTo>
                          <a:cubicBezTo>
                            <a:pt x="4953" y="15124"/>
                            <a:pt x="11144" y="13790"/>
                            <a:pt x="16669" y="1550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4" name="Forme libre : forme 1243">
                      <a:extLst>
                        <a:ext uri="{FF2B5EF4-FFF2-40B4-BE49-F238E27FC236}">
                          <a16:creationId xmlns:a16="http://schemas.microsoft.com/office/drawing/2014/main" id="{E725C7CF-E108-45D9-A47F-685EFDCA93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5784" y="4178693"/>
                      <a:ext cx="13939" cy="15418"/>
                    </a:xfrm>
                    <a:custGeom>
                      <a:avLst/>
                      <a:gdLst>
                        <a:gd name="connsiteX0" fmla="*/ 31 w 13939"/>
                        <a:gd name="connsiteY0" fmla="*/ 8510 h 15418"/>
                        <a:gd name="connsiteX1" fmla="*/ 7460 w 13939"/>
                        <a:gd name="connsiteY1" fmla="*/ 33 h 15418"/>
                        <a:gd name="connsiteX2" fmla="*/ 13937 w 13939"/>
                        <a:gd name="connsiteY2" fmla="*/ 6796 h 15418"/>
                        <a:gd name="connsiteX3" fmla="*/ 6698 w 13939"/>
                        <a:gd name="connsiteY3" fmla="*/ 15368 h 15418"/>
                        <a:gd name="connsiteX4" fmla="*/ 31 w 13939"/>
                        <a:gd name="connsiteY4" fmla="*/ 8510 h 154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39" h="15418">
                          <a:moveTo>
                            <a:pt x="31" y="8510"/>
                          </a:moveTo>
                          <a:cubicBezTo>
                            <a:pt x="316" y="4224"/>
                            <a:pt x="3650" y="414"/>
                            <a:pt x="7460" y="33"/>
                          </a:cubicBezTo>
                          <a:cubicBezTo>
                            <a:pt x="11175" y="-348"/>
                            <a:pt x="14032" y="2605"/>
                            <a:pt x="13937" y="6796"/>
                          </a:cubicBezTo>
                          <a:cubicBezTo>
                            <a:pt x="13747" y="10987"/>
                            <a:pt x="10508" y="14797"/>
                            <a:pt x="6698" y="15368"/>
                          </a:cubicBezTo>
                          <a:cubicBezTo>
                            <a:pt x="2888" y="15844"/>
                            <a:pt x="-351" y="12892"/>
                            <a:pt x="31" y="85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5" name="Forme libre : forme 1244">
                      <a:extLst>
                        <a:ext uri="{FF2B5EF4-FFF2-40B4-BE49-F238E27FC236}">
                          <a16:creationId xmlns:a16="http://schemas.microsoft.com/office/drawing/2014/main" id="{AEEF1402-EAB5-4F79-B6DF-E8B7759B11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2278" y="4189391"/>
                      <a:ext cx="5456" cy="5288"/>
                    </a:xfrm>
                    <a:custGeom>
                      <a:avLst/>
                      <a:gdLst>
                        <a:gd name="connsiteX0" fmla="*/ 299 w 5456"/>
                        <a:gd name="connsiteY0" fmla="*/ 1813 h 5288"/>
                        <a:gd name="connsiteX1" fmla="*/ 4014 w 5456"/>
                        <a:gd name="connsiteY1" fmla="*/ 98 h 5288"/>
                        <a:gd name="connsiteX2" fmla="*/ 5157 w 5456"/>
                        <a:gd name="connsiteY2" fmla="*/ 3432 h 5288"/>
                        <a:gd name="connsiteX3" fmla="*/ 1442 w 5456"/>
                        <a:gd name="connsiteY3" fmla="*/ 5146 h 5288"/>
                        <a:gd name="connsiteX4" fmla="*/ 299 w 5456"/>
                        <a:gd name="connsiteY4" fmla="*/ 1813 h 5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56" h="5288">
                          <a:moveTo>
                            <a:pt x="299" y="1813"/>
                          </a:moveTo>
                          <a:cubicBezTo>
                            <a:pt x="1061" y="479"/>
                            <a:pt x="2680" y="-283"/>
                            <a:pt x="4014" y="98"/>
                          </a:cubicBezTo>
                          <a:cubicBezTo>
                            <a:pt x="5347" y="574"/>
                            <a:pt x="5824" y="2003"/>
                            <a:pt x="5157" y="3432"/>
                          </a:cubicBezTo>
                          <a:cubicBezTo>
                            <a:pt x="4490" y="4860"/>
                            <a:pt x="2776" y="5623"/>
                            <a:pt x="1442" y="5146"/>
                          </a:cubicBezTo>
                          <a:cubicBezTo>
                            <a:pt x="109" y="4670"/>
                            <a:pt x="-368" y="3146"/>
                            <a:pt x="299" y="181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46" name="Graphique 15">
                    <a:extLst>
                      <a:ext uri="{FF2B5EF4-FFF2-40B4-BE49-F238E27FC236}">
                        <a16:creationId xmlns:a16="http://schemas.microsoft.com/office/drawing/2014/main" id="{FB6D59F4-F340-4763-A62A-2A2F10B2B4E6}"/>
                      </a:ext>
                    </a:extLst>
                  </p:cNvPr>
                  <p:cNvGrpSpPr/>
                  <p:nvPr/>
                </p:nvGrpSpPr>
                <p:grpSpPr>
                  <a:xfrm>
                    <a:off x="9795984" y="4141437"/>
                    <a:ext cx="33451" cy="31390"/>
                    <a:chOff x="9795984" y="4141437"/>
                    <a:chExt cx="33451" cy="31390"/>
                  </a:xfrm>
                  <a:solidFill>
                    <a:schemeClr val="accent1"/>
                  </a:solidFill>
                </p:grpSpPr>
                <p:sp>
                  <p:nvSpPr>
                    <p:cNvPr id="1247" name="Forme libre : forme 1246">
                      <a:extLst>
                        <a:ext uri="{FF2B5EF4-FFF2-40B4-BE49-F238E27FC236}">
                          <a16:creationId xmlns:a16="http://schemas.microsoft.com/office/drawing/2014/main" id="{E6551151-9D84-4A36-8894-DA8146F358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5984" y="4141437"/>
                      <a:ext cx="33314" cy="31390"/>
                    </a:xfrm>
                    <a:custGeom>
                      <a:avLst/>
                      <a:gdLst>
                        <a:gd name="connsiteX0" fmla="*/ 2592 w 33314"/>
                        <a:gd name="connsiteY0" fmla="*/ 10048 h 31390"/>
                        <a:gd name="connsiteX1" fmla="*/ 25547 w 33314"/>
                        <a:gd name="connsiteY1" fmla="*/ 904 h 31390"/>
                        <a:gd name="connsiteX2" fmla="*/ 30881 w 33314"/>
                        <a:gd name="connsiteY2" fmla="*/ 20716 h 31390"/>
                        <a:gd name="connsiteX3" fmla="*/ 8116 w 33314"/>
                        <a:gd name="connsiteY3" fmla="*/ 30432 h 31390"/>
                        <a:gd name="connsiteX4" fmla="*/ 2592 w 33314"/>
                        <a:gd name="connsiteY4" fmla="*/ 10048 h 31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314" h="31390">
                          <a:moveTo>
                            <a:pt x="2592" y="10048"/>
                          </a:moveTo>
                          <a:cubicBezTo>
                            <a:pt x="7735" y="1857"/>
                            <a:pt x="17832" y="-1858"/>
                            <a:pt x="25547" y="904"/>
                          </a:cubicBezTo>
                          <a:cubicBezTo>
                            <a:pt x="33358" y="3666"/>
                            <a:pt x="35548" y="12429"/>
                            <a:pt x="30881" y="20716"/>
                          </a:cubicBezTo>
                          <a:cubicBezTo>
                            <a:pt x="26119" y="29003"/>
                            <a:pt x="16117" y="33479"/>
                            <a:pt x="8116" y="30432"/>
                          </a:cubicBezTo>
                          <a:cubicBezTo>
                            <a:pt x="306" y="27288"/>
                            <a:pt x="-2552" y="18240"/>
                            <a:pt x="2592" y="1004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8" name="Forme libre : forme 1247">
                      <a:extLst>
                        <a:ext uri="{FF2B5EF4-FFF2-40B4-BE49-F238E27FC236}">
                          <a16:creationId xmlns:a16="http://schemas.microsoft.com/office/drawing/2014/main" id="{990CA201-2583-4182-A4E7-4A473FD9AD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6195" y="4141437"/>
                      <a:ext cx="33241" cy="27478"/>
                    </a:xfrm>
                    <a:custGeom>
                      <a:avLst/>
                      <a:gdLst>
                        <a:gd name="connsiteX0" fmla="*/ 16669 w 33241"/>
                        <a:gd name="connsiteY0" fmla="*/ 15191 h 27478"/>
                        <a:gd name="connsiteX1" fmla="*/ 24575 w 33241"/>
                        <a:gd name="connsiteY1" fmla="*/ 27479 h 27478"/>
                        <a:gd name="connsiteX2" fmla="*/ 30766 w 33241"/>
                        <a:gd name="connsiteY2" fmla="*/ 20716 h 27478"/>
                        <a:gd name="connsiteX3" fmla="*/ 25432 w 33241"/>
                        <a:gd name="connsiteY3" fmla="*/ 904 h 27478"/>
                        <a:gd name="connsiteX4" fmla="*/ 2477 w 33241"/>
                        <a:gd name="connsiteY4" fmla="*/ 10048 h 27478"/>
                        <a:gd name="connsiteX5" fmla="*/ 0 w 33241"/>
                        <a:gd name="connsiteY5" fmla="*/ 17954 h 27478"/>
                        <a:gd name="connsiteX6" fmla="*/ 16669 w 33241"/>
                        <a:gd name="connsiteY6" fmla="*/ 15191 h 27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41" h="27478">
                          <a:moveTo>
                            <a:pt x="16669" y="15191"/>
                          </a:moveTo>
                          <a:cubicBezTo>
                            <a:pt x="22003" y="17192"/>
                            <a:pt x="24765" y="21954"/>
                            <a:pt x="24575" y="27479"/>
                          </a:cubicBezTo>
                          <a:cubicBezTo>
                            <a:pt x="27051" y="25669"/>
                            <a:pt x="29146" y="23478"/>
                            <a:pt x="30766" y="20716"/>
                          </a:cubicBezTo>
                          <a:cubicBezTo>
                            <a:pt x="35528" y="12429"/>
                            <a:pt x="33242" y="3666"/>
                            <a:pt x="25432" y="904"/>
                          </a:cubicBezTo>
                          <a:cubicBezTo>
                            <a:pt x="17717" y="-1858"/>
                            <a:pt x="7525" y="1857"/>
                            <a:pt x="2477" y="10048"/>
                          </a:cubicBezTo>
                          <a:cubicBezTo>
                            <a:pt x="857" y="12620"/>
                            <a:pt x="0" y="15382"/>
                            <a:pt x="0" y="17954"/>
                          </a:cubicBezTo>
                          <a:cubicBezTo>
                            <a:pt x="5048" y="14429"/>
                            <a:pt x="11430" y="13191"/>
                            <a:pt x="16669" y="151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49" name="Forme libre : forme 1248">
                      <a:extLst>
                        <a:ext uri="{FF2B5EF4-FFF2-40B4-BE49-F238E27FC236}">
                          <a16:creationId xmlns:a16="http://schemas.microsoft.com/office/drawing/2014/main" id="{E76CCB88-E645-4CB7-98AC-3758CA963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8828" y="4149833"/>
                      <a:ext cx="13975" cy="15034"/>
                    </a:xfrm>
                    <a:custGeom>
                      <a:avLst/>
                      <a:gdLst>
                        <a:gd name="connsiteX0" fmla="*/ 34 w 13975"/>
                        <a:gd name="connsiteY0" fmla="*/ 8129 h 15034"/>
                        <a:gd name="connsiteX1" fmla="*/ 7749 w 13975"/>
                        <a:gd name="connsiteY1" fmla="*/ 33 h 15034"/>
                        <a:gd name="connsiteX2" fmla="*/ 13941 w 13975"/>
                        <a:gd name="connsiteY2" fmla="*/ 6796 h 15034"/>
                        <a:gd name="connsiteX3" fmla="*/ 6321 w 13975"/>
                        <a:gd name="connsiteY3" fmla="*/ 14987 h 15034"/>
                        <a:gd name="connsiteX4" fmla="*/ 34 w 13975"/>
                        <a:gd name="connsiteY4" fmla="*/ 8129 h 15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75" h="15034">
                          <a:moveTo>
                            <a:pt x="34" y="8129"/>
                          </a:moveTo>
                          <a:cubicBezTo>
                            <a:pt x="415" y="4033"/>
                            <a:pt x="3939" y="319"/>
                            <a:pt x="7749" y="33"/>
                          </a:cubicBezTo>
                          <a:cubicBezTo>
                            <a:pt x="11559" y="-348"/>
                            <a:pt x="14322" y="2605"/>
                            <a:pt x="13941" y="6796"/>
                          </a:cubicBezTo>
                          <a:cubicBezTo>
                            <a:pt x="13560" y="10891"/>
                            <a:pt x="10131" y="14606"/>
                            <a:pt x="6321" y="14987"/>
                          </a:cubicBezTo>
                          <a:cubicBezTo>
                            <a:pt x="2511" y="15464"/>
                            <a:pt x="-347" y="12320"/>
                            <a:pt x="34" y="812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0" name="Forme libre : forme 1249">
                      <a:extLst>
                        <a:ext uri="{FF2B5EF4-FFF2-40B4-BE49-F238E27FC236}">
                          <a16:creationId xmlns:a16="http://schemas.microsoft.com/office/drawing/2014/main" id="{C0851BD8-767B-4293-B64C-BE3566C17A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5046" y="4160380"/>
                      <a:ext cx="5539" cy="5203"/>
                    </a:xfrm>
                    <a:custGeom>
                      <a:avLst/>
                      <a:gdLst>
                        <a:gd name="connsiteX0" fmla="*/ 388 w 5539"/>
                        <a:gd name="connsiteY0" fmla="*/ 1678 h 5203"/>
                        <a:gd name="connsiteX1" fmla="*/ 4198 w 5539"/>
                        <a:gd name="connsiteY1" fmla="*/ 154 h 5203"/>
                        <a:gd name="connsiteX2" fmla="*/ 5151 w 5539"/>
                        <a:gd name="connsiteY2" fmla="*/ 3487 h 5203"/>
                        <a:gd name="connsiteX3" fmla="*/ 1341 w 5539"/>
                        <a:gd name="connsiteY3" fmla="*/ 5011 h 5203"/>
                        <a:gd name="connsiteX4" fmla="*/ 388 w 5539"/>
                        <a:gd name="connsiteY4" fmla="*/ 1678 h 5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9" h="5203">
                          <a:moveTo>
                            <a:pt x="388" y="1678"/>
                          </a:moveTo>
                          <a:cubicBezTo>
                            <a:pt x="1150" y="344"/>
                            <a:pt x="2865" y="-323"/>
                            <a:pt x="4198" y="154"/>
                          </a:cubicBezTo>
                          <a:cubicBezTo>
                            <a:pt x="5532" y="630"/>
                            <a:pt x="5913" y="2154"/>
                            <a:pt x="5151" y="3487"/>
                          </a:cubicBezTo>
                          <a:cubicBezTo>
                            <a:pt x="4389" y="4821"/>
                            <a:pt x="2674" y="5583"/>
                            <a:pt x="1341" y="5011"/>
                          </a:cubicBezTo>
                          <a:cubicBezTo>
                            <a:pt x="7" y="4535"/>
                            <a:pt x="-374" y="3011"/>
                            <a:pt x="388" y="16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51" name="Graphique 15">
                  <a:extLst>
                    <a:ext uri="{FF2B5EF4-FFF2-40B4-BE49-F238E27FC236}">
                      <a16:creationId xmlns:a16="http://schemas.microsoft.com/office/drawing/2014/main" id="{B3F6A001-DD81-4BD8-A5E0-E5595A3143A6}"/>
                    </a:ext>
                  </a:extLst>
                </p:cNvPr>
                <p:cNvGrpSpPr/>
                <p:nvPr/>
              </p:nvGrpSpPr>
              <p:grpSpPr>
                <a:xfrm>
                  <a:off x="9799540" y="4067023"/>
                  <a:ext cx="96617" cy="42361"/>
                  <a:chOff x="9799540" y="4067023"/>
                  <a:chExt cx="96617" cy="42361"/>
                </a:xfrm>
                <a:solidFill>
                  <a:schemeClr val="accent1"/>
                </a:solidFill>
              </p:grpSpPr>
              <p:grpSp>
                <p:nvGrpSpPr>
                  <p:cNvPr id="1252" name="Graphique 15">
                    <a:extLst>
                      <a:ext uri="{FF2B5EF4-FFF2-40B4-BE49-F238E27FC236}">
                        <a16:creationId xmlns:a16="http://schemas.microsoft.com/office/drawing/2014/main" id="{7CD7D3F6-5440-4DFC-9368-017324BE8515}"/>
                      </a:ext>
                    </a:extLst>
                  </p:cNvPr>
                  <p:cNvGrpSpPr/>
                  <p:nvPr/>
                </p:nvGrpSpPr>
                <p:grpSpPr>
                  <a:xfrm>
                    <a:off x="9864001" y="4067023"/>
                    <a:ext cx="32156" cy="28881"/>
                    <a:chOff x="9864001" y="4067023"/>
                    <a:chExt cx="32156" cy="28881"/>
                  </a:xfrm>
                  <a:solidFill>
                    <a:schemeClr val="accent1"/>
                  </a:solidFill>
                </p:grpSpPr>
                <p:sp>
                  <p:nvSpPr>
                    <p:cNvPr id="1253" name="Forme libre : forme 1252">
                      <a:extLst>
                        <a:ext uri="{FF2B5EF4-FFF2-40B4-BE49-F238E27FC236}">
                          <a16:creationId xmlns:a16="http://schemas.microsoft.com/office/drawing/2014/main" id="{3A99EAC5-4447-48EB-8911-F93E3C8FD5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64001" y="4067118"/>
                      <a:ext cx="32156" cy="28785"/>
                    </a:xfrm>
                    <a:custGeom>
                      <a:avLst/>
                      <a:gdLst>
                        <a:gd name="connsiteX0" fmla="*/ 6394 w 32156"/>
                        <a:gd name="connsiteY0" fmla="*/ 28074 h 28785"/>
                        <a:gd name="connsiteX1" fmla="*/ 3346 w 32156"/>
                        <a:gd name="connsiteY1" fmla="*/ 9786 h 28785"/>
                        <a:gd name="connsiteX2" fmla="*/ 26110 w 32156"/>
                        <a:gd name="connsiteY2" fmla="*/ 642 h 28785"/>
                        <a:gd name="connsiteX3" fmla="*/ 28777 w 32156"/>
                        <a:gd name="connsiteY3" fmla="*/ 18454 h 28785"/>
                        <a:gd name="connsiteX4" fmla="*/ 6394 w 32156"/>
                        <a:gd name="connsiteY4" fmla="*/ 28074 h 28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156" h="28785">
                          <a:moveTo>
                            <a:pt x="6394" y="28074"/>
                          </a:moveTo>
                          <a:cubicBezTo>
                            <a:pt x="-655" y="25502"/>
                            <a:pt x="-2179" y="17215"/>
                            <a:pt x="3346" y="9786"/>
                          </a:cubicBezTo>
                          <a:cubicBezTo>
                            <a:pt x="8870" y="2356"/>
                            <a:pt x="19157" y="-1644"/>
                            <a:pt x="26110" y="642"/>
                          </a:cubicBezTo>
                          <a:cubicBezTo>
                            <a:pt x="33063" y="2928"/>
                            <a:pt x="34111" y="10738"/>
                            <a:pt x="28777" y="18454"/>
                          </a:cubicBezTo>
                          <a:cubicBezTo>
                            <a:pt x="23634" y="25978"/>
                            <a:pt x="13442" y="30646"/>
                            <a:pt x="6394" y="2807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4" name="Forme libre : forme 1253">
                      <a:extLst>
                        <a:ext uri="{FF2B5EF4-FFF2-40B4-BE49-F238E27FC236}">
                          <a16:creationId xmlns:a16="http://schemas.microsoft.com/office/drawing/2014/main" id="{22CD0E8C-927A-4EE1-BA76-A60F6EF46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64068" y="4067023"/>
                      <a:ext cx="30996" cy="28745"/>
                    </a:xfrm>
                    <a:custGeom>
                      <a:avLst/>
                      <a:gdLst>
                        <a:gd name="connsiteX0" fmla="*/ 15852 w 30996"/>
                        <a:gd name="connsiteY0" fmla="*/ 14263 h 28745"/>
                        <a:gd name="connsiteX1" fmla="*/ 30997 w 30996"/>
                        <a:gd name="connsiteY1" fmla="*/ 4547 h 28745"/>
                        <a:gd name="connsiteX2" fmla="*/ 26139 w 30996"/>
                        <a:gd name="connsiteY2" fmla="*/ 642 h 28745"/>
                        <a:gd name="connsiteX3" fmla="*/ 3374 w 30996"/>
                        <a:gd name="connsiteY3" fmla="*/ 9786 h 28745"/>
                        <a:gd name="connsiteX4" fmla="*/ 6422 w 30996"/>
                        <a:gd name="connsiteY4" fmla="*/ 28074 h 28745"/>
                        <a:gd name="connsiteX5" fmla="*/ 13852 w 30996"/>
                        <a:gd name="connsiteY5" fmla="*/ 28455 h 28745"/>
                        <a:gd name="connsiteX6" fmla="*/ 15852 w 30996"/>
                        <a:gd name="connsiteY6" fmla="*/ 14263 h 28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996" h="28745">
                          <a:moveTo>
                            <a:pt x="15852" y="14263"/>
                          </a:moveTo>
                          <a:cubicBezTo>
                            <a:pt x="19566" y="9119"/>
                            <a:pt x="25472" y="5595"/>
                            <a:pt x="30997" y="4547"/>
                          </a:cubicBezTo>
                          <a:cubicBezTo>
                            <a:pt x="30044" y="2832"/>
                            <a:pt x="28425" y="1404"/>
                            <a:pt x="26139" y="642"/>
                          </a:cubicBezTo>
                          <a:cubicBezTo>
                            <a:pt x="19186" y="-1644"/>
                            <a:pt x="8898" y="2356"/>
                            <a:pt x="3374" y="9786"/>
                          </a:cubicBezTo>
                          <a:cubicBezTo>
                            <a:pt x="-2151" y="17215"/>
                            <a:pt x="-722" y="25502"/>
                            <a:pt x="6422" y="28074"/>
                          </a:cubicBezTo>
                          <a:cubicBezTo>
                            <a:pt x="8708" y="28836"/>
                            <a:pt x="11185" y="28931"/>
                            <a:pt x="13852" y="28455"/>
                          </a:cubicBezTo>
                          <a:cubicBezTo>
                            <a:pt x="11661" y="24740"/>
                            <a:pt x="12137" y="19406"/>
                            <a:pt x="15852" y="1426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5" name="Forme libre : forme 1254">
                      <a:extLst>
                        <a:ext uri="{FF2B5EF4-FFF2-40B4-BE49-F238E27FC236}">
                          <a16:creationId xmlns:a16="http://schemas.microsoft.com/office/drawing/2014/main" id="{816A1A66-34ED-4E23-B857-7518C9EEA0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70867" y="4081382"/>
                      <a:ext cx="15370" cy="12087"/>
                    </a:xfrm>
                    <a:custGeom>
                      <a:avLst/>
                      <a:gdLst>
                        <a:gd name="connsiteX0" fmla="*/ 6386 w 15370"/>
                        <a:gd name="connsiteY0" fmla="*/ 12000 h 12087"/>
                        <a:gd name="connsiteX1" fmla="*/ 99 w 15370"/>
                        <a:gd name="connsiteY1" fmla="*/ 7047 h 12087"/>
                        <a:gd name="connsiteX2" fmla="*/ 9053 w 15370"/>
                        <a:gd name="connsiteY2" fmla="*/ 94 h 12087"/>
                        <a:gd name="connsiteX3" fmla="*/ 15244 w 15370"/>
                        <a:gd name="connsiteY3" fmla="*/ 4952 h 12087"/>
                        <a:gd name="connsiteX4" fmla="*/ 6386 w 15370"/>
                        <a:gd name="connsiteY4" fmla="*/ 12000 h 12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70" h="12087">
                          <a:moveTo>
                            <a:pt x="6386" y="12000"/>
                          </a:moveTo>
                          <a:cubicBezTo>
                            <a:pt x="2195" y="12571"/>
                            <a:pt x="-568" y="10285"/>
                            <a:pt x="99" y="7047"/>
                          </a:cubicBezTo>
                          <a:cubicBezTo>
                            <a:pt x="861" y="3713"/>
                            <a:pt x="4862" y="665"/>
                            <a:pt x="9053" y="94"/>
                          </a:cubicBezTo>
                          <a:cubicBezTo>
                            <a:pt x="13244" y="-478"/>
                            <a:pt x="16006" y="1618"/>
                            <a:pt x="15244" y="4952"/>
                          </a:cubicBezTo>
                          <a:cubicBezTo>
                            <a:pt x="14482" y="8190"/>
                            <a:pt x="10577" y="11428"/>
                            <a:pt x="6386" y="1200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6" name="Forme libre : forme 1255">
                      <a:extLst>
                        <a:ext uri="{FF2B5EF4-FFF2-40B4-BE49-F238E27FC236}">
                          <a16:creationId xmlns:a16="http://schemas.microsoft.com/office/drawing/2014/main" id="{4DE424A5-A803-4E0B-8CB8-74D7E0C2AE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2244" y="4082036"/>
                      <a:ext cx="5256" cy="4690"/>
                    </a:xfrm>
                    <a:custGeom>
                      <a:avLst/>
                      <a:gdLst>
                        <a:gd name="connsiteX0" fmla="*/ 1009 w 5256"/>
                        <a:gd name="connsiteY0" fmla="*/ 4584 h 4690"/>
                        <a:gd name="connsiteX1" fmla="*/ 533 w 5256"/>
                        <a:gd name="connsiteY1" fmla="*/ 1631 h 4690"/>
                        <a:gd name="connsiteX2" fmla="*/ 4248 w 5256"/>
                        <a:gd name="connsiteY2" fmla="*/ 107 h 4690"/>
                        <a:gd name="connsiteX3" fmla="*/ 4724 w 5256"/>
                        <a:gd name="connsiteY3" fmla="*/ 3060 h 4690"/>
                        <a:gd name="connsiteX4" fmla="*/ 1009 w 5256"/>
                        <a:gd name="connsiteY4" fmla="*/ 4584 h 4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56" h="4690">
                          <a:moveTo>
                            <a:pt x="1009" y="4584"/>
                          </a:moveTo>
                          <a:cubicBezTo>
                            <a:pt x="-134" y="4203"/>
                            <a:pt x="-325" y="2869"/>
                            <a:pt x="533" y="1631"/>
                          </a:cubicBezTo>
                          <a:cubicBezTo>
                            <a:pt x="1390" y="393"/>
                            <a:pt x="3105" y="-274"/>
                            <a:pt x="4248" y="107"/>
                          </a:cubicBezTo>
                          <a:cubicBezTo>
                            <a:pt x="5390" y="488"/>
                            <a:pt x="5581" y="1821"/>
                            <a:pt x="4724" y="3060"/>
                          </a:cubicBezTo>
                          <a:cubicBezTo>
                            <a:pt x="3866" y="4298"/>
                            <a:pt x="2247" y="4965"/>
                            <a:pt x="1009" y="45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57" name="Graphique 15">
                    <a:extLst>
                      <a:ext uri="{FF2B5EF4-FFF2-40B4-BE49-F238E27FC236}">
                        <a16:creationId xmlns:a16="http://schemas.microsoft.com/office/drawing/2014/main" id="{8EF7195F-6130-4C38-A2C8-E41487D2836F}"/>
                      </a:ext>
                    </a:extLst>
                  </p:cNvPr>
                  <p:cNvGrpSpPr/>
                  <p:nvPr/>
                </p:nvGrpSpPr>
                <p:grpSpPr>
                  <a:xfrm>
                    <a:off x="9832277" y="4069299"/>
                    <a:ext cx="32846" cy="29127"/>
                    <a:chOff x="9832277" y="4069299"/>
                    <a:chExt cx="32846" cy="29127"/>
                  </a:xfrm>
                  <a:solidFill>
                    <a:schemeClr val="accent1"/>
                  </a:solidFill>
                </p:grpSpPr>
                <p:sp>
                  <p:nvSpPr>
                    <p:cNvPr id="1258" name="Forme libre : forme 1257">
                      <a:extLst>
                        <a:ext uri="{FF2B5EF4-FFF2-40B4-BE49-F238E27FC236}">
                          <a16:creationId xmlns:a16="http://schemas.microsoft.com/office/drawing/2014/main" id="{C2AF9358-BB32-43F7-9D76-2A3D4BCDF9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32347" y="4069299"/>
                      <a:ext cx="32776" cy="29091"/>
                    </a:xfrm>
                    <a:custGeom>
                      <a:avLst/>
                      <a:gdLst>
                        <a:gd name="connsiteX0" fmla="*/ 6520 w 32776"/>
                        <a:gd name="connsiteY0" fmla="*/ 28179 h 29091"/>
                        <a:gd name="connsiteX1" fmla="*/ 3567 w 32776"/>
                        <a:gd name="connsiteY1" fmla="*/ 9129 h 29091"/>
                        <a:gd name="connsiteX2" fmla="*/ 26617 w 32776"/>
                        <a:gd name="connsiteY2" fmla="*/ 937 h 29091"/>
                        <a:gd name="connsiteX3" fmla="*/ 29475 w 32776"/>
                        <a:gd name="connsiteY3" fmla="*/ 19320 h 29091"/>
                        <a:gd name="connsiteX4" fmla="*/ 6520 w 32776"/>
                        <a:gd name="connsiteY4" fmla="*/ 28179 h 29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776" h="29091">
                          <a:moveTo>
                            <a:pt x="6520" y="28179"/>
                          </a:moveTo>
                          <a:cubicBezTo>
                            <a:pt x="-1005" y="25417"/>
                            <a:pt x="-2053" y="16558"/>
                            <a:pt x="3567" y="9129"/>
                          </a:cubicBezTo>
                          <a:cubicBezTo>
                            <a:pt x="9282" y="1699"/>
                            <a:pt x="19759" y="-1825"/>
                            <a:pt x="26617" y="937"/>
                          </a:cubicBezTo>
                          <a:cubicBezTo>
                            <a:pt x="33285" y="3890"/>
                            <a:pt x="34999" y="11605"/>
                            <a:pt x="29475" y="19320"/>
                          </a:cubicBezTo>
                          <a:cubicBezTo>
                            <a:pt x="24046" y="26941"/>
                            <a:pt x="13854" y="31036"/>
                            <a:pt x="6520" y="2817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59" name="Forme libre : forme 1258">
                      <a:extLst>
                        <a:ext uri="{FF2B5EF4-FFF2-40B4-BE49-F238E27FC236}">
                          <a16:creationId xmlns:a16="http://schemas.microsoft.com/office/drawing/2014/main" id="{7164974E-7DE9-4CB5-88E0-9F7CCFCBBE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32277" y="4069395"/>
                      <a:ext cx="31544" cy="29032"/>
                    </a:xfrm>
                    <a:custGeom>
                      <a:avLst/>
                      <a:gdLst>
                        <a:gd name="connsiteX0" fmla="*/ 16019 w 31544"/>
                        <a:gd name="connsiteY0" fmla="*/ 14463 h 29032"/>
                        <a:gd name="connsiteX1" fmla="*/ 31545 w 31544"/>
                        <a:gd name="connsiteY1" fmla="*/ 5223 h 29032"/>
                        <a:gd name="connsiteX2" fmla="*/ 26687 w 31544"/>
                        <a:gd name="connsiteY2" fmla="*/ 937 h 29032"/>
                        <a:gd name="connsiteX3" fmla="*/ 3637 w 31544"/>
                        <a:gd name="connsiteY3" fmla="*/ 9129 h 29032"/>
                        <a:gd name="connsiteX4" fmla="*/ 6589 w 31544"/>
                        <a:gd name="connsiteY4" fmla="*/ 28179 h 29032"/>
                        <a:gd name="connsiteX5" fmla="*/ 14209 w 31544"/>
                        <a:gd name="connsiteY5" fmla="*/ 28845 h 29032"/>
                        <a:gd name="connsiteX6" fmla="*/ 16019 w 31544"/>
                        <a:gd name="connsiteY6" fmla="*/ 14463 h 290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544" h="29032">
                          <a:moveTo>
                            <a:pt x="16019" y="14463"/>
                          </a:moveTo>
                          <a:cubicBezTo>
                            <a:pt x="19829" y="9319"/>
                            <a:pt x="25830" y="6081"/>
                            <a:pt x="31545" y="5223"/>
                          </a:cubicBezTo>
                          <a:cubicBezTo>
                            <a:pt x="30402" y="3414"/>
                            <a:pt x="28973" y="1795"/>
                            <a:pt x="26687" y="937"/>
                          </a:cubicBezTo>
                          <a:cubicBezTo>
                            <a:pt x="19829" y="-1825"/>
                            <a:pt x="9352" y="1699"/>
                            <a:pt x="3637" y="9129"/>
                          </a:cubicBezTo>
                          <a:cubicBezTo>
                            <a:pt x="-2078" y="16558"/>
                            <a:pt x="-1031" y="25416"/>
                            <a:pt x="6589" y="28179"/>
                          </a:cubicBezTo>
                          <a:cubicBezTo>
                            <a:pt x="8971" y="29036"/>
                            <a:pt x="11542" y="29227"/>
                            <a:pt x="14209" y="28845"/>
                          </a:cubicBezTo>
                          <a:cubicBezTo>
                            <a:pt x="11923" y="24845"/>
                            <a:pt x="12400" y="19416"/>
                            <a:pt x="16019" y="1446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0" name="Forme libre : forme 1259">
                      <a:extLst>
                        <a:ext uri="{FF2B5EF4-FFF2-40B4-BE49-F238E27FC236}">
                          <a16:creationId xmlns:a16="http://schemas.microsoft.com/office/drawing/2014/main" id="{235DCCB4-FD05-4658-9599-BBCB2806D3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39154" y="4083814"/>
                      <a:ext cx="15739" cy="12198"/>
                    </a:xfrm>
                    <a:custGeom>
                      <a:avLst/>
                      <a:gdLst>
                        <a:gd name="connsiteX0" fmla="*/ 6666 w 15739"/>
                        <a:gd name="connsiteY0" fmla="*/ 12140 h 12198"/>
                        <a:gd name="connsiteX1" fmla="*/ 94 w 15739"/>
                        <a:gd name="connsiteY1" fmla="*/ 6806 h 12198"/>
                        <a:gd name="connsiteX2" fmla="*/ 9143 w 15739"/>
                        <a:gd name="connsiteY2" fmla="*/ 43 h 12198"/>
                        <a:gd name="connsiteX3" fmla="*/ 15620 w 15739"/>
                        <a:gd name="connsiteY3" fmla="*/ 5186 h 12198"/>
                        <a:gd name="connsiteX4" fmla="*/ 6666 w 15739"/>
                        <a:gd name="connsiteY4" fmla="*/ 12140 h 12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39" h="12198">
                          <a:moveTo>
                            <a:pt x="6666" y="12140"/>
                          </a:moveTo>
                          <a:cubicBezTo>
                            <a:pt x="2380" y="12616"/>
                            <a:pt x="-573" y="10139"/>
                            <a:pt x="94" y="6806"/>
                          </a:cubicBezTo>
                          <a:cubicBezTo>
                            <a:pt x="761" y="3472"/>
                            <a:pt x="4952" y="424"/>
                            <a:pt x="9143" y="43"/>
                          </a:cubicBezTo>
                          <a:cubicBezTo>
                            <a:pt x="13429" y="-338"/>
                            <a:pt x="16382" y="1853"/>
                            <a:pt x="15620" y="5186"/>
                          </a:cubicBezTo>
                          <a:cubicBezTo>
                            <a:pt x="14953" y="8615"/>
                            <a:pt x="10952" y="11663"/>
                            <a:pt x="6666" y="121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1" name="Forme libre : forme 1260">
                      <a:extLst>
                        <a:ext uri="{FF2B5EF4-FFF2-40B4-BE49-F238E27FC236}">
                          <a16:creationId xmlns:a16="http://schemas.microsoft.com/office/drawing/2014/main" id="{57CAD6A2-5DDD-4363-BD39-91E02A0CB9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0914" y="4084751"/>
                      <a:ext cx="5433" cy="4738"/>
                    </a:xfrm>
                    <a:custGeom>
                      <a:avLst/>
                      <a:gdLst>
                        <a:gd name="connsiteX0" fmla="*/ 1098 w 5433"/>
                        <a:gd name="connsiteY0" fmla="*/ 4631 h 4738"/>
                        <a:gd name="connsiteX1" fmla="*/ 526 w 5433"/>
                        <a:gd name="connsiteY1" fmla="*/ 1583 h 4738"/>
                        <a:gd name="connsiteX2" fmla="*/ 4336 w 5433"/>
                        <a:gd name="connsiteY2" fmla="*/ 155 h 4738"/>
                        <a:gd name="connsiteX3" fmla="*/ 4908 w 5433"/>
                        <a:gd name="connsiteY3" fmla="*/ 3203 h 4738"/>
                        <a:gd name="connsiteX4" fmla="*/ 1098 w 5433"/>
                        <a:gd name="connsiteY4" fmla="*/ 4631 h 47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33" h="4738">
                          <a:moveTo>
                            <a:pt x="1098" y="4631"/>
                          </a:moveTo>
                          <a:cubicBezTo>
                            <a:pt x="-141" y="4155"/>
                            <a:pt x="-331" y="2822"/>
                            <a:pt x="526" y="1583"/>
                          </a:cubicBezTo>
                          <a:cubicBezTo>
                            <a:pt x="1383" y="345"/>
                            <a:pt x="3098" y="-322"/>
                            <a:pt x="4336" y="155"/>
                          </a:cubicBezTo>
                          <a:cubicBezTo>
                            <a:pt x="5574" y="631"/>
                            <a:pt x="5765" y="1964"/>
                            <a:pt x="4908" y="3203"/>
                          </a:cubicBezTo>
                          <a:cubicBezTo>
                            <a:pt x="3955" y="4346"/>
                            <a:pt x="2241" y="5012"/>
                            <a:pt x="1098" y="46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62" name="Graphique 15">
                    <a:extLst>
                      <a:ext uri="{FF2B5EF4-FFF2-40B4-BE49-F238E27FC236}">
                        <a16:creationId xmlns:a16="http://schemas.microsoft.com/office/drawing/2014/main" id="{46BA7A97-EE2F-4720-8559-E099D3B70EBD}"/>
                      </a:ext>
                    </a:extLst>
                  </p:cNvPr>
                  <p:cNvGrpSpPr/>
                  <p:nvPr/>
                </p:nvGrpSpPr>
                <p:grpSpPr>
                  <a:xfrm>
                    <a:off x="9799540" y="4079438"/>
                    <a:ext cx="33155" cy="29946"/>
                    <a:chOff x="9799540" y="4079438"/>
                    <a:chExt cx="33155" cy="29946"/>
                  </a:xfrm>
                  <a:solidFill>
                    <a:schemeClr val="accent1"/>
                  </a:solidFill>
                </p:grpSpPr>
                <p:sp>
                  <p:nvSpPr>
                    <p:cNvPr id="1263" name="Forme libre : forme 1262">
                      <a:extLst>
                        <a:ext uri="{FF2B5EF4-FFF2-40B4-BE49-F238E27FC236}">
                          <a16:creationId xmlns:a16="http://schemas.microsoft.com/office/drawing/2014/main" id="{FA36B2D4-429E-4907-92BA-736196AA83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9540" y="4079438"/>
                      <a:ext cx="33155" cy="29946"/>
                    </a:xfrm>
                    <a:custGeom>
                      <a:avLst/>
                      <a:gdLst>
                        <a:gd name="connsiteX0" fmla="*/ 6561 w 33155"/>
                        <a:gd name="connsiteY0" fmla="*/ 28708 h 29946"/>
                        <a:gd name="connsiteX1" fmla="*/ 3513 w 33155"/>
                        <a:gd name="connsiteY1" fmla="*/ 8801 h 29946"/>
                        <a:gd name="connsiteX2" fmla="*/ 26944 w 33155"/>
                        <a:gd name="connsiteY2" fmla="*/ 1180 h 29946"/>
                        <a:gd name="connsiteX3" fmla="*/ 29802 w 33155"/>
                        <a:gd name="connsiteY3" fmla="*/ 20516 h 29946"/>
                        <a:gd name="connsiteX4" fmla="*/ 6561 w 33155"/>
                        <a:gd name="connsiteY4" fmla="*/ 28708 h 29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155" h="29946">
                          <a:moveTo>
                            <a:pt x="6561" y="28708"/>
                          </a:moveTo>
                          <a:cubicBezTo>
                            <a:pt x="-773" y="25279"/>
                            <a:pt x="-2202" y="16230"/>
                            <a:pt x="3513" y="8801"/>
                          </a:cubicBezTo>
                          <a:cubicBezTo>
                            <a:pt x="9228" y="1371"/>
                            <a:pt x="19800" y="-1963"/>
                            <a:pt x="26944" y="1180"/>
                          </a:cubicBezTo>
                          <a:cubicBezTo>
                            <a:pt x="34183" y="4229"/>
                            <a:pt x="35040" y="12991"/>
                            <a:pt x="29802" y="20516"/>
                          </a:cubicBezTo>
                          <a:cubicBezTo>
                            <a:pt x="24468" y="28136"/>
                            <a:pt x="13990" y="32137"/>
                            <a:pt x="6561" y="2870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4" name="Forme libre : forme 1263">
                      <a:extLst>
                        <a:ext uri="{FF2B5EF4-FFF2-40B4-BE49-F238E27FC236}">
                          <a16:creationId xmlns:a16="http://schemas.microsoft.com/office/drawing/2014/main" id="{B668059B-E297-467A-A863-3FAD1A3803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9569" y="4079438"/>
                      <a:ext cx="31963" cy="29873"/>
                    </a:xfrm>
                    <a:custGeom>
                      <a:avLst/>
                      <a:gdLst>
                        <a:gd name="connsiteX0" fmla="*/ 16343 w 31963"/>
                        <a:gd name="connsiteY0" fmla="*/ 14801 h 29873"/>
                        <a:gd name="connsiteX1" fmla="*/ 31964 w 31963"/>
                        <a:gd name="connsiteY1" fmla="*/ 5848 h 29873"/>
                        <a:gd name="connsiteX2" fmla="*/ 26915 w 31963"/>
                        <a:gd name="connsiteY2" fmla="*/ 1180 h 29873"/>
                        <a:gd name="connsiteX3" fmla="*/ 3484 w 31963"/>
                        <a:gd name="connsiteY3" fmla="*/ 8801 h 29873"/>
                        <a:gd name="connsiteX4" fmla="*/ 6532 w 31963"/>
                        <a:gd name="connsiteY4" fmla="*/ 28708 h 29873"/>
                        <a:gd name="connsiteX5" fmla="*/ 14247 w 31963"/>
                        <a:gd name="connsiteY5" fmla="*/ 29755 h 29873"/>
                        <a:gd name="connsiteX6" fmla="*/ 16343 w 31963"/>
                        <a:gd name="connsiteY6" fmla="*/ 14801 h 298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963" h="29873">
                          <a:moveTo>
                            <a:pt x="16343" y="14801"/>
                          </a:moveTo>
                          <a:cubicBezTo>
                            <a:pt x="20153" y="9658"/>
                            <a:pt x="26249" y="6419"/>
                            <a:pt x="31964" y="5848"/>
                          </a:cubicBezTo>
                          <a:cubicBezTo>
                            <a:pt x="30916" y="3847"/>
                            <a:pt x="29297" y="2228"/>
                            <a:pt x="26915" y="1180"/>
                          </a:cubicBezTo>
                          <a:cubicBezTo>
                            <a:pt x="19772" y="-1963"/>
                            <a:pt x="9199" y="1371"/>
                            <a:pt x="3484" y="8801"/>
                          </a:cubicBezTo>
                          <a:cubicBezTo>
                            <a:pt x="-2231" y="16230"/>
                            <a:pt x="-707" y="25374"/>
                            <a:pt x="6532" y="28708"/>
                          </a:cubicBezTo>
                          <a:cubicBezTo>
                            <a:pt x="8818" y="29851"/>
                            <a:pt x="11485" y="30041"/>
                            <a:pt x="14247" y="29755"/>
                          </a:cubicBezTo>
                          <a:cubicBezTo>
                            <a:pt x="11866" y="25660"/>
                            <a:pt x="12533" y="19849"/>
                            <a:pt x="16343" y="1480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5" name="Forme libre : forme 1264">
                      <a:extLst>
                        <a:ext uri="{FF2B5EF4-FFF2-40B4-BE49-F238E27FC236}">
                          <a16:creationId xmlns:a16="http://schemas.microsoft.com/office/drawing/2014/main" id="{0B1A3A85-F903-4869-813D-3EC8C11836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6552" y="4094325"/>
                      <a:ext cx="15768" cy="12592"/>
                    </a:xfrm>
                    <a:custGeom>
                      <a:avLst/>
                      <a:gdLst>
                        <a:gd name="connsiteX0" fmla="*/ 6597 w 15768"/>
                        <a:gd name="connsiteY0" fmla="*/ 12583 h 12592"/>
                        <a:gd name="connsiteX1" fmla="*/ 120 w 15768"/>
                        <a:gd name="connsiteY1" fmla="*/ 6582 h 12592"/>
                        <a:gd name="connsiteX2" fmla="*/ 9264 w 15768"/>
                        <a:gd name="connsiteY2" fmla="*/ 10 h 12592"/>
                        <a:gd name="connsiteX3" fmla="*/ 15646 w 15768"/>
                        <a:gd name="connsiteY3" fmla="*/ 5820 h 12592"/>
                        <a:gd name="connsiteX4" fmla="*/ 6597 w 15768"/>
                        <a:gd name="connsiteY4" fmla="*/ 12583 h 12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68" h="12592">
                          <a:moveTo>
                            <a:pt x="6597" y="12583"/>
                          </a:moveTo>
                          <a:cubicBezTo>
                            <a:pt x="2311" y="12773"/>
                            <a:pt x="-642" y="10106"/>
                            <a:pt x="120" y="6582"/>
                          </a:cubicBezTo>
                          <a:cubicBezTo>
                            <a:pt x="882" y="3058"/>
                            <a:pt x="4978" y="200"/>
                            <a:pt x="9264" y="10"/>
                          </a:cubicBezTo>
                          <a:cubicBezTo>
                            <a:pt x="13550" y="-180"/>
                            <a:pt x="16408" y="2391"/>
                            <a:pt x="15646" y="5820"/>
                          </a:cubicBezTo>
                          <a:cubicBezTo>
                            <a:pt x="14979" y="9249"/>
                            <a:pt x="10978" y="12297"/>
                            <a:pt x="6597" y="1258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66" name="Forme libre : forme 1265">
                      <a:extLst>
                        <a:ext uri="{FF2B5EF4-FFF2-40B4-BE49-F238E27FC236}">
                          <a16:creationId xmlns:a16="http://schemas.microsoft.com/office/drawing/2014/main" id="{912520C4-9D1E-4E3D-A789-41337F4C60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8386" y="4095501"/>
                      <a:ext cx="5432" cy="4959"/>
                    </a:xfrm>
                    <a:custGeom>
                      <a:avLst/>
                      <a:gdLst>
                        <a:gd name="connsiteX0" fmla="*/ 1050 w 5432"/>
                        <a:gd name="connsiteY0" fmla="*/ 4739 h 4959"/>
                        <a:gd name="connsiteX1" fmla="*/ 573 w 5432"/>
                        <a:gd name="connsiteY1" fmla="*/ 1501 h 4959"/>
                        <a:gd name="connsiteX2" fmla="*/ 4383 w 5432"/>
                        <a:gd name="connsiteY2" fmla="*/ 167 h 4959"/>
                        <a:gd name="connsiteX3" fmla="*/ 4860 w 5432"/>
                        <a:gd name="connsiteY3" fmla="*/ 3406 h 4959"/>
                        <a:gd name="connsiteX4" fmla="*/ 1050 w 5432"/>
                        <a:gd name="connsiteY4" fmla="*/ 4739 h 4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32" h="4959">
                          <a:moveTo>
                            <a:pt x="1050" y="4739"/>
                          </a:moveTo>
                          <a:cubicBezTo>
                            <a:pt x="-93" y="4168"/>
                            <a:pt x="-379" y="2739"/>
                            <a:pt x="573" y="1501"/>
                          </a:cubicBezTo>
                          <a:cubicBezTo>
                            <a:pt x="1526" y="262"/>
                            <a:pt x="3240" y="-309"/>
                            <a:pt x="4383" y="167"/>
                          </a:cubicBezTo>
                          <a:cubicBezTo>
                            <a:pt x="5526" y="739"/>
                            <a:pt x="5812" y="2167"/>
                            <a:pt x="4860" y="3406"/>
                          </a:cubicBezTo>
                          <a:cubicBezTo>
                            <a:pt x="3907" y="4739"/>
                            <a:pt x="2193" y="5311"/>
                            <a:pt x="1050" y="47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67" name="Graphique 15">
                  <a:extLst>
                    <a:ext uri="{FF2B5EF4-FFF2-40B4-BE49-F238E27FC236}">
                      <a16:creationId xmlns:a16="http://schemas.microsoft.com/office/drawing/2014/main" id="{0CF7CBF8-1EC6-41AA-A4F1-B5E7059CCED9}"/>
                    </a:ext>
                  </a:extLst>
                </p:cNvPr>
                <p:cNvGrpSpPr/>
                <p:nvPr/>
              </p:nvGrpSpPr>
              <p:grpSpPr>
                <a:xfrm>
                  <a:off x="9699495" y="4034568"/>
                  <a:ext cx="84805" cy="62364"/>
                  <a:chOff x="9699495" y="4034568"/>
                  <a:chExt cx="84805" cy="62364"/>
                </a:xfrm>
                <a:solidFill>
                  <a:schemeClr val="accent1"/>
                </a:solidFill>
              </p:grpSpPr>
              <p:grpSp>
                <p:nvGrpSpPr>
                  <p:cNvPr id="1268" name="Graphique 15">
                    <a:extLst>
                      <a:ext uri="{FF2B5EF4-FFF2-40B4-BE49-F238E27FC236}">
                        <a16:creationId xmlns:a16="http://schemas.microsoft.com/office/drawing/2014/main" id="{EBA98ABC-3EE1-4D22-97EA-4D9F5A5238F9}"/>
                      </a:ext>
                    </a:extLst>
                  </p:cNvPr>
                  <p:cNvGrpSpPr/>
                  <p:nvPr/>
                </p:nvGrpSpPr>
                <p:grpSpPr>
                  <a:xfrm>
                    <a:off x="9750343" y="4066472"/>
                    <a:ext cx="33957" cy="30460"/>
                    <a:chOff x="9750343" y="4066472"/>
                    <a:chExt cx="33957" cy="30460"/>
                  </a:xfrm>
                  <a:solidFill>
                    <a:schemeClr val="accent1"/>
                  </a:solidFill>
                </p:grpSpPr>
                <p:sp>
                  <p:nvSpPr>
                    <p:cNvPr id="1269" name="Forme libre : forme 1268">
                      <a:extLst>
                        <a:ext uri="{FF2B5EF4-FFF2-40B4-BE49-F238E27FC236}">
                          <a16:creationId xmlns:a16="http://schemas.microsoft.com/office/drawing/2014/main" id="{157D8BDD-069B-4322-AD73-8A62459F18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0343" y="4066472"/>
                      <a:ext cx="33957" cy="30460"/>
                    </a:xfrm>
                    <a:custGeom>
                      <a:avLst/>
                      <a:gdLst>
                        <a:gd name="connsiteX0" fmla="*/ 799 w 33957"/>
                        <a:gd name="connsiteY0" fmla="*/ 22148 h 30460"/>
                        <a:gd name="connsiteX1" fmla="*/ 12133 w 33957"/>
                        <a:gd name="connsiteY1" fmla="*/ 1669 h 30460"/>
                        <a:gd name="connsiteX2" fmla="*/ 33279 w 33957"/>
                        <a:gd name="connsiteY2" fmla="*/ 7860 h 30460"/>
                        <a:gd name="connsiteX3" fmla="*/ 22039 w 33957"/>
                        <a:gd name="connsiteY3" fmla="*/ 28530 h 30460"/>
                        <a:gd name="connsiteX4" fmla="*/ 799 w 33957"/>
                        <a:gd name="connsiteY4" fmla="*/ 22148 h 304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957" h="30460">
                          <a:moveTo>
                            <a:pt x="799" y="22148"/>
                          </a:moveTo>
                          <a:cubicBezTo>
                            <a:pt x="-2059" y="14528"/>
                            <a:pt x="2989" y="5384"/>
                            <a:pt x="12133" y="1669"/>
                          </a:cubicBezTo>
                          <a:cubicBezTo>
                            <a:pt x="21277" y="-2045"/>
                            <a:pt x="30707" y="622"/>
                            <a:pt x="33279" y="7860"/>
                          </a:cubicBezTo>
                          <a:cubicBezTo>
                            <a:pt x="35851" y="15100"/>
                            <a:pt x="30898" y="24434"/>
                            <a:pt x="22039" y="28530"/>
                          </a:cubicBezTo>
                          <a:cubicBezTo>
                            <a:pt x="13181" y="32721"/>
                            <a:pt x="3656" y="29863"/>
                            <a:pt x="799" y="2214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0" name="Forme libre : forme 1269">
                      <a:extLst>
                        <a:ext uri="{FF2B5EF4-FFF2-40B4-BE49-F238E27FC236}">
                          <a16:creationId xmlns:a16="http://schemas.microsoft.com/office/drawing/2014/main" id="{8AA4DBE6-6E94-4911-A8FB-74F2C8E052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0343" y="4066472"/>
                      <a:ext cx="33948" cy="27863"/>
                    </a:xfrm>
                    <a:custGeom>
                      <a:avLst/>
                      <a:gdLst>
                        <a:gd name="connsiteX0" fmla="*/ 16801 w 33948"/>
                        <a:gd name="connsiteY0" fmla="*/ 14814 h 27863"/>
                        <a:gd name="connsiteX1" fmla="*/ 33469 w 33948"/>
                        <a:gd name="connsiteY1" fmla="*/ 15385 h 27863"/>
                        <a:gd name="connsiteX2" fmla="*/ 33279 w 33948"/>
                        <a:gd name="connsiteY2" fmla="*/ 7860 h 27863"/>
                        <a:gd name="connsiteX3" fmla="*/ 12133 w 33948"/>
                        <a:gd name="connsiteY3" fmla="*/ 1669 h 27863"/>
                        <a:gd name="connsiteX4" fmla="*/ 799 w 33948"/>
                        <a:gd name="connsiteY4" fmla="*/ 22148 h 27863"/>
                        <a:gd name="connsiteX5" fmla="*/ 5371 w 33948"/>
                        <a:gd name="connsiteY5" fmla="*/ 27863 h 27863"/>
                        <a:gd name="connsiteX6" fmla="*/ 16801 w 33948"/>
                        <a:gd name="connsiteY6" fmla="*/ 14814 h 27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948" h="27863">
                          <a:moveTo>
                            <a:pt x="16801" y="14814"/>
                          </a:moveTo>
                          <a:cubicBezTo>
                            <a:pt x="22897" y="12147"/>
                            <a:pt x="29183" y="12623"/>
                            <a:pt x="33469" y="15385"/>
                          </a:cubicBezTo>
                          <a:cubicBezTo>
                            <a:pt x="34136" y="12814"/>
                            <a:pt x="34136" y="10242"/>
                            <a:pt x="33279" y="7860"/>
                          </a:cubicBezTo>
                          <a:cubicBezTo>
                            <a:pt x="30707" y="622"/>
                            <a:pt x="21182" y="-2045"/>
                            <a:pt x="12133" y="1669"/>
                          </a:cubicBezTo>
                          <a:cubicBezTo>
                            <a:pt x="2989" y="5384"/>
                            <a:pt x="-2059" y="14528"/>
                            <a:pt x="799" y="22148"/>
                          </a:cubicBezTo>
                          <a:cubicBezTo>
                            <a:pt x="1751" y="24529"/>
                            <a:pt x="3370" y="26434"/>
                            <a:pt x="5371" y="27863"/>
                          </a:cubicBezTo>
                          <a:cubicBezTo>
                            <a:pt x="6609" y="22529"/>
                            <a:pt x="10800" y="17481"/>
                            <a:pt x="16801" y="1481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1" name="Forme libre : forme 1270">
                      <a:extLst>
                        <a:ext uri="{FF2B5EF4-FFF2-40B4-BE49-F238E27FC236}">
                          <a16:creationId xmlns:a16="http://schemas.microsoft.com/office/drawing/2014/main" id="{A29EDD35-8B3D-481F-999D-4A9E8DE53F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4361" y="4079873"/>
                      <a:ext cx="15206" cy="13453"/>
                    </a:xfrm>
                    <a:custGeom>
                      <a:avLst/>
                      <a:gdLst>
                        <a:gd name="connsiteX0" fmla="*/ 2495 w 15206"/>
                        <a:gd name="connsiteY0" fmla="*/ 11890 h 13453"/>
                        <a:gd name="connsiteX1" fmla="*/ 2019 w 15206"/>
                        <a:gd name="connsiteY1" fmla="*/ 2365 h 13453"/>
                        <a:gd name="connsiteX2" fmla="*/ 12782 w 15206"/>
                        <a:gd name="connsiteY2" fmla="*/ 1603 h 13453"/>
                        <a:gd name="connsiteX3" fmla="*/ 13258 w 15206"/>
                        <a:gd name="connsiteY3" fmla="*/ 11033 h 13453"/>
                        <a:gd name="connsiteX4" fmla="*/ 2495 w 15206"/>
                        <a:gd name="connsiteY4" fmla="*/ 11890 h 13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06" h="13453">
                          <a:moveTo>
                            <a:pt x="2495" y="11890"/>
                          </a:moveTo>
                          <a:cubicBezTo>
                            <a:pt x="-648" y="9509"/>
                            <a:pt x="-838" y="5127"/>
                            <a:pt x="2019" y="2365"/>
                          </a:cubicBezTo>
                          <a:cubicBezTo>
                            <a:pt x="4876" y="-492"/>
                            <a:pt x="9734" y="-778"/>
                            <a:pt x="12782" y="1603"/>
                          </a:cubicBezTo>
                          <a:cubicBezTo>
                            <a:pt x="15830" y="3984"/>
                            <a:pt x="16021" y="8175"/>
                            <a:pt x="13258" y="11033"/>
                          </a:cubicBezTo>
                          <a:cubicBezTo>
                            <a:pt x="10401" y="13890"/>
                            <a:pt x="5639" y="14272"/>
                            <a:pt x="2495" y="1189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2" name="Forme libre : forme 1271">
                      <a:extLst>
                        <a:ext uri="{FF2B5EF4-FFF2-40B4-BE49-F238E27FC236}">
                          <a16:creationId xmlns:a16="http://schemas.microsoft.com/office/drawing/2014/main" id="{BD7E88CD-8988-45A9-88A1-F23EBC5A1A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65392" y="4085556"/>
                      <a:ext cx="5598" cy="5020"/>
                    </a:xfrm>
                    <a:custGeom>
                      <a:avLst/>
                      <a:gdLst>
                        <a:gd name="connsiteX0" fmla="*/ 132 w 5598"/>
                        <a:gd name="connsiteY0" fmla="*/ 3731 h 5020"/>
                        <a:gd name="connsiteX1" fmla="*/ 1942 w 5598"/>
                        <a:gd name="connsiteY1" fmla="*/ 302 h 5020"/>
                        <a:gd name="connsiteX2" fmla="*/ 5466 w 5598"/>
                        <a:gd name="connsiteY2" fmla="*/ 1350 h 5020"/>
                        <a:gd name="connsiteX3" fmla="*/ 3656 w 5598"/>
                        <a:gd name="connsiteY3" fmla="*/ 4779 h 5020"/>
                        <a:gd name="connsiteX4" fmla="*/ 132 w 5598"/>
                        <a:gd name="connsiteY4" fmla="*/ 3731 h 5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98" h="5020">
                          <a:moveTo>
                            <a:pt x="132" y="3731"/>
                          </a:moveTo>
                          <a:cubicBezTo>
                            <a:pt x="-344" y="2493"/>
                            <a:pt x="513" y="969"/>
                            <a:pt x="1942" y="302"/>
                          </a:cubicBezTo>
                          <a:cubicBezTo>
                            <a:pt x="3371" y="-365"/>
                            <a:pt x="4990" y="111"/>
                            <a:pt x="5466" y="1350"/>
                          </a:cubicBezTo>
                          <a:cubicBezTo>
                            <a:pt x="5943" y="2588"/>
                            <a:pt x="5085" y="4112"/>
                            <a:pt x="3656" y="4779"/>
                          </a:cubicBezTo>
                          <a:cubicBezTo>
                            <a:pt x="2132" y="5350"/>
                            <a:pt x="609" y="4874"/>
                            <a:pt x="132" y="37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73" name="Graphique 15">
                    <a:extLst>
                      <a:ext uri="{FF2B5EF4-FFF2-40B4-BE49-F238E27FC236}">
                        <a16:creationId xmlns:a16="http://schemas.microsoft.com/office/drawing/2014/main" id="{5F51DA32-26E9-4ED5-8362-25B9C7945986}"/>
                      </a:ext>
                    </a:extLst>
                  </p:cNvPr>
                  <p:cNvGrpSpPr/>
                  <p:nvPr/>
                </p:nvGrpSpPr>
                <p:grpSpPr>
                  <a:xfrm>
                    <a:off x="9728412" y="4047019"/>
                    <a:ext cx="34281" cy="30550"/>
                    <a:chOff x="9728412" y="4047019"/>
                    <a:chExt cx="34281" cy="30550"/>
                  </a:xfrm>
                  <a:solidFill>
                    <a:schemeClr val="accent1"/>
                  </a:solidFill>
                </p:grpSpPr>
                <p:sp>
                  <p:nvSpPr>
                    <p:cNvPr id="1274" name="Forme libre : forme 1273">
                      <a:extLst>
                        <a:ext uri="{FF2B5EF4-FFF2-40B4-BE49-F238E27FC236}">
                          <a16:creationId xmlns:a16="http://schemas.microsoft.com/office/drawing/2014/main" id="{F7349528-9C98-4587-8746-EB8DE02076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8412" y="4047019"/>
                      <a:ext cx="34281" cy="30550"/>
                    </a:xfrm>
                    <a:custGeom>
                      <a:avLst/>
                      <a:gdLst>
                        <a:gd name="connsiteX0" fmla="*/ 632 w 34281"/>
                        <a:gd name="connsiteY0" fmla="*/ 21503 h 30550"/>
                        <a:gd name="connsiteX1" fmla="*/ 12824 w 34281"/>
                        <a:gd name="connsiteY1" fmla="*/ 1310 h 30550"/>
                        <a:gd name="connsiteX2" fmla="*/ 33778 w 34281"/>
                        <a:gd name="connsiteY2" fmla="*/ 8644 h 30550"/>
                        <a:gd name="connsiteX3" fmla="*/ 21777 w 34281"/>
                        <a:gd name="connsiteY3" fmla="*/ 28933 h 30550"/>
                        <a:gd name="connsiteX4" fmla="*/ 632 w 34281"/>
                        <a:gd name="connsiteY4" fmla="*/ 21503 h 305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81" h="30550">
                          <a:moveTo>
                            <a:pt x="632" y="21503"/>
                          </a:moveTo>
                          <a:cubicBezTo>
                            <a:pt x="-1940" y="13597"/>
                            <a:pt x="3584" y="4644"/>
                            <a:pt x="12824" y="1310"/>
                          </a:cubicBezTo>
                          <a:cubicBezTo>
                            <a:pt x="22063" y="-2024"/>
                            <a:pt x="31397" y="1215"/>
                            <a:pt x="33778" y="8644"/>
                          </a:cubicBezTo>
                          <a:cubicBezTo>
                            <a:pt x="35969" y="16169"/>
                            <a:pt x="30826" y="25218"/>
                            <a:pt x="21777" y="28933"/>
                          </a:cubicBezTo>
                          <a:cubicBezTo>
                            <a:pt x="12538" y="32838"/>
                            <a:pt x="3203" y="29409"/>
                            <a:pt x="632" y="2150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5" name="Forme libre : forme 1274">
                      <a:extLst>
                        <a:ext uri="{FF2B5EF4-FFF2-40B4-BE49-F238E27FC236}">
                          <a16:creationId xmlns:a16="http://schemas.microsoft.com/office/drawing/2014/main" id="{67BB41F5-8937-4BE8-9FD7-660EC2B66D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8412" y="4047114"/>
                      <a:ext cx="34263" cy="27503"/>
                    </a:xfrm>
                    <a:custGeom>
                      <a:avLst/>
                      <a:gdLst>
                        <a:gd name="connsiteX0" fmla="*/ 17015 w 34263"/>
                        <a:gd name="connsiteY0" fmla="*/ 14836 h 27503"/>
                        <a:gd name="connsiteX1" fmla="*/ 33588 w 34263"/>
                        <a:gd name="connsiteY1" fmla="*/ 16264 h 27503"/>
                        <a:gd name="connsiteX2" fmla="*/ 33778 w 34263"/>
                        <a:gd name="connsiteY2" fmla="*/ 8644 h 27503"/>
                        <a:gd name="connsiteX3" fmla="*/ 12824 w 34263"/>
                        <a:gd name="connsiteY3" fmla="*/ 1310 h 27503"/>
                        <a:gd name="connsiteX4" fmla="*/ 632 w 34263"/>
                        <a:gd name="connsiteY4" fmla="*/ 21503 h 27503"/>
                        <a:gd name="connsiteX5" fmla="*/ 4918 w 34263"/>
                        <a:gd name="connsiteY5" fmla="*/ 27504 h 27503"/>
                        <a:gd name="connsiteX6" fmla="*/ 17015 w 34263"/>
                        <a:gd name="connsiteY6" fmla="*/ 14836 h 27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263" h="27503">
                          <a:moveTo>
                            <a:pt x="17015" y="14836"/>
                          </a:moveTo>
                          <a:cubicBezTo>
                            <a:pt x="23206" y="12454"/>
                            <a:pt x="29492" y="13216"/>
                            <a:pt x="33588" y="16264"/>
                          </a:cubicBezTo>
                          <a:cubicBezTo>
                            <a:pt x="34350" y="13693"/>
                            <a:pt x="34541" y="11121"/>
                            <a:pt x="33778" y="8644"/>
                          </a:cubicBezTo>
                          <a:cubicBezTo>
                            <a:pt x="31492" y="1215"/>
                            <a:pt x="22158" y="-2024"/>
                            <a:pt x="12824" y="1310"/>
                          </a:cubicBezTo>
                          <a:cubicBezTo>
                            <a:pt x="3584" y="4644"/>
                            <a:pt x="-1940" y="13597"/>
                            <a:pt x="632" y="21503"/>
                          </a:cubicBezTo>
                          <a:cubicBezTo>
                            <a:pt x="1393" y="23979"/>
                            <a:pt x="3013" y="25980"/>
                            <a:pt x="4918" y="27504"/>
                          </a:cubicBezTo>
                          <a:cubicBezTo>
                            <a:pt x="6442" y="22075"/>
                            <a:pt x="10918" y="17217"/>
                            <a:pt x="17015" y="1483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6" name="Forme libre : forme 1275">
                      <a:extLst>
                        <a:ext uri="{FF2B5EF4-FFF2-40B4-BE49-F238E27FC236}">
                          <a16:creationId xmlns:a16="http://schemas.microsoft.com/office/drawing/2014/main" id="{E0A2271B-F1CA-4D36-92B4-2E4102AC04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2365" y="4060124"/>
                      <a:ext cx="15192" cy="13713"/>
                    </a:xfrm>
                    <a:custGeom>
                      <a:avLst/>
                      <a:gdLst>
                        <a:gd name="connsiteX0" fmla="*/ 2298 w 15192"/>
                        <a:gd name="connsiteY0" fmla="*/ 11827 h 13713"/>
                        <a:gd name="connsiteX1" fmla="*/ 2203 w 15192"/>
                        <a:gd name="connsiteY1" fmla="*/ 2111 h 13713"/>
                        <a:gd name="connsiteX2" fmla="*/ 12966 w 15192"/>
                        <a:gd name="connsiteY2" fmla="*/ 1826 h 13713"/>
                        <a:gd name="connsiteX3" fmla="*/ 13061 w 15192"/>
                        <a:gd name="connsiteY3" fmla="*/ 11446 h 13713"/>
                        <a:gd name="connsiteX4" fmla="*/ 2298 w 15192"/>
                        <a:gd name="connsiteY4" fmla="*/ 11827 h 13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92" h="13713">
                          <a:moveTo>
                            <a:pt x="2298" y="11827"/>
                          </a:moveTo>
                          <a:cubicBezTo>
                            <a:pt x="-750" y="9255"/>
                            <a:pt x="-750" y="4874"/>
                            <a:pt x="2203" y="2111"/>
                          </a:cubicBezTo>
                          <a:cubicBezTo>
                            <a:pt x="5155" y="-556"/>
                            <a:pt x="10013" y="-746"/>
                            <a:pt x="12966" y="1826"/>
                          </a:cubicBezTo>
                          <a:cubicBezTo>
                            <a:pt x="15919" y="4397"/>
                            <a:pt x="15919" y="8684"/>
                            <a:pt x="13061" y="11446"/>
                          </a:cubicBezTo>
                          <a:cubicBezTo>
                            <a:pt x="10109" y="14303"/>
                            <a:pt x="5346" y="14494"/>
                            <a:pt x="2298" y="1182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77" name="Forme libre : forme 1276">
                      <a:extLst>
                        <a:ext uri="{FF2B5EF4-FFF2-40B4-BE49-F238E27FC236}">
                          <a16:creationId xmlns:a16="http://schemas.microsoft.com/office/drawing/2014/main" id="{E9CF3353-A67F-4273-BFFE-62F3F0CE03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3336" y="4066284"/>
                      <a:ext cx="5609" cy="5032"/>
                    </a:xfrm>
                    <a:custGeom>
                      <a:avLst/>
                      <a:gdLst>
                        <a:gd name="connsiteX0" fmla="*/ 90 w 5609"/>
                        <a:gd name="connsiteY0" fmla="*/ 3571 h 5032"/>
                        <a:gd name="connsiteX1" fmla="*/ 2091 w 5609"/>
                        <a:gd name="connsiteY1" fmla="*/ 238 h 5032"/>
                        <a:gd name="connsiteX2" fmla="*/ 5519 w 5609"/>
                        <a:gd name="connsiteY2" fmla="*/ 1476 h 5032"/>
                        <a:gd name="connsiteX3" fmla="*/ 3519 w 5609"/>
                        <a:gd name="connsiteY3" fmla="*/ 4810 h 5032"/>
                        <a:gd name="connsiteX4" fmla="*/ 90 w 5609"/>
                        <a:gd name="connsiteY4" fmla="*/ 3571 h 50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09" h="5032">
                          <a:moveTo>
                            <a:pt x="90" y="3571"/>
                          </a:moveTo>
                          <a:cubicBezTo>
                            <a:pt x="-291" y="2333"/>
                            <a:pt x="566" y="809"/>
                            <a:pt x="2091" y="238"/>
                          </a:cubicBezTo>
                          <a:cubicBezTo>
                            <a:pt x="3615" y="-334"/>
                            <a:pt x="5138" y="143"/>
                            <a:pt x="5519" y="1476"/>
                          </a:cubicBezTo>
                          <a:cubicBezTo>
                            <a:pt x="5900" y="2714"/>
                            <a:pt x="5043" y="4238"/>
                            <a:pt x="3519" y="4810"/>
                          </a:cubicBezTo>
                          <a:cubicBezTo>
                            <a:pt x="1995" y="5381"/>
                            <a:pt x="566" y="4810"/>
                            <a:pt x="90" y="357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78" name="Graphique 15">
                    <a:extLst>
                      <a:ext uri="{FF2B5EF4-FFF2-40B4-BE49-F238E27FC236}">
                        <a16:creationId xmlns:a16="http://schemas.microsoft.com/office/drawing/2014/main" id="{6ECB90AD-B194-434C-87C1-A8CCF6B23334}"/>
                      </a:ext>
                    </a:extLst>
                  </p:cNvPr>
                  <p:cNvGrpSpPr/>
                  <p:nvPr/>
                </p:nvGrpSpPr>
                <p:grpSpPr>
                  <a:xfrm>
                    <a:off x="9699495" y="4034568"/>
                    <a:ext cx="34553" cy="30995"/>
                    <a:chOff x="9699495" y="4034568"/>
                    <a:chExt cx="34553" cy="30995"/>
                  </a:xfrm>
                  <a:solidFill>
                    <a:schemeClr val="accent1"/>
                  </a:solidFill>
                </p:grpSpPr>
                <p:sp>
                  <p:nvSpPr>
                    <p:cNvPr id="1279" name="Forme libre : forme 1278">
                      <a:extLst>
                        <a:ext uri="{FF2B5EF4-FFF2-40B4-BE49-F238E27FC236}">
                          <a16:creationId xmlns:a16="http://schemas.microsoft.com/office/drawing/2014/main" id="{F5475443-645D-4B51-B71E-2389E3745E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9495" y="4034568"/>
                      <a:ext cx="34553" cy="30995"/>
                    </a:xfrm>
                    <a:custGeom>
                      <a:avLst/>
                      <a:gdLst>
                        <a:gd name="connsiteX0" fmla="*/ 497 w 34553"/>
                        <a:gd name="connsiteY0" fmla="*/ 21191 h 30995"/>
                        <a:gd name="connsiteX1" fmla="*/ 13452 w 34553"/>
                        <a:gd name="connsiteY1" fmla="*/ 998 h 30995"/>
                        <a:gd name="connsiteX2" fmla="*/ 34026 w 34553"/>
                        <a:gd name="connsiteY2" fmla="*/ 9665 h 30995"/>
                        <a:gd name="connsiteX3" fmla="*/ 21738 w 34553"/>
                        <a:gd name="connsiteY3" fmla="*/ 29763 h 30995"/>
                        <a:gd name="connsiteX4" fmla="*/ 497 w 34553"/>
                        <a:gd name="connsiteY4" fmla="*/ 21191 h 30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53" h="30995">
                          <a:moveTo>
                            <a:pt x="497" y="21191"/>
                          </a:moveTo>
                          <a:cubicBezTo>
                            <a:pt x="-1788" y="12999"/>
                            <a:pt x="4022" y="3951"/>
                            <a:pt x="13452" y="998"/>
                          </a:cubicBezTo>
                          <a:cubicBezTo>
                            <a:pt x="22786" y="-1955"/>
                            <a:pt x="32025" y="1855"/>
                            <a:pt x="34026" y="9665"/>
                          </a:cubicBezTo>
                          <a:cubicBezTo>
                            <a:pt x="36312" y="17286"/>
                            <a:pt x="30978" y="26334"/>
                            <a:pt x="21738" y="29763"/>
                          </a:cubicBezTo>
                          <a:cubicBezTo>
                            <a:pt x="12594" y="33097"/>
                            <a:pt x="2593" y="29478"/>
                            <a:pt x="497" y="2119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0" name="Forme libre : forme 1279">
                      <a:extLst>
                        <a:ext uri="{FF2B5EF4-FFF2-40B4-BE49-F238E27FC236}">
                          <a16:creationId xmlns:a16="http://schemas.microsoft.com/office/drawing/2014/main" id="{1A6C2155-A6A8-421A-AD69-588EA9D29E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9530" y="4034568"/>
                      <a:ext cx="34516" cy="27572"/>
                    </a:xfrm>
                    <a:custGeom>
                      <a:avLst/>
                      <a:gdLst>
                        <a:gd name="connsiteX0" fmla="*/ 17036 w 34516"/>
                        <a:gd name="connsiteY0" fmla="*/ 15190 h 27572"/>
                        <a:gd name="connsiteX1" fmla="*/ 33895 w 34516"/>
                        <a:gd name="connsiteY1" fmla="*/ 17381 h 27572"/>
                        <a:gd name="connsiteX2" fmla="*/ 33990 w 34516"/>
                        <a:gd name="connsiteY2" fmla="*/ 9665 h 27572"/>
                        <a:gd name="connsiteX3" fmla="*/ 13416 w 34516"/>
                        <a:gd name="connsiteY3" fmla="*/ 998 h 27572"/>
                        <a:gd name="connsiteX4" fmla="*/ 462 w 34516"/>
                        <a:gd name="connsiteY4" fmla="*/ 21191 h 27572"/>
                        <a:gd name="connsiteX5" fmla="*/ 4653 w 34516"/>
                        <a:gd name="connsiteY5" fmla="*/ 27572 h 27572"/>
                        <a:gd name="connsiteX6" fmla="*/ 17036 w 34516"/>
                        <a:gd name="connsiteY6" fmla="*/ 15190 h 27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16" h="27572">
                          <a:moveTo>
                            <a:pt x="17036" y="15190"/>
                          </a:moveTo>
                          <a:cubicBezTo>
                            <a:pt x="23322" y="13095"/>
                            <a:pt x="29513" y="14142"/>
                            <a:pt x="33895" y="17381"/>
                          </a:cubicBezTo>
                          <a:cubicBezTo>
                            <a:pt x="34657" y="14809"/>
                            <a:pt x="34752" y="12237"/>
                            <a:pt x="33990" y="9665"/>
                          </a:cubicBezTo>
                          <a:cubicBezTo>
                            <a:pt x="31990" y="1855"/>
                            <a:pt x="22750" y="-1955"/>
                            <a:pt x="13416" y="998"/>
                          </a:cubicBezTo>
                          <a:cubicBezTo>
                            <a:pt x="4082" y="3951"/>
                            <a:pt x="-1729" y="12904"/>
                            <a:pt x="462" y="21191"/>
                          </a:cubicBezTo>
                          <a:cubicBezTo>
                            <a:pt x="1224" y="23762"/>
                            <a:pt x="2558" y="25953"/>
                            <a:pt x="4653" y="27572"/>
                          </a:cubicBezTo>
                          <a:cubicBezTo>
                            <a:pt x="6082" y="22143"/>
                            <a:pt x="10844" y="17286"/>
                            <a:pt x="17036" y="1519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1" name="Forme libre : forme 1280">
                      <a:extLst>
                        <a:ext uri="{FF2B5EF4-FFF2-40B4-BE49-F238E27FC236}">
                          <a16:creationId xmlns:a16="http://schemas.microsoft.com/office/drawing/2014/main" id="{408872CA-2D12-4173-8FB8-0A49B5C322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3265" y="4047575"/>
                      <a:ext cx="15253" cy="13981"/>
                    </a:xfrm>
                    <a:custGeom>
                      <a:avLst/>
                      <a:gdLst>
                        <a:gd name="connsiteX0" fmla="*/ 2156 w 15253"/>
                        <a:gd name="connsiteY0" fmla="*/ 11898 h 13981"/>
                        <a:gd name="connsiteX1" fmla="*/ 2347 w 15253"/>
                        <a:gd name="connsiteY1" fmla="*/ 1897 h 13981"/>
                        <a:gd name="connsiteX2" fmla="*/ 13110 w 15253"/>
                        <a:gd name="connsiteY2" fmla="*/ 2183 h 13981"/>
                        <a:gd name="connsiteX3" fmla="*/ 13110 w 15253"/>
                        <a:gd name="connsiteY3" fmla="*/ 11994 h 13981"/>
                        <a:gd name="connsiteX4" fmla="*/ 2156 w 15253"/>
                        <a:gd name="connsiteY4" fmla="*/ 11898 h 13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53" h="13981">
                          <a:moveTo>
                            <a:pt x="2156" y="11898"/>
                          </a:moveTo>
                          <a:cubicBezTo>
                            <a:pt x="-796" y="9041"/>
                            <a:pt x="-701" y="4564"/>
                            <a:pt x="2347" y="1897"/>
                          </a:cubicBezTo>
                          <a:cubicBezTo>
                            <a:pt x="5395" y="-770"/>
                            <a:pt x="10253" y="-580"/>
                            <a:pt x="13110" y="2183"/>
                          </a:cubicBezTo>
                          <a:cubicBezTo>
                            <a:pt x="15872" y="5040"/>
                            <a:pt x="16063" y="9231"/>
                            <a:pt x="13110" y="11994"/>
                          </a:cubicBezTo>
                          <a:cubicBezTo>
                            <a:pt x="10253" y="14661"/>
                            <a:pt x="5300" y="14661"/>
                            <a:pt x="2156" y="1189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2" name="Forme libre : forme 1281">
                      <a:extLst>
                        <a:ext uri="{FF2B5EF4-FFF2-40B4-BE49-F238E27FC236}">
                          <a16:creationId xmlns:a16="http://schemas.microsoft.com/office/drawing/2014/main" id="{04729F34-3CDE-40C8-AA30-6AC31DA4DE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14380" y="4054218"/>
                      <a:ext cx="5704" cy="5081"/>
                    </a:xfrm>
                    <a:custGeom>
                      <a:avLst/>
                      <a:gdLst>
                        <a:gd name="connsiteX0" fmla="*/ 90 w 5704"/>
                        <a:gd name="connsiteY0" fmla="*/ 3541 h 5081"/>
                        <a:gd name="connsiteX1" fmla="*/ 2090 w 5704"/>
                        <a:gd name="connsiteY1" fmla="*/ 207 h 5081"/>
                        <a:gd name="connsiteX2" fmla="*/ 5615 w 5704"/>
                        <a:gd name="connsiteY2" fmla="*/ 1541 h 5081"/>
                        <a:gd name="connsiteX3" fmla="*/ 3614 w 5704"/>
                        <a:gd name="connsiteY3" fmla="*/ 4874 h 5081"/>
                        <a:gd name="connsiteX4" fmla="*/ 90 w 5704"/>
                        <a:gd name="connsiteY4" fmla="*/ 3541 h 50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04" h="5081">
                          <a:moveTo>
                            <a:pt x="90" y="3541"/>
                          </a:moveTo>
                          <a:cubicBezTo>
                            <a:pt x="-291" y="2207"/>
                            <a:pt x="566" y="778"/>
                            <a:pt x="2090" y="207"/>
                          </a:cubicBezTo>
                          <a:cubicBezTo>
                            <a:pt x="3614" y="-365"/>
                            <a:pt x="5233" y="302"/>
                            <a:pt x="5615" y="1541"/>
                          </a:cubicBezTo>
                          <a:cubicBezTo>
                            <a:pt x="5996" y="2874"/>
                            <a:pt x="5138" y="4303"/>
                            <a:pt x="3614" y="4874"/>
                          </a:cubicBezTo>
                          <a:cubicBezTo>
                            <a:pt x="2090" y="5446"/>
                            <a:pt x="471" y="4779"/>
                            <a:pt x="90" y="35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83" name="Graphique 15">
                  <a:extLst>
                    <a:ext uri="{FF2B5EF4-FFF2-40B4-BE49-F238E27FC236}">
                      <a16:creationId xmlns:a16="http://schemas.microsoft.com/office/drawing/2014/main" id="{DB93392C-21C5-4CD6-B967-DCE0BB1C0755}"/>
                    </a:ext>
                  </a:extLst>
                </p:cNvPr>
                <p:cNvGrpSpPr/>
                <p:nvPr/>
              </p:nvGrpSpPr>
              <p:grpSpPr>
                <a:xfrm>
                  <a:off x="9587491" y="4076753"/>
                  <a:ext cx="100361" cy="54299"/>
                  <a:chOff x="9587491" y="4076753"/>
                  <a:chExt cx="100361" cy="54299"/>
                </a:xfrm>
                <a:solidFill>
                  <a:schemeClr val="accent1"/>
                </a:solidFill>
              </p:grpSpPr>
              <p:grpSp>
                <p:nvGrpSpPr>
                  <p:cNvPr id="1284" name="Graphique 15">
                    <a:extLst>
                      <a:ext uri="{FF2B5EF4-FFF2-40B4-BE49-F238E27FC236}">
                        <a16:creationId xmlns:a16="http://schemas.microsoft.com/office/drawing/2014/main" id="{CC366844-D966-40F0-BCC2-8F45DBF558AA}"/>
                      </a:ext>
                    </a:extLst>
                  </p:cNvPr>
                  <p:cNvGrpSpPr/>
                  <p:nvPr/>
                </p:nvGrpSpPr>
                <p:grpSpPr>
                  <a:xfrm>
                    <a:off x="9652899" y="4097470"/>
                    <a:ext cx="34953" cy="33582"/>
                    <a:chOff x="9652899" y="4097470"/>
                    <a:chExt cx="34953" cy="33582"/>
                  </a:xfrm>
                  <a:solidFill>
                    <a:schemeClr val="accent1"/>
                  </a:solidFill>
                </p:grpSpPr>
                <p:sp>
                  <p:nvSpPr>
                    <p:cNvPr id="1285" name="Forme libre : forme 1284">
                      <a:extLst>
                        <a:ext uri="{FF2B5EF4-FFF2-40B4-BE49-F238E27FC236}">
                          <a16:creationId xmlns:a16="http://schemas.microsoft.com/office/drawing/2014/main" id="{B73C04E8-AC2D-4C76-8956-6B25C7C5A1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2899" y="4097470"/>
                      <a:ext cx="34953" cy="33582"/>
                    </a:xfrm>
                    <a:custGeom>
                      <a:avLst/>
                      <a:gdLst>
                        <a:gd name="connsiteX0" fmla="*/ 3755 w 34953"/>
                        <a:gd name="connsiteY0" fmla="*/ 28107 h 33582"/>
                        <a:gd name="connsiteX1" fmla="*/ 6898 w 34953"/>
                        <a:gd name="connsiteY1" fmla="*/ 4104 h 33582"/>
                        <a:gd name="connsiteX2" fmla="*/ 31282 w 34953"/>
                        <a:gd name="connsiteY2" fmla="*/ 5533 h 33582"/>
                        <a:gd name="connsiteX3" fmla="*/ 28520 w 34953"/>
                        <a:gd name="connsiteY3" fmla="*/ 28964 h 33582"/>
                        <a:gd name="connsiteX4" fmla="*/ 3755 w 34953"/>
                        <a:gd name="connsiteY4" fmla="*/ 28107 h 33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53" h="33582">
                          <a:moveTo>
                            <a:pt x="3755" y="28107"/>
                          </a:moveTo>
                          <a:cubicBezTo>
                            <a:pt x="-2341" y="21059"/>
                            <a:pt x="-817" y="10105"/>
                            <a:pt x="6898" y="4104"/>
                          </a:cubicBezTo>
                          <a:cubicBezTo>
                            <a:pt x="14613" y="-1897"/>
                            <a:pt x="25662" y="-1230"/>
                            <a:pt x="31282" y="5533"/>
                          </a:cubicBezTo>
                          <a:cubicBezTo>
                            <a:pt x="36902" y="12296"/>
                            <a:pt x="36140" y="22487"/>
                            <a:pt x="28520" y="28964"/>
                          </a:cubicBezTo>
                          <a:cubicBezTo>
                            <a:pt x="21185" y="35441"/>
                            <a:pt x="10041" y="35060"/>
                            <a:pt x="3755" y="2810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6" name="Forme libre : forme 1285">
                      <a:extLst>
                        <a:ext uri="{FF2B5EF4-FFF2-40B4-BE49-F238E27FC236}">
                          <a16:creationId xmlns:a16="http://schemas.microsoft.com/office/drawing/2014/main" id="{DAD02A0E-A937-4B7C-A183-0C837F0518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2899" y="4097526"/>
                      <a:ext cx="34710" cy="32717"/>
                    </a:xfrm>
                    <a:custGeom>
                      <a:avLst/>
                      <a:gdLst>
                        <a:gd name="connsiteX0" fmla="*/ 17090 w 34710"/>
                        <a:gd name="connsiteY0" fmla="*/ 16621 h 32717"/>
                        <a:gd name="connsiteX1" fmla="*/ 34711 w 34710"/>
                        <a:gd name="connsiteY1" fmla="*/ 13096 h 32717"/>
                        <a:gd name="connsiteX2" fmla="*/ 31282 w 34710"/>
                        <a:gd name="connsiteY2" fmla="*/ 5571 h 32717"/>
                        <a:gd name="connsiteX3" fmla="*/ 6898 w 34710"/>
                        <a:gd name="connsiteY3" fmla="*/ 4142 h 32717"/>
                        <a:gd name="connsiteX4" fmla="*/ 3755 w 34710"/>
                        <a:gd name="connsiteY4" fmla="*/ 28146 h 32717"/>
                        <a:gd name="connsiteX5" fmla="*/ 10994 w 34710"/>
                        <a:gd name="connsiteY5" fmla="*/ 32717 h 32717"/>
                        <a:gd name="connsiteX6" fmla="*/ 17090 w 34710"/>
                        <a:gd name="connsiteY6" fmla="*/ 16621 h 32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710" h="32717">
                          <a:moveTo>
                            <a:pt x="17090" y="16621"/>
                          </a:moveTo>
                          <a:cubicBezTo>
                            <a:pt x="22329" y="12334"/>
                            <a:pt x="28901" y="11477"/>
                            <a:pt x="34711" y="13096"/>
                          </a:cubicBezTo>
                          <a:cubicBezTo>
                            <a:pt x="34235" y="10429"/>
                            <a:pt x="33187" y="7762"/>
                            <a:pt x="31282" y="5571"/>
                          </a:cubicBezTo>
                          <a:cubicBezTo>
                            <a:pt x="25567" y="-1191"/>
                            <a:pt x="14613" y="-1953"/>
                            <a:pt x="6898" y="4142"/>
                          </a:cubicBezTo>
                          <a:cubicBezTo>
                            <a:pt x="-817" y="10143"/>
                            <a:pt x="-2341" y="21002"/>
                            <a:pt x="3755" y="28146"/>
                          </a:cubicBezTo>
                          <a:cubicBezTo>
                            <a:pt x="5755" y="30336"/>
                            <a:pt x="8327" y="31860"/>
                            <a:pt x="10994" y="32717"/>
                          </a:cubicBezTo>
                          <a:cubicBezTo>
                            <a:pt x="9946" y="26907"/>
                            <a:pt x="11946" y="20811"/>
                            <a:pt x="17090" y="166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7" name="Forme libre : forme 1286">
                      <a:extLst>
                        <a:ext uri="{FF2B5EF4-FFF2-40B4-BE49-F238E27FC236}">
                          <a16:creationId xmlns:a16="http://schemas.microsoft.com/office/drawing/2014/main" id="{835ABDF4-4081-4E37-A279-A5600307A3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8587" y="4113538"/>
                      <a:ext cx="16509" cy="14285"/>
                    </a:xfrm>
                    <a:custGeom>
                      <a:avLst/>
                      <a:gdLst>
                        <a:gd name="connsiteX0" fmla="*/ 5306 w 16509"/>
                        <a:gd name="connsiteY0" fmla="*/ 13658 h 14285"/>
                        <a:gd name="connsiteX1" fmla="*/ 638 w 16509"/>
                        <a:gd name="connsiteY1" fmla="*/ 4133 h 14285"/>
                        <a:gd name="connsiteX2" fmla="*/ 11306 w 16509"/>
                        <a:gd name="connsiteY2" fmla="*/ 704 h 14285"/>
                        <a:gd name="connsiteX3" fmla="*/ 15973 w 16509"/>
                        <a:gd name="connsiteY3" fmla="*/ 10038 h 14285"/>
                        <a:gd name="connsiteX4" fmla="*/ 5306 w 16509"/>
                        <a:gd name="connsiteY4" fmla="*/ 13658 h 14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09" h="14285">
                          <a:moveTo>
                            <a:pt x="5306" y="13658"/>
                          </a:moveTo>
                          <a:cubicBezTo>
                            <a:pt x="1019" y="12038"/>
                            <a:pt x="-1172" y="7752"/>
                            <a:pt x="638" y="4133"/>
                          </a:cubicBezTo>
                          <a:cubicBezTo>
                            <a:pt x="2448" y="513"/>
                            <a:pt x="7210" y="-1011"/>
                            <a:pt x="11306" y="704"/>
                          </a:cubicBezTo>
                          <a:cubicBezTo>
                            <a:pt x="15402" y="2418"/>
                            <a:pt x="17593" y="6419"/>
                            <a:pt x="15973" y="10038"/>
                          </a:cubicBezTo>
                          <a:cubicBezTo>
                            <a:pt x="14354" y="13658"/>
                            <a:pt x="9592" y="15277"/>
                            <a:pt x="5306" y="1365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88" name="Forme libre : forme 1287">
                      <a:extLst>
                        <a:ext uri="{FF2B5EF4-FFF2-40B4-BE49-F238E27FC236}">
                          <a16:creationId xmlns:a16="http://schemas.microsoft.com/office/drawing/2014/main" id="{080A4D35-43B5-40DA-A66C-23498D03F5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1118" y="4117788"/>
                      <a:ext cx="5836" cy="5551"/>
                    </a:xfrm>
                    <a:custGeom>
                      <a:avLst/>
                      <a:gdLst>
                        <a:gd name="connsiteX0" fmla="*/ 680 w 5836"/>
                        <a:gd name="connsiteY0" fmla="*/ 4645 h 5551"/>
                        <a:gd name="connsiteX1" fmla="*/ 1061 w 5836"/>
                        <a:gd name="connsiteY1" fmla="*/ 740 h 5551"/>
                        <a:gd name="connsiteX2" fmla="*/ 5157 w 5836"/>
                        <a:gd name="connsiteY2" fmla="*/ 835 h 5551"/>
                        <a:gd name="connsiteX3" fmla="*/ 4776 w 5836"/>
                        <a:gd name="connsiteY3" fmla="*/ 4740 h 5551"/>
                        <a:gd name="connsiteX4" fmla="*/ 680 w 5836"/>
                        <a:gd name="connsiteY4" fmla="*/ 4645 h 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6" h="5551">
                          <a:moveTo>
                            <a:pt x="680" y="4645"/>
                          </a:moveTo>
                          <a:cubicBezTo>
                            <a:pt x="-368" y="3502"/>
                            <a:pt x="-177" y="1788"/>
                            <a:pt x="1061" y="740"/>
                          </a:cubicBezTo>
                          <a:cubicBezTo>
                            <a:pt x="2299" y="-308"/>
                            <a:pt x="4109" y="-213"/>
                            <a:pt x="5157" y="835"/>
                          </a:cubicBezTo>
                          <a:cubicBezTo>
                            <a:pt x="6205" y="1978"/>
                            <a:pt x="6014" y="3693"/>
                            <a:pt x="4776" y="4740"/>
                          </a:cubicBezTo>
                          <a:cubicBezTo>
                            <a:pt x="3537" y="5883"/>
                            <a:pt x="1728" y="5788"/>
                            <a:pt x="680" y="46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89" name="Graphique 15">
                    <a:extLst>
                      <a:ext uri="{FF2B5EF4-FFF2-40B4-BE49-F238E27FC236}">
                        <a16:creationId xmlns:a16="http://schemas.microsoft.com/office/drawing/2014/main" id="{0F8713EB-AC39-4B80-A67B-76318C94695D}"/>
                      </a:ext>
                    </a:extLst>
                  </p:cNvPr>
                  <p:cNvGrpSpPr/>
                  <p:nvPr/>
                </p:nvGrpSpPr>
                <p:grpSpPr>
                  <a:xfrm>
                    <a:off x="9621957" y="4082628"/>
                    <a:ext cx="35441" cy="34201"/>
                    <a:chOff x="9621957" y="4082628"/>
                    <a:chExt cx="35441" cy="34201"/>
                  </a:xfrm>
                  <a:solidFill>
                    <a:schemeClr val="accent1"/>
                  </a:solidFill>
                </p:grpSpPr>
                <p:sp>
                  <p:nvSpPr>
                    <p:cNvPr id="1290" name="Forme libre : forme 1289">
                      <a:extLst>
                        <a:ext uri="{FF2B5EF4-FFF2-40B4-BE49-F238E27FC236}">
                          <a16:creationId xmlns:a16="http://schemas.microsoft.com/office/drawing/2014/main" id="{7B6E7C57-606C-41A8-816E-B81E2B3063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1957" y="4082628"/>
                      <a:ext cx="35441" cy="34201"/>
                    </a:xfrm>
                    <a:custGeom>
                      <a:avLst/>
                      <a:gdLst>
                        <a:gd name="connsiteX0" fmla="*/ 3740 w 35441"/>
                        <a:gd name="connsiteY0" fmla="*/ 27899 h 34201"/>
                        <a:gd name="connsiteX1" fmla="*/ 7264 w 35441"/>
                        <a:gd name="connsiteY1" fmla="*/ 3610 h 34201"/>
                        <a:gd name="connsiteX2" fmla="*/ 31839 w 35441"/>
                        <a:gd name="connsiteY2" fmla="*/ 6277 h 34201"/>
                        <a:gd name="connsiteX3" fmla="*/ 28505 w 35441"/>
                        <a:gd name="connsiteY3" fmla="*/ 30089 h 34201"/>
                        <a:gd name="connsiteX4" fmla="*/ 3740 w 35441"/>
                        <a:gd name="connsiteY4" fmla="*/ 27899 h 34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41" h="34201">
                          <a:moveTo>
                            <a:pt x="3740" y="27899"/>
                          </a:moveTo>
                          <a:cubicBezTo>
                            <a:pt x="-2451" y="20469"/>
                            <a:pt x="-737" y="9515"/>
                            <a:pt x="7264" y="3610"/>
                          </a:cubicBezTo>
                          <a:cubicBezTo>
                            <a:pt x="15265" y="-2200"/>
                            <a:pt x="25933" y="-771"/>
                            <a:pt x="31839" y="6277"/>
                          </a:cubicBezTo>
                          <a:cubicBezTo>
                            <a:pt x="37744" y="13326"/>
                            <a:pt x="36220" y="23898"/>
                            <a:pt x="28505" y="30089"/>
                          </a:cubicBezTo>
                          <a:cubicBezTo>
                            <a:pt x="20885" y="36281"/>
                            <a:pt x="9836" y="35423"/>
                            <a:pt x="3740" y="2789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1" name="Forme libre : forme 1290">
                      <a:extLst>
                        <a:ext uri="{FF2B5EF4-FFF2-40B4-BE49-F238E27FC236}">
                          <a16:creationId xmlns:a16="http://schemas.microsoft.com/office/drawing/2014/main" id="{88581AEF-7177-409C-84A8-C5668C8D5F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2012" y="4082628"/>
                      <a:ext cx="35213" cy="32947"/>
                    </a:xfrm>
                    <a:custGeom>
                      <a:avLst/>
                      <a:gdLst>
                        <a:gd name="connsiteX0" fmla="*/ 17402 w 35213"/>
                        <a:gd name="connsiteY0" fmla="*/ 16850 h 32947"/>
                        <a:gd name="connsiteX1" fmla="*/ 35213 w 35213"/>
                        <a:gd name="connsiteY1" fmla="*/ 14088 h 32947"/>
                        <a:gd name="connsiteX2" fmla="*/ 31879 w 35213"/>
                        <a:gd name="connsiteY2" fmla="*/ 6277 h 32947"/>
                        <a:gd name="connsiteX3" fmla="*/ 7305 w 35213"/>
                        <a:gd name="connsiteY3" fmla="*/ 3610 h 32947"/>
                        <a:gd name="connsiteX4" fmla="*/ 3781 w 35213"/>
                        <a:gd name="connsiteY4" fmla="*/ 27899 h 32947"/>
                        <a:gd name="connsiteX5" fmla="*/ 10829 w 35213"/>
                        <a:gd name="connsiteY5" fmla="*/ 32947 h 32947"/>
                        <a:gd name="connsiteX6" fmla="*/ 17402 w 35213"/>
                        <a:gd name="connsiteY6" fmla="*/ 16850 h 32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13" h="32947">
                          <a:moveTo>
                            <a:pt x="17402" y="16850"/>
                          </a:moveTo>
                          <a:cubicBezTo>
                            <a:pt x="22736" y="12754"/>
                            <a:pt x="29498" y="12087"/>
                            <a:pt x="35213" y="14088"/>
                          </a:cubicBezTo>
                          <a:cubicBezTo>
                            <a:pt x="34832" y="11325"/>
                            <a:pt x="33785" y="8563"/>
                            <a:pt x="31879" y="6277"/>
                          </a:cubicBezTo>
                          <a:cubicBezTo>
                            <a:pt x="25974" y="-771"/>
                            <a:pt x="15401" y="-2200"/>
                            <a:pt x="7305" y="3610"/>
                          </a:cubicBezTo>
                          <a:cubicBezTo>
                            <a:pt x="-696" y="9420"/>
                            <a:pt x="-2506" y="20469"/>
                            <a:pt x="3781" y="27899"/>
                          </a:cubicBezTo>
                          <a:cubicBezTo>
                            <a:pt x="5686" y="30280"/>
                            <a:pt x="8162" y="31899"/>
                            <a:pt x="10829" y="32947"/>
                          </a:cubicBezTo>
                          <a:cubicBezTo>
                            <a:pt x="9877" y="27042"/>
                            <a:pt x="12163" y="20850"/>
                            <a:pt x="17402" y="1685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2" name="Forme libre : forme 1291">
                      <a:extLst>
                        <a:ext uri="{FF2B5EF4-FFF2-40B4-BE49-F238E27FC236}">
                          <a16:creationId xmlns:a16="http://schemas.microsoft.com/office/drawing/2014/main" id="{40476F44-7454-4CBD-8400-D71AD8A079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7806" y="4098802"/>
                      <a:ext cx="16656" cy="14647"/>
                    </a:xfrm>
                    <a:custGeom>
                      <a:avLst/>
                      <a:gdLst>
                        <a:gd name="connsiteX0" fmla="*/ 5130 w 16656"/>
                        <a:gd name="connsiteY0" fmla="*/ 13820 h 14647"/>
                        <a:gd name="connsiteX1" fmla="*/ 654 w 16656"/>
                        <a:gd name="connsiteY1" fmla="*/ 3914 h 14647"/>
                        <a:gd name="connsiteX2" fmla="*/ 11607 w 16656"/>
                        <a:gd name="connsiteY2" fmla="*/ 866 h 14647"/>
                        <a:gd name="connsiteX3" fmla="*/ 15989 w 16656"/>
                        <a:gd name="connsiteY3" fmla="*/ 10677 h 14647"/>
                        <a:gd name="connsiteX4" fmla="*/ 5130 w 16656"/>
                        <a:gd name="connsiteY4" fmla="*/ 13820 h 146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56" h="14647">
                          <a:moveTo>
                            <a:pt x="5130" y="13820"/>
                          </a:moveTo>
                          <a:cubicBezTo>
                            <a:pt x="939" y="11915"/>
                            <a:pt x="-1156" y="7439"/>
                            <a:pt x="654" y="3914"/>
                          </a:cubicBezTo>
                          <a:cubicBezTo>
                            <a:pt x="2463" y="295"/>
                            <a:pt x="7321" y="-1039"/>
                            <a:pt x="11607" y="866"/>
                          </a:cubicBezTo>
                          <a:cubicBezTo>
                            <a:pt x="15798" y="2676"/>
                            <a:pt x="17798" y="7058"/>
                            <a:pt x="15989" y="10677"/>
                          </a:cubicBezTo>
                          <a:cubicBezTo>
                            <a:pt x="14179" y="14201"/>
                            <a:pt x="9321" y="15725"/>
                            <a:pt x="5130" y="1382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3" name="Forme libre : forme 1292">
                      <a:extLst>
                        <a:ext uri="{FF2B5EF4-FFF2-40B4-BE49-F238E27FC236}">
                          <a16:creationId xmlns:a16="http://schemas.microsoft.com/office/drawing/2014/main" id="{C80D1EA3-7A23-429B-BC32-45E97D102B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40335" y="4103505"/>
                      <a:ext cx="5769" cy="5615"/>
                    </a:xfrm>
                    <a:custGeom>
                      <a:avLst/>
                      <a:gdLst>
                        <a:gd name="connsiteX0" fmla="*/ 602 w 5769"/>
                        <a:gd name="connsiteY0" fmla="*/ 4641 h 5615"/>
                        <a:gd name="connsiteX1" fmla="*/ 1079 w 5769"/>
                        <a:gd name="connsiteY1" fmla="*/ 641 h 5615"/>
                        <a:gd name="connsiteX2" fmla="*/ 5174 w 5769"/>
                        <a:gd name="connsiteY2" fmla="*/ 1022 h 5615"/>
                        <a:gd name="connsiteX3" fmla="*/ 4603 w 5769"/>
                        <a:gd name="connsiteY3" fmla="*/ 4927 h 5615"/>
                        <a:gd name="connsiteX4" fmla="*/ 602 w 5769"/>
                        <a:gd name="connsiteY4" fmla="*/ 4641 h 5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9" h="5615">
                          <a:moveTo>
                            <a:pt x="602" y="4641"/>
                          </a:moveTo>
                          <a:cubicBezTo>
                            <a:pt x="-350" y="3403"/>
                            <a:pt x="-160" y="1689"/>
                            <a:pt x="1079" y="641"/>
                          </a:cubicBezTo>
                          <a:cubicBezTo>
                            <a:pt x="2317" y="-312"/>
                            <a:pt x="4222" y="-216"/>
                            <a:pt x="5174" y="1022"/>
                          </a:cubicBezTo>
                          <a:cubicBezTo>
                            <a:pt x="6127" y="2165"/>
                            <a:pt x="5936" y="3975"/>
                            <a:pt x="4603" y="4927"/>
                          </a:cubicBezTo>
                          <a:cubicBezTo>
                            <a:pt x="3460" y="5975"/>
                            <a:pt x="1650" y="5784"/>
                            <a:pt x="602" y="46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294" name="Graphique 15">
                    <a:extLst>
                      <a:ext uri="{FF2B5EF4-FFF2-40B4-BE49-F238E27FC236}">
                        <a16:creationId xmlns:a16="http://schemas.microsoft.com/office/drawing/2014/main" id="{763B02E2-B77F-4BB4-A69C-D166B7DA1F47}"/>
                      </a:ext>
                    </a:extLst>
                  </p:cNvPr>
                  <p:cNvGrpSpPr/>
                  <p:nvPr/>
                </p:nvGrpSpPr>
                <p:grpSpPr>
                  <a:xfrm>
                    <a:off x="9587491" y="4076753"/>
                    <a:ext cx="35391" cy="35282"/>
                    <a:chOff x="9587491" y="4076753"/>
                    <a:chExt cx="35391" cy="35282"/>
                  </a:xfrm>
                  <a:solidFill>
                    <a:schemeClr val="accent1"/>
                  </a:solidFill>
                </p:grpSpPr>
                <p:sp>
                  <p:nvSpPr>
                    <p:cNvPr id="1295" name="Forme libre : forme 1294">
                      <a:extLst>
                        <a:ext uri="{FF2B5EF4-FFF2-40B4-BE49-F238E27FC236}">
                          <a16:creationId xmlns:a16="http://schemas.microsoft.com/office/drawing/2014/main" id="{417B7A0D-4AA2-4EE7-ABFE-2B766E8693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7491" y="4076822"/>
                      <a:ext cx="35391" cy="35214"/>
                    </a:xfrm>
                    <a:custGeom>
                      <a:avLst/>
                      <a:gdLst>
                        <a:gd name="connsiteX0" fmla="*/ 3440 w 35391"/>
                        <a:gd name="connsiteY0" fmla="*/ 28181 h 35214"/>
                        <a:gd name="connsiteX1" fmla="*/ 7345 w 35391"/>
                        <a:gd name="connsiteY1" fmla="*/ 3321 h 35214"/>
                        <a:gd name="connsiteX2" fmla="*/ 32110 w 35391"/>
                        <a:gd name="connsiteY2" fmla="*/ 6940 h 35214"/>
                        <a:gd name="connsiteX3" fmla="*/ 28300 w 35391"/>
                        <a:gd name="connsiteY3" fmla="*/ 31419 h 35214"/>
                        <a:gd name="connsiteX4" fmla="*/ 3440 w 35391"/>
                        <a:gd name="connsiteY4" fmla="*/ 28181 h 35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91" h="35214">
                          <a:moveTo>
                            <a:pt x="3440" y="28181"/>
                          </a:moveTo>
                          <a:cubicBezTo>
                            <a:pt x="-2371" y="20180"/>
                            <a:pt x="-656" y="8941"/>
                            <a:pt x="7345" y="3321"/>
                          </a:cubicBezTo>
                          <a:cubicBezTo>
                            <a:pt x="15346" y="-2299"/>
                            <a:pt x="26490" y="-584"/>
                            <a:pt x="32110" y="6940"/>
                          </a:cubicBezTo>
                          <a:cubicBezTo>
                            <a:pt x="37730" y="14560"/>
                            <a:pt x="35920" y="25419"/>
                            <a:pt x="28300" y="31419"/>
                          </a:cubicBezTo>
                          <a:cubicBezTo>
                            <a:pt x="20680" y="37420"/>
                            <a:pt x="9155" y="36277"/>
                            <a:pt x="3440" y="2818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6" name="Forme libre : forme 1295">
                      <a:extLst>
                        <a:ext uri="{FF2B5EF4-FFF2-40B4-BE49-F238E27FC236}">
                          <a16:creationId xmlns:a16="http://schemas.microsoft.com/office/drawing/2014/main" id="{11A190FD-14A2-4002-902F-29945D7F15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7491" y="4076753"/>
                      <a:ext cx="35253" cy="33774"/>
                    </a:xfrm>
                    <a:custGeom>
                      <a:avLst/>
                      <a:gdLst>
                        <a:gd name="connsiteX0" fmla="*/ 17441 w 35253"/>
                        <a:gd name="connsiteY0" fmla="*/ 17296 h 33774"/>
                        <a:gd name="connsiteX1" fmla="*/ 35253 w 35253"/>
                        <a:gd name="connsiteY1" fmla="*/ 15296 h 33774"/>
                        <a:gd name="connsiteX2" fmla="*/ 32110 w 35253"/>
                        <a:gd name="connsiteY2" fmla="*/ 7009 h 33774"/>
                        <a:gd name="connsiteX3" fmla="*/ 7345 w 35253"/>
                        <a:gd name="connsiteY3" fmla="*/ 3389 h 33774"/>
                        <a:gd name="connsiteX4" fmla="*/ 3440 w 35253"/>
                        <a:gd name="connsiteY4" fmla="*/ 28250 h 33774"/>
                        <a:gd name="connsiteX5" fmla="*/ 10298 w 35253"/>
                        <a:gd name="connsiteY5" fmla="*/ 33774 h 33774"/>
                        <a:gd name="connsiteX6" fmla="*/ 17441 w 35253"/>
                        <a:gd name="connsiteY6" fmla="*/ 17296 h 33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53" h="33774">
                          <a:moveTo>
                            <a:pt x="17441" y="17296"/>
                          </a:moveTo>
                          <a:cubicBezTo>
                            <a:pt x="22871" y="13295"/>
                            <a:pt x="29729" y="12819"/>
                            <a:pt x="35253" y="15296"/>
                          </a:cubicBezTo>
                          <a:cubicBezTo>
                            <a:pt x="34967" y="12343"/>
                            <a:pt x="34015" y="9485"/>
                            <a:pt x="32110" y="7009"/>
                          </a:cubicBezTo>
                          <a:cubicBezTo>
                            <a:pt x="26490" y="-611"/>
                            <a:pt x="15346" y="-2326"/>
                            <a:pt x="7345" y="3389"/>
                          </a:cubicBezTo>
                          <a:cubicBezTo>
                            <a:pt x="-656" y="9009"/>
                            <a:pt x="-2371" y="20249"/>
                            <a:pt x="3440" y="28250"/>
                          </a:cubicBezTo>
                          <a:cubicBezTo>
                            <a:pt x="5249" y="30822"/>
                            <a:pt x="7726" y="32631"/>
                            <a:pt x="10298" y="33774"/>
                          </a:cubicBezTo>
                          <a:cubicBezTo>
                            <a:pt x="9726" y="27583"/>
                            <a:pt x="12108" y="21297"/>
                            <a:pt x="17441" y="1729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7" name="Forme libre : forme 1296">
                      <a:extLst>
                        <a:ext uri="{FF2B5EF4-FFF2-40B4-BE49-F238E27FC236}">
                          <a16:creationId xmlns:a16="http://schemas.microsoft.com/office/drawing/2014/main" id="{B68DE166-37AE-43F0-9323-F0DA3410F9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93222" y="4093153"/>
                      <a:ext cx="16563" cy="15322"/>
                    </a:xfrm>
                    <a:custGeom>
                      <a:avLst/>
                      <a:gdLst>
                        <a:gd name="connsiteX0" fmla="*/ 4853 w 16563"/>
                        <a:gd name="connsiteY0" fmla="*/ 14326 h 15322"/>
                        <a:gd name="connsiteX1" fmla="*/ 757 w 16563"/>
                        <a:gd name="connsiteY1" fmla="*/ 3754 h 15322"/>
                        <a:gd name="connsiteX2" fmla="*/ 11711 w 16563"/>
                        <a:gd name="connsiteY2" fmla="*/ 1087 h 15322"/>
                        <a:gd name="connsiteX3" fmla="*/ 15806 w 16563"/>
                        <a:gd name="connsiteY3" fmla="*/ 11469 h 15322"/>
                        <a:gd name="connsiteX4" fmla="*/ 4853 w 16563"/>
                        <a:gd name="connsiteY4" fmla="*/ 14326 h 153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63" h="15322">
                          <a:moveTo>
                            <a:pt x="4853" y="14326"/>
                          </a:moveTo>
                          <a:cubicBezTo>
                            <a:pt x="662" y="12231"/>
                            <a:pt x="-1148" y="7468"/>
                            <a:pt x="757" y="3754"/>
                          </a:cubicBezTo>
                          <a:cubicBezTo>
                            <a:pt x="2662" y="134"/>
                            <a:pt x="7615" y="-1104"/>
                            <a:pt x="11711" y="1087"/>
                          </a:cubicBezTo>
                          <a:cubicBezTo>
                            <a:pt x="15902" y="3182"/>
                            <a:pt x="17711" y="7849"/>
                            <a:pt x="15806" y="11469"/>
                          </a:cubicBezTo>
                          <a:cubicBezTo>
                            <a:pt x="13997" y="15088"/>
                            <a:pt x="9044" y="16422"/>
                            <a:pt x="4853" y="1432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298" name="Forme libre : forme 1297">
                      <a:extLst>
                        <a:ext uri="{FF2B5EF4-FFF2-40B4-BE49-F238E27FC236}">
                          <a16:creationId xmlns:a16="http://schemas.microsoft.com/office/drawing/2014/main" id="{C185A158-B9E4-4724-8D80-0C082F623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05705" y="4098407"/>
                      <a:ext cx="5884" cy="5857"/>
                    </a:xfrm>
                    <a:custGeom>
                      <a:avLst/>
                      <a:gdLst>
                        <a:gd name="connsiteX0" fmla="*/ 561 w 5884"/>
                        <a:gd name="connsiteY0" fmla="*/ 4691 h 5857"/>
                        <a:gd name="connsiteX1" fmla="*/ 1228 w 5884"/>
                        <a:gd name="connsiteY1" fmla="*/ 595 h 5857"/>
                        <a:gd name="connsiteX2" fmla="*/ 5323 w 5884"/>
                        <a:gd name="connsiteY2" fmla="*/ 1167 h 5857"/>
                        <a:gd name="connsiteX3" fmla="*/ 4657 w 5884"/>
                        <a:gd name="connsiteY3" fmla="*/ 5263 h 5857"/>
                        <a:gd name="connsiteX4" fmla="*/ 561 w 5884"/>
                        <a:gd name="connsiteY4" fmla="*/ 4691 h 5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4" h="5857">
                          <a:moveTo>
                            <a:pt x="561" y="4691"/>
                          </a:moveTo>
                          <a:cubicBezTo>
                            <a:pt x="-392" y="3453"/>
                            <a:pt x="-106" y="1548"/>
                            <a:pt x="1228" y="595"/>
                          </a:cubicBezTo>
                          <a:cubicBezTo>
                            <a:pt x="2561" y="-357"/>
                            <a:pt x="4371" y="-167"/>
                            <a:pt x="5323" y="1167"/>
                          </a:cubicBezTo>
                          <a:cubicBezTo>
                            <a:pt x="6276" y="2405"/>
                            <a:pt x="5990" y="4310"/>
                            <a:pt x="4657" y="5263"/>
                          </a:cubicBezTo>
                          <a:cubicBezTo>
                            <a:pt x="3323" y="6215"/>
                            <a:pt x="1513" y="6024"/>
                            <a:pt x="561" y="46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299" name="Graphique 15">
                  <a:extLst>
                    <a:ext uri="{FF2B5EF4-FFF2-40B4-BE49-F238E27FC236}">
                      <a16:creationId xmlns:a16="http://schemas.microsoft.com/office/drawing/2014/main" id="{B3F67DAC-E3D4-4014-8EE9-82E8C4DC011F}"/>
                    </a:ext>
                  </a:extLst>
                </p:cNvPr>
                <p:cNvGrpSpPr/>
                <p:nvPr/>
              </p:nvGrpSpPr>
              <p:grpSpPr>
                <a:xfrm>
                  <a:off x="9504992" y="4161042"/>
                  <a:ext cx="105703" cy="60850"/>
                  <a:chOff x="9504992" y="4161042"/>
                  <a:chExt cx="105703" cy="60850"/>
                </a:xfrm>
                <a:solidFill>
                  <a:schemeClr val="accent1"/>
                </a:solidFill>
              </p:grpSpPr>
              <p:grpSp>
                <p:nvGrpSpPr>
                  <p:cNvPr id="1300" name="Graphique 15">
                    <a:extLst>
                      <a:ext uri="{FF2B5EF4-FFF2-40B4-BE49-F238E27FC236}">
                        <a16:creationId xmlns:a16="http://schemas.microsoft.com/office/drawing/2014/main" id="{21DB4332-E6BC-499F-BC38-8743E216833A}"/>
                      </a:ext>
                    </a:extLst>
                  </p:cNvPr>
                  <p:cNvGrpSpPr/>
                  <p:nvPr/>
                </p:nvGrpSpPr>
                <p:grpSpPr>
                  <a:xfrm>
                    <a:off x="9574531" y="4184554"/>
                    <a:ext cx="36164" cy="37338"/>
                    <a:chOff x="9574531" y="4184554"/>
                    <a:chExt cx="36164" cy="37338"/>
                  </a:xfrm>
                  <a:solidFill>
                    <a:schemeClr val="accent1"/>
                  </a:solidFill>
                </p:grpSpPr>
                <p:sp>
                  <p:nvSpPr>
                    <p:cNvPr id="1301" name="Forme libre : forme 1300">
                      <a:extLst>
                        <a:ext uri="{FF2B5EF4-FFF2-40B4-BE49-F238E27FC236}">
                          <a16:creationId xmlns:a16="http://schemas.microsoft.com/office/drawing/2014/main" id="{CA187D72-7FA2-4F59-8D60-FB59560724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4568" y="4184554"/>
                      <a:ext cx="36127" cy="37338"/>
                    </a:xfrm>
                    <a:custGeom>
                      <a:avLst/>
                      <a:gdLst>
                        <a:gd name="connsiteX0" fmla="*/ 5124 w 36127"/>
                        <a:gd name="connsiteY0" fmla="*/ 31129 h 37338"/>
                        <a:gd name="connsiteX1" fmla="*/ 5600 w 36127"/>
                        <a:gd name="connsiteY1" fmla="*/ 4459 h 37338"/>
                        <a:gd name="connsiteX2" fmla="*/ 31031 w 36127"/>
                        <a:gd name="connsiteY2" fmla="*/ 6364 h 37338"/>
                        <a:gd name="connsiteX3" fmla="*/ 30936 w 36127"/>
                        <a:gd name="connsiteY3" fmla="*/ 32367 h 37338"/>
                        <a:gd name="connsiteX4" fmla="*/ 5124 w 36127"/>
                        <a:gd name="connsiteY4" fmla="*/ 31129 h 37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127" h="37338">
                          <a:moveTo>
                            <a:pt x="5124" y="31129"/>
                          </a:moveTo>
                          <a:cubicBezTo>
                            <a:pt x="-1925" y="23223"/>
                            <a:pt x="-1639" y="11126"/>
                            <a:pt x="5600" y="4459"/>
                          </a:cubicBezTo>
                          <a:cubicBezTo>
                            <a:pt x="12934" y="-2209"/>
                            <a:pt x="24364" y="-1256"/>
                            <a:pt x="31031" y="6364"/>
                          </a:cubicBezTo>
                          <a:cubicBezTo>
                            <a:pt x="37699" y="13984"/>
                            <a:pt x="37985" y="25319"/>
                            <a:pt x="30936" y="32367"/>
                          </a:cubicBezTo>
                          <a:cubicBezTo>
                            <a:pt x="23983" y="39416"/>
                            <a:pt x="12458" y="38939"/>
                            <a:pt x="5124" y="3112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2" name="Forme libre : forme 1301">
                      <a:extLst>
                        <a:ext uri="{FF2B5EF4-FFF2-40B4-BE49-F238E27FC236}">
                          <a16:creationId xmlns:a16="http://schemas.microsoft.com/office/drawing/2014/main" id="{398BB892-EE83-4177-9877-B31DCC0067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4531" y="4184650"/>
                      <a:ext cx="35449" cy="36272"/>
                    </a:xfrm>
                    <a:custGeom>
                      <a:avLst/>
                      <a:gdLst>
                        <a:gd name="connsiteX0" fmla="*/ 17638 w 35449"/>
                        <a:gd name="connsiteY0" fmla="*/ 18461 h 36272"/>
                        <a:gd name="connsiteX1" fmla="*/ 35450 w 35449"/>
                        <a:gd name="connsiteY1" fmla="*/ 14841 h 36272"/>
                        <a:gd name="connsiteX2" fmla="*/ 31068 w 35449"/>
                        <a:gd name="connsiteY2" fmla="*/ 6364 h 36272"/>
                        <a:gd name="connsiteX3" fmla="*/ 5636 w 35449"/>
                        <a:gd name="connsiteY3" fmla="*/ 4459 h 36272"/>
                        <a:gd name="connsiteX4" fmla="*/ 5160 w 35449"/>
                        <a:gd name="connsiteY4" fmla="*/ 31129 h 36272"/>
                        <a:gd name="connsiteX5" fmla="*/ 13161 w 35449"/>
                        <a:gd name="connsiteY5" fmla="*/ 36272 h 36272"/>
                        <a:gd name="connsiteX6" fmla="*/ 17638 w 35449"/>
                        <a:gd name="connsiteY6" fmla="*/ 18461 h 36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49" h="36272">
                          <a:moveTo>
                            <a:pt x="17638" y="18461"/>
                          </a:moveTo>
                          <a:cubicBezTo>
                            <a:pt x="22591" y="13793"/>
                            <a:pt x="29259" y="12841"/>
                            <a:pt x="35450" y="14841"/>
                          </a:cubicBezTo>
                          <a:cubicBezTo>
                            <a:pt x="34593" y="11888"/>
                            <a:pt x="33259" y="8936"/>
                            <a:pt x="31068" y="6364"/>
                          </a:cubicBezTo>
                          <a:cubicBezTo>
                            <a:pt x="24401" y="-1256"/>
                            <a:pt x="12971" y="-2209"/>
                            <a:pt x="5636" y="4459"/>
                          </a:cubicBezTo>
                          <a:cubicBezTo>
                            <a:pt x="-1603" y="11031"/>
                            <a:pt x="-1983" y="23128"/>
                            <a:pt x="5160" y="31129"/>
                          </a:cubicBezTo>
                          <a:cubicBezTo>
                            <a:pt x="7446" y="33605"/>
                            <a:pt x="10304" y="35224"/>
                            <a:pt x="13161" y="36272"/>
                          </a:cubicBezTo>
                          <a:cubicBezTo>
                            <a:pt x="11447" y="29795"/>
                            <a:pt x="12780" y="23032"/>
                            <a:pt x="17638" y="1846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3" name="Forme libre : forme 1302">
                      <a:extLst>
                        <a:ext uri="{FF2B5EF4-FFF2-40B4-BE49-F238E27FC236}">
                          <a16:creationId xmlns:a16="http://schemas.microsoft.com/office/drawing/2014/main" id="{9957C442-36E9-46F0-8FBB-67868AE760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1115" y="4202409"/>
                      <a:ext cx="17296" cy="15898"/>
                    </a:xfrm>
                    <a:custGeom>
                      <a:avLst/>
                      <a:gdLst>
                        <a:gd name="connsiteX0" fmla="*/ 6291 w 17296"/>
                        <a:gd name="connsiteY0" fmla="*/ 15179 h 15898"/>
                        <a:gd name="connsiteX1" fmla="*/ 386 w 17296"/>
                        <a:gd name="connsiteY1" fmla="*/ 4511 h 15898"/>
                        <a:gd name="connsiteX2" fmla="*/ 11054 w 17296"/>
                        <a:gd name="connsiteY2" fmla="*/ 796 h 15898"/>
                        <a:gd name="connsiteX3" fmla="*/ 16959 w 17296"/>
                        <a:gd name="connsiteY3" fmla="*/ 11274 h 15898"/>
                        <a:gd name="connsiteX4" fmla="*/ 6291 w 17296"/>
                        <a:gd name="connsiteY4" fmla="*/ 15179 h 15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96" h="15898">
                          <a:moveTo>
                            <a:pt x="6291" y="15179"/>
                          </a:moveTo>
                          <a:cubicBezTo>
                            <a:pt x="1624" y="13369"/>
                            <a:pt x="-1043" y="8607"/>
                            <a:pt x="386" y="4511"/>
                          </a:cubicBezTo>
                          <a:cubicBezTo>
                            <a:pt x="1815" y="511"/>
                            <a:pt x="6577" y="-1108"/>
                            <a:pt x="11054" y="796"/>
                          </a:cubicBezTo>
                          <a:cubicBezTo>
                            <a:pt x="15531" y="2702"/>
                            <a:pt x="18293" y="7274"/>
                            <a:pt x="16959" y="11274"/>
                          </a:cubicBezTo>
                          <a:cubicBezTo>
                            <a:pt x="15721" y="15275"/>
                            <a:pt x="10959" y="16989"/>
                            <a:pt x="6291" y="1517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4" name="Forme libre : forme 1303">
                      <a:extLst>
                        <a:ext uri="{FF2B5EF4-FFF2-40B4-BE49-F238E27FC236}">
                          <a16:creationId xmlns:a16="http://schemas.microsoft.com/office/drawing/2014/main" id="{173AA4EC-336B-462C-91A0-30FB1FD3FA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94120" y="4207358"/>
                      <a:ext cx="6003" cy="6078"/>
                    </a:xfrm>
                    <a:custGeom>
                      <a:avLst/>
                      <a:gdLst>
                        <a:gd name="connsiteX0" fmla="*/ 906 w 6003"/>
                        <a:gd name="connsiteY0" fmla="*/ 5087 h 6078"/>
                        <a:gd name="connsiteX1" fmla="*/ 811 w 6003"/>
                        <a:gd name="connsiteY1" fmla="*/ 801 h 6078"/>
                        <a:gd name="connsiteX2" fmla="*/ 5097 w 6003"/>
                        <a:gd name="connsiteY2" fmla="*/ 991 h 6078"/>
                        <a:gd name="connsiteX3" fmla="*/ 5193 w 6003"/>
                        <a:gd name="connsiteY3" fmla="*/ 5278 h 6078"/>
                        <a:gd name="connsiteX4" fmla="*/ 906 w 6003"/>
                        <a:gd name="connsiteY4" fmla="*/ 5087 h 6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03" h="6078">
                          <a:moveTo>
                            <a:pt x="906" y="5087"/>
                          </a:moveTo>
                          <a:cubicBezTo>
                            <a:pt x="-237" y="3849"/>
                            <a:pt x="-332" y="1944"/>
                            <a:pt x="811" y="801"/>
                          </a:cubicBezTo>
                          <a:cubicBezTo>
                            <a:pt x="1954" y="-342"/>
                            <a:pt x="3859" y="-247"/>
                            <a:pt x="5097" y="991"/>
                          </a:cubicBezTo>
                          <a:cubicBezTo>
                            <a:pt x="6240" y="2230"/>
                            <a:pt x="6336" y="4134"/>
                            <a:pt x="5193" y="5278"/>
                          </a:cubicBezTo>
                          <a:cubicBezTo>
                            <a:pt x="3954" y="6421"/>
                            <a:pt x="2049" y="6325"/>
                            <a:pt x="906" y="508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05" name="Graphique 15">
                    <a:extLst>
                      <a:ext uri="{FF2B5EF4-FFF2-40B4-BE49-F238E27FC236}">
                        <a16:creationId xmlns:a16="http://schemas.microsoft.com/office/drawing/2014/main" id="{E7FB1E2B-156F-4F08-BB62-C1BBA15F52E0}"/>
                      </a:ext>
                    </a:extLst>
                  </p:cNvPr>
                  <p:cNvGrpSpPr/>
                  <p:nvPr/>
                </p:nvGrpSpPr>
                <p:grpSpPr>
                  <a:xfrm>
                    <a:off x="9540958" y="4167799"/>
                    <a:ext cx="36504" cy="37997"/>
                    <a:chOff x="9540958" y="4167799"/>
                    <a:chExt cx="36504" cy="37997"/>
                  </a:xfrm>
                  <a:solidFill>
                    <a:schemeClr val="accent1"/>
                  </a:solidFill>
                </p:grpSpPr>
                <p:sp>
                  <p:nvSpPr>
                    <p:cNvPr id="1306" name="Forme libre : forme 1305">
                      <a:extLst>
                        <a:ext uri="{FF2B5EF4-FFF2-40B4-BE49-F238E27FC236}">
                          <a16:creationId xmlns:a16="http://schemas.microsoft.com/office/drawing/2014/main" id="{A757FAB3-FC37-4178-A95C-5CDF5D7860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0992" y="4167799"/>
                      <a:ext cx="36470" cy="37997"/>
                    </a:xfrm>
                    <a:custGeom>
                      <a:avLst/>
                      <a:gdLst>
                        <a:gd name="connsiteX0" fmla="*/ 5077 w 36470"/>
                        <a:gd name="connsiteY0" fmla="*/ 30930 h 37997"/>
                        <a:gd name="connsiteX1" fmla="*/ 6029 w 36470"/>
                        <a:gd name="connsiteY1" fmla="*/ 3975 h 37997"/>
                        <a:gd name="connsiteX2" fmla="*/ 31556 w 36470"/>
                        <a:gd name="connsiteY2" fmla="*/ 7118 h 37997"/>
                        <a:gd name="connsiteX3" fmla="*/ 30794 w 36470"/>
                        <a:gd name="connsiteY3" fmla="*/ 33597 h 37997"/>
                        <a:gd name="connsiteX4" fmla="*/ 5077 w 36470"/>
                        <a:gd name="connsiteY4" fmla="*/ 30930 h 37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70" h="37997">
                          <a:moveTo>
                            <a:pt x="5077" y="30930"/>
                          </a:moveTo>
                          <a:cubicBezTo>
                            <a:pt x="-2162" y="22739"/>
                            <a:pt x="-1495" y="10451"/>
                            <a:pt x="6029" y="3975"/>
                          </a:cubicBezTo>
                          <a:cubicBezTo>
                            <a:pt x="13649" y="-2502"/>
                            <a:pt x="24793" y="-788"/>
                            <a:pt x="31556" y="7118"/>
                          </a:cubicBezTo>
                          <a:cubicBezTo>
                            <a:pt x="38414" y="15024"/>
                            <a:pt x="38033" y="26739"/>
                            <a:pt x="30794" y="33597"/>
                          </a:cubicBezTo>
                          <a:cubicBezTo>
                            <a:pt x="23650" y="40360"/>
                            <a:pt x="12125" y="39217"/>
                            <a:pt x="5077" y="3093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7" name="Forme libre : forme 1306">
                      <a:extLst>
                        <a:ext uri="{FF2B5EF4-FFF2-40B4-BE49-F238E27FC236}">
                          <a16:creationId xmlns:a16="http://schemas.microsoft.com/office/drawing/2014/main" id="{E6EA50E2-CBDD-44B4-87C2-5A7633948A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0958" y="4167799"/>
                      <a:ext cx="35971" cy="36549"/>
                    </a:xfrm>
                    <a:custGeom>
                      <a:avLst/>
                      <a:gdLst>
                        <a:gd name="connsiteX0" fmla="*/ 17969 w 35971"/>
                        <a:gd name="connsiteY0" fmla="*/ 18738 h 36549"/>
                        <a:gd name="connsiteX1" fmla="*/ 35972 w 35971"/>
                        <a:gd name="connsiteY1" fmla="*/ 15881 h 36549"/>
                        <a:gd name="connsiteX2" fmla="*/ 31590 w 35971"/>
                        <a:gd name="connsiteY2" fmla="*/ 7118 h 36549"/>
                        <a:gd name="connsiteX3" fmla="*/ 6063 w 35971"/>
                        <a:gd name="connsiteY3" fmla="*/ 3975 h 36549"/>
                        <a:gd name="connsiteX4" fmla="*/ 5110 w 35971"/>
                        <a:gd name="connsiteY4" fmla="*/ 30930 h 36549"/>
                        <a:gd name="connsiteX5" fmla="*/ 12921 w 35971"/>
                        <a:gd name="connsiteY5" fmla="*/ 36550 h 36549"/>
                        <a:gd name="connsiteX6" fmla="*/ 17969 w 35971"/>
                        <a:gd name="connsiteY6" fmla="*/ 18738 h 36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971" h="36549">
                          <a:moveTo>
                            <a:pt x="17969" y="18738"/>
                          </a:moveTo>
                          <a:cubicBezTo>
                            <a:pt x="23017" y="14261"/>
                            <a:pt x="29971" y="13500"/>
                            <a:pt x="35972" y="15881"/>
                          </a:cubicBezTo>
                          <a:cubicBezTo>
                            <a:pt x="35305" y="12737"/>
                            <a:pt x="33876" y="9785"/>
                            <a:pt x="31590" y="7118"/>
                          </a:cubicBezTo>
                          <a:cubicBezTo>
                            <a:pt x="24732" y="-788"/>
                            <a:pt x="13683" y="-2502"/>
                            <a:pt x="6063" y="3975"/>
                          </a:cubicBezTo>
                          <a:cubicBezTo>
                            <a:pt x="-1557" y="10451"/>
                            <a:pt x="-2128" y="22739"/>
                            <a:pt x="5110" y="30930"/>
                          </a:cubicBezTo>
                          <a:cubicBezTo>
                            <a:pt x="7397" y="33597"/>
                            <a:pt x="10064" y="35407"/>
                            <a:pt x="12921" y="36550"/>
                          </a:cubicBezTo>
                          <a:cubicBezTo>
                            <a:pt x="11397" y="29978"/>
                            <a:pt x="13016" y="23120"/>
                            <a:pt x="17969" y="1873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8" name="Forme libre : forme 1307">
                      <a:extLst>
                        <a:ext uri="{FF2B5EF4-FFF2-40B4-BE49-F238E27FC236}">
                          <a16:creationId xmlns:a16="http://schemas.microsoft.com/office/drawing/2014/main" id="{8EF17998-0F40-4447-9ABF-2B53B89B3A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7578" y="4185671"/>
                      <a:ext cx="17277" cy="16325"/>
                    </a:xfrm>
                    <a:custGeom>
                      <a:avLst/>
                      <a:gdLst>
                        <a:gd name="connsiteX0" fmla="*/ 6110 w 17277"/>
                        <a:gd name="connsiteY0" fmla="*/ 15344 h 16325"/>
                        <a:gd name="connsiteX1" fmla="*/ 395 w 17277"/>
                        <a:gd name="connsiteY1" fmla="*/ 4295 h 16325"/>
                        <a:gd name="connsiteX2" fmla="*/ 11254 w 17277"/>
                        <a:gd name="connsiteY2" fmla="*/ 961 h 16325"/>
                        <a:gd name="connsiteX3" fmla="*/ 16873 w 17277"/>
                        <a:gd name="connsiteY3" fmla="*/ 11915 h 16325"/>
                        <a:gd name="connsiteX4" fmla="*/ 6110 w 17277"/>
                        <a:gd name="connsiteY4" fmla="*/ 15344 h 163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77" h="16325">
                          <a:moveTo>
                            <a:pt x="6110" y="15344"/>
                          </a:moveTo>
                          <a:cubicBezTo>
                            <a:pt x="1538" y="13248"/>
                            <a:pt x="-1034" y="8200"/>
                            <a:pt x="395" y="4295"/>
                          </a:cubicBezTo>
                          <a:cubicBezTo>
                            <a:pt x="1824" y="294"/>
                            <a:pt x="6777" y="-1134"/>
                            <a:pt x="11254" y="961"/>
                          </a:cubicBezTo>
                          <a:cubicBezTo>
                            <a:pt x="15825" y="3057"/>
                            <a:pt x="18302" y="7915"/>
                            <a:pt x="16873" y="11915"/>
                          </a:cubicBezTo>
                          <a:cubicBezTo>
                            <a:pt x="15540" y="15915"/>
                            <a:pt x="10682" y="17535"/>
                            <a:pt x="6110" y="1534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09" name="Forme libre : forme 1308">
                      <a:extLst>
                        <a:ext uri="{FF2B5EF4-FFF2-40B4-BE49-F238E27FC236}">
                          <a16:creationId xmlns:a16="http://schemas.microsoft.com/office/drawing/2014/main" id="{CCC6667B-2DD7-4605-A748-8EB20D295D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0653" y="4191095"/>
                      <a:ext cx="6072" cy="6154"/>
                    </a:xfrm>
                    <a:custGeom>
                      <a:avLst/>
                      <a:gdLst>
                        <a:gd name="connsiteX0" fmla="*/ 846 w 6072"/>
                        <a:gd name="connsiteY0" fmla="*/ 5062 h 6154"/>
                        <a:gd name="connsiteX1" fmla="*/ 941 w 6072"/>
                        <a:gd name="connsiteY1" fmla="*/ 680 h 6154"/>
                        <a:gd name="connsiteX2" fmla="*/ 5227 w 6072"/>
                        <a:gd name="connsiteY2" fmla="*/ 1061 h 6154"/>
                        <a:gd name="connsiteX3" fmla="*/ 5132 w 6072"/>
                        <a:gd name="connsiteY3" fmla="*/ 5443 h 6154"/>
                        <a:gd name="connsiteX4" fmla="*/ 846 w 6072"/>
                        <a:gd name="connsiteY4" fmla="*/ 5062 h 6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2" h="6154">
                          <a:moveTo>
                            <a:pt x="846" y="5062"/>
                          </a:moveTo>
                          <a:cubicBezTo>
                            <a:pt x="-297" y="3728"/>
                            <a:pt x="-297" y="1728"/>
                            <a:pt x="941" y="680"/>
                          </a:cubicBezTo>
                          <a:cubicBezTo>
                            <a:pt x="2179" y="-368"/>
                            <a:pt x="4084" y="-177"/>
                            <a:pt x="5227" y="1061"/>
                          </a:cubicBezTo>
                          <a:cubicBezTo>
                            <a:pt x="6370" y="2299"/>
                            <a:pt x="6370" y="4395"/>
                            <a:pt x="5132" y="5443"/>
                          </a:cubicBezTo>
                          <a:cubicBezTo>
                            <a:pt x="3894" y="6490"/>
                            <a:pt x="1989" y="6395"/>
                            <a:pt x="846" y="506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10" name="Graphique 15">
                    <a:extLst>
                      <a:ext uri="{FF2B5EF4-FFF2-40B4-BE49-F238E27FC236}">
                        <a16:creationId xmlns:a16="http://schemas.microsoft.com/office/drawing/2014/main" id="{8134BC38-964D-46B5-882A-9141DDFD38C2}"/>
                      </a:ext>
                    </a:extLst>
                  </p:cNvPr>
                  <p:cNvGrpSpPr/>
                  <p:nvPr/>
                </p:nvGrpSpPr>
                <p:grpSpPr>
                  <a:xfrm>
                    <a:off x="9504992" y="4161042"/>
                    <a:ext cx="36481" cy="39197"/>
                    <a:chOff x="9504992" y="4161042"/>
                    <a:chExt cx="36481" cy="39197"/>
                  </a:xfrm>
                  <a:solidFill>
                    <a:schemeClr val="accent1"/>
                  </a:solidFill>
                </p:grpSpPr>
                <p:sp>
                  <p:nvSpPr>
                    <p:cNvPr id="1311" name="Forme libre : forme 1310">
                      <a:extLst>
                        <a:ext uri="{FF2B5EF4-FFF2-40B4-BE49-F238E27FC236}">
                          <a16:creationId xmlns:a16="http://schemas.microsoft.com/office/drawing/2014/main" id="{75208072-F656-484A-9B2D-793C31D274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04992" y="4161042"/>
                      <a:ext cx="36481" cy="39197"/>
                    </a:xfrm>
                    <a:custGeom>
                      <a:avLst/>
                      <a:gdLst>
                        <a:gd name="connsiteX0" fmla="*/ 4786 w 36481"/>
                        <a:gd name="connsiteY0" fmla="*/ 31305 h 39197"/>
                        <a:gd name="connsiteX1" fmla="*/ 6120 w 36481"/>
                        <a:gd name="connsiteY1" fmla="*/ 3682 h 39197"/>
                        <a:gd name="connsiteX2" fmla="*/ 31932 w 36481"/>
                        <a:gd name="connsiteY2" fmla="*/ 7873 h 39197"/>
                        <a:gd name="connsiteX3" fmla="*/ 30694 w 36481"/>
                        <a:gd name="connsiteY3" fmla="*/ 35115 h 39197"/>
                        <a:gd name="connsiteX4" fmla="*/ 4786 w 36481"/>
                        <a:gd name="connsiteY4" fmla="*/ 31305 h 39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81" h="39197">
                          <a:moveTo>
                            <a:pt x="4786" y="31305"/>
                          </a:moveTo>
                          <a:cubicBezTo>
                            <a:pt x="-2072" y="22447"/>
                            <a:pt x="-1500" y="9969"/>
                            <a:pt x="6120" y="3682"/>
                          </a:cubicBezTo>
                          <a:cubicBezTo>
                            <a:pt x="13739" y="-2604"/>
                            <a:pt x="25360" y="-604"/>
                            <a:pt x="31932" y="7873"/>
                          </a:cubicBezTo>
                          <a:cubicBezTo>
                            <a:pt x="38504" y="16350"/>
                            <a:pt x="37838" y="28542"/>
                            <a:pt x="30694" y="35115"/>
                          </a:cubicBezTo>
                          <a:cubicBezTo>
                            <a:pt x="23455" y="41687"/>
                            <a:pt x="11454" y="40258"/>
                            <a:pt x="4786" y="3130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2" name="Forme libre : forme 1311">
                      <a:extLst>
                        <a:ext uri="{FF2B5EF4-FFF2-40B4-BE49-F238E27FC236}">
                          <a16:creationId xmlns:a16="http://schemas.microsoft.com/office/drawing/2014/main" id="{16BAD062-B7C2-41F6-80C4-C297576A95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04992" y="4161042"/>
                      <a:ext cx="36027" cy="37495"/>
                    </a:xfrm>
                    <a:custGeom>
                      <a:avLst/>
                      <a:gdLst>
                        <a:gd name="connsiteX0" fmla="*/ 17930 w 36027"/>
                        <a:gd name="connsiteY0" fmla="*/ 19303 h 37495"/>
                        <a:gd name="connsiteX1" fmla="*/ 36028 w 36027"/>
                        <a:gd name="connsiteY1" fmla="*/ 17112 h 37495"/>
                        <a:gd name="connsiteX2" fmla="*/ 31932 w 36027"/>
                        <a:gd name="connsiteY2" fmla="*/ 7873 h 37495"/>
                        <a:gd name="connsiteX3" fmla="*/ 6120 w 36027"/>
                        <a:gd name="connsiteY3" fmla="*/ 3682 h 37495"/>
                        <a:gd name="connsiteX4" fmla="*/ 4786 w 36027"/>
                        <a:gd name="connsiteY4" fmla="*/ 31305 h 37495"/>
                        <a:gd name="connsiteX5" fmla="*/ 12501 w 36027"/>
                        <a:gd name="connsiteY5" fmla="*/ 37496 h 37495"/>
                        <a:gd name="connsiteX6" fmla="*/ 17930 w 36027"/>
                        <a:gd name="connsiteY6" fmla="*/ 19303 h 374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027" h="37495">
                          <a:moveTo>
                            <a:pt x="17930" y="19303"/>
                          </a:moveTo>
                          <a:cubicBezTo>
                            <a:pt x="23074" y="14922"/>
                            <a:pt x="30027" y="14445"/>
                            <a:pt x="36028" y="17112"/>
                          </a:cubicBezTo>
                          <a:cubicBezTo>
                            <a:pt x="35456" y="13874"/>
                            <a:pt x="34123" y="10635"/>
                            <a:pt x="31932" y="7873"/>
                          </a:cubicBezTo>
                          <a:cubicBezTo>
                            <a:pt x="25360" y="-604"/>
                            <a:pt x="13739" y="-2604"/>
                            <a:pt x="6120" y="3682"/>
                          </a:cubicBezTo>
                          <a:cubicBezTo>
                            <a:pt x="-1500" y="9969"/>
                            <a:pt x="-2072" y="22447"/>
                            <a:pt x="4786" y="31305"/>
                          </a:cubicBezTo>
                          <a:cubicBezTo>
                            <a:pt x="6977" y="34162"/>
                            <a:pt x="9644" y="36162"/>
                            <a:pt x="12501" y="37496"/>
                          </a:cubicBezTo>
                          <a:cubicBezTo>
                            <a:pt x="11072" y="30638"/>
                            <a:pt x="12882" y="23590"/>
                            <a:pt x="17930" y="1930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3" name="Forme libre : forme 1312">
                      <a:extLst>
                        <a:ext uri="{FF2B5EF4-FFF2-40B4-BE49-F238E27FC236}">
                          <a16:creationId xmlns:a16="http://schemas.microsoft.com/office/drawing/2014/main" id="{4CF1756F-6146-4ACE-A40E-3D10DBBA22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11423" y="4179259"/>
                      <a:ext cx="17198" cy="17004"/>
                    </a:xfrm>
                    <a:custGeom>
                      <a:avLst/>
                      <a:gdLst>
                        <a:gd name="connsiteX0" fmla="*/ 5880 w 17198"/>
                        <a:gd name="connsiteY0" fmla="*/ 15851 h 17004"/>
                        <a:gd name="connsiteX1" fmla="*/ 450 w 17198"/>
                        <a:gd name="connsiteY1" fmla="*/ 4135 h 17004"/>
                        <a:gd name="connsiteX2" fmla="*/ 11404 w 17198"/>
                        <a:gd name="connsiteY2" fmla="*/ 1182 h 17004"/>
                        <a:gd name="connsiteX3" fmla="*/ 16738 w 17198"/>
                        <a:gd name="connsiteY3" fmla="*/ 12707 h 17004"/>
                        <a:gd name="connsiteX4" fmla="*/ 5880 w 17198"/>
                        <a:gd name="connsiteY4" fmla="*/ 15851 h 17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98" h="17004">
                          <a:moveTo>
                            <a:pt x="5880" y="15851"/>
                          </a:moveTo>
                          <a:cubicBezTo>
                            <a:pt x="1403" y="13469"/>
                            <a:pt x="-1074" y="8230"/>
                            <a:pt x="450" y="4135"/>
                          </a:cubicBezTo>
                          <a:cubicBezTo>
                            <a:pt x="1974" y="134"/>
                            <a:pt x="6928" y="-1199"/>
                            <a:pt x="11404" y="1182"/>
                          </a:cubicBezTo>
                          <a:cubicBezTo>
                            <a:pt x="15881" y="3563"/>
                            <a:pt x="18262" y="8707"/>
                            <a:pt x="16738" y="12707"/>
                          </a:cubicBezTo>
                          <a:cubicBezTo>
                            <a:pt x="15309" y="16803"/>
                            <a:pt x="10356" y="18232"/>
                            <a:pt x="5880" y="1585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4" name="Forme libre : forme 1313">
                      <a:extLst>
                        <a:ext uri="{FF2B5EF4-FFF2-40B4-BE49-F238E27FC236}">
                          <a16:creationId xmlns:a16="http://schemas.microsoft.com/office/drawing/2014/main" id="{1A4801DE-44FD-438C-A14B-703505E5E4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24408" y="4185145"/>
                      <a:ext cx="5983" cy="6497"/>
                    </a:xfrm>
                    <a:custGeom>
                      <a:avLst/>
                      <a:gdLst>
                        <a:gd name="connsiteX0" fmla="*/ 801 w 5983"/>
                        <a:gd name="connsiteY0" fmla="*/ 5202 h 6497"/>
                        <a:gd name="connsiteX1" fmla="*/ 991 w 5983"/>
                        <a:gd name="connsiteY1" fmla="*/ 630 h 6497"/>
                        <a:gd name="connsiteX2" fmla="*/ 5183 w 5983"/>
                        <a:gd name="connsiteY2" fmla="*/ 1296 h 6497"/>
                        <a:gd name="connsiteX3" fmla="*/ 4992 w 5983"/>
                        <a:gd name="connsiteY3" fmla="*/ 5868 h 6497"/>
                        <a:gd name="connsiteX4" fmla="*/ 801 w 5983"/>
                        <a:gd name="connsiteY4" fmla="*/ 5202 h 6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83" h="6497">
                          <a:moveTo>
                            <a:pt x="801" y="5202"/>
                          </a:moveTo>
                          <a:cubicBezTo>
                            <a:pt x="-342" y="3773"/>
                            <a:pt x="-247" y="1773"/>
                            <a:pt x="991" y="630"/>
                          </a:cubicBezTo>
                          <a:cubicBezTo>
                            <a:pt x="2230" y="-418"/>
                            <a:pt x="4135" y="-133"/>
                            <a:pt x="5183" y="1296"/>
                          </a:cubicBezTo>
                          <a:cubicBezTo>
                            <a:pt x="6325" y="2725"/>
                            <a:pt x="6230" y="4725"/>
                            <a:pt x="4992" y="5868"/>
                          </a:cubicBezTo>
                          <a:cubicBezTo>
                            <a:pt x="3849" y="6916"/>
                            <a:pt x="1944" y="6630"/>
                            <a:pt x="801" y="520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15" name="Graphique 15">
                  <a:extLst>
                    <a:ext uri="{FF2B5EF4-FFF2-40B4-BE49-F238E27FC236}">
                      <a16:creationId xmlns:a16="http://schemas.microsoft.com/office/drawing/2014/main" id="{AFDC4983-9A68-4D2B-B3C6-11CEAC805D79}"/>
                    </a:ext>
                  </a:extLst>
                </p:cNvPr>
                <p:cNvGrpSpPr/>
                <p:nvPr/>
              </p:nvGrpSpPr>
              <p:grpSpPr>
                <a:xfrm>
                  <a:off x="9424147" y="4216561"/>
                  <a:ext cx="99734" cy="73782"/>
                  <a:chOff x="9424147" y="4216561"/>
                  <a:chExt cx="99734" cy="73782"/>
                </a:xfrm>
                <a:solidFill>
                  <a:schemeClr val="accent1"/>
                </a:solidFill>
              </p:grpSpPr>
              <p:grpSp>
                <p:nvGrpSpPr>
                  <p:cNvPr id="1316" name="Graphique 15">
                    <a:extLst>
                      <a:ext uri="{FF2B5EF4-FFF2-40B4-BE49-F238E27FC236}">
                        <a16:creationId xmlns:a16="http://schemas.microsoft.com/office/drawing/2014/main" id="{5C4E9E23-E416-45A8-9A42-4E7BEAA5EC42}"/>
                      </a:ext>
                    </a:extLst>
                  </p:cNvPr>
                  <p:cNvGrpSpPr/>
                  <p:nvPr/>
                </p:nvGrpSpPr>
                <p:grpSpPr>
                  <a:xfrm>
                    <a:off x="9424147" y="4247521"/>
                    <a:ext cx="38101" cy="42822"/>
                    <a:chOff x="9424147" y="4247521"/>
                    <a:chExt cx="38101" cy="42822"/>
                  </a:xfrm>
                  <a:solidFill>
                    <a:schemeClr val="accent1"/>
                  </a:solidFill>
                </p:grpSpPr>
                <p:sp>
                  <p:nvSpPr>
                    <p:cNvPr id="1317" name="Forme libre : forme 1316">
                      <a:extLst>
                        <a:ext uri="{FF2B5EF4-FFF2-40B4-BE49-F238E27FC236}">
                          <a16:creationId xmlns:a16="http://schemas.microsoft.com/office/drawing/2014/main" id="{DD2D8CA4-E6C5-4B02-88CC-AA6F2C8B45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24147" y="4247521"/>
                      <a:ext cx="38101" cy="42822"/>
                    </a:xfrm>
                    <a:custGeom>
                      <a:avLst/>
                      <a:gdLst>
                        <a:gd name="connsiteX0" fmla="*/ 19051 w 38101"/>
                        <a:gd name="connsiteY0" fmla="*/ 452 h 42822"/>
                        <a:gd name="connsiteX1" fmla="*/ 38101 w 38101"/>
                        <a:gd name="connsiteY1" fmla="*/ 25217 h 42822"/>
                        <a:gd name="connsiteX2" fmla="*/ 19432 w 38101"/>
                        <a:gd name="connsiteY2" fmla="*/ 42458 h 42822"/>
                        <a:gd name="connsiteX3" fmla="*/ 1 w 38101"/>
                        <a:gd name="connsiteY3" fmla="*/ 17026 h 42822"/>
                        <a:gd name="connsiteX4" fmla="*/ 19051 w 38101"/>
                        <a:gd name="connsiteY4" fmla="*/ 452 h 428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01" h="42822">
                          <a:moveTo>
                            <a:pt x="19051" y="452"/>
                          </a:moveTo>
                          <a:cubicBezTo>
                            <a:pt x="29624" y="2834"/>
                            <a:pt x="38005" y="13692"/>
                            <a:pt x="38101" y="25217"/>
                          </a:cubicBezTo>
                          <a:cubicBezTo>
                            <a:pt x="38196" y="36743"/>
                            <a:pt x="29909" y="44648"/>
                            <a:pt x="19432" y="42458"/>
                          </a:cubicBezTo>
                          <a:cubicBezTo>
                            <a:pt x="8954" y="40267"/>
                            <a:pt x="96" y="28742"/>
                            <a:pt x="1" y="17026"/>
                          </a:cubicBezTo>
                          <a:cubicBezTo>
                            <a:pt x="-95" y="5310"/>
                            <a:pt x="8573" y="-1929"/>
                            <a:pt x="19051" y="45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8" name="Forme libre : forme 1317">
                      <a:extLst>
                        <a:ext uri="{FF2B5EF4-FFF2-40B4-BE49-F238E27FC236}">
                          <a16:creationId xmlns:a16="http://schemas.microsoft.com/office/drawing/2014/main" id="{F583B6DC-5E77-43F6-BCCD-6A0108539E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33959" y="4247572"/>
                      <a:ext cx="28290" cy="42771"/>
                    </a:xfrm>
                    <a:custGeom>
                      <a:avLst/>
                      <a:gdLst>
                        <a:gd name="connsiteX0" fmla="*/ 9715 w 28290"/>
                        <a:gd name="connsiteY0" fmla="*/ 21165 h 42771"/>
                        <a:gd name="connsiteX1" fmla="*/ 95 w 28290"/>
                        <a:gd name="connsiteY1" fmla="*/ 37548 h 42771"/>
                        <a:gd name="connsiteX2" fmla="*/ 9620 w 28290"/>
                        <a:gd name="connsiteY2" fmla="*/ 42406 h 42771"/>
                        <a:gd name="connsiteX3" fmla="*/ 28289 w 28290"/>
                        <a:gd name="connsiteY3" fmla="*/ 25166 h 42771"/>
                        <a:gd name="connsiteX4" fmla="*/ 9239 w 28290"/>
                        <a:gd name="connsiteY4" fmla="*/ 401 h 42771"/>
                        <a:gd name="connsiteX5" fmla="*/ 0 w 28290"/>
                        <a:gd name="connsiteY5" fmla="*/ 1068 h 42771"/>
                        <a:gd name="connsiteX6" fmla="*/ 9715 w 28290"/>
                        <a:gd name="connsiteY6" fmla="*/ 21165 h 42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290" h="42771">
                          <a:moveTo>
                            <a:pt x="9715" y="21165"/>
                          </a:moveTo>
                          <a:cubicBezTo>
                            <a:pt x="9811" y="29071"/>
                            <a:pt x="5905" y="35167"/>
                            <a:pt x="95" y="37548"/>
                          </a:cubicBezTo>
                          <a:cubicBezTo>
                            <a:pt x="2953" y="39930"/>
                            <a:pt x="6191" y="41739"/>
                            <a:pt x="9620" y="42406"/>
                          </a:cubicBezTo>
                          <a:cubicBezTo>
                            <a:pt x="20193" y="44597"/>
                            <a:pt x="28385" y="36691"/>
                            <a:pt x="28289" y="25166"/>
                          </a:cubicBezTo>
                          <a:cubicBezTo>
                            <a:pt x="28194" y="13640"/>
                            <a:pt x="19812" y="2687"/>
                            <a:pt x="9239" y="401"/>
                          </a:cubicBezTo>
                          <a:cubicBezTo>
                            <a:pt x="5905" y="-361"/>
                            <a:pt x="2762" y="20"/>
                            <a:pt x="0" y="1068"/>
                          </a:cubicBezTo>
                          <a:cubicBezTo>
                            <a:pt x="5810" y="5925"/>
                            <a:pt x="9715" y="13355"/>
                            <a:pt x="9715" y="2116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19" name="Forme libre : forme 1318">
                      <a:extLst>
                        <a:ext uri="{FF2B5EF4-FFF2-40B4-BE49-F238E27FC236}">
                          <a16:creationId xmlns:a16="http://schemas.microsoft.com/office/drawing/2014/main" id="{F4DC21DE-DD5A-41AC-86E8-9B9D900A7A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31066" y="4251112"/>
                      <a:ext cx="17898" cy="17959"/>
                    </a:xfrm>
                    <a:custGeom>
                      <a:avLst/>
                      <a:gdLst>
                        <a:gd name="connsiteX0" fmla="*/ 5465 w 17898"/>
                        <a:gd name="connsiteY0" fmla="*/ 386 h 17959"/>
                        <a:gd name="connsiteX1" fmla="*/ 17181 w 17898"/>
                        <a:gd name="connsiteY1" fmla="*/ 6291 h 17959"/>
                        <a:gd name="connsiteX2" fmla="*/ 12514 w 17898"/>
                        <a:gd name="connsiteY2" fmla="*/ 17531 h 17959"/>
                        <a:gd name="connsiteX3" fmla="*/ 702 w 17898"/>
                        <a:gd name="connsiteY3" fmla="*/ 11625 h 17959"/>
                        <a:gd name="connsiteX4" fmla="*/ 5465 w 17898"/>
                        <a:gd name="connsiteY4" fmla="*/ 386 h 17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98" h="17959">
                          <a:moveTo>
                            <a:pt x="5465" y="386"/>
                          </a:moveTo>
                          <a:cubicBezTo>
                            <a:pt x="10037" y="-1043"/>
                            <a:pt x="15276" y="1624"/>
                            <a:pt x="17181" y="6291"/>
                          </a:cubicBezTo>
                          <a:cubicBezTo>
                            <a:pt x="19086" y="10959"/>
                            <a:pt x="17085" y="16007"/>
                            <a:pt x="12514" y="17531"/>
                          </a:cubicBezTo>
                          <a:cubicBezTo>
                            <a:pt x="8037" y="19055"/>
                            <a:pt x="2703" y="16388"/>
                            <a:pt x="702" y="11625"/>
                          </a:cubicBezTo>
                          <a:cubicBezTo>
                            <a:pt x="-1202" y="6768"/>
                            <a:pt x="893" y="1814"/>
                            <a:pt x="5465" y="38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0" name="Forme libre : forme 1319">
                      <a:extLst>
                        <a:ext uri="{FF2B5EF4-FFF2-40B4-BE49-F238E27FC236}">
                          <a16:creationId xmlns:a16="http://schemas.microsoft.com/office/drawing/2014/main" id="{26602CA0-0CC0-4542-A573-D1A62F23A6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31768" y="4261715"/>
                      <a:ext cx="6286" cy="7090"/>
                    </a:xfrm>
                    <a:custGeom>
                      <a:avLst/>
                      <a:gdLst>
                        <a:gd name="connsiteX0" fmla="*/ 3143 w 6286"/>
                        <a:gd name="connsiteY0" fmla="*/ 69 h 7090"/>
                        <a:gd name="connsiteX1" fmla="*/ 6287 w 6286"/>
                        <a:gd name="connsiteY1" fmla="*/ 4260 h 7090"/>
                        <a:gd name="connsiteX2" fmla="*/ 3143 w 6286"/>
                        <a:gd name="connsiteY2" fmla="*/ 7022 h 7090"/>
                        <a:gd name="connsiteX3" fmla="*/ 0 w 6286"/>
                        <a:gd name="connsiteY3" fmla="*/ 2831 h 7090"/>
                        <a:gd name="connsiteX4" fmla="*/ 3143 w 6286"/>
                        <a:gd name="connsiteY4" fmla="*/ 69 h 7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86" h="7090">
                          <a:moveTo>
                            <a:pt x="3143" y="69"/>
                          </a:moveTo>
                          <a:cubicBezTo>
                            <a:pt x="4858" y="450"/>
                            <a:pt x="6287" y="2355"/>
                            <a:pt x="6287" y="4260"/>
                          </a:cubicBezTo>
                          <a:cubicBezTo>
                            <a:pt x="6287" y="6165"/>
                            <a:pt x="4953" y="7403"/>
                            <a:pt x="3143" y="7022"/>
                          </a:cubicBezTo>
                          <a:cubicBezTo>
                            <a:pt x="1429" y="6641"/>
                            <a:pt x="0" y="4736"/>
                            <a:pt x="0" y="2831"/>
                          </a:cubicBezTo>
                          <a:cubicBezTo>
                            <a:pt x="0" y="926"/>
                            <a:pt x="1429" y="-312"/>
                            <a:pt x="3143" y="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1" name="Graphique 15">
                    <a:extLst>
                      <a:ext uri="{FF2B5EF4-FFF2-40B4-BE49-F238E27FC236}">
                        <a16:creationId xmlns:a16="http://schemas.microsoft.com/office/drawing/2014/main" id="{78AB8497-8235-40A0-BF34-C14A2E300EDA}"/>
                      </a:ext>
                    </a:extLst>
                  </p:cNvPr>
                  <p:cNvGrpSpPr/>
                  <p:nvPr/>
                </p:nvGrpSpPr>
                <p:grpSpPr>
                  <a:xfrm>
                    <a:off x="9458914" y="4238307"/>
                    <a:ext cx="37627" cy="41715"/>
                    <a:chOff x="9458914" y="4238307"/>
                    <a:chExt cx="37627" cy="41715"/>
                  </a:xfrm>
                  <a:solidFill>
                    <a:schemeClr val="accent1"/>
                  </a:solidFill>
                </p:grpSpPr>
                <p:sp>
                  <p:nvSpPr>
                    <p:cNvPr id="1322" name="Forme libre : forme 1321">
                      <a:extLst>
                        <a:ext uri="{FF2B5EF4-FFF2-40B4-BE49-F238E27FC236}">
                          <a16:creationId xmlns:a16="http://schemas.microsoft.com/office/drawing/2014/main" id="{5CE45A05-1133-4447-A04F-67424517DC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58914" y="4238377"/>
                      <a:ext cx="37627" cy="41645"/>
                    </a:xfrm>
                    <a:custGeom>
                      <a:avLst/>
                      <a:gdLst>
                        <a:gd name="connsiteX0" fmla="*/ 19050 w 37627"/>
                        <a:gd name="connsiteY0" fmla="*/ 357 h 41645"/>
                        <a:gd name="connsiteX1" fmla="*/ 37624 w 37627"/>
                        <a:gd name="connsiteY1" fmla="*/ 24169 h 41645"/>
                        <a:gd name="connsiteX2" fmla="*/ 19050 w 37627"/>
                        <a:gd name="connsiteY2" fmla="*/ 41410 h 41645"/>
                        <a:gd name="connsiteX3" fmla="*/ 0 w 37627"/>
                        <a:gd name="connsiteY3" fmla="*/ 17026 h 41645"/>
                        <a:gd name="connsiteX4" fmla="*/ 19050 w 37627"/>
                        <a:gd name="connsiteY4" fmla="*/ 357 h 41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627" h="41645">
                          <a:moveTo>
                            <a:pt x="19050" y="357"/>
                          </a:moveTo>
                          <a:cubicBezTo>
                            <a:pt x="29432" y="2452"/>
                            <a:pt x="37624" y="12930"/>
                            <a:pt x="37624" y="24169"/>
                          </a:cubicBezTo>
                          <a:cubicBezTo>
                            <a:pt x="37814" y="35314"/>
                            <a:pt x="29718" y="43124"/>
                            <a:pt x="19050" y="41410"/>
                          </a:cubicBezTo>
                          <a:cubicBezTo>
                            <a:pt x="8477" y="39695"/>
                            <a:pt x="0" y="28456"/>
                            <a:pt x="0" y="17026"/>
                          </a:cubicBezTo>
                          <a:cubicBezTo>
                            <a:pt x="0" y="5596"/>
                            <a:pt x="8668" y="-1739"/>
                            <a:pt x="19050" y="35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3" name="Forme libre : forme 1322">
                      <a:extLst>
                        <a:ext uri="{FF2B5EF4-FFF2-40B4-BE49-F238E27FC236}">
                          <a16:creationId xmlns:a16="http://schemas.microsoft.com/office/drawing/2014/main" id="{C30260A3-B6B8-4287-9633-025C82759C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8439" y="4238307"/>
                      <a:ext cx="28006" cy="41620"/>
                    </a:xfrm>
                    <a:custGeom>
                      <a:avLst/>
                      <a:gdLst>
                        <a:gd name="connsiteX0" fmla="*/ 9716 w 28006"/>
                        <a:gd name="connsiteY0" fmla="*/ 20715 h 41620"/>
                        <a:gd name="connsiteX1" fmla="*/ 0 w 28006"/>
                        <a:gd name="connsiteY1" fmla="*/ 36908 h 41620"/>
                        <a:gd name="connsiteX2" fmla="*/ 9430 w 28006"/>
                        <a:gd name="connsiteY2" fmla="*/ 41384 h 41620"/>
                        <a:gd name="connsiteX3" fmla="*/ 28004 w 28006"/>
                        <a:gd name="connsiteY3" fmla="*/ 24144 h 41620"/>
                        <a:gd name="connsiteX4" fmla="*/ 9430 w 28006"/>
                        <a:gd name="connsiteY4" fmla="*/ 332 h 41620"/>
                        <a:gd name="connsiteX5" fmla="*/ 286 w 28006"/>
                        <a:gd name="connsiteY5" fmla="*/ 1094 h 41620"/>
                        <a:gd name="connsiteX6" fmla="*/ 9716 w 28006"/>
                        <a:gd name="connsiteY6" fmla="*/ 20715 h 4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006" h="41620">
                          <a:moveTo>
                            <a:pt x="9716" y="20715"/>
                          </a:moveTo>
                          <a:cubicBezTo>
                            <a:pt x="9716" y="28430"/>
                            <a:pt x="5810" y="34431"/>
                            <a:pt x="0" y="36908"/>
                          </a:cubicBezTo>
                          <a:cubicBezTo>
                            <a:pt x="2762" y="39194"/>
                            <a:pt x="6001" y="40908"/>
                            <a:pt x="9430" y="41384"/>
                          </a:cubicBezTo>
                          <a:cubicBezTo>
                            <a:pt x="20098" y="43099"/>
                            <a:pt x="28194" y="35288"/>
                            <a:pt x="28004" y="24144"/>
                          </a:cubicBezTo>
                          <a:cubicBezTo>
                            <a:pt x="28099" y="12905"/>
                            <a:pt x="19907" y="2427"/>
                            <a:pt x="9430" y="332"/>
                          </a:cubicBezTo>
                          <a:cubicBezTo>
                            <a:pt x="6096" y="-335"/>
                            <a:pt x="3048" y="46"/>
                            <a:pt x="286" y="1094"/>
                          </a:cubicBezTo>
                          <a:cubicBezTo>
                            <a:pt x="6001" y="5856"/>
                            <a:pt x="9811" y="13095"/>
                            <a:pt x="9716" y="2071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4" name="Forme libre : forme 1323">
                      <a:extLst>
                        <a:ext uri="{FF2B5EF4-FFF2-40B4-BE49-F238E27FC236}">
                          <a16:creationId xmlns:a16="http://schemas.microsoft.com/office/drawing/2014/main" id="{C80F25D5-734D-4E1B-AB08-E7AA1E0432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5832" y="4241904"/>
                      <a:ext cx="17694" cy="17604"/>
                    </a:xfrm>
                    <a:custGeom>
                      <a:avLst/>
                      <a:gdLst>
                        <a:gd name="connsiteX0" fmla="*/ 5465 w 17694"/>
                        <a:gd name="connsiteY0" fmla="*/ 450 h 17604"/>
                        <a:gd name="connsiteX1" fmla="*/ 16990 w 17694"/>
                        <a:gd name="connsiteY1" fmla="*/ 5974 h 17604"/>
                        <a:gd name="connsiteX2" fmla="*/ 12323 w 17694"/>
                        <a:gd name="connsiteY2" fmla="*/ 17118 h 17604"/>
                        <a:gd name="connsiteX3" fmla="*/ 703 w 17694"/>
                        <a:gd name="connsiteY3" fmla="*/ 11594 h 17604"/>
                        <a:gd name="connsiteX4" fmla="*/ 5465 w 17694"/>
                        <a:gd name="connsiteY4" fmla="*/ 450 h 17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94" h="17604">
                          <a:moveTo>
                            <a:pt x="5465" y="450"/>
                          </a:moveTo>
                          <a:cubicBezTo>
                            <a:pt x="9942" y="-1074"/>
                            <a:pt x="15180" y="1402"/>
                            <a:pt x="16990" y="5974"/>
                          </a:cubicBezTo>
                          <a:cubicBezTo>
                            <a:pt x="18895" y="10546"/>
                            <a:pt x="16800" y="15499"/>
                            <a:pt x="12323" y="17118"/>
                          </a:cubicBezTo>
                          <a:cubicBezTo>
                            <a:pt x="7846" y="18737"/>
                            <a:pt x="2607" y="16166"/>
                            <a:pt x="703" y="11594"/>
                          </a:cubicBezTo>
                          <a:cubicBezTo>
                            <a:pt x="-1203" y="6831"/>
                            <a:pt x="893" y="1878"/>
                            <a:pt x="5465" y="45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5" name="Forme libre : forme 1324">
                      <a:extLst>
                        <a:ext uri="{FF2B5EF4-FFF2-40B4-BE49-F238E27FC236}">
                          <a16:creationId xmlns:a16="http://schemas.microsoft.com/office/drawing/2014/main" id="{885C12F5-C6AE-412F-A885-EB0C69E8CE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6344" y="4252381"/>
                      <a:ext cx="6286" cy="6900"/>
                    </a:xfrm>
                    <a:custGeom>
                      <a:avLst/>
                      <a:gdLst>
                        <a:gd name="connsiteX0" fmla="*/ 3238 w 6286"/>
                        <a:gd name="connsiteY0" fmla="*/ 69 h 6900"/>
                        <a:gd name="connsiteX1" fmla="*/ 6287 w 6286"/>
                        <a:gd name="connsiteY1" fmla="*/ 4069 h 6900"/>
                        <a:gd name="connsiteX2" fmla="*/ 3143 w 6286"/>
                        <a:gd name="connsiteY2" fmla="*/ 6832 h 6900"/>
                        <a:gd name="connsiteX3" fmla="*/ 0 w 6286"/>
                        <a:gd name="connsiteY3" fmla="*/ 2831 h 6900"/>
                        <a:gd name="connsiteX4" fmla="*/ 3238 w 6286"/>
                        <a:gd name="connsiteY4" fmla="*/ 69 h 6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86" h="6900">
                          <a:moveTo>
                            <a:pt x="3238" y="69"/>
                          </a:moveTo>
                          <a:cubicBezTo>
                            <a:pt x="4953" y="450"/>
                            <a:pt x="6287" y="2164"/>
                            <a:pt x="6287" y="4069"/>
                          </a:cubicBezTo>
                          <a:cubicBezTo>
                            <a:pt x="6287" y="5974"/>
                            <a:pt x="4858" y="7213"/>
                            <a:pt x="3143" y="6832"/>
                          </a:cubicBezTo>
                          <a:cubicBezTo>
                            <a:pt x="1429" y="6450"/>
                            <a:pt x="0" y="4736"/>
                            <a:pt x="0" y="2831"/>
                          </a:cubicBezTo>
                          <a:cubicBezTo>
                            <a:pt x="95" y="926"/>
                            <a:pt x="1524" y="-312"/>
                            <a:pt x="3238" y="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26" name="Graphique 15">
                    <a:extLst>
                      <a:ext uri="{FF2B5EF4-FFF2-40B4-BE49-F238E27FC236}">
                        <a16:creationId xmlns:a16="http://schemas.microsoft.com/office/drawing/2014/main" id="{308B0F50-A379-4F98-BBB4-57DEEFD155C1}"/>
                      </a:ext>
                    </a:extLst>
                  </p:cNvPr>
                  <p:cNvGrpSpPr/>
                  <p:nvPr/>
                </p:nvGrpSpPr>
                <p:grpSpPr>
                  <a:xfrm>
                    <a:off x="9486534" y="4216561"/>
                    <a:ext cx="37348" cy="40580"/>
                    <a:chOff x="9486534" y="4216561"/>
                    <a:chExt cx="37348" cy="40580"/>
                  </a:xfrm>
                  <a:solidFill>
                    <a:schemeClr val="accent1"/>
                  </a:solidFill>
                </p:grpSpPr>
                <p:sp>
                  <p:nvSpPr>
                    <p:cNvPr id="1327" name="Forme libre : forme 1326">
                      <a:extLst>
                        <a:ext uri="{FF2B5EF4-FFF2-40B4-BE49-F238E27FC236}">
                          <a16:creationId xmlns:a16="http://schemas.microsoft.com/office/drawing/2014/main" id="{5B8FCC3A-DF2B-4A5B-A217-DD82F142D1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6534" y="4216615"/>
                      <a:ext cx="37253" cy="40526"/>
                    </a:xfrm>
                    <a:custGeom>
                      <a:avLst/>
                      <a:gdLst>
                        <a:gd name="connsiteX0" fmla="*/ 19244 w 37253"/>
                        <a:gd name="connsiteY0" fmla="*/ 307 h 40526"/>
                        <a:gd name="connsiteX1" fmla="*/ 37246 w 37253"/>
                        <a:gd name="connsiteY1" fmla="*/ 23262 h 40526"/>
                        <a:gd name="connsiteX2" fmla="*/ 18387 w 37253"/>
                        <a:gd name="connsiteY2" fmla="*/ 40312 h 40526"/>
                        <a:gd name="connsiteX3" fmla="*/ 3 w 37253"/>
                        <a:gd name="connsiteY3" fmla="*/ 16785 h 40526"/>
                        <a:gd name="connsiteX4" fmla="*/ 19244 w 37253"/>
                        <a:gd name="connsiteY4" fmla="*/ 307 h 40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253" h="40526">
                          <a:moveTo>
                            <a:pt x="19244" y="307"/>
                          </a:moveTo>
                          <a:cubicBezTo>
                            <a:pt x="29531" y="2212"/>
                            <a:pt x="37532" y="12308"/>
                            <a:pt x="37246" y="23262"/>
                          </a:cubicBezTo>
                          <a:cubicBezTo>
                            <a:pt x="36960" y="34216"/>
                            <a:pt x="28864" y="41931"/>
                            <a:pt x="18387" y="40312"/>
                          </a:cubicBezTo>
                          <a:cubicBezTo>
                            <a:pt x="8100" y="38597"/>
                            <a:pt x="-187" y="27929"/>
                            <a:pt x="3" y="16785"/>
                          </a:cubicBezTo>
                          <a:cubicBezTo>
                            <a:pt x="194" y="5546"/>
                            <a:pt x="8957" y="-1598"/>
                            <a:pt x="19244" y="30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8" name="Forme libre : forme 1327">
                      <a:extLst>
                        <a:ext uri="{FF2B5EF4-FFF2-40B4-BE49-F238E27FC236}">
                          <a16:creationId xmlns:a16="http://schemas.microsoft.com/office/drawing/2014/main" id="{40E60FDB-71DD-4BD0-BBBE-6EA03A424B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5776" y="4216561"/>
                      <a:ext cx="28106" cy="40485"/>
                    </a:xfrm>
                    <a:custGeom>
                      <a:avLst/>
                      <a:gdLst>
                        <a:gd name="connsiteX0" fmla="*/ 9906 w 28106"/>
                        <a:gd name="connsiteY0" fmla="*/ 20077 h 40485"/>
                        <a:gd name="connsiteX1" fmla="*/ 0 w 28106"/>
                        <a:gd name="connsiteY1" fmla="*/ 35889 h 40485"/>
                        <a:gd name="connsiteX2" fmla="*/ 9239 w 28106"/>
                        <a:gd name="connsiteY2" fmla="*/ 40270 h 40485"/>
                        <a:gd name="connsiteX3" fmla="*/ 28099 w 28106"/>
                        <a:gd name="connsiteY3" fmla="*/ 23221 h 40485"/>
                        <a:gd name="connsiteX4" fmla="*/ 10097 w 28106"/>
                        <a:gd name="connsiteY4" fmla="*/ 266 h 40485"/>
                        <a:gd name="connsiteX5" fmla="*/ 1048 w 28106"/>
                        <a:gd name="connsiteY5" fmla="*/ 1123 h 40485"/>
                        <a:gd name="connsiteX6" fmla="*/ 9906 w 28106"/>
                        <a:gd name="connsiteY6" fmla="*/ 20077 h 40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106" h="40485">
                          <a:moveTo>
                            <a:pt x="9906" y="20077"/>
                          </a:moveTo>
                          <a:cubicBezTo>
                            <a:pt x="9716" y="27602"/>
                            <a:pt x="5715" y="33508"/>
                            <a:pt x="0" y="35889"/>
                          </a:cubicBezTo>
                          <a:cubicBezTo>
                            <a:pt x="2762" y="38080"/>
                            <a:pt x="5810" y="39699"/>
                            <a:pt x="9239" y="40270"/>
                          </a:cubicBezTo>
                          <a:cubicBezTo>
                            <a:pt x="19622" y="41890"/>
                            <a:pt x="27813" y="34175"/>
                            <a:pt x="28099" y="23221"/>
                          </a:cubicBezTo>
                          <a:cubicBezTo>
                            <a:pt x="28385" y="12267"/>
                            <a:pt x="20384" y="2170"/>
                            <a:pt x="10097" y="266"/>
                          </a:cubicBezTo>
                          <a:cubicBezTo>
                            <a:pt x="6858" y="-306"/>
                            <a:pt x="3715" y="75"/>
                            <a:pt x="1048" y="1123"/>
                          </a:cubicBezTo>
                          <a:cubicBezTo>
                            <a:pt x="6477" y="5695"/>
                            <a:pt x="10097" y="12648"/>
                            <a:pt x="9906" y="2007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29" name="Forme libre : forme 1328">
                      <a:extLst>
                        <a:ext uri="{FF2B5EF4-FFF2-40B4-BE49-F238E27FC236}">
                          <a16:creationId xmlns:a16="http://schemas.microsoft.com/office/drawing/2014/main" id="{0234AA86-D50E-43CE-A46C-7ADDA2152F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3523" y="4219984"/>
                      <a:ext cx="17557" cy="17067"/>
                    </a:xfrm>
                    <a:custGeom>
                      <a:avLst/>
                      <a:gdLst>
                        <a:gd name="connsiteX0" fmla="*/ 5587 w 17557"/>
                        <a:gd name="connsiteY0" fmla="*/ 461 h 17067"/>
                        <a:gd name="connsiteX1" fmla="*/ 16922 w 17557"/>
                        <a:gd name="connsiteY1" fmla="*/ 5700 h 17067"/>
                        <a:gd name="connsiteX2" fmla="*/ 12064 w 17557"/>
                        <a:gd name="connsiteY2" fmla="*/ 16558 h 17067"/>
                        <a:gd name="connsiteX3" fmla="*/ 634 w 17557"/>
                        <a:gd name="connsiteY3" fmla="*/ 11320 h 17067"/>
                        <a:gd name="connsiteX4" fmla="*/ 5587 w 17557"/>
                        <a:gd name="connsiteY4" fmla="*/ 461 h 170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57" h="17067">
                          <a:moveTo>
                            <a:pt x="5587" y="461"/>
                          </a:moveTo>
                          <a:cubicBezTo>
                            <a:pt x="10064" y="-1063"/>
                            <a:pt x="15207" y="1319"/>
                            <a:pt x="16922" y="5700"/>
                          </a:cubicBezTo>
                          <a:cubicBezTo>
                            <a:pt x="18732" y="10082"/>
                            <a:pt x="16541" y="14939"/>
                            <a:pt x="12064" y="16558"/>
                          </a:cubicBezTo>
                          <a:cubicBezTo>
                            <a:pt x="7588" y="18178"/>
                            <a:pt x="2444" y="15797"/>
                            <a:pt x="634" y="11320"/>
                          </a:cubicBezTo>
                          <a:cubicBezTo>
                            <a:pt x="-1176" y="6843"/>
                            <a:pt x="1015" y="1985"/>
                            <a:pt x="5587" y="46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0" name="Forme libre : forme 1329">
                      <a:extLst>
                        <a:ext uri="{FF2B5EF4-FFF2-40B4-BE49-F238E27FC236}">
                          <a16:creationId xmlns:a16="http://schemas.microsoft.com/office/drawing/2014/main" id="{1D16A0A1-68B7-4BA7-AAA8-832747D31D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3967" y="4230279"/>
                      <a:ext cx="6195" cy="6686"/>
                    </a:xfrm>
                    <a:custGeom>
                      <a:avLst/>
                      <a:gdLst>
                        <a:gd name="connsiteX0" fmla="*/ 3238 w 6195"/>
                        <a:gd name="connsiteY0" fmla="*/ 73 h 6686"/>
                        <a:gd name="connsiteX1" fmla="*/ 6191 w 6195"/>
                        <a:gd name="connsiteY1" fmla="*/ 3883 h 6686"/>
                        <a:gd name="connsiteX2" fmla="*/ 3048 w 6195"/>
                        <a:gd name="connsiteY2" fmla="*/ 6645 h 6686"/>
                        <a:gd name="connsiteX3" fmla="*/ 0 w 6195"/>
                        <a:gd name="connsiteY3" fmla="*/ 2740 h 6686"/>
                        <a:gd name="connsiteX4" fmla="*/ 3238 w 6195"/>
                        <a:gd name="connsiteY4" fmla="*/ 73 h 6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5" h="6686">
                          <a:moveTo>
                            <a:pt x="3238" y="73"/>
                          </a:moveTo>
                          <a:cubicBezTo>
                            <a:pt x="4953" y="359"/>
                            <a:pt x="6286" y="2073"/>
                            <a:pt x="6191" y="3883"/>
                          </a:cubicBezTo>
                          <a:cubicBezTo>
                            <a:pt x="6191" y="5693"/>
                            <a:pt x="4763" y="6931"/>
                            <a:pt x="3048" y="6645"/>
                          </a:cubicBezTo>
                          <a:cubicBezTo>
                            <a:pt x="1333" y="6360"/>
                            <a:pt x="0" y="4645"/>
                            <a:pt x="0" y="2740"/>
                          </a:cubicBezTo>
                          <a:cubicBezTo>
                            <a:pt x="0" y="835"/>
                            <a:pt x="1619" y="-308"/>
                            <a:pt x="3238" y="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31" name="Graphique 15">
                  <a:extLst>
                    <a:ext uri="{FF2B5EF4-FFF2-40B4-BE49-F238E27FC236}">
                      <a16:creationId xmlns:a16="http://schemas.microsoft.com/office/drawing/2014/main" id="{19D90C03-38A6-4DB7-A557-38A15B12FB0E}"/>
                    </a:ext>
                  </a:extLst>
                </p:cNvPr>
                <p:cNvGrpSpPr/>
                <p:nvPr/>
              </p:nvGrpSpPr>
              <p:grpSpPr>
                <a:xfrm>
                  <a:off x="9505862" y="4372766"/>
                  <a:ext cx="114400" cy="46895"/>
                  <a:chOff x="9505862" y="4372766"/>
                  <a:chExt cx="114400" cy="46895"/>
                </a:xfrm>
                <a:solidFill>
                  <a:schemeClr val="accent1"/>
                </a:solidFill>
              </p:grpSpPr>
              <p:grpSp>
                <p:nvGrpSpPr>
                  <p:cNvPr id="1332" name="Graphique 15">
                    <a:extLst>
                      <a:ext uri="{FF2B5EF4-FFF2-40B4-BE49-F238E27FC236}">
                        <a16:creationId xmlns:a16="http://schemas.microsoft.com/office/drawing/2014/main" id="{5D1C272C-8125-41FA-8D32-BD572BE8A3A7}"/>
                      </a:ext>
                    </a:extLst>
                  </p:cNvPr>
                  <p:cNvGrpSpPr/>
                  <p:nvPr/>
                </p:nvGrpSpPr>
                <p:grpSpPr>
                  <a:xfrm>
                    <a:off x="9581491" y="4379658"/>
                    <a:ext cx="38772" cy="39804"/>
                    <a:chOff x="9581491" y="4379658"/>
                    <a:chExt cx="38772" cy="39804"/>
                  </a:xfrm>
                  <a:solidFill>
                    <a:schemeClr val="accent1"/>
                  </a:solidFill>
                </p:grpSpPr>
                <p:sp>
                  <p:nvSpPr>
                    <p:cNvPr id="1333" name="Forme libre : forme 1332">
                      <a:extLst>
                        <a:ext uri="{FF2B5EF4-FFF2-40B4-BE49-F238E27FC236}">
                          <a16:creationId xmlns:a16="http://schemas.microsoft.com/office/drawing/2014/main" id="{8AAB0F81-AB8B-4BE3-8135-7DF733381B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1491" y="4379658"/>
                      <a:ext cx="38772" cy="39804"/>
                    </a:xfrm>
                    <a:custGeom>
                      <a:avLst/>
                      <a:gdLst>
                        <a:gd name="connsiteX0" fmla="*/ 12393 w 38772"/>
                        <a:gd name="connsiteY0" fmla="*/ 36812 h 39804"/>
                        <a:gd name="connsiteX1" fmla="*/ 1439 w 38772"/>
                        <a:gd name="connsiteY1" fmla="*/ 9190 h 39804"/>
                        <a:gd name="connsiteX2" fmla="*/ 26776 w 38772"/>
                        <a:gd name="connsiteY2" fmla="*/ 2998 h 39804"/>
                        <a:gd name="connsiteX3" fmla="*/ 37539 w 38772"/>
                        <a:gd name="connsiteY3" fmla="*/ 30145 h 39804"/>
                        <a:gd name="connsiteX4" fmla="*/ 12393 w 38772"/>
                        <a:gd name="connsiteY4" fmla="*/ 36812 h 39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772" h="39804">
                          <a:moveTo>
                            <a:pt x="12393" y="36812"/>
                          </a:moveTo>
                          <a:cubicBezTo>
                            <a:pt x="2297" y="30907"/>
                            <a:pt x="-2657" y="18334"/>
                            <a:pt x="1439" y="9190"/>
                          </a:cubicBezTo>
                          <a:cubicBezTo>
                            <a:pt x="5535" y="-50"/>
                            <a:pt x="16965" y="-2717"/>
                            <a:pt x="26776" y="2998"/>
                          </a:cubicBezTo>
                          <a:cubicBezTo>
                            <a:pt x="36587" y="8618"/>
                            <a:pt x="41159" y="20810"/>
                            <a:pt x="37539" y="30145"/>
                          </a:cubicBezTo>
                          <a:cubicBezTo>
                            <a:pt x="33920" y="39384"/>
                            <a:pt x="22394" y="42813"/>
                            <a:pt x="12393" y="3681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4" name="Forme libre : forme 1333">
                      <a:extLst>
                        <a:ext uri="{FF2B5EF4-FFF2-40B4-BE49-F238E27FC236}">
                          <a16:creationId xmlns:a16="http://schemas.microsoft.com/office/drawing/2014/main" id="{00F90656-5DBC-4611-9DA1-BF838DA8EA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1491" y="4379658"/>
                      <a:ext cx="34586" cy="39669"/>
                    </a:xfrm>
                    <a:custGeom>
                      <a:avLst/>
                      <a:gdLst>
                        <a:gd name="connsiteX0" fmla="*/ 19060 w 34586"/>
                        <a:gd name="connsiteY0" fmla="*/ 19667 h 39669"/>
                        <a:gd name="connsiteX1" fmla="*/ 34586 w 34586"/>
                        <a:gd name="connsiteY1" fmla="*/ 10333 h 39669"/>
                        <a:gd name="connsiteX2" fmla="*/ 26776 w 34586"/>
                        <a:gd name="connsiteY2" fmla="*/ 2998 h 39669"/>
                        <a:gd name="connsiteX3" fmla="*/ 1439 w 34586"/>
                        <a:gd name="connsiteY3" fmla="*/ 9190 h 39669"/>
                        <a:gd name="connsiteX4" fmla="*/ 12393 w 34586"/>
                        <a:gd name="connsiteY4" fmla="*/ 36812 h 39669"/>
                        <a:gd name="connsiteX5" fmla="*/ 22013 w 34586"/>
                        <a:gd name="connsiteY5" fmla="*/ 39670 h 39669"/>
                        <a:gd name="connsiteX6" fmla="*/ 19060 w 34586"/>
                        <a:gd name="connsiteY6" fmla="*/ 19667 h 39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86" h="39669">
                          <a:moveTo>
                            <a:pt x="19060" y="19667"/>
                          </a:moveTo>
                          <a:cubicBezTo>
                            <a:pt x="21727" y="13285"/>
                            <a:pt x="27919" y="10047"/>
                            <a:pt x="34586" y="10333"/>
                          </a:cubicBezTo>
                          <a:cubicBezTo>
                            <a:pt x="32586" y="7380"/>
                            <a:pt x="30014" y="4808"/>
                            <a:pt x="26776" y="2998"/>
                          </a:cubicBezTo>
                          <a:cubicBezTo>
                            <a:pt x="16965" y="-2717"/>
                            <a:pt x="5535" y="-50"/>
                            <a:pt x="1439" y="9190"/>
                          </a:cubicBezTo>
                          <a:cubicBezTo>
                            <a:pt x="-2657" y="18429"/>
                            <a:pt x="2297" y="30907"/>
                            <a:pt x="12393" y="36812"/>
                          </a:cubicBezTo>
                          <a:cubicBezTo>
                            <a:pt x="15632" y="38717"/>
                            <a:pt x="18870" y="39575"/>
                            <a:pt x="22013" y="39670"/>
                          </a:cubicBezTo>
                          <a:cubicBezTo>
                            <a:pt x="17822" y="33574"/>
                            <a:pt x="16393" y="25954"/>
                            <a:pt x="19060" y="1966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5" name="Forme libre : forme 1334">
                      <a:extLst>
                        <a:ext uri="{FF2B5EF4-FFF2-40B4-BE49-F238E27FC236}">
                          <a16:creationId xmlns:a16="http://schemas.microsoft.com/office/drawing/2014/main" id="{72738955-4035-4FDC-8B5B-7828C4E60A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91953" y="4399374"/>
                      <a:ext cx="18614" cy="16682"/>
                    </a:xfrm>
                    <a:custGeom>
                      <a:avLst/>
                      <a:gdLst>
                        <a:gd name="connsiteX0" fmla="*/ 10027 w 18614"/>
                        <a:gd name="connsiteY0" fmla="*/ 16620 h 16682"/>
                        <a:gd name="connsiteX1" fmla="*/ 26 w 18614"/>
                        <a:gd name="connsiteY1" fmla="*/ 7381 h 16682"/>
                        <a:gd name="connsiteX2" fmla="*/ 8693 w 18614"/>
                        <a:gd name="connsiteY2" fmla="*/ 46 h 16682"/>
                        <a:gd name="connsiteX3" fmla="*/ 18600 w 18614"/>
                        <a:gd name="connsiteY3" fmla="*/ 9190 h 16682"/>
                        <a:gd name="connsiteX4" fmla="*/ 10027 w 18614"/>
                        <a:gd name="connsiteY4" fmla="*/ 16620 h 16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614" h="16682">
                          <a:moveTo>
                            <a:pt x="10027" y="16620"/>
                          </a:moveTo>
                          <a:cubicBezTo>
                            <a:pt x="4883" y="16144"/>
                            <a:pt x="407" y="11953"/>
                            <a:pt x="26" y="7381"/>
                          </a:cubicBezTo>
                          <a:cubicBezTo>
                            <a:pt x="-355" y="2809"/>
                            <a:pt x="3550" y="-430"/>
                            <a:pt x="8693" y="46"/>
                          </a:cubicBezTo>
                          <a:cubicBezTo>
                            <a:pt x="13837" y="523"/>
                            <a:pt x="18218" y="4619"/>
                            <a:pt x="18600" y="9190"/>
                          </a:cubicBezTo>
                          <a:cubicBezTo>
                            <a:pt x="18885" y="13762"/>
                            <a:pt x="15075" y="17192"/>
                            <a:pt x="10027" y="1662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6" name="Forme libre : forme 1335">
                      <a:extLst>
                        <a:ext uri="{FF2B5EF4-FFF2-40B4-BE49-F238E27FC236}">
                          <a16:creationId xmlns:a16="http://schemas.microsoft.com/office/drawing/2014/main" id="{21391918-0106-4384-8AB7-82456E4470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04991" y="4402168"/>
                      <a:ext cx="6321" cy="6507"/>
                    </a:xfrm>
                    <a:custGeom>
                      <a:avLst/>
                      <a:gdLst>
                        <a:gd name="connsiteX0" fmla="*/ 2037 w 6321"/>
                        <a:gd name="connsiteY0" fmla="*/ 6016 h 6507"/>
                        <a:gd name="connsiteX1" fmla="*/ 228 w 6321"/>
                        <a:gd name="connsiteY1" fmla="*/ 1539 h 6507"/>
                        <a:gd name="connsiteX2" fmla="*/ 4323 w 6321"/>
                        <a:gd name="connsiteY2" fmla="*/ 491 h 6507"/>
                        <a:gd name="connsiteX3" fmla="*/ 6133 w 6321"/>
                        <a:gd name="connsiteY3" fmla="*/ 4968 h 6507"/>
                        <a:gd name="connsiteX4" fmla="*/ 2037 w 6321"/>
                        <a:gd name="connsiteY4" fmla="*/ 6016 h 6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21" h="6507">
                          <a:moveTo>
                            <a:pt x="2037" y="6016"/>
                          </a:moveTo>
                          <a:cubicBezTo>
                            <a:pt x="418" y="5063"/>
                            <a:pt x="-439" y="3063"/>
                            <a:pt x="228" y="1539"/>
                          </a:cubicBezTo>
                          <a:cubicBezTo>
                            <a:pt x="894" y="15"/>
                            <a:pt x="2704" y="-461"/>
                            <a:pt x="4323" y="491"/>
                          </a:cubicBezTo>
                          <a:cubicBezTo>
                            <a:pt x="5943" y="1444"/>
                            <a:pt x="6704" y="3444"/>
                            <a:pt x="6133" y="4968"/>
                          </a:cubicBezTo>
                          <a:cubicBezTo>
                            <a:pt x="5562" y="6492"/>
                            <a:pt x="3656" y="6968"/>
                            <a:pt x="2037" y="60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37" name="Graphique 15">
                    <a:extLst>
                      <a:ext uri="{FF2B5EF4-FFF2-40B4-BE49-F238E27FC236}">
                        <a16:creationId xmlns:a16="http://schemas.microsoft.com/office/drawing/2014/main" id="{CF69CA25-C222-4AD1-BF17-AAF02368D639}"/>
                      </a:ext>
                    </a:extLst>
                  </p:cNvPr>
                  <p:cNvGrpSpPr/>
                  <p:nvPr/>
                </p:nvGrpSpPr>
                <p:grpSpPr>
                  <a:xfrm>
                    <a:off x="9542587" y="4372766"/>
                    <a:ext cx="39108" cy="40615"/>
                    <a:chOff x="9542587" y="4372766"/>
                    <a:chExt cx="39108" cy="40615"/>
                  </a:xfrm>
                  <a:solidFill>
                    <a:schemeClr val="accent1"/>
                  </a:solidFill>
                </p:grpSpPr>
                <p:sp>
                  <p:nvSpPr>
                    <p:cNvPr id="1338" name="Forme libre : forme 1337">
                      <a:extLst>
                        <a:ext uri="{FF2B5EF4-FFF2-40B4-BE49-F238E27FC236}">
                          <a16:creationId xmlns:a16="http://schemas.microsoft.com/office/drawing/2014/main" id="{9FA9F314-B3D4-4858-B39B-C411C6A220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2587" y="4372766"/>
                      <a:ext cx="39108" cy="40615"/>
                    </a:xfrm>
                    <a:custGeom>
                      <a:avLst/>
                      <a:gdLst>
                        <a:gd name="connsiteX0" fmla="*/ 12149 w 39108"/>
                        <a:gd name="connsiteY0" fmla="*/ 37228 h 40615"/>
                        <a:gd name="connsiteX1" fmla="*/ 1577 w 39108"/>
                        <a:gd name="connsiteY1" fmla="*/ 8653 h 40615"/>
                        <a:gd name="connsiteX2" fmla="*/ 27103 w 39108"/>
                        <a:gd name="connsiteY2" fmla="*/ 3604 h 40615"/>
                        <a:gd name="connsiteX3" fmla="*/ 37676 w 39108"/>
                        <a:gd name="connsiteY3" fmla="*/ 31417 h 40615"/>
                        <a:gd name="connsiteX4" fmla="*/ 12149 w 39108"/>
                        <a:gd name="connsiteY4" fmla="*/ 37228 h 40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08" h="40615">
                          <a:moveTo>
                            <a:pt x="12149" y="37228"/>
                          </a:moveTo>
                          <a:cubicBezTo>
                            <a:pt x="1767" y="31131"/>
                            <a:pt x="-2615" y="17797"/>
                            <a:pt x="1577" y="8653"/>
                          </a:cubicBezTo>
                          <a:cubicBezTo>
                            <a:pt x="5958" y="-587"/>
                            <a:pt x="17483" y="-2682"/>
                            <a:pt x="27103" y="3604"/>
                          </a:cubicBezTo>
                          <a:cubicBezTo>
                            <a:pt x="36724" y="9986"/>
                            <a:pt x="41772" y="21988"/>
                            <a:pt x="37676" y="31417"/>
                          </a:cubicBezTo>
                          <a:cubicBezTo>
                            <a:pt x="33866" y="40752"/>
                            <a:pt x="22436" y="43514"/>
                            <a:pt x="12149" y="3722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39" name="Forme libre : forme 1338">
                      <a:extLst>
                        <a:ext uri="{FF2B5EF4-FFF2-40B4-BE49-F238E27FC236}">
                          <a16:creationId xmlns:a16="http://schemas.microsoft.com/office/drawing/2014/main" id="{821634A6-ADF2-4067-86BF-91748F5E6C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2628" y="4372766"/>
                      <a:ext cx="34873" cy="40466"/>
                    </a:xfrm>
                    <a:custGeom>
                      <a:avLst/>
                      <a:gdLst>
                        <a:gd name="connsiteX0" fmla="*/ 18966 w 34873"/>
                        <a:gd name="connsiteY0" fmla="*/ 20273 h 40466"/>
                        <a:gd name="connsiteX1" fmla="*/ 34873 w 34873"/>
                        <a:gd name="connsiteY1" fmla="*/ 11415 h 40466"/>
                        <a:gd name="connsiteX2" fmla="*/ 27158 w 34873"/>
                        <a:gd name="connsiteY2" fmla="*/ 3604 h 40466"/>
                        <a:gd name="connsiteX3" fmla="*/ 1631 w 34873"/>
                        <a:gd name="connsiteY3" fmla="*/ 8653 h 40466"/>
                        <a:gd name="connsiteX4" fmla="*/ 12204 w 34873"/>
                        <a:gd name="connsiteY4" fmla="*/ 37228 h 40466"/>
                        <a:gd name="connsiteX5" fmla="*/ 22014 w 34873"/>
                        <a:gd name="connsiteY5" fmla="*/ 40466 h 40466"/>
                        <a:gd name="connsiteX6" fmla="*/ 18966 w 34873"/>
                        <a:gd name="connsiteY6" fmla="*/ 20273 h 40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873" h="40466">
                          <a:moveTo>
                            <a:pt x="18966" y="20273"/>
                          </a:moveTo>
                          <a:cubicBezTo>
                            <a:pt x="21824" y="13891"/>
                            <a:pt x="28015" y="10938"/>
                            <a:pt x="34873" y="11415"/>
                          </a:cubicBezTo>
                          <a:cubicBezTo>
                            <a:pt x="32778" y="8462"/>
                            <a:pt x="30301" y="5605"/>
                            <a:pt x="27158" y="3604"/>
                          </a:cubicBezTo>
                          <a:cubicBezTo>
                            <a:pt x="17442" y="-2682"/>
                            <a:pt x="6012" y="-587"/>
                            <a:pt x="1631" y="8653"/>
                          </a:cubicBezTo>
                          <a:cubicBezTo>
                            <a:pt x="-2655" y="17797"/>
                            <a:pt x="1726" y="31131"/>
                            <a:pt x="12204" y="37228"/>
                          </a:cubicBezTo>
                          <a:cubicBezTo>
                            <a:pt x="15442" y="39228"/>
                            <a:pt x="18871" y="40180"/>
                            <a:pt x="22014" y="40466"/>
                          </a:cubicBezTo>
                          <a:cubicBezTo>
                            <a:pt x="17633" y="34180"/>
                            <a:pt x="16204" y="26464"/>
                            <a:pt x="18966" y="202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0" name="Forme libre : forme 1339">
                      <a:extLst>
                        <a:ext uri="{FF2B5EF4-FFF2-40B4-BE49-F238E27FC236}">
                          <a16:creationId xmlns:a16="http://schemas.microsoft.com/office/drawing/2014/main" id="{17AE8172-9A06-4D63-87C0-D7C28F47ED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52817" y="4393115"/>
                      <a:ext cx="18994" cy="16869"/>
                    </a:xfrm>
                    <a:custGeom>
                      <a:avLst/>
                      <a:gdLst>
                        <a:gd name="connsiteX0" fmla="*/ 10206 w 18994"/>
                        <a:gd name="connsiteY0" fmla="*/ 16783 h 16869"/>
                        <a:gd name="connsiteX1" fmla="*/ 14 w 18994"/>
                        <a:gd name="connsiteY1" fmla="*/ 7162 h 16869"/>
                        <a:gd name="connsiteX2" fmla="*/ 8873 w 18994"/>
                        <a:gd name="connsiteY2" fmla="*/ 114 h 16869"/>
                        <a:gd name="connsiteX3" fmla="*/ 18969 w 18994"/>
                        <a:gd name="connsiteY3" fmla="*/ 9639 h 16869"/>
                        <a:gd name="connsiteX4" fmla="*/ 10206 w 18994"/>
                        <a:gd name="connsiteY4" fmla="*/ 16783 h 16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994" h="16869">
                          <a:moveTo>
                            <a:pt x="10206" y="16783"/>
                          </a:moveTo>
                          <a:cubicBezTo>
                            <a:pt x="4967" y="16116"/>
                            <a:pt x="395" y="11734"/>
                            <a:pt x="14" y="7162"/>
                          </a:cubicBezTo>
                          <a:cubicBezTo>
                            <a:pt x="-271" y="2495"/>
                            <a:pt x="3729" y="-648"/>
                            <a:pt x="8873" y="114"/>
                          </a:cubicBezTo>
                          <a:cubicBezTo>
                            <a:pt x="14111" y="781"/>
                            <a:pt x="18588" y="5067"/>
                            <a:pt x="18969" y="9639"/>
                          </a:cubicBezTo>
                          <a:cubicBezTo>
                            <a:pt x="19350" y="14211"/>
                            <a:pt x="15445" y="17449"/>
                            <a:pt x="10206" y="1678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1" name="Forme libre : forme 1340">
                      <a:extLst>
                        <a:ext uri="{FF2B5EF4-FFF2-40B4-BE49-F238E27FC236}">
                          <a16:creationId xmlns:a16="http://schemas.microsoft.com/office/drawing/2014/main" id="{E0A05737-B40B-4503-B745-844BC6C1EE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6224" y="4396139"/>
                      <a:ext cx="6455" cy="6605"/>
                    </a:xfrm>
                    <a:custGeom>
                      <a:avLst/>
                      <a:gdLst>
                        <a:gd name="connsiteX0" fmla="*/ 2037 w 6455"/>
                        <a:gd name="connsiteY0" fmla="*/ 6044 h 6605"/>
                        <a:gd name="connsiteX1" fmla="*/ 228 w 6455"/>
                        <a:gd name="connsiteY1" fmla="*/ 1472 h 6605"/>
                        <a:gd name="connsiteX2" fmla="*/ 4419 w 6455"/>
                        <a:gd name="connsiteY2" fmla="*/ 519 h 6605"/>
                        <a:gd name="connsiteX3" fmla="*/ 6228 w 6455"/>
                        <a:gd name="connsiteY3" fmla="*/ 5091 h 6605"/>
                        <a:gd name="connsiteX4" fmla="*/ 2037 w 6455"/>
                        <a:gd name="connsiteY4" fmla="*/ 6044 h 66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55" h="6605">
                          <a:moveTo>
                            <a:pt x="2037" y="6044"/>
                          </a:moveTo>
                          <a:cubicBezTo>
                            <a:pt x="418" y="4996"/>
                            <a:pt x="-439" y="2996"/>
                            <a:pt x="228" y="1472"/>
                          </a:cubicBezTo>
                          <a:cubicBezTo>
                            <a:pt x="894" y="-52"/>
                            <a:pt x="2799" y="-433"/>
                            <a:pt x="4419" y="519"/>
                          </a:cubicBezTo>
                          <a:cubicBezTo>
                            <a:pt x="6038" y="1472"/>
                            <a:pt x="6895" y="3567"/>
                            <a:pt x="6228" y="5091"/>
                          </a:cubicBezTo>
                          <a:cubicBezTo>
                            <a:pt x="5562" y="6615"/>
                            <a:pt x="3656" y="7091"/>
                            <a:pt x="2037" y="60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42" name="Graphique 15">
                    <a:extLst>
                      <a:ext uri="{FF2B5EF4-FFF2-40B4-BE49-F238E27FC236}">
                        <a16:creationId xmlns:a16="http://schemas.microsoft.com/office/drawing/2014/main" id="{7B5F6A1A-5A6F-4C63-9856-4D40CDE29B79}"/>
                      </a:ext>
                    </a:extLst>
                  </p:cNvPr>
                  <p:cNvGrpSpPr/>
                  <p:nvPr/>
                </p:nvGrpSpPr>
                <p:grpSpPr>
                  <a:xfrm>
                    <a:off x="9505862" y="4377828"/>
                    <a:ext cx="39473" cy="41833"/>
                    <a:chOff x="9505862" y="4377828"/>
                    <a:chExt cx="39473" cy="41833"/>
                  </a:xfrm>
                  <a:solidFill>
                    <a:schemeClr val="accent1"/>
                  </a:solidFill>
                </p:grpSpPr>
                <p:sp>
                  <p:nvSpPr>
                    <p:cNvPr id="1343" name="Forme libre : forme 1342">
                      <a:extLst>
                        <a:ext uri="{FF2B5EF4-FFF2-40B4-BE49-F238E27FC236}">
                          <a16:creationId xmlns:a16="http://schemas.microsoft.com/office/drawing/2014/main" id="{E159CCDB-5F5E-4C27-8E06-5AF6919552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05862" y="4377895"/>
                      <a:ext cx="39473" cy="41766"/>
                    </a:xfrm>
                    <a:custGeom>
                      <a:avLst/>
                      <a:gdLst>
                        <a:gd name="connsiteX0" fmla="*/ 12203 w 39473"/>
                        <a:gd name="connsiteY0" fmla="*/ 37813 h 41766"/>
                        <a:gd name="connsiteX1" fmla="*/ 1630 w 39473"/>
                        <a:gd name="connsiteY1" fmla="*/ 8381 h 41766"/>
                        <a:gd name="connsiteX2" fmla="*/ 27633 w 39473"/>
                        <a:gd name="connsiteY2" fmla="*/ 3999 h 41766"/>
                        <a:gd name="connsiteX3" fmla="*/ 38015 w 39473"/>
                        <a:gd name="connsiteY3" fmla="*/ 32860 h 41766"/>
                        <a:gd name="connsiteX4" fmla="*/ 12203 w 39473"/>
                        <a:gd name="connsiteY4" fmla="*/ 37813 h 41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473" h="41766">
                          <a:moveTo>
                            <a:pt x="12203" y="37813"/>
                          </a:moveTo>
                          <a:cubicBezTo>
                            <a:pt x="2011" y="30955"/>
                            <a:pt x="-2752" y="17620"/>
                            <a:pt x="1630" y="8381"/>
                          </a:cubicBezTo>
                          <a:cubicBezTo>
                            <a:pt x="6011" y="-859"/>
                            <a:pt x="17727" y="-2668"/>
                            <a:pt x="27633" y="3999"/>
                          </a:cubicBezTo>
                          <a:cubicBezTo>
                            <a:pt x="37539" y="10667"/>
                            <a:pt x="42016" y="23525"/>
                            <a:pt x="38015" y="32860"/>
                          </a:cubicBezTo>
                          <a:cubicBezTo>
                            <a:pt x="34015" y="42195"/>
                            <a:pt x="22299" y="44766"/>
                            <a:pt x="12203" y="3781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4" name="Forme libre : forme 1343">
                      <a:extLst>
                        <a:ext uri="{FF2B5EF4-FFF2-40B4-BE49-F238E27FC236}">
                          <a16:creationId xmlns:a16="http://schemas.microsoft.com/office/drawing/2014/main" id="{F2CAA575-B1B1-497A-A02A-E538FA09D2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05876" y="4377828"/>
                      <a:ext cx="35429" cy="41500"/>
                    </a:xfrm>
                    <a:custGeom>
                      <a:avLst/>
                      <a:gdLst>
                        <a:gd name="connsiteX0" fmla="*/ 19333 w 35429"/>
                        <a:gd name="connsiteY0" fmla="*/ 20736 h 41500"/>
                        <a:gd name="connsiteX1" fmla="*/ 35430 w 35429"/>
                        <a:gd name="connsiteY1" fmla="*/ 12258 h 41500"/>
                        <a:gd name="connsiteX2" fmla="*/ 27620 w 35429"/>
                        <a:gd name="connsiteY2" fmla="*/ 3972 h 41500"/>
                        <a:gd name="connsiteX3" fmla="*/ 1616 w 35429"/>
                        <a:gd name="connsiteY3" fmla="*/ 8353 h 41500"/>
                        <a:gd name="connsiteX4" fmla="*/ 12189 w 35429"/>
                        <a:gd name="connsiteY4" fmla="*/ 37785 h 41500"/>
                        <a:gd name="connsiteX5" fmla="*/ 22000 w 35429"/>
                        <a:gd name="connsiteY5" fmla="*/ 41500 h 41500"/>
                        <a:gd name="connsiteX6" fmla="*/ 19333 w 35429"/>
                        <a:gd name="connsiteY6" fmla="*/ 20736 h 415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29" h="41500">
                          <a:moveTo>
                            <a:pt x="19333" y="20736"/>
                          </a:moveTo>
                          <a:cubicBezTo>
                            <a:pt x="22190" y="14354"/>
                            <a:pt x="28572" y="11496"/>
                            <a:pt x="35430" y="12258"/>
                          </a:cubicBezTo>
                          <a:cubicBezTo>
                            <a:pt x="33430" y="9115"/>
                            <a:pt x="30858" y="6162"/>
                            <a:pt x="27620" y="3972"/>
                          </a:cubicBezTo>
                          <a:cubicBezTo>
                            <a:pt x="17714" y="-2696"/>
                            <a:pt x="5998" y="-791"/>
                            <a:pt x="1616" y="8353"/>
                          </a:cubicBezTo>
                          <a:cubicBezTo>
                            <a:pt x="-2765" y="17592"/>
                            <a:pt x="2092" y="30927"/>
                            <a:pt x="12189" y="37785"/>
                          </a:cubicBezTo>
                          <a:cubicBezTo>
                            <a:pt x="15428" y="39976"/>
                            <a:pt x="18761" y="41119"/>
                            <a:pt x="22000" y="41500"/>
                          </a:cubicBezTo>
                          <a:cubicBezTo>
                            <a:pt x="17714" y="35023"/>
                            <a:pt x="16475" y="27022"/>
                            <a:pt x="19333" y="2073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5" name="Forme libre : forme 1344">
                      <a:extLst>
                        <a:ext uri="{FF2B5EF4-FFF2-40B4-BE49-F238E27FC236}">
                          <a16:creationId xmlns:a16="http://schemas.microsoft.com/office/drawing/2014/main" id="{A4600BD6-F9B6-4EB4-96FC-CF08A195FC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16241" y="4398484"/>
                      <a:ext cx="18898" cy="17584"/>
                    </a:xfrm>
                    <a:custGeom>
                      <a:avLst/>
                      <a:gdLst>
                        <a:gd name="connsiteX0" fmla="*/ 10016 w 18898"/>
                        <a:gd name="connsiteY0" fmla="*/ 17414 h 17584"/>
                        <a:gd name="connsiteX1" fmla="*/ 14 w 18898"/>
                        <a:gd name="connsiteY1" fmla="*/ 7032 h 17584"/>
                        <a:gd name="connsiteX2" fmla="*/ 8968 w 18898"/>
                        <a:gd name="connsiteY2" fmla="*/ 174 h 17584"/>
                        <a:gd name="connsiteX3" fmla="*/ 18874 w 18898"/>
                        <a:gd name="connsiteY3" fmla="*/ 10461 h 17584"/>
                        <a:gd name="connsiteX4" fmla="*/ 10016 w 18898"/>
                        <a:gd name="connsiteY4" fmla="*/ 17414 h 17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898" h="17584">
                          <a:moveTo>
                            <a:pt x="10016" y="17414"/>
                          </a:moveTo>
                          <a:cubicBezTo>
                            <a:pt x="4777" y="16462"/>
                            <a:pt x="300" y="11795"/>
                            <a:pt x="14" y="7032"/>
                          </a:cubicBezTo>
                          <a:cubicBezTo>
                            <a:pt x="-271" y="2270"/>
                            <a:pt x="3729" y="-778"/>
                            <a:pt x="8968" y="174"/>
                          </a:cubicBezTo>
                          <a:cubicBezTo>
                            <a:pt x="14207" y="1126"/>
                            <a:pt x="18588" y="5699"/>
                            <a:pt x="18874" y="10461"/>
                          </a:cubicBezTo>
                          <a:cubicBezTo>
                            <a:pt x="19255" y="15224"/>
                            <a:pt x="15254" y="18367"/>
                            <a:pt x="10016" y="1741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46" name="Forme libre : forme 1345">
                      <a:extLst>
                        <a:ext uri="{FF2B5EF4-FFF2-40B4-BE49-F238E27FC236}">
                          <a16:creationId xmlns:a16="http://schemas.microsoft.com/office/drawing/2014/main" id="{20549CFE-D8A2-417D-8420-1FF04CA280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29690" y="4402090"/>
                      <a:ext cx="6427" cy="6785"/>
                    </a:xfrm>
                    <a:custGeom>
                      <a:avLst/>
                      <a:gdLst>
                        <a:gd name="connsiteX0" fmla="*/ 1996 w 6427"/>
                        <a:gd name="connsiteY0" fmla="*/ 6189 h 6785"/>
                        <a:gd name="connsiteX1" fmla="*/ 281 w 6427"/>
                        <a:gd name="connsiteY1" fmla="*/ 1426 h 6785"/>
                        <a:gd name="connsiteX2" fmla="*/ 4472 w 6427"/>
                        <a:gd name="connsiteY2" fmla="*/ 665 h 6785"/>
                        <a:gd name="connsiteX3" fmla="*/ 6187 w 6427"/>
                        <a:gd name="connsiteY3" fmla="*/ 5427 h 6785"/>
                        <a:gd name="connsiteX4" fmla="*/ 1996 w 6427"/>
                        <a:gd name="connsiteY4" fmla="*/ 6189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27" h="6785">
                          <a:moveTo>
                            <a:pt x="1996" y="6189"/>
                          </a:moveTo>
                          <a:cubicBezTo>
                            <a:pt x="376" y="5046"/>
                            <a:pt x="-481" y="2951"/>
                            <a:pt x="281" y="1426"/>
                          </a:cubicBezTo>
                          <a:cubicBezTo>
                            <a:pt x="948" y="-98"/>
                            <a:pt x="2853" y="-478"/>
                            <a:pt x="4472" y="665"/>
                          </a:cubicBezTo>
                          <a:cubicBezTo>
                            <a:pt x="6092" y="1808"/>
                            <a:pt x="6853" y="3903"/>
                            <a:pt x="6187" y="5427"/>
                          </a:cubicBezTo>
                          <a:cubicBezTo>
                            <a:pt x="5520" y="6856"/>
                            <a:pt x="3615" y="7237"/>
                            <a:pt x="1996" y="618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347" name="Graphique 15">
                <a:extLst>
                  <a:ext uri="{FF2B5EF4-FFF2-40B4-BE49-F238E27FC236}">
                    <a16:creationId xmlns:a16="http://schemas.microsoft.com/office/drawing/2014/main" id="{AB021369-E992-4BCC-8902-685A4BF943C5}"/>
                  </a:ext>
                </a:extLst>
              </p:cNvPr>
              <p:cNvGrpSpPr/>
              <p:nvPr/>
            </p:nvGrpSpPr>
            <p:grpSpPr>
              <a:xfrm>
                <a:off x="9291846" y="3758769"/>
                <a:ext cx="516715" cy="397287"/>
                <a:chOff x="9291846" y="3758769"/>
                <a:chExt cx="516715" cy="397287"/>
              </a:xfrm>
              <a:solidFill>
                <a:schemeClr val="accent1"/>
              </a:solidFill>
            </p:grpSpPr>
            <p:sp>
              <p:nvSpPr>
                <p:cNvPr id="1348" name="Forme libre : forme 1347">
                  <a:extLst>
                    <a:ext uri="{FF2B5EF4-FFF2-40B4-BE49-F238E27FC236}">
                      <a16:creationId xmlns:a16="http://schemas.microsoft.com/office/drawing/2014/main" id="{A70D1266-84C8-4C3B-A05D-A8DC4F8EE5BD}"/>
                    </a:ext>
                  </a:extLst>
                </p:cNvPr>
                <p:cNvSpPr/>
                <p:nvPr/>
              </p:nvSpPr>
              <p:spPr>
                <a:xfrm>
                  <a:off x="9291846" y="3758769"/>
                  <a:ext cx="501127" cy="397287"/>
                </a:xfrm>
                <a:custGeom>
                  <a:avLst/>
                  <a:gdLst>
                    <a:gd name="connsiteX0" fmla="*/ 132016 w 501127"/>
                    <a:gd name="connsiteY0" fmla="*/ 375285 h 397287"/>
                    <a:gd name="connsiteX1" fmla="*/ 117157 w 501127"/>
                    <a:gd name="connsiteY1" fmla="*/ 238411 h 397287"/>
                    <a:gd name="connsiteX2" fmla="*/ 168592 w 501127"/>
                    <a:gd name="connsiteY2" fmla="*/ 264795 h 397287"/>
                    <a:gd name="connsiteX3" fmla="*/ 223361 w 501127"/>
                    <a:gd name="connsiteY3" fmla="*/ 276797 h 397287"/>
                    <a:gd name="connsiteX4" fmla="*/ 334423 w 501127"/>
                    <a:gd name="connsiteY4" fmla="*/ 260509 h 397287"/>
                    <a:gd name="connsiteX5" fmla="*/ 466153 w 501127"/>
                    <a:gd name="connsiteY5" fmla="*/ 179166 h 397287"/>
                    <a:gd name="connsiteX6" fmla="*/ 494824 w 501127"/>
                    <a:gd name="connsiteY6" fmla="*/ 139637 h 397287"/>
                    <a:gd name="connsiteX7" fmla="*/ 500348 w 501127"/>
                    <a:gd name="connsiteY7" fmla="*/ 104680 h 397287"/>
                    <a:gd name="connsiteX8" fmla="*/ 480727 w 501127"/>
                    <a:gd name="connsiteY8" fmla="*/ 73057 h 397287"/>
                    <a:gd name="connsiteX9" fmla="*/ 461296 w 501127"/>
                    <a:gd name="connsiteY9" fmla="*/ 59912 h 397287"/>
                    <a:gd name="connsiteX10" fmla="*/ 436435 w 501127"/>
                    <a:gd name="connsiteY10" fmla="*/ 48483 h 397287"/>
                    <a:gd name="connsiteX11" fmla="*/ 370999 w 501127"/>
                    <a:gd name="connsiteY11" fmla="*/ 32576 h 397287"/>
                    <a:gd name="connsiteX12" fmla="*/ 288417 w 501127"/>
                    <a:gd name="connsiteY12" fmla="*/ 28480 h 397287"/>
                    <a:gd name="connsiteX13" fmla="*/ 179356 w 501127"/>
                    <a:gd name="connsiteY13" fmla="*/ 55912 h 397287"/>
                    <a:gd name="connsiteX14" fmla="*/ 133350 w 501127"/>
                    <a:gd name="connsiteY14" fmla="*/ 87821 h 397287"/>
                    <a:gd name="connsiteX15" fmla="*/ 96012 w 501127"/>
                    <a:gd name="connsiteY15" fmla="*/ 131731 h 397287"/>
                    <a:gd name="connsiteX16" fmla="*/ 57150 w 501127"/>
                    <a:gd name="connsiteY16" fmla="*/ 0 h 397287"/>
                    <a:gd name="connsiteX17" fmla="*/ 0 w 501127"/>
                    <a:gd name="connsiteY17" fmla="*/ 0 h 397287"/>
                    <a:gd name="connsiteX18" fmla="*/ 67151 w 501127"/>
                    <a:gd name="connsiteY18" fmla="*/ 192881 h 397287"/>
                    <a:gd name="connsiteX19" fmla="*/ 78962 w 501127"/>
                    <a:gd name="connsiteY19" fmla="*/ 397288 h 397287"/>
                    <a:gd name="connsiteX20" fmla="*/ 132016 w 501127"/>
                    <a:gd name="connsiteY20" fmla="*/ 375285 h 397287"/>
                    <a:gd name="connsiteX21" fmla="*/ 292322 w 501127"/>
                    <a:gd name="connsiteY21" fmla="*/ 81248 h 397287"/>
                    <a:gd name="connsiteX22" fmla="*/ 410432 w 501127"/>
                    <a:gd name="connsiteY22" fmla="*/ 88583 h 397287"/>
                    <a:gd name="connsiteX23" fmla="*/ 444341 w 501127"/>
                    <a:gd name="connsiteY23" fmla="*/ 115538 h 397287"/>
                    <a:gd name="connsiteX24" fmla="*/ 418243 w 501127"/>
                    <a:gd name="connsiteY24" fmla="*/ 159925 h 397287"/>
                    <a:gd name="connsiteX25" fmla="*/ 318040 w 501127"/>
                    <a:gd name="connsiteY25" fmla="*/ 210312 h 397287"/>
                    <a:gd name="connsiteX26" fmla="*/ 224314 w 501127"/>
                    <a:gd name="connsiteY26" fmla="*/ 216884 h 397287"/>
                    <a:gd name="connsiteX27" fmla="*/ 179832 w 501127"/>
                    <a:gd name="connsiteY27" fmla="*/ 203454 h 397287"/>
                    <a:gd name="connsiteX28" fmla="*/ 138970 w 501127"/>
                    <a:gd name="connsiteY28" fmla="*/ 178689 h 397287"/>
                    <a:gd name="connsiteX29" fmla="*/ 203359 w 501127"/>
                    <a:gd name="connsiteY29" fmla="*/ 110871 h 397287"/>
                    <a:gd name="connsiteX30" fmla="*/ 292322 w 501127"/>
                    <a:gd name="connsiteY30" fmla="*/ 81248 h 397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01127" h="397287">
                      <a:moveTo>
                        <a:pt x="132016" y="375285"/>
                      </a:moveTo>
                      <a:cubicBezTo>
                        <a:pt x="112776" y="329470"/>
                        <a:pt x="109252" y="280892"/>
                        <a:pt x="117157" y="238411"/>
                      </a:cubicBezTo>
                      <a:cubicBezTo>
                        <a:pt x="133731" y="249460"/>
                        <a:pt x="150971" y="258318"/>
                        <a:pt x="168592" y="264795"/>
                      </a:cubicBezTo>
                      <a:cubicBezTo>
                        <a:pt x="186214" y="271272"/>
                        <a:pt x="204978" y="275082"/>
                        <a:pt x="223361" y="276797"/>
                      </a:cubicBezTo>
                      <a:cubicBezTo>
                        <a:pt x="260318" y="280130"/>
                        <a:pt x="297751" y="274130"/>
                        <a:pt x="334423" y="260509"/>
                      </a:cubicBezTo>
                      <a:cubicBezTo>
                        <a:pt x="396335" y="237268"/>
                        <a:pt x="439674" y="206312"/>
                        <a:pt x="466153" y="179166"/>
                      </a:cubicBezTo>
                      <a:cubicBezTo>
                        <a:pt x="479869" y="165259"/>
                        <a:pt x="489490" y="152019"/>
                        <a:pt x="494824" y="139637"/>
                      </a:cubicBezTo>
                      <a:cubicBezTo>
                        <a:pt x="501015" y="127064"/>
                        <a:pt x="502158" y="115538"/>
                        <a:pt x="500348" y="104680"/>
                      </a:cubicBezTo>
                      <a:cubicBezTo>
                        <a:pt x="498253" y="92774"/>
                        <a:pt x="491109" y="82487"/>
                        <a:pt x="480727" y="73057"/>
                      </a:cubicBezTo>
                      <a:cubicBezTo>
                        <a:pt x="475393" y="68390"/>
                        <a:pt x="468916" y="64008"/>
                        <a:pt x="461296" y="59912"/>
                      </a:cubicBezTo>
                      <a:cubicBezTo>
                        <a:pt x="454057" y="55817"/>
                        <a:pt x="445770" y="52007"/>
                        <a:pt x="436435" y="48483"/>
                      </a:cubicBezTo>
                      <a:cubicBezTo>
                        <a:pt x="418052" y="41529"/>
                        <a:pt x="395764" y="36195"/>
                        <a:pt x="370999" y="32576"/>
                      </a:cubicBezTo>
                      <a:cubicBezTo>
                        <a:pt x="346234" y="29051"/>
                        <a:pt x="318516" y="27337"/>
                        <a:pt x="288417" y="28480"/>
                      </a:cubicBezTo>
                      <a:cubicBezTo>
                        <a:pt x="249555" y="29909"/>
                        <a:pt x="211931" y="38672"/>
                        <a:pt x="179356" y="55912"/>
                      </a:cubicBezTo>
                      <a:cubicBezTo>
                        <a:pt x="162973" y="64484"/>
                        <a:pt x="147542" y="75152"/>
                        <a:pt x="133350" y="87821"/>
                      </a:cubicBezTo>
                      <a:cubicBezTo>
                        <a:pt x="119158" y="100489"/>
                        <a:pt x="107061" y="115158"/>
                        <a:pt x="96012" y="131731"/>
                      </a:cubicBezTo>
                      <a:cubicBezTo>
                        <a:pt x="71628" y="95631"/>
                        <a:pt x="57721" y="49435"/>
                        <a:pt x="57150" y="0"/>
                      </a:cubicBezTo>
                      <a:lnTo>
                        <a:pt x="0" y="0"/>
                      </a:lnTo>
                      <a:cubicBezTo>
                        <a:pt x="0" y="75152"/>
                        <a:pt x="26194" y="144399"/>
                        <a:pt x="67151" y="192881"/>
                      </a:cubicBezTo>
                      <a:cubicBezTo>
                        <a:pt x="48101" y="253270"/>
                        <a:pt x="50006" y="327470"/>
                        <a:pt x="78962" y="397288"/>
                      </a:cubicBezTo>
                      <a:lnTo>
                        <a:pt x="132016" y="375285"/>
                      </a:lnTo>
                      <a:close/>
                      <a:moveTo>
                        <a:pt x="292322" y="81248"/>
                      </a:moveTo>
                      <a:cubicBezTo>
                        <a:pt x="354425" y="74867"/>
                        <a:pt x="390906" y="82296"/>
                        <a:pt x="410432" y="88583"/>
                      </a:cubicBezTo>
                      <a:cubicBezTo>
                        <a:pt x="429863" y="95250"/>
                        <a:pt x="442531" y="104204"/>
                        <a:pt x="444341" y="115538"/>
                      </a:cubicBezTo>
                      <a:cubicBezTo>
                        <a:pt x="446246" y="126968"/>
                        <a:pt x="438912" y="142589"/>
                        <a:pt x="418243" y="159925"/>
                      </a:cubicBezTo>
                      <a:cubicBezTo>
                        <a:pt x="398431" y="176975"/>
                        <a:pt x="366046" y="196120"/>
                        <a:pt x="318040" y="210312"/>
                      </a:cubicBezTo>
                      <a:cubicBezTo>
                        <a:pt x="286702" y="219456"/>
                        <a:pt x="254984" y="222028"/>
                        <a:pt x="224314" y="216884"/>
                      </a:cubicBezTo>
                      <a:cubicBezTo>
                        <a:pt x="208788" y="214408"/>
                        <a:pt x="194215" y="209836"/>
                        <a:pt x="179832" y="203454"/>
                      </a:cubicBezTo>
                      <a:cubicBezTo>
                        <a:pt x="165640" y="197072"/>
                        <a:pt x="151543" y="188786"/>
                        <a:pt x="138970" y="178689"/>
                      </a:cubicBezTo>
                      <a:cubicBezTo>
                        <a:pt x="155067" y="150209"/>
                        <a:pt x="176689" y="127254"/>
                        <a:pt x="203359" y="110871"/>
                      </a:cubicBezTo>
                      <a:cubicBezTo>
                        <a:pt x="229648" y="94393"/>
                        <a:pt x="259842" y="84677"/>
                        <a:pt x="292322" y="81248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49" name="Forme libre : forme 1348">
                  <a:extLst>
                    <a:ext uri="{FF2B5EF4-FFF2-40B4-BE49-F238E27FC236}">
                      <a16:creationId xmlns:a16="http://schemas.microsoft.com/office/drawing/2014/main" id="{81680DA5-F22F-4E66-B403-F4E107FBBEF1}"/>
                    </a:ext>
                  </a:extLst>
                </p:cNvPr>
                <p:cNvSpPr/>
                <p:nvPr/>
              </p:nvSpPr>
              <p:spPr>
                <a:xfrm>
                  <a:off x="9558927" y="3786897"/>
                  <a:ext cx="233951" cy="233142"/>
                </a:xfrm>
                <a:custGeom>
                  <a:avLst/>
                  <a:gdLst>
                    <a:gd name="connsiteX0" fmla="*/ 141922 w 233951"/>
                    <a:gd name="connsiteY0" fmla="*/ 23116 h 233142"/>
                    <a:gd name="connsiteX1" fmla="*/ 166878 w 233951"/>
                    <a:gd name="connsiteY1" fmla="*/ 35118 h 233142"/>
                    <a:gd name="connsiteX2" fmla="*/ 186309 w 233951"/>
                    <a:gd name="connsiteY2" fmla="*/ 48929 h 233142"/>
                    <a:gd name="connsiteX3" fmla="*/ 206216 w 233951"/>
                    <a:gd name="connsiteY3" fmla="*/ 82267 h 233142"/>
                    <a:gd name="connsiteX4" fmla="*/ 202121 w 233951"/>
                    <a:gd name="connsiteY4" fmla="*/ 116366 h 233142"/>
                    <a:gd name="connsiteX5" fmla="*/ 177832 w 233951"/>
                    <a:gd name="connsiteY5" fmla="*/ 154276 h 233142"/>
                    <a:gd name="connsiteX6" fmla="*/ 64961 w 233951"/>
                    <a:gd name="connsiteY6" fmla="*/ 233143 h 233142"/>
                    <a:gd name="connsiteX7" fmla="*/ 67246 w 233951"/>
                    <a:gd name="connsiteY7" fmla="*/ 232381 h 233142"/>
                    <a:gd name="connsiteX8" fmla="*/ 198977 w 233951"/>
                    <a:gd name="connsiteY8" fmla="*/ 151037 h 233142"/>
                    <a:gd name="connsiteX9" fmla="*/ 227647 w 233951"/>
                    <a:gd name="connsiteY9" fmla="*/ 111508 h 233142"/>
                    <a:gd name="connsiteX10" fmla="*/ 233172 w 233951"/>
                    <a:gd name="connsiteY10" fmla="*/ 76552 h 233142"/>
                    <a:gd name="connsiteX11" fmla="*/ 213551 w 233951"/>
                    <a:gd name="connsiteY11" fmla="*/ 44929 h 233142"/>
                    <a:gd name="connsiteX12" fmla="*/ 194120 w 233951"/>
                    <a:gd name="connsiteY12" fmla="*/ 31784 h 233142"/>
                    <a:gd name="connsiteX13" fmla="*/ 169259 w 233951"/>
                    <a:gd name="connsiteY13" fmla="*/ 20354 h 233142"/>
                    <a:gd name="connsiteX14" fmla="*/ 103822 w 233951"/>
                    <a:gd name="connsiteY14" fmla="*/ 4447 h 233142"/>
                    <a:gd name="connsiteX15" fmla="*/ 21241 w 233951"/>
                    <a:gd name="connsiteY15" fmla="*/ 352 h 233142"/>
                    <a:gd name="connsiteX16" fmla="*/ 0 w 233951"/>
                    <a:gd name="connsiteY16" fmla="*/ 1971 h 233142"/>
                    <a:gd name="connsiteX17" fmla="*/ 78772 w 233951"/>
                    <a:gd name="connsiteY17" fmla="*/ 6924 h 233142"/>
                    <a:gd name="connsiteX18" fmla="*/ 141922 w 233951"/>
                    <a:gd name="connsiteY18" fmla="*/ 23116 h 23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33951" h="233142">
                      <a:moveTo>
                        <a:pt x="141922" y="23116"/>
                      </a:moveTo>
                      <a:cubicBezTo>
                        <a:pt x="151257" y="26831"/>
                        <a:pt x="159449" y="30832"/>
                        <a:pt x="166878" y="35118"/>
                      </a:cubicBezTo>
                      <a:cubicBezTo>
                        <a:pt x="174403" y="39404"/>
                        <a:pt x="180975" y="44071"/>
                        <a:pt x="186309" y="48929"/>
                      </a:cubicBezTo>
                      <a:cubicBezTo>
                        <a:pt x="196787" y="58835"/>
                        <a:pt x="204026" y="69694"/>
                        <a:pt x="206216" y="82267"/>
                      </a:cubicBezTo>
                      <a:cubicBezTo>
                        <a:pt x="208026" y="92935"/>
                        <a:pt x="207359" y="104174"/>
                        <a:pt x="202121" y="116366"/>
                      </a:cubicBezTo>
                      <a:cubicBezTo>
                        <a:pt x="197549" y="128368"/>
                        <a:pt x="189643" y="141036"/>
                        <a:pt x="177832" y="154276"/>
                      </a:cubicBezTo>
                      <a:cubicBezTo>
                        <a:pt x="155162" y="180279"/>
                        <a:pt x="118110" y="209330"/>
                        <a:pt x="64961" y="233143"/>
                      </a:cubicBezTo>
                      <a:lnTo>
                        <a:pt x="67246" y="232381"/>
                      </a:lnTo>
                      <a:cubicBezTo>
                        <a:pt x="129159" y="209140"/>
                        <a:pt x="172498" y="178183"/>
                        <a:pt x="198977" y="151037"/>
                      </a:cubicBezTo>
                      <a:cubicBezTo>
                        <a:pt x="212693" y="137131"/>
                        <a:pt x="222313" y="123891"/>
                        <a:pt x="227647" y="111508"/>
                      </a:cubicBezTo>
                      <a:cubicBezTo>
                        <a:pt x="233839" y="98936"/>
                        <a:pt x="234982" y="87410"/>
                        <a:pt x="233172" y="76552"/>
                      </a:cubicBezTo>
                      <a:cubicBezTo>
                        <a:pt x="231077" y="64646"/>
                        <a:pt x="223933" y="54358"/>
                        <a:pt x="213551" y="44929"/>
                      </a:cubicBezTo>
                      <a:cubicBezTo>
                        <a:pt x="208217" y="40262"/>
                        <a:pt x="201740" y="35880"/>
                        <a:pt x="194120" y="31784"/>
                      </a:cubicBezTo>
                      <a:cubicBezTo>
                        <a:pt x="186880" y="27688"/>
                        <a:pt x="178594" y="23879"/>
                        <a:pt x="169259" y="20354"/>
                      </a:cubicBezTo>
                      <a:cubicBezTo>
                        <a:pt x="150876" y="13401"/>
                        <a:pt x="128588" y="8067"/>
                        <a:pt x="103822" y="4447"/>
                      </a:cubicBezTo>
                      <a:cubicBezTo>
                        <a:pt x="79058" y="923"/>
                        <a:pt x="51340" y="-791"/>
                        <a:pt x="21241" y="352"/>
                      </a:cubicBezTo>
                      <a:cubicBezTo>
                        <a:pt x="14097" y="638"/>
                        <a:pt x="6953" y="1209"/>
                        <a:pt x="0" y="1971"/>
                      </a:cubicBezTo>
                      <a:cubicBezTo>
                        <a:pt x="28670" y="1304"/>
                        <a:pt x="55150" y="3114"/>
                        <a:pt x="78772" y="6924"/>
                      </a:cubicBezTo>
                      <a:cubicBezTo>
                        <a:pt x="102870" y="10639"/>
                        <a:pt x="124111" y="16163"/>
                        <a:pt x="141922" y="23116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50" name="Forme libre : forme 1349">
                  <a:extLst>
                    <a:ext uri="{FF2B5EF4-FFF2-40B4-BE49-F238E27FC236}">
                      <a16:creationId xmlns:a16="http://schemas.microsoft.com/office/drawing/2014/main" id="{DCF2EDEA-9DC1-48B5-938C-4E43F00343AD}"/>
                    </a:ext>
                  </a:extLst>
                </p:cNvPr>
                <p:cNvSpPr/>
                <p:nvPr/>
              </p:nvSpPr>
              <p:spPr>
                <a:xfrm>
                  <a:off x="9310991" y="3846589"/>
                  <a:ext cx="219360" cy="177165"/>
                </a:xfrm>
                <a:custGeom>
                  <a:avLst/>
                  <a:gdLst>
                    <a:gd name="connsiteX0" fmla="*/ 0 w 219360"/>
                    <a:gd name="connsiteY0" fmla="*/ 0 h 177165"/>
                    <a:gd name="connsiteX1" fmla="*/ 2572 w 219360"/>
                    <a:gd name="connsiteY1" fmla="*/ 7715 h 177165"/>
                    <a:gd name="connsiteX2" fmla="*/ 11144 w 219360"/>
                    <a:gd name="connsiteY2" fmla="*/ 28194 h 177165"/>
                    <a:gd name="connsiteX3" fmla="*/ 49625 w 219360"/>
                    <a:gd name="connsiteY3" fmla="*/ 90488 h 177165"/>
                    <a:gd name="connsiteX4" fmla="*/ 64008 w 219360"/>
                    <a:gd name="connsiteY4" fmla="*/ 107252 h 177165"/>
                    <a:gd name="connsiteX5" fmla="*/ 80772 w 219360"/>
                    <a:gd name="connsiteY5" fmla="*/ 123254 h 177165"/>
                    <a:gd name="connsiteX6" fmla="*/ 119825 w 219360"/>
                    <a:gd name="connsiteY6" fmla="*/ 151162 h 177165"/>
                    <a:gd name="connsiteX7" fmla="*/ 219361 w 219360"/>
                    <a:gd name="connsiteY7" fmla="*/ 177165 h 177165"/>
                    <a:gd name="connsiteX8" fmla="*/ 197168 w 219360"/>
                    <a:gd name="connsiteY8" fmla="*/ 173927 h 177165"/>
                    <a:gd name="connsiteX9" fmla="*/ 141161 w 219360"/>
                    <a:gd name="connsiteY9" fmla="*/ 154591 h 177165"/>
                    <a:gd name="connsiteX10" fmla="*/ 67723 w 219360"/>
                    <a:gd name="connsiteY10" fmla="*/ 102299 h 177165"/>
                    <a:gd name="connsiteX11" fmla="*/ 31337 w 219360"/>
                    <a:gd name="connsiteY11" fmla="*/ 58293 h 177165"/>
                    <a:gd name="connsiteX12" fmla="*/ 14859 w 219360"/>
                    <a:gd name="connsiteY12" fmla="*/ 31052 h 177165"/>
                    <a:gd name="connsiteX13" fmla="*/ 6953 w 219360"/>
                    <a:gd name="connsiteY13" fmla="*/ 16097 h 177165"/>
                    <a:gd name="connsiteX14" fmla="*/ 0 w 219360"/>
                    <a:gd name="connsiteY14" fmla="*/ 0 h 177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19360" h="177165">
                      <a:moveTo>
                        <a:pt x="0" y="0"/>
                      </a:moveTo>
                      <a:cubicBezTo>
                        <a:pt x="0" y="0"/>
                        <a:pt x="857" y="2667"/>
                        <a:pt x="2572" y="7715"/>
                      </a:cubicBezTo>
                      <a:cubicBezTo>
                        <a:pt x="4191" y="12668"/>
                        <a:pt x="7049" y="19717"/>
                        <a:pt x="11144" y="28194"/>
                      </a:cubicBezTo>
                      <a:cubicBezTo>
                        <a:pt x="19145" y="45149"/>
                        <a:pt x="31242" y="68009"/>
                        <a:pt x="49625" y="90488"/>
                      </a:cubicBezTo>
                      <a:cubicBezTo>
                        <a:pt x="54102" y="96108"/>
                        <a:pt x="58864" y="101727"/>
                        <a:pt x="64008" y="107252"/>
                      </a:cubicBezTo>
                      <a:cubicBezTo>
                        <a:pt x="69247" y="112681"/>
                        <a:pt x="74962" y="118110"/>
                        <a:pt x="80772" y="123254"/>
                      </a:cubicBezTo>
                      <a:cubicBezTo>
                        <a:pt x="92678" y="133541"/>
                        <a:pt x="105251" y="143161"/>
                        <a:pt x="119825" y="151162"/>
                      </a:cubicBezTo>
                      <a:cubicBezTo>
                        <a:pt x="148780" y="167164"/>
                        <a:pt x="181737" y="177260"/>
                        <a:pt x="219361" y="177165"/>
                      </a:cubicBezTo>
                      <a:cubicBezTo>
                        <a:pt x="219361" y="177165"/>
                        <a:pt x="211169" y="176784"/>
                        <a:pt x="197168" y="173927"/>
                      </a:cubicBezTo>
                      <a:cubicBezTo>
                        <a:pt x="182975" y="171164"/>
                        <a:pt x="164021" y="165450"/>
                        <a:pt x="141161" y="154591"/>
                      </a:cubicBezTo>
                      <a:cubicBezTo>
                        <a:pt x="118110" y="143828"/>
                        <a:pt x="93250" y="127159"/>
                        <a:pt x="67723" y="102299"/>
                      </a:cubicBezTo>
                      <a:cubicBezTo>
                        <a:pt x="55531" y="89821"/>
                        <a:pt x="42863" y="75248"/>
                        <a:pt x="31337" y="58293"/>
                      </a:cubicBezTo>
                      <a:cubicBezTo>
                        <a:pt x="25718" y="49816"/>
                        <a:pt x="20193" y="40672"/>
                        <a:pt x="14859" y="31052"/>
                      </a:cubicBezTo>
                      <a:cubicBezTo>
                        <a:pt x="12192" y="26194"/>
                        <a:pt x="9525" y="21241"/>
                        <a:pt x="6953" y="16097"/>
                      </a:cubicBezTo>
                      <a:cubicBezTo>
                        <a:pt x="4572" y="10859"/>
                        <a:pt x="2286" y="552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51" name="Forme libre : forme 1350">
                  <a:extLst>
                    <a:ext uri="{FF2B5EF4-FFF2-40B4-BE49-F238E27FC236}">
                      <a16:creationId xmlns:a16="http://schemas.microsoft.com/office/drawing/2014/main" id="{E3E47E41-4601-4789-87AE-D05F4D538A3E}"/>
                    </a:ext>
                  </a:extLst>
                </p:cNvPr>
                <p:cNvSpPr/>
                <p:nvPr/>
              </p:nvSpPr>
              <p:spPr>
                <a:xfrm>
                  <a:off x="9388048" y="3831988"/>
                  <a:ext cx="233838" cy="105469"/>
                </a:xfrm>
                <a:custGeom>
                  <a:avLst/>
                  <a:gdLst>
                    <a:gd name="connsiteX0" fmla="*/ 0 w 233838"/>
                    <a:gd name="connsiteY0" fmla="*/ 58416 h 105469"/>
                    <a:gd name="connsiteX1" fmla="*/ 3905 w 233838"/>
                    <a:gd name="connsiteY1" fmla="*/ 64322 h 105469"/>
                    <a:gd name="connsiteX2" fmla="*/ 14192 w 233838"/>
                    <a:gd name="connsiteY2" fmla="*/ 77943 h 105469"/>
                    <a:gd name="connsiteX3" fmla="*/ 42767 w 233838"/>
                    <a:gd name="connsiteY3" fmla="*/ 105470 h 105469"/>
                    <a:gd name="connsiteX4" fmla="*/ 53054 w 233838"/>
                    <a:gd name="connsiteY4" fmla="*/ 88134 h 105469"/>
                    <a:gd name="connsiteX5" fmla="*/ 86487 w 233838"/>
                    <a:gd name="connsiteY5" fmla="*/ 51558 h 105469"/>
                    <a:gd name="connsiteX6" fmla="*/ 146685 w 233838"/>
                    <a:gd name="connsiteY6" fmla="*/ 18126 h 105469"/>
                    <a:gd name="connsiteX7" fmla="*/ 233839 w 233838"/>
                    <a:gd name="connsiteY7" fmla="*/ 5552 h 105469"/>
                    <a:gd name="connsiteX8" fmla="*/ 215837 w 233838"/>
                    <a:gd name="connsiteY8" fmla="*/ 2504 h 105469"/>
                    <a:gd name="connsiteX9" fmla="*/ 169259 w 233838"/>
                    <a:gd name="connsiteY9" fmla="*/ 123 h 105469"/>
                    <a:gd name="connsiteX10" fmla="*/ 33814 w 233838"/>
                    <a:gd name="connsiteY10" fmla="*/ 51844 h 105469"/>
                    <a:gd name="connsiteX11" fmla="*/ 0 w 233838"/>
                    <a:gd name="connsiteY11" fmla="*/ 58416 h 105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3838" h="105469">
                      <a:moveTo>
                        <a:pt x="0" y="58416"/>
                      </a:moveTo>
                      <a:cubicBezTo>
                        <a:pt x="0" y="58416"/>
                        <a:pt x="1429" y="60607"/>
                        <a:pt x="3905" y="64322"/>
                      </a:cubicBezTo>
                      <a:cubicBezTo>
                        <a:pt x="6287" y="67941"/>
                        <a:pt x="9811" y="72799"/>
                        <a:pt x="14192" y="77943"/>
                      </a:cubicBezTo>
                      <a:cubicBezTo>
                        <a:pt x="22670" y="88325"/>
                        <a:pt x="33528" y="99850"/>
                        <a:pt x="42767" y="105470"/>
                      </a:cubicBezTo>
                      <a:cubicBezTo>
                        <a:pt x="42767" y="105470"/>
                        <a:pt x="46006" y="98421"/>
                        <a:pt x="53054" y="88134"/>
                      </a:cubicBezTo>
                      <a:cubicBezTo>
                        <a:pt x="60198" y="77847"/>
                        <a:pt x="70676" y="64417"/>
                        <a:pt x="86487" y="51558"/>
                      </a:cubicBezTo>
                      <a:cubicBezTo>
                        <a:pt x="102203" y="38699"/>
                        <a:pt x="122206" y="26507"/>
                        <a:pt x="146685" y="18126"/>
                      </a:cubicBezTo>
                      <a:cubicBezTo>
                        <a:pt x="171164" y="9743"/>
                        <a:pt x="200216" y="5076"/>
                        <a:pt x="233839" y="5552"/>
                      </a:cubicBezTo>
                      <a:cubicBezTo>
                        <a:pt x="233839" y="5552"/>
                        <a:pt x="227267" y="4028"/>
                        <a:pt x="215837" y="2504"/>
                      </a:cubicBezTo>
                      <a:cubicBezTo>
                        <a:pt x="204407" y="1076"/>
                        <a:pt x="188500" y="-448"/>
                        <a:pt x="169259" y="123"/>
                      </a:cubicBezTo>
                      <a:cubicBezTo>
                        <a:pt x="131064" y="1552"/>
                        <a:pt x="79915" y="9743"/>
                        <a:pt x="33814" y="51844"/>
                      </a:cubicBezTo>
                      <a:cubicBezTo>
                        <a:pt x="19812" y="64703"/>
                        <a:pt x="0" y="58416"/>
                        <a:pt x="0" y="58416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52" name="Forme libre : forme 1351">
                  <a:extLst>
                    <a:ext uri="{FF2B5EF4-FFF2-40B4-BE49-F238E27FC236}">
                      <a16:creationId xmlns:a16="http://schemas.microsoft.com/office/drawing/2014/main" id="{0D353A3E-8A24-41F0-9619-9864E58810C9}"/>
                    </a:ext>
                  </a:extLst>
                </p:cNvPr>
                <p:cNvSpPr/>
                <p:nvPr/>
              </p:nvSpPr>
              <p:spPr>
                <a:xfrm>
                  <a:off x="9390220" y="3985083"/>
                  <a:ext cx="23831" cy="121062"/>
                </a:xfrm>
                <a:custGeom>
                  <a:avLst/>
                  <a:gdLst>
                    <a:gd name="connsiteX0" fmla="*/ 18784 w 23831"/>
                    <a:gd name="connsiteY0" fmla="*/ 12192 h 121062"/>
                    <a:gd name="connsiteX1" fmla="*/ 1448 w 23831"/>
                    <a:gd name="connsiteY1" fmla="*/ 0 h 121062"/>
                    <a:gd name="connsiteX2" fmla="*/ 686 w 23831"/>
                    <a:gd name="connsiteY2" fmla="*/ 36767 h 121062"/>
                    <a:gd name="connsiteX3" fmla="*/ 23832 w 23831"/>
                    <a:gd name="connsiteY3" fmla="*/ 121063 h 121062"/>
                    <a:gd name="connsiteX4" fmla="*/ 21260 w 23831"/>
                    <a:gd name="connsiteY4" fmla="*/ 112395 h 121062"/>
                    <a:gd name="connsiteX5" fmla="*/ 16974 w 23831"/>
                    <a:gd name="connsiteY5" fmla="*/ 88678 h 121062"/>
                    <a:gd name="connsiteX6" fmla="*/ 14593 w 23831"/>
                    <a:gd name="connsiteY6" fmla="*/ 53912 h 121062"/>
                    <a:gd name="connsiteX7" fmla="*/ 18784 w 23831"/>
                    <a:gd name="connsiteY7" fmla="*/ 12192 h 121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831" h="121062">
                      <a:moveTo>
                        <a:pt x="18784" y="12192"/>
                      </a:moveTo>
                      <a:cubicBezTo>
                        <a:pt x="18784" y="12192"/>
                        <a:pt x="9163" y="6763"/>
                        <a:pt x="1448" y="0"/>
                      </a:cubicBezTo>
                      <a:cubicBezTo>
                        <a:pt x="1448" y="0"/>
                        <a:pt x="-1219" y="14288"/>
                        <a:pt x="686" y="36767"/>
                      </a:cubicBezTo>
                      <a:cubicBezTo>
                        <a:pt x="2019" y="59246"/>
                        <a:pt x="8116" y="90011"/>
                        <a:pt x="23832" y="121063"/>
                      </a:cubicBezTo>
                      <a:cubicBezTo>
                        <a:pt x="23832" y="121063"/>
                        <a:pt x="22784" y="118015"/>
                        <a:pt x="21260" y="112395"/>
                      </a:cubicBezTo>
                      <a:cubicBezTo>
                        <a:pt x="19831" y="106871"/>
                        <a:pt x="18307" y="98584"/>
                        <a:pt x="16974" y="88678"/>
                      </a:cubicBezTo>
                      <a:cubicBezTo>
                        <a:pt x="15735" y="78677"/>
                        <a:pt x="14211" y="66961"/>
                        <a:pt x="14593" y="53912"/>
                      </a:cubicBezTo>
                      <a:cubicBezTo>
                        <a:pt x="14878" y="40767"/>
                        <a:pt x="16117" y="26575"/>
                        <a:pt x="18784" y="12192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353" name="Graphique 15">
                  <a:extLst>
                    <a:ext uri="{FF2B5EF4-FFF2-40B4-BE49-F238E27FC236}">
                      <a16:creationId xmlns:a16="http://schemas.microsoft.com/office/drawing/2014/main" id="{D3FEA2FC-F7EE-4BF3-B443-625FC7EE4595}"/>
                    </a:ext>
                  </a:extLst>
                </p:cNvPr>
                <p:cNvGrpSpPr/>
                <p:nvPr/>
              </p:nvGrpSpPr>
              <p:grpSpPr>
                <a:xfrm>
                  <a:off x="9424083" y="3945065"/>
                  <a:ext cx="81136" cy="95180"/>
                  <a:chOff x="9424083" y="3945065"/>
                  <a:chExt cx="81136" cy="95180"/>
                </a:xfrm>
                <a:solidFill>
                  <a:schemeClr val="accent1"/>
                </a:solidFill>
              </p:grpSpPr>
              <p:grpSp>
                <p:nvGrpSpPr>
                  <p:cNvPr id="1354" name="Graphique 15">
                    <a:extLst>
                      <a:ext uri="{FF2B5EF4-FFF2-40B4-BE49-F238E27FC236}">
                        <a16:creationId xmlns:a16="http://schemas.microsoft.com/office/drawing/2014/main" id="{22EAA3A5-4AFF-4E96-AD9F-010821F99521}"/>
                      </a:ext>
                    </a:extLst>
                  </p:cNvPr>
                  <p:cNvGrpSpPr/>
                  <p:nvPr/>
                </p:nvGrpSpPr>
                <p:grpSpPr>
                  <a:xfrm>
                    <a:off x="9424083" y="3999861"/>
                    <a:ext cx="35933" cy="40384"/>
                    <a:chOff x="9424083" y="3999861"/>
                    <a:chExt cx="35933" cy="40384"/>
                  </a:xfrm>
                  <a:solidFill>
                    <a:schemeClr val="accent1"/>
                  </a:solidFill>
                </p:grpSpPr>
                <p:sp>
                  <p:nvSpPr>
                    <p:cNvPr id="1355" name="Forme libre : forme 1354">
                      <a:extLst>
                        <a:ext uri="{FF2B5EF4-FFF2-40B4-BE49-F238E27FC236}">
                          <a16:creationId xmlns:a16="http://schemas.microsoft.com/office/drawing/2014/main" id="{B49BF759-1108-4BFC-836F-A211C0A896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24083" y="3999861"/>
                      <a:ext cx="35933" cy="40369"/>
                    </a:xfrm>
                    <a:custGeom>
                      <a:avLst/>
                      <a:gdLst>
                        <a:gd name="connsiteX0" fmla="*/ 12448 w 35933"/>
                        <a:gd name="connsiteY0" fmla="*/ 558 h 40369"/>
                        <a:gd name="connsiteX1" fmla="*/ 35117 w 35933"/>
                        <a:gd name="connsiteY1" fmla="*/ 15131 h 40369"/>
                        <a:gd name="connsiteX2" fmla="*/ 23878 w 35933"/>
                        <a:gd name="connsiteY2" fmla="*/ 39610 h 40369"/>
                        <a:gd name="connsiteX3" fmla="*/ 923 w 35933"/>
                        <a:gd name="connsiteY3" fmla="*/ 25132 h 40369"/>
                        <a:gd name="connsiteX4" fmla="*/ 12448 w 35933"/>
                        <a:gd name="connsiteY4" fmla="*/ 558 h 403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933" h="40369">
                          <a:moveTo>
                            <a:pt x="12448" y="558"/>
                          </a:moveTo>
                          <a:cubicBezTo>
                            <a:pt x="21973" y="-2014"/>
                            <a:pt x="32070" y="4558"/>
                            <a:pt x="35117" y="15131"/>
                          </a:cubicBezTo>
                          <a:cubicBezTo>
                            <a:pt x="37975" y="25704"/>
                            <a:pt x="33117" y="36657"/>
                            <a:pt x="23878" y="39610"/>
                          </a:cubicBezTo>
                          <a:cubicBezTo>
                            <a:pt x="14448" y="42658"/>
                            <a:pt x="3971" y="36277"/>
                            <a:pt x="923" y="25132"/>
                          </a:cubicBezTo>
                          <a:cubicBezTo>
                            <a:pt x="-2220" y="14178"/>
                            <a:pt x="2923" y="3129"/>
                            <a:pt x="12448" y="55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6" name="Forme libre : forme 1355">
                      <a:extLst>
                        <a:ext uri="{FF2B5EF4-FFF2-40B4-BE49-F238E27FC236}">
                          <a16:creationId xmlns:a16="http://schemas.microsoft.com/office/drawing/2014/main" id="{D5F9C856-4A43-4268-BB4F-174E65B640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28911" y="3999986"/>
                      <a:ext cx="31105" cy="40258"/>
                    </a:xfrm>
                    <a:custGeom>
                      <a:avLst/>
                      <a:gdLst>
                        <a:gd name="connsiteX0" fmla="*/ 13526 w 31105"/>
                        <a:gd name="connsiteY0" fmla="*/ 19768 h 40258"/>
                        <a:gd name="connsiteX1" fmla="*/ 9715 w 31105"/>
                        <a:gd name="connsiteY1" fmla="*/ 39580 h 40258"/>
                        <a:gd name="connsiteX2" fmla="*/ 19050 w 31105"/>
                        <a:gd name="connsiteY2" fmla="*/ 39580 h 40258"/>
                        <a:gd name="connsiteX3" fmla="*/ 30289 w 31105"/>
                        <a:gd name="connsiteY3" fmla="*/ 15101 h 40258"/>
                        <a:gd name="connsiteX4" fmla="*/ 7620 w 31105"/>
                        <a:gd name="connsiteY4" fmla="*/ 527 h 40258"/>
                        <a:gd name="connsiteX5" fmla="*/ 0 w 31105"/>
                        <a:gd name="connsiteY5" fmla="*/ 5290 h 40258"/>
                        <a:gd name="connsiteX6" fmla="*/ 13526 w 31105"/>
                        <a:gd name="connsiteY6" fmla="*/ 19768 h 402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105" h="40258">
                          <a:moveTo>
                            <a:pt x="13526" y="19768"/>
                          </a:moveTo>
                          <a:cubicBezTo>
                            <a:pt x="15716" y="27102"/>
                            <a:pt x="13716" y="34627"/>
                            <a:pt x="9715" y="39580"/>
                          </a:cubicBezTo>
                          <a:cubicBezTo>
                            <a:pt x="12763" y="40437"/>
                            <a:pt x="15907" y="40532"/>
                            <a:pt x="19050" y="39580"/>
                          </a:cubicBezTo>
                          <a:cubicBezTo>
                            <a:pt x="28289" y="36627"/>
                            <a:pt x="33147" y="25673"/>
                            <a:pt x="30289" y="15101"/>
                          </a:cubicBezTo>
                          <a:cubicBezTo>
                            <a:pt x="27242" y="4528"/>
                            <a:pt x="17145" y="-1949"/>
                            <a:pt x="7620" y="527"/>
                          </a:cubicBezTo>
                          <a:cubicBezTo>
                            <a:pt x="4572" y="1385"/>
                            <a:pt x="2096" y="3099"/>
                            <a:pt x="0" y="5290"/>
                          </a:cubicBezTo>
                          <a:cubicBezTo>
                            <a:pt x="6191" y="7290"/>
                            <a:pt x="11430" y="12529"/>
                            <a:pt x="13526" y="197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7" name="Forme libre : forme 1356">
                      <a:extLst>
                        <a:ext uri="{FF2B5EF4-FFF2-40B4-BE49-F238E27FC236}">
                          <a16:creationId xmlns:a16="http://schemas.microsoft.com/office/drawing/2014/main" id="{6986F9D2-3D76-46F0-ADE9-D3F7A369A0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28964" y="4004382"/>
                      <a:ext cx="16236" cy="18003"/>
                    </a:xfrm>
                    <a:custGeom>
                      <a:avLst/>
                      <a:gdLst>
                        <a:gd name="connsiteX0" fmla="*/ 2899 w 16236"/>
                        <a:gd name="connsiteY0" fmla="*/ 2513 h 18003"/>
                        <a:gd name="connsiteX1" fmla="*/ 14329 w 16236"/>
                        <a:gd name="connsiteY1" fmla="*/ 2704 h 18003"/>
                        <a:gd name="connsiteX2" fmla="*/ 13377 w 16236"/>
                        <a:gd name="connsiteY2" fmla="*/ 15372 h 18003"/>
                        <a:gd name="connsiteX3" fmla="*/ 1947 w 16236"/>
                        <a:gd name="connsiteY3" fmla="*/ 15277 h 18003"/>
                        <a:gd name="connsiteX4" fmla="*/ 2899 w 16236"/>
                        <a:gd name="connsiteY4" fmla="*/ 2513 h 18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36" h="18003">
                          <a:moveTo>
                            <a:pt x="2899" y="2513"/>
                          </a:moveTo>
                          <a:cubicBezTo>
                            <a:pt x="6328" y="-916"/>
                            <a:pt x="11472" y="-820"/>
                            <a:pt x="14329" y="2704"/>
                          </a:cubicBezTo>
                          <a:cubicBezTo>
                            <a:pt x="17187" y="6228"/>
                            <a:pt x="16806" y="11848"/>
                            <a:pt x="13377" y="15372"/>
                          </a:cubicBezTo>
                          <a:cubicBezTo>
                            <a:pt x="9948" y="18896"/>
                            <a:pt x="4899" y="18896"/>
                            <a:pt x="1947" y="15277"/>
                          </a:cubicBezTo>
                          <a:cubicBezTo>
                            <a:pt x="-1006" y="11657"/>
                            <a:pt x="-530" y="5942"/>
                            <a:pt x="2899" y="251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58" name="Forme libre : forme 1357">
                      <a:extLst>
                        <a:ext uri="{FF2B5EF4-FFF2-40B4-BE49-F238E27FC236}">
                          <a16:creationId xmlns:a16="http://schemas.microsoft.com/office/drawing/2014/main" id="{14A28256-F288-480F-93B7-CE00C5455E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31160" y="4017169"/>
                      <a:ext cx="5883" cy="6694"/>
                    </a:xfrm>
                    <a:custGeom>
                      <a:avLst/>
                      <a:gdLst>
                        <a:gd name="connsiteX0" fmla="*/ 2037 w 5883"/>
                        <a:gd name="connsiteY0" fmla="*/ 109 h 6694"/>
                        <a:gd name="connsiteX1" fmla="*/ 5751 w 5883"/>
                        <a:gd name="connsiteY1" fmla="*/ 2490 h 6694"/>
                        <a:gd name="connsiteX2" fmla="*/ 3846 w 5883"/>
                        <a:gd name="connsiteY2" fmla="*/ 6586 h 6694"/>
                        <a:gd name="connsiteX3" fmla="*/ 132 w 5883"/>
                        <a:gd name="connsiteY3" fmla="*/ 4204 h 6694"/>
                        <a:gd name="connsiteX4" fmla="*/ 2037 w 5883"/>
                        <a:gd name="connsiteY4" fmla="*/ 109 h 6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3" h="6694">
                          <a:moveTo>
                            <a:pt x="2037" y="109"/>
                          </a:moveTo>
                          <a:cubicBezTo>
                            <a:pt x="3561" y="-368"/>
                            <a:pt x="5275" y="775"/>
                            <a:pt x="5751" y="2490"/>
                          </a:cubicBezTo>
                          <a:cubicBezTo>
                            <a:pt x="6228" y="4300"/>
                            <a:pt x="5370" y="6109"/>
                            <a:pt x="3846" y="6586"/>
                          </a:cubicBezTo>
                          <a:cubicBezTo>
                            <a:pt x="2322" y="7062"/>
                            <a:pt x="608" y="5919"/>
                            <a:pt x="132" y="4204"/>
                          </a:cubicBezTo>
                          <a:cubicBezTo>
                            <a:pt x="-345" y="2490"/>
                            <a:pt x="513" y="585"/>
                            <a:pt x="2037" y="1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59" name="Graphique 15">
                    <a:extLst>
                      <a:ext uri="{FF2B5EF4-FFF2-40B4-BE49-F238E27FC236}">
                        <a16:creationId xmlns:a16="http://schemas.microsoft.com/office/drawing/2014/main" id="{B0D389FF-0D4A-4BC6-916B-E2D466B820EB}"/>
                      </a:ext>
                    </a:extLst>
                  </p:cNvPr>
                  <p:cNvGrpSpPr/>
                  <p:nvPr/>
                </p:nvGrpSpPr>
                <p:grpSpPr>
                  <a:xfrm>
                    <a:off x="9450887" y="3976332"/>
                    <a:ext cx="36048" cy="38971"/>
                    <a:chOff x="9450887" y="3976332"/>
                    <a:chExt cx="36048" cy="38971"/>
                  </a:xfrm>
                  <a:solidFill>
                    <a:schemeClr val="accent1"/>
                  </a:solidFill>
                </p:grpSpPr>
                <p:sp>
                  <p:nvSpPr>
                    <p:cNvPr id="1360" name="Forme libre : forme 1359">
                      <a:extLst>
                        <a:ext uri="{FF2B5EF4-FFF2-40B4-BE49-F238E27FC236}">
                          <a16:creationId xmlns:a16="http://schemas.microsoft.com/office/drawing/2014/main" id="{A3F3388F-6D45-4865-A1C9-1A00500B31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50887" y="3976332"/>
                      <a:ext cx="36048" cy="38960"/>
                    </a:xfrm>
                    <a:custGeom>
                      <a:avLst/>
                      <a:gdLst>
                        <a:gd name="connsiteX0" fmla="*/ 12981 w 36048"/>
                        <a:gd name="connsiteY0" fmla="*/ 464 h 38960"/>
                        <a:gd name="connsiteX1" fmla="*/ 35269 w 36048"/>
                        <a:gd name="connsiteY1" fmla="*/ 14656 h 38960"/>
                        <a:gd name="connsiteX2" fmla="*/ 23458 w 36048"/>
                        <a:gd name="connsiteY2" fmla="*/ 38278 h 38960"/>
                        <a:gd name="connsiteX3" fmla="*/ 884 w 36048"/>
                        <a:gd name="connsiteY3" fmla="*/ 24086 h 38960"/>
                        <a:gd name="connsiteX4" fmla="*/ 12981 w 36048"/>
                        <a:gd name="connsiteY4" fmla="*/ 464 h 38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048" h="38960">
                          <a:moveTo>
                            <a:pt x="12981" y="464"/>
                          </a:moveTo>
                          <a:cubicBezTo>
                            <a:pt x="22410" y="-1822"/>
                            <a:pt x="32316" y="4560"/>
                            <a:pt x="35269" y="14656"/>
                          </a:cubicBezTo>
                          <a:cubicBezTo>
                            <a:pt x="38126" y="24848"/>
                            <a:pt x="32888" y="35421"/>
                            <a:pt x="23458" y="38278"/>
                          </a:cubicBezTo>
                          <a:cubicBezTo>
                            <a:pt x="14028" y="41136"/>
                            <a:pt x="3932" y="34754"/>
                            <a:pt x="884" y="24086"/>
                          </a:cubicBezTo>
                          <a:cubicBezTo>
                            <a:pt x="-2260" y="13513"/>
                            <a:pt x="3265" y="2845"/>
                            <a:pt x="12981" y="46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1" name="Forme libre : forme 1360">
                      <a:extLst>
                        <a:ext uri="{FF2B5EF4-FFF2-40B4-BE49-F238E27FC236}">
                          <a16:creationId xmlns:a16="http://schemas.microsoft.com/office/drawing/2014/main" id="{CA668D1C-EC9B-4AB2-904B-3871AF376E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56152" y="3976393"/>
                      <a:ext cx="30783" cy="38910"/>
                    </a:xfrm>
                    <a:custGeom>
                      <a:avLst/>
                      <a:gdLst>
                        <a:gd name="connsiteX0" fmla="*/ 13144 w 30783"/>
                        <a:gd name="connsiteY0" fmla="*/ 19167 h 38910"/>
                        <a:gd name="connsiteX1" fmla="*/ 8953 w 30783"/>
                        <a:gd name="connsiteY1" fmla="*/ 38217 h 38910"/>
                        <a:gd name="connsiteX2" fmla="*/ 18192 w 30783"/>
                        <a:gd name="connsiteY2" fmla="*/ 38313 h 38910"/>
                        <a:gd name="connsiteX3" fmla="*/ 30004 w 30783"/>
                        <a:gd name="connsiteY3" fmla="*/ 14691 h 38910"/>
                        <a:gd name="connsiteX4" fmla="*/ 7715 w 30783"/>
                        <a:gd name="connsiteY4" fmla="*/ 499 h 38910"/>
                        <a:gd name="connsiteX5" fmla="*/ 0 w 30783"/>
                        <a:gd name="connsiteY5" fmla="*/ 5070 h 38910"/>
                        <a:gd name="connsiteX6" fmla="*/ 13144 w 30783"/>
                        <a:gd name="connsiteY6" fmla="*/ 19167 h 38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783" h="38910">
                          <a:moveTo>
                            <a:pt x="13144" y="19167"/>
                          </a:moveTo>
                          <a:cubicBezTo>
                            <a:pt x="15145" y="26311"/>
                            <a:pt x="13335" y="33455"/>
                            <a:pt x="8953" y="38217"/>
                          </a:cubicBezTo>
                          <a:cubicBezTo>
                            <a:pt x="11906" y="39075"/>
                            <a:pt x="15049" y="39170"/>
                            <a:pt x="18192" y="38313"/>
                          </a:cubicBezTo>
                          <a:cubicBezTo>
                            <a:pt x="27622" y="35455"/>
                            <a:pt x="32861" y="24882"/>
                            <a:pt x="30004" y="14691"/>
                          </a:cubicBezTo>
                          <a:cubicBezTo>
                            <a:pt x="27051" y="4499"/>
                            <a:pt x="17145" y="-1883"/>
                            <a:pt x="7715" y="499"/>
                          </a:cubicBezTo>
                          <a:cubicBezTo>
                            <a:pt x="4667" y="1260"/>
                            <a:pt x="2096" y="2880"/>
                            <a:pt x="0" y="5070"/>
                          </a:cubicBezTo>
                          <a:cubicBezTo>
                            <a:pt x="5810" y="7071"/>
                            <a:pt x="11144" y="12119"/>
                            <a:pt x="13144" y="1916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2" name="Forme libre : forme 1361">
                      <a:extLst>
                        <a:ext uri="{FF2B5EF4-FFF2-40B4-BE49-F238E27FC236}">
                          <a16:creationId xmlns:a16="http://schemas.microsoft.com/office/drawing/2014/main" id="{D629047E-DCF8-4F45-8052-01131B6655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55856" y="3980591"/>
                      <a:ext cx="16223" cy="17351"/>
                    </a:xfrm>
                    <a:custGeom>
                      <a:avLst/>
                      <a:gdLst>
                        <a:gd name="connsiteX0" fmla="*/ 2964 w 16223"/>
                        <a:gd name="connsiteY0" fmla="*/ 2396 h 17351"/>
                        <a:gd name="connsiteX1" fmla="*/ 14394 w 16223"/>
                        <a:gd name="connsiteY1" fmla="*/ 2682 h 17351"/>
                        <a:gd name="connsiteX2" fmla="*/ 13251 w 16223"/>
                        <a:gd name="connsiteY2" fmla="*/ 14874 h 17351"/>
                        <a:gd name="connsiteX3" fmla="*/ 1820 w 16223"/>
                        <a:gd name="connsiteY3" fmla="*/ 14684 h 17351"/>
                        <a:gd name="connsiteX4" fmla="*/ 2964 w 16223"/>
                        <a:gd name="connsiteY4" fmla="*/ 2396 h 17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23" h="17351">
                          <a:moveTo>
                            <a:pt x="2964" y="2396"/>
                          </a:moveTo>
                          <a:cubicBezTo>
                            <a:pt x="6583" y="-938"/>
                            <a:pt x="11536" y="-747"/>
                            <a:pt x="14394" y="2682"/>
                          </a:cubicBezTo>
                          <a:cubicBezTo>
                            <a:pt x="17251" y="6111"/>
                            <a:pt x="16680" y="11540"/>
                            <a:pt x="13251" y="14874"/>
                          </a:cubicBezTo>
                          <a:cubicBezTo>
                            <a:pt x="9822" y="18208"/>
                            <a:pt x="4678" y="18208"/>
                            <a:pt x="1820" y="14684"/>
                          </a:cubicBezTo>
                          <a:cubicBezTo>
                            <a:pt x="-942" y="11254"/>
                            <a:pt x="-561" y="5730"/>
                            <a:pt x="2964" y="239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3" name="Forme libre : forme 1362">
                      <a:extLst>
                        <a:ext uri="{FF2B5EF4-FFF2-40B4-BE49-F238E27FC236}">
                          <a16:creationId xmlns:a16="http://schemas.microsoft.com/office/drawing/2014/main" id="{7CA706C6-E84C-46C4-896A-6BF8D5A91C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58021" y="3993006"/>
                      <a:ext cx="5883" cy="6473"/>
                    </a:xfrm>
                    <a:custGeom>
                      <a:avLst/>
                      <a:gdLst>
                        <a:gd name="connsiteX0" fmla="*/ 2037 w 5883"/>
                        <a:gd name="connsiteY0" fmla="*/ 78 h 6473"/>
                        <a:gd name="connsiteX1" fmla="*/ 5751 w 5883"/>
                        <a:gd name="connsiteY1" fmla="*/ 2459 h 6473"/>
                        <a:gd name="connsiteX2" fmla="*/ 3846 w 5883"/>
                        <a:gd name="connsiteY2" fmla="*/ 6365 h 6473"/>
                        <a:gd name="connsiteX3" fmla="*/ 132 w 5883"/>
                        <a:gd name="connsiteY3" fmla="*/ 3983 h 6473"/>
                        <a:gd name="connsiteX4" fmla="*/ 2037 w 5883"/>
                        <a:gd name="connsiteY4" fmla="*/ 78 h 6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3" h="6473">
                          <a:moveTo>
                            <a:pt x="2037" y="78"/>
                          </a:moveTo>
                          <a:cubicBezTo>
                            <a:pt x="3561" y="-303"/>
                            <a:pt x="5275" y="745"/>
                            <a:pt x="5751" y="2459"/>
                          </a:cubicBezTo>
                          <a:cubicBezTo>
                            <a:pt x="6228" y="4174"/>
                            <a:pt x="5370" y="5888"/>
                            <a:pt x="3846" y="6365"/>
                          </a:cubicBezTo>
                          <a:cubicBezTo>
                            <a:pt x="2322" y="6841"/>
                            <a:pt x="608" y="5698"/>
                            <a:pt x="132" y="3983"/>
                          </a:cubicBezTo>
                          <a:cubicBezTo>
                            <a:pt x="-345" y="2269"/>
                            <a:pt x="513" y="459"/>
                            <a:pt x="2037" y="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64" name="Graphique 15">
                    <a:extLst>
                      <a:ext uri="{FF2B5EF4-FFF2-40B4-BE49-F238E27FC236}">
                        <a16:creationId xmlns:a16="http://schemas.microsoft.com/office/drawing/2014/main" id="{CD22FA60-B672-496D-ACAE-210A09DB4402}"/>
                      </a:ext>
                    </a:extLst>
                  </p:cNvPr>
                  <p:cNvGrpSpPr/>
                  <p:nvPr/>
                </p:nvGrpSpPr>
                <p:grpSpPr>
                  <a:xfrm>
                    <a:off x="9469525" y="3945065"/>
                    <a:ext cx="35693" cy="38021"/>
                    <a:chOff x="9469525" y="3945065"/>
                    <a:chExt cx="35693" cy="38021"/>
                  </a:xfrm>
                  <a:solidFill>
                    <a:schemeClr val="accent1"/>
                  </a:solidFill>
                </p:grpSpPr>
                <p:sp>
                  <p:nvSpPr>
                    <p:cNvPr id="1365" name="Forme libre : forme 1364">
                      <a:extLst>
                        <a:ext uri="{FF2B5EF4-FFF2-40B4-BE49-F238E27FC236}">
                          <a16:creationId xmlns:a16="http://schemas.microsoft.com/office/drawing/2014/main" id="{83ED465C-9180-4744-9E82-391AC9CE96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9525" y="3945065"/>
                      <a:ext cx="35693" cy="38021"/>
                    </a:xfrm>
                    <a:custGeom>
                      <a:avLst/>
                      <a:gdLst>
                        <a:gd name="connsiteX0" fmla="*/ 13583 w 35693"/>
                        <a:gd name="connsiteY0" fmla="*/ 394 h 38021"/>
                        <a:gd name="connsiteX1" fmla="*/ 35204 w 35693"/>
                        <a:gd name="connsiteY1" fmla="*/ 14777 h 38021"/>
                        <a:gd name="connsiteX2" fmla="*/ 22536 w 35693"/>
                        <a:gd name="connsiteY2" fmla="*/ 37446 h 38021"/>
                        <a:gd name="connsiteX3" fmla="*/ 533 w 35693"/>
                        <a:gd name="connsiteY3" fmla="*/ 23159 h 38021"/>
                        <a:gd name="connsiteX4" fmla="*/ 13583 w 35693"/>
                        <a:gd name="connsiteY4" fmla="*/ 394 h 38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93" h="38021">
                          <a:moveTo>
                            <a:pt x="13583" y="394"/>
                          </a:moveTo>
                          <a:cubicBezTo>
                            <a:pt x="23203" y="-1702"/>
                            <a:pt x="32823" y="4776"/>
                            <a:pt x="35204" y="14777"/>
                          </a:cubicBezTo>
                          <a:cubicBezTo>
                            <a:pt x="37395" y="24778"/>
                            <a:pt x="32061" y="34874"/>
                            <a:pt x="22536" y="37446"/>
                          </a:cubicBezTo>
                          <a:cubicBezTo>
                            <a:pt x="13011" y="40018"/>
                            <a:pt x="2819" y="33731"/>
                            <a:pt x="533" y="23159"/>
                          </a:cubicBezTo>
                          <a:cubicBezTo>
                            <a:pt x="-1848" y="12681"/>
                            <a:pt x="3962" y="2489"/>
                            <a:pt x="13583" y="39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6" name="Forme libre : forme 1365">
                      <a:extLst>
                        <a:ext uri="{FF2B5EF4-FFF2-40B4-BE49-F238E27FC236}">
                          <a16:creationId xmlns:a16="http://schemas.microsoft.com/office/drawing/2014/main" id="{0E6149FA-E5B7-4010-96DF-8807B6185B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75297" y="3945160"/>
                      <a:ext cx="29921" cy="37923"/>
                    </a:xfrm>
                    <a:custGeom>
                      <a:avLst/>
                      <a:gdLst>
                        <a:gd name="connsiteX0" fmla="*/ 12478 w 29921"/>
                        <a:gd name="connsiteY0" fmla="*/ 18682 h 37923"/>
                        <a:gd name="connsiteX1" fmla="*/ 7525 w 29921"/>
                        <a:gd name="connsiteY1" fmla="*/ 37160 h 37923"/>
                        <a:gd name="connsiteX2" fmla="*/ 16764 w 29921"/>
                        <a:gd name="connsiteY2" fmla="*/ 37446 h 37923"/>
                        <a:gd name="connsiteX3" fmla="*/ 29432 w 29921"/>
                        <a:gd name="connsiteY3" fmla="*/ 14777 h 37923"/>
                        <a:gd name="connsiteX4" fmla="*/ 7811 w 29921"/>
                        <a:gd name="connsiteY4" fmla="*/ 394 h 37923"/>
                        <a:gd name="connsiteX5" fmla="*/ 0 w 29921"/>
                        <a:gd name="connsiteY5" fmla="*/ 4680 h 37923"/>
                        <a:gd name="connsiteX6" fmla="*/ 12478 w 29921"/>
                        <a:gd name="connsiteY6" fmla="*/ 18682 h 379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921" h="37923">
                          <a:moveTo>
                            <a:pt x="12478" y="18682"/>
                          </a:moveTo>
                          <a:cubicBezTo>
                            <a:pt x="14097" y="25635"/>
                            <a:pt x="11811" y="32588"/>
                            <a:pt x="7525" y="37160"/>
                          </a:cubicBezTo>
                          <a:cubicBezTo>
                            <a:pt x="10478" y="38018"/>
                            <a:pt x="13621" y="38208"/>
                            <a:pt x="16764" y="37446"/>
                          </a:cubicBezTo>
                          <a:cubicBezTo>
                            <a:pt x="26289" y="34874"/>
                            <a:pt x="31623" y="24778"/>
                            <a:pt x="29432" y="14777"/>
                          </a:cubicBezTo>
                          <a:cubicBezTo>
                            <a:pt x="27146" y="4775"/>
                            <a:pt x="17431" y="-1702"/>
                            <a:pt x="7811" y="394"/>
                          </a:cubicBezTo>
                          <a:cubicBezTo>
                            <a:pt x="4763" y="1061"/>
                            <a:pt x="2096" y="2585"/>
                            <a:pt x="0" y="4680"/>
                          </a:cubicBezTo>
                          <a:cubicBezTo>
                            <a:pt x="5905" y="6680"/>
                            <a:pt x="10859" y="11729"/>
                            <a:pt x="12478" y="1868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7" name="Forme libre : forme 1366">
                      <a:extLst>
                        <a:ext uri="{FF2B5EF4-FFF2-40B4-BE49-F238E27FC236}">
                          <a16:creationId xmlns:a16="http://schemas.microsoft.com/office/drawing/2014/main" id="{ED0F7495-A5A9-4E37-9BC6-BE5067C425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74734" y="3949175"/>
                      <a:ext cx="16218" cy="16838"/>
                    </a:xfrm>
                    <a:custGeom>
                      <a:avLst/>
                      <a:gdLst>
                        <a:gd name="connsiteX0" fmla="*/ 3326 w 16218"/>
                        <a:gd name="connsiteY0" fmla="*/ 2189 h 16838"/>
                        <a:gd name="connsiteX1" fmla="*/ 14661 w 16218"/>
                        <a:gd name="connsiteY1" fmla="*/ 2761 h 16838"/>
                        <a:gd name="connsiteX2" fmla="*/ 12851 w 16218"/>
                        <a:gd name="connsiteY2" fmla="*/ 14572 h 16838"/>
                        <a:gd name="connsiteX3" fmla="*/ 1516 w 16218"/>
                        <a:gd name="connsiteY3" fmla="*/ 14095 h 16838"/>
                        <a:gd name="connsiteX4" fmla="*/ 3326 w 16218"/>
                        <a:gd name="connsiteY4" fmla="*/ 2189 h 168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18" h="16838">
                          <a:moveTo>
                            <a:pt x="3326" y="2189"/>
                          </a:moveTo>
                          <a:cubicBezTo>
                            <a:pt x="6946" y="-954"/>
                            <a:pt x="12089" y="-668"/>
                            <a:pt x="14661" y="2761"/>
                          </a:cubicBezTo>
                          <a:cubicBezTo>
                            <a:pt x="17328" y="6190"/>
                            <a:pt x="16471" y="11428"/>
                            <a:pt x="12851" y="14572"/>
                          </a:cubicBezTo>
                          <a:cubicBezTo>
                            <a:pt x="9232" y="17715"/>
                            <a:pt x="4183" y="17620"/>
                            <a:pt x="1516" y="14095"/>
                          </a:cubicBezTo>
                          <a:cubicBezTo>
                            <a:pt x="-1055" y="10667"/>
                            <a:pt x="-293" y="5237"/>
                            <a:pt x="3326" y="218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68" name="Forme libre : forme 1367">
                      <a:extLst>
                        <a:ext uri="{FF2B5EF4-FFF2-40B4-BE49-F238E27FC236}">
                          <a16:creationId xmlns:a16="http://schemas.microsoft.com/office/drawing/2014/main" id="{0FADEB42-19D8-4CB0-9825-02335D11DF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76603" y="3961097"/>
                      <a:ext cx="5826" cy="6347"/>
                    </a:xfrm>
                    <a:custGeom>
                      <a:avLst/>
                      <a:gdLst>
                        <a:gd name="connsiteX0" fmla="*/ 2218 w 5826"/>
                        <a:gd name="connsiteY0" fmla="*/ 78 h 6347"/>
                        <a:gd name="connsiteX1" fmla="*/ 5743 w 5826"/>
                        <a:gd name="connsiteY1" fmla="*/ 2459 h 6347"/>
                        <a:gd name="connsiteX2" fmla="*/ 3647 w 5826"/>
                        <a:gd name="connsiteY2" fmla="*/ 6270 h 6347"/>
                        <a:gd name="connsiteX3" fmla="*/ 123 w 5826"/>
                        <a:gd name="connsiteY3" fmla="*/ 3888 h 6347"/>
                        <a:gd name="connsiteX4" fmla="*/ 2218 w 5826"/>
                        <a:gd name="connsiteY4" fmla="*/ 78 h 6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6" h="6347">
                          <a:moveTo>
                            <a:pt x="2218" y="78"/>
                          </a:moveTo>
                          <a:cubicBezTo>
                            <a:pt x="3838" y="-303"/>
                            <a:pt x="5362" y="745"/>
                            <a:pt x="5743" y="2459"/>
                          </a:cubicBezTo>
                          <a:cubicBezTo>
                            <a:pt x="6124" y="4174"/>
                            <a:pt x="5171" y="5888"/>
                            <a:pt x="3647" y="6270"/>
                          </a:cubicBezTo>
                          <a:cubicBezTo>
                            <a:pt x="2123" y="6650"/>
                            <a:pt x="504" y="5603"/>
                            <a:pt x="123" y="3888"/>
                          </a:cubicBezTo>
                          <a:cubicBezTo>
                            <a:pt x="-353" y="2174"/>
                            <a:pt x="599" y="459"/>
                            <a:pt x="2218" y="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69" name="Graphique 15">
                  <a:extLst>
                    <a:ext uri="{FF2B5EF4-FFF2-40B4-BE49-F238E27FC236}">
                      <a16:creationId xmlns:a16="http://schemas.microsoft.com/office/drawing/2014/main" id="{A00E5475-B9FF-4940-A751-27698928B43B}"/>
                    </a:ext>
                  </a:extLst>
                </p:cNvPr>
                <p:cNvGrpSpPr/>
                <p:nvPr/>
              </p:nvGrpSpPr>
              <p:grpSpPr>
                <a:xfrm>
                  <a:off x="9545172" y="3959534"/>
                  <a:ext cx="79364" cy="87953"/>
                  <a:chOff x="9545172" y="3959534"/>
                  <a:chExt cx="79364" cy="87953"/>
                </a:xfrm>
                <a:solidFill>
                  <a:schemeClr val="accent1"/>
                </a:solidFill>
              </p:grpSpPr>
              <p:grpSp>
                <p:nvGrpSpPr>
                  <p:cNvPr id="1370" name="Graphique 15">
                    <a:extLst>
                      <a:ext uri="{FF2B5EF4-FFF2-40B4-BE49-F238E27FC236}">
                        <a16:creationId xmlns:a16="http://schemas.microsoft.com/office/drawing/2014/main" id="{2E88C7D5-797E-48C2-96A0-8A4F759AFBE3}"/>
                      </a:ext>
                    </a:extLst>
                  </p:cNvPr>
                  <p:cNvGrpSpPr/>
                  <p:nvPr/>
                </p:nvGrpSpPr>
                <p:grpSpPr>
                  <a:xfrm>
                    <a:off x="9545172" y="4011701"/>
                    <a:ext cx="35528" cy="35787"/>
                    <a:chOff x="9545172" y="4011701"/>
                    <a:chExt cx="35528" cy="35787"/>
                  </a:xfrm>
                  <a:solidFill>
                    <a:schemeClr val="accent1"/>
                  </a:solidFill>
                </p:grpSpPr>
                <p:sp>
                  <p:nvSpPr>
                    <p:cNvPr id="1371" name="Forme libre : forme 1370">
                      <a:extLst>
                        <a:ext uri="{FF2B5EF4-FFF2-40B4-BE49-F238E27FC236}">
                          <a16:creationId xmlns:a16="http://schemas.microsoft.com/office/drawing/2014/main" id="{2E4BC317-41B3-416E-8981-358D2A72A8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5172" y="4011710"/>
                      <a:ext cx="35528" cy="35777"/>
                    </a:xfrm>
                    <a:custGeom>
                      <a:avLst/>
                      <a:gdLst>
                        <a:gd name="connsiteX0" fmla="*/ 12041 w 35528"/>
                        <a:gd name="connsiteY0" fmla="*/ 900 h 35777"/>
                        <a:gd name="connsiteX1" fmla="*/ 34615 w 35528"/>
                        <a:gd name="connsiteY1" fmla="*/ 11854 h 35777"/>
                        <a:gd name="connsiteX2" fmla="*/ 23947 w 35528"/>
                        <a:gd name="connsiteY2" fmla="*/ 34618 h 35777"/>
                        <a:gd name="connsiteX3" fmla="*/ 992 w 35528"/>
                        <a:gd name="connsiteY3" fmla="*/ 23760 h 35777"/>
                        <a:gd name="connsiteX4" fmla="*/ 12041 w 35528"/>
                        <a:gd name="connsiteY4" fmla="*/ 900 h 35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28" h="35777">
                          <a:moveTo>
                            <a:pt x="12041" y="900"/>
                          </a:moveTo>
                          <a:cubicBezTo>
                            <a:pt x="21376" y="-2148"/>
                            <a:pt x="31472" y="2805"/>
                            <a:pt x="34615" y="11854"/>
                          </a:cubicBezTo>
                          <a:cubicBezTo>
                            <a:pt x="37568" y="20998"/>
                            <a:pt x="33186" y="30999"/>
                            <a:pt x="23947" y="34618"/>
                          </a:cubicBezTo>
                          <a:cubicBezTo>
                            <a:pt x="14803" y="38143"/>
                            <a:pt x="4135" y="33380"/>
                            <a:pt x="992" y="23760"/>
                          </a:cubicBezTo>
                          <a:cubicBezTo>
                            <a:pt x="-2247" y="14235"/>
                            <a:pt x="2706" y="3948"/>
                            <a:pt x="12041" y="90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2" name="Forme libre : forme 1371">
                      <a:extLst>
                        <a:ext uri="{FF2B5EF4-FFF2-40B4-BE49-F238E27FC236}">
                          <a16:creationId xmlns:a16="http://schemas.microsoft.com/office/drawing/2014/main" id="{0652E0AF-26E5-41CC-8E56-56C6AB371E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9783" y="4011701"/>
                      <a:ext cx="30916" cy="35728"/>
                    </a:xfrm>
                    <a:custGeom>
                      <a:avLst/>
                      <a:gdLst>
                        <a:gd name="connsiteX0" fmla="*/ 13526 w 30916"/>
                        <a:gd name="connsiteY0" fmla="*/ 17578 h 35728"/>
                        <a:gd name="connsiteX1" fmla="*/ 10192 w 30916"/>
                        <a:gd name="connsiteY1" fmla="*/ 35485 h 35728"/>
                        <a:gd name="connsiteX2" fmla="*/ 19336 w 30916"/>
                        <a:gd name="connsiteY2" fmla="*/ 34627 h 35728"/>
                        <a:gd name="connsiteX3" fmla="*/ 30004 w 30916"/>
                        <a:gd name="connsiteY3" fmla="*/ 11863 h 35728"/>
                        <a:gd name="connsiteX4" fmla="*/ 7429 w 30916"/>
                        <a:gd name="connsiteY4" fmla="*/ 909 h 35728"/>
                        <a:gd name="connsiteX5" fmla="*/ 0 w 30916"/>
                        <a:gd name="connsiteY5" fmla="*/ 5767 h 35728"/>
                        <a:gd name="connsiteX6" fmla="*/ 13526 w 30916"/>
                        <a:gd name="connsiteY6" fmla="*/ 17578 h 35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916" h="35728">
                          <a:moveTo>
                            <a:pt x="13526" y="17578"/>
                          </a:moveTo>
                          <a:cubicBezTo>
                            <a:pt x="15621" y="23960"/>
                            <a:pt x="14097" y="30722"/>
                            <a:pt x="10192" y="35485"/>
                          </a:cubicBezTo>
                          <a:cubicBezTo>
                            <a:pt x="13240" y="35961"/>
                            <a:pt x="16288" y="35771"/>
                            <a:pt x="19336" y="34627"/>
                          </a:cubicBezTo>
                          <a:cubicBezTo>
                            <a:pt x="28575" y="31103"/>
                            <a:pt x="32956" y="21102"/>
                            <a:pt x="30004" y="11863"/>
                          </a:cubicBezTo>
                          <a:cubicBezTo>
                            <a:pt x="26956" y="2719"/>
                            <a:pt x="16859" y="-2139"/>
                            <a:pt x="7429" y="909"/>
                          </a:cubicBezTo>
                          <a:cubicBezTo>
                            <a:pt x="4477" y="1861"/>
                            <a:pt x="2000" y="3671"/>
                            <a:pt x="0" y="5767"/>
                          </a:cubicBezTo>
                          <a:cubicBezTo>
                            <a:pt x="6096" y="7100"/>
                            <a:pt x="11335" y="11386"/>
                            <a:pt x="13526" y="175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3" name="Forme libre : forme 1372">
                      <a:extLst>
                        <a:ext uri="{FF2B5EF4-FFF2-40B4-BE49-F238E27FC236}">
                          <a16:creationId xmlns:a16="http://schemas.microsoft.com/office/drawing/2014/main" id="{B7FF7C2C-D88E-4E24-B08D-5999273CFB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9936" y="4015987"/>
                      <a:ext cx="15964" cy="16136"/>
                    </a:xfrm>
                    <a:custGeom>
                      <a:avLst/>
                      <a:gdLst>
                        <a:gd name="connsiteX0" fmla="*/ 2704 w 15964"/>
                        <a:gd name="connsiteY0" fmla="*/ 2719 h 16136"/>
                        <a:gd name="connsiteX1" fmla="*/ 14039 w 15964"/>
                        <a:gd name="connsiteY1" fmla="*/ 1957 h 16136"/>
                        <a:gd name="connsiteX2" fmla="*/ 13277 w 15964"/>
                        <a:gd name="connsiteY2" fmla="*/ 13292 h 16136"/>
                        <a:gd name="connsiteX3" fmla="*/ 2038 w 15964"/>
                        <a:gd name="connsiteY3" fmla="*/ 14149 h 16136"/>
                        <a:gd name="connsiteX4" fmla="*/ 2704 w 15964"/>
                        <a:gd name="connsiteY4" fmla="*/ 2719 h 161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64" h="16136">
                          <a:moveTo>
                            <a:pt x="2704" y="2719"/>
                          </a:moveTo>
                          <a:cubicBezTo>
                            <a:pt x="6038" y="-614"/>
                            <a:pt x="11086" y="-900"/>
                            <a:pt x="14039" y="1957"/>
                          </a:cubicBezTo>
                          <a:cubicBezTo>
                            <a:pt x="16897" y="4815"/>
                            <a:pt x="16515" y="9863"/>
                            <a:pt x="13277" y="13292"/>
                          </a:cubicBezTo>
                          <a:cubicBezTo>
                            <a:pt x="9943" y="16721"/>
                            <a:pt x="4895" y="17102"/>
                            <a:pt x="2038" y="14149"/>
                          </a:cubicBezTo>
                          <a:cubicBezTo>
                            <a:pt x="-915" y="11197"/>
                            <a:pt x="-629" y="6053"/>
                            <a:pt x="2704" y="271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4" name="Forme libre : forme 1373">
                      <a:extLst>
                        <a:ext uri="{FF2B5EF4-FFF2-40B4-BE49-F238E27FC236}">
                          <a16:creationId xmlns:a16="http://schemas.microsoft.com/office/drawing/2014/main" id="{CC968D13-A092-416D-AB9D-3BC4EB63B1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52214" y="4027767"/>
                      <a:ext cx="5806" cy="5975"/>
                    </a:xfrm>
                    <a:custGeom>
                      <a:avLst/>
                      <a:gdLst>
                        <a:gd name="connsiteX0" fmla="*/ 1951 w 5806"/>
                        <a:gd name="connsiteY0" fmla="*/ 178 h 5975"/>
                        <a:gd name="connsiteX1" fmla="*/ 5666 w 5806"/>
                        <a:gd name="connsiteY1" fmla="*/ 1988 h 5975"/>
                        <a:gd name="connsiteX2" fmla="*/ 3856 w 5806"/>
                        <a:gd name="connsiteY2" fmla="*/ 5798 h 5975"/>
                        <a:gd name="connsiteX3" fmla="*/ 141 w 5806"/>
                        <a:gd name="connsiteY3" fmla="*/ 3988 h 5975"/>
                        <a:gd name="connsiteX4" fmla="*/ 1951 w 5806"/>
                        <a:gd name="connsiteY4" fmla="*/ 178 h 5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6" h="5975">
                          <a:moveTo>
                            <a:pt x="1951" y="178"/>
                          </a:moveTo>
                          <a:cubicBezTo>
                            <a:pt x="3475" y="-393"/>
                            <a:pt x="5189" y="464"/>
                            <a:pt x="5666" y="1988"/>
                          </a:cubicBezTo>
                          <a:cubicBezTo>
                            <a:pt x="6142" y="3512"/>
                            <a:pt x="5380" y="5226"/>
                            <a:pt x="3856" y="5798"/>
                          </a:cubicBezTo>
                          <a:cubicBezTo>
                            <a:pt x="2332" y="6369"/>
                            <a:pt x="712" y="5512"/>
                            <a:pt x="141" y="3988"/>
                          </a:cubicBezTo>
                          <a:cubicBezTo>
                            <a:pt x="-335" y="2369"/>
                            <a:pt x="427" y="655"/>
                            <a:pt x="1951" y="1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75" name="Graphique 15">
                    <a:extLst>
                      <a:ext uri="{FF2B5EF4-FFF2-40B4-BE49-F238E27FC236}">
                        <a16:creationId xmlns:a16="http://schemas.microsoft.com/office/drawing/2014/main" id="{B69DF753-9759-44AC-B6A2-45F12A4AC886}"/>
                      </a:ext>
                    </a:extLst>
                  </p:cNvPr>
                  <p:cNvGrpSpPr/>
                  <p:nvPr/>
                </p:nvGrpSpPr>
                <p:grpSpPr>
                  <a:xfrm>
                    <a:off x="9571317" y="3988635"/>
                    <a:ext cx="35592" cy="34469"/>
                    <a:chOff x="9571317" y="3988635"/>
                    <a:chExt cx="35592" cy="34469"/>
                  </a:xfrm>
                  <a:solidFill>
                    <a:schemeClr val="accent1"/>
                  </a:solidFill>
                </p:grpSpPr>
                <p:sp>
                  <p:nvSpPr>
                    <p:cNvPr id="1376" name="Forme libre : forme 1375">
                      <a:extLst>
                        <a:ext uri="{FF2B5EF4-FFF2-40B4-BE49-F238E27FC236}">
                          <a16:creationId xmlns:a16="http://schemas.microsoft.com/office/drawing/2014/main" id="{99D68CCC-A853-4602-8EE5-B2496F5B9D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1317" y="3988635"/>
                      <a:ext cx="35497" cy="34469"/>
                    </a:xfrm>
                    <a:custGeom>
                      <a:avLst/>
                      <a:gdLst>
                        <a:gd name="connsiteX0" fmla="*/ 12375 w 35497"/>
                        <a:gd name="connsiteY0" fmla="*/ 829 h 34469"/>
                        <a:gd name="connsiteX1" fmla="*/ 34664 w 35497"/>
                        <a:gd name="connsiteY1" fmla="*/ 11497 h 34469"/>
                        <a:gd name="connsiteX2" fmla="*/ 23234 w 35497"/>
                        <a:gd name="connsiteY2" fmla="*/ 33405 h 34469"/>
                        <a:gd name="connsiteX3" fmla="*/ 850 w 35497"/>
                        <a:gd name="connsiteY3" fmla="*/ 22832 h 34469"/>
                        <a:gd name="connsiteX4" fmla="*/ 12375 w 35497"/>
                        <a:gd name="connsiteY4" fmla="*/ 829 h 34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97" h="34469">
                          <a:moveTo>
                            <a:pt x="12375" y="829"/>
                          </a:moveTo>
                          <a:cubicBezTo>
                            <a:pt x="21615" y="-2028"/>
                            <a:pt x="31806" y="2734"/>
                            <a:pt x="34664" y="11497"/>
                          </a:cubicBezTo>
                          <a:cubicBezTo>
                            <a:pt x="37617" y="20260"/>
                            <a:pt x="32473" y="30071"/>
                            <a:pt x="23234" y="33405"/>
                          </a:cubicBezTo>
                          <a:cubicBezTo>
                            <a:pt x="13995" y="36739"/>
                            <a:pt x="3993" y="31976"/>
                            <a:pt x="850" y="22832"/>
                          </a:cubicBezTo>
                          <a:cubicBezTo>
                            <a:pt x="-2102" y="13498"/>
                            <a:pt x="2850" y="3782"/>
                            <a:pt x="12375" y="82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7" name="Forme libre : forme 1376">
                      <a:extLst>
                        <a:ext uri="{FF2B5EF4-FFF2-40B4-BE49-F238E27FC236}">
                          <a16:creationId xmlns:a16="http://schemas.microsoft.com/office/drawing/2014/main" id="{80E048CD-92C3-4179-A513-AC71188300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6262" y="3988671"/>
                      <a:ext cx="30647" cy="34400"/>
                    </a:xfrm>
                    <a:custGeom>
                      <a:avLst/>
                      <a:gdLst>
                        <a:gd name="connsiteX0" fmla="*/ 13240 w 30647"/>
                        <a:gd name="connsiteY0" fmla="*/ 16890 h 34400"/>
                        <a:gd name="connsiteX1" fmla="*/ 9335 w 30647"/>
                        <a:gd name="connsiteY1" fmla="*/ 34131 h 34400"/>
                        <a:gd name="connsiteX2" fmla="*/ 18383 w 30647"/>
                        <a:gd name="connsiteY2" fmla="*/ 33369 h 34400"/>
                        <a:gd name="connsiteX3" fmla="*/ 29813 w 30647"/>
                        <a:gd name="connsiteY3" fmla="*/ 11461 h 34400"/>
                        <a:gd name="connsiteX4" fmla="*/ 7525 w 30647"/>
                        <a:gd name="connsiteY4" fmla="*/ 793 h 34400"/>
                        <a:gd name="connsiteX5" fmla="*/ 0 w 30647"/>
                        <a:gd name="connsiteY5" fmla="*/ 5460 h 34400"/>
                        <a:gd name="connsiteX6" fmla="*/ 13240 w 30647"/>
                        <a:gd name="connsiteY6" fmla="*/ 16890 h 34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647" h="34400">
                          <a:moveTo>
                            <a:pt x="13240" y="16890"/>
                          </a:moveTo>
                          <a:cubicBezTo>
                            <a:pt x="15335" y="22986"/>
                            <a:pt x="13526" y="29463"/>
                            <a:pt x="9335" y="34131"/>
                          </a:cubicBezTo>
                          <a:cubicBezTo>
                            <a:pt x="12287" y="34607"/>
                            <a:pt x="15335" y="34512"/>
                            <a:pt x="18383" y="33369"/>
                          </a:cubicBezTo>
                          <a:cubicBezTo>
                            <a:pt x="27622" y="30035"/>
                            <a:pt x="32766" y="20224"/>
                            <a:pt x="29813" y="11461"/>
                          </a:cubicBezTo>
                          <a:cubicBezTo>
                            <a:pt x="26861" y="2698"/>
                            <a:pt x="16764" y="-1969"/>
                            <a:pt x="7525" y="793"/>
                          </a:cubicBezTo>
                          <a:cubicBezTo>
                            <a:pt x="4572" y="1746"/>
                            <a:pt x="2000" y="3365"/>
                            <a:pt x="0" y="5460"/>
                          </a:cubicBezTo>
                          <a:cubicBezTo>
                            <a:pt x="6001" y="6794"/>
                            <a:pt x="11239" y="10794"/>
                            <a:pt x="13240" y="1689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8" name="Forme libre : forme 1377">
                      <a:extLst>
                        <a:ext uri="{FF2B5EF4-FFF2-40B4-BE49-F238E27FC236}">
                          <a16:creationId xmlns:a16="http://schemas.microsoft.com/office/drawing/2014/main" id="{196262C6-71A2-4EA4-9117-0B5663D696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6181" y="3992712"/>
                      <a:ext cx="16055" cy="15456"/>
                    </a:xfrm>
                    <a:custGeom>
                      <a:avLst/>
                      <a:gdLst>
                        <a:gd name="connsiteX0" fmla="*/ 2844 w 16055"/>
                        <a:gd name="connsiteY0" fmla="*/ 2562 h 15456"/>
                        <a:gd name="connsiteX1" fmla="*/ 14179 w 16055"/>
                        <a:gd name="connsiteY1" fmla="*/ 1896 h 15456"/>
                        <a:gd name="connsiteX2" fmla="*/ 13227 w 16055"/>
                        <a:gd name="connsiteY2" fmla="*/ 12754 h 15456"/>
                        <a:gd name="connsiteX3" fmla="*/ 1987 w 16055"/>
                        <a:gd name="connsiteY3" fmla="*/ 13611 h 15456"/>
                        <a:gd name="connsiteX4" fmla="*/ 2844 w 16055"/>
                        <a:gd name="connsiteY4" fmla="*/ 2562 h 15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55" h="15456">
                          <a:moveTo>
                            <a:pt x="2844" y="2562"/>
                          </a:moveTo>
                          <a:cubicBezTo>
                            <a:pt x="6273" y="-581"/>
                            <a:pt x="11321" y="-867"/>
                            <a:pt x="14179" y="1896"/>
                          </a:cubicBezTo>
                          <a:cubicBezTo>
                            <a:pt x="17036" y="4658"/>
                            <a:pt x="16560" y="9516"/>
                            <a:pt x="13227" y="12754"/>
                          </a:cubicBezTo>
                          <a:cubicBezTo>
                            <a:pt x="9893" y="15993"/>
                            <a:pt x="4844" y="16374"/>
                            <a:pt x="1987" y="13611"/>
                          </a:cubicBezTo>
                          <a:cubicBezTo>
                            <a:pt x="-966" y="10754"/>
                            <a:pt x="-585" y="5801"/>
                            <a:pt x="2844" y="256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79" name="Forme libre : forme 1378">
                      <a:extLst>
                        <a:ext uri="{FF2B5EF4-FFF2-40B4-BE49-F238E27FC236}">
                          <a16:creationId xmlns:a16="http://schemas.microsoft.com/office/drawing/2014/main" id="{09B40EF6-FC80-4FEB-A7A6-EA2AEE193A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8417" y="4003992"/>
                      <a:ext cx="5883" cy="5711"/>
                    </a:xfrm>
                    <a:custGeom>
                      <a:avLst/>
                      <a:gdLst>
                        <a:gd name="connsiteX0" fmla="*/ 2037 w 5883"/>
                        <a:gd name="connsiteY0" fmla="*/ 141 h 5711"/>
                        <a:gd name="connsiteX1" fmla="*/ 5751 w 5883"/>
                        <a:gd name="connsiteY1" fmla="*/ 1951 h 5711"/>
                        <a:gd name="connsiteX2" fmla="*/ 3846 w 5883"/>
                        <a:gd name="connsiteY2" fmla="*/ 5570 h 5711"/>
                        <a:gd name="connsiteX3" fmla="*/ 132 w 5883"/>
                        <a:gd name="connsiteY3" fmla="*/ 3760 h 5711"/>
                        <a:gd name="connsiteX4" fmla="*/ 2037 w 5883"/>
                        <a:gd name="connsiteY4" fmla="*/ 141 h 5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3" h="5711">
                          <a:moveTo>
                            <a:pt x="2037" y="141"/>
                          </a:moveTo>
                          <a:cubicBezTo>
                            <a:pt x="3561" y="-335"/>
                            <a:pt x="5275" y="427"/>
                            <a:pt x="5751" y="1951"/>
                          </a:cubicBezTo>
                          <a:cubicBezTo>
                            <a:pt x="6228" y="3475"/>
                            <a:pt x="5371" y="5094"/>
                            <a:pt x="3846" y="5570"/>
                          </a:cubicBezTo>
                          <a:cubicBezTo>
                            <a:pt x="2322" y="6046"/>
                            <a:pt x="703" y="5285"/>
                            <a:pt x="132" y="3760"/>
                          </a:cubicBezTo>
                          <a:cubicBezTo>
                            <a:pt x="-345" y="2236"/>
                            <a:pt x="513" y="617"/>
                            <a:pt x="2037" y="1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80" name="Graphique 15">
                    <a:extLst>
                      <a:ext uri="{FF2B5EF4-FFF2-40B4-BE49-F238E27FC236}">
                        <a16:creationId xmlns:a16="http://schemas.microsoft.com/office/drawing/2014/main" id="{9FF9E2AE-E57B-4E33-9A88-38C189B35DD3}"/>
                      </a:ext>
                    </a:extLst>
                  </p:cNvPr>
                  <p:cNvGrpSpPr/>
                  <p:nvPr/>
                </p:nvGrpSpPr>
                <p:grpSpPr>
                  <a:xfrm>
                    <a:off x="9589220" y="3959534"/>
                    <a:ext cx="35315" cy="33527"/>
                    <a:chOff x="9589220" y="3959534"/>
                    <a:chExt cx="35315" cy="33527"/>
                  </a:xfrm>
                  <a:solidFill>
                    <a:schemeClr val="accent1"/>
                  </a:solidFill>
                </p:grpSpPr>
                <p:sp>
                  <p:nvSpPr>
                    <p:cNvPr id="1381" name="Forme libre : forme 1380">
                      <a:extLst>
                        <a:ext uri="{FF2B5EF4-FFF2-40B4-BE49-F238E27FC236}">
                          <a16:creationId xmlns:a16="http://schemas.microsoft.com/office/drawing/2014/main" id="{F4D1BCEB-F291-4E15-ADC7-84313A38BB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9220" y="3959630"/>
                      <a:ext cx="35315" cy="33432"/>
                    </a:xfrm>
                    <a:custGeom>
                      <a:avLst/>
                      <a:gdLst>
                        <a:gd name="connsiteX0" fmla="*/ 13141 w 35315"/>
                        <a:gd name="connsiteY0" fmla="*/ 688 h 33432"/>
                        <a:gd name="connsiteX1" fmla="*/ 34763 w 35315"/>
                        <a:gd name="connsiteY1" fmla="*/ 11547 h 33432"/>
                        <a:gd name="connsiteX2" fmla="*/ 22666 w 35315"/>
                        <a:gd name="connsiteY2" fmla="*/ 32502 h 33432"/>
                        <a:gd name="connsiteX3" fmla="*/ 663 w 35315"/>
                        <a:gd name="connsiteY3" fmla="*/ 21834 h 33432"/>
                        <a:gd name="connsiteX4" fmla="*/ 13141 w 35315"/>
                        <a:gd name="connsiteY4" fmla="*/ 688 h 33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15" h="33432">
                          <a:moveTo>
                            <a:pt x="13141" y="688"/>
                          </a:moveTo>
                          <a:cubicBezTo>
                            <a:pt x="22666" y="-1883"/>
                            <a:pt x="32286" y="2974"/>
                            <a:pt x="34763" y="11547"/>
                          </a:cubicBezTo>
                          <a:cubicBezTo>
                            <a:pt x="37049" y="20215"/>
                            <a:pt x="32096" y="29359"/>
                            <a:pt x="22666" y="32502"/>
                          </a:cubicBezTo>
                          <a:cubicBezTo>
                            <a:pt x="13427" y="35550"/>
                            <a:pt x="3045" y="30883"/>
                            <a:pt x="663" y="21834"/>
                          </a:cubicBezTo>
                          <a:cubicBezTo>
                            <a:pt x="-2004" y="12785"/>
                            <a:pt x="3616" y="3260"/>
                            <a:pt x="13141" y="6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2" name="Forme libre : forme 1381">
                      <a:extLst>
                        <a:ext uri="{FF2B5EF4-FFF2-40B4-BE49-F238E27FC236}">
                          <a16:creationId xmlns:a16="http://schemas.microsoft.com/office/drawing/2014/main" id="{8C79E4A7-46B8-4C47-8704-EB099334A0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94646" y="3959534"/>
                      <a:ext cx="29857" cy="33420"/>
                    </a:xfrm>
                    <a:custGeom>
                      <a:avLst/>
                      <a:gdLst>
                        <a:gd name="connsiteX0" fmla="*/ 12573 w 29857"/>
                        <a:gd name="connsiteY0" fmla="*/ 16500 h 33420"/>
                        <a:gd name="connsiteX1" fmla="*/ 8096 w 29857"/>
                        <a:gd name="connsiteY1" fmla="*/ 33073 h 33420"/>
                        <a:gd name="connsiteX2" fmla="*/ 17240 w 29857"/>
                        <a:gd name="connsiteY2" fmla="*/ 32502 h 33420"/>
                        <a:gd name="connsiteX3" fmla="*/ 29337 w 29857"/>
                        <a:gd name="connsiteY3" fmla="*/ 11547 h 33420"/>
                        <a:gd name="connsiteX4" fmla="*/ 7715 w 29857"/>
                        <a:gd name="connsiteY4" fmla="*/ 688 h 33420"/>
                        <a:gd name="connsiteX5" fmla="*/ 0 w 29857"/>
                        <a:gd name="connsiteY5" fmla="*/ 5070 h 33420"/>
                        <a:gd name="connsiteX6" fmla="*/ 12573 w 29857"/>
                        <a:gd name="connsiteY6" fmla="*/ 16500 h 33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857" h="33420">
                          <a:moveTo>
                            <a:pt x="12573" y="16500"/>
                          </a:moveTo>
                          <a:cubicBezTo>
                            <a:pt x="14192" y="22500"/>
                            <a:pt x="12383" y="28692"/>
                            <a:pt x="8096" y="33073"/>
                          </a:cubicBezTo>
                          <a:cubicBezTo>
                            <a:pt x="11049" y="33645"/>
                            <a:pt x="14192" y="33549"/>
                            <a:pt x="17240" y="32502"/>
                          </a:cubicBezTo>
                          <a:cubicBezTo>
                            <a:pt x="26670" y="29358"/>
                            <a:pt x="31528" y="20215"/>
                            <a:pt x="29337" y="11547"/>
                          </a:cubicBezTo>
                          <a:cubicBezTo>
                            <a:pt x="26956" y="2974"/>
                            <a:pt x="17240" y="-1884"/>
                            <a:pt x="7715" y="688"/>
                          </a:cubicBezTo>
                          <a:cubicBezTo>
                            <a:pt x="4667" y="1546"/>
                            <a:pt x="2096" y="3070"/>
                            <a:pt x="0" y="5070"/>
                          </a:cubicBezTo>
                          <a:cubicBezTo>
                            <a:pt x="6001" y="6498"/>
                            <a:pt x="10859" y="10594"/>
                            <a:pt x="12573" y="1650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3" name="Forme libre : forme 1382">
                      <a:extLst>
                        <a:ext uri="{FF2B5EF4-FFF2-40B4-BE49-F238E27FC236}">
                          <a16:creationId xmlns:a16="http://schemas.microsoft.com/office/drawing/2014/main" id="{0E8F9268-8A86-4489-8A95-76DB34AD97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94232" y="3963565"/>
                      <a:ext cx="16012" cy="15041"/>
                    </a:xfrm>
                    <a:custGeom>
                      <a:avLst/>
                      <a:gdLst>
                        <a:gd name="connsiteX0" fmla="*/ 3176 w 16012"/>
                        <a:gd name="connsiteY0" fmla="*/ 2373 h 15041"/>
                        <a:gd name="connsiteX1" fmla="*/ 14415 w 16012"/>
                        <a:gd name="connsiteY1" fmla="*/ 1992 h 15041"/>
                        <a:gd name="connsiteX2" fmla="*/ 12796 w 16012"/>
                        <a:gd name="connsiteY2" fmla="*/ 12565 h 15041"/>
                        <a:gd name="connsiteX3" fmla="*/ 1556 w 16012"/>
                        <a:gd name="connsiteY3" fmla="*/ 13136 h 15041"/>
                        <a:gd name="connsiteX4" fmla="*/ 3176 w 16012"/>
                        <a:gd name="connsiteY4" fmla="*/ 2373 h 15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12" h="15041">
                          <a:moveTo>
                            <a:pt x="3176" y="2373"/>
                          </a:moveTo>
                          <a:cubicBezTo>
                            <a:pt x="6700" y="-675"/>
                            <a:pt x="11748" y="-770"/>
                            <a:pt x="14415" y="1992"/>
                          </a:cubicBezTo>
                          <a:cubicBezTo>
                            <a:pt x="17082" y="4754"/>
                            <a:pt x="16320" y="9422"/>
                            <a:pt x="12796" y="12565"/>
                          </a:cubicBezTo>
                          <a:cubicBezTo>
                            <a:pt x="9272" y="15613"/>
                            <a:pt x="4223" y="15898"/>
                            <a:pt x="1556" y="13136"/>
                          </a:cubicBezTo>
                          <a:cubicBezTo>
                            <a:pt x="-1015" y="10183"/>
                            <a:pt x="-348" y="5326"/>
                            <a:pt x="3176" y="237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4" name="Forme libre : forme 1383">
                      <a:extLst>
                        <a:ext uri="{FF2B5EF4-FFF2-40B4-BE49-F238E27FC236}">
                          <a16:creationId xmlns:a16="http://schemas.microsoft.com/office/drawing/2014/main" id="{FAB4375B-38F7-4588-A3D5-4C6987EC7B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96115" y="3974378"/>
                      <a:ext cx="5764" cy="5598"/>
                    </a:xfrm>
                    <a:custGeom>
                      <a:avLst/>
                      <a:gdLst>
                        <a:gd name="connsiteX0" fmla="*/ 2150 w 5764"/>
                        <a:gd name="connsiteY0" fmla="*/ 132 h 5598"/>
                        <a:gd name="connsiteX1" fmla="*/ 5674 w 5764"/>
                        <a:gd name="connsiteY1" fmla="*/ 1942 h 5598"/>
                        <a:gd name="connsiteX2" fmla="*/ 3579 w 5764"/>
                        <a:gd name="connsiteY2" fmla="*/ 5466 h 5598"/>
                        <a:gd name="connsiteX3" fmla="*/ 55 w 5764"/>
                        <a:gd name="connsiteY3" fmla="*/ 3657 h 5598"/>
                        <a:gd name="connsiteX4" fmla="*/ 2150 w 5764"/>
                        <a:gd name="connsiteY4" fmla="*/ 132 h 5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4" h="5598">
                          <a:moveTo>
                            <a:pt x="2150" y="132"/>
                          </a:moveTo>
                          <a:cubicBezTo>
                            <a:pt x="3674" y="-344"/>
                            <a:pt x="5293" y="513"/>
                            <a:pt x="5674" y="1942"/>
                          </a:cubicBezTo>
                          <a:cubicBezTo>
                            <a:pt x="6055" y="3371"/>
                            <a:pt x="5198" y="4990"/>
                            <a:pt x="3579" y="5466"/>
                          </a:cubicBezTo>
                          <a:cubicBezTo>
                            <a:pt x="2055" y="5942"/>
                            <a:pt x="436" y="5085"/>
                            <a:pt x="55" y="3657"/>
                          </a:cubicBezTo>
                          <a:cubicBezTo>
                            <a:pt x="-231" y="2133"/>
                            <a:pt x="626" y="608"/>
                            <a:pt x="2150" y="1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385" name="Graphique 15">
                  <a:extLst>
                    <a:ext uri="{FF2B5EF4-FFF2-40B4-BE49-F238E27FC236}">
                      <a16:creationId xmlns:a16="http://schemas.microsoft.com/office/drawing/2014/main" id="{DA3A3CDA-5DE6-4253-8C48-B904492A633A}"/>
                    </a:ext>
                  </a:extLst>
                </p:cNvPr>
                <p:cNvGrpSpPr/>
                <p:nvPr/>
              </p:nvGrpSpPr>
              <p:grpSpPr>
                <a:xfrm>
                  <a:off x="9663033" y="3914461"/>
                  <a:ext cx="54172" cy="87877"/>
                  <a:chOff x="9663033" y="3914461"/>
                  <a:chExt cx="54172" cy="87877"/>
                </a:xfrm>
                <a:solidFill>
                  <a:schemeClr val="accent1"/>
                </a:solidFill>
              </p:grpSpPr>
              <p:grpSp>
                <p:nvGrpSpPr>
                  <p:cNvPr id="1386" name="Graphique 15">
                    <a:extLst>
                      <a:ext uri="{FF2B5EF4-FFF2-40B4-BE49-F238E27FC236}">
                        <a16:creationId xmlns:a16="http://schemas.microsoft.com/office/drawing/2014/main" id="{BFF9A772-3A5D-4D05-BAAC-606D7CA3E7CD}"/>
                      </a:ext>
                    </a:extLst>
                  </p:cNvPr>
                  <p:cNvGrpSpPr/>
                  <p:nvPr/>
                </p:nvGrpSpPr>
                <p:grpSpPr>
                  <a:xfrm>
                    <a:off x="9663033" y="3971529"/>
                    <a:ext cx="35008" cy="30808"/>
                    <a:chOff x="9663033" y="3971529"/>
                    <a:chExt cx="35008" cy="30808"/>
                  </a:xfrm>
                  <a:solidFill>
                    <a:schemeClr val="accent1"/>
                  </a:solidFill>
                </p:grpSpPr>
                <p:sp>
                  <p:nvSpPr>
                    <p:cNvPr id="1387" name="Forme libre : forme 1386">
                      <a:extLst>
                        <a:ext uri="{FF2B5EF4-FFF2-40B4-BE49-F238E27FC236}">
                          <a16:creationId xmlns:a16="http://schemas.microsoft.com/office/drawing/2014/main" id="{1B870A87-B04A-4FD7-9280-FBCD036909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3033" y="3971529"/>
                      <a:ext cx="35008" cy="30808"/>
                    </a:xfrm>
                    <a:custGeom>
                      <a:avLst/>
                      <a:gdLst>
                        <a:gd name="connsiteX0" fmla="*/ 5717 w 35008"/>
                        <a:gd name="connsiteY0" fmla="*/ 4981 h 30808"/>
                        <a:gd name="connsiteX1" fmla="*/ 30577 w 35008"/>
                        <a:gd name="connsiteY1" fmla="*/ 3838 h 30808"/>
                        <a:gd name="connsiteX2" fmla="*/ 29529 w 35008"/>
                        <a:gd name="connsiteY2" fmla="*/ 25270 h 30808"/>
                        <a:gd name="connsiteX3" fmla="*/ 4669 w 35008"/>
                        <a:gd name="connsiteY3" fmla="*/ 27079 h 30808"/>
                        <a:gd name="connsiteX4" fmla="*/ 5717 w 35008"/>
                        <a:gd name="connsiteY4" fmla="*/ 4981 h 30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008" h="30808">
                          <a:moveTo>
                            <a:pt x="5717" y="4981"/>
                          </a:moveTo>
                          <a:cubicBezTo>
                            <a:pt x="12861" y="-1305"/>
                            <a:pt x="24100" y="-1591"/>
                            <a:pt x="30577" y="3838"/>
                          </a:cubicBezTo>
                          <a:cubicBezTo>
                            <a:pt x="37054" y="9363"/>
                            <a:pt x="36197" y="18888"/>
                            <a:pt x="29529" y="25270"/>
                          </a:cubicBezTo>
                          <a:cubicBezTo>
                            <a:pt x="22671" y="31746"/>
                            <a:pt x="11432" y="32794"/>
                            <a:pt x="4669" y="27079"/>
                          </a:cubicBezTo>
                          <a:cubicBezTo>
                            <a:pt x="-1903" y="21269"/>
                            <a:pt x="-1522" y="11172"/>
                            <a:pt x="5717" y="498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8" name="Forme libre : forme 1387">
                      <a:extLst>
                        <a:ext uri="{FF2B5EF4-FFF2-40B4-BE49-F238E27FC236}">
                          <a16:creationId xmlns:a16="http://schemas.microsoft.com/office/drawing/2014/main" id="{B29165EE-96A8-414D-BD60-73B0B3E60C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3893" y="3971587"/>
                      <a:ext cx="34086" cy="29783"/>
                    </a:xfrm>
                    <a:custGeom>
                      <a:avLst/>
                      <a:gdLst>
                        <a:gd name="connsiteX0" fmla="*/ 16859 w 34086"/>
                        <a:gd name="connsiteY0" fmla="*/ 14925 h 29783"/>
                        <a:gd name="connsiteX1" fmla="*/ 20669 w 34086"/>
                        <a:gd name="connsiteY1" fmla="*/ 29784 h 29783"/>
                        <a:gd name="connsiteX2" fmla="*/ 28575 w 34086"/>
                        <a:gd name="connsiteY2" fmla="*/ 25307 h 29783"/>
                        <a:gd name="connsiteX3" fmla="*/ 29623 w 34086"/>
                        <a:gd name="connsiteY3" fmla="*/ 3876 h 29783"/>
                        <a:gd name="connsiteX4" fmla="*/ 4763 w 34086"/>
                        <a:gd name="connsiteY4" fmla="*/ 5019 h 29783"/>
                        <a:gd name="connsiteX5" fmla="*/ 0 w 34086"/>
                        <a:gd name="connsiteY5" fmla="*/ 11877 h 29783"/>
                        <a:gd name="connsiteX6" fmla="*/ 16859 w 34086"/>
                        <a:gd name="connsiteY6" fmla="*/ 14925 h 29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086" h="29783">
                          <a:moveTo>
                            <a:pt x="16859" y="14925"/>
                          </a:moveTo>
                          <a:cubicBezTo>
                            <a:pt x="21241" y="18830"/>
                            <a:pt x="22288" y="24450"/>
                            <a:pt x="20669" y="29784"/>
                          </a:cubicBezTo>
                          <a:cubicBezTo>
                            <a:pt x="23527" y="28832"/>
                            <a:pt x="26289" y="27403"/>
                            <a:pt x="28575" y="25307"/>
                          </a:cubicBezTo>
                          <a:cubicBezTo>
                            <a:pt x="35338" y="18830"/>
                            <a:pt x="36100" y="9305"/>
                            <a:pt x="29623" y="3876"/>
                          </a:cubicBezTo>
                          <a:cubicBezTo>
                            <a:pt x="23146" y="-1648"/>
                            <a:pt x="12001" y="-1267"/>
                            <a:pt x="4763" y="5019"/>
                          </a:cubicBezTo>
                          <a:cubicBezTo>
                            <a:pt x="2476" y="7019"/>
                            <a:pt x="952" y="9401"/>
                            <a:pt x="0" y="11877"/>
                          </a:cubicBezTo>
                          <a:cubicBezTo>
                            <a:pt x="6096" y="10162"/>
                            <a:pt x="12478" y="11115"/>
                            <a:pt x="16859" y="1492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89" name="Forme libre : forme 1388">
                      <a:extLst>
                        <a:ext uri="{FF2B5EF4-FFF2-40B4-BE49-F238E27FC236}">
                          <a16:creationId xmlns:a16="http://schemas.microsoft.com/office/drawing/2014/main" id="{B9052373-BC67-4096-9824-564B429A6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6370" y="3977502"/>
                      <a:ext cx="14953" cy="14833"/>
                    </a:xfrm>
                    <a:custGeom>
                      <a:avLst/>
                      <a:gdLst>
                        <a:gd name="connsiteX0" fmla="*/ 665 w 14953"/>
                        <a:gd name="connsiteY0" fmla="*/ 5581 h 14833"/>
                        <a:gd name="connsiteX1" fmla="*/ 10572 w 14953"/>
                        <a:gd name="connsiteY1" fmla="*/ 247 h 14833"/>
                        <a:gd name="connsiteX2" fmla="*/ 14286 w 14953"/>
                        <a:gd name="connsiteY2" fmla="*/ 9105 h 14833"/>
                        <a:gd name="connsiteX3" fmla="*/ 4475 w 14953"/>
                        <a:gd name="connsiteY3" fmla="*/ 14630 h 14833"/>
                        <a:gd name="connsiteX4" fmla="*/ 665 w 14953"/>
                        <a:gd name="connsiteY4" fmla="*/ 5581 h 14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53" h="14833">
                          <a:moveTo>
                            <a:pt x="665" y="5581"/>
                          </a:moveTo>
                          <a:cubicBezTo>
                            <a:pt x="2380" y="1580"/>
                            <a:pt x="6762" y="-801"/>
                            <a:pt x="10572" y="247"/>
                          </a:cubicBezTo>
                          <a:cubicBezTo>
                            <a:pt x="14286" y="1200"/>
                            <a:pt x="16001" y="5105"/>
                            <a:pt x="14286" y="9105"/>
                          </a:cubicBezTo>
                          <a:cubicBezTo>
                            <a:pt x="12572" y="13106"/>
                            <a:pt x="8190" y="15582"/>
                            <a:pt x="4475" y="14630"/>
                          </a:cubicBezTo>
                          <a:cubicBezTo>
                            <a:pt x="665" y="13582"/>
                            <a:pt x="-1049" y="9486"/>
                            <a:pt x="665" y="558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0" name="Forme libre : forme 1389">
                      <a:extLst>
                        <a:ext uri="{FF2B5EF4-FFF2-40B4-BE49-F238E27FC236}">
                          <a16:creationId xmlns:a16="http://schemas.microsoft.com/office/drawing/2014/main" id="{9E8BC1EF-A3CA-4571-805B-1740154389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1068" y="3988520"/>
                      <a:ext cx="5745" cy="5127"/>
                    </a:xfrm>
                    <a:custGeom>
                      <a:avLst/>
                      <a:gdLst>
                        <a:gd name="connsiteX0" fmla="*/ 920 w 5745"/>
                        <a:gd name="connsiteY0" fmla="*/ 849 h 5127"/>
                        <a:gd name="connsiteX1" fmla="*/ 5016 w 5745"/>
                        <a:gd name="connsiteY1" fmla="*/ 659 h 5127"/>
                        <a:gd name="connsiteX2" fmla="*/ 4825 w 5745"/>
                        <a:gd name="connsiteY2" fmla="*/ 4278 h 5127"/>
                        <a:gd name="connsiteX3" fmla="*/ 730 w 5745"/>
                        <a:gd name="connsiteY3" fmla="*/ 4469 h 5127"/>
                        <a:gd name="connsiteX4" fmla="*/ 920 w 5745"/>
                        <a:gd name="connsiteY4" fmla="*/ 849 h 5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45" h="5127">
                          <a:moveTo>
                            <a:pt x="920" y="849"/>
                          </a:moveTo>
                          <a:cubicBezTo>
                            <a:pt x="2063" y="-199"/>
                            <a:pt x="3873" y="-294"/>
                            <a:pt x="5016" y="659"/>
                          </a:cubicBezTo>
                          <a:cubicBezTo>
                            <a:pt x="6064" y="1611"/>
                            <a:pt x="5968" y="3230"/>
                            <a:pt x="4825" y="4278"/>
                          </a:cubicBezTo>
                          <a:cubicBezTo>
                            <a:pt x="3682" y="5326"/>
                            <a:pt x="1873" y="5421"/>
                            <a:pt x="730" y="4469"/>
                          </a:cubicBezTo>
                          <a:cubicBezTo>
                            <a:pt x="-318" y="3516"/>
                            <a:pt x="-223" y="1897"/>
                            <a:pt x="920" y="84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91" name="Graphique 15">
                    <a:extLst>
                      <a:ext uri="{FF2B5EF4-FFF2-40B4-BE49-F238E27FC236}">
                        <a16:creationId xmlns:a16="http://schemas.microsoft.com/office/drawing/2014/main" id="{DC2DA452-B92B-42E3-A186-4C8EDC35B855}"/>
                      </a:ext>
                    </a:extLst>
                  </p:cNvPr>
                  <p:cNvGrpSpPr/>
                  <p:nvPr/>
                </p:nvGrpSpPr>
                <p:grpSpPr>
                  <a:xfrm>
                    <a:off x="9677420" y="3943313"/>
                    <a:ext cx="35128" cy="29782"/>
                    <a:chOff x="9677420" y="3943313"/>
                    <a:chExt cx="35128" cy="29782"/>
                  </a:xfrm>
                  <a:solidFill>
                    <a:schemeClr val="accent1"/>
                  </a:solidFill>
                </p:grpSpPr>
                <p:sp>
                  <p:nvSpPr>
                    <p:cNvPr id="1392" name="Forme libre : forme 1391">
                      <a:extLst>
                        <a:ext uri="{FF2B5EF4-FFF2-40B4-BE49-F238E27FC236}">
                          <a16:creationId xmlns:a16="http://schemas.microsoft.com/office/drawing/2014/main" id="{1A77C6E4-0AC9-4F43-B787-6180B0D0E8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7420" y="3943313"/>
                      <a:ext cx="35090" cy="29782"/>
                    </a:xfrm>
                    <a:custGeom>
                      <a:avLst/>
                      <a:gdLst>
                        <a:gd name="connsiteX0" fmla="*/ 6284 w 35090"/>
                        <a:gd name="connsiteY0" fmla="*/ 4527 h 29782"/>
                        <a:gd name="connsiteX1" fmla="*/ 30954 w 35090"/>
                        <a:gd name="connsiteY1" fmla="*/ 4051 h 29782"/>
                        <a:gd name="connsiteX2" fmla="*/ 29240 w 35090"/>
                        <a:gd name="connsiteY2" fmla="*/ 24720 h 29782"/>
                        <a:gd name="connsiteX3" fmla="*/ 4475 w 35090"/>
                        <a:gd name="connsiteY3" fmla="*/ 25863 h 29782"/>
                        <a:gd name="connsiteX4" fmla="*/ 6284 w 35090"/>
                        <a:gd name="connsiteY4" fmla="*/ 4527 h 29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090" h="29782">
                          <a:moveTo>
                            <a:pt x="6284" y="4527"/>
                          </a:moveTo>
                          <a:cubicBezTo>
                            <a:pt x="13809" y="-1378"/>
                            <a:pt x="24858" y="-1474"/>
                            <a:pt x="30954" y="4051"/>
                          </a:cubicBezTo>
                          <a:cubicBezTo>
                            <a:pt x="36859" y="9575"/>
                            <a:pt x="36574" y="18529"/>
                            <a:pt x="29240" y="24720"/>
                          </a:cubicBezTo>
                          <a:cubicBezTo>
                            <a:pt x="22001" y="30911"/>
                            <a:pt x="10951" y="31578"/>
                            <a:pt x="4475" y="25863"/>
                          </a:cubicBezTo>
                          <a:cubicBezTo>
                            <a:pt x="-2288" y="20339"/>
                            <a:pt x="-1145" y="10432"/>
                            <a:pt x="6284" y="452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3" name="Forme libre : forme 1392">
                      <a:extLst>
                        <a:ext uri="{FF2B5EF4-FFF2-40B4-BE49-F238E27FC236}">
                          <a16:creationId xmlns:a16="http://schemas.microsoft.com/office/drawing/2014/main" id="{B5CA0CCE-AB26-49AF-ADAD-980C881404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8656" y="3943408"/>
                      <a:ext cx="33892" cy="28911"/>
                    </a:xfrm>
                    <a:custGeom>
                      <a:avLst/>
                      <a:gdLst>
                        <a:gd name="connsiteX0" fmla="*/ 16478 w 33892"/>
                        <a:gd name="connsiteY0" fmla="*/ 14528 h 28911"/>
                        <a:gd name="connsiteX1" fmla="*/ 19907 w 33892"/>
                        <a:gd name="connsiteY1" fmla="*/ 28911 h 28911"/>
                        <a:gd name="connsiteX2" fmla="*/ 28004 w 33892"/>
                        <a:gd name="connsiteY2" fmla="*/ 24720 h 28911"/>
                        <a:gd name="connsiteX3" fmla="*/ 29718 w 33892"/>
                        <a:gd name="connsiteY3" fmla="*/ 4051 h 28911"/>
                        <a:gd name="connsiteX4" fmla="*/ 5048 w 33892"/>
                        <a:gd name="connsiteY4" fmla="*/ 4527 h 28911"/>
                        <a:gd name="connsiteX5" fmla="*/ 0 w 33892"/>
                        <a:gd name="connsiteY5" fmla="*/ 11099 h 28911"/>
                        <a:gd name="connsiteX6" fmla="*/ 16478 w 33892"/>
                        <a:gd name="connsiteY6" fmla="*/ 14528 h 28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892" h="28911">
                          <a:moveTo>
                            <a:pt x="16478" y="14528"/>
                          </a:moveTo>
                          <a:cubicBezTo>
                            <a:pt x="20955" y="18338"/>
                            <a:pt x="21907" y="23767"/>
                            <a:pt x="19907" y="28911"/>
                          </a:cubicBezTo>
                          <a:cubicBezTo>
                            <a:pt x="22765" y="28054"/>
                            <a:pt x="25622" y="26720"/>
                            <a:pt x="28004" y="24720"/>
                          </a:cubicBezTo>
                          <a:cubicBezTo>
                            <a:pt x="35338" y="18529"/>
                            <a:pt x="35719" y="9575"/>
                            <a:pt x="29718" y="4051"/>
                          </a:cubicBezTo>
                          <a:cubicBezTo>
                            <a:pt x="23622" y="-1474"/>
                            <a:pt x="12573" y="-1378"/>
                            <a:pt x="5048" y="4527"/>
                          </a:cubicBezTo>
                          <a:cubicBezTo>
                            <a:pt x="2667" y="6432"/>
                            <a:pt x="1048" y="8718"/>
                            <a:pt x="0" y="11099"/>
                          </a:cubicBezTo>
                          <a:cubicBezTo>
                            <a:pt x="6001" y="9575"/>
                            <a:pt x="12192" y="10718"/>
                            <a:pt x="16478" y="1452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4" name="Forme libre : forme 1393">
                      <a:extLst>
                        <a:ext uri="{FF2B5EF4-FFF2-40B4-BE49-F238E27FC236}">
                          <a16:creationId xmlns:a16="http://schemas.microsoft.com/office/drawing/2014/main" id="{C13E194D-E48B-4563-A88C-7091744D99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0822" y="3949007"/>
                      <a:ext cx="14975" cy="14283"/>
                    </a:xfrm>
                    <a:custGeom>
                      <a:avLst/>
                      <a:gdLst>
                        <a:gd name="connsiteX0" fmla="*/ 882 w 14975"/>
                        <a:gd name="connsiteY0" fmla="*/ 5215 h 14283"/>
                        <a:gd name="connsiteX1" fmla="*/ 10979 w 14975"/>
                        <a:gd name="connsiteY1" fmla="*/ 261 h 14283"/>
                        <a:gd name="connsiteX2" fmla="*/ 14217 w 14975"/>
                        <a:gd name="connsiteY2" fmla="*/ 8929 h 14283"/>
                        <a:gd name="connsiteX3" fmla="*/ 4216 w 14975"/>
                        <a:gd name="connsiteY3" fmla="*/ 14073 h 14283"/>
                        <a:gd name="connsiteX4" fmla="*/ 882 w 14975"/>
                        <a:gd name="connsiteY4" fmla="*/ 5215 h 142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75" h="14283">
                          <a:moveTo>
                            <a:pt x="882" y="5215"/>
                          </a:moveTo>
                          <a:cubicBezTo>
                            <a:pt x="2787" y="1405"/>
                            <a:pt x="7359" y="-786"/>
                            <a:pt x="10979" y="261"/>
                          </a:cubicBezTo>
                          <a:cubicBezTo>
                            <a:pt x="14693" y="1309"/>
                            <a:pt x="15931" y="5215"/>
                            <a:pt x="14217" y="8929"/>
                          </a:cubicBezTo>
                          <a:cubicBezTo>
                            <a:pt x="12503" y="12644"/>
                            <a:pt x="8026" y="15025"/>
                            <a:pt x="4216" y="14073"/>
                          </a:cubicBezTo>
                          <a:cubicBezTo>
                            <a:pt x="406" y="13025"/>
                            <a:pt x="-1118" y="9025"/>
                            <a:pt x="882" y="521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5" name="Forme libre : forme 1394">
                      <a:extLst>
                        <a:ext uri="{FF2B5EF4-FFF2-40B4-BE49-F238E27FC236}">
                          <a16:creationId xmlns:a16="http://schemas.microsoft.com/office/drawing/2014/main" id="{7B47FB96-B2D6-4C35-8E80-1BA2C6809D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5285" y="3959649"/>
                      <a:ext cx="5816" cy="4908"/>
                    </a:xfrm>
                    <a:custGeom>
                      <a:avLst/>
                      <a:gdLst>
                        <a:gd name="connsiteX0" fmla="*/ 991 w 5816"/>
                        <a:gd name="connsiteY0" fmla="*/ 764 h 4908"/>
                        <a:gd name="connsiteX1" fmla="*/ 5087 w 5816"/>
                        <a:gd name="connsiteY1" fmla="*/ 668 h 4908"/>
                        <a:gd name="connsiteX2" fmla="*/ 4897 w 5816"/>
                        <a:gd name="connsiteY2" fmla="*/ 4098 h 4908"/>
                        <a:gd name="connsiteX3" fmla="*/ 801 w 5816"/>
                        <a:gd name="connsiteY3" fmla="*/ 4288 h 4908"/>
                        <a:gd name="connsiteX4" fmla="*/ 991 w 5816"/>
                        <a:gd name="connsiteY4" fmla="*/ 764 h 4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16" h="4908">
                          <a:moveTo>
                            <a:pt x="991" y="764"/>
                          </a:moveTo>
                          <a:cubicBezTo>
                            <a:pt x="2230" y="-189"/>
                            <a:pt x="4039" y="-284"/>
                            <a:pt x="5087" y="668"/>
                          </a:cubicBezTo>
                          <a:cubicBezTo>
                            <a:pt x="6135" y="1621"/>
                            <a:pt x="6040" y="3145"/>
                            <a:pt x="4897" y="4098"/>
                          </a:cubicBezTo>
                          <a:cubicBezTo>
                            <a:pt x="3754" y="5145"/>
                            <a:pt x="1849" y="5145"/>
                            <a:pt x="801" y="4288"/>
                          </a:cubicBezTo>
                          <a:cubicBezTo>
                            <a:pt x="-342" y="3335"/>
                            <a:pt x="-247" y="1811"/>
                            <a:pt x="991" y="76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396" name="Graphique 15">
                    <a:extLst>
                      <a:ext uri="{FF2B5EF4-FFF2-40B4-BE49-F238E27FC236}">
                        <a16:creationId xmlns:a16="http://schemas.microsoft.com/office/drawing/2014/main" id="{D79952CF-DA49-414B-A7F0-1D3C61C9CA93}"/>
                      </a:ext>
                    </a:extLst>
                  </p:cNvPr>
                  <p:cNvGrpSpPr/>
                  <p:nvPr/>
                </p:nvGrpSpPr>
                <p:grpSpPr>
                  <a:xfrm>
                    <a:off x="9681941" y="3914461"/>
                    <a:ext cx="35265" cy="29214"/>
                    <a:chOff x="9681941" y="3914461"/>
                    <a:chExt cx="35265" cy="29214"/>
                  </a:xfrm>
                  <a:solidFill>
                    <a:schemeClr val="accent1"/>
                  </a:solidFill>
                </p:grpSpPr>
                <p:sp>
                  <p:nvSpPr>
                    <p:cNvPr id="1397" name="Forme libre : forme 1396">
                      <a:extLst>
                        <a:ext uri="{FF2B5EF4-FFF2-40B4-BE49-F238E27FC236}">
                          <a16:creationId xmlns:a16="http://schemas.microsoft.com/office/drawing/2014/main" id="{8CAFF9EB-C7BC-4489-8D49-F99FC7405A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1941" y="3914461"/>
                      <a:ext cx="35265" cy="29214"/>
                    </a:xfrm>
                    <a:custGeom>
                      <a:avLst/>
                      <a:gdLst>
                        <a:gd name="connsiteX0" fmla="*/ 6812 w 35265"/>
                        <a:gd name="connsiteY0" fmla="*/ 3947 h 29214"/>
                        <a:gd name="connsiteX1" fmla="*/ 31386 w 35265"/>
                        <a:gd name="connsiteY1" fmla="*/ 4424 h 29214"/>
                        <a:gd name="connsiteX2" fmla="*/ 28719 w 35265"/>
                        <a:gd name="connsiteY2" fmla="*/ 24712 h 29214"/>
                        <a:gd name="connsiteX3" fmla="*/ 3954 w 35265"/>
                        <a:gd name="connsiteY3" fmla="*/ 24997 h 29214"/>
                        <a:gd name="connsiteX4" fmla="*/ 6812 w 35265"/>
                        <a:gd name="connsiteY4" fmla="*/ 3947 h 29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65" h="29214">
                          <a:moveTo>
                            <a:pt x="6812" y="3947"/>
                          </a:moveTo>
                          <a:cubicBezTo>
                            <a:pt x="14622" y="-1577"/>
                            <a:pt x="25576" y="-1196"/>
                            <a:pt x="31386" y="4424"/>
                          </a:cubicBezTo>
                          <a:cubicBezTo>
                            <a:pt x="37482" y="9948"/>
                            <a:pt x="36244" y="18806"/>
                            <a:pt x="28719" y="24712"/>
                          </a:cubicBezTo>
                          <a:cubicBezTo>
                            <a:pt x="21194" y="30522"/>
                            <a:pt x="10145" y="30808"/>
                            <a:pt x="3954" y="24997"/>
                          </a:cubicBezTo>
                          <a:cubicBezTo>
                            <a:pt x="-2142" y="19092"/>
                            <a:pt x="-1189" y="9567"/>
                            <a:pt x="6812" y="394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8" name="Forme libre : forme 1397">
                      <a:extLst>
                        <a:ext uri="{FF2B5EF4-FFF2-40B4-BE49-F238E27FC236}">
                          <a16:creationId xmlns:a16="http://schemas.microsoft.com/office/drawing/2014/main" id="{EC520E7C-3780-44FE-9C66-351D2830B5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3323" y="3914461"/>
                      <a:ext cx="33882" cy="28521"/>
                    </a:xfrm>
                    <a:custGeom>
                      <a:avLst/>
                      <a:gdLst>
                        <a:gd name="connsiteX0" fmla="*/ 16478 w 33882"/>
                        <a:gd name="connsiteY0" fmla="*/ 14234 h 28521"/>
                        <a:gd name="connsiteX1" fmla="*/ 19050 w 33882"/>
                        <a:gd name="connsiteY1" fmla="*/ 28522 h 28521"/>
                        <a:gd name="connsiteX2" fmla="*/ 27337 w 33882"/>
                        <a:gd name="connsiteY2" fmla="*/ 24712 h 28521"/>
                        <a:gd name="connsiteX3" fmla="*/ 30004 w 33882"/>
                        <a:gd name="connsiteY3" fmla="*/ 4424 h 28521"/>
                        <a:gd name="connsiteX4" fmla="*/ 5429 w 33882"/>
                        <a:gd name="connsiteY4" fmla="*/ 3947 h 28521"/>
                        <a:gd name="connsiteX5" fmla="*/ 0 w 33882"/>
                        <a:gd name="connsiteY5" fmla="*/ 10234 h 28521"/>
                        <a:gd name="connsiteX6" fmla="*/ 16478 w 33882"/>
                        <a:gd name="connsiteY6" fmla="*/ 14234 h 28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882" h="28521">
                          <a:moveTo>
                            <a:pt x="16478" y="14234"/>
                          </a:moveTo>
                          <a:cubicBezTo>
                            <a:pt x="20669" y="18139"/>
                            <a:pt x="21336" y="23569"/>
                            <a:pt x="19050" y="28522"/>
                          </a:cubicBezTo>
                          <a:cubicBezTo>
                            <a:pt x="22003" y="27855"/>
                            <a:pt x="24860" y="26617"/>
                            <a:pt x="27337" y="24712"/>
                          </a:cubicBezTo>
                          <a:cubicBezTo>
                            <a:pt x="34862" y="18901"/>
                            <a:pt x="36100" y="10043"/>
                            <a:pt x="30004" y="4424"/>
                          </a:cubicBezTo>
                          <a:cubicBezTo>
                            <a:pt x="24194" y="-1196"/>
                            <a:pt x="13240" y="-1577"/>
                            <a:pt x="5429" y="3947"/>
                          </a:cubicBezTo>
                          <a:cubicBezTo>
                            <a:pt x="2953" y="5757"/>
                            <a:pt x="1143" y="7948"/>
                            <a:pt x="0" y="10234"/>
                          </a:cubicBezTo>
                          <a:cubicBezTo>
                            <a:pt x="5906" y="9091"/>
                            <a:pt x="12383" y="10424"/>
                            <a:pt x="16478" y="1423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399" name="Forme libre : forme 1398">
                      <a:extLst>
                        <a:ext uri="{FF2B5EF4-FFF2-40B4-BE49-F238E27FC236}">
                          <a16:creationId xmlns:a16="http://schemas.microsoft.com/office/drawing/2014/main" id="{DDDBD3E1-143A-4842-AA72-9F620BE525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5466" y="3919706"/>
                      <a:ext cx="15130" cy="13864"/>
                    </a:xfrm>
                    <a:custGeom>
                      <a:avLst/>
                      <a:gdLst>
                        <a:gd name="connsiteX0" fmla="*/ 906 w 15130"/>
                        <a:gd name="connsiteY0" fmla="*/ 4893 h 13864"/>
                        <a:gd name="connsiteX1" fmla="*/ 11193 w 15130"/>
                        <a:gd name="connsiteY1" fmla="*/ 321 h 13864"/>
                        <a:gd name="connsiteX2" fmla="*/ 14241 w 15130"/>
                        <a:gd name="connsiteY2" fmla="*/ 8893 h 13864"/>
                        <a:gd name="connsiteX3" fmla="*/ 4049 w 15130"/>
                        <a:gd name="connsiteY3" fmla="*/ 13560 h 13864"/>
                        <a:gd name="connsiteX4" fmla="*/ 906 w 15130"/>
                        <a:gd name="connsiteY4" fmla="*/ 4893 h 13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30" h="13864">
                          <a:moveTo>
                            <a:pt x="906" y="4893"/>
                          </a:moveTo>
                          <a:cubicBezTo>
                            <a:pt x="3001" y="1178"/>
                            <a:pt x="7668" y="-822"/>
                            <a:pt x="11193" y="321"/>
                          </a:cubicBezTo>
                          <a:cubicBezTo>
                            <a:pt x="14717" y="1464"/>
                            <a:pt x="16241" y="5274"/>
                            <a:pt x="14241" y="8893"/>
                          </a:cubicBezTo>
                          <a:cubicBezTo>
                            <a:pt x="12336" y="12513"/>
                            <a:pt x="7764" y="14703"/>
                            <a:pt x="4049" y="13560"/>
                          </a:cubicBezTo>
                          <a:cubicBezTo>
                            <a:pt x="334" y="12513"/>
                            <a:pt x="-1094" y="8608"/>
                            <a:pt x="906" y="489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0" name="Forme libre : forme 1399">
                      <a:extLst>
                        <a:ext uri="{FF2B5EF4-FFF2-40B4-BE49-F238E27FC236}">
                          <a16:creationId xmlns:a16="http://schemas.microsoft.com/office/drawing/2014/main" id="{594EF594-D8EE-44E8-BF5A-C60FB84D96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9787" y="3930171"/>
                      <a:ext cx="5836" cy="4857"/>
                    </a:xfrm>
                    <a:custGeom>
                      <a:avLst/>
                      <a:gdLst>
                        <a:gd name="connsiteX0" fmla="*/ 1061 w 5836"/>
                        <a:gd name="connsiteY0" fmla="*/ 714 h 4857"/>
                        <a:gd name="connsiteX1" fmla="*/ 5157 w 5836"/>
                        <a:gd name="connsiteY1" fmla="*/ 714 h 4857"/>
                        <a:gd name="connsiteX2" fmla="*/ 4776 w 5836"/>
                        <a:gd name="connsiteY2" fmla="*/ 4144 h 4857"/>
                        <a:gd name="connsiteX3" fmla="*/ 680 w 5836"/>
                        <a:gd name="connsiteY3" fmla="*/ 4144 h 4857"/>
                        <a:gd name="connsiteX4" fmla="*/ 1061 w 5836"/>
                        <a:gd name="connsiteY4" fmla="*/ 714 h 4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6" h="4857">
                          <a:moveTo>
                            <a:pt x="1061" y="714"/>
                          </a:moveTo>
                          <a:cubicBezTo>
                            <a:pt x="2299" y="-238"/>
                            <a:pt x="4109" y="-238"/>
                            <a:pt x="5157" y="714"/>
                          </a:cubicBezTo>
                          <a:cubicBezTo>
                            <a:pt x="6205" y="1667"/>
                            <a:pt x="6014" y="3191"/>
                            <a:pt x="4776" y="4144"/>
                          </a:cubicBezTo>
                          <a:cubicBezTo>
                            <a:pt x="3538" y="5096"/>
                            <a:pt x="1728" y="5096"/>
                            <a:pt x="680" y="4144"/>
                          </a:cubicBezTo>
                          <a:cubicBezTo>
                            <a:pt x="-368" y="3191"/>
                            <a:pt x="-177" y="1667"/>
                            <a:pt x="1061" y="71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01" name="Graphique 15">
                  <a:extLst>
                    <a:ext uri="{FF2B5EF4-FFF2-40B4-BE49-F238E27FC236}">
                      <a16:creationId xmlns:a16="http://schemas.microsoft.com/office/drawing/2014/main" id="{559778B5-AA3B-40B5-AC50-585C34CCDD14}"/>
                    </a:ext>
                  </a:extLst>
                </p:cNvPr>
                <p:cNvGrpSpPr/>
                <p:nvPr/>
              </p:nvGrpSpPr>
              <p:grpSpPr>
                <a:xfrm>
                  <a:off x="9709266" y="3858983"/>
                  <a:ext cx="99295" cy="38737"/>
                  <a:chOff x="9709266" y="3858983"/>
                  <a:chExt cx="99295" cy="38737"/>
                </a:xfrm>
                <a:solidFill>
                  <a:schemeClr val="accent1"/>
                </a:solidFill>
              </p:grpSpPr>
              <p:grpSp>
                <p:nvGrpSpPr>
                  <p:cNvPr id="1402" name="Graphique 15">
                    <a:extLst>
                      <a:ext uri="{FF2B5EF4-FFF2-40B4-BE49-F238E27FC236}">
                        <a16:creationId xmlns:a16="http://schemas.microsoft.com/office/drawing/2014/main" id="{D4B72C29-B6EF-4714-BE83-19FF7E161C49}"/>
                      </a:ext>
                    </a:extLst>
                  </p:cNvPr>
                  <p:cNvGrpSpPr/>
                  <p:nvPr/>
                </p:nvGrpSpPr>
                <p:grpSpPr>
                  <a:xfrm>
                    <a:off x="9773383" y="3872685"/>
                    <a:ext cx="35178" cy="25035"/>
                    <a:chOff x="9773383" y="3872685"/>
                    <a:chExt cx="35178" cy="25035"/>
                  </a:xfrm>
                  <a:solidFill>
                    <a:schemeClr val="accent1"/>
                  </a:solidFill>
                </p:grpSpPr>
                <p:sp>
                  <p:nvSpPr>
                    <p:cNvPr id="1403" name="Forme libre : forme 1402">
                      <a:extLst>
                        <a:ext uri="{FF2B5EF4-FFF2-40B4-BE49-F238E27FC236}">
                          <a16:creationId xmlns:a16="http://schemas.microsoft.com/office/drawing/2014/main" id="{7DB99AE3-DE32-4197-9D78-2CFBE26C8A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3410" y="3872685"/>
                      <a:ext cx="35151" cy="25035"/>
                    </a:xfrm>
                    <a:custGeom>
                      <a:avLst/>
                      <a:gdLst>
                        <a:gd name="connsiteX0" fmla="*/ 3258 w 35151"/>
                        <a:gd name="connsiteY0" fmla="*/ 21435 h 25035"/>
                        <a:gd name="connsiteX1" fmla="*/ 7449 w 35151"/>
                        <a:gd name="connsiteY1" fmla="*/ 3432 h 25035"/>
                        <a:gd name="connsiteX2" fmla="*/ 32024 w 35151"/>
                        <a:gd name="connsiteY2" fmla="*/ 3718 h 25035"/>
                        <a:gd name="connsiteX3" fmla="*/ 27642 w 35151"/>
                        <a:gd name="connsiteY3" fmla="*/ 21054 h 25035"/>
                        <a:gd name="connsiteX4" fmla="*/ 3258 w 35151"/>
                        <a:gd name="connsiteY4" fmla="*/ 21435 h 25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51" h="25035">
                          <a:moveTo>
                            <a:pt x="3258" y="21435"/>
                          </a:moveTo>
                          <a:cubicBezTo>
                            <a:pt x="-2361" y="16386"/>
                            <a:pt x="-551" y="8195"/>
                            <a:pt x="7449" y="3432"/>
                          </a:cubicBezTo>
                          <a:cubicBezTo>
                            <a:pt x="15355" y="-1330"/>
                            <a:pt x="26404" y="-1045"/>
                            <a:pt x="32024" y="3718"/>
                          </a:cubicBezTo>
                          <a:cubicBezTo>
                            <a:pt x="37549" y="8480"/>
                            <a:pt x="35548" y="16005"/>
                            <a:pt x="27642" y="21054"/>
                          </a:cubicBezTo>
                          <a:cubicBezTo>
                            <a:pt x="19641" y="26102"/>
                            <a:pt x="8878" y="26483"/>
                            <a:pt x="3258" y="2143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4" name="Forme libre : forme 1403">
                      <a:extLst>
                        <a:ext uri="{FF2B5EF4-FFF2-40B4-BE49-F238E27FC236}">
                          <a16:creationId xmlns:a16="http://schemas.microsoft.com/office/drawing/2014/main" id="{8FC23294-1BE6-4438-BCD4-D07F78D77C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3383" y="3872719"/>
                      <a:ext cx="35003" cy="24543"/>
                    </a:xfrm>
                    <a:custGeom>
                      <a:avLst/>
                      <a:gdLst>
                        <a:gd name="connsiteX0" fmla="*/ 17288 w 35003"/>
                        <a:gd name="connsiteY0" fmla="*/ 12256 h 24543"/>
                        <a:gd name="connsiteX1" fmla="*/ 35004 w 35003"/>
                        <a:gd name="connsiteY1" fmla="*/ 9113 h 24543"/>
                        <a:gd name="connsiteX2" fmla="*/ 31956 w 35003"/>
                        <a:gd name="connsiteY2" fmla="*/ 3683 h 24543"/>
                        <a:gd name="connsiteX3" fmla="*/ 7381 w 35003"/>
                        <a:gd name="connsiteY3" fmla="*/ 3398 h 24543"/>
                        <a:gd name="connsiteX4" fmla="*/ 3190 w 35003"/>
                        <a:gd name="connsiteY4" fmla="*/ 21400 h 24543"/>
                        <a:gd name="connsiteX5" fmla="*/ 9858 w 35003"/>
                        <a:gd name="connsiteY5" fmla="*/ 24543 h 24543"/>
                        <a:gd name="connsiteX6" fmla="*/ 17288 w 35003"/>
                        <a:gd name="connsiteY6" fmla="*/ 12256 h 24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003" h="24543">
                          <a:moveTo>
                            <a:pt x="17288" y="12256"/>
                          </a:moveTo>
                          <a:cubicBezTo>
                            <a:pt x="22717" y="8922"/>
                            <a:pt x="29480" y="7970"/>
                            <a:pt x="35004" y="9113"/>
                          </a:cubicBezTo>
                          <a:cubicBezTo>
                            <a:pt x="34718" y="7113"/>
                            <a:pt x="33861" y="5303"/>
                            <a:pt x="31956" y="3683"/>
                          </a:cubicBezTo>
                          <a:cubicBezTo>
                            <a:pt x="26431" y="-984"/>
                            <a:pt x="15287" y="-1365"/>
                            <a:pt x="7381" y="3398"/>
                          </a:cubicBezTo>
                          <a:cubicBezTo>
                            <a:pt x="-524" y="8160"/>
                            <a:pt x="-2334" y="16352"/>
                            <a:pt x="3190" y="21400"/>
                          </a:cubicBezTo>
                          <a:cubicBezTo>
                            <a:pt x="5000" y="23019"/>
                            <a:pt x="7286" y="23972"/>
                            <a:pt x="9858" y="24543"/>
                          </a:cubicBezTo>
                          <a:cubicBezTo>
                            <a:pt x="9477" y="20257"/>
                            <a:pt x="11954" y="15495"/>
                            <a:pt x="17288" y="1225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5" name="Forme libre : forme 1404">
                      <a:extLst>
                        <a:ext uri="{FF2B5EF4-FFF2-40B4-BE49-F238E27FC236}">
                          <a16:creationId xmlns:a16="http://schemas.microsoft.com/office/drawing/2014/main" id="{B4A1616C-A0ED-4BF1-8241-617443529A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8940" y="3884714"/>
                      <a:ext cx="16316" cy="10653"/>
                    </a:xfrm>
                    <a:custGeom>
                      <a:avLst/>
                      <a:gdLst>
                        <a:gd name="connsiteX0" fmla="*/ 4681 w 16316"/>
                        <a:gd name="connsiteY0" fmla="*/ 10358 h 10653"/>
                        <a:gd name="connsiteX1" fmla="*/ 776 w 16316"/>
                        <a:gd name="connsiteY1" fmla="*/ 3405 h 10653"/>
                        <a:gd name="connsiteX2" fmla="*/ 11635 w 16316"/>
                        <a:gd name="connsiteY2" fmla="*/ 357 h 10653"/>
                        <a:gd name="connsiteX3" fmla="*/ 15540 w 16316"/>
                        <a:gd name="connsiteY3" fmla="*/ 7215 h 10653"/>
                        <a:gd name="connsiteX4" fmla="*/ 4681 w 16316"/>
                        <a:gd name="connsiteY4" fmla="*/ 10358 h 106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16" h="10653">
                          <a:moveTo>
                            <a:pt x="4681" y="10358"/>
                          </a:moveTo>
                          <a:cubicBezTo>
                            <a:pt x="586" y="9310"/>
                            <a:pt x="-1129" y="6167"/>
                            <a:pt x="776" y="3405"/>
                          </a:cubicBezTo>
                          <a:cubicBezTo>
                            <a:pt x="2681" y="642"/>
                            <a:pt x="7634" y="-691"/>
                            <a:pt x="11635" y="357"/>
                          </a:cubicBezTo>
                          <a:cubicBezTo>
                            <a:pt x="15730" y="1404"/>
                            <a:pt x="17445" y="4452"/>
                            <a:pt x="15540" y="7215"/>
                          </a:cubicBezTo>
                          <a:cubicBezTo>
                            <a:pt x="13635" y="9882"/>
                            <a:pt x="8777" y="11310"/>
                            <a:pt x="4681" y="1035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6" name="Forme libre : forme 1405">
                      <a:extLst>
                        <a:ext uri="{FF2B5EF4-FFF2-40B4-BE49-F238E27FC236}">
                          <a16:creationId xmlns:a16="http://schemas.microsoft.com/office/drawing/2014/main" id="{8BD3EBBE-84FB-4129-92D9-24DD5D0158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1279" y="3887571"/>
                      <a:ext cx="5730" cy="4155"/>
                    </a:xfrm>
                    <a:custGeom>
                      <a:avLst/>
                      <a:gdLst>
                        <a:gd name="connsiteX0" fmla="*/ 534 w 5730"/>
                        <a:gd name="connsiteY0" fmla="*/ 3596 h 4155"/>
                        <a:gd name="connsiteX1" fmla="*/ 1201 w 5730"/>
                        <a:gd name="connsiteY1" fmla="*/ 643 h 4155"/>
                        <a:gd name="connsiteX2" fmla="*/ 5202 w 5730"/>
                        <a:gd name="connsiteY2" fmla="*/ 643 h 4155"/>
                        <a:gd name="connsiteX3" fmla="*/ 4440 w 5730"/>
                        <a:gd name="connsiteY3" fmla="*/ 3501 h 4155"/>
                        <a:gd name="connsiteX4" fmla="*/ 534 w 5730"/>
                        <a:gd name="connsiteY4" fmla="*/ 3596 h 4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30" h="4155">
                          <a:moveTo>
                            <a:pt x="534" y="3596"/>
                          </a:moveTo>
                          <a:cubicBezTo>
                            <a:pt x="-418" y="2834"/>
                            <a:pt x="-37" y="1500"/>
                            <a:pt x="1201" y="643"/>
                          </a:cubicBezTo>
                          <a:cubicBezTo>
                            <a:pt x="2535" y="-214"/>
                            <a:pt x="4344" y="-214"/>
                            <a:pt x="5202" y="643"/>
                          </a:cubicBezTo>
                          <a:cubicBezTo>
                            <a:pt x="6154" y="1405"/>
                            <a:pt x="5773" y="2739"/>
                            <a:pt x="4440" y="3501"/>
                          </a:cubicBezTo>
                          <a:cubicBezTo>
                            <a:pt x="3201" y="4358"/>
                            <a:pt x="1487" y="4358"/>
                            <a:pt x="534" y="359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07" name="Graphique 15">
                    <a:extLst>
                      <a:ext uri="{FF2B5EF4-FFF2-40B4-BE49-F238E27FC236}">
                        <a16:creationId xmlns:a16="http://schemas.microsoft.com/office/drawing/2014/main" id="{EAE21434-CF6C-47E3-B36F-8F0585E86B56}"/>
                      </a:ext>
                    </a:extLst>
                  </p:cNvPr>
                  <p:cNvGrpSpPr/>
                  <p:nvPr/>
                </p:nvGrpSpPr>
                <p:grpSpPr>
                  <a:xfrm>
                    <a:off x="9743204" y="3862351"/>
                    <a:ext cx="35467" cy="25950"/>
                    <a:chOff x="9743204" y="3862351"/>
                    <a:chExt cx="35467" cy="25950"/>
                  </a:xfrm>
                  <a:solidFill>
                    <a:schemeClr val="accent1"/>
                  </a:solidFill>
                </p:grpSpPr>
                <p:sp>
                  <p:nvSpPr>
                    <p:cNvPr id="1408" name="Forme libre : forme 1407">
                      <a:extLst>
                        <a:ext uri="{FF2B5EF4-FFF2-40B4-BE49-F238E27FC236}">
                          <a16:creationId xmlns:a16="http://schemas.microsoft.com/office/drawing/2014/main" id="{98DFE5BA-FC43-4BD3-AF7C-2D2755E225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3299" y="3862351"/>
                      <a:ext cx="35371" cy="25950"/>
                    </a:xfrm>
                    <a:custGeom>
                      <a:avLst/>
                      <a:gdLst>
                        <a:gd name="connsiteX0" fmla="*/ 3270 w 35371"/>
                        <a:gd name="connsiteY0" fmla="*/ 21767 h 25950"/>
                        <a:gd name="connsiteX1" fmla="*/ 7937 w 35371"/>
                        <a:gd name="connsiteY1" fmla="*/ 3098 h 25950"/>
                        <a:gd name="connsiteX2" fmla="*/ 32417 w 35371"/>
                        <a:gd name="connsiteY2" fmla="*/ 4336 h 25950"/>
                        <a:gd name="connsiteX3" fmla="*/ 27940 w 35371"/>
                        <a:gd name="connsiteY3" fmla="*/ 22338 h 25950"/>
                        <a:gd name="connsiteX4" fmla="*/ 3270 w 35371"/>
                        <a:gd name="connsiteY4" fmla="*/ 21767 h 25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71" h="25950">
                          <a:moveTo>
                            <a:pt x="3270" y="21767"/>
                          </a:moveTo>
                          <a:cubicBezTo>
                            <a:pt x="-2731" y="16433"/>
                            <a:pt x="-64" y="7765"/>
                            <a:pt x="7937" y="3098"/>
                          </a:cubicBezTo>
                          <a:cubicBezTo>
                            <a:pt x="16034" y="-1569"/>
                            <a:pt x="27083" y="-807"/>
                            <a:pt x="32417" y="4336"/>
                          </a:cubicBezTo>
                          <a:cubicBezTo>
                            <a:pt x="37560" y="9575"/>
                            <a:pt x="35941" y="17385"/>
                            <a:pt x="27940" y="22338"/>
                          </a:cubicBezTo>
                          <a:cubicBezTo>
                            <a:pt x="19939" y="27292"/>
                            <a:pt x="8985" y="27196"/>
                            <a:pt x="3270" y="2176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09" name="Forme libre : forme 1408">
                      <a:extLst>
                        <a:ext uri="{FF2B5EF4-FFF2-40B4-BE49-F238E27FC236}">
                          <a16:creationId xmlns:a16="http://schemas.microsoft.com/office/drawing/2014/main" id="{932DEA29-A986-430E-B0E5-4E24945448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3204" y="3862414"/>
                      <a:ext cx="35178" cy="25323"/>
                    </a:xfrm>
                    <a:custGeom>
                      <a:avLst/>
                      <a:gdLst>
                        <a:gd name="connsiteX0" fmla="*/ 17367 w 35178"/>
                        <a:gd name="connsiteY0" fmla="*/ 12750 h 25323"/>
                        <a:gd name="connsiteX1" fmla="*/ 35179 w 35178"/>
                        <a:gd name="connsiteY1" fmla="*/ 10178 h 25323"/>
                        <a:gd name="connsiteX2" fmla="*/ 32417 w 35178"/>
                        <a:gd name="connsiteY2" fmla="*/ 4368 h 25323"/>
                        <a:gd name="connsiteX3" fmla="*/ 7938 w 35178"/>
                        <a:gd name="connsiteY3" fmla="*/ 3130 h 25323"/>
                        <a:gd name="connsiteX4" fmla="*/ 3270 w 35178"/>
                        <a:gd name="connsiteY4" fmla="*/ 21799 h 25323"/>
                        <a:gd name="connsiteX5" fmla="*/ 10128 w 35178"/>
                        <a:gd name="connsiteY5" fmla="*/ 25323 h 25323"/>
                        <a:gd name="connsiteX6" fmla="*/ 17367 w 35178"/>
                        <a:gd name="connsiteY6" fmla="*/ 12750 h 25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178" h="25323">
                          <a:moveTo>
                            <a:pt x="17367" y="12750"/>
                          </a:moveTo>
                          <a:cubicBezTo>
                            <a:pt x="22892" y="9512"/>
                            <a:pt x="29750" y="8750"/>
                            <a:pt x="35179" y="10178"/>
                          </a:cubicBezTo>
                          <a:cubicBezTo>
                            <a:pt x="34988" y="8083"/>
                            <a:pt x="34226" y="6083"/>
                            <a:pt x="32417" y="4368"/>
                          </a:cubicBezTo>
                          <a:cubicBezTo>
                            <a:pt x="27083" y="-871"/>
                            <a:pt x="16129" y="-1537"/>
                            <a:pt x="7938" y="3130"/>
                          </a:cubicBezTo>
                          <a:cubicBezTo>
                            <a:pt x="-64" y="7797"/>
                            <a:pt x="-2731" y="16465"/>
                            <a:pt x="3270" y="21799"/>
                          </a:cubicBezTo>
                          <a:cubicBezTo>
                            <a:pt x="5080" y="23513"/>
                            <a:pt x="7461" y="24656"/>
                            <a:pt x="10128" y="25323"/>
                          </a:cubicBezTo>
                          <a:cubicBezTo>
                            <a:pt x="9557" y="20846"/>
                            <a:pt x="11938" y="15989"/>
                            <a:pt x="17367" y="1275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0" name="Forme libre : forme 1409">
                      <a:extLst>
                        <a:ext uri="{FF2B5EF4-FFF2-40B4-BE49-F238E27FC236}">
                          <a16:creationId xmlns:a16="http://schemas.microsoft.com/office/drawing/2014/main" id="{6435599B-DB44-402F-88C9-1B3232C127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8780" y="3874669"/>
                      <a:ext cx="16454" cy="11149"/>
                    </a:xfrm>
                    <a:custGeom>
                      <a:avLst/>
                      <a:gdLst>
                        <a:gd name="connsiteX0" fmla="*/ 4838 w 16454"/>
                        <a:gd name="connsiteY0" fmla="*/ 10687 h 11149"/>
                        <a:gd name="connsiteX1" fmla="*/ 742 w 16454"/>
                        <a:gd name="connsiteY1" fmla="*/ 3258 h 11149"/>
                        <a:gd name="connsiteX2" fmla="*/ 11696 w 16454"/>
                        <a:gd name="connsiteY2" fmla="*/ 495 h 11149"/>
                        <a:gd name="connsiteX3" fmla="*/ 15696 w 16454"/>
                        <a:gd name="connsiteY3" fmla="*/ 7734 h 11149"/>
                        <a:gd name="connsiteX4" fmla="*/ 4838 w 16454"/>
                        <a:gd name="connsiteY4" fmla="*/ 10687 h 11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454" h="11149">
                          <a:moveTo>
                            <a:pt x="4838" y="10687"/>
                          </a:moveTo>
                          <a:cubicBezTo>
                            <a:pt x="742" y="9449"/>
                            <a:pt x="-1163" y="6115"/>
                            <a:pt x="742" y="3258"/>
                          </a:cubicBezTo>
                          <a:cubicBezTo>
                            <a:pt x="2742" y="400"/>
                            <a:pt x="7695" y="-743"/>
                            <a:pt x="11696" y="495"/>
                          </a:cubicBezTo>
                          <a:cubicBezTo>
                            <a:pt x="15791" y="1733"/>
                            <a:pt x="17601" y="4972"/>
                            <a:pt x="15696" y="7734"/>
                          </a:cubicBezTo>
                          <a:cubicBezTo>
                            <a:pt x="13887" y="10592"/>
                            <a:pt x="8933" y="11925"/>
                            <a:pt x="4838" y="1068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1" name="Forme libre : forme 1410">
                      <a:extLst>
                        <a:ext uri="{FF2B5EF4-FFF2-40B4-BE49-F238E27FC236}">
                          <a16:creationId xmlns:a16="http://schemas.microsoft.com/office/drawing/2014/main" id="{0EAB5F82-A82B-42D4-B00A-3F371ED93B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61249" y="3878033"/>
                      <a:ext cx="5884" cy="4287"/>
                    </a:xfrm>
                    <a:custGeom>
                      <a:avLst/>
                      <a:gdLst>
                        <a:gd name="connsiteX0" fmla="*/ 561 w 5884"/>
                        <a:gd name="connsiteY0" fmla="*/ 3608 h 4287"/>
                        <a:gd name="connsiteX1" fmla="*/ 1227 w 5884"/>
                        <a:gd name="connsiteY1" fmla="*/ 560 h 4287"/>
                        <a:gd name="connsiteX2" fmla="*/ 5323 w 5884"/>
                        <a:gd name="connsiteY2" fmla="*/ 656 h 4287"/>
                        <a:gd name="connsiteX3" fmla="*/ 4657 w 5884"/>
                        <a:gd name="connsiteY3" fmla="*/ 3608 h 4287"/>
                        <a:gd name="connsiteX4" fmla="*/ 561 w 5884"/>
                        <a:gd name="connsiteY4" fmla="*/ 3608 h 4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4" h="4287">
                          <a:moveTo>
                            <a:pt x="561" y="3608"/>
                          </a:moveTo>
                          <a:cubicBezTo>
                            <a:pt x="-392" y="2751"/>
                            <a:pt x="-106" y="1417"/>
                            <a:pt x="1227" y="560"/>
                          </a:cubicBezTo>
                          <a:cubicBezTo>
                            <a:pt x="2561" y="-202"/>
                            <a:pt x="4371" y="-202"/>
                            <a:pt x="5323" y="656"/>
                          </a:cubicBezTo>
                          <a:cubicBezTo>
                            <a:pt x="6276" y="1513"/>
                            <a:pt x="5990" y="2846"/>
                            <a:pt x="4657" y="3608"/>
                          </a:cubicBezTo>
                          <a:cubicBezTo>
                            <a:pt x="3323" y="4561"/>
                            <a:pt x="1513" y="4466"/>
                            <a:pt x="561" y="360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12" name="Graphique 15">
                    <a:extLst>
                      <a:ext uri="{FF2B5EF4-FFF2-40B4-BE49-F238E27FC236}">
                        <a16:creationId xmlns:a16="http://schemas.microsoft.com/office/drawing/2014/main" id="{E2FA8BDE-11D8-4F35-9AB4-8D8D0C5D2D25}"/>
                      </a:ext>
                    </a:extLst>
                  </p:cNvPr>
                  <p:cNvGrpSpPr/>
                  <p:nvPr/>
                </p:nvGrpSpPr>
                <p:grpSpPr>
                  <a:xfrm>
                    <a:off x="9709266" y="3858983"/>
                    <a:ext cx="35303" cy="27279"/>
                    <a:chOff x="9709266" y="3858983"/>
                    <a:chExt cx="35303" cy="27279"/>
                  </a:xfrm>
                  <a:solidFill>
                    <a:schemeClr val="accent1"/>
                  </a:solidFill>
                </p:grpSpPr>
                <p:sp>
                  <p:nvSpPr>
                    <p:cNvPr id="1413" name="Forme libre : forme 1412">
                      <a:extLst>
                        <a:ext uri="{FF2B5EF4-FFF2-40B4-BE49-F238E27FC236}">
                          <a16:creationId xmlns:a16="http://schemas.microsoft.com/office/drawing/2014/main" id="{35117984-BA50-41B7-B4AC-039CF0AE90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9266" y="3858983"/>
                      <a:ext cx="35285" cy="27279"/>
                    </a:xfrm>
                    <a:custGeom>
                      <a:avLst/>
                      <a:gdLst>
                        <a:gd name="connsiteX0" fmla="*/ 3014 w 35285"/>
                        <a:gd name="connsiteY0" fmla="*/ 22468 h 27279"/>
                        <a:gd name="connsiteX1" fmla="*/ 7776 w 35285"/>
                        <a:gd name="connsiteY1" fmla="*/ 2942 h 27279"/>
                        <a:gd name="connsiteX2" fmla="*/ 32351 w 35285"/>
                        <a:gd name="connsiteY2" fmla="*/ 4942 h 27279"/>
                        <a:gd name="connsiteX3" fmla="*/ 27493 w 35285"/>
                        <a:gd name="connsiteY3" fmla="*/ 23897 h 27279"/>
                        <a:gd name="connsiteX4" fmla="*/ 3014 w 35285"/>
                        <a:gd name="connsiteY4" fmla="*/ 22468 h 272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85" h="27279">
                          <a:moveTo>
                            <a:pt x="3014" y="22468"/>
                          </a:moveTo>
                          <a:cubicBezTo>
                            <a:pt x="-2416" y="16562"/>
                            <a:pt x="-320" y="7609"/>
                            <a:pt x="7776" y="2942"/>
                          </a:cubicBezTo>
                          <a:cubicBezTo>
                            <a:pt x="15873" y="-1725"/>
                            <a:pt x="26922" y="-678"/>
                            <a:pt x="32351" y="4942"/>
                          </a:cubicBezTo>
                          <a:cubicBezTo>
                            <a:pt x="37780" y="10562"/>
                            <a:pt x="35399" y="18944"/>
                            <a:pt x="27493" y="23897"/>
                          </a:cubicBezTo>
                          <a:cubicBezTo>
                            <a:pt x="19778" y="28754"/>
                            <a:pt x="8348" y="28469"/>
                            <a:pt x="3014" y="2246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4" name="Forme libre : forme 1413">
                      <a:extLst>
                        <a:ext uri="{FF2B5EF4-FFF2-40B4-BE49-F238E27FC236}">
                          <a16:creationId xmlns:a16="http://schemas.microsoft.com/office/drawing/2014/main" id="{27136B79-66DF-4D97-B837-6B57C9053B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9361" y="3858983"/>
                      <a:ext cx="35208" cy="26373"/>
                    </a:xfrm>
                    <a:custGeom>
                      <a:avLst/>
                      <a:gdLst>
                        <a:gd name="connsiteX0" fmla="*/ 17301 w 35208"/>
                        <a:gd name="connsiteY0" fmla="*/ 13419 h 26373"/>
                        <a:gd name="connsiteX1" fmla="*/ 35208 w 35208"/>
                        <a:gd name="connsiteY1" fmla="*/ 11133 h 26373"/>
                        <a:gd name="connsiteX2" fmla="*/ 32351 w 35208"/>
                        <a:gd name="connsiteY2" fmla="*/ 4942 h 26373"/>
                        <a:gd name="connsiteX3" fmla="*/ 7776 w 35208"/>
                        <a:gd name="connsiteY3" fmla="*/ 2942 h 26373"/>
                        <a:gd name="connsiteX4" fmla="*/ 3014 w 35208"/>
                        <a:gd name="connsiteY4" fmla="*/ 22468 h 26373"/>
                        <a:gd name="connsiteX5" fmla="*/ 9681 w 35208"/>
                        <a:gd name="connsiteY5" fmla="*/ 26373 h 26373"/>
                        <a:gd name="connsiteX6" fmla="*/ 17301 w 35208"/>
                        <a:gd name="connsiteY6" fmla="*/ 13419 h 26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08" h="26373">
                          <a:moveTo>
                            <a:pt x="17301" y="13419"/>
                          </a:moveTo>
                          <a:cubicBezTo>
                            <a:pt x="22826" y="10085"/>
                            <a:pt x="29684" y="9514"/>
                            <a:pt x="35208" y="11133"/>
                          </a:cubicBezTo>
                          <a:cubicBezTo>
                            <a:pt x="35018" y="8942"/>
                            <a:pt x="34160" y="6752"/>
                            <a:pt x="32351" y="4942"/>
                          </a:cubicBezTo>
                          <a:cubicBezTo>
                            <a:pt x="26921" y="-678"/>
                            <a:pt x="15873" y="-1725"/>
                            <a:pt x="7776" y="2942"/>
                          </a:cubicBezTo>
                          <a:cubicBezTo>
                            <a:pt x="-320" y="7609"/>
                            <a:pt x="-2416" y="16562"/>
                            <a:pt x="3014" y="22468"/>
                          </a:cubicBezTo>
                          <a:cubicBezTo>
                            <a:pt x="4728" y="24373"/>
                            <a:pt x="7014" y="25611"/>
                            <a:pt x="9681" y="26373"/>
                          </a:cubicBezTo>
                          <a:cubicBezTo>
                            <a:pt x="9110" y="21706"/>
                            <a:pt x="11872" y="16658"/>
                            <a:pt x="17301" y="1341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5" name="Forme libre : forme 1414">
                      <a:extLst>
                        <a:ext uri="{FF2B5EF4-FFF2-40B4-BE49-F238E27FC236}">
                          <a16:creationId xmlns:a16="http://schemas.microsoft.com/office/drawing/2014/main" id="{BA97B698-CE9A-4C74-BE1E-9E1A1BA37B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14680" y="3871770"/>
                      <a:ext cx="16423" cy="11799"/>
                    </a:xfrm>
                    <a:custGeom>
                      <a:avLst/>
                      <a:gdLst>
                        <a:gd name="connsiteX0" fmla="*/ 4553 w 16423"/>
                        <a:gd name="connsiteY0" fmla="*/ 11205 h 11799"/>
                        <a:gd name="connsiteX1" fmla="*/ 838 w 16423"/>
                        <a:gd name="connsiteY1" fmla="*/ 3204 h 11799"/>
                        <a:gd name="connsiteX2" fmla="*/ 11887 w 16423"/>
                        <a:gd name="connsiteY2" fmla="*/ 633 h 11799"/>
                        <a:gd name="connsiteX3" fmla="*/ 15507 w 16423"/>
                        <a:gd name="connsiteY3" fmla="*/ 8443 h 11799"/>
                        <a:gd name="connsiteX4" fmla="*/ 4553 w 16423"/>
                        <a:gd name="connsiteY4" fmla="*/ 11205 h 11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423" h="11799">
                          <a:moveTo>
                            <a:pt x="4553" y="11205"/>
                          </a:moveTo>
                          <a:cubicBezTo>
                            <a:pt x="552" y="9777"/>
                            <a:pt x="-1162" y="6157"/>
                            <a:pt x="838" y="3204"/>
                          </a:cubicBezTo>
                          <a:cubicBezTo>
                            <a:pt x="2838" y="252"/>
                            <a:pt x="7791" y="-796"/>
                            <a:pt x="11887" y="633"/>
                          </a:cubicBezTo>
                          <a:cubicBezTo>
                            <a:pt x="15983" y="2061"/>
                            <a:pt x="17602" y="5586"/>
                            <a:pt x="15507" y="8443"/>
                          </a:cubicBezTo>
                          <a:cubicBezTo>
                            <a:pt x="13602" y="11396"/>
                            <a:pt x="8649" y="12634"/>
                            <a:pt x="4553" y="1120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16" name="Forme libre : forme 1415">
                      <a:extLst>
                        <a:ext uri="{FF2B5EF4-FFF2-40B4-BE49-F238E27FC236}">
                          <a16:creationId xmlns:a16="http://schemas.microsoft.com/office/drawing/2014/main" id="{E16AC2FA-F9F2-40B7-A0A2-10FA4783DA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7127" y="3875609"/>
                      <a:ext cx="5707" cy="4444"/>
                    </a:xfrm>
                    <a:custGeom>
                      <a:avLst/>
                      <a:gdLst>
                        <a:gd name="connsiteX0" fmla="*/ 488 w 5707"/>
                        <a:gd name="connsiteY0" fmla="*/ 3651 h 4444"/>
                        <a:gd name="connsiteX1" fmla="*/ 1249 w 5707"/>
                        <a:gd name="connsiteY1" fmla="*/ 508 h 4444"/>
                        <a:gd name="connsiteX2" fmla="*/ 5250 w 5707"/>
                        <a:gd name="connsiteY2" fmla="*/ 794 h 4444"/>
                        <a:gd name="connsiteX3" fmla="*/ 4393 w 5707"/>
                        <a:gd name="connsiteY3" fmla="*/ 3937 h 4444"/>
                        <a:gd name="connsiteX4" fmla="*/ 488 w 5707"/>
                        <a:gd name="connsiteY4" fmla="*/ 3651 h 44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07" h="4444">
                          <a:moveTo>
                            <a:pt x="488" y="3651"/>
                          </a:moveTo>
                          <a:cubicBezTo>
                            <a:pt x="-370" y="2699"/>
                            <a:pt x="-84" y="1270"/>
                            <a:pt x="1249" y="508"/>
                          </a:cubicBezTo>
                          <a:cubicBezTo>
                            <a:pt x="2583" y="-254"/>
                            <a:pt x="4393" y="-159"/>
                            <a:pt x="5250" y="794"/>
                          </a:cubicBezTo>
                          <a:cubicBezTo>
                            <a:pt x="6107" y="1746"/>
                            <a:pt x="5726" y="3175"/>
                            <a:pt x="4393" y="3937"/>
                          </a:cubicBezTo>
                          <a:cubicBezTo>
                            <a:pt x="3059" y="4699"/>
                            <a:pt x="1345" y="4604"/>
                            <a:pt x="488" y="365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17" name="Graphique 15">
                  <a:extLst>
                    <a:ext uri="{FF2B5EF4-FFF2-40B4-BE49-F238E27FC236}">
                      <a16:creationId xmlns:a16="http://schemas.microsoft.com/office/drawing/2014/main" id="{AF1A42D7-1B9D-47F6-8C76-959CC52620D1}"/>
                    </a:ext>
                  </a:extLst>
                </p:cNvPr>
                <p:cNvGrpSpPr/>
                <p:nvPr/>
              </p:nvGrpSpPr>
              <p:grpSpPr>
                <a:xfrm>
                  <a:off x="9634231" y="3778405"/>
                  <a:ext cx="70346" cy="78019"/>
                  <a:chOff x="9634231" y="3778405"/>
                  <a:chExt cx="70346" cy="78019"/>
                </a:xfrm>
                <a:solidFill>
                  <a:schemeClr val="accent1"/>
                </a:solidFill>
              </p:grpSpPr>
              <p:grpSp>
                <p:nvGrpSpPr>
                  <p:cNvPr id="1418" name="Graphique 15">
                    <a:extLst>
                      <a:ext uri="{FF2B5EF4-FFF2-40B4-BE49-F238E27FC236}">
                        <a16:creationId xmlns:a16="http://schemas.microsoft.com/office/drawing/2014/main" id="{DF5081EB-A8AF-4340-9E4C-DCF5AC6ECA44}"/>
                      </a:ext>
                    </a:extLst>
                  </p:cNvPr>
                  <p:cNvGrpSpPr/>
                  <p:nvPr/>
                </p:nvGrpSpPr>
                <p:grpSpPr>
                  <a:xfrm>
                    <a:off x="9669028" y="3827729"/>
                    <a:ext cx="35549" cy="28696"/>
                    <a:chOff x="9669028" y="3827729"/>
                    <a:chExt cx="35549" cy="28696"/>
                  </a:xfrm>
                  <a:solidFill>
                    <a:schemeClr val="accent1"/>
                  </a:solidFill>
                </p:grpSpPr>
                <p:sp>
                  <p:nvSpPr>
                    <p:cNvPr id="1419" name="Forme libre : forme 1418">
                      <a:extLst>
                        <a:ext uri="{FF2B5EF4-FFF2-40B4-BE49-F238E27FC236}">
                          <a16:creationId xmlns:a16="http://schemas.microsoft.com/office/drawing/2014/main" id="{C19AEFEC-3B10-45D5-9D5E-1CD8254960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9028" y="3827730"/>
                      <a:ext cx="35549" cy="28695"/>
                    </a:xfrm>
                    <a:custGeom>
                      <a:avLst/>
                      <a:gdLst>
                        <a:gd name="connsiteX0" fmla="*/ 8 w 35549"/>
                        <a:gd name="connsiteY0" fmla="*/ 14573 h 28695"/>
                        <a:gd name="connsiteX1" fmla="*/ 18391 w 35549"/>
                        <a:gd name="connsiteY1" fmla="*/ 0 h 28695"/>
                        <a:gd name="connsiteX2" fmla="*/ 35536 w 35549"/>
                        <a:gd name="connsiteY2" fmla="*/ 13906 h 28695"/>
                        <a:gd name="connsiteX3" fmla="*/ 17153 w 35549"/>
                        <a:gd name="connsiteY3" fmla="*/ 28670 h 28695"/>
                        <a:gd name="connsiteX4" fmla="*/ 8 w 35549"/>
                        <a:gd name="connsiteY4" fmla="*/ 14573 h 286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49" h="28695">
                          <a:moveTo>
                            <a:pt x="8" y="14573"/>
                          </a:moveTo>
                          <a:cubicBezTo>
                            <a:pt x="294" y="6382"/>
                            <a:pt x="8485" y="0"/>
                            <a:pt x="18391" y="0"/>
                          </a:cubicBezTo>
                          <a:cubicBezTo>
                            <a:pt x="28202" y="95"/>
                            <a:pt x="35917" y="6191"/>
                            <a:pt x="35536" y="13906"/>
                          </a:cubicBezTo>
                          <a:cubicBezTo>
                            <a:pt x="35155" y="21526"/>
                            <a:pt x="26964" y="28289"/>
                            <a:pt x="17153" y="28670"/>
                          </a:cubicBezTo>
                          <a:cubicBezTo>
                            <a:pt x="7342" y="29146"/>
                            <a:pt x="-278" y="22765"/>
                            <a:pt x="8" y="1457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0" name="Forme libre : forme 1419">
                      <a:extLst>
                        <a:ext uri="{FF2B5EF4-FFF2-40B4-BE49-F238E27FC236}">
                          <a16:creationId xmlns:a16="http://schemas.microsoft.com/office/drawing/2014/main" id="{BE02BCC4-8F1B-4D85-A591-7C4A0F0DB5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9028" y="3827729"/>
                      <a:ext cx="35549" cy="21622"/>
                    </a:xfrm>
                    <a:custGeom>
                      <a:avLst/>
                      <a:gdLst>
                        <a:gd name="connsiteX0" fmla="*/ 17629 w 35549"/>
                        <a:gd name="connsiteY0" fmla="*/ 14003 h 21622"/>
                        <a:gd name="connsiteX1" fmla="*/ 32774 w 35549"/>
                        <a:gd name="connsiteY1" fmla="*/ 20956 h 21622"/>
                        <a:gd name="connsiteX2" fmla="*/ 35536 w 35549"/>
                        <a:gd name="connsiteY2" fmla="*/ 13907 h 21622"/>
                        <a:gd name="connsiteX3" fmla="*/ 18391 w 35549"/>
                        <a:gd name="connsiteY3" fmla="*/ 1 h 21622"/>
                        <a:gd name="connsiteX4" fmla="*/ 8 w 35549"/>
                        <a:gd name="connsiteY4" fmla="*/ 14574 h 21622"/>
                        <a:gd name="connsiteX5" fmla="*/ 2008 w 35549"/>
                        <a:gd name="connsiteY5" fmla="*/ 21623 h 21622"/>
                        <a:gd name="connsiteX6" fmla="*/ 17629 w 35549"/>
                        <a:gd name="connsiteY6" fmla="*/ 14003 h 216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49" h="21622">
                          <a:moveTo>
                            <a:pt x="17629" y="14003"/>
                          </a:moveTo>
                          <a:cubicBezTo>
                            <a:pt x="24297" y="13907"/>
                            <a:pt x="29917" y="16765"/>
                            <a:pt x="32774" y="20956"/>
                          </a:cubicBezTo>
                          <a:cubicBezTo>
                            <a:pt x="34393" y="18860"/>
                            <a:pt x="35441" y="16479"/>
                            <a:pt x="35536" y="13907"/>
                          </a:cubicBezTo>
                          <a:cubicBezTo>
                            <a:pt x="35917" y="6288"/>
                            <a:pt x="28202" y="96"/>
                            <a:pt x="18391" y="1"/>
                          </a:cubicBezTo>
                          <a:cubicBezTo>
                            <a:pt x="8581" y="-94"/>
                            <a:pt x="389" y="6383"/>
                            <a:pt x="8" y="14574"/>
                          </a:cubicBezTo>
                          <a:cubicBezTo>
                            <a:pt x="-87" y="17146"/>
                            <a:pt x="675" y="19527"/>
                            <a:pt x="2008" y="21623"/>
                          </a:cubicBezTo>
                          <a:cubicBezTo>
                            <a:pt x="5247" y="17146"/>
                            <a:pt x="11057" y="14098"/>
                            <a:pt x="17629" y="1400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1" name="Forme libre : forme 1420">
                      <a:extLst>
                        <a:ext uri="{FF2B5EF4-FFF2-40B4-BE49-F238E27FC236}">
                          <a16:creationId xmlns:a16="http://schemas.microsoft.com/office/drawing/2014/main" id="{5C07D698-2C4A-453E-AABF-339184FE8C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2289" y="3837712"/>
                      <a:ext cx="15210" cy="13621"/>
                    </a:xfrm>
                    <a:custGeom>
                      <a:avLst/>
                      <a:gdLst>
                        <a:gd name="connsiteX0" fmla="*/ 843 w 15210"/>
                        <a:gd name="connsiteY0" fmla="*/ 9640 h 13621"/>
                        <a:gd name="connsiteX1" fmla="*/ 4081 w 15210"/>
                        <a:gd name="connsiteY1" fmla="*/ 591 h 13621"/>
                        <a:gd name="connsiteX2" fmla="*/ 14368 w 15210"/>
                        <a:gd name="connsiteY2" fmla="*/ 4020 h 13621"/>
                        <a:gd name="connsiteX3" fmla="*/ 11130 w 15210"/>
                        <a:gd name="connsiteY3" fmla="*/ 12973 h 13621"/>
                        <a:gd name="connsiteX4" fmla="*/ 843 w 15210"/>
                        <a:gd name="connsiteY4" fmla="*/ 9640 h 13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10" h="13621">
                          <a:moveTo>
                            <a:pt x="843" y="9640"/>
                          </a:moveTo>
                          <a:cubicBezTo>
                            <a:pt x="-1062" y="6210"/>
                            <a:pt x="366" y="2115"/>
                            <a:pt x="4081" y="591"/>
                          </a:cubicBezTo>
                          <a:cubicBezTo>
                            <a:pt x="7796" y="-933"/>
                            <a:pt x="12368" y="591"/>
                            <a:pt x="14368" y="4020"/>
                          </a:cubicBezTo>
                          <a:cubicBezTo>
                            <a:pt x="16273" y="7354"/>
                            <a:pt x="14845" y="11354"/>
                            <a:pt x="11130" y="12973"/>
                          </a:cubicBezTo>
                          <a:cubicBezTo>
                            <a:pt x="7320" y="14593"/>
                            <a:pt x="2748" y="13068"/>
                            <a:pt x="843" y="96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2" name="Forme libre : forme 1421">
                      <a:extLst>
                        <a:ext uri="{FF2B5EF4-FFF2-40B4-BE49-F238E27FC236}">
                          <a16:creationId xmlns:a16="http://schemas.microsoft.com/office/drawing/2014/main" id="{85E83BA4-0202-4571-91A2-C5C2D54DE1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2085" y="3845923"/>
                      <a:ext cx="5905" cy="4768"/>
                    </a:xfrm>
                    <a:custGeom>
                      <a:avLst/>
                      <a:gdLst>
                        <a:gd name="connsiteX0" fmla="*/ 0 w 5905"/>
                        <a:gd name="connsiteY0" fmla="*/ 2476 h 4768"/>
                        <a:gd name="connsiteX1" fmla="*/ 3048 w 5905"/>
                        <a:gd name="connsiteY1" fmla="*/ 0 h 4768"/>
                        <a:gd name="connsiteX2" fmla="*/ 5905 w 5905"/>
                        <a:gd name="connsiteY2" fmla="*/ 2286 h 4768"/>
                        <a:gd name="connsiteX3" fmla="*/ 2857 w 5905"/>
                        <a:gd name="connsiteY3" fmla="*/ 4763 h 4768"/>
                        <a:gd name="connsiteX4" fmla="*/ 0 w 5905"/>
                        <a:gd name="connsiteY4" fmla="*/ 2476 h 4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5" h="4768">
                          <a:moveTo>
                            <a:pt x="0" y="2476"/>
                          </a:moveTo>
                          <a:cubicBezTo>
                            <a:pt x="95" y="1143"/>
                            <a:pt x="1429" y="95"/>
                            <a:pt x="3048" y="0"/>
                          </a:cubicBezTo>
                          <a:cubicBezTo>
                            <a:pt x="4667" y="0"/>
                            <a:pt x="5905" y="952"/>
                            <a:pt x="5905" y="2286"/>
                          </a:cubicBezTo>
                          <a:cubicBezTo>
                            <a:pt x="5905" y="3619"/>
                            <a:pt x="4476" y="4667"/>
                            <a:pt x="2857" y="4763"/>
                          </a:cubicBezTo>
                          <a:cubicBezTo>
                            <a:pt x="1238" y="4858"/>
                            <a:pt x="0" y="3810"/>
                            <a:pt x="0" y="24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23" name="Graphique 15">
                    <a:extLst>
                      <a:ext uri="{FF2B5EF4-FFF2-40B4-BE49-F238E27FC236}">
                        <a16:creationId xmlns:a16="http://schemas.microsoft.com/office/drawing/2014/main" id="{084C26C7-BD2F-4033-86D9-6F6E05C651A3}"/>
                      </a:ext>
                    </a:extLst>
                  </p:cNvPr>
                  <p:cNvGrpSpPr/>
                  <p:nvPr/>
                </p:nvGrpSpPr>
                <p:grpSpPr>
                  <a:xfrm>
                    <a:off x="9656314" y="3801225"/>
                    <a:ext cx="35636" cy="29076"/>
                    <a:chOff x="9656314" y="3801225"/>
                    <a:chExt cx="35636" cy="29076"/>
                  </a:xfrm>
                  <a:solidFill>
                    <a:schemeClr val="accent1"/>
                  </a:solidFill>
                </p:grpSpPr>
                <p:sp>
                  <p:nvSpPr>
                    <p:cNvPr id="1424" name="Forme libre : forme 1423">
                      <a:extLst>
                        <a:ext uri="{FF2B5EF4-FFF2-40B4-BE49-F238E27FC236}">
                          <a16:creationId xmlns:a16="http://schemas.microsoft.com/office/drawing/2014/main" id="{41A6DAC1-AB46-4C0A-A77C-1B07C30C75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6314" y="3801225"/>
                      <a:ext cx="35541" cy="29076"/>
                    </a:xfrm>
                    <a:custGeom>
                      <a:avLst/>
                      <a:gdLst>
                        <a:gd name="connsiteX0" fmla="*/ 54 w 35541"/>
                        <a:gd name="connsiteY0" fmla="*/ 14028 h 29076"/>
                        <a:gd name="connsiteX1" fmla="*/ 19104 w 35541"/>
                        <a:gd name="connsiteY1" fmla="*/ 26 h 29076"/>
                        <a:gd name="connsiteX2" fmla="*/ 35487 w 35541"/>
                        <a:gd name="connsiteY2" fmla="*/ 14885 h 29076"/>
                        <a:gd name="connsiteX3" fmla="*/ 16627 w 35541"/>
                        <a:gd name="connsiteY3" fmla="*/ 29077 h 29076"/>
                        <a:gd name="connsiteX4" fmla="*/ 54 w 35541"/>
                        <a:gd name="connsiteY4" fmla="*/ 14028 h 290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41" h="29076">
                          <a:moveTo>
                            <a:pt x="54" y="14028"/>
                          </a:moveTo>
                          <a:cubicBezTo>
                            <a:pt x="721" y="5741"/>
                            <a:pt x="9293" y="-451"/>
                            <a:pt x="19104" y="26"/>
                          </a:cubicBezTo>
                          <a:cubicBezTo>
                            <a:pt x="28915" y="502"/>
                            <a:pt x="36249" y="7074"/>
                            <a:pt x="35487" y="14885"/>
                          </a:cubicBezTo>
                          <a:cubicBezTo>
                            <a:pt x="34630" y="22695"/>
                            <a:pt x="26438" y="29077"/>
                            <a:pt x="16627" y="29077"/>
                          </a:cubicBezTo>
                          <a:cubicBezTo>
                            <a:pt x="6721" y="29077"/>
                            <a:pt x="-708" y="22314"/>
                            <a:pt x="54" y="1402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5" name="Forme libre : forme 1424">
                      <a:extLst>
                        <a:ext uri="{FF2B5EF4-FFF2-40B4-BE49-F238E27FC236}">
                          <a16:creationId xmlns:a16="http://schemas.microsoft.com/office/drawing/2014/main" id="{DCFA17C7-1B5B-4BC6-A3E3-F6F7C0B087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6431" y="3801225"/>
                      <a:ext cx="35519" cy="21933"/>
                    </a:xfrm>
                    <a:custGeom>
                      <a:avLst/>
                      <a:gdLst>
                        <a:gd name="connsiteX0" fmla="*/ 17558 w 35519"/>
                        <a:gd name="connsiteY0" fmla="*/ 14218 h 21933"/>
                        <a:gd name="connsiteX1" fmla="*/ 32322 w 35519"/>
                        <a:gd name="connsiteY1" fmla="*/ 21933 h 21933"/>
                        <a:gd name="connsiteX2" fmla="*/ 35465 w 35519"/>
                        <a:gd name="connsiteY2" fmla="*/ 14885 h 21933"/>
                        <a:gd name="connsiteX3" fmla="*/ 19082 w 35519"/>
                        <a:gd name="connsiteY3" fmla="*/ 26 h 21933"/>
                        <a:gd name="connsiteX4" fmla="*/ 32 w 35519"/>
                        <a:gd name="connsiteY4" fmla="*/ 14028 h 21933"/>
                        <a:gd name="connsiteX5" fmla="*/ 1651 w 35519"/>
                        <a:gd name="connsiteY5" fmla="*/ 21266 h 21933"/>
                        <a:gd name="connsiteX6" fmla="*/ 17558 w 35519"/>
                        <a:gd name="connsiteY6" fmla="*/ 14218 h 21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19" h="21933">
                          <a:moveTo>
                            <a:pt x="17558" y="14218"/>
                          </a:moveTo>
                          <a:cubicBezTo>
                            <a:pt x="24226" y="14408"/>
                            <a:pt x="29655" y="17552"/>
                            <a:pt x="32322" y="21933"/>
                          </a:cubicBezTo>
                          <a:cubicBezTo>
                            <a:pt x="34036" y="19838"/>
                            <a:pt x="35180" y="17456"/>
                            <a:pt x="35465" y="14885"/>
                          </a:cubicBezTo>
                          <a:cubicBezTo>
                            <a:pt x="36227" y="7074"/>
                            <a:pt x="28893" y="502"/>
                            <a:pt x="19082" y="26"/>
                          </a:cubicBezTo>
                          <a:cubicBezTo>
                            <a:pt x="9272" y="-451"/>
                            <a:pt x="794" y="5741"/>
                            <a:pt x="32" y="14028"/>
                          </a:cubicBezTo>
                          <a:cubicBezTo>
                            <a:pt x="-158" y="16599"/>
                            <a:pt x="508" y="19076"/>
                            <a:pt x="1651" y="21266"/>
                          </a:cubicBezTo>
                          <a:cubicBezTo>
                            <a:pt x="5081" y="16885"/>
                            <a:pt x="10986" y="14028"/>
                            <a:pt x="17558" y="1421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6" name="Forme libre : forme 1425">
                      <a:extLst>
                        <a:ext uri="{FF2B5EF4-FFF2-40B4-BE49-F238E27FC236}">
                          <a16:creationId xmlns:a16="http://schemas.microsoft.com/office/drawing/2014/main" id="{E9AF132C-20FA-4937-81B4-B1A9BD868B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9548" y="3811086"/>
                      <a:ext cx="15164" cy="13814"/>
                    </a:xfrm>
                    <a:custGeom>
                      <a:avLst/>
                      <a:gdLst>
                        <a:gd name="connsiteX0" fmla="*/ 725 w 15164"/>
                        <a:gd name="connsiteY0" fmla="*/ 9500 h 13814"/>
                        <a:gd name="connsiteX1" fmla="*/ 4345 w 15164"/>
                        <a:gd name="connsiteY1" fmla="*/ 451 h 13814"/>
                        <a:gd name="connsiteX2" fmla="*/ 14441 w 15164"/>
                        <a:gd name="connsiteY2" fmla="*/ 4357 h 13814"/>
                        <a:gd name="connsiteX3" fmla="*/ 10726 w 15164"/>
                        <a:gd name="connsiteY3" fmla="*/ 13310 h 13814"/>
                        <a:gd name="connsiteX4" fmla="*/ 725 w 15164"/>
                        <a:gd name="connsiteY4" fmla="*/ 9500 h 138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64" h="13814">
                          <a:moveTo>
                            <a:pt x="725" y="9500"/>
                          </a:moveTo>
                          <a:cubicBezTo>
                            <a:pt x="-1085" y="5881"/>
                            <a:pt x="630" y="1880"/>
                            <a:pt x="4345" y="451"/>
                          </a:cubicBezTo>
                          <a:cubicBezTo>
                            <a:pt x="8155" y="-882"/>
                            <a:pt x="12631" y="832"/>
                            <a:pt x="14441" y="4357"/>
                          </a:cubicBezTo>
                          <a:cubicBezTo>
                            <a:pt x="16251" y="7881"/>
                            <a:pt x="14536" y="11786"/>
                            <a:pt x="10726" y="13310"/>
                          </a:cubicBezTo>
                          <a:cubicBezTo>
                            <a:pt x="6916" y="14739"/>
                            <a:pt x="2440" y="13024"/>
                            <a:pt x="725" y="950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27" name="Forme libre : forme 1426">
                      <a:extLst>
                        <a:ext uri="{FF2B5EF4-FFF2-40B4-BE49-F238E27FC236}">
                          <a16:creationId xmlns:a16="http://schemas.microsoft.com/office/drawing/2014/main" id="{8ED28061-5CF4-4509-88D1-3AC5FD9FF6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9126" y="3819634"/>
                      <a:ext cx="5834" cy="4857"/>
                    </a:xfrm>
                    <a:custGeom>
                      <a:avLst/>
                      <a:gdLst>
                        <a:gd name="connsiteX0" fmla="*/ 5 w 5834"/>
                        <a:gd name="connsiteY0" fmla="*/ 2381 h 4857"/>
                        <a:gd name="connsiteX1" fmla="*/ 3148 w 5834"/>
                        <a:gd name="connsiteY1" fmla="*/ 0 h 4857"/>
                        <a:gd name="connsiteX2" fmla="*/ 5816 w 5834"/>
                        <a:gd name="connsiteY2" fmla="*/ 2477 h 4857"/>
                        <a:gd name="connsiteX3" fmla="*/ 2672 w 5834"/>
                        <a:gd name="connsiteY3" fmla="*/ 4858 h 4857"/>
                        <a:gd name="connsiteX4" fmla="*/ 5 w 5834"/>
                        <a:gd name="connsiteY4" fmla="*/ 2381 h 4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4" h="4857">
                          <a:moveTo>
                            <a:pt x="5" y="2381"/>
                          </a:moveTo>
                          <a:cubicBezTo>
                            <a:pt x="101" y="1048"/>
                            <a:pt x="1529" y="0"/>
                            <a:pt x="3148" y="0"/>
                          </a:cubicBezTo>
                          <a:cubicBezTo>
                            <a:pt x="4768" y="0"/>
                            <a:pt x="6006" y="1143"/>
                            <a:pt x="5816" y="2477"/>
                          </a:cubicBezTo>
                          <a:cubicBezTo>
                            <a:pt x="5720" y="3810"/>
                            <a:pt x="4292" y="4858"/>
                            <a:pt x="2672" y="4858"/>
                          </a:cubicBezTo>
                          <a:cubicBezTo>
                            <a:pt x="1148" y="4763"/>
                            <a:pt x="-90" y="3715"/>
                            <a:pt x="5" y="238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28" name="Graphique 15">
                    <a:extLst>
                      <a:ext uri="{FF2B5EF4-FFF2-40B4-BE49-F238E27FC236}">
                        <a16:creationId xmlns:a16="http://schemas.microsoft.com/office/drawing/2014/main" id="{588B0AE3-74E0-4EE9-8BA3-F95A300D4873}"/>
                      </a:ext>
                    </a:extLst>
                  </p:cNvPr>
                  <p:cNvGrpSpPr/>
                  <p:nvPr/>
                </p:nvGrpSpPr>
                <p:grpSpPr>
                  <a:xfrm>
                    <a:off x="9634231" y="3778405"/>
                    <a:ext cx="35654" cy="29815"/>
                    <a:chOff x="9634231" y="3778405"/>
                    <a:chExt cx="35654" cy="29815"/>
                  </a:xfrm>
                  <a:solidFill>
                    <a:schemeClr val="accent1"/>
                  </a:solidFill>
                </p:grpSpPr>
                <p:sp>
                  <p:nvSpPr>
                    <p:cNvPr id="1429" name="Forme libre : forme 1428">
                      <a:extLst>
                        <a:ext uri="{FF2B5EF4-FFF2-40B4-BE49-F238E27FC236}">
                          <a16:creationId xmlns:a16="http://schemas.microsoft.com/office/drawing/2014/main" id="{05D507F8-B96E-4529-93CD-C54FB5BAB2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34285" y="3778405"/>
                      <a:ext cx="35601" cy="29815"/>
                    </a:xfrm>
                    <a:custGeom>
                      <a:avLst/>
                      <a:gdLst>
                        <a:gd name="connsiteX0" fmla="*/ 81 w 35601"/>
                        <a:gd name="connsiteY0" fmla="*/ 13796 h 29815"/>
                        <a:gd name="connsiteX1" fmla="*/ 19797 w 35601"/>
                        <a:gd name="connsiteY1" fmla="*/ 80 h 29815"/>
                        <a:gd name="connsiteX2" fmla="*/ 35514 w 35601"/>
                        <a:gd name="connsiteY2" fmla="*/ 15987 h 29815"/>
                        <a:gd name="connsiteX3" fmla="*/ 16464 w 35601"/>
                        <a:gd name="connsiteY3" fmla="*/ 29798 h 29815"/>
                        <a:gd name="connsiteX4" fmla="*/ 81 w 35601"/>
                        <a:gd name="connsiteY4" fmla="*/ 13796 h 29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01" h="29815">
                          <a:moveTo>
                            <a:pt x="81" y="13796"/>
                          </a:moveTo>
                          <a:cubicBezTo>
                            <a:pt x="1223" y="5319"/>
                            <a:pt x="10082" y="-777"/>
                            <a:pt x="19797" y="80"/>
                          </a:cubicBezTo>
                          <a:cubicBezTo>
                            <a:pt x="29608" y="938"/>
                            <a:pt x="36466" y="8081"/>
                            <a:pt x="35514" y="15987"/>
                          </a:cubicBezTo>
                          <a:cubicBezTo>
                            <a:pt x="34847" y="23988"/>
                            <a:pt x="26274" y="30179"/>
                            <a:pt x="16464" y="29798"/>
                          </a:cubicBezTo>
                          <a:cubicBezTo>
                            <a:pt x="6748" y="29513"/>
                            <a:pt x="-872" y="22274"/>
                            <a:pt x="81" y="1379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0" name="Forme libre : forme 1429">
                      <a:extLst>
                        <a:ext uri="{FF2B5EF4-FFF2-40B4-BE49-F238E27FC236}">
                          <a16:creationId xmlns:a16="http://schemas.microsoft.com/office/drawing/2014/main" id="{EEA400F2-16A5-4FB8-866F-CFCE3D32A6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34231" y="3778405"/>
                      <a:ext cx="35654" cy="23035"/>
                    </a:xfrm>
                    <a:custGeom>
                      <a:avLst/>
                      <a:gdLst>
                        <a:gd name="connsiteX0" fmla="*/ 17755 w 35654"/>
                        <a:gd name="connsiteY0" fmla="*/ 14559 h 23035"/>
                        <a:gd name="connsiteX1" fmla="*/ 32519 w 35654"/>
                        <a:gd name="connsiteY1" fmla="*/ 23036 h 23035"/>
                        <a:gd name="connsiteX2" fmla="*/ 35567 w 35654"/>
                        <a:gd name="connsiteY2" fmla="*/ 15987 h 23035"/>
                        <a:gd name="connsiteX3" fmla="*/ 19850 w 35654"/>
                        <a:gd name="connsiteY3" fmla="*/ 80 h 23035"/>
                        <a:gd name="connsiteX4" fmla="*/ 134 w 35654"/>
                        <a:gd name="connsiteY4" fmla="*/ 13796 h 23035"/>
                        <a:gd name="connsiteX5" fmla="*/ 1753 w 35654"/>
                        <a:gd name="connsiteY5" fmla="*/ 21321 h 23035"/>
                        <a:gd name="connsiteX6" fmla="*/ 17755 w 35654"/>
                        <a:gd name="connsiteY6" fmla="*/ 14559 h 23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54" h="23035">
                          <a:moveTo>
                            <a:pt x="17755" y="14559"/>
                          </a:moveTo>
                          <a:cubicBezTo>
                            <a:pt x="24327" y="15035"/>
                            <a:pt x="29947" y="18464"/>
                            <a:pt x="32519" y="23036"/>
                          </a:cubicBezTo>
                          <a:cubicBezTo>
                            <a:pt x="34233" y="20940"/>
                            <a:pt x="35376" y="18559"/>
                            <a:pt x="35567" y="15987"/>
                          </a:cubicBezTo>
                          <a:cubicBezTo>
                            <a:pt x="36519" y="7986"/>
                            <a:pt x="29661" y="938"/>
                            <a:pt x="19850" y="80"/>
                          </a:cubicBezTo>
                          <a:cubicBezTo>
                            <a:pt x="10040" y="-777"/>
                            <a:pt x="1277" y="5319"/>
                            <a:pt x="134" y="13796"/>
                          </a:cubicBezTo>
                          <a:cubicBezTo>
                            <a:pt x="-343" y="16463"/>
                            <a:pt x="515" y="19035"/>
                            <a:pt x="1753" y="21321"/>
                          </a:cubicBezTo>
                          <a:cubicBezTo>
                            <a:pt x="5087" y="16844"/>
                            <a:pt x="11183" y="14177"/>
                            <a:pt x="17755" y="145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1" name="Forme libre : forme 1430">
                      <a:extLst>
                        <a:ext uri="{FF2B5EF4-FFF2-40B4-BE49-F238E27FC236}">
                          <a16:creationId xmlns:a16="http://schemas.microsoft.com/office/drawing/2014/main" id="{66F17F79-1677-4ED3-B30F-50DBDCAA2B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37349" y="3788310"/>
                      <a:ext cx="15146" cy="14222"/>
                    </a:xfrm>
                    <a:custGeom>
                      <a:avLst/>
                      <a:gdLst>
                        <a:gd name="connsiteX0" fmla="*/ 731 w 15146"/>
                        <a:gd name="connsiteY0" fmla="*/ 9511 h 14222"/>
                        <a:gd name="connsiteX1" fmla="*/ 4636 w 15146"/>
                        <a:gd name="connsiteY1" fmla="*/ 367 h 14222"/>
                        <a:gd name="connsiteX2" fmla="*/ 14447 w 15146"/>
                        <a:gd name="connsiteY2" fmla="*/ 4749 h 14222"/>
                        <a:gd name="connsiteX3" fmla="*/ 10827 w 15146"/>
                        <a:gd name="connsiteY3" fmla="*/ 13798 h 14222"/>
                        <a:gd name="connsiteX4" fmla="*/ 731 w 15146"/>
                        <a:gd name="connsiteY4" fmla="*/ 9511 h 14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46" h="14222">
                          <a:moveTo>
                            <a:pt x="731" y="9511"/>
                          </a:moveTo>
                          <a:cubicBezTo>
                            <a:pt x="-1174" y="5797"/>
                            <a:pt x="826" y="1606"/>
                            <a:pt x="4636" y="367"/>
                          </a:cubicBezTo>
                          <a:cubicBezTo>
                            <a:pt x="8446" y="-871"/>
                            <a:pt x="12923" y="1129"/>
                            <a:pt x="14447" y="4749"/>
                          </a:cubicBezTo>
                          <a:cubicBezTo>
                            <a:pt x="16161" y="8464"/>
                            <a:pt x="14637" y="12464"/>
                            <a:pt x="10827" y="13798"/>
                          </a:cubicBezTo>
                          <a:cubicBezTo>
                            <a:pt x="7113" y="15131"/>
                            <a:pt x="2540" y="13226"/>
                            <a:pt x="731" y="951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2" name="Forme libre : forme 1431">
                      <a:extLst>
                        <a:ext uri="{FF2B5EF4-FFF2-40B4-BE49-F238E27FC236}">
                          <a16:creationId xmlns:a16="http://schemas.microsoft.com/office/drawing/2014/main" id="{941FDFDC-DBB8-4259-8592-603671664A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47028" y="3797339"/>
                      <a:ext cx="5915" cy="4869"/>
                    </a:xfrm>
                    <a:custGeom>
                      <a:avLst/>
                      <a:gdLst>
                        <a:gd name="connsiteX0" fmla="*/ 5 w 5915"/>
                        <a:gd name="connsiteY0" fmla="*/ 2292 h 4869"/>
                        <a:gd name="connsiteX1" fmla="*/ 3149 w 5915"/>
                        <a:gd name="connsiteY1" fmla="*/ 6 h 4869"/>
                        <a:gd name="connsiteX2" fmla="*/ 5911 w 5915"/>
                        <a:gd name="connsiteY2" fmla="*/ 2578 h 4869"/>
                        <a:gd name="connsiteX3" fmla="*/ 2767 w 5915"/>
                        <a:gd name="connsiteY3" fmla="*/ 4864 h 4869"/>
                        <a:gd name="connsiteX4" fmla="*/ 5 w 5915"/>
                        <a:gd name="connsiteY4" fmla="*/ 2292 h 4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5" h="4869">
                          <a:moveTo>
                            <a:pt x="5" y="2292"/>
                          </a:moveTo>
                          <a:cubicBezTo>
                            <a:pt x="100" y="959"/>
                            <a:pt x="1529" y="-89"/>
                            <a:pt x="3149" y="6"/>
                          </a:cubicBezTo>
                          <a:cubicBezTo>
                            <a:pt x="4768" y="101"/>
                            <a:pt x="6006" y="1244"/>
                            <a:pt x="5911" y="2578"/>
                          </a:cubicBezTo>
                          <a:cubicBezTo>
                            <a:pt x="5816" y="3911"/>
                            <a:pt x="4387" y="4959"/>
                            <a:pt x="2767" y="4864"/>
                          </a:cubicBezTo>
                          <a:cubicBezTo>
                            <a:pt x="1148" y="4769"/>
                            <a:pt x="-90" y="3626"/>
                            <a:pt x="5" y="22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33" name="Graphique 15">
                  <a:extLst>
                    <a:ext uri="{FF2B5EF4-FFF2-40B4-BE49-F238E27FC236}">
                      <a16:creationId xmlns:a16="http://schemas.microsoft.com/office/drawing/2014/main" id="{45B70285-0139-4DC4-9B0A-6BCEBA4DC402}"/>
                    </a:ext>
                  </a:extLst>
                </p:cNvPr>
                <p:cNvGrpSpPr/>
                <p:nvPr/>
              </p:nvGrpSpPr>
              <p:grpSpPr>
                <a:xfrm>
                  <a:off x="9514340" y="3773933"/>
                  <a:ext cx="87994" cy="77467"/>
                  <a:chOff x="9514340" y="3773933"/>
                  <a:chExt cx="87994" cy="77467"/>
                </a:xfrm>
                <a:solidFill>
                  <a:schemeClr val="accent1"/>
                </a:solidFill>
              </p:grpSpPr>
              <p:grpSp>
                <p:nvGrpSpPr>
                  <p:cNvPr id="1434" name="Graphique 15">
                    <a:extLst>
                      <a:ext uri="{FF2B5EF4-FFF2-40B4-BE49-F238E27FC236}">
                        <a16:creationId xmlns:a16="http://schemas.microsoft.com/office/drawing/2014/main" id="{4E102D67-432F-4C78-8E04-F92CC5B02E4E}"/>
                      </a:ext>
                    </a:extLst>
                  </p:cNvPr>
                  <p:cNvGrpSpPr/>
                  <p:nvPr/>
                </p:nvGrpSpPr>
                <p:grpSpPr>
                  <a:xfrm>
                    <a:off x="9566806" y="3818373"/>
                    <a:ext cx="35528" cy="33026"/>
                    <a:chOff x="9566806" y="3818373"/>
                    <a:chExt cx="35528" cy="33026"/>
                  </a:xfrm>
                  <a:solidFill>
                    <a:schemeClr val="accent1"/>
                  </a:solidFill>
                </p:grpSpPr>
                <p:sp>
                  <p:nvSpPr>
                    <p:cNvPr id="1435" name="Forme libre : forme 1434">
                      <a:extLst>
                        <a:ext uri="{FF2B5EF4-FFF2-40B4-BE49-F238E27FC236}">
                          <a16:creationId xmlns:a16="http://schemas.microsoft.com/office/drawing/2014/main" id="{2990FA95-D3C2-4F22-9FAF-FEEF86C1DB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6806" y="3818469"/>
                      <a:ext cx="35528" cy="32931"/>
                    </a:xfrm>
                    <a:custGeom>
                      <a:avLst/>
                      <a:gdLst>
                        <a:gd name="connsiteX0" fmla="*/ 789 w 35528"/>
                        <a:gd name="connsiteY0" fmla="*/ 21644 h 32931"/>
                        <a:gd name="connsiteX1" fmla="*/ 12886 w 35528"/>
                        <a:gd name="connsiteY1" fmla="*/ 689 h 32931"/>
                        <a:gd name="connsiteX2" fmla="*/ 34793 w 35528"/>
                        <a:gd name="connsiteY2" fmla="*/ 11452 h 32931"/>
                        <a:gd name="connsiteX3" fmla="*/ 23363 w 35528"/>
                        <a:gd name="connsiteY3" fmla="*/ 32026 h 32931"/>
                        <a:gd name="connsiteX4" fmla="*/ 789 w 35528"/>
                        <a:gd name="connsiteY4" fmla="*/ 21644 h 329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28" h="32931">
                          <a:moveTo>
                            <a:pt x="789" y="21644"/>
                          </a:moveTo>
                          <a:cubicBezTo>
                            <a:pt x="-2164" y="12786"/>
                            <a:pt x="3456" y="3261"/>
                            <a:pt x="12886" y="689"/>
                          </a:cubicBezTo>
                          <a:cubicBezTo>
                            <a:pt x="22316" y="-1883"/>
                            <a:pt x="32222" y="2975"/>
                            <a:pt x="34793" y="11452"/>
                          </a:cubicBezTo>
                          <a:cubicBezTo>
                            <a:pt x="37460" y="19929"/>
                            <a:pt x="32698" y="28978"/>
                            <a:pt x="23363" y="32026"/>
                          </a:cubicBezTo>
                          <a:cubicBezTo>
                            <a:pt x="14029" y="34979"/>
                            <a:pt x="3932" y="30502"/>
                            <a:pt x="789" y="2164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6" name="Forme libre : forme 1435">
                      <a:extLst>
                        <a:ext uri="{FF2B5EF4-FFF2-40B4-BE49-F238E27FC236}">
                          <a16:creationId xmlns:a16="http://schemas.microsoft.com/office/drawing/2014/main" id="{A1EA5399-1E7D-48E8-998E-09DBC29101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6806" y="3818373"/>
                      <a:ext cx="35477" cy="28597"/>
                    </a:xfrm>
                    <a:custGeom>
                      <a:avLst/>
                      <a:gdLst>
                        <a:gd name="connsiteX0" fmla="*/ 17458 w 35477"/>
                        <a:gd name="connsiteY0" fmla="*/ 16215 h 28597"/>
                        <a:gd name="connsiteX1" fmla="*/ 35079 w 35477"/>
                        <a:gd name="connsiteY1" fmla="*/ 19739 h 28597"/>
                        <a:gd name="connsiteX2" fmla="*/ 34793 w 35477"/>
                        <a:gd name="connsiteY2" fmla="*/ 11452 h 28597"/>
                        <a:gd name="connsiteX3" fmla="*/ 12886 w 35477"/>
                        <a:gd name="connsiteY3" fmla="*/ 689 h 28597"/>
                        <a:gd name="connsiteX4" fmla="*/ 789 w 35477"/>
                        <a:gd name="connsiteY4" fmla="*/ 21644 h 28597"/>
                        <a:gd name="connsiteX5" fmla="*/ 5742 w 35477"/>
                        <a:gd name="connsiteY5" fmla="*/ 28597 h 28597"/>
                        <a:gd name="connsiteX6" fmla="*/ 17458 w 35477"/>
                        <a:gd name="connsiteY6" fmla="*/ 16215 h 285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77" h="28597">
                          <a:moveTo>
                            <a:pt x="17458" y="16215"/>
                          </a:moveTo>
                          <a:cubicBezTo>
                            <a:pt x="23840" y="14310"/>
                            <a:pt x="30412" y="15929"/>
                            <a:pt x="35079" y="19739"/>
                          </a:cubicBezTo>
                          <a:cubicBezTo>
                            <a:pt x="35651" y="17072"/>
                            <a:pt x="35651" y="14310"/>
                            <a:pt x="34793" y="11452"/>
                          </a:cubicBezTo>
                          <a:cubicBezTo>
                            <a:pt x="32126" y="2975"/>
                            <a:pt x="22316" y="-1883"/>
                            <a:pt x="12886" y="689"/>
                          </a:cubicBezTo>
                          <a:cubicBezTo>
                            <a:pt x="3456" y="3260"/>
                            <a:pt x="-2164" y="12785"/>
                            <a:pt x="789" y="21644"/>
                          </a:cubicBezTo>
                          <a:cubicBezTo>
                            <a:pt x="1837" y="24406"/>
                            <a:pt x="3551" y="26787"/>
                            <a:pt x="5742" y="28597"/>
                          </a:cubicBezTo>
                          <a:cubicBezTo>
                            <a:pt x="6980" y="22977"/>
                            <a:pt x="11171" y="18119"/>
                            <a:pt x="17458" y="1621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7" name="Forme libre : forme 1436">
                      <a:extLst>
                        <a:ext uri="{FF2B5EF4-FFF2-40B4-BE49-F238E27FC236}">
                          <a16:creationId xmlns:a16="http://schemas.microsoft.com/office/drawing/2014/main" id="{8DFD99E0-54BB-4458-B332-BAF84AFBFB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0910" y="3832091"/>
                      <a:ext cx="16040" cy="14901"/>
                    </a:xfrm>
                    <a:custGeom>
                      <a:avLst/>
                      <a:gdLst>
                        <a:gd name="connsiteX0" fmla="*/ 2781 w 16040"/>
                        <a:gd name="connsiteY0" fmla="*/ 12308 h 14901"/>
                        <a:gd name="connsiteX1" fmla="*/ 2114 w 16040"/>
                        <a:gd name="connsiteY1" fmla="*/ 1735 h 14901"/>
                        <a:gd name="connsiteX2" fmla="*/ 13354 w 16040"/>
                        <a:gd name="connsiteY2" fmla="*/ 2688 h 14901"/>
                        <a:gd name="connsiteX3" fmla="*/ 14116 w 16040"/>
                        <a:gd name="connsiteY3" fmla="*/ 13165 h 14901"/>
                        <a:gd name="connsiteX4" fmla="*/ 2781 w 16040"/>
                        <a:gd name="connsiteY4" fmla="*/ 12308 h 14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40" h="14901">
                          <a:moveTo>
                            <a:pt x="2781" y="12308"/>
                          </a:moveTo>
                          <a:cubicBezTo>
                            <a:pt x="-553" y="9165"/>
                            <a:pt x="-1029" y="4402"/>
                            <a:pt x="2114" y="1735"/>
                          </a:cubicBezTo>
                          <a:cubicBezTo>
                            <a:pt x="5162" y="-932"/>
                            <a:pt x="10211" y="-455"/>
                            <a:pt x="13354" y="2688"/>
                          </a:cubicBezTo>
                          <a:cubicBezTo>
                            <a:pt x="16592" y="5831"/>
                            <a:pt x="16973" y="10403"/>
                            <a:pt x="14116" y="13165"/>
                          </a:cubicBezTo>
                          <a:cubicBezTo>
                            <a:pt x="11163" y="15737"/>
                            <a:pt x="6115" y="15451"/>
                            <a:pt x="2781" y="1230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38" name="Forme libre : forme 1437">
                      <a:extLst>
                        <a:ext uri="{FF2B5EF4-FFF2-40B4-BE49-F238E27FC236}">
                          <a16:creationId xmlns:a16="http://schemas.microsoft.com/office/drawing/2014/main" id="{98582E8A-E3BC-45B9-84C1-DE5C9C3F38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2598" y="3839399"/>
                      <a:ext cx="5806" cy="5426"/>
                    </a:xfrm>
                    <a:custGeom>
                      <a:avLst/>
                      <a:gdLst>
                        <a:gd name="connsiteX0" fmla="*/ 141 w 5806"/>
                        <a:gd name="connsiteY0" fmla="*/ 3571 h 5426"/>
                        <a:gd name="connsiteX1" fmla="*/ 1951 w 5806"/>
                        <a:gd name="connsiteY1" fmla="*/ 142 h 5426"/>
                        <a:gd name="connsiteX2" fmla="*/ 5666 w 5806"/>
                        <a:gd name="connsiteY2" fmla="*/ 1856 h 5426"/>
                        <a:gd name="connsiteX3" fmla="*/ 3856 w 5806"/>
                        <a:gd name="connsiteY3" fmla="*/ 5285 h 5426"/>
                        <a:gd name="connsiteX4" fmla="*/ 141 w 5806"/>
                        <a:gd name="connsiteY4" fmla="*/ 3571 h 54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6" h="5426">
                          <a:moveTo>
                            <a:pt x="141" y="3571"/>
                          </a:moveTo>
                          <a:cubicBezTo>
                            <a:pt x="-335" y="2142"/>
                            <a:pt x="427" y="618"/>
                            <a:pt x="1951" y="142"/>
                          </a:cubicBezTo>
                          <a:cubicBezTo>
                            <a:pt x="3475" y="-334"/>
                            <a:pt x="5189" y="427"/>
                            <a:pt x="5666" y="1856"/>
                          </a:cubicBezTo>
                          <a:cubicBezTo>
                            <a:pt x="6142" y="3285"/>
                            <a:pt x="5380" y="4809"/>
                            <a:pt x="3856" y="5285"/>
                          </a:cubicBezTo>
                          <a:cubicBezTo>
                            <a:pt x="2332" y="5761"/>
                            <a:pt x="712" y="5000"/>
                            <a:pt x="141" y="357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39" name="Graphique 15">
                    <a:extLst>
                      <a:ext uri="{FF2B5EF4-FFF2-40B4-BE49-F238E27FC236}">
                        <a16:creationId xmlns:a16="http://schemas.microsoft.com/office/drawing/2014/main" id="{ED19DF60-A469-4EBE-A5C4-C96E9CD0D0A9}"/>
                      </a:ext>
                    </a:extLst>
                  </p:cNvPr>
                  <p:cNvGrpSpPr/>
                  <p:nvPr/>
                </p:nvGrpSpPr>
                <p:grpSpPr>
                  <a:xfrm>
                    <a:off x="9544119" y="3792726"/>
                    <a:ext cx="35671" cy="33852"/>
                    <a:chOff x="9544119" y="3792726"/>
                    <a:chExt cx="35671" cy="33852"/>
                  </a:xfrm>
                  <a:solidFill>
                    <a:schemeClr val="accent1"/>
                  </a:solidFill>
                </p:grpSpPr>
                <p:sp>
                  <p:nvSpPr>
                    <p:cNvPr id="1440" name="Forme libre : forme 1439">
                      <a:extLst>
                        <a:ext uri="{FF2B5EF4-FFF2-40B4-BE49-F238E27FC236}">
                          <a16:creationId xmlns:a16="http://schemas.microsoft.com/office/drawing/2014/main" id="{BDD4AA87-62C6-42AF-8D2B-FD3E5049BF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4119" y="3792726"/>
                      <a:ext cx="35671" cy="33852"/>
                    </a:xfrm>
                    <a:custGeom>
                      <a:avLst/>
                      <a:gdLst>
                        <a:gd name="connsiteX0" fmla="*/ 711 w 35671"/>
                        <a:gd name="connsiteY0" fmla="*/ 21573 h 33852"/>
                        <a:gd name="connsiteX1" fmla="*/ 13189 w 35671"/>
                        <a:gd name="connsiteY1" fmla="*/ 523 h 33852"/>
                        <a:gd name="connsiteX2" fmla="*/ 35001 w 35671"/>
                        <a:gd name="connsiteY2" fmla="*/ 12430 h 33852"/>
                        <a:gd name="connsiteX3" fmla="*/ 22714 w 35671"/>
                        <a:gd name="connsiteY3" fmla="*/ 33099 h 33852"/>
                        <a:gd name="connsiteX4" fmla="*/ 711 w 35671"/>
                        <a:gd name="connsiteY4" fmla="*/ 21573 h 33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71" h="33852">
                          <a:moveTo>
                            <a:pt x="711" y="21573"/>
                          </a:moveTo>
                          <a:cubicBezTo>
                            <a:pt x="-2051" y="12334"/>
                            <a:pt x="3473" y="2809"/>
                            <a:pt x="13189" y="523"/>
                          </a:cubicBezTo>
                          <a:cubicBezTo>
                            <a:pt x="22809" y="-1763"/>
                            <a:pt x="32143" y="3666"/>
                            <a:pt x="35001" y="12430"/>
                          </a:cubicBezTo>
                          <a:cubicBezTo>
                            <a:pt x="37668" y="21192"/>
                            <a:pt x="32143" y="30336"/>
                            <a:pt x="22714" y="33099"/>
                          </a:cubicBezTo>
                          <a:cubicBezTo>
                            <a:pt x="13284" y="35861"/>
                            <a:pt x="3473" y="30813"/>
                            <a:pt x="711" y="2157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1" name="Forme libre : forme 1440">
                      <a:extLst>
                        <a:ext uri="{FF2B5EF4-FFF2-40B4-BE49-F238E27FC236}">
                          <a16:creationId xmlns:a16="http://schemas.microsoft.com/office/drawing/2014/main" id="{257F2639-0900-410D-B80C-38BB625EE5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4119" y="3792726"/>
                      <a:ext cx="35656" cy="28907"/>
                    </a:xfrm>
                    <a:custGeom>
                      <a:avLst/>
                      <a:gdLst>
                        <a:gd name="connsiteX0" fmla="*/ 17665 w 35656"/>
                        <a:gd name="connsiteY0" fmla="*/ 16621 h 28907"/>
                        <a:gd name="connsiteX1" fmla="*/ 35096 w 35656"/>
                        <a:gd name="connsiteY1" fmla="*/ 20907 h 28907"/>
                        <a:gd name="connsiteX2" fmla="*/ 35001 w 35656"/>
                        <a:gd name="connsiteY2" fmla="*/ 12430 h 28907"/>
                        <a:gd name="connsiteX3" fmla="*/ 13189 w 35656"/>
                        <a:gd name="connsiteY3" fmla="*/ 523 h 28907"/>
                        <a:gd name="connsiteX4" fmla="*/ 711 w 35656"/>
                        <a:gd name="connsiteY4" fmla="*/ 21573 h 28907"/>
                        <a:gd name="connsiteX5" fmla="*/ 5283 w 35656"/>
                        <a:gd name="connsiteY5" fmla="*/ 28908 h 28907"/>
                        <a:gd name="connsiteX6" fmla="*/ 17665 w 35656"/>
                        <a:gd name="connsiteY6" fmla="*/ 16621 h 28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56" h="28907">
                          <a:moveTo>
                            <a:pt x="17665" y="16621"/>
                          </a:moveTo>
                          <a:cubicBezTo>
                            <a:pt x="24142" y="14906"/>
                            <a:pt x="30715" y="16811"/>
                            <a:pt x="35096" y="20907"/>
                          </a:cubicBezTo>
                          <a:cubicBezTo>
                            <a:pt x="35858" y="18144"/>
                            <a:pt x="35858" y="15287"/>
                            <a:pt x="35001" y="12430"/>
                          </a:cubicBezTo>
                          <a:cubicBezTo>
                            <a:pt x="32143" y="3666"/>
                            <a:pt x="22904" y="-1763"/>
                            <a:pt x="13189" y="523"/>
                          </a:cubicBezTo>
                          <a:cubicBezTo>
                            <a:pt x="3473" y="2809"/>
                            <a:pt x="-2051" y="12334"/>
                            <a:pt x="711" y="21573"/>
                          </a:cubicBezTo>
                          <a:cubicBezTo>
                            <a:pt x="1568" y="24526"/>
                            <a:pt x="3187" y="27003"/>
                            <a:pt x="5283" y="28908"/>
                          </a:cubicBezTo>
                          <a:cubicBezTo>
                            <a:pt x="6807" y="23098"/>
                            <a:pt x="11283" y="18240"/>
                            <a:pt x="17665" y="166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2" name="Forme libre : forme 1441">
                      <a:extLst>
                        <a:ext uri="{FF2B5EF4-FFF2-40B4-BE49-F238E27FC236}">
                          <a16:creationId xmlns:a16="http://schemas.microsoft.com/office/drawing/2014/main" id="{676FE553-DD6E-41A7-8320-C6167FFFC3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8267" y="3806463"/>
                      <a:ext cx="15852" cy="15384"/>
                    </a:xfrm>
                    <a:custGeom>
                      <a:avLst/>
                      <a:gdLst>
                        <a:gd name="connsiteX0" fmla="*/ 2468 w 15852"/>
                        <a:gd name="connsiteY0" fmla="*/ 12504 h 15384"/>
                        <a:gd name="connsiteX1" fmla="*/ 2182 w 15852"/>
                        <a:gd name="connsiteY1" fmla="*/ 1646 h 15384"/>
                        <a:gd name="connsiteX2" fmla="*/ 13422 w 15852"/>
                        <a:gd name="connsiteY2" fmla="*/ 2979 h 15384"/>
                        <a:gd name="connsiteX3" fmla="*/ 13708 w 15852"/>
                        <a:gd name="connsiteY3" fmla="*/ 13742 h 15384"/>
                        <a:gd name="connsiteX4" fmla="*/ 2468 w 15852"/>
                        <a:gd name="connsiteY4" fmla="*/ 12504 h 15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52" h="15384">
                          <a:moveTo>
                            <a:pt x="2468" y="12504"/>
                          </a:moveTo>
                          <a:cubicBezTo>
                            <a:pt x="-675" y="9170"/>
                            <a:pt x="-866" y="4217"/>
                            <a:pt x="2182" y="1646"/>
                          </a:cubicBezTo>
                          <a:cubicBezTo>
                            <a:pt x="5230" y="-1021"/>
                            <a:pt x="10279" y="-355"/>
                            <a:pt x="13422" y="2979"/>
                          </a:cubicBezTo>
                          <a:cubicBezTo>
                            <a:pt x="16565" y="6313"/>
                            <a:pt x="16660" y="11075"/>
                            <a:pt x="13708" y="13742"/>
                          </a:cubicBezTo>
                          <a:cubicBezTo>
                            <a:pt x="10659" y="16314"/>
                            <a:pt x="5611" y="15838"/>
                            <a:pt x="2468" y="1250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3" name="Forme libre : forme 1442">
                      <a:extLst>
                        <a:ext uri="{FF2B5EF4-FFF2-40B4-BE49-F238E27FC236}">
                          <a16:creationId xmlns:a16="http://schemas.microsoft.com/office/drawing/2014/main" id="{91C5D77D-CE37-448B-8030-B6023E1594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59756" y="3814393"/>
                      <a:ext cx="5866" cy="5521"/>
                    </a:xfrm>
                    <a:custGeom>
                      <a:avLst/>
                      <a:gdLst>
                        <a:gd name="connsiteX0" fmla="*/ 123 w 5866"/>
                        <a:gd name="connsiteY0" fmla="*/ 3526 h 5521"/>
                        <a:gd name="connsiteX1" fmla="*/ 2123 w 5866"/>
                        <a:gd name="connsiteY1" fmla="*/ 97 h 5521"/>
                        <a:gd name="connsiteX2" fmla="*/ 5743 w 5866"/>
                        <a:gd name="connsiteY2" fmla="*/ 2002 h 5521"/>
                        <a:gd name="connsiteX3" fmla="*/ 3743 w 5866"/>
                        <a:gd name="connsiteY3" fmla="*/ 5431 h 5521"/>
                        <a:gd name="connsiteX4" fmla="*/ 123 w 5866"/>
                        <a:gd name="connsiteY4" fmla="*/ 3526 h 5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66" h="5521">
                          <a:moveTo>
                            <a:pt x="123" y="3526"/>
                          </a:moveTo>
                          <a:cubicBezTo>
                            <a:pt x="-353" y="2002"/>
                            <a:pt x="599" y="478"/>
                            <a:pt x="2123" y="97"/>
                          </a:cubicBezTo>
                          <a:cubicBezTo>
                            <a:pt x="3648" y="-284"/>
                            <a:pt x="5267" y="478"/>
                            <a:pt x="5743" y="2002"/>
                          </a:cubicBezTo>
                          <a:cubicBezTo>
                            <a:pt x="6219" y="3431"/>
                            <a:pt x="5267" y="5050"/>
                            <a:pt x="3743" y="5431"/>
                          </a:cubicBezTo>
                          <a:cubicBezTo>
                            <a:pt x="2123" y="5812"/>
                            <a:pt x="504" y="4955"/>
                            <a:pt x="123" y="35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44" name="Graphique 15">
                    <a:extLst>
                      <a:ext uri="{FF2B5EF4-FFF2-40B4-BE49-F238E27FC236}">
                        <a16:creationId xmlns:a16="http://schemas.microsoft.com/office/drawing/2014/main" id="{E082D4E5-56FC-4FDF-B23F-FC82A5C5D45A}"/>
                      </a:ext>
                    </a:extLst>
                  </p:cNvPr>
                  <p:cNvGrpSpPr/>
                  <p:nvPr/>
                </p:nvGrpSpPr>
                <p:grpSpPr>
                  <a:xfrm>
                    <a:off x="9514340" y="3773933"/>
                    <a:ext cx="35653" cy="35091"/>
                    <a:chOff x="9514340" y="3773933"/>
                    <a:chExt cx="35653" cy="35091"/>
                  </a:xfrm>
                  <a:solidFill>
                    <a:schemeClr val="accent1"/>
                  </a:solidFill>
                </p:grpSpPr>
                <p:sp>
                  <p:nvSpPr>
                    <p:cNvPr id="1445" name="Forme libre : forme 1444">
                      <a:extLst>
                        <a:ext uri="{FF2B5EF4-FFF2-40B4-BE49-F238E27FC236}">
                          <a16:creationId xmlns:a16="http://schemas.microsoft.com/office/drawing/2014/main" id="{DAD461AE-458A-4CFF-BF55-7C149E0BFD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14340" y="3773962"/>
                      <a:ext cx="35599" cy="35061"/>
                    </a:xfrm>
                    <a:custGeom>
                      <a:avLst/>
                      <a:gdLst>
                        <a:gd name="connsiteX0" fmla="*/ 486 w 35599"/>
                        <a:gd name="connsiteY0" fmla="*/ 21859 h 35061"/>
                        <a:gd name="connsiteX1" fmla="*/ 13726 w 35599"/>
                        <a:gd name="connsiteY1" fmla="*/ 428 h 35061"/>
                        <a:gd name="connsiteX2" fmla="*/ 35157 w 35599"/>
                        <a:gd name="connsiteY2" fmla="*/ 13287 h 35061"/>
                        <a:gd name="connsiteX3" fmla="*/ 22299 w 35599"/>
                        <a:gd name="connsiteY3" fmla="*/ 34432 h 35061"/>
                        <a:gd name="connsiteX4" fmla="*/ 486 w 35599"/>
                        <a:gd name="connsiteY4" fmla="*/ 21859 h 350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99" h="35061">
                          <a:moveTo>
                            <a:pt x="486" y="21859"/>
                          </a:moveTo>
                          <a:cubicBezTo>
                            <a:pt x="-1800" y="12239"/>
                            <a:pt x="4201" y="2523"/>
                            <a:pt x="13726" y="428"/>
                          </a:cubicBezTo>
                          <a:cubicBezTo>
                            <a:pt x="23346" y="-1668"/>
                            <a:pt x="32871" y="4142"/>
                            <a:pt x="35157" y="13287"/>
                          </a:cubicBezTo>
                          <a:cubicBezTo>
                            <a:pt x="37253" y="22431"/>
                            <a:pt x="31728" y="31860"/>
                            <a:pt x="22299" y="34432"/>
                          </a:cubicBezTo>
                          <a:cubicBezTo>
                            <a:pt x="12964" y="37004"/>
                            <a:pt x="2772" y="31479"/>
                            <a:pt x="486" y="2185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6" name="Forme libre : forme 1445">
                      <a:extLst>
                        <a:ext uri="{FF2B5EF4-FFF2-40B4-BE49-F238E27FC236}">
                          <a16:creationId xmlns:a16="http://schemas.microsoft.com/office/drawing/2014/main" id="{779D48AF-034E-46EA-A218-27DC93C9BF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14430" y="3773933"/>
                      <a:ext cx="35563" cy="29603"/>
                    </a:xfrm>
                    <a:custGeom>
                      <a:avLst/>
                      <a:gdLst>
                        <a:gd name="connsiteX0" fmla="*/ 17541 w 35563"/>
                        <a:gd name="connsiteY0" fmla="*/ 17222 h 29603"/>
                        <a:gd name="connsiteX1" fmla="*/ 34781 w 35563"/>
                        <a:gd name="connsiteY1" fmla="*/ 22174 h 29603"/>
                        <a:gd name="connsiteX2" fmla="*/ 35162 w 35563"/>
                        <a:gd name="connsiteY2" fmla="*/ 13316 h 29603"/>
                        <a:gd name="connsiteX3" fmla="*/ 13731 w 35563"/>
                        <a:gd name="connsiteY3" fmla="*/ 457 h 29603"/>
                        <a:gd name="connsiteX4" fmla="*/ 491 w 35563"/>
                        <a:gd name="connsiteY4" fmla="*/ 21889 h 29603"/>
                        <a:gd name="connsiteX5" fmla="*/ 4873 w 35563"/>
                        <a:gd name="connsiteY5" fmla="*/ 29604 h 29603"/>
                        <a:gd name="connsiteX6" fmla="*/ 17541 w 35563"/>
                        <a:gd name="connsiteY6" fmla="*/ 17222 h 29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63" h="29603">
                          <a:moveTo>
                            <a:pt x="17541" y="17222"/>
                          </a:moveTo>
                          <a:cubicBezTo>
                            <a:pt x="24113" y="15602"/>
                            <a:pt x="30495" y="17793"/>
                            <a:pt x="34781" y="22174"/>
                          </a:cubicBezTo>
                          <a:cubicBezTo>
                            <a:pt x="35639" y="19412"/>
                            <a:pt x="35829" y="16364"/>
                            <a:pt x="35162" y="13316"/>
                          </a:cubicBezTo>
                          <a:cubicBezTo>
                            <a:pt x="32876" y="4172"/>
                            <a:pt x="23351" y="-1733"/>
                            <a:pt x="13731" y="457"/>
                          </a:cubicBezTo>
                          <a:cubicBezTo>
                            <a:pt x="4111" y="2553"/>
                            <a:pt x="-1795" y="12268"/>
                            <a:pt x="491" y="21889"/>
                          </a:cubicBezTo>
                          <a:cubicBezTo>
                            <a:pt x="1158" y="24937"/>
                            <a:pt x="2682" y="27508"/>
                            <a:pt x="4873" y="29604"/>
                          </a:cubicBezTo>
                          <a:cubicBezTo>
                            <a:pt x="6206" y="23698"/>
                            <a:pt x="11159" y="18746"/>
                            <a:pt x="17541" y="1722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7" name="Forme libre : forme 1446">
                      <a:extLst>
                        <a:ext uri="{FF2B5EF4-FFF2-40B4-BE49-F238E27FC236}">
                          <a16:creationId xmlns:a16="http://schemas.microsoft.com/office/drawing/2014/main" id="{01B236D7-7C95-418C-93B4-98D7303DC9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18264" y="3787876"/>
                      <a:ext cx="15770" cy="16123"/>
                    </a:xfrm>
                    <a:custGeom>
                      <a:avLst/>
                      <a:gdLst>
                        <a:gd name="connsiteX0" fmla="*/ 2182 w 15770"/>
                        <a:gd name="connsiteY0" fmla="*/ 12898 h 16123"/>
                        <a:gd name="connsiteX1" fmla="*/ 2468 w 15770"/>
                        <a:gd name="connsiteY1" fmla="*/ 1564 h 16123"/>
                        <a:gd name="connsiteX2" fmla="*/ 13612 w 15770"/>
                        <a:gd name="connsiteY2" fmla="*/ 3278 h 16123"/>
                        <a:gd name="connsiteX3" fmla="*/ 13422 w 15770"/>
                        <a:gd name="connsiteY3" fmla="*/ 14422 h 16123"/>
                        <a:gd name="connsiteX4" fmla="*/ 2182 w 15770"/>
                        <a:gd name="connsiteY4" fmla="*/ 12898 h 16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70" h="16123">
                          <a:moveTo>
                            <a:pt x="2182" y="12898"/>
                          </a:moveTo>
                          <a:cubicBezTo>
                            <a:pt x="-866" y="9374"/>
                            <a:pt x="-675" y="4231"/>
                            <a:pt x="2468" y="1564"/>
                          </a:cubicBezTo>
                          <a:cubicBezTo>
                            <a:pt x="5611" y="-1103"/>
                            <a:pt x="10659" y="-246"/>
                            <a:pt x="13612" y="3278"/>
                          </a:cubicBezTo>
                          <a:cubicBezTo>
                            <a:pt x="16660" y="6803"/>
                            <a:pt x="16375" y="11755"/>
                            <a:pt x="13422" y="14422"/>
                          </a:cubicBezTo>
                          <a:cubicBezTo>
                            <a:pt x="10374" y="17185"/>
                            <a:pt x="5421" y="16518"/>
                            <a:pt x="2182" y="1289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48" name="Forme libre : forme 1447">
                      <a:extLst>
                        <a:ext uri="{FF2B5EF4-FFF2-40B4-BE49-F238E27FC236}">
                          <a16:creationId xmlns:a16="http://schemas.microsoft.com/office/drawing/2014/main" id="{813B8639-D1C7-485D-BE7E-4FC2C9E9A5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29506" y="3796309"/>
                      <a:ext cx="5888" cy="5793"/>
                    </a:xfrm>
                    <a:custGeom>
                      <a:avLst/>
                      <a:gdLst>
                        <a:gd name="connsiteX0" fmla="*/ 84 w 5888"/>
                        <a:gd name="connsiteY0" fmla="*/ 3608 h 5793"/>
                        <a:gd name="connsiteX1" fmla="*/ 2274 w 5888"/>
                        <a:gd name="connsiteY1" fmla="*/ 84 h 5793"/>
                        <a:gd name="connsiteX2" fmla="*/ 5799 w 5888"/>
                        <a:gd name="connsiteY2" fmla="*/ 2180 h 5793"/>
                        <a:gd name="connsiteX3" fmla="*/ 3703 w 5888"/>
                        <a:gd name="connsiteY3" fmla="*/ 5704 h 5793"/>
                        <a:gd name="connsiteX4" fmla="*/ 84 w 5888"/>
                        <a:gd name="connsiteY4" fmla="*/ 3608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8" h="5793">
                          <a:moveTo>
                            <a:pt x="84" y="3608"/>
                          </a:moveTo>
                          <a:cubicBezTo>
                            <a:pt x="-297" y="2084"/>
                            <a:pt x="655" y="465"/>
                            <a:pt x="2274" y="84"/>
                          </a:cubicBezTo>
                          <a:cubicBezTo>
                            <a:pt x="3894" y="-297"/>
                            <a:pt x="5418" y="656"/>
                            <a:pt x="5799" y="2180"/>
                          </a:cubicBezTo>
                          <a:cubicBezTo>
                            <a:pt x="6180" y="3704"/>
                            <a:pt x="5322" y="5323"/>
                            <a:pt x="3703" y="5704"/>
                          </a:cubicBezTo>
                          <a:cubicBezTo>
                            <a:pt x="2179" y="6085"/>
                            <a:pt x="560" y="5228"/>
                            <a:pt x="84" y="360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49" name="Graphique 15">
                  <a:extLst>
                    <a:ext uri="{FF2B5EF4-FFF2-40B4-BE49-F238E27FC236}">
                      <a16:creationId xmlns:a16="http://schemas.microsoft.com/office/drawing/2014/main" id="{CD41BC5E-7173-42A7-9674-7AA4D453F4AC}"/>
                    </a:ext>
                  </a:extLst>
                </p:cNvPr>
                <p:cNvGrpSpPr/>
                <p:nvPr/>
              </p:nvGrpSpPr>
              <p:grpSpPr>
                <a:xfrm>
                  <a:off x="9405470" y="3819603"/>
                  <a:ext cx="90983" cy="86467"/>
                  <a:chOff x="9405470" y="3819603"/>
                  <a:chExt cx="90983" cy="86467"/>
                </a:xfrm>
                <a:solidFill>
                  <a:schemeClr val="accent1"/>
                </a:solidFill>
              </p:grpSpPr>
              <p:grpSp>
                <p:nvGrpSpPr>
                  <p:cNvPr id="1450" name="Graphique 15">
                    <a:extLst>
                      <a:ext uri="{FF2B5EF4-FFF2-40B4-BE49-F238E27FC236}">
                        <a16:creationId xmlns:a16="http://schemas.microsoft.com/office/drawing/2014/main" id="{22C0C345-CEDA-425D-87BC-253533F82BA6}"/>
                      </a:ext>
                    </a:extLst>
                  </p:cNvPr>
                  <p:cNvGrpSpPr/>
                  <p:nvPr/>
                </p:nvGrpSpPr>
                <p:grpSpPr>
                  <a:xfrm>
                    <a:off x="9460767" y="3868253"/>
                    <a:ext cx="35687" cy="37817"/>
                    <a:chOff x="9460767" y="3868253"/>
                    <a:chExt cx="35687" cy="37817"/>
                  </a:xfrm>
                  <a:solidFill>
                    <a:schemeClr val="accent1"/>
                  </a:solidFill>
                </p:grpSpPr>
                <p:sp>
                  <p:nvSpPr>
                    <p:cNvPr id="1451" name="Forme libre : forme 1450">
                      <a:extLst>
                        <a:ext uri="{FF2B5EF4-FFF2-40B4-BE49-F238E27FC236}">
                          <a16:creationId xmlns:a16="http://schemas.microsoft.com/office/drawing/2014/main" id="{A80ACE35-CFCE-4CFD-B2B3-D088DE0941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0767" y="3868263"/>
                      <a:ext cx="35687" cy="37807"/>
                    </a:xfrm>
                    <a:custGeom>
                      <a:avLst/>
                      <a:gdLst>
                        <a:gd name="connsiteX0" fmla="*/ 1100 w 35687"/>
                        <a:gd name="connsiteY0" fmla="*/ 25380 h 37807"/>
                        <a:gd name="connsiteX1" fmla="*/ 11864 w 35687"/>
                        <a:gd name="connsiteY1" fmla="*/ 996 h 37807"/>
                        <a:gd name="connsiteX2" fmla="*/ 34629 w 35687"/>
                        <a:gd name="connsiteY2" fmla="*/ 12522 h 37807"/>
                        <a:gd name="connsiteX3" fmla="*/ 24532 w 35687"/>
                        <a:gd name="connsiteY3" fmla="*/ 36524 h 37807"/>
                        <a:gd name="connsiteX4" fmla="*/ 1100 w 35687"/>
                        <a:gd name="connsiteY4" fmla="*/ 25380 h 37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87" h="37807">
                          <a:moveTo>
                            <a:pt x="1100" y="25380"/>
                          </a:moveTo>
                          <a:cubicBezTo>
                            <a:pt x="-2328" y="15284"/>
                            <a:pt x="2529" y="4330"/>
                            <a:pt x="11864" y="996"/>
                          </a:cubicBezTo>
                          <a:cubicBezTo>
                            <a:pt x="21198" y="-2338"/>
                            <a:pt x="31295" y="2997"/>
                            <a:pt x="34629" y="12522"/>
                          </a:cubicBezTo>
                          <a:cubicBezTo>
                            <a:pt x="37772" y="22142"/>
                            <a:pt x="33771" y="32715"/>
                            <a:pt x="24532" y="36524"/>
                          </a:cubicBezTo>
                          <a:cubicBezTo>
                            <a:pt x="15388" y="40334"/>
                            <a:pt x="4911" y="35382"/>
                            <a:pt x="1100" y="2538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2" name="Forme libre : forme 1451">
                      <a:extLst>
                        <a:ext uri="{FF2B5EF4-FFF2-40B4-BE49-F238E27FC236}">
                          <a16:creationId xmlns:a16="http://schemas.microsoft.com/office/drawing/2014/main" id="{44875A96-937E-4B2B-94AC-4B19236506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0777" y="3868253"/>
                      <a:ext cx="35584" cy="33200"/>
                    </a:xfrm>
                    <a:custGeom>
                      <a:avLst/>
                      <a:gdLst>
                        <a:gd name="connsiteX0" fmla="*/ 17568 w 35584"/>
                        <a:gd name="connsiteY0" fmla="*/ 18532 h 33200"/>
                        <a:gd name="connsiteX1" fmla="*/ 35380 w 35584"/>
                        <a:gd name="connsiteY1" fmla="*/ 22056 h 33200"/>
                        <a:gd name="connsiteX2" fmla="*/ 34618 w 35584"/>
                        <a:gd name="connsiteY2" fmla="*/ 12531 h 33200"/>
                        <a:gd name="connsiteX3" fmla="*/ 11853 w 35584"/>
                        <a:gd name="connsiteY3" fmla="*/ 1006 h 33200"/>
                        <a:gd name="connsiteX4" fmla="*/ 1090 w 35584"/>
                        <a:gd name="connsiteY4" fmla="*/ 25390 h 33200"/>
                        <a:gd name="connsiteX5" fmla="*/ 6519 w 35584"/>
                        <a:gd name="connsiteY5" fmla="*/ 33200 h 33200"/>
                        <a:gd name="connsiteX6" fmla="*/ 17568 w 35584"/>
                        <a:gd name="connsiteY6" fmla="*/ 18532 h 33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84" h="33200">
                          <a:moveTo>
                            <a:pt x="17568" y="18532"/>
                          </a:moveTo>
                          <a:cubicBezTo>
                            <a:pt x="23950" y="16150"/>
                            <a:pt x="30427" y="17865"/>
                            <a:pt x="35380" y="22056"/>
                          </a:cubicBezTo>
                          <a:cubicBezTo>
                            <a:pt x="35761" y="19008"/>
                            <a:pt x="35666" y="15770"/>
                            <a:pt x="34618" y="12531"/>
                          </a:cubicBezTo>
                          <a:cubicBezTo>
                            <a:pt x="31380" y="2911"/>
                            <a:pt x="21188" y="-2328"/>
                            <a:pt x="11853" y="1006"/>
                          </a:cubicBezTo>
                          <a:cubicBezTo>
                            <a:pt x="2614" y="4339"/>
                            <a:pt x="-2339" y="15388"/>
                            <a:pt x="1090" y="25390"/>
                          </a:cubicBezTo>
                          <a:cubicBezTo>
                            <a:pt x="2328" y="28533"/>
                            <a:pt x="4233" y="31200"/>
                            <a:pt x="6519" y="33200"/>
                          </a:cubicBezTo>
                          <a:cubicBezTo>
                            <a:pt x="7281" y="26628"/>
                            <a:pt x="11186" y="20913"/>
                            <a:pt x="17568" y="1853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3" name="Forme libre : forme 1452">
                      <a:extLst>
                        <a:ext uri="{FF2B5EF4-FFF2-40B4-BE49-F238E27FC236}">
                          <a16:creationId xmlns:a16="http://schemas.microsoft.com/office/drawing/2014/main" id="{6A1699E9-73BE-4A82-9AD4-48C572D794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5101" y="3884129"/>
                      <a:ext cx="16133" cy="16985"/>
                    </a:xfrm>
                    <a:custGeom>
                      <a:avLst/>
                      <a:gdLst>
                        <a:gd name="connsiteX0" fmla="*/ 3148 w 16133"/>
                        <a:gd name="connsiteY0" fmla="*/ 14276 h 16985"/>
                        <a:gd name="connsiteX1" fmla="*/ 1814 w 16133"/>
                        <a:gd name="connsiteY1" fmla="*/ 2180 h 16985"/>
                        <a:gd name="connsiteX2" fmla="*/ 13054 w 16133"/>
                        <a:gd name="connsiteY2" fmla="*/ 2846 h 16985"/>
                        <a:gd name="connsiteX3" fmla="*/ 14483 w 16133"/>
                        <a:gd name="connsiteY3" fmla="*/ 14753 h 16985"/>
                        <a:gd name="connsiteX4" fmla="*/ 3148 w 16133"/>
                        <a:gd name="connsiteY4" fmla="*/ 14276 h 169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33" h="16985">
                          <a:moveTo>
                            <a:pt x="3148" y="14276"/>
                          </a:moveTo>
                          <a:cubicBezTo>
                            <a:pt x="-471" y="10847"/>
                            <a:pt x="-1043" y="5323"/>
                            <a:pt x="1814" y="2180"/>
                          </a:cubicBezTo>
                          <a:cubicBezTo>
                            <a:pt x="4672" y="-964"/>
                            <a:pt x="9720" y="-678"/>
                            <a:pt x="13054" y="2846"/>
                          </a:cubicBezTo>
                          <a:cubicBezTo>
                            <a:pt x="16388" y="6371"/>
                            <a:pt x="17245" y="11609"/>
                            <a:pt x="14483" y="14753"/>
                          </a:cubicBezTo>
                          <a:cubicBezTo>
                            <a:pt x="11816" y="17896"/>
                            <a:pt x="6768" y="17705"/>
                            <a:pt x="3148" y="1427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4" name="Forme libre : forme 1453">
                      <a:extLst>
                        <a:ext uri="{FF2B5EF4-FFF2-40B4-BE49-F238E27FC236}">
                          <a16:creationId xmlns:a16="http://schemas.microsoft.com/office/drawing/2014/main" id="{0014AE6E-91D5-4E67-A269-0AEEE06214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77055" y="3892311"/>
                      <a:ext cx="5874" cy="6187"/>
                    </a:xfrm>
                    <a:custGeom>
                      <a:avLst/>
                      <a:gdLst>
                        <a:gd name="connsiteX0" fmla="*/ 243 w 5874"/>
                        <a:gd name="connsiteY0" fmla="*/ 4189 h 6187"/>
                        <a:gd name="connsiteX1" fmla="*/ 1862 w 5874"/>
                        <a:gd name="connsiteY1" fmla="*/ 189 h 6187"/>
                        <a:gd name="connsiteX2" fmla="*/ 5672 w 5874"/>
                        <a:gd name="connsiteY2" fmla="*/ 1998 h 6187"/>
                        <a:gd name="connsiteX3" fmla="*/ 4053 w 5874"/>
                        <a:gd name="connsiteY3" fmla="*/ 5999 h 6187"/>
                        <a:gd name="connsiteX4" fmla="*/ 243 w 5874"/>
                        <a:gd name="connsiteY4" fmla="*/ 4189 h 61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74" h="6187">
                          <a:moveTo>
                            <a:pt x="243" y="4189"/>
                          </a:moveTo>
                          <a:cubicBezTo>
                            <a:pt x="-424" y="2570"/>
                            <a:pt x="338" y="760"/>
                            <a:pt x="1862" y="189"/>
                          </a:cubicBezTo>
                          <a:cubicBezTo>
                            <a:pt x="3386" y="-383"/>
                            <a:pt x="5100" y="379"/>
                            <a:pt x="5672" y="1998"/>
                          </a:cubicBezTo>
                          <a:cubicBezTo>
                            <a:pt x="6243" y="3618"/>
                            <a:pt x="5577" y="5332"/>
                            <a:pt x="4053" y="5999"/>
                          </a:cubicBezTo>
                          <a:cubicBezTo>
                            <a:pt x="2624" y="6571"/>
                            <a:pt x="814" y="5808"/>
                            <a:pt x="243" y="418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55" name="Graphique 15">
                    <a:extLst>
                      <a:ext uri="{FF2B5EF4-FFF2-40B4-BE49-F238E27FC236}">
                        <a16:creationId xmlns:a16="http://schemas.microsoft.com/office/drawing/2014/main" id="{1D755193-1383-4329-857B-E892806386C0}"/>
                      </a:ext>
                    </a:extLst>
                  </p:cNvPr>
                  <p:cNvGrpSpPr/>
                  <p:nvPr/>
                </p:nvGrpSpPr>
                <p:grpSpPr>
                  <a:xfrm>
                    <a:off x="9436285" y="3839776"/>
                    <a:ext cx="35729" cy="38652"/>
                    <a:chOff x="9436285" y="3839776"/>
                    <a:chExt cx="35729" cy="38652"/>
                  </a:xfrm>
                  <a:solidFill>
                    <a:schemeClr val="accent1"/>
                  </a:solidFill>
                </p:grpSpPr>
                <p:sp>
                  <p:nvSpPr>
                    <p:cNvPr id="1456" name="Forme libre : forme 1455">
                      <a:extLst>
                        <a:ext uri="{FF2B5EF4-FFF2-40B4-BE49-F238E27FC236}">
                          <a16:creationId xmlns:a16="http://schemas.microsoft.com/office/drawing/2014/main" id="{7081DA91-8FA7-4A82-91F2-1540B80911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36285" y="3839776"/>
                      <a:ext cx="35729" cy="38652"/>
                    </a:xfrm>
                    <a:custGeom>
                      <a:avLst/>
                      <a:gdLst>
                        <a:gd name="connsiteX0" fmla="*/ 1103 w 35729"/>
                        <a:gd name="connsiteY0" fmla="*/ 25292 h 38652"/>
                        <a:gd name="connsiteX1" fmla="*/ 12342 w 35729"/>
                        <a:gd name="connsiteY1" fmla="*/ 813 h 38652"/>
                        <a:gd name="connsiteX2" fmla="*/ 34726 w 35729"/>
                        <a:gd name="connsiteY2" fmla="*/ 13481 h 38652"/>
                        <a:gd name="connsiteX3" fmla="*/ 23867 w 35729"/>
                        <a:gd name="connsiteY3" fmla="*/ 37579 h 38652"/>
                        <a:gd name="connsiteX4" fmla="*/ 1103 w 35729"/>
                        <a:gd name="connsiteY4" fmla="*/ 25292 h 38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29" h="38652">
                          <a:moveTo>
                            <a:pt x="1103" y="25292"/>
                          </a:moveTo>
                          <a:cubicBezTo>
                            <a:pt x="-2422" y="14910"/>
                            <a:pt x="2817" y="3861"/>
                            <a:pt x="12342" y="813"/>
                          </a:cubicBezTo>
                          <a:cubicBezTo>
                            <a:pt x="21867" y="-2235"/>
                            <a:pt x="31392" y="3575"/>
                            <a:pt x="34726" y="13481"/>
                          </a:cubicBezTo>
                          <a:cubicBezTo>
                            <a:pt x="37964" y="23387"/>
                            <a:pt x="33107" y="34150"/>
                            <a:pt x="23867" y="37579"/>
                          </a:cubicBezTo>
                          <a:cubicBezTo>
                            <a:pt x="14628" y="41103"/>
                            <a:pt x="4436" y="35674"/>
                            <a:pt x="1103" y="2529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7" name="Forme libre : forme 1456">
                      <a:extLst>
                        <a:ext uri="{FF2B5EF4-FFF2-40B4-BE49-F238E27FC236}">
                          <a16:creationId xmlns:a16="http://schemas.microsoft.com/office/drawing/2014/main" id="{094A9B7F-6A9C-4AA5-BDB0-2E90088A2D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36285" y="3839776"/>
                      <a:ext cx="35709" cy="33483"/>
                    </a:xfrm>
                    <a:custGeom>
                      <a:avLst/>
                      <a:gdLst>
                        <a:gd name="connsiteX0" fmla="*/ 17676 w 35709"/>
                        <a:gd name="connsiteY0" fmla="*/ 18910 h 33483"/>
                        <a:gd name="connsiteX1" fmla="*/ 35392 w 35709"/>
                        <a:gd name="connsiteY1" fmla="*/ 23196 h 33483"/>
                        <a:gd name="connsiteX2" fmla="*/ 34726 w 35709"/>
                        <a:gd name="connsiteY2" fmla="*/ 13481 h 33483"/>
                        <a:gd name="connsiteX3" fmla="*/ 12342 w 35709"/>
                        <a:gd name="connsiteY3" fmla="*/ 813 h 33483"/>
                        <a:gd name="connsiteX4" fmla="*/ 1103 w 35709"/>
                        <a:gd name="connsiteY4" fmla="*/ 25292 h 33483"/>
                        <a:gd name="connsiteX5" fmla="*/ 6151 w 35709"/>
                        <a:gd name="connsiteY5" fmla="*/ 33483 h 33483"/>
                        <a:gd name="connsiteX6" fmla="*/ 17676 w 35709"/>
                        <a:gd name="connsiteY6" fmla="*/ 18910 h 33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09" h="33483">
                          <a:moveTo>
                            <a:pt x="17676" y="18910"/>
                          </a:moveTo>
                          <a:cubicBezTo>
                            <a:pt x="24058" y="16719"/>
                            <a:pt x="30725" y="18719"/>
                            <a:pt x="35392" y="23196"/>
                          </a:cubicBezTo>
                          <a:cubicBezTo>
                            <a:pt x="35964" y="20053"/>
                            <a:pt x="35774" y="16719"/>
                            <a:pt x="34726" y="13481"/>
                          </a:cubicBezTo>
                          <a:cubicBezTo>
                            <a:pt x="31297" y="3575"/>
                            <a:pt x="21867" y="-2235"/>
                            <a:pt x="12342" y="813"/>
                          </a:cubicBezTo>
                          <a:cubicBezTo>
                            <a:pt x="2817" y="3861"/>
                            <a:pt x="-2422" y="14910"/>
                            <a:pt x="1103" y="25292"/>
                          </a:cubicBezTo>
                          <a:cubicBezTo>
                            <a:pt x="2150" y="28626"/>
                            <a:pt x="3960" y="31293"/>
                            <a:pt x="6151" y="33483"/>
                          </a:cubicBezTo>
                          <a:cubicBezTo>
                            <a:pt x="7294" y="26816"/>
                            <a:pt x="11485" y="21101"/>
                            <a:pt x="17676" y="1891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8" name="Forme libre : forme 1457">
                      <a:extLst>
                        <a:ext uri="{FF2B5EF4-FFF2-40B4-BE49-F238E27FC236}">
                          <a16:creationId xmlns:a16="http://schemas.microsoft.com/office/drawing/2014/main" id="{6F7AE735-84B2-4C48-9939-1ACC6BE167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40719" y="3855694"/>
                      <a:ext cx="16102" cy="17510"/>
                    </a:xfrm>
                    <a:custGeom>
                      <a:avLst/>
                      <a:gdLst>
                        <a:gd name="connsiteX0" fmla="*/ 2860 w 16102"/>
                        <a:gd name="connsiteY0" fmla="*/ 14423 h 17510"/>
                        <a:gd name="connsiteX1" fmla="*/ 1908 w 16102"/>
                        <a:gd name="connsiteY1" fmla="*/ 2040 h 17510"/>
                        <a:gd name="connsiteX2" fmla="*/ 13242 w 16102"/>
                        <a:gd name="connsiteY2" fmla="*/ 3183 h 17510"/>
                        <a:gd name="connsiteX3" fmla="*/ 14195 w 16102"/>
                        <a:gd name="connsiteY3" fmla="*/ 15470 h 17510"/>
                        <a:gd name="connsiteX4" fmla="*/ 2860 w 16102"/>
                        <a:gd name="connsiteY4" fmla="*/ 14423 h 175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02" h="17510">
                          <a:moveTo>
                            <a:pt x="2860" y="14423"/>
                          </a:moveTo>
                          <a:cubicBezTo>
                            <a:pt x="-569" y="10708"/>
                            <a:pt x="-950" y="5088"/>
                            <a:pt x="1908" y="2040"/>
                          </a:cubicBezTo>
                          <a:cubicBezTo>
                            <a:pt x="4765" y="-1103"/>
                            <a:pt x="9813" y="-531"/>
                            <a:pt x="13242" y="3183"/>
                          </a:cubicBezTo>
                          <a:cubicBezTo>
                            <a:pt x="16671" y="6898"/>
                            <a:pt x="17052" y="12327"/>
                            <a:pt x="14195" y="15470"/>
                          </a:cubicBezTo>
                          <a:cubicBezTo>
                            <a:pt x="11337" y="18519"/>
                            <a:pt x="6289" y="18137"/>
                            <a:pt x="2860" y="1442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59" name="Forme libre : forme 1458">
                      <a:extLst>
                        <a:ext uri="{FF2B5EF4-FFF2-40B4-BE49-F238E27FC236}">
                          <a16:creationId xmlns:a16="http://schemas.microsoft.com/office/drawing/2014/main" id="{0B03E2E9-E092-462A-AA7F-630B1FDE33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52450" y="3864425"/>
                      <a:ext cx="5843" cy="6343"/>
                    </a:xfrm>
                    <a:custGeom>
                      <a:avLst/>
                      <a:gdLst>
                        <a:gd name="connsiteX0" fmla="*/ 178 w 5843"/>
                        <a:gd name="connsiteY0" fmla="*/ 4167 h 6343"/>
                        <a:gd name="connsiteX1" fmla="*/ 1988 w 5843"/>
                        <a:gd name="connsiteY1" fmla="*/ 167 h 6343"/>
                        <a:gd name="connsiteX2" fmla="*/ 5703 w 5843"/>
                        <a:gd name="connsiteY2" fmla="*/ 2167 h 6343"/>
                        <a:gd name="connsiteX3" fmla="*/ 3893 w 5843"/>
                        <a:gd name="connsiteY3" fmla="*/ 6168 h 6343"/>
                        <a:gd name="connsiteX4" fmla="*/ 178 w 5843"/>
                        <a:gd name="connsiteY4" fmla="*/ 4167 h 6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3" h="6343">
                          <a:moveTo>
                            <a:pt x="178" y="4167"/>
                          </a:moveTo>
                          <a:cubicBezTo>
                            <a:pt x="-393" y="2453"/>
                            <a:pt x="464" y="738"/>
                            <a:pt x="1988" y="167"/>
                          </a:cubicBezTo>
                          <a:cubicBezTo>
                            <a:pt x="3512" y="-405"/>
                            <a:pt x="5226" y="548"/>
                            <a:pt x="5703" y="2167"/>
                          </a:cubicBezTo>
                          <a:cubicBezTo>
                            <a:pt x="6179" y="3786"/>
                            <a:pt x="5417" y="5596"/>
                            <a:pt x="3893" y="6168"/>
                          </a:cubicBezTo>
                          <a:cubicBezTo>
                            <a:pt x="2464" y="6739"/>
                            <a:pt x="750" y="5882"/>
                            <a:pt x="178" y="41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60" name="Graphique 15">
                    <a:extLst>
                      <a:ext uri="{FF2B5EF4-FFF2-40B4-BE49-F238E27FC236}">
                        <a16:creationId xmlns:a16="http://schemas.microsoft.com/office/drawing/2014/main" id="{124C81B2-8BA3-4028-90CA-6A8C333DD242}"/>
                      </a:ext>
                    </a:extLst>
                  </p:cNvPr>
                  <p:cNvGrpSpPr/>
                  <p:nvPr/>
                </p:nvGrpSpPr>
                <p:grpSpPr>
                  <a:xfrm>
                    <a:off x="9405470" y="3819603"/>
                    <a:ext cx="35668" cy="39917"/>
                    <a:chOff x="9405470" y="3819603"/>
                    <a:chExt cx="35668" cy="39917"/>
                  </a:xfrm>
                  <a:solidFill>
                    <a:schemeClr val="accent1"/>
                  </a:solidFill>
                </p:grpSpPr>
                <p:sp>
                  <p:nvSpPr>
                    <p:cNvPr id="1461" name="Forme libre : forme 1460">
                      <a:extLst>
                        <a:ext uri="{FF2B5EF4-FFF2-40B4-BE49-F238E27FC236}">
                          <a16:creationId xmlns:a16="http://schemas.microsoft.com/office/drawing/2014/main" id="{7E629CE3-DB62-4A04-9D8B-D0E2C7D4F5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05470" y="3819603"/>
                      <a:ext cx="35581" cy="39917"/>
                    </a:xfrm>
                    <a:custGeom>
                      <a:avLst/>
                      <a:gdLst>
                        <a:gd name="connsiteX0" fmla="*/ 771 w 35581"/>
                        <a:gd name="connsiteY0" fmla="*/ 25653 h 39917"/>
                        <a:gd name="connsiteX1" fmla="*/ 12677 w 35581"/>
                        <a:gd name="connsiteY1" fmla="*/ 697 h 39917"/>
                        <a:gd name="connsiteX2" fmla="*/ 34871 w 35581"/>
                        <a:gd name="connsiteY2" fmla="*/ 14413 h 39917"/>
                        <a:gd name="connsiteX3" fmla="*/ 23250 w 35581"/>
                        <a:gd name="connsiteY3" fmla="*/ 38988 h 39917"/>
                        <a:gd name="connsiteX4" fmla="*/ 771 w 35581"/>
                        <a:gd name="connsiteY4" fmla="*/ 25653 h 39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81" h="39917">
                          <a:moveTo>
                            <a:pt x="771" y="25653"/>
                          </a:moveTo>
                          <a:cubicBezTo>
                            <a:pt x="-2087" y="14794"/>
                            <a:pt x="3247" y="3555"/>
                            <a:pt x="12677" y="697"/>
                          </a:cubicBezTo>
                          <a:cubicBezTo>
                            <a:pt x="22107" y="-2160"/>
                            <a:pt x="32013" y="4031"/>
                            <a:pt x="34871" y="14413"/>
                          </a:cubicBezTo>
                          <a:cubicBezTo>
                            <a:pt x="37537" y="24796"/>
                            <a:pt x="32489" y="35749"/>
                            <a:pt x="23250" y="38988"/>
                          </a:cubicBezTo>
                          <a:cubicBezTo>
                            <a:pt x="14201" y="42321"/>
                            <a:pt x="3533" y="36416"/>
                            <a:pt x="771" y="256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2" name="Forme libre : forme 1461">
                      <a:extLst>
                        <a:ext uri="{FF2B5EF4-FFF2-40B4-BE49-F238E27FC236}">
                          <a16:creationId xmlns:a16="http://schemas.microsoft.com/office/drawing/2014/main" id="{82F99DD8-2433-42CD-B72F-1B7A3FB14E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05566" y="3819603"/>
                      <a:ext cx="35573" cy="34320"/>
                    </a:xfrm>
                    <a:custGeom>
                      <a:avLst/>
                      <a:gdLst>
                        <a:gd name="connsiteX0" fmla="*/ 17535 w 35573"/>
                        <a:gd name="connsiteY0" fmla="*/ 19557 h 34320"/>
                        <a:gd name="connsiteX1" fmla="*/ 35061 w 35573"/>
                        <a:gd name="connsiteY1" fmla="*/ 24510 h 34320"/>
                        <a:gd name="connsiteX2" fmla="*/ 34870 w 35573"/>
                        <a:gd name="connsiteY2" fmla="*/ 14413 h 34320"/>
                        <a:gd name="connsiteX3" fmla="*/ 12677 w 35573"/>
                        <a:gd name="connsiteY3" fmla="*/ 697 h 34320"/>
                        <a:gd name="connsiteX4" fmla="*/ 771 w 35573"/>
                        <a:gd name="connsiteY4" fmla="*/ 25653 h 34320"/>
                        <a:gd name="connsiteX5" fmla="*/ 5533 w 35573"/>
                        <a:gd name="connsiteY5" fmla="*/ 34321 h 34320"/>
                        <a:gd name="connsiteX6" fmla="*/ 17535 w 35573"/>
                        <a:gd name="connsiteY6" fmla="*/ 19557 h 343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73" h="34320">
                          <a:moveTo>
                            <a:pt x="17535" y="19557"/>
                          </a:moveTo>
                          <a:cubicBezTo>
                            <a:pt x="23917" y="17461"/>
                            <a:pt x="30584" y="19652"/>
                            <a:pt x="35061" y="24510"/>
                          </a:cubicBezTo>
                          <a:cubicBezTo>
                            <a:pt x="35727" y="21271"/>
                            <a:pt x="35823" y="17842"/>
                            <a:pt x="34870" y="14413"/>
                          </a:cubicBezTo>
                          <a:cubicBezTo>
                            <a:pt x="32013" y="4031"/>
                            <a:pt x="22107" y="-2160"/>
                            <a:pt x="12677" y="697"/>
                          </a:cubicBezTo>
                          <a:cubicBezTo>
                            <a:pt x="3247" y="3555"/>
                            <a:pt x="-2087" y="14794"/>
                            <a:pt x="771" y="25653"/>
                          </a:cubicBezTo>
                          <a:cubicBezTo>
                            <a:pt x="1723" y="29082"/>
                            <a:pt x="3342" y="31939"/>
                            <a:pt x="5533" y="34321"/>
                          </a:cubicBezTo>
                          <a:cubicBezTo>
                            <a:pt x="6772" y="27367"/>
                            <a:pt x="11248" y="21652"/>
                            <a:pt x="17535" y="1955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3" name="Forme libre : forme 1462">
                      <a:extLst>
                        <a:ext uri="{FF2B5EF4-FFF2-40B4-BE49-F238E27FC236}">
                          <a16:creationId xmlns:a16="http://schemas.microsoft.com/office/drawing/2014/main" id="{0C877B37-F8DB-4AEA-927F-389CBDA276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09675" y="3835876"/>
                      <a:ext cx="15896" cy="18167"/>
                    </a:xfrm>
                    <a:custGeom>
                      <a:avLst/>
                      <a:gdLst>
                        <a:gd name="connsiteX0" fmla="*/ 2566 w 15896"/>
                        <a:gd name="connsiteY0" fmla="*/ 14809 h 18167"/>
                        <a:gd name="connsiteX1" fmla="*/ 2090 w 15896"/>
                        <a:gd name="connsiteY1" fmla="*/ 1950 h 18167"/>
                        <a:gd name="connsiteX2" fmla="*/ 13330 w 15896"/>
                        <a:gd name="connsiteY2" fmla="*/ 3474 h 18167"/>
                        <a:gd name="connsiteX3" fmla="*/ 13806 w 15896"/>
                        <a:gd name="connsiteY3" fmla="*/ 16143 h 18167"/>
                        <a:gd name="connsiteX4" fmla="*/ 2566 w 15896"/>
                        <a:gd name="connsiteY4" fmla="*/ 14809 h 181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96" h="18167">
                          <a:moveTo>
                            <a:pt x="2566" y="14809"/>
                          </a:moveTo>
                          <a:cubicBezTo>
                            <a:pt x="-672" y="10904"/>
                            <a:pt x="-862" y="5093"/>
                            <a:pt x="2090" y="1950"/>
                          </a:cubicBezTo>
                          <a:cubicBezTo>
                            <a:pt x="5043" y="-1193"/>
                            <a:pt x="10091" y="-431"/>
                            <a:pt x="13330" y="3474"/>
                          </a:cubicBezTo>
                          <a:cubicBezTo>
                            <a:pt x="16568" y="7380"/>
                            <a:pt x="16759" y="12999"/>
                            <a:pt x="13806" y="16143"/>
                          </a:cubicBezTo>
                          <a:cubicBezTo>
                            <a:pt x="10949" y="19286"/>
                            <a:pt x="5805" y="18714"/>
                            <a:pt x="2566" y="1480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4" name="Forme libre : forme 1463">
                      <a:extLst>
                        <a:ext uri="{FF2B5EF4-FFF2-40B4-BE49-F238E27FC236}">
                          <a16:creationId xmlns:a16="http://schemas.microsoft.com/office/drawing/2014/main" id="{A5C2E771-B596-44AB-9319-DBF2800FFE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21255" y="3845134"/>
                      <a:ext cx="5882" cy="6531"/>
                    </a:xfrm>
                    <a:custGeom>
                      <a:avLst/>
                      <a:gdLst>
                        <a:gd name="connsiteX0" fmla="*/ 131 w 5882"/>
                        <a:gd name="connsiteY0" fmla="*/ 4218 h 6531"/>
                        <a:gd name="connsiteX1" fmla="*/ 2131 w 5882"/>
                        <a:gd name="connsiteY1" fmla="*/ 122 h 6531"/>
                        <a:gd name="connsiteX2" fmla="*/ 5751 w 5882"/>
                        <a:gd name="connsiteY2" fmla="*/ 2313 h 6531"/>
                        <a:gd name="connsiteX3" fmla="*/ 3846 w 5882"/>
                        <a:gd name="connsiteY3" fmla="*/ 6409 h 6531"/>
                        <a:gd name="connsiteX4" fmla="*/ 131 w 5882"/>
                        <a:gd name="connsiteY4" fmla="*/ 4218 h 6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2" h="6531">
                          <a:moveTo>
                            <a:pt x="131" y="4218"/>
                          </a:moveTo>
                          <a:cubicBezTo>
                            <a:pt x="-345" y="2504"/>
                            <a:pt x="512" y="599"/>
                            <a:pt x="2131" y="122"/>
                          </a:cubicBezTo>
                          <a:cubicBezTo>
                            <a:pt x="3655" y="-354"/>
                            <a:pt x="5275" y="599"/>
                            <a:pt x="5751" y="2313"/>
                          </a:cubicBezTo>
                          <a:cubicBezTo>
                            <a:pt x="6227" y="4028"/>
                            <a:pt x="5370" y="5837"/>
                            <a:pt x="3846" y="6409"/>
                          </a:cubicBezTo>
                          <a:cubicBezTo>
                            <a:pt x="2226" y="6885"/>
                            <a:pt x="512" y="5933"/>
                            <a:pt x="131" y="421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65" name="Graphique 15">
                  <a:extLst>
                    <a:ext uri="{FF2B5EF4-FFF2-40B4-BE49-F238E27FC236}">
                      <a16:creationId xmlns:a16="http://schemas.microsoft.com/office/drawing/2014/main" id="{9C094376-141A-49DC-BECF-06C68DEB934C}"/>
                    </a:ext>
                  </a:extLst>
                </p:cNvPr>
                <p:cNvGrpSpPr/>
                <p:nvPr/>
              </p:nvGrpSpPr>
              <p:grpSpPr>
                <a:xfrm>
                  <a:off x="9297624" y="3863544"/>
                  <a:ext cx="105434" cy="52674"/>
                  <a:chOff x="9297624" y="3863544"/>
                  <a:chExt cx="105434" cy="52674"/>
                </a:xfrm>
                <a:solidFill>
                  <a:schemeClr val="accent1"/>
                </a:solidFill>
              </p:grpSpPr>
              <p:grpSp>
                <p:nvGrpSpPr>
                  <p:cNvPr id="1466" name="Graphique 15">
                    <a:extLst>
                      <a:ext uri="{FF2B5EF4-FFF2-40B4-BE49-F238E27FC236}">
                        <a16:creationId xmlns:a16="http://schemas.microsoft.com/office/drawing/2014/main" id="{AE0294BC-208F-47D8-B657-C153C1599E68}"/>
                      </a:ext>
                    </a:extLst>
                  </p:cNvPr>
                  <p:cNvGrpSpPr/>
                  <p:nvPr/>
                </p:nvGrpSpPr>
                <p:grpSpPr>
                  <a:xfrm>
                    <a:off x="9297624" y="3867809"/>
                    <a:ext cx="35820" cy="44801"/>
                    <a:chOff x="9297624" y="3867809"/>
                    <a:chExt cx="35820" cy="44801"/>
                  </a:xfrm>
                  <a:solidFill>
                    <a:schemeClr val="accent1"/>
                  </a:solidFill>
                </p:grpSpPr>
                <p:sp>
                  <p:nvSpPr>
                    <p:cNvPr id="1467" name="Forme libre : forme 1466">
                      <a:extLst>
                        <a:ext uri="{FF2B5EF4-FFF2-40B4-BE49-F238E27FC236}">
                          <a16:creationId xmlns:a16="http://schemas.microsoft.com/office/drawing/2014/main" id="{8755EC49-D065-4891-A5D9-F7BA0992F8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97624" y="3867809"/>
                      <a:ext cx="35820" cy="44801"/>
                    </a:xfrm>
                    <a:custGeom>
                      <a:avLst/>
                      <a:gdLst>
                        <a:gd name="connsiteX0" fmla="*/ 25940 w 35820"/>
                        <a:gd name="connsiteY0" fmla="*/ 3069 h 44801"/>
                        <a:gd name="connsiteX1" fmla="*/ 33941 w 35820"/>
                        <a:gd name="connsiteY1" fmla="*/ 33263 h 44801"/>
                        <a:gd name="connsiteX2" fmla="*/ 10033 w 35820"/>
                        <a:gd name="connsiteY2" fmla="*/ 42026 h 44801"/>
                        <a:gd name="connsiteX3" fmla="*/ 1842 w 35820"/>
                        <a:gd name="connsiteY3" fmla="*/ 11070 h 44801"/>
                        <a:gd name="connsiteX4" fmla="*/ 25940 w 35820"/>
                        <a:gd name="connsiteY4" fmla="*/ 3069 h 44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20" h="44801">
                          <a:moveTo>
                            <a:pt x="25940" y="3069"/>
                          </a:moveTo>
                          <a:cubicBezTo>
                            <a:pt x="34798" y="9260"/>
                            <a:pt x="38322" y="22595"/>
                            <a:pt x="33941" y="33263"/>
                          </a:cubicBezTo>
                          <a:cubicBezTo>
                            <a:pt x="29559" y="43932"/>
                            <a:pt x="18891" y="48027"/>
                            <a:pt x="10033" y="42026"/>
                          </a:cubicBezTo>
                          <a:cubicBezTo>
                            <a:pt x="1175" y="36026"/>
                            <a:pt x="-2540" y="21929"/>
                            <a:pt x="1842" y="11070"/>
                          </a:cubicBezTo>
                          <a:cubicBezTo>
                            <a:pt x="6318" y="307"/>
                            <a:pt x="17082" y="-3122"/>
                            <a:pt x="25940" y="306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8" name="Forme libre : forme 1467">
                      <a:extLst>
                        <a:ext uri="{FF2B5EF4-FFF2-40B4-BE49-F238E27FC236}">
                          <a16:creationId xmlns:a16="http://schemas.microsoft.com/office/drawing/2014/main" id="{A46CC1B4-EC38-4D33-93B8-BEB6FA802A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0704" y="3867926"/>
                      <a:ext cx="32628" cy="44685"/>
                    </a:xfrm>
                    <a:custGeom>
                      <a:avLst/>
                      <a:gdLst>
                        <a:gd name="connsiteX0" fmla="*/ 15240 w 32628"/>
                        <a:gd name="connsiteY0" fmla="*/ 22384 h 44685"/>
                        <a:gd name="connsiteX1" fmla="*/ 0 w 32628"/>
                        <a:gd name="connsiteY1" fmla="*/ 33718 h 44685"/>
                        <a:gd name="connsiteX2" fmla="*/ 6858 w 32628"/>
                        <a:gd name="connsiteY2" fmla="*/ 41910 h 44685"/>
                        <a:gd name="connsiteX3" fmla="*/ 30766 w 32628"/>
                        <a:gd name="connsiteY3" fmla="*/ 33147 h 44685"/>
                        <a:gd name="connsiteX4" fmla="*/ 22765 w 32628"/>
                        <a:gd name="connsiteY4" fmla="*/ 2953 h 44685"/>
                        <a:gd name="connsiteX5" fmla="*/ 14002 w 32628"/>
                        <a:gd name="connsiteY5" fmla="*/ 0 h 44685"/>
                        <a:gd name="connsiteX6" fmla="*/ 15240 w 32628"/>
                        <a:gd name="connsiteY6" fmla="*/ 22384 h 44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28" h="44685">
                          <a:moveTo>
                            <a:pt x="15240" y="22384"/>
                          </a:moveTo>
                          <a:cubicBezTo>
                            <a:pt x="12287" y="29718"/>
                            <a:pt x="6287" y="33814"/>
                            <a:pt x="0" y="33718"/>
                          </a:cubicBezTo>
                          <a:cubicBezTo>
                            <a:pt x="1714" y="37052"/>
                            <a:pt x="4000" y="39910"/>
                            <a:pt x="6858" y="41910"/>
                          </a:cubicBezTo>
                          <a:cubicBezTo>
                            <a:pt x="15716" y="47911"/>
                            <a:pt x="26384" y="43815"/>
                            <a:pt x="30766" y="33147"/>
                          </a:cubicBezTo>
                          <a:cubicBezTo>
                            <a:pt x="35147" y="22479"/>
                            <a:pt x="31528" y="9144"/>
                            <a:pt x="22765" y="2953"/>
                          </a:cubicBezTo>
                          <a:cubicBezTo>
                            <a:pt x="19907" y="953"/>
                            <a:pt x="16954" y="95"/>
                            <a:pt x="14002" y="0"/>
                          </a:cubicBezTo>
                          <a:cubicBezTo>
                            <a:pt x="17526" y="6763"/>
                            <a:pt x="18193" y="15145"/>
                            <a:pt x="15240" y="2238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69" name="Forme libre : forme 1468">
                      <a:extLst>
                        <a:ext uri="{FF2B5EF4-FFF2-40B4-BE49-F238E27FC236}">
                          <a16:creationId xmlns:a16="http://schemas.microsoft.com/office/drawing/2014/main" id="{5C24ADD7-115E-4801-B725-4C0AE08AC4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7465" y="3871600"/>
                      <a:ext cx="17146" cy="18639"/>
                    </a:xfrm>
                    <a:custGeom>
                      <a:avLst/>
                      <a:gdLst>
                        <a:gd name="connsiteX0" fmla="*/ 8574 w 17146"/>
                        <a:gd name="connsiteY0" fmla="*/ 40 h 18639"/>
                        <a:gd name="connsiteX1" fmla="*/ 17147 w 17146"/>
                        <a:gd name="connsiteY1" fmla="*/ 10042 h 18639"/>
                        <a:gd name="connsiteX2" fmla="*/ 8574 w 17146"/>
                        <a:gd name="connsiteY2" fmla="*/ 18614 h 18639"/>
                        <a:gd name="connsiteX3" fmla="*/ 2 w 17146"/>
                        <a:gd name="connsiteY3" fmla="*/ 8613 h 18639"/>
                        <a:gd name="connsiteX4" fmla="*/ 8574 w 17146"/>
                        <a:gd name="connsiteY4" fmla="*/ 40 h 18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46" h="18639">
                          <a:moveTo>
                            <a:pt x="8574" y="40"/>
                          </a:moveTo>
                          <a:cubicBezTo>
                            <a:pt x="13337" y="517"/>
                            <a:pt x="17147" y="4898"/>
                            <a:pt x="17147" y="10042"/>
                          </a:cubicBezTo>
                          <a:cubicBezTo>
                            <a:pt x="17147" y="15090"/>
                            <a:pt x="13242" y="18995"/>
                            <a:pt x="8574" y="18614"/>
                          </a:cubicBezTo>
                          <a:cubicBezTo>
                            <a:pt x="3812" y="18233"/>
                            <a:pt x="2" y="13756"/>
                            <a:pt x="2" y="8613"/>
                          </a:cubicBezTo>
                          <a:cubicBezTo>
                            <a:pt x="-94" y="3374"/>
                            <a:pt x="3812" y="-436"/>
                            <a:pt x="8574" y="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0" name="Forme libre : forme 1469">
                      <a:extLst>
                        <a:ext uri="{FF2B5EF4-FFF2-40B4-BE49-F238E27FC236}">
                          <a16:creationId xmlns:a16="http://schemas.microsoft.com/office/drawing/2014/main" id="{86C0C155-D060-4483-A80B-74F3A7828E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6291" y="3879997"/>
                      <a:ext cx="5876" cy="7405"/>
                    </a:xfrm>
                    <a:custGeom>
                      <a:avLst/>
                      <a:gdLst>
                        <a:gd name="connsiteX0" fmla="*/ 4224 w 5876"/>
                        <a:gd name="connsiteY0" fmla="*/ 501 h 7405"/>
                        <a:gd name="connsiteX1" fmla="*/ 5557 w 5876"/>
                        <a:gd name="connsiteY1" fmla="*/ 5550 h 7405"/>
                        <a:gd name="connsiteX2" fmla="*/ 1652 w 5876"/>
                        <a:gd name="connsiteY2" fmla="*/ 6883 h 7405"/>
                        <a:gd name="connsiteX3" fmla="*/ 319 w 5876"/>
                        <a:gd name="connsiteY3" fmla="*/ 1835 h 7405"/>
                        <a:gd name="connsiteX4" fmla="*/ 4224 w 5876"/>
                        <a:gd name="connsiteY4" fmla="*/ 501 h 74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76" h="7405">
                          <a:moveTo>
                            <a:pt x="4224" y="501"/>
                          </a:moveTo>
                          <a:cubicBezTo>
                            <a:pt x="5653" y="1549"/>
                            <a:pt x="6320" y="3740"/>
                            <a:pt x="5557" y="5550"/>
                          </a:cubicBezTo>
                          <a:cubicBezTo>
                            <a:pt x="4796" y="7359"/>
                            <a:pt x="3081" y="7931"/>
                            <a:pt x="1652" y="6883"/>
                          </a:cubicBezTo>
                          <a:cubicBezTo>
                            <a:pt x="223" y="5835"/>
                            <a:pt x="-443" y="3549"/>
                            <a:pt x="319" y="1835"/>
                          </a:cubicBezTo>
                          <a:cubicBezTo>
                            <a:pt x="1081" y="120"/>
                            <a:pt x="2795" y="-547"/>
                            <a:pt x="4224" y="50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1" name="Graphique 15">
                    <a:extLst>
                      <a:ext uri="{FF2B5EF4-FFF2-40B4-BE49-F238E27FC236}">
                        <a16:creationId xmlns:a16="http://schemas.microsoft.com/office/drawing/2014/main" id="{A63AE538-42CB-4FF1-B95A-BB6FDDCCEFA4}"/>
                      </a:ext>
                    </a:extLst>
                  </p:cNvPr>
                  <p:cNvGrpSpPr/>
                  <p:nvPr/>
                </p:nvGrpSpPr>
                <p:grpSpPr>
                  <a:xfrm>
                    <a:off x="9333197" y="3872857"/>
                    <a:ext cx="35838" cy="43361"/>
                    <a:chOff x="9333197" y="3872857"/>
                    <a:chExt cx="35838" cy="43361"/>
                  </a:xfrm>
                  <a:solidFill>
                    <a:schemeClr val="accent1"/>
                  </a:solidFill>
                </p:grpSpPr>
                <p:sp>
                  <p:nvSpPr>
                    <p:cNvPr id="1472" name="Forme libre : forme 1471">
                      <a:extLst>
                        <a:ext uri="{FF2B5EF4-FFF2-40B4-BE49-F238E27FC236}">
                          <a16:creationId xmlns:a16="http://schemas.microsoft.com/office/drawing/2014/main" id="{64B8B819-BCB0-4F31-A2FE-D8F0A4E188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3197" y="3872857"/>
                      <a:ext cx="35838" cy="43284"/>
                    </a:xfrm>
                    <a:custGeom>
                      <a:avLst/>
                      <a:gdLst>
                        <a:gd name="connsiteX0" fmla="*/ 25991 w 35838"/>
                        <a:gd name="connsiteY0" fmla="*/ 2879 h 43284"/>
                        <a:gd name="connsiteX1" fmla="*/ 33897 w 35838"/>
                        <a:gd name="connsiteY1" fmla="*/ 31930 h 43284"/>
                        <a:gd name="connsiteX2" fmla="*/ 10084 w 35838"/>
                        <a:gd name="connsiteY2" fmla="*/ 40693 h 43284"/>
                        <a:gd name="connsiteX3" fmla="*/ 1892 w 35838"/>
                        <a:gd name="connsiteY3" fmla="*/ 10880 h 43284"/>
                        <a:gd name="connsiteX4" fmla="*/ 25991 w 35838"/>
                        <a:gd name="connsiteY4" fmla="*/ 2879 h 43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38" h="43284">
                          <a:moveTo>
                            <a:pt x="25991" y="2879"/>
                          </a:moveTo>
                          <a:cubicBezTo>
                            <a:pt x="34849" y="8785"/>
                            <a:pt x="38373" y="21548"/>
                            <a:pt x="33897" y="31930"/>
                          </a:cubicBezTo>
                          <a:cubicBezTo>
                            <a:pt x="29706" y="42313"/>
                            <a:pt x="19323" y="46408"/>
                            <a:pt x="10084" y="40693"/>
                          </a:cubicBezTo>
                          <a:cubicBezTo>
                            <a:pt x="940" y="34978"/>
                            <a:pt x="-2489" y="21453"/>
                            <a:pt x="1892" y="10880"/>
                          </a:cubicBezTo>
                          <a:cubicBezTo>
                            <a:pt x="6369" y="403"/>
                            <a:pt x="17133" y="-3027"/>
                            <a:pt x="25991" y="287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3" name="Forme libre : forme 1472">
                      <a:extLst>
                        <a:ext uri="{FF2B5EF4-FFF2-40B4-BE49-F238E27FC236}">
                          <a16:creationId xmlns:a16="http://schemas.microsoft.com/office/drawing/2014/main" id="{9ACE0C76-B10A-42F7-AB5B-BDB1F91C17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6328" y="3873069"/>
                      <a:ext cx="32648" cy="43149"/>
                    </a:xfrm>
                    <a:custGeom>
                      <a:avLst/>
                      <a:gdLst>
                        <a:gd name="connsiteX0" fmla="*/ 15240 w 32648"/>
                        <a:gd name="connsiteY0" fmla="*/ 21527 h 43149"/>
                        <a:gd name="connsiteX1" fmla="*/ 0 w 32648"/>
                        <a:gd name="connsiteY1" fmla="*/ 32766 h 43149"/>
                        <a:gd name="connsiteX2" fmla="*/ 6953 w 32648"/>
                        <a:gd name="connsiteY2" fmla="*/ 40577 h 43149"/>
                        <a:gd name="connsiteX3" fmla="*/ 30766 w 32648"/>
                        <a:gd name="connsiteY3" fmla="*/ 31814 h 43149"/>
                        <a:gd name="connsiteX4" fmla="*/ 22860 w 32648"/>
                        <a:gd name="connsiteY4" fmla="*/ 2762 h 43149"/>
                        <a:gd name="connsiteX5" fmla="*/ 14097 w 32648"/>
                        <a:gd name="connsiteY5" fmla="*/ 0 h 43149"/>
                        <a:gd name="connsiteX6" fmla="*/ 15240 w 32648"/>
                        <a:gd name="connsiteY6" fmla="*/ 21527 h 43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48" h="43149">
                          <a:moveTo>
                            <a:pt x="15240" y="21527"/>
                          </a:moveTo>
                          <a:cubicBezTo>
                            <a:pt x="12192" y="28670"/>
                            <a:pt x="6287" y="32671"/>
                            <a:pt x="0" y="32766"/>
                          </a:cubicBezTo>
                          <a:cubicBezTo>
                            <a:pt x="1714" y="35909"/>
                            <a:pt x="3905" y="38672"/>
                            <a:pt x="6953" y="40577"/>
                          </a:cubicBezTo>
                          <a:cubicBezTo>
                            <a:pt x="16097" y="46292"/>
                            <a:pt x="26575" y="42101"/>
                            <a:pt x="30766" y="31814"/>
                          </a:cubicBezTo>
                          <a:cubicBezTo>
                            <a:pt x="35147" y="21431"/>
                            <a:pt x="31623" y="8573"/>
                            <a:pt x="22860" y="2762"/>
                          </a:cubicBezTo>
                          <a:cubicBezTo>
                            <a:pt x="20098" y="858"/>
                            <a:pt x="17050" y="95"/>
                            <a:pt x="14097" y="0"/>
                          </a:cubicBezTo>
                          <a:cubicBezTo>
                            <a:pt x="17431" y="6382"/>
                            <a:pt x="18193" y="14478"/>
                            <a:pt x="15240" y="2152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4" name="Forme libre : forme 1473">
                      <a:extLst>
                        <a:ext uri="{FF2B5EF4-FFF2-40B4-BE49-F238E27FC236}">
                          <a16:creationId xmlns:a16="http://schemas.microsoft.com/office/drawing/2014/main" id="{7C119891-0D4A-4D76-BBBA-B046BFDAEE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2805" y="3876471"/>
                      <a:ext cx="17241" cy="18035"/>
                    </a:xfrm>
                    <a:custGeom>
                      <a:avLst/>
                      <a:gdLst>
                        <a:gd name="connsiteX0" fmla="*/ 8763 w 17241"/>
                        <a:gd name="connsiteY0" fmla="*/ 27 h 18035"/>
                        <a:gd name="connsiteX1" fmla="*/ 17240 w 17241"/>
                        <a:gd name="connsiteY1" fmla="*/ 9552 h 18035"/>
                        <a:gd name="connsiteX2" fmla="*/ 8573 w 17241"/>
                        <a:gd name="connsiteY2" fmla="*/ 18029 h 18035"/>
                        <a:gd name="connsiteX3" fmla="*/ 0 w 17241"/>
                        <a:gd name="connsiteY3" fmla="*/ 8409 h 18035"/>
                        <a:gd name="connsiteX4" fmla="*/ 8763 w 17241"/>
                        <a:gd name="connsiteY4" fmla="*/ 27 h 18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41" h="18035">
                          <a:moveTo>
                            <a:pt x="8763" y="27"/>
                          </a:moveTo>
                          <a:cubicBezTo>
                            <a:pt x="13526" y="408"/>
                            <a:pt x="17336" y="4694"/>
                            <a:pt x="17240" y="9552"/>
                          </a:cubicBezTo>
                          <a:cubicBezTo>
                            <a:pt x="17240" y="14505"/>
                            <a:pt x="13335" y="18220"/>
                            <a:pt x="8573" y="18029"/>
                          </a:cubicBezTo>
                          <a:cubicBezTo>
                            <a:pt x="3810" y="17743"/>
                            <a:pt x="0" y="13457"/>
                            <a:pt x="0" y="8409"/>
                          </a:cubicBezTo>
                          <a:cubicBezTo>
                            <a:pt x="191" y="3361"/>
                            <a:pt x="4001" y="-354"/>
                            <a:pt x="8763" y="2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5" name="Forme libre : forme 1474">
                      <a:extLst>
                        <a:ext uri="{FF2B5EF4-FFF2-40B4-BE49-F238E27FC236}">
                          <a16:creationId xmlns:a16="http://schemas.microsoft.com/office/drawing/2014/main" id="{91CAA5C4-0C47-4871-976D-5D03649817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1956" y="3884707"/>
                      <a:ext cx="5793" cy="7151"/>
                    </a:xfrm>
                    <a:custGeom>
                      <a:avLst/>
                      <a:gdLst>
                        <a:gd name="connsiteX0" fmla="*/ 4182 w 5793"/>
                        <a:gd name="connsiteY0" fmla="*/ 459 h 7151"/>
                        <a:gd name="connsiteX1" fmla="*/ 5516 w 5793"/>
                        <a:gd name="connsiteY1" fmla="*/ 5316 h 7151"/>
                        <a:gd name="connsiteX2" fmla="*/ 1611 w 5793"/>
                        <a:gd name="connsiteY2" fmla="*/ 6650 h 7151"/>
                        <a:gd name="connsiteX3" fmla="*/ 277 w 5793"/>
                        <a:gd name="connsiteY3" fmla="*/ 1792 h 7151"/>
                        <a:gd name="connsiteX4" fmla="*/ 4182 w 5793"/>
                        <a:gd name="connsiteY4" fmla="*/ 459 h 71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3" h="7151">
                          <a:moveTo>
                            <a:pt x="4182" y="459"/>
                          </a:moveTo>
                          <a:cubicBezTo>
                            <a:pt x="5611" y="1411"/>
                            <a:pt x="6183" y="3602"/>
                            <a:pt x="5516" y="5316"/>
                          </a:cubicBezTo>
                          <a:cubicBezTo>
                            <a:pt x="4754" y="7031"/>
                            <a:pt x="3039" y="7698"/>
                            <a:pt x="1611" y="6650"/>
                          </a:cubicBezTo>
                          <a:cubicBezTo>
                            <a:pt x="182" y="5698"/>
                            <a:pt x="-389" y="3507"/>
                            <a:pt x="277" y="1792"/>
                          </a:cubicBezTo>
                          <a:cubicBezTo>
                            <a:pt x="944" y="78"/>
                            <a:pt x="2754" y="-494"/>
                            <a:pt x="4182" y="4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76" name="Graphique 15">
                    <a:extLst>
                      <a:ext uri="{FF2B5EF4-FFF2-40B4-BE49-F238E27FC236}">
                        <a16:creationId xmlns:a16="http://schemas.microsoft.com/office/drawing/2014/main" id="{85291C9D-0B0F-4D61-9115-47E2327E172C}"/>
                      </a:ext>
                    </a:extLst>
                  </p:cNvPr>
                  <p:cNvGrpSpPr/>
                  <p:nvPr/>
                </p:nvGrpSpPr>
                <p:grpSpPr>
                  <a:xfrm>
                    <a:off x="9367360" y="3863544"/>
                    <a:ext cx="35699" cy="41835"/>
                    <a:chOff x="9367360" y="3863544"/>
                    <a:chExt cx="35699" cy="41835"/>
                  </a:xfrm>
                  <a:solidFill>
                    <a:schemeClr val="accent1"/>
                  </a:solidFill>
                </p:grpSpPr>
                <p:sp>
                  <p:nvSpPr>
                    <p:cNvPr id="1477" name="Forme libre : forme 1476">
                      <a:extLst>
                        <a:ext uri="{FF2B5EF4-FFF2-40B4-BE49-F238E27FC236}">
                          <a16:creationId xmlns:a16="http://schemas.microsoft.com/office/drawing/2014/main" id="{66BE3D0F-9DCC-4C65-AD08-724D68B0A2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7360" y="3863568"/>
                      <a:ext cx="35639" cy="41810"/>
                    </a:xfrm>
                    <a:custGeom>
                      <a:avLst/>
                      <a:gdLst>
                        <a:gd name="connsiteX0" fmla="*/ 25927 w 35639"/>
                        <a:gd name="connsiteY0" fmla="*/ 2738 h 41810"/>
                        <a:gd name="connsiteX1" fmla="*/ 33738 w 35639"/>
                        <a:gd name="connsiteY1" fmla="*/ 30837 h 41810"/>
                        <a:gd name="connsiteX2" fmla="*/ 9830 w 35639"/>
                        <a:gd name="connsiteY2" fmla="*/ 39314 h 41810"/>
                        <a:gd name="connsiteX3" fmla="*/ 1924 w 35639"/>
                        <a:gd name="connsiteY3" fmla="*/ 10549 h 41810"/>
                        <a:gd name="connsiteX4" fmla="*/ 25927 w 35639"/>
                        <a:gd name="connsiteY4" fmla="*/ 2738 h 41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39" h="41810">
                          <a:moveTo>
                            <a:pt x="25927" y="2738"/>
                          </a:moveTo>
                          <a:cubicBezTo>
                            <a:pt x="34690" y="8453"/>
                            <a:pt x="38119" y="20740"/>
                            <a:pt x="33738" y="30837"/>
                          </a:cubicBezTo>
                          <a:cubicBezTo>
                            <a:pt x="29261" y="40838"/>
                            <a:pt x="18688" y="44839"/>
                            <a:pt x="9830" y="39314"/>
                          </a:cubicBezTo>
                          <a:cubicBezTo>
                            <a:pt x="1067" y="33790"/>
                            <a:pt x="-2553" y="20740"/>
                            <a:pt x="1924" y="10549"/>
                          </a:cubicBezTo>
                          <a:cubicBezTo>
                            <a:pt x="6306" y="357"/>
                            <a:pt x="17069" y="-2882"/>
                            <a:pt x="25927" y="273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8" name="Forme libre : forme 1477">
                      <a:extLst>
                        <a:ext uri="{FF2B5EF4-FFF2-40B4-BE49-F238E27FC236}">
                          <a16:creationId xmlns:a16="http://schemas.microsoft.com/office/drawing/2014/main" id="{674C1461-9FAE-4423-8148-8817FC303E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70332" y="3863544"/>
                      <a:ext cx="32727" cy="41740"/>
                    </a:xfrm>
                    <a:custGeom>
                      <a:avLst/>
                      <a:gdLst>
                        <a:gd name="connsiteX0" fmla="*/ 15240 w 32727"/>
                        <a:gd name="connsiteY0" fmla="*/ 20955 h 41740"/>
                        <a:gd name="connsiteX1" fmla="*/ 0 w 32727"/>
                        <a:gd name="connsiteY1" fmla="*/ 31718 h 41740"/>
                        <a:gd name="connsiteX2" fmla="*/ 6858 w 32727"/>
                        <a:gd name="connsiteY2" fmla="*/ 39243 h 41740"/>
                        <a:gd name="connsiteX3" fmla="*/ 30766 w 32727"/>
                        <a:gd name="connsiteY3" fmla="*/ 30766 h 41740"/>
                        <a:gd name="connsiteX4" fmla="*/ 22955 w 32727"/>
                        <a:gd name="connsiteY4" fmla="*/ 2667 h 41740"/>
                        <a:gd name="connsiteX5" fmla="*/ 14192 w 32727"/>
                        <a:gd name="connsiteY5" fmla="*/ 0 h 41740"/>
                        <a:gd name="connsiteX6" fmla="*/ 15240 w 32727"/>
                        <a:gd name="connsiteY6" fmla="*/ 20955 h 41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727" h="41740">
                          <a:moveTo>
                            <a:pt x="15240" y="20955"/>
                          </a:moveTo>
                          <a:cubicBezTo>
                            <a:pt x="12192" y="27813"/>
                            <a:pt x="6287" y="31718"/>
                            <a:pt x="0" y="31718"/>
                          </a:cubicBezTo>
                          <a:cubicBezTo>
                            <a:pt x="1619" y="34766"/>
                            <a:pt x="3905" y="37433"/>
                            <a:pt x="6858" y="39243"/>
                          </a:cubicBezTo>
                          <a:cubicBezTo>
                            <a:pt x="15812" y="44768"/>
                            <a:pt x="26289" y="40767"/>
                            <a:pt x="30766" y="30766"/>
                          </a:cubicBezTo>
                          <a:cubicBezTo>
                            <a:pt x="35242" y="20765"/>
                            <a:pt x="31813" y="8382"/>
                            <a:pt x="22955" y="2667"/>
                          </a:cubicBezTo>
                          <a:cubicBezTo>
                            <a:pt x="20193" y="858"/>
                            <a:pt x="17145" y="95"/>
                            <a:pt x="14192" y="0"/>
                          </a:cubicBezTo>
                          <a:cubicBezTo>
                            <a:pt x="17526" y="6382"/>
                            <a:pt x="18193" y="14192"/>
                            <a:pt x="15240" y="2095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79" name="Forme libre : forme 1478">
                      <a:extLst>
                        <a:ext uri="{FF2B5EF4-FFF2-40B4-BE49-F238E27FC236}">
                          <a16:creationId xmlns:a16="http://schemas.microsoft.com/office/drawing/2014/main" id="{AE8139AA-F548-4E74-88A9-F9FC7D5E8C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76998" y="3867041"/>
                      <a:ext cx="17148" cy="17378"/>
                    </a:xfrm>
                    <a:custGeom>
                      <a:avLst/>
                      <a:gdLst>
                        <a:gd name="connsiteX0" fmla="*/ 8670 w 17148"/>
                        <a:gd name="connsiteY0" fmla="*/ 28 h 17378"/>
                        <a:gd name="connsiteX1" fmla="*/ 17147 w 17148"/>
                        <a:gd name="connsiteY1" fmla="*/ 9267 h 17378"/>
                        <a:gd name="connsiteX2" fmla="*/ 8479 w 17148"/>
                        <a:gd name="connsiteY2" fmla="*/ 17363 h 17378"/>
                        <a:gd name="connsiteX3" fmla="*/ 2 w 17148"/>
                        <a:gd name="connsiteY3" fmla="*/ 8124 h 17378"/>
                        <a:gd name="connsiteX4" fmla="*/ 8670 w 17148"/>
                        <a:gd name="connsiteY4" fmla="*/ 28 h 173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48" h="17378">
                          <a:moveTo>
                            <a:pt x="8670" y="28"/>
                          </a:moveTo>
                          <a:cubicBezTo>
                            <a:pt x="13432" y="408"/>
                            <a:pt x="17242" y="4504"/>
                            <a:pt x="17147" y="9267"/>
                          </a:cubicBezTo>
                          <a:cubicBezTo>
                            <a:pt x="17052" y="14029"/>
                            <a:pt x="13242" y="17649"/>
                            <a:pt x="8479" y="17363"/>
                          </a:cubicBezTo>
                          <a:cubicBezTo>
                            <a:pt x="3717" y="17077"/>
                            <a:pt x="-93" y="12981"/>
                            <a:pt x="2" y="8124"/>
                          </a:cubicBezTo>
                          <a:cubicBezTo>
                            <a:pt x="97" y="3266"/>
                            <a:pt x="3907" y="-354"/>
                            <a:pt x="8670" y="2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0" name="Forme libre : forme 1479">
                      <a:extLst>
                        <a:ext uri="{FF2B5EF4-FFF2-40B4-BE49-F238E27FC236}">
                          <a16:creationId xmlns:a16="http://schemas.microsoft.com/office/drawing/2014/main" id="{215B3512-B3AA-465E-8E4D-4D500DC15A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75960" y="3874988"/>
                      <a:ext cx="5793" cy="6901"/>
                    </a:xfrm>
                    <a:custGeom>
                      <a:avLst/>
                      <a:gdLst>
                        <a:gd name="connsiteX0" fmla="*/ 4183 w 5793"/>
                        <a:gd name="connsiteY0" fmla="*/ 462 h 6901"/>
                        <a:gd name="connsiteX1" fmla="*/ 5516 w 5793"/>
                        <a:gd name="connsiteY1" fmla="*/ 5129 h 6901"/>
                        <a:gd name="connsiteX2" fmla="*/ 1611 w 5793"/>
                        <a:gd name="connsiteY2" fmla="*/ 6463 h 6901"/>
                        <a:gd name="connsiteX3" fmla="*/ 277 w 5793"/>
                        <a:gd name="connsiteY3" fmla="*/ 1700 h 6901"/>
                        <a:gd name="connsiteX4" fmla="*/ 4183 w 5793"/>
                        <a:gd name="connsiteY4" fmla="*/ 462 h 6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3" h="6901">
                          <a:moveTo>
                            <a:pt x="4183" y="462"/>
                          </a:moveTo>
                          <a:cubicBezTo>
                            <a:pt x="5611" y="1415"/>
                            <a:pt x="6183" y="3510"/>
                            <a:pt x="5516" y="5129"/>
                          </a:cubicBezTo>
                          <a:cubicBezTo>
                            <a:pt x="4754" y="6749"/>
                            <a:pt x="3040" y="7415"/>
                            <a:pt x="1611" y="6463"/>
                          </a:cubicBezTo>
                          <a:cubicBezTo>
                            <a:pt x="182" y="5510"/>
                            <a:pt x="-390" y="3415"/>
                            <a:pt x="277" y="1700"/>
                          </a:cubicBezTo>
                          <a:cubicBezTo>
                            <a:pt x="1039" y="81"/>
                            <a:pt x="2754" y="-490"/>
                            <a:pt x="4183" y="46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481" name="Graphique 15">
                  <a:extLst>
                    <a:ext uri="{FF2B5EF4-FFF2-40B4-BE49-F238E27FC236}">
                      <a16:creationId xmlns:a16="http://schemas.microsoft.com/office/drawing/2014/main" id="{D477A492-A807-4006-9AF6-B23A532EA1EA}"/>
                    </a:ext>
                  </a:extLst>
                </p:cNvPr>
                <p:cNvGrpSpPr/>
                <p:nvPr/>
              </p:nvGrpSpPr>
              <p:grpSpPr>
                <a:xfrm>
                  <a:off x="9323517" y="4019686"/>
                  <a:ext cx="105778" cy="73085"/>
                  <a:chOff x="9323517" y="4019686"/>
                  <a:chExt cx="105778" cy="73085"/>
                </a:xfrm>
                <a:solidFill>
                  <a:schemeClr val="accent1"/>
                </a:solidFill>
              </p:grpSpPr>
              <p:grpSp>
                <p:nvGrpSpPr>
                  <p:cNvPr id="1482" name="Graphique 15">
                    <a:extLst>
                      <a:ext uri="{FF2B5EF4-FFF2-40B4-BE49-F238E27FC236}">
                        <a16:creationId xmlns:a16="http://schemas.microsoft.com/office/drawing/2014/main" id="{8EC0F9AB-CFE3-4B7B-8543-722344444E07}"/>
                      </a:ext>
                    </a:extLst>
                  </p:cNvPr>
                  <p:cNvGrpSpPr/>
                  <p:nvPr/>
                </p:nvGrpSpPr>
                <p:grpSpPr>
                  <a:xfrm>
                    <a:off x="9392750" y="4050698"/>
                    <a:ext cx="36545" cy="42074"/>
                    <a:chOff x="9392750" y="4050698"/>
                    <a:chExt cx="36545" cy="42074"/>
                  </a:xfrm>
                  <a:solidFill>
                    <a:schemeClr val="accent1"/>
                  </a:solidFill>
                </p:grpSpPr>
                <p:sp>
                  <p:nvSpPr>
                    <p:cNvPr id="1483" name="Forme libre : forme 1482">
                      <a:extLst>
                        <a:ext uri="{FF2B5EF4-FFF2-40B4-BE49-F238E27FC236}">
                          <a16:creationId xmlns:a16="http://schemas.microsoft.com/office/drawing/2014/main" id="{644F8F91-1DB2-43A6-9977-CE776468C5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92845" y="4050698"/>
                      <a:ext cx="36450" cy="42074"/>
                    </a:xfrm>
                    <a:custGeom>
                      <a:avLst/>
                      <a:gdLst>
                        <a:gd name="connsiteX0" fmla="*/ 5205 w 36450"/>
                        <a:gd name="connsiteY0" fmla="*/ 34017 h 42074"/>
                        <a:gd name="connsiteX1" fmla="*/ 5585 w 36450"/>
                        <a:gd name="connsiteY1" fmla="*/ 4204 h 42074"/>
                        <a:gd name="connsiteX2" fmla="*/ 31398 w 36450"/>
                        <a:gd name="connsiteY2" fmla="*/ 8204 h 42074"/>
                        <a:gd name="connsiteX3" fmla="*/ 30922 w 36450"/>
                        <a:gd name="connsiteY3" fmla="*/ 37446 h 42074"/>
                        <a:gd name="connsiteX4" fmla="*/ 5205 w 36450"/>
                        <a:gd name="connsiteY4" fmla="*/ 34017 h 420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50" h="42074">
                          <a:moveTo>
                            <a:pt x="5205" y="34017"/>
                          </a:moveTo>
                          <a:cubicBezTo>
                            <a:pt x="-1844" y="24682"/>
                            <a:pt x="-1749" y="11157"/>
                            <a:pt x="5585" y="4204"/>
                          </a:cubicBezTo>
                          <a:cubicBezTo>
                            <a:pt x="12920" y="-2750"/>
                            <a:pt x="24445" y="-845"/>
                            <a:pt x="31398" y="8204"/>
                          </a:cubicBezTo>
                          <a:cubicBezTo>
                            <a:pt x="38351" y="17253"/>
                            <a:pt x="38066" y="30112"/>
                            <a:pt x="30922" y="37446"/>
                          </a:cubicBezTo>
                          <a:cubicBezTo>
                            <a:pt x="23778" y="44685"/>
                            <a:pt x="12348" y="43351"/>
                            <a:pt x="5205" y="3401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4" name="Forme libre : forme 1483">
                      <a:extLst>
                        <a:ext uri="{FF2B5EF4-FFF2-40B4-BE49-F238E27FC236}">
                          <a16:creationId xmlns:a16="http://schemas.microsoft.com/office/drawing/2014/main" id="{0BD2DF3E-1C06-465D-BFF2-48FDF2496D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92750" y="4050726"/>
                      <a:ext cx="35875" cy="40370"/>
                    </a:xfrm>
                    <a:custGeom>
                      <a:avLst/>
                      <a:gdLst>
                        <a:gd name="connsiteX0" fmla="*/ 17968 w 35875"/>
                        <a:gd name="connsiteY0" fmla="*/ 20654 h 40370"/>
                        <a:gd name="connsiteX1" fmla="*/ 35875 w 35875"/>
                        <a:gd name="connsiteY1" fmla="*/ 17987 h 40370"/>
                        <a:gd name="connsiteX2" fmla="*/ 31398 w 35875"/>
                        <a:gd name="connsiteY2" fmla="*/ 8176 h 40370"/>
                        <a:gd name="connsiteX3" fmla="*/ 5586 w 35875"/>
                        <a:gd name="connsiteY3" fmla="*/ 4175 h 40370"/>
                        <a:gd name="connsiteX4" fmla="*/ 5205 w 35875"/>
                        <a:gd name="connsiteY4" fmla="*/ 33988 h 40370"/>
                        <a:gd name="connsiteX5" fmla="*/ 13015 w 35875"/>
                        <a:gd name="connsiteY5" fmla="*/ 40370 h 40370"/>
                        <a:gd name="connsiteX6" fmla="*/ 17968 w 35875"/>
                        <a:gd name="connsiteY6" fmla="*/ 20654 h 40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75" h="40370">
                          <a:moveTo>
                            <a:pt x="17968" y="20654"/>
                          </a:moveTo>
                          <a:cubicBezTo>
                            <a:pt x="22921" y="15796"/>
                            <a:pt x="29779" y="15129"/>
                            <a:pt x="35875" y="17987"/>
                          </a:cubicBezTo>
                          <a:cubicBezTo>
                            <a:pt x="35113" y="14558"/>
                            <a:pt x="33684" y="11129"/>
                            <a:pt x="31398" y="8176"/>
                          </a:cubicBezTo>
                          <a:cubicBezTo>
                            <a:pt x="24445" y="-778"/>
                            <a:pt x="12920" y="-2778"/>
                            <a:pt x="5586" y="4175"/>
                          </a:cubicBezTo>
                          <a:cubicBezTo>
                            <a:pt x="-1749" y="11129"/>
                            <a:pt x="-1844" y="24654"/>
                            <a:pt x="5205" y="33988"/>
                          </a:cubicBezTo>
                          <a:cubicBezTo>
                            <a:pt x="7490" y="36941"/>
                            <a:pt x="10157" y="39037"/>
                            <a:pt x="13015" y="40370"/>
                          </a:cubicBezTo>
                          <a:cubicBezTo>
                            <a:pt x="11586" y="33036"/>
                            <a:pt x="13110" y="25416"/>
                            <a:pt x="17968" y="2065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5" name="Forme libre : forme 1484">
                      <a:extLst>
                        <a:ext uri="{FF2B5EF4-FFF2-40B4-BE49-F238E27FC236}">
                          <a16:creationId xmlns:a16="http://schemas.microsoft.com/office/drawing/2014/main" id="{04B18B3B-852F-430A-AC91-E93AD9788A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99560" y="4070384"/>
                      <a:ext cx="17233" cy="18140"/>
                    </a:xfrm>
                    <a:custGeom>
                      <a:avLst/>
                      <a:gdLst>
                        <a:gd name="connsiteX0" fmla="*/ 6110 w 17233"/>
                        <a:gd name="connsiteY0" fmla="*/ 16997 h 18140"/>
                        <a:gd name="connsiteX1" fmla="*/ 395 w 17233"/>
                        <a:gd name="connsiteY1" fmla="*/ 4615 h 18140"/>
                        <a:gd name="connsiteX2" fmla="*/ 11158 w 17233"/>
                        <a:gd name="connsiteY2" fmla="*/ 1186 h 18140"/>
                        <a:gd name="connsiteX3" fmla="*/ 16873 w 17233"/>
                        <a:gd name="connsiteY3" fmla="*/ 13473 h 18140"/>
                        <a:gd name="connsiteX4" fmla="*/ 6110 w 17233"/>
                        <a:gd name="connsiteY4" fmla="*/ 16997 h 18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33" h="18140">
                          <a:moveTo>
                            <a:pt x="6110" y="16997"/>
                          </a:moveTo>
                          <a:cubicBezTo>
                            <a:pt x="1538" y="14616"/>
                            <a:pt x="-1034" y="8997"/>
                            <a:pt x="395" y="4615"/>
                          </a:cubicBezTo>
                          <a:cubicBezTo>
                            <a:pt x="1824" y="234"/>
                            <a:pt x="6586" y="-1290"/>
                            <a:pt x="11158" y="1186"/>
                          </a:cubicBezTo>
                          <a:cubicBezTo>
                            <a:pt x="15730" y="3663"/>
                            <a:pt x="18207" y="9092"/>
                            <a:pt x="16873" y="13473"/>
                          </a:cubicBezTo>
                          <a:cubicBezTo>
                            <a:pt x="15445" y="17760"/>
                            <a:pt x="10682" y="19474"/>
                            <a:pt x="6110" y="169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6" name="Forme libre : forme 1485">
                      <a:extLst>
                        <a:ext uri="{FF2B5EF4-FFF2-40B4-BE49-F238E27FC236}">
                          <a16:creationId xmlns:a16="http://schemas.microsoft.com/office/drawing/2014/main" id="{9CF569D9-EBEA-4EAC-99C0-11C5941207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12539" y="4076550"/>
                      <a:ext cx="5977" cy="6869"/>
                    </a:xfrm>
                    <a:custGeom>
                      <a:avLst/>
                      <a:gdLst>
                        <a:gd name="connsiteX0" fmla="*/ 846 w 5977"/>
                        <a:gd name="connsiteY0" fmla="*/ 5593 h 6869"/>
                        <a:gd name="connsiteX1" fmla="*/ 941 w 5977"/>
                        <a:gd name="connsiteY1" fmla="*/ 735 h 6869"/>
                        <a:gd name="connsiteX2" fmla="*/ 5132 w 5977"/>
                        <a:gd name="connsiteY2" fmla="*/ 1306 h 6869"/>
                        <a:gd name="connsiteX3" fmla="*/ 5037 w 5977"/>
                        <a:gd name="connsiteY3" fmla="*/ 6164 h 6869"/>
                        <a:gd name="connsiteX4" fmla="*/ 846 w 5977"/>
                        <a:gd name="connsiteY4" fmla="*/ 5593 h 6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7" h="6869">
                          <a:moveTo>
                            <a:pt x="846" y="5593"/>
                          </a:moveTo>
                          <a:cubicBezTo>
                            <a:pt x="-297" y="4069"/>
                            <a:pt x="-297" y="1878"/>
                            <a:pt x="941" y="735"/>
                          </a:cubicBezTo>
                          <a:cubicBezTo>
                            <a:pt x="2084" y="-408"/>
                            <a:pt x="3989" y="-218"/>
                            <a:pt x="5132" y="1306"/>
                          </a:cubicBezTo>
                          <a:cubicBezTo>
                            <a:pt x="6275" y="2830"/>
                            <a:pt x="6275" y="4926"/>
                            <a:pt x="5037" y="6164"/>
                          </a:cubicBezTo>
                          <a:cubicBezTo>
                            <a:pt x="3894" y="7307"/>
                            <a:pt x="1989" y="7021"/>
                            <a:pt x="846" y="559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87" name="Graphique 15">
                    <a:extLst>
                      <a:ext uri="{FF2B5EF4-FFF2-40B4-BE49-F238E27FC236}">
                        <a16:creationId xmlns:a16="http://schemas.microsoft.com/office/drawing/2014/main" id="{F1FAFCA3-9720-4EF8-85EC-4D030770E9FA}"/>
                      </a:ext>
                    </a:extLst>
                  </p:cNvPr>
                  <p:cNvGrpSpPr/>
                  <p:nvPr/>
                </p:nvGrpSpPr>
                <p:grpSpPr>
                  <a:xfrm>
                    <a:off x="9359383" y="4029284"/>
                    <a:ext cx="36448" cy="43220"/>
                    <a:chOff x="9359383" y="4029284"/>
                    <a:chExt cx="36448" cy="43220"/>
                  </a:xfrm>
                  <a:solidFill>
                    <a:schemeClr val="accent1"/>
                  </a:solidFill>
                </p:grpSpPr>
                <p:sp>
                  <p:nvSpPr>
                    <p:cNvPr id="1488" name="Forme libre : forme 1487">
                      <a:extLst>
                        <a:ext uri="{FF2B5EF4-FFF2-40B4-BE49-F238E27FC236}">
                          <a16:creationId xmlns:a16="http://schemas.microsoft.com/office/drawing/2014/main" id="{6EFE2C3C-121A-4FB4-AA70-CD4D05B452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59407" y="4029379"/>
                      <a:ext cx="36423" cy="43125"/>
                    </a:xfrm>
                    <a:custGeom>
                      <a:avLst/>
                      <a:gdLst>
                        <a:gd name="connsiteX0" fmla="*/ 4829 w 36423"/>
                        <a:gd name="connsiteY0" fmla="*/ 34381 h 43125"/>
                        <a:gd name="connsiteX1" fmla="*/ 6163 w 36423"/>
                        <a:gd name="connsiteY1" fmla="*/ 3901 h 43125"/>
                        <a:gd name="connsiteX2" fmla="*/ 31785 w 36423"/>
                        <a:gd name="connsiteY2" fmla="*/ 9044 h 43125"/>
                        <a:gd name="connsiteX3" fmla="*/ 30832 w 36423"/>
                        <a:gd name="connsiteY3" fmla="*/ 38857 h 43125"/>
                        <a:gd name="connsiteX4" fmla="*/ 4829 w 36423"/>
                        <a:gd name="connsiteY4" fmla="*/ 34381 h 43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23" h="43125">
                          <a:moveTo>
                            <a:pt x="4829" y="34381"/>
                          </a:moveTo>
                          <a:cubicBezTo>
                            <a:pt x="-2219" y="24570"/>
                            <a:pt x="-1362" y="10663"/>
                            <a:pt x="6163" y="3901"/>
                          </a:cubicBezTo>
                          <a:cubicBezTo>
                            <a:pt x="13687" y="-2957"/>
                            <a:pt x="25213" y="-481"/>
                            <a:pt x="31785" y="9044"/>
                          </a:cubicBezTo>
                          <a:cubicBezTo>
                            <a:pt x="38166" y="18665"/>
                            <a:pt x="38071" y="31714"/>
                            <a:pt x="30832" y="38857"/>
                          </a:cubicBezTo>
                          <a:cubicBezTo>
                            <a:pt x="23498" y="45906"/>
                            <a:pt x="11973" y="44096"/>
                            <a:pt x="4829" y="3438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89" name="Forme libre : forme 1488">
                      <a:extLst>
                        <a:ext uri="{FF2B5EF4-FFF2-40B4-BE49-F238E27FC236}">
                          <a16:creationId xmlns:a16="http://schemas.microsoft.com/office/drawing/2014/main" id="{06CD6114-08CA-4A16-9BC0-29736413A1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59383" y="4029284"/>
                      <a:ext cx="35809" cy="41143"/>
                    </a:xfrm>
                    <a:custGeom>
                      <a:avLst/>
                      <a:gdLst>
                        <a:gd name="connsiteX0" fmla="*/ 17807 w 35809"/>
                        <a:gd name="connsiteY0" fmla="*/ 21331 h 41143"/>
                        <a:gd name="connsiteX1" fmla="*/ 35809 w 35809"/>
                        <a:gd name="connsiteY1" fmla="*/ 19331 h 41143"/>
                        <a:gd name="connsiteX2" fmla="*/ 31714 w 35809"/>
                        <a:gd name="connsiteY2" fmla="*/ 9044 h 41143"/>
                        <a:gd name="connsiteX3" fmla="*/ 6091 w 35809"/>
                        <a:gd name="connsiteY3" fmla="*/ 3901 h 41143"/>
                        <a:gd name="connsiteX4" fmla="*/ 4758 w 35809"/>
                        <a:gd name="connsiteY4" fmla="*/ 34381 h 41143"/>
                        <a:gd name="connsiteX5" fmla="*/ 12664 w 35809"/>
                        <a:gd name="connsiteY5" fmla="*/ 41143 h 41143"/>
                        <a:gd name="connsiteX6" fmla="*/ 17807 w 35809"/>
                        <a:gd name="connsiteY6" fmla="*/ 21331 h 41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09" h="41143">
                          <a:moveTo>
                            <a:pt x="17807" y="21331"/>
                          </a:moveTo>
                          <a:cubicBezTo>
                            <a:pt x="22856" y="16569"/>
                            <a:pt x="29809" y="16188"/>
                            <a:pt x="35809" y="19331"/>
                          </a:cubicBezTo>
                          <a:cubicBezTo>
                            <a:pt x="35238" y="15712"/>
                            <a:pt x="33905" y="12187"/>
                            <a:pt x="31714" y="9044"/>
                          </a:cubicBezTo>
                          <a:cubicBezTo>
                            <a:pt x="25141" y="-481"/>
                            <a:pt x="13712" y="-2957"/>
                            <a:pt x="6091" y="3901"/>
                          </a:cubicBezTo>
                          <a:cubicBezTo>
                            <a:pt x="-1338" y="10758"/>
                            <a:pt x="-2195" y="24665"/>
                            <a:pt x="4758" y="34381"/>
                          </a:cubicBezTo>
                          <a:cubicBezTo>
                            <a:pt x="7044" y="37429"/>
                            <a:pt x="9806" y="39715"/>
                            <a:pt x="12664" y="41143"/>
                          </a:cubicBezTo>
                          <a:cubicBezTo>
                            <a:pt x="11140" y="33714"/>
                            <a:pt x="12664" y="26094"/>
                            <a:pt x="17807" y="2133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0" name="Forme libre : forme 1489">
                      <a:extLst>
                        <a:ext uri="{FF2B5EF4-FFF2-40B4-BE49-F238E27FC236}">
                          <a16:creationId xmlns:a16="http://schemas.microsoft.com/office/drawing/2014/main" id="{C3C06970-5173-4729-B422-7E471EE94D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5855" y="4049343"/>
                      <a:ext cx="17342" cy="18684"/>
                    </a:xfrm>
                    <a:custGeom>
                      <a:avLst/>
                      <a:gdLst>
                        <a:gd name="connsiteX0" fmla="*/ 6096 w 17342"/>
                        <a:gd name="connsiteY0" fmla="*/ 17369 h 18684"/>
                        <a:gd name="connsiteX1" fmla="*/ 476 w 17342"/>
                        <a:gd name="connsiteY1" fmla="*/ 4510 h 18684"/>
                        <a:gd name="connsiteX2" fmla="*/ 11335 w 17342"/>
                        <a:gd name="connsiteY2" fmla="*/ 1367 h 18684"/>
                        <a:gd name="connsiteX3" fmla="*/ 16955 w 17342"/>
                        <a:gd name="connsiteY3" fmla="*/ 14035 h 18684"/>
                        <a:gd name="connsiteX4" fmla="*/ 6096 w 17342"/>
                        <a:gd name="connsiteY4" fmla="*/ 17369 h 186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42" h="18684">
                          <a:moveTo>
                            <a:pt x="6096" y="17369"/>
                          </a:moveTo>
                          <a:cubicBezTo>
                            <a:pt x="1524" y="14702"/>
                            <a:pt x="-1143" y="8987"/>
                            <a:pt x="476" y="4510"/>
                          </a:cubicBezTo>
                          <a:cubicBezTo>
                            <a:pt x="2000" y="33"/>
                            <a:pt x="6953" y="-1300"/>
                            <a:pt x="11335" y="1367"/>
                          </a:cubicBezTo>
                          <a:cubicBezTo>
                            <a:pt x="15716" y="4129"/>
                            <a:pt x="18383" y="9654"/>
                            <a:pt x="16955" y="14035"/>
                          </a:cubicBezTo>
                          <a:cubicBezTo>
                            <a:pt x="15526" y="18512"/>
                            <a:pt x="10668" y="20036"/>
                            <a:pt x="6096" y="1736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1" name="Forme libre : forme 1490">
                      <a:extLst>
                        <a:ext uri="{FF2B5EF4-FFF2-40B4-BE49-F238E27FC236}">
                          <a16:creationId xmlns:a16="http://schemas.microsoft.com/office/drawing/2014/main" id="{E244302C-26AA-4AEC-BB79-D2545381B0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78821" y="4056019"/>
                      <a:ext cx="6072" cy="7071"/>
                    </a:xfrm>
                    <a:custGeom>
                      <a:avLst/>
                      <a:gdLst>
                        <a:gd name="connsiteX0" fmla="*/ 846 w 6072"/>
                        <a:gd name="connsiteY0" fmla="*/ 5645 h 7071"/>
                        <a:gd name="connsiteX1" fmla="*/ 941 w 6072"/>
                        <a:gd name="connsiteY1" fmla="*/ 692 h 7071"/>
                        <a:gd name="connsiteX2" fmla="*/ 5227 w 6072"/>
                        <a:gd name="connsiteY2" fmla="*/ 1454 h 7071"/>
                        <a:gd name="connsiteX3" fmla="*/ 5132 w 6072"/>
                        <a:gd name="connsiteY3" fmla="*/ 6407 h 7071"/>
                        <a:gd name="connsiteX4" fmla="*/ 846 w 6072"/>
                        <a:gd name="connsiteY4" fmla="*/ 5645 h 70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2" h="7071">
                          <a:moveTo>
                            <a:pt x="846" y="5645"/>
                          </a:moveTo>
                          <a:cubicBezTo>
                            <a:pt x="-297" y="4121"/>
                            <a:pt x="-297" y="1835"/>
                            <a:pt x="941" y="692"/>
                          </a:cubicBezTo>
                          <a:cubicBezTo>
                            <a:pt x="2179" y="-451"/>
                            <a:pt x="4084" y="-165"/>
                            <a:pt x="5227" y="1454"/>
                          </a:cubicBezTo>
                          <a:cubicBezTo>
                            <a:pt x="6370" y="2978"/>
                            <a:pt x="6370" y="5169"/>
                            <a:pt x="5132" y="6407"/>
                          </a:cubicBezTo>
                          <a:cubicBezTo>
                            <a:pt x="3894" y="7550"/>
                            <a:pt x="1989" y="7169"/>
                            <a:pt x="846" y="56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492" name="Graphique 15">
                    <a:extLst>
                      <a:ext uri="{FF2B5EF4-FFF2-40B4-BE49-F238E27FC236}">
                        <a16:creationId xmlns:a16="http://schemas.microsoft.com/office/drawing/2014/main" id="{26AB9B50-3001-4C7F-9896-46301D8650E0}"/>
                      </a:ext>
                    </a:extLst>
                  </p:cNvPr>
                  <p:cNvGrpSpPr/>
                  <p:nvPr/>
                </p:nvGrpSpPr>
                <p:grpSpPr>
                  <a:xfrm>
                    <a:off x="9323517" y="4019686"/>
                    <a:ext cx="36367" cy="44667"/>
                    <a:chOff x="9323517" y="4019686"/>
                    <a:chExt cx="36367" cy="44667"/>
                  </a:xfrm>
                  <a:solidFill>
                    <a:schemeClr val="accent1"/>
                  </a:solidFill>
                </p:grpSpPr>
                <p:sp>
                  <p:nvSpPr>
                    <p:cNvPr id="1493" name="Forme libre : forme 1492">
                      <a:extLst>
                        <a:ext uri="{FF2B5EF4-FFF2-40B4-BE49-F238E27FC236}">
                          <a16:creationId xmlns:a16="http://schemas.microsoft.com/office/drawing/2014/main" id="{92D29EEF-C386-491B-8DA0-EA9155A0B1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3517" y="4019711"/>
                      <a:ext cx="36367" cy="44642"/>
                    </a:xfrm>
                    <a:custGeom>
                      <a:avLst/>
                      <a:gdLst>
                        <a:gd name="connsiteX0" fmla="*/ 4715 w 36367"/>
                        <a:gd name="connsiteY0" fmla="*/ 35095 h 44642"/>
                        <a:gd name="connsiteX1" fmla="*/ 6048 w 36367"/>
                        <a:gd name="connsiteY1" fmla="*/ 3757 h 44642"/>
                        <a:gd name="connsiteX2" fmla="*/ 31766 w 36367"/>
                        <a:gd name="connsiteY2" fmla="*/ 9663 h 44642"/>
                        <a:gd name="connsiteX3" fmla="*/ 30337 w 36367"/>
                        <a:gd name="connsiteY3" fmla="*/ 40429 h 44642"/>
                        <a:gd name="connsiteX4" fmla="*/ 4715 w 36367"/>
                        <a:gd name="connsiteY4" fmla="*/ 35095 h 44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367" h="44642">
                          <a:moveTo>
                            <a:pt x="4715" y="35095"/>
                          </a:moveTo>
                          <a:cubicBezTo>
                            <a:pt x="-2048" y="24808"/>
                            <a:pt x="-1476" y="10615"/>
                            <a:pt x="6048" y="3757"/>
                          </a:cubicBezTo>
                          <a:cubicBezTo>
                            <a:pt x="13573" y="-3101"/>
                            <a:pt x="25194" y="-243"/>
                            <a:pt x="31766" y="9663"/>
                          </a:cubicBezTo>
                          <a:cubicBezTo>
                            <a:pt x="38433" y="19664"/>
                            <a:pt x="37767" y="33285"/>
                            <a:pt x="30337" y="40429"/>
                          </a:cubicBezTo>
                          <a:cubicBezTo>
                            <a:pt x="23003" y="47668"/>
                            <a:pt x="11478" y="45382"/>
                            <a:pt x="4715" y="3509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4" name="Forme libre : forme 1493">
                      <a:extLst>
                        <a:ext uri="{FF2B5EF4-FFF2-40B4-BE49-F238E27FC236}">
                          <a16:creationId xmlns:a16="http://schemas.microsoft.com/office/drawing/2014/main" id="{C68F703E-E9D2-4547-9105-0A5C22BD7C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3574" y="4019686"/>
                      <a:ext cx="35899" cy="42358"/>
                    </a:xfrm>
                    <a:custGeom>
                      <a:avLst/>
                      <a:gdLst>
                        <a:gd name="connsiteX0" fmla="*/ 17802 w 35899"/>
                        <a:gd name="connsiteY0" fmla="*/ 21975 h 42358"/>
                        <a:gd name="connsiteX1" fmla="*/ 35899 w 35899"/>
                        <a:gd name="connsiteY1" fmla="*/ 20356 h 42358"/>
                        <a:gd name="connsiteX2" fmla="*/ 31804 w 35899"/>
                        <a:gd name="connsiteY2" fmla="*/ 9688 h 42358"/>
                        <a:gd name="connsiteX3" fmla="*/ 6086 w 35899"/>
                        <a:gd name="connsiteY3" fmla="*/ 3782 h 42358"/>
                        <a:gd name="connsiteX4" fmla="*/ 4753 w 35899"/>
                        <a:gd name="connsiteY4" fmla="*/ 35120 h 42358"/>
                        <a:gd name="connsiteX5" fmla="*/ 12373 w 35899"/>
                        <a:gd name="connsiteY5" fmla="*/ 42359 h 42358"/>
                        <a:gd name="connsiteX6" fmla="*/ 17802 w 35899"/>
                        <a:gd name="connsiteY6" fmla="*/ 21975 h 42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99" h="42358">
                          <a:moveTo>
                            <a:pt x="17802" y="21975"/>
                          </a:moveTo>
                          <a:cubicBezTo>
                            <a:pt x="22946" y="17213"/>
                            <a:pt x="29899" y="17022"/>
                            <a:pt x="35899" y="20356"/>
                          </a:cubicBezTo>
                          <a:cubicBezTo>
                            <a:pt x="35233" y="16641"/>
                            <a:pt x="33995" y="13022"/>
                            <a:pt x="31804" y="9688"/>
                          </a:cubicBezTo>
                          <a:cubicBezTo>
                            <a:pt x="25136" y="-313"/>
                            <a:pt x="13611" y="-3076"/>
                            <a:pt x="6086" y="3782"/>
                          </a:cubicBezTo>
                          <a:cubicBezTo>
                            <a:pt x="-1438" y="10640"/>
                            <a:pt x="-2105" y="24832"/>
                            <a:pt x="4753" y="35120"/>
                          </a:cubicBezTo>
                          <a:cubicBezTo>
                            <a:pt x="6944" y="38358"/>
                            <a:pt x="9611" y="40739"/>
                            <a:pt x="12373" y="42359"/>
                          </a:cubicBezTo>
                          <a:cubicBezTo>
                            <a:pt x="10944" y="34548"/>
                            <a:pt x="12754" y="26642"/>
                            <a:pt x="17802" y="2197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5" name="Forme libre : forme 1494">
                      <a:extLst>
                        <a:ext uri="{FF2B5EF4-FFF2-40B4-BE49-F238E27FC236}">
                          <a16:creationId xmlns:a16="http://schemas.microsoft.com/office/drawing/2014/main" id="{49CBB46C-A673-4C00-A1F9-7DEE78AABF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9962" y="4040227"/>
                      <a:ext cx="17208" cy="19390"/>
                    </a:xfrm>
                    <a:custGeom>
                      <a:avLst/>
                      <a:gdLst>
                        <a:gd name="connsiteX0" fmla="*/ 5794 w 17208"/>
                        <a:gd name="connsiteY0" fmla="*/ 17912 h 19390"/>
                        <a:gd name="connsiteX1" fmla="*/ 461 w 17208"/>
                        <a:gd name="connsiteY1" fmla="*/ 4482 h 19390"/>
                        <a:gd name="connsiteX2" fmla="*/ 11414 w 17208"/>
                        <a:gd name="connsiteY2" fmla="*/ 1529 h 19390"/>
                        <a:gd name="connsiteX3" fmla="*/ 16748 w 17208"/>
                        <a:gd name="connsiteY3" fmla="*/ 14864 h 19390"/>
                        <a:gd name="connsiteX4" fmla="*/ 5794 w 17208"/>
                        <a:gd name="connsiteY4" fmla="*/ 17912 h 19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08" h="19390">
                          <a:moveTo>
                            <a:pt x="5794" y="17912"/>
                          </a:moveTo>
                          <a:cubicBezTo>
                            <a:pt x="1318" y="15055"/>
                            <a:pt x="-1064" y="8959"/>
                            <a:pt x="461" y="4482"/>
                          </a:cubicBezTo>
                          <a:cubicBezTo>
                            <a:pt x="1985" y="-90"/>
                            <a:pt x="6937" y="-1328"/>
                            <a:pt x="11414" y="1529"/>
                          </a:cubicBezTo>
                          <a:cubicBezTo>
                            <a:pt x="15891" y="4387"/>
                            <a:pt x="18272" y="10292"/>
                            <a:pt x="16748" y="14864"/>
                          </a:cubicBezTo>
                          <a:cubicBezTo>
                            <a:pt x="15129" y="19341"/>
                            <a:pt x="10271" y="20770"/>
                            <a:pt x="5794" y="1791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496" name="Forme libre : forme 1495">
                      <a:extLst>
                        <a:ext uri="{FF2B5EF4-FFF2-40B4-BE49-F238E27FC236}">
                          <a16:creationId xmlns:a16="http://schemas.microsoft.com/office/drawing/2014/main" id="{993DB804-88F1-4394-AE01-5AE68D70C5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2861" y="4047289"/>
                      <a:ext cx="5983" cy="7386"/>
                    </a:xfrm>
                    <a:custGeom>
                      <a:avLst/>
                      <a:gdLst>
                        <a:gd name="connsiteX0" fmla="*/ 801 w 5983"/>
                        <a:gd name="connsiteY0" fmla="*/ 5802 h 7386"/>
                        <a:gd name="connsiteX1" fmla="*/ 992 w 5983"/>
                        <a:gd name="connsiteY1" fmla="*/ 659 h 7386"/>
                        <a:gd name="connsiteX2" fmla="*/ 5183 w 5983"/>
                        <a:gd name="connsiteY2" fmla="*/ 1516 h 7386"/>
                        <a:gd name="connsiteX3" fmla="*/ 4992 w 5983"/>
                        <a:gd name="connsiteY3" fmla="*/ 6660 h 7386"/>
                        <a:gd name="connsiteX4" fmla="*/ 801 w 5983"/>
                        <a:gd name="connsiteY4" fmla="*/ 5802 h 7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83" h="7386">
                          <a:moveTo>
                            <a:pt x="801" y="5802"/>
                          </a:moveTo>
                          <a:cubicBezTo>
                            <a:pt x="-342" y="4183"/>
                            <a:pt x="-247" y="1802"/>
                            <a:pt x="992" y="659"/>
                          </a:cubicBezTo>
                          <a:cubicBezTo>
                            <a:pt x="2230" y="-484"/>
                            <a:pt x="4135" y="-103"/>
                            <a:pt x="5183" y="1516"/>
                          </a:cubicBezTo>
                          <a:cubicBezTo>
                            <a:pt x="6326" y="3135"/>
                            <a:pt x="6230" y="5421"/>
                            <a:pt x="4992" y="6660"/>
                          </a:cubicBezTo>
                          <a:cubicBezTo>
                            <a:pt x="3849" y="7898"/>
                            <a:pt x="1944" y="7517"/>
                            <a:pt x="801" y="580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497" name="Graphique 15">
                <a:extLst>
                  <a:ext uri="{FF2B5EF4-FFF2-40B4-BE49-F238E27FC236}">
                    <a16:creationId xmlns:a16="http://schemas.microsoft.com/office/drawing/2014/main" id="{AAD8FF5E-D6C5-47F0-90E2-58C5E4201EE6}"/>
                  </a:ext>
                </a:extLst>
              </p:cNvPr>
              <p:cNvGrpSpPr/>
              <p:nvPr/>
            </p:nvGrpSpPr>
            <p:grpSpPr>
              <a:xfrm>
                <a:off x="9290603" y="3361386"/>
                <a:ext cx="510846" cy="397287"/>
                <a:chOff x="9290603" y="3361386"/>
                <a:chExt cx="510846" cy="397287"/>
              </a:xfrm>
              <a:solidFill>
                <a:schemeClr val="accent1"/>
              </a:solidFill>
            </p:grpSpPr>
            <p:sp>
              <p:nvSpPr>
                <p:cNvPr id="1498" name="Forme libre : forme 1497">
                  <a:extLst>
                    <a:ext uri="{FF2B5EF4-FFF2-40B4-BE49-F238E27FC236}">
                      <a16:creationId xmlns:a16="http://schemas.microsoft.com/office/drawing/2014/main" id="{07F53CB4-B030-461A-8E8C-74757E52EBF6}"/>
                    </a:ext>
                  </a:extLst>
                </p:cNvPr>
                <p:cNvSpPr/>
                <p:nvPr/>
              </p:nvSpPr>
              <p:spPr>
                <a:xfrm>
                  <a:off x="9292037" y="3361386"/>
                  <a:ext cx="502071" cy="397287"/>
                </a:xfrm>
                <a:custGeom>
                  <a:avLst/>
                  <a:gdLst>
                    <a:gd name="connsiteX0" fmla="*/ 57150 w 502071"/>
                    <a:gd name="connsiteY0" fmla="*/ 397288 h 397287"/>
                    <a:gd name="connsiteX1" fmla="*/ 96012 w 502071"/>
                    <a:gd name="connsiteY1" fmla="*/ 265557 h 397287"/>
                    <a:gd name="connsiteX2" fmla="*/ 133350 w 502071"/>
                    <a:gd name="connsiteY2" fmla="*/ 309467 h 397287"/>
                    <a:gd name="connsiteX3" fmla="*/ 179356 w 502071"/>
                    <a:gd name="connsiteY3" fmla="*/ 341376 h 397287"/>
                    <a:gd name="connsiteX4" fmla="*/ 288417 w 502071"/>
                    <a:gd name="connsiteY4" fmla="*/ 368808 h 397287"/>
                    <a:gd name="connsiteX5" fmla="*/ 376238 w 502071"/>
                    <a:gd name="connsiteY5" fmla="*/ 362712 h 397287"/>
                    <a:gd name="connsiteX6" fmla="*/ 441198 w 502071"/>
                    <a:gd name="connsiteY6" fmla="*/ 343757 h 397287"/>
                    <a:gd name="connsiteX7" fmla="*/ 501015 w 502071"/>
                    <a:gd name="connsiteY7" fmla="*/ 287750 h 397287"/>
                    <a:gd name="connsiteX8" fmla="*/ 463391 w 502071"/>
                    <a:gd name="connsiteY8" fmla="*/ 211645 h 397287"/>
                    <a:gd name="connsiteX9" fmla="*/ 334137 w 502071"/>
                    <a:gd name="connsiteY9" fmla="*/ 136684 h 397287"/>
                    <a:gd name="connsiteX10" fmla="*/ 223075 w 502071"/>
                    <a:gd name="connsiteY10" fmla="*/ 120396 h 397287"/>
                    <a:gd name="connsiteX11" fmla="*/ 168307 w 502071"/>
                    <a:gd name="connsiteY11" fmla="*/ 132398 h 397287"/>
                    <a:gd name="connsiteX12" fmla="*/ 116872 w 502071"/>
                    <a:gd name="connsiteY12" fmla="*/ 158782 h 397287"/>
                    <a:gd name="connsiteX13" fmla="*/ 131731 w 502071"/>
                    <a:gd name="connsiteY13" fmla="*/ 21908 h 397287"/>
                    <a:gd name="connsiteX14" fmla="*/ 78962 w 502071"/>
                    <a:gd name="connsiteY14" fmla="*/ 0 h 397287"/>
                    <a:gd name="connsiteX15" fmla="*/ 67151 w 502071"/>
                    <a:gd name="connsiteY15" fmla="*/ 204407 h 397287"/>
                    <a:gd name="connsiteX16" fmla="*/ 0 w 502071"/>
                    <a:gd name="connsiteY16" fmla="*/ 397288 h 397287"/>
                    <a:gd name="connsiteX17" fmla="*/ 57150 w 502071"/>
                    <a:gd name="connsiteY17" fmla="*/ 397288 h 397287"/>
                    <a:gd name="connsiteX18" fmla="*/ 317754 w 502071"/>
                    <a:gd name="connsiteY18" fmla="*/ 186881 h 397287"/>
                    <a:gd name="connsiteX19" fmla="*/ 423863 w 502071"/>
                    <a:gd name="connsiteY19" fmla="*/ 238506 h 397287"/>
                    <a:gd name="connsiteX20" fmla="*/ 445008 w 502071"/>
                    <a:gd name="connsiteY20" fmla="*/ 276320 h 397287"/>
                    <a:gd name="connsiteX21" fmla="*/ 404241 w 502071"/>
                    <a:gd name="connsiteY21" fmla="*/ 307562 h 397287"/>
                    <a:gd name="connsiteX22" fmla="*/ 292037 w 502071"/>
                    <a:gd name="connsiteY22" fmla="*/ 315944 h 397287"/>
                    <a:gd name="connsiteX23" fmla="*/ 203073 w 502071"/>
                    <a:gd name="connsiteY23" fmla="*/ 286322 h 397287"/>
                    <a:gd name="connsiteX24" fmla="*/ 138684 w 502071"/>
                    <a:gd name="connsiteY24" fmla="*/ 218503 h 397287"/>
                    <a:gd name="connsiteX25" fmla="*/ 179546 w 502071"/>
                    <a:gd name="connsiteY25" fmla="*/ 193739 h 397287"/>
                    <a:gd name="connsiteX26" fmla="*/ 224028 w 502071"/>
                    <a:gd name="connsiteY26" fmla="*/ 180308 h 397287"/>
                    <a:gd name="connsiteX27" fmla="*/ 317754 w 502071"/>
                    <a:gd name="connsiteY27" fmla="*/ 186881 h 397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02071" h="397287">
                      <a:moveTo>
                        <a:pt x="57150" y="397288"/>
                      </a:moveTo>
                      <a:cubicBezTo>
                        <a:pt x="57721" y="347853"/>
                        <a:pt x="71628" y="301657"/>
                        <a:pt x="96012" y="265557"/>
                      </a:cubicBezTo>
                      <a:cubicBezTo>
                        <a:pt x="107061" y="282131"/>
                        <a:pt x="119158" y="296704"/>
                        <a:pt x="133350" y="309467"/>
                      </a:cubicBezTo>
                      <a:cubicBezTo>
                        <a:pt x="147542" y="322135"/>
                        <a:pt x="162973" y="332803"/>
                        <a:pt x="179356" y="341376"/>
                      </a:cubicBezTo>
                      <a:cubicBezTo>
                        <a:pt x="211931" y="358521"/>
                        <a:pt x="249460" y="367379"/>
                        <a:pt x="288417" y="368808"/>
                      </a:cubicBezTo>
                      <a:cubicBezTo>
                        <a:pt x="321659" y="370046"/>
                        <a:pt x="350901" y="367379"/>
                        <a:pt x="376238" y="362712"/>
                      </a:cubicBezTo>
                      <a:cubicBezTo>
                        <a:pt x="401860" y="358045"/>
                        <a:pt x="423672" y="351473"/>
                        <a:pt x="441198" y="343757"/>
                      </a:cubicBezTo>
                      <a:cubicBezTo>
                        <a:pt x="476536" y="328327"/>
                        <a:pt x="497014" y="309372"/>
                        <a:pt x="501015" y="287750"/>
                      </a:cubicBezTo>
                      <a:cubicBezTo>
                        <a:pt x="506158" y="264319"/>
                        <a:pt x="492347" y="238792"/>
                        <a:pt x="463391" y="211645"/>
                      </a:cubicBezTo>
                      <a:cubicBezTo>
                        <a:pt x="434721" y="185071"/>
                        <a:pt x="390335" y="157639"/>
                        <a:pt x="334137" y="136684"/>
                      </a:cubicBezTo>
                      <a:cubicBezTo>
                        <a:pt x="297371" y="123063"/>
                        <a:pt x="260032" y="117062"/>
                        <a:pt x="223075" y="120396"/>
                      </a:cubicBezTo>
                      <a:cubicBezTo>
                        <a:pt x="204692" y="122110"/>
                        <a:pt x="185928" y="125920"/>
                        <a:pt x="168307" y="132398"/>
                      </a:cubicBezTo>
                      <a:cubicBezTo>
                        <a:pt x="150686" y="138875"/>
                        <a:pt x="133445" y="147637"/>
                        <a:pt x="116872" y="158782"/>
                      </a:cubicBezTo>
                      <a:cubicBezTo>
                        <a:pt x="108871" y="116300"/>
                        <a:pt x="112490" y="67723"/>
                        <a:pt x="131731" y="21908"/>
                      </a:cubicBezTo>
                      <a:lnTo>
                        <a:pt x="78962" y="0"/>
                      </a:lnTo>
                      <a:cubicBezTo>
                        <a:pt x="49911" y="69818"/>
                        <a:pt x="48101" y="144018"/>
                        <a:pt x="67151" y="204407"/>
                      </a:cubicBezTo>
                      <a:cubicBezTo>
                        <a:pt x="26194" y="252889"/>
                        <a:pt x="0" y="322135"/>
                        <a:pt x="0" y="397288"/>
                      </a:cubicBezTo>
                      <a:lnTo>
                        <a:pt x="57150" y="397288"/>
                      </a:lnTo>
                      <a:close/>
                      <a:moveTo>
                        <a:pt x="317754" y="186881"/>
                      </a:moveTo>
                      <a:cubicBezTo>
                        <a:pt x="377666" y="204692"/>
                        <a:pt x="408337" y="225361"/>
                        <a:pt x="423863" y="238506"/>
                      </a:cubicBezTo>
                      <a:cubicBezTo>
                        <a:pt x="440055" y="252222"/>
                        <a:pt x="447580" y="265176"/>
                        <a:pt x="445008" y="276320"/>
                      </a:cubicBezTo>
                      <a:cubicBezTo>
                        <a:pt x="443294" y="287750"/>
                        <a:pt x="429006" y="299180"/>
                        <a:pt x="404241" y="307562"/>
                      </a:cubicBezTo>
                      <a:cubicBezTo>
                        <a:pt x="379286" y="315754"/>
                        <a:pt x="341852" y="321183"/>
                        <a:pt x="292037" y="315944"/>
                      </a:cubicBezTo>
                      <a:cubicBezTo>
                        <a:pt x="259556" y="312515"/>
                        <a:pt x="229362" y="302705"/>
                        <a:pt x="203073" y="286322"/>
                      </a:cubicBezTo>
                      <a:cubicBezTo>
                        <a:pt x="176403" y="269939"/>
                        <a:pt x="154781" y="246983"/>
                        <a:pt x="138684" y="218503"/>
                      </a:cubicBezTo>
                      <a:cubicBezTo>
                        <a:pt x="151257" y="208312"/>
                        <a:pt x="165354" y="200120"/>
                        <a:pt x="179546" y="193739"/>
                      </a:cubicBezTo>
                      <a:cubicBezTo>
                        <a:pt x="193834" y="187357"/>
                        <a:pt x="208502" y="182785"/>
                        <a:pt x="224028" y="180308"/>
                      </a:cubicBezTo>
                      <a:cubicBezTo>
                        <a:pt x="254794" y="175260"/>
                        <a:pt x="286417" y="177736"/>
                        <a:pt x="317754" y="186881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99" name="Forme libre : forme 1498">
                  <a:extLst>
                    <a:ext uri="{FF2B5EF4-FFF2-40B4-BE49-F238E27FC236}">
                      <a16:creationId xmlns:a16="http://schemas.microsoft.com/office/drawing/2014/main" id="{504E1933-353F-4885-BF96-FD50C5D32E47}"/>
                    </a:ext>
                  </a:extLst>
                </p:cNvPr>
                <p:cNvSpPr/>
                <p:nvPr/>
              </p:nvSpPr>
              <p:spPr>
                <a:xfrm>
                  <a:off x="9577882" y="3491402"/>
                  <a:ext cx="216035" cy="239094"/>
                </a:xfrm>
                <a:custGeom>
                  <a:avLst/>
                  <a:gdLst>
                    <a:gd name="connsiteX0" fmla="*/ 150971 w 216035"/>
                    <a:gd name="connsiteY0" fmla="*/ 73723 h 239094"/>
                    <a:gd name="connsiteX1" fmla="*/ 182213 w 216035"/>
                    <a:gd name="connsiteY1" fmla="*/ 114490 h 239094"/>
                    <a:gd name="connsiteX2" fmla="*/ 187928 w 216035"/>
                    <a:gd name="connsiteY2" fmla="*/ 152781 h 239094"/>
                    <a:gd name="connsiteX3" fmla="*/ 171355 w 216035"/>
                    <a:gd name="connsiteY3" fmla="*/ 182785 h 239094"/>
                    <a:gd name="connsiteX4" fmla="*/ 134398 w 216035"/>
                    <a:gd name="connsiteY4" fmla="*/ 208693 h 239094"/>
                    <a:gd name="connsiteX5" fmla="*/ 77248 w 216035"/>
                    <a:gd name="connsiteY5" fmla="*/ 228790 h 239094"/>
                    <a:gd name="connsiteX6" fmla="*/ 0 w 216035"/>
                    <a:gd name="connsiteY6" fmla="*/ 238601 h 239094"/>
                    <a:gd name="connsiteX7" fmla="*/ 2381 w 216035"/>
                    <a:gd name="connsiteY7" fmla="*/ 238792 h 239094"/>
                    <a:gd name="connsiteX8" fmla="*/ 90202 w 216035"/>
                    <a:gd name="connsiteY8" fmla="*/ 232696 h 239094"/>
                    <a:gd name="connsiteX9" fmla="*/ 155162 w 216035"/>
                    <a:gd name="connsiteY9" fmla="*/ 213741 h 239094"/>
                    <a:gd name="connsiteX10" fmla="*/ 214979 w 216035"/>
                    <a:gd name="connsiteY10" fmla="*/ 157734 h 239094"/>
                    <a:gd name="connsiteX11" fmla="*/ 177355 w 216035"/>
                    <a:gd name="connsiteY11" fmla="*/ 81629 h 239094"/>
                    <a:gd name="connsiteX12" fmla="*/ 48101 w 216035"/>
                    <a:gd name="connsiteY12" fmla="*/ 6667 h 239094"/>
                    <a:gd name="connsiteX13" fmla="*/ 27813 w 216035"/>
                    <a:gd name="connsiteY13" fmla="*/ 0 h 239094"/>
                    <a:gd name="connsiteX14" fmla="*/ 150971 w 216035"/>
                    <a:gd name="connsiteY14" fmla="*/ 73723 h 239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16035" h="239094">
                      <a:moveTo>
                        <a:pt x="150971" y="73723"/>
                      </a:moveTo>
                      <a:cubicBezTo>
                        <a:pt x="165068" y="87535"/>
                        <a:pt x="176308" y="101441"/>
                        <a:pt x="182213" y="114490"/>
                      </a:cubicBezTo>
                      <a:cubicBezTo>
                        <a:pt x="188309" y="127635"/>
                        <a:pt x="190881" y="140494"/>
                        <a:pt x="187928" y="152781"/>
                      </a:cubicBezTo>
                      <a:cubicBezTo>
                        <a:pt x="186309" y="163544"/>
                        <a:pt x="180118" y="173355"/>
                        <a:pt x="171355" y="182785"/>
                      </a:cubicBezTo>
                      <a:cubicBezTo>
                        <a:pt x="162782" y="192214"/>
                        <a:pt x="149828" y="200787"/>
                        <a:pt x="134398" y="208693"/>
                      </a:cubicBezTo>
                      <a:cubicBezTo>
                        <a:pt x="118967" y="216503"/>
                        <a:pt x="99822" y="223456"/>
                        <a:pt x="77248" y="228790"/>
                      </a:cubicBezTo>
                      <a:cubicBezTo>
                        <a:pt x="54673" y="234124"/>
                        <a:pt x="29242" y="237839"/>
                        <a:pt x="0" y="238601"/>
                      </a:cubicBezTo>
                      <a:lnTo>
                        <a:pt x="2381" y="238792"/>
                      </a:lnTo>
                      <a:cubicBezTo>
                        <a:pt x="35623" y="240030"/>
                        <a:pt x="64865" y="237363"/>
                        <a:pt x="90202" y="232696"/>
                      </a:cubicBezTo>
                      <a:cubicBezTo>
                        <a:pt x="115824" y="228029"/>
                        <a:pt x="137636" y="221456"/>
                        <a:pt x="155162" y="213741"/>
                      </a:cubicBezTo>
                      <a:cubicBezTo>
                        <a:pt x="190500" y="198310"/>
                        <a:pt x="210979" y="179356"/>
                        <a:pt x="214979" y="157734"/>
                      </a:cubicBezTo>
                      <a:cubicBezTo>
                        <a:pt x="220123" y="134302"/>
                        <a:pt x="206311" y="108775"/>
                        <a:pt x="177355" y="81629"/>
                      </a:cubicBezTo>
                      <a:cubicBezTo>
                        <a:pt x="148685" y="55054"/>
                        <a:pt x="104299" y="27622"/>
                        <a:pt x="48101" y="6667"/>
                      </a:cubicBezTo>
                      <a:cubicBezTo>
                        <a:pt x="41338" y="4191"/>
                        <a:pt x="34576" y="2000"/>
                        <a:pt x="27813" y="0"/>
                      </a:cubicBezTo>
                      <a:cubicBezTo>
                        <a:pt x="81343" y="20669"/>
                        <a:pt x="123634" y="47434"/>
                        <a:pt x="150971" y="73723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0" name="Forme libre : forme 1499">
                  <a:extLst>
                    <a:ext uri="{FF2B5EF4-FFF2-40B4-BE49-F238E27FC236}">
                      <a16:creationId xmlns:a16="http://schemas.microsoft.com/office/drawing/2014/main" id="{BE2BEF19-B82C-4DE0-95BD-07D1E7B62BA8}"/>
                    </a:ext>
                  </a:extLst>
                </p:cNvPr>
                <p:cNvSpPr/>
                <p:nvPr/>
              </p:nvSpPr>
              <p:spPr>
                <a:xfrm>
                  <a:off x="9353959" y="3450159"/>
                  <a:ext cx="136006" cy="247554"/>
                </a:xfrm>
                <a:custGeom>
                  <a:avLst/>
                  <a:gdLst>
                    <a:gd name="connsiteX0" fmla="*/ 561 w 136006"/>
                    <a:gd name="connsiteY0" fmla="*/ 0 h 247554"/>
                    <a:gd name="connsiteX1" fmla="*/ 85 w 136006"/>
                    <a:gd name="connsiteY1" fmla="*/ 8192 h 247554"/>
                    <a:gd name="connsiteX2" fmla="*/ 276 w 136006"/>
                    <a:gd name="connsiteY2" fmla="*/ 30480 h 247554"/>
                    <a:gd name="connsiteX3" fmla="*/ 3228 w 136006"/>
                    <a:gd name="connsiteY3" fmla="*/ 63246 h 247554"/>
                    <a:gd name="connsiteX4" fmla="*/ 11992 w 136006"/>
                    <a:gd name="connsiteY4" fmla="*/ 102775 h 247554"/>
                    <a:gd name="connsiteX5" fmla="*/ 28470 w 136006"/>
                    <a:gd name="connsiteY5" fmla="*/ 144971 h 247554"/>
                    <a:gd name="connsiteX6" fmla="*/ 39804 w 136006"/>
                    <a:gd name="connsiteY6" fmla="*/ 165735 h 247554"/>
                    <a:gd name="connsiteX7" fmla="*/ 53997 w 136006"/>
                    <a:gd name="connsiteY7" fmla="*/ 185642 h 247554"/>
                    <a:gd name="connsiteX8" fmla="*/ 89525 w 136006"/>
                    <a:gd name="connsiteY8" fmla="*/ 220885 h 247554"/>
                    <a:gd name="connsiteX9" fmla="*/ 136007 w 136006"/>
                    <a:gd name="connsiteY9" fmla="*/ 247555 h 247554"/>
                    <a:gd name="connsiteX10" fmla="*/ 116862 w 136006"/>
                    <a:gd name="connsiteY10" fmla="*/ 236125 h 247554"/>
                    <a:gd name="connsiteX11" fmla="*/ 72285 w 136006"/>
                    <a:gd name="connsiteY11" fmla="*/ 196977 h 247554"/>
                    <a:gd name="connsiteX12" fmla="*/ 46948 w 136006"/>
                    <a:gd name="connsiteY12" fmla="*/ 164021 h 247554"/>
                    <a:gd name="connsiteX13" fmla="*/ 24279 w 136006"/>
                    <a:gd name="connsiteY13" fmla="*/ 120682 h 247554"/>
                    <a:gd name="connsiteX14" fmla="*/ 7419 w 136006"/>
                    <a:gd name="connsiteY14" fmla="*/ 66104 h 247554"/>
                    <a:gd name="connsiteX15" fmla="*/ 561 w 136006"/>
                    <a:gd name="connsiteY15" fmla="*/ 0 h 247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36006" h="247554">
                      <a:moveTo>
                        <a:pt x="561" y="0"/>
                      </a:moveTo>
                      <a:cubicBezTo>
                        <a:pt x="561" y="0"/>
                        <a:pt x="85" y="2858"/>
                        <a:pt x="85" y="8192"/>
                      </a:cubicBezTo>
                      <a:cubicBezTo>
                        <a:pt x="-10" y="13430"/>
                        <a:pt x="-105" y="21146"/>
                        <a:pt x="276" y="30480"/>
                      </a:cubicBezTo>
                      <a:cubicBezTo>
                        <a:pt x="752" y="39910"/>
                        <a:pt x="1228" y="50959"/>
                        <a:pt x="3228" y="63246"/>
                      </a:cubicBezTo>
                      <a:cubicBezTo>
                        <a:pt x="5229" y="75533"/>
                        <a:pt x="8086" y="88963"/>
                        <a:pt x="11992" y="102775"/>
                      </a:cubicBezTo>
                      <a:cubicBezTo>
                        <a:pt x="15801" y="116586"/>
                        <a:pt x="21707" y="130969"/>
                        <a:pt x="28470" y="144971"/>
                      </a:cubicBezTo>
                      <a:cubicBezTo>
                        <a:pt x="31899" y="152019"/>
                        <a:pt x="35613" y="158877"/>
                        <a:pt x="39804" y="165735"/>
                      </a:cubicBezTo>
                      <a:cubicBezTo>
                        <a:pt x="44186" y="172593"/>
                        <a:pt x="48948" y="179261"/>
                        <a:pt x="53997" y="185642"/>
                      </a:cubicBezTo>
                      <a:cubicBezTo>
                        <a:pt x="64284" y="198501"/>
                        <a:pt x="75809" y="210407"/>
                        <a:pt x="89525" y="220885"/>
                      </a:cubicBezTo>
                      <a:cubicBezTo>
                        <a:pt x="103336" y="231362"/>
                        <a:pt x="118767" y="240411"/>
                        <a:pt x="136007" y="247555"/>
                      </a:cubicBezTo>
                      <a:cubicBezTo>
                        <a:pt x="136007" y="247555"/>
                        <a:pt x="128577" y="244126"/>
                        <a:pt x="116862" y="236125"/>
                      </a:cubicBezTo>
                      <a:cubicBezTo>
                        <a:pt x="105051" y="228124"/>
                        <a:pt x="88858" y="215646"/>
                        <a:pt x="72285" y="196977"/>
                      </a:cubicBezTo>
                      <a:cubicBezTo>
                        <a:pt x="63998" y="187643"/>
                        <a:pt x="55235" y="176689"/>
                        <a:pt x="46948" y="164021"/>
                      </a:cubicBezTo>
                      <a:cubicBezTo>
                        <a:pt x="39043" y="151447"/>
                        <a:pt x="31327" y="137065"/>
                        <a:pt x="24279" y="120682"/>
                      </a:cubicBezTo>
                      <a:cubicBezTo>
                        <a:pt x="17230" y="104394"/>
                        <a:pt x="11992" y="86296"/>
                        <a:pt x="7419" y="66104"/>
                      </a:cubicBezTo>
                      <a:cubicBezTo>
                        <a:pt x="3228" y="45911"/>
                        <a:pt x="943" y="23908"/>
                        <a:pt x="56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1" name="Forme libre : forme 1500">
                  <a:extLst>
                    <a:ext uri="{FF2B5EF4-FFF2-40B4-BE49-F238E27FC236}">
                      <a16:creationId xmlns:a16="http://schemas.microsoft.com/office/drawing/2014/main" id="{F44B3F24-0EBF-4212-AAD5-3A51CE7A2BDD}"/>
                    </a:ext>
                  </a:extLst>
                </p:cNvPr>
                <p:cNvSpPr/>
                <p:nvPr/>
              </p:nvSpPr>
              <p:spPr>
                <a:xfrm>
                  <a:off x="9409004" y="3515377"/>
                  <a:ext cx="236505" cy="64607"/>
                </a:xfrm>
                <a:custGeom>
                  <a:avLst/>
                  <a:gdLst>
                    <a:gd name="connsiteX0" fmla="*/ 0 w 236505"/>
                    <a:gd name="connsiteY0" fmla="*/ 4791 h 64607"/>
                    <a:gd name="connsiteX1" fmla="*/ 5905 w 236505"/>
                    <a:gd name="connsiteY1" fmla="*/ 28317 h 64607"/>
                    <a:gd name="connsiteX2" fmla="*/ 21717 w 236505"/>
                    <a:gd name="connsiteY2" fmla="*/ 64608 h 64607"/>
                    <a:gd name="connsiteX3" fmla="*/ 37719 w 236505"/>
                    <a:gd name="connsiteY3" fmla="*/ 52511 h 64607"/>
                    <a:gd name="connsiteX4" fmla="*/ 82677 w 236505"/>
                    <a:gd name="connsiteY4" fmla="*/ 31366 h 64607"/>
                    <a:gd name="connsiteX5" fmla="*/ 151162 w 236505"/>
                    <a:gd name="connsiteY5" fmla="*/ 23460 h 64607"/>
                    <a:gd name="connsiteX6" fmla="*/ 236506 w 236505"/>
                    <a:gd name="connsiteY6" fmla="*/ 45082 h 64607"/>
                    <a:gd name="connsiteX7" fmla="*/ 178689 w 236505"/>
                    <a:gd name="connsiteY7" fmla="*/ 15459 h 64607"/>
                    <a:gd name="connsiteX8" fmla="*/ 33623 w 236505"/>
                    <a:gd name="connsiteY8" fmla="*/ 11649 h 64607"/>
                    <a:gd name="connsiteX9" fmla="*/ 10096 w 236505"/>
                    <a:gd name="connsiteY9" fmla="*/ 10791 h 64607"/>
                    <a:gd name="connsiteX10" fmla="*/ 0 w 236505"/>
                    <a:gd name="connsiteY10" fmla="*/ 4791 h 64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6505" h="64607">
                      <a:moveTo>
                        <a:pt x="0" y="4791"/>
                      </a:moveTo>
                      <a:cubicBezTo>
                        <a:pt x="0" y="4791"/>
                        <a:pt x="2191" y="15554"/>
                        <a:pt x="5905" y="28317"/>
                      </a:cubicBezTo>
                      <a:cubicBezTo>
                        <a:pt x="9811" y="41176"/>
                        <a:pt x="14954" y="55845"/>
                        <a:pt x="21717" y="64608"/>
                      </a:cubicBezTo>
                      <a:cubicBezTo>
                        <a:pt x="21717" y="64608"/>
                        <a:pt x="27051" y="59274"/>
                        <a:pt x="37719" y="52511"/>
                      </a:cubicBezTo>
                      <a:cubicBezTo>
                        <a:pt x="48292" y="45653"/>
                        <a:pt x="63532" y="37366"/>
                        <a:pt x="82677" y="31366"/>
                      </a:cubicBezTo>
                      <a:cubicBezTo>
                        <a:pt x="101822" y="25365"/>
                        <a:pt x="125349" y="21841"/>
                        <a:pt x="151162" y="23460"/>
                      </a:cubicBezTo>
                      <a:cubicBezTo>
                        <a:pt x="177070" y="24984"/>
                        <a:pt x="205740" y="31842"/>
                        <a:pt x="236506" y="45082"/>
                      </a:cubicBezTo>
                      <a:cubicBezTo>
                        <a:pt x="236506" y="45082"/>
                        <a:pt x="214598" y="29175"/>
                        <a:pt x="178689" y="15459"/>
                      </a:cubicBezTo>
                      <a:cubicBezTo>
                        <a:pt x="142685" y="2219"/>
                        <a:pt x="92869" y="-9592"/>
                        <a:pt x="33623" y="11649"/>
                      </a:cubicBezTo>
                      <a:cubicBezTo>
                        <a:pt x="24670" y="14887"/>
                        <a:pt x="16383" y="13363"/>
                        <a:pt x="10096" y="10791"/>
                      </a:cubicBezTo>
                      <a:cubicBezTo>
                        <a:pt x="4001" y="8124"/>
                        <a:pt x="0" y="4791"/>
                        <a:pt x="0" y="4791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02" name="Forme libre : forme 1501">
                  <a:extLst>
                    <a:ext uri="{FF2B5EF4-FFF2-40B4-BE49-F238E27FC236}">
                      <a16:creationId xmlns:a16="http://schemas.microsoft.com/office/drawing/2014/main" id="{F0E907BE-B033-45A2-900A-DFF13F3889D0}"/>
                    </a:ext>
                  </a:extLst>
                </p:cNvPr>
                <p:cNvSpPr/>
                <p:nvPr/>
              </p:nvSpPr>
              <p:spPr>
                <a:xfrm>
                  <a:off x="9350358" y="3609036"/>
                  <a:ext cx="37690" cy="120110"/>
                </a:xfrm>
                <a:custGeom>
                  <a:avLst/>
                  <a:gdLst>
                    <a:gd name="connsiteX0" fmla="*/ 37691 w 37690"/>
                    <a:gd name="connsiteY0" fmla="*/ 17907 h 120110"/>
                    <a:gd name="connsiteX1" fmla="*/ 25975 w 37690"/>
                    <a:gd name="connsiteY1" fmla="*/ 0 h 120110"/>
                    <a:gd name="connsiteX2" fmla="*/ 21403 w 37690"/>
                    <a:gd name="connsiteY2" fmla="*/ 8763 h 120110"/>
                    <a:gd name="connsiteX3" fmla="*/ 11497 w 37690"/>
                    <a:gd name="connsiteY3" fmla="*/ 33624 h 120110"/>
                    <a:gd name="connsiteX4" fmla="*/ 6258 w 37690"/>
                    <a:gd name="connsiteY4" fmla="*/ 51245 h 120110"/>
                    <a:gd name="connsiteX5" fmla="*/ 2448 w 37690"/>
                    <a:gd name="connsiteY5" fmla="*/ 71914 h 120110"/>
                    <a:gd name="connsiteX6" fmla="*/ 829 w 37690"/>
                    <a:gd name="connsiteY6" fmla="*/ 120110 h 120110"/>
                    <a:gd name="connsiteX7" fmla="*/ 1877 w 37690"/>
                    <a:gd name="connsiteY7" fmla="*/ 111157 h 120110"/>
                    <a:gd name="connsiteX8" fmla="*/ 6734 w 37690"/>
                    <a:gd name="connsiteY8" fmla="*/ 87630 h 120110"/>
                    <a:gd name="connsiteX9" fmla="*/ 17784 w 37690"/>
                    <a:gd name="connsiteY9" fmla="*/ 54674 h 120110"/>
                    <a:gd name="connsiteX10" fmla="*/ 37691 w 37690"/>
                    <a:gd name="connsiteY10" fmla="*/ 17907 h 120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690" h="120110">
                      <a:moveTo>
                        <a:pt x="37691" y="17907"/>
                      </a:moveTo>
                      <a:cubicBezTo>
                        <a:pt x="37691" y="17907"/>
                        <a:pt x="30452" y="9144"/>
                        <a:pt x="25975" y="0"/>
                      </a:cubicBezTo>
                      <a:cubicBezTo>
                        <a:pt x="25975" y="0"/>
                        <a:pt x="23975" y="3048"/>
                        <a:pt x="21403" y="8763"/>
                      </a:cubicBezTo>
                      <a:cubicBezTo>
                        <a:pt x="18736" y="14478"/>
                        <a:pt x="15117" y="22955"/>
                        <a:pt x="11497" y="33624"/>
                      </a:cubicBezTo>
                      <a:cubicBezTo>
                        <a:pt x="9687" y="38958"/>
                        <a:pt x="7782" y="44863"/>
                        <a:pt x="6258" y="51245"/>
                      </a:cubicBezTo>
                      <a:cubicBezTo>
                        <a:pt x="4830" y="57626"/>
                        <a:pt x="3496" y="64580"/>
                        <a:pt x="2448" y="71914"/>
                      </a:cubicBezTo>
                      <a:cubicBezTo>
                        <a:pt x="258" y="86583"/>
                        <a:pt x="-885" y="102870"/>
                        <a:pt x="829" y="120110"/>
                      </a:cubicBezTo>
                      <a:cubicBezTo>
                        <a:pt x="829" y="120110"/>
                        <a:pt x="1020" y="116872"/>
                        <a:pt x="1877" y="111157"/>
                      </a:cubicBezTo>
                      <a:cubicBezTo>
                        <a:pt x="2639" y="105442"/>
                        <a:pt x="3972" y="97346"/>
                        <a:pt x="6734" y="87630"/>
                      </a:cubicBezTo>
                      <a:cubicBezTo>
                        <a:pt x="9401" y="77915"/>
                        <a:pt x="13021" y="66580"/>
                        <a:pt x="17784" y="54674"/>
                      </a:cubicBezTo>
                      <a:cubicBezTo>
                        <a:pt x="22832" y="42767"/>
                        <a:pt x="29595" y="30194"/>
                        <a:pt x="37691" y="17907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503" name="Graphique 15">
                  <a:extLst>
                    <a:ext uri="{FF2B5EF4-FFF2-40B4-BE49-F238E27FC236}">
                      <a16:creationId xmlns:a16="http://schemas.microsoft.com/office/drawing/2014/main" id="{35490ADB-029F-4D80-A1AA-D145E15F4BB1}"/>
                    </a:ext>
                  </a:extLst>
                </p:cNvPr>
                <p:cNvGrpSpPr/>
                <p:nvPr/>
              </p:nvGrpSpPr>
              <p:grpSpPr>
                <a:xfrm>
                  <a:off x="9391725" y="3607067"/>
                  <a:ext cx="99023" cy="73836"/>
                  <a:chOff x="9391725" y="3607067"/>
                  <a:chExt cx="99023" cy="73836"/>
                </a:xfrm>
                <a:solidFill>
                  <a:schemeClr val="accent1"/>
                </a:solidFill>
              </p:grpSpPr>
              <p:grpSp>
                <p:nvGrpSpPr>
                  <p:cNvPr id="1504" name="Graphique 15">
                    <a:extLst>
                      <a:ext uri="{FF2B5EF4-FFF2-40B4-BE49-F238E27FC236}">
                        <a16:creationId xmlns:a16="http://schemas.microsoft.com/office/drawing/2014/main" id="{22042847-DC67-4386-804F-08EE5256058D}"/>
                      </a:ext>
                    </a:extLst>
                  </p:cNvPr>
                  <p:cNvGrpSpPr/>
                  <p:nvPr/>
                </p:nvGrpSpPr>
                <p:grpSpPr>
                  <a:xfrm>
                    <a:off x="9391725" y="3640249"/>
                    <a:ext cx="35755" cy="40654"/>
                    <a:chOff x="9391725" y="3640249"/>
                    <a:chExt cx="35755" cy="40654"/>
                  </a:xfrm>
                  <a:solidFill>
                    <a:schemeClr val="accent1"/>
                  </a:solidFill>
                </p:grpSpPr>
                <p:sp>
                  <p:nvSpPr>
                    <p:cNvPr id="1505" name="Forme libre : forme 1504">
                      <a:extLst>
                        <a:ext uri="{FF2B5EF4-FFF2-40B4-BE49-F238E27FC236}">
                          <a16:creationId xmlns:a16="http://schemas.microsoft.com/office/drawing/2014/main" id="{9DFC35D1-74C2-48CF-8D22-8D1EB796D0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91725" y="3640249"/>
                      <a:ext cx="35755" cy="40558"/>
                    </a:xfrm>
                    <a:custGeom>
                      <a:avLst/>
                      <a:gdLst>
                        <a:gd name="connsiteX0" fmla="*/ 20422 w 35755"/>
                        <a:gd name="connsiteY0" fmla="*/ 124 h 40558"/>
                        <a:gd name="connsiteX1" fmla="*/ 35567 w 35755"/>
                        <a:gd name="connsiteY1" fmla="*/ 22127 h 40558"/>
                        <a:gd name="connsiteX2" fmla="*/ 16136 w 35755"/>
                        <a:gd name="connsiteY2" fmla="*/ 40510 h 40558"/>
                        <a:gd name="connsiteX3" fmla="*/ 134 w 35755"/>
                        <a:gd name="connsiteY3" fmla="*/ 18412 h 40558"/>
                        <a:gd name="connsiteX4" fmla="*/ 20422 w 35755"/>
                        <a:gd name="connsiteY4" fmla="*/ 124 h 40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55" h="40558">
                          <a:moveTo>
                            <a:pt x="20422" y="124"/>
                          </a:moveTo>
                          <a:cubicBezTo>
                            <a:pt x="30137" y="1457"/>
                            <a:pt x="36995" y="11268"/>
                            <a:pt x="35567" y="22127"/>
                          </a:cubicBezTo>
                          <a:cubicBezTo>
                            <a:pt x="34423" y="32985"/>
                            <a:pt x="25946" y="41272"/>
                            <a:pt x="16136" y="40510"/>
                          </a:cubicBezTo>
                          <a:cubicBezTo>
                            <a:pt x="6420" y="39748"/>
                            <a:pt x="-1105" y="29842"/>
                            <a:pt x="134" y="18412"/>
                          </a:cubicBezTo>
                          <a:cubicBezTo>
                            <a:pt x="1562" y="7077"/>
                            <a:pt x="10706" y="-1115"/>
                            <a:pt x="20422" y="12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6" name="Forme libre : forme 1505">
                      <a:extLst>
                        <a:ext uri="{FF2B5EF4-FFF2-40B4-BE49-F238E27FC236}">
                          <a16:creationId xmlns:a16="http://schemas.microsoft.com/office/drawing/2014/main" id="{A4EB467B-7EEE-4110-8D95-10AA6786C7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99288" y="3640353"/>
                      <a:ext cx="28171" cy="40550"/>
                    </a:xfrm>
                    <a:custGeom>
                      <a:avLst/>
                      <a:gdLst>
                        <a:gd name="connsiteX0" fmla="*/ 10763 w 28171"/>
                        <a:gd name="connsiteY0" fmla="*/ 20118 h 40550"/>
                        <a:gd name="connsiteX1" fmla="*/ 0 w 28171"/>
                        <a:gd name="connsiteY1" fmla="*/ 36978 h 40550"/>
                        <a:gd name="connsiteX2" fmla="*/ 8572 w 28171"/>
                        <a:gd name="connsiteY2" fmla="*/ 40502 h 40550"/>
                        <a:gd name="connsiteX3" fmla="*/ 28004 w 28171"/>
                        <a:gd name="connsiteY3" fmla="*/ 22119 h 40550"/>
                        <a:gd name="connsiteX4" fmla="*/ 12859 w 28171"/>
                        <a:gd name="connsiteY4" fmla="*/ 116 h 40550"/>
                        <a:gd name="connsiteX5" fmla="*/ 4000 w 28171"/>
                        <a:gd name="connsiteY5" fmla="*/ 1640 h 40550"/>
                        <a:gd name="connsiteX6" fmla="*/ 10763 w 28171"/>
                        <a:gd name="connsiteY6" fmla="*/ 20118 h 405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171" h="40550">
                          <a:moveTo>
                            <a:pt x="10763" y="20118"/>
                          </a:moveTo>
                          <a:cubicBezTo>
                            <a:pt x="9811" y="27738"/>
                            <a:pt x="5810" y="33930"/>
                            <a:pt x="0" y="36978"/>
                          </a:cubicBezTo>
                          <a:cubicBezTo>
                            <a:pt x="2476" y="38883"/>
                            <a:pt x="5334" y="40216"/>
                            <a:pt x="8572" y="40502"/>
                          </a:cubicBezTo>
                          <a:cubicBezTo>
                            <a:pt x="18479" y="41264"/>
                            <a:pt x="26860" y="33072"/>
                            <a:pt x="28004" y="22119"/>
                          </a:cubicBezTo>
                          <a:cubicBezTo>
                            <a:pt x="29337" y="11260"/>
                            <a:pt x="22574" y="1354"/>
                            <a:pt x="12859" y="116"/>
                          </a:cubicBezTo>
                          <a:cubicBezTo>
                            <a:pt x="9715" y="-265"/>
                            <a:pt x="6763" y="306"/>
                            <a:pt x="4000" y="1640"/>
                          </a:cubicBezTo>
                          <a:cubicBezTo>
                            <a:pt x="8858" y="5736"/>
                            <a:pt x="11716" y="12594"/>
                            <a:pt x="10763" y="2011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7" name="Forme libre : forme 1506">
                      <a:extLst>
                        <a:ext uri="{FF2B5EF4-FFF2-40B4-BE49-F238E27FC236}">
                          <a16:creationId xmlns:a16="http://schemas.microsoft.com/office/drawing/2014/main" id="{6A6C6FC3-A83E-4C0A-A806-29A246D441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99168" y="3643763"/>
                      <a:ext cx="16908" cy="17347"/>
                    </a:xfrm>
                    <a:custGeom>
                      <a:avLst/>
                      <a:gdLst>
                        <a:gd name="connsiteX0" fmla="*/ 6121 w 16908"/>
                        <a:gd name="connsiteY0" fmla="*/ 705 h 17347"/>
                        <a:gd name="connsiteX1" fmla="*/ 16598 w 16908"/>
                        <a:gd name="connsiteY1" fmla="*/ 5277 h 17347"/>
                        <a:gd name="connsiteX2" fmla="*/ 10788 w 16908"/>
                        <a:gd name="connsiteY2" fmla="*/ 16612 h 17347"/>
                        <a:gd name="connsiteX3" fmla="*/ 311 w 16908"/>
                        <a:gd name="connsiteY3" fmla="*/ 12135 h 17347"/>
                        <a:gd name="connsiteX4" fmla="*/ 6121 w 16908"/>
                        <a:gd name="connsiteY4" fmla="*/ 705 h 17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08" h="17347">
                          <a:moveTo>
                            <a:pt x="6121" y="705"/>
                          </a:moveTo>
                          <a:cubicBezTo>
                            <a:pt x="10597" y="-1199"/>
                            <a:pt x="15265" y="896"/>
                            <a:pt x="16598" y="5277"/>
                          </a:cubicBezTo>
                          <a:cubicBezTo>
                            <a:pt x="17837" y="9659"/>
                            <a:pt x="15265" y="14612"/>
                            <a:pt x="10788" y="16612"/>
                          </a:cubicBezTo>
                          <a:cubicBezTo>
                            <a:pt x="6311" y="18517"/>
                            <a:pt x="1549" y="16612"/>
                            <a:pt x="311" y="12135"/>
                          </a:cubicBezTo>
                          <a:cubicBezTo>
                            <a:pt x="-928" y="7754"/>
                            <a:pt x="1644" y="2610"/>
                            <a:pt x="6121" y="70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08" name="Forme libre : forme 1507">
                      <a:extLst>
                        <a:ext uri="{FF2B5EF4-FFF2-40B4-BE49-F238E27FC236}">
                          <a16:creationId xmlns:a16="http://schemas.microsoft.com/office/drawing/2014/main" id="{34AEA969-5D02-442E-9036-CDAA18AD6A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99149" y="3654656"/>
                      <a:ext cx="5897" cy="6689"/>
                    </a:xfrm>
                    <a:custGeom>
                      <a:avLst/>
                      <a:gdLst>
                        <a:gd name="connsiteX0" fmla="*/ 3378 w 5897"/>
                        <a:gd name="connsiteY0" fmla="*/ 5 h 6689"/>
                        <a:gd name="connsiteX1" fmla="*/ 5854 w 5897"/>
                        <a:gd name="connsiteY1" fmla="*/ 3624 h 6689"/>
                        <a:gd name="connsiteX2" fmla="*/ 2520 w 5897"/>
                        <a:gd name="connsiteY2" fmla="*/ 6672 h 6689"/>
                        <a:gd name="connsiteX3" fmla="*/ 44 w 5897"/>
                        <a:gd name="connsiteY3" fmla="*/ 3053 h 6689"/>
                        <a:gd name="connsiteX4" fmla="*/ 3378 w 5897"/>
                        <a:gd name="connsiteY4" fmla="*/ 5 h 6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97" h="6689">
                          <a:moveTo>
                            <a:pt x="3378" y="5"/>
                          </a:moveTo>
                          <a:cubicBezTo>
                            <a:pt x="4997" y="195"/>
                            <a:pt x="6140" y="1815"/>
                            <a:pt x="5854" y="3624"/>
                          </a:cubicBezTo>
                          <a:cubicBezTo>
                            <a:pt x="5664" y="5434"/>
                            <a:pt x="4140" y="6863"/>
                            <a:pt x="2520" y="6672"/>
                          </a:cubicBezTo>
                          <a:cubicBezTo>
                            <a:pt x="901" y="6482"/>
                            <a:pt x="-242" y="4863"/>
                            <a:pt x="44" y="3053"/>
                          </a:cubicBezTo>
                          <a:cubicBezTo>
                            <a:pt x="330" y="1243"/>
                            <a:pt x="1758" y="-90"/>
                            <a:pt x="3378" y="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509" name="Graphique 15">
                    <a:extLst>
                      <a:ext uri="{FF2B5EF4-FFF2-40B4-BE49-F238E27FC236}">
                        <a16:creationId xmlns:a16="http://schemas.microsoft.com/office/drawing/2014/main" id="{DD2D99DE-4460-46EB-A1C6-E375595B5DF1}"/>
                      </a:ext>
                    </a:extLst>
                  </p:cNvPr>
                  <p:cNvGrpSpPr/>
                  <p:nvPr/>
                </p:nvGrpSpPr>
                <p:grpSpPr>
                  <a:xfrm>
                    <a:off x="9426055" y="3628681"/>
                    <a:ext cx="35672" cy="39284"/>
                    <a:chOff x="9426055" y="3628681"/>
                    <a:chExt cx="35672" cy="39284"/>
                  </a:xfrm>
                  <a:solidFill>
                    <a:schemeClr val="accent1"/>
                  </a:solidFill>
                </p:grpSpPr>
                <p:sp>
                  <p:nvSpPr>
                    <p:cNvPr id="1510" name="Forme libre : forme 1509">
                      <a:extLst>
                        <a:ext uri="{FF2B5EF4-FFF2-40B4-BE49-F238E27FC236}">
                          <a16:creationId xmlns:a16="http://schemas.microsoft.com/office/drawing/2014/main" id="{861F03F7-E559-4326-AD35-808F2F3EF8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26055" y="3628773"/>
                      <a:ext cx="35672" cy="39192"/>
                    </a:xfrm>
                    <a:custGeom>
                      <a:avLst/>
                      <a:gdLst>
                        <a:gd name="connsiteX0" fmla="*/ 20286 w 35672"/>
                        <a:gd name="connsiteY0" fmla="*/ 170 h 39192"/>
                        <a:gd name="connsiteX1" fmla="*/ 35526 w 35672"/>
                        <a:gd name="connsiteY1" fmla="*/ 21792 h 39192"/>
                        <a:gd name="connsiteX2" fmla="*/ 15428 w 35672"/>
                        <a:gd name="connsiteY2" fmla="*/ 39128 h 39192"/>
                        <a:gd name="connsiteX3" fmla="*/ 188 w 35672"/>
                        <a:gd name="connsiteY3" fmla="*/ 17506 h 39192"/>
                        <a:gd name="connsiteX4" fmla="*/ 20286 w 35672"/>
                        <a:gd name="connsiteY4" fmla="*/ 170 h 39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72" h="39192">
                          <a:moveTo>
                            <a:pt x="20286" y="170"/>
                          </a:moveTo>
                          <a:cubicBezTo>
                            <a:pt x="30002" y="1599"/>
                            <a:pt x="36764" y="11314"/>
                            <a:pt x="35526" y="21792"/>
                          </a:cubicBezTo>
                          <a:cubicBezTo>
                            <a:pt x="34193" y="32270"/>
                            <a:pt x="25144" y="39985"/>
                            <a:pt x="15428" y="39128"/>
                          </a:cubicBezTo>
                          <a:cubicBezTo>
                            <a:pt x="5618" y="38175"/>
                            <a:pt x="-1240" y="28460"/>
                            <a:pt x="188" y="17506"/>
                          </a:cubicBezTo>
                          <a:cubicBezTo>
                            <a:pt x="1522" y="6457"/>
                            <a:pt x="10571" y="-1259"/>
                            <a:pt x="20286" y="17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1" name="Forme libre : forme 1510">
                      <a:extLst>
                        <a:ext uri="{FF2B5EF4-FFF2-40B4-BE49-F238E27FC236}">
                          <a16:creationId xmlns:a16="http://schemas.microsoft.com/office/drawing/2014/main" id="{6D52DE6A-CD67-4875-ACEC-D1E1743E6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32911" y="3628681"/>
                      <a:ext cx="28742" cy="39203"/>
                    </a:xfrm>
                    <a:custGeom>
                      <a:avLst/>
                      <a:gdLst>
                        <a:gd name="connsiteX0" fmla="*/ 11335 w 28742"/>
                        <a:gd name="connsiteY0" fmla="*/ 19598 h 39203"/>
                        <a:gd name="connsiteX1" fmla="*/ 0 w 28742"/>
                        <a:gd name="connsiteY1" fmla="*/ 35600 h 39203"/>
                        <a:gd name="connsiteX2" fmla="*/ 8477 w 28742"/>
                        <a:gd name="connsiteY2" fmla="*/ 39124 h 39203"/>
                        <a:gd name="connsiteX3" fmla="*/ 28575 w 28742"/>
                        <a:gd name="connsiteY3" fmla="*/ 21789 h 39203"/>
                        <a:gd name="connsiteX4" fmla="*/ 13335 w 28742"/>
                        <a:gd name="connsiteY4" fmla="*/ 167 h 39203"/>
                        <a:gd name="connsiteX5" fmla="*/ 4477 w 28742"/>
                        <a:gd name="connsiteY5" fmla="*/ 1500 h 39203"/>
                        <a:gd name="connsiteX6" fmla="*/ 11335 w 28742"/>
                        <a:gd name="connsiteY6" fmla="*/ 19598 h 39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42" h="39203">
                          <a:moveTo>
                            <a:pt x="11335" y="19598"/>
                          </a:moveTo>
                          <a:cubicBezTo>
                            <a:pt x="10382" y="26932"/>
                            <a:pt x="5905" y="32838"/>
                            <a:pt x="0" y="35600"/>
                          </a:cubicBezTo>
                          <a:cubicBezTo>
                            <a:pt x="2381" y="37505"/>
                            <a:pt x="5239" y="38839"/>
                            <a:pt x="8477" y="39124"/>
                          </a:cubicBezTo>
                          <a:cubicBezTo>
                            <a:pt x="18193" y="40077"/>
                            <a:pt x="27241" y="32362"/>
                            <a:pt x="28575" y="21789"/>
                          </a:cubicBezTo>
                          <a:cubicBezTo>
                            <a:pt x="29908" y="11311"/>
                            <a:pt x="23146" y="1596"/>
                            <a:pt x="13335" y="167"/>
                          </a:cubicBezTo>
                          <a:cubicBezTo>
                            <a:pt x="10192" y="-309"/>
                            <a:pt x="7239" y="262"/>
                            <a:pt x="4477" y="1500"/>
                          </a:cubicBezTo>
                          <a:cubicBezTo>
                            <a:pt x="9430" y="5691"/>
                            <a:pt x="12287" y="12454"/>
                            <a:pt x="11335" y="1959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2" name="Forme libre : forme 1511">
                      <a:extLst>
                        <a:ext uri="{FF2B5EF4-FFF2-40B4-BE49-F238E27FC236}">
                          <a16:creationId xmlns:a16="http://schemas.microsoft.com/office/drawing/2014/main" id="{9F363E2F-2A11-42E4-9C21-6888A091E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33424" y="3632155"/>
                      <a:ext cx="16942" cy="16695"/>
                    </a:xfrm>
                    <a:custGeom>
                      <a:avLst/>
                      <a:gdLst>
                        <a:gd name="connsiteX0" fmla="*/ 6154 w 16942"/>
                        <a:gd name="connsiteY0" fmla="*/ 599 h 16695"/>
                        <a:gd name="connsiteX1" fmla="*/ 16632 w 16942"/>
                        <a:gd name="connsiteY1" fmla="*/ 5266 h 16695"/>
                        <a:gd name="connsiteX2" fmla="*/ 10822 w 16942"/>
                        <a:gd name="connsiteY2" fmla="*/ 16029 h 16695"/>
                        <a:gd name="connsiteX3" fmla="*/ 344 w 16942"/>
                        <a:gd name="connsiteY3" fmla="*/ 11552 h 16695"/>
                        <a:gd name="connsiteX4" fmla="*/ 6154 w 16942"/>
                        <a:gd name="connsiteY4" fmla="*/ 599 h 166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42" h="16695">
                          <a:moveTo>
                            <a:pt x="6154" y="599"/>
                          </a:moveTo>
                          <a:cubicBezTo>
                            <a:pt x="10631" y="-1116"/>
                            <a:pt x="15299" y="980"/>
                            <a:pt x="16632" y="5266"/>
                          </a:cubicBezTo>
                          <a:cubicBezTo>
                            <a:pt x="17870" y="9457"/>
                            <a:pt x="15299" y="14315"/>
                            <a:pt x="10822" y="16029"/>
                          </a:cubicBezTo>
                          <a:cubicBezTo>
                            <a:pt x="6345" y="17839"/>
                            <a:pt x="1678" y="15839"/>
                            <a:pt x="344" y="11552"/>
                          </a:cubicBezTo>
                          <a:cubicBezTo>
                            <a:pt x="-989" y="7266"/>
                            <a:pt x="1678" y="2313"/>
                            <a:pt x="6154" y="59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3" name="Forme libre : forme 1512">
                      <a:extLst>
                        <a:ext uri="{FF2B5EF4-FFF2-40B4-BE49-F238E27FC236}">
                          <a16:creationId xmlns:a16="http://schemas.microsoft.com/office/drawing/2014/main" id="{95A18DAF-F1F2-4480-944A-DBD72CF915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33439" y="3642545"/>
                      <a:ext cx="5897" cy="6515"/>
                    </a:xfrm>
                    <a:custGeom>
                      <a:avLst/>
                      <a:gdLst>
                        <a:gd name="connsiteX0" fmla="*/ 3378 w 5897"/>
                        <a:gd name="connsiteY0" fmla="*/ 19 h 6515"/>
                        <a:gd name="connsiteX1" fmla="*/ 5854 w 5897"/>
                        <a:gd name="connsiteY1" fmla="*/ 3639 h 6515"/>
                        <a:gd name="connsiteX2" fmla="*/ 2520 w 5897"/>
                        <a:gd name="connsiteY2" fmla="*/ 6496 h 6515"/>
                        <a:gd name="connsiteX3" fmla="*/ 44 w 5897"/>
                        <a:gd name="connsiteY3" fmla="*/ 2877 h 6515"/>
                        <a:gd name="connsiteX4" fmla="*/ 3378 w 5897"/>
                        <a:gd name="connsiteY4" fmla="*/ 19 h 6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97" h="6515">
                          <a:moveTo>
                            <a:pt x="3378" y="19"/>
                          </a:moveTo>
                          <a:cubicBezTo>
                            <a:pt x="4997" y="210"/>
                            <a:pt x="6140" y="1829"/>
                            <a:pt x="5854" y="3639"/>
                          </a:cubicBezTo>
                          <a:cubicBezTo>
                            <a:pt x="5664" y="5449"/>
                            <a:pt x="4140" y="6687"/>
                            <a:pt x="2520" y="6496"/>
                          </a:cubicBezTo>
                          <a:cubicBezTo>
                            <a:pt x="901" y="6306"/>
                            <a:pt x="-242" y="4687"/>
                            <a:pt x="44" y="2877"/>
                          </a:cubicBezTo>
                          <a:cubicBezTo>
                            <a:pt x="234" y="1067"/>
                            <a:pt x="1758" y="-171"/>
                            <a:pt x="3378" y="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514" name="Graphique 15">
                    <a:extLst>
                      <a:ext uri="{FF2B5EF4-FFF2-40B4-BE49-F238E27FC236}">
                        <a16:creationId xmlns:a16="http://schemas.microsoft.com/office/drawing/2014/main" id="{F083D6BC-2678-46D1-AEC0-12A677902FA5}"/>
                      </a:ext>
                    </a:extLst>
                  </p:cNvPr>
                  <p:cNvGrpSpPr/>
                  <p:nvPr/>
                </p:nvGrpSpPr>
                <p:grpSpPr>
                  <a:xfrm>
                    <a:off x="9455011" y="3607067"/>
                    <a:ext cx="35737" cy="38015"/>
                    <a:chOff x="9455011" y="3607067"/>
                    <a:chExt cx="35737" cy="38015"/>
                  </a:xfrm>
                  <a:solidFill>
                    <a:schemeClr val="accent1"/>
                  </a:solidFill>
                </p:grpSpPr>
                <p:sp>
                  <p:nvSpPr>
                    <p:cNvPr id="1515" name="Forme libre : forme 1514">
                      <a:extLst>
                        <a:ext uri="{FF2B5EF4-FFF2-40B4-BE49-F238E27FC236}">
                          <a16:creationId xmlns:a16="http://schemas.microsoft.com/office/drawing/2014/main" id="{B24794CC-6B37-4464-BDB6-A21AEFAF42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55011" y="3607067"/>
                      <a:ext cx="35737" cy="38015"/>
                    </a:xfrm>
                    <a:custGeom>
                      <a:avLst/>
                      <a:gdLst>
                        <a:gd name="connsiteX0" fmla="*/ 21143 w 35737"/>
                        <a:gd name="connsiteY0" fmla="*/ 254 h 38015"/>
                        <a:gd name="connsiteX1" fmla="*/ 35431 w 35737"/>
                        <a:gd name="connsiteY1" fmla="*/ 21685 h 38015"/>
                        <a:gd name="connsiteX2" fmla="*/ 15333 w 35737"/>
                        <a:gd name="connsiteY2" fmla="*/ 37878 h 38015"/>
                        <a:gd name="connsiteX3" fmla="*/ 188 w 35737"/>
                        <a:gd name="connsiteY3" fmla="*/ 16256 h 38015"/>
                        <a:gd name="connsiteX4" fmla="*/ 21143 w 35737"/>
                        <a:gd name="connsiteY4" fmla="*/ 254 h 38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37" h="38015">
                          <a:moveTo>
                            <a:pt x="21143" y="254"/>
                          </a:moveTo>
                          <a:cubicBezTo>
                            <a:pt x="30859" y="1968"/>
                            <a:pt x="37240" y="11589"/>
                            <a:pt x="35431" y="21685"/>
                          </a:cubicBezTo>
                          <a:cubicBezTo>
                            <a:pt x="34097" y="31877"/>
                            <a:pt x="25144" y="39116"/>
                            <a:pt x="15333" y="37878"/>
                          </a:cubicBezTo>
                          <a:cubicBezTo>
                            <a:pt x="5618" y="36640"/>
                            <a:pt x="-1240" y="26924"/>
                            <a:pt x="188" y="16256"/>
                          </a:cubicBezTo>
                          <a:cubicBezTo>
                            <a:pt x="2093" y="5683"/>
                            <a:pt x="11428" y="-1460"/>
                            <a:pt x="21143" y="25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6" name="Forme libre : forme 1515">
                      <a:extLst>
                        <a:ext uri="{FF2B5EF4-FFF2-40B4-BE49-F238E27FC236}">
                          <a16:creationId xmlns:a16="http://schemas.microsoft.com/office/drawing/2014/main" id="{8EBED0AB-ACF3-4F93-87C7-49DD7474A6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1867" y="3607077"/>
                      <a:ext cx="28786" cy="38006"/>
                    </a:xfrm>
                    <a:custGeom>
                      <a:avLst/>
                      <a:gdLst>
                        <a:gd name="connsiteX0" fmla="*/ 11335 w 28786"/>
                        <a:gd name="connsiteY0" fmla="*/ 18914 h 38006"/>
                        <a:gd name="connsiteX1" fmla="*/ 0 w 28786"/>
                        <a:gd name="connsiteY1" fmla="*/ 34153 h 38006"/>
                        <a:gd name="connsiteX2" fmla="*/ 8382 w 28786"/>
                        <a:gd name="connsiteY2" fmla="*/ 37868 h 38006"/>
                        <a:gd name="connsiteX3" fmla="*/ 28480 w 28786"/>
                        <a:gd name="connsiteY3" fmla="*/ 21676 h 38006"/>
                        <a:gd name="connsiteX4" fmla="*/ 14192 w 28786"/>
                        <a:gd name="connsiteY4" fmla="*/ 244 h 38006"/>
                        <a:gd name="connsiteX5" fmla="*/ 5334 w 28786"/>
                        <a:gd name="connsiteY5" fmla="*/ 1197 h 38006"/>
                        <a:gd name="connsiteX6" fmla="*/ 11335 w 28786"/>
                        <a:gd name="connsiteY6" fmla="*/ 18914 h 38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86" h="38006">
                          <a:moveTo>
                            <a:pt x="11335" y="18914"/>
                          </a:moveTo>
                          <a:cubicBezTo>
                            <a:pt x="10382" y="25962"/>
                            <a:pt x="5906" y="31582"/>
                            <a:pt x="0" y="34153"/>
                          </a:cubicBezTo>
                          <a:cubicBezTo>
                            <a:pt x="2381" y="36154"/>
                            <a:pt x="5239" y="37487"/>
                            <a:pt x="8382" y="37868"/>
                          </a:cubicBezTo>
                          <a:cubicBezTo>
                            <a:pt x="18193" y="39107"/>
                            <a:pt x="27051" y="31868"/>
                            <a:pt x="28480" y="21676"/>
                          </a:cubicBezTo>
                          <a:cubicBezTo>
                            <a:pt x="30290" y="11579"/>
                            <a:pt x="23908" y="1959"/>
                            <a:pt x="14192" y="244"/>
                          </a:cubicBezTo>
                          <a:cubicBezTo>
                            <a:pt x="11144" y="-327"/>
                            <a:pt x="8096" y="149"/>
                            <a:pt x="5334" y="1197"/>
                          </a:cubicBezTo>
                          <a:cubicBezTo>
                            <a:pt x="10096" y="5388"/>
                            <a:pt x="12573" y="11960"/>
                            <a:pt x="11335" y="1891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7" name="Forme libre : forme 1516">
                      <a:extLst>
                        <a:ext uri="{FF2B5EF4-FFF2-40B4-BE49-F238E27FC236}">
                          <a16:creationId xmlns:a16="http://schemas.microsoft.com/office/drawing/2014/main" id="{9EC2AE89-56E4-424F-A56F-8E5B8895B5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2663" y="3610361"/>
                      <a:ext cx="17077" cy="16137"/>
                    </a:xfrm>
                    <a:custGeom>
                      <a:avLst/>
                      <a:gdLst>
                        <a:gd name="connsiteX0" fmla="*/ 6539 w 17077"/>
                        <a:gd name="connsiteY0" fmla="*/ 485 h 16137"/>
                        <a:gd name="connsiteX1" fmla="*/ 16825 w 17077"/>
                        <a:gd name="connsiteY1" fmla="*/ 5343 h 16137"/>
                        <a:gd name="connsiteX2" fmla="*/ 10539 w 17077"/>
                        <a:gd name="connsiteY2" fmla="*/ 15630 h 16137"/>
                        <a:gd name="connsiteX3" fmla="*/ 252 w 17077"/>
                        <a:gd name="connsiteY3" fmla="*/ 10867 h 16137"/>
                        <a:gd name="connsiteX4" fmla="*/ 6539 w 17077"/>
                        <a:gd name="connsiteY4" fmla="*/ 485 h 161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77" h="16137">
                          <a:moveTo>
                            <a:pt x="6539" y="485"/>
                          </a:moveTo>
                          <a:cubicBezTo>
                            <a:pt x="11110" y="-1039"/>
                            <a:pt x="15682" y="1152"/>
                            <a:pt x="16825" y="5343"/>
                          </a:cubicBezTo>
                          <a:cubicBezTo>
                            <a:pt x="17968" y="9438"/>
                            <a:pt x="15111" y="14010"/>
                            <a:pt x="10539" y="15630"/>
                          </a:cubicBezTo>
                          <a:cubicBezTo>
                            <a:pt x="5967" y="17154"/>
                            <a:pt x="1300" y="15153"/>
                            <a:pt x="252" y="10867"/>
                          </a:cubicBezTo>
                          <a:cubicBezTo>
                            <a:pt x="-891" y="6676"/>
                            <a:pt x="1966" y="1914"/>
                            <a:pt x="6539" y="48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18" name="Forme libre : forme 1517">
                      <a:extLst>
                        <a:ext uri="{FF2B5EF4-FFF2-40B4-BE49-F238E27FC236}">
                          <a16:creationId xmlns:a16="http://schemas.microsoft.com/office/drawing/2014/main" id="{D92A1F37-67F0-4982-BBED-3DC68ACC7F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2487" y="3620160"/>
                      <a:ext cx="5904" cy="6252"/>
                    </a:xfrm>
                    <a:custGeom>
                      <a:avLst/>
                      <a:gdLst>
                        <a:gd name="connsiteX0" fmla="*/ 3476 w 5904"/>
                        <a:gd name="connsiteY0" fmla="*/ 21 h 6252"/>
                        <a:gd name="connsiteX1" fmla="*/ 5857 w 5904"/>
                        <a:gd name="connsiteY1" fmla="*/ 3545 h 6252"/>
                        <a:gd name="connsiteX2" fmla="*/ 2428 w 5904"/>
                        <a:gd name="connsiteY2" fmla="*/ 6212 h 6252"/>
                        <a:gd name="connsiteX3" fmla="*/ 47 w 5904"/>
                        <a:gd name="connsiteY3" fmla="*/ 2688 h 6252"/>
                        <a:gd name="connsiteX4" fmla="*/ 3476 w 5904"/>
                        <a:gd name="connsiteY4" fmla="*/ 21 h 62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4" h="6252">
                          <a:moveTo>
                            <a:pt x="3476" y="21"/>
                          </a:moveTo>
                          <a:cubicBezTo>
                            <a:pt x="5095" y="306"/>
                            <a:pt x="6143" y="1830"/>
                            <a:pt x="5857" y="3545"/>
                          </a:cubicBezTo>
                          <a:cubicBezTo>
                            <a:pt x="5572" y="5259"/>
                            <a:pt x="4048" y="6498"/>
                            <a:pt x="2428" y="6212"/>
                          </a:cubicBezTo>
                          <a:cubicBezTo>
                            <a:pt x="809" y="5926"/>
                            <a:pt x="-239" y="4402"/>
                            <a:pt x="47" y="2688"/>
                          </a:cubicBezTo>
                          <a:cubicBezTo>
                            <a:pt x="333" y="973"/>
                            <a:pt x="1952" y="-170"/>
                            <a:pt x="3476" y="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519" name="Graphique 15">
                  <a:extLst>
                    <a:ext uri="{FF2B5EF4-FFF2-40B4-BE49-F238E27FC236}">
                      <a16:creationId xmlns:a16="http://schemas.microsoft.com/office/drawing/2014/main" id="{39E5CB94-ECCA-4995-84EE-246F943E6756}"/>
                    </a:ext>
                  </a:extLst>
                </p:cNvPr>
                <p:cNvGrpSpPr/>
                <p:nvPr/>
              </p:nvGrpSpPr>
              <p:grpSpPr>
                <a:xfrm>
                  <a:off x="9500042" y="3666322"/>
                  <a:ext cx="96501" cy="67023"/>
                  <a:chOff x="9500042" y="3666322"/>
                  <a:chExt cx="96501" cy="67023"/>
                </a:xfrm>
                <a:solidFill>
                  <a:schemeClr val="accent1"/>
                </a:solidFill>
              </p:grpSpPr>
              <p:grpSp>
                <p:nvGrpSpPr>
                  <p:cNvPr id="1520" name="Graphique 15">
                    <a:extLst>
                      <a:ext uri="{FF2B5EF4-FFF2-40B4-BE49-F238E27FC236}">
                        <a16:creationId xmlns:a16="http://schemas.microsoft.com/office/drawing/2014/main" id="{3EE32443-BCDD-42BB-B797-2B9E452DE946}"/>
                      </a:ext>
                    </a:extLst>
                  </p:cNvPr>
                  <p:cNvGrpSpPr/>
                  <p:nvPr/>
                </p:nvGrpSpPr>
                <p:grpSpPr>
                  <a:xfrm>
                    <a:off x="9500042" y="3697566"/>
                    <a:ext cx="35590" cy="35779"/>
                    <a:chOff x="9500042" y="3697566"/>
                    <a:chExt cx="35590" cy="35779"/>
                  </a:xfrm>
                  <a:solidFill>
                    <a:schemeClr val="accent1"/>
                  </a:solidFill>
                </p:grpSpPr>
                <p:sp>
                  <p:nvSpPr>
                    <p:cNvPr id="1521" name="Forme libre : forme 1520">
                      <a:extLst>
                        <a:ext uri="{FF2B5EF4-FFF2-40B4-BE49-F238E27FC236}">
                          <a16:creationId xmlns:a16="http://schemas.microsoft.com/office/drawing/2014/main" id="{42B8441A-6F9B-48E4-BF9B-DC0BFC8C30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00042" y="3697566"/>
                      <a:ext cx="35590" cy="35774"/>
                    </a:xfrm>
                    <a:custGeom>
                      <a:avLst/>
                      <a:gdLst>
                        <a:gd name="connsiteX0" fmla="*/ 19070 w 35590"/>
                        <a:gd name="connsiteY0" fmla="*/ 53 h 35774"/>
                        <a:gd name="connsiteX1" fmla="*/ 35549 w 35590"/>
                        <a:gd name="connsiteY1" fmla="*/ 18817 h 35774"/>
                        <a:gd name="connsiteX2" fmla="*/ 17261 w 35590"/>
                        <a:gd name="connsiteY2" fmla="*/ 35771 h 35774"/>
                        <a:gd name="connsiteX3" fmla="*/ 20 w 35590"/>
                        <a:gd name="connsiteY3" fmla="*/ 17007 h 35774"/>
                        <a:gd name="connsiteX4" fmla="*/ 19070 w 35590"/>
                        <a:gd name="connsiteY4" fmla="*/ 53 h 35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90" h="35774">
                          <a:moveTo>
                            <a:pt x="19070" y="53"/>
                          </a:moveTo>
                          <a:cubicBezTo>
                            <a:pt x="28881" y="814"/>
                            <a:pt x="36215" y="9196"/>
                            <a:pt x="35549" y="18817"/>
                          </a:cubicBezTo>
                          <a:cubicBezTo>
                            <a:pt x="35168" y="28437"/>
                            <a:pt x="27071" y="35962"/>
                            <a:pt x="17261" y="35771"/>
                          </a:cubicBezTo>
                          <a:cubicBezTo>
                            <a:pt x="7450" y="35486"/>
                            <a:pt x="-456" y="27104"/>
                            <a:pt x="20" y="17007"/>
                          </a:cubicBezTo>
                          <a:cubicBezTo>
                            <a:pt x="687" y="6911"/>
                            <a:pt x="9260" y="-710"/>
                            <a:pt x="19070" y="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2" name="Forme libre : forme 1521">
                      <a:extLst>
                        <a:ext uri="{FF2B5EF4-FFF2-40B4-BE49-F238E27FC236}">
                          <a16:creationId xmlns:a16="http://schemas.microsoft.com/office/drawing/2014/main" id="{75DF7026-6CBD-4D6F-9605-049A1AA67E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08445" y="3697586"/>
                      <a:ext cx="27104" cy="35758"/>
                    </a:xfrm>
                    <a:custGeom>
                      <a:avLst/>
                      <a:gdLst>
                        <a:gd name="connsiteX0" fmla="*/ 9715 w 27104"/>
                        <a:gd name="connsiteY0" fmla="*/ 17748 h 35758"/>
                        <a:gd name="connsiteX1" fmla="*/ 0 w 27104"/>
                        <a:gd name="connsiteY1" fmla="*/ 32989 h 35758"/>
                        <a:gd name="connsiteX2" fmla="*/ 8763 w 27104"/>
                        <a:gd name="connsiteY2" fmla="*/ 35751 h 35758"/>
                        <a:gd name="connsiteX3" fmla="*/ 27051 w 27104"/>
                        <a:gd name="connsiteY3" fmla="*/ 18796 h 35758"/>
                        <a:gd name="connsiteX4" fmla="*/ 10573 w 27104"/>
                        <a:gd name="connsiteY4" fmla="*/ 32 h 35758"/>
                        <a:gd name="connsiteX5" fmla="*/ 1810 w 27104"/>
                        <a:gd name="connsiteY5" fmla="*/ 1747 h 35758"/>
                        <a:gd name="connsiteX6" fmla="*/ 9715 w 27104"/>
                        <a:gd name="connsiteY6" fmla="*/ 17748 h 357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104" h="35758">
                          <a:moveTo>
                            <a:pt x="9715" y="17748"/>
                          </a:moveTo>
                          <a:cubicBezTo>
                            <a:pt x="9430" y="24416"/>
                            <a:pt x="5620" y="30036"/>
                            <a:pt x="0" y="32989"/>
                          </a:cubicBezTo>
                          <a:cubicBezTo>
                            <a:pt x="2572" y="34608"/>
                            <a:pt x="5524" y="35656"/>
                            <a:pt x="8763" y="35751"/>
                          </a:cubicBezTo>
                          <a:cubicBezTo>
                            <a:pt x="18669" y="36037"/>
                            <a:pt x="26670" y="28417"/>
                            <a:pt x="27051" y="18796"/>
                          </a:cubicBezTo>
                          <a:cubicBezTo>
                            <a:pt x="27813" y="9176"/>
                            <a:pt x="20383" y="794"/>
                            <a:pt x="10573" y="32"/>
                          </a:cubicBezTo>
                          <a:cubicBezTo>
                            <a:pt x="7429" y="-158"/>
                            <a:pt x="4477" y="508"/>
                            <a:pt x="1810" y="1747"/>
                          </a:cubicBezTo>
                          <a:cubicBezTo>
                            <a:pt x="6953" y="5271"/>
                            <a:pt x="10192" y="11176"/>
                            <a:pt x="9715" y="1774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3" name="Forme libre : forme 1522">
                      <a:extLst>
                        <a:ext uri="{FF2B5EF4-FFF2-40B4-BE49-F238E27FC236}">
                          <a16:creationId xmlns:a16="http://schemas.microsoft.com/office/drawing/2014/main" id="{2F88882D-E773-4971-BBDD-86AC39CBB8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06887" y="3700783"/>
                      <a:ext cx="16792" cy="15274"/>
                    </a:xfrm>
                    <a:custGeom>
                      <a:avLst/>
                      <a:gdLst>
                        <a:gd name="connsiteX0" fmla="*/ 5653 w 16792"/>
                        <a:gd name="connsiteY0" fmla="*/ 741 h 15274"/>
                        <a:gd name="connsiteX1" fmla="*/ 16321 w 16792"/>
                        <a:gd name="connsiteY1" fmla="*/ 4361 h 15274"/>
                        <a:gd name="connsiteX2" fmla="*/ 11178 w 16792"/>
                        <a:gd name="connsiteY2" fmla="*/ 14457 h 15274"/>
                        <a:gd name="connsiteX3" fmla="*/ 509 w 16792"/>
                        <a:gd name="connsiteY3" fmla="*/ 10933 h 15274"/>
                        <a:gd name="connsiteX4" fmla="*/ 5653 w 16792"/>
                        <a:gd name="connsiteY4" fmla="*/ 741 h 152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792" h="15274">
                          <a:moveTo>
                            <a:pt x="5653" y="741"/>
                          </a:moveTo>
                          <a:cubicBezTo>
                            <a:pt x="10034" y="-1069"/>
                            <a:pt x="14797" y="550"/>
                            <a:pt x="16321" y="4361"/>
                          </a:cubicBezTo>
                          <a:cubicBezTo>
                            <a:pt x="17845" y="8170"/>
                            <a:pt x="15559" y="12647"/>
                            <a:pt x="11178" y="14457"/>
                          </a:cubicBezTo>
                          <a:cubicBezTo>
                            <a:pt x="6796" y="16362"/>
                            <a:pt x="2033" y="14838"/>
                            <a:pt x="509" y="10933"/>
                          </a:cubicBezTo>
                          <a:cubicBezTo>
                            <a:pt x="-1110" y="7218"/>
                            <a:pt x="1272" y="2551"/>
                            <a:pt x="5653" y="74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4" name="Forme libre : forme 1523">
                      <a:extLst>
                        <a:ext uri="{FF2B5EF4-FFF2-40B4-BE49-F238E27FC236}">
                          <a16:creationId xmlns:a16="http://schemas.microsoft.com/office/drawing/2014/main" id="{0509653F-248E-4529-8ECF-B5C6D34ED5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07187" y="3710567"/>
                      <a:ext cx="5849" cy="5915"/>
                    </a:xfrm>
                    <a:custGeom>
                      <a:avLst/>
                      <a:gdLst>
                        <a:gd name="connsiteX0" fmla="*/ 3162 w 5849"/>
                        <a:gd name="connsiteY0" fmla="*/ 5 h 5915"/>
                        <a:gd name="connsiteX1" fmla="*/ 5830 w 5849"/>
                        <a:gd name="connsiteY1" fmla="*/ 3149 h 5915"/>
                        <a:gd name="connsiteX2" fmla="*/ 2686 w 5849"/>
                        <a:gd name="connsiteY2" fmla="*/ 5911 h 5915"/>
                        <a:gd name="connsiteX3" fmla="*/ 19 w 5849"/>
                        <a:gd name="connsiteY3" fmla="*/ 2767 h 5915"/>
                        <a:gd name="connsiteX4" fmla="*/ 3162 w 5849"/>
                        <a:gd name="connsiteY4" fmla="*/ 5 h 5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9" h="5915">
                          <a:moveTo>
                            <a:pt x="3162" y="5"/>
                          </a:moveTo>
                          <a:cubicBezTo>
                            <a:pt x="4782" y="100"/>
                            <a:pt x="6020" y="1529"/>
                            <a:pt x="5830" y="3149"/>
                          </a:cubicBezTo>
                          <a:cubicBezTo>
                            <a:pt x="5734" y="4768"/>
                            <a:pt x="4306" y="6006"/>
                            <a:pt x="2686" y="5911"/>
                          </a:cubicBezTo>
                          <a:cubicBezTo>
                            <a:pt x="1067" y="5816"/>
                            <a:pt x="-171" y="4482"/>
                            <a:pt x="19" y="2767"/>
                          </a:cubicBezTo>
                          <a:cubicBezTo>
                            <a:pt x="115" y="1148"/>
                            <a:pt x="1543" y="-90"/>
                            <a:pt x="3162" y="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525" name="Graphique 15">
                    <a:extLst>
                      <a:ext uri="{FF2B5EF4-FFF2-40B4-BE49-F238E27FC236}">
                        <a16:creationId xmlns:a16="http://schemas.microsoft.com/office/drawing/2014/main" id="{4463DB72-A7D6-420B-94A8-419C8EC2056B}"/>
                      </a:ext>
                    </a:extLst>
                  </p:cNvPr>
                  <p:cNvGrpSpPr/>
                  <p:nvPr/>
                </p:nvGrpSpPr>
                <p:grpSpPr>
                  <a:xfrm>
                    <a:off x="9533346" y="3686116"/>
                    <a:ext cx="35624" cy="34568"/>
                    <a:chOff x="9533346" y="3686116"/>
                    <a:chExt cx="35624" cy="34568"/>
                  </a:xfrm>
                  <a:solidFill>
                    <a:schemeClr val="accent1"/>
                  </a:solidFill>
                </p:grpSpPr>
                <p:sp>
                  <p:nvSpPr>
                    <p:cNvPr id="1526" name="Forme libre : forme 1525">
                      <a:extLst>
                        <a:ext uri="{FF2B5EF4-FFF2-40B4-BE49-F238E27FC236}">
                          <a16:creationId xmlns:a16="http://schemas.microsoft.com/office/drawing/2014/main" id="{E6BD3DF8-74DB-48E9-9CCD-F55844D45E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33346" y="3686294"/>
                      <a:ext cx="35624" cy="34389"/>
                    </a:xfrm>
                    <a:custGeom>
                      <a:avLst/>
                      <a:gdLst>
                        <a:gd name="connsiteX0" fmla="*/ 19104 w 35624"/>
                        <a:gd name="connsiteY0" fmla="*/ 85 h 34389"/>
                        <a:gd name="connsiteX1" fmla="*/ 35583 w 35624"/>
                        <a:gd name="connsiteY1" fmla="*/ 18468 h 34389"/>
                        <a:gd name="connsiteX2" fmla="*/ 16628 w 35624"/>
                        <a:gd name="connsiteY2" fmla="*/ 34375 h 34389"/>
                        <a:gd name="connsiteX3" fmla="*/ 54 w 35624"/>
                        <a:gd name="connsiteY3" fmla="*/ 15992 h 34389"/>
                        <a:gd name="connsiteX4" fmla="*/ 19104 w 35624"/>
                        <a:gd name="connsiteY4" fmla="*/ 85 h 34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24" h="34389">
                          <a:moveTo>
                            <a:pt x="19104" y="85"/>
                          </a:moveTo>
                          <a:cubicBezTo>
                            <a:pt x="28915" y="1037"/>
                            <a:pt x="36249" y="9229"/>
                            <a:pt x="35583" y="18468"/>
                          </a:cubicBezTo>
                          <a:cubicBezTo>
                            <a:pt x="34916" y="27708"/>
                            <a:pt x="26343" y="34756"/>
                            <a:pt x="16628" y="34375"/>
                          </a:cubicBezTo>
                          <a:cubicBezTo>
                            <a:pt x="6627" y="33899"/>
                            <a:pt x="-708" y="25707"/>
                            <a:pt x="54" y="15992"/>
                          </a:cubicBezTo>
                          <a:cubicBezTo>
                            <a:pt x="816" y="6276"/>
                            <a:pt x="9389" y="-867"/>
                            <a:pt x="19104" y="8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7" name="Forme libre : forme 1526">
                      <a:extLst>
                        <a:ext uri="{FF2B5EF4-FFF2-40B4-BE49-F238E27FC236}">
                          <a16:creationId xmlns:a16="http://schemas.microsoft.com/office/drawing/2014/main" id="{26B39619-A100-4F3E-BA32-FB90EAA78F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1211" y="3686116"/>
                      <a:ext cx="27759" cy="34377"/>
                    </a:xfrm>
                    <a:custGeom>
                      <a:avLst/>
                      <a:gdLst>
                        <a:gd name="connsiteX0" fmla="*/ 10382 w 27759"/>
                        <a:gd name="connsiteY0" fmla="*/ 17218 h 34377"/>
                        <a:gd name="connsiteX1" fmla="*/ 0 w 27759"/>
                        <a:gd name="connsiteY1" fmla="*/ 31601 h 34377"/>
                        <a:gd name="connsiteX2" fmla="*/ 8763 w 27759"/>
                        <a:gd name="connsiteY2" fmla="*/ 34363 h 34377"/>
                        <a:gd name="connsiteX3" fmla="*/ 27718 w 27759"/>
                        <a:gd name="connsiteY3" fmla="*/ 18456 h 34377"/>
                        <a:gd name="connsiteX4" fmla="*/ 11239 w 27759"/>
                        <a:gd name="connsiteY4" fmla="*/ 73 h 34377"/>
                        <a:gd name="connsiteX5" fmla="*/ 2476 w 27759"/>
                        <a:gd name="connsiteY5" fmla="*/ 1502 h 34377"/>
                        <a:gd name="connsiteX6" fmla="*/ 10382 w 27759"/>
                        <a:gd name="connsiteY6" fmla="*/ 17218 h 343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759" h="34377">
                          <a:moveTo>
                            <a:pt x="10382" y="17218"/>
                          </a:moveTo>
                          <a:cubicBezTo>
                            <a:pt x="9906" y="23695"/>
                            <a:pt x="5715" y="28934"/>
                            <a:pt x="0" y="31601"/>
                          </a:cubicBezTo>
                          <a:cubicBezTo>
                            <a:pt x="2572" y="33220"/>
                            <a:pt x="5524" y="34268"/>
                            <a:pt x="8763" y="34363"/>
                          </a:cubicBezTo>
                          <a:cubicBezTo>
                            <a:pt x="18479" y="34744"/>
                            <a:pt x="27051" y="27695"/>
                            <a:pt x="27718" y="18456"/>
                          </a:cubicBezTo>
                          <a:cubicBezTo>
                            <a:pt x="28384" y="9217"/>
                            <a:pt x="21050" y="1025"/>
                            <a:pt x="11239" y="73"/>
                          </a:cubicBezTo>
                          <a:cubicBezTo>
                            <a:pt x="8096" y="-213"/>
                            <a:pt x="5144" y="359"/>
                            <a:pt x="2476" y="1502"/>
                          </a:cubicBezTo>
                          <a:cubicBezTo>
                            <a:pt x="7620" y="5121"/>
                            <a:pt x="10858" y="10931"/>
                            <a:pt x="10382" y="1721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8" name="Forme libre : forme 1527">
                      <a:extLst>
                        <a:ext uri="{FF2B5EF4-FFF2-40B4-BE49-F238E27FC236}">
                          <a16:creationId xmlns:a16="http://schemas.microsoft.com/office/drawing/2014/main" id="{729B43CB-D0DA-4010-A044-FA4AFCFF11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0358" y="3689372"/>
                      <a:ext cx="16755" cy="14663"/>
                    </a:xfrm>
                    <a:custGeom>
                      <a:avLst/>
                      <a:gdLst>
                        <a:gd name="connsiteX0" fmla="*/ 5616 w 16755"/>
                        <a:gd name="connsiteY0" fmla="*/ 626 h 14663"/>
                        <a:gd name="connsiteX1" fmla="*/ 16283 w 16755"/>
                        <a:gd name="connsiteY1" fmla="*/ 4341 h 14663"/>
                        <a:gd name="connsiteX2" fmla="*/ 11140 w 16755"/>
                        <a:gd name="connsiteY2" fmla="*/ 13962 h 14663"/>
                        <a:gd name="connsiteX3" fmla="*/ 472 w 16755"/>
                        <a:gd name="connsiteY3" fmla="*/ 10437 h 14663"/>
                        <a:gd name="connsiteX4" fmla="*/ 5616 w 16755"/>
                        <a:gd name="connsiteY4" fmla="*/ 626 h 146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755" h="14663">
                          <a:moveTo>
                            <a:pt x="5616" y="626"/>
                          </a:moveTo>
                          <a:cubicBezTo>
                            <a:pt x="9997" y="-993"/>
                            <a:pt x="14759" y="626"/>
                            <a:pt x="16283" y="4341"/>
                          </a:cubicBezTo>
                          <a:cubicBezTo>
                            <a:pt x="17808" y="7961"/>
                            <a:pt x="15522" y="12247"/>
                            <a:pt x="11140" y="13962"/>
                          </a:cubicBezTo>
                          <a:cubicBezTo>
                            <a:pt x="6758" y="15676"/>
                            <a:pt x="1996" y="14152"/>
                            <a:pt x="472" y="10437"/>
                          </a:cubicBezTo>
                          <a:cubicBezTo>
                            <a:pt x="-1052" y="6627"/>
                            <a:pt x="1234" y="2246"/>
                            <a:pt x="5616" y="62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29" name="Forme libre : forme 1528">
                      <a:extLst>
                        <a:ext uri="{FF2B5EF4-FFF2-40B4-BE49-F238E27FC236}">
                          <a16:creationId xmlns:a16="http://schemas.microsoft.com/office/drawing/2014/main" id="{34835B77-F8D5-4998-A3AF-DEAB75773E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0620" y="3698647"/>
                      <a:ext cx="5848" cy="5739"/>
                    </a:xfrm>
                    <a:custGeom>
                      <a:avLst/>
                      <a:gdLst>
                        <a:gd name="connsiteX0" fmla="*/ 3163 w 5848"/>
                        <a:gd name="connsiteY0" fmla="*/ 19 h 5739"/>
                        <a:gd name="connsiteX1" fmla="*/ 5830 w 5848"/>
                        <a:gd name="connsiteY1" fmla="*/ 3067 h 5739"/>
                        <a:gd name="connsiteX2" fmla="*/ 2686 w 5848"/>
                        <a:gd name="connsiteY2" fmla="*/ 5734 h 5739"/>
                        <a:gd name="connsiteX3" fmla="*/ 19 w 5848"/>
                        <a:gd name="connsiteY3" fmla="*/ 2686 h 5739"/>
                        <a:gd name="connsiteX4" fmla="*/ 3163 w 5848"/>
                        <a:gd name="connsiteY4" fmla="*/ 19 h 5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8" h="5739">
                          <a:moveTo>
                            <a:pt x="3163" y="19"/>
                          </a:moveTo>
                          <a:cubicBezTo>
                            <a:pt x="4782" y="115"/>
                            <a:pt x="6020" y="1543"/>
                            <a:pt x="5830" y="3067"/>
                          </a:cubicBezTo>
                          <a:cubicBezTo>
                            <a:pt x="5734" y="4591"/>
                            <a:pt x="4305" y="5830"/>
                            <a:pt x="2686" y="5734"/>
                          </a:cubicBezTo>
                          <a:cubicBezTo>
                            <a:pt x="1067" y="5639"/>
                            <a:pt x="-171" y="4306"/>
                            <a:pt x="19" y="2686"/>
                          </a:cubicBezTo>
                          <a:cubicBezTo>
                            <a:pt x="114" y="1067"/>
                            <a:pt x="1543" y="-171"/>
                            <a:pt x="3163" y="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530" name="Graphique 15">
                    <a:extLst>
                      <a:ext uri="{FF2B5EF4-FFF2-40B4-BE49-F238E27FC236}">
                        <a16:creationId xmlns:a16="http://schemas.microsoft.com/office/drawing/2014/main" id="{0275538F-C0EF-4003-8FD3-9564AA60E76D}"/>
                      </a:ext>
                    </a:extLst>
                  </p:cNvPr>
                  <p:cNvGrpSpPr/>
                  <p:nvPr/>
                </p:nvGrpSpPr>
                <p:grpSpPr>
                  <a:xfrm>
                    <a:off x="9560980" y="3666322"/>
                    <a:ext cx="35563" cy="33165"/>
                    <a:chOff x="9560980" y="3666322"/>
                    <a:chExt cx="35563" cy="33165"/>
                  </a:xfrm>
                  <a:solidFill>
                    <a:schemeClr val="accent1"/>
                  </a:solidFill>
                </p:grpSpPr>
                <p:sp>
                  <p:nvSpPr>
                    <p:cNvPr id="1531" name="Forme libre : forme 1530">
                      <a:extLst>
                        <a:ext uri="{FF2B5EF4-FFF2-40B4-BE49-F238E27FC236}">
                          <a16:creationId xmlns:a16="http://schemas.microsoft.com/office/drawing/2014/main" id="{78B3CBC6-C6D4-46BD-8936-6BBB823E31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0980" y="3666322"/>
                      <a:ext cx="35563" cy="33165"/>
                    </a:xfrm>
                    <a:custGeom>
                      <a:avLst/>
                      <a:gdLst>
                        <a:gd name="connsiteX0" fmla="*/ 19759 w 35563"/>
                        <a:gd name="connsiteY0" fmla="*/ 150 h 33165"/>
                        <a:gd name="connsiteX1" fmla="*/ 35475 w 35563"/>
                        <a:gd name="connsiteY1" fmla="*/ 18342 h 33165"/>
                        <a:gd name="connsiteX2" fmla="*/ 16520 w 35563"/>
                        <a:gd name="connsiteY2" fmla="*/ 33106 h 33165"/>
                        <a:gd name="connsiteX3" fmla="*/ 42 w 35563"/>
                        <a:gd name="connsiteY3" fmla="*/ 14818 h 33165"/>
                        <a:gd name="connsiteX4" fmla="*/ 19759 w 35563"/>
                        <a:gd name="connsiteY4" fmla="*/ 150 h 331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63" h="33165">
                          <a:moveTo>
                            <a:pt x="19759" y="150"/>
                          </a:moveTo>
                          <a:cubicBezTo>
                            <a:pt x="29570" y="1388"/>
                            <a:pt x="36428" y="9484"/>
                            <a:pt x="35475" y="18342"/>
                          </a:cubicBezTo>
                          <a:cubicBezTo>
                            <a:pt x="34808" y="27201"/>
                            <a:pt x="26331" y="33868"/>
                            <a:pt x="16520" y="33106"/>
                          </a:cubicBezTo>
                          <a:cubicBezTo>
                            <a:pt x="6710" y="32344"/>
                            <a:pt x="-625" y="24153"/>
                            <a:pt x="42" y="14818"/>
                          </a:cubicBezTo>
                          <a:cubicBezTo>
                            <a:pt x="995" y="5484"/>
                            <a:pt x="10044" y="-1088"/>
                            <a:pt x="19759" y="15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2" name="Forme libre : forme 1531">
                      <a:extLst>
                        <a:ext uri="{FF2B5EF4-FFF2-40B4-BE49-F238E27FC236}">
                          <a16:creationId xmlns:a16="http://schemas.microsoft.com/office/drawing/2014/main" id="{8A129162-B45A-46A3-B7E0-FAAC5F8E5D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8833" y="3666342"/>
                      <a:ext cx="27710" cy="33146"/>
                    </a:xfrm>
                    <a:custGeom>
                      <a:avLst/>
                      <a:gdLst>
                        <a:gd name="connsiteX0" fmla="*/ 10287 w 27710"/>
                        <a:gd name="connsiteY0" fmla="*/ 16513 h 33146"/>
                        <a:gd name="connsiteX1" fmla="*/ 0 w 27710"/>
                        <a:gd name="connsiteY1" fmla="*/ 30134 h 33146"/>
                        <a:gd name="connsiteX2" fmla="*/ 8668 w 27710"/>
                        <a:gd name="connsiteY2" fmla="*/ 33087 h 33146"/>
                        <a:gd name="connsiteX3" fmla="*/ 27622 w 27710"/>
                        <a:gd name="connsiteY3" fmla="*/ 18323 h 33146"/>
                        <a:gd name="connsiteX4" fmla="*/ 11906 w 27710"/>
                        <a:gd name="connsiteY4" fmla="*/ 130 h 33146"/>
                        <a:gd name="connsiteX5" fmla="*/ 3143 w 27710"/>
                        <a:gd name="connsiteY5" fmla="*/ 1273 h 33146"/>
                        <a:gd name="connsiteX6" fmla="*/ 10287 w 27710"/>
                        <a:gd name="connsiteY6" fmla="*/ 16513 h 33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710" h="33146">
                          <a:moveTo>
                            <a:pt x="10287" y="16513"/>
                          </a:moveTo>
                          <a:cubicBezTo>
                            <a:pt x="9811" y="22705"/>
                            <a:pt x="5715" y="27753"/>
                            <a:pt x="0" y="30134"/>
                          </a:cubicBezTo>
                          <a:cubicBezTo>
                            <a:pt x="2477" y="31753"/>
                            <a:pt x="5429" y="32896"/>
                            <a:pt x="8668" y="33087"/>
                          </a:cubicBezTo>
                          <a:cubicBezTo>
                            <a:pt x="18479" y="33849"/>
                            <a:pt x="26956" y="27181"/>
                            <a:pt x="27622" y="18323"/>
                          </a:cubicBezTo>
                          <a:cubicBezTo>
                            <a:pt x="28575" y="9465"/>
                            <a:pt x="21717" y="1368"/>
                            <a:pt x="11906" y="130"/>
                          </a:cubicBezTo>
                          <a:cubicBezTo>
                            <a:pt x="8763" y="-251"/>
                            <a:pt x="5810" y="225"/>
                            <a:pt x="3143" y="1273"/>
                          </a:cubicBezTo>
                          <a:cubicBezTo>
                            <a:pt x="8001" y="4798"/>
                            <a:pt x="10859" y="10417"/>
                            <a:pt x="10287" y="1651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3" name="Forme libre : forme 1532">
                      <a:extLst>
                        <a:ext uri="{FF2B5EF4-FFF2-40B4-BE49-F238E27FC236}">
                          <a16:creationId xmlns:a16="http://schemas.microsoft.com/office/drawing/2014/main" id="{3ABBA36E-175D-4275-8A7D-7FA60102CB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7996" y="3669208"/>
                      <a:ext cx="16940" cy="14108"/>
                    </a:xfrm>
                    <a:custGeom>
                      <a:avLst/>
                      <a:gdLst>
                        <a:gd name="connsiteX0" fmla="*/ 5980 w 16940"/>
                        <a:gd name="connsiteY0" fmla="*/ 503 h 14108"/>
                        <a:gd name="connsiteX1" fmla="*/ 16553 w 16940"/>
                        <a:gd name="connsiteY1" fmla="*/ 4408 h 14108"/>
                        <a:gd name="connsiteX2" fmla="*/ 11028 w 16940"/>
                        <a:gd name="connsiteY2" fmla="*/ 13552 h 14108"/>
                        <a:gd name="connsiteX3" fmla="*/ 360 w 16940"/>
                        <a:gd name="connsiteY3" fmla="*/ 9742 h 14108"/>
                        <a:gd name="connsiteX4" fmla="*/ 5980 w 16940"/>
                        <a:gd name="connsiteY4" fmla="*/ 503 h 14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40" h="14108">
                          <a:moveTo>
                            <a:pt x="5980" y="503"/>
                          </a:moveTo>
                          <a:cubicBezTo>
                            <a:pt x="10457" y="-926"/>
                            <a:pt x="15124" y="789"/>
                            <a:pt x="16553" y="4408"/>
                          </a:cubicBezTo>
                          <a:cubicBezTo>
                            <a:pt x="17981" y="8027"/>
                            <a:pt x="15314" y="12028"/>
                            <a:pt x="11028" y="13552"/>
                          </a:cubicBezTo>
                          <a:cubicBezTo>
                            <a:pt x="6742" y="15076"/>
                            <a:pt x="1789" y="13361"/>
                            <a:pt x="360" y="9742"/>
                          </a:cubicBezTo>
                          <a:cubicBezTo>
                            <a:pt x="-973" y="6218"/>
                            <a:pt x="1503" y="2027"/>
                            <a:pt x="5980" y="50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4" name="Forme libre : forme 1533">
                      <a:extLst>
                        <a:ext uri="{FF2B5EF4-FFF2-40B4-BE49-F238E27FC236}">
                          <a16:creationId xmlns:a16="http://schemas.microsoft.com/office/drawing/2014/main" id="{0DAEBD48-A34C-41A6-A4BC-277103C3FE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8147" y="3678070"/>
                      <a:ext cx="5850" cy="5552"/>
                    </a:xfrm>
                    <a:custGeom>
                      <a:avLst/>
                      <a:gdLst>
                        <a:gd name="connsiteX0" fmla="*/ 3258 w 5850"/>
                        <a:gd name="connsiteY0" fmla="*/ 22 h 5552"/>
                        <a:gd name="connsiteX1" fmla="*/ 5830 w 5850"/>
                        <a:gd name="connsiteY1" fmla="*/ 3070 h 5552"/>
                        <a:gd name="connsiteX2" fmla="*/ 2686 w 5850"/>
                        <a:gd name="connsiteY2" fmla="*/ 5547 h 5552"/>
                        <a:gd name="connsiteX3" fmla="*/ 19 w 5850"/>
                        <a:gd name="connsiteY3" fmla="*/ 2499 h 5552"/>
                        <a:gd name="connsiteX4" fmla="*/ 3258 w 5850"/>
                        <a:gd name="connsiteY4" fmla="*/ 22 h 55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0" h="5552">
                          <a:moveTo>
                            <a:pt x="3258" y="22"/>
                          </a:moveTo>
                          <a:cubicBezTo>
                            <a:pt x="4877" y="213"/>
                            <a:pt x="6020" y="1546"/>
                            <a:pt x="5830" y="3070"/>
                          </a:cubicBezTo>
                          <a:cubicBezTo>
                            <a:pt x="5734" y="4594"/>
                            <a:pt x="4306" y="5642"/>
                            <a:pt x="2686" y="5547"/>
                          </a:cubicBezTo>
                          <a:cubicBezTo>
                            <a:pt x="1067" y="5357"/>
                            <a:pt x="-171" y="4023"/>
                            <a:pt x="19" y="2499"/>
                          </a:cubicBezTo>
                          <a:cubicBezTo>
                            <a:pt x="210" y="880"/>
                            <a:pt x="1639" y="-168"/>
                            <a:pt x="3258" y="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535" name="Graphique 15">
                  <a:extLst>
                    <a:ext uri="{FF2B5EF4-FFF2-40B4-BE49-F238E27FC236}">
                      <a16:creationId xmlns:a16="http://schemas.microsoft.com/office/drawing/2014/main" id="{09AEB093-D983-4731-95B4-60514BB395CC}"/>
                    </a:ext>
                  </a:extLst>
                </p:cNvPr>
                <p:cNvGrpSpPr/>
                <p:nvPr/>
              </p:nvGrpSpPr>
              <p:grpSpPr>
                <a:xfrm>
                  <a:off x="9624907" y="3660016"/>
                  <a:ext cx="75545" cy="76034"/>
                  <a:chOff x="9624907" y="3660016"/>
                  <a:chExt cx="75545" cy="76034"/>
                </a:xfrm>
                <a:solidFill>
                  <a:schemeClr val="accent1"/>
                </a:solidFill>
              </p:grpSpPr>
              <p:grpSp>
                <p:nvGrpSpPr>
                  <p:cNvPr id="1536" name="Graphique 15">
                    <a:extLst>
                      <a:ext uri="{FF2B5EF4-FFF2-40B4-BE49-F238E27FC236}">
                        <a16:creationId xmlns:a16="http://schemas.microsoft.com/office/drawing/2014/main" id="{54AFFFE6-8C6C-4DEC-8F9F-ABBF2DF18D7A}"/>
                      </a:ext>
                    </a:extLst>
                  </p:cNvPr>
                  <p:cNvGrpSpPr/>
                  <p:nvPr/>
                </p:nvGrpSpPr>
                <p:grpSpPr>
                  <a:xfrm>
                    <a:off x="9624907" y="3705723"/>
                    <a:ext cx="35691" cy="30327"/>
                    <a:chOff x="9624907" y="3705723"/>
                    <a:chExt cx="35691" cy="30327"/>
                  </a:xfrm>
                  <a:solidFill>
                    <a:schemeClr val="accent1"/>
                  </a:solidFill>
                </p:grpSpPr>
                <p:sp>
                  <p:nvSpPr>
                    <p:cNvPr id="1537" name="Forme libre : forme 1536">
                      <a:extLst>
                        <a:ext uri="{FF2B5EF4-FFF2-40B4-BE49-F238E27FC236}">
                          <a16:creationId xmlns:a16="http://schemas.microsoft.com/office/drawing/2014/main" id="{7436DF1A-2AF5-4476-A9EF-FC772B9B90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4907" y="3705723"/>
                      <a:ext cx="35691" cy="30327"/>
                    </a:xfrm>
                    <a:custGeom>
                      <a:avLst/>
                      <a:gdLst>
                        <a:gd name="connsiteX0" fmla="*/ 11077 w 35691"/>
                        <a:gd name="connsiteY0" fmla="*/ 1039 h 30327"/>
                        <a:gd name="connsiteX1" fmla="*/ 34318 w 35691"/>
                        <a:gd name="connsiteY1" fmla="*/ 9517 h 30327"/>
                        <a:gd name="connsiteX2" fmla="*/ 25270 w 35691"/>
                        <a:gd name="connsiteY2" fmla="*/ 29043 h 30327"/>
                        <a:gd name="connsiteX3" fmla="*/ 1552 w 35691"/>
                        <a:gd name="connsiteY3" fmla="*/ 21137 h 30327"/>
                        <a:gd name="connsiteX4" fmla="*/ 11077 w 35691"/>
                        <a:gd name="connsiteY4" fmla="*/ 1039 h 303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91" h="30327">
                          <a:moveTo>
                            <a:pt x="11077" y="1039"/>
                          </a:moveTo>
                          <a:cubicBezTo>
                            <a:pt x="20126" y="-2009"/>
                            <a:pt x="30604" y="1896"/>
                            <a:pt x="34318" y="9517"/>
                          </a:cubicBezTo>
                          <a:cubicBezTo>
                            <a:pt x="37938" y="17041"/>
                            <a:pt x="34223" y="25614"/>
                            <a:pt x="25270" y="29043"/>
                          </a:cubicBezTo>
                          <a:cubicBezTo>
                            <a:pt x="16316" y="32376"/>
                            <a:pt x="5743" y="29043"/>
                            <a:pt x="1552" y="21137"/>
                          </a:cubicBezTo>
                          <a:cubicBezTo>
                            <a:pt x="-2639" y="13231"/>
                            <a:pt x="2029" y="4087"/>
                            <a:pt x="11077" y="103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8" name="Forme libre : forme 1537">
                      <a:extLst>
                        <a:ext uri="{FF2B5EF4-FFF2-40B4-BE49-F238E27FC236}">
                          <a16:creationId xmlns:a16="http://schemas.microsoft.com/office/drawing/2014/main" id="{DE2CCE68-3CAC-4F2C-AFD0-49327D6053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8936" y="3705735"/>
                      <a:ext cx="31608" cy="30265"/>
                    </a:xfrm>
                    <a:custGeom>
                      <a:avLst/>
                      <a:gdLst>
                        <a:gd name="connsiteX0" fmla="*/ 14097 w 31608"/>
                        <a:gd name="connsiteY0" fmla="*/ 14934 h 30265"/>
                        <a:gd name="connsiteX1" fmla="*/ 12192 w 31608"/>
                        <a:gd name="connsiteY1" fmla="*/ 30174 h 30265"/>
                        <a:gd name="connsiteX2" fmla="*/ 21241 w 31608"/>
                        <a:gd name="connsiteY2" fmla="*/ 29031 h 30265"/>
                        <a:gd name="connsiteX3" fmla="*/ 30289 w 31608"/>
                        <a:gd name="connsiteY3" fmla="*/ 9505 h 30265"/>
                        <a:gd name="connsiteX4" fmla="*/ 7048 w 31608"/>
                        <a:gd name="connsiteY4" fmla="*/ 1027 h 30265"/>
                        <a:gd name="connsiteX5" fmla="*/ 0 w 31608"/>
                        <a:gd name="connsiteY5" fmla="*/ 5600 h 30265"/>
                        <a:gd name="connsiteX6" fmla="*/ 14097 w 31608"/>
                        <a:gd name="connsiteY6" fmla="*/ 14934 h 30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08" h="30265">
                          <a:moveTo>
                            <a:pt x="14097" y="14934"/>
                          </a:moveTo>
                          <a:cubicBezTo>
                            <a:pt x="16669" y="20173"/>
                            <a:pt x="15907" y="25888"/>
                            <a:pt x="12192" y="30174"/>
                          </a:cubicBezTo>
                          <a:cubicBezTo>
                            <a:pt x="15240" y="30460"/>
                            <a:pt x="18288" y="30079"/>
                            <a:pt x="21241" y="29031"/>
                          </a:cubicBezTo>
                          <a:cubicBezTo>
                            <a:pt x="30099" y="25602"/>
                            <a:pt x="33814" y="17029"/>
                            <a:pt x="30289" y="9505"/>
                          </a:cubicBezTo>
                          <a:cubicBezTo>
                            <a:pt x="26479" y="1980"/>
                            <a:pt x="16097" y="-2021"/>
                            <a:pt x="7048" y="1027"/>
                          </a:cubicBezTo>
                          <a:cubicBezTo>
                            <a:pt x="4191" y="1980"/>
                            <a:pt x="1810" y="3599"/>
                            <a:pt x="0" y="5600"/>
                          </a:cubicBezTo>
                          <a:cubicBezTo>
                            <a:pt x="6096" y="6361"/>
                            <a:pt x="11621" y="9695"/>
                            <a:pt x="14097" y="1493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39" name="Forme libre : forme 1538">
                      <a:extLst>
                        <a:ext uri="{FF2B5EF4-FFF2-40B4-BE49-F238E27FC236}">
                          <a16:creationId xmlns:a16="http://schemas.microsoft.com/office/drawing/2014/main" id="{4E8DBD7C-2E0D-4138-8090-1052DA6FDF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9459" y="3709521"/>
                      <a:ext cx="15847" cy="13824"/>
                    </a:xfrm>
                    <a:custGeom>
                      <a:avLst/>
                      <a:gdLst>
                        <a:gd name="connsiteX0" fmla="*/ 2334 w 15847"/>
                        <a:gd name="connsiteY0" fmla="*/ 2671 h 13824"/>
                        <a:gd name="connsiteX1" fmla="*/ 13574 w 15847"/>
                        <a:gd name="connsiteY1" fmla="*/ 1433 h 13824"/>
                        <a:gd name="connsiteX2" fmla="*/ 13478 w 15847"/>
                        <a:gd name="connsiteY2" fmla="*/ 11053 h 13824"/>
                        <a:gd name="connsiteX3" fmla="*/ 2239 w 15847"/>
                        <a:gd name="connsiteY3" fmla="*/ 12386 h 13824"/>
                        <a:gd name="connsiteX4" fmla="*/ 2334 w 15847"/>
                        <a:gd name="connsiteY4" fmla="*/ 2671 h 13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47" h="13824">
                          <a:moveTo>
                            <a:pt x="2334" y="2671"/>
                          </a:moveTo>
                          <a:cubicBezTo>
                            <a:pt x="5477" y="-377"/>
                            <a:pt x="10430" y="-853"/>
                            <a:pt x="13574" y="1433"/>
                          </a:cubicBezTo>
                          <a:cubicBezTo>
                            <a:pt x="16622" y="3814"/>
                            <a:pt x="16622" y="8005"/>
                            <a:pt x="13478" y="11053"/>
                          </a:cubicBezTo>
                          <a:cubicBezTo>
                            <a:pt x="10335" y="14101"/>
                            <a:pt x="5382" y="14768"/>
                            <a:pt x="2239" y="12386"/>
                          </a:cubicBezTo>
                          <a:cubicBezTo>
                            <a:pt x="-809" y="10100"/>
                            <a:pt x="-714" y="5719"/>
                            <a:pt x="2334" y="267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0" name="Forme libre : forme 1539">
                      <a:extLst>
                        <a:ext uri="{FF2B5EF4-FFF2-40B4-BE49-F238E27FC236}">
                          <a16:creationId xmlns:a16="http://schemas.microsoft.com/office/drawing/2014/main" id="{1AD0CDE7-C168-4B77-9A7F-BA94270796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32027" y="3719700"/>
                      <a:ext cx="5889" cy="5080"/>
                    </a:xfrm>
                    <a:custGeom>
                      <a:avLst/>
                      <a:gdLst>
                        <a:gd name="connsiteX0" fmla="*/ 1862 w 5889"/>
                        <a:gd name="connsiteY0" fmla="*/ 207 h 5080"/>
                        <a:gd name="connsiteX1" fmla="*/ 5672 w 5889"/>
                        <a:gd name="connsiteY1" fmla="*/ 1541 h 5080"/>
                        <a:gd name="connsiteX2" fmla="*/ 4148 w 5889"/>
                        <a:gd name="connsiteY2" fmla="*/ 4874 h 5080"/>
                        <a:gd name="connsiteX3" fmla="*/ 243 w 5889"/>
                        <a:gd name="connsiteY3" fmla="*/ 3541 h 5080"/>
                        <a:gd name="connsiteX4" fmla="*/ 1862 w 5889"/>
                        <a:gd name="connsiteY4" fmla="*/ 207 h 5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9" h="5080">
                          <a:moveTo>
                            <a:pt x="1862" y="207"/>
                          </a:moveTo>
                          <a:cubicBezTo>
                            <a:pt x="3386" y="-365"/>
                            <a:pt x="5100" y="302"/>
                            <a:pt x="5672" y="1541"/>
                          </a:cubicBezTo>
                          <a:cubicBezTo>
                            <a:pt x="6243" y="2779"/>
                            <a:pt x="5672" y="4303"/>
                            <a:pt x="4148" y="4874"/>
                          </a:cubicBezTo>
                          <a:cubicBezTo>
                            <a:pt x="2719" y="5446"/>
                            <a:pt x="909" y="4779"/>
                            <a:pt x="243" y="3541"/>
                          </a:cubicBezTo>
                          <a:cubicBezTo>
                            <a:pt x="-424" y="2207"/>
                            <a:pt x="338" y="778"/>
                            <a:pt x="1862" y="20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541" name="Graphique 15">
                    <a:extLst>
                      <a:ext uri="{FF2B5EF4-FFF2-40B4-BE49-F238E27FC236}">
                        <a16:creationId xmlns:a16="http://schemas.microsoft.com/office/drawing/2014/main" id="{D6CAD3FD-94FD-4EB1-8238-AADD3E1F8CD8}"/>
                      </a:ext>
                    </a:extLst>
                  </p:cNvPr>
                  <p:cNvGrpSpPr/>
                  <p:nvPr/>
                </p:nvGrpSpPr>
                <p:grpSpPr>
                  <a:xfrm>
                    <a:off x="9649468" y="3685096"/>
                    <a:ext cx="35546" cy="29372"/>
                    <a:chOff x="9649468" y="3685096"/>
                    <a:chExt cx="35546" cy="29372"/>
                  </a:xfrm>
                  <a:solidFill>
                    <a:schemeClr val="accent1"/>
                  </a:solidFill>
                </p:grpSpPr>
                <p:sp>
                  <p:nvSpPr>
                    <p:cNvPr id="1542" name="Forme libre : forme 1541">
                      <a:extLst>
                        <a:ext uri="{FF2B5EF4-FFF2-40B4-BE49-F238E27FC236}">
                          <a16:creationId xmlns:a16="http://schemas.microsoft.com/office/drawing/2014/main" id="{A09FF7B4-9764-4928-9B00-8AD7B465E8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49468" y="3685133"/>
                      <a:ext cx="35546" cy="29322"/>
                    </a:xfrm>
                    <a:custGeom>
                      <a:avLst/>
                      <a:gdLst>
                        <a:gd name="connsiteX0" fmla="*/ 11091 w 35546"/>
                        <a:gd name="connsiteY0" fmla="*/ 770 h 29322"/>
                        <a:gd name="connsiteX1" fmla="*/ 34141 w 35546"/>
                        <a:gd name="connsiteY1" fmla="*/ 9723 h 29322"/>
                        <a:gd name="connsiteX2" fmla="*/ 24616 w 35546"/>
                        <a:gd name="connsiteY2" fmla="*/ 28297 h 29322"/>
                        <a:gd name="connsiteX3" fmla="*/ 1375 w 35546"/>
                        <a:gd name="connsiteY3" fmla="*/ 19915 h 29322"/>
                        <a:gd name="connsiteX4" fmla="*/ 11091 w 35546"/>
                        <a:gd name="connsiteY4" fmla="*/ 770 h 293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46" h="29322">
                          <a:moveTo>
                            <a:pt x="11091" y="770"/>
                          </a:moveTo>
                          <a:cubicBezTo>
                            <a:pt x="20425" y="-1802"/>
                            <a:pt x="30426" y="2294"/>
                            <a:pt x="34141" y="9723"/>
                          </a:cubicBezTo>
                          <a:cubicBezTo>
                            <a:pt x="37951" y="17153"/>
                            <a:pt x="33760" y="25344"/>
                            <a:pt x="24616" y="28297"/>
                          </a:cubicBezTo>
                          <a:cubicBezTo>
                            <a:pt x="15568" y="31250"/>
                            <a:pt x="5090" y="27630"/>
                            <a:pt x="1375" y="19915"/>
                          </a:cubicBezTo>
                          <a:cubicBezTo>
                            <a:pt x="-2340" y="12200"/>
                            <a:pt x="1661" y="3437"/>
                            <a:pt x="11091" y="77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3" name="Forme libre : forme 1542">
                      <a:extLst>
                        <a:ext uri="{FF2B5EF4-FFF2-40B4-BE49-F238E27FC236}">
                          <a16:creationId xmlns:a16="http://schemas.microsoft.com/office/drawing/2014/main" id="{F38FF17E-F1DC-4E3F-989B-DB2ED494FD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3320" y="3685096"/>
                      <a:ext cx="31681" cy="29372"/>
                    </a:xfrm>
                    <a:custGeom>
                      <a:avLst/>
                      <a:gdLst>
                        <a:gd name="connsiteX0" fmla="*/ 14192 w 31681"/>
                        <a:gd name="connsiteY0" fmla="*/ 14523 h 29372"/>
                        <a:gd name="connsiteX1" fmla="*/ 11716 w 31681"/>
                        <a:gd name="connsiteY1" fmla="*/ 29191 h 29372"/>
                        <a:gd name="connsiteX2" fmla="*/ 20764 w 31681"/>
                        <a:gd name="connsiteY2" fmla="*/ 28334 h 29372"/>
                        <a:gd name="connsiteX3" fmla="*/ 30289 w 31681"/>
                        <a:gd name="connsiteY3" fmla="*/ 9760 h 29372"/>
                        <a:gd name="connsiteX4" fmla="*/ 7239 w 31681"/>
                        <a:gd name="connsiteY4" fmla="*/ 807 h 29372"/>
                        <a:gd name="connsiteX5" fmla="*/ 0 w 31681"/>
                        <a:gd name="connsiteY5" fmla="*/ 4998 h 29372"/>
                        <a:gd name="connsiteX6" fmla="*/ 14192 w 31681"/>
                        <a:gd name="connsiteY6" fmla="*/ 14523 h 293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81" h="29372">
                          <a:moveTo>
                            <a:pt x="14192" y="14523"/>
                          </a:moveTo>
                          <a:cubicBezTo>
                            <a:pt x="16764" y="19666"/>
                            <a:pt x="15526" y="25191"/>
                            <a:pt x="11716" y="29191"/>
                          </a:cubicBezTo>
                          <a:cubicBezTo>
                            <a:pt x="14669" y="29572"/>
                            <a:pt x="17812" y="29382"/>
                            <a:pt x="20764" y="28334"/>
                          </a:cubicBezTo>
                          <a:cubicBezTo>
                            <a:pt x="29813" y="25381"/>
                            <a:pt x="34100" y="17285"/>
                            <a:pt x="30289" y="9760"/>
                          </a:cubicBezTo>
                          <a:cubicBezTo>
                            <a:pt x="26575" y="2331"/>
                            <a:pt x="16573" y="-1860"/>
                            <a:pt x="7239" y="807"/>
                          </a:cubicBezTo>
                          <a:cubicBezTo>
                            <a:pt x="4286" y="1664"/>
                            <a:pt x="1810" y="3093"/>
                            <a:pt x="0" y="4998"/>
                          </a:cubicBezTo>
                          <a:cubicBezTo>
                            <a:pt x="6096" y="5950"/>
                            <a:pt x="11716" y="9475"/>
                            <a:pt x="14192" y="1452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4" name="Forme libre : forme 1543">
                      <a:extLst>
                        <a:ext uri="{FF2B5EF4-FFF2-40B4-BE49-F238E27FC236}">
                          <a16:creationId xmlns:a16="http://schemas.microsoft.com/office/drawing/2014/main" id="{F86CD74C-F804-4A03-9EB3-835C8466BC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3986" y="3688681"/>
                      <a:ext cx="15716" cy="13374"/>
                    </a:xfrm>
                    <a:custGeom>
                      <a:avLst/>
                      <a:gdLst>
                        <a:gd name="connsiteX0" fmla="*/ 2286 w 15716"/>
                        <a:gd name="connsiteY0" fmla="*/ 2365 h 13374"/>
                        <a:gd name="connsiteX1" fmla="*/ 13430 w 15716"/>
                        <a:gd name="connsiteY1" fmla="*/ 1603 h 13374"/>
                        <a:gd name="connsiteX2" fmla="*/ 13430 w 15716"/>
                        <a:gd name="connsiteY2" fmla="*/ 10937 h 13374"/>
                        <a:gd name="connsiteX3" fmla="*/ 2286 w 15716"/>
                        <a:gd name="connsiteY3" fmla="*/ 11890 h 13374"/>
                        <a:gd name="connsiteX4" fmla="*/ 2286 w 15716"/>
                        <a:gd name="connsiteY4" fmla="*/ 2365 h 13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16" h="13374">
                          <a:moveTo>
                            <a:pt x="2286" y="2365"/>
                          </a:moveTo>
                          <a:cubicBezTo>
                            <a:pt x="5334" y="-492"/>
                            <a:pt x="10573" y="-778"/>
                            <a:pt x="13430" y="1603"/>
                          </a:cubicBezTo>
                          <a:cubicBezTo>
                            <a:pt x="16479" y="3984"/>
                            <a:pt x="16479" y="8080"/>
                            <a:pt x="13430" y="10937"/>
                          </a:cubicBezTo>
                          <a:cubicBezTo>
                            <a:pt x="10382" y="13795"/>
                            <a:pt x="5334" y="14176"/>
                            <a:pt x="2286" y="11890"/>
                          </a:cubicBezTo>
                          <a:cubicBezTo>
                            <a:pt x="-762" y="9509"/>
                            <a:pt x="-762" y="5222"/>
                            <a:pt x="2286" y="236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5" name="Forme libre : forme 1544">
                      <a:extLst>
                        <a:ext uri="{FF2B5EF4-FFF2-40B4-BE49-F238E27FC236}">
                          <a16:creationId xmlns:a16="http://schemas.microsoft.com/office/drawing/2014/main" id="{B43F1388-39FD-4CF8-9D7C-D90606932D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6600" y="3698512"/>
                      <a:ext cx="5822" cy="4880"/>
                    </a:xfrm>
                    <a:custGeom>
                      <a:avLst/>
                      <a:gdLst>
                        <a:gd name="connsiteX0" fmla="*/ 1768 w 5822"/>
                        <a:gd name="connsiteY0" fmla="*/ 154 h 4880"/>
                        <a:gd name="connsiteX1" fmla="*/ 5578 w 5822"/>
                        <a:gd name="connsiteY1" fmla="*/ 1583 h 4880"/>
                        <a:gd name="connsiteX2" fmla="*/ 4054 w 5822"/>
                        <a:gd name="connsiteY2" fmla="*/ 4726 h 4880"/>
                        <a:gd name="connsiteX3" fmla="*/ 244 w 5822"/>
                        <a:gd name="connsiteY3" fmla="*/ 3298 h 4880"/>
                        <a:gd name="connsiteX4" fmla="*/ 1768 w 5822"/>
                        <a:gd name="connsiteY4" fmla="*/ 154 h 4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2" h="4880">
                          <a:moveTo>
                            <a:pt x="1768" y="154"/>
                          </a:moveTo>
                          <a:cubicBezTo>
                            <a:pt x="3292" y="-322"/>
                            <a:pt x="5006" y="345"/>
                            <a:pt x="5578" y="1583"/>
                          </a:cubicBezTo>
                          <a:cubicBezTo>
                            <a:pt x="6245" y="2821"/>
                            <a:pt x="5483" y="4250"/>
                            <a:pt x="4054" y="4726"/>
                          </a:cubicBezTo>
                          <a:cubicBezTo>
                            <a:pt x="2530" y="5203"/>
                            <a:pt x="815" y="4536"/>
                            <a:pt x="244" y="3298"/>
                          </a:cubicBezTo>
                          <a:cubicBezTo>
                            <a:pt x="-423" y="1964"/>
                            <a:pt x="339" y="631"/>
                            <a:pt x="1768" y="1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546" name="Graphique 15">
                    <a:extLst>
                      <a:ext uri="{FF2B5EF4-FFF2-40B4-BE49-F238E27FC236}">
                        <a16:creationId xmlns:a16="http://schemas.microsoft.com/office/drawing/2014/main" id="{91218753-9B0B-47F4-80AD-47448BD50571}"/>
                      </a:ext>
                    </a:extLst>
                  </p:cNvPr>
                  <p:cNvGrpSpPr/>
                  <p:nvPr/>
                </p:nvGrpSpPr>
                <p:grpSpPr>
                  <a:xfrm>
                    <a:off x="9664918" y="3660016"/>
                    <a:ext cx="35533" cy="28844"/>
                    <a:chOff x="9664918" y="3660016"/>
                    <a:chExt cx="35533" cy="28844"/>
                  </a:xfrm>
                  <a:solidFill>
                    <a:schemeClr val="accent1"/>
                  </a:solidFill>
                </p:grpSpPr>
                <p:sp>
                  <p:nvSpPr>
                    <p:cNvPr id="1547" name="Forme libre : forme 1546">
                      <a:extLst>
                        <a:ext uri="{FF2B5EF4-FFF2-40B4-BE49-F238E27FC236}">
                          <a16:creationId xmlns:a16="http://schemas.microsoft.com/office/drawing/2014/main" id="{CDD11CC8-107F-4CB4-BCDF-2B9D91D358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4918" y="3660016"/>
                      <a:ext cx="35533" cy="28817"/>
                    </a:xfrm>
                    <a:custGeom>
                      <a:avLst/>
                      <a:gdLst>
                        <a:gd name="connsiteX0" fmla="*/ 11547 w 35533"/>
                        <a:gd name="connsiteY0" fmla="*/ 550 h 28817"/>
                        <a:gd name="connsiteX1" fmla="*/ 34407 w 35533"/>
                        <a:gd name="connsiteY1" fmla="*/ 10361 h 28817"/>
                        <a:gd name="connsiteX2" fmla="*/ 24025 w 35533"/>
                        <a:gd name="connsiteY2" fmla="*/ 28077 h 28817"/>
                        <a:gd name="connsiteX3" fmla="*/ 1165 w 35533"/>
                        <a:gd name="connsiteY3" fmla="*/ 18838 h 28817"/>
                        <a:gd name="connsiteX4" fmla="*/ 11547 w 35533"/>
                        <a:gd name="connsiteY4" fmla="*/ 550 h 28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33" h="28817">
                          <a:moveTo>
                            <a:pt x="11547" y="550"/>
                          </a:moveTo>
                          <a:cubicBezTo>
                            <a:pt x="20691" y="-1640"/>
                            <a:pt x="30883" y="2931"/>
                            <a:pt x="34407" y="10361"/>
                          </a:cubicBezTo>
                          <a:cubicBezTo>
                            <a:pt x="37836" y="17790"/>
                            <a:pt x="33169" y="25601"/>
                            <a:pt x="24025" y="28077"/>
                          </a:cubicBezTo>
                          <a:cubicBezTo>
                            <a:pt x="14786" y="30554"/>
                            <a:pt x="4594" y="26649"/>
                            <a:pt x="1165" y="18838"/>
                          </a:cubicBezTo>
                          <a:cubicBezTo>
                            <a:pt x="-2359" y="11218"/>
                            <a:pt x="2403" y="2836"/>
                            <a:pt x="11547" y="55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8" name="Forme libre : forme 1547">
                      <a:extLst>
                        <a:ext uri="{FF2B5EF4-FFF2-40B4-BE49-F238E27FC236}">
                          <a16:creationId xmlns:a16="http://schemas.microsoft.com/office/drawing/2014/main" id="{12557C27-2649-42F4-9BF3-92663E5608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9131" y="3660111"/>
                      <a:ext cx="31275" cy="28749"/>
                    </a:xfrm>
                    <a:custGeom>
                      <a:avLst/>
                      <a:gdLst>
                        <a:gd name="connsiteX0" fmla="*/ 13811 w 31275"/>
                        <a:gd name="connsiteY0" fmla="*/ 14266 h 28749"/>
                        <a:gd name="connsiteX1" fmla="*/ 10573 w 31275"/>
                        <a:gd name="connsiteY1" fmla="*/ 28458 h 28749"/>
                        <a:gd name="connsiteX2" fmla="*/ 19717 w 31275"/>
                        <a:gd name="connsiteY2" fmla="*/ 28078 h 28749"/>
                        <a:gd name="connsiteX3" fmla="*/ 30099 w 31275"/>
                        <a:gd name="connsiteY3" fmla="*/ 10361 h 28749"/>
                        <a:gd name="connsiteX4" fmla="*/ 7239 w 31275"/>
                        <a:gd name="connsiteY4" fmla="*/ 550 h 28749"/>
                        <a:gd name="connsiteX5" fmla="*/ 0 w 31275"/>
                        <a:gd name="connsiteY5" fmla="*/ 4360 h 28749"/>
                        <a:gd name="connsiteX6" fmla="*/ 13811 w 31275"/>
                        <a:gd name="connsiteY6" fmla="*/ 14266 h 28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275" h="28749">
                          <a:moveTo>
                            <a:pt x="13811" y="14266"/>
                          </a:moveTo>
                          <a:cubicBezTo>
                            <a:pt x="16193" y="19410"/>
                            <a:pt x="14669" y="24744"/>
                            <a:pt x="10573" y="28458"/>
                          </a:cubicBezTo>
                          <a:cubicBezTo>
                            <a:pt x="13526" y="28935"/>
                            <a:pt x="16669" y="28839"/>
                            <a:pt x="19717" y="28078"/>
                          </a:cubicBezTo>
                          <a:cubicBezTo>
                            <a:pt x="28956" y="25601"/>
                            <a:pt x="33623" y="17790"/>
                            <a:pt x="30099" y="10361"/>
                          </a:cubicBezTo>
                          <a:cubicBezTo>
                            <a:pt x="26670" y="2931"/>
                            <a:pt x="16383" y="-1641"/>
                            <a:pt x="7239" y="550"/>
                          </a:cubicBezTo>
                          <a:cubicBezTo>
                            <a:pt x="4286" y="1217"/>
                            <a:pt x="1905" y="2646"/>
                            <a:pt x="0" y="4360"/>
                          </a:cubicBezTo>
                          <a:cubicBezTo>
                            <a:pt x="6191" y="5503"/>
                            <a:pt x="11525" y="9123"/>
                            <a:pt x="13811" y="1426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49" name="Forme libre : forme 1548">
                      <a:extLst>
                        <a:ext uri="{FF2B5EF4-FFF2-40B4-BE49-F238E27FC236}">
                          <a16:creationId xmlns:a16="http://schemas.microsoft.com/office/drawing/2014/main" id="{A2B1048A-AD88-4DED-BC67-D82ADF6C9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9551" y="3663350"/>
                      <a:ext cx="15862" cy="13072"/>
                    </a:xfrm>
                    <a:custGeom>
                      <a:avLst/>
                      <a:gdLst>
                        <a:gd name="connsiteX0" fmla="*/ 2533 w 15862"/>
                        <a:gd name="connsiteY0" fmla="*/ 2074 h 13072"/>
                        <a:gd name="connsiteX1" fmla="*/ 13772 w 15862"/>
                        <a:gd name="connsiteY1" fmla="*/ 1789 h 13072"/>
                        <a:gd name="connsiteX2" fmla="*/ 13296 w 15862"/>
                        <a:gd name="connsiteY2" fmla="*/ 10933 h 13072"/>
                        <a:gd name="connsiteX3" fmla="*/ 2057 w 15862"/>
                        <a:gd name="connsiteY3" fmla="*/ 11409 h 13072"/>
                        <a:gd name="connsiteX4" fmla="*/ 2533 w 15862"/>
                        <a:gd name="connsiteY4" fmla="*/ 2074 h 13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62" h="13072">
                          <a:moveTo>
                            <a:pt x="2533" y="2074"/>
                          </a:moveTo>
                          <a:cubicBezTo>
                            <a:pt x="5771" y="-593"/>
                            <a:pt x="10725" y="-688"/>
                            <a:pt x="13772" y="1789"/>
                          </a:cubicBezTo>
                          <a:cubicBezTo>
                            <a:pt x="16725" y="4265"/>
                            <a:pt x="16535" y="8266"/>
                            <a:pt x="13296" y="10933"/>
                          </a:cubicBezTo>
                          <a:cubicBezTo>
                            <a:pt x="10058" y="13600"/>
                            <a:pt x="5010" y="13790"/>
                            <a:pt x="2057" y="11409"/>
                          </a:cubicBezTo>
                          <a:cubicBezTo>
                            <a:pt x="-896" y="8932"/>
                            <a:pt x="-610" y="4741"/>
                            <a:pt x="2533" y="207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0" name="Forme libre : forme 1549">
                      <a:extLst>
                        <a:ext uri="{FF2B5EF4-FFF2-40B4-BE49-F238E27FC236}">
                          <a16:creationId xmlns:a16="http://schemas.microsoft.com/office/drawing/2014/main" id="{539B12A9-3820-4604-891F-DB1FB2FFD9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1990" y="3672842"/>
                      <a:ext cx="5808" cy="4785"/>
                    </a:xfrm>
                    <a:custGeom>
                      <a:avLst/>
                      <a:gdLst>
                        <a:gd name="connsiteX0" fmla="*/ 1904 w 5808"/>
                        <a:gd name="connsiteY0" fmla="*/ 106 h 4785"/>
                        <a:gd name="connsiteX1" fmla="*/ 5619 w 5808"/>
                        <a:gd name="connsiteY1" fmla="*/ 1725 h 4785"/>
                        <a:gd name="connsiteX2" fmla="*/ 3904 w 5808"/>
                        <a:gd name="connsiteY2" fmla="*/ 4678 h 4785"/>
                        <a:gd name="connsiteX3" fmla="*/ 190 w 5808"/>
                        <a:gd name="connsiteY3" fmla="*/ 3154 h 4785"/>
                        <a:gd name="connsiteX4" fmla="*/ 1904 w 5808"/>
                        <a:gd name="connsiteY4" fmla="*/ 106 h 4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8" h="4785">
                          <a:moveTo>
                            <a:pt x="1904" y="106"/>
                          </a:moveTo>
                          <a:cubicBezTo>
                            <a:pt x="3428" y="-275"/>
                            <a:pt x="5143" y="392"/>
                            <a:pt x="5619" y="1725"/>
                          </a:cubicBezTo>
                          <a:cubicBezTo>
                            <a:pt x="6191" y="2964"/>
                            <a:pt x="5428" y="4297"/>
                            <a:pt x="3904" y="4678"/>
                          </a:cubicBezTo>
                          <a:cubicBezTo>
                            <a:pt x="2380" y="5059"/>
                            <a:pt x="666" y="4392"/>
                            <a:pt x="190" y="3154"/>
                          </a:cubicBezTo>
                          <a:cubicBezTo>
                            <a:pt x="-382" y="1916"/>
                            <a:pt x="380" y="487"/>
                            <a:pt x="1904" y="10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551" name="Graphique 15">
                  <a:extLst>
                    <a:ext uri="{FF2B5EF4-FFF2-40B4-BE49-F238E27FC236}">
                      <a16:creationId xmlns:a16="http://schemas.microsoft.com/office/drawing/2014/main" id="{ECCB45DD-80EF-4237-999A-34BBB33F593F}"/>
                    </a:ext>
                  </a:extLst>
                </p:cNvPr>
                <p:cNvGrpSpPr/>
                <p:nvPr/>
              </p:nvGrpSpPr>
              <p:grpSpPr>
                <a:xfrm>
                  <a:off x="9711419" y="3618948"/>
                  <a:ext cx="90030" cy="62139"/>
                  <a:chOff x="9711419" y="3618948"/>
                  <a:chExt cx="90030" cy="62139"/>
                </a:xfrm>
                <a:solidFill>
                  <a:schemeClr val="accent1"/>
                </a:solidFill>
              </p:grpSpPr>
              <p:grpSp>
                <p:nvGrpSpPr>
                  <p:cNvPr id="1552" name="Graphique 15">
                    <a:extLst>
                      <a:ext uri="{FF2B5EF4-FFF2-40B4-BE49-F238E27FC236}">
                        <a16:creationId xmlns:a16="http://schemas.microsoft.com/office/drawing/2014/main" id="{8A7CCBBA-A0CB-4B88-8D3B-47BCCA75208C}"/>
                      </a:ext>
                    </a:extLst>
                  </p:cNvPr>
                  <p:cNvGrpSpPr/>
                  <p:nvPr/>
                </p:nvGrpSpPr>
                <p:grpSpPr>
                  <a:xfrm>
                    <a:off x="9766008" y="3656330"/>
                    <a:ext cx="35442" cy="24757"/>
                    <a:chOff x="9766008" y="3656330"/>
                    <a:chExt cx="35442" cy="24757"/>
                  </a:xfrm>
                  <a:solidFill>
                    <a:schemeClr val="accent1"/>
                  </a:solidFill>
                </p:grpSpPr>
                <p:sp>
                  <p:nvSpPr>
                    <p:cNvPr id="1553" name="Forme libre : forme 1552">
                      <a:extLst>
                        <a:ext uri="{FF2B5EF4-FFF2-40B4-BE49-F238E27FC236}">
                          <a16:creationId xmlns:a16="http://schemas.microsoft.com/office/drawing/2014/main" id="{68EE8F93-F3A8-4548-8E64-648334AD8B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66008" y="3656425"/>
                      <a:ext cx="35442" cy="24662"/>
                    </a:xfrm>
                    <a:custGeom>
                      <a:avLst/>
                      <a:gdLst>
                        <a:gd name="connsiteX0" fmla="*/ 945 w 35442"/>
                        <a:gd name="connsiteY0" fmla="*/ 15190 h 24662"/>
                        <a:gd name="connsiteX1" fmla="*/ 11994 w 35442"/>
                        <a:gd name="connsiteY1" fmla="*/ 236 h 24662"/>
                        <a:gd name="connsiteX2" fmla="*/ 34473 w 35442"/>
                        <a:gd name="connsiteY2" fmla="*/ 9856 h 24662"/>
                        <a:gd name="connsiteX3" fmla="*/ 23900 w 35442"/>
                        <a:gd name="connsiteY3" fmla="*/ 24334 h 24662"/>
                        <a:gd name="connsiteX4" fmla="*/ 945 w 35442"/>
                        <a:gd name="connsiteY4" fmla="*/ 15190 h 24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42" h="24662">
                          <a:moveTo>
                            <a:pt x="945" y="15190"/>
                          </a:moveTo>
                          <a:cubicBezTo>
                            <a:pt x="-2198" y="8427"/>
                            <a:pt x="2755" y="1569"/>
                            <a:pt x="11994" y="236"/>
                          </a:cubicBezTo>
                          <a:cubicBezTo>
                            <a:pt x="21233" y="-1098"/>
                            <a:pt x="31235" y="3379"/>
                            <a:pt x="34473" y="9856"/>
                          </a:cubicBezTo>
                          <a:cubicBezTo>
                            <a:pt x="37616" y="16333"/>
                            <a:pt x="32854" y="22619"/>
                            <a:pt x="23900" y="24334"/>
                          </a:cubicBezTo>
                          <a:cubicBezTo>
                            <a:pt x="14757" y="25858"/>
                            <a:pt x="4470" y="21953"/>
                            <a:pt x="945" y="1519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4" name="Forme libre : forme 1553">
                      <a:extLst>
                        <a:ext uri="{FF2B5EF4-FFF2-40B4-BE49-F238E27FC236}">
                          <a16:creationId xmlns:a16="http://schemas.microsoft.com/office/drawing/2014/main" id="{18FB1B7D-9D98-479E-B092-773423F18F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66045" y="3656330"/>
                      <a:ext cx="35355" cy="20714"/>
                    </a:xfrm>
                    <a:custGeom>
                      <a:avLst/>
                      <a:gdLst>
                        <a:gd name="connsiteX0" fmla="*/ 17387 w 35355"/>
                        <a:gd name="connsiteY0" fmla="*/ 12142 h 20714"/>
                        <a:gd name="connsiteX1" fmla="*/ 35008 w 35355"/>
                        <a:gd name="connsiteY1" fmla="*/ 15952 h 20714"/>
                        <a:gd name="connsiteX2" fmla="*/ 34436 w 35355"/>
                        <a:gd name="connsiteY2" fmla="*/ 9856 h 20714"/>
                        <a:gd name="connsiteX3" fmla="*/ 11957 w 35355"/>
                        <a:gd name="connsiteY3" fmla="*/ 236 h 20714"/>
                        <a:gd name="connsiteX4" fmla="*/ 908 w 35355"/>
                        <a:gd name="connsiteY4" fmla="*/ 15190 h 20714"/>
                        <a:gd name="connsiteX5" fmla="*/ 6147 w 35355"/>
                        <a:gd name="connsiteY5" fmla="*/ 20714 h 20714"/>
                        <a:gd name="connsiteX6" fmla="*/ 17387 w 35355"/>
                        <a:gd name="connsiteY6" fmla="*/ 12142 h 20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355" h="20714">
                          <a:moveTo>
                            <a:pt x="17387" y="12142"/>
                          </a:moveTo>
                          <a:cubicBezTo>
                            <a:pt x="23673" y="11094"/>
                            <a:pt x="30341" y="12809"/>
                            <a:pt x="35008" y="15952"/>
                          </a:cubicBezTo>
                          <a:cubicBezTo>
                            <a:pt x="35579" y="14047"/>
                            <a:pt x="35484" y="11951"/>
                            <a:pt x="34436" y="9856"/>
                          </a:cubicBezTo>
                          <a:cubicBezTo>
                            <a:pt x="31198" y="3379"/>
                            <a:pt x="21102" y="-1098"/>
                            <a:pt x="11957" y="236"/>
                          </a:cubicBezTo>
                          <a:cubicBezTo>
                            <a:pt x="2718" y="1569"/>
                            <a:pt x="-2139" y="8427"/>
                            <a:pt x="908" y="15190"/>
                          </a:cubicBezTo>
                          <a:cubicBezTo>
                            <a:pt x="2052" y="17381"/>
                            <a:pt x="3861" y="19190"/>
                            <a:pt x="6147" y="20714"/>
                          </a:cubicBezTo>
                          <a:cubicBezTo>
                            <a:pt x="6909" y="16523"/>
                            <a:pt x="11195" y="13094"/>
                            <a:pt x="17387" y="1214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5" name="Forme libre : forme 1554">
                      <a:extLst>
                        <a:ext uri="{FF2B5EF4-FFF2-40B4-BE49-F238E27FC236}">
                          <a16:creationId xmlns:a16="http://schemas.microsoft.com/office/drawing/2014/main" id="{86BA8401-37D8-443C-950F-813B4AB323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0252" y="3666207"/>
                      <a:ext cx="15961" cy="11230"/>
                    </a:xfrm>
                    <a:custGeom>
                      <a:avLst/>
                      <a:gdLst>
                        <a:gd name="connsiteX0" fmla="*/ 2892 w 15961"/>
                        <a:gd name="connsiteY0" fmla="*/ 8933 h 11230"/>
                        <a:gd name="connsiteX1" fmla="*/ 1940 w 15961"/>
                        <a:gd name="connsiteY1" fmla="*/ 1027 h 11230"/>
                        <a:gd name="connsiteX2" fmla="*/ 13179 w 15961"/>
                        <a:gd name="connsiteY2" fmla="*/ 2360 h 11230"/>
                        <a:gd name="connsiteX3" fmla="*/ 14132 w 15961"/>
                        <a:gd name="connsiteY3" fmla="*/ 10171 h 11230"/>
                        <a:gd name="connsiteX4" fmla="*/ 2892 w 15961"/>
                        <a:gd name="connsiteY4" fmla="*/ 8933 h 112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61" h="11230">
                          <a:moveTo>
                            <a:pt x="2892" y="8933"/>
                          </a:moveTo>
                          <a:cubicBezTo>
                            <a:pt x="-632" y="6361"/>
                            <a:pt x="-918" y="2837"/>
                            <a:pt x="1940" y="1027"/>
                          </a:cubicBezTo>
                          <a:cubicBezTo>
                            <a:pt x="4797" y="-783"/>
                            <a:pt x="9845" y="-116"/>
                            <a:pt x="13179" y="2360"/>
                          </a:cubicBezTo>
                          <a:cubicBezTo>
                            <a:pt x="16608" y="4932"/>
                            <a:pt x="16799" y="8266"/>
                            <a:pt x="14132" y="10171"/>
                          </a:cubicBezTo>
                          <a:cubicBezTo>
                            <a:pt x="11369" y="11981"/>
                            <a:pt x="6416" y="11409"/>
                            <a:pt x="2892" y="893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6" name="Forme libre : forme 1555">
                      <a:extLst>
                        <a:ext uri="{FF2B5EF4-FFF2-40B4-BE49-F238E27FC236}">
                          <a16:creationId xmlns:a16="http://schemas.microsoft.com/office/drawing/2014/main" id="{EF21DA43-FED7-490F-8089-A444EA90A9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81920" y="3672121"/>
                      <a:ext cx="5854" cy="4037"/>
                    </a:xfrm>
                    <a:custGeom>
                      <a:avLst/>
                      <a:gdLst>
                        <a:gd name="connsiteX0" fmla="*/ 178 w 5854"/>
                        <a:gd name="connsiteY0" fmla="*/ 2543 h 4037"/>
                        <a:gd name="connsiteX1" fmla="*/ 1988 w 5854"/>
                        <a:gd name="connsiteY1" fmla="*/ 66 h 4037"/>
                        <a:gd name="connsiteX2" fmla="*/ 5703 w 5854"/>
                        <a:gd name="connsiteY2" fmla="*/ 1590 h 4037"/>
                        <a:gd name="connsiteX3" fmla="*/ 3988 w 5854"/>
                        <a:gd name="connsiteY3" fmla="*/ 3971 h 4037"/>
                        <a:gd name="connsiteX4" fmla="*/ 178 w 5854"/>
                        <a:gd name="connsiteY4" fmla="*/ 2543 h 4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4" h="4037">
                          <a:moveTo>
                            <a:pt x="178" y="2543"/>
                          </a:moveTo>
                          <a:cubicBezTo>
                            <a:pt x="-394" y="1400"/>
                            <a:pt x="464" y="352"/>
                            <a:pt x="1988" y="66"/>
                          </a:cubicBezTo>
                          <a:cubicBezTo>
                            <a:pt x="3512" y="-220"/>
                            <a:pt x="5131" y="447"/>
                            <a:pt x="5703" y="1590"/>
                          </a:cubicBezTo>
                          <a:cubicBezTo>
                            <a:pt x="6179" y="2638"/>
                            <a:pt x="5512" y="3781"/>
                            <a:pt x="3988" y="3971"/>
                          </a:cubicBezTo>
                          <a:cubicBezTo>
                            <a:pt x="2464" y="4257"/>
                            <a:pt x="750" y="3590"/>
                            <a:pt x="178" y="25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557" name="Graphique 15">
                    <a:extLst>
                      <a:ext uri="{FF2B5EF4-FFF2-40B4-BE49-F238E27FC236}">
                        <a16:creationId xmlns:a16="http://schemas.microsoft.com/office/drawing/2014/main" id="{555E0B96-F8E7-4894-8D8D-5244C944BDBE}"/>
                      </a:ext>
                    </a:extLst>
                  </p:cNvPr>
                  <p:cNvGrpSpPr/>
                  <p:nvPr/>
                </p:nvGrpSpPr>
                <p:grpSpPr>
                  <a:xfrm>
                    <a:off x="9742187" y="3635227"/>
                    <a:ext cx="35299" cy="25936"/>
                    <a:chOff x="9742187" y="3635227"/>
                    <a:chExt cx="35299" cy="25936"/>
                  </a:xfrm>
                  <a:solidFill>
                    <a:schemeClr val="accent1"/>
                  </a:solidFill>
                </p:grpSpPr>
                <p:sp>
                  <p:nvSpPr>
                    <p:cNvPr id="1558" name="Forme libre : forme 1557">
                      <a:extLst>
                        <a:ext uri="{FF2B5EF4-FFF2-40B4-BE49-F238E27FC236}">
                          <a16:creationId xmlns:a16="http://schemas.microsoft.com/office/drawing/2014/main" id="{2823FC31-6034-475F-BDC0-EDAFED4691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2187" y="3635227"/>
                      <a:ext cx="35294" cy="25936"/>
                    </a:xfrm>
                    <a:custGeom>
                      <a:avLst/>
                      <a:gdLst>
                        <a:gd name="connsiteX0" fmla="*/ 953 w 35294"/>
                        <a:gd name="connsiteY0" fmla="*/ 15719 h 25936"/>
                        <a:gd name="connsiteX1" fmla="*/ 12193 w 35294"/>
                        <a:gd name="connsiteY1" fmla="*/ 193 h 25936"/>
                        <a:gd name="connsiteX2" fmla="*/ 34291 w 35294"/>
                        <a:gd name="connsiteY2" fmla="*/ 10671 h 25936"/>
                        <a:gd name="connsiteX3" fmla="*/ 23432 w 35294"/>
                        <a:gd name="connsiteY3" fmla="*/ 25625 h 25936"/>
                        <a:gd name="connsiteX4" fmla="*/ 953 w 35294"/>
                        <a:gd name="connsiteY4" fmla="*/ 15719 h 259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94" h="25936">
                          <a:moveTo>
                            <a:pt x="953" y="15719"/>
                          </a:moveTo>
                          <a:cubicBezTo>
                            <a:pt x="-2190" y="8575"/>
                            <a:pt x="2668" y="1336"/>
                            <a:pt x="12193" y="193"/>
                          </a:cubicBezTo>
                          <a:cubicBezTo>
                            <a:pt x="21622" y="-1045"/>
                            <a:pt x="31338" y="3813"/>
                            <a:pt x="34291" y="10671"/>
                          </a:cubicBezTo>
                          <a:cubicBezTo>
                            <a:pt x="37529" y="17529"/>
                            <a:pt x="32671" y="24101"/>
                            <a:pt x="23432" y="25625"/>
                          </a:cubicBezTo>
                          <a:cubicBezTo>
                            <a:pt x="14098" y="27149"/>
                            <a:pt x="4096" y="22958"/>
                            <a:pt x="953" y="1571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59" name="Forme libre : forme 1558">
                      <a:extLst>
                        <a:ext uri="{FF2B5EF4-FFF2-40B4-BE49-F238E27FC236}">
                          <a16:creationId xmlns:a16="http://schemas.microsoft.com/office/drawing/2014/main" id="{EA923EB3-8FDE-4ED3-9EAD-C677D35A14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2187" y="3635227"/>
                      <a:ext cx="35299" cy="21529"/>
                    </a:xfrm>
                    <a:custGeom>
                      <a:avLst/>
                      <a:gdLst>
                        <a:gd name="connsiteX0" fmla="*/ 17431 w 35299"/>
                        <a:gd name="connsiteY0" fmla="*/ 12766 h 21529"/>
                        <a:gd name="connsiteX1" fmla="*/ 34957 w 35299"/>
                        <a:gd name="connsiteY1" fmla="*/ 17148 h 21529"/>
                        <a:gd name="connsiteX2" fmla="*/ 34291 w 35299"/>
                        <a:gd name="connsiteY2" fmla="*/ 10671 h 21529"/>
                        <a:gd name="connsiteX3" fmla="*/ 12193 w 35299"/>
                        <a:gd name="connsiteY3" fmla="*/ 193 h 21529"/>
                        <a:gd name="connsiteX4" fmla="*/ 953 w 35299"/>
                        <a:gd name="connsiteY4" fmla="*/ 15719 h 21529"/>
                        <a:gd name="connsiteX5" fmla="*/ 5811 w 35299"/>
                        <a:gd name="connsiteY5" fmla="*/ 21529 h 21529"/>
                        <a:gd name="connsiteX6" fmla="*/ 17431 w 35299"/>
                        <a:gd name="connsiteY6" fmla="*/ 12766 h 21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9" h="21529">
                          <a:moveTo>
                            <a:pt x="17431" y="12766"/>
                          </a:moveTo>
                          <a:cubicBezTo>
                            <a:pt x="23718" y="11814"/>
                            <a:pt x="30290" y="13719"/>
                            <a:pt x="34957" y="17148"/>
                          </a:cubicBezTo>
                          <a:cubicBezTo>
                            <a:pt x="35529" y="15147"/>
                            <a:pt x="35434" y="12957"/>
                            <a:pt x="34291" y="10671"/>
                          </a:cubicBezTo>
                          <a:cubicBezTo>
                            <a:pt x="31338" y="3813"/>
                            <a:pt x="21622" y="-1045"/>
                            <a:pt x="12193" y="193"/>
                          </a:cubicBezTo>
                          <a:cubicBezTo>
                            <a:pt x="2668" y="1336"/>
                            <a:pt x="-2190" y="8575"/>
                            <a:pt x="953" y="15719"/>
                          </a:cubicBezTo>
                          <a:cubicBezTo>
                            <a:pt x="1906" y="18005"/>
                            <a:pt x="3715" y="19910"/>
                            <a:pt x="5811" y="21529"/>
                          </a:cubicBezTo>
                          <a:cubicBezTo>
                            <a:pt x="7049" y="17243"/>
                            <a:pt x="11240" y="13719"/>
                            <a:pt x="17431" y="1276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0" name="Forme libre : forme 1559">
                      <a:extLst>
                        <a:ext uri="{FF2B5EF4-FFF2-40B4-BE49-F238E27FC236}">
                          <a16:creationId xmlns:a16="http://schemas.microsoft.com/office/drawing/2014/main" id="{8AF7C9B6-8D3E-48D0-A52C-D8D16CA361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6368" y="3645346"/>
                      <a:ext cx="15834" cy="11955"/>
                    </a:xfrm>
                    <a:custGeom>
                      <a:avLst/>
                      <a:gdLst>
                        <a:gd name="connsiteX0" fmla="*/ 2773 w 15834"/>
                        <a:gd name="connsiteY0" fmla="*/ 9410 h 11955"/>
                        <a:gd name="connsiteX1" fmla="*/ 1916 w 15834"/>
                        <a:gd name="connsiteY1" fmla="*/ 1028 h 11955"/>
                        <a:gd name="connsiteX2" fmla="*/ 13061 w 15834"/>
                        <a:gd name="connsiteY2" fmla="*/ 2648 h 11955"/>
                        <a:gd name="connsiteX3" fmla="*/ 13918 w 15834"/>
                        <a:gd name="connsiteY3" fmla="*/ 10839 h 11955"/>
                        <a:gd name="connsiteX4" fmla="*/ 2773 w 15834"/>
                        <a:gd name="connsiteY4" fmla="*/ 9410 h 11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34" h="11955">
                          <a:moveTo>
                            <a:pt x="2773" y="9410"/>
                          </a:moveTo>
                          <a:cubicBezTo>
                            <a:pt x="-560" y="6743"/>
                            <a:pt x="-941" y="2933"/>
                            <a:pt x="1916" y="1028"/>
                          </a:cubicBezTo>
                          <a:cubicBezTo>
                            <a:pt x="4774" y="-877"/>
                            <a:pt x="9727" y="-19"/>
                            <a:pt x="13061" y="2648"/>
                          </a:cubicBezTo>
                          <a:cubicBezTo>
                            <a:pt x="16394" y="5410"/>
                            <a:pt x="16775" y="9029"/>
                            <a:pt x="13918" y="10839"/>
                          </a:cubicBezTo>
                          <a:cubicBezTo>
                            <a:pt x="11156" y="12744"/>
                            <a:pt x="6107" y="12173"/>
                            <a:pt x="2773" y="94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1" name="Forme libre : forme 1560">
                      <a:extLst>
                        <a:ext uri="{FF2B5EF4-FFF2-40B4-BE49-F238E27FC236}">
                          <a16:creationId xmlns:a16="http://schemas.microsoft.com/office/drawing/2014/main" id="{A55C24DB-7EAA-4B5B-9C47-1A5F18F8BB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8049" y="3651961"/>
                      <a:ext cx="5806" cy="4188"/>
                    </a:xfrm>
                    <a:custGeom>
                      <a:avLst/>
                      <a:gdLst>
                        <a:gd name="connsiteX0" fmla="*/ 141 w 5806"/>
                        <a:gd name="connsiteY0" fmla="*/ 2509 h 4188"/>
                        <a:gd name="connsiteX1" fmla="*/ 1951 w 5806"/>
                        <a:gd name="connsiteY1" fmla="*/ 32 h 4188"/>
                        <a:gd name="connsiteX2" fmla="*/ 5665 w 5806"/>
                        <a:gd name="connsiteY2" fmla="*/ 1652 h 4188"/>
                        <a:gd name="connsiteX3" fmla="*/ 3856 w 5806"/>
                        <a:gd name="connsiteY3" fmla="*/ 4128 h 4188"/>
                        <a:gd name="connsiteX4" fmla="*/ 141 w 5806"/>
                        <a:gd name="connsiteY4" fmla="*/ 2509 h 4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6" h="4188">
                          <a:moveTo>
                            <a:pt x="141" y="2509"/>
                          </a:moveTo>
                          <a:cubicBezTo>
                            <a:pt x="-335" y="1366"/>
                            <a:pt x="427" y="223"/>
                            <a:pt x="1951" y="32"/>
                          </a:cubicBezTo>
                          <a:cubicBezTo>
                            <a:pt x="3475" y="-158"/>
                            <a:pt x="5094" y="509"/>
                            <a:pt x="5665" y="1652"/>
                          </a:cubicBezTo>
                          <a:cubicBezTo>
                            <a:pt x="6142" y="2795"/>
                            <a:pt x="5380" y="3938"/>
                            <a:pt x="3856" y="4128"/>
                          </a:cubicBezTo>
                          <a:cubicBezTo>
                            <a:pt x="2332" y="4414"/>
                            <a:pt x="617" y="3652"/>
                            <a:pt x="141" y="25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562" name="Graphique 15">
                    <a:extLst>
                      <a:ext uri="{FF2B5EF4-FFF2-40B4-BE49-F238E27FC236}">
                        <a16:creationId xmlns:a16="http://schemas.microsoft.com/office/drawing/2014/main" id="{34BDD09A-E5E8-46C1-9550-3EA5FBB80A91}"/>
                      </a:ext>
                    </a:extLst>
                  </p:cNvPr>
                  <p:cNvGrpSpPr/>
                  <p:nvPr/>
                </p:nvGrpSpPr>
                <p:grpSpPr>
                  <a:xfrm>
                    <a:off x="9711419" y="3618948"/>
                    <a:ext cx="35461" cy="27431"/>
                    <a:chOff x="9711419" y="3618948"/>
                    <a:chExt cx="35461" cy="27431"/>
                  </a:xfrm>
                  <a:solidFill>
                    <a:schemeClr val="accent1"/>
                  </a:solidFill>
                </p:grpSpPr>
                <p:sp>
                  <p:nvSpPr>
                    <p:cNvPr id="1563" name="Forme libre : forme 1562">
                      <a:extLst>
                        <a:ext uri="{FF2B5EF4-FFF2-40B4-BE49-F238E27FC236}">
                          <a16:creationId xmlns:a16="http://schemas.microsoft.com/office/drawing/2014/main" id="{7E61A314-C09D-426C-B8CB-A8BAC13849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11515" y="3619043"/>
                      <a:ext cx="35366" cy="27336"/>
                    </a:xfrm>
                    <a:custGeom>
                      <a:avLst/>
                      <a:gdLst>
                        <a:gd name="connsiteX0" fmla="*/ 860 w 35366"/>
                        <a:gd name="connsiteY0" fmla="*/ 16377 h 27336"/>
                        <a:gd name="connsiteX1" fmla="*/ 12767 w 35366"/>
                        <a:gd name="connsiteY1" fmla="*/ 184 h 27336"/>
                        <a:gd name="connsiteX2" fmla="*/ 34674 w 35366"/>
                        <a:gd name="connsiteY2" fmla="*/ 11329 h 27336"/>
                        <a:gd name="connsiteX3" fmla="*/ 23244 w 35366"/>
                        <a:gd name="connsiteY3" fmla="*/ 27045 h 27336"/>
                        <a:gd name="connsiteX4" fmla="*/ 860 w 35366"/>
                        <a:gd name="connsiteY4" fmla="*/ 16377 h 27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66" h="27336">
                          <a:moveTo>
                            <a:pt x="860" y="16377"/>
                          </a:moveTo>
                          <a:cubicBezTo>
                            <a:pt x="-2283" y="8757"/>
                            <a:pt x="3527" y="1423"/>
                            <a:pt x="12767" y="184"/>
                          </a:cubicBezTo>
                          <a:cubicBezTo>
                            <a:pt x="22101" y="-1054"/>
                            <a:pt x="31912" y="4090"/>
                            <a:pt x="34674" y="11329"/>
                          </a:cubicBezTo>
                          <a:cubicBezTo>
                            <a:pt x="37246" y="18568"/>
                            <a:pt x="32483" y="25426"/>
                            <a:pt x="23244" y="27045"/>
                          </a:cubicBezTo>
                          <a:cubicBezTo>
                            <a:pt x="14005" y="28569"/>
                            <a:pt x="3908" y="23997"/>
                            <a:pt x="860" y="1637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4" name="Forme libre : forme 1563">
                      <a:extLst>
                        <a:ext uri="{FF2B5EF4-FFF2-40B4-BE49-F238E27FC236}">
                          <a16:creationId xmlns:a16="http://schemas.microsoft.com/office/drawing/2014/main" id="{4D5E2258-2DDC-4B6A-9AB4-DFE3586421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11419" y="3618948"/>
                      <a:ext cx="35376" cy="22567"/>
                    </a:xfrm>
                    <a:custGeom>
                      <a:avLst/>
                      <a:gdLst>
                        <a:gd name="connsiteX0" fmla="*/ 17529 w 35376"/>
                        <a:gd name="connsiteY0" fmla="*/ 13424 h 22567"/>
                        <a:gd name="connsiteX1" fmla="*/ 34864 w 35376"/>
                        <a:gd name="connsiteY1" fmla="*/ 18091 h 22567"/>
                        <a:gd name="connsiteX2" fmla="*/ 34674 w 35376"/>
                        <a:gd name="connsiteY2" fmla="*/ 11328 h 22567"/>
                        <a:gd name="connsiteX3" fmla="*/ 12766 w 35376"/>
                        <a:gd name="connsiteY3" fmla="*/ 184 h 22567"/>
                        <a:gd name="connsiteX4" fmla="*/ 860 w 35376"/>
                        <a:gd name="connsiteY4" fmla="*/ 16377 h 22567"/>
                        <a:gd name="connsiteX5" fmla="*/ 5718 w 35376"/>
                        <a:gd name="connsiteY5" fmla="*/ 22568 h 22567"/>
                        <a:gd name="connsiteX6" fmla="*/ 17529 w 35376"/>
                        <a:gd name="connsiteY6" fmla="*/ 13424 h 225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376" h="22567">
                          <a:moveTo>
                            <a:pt x="17529" y="13424"/>
                          </a:moveTo>
                          <a:cubicBezTo>
                            <a:pt x="23911" y="12471"/>
                            <a:pt x="30483" y="14567"/>
                            <a:pt x="34864" y="18091"/>
                          </a:cubicBezTo>
                          <a:cubicBezTo>
                            <a:pt x="35531" y="15996"/>
                            <a:pt x="35626" y="13710"/>
                            <a:pt x="34674" y="11328"/>
                          </a:cubicBezTo>
                          <a:cubicBezTo>
                            <a:pt x="31912" y="4089"/>
                            <a:pt x="22101" y="-1054"/>
                            <a:pt x="12766" y="184"/>
                          </a:cubicBezTo>
                          <a:cubicBezTo>
                            <a:pt x="3527" y="1422"/>
                            <a:pt x="-2283" y="8757"/>
                            <a:pt x="860" y="16377"/>
                          </a:cubicBezTo>
                          <a:cubicBezTo>
                            <a:pt x="1813" y="18758"/>
                            <a:pt x="3623" y="20853"/>
                            <a:pt x="5718" y="22568"/>
                          </a:cubicBezTo>
                          <a:cubicBezTo>
                            <a:pt x="7051" y="18091"/>
                            <a:pt x="11147" y="14376"/>
                            <a:pt x="17529" y="1342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5" name="Forme libre : forme 1564">
                      <a:extLst>
                        <a:ext uri="{FF2B5EF4-FFF2-40B4-BE49-F238E27FC236}">
                          <a16:creationId xmlns:a16="http://schemas.microsoft.com/office/drawing/2014/main" id="{36299ACA-1ADA-4EE8-8E1B-E81DB15094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15665" y="3629639"/>
                      <a:ext cx="15756" cy="12575"/>
                    </a:xfrm>
                    <a:custGeom>
                      <a:avLst/>
                      <a:gdLst>
                        <a:gd name="connsiteX0" fmla="*/ 2710 w 15756"/>
                        <a:gd name="connsiteY0" fmla="*/ 9877 h 12575"/>
                        <a:gd name="connsiteX1" fmla="*/ 2044 w 15756"/>
                        <a:gd name="connsiteY1" fmla="*/ 1019 h 12575"/>
                        <a:gd name="connsiteX2" fmla="*/ 13188 w 15756"/>
                        <a:gd name="connsiteY2" fmla="*/ 2829 h 12575"/>
                        <a:gd name="connsiteX3" fmla="*/ 13854 w 15756"/>
                        <a:gd name="connsiteY3" fmla="*/ 11497 h 12575"/>
                        <a:gd name="connsiteX4" fmla="*/ 2710 w 15756"/>
                        <a:gd name="connsiteY4" fmla="*/ 9877 h 12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56" h="12575">
                          <a:moveTo>
                            <a:pt x="2710" y="9877"/>
                          </a:moveTo>
                          <a:cubicBezTo>
                            <a:pt x="-528" y="7020"/>
                            <a:pt x="-1005" y="2924"/>
                            <a:pt x="2044" y="1019"/>
                          </a:cubicBezTo>
                          <a:cubicBezTo>
                            <a:pt x="5092" y="-886"/>
                            <a:pt x="10045" y="-29"/>
                            <a:pt x="13188" y="2829"/>
                          </a:cubicBezTo>
                          <a:cubicBezTo>
                            <a:pt x="16236" y="5686"/>
                            <a:pt x="16712" y="9592"/>
                            <a:pt x="13854" y="11497"/>
                          </a:cubicBezTo>
                          <a:cubicBezTo>
                            <a:pt x="10997" y="13402"/>
                            <a:pt x="6044" y="12735"/>
                            <a:pt x="2710" y="987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66" name="Forme libre : forme 1565">
                      <a:extLst>
                        <a:ext uri="{FF2B5EF4-FFF2-40B4-BE49-F238E27FC236}">
                          <a16:creationId xmlns:a16="http://schemas.microsoft.com/office/drawing/2014/main" id="{A4FC1EF7-09D6-45C1-8B01-A6463CEDD0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7283" y="3636508"/>
                      <a:ext cx="5843" cy="4558"/>
                    </a:xfrm>
                    <a:custGeom>
                      <a:avLst/>
                      <a:gdLst>
                        <a:gd name="connsiteX0" fmla="*/ 141 w 5843"/>
                        <a:gd name="connsiteY0" fmla="*/ 2722 h 4558"/>
                        <a:gd name="connsiteX1" fmla="*/ 1951 w 5843"/>
                        <a:gd name="connsiteY1" fmla="*/ 55 h 4558"/>
                        <a:gd name="connsiteX2" fmla="*/ 5666 w 5843"/>
                        <a:gd name="connsiteY2" fmla="*/ 1865 h 4558"/>
                        <a:gd name="connsiteX3" fmla="*/ 3856 w 5843"/>
                        <a:gd name="connsiteY3" fmla="*/ 4532 h 4558"/>
                        <a:gd name="connsiteX4" fmla="*/ 141 w 5843"/>
                        <a:gd name="connsiteY4" fmla="*/ 2722 h 4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3" h="4558">
                          <a:moveTo>
                            <a:pt x="141" y="2722"/>
                          </a:moveTo>
                          <a:cubicBezTo>
                            <a:pt x="-335" y="1484"/>
                            <a:pt x="427" y="341"/>
                            <a:pt x="1951" y="55"/>
                          </a:cubicBezTo>
                          <a:cubicBezTo>
                            <a:pt x="3475" y="-231"/>
                            <a:pt x="5094" y="627"/>
                            <a:pt x="5666" y="1865"/>
                          </a:cubicBezTo>
                          <a:cubicBezTo>
                            <a:pt x="6237" y="3103"/>
                            <a:pt x="5380" y="4246"/>
                            <a:pt x="3856" y="4532"/>
                          </a:cubicBezTo>
                          <a:cubicBezTo>
                            <a:pt x="2236" y="4722"/>
                            <a:pt x="617" y="3865"/>
                            <a:pt x="141" y="27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567" name="Graphique 15">
                  <a:extLst>
                    <a:ext uri="{FF2B5EF4-FFF2-40B4-BE49-F238E27FC236}">
                      <a16:creationId xmlns:a16="http://schemas.microsoft.com/office/drawing/2014/main" id="{CA301500-43D0-46F7-A5CA-ECAFC9DE5CCB}"/>
                    </a:ext>
                  </a:extLst>
                </p:cNvPr>
                <p:cNvGrpSpPr/>
                <p:nvPr/>
              </p:nvGrpSpPr>
              <p:grpSpPr>
                <a:xfrm>
                  <a:off x="9672874" y="3515833"/>
                  <a:ext cx="48483" cy="87778"/>
                  <a:chOff x="9672874" y="3515833"/>
                  <a:chExt cx="48483" cy="87778"/>
                </a:xfrm>
                <a:solidFill>
                  <a:schemeClr val="accent1"/>
                </a:solidFill>
              </p:grpSpPr>
              <p:grpSp>
                <p:nvGrpSpPr>
                  <p:cNvPr id="1568" name="Graphique 15">
                    <a:extLst>
                      <a:ext uri="{FF2B5EF4-FFF2-40B4-BE49-F238E27FC236}">
                        <a16:creationId xmlns:a16="http://schemas.microsoft.com/office/drawing/2014/main" id="{56067CF5-9DE9-4850-9F7E-336F855350C2}"/>
                      </a:ext>
                    </a:extLst>
                  </p:cNvPr>
                  <p:cNvGrpSpPr/>
                  <p:nvPr/>
                </p:nvGrpSpPr>
                <p:grpSpPr>
                  <a:xfrm>
                    <a:off x="9686003" y="3574677"/>
                    <a:ext cx="35354" cy="28934"/>
                    <a:chOff x="9686003" y="3574677"/>
                    <a:chExt cx="35354" cy="28934"/>
                  </a:xfrm>
                  <a:solidFill>
                    <a:schemeClr val="accent1"/>
                  </a:solidFill>
                </p:grpSpPr>
                <p:sp>
                  <p:nvSpPr>
                    <p:cNvPr id="1569" name="Forme libre : forme 1568">
                      <a:extLst>
                        <a:ext uri="{FF2B5EF4-FFF2-40B4-BE49-F238E27FC236}">
                          <a16:creationId xmlns:a16="http://schemas.microsoft.com/office/drawing/2014/main" id="{1AFFBE26-9F1A-447D-9B2C-9DC0674B7B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6040" y="3574677"/>
                      <a:ext cx="35317" cy="28934"/>
                    </a:xfrm>
                    <a:custGeom>
                      <a:avLst/>
                      <a:gdLst>
                        <a:gd name="connsiteX0" fmla="*/ 1189 w 35317"/>
                        <a:gd name="connsiteY0" fmla="*/ 8070 h 28934"/>
                        <a:gd name="connsiteX1" fmla="*/ 23859 w 35317"/>
                        <a:gd name="connsiteY1" fmla="*/ 1688 h 28934"/>
                        <a:gd name="connsiteX2" fmla="*/ 34241 w 35317"/>
                        <a:gd name="connsiteY2" fmla="*/ 20929 h 28934"/>
                        <a:gd name="connsiteX3" fmla="*/ 11857 w 35317"/>
                        <a:gd name="connsiteY3" fmla="*/ 27596 h 28934"/>
                        <a:gd name="connsiteX4" fmla="*/ 1189 w 35317"/>
                        <a:gd name="connsiteY4" fmla="*/ 8070 h 289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17" h="28934">
                          <a:moveTo>
                            <a:pt x="1189" y="8070"/>
                          </a:moveTo>
                          <a:cubicBezTo>
                            <a:pt x="4713" y="735"/>
                            <a:pt x="14810" y="-2122"/>
                            <a:pt x="23859" y="1688"/>
                          </a:cubicBezTo>
                          <a:cubicBezTo>
                            <a:pt x="32907" y="5498"/>
                            <a:pt x="37575" y="14071"/>
                            <a:pt x="34241" y="20929"/>
                          </a:cubicBezTo>
                          <a:cubicBezTo>
                            <a:pt x="30717" y="27787"/>
                            <a:pt x="21192" y="30930"/>
                            <a:pt x="11857" y="27596"/>
                          </a:cubicBezTo>
                          <a:cubicBezTo>
                            <a:pt x="2523" y="24262"/>
                            <a:pt x="-2431" y="15404"/>
                            <a:pt x="1189" y="807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0" name="Forme libre : forme 1569">
                      <a:extLst>
                        <a:ext uri="{FF2B5EF4-FFF2-40B4-BE49-F238E27FC236}">
                          <a16:creationId xmlns:a16="http://schemas.microsoft.com/office/drawing/2014/main" id="{BCFE8C85-FCE9-4A3B-82F7-43B8313DEF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6003" y="3574677"/>
                      <a:ext cx="35259" cy="26357"/>
                    </a:xfrm>
                    <a:custGeom>
                      <a:avLst/>
                      <a:gdLst>
                        <a:gd name="connsiteX0" fmla="*/ 17704 w 35259"/>
                        <a:gd name="connsiteY0" fmla="*/ 14261 h 26357"/>
                        <a:gd name="connsiteX1" fmla="*/ 28944 w 35259"/>
                        <a:gd name="connsiteY1" fmla="*/ 26358 h 26357"/>
                        <a:gd name="connsiteX2" fmla="*/ 34183 w 35259"/>
                        <a:gd name="connsiteY2" fmla="*/ 20929 h 26357"/>
                        <a:gd name="connsiteX3" fmla="*/ 23800 w 35259"/>
                        <a:gd name="connsiteY3" fmla="*/ 1688 h 26357"/>
                        <a:gd name="connsiteX4" fmla="*/ 1131 w 35259"/>
                        <a:gd name="connsiteY4" fmla="*/ 8070 h 26357"/>
                        <a:gd name="connsiteX5" fmla="*/ 178 w 35259"/>
                        <a:gd name="connsiteY5" fmla="*/ 15309 h 26357"/>
                        <a:gd name="connsiteX6" fmla="*/ 17704 w 35259"/>
                        <a:gd name="connsiteY6" fmla="*/ 14261 h 26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59" h="26357">
                          <a:moveTo>
                            <a:pt x="17704" y="14261"/>
                          </a:moveTo>
                          <a:cubicBezTo>
                            <a:pt x="23991" y="16738"/>
                            <a:pt x="27896" y="21405"/>
                            <a:pt x="28944" y="26358"/>
                          </a:cubicBezTo>
                          <a:cubicBezTo>
                            <a:pt x="31135" y="25024"/>
                            <a:pt x="33135" y="23215"/>
                            <a:pt x="34183" y="20929"/>
                          </a:cubicBezTo>
                          <a:cubicBezTo>
                            <a:pt x="37516" y="14071"/>
                            <a:pt x="32849" y="5498"/>
                            <a:pt x="23800" y="1688"/>
                          </a:cubicBezTo>
                          <a:cubicBezTo>
                            <a:pt x="14752" y="-2122"/>
                            <a:pt x="4655" y="735"/>
                            <a:pt x="1131" y="8070"/>
                          </a:cubicBezTo>
                          <a:cubicBezTo>
                            <a:pt x="-12" y="10451"/>
                            <a:pt x="-203" y="12927"/>
                            <a:pt x="178" y="15309"/>
                          </a:cubicBezTo>
                          <a:cubicBezTo>
                            <a:pt x="5036" y="12451"/>
                            <a:pt x="11608" y="11784"/>
                            <a:pt x="17704" y="1426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1" name="Forme libre : forme 1570">
                      <a:extLst>
                        <a:ext uri="{FF2B5EF4-FFF2-40B4-BE49-F238E27FC236}">
                          <a16:creationId xmlns:a16="http://schemas.microsoft.com/office/drawing/2014/main" id="{4342CDA5-5EDC-421C-988E-8C6CB8E68A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8988" y="3581890"/>
                      <a:ext cx="14674" cy="14003"/>
                    </a:xfrm>
                    <a:custGeom>
                      <a:avLst/>
                      <a:gdLst>
                        <a:gd name="connsiteX0" fmla="*/ 50 w 14674"/>
                        <a:gd name="connsiteY0" fmla="*/ 7048 h 14003"/>
                        <a:gd name="connsiteX1" fmla="*/ 6527 w 14674"/>
                        <a:gd name="connsiteY1" fmla="*/ 0 h 14003"/>
                        <a:gd name="connsiteX2" fmla="*/ 14624 w 14674"/>
                        <a:gd name="connsiteY2" fmla="*/ 7048 h 14003"/>
                        <a:gd name="connsiteX3" fmla="*/ 8147 w 14674"/>
                        <a:gd name="connsiteY3" fmla="*/ 14002 h 14003"/>
                        <a:gd name="connsiteX4" fmla="*/ 50 w 14674"/>
                        <a:gd name="connsiteY4" fmla="*/ 7048 h 14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74" h="14003">
                          <a:moveTo>
                            <a:pt x="50" y="7048"/>
                          </a:moveTo>
                          <a:cubicBezTo>
                            <a:pt x="-426" y="3143"/>
                            <a:pt x="2527" y="0"/>
                            <a:pt x="6527" y="0"/>
                          </a:cubicBezTo>
                          <a:cubicBezTo>
                            <a:pt x="10528" y="0"/>
                            <a:pt x="14148" y="3238"/>
                            <a:pt x="14624" y="7048"/>
                          </a:cubicBezTo>
                          <a:cubicBezTo>
                            <a:pt x="15100" y="10858"/>
                            <a:pt x="12147" y="13906"/>
                            <a:pt x="8147" y="14002"/>
                          </a:cubicBezTo>
                          <a:cubicBezTo>
                            <a:pt x="4146" y="14097"/>
                            <a:pt x="431" y="10954"/>
                            <a:pt x="50" y="704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2" name="Forme libre : forme 1571">
                      <a:extLst>
                        <a:ext uri="{FF2B5EF4-FFF2-40B4-BE49-F238E27FC236}">
                          <a16:creationId xmlns:a16="http://schemas.microsoft.com/office/drawing/2014/main" id="{831A8B15-205A-4104-BCAC-E5A795C852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6716" y="3591953"/>
                      <a:ext cx="5836" cy="4734"/>
                    </a:xfrm>
                    <a:custGeom>
                      <a:avLst/>
                      <a:gdLst>
                        <a:gd name="connsiteX0" fmla="*/ 229 w 5836"/>
                        <a:gd name="connsiteY0" fmla="*/ 1367 h 4734"/>
                        <a:gd name="connsiteX1" fmla="*/ 3943 w 5836"/>
                        <a:gd name="connsiteY1" fmla="*/ 224 h 4734"/>
                        <a:gd name="connsiteX2" fmla="*/ 5658 w 5836"/>
                        <a:gd name="connsiteY2" fmla="*/ 3368 h 4734"/>
                        <a:gd name="connsiteX3" fmla="*/ 1943 w 5836"/>
                        <a:gd name="connsiteY3" fmla="*/ 4511 h 4734"/>
                        <a:gd name="connsiteX4" fmla="*/ 229 w 5836"/>
                        <a:gd name="connsiteY4" fmla="*/ 1367 h 4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6" h="4734">
                          <a:moveTo>
                            <a:pt x="229" y="1367"/>
                          </a:moveTo>
                          <a:cubicBezTo>
                            <a:pt x="800" y="224"/>
                            <a:pt x="2515" y="-347"/>
                            <a:pt x="3943" y="224"/>
                          </a:cubicBezTo>
                          <a:cubicBezTo>
                            <a:pt x="5372" y="796"/>
                            <a:pt x="6229" y="2224"/>
                            <a:pt x="5658" y="3368"/>
                          </a:cubicBezTo>
                          <a:cubicBezTo>
                            <a:pt x="5086" y="4511"/>
                            <a:pt x="3467" y="5082"/>
                            <a:pt x="1943" y="4511"/>
                          </a:cubicBezTo>
                          <a:cubicBezTo>
                            <a:pt x="419" y="3939"/>
                            <a:pt x="-438" y="2510"/>
                            <a:pt x="229" y="13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573" name="Graphique 15">
                    <a:extLst>
                      <a:ext uri="{FF2B5EF4-FFF2-40B4-BE49-F238E27FC236}">
                        <a16:creationId xmlns:a16="http://schemas.microsoft.com/office/drawing/2014/main" id="{50145FCD-A120-4B38-8742-203003D84010}"/>
                      </a:ext>
                    </a:extLst>
                  </p:cNvPr>
                  <p:cNvGrpSpPr/>
                  <p:nvPr/>
                </p:nvGrpSpPr>
                <p:grpSpPr>
                  <a:xfrm>
                    <a:off x="9684363" y="3545275"/>
                    <a:ext cx="35176" cy="29698"/>
                    <a:chOff x="9684363" y="3545275"/>
                    <a:chExt cx="35176" cy="29698"/>
                  </a:xfrm>
                  <a:solidFill>
                    <a:schemeClr val="accent1"/>
                  </a:solidFill>
                </p:grpSpPr>
                <p:sp>
                  <p:nvSpPr>
                    <p:cNvPr id="1574" name="Forme libre : forme 1573">
                      <a:extLst>
                        <a:ext uri="{FF2B5EF4-FFF2-40B4-BE49-F238E27FC236}">
                          <a16:creationId xmlns:a16="http://schemas.microsoft.com/office/drawing/2014/main" id="{B0B5A508-DA15-4755-9366-17264B8724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397" y="3545349"/>
                      <a:ext cx="35142" cy="29624"/>
                    </a:xfrm>
                    <a:custGeom>
                      <a:avLst/>
                      <a:gdLst>
                        <a:gd name="connsiteX0" fmla="*/ 1403 w 35142"/>
                        <a:gd name="connsiteY0" fmla="*/ 7585 h 29624"/>
                        <a:gd name="connsiteX1" fmla="*/ 24454 w 35142"/>
                        <a:gd name="connsiteY1" fmla="*/ 2060 h 29624"/>
                        <a:gd name="connsiteX2" fmla="*/ 33788 w 35142"/>
                        <a:gd name="connsiteY2" fmla="*/ 21967 h 29624"/>
                        <a:gd name="connsiteX3" fmla="*/ 11214 w 35142"/>
                        <a:gd name="connsiteY3" fmla="*/ 27968 h 29624"/>
                        <a:gd name="connsiteX4" fmla="*/ 1403 w 35142"/>
                        <a:gd name="connsiteY4" fmla="*/ 7585 h 29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42" h="29624">
                          <a:moveTo>
                            <a:pt x="1403" y="7585"/>
                          </a:moveTo>
                          <a:cubicBezTo>
                            <a:pt x="5308" y="250"/>
                            <a:pt x="15595" y="-2131"/>
                            <a:pt x="24454" y="2060"/>
                          </a:cubicBezTo>
                          <a:cubicBezTo>
                            <a:pt x="33312" y="6251"/>
                            <a:pt x="37503" y="15109"/>
                            <a:pt x="33788" y="21967"/>
                          </a:cubicBezTo>
                          <a:cubicBezTo>
                            <a:pt x="30359" y="28921"/>
                            <a:pt x="20358" y="31683"/>
                            <a:pt x="11214" y="27968"/>
                          </a:cubicBezTo>
                          <a:cubicBezTo>
                            <a:pt x="2356" y="24158"/>
                            <a:pt x="-2598" y="14919"/>
                            <a:pt x="1403" y="758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5" name="Forme libre : forme 1574">
                      <a:extLst>
                        <a:ext uri="{FF2B5EF4-FFF2-40B4-BE49-F238E27FC236}">
                          <a16:creationId xmlns:a16="http://schemas.microsoft.com/office/drawing/2014/main" id="{23DBF799-55E7-40F2-92A5-186ED8149E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363" y="3545275"/>
                      <a:ext cx="35080" cy="27280"/>
                    </a:xfrm>
                    <a:custGeom>
                      <a:avLst/>
                      <a:gdLst>
                        <a:gd name="connsiteX0" fmla="*/ 17629 w 35080"/>
                        <a:gd name="connsiteY0" fmla="*/ 14517 h 27280"/>
                        <a:gd name="connsiteX1" fmla="*/ 28488 w 35080"/>
                        <a:gd name="connsiteY1" fmla="*/ 27280 h 27280"/>
                        <a:gd name="connsiteX2" fmla="*/ 33727 w 35080"/>
                        <a:gd name="connsiteY2" fmla="*/ 21946 h 27280"/>
                        <a:gd name="connsiteX3" fmla="*/ 24392 w 35080"/>
                        <a:gd name="connsiteY3" fmla="*/ 2039 h 27280"/>
                        <a:gd name="connsiteX4" fmla="*/ 1341 w 35080"/>
                        <a:gd name="connsiteY4" fmla="*/ 7564 h 27280"/>
                        <a:gd name="connsiteX5" fmla="*/ 198 w 35080"/>
                        <a:gd name="connsiteY5" fmla="*/ 14898 h 27280"/>
                        <a:gd name="connsiteX6" fmla="*/ 17629 w 35080"/>
                        <a:gd name="connsiteY6" fmla="*/ 14517 h 27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080" h="27280">
                          <a:moveTo>
                            <a:pt x="17629" y="14517"/>
                          </a:moveTo>
                          <a:cubicBezTo>
                            <a:pt x="23630" y="17184"/>
                            <a:pt x="27535" y="22137"/>
                            <a:pt x="28488" y="27280"/>
                          </a:cubicBezTo>
                          <a:cubicBezTo>
                            <a:pt x="30774" y="26042"/>
                            <a:pt x="32583" y="24232"/>
                            <a:pt x="33727" y="21946"/>
                          </a:cubicBezTo>
                          <a:cubicBezTo>
                            <a:pt x="37441" y="15088"/>
                            <a:pt x="33250" y="6230"/>
                            <a:pt x="24392" y="2039"/>
                          </a:cubicBezTo>
                          <a:cubicBezTo>
                            <a:pt x="15534" y="-2152"/>
                            <a:pt x="5247" y="325"/>
                            <a:pt x="1341" y="7564"/>
                          </a:cubicBezTo>
                          <a:cubicBezTo>
                            <a:pt x="103" y="9850"/>
                            <a:pt x="-278" y="12326"/>
                            <a:pt x="198" y="14898"/>
                          </a:cubicBezTo>
                          <a:cubicBezTo>
                            <a:pt x="4961" y="12136"/>
                            <a:pt x="11724" y="11850"/>
                            <a:pt x="17629" y="145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6" name="Forme libre : forme 1575">
                      <a:extLst>
                        <a:ext uri="{FF2B5EF4-FFF2-40B4-BE49-F238E27FC236}">
                          <a16:creationId xmlns:a16="http://schemas.microsoft.com/office/drawing/2014/main" id="{2E9CFFE5-BB6C-4BC2-A8C1-20D1445C49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7306" y="3552449"/>
                      <a:ext cx="14600" cy="14298"/>
                    </a:xfrm>
                    <a:custGeom>
                      <a:avLst/>
                      <a:gdLst>
                        <a:gd name="connsiteX0" fmla="*/ 18 w 14600"/>
                        <a:gd name="connsiteY0" fmla="*/ 6866 h 14298"/>
                        <a:gd name="connsiteX1" fmla="*/ 6876 w 14600"/>
                        <a:gd name="connsiteY1" fmla="*/ 8 h 14298"/>
                        <a:gd name="connsiteX2" fmla="*/ 14591 w 14600"/>
                        <a:gd name="connsiteY2" fmla="*/ 7438 h 14298"/>
                        <a:gd name="connsiteX3" fmla="*/ 8019 w 14600"/>
                        <a:gd name="connsiteY3" fmla="*/ 14296 h 14298"/>
                        <a:gd name="connsiteX4" fmla="*/ 18 w 14600"/>
                        <a:gd name="connsiteY4" fmla="*/ 6866 h 14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00" h="14298">
                          <a:moveTo>
                            <a:pt x="18" y="6866"/>
                          </a:moveTo>
                          <a:cubicBezTo>
                            <a:pt x="-268" y="2866"/>
                            <a:pt x="2875" y="-182"/>
                            <a:pt x="6876" y="8"/>
                          </a:cubicBezTo>
                          <a:cubicBezTo>
                            <a:pt x="10876" y="199"/>
                            <a:pt x="14401" y="3533"/>
                            <a:pt x="14591" y="7438"/>
                          </a:cubicBezTo>
                          <a:cubicBezTo>
                            <a:pt x="14782" y="11248"/>
                            <a:pt x="12020" y="14391"/>
                            <a:pt x="8019" y="14296"/>
                          </a:cubicBezTo>
                          <a:cubicBezTo>
                            <a:pt x="4018" y="14201"/>
                            <a:pt x="399" y="10867"/>
                            <a:pt x="18" y="686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77" name="Forme libre : forme 1576">
                      <a:extLst>
                        <a:ext uri="{FF2B5EF4-FFF2-40B4-BE49-F238E27FC236}">
                          <a16:creationId xmlns:a16="http://schemas.microsoft.com/office/drawing/2014/main" id="{1C22CE2C-0E41-48D0-A936-C37E08ED1E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4933" y="3562801"/>
                      <a:ext cx="5782" cy="4948"/>
                    </a:xfrm>
                    <a:custGeom>
                      <a:avLst/>
                      <a:gdLst>
                        <a:gd name="connsiteX0" fmla="*/ 202 w 5782"/>
                        <a:gd name="connsiteY0" fmla="*/ 1277 h 4948"/>
                        <a:gd name="connsiteX1" fmla="*/ 3916 w 5782"/>
                        <a:gd name="connsiteY1" fmla="*/ 325 h 4948"/>
                        <a:gd name="connsiteX2" fmla="*/ 5631 w 5782"/>
                        <a:gd name="connsiteY2" fmla="*/ 3658 h 4948"/>
                        <a:gd name="connsiteX3" fmla="*/ 1916 w 5782"/>
                        <a:gd name="connsiteY3" fmla="*/ 4706 h 4948"/>
                        <a:gd name="connsiteX4" fmla="*/ 202 w 5782"/>
                        <a:gd name="connsiteY4" fmla="*/ 1277 h 4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82" h="4948">
                          <a:moveTo>
                            <a:pt x="202" y="1277"/>
                          </a:moveTo>
                          <a:cubicBezTo>
                            <a:pt x="773" y="39"/>
                            <a:pt x="2392" y="-342"/>
                            <a:pt x="3916" y="325"/>
                          </a:cubicBezTo>
                          <a:cubicBezTo>
                            <a:pt x="5440" y="991"/>
                            <a:pt x="6107" y="2420"/>
                            <a:pt x="5631" y="3658"/>
                          </a:cubicBezTo>
                          <a:cubicBezTo>
                            <a:pt x="5059" y="4801"/>
                            <a:pt x="3440" y="5278"/>
                            <a:pt x="1916" y="4706"/>
                          </a:cubicBezTo>
                          <a:cubicBezTo>
                            <a:pt x="297" y="3944"/>
                            <a:pt x="-370" y="2420"/>
                            <a:pt x="202" y="12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578" name="Graphique 15">
                    <a:extLst>
                      <a:ext uri="{FF2B5EF4-FFF2-40B4-BE49-F238E27FC236}">
                        <a16:creationId xmlns:a16="http://schemas.microsoft.com/office/drawing/2014/main" id="{03AB2FEB-65DF-4C2D-B3D5-672B16430C9D}"/>
                      </a:ext>
                    </a:extLst>
                  </p:cNvPr>
                  <p:cNvGrpSpPr/>
                  <p:nvPr/>
                </p:nvGrpSpPr>
                <p:grpSpPr>
                  <a:xfrm>
                    <a:off x="9672874" y="3515833"/>
                    <a:ext cx="34908" cy="30507"/>
                    <a:chOff x="9672874" y="3515833"/>
                    <a:chExt cx="34908" cy="30507"/>
                  </a:xfrm>
                  <a:solidFill>
                    <a:schemeClr val="accent1"/>
                  </a:solidFill>
                </p:grpSpPr>
                <p:sp>
                  <p:nvSpPr>
                    <p:cNvPr id="1579" name="Forme libre : forme 1578">
                      <a:extLst>
                        <a:ext uri="{FF2B5EF4-FFF2-40B4-BE49-F238E27FC236}">
                          <a16:creationId xmlns:a16="http://schemas.microsoft.com/office/drawing/2014/main" id="{4974DAFE-2158-47E0-8F94-1A5C73997A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2874" y="3515833"/>
                      <a:ext cx="34867" cy="30507"/>
                    </a:xfrm>
                    <a:custGeom>
                      <a:avLst/>
                      <a:gdLst>
                        <a:gd name="connsiteX0" fmla="*/ 1496 w 34867"/>
                        <a:gd name="connsiteY0" fmla="*/ 7478 h 30507"/>
                        <a:gd name="connsiteX1" fmla="*/ 24833 w 34867"/>
                        <a:gd name="connsiteY1" fmla="*/ 2334 h 30507"/>
                        <a:gd name="connsiteX2" fmla="*/ 33500 w 34867"/>
                        <a:gd name="connsiteY2" fmla="*/ 23099 h 30507"/>
                        <a:gd name="connsiteX3" fmla="*/ 10450 w 34867"/>
                        <a:gd name="connsiteY3" fmla="*/ 28528 h 30507"/>
                        <a:gd name="connsiteX4" fmla="*/ 1496 w 34867"/>
                        <a:gd name="connsiteY4" fmla="*/ 7478 h 30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867" h="30507">
                          <a:moveTo>
                            <a:pt x="1496" y="7478"/>
                          </a:moveTo>
                          <a:cubicBezTo>
                            <a:pt x="5402" y="-47"/>
                            <a:pt x="16260" y="-2142"/>
                            <a:pt x="24833" y="2334"/>
                          </a:cubicBezTo>
                          <a:cubicBezTo>
                            <a:pt x="33596" y="6906"/>
                            <a:pt x="37025" y="15955"/>
                            <a:pt x="33500" y="23099"/>
                          </a:cubicBezTo>
                          <a:cubicBezTo>
                            <a:pt x="29690" y="30147"/>
                            <a:pt x="19403" y="32624"/>
                            <a:pt x="10450" y="28528"/>
                          </a:cubicBezTo>
                          <a:cubicBezTo>
                            <a:pt x="1592" y="24527"/>
                            <a:pt x="-2409" y="15002"/>
                            <a:pt x="1496" y="747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0" name="Forme libre : forme 1579">
                      <a:extLst>
                        <a:ext uri="{FF2B5EF4-FFF2-40B4-BE49-F238E27FC236}">
                          <a16:creationId xmlns:a16="http://schemas.microsoft.com/office/drawing/2014/main" id="{A121480E-4492-438F-BA52-EC5D27C7D4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2946" y="3515833"/>
                      <a:ext cx="34835" cy="28432"/>
                    </a:xfrm>
                    <a:custGeom>
                      <a:avLst/>
                      <a:gdLst>
                        <a:gd name="connsiteX0" fmla="*/ 17426 w 34835"/>
                        <a:gd name="connsiteY0" fmla="*/ 15002 h 28432"/>
                        <a:gd name="connsiteX1" fmla="*/ 27808 w 34835"/>
                        <a:gd name="connsiteY1" fmla="*/ 28433 h 28432"/>
                        <a:gd name="connsiteX2" fmla="*/ 33428 w 34835"/>
                        <a:gd name="connsiteY2" fmla="*/ 23099 h 28432"/>
                        <a:gd name="connsiteX3" fmla="*/ 24760 w 34835"/>
                        <a:gd name="connsiteY3" fmla="*/ 2334 h 28432"/>
                        <a:gd name="connsiteX4" fmla="*/ 1423 w 34835"/>
                        <a:gd name="connsiteY4" fmla="*/ 7478 h 28432"/>
                        <a:gd name="connsiteX5" fmla="*/ 90 w 34835"/>
                        <a:gd name="connsiteY5" fmla="*/ 15002 h 28432"/>
                        <a:gd name="connsiteX6" fmla="*/ 17426 w 34835"/>
                        <a:gd name="connsiteY6" fmla="*/ 15002 h 28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835" h="28432">
                          <a:moveTo>
                            <a:pt x="17426" y="15002"/>
                          </a:moveTo>
                          <a:cubicBezTo>
                            <a:pt x="23426" y="17955"/>
                            <a:pt x="27141" y="23194"/>
                            <a:pt x="27808" y="28433"/>
                          </a:cubicBezTo>
                          <a:cubicBezTo>
                            <a:pt x="30189" y="27194"/>
                            <a:pt x="32189" y="25385"/>
                            <a:pt x="33428" y="23099"/>
                          </a:cubicBezTo>
                          <a:cubicBezTo>
                            <a:pt x="37047" y="15955"/>
                            <a:pt x="33523" y="6906"/>
                            <a:pt x="24760" y="2334"/>
                          </a:cubicBezTo>
                          <a:cubicBezTo>
                            <a:pt x="16187" y="-2142"/>
                            <a:pt x="5329" y="-47"/>
                            <a:pt x="1423" y="7478"/>
                          </a:cubicBezTo>
                          <a:cubicBezTo>
                            <a:pt x="185" y="9859"/>
                            <a:pt x="-196" y="12431"/>
                            <a:pt x="90" y="15002"/>
                          </a:cubicBezTo>
                          <a:cubicBezTo>
                            <a:pt x="4948" y="12240"/>
                            <a:pt x="11520" y="12050"/>
                            <a:pt x="17426" y="1500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1" name="Forme libre : forme 1580">
                      <a:extLst>
                        <a:ext uri="{FF2B5EF4-FFF2-40B4-BE49-F238E27FC236}">
                          <a16:creationId xmlns:a16="http://schemas.microsoft.com/office/drawing/2014/main" id="{8CEBEBC5-155B-4552-A812-543E1DAFF7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5790" y="3523007"/>
                      <a:ext cx="14494" cy="14800"/>
                    </a:xfrm>
                    <a:custGeom>
                      <a:avLst/>
                      <a:gdLst>
                        <a:gd name="connsiteX0" fmla="*/ 8 w 14494"/>
                        <a:gd name="connsiteY0" fmla="*/ 6971 h 14800"/>
                        <a:gd name="connsiteX1" fmla="*/ 6866 w 14494"/>
                        <a:gd name="connsiteY1" fmla="*/ 18 h 14800"/>
                        <a:gd name="connsiteX2" fmla="*/ 14486 w 14494"/>
                        <a:gd name="connsiteY2" fmla="*/ 7924 h 14800"/>
                        <a:gd name="connsiteX3" fmla="*/ 7628 w 14494"/>
                        <a:gd name="connsiteY3" fmla="*/ 14782 h 14800"/>
                        <a:gd name="connsiteX4" fmla="*/ 8 w 14494"/>
                        <a:gd name="connsiteY4" fmla="*/ 6971 h 148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94" h="14800">
                          <a:moveTo>
                            <a:pt x="8" y="6971"/>
                          </a:moveTo>
                          <a:cubicBezTo>
                            <a:pt x="-182" y="2876"/>
                            <a:pt x="2866" y="-268"/>
                            <a:pt x="6866" y="18"/>
                          </a:cubicBezTo>
                          <a:cubicBezTo>
                            <a:pt x="10867" y="304"/>
                            <a:pt x="14296" y="3828"/>
                            <a:pt x="14486" y="7924"/>
                          </a:cubicBezTo>
                          <a:cubicBezTo>
                            <a:pt x="14677" y="12020"/>
                            <a:pt x="11629" y="15068"/>
                            <a:pt x="7628" y="14782"/>
                          </a:cubicBezTo>
                          <a:cubicBezTo>
                            <a:pt x="3628" y="14496"/>
                            <a:pt x="199" y="11067"/>
                            <a:pt x="8" y="697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2" name="Forme libre : forme 1581">
                      <a:extLst>
                        <a:ext uri="{FF2B5EF4-FFF2-40B4-BE49-F238E27FC236}">
                          <a16:creationId xmlns:a16="http://schemas.microsoft.com/office/drawing/2014/main" id="{1E254DFA-D107-4E14-B8FB-EE19D773FA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3065" y="3533750"/>
                      <a:ext cx="5796" cy="5010"/>
                    </a:xfrm>
                    <a:custGeom>
                      <a:avLst/>
                      <a:gdLst>
                        <a:gd name="connsiteX0" fmla="*/ 258 w 5796"/>
                        <a:gd name="connsiteY0" fmla="*/ 1277 h 5010"/>
                        <a:gd name="connsiteX1" fmla="*/ 4068 w 5796"/>
                        <a:gd name="connsiteY1" fmla="*/ 325 h 5010"/>
                        <a:gd name="connsiteX2" fmla="*/ 5592 w 5796"/>
                        <a:gd name="connsiteY2" fmla="*/ 3754 h 5010"/>
                        <a:gd name="connsiteX3" fmla="*/ 1782 w 5796"/>
                        <a:gd name="connsiteY3" fmla="*/ 4706 h 5010"/>
                        <a:gd name="connsiteX4" fmla="*/ 258 w 5796"/>
                        <a:gd name="connsiteY4" fmla="*/ 1277 h 5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6" h="5010">
                          <a:moveTo>
                            <a:pt x="258" y="1277"/>
                          </a:moveTo>
                          <a:cubicBezTo>
                            <a:pt x="925" y="39"/>
                            <a:pt x="2544" y="-342"/>
                            <a:pt x="4068" y="325"/>
                          </a:cubicBezTo>
                          <a:cubicBezTo>
                            <a:pt x="5497" y="991"/>
                            <a:pt x="6164" y="2611"/>
                            <a:pt x="5592" y="3754"/>
                          </a:cubicBezTo>
                          <a:cubicBezTo>
                            <a:pt x="5020" y="4897"/>
                            <a:pt x="3306" y="5373"/>
                            <a:pt x="1782" y="4706"/>
                          </a:cubicBezTo>
                          <a:cubicBezTo>
                            <a:pt x="258" y="4039"/>
                            <a:pt x="-409" y="2515"/>
                            <a:pt x="258" y="12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583" name="Graphique 15">
                  <a:extLst>
                    <a:ext uri="{FF2B5EF4-FFF2-40B4-BE49-F238E27FC236}">
                      <a16:creationId xmlns:a16="http://schemas.microsoft.com/office/drawing/2014/main" id="{CF1F5E56-C98B-486B-A104-394018F30A55}"/>
                    </a:ext>
                  </a:extLst>
                </p:cNvPr>
                <p:cNvGrpSpPr/>
                <p:nvPr/>
              </p:nvGrpSpPr>
              <p:grpSpPr>
                <a:xfrm>
                  <a:off x="9562308" y="3465892"/>
                  <a:ext cx="67499" cy="94328"/>
                  <a:chOff x="9562308" y="3465892"/>
                  <a:chExt cx="67499" cy="94328"/>
                </a:xfrm>
                <a:solidFill>
                  <a:schemeClr val="accent1"/>
                </a:solidFill>
              </p:grpSpPr>
              <p:grpSp>
                <p:nvGrpSpPr>
                  <p:cNvPr id="1584" name="Graphique 15">
                    <a:extLst>
                      <a:ext uri="{FF2B5EF4-FFF2-40B4-BE49-F238E27FC236}">
                        <a16:creationId xmlns:a16="http://schemas.microsoft.com/office/drawing/2014/main" id="{813168DA-8B71-47FD-87EF-A8FE7EB4EFC5}"/>
                      </a:ext>
                    </a:extLst>
                  </p:cNvPr>
                  <p:cNvGrpSpPr/>
                  <p:nvPr/>
                </p:nvGrpSpPr>
                <p:grpSpPr>
                  <a:xfrm>
                    <a:off x="9594425" y="3527068"/>
                    <a:ext cx="35382" cy="33152"/>
                    <a:chOff x="9594425" y="3527068"/>
                    <a:chExt cx="35382" cy="33152"/>
                  </a:xfrm>
                  <a:solidFill>
                    <a:schemeClr val="accent1"/>
                  </a:solidFill>
                </p:grpSpPr>
                <p:sp>
                  <p:nvSpPr>
                    <p:cNvPr id="1585" name="Forme libre : forme 1584">
                      <a:extLst>
                        <a:ext uri="{FF2B5EF4-FFF2-40B4-BE49-F238E27FC236}">
                          <a16:creationId xmlns:a16="http://schemas.microsoft.com/office/drawing/2014/main" id="{E33B8DA1-E6BE-479B-AFD1-158C34AB5D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94425" y="3527068"/>
                      <a:ext cx="35288" cy="33152"/>
                    </a:xfrm>
                    <a:custGeom>
                      <a:avLst/>
                      <a:gdLst>
                        <a:gd name="connsiteX0" fmla="*/ 30 w 35288"/>
                        <a:gd name="connsiteY0" fmla="*/ 15007 h 33152"/>
                        <a:gd name="connsiteX1" fmla="*/ 18985 w 35288"/>
                        <a:gd name="connsiteY1" fmla="*/ 148 h 33152"/>
                        <a:gd name="connsiteX2" fmla="*/ 35273 w 35288"/>
                        <a:gd name="connsiteY2" fmla="*/ 18436 h 33152"/>
                        <a:gd name="connsiteX3" fmla="*/ 16794 w 35288"/>
                        <a:gd name="connsiteY3" fmla="*/ 33105 h 33152"/>
                        <a:gd name="connsiteX4" fmla="*/ 30 w 35288"/>
                        <a:gd name="connsiteY4" fmla="*/ 15007 h 33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88" h="33152">
                          <a:moveTo>
                            <a:pt x="30" y="15007"/>
                          </a:moveTo>
                          <a:cubicBezTo>
                            <a:pt x="411" y="5577"/>
                            <a:pt x="9174" y="-1090"/>
                            <a:pt x="18985" y="148"/>
                          </a:cubicBezTo>
                          <a:cubicBezTo>
                            <a:pt x="28891" y="1386"/>
                            <a:pt x="35654" y="9578"/>
                            <a:pt x="35273" y="18436"/>
                          </a:cubicBezTo>
                          <a:cubicBezTo>
                            <a:pt x="34892" y="27390"/>
                            <a:pt x="26605" y="33771"/>
                            <a:pt x="16794" y="33105"/>
                          </a:cubicBezTo>
                          <a:cubicBezTo>
                            <a:pt x="7079" y="32438"/>
                            <a:pt x="-541" y="24342"/>
                            <a:pt x="30" y="1500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6" name="Forme libre : forme 1585">
                      <a:extLst>
                        <a:ext uri="{FF2B5EF4-FFF2-40B4-BE49-F238E27FC236}">
                          <a16:creationId xmlns:a16="http://schemas.microsoft.com/office/drawing/2014/main" id="{62E7C112-B420-4A2C-91F9-954850055C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94521" y="3527163"/>
                      <a:ext cx="35286" cy="26246"/>
                    </a:xfrm>
                    <a:custGeom>
                      <a:avLst/>
                      <a:gdLst>
                        <a:gd name="connsiteX0" fmla="*/ 17555 w 35286"/>
                        <a:gd name="connsiteY0" fmla="*/ 16245 h 26246"/>
                        <a:gd name="connsiteX1" fmla="*/ 32509 w 35286"/>
                        <a:gd name="connsiteY1" fmla="*/ 26246 h 26246"/>
                        <a:gd name="connsiteX2" fmla="*/ 35271 w 35286"/>
                        <a:gd name="connsiteY2" fmla="*/ 18436 h 26246"/>
                        <a:gd name="connsiteX3" fmla="*/ 18984 w 35286"/>
                        <a:gd name="connsiteY3" fmla="*/ 148 h 26246"/>
                        <a:gd name="connsiteX4" fmla="*/ 29 w 35286"/>
                        <a:gd name="connsiteY4" fmla="*/ 15007 h 26246"/>
                        <a:gd name="connsiteX5" fmla="*/ 1839 w 35286"/>
                        <a:gd name="connsiteY5" fmla="*/ 23294 h 26246"/>
                        <a:gd name="connsiteX6" fmla="*/ 17555 w 35286"/>
                        <a:gd name="connsiteY6" fmla="*/ 16245 h 26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86" h="26246">
                          <a:moveTo>
                            <a:pt x="17555" y="16245"/>
                          </a:moveTo>
                          <a:cubicBezTo>
                            <a:pt x="24222" y="16912"/>
                            <a:pt x="29747" y="21008"/>
                            <a:pt x="32509" y="26246"/>
                          </a:cubicBezTo>
                          <a:cubicBezTo>
                            <a:pt x="34128" y="24056"/>
                            <a:pt x="35176" y="21389"/>
                            <a:pt x="35271" y="18436"/>
                          </a:cubicBezTo>
                          <a:cubicBezTo>
                            <a:pt x="35653" y="9483"/>
                            <a:pt x="28795" y="1386"/>
                            <a:pt x="18984" y="148"/>
                          </a:cubicBezTo>
                          <a:cubicBezTo>
                            <a:pt x="9173" y="-1090"/>
                            <a:pt x="410" y="5577"/>
                            <a:pt x="29" y="15007"/>
                          </a:cubicBezTo>
                          <a:cubicBezTo>
                            <a:pt x="-162" y="17960"/>
                            <a:pt x="601" y="20817"/>
                            <a:pt x="1839" y="23294"/>
                          </a:cubicBezTo>
                          <a:cubicBezTo>
                            <a:pt x="5172" y="18436"/>
                            <a:pt x="10983" y="15578"/>
                            <a:pt x="17555" y="1624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7" name="Forme libre : forme 1586">
                      <a:extLst>
                        <a:ext uri="{FF2B5EF4-FFF2-40B4-BE49-F238E27FC236}">
                          <a16:creationId xmlns:a16="http://schemas.microsoft.com/office/drawing/2014/main" id="{620C61D9-F97C-4B94-BEE2-CE5D8E3E8E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97694" y="3537989"/>
                      <a:ext cx="15065" cy="15810"/>
                    </a:xfrm>
                    <a:custGeom>
                      <a:avLst/>
                      <a:gdLst>
                        <a:gd name="connsiteX0" fmla="*/ 761 w 15065"/>
                        <a:gd name="connsiteY0" fmla="*/ 10373 h 15810"/>
                        <a:gd name="connsiteX1" fmla="*/ 4190 w 15065"/>
                        <a:gd name="connsiteY1" fmla="*/ 372 h 15810"/>
                        <a:gd name="connsiteX2" fmla="*/ 14287 w 15065"/>
                        <a:gd name="connsiteY2" fmla="*/ 5515 h 15810"/>
                        <a:gd name="connsiteX3" fmla="*/ 10858 w 15065"/>
                        <a:gd name="connsiteY3" fmla="*/ 15421 h 15810"/>
                        <a:gd name="connsiteX4" fmla="*/ 761 w 15065"/>
                        <a:gd name="connsiteY4" fmla="*/ 10373 h 15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65" h="15810">
                          <a:moveTo>
                            <a:pt x="761" y="10373"/>
                          </a:moveTo>
                          <a:cubicBezTo>
                            <a:pt x="-1048" y="6182"/>
                            <a:pt x="476" y="1705"/>
                            <a:pt x="4190" y="372"/>
                          </a:cubicBezTo>
                          <a:cubicBezTo>
                            <a:pt x="7905" y="-962"/>
                            <a:pt x="12382" y="1419"/>
                            <a:pt x="14287" y="5515"/>
                          </a:cubicBezTo>
                          <a:cubicBezTo>
                            <a:pt x="16097" y="9611"/>
                            <a:pt x="14668" y="14088"/>
                            <a:pt x="10858" y="15421"/>
                          </a:cubicBezTo>
                          <a:cubicBezTo>
                            <a:pt x="7143" y="16755"/>
                            <a:pt x="2571" y="14564"/>
                            <a:pt x="761" y="1037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88" name="Forme libre : forme 1587">
                      <a:extLst>
                        <a:ext uri="{FF2B5EF4-FFF2-40B4-BE49-F238E27FC236}">
                          <a16:creationId xmlns:a16="http://schemas.microsoft.com/office/drawing/2014/main" id="{7344BA84-EFBF-4BE9-BF82-8DD48341B5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07404" y="3548070"/>
                      <a:ext cx="5820" cy="5440"/>
                    </a:xfrm>
                    <a:custGeom>
                      <a:avLst/>
                      <a:gdLst>
                        <a:gd name="connsiteX0" fmla="*/ 5 w 5820"/>
                        <a:gd name="connsiteY0" fmla="*/ 2483 h 5440"/>
                        <a:gd name="connsiteX1" fmla="*/ 3053 w 5820"/>
                        <a:gd name="connsiteY1" fmla="*/ 6 h 5440"/>
                        <a:gd name="connsiteX2" fmla="*/ 5816 w 5820"/>
                        <a:gd name="connsiteY2" fmla="*/ 2959 h 5440"/>
                        <a:gd name="connsiteX3" fmla="*/ 2767 w 5820"/>
                        <a:gd name="connsiteY3" fmla="*/ 5435 h 5440"/>
                        <a:gd name="connsiteX4" fmla="*/ 5 w 5820"/>
                        <a:gd name="connsiteY4" fmla="*/ 2483 h 54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0" h="5440">
                          <a:moveTo>
                            <a:pt x="5" y="2483"/>
                          </a:moveTo>
                          <a:cubicBezTo>
                            <a:pt x="100" y="959"/>
                            <a:pt x="1434" y="-89"/>
                            <a:pt x="3053" y="6"/>
                          </a:cubicBezTo>
                          <a:cubicBezTo>
                            <a:pt x="4673" y="101"/>
                            <a:pt x="5911" y="1530"/>
                            <a:pt x="5816" y="2959"/>
                          </a:cubicBezTo>
                          <a:cubicBezTo>
                            <a:pt x="5720" y="4388"/>
                            <a:pt x="4387" y="5531"/>
                            <a:pt x="2767" y="5435"/>
                          </a:cubicBezTo>
                          <a:cubicBezTo>
                            <a:pt x="1148" y="5340"/>
                            <a:pt x="-90" y="4007"/>
                            <a:pt x="5" y="24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589" name="Graphique 15">
                    <a:extLst>
                      <a:ext uri="{FF2B5EF4-FFF2-40B4-BE49-F238E27FC236}">
                        <a16:creationId xmlns:a16="http://schemas.microsoft.com/office/drawing/2014/main" id="{710EDA63-D018-4ADC-BABB-3C8F0B99474E}"/>
                      </a:ext>
                    </a:extLst>
                  </p:cNvPr>
                  <p:cNvGrpSpPr/>
                  <p:nvPr/>
                </p:nvGrpSpPr>
                <p:grpSpPr>
                  <a:xfrm>
                    <a:off x="9583003" y="3494709"/>
                    <a:ext cx="35446" cy="34048"/>
                    <a:chOff x="9583003" y="3494709"/>
                    <a:chExt cx="35446" cy="34048"/>
                  </a:xfrm>
                  <a:solidFill>
                    <a:schemeClr val="accent1"/>
                  </a:solidFill>
                </p:grpSpPr>
                <p:sp>
                  <p:nvSpPr>
                    <p:cNvPr id="1590" name="Forme libre : forme 1589">
                      <a:extLst>
                        <a:ext uri="{FF2B5EF4-FFF2-40B4-BE49-F238E27FC236}">
                          <a16:creationId xmlns:a16="http://schemas.microsoft.com/office/drawing/2014/main" id="{E670FA67-2C41-46FF-9975-F3FAF543E6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3017" y="3494709"/>
                      <a:ext cx="35431" cy="34048"/>
                    </a:xfrm>
                    <a:custGeom>
                      <a:avLst/>
                      <a:gdLst>
                        <a:gd name="connsiteX0" fmla="*/ 103 w 35431"/>
                        <a:gd name="connsiteY0" fmla="*/ 14886 h 34048"/>
                        <a:gd name="connsiteX1" fmla="*/ 19629 w 35431"/>
                        <a:gd name="connsiteY1" fmla="*/ 217 h 34048"/>
                        <a:gd name="connsiteX2" fmla="*/ 35346 w 35431"/>
                        <a:gd name="connsiteY2" fmla="*/ 19553 h 34048"/>
                        <a:gd name="connsiteX3" fmla="*/ 15915 w 35431"/>
                        <a:gd name="connsiteY3" fmla="*/ 33936 h 34048"/>
                        <a:gd name="connsiteX4" fmla="*/ 103 w 35431"/>
                        <a:gd name="connsiteY4" fmla="*/ 14886 h 34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31" h="34048">
                          <a:moveTo>
                            <a:pt x="103" y="14886"/>
                          </a:moveTo>
                          <a:cubicBezTo>
                            <a:pt x="1246" y="5361"/>
                            <a:pt x="10009" y="-1307"/>
                            <a:pt x="19629" y="217"/>
                          </a:cubicBezTo>
                          <a:cubicBezTo>
                            <a:pt x="29250" y="1741"/>
                            <a:pt x="36298" y="10409"/>
                            <a:pt x="35346" y="19553"/>
                          </a:cubicBezTo>
                          <a:cubicBezTo>
                            <a:pt x="34393" y="28601"/>
                            <a:pt x="25725" y="34983"/>
                            <a:pt x="15915" y="33936"/>
                          </a:cubicBezTo>
                          <a:cubicBezTo>
                            <a:pt x="6104" y="32792"/>
                            <a:pt x="-944" y="24411"/>
                            <a:pt x="103" y="148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1" name="Forme libre : forme 1590">
                      <a:extLst>
                        <a:ext uri="{FF2B5EF4-FFF2-40B4-BE49-F238E27FC236}">
                          <a16:creationId xmlns:a16="http://schemas.microsoft.com/office/drawing/2014/main" id="{BC57A669-4254-462E-A543-02DBF5F99C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3003" y="3494709"/>
                      <a:ext cx="35446" cy="27363"/>
                    </a:xfrm>
                    <a:custGeom>
                      <a:avLst/>
                      <a:gdLst>
                        <a:gd name="connsiteX0" fmla="*/ 17739 w 35446"/>
                        <a:gd name="connsiteY0" fmla="*/ 16695 h 27363"/>
                        <a:gd name="connsiteX1" fmla="*/ 32121 w 35446"/>
                        <a:gd name="connsiteY1" fmla="*/ 27363 h 27363"/>
                        <a:gd name="connsiteX2" fmla="*/ 35360 w 35446"/>
                        <a:gd name="connsiteY2" fmla="*/ 19553 h 27363"/>
                        <a:gd name="connsiteX3" fmla="*/ 19644 w 35446"/>
                        <a:gd name="connsiteY3" fmla="*/ 217 h 27363"/>
                        <a:gd name="connsiteX4" fmla="*/ 118 w 35446"/>
                        <a:gd name="connsiteY4" fmla="*/ 14886 h 27363"/>
                        <a:gd name="connsiteX5" fmla="*/ 1451 w 35446"/>
                        <a:gd name="connsiteY5" fmla="*/ 23458 h 27363"/>
                        <a:gd name="connsiteX6" fmla="*/ 17739 w 35446"/>
                        <a:gd name="connsiteY6" fmla="*/ 16695 h 273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46" h="27363">
                          <a:moveTo>
                            <a:pt x="17739" y="16695"/>
                          </a:moveTo>
                          <a:cubicBezTo>
                            <a:pt x="24406" y="17553"/>
                            <a:pt x="29645" y="21839"/>
                            <a:pt x="32121" y="27363"/>
                          </a:cubicBezTo>
                          <a:cubicBezTo>
                            <a:pt x="33836" y="25173"/>
                            <a:pt x="35074" y="22506"/>
                            <a:pt x="35360" y="19553"/>
                          </a:cubicBezTo>
                          <a:cubicBezTo>
                            <a:pt x="36312" y="10504"/>
                            <a:pt x="29264" y="1741"/>
                            <a:pt x="19644" y="217"/>
                          </a:cubicBezTo>
                          <a:cubicBezTo>
                            <a:pt x="10024" y="-1307"/>
                            <a:pt x="1165" y="5361"/>
                            <a:pt x="118" y="14886"/>
                          </a:cubicBezTo>
                          <a:cubicBezTo>
                            <a:pt x="-263" y="17934"/>
                            <a:pt x="308" y="20791"/>
                            <a:pt x="1451" y="23458"/>
                          </a:cubicBezTo>
                          <a:cubicBezTo>
                            <a:pt x="5166" y="18600"/>
                            <a:pt x="11167" y="15838"/>
                            <a:pt x="17739" y="1669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2" name="Forme libre : forme 1591">
                      <a:extLst>
                        <a:ext uri="{FF2B5EF4-FFF2-40B4-BE49-F238E27FC236}">
                          <a16:creationId xmlns:a16="http://schemas.microsoft.com/office/drawing/2014/main" id="{5E814D94-7103-435A-B1C3-76C062815D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6146" y="3505657"/>
                      <a:ext cx="14998" cy="16171"/>
                    </a:xfrm>
                    <a:custGeom>
                      <a:avLst/>
                      <a:gdLst>
                        <a:gd name="connsiteX0" fmla="*/ 594 w 14998"/>
                        <a:gd name="connsiteY0" fmla="*/ 10415 h 16171"/>
                        <a:gd name="connsiteX1" fmla="*/ 4594 w 14998"/>
                        <a:gd name="connsiteY1" fmla="*/ 319 h 16171"/>
                        <a:gd name="connsiteX2" fmla="*/ 14405 w 14998"/>
                        <a:gd name="connsiteY2" fmla="*/ 5843 h 16171"/>
                        <a:gd name="connsiteX3" fmla="*/ 10405 w 14998"/>
                        <a:gd name="connsiteY3" fmla="*/ 15845 h 16171"/>
                        <a:gd name="connsiteX4" fmla="*/ 594 w 14998"/>
                        <a:gd name="connsiteY4" fmla="*/ 10415 h 16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98" h="16171">
                          <a:moveTo>
                            <a:pt x="594" y="10415"/>
                          </a:moveTo>
                          <a:cubicBezTo>
                            <a:pt x="-1025" y="6129"/>
                            <a:pt x="784" y="1557"/>
                            <a:pt x="4594" y="319"/>
                          </a:cubicBezTo>
                          <a:cubicBezTo>
                            <a:pt x="8404" y="-919"/>
                            <a:pt x="12786" y="1557"/>
                            <a:pt x="14405" y="5843"/>
                          </a:cubicBezTo>
                          <a:cubicBezTo>
                            <a:pt x="16024" y="10130"/>
                            <a:pt x="14215" y="14511"/>
                            <a:pt x="10405" y="15845"/>
                          </a:cubicBezTo>
                          <a:cubicBezTo>
                            <a:pt x="6690" y="17083"/>
                            <a:pt x="2213" y="14702"/>
                            <a:pt x="594" y="1041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3" name="Forme libre : forme 1592">
                      <a:extLst>
                        <a:ext uri="{FF2B5EF4-FFF2-40B4-BE49-F238E27FC236}">
                          <a16:creationId xmlns:a16="http://schemas.microsoft.com/office/drawing/2014/main" id="{39B9AF64-3096-4089-8C52-288C56D006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95579" y="3516145"/>
                      <a:ext cx="5850" cy="5569"/>
                    </a:xfrm>
                    <a:custGeom>
                      <a:avLst/>
                      <a:gdLst>
                        <a:gd name="connsiteX0" fmla="*/ 19 w 5850"/>
                        <a:gd name="connsiteY0" fmla="*/ 2404 h 5569"/>
                        <a:gd name="connsiteX1" fmla="*/ 3258 w 5850"/>
                        <a:gd name="connsiteY1" fmla="*/ 22 h 5569"/>
                        <a:gd name="connsiteX2" fmla="*/ 5830 w 5850"/>
                        <a:gd name="connsiteY2" fmla="*/ 3166 h 5569"/>
                        <a:gd name="connsiteX3" fmla="*/ 2591 w 5850"/>
                        <a:gd name="connsiteY3" fmla="*/ 5547 h 5569"/>
                        <a:gd name="connsiteX4" fmla="*/ 19 w 5850"/>
                        <a:gd name="connsiteY4" fmla="*/ 2404 h 5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0" h="5569">
                          <a:moveTo>
                            <a:pt x="19" y="2404"/>
                          </a:moveTo>
                          <a:cubicBezTo>
                            <a:pt x="210" y="880"/>
                            <a:pt x="1639" y="-168"/>
                            <a:pt x="3258" y="22"/>
                          </a:cubicBezTo>
                          <a:cubicBezTo>
                            <a:pt x="4877" y="213"/>
                            <a:pt x="6020" y="1642"/>
                            <a:pt x="5830" y="3166"/>
                          </a:cubicBezTo>
                          <a:cubicBezTo>
                            <a:pt x="5639" y="4690"/>
                            <a:pt x="4210" y="5737"/>
                            <a:pt x="2591" y="5547"/>
                          </a:cubicBezTo>
                          <a:cubicBezTo>
                            <a:pt x="1067" y="5357"/>
                            <a:pt x="-171" y="3928"/>
                            <a:pt x="19" y="24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594" name="Graphique 15">
                    <a:extLst>
                      <a:ext uri="{FF2B5EF4-FFF2-40B4-BE49-F238E27FC236}">
                        <a16:creationId xmlns:a16="http://schemas.microsoft.com/office/drawing/2014/main" id="{32DA7E23-8A39-4FA9-B6C8-0F35110FF0DA}"/>
                      </a:ext>
                    </a:extLst>
                  </p:cNvPr>
                  <p:cNvGrpSpPr/>
                  <p:nvPr/>
                </p:nvGrpSpPr>
                <p:grpSpPr>
                  <a:xfrm>
                    <a:off x="9562308" y="3465892"/>
                    <a:ext cx="35604" cy="35280"/>
                    <a:chOff x="9562308" y="3465892"/>
                    <a:chExt cx="35604" cy="35280"/>
                  </a:xfrm>
                  <a:solidFill>
                    <a:schemeClr val="accent1"/>
                  </a:solidFill>
                </p:grpSpPr>
                <p:sp>
                  <p:nvSpPr>
                    <p:cNvPr id="1595" name="Forme libre : forme 1594">
                      <a:extLst>
                        <a:ext uri="{FF2B5EF4-FFF2-40B4-BE49-F238E27FC236}">
                          <a16:creationId xmlns:a16="http://schemas.microsoft.com/office/drawing/2014/main" id="{84256B28-200A-4344-9806-BF1195DBB1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2308" y="3465987"/>
                      <a:ext cx="35604" cy="35184"/>
                    </a:xfrm>
                    <a:custGeom>
                      <a:avLst/>
                      <a:gdLst>
                        <a:gd name="connsiteX0" fmla="*/ 143 w 35604"/>
                        <a:gd name="connsiteY0" fmla="*/ 15033 h 35184"/>
                        <a:gd name="connsiteX1" fmla="*/ 20622 w 35604"/>
                        <a:gd name="connsiteY1" fmla="*/ 269 h 35184"/>
                        <a:gd name="connsiteX2" fmla="*/ 35385 w 35604"/>
                        <a:gd name="connsiteY2" fmla="*/ 20367 h 35184"/>
                        <a:gd name="connsiteX3" fmla="*/ 15669 w 35604"/>
                        <a:gd name="connsiteY3" fmla="*/ 35035 h 35184"/>
                        <a:gd name="connsiteX4" fmla="*/ 143 w 35604"/>
                        <a:gd name="connsiteY4" fmla="*/ 15033 h 351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04" h="35184">
                          <a:moveTo>
                            <a:pt x="143" y="15033"/>
                          </a:moveTo>
                          <a:cubicBezTo>
                            <a:pt x="1572" y="5222"/>
                            <a:pt x="11001" y="-1446"/>
                            <a:pt x="20622" y="269"/>
                          </a:cubicBezTo>
                          <a:cubicBezTo>
                            <a:pt x="30337" y="1983"/>
                            <a:pt x="36909" y="11032"/>
                            <a:pt x="35385" y="20367"/>
                          </a:cubicBezTo>
                          <a:cubicBezTo>
                            <a:pt x="33957" y="29701"/>
                            <a:pt x="25479" y="36273"/>
                            <a:pt x="15669" y="35035"/>
                          </a:cubicBezTo>
                          <a:cubicBezTo>
                            <a:pt x="5858" y="33797"/>
                            <a:pt x="-1095" y="24939"/>
                            <a:pt x="143" y="1503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6" name="Forme libre : forme 1595">
                      <a:extLst>
                        <a:ext uri="{FF2B5EF4-FFF2-40B4-BE49-F238E27FC236}">
                          <a16:creationId xmlns:a16="http://schemas.microsoft.com/office/drawing/2014/main" id="{81B4130E-C431-4B14-9F95-D4AA9A29AD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2322" y="3465892"/>
                      <a:ext cx="35591" cy="28463"/>
                    </a:xfrm>
                    <a:custGeom>
                      <a:avLst/>
                      <a:gdLst>
                        <a:gd name="connsiteX0" fmla="*/ 17655 w 35591"/>
                        <a:gd name="connsiteY0" fmla="*/ 17224 h 28463"/>
                        <a:gd name="connsiteX1" fmla="*/ 31847 w 35591"/>
                        <a:gd name="connsiteY1" fmla="*/ 28463 h 28463"/>
                        <a:gd name="connsiteX2" fmla="*/ 35372 w 35591"/>
                        <a:gd name="connsiteY2" fmla="*/ 20367 h 28463"/>
                        <a:gd name="connsiteX3" fmla="*/ 20608 w 35591"/>
                        <a:gd name="connsiteY3" fmla="*/ 269 h 28463"/>
                        <a:gd name="connsiteX4" fmla="*/ 129 w 35591"/>
                        <a:gd name="connsiteY4" fmla="*/ 15033 h 28463"/>
                        <a:gd name="connsiteX5" fmla="*/ 1367 w 35591"/>
                        <a:gd name="connsiteY5" fmla="*/ 23891 h 28463"/>
                        <a:gd name="connsiteX6" fmla="*/ 17655 w 35591"/>
                        <a:gd name="connsiteY6" fmla="*/ 17224 h 28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91" h="28463">
                          <a:moveTo>
                            <a:pt x="17655" y="17224"/>
                          </a:moveTo>
                          <a:cubicBezTo>
                            <a:pt x="24323" y="18271"/>
                            <a:pt x="29371" y="22748"/>
                            <a:pt x="31847" y="28463"/>
                          </a:cubicBezTo>
                          <a:cubicBezTo>
                            <a:pt x="33562" y="26177"/>
                            <a:pt x="34896" y="23415"/>
                            <a:pt x="35372" y="20367"/>
                          </a:cubicBezTo>
                          <a:cubicBezTo>
                            <a:pt x="36896" y="11032"/>
                            <a:pt x="30323" y="1984"/>
                            <a:pt x="20608" y="269"/>
                          </a:cubicBezTo>
                          <a:cubicBezTo>
                            <a:pt x="10988" y="-1446"/>
                            <a:pt x="1558" y="5222"/>
                            <a:pt x="129" y="15033"/>
                          </a:cubicBezTo>
                          <a:cubicBezTo>
                            <a:pt x="-252" y="18176"/>
                            <a:pt x="224" y="21224"/>
                            <a:pt x="1367" y="23891"/>
                          </a:cubicBezTo>
                          <a:cubicBezTo>
                            <a:pt x="4987" y="19033"/>
                            <a:pt x="10988" y="16271"/>
                            <a:pt x="17655" y="1722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7" name="Forme libre : forme 1596">
                      <a:extLst>
                        <a:ext uri="{FF2B5EF4-FFF2-40B4-BE49-F238E27FC236}">
                          <a16:creationId xmlns:a16="http://schemas.microsoft.com/office/drawing/2014/main" id="{1CDB8260-4D48-4246-A6D6-B47522613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5343" y="3477001"/>
                      <a:ext cx="14981" cy="16856"/>
                    </a:xfrm>
                    <a:custGeom>
                      <a:avLst/>
                      <a:gdLst>
                        <a:gd name="connsiteX0" fmla="*/ 537 w 14981"/>
                        <a:gd name="connsiteY0" fmla="*/ 10781 h 16856"/>
                        <a:gd name="connsiteX1" fmla="*/ 4823 w 14981"/>
                        <a:gd name="connsiteY1" fmla="*/ 304 h 16856"/>
                        <a:gd name="connsiteX2" fmla="*/ 14443 w 14981"/>
                        <a:gd name="connsiteY2" fmla="*/ 6114 h 16856"/>
                        <a:gd name="connsiteX3" fmla="*/ 10252 w 14981"/>
                        <a:gd name="connsiteY3" fmla="*/ 16496 h 16856"/>
                        <a:gd name="connsiteX4" fmla="*/ 537 w 14981"/>
                        <a:gd name="connsiteY4" fmla="*/ 10781 h 16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81" h="16856">
                          <a:moveTo>
                            <a:pt x="537" y="10781"/>
                          </a:moveTo>
                          <a:cubicBezTo>
                            <a:pt x="-987" y="6305"/>
                            <a:pt x="823" y="1542"/>
                            <a:pt x="4823" y="304"/>
                          </a:cubicBezTo>
                          <a:cubicBezTo>
                            <a:pt x="8728" y="-934"/>
                            <a:pt x="13110" y="1733"/>
                            <a:pt x="14443" y="6114"/>
                          </a:cubicBezTo>
                          <a:cubicBezTo>
                            <a:pt x="15968" y="10591"/>
                            <a:pt x="14158" y="15163"/>
                            <a:pt x="10252" y="16496"/>
                          </a:cubicBezTo>
                          <a:cubicBezTo>
                            <a:pt x="6538" y="17830"/>
                            <a:pt x="2156" y="15353"/>
                            <a:pt x="537" y="1078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598" name="Forme libre : forme 1597">
                      <a:extLst>
                        <a:ext uri="{FF2B5EF4-FFF2-40B4-BE49-F238E27FC236}">
                          <a16:creationId xmlns:a16="http://schemas.microsoft.com/office/drawing/2014/main" id="{29C3AF09-2CEF-4E99-BBA4-31DF8FF885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4718" y="3488046"/>
                      <a:ext cx="5851" cy="5758"/>
                    </a:xfrm>
                    <a:custGeom>
                      <a:avLst/>
                      <a:gdLst>
                        <a:gd name="connsiteX0" fmla="*/ 21 w 5851"/>
                        <a:gd name="connsiteY0" fmla="*/ 2499 h 5758"/>
                        <a:gd name="connsiteX1" fmla="*/ 3259 w 5851"/>
                        <a:gd name="connsiteY1" fmla="*/ 22 h 5758"/>
                        <a:gd name="connsiteX2" fmla="*/ 5831 w 5851"/>
                        <a:gd name="connsiteY2" fmla="*/ 3261 h 5758"/>
                        <a:gd name="connsiteX3" fmla="*/ 2593 w 5851"/>
                        <a:gd name="connsiteY3" fmla="*/ 5737 h 5758"/>
                        <a:gd name="connsiteX4" fmla="*/ 21 w 5851"/>
                        <a:gd name="connsiteY4" fmla="*/ 2499 h 57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1" h="5758">
                          <a:moveTo>
                            <a:pt x="21" y="2499"/>
                          </a:moveTo>
                          <a:cubicBezTo>
                            <a:pt x="211" y="879"/>
                            <a:pt x="1640" y="-168"/>
                            <a:pt x="3259" y="22"/>
                          </a:cubicBezTo>
                          <a:cubicBezTo>
                            <a:pt x="4879" y="213"/>
                            <a:pt x="6022" y="1737"/>
                            <a:pt x="5831" y="3261"/>
                          </a:cubicBezTo>
                          <a:cubicBezTo>
                            <a:pt x="5640" y="4785"/>
                            <a:pt x="4212" y="5928"/>
                            <a:pt x="2593" y="5737"/>
                          </a:cubicBezTo>
                          <a:cubicBezTo>
                            <a:pt x="973" y="5547"/>
                            <a:pt x="-170" y="4118"/>
                            <a:pt x="21" y="249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599" name="Graphique 15">
                  <a:extLst>
                    <a:ext uri="{FF2B5EF4-FFF2-40B4-BE49-F238E27FC236}">
                      <a16:creationId xmlns:a16="http://schemas.microsoft.com/office/drawing/2014/main" id="{6AD57015-5902-49C7-955E-C375A79434AD}"/>
                    </a:ext>
                  </a:extLst>
                </p:cNvPr>
                <p:cNvGrpSpPr/>
                <p:nvPr/>
              </p:nvGrpSpPr>
              <p:grpSpPr>
                <a:xfrm>
                  <a:off x="9442985" y="3466753"/>
                  <a:ext cx="68998" cy="103707"/>
                  <a:chOff x="9442985" y="3466753"/>
                  <a:chExt cx="68998" cy="103707"/>
                </a:xfrm>
                <a:solidFill>
                  <a:schemeClr val="accent1"/>
                </a:solidFill>
              </p:grpSpPr>
              <p:grpSp>
                <p:nvGrpSpPr>
                  <p:cNvPr id="1600" name="Graphique 15">
                    <a:extLst>
                      <a:ext uri="{FF2B5EF4-FFF2-40B4-BE49-F238E27FC236}">
                        <a16:creationId xmlns:a16="http://schemas.microsoft.com/office/drawing/2014/main" id="{22390707-25AC-43C8-84BC-DD19AC969D41}"/>
                      </a:ext>
                    </a:extLst>
                  </p:cNvPr>
                  <p:cNvGrpSpPr/>
                  <p:nvPr/>
                </p:nvGrpSpPr>
                <p:grpSpPr>
                  <a:xfrm>
                    <a:off x="9476332" y="3532721"/>
                    <a:ext cx="35651" cy="37739"/>
                    <a:chOff x="9476332" y="3532721"/>
                    <a:chExt cx="35651" cy="37739"/>
                  </a:xfrm>
                  <a:solidFill>
                    <a:schemeClr val="accent1"/>
                  </a:solidFill>
                </p:grpSpPr>
                <p:sp>
                  <p:nvSpPr>
                    <p:cNvPr id="1601" name="Forme libre : forme 1600">
                      <a:extLst>
                        <a:ext uri="{FF2B5EF4-FFF2-40B4-BE49-F238E27FC236}">
                          <a16:creationId xmlns:a16="http://schemas.microsoft.com/office/drawing/2014/main" id="{5291626D-720A-47BC-A71B-918333FC4D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76332" y="3532721"/>
                      <a:ext cx="35651" cy="37739"/>
                    </a:xfrm>
                    <a:custGeom>
                      <a:avLst/>
                      <a:gdLst>
                        <a:gd name="connsiteX0" fmla="*/ 14 w 35651"/>
                        <a:gd name="connsiteY0" fmla="*/ 18593 h 37739"/>
                        <a:gd name="connsiteX1" fmla="*/ 18968 w 35651"/>
                        <a:gd name="connsiteY1" fmla="*/ 20 h 37739"/>
                        <a:gd name="connsiteX2" fmla="*/ 35637 w 35651"/>
                        <a:gd name="connsiteY2" fmla="*/ 19355 h 37739"/>
                        <a:gd name="connsiteX3" fmla="*/ 17254 w 35651"/>
                        <a:gd name="connsiteY3" fmla="*/ 37738 h 37739"/>
                        <a:gd name="connsiteX4" fmla="*/ 14 w 35651"/>
                        <a:gd name="connsiteY4" fmla="*/ 18593 h 37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51" h="37739">
                          <a:moveTo>
                            <a:pt x="14" y="18593"/>
                          </a:moveTo>
                          <a:cubicBezTo>
                            <a:pt x="299" y="7830"/>
                            <a:pt x="9062" y="-457"/>
                            <a:pt x="18968" y="20"/>
                          </a:cubicBezTo>
                          <a:cubicBezTo>
                            <a:pt x="28969" y="496"/>
                            <a:pt x="36018" y="9163"/>
                            <a:pt x="35637" y="19355"/>
                          </a:cubicBezTo>
                          <a:cubicBezTo>
                            <a:pt x="35351" y="29547"/>
                            <a:pt x="27160" y="37738"/>
                            <a:pt x="17254" y="37738"/>
                          </a:cubicBezTo>
                          <a:cubicBezTo>
                            <a:pt x="7348" y="37834"/>
                            <a:pt x="-368" y="29356"/>
                            <a:pt x="14" y="1859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2" name="Forme libre : forme 1601">
                      <a:extLst>
                        <a:ext uri="{FF2B5EF4-FFF2-40B4-BE49-F238E27FC236}">
                          <a16:creationId xmlns:a16="http://schemas.microsoft.com/office/drawing/2014/main" id="{BEA3458D-9C66-4652-8A0E-28D517FD3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76337" y="3532721"/>
                      <a:ext cx="35646" cy="28499"/>
                    </a:xfrm>
                    <a:custGeom>
                      <a:avLst/>
                      <a:gdLst>
                        <a:gd name="connsiteX0" fmla="*/ 17724 w 35646"/>
                        <a:gd name="connsiteY0" fmla="*/ 18498 h 28499"/>
                        <a:gd name="connsiteX1" fmla="*/ 32964 w 35646"/>
                        <a:gd name="connsiteY1" fmla="*/ 28499 h 28499"/>
                        <a:gd name="connsiteX2" fmla="*/ 35631 w 35646"/>
                        <a:gd name="connsiteY2" fmla="*/ 19355 h 28499"/>
                        <a:gd name="connsiteX3" fmla="*/ 18963 w 35646"/>
                        <a:gd name="connsiteY3" fmla="*/ 20 h 28499"/>
                        <a:gd name="connsiteX4" fmla="*/ 8 w 35646"/>
                        <a:gd name="connsiteY4" fmla="*/ 18593 h 28499"/>
                        <a:gd name="connsiteX5" fmla="*/ 2008 w 35646"/>
                        <a:gd name="connsiteY5" fmla="*/ 27928 h 28499"/>
                        <a:gd name="connsiteX6" fmla="*/ 17724 w 35646"/>
                        <a:gd name="connsiteY6" fmla="*/ 18498 h 28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46" h="28499">
                          <a:moveTo>
                            <a:pt x="17724" y="18498"/>
                          </a:moveTo>
                          <a:cubicBezTo>
                            <a:pt x="24392" y="18688"/>
                            <a:pt x="30012" y="22784"/>
                            <a:pt x="32964" y="28499"/>
                          </a:cubicBezTo>
                          <a:cubicBezTo>
                            <a:pt x="34584" y="25832"/>
                            <a:pt x="35536" y="22689"/>
                            <a:pt x="35631" y="19355"/>
                          </a:cubicBezTo>
                          <a:cubicBezTo>
                            <a:pt x="36012" y="9163"/>
                            <a:pt x="28964" y="496"/>
                            <a:pt x="18963" y="20"/>
                          </a:cubicBezTo>
                          <a:cubicBezTo>
                            <a:pt x="9057" y="-457"/>
                            <a:pt x="198" y="7830"/>
                            <a:pt x="8" y="18593"/>
                          </a:cubicBezTo>
                          <a:cubicBezTo>
                            <a:pt x="-87" y="22022"/>
                            <a:pt x="675" y="25165"/>
                            <a:pt x="2008" y="27928"/>
                          </a:cubicBezTo>
                          <a:cubicBezTo>
                            <a:pt x="5247" y="22213"/>
                            <a:pt x="11152" y="18403"/>
                            <a:pt x="17724" y="1849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3" name="Forme libre : forme 1602">
                      <a:extLst>
                        <a:ext uri="{FF2B5EF4-FFF2-40B4-BE49-F238E27FC236}">
                          <a16:creationId xmlns:a16="http://schemas.microsoft.com/office/drawing/2014/main" id="{7B82E3CA-DE47-4C01-9AE9-F9596D24F0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79601" y="3545783"/>
                      <a:ext cx="15303" cy="17895"/>
                    </a:xfrm>
                    <a:custGeom>
                      <a:avLst/>
                      <a:gdLst>
                        <a:gd name="connsiteX0" fmla="*/ 840 w 15303"/>
                        <a:gd name="connsiteY0" fmla="*/ 12389 h 17895"/>
                        <a:gd name="connsiteX1" fmla="*/ 4174 w 15303"/>
                        <a:gd name="connsiteY1" fmla="*/ 674 h 17895"/>
                        <a:gd name="connsiteX2" fmla="*/ 14461 w 15303"/>
                        <a:gd name="connsiteY2" fmla="*/ 5627 h 17895"/>
                        <a:gd name="connsiteX3" fmla="*/ 11222 w 15303"/>
                        <a:gd name="connsiteY3" fmla="*/ 17247 h 17895"/>
                        <a:gd name="connsiteX4" fmla="*/ 840 w 15303"/>
                        <a:gd name="connsiteY4" fmla="*/ 12389 h 178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03" h="17895">
                          <a:moveTo>
                            <a:pt x="840" y="12389"/>
                          </a:moveTo>
                          <a:cubicBezTo>
                            <a:pt x="-1065" y="7818"/>
                            <a:pt x="364" y="2484"/>
                            <a:pt x="4174" y="674"/>
                          </a:cubicBezTo>
                          <a:cubicBezTo>
                            <a:pt x="7889" y="-1231"/>
                            <a:pt x="12461" y="1055"/>
                            <a:pt x="14461" y="5627"/>
                          </a:cubicBezTo>
                          <a:cubicBezTo>
                            <a:pt x="16366" y="10199"/>
                            <a:pt x="14937" y="15342"/>
                            <a:pt x="11222" y="17247"/>
                          </a:cubicBezTo>
                          <a:cubicBezTo>
                            <a:pt x="7412" y="19057"/>
                            <a:pt x="2745" y="16961"/>
                            <a:pt x="840" y="1238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4" name="Forme libre : forme 1603">
                      <a:extLst>
                        <a:ext uri="{FF2B5EF4-FFF2-40B4-BE49-F238E27FC236}">
                          <a16:creationId xmlns:a16="http://schemas.microsoft.com/office/drawing/2014/main" id="{5FBC3566-2E23-4D4A-ADD7-4BECF6C195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9485" y="3556835"/>
                      <a:ext cx="5910" cy="6195"/>
                    </a:xfrm>
                    <a:custGeom>
                      <a:avLst/>
                      <a:gdLst>
                        <a:gd name="connsiteX0" fmla="*/ 5 w 5910"/>
                        <a:gd name="connsiteY0" fmla="*/ 3053 h 6195"/>
                        <a:gd name="connsiteX1" fmla="*/ 3053 w 5910"/>
                        <a:gd name="connsiteY1" fmla="*/ 5 h 6195"/>
                        <a:gd name="connsiteX2" fmla="*/ 5910 w 5910"/>
                        <a:gd name="connsiteY2" fmla="*/ 3148 h 6195"/>
                        <a:gd name="connsiteX3" fmla="*/ 2862 w 5910"/>
                        <a:gd name="connsiteY3" fmla="*/ 6196 h 6195"/>
                        <a:gd name="connsiteX4" fmla="*/ 5 w 5910"/>
                        <a:gd name="connsiteY4" fmla="*/ 3053 h 6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0" h="6195">
                          <a:moveTo>
                            <a:pt x="5" y="3053"/>
                          </a:moveTo>
                          <a:cubicBezTo>
                            <a:pt x="100" y="1338"/>
                            <a:pt x="1434" y="-91"/>
                            <a:pt x="3053" y="5"/>
                          </a:cubicBezTo>
                          <a:cubicBezTo>
                            <a:pt x="4672" y="5"/>
                            <a:pt x="5910" y="1433"/>
                            <a:pt x="5910" y="3148"/>
                          </a:cubicBezTo>
                          <a:cubicBezTo>
                            <a:pt x="5910" y="4862"/>
                            <a:pt x="4482" y="6196"/>
                            <a:pt x="2862" y="6196"/>
                          </a:cubicBezTo>
                          <a:cubicBezTo>
                            <a:pt x="1243" y="6100"/>
                            <a:pt x="-91" y="4767"/>
                            <a:pt x="5" y="305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605" name="Graphique 15">
                    <a:extLst>
                      <a:ext uri="{FF2B5EF4-FFF2-40B4-BE49-F238E27FC236}">
                        <a16:creationId xmlns:a16="http://schemas.microsoft.com/office/drawing/2014/main" id="{A9E6EFD5-A007-40B1-AA07-D8F5F102D6EB}"/>
                      </a:ext>
                    </a:extLst>
                  </p:cNvPr>
                  <p:cNvGrpSpPr/>
                  <p:nvPr/>
                </p:nvGrpSpPr>
                <p:grpSpPr>
                  <a:xfrm>
                    <a:off x="9464366" y="3496973"/>
                    <a:ext cx="35956" cy="38637"/>
                    <a:chOff x="9464366" y="3496973"/>
                    <a:chExt cx="35956" cy="38637"/>
                  </a:xfrm>
                  <a:solidFill>
                    <a:schemeClr val="accent1"/>
                  </a:solidFill>
                </p:grpSpPr>
                <p:sp>
                  <p:nvSpPr>
                    <p:cNvPr id="1606" name="Forme libre : forme 1605">
                      <a:extLst>
                        <a:ext uri="{FF2B5EF4-FFF2-40B4-BE49-F238E27FC236}">
                          <a16:creationId xmlns:a16="http://schemas.microsoft.com/office/drawing/2014/main" id="{F9DAA06F-C2E8-4ED1-ACEE-28CEFAE686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4434" y="3497057"/>
                      <a:ext cx="35888" cy="38554"/>
                    </a:xfrm>
                    <a:custGeom>
                      <a:avLst/>
                      <a:gdLst>
                        <a:gd name="connsiteX0" fmla="*/ 100 w 35888"/>
                        <a:gd name="connsiteY0" fmla="*/ 18444 h 38554"/>
                        <a:gd name="connsiteX1" fmla="*/ 19721 w 35888"/>
                        <a:gd name="connsiteY1" fmla="*/ 60 h 38554"/>
                        <a:gd name="connsiteX2" fmla="*/ 35818 w 35888"/>
                        <a:gd name="connsiteY2" fmla="*/ 20444 h 38554"/>
                        <a:gd name="connsiteX3" fmla="*/ 16388 w 35888"/>
                        <a:gd name="connsiteY3" fmla="*/ 38541 h 38554"/>
                        <a:gd name="connsiteX4" fmla="*/ 100 w 35888"/>
                        <a:gd name="connsiteY4" fmla="*/ 18444 h 385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88" h="38554">
                          <a:moveTo>
                            <a:pt x="100" y="18444"/>
                          </a:moveTo>
                          <a:cubicBezTo>
                            <a:pt x="1052" y="7585"/>
                            <a:pt x="9910" y="-797"/>
                            <a:pt x="19721" y="60"/>
                          </a:cubicBezTo>
                          <a:cubicBezTo>
                            <a:pt x="29532" y="823"/>
                            <a:pt x="36676" y="10062"/>
                            <a:pt x="35818" y="20444"/>
                          </a:cubicBezTo>
                          <a:cubicBezTo>
                            <a:pt x="34961" y="30826"/>
                            <a:pt x="26293" y="38923"/>
                            <a:pt x="16388" y="38541"/>
                          </a:cubicBezTo>
                          <a:cubicBezTo>
                            <a:pt x="6386" y="38256"/>
                            <a:pt x="-948" y="29302"/>
                            <a:pt x="100" y="1844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7" name="Forme libre : forme 1606">
                      <a:extLst>
                        <a:ext uri="{FF2B5EF4-FFF2-40B4-BE49-F238E27FC236}">
                          <a16:creationId xmlns:a16="http://schemas.microsoft.com/office/drawing/2014/main" id="{C2D5DD3E-CCF7-4901-809E-1CBA575CCA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4366" y="3496973"/>
                      <a:ext cx="35861" cy="29671"/>
                    </a:xfrm>
                    <a:custGeom>
                      <a:avLst/>
                      <a:gdLst>
                        <a:gd name="connsiteX0" fmla="*/ 17885 w 35861"/>
                        <a:gd name="connsiteY0" fmla="*/ 19003 h 29671"/>
                        <a:gd name="connsiteX1" fmla="*/ 32553 w 35861"/>
                        <a:gd name="connsiteY1" fmla="*/ 29671 h 29671"/>
                        <a:gd name="connsiteX2" fmla="*/ 35792 w 35861"/>
                        <a:gd name="connsiteY2" fmla="*/ 20432 h 29671"/>
                        <a:gd name="connsiteX3" fmla="*/ 19694 w 35861"/>
                        <a:gd name="connsiteY3" fmla="*/ 49 h 29671"/>
                        <a:gd name="connsiteX4" fmla="*/ 73 w 35861"/>
                        <a:gd name="connsiteY4" fmla="*/ 18432 h 29671"/>
                        <a:gd name="connsiteX5" fmla="*/ 1502 w 35861"/>
                        <a:gd name="connsiteY5" fmla="*/ 27957 h 29671"/>
                        <a:gd name="connsiteX6" fmla="*/ 17885 w 35861"/>
                        <a:gd name="connsiteY6" fmla="*/ 19003 h 29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61" h="29671">
                          <a:moveTo>
                            <a:pt x="17885" y="19003"/>
                          </a:moveTo>
                          <a:cubicBezTo>
                            <a:pt x="24647" y="19384"/>
                            <a:pt x="30077" y="23766"/>
                            <a:pt x="32553" y="29671"/>
                          </a:cubicBezTo>
                          <a:cubicBezTo>
                            <a:pt x="34268" y="27004"/>
                            <a:pt x="35506" y="23861"/>
                            <a:pt x="35792" y="20432"/>
                          </a:cubicBezTo>
                          <a:cubicBezTo>
                            <a:pt x="36649" y="10050"/>
                            <a:pt x="29505" y="811"/>
                            <a:pt x="19694" y="49"/>
                          </a:cubicBezTo>
                          <a:cubicBezTo>
                            <a:pt x="9884" y="-714"/>
                            <a:pt x="1120" y="7573"/>
                            <a:pt x="73" y="18432"/>
                          </a:cubicBezTo>
                          <a:cubicBezTo>
                            <a:pt x="-213" y="21861"/>
                            <a:pt x="359" y="25099"/>
                            <a:pt x="1502" y="27957"/>
                          </a:cubicBezTo>
                          <a:cubicBezTo>
                            <a:pt x="5216" y="22337"/>
                            <a:pt x="11312" y="18622"/>
                            <a:pt x="17885" y="1900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8" name="Forme libre : forme 1607">
                      <a:extLst>
                        <a:ext uri="{FF2B5EF4-FFF2-40B4-BE49-F238E27FC236}">
                          <a16:creationId xmlns:a16="http://schemas.microsoft.com/office/drawing/2014/main" id="{549709B3-A1F1-4164-BBE2-24C8CE639C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7600" y="3510144"/>
                      <a:ext cx="15219" cy="18262"/>
                    </a:xfrm>
                    <a:custGeom>
                      <a:avLst/>
                      <a:gdLst>
                        <a:gd name="connsiteX0" fmla="*/ 649 w 15219"/>
                        <a:gd name="connsiteY0" fmla="*/ 12405 h 18262"/>
                        <a:gd name="connsiteX1" fmla="*/ 4555 w 15219"/>
                        <a:gd name="connsiteY1" fmla="*/ 595 h 18262"/>
                        <a:gd name="connsiteX2" fmla="*/ 14556 w 15219"/>
                        <a:gd name="connsiteY2" fmla="*/ 5929 h 18262"/>
                        <a:gd name="connsiteX3" fmla="*/ 10651 w 15219"/>
                        <a:gd name="connsiteY3" fmla="*/ 17644 h 18262"/>
                        <a:gd name="connsiteX4" fmla="*/ 649 w 15219"/>
                        <a:gd name="connsiteY4" fmla="*/ 12405 h 18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19" h="18262">
                          <a:moveTo>
                            <a:pt x="649" y="12405"/>
                          </a:moveTo>
                          <a:cubicBezTo>
                            <a:pt x="-1065" y="7643"/>
                            <a:pt x="745" y="2309"/>
                            <a:pt x="4555" y="595"/>
                          </a:cubicBezTo>
                          <a:cubicBezTo>
                            <a:pt x="8460" y="-1215"/>
                            <a:pt x="12841" y="1261"/>
                            <a:pt x="14556" y="5929"/>
                          </a:cubicBezTo>
                          <a:cubicBezTo>
                            <a:pt x="16270" y="10596"/>
                            <a:pt x="14556" y="15835"/>
                            <a:pt x="10651" y="17644"/>
                          </a:cubicBezTo>
                          <a:cubicBezTo>
                            <a:pt x="6841" y="19454"/>
                            <a:pt x="2268" y="17168"/>
                            <a:pt x="649" y="1240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09" name="Forme libre : forme 1608">
                      <a:extLst>
                        <a:ext uri="{FF2B5EF4-FFF2-40B4-BE49-F238E27FC236}">
                          <a16:creationId xmlns:a16="http://schemas.microsoft.com/office/drawing/2014/main" id="{EBAC499E-FC01-4FA7-B7DE-F1F06F7A0B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77183" y="3521592"/>
                      <a:ext cx="5944" cy="6386"/>
                    </a:xfrm>
                    <a:custGeom>
                      <a:avLst/>
                      <a:gdLst>
                        <a:gd name="connsiteX0" fmla="*/ 19 w 5944"/>
                        <a:gd name="connsiteY0" fmla="*/ 3053 h 6386"/>
                        <a:gd name="connsiteX1" fmla="*/ 3258 w 5944"/>
                        <a:gd name="connsiteY1" fmla="*/ 4 h 6386"/>
                        <a:gd name="connsiteX2" fmla="*/ 5925 w 5944"/>
                        <a:gd name="connsiteY2" fmla="*/ 3338 h 6386"/>
                        <a:gd name="connsiteX3" fmla="*/ 2686 w 5944"/>
                        <a:gd name="connsiteY3" fmla="*/ 6386 h 6386"/>
                        <a:gd name="connsiteX4" fmla="*/ 19 w 5944"/>
                        <a:gd name="connsiteY4" fmla="*/ 3053 h 6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44" h="6386">
                          <a:moveTo>
                            <a:pt x="19" y="3053"/>
                          </a:moveTo>
                          <a:cubicBezTo>
                            <a:pt x="210" y="1338"/>
                            <a:pt x="1638" y="-91"/>
                            <a:pt x="3258" y="4"/>
                          </a:cubicBezTo>
                          <a:cubicBezTo>
                            <a:pt x="4877" y="100"/>
                            <a:pt x="6115" y="1529"/>
                            <a:pt x="5925" y="3338"/>
                          </a:cubicBezTo>
                          <a:cubicBezTo>
                            <a:pt x="5734" y="5053"/>
                            <a:pt x="4305" y="6386"/>
                            <a:pt x="2686" y="6386"/>
                          </a:cubicBezTo>
                          <a:cubicBezTo>
                            <a:pt x="1067" y="6386"/>
                            <a:pt x="-171" y="4767"/>
                            <a:pt x="19" y="305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610" name="Graphique 15">
                    <a:extLst>
                      <a:ext uri="{FF2B5EF4-FFF2-40B4-BE49-F238E27FC236}">
                        <a16:creationId xmlns:a16="http://schemas.microsoft.com/office/drawing/2014/main" id="{C7622F88-9BF8-46A7-8785-7224B1ECA41C}"/>
                      </a:ext>
                    </a:extLst>
                  </p:cNvPr>
                  <p:cNvGrpSpPr/>
                  <p:nvPr/>
                </p:nvGrpSpPr>
                <p:grpSpPr>
                  <a:xfrm>
                    <a:off x="9442985" y="3466753"/>
                    <a:ext cx="36217" cy="39631"/>
                    <a:chOff x="9442985" y="3466753"/>
                    <a:chExt cx="36217" cy="39631"/>
                  </a:xfrm>
                  <a:solidFill>
                    <a:schemeClr val="accent1"/>
                  </a:solidFill>
                </p:grpSpPr>
                <p:sp>
                  <p:nvSpPr>
                    <p:cNvPr id="1611" name="Forme libre : forme 1610">
                      <a:extLst>
                        <a:ext uri="{FF2B5EF4-FFF2-40B4-BE49-F238E27FC236}">
                          <a16:creationId xmlns:a16="http://schemas.microsoft.com/office/drawing/2014/main" id="{CFBCD0CD-F0B2-4F30-AE0C-8B9E3E7577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43078" y="3466753"/>
                      <a:ext cx="36124" cy="39631"/>
                    </a:xfrm>
                    <a:custGeom>
                      <a:avLst/>
                      <a:gdLst>
                        <a:gd name="connsiteX0" fmla="*/ 120 w 36124"/>
                        <a:gd name="connsiteY0" fmla="*/ 18553 h 39631"/>
                        <a:gd name="connsiteX1" fmla="*/ 20789 w 36124"/>
                        <a:gd name="connsiteY1" fmla="*/ 75 h 39631"/>
                        <a:gd name="connsiteX2" fmla="*/ 35934 w 36124"/>
                        <a:gd name="connsiteY2" fmla="*/ 21220 h 39631"/>
                        <a:gd name="connsiteX3" fmla="*/ 16027 w 36124"/>
                        <a:gd name="connsiteY3" fmla="*/ 39603 h 39631"/>
                        <a:gd name="connsiteX4" fmla="*/ 120 w 36124"/>
                        <a:gd name="connsiteY4" fmla="*/ 18553 h 39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124" h="39631">
                          <a:moveTo>
                            <a:pt x="120" y="18553"/>
                          </a:moveTo>
                          <a:cubicBezTo>
                            <a:pt x="1454" y="7409"/>
                            <a:pt x="10979" y="-878"/>
                            <a:pt x="20789" y="75"/>
                          </a:cubicBezTo>
                          <a:cubicBezTo>
                            <a:pt x="30600" y="1027"/>
                            <a:pt x="37363" y="10552"/>
                            <a:pt x="35934" y="21220"/>
                          </a:cubicBezTo>
                          <a:cubicBezTo>
                            <a:pt x="34410" y="31888"/>
                            <a:pt x="26028" y="40175"/>
                            <a:pt x="16027" y="39603"/>
                          </a:cubicBezTo>
                          <a:cubicBezTo>
                            <a:pt x="6121" y="39127"/>
                            <a:pt x="-1023" y="29793"/>
                            <a:pt x="120" y="185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2" name="Forme libre : forme 1611">
                      <a:extLst>
                        <a:ext uri="{FF2B5EF4-FFF2-40B4-BE49-F238E27FC236}">
                          <a16:creationId xmlns:a16="http://schemas.microsoft.com/office/drawing/2014/main" id="{9F3E5305-6BEC-4247-BF6E-5A314DE23C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42985" y="3466753"/>
                      <a:ext cx="36124" cy="30650"/>
                    </a:xfrm>
                    <a:custGeom>
                      <a:avLst/>
                      <a:gdLst>
                        <a:gd name="connsiteX0" fmla="*/ 18024 w 36124"/>
                        <a:gd name="connsiteY0" fmla="*/ 19315 h 30650"/>
                        <a:gd name="connsiteX1" fmla="*/ 32407 w 36124"/>
                        <a:gd name="connsiteY1" fmla="*/ 30650 h 30650"/>
                        <a:gd name="connsiteX2" fmla="*/ 35932 w 36124"/>
                        <a:gd name="connsiteY2" fmla="*/ 21220 h 30650"/>
                        <a:gd name="connsiteX3" fmla="*/ 20787 w 36124"/>
                        <a:gd name="connsiteY3" fmla="*/ 75 h 30650"/>
                        <a:gd name="connsiteX4" fmla="*/ 117 w 36124"/>
                        <a:gd name="connsiteY4" fmla="*/ 18553 h 30650"/>
                        <a:gd name="connsiteX5" fmla="*/ 1451 w 36124"/>
                        <a:gd name="connsiteY5" fmla="*/ 28459 h 30650"/>
                        <a:gd name="connsiteX6" fmla="*/ 18024 w 36124"/>
                        <a:gd name="connsiteY6" fmla="*/ 19315 h 30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124" h="30650">
                          <a:moveTo>
                            <a:pt x="18024" y="19315"/>
                          </a:moveTo>
                          <a:cubicBezTo>
                            <a:pt x="24787" y="19791"/>
                            <a:pt x="29931" y="24363"/>
                            <a:pt x="32407" y="30650"/>
                          </a:cubicBezTo>
                          <a:cubicBezTo>
                            <a:pt x="34122" y="27888"/>
                            <a:pt x="35455" y="24744"/>
                            <a:pt x="35932" y="21220"/>
                          </a:cubicBezTo>
                          <a:cubicBezTo>
                            <a:pt x="37360" y="10552"/>
                            <a:pt x="30693" y="1027"/>
                            <a:pt x="20787" y="75"/>
                          </a:cubicBezTo>
                          <a:cubicBezTo>
                            <a:pt x="10976" y="-878"/>
                            <a:pt x="1451" y="7409"/>
                            <a:pt x="117" y="18553"/>
                          </a:cubicBezTo>
                          <a:cubicBezTo>
                            <a:pt x="-263" y="22077"/>
                            <a:pt x="308" y="25506"/>
                            <a:pt x="1451" y="28459"/>
                          </a:cubicBezTo>
                          <a:cubicBezTo>
                            <a:pt x="5261" y="22554"/>
                            <a:pt x="11262" y="18744"/>
                            <a:pt x="18024" y="1931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3" name="Forme libre : forme 1612">
                      <a:extLst>
                        <a:ext uri="{FF2B5EF4-FFF2-40B4-BE49-F238E27FC236}">
                          <a16:creationId xmlns:a16="http://schemas.microsoft.com/office/drawing/2014/main" id="{BC73854F-E767-4A55-828F-C928C03082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46228" y="3480011"/>
                      <a:ext cx="15199" cy="18746"/>
                    </a:xfrm>
                    <a:custGeom>
                      <a:avLst/>
                      <a:gdLst>
                        <a:gd name="connsiteX0" fmla="*/ 590 w 15199"/>
                        <a:gd name="connsiteY0" fmla="*/ 12629 h 18746"/>
                        <a:gd name="connsiteX1" fmla="*/ 4876 w 15199"/>
                        <a:gd name="connsiteY1" fmla="*/ 532 h 18746"/>
                        <a:gd name="connsiteX2" fmla="*/ 14687 w 15199"/>
                        <a:gd name="connsiteY2" fmla="*/ 6152 h 18746"/>
                        <a:gd name="connsiteX3" fmla="*/ 10591 w 15199"/>
                        <a:gd name="connsiteY3" fmla="*/ 18154 h 18746"/>
                        <a:gd name="connsiteX4" fmla="*/ 590 w 15199"/>
                        <a:gd name="connsiteY4" fmla="*/ 12629 h 187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99" h="18746">
                          <a:moveTo>
                            <a:pt x="590" y="12629"/>
                          </a:moveTo>
                          <a:cubicBezTo>
                            <a:pt x="-1030" y="7676"/>
                            <a:pt x="780" y="2247"/>
                            <a:pt x="4876" y="532"/>
                          </a:cubicBezTo>
                          <a:cubicBezTo>
                            <a:pt x="8876" y="-1182"/>
                            <a:pt x="13258" y="1390"/>
                            <a:pt x="14687" y="6152"/>
                          </a:cubicBezTo>
                          <a:cubicBezTo>
                            <a:pt x="16115" y="11010"/>
                            <a:pt x="14496" y="16344"/>
                            <a:pt x="10591" y="18154"/>
                          </a:cubicBezTo>
                          <a:cubicBezTo>
                            <a:pt x="6685" y="19964"/>
                            <a:pt x="2209" y="17487"/>
                            <a:pt x="590" y="1262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4" name="Forme libre : forme 1613">
                      <a:extLst>
                        <a:ext uri="{FF2B5EF4-FFF2-40B4-BE49-F238E27FC236}">
                          <a16:creationId xmlns:a16="http://schemas.microsoft.com/office/drawing/2014/main" id="{3A6A99DD-1C7B-47A8-968E-BB036E5C1F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55670" y="3491766"/>
                      <a:ext cx="5836" cy="6499"/>
                    </a:xfrm>
                    <a:custGeom>
                      <a:avLst/>
                      <a:gdLst>
                        <a:gd name="connsiteX0" fmla="*/ 6 w 5836"/>
                        <a:gd name="connsiteY0" fmla="*/ 3065 h 6499"/>
                        <a:gd name="connsiteX1" fmla="*/ 3244 w 5836"/>
                        <a:gd name="connsiteY1" fmla="*/ 17 h 6499"/>
                        <a:gd name="connsiteX2" fmla="*/ 5816 w 5836"/>
                        <a:gd name="connsiteY2" fmla="*/ 3446 h 6499"/>
                        <a:gd name="connsiteX3" fmla="*/ 2577 w 5836"/>
                        <a:gd name="connsiteY3" fmla="*/ 6494 h 6499"/>
                        <a:gd name="connsiteX4" fmla="*/ 6 w 5836"/>
                        <a:gd name="connsiteY4" fmla="*/ 3065 h 6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6" h="6499">
                          <a:moveTo>
                            <a:pt x="6" y="3065"/>
                          </a:moveTo>
                          <a:cubicBezTo>
                            <a:pt x="196" y="1255"/>
                            <a:pt x="1625" y="-173"/>
                            <a:pt x="3244" y="17"/>
                          </a:cubicBezTo>
                          <a:cubicBezTo>
                            <a:pt x="4863" y="112"/>
                            <a:pt x="6006" y="1636"/>
                            <a:pt x="5816" y="3446"/>
                          </a:cubicBezTo>
                          <a:cubicBezTo>
                            <a:pt x="5625" y="5256"/>
                            <a:pt x="4197" y="6589"/>
                            <a:pt x="2577" y="6494"/>
                          </a:cubicBezTo>
                          <a:cubicBezTo>
                            <a:pt x="1053" y="6399"/>
                            <a:pt x="-90" y="4875"/>
                            <a:pt x="6" y="30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615" name="Graphique 15">
                  <a:extLst>
                    <a:ext uri="{FF2B5EF4-FFF2-40B4-BE49-F238E27FC236}">
                      <a16:creationId xmlns:a16="http://schemas.microsoft.com/office/drawing/2014/main" id="{9AFDBE56-785F-4A05-99C5-79169331881C}"/>
                    </a:ext>
                  </a:extLst>
                </p:cNvPr>
                <p:cNvGrpSpPr/>
                <p:nvPr/>
              </p:nvGrpSpPr>
              <p:grpSpPr>
                <a:xfrm>
                  <a:off x="9323900" y="3470124"/>
                  <a:ext cx="102862" cy="64178"/>
                  <a:chOff x="9323900" y="3470124"/>
                  <a:chExt cx="102862" cy="64178"/>
                </a:xfrm>
                <a:solidFill>
                  <a:schemeClr val="accent1"/>
                </a:solidFill>
              </p:grpSpPr>
              <p:grpSp>
                <p:nvGrpSpPr>
                  <p:cNvPr id="1616" name="Graphique 15">
                    <a:extLst>
                      <a:ext uri="{FF2B5EF4-FFF2-40B4-BE49-F238E27FC236}">
                        <a16:creationId xmlns:a16="http://schemas.microsoft.com/office/drawing/2014/main" id="{3F3F4173-D88F-4707-95EB-140369F346F6}"/>
                      </a:ext>
                    </a:extLst>
                  </p:cNvPr>
                  <p:cNvGrpSpPr/>
                  <p:nvPr/>
                </p:nvGrpSpPr>
                <p:grpSpPr>
                  <a:xfrm>
                    <a:off x="9323900" y="3470124"/>
                    <a:ext cx="36528" cy="44550"/>
                    <a:chOff x="9323900" y="3470124"/>
                    <a:chExt cx="36528" cy="44550"/>
                  </a:xfrm>
                  <a:solidFill>
                    <a:schemeClr val="accent1"/>
                  </a:solidFill>
                </p:grpSpPr>
                <p:sp>
                  <p:nvSpPr>
                    <p:cNvPr id="1617" name="Forme libre : forme 1616">
                      <a:extLst>
                        <a:ext uri="{FF2B5EF4-FFF2-40B4-BE49-F238E27FC236}">
                          <a16:creationId xmlns:a16="http://schemas.microsoft.com/office/drawing/2014/main" id="{9B5D586A-6168-4E91-AF7A-83797D4F6F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3900" y="3470124"/>
                      <a:ext cx="36502" cy="44455"/>
                    </a:xfrm>
                    <a:custGeom>
                      <a:avLst/>
                      <a:gdLst>
                        <a:gd name="connsiteX0" fmla="*/ 33192 w 36502"/>
                        <a:gd name="connsiteY0" fmla="*/ 7467 h 44455"/>
                        <a:gd name="connsiteX1" fmla="*/ 28906 w 36502"/>
                        <a:gd name="connsiteY1" fmla="*/ 38424 h 44455"/>
                        <a:gd name="connsiteX2" fmla="*/ 3570 w 36502"/>
                        <a:gd name="connsiteY2" fmla="*/ 37471 h 44455"/>
                        <a:gd name="connsiteX3" fmla="*/ 7856 w 36502"/>
                        <a:gd name="connsiteY3" fmla="*/ 5753 h 44455"/>
                        <a:gd name="connsiteX4" fmla="*/ 33192 w 36502"/>
                        <a:gd name="connsiteY4" fmla="*/ 7467 h 44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502" h="44455">
                          <a:moveTo>
                            <a:pt x="33192" y="7467"/>
                          </a:moveTo>
                          <a:cubicBezTo>
                            <a:pt x="39003" y="16611"/>
                            <a:pt x="36907" y="30232"/>
                            <a:pt x="28906" y="38424"/>
                          </a:cubicBezTo>
                          <a:cubicBezTo>
                            <a:pt x="21096" y="46710"/>
                            <a:pt x="9761" y="46520"/>
                            <a:pt x="3570" y="37471"/>
                          </a:cubicBezTo>
                          <a:cubicBezTo>
                            <a:pt x="-2717" y="28423"/>
                            <a:pt x="-335" y="14040"/>
                            <a:pt x="7856" y="5753"/>
                          </a:cubicBezTo>
                          <a:cubicBezTo>
                            <a:pt x="16143" y="-2629"/>
                            <a:pt x="27478" y="-1676"/>
                            <a:pt x="33192" y="746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8" name="Forme libre : forme 1617">
                      <a:extLst>
                        <a:ext uri="{FF2B5EF4-FFF2-40B4-BE49-F238E27FC236}">
                          <a16:creationId xmlns:a16="http://schemas.microsoft.com/office/drawing/2014/main" id="{DAF30A7D-C913-478A-A308-0873983FCC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4040" y="3471590"/>
                      <a:ext cx="36387" cy="43084"/>
                    </a:xfrm>
                    <a:custGeom>
                      <a:avLst/>
                      <a:gdLst>
                        <a:gd name="connsiteX0" fmla="*/ 18479 w 36387"/>
                        <a:gd name="connsiteY0" fmla="*/ 21050 h 43084"/>
                        <a:gd name="connsiteX1" fmla="*/ 0 w 36387"/>
                        <a:gd name="connsiteY1" fmla="*/ 25813 h 43084"/>
                        <a:gd name="connsiteX2" fmla="*/ 3429 w 36387"/>
                        <a:gd name="connsiteY2" fmla="*/ 36100 h 43084"/>
                        <a:gd name="connsiteX3" fmla="*/ 28766 w 36387"/>
                        <a:gd name="connsiteY3" fmla="*/ 37052 h 43084"/>
                        <a:gd name="connsiteX4" fmla="*/ 33052 w 36387"/>
                        <a:gd name="connsiteY4" fmla="*/ 6096 h 43084"/>
                        <a:gd name="connsiteX5" fmla="*/ 26099 w 36387"/>
                        <a:gd name="connsiteY5" fmla="*/ 0 h 43084"/>
                        <a:gd name="connsiteX6" fmla="*/ 18479 w 36387"/>
                        <a:gd name="connsiteY6" fmla="*/ 21050 h 430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387" h="43084">
                          <a:moveTo>
                            <a:pt x="18479" y="21050"/>
                          </a:moveTo>
                          <a:cubicBezTo>
                            <a:pt x="12859" y="26670"/>
                            <a:pt x="5810" y="28194"/>
                            <a:pt x="0" y="25813"/>
                          </a:cubicBezTo>
                          <a:cubicBezTo>
                            <a:pt x="286" y="29528"/>
                            <a:pt x="1429" y="33147"/>
                            <a:pt x="3429" y="36100"/>
                          </a:cubicBezTo>
                          <a:cubicBezTo>
                            <a:pt x="9525" y="45149"/>
                            <a:pt x="20955" y="45339"/>
                            <a:pt x="28766" y="37052"/>
                          </a:cubicBezTo>
                          <a:cubicBezTo>
                            <a:pt x="36862" y="28861"/>
                            <a:pt x="38862" y="15240"/>
                            <a:pt x="33052" y="6096"/>
                          </a:cubicBezTo>
                          <a:cubicBezTo>
                            <a:pt x="31242" y="3238"/>
                            <a:pt x="28766" y="1238"/>
                            <a:pt x="26099" y="0"/>
                          </a:cubicBezTo>
                          <a:cubicBezTo>
                            <a:pt x="26670" y="7429"/>
                            <a:pt x="24003" y="15430"/>
                            <a:pt x="18479" y="2105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19" name="Forme libre : forme 1618">
                      <a:extLst>
                        <a:ext uri="{FF2B5EF4-FFF2-40B4-BE49-F238E27FC236}">
                          <a16:creationId xmlns:a16="http://schemas.microsoft.com/office/drawing/2014/main" id="{18E09D04-A310-4FC5-8457-7E94F303DF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7687" y="3474421"/>
                      <a:ext cx="16982" cy="18842"/>
                    </a:xfrm>
                    <a:custGeom>
                      <a:avLst/>
                      <a:gdLst>
                        <a:gd name="connsiteX0" fmla="*/ 12166 w 16982"/>
                        <a:gd name="connsiteY0" fmla="*/ 884 h 18842"/>
                        <a:gd name="connsiteX1" fmla="*/ 16167 w 16982"/>
                        <a:gd name="connsiteY1" fmla="*/ 13362 h 18842"/>
                        <a:gd name="connsiteX2" fmla="*/ 4832 w 16982"/>
                        <a:gd name="connsiteY2" fmla="*/ 18029 h 18842"/>
                        <a:gd name="connsiteX3" fmla="*/ 832 w 16982"/>
                        <a:gd name="connsiteY3" fmla="*/ 5552 h 18842"/>
                        <a:gd name="connsiteX4" fmla="*/ 12166 w 16982"/>
                        <a:gd name="connsiteY4" fmla="*/ 884 h 18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82" h="18842">
                          <a:moveTo>
                            <a:pt x="12166" y="884"/>
                          </a:moveTo>
                          <a:cubicBezTo>
                            <a:pt x="16358" y="3075"/>
                            <a:pt x="18167" y="8695"/>
                            <a:pt x="16167" y="13362"/>
                          </a:cubicBezTo>
                          <a:cubicBezTo>
                            <a:pt x="14167" y="18029"/>
                            <a:pt x="9118" y="20125"/>
                            <a:pt x="4832" y="18029"/>
                          </a:cubicBezTo>
                          <a:cubicBezTo>
                            <a:pt x="546" y="15934"/>
                            <a:pt x="-1169" y="10314"/>
                            <a:pt x="832" y="5552"/>
                          </a:cubicBezTo>
                          <a:cubicBezTo>
                            <a:pt x="2832" y="694"/>
                            <a:pt x="7975" y="-1306"/>
                            <a:pt x="12166" y="88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0" name="Forme libre : forme 1619">
                      <a:extLst>
                        <a:ext uri="{FF2B5EF4-FFF2-40B4-BE49-F238E27FC236}">
                          <a16:creationId xmlns:a16="http://schemas.microsoft.com/office/drawing/2014/main" id="{BA404418-229B-4304-B1C1-2A7894923A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5894" y="3480277"/>
                      <a:ext cx="6011" cy="7296"/>
                    </a:xfrm>
                    <a:custGeom>
                      <a:avLst/>
                      <a:gdLst>
                        <a:gd name="connsiteX0" fmla="*/ 5482 w 6011"/>
                        <a:gd name="connsiteY0" fmla="*/ 1219 h 7296"/>
                        <a:gd name="connsiteX1" fmla="*/ 4720 w 6011"/>
                        <a:gd name="connsiteY1" fmla="*/ 6363 h 7296"/>
                        <a:gd name="connsiteX2" fmla="*/ 529 w 6011"/>
                        <a:gd name="connsiteY2" fmla="*/ 6077 h 7296"/>
                        <a:gd name="connsiteX3" fmla="*/ 1291 w 6011"/>
                        <a:gd name="connsiteY3" fmla="*/ 934 h 7296"/>
                        <a:gd name="connsiteX4" fmla="*/ 5482 w 6011"/>
                        <a:gd name="connsiteY4" fmla="*/ 1219 h 7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11" h="7296">
                          <a:moveTo>
                            <a:pt x="5482" y="1219"/>
                          </a:moveTo>
                          <a:cubicBezTo>
                            <a:pt x="6435" y="2743"/>
                            <a:pt x="6054" y="5029"/>
                            <a:pt x="4720" y="6363"/>
                          </a:cubicBezTo>
                          <a:cubicBezTo>
                            <a:pt x="3387" y="7696"/>
                            <a:pt x="1482" y="7601"/>
                            <a:pt x="529" y="6077"/>
                          </a:cubicBezTo>
                          <a:cubicBezTo>
                            <a:pt x="-423" y="4553"/>
                            <a:pt x="-42" y="2267"/>
                            <a:pt x="1291" y="934"/>
                          </a:cubicBezTo>
                          <a:cubicBezTo>
                            <a:pt x="2625" y="-400"/>
                            <a:pt x="4529" y="-305"/>
                            <a:pt x="5482" y="12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621" name="Graphique 15">
                    <a:extLst>
                      <a:ext uri="{FF2B5EF4-FFF2-40B4-BE49-F238E27FC236}">
                        <a16:creationId xmlns:a16="http://schemas.microsoft.com/office/drawing/2014/main" id="{6A8F5131-76DC-4A4B-BB12-17294BBF5693}"/>
                      </a:ext>
                    </a:extLst>
                  </p:cNvPr>
                  <p:cNvGrpSpPr/>
                  <p:nvPr/>
                </p:nvGrpSpPr>
                <p:grpSpPr>
                  <a:xfrm>
                    <a:off x="9355233" y="3488371"/>
                    <a:ext cx="36354" cy="43043"/>
                    <a:chOff x="9355233" y="3488371"/>
                    <a:chExt cx="36354" cy="43043"/>
                  </a:xfrm>
                  <a:solidFill>
                    <a:schemeClr val="accent1"/>
                  </a:solidFill>
                </p:grpSpPr>
                <p:sp>
                  <p:nvSpPr>
                    <p:cNvPr id="1622" name="Forme libre : forme 1621">
                      <a:extLst>
                        <a:ext uri="{FF2B5EF4-FFF2-40B4-BE49-F238E27FC236}">
                          <a16:creationId xmlns:a16="http://schemas.microsoft.com/office/drawing/2014/main" id="{15535384-60AA-47A4-8889-2B95A420DF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55233" y="3488371"/>
                      <a:ext cx="36259" cy="43043"/>
                    </a:xfrm>
                    <a:custGeom>
                      <a:avLst/>
                      <a:gdLst>
                        <a:gd name="connsiteX0" fmla="*/ 32815 w 36259"/>
                        <a:gd name="connsiteY0" fmla="*/ 7222 h 43043"/>
                        <a:gd name="connsiteX1" fmla="*/ 29196 w 36259"/>
                        <a:gd name="connsiteY1" fmla="*/ 37226 h 43043"/>
                        <a:gd name="connsiteX2" fmla="*/ 3859 w 36259"/>
                        <a:gd name="connsiteY2" fmla="*/ 36273 h 43043"/>
                        <a:gd name="connsiteX3" fmla="*/ 7479 w 36259"/>
                        <a:gd name="connsiteY3" fmla="*/ 5507 h 43043"/>
                        <a:gd name="connsiteX4" fmla="*/ 32815 w 36259"/>
                        <a:gd name="connsiteY4" fmla="*/ 7222 h 43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259" h="43043">
                          <a:moveTo>
                            <a:pt x="32815" y="7222"/>
                          </a:moveTo>
                          <a:cubicBezTo>
                            <a:pt x="38721" y="16080"/>
                            <a:pt x="36720" y="29129"/>
                            <a:pt x="29196" y="37226"/>
                          </a:cubicBezTo>
                          <a:cubicBezTo>
                            <a:pt x="21480" y="45227"/>
                            <a:pt x="10051" y="45036"/>
                            <a:pt x="3859" y="36273"/>
                          </a:cubicBezTo>
                          <a:cubicBezTo>
                            <a:pt x="-2427" y="27510"/>
                            <a:pt x="-903" y="13508"/>
                            <a:pt x="7479" y="5507"/>
                          </a:cubicBezTo>
                          <a:cubicBezTo>
                            <a:pt x="15670" y="-2589"/>
                            <a:pt x="27005" y="-1541"/>
                            <a:pt x="32815" y="722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3" name="Forme libre : forme 1622">
                      <a:extLst>
                        <a:ext uri="{FF2B5EF4-FFF2-40B4-BE49-F238E27FC236}">
                          <a16:creationId xmlns:a16="http://schemas.microsoft.com/office/drawing/2014/main" id="{1C8C3BAE-A6E8-4C1C-A164-0FB2310448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55568" y="3489688"/>
                      <a:ext cx="36020" cy="41726"/>
                    </a:xfrm>
                    <a:custGeom>
                      <a:avLst/>
                      <a:gdLst>
                        <a:gd name="connsiteX0" fmla="*/ 18098 w 36020"/>
                        <a:gd name="connsiteY0" fmla="*/ 20384 h 41726"/>
                        <a:gd name="connsiteX1" fmla="*/ 0 w 36020"/>
                        <a:gd name="connsiteY1" fmla="*/ 25051 h 41726"/>
                        <a:gd name="connsiteX2" fmla="*/ 3620 w 36020"/>
                        <a:gd name="connsiteY2" fmla="*/ 34957 h 41726"/>
                        <a:gd name="connsiteX3" fmla="*/ 28956 w 36020"/>
                        <a:gd name="connsiteY3" fmla="*/ 35909 h 41726"/>
                        <a:gd name="connsiteX4" fmla="*/ 32576 w 36020"/>
                        <a:gd name="connsiteY4" fmla="*/ 5906 h 41726"/>
                        <a:gd name="connsiteX5" fmla="*/ 25622 w 36020"/>
                        <a:gd name="connsiteY5" fmla="*/ 0 h 41726"/>
                        <a:gd name="connsiteX6" fmla="*/ 18098 w 36020"/>
                        <a:gd name="connsiteY6" fmla="*/ 20384 h 41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020" h="41726">
                          <a:moveTo>
                            <a:pt x="18098" y="20384"/>
                          </a:moveTo>
                          <a:cubicBezTo>
                            <a:pt x="12668" y="25813"/>
                            <a:pt x="5810" y="27337"/>
                            <a:pt x="0" y="25051"/>
                          </a:cubicBezTo>
                          <a:cubicBezTo>
                            <a:pt x="476" y="28670"/>
                            <a:pt x="1619" y="32099"/>
                            <a:pt x="3620" y="34957"/>
                          </a:cubicBezTo>
                          <a:cubicBezTo>
                            <a:pt x="9811" y="43720"/>
                            <a:pt x="21146" y="43910"/>
                            <a:pt x="28956" y="35909"/>
                          </a:cubicBezTo>
                          <a:cubicBezTo>
                            <a:pt x="36481" y="27813"/>
                            <a:pt x="38481" y="14764"/>
                            <a:pt x="32576" y="5906"/>
                          </a:cubicBezTo>
                          <a:cubicBezTo>
                            <a:pt x="30671" y="3143"/>
                            <a:pt x="28289" y="1238"/>
                            <a:pt x="25622" y="0"/>
                          </a:cubicBezTo>
                          <a:cubicBezTo>
                            <a:pt x="26099" y="7239"/>
                            <a:pt x="23527" y="15050"/>
                            <a:pt x="18098" y="2038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4" name="Forme libre : forme 1623">
                      <a:extLst>
                        <a:ext uri="{FF2B5EF4-FFF2-40B4-BE49-F238E27FC236}">
                          <a16:creationId xmlns:a16="http://schemas.microsoft.com/office/drawing/2014/main" id="{C24D19AB-0474-40A4-A604-16AD680690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8756" y="3492556"/>
                      <a:ext cx="16946" cy="18237"/>
                    </a:xfrm>
                    <a:custGeom>
                      <a:avLst/>
                      <a:gdLst>
                        <a:gd name="connsiteX0" fmla="*/ 12053 w 16946"/>
                        <a:gd name="connsiteY0" fmla="*/ 847 h 18237"/>
                        <a:gd name="connsiteX1" fmla="*/ 16149 w 16946"/>
                        <a:gd name="connsiteY1" fmla="*/ 12944 h 18237"/>
                        <a:gd name="connsiteX2" fmla="*/ 4909 w 16946"/>
                        <a:gd name="connsiteY2" fmla="*/ 17420 h 18237"/>
                        <a:gd name="connsiteX3" fmla="*/ 813 w 16946"/>
                        <a:gd name="connsiteY3" fmla="*/ 5324 h 18237"/>
                        <a:gd name="connsiteX4" fmla="*/ 12053 w 16946"/>
                        <a:gd name="connsiteY4" fmla="*/ 847 h 182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46" h="18237">
                          <a:moveTo>
                            <a:pt x="12053" y="847"/>
                          </a:moveTo>
                          <a:cubicBezTo>
                            <a:pt x="16244" y="3038"/>
                            <a:pt x="18149" y="8372"/>
                            <a:pt x="16149" y="12944"/>
                          </a:cubicBezTo>
                          <a:cubicBezTo>
                            <a:pt x="14244" y="17420"/>
                            <a:pt x="9196" y="19516"/>
                            <a:pt x="4909" y="17420"/>
                          </a:cubicBezTo>
                          <a:cubicBezTo>
                            <a:pt x="623" y="15325"/>
                            <a:pt x="-1187" y="9896"/>
                            <a:pt x="813" y="5324"/>
                          </a:cubicBezTo>
                          <a:cubicBezTo>
                            <a:pt x="2719" y="657"/>
                            <a:pt x="7767" y="-1249"/>
                            <a:pt x="12053" y="84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5" name="Forme libre : forme 1624">
                      <a:extLst>
                        <a:ext uri="{FF2B5EF4-FFF2-40B4-BE49-F238E27FC236}">
                          <a16:creationId xmlns:a16="http://schemas.microsoft.com/office/drawing/2014/main" id="{1183072B-B88D-4F5E-B2D3-A31BD6C206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6914" y="3498184"/>
                      <a:ext cx="5979" cy="7115"/>
                    </a:xfrm>
                    <a:custGeom>
                      <a:avLst/>
                      <a:gdLst>
                        <a:gd name="connsiteX0" fmla="*/ 5419 w 5979"/>
                        <a:gd name="connsiteY0" fmla="*/ 1219 h 7115"/>
                        <a:gd name="connsiteX1" fmla="*/ 4752 w 5979"/>
                        <a:gd name="connsiteY1" fmla="*/ 6172 h 7115"/>
                        <a:gd name="connsiteX2" fmla="*/ 561 w 5979"/>
                        <a:gd name="connsiteY2" fmla="*/ 5982 h 7115"/>
                        <a:gd name="connsiteX3" fmla="*/ 1228 w 5979"/>
                        <a:gd name="connsiteY3" fmla="*/ 934 h 7115"/>
                        <a:gd name="connsiteX4" fmla="*/ 5419 w 5979"/>
                        <a:gd name="connsiteY4" fmla="*/ 1219 h 7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9" h="7115">
                          <a:moveTo>
                            <a:pt x="5419" y="1219"/>
                          </a:moveTo>
                          <a:cubicBezTo>
                            <a:pt x="6371" y="2648"/>
                            <a:pt x="6085" y="4934"/>
                            <a:pt x="4752" y="6172"/>
                          </a:cubicBezTo>
                          <a:cubicBezTo>
                            <a:pt x="3418" y="7506"/>
                            <a:pt x="1513" y="7410"/>
                            <a:pt x="561" y="5982"/>
                          </a:cubicBezTo>
                          <a:cubicBezTo>
                            <a:pt x="-392" y="4553"/>
                            <a:pt x="-106" y="2267"/>
                            <a:pt x="1228" y="934"/>
                          </a:cubicBezTo>
                          <a:cubicBezTo>
                            <a:pt x="2656" y="-400"/>
                            <a:pt x="4466" y="-305"/>
                            <a:pt x="5419" y="12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626" name="Graphique 15">
                    <a:extLst>
                      <a:ext uri="{FF2B5EF4-FFF2-40B4-BE49-F238E27FC236}">
                        <a16:creationId xmlns:a16="http://schemas.microsoft.com/office/drawing/2014/main" id="{F5C5DCA9-AB1A-4EE9-8D2D-32CA4D0048DB}"/>
                      </a:ext>
                    </a:extLst>
                  </p:cNvPr>
                  <p:cNvGrpSpPr/>
                  <p:nvPr/>
                </p:nvGrpSpPr>
                <p:grpSpPr>
                  <a:xfrm>
                    <a:off x="9390444" y="3492715"/>
                    <a:ext cx="36318" cy="41587"/>
                    <a:chOff x="9390444" y="3492715"/>
                    <a:chExt cx="36318" cy="41587"/>
                  </a:xfrm>
                  <a:solidFill>
                    <a:schemeClr val="accent1"/>
                  </a:solidFill>
                </p:grpSpPr>
                <p:sp>
                  <p:nvSpPr>
                    <p:cNvPr id="1627" name="Forme libre : forme 1626">
                      <a:extLst>
                        <a:ext uri="{FF2B5EF4-FFF2-40B4-BE49-F238E27FC236}">
                          <a16:creationId xmlns:a16="http://schemas.microsoft.com/office/drawing/2014/main" id="{94747D8C-2851-46EB-B5C0-171D85B0DB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90444" y="3492715"/>
                      <a:ext cx="36264" cy="41587"/>
                    </a:xfrm>
                    <a:custGeom>
                      <a:avLst/>
                      <a:gdLst>
                        <a:gd name="connsiteX0" fmla="*/ 32751 w 36264"/>
                        <a:gd name="connsiteY0" fmla="*/ 7165 h 41587"/>
                        <a:gd name="connsiteX1" fmla="*/ 29132 w 36264"/>
                        <a:gd name="connsiteY1" fmla="*/ 36121 h 41587"/>
                        <a:gd name="connsiteX2" fmla="*/ 3891 w 36264"/>
                        <a:gd name="connsiteY2" fmla="*/ 34882 h 41587"/>
                        <a:gd name="connsiteX3" fmla="*/ 7415 w 36264"/>
                        <a:gd name="connsiteY3" fmla="*/ 5164 h 41587"/>
                        <a:gd name="connsiteX4" fmla="*/ 32751 w 36264"/>
                        <a:gd name="connsiteY4" fmla="*/ 7165 h 41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264" h="41587">
                          <a:moveTo>
                            <a:pt x="32751" y="7165"/>
                          </a:moveTo>
                          <a:cubicBezTo>
                            <a:pt x="38752" y="15832"/>
                            <a:pt x="36752" y="28406"/>
                            <a:pt x="29132" y="36121"/>
                          </a:cubicBezTo>
                          <a:cubicBezTo>
                            <a:pt x="21512" y="43741"/>
                            <a:pt x="10177" y="43455"/>
                            <a:pt x="3891" y="34882"/>
                          </a:cubicBezTo>
                          <a:cubicBezTo>
                            <a:pt x="-2586" y="26310"/>
                            <a:pt x="-681" y="12880"/>
                            <a:pt x="7415" y="5164"/>
                          </a:cubicBezTo>
                          <a:cubicBezTo>
                            <a:pt x="15607" y="-2551"/>
                            <a:pt x="26846" y="-1408"/>
                            <a:pt x="32751" y="716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8" name="Forme libre : forme 1627">
                      <a:extLst>
                        <a:ext uri="{FF2B5EF4-FFF2-40B4-BE49-F238E27FC236}">
                          <a16:creationId xmlns:a16="http://schemas.microsoft.com/office/drawing/2014/main" id="{A8A55B62-BE8D-4A4E-8D62-EDC154F166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90715" y="3493974"/>
                      <a:ext cx="36047" cy="40232"/>
                    </a:xfrm>
                    <a:custGeom>
                      <a:avLst/>
                      <a:gdLst>
                        <a:gd name="connsiteX0" fmla="*/ 18288 w 36047"/>
                        <a:gd name="connsiteY0" fmla="*/ 19717 h 40232"/>
                        <a:gd name="connsiteX1" fmla="*/ 0 w 36047"/>
                        <a:gd name="connsiteY1" fmla="*/ 23908 h 40232"/>
                        <a:gd name="connsiteX2" fmla="*/ 3715 w 36047"/>
                        <a:gd name="connsiteY2" fmla="*/ 33528 h 40232"/>
                        <a:gd name="connsiteX3" fmla="*/ 28956 w 36047"/>
                        <a:gd name="connsiteY3" fmla="*/ 34766 h 40232"/>
                        <a:gd name="connsiteX4" fmla="*/ 32576 w 36047"/>
                        <a:gd name="connsiteY4" fmla="*/ 5810 h 40232"/>
                        <a:gd name="connsiteX5" fmla="*/ 25527 w 36047"/>
                        <a:gd name="connsiteY5" fmla="*/ 0 h 40232"/>
                        <a:gd name="connsiteX6" fmla="*/ 18288 w 36047"/>
                        <a:gd name="connsiteY6" fmla="*/ 19717 h 402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047" h="40232">
                          <a:moveTo>
                            <a:pt x="18288" y="19717"/>
                          </a:moveTo>
                          <a:cubicBezTo>
                            <a:pt x="12764" y="24860"/>
                            <a:pt x="5810" y="26289"/>
                            <a:pt x="0" y="23908"/>
                          </a:cubicBezTo>
                          <a:cubicBezTo>
                            <a:pt x="476" y="27432"/>
                            <a:pt x="1619" y="30766"/>
                            <a:pt x="3715" y="33528"/>
                          </a:cubicBezTo>
                          <a:cubicBezTo>
                            <a:pt x="10001" y="42101"/>
                            <a:pt x="21336" y="42386"/>
                            <a:pt x="28956" y="34766"/>
                          </a:cubicBezTo>
                          <a:cubicBezTo>
                            <a:pt x="36576" y="27146"/>
                            <a:pt x="38481" y="14478"/>
                            <a:pt x="32576" y="5810"/>
                          </a:cubicBezTo>
                          <a:cubicBezTo>
                            <a:pt x="30671" y="3048"/>
                            <a:pt x="28289" y="1143"/>
                            <a:pt x="25527" y="0"/>
                          </a:cubicBezTo>
                          <a:cubicBezTo>
                            <a:pt x="26194" y="7144"/>
                            <a:pt x="23717" y="14669"/>
                            <a:pt x="18288" y="197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29" name="Forme libre : forme 1628">
                      <a:extLst>
                        <a:ext uri="{FF2B5EF4-FFF2-40B4-BE49-F238E27FC236}">
                          <a16:creationId xmlns:a16="http://schemas.microsoft.com/office/drawing/2014/main" id="{4025DF16-EBC5-42C6-BD83-0971BB1C90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04016" y="3496776"/>
                      <a:ext cx="16886" cy="17672"/>
                    </a:xfrm>
                    <a:custGeom>
                      <a:avLst/>
                      <a:gdLst>
                        <a:gd name="connsiteX0" fmla="*/ 11940 w 16886"/>
                        <a:gd name="connsiteY0" fmla="*/ 913 h 17672"/>
                        <a:gd name="connsiteX1" fmla="*/ 16132 w 16886"/>
                        <a:gd name="connsiteY1" fmla="*/ 12628 h 17672"/>
                        <a:gd name="connsiteX2" fmla="*/ 4987 w 16886"/>
                        <a:gd name="connsiteY2" fmla="*/ 16819 h 17672"/>
                        <a:gd name="connsiteX3" fmla="*/ 796 w 16886"/>
                        <a:gd name="connsiteY3" fmla="*/ 5008 h 17672"/>
                        <a:gd name="connsiteX4" fmla="*/ 11940 w 16886"/>
                        <a:gd name="connsiteY4" fmla="*/ 913 h 17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86" h="17672">
                          <a:moveTo>
                            <a:pt x="11940" y="913"/>
                          </a:moveTo>
                          <a:cubicBezTo>
                            <a:pt x="16227" y="3008"/>
                            <a:pt x="18036" y="8247"/>
                            <a:pt x="16132" y="12628"/>
                          </a:cubicBezTo>
                          <a:cubicBezTo>
                            <a:pt x="14226" y="17010"/>
                            <a:pt x="9178" y="18915"/>
                            <a:pt x="4987" y="16819"/>
                          </a:cubicBezTo>
                          <a:cubicBezTo>
                            <a:pt x="701" y="14819"/>
                            <a:pt x="-1204" y="9485"/>
                            <a:pt x="796" y="5008"/>
                          </a:cubicBezTo>
                          <a:cubicBezTo>
                            <a:pt x="2701" y="627"/>
                            <a:pt x="7749" y="-1278"/>
                            <a:pt x="11940" y="91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30" name="Forme libre : forme 1629">
                      <a:extLst>
                        <a:ext uri="{FF2B5EF4-FFF2-40B4-BE49-F238E27FC236}">
                          <a16:creationId xmlns:a16="http://schemas.microsoft.com/office/drawing/2014/main" id="{6B88074A-BE67-4A87-B211-6E65F5A49A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02156" y="3502160"/>
                      <a:ext cx="5979" cy="6868"/>
                    </a:xfrm>
                    <a:custGeom>
                      <a:avLst/>
                      <a:gdLst>
                        <a:gd name="connsiteX0" fmla="*/ 5419 w 5979"/>
                        <a:gd name="connsiteY0" fmla="*/ 1148 h 6868"/>
                        <a:gd name="connsiteX1" fmla="*/ 4752 w 5979"/>
                        <a:gd name="connsiteY1" fmla="*/ 6006 h 6868"/>
                        <a:gd name="connsiteX2" fmla="*/ 561 w 5979"/>
                        <a:gd name="connsiteY2" fmla="*/ 5720 h 6868"/>
                        <a:gd name="connsiteX3" fmla="*/ 1228 w 5979"/>
                        <a:gd name="connsiteY3" fmla="*/ 862 h 6868"/>
                        <a:gd name="connsiteX4" fmla="*/ 5419 w 5979"/>
                        <a:gd name="connsiteY4" fmla="*/ 1148 h 6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9" h="6868">
                          <a:moveTo>
                            <a:pt x="5419" y="1148"/>
                          </a:moveTo>
                          <a:cubicBezTo>
                            <a:pt x="6371" y="2577"/>
                            <a:pt x="6086" y="4768"/>
                            <a:pt x="4752" y="6006"/>
                          </a:cubicBezTo>
                          <a:cubicBezTo>
                            <a:pt x="3418" y="7244"/>
                            <a:pt x="1513" y="7149"/>
                            <a:pt x="561" y="5720"/>
                          </a:cubicBezTo>
                          <a:cubicBezTo>
                            <a:pt x="-392" y="4291"/>
                            <a:pt x="-106" y="2100"/>
                            <a:pt x="1228" y="862"/>
                          </a:cubicBezTo>
                          <a:cubicBezTo>
                            <a:pt x="2656" y="-376"/>
                            <a:pt x="4466" y="-281"/>
                            <a:pt x="5419" y="114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631" name="Graphique 15">
                  <a:extLst>
                    <a:ext uri="{FF2B5EF4-FFF2-40B4-BE49-F238E27FC236}">
                      <a16:creationId xmlns:a16="http://schemas.microsoft.com/office/drawing/2014/main" id="{378A9913-FD64-4758-BB23-1C78B29C9E66}"/>
                    </a:ext>
                  </a:extLst>
                </p:cNvPr>
                <p:cNvGrpSpPr/>
                <p:nvPr/>
              </p:nvGrpSpPr>
              <p:grpSpPr>
                <a:xfrm>
                  <a:off x="9290603" y="3620066"/>
                  <a:ext cx="88598" cy="97602"/>
                  <a:chOff x="9290603" y="3620066"/>
                  <a:chExt cx="88598" cy="97602"/>
                </a:xfrm>
                <a:solidFill>
                  <a:schemeClr val="accent1"/>
                </a:solidFill>
              </p:grpSpPr>
              <p:grpSp>
                <p:nvGrpSpPr>
                  <p:cNvPr id="1632" name="Graphique 15">
                    <a:extLst>
                      <a:ext uri="{FF2B5EF4-FFF2-40B4-BE49-F238E27FC236}">
                        <a16:creationId xmlns:a16="http://schemas.microsoft.com/office/drawing/2014/main" id="{C40AAD1B-4C75-4A8D-AA3F-86AE9652ABF6}"/>
                      </a:ext>
                    </a:extLst>
                  </p:cNvPr>
                  <p:cNvGrpSpPr/>
                  <p:nvPr/>
                </p:nvGrpSpPr>
                <p:grpSpPr>
                  <a:xfrm>
                    <a:off x="9343558" y="3675056"/>
                    <a:ext cx="35643" cy="42611"/>
                    <a:chOff x="9343558" y="3675056"/>
                    <a:chExt cx="35643" cy="42611"/>
                  </a:xfrm>
                  <a:solidFill>
                    <a:schemeClr val="accent1"/>
                  </a:solidFill>
                </p:grpSpPr>
                <p:sp>
                  <p:nvSpPr>
                    <p:cNvPr id="1633" name="Forme libre : forme 1632">
                      <a:extLst>
                        <a:ext uri="{FF2B5EF4-FFF2-40B4-BE49-F238E27FC236}">
                          <a16:creationId xmlns:a16="http://schemas.microsoft.com/office/drawing/2014/main" id="{FCBF5EB3-D15B-4D5A-8CD9-DD2F3E34F3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3558" y="3675056"/>
                      <a:ext cx="35643" cy="42611"/>
                    </a:xfrm>
                    <a:custGeom>
                      <a:avLst/>
                      <a:gdLst>
                        <a:gd name="connsiteX0" fmla="*/ 771 w 35643"/>
                        <a:gd name="connsiteY0" fmla="*/ 28372 h 42611"/>
                        <a:gd name="connsiteX1" fmla="*/ 12677 w 35643"/>
                        <a:gd name="connsiteY1" fmla="*/ 1036 h 42611"/>
                        <a:gd name="connsiteX2" fmla="*/ 34871 w 35643"/>
                        <a:gd name="connsiteY2" fmla="*/ 14561 h 42611"/>
                        <a:gd name="connsiteX3" fmla="*/ 23345 w 35643"/>
                        <a:gd name="connsiteY3" fmla="*/ 41327 h 42611"/>
                        <a:gd name="connsiteX4" fmla="*/ 771 w 35643"/>
                        <a:gd name="connsiteY4" fmla="*/ 28372 h 426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43" h="42611">
                          <a:moveTo>
                            <a:pt x="771" y="28372"/>
                          </a:moveTo>
                          <a:cubicBezTo>
                            <a:pt x="-2087" y="17038"/>
                            <a:pt x="3247" y="4751"/>
                            <a:pt x="12677" y="1036"/>
                          </a:cubicBezTo>
                          <a:cubicBezTo>
                            <a:pt x="22107" y="-2584"/>
                            <a:pt x="32013" y="3608"/>
                            <a:pt x="34871" y="14561"/>
                          </a:cubicBezTo>
                          <a:cubicBezTo>
                            <a:pt x="37728" y="25515"/>
                            <a:pt x="32394" y="37326"/>
                            <a:pt x="23345" y="41327"/>
                          </a:cubicBezTo>
                          <a:cubicBezTo>
                            <a:pt x="14201" y="45327"/>
                            <a:pt x="3724" y="39707"/>
                            <a:pt x="771" y="2837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34" name="Forme libre : forme 1633">
                      <a:extLst>
                        <a:ext uri="{FF2B5EF4-FFF2-40B4-BE49-F238E27FC236}">
                          <a16:creationId xmlns:a16="http://schemas.microsoft.com/office/drawing/2014/main" id="{78EE5C64-547E-4961-875D-FCB993DF9D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3558" y="3675056"/>
                      <a:ext cx="35625" cy="37230"/>
                    </a:xfrm>
                    <a:custGeom>
                      <a:avLst/>
                      <a:gdLst>
                        <a:gd name="connsiteX0" fmla="*/ 17630 w 35625"/>
                        <a:gd name="connsiteY0" fmla="*/ 20943 h 37230"/>
                        <a:gd name="connsiteX1" fmla="*/ 35156 w 35625"/>
                        <a:gd name="connsiteY1" fmla="*/ 25325 h 37230"/>
                        <a:gd name="connsiteX2" fmla="*/ 34871 w 35625"/>
                        <a:gd name="connsiteY2" fmla="*/ 14561 h 37230"/>
                        <a:gd name="connsiteX3" fmla="*/ 12677 w 35625"/>
                        <a:gd name="connsiteY3" fmla="*/ 1036 h 37230"/>
                        <a:gd name="connsiteX4" fmla="*/ 771 w 35625"/>
                        <a:gd name="connsiteY4" fmla="*/ 28372 h 37230"/>
                        <a:gd name="connsiteX5" fmla="*/ 5629 w 35625"/>
                        <a:gd name="connsiteY5" fmla="*/ 37231 h 37230"/>
                        <a:gd name="connsiteX6" fmla="*/ 17630 w 35625"/>
                        <a:gd name="connsiteY6" fmla="*/ 20943 h 372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25" h="37230">
                          <a:moveTo>
                            <a:pt x="17630" y="20943"/>
                          </a:moveTo>
                          <a:cubicBezTo>
                            <a:pt x="24012" y="18371"/>
                            <a:pt x="30679" y="20371"/>
                            <a:pt x="35156" y="25325"/>
                          </a:cubicBezTo>
                          <a:cubicBezTo>
                            <a:pt x="35823" y="21895"/>
                            <a:pt x="35823" y="18181"/>
                            <a:pt x="34871" y="14561"/>
                          </a:cubicBezTo>
                          <a:cubicBezTo>
                            <a:pt x="32013" y="3608"/>
                            <a:pt x="22107" y="-2584"/>
                            <a:pt x="12677" y="1036"/>
                          </a:cubicBezTo>
                          <a:cubicBezTo>
                            <a:pt x="3247" y="4655"/>
                            <a:pt x="-2087" y="17038"/>
                            <a:pt x="771" y="28372"/>
                          </a:cubicBezTo>
                          <a:cubicBezTo>
                            <a:pt x="1628" y="31992"/>
                            <a:pt x="3438" y="34945"/>
                            <a:pt x="5629" y="37231"/>
                          </a:cubicBezTo>
                          <a:cubicBezTo>
                            <a:pt x="6676" y="29896"/>
                            <a:pt x="11344" y="23515"/>
                            <a:pt x="17630" y="2094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35" name="Forme libre : forme 1634">
                      <a:extLst>
                        <a:ext uri="{FF2B5EF4-FFF2-40B4-BE49-F238E27FC236}">
                          <a16:creationId xmlns:a16="http://schemas.microsoft.com/office/drawing/2014/main" id="{F0F17404-85B8-4197-9D75-47A4E4CA8C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7729" y="3692866"/>
                      <a:ext cx="15930" cy="19137"/>
                    </a:xfrm>
                    <a:custGeom>
                      <a:avLst/>
                      <a:gdLst>
                        <a:gd name="connsiteX0" fmla="*/ 2600 w 15930"/>
                        <a:gd name="connsiteY0" fmla="*/ 15992 h 19137"/>
                        <a:gd name="connsiteX1" fmla="*/ 2124 w 15930"/>
                        <a:gd name="connsiteY1" fmla="*/ 2371 h 19137"/>
                        <a:gd name="connsiteX2" fmla="*/ 13364 w 15930"/>
                        <a:gd name="connsiteY2" fmla="*/ 3323 h 19137"/>
                        <a:gd name="connsiteX3" fmla="*/ 13840 w 15930"/>
                        <a:gd name="connsiteY3" fmla="*/ 16754 h 19137"/>
                        <a:gd name="connsiteX4" fmla="*/ 2600 w 15930"/>
                        <a:gd name="connsiteY4" fmla="*/ 15992 h 191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30" h="19137">
                          <a:moveTo>
                            <a:pt x="2600" y="15992"/>
                          </a:moveTo>
                          <a:cubicBezTo>
                            <a:pt x="-733" y="11991"/>
                            <a:pt x="-828" y="5895"/>
                            <a:pt x="2124" y="2371"/>
                          </a:cubicBezTo>
                          <a:cubicBezTo>
                            <a:pt x="5077" y="-1153"/>
                            <a:pt x="10125" y="-677"/>
                            <a:pt x="13364" y="3323"/>
                          </a:cubicBezTo>
                          <a:cubicBezTo>
                            <a:pt x="16602" y="7324"/>
                            <a:pt x="16793" y="13325"/>
                            <a:pt x="13840" y="16754"/>
                          </a:cubicBezTo>
                          <a:cubicBezTo>
                            <a:pt x="11078" y="20183"/>
                            <a:pt x="5934" y="19897"/>
                            <a:pt x="2600" y="1599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36" name="Forme libre : forme 1635">
                      <a:extLst>
                        <a:ext uri="{FF2B5EF4-FFF2-40B4-BE49-F238E27FC236}">
                          <a16:creationId xmlns:a16="http://schemas.microsoft.com/office/drawing/2014/main" id="{80F66DCA-4704-47EF-AB56-488098EEE0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59342" y="3702168"/>
                      <a:ext cx="5883" cy="6998"/>
                    </a:xfrm>
                    <a:custGeom>
                      <a:avLst/>
                      <a:gdLst>
                        <a:gd name="connsiteX0" fmla="*/ 132 w 5883"/>
                        <a:gd name="connsiteY0" fmla="*/ 4690 h 6998"/>
                        <a:gd name="connsiteX1" fmla="*/ 2037 w 5883"/>
                        <a:gd name="connsiteY1" fmla="*/ 213 h 6998"/>
                        <a:gd name="connsiteX2" fmla="*/ 5751 w 5883"/>
                        <a:gd name="connsiteY2" fmla="*/ 2309 h 6998"/>
                        <a:gd name="connsiteX3" fmla="*/ 3846 w 5883"/>
                        <a:gd name="connsiteY3" fmla="*/ 6785 h 6998"/>
                        <a:gd name="connsiteX4" fmla="*/ 132 w 5883"/>
                        <a:gd name="connsiteY4" fmla="*/ 4690 h 6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3" h="6998">
                          <a:moveTo>
                            <a:pt x="132" y="4690"/>
                          </a:moveTo>
                          <a:cubicBezTo>
                            <a:pt x="-345" y="2880"/>
                            <a:pt x="513" y="880"/>
                            <a:pt x="2037" y="213"/>
                          </a:cubicBezTo>
                          <a:cubicBezTo>
                            <a:pt x="3561" y="-454"/>
                            <a:pt x="5275" y="499"/>
                            <a:pt x="5751" y="2309"/>
                          </a:cubicBezTo>
                          <a:cubicBezTo>
                            <a:pt x="6228" y="4118"/>
                            <a:pt x="5371" y="6119"/>
                            <a:pt x="3846" y="6785"/>
                          </a:cubicBezTo>
                          <a:cubicBezTo>
                            <a:pt x="2227" y="7452"/>
                            <a:pt x="513" y="6500"/>
                            <a:pt x="132" y="46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637" name="Graphique 15">
                    <a:extLst>
                      <a:ext uri="{FF2B5EF4-FFF2-40B4-BE49-F238E27FC236}">
                        <a16:creationId xmlns:a16="http://schemas.microsoft.com/office/drawing/2014/main" id="{0B04808D-83C4-48E9-9CBC-95ABE6FE07A2}"/>
                      </a:ext>
                    </a:extLst>
                  </p:cNvPr>
                  <p:cNvGrpSpPr/>
                  <p:nvPr/>
                </p:nvGrpSpPr>
                <p:grpSpPr>
                  <a:xfrm>
                    <a:off x="9320420" y="3642614"/>
                    <a:ext cx="35876" cy="43753"/>
                    <a:chOff x="9320420" y="3642614"/>
                    <a:chExt cx="35876" cy="43753"/>
                  </a:xfrm>
                  <a:solidFill>
                    <a:schemeClr val="accent1"/>
                  </a:solidFill>
                </p:grpSpPr>
                <p:sp>
                  <p:nvSpPr>
                    <p:cNvPr id="1638" name="Forme libre : forme 1637">
                      <a:extLst>
                        <a:ext uri="{FF2B5EF4-FFF2-40B4-BE49-F238E27FC236}">
                          <a16:creationId xmlns:a16="http://schemas.microsoft.com/office/drawing/2014/main" id="{DD68D4B3-F754-4C7B-9837-9A90BB818D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0515" y="3642702"/>
                      <a:ext cx="35781" cy="43665"/>
                    </a:xfrm>
                    <a:custGeom>
                      <a:avLst/>
                      <a:gdLst>
                        <a:gd name="connsiteX0" fmla="*/ 763 w 35781"/>
                        <a:gd name="connsiteY0" fmla="*/ 28533 h 43665"/>
                        <a:gd name="connsiteX1" fmla="*/ 13432 w 35781"/>
                        <a:gd name="connsiteY1" fmla="*/ 910 h 43665"/>
                        <a:gd name="connsiteX2" fmla="*/ 35053 w 35781"/>
                        <a:gd name="connsiteY2" fmla="*/ 15388 h 43665"/>
                        <a:gd name="connsiteX3" fmla="*/ 23052 w 35781"/>
                        <a:gd name="connsiteY3" fmla="*/ 42534 h 43665"/>
                        <a:gd name="connsiteX4" fmla="*/ 763 w 35781"/>
                        <a:gd name="connsiteY4" fmla="*/ 28533 h 43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81" h="43665">
                          <a:moveTo>
                            <a:pt x="763" y="28533"/>
                          </a:moveTo>
                          <a:cubicBezTo>
                            <a:pt x="-2189" y="16817"/>
                            <a:pt x="3716" y="4339"/>
                            <a:pt x="13432" y="910"/>
                          </a:cubicBezTo>
                          <a:cubicBezTo>
                            <a:pt x="23052" y="-2519"/>
                            <a:pt x="32672" y="4053"/>
                            <a:pt x="35053" y="15388"/>
                          </a:cubicBezTo>
                          <a:cubicBezTo>
                            <a:pt x="37815" y="26723"/>
                            <a:pt x="32482" y="38724"/>
                            <a:pt x="23052" y="42534"/>
                          </a:cubicBezTo>
                          <a:cubicBezTo>
                            <a:pt x="13527" y="46344"/>
                            <a:pt x="3525" y="40248"/>
                            <a:pt x="763" y="2853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39" name="Forme libre : forme 1638">
                      <a:extLst>
                        <a:ext uri="{FF2B5EF4-FFF2-40B4-BE49-F238E27FC236}">
                          <a16:creationId xmlns:a16="http://schemas.microsoft.com/office/drawing/2014/main" id="{85E7C330-B58F-44B2-A567-18103D2B4A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0420" y="3642614"/>
                      <a:ext cx="35722" cy="37764"/>
                    </a:xfrm>
                    <a:custGeom>
                      <a:avLst/>
                      <a:gdLst>
                        <a:gd name="connsiteX0" fmla="*/ 17718 w 35722"/>
                        <a:gd name="connsiteY0" fmla="*/ 21477 h 37764"/>
                        <a:gd name="connsiteX1" fmla="*/ 35244 w 35722"/>
                        <a:gd name="connsiteY1" fmla="*/ 26430 h 37764"/>
                        <a:gd name="connsiteX2" fmla="*/ 35053 w 35722"/>
                        <a:gd name="connsiteY2" fmla="*/ 15381 h 37764"/>
                        <a:gd name="connsiteX3" fmla="*/ 13432 w 35722"/>
                        <a:gd name="connsiteY3" fmla="*/ 903 h 37764"/>
                        <a:gd name="connsiteX4" fmla="*/ 763 w 35722"/>
                        <a:gd name="connsiteY4" fmla="*/ 28525 h 37764"/>
                        <a:gd name="connsiteX5" fmla="*/ 5431 w 35722"/>
                        <a:gd name="connsiteY5" fmla="*/ 37764 h 37764"/>
                        <a:gd name="connsiteX6" fmla="*/ 17718 w 35722"/>
                        <a:gd name="connsiteY6" fmla="*/ 21477 h 37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22" h="37764">
                          <a:moveTo>
                            <a:pt x="17718" y="21477"/>
                          </a:moveTo>
                          <a:cubicBezTo>
                            <a:pt x="24195" y="19000"/>
                            <a:pt x="30767" y="21286"/>
                            <a:pt x="35244" y="26430"/>
                          </a:cubicBezTo>
                          <a:cubicBezTo>
                            <a:pt x="35911" y="22905"/>
                            <a:pt x="35911" y="19095"/>
                            <a:pt x="35053" y="15381"/>
                          </a:cubicBezTo>
                          <a:cubicBezTo>
                            <a:pt x="32767" y="4141"/>
                            <a:pt x="23052" y="-2527"/>
                            <a:pt x="13432" y="903"/>
                          </a:cubicBezTo>
                          <a:cubicBezTo>
                            <a:pt x="3716" y="4331"/>
                            <a:pt x="-2189" y="16905"/>
                            <a:pt x="763" y="28525"/>
                          </a:cubicBezTo>
                          <a:cubicBezTo>
                            <a:pt x="1621" y="32240"/>
                            <a:pt x="3335" y="35288"/>
                            <a:pt x="5431" y="37764"/>
                          </a:cubicBezTo>
                          <a:cubicBezTo>
                            <a:pt x="6955" y="30335"/>
                            <a:pt x="11431" y="23953"/>
                            <a:pt x="17718" y="2147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40" name="Forme libre : forme 1639">
                      <a:extLst>
                        <a:ext uri="{FF2B5EF4-FFF2-40B4-BE49-F238E27FC236}">
                          <a16:creationId xmlns:a16="http://schemas.microsoft.com/office/drawing/2014/main" id="{76FC46A0-F453-41B1-89C3-54C4DB8C57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4668" y="3660634"/>
                      <a:ext cx="15889" cy="19796"/>
                    </a:xfrm>
                    <a:custGeom>
                      <a:avLst/>
                      <a:gdLst>
                        <a:gd name="connsiteX0" fmla="*/ 2516 w 15889"/>
                        <a:gd name="connsiteY0" fmla="*/ 16316 h 19796"/>
                        <a:gd name="connsiteX1" fmla="*/ 2135 w 15889"/>
                        <a:gd name="connsiteY1" fmla="*/ 2314 h 19796"/>
                        <a:gd name="connsiteX2" fmla="*/ 13374 w 15889"/>
                        <a:gd name="connsiteY2" fmla="*/ 3552 h 19796"/>
                        <a:gd name="connsiteX3" fmla="*/ 13755 w 15889"/>
                        <a:gd name="connsiteY3" fmla="*/ 17363 h 19796"/>
                        <a:gd name="connsiteX4" fmla="*/ 2516 w 15889"/>
                        <a:gd name="connsiteY4" fmla="*/ 16316 h 19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9" h="19796">
                          <a:moveTo>
                            <a:pt x="2516" y="16316"/>
                          </a:moveTo>
                          <a:cubicBezTo>
                            <a:pt x="-723" y="12125"/>
                            <a:pt x="-818" y="5838"/>
                            <a:pt x="2135" y="2314"/>
                          </a:cubicBezTo>
                          <a:cubicBezTo>
                            <a:pt x="5183" y="-1210"/>
                            <a:pt x="10231" y="-639"/>
                            <a:pt x="13374" y="3552"/>
                          </a:cubicBezTo>
                          <a:cubicBezTo>
                            <a:pt x="16612" y="7743"/>
                            <a:pt x="16708" y="13839"/>
                            <a:pt x="13755" y="17363"/>
                          </a:cubicBezTo>
                          <a:cubicBezTo>
                            <a:pt x="10802" y="20983"/>
                            <a:pt x="5754" y="20507"/>
                            <a:pt x="2516" y="1631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41" name="Forme libre : forme 1640">
                      <a:extLst>
                        <a:ext uri="{FF2B5EF4-FFF2-40B4-BE49-F238E27FC236}">
                          <a16:creationId xmlns:a16="http://schemas.microsoft.com/office/drawing/2014/main" id="{5AAA337B-BCF9-4210-8A8A-A43FFA27A1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6197" y="3670498"/>
                      <a:ext cx="5881" cy="7139"/>
                    </a:xfrm>
                    <a:custGeom>
                      <a:avLst/>
                      <a:gdLst>
                        <a:gd name="connsiteX0" fmla="*/ 131 w 5881"/>
                        <a:gd name="connsiteY0" fmla="*/ 4737 h 7139"/>
                        <a:gd name="connsiteX1" fmla="*/ 2131 w 5881"/>
                        <a:gd name="connsiteY1" fmla="*/ 165 h 7139"/>
                        <a:gd name="connsiteX2" fmla="*/ 5751 w 5881"/>
                        <a:gd name="connsiteY2" fmla="*/ 2451 h 7139"/>
                        <a:gd name="connsiteX3" fmla="*/ 3751 w 5881"/>
                        <a:gd name="connsiteY3" fmla="*/ 6928 h 7139"/>
                        <a:gd name="connsiteX4" fmla="*/ 131 w 5881"/>
                        <a:gd name="connsiteY4" fmla="*/ 4737 h 7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1" h="7139">
                          <a:moveTo>
                            <a:pt x="131" y="4737"/>
                          </a:moveTo>
                          <a:cubicBezTo>
                            <a:pt x="-345" y="2832"/>
                            <a:pt x="512" y="832"/>
                            <a:pt x="2131" y="165"/>
                          </a:cubicBezTo>
                          <a:cubicBezTo>
                            <a:pt x="3655" y="-407"/>
                            <a:pt x="5275" y="546"/>
                            <a:pt x="5751" y="2451"/>
                          </a:cubicBezTo>
                          <a:cubicBezTo>
                            <a:pt x="6227" y="4356"/>
                            <a:pt x="5370" y="6356"/>
                            <a:pt x="3751" y="6928"/>
                          </a:cubicBezTo>
                          <a:cubicBezTo>
                            <a:pt x="2226" y="7594"/>
                            <a:pt x="607" y="6642"/>
                            <a:pt x="131" y="47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642" name="Graphique 15">
                    <a:extLst>
                      <a:ext uri="{FF2B5EF4-FFF2-40B4-BE49-F238E27FC236}">
                        <a16:creationId xmlns:a16="http://schemas.microsoft.com/office/drawing/2014/main" id="{6619DDF2-5E48-4CFB-8472-05847117D28C}"/>
                      </a:ext>
                    </a:extLst>
                  </p:cNvPr>
                  <p:cNvGrpSpPr/>
                  <p:nvPr/>
                </p:nvGrpSpPr>
                <p:grpSpPr>
                  <a:xfrm>
                    <a:off x="9290603" y="3620066"/>
                    <a:ext cx="35838" cy="45065"/>
                    <a:chOff x="9290603" y="3620066"/>
                    <a:chExt cx="35838" cy="45065"/>
                  </a:xfrm>
                  <a:solidFill>
                    <a:schemeClr val="accent1"/>
                  </a:solidFill>
                </p:grpSpPr>
                <p:sp>
                  <p:nvSpPr>
                    <p:cNvPr id="1643" name="Forme libre : forme 1642">
                      <a:extLst>
                        <a:ext uri="{FF2B5EF4-FFF2-40B4-BE49-F238E27FC236}">
                          <a16:creationId xmlns:a16="http://schemas.microsoft.com/office/drawing/2014/main" id="{88FBC22F-2095-4AF3-B39C-561D45BC9A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90603" y="3620066"/>
                      <a:ext cx="35804" cy="45065"/>
                    </a:xfrm>
                    <a:custGeom>
                      <a:avLst/>
                      <a:gdLst>
                        <a:gd name="connsiteX0" fmla="*/ 481 w 35804"/>
                        <a:gd name="connsiteY0" fmla="*/ 29261 h 45065"/>
                        <a:gd name="connsiteX1" fmla="*/ 13911 w 35804"/>
                        <a:gd name="connsiteY1" fmla="*/ 876 h 45065"/>
                        <a:gd name="connsiteX2" fmla="*/ 35342 w 35804"/>
                        <a:gd name="connsiteY2" fmla="*/ 16117 h 45065"/>
                        <a:gd name="connsiteX3" fmla="*/ 22388 w 35804"/>
                        <a:gd name="connsiteY3" fmla="*/ 43930 h 45065"/>
                        <a:gd name="connsiteX4" fmla="*/ 481 w 35804"/>
                        <a:gd name="connsiteY4" fmla="*/ 29261 h 45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04" h="45065">
                          <a:moveTo>
                            <a:pt x="481" y="29261"/>
                          </a:moveTo>
                          <a:cubicBezTo>
                            <a:pt x="-1805" y="17164"/>
                            <a:pt x="4291" y="4306"/>
                            <a:pt x="13911" y="876"/>
                          </a:cubicBezTo>
                          <a:cubicBezTo>
                            <a:pt x="23531" y="-2552"/>
                            <a:pt x="33151" y="4401"/>
                            <a:pt x="35342" y="16117"/>
                          </a:cubicBezTo>
                          <a:cubicBezTo>
                            <a:pt x="37533" y="27832"/>
                            <a:pt x="31723" y="40120"/>
                            <a:pt x="22388" y="43930"/>
                          </a:cubicBezTo>
                          <a:cubicBezTo>
                            <a:pt x="13054" y="47835"/>
                            <a:pt x="2957" y="41358"/>
                            <a:pt x="481" y="2926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44" name="Forme libre : forme 1643">
                      <a:extLst>
                        <a:ext uri="{FF2B5EF4-FFF2-40B4-BE49-F238E27FC236}">
                          <a16:creationId xmlns:a16="http://schemas.microsoft.com/office/drawing/2014/main" id="{432AD9EE-56D7-4809-B1D7-6955EFED76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90699" y="3620161"/>
                      <a:ext cx="35743" cy="38881"/>
                    </a:xfrm>
                    <a:custGeom>
                      <a:avLst/>
                      <a:gdLst>
                        <a:gd name="connsiteX0" fmla="*/ 17626 w 35743"/>
                        <a:gd name="connsiteY0" fmla="*/ 22022 h 38881"/>
                        <a:gd name="connsiteX1" fmla="*/ 34961 w 35743"/>
                        <a:gd name="connsiteY1" fmla="*/ 27451 h 38881"/>
                        <a:gd name="connsiteX2" fmla="*/ 35342 w 35743"/>
                        <a:gd name="connsiteY2" fmla="*/ 16117 h 38881"/>
                        <a:gd name="connsiteX3" fmla="*/ 13911 w 35743"/>
                        <a:gd name="connsiteY3" fmla="*/ 877 h 38881"/>
                        <a:gd name="connsiteX4" fmla="*/ 481 w 35743"/>
                        <a:gd name="connsiteY4" fmla="*/ 29261 h 38881"/>
                        <a:gd name="connsiteX5" fmla="*/ 4958 w 35743"/>
                        <a:gd name="connsiteY5" fmla="*/ 38881 h 38881"/>
                        <a:gd name="connsiteX6" fmla="*/ 17626 w 35743"/>
                        <a:gd name="connsiteY6" fmla="*/ 22022 h 38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43" h="38881">
                          <a:moveTo>
                            <a:pt x="17626" y="22022"/>
                          </a:moveTo>
                          <a:cubicBezTo>
                            <a:pt x="24198" y="19545"/>
                            <a:pt x="30675" y="22022"/>
                            <a:pt x="34961" y="27451"/>
                          </a:cubicBezTo>
                          <a:cubicBezTo>
                            <a:pt x="35818" y="23832"/>
                            <a:pt x="36009" y="19927"/>
                            <a:pt x="35342" y="16117"/>
                          </a:cubicBezTo>
                          <a:cubicBezTo>
                            <a:pt x="33056" y="4401"/>
                            <a:pt x="23531" y="-2552"/>
                            <a:pt x="13911" y="877"/>
                          </a:cubicBezTo>
                          <a:cubicBezTo>
                            <a:pt x="4291" y="4306"/>
                            <a:pt x="-1805" y="17164"/>
                            <a:pt x="481" y="29261"/>
                          </a:cubicBezTo>
                          <a:cubicBezTo>
                            <a:pt x="1148" y="33071"/>
                            <a:pt x="2957" y="36310"/>
                            <a:pt x="4958" y="38881"/>
                          </a:cubicBezTo>
                          <a:cubicBezTo>
                            <a:pt x="6196" y="31071"/>
                            <a:pt x="11244" y="24499"/>
                            <a:pt x="17626" y="2202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45" name="Forme libre : forme 1644">
                      <a:extLst>
                        <a:ext uri="{FF2B5EF4-FFF2-40B4-BE49-F238E27FC236}">
                          <a16:creationId xmlns:a16="http://schemas.microsoft.com/office/drawing/2014/main" id="{2E7CD094-A086-492D-A36F-C7EC514297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94593" y="3638645"/>
                      <a:ext cx="15889" cy="20338"/>
                    </a:xfrm>
                    <a:custGeom>
                      <a:avLst/>
                      <a:gdLst>
                        <a:gd name="connsiteX0" fmla="*/ 2301 w 15889"/>
                        <a:gd name="connsiteY0" fmla="*/ 16682 h 20338"/>
                        <a:gd name="connsiteX1" fmla="*/ 2492 w 15889"/>
                        <a:gd name="connsiteY1" fmla="*/ 2299 h 20338"/>
                        <a:gd name="connsiteX2" fmla="*/ 13731 w 15889"/>
                        <a:gd name="connsiteY2" fmla="*/ 3823 h 20338"/>
                        <a:gd name="connsiteX3" fmla="*/ 13541 w 15889"/>
                        <a:gd name="connsiteY3" fmla="*/ 18111 h 20338"/>
                        <a:gd name="connsiteX4" fmla="*/ 2301 w 15889"/>
                        <a:gd name="connsiteY4" fmla="*/ 16682 h 20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9" h="20338">
                          <a:moveTo>
                            <a:pt x="2301" y="16682"/>
                          </a:moveTo>
                          <a:cubicBezTo>
                            <a:pt x="-937" y="12301"/>
                            <a:pt x="-651" y="5824"/>
                            <a:pt x="2492" y="2299"/>
                          </a:cubicBezTo>
                          <a:cubicBezTo>
                            <a:pt x="5730" y="-1320"/>
                            <a:pt x="10683" y="-558"/>
                            <a:pt x="13731" y="3823"/>
                          </a:cubicBezTo>
                          <a:cubicBezTo>
                            <a:pt x="16779" y="8205"/>
                            <a:pt x="16493" y="14491"/>
                            <a:pt x="13541" y="18111"/>
                          </a:cubicBezTo>
                          <a:cubicBezTo>
                            <a:pt x="10493" y="21540"/>
                            <a:pt x="5444" y="20969"/>
                            <a:pt x="2301" y="1668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46" name="Forme libre : forme 1645">
                      <a:extLst>
                        <a:ext uri="{FF2B5EF4-FFF2-40B4-BE49-F238E27FC236}">
                          <a16:creationId xmlns:a16="http://schemas.microsoft.com/office/drawing/2014/main" id="{68E5A9DF-5788-4EAB-A248-D3C2FA752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5955" y="3648790"/>
                      <a:ext cx="5882" cy="7454"/>
                    </a:xfrm>
                    <a:custGeom>
                      <a:avLst/>
                      <a:gdLst>
                        <a:gd name="connsiteX0" fmla="*/ 84 w 5882"/>
                        <a:gd name="connsiteY0" fmla="*/ 4823 h 7454"/>
                        <a:gd name="connsiteX1" fmla="*/ 2275 w 5882"/>
                        <a:gd name="connsiteY1" fmla="*/ 155 h 7454"/>
                        <a:gd name="connsiteX2" fmla="*/ 5799 w 5882"/>
                        <a:gd name="connsiteY2" fmla="*/ 2632 h 7454"/>
                        <a:gd name="connsiteX3" fmla="*/ 3703 w 5882"/>
                        <a:gd name="connsiteY3" fmla="*/ 7299 h 7454"/>
                        <a:gd name="connsiteX4" fmla="*/ 84 w 5882"/>
                        <a:gd name="connsiteY4" fmla="*/ 4823 h 7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2" h="7454">
                          <a:moveTo>
                            <a:pt x="84" y="4823"/>
                          </a:moveTo>
                          <a:cubicBezTo>
                            <a:pt x="-297" y="2917"/>
                            <a:pt x="655" y="822"/>
                            <a:pt x="2275" y="155"/>
                          </a:cubicBezTo>
                          <a:cubicBezTo>
                            <a:pt x="3894" y="-416"/>
                            <a:pt x="5418" y="632"/>
                            <a:pt x="5799" y="2632"/>
                          </a:cubicBezTo>
                          <a:cubicBezTo>
                            <a:pt x="6180" y="4537"/>
                            <a:pt x="5227" y="6632"/>
                            <a:pt x="3703" y="7299"/>
                          </a:cubicBezTo>
                          <a:cubicBezTo>
                            <a:pt x="2084" y="7870"/>
                            <a:pt x="465" y="6823"/>
                            <a:pt x="84" y="48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647" name="Graphique 15">
                <a:extLst>
                  <a:ext uri="{FF2B5EF4-FFF2-40B4-BE49-F238E27FC236}">
                    <a16:creationId xmlns:a16="http://schemas.microsoft.com/office/drawing/2014/main" id="{2BD94282-EBF5-4865-8DE1-5990F9E7B6A5}"/>
                  </a:ext>
                </a:extLst>
              </p:cNvPr>
              <p:cNvGrpSpPr/>
              <p:nvPr/>
            </p:nvGrpSpPr>
            <p:grpSpPr>
              <a:xfrm>
                <a:off x="9370999" y="3024963"/>
                <a:ext cx="513472" cy="456270"/>
                <a:chOff x="9370999" y="3024963"/>
                <a:chExt cx="513472" cy="456270"/>
              </a:xfrm>
              <a:solidFill>
                <a:schemeClr val="accent1"/>
              </a:solidFill>
            </p:grpSpPr>
            <p:sp>
              <p:nvSpPr>
                <p:cNvPr id="1648" name="Forme libre : forme 1647">
                  <a:extLst>
                    <a:ext uri="{FF2B5EF4-FFF2-40B4-BE49-F238E27FC236}">
                      <a16:creationId xmlns:a16="http://schemas.microsoft.com/office/drawing/2014/main" id="{B4982430-F763-43AA-A2CD-FEEF940CC205}"/>
                    </a:ext>
                  </a:extLst>
                </p:cNvPr>
                <p:cNvSpPr/>
                <p:nvPr/>
              </p:nvSpPr>
              <p:spPr>
                <a:xfrm>
                  <a:off x="9370999" y="3024963"/>
                  <a:ext cx="513472" cy="456270"/>
                </a:xfrm>
                <a:custGeom>
                  <a:avLst/>
                  <a:gdLst>
                    <a:gd name="connsiteX0" fmla="*/ 52864 w 513472"/>
                    <a:gd name="connsiteY0" fmla="*/ 358331 h 456270"/>
                    <a:gd name="connsiteX1" fmla="*/ 139351 w 513472"/>
                    <a:gd name="connsiteY1" fmla="*/ 251270 h 456270"/>
                    <a:gd name="connsiteX2" fmla="*/ 156972 w 513472"/>
                    <a:gd name="connsiteY2" fmla="*/ 306134 h 456270"/>
                    <a:gd name="connsiteX3" fmla="*/ 187071 w 513472"/>
                    <a:gd name="connsiteY3" fmla="*/ 353282 h 456270"/>
                    <a:gd name="connsiteX4" fmla="*/ 277273 w 513472"/>
                    <a:gd name="connsiteY4" fmla="*/ 420529 h 456270"/>
                    <a:gd name="connsiteX5" fmla="*/ 360712 w 513472"/>
                    <a:gd name="connsiteY5" fmla="*/ 448723 h 456270"/>
                    <a:gd name="connsiteX6" fmla="*/ 427958 w 513472"/>
                    <a:gd name="connsiteY6" fmla="*/ 456248 h 456270"/>
                    <a:gd name="connsiteX7" fmla="*/ 504634 w 513472"/>
                    <a:gd name="connsiteY7" fmla="*/ 427482 h 456270"/>
                    <a:gd name="connsiteX8" fmla="*/ 499300 w 513472"/>
                    <a:gd name="connsiteY8" fmla="*/ 342614 h 456270"/>
                    <a:gd name="connsiteX9" fmla="*/ 464248 w 513472"/>
                    <a:gd name="connsiteY9" fmla="*/ 285179 h 456270"/>
                    <a:gd name="connsiteX10" fmla="*/ 408718 w 513472"/>
                    <a:gd name="connsiteY10" fmla="*/ 223933 h 456270"/>
                    <a:gd name="connsiteX11" fmla="*/ 312230 w 513472"/>
                    <a:gd name="connsiteY11" fmla="*/ 166307 h 456270"/>
                    <a:gd name="connsiteX12" fmla="*/ 257080 w 513472"/>
                    <a:gd name="connsiteY12" fmla="*/ 156305 h 456270"/>
                    <a:gd name="connsiteX13" fmla="*/ 199644 w 513472"/>
                    <a:gd name="connsiteY13" fmla="*/ 160973 h 456270"/>
                    <a:gd name="connsiteX14" fmla="*/ 265462 w 513472"/>
                    <a:gd name="connsiteY14" fmla="*/ 40386 h 456270"/>
                    <a:gd name="connsiteX15" fmla="*/ 225076 w 513472"/>
                    <a:gd name="connsiteY15" fmla="*/ 0 h 456270"/>
                    <a:gd name="connsiteX16" fmla="*/ 136112 w 513472"/>
                    <a:gd name="connsiteY16" fmla="*/ 183928 h 456270"/>
                    <a:gd name="connsiteX17" fmla="*/ 0 w 513472"/>
                    <a:gd name="connsiteY17" fmla="*/ 336614 h 456270"/>
                    <a:gd name="connsiteX18" fmla="*/ 52864 w 513472"/>
                    <a:gd name="connsiteY18" fmla="*/ 358331 h 456270"/>
                    <a:gd name="connsiteX19" fmla="*/ 374237 w 513472"/>
                    <a:gd name="connsiteY19" fmla="*/ 263843 h 456270"/>
                    <a:gd name="connsiteX20" fmla="*/ 452438 w 513472"/>
                    <a:gd name="connsiteY20" fmla="*/ 352330 h 456270"/>
                    <a:gd name="connsiteX21" fmla="*/ 457295 w 513472"/>
                    <a:gd name="connsiteY21" fmla="*/ 395383 h 456270"/>
                    <a:gd name="connsiteX22" fmla="*/ 407670 w 513472"/>
                    <a:gd name="connsiteY22" fmla="*/ 408623 h 456270"/>
                    <a:gd name="connsiteX23" fmla="*/ 300895 w 513472"/>
                    <a:gd name="connsiteY23" fmla="*/ 373190 h 456270"/>
                    <a:gd name="connsiteX24" fmla="*/ 230124 w 513472"/>
                    <a:gd name="connsiteY24" fmla="*/ 311658 h 456270"/>
                    <a:gd name="connsiteX25" fmla="*/ 196787 w 513472"/>
                    <a:gd name="connsiteY25" fmla="*/ 224314 h 456270"/>
                    <a:gd name="connsiteX26" fmla="*/ 244030 w 513472"/>
                    <a:gd name="connsiteY26" fmla="*/ 217170 h 456270"/>
                    <a:gd name="connsiteX27" fmla="*/ 290227 w 513472"/>
                    <a:gd name="connsiteY27" fmla="*/ 221837 h 456270"/>
                    <a:gd name="connsiteX28" fmla="*/ 374237 w 513472"/>
                    <a:gd name="connsiteY28" fmla="*/ 263843 h 456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13472" h="456270">
                      <a:moveTo>
                        <a:pt x="52864" y="358331"/>
                      </a:moveTo>
                      <a:cubicBezTo>
                        <a:pt x="72199" y="312611"/>
                        <a:pt x="102965" y="275177"/>
                        <a:pt x="139351" y="251270"/>
                      </a:cubicBezTo>
                      <a:cubicBezTo>
                        <a:pt x="143161" y="270796"/>
                        <a:pt x="148685" y="288989"/>
                        <a:pt x="156972" y="306134"/>
                      </a:cubicBezTo>
                      <a:cubicBezTo>
                        <a:pt x="165163" y="323279"/>
                        <a:pt x="175260" y="339090"/>
                        <a:pt x="187071" y="353282"/>
                      </a:cubicBezTo>
                      <a:cubicBezTo>
                        <a:pt x="210598" y="381762"/>
                        <a:pt x="241935" y="404241"/>
                        <a:pt x="277273" y="420529"/>
                      </a:cubicBezTo>
                      <a:cubicBezTo>
                        <a:pt x="307467" y="434435"/>
                        <a:pt x="335566" y="443198"/>
                        <a:pt x="360712" y="448723"/>
                      </a:cubicBezTo>
                      <a:cubicBezTo>
                        <a:pt x="385953" y="454152"/>
                        <a:pt x="408813" y="456533"/>
                        <a:pt x="427958" y="456248"/>
                      </a:cubicBezTo>
                      <a:cubicBezTo>
                        <a:pt x="466344" y="455581"/>
                        <a:pt x="492633" y="446056"/>
                        <a:pt x="504634" y="427482"/>
                      </a:cubicBezTo>
                      <a:cubicBezTo>
                        <a:pt x="518541" y="407860"/>
                        <a:pt x="515493" y="378714"/>
                        <a:pt x="499300" y="342614"/>
                      </a:cubicBezTo>
                      <a:cubicBezTo>
                        <a:pt x="491204" y="324707"/>
                        <a:pt x="479393" y="305276"/>
                        <a:pt x="464248" y="285179"/>
                      </a:cubicBezTo>
                      <a:cubicBezTo>
                        <a:pt x="449199" y="265176"/>
                        <a:pt x="430816" y="244412"/>
                        <a:pt x="408718" y="223933"/>
                      </a:cubicBezTo>
                      <a:cubicBezTo>
                        <a:pt x="380143" y="197358"/>
                        <a:pt x="347567" y="177260"/>
                        <a:pt x="312230" y="166307"/>
                      </a:cubicBezTo>
                      <a:cubicBezTo>
                        <a:pt x="294513" y="160782"/>
                        <a:pt x="276034" y="157353"/>
                        <a:pt x="257080" y="156305"/>
                      </a:cubicBezTo>
                      <a:cubicBezTo>
                        <a:pt x="238411" y="155543"/>
                        <a:pt x="219170" y="157067"/>
                        <a:pt x="199644" y="160973"/>
                      </a:cubicBezTo>
                      <a:cubicBezTo>
                        <a:pt x="208216" y="118491"/>
                        <a:pt x="230600" y="75629"/>
                        <a:pt x="265462" y="40386"/>
                      </a:cubicBezTo>
                      <a:lnTo>
                        <a:pt x="225076" y="0"/>
                      </a:lnTo>
                      <a:cubicBezTo>
                        <a:pt x="171736" y="53340"/>
                        <a:pt x="141732" y="120872"/>
                        <a:pt x="136112" y="183928"/>
                      </a:cubicBezTo>
                      <a:cubicBezTo>
                        <a:pt x="79724" y="212884"/>
                        <a:pt x="28765" y="266605"/>
                        <a:pt x="0" y="336614"/>
                      </a:cubicBezTo>
                      <a:lnTo>
                        <a:pt x="52864" y="358331"/>
                      </a:lnTo>
                      <a:close/>
                      <a:moveTo>
                        <a:pt x="374237" y="263843"/>
                      </a:moveTo>
                      <a:cubicBezTo>
                        <a:pt x="422719" y="303181"/>
                        <a:pt x="443198" y="334232"/>
                        <a:pt x="452438" y="352330"/>
                      </a:cubicBezTo>
                      <a:cubicBezTo>
                        <a:pt x="461867" y="370999"/>
                        <a:pt x="464058" y="386143"/>
                        <a:pt x="457295" y="395383"/>
                      </a:cubicBezTo>
                      <a:cubicBezTo>
                        <a:pt x="451294" y="405289"/>
                        <a:pt x="433768" y="410432"/>
                        <a:pt x="407670" y="408623"/>
                      </a:cubicBezTo>
                      <a:cubicBezTo>
                        <a:pt x="381476" y="406527"/>
                        <a:pt x="344900" y="397192"/>
                        <a:pt x="300895" y="373190"/>
                      </a:cubicBezTo>
                      <a:cubicBezTo>
                        <a:pt x="272224" y="357473"/>
                        <a:pt x="248126" y="336899"/>
                        <a:pt x="230124" y="311658"/>
                      </a:cubicBezTo>
                      <a:cubicBezTo>
                        <a:pt x="211836" y="286226"/>
                        <a:pt x="200692" y="256794"/>
                        <a:pt x="196787" y="224314"/>
                      </a:cubicBezTo>
                      <a:cubicBezTo>
                        <a:pt x="212407" y="219837"/>
                        <a:pt x="228409" y="217646"/>
                        <a:pt x="244030" y="217170"/>
                      </a:cubicBezTo>
                      <a:cubicBezTo>
                        <a:pt x="259556" y="216694"/>
                        <a:pt x="275082" y="218313"/>
                        <a:pt x="290227" y="221837"/>
                      </a:cubicBezTo>
                      <a:cubicBezTo>
                        <a:pt x="320516" y="228886"/>
                        <a:pt x="348710" y="243364"/>
                        <a:pt x="374237" y="263843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49" name="Forme libre : forme 1648">
                  <a:extLst>
                    <a:ext uri="{FF2B5EF4-FFF2-40B4-BE49-F238E27FC236}">
                      <a16:creationId xmlns:a16="http://schemas.microsoft.com/office/drawing/2014/main" id="{2C530B34-2577-4D5C-ADFC-E18BE3ED94F5}"/>
                    </a:ext>
                  </a:extLst>
                </p:cNvPr>
                <p:cNvSpPr/>
                <p:nvPr/>
              </p:nvSpPr>
              <p:spPr>
                <a:xfrm>
                  <a:off x="9645986" y="3234989"/>
                  <a:ext cx="238390" cy="246244"/>
                </a:xfrm>
                <a:custGeom>
                  <a:avLst/>
                  <a:gdLst>
                    <a:gd name="connsiteX0" fmla="*/ 202787 w 238390"/>
                    <a:gd name="connsiteY0" fmla="*/ 115062 h 246244"/>
                    <a:gd name="connsiteX1" fmla="*/ 206312 w 238390"/>
                    <a:gd name="connsiteY1" fmla="*/ 202406 h 246244"/>
                    <a:gd name="connsiteX2" fmla="*/ 179451 w 238390"/>
                    <a:gd name="connsiteY2" fmla="*/ 223838 h 246244"/>
                    <a:gd name="connsiteX3" fmla="*/ 135446 w 238390"/>
                    <a:gd name="connsiteY3" fmla="*/ 233553 h 246244"/>
                    <a:gd name="connsiteX4" fmla="*/ 74962 w 238390"/>
                    <a:gd name="connsiteY4" fmla="*/ 230029 h 246244"/>
                    <a:gd name="connsiteX5" fmla="*/ 0 w 238390"/>
                    <a:gd name="connsiteY5" fmla="*/ 209455 h 246244"/>
                    <a:gd name="connsiteX6" fmla="*/ 2191 w 238390"/>
                    <a:gd name="connsiteY6" fmla="*/ 210503 h 246244"/>
                    <a:gd name="connsiteX7" fmla="*/ 85630 w 238390"/>
                    <a:gd name="connsiteY7" fmla="*/ 238696 h 246244"/>
                    <a:gd name="connsiteX8" fmla="*/ 152876 w 238390"/>
                    <a:gd name="connsiteY8" fmla="*/ 246221 h 246244"/>
                    <a:gd name="connsiteX9" fmla="*/ 229553 w 238390"/>
                    <a:gd name="connsiteY9" fmla="*/ 217456 h 246244"/>
                    <a:gd name="connsiteX10" fmla="*/ 224219 w 238390"/>
                    <a:gd name="connsiteY10" fmla="*/ 132588 h 246244"/>
                    <a:gd name="connsiteX11" fmla="*/ 189166 w 238390"/>
                    <a:gd name="connsiteY11" fmla="*/ 75152 h 246244"/>
                    <a:gd name="connsiteX12" fmla="*/ 133636 w 238390"/>
                    <a:gd name="connsiteY12" fmla="*/ 13907 h 246244"/>
                    <a:gd name="connsiteX13" fmla="*/ 117443 w 238390"/>
                    <a:gd name="connsiteY13" fmla="*/ 0 h 246244"/>
                    <a:gd name="connsiteX14" fmla="*/ 202787 w 238390"/>
                    <a:gd name="connsiteY14" fmla="*/ 115062 h 246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38390" h="246244">
                      <a:moveTo>
                        <a:pt x="202787" y="115062"/>
                      </a:moveTo>
                      <a:cubicBezTo>
                        <a:pt x="218504" y="151829"/>
                        <a:pt x="220885" y="181737"/>
                        <a:pt x="206312" y="202406"/>
                      </a:cubicBezTo>
                      <a:cubicBezTo>
                        <a:pt x="200596" y="211646"/>
                        <a:pt x="191167" y="218504"/>
                        <a:pt x="179451" y="223838"/>
                      </a:cubicBezTo>
                      <a:cubicBezTo>
                        <a:pt x="167926" y="229267"/>
                        <a:pt x="152590" y="232220"/>
                        <a:pt x="135446" y="233553"/>
                      </a:cubicBezTo>
                      <a:cubicBezTo>
                        <a:pt x="118110" y="234791"/>
                        <a:pt x="97822" y="233839"/>
                        <a:pt x="74962" y="230029"/>
                      </a:cubicBezTo>
                      <a:cubicBezTo>
                        <a:pt x="52388" y="226409"/>
                        <a:pt x="27241" y="219932"/>
                        <a:pt x="0" y="209455"/>
                      </a:cubicBezTo>
                      <a:lnTo>
                        <a:pt x="2191" y="210503"/>
                      </a:lnTo>
                      <a:cubicBezTo>
                        <a:pt x="32385" y="224409"/>
                        <a:pt x="60484" y="233172"/>
                        <a:pt x="85630" y="238696"/>
                      </a:cubicBezTo>
                      <a:cubicBezTo>
                        <a:pt x="110871" y="244126"/>
                        <a:pt x="133731" y="246507"/>
                        <a:pt x="152876" y="246221"/>
                      </a:cubicBezTo>
                      <a:cubicBezTo>
                        <a:pt x="191262" y="245554"/>
                        <a:pt x="217551" y="236029"/>
                        <a:pt x="229553" y="217456"/>
                      </a:cubicBezTo>
                      <a:cubicBezTo>
                        <a:pt x="243459" y="197834"/>
                        <a:pt x="240411" y="168688"/>
                        <a:pt x="224219" y="132588"/>
                      </a:cubicBezTo>
                      <a:cubicBezTo>
                        <a:pt x="216122" y="114681"/>
                        <a:pt x="204311" y="95250"/>
                        <a:pt x="189166" y="75152"/>
                      </a:cubicBezTo>
                      <a:cubicBezTo>
                        <a:pt x="174117" y="55150"/>
                        <a:pt x="155734" y="34385"/>
                        <a:pt x="133636" y="13907"/>
                      </a:cubicBezTo>
                      <a:cubicBezTo>
                        <a:pt x="128397" y="9049"/>
                        <a:pt x="122968" y="4477"/>
                        <a:pt x="117443" y="0"/>
                      </a:cubicBezTo>
                      <a:cubicBezTo>
                        <a:pt x="158972" y="39433"/>
                        <a:pt x="187452" y="80105"/>
                        <a:pt x="202787" y="115062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0" name="Forme libre : forme 1649">
                  <a:extLst>
                    <a:ext uri="{FF2B5EF4-FFF2-40B4-BE49-F238E27FC236}">
                      <a16:creationId xmlns:a16="http://schemas.microsoft.com/office/drawing/2014/main" id="{83168D86-3C62-426F-86FC-368CFB432887}"/>
                    </a:ext>
                  </a:extLst>
                </p:cNvPr>
                <p:cNvSpPr/>
                <p:nvPr/>
              </p:nvSpPr>
              <p:spPr>
                <a:xfrm>
                  <a:off x="9516698" y="3100401"/>
                  <a:ext cx="60326" cy="280225"/>
                </a:xfrm>
                <a:custGeom>
                  <a:avLst/>
                  <a:gdLst>
                    <a:gd name="connsiteX0" fmla="*/ 30418 w 60326"/>
                    <a:gd name="connsiteY0" fmla="*/ 0 h 280225"/>
                    <a:gd name="connsiteX1" fmla="*/ 18416 w 60326"/>
                    <a:gd name="connsiteY1" fmla="*/ 27908 h 280225"/>
                    <a:gd name="connsiteX2" fmla="*/ 8605 w 60326"/>
                    <a:gd name="connsiteY2" fmla="*/ 59245 h 280225"/>
                    <a:gd name="connsiteX3" fmla="*/ 1557 w 60326"/>
                    <a:gd name="connsiteY3" fmla="*/ 99060 h 280225"/>
                    <a:gd name="connsiteX4" fmla="*/ 509 w 60326"/>
                    <a:gd name="connsiteY4" fmla="*/ 144209 h 280225"/>
                    <a:gd name="connsiteX5" fmla="*/ 2986 w 60326"/>
                    <a:gd name="connsiteY5" fmla="*/ 167735 h 280225"/>
                    <a:gd name="connsiteX6" fmla="*/ 8415 w 60326"/>
                    <a:gd name="connsiteY6" fmla="*/ 191548 h 280225"/>
                    <a:gd name="connsiteX7" fmla="*/ 60326 w 60326"/>
                    <a:gd name="connsiteY7" fmla="*/ 280225 h 280225"/>
                    <a:gd name="connsiteX8" fmla="*/ 47086 w 60326"/>
                    <a:gd name="connsiteY8" fmla="*/ 262318 h 280225"/>
                    <a:gd name="connsiteX9" fmla="*/ 21083 w 60326"/>
                    <a:gd name="connsiteY9" fmla="*/ 208978 h 280225"/>
                    <a:gd name="connsiteX10" fmla="*/ 10415 w 60326"/>
                    <a:gd name="connsiteY10" fmla="*/ 168878 h 280225"/>
                    <a:gd name="connsiteX11" fmla="*/ 6034 w 60326"/>
                    <a:gd name="connsiteY11" fmla="*/ 120205 h 280225"/>
                    <a:gd name="connsiteX12" fmla="*/ 11368 w 60326"/>
                    <a:gd name="connsiteY12" fmla="*/ 63341 h 280225"/>
                    <a:gd name="connsiteX13" fmla="*/ 30418 w 60326"/>
                    <a:gd name="connsiteY13" fmla="*/ 0 h 280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0326" h="280225">
                      <a:moveTo>
                        <a:pt x="30418" y="0"/>
                      </a:moveTo>
                      <a:cubicBezTo>
                        <a:pt x="30418" y="0"/>
                        <a:pt x="24703" y="10096"/>
                        <a:pt x="18416" y="27908"/>
                      </a:cubicBezTo>
                      <a:cubicBezTo>
                        <a:pt x="15273" y="36767"/>
                        <a:pt x="11749" y="47244"/>
                        <a:pt x="8605" y="59245"/>
                      </a:cubicBezTo>
                      <a:cubicBezTo>
                        <a:pt x="5748" y="71342"/>
                        <a:pt x="3271" y="84868"/>
                        <a:pt x="1557" y="99060"/>
                      </a:cubicBezTo>
                      <a:cubicBezTo>
                        <a:pt x="-348" y="113157"/>
                        <a:pt x="-253" y="128778"/>
                        <a:pt x="509" y="144209"/>
                      </a:cubicBezTo>
                      <a:cubicBezTo>
                        <a:pt x="986" y="152019"/>
                        <a:pt x="1747" y="159829"/>
                        <a:pt x="2986" y="167735"/>
                      </a:cubicBezTo>
                      <a:cubicBezTo>
                        <a:pt x="4414" y="175736"/>
                        <a:pt x="6224" y="183642"/>
                        <a:pt x="8415" y="191548"/>
                      </a:cubicBezTo>
                      <a:cubicBezTo>
                        <a:pt x="17083" y="223075"/>
                        <a:pt x="33942" y="253841"/>
                        <a:pt x="60326" y="280225"/>
                      </a:cubicBezTo>
                      <a:cubicBezTo>
                        <a:pt x="60326" y="280225"/>
                        <a:pt x="54802" y="274225"/>
                        <a:pt x="47086" y="262318"/>
                      </a:cubicBezTo>
                      <a:cubicBezTo>
                        <a:pt x="39276" y="250412"/>
                        <a:pt x="29084" y="232600"/>
                        <a:pt x="21083" y="208978"/>
                      </a:cubicBezTo>
                      <a:cubicBezTo>
                        <a:pt x="16987" y="197167"/>
                        <a:pt x="13177" y="183737"/>
                        <a:pt x="10415" y="168878"/>
                      </a:cubicBezTo>
                      <a:cubicBezTo>
                        <a:pt x="7939" y="154210"/>
                        <a:pt x="6319" y="137922"/>
                        <a:pt x="6034" y="120205"/>
                      </a:cubicBezTo>
                      <a:cubicBezTo>
                        <a:pt x="5938" y="102489"/>
                        <a:pt x="7844" y="83725"/>
                        <a:pt x="11368" y="63341"/>
                      </a:cubicBezTo>
                      <a:cubicBezTo>
                        <a:pt x="15559" y="43434"/>
                        <a:pt x="21369" y="22003"/>
                        <a:pt x="304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1" name="Forme libre : forme 1650">
                  <a:extLst>
                    <a:ext uri="{FF2B5EF4-FFF2-40B4-BE49-F238E27FC236}">
                      <a16:creationId xmlns:a16="http://schemas.microsoft.com/office/drawing/2014/main" id="{1EE176CB-5131-4C87-A99C-6456551DBAD6}"/>
                    </a:ext>
                  </a:extLst>
                </p:cNvPr>
                <p:cNvSpPr/>
                <p:nvPr/>
              </p:nvSpPr>
              <p:spPr>
                <a:xfrm>
                  <a:off x="9565821" y="3185840"/>
                  <a:ext cx="207799" cy="127825"/>
                </a:xfrm>
                <a:custGeom>
                  <a:avLst/>
                  <a:gdLst>
                    <a:gd name="connsiteX0" fmla="*/ 4822 w 207799"/>
                    <a:gd name="connsiteY0" fmla="*/ 0 h 127825"/>
                    <a:gd name="connsiteX1" fmla="*/ 3489 w 207799"/>
                    <a:gd name="connsiteY1" fmla="*/ 6953 h 127825"/>
                    <a:gd name="connsiteX2" fmla="*/ 1203 w 207799"/>
                    <a:gd name="connsiteY2" fmla="*/ 23908 h 127825"/>
                    <a:gd name="connsiteX3" fmla="*/ 1869 w 207799"/>
                    <a:gd name="connsiteY3" fmla="*/ 63437 h 127825"/>
                    <a:gd name="connsiteX4" fmla="*/ 6918 w 207799"/>
                    <a:gd name="connsiteY4" fmla="*/ 61722 h 127825"/>
                    <a:gd name="connsiteX5" fmla="*/ 21396 w 207799"/>
                    <a:gd name="connsiteY5" fmla="*/ 58388 h 127825"/>
                    <a:gd name="connsiteX6" fmla="*/ 70926 w 207799"/>
                    <a:gd name="connsiteY6" fmla="*/ 56102 h 127825"/>
                    <a:gd name="connsiteX7" fmla="*/ 137220 w 207799"/>
                    <a:gd name="connsiteY7" fmla="*/ 75152 h 127825"/>
                    <a:gd name="connsiteX8" fmla="*/ 207800 w 207799"/>
                    <a:gd name="connsiteY8" fmla="*/ 127826 h 127825"/>
                    <a:gd name="connsiteX9" fmla="*/ 165795 w 207799"/>
                    <a:gd name="connsiteY9" fmla="*/ 78296 h 127825"/>
                    <a:gd name="connsiteX10" fmla="*/ 33397 w 207799"/>
                    <a:gd name="connsiteY10" fmla="*/ 19145 h 127825"/>
                    <a:gd name="connsiteX11" fmla="*/ 4822 w 207799"/>
                    <a:gd name="connsiteY11" fmla="*/ 0 h 127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07799" h="127825">
                      <a:moveTo>
                        <a:pt x="4822" y="0"/>
                      </a:moveTo>
                      <a:cubicBezTo>
                        <a:pt x="4822" y="0"/>
                        <a:pt x="4155" y="2572"/>
                        <a:pt x="3489" y="6953"/>
                      </a:cubicBezTo>
                      <a:cubicBezTo>
                        <a:pt x="2822" y="11335"/>
                        <a:pt x="1965" y="17336"/>
                        <a:pt x="1203" y="23908"/>
                      </a:cubicBezTo>
                      <a:cubicBezTo>
                        <a:pt x="-131" y="37243"/>
                        <a:pt x="-893" y="52864"/>
                        <a:pt x="1869" y="63437"/>
                      </a:cubicBezTo>
                      <a:cubicBezTo>
                        <a:pt x="1869" y="63437"/>
                        <a:pt x="3584" y="62770"/>
                        <a:pt x="6918" y="61722"/>
                      </a:cubicBezTo>
                      <a:cubicBezTo>
                        <a:pt x="10252" y="60770"/>
                        <a:pt x="15204" y="59531"/>
                        <a:pt x="21396" y="58388"/>
                      </a:cubicBezTo>
                      <a:cubicBezTo>
                        <a:pt x="33683" y="56102"/>
                        <a:pt x="51019" y="54388"/>
                        <a:pt x="70926" y="56102"/>
                      </a:cubicBezTo>
                      <a:cubicBezTo>
                        <a:pt x="91119" y="58103"/>
                        <a:pt x="113979" y="63722"/>
                        <a:pt x="137220" y="75152"/>
                      </a:cubicBezTo>
                      <a:cubicBezTo>
                        <a:pt x="160556" y="86582"/>
                        <a:pt x="184369" y="103823"/>
                        <a:pt x="207800" y="127826"/>
                      </a:cubicBezTo>
                      <a:cubicBezTo>
                        <a:pt x="207800" y="127826"/>
                        <a:pt x="193608" y="104585"/>
                        <a:pt x="165795" y="78296"/>
                      </a:cubicBezTo>
                      <a:cubicBezTo>
                        <a:pt x="137696" y="52292"/>
                        <a:pt x="96072" y="22289"/>
                        <a:pt x="33397" y="19145"/>
                      </a:cubicBezTo>
                      <a:cubicBezTo>
                        <a:pt x="14443" y="18383"/>
                        <a:pt x="4822" y="0"/>
                        <a:pt x="4822" y="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52" name="Forme libre : forme 1651">
                  <a:extLst>
                    <a:ext uri="{FF2B5EF4-FFF2-40B4-BE49-F238E27FC236}">
                      <a16:creationId xmlns:a16="http://schemas.microsoft.com/office/drawing/2014/main" id="{870F2A97-DAFB-4221-A2B9-0134BE463734}"/>
                    </a:ext>
                  </a:extLst>
                </p:cNvPr>
                <p:cNvSpPr/>
                <p:nvPr/>
              </p:nvSpPr>
              <p:spPr>
                <a:xfrm>
                  <a:off x="9436912" y="3255182"/>
                  <a:ext cx="73342" cy="101441"/>
                </a:xfrm>
                <a:custGeom>
                  <a:avLst/>
                  <a:gdLst>
                    <a:gd name="connsiteX0" fmla="*/ 73343 w 73342"/>
                    <a:gd name="connsiteY0" fmla="*/ 21050 h 101441"/>
                    <a:gd name="connsiteX1" fmla="*/ 69437 w 73342"/>
                    <a:gd name="connsiteY1" fmla="*/ 0 h 101441"/>
                    <a:gd name="connsiteX2" fmla="*/ 61817 w 73342"/>
                    <a:gd name="connsiteY2" fmla="*/ 6382 h 101441"/>
                    <a:gd name="connsiteX3" fmla="*/ 43053 w 73342"/>
                    <a:gd name="connsiteY3" fmla="*/ 25527 h 101441"/>
                    <a:gd name="connsiteX4" fmla="*/ 20003 w 73342"/>
                    <a:gd name="connsiteY4" fmla="*/ 57436 h 101441"/>
                    <a:gd name="connsiteX5" fmla="*/ 8954 w 73342"/>
                    <a:gd name="connsiteY5" fmla="*/ 77914 h 101441"/>
                    <a:gd name="connsiteX6" fmla="*/ 0 w 73342"/>
                    <a:gd name="connsiteY6" fmla="*/ 101441 h 101441"/>
                    <a:gd name="connsiteX7" fmla="*/ 4381 w 73342"/>
                    <a:gd name="connsiteY7" fmla="*/ 93631 h 101441"/>
                    <a:gd name="connsiteX8" fmla="*/ 17907 w 73342"/>
                    <a:gd name="connsiteY8" fmla="*/ 73723 h 101441"/>
                    <a:gd name="connsiteX9" fmla="*/ 40958 w 73342"/>
                    <a:gd name="connsiteY9" fmla="*/ 47530 h 101441"/>
                    <a:gd name="connsiteX10" fmla="*/ 73343 w 73342"/>
                    <a:gd name="connsiteY10" fmla="*/ 21050 h 101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3342" h="101441">
                      <a:moveTo>
                        <a:pt x="73343" y="21050"/>
                      </a:moveTo>
                      <a:cubicBezTo>
                        <a:pt x="73343" y="21050"/>
                        <a:pt x="70104" y="10192"/>
                        <a:pt x="69437" y="0"/>
                      </a:cubicBezTo>
                      <a:cubicBezTo>
                        <a:pt x="69437" y="0"/>
                        <a:pt x="66389" y="2095"/>
                        <a:pt x="61817" y="6382"/>
                      </a:cubicBezTo>
                      <a:cubicBezTo>
                        <a:pt x="57150" y="10668"/>
                        <a:pt x="50578" y="17050"/>
                        <a:pt x="43053" y="25527"/>
                      </a:cubicBezTo>
                      <a:cubicBezTo>
                        <a:pt x="35433" y="33909"/>
                        <a:pt x="27527" y="44672"/>
                        <a:pt x="20003" y="57436"/>
                      </a:cubicBezTo>
                      <a:cubicBezTo>
                        <a:pt x="16193" y="63817"/>
                        <a:pt x="12478" y="70675"/>
                        <a:pt x="8954" y="77914"/>
                      </a:cubicBezTo>
                      <a:cubicBezTo>
                        <a:pt x="5715" y="85344"/>
                        <a:pt x="2667" y="93250"/>
                        <a:pt x="0" y="101441"/>
                      </a:cubicBezTo>
                      <a:cubicBezTo>
                        <a:pt x="0" y="101441"/>
                        <a:pt x="1524" y="98584"/>
                        <a:pt x="4381" y="93631"/>
                      </a:cubicBezTo>
                      <a:cubicBezTo>
                        <a:pt x="7429" y="88678"/>
                        <a:pt x="11525" y="81534"/>
                        <a:pt x="17907" y="73723"/>
                      </a:cubicBezTo>
                      <a:cubicBezTo>
                        <a:pt x="24098" y="65722"/>
                        <a:pt x="31813" y="56674"/>
                        <a:pt x="40958" y="47530"/>
                      </a:cubicBezTo>
                      <a:cubicBezTo>
                        <a:pt x="50006" y="38290"/>
                        <a:pt x="61246" y="29337"/>
                        <a:pt x="73343" y="2105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653" name="Graphique 15">
                  <a:extLst>
                    <a:ext uri="{FF2B5EF4-FFF2-40B4-BE49-F238E27FC236}">
                      <a16:creationId xmlns:a16="http://schemas.microsoft.com/office/drawing/2014/main" id="{F3B76941-2DB6-4580-A77E-9C838F13B2AA}"/>
                    </a:ext>
                  </a:extLst>
                </p:cNvPr>
                <p:cNvGrpSpPr/>
                <p:nvPr/>
              </p:nvGrpSpPr>
              <p:grpSpPr>
                <a:xfrm>
                  <a:off x="9498854" y="3289377"/>
                  <a:ext cx="108266" cy="47200"/>
                  <a:chOff x="9498854" y="3289377"/>
                  <a:chExt cx="108266" cy="47200"/>
                </a:xfrm>
                <a:solidFill>
                  <a:schemeClr val="accent1"/>
                </a:solidFill>
              </p:grpSpPr>
              <p:grpSp>
                <p:nvGrpSpPr>
                  <p:cNvPr id="1654" name="Graphique 15">
                    <a:extLst>
                      <a:ext uri="{FF2B5EF4-FFF2-40B4-BE49-F238E27FC236}">
                        <a16:creationId xmlns:a16="http://schemas.microsoft.com/office/drawing/2014/main" id="{F460458D-BE1E-434A-9CA4-98A93FDDD089}"/>
                      </a:ext>
                    </a:extLst>
                  </p:cNvPr>
                  <p:cNvGrpSpPr/>
                  <p:nvPr/>
                </p:nvGrpSpPr>
                <p:grpSpPr>
                  <a:xfrm>
                    <a:off x="9498854" y="3295847"/>
                    <a:ext cx="36948" cy="39596"/>
                    <a:chOff x="9498854" y="3295847"/>
                    <a:chExt cx="36948" cy="39596"/>
                  </a:xfrm>
                  <a:solidFill>
                    <a:schemeClr val="accent1"/>
                  </a:solidFill>
                </p:grpSpPr>
                <p:sp>
                  <p:nvSpPr>
                    <p:cNvPr id="1655" name="Forme libre : forme 1654">
                      <a:extLst>
                        <a:ext uri="{FF2B5EF4-FFF2-40B4-BE49-F238E27FC236}">
                          <a16:creationId xmlns:a16="http://schemas.microsoft.com/office/drawing/2014/main" id="{B31C92A6-8F35-41CB-A408-7D4A8AA65B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8854" y="3295847"/>
                      <a:ext cx="36948" cy="39596"/>
                    </a:xfrm>
                    <a:custGeom>
                      <a:avLst/>
                      <a:gdLst>
                        <a:gd name="connsiteX0" fmla="*/ 28545 w 36948"/>
                        <a:gd name="connsiteY0" fmla="*/ 2103 h 39596"/>
                        <a:gd name="connsiteX1" fmla="*/ 34069 w 36948"/>
                        <a:gd name="connsiteY1" fmla="*/ 28297 h 39596"/>
                        <a:gd name="connsiteX2" fmla="*/ 9019 w 36948"/>
                        <a:gd name="connsiteY2" fmla="*/ 37822 h 39596"/>
                        <a:gd name="connsiteX3" fmla="*/ 2732 w 36948"/>
                        <a:gd name="connsiteY3" fmla="*/ 11247 h 39596"/>
                        <a:gd name="connsiteX4" fmla="*/ 28545 w 36948"/>
                        <a:gd name="connsiteY4" fmla="*/ 2103 h 39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948" h="39596">
                          <a:moveTo>
                            <a:pt x="28545" y="2103"/>
                          </a:moveTo>
                          <a:cubicBezTo>
                            <a:pt x="37022" y="7056"/>
                            <a:pt x="39499" y="18772"/>
                            <a:pt x="34069" y="28297"/>
                          </a:cubicBezTo>
                          <a:cubicBezTo>
                            <a:pt x="28831" y="38012"/>
                            <a:pt x="17877" y="42298"/>
                            <a:pt x="9019" y="37822"/>
                          </a:cubicBezTo>
                          <a:cubicBezTo>
                            <a:pt x="256" y="33345"/>
                            <a:pt x="-2697" y="21343"/>
                            <a:pt x="2732" y="11247"/>
                          </a:cubicBezTo>
                          <a:cubicBezTo>
                            <a:pt x="8447" y="1246"/>
                            <a:pt x="19972" y="-2850"/>
                            <a:pt x="28545" y="210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56" name="Forme libre : forme 1655">
                      <a:extLst>
                        <a:ext uri="{FF2B5EF4-FFF2-40B4-BE49-F238E27FC236}">
                          <a16:creationId xmlns:a16="http://schemas.microsoft.com/office/drawing/2014/main" id="{F73A2F1C-D6AC-48E7-9A3D-9ED928B982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01301" y="3295939"/>
                      <a:ext cx="34501" cy="39504"/>
                    </a:xfrm>
                    <a:custGeom>
                      <a:avLst/>
                      <a:gdLst>
                        <a:gd name="connsiteX0" fmla="*/ 16383 w 34501"/>
                        <a:gd name="connsiteY0" fmla="*/ 19727 h 39504"/>
                        <a:gd name="connsiteX1" fmla="*/ 0 w 34501"/>
                        <a:gd name="connsiteY1" fmla="*/ 31157 h 39504"/>
                        <a:gd name="connsiteX2" fmla="*/ 6572 w 34501"/>
                        <a:gd name="connsiteY2" fmla="*/ 37729 h 39504"/>
                        <a:gd name="connsiteX3" fmla="*/ 31623 w 34501"/>
                        <a:gd name="connsiteY3" fmla="*/ 28204 h 39504"/>
                        <a:gd name="connsiteX4" fmla="*/ 26098 w 34501"/>
                        <a:gd name="connsiteY4" fmla="*/ 2010 h 39504"/>
                        <a:gd name="connsiteX5" fmla="*/ 17336 w 34501"/>
                        <a:gd name="connsiteY5" fmla="*/ 10 h 39504"/>
                        <a:gd name="connsiteX6" fmla="*/ 16383 w 34501"/>
                        <a:gd name="connsiteY6" fmla="*/ 19727 h 395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01" h="39504">
                          <a:moveTo>
                            <a:pt x="16383" y="19727"/>
                          </a:moveTo>
                          <a:cubicBezTo>
                            <a:pt x="12668" y="26394"/>
                            <a:pt x="6477" y="30585"/>
                            <a:pt x="0" y="31157"/>
                          </a:cubicBezTo>
                          <a:cubicBezTo>
                            <a:pt x="1524" y="33919"/>
                            <a:pt x="3715" y="36205"/>
                            <a:pt x="6572" y="37729"/>
                          </a:cubicBezTo>
                          <a:cubicBezTo>
                            <a:pt x="15335" y="42206"/>
                            <a:pt x="26384" y="37920"/>
                            <a:pt x="31623" y="28204"/>
                          </a:cubicBezTo>
                          <a:cubicBezTo>
                            <a:pt x="37052" y="18679"/>
                            <a:pt x="34576" y="6963"/>
                            <a:pt x="26098" y="2010"/>
                          </a:cubicBezTo>
                          <a:cubicBezTo>
                            <a:pt x="23336" y="486"/>
                            <a:pt x="20383" y="-85"/>
                            <a:pt x="17336" y="10"/>
                          </a:cubicBezTo>
                          <a:cubicBezTo>
                            <a:pt x="20193" y="5725"/>
                            <a:pt x="20098" y="13155"/>
                            <a:pt x="16383" y="1972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57" name="Forme libre : forme 1656">
                      <a:extLst>
                        <a:ext uri="{FF2B5EF4-FFF2-40B4-BE49-F238E27FC236}">
                          <a16:creationId xmlns:a16="http://schemas.microsoft.com/office/drawing/2014/main" id="{E903B34E-8979-4698-BF76-6E1CAF7E9D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09641" y="3299093"/>
                      <a:ext cx="17801" cy="16382"/>
                    </a:xfrm>
                    <a:custGeom>
                      <a:avLst/>
                      <a:gdLst>
                        <a:gd name="connsiteX0" fmla="*/ 9853 w 17801"/>
                        <a:gd name="connsiteY0" fmla="*/ 0 h 16382"/>
                        <a:gd name="connsiteX1" fmla="*/ 17759 w 17801"/>
                        <a:gd name="connsiteY1" fmla="*/ 8191 h 16382"/>
                        <a:gd name="connsiteX2" fmla="*/ 8043 w 17801"/>
                        <a:gd name="connsiteY2" fmla="*/ 16383 h 16382"/>
                        <a:gd name="connsiteX3" fmla="*/ 42 w 17801"/>
                        <a:gd name="connsiteY3" fmla="*/ 8287 h 16382"/>
                        <a:gd name="connsiteX4" fmla="*/ 9853 w 17801"/>
                        <a:gd name="connsiteY4" fmla="*/ 0 h 16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01" h="16382">
                          <a:moveTo>
                            <a:pt x="9853" y="0"/>
                          </a:moveTo>
                          <a:cubicBezTo>
                            <a:pt x="14710" y="0"/>
                            <a:pt x="18235" y="3715"/>
                            <a:pt x="17759" y="8191"/>
                          </a:cubicBezTo>
                          <a:cubicBezTo>
                            <a:pt x="17282" y="12668"/>
                            <a:pt x="12901" y="16288"/>
                            <a:pt x="8043" y="16383"/>
                          </a:cubicBezTo>
                          <a:cubicBezTo>
                            <a:pt x="3185" y="16383"/>
                            <a:pt x="-434" y="12859"/>
                            <a:pt x="42" y="8287"/>
                          </a:cubicBezTo>
                          <a:cubicBezTo>
                            <a:pt x="518" y="3715"/>
                            <a:pt x="4995" y="0"/>
                            <a:pt x="9853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58" name="Forme libre : forme 1657">
                      <a:extLst>
                        <a:ext uri="{FF2B5EF4-FFF2-40B4-BE49-F238E27FC236}">
                          <a16:creationId xmlns:a16="http://schemas.microsoft.com/office/drawing/2014/main" id="{46905437-3604-4C00-842F-A12863927C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08111" y="3307065"/>
                      <a:ext cx="6191" cy="6534"/>
                    </a:xfrm>
                    <a:custGeom>
                      <a:avLst/>
                      <a:gdLst>
                        <a:gd name="connsiteX0" fmla="*/ 4810 w 6191"/>
                        <a:gd name="connsiteY0" fmla="*/ 315 h 6534"/>
                        <a:gd name="connsiteX1" fmla="*/ 5668 w 6191"/>
                        <a:gd name="connsiteY1" fmla="*/ 4696 h 6534"/>
                        <a:gd name="connsiteX2" fmla="*/ 1381 w 6191"/>
                        <a:gd name="connsiteY2" fmla="*/ 6220 h 6534"/>
                        <a:gd name="connsiteX3" fmla="*/ 524 w 6191"/>
                        <a:gd name="connsiteY3" fmla="*/ 1839 h 6534"/>
                        <a:gd name="connsiteX4" fmla="*/ 4810 w 6191"/>
                        <a:gd name="connsiteY4" fmla="*/ 315 h 6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1" h="6534">
                          <a:moveTo>
                            <a:pt x="4810" y="315"/>
                          </a:moveTo>
                          <a:cubicBezTo>
                            <a:pt x="6239" y="1077"/>
                            <a:pt x="6620" y="3077"/>
                            <a:pt x="5668" y="4696"/>
                          </a:cubicBezTo>
                          <a:cubicBezTo>
                            <a:pt x="4715" y="6315"/>
                            <a:pt x="2810" y="6982"/>
                            <a:pt x="1381" y="6220"/>
                          </a:cubicBezTo>
                          <a:cubicBezTo>
                            <a:pt x="-47" y="5458"/>
                            <a:pt x="-428" y="3458"/>
                            <a:pt x="524" y="1839"/>
                          </a:cubicBezTo>
                          <a:cubicBezTo>
                            <a:pt x="1572" y="219"/>
                            <a:pt x="3477" y="-448"/>
                            <a:pt x="4810" y="31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659" name="Graphique 15">
                    <a:extLst>
                      <a:ext uri="{FF2B5EF4-FFF2-40B4-BE49-F238E27FC236}">
                        <a16:creationId xmlns:a16="http://schemas.microsoft.com/office/drawing/2014/main" id="{F2498433-EE59-4AFB-9D6F-79D71DA99ABE}"/>
                      </a:ext>
                    </a:extLst>
                  </p:cNvPr>
                  <p:cNvGrpSpPr/>
                  <p:nvPr/>
                </p:nvGrpSpPr>
                <p:grpSpPr>
                  <a:xfrm>
                    <a:off x="9535159" y="3298203"/>
                    <a:ext cx="36603" cy="38374"/>
                    <a:chOff x="9535159" y="3298203"/>
                    <a:chExt cx="36603" cy="38374"/>
                  </a:xfrm>
                  <a:solidFill>
                    <a:schemeClr val="accent1"/>
                  </a:solidFill>
                </p:grpSpPr>
                <p:sp>
                  <p:nvSpPr>
                    <p:cNvPr id="1660" name="Forme libre : forme 1659">
                      <a:extLst>
                        <a:ext uri="{FF2B5EF4-FFF2-40B4-BE49-F238E27FC236}">
                          <a16:creationId xmlns:a16="http://schemas.microsoft.com/office/drawing/2014/main" id="{D1AC6F06-37E8-429E-97C0-D28D85F922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35159" y="3298203"/>
                      <a:ext cx="36580" cy="38374"/>
                    </a:xfrm>
                    <a:custGeom>
                      <a:avLst/>
                      <a:gdLst>
                        <a:gd name="connsiteX0" fmla="*/ 28149 w 36580"/>
                        <a:gd name="connsiteY0" fmla="*/ 2318 h 38374"/>
                        <a:gd name="connsiteX1" fmla="*/ 33864 w 36580"/>
                        <a:gd name="connsiteY1" fmla="*/ 28131 h 38374"/>
                        <a:gd name="connsiteX2" fmla="*/ 8718 w 36580"/>
                        <a:gd name="connsiteY2" fmla="*/ 36418 h 38374"/>
                        <a:gd name="connsiteX3" fmla="*/ 2908 w 36580"/>
                        <a:gd name="connsiteY3" fmla="*/ 10510 h 38374"/>
                        <a:gd name="connsiteX4" fmla="*/ 28149 w 36580"/>
                        <a:gd name="connsiteY4" fmla="*/ 2318 h 38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580" h="38374">
                          <a:moveTo>
                            <a:pt x="28149" y="2318"/>
                          </a:moveTo>
                          <a:cubicBezTo>
                            <a:pt x="36531" y="7366"/>
                            <a:pt x="39103" y="18987"/>
                            <a:pt x="33864" y="28131"/>
                          </a:cubicBezTo>
                          <a:cubicBezTo>
                            <a:pt x="28625" y="37275"/>
                            <a:pt x="17291" y="40989"/>
                            <a:pt x="8718" y="36418"/>
                          </a:cubicBezTo>
                          <a:cubicBezTo>
                            <a:pt x="-45" y="31750"/>
                            <a:pt x="-2617" y="20130"/>
                            <a:pt x="2908" y="10510"/>
                          </a:cubicBezTo>
                          <a:cubicBezTo>
                            <a:pt x="8432" y="889"/>
                            <a:pt x="19767" y="-2826"/>
                            <a:pt x="28149" y="231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61" name="Forme libre : forme 1660">
                      <a:extLst>
                        <a:ext uri="{FF2B5EF4-FFF2-40B4-BE49-F238E27FC236}">
                          <a16:creationId xmlns:a16="http://schemas.microsoft.com/office/drawing/2014/main" id="{ADE704A6-4567-4592-BB37-FEAA9B45AF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37401" y="3298226"/>
                      <a:ext cx="34361" cy="38272"/>
                    </a:xfrm>
                    <a:custGeom>
                      <a:avLst/>
                      <a:gdLst>
                        <a:gd name="connsiteX0" fmla="*/ 16573 w 34361"/>
                        <a:gd name="connsiteY0" fmla="*/ 19345 h 38272"/>
                        <a:gd name="connsiteX1" fmla="*/ 0 w 34361"/>
                        <a:gd name="connsiteY1" fmla="*/ 29727 h 38272"/>
                        <a:gd name="connsiteX2" fmla="*/ 6477 w 34361"/>
                        <a:gd name="connsiteY2" fmla="*/ 36299 h 38272"/>
                        <a:gd name="connsiteX3" fmla="*/ 31623 w 34361"/>
                        <a:gd name="connsiteY3" fmla="*/ 28012 h 38272"/>
                        <a:gd name="connsiteX4" fmla="*/ 25908 w 34361"/>
                        <a:gd name="connsiteY4" fmla="*/ 2200 h 38272"/>
                        <a:gd name="connsiteX5" fmla="*/ 17240 w 34361"/>
                        <a:gd name="connsiteY5" fmla="*/ 9 h 38272"/>
                        <a:gd name="connsiteX6" fmla="*/ 16573 w 34361"/>
                        <a:gd name="connsiteY6" fmla="*/ 19345 h 38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361" h="38272">
                          <a:moveTo>
                            <a:pt x="16573" y="19345"/>
                          </a:moveTo>
                          <a:cubicBezTo>
                            <a:pt x="12859" y="25726"/>
                            <a:pt x="6477" y="29441"/>
                            <a:pt x="0" y="29727"/>
                          </a:cubicBezTo>
                          <a:cubicBezTo>
                            <a:pt x="1429" y="32394"/>
                            <a:pt x="3715" y="34775"/>
                            <a:pt x="6477" y="36299"/>
                          </a:cubicBezTo>
                          <a:cubicBezTo>
                            <a:pt x="15049" y="40871"/>
                            <a:pt x="26384" y="37252"/>
                            <a:pt x="31623" y="28012"/>
                          </a:cubicBezTo>
                          <a:cubicBezTo>
                            <a:pt x="36862" y="18868"/>
                            <a:pt x="34385" y="7248"/>
                            <a:pt x="25908" y="2200"/>
                          </a:cubicBezTo>
                          <a:cubicBezTo>
                            <a:pt x="23241" y="580"/>
                            <a:pt x="20288" y="-86"/>
                            <a:pt x="17240" y="9"/>
                          </a:cubicBezTo>
                          <a:cubicBezTo>
                            <a:pt x="20193" y="5819"/>
                            <a:pt x="20193" y="13058"/>
                            <a:pt x="16573" y="1934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62" name="Forme libre : forme 1661">
                      <a:extLst>
                        <a:ext uri="{FF2B5EF4-FFF2-40B4-BE49-F238E27FC236}">
                          <a16:creationId xmlns:a16="http://schemas.microsoft.com/office/drawing/2014/main" id="{39779213-06BB-493A-BB22-FFD436049A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5930" y="3301466"/>
                      <a:ext cx="17516" cy="16011"/>
                    </a:xfrm>
                    <a:custGeom>
                      <a:avLst/>
                      <a:gdLst>
                        <a:gd name="connsiteX0" fmla="*/ 9663 w 17516"/>
                        <a:gd name="connsiteY0" fmla="*/ 7 h 16011"/>
                        <a:gd name="connsiteX1" fmla="*/ 17474 w 17516"/>
                        <a:gd name="connsiteY1" fmla="*/ 8294 h 16011"/>
                        <a:gd name="connsiteX2" fmla="*/ 7949 w 17516"/>
                        <a:gd name="connsiteY2" fmla="*/ 16009 h 16011"/>
                        <a:gd name="connsiteX3" fmla="*/ 43 w 17516"/>
                        <a:gd name="connsiteY3" fmla="*/ 7818 h 16011"/>
                        <a:gd name="connsiteX4" fmla="*/ 9663 w 17516"/>
                        <a:gd name="connsiteY4" fmla="*/ 7 h 16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16" h="16011">
                          <a:moveTo>
                            <a:pt x="9663" y="7"/>
                          </a:moveTo>
                          <a:cubicBezTo>
                            <a:pt x="14426" y="198"/>
                            <a:pt x="17950" y="3913"/>
                            <a:pt x="17474" y="8294"/>
                          </a:cubicBezTo>
                          <a:cubicBezTo>
                            <a:pt x="16998" y="12675"/>
                            <a:pt x="12807" y="16105"/>
                            <a:pt x="7949" y="16009"/>
                          </a:cubicBezTo>
                          <a:cubicBezTo>
                            <a:pt x="3091" y="15914"/>
                            <a:pt x="-433" y="12295"/>
                            <a:pt x="43" y="7818"/>
                          </a:cubicBezTo>
                          <a:cubicBezTo>
                            <a:pt x="519" y="3341"/>
                            <a:pt x="4901" y="-183"/>
                            <a:pt x="9663" y="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63" name="Forme libre : forme 1662">
                      <a:extLst>
                        <a:ext uri="{FF2B5EF4-FFF2-40B4-BE49-F238E27FC236}">
                          <a16:creationId xmlns:a16="http://schemas.microsoft.com/office/drawing/2014/main" id="{A100AA4C-2ED4-4793-AC59-7194AB4D93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4567" y="3309043"/>
                      <a:ext cx="6050" cy="6333"/>
                    </a:xfrm>
                    <a:custGeom>
                      <a:avLst/>
                      <a:gdLst>
                        <a:gd name="connsiteX0" fmla="*/ 4644 w 6050"/>
                        <a:gd name="connsiteY0" fmla="*/ 336 h 6333"/>
                        <a:gd name="connsiteX1" fmla="*/ 5597 w 6050"/>
                        <a:gd name="connsiteY1" fmla="*/ 4622 h 6333"/>
                        <a:gd name="connsiteX2" fmla="*/ 1406 w 6050"/>
                        <a:gd name="connsiteY2" fmla="*/ 5956 h 6333"/>
                        <a:gd name="connsiteX3" fmla="*/ 453 w 6050"/>
                        <a:gd name="connsiteY3" fmla="*/ 1669 h 6333"/>
                        <a:gd name="connsiteX4" fmla="*/ 4644 w 6050"/>
                        <a:gd name="connsiteY4" fmla="*/ 336 h 63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0" h="6333">
                          <a:moveTo>
                            <a:pt x="4644" y="336"/>
                          </a:moveTo>
                          <a:cubicBezTo>
                            <a:pt x="6073" y="1098"/>
                            <a:pt x="6454" y="3098"/>
                            <a:pt x="5597" y="4622"/>
                          </a:cubicBezTo>
                          <a:cubicBezTo>
                            <a:pt x="4740" y="6146"/>
                            <a:pt x="2835" y="6813"/>
                            <a:pt x="1406" y="5956"/>
                          </a:cubicBezTo>
                          <a:cubicBezTo>
                            <a:pt x="-23" y="5194"/>
                            <a:pt x="-404" y="3289"/>
                            <a:pt x="453" y="1669"/>
                          </a:cubicBezTo>
                          <a:cubicBezTo>
                            <a:pt x="1406" y="146"/>
                            <a:pt x="3311" y="-426"/>
                            <a:pt x="4644" y="33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664" name="Graphique 15">
                    <a:extLst>
                      <a:ext uri="{FF2B5EF4-FFF2-40B4-BE49-F238E27FC236}">
                        <a16:creationId xmlns:a16="http://schemas.microsoft.com/office/drawing/2014/main" id="{717DE4A1-4618-4F22-B7E1-0569C4BB1A5F}"/>
                      </a:ext>
                    </a:extLst>
                  </p:cNvPr>
                  <p:cNvGrpSpPr/>
                  <p:nvPr/>
                </p:nvGrpSpPr>
                <p:grpSpPr>
                  <a:xfrm>
                    <a:off x="9570798" y="3289377"/>
                    <a:ext cx="36323" cy="37500"/>
                    <a:chOff x="9570798" y="3289377"/>
                    <a:chExt cx="36323" cy="37500"/>
                  </a:xfrm>
                  <a:solidFill>
                    <a:schemeClr val="accent1"/>
                  </a:solidFill>
                </p:grpSpPr>
                <p:sp>
                  <p:nvSpPr>
                    <p:cNvPr id="1665" name="Forme libre : forme 1664">
                      <a:extLst>
                        <a:ext uri="{FF2B5EF4-FFF2-40B4-BE49-F238E27FC236}">
                          <a16:creationId xmlns:a16="http://schemas.microsoft.com/office/drawing/2014/main" id="{436BC615-289D-46AA-91DA-26B27DFAB3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0798" y="3289419"/>
                      <a:ext cx="36323" cy="37458"/>
                    </a:xfrm>
                    <a:custGeom>
                      <a:avLst/>
                      <a:gdLst>
                        <a:gd name="connsiteX0" fmla="*/ 28325 w 36323"/>
                        <a:gd name="connsiteY0" fmla="*/ 2625 h 37458"/>
                        <a:gd name="connsiteX1" fmla="*/ 33278 w 36323"/>
                        <a:gd name="connsiteY1" fmla="*/ 27961 h 37458"/>
                        <a:gd name="connsiteX2" fmla="*/ 8513 w 36323"/>
                        <a:gd name="connsiteY2" fmla="*/ 35200 h 37458"/>
                        <a:gd name="connsiteX3" fmla="*/ 2893 w 36323"/>
                        <a:gd name="connsiteY3" fmla="*/ 9483 h 37458"/>
                        <a:gd name="connsiteX4" fmla="*/ 28325 w 36323"/>
                        <a:gd name="connsiteY4" fmla="*/ 2625 h 374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323" h="37458">
                          <a:moveTo>
                            <a:pt x="28325" y="2625"/>
                          </a:moveTo>
                          <a:cubicBezTo>
                            <a:pt x="36612" y="7959"/>
                            <a:pt x="38802" y="19293"/>
                            <a:pt x="33278" y="27961"/>
                          </a:cubicBezTo>
                          <a:cubicBezTo>
                            <a:pt x="28039" y="36819"/>
                            <a:pt x="17085" y="40058"/>
                            <a:pt x="8513" y="35200"/>
                          </a:cubicBezTo>
                          <a:cubicBezTo>
                            <a:pt x="36" y="30342"/>
                            <a:pt x="-2631" y="18722"/>
                            <a:pt x="2893" y="9483"/>
                          </a:cubicBezTo>
                          <a:cubicBezTo>
                            <a:pt x="8703" y="339"/>
                            <a:pt x="20133" y="-2709"/>
                            <a:pt x="28325" y="262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66" name="Forme libre : forme 1665">
                      <a:extLst>
                        <a:ext uri="{FF2B5EF4-FFF2-40B4-BE49-F238E27FC236}">
                          <a16:creationId xmlns:a16="http://schemas.microsoft.com/office/drawing/2014/main" id="{852CCD3D-AF21-4E86-9DAD-72D41401CA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3024" y="3289377"/>
                      <a:ext cx="34097" cy="37447"/>
                    </a:xfrm>
                    <a:custGeom>
                      <a:avLst/>
                      <a:gdLst>
                        <a:gd name="connsiteX0" fmla="*/ 16288 w 34097"/>
                        <a:gd name="connsiteY0" fmla="*/ 18764 h 37447"/>
                        <a:gd name="connsiteX1" fmla="*/ 0 w 34097"/>
                        <a:gd name="connsiteY1" fmla="*/ 28480 h 37447"/>
                        <a:gd name="connsiteX2" fmla="*/ 6287 w 34097"/>
                        <a:gd name="connsiteY2" fmla="*/ 35147 h 37447"/>
                        <a:gd name="connsiteX3" fmla="*/ 31052 w 34097"/>
                        <a:gd name="connsiteY3" fmla="*/ 27908 h 37447"/>
                        <a:gd name="connsiteX4" fmla="*/ 26098 w 34097"/>
                        <a:gd name="connsiteY4" fmla="*/ 2572 h 37447"/>
                        <a:gd name="connsiteX5" fmla="*/ 17526 w 34097"/>
                        <a:gd name="connsiteY5" fmla="*/ 0 h 37447"/>
                        <a:gd name="connsiteX6" fmla="*/ 16288 w 34097"/>
                        <a:gd name="connsiteY6" fmla="*/ 18764 h 374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097" h="37447">
                          <a:moveTo>
                            <a:pt x="16288" y="18764"/>
                          </a:moveTo>
                          <a:cubicBezTo>
                            <a:pt x="12573" y="24955"/>
                            <a:pt x="6382" y="28384"/>
                            <a:pt x="0" y="28480"/>
                          </a:cubicBezTo>
                          <a:cubicBezTo>
                            <a:pt x="1429" y="31242"/>
                            <a:pt x="3524" y="33528"/>
                            <a:pt x="6287" y="35147"/>
                          </a:cubicBezTo>
                          <a:cubicBezTo>
                            <a:pt x="14859" y="40100"/>
                            <a:pt x="25813" y="36767"/>
                            <a:pt x="31052" y="27908"/>
                          </a:cubicBezTo>
                          <a:cubicBezTo>
                            <a:pt x="36576" y="19241"/>
                            <a:pt x="34385" y="7906"/>
                            <a:pt x="26098" y="2572"/>
                          </a:cubicBezTo>
                          <a:cubicBezTo>
                            <a:pt x="23431" y="857"/>
                            <a:pt x="20479" y="95"/>
                            <a:pt x="17526" y="0"/>
                          </a:cubicBezTo>
                          <a:cubicBezTo>
                            <a:pt x="20288" y="5810"/>
                            <a:pt x="20098" y="12859"/>
                            <a:pt x="16288" y="1876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67" name="Forme libre : forme 1666">
                      <a:extLst>
                        <a:ext uri="{FF2B5EF4-FFF2-40B4-BE49-F238E27FC236}">
                          <a16:creationId xmlns:a16="http://schemas.microsoft.com/office/drawing/2014/main" id="{96A39CC7-E091-41D1-9FFA-CC611EABBE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1534" y="3292490"/>
                      <a:ext cx="17555" cy="15479"/>
                    </a:xfrm>
                    <a:custGeom>
                      <a:avLst/>
                      <a:gdLst>
                        <a:gd name="connsiteX0" fmla="*/ 9873 w 17555"/>
                        <a:gd name="connsiteY0" fmla="*/ 30 h 15479"/>
                        <a:gd name="connsiteX1" fmla="*/ 17493 w 17555"/>
                        <a:gd name="connsiteY1" fmla="*/ 8412 h 15479"/>
                        <a:gd name="connsiteX2" fmla="*/ 7777 w 17555"/>
                        <a:gd name="connsiteY2" fmla="*/ 15461 h 15479"/>
                        <a:gd name="connsiteX3" fmla="*/ 62 w 17555"/>
                        <a:gd name="connsiteY3" fmla="*/ 7174 h 15479"/>
                        <a:gd name="connsiteX4" fmla="*/ 9873 w 17555"/>
                        <a:gd name="connsiteY4" fmla="*/ 30 h 15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55" h="15479">
                          <a:moveTo>
                            <a:pt x="9873" y="30"/>
                          </a:moveTo>
                          <a:cubicBezTo>
                            <a:pt x="14635" y="411"/>
                            <a:pt x="18065" y="4222"/>
                            <a:pt x="17493" y="8412"/>
                          </a:cubicBezTo>
                          <a:cubicBezTo>
                            <a:pt x="16921" y="12699"/>
                            <a:pt x="12635" y="15747"/>
                            <a:pt x="7777" y="15461"/>
                          </a:cubicBezTo>
                          <a:cubicBezTo>
                            <a:pt x="2920" y="15175"/>
                            <a:pt x="-509" y="11460"/>
                            <a:pt x="62" y="7174"/>
                          </a:cubicBezTo>
                          <a:cubicBezTo>
                            <a:pt x="634" y="2888"/>
                            <a:pt x="5110" y="-351"/>
                            <a:pt x="9873" y="3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68" name="Forme libre : forme 1667">
                      <a:extLst>
                        <a:ext uri="{FF2B5EF4-FFF2-40B4-BE49-F238E27FC236}">
                          <a16:creationId xmlns:a16="http://schemas.microsoft.com/office/drawing/2014/main" id="{BCC0AAF0-2591-4058-8B0A-41C8510974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0025" y="3299622"/>
                      <a:ext cx="6101" cy="6160"/>
                    </a:xfrm>
                    <a:custGeom>
                      <a:avLst/>
                      <a:gdLst>
                        <a:gd name="connsiteX0" fmla="*/ 4810 w 6101"/>
                        <a:gd name="connsiteY0" fmla="*/ 423 h 6160"/>
                        <a:gd name="connsiteX1" fmla="*/ 5572 w 6101"/>
                        <a:gd name="connsiteY1" fmla="*/ 4614 h 6160"/>
                        <a:gd name="connsiteX2" fmla="*/ 1381 w 6101"/>
                        <a:gd name="connsiteY2" fmla="*/ 5757 h 6160"/>
                        <a:gd name="connsiteX3" fmla="*/ 524 w 6101"/>
                        <a:gd name="connsiteY3" fmla="*/ 1566 h 6160"/>
                        <a:gd name="connsiteX4" fmla="*/ 4810 w 6101"/>
                        <a:gd name="connsiteY4" fmla="*/ 423 h 61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01" h="6160">
                          <a:moveTo>
                            <a:pt x="4810" y="423"/>
                          </a:moveTo>
                          <a:cubicBezTo>
                            <a:pt x="6144" y="1281"/>
                            <a:pt x="6525" y="3186"/>
                            <a:pt x="5572" y="4614"/>
                          </a:cubicBezTo>
                          <a:cubicBezTo>
                            <a:pt x="4620" y="6043"/>
                            <a:pt x="2715" y="6615"/>
                            <a:pt x="1381" y="5757"/>
                          </a:cubicBezTo>
                          <a:cubicBezTo>
                            <a:pt x="-47" y="4900"/>
                            <a:pt x="-428" y="2995"/>
                            <a:pt x="524" y="1566"/>
                          </a:cubicBezTo>
                          <a:cubicBezTo>
                            <a:pt x="1572" y="42"/>
                            <a:pt x="3477" y="-434"/>
                            <a:pt x="4810" y="4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669" name="Graphique 15">
                  <a:extLst>
                    <a:ext uri="{FF2B5EF4-FFF2-40B4-BE49-F238E27FC236}">
                      <a16:creationId xmlns:a16="http://schemas.microsoft.com/office/drawing/2014/main" id="{BFD4C0D9-024E-43E4-B57A-6A7E1D10491E}"/>
                    </a:ext>
                  </a:extLst>
                </p:cNvPr>
                <p:cNvGrpSpPr/>
                <p:nvPr/>
              </p:nvGrpSpPr>
              <p:grpSpPr>
                <a:xfrm>
                  <a:off x="9578198" y="3384368"/>
                  <a:ext cx="104111" cy="42396"/>
                  <a:chOff x="9578198" y="3384368"/>
                  <a:chExt cx="104111" cy="42396"/>
                </a:xfrm>
                <a:solidFill>
                  <a:schemeClr val="accent1"/>
                </a:solidFill>
              </p:grpSpPr>
              <p:grpSp>
                <p:nvGrpSpPr>
                  <p:cNvPr id="1670" name="Graphique 15">
                    <a:extLst>
                      <a:ext uri="{FF2B5EF4-FFF2-40B4-BE49-F238E27FC236}">
                        <a16:creationId xmlns:a16="http://schemas.microsoft.com/office/drawing/2014/main" id="{39A23E45-E9CB-4767-8205-858C4197F4CC}"/>
                      </a:ext>
                    </a:extLst>
                  </p:cNvPr>
                  <p:cNvGrpSpPr/>
                  <p:nvPr/>
                </p:nvGrpSpPr>
                <p:grpSpPr>
                  <a:xfrm>
                    <a:off x="9578198" y="3389949"/>
                    <a:ext cx="35562" cy="35795"/>
                    <a:chOff x="9578198" y="3389949"/>
                    <a:chExt cx="35562" cy="35795"/>
                  </a:xfrm>
                  <a:solidFill>
                    <a:schemeClr val="accent1"/>
                  </a:solidFill>
                </p:grpSpPr>
                <p:sp>
                  <p:nvSpPr>
                    <p:cNvPr id="1671" name="Forme libre : forme 1670">
                      <a:extLst>
                        <a:ext uri="{FF2B5EF4-FFF2-40B4-BE49-F238E27FC236}">
                          <a16:creationId xmlns:a16="http://schemas.microsoft.com/office/drawing/2014/main" id="{0643E803-F05A-4AA6-AFD8-541BA13ADF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8198" y="3389949"/>
                      <a:ext cx="35562" cy="35700"/>
                    </a:xfrm>
                    <a:custGeom>
                      <a:avLst/>
                      <a:gdLst>
                        <a:gd name="connsiteX0" fmla="*/ 25782 w 35562"/>
                        <a:gd name="connsiteY0" fmla="*/ 1917 h 35700"/>
                        <a:gd name="connsiteX1" fmla="*/ 33783 w 35562"/>
                        <a:gd name="connsiteY1" fmla="*/ 25539 h 35700"/>
                        <a:gd name="connsiteX2" fmla="*/ 10352 w 35562"/>
                        <a:gd name="connsiteY2" fmla="*/ 34112 h 35700"/>
                        <a:gd name="connsiteX3" fmla="*/ 1684 w 35562"/>
                        <a:gd name="connsiteY3" fmla="*/ 10109 h 35700"/>
                        <a:gd name="connsiteX4" fmla="*/ 25782 w 35562"/>
                        <a:gd name="connsiteY4" fmla="*/ 1917 h 35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62" h="35700">
                          <a:moveTo>
                            <a:pt x="25782" y="1917"/>
                          </a:moveTo>
                          <a:cubicBezTo>
                            <a:pt x="34545" y="6394"/>
                            <a:pt x="37974" y="16967"/>
                            <a:pt x="33783" y="25539"/>
                          </a:cubicBezTo>
                          <a:cubicBezTo>
                            <a:pt x="29783" y="34302"/>
                            <a:pt x="19306" y="38112"/>
                            <a:pt x="10352" y="34112"/>
                          </a:cubicBezTo>
                          <a:cubicBezTo>
                            <a:pt x="1398" y="30111"/>
                            <a:pt x="-2507" y="19348"/>
                            <a:pt x="1684" y="10109"/>
                          </a:cubicBezTo>
                          <a:cubicBezTo>
                            <a:pt x="6161" y="1060"/>
                            <a:pt x="17115" y="-2560"/>
                            <a:pt x="25782" y="191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72" name="Forme libre : forme 1671">
                      <a:extLst>
                        <a:ext uri="{FF2B5EF4-FFF2-40B4-BE49-F238E27FC236}">
                          <a16:creationId xmlns:a16="http://schemas.microsoft.com/office/drawing/2014/main" id="{1D6823D6-4E80-4EF5-82B8-879E01DB59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1501" y="3390140"/>
                      <a:ext cx="32259" cy="35604"/>
                    </a:xfrm>
                    <a:custGeom>
                      <a:avLst/>
                      <a:gdLst>
                        <a:gd name="connsiteX0" fmla="*/ 14859 w 32259"/>
                        <a:gd name="connsiteY0" fmla="*/ 17728 h 35604"/>
                        <a:gd name="connsiteX1" fmla="*/ 0 w 32259"/>
                        <a:gd name="connsiteY1" fmla="*/ 28110 h 35604"/>
                        <a:gd name="connsiteX2" fmla="*/ 7049 w 32259"/>
                        <a:gd name="connsiteY2" fmla="*/ 34016 h 35604"/>
                        <a:gd name="connsiteX3" fmla="*/ 30480 w 32259"/>
                        <a:gd name="connsiteY3" fmla="*/ 25443 h 35604"/>
                        <a:gd name="connsiteX4" fmla="*/ 22479 w 32259"/>
                        <a:gd name="connsiteY4" fmla="*/ 1821 h 35604"/>
                        <a:gd name="connsiteX5" fmla="*/ 13716 w 32259"/>
                        <a:gd name="connsiteY5" fmla="*/ 12 h 35604"/>
                        <a:gd name="connsiteX6" fmla="*/ 14859 w 32259"/>
                        <a:gd name="connsiteY6" fmla="*/ 17728 h 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259" h="35604">
                          <a:moveTo>
                            <a:pt x="14859" y="17728"/>
                          </a:moveTo>
                          <a:cubicBezTo>
                            <a:pt x="12097" y="23824"/>
                            <a:pt x="6287" y="27539"/>
                            <a:pt x="0" y="28110"/>
                          </a:cubicBezTo>
                          <a:cubicBezTo>
                            <a:pt x="1715" y="30587"/>
                            <a:pt x="4096" y="32682"/>
                            <a:pt x="7049" y="34016"/>
                          </a:cubicBezTo>
                          <a:cubicBezTo>
                            <a:pt x="16002" y="38016"/>
                            <a:pt x="26479" y="34206"/>
                            <a:pt x="30480" y="25443"/>
                          </a:cubicBezTo>
                          <a:cubicBezTo>
                            <a:pt x="34671" y="16776"/>
                            <a:pt x="31242" y="6298"/>
                            <a:pt x="22479" y="1821"/>
                          </a:cubicBezTo>
                          <a:cubicBezTo>
                            <a:pt x="19717" y="393"/>
                            <a:pt x="16669" y="-84"/>
                            <a:pt x="13716" y="12"/>
                          </a:cubicBezTo>
                          <a:cubicBezTo>
                            <a:pt x="17145" y="5155"/>
                            <a:pt x="17717" y="11823"/>
                            <a:pt x="14859" y="1772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73" name="Forme libre : forme 1672">
                      <a:extLst>
                        <a:ext uri="{FF2B5EF4-FFF2-40B4-BE49-F238E27FC236}">
                          <a16:creationId xmlns:a16="http://schemas.microsoft.com/office/drawing/2014/main" id="{88EABB2D-1404-4FB0-853B-039D74A84D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7597" y="3392914"/>
                      <a:ext cx="17337" cy="14860"/>
                    </a:xfrm>
                    <a:custGeom>
                      <a:avLst/>
                      <a:gdLst>
                        <a:gd name="connsiteX0" fmla="*/ 8858 w 17337"/>
                        <a:gd name="connsiteY0" fmla="*/ 0 h 14860"/>
                        <a:gd name="connsiteX1" fmla="*/ 17336 w 17337"/>
                        <a:gd name="connsiteY1" fmla="*/ 7429 h 14860"/>
                        <a:gd name="connsiteX2" fmla="*/ 8668 w 17337"/>
                        <a:gd name="connsiteY2" fmla="*/ 14859 h 14860"/>
                        <a:gd name="connsiteX3" fmla="*/ 0 w 17337"/>
                        <a:gd name="connsiteY3" fmla="*/ 7525 h 14860"/>
                        <a:gd name="connsiteX4" fmla="*/ 8858 w 17337"/>
                        <a:gd name="connsiteY4" fmla="*/ 0 h 14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37" h="14860">
                          <a:moveTo>
                            <a:pt x="8858" y="0"/>
                          </a:moveTo>
                          <a:cubicBezTo>
                            <a:pt x="13621" y="0"/>
                            <a:pt x="17431" y="3334"/>
                            <a:pt x="17336" y="7429"/>
                          </a:cubicBezTo>
                          <a:cubicBezTo>
                            <a:pt x="17336" y="11525"/>
                            <a:pt x="13335" y="14764"/>
                            <a:pt x="8668" y="14859"/>
                          </a:cubicBezTo>
                          <a:cubicBezTo>
                            <a:pt x="4001" y="14954"/>
                            <a:pt x="0" y="11621"/>
                            <a:pt x="0" y="7525"/>
                          </a:cubicBezTo>
                          <a:cubicBezTo>
                            <a:pt x="190" y="3429"/>
                            <a:pt x="4096" y="0"/>
                            <a:pt x="8858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74" name="Forme libre : forme 1673">
                      <a:extLst>
                        <a:ext uri="{FF2B5EF4-FFF2-40B4-BE49-F238E27FC236}">
                          <a16:creationId xmlns:a16="http://schemas.microsoft.com/office/drawing/2014/main" id="{EE01F9F8-8C51-4147-91AA-FFB599B444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86671" y="3400161"/>
                      <a:ext cx="5871" cy="5886"/>
                    </a:xfrm>
                    <a:custGeom>
                      <a:avLst/>
                      <a:gdLst>
                        <a:gd name="connsiteX0" fmla="*/ 4260 w 5871"/>
                        <a:gd name="connsiteY0" fmla="*/ 277 h 5886"/>
                        <a:gd name="connsiteX1" fmla="*/ 5594 w 5871"/>
                        <a:gd name="connsiteY1" fmla="*/ 4182 h 5886"/>
                        <a:gd name="connsiteX2" fmla="*/ 1688 w 5871"/>
                        <a:gd name="connsiteY2" fmla="*/ 5611 h 5886"/>
                        <a:gd name="connsiteX3" fmla="*/ 260 w 5871"/>
                        <a:gd name="connsiteY3" fmla="*/ 1611 h 5886"/>
                        <a:gd name="connsiteX4" fmla="*/ 4260 w 5871"/>
                        <a:gd name="connsiteY4" fmla="*/ 277 h 5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71" h="5886">
                          <a:moveTo>
                            <a:pt x="4260" y="277"/>
                          </a:moveTo>
                          <a:cubicBezTo>
                            <a:pt x="5689" y="944"/>
                            <a:pt x="6261" y="2754"/>
                            <a:pt x="5594" y="4182"/>
                          </a:cubicBezTo>
                          <a:cubicBezTo>
                            <a:pt x="4927" y="5706"/>
                            <a:pt x="3213" y="6278"/>
                            <a:pt x="1688" y="5611"/>
                          </a:cubicBezTo>
                          <a:cubicBezTo>
                            <a:pt x="260" y="4945"/>
                            <a:pt x="-407" y="3135"/>
                            <a:pt x="260" y="1611"/>
                          </a:cubicBezTo>
                          <a:cubicBezTo>
                            <a:pt x="1022" y="182"/>
                            <a:pt x="2832" y="-389"/>
                            <a:pt x="4260" y="2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675" name="Graphique 15">
                    <a:extLst>
                      <a:ext uri="{FF2B5EF4-FFF2-40B4-BE49-F238E27FC236}">
                        <a16:creationId xmlns:a16="http://schemas.microsoft.com/office/drawing/2014/main" id="{D4DFCA48-FB4D-4FD6-BE05-6534A16B7C98}"/>
                      </a:ext>
                    </a:extLst>
                  </p:cNvPr>
                  <p:cNvGrpSpPr/>
                  <p:nvPr/>
                </p:nvGrpSpPr>
                <p:grpSpPr>
                  <a:xfrm>
                    <a:off x="9613548" y="3392229"/>
                    <a:ext cx="35515" cy="34535"/>
                    <a:chOff x="9613548" y="3392229"/>
                    <a:chExt cx="35515" cy="34535"/>
                  </a:xfrm>
                  <a:solidFill>
                    <a:schemeClr val="accent1"/>
                  </a:solidFill>
                </p:grpSpPr>
                <p:sp>
                  <p:nvSpPr>
                    <p:cNvPr id="1676" name="Forme libre : forme 1675">
                      <a:extLst>
                        <a:ext uri="{FF2B5EF4-FFF2-40B4-BE49-F238E27FC236}">
                          <a16:creationId xmlns:a16="http://schemas.microsoft.com/office/drawing/2014/main" id="{32CE1C91-26FA-4D80-B2ED-CADAFA96CA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13548" y="3392229"/>
                      <a:ext cx="35515" cy="34535"/>
                    </a:xfrm>
                    <a:custGeom>
                      <a:avLst/>
                      <a:gdLst>
                        <a:gd name="connsiteX0" fmla="*/ 25675 w 35515"/>
                        <a:gd name="connsiteY0" fmla="*/ 2114 h 34535"/>
                        <a:gd name="connsiteX1" fmla="*/ 33771 w 35515"/>
                        <a:gd name="connsiteY1" fmla="*/ 25355 h 34535"/>
                        <a:gd name="connsiteX2" fmla="*/ 10244 w 35515"/>
                        <a:gd name="connsiteY2" fmla="*/ 32784 h 34535"/>
                        <a:gd name="connsiteX3" fmla="*/ 1862 w 35515"/>
                        <a:gd name="connsiteY3" fmla="*/ 9448 h 34535"/>
                        <a:gd name="connsiteX4" fmla="*/ 25675 w 35515"/>
                        <a:gd name="connsiteY4" fmla="*/ 2114 h 34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15" h="34535">
                          <a:moveTo>
                            <a:pt x="25675" y="2114"/>
                          </a:moveTo>
                          <a:cubicBezTo>
                            <a:pt x="34342" y="6781"/>
                            <a:pt x="37962" y="17163"/>
                            <a:pt x="33771" y="25355"/>
                          </a:cubicBezTo>
                          <a:cubicBezTo>
                            <a:pt x="29485" y="33546"/>
                            <a:pt x="19103" y="36880"/>
                            <a:pt x="10244" y="32784"/>
                          </a:cubicBezTo>
                          <a:cubicBezTo>
                            <a:pt x="1291" y="28593"/>
                            <a:pt x="-2614" y="18020"/>
                            <a:pt x="1862" y="9448"/>
                          </a:cubicBezTo>
                          <a:cubicBezTo>
                            <a:pt x="6339" y="780"/>
                            <a:pt x="17007" y="-2554"/>
                            <a:pt x="25675" y="211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77" name="Forme libre : forme 1676">
                      <a:extLst>
                        <a:ext uri="{FF2B5EF4-FFF2-40B4-BE49-F238E27FC236}">
                          <a16:creationId xmlns:a16="http://schemas.microsoft.com/office/drawing/2014/main" id="{5C05129C-B30D-48A3-958F-3C229C0C72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16744" y="3392333"/>
                      <a:ext cx="32319" cy="34431"/>
                    </a:xfrm>
                    <a:custGeom>
                      <a:avLst/>
                      <a:gdLst>
                        <a:gd name="connsiteX0" fmla="*/ 15049 w 32319"/>
                        <a:gd name="connsiteY0" fmla="*/ 17344 h 34431"/>
                        <a:gd name="connsiteX1" fmla="*/ 0 w 32319"/>
                        <a:gd name="connsiteY1" fmla="*/ 26774 h 34431"/>
                        <a:gd name="connsiteX2" fmla="*/ 7048 w 32319"/>
                        <a:gd name="connsiteY2" fmla="*/ 32680 h 34431"/>
                        <a:gd name="connsiteX3" fmla="*/ 30575 w 32319"/>
                        <a:gd name="connsiteY3" fmla="*/ 25250 h 34431"/>
                        <a:gd name="connsiteX4" fmla="*/ 22479 w 32319"/>
                        <a:gd name="connsiteY4" fmla="*/ 2009 h 34431"/>
                        <a:gd name="connsiteX5" fmla="*/ 13906 w 32319"/>
                        <a:gd name="connsiteY5" fmla="*/ 9 h 34431"/>
                        <a:gd name="connsiteX6" fmla="*/ 15049 w 32319"/>
                        <a:gd name="connsiteY6" fmla="*/ 17344 h 34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319" h="34431">
                          <a:moveTo>
                            <a:pt x="15049" y="17344"/>
                          </a:moveTo>
                          <a:cubicBezTo>
                            <a:pt x="12192" y="23060"/>
                            <a:pt x="6096" y="26298"/>
                            <a:pt x="0" y="26774"/>
                          </a:cubicBezTo>
                          <a:cubicBezTo>
                            <a:pt x="1714" y="29251"/>
                            <a:pt x="4096" y="31346"/>
                            <a:pt x="7048" y="32680"/>
                          </a:cubicBezTo>
                          <a:cubicBezTo>
                            <a:pt x="15907" y="36776"/>
                            <a:pt x="26194" y="33442"/>
                            <a:pt x="30575" y="25250"/>
                          </a:cubicBezTo>
                          <a:cubicBezTo>
                            <a:pt x="34766" y="17059"/>
                            <a:pt x="31147" y="6677"/>
                            <a:pt x="22479" y="2009"/>
                          </a:cubicBezTo>
                          <a:cubicBezTo>
                            <a:pt x="19717" y="581"/>
                            <a:pt x="16764" y="-86"/>
                            <a:pt x="13906" y="9"/>
                          </a:cubicBezTo>
                          <a:cubicBezTo>
                            <a:pt x="17240" y="5152"/>
                            <a:pt x="18002" y="11725"/>
                            <a:pt x="15049" y="1734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78" name="Forme libre : forme 1677">
                      <a:extLst>
                        <a:ext uri="{FF2B5EF4-FFF2-40B4-BE49-F238E27FC236}">
                          <a16:creationId xmlns:a16="http://schemas.microsoft.com/office/drawing/2014/main" id="{A66203A4-8B5B-4E5E-BE2D-25B153FDA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3314" y="3395102"/>
                      <a:ext cx="16956" cy="14482"/>
                    </a:xfrm>
                    <a:custGeom>
                      <a:avLst/>
                      <a:gdLst>
                        <a:gd name="connsiteX0" fmla="*/ 8479 w 16956"/>
                        <a:gd name="connsiteY0" fmla="*/ 2 h 14482"/>
                        <a:gd name="connsiteX1" fmla="*/ 16956 w 16956"/>
                        <a:gd name="connsiteY1" fmla="*/ 7527 h 14482"/>
                        <a:gd name="connsiteX2" fmla="*/ 8479 w 16956"/>
                        <a:gd name="connsiteY2" fmla="*/ 14480 h 14482"/>
                        <a:gd name="connsiteX3" fmla="*/ 2 w 16956"/>
                        <a:gd name="connsiteY3" fmla="*/ 7051 h 14482"/>
                        <a:gd name="connsiteX4" fmla="*/ 8479 w 16956"/>
                        <a:gd name="connsiteY4" fmla="*/ 2 h 14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56" h="14482">
                          <a:moveTo>
                            <a:pt x="8479" y="2"/>
                          </a:moveTo>
                          <a:cubicBezTo>
                            <a:pt x="13146" y="193"/>
                            <a:pt x="16956" y="3526"/>
                            <a:pt x="16956" y="7527"/>
                          </a:cubicBezTo>
                          <a:cubicBezTo>
                            <a:pt x="16956" y="11527"/>
                            <a:pt x="13146" y="14575"/>
                            <a:pt x="8479" y="14480"/>
                          </a:cubicBezTo>
                          <a:cubicBezTo>
                            <a:pt x="3812" y="14385"/>
                            <a:pt x="-94" y="11051"/>
                            <a:pt x="2" y="7051"/>
                          </a:cubicBezTo>
                          <a:cubicBezTo>
                            <a:pt x="2" y="3050"/>
                            <a:pt x="3812" y="-93"/>
                            <a:pt x="8479" y="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79" name="Forme libre : forme 1678">
                      <a:extLst>
                        <a:ext uri="{FF2B5EF4-FFF2-40B4-BE49-F238E27FC236}">
                          <a16:creationId xmlns:a16="http://schemas.microsoft.com/office/drawing/2014/main" id="{9F1D53E5-1A66-477D-81A3-CFAF6E7E21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2277" y="3402022"/>
                      <a:ext cx="5793" cy="5666"/>
                    </a:xfrm>
                    <a:custGeom>
                      <a:avLst/>
                      <a:gdLst>
                        <a:gd name="connsiteX0" fmla="*/ 4182 w 5793"/>
                        <a:gd name="connsiteY0" fmla="*/ 321 h 5666"/>
                        <a:gd name="connsiteX1" fmla="*/ 5516 w 5793"/>
                        <a:gd name="connsiteY1" fmla="*/ 4131 h 5666"/>
                        <a:gd name="connsiteX2" fmla="*/ 1611 w 5793"/>
                        <a:gd name="connsiteY2" fmla="*/ 5369 h 5666"/>
                        <a:gd name="connsiteX3" fmla="*/ 277 w 5793"/>
                        <a:gd name="connsiteY3" fmla="*/ 1559 h 5666"/>
                        <a:gd name="connsiteX4" fmla="*/ 4182 w 5793"/>
                        <a:gd name="connsiteY4" fmla="*/ 321 h 5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3" h="5666">
                          <a:moveTo>
                            <a:pt x="4182" y="321"/>
                          </a:moveTo>
                          <a:cubicBezTo>
                            <a:pt x="5611" y="1083"/>
                            <a:pt x="6183" y="2798"/>
                            <a:pt x="5516" y="4131"/>
                          </a:cubicBezTo>
                          <a:cubicBezTo>
                            <a:pt x="4754" y="5560"/>
                            <a:pt x="3039" y="6036"/>
                            <a:pt x="1611" y="5369"/>
                          </a:cubicBezTo>
                          <a:cubicBezTo>
                            <a:pt x="182" y="4703"/>
                            <a:pt x="-390" y="2893"/>
                            <a:pt x="277" y="1559"/>
                          </a:cubicBezTo>
                          <a:cubicBezTo>
                            <a:pt x="944" y="226"/>
                            <a:pt x="2754" y="-441"/>
                            <a:pt x="4182" y="3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680" name="Graphique 15">
                    <a:extLst>
                      <a:ext uri="{FF2B5EF4-FFF2-40B4-BE49-F238E27FC236}">
                        <a16:creationId xmlns:a16="http://schemas.microsoft.com/office/drawing/2014/main" id="{06DF1431-02DA-45F7-8C08-6BC9BFF8EDF1}"/>
                      </a:ext>
                    </a:extLst>
                  </p:cNvPr>
                  <p:cNvGrpSpPr/>
                  <p:nvPr/>
                </p:nvGrpSpPr>
                <p:grpSpPr>
                  <a:xfrm>
                    <a:off x="9647326" y="3384368"/>
                    <a:ext cx="34982" cy="33905"/>
                    <a:chOff x="9647326" y="3384368"/>
                    <a:chExt cx="34982" cy="33905"/>
                  </a:xfrm>
                  <a:solidFill>
                    <a:schemeClr val="accent1"/>
                  </a:solidFill>
                </p:grpSpPr>
                <p:sp>
                  <p:nvSpPr>
                    <p:cNvPr id="1681" name="Forme libre : forme 1680">
                      <a:extLst>
                        <a:ext uri="{FF2B5EF4-FFF2-40B4-BE49-F238E27FC236}">
                          <a16:creationId xmlns:a16="http://schemas.microsoft.com/office/drawing/2014/main" id="{010EAC71-3109-4F8D-868C-675839C566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47326" y="3384368"/>
                      <a:ext cx="34982" cy="33715"/>
                    </a:xfrm>
                    <a:custGeom>
                      <a:avLst/>
                      <a:gdLst>
                        <a:gd name="connsiteX0" fmla="*/ 25615 w 34982"/>
                        <a:gd name="connsiteY0" fmla="*/ 2450 h 33715"/>
                        <a:gd name="connsiteX1" fmla="*/ 33140 w 34982"/>
                        <a:gd name="connsiteY1" fmla="*/ 25309 h 33715"/>
                        <a:gd name="connsiteX2" fmla="*/ 9898 w 34982"/>
                        <a:gd name="connsiteY2" fmla="*/ 31596 h 33715"/>
                        <a:gd name="connsiteX3" fmla="*/ 1802 w 34982"/>
                        <a:gd name="connsiteY3" fmla="*/ 8355 h 33715"/>
                        <a:gd name="connsiteX4" fmla="*/ 25615 w 34982"/>
                        <a:gd name="connsiteY4" fmla="*/ 2450 h 33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82" h="33715">
                          <a:moveTo>
                            <a:pt x="25615" y="2450"/>
                          </a:moveTo>
                          <a:cubicBezTo>
                            <a:pt x="34187" y="7402"/>
                            <a:pt x="37331" y="17499"/>
                            <a:pt x="33140" y="25309"/>
                          </a:cubicBezTo>
                          <a:cubicBezTo>
                            <a:pt x="29139" y="33215"/>
                            <a:pt x="18662" y="36073"/>
                            <a:pt x="9898" y="31596"/>
                          </a:cubicBezTo>
                          <a:cubicBezTo>
                            <a:pt x="1135" y="27119"/>
                            <a:pt x="-2484" y="16737"/>
                            <a:pt x="1802" y="8355"/>
                          </a:cubicBezTo>
                          <a:cubicBezTo>
                            <a:pt x="6184" y="164"/>
                            <a:pt x="17042" y="-2408"/>
                            <a:pt x="25615" y="245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82" name="Forme libre : forme 1681">
                      <a:extLst>
                        <a:ext uri="{FF2B5EF4-FFF2-40B4-BE49-F238E27FC236}">
                          <a16:creationId xmlns:a16="http://schemas.microsoft.com/office/drawing/2014/main" id="{DA7ED72F-0E25-41D9-9BC7-768767061A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0367" y="3384627"/>
                      <a:ext cx="31942" cy="33647"/>
                    </a:xfrm>
                    <a:custGeom>
                      <a:avLst/>
                      <a:gdLst>
                        <a:gd name="connsiteX0" fmla="*/ 14764 w 31942"/>
                        <a:gd name="connsiteY0" fmla="*/ 16764 h 33647"/>
                        <a:gd name="connsiteX1" fmla="*/ 0 w 31942"/>
                        <a:gd name="connsiteY1" fmla="*/ 25432 h 33647"/>
                        <a:gd name="connsiteX2" fmla="*/ 6858 w 31942"/>
                        <a:gd name="connsiteY2" fmla="*/ 31528 h 33647"/>
                        <a:gd name="connsiteX3" fmla="*/ 30099 w 31942"/>
                        <a:gd name="connsiteY3" fmla="*/ 25241 h 33647"/>
                        <a:gd name="connsiteX4" fmla="*/ 22574 w 31942"/>
                        <a:gd name="connsiteY4" fmla="*/ 2381 h 33647"/>
                        <a:gd name="connsiteX5" fmla="*/ 14002 w 31942"/>
                        <a:gd name="connsiteY5" fmla="*/ 0 h 33647"/>
                        <a:gd name="connsiteX6" fmla="*/ 14764 w 31942"/>
                        <a:gd name="connsiteY6" fmla="*/ 16764 h 336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942" h="33647">
                          <a:moveTo>
                            <a:pt x="14764" y="16764"/>
                          </a:moveTo>
                          <a:cubicBezTo>
                            <a:pt x="11906" y="22289"/>
                            <a:pt x="6191" y="25337"/>
                            <a:pt x="0" y="25432"/>
                          </a:cubicBezTo>
                          <a:cubicBezTo>
                            <a:pt x="1714" y="27908"/>
                            <a:pt x="3905" y="30004"/>
                            <a:pt x="6858" y="31528"/>
                          </a:cubicBezTo>
                          <a:cubicBezTo>
                            <a:pt x="15621" y="36004"/>
                            <a:pt x="26098" y="33147"/>
                            <a:pt x="30099" y="25241"/>
                          </a:cubicBezTo>
                          <a:cubicBezTo>
                            <a:pt x="34290" y="17431"/>
                            <a:pt x="31147" y="7239"/>
                            <a:pt x="22574" y="2381"/>
                          </a:cubicBezTo>
                          <a:cubicBezTo>
                            <a:pt x="19812" y="858"/>
                            <a:pt x="16954" y="95"/>
                            <a:pt x="14002" y="0"/>
                          </a:cubicBezTo>
                          <a:cubicBezTo>
                            <a:pt x="17240" y="5048"/>
                            <a:pt x="17621" y="11240"/>
                            <a:pt x="14764" y="1676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83" name="Forme libre : forme 1682">
                      <a:extLst>
                        <a:ext uri="{FF2B5EF4-FFF2-40B4-BE49-F238E27FC236}">
                          <a16:creationId xmlns:a16="http://schemas.microsoft.com/office/drawing/2014/main" id="{70EB2282-5706-4DD3-9718-2F8FA3BAEE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6654" y="3387260"/>
                      <a:ext cx="16961" cy="14045"/>
                    </a:xfrm>
                    <a:custGeom>
                      <a:avLst/>
                      <a:gdLst>
                        <a:gd name="connsiteX0" fmla="*/ 8763 w 16961"/>
                        <a:gd name="connsiteY0" fmla="*/ 34 h 14045"/>
                        <a:gd name="connsiteX1" fmla="*/ 16954 w 16961"/>
                        <a:gd name="connsiteY1" fmla="*/ 7654 h 14045"/>
                        <a:gd name="connsiteX2" fmla="*/ 8382 w 16961"/>
                        <a:gd name="connsiteY2" fmla="*/ 14036 h 14045"/>
                        <a:gd name="connsiteX3" fmla="*/ 0 w 16961"/>
                        <a:gd name="connsiteY3" fmla="*/ 6416 h 14045"/>
                        <a:gd name="connsiteX4" fmla="*/ 8763 w 16961"/>
                        <a:gd name="connsiteY4" fmla="*/ 34 h 14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61" h="14045">
                          <a:moveTo>
                            <a:pt x="8763" y="34"/>
                          </a:moveTo>
                          <a:cubicBezTo>
                            <a:pt x="13430" y="415"/>
                            <a:pt x="17145" y="3844"/>
                            <a:pt x="16954" y="7654"/>
                          </a:cubicBezTo>
                          <a:cubicBezTo>
                            <a:pt x="16859" y="11464"/>
                            <a:pt x="12954" y="14226"/>
                            <a:pt x="8382" y="14036"/>
                          </a:cubicBezTo>
                          <a:cubicBezTo>
                            <a:pt x="3810" y="13750"/>
                            <a:pt x="0" y="10417"/>
                            <a:pt x="0" y="6416"/>
                          </a:cubicBezTo>
                          <a:cubicBezTo>
                            <a:pt x="190" y="2511"/>
                            <a:pt x="4096" y="-347"/>
                            <a:pt x="8763" y="3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84" name="Forme libre : forme 1683">
                      <a:extLst>
                        <a:ext uri="{FF2B5EF4-FFF2-40B4-BE49-F238E27FC236}">
                          <a16:creationId xmlns:a16="http://schemas.microsoft.com/office/drawing/2014/main" id="{322D013B-95C6-4FA9-BAA2-453CFE1C4A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5709" y="3393577"/>
                      <a:ext cx="5717" cy="5606"/>
                    </a:xfrm>
                    <a:custGeom>
                      <a:avLst/>
                      <a:gdLst>
                        <a:gd name="connsiteX0" fmla="*/ 4182 w 5717"/>
                        <a:gd name="connsiteY0" fmla="*/ 385 h 5606"/>
                        <a:gd name="connsiteX1" fmla="*/ 5421 w 5717"/>
                        <a:gd name="connsiteY1" fmla="*/ 4195 h 5606"/>
                        <a:gd name="connsiteX2" fmla="*/ 1611 w 5717"/>
                        <a:gd name="connsiteY2" fmla="*/ 5242 h 5606"/>
                        <a:gd name="connsiteX3" fmla="*/ 277 w 5717"/>
                        <a:gd name="connsiteY3" fmla="*/ 1432 h 5606"/>
                        <a:gd name="connsiteX4" fmla="*/ 4182 w 5717"/>
                        <a:gd name="connsiteY4" fmla="*/ 385 h 5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17" h="5606">
                          <a:moveTo>
                            <a:pt x="4182" y="385"/>
                          </a:moveTo>
                          <a:cubicBezTo>
                            <a:pt x="5611" y="1146"/>
                            <a:pt x="6088" y="2861"/>
                            <a:pt x="5421" y="4195"/>
                          </a:cubicBezTo>
                          <a:cubicBezTo>
                            <a:pt x="4754" y="5528"/>
                            <a:pt x="3040" y="6004"/>
                            <a:pt x="1611" y="5242"/>
                          </a:cubicBezTo>
                          <a:cubicBezTo>
                            <a:pt x="182" y="4480"/>
                            <a:pt x="-390" y="2766"/>
                            <a:pt x="277" y="1432"/>
                          </a:cubicBezTo>
                          <a:cubicBezTo>
                            <a:pt x="944" y="3"/>
                            <a:pt x="2754" y="-377"/>
                            <a:pt x="4182" y="38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685" name="Graphique 15">
                  <a:extLst>
                    <a:ext uri="{FF2B5EF4-FFF2-40B4-BE49-F238E27FC236}">
                      <a16:creationId xmlns:a16="http://schemas.microsoft.com/office/drawing/2014/main" id="{E7F6EF7F-7E49-4536-BC14-ECA8098FE9BC}"/>
                    </a:ext>
                  </a:extLst>
                </p:cNvPr>
                <p:cNvGrpSpPr/>
                <p:nvPr/>
              </p:nvGrpSpPr>
              <p:grpSpPr>
                <a:xfrm>
                  <a:off x="9691927" y="3418013"/>
                  <a:ext cx="88941" cy="58539"/>
                  <a:chOff x="9691927" y="3418013"/>
                  <a:chExt cx="88941" cy="58539"/>
                </a:xfrm>
                <a:solidFill>
                  <a:schemeClr val="accent1"/>
                </a:solidFill>
              </p:grpSpPr>
              <p:grpSp>
                <p:nvGrpSpPr>
                  <p:cNvPr id="1686" name="Graphique 15">
                    <a:extLst>
                      <a:ext uri="{FF2B5EF4-FFF2-40B4-BE49-F238E27FC236}">
                        <a16:creationId xmlns:a16="http://schemas.microsoft.com/office/drawing/2014/main" id="{BD795274-62C1-44DD-A9A3-A8FB2120E5AE}"/>
                      </a:ext>
                    </a:extLst>
                  </p:cNvPr>
                  <p:cNvGrpSpPr/>
                  <p:nvPr/>
                </p:nvGrpSpPr>
                <p:grpSpPr>
                  <a:xfrm>
                    <a:off x="9691927" y="3445075"/>
                    <a:ext cx="34656" cy="31477"/>
                    <a:chOff x="9691927" y="3445075"/>
                    <a:chExt cx="34656" cy="31477"/>
                  </a:xfrm>
                  <a:solidFill>
                    <a:schemeClr val="accent1"/>
                  </a:solidFill>
                </p:grpSpPr>
                <p:sp>
                  <p:nvSpPr>
                    <p:cNvPr id="1687" name="Forme libre : forme 1686">
                      <a:extLst>
                        <a:ext uri="{FF2B5EF4-FFF2-40B4-BE49-F238E27FC236}">
                          <a16:creationId xmlns:a16="http://schemas.microsoft.com/office/drawing/2014/main" id="{A747228A-B91F-49CF-94C2-7B13180BA3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1927" y="3445160"/>
                      <a:ext cx="34656" cy="31392"/>
                    </a:xfrm>
                    <a:custGeom>
                      <a:avLst/>
                      <a:gdLst>
                        <a:gd name="connsiteX0" fmla="*/ 16447 w 34656"/>
                        <a:gd name="connsiteY0" fmla="*/ 46 h 31392"/>
                        <a:gd name="connsiteX1" fmla="*/ 34640 w 34656"/>
                        <a:gd name="connsiteY1" fmla="*/ 16810 h 31392"/>
                        <a:gd name="connsiteX2" fmla="*/ 18924 w 34656"/>
                        <a:gd name="connsiteY2" fmla="*/ 31383 h 31392"/>
                        <a:gd name="connsiteX3" fmla="*/ 64 w 34656"/>
                        <a:gd name="connsiteY3" fmla="*/ 15095 h 31392"/>
                        <a:gd name="connsiteX4" fmla="*/ 16447 w 34656"/>
                        <a:gd name="connsiteY4" fmla="*/ 46 h 31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656" h="31392">
                          <a:moveTo>
                            <a:pt x="16447" y="46"/>
                          </a:moveTo>
                          <a:cubicBezTo>
                            <a:pt x="25972" y="713"/>
                            <a:pt x="34069" y="8333"/>
                            <a:pt x="34640" y="16810"/>
                          </a:cubicBezTo>
                          <a:cubicBezTo>
                            <a:pt x="35021" y="25097"/>
                            <a:pt x="28544" y="31669"/>
                            <a:pt x="18924" y="31383"/>
                          </a:cubicBezTo>
                          <a:cubicBezTo>
                            <a:pt x="9399" y="31098"/>
                            <a:pt x="922" y="23954"/>
                            <a:pt x="64" y="15095"/>
                          </a:cubicBezTo>
                          <a:cubicBezTo>
                            <a:pt x="-793" y="6047"/>
                            <a:pt x="7018" y="-621"/>
                            <a:pt x="16447" y="4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88" name="Forme libre : forme 1687">
                      <a:extLst>
                        <a:ext uri="{FF2B5EF4-FFF2-40B4-BE49-F238E27FC236}">
                          <a16:creationId xmlns:a16="http://schemas.microsoft.com/office/drawing/2014/main" id="{FFDAEB7B-78AD-44D7-B6E7-4A12E56A1B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0087" y="3445075"/>
                      <a:ext cx="26495" cy="31389"/>
                    </a:xfrm>
                    <a:custGeom>
                      <a:avLst/>
                      <a:gdLst>
                        <a:gd name="connsiteX0" fmla="*/ 9525 w 26495"/>
                        <a:gd name="connsiteY0" fmla="*/ 15657 h 31389"/>
                        <a:gd name="connsiteX1" fmla="*/ 2000 w 26495"/>
                        <a:gd name="connsiteY1" fmla="*/ 28992 h 31389"/>
                        <a:gd name="connsiteX2" fmla="*/ 10763 w 26495"/>
                        <a:gd name="connsiteY2" fmla="*/ 31373 h 31389"/>
                        <a:gd name="connsiteX3" fmla="*/ 26479 w 26495"/>
                        <a:gd name="connsiteY3" fmla="*/ 16800 h 31389"/>
                        <a:gd name="connsiteX4" fmla="*/ 8287 w 26495"/>
                        <a:gd name="connsiteY4" fmla="*/ 36 h 31389"/>
                        <a:gd name="connsiteX5" fmla="*/ 0 w 26495"/>
                        <a:gd name="connsiteY5" fmla="*/ 1560 h 31389"/>
                        <a:gd name="connsiteX6" fmla="*/ 9525 w 26495"/>
                        <a:gd name="connsiteY6" fmla="*/ 15657 h 31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495" h="31389">
                          <a:moveTo>
                            <a:pt x="9525" y="15657"/>
                          </a:moveTo>
                          <a:cubicBezTo>
                            <a:pt x="10096" y="21563"/>
                            <a:pt x="7048" y="26516"/>
                            <a:pt x="2000" y="28992"/>
                          </a:cubicBezTo>
                          <a:cubicBezTo>
                            <a:pt x="4667" y="30421"/>
                            <a:pt x="7620" y="31278"/>
                            <a:pt x="10763" y="31373"/>
                          </a:cubicBezTo>
                          <a:cubicBezTo>
                            <a:pt x="20384" y="31754"/>
                            <a:pt x="26861" y="25182"/>
                            <a:pt x="26479" y="16800"/>
                          </a:cubicBezTo>
                          <a:cubicBezTo>
                            <a:pt x="25908" y="8418"/>
                            <a:pt x="17812" y="703"/>
                            <a:pt x="8287" y="36"/>
                          </a:cubicBezTo>
                          <a:cubicBezTo>
                            <a:pt x="5239" y="-154"/>
                            <a:pt x="2477" y="417"/>
                            <a:pt x="0" y="1560"/>
                          </a:cubicBezTo>
                          <a:cubicBezTo>
                            <a:pt x="5429" y="4704"/>
                            <a:pt x="9239" y="9942"/>
                            <a:pt x="9525" y="1565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89" name="Forme libre : forme 1688">
                      <a:extLst>
                        <a:ext uri="{FF2B5EF4-FFF2-40B4-BE49-F238E27FC236}">
                          <a16:creationId xmlns:a16="http://schemas.microsoft.com/office/drawing/2014/main" id="{A5C58FE9-BEFD-4127-AD1A-DEC2CA6C35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7874" y="3447984"/>
                      <a:ext cx="16247" cy="13451"/>
                    </a:xfrm>
                    <a:custGeom>
                      <a:avLst/>
                      <a:gdLst>
                        <a:gd name="connsiteX0" fmla="*/ 4594 w 16247"/>
                        <a:gd name="connsiteY0" fmla="*/ 650 h 13451"/>
                        <a:gd name="connsiteX1" fmla="*/ 15453 w 16247"/>
                        <a:gd name="connsiteY1" fmla="*/ 3889 h 13451"/>
                        <a:gd name="connsiteX2" fmla="*/ 11643 w 16247"/>
                        <a:gd name="connsiteY2" fmla="*/ 12747 h 13451"/>
                        <a:gd name="connsiteX3" fmla="*/ 880 w 16247"/>
                        <a:gd name="connsiteY3" fmla="*/ 9699 h 13451"/>
                        <a:gd name="connsiteX4" fmla="*/ 4594 w 16247"/>
                        <a:gd name="connsiteY4" fmla="*/ 650 h 134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7" h="13451">
                          <a:moveTo>
                            <a:pt x="4594" y="650"/>
                          </a:moveTo>
                          <a:cubicBezTo>
                            <a:pt x="8690" y="-969"/>
                            <a:pt x="13453" y="555"/>
                            <a:pt x="15453" y="3889"/>
                          </a:cubicBezTo>
                          <a:cubicBezTo>
                            <a:pt x="17358" y="7223"/>
                            <a:pt x="15739" y="11128"/>
                            <a:pt x="11643" y="12747"/>
                          </a:cubicBezTo>
                          <a:cubicBezTo>
                            <a:pt x="7738" y="14366"/>
                            <a:pt x="2880" y="13128"/>
                            <a:pt x="880" y="9699"/>
                          </a:cubicBezTo>
                          <a:cubicBezTo>
                            <a:pt x="-1216" y="6270"/>
                            <a:pt x="594" y="2270"/>
                            <a:pt x="4594" y="65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90" name="Forme libre : forme 1689">
                      <a:extLst>
                        <a:ext uri="{FF2B5EF4-FFF2-40B4-BE49-F238E27FC236}">
                          <a16:creationId xmlns:a16="http://schemas.microsoft.com/office/drawing/2014/main" id="{06B80EFE-8BE0-4C08-B338-C851A18298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8844" y="3456535"/>
                      <a:ext cx="5630" cy="5249"/>
                    </a:xfrm>
                    <a:custGeom>
                      <a:avLst/>
                      <a:gdLst>
                        <a:gd name="connsiteX0" fmla="*/ 2577 w 5630"/>
                        <a:gd name="connsiteY0" fmla="*/ 6 h 5249"/>
                        <a:gd name="connsiteX1" fmla="*/ 5625 w 5630"/>
                        <a:gd name="connsiteY1" fmla="*/ 2768 h 5249"/>
                        <a:gd name="connsiteX2" fmla="*/ 3054 w 5630"/>
                        <a:gd name="connsiteY2" fmla="*/ 5244 h 5249"/>
                        <a:gd name="connsiteX3" fmla="*/ 6 w 5630"/>
                        <a:gd name="connsiteY3" fmla="*/ 2482 h 5249"/>
                        <a:gd name="connsiteX4" fmla="*/ 2577 w 5630"/>
                        <a:gd name="connsiteY4" fmla="*/ 6 h 5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30" h="5249">
                          <a:moveTo>
                            <a:pt x="2577" y="6"/>
                          </a:moveTo>
                          <a:cubicBezTo>
                            <a:pt x="4197" y="101"/>
                            <a:pt x="5530" y="1339"/>
                            <a:pt x="5625" y="2768"/>
                          </a:cubicBezTo>
                          <a:cubicBezTo>
                            <a:pt x="5721" y="4197"/>
                            <a:pt x="4578" y="5340"/>
                            <a:pt x="3054" y="5244"/>
                          </a:cubicBezTo>
                          <a:cubicBezTo>
                            <a:pt x="1530" y="5149"/>
                            <a:pt x="101" y="4006"/>
                            <a:pt x="6" y="2482"/>
                          </a:cubicBezTo>
                          <a:cubicBezTo>
                            <a:pt x="-90" y="1053"/>
                            <a:pt x="1053" y="-90"/>
                            <a:pt x="2577" y="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691" name="Graphique 15">
                    <a:extLst>
                      <a:ext uri="{FF2B5EF4-FFF2-40B4-BE49-F238E27FC236}">
                        <a16:creationId xmlns:a16="http://schemas.microsoft.com/office/drawing/2014/main" id="{E69DDB84-4206-4019-920B-66FBCA037D25}"/>
                      </a:ext>
                    </a:extLst>
                  </p:cNvPr>
                  <p:cNvGrpSpPr/>
                  <p:nvPr/>
                </p:nvGrpSpPr>
                <p:grpSpPr>
                  <a:xfrm>
                    <a:off x="9722830" y="3435360"/>
                    <a:ext cx="34260" cy="30773"/>
                    <a:chOff x="9722830" y="3435360"/>
                    <a:chExt cx="34260" cy="30773"/>
                  </a:xfrm>
                  <a:solidFill>
                    <a:schemeClr val="accent1"/>
                  </a:solidFill>
                </p:grpSpPr>
                <p:sp>
                  <p:nvSpPr>
                    <p:cNvPr id="1692" name="Forme libre : forme 1691">
                      <a:extLst>
                        <a:ext uri="{FF2B5EF4-FFF2-40B4-BE49-F238E27FC236}">
                          <a16:creationId xmlns:a16="http://schemas.microsoft.com/office/drawing/2014/main" id="{4E3353D7-B240-441A-94C8-83B854F535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2830" y="3435360"/>
                      <a:ext cx="34260" cy="30773"/>
                    </a:xfrm>
                    <a:custGeom>
                      <a:avLst/>
                      <a:gdLst>
                        <a:gd name="connsiteX0" fmla="*/ 16310 w 34260"/>
                        <a:gd name="connsiteY0" fmla="*/ 131 h 30773"/>
                        <a:gd name="connsiteX1" fmla="*/ 34217 w 34260"/>
                        <a:gd name="connsiteY1" fmla="*/ 17276 h 30773"/>
                        <a:gd name="connsiteX2" fmla="*/ 18310 w 34260"/>
                        <a:gd name="connsiteY2" fmla="*/ 30706 h 30773"/>
                        <a:gd name="connsiteX3" fmla="*/ 22 w 34260"/>
                        <a:gd name="connsiteY3" fmla="*/ 14037 h 30773"/>
                        <a:gd name="connsiteX4" fmla="*/ 16310 w 34260"/>
                        <a:gd name="connsiteY4" fmla="*/ 131 h 30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60" h="30773">
                          <a:moveTo>
                            <a:pt x="16310" y="131"/>
                          </a:moveTo>
                          <a:cubicBezTo>
                            <a:pt x="25931" y="1274"/>
                            <a:pt x="33455" y="8989"/>
                            <a:pt x="34217" y="17276"/>
                          </a:cubicBezTo>
                          <a:cubicBezTo>
                            <a:pt x="34884" y="25658"/>
                            <a:pt x="27835" y="31468"/>
                            <a:pt x="18310" y="30706"/>
                          </a:cubicBezTo>
                          <a:cubicBezTo>
                            <a:pt x="8785" y="29944"/>
                            <a:pt x="499" y="22610"/>
                            <a:pt x="22" y="14037"/>
                          </a:cubicBezTo>
                          <a:cubicBezTo>
                            <a:pt x="-454" y="5465"/>
                            <a:pt x="6690" y="-1012"/>
                            <a:pt x="16310" y="13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93" name="Forme libre : forme 1692">
                      <a:extLst>
                        <a:ext uri="{FF2B5EF4-FFF2-40B4-BE49-F238E27FC236}">
                          <a16:creationId xmlns:a16="http://schemas.microsoft.com/office/drawing/2014/main" id="{9FC69185-3F58-49DA-BCDA-CA60A2B4B8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0853" y="3435360"/>
                      <a:ext cx="26142" cy="30772"/>
                    </a:xfrm>
                    <a:custGeom>
                      <a:avLst/>
                      <a:gdLst>
                        <a:gd name="connsiteX0" fmla="*/ 9525 w 26142"/>
                        <a:gd name="connsiteY0" fmla="*/ 15465 h 30772"/>
                        <a:gd name="connsiteX1" fmla="*/ 1524 w 26142"/>
                        <a:gd name="connsiteY1" fmla="*/ 27943 h 30772"/>
                        <a:gd name="connsiteX2" fmla="*/ 10192 w 26142"/>
                        <a:gd name="connsiteY2" fmla="*/ 30706 h 30772"/>
                        <a:gd name="connsiteX3" fmla="*/ 26098 w 26142"/>
                        <a:gd name="connsiteY3" fmla="*/ 17275 h 30772"/>
                        <a:gd name="connsiteX4" fmla="*/ 8191 w 26142"/>
                        <a:gd name="connsiteY4" fmla="*/ 130 h 30772"/>
                        <a:gd name="connsiteX5" fmla="*/ 0 w 26142"/>
                        <a:gd name="connsiteY5" fmla="*/ 1273 h 30772"/>
                        <a:gd name="connsiteX6" fmla="*/ 9525 w 26142"/>
                        <a:gd name="connsiteY6" fmla="*/ 15465 h 30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42" h="30772">
                          <a:moveTo>
                            <a:pt x="9525" y="15465"/>
                          </a:moveTo>
                          <a:cubicBezTo>
                            <a:pt x="9906" y="21276"/>
                            <a:pt x="6667" y="25752"/>
                            <a:pt x="1524" y="27943"/>
                          </a:cubicBezTo>
                          <a:cubicBezTo>
                            <a:pt x="4191" y="29372"/>
                            <a:pt x="7144" y="30420"/>
                            <a:pt x="10192" y="30706"/>
                          </a:cubicBezTo>
                          <a:cubicBezTo>
                            <a:pt x="19717" y="31467"/>
                            <a:pt x="26765" y="25657"/>
                            <a:pt x="26098" y="17275"/>
                          </a:cubicBezTo>
                          <a:cubicBezTo>
                            <a:pt x="25432" y="8893"/>
                            <a:pt x="17907" y="1273"/>
                            <a:pt x="8191" y="130"/>
                          </a:cubicBezTo>
                          <a:cubicBezTo>
                            <a:pt x="5143" y="-251"/>
                            <a:pt x="2286" y="225"/>
                            <a:pt x="0" y="1273"/>
                          </a:cubicBezTo>
                          <a:cubicBezTo>
                            <a:pt x="5334" y="4416"/>
                            <a:pt x="9144" y="9750"/>
                            <a:pt x="9525" y="1546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94" name="Forme libre : forme 1693">
                      <a:extLst>
                        <a:ext uri="{FF2B5EF4-FFF2-40B4-BE49-F238E27FC236}">
                          <a16:creationId xmlns:a16="http://schemas.microsoft.com/office/drawing/2014/main" id="{56FB4841-0C99-49BE-8D93-E1814EF7D7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8740" y="3438019"/>
                      <a:ext cx="15883" cy="13247"/>
                    </a:xfrm>
                    <a:custGeom>
                      <a:avLst/>
                      <a:gdLst>
                        <a:gd name="connsiteX0" fmla="*/ 4495 w 15883"/>
                        <a:gd name="connsiteY0" fmla="*/ 519 h 13247"/>
                        <a:gd name="connsiteX1" fmla="*/ 15068 w 15883"/>
                        <a:gd name="connsiteY1" fmla="*/ 4139 h 13247"/>
                        <a:gd name="connsiteX2" fmla="*/ 11448 w 15883"/>
                        <a:gd name="connsiteY2" fmla="*/ 12711 h 13247"/>
                        <a:gd name="connsiteX3" fmla="*/ 780 w 15883"/>
                        <a:gd name="connsiteY3" fmla="*/ 9283 h 13247"/>
                        <a:gd name="connsiteX4" fmla="*/ 4495 w 15883"/>
                        <a:gd name="connsiteY4" fmla="*/ 519 h 13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3" h="13247">
                          <a:moveTo>
                            <a:pt x="4495" y="519"/>
                          </a:moveTo>
                          <a:cubicBezTo>
                            <a:pt x="8400" y="-909"/>
                            <a:pt x="13163" y="710"/>
                            <a:pt x="15068" y="4139"/>
                          </a:cubicBezTo>
                          <a:cubicBezTo>
                            <a:pt x="16973" y="7473"/>
                            <a:pt x="15449" y="11283"/>
                            <a:pt x="11448" y="12711"/>
                          </a:cubicBezTo>
                          <a:cubicBezTo>
                            <a:pt x="7543" y="14140"/>
                            <a:pt x="2685" y="12616"/>
                            <a:pt x="780" y="9283"/>
                          </a:cubicBezTo>
                          <a:cubicBezTo>
                            <a:pt x="-1125" y="5949"/>
                            <a:pt x="590" y="1948"/>
                            <a:pt x="4495" y="51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95" name="Forme libre : forme 1694">
                      <a:extLst>
                        <a:ext uri="{FF2B5EF4-FFF2-40B4-BE49-F238E27FC236}">
                          <a16:creationId xmlns:a16="http://schemas.microsoft.com/office/drawing/2014/main" id="{D0BCDA78-D266-43F2-B212-5FF7C16622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9610" y="3446342"/>
                      <a:ext cx="5630" cy="5061"/>
                    </a:xfrm>
                    <a:custGeom>
                      <a:avLst/>
                      <a:gdLst>
                        <a:gd name="connsiteX0" fmla="*/ 2672 w 5630"/>
                        <a:gd name="connsiteY0" fmla="*/ 7 h 5061"/>
                        <a:gd name="connsiteX1" fmla="*/ 5625 w 5630"/>
                        <a:gd name="connsiteY1" fmla="*/ 2769 h 5061"/>
                        <a:gd name="connsiteX2" fmla="*/ 2958 w 5630"/>
                        <a:gd name="connsiteY2" fmla="*/ 5055 h 5061"/>
                        <a:gd name="connsiteX3" fmla="*/ 5 w 5630"/>
                        <a:gd name="connsiteY3" fmla="*/ 2292 h 5061"/>
                        <a:gd name="connsiteX4" fmla="*/ 2672 w 5630"/>
                        <a:gd name="connsiteY4" fmla="*/ 7 h 50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30" h="5061">
                          <a:moveTo>
                            <a:pt x="2672" y="7"/>
                          </a:moveTo>
                          <a:cubicBezTo>
                            <a:pt x="4196" y="197"/>
                            <a:pt x="5530" y="1435"/>
                            <a:pt x="5625" y="2769"/>
                          </a:cubicBezTo>
                          <a:cubicBezTo>
                            <a:pt x="5720" y="4198"/>
                            <a:pt x="4482" y="5150"/>
                            <a:pt x="2958" y="5055"/>
                          </a:cubicBezTo>
                          <a:cubicBezTo>
                            <a:pt x="1434" y="4959"/>
                            <a:pt x="101" y="3721"/>
                            <a:pt x="5" y="2292"/>
                          </a:cubicBezTo>
                          <a:cubicBezTo>
                            <a:pt x="-90" y="864"/>
                            <a:pt x="1148" y="-89"/>
                            <a:pt x="2672" y="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696" name="Graphique 15">
                    <a:extLst>
                      <a:ext uri="{FF2B5EF4-FFF2-40B4-BE49-F238E27FC236}">
                        <a16:creationId xmlns:a16="http://schemas.microsoft.com/office/drawing/2014/main" id="{AF6AAC04-9CDB-47EB-B7FB-D9369EF51CCD}"/>
                      </a:ext>
                    </a:extLst>
                  </p:cNvPr>
                  <p:cNvGrpSpPr/>
                  <p:nvPr/>
                </p:nvGrpSpPr>
                <p:grpSpPr>
                  <a:xfrm>
                    <a:off x="9746852" y="3418013"/>
                    <a:ext cx="34015" cy="30609"/>
                    <a:chOff x="9746852" y="3418013"/>
                    <a:chExt cx="34015" cy="30609"/>
                  </a:xfrm>
                  <a:solidFill>
                    <a:schemeClr val="accent1"/>
                  </a:solidFill>
                </p:grpSpPr>
                <p:sp>
                  <p:nvSpPr>
                    <p:cNvPr id="1697" name="Forme libre : forme 1696">
                      <a:extLst>
                        <a:ext uri="{FF2B5EF4-FFF2-40B4-BE49-F238E27FC236}">
                          <a16:creationId xmlns:a16="http://schemas.microsoft.com/office/drawing/2014/main" id="{F5299C1F-F6CB-4AAB-806D-E3545E133B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6852" y="3418013"/>
                      <a:ext cx="34015" cy="30514"/>
                    </a:xfrm>
                    <a:custGeom>
                      <a:avLst/>
                      <a:gdLst>
                        <a:gd name="connsiteX0" fmla="*/ 16672 w 34015"/>
                        <a:gd name="connsiteY0" fmla="*/ 237 h 30514"/>
                        <a:gd name="connsiteX1" fmla="*/ 34008 w 34015"/>
                        <a:gd name="connsiteY1" fmla="*/ 18049 h 30514"/>
                        <a:gd name="connsiteX2" fmla="*/ 17529 w 34015"/>
                        <a:gd name="connsiteY2" fmla="*/ 30336 h 30514"/>
                        <a:gd name="connsiteX3" fmla="*/ 3 w 34015"/>
                        <a:gd name="connsiteY3" fmla="*/ 13096 h 30514"/>
                        <a:gd name="connsiteX4" fmla="*/ 16672 w 34015"/>
                        <a:gd name="connsiteY4" fmla="*/ 237 h 30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15" h="30514">
                          <a:moveTo>
                            <a:pt x="16672" y="237"/>
                          </a:moveTo>
                          <a:cubicBezTo>
                            <a:pt x="26007" y="1761"/>
                            <a:pt x="33627" y="9857"/>
                            <a:pt x="34008" y="18049"/>
                          </a:cubicBezTo>
                          <a:cubicBezTo>
                            <a:pt x="34294" y="26240"/>
                            <a:pt x="27054" y="31574"/>
                            <a:pt x="17529" y="30336"/>
                          </a:cubicBezTo>
                          <a:cubicBezTo>
                            <a:pt x="8004" y="29098"/>
                            <a:pt x="99" y="21478"/>
                            <a:pt x="3" y="13096"/>
                          </a:cubicBezTo>
                          <a:cubicBezTo>
                            <a:pt x="-187" y="4714"/>
                            <a:pt x="7433" y="-1287"/>
                            <a:pt x="16672" y="23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98" name="Forme libre : forme 1697">
                      <a:extLst>
                        <a:ext uri="{FF2B5EF4-FFF2-40B4-BE49-F238E27FC236}">
                          <a16:creationId xmlns:a16="http://schemas.microsoft.com/office/drawing/2014/main" id="{23F8B9E3-D8E1-48A3-95AA-120508B5D5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5428" y="3418138"/>
                      <a:ext cx="25440" cy="30484"/>
                    </a:xfrm>
                    <a:custGeom>
                      <a:avLst/>
                      <a:gdLst>
                        <a:gd name="connsiteX0" fmla="*/ 8858 w 25440"/>
                        <a:gd name="connsiteY0" fmla="*/ 15257 h 30484"/>
                        <a:gd name="connsiteX1" fmla="*/ 381 w 25440"/>
                        <a:gd name="connsiteY1" fmla="*/ 27163 h 30484"/>
                        <a:gd name="connsiteX2" fmla="*/ 8954 w 25440"/>
                        <a:gd name="connsiteY2" fmla="*/ 30306 h 30484"/>
                        <a:gd name="connsiteX3" fmla="*/ 25432 w 25440"/>
                        <a:gd name="connsiteY3" fmla="*/ 18019 h 30484"/>
                        <a:gd name="connsiteX4" fmla="*/ 8096 w 25440"/>
                        <a:gd name="connsiteY4" fmla="*/ 207 h 30484"/>
                        <a:gd name="connsiteX5" fmla="*/ 0 w 25440"/>
                        <a:gd name="connsiteY5" fmla="*/ 970 h 30484"/>
                        <a:gd name="connsiteX6" fmla="*/ 8858 w 25440"/>
                        <a:gd name="connsiteY6" fmla="*/ 15257 h 304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440" h="30484">
                          <a:moveTo>
                            <a:pt x="8858" y="15257"/>
                          </a:moveTo>
                          <a:cubicBezTo>
                            <a:pt x="9049" y="20972"/>
                            <a:pt x="5620" y="25258"/>
                            <a:pt x="381" y="27163"/>
                          </a:cubicBezTo>
                          <a:cubicBezTo>
                            <a:pt x="2953" y="28782"/>
                            <a:pt x="5810" y="29925"/>
                            <a:pt x="8954" y="30306"/>
                          </a:cubicBezTo>
                          <a:cubicBezTo>
                            <a:pt x="18479" y="31545"/>
                            <a:pt x="25718" y="26211"/>
                            <a:pt x="25432" y="18019"/>
                          </a:cubicBezTo>
                          <a:cubicBezTo>
                            <a:pt x="25146" y="9828"/>
                            <a:pt x="17431" y="1636"/>
                            <a:pt x="8096" y="207"/>
                          </a:cubicBezTo>
                          <a:cubicBezTo>
                            <a:pt x="5144" y="-269"/>
                            <a:pt x="2381" y="112"/>
                            <a:pt x="0" y="970"/>
                          </a:cubicBezTo>
                          <a:cubicBezTo>
                            <a:pt x="5144" y="4303"/>
                            <a:pt x="8668" y="9732"/>
                            <a:pt x="8858" y="1525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699" name="Forme libre : forme 1698">
                      <a:extLst>
                        <a:ext uri="{FF2B5EF4-FFF2-40B4-BE49-F238E27FC236}">
                          <a16:creationId xmlns:a16="http://schemas.microsoft.com/office/drawing/2014/main" id="{087B0C62-7961-4F0B-972E-9C72E303F6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3010" y="3420633"/>
                      <a:ext cx="15900" cy="13020"/>
                    </a:xfrm>
                    <a:custGeom>
                      <a:avLst/>
                      <a:gdLst>
                        <a:gd name="connsiteX0" fmla="*/ 4703 w 15900"/>
                        <a:gd name="connsiteY0" fmla="*/ 379 h 13020"/>
                        <a:gd name="connsiteX1" fmla="*/ 15181 w 15900"/>
                        <a:gd name="connsiteY1" fmla="*/ 4475 h 13020"/>
                        <a:gd name="connsiteX2" fmla="*/ 11275 w 15900"/>
                        <a:gd name="connsiteY2" fmla="*/ 12667 h 13020"/>
                        <a:gd name="connsiteX3" fmla="*/ 703 w 15900"/>
                        <a:gd name="connsiteY3" fmla="*/ 8761 h 13020"/>
                        <a:gd name="connsiteX4" fmla="*/ 4703 w 15900"/>
                        <a:gd name="connsiteY4" fmla="*/ 379 h 13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00" h="13020">
                          <a:moveTo>
                            <a:pt x="4703" y="379"/>
                          </a:moveTo>
                          <a:cubicBezTo>
                            <a:pt x="8704" y="-859"/>
                            <a:pt x="13371" y="1046"/>
                            <a:pt x="15181" y="4475"/>
                          </a:cubicBezTo>
                          <a:cubicBezTo>
                            <a:pt x="16990" y="7904"/>
                            <a:pt x="15276" y="11524"/>
                            <a:pt x="11275" y="12667"/>
                          </a:cubicBezTo>
                          <a:cubicBezTo>
                            <a:pt x="7275" y="13810"/>
                            <a:pt x="2513" y="12095"/>
                            <a:pt x="703" y="8761"/>
                          </a:cubicBezTo>
                          <a:cubicBezTo>
                            <a:pt x="-1107" y="5428"/>
                            <a:pt x="703" y="1618"/>
                            <a:pt x="4703" y="37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00" name="Forme libre : forme 1699">
                      <a:extLst>
                        <a:ext uri="{FF2B5EF4-FFF2-40B4-BE49-F238E27FC236}">
                          <a16:creationId xmlns:a16="http://schemas.microsoft.com/office/drawing/2014/main" id="{BD4452C7-E23A-4006-801D-6EC6C62498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3618" y="3428608"/>
                      <a:ext cx="5619" cy="5001"/>
                    </a:xfrm>
                    <a:custGeom>
                      <a:avLst/>
                      <a:gdLst>
                        <a:gd name="connsiteX0" fmla="*/ 2762 w 5619"/>
                        <a:gd name="connsiteY0" fmla="*/ 24 h 5001"/>
                        <a:gd name="connsiteX1" fmla="*/ 5620 w 5619"/>
                        <a:gd name="connsiteY1" fmla="*/ 2882 h 5001"/>
                        <a:gd name="connsiteX2" fmla="*/ 2858 w 5619"/>
                        <a:gd name="connsiteY2" fmla="*/ 4977 h 5001"/>
                        <a:gd name="connsiteX3" fmla="*/ 0 w 5619"/>
                        <a:gd name="connsiteY3" fmla="*/ 2120 h 5001"/>
                        <a:gd name="connsiteX4" fmla="*/ 2762 w 5619"/>
                        <a:gd name="connsiteY4" fmla="*/ 24 h 5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19" h="5001">
                          <a:moveTo>
                            <a:pt x="2762" y="24"/>
                          </a:moveTo>
                          <a:cubicBezTo>
                            <a:pt x="4286" y="215"/>
                            <a:pt x="5620" y="1548"/>
                            <a:pt x="5620" y="2882"/>
                          </a:cubicBezTo>
                          <a:cubicBezTo>
                            <a:pt x="5620" y="4215"/>
                            <a:pt x="4381" y="5168"/>
                            <a:pt x="2858" y="4977"/>
                          </a:cubicBezTo>
                          <a:cubicBezTo>
                            <a:pt x="1334" y="4787"/>
                            <a:pt x="0" y="3453"/>
                            <a:pt x="0" y="2120"/>
                          </a:cubicBezTo>
                          <a:cubicBezTo>
                            <a:pt x="0" y="786"/>
                            <a:pt x="1238" y="-166"/>
                            <a:pt x="2762" y="2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701" name="Graphique 15">
                  <a:extLst>
                    <a:ext uri="{FF2B5EF4-FFF2-40B4-BE49-F238E27FC236}">
                      <a16:creationId xmlns:a16="http://schemas.microsoft.com/office/drawing/2014/main" id="{0EF3030D-5EAE-4A93-923B-204A79DA5E32}"/>
                    </a:ext>
                  </a:extLst>
                </p:cNvPr>
                <p:cNvGrpSpPr/>
                <p:nvPr/>
              </p:nvGrpSpPr>
              <p:grpSpPr>
                <a:xfrm>
                  <a:off x="9806386" y="3397679"/>
                  <a:ext cx="69542" cy="83154"/>
                  <a:chOff x="9806386" y="3397679"/>
                  <a:chExt cx="69542" cy="83154"/>
                </a:xfrm>
                <a:solidFill>
                  <a:schemeClr val="accent1"/>
                </a:solidFill>
              </p:grpSpPr>
              <p:grpSp>
                <p:nvGrpSpPr>
                  <p:cNvPr id="1702" name="Graphique 15">
                    <a:extLst>
                      <a:ext uri="{FF2B5EF4-FFF2-40B4-BE49-F238E27FC236}">
                        <a16:creationId xmlns:a16="http://schemas.microsoft.com/office/drawing/2014/main" id="{41655F29-5BA6-4A84-97C8-6040BDDA2266}"/>
                      </a:ext>
                    </a:extLst>
                  </p:cNvPr>
                  <p:cNvGrpSpPr/>
                  <p:nvPr/>
                </p:nvGrpSpPr>
                <p:grpSpPr>
                  <a:xfrm>
                    <a:off x="9842859" y="3452893"/>
                    <a:ext cx="33068" cy="27939"/>
                    <a:chOff x="9842859" y="3452893"/>
                    <a:chExt cx="33068" cy="27939"/>
                  </a:xfrm>
                  <a:solidFill>
                    <a:schemeClr val="accent1"/>
                  </a:solidFill>
                </p:grpSpPr>
                <p:sp>
                  <p:nvSpPr>
                    <p:cNvPr id="1703" name="Forme libre : forme 1702">
                      <a:extLst>
                        <a:ext uri="{FF2B5EF4-FFF2-40B4-BE49-F238E27FC236}">
                          <a16:creationId xmlns:a16="http://schemas.microsoft.com/office/drawing/2014/main" id="{F2442CAE-5821-4D21-8446-89094F9936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2859" y="3452989"/>
                      <a:ext cx="32987" cy="27844"/>
                    </a:xfrm>
                    <a:custGeom>
                      <a:avLst/>
                      <a:gdLst>
                        <a:gd name="connsiteX0" fmla="*/ 8 w 32987"/>
                        <a:gd name="connsiteY0" fmla="*/ 10220 h 27844"/>
                        <a:gd name="connsiteX1" fmla="*/ 15915 w 32987"/>
                        <a:gd name="connsiteY1" fmla="*/ 599 h 27844"/>
                        <a:gd name="connsiteX2" fmla="*/ 32965 w 32987"/>
                        <a:gd name="connsiteY2" fmla="*/ 18125 h 27844"/>
                        <a:gd name="connsiteX3" fmla="*/ 17629 w 32987"/>
                        <a:gd name="connsiteY3" fmla="*/ 27365 h 27844"/>
                        <a:gd name="connsiteX4" fmla="*/ 8 w 32987"/>
                        <a:gd name="connsiteY4" fmla="*/ 10220 h 278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987" h="27844">
                          <a:moveTo>
                            <a:pt x="8" y="10220"/>
                          </a:moveTo>
                          <a:cubicBezTo>
                            <a:pt x="-278" y="2790"/>
                            <a:pt x="6962" y="-1687"/>
                            <a:pt x="15915" y="599"/>
                          </a:cubicBezTo>
                          <a:cubicBezTo>
                            <a:pt x="24964" y="2885"/>
                            <a:pt x="32488" y="10886"/>
                            <a:pt x="32965" y="18125"/>
                          </a:cubicBezTo>
                          <a:cubicBezTo>
                            <a:pt x="33441" y="25365"/>
                            <a:pt x="26488" y="29270"/>
                            <a:pt x="17629" y="27365"/>
                          </a:cubicBezTo>
                          <a:cubicBezTo>
                            <a:pt x="8676" y="25365"/>
                            <a:pt x="580" y="17840"/>
                            <a:pt x="8" y="102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04" name="Forme libre : forme 1703">
                      <a:extLst>
                        <a:ext uri="{FF2B5EF4-FFF2-40B4-BE49-F238E27FC236}">
                          <a16:creationId xmlns:a16="http://schemas.microsoft.com/office/drawing/2014/main" id="{8F3C2C58-2D34-48CA-A75A-4D5E30AA8A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2954" y="3452893"/>
                      <a:ext cx="32973" cy="24030"/>
                    </a:xfrm>
                    <a:custGeom>
                      <a:avLst/>
                      <a:gdLst>
                        <a:gd name="connsiteX0" fmla="*/ 16391 w 32973"/>
                        <a:gd name="connsiteY0" fmla="*/ 13744 h 24030"/>
                        <a:gd name="connsiteX1" fmla="*/ 31155 w 32973"/>
                        <a:gd name="connsiteY1" fmla="*/ 24031 h 24030"/>
                        <a:gd name="connsiteX2" fmla="*/ 32965 w 32973"/>
                        <a:gd name="connsiteY2" fmla="*/ 18125 h 24030"/>
                        <a:gd name="connsiteX3" fmla="*/ 15915 w 32973"/>
                        <a:gd name="connsiteY3" fmla="*/ 599 h 24030"/>
                        <a:gd name="connsiteX4" fmla="*/ 8 w 32973"/>
                        <a:gd name="connsiteY4" fmla="*/ 10220 h 24030"/>
                        <a:gd name="connsiteX5" fmla="*/ 2675 w 32973"/>
                        <a:gd name="connsiteY5" fmla="*/ 17268 h 24030"/>
                        <a:gd name="connsiteX6" fmla="*/ 16391 w 32973"/>
                        <a:gd name="connsiteY6" fmla="*/ 13744 h 24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973" h="24030">
                          <a:moveTo>
                            <a:pt x="16391" y="13744"/>
                          </a:moveTo>
                          <a:cubicBezTo>
                            <a:pt x="22582" y="15268"/>
                            <a:pt x="28107" y="19364"/>
                            <a:pt x="31155" y="24031"/>
                          </a:cubicBezTo>
                          <a:cubicBezTo>
                            <a:pt x="32393" y="22507"/>
                            <a:pt x="33060" y="20507"/>
                            <a:pt x="32965" y="18125"/>
                          </a:cubicBezTo>
                          <a:cubicBezTo>
                            <a:pt x="32489" y="10886"/>
                            <a:pt x="24869" y="2885"/>
                            <a:pt x="15915" y="599"/>
                          </a:cubicBezTo>
                          <a:cubicBezTo>
                            <a:pt x="6866" y="-1687"/>
                            <a:pt x="-277" y="2790"/>
                            <a:pt x="8" y="10220"/>
                          </a:cubicBezTo>
                          <a:cubicBezTo>
                            <a:pt x="199" y="12601"/>
                            <a:pt x="1247" y="15077"/>
                            <a:pt x="2675" y="17268"/>
                          </a:cubicBezTo>
                          <a:cubicBezTo>
                            <a:pt x="4961" y="13744"/>
                            <a:pt x="10295" y="12315"/>
                            <a:pt x="16391" y="1374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05" name="Forme libre : forme 1704">
                      <a:extLst>
                        <a:ext uri="{FF2B5EF4-FFF2-40B4-BE49-F238E27FC236}">
                          <a16:creationId xmlns:a16="http://schemas.microsoft.com/office/drawing/2014/main" id="{382ABFF6-105F-4029-B917-258AABDEA4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6055" y="3461031"/>
                      <a:ext cx="14327" cy="13406"/>
                    </a:xfrm>
                    <a:custGeom>
                      <a:avLst/>
                      <a:gdLst>
                        <a:gd name="connsiteX0" fmla="*/ 1194 w 14327"/>
                        <a:gd name="connsiteY0" fmla="*/ 7797 h 13406"/>
                        <a:gd name="connsiteX1" fmla="*/ 3384 w 14327"/>
                        <a:gd name="connsiteY1" fmla="*/ 82 h 13406"/>
                        <a:gd name="connsiteX2" fmla="*/ 13195 w 14327"/>
                        <a:gd name="connsiteY2" fmla="*/ 5702 h 13406"/>
                        <a:gd name="connsiteX3" fmla="*/ 11100 w 14327"/>
                        <a:gd name="connsiteY3" fmla="*/ 13322 h 13406"/>
                        <a:gd name="connsiteX4" fmla="*/ 1194 w 14327"/>
                        <a:gd name="connsiteY4" fmla="*/ 7797 h 134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27" h="13406">
                          <a:moveTo>
                            <a:pt x="1194" y="7797"/>
                          </a:moveTo>
                          <a:cubicBezTo>
                            <a:pt x="-1092" y="4083"/>
                            <a:pt x="50" y="654"/>
                            <a:pt x="3384" y="82"/>
                          </a:cubicBezTo>
                          <a:cubicBezTo>
                            <a:pt x="6718" y="-490"/>
                            <a:pt x="11100" y="1987"/>
                            <a:pt x="13195" y="5702"/>
                          </a:cubicBezTo>
                          <a:cubicBezTo>
                            <a:pt x="15386" y="9321"/>
                            <a:pt x="14243" y="12560"/>
                            <a:pt x="11100" y="13322"/>
                          </a:cubicBezTo>
                          <a:cubicBezTo>
                            <a:pt x="7861" y="13893"/>
                            <a:pt x="3384" y="11512"/>
                            <a:pt x="1194" y="77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06" name="Forme libre : forme 1705">
                      <a:extLst>
                        <a:ext uri="{FF2B5EF4-FFF2-40B4-BE49-F238E27FC236}">
                          <a16:creationId xmlns:a16="http://schemas.microsoft.com/office/drawing/2014/main" id="{5F3BF5F3-A1EA-409F-807A-618DAC4721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5625" y="3470150"/>
                      <a:ext cx="5434" cy="4548"/>
                    </a:xfrm>
                    <a:custGeom>
                      <a:avLst/>
                      <a:gdLst>
                        <a:gd name="connsiteX0" fmla="*/ 6 w 5434"/>
                        <a:gd name="connsiteY0" fmla="*/ 1631 h 4548"/>
                        <a:gd name="connsiteX1" fmla="*/ 2577 w 5434"/>
                        <a:gd name="connsiteY1" fmla="*/ 107 h 4548"/>
                        <a:gd name="connsiteX2" fmla="*/ 5435 w 5434"/>
                        <a:gd name="connsiteY2" fmla="*/ 2869 h 4548"/>
                        <a:gd name="connsiteX3" fmla="*/ 2863 w 5434"/>
                        <a:gd name="connsiteY3" fmla="*/ 4488 h 4548"/>
                        <a:gd name="connsiteX4" fmla="*/ 6 w 5434"/>
                        <a:gd name="connsiteY4" fmla="*/ 1631 h 4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34" h="4548">
                          <a:moveTo>
                            <a:pt x="6" y="1631"/>
                          </a:moveTo>
                          <a:cubicBezTo>
                            <a:pt x="-90" y="393"/>
                            <a:pt x="1053" y="-274"/>
                            <a:pt x="2577" y="107"/>
                          </a:cubicBezTo>
                          <a:cubicBezTo>
                            <a:pt x="4101" y="488"/>
                            <a:pt x="5340" y="1726"/>
                            <a:pt x="5435" y="2869"/>
                          </a:cubicBezTo>
                          <a:cubicBezTo>
                            <a:pt x="5435" y="4012"/>
                            <a:pt x="4387" y="4774"/>
                            <a:pt x="2863" y="4488"/>
                          </a:cubicBezTo>
                          <a:cubicBezTo>
                            <a:pt x="1435" y="4203"/>
                            <a:pt x="196" y="2869"/>
                            <a:pt x="6" y="16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707" name="Graphique 15">
                    <a:extLst>
                      <a:ext uri="{FF2B5EF4-FFF2-40B4-BE49-F238E27FC236}">
                        <a16:creationId xmlns:a16="http://schemas.microsoft.com/office/drawing/2014/main" id="{B01A8D7C-68C2-4951-8328-E11ADDDDEF5F}"/>
                      </a:ext>
                    </a:extLst>
                  </p:cNvPr>
                  <p:cNvGrpSpPr/>
                  <p:nvPr/>
                </p:nvGrpSpPr>
                <p:grpSpPr>
                  <a:xfrm>
                    <a:off x="9828767" y="3424208"/>
                    <a:ext cx="32777" cy="29060"/>
                    <a:chOff x="9828767" y="3424208"/>
                    <a:chExt cx="32777" cy="29060"/>
                  </a:xfrm>
                  <a:solidFill>
                    <a:schemeClr val="accent1"/>
                  </a:solidFill>
                </p:grpSpPr>
                <p:sp>
                  <p:nvSpPr>
                    <p:cNvPr id="1708" name="Forme libre : forme 1707">
                      <a:extLst>
                        <a:ext uri="{FF2B5EF4-FFF2-40B4-BE49-F238E27FC236}">
                          <a16:creationId xmlns:a16="http://schemas.microsoft.com/office/drawing/2014/main" id="{4FCF2016-FA32-4B6E-9054-BE7DD5AD4C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28767" y="3424208"/>
                      <a:ext cx="32689" cy="29060"/>
                    </a:xfrm>
                    <a:custGeom>
                      <a:avLst/>
                      <a:gdLst>
                        <a:gd name="connsiteX0" fmla="*/ 4 w 32689"/>
                        <a:gd name="connsiteY0" fmla="*/ 10711 h 29060"/>
                        <a:gd name="connsiteX1" fmla="*/ 16387 w 32689"/>
                        <a:gd name="connsiteY1" fmla="*/ 709 h 29060"/>
                        <a:gd name="connsiteX2" fmla="*/ 32674 w 32689"/>
                        <a:gd name="connsiteY2" fmla="*/ 18807 h 29060"/>
                        <a:gd name="connsiteX3" fmla="*/ 16863 w 32689"/>
                        <a:gd name="connsiteY3" fmla="*/ 28523 h 29060"/>
                        <a:gd name="connsiteX4" fmla="*/ 4 w 32689"/>
                        <a:gd name="connsiteY4" fmla="*/ 10711 h 290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689" h="29060">
                          <a:moveTo>
                            <a:pt x="4" y="10711"/>
                          </a:moveTo>
                          <a:cubicBezTo>
                            <a:pt x="-187" y="2805"/>
                            <a:pt x="7147" y="-1862"/>
                            <a:pt x="16387" y="709"/>
                          </a:cubicBezTo>
                          <a:cubicBezTo>
                            <a:pt x="25435" y="3186"/>
                            <a:pt x="32674" y="11473"/>
                            <a:pt x="32674" y="18807"/>
                          </a:cubicBezTo>
                          <a:cubicBezTo>
                            <a:pt x="33055" y="26427"/>
                            <a:pt x="26007" y="30618"/>
                            <a:pt x="16863" y="28523"/>
                          </a:cubicBezTo>
                          <a:cubicBezTo>
                            <a:pt x="7814" y="26427"/>
                            <a:pt x="194" y="18617"/>
                            <a:pt x="4" y="1071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09" name="Forme libre : forme 1708">
                      <a:extLst>
                        <a:ext uri="{FF2B5EF4-FFF2-40B4-BE49-F238E27FC236}">
                          <a16:creationId xmlns:a16="http://schemas.microsoft.com/office/drawing/2014/main" id="{F16D2E3D-6CCA-4EE4-980F-BB9C014A91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28862" y="3424208"/>
                      <a:ext cx="32682" cy="25093"/>
                    </a:xfrm>
                    <a:custGeom>
                      <a:avLst/>
                      <a:gdLst>
                        <a:gd name="connsiteX0" fmla="*/ 16292 w 32682"/>
                        <a:gd name="connsiteY0" fmla="*/ 14330 h 25093"/>
                        <a:gd name="connsiteX1" fmla="*/ 30769 w 32682"/>
                        <a:gd name="connsiteY1" fmla="*/ 25093 h 25093"/>
                        <a:gd name="connsiteX2" fmla="*/ 32675 w 32682"/>
                        <a:gd name="connsiteY2" fmla="*/ 18807 h 25093"/>
                        <a:gd name="connsiteX3" fmla="*/ 16387 w 32682"/>
                        <a:gd name="connsiteY3" fmla="*/ 709 h 25093"/>
                        <a:gd name="connsiteX4" fmla="*/ 4 w 32682"/>
                        <a:gd name="connsiteY4" fmla="*/ 10711 h 25093"/>
                        <a:gd name="connsiteX5" fmla="*/ 2290 w 32682"/>
                        <a:gd name="connsiteY5" fmla="*/ 18045 h 25093"/>
                        <a:gd name="connsiteX6" fmla="*/ 16292 w 32682"/>
                        <a:gd name="connsiteY6" fmla="*/ 14330 h 250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82" h="25093">
                          <a:moveTo>
                            <a:pt x="16292" y="14330"/>
                          </a:moveTo>
                          <a:cubicBezTo>
                            <a:pt x="22483" y="15854"/>
                            <a:pt x="27817" y="20141"/>
                            <a:pt x="30769" y="25093"/>
                          </a:cubicBezTo>
                          <a:cubicBezTo>
                            <a:pt x="32008" y="23474"/>
                            <a:pt x="32770" y="21379"/>
                            <a:pt x="32675" y="18807"/>
                          </a:cubicBezTo>
                          <a:cubicBezTo>
                            <a:pt x="32675" y="11377"/>
                            <a:pt x="25436" y="3091"/>
                            <a:pt x="16387" y="709"/>
                          </a:cubicBezTo>
                          <a:cubicBezTo>
                            <a:pt x="7147" y="-1862"/>
                            <a:pt x="-187" y="2805"/>
                            <a:pt x="4" y="10711"/>
                          </a:cubicBezTo>
                          <a:cubicBezTo>
                            <a:pt x="4" y="13187"/>
                            <a:pt x="956" y="15664"/>
                            <a:pt x="2290" y="18045"/>
                          </a:cubicBezTo>
                          <a:cubicBezTo>
                            <a:pt x="4957" y="14425"/>
                            <a:pt x="10195" y="12806"/>
                            <a:pt x="16292" y="1433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10" name="Forme libre : forme 1709">
                      <a:extLst>
                        <a:ext uri="{FF2B5EF4-FFF2-40B4-BE49-F238E27FC236}">
                          <a16:creationId xmlns:a16="http://schemas.microsoft.com/office/drawing/2014/main" id="{BFB0A97C-40BD-4D20-A2E1-65F070CCC4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31973" y="3432626"/>
                      <a:ext cx="14193" cy="13926"/>
                    </a:xfrm>
                    <a:custGeom>
                      <a:avLst/>
                      <a:gdLst>
                        <a:gd name="connsiteX0" fmla="*/ 988 w 14193"/>
                        <a:gd name="connsiteY0" fmla="*/ 8199 h 13926"/>
                        <a:gd name="connsiteX1" fmla="*/ 3464 w 14193"/>
                        <a:gd name="connsiteY1" fmla="*/ 102 h 13926"/>
                        <a:gd name="connsiteX2" fmla="*/ 13180 w 14193"/>
                        <a:gd name="connsiteY2" fmla="*/ 5912 h 13926"/>
                        <a:gd name="connsiteX3" fmla="*/ 10799 w 14193"/>
                        <a:gd name="connsiteY3" fmla="*/ 13818 h 13926"/>
                        <a:gd name="connsiteX4" fmla="*/ 988 w 14193"/>
                        <a:gd name="connsiteY4" fmla="*/ 8199 h 139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93" h="13926">
                          <a:moveTo>
                            <a:pt x="988" y="8199"/>
                          </a:moveTo>
                          <a:cubicBezTo>
                            <a:pt x="-1013" y="4388"/>
                            <a:pt x="131" y="769"/>
                            <a:pt x="3464" y="102"/>
                          </a:cubicBezTo>
                          <a:cubicBezTo>
                            <a:pt x="6798" y="-564"/>
                            <a:pt x="11084" y="2103"/>
                            <a:pt x="13180" y="5912"/>
                          </a:cubicBezTo>
                          <a:cubicBezTo>
                            <a:pt x="15180" y="9722"/>
                            <a:pt x="14132" y="13247"/>
                            <a:pt x="10799" y="13818"/>
                          </a:cubicBezTo>
                          <a:cubicBezTo>
                            <a:pt x="7369" y="14485"/>
                            <a:pt x="2988" y="12009"/>
                            <a:pt x="988" y="819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11" name="Forme libre : forme 1710">
                      <a:extLst>
                        <a:ext uri="{FF2B5EF4-FFF2-40B4-BE49-F238E27FC236}">
                          <a16:creationId xmlns:a16="http://schemas.microsoft.com/office/drawing/2014/main" id="{B0DBF684-1116-4115-8F87-B3DF0D3354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1343" y="3442250"/>
                      <a:ext cx="5429" cy="4769"/>
                    </a:xfrm>
                    <a:custGeom>
                      <a:avLst/>
                      <a:gdLst>
                        <a:gd name="connsiteX0" fmla="*/ 0 w 5429"/>
                        <a:gd name="connsiteY0" fmla="*/ 1718 h 4769"/>
                        <a:gd name="connsiteX1" fmla="*/ 2667 w 5429"/>
                        <a:gd name="connsiteY1" fmla="*/ 99 h 4769"/>
                        <a:gd name="connsiteX2" fmla="*/ 5429 w 5429"/>
                        <a:gd name="connsiteY2" fmla="*/ 3052 h 4769"/>
                        <a:gd name="connsiteX3" fmla="*/ 2762 w 5429"/>
                        <a:gd name="connsiteY3" fmla="*/ 4671 h 4769"/>
                        <a:gd name="connsiteX4" fmla="*/ 0 w 5429"/>
                        <a:gd name="connsiteY4" fmla="*/ 1718 h 4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29" h="4769">
                          <a:moveTo>
                            <a:pt x="0" y="1718"/>
                          </a:moveTo>
                          <a:cubicBezTo>
                            <a:pt x="0" y="480"/>
                            <a:pt x="1143" y="-282"/>
                            <a:pt x="2667" y="99"/>
                          </a:cubicBezTo>
                          <a:cubicBezTo>
                            <a:pt x="4191" y="480"/>
                            <a:pt x="5429" y="1813"/>
                            <a:pt x="5429" y="3052"/>
                          </a:cubicBezTo>
                          <a:cubicBezTo>
                            <a:pt x="5429" y="4290"/>
                            <a:pt x="4286" y="5052"/>
                            <a:pt x="2762" y="4671"/>
                          </a:cubicBezTo>
                          <a:cubicBezTo>
                            <a:pt x="1334" y="4290"/>
                            <a:pt x="95" y="2956"/>
                            <a:pt x="0" y="171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712" name="Graphique 15">
                    <a:extLst>
                      <a:ext uri="{FF2B5EF4-FFF2-40B4-BE49-F238E27FC236}">
                        <a16:creationId xmlns:a16="http://schemas.microsoft.com/office/drawing/2014/main" id="{41613F77-29FC-4C9D-A6AF-4A85DD29A7F5}"/>
                      </a:ext>
                    </a:extLst>
                  </p:cNvPr>
                  <p:cNvGrpSpPr/>
                  <p:nvPr/>
                </p:nvGrpSpPr>
                <p:grpSpPr>
                  <a:xfrm>
                    <a:off x="9806386" y="3397679"/>
                    <a:ext cx="33251" cy="30007"/>
                    <a:chOff x="9806386" y="3397679"/>
                    <a:chExt cx="33251" cy="30007"/>
                  </a:xfrm>
                  <a:solidFill>
                    <a:schemeClr val="accent1"/>
                  </a:solidFill>
                </p:grpSpPr>
                <p:sp>
                  <p:nvSpPr>
                    <p:cNvPr id="1713" name="Forme libre : forme 1712">
                      <a:extLst>
                        <a:ext uri="{FF2B5EF4-FFF2-40B4-BE49-F238E27FC236}">
                          <a16:creationId xmlns:a16="http://schemas.microsoft.com/office/drawing/2014/main" id="{F4198FBD-9AC6-4065-9066-3F0DE911B7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6386" y="3397679"/>
                      <a:ext cx="33251" cy="30007"/>
                    </a:xfrm>
                    <a:custGeom>
                      <a:avLst/>
                      <a:gdLst>
                        <a:gd name="connsiteX0" fmla="*/ 1 w 33251"/>
                        <a:gd name="connsiteY0" fmla="*/ 11046 h 30007"/>
                        <a:gd name="connsiteX1" fmla="*/ 17336 w 33251"/>
                        <a:gd name="connsiteY1" fmla="*/ 664 h 30007"/>
                        <a:gd name="connsiteX2" fmla="*/ 33243 w 33251"/>
                        <a:gd name="connsiteY2" fmla="*/ 19428 h 30007"/>
                        <a:gd name="connsiteX3" fmla="*/ 16574 w 33251"/>
                        <a:gd name="connsiteY3" fmla="*/ 29525 h 30007"/>
                        <a:gd name="connsiteX4" fmla="*/ 1 w 33251"/>
                        <a:gd name="connsiteY4" fmla="*/ 11046 h 30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251" h="30007">
                          <a:moveTo>
                            <a:pt x="1" y="11046"/>
                          </a:moveTo>
                          <a:cubicBezTo>
                            <a:pt x="191" y="2855"/>
                            <a:pt x="8288" y="-1812"/>
                            <a:pt x="17336" y="664"/>
                          </a:cubicBezTo>
                          <a:cubicBezTo>
                            <a:pt x="26480" y="3045"/>
                            <a:pt x="33529" y="11618"/>
                            <a:pt x="33243" y="19428"/>
                          </a:cubicBezTo>
                          <a:cubicBezTo>
                            <a:pt x="32862" y="27144"/>
                            <a:pt x="25623" y="31525"/>
                            <a:pt x="16574" y="29525"/>
                          </a:cubicBezTo>
                          <a:cubicBezTo>
                            <a:pt x="7430" y="27429"/>
                            <a:pt x="-94" y="19333"/>
                            <a:pt x="1" y="1104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14" name="Forme libre : forme 1713">
                      <a:extLst>
                        <a:ext uri="{FF2B5EF4-FFF2-40B4-BE49-F238E27FC236}">
                          <a16:creationId xmlns:a16="http://schemas.microsoft.com/office/drawing/2014/main" id="{09F82BDB-F0A1-4FBC-A0A9-FDA7737304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6387" y="3397721"/>
                      <a:ext cx="33245" cy="25768"/>
                    </a:xfrm>
                    <a:custGeom>
                      <a:avLst/>
                      <a:gdLst>
                        <a:gd name="connsiteX0" fmla="*/ 16573 w 33245"/>
                        <a:gd name="connsiteY0" fmla="*/ 14719 h 25768"/>
                        <a:gd name="connsiteX1" fmla="*/ 30766 w 33245"/>
                        <a:gd name="connsiteY1" fmla="*/ 25768 h 25768"/>
                        <a:gd name="connsiteX2" fmla="*/ 33242 w 33245"/>
                        <a:gd name="connsiteY2" fmla="*/ 19386 h 25768"/>
                        <a:gd name="connsiteX3" fmla="*/ 17336 w 33245"/>
                        <a:gd name="connsiteY3" fmla="*/ 622 h 25768"/>
                        <a:gd name="connsiteX4" fmla="*/ 0 w 33245"/>
                        <a:gd name="connsiteY4" fmla="*/ 11004 h 25768"/>
                        <a:gd name="connsiteX5" fmla="*/ 2096 w 33245"/>
                        <a:gd name="connsiteY5" fmla="*/ 18624 h 25768"/>
                        <a:gd name="connsiteX6" fmla="*/ 16573 w 33245"/>
                        <a:gd name="connsiteY6" fmla="*/ 14719 h 25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45" h="25768">
                          <a:moveTo>
                            <a:pt x="16573" y="14719"/>
                          </a:moveTo>
                          <a:cubicBezTo>
                            <a:pt x="22860" y="16339"/>
                            <a:pt x="28099" y="20720"/>
                            <a:pt x="30766" y="25768"/>
                          </a:cubicBezTo>
                          <a:cubicBezTo>
                            <a:pt x="32195" y="24054"/>
                            <a:pt x="33147" y="21958"/>
                            <a:pt x="33242" y="19386"/>
                          </a:cubicBezTo>
                          <a:cubicBezTo>
                            <a:pt x="33433" y="11576"/>
                            <a:pt x="26384" y="3099"/>
                            <a:pt x="17336" y="622"/>
                          </a:cubicBezTo>
                          <a:cubicBezTo>
                            <a:pt x="8287" y="-1759"/>
                            <a:pt x="190" y="2908"/>
                            <a:pt x="0" y="11004"/>
                          </a:cubicBezTo>
                          <a:cubicBezTo>
                            <a:pt x="0" y="13576"/>
                            <a:pt x="762" y="16243"/>
                            <a:pt x="2096" y="18624"/>
                          </a:cubicBezTo>
                          <a:cubicBezTo>
                            <a:pt x="4953" y="14814"/>
                            <a:pt x="10287" y="13100"/>
                            <a:pt x="16573" y="1471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15" name="Forme libre : forme 1714">
                      <a:extLst>
                        <a:ext uri="{FF2B5EF4-FFF2-40B4-BE49-F238E27FC236}">
                          <a16:creationId xmlns:a16="http://schemas.microsoft.com/office/drawing/2014/main" id="{63A7CAB4-17FF-4A6B-9CDA-B3C96D7AB1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9476" y="3406340"/>
                      <a:ext cx="14179" cy="14425"/>
                    </a:xfrm>
                    <a:custGeom>
                      <a:avLst/>
                      <a:gdLst>
                        <a:gd name="connsiteX0" fmla="*/ 911 w 14179"/>
                        <a:gd name="connsiteY0" fmla="*/ 8482 h 14425"/>
                        <a:gd name="connsiteX1" fmla="*/ 3769 w 14179"/>
                        <a:gd name="connsiteY1" fmla="*/ 99 h 14425"/>
                        <a:gd name="connsiteX2" fmla="*/ 13389 w 14179"/>
                        <a:gd name="connsiteY2" fmla="*/ 6100 h 14425"/>
                        <a:gd name="connsiteX3" fmla="*/ 10627 w 14179"/>
                        <a:gd name="connsiteY3" fmla="*/ 14292 h 14425"/>
                        <a:gd name="connsiteX4" fmla="*/ 911 w 14179"/>
                        <a:gd name="connsiteY4" fmla="*/ 8482 h 14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79" h="14425">
                          <a:moveTo>
                            <a:pt x="911" y="8482"/>
                          </a:moveTo>
                          <a:cubicBezTo>
                            <a:pt x="-994" y="4576"/>
                            <a:pt x="149" y="671"/>
                            <a:pt x="3769" y="99"/>
                          </a:cubicBezTo>
                          <a:cubicBezTo>
                            <a:pt x="7293" y="-567"/>
                            <a:pt x="11579" y="2195"/>
                            <a:pt x="13389" y="6100"/>
                          </a:cubicBezTo>
                          <a:cubicBezTo>
                            <a:pt x="15104" y="9910"/>
                            <a:pt x="13961" y="13625"/>
                            <a:pt x="10627" y="14292"/>
                          </a:cubicBezTo>
                          <a:cubicBezTo>
                            <a:pt x="7198" y="15054"/>
                            <a:pt x="2816" y="12482"/>
                            <a:pt x="911" y="848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16" name="Forme libre : forme 1715">
                      <a:extLst>
                        <a:ext uri="{FF2B5EF4-FFF2-40B4-BE49-F238E27FC236}">
                          <a16:creationId xmlns:a16="http://schemas.microsoft.com/office/drawing/2014/main" id="{AFB22007-7023-40EE-BA45-FABC2C0334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8769" y="3416190"/>
                      <a:ext cx="5333" cy="4920"/>
                    </a:xfrm>
                    <a:custGeom>
                      <a:avLst/>
                      <a:gdLst>
                        <a:gd name="connsiteX0" fmla="*/ 0 w 5333"/>
                        <a:gd name="connsiteY0" fmla="*/ 1869 h 4920"/>
                        <a:gd name="connsiteX1" fmla="*/ 2667 w 5333"/>
                        <a:gd name="connsiteY1" fmla="*/ 60 h 4920"/>
                        <a:gd name="connsiteX2" fmla="*/ 5334 w 5333"/>
                        <a:gd name="connsiteY2" fmla="*/ 3108 h 4920"/>
                        <a:gd name="connsiteX3" fmla="*/ 2667 w 5333"/>
                        <a:gd name="connsiteY3" fmla="*/ 4822 h 4920"/>
                        <a:gd name="connsiteX4" fmla="*/ 0 w 5333"/>
                        <a:gd name="connsiteY4" fmla="*/ 1869 h 4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33" h="4920">
                          <a:moveTo>
                            <a:pt x="0" y="1869"/>
                          </a:moveTo>
                          <a:cubicBezTo>
                            <a:pt x="0" y="536"/>
                            <a:pt x="1238" y="-226"/>
                            <a:pt x="2667" y="60"/>
                          </a:cubicBezTo>
                          <a:cubicBezTo>
                            <a:pt x="4191" y="441"/>
                            <a:pt x="5334" y="1774"/>
                            <a:pt x="5334" y="3108"/>
                          </a:cubicBezTo>
                          <a:cubicBezTo>
                            <a:pt x="5334" y="4441"/>
                            <a:pt x="4096" y="5203"/>
                            <a:pt x="2667" y="4822"/>
                          </a:cubicBezTo>
                          <a:cubicBezTo>
                            <a:pt x="1238" y="4441"/>
                            <a:pt x="0" y="3203"/>
                            <a:pt x="0" y="18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717" name="Graphique 15">
                  <a:extLst>
                    <a:ext uri="{FF2B5EF4-FFF2-40B4-BE49-F238E27FC236}">
                      <a16:creationId xmlns:a16="http://schemas.microsoft.com/office/drawing/2014/main" id="{50DA6C81-5040-4F43-9209-B629CB46F6B3}"/>
                    </a:ext>
                  </a:extLst>
                </p:cNvPr>
                <p:cNvGrpSpPr/>
                <p:nvPr/>
              </p:nvGrpSpPr>
              <p:grpSpPr>
                <a:xfrm>
                  <a:off x="9799519" y="3287536"/>
                  <a:ext cx="43158" cy="90809"/>
                  <a:chOff x="9799519" y="3287536"/>
                  <a:chExt cx="43158" cy="90809"/>
                </a:xfrm>
                <a:solidFill>
                  <a:schemeClr val="accent1"/>
                </a:solidFill>
              </p:grpSpPr>
              <p:grpSp>
                <p:nvGrpSpPr>
                  <p:cNvPr id="1718" name="Graphique 15">
                    <a:extLst>
                      <a:ext uri="{FF2B5EF4-FFF2-40B4-BE49-F238E27FC236}">
                        <a16:creationId xmlns:a16="http://schemas.microsoft.com/office/drawing/2014/main" id="{E00746B0-E342-41E2-9C80-B3954AF1112D}"/>
                      </a:ext>
                    </a:extLst>
                  </p:cNvPr>
                  <p:cNvGrpSpPr/>
                  <p:nvPr/>
                </p:nvGrpSpPr>
                <p:grpSpPr>
                  <a:xfrm>
                    <a:off x="9799519" y="3346914"/>
                    <a:ext cx="33304" cy="31432"/>
                    <a:chOff x="9799519" y="3346914"/>
                    <a:chExt cx="33304" cy="31432"/>
                  </a:xfrm>
                  <a:solidFill>
                    <a:schemeClr val="accent1"/>
                  </a:solidFill>
                </p:grpSpPr>
                <p:sp>
                  <p:nvSpPr>
                    <p:cNvPr id="1719" name="Forme libre : forme 1718">
                      <a:extLst>
                        <a:ext uri="{FF2B5EF4-FFF2-40B4-BE49-F238E27FC236}">
                          <a16:creationId xmlns:a16="http://schemas.microsoft.com/office/drawing/2014/main" id="{49B0E8EA-7895-45D9-AC71-B35104E87D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9519" y="3346980"/>
                      <a:ext cx="33304" cy="31366"/>
                    </a:xfrm>
                    <a:custGeom>
                      <a:avLst/>
                      <a:gdLst>
                        <a:gd name="connsiteX0" fmla="*/ 4010 w 33304"/>
                        <a:gd name="connsiteY0" fmla="*/ 3453 h 31366"/>
                        <a:gd name="connsiteX1" fmla="*/ 27346 w 33304"/>
                        <a:gd name="connsiteY1" fmla="*/ 6215 h 31366"/>
                        <a:gd name="connsiteX2" fmla="*/ 29537 w 33304"/>
                        <a:gd name="connsiteY2" fmla="*/ 28122 h 31366"/>
                        <a:gd name="connsiteX3" fmla="*/ 6200 w 33304"/>
                        <a:gd name="connsiteY3" fmla="*/ 25646 h 31366"/>
                        <a:gd name="connsiteX4" fmla="*/ 4010 w 33304"/>
                        <a:gd name="connsiteY4" fmla="*/ 3453 h 31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304" h="31366">
                          <a:moveTo>
                            <a:pt x="4010" y="3453"/>
                          </a:moveTo>
                          <a:cubicBezTo>
                            <a:pt x="10010" y="-2072"/>
                            <a:pt x="20488" y="-834"/>
                            <a:pt x="27346" y="6215"/>
                          </a:cubicBezTo>
                          <a:cubicBezTo>
                            <a:pt x="34299" y="13168"/>
                            <a:pt x="35347" y="22979"/>
                            <a:pt x="29537" y="28122"/>
                          </a:cubicBezTo>
                          <a:cubicBezTo>
                            <a:pt x="23726" y="33170"/>
                            <a:pt x="13440" y="32313"/>
                            <a:pt x="6200" y="25646"/>
                          </a:cubicBezTo>
                          <a:cubicBezTo>
                            <a:pt x="-1134" y="18883"/>
                            <a:pt x="-2086" y="8882"/>
                            <a:pt x="4010" y="34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20" name="Forme libre : forme 1719">
                      <a:extLst>
                        <a:ext uri="{FF2B5EF4-FFF2-40B4-BE49-F238E27FC236}">
                          <a16:creationId xmlns:a16="http://schemas.microsoft.com/office/drawing/2014/main" id="{35C81FF9-9D6F-489B-84D1-1058CCE901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9910" y="3346914"/>
                      <a:ext cx="32843" cy="31045"/>
                    </a:xfrm>
                    <a:custGeom>
                      <a:avLst/>
                      <a:gdLst>
                        <a:gd name="connsiteX0" fmla="*/ 16478 w 32843"/>
                        <a:gd name="connsiteY0" fmla="*/ 15520 h 31045"/>
                        <a:gd name="connsiteX1" fmla="*/ 22193 w 32843"/>
                        <a:gd name="connsiteY1" fmla="*/ 31046 h 31045"/>
                        <a:gd name="connsiteX2" fmla="*/ 29146 w 32843"/>
                        <a:gd name="connsiteY2" fmla="*/ 28093 h 31045"/>
                        <a:gd name="connsiteX3" fmla="*/ 26956 w 32843"/>
                        <a:gd name="connsiteY3" fmla="*/ 6186 h 31045"/>
                        <a:gd name="connsiteX4" fmla="*/ 3620 w 32843"/>
                        <a:gd name="connsiteY4" fmla="*/ 3423 h 31045"/>
                        <a:gd name="connsiteX5" fmla="*/ 0 w 32843"/>
                        <a:gd name="connsiteY5" fmla="*/ 9805 h 31045"/>
                        <a:gd name="connsiteX6" fmla="*/ 16478 w 32843"/>
                        <a:gd name="connsiteY6" fmla="*/ 15520 h 31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843" h="31045">
                          <a:moveTo>
                            <a:pt x="16478" y="15520"/>
                          </a:moveTo>
                          <a:cubicBezTo>
                            <a:pt x="21241" y="20187"/>
                            <a:pt x="23241" y="26093"/>
                            <a:pt x="22193" y="31046"/>
                          </a:cubicBezTo>
                          <a:cubicBezTo>
                            <a:pt x="24860" y="30665"/>
                            <a:pt x="27241" y="29712"/>
                            <a:pt x="29146" y="28093"/>
                          </a:cubicBezTo>
                          <a:cubicBezTo>
                            <a:pt x="34862" y="22950"/>
                            <a:pt x="33814" y="13234"/>
                            <a:pt x="26956" y="6186"/>
                          </a:cubicBezTo>
                          <a:cubicBezTo>
                            <a:pt x="20002" y="-768"/>
                            <a:pt x="9620" y="-2101"/>
                            <a:pt x="3620" y="3423"/>
                          </a:cubicBezTo>
                          <a:cubicBezTo>
                            <a:pt x="1714" y="5138"/>
                            <a:pt x="571" y="7424"/>
                            <a:pt x="0" y="9805"/>
                          </a:cubicBezTo>
                          <a:cubicBezTo>
                            <a:pt x="5524" y="9043"/>
                            <a:pt x="11811" y="10948"/>
                            <a:pt x="16478" y="1552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21" name="Forme libre : forme 1720">
                      <a:extLst>
                        <a:ext uri="{FF2B5EF4-FFF2-40B4-BE49-F238E27FC236}">
                          <a16:creationId xmlns:a16="http://schemas.microsoft.com/office/drawing/2014/main" id="{F5BB197D-CF6C-46F7-99C1-A0A64603E9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2505" y="3352274"/>
                      <a:ext cx="14016" cy="14701"/>
                    </a:xfrm>
                    <a:custGeom>
                      <a:avLst/>
                      <a:gdLst>
                        <a:gd name="connsiteX0" fmla="*/ 262 w 14016"/>
                        <a:gd name="connsiteY0" fmla="*/ 4635 h 14701"/>
                        <a:gd name="connsiteX1" fmla="*/ 8930 w 14016"/>
                        <a:gd name="connsiteY1" fmla="*/ 540 h 14701"/>
                        <a:gd name="connsiteX2" fmla="*/ 13788 w 14016"/>
                        <a:gd name="connsiteY2" fmla="*/ 10160 h 14701"/>
                        <a:gd name="connsiteX3" fmla="*/ 5120 w 14016"/>
                        <a:gd name="connsiteY3" fmla="*/ 14160 h 14701"/>
                        <a:gd name="connsiteX4" fmla="*/ 262 w 14016"/>
                        <a:gd name="connsiteY4" fmla="*/ 4635 h 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16" h="14701">
                          <a:moveTo>
                            <a:pt x="262" y="4635"/>
                          </a:moveTo>
                          <a:cubicBezTo>
                            <a:pt x="1310" y="825"/>
                            <a:pt x="5215" y="-984"/>
                            <a:pt x="8930" y="540"/>
                          </a:cubicBezTo>
                          <a:cubicBezTo>
                            <a:pt x="12644" y="2064"/>
                            <a:pt x="14740" y="6445"/>
                            <a:pt x="13788" y="10160"/>
                          </a:cubicBezTo>
                          <a:cubicBezTo>
                            <a:pt x="12740" y="13874"/>
                            <a:pt x="8930" y="15684"/>
                            <a:pt x="5120" y="14160"/>
                          </a:cubicBezTo>
                          <a:cubicBezTo>
                            <a:pt x="1405" y="12636"/>
                            <a:pt x="-786" y="8350"/>
                            <a:pt x="262" y="463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22" name="Forme libre : forme 1721">
                      <a:extLst>
                        <a:ext uri="{FF2B5EF4-FFF2-40B4-BE49-F238E27FC236}">
                          <a16:creationId xmlns:a16="http://schemas.microsoft.com/office/drawing/2014/main" id="{786B9E5F-3E84-4B32-AFA9-ACF039FCFB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7746" y="3363418"/>
                      <a:ext cx="5567" cy="5080"/>
                    </a:xfrm>
                    <a:custGeom>
                      <a:avLst/>
                      <a:gdLst>
                        <a:gd name="connsiteX0" fmla="*/ 641 w 5567"/>
                        <a:gd name="connsiteY0" fmla="*/ 540 h 5080"/>
                        <a:gd name="connsiteX1" fmla="*/ 4546 w 5567"/>
                        <a:gd name="connsiteY1" fmla="*/ 921 h 5080"/>
                        <a:gd name="connsiteX2" fmla="*/ 4927 w 5567"/>
                        <a:gd name="connsiteY2" fmla="*/ 4540 h 5080"/>
                        <a:gd name="connsiteX3" fmla="*/ 1022 w 5567"/>
                        <a:gd name="connsiteY3" fmla="*/ 4159 h 5080"/>
                        <a:gd name="connsiteX4" fmla="*/ 641 w 5567"/>
                        <a:gd name="connsiteY4" fmla="*/ 540 h 5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7" h="5080">
                          <a:moveTo>
                            <a:pt x="641" y="540"/>
                          </a:moveTo>
                          <a:cubicBezTo>
                            <a:pt x="1593" y="-317"/>
                            <a:pt x="3308" y="-127"/>
                            <a:pt x="4546" y="921"/>
                          </a:cubicBezTo>
                          <a:cubicBezTo>
                            <a:pt x="5784" y="1969"/>
                            <a:pt x="5880" y="3683"/>
                            <a:pt x="4927" y="4540"/>
                          </a:cubicBezTo>
                          <a:cubicBezTo>
                            <a:pt x="3975" y="5398"/>
                            <a:pt x="2260" y="5207"/>
                            <a:pt x="1022" y="4159"/>
                          </a:cubicBezTo>
                          <a:cubicBezTo>
                            <a:pt x="-216" y="3112"/>
                            <a:pt x="-312" y="1397"/>
                            <a:pt x="641" y="5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723" name="Graphique 15">
                    <a:extLst>
                      <a:ext uri="{FF2B5EF4-FFF2-40B4-BE49-F238E27FC236}">
                        <a16:creationId xmlns:a16="http://schemas.microsoft.com/office/drawing/2014/main" id="{D5B7DD45-7553-489A-A71A-09432644A195}"/>
                      </a:ext>
                    </a:extLst>
                  </p:cNvPr>
                  <p:cNvGrpSpPr/>
                  <p:nvPr/>
                </p:nvGrpSpPr>
                <p:grpSpPr>
                  <a:xfrm>
                    <a:off x="9809237" y="3319123"/>
                    <a:ext cx="33208" cy="31959"/>
                    <a:chOff x="9809237" y="3319123"/>
                    <a:chExt cx="33208" cy="31959"/>
                  </a:xfrm>
                  <a:solidFill>
                    <a:schemeClr val="accent1"/>
                  </a:solidFill>
                </p:grpSpPr>
                <p:sp>
                  <p:nvSpPr>
                    <p:cNvPr id="1724" name="Forme libre : forme 1723">
                      <a:extLst>
                        <a:ext uri="{FF2B5EF4-FFF2-40B4-BE49-F238E27FC236}">
                          <a16:creationId xmlns:a16="http://schemas.microsoft.com/office/drawing/2014/main" id="{62FFF944-6988-475C-A2EC-3CAD340E11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9237" y="3319218"/>
                      <a:ext cx="33208" cy="31864"/>
                    </a:xfrm>
                    <a:custGeom>
                      <a:avLst/>
                      <a:gdLst>
                        <a:gd name="connsiteX0" fmla="*/ 4483 w 33208"/>
                        <a:gd name="connsiteY0" fmla="*/ 3115 h 31864"/>
                        <a:gd name="connsiteX1" fmla="*/ 27915 w 33208"/>
                        <a:gd name="connsiteY1" fmla="*/ 6735 h 31864"/>
                        <a:gd name="connsiteX2" fmla="*/ 28963 w 33208"/>
                        <a:gd name="connsiteY2" fmla="*/ 28833 h 31864"/>
                        <a:gd name="connsiteX3" fmla="*/ 5722 w 33208"/>
                        <a:gd name="connsiteY3" fmla="*/ 25594 h 31864"/>
                        <a:gd name="connsiteX4" fmla="*/ 4483 w 33208"/>
                        <a:gd name="connsiteY4" fmla="*/ 3115 h 31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208" h="31864">
                          <a:moveTo>
                            <a:pt x="4483" y="3115"/>
                          </a:moveTo>
                          <a:cubicBezTo>
                            <a:pt x="10865" y="-2219"/>
                            <a:pt x="21247" y="-504"/>
                            <a:pt x="27915" y="6735"/>
                          </a:cubicBezTo>
                          <a:cubicBezTo>
                            <a:pt x="34487" y="13974"/>
                            <a:pt x="35059" y="23880"/>
                            <a:pt x="28963" y="28833"/>
                          </a:cubicBezTo>
                          <a:cubicBezTo>
                            <a:pt x="22867" y="33786"/>
                            <a:pt x="12770" y="32643"/>
                            <a:pt x="5722" y="25594"/>
                          </a:cubicBezTo>
                          <a:cubicBezTo>
                            <a:pt x="-1232" y="18641"/>
                            <a:pt x="-2089" y="8354"/>
                            <a:pt x="4483" y="311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25" name="Forme libre : forme 1724">
                      <a:extLst>
                        <a:ext uri="{FF2B5EF4-FFF2-40B4-BE49-F238E27FC236}">
                          <a16:creationId xmlns:a16="http://schemas.microsoft.com/office/drawing/2014/main" id="{1920E003-7005-4D06-A2E4-C6BA1F765E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9625" y="3319123"/>
                      <a:ext cx="32725" cy="31690"/>
                    </a:xfrm>
                    <a:custGeom>
                      <a:avLst/>
                      <a:gdLst>
                        <a:gd name="connsiteX0" fmla="*/ 16383 w 32725"/>
                        <a:gd name="connsiteY0" fmla="*/ 15784 h 31690"/>
                        <a:gd name="connsiteX1" fmla="*/ 21431 w 32725"/>
                        <a:gd name="connsiteY1" fmla="*/ 31690 h 31690"/>
                        <a:gd name="connsiteX2" fmla="*/ 28480 w 32725"/>
                        <a:gd name="connsiteY2" fmla="*/ 28833 h 31690"/>
                        <a:gd name="connsiteX3" fmla="*/ 27432 w 32725"/>
                        <a:gd name="connsiteY3" fmla="*/ 6735 h 31690"/>
                        <a:gd name="connsiteX4" fmla="*/ 4001 w 32725"/>
                        <a:gd name="connsiteY4" fmla="*/ 3115 h 31690"/>
                        <a:gd name="connsiteX5" fmla="*/ 0 w 32725"/>
                        <a:gd name="connsiteY5" fmla="*/ 9402 h 31690"/>
                        <a:gd name="connsiteX6" fmla="*/ 16383 w 32725"/>
                        <a:gd name="connsiteY6" fmla="*/ 15784 h 31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725" h="31690">
                          <a:moveTo>
                            <a:pt x="16383" y="15784"/>
                          </a:moveTo>
                          <a:cubicBezTo>
                            <a:pt x="21050" y="20641"/>
                            <a:pt x="22479" y="26642"/>
                            <a:pt x="21431" y="31690"/>
                          </a:cubicBezTo>
                          <a:cubicBezTo>
                            <a:pt x="24003" y="31310"/>
                            <a:pt x="26479" y="30452"/>
                            <a:pt x="28480" y="28833"/>
                          </a:cubicBezTo>
                          <a:cubicBezTo>
                            <a:pt x="34576" y="23880"/>
                            <a:pt x="34004" y="14069"/>
                            <a:pt x="27432" y="6735"/>
                          </a:cubicBezTo>
                          <a:cubicBezTo>
                            <a:pt x="20860" y="-504"/>
                            <a:pt x="10382" y="-2218"/>
                            <a:pt x="4001" y="3115"/>
                          </a:cubicBezTo>
                          <a:cubicBezTo>
                            <a:pt x="2000" y="4830"/>
                            <a:pt x="667" y="7021"/>
                            <a:pt x="0" y="9402"/>
                          </a:cubicBezTo>
                          <a:cubicBezTo>
                            <a:pt x="5715" y="8831"/>
                            <a:pt x="11906" y="11021"/>
                            <a:pt x="16383" y="1578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26" name="Forme libre : forme 1725">
                      <a:extLst>
                        <a:ext uri="{FF2B5EF4-FFF2-40B4-BE49-F238E27FC236}">
                          <a16:creationId xmlns:a16="http://schemas.microsoft.com/office/drawing/2014/main" id="{0F501116-20A2-4DE2-9015-13659E0079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2184" y="3324414"/>
                      <a:ext cx="14096" cy="14929"/>
                    </a:xfrm>
                    <a:custGeom>
                      <a:avLst/>
                      <a:gdLst>
                        <a:gd name="connsiteX0" fmla="*/ 394 w 14096"/>
                        <a:gd name="connsiteY0" fmla="*/ 4397 h 14929"/>
                        <a:gd name="connsiteX1" fmla="*/ 9347 w 14096"/>
                        <a:gd name="connsiteY1" fmla="*/ 682 h 14929"/>
                        <a:gd name="connsiteX2" fmla="*/ 13729 w 14096"/>
                        <a:gd name="connsiteY2" fmla="*/ 10588 h 14929"/>
                        <a:gd name="connsiteX3" fmla="*/ 4871 w 14096"/>
                        <a:gd name="connsiteY3" fmla="*/ 14303 h 14929"/>
                        <a:gd name="connsiteX4" fmla="*/ 394 w 14096"/>
                        <a:gd name="connsiteY4" fmla="*/ 4397 h 14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96" h="14929">
                          <a:moveTo>
                            <a:pt x="394" y="4397"/>
                          </a:moveTo>
                          <a:cubicBezTo>
                            <a:pt x="1728" y="587"/>
                            <a:pt x="5728" y="-1032"/>
                            <a:pt x="9347" y="682"/>
                          </a:cubicBezTo>
                          <a:cubicBezTo>
                            <a:pt x="12967" y="2397"/>
                            <a:pt x="14967" y="6873"/>
                            <a:pt x="13729" y="10588"/>
                          </a:cubicBezTo>
                          <a:cubicBezTo>
                            <a:pt x="12491" y="14303"/>
                            <a:pt x="8490" y="15922"/>
                            <a:pt x="4871" y="14303"/>
                          </a:cubicBezTo>
                          <a:cubicBezTo>
                            <a:pt x="1251" y="12588"/>
                            <a:pt x="-939" y="8112"/>
                            <a:pt x="394" y="43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27" name="Forme libre : forme 1726">
                      <a:extLst>
                        <a:ext uri="{FF2B5EF4-FFF2-40B4-BE49-F238E27FC236}">
                          <a16:creationId xmlns:a16="http://schemas.microsoft.com/office/drawing/2014/main" id="{FC78E191-060C-4C74-AE6C-9FB86768CA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7223" y="3335551"/>
                      <a:ext cx="5476" cy="5222"/>
                    </a:xfrm>
                    <a:custGeom>
                      <a:avLst/>
                      <a:gdLst>
                        <a:gd name="connsiteX0" fmla="*/ 688 w 5476"/>
                        <a:gd name="connsiteY0" fmla="*/ 498 h 5222"/>
                        <a:gd name="connsiteX1" fmla="*/ 4594 w 5476"/>
                        <a:gd name="connsiteY1" fmla="*/ 1070 h 5222"/>
                        <a:gd name="connsiteX2" fmla="*/ 4784 w 5476"/>
                        <a:gd name="connsiteY2" fmla="*/ 4689 h 5222"/>
                        <a:gd name="connsiteX3" fmla="*/ 974 w 5476"/>
                        <a:gd name="connsiteY3" fmla="*/ 4213 h 5222"/>
                        <a:gd name="connsiteX4" fmla="*/ 688 w 5476"/>
                        <a:gd name="connsiteY4" fmla="*/ 498 h 5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76" h="5222">
                          <a:moveTo>
                            <a:pt x="688" y="498"/>
                          </a:moveTo>
                          <a:cubicBezTo>
                            <a:pt x="1736" y="-359"/>
                            <a:pt x="3451" y="-73"/>
                            <a:pt x="4594" y="1070"/>
                          </a:cubicBezTo>
                          <a:cubicBezTo>
                            <a:pt x="5736" y="2213"/>
                            <a:pt x="5736" y="3832"/>
                            <a:pt x="4784" y="4689"/>
                          </a:cubicBezTo>
                          <a:cubicBezTo>
                            <a:pt x="3832" y="5547"/>
                            <a:pt x="2117" y="5356"/>
                            <a:pt x="974" y="4213"/>
                          </a:cubicBezTo>
                          <a:cubicBezTo>
                            <a:pt x="-169" y="3070"/>
                            <a:pt x="-359" y="1451"/>
                            <a:pt x="688" y="49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728" name="Graphique 15">
                    <a:extLst>
                      <a:ext uri="{FF2B5EF4-FFF2-40B4-BE49-F238E27FC236}">
                        <a16:creationId xmlns:a16="http://schemas.microsoft.com/office/drawing/2014/main" id="{D9A694D9-7932-481D-A818-F1068F9EEBFA}"/>
                      </a:ext>
                    </a:extLst>
                  </p:cNvPr>
                  <p:cNvGrpSpPr/>
                  <p:nvPr/>
                </p:nvGrpSpPr>
                <p:grpSpPr>
                  <a:xfrm>
                    <a:off x="9809589" y="3287536"/>
                    <a:ext cx="33089" cy="32558"/>
                    <a:chOff x="9809589" y="3287536"/>
                    <a:chExt cx="33089" cy="32558"/>
                  </a:xfrm>
                  <a:solidFill>
                    <a:schemeClr val="accent1"/>
                  </a:solidFill>
                </p:grpSpPr>
                <p:sp>
                  <p:nvSpPr>
                    <p:cNvPr id="1729" name="Forme libre : forme 1728">
                      <a:extLst>
                        <a:ext uri="{FF2B5EF4-FFF2-40B4-BE49-F238E27FC236}">
                          <a16:creationId xmlns:a16="http://schemas.microsoft.com/office/drawing/2014/main" id="{7986F608-72E0-4B6D-810F-6BAD6777C3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9589" y="3287536"/>
                      <a:ext cx="33089" cy="32558"/>
                    </a:xfrm>
                    <a:custGeom>
                      <a:avLst/>
                      <a:gdLst>
                        <a:gd name="connsiteX0" fmla="*/ 4799 w 33089"/>
                        <a:gd name="connsiteY0" fmla="*/ 2889 h 32558"/>
                        <a:gd name="connsiteX1" fmla="*/ 28421 w 33089"/>
                        <a:gd name="connsiteY1" fmla="*/ 7175 h 32558"/>
                        <a:gd name="connsiteX2" fmla="*/ 28326 w 33089"/>
                        <a:gd name="connsiteY2" fmla="*/ 29559 h 32558"/>
                        <a:gd name="connsiteX3" fmla="*/ 4989 w 33089"/>
                        <a:gd name="connsiteY3" fmla="*/ 25844 h 32558"/>
                        <a:gd name="connsiteX4" fmla="*/ 4799 w 33089"/>
                        <a:gd name="connsiteY4" fmla="*/ 2889 h 32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089" h="32558">
                          <a:moveTo>
                            <a:pt x="4799" y="2889"/>
                          </a:moveTo>
                          <a:cubicBezTo>
                            <a:pt x="11657" y="-2255"/>
                            <a:pt x="22134" y="-350"/>
                            <a:pt x="28421" y="7175"/>
                          </a:cubicBezTo>
                          <a:cubicBezTo>
                            <a:pt x="34803" y="14795"/>
                            <a:pt x="34517" y="24510"/>
                            <a:pt x="28326" y="29559"/>
                          </a:cubicBezTo>
                          <a:cubicBezTo>
                            <a:pt x="22134" y="34702"/>
                            <a:pt x="11657" y="33083"/>
                            <a:pt x="4989" y="25844"/>
                          </a:cubicBezTo>
                          <a:cubicBezTo>
                            <a:pt x="-1583" y="18700"/>
                            <a:pt x="-1678" y="8413"/>
                            <a:pt x="4799" y="288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30" name="Forme libre : forme 1729">
                      <a:extLst>
                        <a:ext uri="{FF2B5EF4-FFF2-40B4-BE49-F238E27FC236}">
                          <a16:creationId xmlns:a16="http://schemas.microsoft.com/office/drawing/2014/main" id="{FE300760-4D9B-4C74-A788-50CBF07152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0292" y="3287631"/>
                      <a:ext cx="32385" cy="32416"/>
                    </a:xfrm>
                    <a:custGeom>
                      <a:avLst/>
                      <a:gdLst>
                        <a:gd name="connsiteX0" fmla="*/ 16002 w 32385"/>
                        <a:gd name="connsiteY0" fmla="*/ 15938 h 32416"/>
                        <a:gd name="connsiteX1" fmla="*/ 20479 w 32385"/>
                        <a:gd name="connsiteY1" fmla="*/ 32416 h 32416"/>
                        <a:gd name="connsiteX2" fmla="*/ 27622 w 32385"/>
                        <a:gd name="connsiteY2" fmla="*/ 29559 h 32416"/>
                        <a:gd name="connsiteX3" fmla="*/ 27718 w 32385"/>
                        <a:gd name="connsiteY3" fmla="*/ 7175 h 32416"/>
                        <a:gd name="connsiteX4" fmla="*/ 4096 w 32385"/>
                        <a:gd name="connsiteY4" fmla="*/ 2889 h 32416"/>
                        <a:gd name="connsiteX5" fmla="*/ 0 w 32385"/>
                        <a:gd name="connsiteY5" fmla="*/ 9366 h 32416"/>
                        <a:gd name="connsiteX6" fmla="*/ 16002 w 32385"/>
                        <a:gd name="connsiteY6" fmla="*/ 15938 h 32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385" h="32416">
                          <a:moveTo>
                            <a:pt x="16002" y="15938"/>
                          </a:moveTo>
                          <a:cubicBezTo>
                            <a:pt x="20479" y="20986"/>
                            <a:pt x="21907" y="27273"/>
                            <a:pt x="20479" y="32416"/>
                          </a:cubicBezTo>
                          <a:cubicBezTo>
                            <a:pt x="23146" y="32130"/>
                            <a:pt x="25622" y="31273"/>
                            <a:pt x="27622" y="29559"/>
                          </a:cubicBezTo>
                          <a:cubicBezTo>
                            <a:pt x="33814" y="24415"/>
                            <a:pt x="34099" y="14700"/>
                            <a:pt x="27718" y="7175"/>
                          </a:cubicBezTo>
                          <a:cubicBezTo>
                            <a:pt x="21431" y="-350"/>
                            <a:pt x="10858" y="-2255"/>
                            <a:pt x="4096" y="2889"/>
                          </a:cubicBezTo>
                          <a:cubicBezTo>
                            <a:pt x="2000" y="4603"/>
                            <a:pt x="762" y="6889"/>
                            <a:pt x="0" y="9366"/>
                          </a:cubicBezTo>
                          <a:cubicBezTo>
                            <a:pt x="5524" y="8604"/>
                            <a:pt x="11716" y="10890"/>
                            <a:pt x="16002" y="1593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31" name="Forme libre : forme 1730">
                      <a:extLst>
                        <a:ext uri="{FF2B5EF4-FFF2-40B4-BE49-F238E27FC236}">
                          <a16:creationId xmlns:a16="http://schemas.microsoft.com/office/drawing/2014/main" id="{CEC1BA06-8CFB-4A2C-AEC9-552DD857D7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2711" y="3292597"/>
                      <a:ext cx="13950" cy="15352"/>
                    </a:xfrm>
                    <a:custGeom>
                      <a:avLst/>
                      <a:gdLst>
                        <a:gd name="connsiteX0" fmla="*/ 438 w 13950"/>
                        <a:gd name="connsiteY0" fmla="*/ 4495 h 15352"/>
                        <a:gd name="connsiteX1" fmla="*/ 9582 w 13950"/>
                        <a:gd name="connsiteY1" fmla="*/ 780 h 15352"/>
                        <a:gd name="connsiteX2" fmla="*/ 13487 w 13950"/>
                        <a:gd name="connsiteY2" fmla="*/ 10877 h 15352"/>
                        <a:gd name="connsiteX3" fmla="*/ 4534 w 13950"/>
                        <a:gd name="connsiteY3" fmla="*/ 14687 h 15352"/>
                        <a:gd name="connsiteX4" fmla="*/ 438 w 13950"/>
                        <a:gd name="connsiteY4" fmla="*/ 4495 h 15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50" h="15352">
                          <a:moveTo>
                            <a:pt x="438" y="4495"/>
                          </a:moveTo>
                          <a:cubicBezTo>
                            <a:pt x="1772" y="590"/>
                            <a:pt x="5963" y="-1125"/>
                            <a:pt x="9582" y="780"/>
                          </a:cubicBezTo>
                          <a:cubicBezTo>
                            <a:pt x="13201" y="2685"/>
                            <a:pt x="14821" y="7067"/>
                            <a:pt x="13487" y="10877"/>
                          </a:cubicBezTo>
                          <a:cubicBezTo>
                            <a:pt x="12154" y="14687"/>
                            <a:pt x="8153" y="16401"/>
                            <a:pt x="4534" y="14687"/>
                          </a:cubicBezTo>
                          <a:cubicBezTo>
                            <a:pt x="914" y="12972"/>
                            <a:pt x="-895" y="8400"/>
                            <a:pt x="438" y="449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32" name="Forme libre : forme 1731">
                      <a:extLst>
                        <a:ext uri="{FF2B5EF4-FFF2-40B4-BE49-F238E27FC236}">
                          <a16:creationId xmlns:a16="http://schemas.microsoft.com/office/drawing/2014/main" id="{3B644F3B-DFE2-444D-8B22-89DB009F79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7458" y="3304214"/>
                      <a:ext cx="5384" cy="5419"/>
                    </a:xfrm>
                    <a:custGeom>
                      <a:avLst/>
                      <a:gdLst>
                        <a:gd name="connsiteX0" fmla="*/ 740 w 5384"/>
                        <a:gd name="connsiteY0" fmla="*/ 498 h 5419"/>
                        <a:gd name="connsiteX1" fmla="*/ 4550 w 5384"/>
                        <a:gd name="connsiteY1" fmla="*/ 1070 h 5419"/>
                        <a:gd name="connsiteX2" fmla="*/ 4645 w 5384"/>
                        <a:gd name="connsiteY2" fmla="*/ 4880 h 5419"/>
                        <a:gd name="connsiteX3" fmla="*/ 835 w 5384"/>
                        <a:gd name="connsiteY3" fmla="*/ 4308 h 5419"/>
                        <a:gd name="connsiteX4" fmla="*/ 740 w 5384"/>
                        <a:gd name="connsiteY4" fmla="*/ 498 h 54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84" h="5419">
                          <a:moveTo>
                            <a:pt x="740" y="498"/>
                          </a:moveTo>
                          <a:cubicBezTo>
                            <a:pt x="1788" y="-359"/>
                            <a:pt x="3502" y="-73"/>
                            <a:pt x="4550" y="1070"/>
                          </a:cubicBezTo>
                          <a:cubicBezTo>
                            <a:pt x="5598" y="2308"/>
                            <a:pt x="5693" y="3927"/>
                            <a:pt x="4645" y="4880"/>
                          </a:cubicBezTo>
                          <a:cubicBezTo>
                            <a:pt x="3597" y="5832"/>
                            <a:pt x="1883" y="5451"/>
                            <a:pt x="835" y="4308"/>
                          </a:cubicBezTo>
                          <a:cubicBezTo>
                            <a:pt x="-213" y="3070"/>
                            <a:pt x="-308" y="1356"/>
                            <a:pt x="740" y="49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733" name="Graphique 15">
                  <a:extLst>
                    <a:ext uri="{FF2B5EF4-FFF2-40B4-BE49-F238E27FC236}">
                      <a16:creationId xmlns:a16="http://schemas.microsoft.com/office/drawing/2014/main" id="{37F13206-EFF4-4AA0-BD7C-26D53C5D5339}"/>
                    </a:ext>
                  </a:extLst>
                </p:cNvPr>
                <p:cNvGrpSpPr/>
                <p:nvPr/>
              </p:nvGrpSpPr>
              <p:grpSpPr>
                <a:xfrm>
                  <a:off x="9724830" y="3200010"/>
                  <a:ext cx="43409" cy="102624"/>
                  <a:chOff x="9724830" y="3200010"/>
                  <a:chExt cx="43409" cy="102624"/>
                </a:xfrm>
                <a:solidFill>
                  <a:schemeClr val="accent1"/>
                </a:solidFill>
              </p:grpSpPr>
              <p:grpSp>
                <p:nvGrpSpPr>
                  <p:cNvPr id="1734" name="Graphique 15">
                    <a:extLst>
                      <a:ext uri="{FF2B5EF4-FFF2-40B4-BE49-F238E27FC236}">
                        <a16:creationId xmlns:a16="http://schemas.microsoft.com/office/drawing/2014/main" id="{5D6A2362-485D-4076-B640-9F495D01D4F1}"/>
                      </a:ext>
                    </a:extLst>
                  </p:cNvPr>
                  <p:cNvGrpSpPr/>
                  <p:nvPr/>
                </p:nvGrpSpPr>
                <p:grpSpPr>
                  <a:xfrm>
                    <a:off x="9731794" y="3268531"/>
                    <a:ext cx="34596" cy="34103"/>
                    <a:chOff x="9731794" y="3268531"/>
                    <a:chExt cx="34596" cy="34103"/>
                  </a:xfrm>
                  <a:solidFill>
                    <a:schemeClr val="accent1"/>
                  </a:solidFill>
                </p:grpSpPr>
                <p:sp>
                  <p:nvSpPr>
                    <p:cNvPr id="1735" name="Forme libre : forme 1734">
                      <a:extLst>
                        <a:ext uri="{FF2B5EF4-FFF2-40B4-BE49-F238E27FC236}">
                          <a16:creationId xmlns:a16="http://schemas.microsoft.com/office/drawing/2014/main" id="{956C2D38-9B3F-4495-911F-78D97C9FAA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1794" y="3268531"/>
                      <a:ext cx="34501" cy="34103"/>
                    </a:xfrm>
                    <a:custGeom>
                      <a:avLst/>
                      <a:gdLst>
                        <a:gd name="connsiteX0" fmla="*/ 1631 w 34501"/>
                        <a:gd name="connsiteY0" fmla="*/ 8749 h 34103"/>
                        <a:gd name="connsiteX1" fmla="*/ 24872 w 34501"/>
                        <a:gd name="connsiteY1" fmla="*/ 2367 h 34103"/>
                        <a:gd name="connsiteX2" fmla="*/ 32778 w 34501"/>
                        <a:gd name="connsiteY2" fmla="*/ 25513 h 34103"/>
                        <a:gd name="connsiteX3" fmla="*/ 10109 w 34501"/>
                        <a:gd name="connsiteY3" fmla="*/ 31990 h 34103"/>
                        <a:gd name="connsiteX4" fmla="*/ 1631 w 34501"/>
                        <a:gd name="connsiteY4" fmla="*/ 8749 h 34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01" h="34103">
                          <a:moveTo>
                            <a:pt x="1631" y="8749"/>
                          </a:moveTo>
                          <a:cubicBezTo>
                            <a:pt x="5537" y="176"/>
                            <a:pt x="16395" y="-2395"/>
                            <a:pt x="24872" y="2367"/>
                          </a:cubicBezTo>
                          <a:cubicBezTo>
                            <a:pt x="33445" y="7225"/>
                            <a:pt x="36874" y="17607"/>
                            <a:pt x="32778" y="25513"/>
                          </a:cubicBezTo>
                          <a:cubicBezTo>
                            <a:pt x="28968" y="33609"/>
                            <a:pt x="18872" y="36467"/>
                            <a:pt x="10109" y="31990"/>
                          </a:cubicBezTo>
                          <a:cubicBezTo>
                            <a:pt x="1441" y="27513"/>
                            <a:pt x="-2464" y="17131"/>
                            <a:pt x="1631" y="874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36" name="Forme libre : forme 1735">
                      <a:extLst>
                        <a:ext uri="{FF2B5EF4-FFF2-40B4-BE49-F238E27FC236}">
                          <a16:creationId xmlns:a16="http://schemas.microsoft.com/office/drawing/2014/main" id="{E36C2E01-6C12-4352-8B52-697F1A381F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1950" y="3268531"/>
                      <a:ext cx="34440" cy="31608"/>
                    </a:xfrm>
                    <a:custGeom>
                      <a:avLst/>
                      <a:gdLst>
                        <a:gd name="connsiteX0" fmla="*/ 17191 w 34440"/>
                        <a:gd name="connsiteY0" fmla="*/ 16655 h 31608"/>
                        <a:gd name="connsiteX1" fmla="*/ 27192 w 34440"/>
                        <a:gd name="connsiteY1" fmla="*/ 31609 h 31608"/>
                        <a:gd name="connsiteX2" fmla="*/ 32717 w 34440"/>
                        <a:gd name="connsiteY2" fmla="*/ 25513 h 31608"/>
                        <a:gd name="connsiteX3" fmla="*/ 24811 w 34440"/>
                        <a:gd name="connsiteY3" fmla="*/ 2367 h 31608"/>
                        <a:gd name="connsiteX4" fmla="*/ 1570 w 34440"/>
                        <a:gd name="connsiteY4" fmla="*/ 8749 h 31608"/>
                        <a:gd name="connsiteX5" fmla="*/ 46 w 34440"/>
                        <a:gd name="connsiteY5" fmla="*/ 17131 h 31608"/>
                        <a:gd name="connsiteX6" fmla="*/ 17191 w 34440"/>
                        <a:gd name="connsiteY6" fmla="*/ 16655 h 31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40" h="31608">
                          <a:moveTo>
                            <a:pt x="17191" y="16655"/>
                          </a:moveTo>
                          <a:cubicBezTo>
                            <a:pt x="23096" y="19798"/>
                            <a:pt x="26621" y="25703"/>
                            <a:pt x="27192" y="31609"/>
                          </a:cubicBezTo>
                          <a:cubicBezTo>
                            <a:pt x="29478" y="30180"/>
                            <a:pt x="31478" y="28180"/>
                            <a:pt x="32717" y="25513"/>
                          </a:cubicBezTo>
                          <a:cubicBezTo>
                            <a:pt x="36812" y="17607"/>
                            <a:pt x="33384" y="7320"/>
                            <a:pt x="24811" y="2367"/>
                          </a:cubicBezTo>
                          <a:cubicBezTo>
                            <a:pt x="16334" y="-2395"/>
                            <a:pt x="5475" y="176"/>
                            <a:pt x="1570" y="8749"/>
                          </a:cubicBezTo>
                          <a:cubicBezTo>
                            <a:pt x="236" y="11416"/>
                            <a:pt x="-145" y="14273"/>
                            <a:pt x="46" y="17131"/>
                          </a:cubicBezTo>
                          <a:cubicBezTo>
                            <a:pt x="4904" y="13988"/>
                            <a:pt x="11381" y="13511"/>
                            <a:pt x="17191" y="1665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37" name="Forme libre : forme 1736">
                      <a:extLst>
                        <a:ext uri="{FF2B5EF4-FFF2-40B4-BE49-F238E27FC236}">
                          <a16:creationId xmlns:a16="http://schemas.microsoft.com/office/drawing/2014/main" id="{102EEEC5-87B4-404A-AD63-1979D75DAD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4661" y="3276511"/>
                      <a:ext cx="14291" cy="16582"/>
                    </a:xfrm>
                    <a:custGeom>
                      <a:avLst/>
                      <a:gdLst>
                        <a:gd name="connsiteX0" fmla="*/ 2 w 14291"/>
                        <a:gd name="connsiteY0" fmla="*/ 8008 h 16582"/>
                        <a:gd name="connsiteX1" fmla="*/ 6955 w 14291"/>
                        <a:gd name="connsiteY1" fmla="*/ 7 h 16582"/>
                        <a:gd name="connsiteX2" fmla="*/ 14290 w 14291"/>
                        <a:gd name="connsiteY2" fmla="*/ 8675 h 16582"/>
                        <a:gd name="connsiteX3" fmla="*/ 7432 w 14291"/>
                        <a:gd name="connsiteY3" fmla="*/ 16581 h 16582"/>
                        <a:gd name="connsiteX4" fmla="*/ 2 w 14291"/>
                        <a:gd name="connsiteY4" fmla="*/ 8008 h 16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91" h="16582">
                          <a:moveTo>
                            <a:pt x="2" y="8008"/>
                          </a:moveTo>
                          <a:cubicBezTo>
                            <a:pt x="-93" y="3436"/>
                            <a:pt x="3050" y="-183"/>
                            <a:pt x="6955" y="7"/>
                          </a:cubicBezTo>
                          <a:cubicBezTo>
                            <a:pt x="10860" y="198"/>
                            <a:pt x="14194" y="4103"/>
                            <a:pt x="14290" y="8675"/>
                          </a:cubicBezTo>
                          <a:cubicBezTo>
                            <a:pt x="14385" y="13247"/>
                            <a:pt x="11337" y="16676"/>
                            <a:pt x="7432" y="16581"/>
                          </a:cubicBezTo>
                          <a:cubicBezTo>
                            <a:pt x="3526" y="16390"/>
                            <a:pt x="97" y="12580"/>
                            <a:pt x="2" y="800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38" name="Forme libre : forme 1737">
                      <a:extLst>
                        <a:ext uri="{FF2B5EF4-FFF2-40B4-BE49-F238E27FC236}">
                          <a16:creationId xmlns:a16="http://schemas.microsoft.com/office/drawing/2014/main" id="{D4D2AF17-9BCD-4344-AE2D-260133A5B9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1833" y="3288559"/>
                      <a:ext cx="5663" cy="5593"/>
                    </a:xfrm>
                    <a:custGeom>
                      <a:avLst/>
                      <a:gdLst>
                        <a:gd name="connsiteX0" fmla="*/ 260 w 5663"/>
                        <a:gd name="connsiteY0" fmla="*/ 1484 h 5593"/>
                        <a:gd name="connsiteX1" fmla="*/ 3974 w 5663"/>
                        <a:gd name="connsiteY1" fmla="*/ 341 h 5593"/>
                        <a:gd name="connsiteX2" fmla="*/ 5403 w 5663"/>
                        <a:gd name="connsiteY2" fmla="*/ 4151 h 5593"/>
                        <a:gd name="connsiteX3" fmla="*/ 1688 w 5663"/>
                        <a:gd name="connsiteY3" fmla="*/ 5294 h 5593"/>
                        <a:gd name="connsiteX4" fmla="*/ 260 w 5663"/>
                        <a:gd name="connsiteY4" fmla="*/ 1484 h 55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63" h="5593">
                          <a:moveTo>
                            <a:pt x="260" y="1484"/>
                          </a:moveTo>
                          <a:cubicBezTo>
                            <a:pt x="927" y="151"/>
                            <a:pt x="2546" y="-421"/>
                            <a:pt x="3974" y="341"/>
                          </a:cubicBezTo>
                          <a:cubicBezTo>
                            <a:pt x="5403" y="1103"/>
                            <a:pt x="6070" y="2818"/>
                            <a:pt x="5403" y="4151"/>
                          </a:cubicBezTo>
                          <a:cubicBezTo>
                            <a:pt x="4737" y="5485"/>
                            <a:pt x="3117" y="5961"/>
                            <a:pt x="1688" y="5294"/>
                          </a:cubicBezTo>
                          <a:cubicBezTo>
                            <a:pt x="260" y="4532"/>
                            <a:pt x="-407" y="2818"/>
                            <a:pt x="260" y="14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739" name="Graphique 15">
                    <a:extLst>
                      <a:ext uri="{FF2B5EF4-FFF2-40B4-BE49-F238E27FC236}">
                        <a16:creationId xmlns:a16="http://schemas.microsoft.com/office/drawing/2014/main" id="{83569211-9A35-41BA-9DF4-8338A33967CD}"/>
                      </a:ext>
                    </a:extLst>
                  </p:cNvPr>
                  <p:cNvGrpSpPr/>
                  <p:nvPr/>
                </p:nvGrpSpPr>
                <p:grpSpPr>
                  <a:xfrm>
                    <a:off x="9733407" y="3234188"/>
                    <a:ext cx="34832" cy="34714"/>
                    <a:chOff x="9733407" y="3234188"/>
                    <a:chExt cx="34832" cy="34714"/>
                  </a:xfrm>
                  <a:solidFill>
                    <a:schemeClr val="accent1"/>
                  </a:solidFill>
                </p:grpSpPr>
                <p:sp>
                  <p:nvSpPr>
                    <p:cNvPr id="1740" name="Forme libre : forme 1739">
                      <a:extLst>
                        <a:ext uri="{FF2B5EF4-FFF2-40B4-BE49-F238E27FC236}">
                          <a16:creationId xmlns:a16="http://schemas.microsoft.com/office/drawing/2014/main" id="{E3C3F2B3-DBE7-4713-9829-815397EFCD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3407" y="3234188"/>
                      <a:ext cx="34832" cy="34714"/>
                    </a:xfrm>
                    <a:custGeom>
                      <a:avLst/>
                      <a:gdLst>
                        <a:gd name="connsiteX0" fmla="*/ 2113 w 34832"/>
                        <a:gd name="connsiteY0" fmla="*/ 8707 h 34714"/>
                        <a:gd name="connsiteX1" fmla="*/ 25831 w 34832"/>
                        <a:gd name="connsiteY1" fmla="*/ 2611 h 34714"/>
                        <a:gd name="connsiteX2" fmla="*/ 32879 w 34832"/>
                        <a:gd name="connsiteY2" fmla="*/ 26424 h 34714"/>
                        <a:gd name="connsiteX3" fmla="*/ 9448 w 34832"/>
                        <a:gd name="connsiteY3" fmla="*/ 32329 h 34714"/>
                        <a:gd name="connsiteX4" fmla="*/ 2113 w 34832"/>
                        <a:gd name="connsiteY4" fmla="*/ 8707 h 34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832" h="34714">
                          <a:moveTo>
                            <a:pt x="2113" y="8707"/>
                          </a:moveTo>
                          <a:cubicBezTo>
                            <a:pt x="6781" y="325"/>
                            <a:pt x="17258" y="-2627"/>
                            <a:pt x="25831" y="2611"/>
                          </a:cubicBezTo>
                          <a:cubicBezTo>
                            <a:pt x="34213" y="7755"/>
                            <a:pt x="37165" y="18328"/>
                            <a:pt x="32879" y="26424"/>
                          </a:cubicBezTo>
                          <a:cubicBezTo>
                            <a:pt x="28593" y="34520"/>
                            <a:pt x="18115" y="37092"/>
                            <a:pt x="9448" y="32329"/>
                          </a:cubicBezTo>
                          <a:cubicBezTo>
                            <a:pt x="780" y="27662"/>
                            <a:pt x="-2554" y="17089"/>
                            <a:pt x="2113" y="870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41" name="Forme libre : forme 1740">
                      <a:extLst>
                        <a:ext uri="{FF2B5EF4-FFF2-40B4-BE49-F238E27FC236}">
                          <a16:creationId xmlns:a16="http://schemas.microsoft.com/office/drawing/2014/main" id="{8DDE1730-3E70-4743-BFEC-C4AB018BBB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3416" y="3234188"/>
                      <a:ext cx="34667" cy="32424"/>
                    </a:xfrm>
                    <a:custGeom>
                      <a:avLst/>
                      <a:gdLst>
                        <a:gd name="connsiteX0" fmla="*/ 17535 w 34667"/>
                        <a:gd name="connsiteY0" fmla="*/ 17089 h 32424"/>
                        <a:gd name="connsiteX1" fmla="*/ 26774 w 34667"/>
                        <a:gd name="connsiteY1" fmla="*/ 32425 h 32424"/>
                        <a:gd name="connsiteX2" fmla="*/ 32775 w 34667"/>
                        <a:gd name="connsiteY2" fmla="*/ 26424 h 32424"/>
                        <a:gd name="connsiteX3" fmla="*/ 25727 w 34667"/>
                        <a:gd name="connsiteY3" fmla="*/ 2611 h 32424"/>
                        <a:gd name="connsiteX4" fmla="*/ 2009 w 34667"/>
                        <a:gd name="connsiteY4" fmla="*/ 8707 h 32424"/>
                        <a:gd name="connsiteX5" fmla="*/ 9 w 34667"/>
                        <a:gd name="connsiteY5" fmla="*/ 17089 h 32424"/>
                        <a:gd name="connsiteX6" fmla="*/ 17535 w 34667"/>
                        <a:gd name="connsiteY6" fmla="*/ 17089 h 324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667" h="32424">
                          <a:moveTo>
                            <a:pt x="17535" y="17089"/>
                          </a:moveTo>
                          <a:cubicBezTo>
                            <a:pt x="23345" y="20423"/>
                            <a:pt x="26584" y="26424"/>
                            <a:pt x="26774" y="32425"/>
                          </a:cubicBezTo>
                          <a:cubicBezTo>
                            <a:pt x="29251" y="30996"/>
                            <a:pt x="31346" y="28996"/>
                            <a:pt x="32775" y="26424"/>
                          </a:cubicBezTo>
                          <a:cubicBezTo>
                            <a:pt x="36966" y="18328"/>
                            <a:pt x="34013" y="7660"/>
                            <a:pt x="25727" y="2611"/>
                          </a:cubicBezTo>
                          <a:cubicBezTo>
                            <a:pt x="17249" y="-2627"/>
                            <a:pt x="6677" y="325"/>
                            <a:pt x="2009" y="8707"/>
                          </a:cubicBezTo>
                          <a:cubicBezTo>
                            <a:pt x="580" y="11374"/>
                            <a:pt x="-86" y="14232"/>
                            <a:pt x="9" y="17089"/>
                          </a:cubicBezTo>
                          <a:cubicBezTo>
                            <a:pt x="5248" y="14041"/>
                            <a:pt x="11820" y="13756"/>
                            <a:pt x="17535" y="1708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42" name="Forme libre : forme 1741">
                      <a:extLst>
                        <a:ext uri="{FF2B5EF4-FFF2-40B4-BE49-F238E27FC236}">
                          <a16:creationId xmlns:a16="http://schemas.microsoft.com/office/drawing/2014/main" id="{7068D049-F390-4360-B197-B9C32BC0F0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6280" y="3242403"/>
                      <a:ext cx="14488" cy="16606"/>
                    </a:xfrm>
                    <a:custGeom>
                      <a:avLst/>
                      <a:gdLst>
                        <a:gd name="connsiteX0" fmla="*/ 2 w 14488"/>
                        <a:gd name="connsiteY0" fmla="*/ 7922 h 16606"/>
                        <a:gd name="connsiteX1" fmla="*/ 7527 w 14488"/>
                        <a:gd name="connsiteY1" fmla="*/ 16 h 16606"/>
                        <a:gd name="connsiteX2" fmla="*/ 14480 w 14488"/>
                        <a:gd name="connsiteY2" fmla="*/ 8874 h 16606"/>
                        <a:gd name="connsiteX3" fmla="*/ 7051 w 14488"/>
                        <a:gd name="connsiteY3" fmla="*/ 16589 h 16606"/>
                        <a:gd name="connsiteX4" fmla="*/ 2 w 14488"/>
                        <a:gd name="connsiteY4" fmla="*/ 7922 h 16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88" h="16606">
                          <a:moveTo>
                            <a:pt x="2" y="7922"/>
                          </a:moveTo>
                          <a:cubicBezTo>
                            <a:pt x="97" y="3350"/>
                            <a:pt x="3527" y="-270"/>
                            <a:pt x="7527" y="16"/>
                          </a:cubicBezTo>
                          <a:cubicBezTo>
                            <a:pt x="11528" y="302"/>
                            <a:pt x="14671" y="4302"/>
                            <a:pt x="14480" y="8874"/>
                          </a:cubicBezTo>
                          <a:cubicBezTo>
                            <a:pt x="14385" y="13446"/>
                            <a:pt x="11051" y="16875"/>
                            <a:pt x="7051" y="16589"/>
                          </a:cubicBezTo>
                          <a:cubicBezTo>
                            <a:pt x="3145" y="16399"/>
                            <a:pt x="-93" y="12494"/>
                            <a:pt x="2" y="792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43" name="Forme libre : forme 1742">
                      <a:extLst>
                        <a:ext uri="{FF2B5EF4-FFF2-40B4-BE49-F238E27FC236}">
                          <a16:creationId xmlns:a16="http://schemas.microsoft.com/office/drawing/2014/main" id="{CD2AFDBD-0497-4EFE-9236-41753E716D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3183" y="3254628"/>
                      <a:ext cx="5778" cy="5680"/>
                    </a:xfrm>
                    <a:custGeom>
                      <a:avLst/>
                      <a:gdLst>
                        <a:gd name="connsiteX0" fmla="*/ 339 w 5778"/>
                        <a:gd name="connsiteY0" fmla="*/ 1411 h 5680"/>
                        <a:gd name="connsiteX1" fmla="*/ 4244 w 5778"/>
                        <a:gd name="connsiteY1" fmla="*/ 364 h 5680"/>
                        <a:gd name="connsiteX2" fmla="*/ 5482 w 5778"/>
                        <a:gd name="connsiteY2" fmla="*/ 4269 h 5680"/>
                        <a:gd name="connsiteX3" fmla="*/ 1577 w 5778"/>
                        <a:gd name="connsiteY3" fmla="*/ 5317 h 5680"/>
                        <a:gd name="connsiteX4" fmla="*/ 339 w 5778"/>
                        <a:gd name="connsiteY4" fmla="*/ 1411 h 56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78" h="5680">
                          <a:moveTo>
                            <a:pt x="339" y="1411"/>
                          </a:moveTo>
                          <a:cubicBezTo>
                            <a:pt x="1101" y="78"/>
                            <a:pt x="2815" y="-398"/>
                            <a:pt x="4244" y="364"/>
                          </a:cubicBezTo>
                          <a:cubicBezTo>
                            <a:pt x="5673" y="1126"/>
                            <a:pt x="6149" y="2935"/>
                            <a:pt x="5482" y="4269"/>
                          </a:cubicBezTo>
                          <a:cubicBezTo>
                            <a:pt x="4720" y="5602"/>
                            <a:pt x="3006" y="6079"/>
                            <a:pt x="1577" y="5317"/>
                          </a:cubicBezTo>
                          <a:cubicBezTo>
                            <a:pt x="148" y="4459"/>
                            <a:pt x="-423" y="2745"/>
                            <a:pt x="339" y="141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744" name="Graphique 15">
                    <a:extLst>
                      <a:ext uri="{FF2B5EF4-FFF2-40B4-BE49-F238E27FC236}">
                        <a16:creationId xmlns:a16="http://schemas.microsoft.com/office/drawing/2014/main" id="{C30C7963-47B3-408E-B7ED-4AD570C23CBE}"/>
                      </a:ext>
                    </a:extLst>
                  </p:cNvPr>
                  <p:cNvGrpSpPr/>
                  <p:nvPr/>
                </p:nvGrpSpPr>
                <p:grpSpPr>
                  <a:xfrm>
                    <a:off x="9724830" y="3200010"/>
                    <a:ext cx="35467" cy="35215"/>
                    <a:chOff x="9724830" y="3200010"/>
                    <a:chExt cx="35467" cy="35215"/>
                  </a:xfrm>
                  <a:solidFill>
                    <a:schemeClr val="accent1"/>
                  </a:solidFill>
                </p:grpSpPr>
                <p:sp>
                  <p:nvSpPr>
                    <p:cNvPr id="1745" name="Forme libre : forme 1744">
                      <a:extLst>
                        <a:ext uri="{FF2B5EF4-FFF2-40B4-BE49-F238E27FC236}">
                          <a16:creationId xmlns:a16="http://schemas.microsoft.com/office/drawing/2014/main" id="{92FD37C1-732D-4E56-A73A-880056BA99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4830" y="3200010"/>
                      <a:ext cx="35467" cy="35215"/>
                    </a:xfrm>
                    <a:custGeom>
                      <a:avLst/>
                      <a:gdLst>
                        <a:gd name="connsiteX0" fmla="*/ 2404 w 35467"/>
                        <a:gd name="connsiteY0" fmla="*/ 8500 h 35215"/>
                        <a:gd name="connsiteX1" fmla="*/ 26978 w 35467"/>
                        <a:gd name="connsiteY1" fmla="*/ 2689 h 35215"/>
                        <a:gd name="connsiteX2" fmla="*/ 32979 w 35467"/>
                        <a:gd name="connsiteY2" fmla="*/ 26883 h 35215"/>
                        <a:gd name="connsiteX3" fmla="*/ 8976 w 35467"/>
                        <a:gd name="connsiteY3" fmla="*/ 32788 h 35215"/>
                        <a:gd name="connsiteX4" fmla="*/ 2404 w 35467"/>
                        <a:gd name="connsiteY4" fmla="*/ 8500 h 352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67" h="35215">
                          <a:moveTo>
                            <a:pt x="2404" y="8500"/>
                          </a:moveTo>
                          <a:cubicBezTo>
                            <a:pt x="7643" y="118"/>
                            <a:pt x="18692" y="-2549"/>
                            <a:pt x="26978" y="2689"/>
                          </a:cubicBezTo>
                          <a:cubicBezTo>
                            <a:pt x="35265" y="7928"/>
                            <a:pt x="37932" y="18882"/>
                            <a:pt x="32979" y="26883"/>
                          </a:cubicBezTo>
                          <a:cubicBezTo>
                            <a:pt x="27931" y="34789"/>
                            <a:pt x="17644" y="37741"/>
                            <a:pt x="8976" y="32788"/>
                          </a:cubicBezTo>
                          <a:cubicBezTo>
                            <a:pt x="594" y="28026"/>
                            <a:pt x="-2644" y="17072"/>
                            <a:pt x="2404" y="850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46" name="Forme libre : forme 1745">
                      <a:extLst>
                        <a:ext uri="{FF2B5EF4-FFF2-40B4-BE49-F238E27FC236}">
                          <a16:creationId xmlns:a16="http://schemas.microsoft.com/office/drawing/2014/main" id="{C0A9C626-C7EC-48A3-A87F-B9CBC5698D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4948" y="3200010"/>
                      <a:ext cx="35349" cy="32883"/>
                    </a:xfrm>
                    <a:custGeom>
                      <a:avLst/>
                      <a:gdLst>
                        <a:gd name="connsiteX0" fmla="*/ 17716 w 35349"/>
                        <a:gd name="connsiteY0" fmla="*/ 17263 h 32883"/>
                        <a:gd name="connsiteX1" fmla="*/ 26384 w 35349"/>
                        <a:gd name="connsiteY1" fmla="*/ 32884 h 32883"/>
                        <a:gd name="connsiteX2" fmla="*/ 32861 w 35349"/>
                        <a:gd name="connsiteY2" fmla="*/ 26883 h 32883"/>
                        <a:gd name="connsiteX3" fmla="*/ 26860 w 35349"/>
                        <a:gd name="connsiteY3" fmla="*/ 2689 h 32883"/>
                        <a:gd name="connsiteX4" fmla="*/ 2286 w 35349"/>
                        <a:gd name="connsiteY4" fmla="*/ 8500 h 32883"/>
                        <a:gd name="connsiteX5" fmla="*/ 0 w 35349"/>
                        <a:gd name="connsiteY5" fmla="*/ 17167 h 32883"/>
                        <a:gd name="connsiteX6" fmla="*/ 17716 w 35349"/>
                        <a:gd name="connsiteY6" fmla="*/ 17263 h 32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349" h="32883">
                          <a:moveTo>
                            <a:pt x="17716" y="17263"/>
                          </a:moveTo>
                          <a:cubicBezTo>
                            <a:pt x="23431" y="20787"/>
                            <a:pt x="26479" y="26883"/>
                            <a:pt x="26384" y="32884"/>
                          </a:cubicBezTo>
                          <a:cubicBezTo>
                            <a:pt x="28956" y="31550"/>
                            <a:pt x="31242" y="29550"/>
                            <a:pt x="32861" y="26883"/>
                          </a:cubicBezTo>
                          <a:cubicBezTo>
                            <a:pt x="37814" y="18787"/>
                            <a:pt x="35147" y="7928"/>
                            <a:pt x="26860" y="2689"/>
                          </a:cubicBezTo>
                          <a:cubicBezTo>
                            <a:pt x="18574" y="-2549"/>
                            <a:pt x="7525" y="118"/>
                            <a:pt x="2286" y="8500"/>
                          </a:cubicBezTo>
                          <a:cubicBezTo>
                            <a:pt x="571" y="11167"/>
                            <a:pt x="0" y="14215"/>
                            <a:pt x="0" y="17167"/>
                          </a:cubicBezTo>
                          <a:cubicBezTo>
                            <a:pt x="5239" y="13929"/>
                            <a:pt x="12097" y="13834"/>
                            <a:pt x="17716" y="1726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47" name="Forme libre : forme 1746">
                      <a:extLst>
                        <a:ext uri="{FF2B5EF4-FFF2-40B4-BE49-F238E27FC236}">
                          <a16:creationId xmlns:a16="http://schemas.microsoft.com/office/drawing/2014/main" id="{B8614E3B-D9FF-4EB4-A4E3-54001FA5EE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7787" y="3208207"/>
                      <a:ext cx="14814" cy="16987"/>
                    </a:xfrm>
                    <a:custGeom>
                      <a:avLst/>
                      <a:gdLst>
                        <a:gd name="connsiteX0" fmla="*/ 18 w 14814"/>
                        <a:gd name="connsiteY0" fmla="*/ 7923 h 16987"/>
                        <a:gd name="connsiteX1" fmla="*/ 8114 w 14814"/>
                        <a:gd name="connsiteY1" fmla="*/ 17 h 16987"/>
                        <a:gd name="connsiteX2" fmla="*/ 14782 w 14814"/>
                        <a:gd name="connsiteY2" fmla="*/ 9161 h 16987"/>
                        <a:gd name="connsiteX3" fmla="*/ 6876 w 14814"/>
                        <a:gd name="connsiteY3" fmla="*/ 16972 h 16987"/>
                        <a:gd name="connsiteX4" fmla="*/ 18 w 14814"/>
                        <a:gd name="connsiteY4" fmla="*/ 7923 h 16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14" h="16987">
                          <a:moveTo>
                            <a:pt x="18" y="7923"/>
                          </a:moveTo>
                          <a:cubicBezTo>
                            <a:pt x="208" y="3065"/>
                            <a:pt x="4018" y="-269"/>
                            <a:pt x="8114" y="17"/>
                          </a:cubicBezTo>
                          <a:cubicBezTo>
                            <a:pt x="12210" y="398"/>
                            <a:pt x="15163" y="4494"/>
                            <a:pt x="14782" y="9161"/>
                          </a:cubicBezTo>
                          <a:cubicBezTo>
                            <a:pt x="14306" y="13733"/>
                            <a:pt x="10876" y="17257"/>
                            <a:pt x="6876" y="16972"/>
                          </a:cubicBezTo>
                          <a:cubicBezTo>
                            <a:pt x="2875" y="16686"/>
                            <a:pt x="-268" y="12685"/>
                            <a:pt x="18" y="792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48" name="Forme libre : forme 1747">
                      <a:extLst>
                        <a:ext uri="{FF2B5EF4-FFF2-40B4-BE49-F238E27FC236}">
                          <a16:creationId xmlns:a16="http://schemas.microsoft.com/office/drawing/2014/main" id="{E5629893-F346-4CCB-B54F-B3EC63BC71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4490" y="3220561"/>
                      <a:ext cx="5701" cy="5902"/>
                    </a:xfrm>
                    <a:custGeom>
                      <a:avLst/>
                      <a:gdLst>
                        <a:gd name="connsiteX0" fmla="*/ 364 w 5701"/>
                        <a:gd name="connsiteY0" fmla="*/ 1475 h 5902"/>
                        <a:gd name="connsiteX1" fmla="*/ 4269 w 5701"/>
                        <a:gd name="connsiteY1" fmla="*/ 427 h 5902"/>
                        <a:gd name="connsiteX2" fmla="*/ 5317 w 5701"/>
                        <a:gd name="connsiteY2" fmla="*/ 4427 h 5902"/>
                        <a:gd name="connsiteX3" fmla="*/ 1411 w 5701"/>
                        <a:gd name="connsiteY3" fmla="*/ 5475 h 5902"/>
                        <a:gd name="connsiteX4" fmla="*/ 364 w 5701"/>
                        <a:gd name="connsiteY4" fmla="*/ 1475 h 5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01" h="5902">
                          <a:moveTo>
                            <a:pt x="364" y="1475"/>
                          </a:moveTo>
                          <a:cubicBezTo>
                            <a:pt x="1126" y="46"/>
                            <a:pt x="2936" y="-430"/>
                            <a:pt x="4269" y="427"/>
                          </a:cubicBezTo>
                          <a:cubicBezTo>
                            <a:pt x="5698" y="1284"/>
                            <a:pt x="6079" y="2999"/>
                            <a:pt x="5317" y="4427"/>
                          </a:cubicBezTo>
                          <a:cubicBezTo>
                            <a:pt x="4555" y="5856"/>
                            <a:pt x="2840" y="6332"/>
                            <a:pt x="1411" y="5475"/>
                          </a:cubicBezTo>
                          <a:cubicBezTo>
                            <a:pt x="78" y="4618"/>
                            <a:pt x="-398" y="2808"/>
                            <a:pt x="364" y="147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749" name="Graphique 15">
                  <a:extLst>
                    <a:ext uri="{FF2B5EF4-FFF2-40B4-BE49-F238E27FC236}">
                      <a16:creationId xmlns:a16="http://schemas.microsoft.com/office/drawing/2014/main" id="{2931A395-1A83-4C0E-ADFC-3466C903AE07}"/>
                    </a:ext>
                  </a:extLst>
                </p:cNvPr>
                <p:cNvGrpSpPr/>
                <p:nvPr/>
              </p:nvGrpSpPr>
              <p:grpSpPr>
                <a:xfrm>
                  <a:off x="9612828" y="3155639"/>
                  <a:ext cx="45167" cy="110441"/>
                  <a:chOff x="9612828" y="3155639"/>
                  <a:chExt cx="45167" cy="110441"/>
                </a:xfrm>
                <a:solidFill>
                  <a:schemeClr val="accent1"/>
                </a:solidFill>
              </p:grpSpPr>
              <p:grpSp>
                <p:nvGrpSpPr>
                  <p:cNvPr id="1750" name="Graphique 15">
                    <a:extLst>
                      <a:ext uri="{FF2B5EF4-FFF2-40B4-BE49-F238E27FC236}">
                        <a16:creationId xmlns:a16="http://schemas.microsoft.com/office/drawing/2014/main" id="{40CC15CB-AF4A-485A-B81F-D092E0438B19}"/>
                      </a:ext>
                    </a:extLst>
                  </p:cNvPr>
                  <p:cNvGrpSpPr/>
                  <p:nvPr/>
                </p:nvGrpSpPr>
                <p:grpSpPr>
                  <a:xfrm>
                    <a:off x="9618981" y="3229031"/>
                    <a:ext cx="36392" cy="37049"/>
                    <a:chOff x="9618981" y="3229031"/>
                    <a:chExt cx="36392" cy="37049"/>
                  </a:xfrm>
                  <a:solidFill>
                    <a:schemeClr val="accent1"/>
                  </a:solidFill>
                </p:grpSpPr>
                <p:sp>
                  <p:nvSpPr>
                    <p:cNvPr id="1751" name="Forme libre : forme 1750">
                      <a:extLst>
                        <a:ext uri="{FF2B5EF4-FFF2-40B4-BE49-F238E27FC236}">
                          <a16:creationId xmlns:a16="http://schemas.microsoft.com/office/drawing/2014/main" id="{E29C50EC-8627-4C88-A33E-CC03AFF3C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18981" y="3229031"/>
                      <a:ext cx="36350" cy="37049"/>
                    </a:xfrm>
                    <a:custGeom>
                      <a:avLst/>
                      <a:gdLst>
                        <a:gd name="connsiteX0" fmla="*/ 1858 w 36350"/>
                        <a:gd name="connsiteY0" fmla="*/ 11388 h 37049"/>
                        <a:gd name="connsiteX1" fmla="*/ 26528 w 36350"/>
                        <a:gd name="connsiteY1" fmla="*/ 1577 h 37049"/>
                        <a:gd name="connsiteX2" fmla="*/ 34434 w 36350"/>
                        <a:gd name="connsiteY2" fmla="*/ 25770 h 37049"/>
                        <a:gd name="connsiteX3" fmla="*/ 10431 w 36350"/>
                        <a:gd name="connsiteY3" fmla="*/ 35677 h 37049"/>
                        <a:gd name="connsiteX4" fmla="*/ 1858 w 36350"/>
                        <a:gd name="connsiteY4" fmla="*/ 11388 h 37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350" h="37049">
                          <a:moveTo>
                            <a:pt x="1858" y="11388"/>
                          </a:moveTo>
                          <a:cubicBezTo>
                            <a:pt x="6144" y="1577"/>
                            <a:pt x="17670" y="-2519"/>
                            <a:pt x="26528" y="1577"/>
                          </a:cubicBezTo>
                          <a:cubicBezTo>
                            <a:pt x="35481" y="5863"/>
                            <a:pt x="38815" y="16627"/>
                            <a:pt x="34434" y="25770"/>
                          </a:cubicBezTo>
                          <a:cubicBezTo>
                            <a:pt x="30243" y="35105"/>
                            <a:pt x="19575" y="39486"/>
                            <a:pt x="10431" y="35677"/>
                          </a:cubicBezTo>
                          <a:cubicBezTo>
                            <a:pt x="1287" y="31962"/>
                            <a:pt x="-2619" y="21103"/>
                            <a:pt x="1858" y="113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52" name="Forme libre : forme 1751">
                      <a:extLst>
                        <a:ext uri="{FF2B5EF4-FFF2-40B4-BE49-F238E27FC236}">
                          <a16:creationId xmlns:a16="http://schemas.microsoft.com/office/drawing/2014/main" id="{3138FF85-0D00-4552-9062-AB7A97EAA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19085" y="3229071"/>
                      <a:ext cx="36289" cy="33255"/>
                    </a:xfrm>
                    <a:custGeom>
                      <a:avLst/>
                      <a:gdLst>
                        <a:gd name="connsiteX0" fmla="*/ 18137 w 36289"/>
                        <a:gd name="connsiteY0" fmla="*/ 18110 h 33255"/>
                        <a:gd name="connsiteX1" fmla="*/ 28329 w 36289"/>
                        <a:gd name="connsiteY1" fmla="*/ 33255 h 33255"/>
                        <a:gd name="connsiteX2" fmla="*/ 34330 w 36289"/>
                        <a:gd name="connsiteY2" fmla="*/ 25826 h 33255"/>
                        <a:gd name="connsiteX3" fmla="*/ 26424 w 36289"/>
                        <a:gd name="connsiteY3" fmla="*/ 1632 h 33255"/>
                        <a:gd name="connsiteX4" fmla="*/ 1754 w 36289"/>
                        <a:gd name="connsiteY4" fmla="*/ 11443 h 33255"/>
                        <a:gd name="connsiteX5" fmla="*/ 40 w 36289"/>
                        <a:gd name="connsiteY5" fmla="*/ 20777 h 33255"/>
                        <a:gd name="connsiteX6" fmla="*/ 18137 w 36289"/>
                        <a:gd name="connsiteY6" fmla="*/ 18110 h 332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289" h="33255">
                          <a:moveTo>
                            <a:pt x="18137" y="18110"/>
                          </a:moveTo>
                          <a:cubicBezTo>
                            <a:pt x="24234" y="20873"/>
                            <a:pt x="27853" y="26778"/>
                            <a:pt x="28329" y="33255"/>
                          </a:cubicBezTo>
                          <a:cubicBezTo>
                            <a:pt x="30806" y="31350"/>
                            <a:pt x="32901" y="28969"/>
                            <a:pt x="34330" y="25826"/>
                          </a:cubicBezTo>
                          <a:cubicBezTo>
                            <a:pt x="38807" y="16682"/>
                            <a:pt x="35378" y="5823"/>
                            <a:pt x="26424" y="1632"/>
                          </a:cubicBezTo>
                          <a:cubicBezTo>
                            <a:pt x="17566" y="-2559"/>
                            <a:pt x="6041" y="1537"/>
                            <a:pt x="1754" y="11443"/>
                          </a:cubicBezTo>
                          <a:cubicBezTo>
                            <a:pt x="326" y="14491"/>
                            <a:pt x="-150" y="17729"/>
                            <a:pt x="40" y="20777"/>
                          </a:cubicBezTo>
                          <a:cubicBezTo>
                            <a:pt x="5184" y="16682"/>
                            <a:pt x="12042" y="15443"/>
                            <a:pt x="18137" y="1811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53" name="Forme libre : forme 1752">
                      <a:extLst>
                        <a:ext uri="{FF2B5EF4-FFF2-40B4-BE49-F238E27FC236}">
                          <a16:creationId xmlns:a16="http://schemas.microsoft.com/office/drawing/2014/main" id="{9B1E3A76-226E-40D9-A8E4-ECB8F0DD7B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1982" y="3238689"/>
                      <a:ext cx="15145" cy="17948"/>
                    </a:xfrm>
                    <a:custGeom>
                      <a:avLst/>
                      <a:gdLst>
                        <a:gd name="connsiteX0" fmla="*/ 0 w 15145"/>
                        <a:gd name="connsiteY0" fmla="*/ 9540 h 17948"/>
                        <a:gd name="connsiteX1" fmla="*/ 7525 w 15145"/>
                        <a:gd name="connsiteY1" fmla="*/ 15 h 17948"/>
                        <a:gd name="connsiteX2" fmla="*/ 15145 w 15145"/>
                        <a:gd name="connsiteY2" fmla="*/ 8492 h 17948"/>
                        <a:gd name="connsiteX3" fmla="*/ 7716 w 15145"/>
                        <a:gd name="connsiteY3" fmla="*/ 17922 h 17948"/>
                        <a:gd name="connsiteX4" fmla="*/ 0 w 15145"/>
                        <a:gd name="connsiteY4" fmla="*/ 9540 h 17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45" h="17948">
                          <a:moveTo>
                            <a:pt x="0" y="9540"/>
                          </a:moveTo>
                          <a:cubicBezTo>
                            <a:pt x="0" y="4587"/>
                            <a:pt x="3334" y="301"/>
                            <a:pt x="7525" y="15"/>
                          </a:cubicBezTo>
                          <a:cubicBezTo>
                            <a:pt x="11716" y="-271"/>
                            <a:pt x="15050" y="3539"/>
                            <a:pt x="15145" y="8492"/>
                          </a:cubicBezTo>
                          <a:cubicBezTo>
                            <a:pt x="15145" y="13445"/>
                            <a:pt x="11906" y="17636"/>
                            <a:pt x="7716" y="17922"/>
                          </a:cubicBezTo>
                          <a:cubicBezTo>
                            <a:pt x="3524" y="18303"/>
                            <a:pt x="0" y="14588"/>
                            <a:pt x="0" y="95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54" name="Forme libre : forme 1753">
                      <a:extLst>
                        <a:ext uri="{FF2B5EF4-FFF2-40B4-BE49-F238E27FC236}">
                          <a16:creationId xmlns:a16="http://schemas.microsoft.com/office/drawing/2014/main" id="{124F3E59-F7E7-4624-8F15-3A04FC1310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9381" y="3251468"/>
                      <a:ext cx="6020" cy="6052"/>
                    </a:xfrm>
                    <a:custGeom>
                      <a:avLst/>
                      <a:gdLst>
                        <a:gd name="connsiteX0" fmla="*/ 317 w 6020"/>
                        <a:gd name="connsiteY0" fmla="*/ 1904 h 6052"/>
                        <a:gd name="connsiteX1" fmla="*/ 4317 w 6020"/>
                        <a:gd name="connsiteY1" fmla="*/ 190 h 6052"/>
                        <a:gd name="connsiteX2" fmla="*/ 5746 w 6020"/>
                        <a:gd name="connsiteY2" fmla="*/ 4190 h 6052"/>
                        <a:gd name="connsiteX3" fmla="*/ 1745 w 6020"/>
                        <a:gd name="connsiteY3" fmla="*/ 5809 h 6052"/>
                        <a:gd name="connsiteX4" fmla="*/ 317 w 6020"/>
                        <a:gd name="connsiteY4" fmla="*/ 1904 h 6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20" h="6052">
                          <a:moveTo>
                            <a:pt x="317" y="1904"/>
                          </a:moveTo>
                          <a:cubicBezTo>
                            <a:pt x="983" y="380"/>
                            <a:pt x="2793" y="-382"/>
                            <a:pt x="4317" y="190"/>
                          </a:cubicBezTo>
                          <a:cubicBezTo>
                            <a:pt x="5841" y="761"/>
                            <a:pt x="6413" y="2666"/>
                            <a:pt x="5746" y="4190"/>
                          </a:cubicBezTo>
                          <a:cubicBezTo>
                            <a:pt x="5079" y="5714"/>
                            <a:pt x="3269" y="6476"/>
                            <a:pt x="1745" y="5809"/>
                          </a:cubicBezTo>
                          <a:cubicBezTo>
                            <a:pt x="221" y="5143"/>
                            <a:pt x="-445" y="3428"/>
                            <a:pt x="317" y="19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755" name="Graphique 15">
                    <a:extLst>
                      <a:ext uri="{FF2B5EF4-FFF2-40B4-BE49-F238E27FC236}">
                        <a16:creationId xmlns:a16="http://schemas.microsoft.com/office/drawing/2014/main" id="{4429E16D-73EE-4313-BBBB-B88A9A06F250}"/>
                      </a:ext>
                    </a:extLst>
                  </p:cNvPr>
                  <p:cNvGrpSpPr/>
                  <p:nvPr/>
                </p:nvGrpSpPr>
                <p:grpSpPr>
                  <a:xfrm>
                    <a:off x="9621243" y="3191506"/>
                    <a:ext cx="36752" cy="37830"/>
                    <a:chOff x="9621243" y="3191506"/>
                    <a:chExt cx="36752" cy="37830"/>
                  </a:xfrm>
                  <a:solidFill>
                    <a:schemeClr val="accent1"/>
                  </a:solidFill>
                </p:grpSpPr>
                <p:sp>
                  <p:nvSpPr>
                    <p:cNvPr id="1756" name="Forme libre : forme 1755">
                      <a:extLst>
                        <a:ext uri="{FF2B5EF4-FFF2-40B4-BE49-F238E27FC236}">
                          <a16:creationId xmlns:a16="http://schemas.microsoft.com/office/drawing/2014/main" id="{72A821A2-EDF9-48F2-A560-AF775CB905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1243" y="3191601"/>
                      <a:ext cx="36752" cy="37734"/>
                    </a:xfrm>
                    <a:custGeom>
                      <a:avLst/>
                      <a:gdLst>
                        <a:gd name="connsiteX0" fmla="*/ 2359 w 36752"/>
                        <a:gd name="connsiteY0" fmla="*/ 11289 h 37734"/>
                        <a:gd name="connsiteX1" fmla="*/ 27505 w 36752"/>
                        <a:gd name="connsiteY1" fmla="*/ 1859 h 37734"/>
                        <a:gd name="connsiteX2" fmla="*/ 34553 w 36752"/>
                        <a:gd name="connsiteY2" fmla="*/ 26815 h 37734"/>
                        <a:gd name="connsiteX3" fmla="*/ 9693 w 36752"/>
                        <a:gd name="connsiteY3" fmla="*/ 36149 h 37734"/>
                        <a:gd name="connsiteX4" fmla="*/ 2359 w 36752"/>
                        <a:gd name="connsiteY4" fmla="*/ 11289 h 37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752" h="37734">
                          <a:moveTo>
                            <a:pt x="2359" y="11289"/>
                          </a:moveTo>
                          <a:cubicBezTo>
                            <a:pt x="7407" y="1669"/>
                            <a:pt x="18647" y="-2808"/>
                            <a:pt x="27505" y="1859"/>
                          </a:cubicBezTo>
                          <a:cubicBezTo>
                            <a:pt x="36268" y="6336"/>
                            <a:pt x="39221" y="17480"/>
                            <a:pt x="34553" y="26815"/>
                          </a:cubicBezTo>
                          <a:cubicBezTo>
                            <a:pt x="29791" y="36149"/>
                            <a:pt x="18742" y="40245"/>
                            <a:pt x="9693" y="36149"/>
                          </a:cubicBezTo>
                          <a:cubicBezTo>
                            <a:pt x="645" y="31958"/>
                            <a:pt x="-2689" y="20909"/>
                            <a:pt x="2359" y="1128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57" name="Forme libre : forme 1756">
                      <a:extLst>
                        <a:ext uri="{FF2B5EF4-FFF2-40B4-BE49-F238E27FC236}">
                          <a16:creationId xmlns:a16="http://schemas.microsoft.com/office/drawing/2014/main" id="{1ADA1223-F7D2-4194-8DAA-8AE4586123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1316" y="3191506"/>
                      <a:ext cx="36679" cy="34149"/>
                    </a:xfrm>
                    <a:custGeom>
                      <a:avLst/>
                      <a:gdLst>
                        <a:gd name="connsiteX0" fmla="*/ 18479 w 36679"/>
                        <a:gd name="connsiteY0" fmla="*/ 18623 h 34149"/>
                        <a:gd name="connsiteX1" fmla="*/ 28004 w 36679"/>
                        <a:gd name="connsiteY1" fmla="*/ 34149 h 34149"/>
                        <a:gd name="connsiteX2" fmla="*/ 34480 w 36679"/>
                        <a:gd name="connsiteY2" fmla="*/ 26815 h 34149"/>
                        <a:gd name="connsiteX3" fmla="*/ 27432 w 36679"/>
                        <a:gd name="connsiteY3" fmla="*/ 1859 h 34149"/>
                        <a:gd name="connsiteX4" fmla="*/ 2286 w 36679"/>
                        <a:gd name="connsiteY4" fmla="*/ 11289 h 34149"/>
                        <a:gd name="connsiteX5" fmla="*/ 0 w 36679"/>
                        <a:gd name="connsiteY5" fmla="*/ 20624 h 34149"/>
                        <a:gd name="connsiteX6" fmla="*/ 18479 w 36679"/>
                        <a:gd name="connsiteY6" fmla="*/ 18623 h 3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679" h="34149">
                          <a:moveTo>
                            <a:pt x="18479" y="18623"/>
                          </a:moveTo>
                          <a:cubicBezTo>
                            <a:pt x="24574" y="21576"/>
                            <a:pt x="27908" y="27672"/>
                            <a:pt x="28004" y="34149"/>
                          </a:cubicBezTo>
                          <a:cubicBezTo>
                            <a:pt x="30671" y="32339"/>
                            <a:pt x="32861" y="29863"/>
                            <a:pt x="34480" y="26815"/>
                          </a:cubicBezTo>
                          <a:cubicBezTo>
                            <a:pt x="39148" y="17480"/>
                            <a:pt x="36195" y="6336"/>
                            <a:pt x="27432" y="1859"/>
                          </a:cubicBezTo>
                          <a:cubicBezTo>
                            <a:pt x="18479" y="-2808"/>
                            <a:pt x="7334" y="1669"/>
                            <a:pt x="2286" y="11289"/>
                          </a:cubicBezTo>
                          <a:cubicBezTo>
                            <a:pt x="667" y="14337"/>
                            <a:pt x="0" y="17576"/>
                            <a:pt x="0" y="20624"/>
                          </a:cubicBezTo>
                          <a:cubicBezTo>
                            <a:pt x="5524" y="16814"/>
                            <a:pt x="12573" y="15671"/>
                            <a:pt x="18479" y="1862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58" name="Forme libre : forme 1757">
                      <a:extLst>
                        <a:ext uri="{FF2B5EF4-FFF2-40B4-BE49-F238E27FC236}">
                          <a16:creationId xmlns:a16="http://schemas.microsoft.com/office/drawing/2014/main" id="{CD76A9FC-C112-4E7A-9A9C-B006A53F6B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4356" y="3201359"/>
                      <a:ext cx="15351" cy="18110"/>
                    </a:xfrm>
                    <a:custGeom>
                      <a:avLst/>
                      <a:gdLst>
                        <a:gd name="connsiteX0" fmla="*/ 8 w 15351"/>
                        <a:gd name="connsiteY0" fmla="*/ 9436 h 18110"/>
                        <a:gd name="connsiteX1" fmla="*/ 8104 w 15351"/>
                        <a:gd name="connsiteY1" fmla="*/ 7 h 18110"/>
                        <a:gd name="connsiteX2" fmla="*/ 15343 w 15351"/>
                        <a:gd name="connsiteY2" fmla="*/ 8770 h 18110"/>
                        <a:gd name="connsiteX3" fmla="*/ 7342 w 15351"/>
                        <a:gd name="connsiteY3" fmla="*/ 18104 h 18110"/>
                        <a:gd name="connsiteX4" fmla="*/ 8 w 15351"/>
                        <a:gd name="connsiteY4" fmla="*/ 9436 h 18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1" h="18110">
                          <a:moveTo>
                            <a:pt x="8" y="9436"/>
                          </a:moveTo>
                          <a:cubicBezTo>
                            <a:pt x="199" y="4388"/>
                            <a:pt x="3913" y="197"/>
                            <a:pt x="8104" y="7"/>
                          </a:cubicBezTo>
                          <a:cubicBezTo>
                            <a:pt x="12295" y="-184"/>
                            <a:pt x="15534" y="3817"/>
                            <a:pt x="15343" y="8770"/>
                          </a:cubicBezTo>
                          <a:cubicBezTo>
                            <a:pt x="15153" y="13723"/>
                            <a:pt x="11533" y="17914"/>
                            <a:pt x="7342" y="18104"/>
                          </a:cubicBezTo>
                          <a:cubicBezTo>
                            <a:pt x="3056" y="18295"/>
                            <a:pt x="-182" y="14389"/>
                            <a:pt x="8" y="943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59" name="Forme libre : forme 1758">
                      <a:extLst>
                        <a:ext uri="{FF2B5EF4-FFF2-40B4-BE49-F238E27FC236}">
                          <a16:creationId xmlns:a16="http://schemas.microsoft.com/office/drawing/2014/main" id="{83918EB8-174F-4CCA-A288-76CA4245E5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31489" y="3214307"/>
                      <a:ext cx="6072" cy="6217"/>
                    </a:xfrm>
                    <a:custGeom>
                      <a:avLst/>
                      <a:gdLst>
                        <a:gd name="connsiteX0" fmla="*/ 400 w 6072"/>
                        <a:gd name="connsiteY0" fmla="*/ 1823 h 6217"/>
                        <a:gd name="connsiteX1" fmla="*/ 4495 w 6072"/>
                        <a:gd name="connsiteY1" fmla="*/ 299 h 6217"/>
                        <a:gd name="connsiteX2" fmla="*/ 5734 w 6072"/>
                        <a:gd name="connsiteY2" fmla="*/ 4395 h 6217"/>
                        <a:gd name="connsiteX3" fmla="*/ 1638 w 6072"/>
                        <a:gd name="connsiteY3" fmla="*/ 5919 h 6217"/>
                        <a:gd name="connsiteX4" fmla="*/ 400 w 6072"/>
                        <a:gd name="connsiteY4" fmla="*/ 1823 h 6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2" h="6217">
                          <a:moveTo>
                            <a:pt x="400" y="1823"/>
                          </a:moveTo>
                          <a:cubicBezTo>
                            <a:pt x="1162" y="299"/>
                            <a:pt x="3067" y="-463"/>
                            <a:pt x="4495" y="299"/>
                          </a:cubicBezTo>
                          <a:cubicBezTo>
                            <a:pt x="5924" y="1061"/>
                            <a:pt x="6496" y="2776"/>
                            <a:pt x="5734" y="4395"/>
                          </a:cubicBezTo>
                          <a:cubicBezTo>
                            <a:pt x="4972" y="5919"/>
                            <a:pt x="3067" y="6681"/>
                            <a:pt x="1638" y="5919"/>
                          </a:cubicBezTo>
                          <a:cubicBezTo>
                            <a:pt x="114" y="5157"/>
                            <a:pt x="-458" y="3347"/>
                            <a:pt x="400" y="18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760" name="Graphique 15">
                    <a:extLst>
                      <a:ext uri="{FF2B5EF4-FFF2-40B4-BE49-F238E27FC236}">
                        <a16:creationId xmlns:a16="http://schemas.microsoft.com/office/drawing/2014/main" id="{88147345-694A-47AA-9E3A-3735FA0B36A7}"/>
                      </a:ext>
                    </a:extLst>
                  </p:cNvPr>
                  <p:cNvGrpSpPr/>
                  <p:nvPr/>
                </p:nvGrpSpPr>
                <p:grpSpPr>
                  <a:xfrm>
                    <a:off x="9612828" y="3155639"/>
                    <a:ext cx="37615" cy="38276"/>
                    <a:chOff x="9612828" y="3155639"/>
                    <a:chExt cx="37615" cy="38276"/>
                  </a:xfrm>
                  <a:solidFill>
                    <a:schemeClr val="accent1"/>
                  </a:solidFill>
                </p:grpSpPr>
                <p:sp>
                  <p:nvSpPr>
                    <p:cNvPr id="1761" name="Forme libre : forme 1760">
                      <a:extLst>
                        <a:ext uri="{FF2B5EF4-FFF2-40B4-BE49-F238E27FC236}">
                          <a16:creationId xmlns:a16="http://schemas.microsoft.com/office/drawing/2014/main" id="{7A8D42FB-58C3-4AE7-9CA9-2C91EFE110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12828" y="3155734"/>
                      <a:ext cx="37615" cy="38180"/>
                    </a:xfrm>
                    <a:custGeom>
                      <a:avLst/>
                      <a:gdLst>
                        <a:gd name="connsiteX0" fmla="*/ 2678 w 37615"/>
                        <a:gd name="connsiteY0" fmla="*/ 11056 h 38180"/>
                        <a:gd name="connsiteX1" fmla="*/ 28871 w 37615"/>
                        <a:gd name="connsiteY1" fmla="*/ 1912 h 38180"/>
                        <a:gd name="connsiteX2" fmla="*/ 34777 w 37615"/>
                        <a:gd name="connsiteY2" fmla="*/ 27249 h 38180"/>
                        <a:gd name="connsiteX3" fmla="*/ 9250 w 37615"/>
                        <a:gd name="connsiteY3" fmla="*/ 36583 h 38180"/>
                        <a:gd name="connsiteX4" fmla="*/ 2678 w 37615"/>
                        <a:gd name="connsiteY4" fmla="*/ 11056 h 38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615" h="38180">
                          <a:moveTo>
                            <a:pt x="2678" y="11056"/>
                          </a:moveTo>
                          <a:cubicBezTo>
                            <a:pt x="8297" y="1436"/>
                            <a:pt x="20109" y="-2755"/>
                            <a:pt x="28871" y="1912"/>
                          </a:cubicBezTo>
                          <a:cubicBezTo>
                            <a:pt x="37635" y="6580"/>
                            <a:pt x="40206" y="18010"/>
                            <a:pt x="34777" y="27249"/>
                          </a:cubicBezTo>
                          <a:cubicBezTo>
                            <a:pt x="29253" y="36393"/>
                            <a:pt x="18299" y="40774"/>
                            <a:pt x="9250" y="36583"/>
                          </a:cubicBezTo>
                          <a:cubicBezTo>
                            <a:pt x="392" y="32297"/>
                            <a:pt x="-2752" y="20867"/>
                            <a:pt x="2678" y="1105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62" name="Forme libre : forme 1761">
                      <a:extLst>
                        <a:ext uri="{FF2B5EF4-FFF2-40B4-BE49-F238E27FC236}">
                          <a16:creationId xmlns:a16="http://schemas.microsoft.com/office/drawing/2014/main" id="{6D3EC258-93D6-486C-85AF-FD935B4DB3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12934" y="3155639"/>
                      <a:ext cx="37443" cy="34487"/>
                    </a:xfrm>
                    <a:custGeom>
                      <a:avLst/>
                      <a:gdLst>
                        <a:gd name="connsiteX0" fmla="*/ 18764 w 37443"/>
                        <a:gd name="connsiteY0" fmla="*/ 18676 h 34487"/>
                        <a:gd name="connsiteX1" fmla="*/ 27622 w 37443"/>
                        <a:gd name="connsiteY1" fmla="*/ 34488 h 34487"/>
                        <a:gd name="connsiteX2" fmla="*/ 34671 w 37443"/>
                        <a:gd name="connsiteY2" fmla="*/ 27249 h 34487"/>
                        <a:gd name="connsiteX3" fmla="*/ 28765 w 37443"/>
                        <a:gd name="connsiteY3" fmla="*/ 1912 h 34487"/>
                        <a:gd name="connsiteX4" fmla="*/ 2572 w 37443"/>
                        <a:gd name="connsiteY4" fmla="*/ 11056 h 34487"/>
                        <a:gd name="connsiteX5" fmla="*/ 0 w 37443"/>
                        <a:gd name="connsiteY5" fmla="*/ 20677 h 34487"/>
                        <a:gd name="connsiteX6" fmla="*/ 18764 w 37443"/>
                        <a:gd name="connsiteY6" fmla="*/ 18676 h 34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43" h="34487">
                          <a:moveTo>
                            <a:pt x="18764" y="18676"/>
                          </a:moveTo>
                          <a:cubicBezTo>
                            <a:pt x="24765" y="21724"/>
                            <a:pt x="27908" y="28011"/>
                            <a:pt x="27622" y="34488"/>
                          </a:cubicBezTo>
                          <a:cubicBezTo>
                            <a:pt x="30385" y="32678"/>
                            <a:pt x="32861" y="30297"/>
                            <a:pt x="34671" y="27249"/>
                          </a:cubicBezTo>
                          <a:cubicBezTo>
                            <a:pt x="40005" y="17914"/>
                            <a:pt x="37433" y="6580"/>
                            <a:pt x="28765" y="1912"/>
                          </a:cubicBezTo>
                          <a:cubicBezTo>
                            <a:pt x="20098" y="-2755"/>
                            <a:pt x="8287" y="1436"/>
                            <a:pt x="2572" y="11056"/>
                          </a:cubicBezTo>
                          <a:cubicBezTo>
                            <a:pt x="762" y="14104"/>
                            <a:pt x="95" y="17438"/>
                            <a:pt x="0" y="20677"/>
                          </a:cubicBezTo>
                          <a:cubicBezTo>
                            <a:pt x="5524" y="16581"/>
                            <a:pt x="12859" y="15724"/>
                            <a:pt x="18764" y="1867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63" name="Forme libre : forme 1762">
                      <a:extLst>
                        <a:ext uri="{FF2B5EF4-FFF2-40B4-BE49-F238E27FC236}">
                          <a16:creationId xmlns:a16="http://schemas.microsoft.com/office/drawing/2014/main" id="{AEC6B564-7D46-461B-B835-22C2722339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15951" y="3165455"/>
                      <a:ext cx="15700" cy="18391"/>
                    </a:xfrm>
                    <a:custGeom>
                      <a:avLst/>
                      <a:gdLst>
                        <a:gd name="connsiteX0" fmla="*/ 30 w 15700"/>
                        <a:gd name="connsiteY0" fmla="*/ 9431 h 18391"/>
                        <a:gd name="connsiteX1" fmla="*/ 8698 w 15700"/>
                        <a:gd name="connsiteY1" fmla="*/ 2 h 18391"/>
                        <a:gd name="connsiteX2" fmla="*/ 15651 w 15700"/>
                        <a:gd name="connsiteY2" fmla="*/ 8955 h 18391"/>
                        <a:gd name="connsiteX3" fmla="*/ 7174 w 15700"/>
                        <a:gd name="connsiteY3" fmla="*/ 18385 h 18391"/>
                        <a:gd name="connsiteX4" fmla="*/ 30 w 15700"/>
                        <a:gd name="connsiteY4" fmla="*/ 9431 h 18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00" h="18391">
                          <a:moveTo>
                            <a:pt x="30" y="9431"/>
                          </a:moveTo>
                          <a:cubicBezTo>
                            <a:pt x="316" y="4193"/>
                            <a:pt x="4412" y="97"/>
                            <a:pt x="8698" y="2"/>
                          </a:cubicBezTo>
                          <a:cubicBezTo>
                            <a:pt x="13080" y="-94"/>
                            <a:pt x="16128" y="4002"/>
                            <a:pt x="15651" y="8955"/>
                          </a:cubicBezTo>
                          <a:cubicBezTo>
                            <a:pt x="15080" y="13908"/>
                            <a:pt x="11365" y="18099"/>
                            <a:pt x="7174" y="18385"/>
                          </a:cubicBezTo>
                          <a:cubicBezTo>
                            <a:pt x="2888" y="18575"/>
                            <a:pt x="-351" y="14575"/>
                            <a:pt x="30" y="943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64" name="Forme libre : forme 1763">
                      <a:extLst>
                        <a:ext uri="{FF2B5EF4-FFF2-40B4-BE49-F238E27FC236}">
                          <a16:creationId xmlns:a16="http://schemas.microsoft.com/office/drawing/2014/main" id="{E49688FB-3DE8-4B3A-818C-F8A012F3FB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2984" y="3178495"/>
                      <a:ext cx="6092" cy="6363"/>
                    </a:xfrm>
                    <a:custGeom>
                      <a:avLst/>
                      <a:gdLst>
                        <a:gd name="connsiteX0" fmla="*/ 427 w 6092"/>
                        <a:gd name="connsiteY0" fmla="*/ 1916 h 6363"/>
                        <a:gd name="connsiteX1" fmla="*/ 4618 w 6092"/>
                        <a:gd name="connsiteY1" fmla="*/ 297 h 6363"/>
                        <a:gd name="connsiteX2" fmla="*/ 5666 w 6092"/>
                        <a:gd name="connsiteY2" fmla="*/ 4488 h 6363"/>
                        <a:gd name="connsiteX3" fmla="*/ 1475 w 6092"/>
                        <a:gd name="connsiteY3" fmla="*/ 6107 h 6363"/>
                        <a:gd name="connsiteX4" fmla="*/ 427 w 6092"/>
                        <a:gd name="connsiteY4" fmla="*/ 1916 h 63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92" h="6363">
                          <a:moveTo>
                            <a:pt x="427" y="1916"/>
                          </a:moveTo>
                          <a:cubicBezTo>
                            <a:pt x="1284" y="297"/>
                            <a:pt x="3094" y="-465"/>
                            <a:pt x="4618" y="297"/>
                          </a:cubicBezTo>
                          <a:cubicBezTo>
                            <a:pt x="6047" y="1059"/>
                            <a:pt x="6523" y="2869"/>
                            <a:pt x="5666" y="4488"/>
                          </a:cubicBezTo>
                          <a:cubicBezTo>
                            <a:pt x="4808" y="6107"/>
                            <a:pt x="2999" y="6774"/>
                            <a:pt x="1475" y="6107"/>
                          </a:cubicBezTo>
                          <a:cubicBezTo>
                            <a:pt x="46" y="5345"/>
                            <a:pt x="-430" y="3440"/>
                            <a:pt x="427" y="19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765" name="Graphique 15">
                  <a:extLst>
                    <a:ext uri="{FF2B5EF4-FFF2-40B4-BE49-F238E27FC236}">
                      <a16:creationId xmlns:a16="http://schemas.microsoft.com/office/drawing/2014/main" id="{877DEB3C-E304-4275-A87D-20C766BDF616}"/>
                    </a:ext>
                  </a:extLst>
                </p:cNvPr>
                <p:cNvGrpSpPr/>
                <p:nvPr/>
              </p:nvGrpSpPr>
              <p:grpSpPr>
                <a:xfrm>
                  <a:off x="9499682" y="3113602"/>
                  <a:ext cx="92250" cy="85813"/>
                  <a:chOff x="9499682" y="3113602"/>
                  <a:chExt cx="92250" cy="85813"/>
                </a:xfrm>
                <a:solidFill>
                  <a:schemeClr val="accent1"/>
                </a:solidFill>
              </p:grpSpPr>
              <p:grpSp>
                <p:nvGrpSpPr>
                  <p:cNvPr id="1766" name="Graphique 15">
                    <a:extLst>
                      <a:ext uri="{FF2B5EF4-FFF2-40B4-BE49-F238E27FC236}">
                        <a16:creationId xmlns:a16="http://schemas.microsoft.com/office/drawing/2014/main" id="{76500A86-E8C0-485C-8C8D-938E32391A1A}"/>
                      </a:ext>
                    </a:extLst>
                  </p:cNvPr>
                  <p:cNvGrpSpPr/>
                  <p:nvPr/>
                </p:nvGrpSpPr>
                <p:grpSpPr>
                  <a:xfrm>
                    <a:off x="9499682" y="3113602"/>
                    <a:ext cx="39528" cy="41728"/>
                    <a:chOff x="9499682" y="3113602"/>
                    <a:chExt cx="39528" cy="41728"/>
                  </a:xfrm>
                  <a:solidFill>
                    <a:schemeClr val="accent1"/>
                  </a:solidFill>
                </p:grpSpPr>
                <p:sp>
                  <p:nvSpPr>
                    <p:cNvPr id="1767" name="Forme libre : forme 1766">
                      <a:extLst>
                        <a:ext uri="{FF2B5EF4-FFF2-40B4-BE49-F238E27FC236}">
                          <a16:creationId xmlns:a16="http://schemas.microsoft.com/office/drawing/2014/main" id="{6200F7D3-05F1-401A-992A-DDE6F663A1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9682" y="3113602"/>
                      <a:ext cx="39528" cy="41728"/>
                    </a:xfrm>
                    <a:custGeom>
                      <a:avLst/>
                      <a:gdLst>
                        <a:gd name="connsiteX0" fmla="*/ 39242 w 39528"/>
                        <a:gd name="connsiteY0" fmla="*/ 12993 h 41728"/>
                        <a:gd name="connsiteX1" fmla="*/ 23431 w 39528"/>
                        <a:gd name="connsiteY1" fmla="*/ 39949 h 41728"/>
                        <a:gd name="connsiteX2" fmla="*/ 380 w 39528"/>
                        <a:gd name="connsiteY2" fmla="*/ 29281 h 41728"/>
                        <a:gd name="connsiteX3" fmla="*/ 16478 w 39528"/>
                        <a:gd name="connsiteY3" fmla="*/ 1658 h 41728"/>
                        <a:gd name="connsiteX4" fmla="*/ 39242 w 39528"/>
                        <a:gd name="connsiteY4" fmla="*/ 12993 h 41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28" h="41728">
                          <a:moveTo>
                            <a:pt x="39242" y="12993"/>
                          </a:moveTo>
                          <a:cubicBezTo>
                            <a:pt x="41052" y="23566"/>
                            <a:pt x="34099" y="35472"/>
                            <a:pt x="23431" y="39949"/>
                          </a:cubicBezTo>
                          <a:cubicBezTo>
                            <a:pt x="12953" y="44521"/>
                            <a:pt x="2666" y="40044"/>
                            <a:pt x="380" y="29281"/>
                          </a:cubicBezTo>
                          <a:cubicBezTo>
                            <a:pt x="-1810" y="18613"/>
                            <a:pt x="5714" y="6230"/>
                            <a:pt x="16478" y="1658"/>
                          </a:cubicBezTo>
                          <a:cubicBezTo>
                            <a:pt x="27431" y="-2914"/>
                            <a:pt x="37433" y="2325"/>
                            <a:pt x="39242" y="1299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68" name="Forme libre : forme 1767">
                      <a:extLst>
                        <a:ext uri="{FF2B5EF4-FFF2-40B4-BE49-F238E27FC236}">
                          <a16:creationId xmlns:a16="http://schemas.microsoft.com/office/drawing/2014/main" id="{457C02B7-44C5-49BC-8DB6-A98FE2E375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9692" y="3118213"/>
                      <a:ext cx="39518" cy="37007"/>
                    </a:xfrm>
                    <a:custGeom>
                      <a:avLst/>
                      <a:gdLst>
                        <a:gd name="connsiteX0" fmla="*/ 20087 w 39518"/>
                        <a:gd name="connsiteY0" fmla="*/ 16669 h 37007"/>
                        <a:gd name="connsiteX1" fmla="*/ 1228 w 39518"/>
                        <a:gd name="connsiteY1" fmla="*/ 13906 h 37007"/>
                        <a:gd name="connsiteX2" fmla="*/ 370 w 39518"/>
                        <a:gd name="connsiteY2" fmla="*/ 24575 h 37007"/>
                        <a:gd name="connsiteX3" fmla="*/ 23421 w 39518"/>
                        <a:gd name="connsiteY3" fmla="*/ 35242 h 37007"/>
                        <a:gd name="connsiteX4" fmla="*/ 39232 w 39518"/>
                        <a:gd name="connsiteY4" fmla="*/ 8287 h 37007"/>
                        <a:gd name="connsiteX5" fmla="*/ 35137 w 39518"/>
                        <a:gd name="connsiteY5" fmla="*/ 0 h 37007"/>
                        <a:gd name="connsiteX6" fmla="*/ 20087 w 39518"/>
                        <a:gd name="connsiteY6" fmla="*/ 16669 h 37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518" h="37007">
                          <a:moveTo>
                            <a:pt x="20087" y="16669"/>
                          </a:moveTo>
                          <a:cubicBezTo>
                            <a:pt x="12753" y="19717"/>
                            <a:pt x="5704" y="18383"/>
                            <a:pt x="1228" y="13906"/>
                          </a:cubicBezTo>
                          <a:cubicBezTo>
                            <a:pt x="85" y="17431"/>
                            <a:pt x="-392" y="21050"/>
                            <a:pt x="370" y="24575"/>
                          </a:cubicBezTo>
                          <a:cubicBezTo>
                            <a:pt x="2561" y="35242"/>
                            <a:pt x="12943" y="39814"/>
                            <a:pt x="23421" y="35242"/>
                          </a:cubicBezTo>
                          <a:cubicBezTo>
                            <a:pt x="34089" y="30861"/>
                            <a:pt x="41042" y="18955"/>
                            <a:pt x="39232" y="8287"/>
                          </a:cubicBezTo>
                          <a:cubicBezTo>
                            <a:pt x="38661" y="4953"/>
                            <a:pt x="37137" y="2191"/>
                            <a:pt x="35137" y="0"/>
                          </a:cubicBezTo>
                          <a:cubicBezTo>
                            <a:pt x="32851" y="7239"/>
                            <a:pt x="27326" y="13621"/>
                            <a:pt x="20087" y="1666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69" name="Forme libre : forme 1768">
                      <a:extLst>
                        <a:ext uri="{FF2B5EF4-FFF2-40B4-BE49-F238E27FC236}">
                          <a16:creationId xmlns:a16="http://schemas.microsoft.com/office/drawing/2014/main" id="{C3905799-7F9F-40B3-8E9F-823D34FAB9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17795" y="3118939"/>
                      <a:ext cx="17328" cy="18490"/>
                    </a:xfrm>
                    <a:custGeom>
                      <a:avLst/>
                      <a:gdLst>
                        <a:gd name="connsiteX0" fmla="*/ 15319 w 17328"/>
                        <a:gd name="connsiteY0" fmla="*/ 2798 h 18490"/>
                        <a:gd name="connsiteX1" fmla="*/ 14272 w 17328"/>
                        <a:gd name="connsiteY1" fmla="*/ 15847 h 18490"/>
                        <a:gd name="connsiteX2" fmla="*/ 2079 w 17328"/>
                        <a:gd name="connsiteY2" fmla="*/ 15847 h 18490"/>
                        <a:gd name="connsiteX3" fmla="*/ 3127 w 17328"/>
                        <a:gd name="connsiteY3" fmla="*/ 2703 h 18490"/>
                        <a:gd name="connsiteX4" fmla="*/ 15319 w 17328"/>
                        <a:gd name="connsiteY4" fmla="*/ 2798 h 184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28" h="18490">
                          <a:moveTo>
                            <a:pt x="15319" y="2798"/>
                          </a:moveTo>
                          <a:cubicBezTo>
                            <a:pt x="18367" y="6418"/>
                            <a:pt x="17891" y="12323"/>
                            <a:pt x="14272" y="15847"/>
                          </a:cubicBezTo>
                          <a:cubicBezTo>
                            <a:pt x="10652" y="19372"/>
                            <a:pt x="5223" y="19372"/>
                            <a:pt x="2079" y="15847"/>
                          </a:cubicBezTo>
                          <a:cubicBezTo>
                            <a:pt x="-1064" y="12228"/>
                            <a:pt x="-587" y="6418"/>
                            <a:pt x="3127" y="2703"/>
                          </a:cubicBezTo>
                          <a:cubicBezTo>
                            <a:pt x="6842" y="-917"/>
                            <a:pt x="12271" y="-917"/>
                            <a:pt x="15319" y="279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70" name="Forme libre : forme 1769">
                      <a:extLst>
                        <a:ext uri="{FF2B5EF4-FFF2-40B4-BE49-F238E27FC236}">
                          <a16:creationId xmlns:a16="http://schemas.microsoft.com/office/drawing/2014/main" id="{A95EAD83-6D90-42C7-A69C-606D58B606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16497" y="3122069"/>
                      <a:ext cx="6468" cy="6806"/>
                    </a:xfrm>
                    <a:custGeom>
                      <a:avLst/>
                      <a:gdLst>
                        <a:gd name="connsiteX0" fmla="*/ 6425 w 6468"/>
                        <a:gd name="connsiteY0" fmla="*/ 2050 h 6806"/>
                        <a:gd name="connsiteX1" fmla="*/ 3758 w 6468"/>
                        <a:gd name="connsiteY1" fmla="*/ 6526 h 6806"/>
                        <a:gd name="connsiteX2" fmla="*/ 44 w 6468"/>
                        <a:gd name="connsiteY2" fmla="*/ 4717 h 6806"/>
                        <a:gd name="connsiteX3" fmla="*/ 2711 w 6468"/>
                        <a:gd name="connsiteY3" fmla="*/ 240 h 6806"/>
                        <a:gd name="connsiteX4" fmla="*/ 6425 w 6468"/>
                        <a:gd name="connsiteY4" fmla="*/ 2050 h 6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68" h="6806">
                          <a:moveTo>
                            <a:pt x="6425" y="2050"/>
                          </a:moveTo>
                          <a:cubicBezTo>
                            <a:pt x="6711" y="3764"/>
                            <a:pt x="5568" y="5764"/>
                            <a:pt x="3758" y="6526"/>
                          </a:cubicBezTo>
                          <a:cubicBezTo>
                            <a:pt x="1948" y="7288"/>
                            <a:pt x="329" y="6431"/>
                            <a:pt x="44" y="4717"/>
                          </a:cubicBezTo>
                          <a:cubicBezTo>
                            <a:pt x="-242" y="3002"/>
                            <a:pt x="901" y="907"/>
                            <a:pt x="2711" y="240"/>
                          </a:cubicBezTo>
                          <a:cubicBezTo>
                            <a:pt x="4520" y="-427"/>
                            <a:pt x="6140" y="335"/>
                            <a:pt x="6425" y="205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771" name="Graphique 15">
                    <a:extLst>
                      <a:ext uri="{FF2B5EF4-FFF2-40B4-BE49-F238E27FC236}">
                        <a16:creationId xmlns:a16="http://schemas.microsoft.com/office/drawing/2014/main" id="{3CAD40F9-C77C-4B9D-8587-A2479A5C41ED}"/>
                      </a:ext>
                    </a:extLst>
                  </p:cNvPr>
                  <p:cNvGrpSpPr/>
                  <p:nvPr/>
                </p:nvGrpSpPr>
                <p:grpSpPr>
                  <a:xfrm>
                    <a:off x="9522296" y="3142278"/>
                    <a:ext cx="38722" cy="40756"/>
                    <a:chOff x="9522296" y="3142278"/>
                    <a:chExt cx="38722" cy="40756"/>
                  </a:xfrm>
                  <a:solidFill>
                    <a:schemeClr val="accent1"/>
                  </a:solidFill>
                </p:grpSpPr>
                <p:sp>
                  <p:nvSpPr>
                    <p:cNvPr id="1772" name="Forme libre : forme 1771">
                      <a:extLst>
                        <a:ext uri="{FF2B5EF4-FFF2-40B4-BE49-F238E27FC236}">
                          <a16:creationId xmlns:a16="http://schemas.microsoft.com/office/drawing/2014/main" id="{BB32DA01-234D-4CE0-A172-92D03ACF37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22296" y="3142278"/>
                      <a:ext cx="38722" cy="40661"/>
                    </a:xfrm>
                    <a:custGeom>
                      <a:avLst/>
                      <a:gdLst>
                        <a:gd name="connsiteX0" fmla="*/ 38345 w 38722"/>
                        <a:gd name="connsiteY0" fmla="*/ 12796 h 40661"/>
                        <a:gd name="connsiteX1" fmla="*/ 23486 w 38722"/>
                        <a:gd name="connsiteY1" fmla="*/ 38990 h 40661"/>
                        <a:gd name="connsiteX2" fmla="*/ 531 w 38722"/>
                        <a:gd name="connsiteY2" fmla="*/ 28417 h 40661"/>
                        <a:gd name="connsiteX3" fmla="*/ 15676 w 38722"/>
                        <a:gd name="connsiteY3" fmla="*/ 1461 h 40661"/>
                        <a:gd name="connsiteX4" fmla="*/ 38345 w 38722"/>
                        <a:gd name="connsiteY4" fmla="*/ 12796 h 40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722" h="40661">
                          <a:moveTo>
                            <a:pt x="38345" y="12796"/>
                          </a:moveTo>
                          <a:cubicBezTo>
                            <a:pt x="40440" y="23274"/>
                            <a:pt x="33583" y="34513"/>
                            <a:pt x="23486" y="38990"/>
                          </a:cubicBezTo>
                          <a:cubicBezTo>
                            <a:pt x="13294" y="43371"/>
                            <a:pt x="2912" y="38895"/>
                            <a:pt x="531" y="28417"/>
                          </a:cubicBezTo>
                          <a:cubicBezTo>
                            <a:pt x="-2041" y="17844"/>
                            <a:pt x="5008" y="5748"/>
                            <a:pt x="15676" y="1461"/>
                          </a:cubicBezTo>
                          <a:cubicBezTo>
                            <a:pt x="26344" y="-2730"/>
                            <a:pt x="36345" y="2414"/>
                            <a:pt x="38345" y="1279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73" name="Forme libre : forme 1772">
                      <a:extLst>
                        <a:ext uri="{FF2B5EF4-FFF2-40B4-BE49-F238E27FC236}">
                          <a16:creationId xmlns:a16="http://schemas.microsoft.com/office/drawing/2014/main" id="{8474F7E4-A026-45A4-9932-EE3F5678C5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22391" y="3147074"/>
                      <a:ext cx="38627" cy="35961"/>
                    </a:xfrm>
                    <a:custGeom>
                      <a:avLst/>
                      <a:gdLst>
                        <a:gd name="connsiteX0" fmla="*/ 19486 w 38627"/>
                        <a:gd name="connsiteY0" fmla="*/ 15907 h 35961"/>
                        <a:gd name="connsiteX1" fmla="*/ 912 w 38627"/>
                        <a:gd name="connsiteY1" fmla="*/ 13145 h 35961"/>
                        <a:gd name="connsiteX2" fmla="*/ 436 w 38627"/>
                        <a:gd name="connsiteY2" fmla="*/ 23717 h 35961"/>
                        <a:gd name="connsiteX3" fmla="*/ 23391 w 38627"/>
                        <a:gd name="connsiteY3" fmla="*/ 34290 h 35961"/>
                        <a:gd name="connsiteX4" fmla="*/ 38250 w 38627"/>
                        <a:gd name="connsiteY4" fmla="*/ 8096 h 35961"/>
                        <a:gd name="connsiteX5" fmla="*/ 34059 w 38627"/>
                        <a:gd name="connsiteY5" fmla="*/ 0 h 35961"/>
                        <a:gd name="connsiteX6" fmla="*/ 19486 w 38627"/>
                        <a:gd name="connsiteY6" fmla="*/ 15907 h 35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627" h="35961">
                          <a:moveTo>
                            <a:pt x="19486" y="15907"/>
                          </a:moveTo>
                          <a:cubicBezTo>
                            <a:pt x="12247" y="18764"/>
                            <a:pt x="5389" y="17526"/>
                            <a:pt x="912" y="13145"/>
                          </a:cubicBezTo>
                          <a:cubicBezTo>
                            <a:pt x="-40" y="16669"/>
                            <a:pt x="-326" y="20288"/>
                            <a:pt x="436" y="23717"/>
                          </a:cubicBezTo>
                          <a:cubicBezTo>
                            <a:pt x="2817" y="34195"/>
                            <a:pt x="13200" y="38671"/>
                            <a:pt x="23391" y="34290"/>
                          </a:cubicBezTo>
                          <a:cubicBezTo>
                            <a:pt x="33488" y="29813"/>
                            <a:pt x="40346" y="18479"/>
                            <a:pt x="38250" y="8096"/>
                          </a:cubicBezTo>
                          <a:cubicBezTo>
                            <a:pt x="37584" y="4763"/>
                            <a:pt x="36060" y="2096"/>
                            <a:pt x="34059" y="0"/>
                          </a:cubicBezTo>
                          <a:cubicBezTo>
                            <a:pt x="31869" y="6858"/>
                            <a:pt x="26630" y="13049"/>
                            <a:pt x="19486" y="159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74" name="Forme libre : forme 1773">
                      <a:extLst>
                        <a:ext uri="{FF2B5EF4-FFF2-40B4-BE49-F238E27FC236}">
                          <a16:creationId xmlns:a16="http://schemas.microsoft.com/office/drawing/2014/main" id="{EC64E221-E49F-4A0D-B8EA-5BA012E53F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39835" y="3147537"/>
                      <a:ext cx="17095" cy="18052"/>
                    </a:xfrm>
                    <a:custGeom>
                      <a:avLst/>
                      <a:gdLst>
                        <a:gd name="connsiteX0" fmla="*/ 14996 w 17095"/>
                        <a:gd name="connsiteY0" fmla="*/ 2775 h 18052"/>
                        <a:gd name="connsiteX1" fmla="*/ 14234 w 17095"/>
                        <a:gd name="connsiteY1" fmla="*/ 15539 h 18052"/>
                        <a:gd name="connsiteX2" fmla="*/ 2138 w 17095"/>
                        <a:gd name="connsiteY2" fmla="*/ 15348 h 18052"/>
                        <a:gd name="connsiteX3" fmla="*/ 2900 w 17095"/>
                        <a:gd name="connsiteY3" fmla="*/ 2585 h 18052"/>
                        <a:gd name="connsiteX4" fmla="*/ 14996 w 17095"/>
                        <a:gd name="connsiteY4" fmla="*/ 2775 h 18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95" h="18052">
                          <a:moveTo>
                            <a:pt x="14996" y="2775"/>
                          </a:moveTo>
                          <a:cubicBezTo>
                            <a:pt x="18044" y="6395"/>
                            <a:pt x="17759" y="12110"/>
                            <a:pt x="14234" y="15539"/>
                          </a:cubicBezTo>
                          <a:cubicBezTo>
                            <a:pt x="10710" y="18968"/>
                            <a:pt x="5281" y="18872"/>
                            <a:pt x="2138" y="15348"/>
                          </a:cubicBezTo>
                          <a:cubicBezTo>
                            <a:pt x="-1006" y="11824"/>
                            <a:pt x="-625" y="6109"/>
                            <a:pt x="2900" y="2585"/>
                          </a:cubicBezTo>
                          <a:cubicBezTo>
                            <a:pt x="6519" y="-940"/>
                            <a:pt x="11853" y="-844"/>
                            <a:pt x="14996" y="277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75" name="Forme libre : forme 1774">
                      <a:extLst>
                        <a:ext uri="{FF2B5EF4-FFF2-40B4-BE49-F238E27FC236}">
                          <a16:creationId xmlns:a16="http://schemas.microsoft.com/office/drawing/2014/main" id="{338B30C3-3774-4C2E-8017-81E525B5E6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38280" y="3150508"/>
                      <a:ext cx="6528" cy="6710"/>
                    </a:xfrm>
                    <a:custGeom>
                      <a:avLst/>
                      <a:gdLst>
                        <a:gd name="connsiteX0" fmla="*/ 6455 w 6528"/>
                        <a:gd name="connsiteY0" fmla="*/ 2090 h 6710"/>
                        <a:gd name="connsiteX1" fmla="*/ 3883 w 6528"/>
                        <a:gd name="connsiteY1" fmla="*/ 6471 h 6710"/>
                        <a:gd name="connsiteX2" fmla="*/ 73 w 6528"/>
                        <a:gd name="connsiteY2" fmla="*/ 4661 h 6710"/>
                        <a:gd name="connsiteX3" fmla="*/ 2645 w 6528"/>
                        <a:gd name="connsiteY3" fmla="*/ 280 h 6710"/>
                        <a:gd name="connsiteX4" fmla="*/ 6455 w 6528"/>
                        <a:gd name="connsiteY4" fmla="*/ 2090 h 6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28" h="6710">
                          <a:moveTo>
                            <a:pt x="6455" y="2090"/>
                          </a:moveTo>
                          <a:cubicBezTo>
                            <a:pt x="6836" y="3804"/>
                            <a:pt x="5693" y="5709"/>
                            <a:pt x="3883" y="6471"/>
                          </a:cubicBezTo>
                          <a:cubicBezTo>
                            <a:pt x="2169" y="7138"/>
                            <a:pt x="454" y="6376"/>
                            <a:pt x="73" y="4661"/>
                          </a:cubicBezTo>
                          <a:cubicBezTo>
                            <a:pt x="-308" y="2947"/>
                            <a:pt x="835" y="1042"/>
                            <a:pt x="2645" y="280"/>
                          </a:cubicBezTo>
                          <a:cubicBezTo>
                            <a:pt x="4455" y="-482"/>
                            <a:pt x="6169" y="375"/>
                            <a:pt x="6455" y="20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776" name="Graphique 15">
                    <a:extLst>
                      <a:ext uri="{FF2B5EF4-FFF2-40B4-BE49-F238E27FC236}">
                        <a16:creationId xmlns:a16="http://schemas.microsoft.com/office/drawing/2014/main" id="{9F0EE59E-49F9-416A-B4ED-614A3FC99D70}"/>
                      </a:ext>
                    </a:extLst>
                  </p:cNvPr>
                  <p:cNvGrpSpPr/>
                  <p:nvPr/>
                </p:nvGrpSpPr>
                <p:grpSpPr>
                  <a:xfrm>
                    <a:off x="9553760" y="3159647"/>
                    <a:ext cx="38173" cy="39768"/>
                    <a:chOff x="9553760" y="3159647"/>
                    <a:chExt cx="38173" cy="39768"/>
                  </a:xfrm>
                  <a:solidFill>
                    <a:schemeClr val="accent1"/>
                  </a:solidFill>
                </p:grpSpPr>
                <p:sp>
                  <p:nvSpPr>
                    <p:cNvPr id="1777" name="Forme libre : forme 1776">
                      <a:extLst>
                        <a:ext uri="{FF2B5EF4-FFF2-40B4-BE49-F238E27FC236}">
                          <a16:creationId xmlns:a16="http://schemas.microsoft.com/office/drawing/2014/main" id="{BD0B257D-037E-43BE-9BD7-C4F86A18C7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53788" y="3159647"/>
                      <a:ext cx="38144" cy="39672"/>
                    </a:xfrm>
                    <a:custGeom>
                      <a:avLst/>
                      <a:gdLst>
                        <a:gd name="connsiteX0" fmla="*/ 37715 w 38144"/>
                        <a:gd name="connsiteY0" fmla="*/ 12953 h 39672"/>
                        <a:gd name="connsiteX1" fmla="*/ 23332 w 38144"/>
                        <a:gd name="connsiteY1" fmla="*/ 38194 h 39672"/>
                        <a:gd name="connsiteX2" fmla="*/ 567 w 38144"/>
                        <a:gd name="connsiteY2" fmla="*/ 27336 h 39672"/>
                        <a:gd name="connsiteX3" fmla="*/ 15235 w 38144"/>
                        <a:gd name="connsiteY3" fmla="*/ 1333 h 39672"/>
                        <a:gd name="connsiteX4" fmla="*/ 37715 w 38144"/>
                        <a:gd name="connsiteY4" fmla="*/ 12953 h 39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44" h="39672">
                          <a:moveTo>
                            <a:pt x="37715" y="12953"/>
                          </a:moveTo>
                          <a:cubicBezTo>
                            <a:pt x="39905" y="23145"/>
                            <a:pt x="33524" y="34289"/>
                            <a:pt x="23332" y="38194"/>
                          </a:cubicBezTo>
                          <a:cubicBezTo>
                            <a:pt x="13331" y="42290"/>
                            <a:pt x="3043" y="37623"/>
                            <a:pt x="567" y="27336"/>
                          </a:cubicBezTo>
                          <a:cubicBezTo>
                            <a:pt x="-2100" y="16954"/>
                            <a:pt x="4949" y="5428"/>
                            <a:pt x="15235" y="1333"/>
                          </a:cubicBezTo>
                          <a:cubicBezTo>
                            <a:pt x="25618" y="-2668"/>
                            <a:pt x="35524" y="2666"/>
                            <a:pt x="37715" y="129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78" name="Forme libre : forme 1777">
                      <a:extLst>
                        <a:ext uri="{FF2B5EF4-FFF2-40B4-BE49-F238E27FC236}">
                          <a16:creationId xmlns:a16="http://schemas.microsoft.com/office/drawing/2014/main" id="{2A5C2F3C-B140-4898-B655-B25A595E3C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53760" y="3164695"/>
                      <a:ext cx="38077" cy="34720"/>
                    </a:xfrm>
                    <a:custGeom>
                      <a:avLst/>
                      <a:gdLst>
                        <a:gd name="connsiteX0" fmla="*/ 19360 w 38077"/>
                        <a:gd name="connsiteY0" fmla="*/ 15240 h 34720"/>
                        <a:gd name="connsiteX1" fmla="*/ 881 w 38077"/>
                        <a:gd name="connsiteY1" fmla="*/ 12097 h 34720"/>
                        <a:gd name="connsiteX2" fmla="*/ 500 w 38077"/>
                        <a:gd name="connsiteY2" fmla="*/ 22384 h 34720"/>
                        <a:gd name="connsiteX3" fmla="*/ 23264 w 38077"/>
                        <a:gd name="connsiteY3" fmla="*/ 33242 h 34720"/>
                        <a:gd name="connsiteX4" fmla="*/ 37647 w 38077"/>
                        <a:gd name="connsiteY4" fmla="*/ 8001 h 34720"/>
                        <a:gd name="connsiteX5" fmla="*/ 33361 w 38077"/>
                        <a:gd name="connsiteY5" fmla="*/ 0 h 34720"/>
                        <a:gd name="connsiteX6" fmla="*/ 19360 w 38077"/>
                        <a:gd name="connsiteY6" fmla="*/ 15240 h 34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077" h="34720">
                          <a:moveTo>
                            <a:pt x="19360" y="15240"/>
                          </a:moveTo>
                          <a:cubicBezTo>
                            <a:pt x="12311" y="17907"/>
                            <a:pt x="5358" y="16478"/>
                            <a:pt x="881" y="12097"/>
                          </a:cubicBezTo>
                          <a:cubicBezTo>
                            <a:pt x="-167" y="15430"/>
                            <a:pt x="-262" y="19050"/>
                            <a:pt x="500" y="22384"/>
                          </a:cubicBezTo>
                          <a:cubicBezTo>
                            <a:pt x="2976" y="32671"/>
                            <a:pt x="13359" y="37338"/>
                            <a:pt x="23264" y="33242"/>
                          </a:cubicBezTo>
                          <a:cubicBezTo>
                            <a:pt x="33456" y="29337"/>
                            <a:pt x="39838" y="18193"/>
                            <a:pt x="37647" y="8001"/>
                          </a:cubicBezTo>
                          <a:cubicBezTo>
                            <a:pt x="36981" y="4763"/>
                            <a:pt x="35457" y="2095"/>
                            <a:pt x="33361" y="0"/>
                          </a:cubicBezTo>
                          <a:cubicBezTo>
                            <a:pt x="31361" y="6572"/>
                            <a:pt x="26313" y="12573"/>
                            <a:pt x="19360" y="1524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79" name="Forme libre : forme 1778">
                      <a:extLst>
                        <a:ext uri="{FF2B5EF4-FFF2-40B4-BE49-F238E27FC236}">
                          <a16:creationId xmlns:a16="http://schemas.microsoft.com/office/drawing/2014/main" id="{9BE6C597-95F0-4362-BDF4-29D8835D72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0930" y="3164905"/>
                      <a:ext cx="16856" cy="17701"/>
                    </a:xfrm>
                    <a:custGeom>
                      <a:avLst/>
                      <a:gdLst>
                        <a:gd name="connsiteX0" fmla="*/ 14667 w 16856"/>
                        <a:gd name="connsiteY0" fmla="*/ 2838 h 17701"/>
                        <a:gd name="connsiteX1" fmla="*/ 14096 w 16856"/>
                        <a:gd name="connsiteY1" fmla="*/ 15316 h 17701"/>
                        <a:gd name="connsiteX2" fmla="*/ 2189 w 16856"/>
                        <a:gd name="connsiteY2" fmla="*/ 14935 h 17701"/>
                        <a:gd name="connsiteX3" fmla="*/ 2761 w 16856"/>
                        <a:gd name="connsiteY3" fmla="*/ 2457 h 17701"/>
                        <a:gd name="connsiteX4" fmla="*/ 14667 w 16856"/>
                        <a:gd name="connsiteY4" fmla="*/ 2838 h 17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56" h="17701">
                          <a:moveTo>
                            <a:pt x="14667" y="2838"/>
                          </a:moveTo>
                          <a:cubicBezTo>
                            <a:pt x="17810" y="6458"/>
                            <a:pt x="17525" y="11982"/>
                            <a:pt x="14096" y="15316"/>
                          </a:cubicBezTo>
                          <a:cubicBezTo>
                            <a:pt x="10667" y="18650"/>
                            <a:pt x="5333" y="18459"/>
                            <a:pt x="2189" y="14935"/>
                          </a:cubicBezTo>
                          <a:cubicBezTo>
                            <a:pt x="-954" y="11410"/>
                            <a:pt x="-668" y="5791"/>
                            <a:pt x="2761" y="2457"/>
                          </a:cubicBezTo>
                          <a:cubicBezTo>
                            <a:pt x="6285" y="-972"/>
                            <a:pt x="11619" y="-782"/>
                            <a:pt x="14667" y="283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80" name="Forme libre : forme 1779">
                      <a:extLst>
                        <a:ext uri="{FF2B5EF4-FFF2-40B4-BE49-F238E27FC236}">
                          <a16:creationId xmlns:a16="http://schemas.microsoft.com/office/drawing/2014/main" id="{89C9E154-1FD4-4F49-A741-F2BE356644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9522" y="3167612"/>
                      <a:ext cx="6338" cy="6548"/>
                    </a:xfrm>
                    <a:custGeom>
                      <a:avLst/>
                      <a:gdLst>
                        <a:gd name="connsiteX0" fmla="*/ 6265 w 6338"/>
                        <a:gd name="connsiteY0" fmla="*/ 2131 h 6548"/>
                        <a:gd name="connsiteX1" fmla="*/ 3788 w 6338"/>
                        <a:gd name="connsiteY1" fmla="*/ 6322 h 6548"/>
                        <a:gd name="connsiteX2" fmla="*/ 73 w 6338"/>
                        <a:gd name="connsiteY2" fmla="*/ 4417 h 6548"/>
                        <a:gd name="connsiteX3" fmla="*/ 2550 w 6338"/>
                        <a:gd name="connsiteY3" fmla="*/ 226 h 6548"/>
                        <a:gd name="connsiteX4" fmla="*/ 6265 w 6338"/>
                        <a:gd name="connsiteY4" fmla="*/ 2131 h 6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38" h="6548">
                          <a:moveTo>
                            <a:pt x="6265" y="2131"/>
                          </a:moveTo>
                          <a:cubicBezTo>
                            <a:pt x="6646" y="3846"/>
                            <a:pt x="5503" y="5656"/>
                            <a:pt x="3788" y="6322"/>
                          </a:cubicBezTo>
                          <a:cubicBezTo>
                            <a:pt x="2074" y="6989"/>
                            <a:pt x="454" y="6132"/>
                            <a:pt x="73" y="4417"/>
                          </a:cubicBezTo>
                          <a:cubicBezTo>
                            <a:pt x="-307" y="2703"/>
                            <a:pt x="836" y="798"/>
                            <a:pt x="2550" y="226"/>
                          </a:cubicBezTo>
                          <a:cubicBezTo>
                            <a:pt x="4264" y="-440"/>
                            <a:pt x="5884" y="417"/>
                            <a:pt x="6265" y="21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781" name="Graphique 15">
                  <a:extLst>
                    <a:ext uri="{FF2B5EF4-FFF2-40B4-BE49-F238E27FC236}">
                      <a16:creationId xmlns:a16="http://schemas.microsoft.com/office/drawing/2014/main" id="{5CDFA7A5-6054-4211-94AE-DED59C23C05D}"/>
                    </a:ext>
                  </a:extLst>
                </p:cNvPr>
                <p:cNvGrpSpPr/>
                <p:nvPr/>
              </p:nvGrpSpPr>
              <p:grpSpPr>
                <a:xfrm>
                  <a:off x="9411701" y="3238584"/>
                  <a:ext cx="65905" cy="112140"/>
                  <a:chOff x="9411701" y="3238584"/>
                  <a:chExt cx="65905" cy="112140"/>
                </a:xfrm>
                <a:solidFill>
                  <a:schemeClr val="accent1"/>
                </a:solidFill>
              </p:grpSpPr>
              <p:grpSp>
                <p:nvGrpSpPr>
                  <p:cNvPr id="1782" name="Graphique 15">
                    <a:extLst>
                      <a:ext uri="{FF2B5EF4-FFF2-40B4-BE49-F238E27FC236}">
                        <a16:creationId xmlns:a16="http://schemas.microsoft.com/office/drawing/2014/main" id="{D1613428-F384-47E4-9790-4E78CB07914B}"/>
                      </a:ext>
                    </a:extLst>
                  </p:cNvPr>
                  <p:cNvGrpSpPr/>
                  <p:nvPr/>
                </p:nvGrpSpPr>
                <p:grpSpPr>
                  <a:xfrm>
                    <a:off x="9440172" y="3309373"/>
                    <a:ext cx="37434" cy="41351"/>
                    <a:chOff x="9440172" y="3309373"/>
                    <a:chExt cx="37434" cy="41351"/>
                  </a:xfrm>
                  <a:solidFill>
                    <a:schemeClr val="accent1"/>
                  </a:solidFill>
                </p:grpSpPr>
                <p:sp>
                  <p:nvSpPr>
                    <p:cNvPr id="1783" name="Forme libre : forme 1782">
                      <a:extLst>
                        <a:ext uri="{FF2B5EF4-FFF2-40B4-BE49-F238E27FC236}">
                          <a16:creationId xmlns:a16="http://schemas.microsoft.com/office/drawing/2014/main" id="{0A45F35A-3054-4233-81A6-B7115592C3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40258" y="3309373"/>
                      <a:ext cx="37349" cy="41351"/>
                    </a:xfrm>
                    <a:custGeom>
                      <a:avLst/>
                      <a:gdLst>
                        <a:gd name="connsiteX0" fmla="*/ 178 w 37349"/>
                        <a:gd name="connsiteY0" fmla="*/ 20676 h 41351"/>
                        <a:gd name="connsiteX1" fmla="*/ 21800 w 37349"/>
                        <a:gd name="connsiteY1" fmla="*/ 6 h 41351"/>
                        <a:gd name="connsiteX2" fmla="*/ 37135 w 37349"/>
                        <a:gd name="connsiteY2" fmla="*/ 20961 h 41351"/>
                        <a:gd name="connsiteX3" fmla="*/ 29706 w 37349"/>
                        <a:gd name="connsiteY3" fmla="*/ 35249 h 41351"/>
                        <a:gd name="connsiteX4" fmla="*/ 16180 w 37349"/>
                        <a:gd name="connsiteY4" fmla="*/ 41345 h 41351"/>
                        <a:gd name="connsiteX5" fmla="*/ 178 w 37349"/>
                        <a:gd name="connsiteY5" fmla="*/ 20676 h 41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349" h="41351">
                          <a:moveTo>
                            <a:pt x="178" y="20676"/>
                          </a:moveTo>
                          <a:cubicBezTo>
                            <a:pt x="1893" y="9150"/>
                            <a:pt x="11608" y="-279"/>
                            <a:pt x="21800" y="6"/>
                          </a:cubicBezTo>
                          <a:cubicBezTo>
                            <a:pt x="31897" y="292"/>
                            <a:pt x="38659" y="9817"/>
                            <a:pt x="37135" y="20961"/>
                          </a:cubicBezTo>
                          <a:cubicBezTo>
                            <a:pt x="36373" y="26581"/>
                            <a:pt x="33611" y="31629"/>
                            <a:pt x="29706" y="35249"/>
                          </a:cubicBezTo>
                          <a:cubicBezTo>
                            <a:pt x="25991" y="38964"/>
                            <a:pt x="21229" y="41345"/>
                            <a:pt x="16180" y="41345"/>
                          </a:cubicBezTo>
                          <a:cubicBezTo>
                            <a:pt x="6084" y="41631"/>
                            <a:pt x="-1251" y="32487"/>
                            <a:pt x="178" y="2067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84" name="Forme libre : forme 1783">
                      <a:extLst>
                        <a:ext uri="{FF2B5EF4-FFF2-40B4-BE49-F238E27FC236}">
                          <a16:creationId xmlns:a16="http://schemas.microsoft.com/office/drawing/2014/main" id="{65933290-28C3-400F-AF96-E88813C946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40172" y="3309468"/>
                      <a:ext cx="37364" cy="30962"/>
                    </a:xfrm>
                    <a:custGeom>
                      <a:avLst/>
                      <a:gdLst>
                        <a:gd name="connsiteX0" fmla="*/ 18647 w 37364"/>
                        <a:gd name="connsiteY0" fmla="*/ 20199 h 30962"/>
                        <a:gd name="connsiteX1" fmla="*/ 33220 w 37364"/>
                        <a:gd name="connsiteY1" fmla="*/ 30963 h 30962"/>
                        <a:gd name="connsiteX2" fmla="*/ 37126 w 37364"/>
                        <a:gd name="connsiteY2" fmla="*/ 20961 h 30962"/>
                        <a:gd name="connsiteX3" fmla="*/ 21790 w 37364"/>
                        <a:gd name="connsiteY3" fmla="*/ 6 h 30962"/>
                        <a:gd name="connsiteX4" fmla="*/ 169 w 37364"/>
                        <a:gd name="connsiteY4" fmla="*/ 20676 h 30962"/>
                        <a:gd name="connsiteX5" fmla="*/ 1407 w 37364"/>
                        <a:gd name="connsiteY5" fmla="*/ 30867 h 30962"/>
                        <a:gd name="connsiteX6" fmla="*/ 18647 w 37364"/>
                        <a:gd name="connsiteY6" fmla="*/ 20199 h 30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364" h="30962">
                          <a:moveTo>
                            <a:pt x="18647" y="20199"/>
                          </a:moveTo>
                          <a:cubicBezTo>
                            <a:pt x="25600" y="20294"/>
                            <a:pt x="30934" y="24676"/>
                            <a:pt x="33220" y="30963"/>
                          </a:cubicBezTo>
                          <a:cubicBezTo>
                            <a:pt x="35220" y="28010"/>
                            <a:pt x="36649" y="24676"/>
                            <a:pt x="37126" y="20961"/>
                          </a:cubicBezTo>
                          <a:cubicBezTo>
                            <a:pt x="38745" y="9722"/>
                            <a:pt x="31982" y="197"/>
                            <a:pt x="21790" y="6"/>
                          </a:cubicBezTo>
                          <a:cubicBezTo>
                            <a:pt x="11694" y="-279"/>
                            <a:pt x="1883" y="9150"/>
                            <a:pt x="169" y="20676"/>
                          </a:cubicBezTo>
                          <a:cubicBezTo>
                            <a:pt x="-308" y="24390"/>
                            <a:pt x="264" y="27819"/>
                            <a:pt x="1407" y="30867"/>
                          </a:cubicBezTo>
                          <a:cubicBezTo>
                            <a:pt x="5217" y="24390"/>
                            <a:pt x="11789" y="20104"/>
                            <a:pt x="18647" y="2019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85" name="Forme libre : forme 1784">
                      <a:extLst>
                        <a:ext uri="{FF2B5EF4-FFF2-40B4-BE49-F238E27FC236}">
                          <a16:creationId xmlns:a16="http://schemas.microsoft.com/office/drawing/2014/main" id="{D0A4D3F7-3072-4A84-855C-C4C2C131B7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43385" y="3323856"/>
                      <a:ext cx="15788" cy="19424"/>
                    </a:xfrm>
                    <a:custGeom>
                      <a:avLst/>
                      <a:gdLst>
                        <a:gd name="connsiteX0" fmla="*/ 575 w 15788"/>
                        <a:gd name="connsiteY0" fmla="*/ 13622 h 19424"/>
                        <a:gd name="connsiteX1" fmla="*/ 5242 w 15788"/>
                        <a:gd name="connsiteY1" fmla="*/ 764 h 19424"/>
                        <a:gd name="connsiteX2" fmla="*/ 15339 w 15788"/>
                        <a:gd name="connsiteY2" fmla="*/ 5907 h 19424"/>
                        <a:gd name="connsiteX3" fmla="*/ 10766 w 15788"/>
                        <a:gd name="connsiteY3" fmla="*/ 18575 h 19424"/>
                        <a:gd name="connsiteX4" fmla="*/ 575 w 15788"/>
                        <a:gd name="connsiteY4" fmla="*/ 13622 h 194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88" h="19424">
                          <a:moveTo>
                            <a:pt x="575" y="13622"/>
                          </a:moveTo>
                          <a:cubicBezTo>
                            <a:pt x="-1140" y="8574"/>
                            <a:pt x="1146" y="2859"/>
                            <a:pt x="5242" y="764"/>
                          </a:cubicBezTo>
                          <a:cubicBezTo>
                            <a:pt x="9338" y="-1332"/>
                            <a:pt x="13814" y="1049"/>
                            <a:pt x="15339" y="5907"/>
                          </a:cubicBezTo>
                          <a:cubicBezTo>
                            <a:pt x="16767" y="10860"/>
                            <a:pt x="14672" y="16385"/>
                            <a:pt x="10766" y="18575"/>
                          </a:cubicBezTo>
                          <a:cubicBezTo>
                            <a:pt x="6766" y="20766"/>
                            <a:pt x="2194" y="18575"/>
                            <a:pt x="575" y="1362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86" name="Forme libre : forme 1785">
                      <a:extLst>
                        <a:ext uri="{FF2B5EF4-FFF2-40B4-BE49-F238E27FC236}">
                          <a16:creationId xmlns:a16="http://schemas.microsoft.com/office/drawing/2014/main" id="{64A92C99-6096-4248-B67B-C9DA18317A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53084" y="3335669"/>
                      <a:ext cx="6065" cy="6858"/>
                    </a:xfrm>
                    <a:custGeom>
                      <a:avLst/>
                      <a:gdLst>
                        <a:gd name="connsiteX0" fmla="*/ 21 w 6065"/>
                        <a:gd name="connsiteY0" fmla="*/ 3429 h 6858"/>
                        <a:gd name="connsiteX1" fmla="*/ 3450 w 6065"/>
                        <a:gd name="connsiteY1" fmla="*/ 0 h 6858"/>
                        <a:gd name="connsiteX2" fmla="*/ 6022 w 6065"/>
                        <a:gd name="connsiteY2" fmla="*/ 3429 h 6858"/>
                        <a:gd name="connsiteX3" fmla="*/ 2688 w 6065"/>
                        <a:gd name="connsiteY3" fmla="*/ 6858 h 6858"/>
                        <a:gd name="connsiteX4" fmla="*/ 21 w 6065"/>
                        <a:gd name="connsiteY4" fmla="*/ 3429 h 68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65" h="6858">
                          <a:moveTo>
                            <a:pt x="21" y="3429"/>
                          </a:moveTo>
                          <a:cubicBezTo>
                            <a:pt x="211" y="1524"/>
                            <a:pt x="1831" y="0"/>
                            <a:pt x="3450" y="0"/>
                          </a:cubicBezTo>
                          <a:cubicBezTo>
                            <a:pt x="5164" y="0"/>
                            <a:pt x="6307" y="1524"/>
                            <a:pt x="6022" y="3429"/>
                          </a:cubicBezTo>
                          <a:cubicBezTo>
                            <a:pt x="5831" y="5334"/>
                            <a:pt x="4307" y="6858"/>
                            <a:pt x="2688" y="6858"/>
                          </a:cubicBezTo>
                          <a:cubicBezTo>
                            <a:pt x="973" y="6858"/>
                            <a:pt x="-170" y="5334"/>
                            <a:pt x="21" y="34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787" name="Graphique 15">
                    <a:extLst>
                      <a:ext uri="{FF2B5EF4-FFF2-40B4-BE49-F238E27FC236}">
                        <a16:creationId xmlns:a16="http://schemas.microsoft.com/office/drawing/2014/main" id="{0A3BDB12-D122-4DCC-BD49-DAA4834FEA9A}"/>
                      </a:ext>
                    </a:extLst>
                  </p:cNvPr>
                  <p:cNvGrpSpPr/>
                  <p:nvPr/>
                </p:nvGrpSpPr>
                <p:grpSpPr>
                  <a:xfrm>
                    <a:off x="9431242" y="3270683"/>
                    <a:ext cx="37408" cy="42125"/>
                    <a:chOff x="9431242" y="3270683"/>
                    <a:chExt cx="37408" cy="42125"/>
                  </a:xfrm>
                  <a:solidFill>
                    <a:schemeClr val="accent1"/>
                  </a:solidFill>
                </p:grpSpPr>
                <p:sp>
                  <p:nvSpPr>
                    <p:cNvPr id="1788" name="Forme libre : forme 1787">
                      <a:extLst>
                        <a:ext uri="{FF2B5EF4-FFF2-40B4-BE49-F238E27FC236}">
                          <a16:creationId xmlns:a16="http://schemas.microsoft.com/office/drawing/2014/main" id="{02AD8FB3-096C-4155-AC70-F7C43C6A70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31260" y="3270683"/>
                      <a:ext cx="37391" cy="42125"/>
                    </a:xfrm>
                    <a:custGeom>
                      <a:avLst/>
                      <a:gdLst>
                        <a:gd name="connsiteX0" fmla="*/ 318 w 37391"/>
                        <a:gd name="connsiteY0" fmla="*/ 20789 h 42125"/>
                        <a:gd name="connsiteX1" fmla="*/ 22607 w 37391"/>
                        <a:gd name="connsiteY1" fmla="*/ 25 h 42125"/>
                        <a:gd name="connsiteX2" fmla="*/ 36989 w 37391"/>
                        <a:gd name="connsiteY2" fmla="*/ 21646 h 42125"/>
                        <a:gd name="connsiteX3" fmla="*/ 15368 w 37391"/>
                        <a:gd name="connsiteY3" fmla="*/ 42125 h 42125"/>
                        <a:gd name="connsiteX4" fmla="*/ 318 w 37391"/>
                        <a:gd name="connsiteY4" fmla="*/ 20789 h 42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391" h="42125">
                          <a:moveTo>
                            <a:pt x="318" y="20789"/>
                          </a:moveTo>
                          <a:cubicBezTo>
                            <a:pt x="2128" y="8883"/>
                            <a:pt x="12320" y="-547"/>
                            <a:pt x="22607" y="25"/>
                          </a:cubicBezTo>
                          <a:cubicBezTo>
                            <a:pt x="32798" y="501"/>
                            <a:pt x="39085" y="10312"/>
                            <a:pt x="36989" y="21646"/>
                          </a:cubicBezTo>
                          <a:cubicBezTo>
                            <a:pt x="35180" y="33172"/>
                            <a:pt x="25559" y="42220"/>
                            <a:pt x="15368" y="42125"/>
                          </a:cubicBezTo>
                          <a:cubicBezTo>
                            <a:pt x="5271" y="42125"/>
                            <a:pt x="-1587" y="32695"/>
                            <a:pt x="318" y="2078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89" name="Forme libre : forme 1788">
                      <a:extLst>
                        <a:ext uri="{FF2B5EF4-FFF2-40B4-BE49-F238E27FC236}">
                          <a16:creationId xmlns:a16="http://schemas.microsoft.com/office/drawing/2014/main" id="{594C61F9-25E5-4F77-87A8-7A055E89CF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31242" y="3270778"/>
                      <a:ext cx="37408" cy="31933"/>
                    </a:xfrm>
                    <a:custGeom>
                      <a:avLst/>
                      <a:gdLst>
                        <a:gd name="connsiteX0" fmla="*/ 18719 w 37408"/>
                        <a:gd name="connsiteY0" fmla="*/ 20599 h 31933"/>
                        <a:gd name="connsiteX1" fmla="*/ 32911 w 37408"/>
                        <a:gd name="connsiteY1" fmla="*/ 31934 h 31933"/>
                        <a:gd name="connsiteX2" fmla="*/ 37007 w 37408"/>
                        <a:gd name="connsiteY2" fmla="*/ 21647 h 31933"/>
                        <a:gd name="connsiteX3" fmla="*/ 22624 w 37408"/>
                        <a:gd name="connsiteY3" fmla="*/ 25 h 31933"/>
                        <a:gd name="connsiteX4" fmla="*/ 336 w 37408"/>
                        <a:gd name="connsiteY4" fmla="*/ 20789 h 31933"/>
                        <a:gd name="connsiteX5" fmla="*/ 1002 w 37408"/>
                        <a:gd name="connsiteY5" fmla="*/ 31076 h 31933"/>
                        <a:gd name="connsiteX6" fmla="*/ 18719 w 37408"/>
                        <a:gd name="connsiteY6" fmla="*/ 20599 h 31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08" h="31933">
                          <a:moveTo>
                            <a:pt x="18719" y="20599"/>
                          </a:moveTo>
                          <a:cubicBezTo>
                            <a:pt x="25672" y="20789"/>
                            <a:pt x="30816" y="25457"/>
                            <a:pt x="32911" y="31934"/>
                          </a:cubicBezTo>
                          <a:cubicBezTo>
                            <a:pt x="34911" y="28886"/>
                            <a:pt x="36435" y="25457"/>
                            <a:pt x="37007" y="21647"/>
                          </a:cubicBezTo>
                          <a:cubicBezTo>
                            <a:pt x="39102" y="10312"/>
                            <a:pt x="32816" y="501"/>
                            <a:pt x="22624" y="25"/>
                          </a:cubicBezTo>
                          <a:cubicBezTo>
                            <a:pt x="12242" y="-547"/>
                            <a:pt x="2145" y="8788"/>
                            <a:pt x="336" y="20789"/>
                          </a:cubicBezTo>
                          <a:cubicBezTo>
                            <a:pt x="-331" y="24599"/>
                            <a:pt x="50" y="28028"/>
                            <a:pt x="1002" y="31076"/>
                          </a:cubicBezTo>
                          <a:cubicBezTo>
                            <a:pt x="5288" y="24695"/>
                            <a:pt x="11956" y="20408"/>
                            <a:pt x="18719" y="2059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90" name="Forme libre : forme 1789">
                      <a:extLst>
                        <a:ext uri="{FF2B5EF4-FFF2-40B4-BE49-F238E27FC236}">
                          <a16:creationId xmlns:a16="http://schemas.microsoft.com/office/drawing/2014/main" id="{53B863ED-AF25-4F1E-98CB-0145D043D4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34436" y="3285203"/>
                      <a:ext cx="15818" cy="19982"/>
                    </a:xfrm>
                    <a:custGeom>
                      <a:avLst/>
                      <a:gdLst>
                        <a:gd name="connsiteX0" fmla="*/ 380 w 15818"/>
                        <a:gd name="connsiteY0" fmla="*/ 13794 h 19982"/>
                        <a:gd name="connsiteX1" fmla="*/ 5523 w 15818"/>
                        <a:gd name="connsiteY1" fmla="*/ 745 h 19982"/>
                        <a:gd name="connsiteX2" fmla="*/ 15430 w 15818"/>
                        <a:gd name="connsiteY2" fmla="*/ 6270 h 19982"/>
                        <a:gd name="connsiteX3" fmla="*/ 10381 w 15818"/>
                        <a:gd name="connsiteY3" fmla="*/ 19224 h 19982"/>
                        <a:gd name="connsiteX4" fmla="*/ 380 w 15818"/>
                        <a:gd name="connsiteY4" fmla="*/ 13794 h 199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18" h="19982">
                          <a:moveTo>
                            <a:pt x="380" y="13794"/>
                          </a:moveTo>
                          <a:cubicBezTo>
                            <a:pt x="-953" y="8746"/>
                            <a:pt x="1332" y="2841"/>
                            <a:pt x="5523" y="745"/>
                          </a:cubicBezTo>
                          <a:cubicBezTo>
                            <a:pt x="9714" y="-1350"/>
                            <a:pt x="14096" y="1126"/>
                            <a:pt x="15430" y="6270"/>
                          </a:cubicBezTo>
                          <a:cubicBezTo>
                            <a:pt x="16763" y="11318"/>
                            <a:pt x="14572" y="17128"/>
                            <a:pt x="10381" y="19224"/>
                          </a:cubicBezTo>
                          <a:cubicBezTo>
                            <a:pt x="6285" y="21319"/>
                            <a:pt x="1809" y="18938"/>
                            <a:pt x="380" y="137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91" name="Forme libre : forme 1790">
                      <a:extLst>
                        <a:ext uri="{FF2B5EF4-FFF2-40B4-BE49-F238E27FC236}">
                          <a16:creationId xmlns:a16="http://schemas.microsoft.com/office/drawing/2014/main" id="{B8A29EC3-ACD2-4415-86C2-865B5B6557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43916" y="3297569"/>
                      <a:ext cx="6186" cy="6953"/>
                    </a:xfrm>
                    <a:custGeom>
                      <a:avLst/>
                      <a:gdLst>
                        <a:gd name="connsiteX0" fmla="*/ 44 w 6186"/>
                        <a:gd name="connsiteY0" fmla="*/ 3429 h 6953"/>
                        <a:gd name="connsiteX1" fmla="*/ 3663 w 6186"/>
                        <a:gd name="connsiteY1" fmla="*/ 0 h 6953"/>
                        <a:gd name="connsiteX2" fmla="*/ 6140 w 6186"/>
                        <a:gd name="connsiteY2" fmla="*/ 3524 h 6953"/>
                        <a:gd name="connsiteX3" fmla="*/ 2520 w 6186"/>
                        <a:gd name="connsiteY3" fmla="*/ 6953 h 6953"/>
                        <a:gd name="connsiteX4" fmla="*/ 44 w 6186"/>
                        <a:gd name="connsiteY4" fmla="*/ 3429 h 6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86" h="6953">
                          <a:moveTo>
                            <a:pt x="44" y="3429"/>
                          </a:moveTo>
                          <a:cubicBezTo>
                            <a:pt x="330" y="1524"/>
                            <a:pt x="1949" y="0"/>
                            <a:pt x="3663" y="0"/>
                          </a:cubicBezTo>
                          <a:cubicBezTo>
                            <a:pt x="5378" y="0"/>
                            <a:pt x="6426" y="1619"/>
                            <a:pt x="6140" y="3524"/>
                          </a:cubicBezTo>
                          <a:cubicBezTo>
                            <a:pt x="5854" y="5429"/>
                            <a:pt x="4235" y="6953"/>
                            <a:pt x="2520" y="6953"/>
                          </a:cubicBezTo>
                          <a:cubicBezTo>
                            <a:pt x="901" y="6858"/>
                            <a:pt x="-242" y="5334"/>
                            <a:pt x="44" y="34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792" name="Graphique 15">
                    <a:extLst>
                      <a:ext uri="{FF2B5EF4-FFF2-40B4-BE49-F238E27FC236}">
                        <a16:creationId xmlns:a16="http://schemas.microsoft.com/office/drawing/2014/main" id="{4E420A60-8241-4E15-974A-71845259E618}"/>
                      </a:ext>
                    </a:extLst>
                  </p:cNvPr>
                  <p:cNvGrpSpPr/>
                  <p:nvPr/>
                </p:nvGrpSpPr>
                <p:grpSpPr>
                  <a:xfrm>
                    <a:off x="9411701" y="3238584"/>
                    <a:ext cx="38233" cy="43077"/>
                    <a:chOff x="9411701" y="3238584"/>
                    <a:chExt cx="38233" cy="43077"/>
                  </a:xfrm>
                  <a:solidFill>
                    <a:schemeClr val="accent1"/>
                  </a:solidFill>
                </p:grpSpPr>
                <p:sp>
                  <p:nvSpPr>
                    <p:cNvPr id="1793" name="Forme libre : forme 1792">
                      <a:extLst>
                        <a:ext uri="{FF2B5EF4-FFF2-40B4-BE49-F238E27FC236}">
                          <a16:creationId xmlns:a16="http://schemas.microsoft.com/office/drawing/2014/main" id="{80C51EEA-E29C-4796-B2E3-4A50D4B80F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11701" y="3238584"/>
                      <a:ext cx="38233" cy="43077"/>
                    </a:xfrm>
                    <a:custGeom>
                      <a:avLst/>
                      <a:gdLst>
                        <a:gd name="connsiteX0" fmla="*/ 445 w 38233"/>
                        <a:gd name="connsiteY0" fmla="*/ 20979 h 43077"/>
                        <a:gd name="connsiteX1" fmla="*/ 23782 w 38233"/>
                        <a:gd name="connsiteY1" fmla="*/ 24 h 43077"/>
                        <a:gd name="connsiteX2" fmla="*/ 37688 w 38233"/>
                        <a:gd name="connsiteY2" fmla="*/ 22313 h 43077"/>
                        <a:gd name="connsiteX3" fmla="*/ 15019 w 38233"/>
                        <a:gd name="connsiteY3" fmla="*/ 43077 h 43077"/>
                        <a:gd name="connsiteX4" fmla="*/ 445 w 38233"/>
                        <a:gd name="connsiteY4" fmla="*/ 20979 h 43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233" h="43077">
                          <a:moveTo>
                            <a:pt x="445" y="20979"/>
                          </a:moveTo>
                          <a:cubicBezTo>
                            <a:pt x="3017" y="8978"/>
                            <a:pt x="13590" y="-547"/>
                            <a:pt x="23782" y="24"/>
                          </a:cubicBezTo>
                          <a:cubicBezTo>
                            <a:pt x="33974" y="596"/>
                            <a:pt x="40165" y="10692"/>
                            <a:pt x="37688" y="22313"/>
                          </a:cubicBezTo>
                          <a:cubicBezTo>
                            <a:pt x="35117" y="33933"/>
                            <a:pt x="25115" y="43077"/>
                            <a:pt x="15019" y="43077"/>
                          </a:cubicBezTo>
                          <a:cubicBezTo>
                            <a:pt x="4922" y="42982"/>
                            <a:pt x="-1841" y="33171"/>
                            <a:pt x="445" y="2097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94" name="Forme libre : forme 1793">
                      <a:extLst>
                        <a:ext uri="{FF2B5EF4-FFF2-40B4-BE49-F238E27FC236}">
                          <a16:creationId xmlns:a16="http://schemas.microsoft.com/office/drawing/2014/main" id="{CCDCC9F5-EED3-47FA-A199-7F6B19B19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11711" y="3238584"/>
                      <a:ext cx="38223" cy="32695"/>
                    </a:xfrm>
                    <a:custGeom>
                      <a:avLst/>
                      <a:gdLst>
                        <a:gd name="connsiteX0" fmla="*/ 19105 w 38223"/>
                        <a:gd name="connsiteY0" fmla="*/ 21075 h 32695"/>
                        <a:gd name="connsiteX1" fmla="*/ 33012 w 38223"/>
                        <a:gd name="connsiteY1" fmla="*/ 32695 h 32695"/>
                        <a:gd name="connsiteX2" fmla="*/ 37679 w 38223"/>
                        <a:gd name="connsiteY2" fmla="*/ 22313 h 32695"/>
                        <a:gd name="connsiteX3" fmla="*/ 23772 w 38223"/>
                        <a:gd name="connsiteY3" fmla="*/ 24 h 32695"/>
                        <a:gd name="connsiteX4" fmla="*/ 436 w 38223"/>
                        <a:gd name="connsiteY4" fmla="*/ 20979 h 32695"/>
                        <a:gd name="connsiteX5" fmla="*/ 912 w 38223"/>
                        <a:gd name="connsiteY5" fmla="*/ 31647 h 32695"/>
                        <a:gd name="connsiteX6" fmla="*/ 19105 w 38223"/>
                        <a:gd name="connsiteY6" fmla="*/ 21075 h 326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223" h="32695">
                          <a:moveTo>
                            <a:pt x="19105" y="21075"/>
                          </a:moveTo>
                          <a:cubicBezTo>
                            <a:pt x="26154" y="21360"/>
                            <a:pt x="31202" y="26123"/>
                            <a:pt x="33012" y="32695"/>
                          </a:cubicBezTo>
                          <a:cubicBezTo>
                            <a:pt x="35202" y="29647"/>
                            <a:pt x="36917" y="26123"/>
                            <a:pt x="37679" y="22313"/>
                          </a:cubicBezTo>
                          <a:cubicBezTo>
                            <a:pt x="40155" y="10692"/>
                            <a:pt x="33964" y="501"/>
                            <a:pt x="23772" y="24"/>
                          </a:cubicBezTo>
                          <a:cubicBezTo>
                            <a:pt x="13581" y="-547"/>
                            <a:pt x="3008" y="8978"/>
                            <a:pt x="436" y="20979"/>
                          </a:cubicBezTo>
                          <a:cubicBezTo>
                            <a:pt x="-326" y="24789"/>
                            <a:pt x="-40" y="28409"/>
                            <a:pt x="912" y="31647"/>
                          </a:cubicBezTo>
                          <a:cubicBezTo>
                            <a:pt x="5198" y="24980"/>
                            <a:pt x="12247" y="20789"/>
                            <a:pt x="19105" y="2107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95" name="Forme libre : forme 1794">
                      <a:extLst>
                        <a:ext uri="{FF2B5EF4-FFF2-40B4-BE49-F238E27FC236}">
                          <a16:creationId xmlns:a16="http://schemas.microsoft.com/office/drawing/2014/main" id="{C0E4B6E6-A842-473E-835C-EA82FA4D2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14857" y="3253404"/>
                      <a:ext cx="16129" cy="20293"/>
                    </a:xfrm>
                    <a:custGeom>
                      <a:avLst/>
                      <a:gdLst>
                        <a:gd name="connsiteX0" fmla="*/ 338 w 16129"/>
                        <a:gd name="connsiteY0" fmla="*/ 13970 h 20293"/>
                        <a:gd name="connsiteX1" fmla="*/ 6053 w 16129"/>
                        <a:gd name="connsiteY1" fmla="*/ 730 h 20293"/>
                        <a:gd name="connsiteX2" fmla="*/ 15863 w 16129"/>
                        <a:gd name="connsiteY2" fmla="*/ 6445 h 20293"/>
                        <a:gd name="connsiteX3" fmla="*/ 10244 w 16129"/>
                        <a:gd name="connsiteY3" fmla="*/ 19590 h 20293"/>
                        <a:gd name="connsiteX4" fmla="*/ 338 w 16129"/>
                        <a:gd name="connsiteY4" fmla="*/ 13970 h 202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29" h="20293">
                          <a:moveTo>
                            <a:pt x="338" y="13970"/>
                          </a:moveTo>
                          <a:cubicBezTo>
                            <a:pt x="-996" y="8636"/>
                            <a:pt x="1766" y="2826"/>
                            <a:pt x="6053" y="730"/>
                          </a:cubicBezTo>
                          <a:cubicBezTo>
                            <a:pt x="10339" y="-1365"/>
                            <a:pt x="14720" y="1206"/>
                            <a:pt x="15863" y="6445"/>
                          </a:cubicBezTo>
                          <a:cubicBezTo>
                            <a:pt x="17006" y="11589"/>
                            <a:pt x="14339" y="17399"/>
                            <a:pt x="10244" y="19590"/>
                          </a:cubicBezTo>
                          <a:cubicBezTo>
                            <a:pt x="6053" y="21590"/>
                            <a:pt x="1671" y="19208"/>
                            <a:pt x="338" y="1397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796" name="Forme libre : forme 1795">
                      <a:extLst>
                        <a:ext uri="{FF2B5EF4-FFF2-40B4-BE49-F238E27FC236}">
                          <a16:creationId xmlns:a16="http://schemas.microsoft.com/office/drawing/2014/main" id="{2EA6866C-FE11-4095-907D-6B6D68FF1A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24265" y="3265941"/>
                      <a:ext cx="6247" cy="7147"/>
                    </a:xfrm>
                    <a:custGeom>
                      <a:avLst/>
                      <a:gdLst>
                        <a:gd name="connsiteX0" fmla="*/ 74 w 6247"/>
                        <a:gd name="connsiteY0" fmla="*/ 3433 h 7147"/>
                        <a:gd name="connsiteX1" fmla="*/ 3788 w 6247"/>
                        <a:gd name="connsiteY1" fmla="*/ 4 h 7147"/>
                        <a:gd name="connsiteX2" fmla="*/ 6170 w 6247"/>
                        <a:gd name="connsiteY2" fmla="*/ 3624 h 7147"/>
                        <a:gd name="connsiteX3" fmla="*/ 2455 w 6247"/>
                        <a:gd name="connsiteY3" fmla="*/ 7148 h 7147"/>
                        <a:gd name="connsiteX4" fmla="*/ 74 w 6247"/>
                        <a:gd name="connsiteY4" fmla="*/ 3433 h 7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47" h="7147">
                          <a:moveTo>
                            <a:pt x="74" y="3433"/>
                          </a:moveTo>
                          <a:cubicBezTo>
                            <a:pt x="359" y="1433"/>
                            <a:pt x="2169" y="-91"/>
                            <a:pt x="3788" y="4"/>
                          </a:cubicBezTo>
                          <a:cubicBezTo>
                            <a:pt x="5503" y="100"/>
                            <a:pt x="6551" y="1719"/>
                            <a:pt x="6170" y="3624"/>
                          </a:cubicBezTo>
                          <a:cubicBezTo>
                            <a:pt x="5789" y="5529"/>
                            <a:pt x="4170" y="7148"/>
                            <a:pt x="2455" y="7148"/>
                          </a:cubicBezTo>
                          <a:cubicBezTo>
                            <a:pt x="836" y="7053"/>
                            <a:pt x="-307" y="5434"/>
                            <a:pt x="74" y="343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797" name="Graphique 15">
                <a:extLst>
                  <a:ext uri="{FF2B5EF4-FFF2-40B4-BE49-F238E27FC236}">
                    <a16:creationId xmlns:a16="http://schemas.microsoft.com/office/drawing/2014/main" id="{17D69144-3545-47A9-AC29-A3CEEE3843A3}"/>
                  </a:ext>
                </a:extLst>
              </p:cNvPr>
              <p:cNvGrpSpPr/>
              <p:nvPr/>
            </p:nvGrpSpPr>
            <p:grpSpPr>
              <a:xfrm>
                <a:off x="9596074" y="2799602"/>
                <a:ext cx="459361" cy="525349"/>
                <a:chOff x="9596074" y="2799602"/>
                <a:chExt cx="459361" cy="525349"/>
              </a:xfrm>
              <a:solidFill>
                <a:schemeClr val="accent1"/>
              </a:solidFill>
            </p:grpSpPr>
            <p:sp>
              <p:nvSpPr>
                <p:cNvPr id="1798" name="Forme libre : forme 1797">
                  <a:extLst>
                    <a:ext uri="{FF2B5EF4-FFF2-40B4-BE49-F238E27FC236}">
                      <a16:creationId xmlns:a16="http://schemas.microsoft.com/office/drawing/2014/main" id="{F4A8C4D5-F2ED-4C3E-B967-E37F4AD4EB25}"/>
                    </a:ext>
                  </a:extLst>
                </p:cNvPr>
                <p:cNvSpPr/>
                <p:nvPr/>
              </p:nvSpPr>
              <p:spPr>
                <a:xfrm>
                  <a:off x="9596074" y="2799602"/>
                  <a:ext cx="459266" cy="510652"/>
                </a:xfrm>
                <a:custGeom>
                  <a:avLst/>
                  <a:gdLst>
                    <a:gd name="connsiteX0" fmla="*/ 40386 w 459266"/>
                    <a:gd name="connsiteY0" fmla="*/ 265557 h 510652"/>
                    <a:gd name="connsiteX1" fmla="*/ 160973 w 459266"/>
                    <a:gd name="connsiteY1" fmla="*/ 199739 h 510652"/>
                    <a:gd name="connsiteX2" fmla="*/ 156305 w 459266"/>
                    <a:gd name="connsiteY2" fmla="*/ 257175 h 510652"/>
                    <a:gd name="connsiteX3" fmla="*/ 166307 w 459266"/>
                    <a:gd name="connsiteY3" fmla="*/ 312325 h 510652"/>
                    <a:gd name="connsiteX4" fmla="*/ 223933 w 459266"/>
                    <a:gd name="connsiteY4" fmla="*/ 408813 h 510652"/>
                    <a:gd name="connsiteX5" fmla="*/ 290417 w 459266"/>
                    <a:gd name="connsiteY5" fmla="*/ 466820 h 510652"/>
                    <a:gd name="connsiteX6" fmla="*/ 349663 w 459266"/>
                    <a:gd name="connsiteY6" fmla="*/ 499300 h 510652"/>
                    <a:gd name="connsiteX7" fmla="*/ 397288 w 459266"/>
                    <a:gd name="connsiteY7" fmla="*/ 510540 h 510652"/>
                    <a:gd name="connsiteX8" fmla="*/ 431768 w 459266"/>
                    <a:gd name="connsiteY8" fmla="*/ 502063 h 510652"/>
                    <a:gd name="connsiteX9" fmla="*/ 453485 w 459266"/>
                    <a:gd name="connsiteY9" fmla="*/ 471773 h 510652"/>
                    <a:gd name="connsiteX10" fmla="*/ 458153 w 459266"/>
                    <a:gd name="connsiteY10" fmla="*/ 448818 h 510652"/>
                    <a:gd name="connsiteX11" fmla="*/ 459105 w 459266"/>
                    <a:gd name="connsiteY11" fmla="*/ 421481 h 510652"/>
                    <a:gd name="connsiteX12" fmla="*/ 420719 w 459266"/>
                    <a:gd name="connsiteY12" fmla="*/ 277177 h 510652"/>
                    <a:gd name="connsiteX13" fmla="*/ 353473 w 459266"/>
                    <a:gd name="connsiteY13" fmla="*/ 186976 h 510652"/>
                    <a:gd name="connsiteX14" fmla="*/ 306324 w 459266"/>
                    <a:gd name="connsiteY14" fmla="*/ 156877 h 510652"/>
                    <a:gd name="connsiteX15" fmla="*/ 251460 w 459266"/>
                    <a:gd name="connsiteY15" fmla="*/ 139255 h 510652"/>
                    <a:gd name="connsiteX16" fmla="*/ 358521 w 459266"/>
                    <a:gd name="connsiteY16" fmla="*/ 52768 h 510652"/>
                    <a:gd name="connsiteX17" fmla="*/ 336614 w 459266"/>
                    <a:gd name="connsiteY17" fmla="*/ 0 h 510652"/>
                    <a:gd name="connsiteX18" fmla="*/ 183928 w 459266"/>
                    <a:gd name="connsiteY18" fmla="*/ 136112 h 510652"/>
                    <a:gd name="connsiteX19" fmla="*/ 0 w 459266"/>
                    <a:gd name="connsiteY19" fmla="*/ 225076 h 510652"/>
                    <a:gd name="connsiteX20" fmla="*/ 40386 w 459266"/>
                    <a:gd name="connsiteY20" fmla="*/ 265557 h 510652"/>
                    <a:gd name="connsiteX21" fmla="*/ 373380 w 459266"/>
                    <a:gd name="connsiteY21" fmla="*/ 300990 h 510652"/>
                    <a:gd name="connsiteX22" fmla="*/ 412052 w 459266"/>
                    <a:gd name="connsiteY22" fmla="*/ 412813 h 510652"/>
                    <a:gd name="connsiteX23" fmla="*/ 400145 w 459266"/>
                    <a:gd name="connsiteY23" fmla="*/ 454533 h 510652"/>
                    <a:gd name="connsiteX24" fmla="*/ 349091 w 459266"/>
                    <a:gd name="connsiteY24" fmla="*/ 447675 h 510652"/>
                    <a:gd name="connsiteX25" fmla="*/ 264033 w 459266"/>
                    <a:gd name="connsiteY25" fmla="*/ 374428 h 510652"/>
                    <a:gd name="connsiteX26" fmla="*/ 222028 w 459266"/>
                    <a:gd name="connsiteY26" fmla="*/ 290417 h 510652"/>
                    <a:gd name="connsiteX27" fmla="*/ 217361 w 459266"/>
                    <a:gd name="connsiteY27" fmla="*/ 244221 h 510652"/>
                    <a:gd name="connsiteX28" fmla="*/ 224504 w 459266"/>
                    <a:gd name="connsiteY28" fmla="*/ 196977 h 510652"/>
                    <a:gd name="connsiteX29" fmla="*/ 311849 w 459266"/>
                    <a:gd name="connsiteY29" fmla="*/ 230314 h 510652"/>
                    <a:gd name="connsiteX30" fmla="*/ 373380 w 459266"/>
                    <a:gd name="connsiteY30" fmla="*/ 300990 h 51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59266" h="510652">
                      <a:moveTo>
                        <a:pt x="40386" y="265557"/>
                      </a:moveTo>
                      <a:cubicBezTo>
                        <a:pt x="75629" y="230696"/>
                        <a:pt x="118586" y="208407"/>
                        <a:pt x="160973" y="199739"/>
                      </a:cubicBezTo>
                      <a:cubicBezTo>
                        <a:pt x="157067" y="219265"/>
                        <a:pt x="155543" y="238506"/>
                        <a:pt x="156305" y="257175"/>
                      </a:cubicBezTo>
                      <a:cubicBezTo>
                        <a:pt x="157353" y="276225"/>
                        <a:pt x="160782" y="294704"/>
                        <a:pt x="166307" y="312325"/>
                      </a:cubicBezTo>
                      <a:cubicBezTo>
                        <a:pt x="177260" y="347567"/>
                        <a:pt x="197358" y="380143"/>
                        <a:pt x="223933" y="408813"/>
                      </a:cubicBezTo>
                      <a:cubicBezTo>
                        <a:pt x="246602" y="433197"/>
                        <a:pt x="269081" y="451961"/>
                        <a:pt x="290417" y="466820"/>
                      </a:cubicBezTo>
                      <a:cubicBezTo>
                        <a:pt x="311849" y="481679"/>
                        <a:pt x="331851" y="492347"/>
                        <a:pt x="349663" y="499300"/>
                      </a:cubicBezTo>
                      <a:cubicBezTo>
                        <a:pt x="367570" y="506349"/>
                        <a:pt x="383762" y="510445"/>
                        <a:pt x="397288" y="510540"/>
                      </a:cubicBezTo>
                      <a:cubicBezTo>
                        <a:pt x="411194" y="511302"/>
                        <a:pt x="422529" y="508159"/>
                        <a:pt x="431768" y="502063"/>
                      </a:cubicBezTo>
                      <a:cubicBezTo>
                        <a:pt x="441960" y="495586"/>
                        <a:pt x="448818" y="485013"/>
                        <a:pt x="453485" y="471773"/>
                      </a:cubicBezTo>
                      <a:cubicBezTo>
                        <a:pt x="455771" y="465010"/>
                        <a:pt x="457295" y="457295"/>
                        <a:pt x="458153" y="448818"/>
                      </a:cubicBezTo>
                      <a:cubicBezTo>
                        <a:pt x="459200" y="440531"/>
                        <a:pt x="459486" y="431387"/>
                        <a:pt x="459105" y="421481"/>
                      </a:cubicBezTo>
                      <a:cubicBezTo>
                        <a:pt x="457391" y="381952"/>
                        <a:pt x="445770" y="332042"/>
                        <a:pt x="420719" y="277177"/>
                      </a:cubicBezTo>
                      <a:cubicBezTo>
                        <a:pt x="404527" y="241840"/>
                        <a:pt x="381953" y="210502"/>
                        <a:pt x="353473" y="186976"/>
                      </a:cubicBezTo>
                      <a:cubicBezTo>
                        <a:pt x="339281" y="175165"/>
                        <a:pt x="323469" y="165068"/>
                        <a:pt x="306324" y="156877"/>
                      </a:cubicBezTo>
                      <a:cubicBezTo>
                        <a:pt x="289084" y="148590"/>
                        <a:pt x="270986" y="143065"/>
                        <a:pt x="251460" y="139255"/>
                      </a:cubicBezTo>
                      <a:cubicBezTo>
                        <a:pt x="275368" y="102870"/>
                        <a:pt x="312801" y="72200"/>
                        <a:pt x="358521" y="52768"/>
                      </a:cubicBezTo>
                      <a:lnTo>
                        <a:pt x="336614" y="0"/>
                      </a:lnTo>
                      <a:cubicBezTo>
                        <a:pt x="266700" y="28765"/>
                        <a:pt x="212884" y="79724"/>
                        <a:pt x="183928" y="136112"/>
                      </a:cubicBezTo>
                      <a:cubicBezTo>
                        <a:pt x="120872" y="141637"/>
                        <a:pt x="53340" y="171736"/>
                        <a:pt x="0" y="225076"/>
                      </a:cubicBezTo>
                      <a:lnTo>
                        <a:pt x="40386" y="265557"/>
                      </a:lnTo>
                      <a:close/>
                      <a:moveTo>
                        <a:pt x="373380" y="300990"/>
                      </a:moveTo>
                      <a:cubicBezTo>
                        <a:pt x="403193" y="355854"/>
                        <a:pt x="410337" y="392430"/>
                        <a:pt x="412052" y="412813"/>
                      </a:cubicBezTo>
                      <a:cubicBezTo>
                        <a:pt x="413385" y="433292"/>
                        <a:pt x="409956" y="448532"/>
                        <a:pt x="400145" y="454533"/>
                      </a:cubicBezTo>
                      <a:cubicBezTo>
                        <a:pt x="390430" y="460819"/>
                        <a:pt x="372904" y="459772"/>
                        <a:pt x="349091" y="447675"/>
                      </a:cubicBezTo>
                      <a:cubicBezTo>
                        <a:pt x="325660" y="435864"/>
                        <a:pt x="295561" y="413290"/>
                        <a:pt x="264033" y="374428"/>
                      </a:cubicBezTo>
                      <a:cubicBezTo>
                        <a:pt x="243554" y="348996"/>
                        <a:pt x="229076" y="320707"/>
                        <a:pt x="222028" y="290417"/>
                      </a:cubicBezTo>
                      <a:cubicBezTo>
                        <a:pt x="218408" y="275177"/>
                        <a:pt x="216789" y="259747"/>
                        <a:pt x="217361" y="244221"/>
                      </a:cubicBezTo>
                      <a:cubicBezTo>
                        <a:pt x="217837" y="228695"/>
                        <a:pt x="220028" y="212598"/>
                        <a:pt x="224504" y="196977"/>
                      </a:cubicBezTo>
                      <a:cubicBezTo>
                        <a:pt x="256985" y="200977"/>
                        <a:pt x="286512" y="212026"/>
                        <a:pt x="311849" y="230314"/>
                      </a:cubicBezTo>
                      <a:cubicBezTo>
                        <a:pt x="337090" y="248221"/>
                        <a:pt x="357664" y="272320"/>
                        <a:pt x="373380" y="300990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99" name="Forme libre : forme 1798">
                  <a:extLst>
                    <a:ext uri="{FF2B5EF4-FFF2-40B4-BE49-F238E27FC236}">
                      <a16:creationId xmlns:a16="http://schemas.microsoft.com/office/drawing/2014/main" id="{4EB5722E-1B79-45FA-9036-0A224E3665A8}"/>
                    </a:ext>
                  </a:extLst>
                </p:cNvPr>
                <p:cNvSpPr/>
                <p:nvPr/>
              </p:nvSpPr>
              <p:spPr>
                <a:xfrm>
                  <a:off x="9818483" y="3057824"/>
                  <a:ext cx="236952" cy="252524"/>
                </a:xfrm>
                <a:custGeom>
                  <a:avLst/>
                  <a:gdLst>
                    <a:gd name="connsiteX0" fmla="*/ 223457 w 236952"/>
                    <a:gd name="connsiteY0" fmla="*/ 138970 h 252524"/>
                    <a:gd name="connsiteX1" fmla="*/ 221933 w 236952"/>
                    <a:gd name="connsiteY1" fmla="*/ 166592 h 252524"/>
                    <a:gd name="connsiteX2" fmla="*/ 216694 w 236952"/>
                    <a:gd name="connsiteY2" fmla="*/ 189928 h 252524"/>
                    <a:gd name="connsiteX3" fmla="*/ 193548 w 236952"/>
                    <a:gd name="connsiteY3" fmla="*/ 221171 h 252524"/>
                    <a:gd name="connsiteX4" fmla="*/ 160401 w 236952"/>
                    <a:gd name="connsiteY4" fmla="*/ 230505 h 252524"/>
                    <a:gd name="connsiteX5" fmla="*/ 116015 w 236952"/>
                    <a:gd name="connsiteY5" fmla="*/ 222790 h 252524"/>
                    <a:gd name="connsiteX6" fmla="*/ 0 w 236952"/>
                    <a:gd name="connsiteY6" fmla="*/ 148876 h 252524"/>
                    <a:gd name="connsiteX7" fmla="*/ 1619 w 236952"/>
                    <a:gd name="connsiteY7" fmla="*/ 150685 h 252524"/>
                    <a:gd name="connsiteX8" fmla="*/ 68104 w 236952"/>
                    <a:gd name="connsiteY8" fmla="*/ 208693 h 252524"/>
                    <a:gd name="connsiteX9" fmla="*/ 127349 w 236952"/>
                    <a:gd name="connsiteY9" fmla="*/ 241173 h 252524"/>
                    <a:gd name="connsiteX10" fmla="*/ 174974 w 236952"/>
                    <a:gd name="connsiteY10" fmla="*/ 252413 h 252524"/>
                    <a:gd name="connsiteX11" fmla="*/ 209455 w 236952"/>
                    <a:gd name="connsiteY11" fmla="*/ 243935 h 252524"/>
                    <a:gd name="connsiteX12" fmla="*/ 231172 w 236952"/>
                    <a:gd name="connsiteY12" fmla="*/ 213646 h 252524"/>
                    <a:gd name="connsiteX13" fmla="*/ 235839 w 236952"/>
                    <a:gd name="connsiteY13" fmla="*/ 190690 h 252524"/>
                    <a:gd name="connsiteX14" fmla="*/ 236792 w 236952"/>
                    <a:gd name="connsiteY14" fmla="*/ 163354 h 252524"/>
                    <a:gd name="connsiteX15" fmla="*/ 198406 w 236952"/>
                    <a:gd name="connsiteY15" fmla="*/ 19050 h 252524"/>
                    <a:gd name="connsiteX16" fmla="*/ 188786 w 236952"/>
                    <a:gd name="connsiteY16" fmla="*/ 0 h 252524"/>
                    <a:gd name="connsiteX17" fmla="*/ 223457 w 236952"/>
                    <a:gd name="connsiteY17" fmla="*/ 138970 h 25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36952" h="252524">
                      <a:moveTo>
                        <a:pt x="223457" y="138970"/>
                      </a:moveTo>
                      <a:cubicBezTo>
                        <a:pt x="223647" y="148971"/>
                        <a:pt x="223171" y="158210"/>
                        <a:pt x="221933" y="166592"/>
                      </a:cubicBezTo>
                      <a:cubicBezTo>
                        <a:pt x="220885" y="175260"/>
                        <a:pt x="219170" y="183071"/>
                        <a:pt x="216694" y="189928"/>
                      </a:cubicBezTo>
                      <a:cubicBezTo>
                        <a:pt x="211550" y="203359"/>
                        <a:pt x="204311" y="214313"/>
                        <a:pt x="193548" y="221171"/>
                      </a:cubicBezTo>
                      <a:cubicBezTo>
                        <a:pt x="184404" y="227076"/>
                        <a:pt x="173641" y="230600"/>
                        <a:pt x="160401" y="230505"/>
                      </a:cubicBezTo>
                      <a:cubicBezTo>
                        <a:pt x="147638" y="231076"/>
                        <a:pt x="132683" y="228409"/>
                        <a:pt x="116015" y="222790"/>
                      </a:cubicBezTo>
                      <a:cubicBezTo>
                        <a:pt x="83249" y="211931"/>
                        <a:pt x="42101" y="188690"/>
                        <a:pt x="0" y="148876"/>
                      </a:cubicBezTo>
                      <a:lnTo>
                        <a:pt x="1619" y="150685"/>
                      </a:lnTo>
                      <a:cubicBezTo>
                        <a:pt x="24289" y="175069"/>
                        <a:pt x="46768" y="193834"/>
                        <a:pt x="68104" y="208693"/>
                      </a:cubicBezTo>
                      <a:cubicBezTo>
                        <a:pt x="89535" y="223552"/>
                        <a:pt x="109538" y="234220"/>
                        <a:pt x="127349" y="241173"/>
                      </a:cubicBezTo>
                      <a:cubicBezTo>
                        <a:pt x="145256" y="248221"/>
                        <a:pt x="161449" y="252317"/>
                        <a:pt x="174974" y="252413"/>
                      </a:cubicBezTo>
                      <a:cubicBezTo>
                        <a:pt x="188881" y="253175"/>
                        <a:pt x="200216" y="250031"/>
                        <a:pt x="209455" y="243935"/>
                      </a:cubicBezTo>
                      <a:cubicBezTo>
                        <a:pt x="219646" y="237458"/>
                        <a:pt x="226504" y="226885"/>
                        <a:pt x="231172" y="213646"/>
                      </a:cubicBezTo>
                      <a:cubicBezTo>
                        <a:pt x="233458" y="206883"/>
                        <a:pt x="234982" y="199168"/>
                        <a:pt x="235839" y="190690"/>
                      </a:cubicBezTo>
                      <a:cubicBezTo>
                        <a:pt x="236887" y="182404"/>
                        <a:pt x="237172" y="173260"/>
                        <a:pt x="236792" y="163354"/>
                      </a:cubicBezTo>
                      <a:cubicBezTo>
                        <a:pt x="235077" y="123825"/>
                        <a:pt x="223457" y="73914"/>
                        <a:pt x="198406" y="19050"/>
                      </a:cubicBezTo>
                      <a:cubicBezTo>
                        <a:pt x="195453" y="12573"/>
                        <a:pt x="192119" y="6191"/>
                        <a:pt x="188786" y="0"/>
                      </a:cubicBezTo>
                      <a:cubicBezTo>
                        <a:pt x="211836" y="52578"/>
                        <a:pt x="222409" y="100584"/>
                        <a:pt x="223457" y="13897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00" name="Forme libre : forme 1799">
                  <a:extLst>
                    <a:ext uri="{FF2B5EF4-FFF2-40B4-BE49-F238E27FC236}">
                      <a16:creationId xmlns:a16="http://schemas.microsoft.com/office/drawing/2014/main" id="{4936371B-7DD5-4FF2-B5F6-9D37593FB5C9}"/>
                    </a:ext>
                  </a:extLst>
                </p:cNvPr>
                <p:cNvSpPr/>
                <p:nvPr/>
              </p:nvSpPr>
              <p:spPr>
                <a:xfrm>
                  <a:off x="9763679" y="2851036"/>
                  <a:ext cx="94619" cy="270414"/>
                </a:xfrm>
                <a:custGeom>
                  <a:avLst/>
                  <a:gdLst>
                    <a:gd name="connsiteX0" fmla="*/ 94619 w 94619"/>
                    <a:gd name="connsiteY0" fmla="*/ 0 h 270414"/>
                    <a:gd name="connsiteX1" fmla="*/ 88523 w 94619"/>
                    <a:gd name="connsiteY1" fmla="*/ 5334 h 270414"/>
                    <a:gd name="connsiteX2" fmla="*/ 72902 w 94619"/>
                    <a:gd name="connsiteY2" fmla="*/ 21050 h 270414"/>
                    <a:gd name="connsiteX3" fmla="*/ 30230 w 94619"/>
                    <a:gd name="connsiteY3" fmla="*/ 80486 h 270414"/>
                    <a:gd name="connsiteX4" fmla="*/ 20324 w 94619"/>
                    <a:gd name="connsiteY4" fmla="*/ 100203 h 270414"/>
                    <a:gd name="connsiteX5" fmla="*/ 12037 w 94619"/>
                    <a:gd name="connsiteY5" fmla="*/ 121825 h 270414"/>
                    <a:gd name="connsiteX6" fmla="*/ 1370 w 94619"/>
                    <a:gd name="connsiteY6" fmla="*/ 168592 h 270414"/>
                    <a:gd name="connsiteX7" fmla="*/ 1560 w 94619"/>
                    <a:gd name="connsiteY7" fmla="*/ 218694 h 270414"/>
                    <a:gd name="connsiteX8" fmla="*/ 15562 w 94619"/>
                    <a:gd name="connsiteY8" fmla="*/ 270415 h 270414"/>
                    <a:gd name="connsiteX9" fmla="*/ 10037 w 94619"/>
                    <a:gd name="connsiteY9" fmla="*/ 248793 h 270414"/>
                    <a:gd name="connsiteX10" fmla="*/ 6322 w 94619"/>
                    <a:gd name="connsiteY10" fmla="*/ 189643 h 270414"/>
                    <a:gd name="connsiteX11" fmla="*/ 26230 w 94619"/>
                    <a:gd name="connsiteY11" fmla="*/ 101822 h 270414"/>
                    <a:gd name="connsiteX12" fmla="*/ 52900 w 94619"/>
                    <a:gd name="connsiteY12" fmla="*/ 51340 h 270414"/>
                    <a:gd name="connsiteX13" fmla="*/ 94619 w 94619"/>
                    <a:gd name="connsiteY13" fmla="*/ 0 h 270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19" h="270414">
                      <a:moveTo>
                        <a:pt x="94619" y="0"/>
                      </a:moveTo>
                      <a:cubicBezTo>
                        <a:pt x="94619" y="0"/>
                        <a:pt x="92524" y="1810"/>
                        <a:pt x="88523" y="5334"/>
                      </a:cubicBezTo>
                      <a:cubicBezTo>
                        <a:pt x="84618" y="8763"/>
                        <a:pt x="79094" y="14002"/>
                        <a:pt x="72902" y="21050"/>
                      </a:cubicBezTo>
                      <a:cubicBezTo>
                        <a:pt x="60234" y="34957"/>
                        <a:pt x="43946" y="54959"/>
                        <a:pt x="30230" y="80486"/>
                      </a:cubicBezTo>
                      <a:cubicBezTo>
                        <a:pt x="26801" y="86773"/>
                        <a:pt x="23372" y="93345"/>
                        <a:pt x="20324" y="100203"/>
                      </a:cubicBezTo>
                      <a:cubicBezTo>
                        <a:pt x="17371" y="107156"/>
                        <a:pt x="14514" y="114395"/>
                        <a:pt x="12037" y="121825"/>
                      </a:cubicBezTo>
                      <a:cubicBezTo>
                        <a:pt x="7085" y="136684"/>
                        <a:pt x="2989" y="152019"/>
                        <a:pt x="1370" y="168592"/>
                      </a:cubicBezTo>
                      <a:cubicBezTo>
                        <a:pt x="-440" y="184975"/>
                        <a:pt x="-536" y="201740"/>
                        <a:pt x="1560" y="218694"/>
                      </a:cubicBezTo>
                      <a:cubicBezTo>
                        <a:pt x="3751" y="235744"/>
                        <a:pt x="8418" y="253175"/>
                        <a:pt x="15562" y="270415"/>
                      </a:cubicBezTo>
                      <a:cubicBezTo>
                        <a:pt x="15562" y="270415"/>
                        <a:pt x="12799" y="262700"/>
                        <a:pt x="10037" y="248793"/>
                      </a:cubicBezTo>
                      <a:cubicBezTo>
                        <a:pt x="7275" y="234696"/>
                        <a:pt x="4894" y="214694"/>
                        <a:pt x="6322" y="189643"/>
                      </a:cubicBezTo>
                      <a:cubicBezTo>
                        <a:pt x="7465" y="164306"/>
                        <a:pt x="13180" y="134874"/>
                        <a:pt x="26230" y="101822"/>
                      </a:cubicBezTo>
                      <a:cubicBezTo>
                        <a:pt x="33088" y="85820"/>
                        <a:pt x="41660" y="68580"/>
                        <a:pt x="52900" y="51340"/>
                      </a:cubicBezTo>
                      <a:cubicBezTo>
                        <a:pt x="64425" y="34671"/>
                        <a:pt x="77665" y="16478"/>
                        <a:pt x="9461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01" name="Forme libre : forme 1800">
                  <a:extLst>
                    <a:ext uri="{FF2B5EF4-FFF2-40B4-BE49-F238E27FC236}">
                      <a16:creationId xmlns:a16="http://schemas.microsoft.com/office/drawing/2014/main" id="{1021C61D-FFD9-413B-B590-36252F1774F2}"/>
                    </a:ext>
                  </a:extLst>
                </p:cNvPr>
                <p:cNvSpPr/>
                <p:nvPr/>
              </p:nvSpPr>
              <p:spPr>
                <a:xfrm>
                  <a:off x="9820579" y="2939048"/>
                  <a:ext cx="165830" cy="195548"/>
                </a:xfrm>
                <a:custGeom>
                  <a:avLst/>
                  <a:gdLst>
                    <a:gd name="connsiteX0" fmla="*/ 26956 w 165830"/>
                    <a:gd name="connsiteY0" fmla="*/ 0 h 195548"/>
                    <a:gd name="connsiteX1" fmla="*/ 23051 w 165830"/>
                    <a:gd name="connsiteY1" fmla="*/ 5905 h 195548"/>
                    <a:gd name="connsiteX2" fmla="*/ 14383 w 165830"/>
                    <a:gd name="connsiteY2" fmla="*/ 20669 h 195548"/>
                    <a:gd name="connsiteX3" fmla="*/ 0 w 165830"/>
                    <a:gd name="connsiteY3" fmla="*/ 57531 h 195548"/>
                    <a:gd name="connsiteX4" fmla="*/ 20003 w 165830"/>
                    <a:gd name="connsiteY4" fmla="*/ 60388 h 195548"/>
                    <a:gd name="connsiteX5" fmla="*/ 66675 w 165830"/>
                    <a:gd name="connsiteY5" fmla="*/ 77152 h 195548"/>
                    <a:gd name="connsiteX6" fmla="*/ 120682 w 165830"/>
                    <a:gd name="connsiteY6" fmla="*/ 119920 h 195548"/>
                    <a:gd name="connsiteX7" fmla="*/ 165830 w 165830"/>
                    <a:gd name="connsiteY7" fmla="*/ 195548 h 195548"/>
                    <a:gd name="connsiteX8" fmla="*/ 161735 w 165830"/>
                    <a:gd name="connsiteY8" fmla="*/ 177736 h 195548"/>
                    <a:gd name="connsiteX9" fmla="*/ 146018 w 165830"/>
                    <a:gd name="connsiteY9" fmla="*/ 133921 h 195548"/>
                    <a:gd name="connsiteX10" fmla="*/ 46196 w 165830"/>
                    <a:gd name="connsiteY10" fmla="*/ 28765 h 195548"/>
                    <a:gd name="connsiteX11" fmla="*/ 30194 w 165830"/>
                    <a:gd name="connsiteY11" fmla="*/ 11525 h 195548"/>
                    <a:gd name="connsiteX12" fmla="*/ 26956 w 165830"/>
                    <a:gd name="connsiteY12" fmla="*/ 0 h 195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65830" h="195548">
                      <a:moveTo>
                        <a:pt x="26956" y="0"/>
                      </a:moveTo>
                      <a:cubicBezTo>
                        <a:pt x="26956" y="0"/>
                        <a:pt x="25527" y="2191"/>
                        <a:pt x="23051" y="5905"/>
                      </a:cubicBezTo>
                      <a:cubicBezTo>
                        <a:pt x="20669" y="9525"/>
                        <a:pt x="17526" y="14668"/>
                        <a:pt x="14383" y="20669"/>
                      </a:cubicBezTo>
                      <a:cubicBezTo>
                        <a:pt x="8096" y="32480"/>
                        <a:pt x="1619" y="46863"/>
                        <a:pt x="0" y="57531"/>
                      </a:cubicBezTo>
                      <a:cubicBezTo>
                        <a:pt x="0" y="57531"/>
                        <a:pt x="7715" y="57817"/>
                        <a:pt x="20003" y="60388"/>
                      </a:cubicBezTo>
                      <a:cubicBezTo>
                        <a:pt x="32290" y="63055"/>
                        <a:pt x="48673" y="67532"/>
                        <a:pt x="66675" y="77152"/>
                      </a:cubicBezTo>
                      <a:cubicBezTo>
                        <a:pt x="84582" y="86677"/>
                        <a:pt x="103537" y="100489"/>
                        <a:pt x="120682" y="119920"/>
                      </a:cubicBezTo>
                      <a:cubicBezTo>
                        <a:pt x="137922" y="139255"/>
                        <a:pt x="153257" y="164306"/>
                        <a:pt x="165830" y="195548"/>
                      </a:cubicBezTo>
                      <a:cubicBezTo>
                        <a:pt x="165830" y="195548"/>
                        <a:pt x="164687" y="188881"/>
                        <a:pt x="161735" y="177736"/>
                      </a:cubicBezTo>
                      <a:cubicBezTo>
                        <a:pt x="158782" y="166783"/>
                        <a:pt x="153924" y="151352"/>
                        <a:pt x="146018" y="133921"/>
                      </a:cubicBezTo>
                      <a:cubicBezTo>
                        <a:pt x="130016" y="99250"/>
                        <a:pt x="102775" y="55150"/>
                        <a:pt x="46196" y="28765"/>
                      </a:cubicBezTo>
                      <a:cubicBezTo>
                        <a:pt x="37624" y="24765"/>
                        <a:pt x="32766" y="17717"/>
                        <a:pt x="30194" y="11525"/>
                      </a:cubicBezTo>
                      <a:cubicBezTo>
                        <a:pt x="27337" y="5143"/>
                        <a:pt x="26956" y="0"/>
                        <a:pt x="26956" y="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02" name="Forme libre : forme 1801">
                  <a:extLst>
                    <a:ext uri="{FF2B5EF4-FFF2-40B4-BE49-F238E27FC236}">
                      <a16:creationId xmlns:a16="http://schemas.microsoft.com/office/drawing/2014/main" id="{BA28C80D-544E-4582-9DB5-9FE064AF384F}"/>
                    </a:ext>
                  </a:extLst>
                </p:cNvPr>
                <p:cNvSpPr/>
                <p:nvPr/>
              </p:nvSpPr>
              <p:spPr>
                <a:xfrm>
                  <a:off x="9658559" y="2978671"/>
                  <a:ext cx="102965" cy="66865"/>
                </a:xfrm>
                <a:custGeom>
                  <a:avLst/>
                  <a:gdLst>
                    <a:gd name="connsiteX0" fmla="*/ 98488 w 102965"/>
                    <a:gd name="connsiteY0" fmla="*/ 20765 h 66865"/>
                    <a:gd name="connsiteX1" fmla="*/ 99441 w 102965"/>
                    <a:gd name="connsiteY1" fmla="*/ 13907 h 66865"/>
                    <a:gd name="connsiteX2" fmla="*/ 102965 w 102965"/>
                    <a:gd name="connsiteY2" fmla="*/ 0 h 66865"/>
                    <a:gd name="connsiteX3" fmla="*/ 93345 w 102965"/>
                    <a:gd name="connsiteY3" fmla="*/ 2762 h 66865"/>
                    <a:gd name="connsiteX4" fmla="*/ 68866 w 102965"/>
                    <a:gd name="connsiteY4" fmla="*/ 13335 h 66865"/>
                    <a:gd name="connsiteX5" fmla="*/ 35338 w 102965"/>
                    <a:gd name="connsiteY5" fmla="*/ 33909 h 66865"/>
                    <a:gd name="connsiteX6" fmla="*/ 0 w 102965"/>
                    <a:gd name="connsiteY6" fmla="*/ 66866 h 66865"/>
                    <a:gd name="connsiteX7" fmla="*/ 7048 w 102965"/>
                    <a:gd name="connsiteY7" fmla="*/ 61246 h 66865"/>
                    <a:gd name="connsiteX8" fmla="*/ 27146 w 102965"/>
                    <a:gd name="connsiteY8" fmla="*/ 48101 h 66865"/>
                    <a:gd name="connsiteX9" fmla="*/ 58293 w 102965"/>
                    <a:gd name="connsiteY9" fmla="*/ 32576 h 66865"/>
                    <a:gd name="connsiteX10" fmla="*/ 98488 w 102965"/>
                    <a:gd name="connsiteY10" fmla="*/ 20765 h 66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2965" h="66865">
                      <a:moveTo>
                        <a:pt x="98488" y="20765"/>
                      </a:moveTo>
                      <a:cubicBezTo>
                        <a:pt x="98488" y="20765"/>
                        <a:pt x="98774" y="18002"/>
                        <a:pt x="99441" y="13907"/>
                      </a:cubicBezTo>
                      <a:cubicBezTo>
                        <a:pt x="100203" y="10001"/>
                        <a:pt x="101346" y="4763"/>
                        <a:pt x="102965" y="0"/>
                      </a:cubicBezTo>
                      <a:cubicBezTo>
                        <a:pt x="102965" y="0"/>
                        <a:pt x="99441" y="857"/>
                        <a:pt x="93345" y="2762"/>
                      </a:cubicBezTo>
                      <a:cubicBezTo>
                        <a:pt x="87344" y="4858"/>
                        <a:pt x="78867" y="8382"/>
                        <a:pt x="68866" y="13335"/>
                      </a:cubicBezTo>
                      <a:cubicBezTo>
                        <a:pt x="58769" y="18383"/>
                        <a:pt x="47053" y="24860"/>
                        <a:pt x="35338" y="33909"/>
                      </a:cubicBezTo>
                      <a:cubicBezTo>
                        <a:pt x="23527" y="42863"/>
                        <a:pt x="11049" y="53435"/>
                        <a:pt x="0" y="66866"/>
                      </a:cubicBezTo>
                      <a:cubicBezTo>
                        <a:pt x="0" y="66866"/>
                        <a:pt x="2476" y="64770"/>
                        <a:pt x="7048" y="61246"/>
                      </a:cubicBezTo>
                      <a:cubicBezTo>
                        <a:pt x="11525" y="57722"/>
                        <a:pt x="18478" y="53054"/>
                        <a:pt x="27146" y="48101"/>
                      </a:cubicBezTo>
                      <a:cubicBezTo>
                        <a:pt x="35909" y="43148"/>
                        <a:pt x="46291" y="37529"/>
                        <a:pt x="58293" y="32576"/>
                      </a:cubicBezTo>
                      <a:cubicBezTo>
                        <a:pt x="70580" y="28004"/>
                        <a:pt x="84201" y="23717"/>
                        <a:pt x="98488" y="20765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803" name="Graphique 15">
                  <a:extLst>
                    <a:ext uri="{FF2B5EF4-FFF2-40B4-BE49-F238E27FC236}">
                      <a16:creationId xmlns:a16="http://schemas.microsoft.com/office/drawing/2014/main" id="{CCEC1CB2-7BAB-4B96-8837-D88DC9F831F4}"/>
                    </a:ext>
                  </a:extLst>
                </p:cNvPr>
                <p:cNvGrpSpPr/>
                <p:nvPr/>
              </p:nvGrpSpPr>
              <p:grpSpPr>
                <a:xfrm>
                  <a:off x="9729270" y="3019749"/>
                  <a:ext cx="107089" cy="57462"/>
                  <a:chOff x="9729270" y="3019749"/>
                  <a:chExt cx="107089" cy="57462"/>
                </a:xfrm>
                <a:solidFill>
                  <a:schemeClr val="accent1"/>
                </a:solidFill>
              </p:grpSpPr>
              <p:grpSp>
                <p:nvGrpSpPr>
                  <p:cNvPr id="1804" name="Graphique 15">
                    <a:extLst>
                      <a:ext uri="{FF2B5EF4-FFF2-40B4-BE49-F238E27FC236}">
                        <a16:creationId xmlns:a16="http://schemas.microsoft.com/office/drawing/2014/main" id="{5D1A4B1C-D629-4850-B697-D90F0BE32D81}"/>
                      </a:ext>
                    </a:extLst>
                  </p:cNvPr>
                  <p:cNvGrpSpPr/>
                  <p:nvPr/>
                </p:nvGrpSpPr>
                <p:grpSpPr>
                  <a:xfrm>
                    <a:off x="9729270" y="3019749"/>
                    <a:ext cx="38788" cy="37557"/>
                    <a:chOff x="9729270" y="3019749"/>
                    <a:chExt cx="38788" cy="37557"/>
                  </a:xfrm>
                  <a:solidFill>
                    <a:schemeClr val="accent1"/>
                  </a:solidFill>
                </p:grpSpPr>
                <p:sp>
                  <p:nvSpPr>
                    <p:cNvPr id="1805" name="Forme libre : forme 1804">
                      <a:extLst>
                        <a:ext uri="{FF2B5EF4-FFF2-40B4-BE49-F238E27FC236}">
                          <a16:creationId xmlns:a16="http://schemas.microsoft.com/office/drawing/2014/main" id="{97DCECD6-13D6-4AB9-A875-255C38D870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9270" y="3019749"/>
                      <a:ext cx="38788" cy="37533"/>
                    </a:xfrm>
                    <a:custGeom>
                      <a:avLst/>
                      <a:gdLst>
                        <a:gd name="connsiteX0" fmla="*/ 35397 w 38788"/>
                        <a:gd name="connsiteY0" fmla="*/ 6262 h 37533"/>
                        <a:gd name="connsiteX1" fmla="*/ 30634 w 38788"/>
                        <a:gd name="connsiteY1" fmla="*/ 32646 h 37533"/>
                        <a:gd name="connsiteX2" fmla="*/ 3773 w 38788"/>
                        <a:gd name="connsiteY2" fmla="*/ 31694 h 37533"/>
                        <a:gd name="connsiteX3" fmla="*/ 8250 w 38788"/>
                        <a:gd name="connsiteY3" fmla="*/ 4928 h 37533"/>
                        <a:gd name="connsiteX4" fmla="*/ 35397 w 38788"/>
                        <a:gd name="connsiteY4" fmla="*/ 6262 h 3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788" h="37533">
                          <a:moveTo>
                            <a:pt x="35397" y="6262"/>
                          </a:moveTo>
                          <a:cubicBezTo>
                            <a:pt x="41397" y="14072"/>
                            <a:pt x="39206" y="25883"/>
                            <a:pt x="30634" y="32646"/>
                          </a:cubicBezTo>
                          <a:cubicBezTo>
                            <a:pt x="21871" y="39313"/>
                            <a:pt x="10251" y="39313"/>
                            <a:pt x="3773" y="31694"/>
                          </a:cubicBezTo>
                          <a:cubicBezTo>
                            <a:pt x="-2513" y="24264"/>
                            <a:pt x="-894" y="11882"/>
                            <a:pt x="8250" y="4928"/>
                          </a:cubicBezTo>
                          <a:cubicBezTo>
                            <a:pt x="17204" y="-2120"/>
                            <a:pt x="29396" y="-1549"/>
                            <a:pt x="35397" y="626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06" name="Forme libre : forme 1805">
                      <a:extLst>
                        <a:ext uri="{FF2B5EF4-FFF2-40B4-BE49-F238E27FC236}">
                          <a16:creationId xmlns:a16="http://schemas.microsoft.com/office/drawing/2014/main" id="{170F9217-229F-436B-86D6-220C58868F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9424" y="3020962"/>
                      <a:ext cx="38634" cy="36343"/>
                    </a:xfrm>
                    <a:custGeom>
                      <a:avLst/>
                      <a:gdLst>
                        <a:gd name="connsiteX0" fmla="*/ 19622 w 38634"/>
                        <a:gd name="connsiteY0" fmla="*/ 17812 h 36343"/>
                        <a:gd name="connsiteX1" fmla="*/ 0 w 38634"/>
                        <a:gd name="connsiteY1" fmla="*/ 22003 h 36343"/>
                        <a:gd name="connsiteX2" fmla="*/ 3620 w 38634"/>
                        <a:gd name="connsiteY2" fmla="*/ 30575 h 36343"/>
                        <a:gd name="connsiteX3" fmla="*/ 30480 w 38634"/>
                        <a:gd name="connsiteY3" fmla="*/ 31528 h 36343"/>
                        <a:gd name="connsiteX4" fmla="*/ 35243 w 38634"/>
                        <a:gd name="connsiteY4" fmla="*/ 5144 h 36343"/>
                        <a:gd name="connsiteX5" fmla="*/ 27908 w 38634"/>
                        <a:gd name="connsiteY5" fmla="*/ 0 h 36343"/>
                        <a:gd name="connsiteX6" fmla="*/ 19622 w 38634"/>
                        <a:gd name="connsiteY6" fmla="*/ 17812 h 36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634" h="36343">
                          <a:moveTo>
                            <a:pt x="19622" y="17812"/>
                          </a:moveTo>
                          <a:cubicBezTo>
                            <a:pt x="13526" y="22479"/>
                            <a:pt x="6191" y="23813"/>
                            <a:pt x="0" y="22003"/>
                          </a:cubicBezTo>
                          <a:cubicBezTo>
                            <a:pt x="381" y="25146"/>
                            <a:pt x="1524" y="28099"/>
                            <a:pt x="3620" y="30575"/>
                          </a:cubicBezTo>
                          <a:cubicBezTo>
                            <a:pt x="10097" y="38100"/>
                            <a:pt x="21717" y="38100"/>
                            <a:pt x="30480" y="31528"/>
                          </a:cubicBezTo>
                          <a:cubicBezTo>
                            <a:pt x="39053" y="24765"/>
                            <a:pt x="41243" y="12954"/>
                            <a:pt x="35243" y="5144"/>
                          </a:cubicBezTo>
                          <a:cubicBezTo>
                            <a:pt x="33338" y="2667"/>
                            <a:pt x="30766" y="953"/>
                            <a:pt x="27908" y="0"/>
                          </a:cubicBezTo>
                          <a:cubicBezTo>
                            <a:pt x="28385" y="6287"/>
                            <a:pt x="25527" y="13145"/>
                            <a:pt x="19622" y="17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07" name="Forme libre : forme 1806">
                      <a:extLst>
                        <a:ext uri="{FF2B5EF4-FFF2-40B4-BE49-F238E27FC236}">
                          <a16:creationId xmlns:a16="http://schemas.microsoft.com/office/drawing/2014/main" id="{2492BDE3-7023-4C82-8FD2-CECA0ECC68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3851" y="3023403"/>
                      <a:ext cx="18201" cy="15995"/>
                    </a:xfrm>
                    <a:custGeom>
                      <a:avLst/>
                      <a:gdLst>
                        <a:gd name="connsiteX0" fmla="*/ 13100 w 18201"/>
                        <a:gd name="connsiteY0" fmla="*/ 703 h 15995"/>
                        <a:gd name="connsiteX1" fmla="*/ 17291 w 18201"/>
                        <a:gd name="connsiteY1" fmla="*/ 11371 h 15995"/>
                        <a:gd name="connsiteX2" fmla="*/ 5195 w 18201"/>
                        <a:gd name="connsiteY2" fmla="*/ 15276 h 15995"/>
                        <a:gd name="connsiteX3" fmla="*/ 908 w 18201"/>
                        <a:gd name="connsiteY3" fmla="*/ 4703 h 15995"/>
                        <a:gd name="connsiteX4" fmla="*/ 13100 w 18201"/>
                        <a:gd name="connsiteY4" fmla="*/ 703 h 15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01" h="15995">
                          <a:moveTo>
                            <a:pt x="13100" y="703"/>
                          </a:moveTo>
                          <a:cubicBezTo>
                            <a:pt x="17577" y="2608"/>
                            <a:pt x="19482" y="7370"/>
                            <a:pt x="17291" y="11371"/>
                          </a:cubicBezTo>
                          <a:cubicBezTo>
                            <a:pt x="15100" y="15371"/>
                            <a:pt x="9767" y="17086"/>
                            <a:pt x="5195" y="15276"/>
                          </a:cubicBezTo>
                          <a:cubicBezTo>
                            <a:pt x="623" y="13466"/>
                            <a:pt x="-1283" y="8704"/>
                            <a:pt x="908" y="4703"/>
                          </a:cubicBezTo>
                          <a:cubicBezTo>
                            <a:pt x="3099" y="703"/>
                            <a:pt x="8624" y="-1107"/>
                            <a:pt x="13100" y="70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08" name="Forme libre : forme 1807">
                      <a:extLst>
                        <a:ext uri="{FF2B5EF4-FFF2-40B4-BE49-F238E27FC236}">
                          <a16:creationId xmlns:a16="http://schemas.microsoft.com/office/drawing/2014/main" id="{B21A8196-D6AD-4A89-AF65-A2D628DDB8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1972" y="3028353"/>
                      <a:ext cx="6431" cy="6173"/>
                    </a:xfrm>
                    <a:custGeom>
                      <a:avLst/>
                      <a:gdLst>
                        <a:gd name="connsiteX0" fmla="*/ 5835 w 6431"/>
                        <a:gd name="connsiteY0" fmla="*/ 991 h 6173"/>
                        <a:gd name="connsiteX1" fmla="*/ 5073 w 6431"/>
                        <a:gd name="connsiteY1" fmla="*/ 5373 h 6173"/>
                        <a:gd name="connsiteX2" fmla="*/ 596 w 6431"/>
                        <a:gd name="connsiteY2" fmla="*/ 5182 h 6173"/>
                        <a:gd name="connsiteX3" fmla="*/ 1359 w 6431"/>
                        <a:gd name="connsiteY3" fmla="*/ 801 h 6173"/>
                        <a:gd name="connsiteX4" fmla="*/ 5835 w 6431"/>
                        <a:gd name="connsiteY4" fmla="*/ 991 h 6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31" h="6173">
                          <a:moveTo>
                            <a:pt x="5835" y="991"/>
                          </a:moveTo>
                          <a:cubicBezTo>
                            <a:pt x="6883" y="2230"/>
                            <a:pt x="6502" y="4230"/>
                            <a:pt x="5073" y="5373"/>
                          </a:cubicBezTo>
                          <a:cubicBezTo>
                            <a:pt x="3645" y="6516"/>
                            <a:pt x="1644" y="6421"/>
                            <a:pt x="596" y="5182"/>
                          </a:cubicBezTo>
                          <a:cubicBezTo>
                            <a:pt x="-451" y="3944"/>
                            <a:pt x="-70" y="1944"/>
                            <a:pt x="1359" y="801"/>
                          </a:cubicBezTo>
                          <a:cubicBezTo>
                            <a:pt x="2787" y="-342"/>
                            <a:pt x="4883" y="-247"/>
                            <a:pt x="5835" y="9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809" name="Graphique 15">
                    <a:extLst>
                      <a:ext uri="{FF2B5EF4-FFF2-40B4-BE49-F238E27FC236}">
                        <a16:creationId xmlns:a16="http://schemas.microsoft.com/office/drawing/2014/main" id="{24517EB6-DAEC-4244-B9C4-45600C4A8C8A}"/>
                      </a:ext>
                    </a:extLst>
                  </p:cNvPr>
                  <p:cNvGrpSpPr/>
                  <p:nvPr/>
                </p:nvGrpSpPr>
                <p:grpSpPr>
                  <a:xfrm>
                    <a:off x="9762336" y="3035484"/>
                    <a:ext cx="37940" cy="37142"/>
                    <a:chOff x="9762336" y="3035484"/>
                    <a:chExt cx="37940" cy="37142"/>
                  </a:xfrm>
                  <a:solidFill>
                    <a:schemeClr val="accent1"/>
                  </a:solidFill>
                </p:grpSpPr>
                <p:sp>
                  <p:nvSpPr>
                    <p:cNvPr id="1810" name="Forme libre : forme 1809">
                      <a:extLst>
                        <a:ext uri="{FF2B5EF4-FFF2-40B4-BE49-F238E27FC236}">
                          <a16:creationId xmlns:a16="http://schemas.microsoft.com/office/drawing/2014/main" id="{E79185A3-302B-4115-8CA3-04A6A4128C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62336" y="3035484"/>
                      <a:ext cx="37940" cy="37142"/>
                    </a:xfrm>
                    <a:custGeom>
                      <a:avLst/>
                      <a:gdLst>
                        <a:gd name="connsiteX0" fmla="*/ 34621 w 37940"/>
                        <a:gd name="connsiteY0" fmla="*/ 6624 h 37142"/>
                        <a:gd name="connsiteX1" fmla="*/ 30049 w 37940"/>
                        <a:gd name="connsiteY1" fmla="*/ 32722 h 37142"/>
                        <a:gd name="connsiteX2" fmla="*/ 3665 w 37940"/>
                        <a:gd name="connsiteY2" fmla="*/ 30817 h 37142"/>
                        <a:gd name="connsiteX3" fmla="*/ 8141 w 37940"/>
                        <a:gd name="connsiteY3" fmla="*/ 4623 h 37142"/>
                        <a:gd name="connsiteX4" fmla="*/ 34621 w 37940"/>
                        <a:gd name="connsiteY4" fmla="*/ 6624 h 37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940" h="37142">
                          <a:moveTo>
                            <a:pt x="34621" y="6624"/>
                          </a:moveTo>
                          <a:cubicBezTo>
                            <a:pt x="40431" y="14434"/>
                            <a:pt x="38431" y="26150"/>
                            <a:pt x="30049" y="32722"/>
                          </a:cubicBezTo>
                          <a:cubicBezTo>
                            <a:pt x="21762" y="39294"/>
                            <a:pt x="9951" y="38437"/>
                            <a:pt x="3665" y="30817"/>
                          </a:cubicBezTo>
                          <a:cubicBezTo>
                            <a:pt x="-2622" y="23197"/>
                            <a:pt x="-622" y="11481"/>
                            <a:pt x="8141" y="4623"/>
                          </a:cubicBezTo>
                          <a:cubicBezTo>
                            <a:pt x="16904" y="-2235"/>
                            <a:pt x="28620" y="-1377"/>
                            <a:pt x="34621" y="662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11" name="Forme libre : forme 1810">
                      <a:extLst>
                        <a:ext uri="{FF2B5EF4-FFF2-40B4-BE49-F238E27FC236}">
                          <a16:creationId xmlns:a16="http://schemas.microsoft.com/office/drawing/2014/main" id="{8A52C5D3-3C26-4B98-BA88-46565D9FE3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62571" y="3036774"/>
                      <a:ext cx="37636" cy="35852"/>
                    </a:xfrm>
                    <a:custGeom>
                      <a:avLst/>
                      <a:gdLst>
                        <a:gd name="connsiteX0" fmla="*/ 19240 w 37636"/>
                        <a:gd name="connsiteY0" fmla="*/ 17621 h 35852"/>
                        <a:gd name="connsiteX1" fmla="*/ 0 w 37636"/>
                        <a:gd name="connsiteY1" fmla="*/ 21050 h 35852"/>
                        <a:gd name="connsiteX2" fmla="*/ 3429 w 37636"/>
                        <a:gd name="connsiteY2" fmla="*/ 29528 h 35852"/>
                        <a:gd name="connsiteX3" fmla="*/ 29813 w 37636"/>
                        <a:gd name="connsiteY3" fmla="*/ 31433 h 35852"/>
                        <a:gd name="connsiteX4" fmla="*/ 34385 w 37636"/>
                        <a:gd name="connsiteY4" fmla="*/ 5334 h 35852"/>
                        <a:gd name="connsiteX5" fmla="*/ 27242 w 37636"/>
                        <a:gd name="connsiteY5" fmla="*/ 0 h 35852"/>
                        <a:gd name="connsiteX6" fmla="*/ 19240 w 37636"/>
                        <a:gd name="connsiteY6" fmla="*/ 17621 h 35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636" h="35852">
                          <a:moveTo>
                            <a:pt x="19240" y="17621"/>
                          </a:moveTo>
                          <a:cubicBezTo>
                            <a:pt x="13430" y="22193"/>
                            <a:pt x="6096" y="23146"/>
                            <a:pt x="0" y="21050"/>
                          </a:cubicBezTo>
                          <a:cubicBezTo>
                            <a:pt x="286" y="24098"/>
                            <a:pt x="1429" y="27051"/>
                            <a:pt x="3429" y="29528"/>
                          </a:cubicBezTo>
                          <a:cubicBezTo>
                            <a:pt x="9715" y="37147"/>
                            <a:pt x="21431" y="38005"/>
                            <a:pt x="29813" y="31433"/>
                          </a:cubicBezTo>
                          <a:cubicBezTo>
                            <a:pt x="38100" y="24955"/>
                            <a:pt x="40100" y="13145"/>
                            <a:pt x="34385" y="5334"/>
                          </a:cubicBezTo>
                          <a:cubicBezTo>
                            <a:pt x="32480" y="2858"/>
                            <a:pt x="30004" y="1048"/>
                            <a:pt x="27242" y="0"/>
                          </a:cubicBezTo>
                          <a:cubicBezTo>
                            <a:pt x="27622" y="6287"/>
                            <a:pt x="24955" y="13049"/>
                            <a:pt x="19240" y="176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12" name="Forme libre : forme 1811">
                      <a:extLst>
                        <a:ext uri="{FF2B5EF4-FFF2-40B4-BE49-F238E27FC236}">
                          <a16:creationId xmlns:a16="http://schemas.microsoft.com/office/drawing/2014/main" id="{586C31F6-B286-496B-AEBA-CD7DB381AB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6673" y="3039158"/>
                      <a:ext cx="17630" cy="15941"/>
                    </a:xfrm>
                    <a:custGeom>
                      <a:avLst/>
                      <a:gdLst>
                        <a:gd name="connsiteX0" fmla="*/ 12664 w 17630"/>
                        <a:gd name="connsiteY0" fmla="*/ 855 h 15941"/>
                        <a:gd name="connsiteX1" fmla="*/ 16759 w 17630"/>
                        <a:gd name="connsiteY1" fmla="*/ 11523 h 15941"/>
                        <a:gd name="connsiteX2" fmla="*/ 5044 w 17630"/>
                        <a:gd name="connsiteY2" fmla="*/ 15142 h 15941"/>
                        <a:gd name="connsiteX3" fmla="*/ 853 w 17630"/>
                        <a:gd name="connsiteY3" fmla="*/ 4570 h 15941"/>
                        <a:gd name="connsiteX4" fmla="*/ 12664 w 17630"/>
                        <a:gd name="connsiteY4" fmla="*/ 855 h 15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30" h="15941">
                          <a:moveTo>
                            <a:pt x="12664" y="855"/>
                          </a:moveTo>
                          <a:cubicBezTo>
                            <a:pt x="17045" y="2855"/>
                            <a:pt x="18855" y="7618"/>
                            <a:pt x="16759" y="11523"/>
                          </a:cubicBezTo>
                          <a:cubicBezTo>
                            <a:pt x="14664" y="15428"/>
                            <a:pt x="9521" y="17047"/>
                            <a:pt x="5044" y="15142"/>
                          </a:cubicBezTo>
                          <a:cubicBezTo>
                            <a:pt x="662" y="13237"/>
                            <a:pt x="-1243" y="8475"/>
                            <a:pt x="853" y="4570"/>
                          </a:cubicBezTo>
                          <a:cubicBezTo>
                            <a:pt x="3044" y="474"/>
                            <a:pt x="8378" y="-1145"/>
                            <a:pt x="12664" y="85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13" name="Forme libre : forme 1812">
                      <a:extLst>
                        <a:ext uri="{FF2B5EF4-FFF2-40B4-BE49-F238E27FC236}">
                          <a16:creationId xmlns:a16="http://schemas.microsoft.com/office/drawing/2014/main" id="{30C1AE3A-0891-4A76-A182-21999B6013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4875" y="3043921"/>
                      <a:ext cx="6253" cy="6089"/>
                    </a:xfrm>
                    <a:custGeom>
                      <a:avLst/>
                      <a:gdLst>
                        <a:gd name="connsiteX0" fmla="*/ 5699 w 6253"/>
                        <a:gd name="connsiteY0" fmla="*/ 1045 h 6089"/>
                        <a:gd name="connsiteX1" fmla="*/ 4937 w 6253"/>
                        <a:gd name="connsiteY1" fmla="*/ 5331 h 6089"/>
                        <a:gd name="connsiteX2" fmla="*/ 555 w 6253"/>
                        <a:gd name="connsiteY2" fmla="*/ 5045 h 6089"/>
                        <a:gd name="connsiteX3" fmla="*/ 1317 w 6253"/>
                        <a:gd name="connsiteY3" fmla="*/ 759 h 6089"/>
                        <a:gd name="connsiteX4" fmla="*/ 5699 w 6253"/>
                        <a:gd name="connsiteY4" fmla="*/ 1045 h 6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53" h="6089">
                          <a:moveTo>
                            <a:pt x="5699" y="1045"/>
                          </a:moveTo>
                          <a:cubicBezTo>
                            <a:pt x="6651" y="2283"/>
                            <a:pt x="6365" y="4283"/>
                            <a:pt x="4937" y="5331"/>
                          </a:cubicBezTo>
                          <a:cubicBezTo>
                            <a:pt x="3508" y="6474"/>
                            <a:pt x="1603" y="6284"/>
                            <a:pt x="555" y="5045"/>
                          </a:cubicBezTo>
                          <a:cubicBezTo>
                            <a:pt x="-397" y="3807"/>
                            <a:pt x="-112" y="1807"/>
                            <a:pt x="1317" y="759"/>
                          </a:cubicBezTo>
                          <a:cubicBezTo>
                            <a:pt x="2746" y="-384"/>
                            <a:pt x="4651" y="-194"/>
                            <a:pt x="5699" y="10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814" name="Graphique 15">
                    <a:extLst>
                      <a:ext uri="{FF2B5EF4-FFF2-40B4-BE49-F238E27FC236}">
                        <a16:creationId xmlns:a16="http://schemas.microsoft.com/office/drawing/2014/main" id="{C5B50379-9917-42DD-9F2D-90CC415F9C22}"/>
                      </a:ext>
                    </a:extLst>
                  </p:cNvPr>
                  <p:cNvGrpSpPr/>
                  <p:nvPr/>
                </p:nvGrpSpPr>
                <p:grpSpPr>
                  <a:xfrm>
                    <a:off x="9799074" y="3040745"/>
                    <a:ext cx="37285" cy="36466"/>
                    <a:chOff x="9799074" y="3040745"/>
                    <a:chExt cx="37285" cy="36466"/>
                  </a:xfrm>
                  <a:solidFill>
                    <a:schemeClr val="accent1"/>
                  </a:solidFill>
                </p:grpSpPr>
                <p:sp>
                  <p:nvSpPr>
                    <p:cNvPr id="1815" name="Forme libre : forme 1814">
                      <a:extLst>
                        <a:ext uri="{FF2B5EF4-FFF2-40B4-BE49-F238E27FC236}">
                          <a16:creationId xmlns:a16="http://schemas.microsoft.com/office/drawing/2014/main" id="{48B6E338-B1F7-4261-8031-81FF8A7151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9074" y="3040745"/>
                      <a:ext cx="37260" cy="36371"/>
                    </a:xfrm>
                    <a:custGeom>
                      <a:avLst/>
                      <a:gdLst>
                        <a:gd name="connsiteX0" fmla="*/ 34173 w 37260"/>
                        <a:gd name="connsiteY0" fmla="*/ 7173 h 36371"/>
                        <a:gd name="connsiteX1" fmla="*/ 29220 w 37260"/>
                        <a:gd name="connsiteY1" fmla="*/ 32605 h 36371"/>
                        <a:gd name="connsiteX2" fmla="*/ 3502 w 37260"/>
                        <a:gd name="connsiteY2" fmla="*/ 29652 h 36371"/>
                        <a:gd name="connsiteX3" fmla="*/ 8169 w 37260"/>
                        <a:gd name="connsiteY3" fmla="*/ 3839 h 36371"/>
                        <a:gd name="connsiteX4" fmla="*/ 34173 w 37260"/>
                        <a:gd name="connsiteY4" fmla="*/ 7173 h 363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260" h="36371">
                          <a:moveTo>
                            <a:pt x="34173" y="7173"/>
                          </a:moveTo>
                          <a:cubicBezTo>
                            <a:pt x="39792" y="15269"/>
                            <a:pt x="37506" y="26604"/>
                            <a:pt x="29220" y="32605"/>
                          </a:cubicBezTo>
                          <a:cubicBezTo>
                            <a:pt x="20742" y="38415"/>
                            <a:pt x="9598" y="37558"/>
                            <a:pt x="3502" y="29652"/>
                          </a:cubicBezTo>
                          <a:cubicBezTo>
                            <a:pt x="-2499" y="21937"/>
                            <a:pt x="-689" y="9935"/>
                            <a:pt x="8169" y="3839"/>
                          </a:cubicBezTo>
                          <a:cubicBezTo>
                            <a:pt x="16933" y="-2352"/>
                            <a:pt x="28648" y="-923"/>
                            <a:pt x="34173" y="717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16" name="Forme libre : forme 1815">
                      <a:extLst>
                        <a:ext uri="{FF2B5EF4-FFF2-40B4-BE49-F238E27FC236}">
                          <a16:creationId xmlns:a16="http://schemas.microsoft.com/office/drawing/2014/main" id="{CCE5752A-25B6-412B-9E32-4A5A382695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9243" y="3042394"/>
                      <a:ext cx="37116" cy="34818"/>
                    </a:xfrm>
                    <a:custGeom>
                      <a:avLst/>
                      <a:gdLst>
                        <a:gd name="connsiteX0" fmla="*/ 18860 w 37116"/>
                        <a:gd name="connsiteY0" fmla="*/ 16859 h 34818"/>
                        <a:gd name="connsiteX1" fmla="*/ 0 w 37116"/>
                        <a:gd name="connsiteY1" fmla="*/ 19431 h 34818"/>
                        <a:gd name="connsiteX2" fmla="*/ 3334 w 37116"/>
                        <a:gd name="connsiteY2" fmla="*/ 28099 h 34818"/>
                        <a:gd name="connsiteX3" fmla="*/ 29051 w 37116"/>
                        <a:gd name="connsiteY3" fmla="*/ 31052 h 34818"/>
                        <a:gd name="connsiteX4" fmla="*/ 34004 w 37116"/>
                        <a:gd name="connsiteY4" fmla="*/ 5620 h 34818"/>
                        <a:gd name="connsiteX5" fmla="*/ 27051 w 37116"/>
                        <a:gd name="connsiteY5" fmla="*/ 0 h 34818"/>
                        <a:gd name="connsiteX6" fmla="*/ 18860 w 37116"/>
                        <a:gd name="connsiteY6" fmla="*/ 16859 h 348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116" h="34818">
                          <a:moveTo>
                            <a:pt x="18860" y="16859"/>
                          </a:moveTo>
                          <a:cubicBezTo>
                            <a:pt x="12954" y="20955"/>
                            <a:pt x="5905" y="21717"/>
                            <a:pt x="0" y="19431"/>
                          </a:cubicBezTo>
                          <a:cubicBezTo>
                            <a:pt x="286" y="22479"/>
                            <a:pt x="1333" y="25527"/>
                            <a:pt x="3334" y="28099"/>
                          </a:cubicBezTo>
                          <a:cubicBezTo>
                            <a:pt x="9430" y="36004"/>
                            <a:pt x="20574" y="36862"/>
                            <a:pt x="29051" y="31052"/>
                          </a:cubicBezTo>
                          <a:cubicBezTo>
                            <a:pt x="37433" y="25051"/>
                            <a:pt x="39624" y="13716"/>
                            <a:pt x="34004" y="5620"/>
                          </a:cubicBezTo>
                          <a:cubicBezTo>
                            <a:pt x="32195" y="3048"/>
                            <a:pt x="29813" y="1238"/>
                            <a:pt x="27051" y="0"/>
                          </a:cubicBezTo>
                          <a:cubicBezTo>
                            <a:pt x="27432" y="6287"/>
                            <a:pt x="24574" y="12764"/>
                            <a:pt x="18860" y="168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17" name="Forme libre : forme 1816">
                      <a:extLst>
                        <a:ext uri="{FF2B5EF4-FFF2-40B4-BE49-F238E27FC236}">
                          <a16:creationId xmlns:a16="http://schemas.microsoft.com/office/drawing/2014/main" id="{3A6D4669-A848-4D42-BA57-B0AE219D1C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3263" y="3044478"/>
                      <a:ext cx="17413" cy="15642"/>
                    </a:xfrm>
                    <a:custGeom>
                      <a:avLst/>
                      <a:gdLst>
                        <a:gd name="connsiteX0" fmla="*/ 12649 w 17413"/>
                        <a:gd name="connsiteY0" fmla="*/ 1059 h 15642"/>
                        <a:gd name="connsiteX1" fmla="*/ 16460 w 17413"/>
                        <a:gd name="connsiteY1" fmla="*/ 11727 h 15642"/>
                        <a:gd name="connsiteX2" fmla="*/ 4839 w 17413"/>
                        <a:gd name="connsiteY2" fmla="*/ 14584 h 15642"/>
                        <a:gd name="connsiteX3" fmla="*/ 934 w 17413"/>
                        <a:gd name="connsiteY3" fmla="*/ 3916 h 15642"/>
                        <a:gd name="connsiteX4" fmla="*/ 12649 w 17413"/>
                        <a:gd name="connsiteY4" fmla="*/ 1059 h 15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13" h="15642">
                          <a:moveTo>
                            <a:pt x="12649" y="1059"/>
                          </a:moveTo>
                          <a:cubicBezTo>
                            <a:pt x="16936" y="3249"/>
                            <a:pt x="18650" y="8012"/>
                            <a:pt x="16460" y="11727"/>
                          </a:cubicBezTo>
                          <a:cubicBezTo>
                            <a:pt x="14364" y="15441"/>
                            <a:pt x="9125" y="16775"/>
                            <a:pt x="4839" y="14584"/>
                          </a:cubicBezTo>
                          <a:cubicBezTo>
                            <a:pt x="553" y="12489"/>
                            <a:pt x="-1257" y="7726"/>
                            <a:pt x="934" y="3916"/>
                          </a:cubicBezTo>
                          <a:cubicBezTo>
                            <a:pt x="3124" y="201"/>
                            <a:pt x="8363" y="-1132"/>
                            <a:pt x="12649" y="105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18" name="Forme libre : forme 1817">
                      <a:extLst>
                        <a:ext uri="{FF2B5EF4-FFF2-40B4-BE49-F238E27FC236}">
                          <a16:creationId xmlns:a16="http://schemas.microsoft.com/office/drawing/2014/main" id="{962609C8-49BA-41DD-9714-0F1EA0FA5B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1387" y="3048739"/>
                      <a:ext cx="6191" cy="6006"/>
                    </a:xfrm>
                    <a:custGeom>
                      <a:avLst/>
                      <a:gdLst>
                        <a:gd name="connsiteX0" fmla="*/ 5668 w 6191"/>
                        <a:gd name="connsiteY0" fmla="*/ 1180 h 6006"/>
                        <a:gd name="connsiteX1" fmla="*/ 4810 w 6191"/>
                        <a:gd name="connsiteY1" fmla="*/ 5371 h 6006"/>
                        <a:gd name="connsiteX2" fmla="*/ 524 w 6191"/>
                        <a:gd name="connsiteY2" fmla="*/ 4799 h 6006"/>
                        <a:gd name="connsiteX3" fmla="*/ 1381 w 6191"/>
                        <a:gd name="connsiteY3" fmla="*/ 608 h 6006"/>
                        <a:gd name="connsiteX4" fmla="*/ 5668 w 6191"/>
                        <a:gd name="connsiteY4" fmla="*/ 1180 h 6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1" h="6006">
                          <a:moveTo>
                            <a:pt x="5668" y="1180"/>
                          </a:moveTo>
                          <a:cubicBezTo>
                            <a:pt x="6620" y="2513"/>
                            <a:pt x="6239" y="4418"/>
                            <a:pt x="4810" y="5371"/>
                          </a:cubicBezTo>
                          <a:cubicBezTo>
                            <a:pt x="3382" y="6418"/>
                            <a:pt x="1477" y="6132"/>
                            <a:pt x="524" y="4799"/>
                          </a:cubicBezTo>
                          <a:cubicBezTo>
                            <a:pt x="-428" y="3465"/>
                            <a:pt x="-47" y="1656"/>
                            <a:pt x="1381" y="608"/>
                          </a:cubicBezTo>
                          <a:cubicBezTo>
                            <a:pt x="2810" y="-440"/>
                            <a:pt x="4715" y="-59"/>
                            <a:pt x="5668" y="118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819" name="Graphique 15">
                  <a:extLst>
                    <a:ext uri="{FF2B5EF4-FFF2-40B4-BE49-F238E27FC236}">
                      <a16:creationId xmlns:a16="http://schemas.microsoft.com/office/drawing/2014/main" id="{36E392FF-0820-4328-A59D-E7D0E0FBC906}"/>
                    </a:ext>
                  </a:extLst>
                </p:cNvPr>
                <p:cNvGrpSpPr/>
                <p:nvPr/>
              </p:nvGrpSpPr>
              <p:grpSpPr>
                <a:xfrm>
                  <a:off x="9768346" y="3136037"/>
                  <a:ext cx="101131" cy="55238"/>
                  <a:chOff x="9768346" y="3136037"/>
                  <a:chExt cx="101131" cy="55238"/>
                </a:xfrm>
                <a:solidFill>
                  <a:schemeClr val="accent1"/>
                </a:solidFill>
              </p:grpSpPr>
              <p:grpSp>
                <p:nvGrpSpPr>
                  <p:cNvPr id="1820" name="Graphique 15">
                    <a:extLst>
                      <a:ext uri="{FF2B5EF4-FFF2-40B4-BE49-F238E27FC236}">
                        <a16:creationId xmlns:a16="http://schemas.microsoft.com/office/drawing/2014/main" id="{176B8232-594B-43A3-BD54-B05BBDFA7A14}"/>
                      </a:ext>
                    </a:extLst>
                  </p:cNvPr>
                  <p:cNvGrpSpPr/>
                  <p:nvPr/>
                </p:nvGrpSpPr>
                <p:grpSpPr>
                  <a:xfrm>
                    <a:off x="9768346" y="3136037"/>
                    <a:ext cx="35742" cy="35599"/>
                    <a:chOff x="9768346" y="3136037"/>
                    <a:chExt cx="35742" cy="35599"/>
                  </a:xfrm>
                  <a:solidFill>
                    <a:schemeClr val="accent1"/>
                  </a:solidFill>
                </p:grpSpPr>
                <p:sp>
                  <p:nvSpPr>
                    <p:cNvPr id="1821" name="Forme libre : forme 1820">
                      <a:extLst>
                        <a:ext uri="{FF2B5EF4-FFF2-40B4-BE49-F238E27FC236}">
                          <a16:creationId xmlns:a16="http://schemas.microsoft.com/office/drawing/2014/main" id="{84F93803-5614-40B5-B662-5ACF7933B3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68346" y="3136037"/>
                      <a:ext cx="35742" cy="35599"/>
                    </a:xfrm>
                    <a:custGeom>
                      <a:avLst/>
                      <a:gdLst>
                        <a:gd name="connsiteX0" fmla="*/ 31373 w 35742"/>
                        <a:gd name="connsiteY0" fmla="*/ 6083 h 35599"/>
                        <a:gd name="connsiteX1" fmla="*/ 29754 w 35742"/>
                        <a:gd name="connsiteY1" fmla="*/ 31039 h 35599"/>
                        <a:gd name="connsiteX2" fmla="*/ 4798 w 35742"/>
                        <a:gd name="connsiteY2" fmla="*/ 29991 h 35599"/>
                        <a:gd name="connsiteX3" fmla="*/ 5941 w 35742"/>
                        <a:gd name="connsiteY3" fmla="*/ 4559 h 35599"/>
                        <a:gd name="connsiteX4" fmla="*/ 31373 w 35742"/>
                        <a:gd name="connsiteY4" fmla="*/ 6083 h 35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42" h="35599">
                          <a:moveTo>
                            <a:pt x="31373" y="6083"/>
                          </a:moveTo>
                          <a:cubicBezTo>
                            <a:pt x="37755" y="13608"/>
                            <a:pt x="37088" y="24752"/>
                            <a:pt x="29754" y="31039"/>
                          </a:cubicBezTo>
                          <a:cubicBezTo>
                            <a:pt x="22514" y="37420"/>
                            <a:pt x="11561" y="37135"/>
                            <a:pt x="4798" y="29991"/>
                          </a:cubicBezTo>
                          <a:cubicBezTo>
                            <a:pt x="-1869" y="22942"/>
                            <a:pt x="-1679" y="11227"/>
                            <a:pt x="5941" y="4559"/>
                          </a:cubicBezTo>
                          <a:cubicBezTo>
                            <a:pt x="13656" y="-2108"/>
                            <a:pt x="24991" y="-1346"/>
                            <a:pt x="31373" y="608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22" name="Forme libre : forme 1821">
                      <a:extLst>
                        <a:ext uri="{FF2B5EF4-FFF2-40B4-BE49-F238E27FC236}">
                          <a16:creationId xmlns:a16="http://schemas.microsoft.com/office/drawing/2014/main" id="{378C4565-CAAF-4B59-A0CE-AF8394762A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68858" y="3137072"/>
                      <a:ext cx="35198" cy="34502"/>
                    </a:xfrm>
                    <a:custGeom>
                      <a:avLst/>
                      <a:gdLst>
                        <a:gd name="connsiteX0" fmla="*/ 17716 w 35198"/>
                        <a:gd name="connsiteY0" fmla="*/ 16954 h 34502"/>
                        <a:gd name="connsiteX1" fmla="*/ 0 w 35198"/>
                        <a:gd name="connsiteY1" fmla="*/ 20765 h 34502"/>
                        <a:gd name="connsiteX2" fmla="*/ 4286 w 35198"/>
                        <a:gd name="connsiteY2" fmla="*/ 28861 h 34502"/>
                        <a:gd name="connsiteX3" fmla="*/ 29242 w 35198"/>
                        <a:gd name="connsiteY3" fmla="*/ 29908 h 34502"/>
                        <a:gd name="connsiteX4" fmla="*/ 30861 w 35198"/>
                        <a:gd name="connsiteY4" fmla="*/ 4953 h 34502"/>
                        <a:gd name="connsiteX5" fmla="*/ 23527 w 35198"/>
                        <a:gd name="connsiteY5" fmla="*/ 0 h 34502"/>
                        <a:gd name="connsiteX6" fmla="*/ 17716 w 35198"/>
                        <a:gd name="connsiteY6" fmla="*/ 16954 h 34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198" h="34502">
                          <a:moveTo>
                            <a:pt x="17716" y="16954"/>
                          </a:moveTo>
                          <a:cubicBezTo>
                            <a:pt x="12573" y="21241"/>
                            <a:pt x="6096" y="22765"/>
                            <a:pt x="0" y="20765"/>
                          </a:cubicBezTo>
                          <a:cubicBezTo>
                            <a:pt x="667" y="23717"/>
                            <a:pt x="2096" y="26575"/>
                            <a:pt x="4286" y="28861"/>
                          </a:cubicBezTo>
                          <a:cubicBezTo>
                            <a:pt x="11144" y="36100"/>
                            <a:pt x="22003" y="36290"/>
                            <a:pt x="29242" y="29908"/>
                          </a:cubicBezTo>
                          <a:cubicBezTo>
                            <a:pt x="36481" y="23622"/>
                            <a:pt x="37243" y="12478"/>
                            <a:pt x="30861" y="4953"/>
                          </a:cubicBezTo>
                          <a:cubicBezTo>
                            <a:pt x="28861" y="2572"/>
                            <a:pt x="26289" y="953"/>
                            <a:pt x="23527" y="0"/>
                          </a:cubicBezTo>
                          <a:cubicBezTo>
                            <a:pt x="24670" y="6191"/>
                            <a:pt x="22765" y="12668"/>
                            <a:pt x="17716" y="1695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23" name="Forme libre : forme 1822">
                      <a:extLst>
                        <a:ext uri="{FF2B5EF4-FFF2-40B4-BE49-F238E27FC236}">
                          <a16:creationId xmlns:a16="http://schemas.microsoft.com/office/drawing/2014/main" id="{C24CC5F6-8C57-4F8A-8198-1243A95657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81017" y="3139488"/>
                      <a:ext cx="16899" cy="15090"/>
                    </a:xfrm>
                    <a:custGeom>
                      <a:avLst/>
                      <a:gdLst>
                        <a:gd name="connsiteX0" fmla="*/ 11368 w 16899"/>
                        <a:gd name="connsiteY0" fmla="*/ 727 h 15090"/>
                        <a:gd name="connsiteX1" fmla="*/ 16416 w 16899"/>
                        <a:gd name="connsiteY1" fmla="*/ 10824 h 15090"/>
                        <a:gd name="connsiteX2" fmla="*/ 5653 w 16899"/>
                        <a:gd name="connsiteY2" fmla="*/ 14348 h 15090"/>
                        <a:gd name="connsiteX3" fmla="*/ 509 w 16899"/>
                        <a:gd name="connsiteY3" fmla="*/ 4251 h 15090"/>
                        <a:gd name="connsiteX4" fmla="*/ 11368 w 16899"/>
                        <a:gd name="connsiteY4" fmla="*/ 727 h 15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99" h="15090">
                          <a:moveTo>
                            <a:pt x="11368" y="727"/>
                          </a:moveTo>
                          <a:cubicBezTo>
                            <a:pt x="15750" y="2537"/>
                            <a:pt x="17940" y="7109"/>
                            <a:pt x="16416" y="10824"/>
                          </a:cubicBezTo>
                          <a:cubicBezTo>
                            <a:pt x="14892" y="14538"/>
                            <a:pt x="10034" y="16158"/>
                            <a:pt x="5653" y="14348"/>
                          </a:cubicBezTo>
                          <a:cubicBezTo>
                            <a:pt x="1272" y="12538"/>
                            <a:pt x="-1110" y="8061"/>
                            <a:pt x="509" y="4251"/>
                          </a:cubicBezTo>
                          <a:cubicBezTo>
                            <a:pt x="2129" y="632"/>
                            <a:pt x="6987" y="-1083"/>
                            <a:pt x="11368" y="72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24" name="Forme libre : forme 1823">
                      <a:extLst>
                        <a:ext uri="{FF2B5EF4-FFF2-40B4-BE49-F238E27FC236}">
                          <a16:creationId xmlns:a16="http://schemas.microsoft.com/office/drawing/2014/main" id="{912C8393-B92F-4B7F-9B95-C3136CCAE2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9282" y="3144177"/>
                      <a:ext cx="5917" cy="5816"/>
                    </a:xfrm>
                    <a:custGeom>
                      <a:avLst/>
                      <a:gdLst>
                        <a:gd name="connsiteX0" fmla="*/ 5197 w 5917"/>
                        <a:gd name="connsiteY0" fmla="*/ 991 h 5816"/>
                        <a:gd name="connsiteX1" fmla="*/ 4911 w 5917"/>
                        <a:gd name="connsiteY1" fmla="*/ 5087 h 5816"/>
                        <a:gd name="connsiteX2" fmla="*/ 720 w 5917"/>
                        <a:gd name="connsiteY2" fmla="*/ 4897 h 5816"/>
                        <a:gd name="connsiteX3" fmla="*/ 1006 w 5917"/>
                        <a:gd name="connsiteY3" fmla="*/ 801 h 5816"/>
                        <a:gd name="connsiteX4" fmla="*/ 5197 w 5917"/>
                        <a:gd name="connsiteY4" fmla="*/ 991 h 5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7" h="5816">
                          <a:moveTo>
                            <a:pt x="5197" y="991"/>
                          </a:moveTo>
                          <a:cubicBezTo>
                            <a:pt x="6245" y="2230"/>
                            <a:pt x="6149" y="4039"/>
                            <a:pt x="4911" y="5087"/>
                          </a:cubicBezTo>
                          <a:cubicBezTo>
                            <a:pt x="3673" y="6135"/>
                            <a:pt x="1768" y="6040"/>
                            <a:pt x="720" y="4897"/>
                          </a:cubicBezTo>
                          <a:cubicBezTo>
                            <a:pt x="-327" y="3754"/>
                            <a:pt x="-232" y="1849"/>
                            <a:pt x="1006" y="801"/>
                          </a:cubicBezTo>
                          <a:cubicBezTo>
                            <a:pt x="2244" y="-342"/>
                            <a:pt x="4054" y="-247"/>
                            <a:pt x="5197" y="9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825" name="Graphique 15">
                    <a:extLst>
                      <a:ext uri="{FF2B5EF4-FFF2-40B4-BE49-F238E27FC236}">
                        <a16:creationId xmlns:a16="http://schemas.microsoft.com/office/drawing/2014/main" id="{717FAA88-6B29-4DBA-A065-07BCC082F40D}"/>
                      </a:ext>
                    </a:extLst>
                  </p:cNvPr>
                  <p:cNvGrpSpPr/>
                  <p:nvPr/>
                </p:nvGrpSpPr>
                <p:grpSpPr>
                  <a:xfrm>
                    <a:off x="9800695" y="3151329"/>
                    <a:ext cx="35030" cy="35060"/>
                    <a:chOff x="9800695" y="3151329"/>
                    <a:chExt cx="35030" cy="35060"/>
                  </a:xfrm>
                  <a:solidFill>
                    <a:schemeClr val="accent1"/>
                  </a:solidFill>
                </p:grpSpPr>
                <p:sp>
                  <p:nvSpPr>
                    <p:cNvPr id="1826" name="Forme libre : forme 1825">
                      <a:extLst>
                        <a:ext uri="{FF2B5EF4-FFF2-40B4-BE49-F238E27FC236}">
                          <a16:creationId xmlns:a16="http://schemas.microsoft.com/office/drawing/2014/main" id="{27DC694A-3AE2-44CB-9022-8744B3260F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0695" y="3151329"/>
                      <a:ext cx="35006" cy="35021"/>
                    </a:xfrm>
                    <a:custGeom>
                      <a:avLst/>
                      <a:gdLst>
                        <a:gd name="connsiteX0" fmla="*/ 30647 w 35006"/>
                        <a:gd name="connsiteY0" fmla="*/ 6412 h 35021"/>
                        <a:gd name="connsiteX1" fmla="*/ 29314 w 35006"/>
                        <a:gd name="connsiteY1" fmla="*/ 31082 h 35021"/>
                        <a:gd name="connsiteX2" fmla="*/ 4644 w 35006"/>
                        <a:gd name="connsiteY2" fmla="*/ 28891 h 35021"/>
                        <a:gd name="connsiteX3" fmla="*/ 5977 w 35006"/>
                        <a:gd name="connsiteY3" fmla="*/ 4221 h 35021"/>
                        <a:gd name="connsiteX4" fmla="*/ 30647 w 35006"/>
                        <a:gd name="connsiteY4" fmla="*/ 6412 h 35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006" h="35021">
                          <a:moveTo>
                            <a:pt x="30647" y="6412"/>
                          </a:moveTo>
                          <a:cubicBezTo>
                            <a:pt x="36933" y="14032"/>
                            <a:pt x="36362" y="25081"/>
                            <a:pt x="29314" y="31082"/>
                          </a:cubicBezTo>
                          <a:cubicBezTo>
                            <a:pt x="22360" y="37083"/>
                            <a:pt x="11311" y="36130"/>
                            <a:pt x="4644" y="28891"/>
                          </a:cubicBezTo>
                          <a:cubicBezTo>
                            <a:pt x="-2024" y="21652"/>
                            <a:pt x="-1452" y="10603"/>
                            <a:pt x="5977" y="4221"/>
                          </a:cubicBezTo>
                          <a:cubicBezTo>
                            <a:pt x="13311" y="-2160"/>
                            <a:pt x="24360" y="-1208"/>
                            <a:pt x="30647" y="641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27" name="Forme libre : forme 1826">
                      <a:extLst>
                        <a:ext uri="{FF2B5EF4-FFF2-40B4-BE49-F238E27FC236}">
                          <a16:creationId xmlns:a16="http://schemas.microsoft.com/office/drawing/2014/main" id="{9397BB3A-1F82-4EA1-B23B-032591E662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1243" y="3152598"/>
                      <a:ext cx="34482" cy="33792"/>
                    </a:xfrm>
                    <a:custGeom>
                      <a:avLst/>
                      <a:gdLst>
                        <a:gd name="connsiteX0" fmla="*/ 17431 w 34482"/>
                        <a:gd name="connsiteY0" fmla="*/ 16573 h 33792"/>
                        <a:gd name="connsiteX1" fmla="*/ 0 w 34482"/>
                        <a:gd name="connsiteY1" fmla="*/ 19526 h 33792"/>
                        <a:gd name="connsiteX2" fmla="*/ 4191 w 34482"/>
                        <a:gd name="connsiteY2" fmla="*/ 27622 h 33792"/>
                        <a:gd name="connsiteX3" fmla="*/ 28861 w 34482"/>
                        <a:gd name="connsiteY3" fmla="*/ 29813 h 33792"/>
                        <a:gd name="connsiteX4" fmla="*/ 30194 w 34482"/>
                        <a:gd name="connsiteY4" fmla="*/ 5143 h 33792"/>
                        <a:gd name="connsiteX5" fmla="*/ 23051 w 34482"/>
                        <a:gd name="connsiteY5" fmla="*/ 0 h 33792"/>
                        <a:gd name="connsiteX6" fmla="*/ 17431 w 34482"/>
                        <a:gd name="connsiteY6" fmla="*/ 16573 h 33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82" h="33792">
                          <a:moveTo>
                            <a:pt x="17431" y="16573"/>
                          </a:moveTo>
                          <a:cubicBezTo>
                            <a:pt x="12573" y="20764"/>
                            <a:pt x="5905" y="21622"/>
                            <a:pt x="0" y="19526"/>
                          </a:cubicBezTo>
                          <a:cubicBezTo>
                            <a:pt x="667" y="22384"/>
                            <a:pt x="2000" y="25241"/>
                            <a:pt x="4191" y="27622"/>
                          </a:cubicBezTo>
                          <a:cubicBezTo>
                            <a:pt x="10859" y="34862"/>
                            <a:pt x="21908" y="35909"/>
                            <a:pt x="28861" y="29813"/>
                          </a:cubicBezTo>
                          <a:cubicBezTo>
                            <a:pt x="35814" y="23813"/>
                            <a:pt x="36386" y="12763"/>
                            <a:pt x="30194" y="5143"/>
                          </a:cubicBezTo>
                          <a:cubicBezTo>
                            <a:pt x="28194" y="2762"/>
                            <a:pt x="25718" y="1048"/>
                            <a:pt x="23051" y="0"/>
                          </a:cubicBezTo>
                          <a:cubicBezTo>
                            <a:pt x="24003" y="6096"/>
                            <a:pt x="22288" y="12478"/>
                            <a:pt x="17431" y="165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28" name="Forme libre : forme 1827">
                      <a:extLst>
                        <a:ext uri="{FF2B5EF4-FFF2-40B4-BE49-F238E27FC236}">
                          <a16:creationId xmlns:a16="http://schemas.microsoft.com/office/drawing/2014/main" id="{557C0D04-743B-4501-AD6A-58421DD9D4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3153" y="3154823"/>
                      <a:ext cx="16387" cy="15095"/>
                    </a:xfrm>
                    <a:custGeom>
                      <a:avLst/>
                      <a:gdLst>
                        <a:gd name="connsiteX0" fmla="*/ 10950 w 16387"/>
                        <a:gd name="connsiteY0" fmla="*/ 822 h 15095"/>
                        <a:gd name="connsiteX1" fmla="*/ 15903 w 16387"/>
                        <a:gd name="connsiteY1" fmla="*/ 11014 h 15095"/>
                        <a:gd name="connsiteX2" fmla="*/ 5521 w 16387"/>
                        <a:gd name="connsiteY2" fmla="*/ 14253 h 15095"/>
                        <a:gd name="connsiteX3" fmla="*/ 473 w 16387"/>
                        <a:gd name="connsiteY3" fmla="*/ 4156 h 15095"/>
                        <a:gd name="connsiteX4" fmla="*/ 10950 w 16387"/>
                        <a:gd name="connsiteY4" fmla="*/ 822 h 15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87" h="15095">
                          <a:moveTo>
                            <a:pt x="10950" y="822"/>
                          </a:moveTo>
                          <a:cubicBezTo>
                            <a:pt x="15236" y="2728"/>
                            <a:pt x="17427" y="7300"/>
                            <a:pt x="15903" y="11014"/>
                          </a:cubicBezTo>
                          <a:cubicBezTo>
                            <a:pt x="14379" y="14729"/>
                            <a:pt x="9807" y="16158"/>
                            <a:pt x="5521" y="14253"/>
                          </a:cubicBezTo>
                          <a:cubicBezTo>
                            <a:pt x="1235" y="12348"/>
                            <a:pt x="-1051" y="7871"/>
                            <a:pt x="473" y="4156"/>
                          </a:cubicBezTo>
                          <a:cubicBezTo>
                            <a:pt x="1997" y="442"/>
                            <a:pt x="6759" y="-1082"/>
                            <a:pt x="10950" y="82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29" name="Forme libre : forme 1828">
                      <a:extLst>
                        <a:ext uri="{FF2B5EF4-FFF2-40B4-BE49-F238E27FC236}">
                          <a16:creationId xmlns:a16="http://schemas.microsoft.com/office/drawing/2014/main" id="{30B0DDAC-8760-42B4-B1E2-4FBD38777D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1467" y="3159252"/>
                      <a:ext cx="5745" cy="5836"/>
                    </a:xfrm>
                    <a:custGeom>
                      <a:avLst/>
                      <a:gdLst>
                        <a:gd name="connsiteX0" fmla="*/ 5016 w 5745"/>
                        <a:gd name="connsiteY0" fmla="*/ 1061 h 5836"/>
                        <a:gd name="connsiteX1" fmla="*/ 4826 w 5745"/>
                        <a:gd name="connsiteY1" fmla="*/ 5157 h 5836"/>
                        <a:gd name="connsiteX2" fmla="*/ 730 w 5745"/>
                        <a:gd name="connsiteY2" fmla="*/ 4776 h 5836"/>
                        <a:gd name="connsiteX3" fmla="*/ 920 w 5745"/>
                        <a:gd name="connsiteY3" fmla="*/ 680 h 5836"/>
                        <a:gd name="connsiteX4" fmla="*/ 5016 w 5745"/>
                        <a:gd name="connsiteY4" fmla="*/ 1061 h 5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45" h="5836">
                          <a:moveTo>
                            <a:pt x="5016" y="1061"/>
                          </a:moveTo>
                          <a:cubicBezTo>
                            <a:pt x="6064" y="2299"/>
                            <a:pt x="5969" y="4109"/>
                            <a:pt x="4826" y="5157"/>
                          </a:cubicBezTo>
                          <a:cubicBezTo>
                            <a:pt x="3682" y="6205"/>
                            <a:pt x="1778" y="6014"/>
                            <a:pt x="730" y="4776"/>
                          </a:cubicBezTo>
                          <a:cubicBezTo>
                            <a:pt x="-318" y="3538"/>
                            <a:pt x="-223" y="1728"/>
                            <a:pt x="920" y="680"/>
                          </a:cubicBezTo>
                          <a:cubicBezTo>
                            <a:pt x="2159" y="-368"/>
                            <a:pt x="3968" y="-177"/>
                            <a:pt x="5016" y="10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830" name="Graphique 15">
                    <a:extLst>
                      <a:ext uri="{FF2B5EF4-FFF2-40B4-BE49-F238E27FC236}">
                        <a16:creationId xmlns:a16="http://schemas.microsoft.com/office/drawing/2014/main" id="{B36AAD98-DCDE-4AEF-B5EA-71A317E37783}"/>
                      </a:ext>
                    </a:extLst>
                  </p:cNvPr>
                  <p:cNvGrpSpPr/>
                  <p:nvPr/>
                </p:nvGrpSpPr>
                <p:grpSpPr>
                  <a:xfrm>
                    <a:off x="9835132" y="3156678"/>
                    <a:ext cx="34345" cy="34597"/>
                    <a:chOff x="9835132" y="3156678"/>
                    <a:chExt cx="34345" cy="34597"/>
                  </a:xfrm>
                  <a:solidFill>
                    <a:schemeClr val="accent1"/>
                  </a:solidFill>
                </p:grpSpPr>
                <p:sp>
                  <p:nvSpPr>
                    <p:cNvPr id="1831" name="Forme libre : forme 1830">
                      <a:extLst>
                        <a:ext uri="{FF2B5EF4-FFF2-40B4-BE49-F238E27FC236}">
                          <a16:creationId xmlns:a16="http://schemas.microsoft.com/office/drawing/2014/main" id="{E5CF02E3-6431-4BBA-9A3D-E1AEEE64C5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35132" y="3156678"/>
                      <a:ext cx="34250" cy="34597"/>
                    </a:xfrm>
                    <a:custGeom>
                      <a:avLst/>
                      <a:gdLst>
                        <a:gd name="connsiteX0" fmla="*/ 30214 w 34250"/>
                        <a:gd name="connsiteY0" fmla="*/ 7064 h 34597"/>
                        <a:gd name="connsiteX1" fmla="*/ 28405 w 34250"/>
                        <a:gd name="connsiteY1" fmla="*/ 31067 h 34597"/>
                        <a:gd name="connsiteX2" fmla="*/ 4497 w 34250"/>
                        <a:gd name="connsiteY2" fmla="*/ 28019 h 34597"/>
                        <a:gd name="connsiteX3" fmla="*/ 5830 w 34250"/>
                        <a:gd name="connsiteY3" fmla="*/ 3445 h 34597"/>
                        <a:gd name="connsiteX4" fmla="*/ 30214 w 34250"/>
                        <a:gd name="connsiteY4" fmla="*/ 7064 h 345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50" h="34597">
                          <a:moveTo>
                            <a:pt x="30214" y="7064"/>
                          </a:moveTo>
                          <a:cubicBezTo>
                            <a:pt x="36215" y="14875"/>
                            <a:pt x="35453" y="25638"/>
                            <a:pt x="28405" y="31067"/>
                          </a:cubicBezTo>
                          <a:cubicBezTo>
                            <a:pt x="21451" y="36687"/>
                            <a:pt x="10974" y="35544"/>
                            <a:pt x="4497" y="28019"/>
                          </a:cubicBezTo>
                          <a:cubicBezTo>
                            <a:pt x="-1885" y="20590"/>
                            <a:pt x="-1504" y="9350"/>
                            <a:pt x="5830" y="3445"/>
                          </a:cubicBezTo>
                          <a:cubicBezTo>
                            <a:pt x="13260" y="-2270"/>
                            <a:pt x="24214" y="-746"/>
                            <a:pt x="30214" y="706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32" name="Forme libre : forme 1831">
                      <a:extLst>
                        <a:ext uri="{FF2B5EF4-FFF2-40B4-BE49-F238E27FC236}">
                          <a16:creationId xmlns:a16="http://schemas.microsoft.com/office/drawing/2014/main" id="{9D044C64-A488-4D56-96C6-70C9E77336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35723" y="3158313"/>
                      <a:ext cx="33754" cy="32962"/>
                    </a:xfrm>
                    <a:custGeom>
                      <a:avLst/>
                      <a:gdLst>
                        <a:gd name="connsiteX0" fmla="*/ 16954 w 33754"/>
                        <a:gd name="connsiteY0" fmla="*/ 15907 h 32962"/>
                        <a:gd name="connsiteX1" fmla="*/ 0 w 33754"/>
                        <a:gd name="connsiteY1" fmla="*/ 18193 h 32962"/>
                        <a:gd name="connsiteX2" fmla="*/ 4001 w 33754"/>
                        <a:gd name="connsiteY2" fmla="*/ 26384 h 32962"/>
                        <a:gd name="connsiteX3" fmla="*/ 27908 w 33754"/>
                        <a:gd name="connsiteY3" fmla="*/ 29432 h 32962"/>
                        <a:gd name="connsiteX4" fmla="*/ 29718 w 33754"/>
                        <a:gd name="connsiteY4" fmla="*/ 5429 h 32962"/>
                        <a:gd name="connsiteX5" fmla="*/ 22765 w 33754"/>
                        <a:gd name="connsiteY5" fmla="*/ 0 h 32962"/>
                        <a:gd name="connsiteX6" fmla="*/ 16954 w 33754"/>
                        <a:gd name="connsiteY6" fmla="*/ 15907 h 32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754" h="32962">
                          <a:moveTo>
                            <a:pt x="16954" y="15907"/>
                          </a:moveTo>
                          <a:cubicBezTo>
                            <a:pt x="12002" y="19717"/>
                            <a:pt x="5715" y="20574"/>
                            <a:pt x="0" y="18193"/>
                          </a:cubicBezTo>
                          <a:cubicBezTo>
                            <a:pt x="667" y="21146"/>
                            <a:pt x="1905" y="23908"/>
                            <a:pt x="4001" y="26384"/>
                          </a:cubicBezTo>
                          <a:cubicBezTo>
                            <a:pt x="10478" y="33909"/>
                            <a:pt x="20955" y="35052"/>
                            <a:pt x="27908" y="29432"/>
                          </a:cubicBezTo>
                          <a:cubicBezTo>
                            <a:pt x="34957" y="23908"/>
                            <a:pt x="35719" y="13145"/>
                            <a:pt x="29718" y="5429"/>
                          </a:cubicBezTo>
                          <a:cubicBezTo>
                            <a:pt x="27813" y="2953"/>
                            <a:pt x="25337" y="1143"/>
                            <a:pt x="22765" y="0"/>
                          </a:cubicBezTo>
                          <a:cubicBezTo>
                            <a:pt x="23622" y="6001"/>
                            <a:pt x="21717" y="12097"/>
                            <a:pt x="16954" y="159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33" name="Forme libre : forme 1832">
                      <a:extLst>
                        <a:ext uri="{FF2B5EF4-FFF2-40B4-BE49-F238E27FC236}">
                          <a16:creationId xmlns:a16="http://schemas.microsoft.com/office/drawing/2014/main" id="{D00F6868-82F2-4400-8147-9CC73F6FEA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7285" y="3160271"/>
                      <a:ext cx="16227" cy="14901"/>
                    </a:xfrm>
                    <a:custGeom>
                      <a:avLst/>
                      <a:gdLst>
                        <a:gd name="connsiteX0" fmla="*/ 11013 w 16227"/>
                        <a:gd name="connsiteY0" fmla="*/ 1090 h 14901"/>
                        <a:gd name="connsiteX1" fmla="*/ 15680 w 16227"/>
                        <a:gd name="connsiteY1" fmla="*/ 11282 h 14901"/>
                        <a:gd name="connsiteX2" fmla="*/ 5298 w 16227"/>
                        <a:gd name="connsiteY2" fmla="*/ 13854 h 14901"/>
                        <a:gd name="connsiteX3" fmla="*/ 535 w 16227"/>
                        <a:gd name="connsiteY3" fmla="*/ 3662 h 14901"/>
                        <a:gd name="connsiteX4" fmla="*/ 11013 w 16227"/>
                        <a:gd name="connsiteY4" fmla="*/ 1090 h 14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27" h="14901">
                          <a:moveTo>
                            <a:pt x="11013" y="1090"/>
                          </a:moveTo>
                          <a:cubicBezTo>
                            <a:pt x="15203" y="3186"/>
                            <a:pt x="17299" y="7758"/>
                            <a:pt x="15680" y="11282"/>
                          </a:cubicBezTo>
                          <a:cubicBezTo>
                            <a:pt x="14156" y="14806"/>
                            <a:pt x="9489" y="15949"/>
                            <a:pt x="5298" y="13854"/>
                          </a:cubicBezTo>
                          <a:cubicBezTo>
                            <a:pt x="1106" y="11758"/>
                            <a:pt x="-1084" y="7282"/>
                            <a:pt x="535" y="3662"/>
                          </a:cubicBezTo>
                          <a:cubicBezTo>
                            <a:pt x="2154" y="138"/>
                            <a:pt x="6917" y="-1100"/>
                            <a:pt x="11013" y="109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34" name="Forme libre : forme 1833">
                      <a:extLst>
                        <a:ext uri="{FF2B5EF4-FFF2-40B4-BE49-F238E27FC236}">
                          <a16:creationId xmlns:a16="http://schemas.microsoft.com/office/drawing/2014/main" id="{4F07BFE7-D347-472F-AA83-7B31882605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5703" y="3164223"/>
                      <a:ext cx="5662" cy="5705"/>
                    </a:xfrm>
                    <a:custGeom>
                      <a:avLst/>
                      <a:gdLst>
                        <a:gd name="connsiteX0" fmla="*/ 4975 w 5662"/>
                        <a:gd name="connsiteY0" fmla="*/ 1138 h 5705"/>
                        <a:gd name="connsiteX1" fmla="*/ 4689 w 5662"/>
                        <a:gd name="connsiteY1" fmla="*/ 5139 h 5705"/>
                        <a:gd name="connsiteX2" fmla="*/ 688 w 5662"/>
                        <a:gd name="connsiteY2" fmla="*/ 4567 h 5705"/>
                        <a:gd name="connsiteX3" fmla="*/ 974 w 5662"/>
                        <a:gd name="connsiteY3" fmla="*/ 567 h 5705"/>
                        <a:gd name="connsiteX4" fmla="*/ 4975 w 5662"/>
                        <a:gd name="connsiteY4" fmla="*/ 1138 h 5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62" h="5705">
                          <a:moveTo>
                            <a:pt x="4975" y="1138"/>
                          </a:moveTo>
                          <a:cubicBezTo>
                            <a:pt x="6022" y="2377"/>
                            <a:pt x="5832" y="4187"/>
                            <a:pt x="4689" y="5139"/>
                          </a:cubicBezTo>
                          <a:cubicBezTo>
                            <a:pt x="3451" y="6092"/>
                            <a:pt x="1736" y="5806"/>
                            <a:pt x="688" y="4567"/>
                          </a:cubicBezTo>
                          <a:cubicBezTo>
                            <a:pt x="-359" y="3329"/>
                            <a:pt x="-169" y="1520"/>
                            <a:pt x="974" y="567"/>
                          </a:cubicBezTo>
                          <a:cubicBezTo>
                            <a:pt x="2117" y="-386"/>
                            <a:pt x="3927" y="-100"/>
                            <a:pt x="4975" y="113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835" name="Graphique 15">
                  <a:extLst>
                    <a:ext uri="{FF2B5EF4-FFF2-40B4-BE49-F238E27FC236}">
                      <a16:creationId xmlns:a16="http://schemas.microsoft.com/office/drawing/2014/main" id="{67D8B0E1-C387-44EC-B1A8-6376DA6ADBF7}"/>
                    </a:ext>
                  </a:extLst>
                </p:cNvPr>
                <p:cNvGrpSpPr/>
                <p:nvPr/>
              </p:nvGrpSpPr>
              <p:grpSpPr>
                <a:xfrm>
                  <a:off x="9854353" y="3224713"/>
                  <a:ext cx="92859" cy="40334"/>
                  <a:chOff x="9854353" y="3224713"/>
                  <a:chExt cx="92859" cy="40334"/>
                </a:xfrm>
                <a:solidFill>
                  <a:schemeClr val="accent1"/>
                </a:solidFill>
              </p:grpSpPr>
              <p:grpSp>
                <p:nvGrpSpPr>
                  <p:cNvPr id="1836" name="Graphique 15">
                    <a:extLst>
                      <a:ext uri="{FF2B5EF4-FFF2-40B4-BE49-F238E27FC236}">
                        <a16:creationId xmlns:a16="http://schemas.microsoft.com/office/drawing/2014/main" id="{C6114278-CABC-47BB-9278-DE377E530CE4}"/>
                      </a:ext>
                    </a:extLst>
                  </p:cNvPr>
                  <p:cNvGrpSpPr/>
                  <p:nvPr/>
                </p:nvGrpSpPr>
                <p:grpSpPr>
                  <a:xfrm>
                    <a:off x="9854353" y="3229453"/>
                    <a:ext cx="32801" cy="33239"/>
                    <a:chOff x="9854353" y="3229453"/>
                    <a:chExt cx="32801" cy="33239"/>
                  </a:xfrm>
                  <a:solidFill>
                    <a:schemeClr val="accent1"/>
                  </a:solidFill>
                </p:grpSpPr>
                <p:sp>
                  <p:nvSpPr>
                    <p:cNvPr id="1837" name="Forme libre : forme 1836">
                      <a:extLst>
                        <a:ext uri="{FF2B5EF4-FFF2-40B4-BE49-F238E27FC236}">
                          <a16:creationId xmlns:a16="http://schemas.microsoft.com/office/drawing/2014/main" id="{573F1AAF-A6BC-4A83-A72B-6355C835FF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4353" y="3229466"/>
                      <a:ext cx="32801" cy="33225"/>
                    </a:xfrm>
                    <a:custGeom>
                      <a:avLst/>
                      <a:gdLst>
                        <a:gd name="connsiteX0" fmla="*/ 21566 w 32801"/>
                        <a:gd name="connsiteY0" fmla="*/ 1808 h 33225"/>
                        <a:gd name="connsiteX1" fmla="*/ 32043 w 32801"/>
                        <a:gd name="connsiteY1" fmla="*/ 24287 h 33225"/>
                        <a:gd name="connsiteX2" fmla="*/ 24138 w 32801"/>
                        <a:gd name="connsiteY2" fmla="*/ 32288 h 33225"/>
                        <a:gd name="connsiteX3" fmla="*/ 11850 w 32801"/>
                        <a:gd name="connsiteY3" fmla="*/ 31622 h 33225"/>
                        <a:gd name="connsiteX4" fmla="*/ 706 w 32801"/>
                        <a:gd name="connsiteY4" fmla="*/ 9333 h 33225"/>
                        <a:gd name="connsiteX5" fmla="*/ 21566 w 32801"/>
                        <a:gd name="connsiteY5" fmla="*/ 1808 h 33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801" h="33225">
                          <a:moveTo>
                            <a:pt x="21566" y="1808"/>
                          </a:moveTo>
                          <a:cubicBezTo>
                            <a:pt x="30138" y="6094"/>
                            <a:pt x="34710" y="16286"/>
                            <a:pt x="32043" y="24287"/>
                          </a:cubicBezTo>
                          <a:cubicBezTo>
                            <a:pt x="30710" y="28288"/>
                            <a:pt x="27757" y="31050"/>
                            <a:pt x="24138" y="32288"/>
                          </a:cubicBezTo>
                          <a:cubicBezTo>
                            <a:pt x="20613" y="33717"/>
                            <a:pt x="16232" y="33526"/>
                            <a:pt x="11850" y="31622"/>
                          </a:cubicBezTo>
                          <a:cubicBezTo>
                            <a:pt x="3183" y="27716"/>
                            <a:pt x="-1961" y="17810"/>
                            <a:pt x="706" y="9333"/>
                          </a:cubicBezTo>
                          <a:cubicBezTo>
                            <a:pt x="3373" y="951"/>
                            <a:pt x="12993" y="-2383"/>
                            <a:pt x="21566" y="180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38" name="Forme libre : forme 1837">
                      <a:extLst>
                        <a:ext uri="{FF2B5EF4-FFF2-40B4-BE49-F238E27FC236}">
                          <a16:creationId xmlns:a16="http://schemas.microsoft.com/office/drawing/2014/main" id="{457FFD2B-BE06-4B8D-83D0-8CF421AF5C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8964" y="3229453"/>
                      <a:ext cx="28190" cy="33174"/>
                    </a:xfrm>
                    <a:custGeom>
                      <a:avLst/>
                      <a:gdLst>
                        <a:gd name="connsiteX0" fmla="*/ 12192 w 28190"/>
                        <a:gd name="connsiteY0" fmla="*/ 16680 h 33174"/>
                        <a:gd name="connsiteX1" fmla="*/ 0 w 28190"/>
                        <a:gd name="connsiteY1" fmla="*/ 26015 h 33174"/>
                        <a:gd name="connsiteX2" fmla="*/ 7239 w 28190"/>
                        <a:gd name="connsiteY2" fmla="*/ 31540 h 33174"/>
                        <a:gd name="connsiteX3" fmla="*/ 19526 w 28190"/>
                        <a:gd name="connsiteY3" fmla="*/ 32206 h 33174"/>
                        <a:gd name="connsiteX4" fmla="*/ 27432 w 28190"/>
                        <a:gd name="connsiteY4" fmla="*/ 24205 h 33174"/>
                        <a:gd name="connsiteX5" fmla="*/ 16954 w 28190"/>
                        <a:gd name="connsiteY5" fmla="*/ 1726 h 33174"/>
                        <a:gd name="connsiteX6" fmla="*/ 8763 w 28190"/>
                        <a:gd name="connsiteY6" fmla="*/ 12 h 33174"/>
                        <a:gd name="connsiteX7" fmla="*/ 12192 w 28190"/>
                        <a:gd name="connsiteY7" fmla="*/ 16680 h 331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190" h="33174">
                          <a:moveTo>
                            <a:pt x="12192" y="16680"/>
                          </a:moveTo>
                          <a:cubicBezTo>
                            <a:pt x="10192" y="22110"/>
                            <a:pt x="5620" y="25634"/>
                            <a:pt x="0" y="26015"/>
                          </a:cubicBezTo>
                          <a:cubicBezTo>
                            <a:pt x="1905" y="28301"/>
                            <a:pt x="4382" y="30301"/>
                            <a:pt x="7239" y="31540"/>
                          </a:cubicBezTo>
                          <a:cubicBezTo>
                            <a:pt x="11525" y="33540"/>
                            <a:pt x="15907" y="33635"/>
                            <a:pt x="19526" y="32206"/>
                          </a:cubicBezTo>
                          <a:cubicBezTo>
                            <a:pt x="23241" y="30968"/>
                            <a:pt x="26099" y="28206"/>
                            <a:pt x="27432" y="24205"/>
                          </a:cubicBezTo>
                          <a:cubicBezTo>
                            <a:pt x="30099" y="16204"/>
                            <a:pt x="25527" y="6013"/>
                            <a:pt x="16954" y="1726"/>
                          </a:cubicBezTo>
                          <a:cubicBezTo>
                            <a:pt x="14192" y="393"/>
                            <a:pt x="11430" y="-83"/>
                            <a:pt x="8763" y="12"/>
                          </a:cubicBezTo>
                          <a:cubicBezTo>
                            <a:pt x="12478" y="4965"/>
                            <a:pt x="14097" y="11251"/>
                            <a:pt x="12192" y="1668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39" name="Forme libre : forme 1838">
                      <a:extLst>
                        <a:ext uri="{FF2B5EF4-FFF2-40B4-BE49-F238E27FC236}">
                          <a16:creationId xmlns:a16="http://schemas.microsoft.com/office/drawing/2014/main" id="{22E3893C-EE8C-4A25-8532-BD7FB98E23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62136" y="3232225"/>
                      <a:ext cx="15852" cy="13815"/>
                    </a:xfrm>
                    <a:custGeom>
                      <a:avLst/>
                      <a:gdLst>
                        <a:gd name="connsiteX0" fmla="*/ 7020 w 15852"/>
                        <a:gd name="connsiteY0" fmla="*/ 2 h 13815"/>
                        <a:gd name="connsiteX1" fmla="*/ 15784 w 15852"/>
                        <a:gd name="connsiteY1" fmla="*/ 7051 h 13815"/>
                        <a:gd name="connsiteX2" fmla="*/ 8926 w 15852"/>
                        <a:gd name="connsiteY2" fmla="*/ 13813 h 13815"/>
                        <a:gd name="connsiteX3" fmla="*/ 67 w 15852"/>
                        <a:gd name="connsiteY3" fmla="*/ 6860 h 13815"/>
                        <a:gd name="connsiteX4" fmla="*/ 7020 w 15852"/>
                        <a:gd name="connsiteY4" fmla="*/ 2 h 13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52" h="13815">
                          <a:moveTo>
                            <a:pt x="7020" y="2"/>
                          </a:moveTo>
                          <a:cubicBezTo>
                            <a:pt x="11402" y="2"/>
                            <a:pt x="15212" y="3241"/>
                            <a:pt x="15784" y="7051"/>
                          </a:cubicBezTo>
                          <a:cubicBezTo>
                            <a:pt x="16355" y="10861"/>
                            <a:pt x="13307" y="13909"/>
                            <a:pt x="8926" y="13813"/>
                          </a:cubicBezTo>
                          <a:cubicBezTo>
                            <a:pt x="4639" y="13718"/>
                            <a:pt x="544" y="10670"/>
                            <a:pt x="67" y="6860"/>
                          </a:cubicBezTo>
                          <a:cubicBezTo>
                            <a:pt x="-504" y="3050"/>
                            <a:pt x="2639" y="-93"/>
                            <a:pt x="7020" y="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40" name="Forme libre : forme 1839">
                      <a:extLst>
                        <a:ext uri="{FF2B5EF4-FFF2-40B4-BE49-F238E27FC236}">
                          <a16:creationId xmlns:a16="http://schemas.microsoft.com/office/drawing/2014/main" id="{0379C434-F526-4EB7-9B03-03DFA3B47A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61534" y="3238884"/>
                      <a:ext cx="5478" cy="5433"/>
                    </a:xfrm>
                    <a:custGeom>
                      <a:avLst/>
                      <a:gdLst>
                        <a:gd name="connsiteX0" fmla="*/ 3622 w 5478"/>
                        <a:gd name="connsiteY0" fmla="*/ 297 h 5433"/>
                        <a:gd name="connsiteX1" fmla="*/ 5336 w 5478"/>
                        <a:gd name="connsiteY1" fmla="*/ 3916 h 5433"/>
                        <a:gd name="connsiteX2" fmla="*/ 1907 w 5478"/>
                        <a:gd name="connsiteY2" fmla="*/ 5154 h 5433"/>
                        <a:gd name="connsiteX3" fmla="*/ 97 w 5478"/>
                        <a:gd name="connsiteY3" fmla="*/ 1535 h 5433"/>
                        <a:gd name="connsiteX4" fmla="*/ 3622 w 5478"/>
                        <a:gd name="connsiteY4" fmla="*/ 297 h 5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78" h="5433">
                          <a:moveTo>
                            <a:pt x="3622" y="297"/>
                          </a:moveTo>
                          <a:cubicBezTo>
                            <a:pt x="5051" y="963"/>
                            <a:pt x="5813" y="2583"/>
                            <a:pt x="5336" y="3916"/>
                          </a:cubicBezTo>
                          <a:cubicBezTo>
                            <a:pt x="4860" y="5250"/>
                            <a:pt x="3336" y="5821"/>
                            <a:pt x="1907" y="5154"/>
                          </a:cubicBezTo>
                          <a:cubicBezTo>
                            <a:pt x="479" y="4488"/>
                            <a:pt x="-283" y="2868"/>
                            <a:pt x="97" y="1535"/>
                          </a:cubicBezTo>
                          <a:cubicBezTo>
                            <a:pt x="669" y="106"/>
                            <a:pt x="2193" y="-370"/>
                            <a:pt x="3622" y="2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841" name="Graphique 15">
                    <a:extLst>
                      <a:ext uri="{FF2B5EF4-FFF2-40B4-BE49-F238E27FC236}">
                        <a16:creationId xmlns:a16="http://schemas.microsoft.com/office/drawing/2014/main" id="{66EA3DC1-C7AB-47F7-A248-43352825D328}"/>
                      </a:ext>
                    </a:extLst>
                  </p:cNvPr>
                  <p:cNvGrpSpPr/>
                  <p:nvPr/>
                </p:nvGrpSpPr>
                <p:grpSpPr>
                  <a:xfrm>
                    <a:off x="9886763" y="3231777"/>
                    <a:ext cx="32044" cy="33270"/>
                    <a:chOff x="9886763" y="3231777"/>
                    <a:chExt cx="32044" cy="33270"/>
                  </a:xfrm>
                  <a:solidFill>
                    <a:schemeClr val="accent1"/>
                  </a:solidFill>
                </p:grpSpPr>
                <p:sp>
                  <p:nvSpPr>
                    <p:cNvPr id="1842" name="Forme libre : forme 1841">
                      <a:extLst>
                        <a:ext uri="{FF2B5EF4-FFF2-40B4-BE49-F238E27FC236}">
                          <a16:creationId xmlns:a16="http://schemas.microsoft.com/office/drawing/2014/main" id="{4BFA0FE3-2C2D-464F-8346-A38613369C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6763" y="3231777"/>
                      <a:ext cx="32044" cy="33270"/>
                    </a:xfrm>
                    <a:custGeom>
                      <a:avLst/>
                      <a:gdLst>
                        <a:gd name="connsiteX0" fmla="*/ 21351 w 32044"/>
                        <a:gd name="connsiteY0" fmla="*/ 2260 h 33270"/>
                        <a:gd name="connsiteX1" fmla="*/ 31161 w 32044"/>
                        <a:gd name="connsiteY1" fmla="*/ 24834 h 33270"/>
                        <a:gd name="connsiteX2" fmla="*/ 11350 w 32044"/>
                        <a:gd name="connsiteY2" fmla="*/ 31216 h 33270"/>
                        <a:gd name="connsiteX3" fmla="*/ 777 w 32044"/>
                        <a:gd name="connsiteY3" fmla="*/ 8737 h 33270"/>
                        <a:gd name="connsiteX4" fmla="*/ 21351 w 32044"/>
                        <a:gd name="connsiteY4" fmla="*/ 2260 h 332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044" h="33270">
                          <a:moveTo>
                            <a:pt x="21351" y="2260"/>
                          </a:moveTo>
                          <a:cubicBezTo>
                            <a:pt x="29733" y="6927"/>
                            <a:pt x="34019" y="17119"/>
                            <a:pt x="31161" y="24834"/>
                          </a:cubicBezTo>
                          <a:cubicBezTo>
                            <a:pt x="28494" y="32740"/>
                            <a:pt x="19922" y="35598"/>
                            <a:pt x="11350" y="31216"/>
                          </a:cubicBezTo>
                          <a:cubicBezTo>
                            <a:pt x="2872" y="26930"/>
                            <a:pt x="-1985" y="16929"/>
                            <a:pt x="777" y="8737"/>
                          </a:cubicBezTo>
                          <a:cubicBezTo>
                            <a:pt x="3539" y="546"/>
                            <a:pt x="12874" y="-2502"/>
                            <a:pt x="21351" y="226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43" name="Forme libre : forme 1842">
                      <a:extLst>
                        <a:ext uri="{FF2B5EF4-FFF2-40B4-BE49-F238E27FC236}">
                          <a16:creationId xmlns:a16="http://schemas.microsoft.com/office/drawing/2014/main" id="{02D8886C-334D-4F7D-B6E8-13AB29A036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1159" y="3231846"/>
                      <a:ext cx="27601" cy="33201"/>
                    </a:xfrm>
                    <a:custGeom>
                      <a:avLst/>
                      <a:gdLst>
                        <a:gd name="connsiteX0" fmla="*/ 12097 w 27601"/>
                        <a:gd name="connsiteY0" fmla="*/ 16669 h 33201"/>
                        <a:gd name="connsiteX1" fmla="*/ 0 w 27601"/>
                        <a:gd name="connsiteY1" fmla="*/ 25337 h 33201"/>
                        <a:gd name="connsiteX2" fmla="*/ 6953 w 27601"/>
                        <a:gd name="connsiteY2" fmla="*/ 31147 h 33201"/>
                        <a:gd name="connsiteX3" fmla="*/ 26765 w 27601"/>
                        <a:gd name="connsiteY3" fmla="*/ 24765 h 33201"/>
                        <a:gd name="connsiteX4" fmla="*/ 16954 w 27601"/>
                        <a:gd name="connsiteY4" fmla="*/ 2191 h 33201"/>
                        <a:gd name="connsiteX5" fmla="*/ 8858 w 27601"/>
                        <a:gd name="connsiteY5" fmla="*/ 0 h 33201"/>
                        <a:gd name="connsiteX6" fmla="*/ 12097 w 27601"/>
                        <a:gd name="connsiteY6" fmla="*/ 16669 h 33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601" h="33201">
                          <a:moveTo>
                            <a:pt x="12097" y="16669"/>
                          </a:moveTo>
                          <a:cubicBezTo>
                            <a:pt x="10287" y="22193"/>
                            <a:pt x="5525" y="25241"/>
                            <a:pt x="0" y="25337"/>
                          </a:cubicBezTo>
                          <a:cubicBezTo>
                            <a:pt x="1905" y="27718"/>
                            <a:pt x="4191" y="29718"/>
                            <a:pt x="6953" y="31147"/>
                          </a:cubicBezTo>
                          <a:cubicBezTo>
                            <a:pt x="15430" y="35528"/>
                            <a:pt x="24098" y="32671"/>
                            <a:pt x="26765" y="24765"/>
                          </a:cubicBezTo>
                          <a:cubicBezTo>
                            <a:pt x="29528" y="17050"/>
                            <a:pt x="25241" y="6858"/>
                            <a:pt x="16954" y="2191"/>
                          </a:cubicBezTo>
                          <a:cubicBezTo>
                            <a:pt x="14288" y="667"/>
                            <a:pt x="11525" y="95"/>
                            <a:pt x="8858" y="0"/>
                          </a:cubicBezTo>
                          <a:cubicBezTo>
                            <a:pt x="12478" y="5048"/>
                            <a:pt x="13811" y="11240"/>
                            <a:pt x="12097" y="1666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44" name="Forme libre : forme 1843">
                      <a:extLst>
                        <a:ext uri="{FF2B5EF4-FFF2-40B4-BE49-F238E27FC236}">
                          <a16:creationId xmlns:a16="http://schemas.microsoft.com/office/drawing/2014/main" id="{387C35D3-1397-40CB-B392-B9817B4C3C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4538" y="3234577"/>
                      <a:ext cx="15418" cy="13940"/>
                    </a:xfrm>
                    <a:custGeom>
                      <a:avLst/>
                      <a:gdLst>
                        <a:gd name="connsiteX0" fmla="*/ 6908 w 15418"/>
                        <a:gd name="connsiteY0" fmla="*/ 31 h 13940"/>
                        <a:gd name="connsiteX1" fmla="*/ 15385 w 15418"/>
                        <a:gd name="connsiteY1" fmla="*/ 7461 h 13940"/>
                        <a:gd name="connsiteX2" fmla="*/ 8623 w 15418"/>
                        <a:gd name="connsiteY2" fmla="*/ 13938 h 13940"/>
                        <a:gd name="connsiteX3" fmla="*/ 50 w 15418"/>
                        <a:gd name="connsiteY3" fmla="*/ 6699 h 13940"/>
                        <a:gd name="connsiteX4" fmla="*/ 6908 w 15418"/>
                        <a:gd name="connsiteY4" fmla="*/ 31 h 13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18" h="13940">
                          <a:moveTo>
                            <a:pt x="6908" y="31"/>
                          </a:moveTo>
                          <a:cubicBezTo>
                            <a:pt x="11194" y="317"/>
                            <a:pt x="15004" y="3651"/>
                            <a:pt x="15385" y="7461"/>
                          </a:cubicBezTo>
                          <a:cubicBezTo>
                            <a:pt x="15767" y="11176"/>
                            <a:pt x="12814" y="14033"/>
                            <a:pt x="8623" y="13938"/>
                          </a:cubicBezTo>
                          <a:cubicBezTo>
                            <a:pt x="4432" y="13747"/>
                            <a:pt x="622" y="10509"/>
                            <a:pt x="50" y="6699"/>
                          </a:cubicBezTo>
                          <a:cubicBezTo>
                            <a:pt x="-426" y="2794"/>
                            <a:pt x="2527" y="-350"/>
                            <a:pt x="6908" y="3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45" name="Forme libre : forme 1844">
                      <a:extLst>
                        <a:ext uri="{FF2B5EF4-FFF2-40B4-BE49-F238E27FC236}">
                          <a16:creationId xmlns:a16="http://schemas.microsoft.com/office/drawing/2014/main" id="{C63D88B3-3629-44C3-830F-76C53CC074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3970" y="3241030"/>
                      <a:ext cx="5288" cy="5498"/>
                    </a:xfrm>
                    <a:custGeom>
                      <a:avLst/>
                      <a:gdLst>
                        <a:gd name="connsiteX0" fmla="*/ 3476 w 5288"/>
                        <a:gd name="connsiteY0" fmla="*/ 341 h 5498"/>
                        <a:gd name="connsiteX1" fmla="*/ 5190 w 5288"/>
                        <a:gd name="connsiteY1" fmla="*/ 4056 h 5498"/>
                        <a:gd name="connsiteX2" fmla="*/ 1856 w 5288"/>
                        <a:gd name="connsiteY2" fmla="*/ 5199 h 5498"/>
                        <a:gd name="connsiteX3" fmla="*/ 142 w 5288"/>
                        <a:gd name="connsiteY3" fmla="*/ 1484 h 5498"/>
                        <a:gd name="connsiteX4" fmla="*/ 3476 w 5288"/>
                        <a:gd name="connsiteY4" fmla="*/ 341 h 5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88" h="5498">
                          <a:moveTo>
                            <a:pt x="3476" y="341"/>
                          </a:moveTo>
                          <a:cubicBezTo>
                            <a:pt x="4809" y="1103"/>
                            <a:pt x="5571" y="2723"/>
                            <a:pt x="5190" y="4056"/>
                          </a:cubicBezTo>
                          <a:cubicBezTo>
                            <a:pt x="4809" y="5390"/>
                            <a:pt x="3285" y="5866"/>
                            <a:pt x="1856" y="5199"/>
                          </a:cubicBezTo>
                          <a:cubicBezTo>
                            <a:pt x="427" y="4437"/>
                            <a:pt x="-334" y="2818"/>
                            <a:pt x="142" y="1484"/>
                          </a:cubicBezTo>
                          <a:cubicBezTo>
                            <a:pt x="618" y="151"/>
                            <a:pt x="2142" y="-421"/>
                            <a:pt x="3476" y="3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846" name="Graphique 15">
                    <a:extLst>
                      <a:ext uri="{FF2B5EF4-FFF2-40B4-BE49-F238E27FC236}">
                        <a16:creationId xmlns:a16="http://schemas.microsoft.com/office/drawing/2014/main" id="{3E9A2C7A-DE9B-40BC-9A17-A416917DF071}"/>
                      </a:ext>
                    </a:extLst>
                  </p:cNvPr>
                  <p:cNvGrpSpPr/>
                  <p:nvPr/>
                </p:nvGrpSpPr>
                <p:grpSpPr>
                  <a:xfrm>
                    <a:off x="9915822" y="3224713"/>
                    <a:ext cx="31390" cy="33421"/>
                    <a:chOff x="9915822" y="3224713"/>
                    <a:chExt cx="31390" cy="33421"/>
                  </a:xfrm>
                  <a:solidFill>
                    <a:schemeClr val="accent1"/>
                  </a:solidFill>
                </p:grpSpPr>
                <p:sp>
                  <p:nvSpPr>
                    <p:cNvPr id="1847" name="Forme libre : forme 1846">
                      <a:extLst>
                        <a:ext uri="{FF2B5EF4-FFF2-40B4-BE49-F238E27FC236}">
                          <a16:creationId xmlns:a16="http://schemas.microsoft.com/office/drawing/2014/main" id="{CF537443-2BC7-4E8D-8328-90FE143282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15822" y="3224713"/>
                      <a:ext cx="31390" cy="33379"/>
                    </a:xfrm>
                    <a:custGeom>
                      <a:avLst/>
                      <a:gdLst>
                        <a:gd name="connsiteX0" fmla="*/ 21343 w 31390"/>
                        <a:gd name="connsiteY0" fmla="*/ 2656 h 33379"/>
                        <a:gd name="connsiteX1" fmla="*/ 30487 w 31390"/>
                        <a:gd name="connsiteY1" fmla="*/ 25612 h 33379"/>
                        <a:gd name="connsiteX2" fmla="*/ 10675 w 31390"/>
                        <a:gd name="connsiteY2" fmla="*/ 30946 h 33379"/>
                        <a:gd name="connsiteX3" fmla="*/ 959 w 31390"/>
                        <a:gd name="connsiteY3" fmla="*/ 8181 h 33379"/>
                        <a:gd name="connsiteX4" fmla="*/ 21343 w 31390"/>
                        <a:gd name="connsiteY4" fmla="*/ 2656 h 33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390" h="33379">
                          <a:moveTo>
                            <a:pt x="21343" y="2656"/>
                          </a:moveTo>
                          <a:cubicBezTo>
                            <a:pt x="29534" y="7800"/>
                            <a:pt x="33249" y="17896"/>
                            <a:pt x="30487" y="25612"/>
                          </a:cubicBezTo>
                          <a:cubicBezTo>
                            <a:pt x="27725" y="33422"/>
                            <a:pt x="18962" y="35613"/>
                            <a:pt x="10675" y="30946"/>
                          </a:cubicBezTo>
                          <a:cubicBezTo>
                            <a:pt x="2388" y="26183"/>
                            <a:pt x="-2089" y="16182"/>
                            <a:pt x="959" y="8181"/>
                          </a:cubicBezTo>
                          <a:cubicBezTo>
                            <a:pt x="4103" y="275"/>
                            <a:pt x="13151" y="-2582"/>
                            <a:pt x="21343" y="265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48" name="Forme libre : forme 1847">
                      <a:extLst>
                        <a:ext uri="{FF2B5EF4-FFF2-40B4-BE49-F238E27FC236}">
                          <a16:creationId xmlns:a16="http://schemas.microsoft.com/office/drawing/2014/main" id="{E4DB274C-EFA9-41B7-99F8-72CB35BEB2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19734" y="3224893"/>
                      <a:ext cx="27478" cy="33241"/>
                    </a:xfrm>
                    <a:custGeom>
                      <a:avLst/>
                      <a:gdLst>
                        <a:gd name="connsiteX0" fmla="*/ 12287 w 27478"/>
                        <a:gd name="connsiteY0" fmla="*/ 16669 h 33241"/>
                        <a:gd name="connsiteX1" fmla="*/ 0 w 27478"/>
                        <a:gd name="connsiteY1" fmla="*/ 24575 h 33241"/>
                        <a:gd name="connsiteX2" fmla="*/ 6763 w 27478"/>
                        <a:gd name="connsiteY2" fmla="*/ 30766 h 33241"/>
                        <a:gd name="connsiteX3" fmla="*/ 26575 w 27478"/>
                        <a:gd name="connsiteY3" fmla="*/ 25432 h 33241"/>
                        <a:gd name="connsiteX4" fmla="*/ 17431 w 27478"/>
                        <a:gd name="connsiteY4" fmla="*/ 2476 h 33241"/>
                        <a:gd name="connsiteX5" fmla="*/ 9525 w 27478"/>
                        <a:gd name="connsiteY5" fmla="*/ 0 h 33241"/>
                        <a:gd name="connsiteX6" fmla="*/ 12287 w 27478"/>
                        <a:gd name="connsiteY6" fmla="*/ 16669 h 332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478" h="33241">
                          <a:moveTo>
                            <a:pt x="12287" y="16669"/>
                          </a:moveTo>
                          <a:cubicBezTo>
                            <a:pt x="10287" y="22003"/>
                            <a:pt x="5525" y="24765"/>
                            <a:pt x="0" y="24575"/>
                          </a:cubicBezTo>
                          <a:cubicBezTo>
                            <a:pt x="1810" y="27051"/>
                            <a:pt x="4001" y="29146"/>
                            <a:pt x="6763" y="30766"/>
                          </a:cubicBezTo>
                          <a:cubicBezTo>
                            <a:pt x="15050" y="35528"/>
                            <a:pt x="23813" y="33242"/>
                            <a:pt x="26575" y="25432"/>
                          </a:cubicBezTo>
                          <a:cubicBezTo>
                            <a:pt x="29337" y="17717"/>
                            <a:pt x="25622" y="7525"/>
                            <a:pt x="17431" y="2476"/>
                          </a:cubicBezTo>
                          <a:cubicBezTo>
                            <a:pt x="14859" y="857"/>
                            <a:pt x="12097" y="0"/>
                            <a:pt x="9525" y="0"/>
                          </a:cubicBezTo>
                          <a:cubicBezTo>
                            <a:pt x="13049" y="5048"/>
                            <a:pt x="14288" y="11430"/>
                            <a:pt x="12287" y="1666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49" name="Forme libre : forme 1848">
                      <a:extLst>
                        <a:ext uri="{FF2B5EF4-FFF2-40B4-BE49-F238E27FC236}">
                          <a16:creationId xmlns:a16="http://schemas.microsoft.com/office/drawing/2014/main" id="{61AB24B3-639C-4E79-B19B-39EA5CD777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23703" y="3227526"/>
                      <a:ext cx="15018" cy="13975"/>
                    </a:xfrm>
                    <a:custGeom>
                      <a:avLst/>
                      <a:gdLst>
                        <a:gd name="connsiteX0" fmla="*/ 6889 w 15018"/>
                        <a:gd name="connsiteY0" fmla="*/ 34 h 13975"/>
                        <a:gd name="connsiteX1" fmla="*/ 14985 w 15018"/>
                        <a:gd name="connsiteY1" fmla="*/ 7749 h 13975"/>
                        <a:gd name="connsiteX2" fmla="*/ 8223 w 15018"/>
                        <a:gd name="connsiteY2" fmla="*/ 13941 h 13975"/>
                        <a:gd name="connsiteX3" fmla="*/ 31 w 15018"/>
                        <a:gd name="connsiteY3" fmla="*/ 6321 h 13975"/>
                        <a:gd name="connsiteX4" fmla="*/ 6889 w 15018"/>
                        <a:gd name="connsiteY4" fmla="*/ 34 h 13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18" h="13975">
                          <a:moveTo>
                            <a:pt x="6889" y="34"/>
                          </a:moveTo>
                          <a:cubicBezTo>
                            <a:pt x="10985" y="415"/>
                            <a:pt x="14700" y="3939"/>
                            <a:pt x="14985" y="7749"/>
                          </a:cubicBezTo>
                          <a:cubicBezTo>
                            <a:pt x="15366" y="11559"/>
                            <a:pt x="12414" y="14322"/>
                            <a:pt x="8223" y="13941"/>
                          </a:cubicBezTo>
                          <a:cubicBezTo>
                            <a:pt x="4127" y="13560"/>
                            <a:pt x="412" y="10131"/>
                            <a:pt x="31" y="6321"/>
                          </a:cubicBezTo>
                          <a:cubicBezTo>
                            <a:pt x="-350" y="2511"/>
                            <a:pt x="2793" y="-347"/>
                            <a:pt x="6889" y="3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50" name="Forme libre : forme 1849">
                      <a:extLst>
                        <a:ext uri="{FF2B5EF4-FFF2-40B4-BE49-F238E27FC236}">
                          <a16:creationId xmlns:a16="http://schemas.microsoft.com/office/drawing/2014/main" id="{98EDA1F2-431E-4853-AB38-5B6FC25569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23066" y="3233797"/>
                      <a:ext cx="5203" cy="5581"/>
                    </a:xfrm>
                    <a:custGeom>
                      <a:avLst/>
                      <a:gdLst>
                        <a:gd name="connsiteX0" fmla="*/ 3526 w 5203"/>
                        <a:gd name="connsiteY0" fmla="*/ 431 h 5581"/>
                        <a:gd name="connsiteX1" fmla="*/ 5050 w 5203"/>
                        <a:gd name="connsiteY1" fmla="*/ 4241 h 5581"/>
                        <a:gd name="connsiteX2" fmla="*/ 1716 w 5203"/>
                        <a:gd name="connsiteY2" fmla="*/ 5193 h 5581"/>
                        <a:gd name="connsiteX3" fmla="*/ 192 w 5203"/>
                        <a:gd name="connsiteY3" fmla="*/ 1383 h 5581"/>
                        <a:gd name="connsiteX4" fmla="*/ 3526 w 5203"/>
                        <a:gd name="connsiteY4" fmla="*/ 431 h 55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03" h="5581">
                          <a:moveTo>
                            <a:pt x="3526" y="431"/>
                          </a:moveTo>
                          <a:cubicBezTo>
                            <a:pt x="4859" y="1193"/>
                            <a:pt x="5526" y="2907"/>
                            <a:pt x="5050" y="4241"/>
                          </a:cubicBezTo>
                          <a:cubicBezTo>
                            <a:pt x="4574" y="5574"/>
                            <a:pt x="3050" y="5955"/>
                            <a:pt x="1716" y="5193"/>
                          </a:cubicBezTo>
                          <a:cubicBezTo>
                            <a:pt x="383" y="4431"/>
                            <a:pt x="-380" y="2717"/>
                            <a:pt x="192" y="1383"/>
                          </a:cubicBezTo>
                          <a:cubicBezTo>
                            <a:pt x="668" y="50"/>
                            <a:pt x="2192" y="-427"/>
                            <a:pt x="3526" y="4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851" name="Graphique 15">
                  <a:extLst>
                    <a:ext uri="{FF2B5EF4-FFF2-40B4-BE49-F238E27FC236}">
                      <a16:creationId xmlns:a16="http://schemas.microsoft.com/office/drawing/2014/main" id="{EEBC3A22-529A-4BEA-8C4D-E2B91C0854C0}"/>
                    </a:ext>
                  </a:extLst>
                </p:cNvPr>
                <p:cNvGrpSpPr/>
                <p:nvPr/>
              </p:nvGrpSpPr>
              <p:grpSpPr>
                <a:xfrm>
                  <a:off x="9979222" y="3228267"/>
                  <a:ext cx="42308" cy="96684"/>
                  <a:chOff x="9979222" y="3228267"/>
                  <a:chExt cx="42308" cy="96684"/>
                </a:xfrm>
                <a:solidFill>
                  <a:schemeClr val="accent1"/>
                </a:solidFill>
              </p:grpSpPr>
              <p:grpSp>
                <p:nvGrpSpPr>
                  <p:cNvPr id="1852" name="Graphique 15">
                    <a:extLst>
                      <a:ext uri="{FF2B5EF4-FFF2-40B4-BE49-F238E27FC236}">
                        <a16:creationId xmlns:a16="http://schemas.microsoft.com/office/drawing/2014/main" id="{8ECE45EA-36B4-4E54-9864-A6E4A20A9565}"/>
                      </a:ext>
                    </a:extLst>
                  </p:cNvPr>
                  <p:cNvGrpSpPr/>
                  <p:nvPr/>
                </p:nvGrpSpPr>
                <p:grpSpPr>
                  <a:xfrm>
                    <a:off x="9992745" y="3292766"/>
                    <a:ext cx="28785" cy="32185"/>
                    <a:chOff x="9992745" y="3292766"/>
                    <a:chExt cx="28785" cy="32185"/>
                  </a:xfrm>
                  <a:solidFill>
                    <a:schemeClr val="accent1"/>
                  </a:solidFill>
                </p:grpSpPr>
                <p:sp>
                  <p:nvSpPr>
                    <p:cNvPr id="1853" name="Forme libre : forme 1852">
                      <a:extLst>
                        <a:ext uri="{FF2B5EF4-FFF2-40B4-BE49-F238E27FC236}">
                          <a16:creationId xmlns:a16="http://schemas.microsoft.com/office/drawing/2014/main" id="{B7CDCBC8-7B3B-444C-85CA-8E93A40022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2745" y="3292794"/>
                      <a:ext cx="28785" cy="32156"/>
                    </a:xfrm>
                    <a:custGeom>
                      <a:avLst/>
                      <a:gdLst>
                        <a:gd name="connsiteX0" fmla="*/ 712 w 28785"/>
                        <a:gd name="connsiteY0" fmla="*/ 6394 h 32156"/>
                        <a:gd name="connsiteX1" fmla="*/ 19000 w 28785"/>
                        <a:gd name="connsiteY1" fmla="*/ 3346 h 32156"/>
                        <a:gd name="connsiteX2" fmla="*/ 28144 w 28785"/>
                        <a:gd name="connsiteY2" fmla="*/ 26110 h 32156"/>
                        <a:gd name="connsiteX3" fmla="*/ 10332 w 28785"/>
                        <a:gd name="connsiteY3" fmla="*/ 28777 h 32156"/>
                        <a:gd name="connsiteX4" fmla="*/ 712 w 28785"/>
                        <a:gd name="connsiteY4" fmla="*/ 6394 h 32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785" h="32156">
                          <a:moveTo>
                            <a:pt x="712" y="6394"/>
                          </a:moveTo>
                          <a:cubicBezTo>
                            <a:pt x="3284" y="-655"/>
                            <a:pt x="11571" y="-2179"/>
                            <a:pt x="19000" y="3346"/>
                          </a:cubicBezTo>
                          <a:cubicBezTo>
                            <a:pt x="26430" y="8870"/>
                            <a:pt x="30430" y="19157"/>
                            <a:pt x="28144" y="26110"/>
                          </a:cubicBezTo>
                          <a:cubicBezTo>
                            <a:pt x="25858" y="33064"/>
                            <a:pt x="18048" y="34111"/>
                            <a:pt x="10332" y="28777"/>
                          </a:cubicBezTo>
                          <a:cubicBezTo>
                            <a:pt x="2807" y="23539"/>
                            <a:pt x="-1860" y="13347"/>
                            <a:pt x="712" y="639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54" name="Forme libre : forme 1853">
                      <a:extLst>
                        <a:ext uri="{FF2B5EF4-FFF2-40B4-BE49-F238E27FC236}">
                          <a16:creationId xmlns:a16="http://schemas.microsoft.com/office/drawing/2014/main" id="{D17D0B0E-1A61-4924-9289-4DF8EB0636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2785" y="3292766"/>
                      <a:ext cx="28745" cy="30996"/>
                    </a:xfrm>
                    <a:custGeom>
                      <a:avLst/>
                      <a:gdLst>
                        <a:gd name="connsiteX0" fmla="*/ 14483 w 28745"/>
                        <a:gd name="connsiteY0" fmla="*/ 15852 h 30996"/>
                        <a:gd name="connsiteX1" fmla="*/ 24199 w 28745"/>
                        <a:gd name="connsiteY1" fmla="*/ 30997 h 30996"/>
                        <a:gd name="connsiteX2" fmla="*/ 28104 w 28745"/>
                        <a:gd name="connsiteY2" fmla="*/ 26139 h 30996"/>
                        <a:gd name="connsiteX3" fmla="*/ 18960 w 28745"/>
                        <a:gd name="connsiteY3" fmla="*/ 3374 h 30996"/>
                        <a:gd name="connsiteX4" fmla="*/ 672 w 28745"/>
                        <a:gd name="connsiteY4" fmla="*/ 6422 h 30996"/>
                        <a:gd name="connsiteX5" fmla="*/ 291 w 28745"/>
                        <a:gd name="connsiteY5" fmla="*/ 13852 h 30996"/>
                        <a:gd name="connsiteX6" fmla="*/ 14483 w 28745"/>
                        <a:gd name="connsiteY6" fmla="*/ 15852 h 30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45" h="30996">
                          <a:moveTo>
                            <a:pt x="14483" y="15852"/>
                          </a:moveTo>
                          <a:cubicBezTo>
                            <a:pt x="19627" y="19567"/>
                            <a:pt x="23151" y="25472"/>
                            <a:pt x="24199" y="30997"/>
                          </a:cubicBezTo>
                          <a:cubicBezTo>
                            <a:pt x="25913" y="30044"/>
                            <a:pt x="27342" y="28425"/>
                            <a:pt x="28104" y="26139"/>
                          </a:cubicBezTo>
                          <a:cubicBezTo>
                            <a:pt x="30390" y="19186"/>
                            <a:pt x="26390" y="8899"/>
                            <a:pt x="18960" y="3374"/>
                          </a:cubicBezTo>
                          <a:cubicBezTo>
                            <a:pt x="11531" y="-2150"/>
                            <a:pt x="3244" y="-722"/>
                            <a:pt x="672" y="6422"/>
                          </a:cubicBezTo>
                          <a:cubicBezTo>
                            <a:pt x="-90" y="8708"/>
                            <a:pt x="-185" y="11185"/>
                            <a:pt x="291" y="13852"/>
                          </a:cubicBezTo>
                          <a:cubicBezTo>
                            <a:pt x="4101" y="11661"/>
                            <a:pt x="9435" y="12137"/>
                            <a:pt x="14483" y="1585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55" name="Forme libre : forme 1854">
                      <a:extLst>
                        <a:ext uri="{FF2B5EF4-FFF2-40B4-BE49-F238E27FC236}">
                          <a16:creationId xmlns:a16="http://schemas.microsoft.com/office/drawing/2014/main" id="{9F647212-4515-4C5F-9226-7DF36355ED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5179" y="3299565"/>
                      <a:ext cx="12087" cy="15370"/>
                    </a:xfrm>
                    <a:custGeom>
                      <a:avLst/>
                      <a:gdLst>
                        <a:gd name="connsiteX0" fmla="*/ 88 w 12087"/>
                        <a:gd name="connsiteY0" fmla="*/ 6386 h 15370"/>
                        <a:gd name="connsiteX1" fmla="*/ 5041 w 12087"/>
                        <a:gd name="connsiteY1" fmla="*/ 99 h 15370"/>
                        <a:gd name="connsiteX2" fmla="*/ 11994 w 12087"/>
                        <a:gd name="connsiteY2" fmla="*/ 9053 h 15370"/>
                        <a:gd name="connsiteX3" fmla="*/ 7136 w 12087"/>
                        <a:gd name="connsiteY3" fmla="*/ 15244 h 15370"/>
                        <a:gd name="connsiteX4" fmla="*/ 88 w 12087"/>
                        <a:gd name="connsiteY4" fmla="*/ 6386 h 15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87" h="15370">
                          <a:moveTo>
                            <a:pt x="88" y="6386"/>
                          </a:moveTo>
                          <a:cubicBezTo>
                            <a:pt x="-484" y="2195"/>
                            <a:pt x="1802" y="-568"/>
                            <a:pt x="5041" y="99"/>
                          </a:cubicBezTo>
                          <a:cubicBezTo>
                            <a:pt x="8375" y="861"/>
                            <a:pt x="11422" y="4862"/>
                            <a:pt x="11994" y="9053"/>
                          </a:cubicBezTo>
                          <a:cubicBezTo>
                            <a:pt x="12565" y="13244"/>
                            <a:pt x="10470" y="16006"/>
                            <a:pt x="7136" y="15244"/>
                          </a:cubicBezTo>
                          <a:cubicBezTo>
                            <a:pt x="3898" y="14482"/>
                            <a:pt x="659" y="10577"/>
                            <a:pt x="88" y="638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56" name="Forme libre : forme 1855">
                      <a:extLst>
                        <a:ext uri="{FF2B5EF4-FFF2-40B4-BE49-F238E27FC236}">
                          <a16:creationId xmlns:a16="http://schemas.microsoft.com/office/drawing/2014/main" id="{C5DCD41F-E173-4120-A230-D76D8183B3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1923" y="3311037"/>
                      <a:ext cx="4690" cy="5256"/>
                    </a:xfrm>
                    <a:custGeom>
                      <a:avLst/>
                      <a:gdLst>
                        <a:gd name="connsiteX0" fmla="*/ 107 w 4690"/>
                        <a:gd name="connsiteY0" fmla="*/ 1009 h 5256"/>
                        <a:gd name="connsiteX1" fmla="*/ 3060 w 4690"/>
                        <a:gd name="connsiteY1" fmla="*/ 533 h 5256"/>
                        <a:gd name="connsiteX2" fmla="*/ 4584 w 4690"/>
                        <a:gd name="connsiteY2" fmla="*/ 4248 h 5256"/>
                        <a:gd name="connsiteX3" fmla="*/ 1631 w 4690"/>
                        <a:gd name="connsiteY3" fmla="*/ 4724 h 5256"/>
                        <a:gd name="connsiteX4" fmla="*/ 107 w 4690"/>
                        <a:gd name="connsiteY4" fmla="*/ 1009 h 5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90" h="5256">
                          <a:moveTo>
                            <a:pt x="107" y="1009"/>
                          </a:moveTo>
                          <a:cubicBezTo>
                            <a:pt x="488" y="-134"/>
                            <a:pt x="1821" y="-325"/>
                            <a:pt x="3060" y="533"/>
                          </a:cubicBezTo>
                          <a:cubicBezTo>
                            <a:pt x="4298" y="1390"/>
                            <a:pt x="4965" y="3104"/>
                            <a:pt x="4584" y="4248"/>
                          </a:cubicBezTo>
                          <a:cubicBezTo>
                            <a:pt x="4203" y="5391"/>
                            <a:pt x="2869" y="5581"/>
                            <a:pt x="1631" y="4724"/>
                          </a:cubicBezTo>
                          <a:cubicBezTo>
                            <a:pt x="393" y="3771"/>
                            <a:pt x="-274" y="2152"/>
                            <a:pt x="107" y="10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857" name="Graphique 15">
                    <a:extLst>
                      <a:ext uri="{FF2B5EF4-FFF2-40B4-BE49-F238E27FC236}">
                        <a16:creationId xmlns:a16="http://schemas.microsoft.com/office/drawing/2014/main" id="{AFEC5DC7-E96F-4B1C-ADE4-7A1A38D7B199}"/>
                      </a:ext>
                    </a:extLst>
                  </p:cNvPr>
                  <p:cNvGrpSpPr/>
                  <p:nvPr/>
                </p:nvGrpSpPr>
                <p:grpSpPr>
                  <a:xfrm>
                    <a:off x="9990222" y="3261045"/>
                    <a:ext cx="29127" cy="32777"/>
                    <a:chOff x="9990222" y="3261045"/>
                    <a:chExt cx="29127" cy="32777"/>
                  </a:xfrm>
                  <a:solidFill>
                    <a:schemeClr val="accent1"/>
                  </a:solidFill>
                </p:grpSpPr>
                <p:sp>
                  <p:nvSpPr>
                    <p:cNvPr id="1858" name="Forme libre : forme 1857">
                      <a:extLst>
                        <a:ext uri="{FF2B5EF4-FFF2-40B4-BE49-F238E27FC236}">
                          <a16:creationId xmlns:a16="http://schemas.microsoft.com/office/drawing/2014/main" id="{F7B43D40-4182-46E7-A865-364F319F68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0259" y="3261045"/>
                      <a:ext cx="29091" cy="32777"/>
                    </a:xfrm>
                    <a:custGeom>
                      <a:avLst/>
                      <a:gdLst>
                        <a:gd name="connsiteX0" fmla="*/ 913 w 29091"/>
                        <a:gd name="connsiteY0" fmla="*/ 6520 h 32777"/>
                        <a:gd name="connsiteX1" fmla="*/ 19963 w 29091"/>
                        <a:gd name="connsiteY1" fmla="*/ 3567 h 32777"/>
                        <a:gd name="connsiteX2" fmla="*/ 28155 w 29091"/>
                        <a:gd name="connsiteY2" fmla="*/ 26617 h 32777"/>
                        <a:gd name="connsiteX3" fmla="*/ 9771 w 29091"/>
                        <a:gd name="connsiteY3" fmla="*/ 29475 h 32777"/>
                        <a:gd name="connsiteX4" fmla="*/ 913 w 29091"/>
                        <a:gd name="connsiteY4" fmla="*/ 6520 h 32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091" h="32777">
                          <a:moveTo>
                            <a:pt x="913" y="6520"/>
                          </a:moveTo>
                          <a:cubicBezTo>
                            <a:pt x="3675" y="-1005"/>
                            <a:pt x="12533" y="-2053"/>
                            <a:pt x="19963" y="3567"/>
                          </a:cubicBezTo>
                          <a:cubicBezTo>
                            <a:pt x="27392" y="9282"/>
                            <a:pt x="30917" y="19759"/>
                            <a:pt x="28155" y="26617"/>
                          </a:cubicBezTo>
                          <a:cubicBezTo>
                            <a:pt x="25202" y="33285"/>
                            <a:pt x="17486" y="34999"/>
                            <a:pt x="9771" y="29475"/>
                          </a:cubicBezTo>
                          <a:cubicBezTo>
                            <a:pt x="2151" y="24046"/>
                            <a:pt x="-1944" y="13854"/>
                            <a:pt x="913" y="65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59" name="Forme libre : forme 1858">
                      <a:extLst>
                        <a:ext uri="{FF2B5EF4-FFF2-40B4-BE49-F238E27FC236}">
                          <a16:creationId xmlns:a16="http://schemas.microsoft.com/office/drawing/2014/main" id="{35267CBF-3E3A-4D0A-B0E0-FF4195FEE3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0222" y="3261071"/>
                      <a:ext cx="29032" cy="31544"/>
                    </a:xfrm>
                    <a:custGeom>
                      <a:avLst/>
                      <a:gdLst>
                        <a:gd name="connsiteX0" fmla="*/ 14570 w 29032"/>
                        <a:gd name="connsiteY0" fmla="*/ 16019 h 31544"/>
                        <a:gd name="connsiteX1" fmla="*/ 23809 w 29032"/>
                        <a:gd name="connsiteY1" fmla="*/ 31545 h 31544"/>
                        <a:gd name="connsiteX2" fmla="*/ 28095 w 29032"/>
                        <a:gd name="connsiteY2" fmla="*/ 26687 h 31544"/>
                        <a:gd name="connsiteX3" fmla="*/ 19904 w 29032"/>
                        <a:gd name="connsiteY3" fmla="*/ 3637 h 31544"/>
                        <a:gd name="connsiteX4" fmla="*/ 854 w 29032"/>
                        <a:gd name="connsiteY4" fmla="*/ 6589 h 31544"/>
                        <a:gd name="connsiteX5" fmla="*/ 187 w 29032"/>
                        <a:gd name="connsiteY5" fmla="*/ 14209 h 31544"/>
                        <a:gd name="connsiteX6" fmla="*/ 14570 w 29032"/>
                        <a:gd name="connsiteY6" fmla="*/ 16019 h 315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032" h="31544">
                          <a:moveTo>
                            <a:pt x="14570" y="16019"/>
                          </a:moveTo>
                          <a:cubicBezTo>
                            <a:pt x="19713" y="19829"/>
                            <a:pt x="22952" y="25830"/>
                            <a:pt x="23809" y="31545"/>
                          </a:cubicBezTo>
                          <a:cubicBezTo>
                            <a:pt x="25619" y="30402"/>
                            <a:pt x="27238" y="28973"/>
                            <a:pt x="28095" y="26687"/>
                          </a:cubicBezTo>
                          <a:cubicBezTo>
                            <a:pt x="30858" y="19829"/>
                            <a:pt x="27333" y="9352"/>
                            <a:pt x="19904" y="3637"/>
                          </a:cubicBezTo>
                          <a:cubicBezTo>
                            <a:pt x="12474" y="-2078"/>
                            <a:pt x="3616" y="-1031"/>
                            <a:pt x="854" y="6589"/>
                          </a:cubicBezTo>
                          <a:cubicBezTo>
                            <a:pt x="-3" y="8971"/>
                            <a:pt x="-194" y="11542"/>
                            <a:pt x="187" y="14209"/>
                          </a:cubicBezTo>
                          <a:cubicBezTo>
                            <a:pt x="4188" y="11828"/>
                            <a:pt x="9617" y="12304"/>
                            <a:pt x="14570" y="1601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60" name="Forme libre : forme 1859">
                      <a:extLst>
                        <a:ext uri="{FF2B5EF4-FFF2-40B4-BE49-F238E27FC236}">
                          <a16:creationId xmlns:a16="http://schemas.microsoft.com/office/drawing/2014/main" id="{4D168260-93C6-41A0-9EA5-CE328C0791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2637" y="3267947"/>
                      <a:ext cx="12198" cy="15739"/>
                    </a:xfrm>
                    <a:custGeom>
                      <a:avLst/>
                      <a:gdLst>
                        <a:gd name="connsiteX0" fmla="*/ 59 w 12198"/>
                        <a:gd name="connsiteY0" fmla="*/ 6666 h 15739"/>
                        <a:gd name="connsiteX1" fmla="*/ 5393 w 12198"/>
                        <a:gd name="connsiteY1" fmla="*/ 94 h 15739"/>
                        <a:gd name="connsiteX2" fmla="*/ 12155 w 12198"/>
                        <a:gd name="connsiteY2" fmla="*/ 9143 h 15739"/>
                        <a:gd name="connsiteX3" fmla="*/ 7012 w 12198"/>
                        <a:gd name="connsiteY3" fmla="*/ 15620 h 15739"/>
                        <a:gd name="connsiteX4" fmla="*/ 59 w 12198"/>
                        <a:gd name="connsiteY4" fmla="*/ 6666 h 15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98" h="15739">
                          <a:moveTo>
                            <a:pt x="59" y="6666"/>
                          </a:moveTo>
                          <a:cubicBezTo>
                            <a:pt x="-417" y="2380"/>
                            <a:pt x="2059" y="-573"/>
                            <a:pt x="5393" y="94"/>
                          </a:cubicBezTo>
                          <a:cubicBezTo>
                            <a:pt x="8727" y="761"/>
                            <a:pt x="11775" y="4952"/>
                            <a:pt x="12155" y="9143"/>
                          </a:cubicBezTo>
                          <a:cubicBezTo>
                            <a:pt x="12536" y="13429"/>
                            <a:pt x="10346" y="16382"/>
                            <a:pt x="7012" y="15620"/>
                          </a:cubicBezTo>
                          <a:cubicBezTo>
                            <a:pt x="3583" y="14953"/>
                            <a:pt x="535" y="10952"/>
                            <a:pt x="59" y="666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61" name="Forme libre : forme 1860">
                      <a:extLst>
                        <a:ext uri="{FF2B5EF4-FFF2-40B4-BE49-F238E27FC236}">
                          <a16:creationId xmlns:a16="http://schemas.microsoft.com/office/drawing/2014/main" id="{B3BAE89E-D9B1-44FE-9D3C-DE30F5C630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9160" y="3279612"/>
                      <a:ext cx="4738" cy="5433"/>
                    </a:xfrm>
                    <a:custGeom>
                      <a:avLst/>
                      <a:gdLst>
                        <a:gd name="connsiteX0" fmla="*/ 108 w 4738"/>
                        <a:gd name="connsiteY0" fmla="*/ 1098 h 5433"/>
                        <a:gd name="connsiteX1" fmla="*/ 3156 w 4738"/>
                        <a:gd name="connsiteY1" fmla="*/ 526 h 5433"/>
                        <a:gd name="connsiteX2" fmla="*/ 4584 w 4738"/>
                        <a:gd name="connsiteY2" fmla="*/ 4336 h 5433"/>
                        <a:gd name="connsiteX3" fmla="*/ 1536 w 4738"/>
                        <a:gd name="connsiteY3" fmla="*/ 4907 h 5433"/>
                        <a:gd name="connsiteX4" fmla="*/ 108 w 4738"/>
                        <a:gd name="connsiteY4" fmla="*/ 1098 h 5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38" h="5433">
                          <a:moveTo>
                            <a:pt x="108" y="1098"/>
                          </a:moveTo>
                          <a:cubicBezTo>
                            <a:pt x="584" y="-141"/>
                            <a:pt x="1917" y="-331"/>
                            <a:pt x="3156" y="526"/>
                          </a:cubicBezTo>
                          <a:cubicBezTo>
                            <a:pt x="4394" y="1383"/>
                            <a:pt x="5061" y="3098"/>
                            <a:pt x="4584" y="4336"/>
                          </a:cubicBezTo>
                          <a:cubicBezTo>
                            <a:pt x="4108" y="5574"/>
                            <a:pt x="2775" y="5765"/>
                            <a:pt x="1536" y="4907"/>
                          </a:cubicBezTo>
                          <a:cubicBezTo>
                            <a:pt x="393" y="3955"/>
                            <a:pt x="-273" y="2240"/>
                            <a:pt x="108" y="109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862" name="Graphique 15">
                    <a:extLst>
                      <a:ext uri="{FF2B5EF4-FFF2-40B4-BE49-F238E27FC236}">
                        <a16:creationId xmlns:a16="http://schemas.microsoft.com/office/drawing/2014/main" id="{543025D3-65BA-41F4-B3C8-89AF5FE64C34}"/>
                      </a:ext>
                    </a:extLst>
                  </p:cNvPr>
                  <p:cNvGrpSpPr/>
                  <p:nvPr/>
                </p:nvGrpSpPr>
                <p:grpSpPr>
                  <a:xfrm>
                    <a:off x="9979222" y="3228267"/>
                    <a:ext cx="29988" cy="33222"/>
                    <a:chOff x="9979222" y="3228267"/>
                    <a:chExt cx="29988" cy="33222"/>
                  </a:xfrm>
                  <a:solidFill>
                    <a:schemeClr val="accent1"/>
                  </a:solidFill>
                </p:grpSpPr>
                <p:sp>
                  <p:nvSpPr>
                    <p:cNvPr id="1863" name="Forme libre : forme 1862">
                      <a:extLst>
                        <a:ext uri="{FF2B5EF4-FFF2-40B4-BE49-F238E27FC236}">
                          <a16:creationId xmlns:a16="http://schemas.microsoft.com/office/drawing/2014/main" id="{73FE83B7-FE70-44D0-934B-85BEE3CDC0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9222" y="3228333"/>
                      <a:ext cx="29893" cy="33155"/>
                    </a:xfrm>
                    <a:custGeom>
                      <a:avLst/>
                      <a:gdLst>
                        <a:gd name="connsiteX0" fmla="*/ 1186 w 29893"/>
                        <a:gd name="connsiteY0" fmla="*/ 6561 h 33155"/>
                        <a:gd name="connsiteX1" fmla="*/ 21093 w 29893"/>
                        <a:gd name="connsiteY1" fmla="*/ 3513 h 33155"/>
                        <a:gd name="connsiteX2" fmla="*/ 28713 w 29893"/>
                        <a:gd name="connsiteY2" fmla="*/ 26944 h 33155"/>
                        <a:gd name="connsiteX3" fmla="*/ 9377 w 29893"/>
                        <a:gd name="connsiteY3" fmla="*/ 29802 h 33155"/>
                        <a:gd name="connsiteX4" fmla="*/ 1186 w 29893"/>
                        <a:gd name="connsiteY4" fmla="*/ 6561 h 33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893" h="33155">
                          <a:moveTo>
                            <a:pt x="1186" y="6561"/>
                          </a:moveTo>
                          <a:cubicBezTo>
                            <a:pt x="4615" y="-774"/>
                            <a:pt x="13663" y="-2202"/>
                            <a:pt x="21093" y="3513"/>
                          </a:cubicBezTo>
                          <a:cubicBezTo>
                            <a:pt x="28522" y="9228"/>
                            <a:pt x="31856" y="19800"/>
                            <a:pt x="28713" y="26944"/>
                          </a:cubicBezTo>
                          <a:cubicBezTo>
                            <a:pt x="25665" y="34183"/>
                            <a:pt x="16902" y="35041"/>
                            <a:pt x="9377" y="29802"/>
                          </a:cubicBezTo>
                          <a:cubicBezTo>
                            <a:pt x="1853" y="24468"/>
                            <a:pt x="-2148" y="13895"/>
                            <a:pt x="1186" y="656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64" name="Forme libre : forme 1863">
                      <a:extLst>
                        <a:ext uri="{FF2B5EF4-FFF2-40B4-BE49-F238E27FC236}">
                          <a16:creationId xmlns:a16="http://schemas.microsoft.com/office/drawing/2014/main" id="{F479B172-EE2E-42E6-931A-2167FA588F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9338" y="3228267"/>
                      <a:ext cx="29873" cy="31963"/>
                    </a:xfrm>
                    <a:custGeom>
                      <a:avLst/>
                      <a:gdLst>
                        <a:gd name="connsiteX0" fmla="*/ 15072 w 29873"/>
                        <a:gd name="connsiteY0" fmla="*/ 16343 h 31963"/>
                        <a:gd name="connsiteX1" fmla="*/ 24026 w 29873"/>
                        <a:gd name="connsiteY1" fmla="*/ 31964 h 31963"/>
                        <a:gd name="connsiteX2" fmla="*/ 28693 w 29873"/>
                        <a:gd name="connsiteY2" fmla="*/ 26916 h 31963"/>
                        <a:gd name="connsiteX3" fmla="*/ 21073 w 29873"/>
                        <a:gd name="connsiteY3" fmla="*/ 3484 h 31963"/>
                        <a:gd name="connsiteX4" fmla="*/ 1166 w 29873"/>
                        <a:gd name="connsiteY4" fmla="*/ 6532 h 31963"/>
                        <a:gd name="connsiteX5" fmla="*/ 118 w 29873"/>
                        <a:gd name="connsiteY5" fmla="*/ 14247 h 31963"/>
                        <a:gd name="connsiteX6" fmla="*/ 15072 w 29873"/>
                        <a:gd name="connsiteY6" fmla="*/ 16343 h 31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873" h="31963">
                          <a:moveTo>
                            <a:pt x="15072" y="16343"/>
                          </a:moveTo>
                          <a:cubicBezTo>
                            <a:pt x="20216" y="20153"/>
                            <a:pt x="23454" y="26249"/>
                            <a:pt x="24026" y="31964"/>
                          </a:cubicBezTo>
                          <a:cubicBezTo>
                            <a:pt x="26026" y="30916"/>
                            <a:pt x="27645" y="29297"/>
                            <a:pt x="28693" y="26916"/>
                          </a:cubicBezTo>
                          <a:cubicBezTo>
                            <a:pt x="31836" y="19772"/>
                            <a:pt x="28503" y="9199"/>
                            <a:pt x="21073" y="3484"/>
                          </a:cubicBezTo>
                          <a:cubicBezTo>
                            <a:pt x="13644" y="-2231"/>
                            <a:pt x="4500" y="-707"/>
                            <a:pt x="1166" y="6532"/>
                          </a:cubicBezTo>
                          <a:cubicBezTo>
                            <a:pt x="23" y="8818"/>
                            <a:pt x="-168" y="11485"/>
                            <a:pt x="118" y="14247"/>
                          </a:cubicBezTo>
                          <a:cubicBezTo>
                            <a:pt x="4214" y="11866"/>
                            <a:pt x="10024" y="12628"/>
                            <a:pt x="15072" y="1634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65" name="Forme libre : forme 1864">
                      <a:extLst>
                        <a:ext uri="{FF2B5EF4-FFF2-40B4-BE49-F238E27FC236}">
                          <a16:creationId xmlns:a16="http://schemas.microsoft.com/office/drawing/2014/main" id="{62A72E6C-7C22-4BF8-A1C4-2BE78112BE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1732" y="3235346"/>
                      <a:ext cx="12592" cy="15768"/>
                    </a:xfrm>
                    <a:custGeom>
                      <a:avLst/>
                      <a:gdLst>
                        <a:gd name="connsiteX0" fmla="*/ 10 w 12592"/>
                        <a:gd name="connsiteY0" fmla="*/ 6597 h 15768"/>
                        <a:gd name="connsiteX1" fmla="*/ 6010 w 12592"/>
                        <a:gd name="connsiteY1" fmla="*/ 120 h 15768"/>
                        <a:gd name="connsiteX2" fmla="*/ 12583 w 12592"/>
                        <a:gd name="connsiteY2" fmla="*/ 9264 h 15768"/>
                        <a:gd name="connsiteX3" fmla="*/ 6772 w 12592"/>
                        <a:gd name="connsiteY3" fmla="*/ 15646 h 15768"/>
                        <a:gd name="connsiteX4" fmla="*/ 10 w 12592"/>
                        <a:gd name="connsiteY4" fmla="*/ 6597 h 15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92" h="15768">
                          <a:moveTo>
                            <a:pt x="10" y="6597"/>
                          </a:moveTo>
                          <a:cubicBezTo>
                            <a:pt x="-181" y="2311"/>
                            <a:pt x="2486" y="-642"/>
                            <a:pt x="6010" y="120"/>
                          </a:cubicBezTo>
                          <a:cubicBezTo>
                            <a:pt x="9535" y="882"/>
                            <a:pt x="12392" y="4978"/>
                            <a:pt x="12583" y="9264"/>
                          </a:cubicBezTo>
                          <a:cubicBezTo>
                            <a:pt x="12773" y="13550"/>
                            <a:pt x="10201" y="16408"/>
                            <a:pt x="6772" y="15646"/>
                          </a:cubicBezTo>
                          <a:cubicBezTo>
                            <a:pt x="3343" y="14979"/>
                            <a:pt x="295" y="10978"/>
                            <a:pt x="10" y="65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66" name="Forme libre : forme 1865">
                      <a:extLst>
                        <a:ext uri="{FF2B5EF4-FFF2-40B4-BE49-F238E27FC236}">
                          <a16:creationId xmlns:a16="http://schemas.microsoft.com/office/drawing/2014/main" id="{FFF99B4F-6363-47E9-96DF-DE94474D47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8147" y="3247084"/>
                      <a:ext cx="4906" cy="5432"/>
                    </a:xfrm>
                    <a:custGeom>
                      <a:avLst/>
                      <a:gdLst>
                        <a:gd name="connsiteX0" fmla="*/ 167 w 4906"/>
                        <a:gd name="connsiteY0" fmla="*/ 1050 h 5432"/>
                        <a:gd name="connsiteX1" fmla="*/ 3406 w 4906"/>
                        <a:gd name="connsiteY1" fmla="*/ 573 h 5432"/>
                        <a:gd name="connsiteX2" fmla="*/ 4739 w 4906"/>
                        <a:gd name="connsiteY2" fmla="*/ 4383 h 5432"/>
                        <a:gd name="connsiteX3" fmla="*/ 1501 w 4906"/>
                        <a:gd name="connsiteY3" fmla="*/ 4860 h 5432"/>
                        <a:gd name="connsiteX4" fmla="*/ 167 w 4906"/>
                        <a:gd name="connsiteY4" fmla="*/ 1050 h 5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06" h="5432">
                          <a:moveTo>
                            <a:pt x="167" y="1050"/>
                          </a:moveTo>
                          <a:cubicBezTo>
                            <a:pt x="739" y="-93"/>
                            <a:pt x="2167" y="-379"/>
                            <a:pt x="3406" y="573"/>
                          </a:cubicBezTo>
                          <a:cubicBezTo>
                            <a:pt x="4644" y="1526"/>
                            <a:pt x="5215" y="3240"/>
                            <a:pt x="4739" y="4383"/>
                          </a:cubicBezTo>
                          <a:cubicBezTo>
                            <a:pt x="4263" y="5526"/>
                            <a:pt x="2739" y="5812"/>
                            <a:pt x="1501" y="4860"/>
                          </a:cubicBezTo>
                          <a:cubicBezTo>
                            <a:pt x="262" y="3907"/>
                            <a:pt x="-309" y="2193"/>
                            <a:pt x="167" y="105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867" name="Graphique 15">
                  <a:extLst>
                    <a:ext uri="{FF2B5EF4-FFF2-40B4-BE49-F238E27FC236}">
                      <a16:creationId xmlns:a16="http://schemas.microsoft.com/office/drawing/2014/main" id="{B1D65073-8431-42DB-88BF-084E2752AFC9}"/>
                    </a:ext>
                  </a:extLst>
                </p:cNvPr>
                <p:cNvGrpSpPr/>
                <p:nvPr/>
              </p:nvGrpSpPr>
              <p:grpSpPr>
                <a:xfrm>
                  <a:off x="9991683" y="3128193"/>
                  <a:ext cx="62398" cy="84891"/>
                  <a:chOff x="9991683" y="3128193"/>
                  <a:chExt cx="62398" cy="84891"/>
                </a:xfrm>
                <a:solidFill>
                  <a:schemeClr val="accent1"/>
                </a:solidFill>
              </p:grpSpPr>
              <p:grpSp>
                <p:nvGrpSpPr>
                  <p:cNvPr id="1868" name="Graphique 15">
                    <a:extLst>
                      <a:ext uri="{FF2B5EF4-FFF2-40B4-BE49-F238E27FC236}">
                        <a16:creationId xmlns:a16="http://schemas.microsoft.com/office/drawing/2014/main" id="{2A4B2A9D-7DE0-4FBD-9B94-49B351960DD2}"/>
                      </a:ext>
                    </a:extLst>
                  </p:cNvPr>
                  <p:cNvGrpSpPr/>
                  <p:nvPr/>
                </p:nvGrpSpPr>
                <p:grpSpPr>
                  <a:xfrm>
                    <a:off x="9991683" y="3179041"/>
                    <a:ext cx="30494" cy="34043"/>
                    <a:chOff x="9991683" y="3179041"/>
                    <a:chExt cx="30494" cy="34043"/>
                  </a:xfrm>
                  <a:solidFill>
                    <a:schemeClr val="accent1"/>
                  </a:solidFill>
                </p:grpSpPr>
                <p:sp>
                  <p:nvSpPr>
                    <p:cNvPr id="1869" name="Forme libre : forme 1868">
                      <a:extLst>
                        <a:ext uri="{FF2B5EF4-FFF2-40B4-BE49-F238E27FC236}">
                          <a16:creationId xmlns:a16="http://schemas.microsoft.com/office/drawing/2014/main" id="{48840B48-5C83-4A62-8933-0CF243B4F7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1683" y="3179041"/>
                      <a:ext cx="30399" cy="33957"/>
                    </a:xfrm>
                    <a:custGeom>
                      <a:avLst/>
                      <a:gdLst>
                        <a:gd name="connsiteX0" fmla="*/ 8252 w 30399"/>
                        <a:gd name="connsiteY0" fmla="*/ 799 h 33957"/>
                        <a:gd name="connsiteX1" fmla="*/ 28730 w 30399"/>
                        <a:gd name="connsiteY1" fmla="*/ 12134 h 33957"/>
                        <a:gd name="connsiteX2" fmla="*/ 22539 w 30399"/>
                        <a:gd name="connsiteY2" fmla="*/ 33279 h 33957"/>
                        <a:gd name="connsiteX3" fmla="*/ 1870 w 30399"/>
                        <a:gd name="connsiteY3" fmla="*/ 22039 h 33957"/>
                        <a:gd name="connsiteX4" fmla="*/ 8252 w 30399"/>
                        <a:gd name="connsiteY4" fmla="*/ 799 h 33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99" h="33957">
                          <a:moveTo>
                            <a:pt x="8252" y="799"/>
                          </a:moveTo>
                          <a:cubicBezTo>
                            <a:pt x="15871" y="-2059"/>
                            <a:pt x="25015" y="2989"/>
                            <a:pt x="28730" y="12134"/>
                          </a:cubicBezTo>
                          <a:cubicBezTo>
                            <a:pt x="32445" y="21277"/>
                            <a:pt x="29778" y="30707"/>
                            <a:pt x="22539" y="33279"/>
                          </a:cubicBezTo>
                          <a:cubicBezTo>
                            <a:pt x="15300" y="35851"/>
                            <a:pt x="5965" y="30898"/>
                            <a:pt x="1870" y="22039"/>
                          </a:cubicBezTo>
                          <a:cubicBezTo>
                            <a:pt x="-2226" y="13181"/>
                            <a:pt x="631" y="3656"/>
                            <a:pt x="8252" y="79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70" name="Forme libre : forme 1869">
                      <a:extLst>
                        <a:ext uri="{FF2B5EF4-FFF2-40B4-BE49-F238E27FC236}">
                          <a16:creationId xmlns:a16="http://schemas.microsoft.com/office/drawing/2014/main" id="{7EACFC1B-477E-4A3D-B121-4539D37ABF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4315" y="3179136"/>
                      <a:ext cx="27863" cy="33947"/>
                    </a:xfrm>
                    <a:custGeom>
                      <a:avLst/>
                      <a:gdLst>
                        <a:gd name="connsiteX0" fmla="*/ 13049 w 27863"/>
                        <a:gd name="connsiteY0" fmla="*/ 16801 h 33947"/>
                        <a:gd name="connsiteX1" fmla="*/ 12478 w 27863"/>
                        <a:gd name="connsiteY1" fmla="*/ 33470 h 33947"/>
                        <a:gd name="connsiteX2" fmla="*/ 20002 w 27863"/>
                        <a:gd name="connsiteY2" fmla="*/ 33279 h 33947"/>
                        <a:gd name="connsiteX3" fmla="*/ 26194 w 27863"/>
                        <a:gd name="connsiteY3" fmla="*/ 12134 h 33947"/>
                        <a:gd name="connsiteX4" fmla="*/ 5715 w 27863"/>
                        <a:gd name="connsiteY4" fmla="*/ 799 h 33947"/>
                        <a:gd name="connsiteX5" fmla="*/ 0 w 27863"/>
                        <a:gd name="connsiteY5" fmla="*/ 5371 h 33947"/>
                        <a:gd name="connsiteX6" fmla="*/ 13049 w 27863"/>
                        <a:gd name="connsiteY6" fmla="*/ 16801 h 33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863" h="33947">
                          <a:moveTo>
                            <a:pt x="13049" y="16801"/>
                          </a:moveTo>
                          <a:cubicBezTo>
                            <a:pt x="15716" y="22897"/>
                            <a:pt x="15240" y="29183"/>
                            <a:pt x="12478" y="33470"/>
                          </a:cubicBezTo>
                          <a:cubicBezTo>
                            <a:pt x="15049" y="34136"/>
                            <a:pt x="17621" y="34136"/>
                            <a:pt x="20002" y="33279"/>
                          </a:cubicBezTo>
                          <a:cubicBezTo>
                            <a:pt x="27241" y="30707"/>
                            <a:pt x="29908" y="21182"/>
                            <a:pt x="26194" y="12134"/>
                          </a:cubicBezTo>
                          <a:cubicBezTo>
                            <a:pt x="22479" y="2989"/>
                            <a:pt x="13335" y="-2059"/>
                            <a:pt x="5715" y="799"/>
                          </a:cubicBezTo>
                          <a:cubicBezTo>
                            <a:pt x="3334" y="1751"/>
                            <a:pt x="1429" y="3371"/>
                            <a:pt x="0" y="5371"/>
                          </a:cubicBezTo>
                          <a:cubicBezTo>
                            <a:pt x="5334" y="6514"/>
                            <a:pt x="10382" y="10705"/>
                            <a:pt x="13049" y="1680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71" name="Forme libre : forme 1870">
                      <a:extLst>
                        <a:ext uri="{FF2B5EF4-FFF2-40B4-BE49-F238E27FC236}">
                          <a16:creationId xmlns:a16="http://schemas.microsoft.com/office/drawing/2014/main" id="{F7CB09ED-4BCA-4593-8B57-82063BBEA9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5284" y="3183059"/>
                      <a:ext cx="13492" cy="15206"/>
                    </a:xfrm>
                    <a:custGeom>
                      <a:avLst/>
                      <a:gdLst>
                        <a:gd name="connsiteX0" fmla="*/ 1603 w 13492"/>
                        <a:gd name="connsiteY0" fmla="*/ 2495 h 15206"/>
                        <a:gd name="connsiteX1" fmla="*/ 11128 w 13492"/>
                        <a:gd name="connsiteY1" fmla="*/ 2019 h 15206"/>
                        <a:gd name="connsiteX2" fmla="*/ 11890 w 13492"/>
                        <a:gd name="connsiteY2" fmla="*/ 12782 h 15206"/>
                        <a:gd name="connsiteX3" fmla="*/ 2460 w 13492"/>
                        <a:gd name="connsiteY3" fmla="*/ 13259 h 15206"/>
                        <a:gd name="connsiteX4" fmla="*/ 1603 w 13492"/>
                        <a:gd name="connsiteY4" fmla="*/ 2495 h 15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92" h="15206">
                          <a:moveTo>
                            <a:pt x="1603" y="2495"/>
                          </a:moveTo>
                          <a:cubicBezTo>
                            <a:pt x="3984" y="-648"/>
                            <a:pt x="8365" y="-838"/>
                            <a:pt x="11128" y="2019"/>
                          </a:cubicBezTo>
                          <a:cubicBezTo>
                            <a:pt x="13985" y="4877"/>
                            <a:pt x="14271" y="9734"/>
                            <a:pt x="11890" y="12782"/>
                          </a:cubicBezTo>
                          <a:cubicBezTo>
                            <a:pt x="9508" y="15830"/>
                            <a:pt x="5317" y="16021"/>
                            <a:pt x="2460" y="13259"/>
                          </a:cubicBezTo>
                          <a:cubicBezTo>
                            <a:pt x="-397" y="10401"/>
                            <a:pt x="-874" y="5639"/>
                            <a:pt x="1603" y="249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72" name="Forme libre : forme 1871">
                      <a:extLst>
                        <a:ext uri="{FF2B5EF4-FFF2-40B4-BE49-F238E27FC236}">
                          <a16:creationId xmlns:a16="http://schemas.microsoft.com/office/drawing/2014/main" id="{65FB5BC1-B9AC-477A-855F-ABC41FB9C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8055" y="3194185"/>
                      <a:ext cx="5038" cy="5598"/>
                    </a:xfrm>
                    <a:custGeom>
                      <a:avLst/>
                      <a:gdLst>
                        <a:gd name="connsiteX0" fmla="*/ 1308 w 5038"/>
                        <a:gd name="connsiteY0" fmla="*/ 132 h 5598"/>
                        <a:gd name="connsiteX1" fmla="*/ 4737 w 5038"/>
                        <a:gd name="connsiteY1" fmla="*/ 1942 h 5598"/>
                        <a:gd name="connsiteX2" fmla="*/ 3689 w 5038"/>
                        <a:gd name="connsiteY2" fmla="*/ 5466 h 5598"/>
                        <a:gd name="connsiteX3" fmla="*/ 260 w 5038"/>
                        <a:gd name="connsiteY3" fmla="*/ 3656 h 5598"/>
                        <a:gd name="connsiteX4" fmla="*/ 1308 w 5038"/>
                        <a:gd name="connsiteY4" fmla="*/ 132 h 5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38" h="5598">
                          <a:moveTo>
                            <a:pt x="1308" y="132"/>
                          </a:moveTo>
                          <a:cubicBezTo>
                            <a:pt x="2546" y="-344"/>
                            <a:pt x="4070" y="513"/>
                            <a:pt x="4737" y="1942"/>
                          </a:cubicBezTo>
                          <a:cubicBezTo>
                            <a:pt x="5403" y="3371"/>
                            <a:pt x="4927" y="4990"/>
                            <a:pt x="3689" y="5466"/>
                          </a:cubicBezTo>
                          <a:cubicBezTo>
                            <a:pt x="2451" y="5942"/>
                            <a:pt x="927" y="5085"/>
                            <a:pt x="260" y="3656"/>
                          </a:cubicBezTo>
                          <a:cubicBezTo>
                            <a:pt x="-312" y="2132"/>
                            <a:pt x="69" y="513"/>
                            <a:pt x="1308" y="1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873" name="Graphique 15">
                    <a:extLst>
                      <a:ext uri="{FF2B5EF4-FFF2-40B4-BE49-F238E27FC236}">
                        <a16:creationId xmlns:a16="http://schemas.microsoft.com/office/drawing/2014/main" id="{AE578173-A1B2-4D84-A160-5C76D7A46962}"/>
                      </a:ext>
                    </a:extLst>
                  </p:cNvPr>
                  <p:cNvGrpSpPr/>
                  <p:nvPr/>
                </p:nvGrpSpPr>
                <p:grpSpPr>
                  <a:xfrm>
                    <a:off x="10011080" y="3157205"/>
                    <a:ext cx="30550" cy="34281"/>
                    <a:chOff x="10011080" y="3157205"/>
                    <a:chExt cx="30550" cy="34281"/>
                  </a:xfrm>
                  <a:solidFill>
                    <a:schemeClr val="accent1"/>
                  </a:solidFill>
                </p:grpSpPr>
                <p:sp>
                  <p:nvSpPr>
                    <p:cNvPr id="1874" name="Forme libre : forme 1873">
                      <a:extLst>
                        <a:ext uri="{FF2B5EF4-FFF2-40B4-BE49-F238E27FC236}">
                          <a16:creationId xmlns:a16="http://schemas.microsoft.com/office/drawing/2014/main" id="{D1F5F7A2-866A-4DF9-9921-7D70E3FDE0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11080" y="3157205"/>
                      <a:ext cx="30550" cy="34281"/>
                    </a:xfrm>
                    <a:custGeom>
                      <a:avLst/>
                      <a:gdLst>
                        <a:gd name="connsiteX0" fmla="*/ 9048 w 30550"/>
                        <a:gd name="connsiteY0" fmla="*/ 631 h 34281"/>
                        <a:gd name="connsiteX1" fmla="*/ 29241 w 30550"/>
                        <a:gd name="connsiteY1" fmla="*/ 12823 h 34281"/>
                        <a:gd name="connsiteX2" fmla="*/ 21907 w 30550"/>
                        <a:gd name="connsiteY2" fmla="*/ 33778 h 34281"/>
                        <a:gd name="connsiteX3" fmla="*/ 1618 w 30550"/>
                        <a:gd name="connsiteY3" fmla="*/ 21777 h 34281"/>
                        <a:gd name="connsiteX4" fmla="*/ 9048 w 30550"/>
                        <a:gd name="connsiteY4" fmla="*/ 631 h 342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550" h="34281">
                          <a:moveTo>
                            <a:pt x="9048" y="631"/>
                          </a:moveTo>
                          <a:cubicBezTo>
                            <a:pt x="16953" y="-1940"/>
                            <a:pt x="25907" y="3584"/>
                            <a:pt x="29241" y="12823"/>
                          </a:cubicBezTo>
                          <a:cubicBezTo>
                            <a:pt x="32574" y="22063"/>
                            <a:pt x="29336" y="31397"/>
                            <a:pt x="21907" y="33778"/>
                          </a:cubicBezTo>
                          <a:cubicBezTo>
                            <a:pt x="14382" y="35969"/>
                            <a:pt x="5333" y="30826"/>
                            <a:pt x="1618" y="21777"/>
                          </a:cubicBezTo>
                          <a:cubicBezTo>
                            <a:pt x="-2287" y="12538"/>
                            <a:pt x="1142" y="3203"/>
                            <a:pt x="9048" y="63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75" name="Forme libre : forme 1874">
                      <a:extLst>
                        <a:ext uri="{FF2B5EF4-FFF2-40B4-BE49-F238E27FC236}">
                          <a16:creationId xmlns:a16="http://schemas.microsoft.com/office/drawing/2014/main" id="{352D083A-BD2A-4E20-8039-0145521218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14031" y="3157205"/>
                      <a:ext cx="27503" cy="34263"/>
                    </a:xfrm>
                    <a:custGeom>
                      <a:avLst/>
                      <a:gdLst>
                        <a:gd name="connsiteX0" fmla="*/ 12668 w 27503"/>
                        <a:gd name="connsiteY0" fmla="*/ 17015 h 34263"/>
                        <a:gd name="connsiteX1" fmla="*/ 11240 w 27503"/>
                        <a:gd name="connsiteY1" fmla="*/ 33588 h 34263"/>
                        <a:gd name="connsiteX2" fmla="*/ 18860 w 27503"/>
                        <a:gd name="connsiteY2" fmla="*/ 33778 h 34263"/>
                        <a:gd name="connsiteX3" fmla="*/ 26194 w 27503"/>
                        <a:gd name="connsiteY3" fmla="*/ 12823 h 34263"/>
                        <a:gd name="connsiteX4" fmla="*/ 6001 w 27503"/>
                        <a:gd name="connsiteY4" fmla="*/ 631 h 34263"/>
                        <a:gd name="connsiteX5" fmla="*/ 0 w 27503"/>
                        <a:gd name="connsiteY5" fmla="*/ 4918 h 34263"/>
                        <a:gd name="connsiteX6" fmla="*/ 12668 w 27503"/>
                        <a:gd name="connsiteY6" fmla="*/ 17015 h 34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503" h="34263">
                          <a:moveTo>
                            <a:pt x="12668" y="17015"/>
                          </a:moveTo>
                          <a:cubicBezTo>
                            <a:pt x="15050" y="23206"/>
                            <a:pt x="14288" y="29492"/>
                            <a:pt x="11240" y="33588"/>
                          </a:cubicBezTo>
                          <a:cubicBezTo>
                            <a:pt x="13811" y="34350"/>
                            <a:pt x="16383" y="34540"/>
                            <a:pt x="18860" y="33778"/>
                          </a:cubicBezTo>
                          <a:cubicBezTo>
                            <a:pt x="26289" y="31492"/>
                            <a:pt x="29528" y="22158"/>
                            <a:pt x="26194" y="12823"/>
                          </a:cubicBezTo>
                          <a:cubicBezTo>
                            <a:pt x="22860" y="3584"/>
                            <a:pt x="13907" y="-1940"/>
                            <a:pt x="6001" y="631"/>
                          </a:cubicBezTo>
                          <a:cubicBezTo>
                            <a:pt x="3524" y="1394"/>
                            <a:pt x="1524" y="3013"/>
                            <a:pt x="0" y="4918"/>
                          </a:cubicBezTo>
                          <a:cubicBezTo>
                            <a:pt x="5429" y="6442"/>
                            <a:pt x="10287" y="10823"/>
                            <a:pt x="12668" y="1701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76" name="Forme libre : forme 1875">
                      <a:extLst>
                        <a:ext uri="{FF2B5EF4-FFF2-40B4-BE49-F238E27FC236}">
                          <a16:creationId xmlns:a16="http://schemas.microsoft.com/office/drawing/2014/main" id="{E6EF9E9B-9A3C-4DE6-B2E6-6CA6FCF843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14812" y="3161158"/>
                      <a:ext cx="13713" cy="15192"/>
                    </a:xfrm>
                    <a:custGeom>
                      <a:avLst/>
                      <a:gdLst>
                        <a:gd name="connsiteX0" fmla="*/ 1887 w 13713"/>
                        <a:gd name="connsiteY0" fmla="*/ 2298 h 15192"/>
                        <a:gd name="connsiteX1" fmla="*/ 11602 w 13713"/>
                        <a:gd name="connsiteY1" fmla="*/ 2203 h 15192"/>
                        <a:gd name="connsiteX2" fmla="*/ 11888 w 13713"/>
                        <a:gd name="connsiteY2" fmla="*/ 12966 h 15192"/>
                        <a:gd name="connsiteX3" fmla="*/ 2268 w 13713"/>
                        <a:gd name="connsiteY3" fmla="*/ 13061 h 15192"/>
                        <a:gd name="connsiteX4" fmla="*/ 1887 w 13713"/>
                        <a:gd name="connsiteY4" fmla="*/ 2298 h 15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13" h="15192">
                          <a:moveTo>
                            <a:pt x="1887" y="2298"/>
                          </a:moveTo>
                          <a:cubicBezTo>
                            <a:pt x="4459" y="-750"/>
                            <a:pt x="8840" y="-750"/>
                            <a:pt x="11602" y="2203"/>
                          </a:cubicBezTo>
                          <a:cubicBezTo>
                            <a:pt x="14269" y="5156"/>
                            <a:pt x="14460" y="10013"/>
                            <a:pt x="11888" y="12966"/>
                          </a:cubicBezTo>
                          <a:cubicBezTo>
                            <a:pt x="9316" y="15919"/>
                            <a:pt x="5030" y="15919"/>
                            <a:pt x="2268" y="13061"/>
                          </a:cubicBezTo>
                          <a:cubicBezTo>
                            <a:pt x="-590" y="10109"/>
                            <a:pt x="-780" y="5251"/>
                            <a:pt x="1887" y="229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77" name="Forme libre : forme 1876">
                      <a:extLst>
                        <a:ext uri="{FF2B5EF4-FFF2-40B4-BE49-F238E27FC236}">
                          <a16:creationId xmlns:a16="http://schemas.microsoft.com/office/drawing/2014/main" id="{21CBD56D-1C61-498D-8009-FC20616C34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17333" y="3172129"/>
                      <a:ext cx="5032" cy="5609"/>
                    </a:xfrm>
                    <a:custGeom>
                      <a:avLst/>
                      <a:gdLst>
                        <a:gd name="connsiteX0" fmla="*/ 1461 w 5032"/>
                        <a:gd name="connsiteY0" fmla="*/ 90 h 5609"/>
                        <a:gd name="connsiteX1" fmla="*/ 4794 w 5032"/>
                        <a:gd name="connsiteY1" fmla="*/ 2090 h 5609"/>
                        <a:gd name="connsiteX2" fmla="*/ 3556 w 5032"/>
                        <a:gd name="connsiteY2" fmla="*/ 5519 h 5609"/>
                        <a:gd name="connsiteX3" fmla="*/ 222 w 5032"/>
                        <a:gd name="connsiteY3" fmla="*/ 3519 h 5609"/>
                        <a:gd name="connsiteX4" fmla="*/ 1461 w 5032"/>
                        <a:gd name="connsiteY4" fmla="*/ 90 h 5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32" h="5609">
                          <a:moveTo>
                            <a:pt x="1461" y="90"/>
                          </a:moveTo>
                          <a:cubicBezTo>
                            <a:pt x="2699" y="-291"/>
                            <a:pt x="4223" y="566"/>
                            <a:pt x="4794" y="2090"/>
                          </a:cubicBezTo>
                          <a:cubicBezTo>
                            <a:pt x="5366" y="3614"/>
                            <a:pt x="4890" y="5138"/>
                            <a:pt x="3556" y="5519"/>
                          </a:cubicBezTo>
                          <a:cubicBezTo>
                            <a:pt x="2318" y="5900"/>
                            <a:pt x="794" y="5043"/>
                            <a:pt x="222" y="3519"/>
                          </a:cubicBezTo>
                          <a:cubicBezTo>
                            <a:pt x="-349" y="1995"/>
                            <a:pt x="222" y="471"/>
                            <a:pt x="1461" y="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878" name="Graphique 15">
                    <a:extLst>
                      <a:ext uri="{FF2B5EF4-FFF2-40B4-BE49-F238E27FC236}">
                        <a16:creationId xmlns:a16="http://schemas.microsoft.com/office/drawing/2014/main" id="{651935F2-C076-40A6-B33D-5A535DC3044D}"/>
                      </a:ext>
                    </a:extLst>
                  </p:cNvPr>
                  <p:cNvGrpSpPr/>
                  <p:nvPr/>
                </p:nvGrpSpPr>
                <p:grpSpPr>
                  <a:xfrm>
                    <a:off x="10023086" y="3128193"/>
                    <a:ext cx="30995" cy="34553"/>
                    <a:chOff x="10023086" y="3128193"/>
                    <a:chExt cx="30995" cy="34553"/>
                  </a:xfrm>
                  <a:solidFill>
                    <a:schemeClr val="accent1"/>
                  </a:solidFill>
                </p:grpSpPr>
                <p:sp>
                  <p:nvSpPr>
                    <p:cNvPr id="1879" name="Forme libre : forme 1878">
                      <a:extLst>
                        <a:ext uri="{FF2B5EF4-FFF2-40B4-BE49-F238E27FC236}">
                          <a16:creationId xmlns:a16="http://schemas.microsoft.com/office/drawing/2014/main" id="{E5EB5276-DDBF-4F6F-9B29-6916A195E9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3086" y="3128193"/>
                      <a:ext cx="30995" cy="34553"/>
                    </a:xfrm>
                    <a:custGeom>
                      <a:avLst/>
                      <a:gdLst>
                        <a:gd name="connsiteX0" fmla="*/ 9805 w 30995"/>
                        <a:gd name="connsiteY0" fmla="*/ 497 h 34553"/>
                        <a:gd name="connsiteX1" fmla="*/ 29998 w 30995"/>
                        <a:gd name="connsiteY1" fmla="*/ 13451 h 34553"/>
                        <a:gd name="connsiteX2" fmla="*/ 21330 w 30995"/>
                        <a:gd name="connsiteY2" fmla="*/ 34025 h 34553"/>
                        <a:gd name="connsiteX3" fmla="*/ 1232 w 30995"/>
                        <a:gd name="connsiteY3" fmla="*/ 21738 h 34553"/>
                        <a:gd name="connsiteX4" fmla="*/ 9805 w 30995"/>
                        <a:gd name="connsiteY4" fmla="*/ 497 h 34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995" h="34553">
                          <a:moveTo>
                            <a:pt x="9805" y="497"/>
                          </a:moveTo>
                          <a:cubicBezTo>
                            <a:pt x="17996" y="-1788"/>
                            <a:pt x="27045" y="4022"/>
                            <a:pt x="29998" y="13451"/>
                          </a:cubicBezTo>
                          <a:cubicBezTo>
                            <a:pt x="32950" y="22786"/>
                            <a:pt x="29141" y="32025"/>
                            <a:pt x="21330" y="34025"/>
                          </a:cubicBezTo>
                          <a:cubicBezTo>
                            <a:pt x="13710" y="36312"/>
                            <a:pt x="4661" y="30978"/>
                            <a:pt x="1232" y="21738"/>
                          </a:cubicBezTo>
                          <a:cubicBezTo>
                            <a:pt x="-2101" y="12690"/>
                            <a:pt x="1518" y="2688"/>
                            <a:pt x="9805" y="49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80" name="Forme libre : forme 1879">
                      <a:extLst>
                        <a:ext uri="{FF2B5EF4-FFF2-40B4-BE49-F238E27FC236}">
                          <a16:creationId xmlns:a16="http://schemas.microsoft.com/office/drawing/2014/main" id="{46180F0E-810B-4A9F-A977-BC066BB3A1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6509" y="3128228"/>
                      <a:ext cx="27572" cy="34516"/>
                    </a:xfrm>
                    <a:custGeom>
                      <a:avLst/>
                      <a:gdLst>
                        <a:gd name="connsiteX0" fmla="*/ 12383 w 27572"/>
                        <a:gd name="connsiteY0" fmla="*/ 17036 h 34516"/>
                        <a:gd name="connsiteX1" fmla="*/ 10192 w 27572"/>
                        <a:gd name="connsiteY1" fmla="*/ 33895 h 34516"/>
                        <a:gd name="connsiteX2" fmla="*/ 17907 w 27572"/>
                        <a:gd name="connsiteY2" fmla="*/ 33990 h 34516"/>
                        <a:gd name="connsiteX3" fmla="*/ 26575 w 27572"/>
                        <a:gd name="connsiteY3" fmla="*/ 13416 h 34516"/>
                        <a:gd name="connsiteX4" fmla="*/ 6382 w 27572"/>
                        <a:gd name="connsiteY4" fmla="*/ 462 h 34516"/>
                        <a:gd name="connsiteX5" fmla="*/ 0 w 27572"/>
                        <a:gd name="connsiteY5" fmla="*/ 4653 h 34516"/>
                        <a:gd name="connsiteX6" fmla="*/ 12383 w 27572"/>
                        <a:gd name="connsiteY6" fmla="*/ 17036 h 34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572" h="34516">
                          <a:moveTo>
                            <a:pt x="12383" y="17036"/>
                          </a:moveTo>
                          <a:cubicBezTo>
                            <a:pt x="14478" y="23322"/>
                            <a:pt x="13430" y="29513"/>
                            <a:pt x="10192" y="33895"/>
                          </a:cubicBezTo>
                          <a:cubicBezTo>
                            <a:pt x="12764" y="34657"/>
                            <a:pt x="15335" y="34752"/>
                            <a:pt x="17907" y="33990"/>
                          </a:cubicBezTo>
                          <a:cubicBezTo>
                            <a:pt x="25718" y="31990"/>
                            <a:pt x="29528" y="22751"/>
                            <a:pt x="26575" y="13416"/>
                          </a:cubicBezTo>
                          <a:cubicBezTo>
                            <a:pt x="23622" y="4082"/>
                            <a:pt x="14669" y="-1729"/>
                            <a:pt x="6382" y="462"/>
                          </a:cubicBezTo>
                          <a:cubicBezTo>
                            <a:pt x="3810" y="1224"/>
                            <a:pt x="1619" y="2558"/>
                            <a:pt x="0" y="4653"/>
                          </a:cubicBezTo>
                          <a:cubicBezTo>
                            <a:pt x="5429" y="6177"/>
                            <a:pt x="10287" y="10844"/>
                            <a:pt x="12383" y="1703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81" name="Forme libre : forme 1880">
                      <a:extLst>
                        <a:ext uri="{FF2B5EF4-FFF2-40B4-BE49-F238E27FC236}">
                          <a16:creationId xmlns:a16="http://schemas.microsoft.com/office/drawing/2014/main" id="{A40E8493-F585-4460-8608-33833F3216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7033" y="3132058"/>
                      <a:ext cx="13946" cy="15253"/>
                    </a:xfrm>
                    <a:custGeom>
                      <a:avLst/>
                      <a:gdLst>
                        <a:gd name="connsiteX0" fmla="*/ 2049 w 13946"/>
                        <a:gd name="connsiteY0" fmla="*/ 2156 h 15253"/>
                        <a:gd name="connsiteX1" fmla="*/ 12050 w 13946"/>
                        <a:gd name="connsiteY1" fmla="*/ 2347 h 15253"/>
                        <a:gd name="connsiteX2" fmla="*/ 11764 w 13946"/>
                        <a:gd name="connsiteY2" fmla="*/ 13110 h 15253"/>
                        <a:gd name="connsiteX3" fmla="*/ 1953 w 13946"/>
                        <a:gd name="connsiteY3" fmla="*/ 13110 h 15253"/>
                        <a:gd name="connsiteX4" fmla="*/ 2049 w 13946"/>
                        <a:gd name="connsiteY4" fmla="*/ 2156 h 15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46" h="15253">
                          <a:moveTo>
                            <a:pt x="2049" y="2156"/>
                          </a:moveTo>
                          <a:cubicBezTo>
                            <a:pt x="4906" y="-796"/>
                            <a:pt x="9383" y="-701"/>
                            <a:pt x="12050" y="2347"/>
                          </a:cubicBezTo>
                          <a:cubicBezTo>
                            <a:pt x="14717" y="5395"/>
                            <a:pt x="14526" y="10253"/>
                            <a:pt x="11764" y="13110"/>
                          </a:cubicBezTo>
                          <a:cubicBezTo>
                            <a:pt x="8907" y="15872"/>
                            <a:pt x="4716" y="16063"/>
                            <a:pt x="1953" y="13110"/>
                          </a:cubicBezTo>
                          <a:cubicBezTo>
                            <a:pt x="-714" y="10157"/>
                            <a:pt x="-618" y="5204"/>
                            <a:pt x="2049" y="215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82" name="Forme libre : forme 1881">
                      <a:extLst>
                        <a:ext uri="{FF2B5EF4-FFF2-40B4-BE49-F238E27FC236}">
                          <a16:creationId xmlns:a16="http://schemas.microsoft.com/office/drawing/2014/main" id="{4ED74EAE-727D-47A6-9780-BC9DBEDD06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9350" y="3143078"/>
                      <a:ext cx="5081" cy="5704"/>
                    </a:xfrm>
                    <a:custGeom>
                      <a:avLst/>
                      <a:gdLst>
                        <a:gd name="connsiteX0" fmla="*/ 1541 w 5081"/>
                        <a:gd name="connsiteY0" fmla="*/ 90 h 5704"/>
                        <a:gd name="connsiteX1" fmla="*/ 4874 w 5081"/>
                        <a:gd name="connsiteY1" fmla="*/ 2090 h 5704"/>
                        <a:gd name="connsiteX2" fmla="*/ 3541 w 5081"/>
                        <a:gd name="connsiteY2" fmla="*/ 5615 h 5704"/>
                        <a:gd name="connsiteX3" fmla="*/ 207 w 5081"/>
                        <a:gd name="connsiteY3" fmla="*/ 3614 h 5704"/>
                        <a:gd name="connsiteX4" fmla="*/ 1541 w 5081"/>
                        <a:gd name="connsiteY4" fmla="*/ 90 h 57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81" h="5704">
                          <a:moveTo>
                            <a:pt x="1541" y="90"/>
                          </a:moveTo>
                          <a:cubicBezTo>
                            <a:pt x="2874" y="-291"/>
                            <a:pt x="4303" y="566"/>
                            <a:pt x="4874" y="2090"/>
                          </a:cubicBezTo>
                          <a:cubicBezTo>
                            <a:pt x="5446" y="3614"/>
                            <a:pt x="4779" y="5234"/>
                            <a:pt x="3541" y="5615"/>
                          </a:cubicBezTo>
                          <a:cubicBezTo>
                            <a:pt x="2207" y="5996"/>
                            <a:pt x="778" y="5138"/>
                            <a:pt x="207" y="3614"/>
                          </a:cubicBezTo>
                          <a:cubicBezTo>
                            <a:pt x="-365" y="2090"/>
                            <a:pt x="302" y="471"/>
                            <a:pt x="1541" y="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883" name="Graphique 15">
                  <a:extLst>
                    <a:ext uri="{FF2B5EF4-FFF2-40B4-BE49-F238E27FC236}">
                      <a16:creationId xmlns:a16="http://schemas.microsoft.com/office/drawing/2014/main" id="{AC677AB6-8862-4F56-ADED-0EB848F4A9AD}"/>
                    </a:ext>
                  </a:extLst>
                </p:cNvPr>
                <p:cNvGrpSpPr/>
                <p:nvPr/>
              </p:nvGrpSpPr>
              <p:grpSpPr>
                <a:xfrm>
                  <a:off x="9957563" y="3016189"/>
                  <a:ext cx="54264" cy="100361"/>
                  <a:chOff x="9957563" y="3016189"/>
                  <a:chExt cx="54264" cy="100361"/>
                </a:xfrm>
                <a:solidFill>
                  <a:schemeClr val="accent1"/>
                </a:solidFill>
              </p:grpSpPr>
              <p:grpSp>
                <p:nvGrpSpPr>
                  <p:cNvPr id="1884" name="Graphique 15">
                    <a:extLst>
                      <a:ext uri="{FF2B5EF4-FFF2-40B4-BE49-F238E27FC236}">
                        <a16:creationId xmlns:a16="http://schemas.microsoft.com/office/drawing/2014/main" id="{454A4036-33A4-46B8-A06A-931747C2CF00}"/>
                      </a:ext>
                    </a:extLst>
                  </p:cNvPr>
                  <p:cNvGrpSpPr/>
                  <p:nvPr/>
                </p:nvGrpSpPr>
                <p:grpSpPr>
                  <a:xfrm>
                    <a:off x="9957563" y="3081597"/>
                    <a:ext cx="33616" cy="34953"/>
                    <a:chOff x="9957563" y="3081597"/>
                    <a:chExt cx="33616" cy="34953"/>
                  </a:xfrm>
                  <a:solidFill>
                    <a:schemeClr val="accent1"/>
                  </a:solidFill>
                </p:grpSpPr>
                <p:sp>
                  <p:nvSpPr>
                    <p:cNvPr id="1885" name="Forme libre : forme 1884">
                      <a:extLst>
                        <a:ext uri="{FF2B5EF4-FFF2-40B4-BE49-F238E27FC236}">
                          <a16:creationId xmlns:a16="http://schemas.microsoft.com/office/drawing/2014/main" id="{435065F9-0C59-400D-8137-F689B467E3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7563" y="3081597"/>
                      <a:ext cx="33616" cy="34953"/>
                    </a:xfrm>
                    <a:custGeom>
                      <a:avLst/>
                      <a:gdLst>
                        <a:gd name="connsiteX0" fmla="*/ 5510 w 33616"/>
                        <a:gd name="connsiteY0" fmla="*/ 3755 h 34953"/>
                        <a:gd name="connsiteX1" fmla="*/ 29513 w 33616"/>
                        <a:gd name="connsiteY1" fmla="*/ 6898 h 34953"/>
                        <a:gd name="connsiteX2" fmla="*/ 28084 w 33616"/>
                        <a:gd name="connsiteY2" fmla="*/ 31282 h 34953"/>
                        <a:gd name="connsiteX3" fmla="*/ 4652 w 33616"/>
                        <a:gd name="connsiteY3" fmla="*/ 28520 h 34953"/>
                        <a:gd name="connsiteX4" fmla="*/ 5510 w 33616"/>
                        <a:gd name="connsiteY4" fmla="*/ 3755 h 34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616" h="34953">
                          <a:moveTo>
                            <a:pt x="5510" y="3755"/>
                          </a:moveTo>
                          <a:cubicBezTo>
                            <a:pt x="12558" y="-2341"/>
                            <a:pt x="23512" y="-817"/>
                            <a:pt x="29513" y="6898"/>
                          </a:cubicBezTo>
                          <a:cubicBezTo>
                            <a:pt x="35514" y="14613"/>
                            <a:pt x="34847" y="25662"/>
                            <a:pt x="28084" y="31282"/>
                          </a:cubicBezTo>
                          <a:cubicBezTo>
                            <a:pt x="21321" y="36902"/>
                            <a:pt x="11130" y="36140"/>
                            <a:pt x="4652" y="28520"/>
                          </a:cubicBezTo>
                          <a:cubicBezTo>
                            <a:pt x="-1825" y="21185"/>
                            <a:pt x="-1539" y="10136"/>
                            <a:pt x="5510" y="375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86" name="Forme libre : forme 1885">
                      <a:extLst>
                        <a:ext uri="{FF2B5EF4-FFF2-40B4-BE49-F238E27FC236}">
                          <a16:creationId xmlns:a16="http://schemas.microsoft.com/office/drawing/2014/main" id="{C2F85EA4-14A5-4F62-A09A-1E20B541A1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8405" y="3081692"/>
                      <a:ext cx="32717" cy="34710"/>
                    </a:xfrm>
                    <a:custGeom>
                      <a:avLst/>
                      <a:gdLst>
                        <a:gd name="connsiteX0" fmla="*/ 16097 w 32717"/>
                        <a:gd name="connsiteY0" fmla="*/ 17090 h 34710"/>
                        <a:gd name="connsiteX1" fmla="*/ 19621 w 32717"/>
                        <a:gd name="connsiteY1" fmla="*/ 34711 h 34710"/>
                        <a:gd name="connsiteX2" fmla="*/ 27146 w 32717"/>
                        <a:gd name="connsiteY2" fmla="*/ 31282 h 34710"/>
                        <a:gd name="connsiteX3" fmla="*/ 28575 w 32717"/>
                        <a:gd name="connsiteY3" fmla="*/ 6898 h 34710"/>
                        <a:gd name="connsiteX4" fmla="*/ 4572 w 32717"/>
                        <a:gd name="connsiteY4" fmla="*/ 3755 h 34710"/>
                        <a:gd name="connsiteX5" fmla="*/ 0 w 32717"/>
                        <a:gd name="connsiteY5" fmla="*/ 10994 h 34710"/>
                        <a:gd name="connsiteX6" fmla="*/ 16097 w 32717"/>
                        <a:gd name="connsiteY6" fmla="*/ 17090 h 34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717" h="34710">
                          <a:moveTo>
                            <a:pt x="16097" y="17090"/>
                          </a:moveTo>
                          <a:cubicBezTo>
                            <a:pt x="20384" y="22328"/>
                            <a:pt x="21241" y="28901"/>
                            <a:pt x="19621" y="34711"/>
                          </a:cubicBezTo>
                          <a:cubicBezTo>
                            <a:pt x="22288" y="34235"/>
                            <a:pt x="24955" y="33187"/>
                            <a:pt x="27146" y="31282"/>
                          </a:cubicBezTo>
                          <a:cubicBezTo>
                            <a:pt x="33909" y="25567"/>
                            <a:pt x="34671" y="14613"/>
                            <a:pt x="28575" y="6898"/>
                          </a:cubicBezTo>
                          <a:cubicBezTo>
                            <a:pt x="22574" y="-817"/>
                            <a:pt x="11716" y="-2341"/>
                            <a:pt x="4572" y="3755"/>
                          </a:cubicBezTo>
                          <a:cubicBezTo>
                            <a:pt x="2381" y="5755"/>
                            <a:pt x="857" y="8327"/>
                            <a:pt x="0" y="10994"/>
                          </a:cubicBezTo>
                          <a:cubicBezTo>
                            <a:pt x="5810" y="9851"/>
                            <a:pt x="11906" y="11851"/>
                            <a:pt x="16097" y="1709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87" name="Forme libre : forme 1886">
                      <a:extLst>
                        <a:ext uri="{FF2B5EF4-FFF2-40B4-BE49-F238E27FC236}">
                          <a16:creationId xmlns:a16="http://schemas.microsoft.com/office/drawing/2014/main" id="{77B608CF-DA2F-4321-9D1E-49343BAFD6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0745" y="3087380"/>
                      <a:ext cx="14271" cy="16509"/>
                    </a:xfrm>
                    <a:custGeom>
                      <a:avLst/>
                      <a:gdLst>
                        <a:gd name="connsiteX0" fmla="*/ 614 w 14271"/>
                        <a:gd name="connsiteY0" fmla="*/ 5305 h 16509"/>
                        <a:gd name="connsiteX1" fmla="*/ 10139 w 14271"/>
                        <a:gd name="connsiteY1" fmla="*/ 638 h 16509"/>
                        <a:gd name="connsiteX2" fmla="*/ 13568 w 14271"/>
                        <a:gd name="connsiteY2" fmla="*/ 11306 h 16509"/>
                        <a:gd name="connsiteX3" fmla="*/ 4233 w 14271"/>
                        <a:gd name="connsiteY3" fmla="*/ 15973 h 16509"/>
                        <a:gd name="connsiteX4" fmla="*/ 614 w 14271"/>
                        <a:gd name="connsiteY4" fmla="*/ 5305 h 165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71" h="16509">
                          <a:moveTo>
                            <a:pt x="614" y="5305"/>
                          </a:moveTo>
                          <a:cubicBezTo>
                            <a:pt x="2233" y="1019"/>
                            <a:pt x="6519" y="-1172"/>
                            <a:pt x="10139" y="638"/>
                          </a:cubicBezTo>
                          <a:cubicBezTo>
                            <a:pt x="13758" y="2448"/>
                            <a:pt x="15282" y="7210"/>
                            <a:pt x="13568" y="11306"/>
                          </a:cubicBezTo>
                          <a:cubicBezTo>
                            <a:pt x="11853" y="15402"/>
                            <a:pt x="7853" y="17593"/>
                            <a:pt x="4233" y="15973"/>
                          </a:cubicBezTo>
                          <a:cubicBezTo>
                            <a:pt x="709" y="14354"/>
                            <a:pt x="-1005" y="9592"/>
                            <a:pt x="614" y="530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88" name="Forme libre : forme 1887">
                      <a:extLst>
                        <a:ext uri="{FF2B5EF4-FFF2-40B4-BE49-F238E27FC236}">
                          <a16:creationId xmlns:a16="http://schemas.microsoft.com/office/drawing/2014/main" id="{E9B4E508-8E66-496A-959B-6BC9A68D59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5286" y="3099816"/>
                      <a:ext cx="5480" cy="5836"/>
                    </a:xfrm>
                    <a:custGeom>
                      <a:avLst/>
                      <a:gdLst>
                        <a:gd name="connsiteX0" fmla="*/ 835 w 5480"/>
                        <a:gd name="connsiteY0" fmla="*/ 680 h 5836"/>
                        <a:gd name="connsiteX1" fmla="*/ 4740 w 5480"/>
                        <a:gd name="connsiteY1" fmla="*/ 1061 h 5836"/>
                        <a:gd name="connsiteX2" fmla="*/ 4645 w 5480"/>
                        <a:gd name="connsiteY2" fmla="*/ 5157 h 5836"/>
                        <a:gd name="connsiteX3" fmla="*/ 740 w 5480"/>
                        <a:gd name="connsiteY3" fmla="*/ 4776 h 5836"/>
                        <a:gd name="connsiteX4" fmla="*/ 835 w 5480"/>
                        <a:gd name="connsiteY4" fmla="*/ 680 h 5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80" h="5836">
                          <a:moveTo>
                            <a:pt x="835" y="680"/>
                          </a:moveTo>
                          <a:cubicBezTo>
                            <a:pt x="1978" y="-368"/>
                            <a:pt x="3693" y="-177"/>
                            <a:pt x="4740" y="1061"/>
                          </a:cubicBezTo>
                          <a:cubicBezTo>
                            <a:pt x="5788" y="2299"/>
                            <a:pt x="5693" y="4109"/>
                            <a:pt x="4645" y="5157"/>
                          </a:cubicBezTo>
                          <a:cubicBezTo>
                            <a:pt x="3502" y="6205"/>
                            <a:pt x="1788" y="6014"/>
                            <a:pt x="740" y="4776"/>
                          </a:cubicBezTo>
                          <a:cubicBezTo>
                            <a:pt x="-308" y="3538"/>
                            <a:pt x="-213" y="1728"/>
                            <a:pt x="835" y="68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889" name="Graphique 15">
                    <a:extLst>
                      <a:ext uri="{FF2B5EF4-FFF2-40B4-BE49-F238E27FC236}">
                        <a16:creationId xmlns:a16="http://schemas.microsoft.com/office/drawing/2014/main" id="{96FEFBB1-95D1-41EB-B48E-2143E6455ED9}"/>
                      </a:ext>
                    </a:extLst>
                  </p:cNvPr>
                  <p:cNvGrpSpPr/>
                  <p:nvPr/>
                </p:nvGrpSpPr>
                <p:grpSpPr>
                  <a:xfrm>
                    <a:off x="9971795" y="3050710"/>
                    <a:ext cx="34225" cy="35482"/>
                    <a:chOff x="9971795" y="3050710"/>
                    <a:chExt cx="34225" cy="35482"/>
                  </a:xfrm>
                  <a:solidFill>
                    <a:schemeClr val="accent1"/>
                  </a:solidFill>
                </p:grpSpPr>
                <p:sp>
                  <p:nvSpPr>
                    <p:cNvPr id="1890" name="Forme libre : forme 1889">
                      <a:extLst>
                        <a:ext uri="{FF2B5EF4-FFF2-40B4-BE49-F238E27FC236}">
                          <a16:creationId xmlns:a16="http://schemas.microsoft.com/office/drawing/2014/main" id="{A8AF08F5-6C98-410D-A31C-34353F4EBD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1795" y="3050751"/>
                      <a:ext cx="34130" cy="35441"/>
                    </a:xfrm>
                    <a:custGeom>
                      <a:avLst/>
                      <a:gdLst>
                        <a:gd name="connsiteX0" fmla="*/ 6232 w 34130"/>
                        <a:gd name="connsiteY0" fmla="*/ 3740 h 35441"/>
                        <a:gd name="connsiteX1" fmla="*/ 30521 w 34130"/>
                        <a:gd name="connsiteY1" fmla="*/ 7264 h 35441"/>
                        <a:gd name="connsiteX2" fmla="*/ 27854 w 34130"/>
                        <a:gd name="connsiteY2" fmla="*/ 31839 h 35441"/>
                        <a:gd name="connsiteX3" fmla="*/ 4041 w 34130"/>
                        <a:gd name="connsiteY3" fmla="*/ 28505 h 35441"/>
                        <a:gd name="connsiteX4" fmla="*/ 6232 w 34130"/>
                        <a:gd name="connsiteY4" fmla="*/ 3740 h 35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130" h="35441">
                          <a:moveTo>
                            <a:pt x="6232" y="3740"/>
                          </a:moveTo>
                          <a:cubicBezTo>
                            <a:pt x="13661" y="-2451"/>
                            <a:pt x="24615" y="-737"/>
                            <a:pt x="30521" y="7264"/>
                          </a:cubicBezTo>
                          <a:cubicBezTo>
                            <a:pt x="36331" y="15265"/>
                            <a:pt x="34902" y="25933"/>
                            <a:pt x="27854" y="31839"/>
                          </a:cubicBezTo>
                          <a:cubicBezTo>
                            <a:pt x="20805" y="37744"/>
                            <a:pt x="10232" y="36220"/>
                            <a:pt x="4041" y="28505"/>
                          </a:cubicBezTo>
                          <a:cubicBezTo>
                            <a:pt x="-2055" y="20885"/>
                            <a:pt x="-1198" y="9741"/>
                            <a:pt x="6232" y="37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91" name="Forme libre : forme 1890">
                      <a:extLst>
                        <a:ext uri="{FF2B5EF4-FFF2-40B4-BE49-F238E27FC236}">
                          <a16:creationId xmlns:a16="http://schemas.microsoft.com/office/drawing/2014/main" id="{F5485BA0-730E-46B9-9291-0DFA8340AF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3074" y="3050710"/>
                      <a:ext cx="32947" cy="35213"/>
                    </a:xfrm>
                    <a:custGeom>
                      <a:avLst/>
                      <a:gdLst>
                        <a:gd name="connsiteX0" fmla="*/ 16097 w 32947"/>
                        <a:gd name="connsiteY0" fmla="*/ 17402 h 35213"/>
                        <a:gd name="connsiteX1" fmla="*/ 18860 w 32947"/>
                        <a:gd name="connsiteY1" fmla="*/ 35213 h 35213"/>
                        <a:gd name="connsiteX2" fmla="*/ 26670 w 32947"/>
                        <a:gd name="connsiteY2" fmla="*/ 31880 h 35213"/>
                        <a:gd name="connsiteX3" fmla="*/ 29337 w 32947"/>
                        <a:gd name="connsiteY3" fmla="*/ 7305 h 35213"/>
                        <a:gd name="connsiteX4" fmla="*/ 5048 w 32947"/>
                        <a:gd name="connsiteY4" fmla="*/ 3781 h 35213"/>
                        <a:gd name="connsiteX5" fmla="*/ 0 w 32947"/>
                        <a:gd name="connsiteY5" fmla="*/ 10829 h 35213"/>
                        <a:gd name="connsiteX6" fmla="*/ 16097 w 32947"/>
                        <a:gd name="connsiteY6" fmla="*/ 17402 h 35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947" h="35213">
                          <a:moveTo>
                            <a:pt x="16097" y="17402"/>
                          </a:moveTo>
                          <a:cubicBezTo>
                            <a:pt x="20193" y="22736"/>
                            <a:pt x="20860" y="29498"/>
                            <a:pt x="18860" y="35213"/>
                          </a:cubicBezTo>
                          <a:cubicBezTo>
                            <a:pt x="21622" y="34832"/>
                            <a:pt x="24384" y="33785"/>
                            <a:pt x="26670" y="31880"/>
                          </a:cubicBezTo>
                          <a:cubicBezTo>
                            <a:pt x="33719" y="25974"/>
                            <a:pt x="35147" y="15401"/>
                            <a:pt x="29337" y="7305"/>
                          </a:cubicBezTo>
                          <a:cubicBezTo>
                            <a:pt x="23527" y="-696"/>
                            <a:pt x="12478" y="-2506"/>
                            <a:pt x="5048" y="3781"/>
                          </a:cubicBezTo>
                          <a:cubicBezTo>
                            <a:pt x="2667" y="5686"/>
                            <a:pt x="1048" y="8162"/>
                            <a:pt x="0" y="10829"/>
                          </a:cubicBezTo>
                          <a:cubicBezTo>
                            <a:pt x="5905" y="9972"/>
                            <a:pt x="12097" y="12163"/>
                            <a:pt x="16097" y="1740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92" name="Forme libre : forme 1891">
                      <a:extLst>
                        <a:ext uri="{FF2B5EF4-FFF2-40B4-BE49-F238E27FC236}">
                          <a16:creationId xmlns:a16="http://schemas.microsoft.com/office/drawing/2014/main" id="{5E5EDC23-A9E1-4E0E-81D1-3B145DB93C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5199" y="3056504"/>
                      <a:ext cx="14647" cy="16657"/>
                    </a:xfrm>
                    <a:custGeom>
                      <a:avLst/>
                      <a:gdLst>
                        <a:gd name="connsiteX0" fmla="*/ 827 w 14647"/>
                        <a:gd name="connsiteY0" fmla="*/ 5130 h 16657"/>
                        <a:gd name="connsiteX1" fmla="*/ 10734 w 14647"/>
                        <a:gd name="connsiteY1" fmla="*/ 654 h 16657"/>
                        <a:gd name="connsiteX2" fmla="*/ 13781 w 14647"/>
                        <a:gd name="connsiteY2" fmla="*/ 11607 h 16657"/>
                        <a:gd name="connsiteX3" fmla="*/ 3971 w 14647"/>
                        <a:gd name="connsiteY3" fmla="*/ 15989 h 16657"/>
                        <a:gd name="connsiteX4" fmla="*/ 827 w 14647"/>
                        <a:gd name="connsiteY4" fmla="*/ 5130 h 166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47" h="16657">
                          <a:moveTo>
                            <a:pt x="827" y="5130"/>
                          </a:moveTo>
                          <a:cubicBezTo>
                            <a:pt x="2733" y="939"/>
                            <a:pt x="7209" y="-1156"/>
                            <a:pt x="10734" y="654"/>
                          </a:cubicBezTo>
                          <a:cubicBezTo>
                            <a:pt x="14353" y="2463"/>
                            <a:pt x="15686" y="7321"/>
                            <a:pt x="13781" y="11607"/>
                          </a:cubicBezTo>
                          <a:cubicBezTo>
                            <a:pt x="11972" y="15798"/>
                            <a:pt x="7590" y="17799"/>
                            <a:pt x="3971" y="15989"/>
                          </a:cubicBezTo>
                          <a:cubicBezTo>
                            <a:pt x="446" y="14274"/>
                            <a:pt x="-1078" y="9417"/>
                            <a:pt x="827" y="513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93" name="Forme libre : forme 1892">
                      <a:extLst>
                        <a:ext uri="{FF2B5EF4-FFF2-40B4-BE49-F238E27FC236}">
                          <a16:creationId xmlns:a16="http://schemas.microsoft.com/office/drawing/2014/main" id="{0528ECA9-3D98-4019-8A84-9461B0D6AF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9529" y="3069128"/>
                      <a:ext cx="5615" cy="5769"/>
                    </a:xfrm>
                    <a:custGeom>
                      <a:avLst/>
                      <a:gdLst>
                        <a:gd name="connsiteX0" fmla="*/ 974 w 5615"/>
                        <a:gd name="connsiteY0" fmla="*/ 602 h 5769"/>
                        <a:gd name="connsiteX1" fmla="*/ 4975 w 5615"/>
                        <a:gd name="connsiteY1" fmla="*/ 1079 h 5769"/>
                        <a:gd name="connsiteX2" fmla="*/ 4594 w 5615"/>
                        <a:gd name="connsiteY2" fmla="*/ 5174 h 5769"/>
                        <a:gd name="connsiteX3" fmla="*/ 688 w 5615"/>
                        <a:gd name="connsiteY3" fmla="*/ 4603 h 5769"/>
                        <a:gd name="connsiteX4" fmla="*/ 974 w 5615"/>
                        <a:gd name="connsiteY4" fmla="*/ 602 h 5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15" h="5769">
                          <a:moveTo>
                            <a:pt x="974" y="602"/>
                          </a:moveTo>
                          <a:cubicBezTo>
                            <a:pt x="2212" y="-350"/>
                            <a:pt x="3927" y="-160"/>
                            <a:pt x="4975" y="1079"/>
                          </a:cubicBezTo>
                          <a:cubicBezTo>
                            <a:pt x="5927" y="2317"/>
                            <a:pt x="5832" y="4222"/>
                            <a:pt x="4594" y="5174"/>
                          </a:cubicBezTo>
                          <a:cubicBezTo>
                            <a:pt x="3355" y="6127"/>
                            <a:pt x="1641" y="5936"/>
                            <a:pt x="688" y="4603"/>
                          </a:cubicBezTo>
                          <a:cubicBezTo>
                            <a:pt x="-360" y="3365"/>
                            <a:pt x="-169" y="1555"/>
                            <a:pt x="974" y="60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894" name="Graphique 15">
                    <a:extLst>
                      <a:ext uri="{FF2B5EF4-FFF2-40B4-BE49-F238E27FC236}">
                        <a16:creationId xmlns:a16="http://schemas.microsoft.com/office/drawing/2014/main" id="{8BD372FB-2269-4786-BCCB-5F0C3718B03A}"/>
                      </a:ext>
                    </a:extLst>
                  </p:cNvPr>
                  <p:cNvGrpSpPr/>
                  <p:nvPr/>
                </p:nvGrpSpPr>
                <p:grpSpPr>
                  <a:xfrm>
                    <a:off x="9976614" y="3016189"/>
                    <a:ext cx="35214" cy="35486"/>
                    <a:chOff x="9976614" y="3016189"/>
                    <a:chExt cx="35214" cy="35486"/>
                  </a:xfrm>
                  <a:solidFill>
                    <a:schemeClr val="accent1"/>
                  </a:solidFill>
                </p:grpSpPr>
                <p:sp>
                  <p:nvSpPr>
                    <p:cNvPr id="1895" name="Forme libre : forme 1894">
                      <a:extLst>
                        <a:ext uri="{FF2B5EF4-FFF2-40B4-BE49-F238E27FC236}">
                          <a16:creationId xmlns:a16="http://schemas.microsoft.com/office/drawing/2014/main" id="{6B2193C8-DBE0-43DA-A586-0465DB1AC7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6614" y="3016285"/>
                      <a:ext cx="35214" cy="35391"/>
                    </a:xfrm>
                    <a:custGeom>
                      <a:avLst/>
                      <a:gdLst>
                        <a:gd name="connsiteX0" fmla="*/ 7033 w 35214"/>
                        <a:gd name="connsiteY0" fmla="*/ 3440 h 35391"/>
                        <a:gd name="connsiteX1" fmla="*/ 31894 w 35214"/>
                        <a:gd name="connsiteY1" fmla="*/ 7345 h 35391"/>
                        <a:gd name="connsiteX2" fmla="*/ 28274 w 35214"/>
                        <a:gd name="connsiteY2" fmla="*/ 32110 h 35391"/>
                        <a:gd name="connsiteX3" fmla="*/ 3795 w 35214"/>
                        <a:gd name="connsiteY3" fmla="*/ 28300 h 35391"/>
                        <a:gd name="connsiteX4" fmla="*/ 7033 w 35214"/>
                        <a:gd name="connsiteY4" fmla="*/ 3440 h 35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14" h="35391">
                          <a:moveTo>
                            <a:pt x="7033" y="3440"/>
                          </a:moveTo>
                          <a:cubicBezTo>
                            <a:pt x="15034" y="-2371"/>
                            <a:pt x="26274" y="-656"/>
                            <a:pt x="31894" y="7345"/>
                          </a:cubicBezTo>
                          <a:cubicBezTo>
                            <a:pt x="37513" y="15346"/>
                            <a:pt x="35799" y="26490"/>
                            <a:pt x="28274" y="32110"/>
                          </a:cubicBezTo>
                          <a:cubicBezTo>
                            <a:pt x="20654" y="37730"/>
                            <a:pt x="9795" y="35920"/>
                            <a:pt x="3795" y="28300"/>
                          </a:cubicBezTo>
                          <a:cubicBezTo>
                            <a:pt x="-2206" y="20680"/>
                            <a:pt x="-1063" y="9155"/>
                            <a:pt x="7033" y="34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96" name="Forme libre : forme 1895">
                      <a:extLst>
                        <a:ext uri="{FF2B5EF4-FFF2-40B4-BE49-F238E27FC236}">
                          <a16:creationId xmlns:a16="http://schemas.microsoft.com/office/drawing/2014/main" id="{F3687101-6A84-4FE0-8355-033B6FFF91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8027" y="3016189"/>
                      <a:ext cx="33774" cy="35253"/>
                    </a:xfrm>
                    <a:custGeom>
                      <a:avLst/>
                      <a:gdLst>
                        <a:gd name="connsiteX0" fmla="*/ 16478 w 33774"/>
                        <a:gd name="connsiteY0" fmla="*/ 17441 h 35253"/>
                        <a:gd name="connsiteX1" fmla="*/ 18479 w 33774"/>
                        <a:gd name="connsiteY1" fmla="*/ 35253 h 35253"/>
                        <a:gd name="connsiteX2" fmla="*/ 26765 w 33774"/>
                        <a:gd name="connsiteY2" fmla="*/ 32110 h 35253"/>
                        <a:gd name="connsiteX3" fmla="*/ 30385 w 33774"/>
                        <a:gd name="connsiteY3" fmla="*/ 7345 h 35253"/>
                        <a:gd name="connsiteX4" fmla="*/ 5525 w 33774"/>
                        <a:gd name="connsiteY4" fmla="*/ 3440 h 35253"/>
                        <a:gd name="connsiteX5" fmla="*/ 0 w 33774"/>
                        <a:gd name="connsiteY5" fmla="*/ 10298 h 35253"/>
                        <a:gd name="connsiteX6" fmla="*/ 16478 w 33774"/>
                        <a:gd name="connsiteY6" fmla="*/ 17441 h 35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774" h="35253">
                          <a:moveTo>
                            <a:pt x="16478" y="17441"/>
                          </a:moveTo>
                          <a:cubicBezTo>
                            <a:pt x="20479" y="22871"/>
                            <a:pt x="20955" y="29729"/>
                            <a:pt x="18479" y="35253"/>
                          </a:cubicBezTo>
                          <a:cubicBezTo>
                            <a:pt x="21431" y="34967"/>
                            <a:pt x="24289" y="34015"/>
                            <a:pt x="26765" y="32110"/>
                          </a:cubicBezTo>
                          <a:cubicBezTo>
                            <a:pt x="34385" y="26490"/>
                            <a:pt x="36100" y="15346"/>
                            <a:pt x="30385" y="7345"/>
                          </a:cubicBezTo>
                          <a:cubicBezTo>
                            <a:pt x="24765" y="-656"/>
                            <a:pt x="13526" y="-2371"/>
                            <a:pt x="5525" y="3440"/>
                          </a:cubicBezTo>
                          <a:cubicBezTo>
                            <a:pt x="2953" y="5249"/>
                            <a:pt x="1143" y="7726"/>
                            <a:pt x="0" y="10298"/>
                          </a:cubicBezTo>
                          <a:cubicBezTo>
                            <a:pt x="6287" y="9726"/>
                            <a:pt x="12573" y="12203"/>
                            <a:pt x="16478" y="1744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97" name="Forme libre : forme 1896">
                      <a:extLst>
                        <a:ext uri="{FF2B5EF4-FFF2-40B4-BE49-F238E27FC236}">
                          <a16:creationId xmlns:a16="http://schemas.microsoft.com/office/drawing/2014/main" id="{34AA0000-5F5C-4975-B050-618DE0E2DB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0174" y="3022015"/>
                      <a:ext cx="15322" cy="16563"/>
                    </a:xfrm>
                    <a:custGeom>
                      <a:avLst/>
                      <a:gdLst>
                        <a:gd name="connsiteX0" fmla="*/ 996 w 15322"/>
                        <a:gd name="connsiteY0" fmla="*/ 4853 h 16563"/>
                        <a:gd name="connsiteX1" fmla="*/ 11568 w 15322"/>
                        <a:gd name="connsiteY1" fmla="*/ 757 h 16563"/>
                        <a:gd name="connsiteX2" fmla="*/ 14235 w 15322"/>
                        <a:gd name="connsiteY2" fmla="*/ 11711 h 16563"/>
                        <a:gd name="connsiteX3" fmla="*/ 3853 w 15322"/>
                        <a:gd name="connsiteY3" fmla="*/ 15806 h 16563"/>
                        <a:gd name="connsiteX4" fmla="*/ 996 w 15322"/>
                        <a:gd name="connsiteY4" fmla="*/ 4853 h 16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22" h="16563">
                          <a:moveTo>
                            <a:pt x="996" y="4853"/>
                          </a:moveTo>
                          <a:cubicBezTo>
                            <a:pt x="3091" y="662"/>
                            <a:pt x="7854" y="-1148"/>
                            <a:pt x="11568" y="757"/>
                          </a:cubicBezTo>
                          <a:cubicBezTo>
                            <a:pt x="15188" y="2662"/>
                            <a:pt x="16426" y="7615"/>
                            <a:pt x="14235" y="11711"/>
                          </a:cubicBezTo>
                          <a:cubicBezTo>
                            <a:pt x="12140" y="15902"/>
                            <a:pt x="7473" y="17711"/>
                            <a:pt x="3853" y="15806"/>
                          </a:cubicBezTo>
                          <a:cubicBezTo>
                            <a:pt x="234" y="13901"/>
                            <a:pt x="-1100" y="8948"/>
                            <a:pt x="996" y="485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898" name="Forme libre : forme 1897">
                      <a:extLst>
                        <a:ext uri="{FF2B5EF4-FFF2-40B4-BE49-F238E27FC236}">
                          <a16:creationId xmlns:a16="http://schemas.microsoft.com/office/drawing/2014/main" id="{E3A2759A-BD63-422B-A4C9-ED0187307F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4385" y="3034403"/>
                      <a:ext cx="5857" cy="5884"/>
                    </a:xfrm>
                    <a:custGeom>
                      <a:avLst/>
                      <a:gdLst>
                        <a:gd name="connsiteX0" fmla="*/ 1167 w 5857"/>
                        <a:gd name="connsiteY0" fmla="*/ 561 h 5884"/>
                        <a:gd name="connsiteX1" fmla="*/ 5263 w 5857"/>
                        <a:gd name="connsiteY1" fmla="*/ 1228 h 5884"/>
                        <a:gd name="connsiteX2" fmla="*/ 4691 w 5857"/>
                        <a:gd name="connsiteY2" fmla="*/ 5323 h 5884"/>
                        <a:gd name="connsiteX3" fmla="*/ 595 w 5857"/>
                        <a:gd name="connsiteY3" fmla="*/ 4657 h 5884"/>
                        <a:gd name="connsiteX4" fmla="*/ 1167 w 5857"/>
                        <a:gd name="connsiteY4" fmla="*/ 561 h 5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7" h="5884">
                          <a:moveTo>
                            <a:pt x="1167" y="561"/>
                          </a:moveTo>
                          <a:cubicBezTo>
                            <a:pt x="2405" y="-392"/>
                            <a:pt x="4310" y="-106"/>
                            <a:pt x="5263" y="1228"/>
                          </a:cubicBezTo>
                          <a:cubicBezTo>
                            <a:pt x="6215" y="2561"/>
                            <a:pt x="6025" y="4371"/>
                            <a:pt x="4691" y="5323"/>
                          </a:cubicBezTo>
                          <a:cubicBezTo>
                            <a:pt x="3453" y="6276"/>
                            <a:pt x="1548" y="5990"/>
                            <a:pt x="595" y="4657"/>
                          </a:cubicBezTo>
                          <a:cubicBezTo>
                            <a:pt x="-357" y="3323"/>
                            <a:pt x="-167" y="1513"/>
                            <a:pt x="1167" y="5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899" name="Graphique 15">
                  <a:extLst>
                    <a:ext uri="{FF2B5EF4-FFF2-40B4-BE49-F238E27FC236}">
                      <a16:creationId xmlns:a16="http://schemas.microsoft.com/office/drawing/2014/main" id="{6238450D-30A6-4108-A208-A7EBAAC8FCEE}"/>
                    </a:ext>
                  </a:extLst>
                </p:cNvPr>
                <p:cNvGrpSpPr/>
                <p:nvPr/>
              </p:nvGrpSpPr>
              <p:grpSpPr>
                <a:xfrm>
                  <a:off x="9866756" y="2933690"/>
                  <a:ext cx="60850" cy="105703"/>
                  <a:chOff x="9866756" y="2933690"/>
                  <a:chExt cx="60850" cy="105703"/>
                </a:xfrm>
                <a:solidFill>
                  <a:schemeClr val="accent1"/>
                </a:solidFill>
              </p:grpSpPr>
              <p:grpSp>
                <p:nvGrpSpPr>
                  <p:cNvPr id="1900" name="Graphique 15">
                    <a:extLst>
                      <a:ext uri="{FF2B5EF4-FFF2-40B4-BE49-F238E27FC236}">
                        <a16:creationId xmlns:a16="http://schemas.microsoft.com/office/drawing/2014/main" id="{E115537D-3B61-497B-AE65-4C7A213F2614}"/>
                      </a:ext>
                    </a:extLst>
                  </p:cNvPr>
                  <p:cNvGrpSpPr/>
                  <p:nvPr/>
                </p:nvGrpSpPr>
                <p:grpSpPr>
                  <a:xfrm>
                    <a:off x="9866756" y="3003266"/>
                    <a:ext cx="37338" cy="36127"/>
                    <a:chOff x="9866756" y="3003266"/>
                    <a:chExt cx="37338" cy="36127"/>
                  </a:xfrm>
                  <a:solidFill>
                    <a:schemeClr val="accent1"/>
                  </a:solidFill>
                </p:grpSpPr>
                <p:sp>
                  <p:nvSpPr>
                    <p:cNvPr id="1901" name="Forme libre : forme 1900">
                      <a:extLst>
                        <a:ext uri="{FF2B5EF4-FFF2-40B4-BE49-F238E27FC236}">
                          <a16:creationId xmlns:a16="http://schemas.microsoft.com/office/drawing/2014/main" id="{42F813F0-FFB6-4457-8DF5-0F618F4A89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66756" y="3003266"/>
                      <a:ext cx="37338" cy="36127"/>
                    </a:xfrm>
                    <a:custGeom>
                      <a:avLst/>
                      <a:gdLst>
                        <a:gd name="connsiteX0" fmla="*/ 6210 w 37338"/>
                        <a:gd name="connsiteY0" fmla="*/ 5124 h 36127"/>
                        <a:gd name="connsiteX1" fmla="*/ 32880 w 37338"/>
                        <a:gd name="connsiteY1" fmla="*/ 5600 h 36127"/>
                        <a:gd name="connsiteX2" fmla="*/ 30975 w 37338"/>
                        <a:gd name="connsiteY2" fmla="*/ 31032 h 36127"/>
                        <a:gd name="connsiteX3" fmla="*/ 4972 w 37338"/>
                        <a:gd name="connsiteY3" fmla="*/ 30936 h 36127"/>
                        <a:gd name="connsiteX4" fmla="*/ 6210 w 37338"/>
                        <a:gd name="connsiteY4" fmla="*/ 5124 h 36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338" h="36127">
                          <a:moveTo>
                            <a:pt x="6210" y="5124"/>
                          </a:moveTo>
                          <a:cubicBezTo>
                            <a:pt x="14116" y="-1925"/>
                            <a:pt x="26212" y="-1639"/>
                            <a:pt x="32880" y="5600"/>
                          </a:cubicBezTo>
                          <a:cubicBezTo>
                            <a:pt x="39547" y="12934"/>
                            <a:pt x="38595" y="24364"/>
                            <a:pt x="30975" y="31032"/>
                          </a:cubicBezTo>
                          <a:cubicBezTo>
                            <a:pt x="23355" y="37699"/>
                            <a:pt x="12020" y="37985"/>
                            <a:pt x="4972" y="30936"/>
                          </a:cubicBezTo>
                          <a:cubicBezTo>
                            <a:pt x="-2077" y="24078"/>
                            <a:pt x="-1601" y="12553"/>
                            <a:pt x="6210" y="512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02" name="Forme libre : forme 1901">
                      <a:extLst>
                        <a:ext uri="{FF2B5EF4-FFF2-40B4-BE49-F238E27FC236}">
                          <a16:creationId xmlns:a16="http://schemas.microsoft.com/office/drawing/2014/main" id="{15F96646-992A-45C9-8D3D-105B8CBA4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67728" y="3003325"/>
                      <a:ext cx="36272" cy="35449"/>
                    </a:xfrm>
                    <a:custGeom>
                      <a:avLst/>
                      <a:gdLst>
                        <a:gd name="connsiteX0" fmla="*/ 17812 w 36272"/>
                        <a:gd name="connsiteY0" fmla="*/ 17638 h 35449"/>
                        <a:gd name="connsiteX1" fmla="*/ 21431 w 36272"/>
                        <a:gd name="connsiteY1" fmla="*/ 35450 h 35449"/>
                        <a:gd name="connsiteX2" fmla="*/ 29908 w 36272"/>
                        <a:gd name="connsiteY2" fmla="*/ 31068 h 35449"/>
                        <a:gd name="connsiteX3" fmla="*/ 31813 w 36272"/>
                        <a:gd name="connsiteY3" fmla="*/ 5636 h 35449"/>
                        <a:gd name="connsiteX4" fmla="*/ 5144 w 36272"/>
                        <a:gd name="connsiteY4" fmla="*/ 5160 h 35449"/>
                        <a:gd name="connsiteX5" fmla="*/ 0 w 36272"/>
                        <a:gd name="connsiteY5" fmla="*/ 13161 h 35449"/>
                        <a:gd name="connsiteX6" fmla="*/ 17812 w 36272"/>
                        <a:gd name="connsiteY6" fmla="*/ 17638 h 35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272" h="35449">
                          <a:moveTo>
                            <a:pt x="17812" y="17638"/>
                          </a:moveTo>
                          <a:cubicBezTo>
                            <a:pt x="22479" y="22591"/>
                            <a:pt x="23431" y="29258"/>
                            <a:pt x="21431" y="35450"/>
                          </a:cubicBezTo>
                          <a:cubicBezTo>
                            <a:pt x="24384" y="34592"/>
                            <a:pt x="27337" y="33259"/>
                            <a:pt x="29908" y="31068"/>
                          </a:cubicBezTo>
                          <a:cubicBezTo>
                            <a:pt x="37529" y="24401"/>
                            <a:pt x="38481" y="12971"/>
                            <a:pt x="31813" y="5636"/>
                          </a:cubicBezTo>
                          <a:cubicBezTo>
                            <a:pt x="25241" y="-1603"/>
                            <a:pt x="13145" y="-1984"/>
                            <a:pt x="5144" y="5160"/>
                          </a:cubicBezTo>
                          <a:cubicBezTo>
                            <a:pt x="2667" y="7446"/>
                            <a:pt x="1048" y="10304"/>
                            <a:pt x="0" y="13161"/>
                          </a:cubicBezTo>
                          <a:cubicBezTo>
                            <a:pt x="6382" y="11351"/>
                            <a:pt x="13240" y="12685"/>
                            <a:pt x="17812" y="1763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03" name="Forme libre : forme 1902">
                      <a:extLst>
                        <a:ext uri="{FF2B5EF4-FFF2-40B4-BE49-F238E27FC236}">
                          <a16:creationId xmlns:a16="http://schemas.microsoft.com/office/drawing/2014/main" id="{E08440DD-2C42-47B6-93D3-09F570ABAF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70301" y="3009814"/>
                      <a:ext cx="15939" cy="17295"/>
                    </a:xfrm>
                    <a:custGeom>
                      <a:avLst/>
                      <a:gdLst>
                        <a:gd name="connsiteX0" fmla="*/ 761 w 15939"/>
                        <a:gd name="connsiteY0" fmla="*/ 6291 h 17295"/>
                        <a:gd name="connsiteX1" fmla="*/ 11429 w 15939"/>
                        <a:gd name="connsiteY1" fmla="*/ 386 h 17295"/>
                        <a:gd name="connsiteX2" fmla="*/ 15143 w 15939"/>
                        <a:gd name="connsiteY2" fmla="*/ 11054 h 17295"/>
                        <a:gd name="connsiteX3" fmla="*/ 4666 w 15939"/>
                        <a:gd name="connsiteY3" fmla="*/ 16959 h 17295"/>
                        <a:gd name="connsiteX4" fmla="*/ 761 w 15939"/>
                        <a:gd name="connsiteY4" fmla="*/ 6291 h 17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39" h="17295">
                          <a:moveTo>
                            <a:pt x="761" y="6291"/>
                          </a:moveTo>
                          <a:cubicBezTo>
                            <a:pt x="2570" y="1624"/>
                            <a:pt x="7333" y="-1043"/>
                            <a:pt x="11429" y="386"/>
                          </a:cubicBezTo>
                          <a:cubicBezTo>
                            <a:pt x="15429" y="1814"/>
                            <a:pt x="17048" y="6577"/>
                            <a:pt x="15143" y="11054"/>
                          </a:cubicBezTo>
                          <a:cubicBezTo>
                            <a:pt x="13238" y="15530"/>
                            <a:pt x="8666" y="18293"/>
                            <a:pt x="4666" y="16959"/>
                          </a:cubicBezTo>
                          <a:cubicBezTo>
                            <a:pt x="665" y="15721"/>
                            <a:pt x="-1144" y="10959"/>
                            <a:pt x="761" y="629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04" name="Forme libre : forme 1903">
                      <a:extLst>
                        <a:ext uri="{FF2B5EF4-FFF2-40B4-BE49-F238E27FC236}">
                          <a16:creationId xmlns:a16="http://schemas.microsoft.com/office/drawing/2014/main" id="{95D722D5-799A-4090-8C4B-3ACF48C3F7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75213" y="3022818"/>
                      <a:ext cx="6078" cy="6003"/>
                    </a:xfrm>
                    <a:custGeom>
                      <a:avLst/>
                      <a:gdLst>
                        <a:gd name="connsiteX0" fmla="*/ 991 w 6078"/>
                        <a:gd name="connsiteY0" fmla="*/ 906 h 6003"/>
                        <a:gd name="connsiteX1" fmla="*/ 5278 w 6078"/>
                        <a:gd name="connsiteY1" fmla="*/ 811 h 6003"/>
                        <a:gd name="connsiteX2" fmla="*/ 5087 w 6078"/>
                        <a:gd name="connsiteY2" fmla="*/ 5097 h 6003"/>
                        <a:gd name="connsiteX3" fmla="*/ 801 w 6078"/>
                        <a:gd name="connsiteY3" fmla="*/ 5193 h 6003"/>
                        <a:gd name="connsiteX4" fmla="*/ 991 w 6078"/>
                        <a:gd name="connsiteY4" fmla="*/ 906 h 6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8" h="6003">
                          <a:moveTo>
                            <a:pt x="991" y="906"/>
                          </a:moveTo>
                          <a:cubicBezTo>
                            <a:pt x="2230" y="-237"/>
                            <a:pt x="4135" y="-332"/>
                            <a:pt x="5278" y="811"/>
                          </a:cubicBezTo>
                          <a:cubicBezTo>
                            <a:pt x="6421" y="1954"/>
                            <a:pt x="6325" y="3859"/>
                            <a:pt x="5087" y="5097"/>
                          </a:cubicBezTo>
                          <a:cubicBezTo>
                            <a:pt x="3849" y="6240"/>
                            <a:pt x="1944" y="6336"/>
                            <a:pt x="801" y="5193"/>
                          </a:cubicBezTo>
                          <a:cubicBezTo>
                            <a:pt x="-342" y="4050"/>
                            <a:pt x="-247" y="2145"/>
                            <a:pt x="991" y="90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905" name="Graphique 15">
                    <a:extLst>
                      <a:ext uri="{FF2B5EF4-FFF2-40B4-BE49-F238E27FC236}">
                        <a16:creationId xmlns:a16="http://schemas.microsoft.com/office/drawing/2014/main" id="{2E74F84E-F6C5-495B-BE8A-BD10E0F108EF}"/>
                      </a:ext>
                    </a:extLst>
                  </p:cNvPr>
                  <p:cNvGrpSpPr/>
                  <p:nvPr/>
                </p:nvGrpSpPr>
                <p:grpSpPr>
                  <a:xfrm>
                    <a:off x="9882853" y="2969656"/>
                    <a:ext cx="37997" cy="36504"/>
                    <a:chOff x="9882853" y="2969656"/>
                    <a:chExt cx="37997" cy="36504"/>
                  </a:xfrm>
                  <a:solidFill>
                    <a:schemeClr val="accent1"/>
                  </a:solidFill>
                </p:grpSpPr>
                <p:sp>
                  <p:nvSpPr>
                    <p:cNvPr id="1906" name="Forme libre : forme 1905">
                      <a:extLst>
                        <a:ext uri="{FF2B5EF4-FFF2-40B4-BE49-F238E27FC236}">
                          <a16:creationId xmlns:a16="http://schemas.microsoft.com/office/drawing/2014/main" id="{0B18167A-27D9-4A5F-AD8F-7E1686D8F9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2853" y="2969689"/>
                      <a:ext cx="37997" cy="36470"/>
                    </a:xfrm>
                    <a:custGeom>
                      <a:avLst/>
                      <a:gdLst>
                        <a:gd name="connsiteX0" fmla="*/ 7067 w 37997"/>
                        <a:gd name="connsiteY0" fmla="*/ 5077 h 36470"/>
                        <a:gd name="connsiteX1" fmla="*/ 34023 w 37997"/>
                        <a:gd name="connsiteY1" fmla="*/ 6029 h 36470"/>
                        <a:gd name="connsiteX2" fmla="*/ 30880 w 37997"/>
                        <a:gd name="connsiteY2" fmla="*/ 31556 h 36470"/>
                        <a:gd name="connsiteX3" fmla="*/ 4400 w 37997"/>
                        <a:gd name="connsiteY3" fmla="*/ 30794 h 36470"/>
                        <a:gd name="connsiteX4" fmla="*/ 7067 w 37997"/>
                        <a:gd name="connsiteY4" fmla="*/ 5077 h 36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997" h="36470">
                          <a:moveTo>
                            <a:pt x="7067" y="5077"/>
                          </a:moveTo>
                          <a:cubicBezTo>
                            <a:pt x="15259" y="-2162"/>
                            <a:pt x="27546" y="-1495"/>
                            <a:pt x="34023" y="6029"/>
                          </a:cubicBezTo>
                          <a:cubicBezTo>
                            <a:pt x="40500" y="13649"/>
                            <a:pt x="38786" y="24794"/>
                            <a:pt x="30880" y="31556"/>
                          </a:cubicBezTo>
                          <a:cubicBezTo>
                            <a:pt x="22974" y="38414"/>
                            <a:pt x="11258" y="38033"/>
                            <a:pt x="4400" y="30794"/>
                          </a:cubicBezTo>
                          <a:cubicBezTo>
                            <a:pt x="-2362" y="23746"/>
                            <a:pt x="-1219" y="12221"/>
                            <a:pt x="7067" y="507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07" name="Forme libre : forme 1906">
                      <a:extLst>
                        <a:ext uri="{FF2B5EF4-FFF2-40B4-BE49-F238E27FC236}">
                          <a16:creationId xmlns:a16="http://schemas.microsoft.com/office/drawing/2014/main" id="{FBF97C77-0BDC-4F5E-AA7F-8B2D74B9EB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4301" y="2969656"/>
                      <a:ext cx="36550" cy="35971"/>
                    </a:xfrm>
                    <a:custGeom>
                      <a:avLst/>
                      <a:gdLst>
                        <a:gd name="connsiteX0" fmla="*/ 17812 w 36550"/>
                        <a:gd name="connsiteY0" fmla="*/ 17969 h 35971"/>
                        <a:gd name="connsiteX1" fmla="*/ 20669 w 36550"/>
                        <a:gd name="connsiteY1" fmla="*/ 35971 h 35971"/>
                        <a:gd name="connsiteX2" fmla="*/ 29432 w 36550"/>
                        <a:gd name="connsiteY2" fmla="*/ 31590 h 35971"/>
                        <a:gd name="connsiteX3" fmla="*/ 32576 w 36550"/>
                        <a:gd name="connsiteY3" fmla="*/ 6063 h 35971"/>
                        <a:gd name="connsiteX4" fmla="*/ 5620 w 36550"/>
                        <a:gd name="connsiteY4" fmla="*/ 5111 h 35971"/>
                        <a:gd name="connsiteX5" fmla="*/ 0 w 36550"/>
                        <a:gd name="connsiteY5" fmla="*/ 12921 h 35971"/>
                        <a:gd name="connsiteX6" fmla="*/ 17812 w 36550"/>
                        <a:gd name="connsiteY6" fmla="*/ 17969 h 35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550" h="35971">
                          <a:moveTo>
                            <a:pt x="17812" y="17969"/>
                          </a:moveTo>
                          <a:cubicBezTo>
                            <a:pt x="22288" y="23017"/>
                            <a:pt x="23051" y="29971"/>
                            <a:pt x="20669" y="35971"/>
                          </a:cubicBezTo>
                          <a:cubicBezTo>
                            <a:pt x="23813" y="35305"/>
                            <a:pt x="26765" y="33876"/>
                            <a:pt x="29432" y="31590"/>
                          </a:cubicBezTo>
                          <a:cubicBezTo>
                            <a:pt x="37338" y="24732"/>
                            <a:pt x="39053" y="13683"/>
                            <a:pt x="32576" y="6063"/>
                          </a:cubicBezTo>
                          <a:cubicBezTo>
                            <a:pt x="26098" y="-1557"/>
                            <a:pt x="13811" y="-2129"/>
                            <a:pt x="5620" y="5111"/>
                          </a:cubicBezTo>
                          <a:cubicBezTo>
                            <a:pt x="2953" y="7396"/>
                            <a:pt x="1143" y="10063"/>
                            <a:pt x="0" y="12921"/>
                          </a:cubicBezTo>
                          <a:cubicBezTo>
                            <a:pt x="6572" y="11397"/>
                            <a:pt x="13430" y="13112"/>
                            <a:pt x="17812" y="1796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08" name="Forme libre : forme 1907">
                      <a:extLst>
                        <a:ext uri="{FF2B5EF4-FFF2-40B4-BE49-F238E27FC236}">
                          <a16:creationId xmlns:a16="http://schemas.microsoft.com/office/drawing/2014/main" id="{1F70A516-4641-418D-AC85-95EED2DCD6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6653" y="2976372"/>
                      <a:ext cx="16325" cy="17277"/>
                    </a:xfrm>
                    <a:custGeom>
                      <a:avLst/>
                      <a:gdLst>
                        <a:gd name="connsiteX0" fmla="*/ 982 w 16325"/>
                        <a:gd name="connsiteY0" fmla="*/ 6110 h 17277"/>
                        <a:gd name="connsiteX1" fmla="*/ 12031 w 16325"/>
                        <a:gd name="connsiteY1" fmla="*/ 395 h 17277"/>
                        <a:gd name="connsiteX2" fmla="*/ 15365 w 16325"/>
                        <a:gd name="connsiteY2" fmla="*/ 11253 h 17277"/>
                        <a:gd name="connsiteX3" fmla="*/ 4411 w 16325"/>
                        <a:gd name="connsiteY3" fmla="*/ 16873 h 17277"/>
                        <a:gd name="connsiteX4" fmla="*/ 982 w 16325"/>
                        <a:gd name="connsiteY4" fmla="*/ 6110 h 172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25" h="17277">
                          <a:moveTo>
                            <a:pt x="982" y="6110"/>
                          </a:moveTo>
                          <a:cubicBezTo>
                            <a:pt x="3077" y="1538"/>
                            <a:pt x="8126" y="-1034"/>
                            <a:pt x="12031" y="395"/>
                          </a:cubicBezTo>
                          <a:cubicBezTo>
                            <a:pt x="16031" y="1824"/>
                            <a:pt x="17460" y="6777"/>
                            <a:pt x="15365" y="11253"/>
                          </a:cubicBezTo>
                          <a:cubicBezTo>
                            <a:pt x="13269" y="15825"/>
                            <a:pt x="8411" y="18302"/>
                            <a:pt x="4411" y="16873"/>
                          </a:cubicBezTo>
                          <a:cubicBezTo>
                            <a:pt x="410" y="15444"/>
                            <a:pt x="-1209" y="10682"/>
                            <a:pt x="982" y="61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09" name="Forme libre : forme 1908">
                      <a:extLst>
                        <a:ext uri="{FF2B5EF4-FFF2-40B4-BE49-F238E27FC236}">
                          <a16:creationId xmlns:a16="http://schemas.microsoft.com/office/drawing/2014/main" id="{0522DC20-F02D-4D2D-8223-7C24057CBD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1400" y="2989446"/>
                      <a:ext cx="6154" cy="6072"/>
                    </a:xfrm>
                    <a:custGeom>
                      <a:avLst/>
                      <a:gdLst>
                        <a:gd name="connsiteX0" fmla="*/ 1093 w 6154"/>
                        <a:gd name="connsiteY0" fmla="*/ 846 h 6072"/>
                        <a:gd name="connsiteX1" fmla="*/ 5474 w 6154"/>
                        <a:gd name="connsiteY1" fmla="*/ 941 h 6072"/>
                        <a:gd name="connsiteX2" fmla="*/ 5093 w 6154"/>
                        <a:gd name="connsiteY2" fmla="*/ 5227 h 6072"/>
                        <a:gd name="connsiteX3" fmla="*/ 711 w 6154"/>
                        <a:gd name="connsiteY3" fmla="*/ 5132 h 6072"/>
                        <a:gd name="connsiteX4" fmla="*/ 1093 w 6154"/>
                        <a:gd name="connsiteY4" fmla="*/ 846 h 6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54" h="6072">
                          <a:moveTo>
                            <a:pt x="1093" y="846"/>
                          </a:moveTo>
                          <a:cubicBezTo>
                            <a:pt x="2426" y="-297"/>
                            <a:pt x="4426" y="-297"/>
                            <a:pt x="5474" y="941"/>
                          </a:cubicBezTo>
                          <a:cubicBezTo>
                            <a:pt x="6522" y="2179"/>
                            <a:pt x="6331" y="4084"/>
                            <a:pt x="5093" y="5227"/>
                          </a:cubicBezTo>
                          <a:cubicBezTo>
                            <a:pt x="3760" y="6370"/>
                            <a:pt x="1759" y="6370"/>
                            <a:pt x="711" y="5132"/>
                          </a:cubicBezTo>
                          <a:cubicBezTo>
                            <a:pt x="-336" y="3894"/>
                            <a:pt x="-241" y="1989"/>
                            <a:pt x="1093" y="8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910" name="Graphique 15">
                    <a:extLst>
                      <a:ext uri="{FF2B5EF4-FFF2-40B4-BE49-F238E27FC236}">
                        <a16:creationId xmlns:a16="http://schemas.microsoft.com/office/drawing/2014/main" id="{3C2F1A19-10B6-4447-BDD7-6634C127EF84}"/>
                      </a:ext>
                    </a:extLst>
                  </p:cNvPr>
                  <p:cNvGrpSpPr/>
                  <p:nvPr/>
                </p:nvGrpSpPr>
                <p:grpSpPr>
                  <a:xfrm>
                    <a:off x="9888410" y="2933690"/>
                    <a:ext cx="39197" cy="36481"/>
                    <a:chOff x="9888410" y="2933690"/>
                    <a:chExt cx="39197" cy="36481"/>
                  </a:xfrm>
                  <a:solidFill>
                    <a:schemeClr val="accent1"/>
                  </a:solidFill>
                </p:grpSpPr>
                <p:sp>
                  <p:nvSpPr>
                    <p:cNvPr id="1911" name="Forme libre : forme 1910">
                      <a:extLst>
                        <a:ext uri="{FF2B5EF4-FFF2-40B4-BE49-F238E27FC236}">
                          <a16:creationId xmlns:a16="http://schemas.microsoft.com/office/drawing/2014/main" id="{8896E8E4-2ABB-4AB5-8E0B-9E6B1E04CC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8410" y="2933690"/>
                      <a:ext cx="39197" cy="36481"/>
                    </a:xfrm>
                    <a:custGeom>
                      <a:avLst/>
                      <a:gdLst>
                        <a:gd name="connsiteX0" fmla="*/ 7893 w 39197"/>
                        <a:gd name="connsiteY0" fmla="*/ 4786 h 36481"/>
                        <a:gd name="connsiteX1" fmla="*/ 35515 w 39197"/>
                        <a:gd name="connsiteY1" fmla="*/ 6119 h 36481"/>
                        <a:gd name="connsiteX2" fmla="*/ 31324 w 39197"/>
                        <a:gd name="connsiteY2" fmla="*/ 31932 h 36481"/>
                        <a:gd name="connsiteX3" fmla="*/ 4083 w 39197"/>
                        <a:gd name="connsiteY3" fmla="*/ 30694 h 36481"/>
                        <a:gd name="connsiteX4" fmla="*/ 7893 w 39197"/>
                        <a:gd name="connsiteY4" fmla="*/ 4786 h 36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97" h="36481">
                          <a:moveTo>
                            <a:pt x="7893" y="4786"/>
                          </a:moveTo>
                          <a:cubicBezTo>
                            <a:pt x="16751" y="-2072"/>
                            <a:pt x="29228" y="-1501"/>
                            <a:pt x="35515" y="6119"/>
                          </a:cubicBezTo>
                          <a:cubicBezTo>
                            <a:pt x="41802" y="13739"/>
                            <a:pt x="39801" y="25360"/>
                            <a:pt x="31324" y="31932"/>
                          </a:cubicBezTo>
                          <a:cubicBezTo>
                            <a:pt x="22847" y="38504"/>
                            <a:pt x="10655" y="37838"/>
                            <a:pt x="4083" y="30694"/>
                          </a:cubicBezTo>
                          <a:cubicBezTo>
                            <a:pt x="-2490" y="23455"/>
                            <a:pt x="-1061" y="11549"/>
                            <a:pt x="7893" y="47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12" name="Forme libre : forme 1911">
                      <a:extLst>
                        <a:ext uri="{FF2B5EF4-FFF2-40B4-BE49-F238E27FC236}">
                          <a16:creationId xmlns:a16="http://schemas.microsoft.com/office/drawing/2014/main" id="{ABE71C28-D2C3-47A4-A716-6E02D5682F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0111" y="2933690"/>
                      <a:ext cx="37495" cy="36027"/>
                    </a:xfrm>
                    <a:custGeom>
                      <a:avLst/>
                      <a:gdLst>
                        <a:gd name="connsiteX0" fmla="*/ 18193 w 37495"/>
                        <a:gd name="connsiteY0" fmla="*/ 17930 h 36027"/>
                        <a:gd name="connsiteX1" fmla="*/ 20383 w 37495"/>
                        <a:gd name="connsiteY1" fmla="*/ 36028 h 36027"/>
                        <a:gd name="connsiteX2" fmla="*/ 29623 w 37495"/>
                        <a:gd name="connsiteY2" fmla="*/ 31932 h 36027"/>
                        <a:gd name="connsiteX3" fmla="*/ 33814 w 37495"/>
                        <a:gd name="connsiteY3" fmla="*/ 6119 h 36027"/>
                        <a:gd name="connsiteX4" fmla="*/ 6191 w 37495"/>
                        <a:gd name="connsiteY4" fmla="*/ 4786 h 36027"/>
                        <a:gd name="connsiteX5" fmla="*/ 0 w 37495"/>
                        <a:gd name="connsiteY5" fmla="*/ 12501 h 36027"/>
                        <a:gd name="connsiteX6" fmla="*/ 18193 w 37495"/>
                        <a:gd name="connsiteY6" fmla="*/ 17930 h 360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95" h="36027">
                          <a:moveTo>
                            <a:pt x="18193" y="17930"/>
                          </a:moveTo>
                          <a:cubicBezTo>
                            <a:pt x="22574" y="23074"/>
                            <a:pt x="23050" y="30027"/>
                            <a:pt x="20383" y="36028"/>
                          </a:cubicBezTo>
                          <a:cubicBezTo>
                            <a:pt x="23622" y="35456"/>
                            <a:pt x="26860" y="34123"/>
                            <a:pt x="29623" y="31932"/>
                          </a:cubicBezTo>
                          <a:cubicBezTo>
                            <a:pt x="38100" y="25360"/>
                            <a:pt x="40100" y="13739"/>
                            <a:pt x="33814" y="6119"/>
                          </a:cubicBezTo>
                          <a:cubicBezTo>
                            <a:pt x="27527" y="-1501"/>
                            <a:pt x="15049" y="-2072"/>
                            <a:pt x="6191" y="4786"/>
                          </a:cubicBezTo>
                          <a:cubicBezTo>
                            <a:pt x="3334" y="6977"/>
                            <a:pt x="1333" y="9644"/>
                            <a:pt x="0" y="12501"/>
                          </a:cubicBezTo>
                          <a:cubicBezTo>
                            <a:pt x="6858" y="11072"/>
                            <a:pt x="13906" y="12882"/>
                            <a:pt x="18193" y="1793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13" name="Forme libre : forme 1912">
                      <a:extLst>
                        <a:ext uri="{FF2B5EF4-FFF2-40B4-BE49-F238E27FC236}">
                          <a16:creationId xmlns:a16="http://schemas.microsoft.com/office/drawing/2014/main" id="{76EAB2B6-BA10-4E2F-A283-F40BD0EFB3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2386" y="2940216"/>
                      <a:ext cx="17004" cy="17198"/>
                    </a:xfrm>
                    <a:custGeom>
                      <a:avLst/>
                      <a:gdLst>
                        <a:gd name="connsiteX0" fmla="*/ 1154 w 17004"/>
                        <a:gd name="connsiteY0" fmla="*/ 5880 h 17198"/>
                        <a:gd name="connsiteX1" fmla="*/ 12870 w 17004"/>
                        <a:gd name="connsiteY1" fmla="*/ 450 h 17198"/>
                        <a:gd name="connsiteX2" fmla="*/ 15822 w 17004"/>
                        <a:gd name="connsiteY2" fmla="*/ 11404 h 17198"/>
                        <a:gd name="connsiteX3" fmla="*/ 4297 w 17004"/>
                        <a:gd name="connsiteY3" fmla="*/ 16738 h 17198"/>
                        <a:gd name="connsiteX4" fmla="*/ 1154 w 17004"/>
                        <a:gd name="connsiteY4" fmla="*/ 5880 h 1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04" h="17198">
                          <a:moveTo>
                            <a:pt x="1154" y="5880"/>
                          </a:moveTo>
                          <a:cubicBezTo>
                            <a:pt x="3535" y="1403"/>
                            <a:pt x="8774" y="-1074"/>
                            <a:pt x="12870" y="450"/>
                          </a:cubicBezTo>
                          <a:cubicBezTo>
                            <a:pt x="16870" y="1974"/>
                            <a:pt x="18204" y="6927"/>
                            <a:pt x="15822" y="11404"/>
                          </a:cubicBezTo>
                          <a:cubicBezTo>
                            <a:pt x="13441" y="15881"/>
                            <a:pt x="8298" y="18262"/>
                            <a:pt x="4297" y="16738"/>
                          </a:cubicBezTo>
                          <a:cubicBezTo>
                            <a:pt x="201" y="15214"/>
                            <a:pt x="-1227" y="10356"/>
                            <a:pt x="1154" y="588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14" name="Forme libre : forme 1913">
                      <a:extLst>
                        <a:ext uri="{FF2B5EF4-FFF2-40B4-BE49-F238E27FC236}">
                          <a16:creationId xmlns:a16="http://schemas.microsoft.com/office/drawing/2014/main" id="{AF9F6E91-B2F9-417A-A939-241E05515D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6965" y="2953201"/>
                      <a:ext cx="6538" cy="5983"/>
                    </a:xfrm>
                    <a:custGeom>
                      <a:avLst/>
                      <a:gdLst>
                        <a:gd name="connsiteX0" fmla="*/ 1337 w 6538"/>
                        <a:gd name="connsiteY0" fmla="*/ 801 h 5983"/>
                        <a:gd name="connsiteX1" fmla="*/ 5909 w 6538"/>
                        <a:gd name="connsiteY1" fmla="*/ 991 h 5983"/>
                        <a:gd name="connsiteX2" fmla="*/ 5243 w 6538"/>
                        <a:gd name="connsiteY2" fmla="*/ 5182 h 5983"/>
                        <a:gd name="connsiteX3" fmla="*/ 670 w 6538"/>
                        <a:gd name="connsiteY3" fmla="*/ 4992 h 5983"/>
                        <a:gd name="connsiteX4" fmla="*/ 1337 w 6538"/>
                        <a:gd name="connsiteY4" fmla="*/ 801 h 5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38" h="5983">
                          <a:moveTo>
                            <a:pt x="1337" y="801"/>
                          </a:moveTo>
                          <a:cubicBezTo>
                            <a:pt x="2766" y="-342"/>
                            <a:pt x="4766" y="-247"/>
                            <a:pt x="5909" y="991"/>
                          </a:cubicBezTo>
                          <a:cubicBezTo>
                            <a:pt x="6957" y="2230"/>
                            <a:pt x="6671" y="4135"/>
                            <a:pt x="5243" y="5182"/>
                          </a:cubicBezTo>
                          <a:cubicBezTo>
                            <a:pt x="3814" y="6325"/>
                            <a:pt x="1814" y="6230"/>
                            <a:pt x="670" y="4992"/>
                          </a:cubicBezTo>
                          <a:cubicBezTo>
                            <a:pt x="-472" y="3754"/>
                            <a:pt x="-91" y="1849"/>
                            <a:pt x="1337" y="80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915" name="Graphique 15">
                  <a:extLst>
                    <a:ext uri="{FF2B5EF4-FFF2-40B4-BE49-F238E27FC236}">
                      <a16:creationId xmlns:a16="http://schemas.microsoft.com/office/drawing/2014/main" id="{431DE055-6D0C-4CDF-A230-8F3660D72D45}"/>
                    </a:ext>
                  </a:extLst>
                </p:cNvPr>
                <p:cNvGrpSpPr/>
                <p:nvPr/>
              </p:nvGrpSpPr>
              <p:grpSpPr>
                <a:xfrm>
                  <a:off x="9798306" y="2852938"/>
                  <a:ext cx="73782" cy="99642"/>
                  <a:chOff x="9798306" y="2852938"/>
                  <a:chExt cx="73782" cy="99642"/>
                </a:xfrm>
                <a:solidFill>
                  <a:schemeClr val="accent1"/>
                </a:solidFill>
              </p:grpSpPr>
              <p:grpSp>
                <p:nvGrpSpPr>
                  <p:cNvPr id="1916" name="Graphique 15">
                    <a:extLst>
                      <a:ext uri="{FF2B5EF4-FFF2-40B4-BE49-F238E27FC236}">
                        <a16:creationId xmlns:a16="http://schemas.microsoft.com/office/drawing/2014/main" id="{D1592F26-9AA5-471A-9C06-4A026BB6B9F4}"/>
                      </a:ext>
                    </a:extLst>
                  </p:cNvPr>
                  <p:cNvGrpSpPr/>
                  <p:nvPr/>
                </p:nvGrpSpPr>
                <p:grpSpPr>
                  <a:xfrm>
                    <a:off x="9798306" y="2852938"/>
                    <a:ext cx="42818" cy="38103"/>
                    <a:chOff x="9798306" y="2852938"/>
                    <a:chExt cx="42818" cy="38103"/>
                  </a:xfrm>
                  <a:solidFill>
                    <a:schemeClr val="accent1"/>
                  </a:solidFill>
                </p:grpSpPr>
                <p:sp>
                  <p:nvSpPr>
                    <p:cNvPr id="1917" name="Forme libre : forme 1916">
                      <a:extLst>
                        <a:ext uri="{FF2B5EF4-FFF2-40B4-BE49-F238E27FC236}">
                          <a16:creationId xmlns:a16="http://schemas.microsoft.com/office/drawing/2014/main" id="{A1B655FE-3EBC-4B32-89E1-F56B322F61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8306" y="2852938"/>
                      <a:ext cx="42818" cy="38103"/>
                    </a:xfrm>
                    <a:custGeom>
                      <a:avLst/>
                      <a:gdLst>
                        <a:gd name="connsiteX0" fmla="*/ 42371 w 42818"/>
                        <a:gd name="connsiteY0" fmla="*/ 19053 h 38103"/>
                        <a:gd name="connsiteX1" fmla="*/ 17606 w 42818"/>
                        <a:gd name="connsiteY1" fmla="*/ 38103 h 38103"/>
                        <a:gd name="connsiteX2" fmla="*/ 365 w 42818"/>
                        <a:gd name="connsiteY2" fmla="*/ 19434 h 38103"/>
                        <a:gd name="connsiteX3" fmla="*/ 25797 w 42818"/>
                        <a:gd name="connsiteY3" fmla="*/ 3 h 38103"/>
                        <a:gd name="connsiteX4" fmla="*/ 42371 w 42818"/>
                        <a:gd name="connsiteY4" fmla="*/ 19053 h 38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818" h="38103">
                          <a:moveTo>
                            <a:pt x="42371" y="19053"/>
                          </a:moveTo>
                          <a:cubicBezTo>
                            <a:pt x="39989" y="29626"/>
                            <a:pt x="29131" y="38008"/>
                            <a:pt x="17606" y="38103"/>
                          </a:cubicBezTo>
                          <a:cubicBezTo>
                            <a:pt x="6080" y="38198"/>
                            <a:pt x="-1826" y="29912"/>
                            <a:pt x="365" y="19434"/>
                          </a:cubicBezTo>
                          <a:cubicBezTo>
                            <a:pt x="2556" y="8957"/>
                            <a:pt x="14081" y="98"/>
                            <a:pt x="25797" y="3"/>
                          </a:cubicBezTo>
                          <a:cubicBezTo>
                            <a:pt x="37417" y="-187"/>
                            <a:pt x="44752" y="8480"/>
                            <a:pt x="42371" y="190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18" name="Forme libre : forme 1917">
                      <a:extLst>
                        <a:ext uri="{FF2B5EF4-FFF2-40B4-BE49-F238E27FC236}">
                          <a16:creationId xmlns:a16="http://schemas.microsoft.com/office/drawing/2014/main" id="{702777CA-3C9D-439C-9E5C-041705A5DA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8306" y="2862752"/>
                      <a:ext cx="42771" cy="28290"/>
                    </a:xfrm>
                    <a:custGeom>
                      <a:avLst/>
                      <a:gdLst>
                        <a:gd name="connsiteX0" fmla="*/ 21606 w 42771"/>
                        <a:gd name="connsiteY0" fmla="*/ 9716 h 28290"/>
                        <a:gd name="connsiteX1" fmla="*/ 5223 w 42771"/>
                        <a:gd name="connsiteY1" fmla="*/ 95 h 28290"/>
                        <a:gd name="connsiteX2" fmla="*/ 365 w 42771"/>
                        <a:gd name="connsiteY2" fmla="*/ 9620 h 28290"/>
                        <a:gd name="connsiteX3" fmla="*/ 17606 w 42771"/>
                        <a:gd name="connsiteY3" fmla="*/ 28289 h 28290"/>
                        <a:gd name="connsiteX4" fmla="*/ 42371 w 42771"/>
                        <a:gd name="connsiteY4" fmla="*/ 9239 h 28290"/>
                        <a:gd name="connsiteX5" fmla="*/ 41704 w 42771"/>
                        <a:gd name="connsiteY5" fmla="*/ 0 h 28290"/>
                        <a:gd name="connsiteX6" fmla="*/ 21606 w 42771"/>
                        <a:gd name="connsiteY6" fmla="*/ 9716 h 282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771" h="28290">
                          <a:moveTo>
                            <a:pt x="21606" y="9716"/>
                          </a:moveTo>
                          <a:cubicBezTo>
                            <a:pt x="13700" y="9811"/>
                            <a:pt x="7604" y="5906"/>
                            <a:pt x="5223" y="95"/>
                          </a:cubicBezTo>
                          <a:cubicBezTo>
                            <a:pt x="2842" y="2953"/>
                            <a:pt x="1032" y="6191"/>
                            <a:pt x="365" y="9620"/>
                          </a:cubicBezTo>
                          <a:cubicBezTo>
                            <a:pt x="-1826" y="20193"/>
                            <a:pt x="6080" y="28385"/>
                            <a:pt x="17606" y="28289"/>
                          </a:cubicBezTo>
                          <a:cubicBezTo>
                            <a:pt x="29131" y="28194"/>
                            <a:pt x="40084" y="19812"/>
                            <a:pt x="42371" y="9239"/>
                          </a:cubicBezTo>
                          <a:cubicBezTo>
                            <a:pt x="43132" y="5906"/>
                            <a:pt x="42751" y="2762"/>
                            <a:pt x="41704" y="0"/>
                          </a:cubicBezTo>
                          <a:cubicBezTo>
                            <a:pt x="36846" y="5715"/>
                            <a:pt x="29416" y="9620"/>
                            <a:pt x="21606" y="971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19" name="Forme libre : forme 1918">
                      <a:extLst>
                        <a:ext uri="{FF2B5EF4-FFF2-40B4-BE49-F238E27FC236}">
                          <a16:creationId xmlns:a16="http://schemas.microsoft.com/office/drawing/2014/main" id="{3310F97B-DCE5-496D-872F-E97FBC2B0F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9578" y="2859764"/>
                      <a:ext cx="17960" cy="17898"/>
                    </a:xfrm>
                    <a:custGeom>
                      <a:avLst/>
                      <a:gdLst>
                        <a:gd name="connsiteX0" fmla="*/ 17574 w 17960"/>
                        <a:gd name="connsiteY0" fmla="*/ 5465 h 17898"/>
                        <a:gd name="connsiteX1" fmla="*/ 11669 w 17960"/>
                        <a:gd name="connsiteY1" fmla="*/ 17181 h 17898"/>
                        <a:gd name="connsiteX2" fmla="*/ 429 w 17960"/>
                        <a:gd name="connsiteY2" fmla="*/ 12513 h 17898"/>
                        <a:gd name="connsiteX3" fmla="*/ 6335 w 17960"/>
                        <a:gd name="connsiteY3" fmla="*/ 702 h 17898"/>
                        <a:gd name="connsiteX4" fmla="*/ 17574 w 17960"/>
                        <a:gd name="connsiteY4" fmla="*/ 5465 h 17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60" h="17898">
                          <a:moveTo>
                            <a:pt x="17574" y="5465"/>
                          </a:moveTo>
                          <a:cubicBezTo>
                            <a:pt x="19003" y="10037"/>
                            <a:pt x="16336" y="15276"/>
                            <a:pt x="11669" y="17181"/>
                          </a:cubicBezTo>
                          <a:cubicBezTo>
                            <a:pt x="7001" y="19086"/>
                            <a:pt x="1953" y="17085"/>
                            <a:pt x="429" y="12513"/>
                          </a:cubicBezTo>
                          <a:cubicBezTo>
                            <a:pt x="-1095" y="8037"/>
                            <a:pt x="1572" y="2703"/>
                            <a:pt x="6335" y="702"/>
                          </a:cubicBezTo>
                          <a:cubicBezTo>
                            <a:pt x="11192" y="-1202"/>
                            <a:pt x="16145" y="893"/>
                            <a:pt x="17574" y="546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20" name="Forme libre : forme 1919">
                      <a:extLst>
                        <a:ext uri="{FF2B5EF4-FFF2-40B4-BE49-F238E27FC236}">
                          <a16:creationId xmlns:a16="http://schemas.microsoft.com/office/drawing/2014/main" id="{381B136D-EC18-494F-B1CB-645843EDF7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9843" y="2860561"/>
                      <a:ext cx="7091" cy="6286"/>
                    </a:xfrm>
                    <a:custGeom>
                      <a:avLst/>
                      <a:gdLst>
                        <a:gd name="connsiteX0" fmla="*/ 7022 w 7091"/>
                        <a:gd name="connsiteY0" fmla="*/ 3143 h 6286"/>
                        <a:gd name="connsiteX1" fmla="*/ 2831 w 7091"/>
                        <a:gd name="connsiteY1" fmla="*/ 6287 h 6286"/>
                        <a:gd name="connsiteX2" fmla="*/ 69 w 7091"/>
                        <a:gd name="connsiteY2" fmla="*/ 3143 h 6286"/>
                        <a:gd name="connsiteX3" fmla="*/ 4260 w 7091"/>
                        <a:gd name="connsiteY3" fmla="*/ 0 h 6286"/>
                        <a:gd name="connsiteX4" fmla="*/ 7022 w 7091"/>
                        <a:gd name="connsiteY4" fmla="*/ 3143 h 6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1" h="6286">
                          <a:moveTo>
                            <a:pt x="7022" y="3143"/>
                          </a:moveTo>
                          <a:cubicBezTo>
                            <a:pt x="6641" y="4858"/>
                            <a:pt x="4736" y="6287"/>
                            <a:pt x="2831" y="6287"/>
                          </a:cubicBezTo>
                          <a:cubicBezTo>
                            <a:pt x="926" y="6287"/>
                            <a:pt x="-312" y="4953"/>
                            <a:pt x="69" y="3143"/>
                          </a:cubicBezTo>
                          <a:cubicBezTo>
                            <a:pt x="450" y="1429"/>
                            <a:pt x="2355" y="0"/>
                            <a:pt x="4260" y="0"/>
                          </a:cubicBezTo>
                          <a:cubicBezTo>
                            <a:pt x="6165" y="0"/>
                            <a:pt x="7403" y="1333"/>
                            <a:pt x="7022" y="31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921" name="Graphique 15">
                    <a:extLst>
                      <a:ext uri="{FF2B5EF4-FFF2-40B4-BE49-F238E27FC236}">
                        <a16:creationId xmlns:a16="http://schemas.microsoft.com/office/drawing/2014/main" id="{EFF25933-F4E7-407D-BAA2-4C1C85B64B1E}"/>
                      </a:ext>
                    </a:extLst>
                  </p:cNvPr>
                  <p:cNvGrpSpPr/>
                  <p:nvPr/>
                </p:nvGrpSpPr>
                <p:grpSpPr>
                  <a:xfrm>
                    <a:off x="9808627" y="2887612"/>
                    <a:ext cx="41715" cy="37627"/>
                    <a:chOff x="9808627" y="2887612"/>
                    <a:chExt cx="41715" cy="37627"/>
                  </a:xfrm>
                  <a:solidFill>
                    <a:schemeClr val="accent1"/>
                  </a:solidFill>
                </p:grpSpPr>
                <p:sp>
                  <p:nvSpPr>
                    <p:cNvPr id="1922" name="Forme libre : forme 1921">
                      <a:extLst>
                        <a:ext uri="{FF2B5EF4-FFF2-40B4-BE49-F238E27FC236}">
                          <a16:creationId xmlns:a16="http://schemas.microsoft.com/office/drawing/2014/main" id="{2FEC6CE7-25AF-4E23-A23C-36501A563E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8627" y="2887612"/>
                      <a:ext cx="41645" cy="37627"/>
                    </a:xfrm>
                    <a:custGeom>
                      <a:avLst/>
                      <a:gdLst>
                        <a:gd name="connsiteX0" fmla="*/ 41289 w 41645"/>
                        <a:gd name="connsiteY0" fmla="*/ 19050 h 37627"/>
                        <a:gd name="connsiteX1" fmla="*/ 17476 w 41645"/>
                        <a:gd name="connsiteY1" fmla="*/ 37624 h 37627"/>
                        <a:gd name="connsiteX2" fmla="*/ 236 w 41645"/>
                        <a:gd name="connsiteY2" fmla="*/ 19050 h 37627"/>
                        <a:gd name="connsiteX3" fmla="*/ 24620 w 41645"/>
                        <a:gd name="connsiteY3" fmla="*/ 0 h 37627"/>
                        <a:gd name="connsiteX4" fmla="*/ 41289 w 41645"/>
                        <a:gd name="connsiteY4" fmla="*/ 19050 h 37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645" h="37627">
                          <a:moveTo>
                            <a:pt x="41289" y="19050"/>
                          </a:moveTo>
                          <a:cubicBezTo>
                            <a:pt x="39193" y="29432"/>
                            <a:pt x="28716" y="37624"/>
                            <a:pt x="17476" y="37624"/>
                          </a:cubicBezTo>
                          <a:cubicBezTo>
                            <a:pt x="6332" y="37814"/>
                            <a:pt x="-1478" y="29718"/>
                            <a:pt x="236" y="19050"/>
                          </a:cubicBezTo>
                          <a:cubicBezTo>
                            <a:pt x="1951" y="8477"/>
                            <a:pt x="13190" y="0"/>
                            <a:pt x="24620" y="0"/>
                          </a:cubicBezTo>
                          <a:cubicBezTo>
                            <a:pt x="36050" y="0"/>
                            <a:pt x="43384" y="8668"/>
                            <a:pt x="41289" y="1905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23" name="Forme libre : forme 1922">
                      <a:extLst>
                        <a:ext uri="{FF2B5EF4-FFF2-40B4-BE49-F238E27FC236}">
                          <a16:creationId xmlns:a16="http://schemas.microsoft.com/office/drawing/2014/main" id="{EE331672-402A-4D40-92E0-4DFCFB68AF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08722" y="2897233"/>
                      <a:ext cx="41620" cy="28006"/>
                    </a:xfrm>
                    <a:custGeom>
                      <a:avLst/>
                      <a:gdLst>
                        <a:gd name="connsiteX0" fmla="*/ 20906 w 41620"/>
                        <a:gd name="connsiteY0" fmla="*/ 9715 h 28006"/>
                        <a:gd name="connsiteX1" fmla="*/ 4713 w 41620"/>
                        <a:gd name="connsiteY1" fmla="*/ 0 h 28006"/>
                        <a:gd name="connsiteX2" fmla="*/ 236 w 41620"/>
                        <a:gd name="connsiteY2" fmla="*/ 9430 h 28006"/>
                        <a:gd name="connsiteX3" fmla="*/ 17476 w 41620"/>
                        <a:gd name="connsiteY3" fmla="*/ 28004 h 28006"/>
                        <a:gd name="connsiteX4" fmla="*/ 41289 w 41620"/>
                        <a:gd name="connsiteY4" fmla="*/ 9430 h 28006"/>
                        <a:gd name="connsiteX5" fmla="*/ 40527 w 41620"/>
                        <a:gd name="connsiteY5" fmla="*/ 286 h 28006"/>
                        <a:gd name="connsiteX6" fmla="*/ 20906 w 41620"/>
                        <a:gd name="connsiteY6" fmla="*/ 9715 h 28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620" h="28006">
                          <a:moveTo>
                            <a:pt x="20906" y="9715"/>
                          </a:moveTo>
                          <a:cubicBezTo>
                            <a:pt x="13190" y="9715"/>
                            <a:pt x="7190" y="5810"/>
                            <a:pt x="4713" y="0"/>
                          </a:cubicBezTo>
                          <a:cubicBezTo>
                            <a:pt x="2427" y="2762"/>
                            <a:pt x="713" y="6001"/>
                            <a:pt x="236" y="9430"/>
                          </a:cubicBezTo>
                          <a:cubicBezTo>
                            <a:pt x="-1478" y="20098"/>
                            <a:pt x="6332" y="28194"/>
                            <a:pt x="17476" y="28004"/>
                          </a:cubicBezTo>
                          <a:cubicBezTo>
                            <a:pt x="28716" y="28099"/>
                            <a:pt x="39193" y="19907"/>
                            <a:pt x="41289" y="9430"/>
                          </a:cubicBezTo>
                          <a:cubicBezTo>
                            <a:pt x="41956" y="6096"/>
                            <a:pt x="41575" y="3048"/>
                            <a:pt x="40527" y="286"/>
                          </a:cubicBezTo>
                          <a:cubicBezTo>
                            <a:pt x="35765" y="5905"/>
                            <a:pt x="28525" y="9715"/>
                            <a:pt x="20906" y="971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24" name="Forme libre : forme 1923">
                      <a:extLst>
                        <a:ext uri="{FF2B5EF4-FFF2-40B4-BE49-F238E27FC236}">
                          <a16:creationId xmlns:a16="http://schemas.microsoft.com/office/drawing/2014/main" id="{EB0F666A-0C8B-4F73-9230-E27023C064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29141" y="2894543"/>
                      <a:ext cx="17604" cy="17681"/>
                    </a:xfrm>
                    <a:custGeom>
                      <a:avLst/>
                      <a:gdLst>
                        <a:gd name="connsiteX0" fmla="*/ 17155 w 17604"/>
                        <a:gd name="connsiteY0" fmla="*/ 5452 h 17681"/>
                        <a:gd name="connsiteX1" fmla="*/ 11630 w 17604"/>
                        <a:gd name="connsiteY1" fmla="*/ 16977 h 17681"/>
                        <a:gd name="connsiteX2" fmla="*/ 486 w 17604"/>
                        <a:gd name="connsiteY2" fmla="*/ 12310 h 17681"/>
                        <a:gd name="connsiteX3" fmla="*/ 6011 w 17604"/>
                        <a:gd name="connsiteY3" fmla="*/ 689 h 17681"/>
                        <a:gd name="connsiteX4" fmla="*/ 17155 w 17604"/>
                        <a:gd name="connsiteY4" fmla="*/ 5452 h 17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04" h="17681">
                          <a:moveTo>
                            <a:pt x="17155" y="5452"/>
                          </a:moveTo>
                          <a:cubicBezTo>
                            <a:pt x="18679" y="9929"/>
                            <a:pt x="16203" y="15167"/>
                            <a:pt x="11630" y="16977"/>
                          </a:cubicBezTo>
                          <a:cubicBezTo>
                            <a:pt x="7059" y="18882"/>
                            <a:pt x="2105" y="16787"/>
                            <a:pt x="486" y="12310"/>
                          </a:cubicBezTo>
                          <a:cubicBezTo>
                            <a:pt x="-1133" y="7833"/>
                            <a:pt x="1439" y="2594"/>
                            <a:pt x="6011" y="689"/>
                          </a:cubicBezTo>
                          <a:cubicBezTo>
                            <a:pt x="10773" y="-1216"/>
                            <a:pt x="15726" y="975"/>
                            <a:pt x="17155" y="545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25" name="Forme libre : forme 1924">
                      <a:extLst>
                        <a:ext uri="{FF2B5EF4-FFF2-40B4-BE49-F238E27FC236}">
                          <a16:creationId xmlns:a16="http://schemas.microsoft.com/office/drawing/2014/main" id="{CC218562-A8AA-4283-8614-5937CE2407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29368" y="2895042"/>
                      <a:ext cx="6900" cy="6286"/>
                    </a:xfrm>
                    <a:custGeom>
                      <a:avLst/>
                      <a:gdLst>
                        <a:gd name="connsiteX0" fmla="*/ 6832 w 6900"/>
                        <a:gd name="connsiteY0" fmla="*/ 3239 h 6286"/>
                        <a:gd name="connsiteX1" fmla="*/ 2831 w 6900"/>
                        <a:gd name="connsiteY1" fmla="*/ 6287 h 6286"/>
                        <a:gd name="connsiteX2" fmla="*/ 69 w 6900"/>
                        <a:gd name="connsiteY2" fmla="*/ 3143 h 6286"/>
                        <a:gd name="connsiteX3" fmla="*/ 4069 w 6900"/>
                        <a:gd name="connsiteY3" fmla="*/ 0 h 6286"/>
                        <a:gd name="connsiteX4" fmla="*/ 6832 w 6900"/>
                        <a:gd name="connsiteY4" fmla="*/ 3239 h 6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0" h="6286">
                          <a:moveTo>
                            <a:pt x="6832" y="3239"/>
                          </a:moveTo>
                          <a:cubicBezTo>
                            <a:pt x="6451" y="4953"/>
                            <a:pt x="4736" y="6287"/>
                            <a:pt x="2831" y="6287"/>
                          </a:cubicBezTo>
                          <a:cubicBezTo>
                            <a:pt x="926" y="6287"/>
                            <a:pt x="-312" y="4858"/>
                            <a:pt x="69" y="3143"/>
                          </a:cubicBezTo>
                          <a:cubicBezTo>
                            <a:pt x="450" y="1429"/>
                            <a:pt x="2164" y="0"/>
                            <a:pt x="4069" y="0"/>
                          </a:cubicBezTo>
                          <a:cubicBezTo>
                            <a:pt x="5975" y="191"/>
                            <a:pt x="7213" y="1524"/>
                            <a:pt x="6832" y="32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926" name="Graphique 15">
                    <a:extLst>
                      <a:ext uri="{FF2B5EF4-FFF2-40B4-BE49-F238E27FC236}">
                        <a16:creationId xmlns:a16="http://schemas.microsoft.com/office/drawing/2014/main" id="{52C9A84F-5A12-40DA-933A-405F80B7B7DB}"/>
                      </a:ext>
                    </a:extLst>
                  </p:cNvPr>
                  <p:cNvGrpSpPr/>
                  <p:nvPr/>
                </p:nvGrpSpPr>
                <p:grpSpPr>
                  <a:xfrm>
                    <a:off x="9831508" y="2915327"/>
                    <a:ext cx="40580" cy="37253"/>
                    <a:chOff x="9831508" y="2915327"/>
                    <a:chExt cx="40580" cy="37253"/>
                  </a:xfrm>
                  <a:solidFill>
                    <a:schemeClr val="accent1"/>
                  </a:solidFill>
                </p:grpSpPr>
                <p:sp>
                  <p:nvSpPr>
                    <p:cNvPr id="1927" name="Forme libre : forme 1926">
                      <a:extLst>
                        <a:ext uri="{FF2B5EF4-FFF2-40B4-BE49-F238E27FC236}">
                          <a16:creationId xmlns:a16="http://schemas.microsoft.com/office/drawing/2014/main" id="{824CC4CD-DD07-45D3-BA05-E3BE065BAC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31508" y="2915327"/>
                      <a:ext cx="40526" cy="37253"/>
                    </a:xfrm>
                    <a:custGeom>
                      <a:avLst/>
                      <a:gdLst>
                        <a:gd name="connsiteX0" fmla="*/ 40220 w 40526"/>
                        <a:gd name="connsiteY0" fmla="*/ 19244 h 37253"/>
                        <a:gd name="connsiteX1" fmla="*/ 17265 w 40526"/>
                        <a:gd name="connsiteY1" fmla="*/ 37246 h 37253"/>
                        <a:gd name="connsiteX2" fmla="*/ 215 w 40526"/>
                        <a:gd name="connsiteY2" fmla="*/ 18387 h 37253"/>
                        <a:gd name="connsiteX3" fmla="*/ 23742 w 40526"/>
                        <a:gd name="connsiteY3" fmla="*/ 3 h 37253"/>
                        <a:gd name="connsiteX4" fmla="*/ 40220 w 40526"/>
                        <a:gd name="connsiteY4" fmla="*/ 19244 h 37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526" h="37253">
                          <a:moveTo>
                            <a:pt x="40220" y="19244"/>
                          </a:moveTo>
                          <a:cubicBezTo>
                            <a:pt x="38315" y="29531"/>
                            <a:pt x="28218" y="37532"/>
                            <a:pt x="17265" y="37246"/>
                          </a:cubicBezTo>
                          <a:cubicBezTo>
                            <a:pt x="6311" y="36960"/>
                            <a:pt x="-1405" y="28864"/>
                            <a:pt x="215" y="18387"/>
                          </a:cubicBezTo>
                          <a:cubicBezTo>
                            <a:pt x="1929" y="8100"/>
                            <a:pt x="12597" y="-187"/>
                            <a:pt x="23742" y="3"/>
                          </a:cubicBezTo>
                          <a:cubicBezTo>
                            <a:pt x="34981" y="194"/>
                            <a:pt x="42125" y="8862"/>
                            <a:pt x="40220" y="1924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28" name="Forme libre : forme 1927">
                      <a:extLst>
                        <a:ext uri="{FF2B5EF4-FFF2-40B4-BE49-F238E27FC236}">
                          <a16:creationId xmlns:a16="http://schemas.microsoft.com/office/drawing/2014/main" id="{5E9ADEA2-804B-46D9-8AB4-5AFE0746A7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31603" y="2924474"/>
                      <a:ext cx="40485" cy="28106"/>
                    </a:xfrm>
                    <a:custGeom>
                      <a:avLst/>
                      <a:gdLst>
                        <a:gd name="connsiteX0" fmla="*/ 20408 w 40485"/>
                        <a:gd name="connsiteY0" fmla="*/ 9906 h 28106"/>
                        <a:gd name="connsiteX1" fmla="*/ 4596 w 40485"/>
                        <a:gd name="connsiteY1" fmla="*/ 0 h 28106"/>
                        <a:gd name="connsiteX2" fmla="*/ 215 w 40485"/>
                        <a:gd name="connsiteY2" fmla="*/ 9239 h 28106"/>
                        <a:gd name="connsiteX3" fmla="*/ 17265 w 40485"/>
                        <a:gd name="connsiteY3" fmla="*/ 28099 h 28106"/>
                        <a:gd name="connsiteX4" fmla="*/ 40220 w 40485"/>
                        <a:gd name="connsiteY4" fmla="*/ 10096 h 28106"/>
                        <a:gd name="connsiteX5" fmla="*/ 39363 w 40485"/>
                        <a:gd name="connsiteY5" fmla="*/ 1048 h 28106"/>
                        <a:gd name="connsiteX6" fmla="*/ 20408 w 40485"/>
                        <a:gd name="connsiteY6" fmla="*/ 9906 h 281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485" h="28106">
                          <a:moveTo>
                            <a:pt x="20408" y="9906"/>
                          </a:moveTo>
                          <a:cubicBezTo>
                            <a:pt x="12883" y="9715"/>
                            <a:pt x="6978" y="5715"/>
                            <a:pt x="4596" y="0"/>
                          </a:cubicBezTo>
                          <a:cubicBezTo>
                            <a:pt x="2406" y="2762"/>
                            <a:pt x="787" y="5810"/>
                            <a:pt x="215" y="9239"/>
                          </a:cubicBezTo>
                          <a:cubicBezTo>
                            <a:pt x="-1404" y="19621"/>
                            <a:pt x="6311" y="27813"/>
                            <a:pt x="17265" y="28099"/>
                          </a:cubicBezTo>
                          <a:cubicBezTo>
                            <a:pt x="28218" y="28384"/>
                            <a:pt x="38315" y="20383"/>
                            <a:pt x="40220" y="10096"/>
                          </a:cubicBezTo>
                          <a:cubicBezTo>
                            <a:pt x="40791" y="6858"/>
                            <a:pt x="40410" y="3715"/>
                            <a:pt x="39363" y="1048"/>
                          </a:cubicBezTo>
                          <a:cubicBezTo>
                            <a:pt x="34791" y="6477"/>
                            <a:pt x="27838" y="10096"/>
                            <a:pt x="20408" y="990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29" name="Forme libre : forme 1928">
                      <a:extLst>
                        <a:ext uri="{FF2B5EF4-FFF2-40B4-BE49-F238E27FC236}">
                          <a16:creationId xmlns:a16="http://schemas.microsoft.com/office/drawing/2014/main" id="{BBD3C6CD-F8D8-4AE3-8D5A-6E920A0C42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1598" y="2922272"/>
                      <a:ext cx="17067" cy="17506"/>
                    </a:xfrm>
                    <a:custGeom>
                      <a:avLst/>
                      <a:gdLst>
                        <a:gd name="connsiteX0" fmla="*/ 16606 w 17067"/>
                        <a:gd name="connsiteY0" fmla="*/ 5536 h 17506"/>
                        <a:gd name="connsiteX1" fmla="*/ 11367 w 17067"/>
                        <a:gd name="connsiteY1" fmla="*/ 16871 h 17506"/>
                        <a:gd name="connsiteX2" fmla="*/ 509 w 17067"/>
                        <a:gd name="connsiteY2" fmla="*/ 12013 h 17506"/>
                        <a:gd name="connsiteX3" fmla="*/ 5747 w 17067"/>
                        <a:gd name="connsiteY3" fmla="*/ 583 h 17506"/>
                        <a:gd name="connsiteX4" fmla="*/ 16606 w 17067"/>
                        <a:gd name="connsiteY4" fmla="*/ 5536 h 17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67" h="17506">
                          <a:moveTo>
                            <a:pt x="16606" y="5536"/>
                          </a:moveTo>
                          <a:cubicBezTo>
                            <a:pt x="18130" y="10013"/>
                            <a:pt x="15749" y="15156"/>
                            <a:pt x="11367" y="16871"/>
                          </a:cubicBezTo>
                          <a:cubicBezTo>
                            <a:pt x="6986" y="18680"/>
                            <a:pt x="2128" y="16490"/>
                            <a:pt x="509" y="12013"/>
                          </a:cubicBezTo>
                          <a:cubicBezTo>
                            <a:pt x="-1111" y="7536"/>
                            <a:pt x="1271" y="2393"/>
                            <a:pt x="5747" y="583"/>
                          </a:cubicBezTo>
                          <a:cubicBezTo>
                            <a:pt x="10224" y="-1132"/>
                            <a:pt x="15082" y="1059"/>
                            <a:pt x="16606" y="553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30" name="Forme libre : forme 1929">
                      <a:extLst>
                        <a:ext uri="{FF2B5EF4-FFF2-40B4-BE49-F238E27FC236}">
                          <a16:creationId xmlns:a16="http://schemas.microsoft.com/office/drawing/2014/main" id="{62B764E3-09E0-418E-81BC-779C2B8477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1685" y="2922760"/>
                      <a:ext cx="6682" cy="6196"/>
                    </a:xfrm>
                    <a:custGeom>
                      <a:avLst/>
                      <a:gdLst>
                        <a:gd name="connsiteX0" fmla="*/ 6613 w 6682"/>
                        <a:gd name="connsiteY0" fmla="*/ 3238 h 6196"/>
                        <a:gd name="connsiteX1" fmla="*/ 2803 w 6682"/>
                        <a:gd name="connsiteY1" fmla="*/ 6191 h 6196"/>
                        <a:gd name="connsiteX2" fmla="*/ 41 w 6682"/>
                        <a:gd name="connsiteY2" fmla="*/ 3048 h 6196"/>
                        <a:gd name="connsiteX3" fmla="*/ 3946 w 6682"/>
                        <a:gd name="connsiteY3" fmla="*/ 0 h 6196"/>
                        <a:gd name="connsiteX4" fmla="*/ 6613 w 6682"/>
                        <a:gd name="connsiteY4" fmla="*/ 3238 h 6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82" h="6196">
                          <a:moveTo>
                            <a:pt x="6613" y="3238"/>
                          </a:moveTo>
                          <a:cubicBezTo>
                            <a:pt x="6327" y="4953"/>
                            <a:pt x="4613" y="6287"/>
                            <a:pt x="2803" y="6191"/>
                          </a:cubicBezTo>
                          <a:cubicBezTo>
                            <a:pt x="993" y="6191"/>
                            <a:pt x="-245" y="4763"/>
                            <a:pt x="41" y="3048"/>
                          </a:cubicBezTo>
                          <a:cubicBezTo>
                            <a:pt x="327" y="1333"/>
                            <a:pt x="2041" y="0"/>
                            <a:pt x="3946" y="0"/>
                          </a:cubicBezTo>
                          <a:cubicBezTo>
                            <a:pt x="5756" y="95"/>
                            <a:pt x="6994" y="1524"/>
                            <a:pt x="6613" y="323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931" name="Graphique 15">
                  <a:extLst>
                    <a:ext uri="{FF2B5EF4-FFF2-40B4-BE49-F238E27FC236}">
                      <a16:creationId xmlns:a16="http://schemas.microsoft.com/office/drawing/2014/main" id="{03F8E9EA-C728-4030-86FE-8BEB88166006}"/>
                    </a:ext>
                  </a:extLst>
                </p:cNvPr>
                <p:cNvGrpSpPr/>
                <p:nvPr/>
              </p:nvGrpSpPr>
              <p:grpSpPr>
                <a:xfrm>
                  <a:off x="9668988" y="2934560"/>
                  <a:ext cx="46895" cy="114496"/>
                  <a:chOff x="9668988" y="2934560"/>
                  <a:chExt cx="46895" cy="114496"/>
                </a:xfrm>
                <a:solidFill>
                  <a:schemeClr val="accent1"/>
                </a:solidFill>
              </p:grpSpPr>
              <p:grpSp>
                <p:nvGrpSpPr>
                  <p:cNvPr id="1932" name="Graphique 15">
                    <a:extLst>
                      <a:ext uri="{FF2B5EF4-FFF2-40B4-BE49-F238E27FC236}">
                        <a16:creationId xmlns:a16="http://schemas.microsoft.com/office/drawing/2014/main" id="{AB44AEF8-0068-42C3-96CC-52F83819A3E8}"/>
                      </a:ext>
                    </a:extLst>
                  </p:cNvPr>
                  <p:cNvGrpSpPr/>
                  <p:nvPr/>
                </p:nvGrpSpPr>
                <p:grpSpPr>
                  <a:xfrm>
                    <a:off x="9669186" y="3010189"/>
                    <a:ext cx="39804" cy="38867"/>
                    <a:chOff x="9669186" y="3010189"/>
                    <a:chExt cx="39804" cy="38867"/>
                  </a:xfrm>
                  <a:solidFill>
                    <a:schemeClr val="accent1"/>
                  </a:solidFill>
                </p:grpSpPr>
                <p:sp>
                  <p:nvSpPr>
                    <p:cNvPr id="1933" name="Forme libre : forme 1932">
                      <a:extLst>
                        <a:ext uri="{FF2B5EF4-FFF2-40B4-BE49-F238E27FC236}">
                          <a16:creationId xmlns:a16="http://schemas.microsoft.com/office/drawing/2014/main" id="{408540BA-38E3-4D1B-9BB8-ED8591CA91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9186" y="3010284"/>
                      <a:ext cx="39804" cy="38772"/>
                    </a:xfrm>
                    <a:custGeom>
                      <a:avLst/>
                      <a:gdLst>
                        <a:gd name="connsiteX0" fmla="*/ 2993 w 39804"/>
                        <a:gd name="connsiteY0" fmla="*/ 12393 h 38772"/>
                        <a:gd name="connsiteX1" fmla="*/ 30615 w 39804"/>
                        <a:gd name="connsiteY1" fmla="*/ 1439 h 38772"/>
                        <a:gd name="connsiteX2" fmla="*/ 36806 w 39804"/>
                        <a:gd name="connsiteY2" fmla="*/ 26776 h 38772"/>
                        <a:gd name="connsiteX3" fmla="*/ 9660 w 39804"/>
                        <a:gd name="connsiteY3" fmla="*/ 37539 h 38772"/>
                        <a:gd name="connsiteX4" fmla="*/ 2993 w 39804"/>
                        <a:gd name="connsiteY4" fmla="*/ 12393 h 38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04" h="38772">
                          <a:moveTo>
                            <a:pt x="2993" y="12393"/>
                          </a:moveTo>
                          <a:cubicBezTo>
                            <a:pt x="8898" y="2297"/>
                            <a:pt x="21471" y="-2656"/>
                            <a:pt x="30615" y="1439"/>
                          </a:cubicBezTo>
                          <a:cubicBezTo>
                            <a:pt x="39855" y="5535"/>
                            <a:pt x="42522" y="16965"/>
                            <a:pt x="36806" y="26776"/>
                          </a:cubicBezTo>
                          <a:cubicBezTo>
                            <a:pt x="31187" y="36587"/>
                            <a:pt x="18995" y="41159"/>
                            <a:pt x="9660" y="37539"/>
                          </a:cubicBezTo>
                          <a:cubicBezTo>
                            <a:pt x="421" y="33824"/>
                            <a:pt x="-3008" y="22299"/>
                            <a:pt x="2993" y="1239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34" name="Forme libre : forme 1933">
                      <a:extLst>
                        <a:ext uri="{FF2B5EF4-FFF2-40B4-BE49-F238E27FC236}">
                          <a16:creationId xmlns:a16="http://schemas.microsoft.com/office/drawing/2014/main" id="{A09090FB-8106-41F6-A265-845886952A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9322" y="3010189"/>
                      <a:ext cx="39669" cy="34586"/>
                    </a:xfrm>
                    <a:custGeom>
                      <a:avLst/>
                      <a:gdLst>
                        <a:gd name="connsiteX0" fmla="*/ 20003 w 39669"/>
                        <a:gd name="connsiteY0" fmla="*/ 19061 h 34586"/>
                        <a:gd name="connsiteX1" fmla="*/ 29337 w 39669"/>
                        <a:gd name="connsiteY1" fmla="*/ 34586 h 34586"/>
                        <a:gd name="connsiteX2" fmla="*/ 36671 w 39669"/>
                        <a:gd name="connsiteY2" fmla="*/ 26776 h 34586"/>
                        <a:gd name="connsiteX3" fmla="*/ 30480 w 39669"/>
                        <a:gd name="connsiteY3" fmla="*/ 1439 h 34586"/>
                        <a:gd name="connsiteX4" fmla="*/ 2858 w 39669"/>
                        <a:gd name="connsiteY4" fmla="*/ 12393 h 34586"/>
                        <a:gd name="connsiteX5" fmla="*/ 0 w 39669"/>
                        <a:gd name="connsiteY5" fmla="*/ 22013 h 34586"/>
                        <a:gd name="connsiteX6" fmla="*/ 20003 w 39669"/>
                        <a:gd name="connsiteY6" fmla="*/ 19061 h 345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669" h="34586">
                          <a:moveTo>
                            <a:pt x="20003" y="19061"/>
                          </a:moveTo>
                          <a:cubicBezTo>
                            <a:pt x="26384" y="21728"/>
                            <a:pt x="29623" y="27919"/>
                            <a:pt x="29337" y="34586"/>
                          </a:cubicBezTo>
                          <a:cubicBezTo>
                            <a:pt x="32290" y="32586"/>
                            <a:pt x="34862" y="30014"/>
                            <a:pt x="36671" y="26776"/>
                          </a:cubicBezTo>
                          <a:cubicBezTo>
                            <a:pt x="42386" y="16965"/>
                            <a:pt x="39719" y="5535"/>
                            <a:pt x="30480" y="1439"/>
                          </a:cubicBezTo>
                          <a:cubicBezTo>
                            <a:pt x="21241" y="-2656"/>
                            <a:pt x="8763" y="2297"/>
                            <a:pt x="2858" y="12393"/>
                          </a:cubicBezTo>
                          <a:cubicBezTo>
                            <a:pt x="953" y="15632"/>
                            <a:pt x="95" y="18870"/>
                            <a:pt x="0" y="22013"/>
                          </a:cubicBezTo>
                          <a:cubicBezTo>
                            <a:pt x="6096" y="17822"/>
                            <a:pt x="13716" y="16394"/>
                            <a:pt x="20003" y="1906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35" name="Forme libre : forme 1934">
                      <a:extLst>
                        <a:ext uri="{FF2B5EF4-FFF2-40B4-BE49-F238E27FC236}">
                          <a16:creationId xmlns:a16="http://schemas.microsoft.com/office/drawing/2014/main" id="{F0162389-21CE-4E1E-84CC-4D71BF1996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2515" y="3020651"/>
                      <a:ext cx="16665" cy="18625"/>
                    </a:xfrm>
                    <a:custGeom>
                      <a:avLst/>
                      <a:gdLst>
                        <a:gd name="connsiteX0" fmla="*/ 45 w 16665"/>
                        <a:gd name="connsiteY0" fmla="*/ 10027 h 18625"/>
                        <a:gd name="connsiteX1" fmla="*/ 9284 w 16665"/>
                        <a:gd name="connsiteY1" fmla="*/ 26 h 18625"/>
                        <a:gd name="connsiteX2" fmla="*/ 16619 w 16665"/>
                        <a:gd name="connsiteY2" fmla="*/ 8693 h 18625"/>
                        <a:gd name="connsiteX3" fmla="*/ 7475 w 16665"/>
                        <a:gd name="connsiteY3" fmla="*/ 18599 h 18625"/>
                        <a:gd name="connsiteX4" fmla="*/ 45 w 16665"/>
                        <a:gd name="connsiteY4" fmla="*/ 10027 h 18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65" h="18625">
                          <a:moveTo>
                            <a:pt x="45" y="10027"/>
                          </a:moveTo>
                          <a:cubicBezTo>
                            <a:pt x="521" y="4884"/>
                            <a:pt x="4712" y="407"/>
                            <a:pt x="9284" y="26"/>
                          </a:cubicBezTo>
                          <a:cubicBezTo>
                            <a:pt x="13856" y="-355"/>
                            <a:pt x="17095" y="3550"/>
                            <a:pt x="16619" y="8693"/>
                          </a:cubicBezTo>
                          <a:cubicBezTo>
                            <a:pt x="16142" y="13837"/>
                            <a:pt x="12047" y="18218"/>
                            <a:pt x="7475" y="18599"/>
                          </a:cubicBezTo>
                          <a:cubicBezTo>
                            <a:pt x="2903" y="18980"/>
                            <a:pt x="-431" y="15170"/>
                            <a:pt x="45" y="1002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36" name="Forme libre : forme 1935">
                      <a:extLst>
                        <a:ext uri="{FF2B5EF4-FFF2-40B4-BE49-F238E27FC236}">
                          <a16:creationId xmlns:a16="http://schemas.microsoft.com/office/drawing/2014/main" id="{9617C8F4-F2FA-4101-B284-F8E71DE0E4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9975" y="3033784"/>
                      <a:ext cx="6507" cy="6321"/>
                    </a:xfrm>
                    <a:custGeom>
                      <a:avLst/>
                      <a:gdLst>
                        <a:gd name="connsiteX0" fmla="*/ 491 w 6507"/>
                        <a:gd name="connsiteY0" fmla="*/ 2037 h 6321"/>
                        <a:gd name="connsiteX1" fmla="*/ 4968 w 6507"/>
                        <a:gd name="connsiteY1" fmla="*/ 228 h 6321"/>
                        <a:gd name="connsiteX2" fmla="*/ 6016 w 6507"/>
                        <a:gd name="connsiteY2" fmla="*/ 4323 h 6321"/>
                        <a:gd name="connsiteX3" fmla="*/ 1539 w 6507"/>
                        <a:gd name="connsiteY3" fmla="*/ 6133 h 6321"/>
                        <a:gd name="connsiteX4" fmla="*/ 491 w 6507"/>
                        <a:gd name="connsiteY4" fmla="*/ 2037 h 6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07" h="6321">
                          <a:moveTo>
                            <a:pt x="491" y="2037"/>
                          </a:moveTo>
                          <a:cubicBezTo>
                            <a:pt x="1444" y="418"/>
                            <a:pt x="3444" y="-439"/>
                            <a:pt x="4968" y="228"/>
                          </a:cubicBezTo>
                          <a:cubicBezTo>
                            <a:pt x="6492" y="894"/>
                            <a:pt x="6968" y="2704"/>
                            <a:pt x="6016" y="4323"/>
                          </a:cubicBezTo>
                          <a:cubicBezTo>
                            <a:pt x="5064" y="5942"/>
                            <a:pt x="3063" y="6704"/>
                            <a:pt x="1539" y="6133"/>
                          </a:cubicBezTo>
                          <a:cubicBezTo>
                            <a:pt x="15" y="5466"/>
                            <a:pt x="-461" y="3657"/>
                            <a:pt x="491" y="20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937" name="Graphique 15">
                    <a:extLst>
                      <a:ext uri="{FF2B5EF4-FFF2-40B4-BE49-F238E27FC236}">
                        <a16:creationId xmlns:a16="http://schemas.microsoft.com/office/drawing/2014/main" id="{576B9CAE-CAAE-4422-B0CF-C3596C537782}"/>
                      </a:ext>
                    </a:extLst>
                  </p:cNvPr>
                  <p:cNvGrpSpPr/>
                  <p:nvPr/>
                </p:nvGrpSpPr>
                <p:grpSpPr>
                  <a:xfrm>
                    <a:off x="9675269" y="2971380"/>
                    <a:ext cx="40615" cy="39108"/>
                    <a:chOff x="9675269" y="2971380"/>
                    <a:chExt cx="40615" cy="39108"/>
                  </a:xfrm>
                  <a:solidFill>
                    <a:schemeClr val="accent1"/>
                  </a:solidFill>
                </p:grpSpPr>
                <p:sp>
                  <p:nvSpPr>
                    <p:cNvPr id="1938" name="Forme libre : forme 1937">
                      <a:extLst>
                        <a:ext uri="{FF2B5EF4-FFF2-40B4-BE49-F238E27FC236}">
                          <a16:creationId xmlns:a16="http://schemas.microsoft.com/office/drawing/2014/main" id="{EBC88891-F519-4315-8E1F-5207F6B148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5269" y="2971380"/>
                      <a:ext cx="40615" cy="39108"/>
                    </a:xfrm>
                    <a:custGeom>
                      <a:avLst/>
                      <a:gdLst>
                        <a:gd name="connsiteX0" fmla="*/ 3388 w 40615"/>
                        <a:gd name="connsiteY0" fmla="*/ 12149 h 39108"/>
                        <a:gd name="connsiteX1" fmla="*/ 31963 w 40615"/>
                        <a:gd name="connsiteY1" fmla="*/ 1576 h 39108"/>
                        <a:gd name="connsiteX2" fmla="*/ 37011 w 40615"/>
                        <a:gd name="connsiteY2" fmla="*/ 27103 h 39108"/>
                        <a:gd name="connsiteX3" fmla="*/ 9198 w 40615"/>
                        <a:gd name="connsiteY3" fmla="*/ 37676 h 39108"/>
                        <a:gd name="connsiteX4" fmla="*/ 3388 w 40615"/>
                        <a:gd name="connsiteY4" fmla="*/ 12149 h 39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615" h="39108">
                          <a:moveTo>
                            <a:pt x="3388" y="12149"/>
                          </a:moveTo>
                          <a:cubicBezTo>
                            <a:pt x="9484" y="1767"/>
                            <a:pt x="22819" y="-2615"/>
                            <a:pt x="31963" y="1576"/>
                          </a:cubicBezTo>
                          <a:cubicBezTo>
                            <a:pt x="41202" y="5958"/>
                            <a:pt x="43297" y="17483"/>
                            <a:pt x="37011" y="27103"/>
                          </a:cubicBezTo>
                          <a:cubicBezTo>
                            <a:pt x="30629" y="36724"/>
                            <a:pt x="18628" y="41772"/>
                            <a:pt x="9198" y="37676"/>
                          </a:cubicBezTo>
                          <a:cubicBezTo>
                            <a:pt x="-137" y="33771"/>
                            <a:pt x="-2899" y="22436"/>
                            <a:pt x="3388" y="1214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39" name="Forme libre : forme 1938">
                      <a:extLst>
                        <a:ext uri="{FF2B5EF4-FFF2-40B4-BE49-F238E27FC236}">
                          <a16:creationId xmlns:a16="http://schemas.microsoft.com/office/drawing/2014/main" id="{A37B4F3D-EB11-4753-83CA-5D5334D063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5418" y="2971421"/>
                      <a:ext cx="40466" cy="34873"/>
                    </a:xfrm>
                    <a:custGeom>
                      <a:avLst/>
                      <a:gdLst>
                        <a:gd name="connsiteX0" fmla="*/ 20193 w 40466"/>
                        <a:gd name="connsiteY0" fmla="*/ 18966 h 34873"/>
                        <a:gd name="connsiteX1" fmla="*/ 29051 w 40466"/>
                        <a:gd name="connsiteY1" fmla="*/ 34873 h 34873"/>
                        <a:gd name="connsiteX2" fmla="*/ 36862 w 40466"/>
                        <a:gd name="connsiteY2" fmla="*/ 27158 h 34873"/>
                        <a:gd name="connsiteX3" fmla="*/ 31813 w 40466"/>
                        <a:gd name="connsiteY3" fmla="*/ 1631 h 34873"/>
                        <a:gd name="connsiteX4" fmla="*/ 3238 w 40466"/>
                        <a:gd name="connsiteY4" fmla="*/ 12204 h 34873"/>
                        <a:gd name="connsiteX5" fmla="*/ 0 w 40466"/>
                        <a:gd name="connsiteY5" fmla="*/ 22014 h 34873"/>
                        <a:gd name="connsiteX6" fmla="*/ 20193 w 40466"/>
                        <a:gd name="connsiteY6" fmla="*/ 18966 h 348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466" h="34873">
                          <a:moveTo>
                            <a:pt x="20193" y="18966"/>
                          </a:moveTo>
                          <a:cubicBezTo>
                            <a:pt x="26575" y="21824"/>
                            <a:pt x="29528" y="28015"/>
                            <a:pt x="29051" y="34873"/>
                          </a:cubicBezTo>
                          <a:cubicBezTo>
                            <a:pt x="32004" y="32778"/>
                            <a:pt x="34862" y="30301"/>
                            <a:pt x="36862" y="27158"/>
                          </a:cubicBezTo>
                          <a:cubicBezTo>
                            <a:pt x="43148" y="17442"/>
                            <a:pt x="41053" y="6012"/>
                            <a:pt x="31813" y="1631"/>
                          </a:cubicBezTo>
                          <a:cubicBezTo>
                            <a:pt x="22670" y="-2655"/>
                            <a:pt x="9335" y="1726"/>
                            <a:pt x="3238" y="12204"/>
                          </a:cubicBezTo>
                          <a:cubicBezTo>
                            <a:pt x="1238" y="15442"/>
                            <a:pt x="286" y="18871"/>
                            <a:pt x="0" y="22014"/>
                          </a:cubicBezTo>
                          <a:cubicBezTo>
                            <a:pt x="6287" y="17633"/>
                            <a:pt x="14002" y="16204"/>
                            <a:pt x="20193" y="1896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40" name="Forme libre : forme 1939">
                      <a:extLst>
                        <a:ext uri="{FF2B5EF4-FFF2-40B4-BE49-F238E27FC236}">
                          <a16:creationId xmlns:a16="http://schemas.microsoft.com/office/drawing/2014/main" id="{5B97369E-6308-4920-B02B-9E09D9152A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8665" y="2981515"/>
                      <a:ext cx="16869" cy="18994"/>
                    </a:xfrm>
                    <a:custGeom>
                      <a:avLst/>
                      <a:gdLst>
                        <a:gd name="connsiteX0" fmla="*/ 87 w 16869"/>
                        <a:gd name="connsiteY0" fmla="*/ 10206 h 18994"/>
                        <a:gd name="connsiteX1" fmla="*/ 9707 w 16869"/>
                        <a:gd name="connsiteY1" fmla="*/ 14 h 18994"/>
                        <a:gd name="connsiteX2" fmla="*/ 16756 w 16869"/>
                        <a:gd name="connsiteY2" fmla="*/ 8873 h 18994"/>
                        <a:gd name="connsiteX3" fmla="*/ 7231 w 16869"/>
                        <a:gd name="connsiteY3" fmla="*/ 18969 h 18994"/>
                        <a:gd name="connsiteX4" fmla="*/ 87 w 16869"/>
                        <a:gd name="connsiteY4" fmla="*/ 10206 h 18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69" h="18994">
                          <a:moveTo>
                            <a:pt x="87" y="10206"/>
                          </a:moveTo>
                          <a:cubicBezTo>
                            <a:pt x="754" y="4967"/>
                            <a:pt x="5135" y="395"/>
                            <a:pt x="9707" y="14"/>
                          </a:cubicBezTo>
                          <a:cubicBezTo>
                            <a:pt x="14375" y="-271"/>
                            <a:pt x="17518" y="3729"/>
                            <a:pt x="16756" y="8873"/>
                          </a:cubicBezTo>
                          <a:cubicBezTo>
                            <a:pt x="16089" y="14112"/>
                            <a:pt x="11803" y="18588"/>
                            <a:pt x="7231" y="18969"/>
                          </a:cubicBezTo>
                          <a:cubicBezTo>
                            <a:pt x="2659" y="19350"/>
                            <a:pt x="-580" y="15445"/>
                            <a:pt x="87" y="1020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41" name="Forme libre : forme 1940">
                      <a:extLst>
                        <a:ext uri="{FF2B5EF4-FFF2-40B4-BE49-F238E27FC236}">
                          <a16:creationId xmlns:a16="http://schemas.microsoft.com/office/drawing/2014/main" id="{84EDCF65-50BC-4A23-96CF-B49D5F09CF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5905" y="2994922"/>
                      <a:ext cx="6605" cy="6455"/>
                    </a:xfrm>
                    <a:custGeom>
                      <a:avLst/>
                      <a:gdLst>
                        <a:gd name="connsiteX0" fmla="*/ 561 w 6605"/>
                        <a:gd name="connsiteY0" fmla="*/ 2037 h 6455"/>
                        <a:gd name="connsiteX1" fmla="*/ 5133 w 6605"/>
                        <a:gd name="connsiteY1" fmla="*/ 228 h 6455"/>
                        <a:gd name="connsiteX2" fmla="*/ 6086 w 6605"/>
                        <a:gd name="connsiteY2" fmla="*/ 4419 h 6455"/>
                        <a:gd name="connsiteX3" fmla="*/ 1514 w 6605"/>
                        <a:gd name="connsiteY3" fmla="*/ 6228 h 6455"/>
                        <a:gd name="connsiteX4" fmla="*/ 561 w 6605"/>
                        <a:gd name="connsiteY4" fmla="*/ 2037 h 6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05" h="6455">
                          <a:moveTo>
                            <a:pt x="561" y="2037"/>
                          </a:moveTo>
                          <a:cubicBezTo>
                            <a:pt x="1609" y="418"/>
                            <a:pt x="3609" y="-439"/>
                            <a:pt x="5133" y="228"/>
                          </a:cubicBezTo>
                          <a:cubicBezTo>
                            <a:pt x="6657" y="894"/>
                            <a:pt x="7038" y="2799"/>
                            <a:pt x="6086" y="4419"/>
                          </a:cubicBezTo>
                          <a:cubicBezTo>
                            <a:pt x="5133" y="6038"/>
                            <a:pt x="3038" y="6895"/>
                            <a:pt x="1514" y="6228"/>
                          </a:cubicBezTo>
                          <a:cubicBezTo>
                            <a:pt x="-10" y="5562"/>
                            <a:pt x="-487" y="3752"/>
                            <a:pt x="561" y="20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942" name="Graphique 15">
                    <a:extLst>
                      <a:ext uri="{FF2B5EF4-FFF2-40B4-BE49-F238E27FC236}">
                        <a16:creationId xmlns:a16="http://schemas.microsoft.com/office/drawing/2014/main" id="{DEADB41B-CC42-4659-92A7-6224B430113D}"/>
                      </a:ext>
                    </a:extLst>
                  </p:cNvPr>
                  <p:cNvGrpSpPr/>
                  <p:nvPr/>
                </p:nvGrpSpPr>
                <p:grpSpPr>
                  <a:xfrm>
                    <a:off x="9668988" y="2934560"/>
                    <a:ext cx="41833" cy="39474"/>
                    <a:chOff x="9668988" y="2934560"/>
                    <a:chExt cx="41833" cy="39474"/>
                  </a:xfrm>
                  <a:solidFill>
                    <a:schemeClr val="accent1"/>
                  </a:solidFill>
                </p:grpSpPr>
                <p:sp>
                  <p:nvSpPr>
                    <p:cNvPr id="1943" name="Forme libre : forme 1942">
                      <a:extLst>
                        <a:ext uri="{FF2B5EF4-FFF2-40B4-BE49-F238E27FC236}">
                          <a16:creationId xmlns:a16="http://schemas.microsoft.com/office/drawing/2014/main" id="{86F3C97B-EEFD-4B07-B893-43F9A232C8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8988" y="2934560"/>
                      <a:ext cx="41766" cy="39474"/>
                    </a:xfrm>
                    <a:custGeom>
                      <a:avLst/>
                      <a:gdLst>
                        <a:gd name="connsiteX0" fmla="*/ 3953 w 41766"/>
                        <a:gd name="connsiteY0" fmla="*/ 12203 h 39474"/>
                        <a:gd name="connsiteX1" fmla="*/ 33385 w 41766"/>
                        <a:gd name="connsiteY1" fmla="*/ 1630 h 39474"/>
                        <a:gd name="connsiteX2" fmla="*/ 37767 w 41766"/>
                        <a:gd name="connsiteY2" fmla="*/ 27633 h 39474"/>
                        <a:gd name="connsiteX3" fmla="*/ 8906 w 41766"/>
                        <a:gd name="connsiteY3" fmla="*/ 38015 h 39474"/>
                        <a:gd name="connsiteX4" fmla="*/ 3953 w 41766"/>
                        <a:gd name="connsiteY4" fmla="*/ 12203 h 394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766" h="39474">
                          <a:moveTo>
                            <a:pt x="3953" y="12203"/>
                          </a:moveTo>
                          <a:cubicBezTo>
                            <a:pt x="10811" y="2011"/>
                            <a:pt x="24146" y="-2752"/>
                            <a:pt x="33385" y="1630"/>
                          </a:cubicBezTo>
                          <a:cubicBezTo>
                            <a:pt x="42625" y="6011"/>
                            <a:pt x="44434" y="17727"/>
                            <a:pt x="37767" y="27633"/>
                          </a:cubicBezTo>
                          <a:cubicBezTo>
                            <a:pt x="31099" y="37539"/>
                            <a:pt x="18241" y="42016"/>
                            <a:pt x="8906" y="38015"/>
                          </a:cubicBezTo>
                          <a:cubicBezTo>
                            <a:pt x="-428" y="34110"/>
                            <a:pt x="-3000" y="22299"/>
                            <a:pt x="3953" y="1220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44" name="Forme libre : forme 1943">
                      <a:extLst>
                        <a:ext uri="{FF2B5EF4-FFF2-40B4-BE49-F238E27FC236}">
                          <a16:creationId xmlns:a16="http://schemas.microsoft.com/office/drawing/2014/main" id="{9993AB5B-0CDB-49B4-8E6C-58A0E2DEF0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9322" y="2934574"/>
                      <a:ext cx="41500" cy="35430"/>
                    </a:xfrm>
                    <a:custGeom>
                      <a:avLst/>
                      <a:gdLst>
                        <a:gd name="connsiteX0" fmla="*/ 20765 w 41500"/>
                        <a:gd name="connsiteY0" fmla="*/ 19333 h 35430"/>
                        <a:gd name="connsiteX1" fmla="*/ 29242 w 41500"/>
                        <a:gd name="connsiteY1" fmla="*/ 35430 h 35430"/>
                        <a:gd name="connsiteX2" fmla="*/ 37529 w 41500"/>
                        <a:gd name="connsiteY2" fmla="*/ 27620 h 35430"/>
                        <a:gd name="connsiteX3" fmla="*/ 33147 w 41500"/>
                        <a:gd name="connsiteY3" fmla="*/ 1616 h 35430"/>
                        <a:gd name="connsiteX4" fmla="*/ 3715 w 41500"/>
                        <a:gd name="connsiteY4" fmla="*/ 12189 h 35430"/>
                        <a:gd name="connsiteX5" fmla="*/ 0 w 41500"/>
                        <a:gd name="connsiteY5" fmla="*/ 22000 h 35430"/>
                        <a:gd name="connsiteX6" fmla="*/ 20765 w 41500"/>
                        <a:gd name="connsiteY6" fmla="*/ 19333 h 35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500" h="35430">
                          <a:moveTo>
                            <a:pt x="20765" y="19333"/>
                          </a:moveTo>
                          <a:cubicBezTo>
                            <a:pt x="27146" y="22190"/>
                            <a:pt x="30004" y="28572"/>
                            <a:pt x="29242" y="35430"/>
                          </a:cubicBezTo>
                          <a:cubicBezTo>
                            <a:pt x="32385" y="33430"/>
                            <a:pt x="35338" y="30858"/>
                            <a:pt x="37529" y="27620"/>
                          </a:cubicBezTo>
                          <a:cubicBezTo>
                            <a:pt x="44196" y="17714"/>
                            <a:pt x="42291" y="5998"/>
                            <a:pt x="33147" y="1616"/>
                          </a:cubicBezTo>
                          <a:cubicBezTo>
                            <a:pt x="23908" y="-2765"/>
                            <a:pt x="10573" y="2093"/>
                            <a:pt x="3715" y="12189"/>
                          </a:cubicBezTo>
                          <a:cubicBezTo>
                            <a:pt x="1524" y="15428"/>
                            <a:pt x="381" y="18761"/>
                            <a:pt x="0" y="22000"/>
                          </a:cubicBezTo>
                          <a:cubicBezTo>
                            <a:pt x="6477" y="17809"/>
                            <a:pt x="14478" y="16475"/>
                            <a:pt x="20765" y="1933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45" name="Forme libre : forme 1944">
                      <a:extLst>
                        <a:ext uri="{FF2B5EF4-FFF2-40B4-BE49-F238E27FC236}">
                          <a16:creationId xmlns:a16="http://schemas.microsoft.com/office/drawing/2014/main" id="{3D36E37B-5D0E-45B3-ACFF-D1CBA8AE53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2581" y="2945034"/>
                      <a:ext cx="17584" cy="18888"/>
                    </a:xfrm>
                    <a:custGeom>
                      <a:avLst/>
                      <a:gdLst>
                        <a:gd name="connsiteX0" fmla="*/ 170 w 17584"/>
                        <a:gd name="connsiteY0" fmla="*/ 10016 h 18888"/>
                        <a:gd name="connsiteX1" fmla="*/ 10552 w 17584"/>
                        <a:gd name="connsiteY1" fmla="*/ 14 h 18888"/>
                        <a:gd name="connsiteX2" fmla="*/ 17410 w 17584"/>
                        <a:gd name="connsiteY2" fmla="*/ 8968 h 18888"/>
                        <a:gd name="connsiteX3" fmla="*/ 7124 w 17584"/>
                        <a:gd name="connsiteY3" fmla="*/ 18874 h 18888"/>
                        <a:gd name="connsiteX4" fmla="*/ 170 w 17584"/>
                        <a:gd name="connsiteY4" fmla="*/ 10016 h 18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84" h="18888">
                          <a:moveTo>
                            <a:pt x="170" y="10016"/>
                          </a:moveTo>
                          <a:cubicBezTo>
                            <a:pt x="1123" y="4777"/>
                            <a:pt x="5790" y="300"/>
                            <a:pt x="10552" y="14"/>
                          </a:cubicBezTo>
                          <a:cubicBezTo>
                            <a:pt x="15315" y="-271"/>
                            <a:pt x="18363" y="3729"/>
                            <a:pt x="17410" y="8968"/>
                          </a:cubicBezTo>
                          <a:cubicBezTo>
                            <a:pt x="16458" y="14207"/>
                            <a:pt x="11886" y="18588"/>
                            <a:pt x="7124" y="18874"/>
                          </a:cubicBezTo>
                          <a:cubicBezTo>
                            <a:pt x="2361" y="19160"/>
                            <a:pt x="-782" y="15159"/>
                            <a:pt x="170" y="1001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46" name="Forme libre : forme 1945">
                      <a:extLst>
                        <a:ext uri="{FF2B5EF4-FFF2-40B4-BE49-F238E27FC236}">
                          <a16:creationId xmlns:a16="http://schemas.microsoft.com/office/drawing/2014/main" id="{59757CAC-013B-4FA5-8091-3A23CB6C83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9747" y="2958388"/>
                      <a:ext cx="6812" cy="6427"/>
                    </a:xfrm>
                    <a:custGeom>
                      <a:avLst/>
                      <a:gdLst>
                        <a:gd name="connsiteX0" fmla="*/ 623 w 6812"/>
                        <a:gd name="connsiteY0" fmla="*/ 1996 h 6427"/>
                        <a:gd name="connsiteX1" fmla="*/ 5386 w 6812"/>
                        <a:gd name="connsiteY1" fmla="*/ 281 h 6427"/>
                        <a:gd name="connsiteX2" fmla="*/ 6148 w 6812"/>
                        <a:gd name="connsiteY2" fmla="*/ 4472 h 6427"/>
                        <a:gd name="connsiteX3" fmla="*/ 1385 w 6812"/>
                        <a:gd name="connsiteY3" fmla="*/ 6187 h 6427"/>
                        <a:gd name="connsiteX4" fmla="*/ 623 w 6812"/>
                        <a:gd name="connsiteY4" fmla="*/ 1996 h 64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2" h="6427">
                          <a:moveTo>
                            <a:pt x="623" y="1996"/>
                          </a:moveTo>
                          <a:cubicBezTo>
                            <a:pt x="1766" y="377"/>
                            <a:pt x="3862" y="-481"/>
                            <a:pt x="5386" y="281"/>
                          </a:cubicBezTo>
                          <a:cubicBezTo>
                            <a:pt x="6910" y="948"/>
                            <a:pt x="7291" y="2853"/>
                            <a:pt x="6148" y="4472"/>
                          </a:cubicBezTo>
                          <a:cubicBezTo>
                            <a:pt x="5005" y="6092"/>
                            <a:pt x="2909" y="6854"/>
                            <a:pt x="1385" y="6187"/>
                          </a:cubicBezTo>
                          <a:cubicBezTo>
                            <a:pt x="-139" y="5520"/>
                            <a:pt x="-424" y="3615"/>
                            <a:pt x="623" y="199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1947" name="Graphique 15">
                <a:extLst>
                  <a:ext uri="{FF2B5EF4-FFF2-40B4-BE49-F238E27FC236}">
                    <a16:creationId xmlns:a16="http://schemas.microsoft.com/office/drawing/2014/main" id="{05B6BB73-80CC-4360-B645-A25F6D40844D}"/>
                  </a:ext>
                </a:extLst>
              </p:cNvPr>
              <p:cNvGrpSpPr/>
              <p:nvPr/>
            </p:nvGrpSpPr>
            <p:grpSpPr>
              <a:xfrm>
                <a:off x="9932497" y="2720544"/>
                <a:ext cx="397287" cy="516715"/>
                <a:chOff x="9932497" y="2720544"/>
                <a:chExt cx="397287" cy="516715"/>
              </a:xfrm>
              <a:solidFill>
                <a:schemeClr val="accent1"/>
              </a:solidFill>
            </p:grpSpPr>
            <p:sp>
              <p:nvSpPr>
                <p:cNvPr id="1948" name="Forme libre : forme 1947">
                  <a:extLst>
                    <a:ext uri="{FF2B5EF4-FFF2-40B4-BE49-F238E27FC236}">
                      <a16:creationId xmlns:a16="http://schemas.microsoft.com/office/drawing/2014/main" id="{4BE59135-ACD8-438D-8A42-C641176A36BB}"/>
                    </a:ext>
                  </a:extLst>
                </p:cNvPr>
                <p:cNvSpPr/>
                <p:nvPr/>
              </p:nvSpPr>
              <p:spPr>
                <a:xfrm>
                  <a:off x="9932497" y="2720544"/>
                  <a:ext cx="397287" cy="501127"/>
                </a:xfrm>
                <a:custGeom>
                  <a:avLst/>
                  <a:gdLst>
                    <a:gd name="connsiteX0" fmla="*/ 22003 w 397287"/>
                    <a:gd name="connsiteY0" fmla="*/ 132017 h 501127"/>
                    <a:gd name="connsiteX1" fmla="*/ 158877 w 397287"/>
                    <a:gd name="connsiteY1" fmla="*/ 117158 h 501127"/>
                    <a:gd name="connsiteX2" fmla="*/ 132493 w 397287"/>
                    <a:gd name="connsiteY2" fmla="*/ 168592 h 501127"/>
                    <a:gd name="connsiteX3" fmla="*/ 120491 w 397287"/>
                    <a:gd name="connsiteY3" fmla="*/ 223361 h 501127"/>
                    <a:gd name="connsiteX4" fmla="*/ 136779 w 397287"/>
                    <a:gd name="connsiteY4" fmla="*/ 334423 h 501127"/>
                    <a:gd name="connsiteX5" fmla="*/ 218122 w 397287"/>
                    <a:gd name="connsiteY5" fmla="*/ 466154 h 501127"/>
                    <a:gd name="connsiteX6" fmla="*/ 257651 w 397287"/>
                    <a:gd name="connsiteY6" fmla="*/ 494824 h 501127"/>
                    <a:gd name="connsiteX7" fmla="*/ 292608 w 397287"/>
                    <a:gd name="connsiteY7" fmla="*/ 500348 h 501127"/>
                    <a:gd name="connsiteX8" fmla="*/ 324231 w 397287"/>
                    <a:gd name="connsiteY8" fmla="*/ 480727 h 501127"/>
                    <a:gd name="connsiteX9" fmla="*/ 337376 w 397287"/>
                    <a:gd name="connsiteY9" fmla="*/ 461296 h 501127"/>
                    <a:gd name="connsiteX10" fmla="*/ 348805 w 397287"/>
                    <a:gd name="connsiteY10" fmla="*/ 436435 h 501127"/>
                    <a:gd name="connsiteX11" fmla="*/ 364712 w 397287"/>
                    <a:gd name="connsiteY11" fmla="*/ 370999 h 501127"/>
                    <a:gd name="connsiteX12" fmla="*/ 368808 w 397287"/>
                    <a:gd name="connsiteY12" fmla="*/ 288417 h 501127"/>
                    <a:gd name="connsiteX13" fmla="*/ 341376 w 397287"/>
                    <a:gd name="connsiteY13" fmla="*/ 179356 h 501127"/>
                    <a:gd name="connsiteX14" fmla="*/ 309467 w 397287"/>
                    <a:gd name="connsiteY14" fmla="*/ 133350 h 501127"/>
                    <a:gd name="connsiteX15" fmla="*/ 265557 w 397287"/>
                    <a:gd name="connsiteY15" fmla="*/ 96012 h 501127"/>
                    <a:gd name="connsiteX16" fmla="*/ 397288 w 397287"/>
                    <a:gd name="connsiteY16" fmla="*/ 57150 h 501127"/>
                    <a:gd name="connsiteX17" fmla="*/ 397288 w 397287"/>
                    <a:gd name="connsiteY17" fmla="*/ 0 h 501127"/>
                    <a:gd name="connsiteX18" fmla="*/ 204407 w 397287"/>
                    <a:gd name="connsiteY18" fmla="*/ 67151 h 501127"/>
                    <a:gd name="connsiteX19" fmla="*/ 0 w 397287"/>
                    <a:gd name="connsiteY19" fmla="*/ 78962 h 501127"/>
                    <a:gd name="connsiteX20" fmla="*/ 22003 w 397287"/>
                    <a:gd name="connsiteY20" fmla="*/ 132017 h 501127"/>
                    <a:gd name="connsiteX21" fmla="*/ 316135 w 397287"/>
                    <a:gd name="connsiteY21" fmla="*/ 292322 h 501127"/>
                    <a:gd name="connsiteX22" fmla="*/ 308801 w 397287"/>
                    <a:gd name="connsiteY22" fmla="*/ 410432 h 501127"/>
                    <a:gd name="connsiteX23" fmla="*/ 281845 w 397287"/>
                    <a:gd name="connsiteY23" fmla="*/ 444341 h 501127"/>
                    <a:gd name="connsiteX24" fmla="*/ 237458 w 397287"/>
                    <a:gd name="connsiteY24" fmla="*/ 418243 h 501127"/>
                    <a:gd name="connsiteX25" fmla="*/ 187071 w 397287"/>
                    <a:gd name="connsiteY25" fmla="*/ 318040 h 501127"/>
                    <a:gd name="connsiteX26" fmla="*/ 180499 w 397287"/>
                    <a:gd name="connsiteY26" fmla="*/ 224314 h 501127"/>
                    <a:gd name="connsiteX27" fmla="*/ 193929 w 397287"/>
                    <a:gd name="connsiteY27" fmla="*/ 179832 h 501127"/>
                    <a:gd name="connsiteX28" fmla="*/ 218694 w 397287"/>
                    <a:gd name="connsiteY28" fmla="*/ 138970 h 501127"/>
                    <a:gd name="connsiteX29" fmla="*/ 286512 w 397287"/>
                    <a:gd name="connsiteY29" fmla="*/ 203359 h 501127"/>
                    <a:gd name="connsiteX30" fmla="*/ 316135 w 397287"/>
                    <a:gd name="connsiteY30" fmla="*/ 292322 h 50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97287" h="501127">
                      <a:moveTo>
                        <a:pt x="22003" y="132017"/>
                      </a:moveTo>
                      <a:cubicBezTo>
                        <a:pt x="67818" y="112776"/>
                        <a:pt x="116396" y="109252"/>
                        <a:pt x="158877" y="117158"/>
                      </a:cubicBezTo>
                      <a:cubicBezTo>
                        <a:pt x="147828" y="133731"/>
                        <a:pt x="138970" y="150971"/>
                        <a:pt x="132493" y="168592"/>
                      </a:cubicBezTo>
                      <a:cubicBezTo>
                        <a:pt x="126016" y="186214"/>
                        <a:pt x="122206" y="204978"/>
                        <a:pt x="120491" y="223361"/>
                      </a:cubicBezTo>
                      <a:cubicBezTo>
                        <a:pt x="117158" y="260318"/>
                        <a:pt x="123158" y="297751"/>
                        <a:pt x="136779" y="334423"/>
                      </a:cubicBezTo>
                      <a:cubicBezTo>
                        <a:pt x="160020" y="396335"/>
                        <a:pt x="190976" y="439674"/>
                        <a:pt x="218122" y="466154"/>
                      </a:cubicBezTo>
                      <a:cubicBezTo>
                        <a:pt x="232029" y="479870"/>
                        <a:pt x="245269" y="489490"/>
                        <a:pt x="257651" y="494824"/>
                      </a:cubicBezTo>
                      <a:cubicBezTo>
                        <a:pt x="270224" y="501015"/>
                        <a:pt x="281750" y="502158"/>
                        <a:pt x="292608" y="500348"/>
                      </a:cubicBezTo>
                      <a:cubicBezTo>
                        <a:pt x="304514" y="498253"/>
                        <a:pt x="314801" y="491109"/>
                        <a:pt x="324231" y="480727"/>
                      </a:cubicBezTo>
                      <a:cubicBezTo>
                        <a:pt x="328898" y="475393"/>
                        <a:pt x="333280" y="468916"/>
                        <a:pt x="337376" y="461296"/>
                      </a:cubicBezTo>
                      <a:cubicBezTo>
                        <a:pt x="341471" y="454057"/>
                        <a:pt x="345281" y="445770"/>
                        <a:pt x="348805" y="436435"/>
                      </a:cubicBezTo>
                      <a:cubicBezTo>
                        <a:pt x="355759" y="418052"/>
                        <a:pt x="361093" y="395764"/>
                        <a:pt x="364712" y="370999"/>
                      </a:cubicBezTo>
                      <a:cubicBezTo>
                        <a:pt x="368237" y="346234"/>
                        <a:pt x="369951" y="318516"/>
                        <a:pt x="368808" y="288417"/>
                      </a:cubicBezTo>
                      <a:cubicBezTo>
                        <a:pt x="367379" y="249555"/>
                        <a:pt x="358616" y="211931"/>
                        <a:pt x="341376" y="179356"/>
                      </a:cubicBezTo>
                      <a:cubicBezTo>
                        <a:pt x="332804" y="162973"/>
                        <a:pt x="322136" y="147542"/>
                        <a:pt x="309467" y="133350"/>
                      </a:cubicBezTo>
                      <a:cubicBezTo>
                        <a:pt x="296799" y="119158"/>
                        <a:pt x="282130" y="107061"/>
                        <a:pt x="265557" y="96012"/>
                      </a:cubicBezTo>
                      <a:cubicBezTo>
                        <a:pt x="301657" y="71628"/>
                        <a:pt x="347853" y="57721"/>
                        <a:pt x="397288" y="57150"/>
                      </a:cubicBezTo>
                      <a:lnTo>
                        <a:pt x="397288" y="0"/>
                      </a:lnTo>
                      <a:cubicBezTo>
                        <a:pt x="322136" y="0"/>
                        <a:pt x="252889" y="26194"/>
                        <a:pt x="204407" y="67151"/>
                      </a:cubicBezTo>
                      <a:cubicBezTo>
                        <a:pt x="144018" y="48101"/>
                        <a:pt x="69818" y="50006"/>
                        <a:pt x="0" y="78962"/>
                      </a:cubicBezTo>
                      <a:lnTo>
                        <a:pt x="22003" y="132017"/>
                      </a:lnTo>
                      <a:close/>
                      <a:moveTo>
                        <a:pt x="316135" y="292322"/>
                      </a:moveTo>
                      <a:cubicBezTo>
                        <a:pt x="322517" y="354425"/>
                        <a:pt x="315087" y="390906"/>
                        <a:pt x="308801" y="410432"/>
                      </a:cubicBezTo>
                      <a:cubicBezTo>
                        <a:pt x="302133" y="429863"/>
                        <a:pt x="293180" y="442531"/>
                        <a:pt x="281845" y="444341"/>
                      </a:cubicBezTo>
                      <a:cubicBezTo>
                        <a:pt x="270415" y="446246"/>
                        <a:pt x="254794" y="438912"/>
                        <a:pt x="237458" y="418243"/>
                      </a:cubicBezTo>
                      <a:cubicBezTo>
                        <a:pt x="220409" y="398431"/>
                        <a:pt x="201263" y="366046"/>
                        <a:pt x="187071" y="318040"/>
                      </a:cubicBezTo>
                      <a:cubicBezTo>
                        <a:pt x="177927" y="286702"/>
                        <a:pt x="175355" y="254984"/>
                        <a:pt x="180499" y="224314"/>
                      </a:cubicBezTo>
                      <a:cubicBezTo>
                        <a:pt x="182975" y="208788"/>
                        <a:pt x="187547" y="194215"/>
                        <a:pt x="193929" y="179832"/>
                      </a:cubicBezTo>
                      <a:cubicBezTo>
                        <a:pt x="200311" y="165640"/>
                        <a:pt x="208597" y="151543"/>
                        <a:pt x="218694" y="138970"/>
                      </a:cubicBezTo>
                      <a:cubicBezTo>
                        <a:pt x="247174" y="155067"/>
                        <a:pt x="270129" y="176689"/>
                        <a:pt x="286512" y="203359"/>
                      </a:cubicBezTo>
                      <a:cubicBezTo>
                        <a:pt x="302990" y="229648"/>
                        <a:pt x="312706" y="259842"/>
                        <a:pt x="316135" y="292322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49" name="Forme libre : forme 1948">
                  <a:extLst>
                    <a:ext uri="{FF2B5EF4-FFF2-40B4-BE49-F238E27FC236}">
                      <a16:creationId xmlns:a16="http://schemas.microsoft.com/office/drawing/2014/main" id="{39B0ABAB-C733-4C59-AEB4-6CA7709C62DE}"/>
                    </a:ext>
                  </a:extLst>
                </p:cNvPr>
                <p:cNvSpPr/>
                <p:nvPr/>
              </p:nvSpPr>
              <p:spPr>
                <a:xfrm>
                  <a:off x="10068610" y="2987625"/>
                  <a:ext cx="233142" cy="233951"/>
                </a:xfrm>
                <a:custGeom>
                  <a:avLst/>
                  <a:gdLst>
                    <a:gd name="connsiteX0" fmla="*/ 210026 w 233142"/>
                    <a:gd name="connsiteY0" fmla="*/ 141923 h 233951"/>
                    <a:gd name="connsiteX1" fmla="*/ 198025 w 233142"/>
                    <a:gd name="connsiteY1" fmla="*/ 166878 h 233951"/>
                    <a:gd name="connsiteX2" fmla="*/ 184213 w 233142"/>
                    <a:gd name="connsiteY2" fmla="*/ 186309 h 233951"/>
                    <a:gd name="connsiteX3" fmla="*/ 150876 w 233142"/>
                    <a:gd name="connsiteY3" fmla="*/ 206216 h 233951"/>
                    <a:gd name="connsiteX4" fmla="*/ 116777 w 233142"/>
                    <a:gd name="connsiteY4" fmla="*/ 202121 h 233951"/>
                    <a:gd name="connsiteX5" fmla="*/ 78867 w 233142"/>
                    <a:gd name="connsiteY5" fmla="*/ 177832 h 233951"/>
                    <a:gd name="connsiteX6" fmla="*/ 0 w 233142"/>
                    <a:gd name="connsiteY6" fmla="*/ 64961 h 233951"/>
                    <a:gd name="connsiteX7" fmla="*/ 762 w 233142"/>
                    <a:gd name="connsiteY7" fmla="*/ 67246 h 233951"/>
                    <a:gd name="connsiteX8" fmla="*/ 82105 w 233142"/>
                    <a:gd name="connsiteY8" fmla="*/ 198977 h 233951"/>
                    <a:gd name="connsiteX9" fmla="*/ 121634 w 233142"/>
                    <a:gd name="connsiteY9" fmla="*/ 227648 h 233951"/>
                    <a:gd name="connsiteX10" fmla="*/ 156591 w 233142"/>
                    <a:gd name="connsiteY10" fmla="*/ 233172 h 233951"/>
                    <a:gd name="connsiteX11" fmla="*/ 188214 w 233142"/>
                    <a:gd name="connsiteY11" fmla="*/ 213550 h 233951"/>
                    <a:gd name="connsiteX12" fmla="*/ 201358 w 233142"/>
                    <a:gd name="connsiteY12" fmla="*/ 194120 h 233951"/>
                    <a:gd name="connsiteX13" fmla="*/ 212788 w 233142"/>
                    <a:gd name="connsiteY13" fmla="*/ 169259 h 233951"/>
                    <a:gd name="connsiteX14" fmla="*/ 228695 w 233142"/>
                    <a:gd name="connsiteY14" fmla="*/ 103823 h 233951"/>
                    <a:gd name="connsiteX15" fmla="*/ 232791 w 233142"/>
                    <a:gd name="connsiteY15" fmla="*/ 21241 h 233951"/>
                    <a:gd name="connsiteX16" fmla="*/ 231172 w 233142"/>
                    <a:gd name="connsiteY16" fmla="*/ 0 h 233951"/>
                    <a:gd name="connsiteX17" fmla="*/ 226219 w 233142"/>
                    <a:gd name="connsiteY17" fmla="*/ 78772 h 233951"/>
                    <a:gd name="connsiteX18" fmla="*/ 210026 w 233142"/>
                    <a:gd name="connsiteY18" fmla="*/ 141923 h 233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33142" h="233951">
                      <a:moveTo>
                        <a:pt x="210026" y="141923"/>
                      </a:moveTo>
                      <a:cubicBezTo>
                        <a:pt x="206312" y="151257"/>
                        <a:pt x="202311" y="159449"/>
                        <a:pt x="198025" y="166878"/>
                      </a:cubicBezTo>
                      <a:cubicBezTo>
                        <a:pt x="193738" y="174403"/>
                        <a:pt x="189071" y="180975"/>
                        <a:pt x="184213" y="186309"/>
                      </a:cubicBezTo>
                      <a:cubicBezTo>
                        <a:pt x="174307" y="196787"/>
                        <a:pt x="163449" y="204025"/>
                        <a:pt x="150876" y="206216"/>
                      </a:cubicBezTo>
                      <a:cubicBezTo>
                        <a:pt x="140208" y="208026"/>
                        <a:pt x="128969" y="207359"/>
                        <a:pt x="116777" y="202121"/>
                      </a:cubicBezTo>
                      <a:cubicBezTo>
                        <a:pt x="104775" y="197549"/>
                        <a:pt x="92107" y="189643"/>
                        <a:pt x="78867" y="177832"/>
                      </a:cubicBezTo>
                      <a:cubicBezTo>
                        <a:pt x="52864" y="155162"/>
                        <a:pt x="23813" y="118110"/>
                        <a:pt x="0" y="64961"/>
                      </a:cubicBezTo>
                      <a:lnTo>
                        <a:pt x="762" y="67246"/>
                      </a:lnTo>
                      <a:cubicBezTo>
                        <a:pt x="24003" y="129159"/>
                        <a:pt x="54959" y="172498"/>
                        <a:pt x="82105" y="198977"/>
                      </a:cubicBezTo>
                      <a:cubicBezTo>
                        <a:pt x="96012" y="212693"/>
                        <a:pt x="109252" y="222314"/>
                        <a:pt x="121634" y="227648"/>
                      </a:cubicBezTo>
                      <a:cubicBezTo>
                        <a:pt x="134207" y="233839"/>
                        <a:pt x="145732" y="234982"/>
                        <a:pt x="156591" y="233172"/>
                      </a:cubicBezTo>
                      <a:cubicBezTo>
                        <a:pt x="168497" y="231077"/>
                        <a:pt x="178784" y="223933"/>
                        <a:pt x="188214" y="213550"/>
                      </a:cubicBezTo>
                      <a:cubicBezTo>
                        <a:pt x="192881" y="208217"/>
                        <a:pt x="197263" y="201740"/>
                        <a:pt x="201358" y="194120"/>
                      </a:cubicBezTo>
                      <a:cubicBezTo>
                        <a:pt x="205454" y="186881"/>
                        <a:pt x="209264" y="178594"/>
                        <a:pt x="212788" y="169259"/>
                      </a:cubicBezTo>
                      <a:cubicBezTo>
                        <a:pt x="219742" y="150876"/>
                        <a:pt x="225076" y="128588"/>
                        <a:pt x="228695" y="103823"/>
                      </a:cubicBezTo>
                      <a:cubicBezTo>
                        <a:pt x="232220" y="79058"/>
                        <a:pt x="233934" y="51340"/>
                        <a:pt x="232791" y="21241"/>
                      </a:cubicBezTo>
                      <a:cubicBezTo>
                        <a:pt x="232505" y="14097"/>
                        <a:pt x="231934" y="6953"/>
                        <a:pt x="231172" y="0"/>
                      </a:cubicBezTo>
                      <a:cubicBezTo>
                        <a:pt x="231838" y="28670"/>
                        <a:pt x="230029" y="55150"/>
                        <a:pt x="226219" y="78772"/>
                      </a:cubicBezTo>
                      <a:cubicBezTo>
                        <a:pt x="222504" y="102870"/>
                        <a:pt x="216979" y="124206"/>
                        <a:pt x="210026" y="141923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50" name="Forme libre : forme 1949">
                  <a:extLst>
                    <a:ext uri="{FF2B5EF4-FFF2-40B4-BE49-F238E27FC236}">
                      <a16:creationId xmlns:a16="http://schemas.microsoft.com/office/drawing/2014/main" id="{9755967A-1EEE-4E60-A207-4E822EA04567}"/>
                    </a:ext>
                  </a:extLst>
                </p:cNvPr>
                <p:cNvSpPr/>
                <p:nvPr/>
              </p:nvSpPr>
              <p:spPr>
                <a:xfrm>
                  <a:off x="10064799" y="2739689"/>
                  <a:ext cx="177165" cy="219360"/>
                </a:xfrm>
                <a:custGeom>
                  <a:avLst/>
                  <a:gdLst>
                    <a:gd name="connsiteX0" fmla="*/ 177166 w 177165"/>
                    <a:gd name="connsiteY0" fmla="*/ 0 h 219360"/>
                    <a:gd name="connsiteX1" fmla="*/ 169450 w 177165"/>
                    <a:gd name="connsiteY1" fmla="*/ 2572 h 219360"/>
                    <a:gd name="connsiteX2" fmla="*/ 148972 w 177165"/>
                    <a:gd name="connsiteY2" fmla="*/ 11144 h 219360"/>
                    <a:gd name="connsiteX3" fmla="*/ 86678 w 177165"/>
                    <a:gd name="connsiteY3" fmla="*/ 49625 h 219360"/>
                    <a:gd name="connsiteX4" fmla="*/ 69914 w 177165"/>
                    <a:gd name="connsiteY4" fmla="*/ 64008 h 219360"/>
                    <a:gd name="connsiteX5" fmla="*/ 53912 w 177165"/>
                    <a:gd name="connsiteY5" fmla="*/ 80772 h 219360"/>
                    <a:gd name="connsiteX6" fmla="*/ 26004 w 177165"/>
                    <a:gd name="connsiteY6" fmla="*/ 119825 h 219360"/>
                    <a:gd name="connsiteX7" fmla="*/ 1 w 177165"/>
                    <a:gd name="connsiteY7" fmla="*/ 219361 h 219360"/>
                    <a:gd name="connsiteX8" fmla="*/ 3239 w 177165"/>
                    <a:gd name="connsiteY8" fmla="*/ 197167 h 219360"/>
                    <a:gd name="connsiteX9" fmla="*/ 22575 w 177165"/>
                    <a:gd name="connsiteY9" fmla="*/ 141161 h 219360"/>
                    <a:gd name="connsiteX10" fmla="*/ 74867 w 177165"/>
                    <a:gd name="connsiteY10" fmla="*/ 67723 h 219360"/>
                    <a:gd name="connsiteX11" fmla="*/ 118872 w 177165"/>
                    <a:gd name="connsiteY11" fmla="*/ 31337 h 219360"/>
                    <a:gd name="connsiteX12" fmla="*/ 146114 w 177165"/>
                    <a:gd name="connsiteY12" fmla="*/ 14859 h 219360"/>
                    <a:gd name="connsiteX13" fmla="*/ 161068 w 177165"/>
                    <a:gd name="connsiteY13" fmla="*/ 6953 h 219360"/>
                    <a:gd name="connsiteX14" fmla="*/ 177166 w 177165"/>
                    <a:gd name="connsiteY14" fmla="*/ 0 h 219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77165" h="219360">
                      <a:moveTo>
                        <a:pt x="177166" y="0"/>
                      </a:moveTo>
                      <a:cubicBezTo>
                        <a:pt x="177166" y="0"/>
                        <a:pt x="174499" y="857"/>
                        <a:pt x="169450" y="2572"/>
                      </a:cubicBezTo>
                      <a:cubicBezTo>
                        <a:pt x="164497" y="4191"/>
                        <a:pt x="157449" y="7049"/>
                        <a:pt x="148972" y="11144"/>
                      </a:cubicBezTo>
                      <a:cubicBezTo>
                        <a:pt x="132017" y="19145"/>
                        <a:pt x="109157" y="31242"/>
                        <a:pt x="86678" y="49625"/>
                      </a:cubicBezTo>
                      <a:cubicBezTo>
                        <a:pt x="81058" y="54102"/>
                        <a:pt x="75439" y="58865"/>
                        <a:pt x="69914" y="64008"/>
                      </a:cubicBezTo>
                      <a:cubicBezTo>
                        <a:pt x="64389" y="69247"/>
                        <a:pt x="59055" y="74962"/>
                        <a:pt x="53912" y="80772"/>
                      </a:cubicBezTo>
                      <a:cubicBezTo>
                        <a:pt x="43625" y="92678"/>
                        <a:pt x="34005" y="105251"/>
                        <a:pt x="26004" y="119825"/>
                      </a:cubicBezTo>
                      <a:cubicBezTo>
                        <a:pt x="10002" y="148781"/>
                        <a:pt x="-95" y="181737"/>
                        <a:pt x="1" y="219361"/>
                      </a:cubicBezTo>
                      <a:cubicBezTo>
                        <a:pt x="1" y="219361"/>
                        <a:pt x="381" y="211169"/>
                        <a:pt x="3239" y="197167"/>
                      </a:cubicBezTo>
                      <a:cubicBezTo>
                        <a:pt x="6001" y="182975"/>
                        <a:pt x="11716" y="164021"/>
                        <a:pt x="22575" y="141161"/>
                      </a:cubicBezTo>
                      <a:cubicBezTo>
                        <a:pt x="33338" y="118110"/>
                        <a:pt x="50007" y="93250"/>
                        <a:pt x="74867" y="67723"/>
                      </a:cubicBezTo>
                      <a:cubicBezTo>
                        <a:pt x="87345" y="55531"/>
                        <a:pt x="101918" y="42863"/>
                        <a:pt x="118872" y="31337"/>
                      </a:cubicBezTo>
                      <a:cubicBezTo>
                        <a:pt x="127350" y="25717"/>
                        <a:pt x="136494" y="20193"/>
                        <a:pt x="146114" y="14859"/>
                      </a:cubicBezTo>
                      <a:cubicBezTo>
                        <a:pt x="150972" y="12192"/>
                        <a:pt x="155925" y="9525"/>
                        <a:pt x="161068" y="6953"/>
                      </a:cubicBezTo>
                      <a:cubicBezTo>
                        <a:pt x="166402" y="4572"/>
                        <a:pt x="171736" y="2286"/>
                        <a:pt x="1771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51" name="Forme libre : forme 1950">
                  <a:extLst>
                    <a:ext uri="{FF2B5EF4-FFF2-40B4-BE49-F238E27FC236}">
                      <a16:creationId xmlns:a16="http://schemas.microsoft.com/office/drawing/2014/main" id="{2B0DDE14-60DF-4151-8D08-918B554224BE}"/>
                    </a:ext>
                  </a:extLst>
                </p:cNvPr>
                <p:cNvSpPr/>
                <p:nvPr/>
              </p:nvSpPr>
              <p:spPr>
                <a:xfrm>
                  <a:off x="10151192" y="2816746"/>
                  <a:ext cx="105469" cy="233838"/>
                </a:xfrm>
                <a:custGeom>
                  <a:avLst/>
                  <a:gdLst>
                    <a:gd name="connsiteX0" fmla="*/ 47053 w 105469"/>
                    <a:gd name="connsiteY0" fmla="*/ 0 h 233838"/>
                    <a:gd name="connsiteX1" fmla="*/ 41148 w 105469"/>
                    <a:gd name="connsiteY1" fmla="*/ 3905 h 233838"/>
                    <a:gd name="connsiteX2" fmla="*/ 27527 w 105469"/>
                    <a:gd name="connsiteY2" fmla="*/ 14192 h 233838"/>
                    <a:gd name="connsiteX3" fmla="*/ 0 w 105469"/>
                    <a:gd name="connsiteY3" fmla="*/ 42767 h 233838"/>
                    <a:gd name="connsiteX4" fmla="*/ 17335 w 105469"/>
                    <a:gd name="connsiteY4" fmla="*/ 53054 h 233838"/>
                    <a:gd name="connsiteX5" fmla="*/ 53911 w 105469"/>
                    <a:gd name="connsiteY5" fmla="*/ 86487 h 233838"/>
                    <a:gd name="connsiteX6" fmla="*/ 87344 w 105469"/>
                    <a:gd name="connsiteY6" fmla="*/ 146685 h 233838"/>
                    <a:gd name="connsiteX7" fmla="*/ 99917 w 105469"/>
                    <a:gd name="connsiteY7" fmla="*/ 233839 h 233838"/>
                    <a:gd name="connsiteX8" fmla="*/ 102965 w 105469"/>
                    <a:gd name="connsiteY8" fmla="*/ 215837 h 233838"/>
                    <a:gd name="connsiteX9" fmla="*/ 105346 w 105469"/>
                    <a:gd name="connsiteY9" fmla="*/ 169259 h 233838"/>
                    <a:gd name="connsiteX10" fmla="*/ 53626 w 105469"/>
                    <a:gd name="connsiteY10" fmla="*/ 33814 h 233838"/>
                    <a:gd name="connsiteX11" fmla="*/ 47053 w 105469"/>
                    <a:gd name="connsiteY11" fmla="*/ 0 h 233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5469" h="233838">
                      <a:moveTo>
                        <a:pt x="47053" y="0"/>
                      </a:moveTo>
                      <a:cubicBezTo>
                        <a:pt x="47053" y="0"/>
                        <a:pt x="44863" y="1429"/>
                        <a:pt x="41148" y="3905"/>
                      </a:cubicBezTo>
                      <a:cubicBezTo>
                        <a:pt x="37528" y="6287"/>
                        <a:pt x="32671" y="9811"/>
                        <a:pt x="27527" y="14192"/>
                      </a:cubicBezTo>
                      <a:cubicBezTo>
                        <a:pt x="17145" y="22670"/>
                        <a:pt x="5620" y="33528"/>
                        <a:pt x="0" y="42767"/>
                      </a:cubicBezTo>
                      <a:cubicBezTo>
                        <a:pt x="0" y="42767"/>
                        <a:pt x="7048" y="46006"/>
                        <a:pt x="17335" y="53054"/>
                      </a:cubicBezTo>
                      <a:cubicBezTo>
                        <a:pt x="27622" y="60198"/>
                        <a:pt x="41053" y="70676"/>
                        <a:pt x="53911" y="86487"/>
                      </a:cubicBezTo>
                      <a:cubicBezTo>
                        <a:pt x="66770" y="102203"/>
                        <a:pt x="78962" y="122206"/>
                        <a:pt x="87344" y="146685"/>
                      </a:cubicBezTo>
                      <a:cubicBezTo>
                        <a:pt x="95726" y="171164"/>
                        <a:pt x="100393" y="200216"/>
                        <a:pt x="99917" y="233839"/>
                      </a:cubicBezTo>
                      <a:cubicBezTo>
                        <a:pt x="99917" y="233839"/>
                        <a:pt x="101441" y="227267"/>
                        <a:pt x="102965" y="215837"/>
                      </a:cubicBezTo>
                      <a:cubicBezTo>
                        <a:pt x="104394" y="204407"/>
                        <a:pt x="105918" y="188500"/>
                        <a:pt x="105346" y="169259"/>
                      </a:cubicBezTo>
                      <a:cubicBezTo>
                        <a:pt x="103917" y="131064"/>
                        <a:pt x="95726" y="79915"/>
                        <a:pt x="53626" y="33814"/>
                      </a:cubicBezTo>
                      <a:cubicBezTo>
                        <a:pt x="40767" y="19907"/>
                        <a:pt x="47053" y="0"/>
                        <a:pt x="47053" y="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52" name="Forme libre : forme 1951">
                  <a:extLst>
                    <a:ext uri="{FF2B5EF4-FFF2-40B4-BE49-F238E27FC236}">
                      <a16:creationId xmlns:a16="http://schemas.microsoft.com/office/drawing/2014/main" id="{AD4AAC1D-57F7-4FC7-8458-35A499DC2334}"/>
                    </a:ext>
                  </a:extLst>
                </p:cNvPr>
                <p:cNvSpPr/>
                <p:nvPr/>
              </p:nvSpPr>
              <p:spPr>
                <a:xfrm>
                  <a:off x="9982504" y="2818918"/>
                  <a:ext cx="121062" cy="23831"/>
                </a:xfrm>
                <a:custGeom>
                  <a:avLst/>
                  <a:gdLst>
                    <a:gd name="connsiteX0" fmla="*/ 108871 w 121062"/>
                    <a:gd name="connsiteY0" fmla="*/ 18784 h 23831"/>
                    <a:gd name="connsiteX1" fmla="*/ 121063 w 121062"/>
                    <a:gd name="connsiteY1" fmla="*/ 1448 h 23831"/>
                    <a:gd name="connsiteX2" fmla="*/ 84296 w 121062"/>
                    <a:gd name="connsiteY2" fmla="*/ 686 h 23831"/>
                    <a:gd name="connsiteX3" fmla="*/ 0 w 121062"/>
                    <a:gd name="connsiteY3" fmla="*/ 23832 h 23831"/>
                    <a:gd name="connsiteX4" fmla="*/ 8668 w 121062"/>
                    <a:gd name="connsiteY4" fmla="*/ 21260 h 23831"/>
                    <a:gd name="connsiteX5" fmla="*/ 32385 w 121062"/>
                    <a:gd name="connsiteY5" fmla="*/ 16974 h 23831"/>
                    <a:gd name="connsiteX6" fmla="*/ 67151 w 121062"/>
                    <a:gd name="connsiteY6" fmla="*/ 14593 h 23831"/>
                    <a:gd name="connsiteX7" fmla="*/ 108871 w 121062"/>
                    <a:gd name="connsiteY7" fmla="*/ 18784 h 23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1062" h="23831">
                      <a:moveTo>
                        <a:pt x="108871" y="18784"/>
                      </a:moveTo>
                      <a:cubicBezTo>
                        <a:pt x="108871" y="18784"/>
                        <a:pt x="114300" y="9163"/>
                        <a:pt x="121063" y="1448"/>
                      </a:cubicBezTo>
                      <a:cubicBezTo>
                        <a:pt x="121063" y="1448"/>
                        <a:pt x="106775" y="-1219"/>
                        <a:pt x="84296" y="686"/>
                      </a:cubicBezTo>
                      <a:cubicBezTo>
                        <a:pt x="61817" y="2019"/>
                        <a:pt x="31052" y="8115"/>
                        <a:pt x="0" y="23832"/>
                      </a:cubicBezTo>
                      <a:cubicBezTo>
                        <a:pt x="0" y="23832"/>
                        <a:pt x="3048" y="22784"/>
                        <a:pt x="8668" y="21260"/>
                      </a:cubicBezTo>
                      <a:cubicBezTo>
                        <a:pt x="14192" y="19831"/>
                        <a:pt x="22479" y="18307"/>
                        <a:pt x="32385" y="16974"/>
                      </a:cubicBezTo>
                      <a:cubicBezTo>
                        <a:pt x="42386" y="15736"/>
                        <a:pt x="54102" y="14211"/>
                        <a:pt x="67151" y="14593"/>
                      </a:cubicBezTo>
                      <a:cubicBezTo>
                        <a:pt x="80296" y="14973"/>
                        <a:pt x="94488" y="16117"/>
                        <a:pt x="108871" y="18784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953" name="Graphique 15">
                  <a:extLst>
                    <a:ext uri="{FF2B5EF4-FFF2-40B4-BE49-F238E27FC236}">
                      <a16:creationId xmlns:a16="http://schemas.microsoft.com/office/drawing/2014/main" id="{A7EBEBD5-2D0B-45DB-B0D5-DC98288F51EC}"/>
                    </a:ext>
                  </a:extLst>
                </p:cNvPr>
                <p:cNvGrpSpPr/>
                <p:nvPr/>
              </p:nvGrpSpPr>
              <p:grpSpPr>
                <a:xfrm>
                  <a:off x="10048404" y="2852781"/>
                  <a:ext cx="95179" cy="81136"/>
                  <a:chOff x="10048404" y="2852781"/>
                  <a:chExt cx="95179" cy="81136"/>
                </a:xfrm>
                <a:solidFill>
                  <a:schemeClr val="accent1"/>
                </a:solidFill>
              </p:grpSpPr>
              <p:grpSp>
                <p:nvGrpSpPr>
                  <p:cNvPr id="1954" name="Graphique 15">
                    <a:extLst>
                      <a:ext uri="{FF2B5EF4-FFF2-40B4-BE49-F238E27FC236}">
                        <a16:creationId xmlns:a16="http://schemas.microsoft.com/office/drawing/2014/main" id="{0CBA99EE-57CB-472A-BA5B-176BD4D83DDC}"/>
                      </a:ext>
                    </a:extLst>
                  </p:cNvPr>
                  <p:cNvGrpSpPr/>
                  <p:nvPr/>
                </p:nvGrpSpPr>
                <p:grpSpPr>
                  <a:xfrm>
                    <a:off x="10048404" y="2852781"/>
                    <a:ext cx="40384" cy="35933"/>
                    <a:chOff x="10048404" y="2852781"/>
                    <a:chExt cx="40384" cy="35933"/>
                  </a:xfrm>
                  <a:solidFill>
                    <a:schemeClr val="accent1"/>
                  </a:solidFill>
                </p:grpSpPr>
                <p:sp>
                  <p:nvSpPr>
                    <p:cNvPr id="1955" name="Forme libre : forme 1954">
                      <a:extLst>
                        <a:ext uri="{FF2B5EF4-FFF2-40B4-BE49-F238E27FC236}">
                          <a16:creationId xmlns:a16="http://schemas.microsoft.com/office/drawing/2014/main" id="{A2B3CB48-7685-405D-A1F9-5CF313CAAE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48419" y="2852781"/>
                      <a:ext cx="40370" cy="35933"/>
                    </a:xfrm>
                    <a:custGeom>
                      <a:avLst/>
                      <a:gdLst>
                        <a:gd name="connsiteX0" fmla="*/ 39812 w 40370"/>
                        <a:gd name="connsiteY0" fmla="*/ 12448 h 35933"/>
                        <a:gd name="connsiteX1" fmla="*/ 25239 w 40370"/>
                        <a:gd name="connsiteY1" fmla="*/ 35118 h 35933"/>
                        <a:gd name="connsiteX2" fmla="*/ 760 w 40370"/>
                        <a:gd name="connsiteY2" fmla="*/ 23878 h 35933"/>
                        <a:gd name="connsiteX3" fmla="*/ 15238 w 40370"/>
                        <a:gd name="connsiteY3" fmla="*/ 923 h 35933"/>
                        <a:gd name="connsiteX4" fmla="*/ 39812 w 40370"/>
                        <a:gd name="connsiteY4" fmla="*/ 12448 h 35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370" h="35933">
                          <a:moveTo>
                            <a:pt x="39812" y="12448"/>
                          </a:moveTo>
                          <a:cubicBezTo>
                            <a:pt x="42384" y="21973"/>
                            <a:pt x="35812" y="32070"/>
                            <a:pt x="25239" y="35118"/>
                          </a:cubicBezTo>
                          <a:cubicBezTo>
                            <a:pt x="14667" y="37975"/>
                            <a:pt x="3713" y="33117"/>
                            <a:pt x="760" y="23878"/>
                          </a:cubicBezTo>
                          <a:cubicBezTo>
                            <a:pt x="-2288" y="14448"/>
                            <a:pt x="4094" y="3971"/>
                            <a:pt x="15238" y="923"/>
                          </a:cubicBezTo>
                          <a:cubicBezTo>
                            <a:pt x="26192" y="-2220"/>
                            <a:pt x="37241" y="2923"/>
                            <a:pt x="39812" y="1244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56" name="Forme libre : forme 1955">
                      <a:extLst>
                        <a:ext uri="{FF2B5EF4-FFF2-40B4-BE49-F238E27FC236}">
                          <a16:creationId xmlns:a16="http://schemas.microsoft.com/office/drawing/2014/main" id="{31FB3554-7F10-45C9-B93A-3B34F2A8D3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48404" y="2857609"/>
                      <a:ext cx="40258" cy="31105"/>
                    </a:xfrm>
                    <a:custGeom>
                      <a:avLst/>
                      <a:gdLst>
                        <a:gd name="connsiteX0" fmla="*/ 20491 w 40258"/>
                        <a:gd name="connsiteY0" fmla="*/ 13525 h 31105"/>
                        <a:gd name="connsiteX1" fmla="*/ 679 w 40258"/>
                        <a:gd name="connsiteY1" fmla="*/ 9716 h 31105"/>
                        <a:gd name="connsiteX2" fmla="*/ 679 w 40258"/>
                        <a:gd name="connsiteY2" fmla="*/ 19050 h 31105"/>
                        <a:gd name="connsiteX3" fmla="*/ 25158 w 40258"/>
                        <a:gd name="connsiteY3" fmla="*/ 30289 h 31105"/>
                        <a:gd name="connsiteX4" fmla="*/ 39732 w 40258"/>
                        <a:gd name="connsiteY4" fmla="*/ 7620 h 31105"/>
                        <a:gd name="connsiteX5" fmla="*/ 34969 w 40258"/>
                        <a:gd name="connsiteY5" fmla="*/ 0 h 31105"/>
                        <a:gd name="connsiteX6" fmla="*/ 20491 w 40258"/>
                        <a:gd name="connsiteY6" fmla="*/ 13525 h 31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258" h="31105">
                          <a:moveTo>
                            <a:pt x="20491" y="13525"/>
                          </a:moveTo>
                          <a:cubicBezTo>
                            <a:pt x="13157" y="15716"/>
                            <a:pt x="5632" y="13716"/>
                            <a:pt x="679" y="9716"/>
                          </a:cubicBezTo>
                          <a:cubicBezTo>
                            <a:pt x="-178" y="12763"/>
                            <a:pt x="-273" y="15907"/>
                            <a:pt x="679" y="19050"/>
                          </a:cubicBezTo>
                          <a:cubicBezTo>
                            <a:pt x="3632" y="28289"/>
                            <a:pt x="14586" y="33147"/>
                            <a:pt x="25158" y="30289"/>
                          </a:cubicBezTo>
                          <a:cubicBezTo>
                            <a:pt x="35731" y="27242"/>
                            <a:pt x="42208" y="17145"/>
                            <a:pt x="39732" y="7620"/>
                          </a:cubicBezTo>
                          <a:cubicBezTo>
                            <a:pt x="38874" y="4572"/>
                            <a:pt x="37160" y="2096"/>
                            <a:pt x="34969" y="0"/>
                          </a:cubicBezTo>
                          <a:cubicBezTo>
                            <a:pt x="32969" y="6191"/>
                            <a:pt x="27730" y="11430"/>
                            <a:pt x="20491" y="1352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57" name="Forme libre : forme 1956">
                      <a:extLst>
                        <a:ext uri="{FF2B5EF4-FFF2-40B4-BE49-F238E27FC236}">
                          <a16:creationId xmlns:a16="http://schemas.microsoft.com/office/drawing/2014/main" id="{32DA6796-5DD8-4128-A7B2-797D567A8B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6264" y="2857701"/>
                      <a:ext cx="18003" cy="16197"/>
                    </a:xfrm>
                    <a:custGeom>
                      <a:avLst/>
                      <a:gdLst>
                        <a:gd name="connsiteX0" fmla="*/ 15490 w 18003"/>
                        <a:gd name="connsiteY0" fmla="*/ 2860 h 16197"/>
                        <a:gd name="connsiteX1" fmla="*/ 15299 w 18003"/>
                        <a:gd name="connsiteY1" fmla="*/ 14290 h 16197"/>
                        <a:gd name="connsiteX2" fmla="*/ 2631 w 18003"/>
                        <a:gd name="connsiteY2" fmla="*/ 13338 h 16197"/>
                        <a:gd name="connsiteX3" fmla="*/ 2727 w 18003"/>
                        <a:gd name="connsiteY3" fmla="*/ 1908 h 16197"/>
                        <a:gd name="connsiteX4" fmla="*/ 15490 w 18003"/>
                        <a:gd name="connsiteY4" fmla="*/ 2860 h 16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03" h="16197">
                          <a:moveTo>
                            <a:pt x="15490" y="2860"/>
                          </a:moveTo>
                          <a:cubicBezTo>
                            <a:pt x="18919" y="6289"/>
                            <a:pt x="18824" y="11433"/>
                            <a:pt x="15299" y="14290"/>
                          </a:cubicBezTo>
                          <a:cubicBezTo>
                            <a:pt x="11775" y="17148"/>
                            <a:pt x="6156" y="16767"/>
                            <a:pt x="2631" y="13338"/>
                          </a:cubicBezTo>
                          <a:cubicBezTo>
                            <a:pt x="-893" y="9909"/>
                            <a:pt x="-893" y="4860"/>
                            <a:pt x="2727" y="1908"/>
                          </a:cubicBezTo>
                          <a:cubicBezTo>
                            <a:pt x="6346" y="-950"/>
                            <a:pt x="12061" y="-569"/>
                            <a:pt x="15490" y="286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58" name="Forme libre : forme 1957">
                      <a:extLst>
                        <a:ext uri="{FF2B5EF4-FFF2-40B4-BE49-F238E27FC236}">
                          <a16:creationId xmlns:a16="http://schemas.microsoft.com/office/drawing/2014/main" id="{F891B690-4ACE-42B5-B6DD-1E3885292B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4691" y="2859945"/>
                      <a:ext cx="6694" cy="5891"/>
                    </a:xfrm>
                    <a:custGeom>
                      <a:avLst/>
                      <a:gdLst>
                        <a:gd name="connsiteX0" fmla="*/ 6586 w 6694"/>
                        <a:gd name="connsiteY0" fmla="*/ 2045 h 5891"/>
                        <a:gd name="connsiteX1" fmla="*/ 4204 w 6694"/>
                        <a:gd name="connsiteY1" fmla="*/ 5760 h 5891"/>
                        <a:gd name="connsiteX2" fmla="*/ 109 w 6694"/>
                        <a:gd name="connsiteY2" fmla="*/ 3855 h 5891"/>
                        <a:gd name="connsiteX3" fmla="*/ 2490 w 6694"/>
                        <a:gd name="connsiteY3" fmla="*/ 140 h 5891"/>
                        <a:gd name="connsiteX4" fmla="*/ 6586 w 6694"/>
                        <a:gd name="connsiteY4" fmla="*/ 2045 h 58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94" h="5891">
                          <a:moveTo>
                            <a:pt x="6586" y="2045"/>
                          </a:moveTo>
                          <a:cubicBezTo>
                            <a:pt x="7062" y="3569"/>
                            <a:pt x="5919" y="5284"/>
                            <a:pt x="4204" y="5760"/>
                          </a:cubicBezTo>
                          <a:cubicBezTo>
                            <a:pt x="2395" y="6236"/>
                            <a:pt x="585" y="5379"/>
                            <a:pt x="109" y="3855"/>
                          </a:cubicBezTo>
                          <a:cubicBezTo>
                            <a:pt x="-368" y="2331"/>
                            <a:pt x="776" y="617"/>
                            <a:pt x="2490" y="140"/>
                          </a:cubicBezTo>
                          <a:cubicBezTo>
                            <a:pt x="4204" y="-336"/>
                            <a:pt x="6205" y="426"/>
                            <a:pt x="6586" y="20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959" name="Graphique 15">
                    <a:extLst>
                      <a:ext uri="{FF2B5EF4-FFF2-40B4-BE49-F238E27FC236}">
                        <a16:creationId xmlns:a16="http://schemas.microsoft.com/office/drawing/2014/main" id="{72F9B3CB-3696-4311-A0B5-686394136E3C}"/>
                      </a:ext>
                    </a:extLst>
                  </p:cNvPr>
                  <p:cNvGrpSpPr/>
                  <p:nvPr/>
                </p:nvGrpSpPr>
                <p:grpSpPr>
                  <a:xfrm>
                    <a:off x="10073347" y="2879593"/>
                    <a:ext cx="38971" cy="36039"/>
                    <a:chOff x="10073347" y="2879593"/>
                    <a:chExt cx="38971" cy="36039"/>
                  </a:xfrm>
                  <a:solidFill>
                    <a:schemeClr val="accent1"/>
                  </a:solidFill>
                </p:grpSpPr>
                <p:sp>
                  <p:nvSpPr>
                    <p:cNvPr id="1960" name="Forme libre : forme 1959">
                      <a:extLst>
                        <a:ext uri="{FF2B5EF4-FFF2-40B4-BE49-F238E27FC236}">
                          <a16:creationId xmlns:a16="http://schemas.microsoft.com/office/drawing/2014/main" id="{F9B79F71-4263-4DD2-A73C-CBB7D0F4D2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73357" y="2879593"/>
                      <a:ext cx="38960" cy="36039"/>
                    </a:xfrm>
                    <a:custGeom>
                      <a:avLst/>
                      <a:gdLst>
                        <a:gd name="connsiteX0" fmla="*/ 38497 w 38960"/>
                        <a:gd name="connsiteY0" fmla="*/ 12972 h 36039"/>
                        <a:gd name="connsiteX1" fmla="*/ 24304 w 38960"/>
                        <a:gd name="connsiteY1" fmla="*/ 35261 h 36039"/>
                        <a:gd name="connsiteX2" fmla="*/ 682 w 38960"/>
                        <a:gd name="connsiteY2" fmla="*/ 23450 h 36039"/>
                        <a:gd name="connsiteX3" fmla="*/ 14875 w 38960"/>
                        <a:gd name="connsiteY3" fmla="*/ 875 h 36039"/>
                        <a:gd name="connsiteX4" fmla="*/ 38497 w 38960"/>
                        <a:gd name="connsiteY4" fmla="*/ 12972 h 360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960" h="36039">
                          <a:moveTo>
                            <a:pt x="38497" y="12972"/>
                          </a:moveTo>
                          <a:cubicBezTo>
                            <a:pt x="40783" y="22402"/>
                            <a:pt x="34401" y="32308"/>
                            <a:pt x="24304" y="35261"/>
                          </a:cubicBezTo>
                          <a:cubicBezTo>
                            <a:pt x="14113" y="38118"/>
                            <a:pt x="3540" y="32879"/>
                            <a:pt x="682" y="23450"/>
                          </a:cubicBezTo>
                          <a:cubicBezTo>
                            <a:pt x="-2175" y="14020"/>
                            <a:pt x="4207" y="3923"/>
                            <a:pt x="14875" y="875"/>
                          </a:cubicBezTo>
                          <a:cubicBezTo>
                            <a:pt x="25448" y="-2268"/>
                            <a:pt x="36115" y="3352"/>
                            <a:pt x="38497" y="1297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61" name="Forme libre : forme 1960">
                      <a:extLst>
                        <a:ext uri="{FF2B5EF4-FFF2-40B4-BE49-F238E27FC236}">
                          <a16:creationId xmlns:a16="http://schemas.microsoft.com/office/drawing/2014/main" id="{AE705B64-0AA1-4B6B-93EA-8677DAC44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73347" y="2884850"/>
                      <a:ext cx="38909" cy="30783"/>
                    </a:xfrm>
                    <a:custGeom>
                      <a:avLst/>
                      <a:gdLst>
                        <a:gd name="connsiteX0" fmla="*/ 19743 w 38909"/>
                        <a:gd name="connsiteY0" fmla="*/ 13145 h 30783"/>
                        <a:gd name="connsiteX1" fmla="*/ 693 w 38909"/>
                        <a:gd name="connsiteY1" fmla="*/ 8954 h 30783"/>
                        <a:gd name="connsiteX2" fmla="*/ 597 w 38909"/>
                        <a:gd name="connsiteY2" fmla="*/ 18193 h 30783"/>
                        <a:gd name="connsiteX3" fmla="*/ 24219 w 38909"/>
                        <a:gd name="connsiteY3" fmla="*/ 30004 h 30783"/>
                        <a:gd name="connsiteX4" fmla="*/ 38411 w 38909"/>
                        <a:gd name="connsiteY4" fmla="*/ 7715 h 30783"/>
                        <a:gd name="connsiteX5" fmla="*/ 33839 w 38909"/>
                        <a:gd name="connsiteY5" fmla="*/ 0 h 30783"/>
                        <a:gd name="connsiteX6" fmla="*/ 19743 w 38909"/>
                        <a:gd name="connsiteY6" fmla="*/ 13145 h 30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909" h="30783">
                          <a:moveTo>
                            <a:pt x="19743" y="13145"/>
                          </a:moveTo>
                          <a:cubicBezTo>
                            <a:pt x="12599" y="15145"/>
                            <a:pt x="5455" y="13335"/>
                            <a:pt x="693" y="8954"/>
                          </a:cubicBezTo>
                          <a:cubicBezTo>
                            <a:pt x="-165" y="11906"/>
                            <a:pt x="-260" y="15050"/>
                            <a:pt x="597" y="18193"/>
                          </a:cubicBezTo>
                          <a:cubicBezTo>
                            <a:pt x="3455" y="27622"/>
                            <a:pt x="14028" y="32861"/>
                            <a:pt x="24219" y="30004"/>
                          </a:cubicBezTo>
                          <a:cubicBezTo>
                            <a:pt x="34411" y="27051"/>
                            <a:pt x="40793" y="17145"/>
                            <a:pt x="38411" y="7715"/>
                          </a:cubicBezTo>
                          <a:cubicBezTo>
                            <a:pt x="37650" y="4667"/>
                            <a:pt x="36030" y="2096"/>
                            <a:pt x="33839" y="0"/>
                          </a:cubicBezTo>
                          <a:cubicBezTo>
                            <a:pt x="31839" y="5810"/>
                            <a:pt x="26791" y="11239"/>
                            <a:pt x="19743" y="1314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62" name="Forme libre : forme 1961">
                      <a:extLst>
                        <a:ext uri="{FF2B5EF4-FFF2-40B4-BE49-F238E27FC236}">
                          <a16:creationId xmlns:a16="http://schemas.microsoft.com/office/drawing/2014/main" id="{B5536396-CAA6-4159-B5DD-D5A9E75156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90707" y="2884609"/>
                      <a:ext cx="17350" cy="16262"/>
                    </a:xfrm>
                    <a:custGeom>
                      <a:avLst/>
                      <a:gdLst>
                        <a:gd name="connsiteX0" fmla="*/ 14955 w 17350"/>
                        <a:gd name="connsiteY0" fmla="*/ 3003 h 16262"/>
                        <a:gd name="connsiteX1" fmla="*/ 14669 w 17350"/>
                        <a:gd name="connsiteY1" fmla="*/ 14433 h 16262"/>
                        <a:gd name="connsiteX2" fmla="*/ 2477 w 17350"/>
                        <a:gd name="connsiteY2" fmla="*/ 13290 h 16262"/>
                        <a:gd name="connsiteX3" fmla="*/ 2667 w 17350"/>
                        <a:gd name="connsiteY3" fmla="*/ 1860 h 16262"/>
                        <a:gd name="connsiteX4" fmla="*/ 14955 w 17350"/>
                        <a:gd name="connsiteY4" fmla="*/ 3003 h 16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50" h="16262">
                          <a:moveTo>
                            <a:pt x="14955" y="3003"/>
                          </a:moveTo>
                          <a:cubicBezTo>
                            <a:pt x="18288" y="6623"/>
                            <a:pt x="18098" y="11576"/>
                            <a:pt x="14669" y="14433"/>
                          </a:cubicBezTo>
                          <a:cubicBezTo>
                            <a:pt x="11240" y="17291"/>
                            <a:pt x="5811" y="16719"/>
                            <a:pt x="2477" y="13290"/>
                          </a:cubicBezTo>
                          <a:cubicBezTo>
                            <a:pt x="-857" y="9861"/>
                            <a:pt x="-857" y="4718"/>
                            <a:pt x="2667" y="1860"/>
                          </a:cubicBezTo>
                          <a:cubicBezTo>
                            <a:pt x="6096" y="-997"/>
                            <a:pt x="11621" y="-521"/>
                            <a:pt x="14955" y="300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63" name="Forme libre : forme 1962">
                      <a:extLst>
                        <a:ext uri="{FF2B5EF4-FFF2-40B4-BE49-F238E27FC236}">
                          <a16:creationId xmlns:a16="http://schemas.microsoft.com/office/drawing/2014/main" id="{DFE77F62-E78E-49B2-A44E-F509D3E5C5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89170" y="2886769"/>
                      <a:ext cx="6473" cy="5928"/>
                    </a:xfrm>
                    <a:custGeom>
                      <a:avLst/>
                      <a:gdLst>
                        <a:gd name="connsiteX0" fmla="*/ 6395 w 6473"/>
                        <a:gd name="connsiteY0" fmla="*/ 2082 h 5928"/>
                        <a:gd name="connsiteX1" fmla="*/ 4014 w 6473"/>
                        <a:gd name="connsiteY1" fmla="*/ 5797 h 5928"/>
                        <a:gd name="connsiteX2" fmla="*/ 109 w 6473"/>
                        <a:gd name="connsiteY2" fmla="*/ 3892 h 5928"/>
                        <a:gd name="connsiteX3" fmla="*/ 2490 w 6473"/>
                        <a:gd name="connsiteY3" fmla="*/ 177 h 5928"/>
                        <a:gd name="connsiteX4" fmla="*/ 6395 w 6473"/>
                        <a:gd name="connsiteY4" fmla="*/ 2082 h 5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3" h="5928">
                          <a:moveTo>
                            <a:pt x="6395" y="2082"/>
                          </a:moveTo>
                          <a:cubicBezTo>
                            <a:pt x="6776" y="3606"/>
                            <a:pt x="5728" y="5321"/>
                            <a:pt x="4014" y="5797"/>
                          </a:cubicBezTo>
                          <a:cubicBezTo>
                            <a:pt x="2299" y="6273"/>
                            <a:pt x="585" y="5416"/>
                            <a:pt x="109" y="3892"/>
                          </a:cubicBezTo>
                          <a:cubicBezTo>
                            <a:pt x="-368" y="2368"/>
                            <a:pt x="775" y="653"/>
                            <a:pt x="2490" y="177"/>
                          </a:cubicBezTo>
                          <a:cubicBezTo>
                            <a:pt x="4204" y="-394"/>
                            <a:pt x="5919" y="463"/>
                            <a:pt x="6395" y="20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964" name="Graphique 15">
                    <a:extLst>
                      <a:ext uri="{FF2B5EF4-FFF2-40B4-BE49-F238E27FC236}">
                        <a16:creationId xmlns:a16="http://schemas.microsoft.com/office/drawing/2014/main" id="{DBDFD7D5-1A17-4290-BDD3-018B9D2488E2}"/>
                      </a:ext>
                    </a:extLst>
                  </p:cNvPr>
                  <p:cNvGrpSpPr/>
                  <p:nvPr/>
                </p:nvGrpSpPr>
                <p:grpSpPr>
                  <a:xfrm>
                    <a:off x="10105563" y="2898229"/>
                    <a:ext cx="38020" cy="35688"/>
                    <a:chOff x="10105563" y="2898229"/>
                    <a:chExt cx="38020" cy="35688"/>
                  </a:xfrm>
                  <a:solidFill>
                    <a:schemeClr val="accent1"/>
                  </a:solidFill>
                </p:grpSpPr>
                <p:sp>
                  <p:nvSpPr>
                    <p:cNvPr id="1965" name="Forme libre : forme 1964">
                      <a:extLst>
                        <a:ext uri="{FF2B5EF4-FFF2-40B4-BE49-F238E27FC236}">
                          <a16:creationId xmlns:a16="http://schemas.microsoft.com/office/drawing/2014/main" id="{FE38966E-3FD6-479F-8FA2-A9D8F3333B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05563" y="2898229"/>
                      <a:ext cx="38020" cy="35688"/>
                    </a:xfrm>
                    <a:custGeom>
                      <a:avLst/>
                      <a:gdLst>
                        <a:gd name="connsiteX0" fmla="*/ 37627 w 38020"/>
                        <a:gd name="connsiteY0" fmla="*/ 13577 h 35688"/>
                        <a:gd name="connsiteX1" fmla="*/ 23244 w 38020"/>
                        <a:gd name="connsiteY1" fmla="*/ 35199 h 35688"/>
                        <a:gd name="connsiteX2" fmla="*/ 575 w 38020"/>
                        <a:gd name="connsiteY2" fmla="*/ 22531 h 35688"/>
                        <a:gd name="connsiteX3" fmla="*/ 14862 w 38020"/>
                        <a:gd name="connsiteY3" fmla="*/ 528 h 35688"/>
                        <a:gd name="connsiteX4" fmla="*/ 37627 w 38020"/>
                        <a:gd name="connsiteY4" fmla="*/ 13577 h 356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020" h="35688">
                          <a:moveTo>
                            <a:pt x="37627" y="13577"/>
                          </a:moveTo>
                          <a:cubicBezTo>
                            <a:pt x="39722" y="23198"/>
                            <a:pt x="33245" y="32818"/>
                            <a:pt x="23244" y="35199"/>
                          </a:cubicBezTo>
                          <a:cubicBezTo>
                            <a:pt x="13243" y="37390"/>
                            <a:pt x="3146" y="32056"/>
                            <a:pt x="575" y="22531"/>
                          </a:cubicBezTo>
                          <a:cubicBezTo>
                            <a:pt x="-1997" y="13006"/>
                            <a:pt x="4289" y="2814"/>
                            <a:pt x="14862" y="528"/>
                          </a:cubicBezTo>
                          <a:cubicBezTo>
                            <a:pt x="25340" y="-1853"/>
                            <a:pt x="35531" y="4052"/>
                            <a:pt x="37627" y="1357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66" name="Forme libre : forme 1965">
                      <a:extLst>
                        <a:ext uri="{FF2B5EF4-FFF2-40B4-BE49-F238E27FC236}">
                          <a16:creationId xmlns:a16="http://schemas.microsoft.com/office/drawing/2014/main" id="{B5E5BE02-4A3F-466D-A561-4EDB9F3ADA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05566" y="2903995"/>
                      <a:ext cx="37923" cy="29921"/>
                    </a:xfrm>
                    <a:custGeom>
                      <a:avLst/>
                      <a:gdLst>
                        <a:gd name="connsiteX0" fmla="*/ 19242 w 37923"/>
                        <a:gd name="connsiteY0" fmla="*/ 12478 h 29921"/>
                        <a:gd name="connsiteX1" fmla="*/ 763 w 37923"/>
                        <a:gd name="connsiteY1" fmla="*/ 7525 h 29921"/>
                        <a:gd name="connsiteX2" fmla="*/ 477 w 37923"/>
                        <a:gd name="connsiteY2" fmla="*/ 16764 h 29921"/>
                        <a:gd name="connsiteX3" fmla="*/ 23147 w 37923"/>
                        <a:gd name="connsiteY3" fmla="*/ 29432 h 29921"/>
                        <a:gd name="connsiteX4" fmla="*/ 37530 w 37923"/>
                        <a:gd name="connsiteY4" fmla="*/ 7811 h 29921"/>
                        <a:gd name="connsiteX5" fmla="*/ 33243 w 37923"/>
                        <a:gd name="connsiteY5" fmla="*/ 0 h 29921"/>
                        <a:gd name="connsiteX6" fmla="*/ 19242 w 37923"/>
                        <a:gd name="connsiteY6" fmla="*/ 12478 h 299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923" h="29921">
                          <a:moveTo>
                            <a:pt x="19242" y="12478"/>
                          </a:moveTo>
                          <a:cubicBezTo>
                            <a:pt x="12289" y="14097"/>
                            <a:pt x="5335" y="11811"/>
                            <a:pt x="763" y="7525"/>
                          </a:cubicBezTo>
                          <a:cubicBezTo>
                            <a:pt x="-94" y="10478"/>
                            <a:pt x="-285" y="13621"/>
                            <a:pt x="477" y="16764"/>
                          </a:cubicBezTo>
                          <a:cubicBezTo>
                            <a:pt x="3049" y="26289"/>
                            <a:pt x="13146" y="31623"/>
                            <a:pt x="23147" y="29432"/>
                          </a:cubicBezTo>
                          <a:cubicBezTo>
                            <a:pt x="33148" y="27146"/>
                            <a:pt x="39625" y="17431"/>
                            <a:pt x="37530" y="7811"/>
                          </a:cubicBezTo>
                          <a:cubicBezTo>
                            <a:pt x="36863" y="4763"/>
                            <a:pt x="35339" y="2096"/>
                            <a:pt x="33243" y="0"/>
                          </a:cubicBezTo>
                          <a:cubicBezTo>
                            <a:pt x="31243" y="6001"/>
                            <a:pt x="26100" y="10858"/>
                            <a:pt x="19242" y="124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67" name="Forme libre : forme 1966">
                      <a:extLst>
                        <a:ext uri="{FF2B5EF4-FFF2-40B4-BE49-F238E27FC236}">
                          <a16:creationId xmlns:a16="http://schemas.microsoft.com/office/drawing/2014/main" id="{E1AA433F-7E90-4379-81CF-23DA73BC58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22636" y="2903432"/>
                      <a:ext cx="16838" cy="16218"/>
                    </a:xfrm>
                    <a:custGeom>
                      <a:avLst/>
                      <a:gdLst>
                        <a:gd name="connsiteX0" fmla="*/ 14649 w 16838"/>
                        <a:gd name="connsiteY0" fmla="*/ 3326 h 16218"/>
                        <a:gd name="connsiteX1" fmla="*/ 14078 w 16838"/>
                        <a:gd name="connsiteY1" fmla="*/ 14661 h 16218"/>
                        <a:gd name="connsiteX2" fmla="*/ 2267 w 16838"/>
                        <a:gd name="connsiteY2" fmla="*/ 12851 h 16218"/>
                        <a:gd name="connsiteX3" fmla="*/ 2743 w 16838"/>
                        <a:gd name="connsiteY3" fmla="*/ 1516 h 16218"/>
                        <a:gd name="connsiteX4" fmla="*/ 14649 w 16838"/>
                        <a:gd name="connsiteY4" fmla="*/ 3326 h 16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38" h="16218">
                          <a:moveTo>
                            <a:pt x="14649" y="3326"/>
                          </a:moveTo>
                          <a:cubicBezTo>
                            <a:pt x="17793" y="6946"/>
                            <a:pt x="17507" y="12089"/>
                            <a:pt x="14078" y="14661"/>
                          </a:cubicBezTo>
                          <a:cubicBezTo>
                            <a:pt x="10649" y="17328"/>
                            <a:pt x="5410" y="16471"/>
                            <a:pt x="2267" y="12851"/>
                          </a:cubicBezTo>
                          <a:cubicBezTo>
                            <a:pt x="-877" y="9232"/>
                            <a:pt x="-781" y="4183"/>
                            <a:pt x="2743" y="1516"/>
                          </a:cubicBezTo>
                          <a:cubicBezTo>
                            <a:pt x="6172" y="-1055"/>
                            <a:pt x="11601" y="-293"/>
                            <a:pt x="14649" y="332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68" name="Forme libre : forme 1967">
                      <a:extLst>
                        <a:ext uri="{FF2B5EF4-FFF2-40B4-BE49-F238E27FC236}">
                          <a16:creationId xmlns:a16="http://schemas.microsoft.com/office/drawing/2014/main" id="{8F2EEBFF-61C8-40E2-AFCE-DD79B05BC9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21110" y="2905308"/>
                      <a:ext cx="6347" cy="5819"/>
                    </a:xfrm>
                    <a:custGeom>
                      <a:avLst/>
                      <a:gdLst>
                        <a:gd name="connsiteX0" fmla="*/ 6270 w 6347"/>
                        <a:gd name="connsiteY0" fmla="*/ 2212 h 5819"/>
                        <a:gd name="connsiteX1" fmla="*/ 3888 w 6347"/>
                        <a:gd name="connsiteY1" fmla="*/ 5736 h 5819"/>
                        <a:gd name="connsiteX2" fmla="*/ 78 w 6347"/>
                        <a:gd name="connsiteY2" fmla="*/ 3640 h 5819"/>
                        <a:gd name="connsiteX3" fmla="*/ 2459 w 6347"/>
                        <a:gd name="connsiteY3" fmla="*/ 116 h 5819"/>
                        <a:gd name="connsiteX4" fmla="*/ 6270 w 6347"/>
                        <a:gd name="connsiteY4" fmla="*/ 2212 h 5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47" h="5819">
                          <a:moveTo>
                            <a:pt x="6270" y="2212"/>
                          </a:moveTo>
                          <a:cubicBezTo>
                            <a:pt x="6650" y="3831"/>
                            <a:pt x="5603" y="5355"/>
                            <a:pt x="3888" y="5736"/>
                          </a:cubicBezTo>
                          <a:cubicBezTo>
                            <a:pt x="2174" y="6117"/>
                            <a:pt x="459" y="5164"/>
                            <a:pt x="78" y="3640"/>
                          </a:cubicBezTo>
                          <a:cubicBezTo>
                            <a:pt x="-303" y="2116"/>
                            <a:pt x="745" y="497"/>
                            <a:pt x="2459" y="116"/>
                          </a:cubicBezTo>
                          <a:cubicBezTo>
                            <a:pt x="4269" y="-360"/>
                            <a:pt x="5983" y="687"/>
                            <a:pt x="6270" y="221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969" name="Graphique 15">
                  <a:extLst>
                    <a:ext uri="{FF2B5EF4-FFF2-40B4-BE49-F238E27FC236}">
                      <a16:creationId xmlns:a16="http://schemas.microsoft.com/office/drawing/2014/main" id="{AD5A8CD2-14C5-41F1-BF1F-E31E8D78364B}"/>
                    </a:ext>
                  </a:extLst>
                </p:cNvPr>
                <p:cNvGrpSpPr/>
                <p:nvPr/>
              </p:nvGrpSpPr>
              <p:grpSpPr>
                <a:xfrm>
                  <a:off x="10041066" y="2973870"/>
                  <a:ext cx="88049" cy="79363"/>
                  <a:chOff x="10041066" y="2973870"/>
                  <a:chExt cx="88049" cy="79363"/>
                </a:xfrm>
                <a:solidFill>
                  <a:schemeClr val="accent1"/>
                </a:solidFill>
              </p:grpSpPr>
              <p:grpSp>
                <p:nvGrpSpPr>
                  <p:cNvPr id="1970" name="Graphique 15">
                    <a:extLst>
                      <a:ext uri="{FF2B5EF4-FFF2-40B4-BE49-F238E27FC236}">
                        <a16:creationId xmlns:a16="http://schemas.microsoft.com/office/drawing/2014/main" id="{8856F5E4-6056-45E4-91F3-2645C45F1D06}"/>
                      </a:ext>
                    </a:extLst>
                  </p:cNvPr>
                  <p:cNvGrpSpPr/>
                  <p:nvPr/>
                </p:nvGrpSpPr>
                <p:grpSpPr>
                  <a:xfrm>
                    <a:off x="10041066" y="2973870"/>
                    <a:ext cx="35787" cy="35528"/>
                    <a:chOff x="10041066" y="2973870"/>
                    <a:chExt cx="35787" cy="35528"/>
                  </a:xfrm>
                  <a:solidFill>
                    <a:schemeClr val="accent1"/>
                  </a:solidFill>
                </p:grpSpPr>
                <p:sp>
                  <p:nvSpPr>
                    <p:cNvPr id="1971" name="Forme libre : forme 1970">
                      <a:extLst>
                        <a:ext uri="{FF2B5EF4-FFF2-40B4-BE49-F238E27FC236}">
                          <a16:creationId xmlns:a16="http://schemas.microsoft.com/office/drawing/2014/main" id="{5ABB5130-5CD7-40BD-95AD-169E736D6B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41066" y="2973870"/>
                      <a:ext cx="35777" cy="35528"/>
                    </a:xfrm>
                    <a:custGeom>
                      <a:avLst/>
                      <a:gdLst>
                        <a:gd name="connsiteX0" fmla="*/ 34878 w 35777"/>
                        <a:gd name="connsiteY0" fmla="*/ 12041 h 35528"/>
                        <a:gd name="connsiteX1" fmla="*/ 23924 w 35777"/>
                        <a:gd name="connsiteY1" fmla="*/ 34615 h 35528"/>
                        <a:gd name="connsiteX2" fmla="*/ 1160 w 35777"/>
                        <a:gd name="connsiteY2" fmla="*/ 23947 h 35528"/>
                        <a:gd name="connsiteX3" fmla="*/ 12018 w 35777"/>
                        <a:gd name="connsiteY3" fmla="*/ 992 h 35528"/>
                        <a:gd name="connsiteX4" fmla="*/ 34878 w 35777"/>
                        <a:gd name="connsiteY4" fmla="*/ 12041 h 35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77" h="35528">
                          <a:moveTo>
                            <a:pt x="34878" y="12041"/>
                          </a:moveTo>
                          <a:cubicBezTo>
                            <a:pt x="37926" y="21375"/>
                            <a:pt x="32973" y="31472"/>
                            <a:pt x="23924" y="34615"/>
                          </a:cubicBezTo>
                          <a:cubicBezTo>
                            <a:pt x="14780" y="37568"/>
                            <a:pt x="4779" y="33186"/>
                            <a:pt x="1160" y="23947"/>
                          </a:cubicBezTo>
                          <a:cubicBezTo>
                            <a:pt x="-2365" y="14803"/>
                            <a:pt x="2398" y="4135"/>
                            <a:pt x="12018" y="992"/>
                          </a:cubicBezTo>
                          <a:cubicBezTo>
                            <a:pt x="21638" y="-2247"/>
                            <a:pt x="31925" y="2706"/>
                            <a:pt x="34878" y="1204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72" name="Forme libre : forme 1971">
                      <a:extLst>
                        <a:ext uri="{FF2B5EF4-FFF2-40B4-BE49-F238E27FC236}">
                          <a16:creationId xmlns:a16="http://schemas.microsoft.com/office/drawing/2014/main" id="{C0B5602D-00C0-4020-A734-3A9288C080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41125" y="2978481"/>
                      <a:ext cx="35728" cy="30916"/>
                    </a:xfrm>
                    <a:custGeom>
                      <a:avLst/>
                      <a:gdLst>
                        <a:gd name="connsiteX0" fmla="*/ 18150 w 35728"/>
                        <a:gd name="connsiteY0" fmla="*/ 13525 h 30916"/>
                        <a:gd name="connsiteX1" fmla="*/ 243 w 35728"/>
                        <a:gd name="connsiteY1" fmla="*/ 10192 h 30916"/>
                        <a:gd name="connsiteX2" fmla="*/ 1101 w 35728"/>
                        <a:gd name="connsiteY2" fmla="*/ 19336 h 30916"/>
                        <a:gd name="connsiteX3" fmla="*/ 23865 w 35728"/>
                        <a:gd name="connsiteY3" fmla="*/ 30004 h 30916"/>
                        <a:gd name="connsiteX4" fmla="*/ 34819 w 35728"/>
                        <a:gd name="connsiteY4" fmla="*/ 7429 h 30916"/>
                        <a:gd name="connsiteX5" fmla="*/ 29962 w 35728"/>
                        <a:gd name="connsiteY5" fmla="*/ 0 h 30916"/>
                        <a:gd name="connsiteX6" fmla="*/ 18150 w 35728"/>
                        <a:gd name="connsiteY6" fmla="*/ 13525 h 309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28" h="30916">
                          <a:moveTo>
                            <a:pt x="18150" y="13525"/>
                          </a:moveTo>
                          <a:cubicBezTo>
                            <a:pt x="11769" y="15621"/>
                            <a:pt x="5006" y="14097"/>
                            <a:pt x="243" y="10192"/>
                          </a:cubicBezTo>
                          <a:cubicBezTo>
                            <a:pt x="-233" y="13240"/>
                            <a:pt x="-42" y="16288"/>
                            <a:pt x="1101" y="19336"/>
                          </a:cubicBezTo>
                          <a:cubicBezTo>
                            <a:pt x="4625" y="28575"/>
                            <a:pt x="14626" y="32956"/>
                            <a:pt x="23865" y="30004"/>
                          </a:cubicBezTo>
                          <a:cubicBezTo>
                            <a:pt x="33009" y="26956"/>
                            <a:pt x="37867" y="16859"/>
                            <a:pt x="34819" y="7429"/>
                          </a:cubicBezTo>
                          <a:cubicBezTo>
                            <a:pt x="33867" y="4477"/>
                            <a:pt x="32057" y="2000"/>
                            <a:pt x="29962" y="0"/>
                          </a:cubicBezTo>
                          <a:cubicBezTo>
                            <a:pt x="28723" y="6096"/>
                            <a:pt x="24437" y="11430"/>
                            <a:pt x="18150" y="1352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73" name="Forme libre : forme 1972">
                      <a:extLst>
                        <a:ext uri="{FF2B5EF4-FFF2-40B4-BE49-F238E27FC236}">
                          <a16:creationId xmlns:a16="http://schemas.microsoft.com/office/drawing/2014/main" id="{73101257-8B35-4654-8097-D51D9E1C34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56526" y="2978691"/>
                      <a:ext cx="16136" cy="16002"/>
                    </a:xfrm>
                    <a:custGeom>
                      <a:avLst/>
                      <a:gdLst>
                        <a:gd name="connsiteX0" fmla="*/ 13417 w 16136"/>
                        <a:gd name="connsiteY0" fmla="*/ 2743 h 16002"/>
                        <a:gd name="connsiteX1" fmla="*/ 14179 w 16136"/>
                        <a:gd name="connsiteY1" fmla="*/ 14077 h 16002"/>
                        <a:gd name="connsiteX2" fmla="*/ 2844 w 16136"/>
                        <a:gd name="connsiteY2" fmla="*/ 13315 h 16002"/>
                        <a:gd name="connsiteX3" fmla="*/ 1987 w 16136"/>
                        <a:gd name="connsiteY3" fmla="*/ 2076 h 16002"/>
                        <a:gd name="connsiteX4" fmla="*/ 13417 w 16136"/>
                        <a:gd name="connsiteY4" fmla="*/ 2743 h 16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36" h="16002">
                          <a:moveTo>
                            <a:pt x="13417" y="2743"/>
                          </a:moveTo>
                          <a:cubicBezTo>
                            <a:pt x="16751" y="6076"/>
                            <a:pt x="17036" y="11125"/>
                            <a:pt x="14179" y="14077"/>
                          </a:cubicBezTo>
                          <a:cubicBezTo>
                            <a:pt x="11322" y="16935"/>
                            <a:pt x="6273" y="16554"/>
                            <a:pt x="2844" y="13315"/>
                          </a:cubicBezTo>
                          <a:cubicBezTo>
                            <a:pt x="-585" y="9982"/>
                            <a:pt x="-966" y="4933"/>
                            <a:pt x="1987" y="2076"/>
                          </a:cubicBezTo>
                          <a:cubicBezTo>
                            <a:pt x="4940" y="-972"/>
                            <a:pt x="10083" y="-591"/>
                            <a:pt x="13417" y="274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74" name="Forme libre : forme 1973">
                      <a:extLst>
                        <a:ext uri="{FF2B5EF4-FFF2-40B4-BE49-F238E27FC236}">
                          <a16:creationId xmlns:a16="http://schemas.microsoft.com/office/drawing/2014/main" id="{89D6F4B4-A643-465D-9EF1-CD596762B1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54906" y="2980970"/>
                      <a:ext cx="5976" cy="5843"/>
                    </a:xfrm>
                    <a:custGeom>
                      <a:avLst/>
                      <a:gdLst>
                        <a:gd name="connsiteX0" fmla="*/ 5798 w 5976"/>
                        <a:gd name="connsiteY0" fmla="*/ 1988 h 5843"/>
                        <a:gd name="connsiteX1" fmla="*/ 3988 w 5976"/>
                        <a:gd name="connsiteY1" fmla="*/ 5703 h 5843"/>
                        <a:gd name="connsiteX2" fmla="*/ 178 w 5976"/>
                        <a:gd name="connsiteY2" fmla="*/ 3893 h 5843"/>
                        <a:gd name="connsiteX3" fmla="*/ 1988 w 5976"/>
                        <a:gd name="connsiteY3" fmla="*/ 178 h 5843"/>
                        <a:gd name="connsiteX4" fmla="*/ 5798 w 5976"/>
                        <a:gd name="connsiteY4" fmla="*/ 1988 h 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6" h="5843">
                          <a:moveTo>
                            <a:pt x="5798" y="1988"/>
                          </a:moveTo>
                          <a:cubicBezTo>
                            <a:pt x="6370" y="3512"/>
                            <a:pt x="5512" y="5226"/>
                            <a:pt x="3988" y="5703"/>
                          </a:cubicBezTo>
                          <a:cubicBezTo>
                            <a:pt x="2464" y="6179"/>
                            <a:pt x="750" y="5417"/>
                            <a:pt x="178" y="3893"/>
                          </a:cubicBezTo>
                          <a:cubicBezTo>
                            <a:pt x="-393" y="2369"/>
                            <a:pt x="464" y="750"/>
                            <a:pt x="1988" y="178"/>
                          </a:cubicBezTo>
                          <a:cubicBezTo>
                            <a:pt x="3607" y="-393"/>
                            <a:pt x="5322" y="464"/>
                            <a:pt x="5798" y="198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975" name="Graphique 15">
                    <a:extLst>
                      <a:ext uri="{FF2B5EF4-FFF2-40B4-BE49-F238E27FC236}">
                        <a16:creationId xmlns:a16="http://schemas.microsoft.com/office/drawing/2014/main" id="{8D59E98D-AEE2-4253-B41B-3ADB99C8A3E3}"/>
                      </a:ext>
                    </a:extLst>
                  </p:cNvPr>
                  <p:cNvGrpSpPr/>
                  <p:nvPr/>
                </p:nvGrpSpPr>
                <p:grpSpPr>
                  <a:xfrm>
                    <a:off x="10065545" y="3000074"/>
                    <a:ext cx="34469" cy="35533"/>
                    <a:chOff x="10065545" y="3000074"/>
                    <a:chExt cx="34469" cy="35533"/>
                  </a:xfrm>
                  <a:solidFill>
                    <a:schemeClr val="accent1"/>
                  </a:solidFill>
                </p:grpSpPr>
                <p:sp>
                  <p:nvSpPr>
                    <p:cNvPr id="1976" name="Forme libre : forme 1975">
                      <a:extLst>
                        <a:ext uri="{FF2B5EF4-FFF2-40B4-BE49-F238E27FC236}">
                          <a16:creationId xmlns:a16="http://schemas.microsoft.com/office/drawing/2014/main" id="{5A14F8E8-0C6D-4AB2-B1EE-3F9D22ADD4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5545" y="3000074"/>
                      <a:ext cx="34469" cy="35533"/>
                    </a:xfrm>
                    <a:custGeom>
                      <a:avLst/>
                      <a:gdLst>
                        <a:gd name="connsiteX0" fmla="*/ 33640 w 34469"/>
                        <a:gd name="connsiteY0" fmla="*/ 12412 h 35533"/>
                        <a:gd name="connsiteX1" fmla="*/ 22972 w 34469"/>
                        <a:gd name="connsiteY1" fmla="*/ 34700 h 35533"/>
                        <a:gd name="connsiteX2" fmla="*/ 1065 w 34469"/>
                        <a:gd name="connsiteY2" fmla="*/ 23270 h 35533"/>
                        <a:gd name="connsiteX3" fmla="*/ 11637 w 34469"/>
                        <a:gd name="connsiteY3" fmla="*/ 886 h 35533"/>
                        <a:gd name="connsiteX4" fmla="*/ 33640 w 34469"/>
                        <a:gd name="connsiteY4" fmla="*/ 12412 h 35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469" h="35533">
                          <a:moveTo>
                            <a:pt x="33640" y="12412"/>
                          </a:moveTo>
                          <a:cubicBezTo>
                            <a:pt x="36498" y="21651"/>
                            <a:pt x="31735" y="31843"/>
                            <a:pt x="22972" y="34700"/>
                          </a:cubicBezTo>
                          <a:cubicBezTo>
                            <a:pt x="14209" y="37653"/>
                            <a:pt x="4398" y="32509"/>
                            <a:pt x="1065" y="23270"/>
                          </a:cubicBezTo>
                          <a:cubicBezTo>
                            <a:pt x="-2269" y="14031"/>
                            <a:pt x="2493" y="4030"/>
                            <a:pt x="11637" y="886"/>
                          </a:cubicBezTo>
                          <a:cubicBezTo>
                            <a:pt x="20876" y="-2162"/>
                            <a:pt x="30687" y="2887"/>
                            <a:pt x="33640" y="1241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77" name="Forme libre : forme 1976">
                      <a:extLst>
                        <a:ext uri="{FF2B5EF4-FFF2-40B4-BE49-F238E27FC236}">
                          <a16:creationId xmlns:a16="http://schemas.microsoft.com/office/drawing/2014/main" id="{4B633691-AEF9-4EF2-83D1-1F1B427201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5578" y="3004961"/>
                      <a:ext cx="34400" cy="30647"/>
                    </a:xfrm>
                    <a:custGeom>
                      <a:avLst/>
                      <a:gdLst>
                        <a:gd name="connsiteX0" fmla="*/ 17510 w 34400"/>
                        <a:gd name="connsiteY0" fmla="*/ 13240 h 30647"/>
                        <a:gd name="connsiteX1" fmla="*/ 270 w 34400"/>
                        <a:gd name="connsiteY1" fmla="*/ 9334 h 30647"/>
                        <a:gd name="connsiteX2" fmla="*/ 1032 w 34400"/>
                        <a:gd name="connsiteY2" fmla="*/ 18383 h 30647"/>
                        <a:gd name="connsiteX3" fmla="*/ 22939 w 34400"/>
                        <a:gd name="connsiteY3" fmla="*/ 29813 h 30647"/>
                        <a:gd name="connsiteX4" fmla="*/ 33607 w 34400"/>
                        <a:gd name="connsiteY4" fmla="*/ 7525 h 30647"/>
                        <a:gd name="connsiteX5" fmla="*/ 28940 w 34400"/>
                        <a:gd name="connsiteY5" fmla="*/ 0 h 30647"/>
                        <a:gd name="connsiteX6" fmla="*/ 17510 w 34400"/>
                        <a:gd name="connsiteY6" fmla="*/ 13240 h 306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00" h="30647">
                          <a:moveTo>
                            <a:pt x="17510" y="13240"/>
                          </a:moveTo>
                          <a:cubicBezTo>
                            <a:pt x="11414" y="15335"/>
                            <a:pt x="4937" y="13525"/>
                            <a:pt x="270" y="9334"/>
                          </a:cubicBezTo>
                          <a:cubicBezTo>
                            <a:pt x="-206" y="12287"/>
                            <a:pt x="-111" y="15335"/>
                            <a:pt x="1032" y="18383"/>
                          </a:cubicBezTo>
                          <a:cubicBezTo>
                            <a:pt x="4366" y="27622"/>
                            <a:pt x="14177" y="32766"/>
                            <a:pt x="22939" y="29813"/>
                          </a:cubicBezTo>
                          <a:cubicBezTo>
                            <a:pt x="31703" y="26860"/>
                            <a:pt x="36370" y="16764"/>
                            <a:pt x="33607" y="7525"/>
                          </a:cubicBezTo>
                          <a:cubicBezTo>
                            <a:pt x="32655" y="4572"/>
                            <a:pt x="31036" y="2000"/>
                            <a:pt x="28940" y="0"/>
                          </a:cubicBezTo>
                          <a:cubicBezTo>
                            <a:pt x="27607" y="6001"/>
                            <a:pt x="23511" y="11239"/>
                            <a:pt x="17510" y="1324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78" name="Forme libre : forme 1977">
                      <a:extLst>
                        <a:ext uri="{FF2B5EF4-FFF2-40B4-BE49-F238E27FC236}">
                          <a16:creationId xmlns:a16="http://schemas.microsoft.com/office/drawing/2014/main" id="{3AF50D64-A937-4558-939D-8BF902363D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80385" y="3004949"/>
                      <a:ext cx="15457" cy="15984"/>
                    </a:xfrm>
                    <a:custGeom>
                      <a:avLst/>
                      <a:gdLst>
                        <a:gd name="connsiteX0" fmla="*/ 12895 w 15457"/>
                        <a:gd name="connsiteY0" fmla="*/ 2773 h 15984"/>
                        <a:gd name="connsiteX1" fmla="*/ 13561 w 15457"/>
                        <a:gd name="connsiteY1" fmla="*/ 14108 h 15984"/>
                        <a:gd name="connsiteX2" fmla="*/ 2703 w 15457"/>
                        <a:gd name="connsiteY2" fmla="*/ 13156 h 15984"/>
                        <a:gd name="connsiteX3" fmla="*/ 1846 w 15457"/>
                        <a:gd name="connsiteY3" fmla="*/ 1916 h 15984"/>
                        <a:gd name="connsiteX4" fmla="*/ 12895 w 15457"/>
                        <a:gd name="connsiteY4" fmla="*/ 2773 h 15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57" h="15984">
                          <a:moveTo>
                            <a:pt x="12895" y="2773"/>
                          </a:moveTo>
                          <a:cubicBezTo>
                            <a:pt x="16038" y="6202"/>
                            <a:pt x="16324" y="11251"/>
                            <a:pt x="13561" y="14108"/>
                          </a:cubicBezTo>
                          <a:cubicBezTo>
                            <a:pt x="10799" y="16966"/>
                            <a:pt x="5941" y="16490"/>
                            <a:pt x="2703" y="13156"/>
                          </a:cubicBezTo>
                          <a:cubicBezTo>
                            <a:pt x="-536" y="9822"/>
                            <a:pt x="-917" y="4774"/>
                            <a:pt x="1846" y="1916"/>
                          </a:cubicBezTo>
                          <a:cubicBezTo>
                            <a:pt x="4798" y="-941"/>
                            <a:pt x="9752" y="-560"/>
                            <a:pt x="12895" y="277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79" name="Forme libre : forme 1978">
                      <a:extLst>
                        <a:ext uri="{FF2B5EF4-FFF2-40B4-BE49-F238E27FC236}">
                          <a16:creationId xmlns:a16="http://schemas.microsoft.com/office/drawing/2014/main" id="{EEE0B1BA-8378-4A2D-98BE-45957EF41F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78946" y="3007079"/>
                      <a:ext cx="5711" cy="5919"/>
                    </a:xfrm>
                    <a:custGeom>
                      <a:avLst/>
                      <a:gdLst>
                        <a:gd name="connsiteX0" fmla="*/ 5570 w 5711"/>
                        <a:gd name="connsiteY0" fmla="*/ 2073 h 5919"/>
                        <a:gd name="connsiteX1" fmla="*/ 3761 w 5711"/>
                        <a:gd name="connsiteY1" fmla="*/ 5787 h 5919"/>
                        <a:gd name="connsiteX2" fmla="*/ 141 w 5711"/>
                        <a:gd name="connsiteY2" fmla="*/ 3883 h 5919"/>
                        <a:gd name="connsiteX3" fmla="*/ 1951 w 5711"/>
                        <a:gd name="connsiteY3" fmla="*/ 168 h 5919"/>
                        <a:gd name="connsiteX4" fmla="*/ 5570 w 5711"/>
                        <a:gd name="connsiteY4" fmla="*/ 2073 h 5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11" h="5919">
                          <a:moveTo>
                            <a:pt x="5570" y="2073"/>
                          </a:moveTo>
                          <a:cubicBezTo>
                            <a:pt x="6046" y="3597"/>
                            <a:pt x="5284" y="5311"/>
                            <a:pt x="3761" y="5787"/>
                          </a:cubicBezTo>
                          <a:cubicBezTo>
                            <a:pt x="2237" y="6264"/>
                            <a:pt x="617" y="5406"/>
                            <a:pt x="141" y="3883"/>
                          </a:cubicBezTo>
                          <a:cubicBezTo>
                            <a:pt x="-335" y="2358"/>
                            <a:pt x="427" y="739"/>
                            <a:pt x="1951" y="168"/>
                          </a:cubicBezTo>
                          <a:cubicBezTo>
                            <a:pt x="3475" y="-404"/>
                            <a:pt x="5094" y="549"/>
                            <a:pt x="5570" y="20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980" name="Graphique 15">
                    <a:extLst>
                      <a:ext uri="{FF2B5EF4-FFF2-40B4-BE49-F238E27FC236}">
                        <a16:creationId xmlns:a16="http://schemas.microsoft.com/office/drawing/2014/main" id="{D763BE79-5535-4264-8CD6-7E284BBCCF4D}"/>
                      </a:ext>
                    </a:extLst>
                  </p:cNvPr>
                  <p:cNvGrpSpPr/>
                  <p:nvPr/>
                </p:nvGrpSpPr>
                <p:grpSpPr>
                  <a:xfrm>
                    <a:off x="10095587" y="3017958"/>
                    <a:ext cx="33527" cy="35275"/>
                    <a:chOff x="10095587" y="3017958"/>
                    <a:chExt cx="33527" cy="35275"/>
                  </a:xfrm>
                  <a:solidFill>
                    <a:schemeClr val="accent1"/>
                  </a:solidFill>
                </p:grpSpPr>
                <p:sp>
                  <p:nvSpPr>
                    <p:cNvPr id="1981" name="Forme libre : forme 1980">
                      <a:extLst>
                        <a:ext uri="{FF2B5EF4-FFF2-40B4-BE49-F238E27FC236}">
                          <a16:creationId xmlns:a16="http://schemas.microsoft.com/office/drawing/2014/main" id="{0E2E23B6-A742-4A7B-8D22-22E7E9A6C5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95587" y="3017958"/>
                      <a:ext cx="33432" cy="35275"/>
                    </a:xfrm>
                    <a:custGeom>
                      <a:avLst/>
                      <a:gdLst>
                        <a:gd name="connsiteX0" fmla="*/ 32744 w 33432"/>
                        <a:gd name="connsiteY0" fmla="*/ 13101 h 35275"/>
                        <a:gd name="connsiteX1" fmla="*/ 21886 w 33432"/>
                        <a:gd name="connsiteY1" fmla="*/ 34723 h 35275"/>
                        <a:gd name="connsiteX2" fmla="*/ 931 w 33432"/>
                        <a:gd name="connsiteY2" fmla="*/ 22626 h 35275"/>
                        <a:gd name="connsiteX3" fmla="*/ 11599 w 33432"/>
                        <a:gd name="connsiteY3" fmla="*/ 624 h 35275"/>
                        <a:gd name="connsiteX4" fmla="*/ 32744 w 33432"/>
                        <a:gd name="connsiteY4" fmla="*/ 13101 h 352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432" h="35275">
                          <a:moveTo>
                            <a:pt x="32744" y="13101"/>
                          </a:moveTo>
                          <a:cubicBezTo>
                            <a:pt x="35316" y="22626"/>
                            <a:pt x="30458" y="32247"/>
                            <a:pt x="21886" y="34723"/>
                          </a:cubicBezTo>
                          <a:cubicBezTo>
                            <a:pt x="13218" y="37009"/>
                            <a:pt x="4074" y="32056"/>
                            <a:pt x="931" y="22626"/>
                          </a:cubicBezTo>
                          <a:cubicBezTo>
                            <a:pt x="-2117" y="13387"/>
                            <a:pt x="2550" y="3005"/>
                            <a:pt x="11599" y="624"/>
                          </a:cubicBezTo>
                          <a:cubicBezTo>
                            <a:pt x="20647" y="-1948"/>
                            <a:pt x="30077" y="3672"/>
                            <a:pt x="32744" y="1310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82" name="Forme libre : forme 1981">
                      <a:extLst>
                        <a:ext uri="{FF2B5EF4-FFF2-40B4-BE49-F238E27FC236}">
                          <a16:creationId xmlns:a16="http://schemas.microsoft.com/office/drawing/2014/main" id="{3ACAB899-9FD3-4A92-9014-CA22E76CEB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95694" y="3023344"/>
                      <a:ext cx="33420" cy="29857"/>
                    </a:xfrm>
                    <a:custGeom>
                      <a:avLst/>
                      <a:gdLst>
                        <a:gd name="connsiteX0" fmla="*/ 16921 w 33420"/>
                        <a:gd name="connsiteY0" fmla="*/ 12573 h 29857"/>
                        <a:gd name="connsiteX1" fmla="*/ 348 w 33420"/>
                        <a:gd name="connsiteY1" fmla="*/ 8096 h 29857"/>
                        <a:gd name="connsiteX2" fmla="*/ 919 w 33420"/>
                        <a:gd name="connsiteY2" fmla="*/ 17240 h 29857"/>
                        <a:gd name="connsiteX3" fmla="*/ 21874 w 33420"/>
                        <a:gd name="connsiteY3" fmla="*/ 29337 h 29857"/>
                        <a:gd name="connsiteX4" fmla="*/ 32733 w 33420"/>
                        <a:gd name="connsiteY4" fmla="*/ 7715 h 29857"/>
                        <a:gd name="connsiteX5" fmla="*/ 28351 w 33420"/>
                        <a:gd name="connsiteY5" fmla="*/ 0 h 29857"/>
                        <a:gd name="connsiteX6" fmla="*/ 16921 w 33420"/>
                        <a:gd name="connsiteY6" fmla="*/ 12573 h 29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420" h="29857">
                          <a:moveTo>
                            <a:pt x="16921" y="12573"/>
                          </a:moveTo>
                          <a:cubicBezTo>
                            <a:pt x="10920" y="14192"/>
                            <a:pt x="4729" y="12383"/>
                            <a:pt x="348" y="8096"/>
                          </a:cubicBezTo>
                          <a:cubicBezTo>
                            <a:pt x="-224" y="11049"/>
                            <a:pt x="-129" y="14192"/>
                            <a:pt x="919" y="17240"/>
                          </a:cubicBezTo>
                          <a:cubicBezTo>
                            <a:pt x="4062" y="26670"/>
                            <a:pt x="13206" y="31528"/>
                            <a:pt x="21874" y="29337"/>
                          </a:cubicBezTo>
                          <a:cubicBezTo>
                            <a:pt x="30447" y="26956"/>
                            <a:pt x="35304" y="17240"/>
                            <a:pt x="32733" y="7715"/>
                          </a:cubicBezTo>
                          <a:cubicBezTo>
                            <a:pt x="31875" y="4667"/>
                            <a:pt x="30351" y="2096"/>
                            <a:pt x="28351" y="0"/>
                          </a:cubicBezTo>
                          <a:cubicBezTo>
                            <a:pt x="26827" y="6001"/>
                            <a:pt x="22826" y="10954"/>
                            <a:pt x="16921" y="125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83" name="Forme libre : forme 1982">
                      <a:extLst>
                        <a:ext uri="{FF2B5EF4-FFF2-40B4-BE49-F238E27FC236}">
                          <a16:creationId xmlns:a16="http://schemas.microsoft.com/office/drawing/2014/main" id="{2DDE5C4B-D061-487E-95E2-8319BB48A8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10044" y="3022957"/>
                      <a:ext cx="15041" cy="16081"/>
                    </a:xfrm>
                    <a:custGeom>
                      <a:avLst/>
                      <a:gdLst>
                        <a:gd name="connsiteX0" fmla="*/ 12668 w 15041"/>
                        <a:gd name="connsiteY0" fmla="*/ 3245 h 16081"/>
                        <a:gd name="connsiteX1" fmla="*/ 13049 w 15041"/>
                        <a:gd name="connsiteY1" fmla="*/ 14484 h 16081"/>
                        <a:gd name="connsiteX2" fmla="*/ 2476 w 15041"/>
                        <a:gd name="connsiteY2" fmla="*/ 12865 h 16081"/>
                        <a:gd name="connsiteX3" fmla="*/ 1905 w 15041"/>
                        <a:gd name="connsiteY3" fmla="*/ 1625 h 16081"/>
                        <a:gd name="connsiteX4" fmla="*/ 12668 w 15041"/>
                        <a:gd name="connsiteY4" fmla="*/ 3245 h 160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41" h="16081">
                          <a:moveTo>
                            <a:pt x="12668" y="3245"/>
                          </a:moveTo>
                          <a:cubicBezTo>
                            <a:pt x="15716" y="6769"/>
                            <a:pt x="15811" y="11817"/>
                            <a:pt x="13049" y="14484"/>
                          </a:cubicBezTo>
                          <a:cubicBezTo>
                            <a:pt x="10287" y="17151"/>
                            <a:pt x="5620" y="16389"/>
                            <a:pt x="2476" y="12865"/>
                          </a:cubicBezTo>
                          <a:cubicBezTo>
                            <a:pt x="-572" y="9341"/>
                            <a:pt x="-857" y="4292"/>
                            <a:pt x="1905" y="1625"/>
                          </a:cubicBezTo>
                          <a:cubicBezTo>
                            <a:pt x="4858" y="-1042"/>
                            <a:pt x="9620" y="-375"/>
                            <a:pt x="12668" y="324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84" name="Forme libre : forme 1983">
                      <a:extLst>
                        <a:ext uri="{FF2B5EF4-FFF2-40B4-BE49-F238E27FC236}">
                          <a16:creationId xmlns:a16="http://schemas.microsoft.com/office/drawing/2014/main" id="{AB9FD74E-6ACA-4B3A-BFF9-6B572696BF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08673" y="3024879"/>
                      <a:ext cx="5598" cy="5793"/>
                    </a:xfrm>
                    <a:custGeom>
                      <a:avLst/>
                      <a:gdLst>
                        <a:gd name="connsiteX0" fmla="*/ 5466 w 5598"/>
                        <a:gd name="connsiteY0" fmla="*/ 2179 h 5793"/>
                        <a:gd name="connsiteX1" fmla="*/ 3656 w 5598"/>
                        <a:gd name="connsiteY1" fmla="*/ 5704 h 5793"/>
                        <a:gd name="connsiteX2" fmla="*/ 132 w 5598"/>
                        <a:gd name="connsiteY2" fmla="*/ 3608 h 5793"/>
                        <a:gd name="connsiteX3" fmla="*/ 1942 w 5598"/>
                        <a:gd name="connsiteY3" fmla="*/ 84 h 5793"/>
                        <a:gd name="connsiteX4" fmla="*/ 5466 w 5598"/>
                        <a:gd name="connsiteY4" fmla="*/ 2179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98" h="5793">
                          <a:moveTo>
                            <a:pt x="5466" y="2179"/>
                          </a:moveTo>
                          <a:cubicBezTo>
                            <a:pt x="5942" y="3704"/>
                            <a:pt x="5085" y="5323"/>
                            <a:pt x="3656" y="5704"/>
                          </a:cubicBezTo>
                          <a:cubicBezTo>
                            <a:pt x="2228" y="6085"/>
                            <a:pt x="608" y="5228"/>
                            <a:pt x="132" y="3608"/>
                          </a:cubicBezTo>
                          <a:cubicBezTo>
                            <a:pt x="-344" y="2084"/>
                            <a:pt x="513" y="465"/>
                            <a:pt x="1942" y="84"/>
                          </a:cubicBezTo>
                          <a:cubicBezTo>
                            <a:pt x="3466" y="-297"/>
                            <a:pt x="4990" y="656"/>
                            <a:pt x="5466" y="217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1985" name="Graphique 15">
                  <a:extLst>
                    <a:ext uri="{FF2B5EF4-FFF2-40B4-BE49-F238E27FC236}">
                      <a16:creationId xmlns:a16="http://schemas.microsoft.com/office/drawing/2014/main" id="{15A6A01D-F76A-4B42-BC22-151451A0A66D}"/>
                    </a:ext>
                  </a:extLst>
                </p:cNvPr>
                <p:cNvGrpSpPr/>
                <p:nvPr/>
              </p:nvGrpSpPr>
              <p:grpSpPr>
                <a:xfrm>
                  <a:off x="10086311" y="3091765"/>
                  <a:ext cx="87877" cy="54234"/>
                  <a:chOff x="10086311" y="3091765"/>
                  <a:chExt cx="87877" cy="54234"/>
                </a:xfrm>
                <a:solidFill>
                  <a:schemeClr val="accent1"/>
                </a:solidFill>
              </p:grpSpPr>
              <p:grpSp>
                <p:nvGrpSpPr>
                  <p:cNvPr id="1986" name="Graphique 15">
                    <a:extLst>
                      <a:ext uri="{FF2B5EF4-FFF2-40B4-BE49-F238E27FC236}">
                        <a16:creationId xmlns:a16="http://schemas.microsoft.com/office/drawing/2014/main" id="{CDBF869B-2202-4A3D-A388-FDAD42A41B04}"/>
                      </a:ext>
                    </a:extLst>
                  </p:cNvPr>
                  <p:cNvGrpSpPr/>
                  <p:nvPr/>
                </p:nvGrpSpPr>
                <p:grpSpPr>
                  <a:xfrm>
                    <a:off x="10086311" y="3091765"/>
                    <a:ext cx="30808" cy="34974"/>
                    <a:chOff x="10086311" y="3091765"/>
                    <a:chExt cx="30808" cy="34974"/>
                  </a:xfrm>
                  <a:solidFill>
                    <a:schemeClr val="accent1"/>
                  </a:solidFill>
                </p:grpSpPr>
                <p:sp>
                  <p:nvSpPr>
                    <p:cNvPr id="1987" name="Forme libre : forme 1986">
                      <a:extLst>
                        <a:ext uri="{FF2B5EF4-FFF2-40B4-BE49-F238E27FC236}">
                          <a16:creationId xmlns:a16="http://schemas.microsoft.com/office/drawing/2014/main" id="{DA300B1B-FCD9-4FE3-BC1B-0E03313836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86311" y="3091765"/>
                      <a:ext cx="30808" cy="34974"/>
                    </a:xfrm>
                    <a:custGeom>
                      <a:avLst/>
                      <a:gdLst>
                        <a:gd name="connsiteX0" fmla="*/ 25828 w 30808"/>
                        <a:gd name="connsiteY0" fmla="*/ 5683 h 34974"/>
                        <a:gd name="connsiteX1" fmla="*/ 26971 w 30808"/>
                        <a:gd name="connsiteY1" fmla="*/ 30543 h 34974"/>
                        <a:gd name="connsiteX2" fmla="*/ 5539 w 30808"/>
                        <a:gd name="connsiteY2" fmla="*/ 29496 h 34974"/>
                        <a:gd name="connsiteX3" fmla="*/ 3730 w 30808"/>
                        <a:gd name="connsiteY3" fmla="*/ 4635 h 34974"/>
                        <a:gd name="connsiteX4" fmla="*/ 25828 w 30808"/>
                        <a:gd name="connsiteY4" fmla="*/ 5683 h 349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808" h="34974">
                          <a:moveTo>
                            <a:pt x="25828" y="5683"/>
                          </a:moveTo>
                          <a:cubicBezTo>
                            <a:pt x="32114" y="12827"/>
                            <a:pt x="32400" y="24067"/>
                            <a:pt x="26971" y="30543"/>
                          </a:cubicBezTo>
                          <a:cubicBezTo>
                            <a:pt x="21446" y="37021"/>
                            <a:pt x="11921" y="36163"/>
                            <a:pt x="5539" y="29496"/>
                          </a:cubicBezTo>
                          <a:cubicBezTo>
                            <a:pt x="-938" y="22638"/>
                            <a:pt x="-1985" y="11398"/>
                            <a:pt x="3730" y="4635"/>
                          </a:cubicBezTo>
                          <a:cubicBezTo>
                            <a:pt x="9540" y="-1937"/>
                            <a:pt x="19637" y="-1461"/>
                            <a:pt x="25828" y="568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88" name="Forme libre : forme 1987">
                      <a:extLst>
                        <a:ext uri="{FF2B5EF4-FFF2-40B4-BE49-F238E27FC236}">
                          <a16:creationId xmlns:a16="http://schemas.microsoft.com/office/drawing/2014/main" id="{9DF2C314-FF0E-4913-954B-706FE7CAD5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87279" y="3092590"/>
                      <a:ext cx="29784" cy="34086"/>
                    </a:xfrm>
                    <a:custGeom>
                      <a:avLst/>
                      <a:gdLst>
                        <a:gd name="connsiteX0" fmla="*/ 14859 w 29784"/>
                        <a:gd name="connsiteY0" fmla="*/ 16859 h 34086"/>
                        <a:gd name="connsiteX1" fmla="*/ 0 w 29784"/>
                        <a:gd name="connsiteY1" fmla="*/ 20669 h 34086"/>
                        <a:gd name="connsiteX2" fmla="*/ 4477 w 29784"/>
                        <a:gd name="connsiteY2" fmla="*/ 28575 h 34086"/>
                        <a:gd name="connsiteX3" fmla="*/ 25908 w 29784"/>
                        <a:gd name="connsiteY3" fmla="*/ 29623 h 34086"/>
                        <a:gd name="connsiteX4" fmla="*/ 24765 w 29784"/>
                        <a:gd name="connsiteY4" fmla="*/ 4763 h 34086"/>
                        <a:gd name="connsiteX5" fmla="*/ 17907 w 29784"/>
                        <a:gd name="connsiteY5" fmla="*/ 0 h 34086"/>
                        <a:gd name="connsiteX6" fmla="*/ 14859 w 29784"/>
                        <a:gd name="connsiteY6" fmla="*/ 16859 h 340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784" h="34086">
                          <a:moveTo>
                            <a:pt x="14859" y="16859"/>
                          </a:moveTo>
                          <a:cubicBezTo>
                            <a:pt x="10954" y="21241"/>
                            <a:pt x="5334" y="22288"/>
                            <a:pt x="0" y="20669"/>
                          </a:cubicBezTo>
                          <a:cubicBezTo>
                            <a:pt x="953" y="23527"/>
                            <a:pt x="2381" y="26289"/>
                            <a:pt x="4477" y="28575"/>
                          </a:cubicBezTo>
                          <a:cubicBezTo>
                            <a:pt x="10954" y="35338"/>
                            <a:pt x="20479" y="36100"/>
                            <a:pt x="25908" y="29623"/>
                          </a:cubicBezTo>
                          <a:cubicBezTo>
                            <a:pt x="31433" y="23146"/>
                            <a:pt x="31052" y="12001"/>
                            <a:pt x="24765" y="4763"/>
                          </a:cubicBezTo>
                          <a:cubicBezTo>
                            <a:pt x="22765" y="2476"/>
                            <a:pt x="20384" y="953"/>
                            <a:pt x="17907" y="0"/>
                          </a:cubicBezTo>
                          <a:cubicBezTo>
                            <a:pt x="19621" y="6096"/>
                            <a:pt x="18669" y="12573"/>
                            <a:pt x="14859" y="168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89" name="Forme libre : forme 1988">
                      <a:extLst>
                        <a:ext uri="{FF2B5EF4-FFF2-40B4-BE49-F238E27FC236}">
                          <a16:creationId xmlns:a16="http://schemas.microsoft.com/office/drawing/2014/main" id="{F9D9771D-9BB5-4850-B4AA-19DDB8D72E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96314" y="3095164"/>
                      <a:ext cx="14833" cy="14953"/>
                    </a:xfrm>
                    <a:custGeom>
                      <a:avLst/>
                      <a:gdLst>
                        <a:gd name="connsiteX0" fmla="*/ 9253 w 14833"/>
                        <a:gd name="connsiteY0" fmla="*/ 665 h 14953"/>
                        <a:gd name="connsiteX1" fmla="*/ 14587 w 14833"/>
                        <a:gd name="connsiteY1" fmla="*/ 10572 h 14953"/>
                        <a:gd name="connsiteX2" fmla="*/ 5729 w 14833"/>
                        <a:gd name="connsiteY2" fmla="*/ 14286 h 14953"/>
                        <a:gd name="connsiteX3" fmla="*/ 204 w 14833"/>
                        <a:gd name="connsiteY3" fmla="*/ 4476 h 14953"/>
                        <a:gd name="connsiteX4" fmla="*/ 9253 w 14833"/>
                        <a:gd name="connsiteY4" fmla="*/ 665 h 14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33" h="14953">
                          <a:moveTo>
                            <a:pt x="9253" y="665"/>
                          </a:moveTo>
                          <a:cubicBezTo>
                            <a:pt x="13253" y="2380"/>
                            <a:pt x="15634" y="6761"/>
                            <a:pt x="14587" y="10572"/>
                          </a:cubicBezTo>
                          <a:cubicBezTo>
                            <a:pt x="13634" y="14286"/>
                            <a:pt x="9729" y="16001"/>
                            <a:pt x="5729" y="14286"/>
                          </a:cubicBezTo>
                          <a:cubicBezTo>
                            <a:pt x="1728" y="12572"/>
                            <a:pt x="-749" y="8190"/>
                            <a:pt x="204" y="4476"/>
                          </a:cubicBezTo>
                          <a:cubicBezTo>
                            <a:pt x="1252" y="665"/>
                            <a:pt x="5347" y="-1049"/>
                            <a:pt x="9253" y="66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90" name="Forme libre : forme 1989">
                      <a:extLst>
                        <a:ext uri="{FF2B5EF4-FFF2-40B4-BE49-F238E27FC236}">
                          <a16:creationId xmlns:a16="http://schemas.microsoft.com/office/drawing/2014/main" id="{9C45F8D2-D1BB-4E65-8C9A-7529E6B4C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95002" y="3099766"/>
                      <a:ext cx="5127" cy="5745"/>
                    </a:xfrm>
                    <a:custGeom>
                      <a:avLst/>
                      <a:gdLst>
                        <a:gd name="connsiteX0" fmla="*/ 4278 w 5127"/>
                        <a:gd name="connsiteY0" fmla="*/ 920 h 5745"/>
                        <a:gd name="connsiteX1" fmla="*/ 4469 w 5127"/>
                        <a:gd name="connsiteY1" fmla="*/ 5016 h 5745"/>
                        <a:gd name="connsiteX2" fmla="*/ 849 w 5127"/>
                        <a:gd name="connsiteY2" fmla="*/ 4825 h 5745"/>
                        <a:gd name="connsiteX3" fmla="*/ 659 w 5127"/>
                        <a:gd name="connsiteY3" fmla="*/ 730 h 5745"/>
                        <a:gd name="connsiteX4" fmla="*/ 4278 w 5127"/>
                        <a:gd name="connsiteY4" fmla="*/ 920 h 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27" h="5745">
                          <a:moveTo>
                            <a:pt x="4278" y="920"/>
                          </a:moveTo>
                          <a:cubicBezTo>
                            <a:pt x="5326" y="2063"/>
                            <a:pt x="5421" y="3873"/>
                            <a:pt x="4469" y="5016"/>
                          </a:cubicBezTo>
                          <a:cubicBezTo>
                            <a:pt x="3516" y="6064"/>
                            <a:pt x="1897" y="5969"/>
                            <a:pt x="849" y="4825"/>
                          </a:cubicBezTo>
                          <a:cubicBezTo>
                            <a:pt x="-199" y="3683"/>
                            <a:pt x="-294" y="1873"/>
                            <a:pt x="659" y="730"/>
                          </a:cubicBezTo>
                          <a:cubicBezTo>
                            <a:pt x="1611" y="-318"/>
                            <a:pt x="3230" y="-223"/>
                            <a:pt x="4278" y="9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991" name="Graphique 15">
                    <a:extLst>
                      <a:ext uri="{FF2B5EF4-FFF2-40B4-BE49-F238E27FC236}">
                        <a16:creationId xmlns:a16="http://schemas.microsoft.com/office/drawing/2014/main" id="{38B5E39F-0E13-4A50-A697-A7547A518103}"/>
                      </a:ext>
                    </a:extLst>
                  </p:cNvPr>
                  <p:cNvGrpSpPr/>
                  <p:nvPr/>
                </p:nvGrpSpPr>
                <p:grpSpPr>
                  <a:xfrm>
                    <a:off x="10115554" y="3106143"/>
                    <a:ext cx="29782" cy="35160"/>
                    <a:chOff x="10115554" y="3106143"/>
                    <a:chExt cx="29782" cy="35160"/>
                  </a:xfrm>
                  <a:solidFill>
                    <a:schemeClr val="accent1"/>
                  </a:solidFill>
                </p:grpSpPr>
                <p:sp>
                  <p:nvSpPr>
                    <p:cNvPr id="1992" name="Forme libre : forme 1991">
                      <a:extLst>
                        <a:ext uri="{FF2B5EF4-FFF2-40B4-BE49-F238E27FC236}">
                          <a16:creationId xmlns:a16="http://schemas.microsoft.com/office/drawing/2014/main" id="{A6343430-5BF6-44BA-8F83-3201520E2C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15554" y="3106143"/>
                      <a:ext cx="29782" cy="35160"/>
                    </a:xfrm>
                    <a:custGeom>
                      <a:avLst/>
                      <a:gdLst>
                        <a:gd name="connsiteX0" fmla="*/ 25255 w 29782"/>
                        <a:gd name="connsiteY0" fmla="*/ 6355 h 35160"/>
                        <a:gd name="connsiteX1" fmla="*/ 25731 w 29782"/>
                        <a:gd name="connsiteY1" fmla="*/ 31025 h 35160"/>
                        <a:gd name="connsiteX2" fmla="*/ 5062 w 29782"/>
                        <a:gd name="connsiteY2" fmla="*/ 29310 h 35160"/>
                        <a:gd name="connsiteX3" fmla="*/ 3919 w 29782"/>
                        <a:gd name="connsiteY3" fmla="*/ 4545 h 35160"/>
                        <a:gd name="connsiteX4" fmla="*/ 25255 w 29782"/>
                        <a:gd name="connsiteY4" fmla="*/ 6355 h 351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782" h="35160">
                          <a:moveTo>
                            <a:pt x="25255" y="6355"/>
                          </a:moveTo>
                          <a:cubicBezTo>
                            <a:pt x="31161" y="13880"/>
                            <a:pt x="31256" y="24929"/>
                            <a:pt x="25731" y="31025"/>
                          </a:cubicBezTo>
                          <a:cubicBezTo>
                            <a:pt x="20207" y="36930"/>
                            <a:pt x="11253" y="36645"/>
                            <a:pt x="5062" y="29310"/>
                          </a:cubicBezTo>
                          <a:cubicBezTo>
                            <a:pt x="-1129" y="22071"/>
                            <a:pt x="-1796" y="11022"/>
                            <a:pt x="3919" y="4545"/>
                          </a:cubicBezTo>
                          <a:cubicBezTo>
                            <a:pt x="9444" y="-2313"/>
                            <a:pt x="19350" y="-1170"/>
                            <a:pt x="25255" y="635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93" name="Forme libre : forme 1992">
                      <a:extLst>
                        <a:ext uri="{FF2B5EF4-FFF2-40B4-BE49-F238E27FC236}">
                          <a16:creationId xmlns:a16="http://schemas.microsoft.com/office/drawing/2014/main" id="{C42205E0-5A61-4DD1-85A3-A7743A01E2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16330" y="3107354"/>
                      <a:ext cx="28911" cy="33892"/>
                    </a:xfrm>
                    <a:custGeom>
                      <a:avLst/>
                      <a:gdLst>
                        <a:gd name="connsiteX0" fmla="*/ 14383 w 28911"/>
                        <a:gd name="connsiteY0" fmla="*/ 16478 h 33892"/>
                        <a:gd name="connsiteX1" fmla="*/ 0 w 28911"/>
                        <a:gd name="connsiteY1" fmla="*/ 19907 h 33892"/>
                        <a:gd name="connsiteX2" fmla="*/ 4191 w 28911"/>
                        <a:gd name="connsiteY2" fmla="*/ 28004 h 33892"/>
                        <a:gd name="connsiteX3" fmla="*/ 24860 w 28911"/>
                        <a:gd name="connsiteY3" fmla="*/ 29718 h 33892"/>
                        <a:gd name="connsiteX4" fmla="*/ 24384 w 28911"/>
                        <a:gd name="connsiteY4" fmla="*/ 5048 h 33892"/>
                        <a:gd name="connsiteX5" fmla="*/ 17812 w 28911"/>
                        <a:gd name="connsiteY5" fmla="*/ 0 h 33892"/>
                        <a:gd name="connsiteX6" fmla="*/ 14383 w 28911"/>
                        <a:gd name="connsiteY6" fmla="*/ 16478 h 33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911" h="33892">
                          <a:moveTo>
                            <a:pt x="14383" y="16478"/>
                          </a:moveTo>
                          <a:cubicBezTo>
                            <a:pt x="10573" y="20955"/>
                            <a:pt x="5143" y="21908"/>
                            <a:pt x="0" y="19907"/>
                          </a:cubicBezTo>
                          <a:cubicBezTo>
                            <a:pt x="857" y="22765"/>
                            <a:pt x="2191" y="25622"/>
                            <a:pt x="4191" y="28004"/>
                          </a:cubicBezTo>
                          <a:cubicBezTo>
                            <a:pt x="10382" y="35338"/>
                            <a:pt x="19336" y="35719"/>
                            <a:pt x="24860" y="29718"/>
                          </a:cubicBezTo>
                          <a:cubicBezTo>
                            <a:pt x="30385" y="23622"/>
                            <a:pt x="30289" y="12573"/>
                            <a:pt x="24384" y="5048"/>
                          </a:cubicBezTo>
                          <a:cubicBezTo>
                            <a:pt x="22479" y="2667"/>
                            <a:pt x="20193" y="1048"/>
                            <a:pt x="17812" y="0"/>
                          </a:cubicBezTo>
                          <a:cubicBezTo>
                            <a:pt x="19336" y="6001"/>
                            <a:pt x="18193" y="12287"/>
                            <a:pt x="14383" y="164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94" name="Forme libre : forme 1993">
                      <a:extLst>
                        <a:ext uri="{FF2B5EF4-FFF2-40B4-BE49-F238E27FC236}">
                          <a16:creationId xmlns:a16="http://schemas.microsoft.com/office/drawing/2014/main" id="{BBD358C1-9334-47AD-88A4-2C45214C55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25359" y="3109562"/>
                      <a:ext cx="14283" cy="14933"/>
                    </a:xfrm>
                    <a:custGeom>
                      <a:avLst/>
                      <a:gdLst>
                        <a:gd name="connsiteX0" fmla="*/ 9069 w 14283"/>
                        <a:gd name="connsiteY0" fmla="*/ 840 h 14933"/>
                        <a:gd name="connsiteX1" fmla="*/ 14021 w 14283"/>
                        <a:gd name="connsiteY1" fmla="*/ 10937 h 14933"/>
                        <a:gd name="connsiteX2" fmla="*/ 5354 w 14283"/>
                        <a:gd name="connsiteY2" fmla="*/ 14175 h 14933"/>
                        <a:gd name="connsiteX3" fmla="*/ 210 w 14283"/>
                        <a:gd name="connsiteY3" fmla="*/ 4174 h 14933"/>
                        <a:gd name="connsiteX4" fmla="*/ 9069 w 14283"/>
                        <a:gd name="connsiteY4" fmla="*/ 840 h 14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83" h="14933">
                          <a:moveTo>
                            <a:pt x="9069" y="840"/>
                          </a:moveTo>
                          <a:cubicBezTo>
                            <a:pt x="12878" y="2745"/>
                            <a:pt x="15069" y="7317"/>
                            <a:pt x="14021" y="10937"/>
                          </a:cubicBezTo>
                          <a:cubicBezTo>
                            <a:pt x="12974" y="14651"/>
                            <a:pt x="9069" y="15890"/>
                            <a:pt x="5354" y="14175"/>
                          </a:cubicBezTo>
                          <a:cubicBezTo>
                            <a:pt x="1639" y="12461"/>
                            <a:pt x="-742" y="7984"/>
                            <a:pt x="210" y="4174"/>
                          </a:cubicBezTo>
                          <a:cubicBezTo>
                            <a:pt x="1258" y="364"/>
                            <a:pt x="5259" y="-1065"/>
                            <a:pt x="9069" y="8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95" name="Forme libre : forme 1994">
                      <a:extLst>
                        <a:ext uri="{FF2B5EF4-FFF2-40B4-BE49-F238E27FC236}">
                          <a16:creationId xmlns:a16="http://schemas.microsoft.com/office/drawing/2014/main" id="{E6528F39-8B80-498D-AD30-50A1631948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23996" y="3114054"/>
                      <a:ext cx="4908" cy="5745"/>
                    </a:xfrm>
                    <a:custGeom>
                      <a:avLst/>
                      <a:gdLst>
                        <a:gd name="connsiteX0" fmla="*/ 4145 w 4908"/>
                        <a:gd name="connsiteY0" fmla="*/ 920 h 5745"/>
                        <a:gd name="connsiteX1" fmla="*/ 4240 w 4908"/>
                        <a:gd name="connsiteY1" fmla="*/ 5016 h 5745"/>
                        <a:gd name="connsiteX2" fmla="*/ 811 w 4908"/>
                        <a:gd name="connsiteY2" fmla="*/ 4825 h 5745"/>
                        <a:gd name="connsiteX3" fmla="*/ 621 w 4908"/>
                        <a:gd name="connsiteY3" fmla="*/ 730 h 5745"/>
                        <a:gd name="connsiteX4" fmla="*/ 4145 w 4908"/>
                        <a:gd name="connsiteY4" fmla="*/ 920 h 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08" h="5745">
                          <a:moveTo>
                            <a:pt x="4145" y="920"/>
                          </a:moveTo>
                          <a:cubicBezTo>
                            <a:pt x="5098" y="2158"/>
                            <a:pt x="5193" y="3968"/>
                            <a:pt x="4240" y="5016"/>
                          </a:cubicBezTo>
                          <a:cubicBezTo>
                            <a:pt x="3288" y="6064"/>
                            <a:pt x="1764" y="5969"/>
                            <a:pt x="811" y="4825"/>
                          </a:cubicBezTo>
                          <a:cubicBezTo>
                            <a:pt x="-236" y="3683"/>
                            <a:pt x="-236" y="1778"/>
                            <a:pt x="621" y="730"/>
                          </a:cubicBezTo>
                          <a:cubicBezTo>
                            <a:pt x="1669" y="-318"/>
                            <a:pt x="3193" y="-223"/>
                            <a:pt x="4145" y="92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1996" name="Graphique 15">
                    <a:extLst>
                      <a:ext uri="{FF2B5EF4-FFF2-40B4-BE49-F238E27FC236}">
                        <a16:creationId xmlns:a16="http://schemas.microsoft.com/office/drawing/2014/main" id="{899E08F7-2C68-4585-A503-DF5E0E51C00E}"/>
                      </a:ext>
                    </a:extLst>
                  </p:cNvPr>
                  <p:cNvGrpSpPr/>
                  <p:nvPr/>
                </p:nvGrpSpPr>
                <p:grpSpPr>
                  <a:xfrm>
                    <a:off x="10144974" y="3110639"/>
                    <a:ext cx="29214" cy="35360"/>
                    <a:chOff x="10144974" y="3110639"/>
                    <a:chExt cx="29214" cy="35360"/>
                  </a:xfrm>
                  <a:solidFill>
                    <a:schemeClr val="accent1"/>
                  </a:solidFill>
                </p:grpSpPr>
                <p:sp>
                  <p:nvSpPr>
                    <p:cNvPr id="1997" name="Forme libre : forme 1996">
                      <a:extLst>
                        <a:ext uri="{FF2B5EF4-FFF2-40B4-BE49-F238E27FC236}">
                          <a16:creationId xmlns:a16="http://schemas.microsoft.com/office/drawing/2014/main" id="{4B230168-D0CF-4E6D-B0AA-ABBA17C981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44974" y="3110639"/>
                      <a:ext cx="29214" cy="35265"/>
                    </a:xfrm>
                    <a:custGeom>
                      <a:avLst/>
                      <a:gdLst>
                        <a:gd name="connsiteX0" fmla="*/ 25268 w 29214"/>
                        <a:gd name="connsiteY0" fmla="*/ 6812 h 35265"/>
                        <a:gd name="connsiteX1" fmla="*/ 24791 w 29214"/>
                        <a:gd name="connsiteY1" fmla="*/ 31386 h 35265"/>
                        <a:gd name="connsiteX2" fmla="*/ 4503 w 29214"/>
                        <a:gd name="connsiteY2" fmla="*/ 28719 h 35265"/>
                        <a:gd name="connsiteX3" fmla="*/ 4217 w 29214"/>
                        <a:gd name="connsiteY3" fmla="*/ 3954 h 35265"/>
                        <a:gd name="connsiteX4" fmla="*/ 25268 w 29214"/>
                        <a:gd name="connsiteY4" fmla="*/ 6812 h 35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214" h="35265">
                          <a:moveTo>
                            <a:pt x="25268" y="6812"/>
                          </a:moveTo>
                          <a:cubicBezTo>
                            <a:pt x="30792" y="14622"/>
                            <a:pt x="30411" y="25576"/>
                            <a:pt x="24791" y="31386"/>
                          </a:cubicBezTo>
                          <a:cubicBezTo>
                            <a:pt x="19267" y="37482"/>
                            <a:pt x="10409" y="36244"/>
                            <a:pt x="4503" y="28719"/>
                          </a:cubicBezTo>
                          <a:cubicBezTo>
                            <a:pt x="-1307" y="21194"/>
                            <a:pt x="-1593" y="10145"/>
                            <a:pt x="4217" y="3954"/>
                          </a:cubicBezTo>
                          <a:cubicBezTo>
                            <a:pt x="10123" y="-2142"/>
                            <a:pt x="19648" y="-1189"/>
                            <a:pt x="25268" y="681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98" name="Forme libre : forme 1997">
                      <a:extLst>
                        <a:ext uri="{FF2B5EF4-FFF2-40B4-BE49-F238E27FC236}">
                          <a16:creationId xmlns:a16="http://schemas.microsoft.com/office/drawing/2014/main" id="{DD36C11F-0271-45A8-BAA7-C6D87C086A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45667" y="3112117"/>
                      <a:ext cx="28521" cy="33882"/>
                    </a:xfrm>
                    <a:custGeom>
                      <a:avLst/>
                      <a:gdLst>
                        <a:gd name="connsiteX0" fmla="*/ 14288 w 28521"/>
                        <a:gd name="connsiteY0" fmla="*/ 16478 h 33882"/>
                        <a:gd name="connsiteX1" fmla="*/ 0 w 28521"/>
                        <a:gd name="connsiteY1" fmla="*/ 19050 h 33882"/>
                        <a:gd name="connsiteX2" fmla="*/ 3810 w 28521"/>
                        <a:gd name="connsiteY2" fmla="*/ 27337 h 33882"/>
                        <a:gd name="connsiteX3" fmla="*/ 24098 w 28521"/>
                        <a:gd name="connsiteY3" fmla="*/ 30004 h 33882"/>
                        <a:gd name="connsiteX4" fmla="*/ 24575 w 28521"/>
                        <a:gd name="connsiteY4" fmla="*/ 5429 h 33882"/>
                        <a:gd name="connsiteX5" fmla="*/ 18288 w 28521"/>
                        <a:gd name="connsiteY5" fmla="*/ 0 h 33882"/>
                        <a:gd name="connsiteX6" fmla="*/ 14288 w 28521"/>
                        <a:gd name="connsiteY6" fmla="*/ 16478 h 33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521" h="33882">
                          <a:moveTo>
                            <a:pt x="14288" y="16478"/>
                          </a:moveTo>
                          <a:cubicBezTo>
                            <a:pt x="10382" y="20669"/>
                            <a:pt x="4953" y="21336"/>
                            <a:pt x="0" y="19050"/>
                          </a:cubicBezTo>
                          <a:cubicBezTo>
                            <a:pt x="667" y="22003"/>
                            <a:pt x="1905" y="24860"/>
                            <a:pt x="3810" y="27337"/>
                          </a:cubicBezTo>
                          <a:cubicBezTo>
                            <a:pt x="9620" y="34862"/>
                            <a:pt x="18479" y="36100"/>
                            <a:pt x="24098" y="30004"/>
                          </a:cubicBezTo>
                          <a:cubicBezTo>
                            <a:pt x="29718" y="24193"/>
                            <a:pt x="30099" y="13240"/>
                            <a:pt x="24575" y="5429"/>
                          </a:cubicBezTo>
                          <a:cubicBezTo>
                            <a:pt x="22765" y="2953"/>
                            <a:pt x="20574" y="1143"/>
                            <a:pt x="18288" y="0"/>
                          </a:cubicBezTo>
                          <a:cubicBezTo>
                            <a:pt x="19431" y="5905"/>
                            <a:pt x="18097" y="12287"/>
                            <a:pt x="14288" y="164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1999" name="Forme libre : forme 1998">
                      <a:extLst>
                        <a:ext uri="{FF2B5EF4-FFF2-40B4-BE49-F238E27FC236}">
                          <a16:creationId xmlns:a16="http://schemas.microsoft.com/office/drawing/2014/main" id="{B881572A-D30F-4C2C-9B0A-B5060A141C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55078" y="3114182"/>
                      <a:ext cx="13865" cy="15112"/>
                    </a:xfrm>
                    <a:custGeom>
                      <a:avLst/>
                      <a:gdLst>
                        <a:gd name="connsiteX0" fmla="*/ 8972 w 13865"/>
                        <a:gd name="connsiteY0" fmla="*/ 887 h 15112"/>
                        <a:gd name="connsiteX1" fmla="*/ 13544 w 13865"/>
                        <a:gd name="connsiteY1" fmla="*/ 11174 h 15112"/>
                        <a:gd name="connsiteX2" fmla="*/ 4972 w 13865"/>
                        <a:gd name="connsiteY2" fmla="*/ 14222 h 15112"/>
                        <a:gd name="connsiteX3" fmla="*/ 304 w 13865"/>
                        <a:gd name="connsiteY3" fmla="*/ 4031 h 15112"/>
                        <a:gd name="connsiteX4" fmla="*/ 8972 w 13865"/>
                        <a:gd name="connsiteY4" fmla="*/ 887 h 15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65" h="15112">
                          <a:moveTo>
                            <a:pt x="8972" y="887"/>
                          </a:moveTo>
                          <a:cubicBezTo>
                            <a:pt x="12687" y="2983"/>
                            <a:pt x="14687" y="7650"/>
                            <a:pt x="13544" y="11174"/>
                          </a:cubicBezTo>
                          <a:cubicBezTo>
                            <a:pt x="12401" y="14699"/>
                            <a:pt x="8591" y="16223"/>
                            <a:pt x="4972" y="14222"/>
                          </a:cubicBezTo>
                          <a:cubicBezTo>
                            <a:pt x="1352" y="12317"/>
                            <a:pt x="-839" y="7745"/>
                            <a:pt x="304" y="4031"/>
                          </a:cubicBezTo>
                          <a:cubicBezTo>
                            <a:pt x="1352" y="411"/>
                            <a:pt x="5257" y="-1113"/>
                            <a:pt x="8972" y="88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00" name="Forme libre : forme 1999">
                      <a:extLst>
                        <a:ext uri="{FF2B5EF4-FFF2-40B4-BE49-F238E27FC236}">
                          <a16:creationId xmlns:a16="http://schemas.microsoft.com/office/drawing/2014/main" id="{4E8F44DC-32C3-4730-839B-F18DD67DDB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53620" y="3118580"/>
                      <a:ext cx="4857" cy="5836"/>
                    </a:xfrm>
                    <a:custGeom>
                      <a:avLst/>
                      <a:gdLst>
                        <a:gd name="connsiteX0" fmla="*/ 4143 w 4857"/>
                        <a:gd name="connsiteY0" fmla="*/ 1061 h 5836"/>
                        <a:gd name="connsiteX1" fmla="*/ 4143 w 4857"/>
                        <a:gd name="connsiteY1" fmla="*/ 5157 h 5836"/>
                        <a:gd name="connsiteX2" fmla="*/ 714 w 4857"/>
                        <a:gd name="connsiteY2" fmla="*/ 4776 h 5836"/>
                        <a:gd name="connsiteX3" fmla="*/ 714 w 4857"/>
                        <a:gd name="connsiteY3" fmla="*/ 680 h 5836"/>
                        <a:gd name="connsiteX4" fmla="*/ 4143 w 4857"/>
                        <a:gd name="connsiteY4" fmla="*/ 1061 h 5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57" h="5836">
                          <a:moveTo>
                            <a:pt x="4143" y="1061"/>
                          </a:moveTo>
                          <a:cubicBezTo>
                            <a:pt x="5096" y="2299"/>
                            <a:pt x="5096" y="4109"/>
                            <a:pt x="4143" y="5157"/>
                          </a:cubicBezTo>
                          <a:cubicBezTo>
                            <a:pt x="3191" y="6205"/>
                            <a:pt x="1667" y="6014"/>
                            <a:pt x="714" y="4776"/>
                          </a:cubicBezTo>
                          <a:cubicBezTo>
                            <a:pt x="-238" y="3538"/>
                            <a:pt x="-238" y="1728"/>
                            <a:pt x="714" y="680"/>
                          </a:cubicBezTo>
                          <a:cubicBezTo>
                            <a:pt x="1667" y="-368"/>
                            <a:pt x="3191" y="-177"/>
                            <a:pt x="4143" y="10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001" name="Graphique 15">
                  <a:extLst>
                    <a:ext uri="{FF2B5EF4-FFF2-40B4-BE49-F238E27FC236}">
                      <a16:creationId xmlns:a16="http://schemas.microsoft.com/office/drawing/2014/main" id="{6572C918-F092-438E-91D0-788AF25B6C8C}"/>
                    </a:ext>
                  </a:extLst>
                </p:cNvPr>
                <p:cNvGrpSpPr/>
                <p:nvPr/>
              </p:nvGrpSpPr>
              <p:grpSpPr>
                <a:xfrm>
                  <a:off x="10190929" y="3138059"/>
                  <a:ext cx="38737" cy="99200"/>
                  <a:chOff x="10190929" y="3138059"/>
                  <a:chExt cx="38737" cy="99200"/>
                </a:xfrm>
                <a:solidFill>
                  <a:schemeClr val="accent1"/>
                </a:solidFill>
              </p:grpSpPr>
              <p:grpSp>
                <p:nvGrpSpPr>
                  <p:cNvPr id="2002" name="Graphique 15">
                    <a:extLst>
                      <a:ext uri="{FF2B5EF4-FFF2-40B4-BE49-F238E27FC236}">
                        <a16:creationId xmlns:a16="http://schemas.microsoft.com/office/drawing/2014/main" id="{F88E8050-4619-4FDB-88F5-3F757792CBDB}"/>
                      </a:ext>
                    </a:extLst>
                  </p:cNvPr>
                  <p:cNvGrpSpPr/>
                  <p:nvPr/>
                </p:nvGrpSpPr>
                <p:grpSpPr>
                  <a:xfrm>
                    <a:off x="10190929" y="3202081"/>
                    <a:ext cx="25035" cy="35178"/>
                    <a:chOff x="10190929" y="3202081"/>
                    <a:chExt cx="25035" cy="35178"/>
                  </a:xfrm>
                  <a:solidFill>
                    <a:schemeClr val="accent1"/>
                  </a:solidFill>
                </p:grpSpPr>
                <p:sp>
                  <p:nvSpPr>
                    <p:cNvPr id="2003" name="Forme libre : forme 2002">
                      <a:extLst>
                        <a:ext uri="{FF2B5EF4-FFF2-40B4-BE49-F238E27FC236}">
                          <a16:creationId xmlns:a16="http://schemas.microsoft.com/office/drawing/2014/main" id="{BD10A61E-8AF6-4FF4-A232-8E62A7D45D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0929" y="3202108"/>
                      <a:ext cx="25035" cy="35151"/>
                    </a:xfrm>
                    <a:custGeom>
                      <a:avLst/>
                      <a:gdLst>
                        <a:gd name="connsiteX0" fmla="*/ 3601 w 25035"/>
                        <a:gd name="connsiteY0" fmla="*/ 3258 h 35151"/>
                        <a:gd name="connsiteX1" fmla="*/ 21603 w 25035"/>
                        <a:gd name="connsiteY1" fmla="*/ 7449 h 35151"/>
                        <a:gd name="connsiteX2" fmla="*/ 21317 w 25035"/>
                        <a:gd name="connsiteY2" fmla="*/ 32024 h 35151"/>
                        <a:gd name="connsiteX3" fmla="*/ 3982 w 25035"/>
                        <a:gd name="connsiteY3" fmla="*/ 27642 h 35151"/>
                        <a:gd name="connsiteX4" fmla="*/ 3601 w 25035"/>
                        <a:gd name="connsiteY4" fmla="*/ 3258 h 351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035" h="35151">
                          <a:moveTo>
                            <a:pt x="3601" y="3258"/>
                          </a:moveTo>
                          <a:cubicBezTo>
                            <a:pt x="8649" y="-2361"/>
                            <a:pt x="16841" y="-551"/>
                            <a:pt x="21603" y="7449"/>
                          </a:cubicBezTo>
                          <a:cubicBezTo>
                            <a:pt x="26366" y="15355"/>
                            <a:pt x="26080" y="26404"/>
                            <a:pt x="21317" y="32024"/>
                          </a:cubicBezTo>
                          <a:cubicBezTo>
                            <a:pt x="16555" y="37549"/>
                            <a:pt x="9030" y="35548"/>
                            <a:pt x="3982" y="27642"/>
                          </a:cubicBezTo>
                          <a:cubicBezTo>
                            <a:pt x="-1066" y="19737"/>
                            <a:pt x="-1447" y="8878"/>
                            <a:pt x="3601" y="325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04" name="Forme libre : forme 2003">
                      <a:extLst>
                        <a:ext uri="{FF2B5EF4-FFF2-40B4-BE49-F238E27FC236}">
                          <a16:creationId xmlns:a16="http://schemas.microsoft.com/office/drawing/2014/main" id="{A518003F-FA85-404A-88E1-D5317B4F32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1387" y="3202081"/>
                      <a:ext cx="24543" cy="35003"/>
                    </a:xfrm>
                    <a:custGeom>
                      <a:avLst/>
                      <a:gdLst>
                        <a:gd name="connsiteX0" fmla="*/ 12287 w 24543"/>
                        <a:gd name="connsiteY0" fmla="*/ 17287 h 35003"/>
                        <a:gd name="connsiteX1" fmla="*/ 15431 w 24543"/>
                        <a:gd name="connsiteY1" fmla="*/ 35004 h 35003"/>
                        <a:gd name="connsiteX2" fmla="*/ 20860 w 24543"/>
                        <a:gd name="connsiteY2" fmla="*/ 31956 h 35003"/>
                        <a:gd name="connsiteX3" fmla="*/ 21146 w 24543"/>
                        <a:gd name="connsiteY3" fmla="*/ 7382 h 35003"/>
                        <a:gd name="connsiteX4" fmla="*/ 3143 w 24543"/>
                        <a:gd name="connsiteY4" fmla="*/ 3191 h 35003"/>
                        <a:gd name="connsiteX5" fmla="*/ 0 w 24543"/>
                        <a:gd name="connsiteY5" fmla="*/ 9858 h 35003"/>
                        <a:gd name="connsiteX6" fmla="*/ 12287 w 24543"/>
                        <a:gd name="connsiteY6" fmla="*/ 17287 h 35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543" h="35003">
                          <a:moveTo>
                            <a:pt x="12287" y="17287"/>
                          </a:moveTo>
                          <a:cubicBezTo>
                            <a:pt x="15621" y="22717"/>
                            <a:pt x="16574" y="29479"/>
                            <a:pt x="15431" y="35004"/>
                          </a:cubicBezTo>
                          <a:cubicBezTo>
                            <a:pt x="17431" y="34718"/>
                            <a:pt x="19241" y="33861"/>
                            <a:pt x="20860" y="31956"/>
                          </a:cubicBezTo>
                          <a:cubicBezTo>
                            <a:pt x="25527" y="26432"/>
                            <a:pt x="25908" y="15287"/>
                            <a:pt x="21146" y="7382"/>
                          </a:cubicBezTo>
                          <a:cubicBezTo>
                            <a:pt x="16383" y="-524"/>
                            <a:pt x="8192" y="-2334"/>
                            <a:pt x="3143" y="3191"/>
                          </a:cubicBezTo>
                          <a:cubicBezTo>
                            <a:pt x="1524" y="5000"/>
                            <a:pt x="572" y="7286"/>
                            <a:pt x="0" y="9858"/>
                          </a:cubicBezTo>
                          <a:cubicBezTo>
                            <a:pt x="4286" y="9477"/>
                            <a:pt x="9049" y="11953"/>
                            <a:pt x="12287" y="172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05" name="Forme libre : forme 2004">
                      <a:extLst>
                        <a:ext uri="{FF2B5EF4-FFF2-40B4-BE49-F238E27FC236}">
                          <a16:creationId xmlns:a16="http://schemas.microsoft.com/office/drawing/2014/main" id="{65F9A219-F7B9-4E53-A4AD-6EDCA6FCA4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3244" y="3207734"/>
                      <a:ext cx="10691" cy="16316"/>
                    </a:xfrm>
                    <a:custGeom>
                      <a:avLst/>
                      <a:gdLst>
                        <a:gd name="connsiteX0" fmla="*/ 333 w 10691"/>
                        <a:gd name="connsiteY0" fmla="*/ 4681 h 16316"/>
                        <a:gd name="connsiteX1" fmla="*/ 7287 w 10691"/>
                        <a:gd name="connsiteY1" fmla="*/ 776 h 16316"/>
                        <a:gd name="connsiteX2" fmla="*/ 10335 w 10691"/>
                        <a:gd name="connsiteY2" fmla="*/ 11635 h 16316"/>
                        <a:gd name="connsiteX3" fmla="*/ 3477 w 10691"/>
                        <a:gd name="connsiteY3" fmla="*/ 15540 h 16316"/>
                        <a:gd name="connsiteX4" fmla="*/ 333 w 10691"/>
                        <a:gd name="connsiteY4" fmla="*/ 4681 h 163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91" h="16316">
                          <a:moveTo>
                            <a:pt x="333" y="4681"/>
                          </a:moveTo>
                          <a:cubicBezTo>
                            <a:pt x="1381" y="586"/>
                            <a:pt x="4524" y="-1129"/>
                            <a:pt x="7287" y="776"/>
                          </a:cubicBezTo>
                          <a:cubicBezTo>
                            <a:pt x="10049" y="2681"/>
                            <a:pt x="11382" y="7634"/>
                            <a:pt x="10335" y="11635"/>
                          </a:cubicBezTo>
                          <a:cubicBezTo>
                            <a:pt x="9287" y="15731"/>
                            <a:pt x="6239" y="17445"/>
                            <a:pt x="3477" y="15540"/>
                          </a:cubicBezTo>
                          <a:cubicBezTo>
                            <a:pt x="810" y="13540"/>
                            <a:pt x="-714" y="8682"/>
                            <a:pt x="333" y="468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06" name="Forme libre : forme 2005">
                      <a:extLst>
                        <a:ext uri="{FF2B5EF4-FFF2-40B4-BE49-F238E27FC236}">
                          <a16:creationId xmlns:a16="http://schemas.microsoft.com/office/drawing/2014/main" id="{CF89D577-1852-4A05-BAE4-494598781C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6923" y="3219977"/>
                      <a:ext cx="4155" cy="5730"/>
                    </a:xfrm>
                    <a:custGeom>
                      <a:avLst/>
                      <a:gdLst>
                        <a:gd name="connsiteX0" fmla="*/ 560 w 4155"/>
                        <a:gd name="connsiteY0" fmla="*/ 534 h 5730"/>
                        <a:gd name="connsiteX1" fmla="*/ 3513 w 4155"/>
                        <a:gd name="connsiteY1" fmla="*/ 1201 h 5730"/>
                        <a:gd name="connsiteX2" fmla="*/ 3513 w 4155"/>
                        <a:gd name="connsiteY2" fmla="*/ 5202 h 5730"/>
                        <a:gd name="connsiteX3" fmla="*/ 655 w 4155"/>
                        <a:gd name="connsiteY3" fmla="*/ 4440 h 5730"/>
                        <a:gd name="connsiteX4" fmla="*/ 560 w 4155"/>
                        <a:gd name="connsiteY4" fmla="*/ 534 h 57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5" h="5730">
                          <a:moveTo>
                            <a:pt x="560" y="534"/>
                          </a:moveTo>
                          <a:cubicBezTo>
                            <a:pt x="1322" y="-418"/>
                            <a:pt x="2656" y="-37"/>
                            <a:pt x="3513" y="1201"/>
                          </a:cubicBezTo>
                          <a:cubicBezTo>
                            <a:pt x="4370" y="2535"/>
                            <a:pt x="4370" y="4344"/>
                            <a:pt x="3513" y="5202"/>
                          </a:cubicBezTo>
                          <a:cubicBezTo>
                            <a:pt x="2751" y="6154"/>
                            <a:pt x="1417" y="5773"/>
                            <a:pt x="655" y="4440"/>
                          </a:cubicBezTo>
                          <a:cubicBezTo>
                            <a:pt x="-202" y="3297"/>
                            <a:pt x="-202" y="1487"/>
                            <a:pt x="560" y="53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007" name="Graphique 15">
                    <a:extLst>
                      <a:ext uri="{FF2B5EF4-FFF2-40B4-BE49-F238E27FC236}">
                        <a16:creationId xmlns:a16="http://schemas.microsoft.com/office/drawing/2014/main" id="{43312393-BD0C-4190-AE53-8E95ADE65C2C}"/>
                      </a:ext>
                    </a:extLst>
                  </p:cNvPr>
                  <p:cNvGrpSpPr/>
                  <p:nvPr/>
                </p:nvGrpSpPr>
                <p:grpSpPr>
                  <a:xfrm>
                    <a:off x="10200253" y="3171902"/>
                    <a:ext cx="25981" cy="35467"/>
                    <a:chOff x="10200253" y="3171902"/>
                    <a:chExt cx="25981" cy="35467"/>
                  </a:xfrm>
                  <a:solidFill>
                    <a:schemeClr val="accent1"/>
                  </a:solidFill>
                </p:grpSpPr>
                <p:sp>
                  <p:nvSpPr>
                    <p:cNvPr id="2008" name="Forme libre : forme 2007">
                      <a:extLst>
                        <a:ext uri="{FF2B5EF4-FFF2-40B4-BE49-F238E27FC236}">
                          <a16:creationId xmlns:a16="http://schemas.microsoft.com/office/drawing/2014/main" id="{66815E1F-F6D5-439E-89D7-7DEE695502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0253" y="3171997"/>
                      <a:ext cx="25950" cy="35371"/>
                    </a:xfrm>
                    <a:custGeom>
                      <a:avLst/>
                      <a:gdLst>
                        <a:gd name="connsiteX0" fmla="*/ 4183 w 25950"/>
                        <a:gd name="connsiteY0" fmla="*/ 3270 h 35371"/>
                        <a:gd name="connsiteX1" fmla="*/ 22852 w 25950"/>
                        <a:gd name="connsiteY1" fmla="*/ 7937 h 35371"/>
                        <a:gd name="connsiteX2" fmla="*/ 21614 w 25950"/>
                        <a:gd name="connsiteY2" fmla="*/ 32417 h 35371"/>
                        <a:gd name="connsiteX3" fmla="*/ 3612 w 25950"/>
                        <a:gd name="connsiteY3" fmla="*/ 27940 h 35371"/>
                        <a:gd name="connsiteX4" fmla="*/ 4183 w 25950"/>
                        <a:gd name="connsiteY4" fmla="*/ 3270 h 353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50" h="35371">
                          <a:moveTo>
                            <a:pt x="4183" y="3270"/>
                          </a:moveTo>
                          <a:cubicBezTo>
                            <a:pt x="9517" y="-2731"/>
                            <a:pt x="18185" y="-64"/>
                            <a:pt x="22852" y="7937"/>
                          </a:cubicBezTo>
                          <a:cubicBezTo>
                            <a:pt x="27519" y="16034"/>
                            <a:pt x="26757" y="27083"/>
                            <a:pt x="21614" y="32417"/>
                          </a:cubicBezTo>
                          <a:cubicBezTo>
                            <a:pt x="16375" y="37560"/>
                            <a:pt x="8565" y="35941"/>
                            <a:pt x="3612" y="27940"/>
                          </a:cubicBezTo>
                          <a:cubicBezTo>
                            <a:pt x="-1341" y="19939"/>
                            <a:pt x="-1246" y="8985"/>
                            <a:pt x="4183" y="327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09" name="Forme libre : forme 2008">
                      <a:extLst>
                        <a:ext uri="{FF2B5EF4-FFF2-40B4-BE49-F238E27FC236}">
                          <a16:creationId xmlns:a16="http://schemas.microsoft.com/office/drawing/2014/main" id="{7CEF83EE-2D4B-466C-88F8-FB1036E15F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0912" y="3171902"/>
                      <a:ext cx="25323" cy="35178"/>
                    </a:xfrm>
                    <a:custGeom>
                      <a:avLst/>
                      <a:gdLst>
                        <a:gd name="connsiteX0" fmla="*/ 12573 w 25323"/>
                        <a:gd name="connsiteY0" fmla="*/ 17367 h 35178"/>
                        <a:gd name="connsiteX1" fmla="*/ 15145 w 25323"/>
                        <a:gd name="connsiteY1" fmla="*/ 35179 h 35178"/>
                        <a:gd name="connsiteX2" fmla="*/ 20955 w 25323"/>
                        <a:gd name="connsiteY2" fmla="*/ 32417 h 35178"/>
                        <a:gd name="connsiteX3" fmla="*/ 22193 w 25323"/>
                        <a:gd name="connsiteY3" fmla="*/ 7937 h 35178"/>
                        <a:gd name="connsiteX4" fmla="*/ 3524 w 25323"/>
                        <a:gd name="connsiteY4" fmla="*/ 3270 h 35178"/>
                        <a:gd name="connsiteX5" fmla="*/ 0 w 25323"/>
                        <a:gd name="connsiteY5" fmla="*/ 10128 h 35178"/>
                        <a:gd name="connsiteX6" fmla="*/ 12573 w 25323"/>
                        <a:gd name="connsiteY6" fmla="*/ 17367 h 351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23" h="35178">
                          <a:moveTo>
                            <a:pt x="12573" y="17367"/>
                          </a:moveTo>
                          <a:cubicBezTo>
                            <a:pt x="15812" y="22892"/>
                            <a:pt x="16574" y="29750"/>
                            <a:pt x="15145" y="35179"/>
                          </a:cubicBezTo>
                          <a:cubicBezTo>
                            <a:pt x="17241" y="34988"/>
                            <a:pt x="19241" y="34226"/>
                            <a:pt x="20955" y="32417"/>
                          </a:cubicBezTo>
                          <a:cubicBezTo>
                            <a:pt x="26194" y="27083"/>
                            <a:pt x="26861" y="16129"/>
                            <a:pt x="22193" y="7937"/>
                          </a:cubicBezTo>
                          <a:cubicBezTo>
                            <a:pt x="17526" y="-64"/>
                            <a:pt x="8858" y="-2731"/>
                            <a:pt x="3524" y="3270"/>
                          </a:cubicBezTo>
                          <a:cubicBezTo>
                            <a:pt x="1810" y="5080"/>
                            <a:pt x="667" y="7461"/>
                            <a:pt x="0" y="10128"/>
                          </a:cubicBezTo>
                          <a:cubicBezTo>
                            <a:pt x="4477" y="9557"/>
                            <a:pt x="9335" y="11938"/>
                            <a:pt x="12573" y="1736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10" name="Forme libre : forme 2009">
                      <a:extLst>
                        <a:ext uri="{FF2B5EF4-FFF2-40B4-BE49-F238E27FC236}">
                          <a16:creationId xmlns:a16="http://schemas.microsoft.com/office/drawing/2014/main" id="{18845E81-7196-47A8-95A8-B23BE88849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2775" y="3177478"/>
                      <a:ext cx="11109" cy="16454"/>
                    </a:xfrm>
                    <a:custGeom>
                      <a:avLst/>
                      <a:gdLst>
                        <a:gd name="connsiteX0" fmla="*/ 423 w 11109"/>
                        <a:gd name="connsiteY0" fmla="*/ 4838 h 16454"/>
                        <a:gd name="connsiteX1" fmla="*/ 7852 w 11109"/>
                        <a:gd name="connsiteY1" fmla="*/ 742 h 16454"/>
                        <a:gd name="connsiteX2" fmla="*/ 10615 w 11109"/>
                        <a:gd name="connsiteY2" fmla="*/ 11696 h 16454"/>
                        <a:gd name="connsiteX3" fmla="*/ 3375 w 11109"/>
                        <a:gd name="connsiteY3" fmla="*/ 15696 h 16454"/>
                        <a:gd name="connsiteX4" fmla="*/ 423 w 11109"/>
                        <a:gd name="connsiteY4" fmla="*/ 4838 h 16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09" h="16454">
                          <a:moveTo>
                            <a:pt x="423" y="4838"/>
                          </a:moveTo>
                          <a:cubicBezTo>
                            <a:pt x="1661" y="742"/>
                            <a:pt x="4994" y="-1163"/>
                            <a:pt x="7852" y="742"/>
                          </a:cubicBezTo>
                          <a:cubicBezTo>
                            <a:pt x="10710" y="2742"/>
                            <a:pt x="11853" y="7695"/>
                            <a:pt x="10615" y="11696"/>
                          </a:cubicBezTo>
                          <a:cubicBezTo>
                            <a:pt x="9376" y="15792"/>
                            <a:pt x="6138" y="17601"/>
                            <a:pt x="3375" y="15696"/>
                          </a:cubicBezTo>
                          <a:cubicBezTo>
                            <a:pt x="518" y="13886"/>
                            <a:pt x="-720" y="9029"/>
                            <a:pt x="423" y="483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11" name="Forme libre : forme 2010">
                      <a:extLst>
                        <a:ext uri="{FF2B5EF4-FFF2-40B4-BE49-F238E27FC236}">
                          <a16:creationId xmlns:a16="http://schemas.microsoft.com/office/drawing/2014/main" id="{54F36091-9E19-4F65-97E6-672A551035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6329" y="3189947"/>
                      <a:ext cx="4287" cy="5884"/>
                    </a:xfrm>
                    <a:custGeom>
                      <a:avLst/>
                      <a:gdLst>
                        <a:gd name="connsiteX0" fmla="*/ 679 w 4287"/>
                        <a:gd name="connsiteY0" fmla="*/ 561 h 5884"/>
                        <a:gd name="connsiteX1" fmla="*/ 3727 w 4287"/>
                        <a:gd name="connsiteY1" fmla="*/ 1228 h 5884"/>
                        <a:gd name="connsiteX2" fmla="*/ 3632 w 4287"/>
                        <a:gd name="connsiteY2" fmla="*/ 5323 h 5884"/>
                        <a:gd name="connsiteX3" fmla="*/ 679 w 4287"/>
                        <a:gd name="connsiteY3" fmla="*/ 4657 h 5884"/>
                        <a:gd name="connsiteX4" fmla="*/ 679 w 4287"/>
                        <a:gd name="connsiteY4" fmla="*/ 561 h 5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87" h="5884">
                          <a:moveTo>
                            <a:pt x="679" y="561"/>
                          </a:moveTo>
                          <a:cubicBezTo>
                            <a:pt x="1536" y="-392"/>
                            <a:pt x="2870" y="-106"/>
                            <a:pt x="3727" y="1228"/>
                          </a:cubicBezTo>
                          <a:cubicBezTo>
                            <a:pt x="4489" y="2561"/>
                            <a:pt x="4489" y="4371"/>
                            <a:pt x="3632" y="5323"/>
                          </a:cubicBezTo>
                          <a:cubicBezTo>
                            <a:pt x="2775" y="6276"/>
                            <a:pt x="1441" y="5990"/>
                            <a:pt x="679" y="4657"/>
                          </a:cubicBezTo>
                          <a:cubicBezTo>
                            <a:pt x="-273" y="3323"/>
                            <a:pt x="-178" y="1513"/>
                            <a:pt x="679" y="5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012" name="Graphique 15">
                    <a:extLst>
                      <a:ext uri="{FF2B5EF4-FFF2-40B4-BE49-F238E27FC236}">
                        <a16:creationId xmlns:a16="http://schemas.microsoft.com/office/drawing/2014/main" id="{6DF644DB-4AB4-4BE2-B425-FE842F26CC30}"/>
                      </a:ext>
                    </a:extLst>
                  </p:cNvPr>
                  <p:cNvGrpSpPr/>
                  <p:nvPr/>
                </p:nvGrpSpPr>
                <p:grpSpPr>
                  <a:xfrm>
                    <a:off x="10202387" y="3138059"/>
                    <a:ext cx="27279" cy="35285"/>
                    <a:chOff x="10202387" y="3138059"/>
                    <a:chExt cx="27279" cy="35285"/>
                  </a:xfrm>
                  <a:solidFill>
                    <a:schemeClr val="accent1"/>
                  </a:solidFill>
                </p:grpSpPr>
                <p:sp>
                  <p:nvSpPr>
                    <p:cNvPr id="2013" name="Forme libre : forme 2012">
                      <a:extLst>
                        <a:ext uri="{FF2B5EF4-FFF2-40B4-BE49-F238E27FC236}">
                          <a16:creationId xmlns:a16="http://schemas.microsoft.com/office/drawing/2014/main" id="{24F5EE01-DDFD-48DC-8E33-342C006753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2387" y="3138059"/>
                      <a:ext cx="27279" cy="35285"/>
                    </a:xfrm>
                    <a:custGeom>
                      <a:avLst/>
                      <a:gdLst>
                        <a:gd name="connsiteX0" fmla="*/ 4812 w 27279"/>
                        <a:gd name="connsiteY0" fmla="*/ 3014 h 35285"/>
                        <a:gd name="connsiteX1" fmla="*/ 24338 w 27279"/>
                        <a:gd name="connsiteY1" fmla="*/ 7776 h 35285"/>
                        <a:gd name="connsiteX2" fmla="*/ 22338 w 27279"/>
                        <a:gd name="connsiteY2" fmla="*/ 32351 h 35285"/>
                        <a:gd name="connsiteX3" fmla="*/ 3383 w 27279"/>
                        <a:gd name="connsiteY3" fmla="*/ 27493 h 35285"/>
                        <a:gd name="connsiteX4" fmla="*/ 4812 w 27279"/>
                        <a:gd name="connsiteY4" fmla="*/ 3014 h 35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279" h="35285">
                          <a:moveTo>
                            <a:pt x="4812" y="3014"/>
                          </a:moveTo>
                          <a:cubicBezTo>
                            <a:pt x="10717" y="-2415"/>
                            <a:pt x="19671" y="-320"/>
                            <a:pt x="24338" y="7776"/>
                          </a:cubicBezTo>
                          <a:cubicBezTo>
                            <a:pt x="29005" y="15873"/>
                            <a:pt x="27958" y="26922"/>
                            <a:pt x="22338" y="32351"/>
                          </a:cubicBezTo>
                          <a:cubicBezTo>
                            <a:pt x="16718" y="37780"/>
                            <a:pt x="8336" y="35399"/>
                            <a:pt x="3383" y="27493"/>
                          </a:cubicBezTo>
                          <a:cubicBezTo>
                            <a:pt x="-1475" y="19778"/>
                            <a:pt x="-1189" y="8252"/>
                            <a:pt x="4812" y="301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14" name="Forme libre : forme 2013">
                      <a:extLst>
                        <a:ext uri="{FF2B5EF4-FFF2-40B4-BE49-F238E27FC236}">
                          <a16:creationId xmlns:a16="http://schemas.microsoft.com/office/drawing/2014/main" id="{DF92BB5F-74BE-4C81-8531-C49C9FF26E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3293" y="3138059"/>
                      <a:ext cx="26373" cy="35208"/>
                    </a:xfrm>
                    <a:custGeom>
                      <a:avLst/>
                      <a:gdLst>
                        <a:gd name="connsiteX0" fmla="*/ 12954 w 26373"/>
                        <a:gd name="connsiteY0" fmla="*/ 17301 h 35208"/>
                        <a:gd name="connsiteX1" fmla="*/ 15240 w 26373"/>
                        <a:gd name="connsiteY1" fmla="*/ 35208 h 35208"/>
                        <a:gd name="connsiteX2" fmla="*/ 21431 w 26373"/>
                        <a:gd name="connsiteY2" fmla="*/ 32351 h 35208"/>
                        <a:gd name="connsiteX3" fmla="*/ 23432 w 26373"/>
                        <a:gd name="connsiteY3" fmla="*/ 7776 h 35208"/>
                        <a:gd name="connsiteX4" fmla="*/ 3905 w 26373"/>
                        <a:gd name="connsiteY4" fmla="*/ 3014 h 35208"/>
                        <a:gd name="connsiteX5" fmla="*/ 0 w 26373"/>
                        <a:gd name="connsiteY5" fmla="*/ 9681 h 35208"/>
                        <a:gd name="connsiteX6" fmla="*/ 12954 w 26373"/>
                        <a:gd name="connsiteY6" fmla="*/ 17301 h 35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373" h="35208">
                          <a:moveTo>
                            <a:pt x="12954" y="17301"/>
                          </a:moveTo>
                          <a:cubicBezTo>
                            <a:pt x="16288" y="22826"/>
                            <a:pt x="16859" y="29684"/>
                            <a:pt x="15240" y="35208"/>
                          </a:cubicBezTo>
                          <a:cubicBezTo>
                            <a:pt x="17431" y="35018"/>
                            <a:pt x="19622" y="34161"/>
                            <a:pt x="21431" y="32351"/>
                          </a:cubicBezTo>
                          <a:cubicBezTo>
                            <a:pt x="27051" y="26922"/>
                            <a:pt x="28099" y="15873"/>
                            <a:pt x="23432" y="7776"/>
                          </a:cubicBezTo>
                          <a:cubicBezTo>
                            <a:pt x="18764" y="-320"/>
                            <a:pt x="9811" y="-2415"/>
                            <a:pt x="3905" y="3014"/>
                          </a:cubicBezTo>
                          <a:cubicBezTo>
                            <a:pt x="2000" y="4728"/>
                            <a:pt x="762" y="7014"/>
                            <a:pt x="0" y="9681"/>
                          </a:cubicBezTo>
                          <a:cubicBezTo>
                            <a:pt x="4667" y="9110"/>
                            <a:pt x="9716" y="11872"/>
                            <a:pt x="12954" y="1730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15" name="Forme libre : forme 2014">
                      <a:extLst>
                        <a:ext uri="{FF2B5EF4-FFF2-40B4-BE49-F238E27FC236}">
                          <a16:creationId xmlns:a16="http://schemas.microsoft.com/office/drawing/2014/main" id="{FB6D86A3-AA60-47B4-8A96-16F161CCBA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5081" y="3143473"/>
                      <a:ext cx="11799" cy="16423"/>
                    </a:xfrm>
                    <a:custGeom>
                      <a:avLst/>
                      <a:gdLst>
                        <a:gd name="connsiteX0" fmla="*/ 594 w 11799"/>
                        <a:gd name="connsiteY0" fmla="*/ 4553 h 16423"/>
                        <a:gd name="connsiteX1" fmla="*/ 8595 w 11799"/>
                        <a:gd name="connsiteY1" fmla="*/ 838 h 16423"/>
                        <a:gd name="connsiteX2" fmla="*/ 11167 w 11799"/>
                        <a:gd name="connsiteY2" fmla="*/ 11887 h 16423"/>
                        <a:gd name="connsiteX3" fmla="*/ 3356 w 11799"/>
                        <a:gd name="connsiteY3" fmla="*/ 15507 h 16423"/>
                        <a:gd name="connsiteX4" fmla="*/ 594 w 11799"/>
                        <a:gd name="connsiteY4" fmla="*/ 4553 h 164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99" h="16423">
                          <a:moveTo>
                            <a:pt x="594" y="4553"/>
                          </a:moveTo>
                          <a:cubicBezTo>
                            <a:pt x="2023" y="552"/>
                            <a:pt x="5642" y="-1162"/>
                            <a:pt x="8595" y="838"/>
                          </a:cubicBezTo>
                          <a:cubicBezTo>
                            <a:pt x="11548" y="2838"/>
                            <a:pt x="12595" y="7791"/>
                            <a:pt x="11167" y="11887"/>
                          </a:cubicBezTo>
                          <a:cubicBezTo>
                            <a:pt x="9738" y="15983"/>
                            <a:pt x="6214" y="17602"/>
                            <a:pt x="3356" y="15507"/>
                          </a:cubicBezTo>
                          <a:cubicBezTo>
                            <a:pt x="403" y="13506"/>
                            <a:pt x="-835" y="8553"/>
                            <a:pt x="594" y="455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16" name="Forme libre : forme 2015">
                      <a:extLst>
                        <a:ext uri="{FF2B5EF4-FFF2-40B4-BE49-F238E27FC236}">
                          <a16:creationId xmlns:a16="http://schemas.microsoft.com/office/drawing/2014/main" id="{46B1714D-DB8F-4F64-8B79-0B71F932AE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8596" y="3155825"/>
                      <a:ext cx="4444" cy="5707"/>
                    </a:xfrm>
                    <a:custGeom>
                      <a:avLst/>
                      <a:gdLst>
                        <a:gd name="connsiteX0" fmla="*/ 794 w 4444"/>
                        <a:gd name="connsiteY0" fmla="*/ 487 h 5707"/>
                        <a:gd name="connsiteX1" fmla="*/ 3937 w 4444"/>
                        <a:gd name="connsiteY1" fmla="*/ 1249 h 5707"/>
                        <a:gd name="connsiteX2" fmla="*/ 3651 w 4444"/>
                        <a:gd name="connsiteY2" fmla="*/ 5250 h 5707"/>
                        <a:gd name="connsiteX3" fmla="*/ 508 w 4444"/>
                        <a:gd name="connsiteY3" fmla="*/ 4393 h 5707"/>
                        <a:gd name="connsiteX4" fmla="*/ 794 w 4444"/>
                        <a:gd name="connsiteY4" fmla="*/ 487 h 57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44" h="5707">
                          <a:moveTo>
                            <a:pt x="794" y="487"/>
                          </a:moveTo>
                          <a:cubicBezTo>
                            <a:pt x="1746" y="-370"/>
                            <a:pt x="3175" y="-84"/>
                            <a:pt x="3937" y="1249"/>
                          </a:cubicBezTo>
                          <a:cubicBezTo>
                            <a:pt x="4699" y="2583"/>
                            <a:pt x="4604" y="4393"/>
                            <a:pt x="3651" y="5250"/>
                          </a:cubicBezTo>
                          <a:cubicBezTo>
                            <a:pt x="2699" y="6107"/>
                            <a:pt x="1270" y="5726"/>
                            <a:pt x="508" y="4393"/>
                          </a:cubicBezTo>
                          <a:cubicBezTo>
                            <a:pt x="-254" y="3154"/>
                            <a:pt x="-159" y="1345"/>
                            <a:pt x="794" y="48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017" name="Graphique 15">
                  <a:extLst>
                    <a:ext uri="{FF2B5EF4-FFF2-40B4-BE49-F238E27FC236}">
                      <a16:creationId xmlns:a16="http://schemas.microsoft.com/office/drawing/2014/main" id="{2DF332A0-C64C-43FD-ADDE-C2F0D4526161}"/>
                    </a:ext>
                  </a:extLst>
                </p:cNvPr>
                <p:cNvGrpSpPr/>
                <p:nvPr/>
              </p:nvGrpSpPr>
              <p:grpSpPr>
                <a:xfrm>
                  <a:off x="10232224" y="3062929"/>
                  <a:ext cx="78019" cy="70346"/>
                  <a:chOff x="10232224" y="3062929"/>
                  <a:chExt cx="78019" cy="70346"/>
                </a:xfrm>
                <a:solidFill>
                  <a:schemeClr val="accent1"/>
                </a:solidFill>
              </p:grpSpPr>
              <p:grpSp>
                <p:nvGrpSpPr>
                  <p:cNvPr id="2018" name="Graphique 15">
                    <a:extLst>
                      <a:ext uri="{FF2B5EF4-FFF2-40B4-BE49-F238E27FC236}">
                        <a16:creationId xmlns:a16="http://schemas.microsoft.com/office/drawing/2014/main" id="{BF687981-1900-489B-9AF6-040969314CAB}"/>
                      </a:ext>
                    </a:extLst>
                  </p:cNvPr>
                  <p:cNvGrpSpPr/>
                  <p:nvPr/>
                </p:nvGrpSpPr>
                <p:grpSpPr>
                  <a:xfrm>
                    <a:off x="10232224" y="3097726"/>
                    <a:ext cx="28696" cy="35549"/>
                    <a:chOff x="10232224" y="3097726"/>
                    <a:chExt cx="28696" cy="35549"/>
                  </a:xfrm>
                  <a:solidFill>
                    <a:schemeClr val="accent1"/>
                  </a:solidFill>
                </p:grpSpPr>
                <p:sp>
                  <p:nvSpPr>
                    <p:cNvPr id="2019" name="Forme libre : forme 2018">
                      <a:extLst>
                        <a:ext uri="{FF2B5EF4-FFF2-40B4-BE49-F238E27FC236}">
                          <a16:creationId xmlns:a16="http://schemas.microsoft.com/office/drawing/2014/main" id="{E3C7BBD5-AB8C-418B-9D7B-5B43F49632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2224" y="3097726"/>
                      <a:ext cx="28695" cy="35549"/>
                    </a:xfrm>
                    <a:custGeom>
                      <a:avLst/>
                      <a:gdLst>
                        <a:gd name="connsiteX0" fmla="*/ 14122 w 28695"/>
                        <a:gd name="connsiteY0" fmla="*/ 8 h 35549"/>
                        <a:gd name="connsiteX1" fmla="*/ 28695 w 28695"/>
                        <a:gd name="connsiteY1" fmla="*/ 18391 h 35549"/>
                        <a:gd name="connsiteX2" fmla="*/ 14789 w 28695"/>
                        <a:gd name="connsiteY2" fmla="*/ 35536 h 35549"/>
                        <a:gd name="connsiteX3" fmla="*/ 25 w 28695"/>
                        <a:gd name="connsiteY3" fmla="*/ 17153 h 35549"/>
                        <a:gd name="connsiteX4" fmla="*/ 14122 w 28695"/>
                        <a:gd name="connsiteY4" fmla="*/ 8 h 35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695" h="35549">
                          <a:moveTo>
                            <a:pt x="14122" y="8"/>
                          </a:moveTo>
                          <a:cubicBezTo>
                            <a:pt x="22313" y="294"/>
                            <a:pt x="28695" y="8485"/>
                            <a:pt x="28695" y="18391"/>
                          </a:cubicBezTo>
                          <a:cubicBezTo>
                            <a:pt x="28600" y="28202"/>
                            <a:pt x="22504" y="35917"/>
                            <a:pt x="14789" y="35536"/>
                          </a:cubicBezTo>
                          <a:cubicBezTo>
                            <a:pt x="7169" y="35155"/>
                            <a:pt x="406" y="26963"/>
                            <a:pt x="25" y="17153"/>
                          </a:cubicBezTo>
                          <a:cubicBezTo>
                            <a:pt x="-451" y="7437"/>
                            <a:pt x="5930" y="-278"/>
                            <a:pt x="14122" y="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20" name="Forme libre : forme 2019">
                      <a:extLst>
                        <a:ext uri="{FF2B5EF4-FFF2-40B4-BE49-F238E27FC236}">
                          <a16:creationId xmlns:a16="http://schemas.microsoft.com/office/drawing/2014/main" id="{13D27CD6-DAB1-4A9E-A460-B95BFFD106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9298" y="3097726"/>
                      <a:ext cx="21622" cy="35549"/>
                    </a:xfrm>
                    <a:custGeom>
                      <a:avLst/>
                      <a:gdLst>
                        <a:gd name="connsiteX0" fmla="*/ 7620 w 21622"/>
                        <a:gd name="connsiteY0" fmla="*/ 17629 h 35549"/>
                        <a:gd name="connsiteX1" fmla="*/ 667 w 21622"/>
                        <a:gd name="connsiteY1" fmla="*/ 32774 h 35549"/>
                        <a:gd name="connsiteX2" fmla="*/ 7715 w 21622"/>
                        <a:gd name="connsiteY2" fmla="*/ 35536 h 35549"/>
                        <a:gd name="connsiteX3" fmla="*/ 21622 w 21622"/>
                        <a:gd name="connsiteY3" fmla="*/ 18391 h 35549"/>
                        <a:gd name="connsiteX4" fmla="*/ 7048 w 21622"/>
                        <a:gd name="connsiteY4" fmla="*/ 8 h 35549"/>
                        <a:gd name="connsiteX5" fmla="*/ 0 w 21622"/>
                        <a:gd name="connsiteY5" fmla="*/ 2008 h 35549"/>
                        <a:gd name="connsiteX6" fmla="*/ 7620 w 21622"/>
                        <a:gd name="connsiteY6" fmla="*/ 17629 h 35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622" h="35549">
                          <a:moveTo>
                            <a:pt x="7620" y="17629"/>
                          </a:moveTo>
                          <a:cubicBezTo>
                            <a:pt x="7715" y="24297"/>
                            <a:pt x="4858" y="29917"/>
                            <a:pt x="667" y="32774"/>
                          </a:cubicBezTo>
                          <a:cubicBezTo>
                            <a:pt x="2762" y="34393"/>
                            <a:pt x="5143" y="35441"/>
                            <a:pt x="7715" y="35536"/>
                          </a:cubicBezTo>
                          <a:cubicBezTo>
                            <a:pt x="15335" y="35917"/>
                            <a:pt x="21526" y="28202"/>
                            <a:pt x="21622" y="18391"/>
                          </a:cubicBezTo>
                          <a:cubicBezTo>
                            <a:pt x="21717" y="8581"/>
                            <a:pt x="15240" y="389"/>
                            <a:pt x="7048" y="8"/>
                          </a:cubicBezTo>
                          <a:cubicBezTo>
                            <a:pt x="4476" y="-87"/>
                            <a:pt x="2095" y="675"/>
                            <a:pt x="0" y="2008"/>
                          </a:cubicBezTo>
                          <a:cubicBezTo>
                            <a:pt x="4476" y="5247"/>
                            <a:pt x="7525" y="11057"/>
                            <a:pt x="7620" y="1762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21" name="Forme libre : forme 2020">
                      <a:extLst>
                        <a:ext uri="{FF2B5EF4-FFF2-40B4-BE49-F238E27FC236}">
                          <a16:creationId xmlns:a16="http://schemas.microsoft.com/office/drawing/2014/main" id="{6684486E-2D94-47E0-A5CD-09F05730D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7300" y="3100987"/>
                      <a:ext cx="13637" cy="15210"/>
                    </a:xfrm>
                    <a:custGeom>
                      <a:avLst/>
                      <a:gdLst>
                        <a:gd name="connsiteX0" fmla="*/ 3998 w 13637"/>
                        <a:gd name="connsiteY0" fmla="*/ 843 h 15210"/>
                        <a:gd name="connsiteX1" fmla="*/ 13047 w 13637"/>
                        <a:gd name="connsiteY1" fmla="*/ 4081 h 15210"/>
                        <a:gd name="connsiteX2" fmla="*/ 9618 w 13637"/>
                        <a:gd name="connsiteY2" fmla="*/ 14368 h 15210"/>
                        <a:gd name="connsiteX3" fmla="*/ 664 w 13637"/>
                        <a:gd name="connsiteY3" fmla="*/ 11130 h 15210"/>
                        <a:gd name="connsiteX4" fmla="*/ 3998 w 13637"/>
                        <a:gd name="connsiteY4" fmla="*/ 843 h 15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37" h="15210">
                          <a:moveTo>
                            <a:pt x="3998" y="843"/>
                          </a:moveTo>
                          <a:cubicBezTo>
                            <a:pt x="7427" y="-1062"/>
                            <a:pt x="11523" y="366"/>
                            <a:pt x="13047" y="4081"/>
                          </a:cubicBezTo>
                          <a:cubicBezTo>
                            <a:pt x="14571" y="7796"/>
                            <a:pt x="13047" y="12368"/>
                            <a:pt x="9618" y="14368"/>
                          </a:cubicBezTo>
                          <a:cubicBezTo>
                            <a:pt x="6284" y="16273"/>
                            <a:pt x="2284" y="14844"/>
                            <a:pt x="664" y="11130"/>
                          </a:cubicBezTo>
                          <a:cubicBezTo>
                            <a:pt x="-955" y="7415"/>
                            <a:pt x="474" y="2843"/>
                            <a:pt x="3998" y="84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22" name="Forme libre : forme 2021">
                      <a:extLst>
                        <a:ext uri="{FF2B5EF4-FFF2-40B4-BE49-F238E27FC236}">
                          <a16:creationId xmlns:a16="http://schemas.microsoft.com/office/drawing/2014/main" id="{9F7F5176-E5FD-4630-8C8C-B4227BF3F7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7958" y="3110873"/>
                      <a:ext cx="4774" cy="5910"/>
                    </a:xfrm>
                    <a:custGeom>
                      <a:avLst/>
                      <a:gdLst>
                        <a:gd name="connsiteX0" fmla="*/ 2292 w 4774"/>
                        <a:gd name="connsiteY0" fmla="*/ 5 h 5910"/>
                        <a:gd name="connsiteX1" fmla="*/ 4769 w 4774"/>
                        <a:gd name="connsiteY1" fmla="*/ 3053 h 5910"/>
                        <a:gd name="connsiteX2" fmla="*/ 2483 w 4774"/>
                        <a:gd name="connsiteY2" fmla="*/ 5911 h 5910"/>
                        <a:gd name="connsiteX3" fmla="*/ 6 w 4774"/>
                        <a:gd name="connsiteY3" fmla="*/ 2863 h 5910"/>
                        <a:gd name="connsiteX4" fmla="*/ 2292 w 4774"/>
                        <a:gd name="connsiteY4" fmla="*/ 5 h 5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74" h="5910">
                          <a:moveTo>
                            <a:pt x="2292" y="5"/>
                          </a:moveTo>
                          <a:cubicBezTo>
                            <a:pt x="3626" y="100"/>
                            <a:pt x="4673" y="1434"/>
                            <a:pt x="4769" y="3053"/>
                          </a:cubicBezTo>
                          <a:cubicBezTo>
                            <a:pt x="4864" y="4672"/>
                            <a:pt x="3816" y="5911"/>
                            <a:pt x="2483" y="5911"/>
                          </a:cubicBezTo>
                          <a:cubicBezTo>
                            <a:pt x="1149" y="5815"/>
                            <a:pt x="101" y="4482"/>
                            <a:pt x="6" y="2863"/>
                          </a:cubicBezTo>
                          <a:cubicBezTo>
                            <a:pt x="-89" y="1148"/>
                            <a:pt x="959" y="-90"/>
                            <a:pt x="2292" y="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023" name="Graphique 15">
                    <a:extLst>
                      <a:ext uri="{FF2B5EF4-FFF2-40B4-BE49-F238E27FC236}">
                        <a16:creationId xmlns:a16="http://schemas.microsoft.com/office/drawing/2014/main" id="{C36390CA-103D-42B1-B0C0-825C70F8E145}"/>
                      </a:ext>
                    </a:extLst>
                  </p:cNvPr>
                  <p:cNvGrpSpPr/>
                  <p:nvPr/>
                </p:nvGrpSpPr>
                <p:grpSpPr>
                  <a:xfrm>
                    <a:off x="10258348" y="3085107"/>
                    <a:ext cx="29076" cy="35636"/>
                    <a:chOff x="10258348" y="3085107"/>
                    <a:chExt cx="29076" cy="35636"/>
                  </a:xfrm>
                  <a:solidFill>
                    <a:schemeClr val="accent1"/>
                  </a:solidFill>
                </p:grpSpPr>
                <p:sp>
                  <p:nvSpPr>
                    <p:cNvPr id="2024" name="Forme libre : forme 2023">
                      <a:extLst>
                        <a:ext uri="{FF2B5EF4-FFF2-40B4-BE49-F238E27FC236}">
                          <a16:creationId xmlns:a16="http://schemas.microsoft.com/office/drawing/2014/main" id="{DB5A4895-02B0-4207-A291-F3857972F2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58348" y="3085107"/>
                      <a:ext cx="29076" cy="35541"/>
                    </a:xfrm>
                    <a:custGeom>
                      <a:avLst/>
                      <a:gdLst>
                        <a:gd name="connsiteX0" fmla="*/ 15049 w 29076"/>
                        <a:gd name="connsiteY0" fmla="*/ 54 h 35541"/>
                        <a:gd name="connsiteX1" fmla="*/ 29051 w 29076"/>
                        <a:gd name="connsiteY1" fmla="*/ 19104 h 35541"/>
                        <a:gd name="connsiteX2" fmla="*/ 14192 w 29076"/>
                        <a:gd name="connsiteY2" fmla="*/ 35487 h 35541"/>
                        <a:gd name="connsiteX3" fmla="*/ 0 w 29076"/>
                        <a:gd name="connsiteY3" fmla="*/ 16627 h 35541"/>
                        <a:gd name="connsiteX4" fmla="*/ 15049 w 29076"/>
                        <a:gd name="connsiteY4" fmla="*/ 54 h 35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076" h="35541">
                          <a:moveTo>
                            <a:pt x="15049" y="54"/>
                          </a:moveTo>
                          <a:cubicBezTo>
                            <a:pt x="23336" y="720"/>
                            <a:pt x="29527" y="9293"/>
                            <a:pt x="29051" y="19104"/>
                          </a:cubicBezTo>
                          <a:cubicBezTo>
                            <a:pt x="28575" y="28914"/>
                            <a:pt x="22003" y="36249"/>
                            <a:pt x="14192" y="35487"/>
                          </a:cubicBezTo>
                          <a:cubicBezTo>
                            <a:pt x="6382" y="34630"/>
                            <a:pt x="0" y="26438"/>
                            <a:pt x="0" y="16627"/>
                          </a:cubicBezTo>
                          <a:cubicBezTo>
                            <a:pt x="0" y="6721"/>
                            <a:pt x="6763" y="-708"/>
                            <a:pt x="15049" y="5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25" name="Forme libre : forme 2024">
                      <a:extLst>
                        <a:ext uri="{FF2B5EF4-FFF2-40B4-BE49-F238E27FC236}">
                          <a16:creationId xmlns:a16="http://schemas.microsoft.com/office/drawing/2014/main" id="{8295C5D5-987D-4C1D-8A23-F5F51FBE7A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5492" y="3085224"/>
                      <a:ext cx="21933" cy="35519"/>
                    </a:xfrm>
                    <a:custGeom>
                      <a:avLst/>
                      <a:gdLst>
                        <a:gd name="connsiteX0" fmla="*/ 7715 w 21933"/>
                        <a:gd name="connsiteY0" fmla="*/ 17558 h 35519"/>
                        <a:gd name="connsiteX1" fmla="*/ 0 w 21933"/>
                        <a:gd name="connsiteY1" fmla="*/ 32322 h 35519"/>
                        <a:gd name="connsiteX2" fmla="*/ 7048 w 21933"/>
                        <a:gd name="connsiteY2" fmla="*/ 35465 h 35519"/>
                        <a:gd name="connsiteX3" fmla="*/ 21907 w 21933"/>
                        <a:gd name="connsiteY3" fmla="*/ 19082 h 35519"/>
                        <a:gd name="connsiteX4" fmla="*/ 7906 w 21933"/>
                        <a:gd name="connsiteY4" fmla="*/ 32 h 35519"/>
                        <a:gd name="connsiteX5" fmla="*/ 667 w 21933"/>
                        <a:gd name="connsiteY5" fmla="*/ 1651 h 35519"/>
                        <a:gd name="connsiteX6" fmla="*/ 7715 w 21933"/>
                        <a:gd name="connsiteY6" fmla="*/ 17558 h 35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933" h="35519">
                          <a:moveTo>
                            <a:pt x="7715" y="17558"/>
                          </a:moveTo>
                          <a:cubicBezTo>
                            <a:pt x="7525" y="24226"/>
                            <a:pt x="4381" y="29655"/>
                            <a:pt x="0" y="32322"/>
                          </a:cubicBezTo>
                          <a:cubicBezTo>
                            <a:pt x="2095" y="34037"/>
                            <a:pt x="4476" y="35180"/>
                            <a:pt x="7048" y="35465"/>
                          </a:cubicBezTo>
                          <a:cubicBezTo>
                            <a:pt x="14859" y="36227"/>
                            <a:pt x="21431" y="28893"/>
                            <a:pt x="21907" y="19082"/>
                          </a:cubicBezTo>
                          <a:cubicBezTo>
                            <a:pt x="22384" y="9272"/>
                            <a:pt x="16192" y="794"/>
                            <a:pt x="7906" y="32"/>
                          </a:cubicBezTo>
                          <a:cubicBezTo>
                            <a:pt x="5334" y="-158"/>
                            <a:pt x="2857" y="509"/>
                            <a:pt x="667" y="1651"/>
                          </a:cubicBezTo>
                          <a:cubicBezTo>
                            <a:pt x="5048" y="4985"/>
                            <a:pt x="7906" y="10986"/>
                            <a:pt x="7715" y="1755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26" name="Forme libre : forme 2025">
                      <a:extLst>
                        <a:ext uri="{FF2B5EF4-FFF2-40B4-BE49-F238E27FC236}">
                          <a16:creationId xmlns:a16="http://schemas.microsoft.com/office/drawing/2014/main" id="{14EC60B7-335F-412F-9C9B-3BB2FEE7D3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3737" y="3088246"/>
                      <a:ext cx="13826" cy="15164"/>
                    </a:xfrm>
                    <a:custGeom>
                      <a:avLst/>
                      <a:gdLst>
                        <a:gd name="connsiteX0" fmla="*/ 4327 w 13826"/>
                        <a:gd name="connsiteY0" fmla="*/ 725 h 15164"/>
                        <a:gd name="connsiteX1" fmla="*/ 13375 w 13826"/>
                        <a:gd name="connsiteY1" fmla="*/ 4345 h 15164"/>
                        <a:gd name="connsiteX2" fmla="*/ 9470 w 13826"/>
                        <a:gd name="connsiteY2" fmla="*/ 14441 h 15164"/>
                        <a:gd name="connsiteX3" fmla="*/ 517 w 13826"/>
                        <a:gd name="connsiteY3" fmla="*/ 10726 h 15164"/>
                        <a:gd name="connsiteX4" fmla="*/ 4327 w 13826"/>
                        <a:gd name="connsiteY4" fmla="*/ 725 h 15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26" h="15164">
                          <a:moveTo>
                            <a:pt x="4327" y="725"/>
                          </a:moveTo>
                          <a:cubicBezTo>
                            <a:pt x="7946" y="-1084"/>
                            <a:pt x="11947" y="630"/>
                            <a:pt x="13375" y="4345"/>
                          </a:cubicBezTo>
                          <a:cubicBezTo>
                            <a:pt x="14709" y="8155"/>
                            <a:pt x="12995" y="12631"/>
                            <a:pt x="9470" y="14441"/>
                          </a:cubicBezTo>
                          <a:cubicBezTo>
                            <a:pt x="5946" y="16251"/>
                            <a:pt x="2041" y="14537"/>
                            <a:pt x="517" y="10726"/>
                          </a:cubicBezTo>
                          <a:cubicBezTo>
                            <a:pt x="-912" y="7012"/>
                            <a:pt x="707" y="2440"/>
                            <a:pt x="4327" y="72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27" name="Forme libre : forme 2026">
                      <a:extLst>
                        <a:ext uri="{FF2B5EF4-FFF2-40B4-BE49-F238E27FC236}">
                          <a16:creationId xmlns:a16="http://schemas.microsoft.com/office/drawing/2014/main" id="{CB90EDB4-A638-411B-8552-2BB7B49E4B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4158" y="3097905"/>
                      <a:ext cx="4857" cy="5849"/>
                    </a:xfrm>
                    <a:custGeom>
                      <a:avLst/>
                      <a:gdLst>
                        <a:gd name="connsiteX0" fmla="*/ 2477 w 4857"/>
                        <a:gd name="connsiteY0" fmla="*/ 19 h 5849"/>
                        <a:gd name="connsiteX1" fmla="*/ 4858 w 4857"/>
                        <a:gd name="connsiteY1" fmla="*/ 3163 h 5849"/>
                        <a:gd name="connsiteX2" fmla="*/ 2381 w 4857"/>
                        <a:gd name="connsiteY2" fmla="*/ 5830 h 5849"/>
                        <a:gd name="connsiteX3" fmla="*/ 0 w 4857"/>
                        <a:gd name="connsiteY3" fmla="*/ 2686 h 5849"/>
                        <a:gd name="connsiteX4" fmla="*/ 2477 w 4857"/>
                        <a:gd name="connsiteY4" fmla="*/ 19 h 5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57" h="5849">
                          <a:moveTo>
                            <a:pt x="2477" y="19"/>
                          </a:moveTo>
                          <a:cubicBezTo>
                            <a:pt x="3810" y="115"/>
                            <a:pt x="4858" y="1543"/>
                            <a:pt x="4858" y="3163"/>
                          </a:cubicBezTo>
                          <a:cubicBezTo>
                            <a:pt x="4858" y="4782"/>
                            <a:pt x="3715" y="6020"/>
                            <a:pt x="2381" y="5830"/>
                          </a:cubicBezTo>
                          <a:cubicBezTo>
                            <a:pt x="1048" y="5734"/>
                            <a:pt x="0" y="4306"/>
                            <a:pt x="0" y="2686"/>
                          </a:cubicBezTo>
                          <a:cubicBezTo>
                            <a:pt x="95" y="1067"/>
                            <a:pt x="1143" y="-171"/>
                            <a:pt x="2477" y="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028" name="Graphique 15">
                    <a:extLst>
                      <a:ext uri="{FF2B5EF4-FFF2-40B4-BE49-F238E27FC236}">
                        <a16:creationId xmlns:a16="http://schemas.microsoft.com/office/drawing/2014/main" id="{C616A612-FF7B-4578-87C5-9FFBEE2E2BB7}"/>
                      </a:ext>
                    </a:extLst>
                  </p:cNvPr>
                  <p:cNvGrpSpPr/>
                  <p:nvPr/>
                </p:nvGrpSpPr>
                <p:grpSpPr>
                  <a:xfrm>
                    <a:off x="10280429" y="3062929"/>
                    <a:ext cx="29815" cy="35654"/>
                    <a:chOff x="10280429" y="3062929"/>
                    <a:chExt cx="29815" cy="35654"/>
                  </a:xfrm>
                  <a:solidFill>
                    <a:schemeClr val="accent1"/>
                  </a:solidFill>
                </p:grpSpPr>
                <p:sp>
                  <p:nvSpPr>
                    <p:cNvPr id="2029" name="Forme libre : forme 2028">
                      <a:extLst>
                        <a:ext uri="{FF2B5EF4-FFF2-40B4-BE49-F238E27FC236}">
                          <a16:creationId xmlns:a16="http://schemas.microsoft.com/office/drawing/2014/main" id="{2DC58D46-9153-4488-927D-C49592F0E6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80429" y="3062997"/>
                      <a:ext cx="29815" cy="35587"/>
                    </a:xfrm>
                    <a:custGeom>
                      <a:avLst/>
                      <a:gdLst>
                        <a:gd name="connsiteX0" fmla="*/ 16019 w 29815"/>
                        <a:gd name="connsiteY0" fmla="*/ 66 h 35587"/>
                        <a:gd name="connsiteX1" fmla="*/ 29735 w 29815"/>
                        <a:gd name="connsiteY1" fmla="*/ 19783 h 35587"/>
                        <a:gd name="connsiteX2" fmla="*/ 13828 w 29815"/>
                        <a:gd name="connsiteY2" fmla="*/ 35499 h 35587"/>
                        <a:gd name="connsiteX3" fmla="*/ 17 w 29815"/>
                        <a:gd name="connsiteY3" fmla="*/ 16449 h 35587"/>
                        <a:gd name="connsiteX4" fmla="*/ 16019 w 29815"/>
                        <a:gd name="connsiteY4" fmla="*/ 66 h 35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815" h="35587">
                          <a:moveTo>
                            <a:pt x="16019" y="66"/>
                          </a:moveTo>
                          <a:cubicBezTo>
                            <a:pt x="24496" y="1209"/>
                            <a:pt x="30592" y="10067"/>
                            <a:pt x="29735" y="19783"/>
                          </a:cubicBezTo>
                          <a:cubicBezTo>
                            <a:pt x="28877" y="29593"/>
                            <a:pt x="21734" y="36451"/>
                            <a:pt x="13828" y="35499"/>
                          </a:cubicBezTo>
                          <a:cubicBezTo>
                            <a:pt x="5827" y="34832"/>
                            <a:pt x="-364" y="26260"/>
                            <a:pt x="17" y="16449"/>
                          </a:cubicBezTo>
                          <a:cubicBezTo>
                            <a:pt x="302" y="6829"/>
                            <a:pt x="7541" y="-791"/>
                            <a:pt x="16019" y="6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30" name="Forme libre : forme 2029">
                      <a:extLst>
                        <a:ext uri="{FF2B5EF4-FFF2-40B4-BE49-F238E27FC236}">
                          <a16:creationId xmlns:a16="http://schemas.microsoft.com/office/drawing/2014/main" id="{603C32FC-61C0-497B-822B-D346EA9946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87113" y="3062929"/>
                      <a:ext cx="23035" cy="35654"/>
                    </a:xfrm>
                    <a:custGeom>
                      <a:avLst/>
                      <a:gdLst>
                        <a:gd name="connsiteX0" fmla="*/ 8477 w 23035"/>
                        <a:gd name="connsiteY0" fmla="*/ 17755 h 35654"/>
                        <a:gd name="connsiteX1" fmla="*/ 0 w 23035"/>
                        <a:gd name="connsiteY1" fmla="*/ 32519 h 35654"/>
                        <a:gd name="connsiteX2" fmla="*/ 7048 w 23035"/>
                        <a:gd name="connsiteY2" fmla="*/ 35567 h 35654"/>
                        <a:gd name="connsiteX3" fmla="*/ 22955 w 23035"/>
                        <a:gd name="connsiteY3" fmla="*/ 19850 h 35654"/>
                        <a:gd name="connsiteX4" fmla="*/ 9239 w 23035"/>
                        <a:gd name="connsiteY4" fmla="*/ 134 h 35654"/>
                        <a:gd name="connsiteX5" fmla="*/ 1714 w 23035"/>
                        <a:gd name="connsiteY5" fmla="*/ 1753 h 35654"/>
                        <a:gd name="connsiteX6" fmla="*/ 8477 w 23035"/>
                        <a:gd name="connsiteY6" fmla="*/ 17755 h 35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3035" h="35654">
                          <a:moveTo>
                            <a:pt x="8477" y="17755"/>
                          </a:moveTo>
                          <a:cubicBezTo>
                            <a:pt x="8001" y="24327"/>
                            <a:pt x="4572" y="29947"/>
                            <a:pt x="0" y="32519"/>
                          </a:cubicBezTo>
                          <a:cubicBezTo>
                            <a:pt x="2096" y="34233"/>
                            <a:pt x="4477" y="35376"/>
                            <a:pt x="7048" y="35567"/>
                          </a:cubicBezTo>
                          <a:cubicBezTo>
                            <a:pt x="15049" y="36519"/>
                            <a:pt x="22098" y="29661"/>
                            <a:pt x="22955" y="19850"/>
                          </a:cubicBezTo>
                          <a:cubicBezTo>
                            <a:pt x="23813" y="10040"/>
                            <a:pt x="17716" y="1277"/>
                            <a:pt x="9239" y="134"/>
                          </a:cubicBezTo>
                          <a:cubicBezTo>
                            <a:pt x="6572" y="-343"/>
                            <a:pt x="4000" y="515"/>
                            <a:pt x="1714" y="1753"/>
                          </a:cubicBezTo>
                          <a:cubicBezTo>
                            <a:pt x="6287" y="5182"/>
                            <a:pt x="8954" y="11183"/>
                            <a:pt x="8477" y="1775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31" name="Forme libre : forme 2030">
                      <a:extLst>
                        <a:ext uri="{FF2B5EF4-FFF2-40B4-BE49-F238E27FC236}">
                          <a16:creationId xmlns:a16="http://schemas.microsoft.com/office/drawing/2014/main" id="{E12208A0-EBC5-4392-A55F-ADB8B00B14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86117" y="3066142"/>
                      <a:ext cx="14222" cy="15146"/>
                    </a:xfrm>
                    <a:custGeom>
                      <a:avLst/>
                      <a:gdLst>
                        <a:gd name="connsiteX0" fmla="*/ 4711 w 14222"/>
                        <a:gd name="connsiteY0" fmla="*/ 731 h 15146"/>
                        <a:gd name="connsiteX1" fmla="*/ 13856 w 14222"/>
                        <a:gd name="connsiteY1" fmla="*/ 4636 h 15146"/>
                        <a:gd name="connsiteX2" fmla="*/ 9474 w 14222"/>
                        <a:gd name="connsiteY2" fmla="*/ 14447 h 15146"/>
                        <a:gd name="connsiteX3" fmla="*/ 425 w 14222"/>
                        <a:gd name="connsiteY3" fmla="*/ 10827 h 15146"/>
                        <a:gd name="connsiteX4" fmla="*/ 4711 w 14222"/>
                        <a:gd name="connsiteY4" fmla="*/ 731 h 15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22" h="15146">
                          <a:moveTo>
                            <a:pt x="4711" y="731"/>
                          </a:moveTo>
                          <a:cubicBezTo>
                            <a:pt x="8426" y="-1174"/>
                            <a:pt x="12617" y="826"/>
                            <a:pt x="13856" y="4636"/>
                          </a:cubicBezTo>
                          <a:cubicBezTo>
                            <a:pt x="15094" y="8446"/>
                            <a:pt x="13093" y="12923"/>
                            <a:pt x="9474" y="14447"/>
                          </a:cubicBezTo>
                          <a:cubicBezTo>
                            <a:pt x="5759" y="16161"/>
                            <a:pt x="1759" y="14637"/>
                            <a:pt x="425" y="10827"/>
                          </a:cubicBezTo>
                          <a:cubicBezTo>
                            <a:pt x="-908" y="7017"/>
                            <a:pt x="997" y="2541"/>
                            <a:pt x="4711" y="73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32" name="Forme libre : forme 2031">
                      <a:extLst>
                        <a:ext uri="{FF2B5EF4-FFF2-40B4-BE49-F238E27FC236}">
                          <a16:creationId xmlns:a16="http://schemas.microsoft.com/office/drawing/2014/main" id="{92870642-5C00-4E84-A83B-76C43835C3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86440" y="3075821"/>
                      <a:ext cx="4869" cy="5916"/>
                    </a:xfrm>
                    <a:custGeom>
                      <a:avLst/>
                      <a:gdLst>
                        <a:gd name="connsiteX0" fmla="*/ 2578 w 4869"/>
                        <a:gd name="connsiteY0" fmla="*/ 6 h 5916"/>
                        <a:gd name="connsiteX1" fmla="*/ 4864 w 4869"/>
                        <a:gd name="connsiteY1" fmla="*/ 3149 h 5916"/>
                        <a:gd name="connsiteX2" fmla="*/ 2292 w 4869"/>
                        <a:gd name="connsiteY2" fmla="*/ 5911 h 5916"/>
                        <a:gd name="connsiteX3" fmla="*/ 6 w 4869"/>
                        <a:gd name="connsiteY3" fmla="*/ 2768 h 5916"/>
                        <a:gd name="connsiteX4" fmla="*/ 2578 w 4869"/>
                        <a:gd name="connsiteY4" fmla="*/ 6 h 59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69" h="5916">
                          <a:moveTo>
                            <a:pt x="2578" y="6"/>
                          </a:moveTo>
                          <a:cubicBezTo>
                            <a:pt x="3911" y="101"/>
                            <a:pt x="4959" y="1529"/>
                            <a:pt x="4864" y="3149"/>
                          </a:cubicBezTo>
                          <a:cubicBezTo>
                            <a:pt x="4769" y="4768"/>
                            <a:pt x="3626" y="6006"/>
                            <a:pt x="2292" y="5911"/>
                          </a:cubicBezTo>
                          <a:cubicBezTo>
                            <a:pt x="959" y="5816"/>
                            <a:pt x="-89" y="4387"/>
                            <a:pt x="6" y="2768"/>
                          </a:cubicBezTo>
                          <a:cubicBezTo>
                            <a:pt x="101" y="1053"/>
                            <a:pt x="1244" y="-90"/>
                            <a:pt x="2578" y="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033" name="Graphique 15">
                  <a:extLst>
                    <a:ext uri="{FF2B5EF4-FFF2-40B4-BE49-F238E27FC236}">
                      <a16:creationId xmlns:a16="http://schemas.microsoft.com/office/drawing/2014/main" id="{5E09D57E-E968-467C-AEB4-F0CEB0F09074}"/>
                    </a:ext>
                  </a:extLst>
                </p:cNvPr>
                <p:cNvGrpSpPr/>
                <p:nvPr/>
              </p:nvGrpSpPr>
              <p:grpSpPr>
                <a:xfrm>
                  <a:off x="10237212" y="2943038"/>
                  <a:ext cx="77505" cy="88038"/>
                  <a:chOff x="10237212" y="2943038"/>
                  <a:chExt cx="77505" cy="88038"/>
                </a:xfrm>
                <a:solidFill>
                  <a:schemeClr val="accent1"/>
                </a:solidFill>
              </p:grpSpPr>
              <p:grpSp>
                <p:nvGrpSpPr>
                  <p:cNvPr id="2034" name="Graphique 15">
                    <a:extLst>
                      <a:ext uri="{FF2B5EF4-FFF2-40B4-BE49-F238E27FC236}">
                        <a16:creationId xmlns:a16="http://schemas.microsoft.com/office/drawing/2014/main" id="{23DCA5D4-C907-4D76-9A60-32559D76E27A}"/>
                      </a:ext>
                    </a:extLst>
                  </p:cNvPr>
                  <p:cNvGrpSpPr/>
                  <p:nvPr/>
                </p:nvGrpSpPr>
                <p:grpSpPr>
                  <a:xfrm>
                    <a:off x="10237212" y="2995504"/>
                    <a:ext cx="33064" cy="35572"/>
                    <a:chOff x="10237212" y="2995504"/>
                    <a:chExt cx="33064" cy="35572"/>
                  </a:xfrm>
                  <a:solidFill>
                    <a:schemeClr val="accent1"/>
                  </a:solidFill>
                </p:grpSpPr>
                <p:sp>
                  <p:nvSpPr>
                    <p:cNvPr id="2035" name="Forme libre : forme 2034">
                      <a:extLst>
                        <a:ext uri="{FF2B5EF4-FFF2-40B4-BE49-F238E27FC236}">
                          <a16:creationId xmlns:a16="http://schemas.microsoft.com/office/drawing/2014/main" id="{BED88561-B051-42DE-82A2-EB86BF6845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7212" y="2995504"/>
                      <a:ext cx="32969" cy="35528"/>
                    </a:xfrm>
                    <a:custGeom>
                      <a:avLst/>
                      <a:gdLst>
                        <a:gd name="connsiteX0" fmla="*/ 11325 w 32969"/>
                        <a:gd name="connsiteY0" fmla="*/ 789 h 35528"/>
                        <a:gd name="connsiteX1" fmla="*/ 32280 w 32969"/>
                        <a:gd name="connsiteY1" fmla="*/ 12886 h 35528"/>
                        <a:gd name="connsiteX2" fmla="*/ 21517 w 32969"/>
                        <a:gd name="connsiteY2" fmla="*/ 34793 h 35528"/>
                        <a:gd name="connsiteX3" fmla="*/ 943 w 32969"/>
                        <a:gd name="connsiteY3" fmla="*/ 23363 h 35528"/>
                        <a:gd name="connsiteX4" fmla="*/ 11325 w 32969"/>
                        <a:gd name="connsiteY4" fmla="*/ 789 h 35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969" h="35528">
                          <a:moveTo>
                            <a:pt x="11325" y="789"/>
                          </a:moveTo>
                          <a:cubicBezTo>
                            <a:pt x="20184" y="-2164"/>
                            <a:pt x="29709" y="3456"/>
                            <a:pt x="32280" y="12886"/>
                          </a:cubicBezTo>
                          <a:cubicBezTo>
                            <a:pt x="34852" y="22315"/>
                            <a:pt x="29994" y="32222"/>
                            <a:pt x="21517" y="34793"/>
                          </a:cubicBezTo>
                          <a:cubicBezTo>
                            <a:pt x="13040" y="37460"/>
                            <a:pt x="3991" y="32698"/>
                            <a:pt x="943" y="23363"/>
                          </a:cubicBezTo>
                          <a:cubicBezTo>
                            <a:pt x="-2105" y="14124"/>
                            <a:pt x="2467" y="4028"/>
                            <a:pt x="11325" y="78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36" name="Forme libre : forme 2035">
                      <a:extLst>
                        <a:ext uri="{FF2B5EF4-FFF2-40B4-BE49-F238E27FC236}">
                          <a16:creationId xmlns:a16="http://schemas.microsoft.com/office/drawing/2014/main" id="{A8EBCA55-37B3-42A2-A8CF-FF75FD3132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41679" y="2995599"/>
                      <a:ext cx="28596" cy="35477"/>
                    </a:xfrm>
                    <a:custGeom>
                      <a:avLst/>
                      <a:gdLst>
                        <a:gd name="connsiteX0" fmla="*/ 12382 w 28596"/>
                        <a:gd name="connsiteY0" fmla="*/ 17458 h 35477"/>
                        <a:gd name="connsiteX1" fmla="*/ 8858 w 28596"/>
                        <a:gd name="connsiteY1" fmla="*/ 35079 h 35477"/>
                        <a:gd name="connsiteX2" fmla="*/ 17145 w 28596"/>
                        <a:gd name="connsiteY2" fmla="*/ 34793 h 35477"/>
                        <a:gd name="connsiteX3" fmla="*/ 27908 w 28596"/>
                        <a:gd name="connsiteY3" fmla="*/ 12886 h 35477"/>
                        <a:gd name="connsiteX4" fmla="*/ 6953 w 28596"/>
                        <a:gd name="connsiteY4" fmla="*/ 789 h 35477"/>
                        <a:gd name="connsiteX5" fmla="*/ 0 w 28596"/>
                        <a:gd name="connsiteY5" fmla="*/ 5742 h 35477"/>
                        <a:gd name="connsiteX6" fmla="*/ 12382 w 28596"/>
                        <a:gd name="connsiteY6" fmla="*/ 17458 h 35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596" h="35477">
                          <a:moveTo>
                            <a:pt x="12382" y="17458"/>
                          </a:moveTo>
                          <a:cubicBezTo>
                            <a:pt x="14288" y="23840"/>
                            <a:pt x="12668" y="30412"/>
                            <a:pt x="8858" y="35079"/>
                          </a:cubicBezTo>
                          <a:cubicBezTo>
                            <a:pt x="11525" y="35651"/>
                            <a:pt x="14288" y="35651"/>
                            <a:pt x="17145" y="34793"/>
                          </a:cubicBezTo>
                          <a:cubicBezTo>
                            <a:pt x="25622" y="32126"/>
                            <a:pt x="30480" y="22316"/>
                            <a:pt x="27908" y="12886"/>
                          </a:cubicBezTo>
                          <a:cubicBezTo>
                            <a:pt x="25336" y="3456"/>
                            <a:pt x="15811" y="-2164"/>
                            <a:pt x="6953" y="789"/>
                          </a:cubicBezTo>
                          <a:cubicBezTo>
                            <a:pt x="4191" y="1837"/>
                            <a:pt x="1809" y="3551"/>
                            <a:pt x="0" y="5742"/>
                          </a:cubicBezTo>
                          <a:cubicBezTo>
                            <a:pt x="5620" y="6885"/>
                            <a:pt x="10477" y="11076"/>
                            <a:pt x="12382" y="1745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37" name="Forme libre : forme 2036">
                      <a:extLst>
                        <a:ext uri="{FF2B5EF4-FFF2-40B4-BE49-F238E27FC236}">
                          <a16:creationId xmlns:a16="http://schemas.microsoft.com/office/drawing/2014/main" id="{476D2F92-0439-4D33-9C29-38DF4C06E8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41657" y="2999608"/>
                      <a:ext cx="14901" cy="16040"/>
                    </a:xfrm>
                    <a:custGeom>
                      <a:avLst/>
                      <a:gdLst>
                        <a:gd name="connsiteX0" fmla="*/ 2593 w 14901"/>
                        <a:gd name="connsiteY0" fmla="*/ 2781 h 16040"/>
                        <a:gd name="connsiteX1" fmla="*/ 13166 w 14901"/>
                        <a:gd name="connsiteY1" fmla="*/ 2114 h 16040"/>
                        <a:gd name="connsiteX2" fmla="*/ 12214 w 14901"/>
                        <a:gd name="connsiteY2" fmla="*/ 13354 h 16040"/>
                        <a:gd name="connsiteX3" fmla="*/ 1736 w 14901"/>
                        <a:gd name="connsiteY3" fmla="*/ 14116 h 16040"/>
                        <a:gd name="connsiteX4" fmla="*/ 2593 w 14901"/>
                        <a:gd name="connsiteY4" fmla="*/ 2781 h 160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01" h="16040">
                          <a:moveTo>
                            <a:pt x="2593" y="2781"/>
                          </a:moveTo>
                          <a:cubicBezTo>
                            <a:pt x="5736" y="-553"/>
                            <a:pt x="10499" y="-1029"/>
                            <a:pt x="13166" y="2114"/>
                          </a:cubicBezTo>
                          <a:cubicBezTo>
                            <a:pt x="15833" y="5162"/>
                            <a:pt x="15357" y="10211"/>
                            <a:pt x="12214" y="13354"/>
                          </a:cubicBezTo>
                          <a:cubicBezTo>
                            <a:pt x="9070" y="16592"/>
                            <a:pt x="4498" y="16973"/>
                            <a:pt x="1736" y="14116"/>
                          </a:cubicBezTo>
                          <a:cubicBezTo>
                            <a:pt x="-836" y="11163"/>
                            <a:pt x="-550" y="6115"/>
                            <a:pt x="2593" y="278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38" name="Forme libre : forme 2037">
                      <a:extLst>
                        <a:ext uri="{FF2B5EF4-FFF2-40B4-BE49-F238E27FC236}">
                          <a16:creationId xmlns:a16="http://schemas.microsoft.com/office/drawing/2014/main" id="{3963EC0E-DE08-4E2E-91B8-B00549E050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43823" y="3011392"/>
                      <a:ext cx="5427" cy="5806"/>
                    </a:xfrm>
                    <a:custGeom>
                      <a:avLst/>
                      <a:gdLst>
                        <a:gd name="connsiteX0" fmla="*/ 1856 w 5427"/>
                        <a:gd name="connsiteY0" fmla="*/ 141 h 5806"/>
                        <a:gd name="connsiteX1" fmla="*/ 5285 w 5427"/>
                        <a:gd name="connsiteY1" fmla="*/ 1951 h 5806"/>
                        <a:gd name="connsiteX2" fmla="*/ 3571 w 5427"/>
                        <a:gd name="connsiteY2" fmla="*/ 5665 h 5806"/>
                        <a:gd name="connsiteX3" fmla="*/ 142 w 5427"/>
                        <a:gd name="connsiteY3" fmla="*/ 3856 h 5806"/>
                        <a:gd name="connsiteX4" fmla="*/ 1856 w 5427"/>
                        <a:gd name="connsiteY4" fmla="*/ 141 h 5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27" h="5806">
                          <a:moveTo>
                            <a:pt x="1856" y="141"/>
                          </a:moveTo>
                          <a:cubicBezTo>
                            <a:pt x="3285" y="-335"/>
                            <a:pt x="4809" y="427"/>
                            <a:pt x="5285" y="1951"/>
                          </a:cubicBezTo>
                          <a:cubicBezTo>
                            <a:pt x="5762" y="3475"/>
                            <a:pt x="5000" y="5189"/>
                            <a:pt x="3571" y="5665"/>
                          </a:cubicBezTo>
                          <a:cubicBezTo>
                            <a:pt x="2142" y="6142"/>
                            <a:pt x="618" y="5380"/>
                            <a:pt x="142" y="3856"/>
                          </a:cubicBezTo>
                          <a:cubicBezTo>
                            <a:pt x="-335" y="2332"/>
                            <a:pt x="428" y="617"/>
                            <a:pt x="1856" y="1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039" name="Graphique 15">
                    <a:extLst>
                      <a:ext uri="{FF2B5EF4-FFF2-40B4-BE49-F238E27FC236}">
                        <a16:creationId xmlns:a16="http://schemas.microsoft.com/office/drawing/2014/main" id="{24D0DB2E-D655-4AB0-9FC1-2D7493807E86}"/>
                      </a:ext>
                    </a:extLst>
                  </p:cNvPr>
                  <p:cNvGrpSpPr/>
                  <p:nvPr/>
                </p:nvGrpSpPr>
                <p:grpSpPr>
                  <a:xfrm>
                    <a:off x="10262070" y="2972817"/>
                    <a:ext cx="33852" cy="35767"/>
                    <a:chOff x="10262070" y="2972817"/>
                    <a:chExt cx="33852" cy="35767"/>
                  </a:xfrm>
                  <a:solidFill>
                    <a:schemeClr val="accent1"/>
                  </a:solidFill>
                </p:grpSpPr>
                <p:sp>
                  <p:nvSpPr>
                    <p:cNvPr id="2040" name="Forme libre : forme 2039">
                      <a:extLst>
                        <a:ext uri="{FF2B5EF4-FFF2-40B4-BE49-F238E27FC236}">
                          <a16:creationId xmlns:a16="http://schemas.microsoft.com/office/drawing/2014/main" id="{FCAE5955-1028-4218-998C-03CB021FD0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2070" y="2972912"/>
                      <a:ext cx="33852" cy="35671"/>
                    </a:xfrm>
                    <a:custGeom>
                      <a:avLst/>
                      <a:gdLst>
                        <a:gd name="connsiteX0" fmla="*/ 12279 w 33852"/>
                        <a:gd name="connsiteY0" fmla="*/ 711 h 35671"/>
                        <a:gd name="connsiteX1" fmla="*/ 33330 w 33852"/>
                        <a:gd name="connsiteY1" fmla="*/ 13189 h 35671"/>
                        <a:gd name="connsiteX2" fmla="*/ 21423 w 33852"/>
                        <a:gd name="connsiteY2" fmla="*/ 35001 h 35671"/>
                        <a:gd name="connsiteX3" fmla="*/ 754 w 33852"/>
                        <a:gd name="connsiteY3" fmla="*/ 22714 h 35671"/>
                        <a:gd name="connsiteX4" fmla="*/ 12279 w 33852"/>
                        <a:gd name="connsiteY4" fmla="*/ 711 h 35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852" h="35671">
                          <a:moveTo>
                            <a:pt x="12279" y="711"/>
                          </a:moveTo>
                          <a:cubicBezTo>
                            <a:pt x="21519" y="-2051"/>
                            <a:pt x="31044" y="3473"/>
                            <a:pt x="33330" y="13189"/>
                          </a:cubicBezTo>
                          <a:cubicBezTo>
                            <a:pt x="35615" y="22809"/>
                            <a:pt x="30186" y="32143"/>
                            <a:pt x="21423" y="35001"/>
                          </a:cubicBezTo>
                          <a:cubicBezTo>
                            <a:pt x="12660" y="37668"/>
                            <a:pt x="3516" y="32143"/>
                            <a:pt x="754" y="22714"/>
                          </a:cubicBezTo>
                          <a:cubicBezTo>
                            <a:pt x="-2008" y="13284"/>
                            <a:pt x="3040" y="3378"/>
                            <a:pt x="12279" y="71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41" name="Forme libre : forme 2040">
                      <a:extLst>
                        <a:ext uri="{FF2B5EF4-FFF2-40B4-BE49-F238E27FC236}">
                          <a16:creationId xmlns:a16="http://schemas.microsoft.com/office/drawing/2014/main" id="{588EF9C8-DF66-4516-B2AE-82023953D7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7015" y="2972817"/>
                      <a:ext cx="28907" cy="35656"/>
                    </a:xfrm>
                    <a:custGeom>
                      <a:avLst/>
                      <a:gdLst>
                        <a:gd name="connsiteX0" fmla="*/ 12287 w 28907"/>
                        <a:gd name="connsiteY0" fmla="*/ 17665 h 35656"/>
                        <a:gd name="connsiteX1" fmla="*/ 8001 w 28907"/>
                        <a:gd name="connsiteY1" fmla="*/ 35096 h 35656"/>
                        <a:gd name="connsiteX2" fmla="*/ 16478 w 28907"/>
                        <a:gd name="connsiteY2" fmla="*/ 35001 h 35656"/>
                        <a:gd name="connsiteX3" fmla="*/ 28385 w 28907"/>
                        <a:gd name="connsiteY3" fmla="*/ 13189 h 35656"/>
                        <a:gd name="connsiteX4" fmla="*/ 7334 w 28907"/>
                        <a:gd name="connsiteY4" fmla="*/ 711 h 35656"/>
                        <a:gd name="connsiteX5" fmla="*/ 0 w 28907"/>
                        <a:gd name="connsiteY5" fmla="*/ 5283 h 35656"/>
                        <a:gd name="connsiteX6" fmla="*/ 12287 w 28907"/>
                        <a:gd name="connsiteY6" fmla="*/ 17665 h 35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907" h="35656">
                          <a:moveTo>
                            <a:pt x="12287" y="17665"/>
                          </a:moveTo>
                          <a:cubicBezTo>
                            <a:pt x="14002" y="24142"/>
                            <a:pt x="12097" y="30714"/>
                            <a:pt x="8001" y="35096"/>
                          </a:cubicBezTo>
                          <a:cubicBezTo>
                            <a:pt x="10763" y="35858"/>
                            <a:pt x="13621" y="35858"/>
                            <a:pt x="16478" y="35001"/>
                          </a:cubicBezTo>
                          <a:cubicBezTo>
                            <a:pt x="25241" y="32143"/>
                            <a:pt x="30671" y="22904"/>
                            <a:pt x="28385" y="13189"/>
                          </a:cubicBezTo>
                          <a:cubicBezTo>
                            <a:pt x="26099" y="3473"/>
                            <a:pt x="16574" y="-2051"/>
                            <a:pt x="7334" y="711"/>
                          </a:cubicBezTo>
                          <a:cubicBezTo>
                            <a:pt x="4382" y="1568"/>
                            <a:pt x="1905" y="3187"/>
                            <a:pt x="0" y="5283"/>
                          </a:cubicBezTo>
                          <a:cubicBezTo>
                            <a:pt x="5715" y="6807"/>
                            <a:pt x="10668" y="11284"/>
                            <a:pt x="12287" y="1766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42" name="Forme libre : forme 2041">
                      <a:extLst>
                        <a:ext uri="{FF2B5EF4-FFF2-40B4-BE49-F238E27FC236}">
                          <a16:creationId xmlns:a16="http://schemas.microsoft.com/office/drawing/2014/main" id="{15FEF210-A174-4866-9E9B-AC348543B7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6802" y="2976965"/>
                      <a:ext cx="15384" cy="15852"/>
                    </a:xfrm>
                    <a:custGeom>
                      <a:avLst/>
                      <a:gdLst>
                        <a:gd name="connsiteX0" fmla="*/ 2880 w 15384"/>
                        <a:gd name="connsiteY0" fmla="*/ 2468 h 15852"/>
                        <a:gd name="connsiteX1" fmla="*/ 13739 w 15384"/>
                        <a:gd name="connsiteY1" fmla="*/ 2182 h 15852"/>
                        <a:gd name="connsiteX2" fmla="*/ 12405 w 15384"/>
                        <a:gd name="connsiteY2" fmla="*/ 13422 h 15852"/>
                        <a:gd name="connsiteX3" fmla="*/ 1642 w 15384"/>
                        <a:gd name="connsiteY3" fmla="*/ 13708 h 15852"/>
                        <a:gd name="connsiteX4" fmla="*/ 2880 w 15384"/>
                        <a:gd name="connsiteY4" fmla="*/ 2468 h 15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84" h="15852">
                          <a:moveTo>
                            <a:pt x="2880" y="2468"/>
                          </a:moveTo>
                          <a:cubicBezTo>
                            <a:pt x="6214" y="-675"/>
                            <a:pt x="11167" y="-866"/>
                            <a:pt x="13739" y="2182"/>
                          </a:cubicBezTo>
                          <a:cubicBezTo>
                            <a:pt x="16406" y="5230"/>
                            <a:pt x="15739" y="10279"/>
                            <a:pt x="12405" y="13422"/>
                          </a:cubicBezTo>
                          <a:cubicBezTo>
                            <a:pt x="9072" y="16565"/>
                            <a:pt x="4309" y="16660"/>
                            <a:pt x="1642" y="13708"/>
                          </a:cubicBezTo>
                          <a:cubicBezTo>
                            <a:pt x="-930" y="10660"/>
                            <a:pt x="-453" y="5611"/>
                            <a:pt x="2880" y="246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43" name="Forme libre : forme 2042">
                      <a:extLst>
                        <a:ext uri="{FF2B5EF4-FFF2-40B4-BE49-F238E27FC236}">
                          <a16:creationId xmlns:a16="http://schemas.microsoft.com/office/drawing/2014/main" id="{5246615F-6E9E-4351-ABBF-6EB4D228D1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8735" y="2988454"/>
                      <a:ext cx="5521" cy="5866"/>
                    </a:xfrm>
                    <a:custGeom>
                      <a:avLst/>
                      <a:gdLst>
                        <a:gd name="connsiteX0" fmla="*/ 1996 w 5521"/>
                        <a:gd name="connsiteY0" fmla="*/ 123 h 5866"/>
                        <a:gd name="connsiteX1" fmla="*/ 5424 w 5521"/>
                        <a:gd name="connsiteY1" fmla="*/ 2124 h 5866"/>
                        <a:gd name="connsiteX2" fmla="*/ 3520 w 5521"/>
                        <a:gd name="connsiteY2" fmla="*/ 5743 h 5866"/>
                        <a:gd name="connsiteX3" fmla="*/ 90 w 5521"/>
                        <a:gd name="connsiteY3" fmla="*/ 3743 h 5866"/>
                        <a:gd name="connsiteX4" fmla="*/ 1996 w 5521"/>
                        <a:gd name="connsiteY4" fmla="*/ 123 h 5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21" h="5866">
                          <a:moveTo>
                            <a:pt x="1996" y="123"/>
                          </a:moveTo>
                          <a:cubicBezTo>
                            <a:pt x="3520" y="-353"/>
                            <a:pt x="5044" y="600"/>
                            <a:pt x="5424" y="2124"/>
                          </a:cubicBezTo>
                          <a:cubicBezTo>
                            <a:pt x="5805" y="3648"/>
                            <a:pt x="5044" y="5267"/>
                            <a:pt x="3520" y="5743"/>
                          </a:cubicBezTo>
                          <a:cubicBezTo>
                            <a:pt x="2091" y="6219"/>
                            <a:pt x="472" y="5267"/>
                            <a:pt x="90" y="3743"/>
                          </a:cubicBezTo>
                          <a:cubicBezTo>
                            <a:pt x="-290" y="2219"/>
                            <a:pt x="567" y="600"/>
                            <a:pt x="1996" y="1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044" name="Graphique 15">
                    <a:extLst>
                      <a:ext uri="{FF2B5EF4-FFF2-40B4-BE49-F238E27FC236}">
                        <a16:creationId xmlns:a16="http://schemas.microsoft.com/office/drawing/2014/main" id="{65D92691-D92A-4166-872A-CEBE8353851E}"/>
                      </a:ext>
                    </a:extLst>
                  </p:cNvPr>
                  <p:cNvGrpSpPr/>
                  <p:nvPr/>
                </p:nvGrpSpPr>
                <p:grpSpPr>
                  <a:xfrm>
                    <a:off x="10279626" y="2943038"/>
                    <a:ext cx="35091" cy="35653"/>
                    <a:chOff x="10279626" y="2943038"/>
                    <a:chExt cx="35091" cy="35653"/>
                  </a:xfrm>
                  <a:solidFill>
                    <a:schemeClr val="accent1"/>
                  </a:solidFill>
                </p:grpSpPr>
                <p:sp>
                  <p:nvSpPr>
                    <p:cNvPr id="2045" name="Forme libre : forme 2044">
                      <a:extLst>
                        <a:ext uri="{FF2B5EF4-FFF2-40B4-BE49-F238E27FC236}">
                          <a16:creationId xmlns:a16="http://schemas.microsoft.com/office/drawing/2014/main" id="{B28367D6-55EA-458E-9CC0-21974A6C7A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79626" y="2943038"/>
                      <a:ext cx="35061" cy="35599"/>
                    </a:xfrm>
                    <a:custGeom>
                      <a:avLst/>
                      <a:gdLst>
                        <a:gd name="connsiteX0" fmla="*/ 13203 w 35061"/>
                        <a:gd name="connsiteY0" fmla="*/ 486 h 35599"/>
                        <a:gd name="connsiteX1" fmla="*/ 34634 w 35061"/>
                        <a:gd name="connsiteY1" fmla="*/ 13726 h 35599"/>
                        <a:gd name="connsiteX2" fmla="*/ 21775 w 35061"/>
                        <a:gd name="connsiteY2" fmla="*/ 35157 h 35599"/>
                        <a:gd name="connsiteX3" fmla="*/ 630 w 35061"/>
                        <a:gd name="connsiteY3" fmla="*/ 22298 h 35599"/>
                        <a:gd name="connsiteX4" fmla="*/ 13203 w 35061"/>
                        <a:gd name="connsiteY4" fmla="*/ 486 h 35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061" h="35599">
                          <a:moveTo>
                            <a:pt x="13203" y="486"/>
                          </a:moveTo>
                          <a:cubicBezTo>
                            <a:pt x="22823" y="-1800"/>
                            <a:pt x="32539" y="4201"/>
                            <a:pt x="34634" y="13726"/>
                          </a:cubicBezTo>
                          <a:cubicBezTo>
                            <a:pt x="36730" y="23346"/>
                            <a:pt x="30919" y="32871"/>
                            <a:pt x="21775" y="35157"/>
                          </a:cubicBezTo>
                          <a:cubicBezTo>
                            <a:pt x="12631" y="37253"/>
                            <a:pt x="3201" y="31728"/>
                            <a:pt x="630" y="22298"/>
                          </a:cubicBezTo>
                          <a:cubicBezTo>
                            <a:pt x="-1942" y="12964"/>
                            <a:pt x="3582" y="2772"/>
                            <a:pt x="13203" y="4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46" name="Forme libre : forme 2045">
                      <a:extLst>
                        <a:ext uri="{FF2B5EF4-FFF2-40B4-BE49-F238E27FC236}">
                          <a16:creationId xmlns:a16="http://schemas.microsoft.com/office/drawing/2014/main" id="{486B7ED1-F240-4D25-B14F-B7E52E38DD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85113" y="2943128"/>
                      <a:ext cx="29603" cy="35563"/>
                    </a:xfrm>
                    <a:custGeom>
                      <a:avLst/>
                      <a:gdLst>
                        <a:gd name="connsiteX0" fmla="*/ 12382 w 29603"/>
                        <a:gd name="connsiteY0" fmla="*/ 17541 h 35563"/>
                        <a:gd name="connsiteX1" fmla="*/ 7429 w 29603"/>
                        <a:gd name="connsiteY1" fmla="*/ 34781 h 35563"/>
                        <a:gd name="connsiteX2" fmla="*/ 16288 w 29603"/>
                        <a:gd name="connsiteY2" fmla="*/ 35162 h 35563"/>
                        <a:gd name="connsiteX3" fmla="*/ 29146 w 29603"/>
                        <a:gd name="connsiteY3" fmla="*/ 13731 h 35563"/>
                        <a:gd name="connsiteX4" fmla="*/ 7715 w 29603"/>
                        <a:gd name="connsiteY4" fmla="*/ 491 h 35563"/>
                        <a:gd name="connsiteX5" fmla="*/ 0 w 29603"/>
                        <a:gd name="connsiteY5" fmla="*/ 4873 h 35563"/>
                        <a:gd name="connsiteX6" fmla="*/ 12382 w 29603"/>
                        <a:gd name="connsiteY6" fmla="*/ 17541 h 35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603" h="35563">
                          <a:moveTo>
                            <a:pt x="12382" y="17541"/>
                          </a:moveTo>
                          <a:cubicBezTo>
                            <a:pt x="14002" y="24113"/>
                            <a:pt x="11811" y="30495"/>
                            <a:pt x="7429" y="34781"/>
                          </a:cubicBezTo>
                          <a:cubicBezTo>
                            <a:pt x="10192" y="35639"/>
                            <a:pt x="13240" y="35829"/>
                            <a:pt x="16288" y="35162"/>
                          </a:cubicBezTo>
                          <a:cubicBezTo>
                            <a:pt x="25432" y="32876"/>
                            <a:pt x="31337" y="23351"/>
                            <a:pt x="29146" y="13731"/>
                          </a:cubicBezTo>
                          <a:cubicBezTo>
                            <a:pt x="27051" y="4111"/>
                            <a:pt x="17335" y="-1795"/>
                            <a:pt x="7715" y="491"/>
                          </a:cubicBezTo>
                          <a:cubicBezTo>
                            <a:pt x="4667" y="1158"/>
                            <a:pt x="2096" y="2682"/>
                            <a:pt x="0" y="4873"/>
                          </a:cubicBezTo>
                          <a:cubicBezTo>
                            <a:pt x="5905" y="6206"/>
                            <a:pt x="10858" y="11159"/>
                            <a:pt x="12382" y="1754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47" name="Forme libre : forme 2046">
                      <a:extLst>
                        <a:ext uri="{FF2B5EF4-FFF2-40B4-BE49-F238E27FC236}">
                          <a16:creationId xmlns:a16="http://schemas.microsoft.com/office/drawing/2014/main" id="{B6A32965-83F0-4307-AB41-8D43331379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84650" y="2946962"/>
                      <a:ext cx="16123" cy="15770"/>
                    </a:xfrm>
                    <a:custGeom>
                      <a:avLst/>
                      <a:gdLst>
                        <a:gd name="connsiteX0" fmla="*/ 3225 w 16123"/>
                        <a:gd name="connsiteY0" fmla="*/ 2182 h 15770"/>
                        <a:gd name="connsiteX1" fmla="*/ 14560 w 16123"/>
                        <a:gd name="connsiteY1" fmla="*/ 2468 h 15770"/>
                        <a:gd name="connsiteX2" fmla="*/ 12846 w 16123"/>
                        <a:gd name="connsiteY2" fmla="*/ 13612 h 15770"/>
                        <a:gd name="connsiteX3" fmla="*/ 1701 w 16123"/>
                        <a:gd name="connsiteY3" fmla="*/ 13422 h 15770"/>
                        <a:gd name="connsiteX4" fmla="*/ 3225 w 16123"/>
                        <a:gd name="connsiteY4" fmla="*/ 2182 h 15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23" h="15770">
                          <a:moveTo>
                            <a:pt x="3225" y="2182"/>
                          </a:moveTo>
                          <a:cubicBezTo>
                            <a:pt x="6750" y="-866"/>
                            <a:pt x="11893" y="-675"/>
                            <a:pt x="14560" y="2468"/>
                          </a:cubicBezTo>
                          <a:cubicBezTo>
                            <a:pt x="17227" y="5611"/>
                            <a:pt x="16370" y="10660"/>
                            <a:pt x="12846" y="13612"/>
                          </a:cubicBezTo>
                          <a:cubicBezTo>
                            <a:pt x="9321" y="16660"/>
                            <a:pt x="4368" y="16375"/>
                            <a:pt x="1701" y="13422"/>
                          </a:cubicBezTo>
                          <a:cubicBezTo>
                            <a:pt x="-1061" y="10469"/>
                            <a:pt x="-394" y="5421"/>
                            <a:pt x="3225" y="218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48" name="Forme libre : forme 2047">
                      <a:extLst>
                        <a:ext uri="{FF2B5EF4-FFF2-40B4-BE49-F238E27FC236}">
                          <a16:creationId xmlns:a16="http://schemas.microsoft.com/office/drawing/2014/main" id="{932AEADA-D82F-46DF-AB82-F410FA1662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86487" y="2958300"/>
                      <a:ext cx="5758" cy="5888"/>
                    </a:xfrm>
                    <a:custGeom>
                      <a:avLst/>
                      <a:gdLst>
                        <a:gd name="connsiteX0" fmla="*/ 2150 w 5758"/>
                        <a:gd name="connsiteY0" fmla="*/ 84 h 5888"/>
                        <a:gd name="connsiteX1" fmla="*/ 5674 w 5758"/>
                        <a:gd name="connsiteY1" fmla="*/ 2274 h 5888"/>
                        <a:gd name="connsiteX2" fmla="*/ 3579 w 5758"/>
                        <a:gd name="connsiteY2" fmla="*/ 5799 h 5888"/>
                        <a:gd name="connsiteX3" fmla="*/ 55 w 5758"/>
                        <a:gd name="connsiteY3" fmla="*/ 3703 h 5888"/>
                        <a:gd name="connsiteX4" fmla="*/ 2150 w 5758"/>
                        <a:gd name="connsiteY4" fmla="*/ 84 h 5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58" h="5888">
                          <a:moveTo>
                            <a:pt x="2150" y="84"/>
                          </a:moveTo>
                          <a:cubicBezTo>
                            <a:pt x="3674" y="-297"/>
                            <a:pt x="5293" y="655"/>
                            <a:pt x="5674" y="2274"/>
                          </a:cubicBezTo>
                          <a:cubicBezTo>
                            <a:pt x="6055" y="3894"/>
                            <a:pt x="5103" y="5418"/>
                            <a:pt x="3579" y="5799"/>
                          </a:cubicBezTo>
                          <a:cubicBezTo>
                            <a:pt x="2055" y="6180"/>
                            <a:pt x="436" y="5323"/>
                            <a:pt x="55" y="3703"/>
                          </a:cubicBezTo>
                          <a:cubicBezTo>
                            <a:pt x="-231" y="2084"/>
                            <a:pt x="626" y="465"/>
                            <a:pt x="2150" y="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049" name="Graphique 15">
                  <a:extLst>
                    <a:ext uri="{FF2B5EF4-FFF2-40B4-BE49-F238E27FC236}">
                      <a16:creationId xmlns:a16="http://schemas.microsoft.com/office/drawing/2014/main" id="{75652155-09C4-46D9-A41A-C9D638115FDF}"/>
                    </a:ext>
                  </a:extLst>
                </p:cNvPr>
                <p:cNvGrpSpPr/>
                <p:nvPr/>
              </p:nvGrpSpPr>
              <p:grpSpPr>
                <a:xfrm>
                  <a:off x="10182579" y="2834264"/>
                  <a:ext cx="86467" cy="90888"/>
                  <a:chOff x="10182579" y="2834264"/>
                  <a:chExt cx="86467" cy="90888"/>
                </a:xfrm>
                <a:solidFill>
                  <a:schemeClr val="accent1"/>
                </a:solidFill>
              </p:grpSpPr>
              <p:grpSp>
                <p:nvGrpSpPr>
                  <p:cNvPr id="2050" name="Graphique 15">
                    <a:extLst>
                      <a:ext uri="{FF2B5EF4-FFF2-40B4-BE49-F238E27FC236}">
                        <a16:creationId xmlns:a16="http://schemas.microsoft.com/office/drawing/2014/main" id="{2C7DC728-B30B-4770-BA8C-8F60C6487FCC}"/>
                      </a:ext>
                    </a:extLst>
                  </p:cNvPr>
                  <p:cNvGrpSpPr/>
                  <p:nvPr/>
                </p:nvGrpSpPr>
                <p:grpSpPr>
                  <a:xfrm>
                    <a:off x="10182579" y="2889465"/>
                    <a:ext cx="37817" cy="35687"/>
                    <a:chOff x="10182579" y="2889465"/>
                    <a:chExt cx="37817" cy="35687"/>
                  </a:xfrm>
                  <a:solidFill>
                    <a:schemeClr val="accent1"/>
                  </a:solidFill>
                </p:grpSpPr>
                <p:sp>
                  <p:nvSpPr>
                    <p:cNvPr id="2051" name="Forme libre : forme 2050">
                      <a:extLst>
                        <a:ext uri="{FF2B5EF4-FFF2-40B4-BE49-F238E27FC236}">
                          <a16:creationId xmlns:a16="http://schemas.microsoft.com/office/drawing/2014/main" id="{8DFAAB15-2A06-414D-81FD-55DCF1D4CE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2579" y="2889465"/>
                      <a:ext cx="37807" cy="35687"/>
                    </a:xfrm>
                    <a:custGeom>
                      <a:avLst/>
                      <a:gdLst>
                        <a:gd name="connsiteX0" fmla="*/ 12428 w 37807"/>
                        <a:gd name="connsiteY0" fmla="*/ 1101 h 35687"/>
                        <a:gd name="connsiteX1" fmla="*/ 36812 w 37807"/>
                        <a:gd name="connsiteY1" fmla="*/ 11864 h 35687"/>
                        <a:gd name="connsiteX2" fmla="*/ 25286 w 37807"/>
                        <a:gd name="connsiteY2" fmla="*/ 34629 h 35687"/>
                        <a:gd name="connsiteX3" fmla="*/ 1283 w 37807"/>
                        <a:gd name="connsiteY3" fmla="*/ 24532 h 35687"/>
                        <a:gd name="connsiteX4" fmla="*/ 12428 w 37807"/>
                        <a:gd name="connsiteY4" fmla="*/ 1101 h 35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807" h="35687">
                          <a:moveTo>
                            <a:pt x="12428" y="1101"/>
                          </a:moveTo>
                          <a:cubicBezTo>
                            <a:pt x="22524" y="-2328"/>
                            <a:pt x="33478" y="2529"/>
                            <a:pt x="36812" y="11864"/>
                          </a:cubicBezTo>
                          <a:cubicBezTo>
                            <a:pt x="40145" y="21198"/>
                            <a:pt x="34811" y="31295"/>
                            <a:pt x="25286" y="34629"/>
                          </a:cubicBezTo>
                          <a:cubicBezTo>
                            <a:pt x="15666" y="37772"/>
                            <a:pt x="5093" y="33771"/>
                            <a:pt x="1283" y="24532"/>
                          </a:cubicBezTo>
                          <a:cubicBezTo>
                            <a:pt x="-2526" y="15388"/>
                            <a:pt x="2426" y="4911"/>
                            <a:pt x="12428" y="110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52" name="Forme libre : forme 2051">
                      <a:extLst>
                        <a:ext uri="{FF2B5EF4-FFF2-40B4-BE49-F238E27FC236}">
                          <a16:creationId xmlns:a16="http://schemas.microsoft.com/office/drawing/2014/main" id="{308F9147-4411-43E4-A460-4A16534D43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7196" y="2889475"/>
                      <a:ext cx="33199" cy="35584"/>
                    </a:xfrm>
                    <a:custGeom>
                      <a:avLst/>
                      <a:gdLst>
                        <a:gd name="connsiteX0" fmla="*/ 14668 w 33199"/>
                        <a:gd name="connsiteY0" fmla="*/ 17568 h 35584"/>
                        <a:gd name="connsiteX1" fmla="*/ 11144 w 33199"/>
                        <a:gd name="connsiteY1" fmla="*/ 35380 h 35584"/>
                        <a:gd name="connsiteX2" fmla="*/ 20669 w 33199"/>
                        <a:gd name="connsiteY2" fmla="*/ 34618 h 35584"/>
                        <a:gd name="connsiteX3" fmla="*/ 32194 w 33199"/>
                        <a:gd name="connsiteY3" fmla="*/ 11853 h 35584"/>
                        <a:gd name="connsiteX4" fmla="*/ 7810 w 33199"/>
                        <a:gd name="connsiteY4" fmla="*/ 1090 h 35584"/>
                        <a:gd name="connsiteX5" fmla="*/ 0 w 33199"/>
                        <a:gd name="connsiteY5" fmla="*/ 6519 h 35584"/>
                        <a:gd name="connsiteX6" fmla="*/ 14668 w 33199"/>
                        <a:gd name="connsiteY6" fmla="*/ 17568 h 35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199" h="35584">
                          <a:moveTo>
                            <a:pt x="14668" y="17568"/>
                          </a:moveTo>
                          <a:cubicBezTo>
                            <a:pt x="17050" y="23950"/>
                            <a:pt x="15335" y="30427"/>
                            <a:pt x="11144" y="35380"/>
                          </a:cubicBezTo>
                          <a:cubicBezTo>
                            <a:pt x="14192" y="35761"/>
                            <a:pt x="17431" y="35666"/>
                            <a:pt x="20669" y="34618"/>
                          </a:cubicBezTo>
                          <a:cubicBezTo>
                            <a:pt x="30289" y="31380"/>
                            <a:pt x="35528" y="21188"/>
                            <a:pt x="32194" y="11853"/>
                          </a:cubicBezTo>
                          <a:cubicBezTo>
                            <a:pt x="28861" y="2614"/>
                            <a:pt x="17812" y="-2339"/>
                            <a:pt x="7810" y="1090"/>
                          </a:cubicBezTo>
                          <a:cubicBezTo>
                            <a:pt x="4667" y="2328"/>
                            <a:pt x="2000" y="4233"/>
                            <a:pt x="0" y="6519"/>
                          </a:cubicBezTo>
                          <a:cubicBezTo>
                            <a:pt x="6477" y="7377"/>
                            <a:pt x="12287" y="11282"/>
                            <a:pt x="14668" y="175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53" name="Forme libre : forme 2052">
                      <a:extLst>
                        <a:ext uri="{FF2B5EF4-FFF2-40B4-BE49-F238E27FC236}">
                          <a16:creationId xmlns:a16="http://schemas.microsoft.com/office/drawing/2014/main" id="{58757F05-861B-4A78-A5CD-3F1BCA0F58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7535" y="2893894"/>
                      <a:ext cx="16985" cy="16133"/>
                    </a:xfrm>
                    <a:custGeom>
                      <a:avLst/>
                      <a:gdLst>
                        <a:gd name="connsiteX0" fmla="*/ 2709 w 16985"/>
                        <a:gd name="connsiteY0" fmla="*/ 3148 h 16133"/>
                        <a:gd name="connsiteX1" fmla="*/ 14806 w 16985"/>
                        <a:gd name="connsiteY1" fmla="*/ 1815 h 16133"/>
                        <a:gd name="connsiteX2" fmla="*/ 14139 w 16985"/>
                        <a:gd name="connsiteY2" fmla="*/ 13054 h 16133"/>
                        <a:gd name="connsiteX3" fmla="*/ 2233 w 16985"/>
                        <a:gd name="connsiteY3" fmla="*/ 14483 h 16133"/>
                        <a:gd name="connsiteX4" fmla="*/ 2709 w 16985"/>
                        <a:gd name="connsiteY4" fmla="*/ 3148 h 16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85" h="16133">
                          <a:moveTo>
                            <a:pt x="2709" y="3148"/>
                          </a:moveTo>
                          <a:cubicBezTo>
                            <a:pt x="6138" y="-472"/>
                            <a:pt x="11663" y="-1043"/>
                            <a:pt x="14806" y="1815"/>
                          </a:cubicBezTo>
                          <a:cubicBezTo>
                            <a:pt x="17949" y="4672"/>
                            <a:pt x="17663" y="9720"/>
                            <a:pt x="14139" y="13054"/>
                          </a:cubicBezTo>
                          <a:cubicBezTo>
                            <a:pt x="10615" y="16388"/>
                            <a:pt x="5376" y="17245"/>
                            <a:pt x="2233" y="14483"/>
                          </a:cubicBezTo>
                          <a:cubicBezTo>
                            <a:pt x="-911" y="11816"/>
                            <a:pt x="-720" y="6672"/>
                            <a:pt x="2709" y="314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54" name="Forme libre : forme 2053">
                      <a:extLst>
                        <a:ext uri="{FF2B5EF4-FFF2-40B4-BE49-F238E27FC236}">
                          <a16:creationId xmlns:a16="http://schemas.microsoft.com/office/drawing/2014/main" id="{AEF5FDF5-7EC3-48CD-BA82-9FC53DE733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0112" y="2905753"/>
                      <a:ext cx="6226" cy="5874"/>
                    </a:xfrm>
                    <a:custGeom>
                      <a:avLst/>
                      <a:gdLst>
                        <a:gd name="connsiteX0" fmla="*/ 2037 w 6226"/>
                        <a:gd name="connsiteY0" fmla="*/ 243 h 5874"/>
                        <a:gd name="connsiteX1" fmla="*/ 6038 w 6226"/>
                        <a:gd name="connsiteY1" fmla="*/ 1862 h 5874"/>
                        <a:gd name="connsiteX2" fmla="*/ 4228 w 6226"/>
                        <a:gd name="connsiteY2" fmla="*/ 5672 h 5874"/>
                        <a:gd name="connsiteX3" fmla="*/ 228 w 6226"/>
                        <a:gd name="connsiteY3" fmla="*/ 4053 h 5874"/>
                        <a:gd name="connsiteX4" fmla="*/ 2037 w 6226"/>
                        <a:gd name="connsiteY4" fmla="*/ 243 h 5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6" h="5874">
                          <a:moveTo>
                            <a:pt x="2037" y="243"/>
                          </a:moveTo>
                          <a:cubicBezTo>
                            <a:pt x="3656" y="-424"/>
                            <a:pt x="5466" y="338"/>
                            <a:pt x="6038" y="1862"/>
                          </a:cubicBezTo>
                          <a:cubicBezTo>
                            <a:pt x="6609" y="3386"/>
                            <a:pt x="5847" y="5100"/>
                            <a:pt x="4228" y="5672"/>
                          </a:cubicBezTo>
                          <a:cubicBezTo>
                            <a:pt x="2609" y="6243"/>
                            <a:pt x="894" y="5577"/>
                            <a:pt x="228" y="4053"/>
                          </a:cubicBezTo>
                          <a:cubicBezTo>
                            <a:pt x="-439" y="2624"/>
                            <a:pt x="418" y="909"/>
                            <a:pt x="2037" y="2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055" name="Graphique 15">
                    <a:extLst>
                      <a:ext uri="{FF2B5EF4-FFF2-40B4-BE49-F238E27FC236}">
                        <a16:creationId xmlns:a16="http://schemas.microsoft.com/office/drawing/2014/main" id="{07A37483-8B74-45CE-ACF9-103DDCB8B1C7}"/>
                      </a:ext>
                    </a:extLst>
                  </p:cNvPr>
                  <p:cNvGrpSpPr/>
                  <p:nvPr/>
                </p:nvGrpSpPr>
                <p:grpSpPr>
                  <a:xfrm>
                    <a:off x="10210221" y="2864983"/>
                    <a:ext cx="38652" cy="35824"/>
                    <a:chOff x="10210221" y="2864983"/>
                    <a:chExt cx="38652" cy="35824"/>
                  </a:xfrm>
                  <a:solidFill>
                    <a:schemeClr val="accent1"/>
                  </a:solidFill>
                </p:grpSpPr>
                <p:sp>
                  <p:nvSpPr>
                    <p:cNvPr id="2056" name="Forme libre : forme 2055">
                      <a:extLst>
                        <a:ext uri="{FF2B5EF4-FFF2-40B4-BE49-F238E27FC236}">
                          <a16:creationId xmlns:a16="http://schemas.microsoft.com/office/drawing/2014/main" id="{9848F6CA-B8B9-4191-8C95-16372B4C0C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10221" y="2865079"/>
                      <a:ext cx="38652" cy="35729"/>
                    </a:xfrm>
                    <a:custGeom>
                      <a:avLst/>
                      <a:gdLst>
                        <a:gd name="connsiteX0" fmla="*/ 13360 w 38652"/>
                        <a:gd name="connsiteY0" fmla="*/ 1103 h 35729"/>
                        <a:gd name="connsiteX1" fmla="*/ 37840 w 38652"/>
                        <a:gd name="connsiteY1" fmla="*/ 12342 h 35729"/>
                        <a:gd name="connsiteX2" fmla="*/ 25171 w 38652"/>
                        <a:gd name="connsiteY2" fmla="*/ 34726 h 35729"/>
                        <a:gd name="connsiteX3" fmla="*/ 1073 w 38652"/>
                        <a:gd name="connsiteY3" fmla="*/ 23867 h 35729"/>
                        <a:gd name="connsiteX4" fmla="*/ 13360 w 38652"/>
                        <a:gd name="connsiteY4" fmla="*/ 1103 h 357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652" h="35729">
                          <a:moveTo>
                            <a:pt x="13360" y="1103"/>
                          </a:moveTo>
                          <a:cubicBezTo>
                            <a:pt x="23742" y="-2422"/>
                            <a:pt x="34792" y="2817"/>
                            <a:pt x="37840" y="12342"/>
                          </a:cubicBezTo>
                          <a:cubicBezTo>
                            <a:pt x="40888" y="21867"/>
                            <a:pt x="35077" y="31392"/>
                            <a:pt x="25171" y="34726"/>
                          </a:cubicBezTo>
                          <a:cubicBezTo>
                            <a:pt x="15265" y="37964"/>
                            <a:pt x="4502" y="33107"/>
                            <a:pt x="1073" y="23867"/>
                          </a:cubicBezTo>
                          <a:cubicBezTo>
                            <a:pt x="-2451" y="14628"/>
                            <a:pt x="2978" y="4436"/>
                            <a:pt x="13360" y="110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57" name="Forme libre : forme 2056">
                      <a:extLst>
                        <a:ext uri="{FF2B5EF4-FFF2-40B4-BE49-F238E27FC236}">
                          <a16:creationId xmlns:a16="http://schemas.microsoft.com/office/drawing/2014/main" id="{D8EE2809-4DDE-4F11-B8B8-E1F6A5726D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15390" y="2864983"/>
                      <a:ext cx="33483" cy="35709"/>
                    </a:xfrm>
                    <a:custGeom>
                      <a:avLst/>
                      <a:gdLst>
                        <a:gd name="connsiteX0" fmla="*/ 14573 w 33483"/>
                        <a:gd name="connsiteY0" fmla="*/ 17676 h 35709"/>
                        <a:gd name="connsiteX1" fmla="*/ 10287 w 33483"/>
                        <a:gd name="connsiteY1" fmla="*/ 35393 h 35709"/>
                        <a:gd name="connsiteX2" fmla="*/ 20003 w 33483"/>
                        <a:gd name="connsiteY2" fmla="*/ 34726 h 35709"/>
                        <a:gd name="connsiteX3" fmla="*/ 32671 w 33483"/>
                        <a:gd name="connsiteY3" fmla="*/ 12342 h 35709"/>
                        <a:gd name="connsiteX4" fmla="*/ 8191 w 33483"/>
                        <a:gd name="connsiteY4" fmla="*/ 1103 h 35709"/>
                        <a:gd name="connsiteX5" fmla="*/ 0 w 33483"/>
                        <a:gd name="connsiteY5" fmla="*/ 6151 h 35709"/>
                        <a:gd name="connsiteX6" fmla="*/ 14573 w 33483"/>
                        <a:gd name="connsiteY6" fmla="*/ 17676 h 35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483" h="35709">
                          <a:moveTo>
                            <a:pt x="14573" y="17676"/>
                          </a:moveTo>
                          <a:cubicBezTo>
                            <a:pt x="16764" y="24058"/>
                            <a:pt x="14764" y="30725"/>
                            <a:pt x="10287" y="35393"/>
                          </a:cubicBezTo>
                          <a:cubicBezTo>
                            <a:pt x="13430" y="35964"/>
                            <a:pt x="16764" y="35774"/>
                            <a:pt x="20003" y="34726"/>
                          </a:cubicBezTo>
                          <a:cubicBezTo>
                            <a:pt x="29908" y="31297"/>
                            <a:pt x="35719" y="21867"/>
                            <a:pt x="32671" y="12342"/>
                          </a:cubicBezTo>
                          <a:cubicBezTo>
                            <a:pt x="29623" y="2817"/>
                            <a:pt x="18574" y="-2422"/>
                            <a:pt x="8191" y="1103"/>
                          </a:cubicBezTo>
                          <a:cubicBezTo>
                            <a:pt x="4858" y="2150"/>
                            <a:pt x="2191" y="3960"/>
                            <a:pt x="0" y="6151"/>
                          </a:cubicBezTo>
                          <a:cubicBezTo>
                            <a:pt x="6667" y="7294"/>
                            <a:pt x="12382" y="11485"/>
                            <a:pt x="14573" y="1767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58" name="Forme libre : forme 2057">
                      <a:extLst>
                        <a:ext uri="{FF2B5EF4-FFF2-40B4-BE49-F238E27FC236}">
                          <a16:creationId xmlns:a16="http://schemas.microsoft.com/office/drawing/2014/main" id="{5B10A76C-27E1-491E-9843-B2709FBF1C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15445" y="2869417"/>
                      <a:ext cx="17510" cy="16102"/>
                    </a:xfrm>
                    <a:custGeom>
                      <a:avLst/>
                      <a:gdLst>
                        <a:gd name="connsiteX0" fmla="*/ 3088 w 17510"/>
                        <a:gd name="connsiteY0" fmla="*/ 2860 h 16102"/>
                        <a:gd name="connsiteX1" fmla="*/ 15471 w 17510"/>
                        <a:gd name="connsiteY1" fmla="*/ 1908 h 16102"/>
                        <a:gd name="connsiteX2" fmla="*/ 14328 w 17510"/>
                        <a:gd name="connsiteY2" fmla="*/ 13243 h 16102"/>
                        <a:gd name="connsiteX3" fmla="*/ 2040 w 17510"/>
                        <a:gd name="connsiteY3" fmla="*/ 14195 h 16102"/>
                        <a:gd name="connsiteX4" fmla="*/ 3088 w 17510"/>
                        <a:gd name="connsiteY4" fmla="*/ 2860 h 16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10" h="16102">
                          <a:moveTo>
                            <a:pt x="3088" y="2860"/>
                          </a:moveTo>
                          <a:cubicBezTo>
                            <a:pt x="6803" y="-569"/>
                            <a:pt x="12423" y="-950"/>
                            <a:pt x="15471" y="1908"/>
                          </a:cubicBezTo>
                          <a:cubicBezTo>
                            <a:pt x="18614" y="4765"/>
                            <a:pt x="18042" y="9813"/>
                            <a:pt x="14328" y="13243"/>
                          </a:cubicBezTo>
                          <a:cubicBezTo>
                            <a:pt x="10613" y="16672"/>
                            <a:pt x="5184" y="17052"/>
                            <a:pt x="2040" y="14195"/>
                          </a:cubicBezTo>
                          <a:cubicBezTo>
                            <a:pt x="-1008" y="11337"/>
                            <a:pt x="-627" y="6289"/>
                            <a:pt x="3088" y="286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59" name="Forme libre : forme 2058">
                      <a:extLst>
                        <a:ext uri="{FF2B5EF4-FFF2-40B4-BE49-F238E27FC236}">
                          <a16:creationId xmlns:a16="http://schemas.microsoft.com/office/drawing/2014/main" id="{CDCE760A-7DF0-44E9-A7C4-2A881B41AE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17881" y="2881243"/>
                      <a:ext cx="6343" cy="5880"/>
                    </a:xfrm>
                    <a:custGeom>
                      <a:avLst/>
                      <a:gdLst>
                        <a:gd name="connsiteX0" fmla="*/ 2176 w 6343"/>
                        <a:gd name="connsiteY0" fmla="*/ 178 h 5880"/>
                        <a:gd name="connsiteX1" fmla="*/ 6177 w 6343"/>
                        <a:gd name="connsiteY1" fmla="*/ 1988 h 5880"/>
                        <a:gd name="connsiteX2" fmla="*/ 4177 w 6343"/>
                        <a:gd name="connsiteY2" fmla="*/ 5703 h 5880"/>
                        <a:gd name="connsiteX3" fmla="*/ 176 w 6343"/>
                        <a:gd name="connsiteY3" fmla="*/ 3893 h 5880"/>
                        <a:gd name="connsiteX4" fmla="*/ 2176 w 6343"/>
                        <a:gd name="connsiteY4" fmla="*/ 178 h 5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43" h="5880">
                          <a:moveTo>
                            <a:pt x="2176" y="178"/>
                          </a:moveTo>
                          <a:cubicBezTo>
                            <a:pt x="3891" y="-393"/>
                            <a:pt x="5606" y="464"/>
                            <a:pt x="6177" y="1988"/>
                          </a:cubicBezTo>
                          <a:cubicBezTo>
                            <a:pt x="6749" y="3512"/>
                            <a:pt x="5796" y="5226"/>
                            <a:pt x="4177" y="5703"/>
                          </a:cubicBezTo>
                          <a:cubicBezTo>
                            <a:pt x="2558" y="6274"/>
                            <a:pt x="748" y="5417"/>
                            <a:pt x="176" y="3893"/>
                          </a:cubicBezTo>
                          <a:cubicBezTo>
                            <a:pt x="-395" y="2369"/>
                            <a:pt x="462" y="654"/>
                            <a:pt x="2176" y="1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060" name="Graphique 15">
                    <a:extLst>
                      <a:ext uri="{FF2B5EF4-FFF2-40B4-BE49-F238E27FC236}">
                        <a16:creationId xmlns:a16="http://schemas.microsoft.com/office/drawing/2014/main" id="{1D73DA32-B82B-4D91-B0C7-6ADCD93976E8}"/>
                      </a:ext>
                    </a:extLst>
                  </p:cNvPr>
                  <p:cNvGrpSpPr/>
                  <p:nvPr/>
                </p:nvGrpSpPr>
                <p:grpSpPr>
                  <a:xfrm>
                    <a:off x="10229121" y="2834264"/>
                    <a:ext cx="39925" cy="35581"/>
                    <a:chOff x="10229121" y="2834264"/>
                    <a:chExt cx="39925" cy="35581"/>
                  </a:xfrm>
                  <a:solidFill>
                    <a:schemeClr val="accent1"/>
                  </a:solidFill>
                </p:grpSpPr>
                <p:sp>
                  <p:nvSpPr>
                    <p:cNvPr id="2061" name="Forme libre : forme 2060">
                      <a:extLst>
                        <a:ext uri="{FF2B5EF4-FFF2-40B4-BE49-F238E27FC236}">
                          <a16:creationId xmlns:a16="http://schemas.microsoft.com/office/drawing/2014/main" id="{5D60F8CC-7EA6-473B-85A5-0E50AF43B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29121" y="2834264"/>
                      <a:ext cx="39925" cy="35581"/>
                    </a:xfrm>
                    <a:custGeom>
                      <a:avLst/>
                      <a:gdLst>
                        <a:gd name="connsiteX0" fmla="*/ 14273 w 39925"/>
                        <a:gd name="connsiteY0" fmla="*/ 771 h 35581"/>
                        <a:gd name="connsiteX1" fmla="*/ 39228 w 39925"/>
                        <a:gd name="connsiteY1" fmla="*/ 12677 h 35581"/>
                        <a:gd name="connsiteX2" fmla="*/ 25512 w 39925"/>
                        <a:gd name="connsiteY2" fmla="*/ 34870 h 35581"/>
                        <a:gd name="connsiteX3" fmla="*/ 938 w 39925"/>
                        <a:gd name="connsiteY3" fmla="*/ 23250 h 35581"/>
                        <a:gd name="connsiteX4" fmla="*/ 14273 w 39925"/>
                        <a:gd name="connsiteY4" fmla="*/ 771 h 355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925" h="35581">
                          <a:moveTo>
                            <a:pt x="14273" y="771"/>
                          </a:moveTo>
                          <a:cubicBezTo>
                            <a:pt x="25131" y="-2087"/>
                            <a:pt x="36371" y="3247"/>
                            <a:pt x="39228" y="12677"/>
                          </a:cubicBezTo>
                          <a:cubicBezTo>
                            <a:pt x="42086" y="22107"/>
                            <a:pt x="35895" y="32013"/>
                            <a:pt x="25512" y="34870"/>
                          </a:cubicBezTo>
                          <a:cubicBezTo>
                            <a:pt x="15130" y="37537"/>
                            <a:pt x="4177" y="32489"/>
                            <a:pt x="938" y="23250"/>
                          </a:cubicBezTo>
                          <a:cubicBezTo>
                            <a:pt x="-2396" y="14106"/>
                            <a:pt x="3414" y="3438"/>
                            <a:pt x="14273" y="7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62" name="Forme libre : forme 2061">
                      <a:extLst>
                        <a:ext uri="{FF2B5EF4-FFF2-40B4-BE49-F238E27FC236}">
                          <a16:creationId xmlns:a16="http://schemas.microsoft.com/office/drawing/2014/main" id="{8401D85B-4DC7-47B1-BA85-4AC274DBA5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4726" y="2834264"/>
                      <a:ext cx="34320" cy="35573"/>
                    </a:xfrm>
                    <a:custGeom>
                      <a:avLst/>
                      <a:gdLst>
                        <a:gd name="connsiteX0" fmla="*/ 14764 w 34320"/>
                        <a:gd name="connsiteY0" fmla="*/ 17535 h 35573"/>
                        <a:gd name="connsiteX1" fmla="*/ 9811 w 34320"/>
                        <a:gd name="connsiteY1" fmla="*/ 35061 h 35573"/>
                        <a:gd name="connsiteX2" fmla="*/ 19907 w 34320"/>
                        <a:gd name="connsiteY2" fmla="*/ 34870 h 35573"/>
                        <a:gd name="connsiteX3" fmla="*/ 33623 w 34320"/>
                        <a:gd name="connsiteY3" fmla="*/ 12677 h 35573"/>
                        <a:gd name="connsiteX4" fmla="*/ 8668 w 34320"/>
                        <a:gd name="connsiteY4" fmla="*/ 771 h 35573"/>
                        <a:gd name="connsiteX5" fmla="*/ 0 w 34320"/>
                        <a:gd name="connsiteY5" fmla="*/ 5533 h 35573"/>
                        <a:gd name="connsiteX6" fmla="*/ 14764 w 34320"/>
                        <a:gd name="connsiteY6" fmla="*/ 17535 h 35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320" h="35573">
                          <a:moveTo>
                            <a:pt x="14764" y="17535"/>
                          </a:moveTo>
                          <a:cubicBezTo>
                            <a:pt x="16859" y="23917"/>
                            <a:pt x="14669" y="30584"/>
                            <a:pt x="9811" y="35061"/>
                          </a:cubicBezTo>
                          <a:cubicBezTo>
                            <a:pt x="13049" y="35728"/>
                            <a:pt x="16478" y="35823"/>
                            <a:pt x="19907" y="34870"/>
                          </a:cubicBezTo>
                          <a:cubicBezTo>
                            <a:pt x="30289" y="32013"/>
                            <a:pt x="36481" y="22107"/>
                            <a:pt x="33623" y="12677"/>
                          </a:cubicBezTo>
                          <a:cubicBezTo>
                            <a:pt x="30766" y="3247"/>
                            <a:pt x="19526" y="-2087"/>
                            <a:pt x="8668" y="771"/>
                          </a:cubicBezTo>
                          <a:cubicBezTo>
                            <a:pt x="5239" y="1723"/>
                            <a:pt x="2381" y="3343"/>
                            <a:pt x="0" y="5533"/>
                          </a:cubicBezTo>
                          <a:cubicBezTo>
                            <a:pt x="6858" y="6772"/>
                            <a:pt x="12668" y="11248"/>
                            <a:pt x="14764" y="1753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63" name="Forme libre : forme 2062">
                      <a:extLst>
                        <a:ext uri="{FF2B5EF4-FFF2-40B4-BE49-F238E27FC236}">
                          <a16:creationId xmlns:a16="http://schemas.microsoft.com/office/drawing/2014/main" id="{E22CDEFB-9B01-42AA-8A69-64D2422128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4606" y="2838373"/>
                      <a:ext cx="18167" cy="15896"/>
                    </a:xfrm>
                    <a:custGeom>
                      <a:avLst/>
                      <a:gdLst>
                        <a:gd name="connsiteX0" fmla="*/ 3358 w 18167"/>
                        <a:gd name="connsiteY0" fmla="*/ 2567 h 15896"/>
                        <a:gd name="connsiteX1" fmla="*/ 16217 w 18167"/>
                        <a:gd name="connsiteY1" fmla="*/ 2090 h 15896"/>
                        <a:gd name="connsiteX2" fmla="*/ 14693 w 18167"/>
                        <a:gd name="connsiteY2" fmla="*/ 13330 h 15896"/>
                        <a:gd name="connsiteX3" fmla="*/ 2024 w 18167"/>
                        <a:gd name="connsiteY3" fmla="*/ 13806 h 15896"/>
                        <a:gd name="connsiteX4" fmla="*/ 3358 w 18167"/>
                        <a:gd name="connsiteY4" fmla="*/ 2567 h 1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167" h="15896">
                          <a:moveTo>
                            <a:pt x="3358" y="2567"/>
                          </a:moveTo>
                          <a:cubicBezTo>
                            <a:pt x="7263" y="-672"/>
                            <a:pt x="13074" y="-862"/>
                            <a:pt x="16217" y="2090"/>
                          </a:cubicBezTo>
                          <a:cubicBezTo>
                            <a:pt x="19360" y="5043"/>
                            <a:pt x="18598" y="10091"/>
                            <a:pt x="14693" y="13330"/>
                          </a:cubicBezTo>
                          <a:cubicBezTo>
                            <a:pt x="10788" y="16568"/>
                            <a:pt x="5168" y="16759"/>
                            <a:pt x="2024" y="13806"/>
                          </a:cubicBezTo>
                          <a:cubicBezTo>
                            <a:pt x="-1119" y="11044"/>
                            <a:pt x="-547" y="5805"/>
                            <a:pt x="3358" y="256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64" name="Forme libre : forme 2063">
                      <a:extLst>
                        <a:ext uri="{FF2B5EF4-FFF2-40B4-BE49-F238E27FC236}">
                          <a16:creationId xmlns:a16="http://schemas.microsoft.com/office/drawing/2014/main" id="{2DC540CB-2493-47E3-B49B-13B4B51D1C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6950" y="2849953"/>
                      <a:ext cx="6565" cy="5882"/>
                    </a:xfrm>
                    <a:custGeom>
                      <a:avLst/>
                      <a:gdLst>
                        <a:gd name="connsiteX0" fmla="*/ 2348 w 6565"/>
                        <a:gd name="connsiteY0" fmla="*/ 131 h 5882"/>
                        <a:gd name="connsiteX1" fmla="*/ 6444 w 6565"/>
                        <a:gd name="connsiteY1" fmla="*/ 2131 h 5882"/>
                        <a:gd name="connsiteX2" fmla="*/ 4253 w 6565"/>
                        <a:gd name="connsiteY2" fmla="*/ 5751 h 5882"/>
                        <a:gd name="connsiteX3" fmla="*/ 157 w 6565"/>
                        <a:gd name="connsiteY3" fmla="*/ 3846 h 5882"/>
                        <a:gd name="connsiteX4" fmla="*/ 2348 w 6565"/>
                        <a:gd name="connsiteY4" fmla="*/ 131 h 5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65" h="5882">
                          <a:moveTo>
                            <a:pt x="2348" y="131"/>
                          </a:moveTo>
                          <a:cubicBezTo>
                            <a:pt x="4062" y="-345"/>
                            <a:pt x="5967" y="512"/>
                            <a:pt x="6444" y="2131"/>
                          </a:cubicBezTo>
                          <a:cubicBezTo>
                            <a:pt x="6920" y="3655"/>
                            <a:pt x="5967" y="5275"/>
                            <a:pt x="4253" y="5751"/>
                          </a:cubicBezTo>
                          <a:cubicBezTo>
                            <a:pt x="2538" y="6227"/>
                            <a:pt x="728" y="5370"/>
                            <a:pt x="157" y="3846"/>
                          </a:cubicBezTo>
                          <a:cubicBezTo>
                            <a:pt x="-415" y="2322"/>
                            <a:pt x="633" y="607"/>
                            <a:pt x="2348" y="1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065" name="Graphique 15">
                  <a:extLst>
                    <a:ext uri="{FF2B5EF4-FFF2-40B4-BE49-F238E27FC236}">
                      <a16:creationId xmlns:a16="http://schemas.microsoft.com/office/drawing/2014/main" id="{A46FC387-FE10-41DE-BD53-C69EB33A4182}"/>
                    </a:ext>
                  </a:extLst>
                </p:cNvPr>
                <p:cNvGrpSpPr/>
                <p:nvPr/>
              </p:nvGrpSpPr>
              <p:grpSpPr>
                <a:xfrm>
                  <a:off x="10172431" y="2726322"/>
                  <a:ext cx="52674" cy="105435"/>
                  <a:chOff x="10172431" y="2726322"/>
                  <a:chExt cx="52674" cy="105435"/>
                </a:xfrm>
                <a:solidFill>
                  <a:schemeClr val="accent1"/>
                </a:solidFill>
              </p:grpSpPr>
              <p:grpSp>
                <p:nvGrpSpPr>
                  <p:cNvPr id="2066" name="Graphique 15">
                    <a:extLst>
                      <a:ext uri="{FF2B5EF4-FFF2-40B4-BE49-F238E27FC236}">
                        <a16:creationId xmlns:a16="http://schemas.microsoft.com/office/drawing/2014/main" id="{63AF9F8B-9E85-4F58-A6A9-89EC99DD6277}"/>
                      </a:ext>
                    </a:extLst>
                  </p:cNvPr>
                  <p:cNvGrpSpPr/>
                  <p:nvPr/>
                </p:nvGrpSpPr>
                <p:grpSpPr>
                  <a:xfrm>
                    <a:off x="10176039" y="2726322"/>
                    <a:ext cx="44801" cy="35820"/>
                    <a:chOff x="10176039" y="2726322"/>
                    <a:chExt cx="44801" cy="35820"/>
                  </a:xfrm>
                  <a:solidFill>
                    <a:schemeClr val="accent1"/>
                  </a:solidFill>
                </p:grpSpPr>
                <p:sp>
                  <p:nvSpPr>
                    <p:cNvPr id="2067" name="Forme libre : forme 2066">
                      <a:extLst>
                        <a:ext uri="{FF2B5EF4-FFF2-40B4-BE49-F238E27FC236}">
                          <a16:creationId xmlns:a16="http://schemas.microsoft.com/office/drawing/2014/main" id="{6D0B7A40-1184-4A0E-8C71-71A9B87BA1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76039" y="2726322"/>
                      <a:ext cx="44801" cy="35820"/>
                    </a:xfrm>
                    <a:custGeom>
                      <a:avLst/>
                      <a:gdLst>
                        <a:gd name="connsiteX0" fmla="*/ 41733 w 44801"/>
                        <a:gd name="connsiteY0" fmla="*/ 25940 h 35820"/>
                        <a:gd name="connsiteX1" fmla="*/ 11538 w 44801"/>
                        <a:gd name="connsiteY1" fmla="*/ 33941 h 35820"/>
                        <a:gd name="connsiteX2" fmla="*/ 2775 w 44801"/>
                        <a:gd name="connsiteY2" fmla="*/ 10033 h 35820"/>
                        <a:gd name="connsiteX3" fmla="*/ 33732 w 44801"/>
                        <a:gd name="connsiteY3" fmla="*/ 1842 h 35820"/>
                        <a:gd name="connsiteX4" fmla="*/ 41733 w 44801"/>
                        <a:gd name="connsiteY4" fmla="*/ 25940 h 35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801" h="35820">
                          <a:moveTo>
                            <a:pt x="41733" y="25940"/>
                          </a:moveTo>
                          <a:cubicBezTo>
                            <a:pt x="35541" y="34798"/>
                            <a:pt x="22206" y="38322"/>
                            <a:pt x="11538" y="33941"/>
                          </a:cubicBezTo>
                          <a:cubicBezTo>
                            <a:pt x="870" y="29559"/>
                            <a:pt x="-3225" y="18891"/>
                            <a:pt x="2775" y="10033"/>
                          </a:cubicBezTo>
                          <a:cubicBezTo>
                            <a:pt x="8776" y="1175"/>
                            <a:pt x="22873" y="-2540"/>
                            <a:pt x="33732" y="1842"/>
                          </a:cubicBezTo>
                          <a:cubicBezTo>
                            <a:pt x="44495" y="6318"/>
                            <a:pt x="47924" y="17177"/>
                            <a:pt x="41733" y="259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68" name="Forme libre : forme 2067">
                      <a:extLst>
                        <a:ext uri="{FF2B5EF4-FFF2-40B4-BE49-F238E27FC236}">
                          <a16:creationId xmlns:a16="http://schemas.microsoft.com/office/drawing/2014/main" id="{E8D80748-70E6-4443-8F73-06DAFA754A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76039" y="2729498"/>
                      <a:ext cx="44685" cy="32628"/>
                    </a:xfrm>
                    <a:custGeom>
                      <a:avLst/>
                      <a:gdLst>
                        <a:gd name="connsiteX0" fmla="*/ 22302 w 44685"/>
                        <a:gd name="connsiteY0" fmla="*/ 15240 h 32628"/>
                        <a:gd name="connsiteX1" fmla="*/ 10967 w 44685"/>
                        <a:gd name="connsiteY1" fmla="*/ 0 h 32628"/>
                        <a:gd name="connsiteX2" fmla="*/ 2775 w 44685"/>
                        <a:gd name="connsiteY2" fmla="*/ 6858 h 32628"/>
                        <a:gd name="connsiteX3" fmla="*/ 11538 w 44685"/>
                        <a:gd name="connsiteY3" fmla="*/ 30766 h 32628"/>
                        <a:gd name="connsiteX4" fmla="*/ 41733 w 44685"/>
                        <a:gd name="connsiteY4" fmla="*/ 22765 h 32628"/>
                        <a:gd name="connsiteX5" fmla="*/ 44685 w 44685"/>
                        <a:gd name="connsiteY5" fmla="*/ 14002 h 32628"/>
                        <a:gd name="connsiteX6" fmla="*/ 22302 w 44685"/>
                        <a:gd name="connsiteY6" fmla="*/ 15240 h 326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685" h="32628">
                          <a:moveTo>
                            <a:pt x="22302" y="15240"/>
                          </a:moveTo>
                          <a:cubicBezTo>
                            <a:pt x="14967" y="12287"/>
                            <a:pt x="10872" y="6286"/>
                            <a:pt x="10967" y="0"/>
                          </a:cubicBezTo>
                          <a:cubicBezTo>
                            <a:pt x="7633" y="1714"/>
                            <a:pt x="4776" y="4000"/>
                            <a:pt x="2775" y="6858"/>
                          </a:cubicBezTo>
                          <a:cubicBezTo>
                            <a:pt x="-3225" y="15716"/>
                            <a:pt x="870" y="26384"/>
                            <a:pt x="11538" y="30766"/>
                          </a:cubicBezTo>
                          <a:cubicBezTo>
                            <a:pt x="22206" y="35147"/>
                            <a:pt x="35541" y="31528"/>
                            <a:pt x="41733" y="22765"/>
                          </a:cubicBezTo>
                          <a:cubicBezTo>
                            <a:pt x="43733" y="19907"/>
                            <a:pt x="44590" y="16954"/>
                            <a:pt x="44685" y="14002"/>
                          </a:cubicBezTo>
                          <a:cubicBezTo>
                            <a:pt x="37923" y="17431"/>
                            <a:pt x="29541" y="18193"/>
                            <a:pt x="22302" y="1524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69" name="Forme libre : forme 2068">
                      <a:extLst>
                        <a:ext uri="{FF2B5EF4-FFF2-40B4-BE49-F238E27FC236}">
                          <a16:creationId xmlns:a16="http://schemas.microsoft.com/office/drawing/2014/main" id="{06576419-D624-4560-B05C-ACEBAA8B75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8410" y="2736163"/>
                      <a:ext cx="18639" cy="17146"/>
                    </a:xfrm>
                    <a:custGeom>
                      <a:avLst/>
                      <a:gdLst>
                        <a:gd name="connsiteX0" fmla="*/ 18599 w 18639"/>
                        <a:gd name="connsiteY0" fmla="*/ 8574 h 17146"/>
                        <a:gd name="connsiteX1" fmla="*/ 8598 w 18639"/>
                        <a:gd name="connsiteY1" fmla="*/ 17147 h 17146"/>
                        <a:gd name="connsiteX2" fmla="*/ 26 w 18639"/>
                        <a:gd name="connsiteY2" fmla="*/ 8574 h 17146"/>
                        <a:gd name="connsiteX3" fmla="*/ 10027 w 18639"/>
                        <a:gd name="connsiteY3" fmla="*/ 2 h 17146"/>
                        <a:gd name="connsiteX4" fmla="*/ 18599 w 18639"/>
                        <a:gd name="connsiteY4" fmla="*/ 8574 h 17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639" h="17146">
                          <a:moveTo>
                            <a:pt x="18599" y="8574"/>
                          </a:moveTo>
                          <a:cubicBezTo>
                            <a:pt x="18123" y="13337"/>
                            <a:pt x="13742" y="17147"/>
                            <a:pt x="8598" y="17147"/>
                          </a:cubicBezTo>
                          <a:cubicBezTo>
                            <a:pt x="3550" y="17147"/>
                            <a:pt x="-355" y="13241"/>
                            <a:pt x="26" y="8574"/>
                          </a:cubicBezTo>
                          <a:cubicBezTo>
                            <a:pt x="407" y="3812"/>
                            <a:pt x="4883" y="2"/>
                            <a:pt x="10027" y="2"/>
                          </a:cubicBezTo>
                          <a:cubicBezTo>
                            <a:pt x="15266" y="-93"/>
                            <a:pt x="19076" y="3812"/>
                            <a:pt x="18599" y="857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70" name="Forme libre : forme 2069">
                      <a:extLst>
                        <a:ext uri="{FF2B5EF4-FFF2-40B4-BE49-F238E27FC236}">
                          <a16:creationId xmlns:a16="http://schemas.microsoft.com/office/drawing/2014/main" id="{D8AF96C7-8F9B-4345-982D-1822B27B86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1247" y="2735084"/>
                      <a:ext cx="7405" cy="5876"/>
                    </a:xfrm>
                    <a:custGeom>
                      <a:avLst/>
                      <a:gdLst>
                        <a:gd name="connsiteX0" fmla="*/ 6904 w 7405"/>
                        <a:gd name="connsiteY0" fmla="*/ 4224 h 5876"/>
                        <a:gd name="connsiteX1" fmla="*/ 1856 w 7405"/>
                        <a:gd name="connsiteY1" fmla="*/ 5558 h 5876"/>
                        <a:gd name="connsiteX2" fmla="*/ 522 w 7405"/>
                        <a:gd name="connsiteY2" fmla="*/ 1652 h 5876"/>
                        <a:gd name="connsiteX3" fmla="*/ 5571 w 7405"/>
                        <a:gd name="connsiteY3" fmla="*/ 319 h 5876"/>
                        <a:gd name="connsiteX4" fmla="*/ 6904 w 7405"/>
                        <a:gd name="connsiteY4" fmla="*/ 4224 h 5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05" h="5876">
                          <a:moveTo>
                            <a:pt x="6904" y="4224"/>
                          </a:moveTo>
                          <a:cubicBezTo>
                            <a:pt x="5856" y="5653"/>
                            <a:pt x="3665" y="6320"/>
                            <a:pt x="1856" y="5558"/>
                          </a:cubicBezTo>
                          <a:cubicBezTo>
                            <a:pt x="46" y="4796"/>
                            <a:pt x="-526" y="3081"/>
                            <a:pt x="522" y="1652"/>
                          </a:cubicBezTo>
                          <a:cubicBezTo>
                            <a:pt x="1570" y="224"/>
                            <a:pt x="3856" y="-443"/>
                            <a:pt x="5571" y="319"/>
                          </a:cubicBezTo>
                          <a:cubicBezTo>
                            <a:pt x="7285" y="986"/>
                            <a:pt x="7952" y="2795"/>
                            <a:pt x="6904" y="422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071" name="Graphique 15">
                    <a:extLst>
                      <a:ext uri="{FF2B5EF4-FFF2-40B4-BE49-F238E27FC236}">
                        <a16:creationId xmlns:a16="http://schemas.microsoft.com/office/drawing/2014/main" id="{E8206DBB-58C5-430B-BF94-FC2E871F2E5E}"/>
                      </a:ext>
                    </a:extLst>
                  </p:cNvPr>
                  <p:cNvGrpSpPr/>
                  <p:nvPr/>
                </p:nvGrpSpPr>
                <p:grpSpPr>
                  <a:xfrm>
                    <a:off x="10172431" y="2761895"/>
                    <a:ext cx="43361" cy="35838"/>
                    <a:chOff x="10172431" y="2761895"/>
                    <a:chExt cx="43361" cy="35838"/>
                  </a:xfrm>
                  <a:solidFill>
                    <a:schemeClr val="accent1"/>
                  </a:solidFill>
                </p:grpSpPr>
                <p:sp>
                  <p:nvSpPr>
                    <p:cNvPr id="2072" name="Forme libre : forme 2071">
                      <a:extLst>
                        <a:ext uri="{FF2B5EF4-FFF2-40B4-BE49-F238E27FC236}">
                          <a16:creationId xmlns:a16="http://schemas.microsoft.com/office/drawing/2014/main" id="{9280BA86-E1AD-45FC-B24B-FB183D31CC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72508" y="2761895"/>
                      <a:ext cx="43284" cy="35838"/>
                    </a:xfrm>
                    <a:custGeom>
                      <a:avLst/>
                      <a:gdLst>
                        <a:gd name="connsiteX0" fmla="*/ 40406 w 43284"/>
                        <a:gd name="connsiteY0" fmla="*/ 25991 h 35838"/>
                        <a:gd name="connsiteX1" fmla="*/ 11355 w 43284"/>
                        <a:gd name="connsiteY1" fmla="*/ 33896 h 35838"/>
                        <a:gd name="connsiteX2" fmla="*/ 2592 w 43284"/>
                        <a:gd name="connsiteY2" fmla="*/ 10084 h 35838"/>
                        <a:gd name="connsiteX3" fmla="*/ 32405 w 43284"/>
                        <a:gd name="connsiteY3" fmla="*/ 1892 h 35838"/>
                        <a:gd name="connsiteX4" fmla="*/ 40406 w 43284"/>
                        <a:gd name="connsiteY4" fmla="*/ 25991 h 358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284" h="35838">
                          <a:moveTo>
                            <a:pt x="40406" y="25991"/>
                          </a:moveTo>
                          <a:cubicBezTo>
                            <a:pt x="34500" y="34849"/>
                            <a:pt x="21737" y="38373"/>
                            <a:pt x="11355" y="33896"/>
                          </a:cubicBezTo>
                          <a:cubicBezTo>
                            <a:pt x="972" y="29705"/>
                            <a:pt x="-3123" y="19323"/>
                            <a:pt x="2592" y="10084"/>
                          </a:cubicBezTo>
                          <a:cubicBezTo>
                            <a:pt x="8307" y="940"/>
                            <a:pt x="21832" y="-2489"/>
                            <a:pt x="32405" y="1892"/>
                          </a:cubicBezTo>
                          <a:cubicBezTo>
                            <a:pt x="42882" y="6369"/>
                            <a:pt x="46311" y="17133"/>
                            <a:pt x="40406" y="2599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73" name="Forme libre : forme 2072">
                      <a:extLst>
                        <a:ext uri="{FF2B5EF4-FFF2-40B4-BE49-F238E27FC236}">
                          <a16:creationId xmlns:a16="http://schemas.microsoft.com/office/drawing/2014/main" id="{07CE722A-B3EF-46AD-97F4-6D3B6F0F4B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72431" y="2765026"/>
                      <a:ext cx="43149" cy="32648"/>
                    </a:xfrm>
                    <a:custGeom>
                      <a:avLst/>
                      <a:gdLst>
                        <a:gd name="connsiteX0" fmla="*/ 21623 w 43149"/>
                        <a:gd name="connsiteY0" fmla="*/ 15240 h 32648"/>
                        <a:gd name="connsiteX1" fmla="*/ 10383 w 43149"/>
                        <a:gd name="connsiteY1" fmla="*/ 0 h 32648"/>
                        <a:gd name="connsiteX2" fmla="*/ 2573 w 43149"/>
                        <a:gd name="connsiteY2" fmla="*/ 6953 h 32648"/>
                        <a:gd name="connsiteX3" fmla="*/ 11336 w 43149"/>
                        <a:gd name="connsiteY3" fmla="*/ 30766 h 32648"/>
                        <a:gd name="connsiteX4" fmla="*/ 40387 w 43149"/>
                        <a:gd name="connsiteY4" fmla="*/ 22860 h 32648"/>
                        <a:gd name="connsiteX5" fmla="*/ 43149 w 43149"/>
                        <a:gd name="connsiteY5" fmla="*/ 14097 h 32648"/>
                        <a:gd name="connsiteX6" fmla="*/ 21623 w 43149"/>
                        <a:gd name="connsiteY6" fmla="*/ 15240 h 32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149" h="32648">
                          <a:moveTo>
                            <a:pt x="21623" y="15240"/>
                          </a:moveTo>
                          <a:cubicBezTo>
                            <a:pt x="14479" y="12192"/>
                            <a:pt x="10479" y="6287"/>
                            <a:pt x="10383" y="0"/>
                          </a:cubicBezTo>
                          <a:cubicBezTo>
                            <a:pt x="7240" y="1714"/>
                            <a:pt x="4478" y="3905"/>
                            <a:pt x="2573" y="6953"/>
                          </a:cubicBezTo>
                          <a:cubicBezTo>
                            <a:pt x="-3142" y="16097"/>
                            <a:pt x="1049" y="26575"/>
                            <a:pt x="11336" y="30766"/>
                          </a:cubicBezTo>
                          <a:cubicBezTo>
                            <a:pt x="21718" y="35147"/>
                            <a:pt x="34577" y="31623"/>
                            <a:pt x="40387" y="22860"/>
                          </a:cubicBezTo>
                          <a:cubicBezTo>
                            <a:pt x="42292" y="20098"/>
                            <a:pt x="43054" y="17050"/>
                            <a:pt x="43149" y="14097"/>
                          </a:cubicBezTo>
                          <a:cubicBezTo>
                            <a:pt x="36768" y="17526"/>
                            <a:pt x="28671" y="18193"/>
                            <a:pt x="21623" y="1524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74" name="Forme libre : forme 2073">
                      <a:extLst>
                        <a:ext uri="{FF2B5EF4-FFF2-40B4-BE49-F238E27FC236}">
                          <a16:creationId xmlns:a16="http://schemas.microsoft.com/office/drawing/2014/main" id="{E87F256E-DEB2-4EF7-B26C-9BDCB3FD46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4142" y="2771598"/>
                      <a:ext cx="18035" cy="17241"/>
                    </a:xfrm>
                    <a:custGeom>
                      <a:avLst/>
                      <a:gdLst>
                        <a:gd name="connsiteX0" fmla="*/ 18009 w 18035"/>
                        <a:gd name="connsiteY0" fmla="*/ 8763 h 17241"/>
                        <a:gd name="connsiteX1" fmla="*/ 8484 w 18035"/>
                        <a:gd name="connsiteY1" fmla="*/ 17240 h 17241"/>
                        <a:gd name="connsiteX2" fmla="*/ 7 w 18035"/>
                        <a:gd name="connsiteY2" fmla="*/ 8572 h 17241"/>
                        <a:gd name="connsiteX3" fmla="*/ 9627 w 18035"/>
                        <a:gd name="connsiteY3" fmla="*/ 0 h 17241"/>
                        <a:gd name="connsiteX4" fmla="*/ 18009 w 18035"/>
                        <a:gd name="connsiteY4" fmla="*/ 8763 h 172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35" h="17241">
                          <a:moveTo>
                            <a:pt x="18009" y="8763"/>
                          </a:moveTo>
                          <a:cubicBezTo>
                            <a:pt x="17628" y="13525"/>
                            <a:pt x="13342" y="17335"/>
                            <a:pt x="8484" y="17240"/>
                          </a:cubicBezTo>
                          <a:cubicBezTo>
                            <a:pt x="3531" y="17240"/>
                            <a:pt x="-183" y="13335"/>
                            <a:pt x="7" y="8572"/>
                          </a:cubicBezTo>
                          <a:cubicBezTo>
                            <a:pt x="293" y="3810"/>
                            <a:pt x="4579" y="0"/>
                            <a:pt x="9627" y="0"/>
                          </a:cubicBezTo>
                          <a:cubicBezTo>
                            <a:pt x="14580" y="95"/>
                            <a:pt x="18390" y="4000"/>
                            <a:pt x="18009" y="876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75" name="Forme libre : forme 2074">
                      <a:extLst>
                        <a:ext uri="{FF2B5EF4-FFF2-40B4-BE49-F238E27FC236}">
                          <a16:creationId xmlns:a16="http://schemas.microsoft.com/office/drawing/2014/main" id="{4B17C159-B501-4A9D-BE19-923ED4DA5F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6791" y="2770654"/>
                      <a:ext cx="7151" cy="5793"/>
                    </a:xfrm>
                    <a:custGeom>
                      <a:avLst/>
                      <a:gdLst>
                        <a:gd name="connsiteX0" fmla="*/ 6692 w 7151"/>
                        <a:gd name="connsiteY0" fmla="*/ 4182 h 5793"/>
                        <a:gd name="connsiteX1" fmla="*/ 1835 w 7151"/>
                        <a:gd name="connsiteY1" fmla="*/ 5516 h 5793"/>
                        <a:gd name="connsiteX2" fmla="*/ 501 w 7151"/>
                        <a:gd name="connsiteY2" fmla="*/ 1611 h 5793"/>
                        <a:gd name="connsiteX3" fmla="*/ 5359 w 7151"/>
                        <a:gd name="connsiteY3" fmla="*/ 277 h 5793"/>
                        <a:gd name="connsiteX4" fmla="*/ 6692 w 7151"/>
                        <a:gd name="connsiteY4" fmla="*/ 4182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51" h="5793">
                          <a:moveTo>
                            <a:pt x="6692" y="4182"/>
                          </a:moveTo>
                          <a:cubicBezTo>
                            <a:pt x="5740" y="5611"/>
                            <a:pt x="3549" y="6183"/>
                            <a:pt x="1835" y="5516"/>
                          </a:cubicBezTo>
                          <a:cubicBezTo>
                            <a:pt x="120" y="4754"/>
                            <a:pt x="-547" y="3039"/>
                            <a:pt x="501" y="1611"/>
                          </a:cubicBezTo>
                          <a:cubicBezTo>
                            <a:pt x="1454" y="182"/>
                            <a:pt x="3644" y="-390"/>
                            <a:pt x="5359" y="277"/>
                          </a:cubicBezTo>
                          <a:cubicBezTo>
                            <a:pt x="7074" y="1039"/>
                            <a:pt x="7645" y="2754"/>
                            <a:pt x="6692" y="41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076" name="Graphique 15">
                    <a:extLst>
                      <a:ext uri="{FF2B5EF4-FFF2-40B4-BE49-F238E27FC236}">
                        <a16:creationId xmlns:a16="http://schemas.microsoft.com/office/drawing/2014/main" id="{663E37AA-7AB4-4926-B3C2-F74380D841E7}"/>
                      </a:ext>
                    </a:extLst>
                  </p:cNvPr>
                  <p:cNvGrpSpPr/>
                  <p:nvPr/>
                </p:nvGrpSpPr>
                <p:grpSpPr>
                  <a:xfrm>
                    <a:off x="10183270" y="2796058"/>
                    <a:ext cx="41835" cy="35699"/>
                    <a:chOff x="10183270" y="2796058"/>
                    <a:chExt cx="41835" cy="35699"/>
                  </a:xfrm>
                  <a:solidFill>
                    <a:schemeClr val="accent1"/>
                  </a:solidFill>
                </p:grpSpPr>
                <p:sp>
                  <p:nvSpPr>
                    <p:cNvPr id="2077" name="Forme libre : forme 2076">
                      <a:extLst>
                        <a:ext uri="{FF2B5EF4-FFF2-40B4-BE49-F238E27FC236}">
                          <a16:creationId xmlns:a16="http://schemas.microsoft.com/office/drawing/2014/main" id="{9EA453D8-641C-4738-A040-54996F3A82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3270" y="2796058"/>
                      <a:ext cx="41810" cy="35639"/>
                    </a:xfrm>
                    <a:custGeom>
                      <a:avLst/>
                      <a:gdLst>
                        <a:gd name="connsiteX0" fmla="*/ 39073 w 41810"/>
                        <a:gd name="connsiteY0" fmla="*/ 25927 h 35639"/>
                        <a:gd name="connsiteX1" fmla="*/ 10974 w 41810"/>
                        <a:gd name="connsiteY1" fmla="*/ 33738 h 35639"/>
                        <a:gd name="connsiteX2" fmla="*/ 2497 w 41810"/>
                        <a:gd name="connsiteY2" fmla="*/ 9830 h 35639"/>
                        <a:gd name="connsiteX3" fmla="*/ 31263 w 41810"/>
                        <a:gd name="connsiteY3" fmla="*/ 1924 h 35639"/>
                        <a:gd name="connsiteX4" fmla="*/ 39073 w 41810"/>
                        <a:gd name="connsiteY4" fmla="*/ 25927 h 35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810" h="35639">
                          <a:moveTo>
                            <a:pt x="39073" y="25927"/>
                          </a:moveTo>
                          <a:cubicBezTo>
                            <a:pt x="33358" y="34690"/>
                            <a:pt x="21071" y="38119"/>
                            <a:pt x="10974" y="33738"/>
                          </a:cubicBezTo>
                          <a:cubicBezTo>
                            <a:pt x="973" y="29261"/>
                            <a:pt x="-3028" y="18688"/>
                            <a:pt x="2497" y="9830"/>
                          </a:cubicBezTo>
                          <a:cubicBezTo>
                            <a:pt x="8021" y="1067"/>
                            <a:pt x="21071" y="-2553"/>
                            <a:pt x="31263" y="1924"/>
                          </a:cubicBezTo>
                          <a:cubicBezTo>
                            <a:pt x="41454" y="6306"/>
                            <a:pt x="44693" y="17164"/>
                            <a:pt x="39073" y="2592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78" name="Forme libre : forme 2077">
                      <a:extLst>
                        <a:ext uri="{FF2B5EF4-FFF2-40B4-BE49-F238E27FC236}">
                          <a16:creationId xmlns:a16="http://schemas.microsoft.com/office/drawing/2014/main" id="{9C1C5C61-246C-415E-97C8-6B52FD2C45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3366" y="2799030"/>
                      <a:ext cx="41739" cy="32727"/>
                    </a:xfrm>
                    <a:custGeom>
                      <a:avLst/>
                      <a:gdLst>
                        <a:gd name="connsiteX0" fmla="*/ 20785 w 41739"/>
                        <a:gd name="connsiteY0" fmla="*/ 15240 h 32727"/>
                        <a:gd name="connsiteX1" fmla="*/ 10022 w 41739"/>
                        <a:gd name="connsiteY1" fmla="*/ 0 h 32727"/>
                        <a:gd name="connsiteX2" fmla="*/ 2497 w 41739"/>
                        <a:gd name="connsiteY2" fmla="*/ 6858 h 32727"/>
                        <a:gd name="connsiteX3" fmla="*/ 10974 w 41739"/>
                        <a:gd name="connsiteY3" fmla="*/ 30766 h 32727"/>
                        <a:gd name="connsiteX4" fmla="*/ 39073 w 41739"/>
                        <a:gd name="connsiteY4" fmla="*/ 22955 h 32727"/>
                        <a:gd name="connsiteX5" fmla="*/ 41740 w 41739"/>
                        <a:gd name="connsiteY5" fmla="*/ 14192 h 32727"/>
                        <a:gd name="connsiteX6" fmla="*/ 20785 w 41739"/>
                        <a:gd name="connsiteY6" fmla="*/ 15240 h 32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739" h="32727">
                          <a:moveTo>
                            <a:pt x="20785" y="15240"/>
                          </a:moveTo>
                          <a:cubicBezTo>
                            <a:pt x="13927" y="12192"/>
                            <a:pt x="10022" y="6286"/>
                            <a:pt x="10022" y="0"/>
                          </a:cubicBezTo>
                          <a:cubicBezTo>
                            <a:pt x="6974" y="1619"/>
                            <a:pt x="4307" y="3905"/>
                            <a:pt x="2497" y="6858"/>
                          </a:cubicBezTo>
                          <a:cubicBezTo>
                            <a:pt x="-3028" y="15811"/>
                            <a:pt x="973" y="26289"/>
                            <a:pt x="10974" y="30766"/>
                          </a:cubicBezTo>
                          <a:cubicBezTo>
                            <a:pt x="20975" y="35242"/>
                            <a:pt x="33358" y="31813"/>
                            <a:pt x="39073" y="22955"/>
                          </a:cubicBezTo>
                          <a:cubicBezTo>
                            <a:pt x="40883" y="20193"/>
                            <a:pt x="41645" y="17145"/>
                            <a:pt x="41740" y="14192"/>
                          </a:cubicBezTo>
                          <a:cubicBezTo>
                            <a:pt x="35358" y="17621"/>
                            <a:pt x="27548" y="18193"/>
                            <a:pt x="20785" y="1524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79" name="Forme libre : forme 2078">
                      <a:extLst>
                        <a:ext uri="{FF2B5EF4-FFF2-40B4-BE49-F238E27FC236}">
                          <a16:creationId xmlns:a16="http://schemas.microsoft.com/office/drawing/2014/main" id="{D412C4AE-12C8-47F9-A2DF-04AF975A11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4230" y="2805791"/>
                      <a:ext cx="17378" cy="17148"/>
                    </a:xfrm>
                    <a:custGeom>
                      <a:avLst/>
                      <a:gdLst>
                        <a:gd name="connsiteX0" fmla="*/ 17351 w 17378"/>
                        <a:gd name="connsiteY0" fmla="*/ 8670 h 17148"/>
                        <a:gd name="connsiteX1" fmla="*/ 8112 w 17378"/>
                        <a:gd name="connsiteY1" fmla="*/ 17147 h 17148"/>
                        <a:gd name="connsiteX2" fmla="*/ 16 w 17378"/>
                        <a:gd name="connsiteY2" fmla="*/ 8479 h 17148"/>
                        <a:gd name="connsiteX3" fmla="*/ 9255 w 17378"/>
                        <a:gd name="connsiteY3" fmla="*/ 2 h 17148"/>
                        <a:gd name="connsiteX4" fmla="*/ 17351 w 17378"/>
                        <a:gd name="connsiteY4" fmla="*/ 8670 h 17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78" h="17148">
                          <a:moveTo>
                            <a:pt x="17351" y="8670"/>
                          </a:moveTo>
                          <a:cubicBezTo>
                            <a:pt x="16970" y="13432"/>
                            <a:pt x="12875" y="17242"/>
                            <a:pt x="8112" y="17147"/>
                          </a:cubicBezTo>
                          <a:cubicBezTo>
                            <a:pt x="3350" y="17052"/>
                            <a:pt x="-270" y="13241"/>
                            <a:pt x="16" y="8479"/>
                          </a:cubicBezTo>
                          <a:cubicBezTo>
                            <a:pt x="302" y="3716"/>
                            <a:pt x="4398" y="-93"/>
                            <a:pt x="9255" y="2"/>
                          </a:cubicBezTo>
                          <a:cubicBezTo>
                            <a:pt x="14113" y="2"/>
                            <a:pt x="17732" y="3907"/>
                            <a:pt x="17351" y="867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80" name="Forme libre : forme 2079">
                      <a:extLst>
                        <a:ext uri="{FF2B5EF4-FFF2-40B4-BE49-F238E27FC236}">
                          <a16:creationId xmlns:a16="http://schemas.microsoft.com/office/drawing/2014/main" id="{A3F72970-7E60-4763-B774-2338FD4F60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6760" y="2804754"/>
                      <a:ext cx="6901" cy="5793"/>
                    </a:xfrm>
                    <a:custGeom>
                      <a:avLst/>
                      <a:gdLst>
                        <a:gd name="connsiteX0" fmla="*/ 6440 w 6901"/>
                        <a:gd name="connsiteY0" fmla="*/ 4182 h 5793"/>
                        <a:gd name="connsiteX1" fmla="*/ 1772 w 6901"/>
                        <a:gd name="connsiteY1" fmla="*/ 5516 h 5793"/>
                        <a:gd name="connsiteX2" fmla="*/ 439 w 6901"/>
                        <a:gd name="connsiteY2" fmla="*/ 1611 h 5793"/>
                        <a:gd name="connsiteX3" fmla="*/ 5201 w 6901"/>
                        <a:gd name="connsiteY3" fmla="*/ 277 h 5793"/>
                        <a:gd name="connsiteX4" fmla="*/ 6440 w 6901"/>
                        <a:gd name="connsiteY4" fmla="*/ 4182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1" h="5793">
                          <a:moveTo>
                            <a:pt x="6440" y="4182"/>
                          </a:moveTo>
                          <a:cubicBezTo>
                            <a:pt x="5487" y="5611"/>
                            <a:pt x="3392" y="6183"/>
                            <a:pt x="1772" y="5516"/>
                          </a:cubicBezTo>
                          <a:cubicBezTo>
                            <a:pt x="153" y="4754"/>
                            <a:pt x="-513" y="3039"/>
                            <a:pt x="439" y="1611"/>
                          </a:cubicBezTo>
                          <a:cubicBezTo>
                            <a:pt x="1391" y="182"/>
                            <a:pt x="3487" y="-390"/>
                            <a:pt x="5201" y="277"/>
                          </a:cubicBezTo>
                          <a:cubicBezTo>
                            <a:pt x="6821" y="944"/>
                            <a:pt x="7392" y="2754"/>
                            <a:pt x="6440" y="41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081" name="Graphique 15">
                  <a:extLst>
                    <a:ext uri="{FF2B5EF4-FFF2-40B4-BE49-F238E27FC236}">
                      <a16:creationId xmlns:a16="http://schemas.microsoft.com/office/drawing/2014/main" id="{E2F7365F-FEEC-4CDB-AAA2-2DE1314C1B62}"/>
                    </a:ext>
                  </a:extLst>
                </p:cNvPr>
                <p:cNvGrpSpPr/>
                <p:nvPr/>
              </p:nvGrpSpPr>
              <p:grpSpPr>
                <a:xfrm>
                  <a:off x="9995837" y="2752215"/>
                  <a:ext cx="73125" cy="105874"/>
                  <a:chOff x="9995837" y="2752215"/>
                  <a:chExt cx="73125" cy="105874"/>
                </a:xfrm>
                <a:solidFill>
                  <a:schemeClr val="accent1"/>
                </a:solidFill>
              </p:grpSpPr>
              <p:grpSp>
                <p:nvGrpSpPr>
                  <p:cNvPr id="2082" name="Graphique 15">
                    <a:extLst>
                      <a:ext uri="{FF2B5EF4-FFF2-40B4-BE49-F238E27FC236}">
                        <a16:creationId xmlns:a16="http://schemas.microsoft.com/office/drawing/2014/main" id="{47EC3115-43C0-45EE-B9BE-CD0C0616785B}"/>
                      </a:ext>
                    </a:extLst>
                  </p:cNvPr>
                  <p:cNvGrpSpPr/>
                  <p:nvPr/>
                </p:nvGrpSpPr>
                <p:grpSpPr>
                  <a:xfrm>
                    <a:off x="9995837" y="2821448"/>
                    <a:ext cx="42114" cy="36640"/>
                    <a:chOff x="9995837" y="2821448"/>
                    <a:chExt cx="42114" cy="36640"/>
                  </a:xfrm>
                  <a:solidFill>
                    <a:schemeClr val="accent1"/>
                  </a:solidFill>
                </p:grpSpPr>
                <p:sp>
                  <p:nvSpPr>
                    <p:cNvPr id="2083" name="Forme libre : forme 2082">
                      <a:extLst>
                        <a:ext uri="{FF2B5EF4-FFF2-40B4-BE49-F238E27FC236}">
                          <a16:creationId xmlns:a16="http://schemas.microsoft.com/office/drawing/2014/main" id="{4D4B99E9-42D6-46B1-8275-5920048B5A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5837" y="2821638"/>
                      <a:ext cx="42114" cy="36450"/>
                    </a:xfrm>
                    <a:custGeom>
                      <a:avLst/>
                      <a:gdLst>
                        <a:gd name="connsiteX0" fmla="*/ 8098 w 42114"/>
                        <a:gd name="connsiteY0" fmla="*/ 5205 h 36450"/>
                        <a:gd name="connsiteX1" fmla="*/ 37911 w 42114"/>
                        <a:gd name="connsiteY1" fmla="*/ 5586 h 36450"/>
                        <a:gd name="connsiteX2" fmla="*/ 33911 w 42114"/>
                        <a:gd name="connsiteY2" fmla="*/ 31398 h 36450"/>
                        <a:gd name="connsiteX3" fmla="*/ 4669 w 42114"/>
                        <a:gd name="connsiteY3" fmla="*/ 30922 h 36450"/>
                        <a:gd name="connsiteX4" fmla="*/ 8098 w 42114"/>
                        <a:gd name="connsiteY4" fmla="*/ 5205 h 364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14" h="36450">
                          <a:moveTo>
                            <a:pt x="8098" y="5205"/>
                          </a:moveTo>
                          <a:cubicBezTo>
                            <a:pt x="17432" y="-1844"/>
                            <a:pt x="30958" y="-1749"/>
                            <a:pt x="37911" y="5586"/>
                          </a:cubicBezTo>
                          <a:cubicBezTo>
                            <a:pt x="44864" y="12920"/>
                            <a:pt x="42959" y="24445"/>
                            <a:pt x="33911" y="31398"/>
                          </a:cubicBezTo>
                          <a:cubicBezTo>
                            <a:pt x="24862" y="38352"/>
                            <a:pt x="12003" y="38066"/>
                            <a:pt x="4669" y="30922"/>
                          </a:cubicBezTo>
                          <a:cubicBezTo>
                            <a:pt x="-2666" y="23683"/>
                            <a:pt x="-1237" y="12253"/>
                            <a:pt x="8098" y="520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84" name="Forme libre : forme 2083">
                      <a:extLst>
                        <a:ext uri="{FF2B5EF4-FFF2-40B4-BE49-F238E27FC236}">
                          <a16:creationId xmlns:a16="http://schemas.microsoft.com/office/drawing/2014/main" id="{4D1E1812-A57A-4504-8468-E0F2B2E790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7553" y="2821448"/>
                      <a:ext cx="40370" cy="35875"/>
                    </a:xfrm>
                    <a:custGeom>
                      <a:avLst/>
                      <a:gdLst>
                        <a:gd name="connsiteX0" fmla="*/ 19717 w 40370"/>
                        <a:gd name="connsiteY0" fmla="*/ 17968 h 35875"/>
                        <a:gd name="connsiteX1" fmla="*/ 22384 w 40370"/>
                        <a:gd name="connsiteY1" fmla="*/ 35875 h 35875"/>
                        <a:gd name="connsiteX2" fmla="*/ 32195 w 40370"/>
                        <a:gd name="connsiteY2" fmla="*/ 31398 h 35875"/>
                        <a:gd name="connsiteX3" fmla="*/ 36195 w 40370"/>
                        <a:gd name="connsiteY3" fmla="*/ 5585 h 35875"/>
                        <a:gd name="connsiteX4" fmla="*/ 6382 w 40370"/>
                        <a:gd name="connsiteY4" fmla="*/ 5205 h 35875"/>
                        <a:gd name="connsiteX5" fmla="*/ 0 w 40370"/>
                        <a:gd name="connsiteY5" fmla="*/ 13015 h 35875"/>
                        <a:gd name="connsiteX6" fmla="*/ 19717 w 40370"/>
                        <a:gd name="connsiteY6" fmla="*/ 17968 h 358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370" h="35875">
                          <a:moveTo>
                            <a:pt x="19717" y="17968"/>
                          </a:moveTo>
                          <a:cubicBezTo>
                            <a:pt x="24574" y="22921"/>
                            <a:pt x="25241" y="29779"/>
                            <a:pt x="22384" y="35875"/>
                          </a:cubicBezTo>
                          <a:cubicBezTo>
                            <a:pt x="25813" y="35113"/>
                            <a:pt x="29242" y="33684"/>
                            <a:pt x="32195" y="31398"/>
                          </a:cubicBezTo>
                          <a:cubicBezTo>
                            <a:pt x="41148" y="24445"/>
                            <a:pt x="43148" y="12920"/>
                            <a:pt x="36195" y="5585"/>
                          </a:cubicBezTo>
                          <a:cubicBezTo>
                            <a:pt x="29242" y="-1749"/>
                            <a:pt x="15716" y="-1844"/>
                            <a:pt x="6382" y="5205"/>
                          </a:cubicBezTo>
                          <a:cubicBezTo>
                            <a:pt x="3429" y="7491"/>
                            <a:pt x="1333" y="10158"/>
                            <a:pt x="0" y="13015"/>
                          </a:cubicBezTo>
                          <a:cubicBezTo>
                            <a:pt x="7334" y="11586"/>
                            <a:pt x="14954" y="13110"/>
                            <a:pt x="19717" y="179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85" name="Forme libre : forme 2084">
                      <a:extLst>
                        <a:ext uri="{FF2B5EF4-FFF2-40B4-BE49-F238E27FC236}">
                          <a16:creationId xmlns:a16="http://schemas.microsoft.com/office/drawing/2014/main" id="{A8492186-CE52-425E-9AA0-9CDA46034D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0125" y="2828353"/>
                      <a:ext cx="18140" cy="17233"/>
                    </a:xfrm>
                    <a:custGeom>
                      <a:avLst/>
                      <a:gdLst>
                        <a:gd name="connsiteX0" fmla="*/ 1143 w 18140"/>
                        <a:gd name="connsiteY0" fmla="*/ 6110 h 17233"/>
                        <a:gd name="connsiteX1" fmla="*/ 13526 w 18140"/>
                        <a:gd name="connsiteY1" fmla="*/ 395 h 17233"/>
                        <a:gd name="connsiteX2" fmla="*/ 16955 w 18140"/>
                        <a:gd name="connsiteY2" fmla="*/ 11158 h 17233"/>
                        <a:gd name="connsiteX3" fmla="*/ 4667 w 18140"/>
                        <a:gd name="connsiteY3" fmla="*/ 16873 h 17233"/>
                        <a:gd name="connsiteX4" fmla="*/ 1143 w 18140"/>
                        <a:gd name="connsiteY4" fmla="*/ 6110 h 17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140" h="17233">
                          <a:moveTo>
                            <a:pt x="1143" y="6110"/>
                          </a:moveTo>
                          <a:cubicBezTo>
                            <a:pt x="3524" y="1538"/>
                            <a:pt x="9144" y="-1034"/>
                            <a:pt x="13526" y="395"/>
                          </a:cubicBezTo>
                          <a:cubicBezTo>
                            <a:pt x="17907" y="1824"/>
                            <a:pt x="19431" y="6586"/>
                            <a:pt x="16955" y="11158"/>
                          </a:cubicBezTo>
                          <a:cubicBezTo>
                            <a:pt x="14478" y="15730"/>
                            <a:pt x="9049" y="18207"/>
                            <a:pt x="4667" y="16873"/>
                          </a:cubicBezTo>
                          <a:cubicBezTo>
                            <a:pt x="381" y="15444"/>
                            <a:pt x="-1333" y="10587"/>
                            <a:pt x="1143" y="61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86" name="Forme libre : forme 2085">
                      <a:extLst>
                        <a:ext uri="{FF2B5EF4-FFF2-40B4-BE49-F238E27FC236}">
                          <a16:creationId xmlns:a16="http://schemas.microsoft.com/office/drawing/2014/main" id="{8B75A58C-23D1-44CF-9B5B-F2723B16D2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5200" y="2841237"/>
                      <a:ext cx="6898" cy="5977"/>
                    </a:xfrm>
                    <a:custGeom>
                      <a:avLst/>
                      <a:gdLst>
                        <a:gd name="connsiteX0" fmla="*/ 1306 w 6898"/>
                        <a:gd name="connsiteY0" fmla="*/ 846 h 5977"/>
                        <a:gd name="connsiteX1" fmla="*/ 6164 w 6898"/>
                        <a:gd name="connsiteY1" fmla="*/ 941 h 5977"/>
                        <a:gd name="connsiteX2" fmla="*/ 5592 w 6898"/>
                        <a:gd name="connsiteY2" fmla="*/ 5132 h 5977"/>
                        <a:gd name="connsiteX3" fmla="*/ 735 w 6898"/>
                        <a:gd name="connsiteY3" fmla="*/ 5037 h 5977"/>
                        <a:gd name="connsiteX4" fmla="*/ 1306 w 6898"/>
                        <a:gd name="connsiteY4" fmla="*/ 846 h 5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98" h="5977">
                          <a:moveTo>
                            <a:pt x="1306" y="846"/>
                          </a:moveTo>
                          <a:cubicBezTo>
                            <a:pt x="2830" y="-297"/>
                            <a:pt x="5021" y="-297"/>
                            <a:pt x="6164" y="941"/>
                          </a:cubicBezTo>
                          <a:cubicBezTo>
                            <a:pt x="7307" y="2084"/>
                            <a:pt x="7116" y="3989"/>
                            <a:pt x="5592" y="5132"/>
                          </a:cubicBezTo>
                          <a:cubicBezTo>
                            <a:pt x="4068" y="6275"/>
                            <a:pt x="1973" y="6275"/>
                            <a:pt x="735" y="5037"/>
                          </a:cubicBezTo>
                          <a:cubicBezTo>
                            <a:pt x="-408" y="3894"/>
                            <a:pt x="-218" y="1989"/>
                            <a:pt x="1306" y="8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087" name="Graphique 15">
                    <a:extLst>
                      <a:ext uri="{FF2B5EF4-FFF2-40B4-BE49-F238E27FC236}">
                        <a16:creationId xmlns:a16="http://schemas.microsoft.com/office/drawing/2014/main" id="{8FE215C2-AFE0-46F0-8688-C7F37B4B108C}"/>
                      </a:ext>
                    </a:extLst>
                  </p:cNvPr>
                  <p:cNvGrpSpPr/>
                  <p:nvPr/>
                </p:nvGrpSpPr>
                <p:grpSpPr>
                  <a:xfrm>
                    <a:off x="10016145" y="2788081"/>
                    <a:ext cx="43220" cy="36448"/>
                    <a:chOff x="10016145" y="2788081"/>
                    <a:chExt cx="43220" cy="36448"/>
                  </a:xfrm>
                  <a:solidFill>
                    <a:schemeClr val="accent1"/>
                  </a:solidFill>
                </p:grpSpPr>
                <p:sp>
                  <p:nvSpPr>
                    <p:cNvPr id="2088" name="Forme libre : forme 2087">
                      <a:extLst>
                        <a:ext uri="{FF2B5EF4-FFF2-40B4-BE49-F238E27FC236}">
                          <a16:creationId xmlns:a16="http://schemas.microsoft.com/office/drawing/2014/main" id="{D89F373F-87F8-40CF-BBB2-D4242113B7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16145" y="2788105"/>
                      <a:ext cx="43125" cy="36423"/>
                    </a:xfrm>
                    <a:custGeom>
                      <a:avLst/>
                      <a:gdLst>
                        <a:gd name="connsiteX0" fmla="*/ 8745 w 43125"/>
                        <a:gd name="connsiteY0" fmla="*/ 4829 h 36423"/>
                        <a:gd name="connsiteX1" fmla="*/ 39225 w 43125"/>
                        <a:gd name="connsiteY1" fmla="*/ 6163 h 36423"/>
                        <a:gd name="connsiteX2" fmla="*/ 34082 w 43125"/>
                        <a:gd name="connsiteY2" fmla="*/ 31785 h 36423"/>
                        <a:gd name="connsiteX3" fmla="*/ 4268 w 43125"/>
                        <a:gd name="connsiteY3" fmla="*/ 30832 h 36423"/>
                        <a:gd name="connsiteX4" fmla="*/ 8745 w 43125"/>
                        <a:gd name="connsiteY4" fmla="*/ 4829 h 364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125" h="36423">
                          <a:moveTo>
                            <a:pt x="8745" y="4829"/>
                          </a:moveTo>
                          <a:cubicBezTo>
                            <a:pt x="18556" y="-2219"/>
                            <a:pt x="32462" y="-1362"/>
                            <a:pt x="39225" y="6163"/>
                          </a:cubicBezTo>
                          <a:cubicBezTo>
                            <a:pt x="46083" y="13687"/>
                            <a:pt x="43607" y="25213"/>
                            <a:pt x="34082" y="31785"/>
                          </a:cubicBezTo>
                          <a:cubicBezTo>
                            <a:pt x="24461" y="38166"/>
                            <a:pt x="11412" y="38071"/>
                            <a:pt x="4268" y="30832"/>
                          </a:cubicBezTo>
                          <a:cubicBezTo>
                            <a:pt x="-2780" y="23593"/>
                            <a:pt x="-971" y="11973"/>
                            <a:pt x="8745" y="482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89" name="Forme libre : forme 2088">
                      <a:extLst>
                        <a:ext uri="{FF2B5EF4-FFF2-40B4-BE49-F238E27FC236}">
                          <a16:creationId xmlns:a16="http://schemas.microsoft.com/office/drawing/2014/main" id="{CF66A077-0BC7-4A8E-BB32-A8564DF486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18222" y="2788081"/>
                      <a:ext cx="41143" cy="35809"/>
                    </a:xfrm>
                    <a:custGeom>
                      <a:avLst/>
                      <a:gdLst>
                        <a:gd name="connsiteX0" fmla="*/ 19812 w 41143"/>
                        <a:gd name="connsiteY0" fmla="*/ 17807 h 35809"/>
                        <a:gd name="connsiteX1" fmla="*/ 21812 w 41143"/>
                        <a:gd name="connsiteY1" fmla="*/ 35809 h 35809"/>
                        <a:gd name="connsiteX2" fmla="*/ 32099 w 41143"/>
                        <a:gd name="connsiteY2" fmla="*/ 31714 h 35809"/>
                        <a:gd name="connsiteX3" fmla="*/ 37243 w 41143"/>
                        <a:gd name="connsiteY3" fmla="*/ 6091 h 35809"/>
                        <a:gd name="connsiteX4" fmla="*/ 6763 w 41143"/>
                        <a:gd name="connsiteY4" fmla="*/ 4758 h 35809"/>
                        <a:gd name="connsiteX5" fmla="*/ 0 w 41143"/>
                        <a:gd name="connsiteY5" fmla="*/ 12664 h 35809"/>
                        <a:gd name="connsiteX6" fmla="*/ 19812 w 41143"/>
                        <a:gd name="connsiteY6" fmla="*/ 17807 h 35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143" h="35809">
                          <a:moveTo>
                            <a:pt x="19812" y="17807"/>
                          </a:moveTo>
                          <a:cubicBezTo>
                            <a:pt x="24575" y="22856"/>
                            <a:pt x="24955" y="29809"/>
                            <a:pt x="21812" y="35809"/>
                          </a:cubicBezTo>
                          <a:cubicBezTo>
                            <a:pt x="25432" y="35238"/>
                            <a:pt x="28956" y="33904"/>
                            <a:pt x="32099" y="31714"/>
                          </a:cubicBezTo>
                          <a:cubicBezTo>
                            <a:pt x="41624" y="25141"/>
                            <a:pt x="44101" y="13712"/>
                            <a:pt x="37243" y="6091"/>
                          </a:cubicBezTo>
                          <a:cubicBezTo>
                            <a:pt x="30385" y="-1338"/>
                            <a:pt x="16478" y="-2195"/>
                            <a:pt x="6763" y="4758"/>
                          </a:cubicBezTo>
                          <a:cubicBezTo>
                            <a:pt x="3715" y="7044"/>
                            <a:pt x="1429" y="9806"/>
                            <a:pt x="0" y="12664"/>
                          </a:cubicBezTo>
                          <a:cubicBezTo>
                            <a:pt x="7429" y="11140"/>
                            <a:pt x="15050" y="12759"/>
                            <a:pt x="19812" y="1780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90" name="Forme libre : forme 2089">
                      <a:extLst>
                        <a:ext uri="{FF2B5EF4-FFF2-40B4-BE49-F238E27FC236}">
                          <a16:creationId xmlns:a16="http://schemas.microsoft.com/office/drawing/2014/main" id="{BDCF6AD9-E444-4887-97F2-59A2615A3A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0621" y="2794553"/>
                      <a:ext cx="18684" cy="17342"/>
                    </a:xfrm>
                    <a:custGeom>
                      <a:avLst/>
                      <a:gdLst>
                        <a:gd name="connsiteX0" fmla="*/ 1316 w 18684"/>
                        <a:gd name="connsiteY0" fmla="*/ 6096 h 17342"/>
                        <a:gd name="connsiteX1" fmla="*/ 14175 w 18684"/>
                        <a:gd name="connsiteY1" fmla="*/ 476 h 17342"/>
                        <a:gd name="connsiteX2" fmla="*/ 17318 w 18684"/>
                        <a:gd name="connsiteY2" fmla="*/ 11335 h 17342"/>
                        <a:gd name="connsiteX3" fmla="*/ 4650 w 18684"/>
                        <a:gd name="connsiteY3" fmla="*/ 16955 h 17342"/>
                        <a:gd name="connsiteX4" fmla="*/ 1316 w 18684"/>
                        <a:gd name="connsiteY4" fmla="*/ 6096 h 17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684" h="17342">
                          <a:moveTo>
                            <a:pt x="1316" y="6096"/>
                          </a:moveTo>
                          <a:cubicBezTo>
                            <a:pt x="3983" y="1524"/>
                            <a:pt x="9698" y="-1143"/>
                            <a:pt x="14175" y="476"/>
                          </a:cubicBezTo>
                          <a:cubicBezTo>
                            <a:pt x="18651" y="2000"/>
                            <a:pt x="19985" y="6953"/>
                            <a:pt x="17318" y="11335"/>
                          </a:cubicBezTo>
                          <a:cubicBezTo>
                            <a:pt x="14555" y="15716"/>
                            <a:pt x="9031" y="18383"/>
                            <a:pt x="4650" y="16955"/>
                          </a:cubicBezTo>
                          <a:cubicBezTo>
                            <a:pt x="173" y="15526"/>
                            <a:pt x="-1351" y="10668"/>
                            <a:pt x="1316" y="609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91" name="Forme libre : forme 2090">
                      <a:extLst>
                        <a:ext uri="{FF2B5EF4-FFF2-40B4-BE49-F238E27FC236}">
                          <a16:creationId xmlns:a16="http://schemas.microsoft.com/office/drawing/2014/main" id="{AE2E523F-345C-4F8F-87CA-BF0FB0A433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5559" y="2807614"/>
                      <a:ext cx="7071" cy="6072"/>
                    </a:xfrm>
                    <a:custGeom>
                      <a:avLst/>
                      <a:gdLst>
                        <a:gd name="connsiteX0" fmla="*/ 1427 w 7071"/>
                        <a:gd name="connsiteY0" fmla="*/ 846 h 6072"/>
                        <a:gd name="connsiteX1" fmla="*/ 6380 w 7071"/>
                        <a:gd name="connsiteY1" fmla="*/ 941 h 6072"/>
                        <a:gd name="connsiteX2" fmla="*/ 5618 w 7071"/>
                        <a:gd name="connsiteY2" fmla="*/ 5227 h 6072"/>
                        <a:gd name="connsiteX3" fmla="*/ 665 w 7071"/>
                        <a:gd name="connsiteY3" fmla="*/ 5132 h 6072"/>
                        <a:gd name="connsiteX4" fmla="*/ 1427 w 7071"/>
                        <a:gd name="connsiteY4" fmla="*/ 846 h 6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71" h="6072">
                          <a:moveTo>
                            <a:pt x="1427" y="846"/>
                          </a:moveTo>
                          <a:cubicBezTo>
                            <a:pt x="2951" y="-297"/>
                            <a:pt x="5237" y="-297"/>
                            <a:pt x="6380" y="941"/>
                          </a:cubicBezTo>
                          <a:cubicBezTo>
                            <a:pt x="7523" y="2179"/>
                            <a:pt x="7237" y="4084"/>
                            <a:pt x="5618" y="5227"/>
                          </a:cubicBezTo>
                          <a:cubicBezTo>
                            <a:pt x="4094" y="6370"/>
                            <a:pt x="1903" y="6370"/>
                            <a:pt x="665" y="5132"/>
                          </a:cubicBezTo>
                          <a:cubicBezTo>
                            <a:pt x="-478" y="3894"/>
                            <a:pt x="-97" y="1989"/>
                            <a:pt x="1427" y="8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092" name="Graphique 15">
                    <a:extLst>
                      <a:ext uri="{FF2B5EF4-FFF2-40B4-BE49-F238E27FC236}">
                        <a16:creationId xmlns:a16="http://schemas.microsoft.com/office/drawing/2014/main" id="{F39BE3C5-CFD3-4CD4-80D8-66E159108109}"/>
                      </a:ext>
                    </a:extLst>
                  </p:cNvPr>
                  <p:cNvGrpSpPr/>
                  <p:nvPr/>
                </p:nvGrpSpPr>
                <p:grpSpPr>
                  <a:xfrm>
                    <a:off x="10024296" y="2752215"/>
                    <a:ext cx="44667" cy="36367"/>
                    <a:chOff x="10024296" y="2752215"/>
                    <a:chExt cx="44667" cy="36367"/>
                  </a:xfrm>
                  <a:solidFill>
                    <a:schemeClr val="accent1"/>
                  </a:solidFill>
                </p:grpSpPr>
                <p:sp>
                  <p:nvSpPr>
                    <p:cNvPr id="2093" name="Forme libre : forme 2092">
                      <a:extLst>
                        <a:ext uri="{FF2B5EF4-FFF2-40B4-BE49-F238E27FC236}">
                          <a16:creationId xmlns:a16="http://schemas.microsoft.com/office/drawing/2014/main" id="{06B1ED67-0C46-4D5E-BA98-B180096F2C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4296" y="2752215"/>
                      <a:ext cx="44642" cy="36367"/>
                    </a:xfrm>
                    <a:custGeom>
                      <a:avLst/>
                      <a:gdLst>
                        <a:gd name="connsiteX0" fmla="*/ 9548 w 44642"/>
                        <a:gd name="connsiteY0" fmla="*/ 4715 h 36367"/>
                        <a:gd name="connsiteX1" fmla="*/ 40885 w 44642"/>
                        <a:gd name="connsiteY1" fmla="*/ 6048 h 36367"/>
                        <a:gd name="connsiteX2" fmla="*/ 34980 w 44642"/>
                        <a:gd name="connsiteY2" fmla="*/ 31766 h 36367"/>
                        <a:gd name="connsiteX3" fmla="*/ 4214 w 44642"/>
                        <a:gd name="connsiteY3" fmla="*/ 30337 h 36367"/>
                        <a:gd name="connsiteX4" fmla="*/ 9548 w 44642"/>
                        <a:gd name="connsiteY4" fmla="*/ 4715 h 36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642" h="36367">
                          <a:moveTo>
                            <a:pt x="9548" y="4715"/>
                          </a:moveTo>
                          <a:cubicBezTo>
                            <a:pt x="19835" y="-2048"/>
                            <a:pt x="34027" y="-1476"/>
                            <a:pt x="40885" y="6048"/>
                          </a:cubicBezTo>
                          <a:cubicBezTo>
                            <a:pt x="47743" y="13573"/>
                            <a:pt x="44886" y="25194"/>
                            <a:pt x="34980" y="31766"/>
                          </a:cubicBezTo>
                          <a:cubicBezTo>
                            <a:pt x="24978" y="38433"/>
                            <a:pt x="11358" y="37767"/>
                            <a:pt x="4214" y="30337"/>
                          </a:cubicBezTo>
                          <a:cubicBezTo>
                            <a:pt x="-3025" y="23003"/>
                            <a:pt x="-739" y="11573"/>
                            <a:pt x="9548" y="471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94" name="Forme libre : forme 2093">
                      <a:extLst>
                        <a:ext uri="{FF2B5EF4-FFF2-40B4-BE49-F238E27FC236}">
                          <a16:creationId xmlns:a16="http://schemas.microsoft.com/office/drawing/2014/main" id="{AEC5AAA1-4485-4321-AB7B-8288A30F18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6604" y="2752272"/>
                      <a:ext cx="42358" cy="35899"/>
                    </a:xfrm>
                    <a:custGeom>
                      <a:avLst/>
                      <a:gdLst>
                        <a:gd name="connsiteX0" fmla="*/ 20384 w 42358"/>
                        <a:gd name="connsiteY0" fmla="*/ 17802 h 35899"/>
                        <a:gd name="connsiteX1" fmla="*/ 22003 w 42358"/>
                        <a:gd name="connsiteY1" fmla="*/ 35900 h 35899"/>
                        <a:gd name="connsiteX2" fmla="*/ 32671 w 42358"/>
                        <a:gd name="connsiteY2" fmla="*/ 31804 h 35899"/>
                        <a:gd name="connsiteX3" fmla="*/ 38576 w 42358"/>
                        <a:gd name="connsiteY3" fmla="*/ 6086 h 35899"/>
                        <a:gd name="connsiteX4" fmla="*/ 7239 w 42358"/>
                        <a:gd name="connsiteY4" fmla="*/ 4753 h 35899"/>
                        <a:gd name="connsiteX5" fmla="*/ 0 w 42358"/>
                        <a:gd name="connsiteY5" fmla="*/ 12373 h 35899"/>
                        <a:gd name="connsiteX6" fmla="*/ 20384 w 42358"/>
                        <a:gd name="connsiteY6" fmla="*/ 17802 h 35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358" h="35899">
                          <a:moveTo>
                            <a:pt x="20384" y="17802"/>
                          </a:moveTo>
                          <a:cubicBezTo>
                            <a:pt x="25146" y="22946"/>
                            <a:pt x="25337" y="29899"/>
                            <a:pt x="22003" y="35900"/>
                          </a:cubicBezTo>
                          <a:cubicBezTo>
                            <a:pt x="25718" y="35233"/>
                            <a:pt x="29337" y="33995"/>
                            <a:pt x="32671" y="31804"/>
                          </a:cubicBezTo>
                          <a:cubicBezTo>
                            <a:pt x="42672" y="25136"/>
                            <a:pt x="45434" y="13611"/>
                            <a:pt x="38576" y="6086"/>
                          </a:cubicBezTo>
                          <a:cubicBezTo>
                            <a:pt x="31718" y="-1438"/>
                            <a:pt x="17526" y="-2105"/>
                            <a:pt x="7239" y="4753"/>
                          </a:cubicBezTo>
                          <a:cubicBezTo>
                            <a:pt x="4001" y="6944"/>
                            <a:pt x="1619" y="9611"/>
                            <a:pt x="0" y="12373"/>
                          </a:cubicBezTo>
                          <a:cubicBezTo>
                            <a:pt x="7811" y="10944"/>
                            <a:pt x="15716" y="12754"/>
                            <a:pt x="20384" y="1780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95" name="Forme libre : forme 2094">
                      <a:extLst>
                        <a:ext uri="{FF2B5EF4-FFF2-40B4-BE49-F238E27FC236}">
                          <a16:creationId xmlns:a16="http://schemas.microsoft.com/office/drawing/2014/main" id="{4570A843-67CF-4BCF-B0CD-E4E3EBA0AA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9008" y="2758755"/>
                      <a:ext cx="19413" cy="17208"/>
                    </a:xfrm>
                    <a:custGeom>
                      <a:avLst/>
                      <a:gdLst>
                        <a:gd name="connsiteX0" fmla="*/ 1501 w 19413"/>
                        <a:gd name="connsiteY0" fmla="*/ 5794 h 17208"/>
                        <a:gd name="connsiteX1" fmla="*/ 14932 w 19413"/>
                        <a:gd name="connsiteY1" fmla="*/ 461 h 17208"/>
                        <a:gd name="connsiteX2" fmla="*/ 17884 w 19413"/>
                        <a:gd name="connsiteY2" fmla="*/ 11414 h 17208"/>
                        <a:gd name="connsiteX3" fmla="*/ 4549 w 19413"/>
                        <a:gd name="connsiteY3" fmla="*/ 16748 h 17208"/>
                        <a:gd name="connsiteX4" fmla="*/ 1501 w 19413"/>
                        <a:gd name="connsiteY4" fmla="*/ 5794 h 17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413" h="17208">
                          <a:moveTo>
                            <a:pt x="1501" y="5794"/>
                          </a:moveTo>
                          <a:cubicBezTo>
                            <a:pt x="4359" y="1318"/>
                            <a:pt x="10455" y="-1064"/>
                            <a:pt x="14932" y="461"/>
                          </a:cubicBezTo>
                          <a:cubicBezTo>
                            <a:pt x="19503" y="1985"/>
                            <a:pt x="20742" y="6938"/>
                            <a:pt x="17884" y="11414"/>
                          </a:cubicBezTo>
                          <a:cubicBezTo>
                            <a:pt x="15027" y="15891"/>
                            <a:pt x="9121" y="18272"/>
                            <a:pt x="4549" y="16748"/>
                          </a:cubicBezTo>
                          <a:cubicBezTo>
                            <a:pt x="-23" y="15129"/>
                            <a:pt x="-1356" y="10271"/>
                            <a:pt x="1501" y="57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096" name="Forme libre : forme 2095">
                      <a:extLst>
                        <a:ext uri="{FF2B5EF4-FFF2-40B4-BE49-F238E27FC236}">
                          <a16:creationId xmlns:a16="http://schemas.microsoft.com/office/drawing/2014/main" id="{8C6743CD-7AB4-4E0B-B4E4-145CC23F9E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33974" y="2771559"/>
                      <a:ext cx="7386" cy="5945"/>
                    </a:xfrm>
                    <a:custGeom>
                      <a:avLst/>
                      <a:gdLst>
                        <a:gd name="connsiteX0" fmla="*/ 1584 w 7386"/>
                        <a:gd name="connsiteY0" fmla="*/ 801 h 5945"/>
                        <a:gd name="connsiteX1" fmla="*/ 6728 w 7386"/>
                        <a:gd name="connsiteY1" fmla="*/ 991 h 5945"/>
                        <a:gd name="connsiteX2" fmla="*/ 5871 w 7386"/>
                        <a:gd name="connsiteY2" fmla="*/ 5182 h 5945"/>
                        <a:gd name="connsiteX3" fmla="*/ 727 w 7386"/>
                        <a:gd name="connsiteY3" fmla="*/ 4992 h 5945"/>
                        <a:gd name="connsiteX4" fmla="*/ 1584 w 7386"/>
                        <a:gd name="connsiteY4" fmla="*/ 801 h 5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86" h="5945">
                          <a:moveTo>
                            <a:pt x="1584" y="801"/>
                          </a:moveTo>
                          <a:cubicBezTo>
                            <a:pt x="3204" y="-342"/>
                            <a:pt x="5585" y="-247"/>
                            <a:pt x="6728" y="991"/>
                          </a:cubicBezTo>
                          <a:cubicBezTo>
                            <a:pt x="7871" y="2230"/>
                            <a:pt x="7490" y="4135"/>
                            <a:pt x="5871" y="5182"/>
                          </a:cubicBezTo>
                          <a:cubicBezTo>
                            <a:pt x="4251" y="6230"/>
                            <a:pt x="1965" y="6230"/>
                            <a:pt x="727" y="4992"/>
                          </a:cubicBezTo>
                          <a:cubicBezTo>
                            <a:pt x="-511" y="3849"/>
                            <a:pt x="-130" y="1944"/>
                            <a:pt x="1584" y="80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2097" name="Graphique 15">
                <a:extLst>
                  <a:ext uri="{FF2B5EF4-FFF2-40B4-BE49-F238E27FC236}">
                    <a16:creationId xmlns:a16="http://schemas.microsoft.com/office/drawing/2014/main" id="{6AED593F-819D-452B-8B8D-CE7904CF9EF1}"/>
                  </a:ext>
                </a:extLst>
              </p:cNvPr>
              <p:cNvGrpSpPr/>
              <p:nvPr/>
            </p:nvGrpSpPr>
            <p:grpSpPr>
              <a:xfrm>
                <a:off x="10329976" y="2719397"/>
                <a:ext cx="397287" cy="510796"/>
                <a:chOff x="10329976" y="2719397"/>
                <a:chExt cx="397287" cy="510796"/>
              </a:xfrm>
              <a:solidFill>
                <a:schemeClr val="accent1"/>
              </a:solidFill>
            </p:grpSpPr>
            <p:sp>
              <p:nvSpPr>
                <p:cNvPr id="2098" name="Forme libre : forme 2097">
                  <a:extLst>
                    <a:ext uri="{FF2B5EF4-FFF2-40B4-BE49-F238E27FC236}">
                      <a16:creationId xmlns:a16="http://schemas.microsoft.com/office/drawing/2014/main" id="{C198104A-4AB1-4112-8AAF-38C6C216BB90}"/>
                    </a:ext>
                  </a:extLst>
                </p:cNvPr>
                <p:cNvSpPr/>
                <p:nvPr/>
              </p:nvSpPr>
              <p:spPr>
                <a:xfrm>
                  <a:off x="10329976" y="2720830"/>
                  <a:ext cx="397287" cy="502071"/>
                </a:xfrm>
                <a:custGeom>
                  <a:avLst/>
                  <a:gdLst>
                    <a:gd name="connsiteX0" fmla="*/ 0 w 397287"/>
                    <a:gd name="connsiteY0" fmla="*/ 57150 h 502071"/>
                    <a:gd name="connsiteX1" fmla="*/ 131731 w 397287"/>
                    <a:gd name="connsiteY1" fmla="*/ 96012 h 502071"/>
                    <a:gd name="connsiteX2" fmla="*/ 87821 w 397287"/>
                    <a:gd name="connsiteY2" fmla="*/ 133350 h 502071"/>
                    <a:gd name="connsiteX3" fmla="*/ 55912 w 397287"/>
                    <a:gd name="connsiteY3" fmla="*/ 179356 h 502071"/>
                    <a:gd name="connsiteX4" fmla="*/ 28480 w 397287"/>
                    <a:gd name="connsiteY4" fmla="*/ 288417 h 502071"/>
                    <a:gd name="connsiteX5" fmla="*/ 34576 w 397287"/>
                    <a:gd name="connsiteY5" fmla="*/ 376238 h 502071"/>
                    <a:gd name="connsiteX6" fmla="*/ 53530 w 397287"/>
                    <a:gd name="connsiteY6" fmla="*/ 441198 h 502071"/>
                    <a:gd name="connsiteX7" fmla="*/ 109538 w 397287"/>
                    <a:gd name="connsiteY7" fmla="*/ 501015 h 502071"/>
                    <a:gd name="connsiteX8" fmla="*/ 185642 w 397287"/>
                    <a:gd name="connsiteY8" fmla="*/ 463391 h 502071"/>
                    <a:gd name="connsiteX9" fmla="*/ 260604 w 397287"/>
                    <a:gd name="connsiteY9" fmla="*/ 334137 h 502071"/>
                    <a:gd name="connsiteX10" fmla="*/ 276892 w 397287"/>
                    <a:gd name="connsiteY10" fmla="*/ 223075 h 502071"/>
                    <a:gd name="connsiteX11" fmla="*/ 264890 w 397287"/>
                    <a:gd name="connsiteY11" fmla="*/ 168307 h 502071"/>
                    <a:gd name="connsiteX12" fmla="*/ 238506 w 397287"/>
                    <a:gd name="connsiteY12" fmla="*/ 116872 h 502071"/>
                    <a:gd name="connsiteX13" fmla="*/ 375380 w 397287"/>
                    <a:gd name="connsiteY13" fmla="*/ 131731 h 502071"/>
                    <a:gd name="connsiteX14" fmla="*/ 397288 w 397287"/>
                    <a:gd name="connsiteY14" fmla="*/ 78962 h 502071"/>
                    <a:gd name="connsiteX15" fmla="*/ 192881 w 397287"/>
                    <a:gd name="connsiteY15" fmla="*/ 67151 h 502071"/>
                    <a:gd name="connsiteX16" fmla="*/ 0 w 397287"/>
                    <a:gd name="connsiteY16" fmla="*/ 0 h 502071"/>
                    <a:gd name="connsiteX17" fmla="*/ 0 w 397287"/>
                    <a:gd name="connsiteY17" fmla="*/ 57150 h 502071"/>
                    <a:gd name="connsiteX18" fmla="*/ 210407 w 397287"/>
                    <a:gd name="connsiteY18" fmla="*/ 317754 h 502071"/>
                    <a:gd name="connsiteX19" fmla="*/ 158782 w 397287"/>
                    <a:gd name="connsiteY19" fmla="*/ 423863 h 502071"/>
                    <a:gd name="connsiteX20" fmla="*/ 120967 w 397287"/>
                    <a:gd name="connsiteY20" fmla="*/ 445008 h 502071"/>
                    <a:gd name="connsiteX21" fmla="*/ 89725 w 397287"/>
                    <a:gd name="connsiteY21" fmla="*/ 404241 h 502071"/>
                    <a:gd name="connsiteX22" fmla="*/ 81344 w 397287"/>
                    <a:gd name="connsiteY22" fmla="*/ 292037 h 502071"/>
                    <a:gd name="connsiteX23" fmla="*/ 110966 w 397287"/>
                    <a:gd name="connsiteY23" fmla="*/ 203073 h 502071"/>
                    <a:gd name="connsiteX24" fmla="*/ 178784 w 397287"/>
                    <a:gd name="connsiteY24" fmla="*/ 138684 h 502071"/>
                    <a:gd name="connsiteX25" fmla="*/ 203549 w 397287"/>
                    <a:gd name="connsiteY25" fmla="*/ 179546 h 502071"/>
                    <a:gd name="connsiteX26" fmla="*/ 216979 w 397287"/>
                    <a:gd name="connsiteY26" fmla="*/ 224028 h 502071"/>
                    <a:gd name="connsiteX27" fmla="*/ 210407 w 397287"/>
                    <a:gd name="connsiteY27" fmla="*/ 317754 h 502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97287" h="502071">
                      <a:moveTo>
                        <a:pt x="0" y="57150"/>
                      </a:moveTo>
                      <a:cubicBezTo>
                        <a:pt x="49435" y="57721"/>
                        <a:pt x="95631" y="71628"/>
                        <a:pt x="131731" y="96012"/>
                      </a:cubicBezTo>
                      <a:cubicBezTo>
                        <a:pt x="115157" y="107061"/>
                        <a:pt x="100584" y="119158"/>
                        <a:pt x="87821" y="133350"/>
                      </a:cubicBezTo>
                      <a:cubicBezTo>
                        <a:pt x="75152" y="147542"/>
                        <a:pt x="64484" y="162973"/>
                        <a:pt x="55912" y="179356"/>
                      </a:cubicBezTo>
                      <a:cubicBezTo>
                        <a:pt x="38767" y="211931"/>
                        <a:pt x="29908" y="249460"/>
                        <a:pt x="28480" y="288417"/>
                      </a:cubicBezTo>
                      <a:cubicBezTo>
                        <a:pt x="27241" y="321659"/>
                        <a:pt x="29908" y="350901"/>
                        <a:pt x="34576" y="376238"/>
                      </a:cubicBezTo>
                      <a:cubicBezTo>
                        <a:pt x="39243" y="401860"/>
                        <a:pt x="45815" y="423672"/>
                        <a:pt x="53530" y="441198"/>
                      </a:cubicBezTo>
                      <a:cubicBezTo>
                        <a:pt x="68961" y="476536"/>
                        <a:pt x="87916" y="497014"/>
                        <a:pt x="109538" y="501015"/>
                      </a:cubicBezTo>
                      <a:cubicBezTo>
                        <a:pt x="132969" y="506159"/>
                        <a:pt x="158496" y="492347"/>
                        <a:pt x="185642" y="463391"/>
                      </a:cubicBezTo>
                      <a:cubicBezTo>
                        <a:pt x="212217" y="434721"/>
                        <a:pt x="239649" y="390334"/>
                        <a:pt x="260604" y="334137"/>
                      </a:cubicBezTo>
                      <a:cubicBezTo>
                        <a:pt x="274225" y="297371"/>
                        <a:pt x="280225" y="260033"/>
                        <a:pt x="276892" y="223075"/>
                      </a:cubicBezTo>
                      <a:cubicBezTo>
                        <a:pt x="275177" y="204692"/>
                        <a:pt x="271367" y="185928"/>
                        <a:pt x="264890" y="168307"/>
                      </a:cubicBezTo>
                      <a:cubicBezTo>
                        <a:pt x="258413" y="150685"/>
                        <a:pt x="249650" y="133445"/>
                        <a:pt x="238506" y="116872"/>
                      </a:cubicBezTo>
                      <a:cubicBezTo>
                        <a:pt x="280988" y="108871"/>
                        <a:pt x="329565" y="112490"/>
                        <a:pt x="375380" y="131731"/>
                      </a:cubicBezTo>
                      <a:lnTo>
                        <a:pt x="397288" y="78962"/>
                      </a:lnTo>
                      <a:cubicBezTo>
                        <a:pt x="327470" y="49911"/>
                        <a:pt x="253270" y="48101"/>
                        <a:pt x="192881" y="67151"/>
                      </a:cubicBezTo>
                      <a:cubicBezTo>
                        <a:pt x="144399" y="26194"/>
                        <a:pt x="75152" y="0"/>
                        <a:pt x="0" y="0"/>
                      </a:cubicBezTo>
                      <a:lnTo>
                        <a:pt x="0" y="57150"/>
                      </a:lnTo>
                      <a:close/>
                      <a:moveTo>
                        <a:pt x="210407" y="317754"/>
                      </a:moveTo>
                      <a:cubicBezTo>
                        <a:pt x="192596" y="377666"/>
                        <a:pt x="171926" y="408337"/>
                        <a:pt x="158782" y="423863"/>
                      </a:cubicBezTo>
                      <a:cubicBezTo>
                        <a:pt x="145066" y="440055"/>
                        <a:pt x="132112" y="447580"/>
                        <a:pt x="120967" y="445008"/>
                      </a:cubicBezTo>
                      <a:cubicBezTo>
                        <a:pt x="109538" y="443293"/>
                        <a:pt x="98107" y="429006"/>
                        <a:pt x="89725" y="404241"/>
                      </a:cubicBezTo>
                      <a:cubicBezTo>
                        <a:pt x="81534" y="379285"/>
                        <a:pt x="76105" y="341852"/>
                        <a:pt x="81344" y="292037"/>
                      </a:cubicBezTo>
                      <a:cubicBezTo>
                        <a:pt x="84772" y="259556"/>
                        <a:pt x="94583" y="229362"/>
                        <a:pt x="110966" y="203073"/>
                      </a:cubicBezTo>
                      <a:cubicBezTo>
                        <a:pt x="127349" y="176403"/>
                        <a:pt x="150304" y="154781"/>
                        <a:pt x="178784" y="138684"/>
                      </a:cubicBezTo>
                      <a:cubicBezTo>
                        <a:pt x="188976" y="151257"/>
                        <a:pt x="197167" y="165354"/>
                        <a:pt x="203549" y="179546"/>
                      </a:cubicBezTo>
                      <a:cubicBezTo>
                        <a:pt x="209931" y="193834"/>
                        <a:pt x="214503" y="208502"/>
                        <a:pt x="216979" y="224028"/>
                      </a:cubicBezTo>
                      <a:cubicBezTo>
                        <a:pt x="222028" y="254699"/>
                        <a:pt x="219551" y="286321"/>
                        <a:pt x="210407" y="317754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99" name="Forme libre : forme 2098">
                  <a:extLst>
                    <a:ext uri="{FF2B5EF4-FFF2-40B4-BE49-F238E27FC236}">
                      <a16:creationId xmlns:a16="http://schemas.microsoft.com/office/drawing/2014/main" id="{FE39E378-0BA1-4F01-A28A-41A29A1D4E50}"/>
                    </a:ext>
                  </a:extLst>
                </p:cNvPr>
                <p:cNvSpPr/>
                <p:nvPr/>
              </p:nvSpPr>
              <p:spPr>
                <a:xfrm>
                  <a:off x="10358153" y="3006675"/>
                  <a:ext cx="239094" cy="216035"/>
                </a:xfrm>
                <a:custGeom>
                  <a:avLst/>
                  <a:gdLst>
                    <a:gd name="connsiteX0" fmla="*/ 165371 w 239094"/>
                    <a:gd name="connsiteY0" fmla="*/ 150971 h 216035"/>
                    <a:gd name="connsiteX1" fmla="*/ 124604 w 239094"/>
                    <a:gd name="connsiteY1" fmla="*/ 182213 h 216035"/>
                    <a:gd name="connsiteX2" fmla="*/ 86313 w 239094"/>
                    <a:gd name="connsiteY2" fmla="*/ 187928 h 216035"/>
                    <a:gd name="connsiteX3" fmla="*/ 56310 w 239094"/>
                    <a:gd name="connsiteY3" fmla="*/ 171355 h 216035"/>
                    <a:gd name="connsiteX4" fmla="*/ 30402 w 239094"/>
                    <a:gd name="connsiteY4" fmla="*/ 134398 h 216035"/>
                    <a:gd name="connsiteX5" fmla="*/ 10304 w 239094"/>
                    <a:gd name="connsiteY5" fmla="*/ 77248 h 216035"/>
                    <a:gd name="connsiteX6" fmla="*/ 493 w 239094"/>
                    <a:gd name="connsiteY6" fmla="*/ 0 h 216035"/>
                    <a:gd name="connsiteX7" fmla="*/ 303 w 239094"/>
                    <a:gd name="connsiteY7" fmla="*/ 2381 h 216035"/>
                    <a:gd name="connsiteX8" fmla="*/ 6399 w 239094"/>
                    <a:gd name="connsiteY8" fmla="*/ 90202 h 216035"/>
                    <a:gd name="connsiteX9" fmla="*/ 25353 w 239094"/>
                    <a:gd name="connsiteY9" fmla="*/ 155162 h 216035"/>
                    <a:gd name="connsiteX10" fmla="*/ 81360 w 239094"/>
                    <a:gd name="connsiteY10" fmla="*/ 214979 h 216035"/>
                    <a:gd name="connsiteX11" fmla="*/ 157465 w 239094"/>
                    <a:gd name="connsiteY11" fmla="*/ 177356 h 216035"/>
                    <a:gd name="connsiteX12" fmla="*/ 232427 w 239094"/>
                    <a:gd name="connsiteY12" fmla="*/ 48101 h 216035"/>
                    <a:gd name="connsiteX13" fmla="*/ 239094 w 239094"/>
                    <a:gd name="connsiteY13" fmla="*/ 27813 h 216035"/>
                    <a:gd name="connsiteX14" fmla="*/ 165371 w 239094"/>
                    <a:gd name="connsiteY14" fmla="*/ 150971 h 216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39094" h="216035">
                      <a:moveTo>
                        <a:pt x="165371" y="150971"/>
                      </a:moveTo>
                      <a:cubicBezTo>
                        <a:pt x="151560" y="165068"/>
                        <a:pt x="137653" y="176308"/>
                        <a:pt x="124604" y="182213"/>
                      </a:cubicBezTo>
                      <a:cubicBezTo>
                        <a:pt x="111459" y="188309"/>
                        <a:pt x="98601" y="190881"/>
                        <a:pt x="86313" y="187928"/>
                      </a:cubicBezTo>
                      <a:cubicBezTo>
                        <a:pt x="75550" y="186309"/>
                        <a:pt x="65739" y="180118"/>
                        <a:pt x="56310" y="171355"/>
                      </a:cubicBezTo>
                      <a:cubicBezTo>
                        <a:pt x="46880" y="162782"/>
                        <a:pt x="38307" y="149828"/>
                        <a:pt x="30402" y="134398"/>
                      </a:cubicBezTo>
                      <a:cubicBezTo>
                        <a:pt x="22591" y="118967"/>
                        <a:pt x="15638" y="99822"/>
                        <a:pt x="10304" y="77248"/>
                      </a:cubicBezTo>
                      <a:cubicBezTo>
                        <a:pt x="4970" y="54674"/>
                        <a:pt x="1255" y="29242"/>
                        <a:pt x="493" y="0"/>
                      </a:cubicBezTo>
                      <a:lnTo>
                        <a:pt x="303" y="2381"/>
                      </a:lnTo>
                      <a:cubicBezTo>
                        <a:pt x="-936" y="35624"/>
                        <a:pt x="1731" y="64865"/>
                        <a:pt x="6399" y="90202"/>
                      </a:cubicBezTo>
                      <a:cubicBezTo>
                        <a:pt x="11066" y="115824"/>
                        <a:pt x="17638" y="137636"/>
                        <a:pt x="25353" y="155162"/>
                      </a:cubicBezTo>
                      <a:cubicBezTo>
                        <a:pt x="40784" y="190500"/>
                        <a:pt x="59739" y="210979"/>
                        <a:pt x="81360" y="214979"/>
                      </a:cubicBezTo>
                      <a:cubicBezTo>
                        <a:pt x="104792" y="220123"/>
                        <a:pt x="130319" y="206312"/>
                        <a:pt x="157465" y="177356"/>
                      </a:cubicBezTo>
                      <a:cubicBezTo>
                        <a:pt x="184040" y="148685"/>
                        <a:pt x="211472" y="104299"/>
                        <a:pt x="232427" y="48101"/>
                      </a:cubicBezTo>
                      <a:cubicBezTo>
                        <a:pt x="234903" y="41339"/>
                        <a:pt x="237094" y="34576"/>
                        <a:pt x="239094" y="27813"/>
                      </a:cubicBezTo>
                      <a:cubicBezTo>
                        <a:pt x="218425" y="81344"/>
                        <a:pt x="191660" y="123635"/>
                        <a:pt x="165371" y="150971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00" name="Forme libre : forme 2099">
                  <a:extLst>
                    <a:ext uri="{FF2B5EF4-FFF2-40B4-BE49-F238E27FC236}">
                      <a16:creationId xmlns:a16="http://schemas.microsoft.com/office/drawing/2014/main" id="{8DC94009-867E-48D7-9B95-21CDB682DCCF}"/>
                    </a:ext>
                  </a:extLst>
                </p:cNvPr>
                <p:cNvSpPr/>
                <p:nvPr/>
              </p:nvSpPr>
              <p:spPr>
                <a:xfrm>
                  <a:off x="10390936" y="2782657"/>
                  <a:ext cx="247554" cy="136006"/>
                </a:xfrm>
                <a:custGeom>
                  <a:avLst/>
                  <a:gdLst>
                    <a:gd name="connsiteX0" fmla="*/ 247555 w 247554"/>
                    <a:gd name="connsiteY0" fmla="*/ 561 h 136006"/>
                    <a:gd name="connsiteX1" fmla="*/ 239363 w 247554"/>
                    <a:gd name="connsiteY1" fmla="*/ 85 h 136006"/>
                    <a:gd name="connsiteX2" fmla="*/ 217075 w 247554"/>
                    <a:gd name="connsiteY2" fmla="*/ 276 h 136006"/>
                    <a:gd name="connsiteX3" fmla="*/ 184309 w 247554"/>
                    <a:gd name="connsiteY3" fmla="*/ 3228 h 136006"/>
                    <a:gd name="connsiteX4" fmla="*/ 144780 w 247554"/>
                    <a:gd name="connsiteY4" fmla="*/ 11991 h 136006"/>
                    <a:gd name="connsiteX5" fmla="*/ 102584 w 247554"/>
                    <a:gd name="connsiteY5" fmla="*/ 28470 h 136006"/>
                    <a:gd name="connsiteX6" fmla="*/ 81820 w 247554"/>
                    <a:gd name="connsiteY6" fmla="*/ 39804 h 136006"/>
                    <a:gd name="connsiteX7" fmla="*/ 61913 w 247554"/>
                    <a:gd name="connsiteY7" fmla="*/ 53997 h 136006"/>
                    <a:gd name="connsiteX8" fmla="*/ 26670 w 247554"/>
                    <a:gd name="connsiteY8" fmla="*/ 89525 h 136006"/>
                    <a:gd name="connsiteX9" fmla="*/ 0 w 247554"/>
                    <a:gd name="connsiteY9" fmla="*/ 136007 h 136006"/>
                    <a:gd name="connsiteX10" fmla="*/ 11430 w 247554"/>
                    <a:gd name="connsiteY10" fmla="*/ 116862 h 136006"/>
                    <a:gd name="connsiteX11" fmla="*/ 50578 w 247554"/>
                    <a:gd name="connsiteY11" fmla="*/ 72285 h 136006"/>
                    <a:gd name="connsiteX12" fmla="*/ 83534 w 247554"/>
                    <a:gd name="connsiteY12" fmla="*/ 46948 h 136006"/>
                    <a:gd name="connsiteX13" fmla="*/ 126873 w 247554"/>
                    <a:gd name="connsiteY13" fmla="*/ 24279 h 136006"/>
                    <a:gd name="connsiteX14" fmla="*/ 181451 w 247554"/>
                    <a:gd name="connsiteY14" fmla="*/ 7419 h 136006"/>
                    <a:gd name="connsiteX15" fmla="*/ 247555 w 247554"/>
                    <a:gd name="connsiteY15" fmla="*/ 561 h 136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47554" h="136006">
                      <a:moveTo>
                        <a:pt x="247555" y="561"/>
                      </a:moveTo>
                      <a:cubicBezTo>
                        <a:pt x="247555" y="561"/>
                        <a:pt x="244697" y="85"/>
                        <a:pt x="239363" y="85"/>
                      </a:cubicBezTo>
                      <a:cubicBezTo>
                        <a:pt x="234125" y="-10"/>
                        <a:pt x="226409" y="-105"/>
                        <a:pt x="217075" y="276"/>
                      </a:cubicBezTo>
                      <a:cubicBezTo>
                        <a:pt x="207645" y="752"/>
                        <a:pt x="196596" y="1228"/>
                        <a:pt x="184309" y="3228"/>
                      </a:cubicBezTo>
                      <a:cubicBezTo>
                        <a:pt x="172021" y="5229"/>
                        <a:pt x="158591" y="8086"/>
                        <a:pt x="144780" y="11991"/>
                      </a:cubicBezTo>
                      <a:cubicBezTo>
                        <a:pt x="130969" y="15801"/>
                        <a:pt x="116586" y="21707"/>
                        <a:pt x="102584" y="28470"/>
                      </a:cubicBezTo>
                      <a:cubicBezTo>
                        <a:pt x="95536" y="31899"/>
                        <a:pt x="88678" y="35613"/>
                        <a:pt x="81820" y="39804"/>
                      </a:cubicBezTo>
                      <a:cubicBezTo>
                        <a:pt x="74962" y="44186"/>
                        <a:pt x="68294" y="48948"/>
                        <a:pt x="61913" y="53997"/>
                      </a:cubicBezTo>
                      <a:cubicBezTo>
                        <a:pt x="49054" y="64284"/>
                        <a:pt x="37147" y="75809"/>
                        <a:pt x="26670" y="89525"/>
                      </a:cubicBezTo>
                      <a:cubicBezTo>
                        <a:pt x="16193" y="103336"/>
                        <a:pt x="7144" y="118767"/>
                        <a:pt x="0" y="136007"/>
                      </a:cubicBezTo>
                      <a:cubicBezTo>
                        <a:pt x="0" y="136007"/>
                        <a:pt x="3429" y="128577"/>
                        <a:pt x="11430" y="116862"/>
                      </a:cubicBezTo>
                      <a:cubicBezTo>
                        <a:pt x="19431" y="105051"/>
                        <a:pt x="31909" y="88858"/>
                        <a:pt x="50578" y="72285"/>
                      </a:cubicBezTo>
                      <a:cubicBezTo>
                        <a:pt x="59912" y="63998"/>
                        <a:pt x="70866" y="55235"/>
                        <a:pt x="83534" y="46948"/>
                      </a:cubicBezTo>
                      <a:cubicBezTo>
                        <a:pt x="96107" y="39042"/>
                        <a:pt x="110490" y="31327"/>
                        <a:pt x="126873" y="24279"/>
                      </a:cubicBezTo>
                      <a:cubicBezTo>
                        <a:pt x="143161" y="17230"/>
                        <a:pt x="161258" y="11991"/>
                        <a:pt x="181451" y="7419"/>
                      </a:cubicBezTo>
                      <a:cubicBezTo>
                        <a:pt x="201644" y="3324"/>
                        <a:pt x="223647" y="1038"/>
                        <a:pt x="247555" y="5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01" name="Forme libre : forme 2100">
                  <a:extLst>
                    <a:ext uri="{FF2B5EF4-FFF2-40B4-BE49-F238E27FC236}">
                      <a16:creationId xmlns:a16="http://schemas.microsoft.com/office/drawing/2014/main" id="{2D02C83F-D341-4DB4-9FA9-010FBB8C8BBB}"/>
                    </a:ext>
                  </a:extLst>
                </p:cNvPr>
                <p:cNvSpPr/>
                <p:nvPr/>
              </p:nvSpPr>
              <p:spPr>
                <a:xfrm>
                  <a:off x="10508665" y="2837702"/>
                  <a:ext cx="64607" cy="236505"/>
                </a:xfrm>
                <a:custGeom>
                  <a:avLst/>
                  <a:gdLst>
                    <a:gd name="connsiteX0" fmla="*/ 59817 w 64607"/>
                    <a:gd name="connsiteY0" fmla="*/ 0 h 236505"/>
                    <a:gd name="connsiteX1" fmla="*/ 36290 w 64607"/>
                    <a:gd name="connsiteY1" fmla="*/ 5905 h 236505"/>
                    <a:gd name="connsiteX2" fmla="*/ 0 w 64607"/>
                    <a:gd name="connsiteY2" fmla="*/ 21717 h 236505"/>
                    <a:gd name="connsiteX3" fmla="*/ 12097 w 64607"/>
                    <a:gd name="connsiteY3" fmla="*/ 37719 h 236505"/>
                    <a:gd name="connsiteX4" fmla="*/ 33242 w 64607"/>
                    <a:gd name="connsiteY4" fmla="*/ 82677 h 236505"/>
                    <a:gd name="connsiteX5" fmla="*/ 41148 w 64607"/>
                    <a:gd name="connsiteY5" fmla="*/ 151162 h 236505"/>
                    <a:gd name="connsiteX6" fmla="*/ 19526 w 64607"/>
                    <a:gd name="connsiteY6" fmla="*/ 236506 h 236505"/>
                    <a:gd name="connsiteX7" fmla="*/ 49149 w 64607"/>
                    <a:gd name="connsiteY7" fmla="*/ 178689 h 236505"/>
                    <a:gd name="connsiteX8" fmla="*/ 52959 w 64607"/>
                    <a:gd name="connsiteY8" fmla="*/ 33623 h 236505"/>
                    <a:gd name="connsiteX9" fmla="*/ 53816 w 64607"/>
                    <a:gd name="connsiteY9" fmla="*/ 10096 h 236505"/>
                    <a:gd name="connsiteX10" fmla="*/ 59817 w 64607"/>
                    <a:gd name="connsiteY10" fmla="*/ 0 h 23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4607" h="236505">
                      <a:moveTo>
                        <a:pt x="59817" y="0"/>
                      </a:moveTo>
                      <a:cubicBezTo>
                        <a:pt x="59817" y="0"/>
                        <a:pt x="49054" y="2191"/>
                        <a:pt x="36290" y="5905"/>
                      </a:cubicBezTo>
                      <a:cubicBezTo>
                        <a:pt x="23431" y="9811"/>
                        <a:pt x="8763" y="14954"/>
                        <a:pt x="0" y="21717"/>
                      </a:cubicBezTo>
                      <a:cubicBezTo>
                        <a:pt x="0" y="21717"/>
                        <a:pt x="5334" y="27051"/>
                        <a:pt x="12097" y="37719"/>
                      </a:cubicBezTo>
                      <a:cubicBezTo>
                        <a:pt x="18955" y="48292"/>
                        <a:pt x="27241" y="63532"/>
                        <a:pt x="33242" y="82677"/>
                      </a:cubicBezTo>
                      <a:cubicBezTo>
                        <a:pt x="39243" y="101822"/>
                        <a:pt x="42767" y="125349"/>
                        <a:pt x="41148" y="151162"/>
                      </a:cubicBezTo>
                      <a:cubicBezTo>
                        <a:pt x="39624" y="177070"/>
                        <a:pt x="32766" y="205740"/>
                        <a:pt x="19526" y="236506"/>
                      </a:cubicBezTo>
                      <a:cubicBezTo>
                        <a:pt x="19526" y="236506"/>
                        <a:pt x="35433" y="214598"/>
                        <a:pt x="49149" y="178689"/>
                      </a:cubicBezTo>
                      <a:cubicBezTo>
                        <a:pt x="62389" y="142684"/>
                        <a:pt x="74200" y="92869"/>
                        <a:pt x="52959" y="33623"/>
                      </a:cubicBezTo>
                      <a:cubicBezTo>
                        <a:pt x="49721" y="24670"/>
                        <a:pt x="51244" y="16383"/>
                        <a:pt x="53816" y="10096"/>
                      </a:cubicBezTo>
                      <a:cubicBezTo>
                        <a:pt x="56388" y="4000"/>
                        <a:pt x="59817" y="0"/>
                        <a:pt x="59817" y="0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02" name="Forme libre : forme 2101">
                  <a:extLst>
                    <a:ext uri="{FF2B5EF4-FFF2-40B4-BE49-F238E27FC236}">
                      <a16:creationId xmlns:a16="http://schemas.microsoft.com/office/drawing/2014/main" id="{5C641F5B-7911-4DCE-A133-B5D969562775}"/>
                    </a:ext>
                  </a:extLst>
                </p:cNvPr>
                <p:cNvSpPr/>
                <p:nvPr/>
              </p:nvSpPr>
              <p:spPr>
                <a:xfrm>
                  <a:off x="10359503" y="2779056"/>
                  <a:ext cx="120110" cy="37690"/>
                </a:xfrm>
                <a:custGeom>
                  <a:avLst/>
                  <a:gdLst>
                    <a:gd name="connsiteX0" fmla="*/ 102203 w 120110"/>
                    <a:gd name="connsiteY0" fmla="*/ 37691 h 37690"/>
                    <a:gd name="connsiteX1" fmla="*/ 120110 w 120110"/>
                    <a:gd name="connsiteY1" fmla="*/ 25975 h 37690"/>
                    <a:gd name="connsiteX2" fmla="*/ 111347 w 120110"/>
                    <a:gd name="connsiteY2" fmla="*/ 21403 h 37690"/>
                    <a:gd name="connsiteX3" fmla="*/ 86487 w 120110"/>
                    <a:gd name="connsiteY3" fmla="*/ 11497 h 37690"/>
                    <a:gd name="connsiteX4" fmla="*/ 68866 w 120110"/>
                    <a:gd name="connsiteY4" fmla="*/ 6258 h 37690"/>
                    <a:gd name="connsiteX5" fmla="*/ 48196 w 120110"/>
                    <a:gd name="connsiteY5" fmla="*/ 2448 h 37690"/>
                    <a:gd name="connsiteX6" fmla="*/ 0 w 120110"/>
                    <a:gd name="connsiteY6" fmla="*/ 829 h 37690"/>
                    <a:gd name="connsiteX7" fmla="*/ 8954 w 120110"/>
                    <a:gd name="connsiteY7" fmla="*/ 1877 h 37690"/>
                    <a:gd name="connsiteX8" fmla="*/ 32480 w 120110"/>
                    <a:gd name="connsiteY8" fmla="*/ 6734 h 37690"/>
                    <a:gd name="connsiteX9" fmla="*/ 65437 w 120110"/>
                    <a:gd name="connsiteY9" fmla="*/ 17784 h 37690"/>
                    <a:gd name="connsiteX10" fmla="*/ 102203 w 120110"/>
                    <a:gd name="connsiteY10" fmla="*/ 37691 h 37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0110" h="37690">
                      <a:moveTo>
                        <a:pt x="102203" y="37691"/>
                      </a:moveTo>
                      <a:cubicBezTo>
                        <a:pt x="102203" y="37691"/>
                        <a:pt x="110966" y="30452"/>
                        <a:pt x="120110" y="25975"/>
                      </a:cubicBezTo>
                      <a:cubicBezTo>
                        <a:pt x="120110" y="25975"/>
                        <a:pt x="117062" y="23975"/>
                        <a:pt x="111347" y="21403"/>
                      </a:cubicBezTo>
                      <a:cubicBezTo>
                        <a:pt x="105632" y="18736"/>
                        <a:pt x="97155" y="15117"/>
                        <a:pt x="86487" y="11497"/>
                      </a:cubicBezTo>
                      <a:cubicBezTo>
                        <a:pt x="81153" y="9687"/>
                        <a:pt x="75247" y="7782"/>
                        <a:pt x="68866" y="6258"/>
                      </a:cubicBezTo>
                      <a:cubicBezTo>
                        <a:pt x="62484" y="4830"/>
                        <a:pt x="55531" y="3496"/>
                        <a:pt x="48196" y="2448"/>
                      </a:cubicBezTo>
                      <a:cubicBezTo>
                        <a:pt x="33528" y="258"/>
                        <a:pt x="17240" y="-885"/>
                        <a:pt x="0" y="829"/>
                      </a:cubicBezTo>
                      <a:cubicBezTo>
                        <a:pt x="0" y="829"/>
                        <a:pt x="3238" y="1020"/>
                        <a:pt x="8954" y="1877"/>
                      </a:cubicBezTo>
                      <a:cubicBezTo>
                        <a:pt x="14668" y="2639"/>
                        <a:pt x="22765" y="3972"/>
                        <a:pt x="32480" y="6734"/>
                      </a:cubicBezTo>
                      <a:cubicBezTo>
                        <a:pt x="42196" y="9402"/>
                        <a:pt x="53530" y="13021"/>
                        <a:pt x="65437" y="17784"/>
                      </a:cubicBezTo>
                      <a:cubicBezTo>
                        <a:pt x="77248" y="22832"/>
                        <a:pt x="89916" y="29690"/>
                        <a:pt x="102203" y="37691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103" name="Graphique 15">
                  <a:extLst>
                    <a:ext uri="{FF2B5EF4-FFF2-40B4-BE49-F238E27FC236}">
                      <a16:creationId xmlns:a16="http://schemas.microsoft.com/office/drawing/2014/main" id="{2B079314-CE5B-41AD-B29C-DAC02BE990CF}"/>
                    </a:ext>
                  </a:extLst>
                </p:cNvPr>
                <p:cNvGrpSpPr/>
                <p:nvPr/>
              </p:nvGrpSpPr>
              <p:grpSpPr>
                <a:xfrm>
                  <a:off x="10407746" y="2820423"/>
                  <a:ext cx="73836" cy="99024"/>
                  <a:chOff x="10407746" y="2820423"/>
                  <a:chExt cx="73836" cy="99024"/>
                </a:xfrm>
                <a:solidFill>
                  <a:schemeClr val="accent1"/>
                </a:solidFill>
              </p:grpSpPr>
              <p:grpSp>
                <p:nvGrpSpPr>
                  <p:cNvPr id="2104" name="Graphique 15">
                    <a:extLst>
                      <a:ext uri="{FF2B5EF4-FFF2-40B4-BE49-F238E27FC236}">
                        <a16:creationId xmlns:a16="http://schemas.microsoft.com/office/drawing/2014/main" id="{83E8FD5B-049A-4FBA-9A80-5FC8EDAE8622}"/>
                      </a:ext>
                    </a:extLst>
                  </p:cNvPr>
                  <p:cNvGrpSpPr/>
                  <p:nvPr/>
                </p:nvGrpSpPr>
                <p:grpSpPr>
                  <a:xfrm>
                    <a:off x="10407746" y="2820423"/>
                    <a:ext cx="40654" cy="35755"/>
                    <a:chOff x="10407746" y="2820423"/>
                    <a:chExt cx="40654" cy="35755"/>
                  </a:xfrm>
                  <a:solidFill>
                    <a:schemeClr val="accent1"/>
                  </a:solidFill>
                </p:grpSpPr>
                <p:sp>
                  <p:nvSpPr>
                    <p:cNvPr id="2105" name="Forme libre : forme 2104">
                      <a:extLst>
                        <a:ext uri="{FF2B5EF4-FFF2-40B4-BE49-F238E27FC236}">
                          <a16:creationId xmlns:a16="http://schemas.microsoft.com/office/drawing/2014/main" id="{764BF3A7-32C4-426F-890F-553226312D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7842" y="2820423"/>
                      <a:ext cx="40558" cy="35755"/>
                    </a:xfrm>
                    <a:custGeom>
                      <a:avLst/>
                      <a:gdLst>
                        <a:gd name="connsiteX0" fmla="*/ 40435 w 40558"/>
                        <a:gd name="connsiteY0" fmla="*/ 20422 h 35755"/>
                        <a:gd name="connsiteX1" fmla="*/ 18432 w 40558"/>
                        <a:gd name="connsiteY1" fmla="*/ 35567 h 35755"/>
                        <a:gd name="connsiteX2" fmla="*/ 49 w 40558"/>
                        <a:gd name="connsiteY2" fmla="*/ 16136 h 35755"/>
                        <a:gd name="connsiteX3" fmla="*/ 22147 w 40558"/>
                        <a:gd name="connsiteY3" fmla="*/ 134 h 35755"/>
                        <a:gd name="connsiteX4" fmla="*/ 40435 w 40558"/>
                        <a:gd name="connsiteY4" fmla="*/ 20422 h 35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558" h="35755">
                          <a:moveTo>
                            <a:pt x="40435" y="20422"/>
                          </a:moveTo>
                          <a:cubicBezTo>
                            <a:pt x="39101" y="30137"/>
                            <a:pt x="29290" y="36995"/>
                            <a:pt x="18432" y="35567"/>
                          </a:cubicBezTo>
                          <a:cubicBezTo>
                            <a:pt x="7573" y="34424"/>
                            <a:pt x="-713" y="25946"/>
                            <a:pt x="49" y="16136"/>
                          </a:cubicBezTo>
                          <a:cubicBezTo>
                            <a:pt x="811" y="6420"/>
                            <a:pt x="10717" y="-1105"/>
                            <a:pt x="22147" y="134"/>
                          </a:cubicBezTo>
                          <a:cubicBezTo>
                            <a:pt x="33481" y="1658"/>
                            <a:pt x="41673" y="10706"/>
                            <a:pt x="40435" y="2042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06" name="Forme libre : forme 2105">
                      <a:extLst>
                        <a:ext uri="{FF2B5EF4-FFF2-40B4-BE49-F238E27FC236}">
                          <a16:creationId xmlns:a16="http://schemas.microsoft.com/office/drawing/2014/main" id="{61D59C13-6D91-4B6C-81D7-6700CB2E50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7746" y="2827986"/>
                      <a:ext cx="40551" cy="28171"/>
                    </a:xfrm>
                    <a:custGeom>
                      <a:avLst/>
                      <a:gdLst>
                        <a:gd name="connsiteX0" fmla="*/ 20433 w 40551"/>
                        <a:gd name="connsiteY0" fmla="*/ 10763 h 28171"/>
                        <a:gd name="connsiteX1" fmla="*/ 3574 w 40551"/>
                        <a:gd name="connsiteY1" fmla="*/ 0 h 28171"/>
                        <a:gd name="connsiteX2" fmla="*/ 49 w 40551"/>
                        <a:gd name="connsiteY2" fmla="*/ 8572 h 28171"/>
                        <a:gd name="connsiteX3" fmla="*/ 18433 w 40551"/>
                        <a:gd name="connsiteY3" fmla="*/ 28004 h 28171"/>
                        <a:gd name="connsiteX4" fmla="*/ 40435 w 40551"/>
                        <a:gd name="connsiteY4" fmla="*/ 12859 h 28171"/>
                        <a:gd name="connsiteX5" fmla="*/ 38911 w 40551"/>
                        <a:gd name="connsiteY5" fmla="*/ 4000 h 28171"/>
                        <a:gd name="connsiteX6" fmla="*/ 20433 w 40551"/>
                        <a:gd name="connsiteY6" fmla="*/ 10763 h 28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551" h="28171">
                          <a:moveTo>
                            <a:pt x="20433" y="10763"/>
                          </a:moveTo>
                          <a:cubicBezTo>
                            <a:pt x="12813" y="9811"/>
                            <a:pt x="6621" y="5810"/>
                            <a:pt x="3574" y="0"/>
                          </a:cubicBezTo>
                          <a:cubicBezTo>
                            <a:pt x="1668" y="2476"/>
                            <a:pt x="335" y="5334"/>
                            <a:pt x="49" y="8572"/>
                          </a:cubicBezTo>
                          <a:cubicBezTo>
                            <a:pt x="-713" y="18479"/>
                            <a:pt x="7479" y="26860"/>
                            <a:pt x="18433" y="28004"/>
                          </a:cubicBezTo>
                          <a:cubicBezTo>
                            <a:pt x="29291" y="29337"/>
                            <a:pt x="39197" y="22574"/>
                            <a:pt x="40435" y="12859"/>
                          </a:cubicBezTo>
                          <a:cubicBezTo>
                            <a:pt x="40816" y="9716"/>
                            <a:pt x="40245" y="6763"/>
                            <a:pt x="38911" y="4000"/>
                          </a:cubicBezTo>
                          <a:cubicBezTo>
                            <a:pt x="34816" y="8954"/>
                            <a:pt x="27862" y="11716"/>
                            <a:pt x="20433" y="1076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07" name="Forme libre : forme 2106">
                      <a:extLst>
                        <a:ext uri="{FF2B5EF4-FFF2-40B4-BE49-F238E27FC236}">
                          <a16:creationId xmlns:a16="http://schemas.microsoft.com/office/drawing/2014/main" id="{6E58F684-BEB7-4342-AA25-7E262716AD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7443" y="2827927"/>
                      <a:ext cx="17347" cy="16942"/>
                    </a:xfrm>
                    <a:custGeom>
                      <a:avLst/>
                      <a:gdLst>
                        <a:gd name="connsiteX0" fmla="*/ 16642 w 17347"/>
                        <a:gd name="connsiteY0" fmla="*/ 6155 h 16942"/>
                        <a:gd name="connsiteX1" fmla="*/ 12070 w 17347"/>
                        <a:gd name="connsiteY1" fmla="*/ 16632 h 16942"/>
                        <a:gd name="connsiteX2" fmla="*/ 735 w 17347"/>
                        <a:gd name="connsiteY2" fmla="*/ 10822 h 16942"/>
                        <a:gd name="connsiteX3" fmla="*/ 5212 w 17347"/>
                        <a:gd name="connsiteY3" fmla="*/ 344 h 16942"/>
                        <a:gd name="connsiteX4" fmla="*/ 16642 w 17347"/>
                        <a:gd name="connsiteY4" fmla="*/ 6155 h 16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47" h="16942">
                          <a:moveTo>
                            <a:pt x="16642" y="6155"/>
                          </a:moveTo>
                          <a:cubicBezTo>
                            <a:pt x="18547" y="10631"/>
                            <a:pt x="16451" y="15299"/>
                            <a:pt x="12070" y="16632"/>
                          </a:cubicBezTo>
                          <a:cubicBezTo>
                            <a:pt x="7688" y="17870"/>
                            <a:pt x="2735" y="15299"/>
                            <a:pt x="735" y="10822"/>
                          </a:cubicBezTo>
                          <a:cubicBezTo>
                            <a:pt x="-1170" y="6345"/>
                            <a:pt x="735" y="1583"/>
                            <a:pt x="5212" y="344"/>
                          </a:cubicBezTo>
                          <a:cubicBezTo>
                            <a:pt x="9689" y="-989"/>
                            <a:pt x="14832" y="1678"/>
                            <a:pt x="16642" y="615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08" name="Forme libre : forme 2107">
                      <a:extLst>
                        <a:ext uri="{FF2B5EF4-FFF2-40B4-BE49-F238E27FC236}">
                          <a16:creationId xmlns:a16="http://schemas.microsoft.com/office/drawing/2014/main" id="{CFB4DCE1-EF9F-4C5F-8A8D-1FCD8B1FB3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7209" y="2827847"/>
                      <a:ext cx="6702" cy="5897"/>
                    </a:xfrm>
                    <a:custGeom>
                      <a:avLst/>
                      <a:gdLst>
                        <a:gd name="connsiteX0" fmla="*/ 6685 w 6702"/>
                        <a:gd name="connsiteY0" fmla="*/ 3378 h 5897"/>
                        <a:gd name="connsiteX1" fmla="*/ 3065 w 6702"/>
                        <a:gd name="connsiteY1" fmla="*/ 5854 h 5897"/>
                        <a:gd name="connsiteX2" fmla="*/ 17 w 6702"/>
                        <a:gd name="connsiteY2" fmla="*/ 2520 h 5897"/>
                        <a:gd name="connsiteX3" fmla="*/ 3637 w 6702"/>
                        <a:gd name="connsiteY3" fmla="*/ 44 h 5897"/>
                        <a:gd name="connsiteX4" fmla="*/ 6685 w 6702"/>
                        <a:gd name="connsiteY4" fmla="*/ 3378 h 58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02" h="5897">
                          <a:moveTo>
                            <a:pt x="6685" y="3378"/>
                          </a:moveTo>
                          <a:cubicBezTo>
                            <a:pt x="6494" y="4997"/>
                            <a:pt x="4875" y="6140"/>
                            <a:pt x="3065" y="5854"/>
                          </a:cubicBezTo>
                          <a:cubicBezTo>
                            <a:pt x="1255" y="5568"/>
                            <a:pt x="-173" y="4140"/>
                            <a:pt x="17" y="2520"/>
                          </a:cubicBezTo>
                          <a:cubicBezTo>
                            <a:pt x="208" y="901"/>
                            <a:pt x="1827" y="-242"/>
                            <a:pt x="3637" y="44"/>
                          </a:cubicBezTo>
                          <a:cubicBezTo>
                            <a:pt x="5542" y="330"/>
                            <a:pt x="6875" y="1853"/>
                            <a:pt x="6685" y="33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109" name="Graphique 15">
                    <a:extLst>
                      <a:ext uri="{FF2B5EF4-FFF2-40B4-BE49-F238E27FC236}">
                        <a16:creationId xmlns:a16="http://schemas.microsoft.com/office/drawing/2014/main" id="{C238BA46-410A-445E-9E78-AD272458348C}"/>
                      </a:ext>
                    </a:extLst>
                  </p:cNvPr>
                  <p:cNvGrpSpPr/>
                  <p:nvPr/>
                </p:nvGrpSpPr>
                <p:grpSpPr>
                  <a:xfrm>
                    <a:off x="10420684" y="2854849"/>
                    <a:ext cx="39284" cy="35672"/>
                    <a:chOff x="10420684" y="2854849"/>
                    <a:chExt cx="39284" cy="35672"/>
                  </a:xfrm>
                  <a:solidFill>
                    <a:schemeClr val="accent1"/>
                  </a:solidFill>
                </p:grpSpPr>
                <p:sp>
                  <p:nvSpPr>
                    <p:cNvPr id="2110" name="Forme libre : forme 2109">
                      <a:extLst>
                        <a:ext uri="{FF2B5EF4-FFF2-40B4-BE49-F238E27FC236}">
                          <a16:creationId xmlns:a16="http://schemas.microsoft.com/office/drawing/2014/main" id="{D4A0C3DE-0599-4B85-A01D-72341EB075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0684" y="2854849"/>
                      <a:ext cx="39192" cy="35672"/>
                    </a:xfrm>
                    <a:custGeom>
                      <a:avLst/>
                      <a:gdLst>
                        <a:gd name="connsiteX0" fmla="*/ 39022 w 39192"/>
                        <a:gd name="connsiteY0" fmla="*/ 20286 h 35672"/>
                        <a:gd name="connsiteX1" fmla="*/ 17401 w 39192"/>
                        <a:gd name="connsiteY1" fmla="*/ 35526 h 35672"/>
                        <a:gd name="connsiteX2" fmla="*/ 65 w 39192"/>
                        <a:gd name="connsiteY2" fmla="*/ 15428 h 35672"/>
                        <a:gd name="connsiteX3" fmla="*/ 21687 w 39192"/>
                        <a:gd name="connsiteY3" fmla="*/ 188 h 35672"/>
                        <a:gd name="connsiteX4" fmla="*/ 39022 w 39192"/>
                        <a:gd name="connsiteY4" fmla="*/ 20286 h 35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92" h="35672">
                          <a:moveTo>
                            <a:pt x="39022" y="20286"/>
                          </a:moveTo>
                          <a:cubicBezTo>
                            <a:pt x="37594" y="30002"/>
                            <a:pt x="27878" y="36764"/>
                            <a:pt x="17401" y="35526"/>
                          </a:cubicBezTo>
                          <a:cubicBezTo>
                            <a:pt x="6923" y="34193"/>
                            <a:pt x="-792" y="25144"/>
                            <a:pt x="65" y="15428"/>
                          </a:cubicBezTo>
                          <a:cubicBezTo>
                            <a:pt x="1018" y="5618"/>
                            <a:pt x="10733" y="-1240"/>
                            <a:pt x="21687" y="188"/>
                          </a:cubicBezTo>
                          <a:cubicBezTo>
                            <a:pt x="32736" y="1427"/>
                            <a:pt x="40451" y="10475"/>
                            <a:pt x="39022" y="2028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11" name="Forme libre : forme 2110">
                      <a:extLst>
                        <a:ext uri="{FF2B5EF4-FFF2-40B4-BE49-F238E27FC236}">
                          <a16:creationId xmlns:a16="http://schemas.microsoft.com/office/drawing/2014/main" id="{94690249-3949-4ED7-A15D-7121FD63B0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0765" y="2861704"/>
                      <a:ext cx="39203" cy="28742"/>
                    </a:xfrm>
                    <a:custGeom>
                      <a:avLst/>
                      <a:gdLst>
                        <a:gd name="connsiteX0" fmla="*/ 19606 w 39203"/>
                        <a:gd name="connsiteY0" fmla="*/ 11335 h 28742"/>
                        <a:gd name="connsiteX1" fmla="*/ 3604 w 39203"/>
                        <a:gd name="connsiteY1" fmla="*/ 0 h 28742"/>
                        <a:gd name="connsiteX2" fmla="*/ 80 w 39203"/>
                        <a:gd name="connsiteY2" fmla="*/ 8477 h 28742"/>
                        <a:gd name="connsiteX3" fmla="*/ 17415 w 39203"/>
                        <a:gd name="connsiteY3" fmla="*/ 28575 h 28742"/>
                        <a:gd name="connsiteX4" fmla="*/ 39037 w 39203"/>
                        <a:gd name="connsiteY4" fmla="*/ 13335 h 28742"/>
                        <a:gd name="connsiteX5" fmla="*/ 37703 w 39203"/>
                        <a:gd name="connsiteY5" fmla="*/ 4477 h 28742"/>
                        <a:gd name="connsiteX6" fmla="*/ 19606 w 39203"/>
                        <a:gd name="connsiteY6" fmla="*/ 11335 h 28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203" h="28742">
                          <a:moveTo>
                            <a:pt x="19606" y="11335"/>
                          </a:moveTo>
                          <a:cubicBezTo>
                            <a:pt x="12271" y="10382"/>
                            <a:pt x="6366" y="5906"/>
                            <a:pt x="3604" y="0"/>
                          </a:cubicBezTo>
                          <a:cubicBezTo>
                            <a:pt x="1699" y="2381"/>
                            <a:pt x="365" y="5239"/>
                            <a:pt x="80" y="8477"/>
                          </a:cubicBezTo>
                          <a:cubicBezTo>
                            <a:pt x="-873" y="18193"/>
                            <a:pt x="6842" y="27242"/>
                            <a:pt x="17415" y="28575"/>
                          </a:cubicBezTo>
                          <a:cubicBezTo>
                            <a:pt x="27892" y="29908"/>
                            <a:pt x="37608" y="23146"/>
                            <a:pt x="39037" y="13335"/>
                          </a:cubicBezTo>
                          <a:cubicBezTo>
                            <a:pt x="39513" y="10192"/>
                            <a:pt x="38941" y="7239"/>
                            <a:pt x="37703" y="4477"/>
                          </a:cubicBezTo>
                          <a:cubicBezTo>
                            <a:pt x="33512" y="9430"/>
                            <a:pt x="26749" y="12192"/>
                            <a:pt x="19606" y="1133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12" name="Forme libre : forme 2111">
                      <a:extLst>
                        <a:ext uri="{FF2B5EF4-FFF2-40B4-BE49-F238E27FC236}">
                          <a16:creationId xmlns:a16="http://schemas.microsoft.com/office/drawing/2014/main" id="{6DA6FDD5-0AA5-49F0-AB21-90F65C4BE8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9799" y="2862156"/>
                      <a:ext cx="16695" cy="16908"/>
                    </a:xfrm>
                    <a:custGeom>
                      <a:avLst/>
                      <a:gdLst>
                        <a:gd name="connsiteX0" fmla="*/ 16097 w 16695"/>
                        <a:gd name="connsiteY0" fmla="*/ 6121 h 16908"/>
                        <a:gd name="connsiteX1" fmla="*/ 11430 w 16695"/>
                        <a:gd name="connsiteY1" fmla="*/ 16598 h 16908"/>
                        <a:gd name="connsiteX2" fmla="*/ 667 w 16695"/>
                        <a:gd name="connsiteY2" fmla="*/ 10788 h 16908"/>
                        <a:gd name="connsiteX3" fmla="*/ 5144 w 16695"/>
                        <a:gd name="connsiteY3" fmla="*/ 311 h 16908"/>
                        <a:gd name="connsiteX4" fmla="*/ 16097 w 16695"/>
                        <a:gd name="connsiteY4" fmla="*/ 6121 h 16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95" h="16908">
                          <a:moveTo>
                            <a:pt x="16097" y="6121"/>
                          </a:moveTo>
                          <a:cubicBezTo>
                            <a:pt x="17812" y="10598"/>
                            <a:pt x="15716" y="15265"/>
                            <a:pt x="11430" y="16598"/>
                          </a:cubicBezTo>
                          <a:cubicBezTo>
                            <a:pt x="7239" y="17837"/>
                            <a:pt x="2381" y="15265"/>
                            <a:pt x="667" y="10788"/>
                          </a:cubicBezTo>
                          <a:cubicBezTo>
                            <a:pt x="-1143" y="6311"/>
                            <a:pt x="857" y="1644"/>
                            <a:pt x="5144" y="311"/>
                          </a:cubicBezTo>
                          <a:cubicBezTo>
                            <a:pt x="9430" y="-928"/>
                            <a:pt x="14383" y="1644"/>
                            <a:pt x="16097" y="612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13" name="Forme libre : forme 2112">
                      <a:extLst>
                        <a:ext uri="{FF2B5EF4-FFF2-40B4-BE49-F238E27FC236}">
                          <a16:creationId xmlns:a16="http://schemas.microsoft.com/office/drawing/2014/main" id="{08542BF5-678A-40C0-A074-060E7E9F0E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9589" y="2862137"/>
                      <a:ext cx="6515" cy="5897"/>
                    </a:xfrm>
                    <a:custGeom>
                      <a:avLst/>
                      <a:gdLst>
                        <a:gd name="connsiteX0" fmla="*/ 6496 w 6515"/>
                        <a:gd name="connsiteY0" fmla="*/ 3378 h 5897"/>
                        <a:gd name="connsiteX1" fmla="*/ 2877 w 6515"/>
                        <a:gd name="connsiteY1" fmla="*/ 5854 h 5897"/>
                        <a:gd name="connsiteX2" fmla="*/ 19 w 6515"/>
                        <a:gd name="connsiteY2" fmla="*/ 2520 h 5897"/>
                        <a:gd name="connsiteX3" fmla="*/ 3639 w 6515"/>
                        <a:gd name="connsiteY3" fmla="*/ 44 h 5897"/>
                        <a:gd name="connsiteX4" fmla="*/ 6496 w 6515"/>
                        <a:gd name="connsiteY4" fmla="*/ 3378 h 58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15" h="5897">
                          <a:moveTo>
                            <a:pt x="6496" y="3378"/>
                          </a:moveTo>
                          <a:cubicBezTo>
                            <a:pt x="6306" y="4997"/>
                            <a:pt x="4687" y="6140"/>
                            <a:pt x="2877" y="5854"/>
                          </a:cubicBezTo>
                          <a:cubicBezTo>
                            <a:pt x="1067" y="5664"/>
                            <a:pt x="-171" y="4140"/>
                            <a:pt x="19" y="2520"/>
                          </a:cubicBezTo>
                          <a:cubicBezTo>
                            <a:pt x="210" y="901"/>
                            <a:pt x="1829" y="-242"/>
                            <a:pt x="3639" y="44"/>
                          </a:cubicBezTo>
                          <a:cubicBezTo>
                            <a:pt x="5448" y="330"/>
                            <a:pt x="6687" y="1758"/>
                            <a:pt x="6496" y="33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114" name="Graphique 15">
                    <a:extLst>
                      <a:ext uri="{FF2B5EF4-FFF2-40B4-BE49-F238E27FC236}">
                        <a16:creationId xmlns:a16="http://schemas.microsoft.com/office/drawing/2014/main" id="{AE6E5BBF-3742-4E17-8C79-C55F3799A53C}"/>
                      </a:ext>
                    </a:extLst>
                  </p:cNvPr>
                  <p:cNvGrpSpPr/>
                  <p:nvPr/>
                </p:nvGrpSpPr>
                <p:grpSpPr>
                  <a:xfrm>
                    <a:off x="10443566" y="2883709"/>
                    <a:ext cx="38015" cy="35737"/>
                    <a:chOff x="10443566" y="2883709"/>
                    <a:chExt cx="38015" cy="35737"/>
                  </a:xfrm>
                  <a:solidFill>
                    <a:schemeClr val="accent1"/>
                  </a:solidFill>
                </p:grpSpPr>
                <p:sp>
                  <p:nvSpPr>
                    <p:cNvPr id="2115" name="Forme libre : forme 2114">
                      <a:extLst>
                        <a:ext uri="{FF2B5EF4-FFF2-40B4-BE49-F238E27FC236}">
                          <a16:creationId xmlns:a16="http://schemas.microsoft.com/office/drawing/2014/main" id="{9EF3EA5C-5DD1-40EF-A082-2709312ED1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3566" y="2883709"/>
                      <a:ext cx="38015" cy="35737"/>
                    </a:xfrm>
                    <a:custGeom>
                      <a:avLst/>
                      <a:gdLst>
                        <a:gd name="connsiteX0" fmla="*/ 37761 w 38015"/>
                        <a:gd name="connsiteY0" fmla="*/ 21143 h 35737"/>
                        <a:gd name="connsiteX1" fmla="*/ 16330 w 38015"/>
                        <a:gd name="connsiteY1" fmla="*/ 35431 h 35737"/>
                        <a:gd name="connsiteX2" fmla="*/ 138 w 38015"/>
                        <a:gd name="connsiteY2" fmla="*/ 15333 h 35737"/>
                        <a:gd name="connsiteX3" fmla="*/ 21760 w 38015"/>
                        <a:gd name="connsiteY3" fmla="*/ 188 h 35737"/>
                        <a:gd name="connsiteX4" fmla="*/ 37761 w 38015"/>
                        <a:gd name="connsiteY4" fmla="*/ 21143 h 357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015" h="35737">
                          <a:moveTo>
                            <a:pt x="37761" y="21143"/>
                          </a:moveTo>
                          <a:cubicBezTo>
                            <a:pt x="36047" y="30859"/>
                            <a:pt x="26427" y="37241"/>
                            <a:pt x="16330" y="35431"/>
                          </a:cubicBezTo>
                          <a:cubicBezTo>
                            <a:pt x="6139" y="34097"/>
                            <a:pt x="-1100" y="25144"/>
                            <a:pt x="138" y="15333"/>
                          </a:cubicBezTo>
                          <a:cubicBezTo>
                            <a:pt x="1376" y="5618"/>
                            <a:pt x="11092" y="-1240"/>
                            <a:pt x="21760" y="188"/>
                          </a:cubicBezTo>
                          <a:cubicBezTo>
                            <a:pt x="32332" y="2093"/>
                            <a:pt x="39476" y="11523"/>
                            <a:pt x="37761" y="2114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16" name="Forme libre : forme 2115">
                      <a:extLst>
                        <a:ext uri="{FF2B5EF4-FFF2-40B4-BE49-F238E27FC236}">
                          <a16:creationId xmlns:a16="http://schemas.microsoft.com/office/drawing/2014/main" id="{61A38C24-0448-4760-BC01-EFD628C638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3566" y="2890661"/>
                      <a:ext cx="38005" cy="28786"/>
                    </a:xfrm>
                    <a:custGeom>
                      <a:avLst/>
                      <a:gdLst>
                        <a:gd name="connsiteX0" fmla="*/ 19093 w 38005"/>
                        <a:gd name="connsiteY0" fmla="*/ 11335 h 28786"/>
                        <a:gd name="connsiteX1" fmla="*/ 3852 w 38005"/>
                        <a:gd name="connsiteY1" fmla="*/ 0 h 28786"/>
                        <a:gd name="connsiteX2" fmla="*/ 138 w 38005"/>
                        <a:gd name="connsiteY2" fmla="*/ 8382 h 28786"/>
                        <a:gd name="connsiteX3" fmla="*/ 16330 w 38005"/>
                        <a:gd name="connsiteY3" fmla="*/ 28480 h 28786"/>
                        <a:gd name="connsiteX4" fmla="*/ 37761 w 38005"/>
                        <a:gd name="connsiteY4" fmla="*/ 14192 h 28786"/>
                        <a:gd name="connsiteX5" fmla="*/ 36809 w 38005"/>
                        <a:gd name="connsiteY5" fmla="*/ 5334 h 28786"/>
                        <a:gd name="connsiteX6" fmla="*/ 19093 w 38005"/>
                        <a:gd name="connsiteY6" fmla="*/ 11335 h 28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005" h="28786">
                          <a:moveTo>
                            <a:pt x="19093" y="11335"/>
                          </a:moveTo>
                          <a:cubicBezTo>
                            <a:pt x="12044" y="10382"/>
                            <a:pt x="6424" y="5905"/>
                            <a:pt x="3852" y="0"/>
                          </a:cubicBezTo>
                          <a:cubicBezTo>
                            <a:pt x="1852" y="2381"/>
                            <a:pt x="519" y="5239"/>
                            <a:pt x="138" y="8382"/>
                          </a:cubicBezTo>
                          <a:cubicBezTo>
                            <a:pt x="-1100" y="18193"/>
                            <a:pt x="6139" y="27051"/>
                            <a:pt x="16330" y="28480"/>
                          </a:cubicBezTo>
                          <a:cubicBezTo>
                            <a:pt x="26427" y="30289"/>
                            <a:pt x="36047" y="23908"/>
                            <a:pt x="37761" y="14192"/>
                          </a:cubicBezTo>
                          <a:cubicBezTo>
                            <a:pt x="38333" y="11144"/>
                            <a:pt x="37857" y="8096"/>
                            <a:pt x="36809" y="5334"/>
                          </a:cubicBezTo>
                          <a:cubicBezTo>
                            <a:pt x="32618" y="10001"/>
                            <a:pt x="26046" y="12573"/>
                            <a:pt x="19093" y="1133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17" name="Forme libre : forme 2116">
                      <a:extLst>
                        <a:ext uri="{FF2B5EF4-FFF2-40B4-BE49-F238E27FC236}">
                          <a16:creationId xmlns:a16="http://schemas.microsoft.com/office/drawing/2014/main" id="{B14AE9C7-21D5-4730-A88E-FD71932EE3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62151" y="2891391"/>
                      <a:ext cx="16137" cy="17047"/>
                    </a:xfrm>
                    <a:custGeom>
                      <a:avLst/>
                      <a:gdLst>
                        <a:gd name="connsiteX0" fmla="*/ 15652 w 16137"/>
                        <a:gd name="connsiteY0" fmla="*/ 6508 h 17047"/>
                        <a:gd name="connsiteX1" fmla="*/ 10795 w 16137"/>
                        <a:gd name="connsiteY1" fmla="*/ 16795 h 17047"/>
                        <a:gd name="connsiteX2" fmla="*/ 508 w 16137"/>
                        <a:gd name="connsiteY2" fmla="*/ 10509 h 17047"/>
                        <a:gd name="connsiteX3" fmla="*/ 5270 w 16137"/>
                        <a:gd name="connsiteY3" fmla="*/ 222 h 17047"/>
                        <a:gd name="connsiteX4" fmla="*/ 15652 w 16137"/>
                        <a:gd name="connsiteY4" fmla="*/ 6508 h 17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37" h="17047">
                          <a:moveTo>
                            <a:pt x="15652" y="6508"/>
                          </a:moveTo>
                          <a:cubicBezTo>
                            <a:pt x="17176" y="11080"/>
                            <a:pt x="14985" y="15652"/>
                            <a:pt x="10795" y="16795"/>
                          </a:cubicBezTo>
                          <a:cubicBezTo>
                            <a:pt x="6699" y="17938"/>
                            <a:pt x="2127" y="15081"/>
                            <a:pt x="508" y="10509"/>
                          </a:cubicBezTo>
                          <a:cubicBezTo>
                            <a:pt x="-1016" y="5937"/>
                            <a:pt x="984" y="1269"/>
                            <a:pt x="5270" y="222"/>
                          </a:cubicBezTo>
                          <a:cubicBezTo>
                            <a:pt x="9461" y="-826"/>
                            <a:pt x="14224" y="1936"/>
                            <a:pt x="15652" y="650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18" name="Forme libre : forme 2117">
                      <a:extLst>
                        <a:ext uri="{FF2B5EF4-FFF2-40B4-BE49-F238E27FC236}">
                          <a16:creationId xmlns:a16="http://schemas.microsoft.com/office/drawing/2014/main" id="{F2C1EABE-0E11-475E-8F0D-F52E696C3B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62237" y="2891280"/>
                      <a:ext cx="6253" cy="5904"/>
                    </a:xfrm>
                    <a:custGeom>
                      <a:avLst/>
                      <a:gdLst>
                        <a:gd name="connsiteX0" fmla="*/ 6233 w 6253"/>
                        <a:gd name="connsiteY0" fmla="*/ 3476 h 5904"/>
                        <a:gd name="connsiteX1" fmla="*/ 2708 w 6253"/>
                        <a:gd name="connsiteY1" fmla="*/ 5857 h 5904"/>
                        <a:gd name="connsiteX2" fmla="*/ 41 w 6253"/>
                        <a:gd name="connsiteY2" fmla="*/ 2428 h 5904"/>
                        <a:gd name="connsiteX3" fmla="*/ 3566 w 6253"/>
                        <a:gd name="connsiteY3" fmla="*/ 47 h 5904"/>
                        <a:gd name="connsiteX4" fmla="*/ 6233 w 6253"/>
                        <a:gd name="connsiteY4" fmla="*/ 3476 h 5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53" h="5904">
                          <a:moveTo>
                            <a:pt x="6233" y="3476"/>
                          </a:moveTo>
                          <a:cubicBezTo>
                            <a:pt x="5947" y="5095"/>
                            <a:pt x="4423" y="6143"/>
                            <a:pt x="2708" y="5857"/>
                          </a:cubicBezTo>
                          <a:cubicBezTo>
                            <a:pt x="994" y="5571"/>
                            <a:pt x="-245" y="4047"/>
                            <a:pt x="41" y="2428"/>
                          </a:cubicBezTo>
                          <a:cubicBezTo>
                            <a:pt x="327" y="809"/>
                            <a:pt x="1851" y="-239"/>
                            <a:pt x="3566" y="47"/>
                          </a:cubicBezTo>
                          <a:cubicBezTo>
                            <a:pt x="5280" y="333"/>
                            <a:pt x="6423" y="1857"/>
                            <a:pt x="6233" y="34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119" name="Graphique 15">
                  <a:extLst>
                    <a:ext uri="{FF2B5EF4-FFF2-40B4-BE49-F238E27FC236}">
                      <a16:creationId xmlns:a16="http://schemas.microsoft.com/office/drawing/2014/main" id="{12B3BDA2-06E2-41F0-B391-151676F9DD1D}"/>
                    </a:ext>
                  </a:extLst>
                </p:cNvPr>
                <p:cNvGrpSpPr/>
                <p:nvPr/>
              </p:nvGrpSpPr>
              <p:grpSpPr>
                <a:xfrm>
                  <a:off x="10355305" y="2928740"/>
                  <a:ext cx="67003" cy="96501"/>
                  <a:chOff x="10355305" y="2928740"/>
                  <a:chExt cx="67003" cy="96501"/>
                </a:xfrm>
                <a:solidFill>
                  <a:schemeClr val="accent1"/>
                </a:solidFill>
              </p:grpSpPr>
              <p:grpSp>
                <p:nvGrpSpPr>
                  <p:cNvPr id="2120" name="Graphique 15">
                    <a:extLst>
                      <a:ext uri="{FF2B5EF4-FFF2-40B4-BE49-F238E27FC236}">
                        <a16:creationId xmlns:a16="http://schemas.microsoft.com/office/drawing/2014/main" id="{E73DB1F6-8E6D-4B0C-806E-38504B4A1F96}"/>
                      </a:ext>
                    </a:extLst>
                  </p:cNvPr>
                  <p:cNvGrpSpPr/>
                  <p:nvPr/>
                </p:nvGrpSpPr>
                <p:grpSpPr>
                  <a:xfrm>
                    <a:off x="10355305" y="2928740"/>
                    <a:ext cx="35779" cy="35590"/>
                    <a:chOff x="10355305" y="2928740"/>
                    <a:chExt cx="35779" cy="35590"/>
                  </a:xfrm>
                  <a:solidFill>
                    <a:schemeClr val="accent1"/>
                  </a:solidFill>
                </p:grpSpPr>
                <p:sp>
                  <p:nvSpPr>
                    <p:cNvPr id="2121" name="Forme libre : forme 2120">
                      <a:extLst>
                        <a:ext uri="{FF2B5EF4-FFF2-40B4-BE49-F238E27FC236}">
                          <a16:creationId xmlns:a16="http://schemas.microsoft.com/office/drawing/2014/main" id="{236670C1-21DE-4EFA-91BC-7320AE88CB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55309" y="2928740"/>
                      <a:ext cx="35774" cy="35590"/>
                    </a:xfrm>
                    <a:custGeom>
                      <a:avLst/>
                      <a:gdLst>
                        <a:gd name="connsiteX0" fmla="*/ 35722 w 35774"/>
                        <a:gd name="connsiteY0" fmla="*/ 19070 h 35590"/>
                        <a:gd name="connsiteX1" fmla="*/ 16958 w 35774"/>
                        <a:gd name="connsiteY1" fmla="*/ 35549 h 35590"/>
                        <a:gd name="connsiteX2" fmla="*/ 4 w 35774"/>
                        <a:gd name="connsiteY2" fmla="*/ 17261 h 35590"/>
                        <a:gd name="connsiteX3" fmla="*/ 18768 w 35774"/>
                        <a:gd name="connsiteY3" fmla="*/ 20 h 35590"/>
                        <a:gd name="connsiteX4" fmla="*/ 35722 w 35774"/>
                        <a:gd name="connsiteY4" fmla="*/ 19070 h 35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74" h="35590">
                          <a:moveTo>
                            <a:pt x="35722" y="19070"/>
                          </a:moveTo>
                          <a:cubicBezTo>
                            <a:pt x="34960" y="28881"/>
                            <a:pt x="26578" y="36215"/>
                            <a:pt x="16958" y="35549"/>
                          </a:cubicBezTo>
                          <a:cubicBezTo>
                            <a:pt x="7338" y="35168"/>
                            <a:pt x="-187" y="27071"/>
                            <a:pt x="4" y="17261"/>
                          </a:cubicBezTo>
                          <a:cubicBezTo>
                            <a:pt x="289" y="7450"/>
                            <a:pt x="8671" y="-456"/>
                            <a:pt x="18768" y="20"/>
                          </a:cubicBezTo>
                          <a:cubicBezTo>
                            <a:pt x="28864" y="687"/>
                            <a:pt x="36484" y="9260"/>
                            <a:pt x="35722" y="1907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22" name="Forme libre : forme 2121">
                      <a:extLst>
                        <a:ext uri="{FF2B5EF4-FFF2-40B4-BE49-F238E27FC236}">
                          <a16:creationId xmlns:a16="http://schemas.microsoft.com/office/drawing/2014/main" id="{6917514A-A7E7-40AC-AD6F-FBAC21CA73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55305" y="2937143"/>
                      <a:ext cx="35758" cy="27104"/>
                    </a:xfrm>
                    <a:custGeom>
                      <a:avLst/>
                      <a:gdLst>
                        <a:gd name="connsiteX0" fmla="*/ 18010 w 35758"/>
                        <a:gd name="connsiteY0" fmla="*/ 9715 h 27104"/>
                        <a:gd name="connsiteX1" fmla="*/ 2770 w 35758"/>
                        <a:gd name="connsiteY1" fmla="*/ 0 h 27104"/>
                        <a:gd name="connsiteX2" fmla="*/ 8 w 35758"/>
                        <a:gd name="connsiteY2" fmla="*/ 8763 h 27104"/>
                        <a:gd name="connsiteX3" fmla="*/ 16962 w 35758"/>
                        <a:gd name="connsiteY3" fmla="*/ 27051 h 27104"/>
                        <a:gd name="connsiteX4" fmla="*/ 35727 w 35758"/>
                        <a:gd name="connsiteY4" fmla="*/ 10573 h 27104"/>
                        <a:gd name="connsiteX5" fmla="*/ 34012 w 35758"/>
                        <a:gd name="connsiteY5" fmla="*/ 1810 h 27104"/>
                        <a:gd name="connsiteX6" fmla="*/ 18010 w 35758"/>
                        <a:gd name="connsiteY6" fmla="*/ 9715 h 27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58" h="27104">
                          <a:moveTo>
                            <a:pt x="18010" y="9715"/>
                          </a:moveTo>
                          <a:cubicBezTo>
                            <a:pt x="11343" y="9430"/>
                            <a:pt x="5723" y="5620"/>
                            <a:pt x="2770" y="0"/>
                          </a:cubicBezTo>
                          <a:cubicBezTo>
                            <a:pt x="1151" y="2572"/>
                            <a:pt x="103" y="5524"/>
                            <a:pt x="8" y="8763"/>
                          </a:cubicBezTo>
                          <a:cubicBezTo>
                            <a:pt x="-278" y="18669"/>
                            <a:pt x="7342" y="26670"/>
                            <a:pt x="16962" y="27051"/>
                          </a:cubicBezTo>
                          <a:cubicBezTo>
                            <a:pt x="26582" y="27813"/>
                            <a:pt x="34964" y="20383"/>
                            <a:pt x="35727" y="10573"/>
                          </a:cubicBezTo>
                          <a:cubicBezTo>
                            <a:pt x="35917" y="7429"/>
                            <a:pt x="35250" y="4477"/>
                            <a:pt x="34012" y="1810"/>
                          </a:cubicBezTo>
                          <a:cubicBezTo>
                            <a:pt x="30488" y="7048"/>
                            <a:pt x="24582" y="10192"/>
                            <a:pt x="18010" y="971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23" name="Forme libre : forme 2122">
                      <a:extLst>
                        <a:ext uri="{FF2B5EF4-FFF2-40B4-BE49-F238E27FC236}">
                          <a16:creationId xmlns:a16="http://schemas.microsoft.com/office/drawing/2014/main" id="{C39B303A-F367-4CA9-9942-828189F5FB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72592" y="2935623"/>
                      <a:ext cx="15274" cy="16755"/>
                    </a:xfrm>
                    <a:custGeom>
                      <a:avLst/>
                      <a:gdLst>
                        <a:gd name="connsiteX0" fmla="*/ 14534 w 15274"/>
                        <a:gd name="connsiteY0" fmla="*/ 5615 h 16755"/>
                        <a:gd name="connsiteX1" fmla="*/ 10914 w 15274"/>
                        <a:gd name="connsiteY1" fmla="*/ 16283 h 16755"/>
                        <a:gd name="connsiteX2" fmla="*/ 818 w 15274"/>
                        <a:gd name="connsiteY2" fmla="*/ 11140 h 16755"/>
                        <a:gd name="connsiteX3" fmla="*/ 4342 w 15274"/>
                        <a:gd name="connsiteY3" fmla="*/ 472 h 16755"/>
                        <a:gd name="connsiteX4" fmla="*/ 14534 w 15274"/>
                        <a:gd name="connsiteY4" fmla="*/ 5615 h 16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74" h="16755">
                          <a:moveTo>
                            <a:pt x="14534" y="5615"/>
                          </a:moveTo>
                          <a:cubicBezTo>
                            <a:pt x="16344" y="9997"/>
                            <a:pt x="14724" y="14759"/>
                            <a:pt x="10914" y="16283"/>
                          </a:cubicBezTo>
                          <a:cubicBezTo>
                            <a:pt x="7104" y="17807"/>
                            <a:pt x="2628" y="15521"/>
                            <a:pt x="818" y="11140"/>
                          </a:cubicBezTo>
                          <a:cubicBezTo>
                            <a:pt x="-1087" y="6758"/>
                            <a:pt x="437" y="1996"/>
                            <a:pt x="4342" y="472"/>
                          </a:cubicBezTo>
                          <a:cubicBezTo>
                            <a:pt x="8057" y="-1052"/>
                            <a:pt x="12724" y="1234"/>
                            <a:pt x="14534" y="561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24" name="Forme libre : forme 2123">
                      <a:extLst>
                        <a:ext uri="{FF2B5EF4-FFF2-40B4-BE49-F238E27FC236}">
                          <a16:creationId xmlns:a16="http://schemas.microsoft.com/office/drawing/2014/main" id="{C5E4D029-80B8-4ADF-B9EA-4081320584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72166" y="2935885"/>
                      <a:ext cx="5915" cy="5849"/>
                    </a:xfrm>
                    <a:custGeom>
                      <a:avLst/>
                      <a:gdLst>
                        <a:gd name="connsiteX0" fmla="*/ 5911 w 5915"/>
                        <a:gd name="connsiteY0" fmla="*/ 3163 h 5849"/>
                        <a:gd name="connsiteX1" fmla="*/ 2767 w 5915"/>
                        <a:gd name="connsiteY1" fmla="*/ 5830 h 5849"/>
                        <a:gd name="connsiteX2" fmla="*/ 5 w 5915"/>
                        <a:gd name="connsiteY2" fmla="*/ 2686 h 5849"/>
                        <a:gd name="connsiteX3" fmla="*/ 3149 w 5915"/>
                        <a:gd name="connsiteY3" fmla="*/ 19 h 5849"/>
                        <a:gd name="connsiteX4" fmla="*/ 5911 w 5915"/>
                        <a:gd name="connsiteY4" fmla="*/ 3163 h 5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5" h="5849">
                          <a:moveTo>
                            <a:pt x="5911" y="3163"/>
                          </a:moveTo>
                          <a:cubicBezTo>
                            <a:pt x="5816" y="4782"/>
                            <a:pt x="4387" y="6020"/>
                            <a:pt x="2767" y="5830"/>
                          </a:cubicBezTo>
                          <a:cubicBezTo>
                            <a:pt x="1148" y="5734"/>
                            <a:pt x="-90" y="4306"/>
                            <a:pt x="5" y="2686"/>
                          </a:cubicBezTo>
                          <a:cubicBezTo>
                            <a:pt x="100" y="1067"/>
                            <a:pt x="1434" y="-171"/>
                            <a:pt x="3149" y="19"/>
                          </a:cubicBezTo>
                          <a:cubicBezTo>
                            <a:pt x="4768" y="115"/>
                            <a:pt x="6006" y="1543"/>
                            <a:pt x="5911" y="31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125" name="Graphique 15">
                    <a:extLst>
                      <a:ext uri="{FF2B5EF4-FFF2-40B4-BE49-F238E27FC236}">
                        <a16:creationId xmlns:a16="http://schemas.microsoft.com/office/drawing/2014/main" id="{41096A6C-9B02-4126-9963-F525359B318E}"/>
                      </a:ext>
                    </a:extLst>
                  </p:cNvPr>
                  <p:cNvGrpSpPr/>
                  <p:nvPr/>
                </p:nvGrpSpPr>
                <p:grpSpPr>
                  <a:xfrm>
                    <a:off x="10367966" y="2962139"/>
                    <a:ext cx="34568" cy="35624"/>
                    <a:chOff x="10367966" y="2962139"/>
                    <a:chExt cx="34568" cy="35624"/>
                  </a:xfrm>
                  <a:solidFill>
                    <a:schemeClr val="accent1"/>
                  </a:solidFill>
                </p:grpSpPr>
                <p:sp>
                  <p:nvSpPr>
                    <p:cNvPr id="2126" name="Forme libre : forme 2125">
                      <a:extLst>
                        <a:ext uri="{FF2B5EF4-FFF2-40B4-BE49-F238E27FC236}">
                          <a16:creationId xmlns:a16="http://schemas.microsoft.com/office/drawing/2014/main" id="{A3964ED7-95ED-4A82-8C47-26525400F3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67966" y="2962139"/>
                      <a:ext cx="34390" cy="35624"/>
                    </a:xfrm>
                    <a:custGeom>
                      <a:avLst/>
                      <a:gdLst>
                        <a:gd name="connsiteX0" fmla="*/ 34305 w 34390"/>
                        <a:gd name="connsiteY0" fmla="*/ 19104 h 35624"/>
                        <a:gd name="connsiteX1" fmla="*/ 15922 w 34390"/>
                        <a:gd name="connsiteY1" fmla="*/ 35583 h 35624"/>
                        <a:gd name="connsiteX2" fmla="*/ 15 w 34390"/>
                        <a:gd name="connsiteY2" fmla="*/ 16628 h 35624"/>
                        <a:gd name="connsiteX3" fmla="*/ 18398 w 34390"/>
                        <a:gd name="connsiteY3" fmla="*/ 54 h 35624"/>
                        <a:gd name="connsiteX4" fmla="*/ 34305 w 34390"/>
                        <a:gd name="connsiteY4" fmla="*/ 19104 h 35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390" h="35624">
                          <a:moveTo>
                            <a:pt x="34305" y="19104"/>
                          </a:moveTo>
                          <a:cubicBezTo>
                            <a:pt x="33352" y="28915"/>
                            <a:pt x="25161" y="36249"/>
                            <a:pt x="15922" y="35583"/>
                          </a:cubicBezTo>
                          <a:cubicBezTo>
                            <a:pt x="6682" y="34916"/>
                            <a:pt x="-366" y="26343"/>
                            <a:pt x="15" y="16628"/>
                          </a:cubicBezTo>
                          <a:cubicBezTo>
                            <a:pt x="491" y="6627"/>
                            <a:pt x="8683" y="-708"/>
                            <a:pt x="18398" y="54"/>
                          </a:cubicBezTo>
                          <a:cubicBezTo>
                            <a:pt x="28114" y="721"/>
                            <a:pt x="35257" y="9294"/>
                            <a:pt x="34305" y="1910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27" name="Forme libre : forme 2126">
                      <a:extLst>
                        <a:ext uri="{FF2B5EF4-FFF2-40B4-BE49-F238E27FC236}">
                          <a16:creationId xmlns:a16="http://schemas.microsoft.com/office/drawing/2014/main" id="{B7F2FF66-9B95-432B-A091-AC8684D00F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68156" y="2969908"/>
                      <a:ext cx="34377" cy="27759"/>
                    </a:xfrm>
                    <a:custGeom>
                      <a:avLst/>
                      <a:gdLst>
                        <a:gd name="connsiteX0" fmla="*/ 17160 w 34377"/>
                        <a:gd name="connsiteY0" fmla="*/ 10382 h 27759"/>
                        <a:gd name="connsiteX1" fmla="*/ 2777 w 34377"/>
                        <a:gd name="connsiteY1" fmla="*/ 0 h 27759"/>
                        <a:gd name="connsiteX2" fmla="*/ 15 w 34377"/>
                        <a:gd name="connsiteY2" fmla="*/ 8763 h 27759"/>
                        <a:gd name="connsiteX3" fmla="*/ 15921 w 34377"/>
                        <a:gd name="connsiteY3" fmla="*/ 27718 h 27759"/>
                        <a:gd name="connsiteX4" fmla="*/ 34305 w 34377"/>
                        <a:gd name="connsiteY4" fmla="*/ 11240 h 27759"/>
                        <a:gd name="connsiteX5" fmla="*/ 32876 w 34377"/>
                        <a:gd name="connsiteY5" fmla="*/ 2477 h 27759"/>
                        <a:gd name="connsiteX6" fmla="*/ 17160 w 34377"/>
                        <a:gd name="connsiteY6" fmla="*/ 10382 h 27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377" h="27759">
                          <a:moveTo>
                            <a:pt x="17160" y="10382"/>
                          </a:moveTo>
                          <a:cubicBezTo>
                            <a:pt x="10683" y="9906"/>
                            <a:pt x="5444" y="5715"/>
                            <a:pt x="2777" y="0"/>
                          </a:cubicBezTo>
                          <a:cubicBezTo>
                            <a:pt x="1158" y="2572"/>
                            <a:pt x="110" y="5525"/>
                            <a:pt x="15" y="8763"/>
                          </a:cubicBezTo>
                          <a:cubicBezTo>
                            <a:pt x="-366" y="18479"/>
                            <a:pt x="6682" y="27051"/>
                            <a:pt x="15921" y="27718"/>
                          </a:cubicBezTo>
                          <a:cubicBezTo>
                            <a:pt x="25161" y="28385"/>
                            <a:pt x="33352" y="21050"/>
                            <a:pt x="34305" y="11240"/>
                          </a:cubicBezTo>
                          <a:cubicBezTo>
                            <a:pt x="34590" y="8096"/>
                            <a:pt x="34019" y="5144"/>
                            <a:pt x="32876" y="2477"/>
                          </a:cubicBezTo>
                          <a:cubicBezTo>
                            <a:pt x="29256" y="7715"/>
                            <a:pt x="23446" y="10858"/>
                            <a:pt x="17160" y="1038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28" name="Forme libre : forme 2127">
                      <a:extLst>
                        <a:ext uri="{FF2B5EF4-FFF2-40B4-BE49-F238E27FC236}">
                          <a16:creationId xmlns:a16="http://schemas.microsoft.com/office/drawing/2014/main" id="{4A4E2FE8-1A5A-4EAD-B4D4-1A8ACCAB34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84615" y="2969056"/>
                      <a:ext cx="14662" cy="16755"/>
                    </a:xfrm>
                    <a:custGeom>
                      <a:avLst/>
                      <a:gdLst>
                        <a:gd name="connsiteX0" fmla="*/ 14036 w 14662"/>
                        <a:gd name="connsiteY0" fmla="*/ 5615 h 16755"/>
                        <a:gd name="connsiteX1" fmla="*/ 10322 w 14662"/>
                        <a:gd name="connsiteY1" fmla="*/ 16283 h 16755"/>
                        <a:gd name="connsiteX2" fmla="*/ 702 w 14662"/>
                        <a:gd name="connsiteY2" fmla="*/ 11140 h 16755"/>
                        <a:gd name="connsiteX3" fmla="*/ 4226 w 14662"/>
                        <a:gd name="connsiteY3" fmla="*/ 472 h 16755"/>
                        <a:gd name="connsiteX4" fmla="*/ 14036 w 14662"/>
                        <a:gd name="connsiteY4" fmla="*/ 5615 h 16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62" h="16755">
                          <a:moveTo>
                            <a:pt x="14036" y="5615"/>
                          </a:moveTo>
                          <a:cubicBezTo>
                            <a:pt x="15656" y="9997"/>
                            <a:pt x="14036" y="14759"/>
                            <a:pt x="10322" y="16283"/>
                          </a:cubicBezTo>
                          <a:cubicBezTo>
                            <a:pt x="6702" y="17807"/>
                            <a:pt x="2416" y="15521"/>
                            <a:pt x="702" y="11140"/>
                          </a:cubicBezTo>
                          <a:cubicBezTo>
                            <a:pt x="-1013" y="6758"/>
                            <a:pt x="511" y="1996"/>
                            <a:pt x="4226" y="472"/>
                          </a:cubicBezTo>
                          <a:cubicBezTo>
                            <a:pt x="8036" y="-1052"/>
                            <a:pt x="12417" y="1234"/>
                            <a:pt x="14036" y="561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29" name="Forme libre : forme 2128">
                      <a:extLst>
                        <a:ext uri="{FF2B5EF4-FFF2-40B4-BE49-F238E27FC236}">
                          <a16:creationId xmlns:a16="http://schemas.microsoft.com/office/drawing/2014/main" id="{3E2F0FC2-2AA0-4735-8BDC-80D74F032E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84263" y="2969318"/>
                      <a:ext cx="5739" cy="5849"/>
                    </a:xfrm>
                    <a:custGeom>
                      <a:avLst/>
                      <a:gdLst>
                        <a:gd name="connsiteX0" fmla="*/ 5720 w 5739"/>
                        <a:gd name="connsiteY0" fmla="*/ 3163 h 5849"/>
                        <a:gd name="connsiteX1" fmla="*/ 2672 w 5739"/>
                        <a:gd name="connsiteY1" fmla="*/ 5830 h 5849"/>
                        <a:gd name="connsiteX2" fmla="*/ 5 w 5739"/>
                        <a:gd name="connsiteY2" fmla="*/ 2686 h 5849"/>
                        <a:gd name="connsiteX3" fmla="*/ 3053 w 5739"/>
                        <a:gd name="connsiteY3" fmla="*/ 19 h 5849"/>
                        <a:gd name="connsiteX4" fmla="*/ 5720 w 5739"/>
                        <a:gd name="connsiteY4" fmla="*/ 3163 h 5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39" h="5849">
                          <a:moveTo>
                            <a:pt x="5720" y="3163"/>
                          </a:moveTo>
                          <a:cubicBezTo>
                            <a:pt x="5625" y="4782"/>
                            <a:pt x="4196" y="6020"/>
                            <a:pt x="2672" y="5830"/>
                          </a:cubicBezTo>
                          <a:cubicBezTo>
                            <a:pt x="1148" y="5734"/>
                            <a:pt x="-90" y="4306"/>
                            <a:pt x="5" y="2686"/>
                          </a:cubicBezTo>
                          <a:cubicBezTo>
                            <a:pt x="100" y="1067"/>
                            <a:pt x="1434" y="-171"/>
                            <a:pt x="3053" y="19"/>
                          </a:cubicBezTo>
                          <a:cubicBezTo>
                            <a:pt x="4673" y="210"/>
                            <a:pt x="5911" y="1543"/>
                            <a:pt x="5720" y="31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130" name="Graphique 15">
                    <a:extLst>
                      <a:ext uri="{FF2B5EF4-FFF2-40B4-BE49-F238E27FC236}">
                        <a16:creationId xmlns:a16="http://schemas.microsoft.com/office/drawing/2014/main" id="{B085AC84-23FF-4BD5-9FA6-935B3941C27C}"/>
                      </a:ext>
                    </a:extLst>
                  </p:cNvPr>
                  <p:cNvGrpSpPr/>
                  <p:nvPr/>
                </p:nvGrpSpPr>
                <p:grpSpPr>
                  <a:xfrm>
                    <a:off x="10389162" y="2989678"/>
                    <a:ext cx="33146" cy="35563"/>
                    <a:chOff x="10389162" y="2989678"/>
                    <a:chExt cx="33146" cy="35563"/>
                  </a:xfrm>
                  <a:solidFill>
                    <a:schemeClr val="accent1"/>
                  </a:solidFill>
                </p:grpSpPr>
                <p:sp>
                  <p:nvSpPr>
                    <p:cNvPr id="2131" name="Forme libre : forme 2130">
                      <a:extLst>
                        <a:ext uri="{FF2B5EF4-FFF2-40B4-BE49-F238E27FC236}">
                          <a16:creationId xmlns:a16="http://schemas.microsoft.com/office/drawing/2014/main" id="{95A379AC-CB09-4E46-8440-6850726ABC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89162" y="2989678"/>
                      <a:ext cx="33146" cy="35563"/>
                    </a:xfrm>
                    <a:custGeom>
                      <a:avLst/>
                      <a:gdLst>
                        <a:gd name="connsiteX0" fmla="*/ 33016 w 33146"/>
                        <a:gd name="connsiteY0" fmla="*/ 19759 h 35563"/>
                        <a:gd name="connsiteX1" fmla="*/ 14823 w 33146"/>
                        <a:gd name="connsiteY1" fmla="*/ 35475 h 35563"/>
                        <a:gd name="connsiteX2" fmla="*/ 59 w 33146"/>
                        <a:gd name="connsiteY2" fmla="*/ 16520 h 35563"/>
                        <a:gd name="connsiteX3" fmla="*/ 18347 w 33146"/>
                        <a:gd name="connsiteY3" fmla="*/ 42 h 35563"/>
                        <a:gd name="connsiteX4" fmla="*/ 33016 w 33146"/>
                        <a:gd name="connsiteY4" fmla="*/ 19759 h 35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146" h="35563">
                          <a:moveTo>
                            <a:pt x="33016" y="19759"/>
                          </a:moveTo>
                          <a:cubicBezTo>
                            <a:pt x="31777" y="29570"/>
                            <a:pt x="23681" y="36428"/>
                            <a:pt x="14823" y="35475"/>
                          </a:cubicBezTo>
                          <a:cubicBezTo>
                            <a:pt x="5965" y="34808"/>
                            <a:pt x="-703" y="26331"/>
                            <a:pt x="59" y="16520"/>
                          </a:cubicBezTo>
                          <a:cubicBezTo>
                            <a:pt x="821" y="6710"/>
                            <a:pt x="9013" y="-625"/>
                            <a:pt x="18347" y="42"/>
                          </a:cubicBezTo>
                          <a:cubicBezTo>
                            <a:pt x="27682" y="995"/>
                            <a:pt x="34159" y="10043"/>
                            <a:pt x="33016" y="1975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32" name="Forme libre : forme 2131">
                      <a:extLst>
                        <a:ext uri="{FF2B5EF4-FFF2-40B4-BE49-F238E27FC236}">
                          <a16:creationId xmlns:a16="http://schemas.microsoft.com/office/drawing/2014/main" id="{10731144-FD4B-4013-8943-793AC091C7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89162" y="2997531"/>
                      <a:ext cx="33146" cy="27710"/>
                    </a:xfrm>
                    <a:custGeom>
                      <a:avLst/>
                      <a:gdLst>
                        <a:gd name="connsiteX0" fmla="*/ 16633 w 33146"/>
                        <a:gd name="connsiteY0" fmla="*/ 10287 h 27710"/>
                        <a:gd name="connsiteX1" fmla="*/ 3012 w 33146"/>
                        <a:gd name="connsiteY1" fmla="*/ 0 h 27710"/>
                        <a:gd name="connsiteX2" fmla="*/ 59 w 33146"/>
                        <a:gd name="connsiteY2" fmla="*/ 8668 h 27710"/>
                        <a:gd name="connsiteX3" fmla="*/ 14823 w 33146"/>
                        <a:gd name="connsiteY3" fmla="*/ 27622 h 27710"/>
                        <a:gd name="connsiteX4" fmla="*/ 33016 w 33146"/>
                        <a:gd name="connsiteY4" fmla="*/ 11906 h 27710"/>
                        <a:gd name="connsiteX5" fmla="*/ 31873 w 33146"/>
                        <a:gd name="connsiteY5" fmla="*/ 3143 h 27710"/>
                        <a:gd name="connsiteX6" fmla="*/ 16633 w 33146"/>
                        <a:gd name="connsiteY6" fmla="*/ 10287 h 27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146" h="27710">
                          <a:moveTo>
                            <a:pt x="16633" y="10287"/>
                          </a:moveTo>
                          <a:cubicBezTo>
                            <a:pt x="10442" y="9811"/>
                            <a:pt x="5393" y="5715"/>
                            <a:pt x="3012" y="0"/>
                          </a:cubicBezTo>
                          <a:cubicBezTo>
                            <a:pt x="1393" y="2476"/>
                            <a:pt x="250" y="5429"/>
                            <a:pt x="59" y="8668"/>
                          </a:cubicBezTo>
                          <a:cubicBezTo>
                            <a:pt x="-703" y="18479"/>
                            <a:pt x="5965" y="26956"/>
                            <a:pt x="14823" y="27622"/>
                          </a:cubicBezTo>
                          <a:cubicBezTo>
                            <a:pt x="23681" y="28575"/>
                            <a:pt x="31777" y="21717"/>
                            <a:pt x="33016" y="11906"/>
                          </a:cubicBezTo>
                          <a:cubicBezTo>
                            <a:pt x="33397" y="8763"/>
                            <a:pt x="32920" y="5810"/>
                            <a:pt x="31873" y="3143"/>
                          </a:cubicBezTo>
                          <a:cubicBezTo>
                            <a:pt x="28349" y="8096"/>
                            <a:pt x="22729" y="10954"/>
                            <a:pt x="16633" y="102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33" name="Forme libre : forme 2132">
                      <a:extLst>
                        <a:ext uri="{FF2B5EF4-FFF2-40B4-BE49-F238E27FC236}">
                          <a16:creationId xmlns:a16="http://schemas.microsoft.com/office/drawing/2014/main" id="{70020E29-8AE2-4476-8172-A525B8702E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5238" y="2996754"/>
                      <a:ext cx="14108" cy="16976"/>
                    </a:xfrm>
                    <a:custGeom>
                      <a:avLst/>
                      <a:gdLst>
                        <a:gd name="connsiteX0" fmla="*/ 13606 w 14108"/>
                        <a:gd name="connsiteY0" fmla="*/ 6015 h 16976"/>
                        <a:gd name="connsiteX1" fmla="*/ 9701 w 14108"/>
                        <a:gd name="connsiteY1" fmla="*/ 16588 h 16976"/>
                        <a:gd name="connsiteX2" fmla="*/ 557 w 14108"/>
                        <a:gd name="connsiteY2" fmla="*/ 11064 h 16976"/>
                        <a:gd name="connsiteX3" fmla="*/ 4367 w 14108"/>
                        <a:gd name="connsiteY3" fmla="*/ 396 h 16976"/>
                        <a:gd name="connsiteX4" fmla="*/ 13606 w 14108"/>
                        <a:gd name="connsiteY4" fmla="*/ 6015 h 1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08" h="16976">
                          <a:moveTo>
                            <a:pt x="13606" y="6015"/>
                          </a:moveTo>
                          <a:cubicBezTo>
                            <a:pt x="15035" y="10492"/>
                            <a:pt x="13320" y="15159"/>
                            <a:pt x="9701" y="16588"/>
                          </a:cubicBezTo>
                          <a:cubicBezTo>
                            <a:pt x="6081" y="18017"/>
                            <a:pt x="2081" y="15350"/>
                            <a:pt x="557" y="11064"/>
                          </a:cubicBezTo>
                          <a:cubicBezTo>
                            <a:pt x="-967" y="6777"/>
                            <a:pt x="747" y="1824"/>
                            <a:pt x="4367" y="396"/>
                          </a:cubicBezTo>
                          <a:cubicBezTo>
                            <a:pt x="7986" y="-1033"/>
                            <a:pt x="12177" y="1539"/>
                            <a:pt x="13606" y="601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34" name="Forme libre : forme 2133">
                      <a:extLst>
                        <a:ext uri="{FF2B5EF4-FFF2-40B4-BE49-F238E27FC236}">
                          <a16:creationId xmlns:a16="http://schemas.microsoft.com/office/drawing/2014/main" id="{0B281061-0E52-43DA-BA4E-AB7DF6F54F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5027" y="2996845"/>
                      <a:ext cx="5552" cy="5850"/>
                    </a:xfrm>
                    <a:custGeom>
                      <a:avLst/>
                      <a:gdLst>
                        <a:gd name="connsiteX0" fmla="*/ 5530 w 5552"/>
                        <a:gd name="connsiteY0" fmla="*/ 3258 h 5850"/>
                        <a:gd name="connsiteX1" fmla="*/ 2482 w 5552"/>
                        <a:gd name="connsiteY1" fmla="*/ 5830 h 5850"/>
                        <a:gd name="connsiteX2" fmla="*/ 6 w 5552"/>
                        <a:gd name="connsiteY2" fmla="*/ 2686 h 5850"/>
                        <a:gd name="connsiteX3" fmla="*/ 3054 w 5552"/>
                        <a:gd name="connsiteY3" fmla="*/ 19 h 5850"/>
                        <a:gd name="connsiteX4" fmla="*/ 5530 w 5552"/>
                        <a:gd name="connsiteY4" fmla="*/ 3258 h 5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52" h="5850">
                          <a:moveTo>
                            <a:pt x="5530" y="3258"/>
                          </a:moveTo>
                          <a:cubicBezTo>
                            <a:pt x="5340" y="4877"/>
                            <a:pt x="4006" y="6020"/>
                            <a:pt x="2482" y="5830"/>
                          </a:cubicBezTo>
                          <a:cubicBezTo>
                            <a:pt x="959" y="5734"/>
                            <a:pt x="-89" y="4306"/>
                            <a:pt x="6" y="2686"/>
                          </a:cubicBezTo>
                          <a:cubicBezTo>
                            <a:pt x="196" y="1067"/>
                            <a:pt x="1530" y="-171"/>
                            <a:pt x="3054" y="19"/>
                          </a:cubicBezTo>
                          <a:cubicBezTo>
                            <a:pt x="4673" y="210"/>
                            <a:pt x="5721" y="1734"/>
                            <a:pt x="5530" y="32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135" name="Graphique 15">
                  <a:extLst>
                    <a:ext uri="{FF2B5EF4-FFF2-40B4-BE49-F238E27FC236}">
                      <a16:creationId xmlns:a16="http://schemas.microsoft.com/office/drawing/2014/main" id="{9893381B-E715-42F8-8F4D-34EF5CD4EDD8}"/>
                    </a:ext>
                  </a:extLst>
                </p:cNvPr>
                <p:cNvGrpSpPr/>
                <p:nvPr/>
              </p:nvGrpSpPr>
              <p:grpSpPr>
                <a:xfrm>
                  <a:off x="10352599" y="3053618"/>
                  <a:ext cx="75939" cy="75581"/>
                  <a:chOff x="10352599" y="3053618"/>
                  <a:chExt cx="75939" cy="75581"/>
                </a:xfrm>
                <a:solidFill>
                  <a:schemeClr val="accent1"/>
                </a:solidFill>
              </p:grpSpPr>
              <p:grpSp>
                <p:nvGrpSpPr>
                  <p:cNvPr id="2136" name="Graphique 15">
                    <a:extLst>
                      <a:ext uri="{FF2B5EF4-FFF2-40B4-BE49-F238E27FC236}">
                        <a16:creationId xmlns:a16="http://schemas.microsoft.com/office/drawing/2014/main" id="{BDA464A1-60ED-485F-9BDA-74B71262C450}"/>
                      </a:ext>
                    </a:extLst>
                  </p:cNvPr>
                  <p:cNvGrpSpPr/>
                  <p:nvPr/>
                </p:nvGrpSpPr>
                <p:grpSpPr>
                  <a:xfrm>
                    <a:off x="10352599" y="3053618"/>
                    <a:ext cx="30327" cy="35718"/>
                    <a:chOff x="10352599" y="3053618"/>
                    <a:chExt cx="30327" cy="35718"/>
                  </a:xfrm>
                  <a:solidFill>
                    <a:schemeClr val="accent1"/>
                  </a:solidFill>
                </p:grpSpPr>
                <p:sp>
                  <p:nvSpPr>
                    <p:cNvPr id="2137" name="Forme libre : forme 2136">
                      <a:extLst>
                        <a:ext uri="{FF2B5EF4-FFF2-40B4-BE49-F238E27FC236}">
                          <a16:creationId xmlns:a16="http://schemas.microsoft.com/office/drawing/2014/main" id="{2F8BD262-A4AF-46C6-8577-883404003E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52599" y="3053618"/>
                      <a:ext cx="30327" cy="35677"/>
                    </a:xfrm>
                    <a:custGeom>
                      <a:avLst/>
                      <a:gdLst>
                        <a:gd name="connsiteX0" fmla="*/ 29288 w 30327"/>
                        <a:gd name="connsiteY0" fmla="*/ 11064 h 35677"/>
                        <a:gd name="connsiteX1" fmla="*/ 20811 w 30327"/>
                        <a:gd name="connsiteY1" fmla="*/ 34305 h 35677"/>
                        <a:gd name="connsiteX2" fmla="*/ 1285 w 30327"/>
                        <a:gd name="connsiteY2" fmla="*/ 25256 h 35677"/>
                        <a:gd name="connsiteX3" fmla="*/ 9191 w 30327"/>
                        <a:gd name="connsiteY3" fmla="*/ 1539 h 35677"/>
                        <a:gd name="connsiteX4" fmla="*/ 29288 w 30327"/>
                        <a:gd name="connsiteY4" fmla="*/ 11064 h 35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27" h="35677">
                          <a:moveTo>
                            <a:pt x="29288" y="11064"/>
                          </a:moveTo>
                          <a:cubicBezTo>
                            <a:pt x="32336" y="20113"/>
                            <a:pt x="28431" y="30590"/>
                            <a:pt x="20811" y="34305"/>
                          </a:cubicBezTo>
                          <a:cubicBezTo>
                            <a:pt x="13286" y="37924"/>
                            <a:pt x="4714" y="34210"/>
                            <a:pt x="1285" y="25256"/>
                          </a:cubicBezTo>
                          <a:cubicBezTo>
                            <a:pt x="-2049" y="16303"/>
                            <a:pt x="1285" y="5730"/>
                            <a:pt x="9191" y="1539"/>
                          </a:cubicBezTo>
                          <a:cubicBezTo>
                            <a:pt x="17096" y="-2652"/>
                            <a:pt x="26240" y="2110"/>
                            <a:pt x="29288" y="1106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38" name="Forme libre : forme 2137">
                      <a:extLst>
                        <a:ext uri="{FF2B5EF4-FFF2-40B4-BE49-F238E27FC236}">
                          <a16:creationId xmlns:a16="http://schemas.microsoft.com/office/drawing/2014/main" id="{1BA341E5-4187-4BBF-9330-CDF328091D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52649" y="3057729"/>
                      <a:ext cx="30265" cy="31608"/>
                    </a:xfrm>
                    <a:custGeom>
                      <a:avLst/>
                      <a:gdLst>
                        <a:gd name="connsiteX0" fmla="*/ 15332 w 30265"/>
                        <a:gd name="connsiteY0" fmla="*/ 14097 h 31608"/>
                        <a:gd name="connsiteX1" fmla="*/ 92 w 30265"/>
                        <a:gd name="connsiteY1" fmla="*/ 12192 h 31608"/>
                        <a:gd name="connsiteX2" fmla="*/ 1235 w 30265"/>
                        <a:gd name="connsiteY2" fmla="*/ 21241 h 31608"/>
                        <a:gd name="connsiteX3" fmla="*/ 20761 w 30265"/>
                        <a:gd name="connsiteY3" fmla="*/ 30290 h 31608"/>
                        <a:gd name="connsiteX4" fmla="*/ 29238 w 30265"/>
                        <a:gd name="connsiteY4" fmla="*/ 7049 h 31608"/>
                        <a:gd name="connsiteX5" fmla="*/ 24666 w 30265"/>
                        <a:gd name="connsiteY5" fmla="*/ 0 h 31608"/>
                        <a:gd name="connsiteX6" fmla="*/ 15332 w 30265"/>
                        <a:gd name="connsiteY6" fmla="*/ 14097 h 31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265" h="31608">
                          <a:moveTo>
                            <a:pt x="15332" y="14097"/>
                          </a:moveTo>
                          <a:cubicBezTo>
                            <a:pt x="10093" y="16669"/>
                            <a:pt x="4378" y="15907"/>
                            <a:pt x="92" y="12192"/>
                          </a:cubicBezTo>
                          <a:cubicBezTo>
                            <a:pt x="-194" y="15240"/>
                            <a:pt x="187" y="18288"/>
                            <a:pt x="1235" y="21241"/>
                          </a:cubicBezTo>
                          <a:cubicBezTo>
                            <a:pt x="4664" y="30099"/>
                            <a:pt x="13236" y="33814"/>
                            <a:pt x="20761" y="30290"/>
                          </a:cubicBezTo>
                          <a:cubicBezTo>
                            <a:pt x="28286" y="26479"/>
                            <a:pt x="32286" y="16097"/>
                            <a:pt x="29238" y="7049"/>
                          </a:cubicBezTo>
                          <a:cubicBezTo>
                            <a:pt x="28286" y="4191"/>
                            <a:pt x="26667" y="1810"/>
                            <a:pt x="24666" y="0"/>
                          </a:cubicBezTo>
                          <a:cubicBezTo>
                            <a:pt x="23904" y="6001"/>
                            <a:pt x="20571" y="11525"/>
                            <a:pt x="15332" y="14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39" name="Forme libre : forme 2138">
                      <a:extLst>
                        <a:ext uri="{FF2B5EF4-FFF2-40B4-BE49-F238E27FC236}">
                          <a16:creationId xmlns:a16="http://schemas.microsoft.com/office/drawing/2014/main" id="{6AF19594-38FC-433E-A365-07F13B3668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65304" y="3058181"/>
                      <a:ext cx="13824" cy="15919"/>
                    </a:xfrm>
                    <a:custGeom>
                      <a:avLst/>
                      <a:gdLst>
                        <a:gd name="connsiteX0" fmla="*/ 11153 w 13824"/>
                        <a:gd name="connsiteY0" fmla="*/ 2406 h 15919"/>
                        <a:gd name="connsiteX1" fmla="*/ 12392 w 13824"/>
                        <a:gd name="connsiteY1" fmla="*/ 13645 h 15919"/>
                        <a:gd name="connsiteX2" fmla="*/ 2771 w 13824"/>
                        <a:gd name="connsiteY2" fmla="*/ 13550 h 15919"/>
                        <a:gd name="connsiteX3" fmla="*/ 1438 w 13824"/>
                        <a:gd name="connsiteY3" fmla="*/ 2310 h 15919"/>
                        <a:gd name="connsiteX4" fmla="*/ 11153 w 13824"/>
                        <a:gd name="connsiteY4" fmla="*/ 2406 h 15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24" h="15919">
                          <a:moveTo>
                            <a:pt x="11153" y="2406"/>
                          </a:moveTo>
                          <a:cubicBezTo>
                            <a:pt x="14201" y="5549"/>
                            <a:pt x="14678" y="10502"/>
                            <a:pt x="12392" y="13645"/>
                          </a:cubicBezTo>
                          <a:cubicBezTo>
                            <a:pt x="10010" y="16693"/>
                            <a:pt x="5819" y="16693"/>
                            <a:pt x="2771" y="13550"/>
                          </a:cubicBezTo>
                          <a:cubicBezTo>
                            <a:pt x="-277" y="10407"/>
                            <a:pt x="-943" y="5454"/>
                            <a:pt x="1438" y="2310"/>
                          </a:cubicBezTo>
                          <a:cubicBezTo>
                            <a:pt x="3724" y="-833"/>
                            <a:pt x="8105" y="-738"/>
                            <a:pt x="11153" y="240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40" name="Forme libre : forme 2139">
                      <a:extLst>
                        <a:ext uri="{FF2B5EF4-FFF2-40B4-BE49-F238E27FC236}">
                          <a16:creationId xmlns:a16="http://schemas.microsoft.com/office/drawing/2014/main" id="{51ECC08B-79B6-4994-9555-3F0D68E36F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63868" y="3060777"/>
                      <a:ext cx="5081" cy="5837"/>
                    </a:xfrm>
                    <a:custGeom>
                      <a:avLst/>
                      <a:gdLst>
                        <a:gd name="connsiteX0" fmla="*/ 4874 w 5081"/>
                        <a:gd name="connsiteY0" fmla="*/ 1810 h 5837"/>
                        <a:gd name="connsiteX1" fmla="*/ 3541 w 5081"/>
                        <a:gd name="connsiteY1" fmla="*/ 5620 h 5837"/>
                        <a:gd name="connsiteX2" fmla="*/ 207 w 5081"/>
                        <a:gd name="connsiteY2" fmla="*/ 4096 h 5837"/>
                        <a:gd name="connsiteX3" fmla="*/ 1541 w 5081"/>
                        <a:gd name="connsiteY3" fmla="*/ 191 h 5837"/>
                        <a:gd name="connsiteX4" fmla="*/ 4874 w 5081"/>
                        <a:gd name="connsiteY4" fmla="*/ 1810 h 5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81" h="5837">
                          <a:moveTo>
                            <a:pt x="4874" y="1810"/>
                          </a:moveTo>
                          <a:cubicBezTo>
                            <a:pt x="5446" y="3334"/>
                            <a:pt x="4779" y="5049"/>
                            <a:pt x="3541" y="5620"/>
                          </a:cubicBezTo>
                          <a:cubicBezTo>
                            <a:pt x="2302" y="6192"/>
                            <a:pt x="778" y="5620"/>
                            <a:pt x="207" y="4096"/>
                          </a:cubicBezTo>
                          <a:cubicBezTo>
                            <a:pt x="-365" y="2667"/>
                            <a:pt x="302" y="858"/>
                            <a:pt x="1541" y="191"/>
                          </a:cubicBezTo>
                          <a:cubicBezTo>
                            <a:pt x="2874" y="-381"/>
                            <a:pt x="4303" y="381"/>
                            <a:pt x="4874" y="181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141" name="Graphique 15">
                    <a:extLst>
                      <a:ext uri="{FF2B5EF4-FFF2-40B4-BE49-F238E27FC236}">
                        <a16:creationId xmlns:a16="http://schemas.microsoft.com/office/drawing/2014/main" id="{02B85CF4-484C-452B-9A9F-FED31AB3D2B2}"/>
                      </a:ext>
                    </a:extLst>
                  </p:cNvPr>
                  <p:cNvGrpSpPr/>
                  <p:nvPr/>
                </p:nvGrpSpPr>
                <p:grpSpPr>
                  <a:xfrm>
                    <a:off x="10374099" y="3078208"/>
                    <a:ext cx="29454" cy="35599"/>
                    <a:chOff x="10374099" y="3078208"/>
                    <a:chExt cx="29454" cy="35599"/>
                  </a:xfrm>
                  <a:solidFill>
                    <a:schemeClr val="accent1"/>
                  </a:solidFill>
                </p:grpSpPr>
                <p:sp>
                  <p:nvSpPr>
                    <p:cNvPr id="2142" name="Forme libre : forme 2141">
                      <a:extLst>
                        <a:ext uri="{FF2B5EF4-FFF2-40B4-BE49-F238E27FC236}">
                          <a16:creationId xmlns:a16="http://schemas.microsoft.com/office/drawing/2014/main" id="{06FF9488-77CF-4BD3-B1E0-AA4305B780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74099" y="3078208"/>
                      <a:ext cx="29322" cy="35599"/>
                    </a:xfrm>
                    <a:custGeom>
                      <a:avLst/>
                      <a:gdLst>
                        <a:gd name="connsiteX0" fmla="*/ 28552 w 29322"/>
                        <a:gd name="connsiteY0" fmla="*/ 11144 h 35599"/>
                        <a:gd name="connsiteX1" fmla="*/ 19599 w 29322"/>
                        <a:gd name="connsiteY1" fmla="*/ 34195 h 35599"/>
                        <a:gd name="connsiteX2" fmla="*/ 1025 w 29322"/>
                        <a:gd name="connsiteY2" fmla="*/ 24670 h 35599"/>
                        <a:gd name="connsiteX3" fmla="*/ 9407 w 29322"/>
                        <a:gd name="connsiteY3" fmla="*/ 1429 h 35599"/>
                        <a:gd name="connsiteX4" fmla="*/ 28552 w 29322"/>
                        <a:gd name="connsiteY4" fmla="*/ 11144 h 35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322" h="35599">
                          <a:moveTo>
                            <a:pt x="28552" y="11144"/>
                          </a:moveTo>
                          <a:cubicBezTo>
                            <a:pt x="31124" y="20479"/>
                            <a:pt x="27028" y="30480"/>
                            <a:pt x="19599" y="34195"/>
                          </a:cubicBezTo>
                          <a:cubicBezTo>
                            <a:pt x="12169" y="38005"/>
                            <a:pt x="3978" y="33814"/>
                            <a:pt x="1025" y="24670"/>
                          </a:cubicBezTo>
                          <a:cubicBezTo>
                            <a:pt x="-1928" y="15621"/>
                            <a:pt x="1692" y="5144"/>
                            <a:pt x="9407" y="1429"/>
                          </a:cubicBezTo>
                          <a:cubicBezTo>
                            <a:pt x="17218" y="-2381"/>
                            <a:pt x="25980" y="1619"/>
                            <a:pt x="28552" y="1114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43" name="Forme libre : forme 2142">
                      <a:extLst>
                        <a:ext uri="{FF2B5EF4-FFF2-40B4-BE49-F238E27FC236}">
                          <a16:creationId xmlns:a16="http://schemas.microsoft.com/office/drawing/2014/main" id="{CC252727-DE21-499F-BA20-93FD373E79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74181" y="3082113"/>
                      <a:ext cx="29372" cy="31681"/>
                    </a:xfrm>
                    <a:custGeom>
                      <a:avLst/>
                      <a:gdLst>
                        <a:gd name="connsiteX0" fmla="*/ 14849 w 29372"/>
                        <a:gd name="connsiteY0" fmla="*/ 14192 h 31681"/>
                        <a:gd name="connsiteX1" fmla="*/ 181 w 29372"/>
                        <a:gd name="connsiteY1" fmla="*/ 11716 h 31681"/>
                        <a:gd name="connsiteX2" fmla="*/ 1038 w 29372"/>
                        <a:gd name="connsiteY2" fmla="*/ 20765 h 31681"/>
                        <a:gd name="connsiteX3" fmla="*/ 19612 w 29372"/>
                        <a:gd name="connsiteY3" fmla="*/ 30290 h 31681"/>
                        <a:gd name="connsiteX4" fmla="*/ 28565 w 29372"/>
                        <a:gd name="connsiteY4" fmla="*/ 7239 h 31681"/>
                        <a:gd name="connsiteX5" fmla="*/ 24374 w 29372"/>
                        <a:gd name="connsiteY5" fmla="*/ 0 h 31681"/>
                        <a:gd name="connsiteX6" fmla="*/ 14849 w 29372"/>
                        <a:gd name="connsiteY6" fmla="*/ 14192 h 31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372" h="31681">
                          <a:moveTo>
                            <a:pt x="14849" y="14192"/>
                          </a:moveTo>
                          <a:cubicBezTo>
                            <a:pt x="9706" y="16764"/>
                            <a:pt x="4181" y="15526"/>
                            <a:pt x="181" y="11716"/>
                          </a:cubicBezTo>
                          <a:cubicBezTo>
                            <a:pt x="-200" y="14669"/>
                            <a:pt x="-10" y="17812"/>
                            <a:pt x="1038" y="20765"/>
                          </a:cubicBezTo>
                          <a:cubicBezTo>
                            <a:pt x="3991" y="29813"/>
                            <a:pt x="12087" y="34100"/>
                            <a:pt x="19612" y="30290"/>
                          </a:cubicBezTo>
                          <a:cubicBezTo>
                            <a:pt x="27042" y="26575"/>
                            <a:pt x="31232" y="16574"/>
                            <a:pt x="28565" y="7239"/>
                          </a:cubicBezTo>
                          <a:cubicBezTo>
                            <a:pt x="27708" y="4286"/>
                            <a:pt x="26280" y="1810"/>
                            <a:pt x="24374" y="0"/>
                          </a:cubicBezTo>
                          <a:cubicBezTo>
                            <a:pt x="23422" y="6096"/>
                            <a:pt x="19898" y="11621"/>
                            <a:pt x="14849" y="1419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44" name="Forme libre : forme 2143">
                      <a:extLst>
                        <a:ext uri="{FF2B5EF4-FFF2-40B4-BE49-F238E27FC236}">
                          <a16:creationId xmlns:a16="http://schemas.microsoft.com/office/drawing/2014/main" id="{097E6A8B-D5E4-4E62-BF86-8B25918508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86593" y="3082685"/>
                      <a:ext cx="13375" cy="15716"/>
                    </a:xfrm>
                    <a:custGeom>
                      <a:avLst/>
                      <a:gdLst>
                        <a:gd name="connsiteX0" fmla="*/ 11010 w 13375"/>
                        <a:gd name="connsiteY0" fmla="*/ 2286 h 15716"/>
                        <a:gd name="connsiteX1" fmla="*/ 11772 w 13375"/>
                        <a:gd name="connsiteY1" fmla="*/ 13430 h 15716"/>
                        <a:gd name="connsiteX2" fmla="*/ 2437 w 13375"/>
                        <a:gd name="connsiteY2" fmla="*/ 13430 h 15716"/>
                        <a:gd name="connsiteX3" fmla="*/ 1485 w 13375"/>
                        <a:gd name="connsiteY3" fmla="*/ 2286 h 15716"/>
                        <a:gd name="connsiteX4" fmla="*/ 11010 w 13375"/>
                        <a:gd name="connsiteY4" fmla="*/ 2286 h 15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75" h="15716">
                          <a:moveTo>
                            <a:pt x="11010" y="2286"/>
                          </a:moveTo>
                          <a:cubicBezTo>
                            <a:pt x="13867" y="5334"/>
                            <a:pt x="14153" y="10573"/>
                            <a:pt x="11772" y="13430"/>
                          </a:cubicBezTo>
                          <a:cubicBezTo>
                            <a:pt x="9391" y="16478"/>
                            <a:pt x="5295" y="16478"/>
                            <a:pt x="2437" y="13430"/>
                          </a:cubicBezTo>
                          <a:cubicBezTo>
                            <a:pt x="-420" y="10382"/>
                            <a:pt x="-801" y="5334"/>
                            <a:pt x="1485" y="2286"/>
                          </a:cubicBezTo>
                          <a:cubicBezTo>
                            <a:pt x="3866" y="-762"/>
                            <a:pt x="8152" y="-762"/>
                            <a:pt x="11010" y="228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45" name="Forme libre : forme 2144">
                      <a:extLst>
                        <a:ext uri="{FF2B5EF4-FFF2-40B4-BE49-F238E27FC236}">
                          <a16:creationId xmlns:a16="http://schemas.microsoft.com/office/drawing/2014/main" id="{D0AF7754-EEAF-4408-B50F-36EEFAFE13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85257" y="3085379"/>
                      <a:ext cx="4880" cy="5836"/>
                    </a:xfrm>
                    <a:custGeom>
                      <a:avLst/>
                      <a:gdLst>
                        <a:gd name="connsiteX0" fmla="*/ 4726 w 4880"/>
                        <a:gd name="connsiteY0" fmla="*/ 1782 h 5836"/>
                        <a:gd name="connsiteX1" fmla="*/ 3298 w 4880"/>
                        <a:gd name="connsiteY1" fmla="*/ 5592 h 5836"/>
                        <a:gd name="connsiteX2" fmla="*/ 155 w 4880"/>
                        <a:gd name="connsiteY2" fmla="*/ 4068 h 5836"/>
                        <a:gd name="connsiteX3" fmla="*/ 1583 w 4880"/>
                        <a:gd name="connsiteY3" fmla="*/ 258 h 5836"/>
                        <a:gd name="connsiteX4" fmla="*/ 4726 w 4880"/>
                        <a:gd name="connsiteY4" fmla="*/ 1782 h 5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80" h="5836">
                          <a:moveTo>
                            <a:pt x="4726" y="1782"/>
                          </a:moveTo>
                          <a:cubicBezTo>
                            <a:pt x="5203" y="3306"/>
                            <a:pt x="4536" y="5021"/>
                            <a:pt x="3298" y="5592"/>
                          </a:cubicBezTo>
                          <a:cubicBezTo>
                            <a:pt x="2059" y="6259"/>
                            <a:pt x="631" y="5497"/>
                            <a:pt x="155" y="4068"/>
                          </a:cubicBezTo>
                          <a:cubicBezTo>
                            <a:pt x="-322" y="2544"/>
                            <a:pt x="345" y="830"/>
                            <a:pt x="1583" y="258"/>
                          </a:cubicBezTo>
                          <a:cubicBezTo>
                            <a:pt x="2917" y="-409"/>
                            <a:pt x="4250" y="258"/>
                            <a:pt x="4726" y="17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146" name="Graphique 15">
                    <a:extLst>
                      <a:ext uri="{FF2B5EF4-FFF2-40B4-BE49-F238E27FC236}">
                        <a16:creationId xmlns:a16="http://schemas.microsoft.com/office/drawing/2014/main" id="{E930AB57-8685-4001-98B9-C7C85B9863B3}"/>
                      </a:ext>
                    </a:extLst>
                  </p:cNvPr>
                  <p:cNvGrpSpPr/>
                  <p:nvPr/>
                </p:nvGrpSpPr>
                <p:grpSpPr>
                  <a:xfrm>
                    <a:off x="10399721" y="3093655"/>
                    <a:ext cx="28817" cy="35544"/>
                    <a:chOff x="10399721" y="3093655"/>
                    <a:chExt cx="28817" cy="35544"/>
                  </a:xfrm>
                  <a:solidFill>
                    <a:schemeClr val="accent1"/>
                  </a:solidFill>
                </p:grpSpPr>
                <p:sp>
                  <p:nvSpPr>
                    <p:cNvPr id="2147" name="Forme libre : forme 2146">
                      <a:extLst>
                        <a:ext uri="{FF2B5EF4-FFF2-40B4-BE49-F238E27FC236}">
                          <a16:creationId xmlns:a16="http://schemas.microsoft.com/office/drawing/2014/main" id="{9002A78A-2CE3-4988-A57A-321844DFCB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99721" y="3093655"/>
                      <a:ext cx="28817" cy="35494"/>
                    </a:xfrm>
                    <a:custGeom>
                      <a:avLst/>
                      <a:gdLst>
                        <a:gd name="connsiteX0" fmla="*/ 28267 w 28817"/>
                        <a:gd name="connsiteY0" fmla="*/ 11509 h 35494"/>
                        <a:gd name="connsiteX1" fmla="*/ 18457 w 28817"/>
                        <a:gd name="connsiteY1" fmla="*/ 34369 h 35494"/>
                        <a:gd name="connsiteX2" fmla="*/ 740 w 28817"/>
                        <a:gd name="connsiteY2" fmla="*/ 23986 h 35494"/>
                        <a:gd name="connsiteX3" fmla="*/ 9979 w 28817"/>
                        <a:gd name="connsiteY3" fmla="*/ 1126 h 35494"/>
                        <a:gd name="connsiteX4" fmla="*/ 28267 w 28817"/>
                        <a:gd name="connsiteY4" fmla="*/ 11509 h 35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817" h="35494">
                          <a:moveTo>
                            <a:pt x="28267" y="11509"/>
                          </a:moveTo>
                          <a:cubicBezTo>
                            <a:pt x="30458" y="20653"/>
                            <a:pt x="25886" y="30844"/>
                            <a:pt x="18457" y="34369"/>
                          </a:cubicBezTo>
                          <a:cubicBezTo>
                            <a:pt x="11027" y="37798"/>
                            <a:pt x="3217" y="33130"/>
                            <a:pt x="740" y="23986"/>
                          </a:cubicBezTo>
                          <a:cubicBezTo>
                            <a:pt x="-1737" y="14747"/>
                            <a:pt x="2169" y="4555"/>
                            <a:pt x="9979" y="1126"/>
                          </a:cubicBezTo>
                          <a:cubicBezTo>
                            <a:pt x="17694" y="-2303"/>
                            <a:pt x="26077" y="2365"/>
                            <a:pt x="28267" y="1150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48" name="Forme libre : forme 2147">
                      <a:extLst>
                        <a:ext uri="{FF2B5EF4-FFF2-40B4-BE49-F238E27FC236}">
                          <a16:creationId xmlns:a16="http://schemas.microsoft.com/office/drawing/2014/main" id="{829841DD-82D5-4F95-9C96-091C167F7A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99789" y="3097924"/>
                      <a:ext cx="28749" cy="31275"/>
                    </a:xfrm>
                    <a:custGeom>
                      <a:avLst/>
                      <a:gdLst>
                        <a:gd name="connsiteX0" fmla="*/ 14483 w 28749"/>
                        <a:gd name="connsiteY0" fmla="*/ 13811 h 31275"/>
                        <a:gd name="connsiteX1" fmla="*/ 291 w 28749"/>
                        <a:gd name="connsiteY1" fmla="*/ 10573 h 31275"/>
                        <a:gd name="connsiteX2" fmla="*/ 672 w 28749"/>
                        <a:gd name="connsiteY2" fmla="*/ 19717 h 31275"/>
                        <a:gd name="connsiteX3" fmla="*/ 18389 w 28749"/>
                        <a:gd name="connsiteY3" fmla="*/ 30099 h 31275"/>
                        <a:gd name="connsiteX4" fmla="*/ 28199 w 28749"/>
                        <a:gd name="connsiteY4" fmla="*/ 7239 h 31275"/>
                        <a:gd name="connsiteX5" fmla="*/ 24389 w 28749"/>
                        <a:gd name="connsiteY5" fmla="*/ 0 h 31275"/>
                        <a:gd name="connsiteX6" fmla="*/ 14483 w 28749"/>
                        <a:gd name="connsiteY6" fmla="*/ 13811 h 312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749" h="31275">
                          <a:moveTo>
                            <a:pt x="14483" y="13811"/>
                          </a:moveTo>
                          <a:cubicBezTo>
                            <a:pt x="9340" y="16192"/>
                            <a:pt x="4006" y="14669"/>
                            <a:pt x="291" y="10573"/>
                          </a:cubicBezTo>
                          <a:cubicBezTo>
                            <a:pt x="-185" y="13525"/>
                            <a:pt x="-90" y="16669"/>
                            <a:pt x="672" y="19717"/>
                          </a:cubicBezTo>
                          <a:cubicBezTo>
                            <a:pt x="3149" y="28956"/>
                            <a:pt x="10959" y="33623"/>
                            <a:pt x="18389" y="30099"/>
                          </a:cubicBezTo>
                          <a:cubicBezTo>
                            <a:pt x="25818" y="26670"/>
                            <a:pt x="30390" y="16383"/>
                            <a:pt x="28199" y="7239"/>
                          </a:cubicBezTo>
                          <a:cubicBezTo>
                            <a:pt x="27533" y="4286"/>
                            <a:pt x="26104" y="1905"/>
                            <a:pt x="24389" y="0"/>
                          </a:cubicBezTo>
                          <a:cubicBezTo>
                            <a:pt x="23246" y="6096"/>
                            <a:pt x="19627" y="11525"/>
                            <a:pt x="14483" y="1381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49" name="Forme libre : forme 2148">
                      <a:extLst>
                        <a:ext uri="{FF2B5EF4-FFF2-40B4-BE49-F238E27FC236}">
                          <a16:creationId xmlns:a16="http://schemas.microsoft.com/office/drawing/2014/main" id="{F4523893-D1A9-4D16-85F1-C0A5B47889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12228" y="3098311"/>
                      <a:ext cx="13072" cy="15896"/>
                    </a:xfrm>
                    <a:custGeom>
                      <a:avLst/>
                      <a:gdLst>
                        <a:gd name="connsiteX0" fmla="*/ 10998 w 13072"/>
                        <a:gd name="connsiteY0" fmla="*/ 2567 h 15896"/>
                        <a:gd name="connsiteX1" fmla="*/ 11284 w 13072"/>
                        <a:gd name="connsiteY1" fmla="*/ 13806 h 15896"/>
                        <a:gd name="connsiteX2" fmla="*/ 2139 w 13072"/>
                        <a:gd name="connsiteY2" fmla="*/ 13330 h 15896"/>
                        <a:gd name="connsiteX3" fmla="*/ 1663 w 13072"/>
                        <a:gd name="connsiteY3" fmla="*/ 2090 h 15896"/>
                        <a:gd name="connsiteX4" fmla="*/ 10998 w 13072"/>
                        <a:gd name="connsiteY4" fmla="*/ 2567 h 1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72" h="15896">
                          <a:moveTo>
                            <a:pt x="10998" y="2567"/>
                          </a:moveTo>
                          <a:cubicBezTo>
                            <a:pt x="13665" y="5805"/>
                            <a:pt x="13760" y="10758"/>
                            <a:pt x="11284" y="13806"/>
                          </a:cubicBezTo>
                          <a:cubicBezTo>
                            <a:pt x="8807" y="16759"/>
                            <a:pt x="4806" y="16568"/>
                            <a:pt x="2139" y="13330"/>
                          </a:cubicBezTo>
                          <a:cubicBezTo>
                            <a:pt x="-528" y="10091"/>
                            <a:pt x="-718" y="5043"/>
                            <a:pt x="1663" y="2090"/>
                          </a:cubicBezTo>
                          <a:cubicBezTo>
                            <a:pt x="4140" y="-862"/>
                            <a:pt x="8331" y="-672"/>
                            <a:pt x="10998" y="256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50" name="Forme libre : forme 2149">
                      <a:extLst>
                        <a:ext uri="{FF2B5EF4-FFF2-40B4-BE49-F238E27FC236}">
                          <a16:creationId xmlns:a16="http://schemas.microsoft.com/office/drawing/2014/main" id="{BC84B097-6D67-40E1-9ECF-169D21207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11022" y="3100687"/>
                      <a:ext cx="4785" cy="5808"/>
                    </a:xfrm>
                    <a:custGeom>
                      <a:avLst/>
                      <a:gdLst>
                        <a:gd name="connsiteX0" fmla="*/ 4679 w 4785"/>
                        <a:gd name="connsiteY0" fmla="*/ 1904 h 5808"/>
                        <a:gd name="connsiteX1" fmla="*/ 3060 w 4785"/>
                        <a:gd name="connsiteY1" fmla="*/ 5619 h 5808"/>
                        <a:gd name="connsiteX2" fmla="*/ 107 w 4785"/>
                        <a:gd name="connsiteY2" fmla="*/ 3904 h 5808"/>
                        <a:gd name="connsiteX3" fmla="*/ 1631 w 4785"/>
                        <a:gd name="connsiteY3" fmla="*/ 190 h 5808"/>
                        <a:gd name="connsiteX4" fmla="*/ 4679 w 4785"/>
                        <a:gd name="connsiteY4" fmla="*/ 1904 h 5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5" h="5808">
                          <a:moveTo>
                            <a:pt x="4679" y="1904"/>
                          </a:moveTo>
                          <a:cubicBezTo>
                            <a:pt x="5060" y="3428"/>
                            <a:pt x="4393" y="5143"/>
                            <a:pt x="3060" y="5619"/>
                          </a:cubicBezTo>
                          <a:cubicBezTo>
                            <a:pt x="1821" y="6191"/>
                            <a:pt x="488" y="5429"/>
                            <a:pt x="107" y="3904"/>
                          </a:cubicBezTo>
                          <a:cubicBezTo>
                            <a:pt x="-274" y="2381"/>
                            <a:pt x="393" y="666"/>
                            <a:pt x="1631" y="190"/>
                          </a:cubicBezTo>
                          <a:cubicBezTo>
                            <a:pt x="2869" y="-382"/>
                            <a:pt x="4298" y="380"/>
                            <a:pt x="4679" y="19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151" name="Graphique 15">
                  <a:extLst>
                    <a:ext uri="{FF2B5EF4-FFF2-40B4-BE49-F238E27FC236}">
                      <a16:creationId xmlns:a16="http://schemas.microsoft.com/office/drawing/2014/main" id="{44249E3F-C5FE-4E5B-B278-5AF3E851CE6A}"/>
                    </a:ext>
                  </a:extLst>
                </p:cNvPr>
                <p:cNvGrpSpPr/>
                <p:nvPr/>
              </p:nvGrpSpPr>
              <p:grpSpPr>
                <a:xfrm>
                  <a:off x="10407557" y="3140212"/>
                  <a:ext cx="62144" cy="89980"/>
                  <a:chOff x="10407557" y="3140212"/>
                  <a:chExt cx="62144" cy="89980"/>
                </a:xfrm>
                <a:solidFill>
                  <a:schemeClr val="accent1"/>
                </a:solidFill>
              </p:grpSpPr>
              <p:grpSp>
                <p:nvGrpSpPr>
                  <p:cNvPr id="2152" name="Graphique 15">
                    <a:extLst>
                      <a:ext uri="{FF2B5EF4-FFF2-40B4-BE49-F238E27FC236}">
                        <a16:creationId xmlns:a16="http://schemas.microsoft.com/office/drawing/2014/main" id="{E0A2961A-60EF-41FF-8D95-03CAC654D692}"/>
                      </a:ext>
                    </a:extLst>
                  </p:cNvPr>
                  <p:cNvGrpSpPr/>
                  <p:nvPr/>
                </p:nvGrpSpPr>
                <p:grpSpPr>
                  <a:xfrm>
                    <a:off x="10407557" y="3194706"/>
                    <a:ext cx="24762" cy="35487"/>
                    <a:chOff x="10407557" y="3194706"/>
                    <a:chExt cx="24762" cy="35487"/>
                  </a:xfrm>
                  <a:solidFill>
                    <a:schemeClr val="accent1"/>
                  </a:solidFill>
                </p:grpSpPr>
                <p:sp>
                  <p:nvSpPr>
                    <p:cNvPr id="2153" name="Forme libre : forme 2152">
                      <a:extLst>
                        <a:ext uri="{FF2B5EF4-FFF2-40B4-BE49-F238E27FC236}">
                          <a16:creationId xmlns:a16="http://schemas.microsoft.com/office/drawing/2014/main" id="{AA4D5F8A-8251-4A0E-BFED-30466DCB1E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7557" y="3194706"/>
                      <a:ext cx="24667" cy="35441"/>
                    </a:xfrm>
                    <a:custGeom>
                      <a:avLst/>
                      <a:gdLst>
                        <a:gd name="connsiteX0" fmla="*/ 9477 w 24667"/>
                        <a:gd name="connsiteY0" fmla="*/ 945 h 35441"/>
                        <a:gd name="connsiteX1" fmla="*/ 24432 w 24667"/>
                        <a:gd name="connsiteY1" fmla="*/ 11994 h 35441"/>
                        <a:gd name="connsiteX2" fmla="*/ 14811 w 24667"/>
                        <a:gd name="connsiteY2" fmla="*/ 34473 h 35441"/>
                        <a:gd name="connsiteX3" fmla="*/ 334 w 24667"/>
                        <a:gd name="connsiteY3" fmla="*/ 23900 h 35441"/>
                        <a:gd name="connsiteX4" fmla="*/ 9477 w 24667"/>
                        <a:gd name="connsiteY4" fmla="*/ 945 h 35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667" h="35441">
                          <a:moveTo>
                            <a:pt x="9477" y="945"/>
                          </a:moveTo>
                          <a:cubicBezTo>
                            <a:pt x="16240" y="-2198"/>
                            <a:pt x="23098" y="2755"/>
                            <a:pt x="24432" y="11994"/>
                          </a:cubicBezTo>
                          <a:cubicBezTo>
                            <a:pt x="25765" y="21233"/>
                            <a:pt x="21289" y="31235"/>
                            <a:pt x="14811" y="34473"/>
                          </a:cubicBezTo>
                          <a:cubicBezTo>
                            <a:pt x="8335" y="37616"/>
                            <a:pt x="2048" y="32854"/>
                            <a:pt x="334" y="23900"/>
                          </a:cubicBezTo>
                          <a:cubicBezTo>
                            <a:pt x="-1190" y="14756"/>
                            <a:pt x="2619" y="4469"/>
                            <a:pt x="9477" y="94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54" name="Forme libre : forme 2153">
                      <a:extLst>
                        <a:ext uri="{FF2B5EF4-FFF2-40B4-BE49-F238E27FC236}">
                          <a16:creationId xmlns:a16="http://schemas.microsoft.com/office/drawing/2014/main" id="{3E4B8880-5B69-49D5-B405-5479DF778E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11605" y="3194838"/>
                      <a:ext cx="20714" cy="35355"/>
                    </a:xfrm>
                    <a:custGeom>
                      <a:avLst/>
                      <a:gdLst>
                        <a:gd name="connsiteX0" fmla="*/ 8572 w 20714"/>
                        <a:gd name="connsiteY0" fmla="*/ 17387 h 35355"/>
                        <a:gd name="connsiteX1" fmla="*/ 4763 w 20714"/>
                        <a:gd name="connsiteY1" fmla="*/ 35008 h 35355"/>
                        <a:gd name="connsiteX2" fmla="*/ 10858 w 20714"/>
                        <a:gd name="connsiteY2" fmla="*/ 34436 h 35355"/>
                        <a:gd name="connsiteX3" fmla="*/ 20479 w 20714"/>
                        <a:gd name="connsiteY3" fmla="*/ 11957 h 35355"/>
                        <a:gd name="connsiteX4" fmla="*/ 5524 w 20714"/>
                        <a:gd name="connsiteY4" fmla="*/ 908 h 35355"/>
                        <a:gd name="connsiteX5" fmla="*/ 0 w 20714"/>
                        <a:gd name="connsiteY5" fmla="*/ 6147 h 35355"/>
                        <a:gd name="connsiteX6" fmla="*/ 8572 w 20714"/>
                        <a:gd name="connsiteY6" fmla="*/ 17387 h 35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714" h="35355">
                          <a:moveTo>
                            <a:pt x="8572" y="17387"/>
                          </a:moveTo>
                          <a:cubicBezTo>
                            <a:pt x="9620" y="23673"/>
                            <a:pt x="7906" y="30341"/>
                            <a:pt x="4763" y="35008"/>
                          </a:cubicBezTo>
                          <a:cubicBezTo>
                            <a:pt x="6667" y="35579"/>
                            <a:pt x="8763" y="35484"/>
                            <a:pt x="10858" y="34436"/>
                          </a:cubicBezTo>
                          <a:cubicBezTo>
                            <a:pt x="17335" y="31198"/>
                            <a:pt x="21812" y="21101"/>
                            <a:pt x="20479" y="11957"/>
                          </a:cubicBezTo>
                          <a:cubicBezTo>
                            <a:pt x="19145" y="2718"/>
                            <a:pt x="12287" y="-2140"/>
                            <a:pt x="5524" y="908"/>
                          </a:cubicBezTo>
                          <a:cubicBezTo>
                            <a:pt x="3334" y="2051"/>
                            <a:pt x="1524" y="3861"/>
                            <a:pt x="0" y="6147"/>
                          </a:cubicBezTo>
                          <a:cubicBezTo>
                            <a:pt x="4191" y="6814"/>
                            <a:pt x="7525" y="11195"/>
                            <a:pt x="8572" y="173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55" name="Forme libre : forme 2154">
                      <a:extLst>
                        <a:ext uri="{FF2B5EF4-FFF2-40B4-BE49-F238E27FC236}">
                          <a16:creationId xmlns:a16="http://schemas.microsoft.com/office/drawing/2014/main" id="{184710B9-C0B8-419D-B728-B80386943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11185" y="3199046"/>
                      <a:ext cx="11257" cy="15961"/>
                    </a:xfrm>
                    <a:custGeom>
                      <a:avLst/>
                      <a:gdLst>
                        <a:gd name="connsiteX0" fmla="*/ 2325 w 11257"/>
                        <a:gd name="connsiteY0" fmla="*/ 2892 h 15961"/>
                        <a:gd name="connsiteX1" fmla="*/ 10231 w 11257"/>
                        <a:gd name="connsiteY1" fmla="*/ 1939 h 15961"/>
                        <a:gd name="connsiteX2" fmla="*/ 8897 w 11257"/>
                        <a:gd name="connsiteY2" fmla="*/ 13179 h 15961"/>
                        <a:gd name="connsiteX3" fmla="*/ 1087 w 11257"/>
                        <a:gd name="connsiteY3" fmla="*/ 14131 h 15961"/>
                        <a:gd name="connsiteX4" fmla="*/ 2325 w 11257"/>
                        <a:gd name="connsiteY4" fmla="*/ 2892 h 15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57" h="15961">
                          <a:moveTo>
                            <a:pt x="2325" y="2892"/>
                          </a:moveTo>
                          <a:cubicBezTo>
                            <a:pt x="4897" y="-632"/>
                            <a:pt x="8421" y="-918"/>
                            <a:pt x="10231" y="1939"/>
                          </a:cubicBezTo>
                          <a:cubicBezTo>
                            <a:pt x="12041" y="4797"/>
                            <a:pt x="11374" y="9845"/>
                            <a:pt x="8897" y="13179"/>
                          </a:cubicBezTo>
                          <a:cubicBezTo>
                            <a:pt x="6326" y="16608"/>
                            <a:pt x="2992" y="16798"/>
                            <a:pt x="1087" y="14131"/>
                          </a:cubicBezTo>
                          <a:cubicBezTo>
                            <a:pt x="-723" y="11369"/>
                            <a:pt x="-247" y="6321"/>
                            <a:pt x="2325" y="289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56" name="Forme libre : forme 2155">
                      <a:extLst>
                        <a:ext uri="{FF2B5EF4-FFF2-40B4-BE49-F238E27FC236}">
                          <a16:creationId xmlns:a16="http://schemas.microsoft.com/office/drawing/2014/main" id="{FB46D2B7-75BF-43A1-A5ED-5027BBC83D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12491" y="3210618"/>
                      <a:ext cx="4037" cy="5854"/>
                    </a:xfrm>
                    <a:custGeom>
                      <a:avLst/>
                      <a:gdLst>
                        <a:gd name="connsiteX0" fmla="*/ 1495 w 4037"/>
                        <a:gd name="connsiteY0" fmla="*/ 178 h 5854"/>
                        <a:gd name="connsiteX1" fmla="*/ 3972 w 4037"/>
                        <a:gd name="connsiteY1" fmla="*/ 1988 h 5854"/>
                        <a:gd name="connsiteX2" fmla="*/ 2448 w 4037"/>
                        <a:gd name="connsiteY2" fmla="*/ 5703 h 5854"/>
                        <a:gd name="connsiteX3" fmla="*/ 66 w 4037"/>
                        <a:gd name="connsiteY3" fmla="*/ 3988 h 5854"/>
                        <a:gd name="connsiteX4" fmla="*/ 1495 w 4037"/>
                        <a:gd name="connsiteY4" fmla="*/ 178 h 58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37" h="5854">
                          <a:moveTo>
                            <a:pt x="1495" y="178"/>
                          </a:moveTo>
                          <a:cubicBezTo>
                            <a:pt x="2638" y="-393"/>
                            <a:pt x="3686" y="464"/>
                            <a:pt x="3972" y="1988"/>
                          </a:cubicBezTo>
                          <a:cubicBezTo>
                            <a:pt x="4257" y="3512"/>
                            <a:pt x="3591" y="5131"/>
                            <a:pt x="2448" y="5703"/>
                          </a:cubicBezTo>
                          <a:cubicBezTo>
                            <a:pt x="1400" y="6179"/>
                            <a:pt x="257" y="5512"/>
                            <a:pt x="66" y="3988"/>
                          </a:cubicBezTo>
                          <a:cubicBezTo>
                            <a:pt x="-219" y="2464"/>
                            <a:pt x="447" y="750"/>
                            <a:pt x="1495" y="1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157" name="Graphique 15">
                    <a:extLst>
                      <a:ext uri="{FF2B5EF4-FFF2-40B4-BE49-F238E27FC236}">
                        <a16:creationId xmlns:a16="http://schemas.microsoft.com/office/drawing/2014/main" id="{29A58400-3581-4539-BB6D-9F6365403351}"/>
                      </a:ext>
                    </a:extLst>
                  </p:cNvPr>
                  <p:cNvGrpSpPr/>
                  <p:nvPr/>
                </p:nvGrpSpPr>
                <p:grpSpPr>
                  <a:xfrm>
                    <a:off x="10427486" y="3170885"/>
                    <a:ext cx="25936" cy="35299"/>
                    <a:chOff x="10427486" y="3170885"/>
                    <a:chExt cx="25936" cy="35299"/>
                  </a:xfrm>
                  <a:solidFill>
                    <a:schemeClr val="accent1"/>
                  </a:solidFill>
                </p:grpSpPr>
                <p:sp>
                  <p:nvSpPr>
                    <p:cNvPr id="2158" name="Forme libre : forme 2157">
                      <a:extLst>
                        <a:ext uri="{FF2B5EF4-FFF2-40B4-BE49-F238E27FC236}">
                          <a16:creationId xmlns:a16="http://schemas.microsoft.com/office/drawing/2014/main" id="{B0DB97B8-6AB1-4BEA-B2B9-83008DCEA8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7486" y="3170885"/>
                      <a:ext cx="25936" cy="35294"/>
                    </a:xfrm>
                    <a:custGeom>
                      <a:avLst/>
                      <a:gdLst>
                        <a:gd name="connsiteX0" fmla="*/ 10218 w 25936"/>
                        <a:gd name="connsiteY0" fmla="*/ 953 h 35294"/>
                        <a:gd name="connsiteX1" fmla="*/ 25743 w 25936"/>
                        <a:gd name="connsiteY1" fmla="*/ 12193 h 35294"/>
                        <a:gd name="connsiteX2" fmla="*/ 15266 w 25936"/>
                        <a:gd name="connsiteY2" fmla="*/ 34291 h 35294"/>
                        <a:gd name="connsiteX3" fmla="*/ 311 w 25936"/>
                        <a:gd name="connsiteY3" fmla="*/ 23432 h 35294"/>
                        <a:gd name="connsiteX4" fmla="*/ 10218 w 25936"/>
                        <a:gd name="connsiteY4" fmla="*/ 953 h 35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36" h="35294">
                          <a:moveTo>
                            <a:pt x="10218" y="953"/>
                          </a:moveTo>
                          <a:cubicBezTo>
                            <a:pt x="17361" y="-2190"/>
                            <a:pt x="24600" y="2668"/>
                            <a:pt x="25743" y="12193"/>
                          </a:cubicBezTo>
                          <a:cubicBezTo>
                            <a:pt x="26982" y="21622"/>
                            <a:pt x="22124" y="31338"/>
                            <a:pt x="15266" y="34291"/>
                          </a:cubicBezTo>
                          <a:cubicBezTo>
                            <a:pt x="8408" y="37529"/>
                            <a:pt x="1835" y="32671"/>
                            <a:pt x="311" y="23432"/>
                          </a:cubicBezTo>
                          <a:cubicBezTo>
                            <a:pt x="-1213" y="14193"/>
                            <a:pt x="2978" y="4096"/>
                            <a:pt x="10218" y="9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59" name="Forme libre : forme 2158">
                      <a:extLst>
                        <a:ext uri="{FF2B5EF4-FFF2-40B4-BE49-F238E27FC236}">
                          <a16:creationId xmlns:a16="http://schemas.microsoft.com/office/drawing/2014/main" id="{4E7AE1A4-32CF-4C26-A2E0-7F3B54DE3C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1893" y="3170885"/>
                      <a:ext cx="21529" cy="35299"/>
                    </a:xfrm>
                    <a:custGeom>
                      <a:avLst/>
                      <a:gdLst>
                        <a:gd name="connsiteX0" fmla="*/ 8763 w 21529"/>
                        <a:gd name="connsiteY0" fmla="*/ 17431 h 35299"/>
                        <a:gd name="connsiteX1" fmla="*/ 4382 w 21529"/>
                        <a:gd name="connsiteY1" fmla="*/ 34957 h 35299"/>
                        <a:gd name="connsiteX2" fmla="*/ 10859 w 21529"/>
                        <a:gd name="connsiteY2" fmla="*/ 34291 h 35299"/>
                        <a:gd name="connsiteX3" fmla="*/ 21336 w 21529"/>
                        <a:gd name="connsiteY3" fmla="*/ 12193 h 35299"/>
                        <a:gd name="connsiteX4" fmla="*/ 5810 w 21529"/>
                        <a:gd name="connsiteY4" fmla="*/ 953 h 35299"/>
                        <a:gd name="connsiteX5" fmla="*/ 0 w 21529"/>
                        <a:gd name="connsiteY5" fmla="*/ 5811 h 35299"/>
                        <a:gd name="connsiteX6" fmla="*/ 8763 w 21529"/>
                        <a:gd name="connsiteY6" fmla="*/ 17431 h 352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529" h="35299">
                          <a:moveTo>
                            <a:pt x="8763" y="17431"/>
                          </a:moveTo>
                          <a:cubicBezTo>
                            <a:pt x="9716" y="23718"/>
                            <a:pt x="7811" y="30290"/>
                            <a:pt x="4382" y="34957"/>
                          </a:cubicBezTo>
                          <a:cubicBezTo>
                            <a:pt x="6382" y="35529"/>
                            <a:pt x="8573" y="35434"/>
                            <a:pt x="10859" y="34291"/>
                          </a:cubicBezTo>
                          <a:cubicBezTo>
                            <a:pt x="17717" y="31338"/>
                            <a:pt x="22574" y="21622"/>
                            <a:pt x="21336" y="12193"/>
                          </a:cubicBezTo>
                          <a:cubicBezTo>
                            <a:pt x="20193" y="2668"/>
                            <a:pt x="12954" y="-2190"/>
                            <a:pt x="5810" y="953"/>
                          </a:cubicBezTo>
                          <a:cubicBezTo>
                            <a:pt x="3524" y="1906"/>
                            <a:pt x="1619" y="3715"/>
                            <a:pt x="0" y="5811"/>
                          </a:cubicBezTo>
                          <a:cubicBezTo>
                            <a:pt x="4286" y="7049"/>
                            <a:pt x="7811" y="11240"/>
                            <a:pt x="8763" y="1743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60" name="Forme libre : forme 2159">
                      <a:extLst>
                        <a:ext uri="{FF2B5EF4-FFF2-40B4-BE49-F238E27FC236}">
                          <a16:creationId xmlns:a16="http://schemas.microsoft.com/office/drawing/2014/main" id="{1651E641-ECA0-4454-B59A-8AB0EDE556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1307" y="3175161"/>
                      <a:ext cx="11996" cy="15834"/>
                    </a:xfrm>
                    <a:custGeom>
                      <a:avLst/>
                      <a:gdLst>
                        <a:gd name="connsiteX0" fmla="*/ 2586 w 11996"/>
                        <a:gd name="connsiteY0" fmla="*/ 2774 h 15834"/>
                        <a:gd name="connsiteX1" fmla="*/ 10968 w 11996"/>
                        <a:gd name="connsiteY1" fmla="*/ 1916 h 15834"/>
                        <a:gd name="connsiteX2" fmla="*/ 9349 w 11996"/>
                        <a:gd name="connsiteY2" fmla="*/ 13060 h 15834"/>
                        <a:gd name="connsiteX3" fmla="*/ 1157 w 11996"/>
                        <a:gd name="connsiteY3" fmla="*/ 13918 h 15834"/>
                        <a:gd name="connsiteX4" fmla="*/ 2586 w 11996"/>
                        <a:gd name="connsiteY4" fmla="*/ 2774 h 158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6" h="15834">
                          <a:moveTo>
                            <a:pt x="2586" y="2774"/>
                          </a:moveTo>
                          <a:cubicBezTo>
                            <a:pt x="5253" y="-560"/>
                            <a:pt x="9063" y="-941"/>
                            <a:pt x="10968" y="1916"/>
                          </a:cubicBezTo>
                          <a:cubicBezTo>
                            <a:pt x="12873" y="4774"/>
                            <a:pt x="12016" y="9727"/>
                            <a:pt x="9349" y="13060"/>
                          </a:cubicBezTo>
                          <a:cubicBezTo>
                            <a:pt x="6586" y="16394"/>
                            <a:pt x="2967" y="16775"/>
                            <a:pt x="1157" y="13918"/>
                          </a:cubicBezTo>
                          <a:cubicBezTo>
                            <a:pt x="-843" y="11060"/>
                            <a:pt x="-176" y="6012"/>
                            <a:pt x="2586" y="277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61" name="Forme libre : forme 2160">
                      <a:extLst>
                        <a:ext uri="{FF2B5EF4-FFF2-40B4-BE49-F238E27FC236}">
                          <a16:creationId xmlns:a16="http://schemas.microsoft.com/office/drawing/2014/main" id="{F778E0B6-CFB7-4B64-82FB-9AE014DF07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2500" y="3186747"/>
                      <a:ext cx="4188" cy="5843"/>
                    </a:xfrm>
                    <a:custGeom>
                      <a:avLst/>
                      <a:gdLst>
                        <a:gd name="connsiteX0" fmla="*/ 1680 w 4188"/>
                        <a:gd name="connsiteY0" fmla="*/ 141 h 5843"/>
                        <a:gd name="connsiteX1" fmla="*/ 4156 w 4188"/>
                        <a:gd name="connsiteY1" fmla="*/ 1951 h 5843"/>
                        <a:gd name="connsiteX2" fmla="*/ 2537 w 4188"/>
                        <a:gd name="connsiteY2" fmla="*/ 5665 h 5843"/>
                        <a:gd name="connsiteX3" fmla="*/ 60 w 4188"/>
                        <a:gd name="connsiteY3" fmla="*/ 3856 h 5843"/>
                        <a:gd name="connsiteX4" fmla="*/ 1680 w 4188"/>
                        <a:gd name="connsiteY4" fmla="*/ 141 h 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88" h="5843">
                          <a:moveTo>
                            <a:pt x="1680" y="141"/>
                          </a:moveTo>
                          <a:cubicBezTo>
                            <a:pt x="2823" y="-335"/>
                            <a:pt x="3966" y="427"/>
                            <a:pt x="4156" y="1951"/>
                          </a:cubicBezTo>
                          <a:cubicBezTo>
                            <a:pt x="4347" y="3475"/>
                            <a:pt x="3680" y="5094"/>
                            <a:pt x="2537" y="5665"/>
                          </a:cubicBezTo>
                          <a:cubicBezTo>
                            <a:pt x="1394" y="6237"/>
                            <a:pt x="251" y="5380"/>
                            <a:pt x="60" y="3856"/>
                          </a:cubicBezTo>
                          <a:cubicBezTo>
                            <a:pt x="-225" y="2332"/>
                            <a:pt x="537" y="713"/>
                            <a:pt x="1680" y="1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162" name="Graphique 15">
                    <a:extLst>
                      <a:ext uri="{FF2B5EF4-FFF2-40B4-BE49-F238E27FC236}">
                        <a16:creationId xmlns:a16="http://schemas.microsoft.com/office/drawing/2014/main" id="{602965C6-16FB-4AAE-849A-BDDF08F5E26B}"/>
                      </a:ext>
                    </a:extLst>
                  </p:cNvPr>
                  <p:cNvGrpSpPr/>
                  <p:nvPr/>
                </p:nvGrpSpPr>
                <p:grpSpPr>
                  <a:xfrm>
                    <a:off x="10442269" y="3140212"/>
                    <a:ext cx="27431" cy="35461"/>
                    <a:chOff x="10442269" y="3140212"/>
                    <a:chExt cx="27431" cy="35461"/>
                  </a:xfrm>
                  <a:solidFill>
                    <a:schemeClr val="accent1"/>
                  </a:solidFill>
                </p:grpSpPr>
                <p:sp>
                  <p:nvSpPr>
                    <p:cNvPr id="2163" name="Forme libre : forme 2162">
                      <a:extLst>
                        <a:ext uri="{FF2B5EF4-FFF2-40B4-BE49-F238E27FC236}">
                          <a16:creationId xmlns:a16="http://schemas.microsoft.com/office/drawing/2014/main" id="{9B454E22-C669-4233-BE32-AD5820999B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2269" y="3140308"/>
                      <a:ext cx="27336" cy="35366"/>
                    </a:xfrm>
                    <a:custGeom>
                      <a:avLst/>
                      <a:gdLst>
                        <a:gd name="connsiteX0" fmla="*/ 10960 w 27336"/>
                        <a:gd name="connsiteY0" fmla="*/ 860 h 35366"/>
                        <a:gd name="connsiteX1" fmla="*/ 27152 w 27336"/>
                        <a:gd name="connsiteY1" fmla="*/ 12766 h 35366"/>
                        <a:gd name="connsiteX2" fmla="*/ 16008 w 27336"/>
                        <a:gd name="connsiteY2" fmla="*/ 34674 h 35366"/>
                        <a:gd name="connsiteX3" fmla="*/ 292 w 27336"/>
                        <a:gd name="connsiteY3" fmla="*/ 23244 h 35366"/>
                        <a:gd name="connsiteX4" fmla="*/ 10960 w 27336"/>
                        <a:gd name="connsiteY4" fmla="*/ 860 h 35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336" h="35366">
                          <a:moveTo>
                            <a:pt x="10960" y="860"/>
                          </a:moveTo>
                          <a:cubicBezTo>
                            <a:pt x="18580" y="-2283"/>
                            <a:pt x="25914" y="3527"/>
                            <a:pt x="27152" y="12766"/>
                          </a:cubicBezTo>
                          <a:cubicBezTo>
                            <a:pt x="28391" y="22101"/>
                            <a:pt x="23247" y="31912"/>
                            <a:pt x="16008" y="34674"/>
                          </a:cubicBezTo>
                          <a:cubicBezTo>
                            <a:pt x="8769" y="37246"/>
                            <a:pt x="1911" y="32483"/>
                            <a:pt x="292" y="23244"/>
                          </a:cubicBezTo>
                          <a:cubicBezTo>
                            <a:pt x="-1232" y="13909"/>
                            <a:pt x="3340" y="3908"/>
                            <a:pt x="10960" y="86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64" name="Forme libre : forme 2163">
                      <a:extLst>
                        <a:ext uri="{FF2B5EF4-FFF2-40B4-BE49-F238E27FC236}">
                          <a16:creationId xmlns:a16="http://schemas.microsoft.com/office/drawing/2014/main" id="{83AAF0D2-7ED2-4A7D-8AB3-8F4BC96B86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7133" y="3140212"/>
                      <a:ext cx="22568" cy="35377"/>
                    </a:xfrm>
                    <a:custGeom>
                      <a:avLst/>
                      <a:gdLst>
                        <a:gd name="connsiteX0" fmla="*/ 9144 w 22568"/>
                        <a:gd name="connsiteY0" fmla="*/ 17529 h 35377"/>
                        <a:gd name="connsiteX1" fmla="*/ 4477 w 22568"/>
                        <a:gd name="connsiteY1" fmla="*/ 34865 h 35377"/>
                        <a:gd name="connsiteX2" fmla="*/ 11240 w 22568"/>
                        <a:gd name="connsiteY2" fmla="*/ 34674 h 35377"/>
                        <a:gd name="connsiteX3" fmla="*/ 22384 w 22568"/>
                        <a:gd name="connsiteY3" fmla="*/ 12766 h 35377"/>
                        <a:gd name="connsiteX4" fmla="*/ 6191 w 22568"/>
                        <a:gd name="connsiteY4" fmla="*/ 860 h 35377"/>
                        <a:gd name="connsiteX5" fmla="*/ 0 w 22568"/>
                        <a:gd name="connsiteY5" fmla="*/ 5718 h 35377"/>
                        <a:gd name="connsiteX6" fmla="*/ 9144 w 22568"/>
                        <a:gd name="connsiteY6" fmla="*/ 17529 h 353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2568" h="35377">
                          <a:moveTo>
                            <a:pt x="9144" y="17529"/>
                          </a:moveTo>
                          <a:cubicBezTo>
                            <a:pt x="10096" y="23911"/>
                            <a:pt x="8001" y="30483"/>
                            <a:pt x="4477" y="34865"/>
                          </a:cubicBezTo>
                          <a:cubicBezTo>
                            <a:pt x="6572" y="35531"/>
                            <a:pt x="8858" y="35627"/>
                            <a:pt x="11240" y="34674"/>
                          </a:cubicBezTo>
                          <a:cubicBezTo>
                            <a:pt x="18479" y="31912"/>
                            <a:pt x="23622" y="22101"/>
                            <a:pt x="22384" y="12766"/>
                          </a:cubicBezTo>
                          <a:cubicBezTo>
                            <a:pt x="21146" y="3527"/>
                            <a:pt x="13811" y="-2283"/>
                            <a:pt x="6191" y="860"/>
                          </a:cubicBezTo>
                          <a:cubicBezTo>
                            <a:pt x="3810" y="1813"/>
                            <a:pt x="1715" y="3623"/>
                            <a:pt x="0" y="5718"/>
                          </a:cubicBezTo>
                          <a:cubicBezTo>
                            <a:pt x="4477" y="7052"/>
                            <a:pt x="8192" y="11052"/>
                            <a:pt x="9144" y="1752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65" name="Forme libre : forme 2164">
                      <a:extLst>
                        <a:ext uri="{FF2B5EF4-FFF2-40B4-BE49-F238E27FC236}">
                          <a16:creationId xmlns:a16="http://schemas.microsoft.com/office/drawing/2014/main" id="{28A8529C-92B7-48FF-8F8D-06BFA999D1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6436" y="3144459"/>
                      <a:ext cx="12575" cy="15756"/>
                    </a:xfrm>
                    <a:custGeom>
                      <a:avLst/>
                      <a:gdLst>
                        <a:gd name="connsiteX0" fmla="*/ 2698 w 12575"/>
                        <a:gd name="connsiteY0" fmla="*/ 2710 h 15756"/>
                        <a:gd name="connsiteX1" fmla="*/ 11556 w 12575"/>
                        <a:gd name="connsiteY1" fmla="*/ 2044 h 15756"/>
                        <a:gd name="connsiteX2" fmla="*/ 9746 w 12575"/>
                        <a:gd name="connsiteY2" fmla="*/ 13188 h 15756"/>
                        <a:gd name="connsiteX3" fmla="*/ 1079 w 12575"/>
                        <a:gd name="connsiteY3" fmla="*/ 13854 h 15756"/>
                        <a:gd name="connsiteX4" fmla="*/ 2698 w 12575"/>
                        <a:gd name="connsiteY4" fmla="*/ 2710 h 15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75" h="15756">
                          <a:moveTo>
                            <a:pt x="2698" y="2710"/>
                          </a:moveTo>
                          <a:cubicBezTo>
                            <a:pt x="5555" y="-528"/>
                            <a:pt x="9651" y="-1005"/>
                            <a:pt x="11556" y="2044"/>
                          </a:cubicBezTo>
                          <a:cubicBezTo>
                            <a:pt x="13461" y="5091"/>
                            <a:pt x="12604" y="10044"/>
                            <a:pt x="9746" y="13188"/>
                          </a:cubicBezTo>
                          <a:cubicBezTo>
                            <a:pt x="6889" y="16236"/>
                            <a:pt x="2984" y="16712"/>
                            <a:pt x="1079" y="13854"/>
                          </a:cubicBezTo>
                          <a:cubicBezTo>
                            <a:pt x="-827" y="10997"/>
                            <a:pt x="-160" y="5949"/>
                            <a:pt x="2698" y="27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66" name="Forme libre : forme 2165">
                      <a:extLst>
                        <a:ext uri="{FF2B5EF4-FFF2-40B4-BE49-F238E27FC236}">
                          <a16:creationId xmlns:a16="http://schemas.microsoft.com/office/drawing/2014/main" id="{3473C43E-F993-4A13-A94E-7D1948FE61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7580" y="3155981"/>
                      <a:ext cx="4561" cy="5806"/>
                    </a:xfrm>
                    <a:custGeom>
                      <a:avLst/>
                      <a:gdLst>
                        <a:gd name="connsiteX0" fmla="*/ 1839 w 4561"/>
                        <a:gd name="connsiteY0" fmla="*/ 141 h 5806"/>
                        <a:gd name="connsiteX1" fmla="*/ 4506 w 4561"/>
                        <a:gd name="connsiteY1" fmla="*/ 1951 h 5806"/>
                        <a:gd name="connsiteX2" fmla="*/ 2696 w 4561"/>
                        <a:gd name="connsiteY2" fmla="*/ 5665 h 5806"/>
                        <a:gd name="connsiteX3" fmla="*/ 29 w 4561"/>
                        <a:gd name="connsiteY3" fmla="*/ 3856 h 5806"/>
                        <a:gd name="connsiteX4" fmla="*/ 1839 w 4561"/>
                        <a:gd name="connsiteY4" fmla="*/ 141 h 5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61" h="5806">
                          <a:moveTo>
                            <a:pt x="1839" y="141"/>
                          </a:moveTo>
                          <a:cubicBezTo>
                            <a:pt x="3077" y="-335"/>
                            <a:pt x="4220" y="427"/>
                            <a:pt x="4506" y="1951"/>
                          </a:cubicBezTo>
                          <a:cubicBezTo>
                            <a:pt x="4792" y="3475"/>
                            <a:pt x="3934" y="5094"/>
                            <a:pt x="2696" y="5665"/>
                          </a:cubicBezTo>
                          <a:cubicBezTo>
                            <a:pt x="1458" y="6142"/>
                            <a:pt x="315" y="5380"/>
                            <a:pt x="29" y="3856"/>
                          </a:cubicBezTo>
                          <a:cubicBezTo>
                            <a:pt x="-162" y="2332"/>
                            <a:pt x="601" y="617"/>
                            <a:pt x="1839" y="1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167" name="Graphique 15">
                  <a:extLst>
                    <a:ext uri="{FF2B5EF4-FFF2-40B4-BE49-F238E27FC236}">
                      <a16:creationId xmlns:a16="http://schemas.microsoft.com/office/drawing/2014/main" id="{E3364D2B-034F-4EF0-9039-95F98AF99823}"/>
                    </a:ext>
                  </a:extLst>
                </p:cNvPr>
                <p:cNvGrpSpPr/>
                <p:nvPr/>
              </p:nvGrpSpPr>
              <p:grpSpPr>
                <a:xfrm>
                  <a:off x="10485038" y="3101612"/>
                  <a:ext cx="87778" cy="48443"/>
                  <a:chOff x="10485038" y="3101612"/>
                  <a:chExt cx="87778" cy="48443"/>
                </a:xfrm>
                <a:solidFill>
                  <a:schemeClr val="accent1"/>
                </a:solidFill>
              </p:grpSpPr>
              <p:grpSp>
                <p:nvGrpSpPr>
                  <p:cNvPr id="2168" name="Graphique 15">
                    <a:extLst>
                      <a:ext uri="{FF2B5EF4-FFF2-40B4-BE49-F238E27FC236}">
                        <a16:creationId xmlns:a16="http://schemas.microsoft.com/office/drawing/2014/main" id="{B6E5FF65-F0A8-4BE2-9D8A-BF7C3074F9F0}"/>
                      </a:ext>
                    </a:extLst>
                  </p:cNvPr>
                  <p:cNvGrpSpPr/>
                  <p:nvPr/>
                </p:nvGrpSpPr>
                <p:grpSpPr>
                  <a:xfrm>
                    <a:off x="10485038" y="3114749"/>
                    <a:ext cx="28934" cy="35306"/>
                    <a:chOff x="10485038" y="3114749"/>
                    <a:chExt cx="28934" cy="35306"/>
                  </a:xfrm>
                  <a:solidFill>
                    <a:schemeClr val="accent1"/>
                  </a:solidFill>
                </p:grpSpPr>
                <p:sp>
                  <p:nvSpPr>
                    <p:cNvPr id="2169" name="Forme libre : forme 2168">
                      <a:extLst>
                        <a:ext uri="{FF2B5EF4-FFF2-40B4-BE49-F238E27FC236}">
                          <a16:creationId xmlns:a16="http://schemas.microsoft.com/office/drawing/2014/main" id="{6672EECF-C12A-45A6-BDBB-DFD2DBDF32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85038" y="3114749"/>
                      <a:ext cx="28934" cy="35306"/>
                    </a:xfrm>
                    <a:custGeom>
                      <a:avLst/>
                      <a:gdLst>
                        <a:gd name="connsiteX0" fmla="*/ 20865 w 28934"/>
                        <a:gd name="connsiteY0" fmla="*/ 1178 h 35306"/>
                        <a:gd name="connsiteX1" fmla="*/ 27246 w 28934"/>
                        <a:gd name="connsiteY1" fmla="*/ 23848 h 35306"/>
                        <a:gd name="connsiteX2" fmla="*/ 8006 w 28934"/>
                        <a:gd name="connsiteY2" fmla="*/ 34230 h 35306"/>
                        <a:gd name="connsiteX3" fmla="*/ 1338 w 28934"/>
                        <a:gd name="connsiteY3" fmla="*/ 11846 h 35306"/>
                        <a:gd name="connsiteX4" fmla="*/ 20865 w 28934"/>
                        <a:gd name="connsiteY4" fmla="*/ 1178 h 35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934" h="35306">
                          <a:moveTo>
                            <a:pt x="20865" y="1178"/>
                          </a:moveTo>
                          <a:cubicBezTo>
                            <a:pt x="28199" y="4702"/>
                            <a:pt x="31056" y="14799"/>
                            <a:pt x="27246" y="23848"/>
                          </a:cubicBezTo>
                          <a:cubicBezTo>
                            <a:pt x="23436" y="32896"/>
                            <a:pt x="14864" y="37564"/>
                            <a:pt x="8006" y="34230"/>
                          </a:cubicBezTo>
                          <a:cubicBezTo>
                            <a:pt x="1148" y="30706"/>
                            <a:pt x="-1995" y="21181"/>
                            <a:pt x="1338" y="11846"/>
                          </a:cubicBezTo>
                          <a:cubicBezTo>
                            <a:pt x="4672" y="2607"/>
                            <a:pt x="13530" y="-2441"/>
                            <a:pt x="20865" y="117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70" name="Forme libre : forme 2169">
                      <a:extLst>
                        <a:ext uri="{FF2B5EF4-FFF2-40B4-BE49-F238E27FC236}">
                          <a16:creationId xmlns:a16="http://schemas.microsoft.com/office/drawing/2014/main" id="{7CF98F28-0519-40F0-AF91-B1330FE971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87614" y="3114796"/>
                      <a:ext cx="26357" cy="35259"/>
                    </a:xfrm>
                    <a:custGeom>
                      <a:avLst/>
                      <a:gdLst>
                        <a:gd name="connsiteX0" fmla="*/ 12097 w 26357"/>
                        <a:gd name="connsiteY0" fmla="*/ 17704 h 35259"/>
                        <a:gd name="connsiteX1" fmla="*/ 0 w 26357"/>
                        <a:gd name="connsiteY1" fmla="*/ 28944 h 35259"/>
                        <a:gd name="connsiteX2" fmla="*/ 5429 w 26357"/>
                        <a:gd name="connsiteY2" fmla="*/ 34183 h 35259"/>
                        <a:gd name="connsiteX3" fmla="*/ 24670 w 26357"/>
                        <a:gd name="connsiteY3" fmla="*/ 23800 h 35259"/>
                        <a:gd name="connsiteX4" fmla="*/ 18288 w 26357"/>
                        <a:gd name="connsiteY4" fmla="*/ 1131 h 35259"/>
                        <a:gd name="connsiteX5" fmla="*/ 11049 w 26357"/>
                        <a:gd name="connsiteY5" fmla="*/ 178 h 35259"/>
                        <a:gd name="connsiteX6" fmla="*/ 12097 w 26357"/>
                        <a:gd name="connsiteY6" fmla="*/ 17704 h 35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357" h="35259">
                          <a:moveTo>
                            <a:pt x="12097" y="17704"/>
                          </a:moveTo>
                          <a:cubicBezTo>
                            <a:pt x="9620" y="23991"/>
                            <a:pt x="4953" y="27896"/>
                            <a:pt x="0" y="28944"/>
                          </a:cubicBezTo>
                          <a:cubicBezTo>
                            <a:pt x="1334" y="31135"/>
                            <a:pt x="3143" y="33135"/>
                            <a:pt x="5429" y="34183"/>
                          </a:cubicBezTo>
                          <a:cubicBezTo>
                            <a:pt x="12287" y="37516"/>
                            <a:pt x="20860" y="32849"/>
                            <a:pt x="24670" y="23800"/>
                          </a:cubicBezTo>
                          <a:cubicBezTo>
                            <a:pt x="28480" y="14752"/>
                            <a:pt x="25622" y="4655"/>
                            <a:pt x="18288" y="1131"/>
                          </a:cubicBezTo>
                          <a:cubicBezTo>
                            <a:pt x="15907" y="-12"/>
                            <a:pt x="13430" y="-203"/>
                            <a:pt x="11049" y="178"/>
                          </a:cubicBezTo>
                          <a:cubicBezTo>
                            <a:pt x="13907" y="5036"/>
                            <a:pt x="14478" y="11608"/>
                            <a:pt x="12097" y="1770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71" name="Forme libre : forme 2170">
                      <a:extLst>
                        <a:ext uri="{FF2B5EF4-FFF2-40B4-BE49-F238E27FC236}">
                          <a16:creationId xmlns:a16="http://schemas.microsoft.com/office/drawing/2014/main" id="{BD5676D7-F540-4E68-B899-5214969756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92756" y="3117686"/>
                      <a:ext cx="14003" cy="14674"/>
                    </a:xfrm>
                    <a:custGeom>
                      <a:avLst/>
                      <a:gdLst>
                        <a:gd name="connsiteX0" fmla="*/ 6955 w 14003"/>
                        <a:gd name="connsiteY0" fmla="*/ 50 h 14674"/>
                        <a:gd name="connsiteX1" fmla="*/ 14004 w 14003"/>
                        <a:gd name="connsiteY1" fmla="*/ 6528 h 14674"/>
                        <a:gd name="connsiteX2" fmla="*/ 6955 w 14003"/>
                        <a:gd name="connsiteY2" fmla="*/ 14624 h 14674"/>
                        <a:gd name="connsiteX3" fmla="*/ 2 w 14003"/>
                        <a:gd name="connsiteY3" fmla="*/ 8147 h 14674"/>
                        <a:gd name="connsiteX4" fmla="*/ 6955 w 14003"/>
                        <a:gd name="connsiteY4" fmla="*/ 50 h 14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03" h="14674">
                          <a:moveTo>
                            <a:pt x="6955" y="50"/>
                          </a:moveTo>
                          <a:cubicBezTo>
                            <a:pt x="10861" y="-426"/>
                            <a:pt x="14004" y="2527"/>
                            <a:pt x="14004" y="6528"/>
                          </a:cubicBezTo>
                          <a:cubicBezTo>
                            <a:pt x="14004" y="10528"/>
                            <a:pt x="10765" y="14147"/>
                            <a:pt x="6955" y="14624"/>
                          </a:cubicBezTo>
                          <a:cubicBezTo>
                            <a:pt x="3145" y="15100"/>
                            <a:pt x="97" y="12147"/>
                            <a:pt x="2" y="8147"/>
                          </a:cubicBezTo>
                          <a:cubicBezTo>
                            <a:pt x="-93" y="4241"/>
                            <a:pt x="3050" y="432"/>
                            <a:pt x="6955" y="5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72" name="Forme libre : forme 2171">
                      <a:extLst>
                        <a:ext uri="{FF2B5EF4-FFF2-40B4-BE49-F238E27FC236}">
                          <a16:creationId xmlns:a16="http://schemas.microsoft.com/office/drawing/2014/main" id="{972DE3A0-5BD2-4E2B-A91A-59FA7D0B02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91962" y="3125453"/>
                      <a:ext cx="4734" cy="5808"/>
                    </a:xfrm>
                    <a:custGeom>
                      <a:avLst/>
                      <a:gdLst>
                        <a:gd name="connsiteX0" fmla="*/ 3367 w 4734"/>
                        <a:gd name="connsiteY0" fmla="*/ 190 h 5808"/>
                        <a:gd name="connsiteX1" fmla="*/ 4511 w 4734"/>
                        <a:gd name="connsiteY1" fmla="*/ 3904 h 5808"/>
                        <a:gd name="connsiteX2" fmla="*/ 1367 w 4734"/>
                        <a:gd name="connsiteY2" fmla="*/ 5619 h 5808"/>
                        <a:gd name="connsiteX3" fmla="*/ 224 w 4734"/>
                        <a:gd name="connsiteY3" fmla="*/ 1904 h 5808"/>
                        <a:gd name="connsiteX4" fmla="*/ 3367 w 4734"/>
                        <a:gd name="connsiteY4" fmla="*/ 190 h 5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34" h="5808">
                          <a:moveTo>
                            <a:pt x="3367" y="190"/>
                          </a:moveTo>
                          <a:cubicBezTo>
                            <a:pt x="4511" y="761"/>
                            <a:pt x="5082" y="2476"/>
                            <a:pt x="4511" y="3904"/>
                          </a:cubicBezTo>
                          <a:cubicBezTo>
                            <a:pt x="3939" y="5429"/>
                            <a:pt x="2510" y="6191"/>
                            <a:pt x="1367" y="5619"/>
                          </a:cubicBezTo>
                          <a:cubicBezTo>
                            <a:pt x="224" y="5047"/>
                            <a:pt x="-347" y="3428"/>
                            <a:pt x="224" y="1904"/>
                          </a:cubicBezTo>
                          <a:cubicBezTo>
                            <a:pt x="796" y="380"/>
                            <a:pt x="2224" y="-382"/>
                            <a:pt x="3367" y="1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173" name="Graphique 15">
                    <a:extLst>
                      <a:ext uri="{FF2B5EF4-FFF2-40B4-BE49-F238E27FC236}">
                        <a16:creationId xmlns:a16="http://schemas.microsoft.com/office/drawing/2014/main" id="{2BCBC60A-3779-4E9E-999E-E7DCEFDE9C74}"/>
                      </a:ext>
                    </a:extLst>
                  </p:cNvPr>
                  <p:cNvGrpSpPr/>
                  <p:nvPr/>
                </p:nvGrpSpPr>
                <p:grpSpPr>
                  <a:xfrm>
                    <a:off x="10513676" y="3113095"/>
                    <a:ext cx="29698" cy="35142"/>
                    <a:chOff x="10513676" y="3113095"/>
                    <a:chExt cx="29698" cy="35142"/>
                  </a:xfrm>
                  <a:solidFill>
                    <a:schemeClr val="accent1"/>
                  </a:solidFill>
                </p:grpSpPr>
                <p:sp>
                  <p:nvSpPr>
                    <p:cNvPr id="2174" name="Forme libre : forme 2173">
                      <a:extLst>
                        <a:ext uri="{FF2B5EF4-FFF2-40B4-BE49-F238E27FC236}">
                          <a16:creationId xmlns:a16="http://schemas.microsoft.com/office/drawing/2014/main" id="{4CEADED1-EEF0-4246-A9DA-5C18A7F436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13676" y="3113095"/>
                      <a:ext cx="29624" cy="35142"/>
                    </a:xfrm>
                    <a:custGeom>
                      <a:avLst/>
                      <a:gdLst>
                        <a:gd name="connsiteX0" fmla="*/ 22040 w 29624"/>
                        <a:gd name="connsiteY0" fmla="*/ 1403 h 35142"/>
                        <a:gd name="connsiteX1" fmla="*/ 27564 w 29624"/>
                        <a:gd name="connsiteY1" fmla="*/ 24453 h 35142"/>
                        <a:gd name="connsiteX2" fmla="*/ 7657 w 29624"/>
                        <a:gd name="connsiteY2" fmla="*/ 33788 h 35142"/>
                        <a:gd name="connsiteX3" fmla="*/ 1656 w 29624"/>
                        <a:gd name="connsiteY3" fmla="*/ 11214 h 35142"/>
                        <a:gd name="connsiteX4" fmla="*/ 22040 w 29624"/>
                        <a:gd name="connsiteY4" fmla="*/ 1403 h 35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624" h="35142">
                          <a:moveTo>
                            <a:pt x="22040" y="1403"/>
                          </a:moveTo>
                          <a:cubicBezTo>
                            <a:pt x="29374" y="5308"/>
                            <a:pt x="31755" y="15595"/>
                            <a:pt x="27564" y="24453"/>
                          </a:cubicBezTo>
                          <a:cubicBezTo>
                            <a:pt x="23373" y="33312"/>
                            <a:pt x="14515" y="37503"/>
                            <a:pt x="7657" y="33788"/>
                          </a:cubicBezTo>
                          <a:cubicBezTo>
                            <a:pt x="704" y="30359"/>
                            <a:pt x="-2058" y="20358"/>
                            <a:pt x="1656" y="11214"/>
                          </a:cubicBezTo>
                          <a:cubicBezTo>
                            <a:pt x="5466" y="2355"/>
                            <a:pt x="14706" y="-2597"/>
                            <a:pt x="22040" y="140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75" name="Forme libre : forme 2174">
                      <a:extLst>
                        <a:ext uri="{FF2B5EF4-FFF2-40B4-BE49-F238E27FC236}">
                          <a16:creationId xmlns:a16="http://schemas.microsoft.com/office/drawing/2014/main" id="{13F63471-D90D-40B5-A26A-CF8337C82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16094" y="3113157"/>
                      <a:ext cx="27280" cy="35080"/>
                    </a:xfrm>
                    <a:custGeom>
                      <a:avLst/>
                      <a:gdLst>
                        <a:gd name="connsiteX0" fmla="*/ 12763 w 27280"/>
                        <a:gd name="connsiteY0" fmla="*/ 17629 h 35080"/>
                        <a:gd name="connsiteX1" fmla="*/ 0 w 27280"/>
                        <a:gd name="connsiteY1" fmla="*/ 28488 h 35080"/>
                        <a:gd name="connsiteX2" fmla="*/ 5334 w 27280"/>
                        <a:gd name="connsiteY2" fmla="*/ 33726 h 35080"/>
                        <a:gd name="connsiteX3" fmla="*/ 25241 w 27280"/>
                        <a:gd name="connsiteY3" fmla="*/ 24392 h 35080"/>
                        <a:gd name="connsiteX4" fmla="*/ 19717 w 27280"/>
                        <a:gd name="connsiteY4" fmla="*/ 1341 h 35080"/>
                        <a:gd name="connsiteX5" fmla="*/ 12382 w 27280"/>
                        <a:gd name="connsiteY5" fmla="*/ 198 h 35080"/>
                        <a:gd name="connsiteX6" fmla="*/ 12763 w 27280"/>
                        <a:gd name="connsiteY6" fmla="*/ 17629 h 35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280" h="35080">
                          <a:moveTo>
                            <a:pt x="12763" y="17629"/>
                          </a:moveTo>
                          <a:cubicBezTo>
                            <a:pt x="10096" y="23630"/>
                            <a:pt x="5143" y="27535"/>
                            <a:pt x="0" y="28488"/>
                          </a:cubicBezTo>
                          <a:cubicBezTo>
                            <a:pt x="1238" y="30774"/>
                            <a:pt x="3048" y="32583"/>
                            <a:pt x="5334" y="33726"/>
                          </a:cubicBezTo>
                          <a:cubicBezTo>
                            <a:pt x="12192" y="37441"/>
                            <a:pt x="21050" y="33250"/>
                            <a:pt x="25241" y="24392"/>
                          </a:cubicBezTo>
                          <a:cubicBezTo>
                            <a:pt x="29432" y="15534"/>
                            <a:pt x="26956" y="5247"/>
                            <a:pt x="19717" y="1341"/>
                          </a:cubicBezTo>
                          <a:cubicBezTo>
                            <a:pt x="17431" y="103"/>
                            <a:pt x="14954" y="-278"/>
                            <a:pt x="12382" y="198"/>
                          </a:cubicBezTo>
                          <a:cubicBezTo>
                            <a:pt x="15145" y="4866"/>
                            <a:pt x="15335" y="11628"/>
                            <a:pt x="12763" y="1762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76" name="Forme libre : forme 2175">
                      <a:extLst>
                        <a:ext uri="{FF2B5EF4-FFF2-40B4-BE49-F238E27FC236}">
                          <a16:creationId xmlns:a16="http://schemas.microsoft.com/office/drawing/2014/main" id="{CDA4CB45-0CD9-4181-9A74-9A46BF82E3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21902" y="3116004"/>
                      <a:ext cx="14298" cy="14600"/>
                    </a:xfrm>
                    <a:custGeom>
                      <a:avLst/>
                      <a:gdLst>
                        <a:gd name="connsiteX0" fmla="*/ 7432 w 14298"/>
                        <a:gd name="connsiteY0" fmla="*/ 18 h 14600"/>
                        <a:gd name="connsiteX1" fmla="*/ 14290 w 14298"/>
                        <a:gd name="connsiteY1" fmla="*/ 6876 h 14600"/>
                        <a:gd name="connsiteX2" fmla="*/ 6860 w 14298"/>
                        <a:gd name="connsiteY2" fmla="*/ 14591 h 14600"/>
                        <a:gd name="connsiteX3" fmla="*/ 2 w 14298"/>
                        <a:gd name="connsiteY3" fmla="*/ 8019 h 14600"/>
                        <a:gd name="connsiteX4" fmla="*/ 7432 w 14298"/>
                        <a:gd name="connsiteY4" fmla="*/ 18 h 14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98" h="14600">
                          <a:moveTo>
                            <a:pt x="7432" y="18"/>
                          </a:moveTo>
                          <a:cubicBezTo>
                            <a:pt x="11432" y="-268"/>
                            <a:pt x="14480" y="2875"/>
                            <a:pt x="14290" y="6876"/>
                          </a:cubicBezTo>
                          <a:cubicBezTo>
                            <a:pt x="14099" y="10877"/>
                            <a:pt x="10765" y="14401"/>
                            <a:pt x="6860" y="14591"/>
                          </a:cubicBezTo>
                          <a:cubicBezTo>
                            <a:pt x="3050" y="14782"/>
                            <a:pt x="-93" y="12019"/>
                            <a:pt x="2" y="8019"/>
                          </a:cubicBezTo>
                          <a:cubicBezTo>
                            <a:pt x="97" y="4019"/>
                            <a:pt x="3431" y="494"/>
                            <a:pt x="7432" y="1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77" name="Forme libre : forme 2176">
                      <a:extLst>
                        <a:ext uri="{FF2B5EF4-FFF2-40B4-BE49-F238E27FC236}">
                          <a16:creationId xmlns:a16="http://schemas.microsoft.com/office/drawing/2014/main" id="{31E7CC26-9F39-418B-A3F7-E796D54CDD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20900" y="3123643"/>
                      <a:ext cx="4948" cy="5770"/>
                    </a:xfrm>
                    <a:custGeom>
                      <a:avLst/>
                      <a:gdLst>
                        <a:gd name="connsiteX0" fmla="*/ 3671 w 4948"/>
                        <a:gd name="connsiteY0" fmla="*/ 190 h 5770"/>
                        <a:gd name="connsiteX1" fmla="*/ 4624 w 4948"/>
                        <a:gd name="connsiteY1" fmla="*/ 3904 h 5770"/>
                        <a:gd name="connsiteX2" fmla="*/ 1290 w 4948"/>
                        <a:gd name="connsiteY2" fmla="*/ 5619 h 5770"/>
                        <a:gd name="connsiteX3" fmla="*/ 242 w 4948"/>
                        <a:gd name="connsiteY3" fmla="*/ 1904 h 5770"/>
                        <a:gd name="connsiteX4" fmla="*/ 3671 w 4948"/>
                        <a:gd name="connsiteY4" fmla="*/ 190 h 5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48" h="5770">
                          <a:moveTo>
                            <a:pt x="3671" y="190"/>
                          </a:moveTo>
                          <a:cubicBezTo>
                            <a:pt x="4909" y="761"/>
                            <a:pt x="5290" y="2380"/>
                            <a:pt x="4624" y="3904"/>
                          </a:cubicBezTo>
                          <a:cubicBezTo>
                            <a:pt x="3957" y="5429"/>
                            <a:pt x="2528" y="6095"/>
                            <a:pt x="1290" y="5619"/>
                          </a:cubicBezTo>
                          <a:cubicBezTo>
                            <a:pt x="147" y="5047"/>
                            <a:pt x="-329" y="3428"/>
                            <a:pt x="242" y="1904"/>
                          </a:cubicBezTo>
                          <a:cubicBezTo>
                            <a:pt x="814" y="380"/>
                            <a:pt x="2528" y="-382"/>
                            <a:pt x="3671" y="1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178" name="Graphique 15">
                    <a:extLst>
                      <a:ext uri="{FF2B5EF4-FFF2-40B4-BE49-F238E27FC236}">
                        <a16:creationId xmlns:a16="http://schemas.microsoft.com/office/drawing/2014/main" id="{F82B8BD0-43A2-4FC8-B0F5-FEE11C004480}"/>
                      </a:ext>
                    </a:extLst>
                  </p:cNvPr>
                  <p:cNvGrpSpPr/>
                  <p:nvPr/>
                </p:nvGrpSpPr>
                <p:grpSpPr>
                  <a:xfrm>
                    <a:off x="10542309" y="3101612"/>
                    <a:ext cx="30507" cy="34963"/>
                    <a:chOff x="10542309" y="3101612"/>
                    <a:chExt cx="30507" cy="34963"/>
                  </a:xfrm>
                  <a:solidFill>
                    <a:schemeClr val="accent1"/>
                  </a:solidFill>
                </p:grpSpPr>
                <p:sp>
                  <p:nvSpPr>
                    <p:cNvPr id="2179" name="Forme libre : forme 2178">
                      <a:extLst>
                        <a:ext uri="{FF2B5EF4-FFF2-40B4-BE49-F238E27FC236}">
                          <a16:creationId xmlns:a16="http://schemas.microsoft.com/office/drawing/2014/main" id="{23D68F11-1553-46C7-B7E2-C4FFFE59B5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42309" y="3101612"/>
                      <a:ext cx="30507" cy="34922"/>
                    </a:xfrm>
                    <a:custGeom>
                      <a:avLst/>
                      <a:gdLst>
                        <a:gd name="connsiteX0" fmla="*/ 23030 w 30507"/>
                        <a:gd name="connsiteY0" fmla="*/ 1552 h 34922"/>
                        <a:gd name="connsiteX1" fmla="*/ 28173 w 30507"/>
                        <a:gd name="connsiteY1" fmla="*/ 24888 h 34922"/>
                        <a:gd name="connsiteX2" fmla="*/ 7409 w 30507"/>
                        <a:gd name="connsiteY2" fmla="*/ 33556 h 34922"/>
                        <a:gd name="connsiteX3" fmla="*/ 1980 w 30507"/>
                        <a:gd name="connsiteY3" fmla="*/ 10505 h 34922"/>
                        <a:gd name="connsiteX4" fmla="*/ 23030 w 30507"/>
                        <a:gd name="connsiteY4" fmla="*/ 1552 h 349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507" h="34922">
                          <a:moveTo>
                            <a:pt x="23030" y="1552"/>
                          </a:moveTo>
                          <a:cubicBezTo>
                            <a:pt x="30555" y="5457"/>
                            <a:pt x="32650" y="16315"/>
                            <a:pt x="28173" y="24888"/>
                          </a:cubicBezTo>
                          <a:cubicBezTo>
                            <a:pt x="23601" y="33651"/>
                            <a:pt x="14553" y="37080"/>
                            <a:pt x="7409" y="33556"/>
                          </a:cubicBezTo>
                          <a:cubicBezTo>
                            <a:pt x="360" y="29746"/>
                            <a:pt x="-2116" y="19459"/>
                            <a:pt x="1980" y="10505"/>
                          </a:cubicBezTo>
                          <a:cubicBezTo>
                            <a:pt x="5980" y="1552"/>
                            <a:pt x="15505" y="-2449"/>
                            <a:pt x="23030" y="155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80" name="Forme libre : forme 2179">
                      <a:extLst>
                        <a:ext uri="{FF2B5EF4-FFF2-40B4-BE49-F238E27FC236}">
                          <a16:creationId xmlns:a16="http://schemas.microsoft.com/office/drawing/2014/main" id="{F97D7D28-60A4-467E-BD0A-ABB4539BBD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44384" y="3101740"/>
                      <a:ext cx="28432" cy="34835"/>
                    </a:xfrm>
                    <a:custGeom>
                      <a:avLst/>
                      <a:gdLst>
                        <a:gd name="connsiteX0" fmla="*/ 13430 w 28432"/>
                        <a:gd name="connsiteY0" fmla="*/ 17425 h 34835"/>
                        <a:gd name="connsiteX1" fmla="*/ 0 w 28432"/>
                        <a:gd name="connsiteY1" fmla="*/ 27808 h 34835"/>
                        <a:gd name="connsiteX2" fmla="*/ 5334 w 28432"/>
                        <a:gd name="connsiteY2" fmla="*/ 33428 h 34835"/>
                        <a:gd name="connsiteX3" fmla="*/ 26098 w 28432"/>
                        <a:gd name="connsiteY3" fmla="*/ 24760 h 34835"/>
                        <a:gd name="connsiteX4" fmla="*/ 20955 w 28432"/>
                        <a:gd name="connsiteY4" fmla="*/ 1424 h 34835"/>
                        <a:gd name="connsiteX5" fmla="*/ 13430 w 28432"/>
                        <a:gd name="connsiteY5" fmla="*/ 90 h 34835"/>
                        <a:gd name="connsiteX6" fmla="*/ 13430 w 28432"/>
                        <a:gd name="connsiteY6" fmla="*/ 17425 h 34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432" h="34835">
                          <a:moveTo>
                            <a:pt x="13430" y="17425"/>
                          </a:moveTo>
                          <a:cubicBezTo>
                            <a:pt x="10477" y="23426"/>
                            <a:pt x="5239" y="27141"/>
                            <a:pt x="0" y="27808"/>
                          </a:cubicBezTo>
                          <a:cubicBezTo>
                            <a:pt x="1238" y="30189"/>
                            <a:pt x="3048" y="32189"/>
                            <a:pt x="5334" y="33428"/>
                          </a:cubicBezTo>
                          <a:cubicBezTo>
                            <a:pt x="12478" y="37047"/>
                            <a:pt x="21526" y="33523"/>
                            <a:pt x="26098" y="24760"/>
                          </a:cubicBezTo>
                          <a:cubicBezTo>
                            <a:pt x="30575" y="16187"/>
                            <a:pt x="28480" y="5329"/>
                            <a:pt x="20955" y="1424"/>
                          </a:cubicBezTo>
                          <a:cubicBezTo>
                            <a:pt x="18574" y="185"/>
                            <a:pt x="16002" y="-196"/>
                            <a:pt x="13430" y="90"/>
                          </a:cubicBezTo>
                          <a:cubicBezTo>
                            <a:pt x="16097" y="4948"/>
                            <a:pt x="16383" y="11425"/>
                            <a:pt x="13430" y="1742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81" name="Forme libre : forme 2180">
                      <a:extLst>
                        <a:ext uri="{FF2B5EF4-FFF2-40B4-BE49-F238E27FC236}">
                          <a16:creationId xmlns:a16="http://schemas.microsoft.com/office/drawing/2014/main" id="{BE38580D-57CA-4416-8975-2832120365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50842" y="3104488"/>
                      <a:ext cx="14800" cy="14494"/>
                    </a:xfrm>
                    <a:custGeom>
                      <a:avLst/>
                      <a:gdLst>
                        <a:gd name="connsiteX0" fmla="*/ 7829 w 14800"/>
                        <a:gd name="connsiteY0" fmla="*/ 8 h 14494"/>
                        <a:gd name="connsiteX1" fmla="*/ 14782 w 14800"/>
                        <a:gd name="connsiteY1" fmla="*/ 6866 h 14494"/>
                        <a:gd name="connsiteX2" fmla="*/ 6877 w 14800"/>
                        <a:gd name="connsiteY2" fmla="*/ 14487 h 14494"/>
                        <a:gd name="connsiteX3" fmla="*/ 19 w 14800"/>
                        <a:gd name="connsiteY3" fmla="*/ 7628 h 14494"/>
                        <a:gd name="connsiteX4" fmla="*/ 7829 w 14800"/>
                        <a:gd name="connsiteY4" fmla="*/ 8 h 14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00" h="14494">
                          <a:moveTo>
                            <a:pt x="7829" y="8"/>
                          </a:moveTo>
                          <a:cubicBezTo>
                            <a:pt x="11925" y="-182"/>
                            <a:pt x="15068" y="2866"/>
                            <a:pt x="14782" y="6866"/>
                          </a:cubicBezTo>
                          <a:cubicBezTo>
                            <a:pt x="14496" y="10867"/>
                            <a:pt x="10972" y="14296"/>
                            <a:pt x="6877" y="14487"/>
                          </a:cubicBezTo>
                          <a:cubicBezTo>
                            <a:pt x="2781" y="14677"/>
                            <a:pt x="-267" y="11629"/>
                            <a:pt x="19" y="7628"/>
                          </a:cubicBezTo>
                          <a:cubicBezTo>
                            <a:pt x="304" y="3628"/>
                            <a:pt x="3733" y="199"/>
                            <a:pt x="7829" y="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82" name="Forme libre : forme 2181">
                      <a:extLst>
                        <a:ext uri="{FF2B5EF4-FFF2-40B4-BE49-F238E27FC236}">
                          <a16:creationId xmlns:a16="http://schemas.microsoft.com/office/drawing/2014/main" id="{768FD2DE-4797-4F77-B8FB-8A9C6A80CE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49889" y="3111859"/>
                      <a:ext cx="5010" cy="5796"/>
                    </a:xfrm>
                    <a:custGeom>
                      <a:avLst/>
                      <a:gdLst>
                        <a:gd name="connsiteX0" fmla="*/ 3734 w 5010"/>
                        <a:gd name="connsiteY0" fmla="*/ 258 h 5796"/>
                        <a:gd name="connsiteX1" fmla="*/ 4686 w 5010"/>
                        <a:gd name="connsiteY1" fmla="*/ 4068 h 5796"/>
                        <a:gd name="connsiteX2" fmla="*/ 1257 w 5010"/>
                        <a:gd name="connsiteY2" fmla="*/ 5592 h 5796"/>
                        <a:gd name="connsiteX3" fmla="*/ 305 w 5010"/>
                        <a:gd name="connsiteY3" fmla="*/ 1782 h 5796"/>
                        <a:gd name="connsiteX4" fmla="*/ 3734 w 5010"/>
                        <a:gd name="connsiteY4" fmla="*/ 258 h 5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10" h="5796">
                          <a:moveTo>
                            <a:pt x="3734" y="258"/>
                          </a:moveTo>
                          <a:cubicBezTo>
                            <a:pt x="4972" y="925"/>
                            <a:pt x="5353" y="2544"/>
                            <a:pt x="4686" y="4068"/>
                          </a:cubicBezTo>
                          <a:cubicBezTo>
                            <a:pt x="4020" y="5497"/>
                            <a:pt x="2400" y="6164"/>
                            <a:pt x="1257" y="5592"/>
                          </a:cubicBezTo>
                          <a:cubicBezTo>
                            <a:pt x="114" y="5021"/>
                            <a:pt x="-362" y="3306"/>
                            <a:pt x="305" y="1782"/>
                          </a:cubicBezTo>
                          <a:cubicBezTo>
                            <a:pt x="972" y="258"/>
                            <a:pt x="2496" y="-409"/>
                            <a:pt x="3734" y="2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183" name="Graphique 15">
                  <a:extLst>
                    <a:ext uri="{FF2B5EF4-FFF2-40B4-BE49-F238E27FC236}">
                      <a16:creationId xmlns:a16="http://schemas.microsoft.com/office/drawing/2014/main" id="{48F508B1-45BA-4440-BC3D-395501C5F573}"/>
                    </a:ext>
                  </a:extLst>
                </p:cNvPr>
                <p:cNvGrpSpPr/>
                <p:nvPr/>
              </p:nvGrpSpPr>
              <p:grpSpPr>
                <a:xfrm>
                  <a:off x="10528429" y="2991007"/>
                  <a:ext cx="94328" cy="67499"/>
                  <a:chOff x="10528429" y="2991007"/>
                  <a:chExt cx="94328" cy="67499"/>
                </a:xfrm>
                <a:solidFill>
                  <a:schemeClr val="accent1"/>
                </a:solidFill>
              </p:grpSpPr>
              <p:grpSp>
                <p:nvGrpSpPr>
                  <p:cNvPr id="2184" name="Graphique 15">
                    <a:extLst>
                      <a:ext uri="{FF2B5EF4-FFF2-40B4-BE49-F238E27FC236}">
                        <a16:creationId xmlns:a16="http://schemas.microsoft.com/office/drawing/2014/main" id="{A7B2CD32-65AC-4AE6-A943-1D9F90889E80}"/>
                      </a:ext>
                    </a:extLst>
                  </p:cNvPr>
                  <p:cNvGrpSpPr/>
                  <p:nvPr/>
                </p:nvGrpSpPr>
                <p:grpSpPr>
                  <a:xfrm>
                    <a:off x="10528429" y="3023218"/>
                    <a:ext cx="33152" cy="35288"/>
                    <a:chOff x="10528429" y="3023218"/>
                    <a:chExt cx="33152" cy="35288"/>
                  </a:xfrm>
                  <a:solidFill>
                    <a:schemeClr val="accent1"/>
                  </a:solidFill>
                </p:grpSpPr>
                <p:sp>
                  <p:nvSpPr>
                    <p:cNvPr id="2185" name="Forme libre : forme 2184">
                      <a:extLst>
                        <a:ext uri="{FF2B5EF4-FFF2-40B4-BE49-F238E27FC236}">
                          <a16:creationId xmlns:a16="http://schemas.microsoft.com/office/drawing/2014/main" id="{BBA8AABF-E0CF-420F-B62E-72E98466EC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28429" y="3023218"/>
                      <a:ext cx="33152" cy="35288"/>
                    </a:xfrm>
                    <a:custGeom>
                      <a:avLst/>
                      <a:gdLst>
                        <a:gd name="connsiteX0" fmla="*/ 18145 w 33152"/>
                        <a:gd name="connsiteY0" fmla="*/ 31 h 35288"/>
                        <a:gd name="connsiteX1" fmla="*/ 33004 w 33152"/>
                        <a:gd name="connsiteY1" fmla="*/ 18985 h 35288"/>
                        <a:gd name="connsiteX2" fmla="*/ 14716 w 33152"/>
                        <a:gd name="connsiteY2" fmla="*/ 35273 h 35288"/>
                        <a:gd name="connsiteX3" fmla="*/ 48 w 33152"/>
                        <a:gd name="connsiteY3" fmla="*/ 16794 h 35288"/>
                        <a:gd name="connsiteX4" fmla="*/ 18145 w 33152"/>
                        <a:gd name="connsiteY4" fmla="*/ 31 h 35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152" h="35288">
                          <a:moveTo>
                            <a:pt x="18145" y="31"/>
                          </a:moveTo>
                          <a:cubicBezTo>
                            <a:pt x="27575" y="411"/>
                            <a:pt x="34243" y="9175"/>
                            <a:pt x="33004" y="18985"/>
                          </a:cubicBezTo>
                          <a:cubicBezTo>
                            <a:pt x="31766" y="28891"/>
                            <a:pt x="23575" y="35654"/>
                            <a:pt x="14716" y="35273"/>
                          </a:cubicBezTo>
                          <a:cubicBezTo>
                            <a:pt x="5763" y="34892"/>
                            <a:pt x="-619" y="26605"/>
                            <a:pt x="48" y="16794"/>
                          </a:cubicBezTo>
                          <a:cubicBezTo>
                            <a:pt x="715" y="6984"/>
                            <a:pt x="8716" y="-541"/>
                            <a:pt x="18145" y="3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86" name="Forme libre : forme 2185">
                      <a:extLst>
                        <a:ext uri="{FF2B5EF4-FFF2-40B4-BE49-F238E27FC236}">
                          <a16:creationId xmlns:a16="http://schemas.microsoft.com/office/drawing/2014/main" id="{8C959576-2FEA-49BA-B3EC-BC6C5E3B13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35239" y="3023219"/>
                      <a:ext cx="26246" cy="35286"/>
                    </a:xfrm>
                    <a:custGeom>
                      <a:avLst/>
                      <a:gdLst>
                        <a:gd name="connsiteX0" fmla="*/ 10001 w 26246"/>
                        <a:gd name="connsiteY0" fmla="*/ 17555 h 35286"/>
                        <a:gd name="connsiteX1" fmla="*/ 0 w 26246"/>
                        <a:gd name="connsiteY1" fmla="*/ 32509 h 35286"/>
                        <a:gd name="connsiteX2" fmla="*/ 7811 w 26246"/>
                        <a:gd name="connsiteY2" fmla="*/ 35272 h 35286"/>
                        <a:gd name="connsiteX3" fmla="*/ 26099 w 26246"/>
                        <a:gd name="connsiteY3" fmla="*/ 18984 h 35286"/>
                        <a:gd name="connsiteX4" fmla="*/ 11240 w 26246"/>
                        <a:gd name="connsiteY4" fmla="*/ 29 h 35286"/>
                        <a:gd name="connsiteX5" fmla="*/ 2953 w 26246"/>
                        <a:gd name="connsiteY5" fmla="*/ 1839 h 35286"/>
                        <a:gd name="connsiteX6" fmla="*/ 10001 w 26246"/>
                        <a:gd name="connsiteY6" fmla="*/ 17555 h 35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246" h="35286">
                          <a:moveTo>
                            <a:pt x="10001" y="17555"/>
                          </a:moveTo>
                          <a:cubicBezTo>
                            <a:pt x="9335" y="24223"/>
                            <a:pt x="5239" y="29747"/>
                            <a:pt x="0" y="32509"/>
                          </a:cubicBezTo>
                          <a:cubicBezTo>
                            <a:pt x="2191" y="34129"/>
                            <a:pt x="4858" y="35176"/>
                            <a:pt x="7811" y="35272"/>
                          </a:cubicBezTo>
                          <a:cubicBezTo>
                            <a:pt x="16764" y="35653"/>
                            <a:pt x="24860" y="28795"/>
                            <a:pt x="26099" y="18984"/>
                          </a:cubicBezTo>
                          <a:cubicBezTo>
                            <a:pt x="27337" y="9173"/>
                            <a:pt x="20669" y="410"/>
                            <a:pt x="11240" y="29"/>
                          </a:cubicBezTo>
                          <a:cubicBezTo>
                            <a:pt x="8287" y="-161"/>
                            <a:pt x="5429" y="601"/>
                            <a:pt x="2953" y="1839"/>
                          </a:cubicBezTo>
                          <a:cubicBezTo>
                            <a:pt x="7811" y="5173"/>
                            <a:pt x="10668" y="10983"/>
                            <a:pt x="10001" y="1755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87" name="Forme libre : forme 2186">
                      <a:extLst>
                        <a:ext uri="{FF2B5EF4-FFF2-40B4-BE49-F238E27FC236}">
                          <a16:creationId xmlns:a16="http://schemas.microsoft.com/office/drawing/2014/main" id="{D4C1BC8B-4236-4790-A605-C8E6A605A9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34850" y="3026392"/>
                      <a:ext cx="15810" cy="15065"/>
                    </a:xfrm>
                    <a:custGeom>
                      <a:avLst/>
                      <a:gdLst>
                        <a:gd name="connsiteX0" fmla="*/ 5438 w 15810"/>
                        <a:gd name="connsiteY0" fmla="*/ 761 h 15065"/>
                        <a:gd name="connsiteX1" fmla="*/ 15439 w 15810"/>
                        <a:gd name="connsiteY1" fmla="*/ 4190 h 15065"/>
                        <a:gd name="connsiteX2" fmla="*/ 10295 w 15810"/>
                        <a:gd name="connsiteY2" fmla="*/ 14287 h 15065"/>
                        <a:gd name="connsiteX3" fmla="*/ 389 w 15810"/>
                        <a:gd name="connsiteY3" fmla="*/ 10858 h 15065"/>
                        <a:gd name="connsiteX4" fmla="*/ 5438 w 15810"/>
                        <a:gd name="connsiteY4" fmla="*/ 761 h 15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10" h="15065">
                          <a:moveTo>
                            <a:pt x="5438" y="761"/>
                          </a:moveTo>
                          <a:cubicBezTo>
                            <a:pt x="9629" y="-1048"/>
                            <a:pt x="14105" y="476"/>
                            <a:pt x="15439" y="4190"/>
                          </a:cubicBezTo>
                          <a:cubicBezTo>
                            <a:pt x="16772" y="7905"/>
                            <a:pt x="14391" y="12382"/>
                            <a:pt x="10295" y="14287"/>
                          </a:cubicBezTo>
                          <a:cubicBezTo>
                            <a:pt x="6200" y="16097"/>
                            <a:pt x="1723" y="14668"/>
                            <a:pt x="389" y="10858"/>
                          </a:cubicBezTo>
                          <a:cubicBezTo>
                            <a:pt x="-944" y="7143"/>
                            <a:pt x="1247" y="2571"/>
                            <a:pt x="5438" y="76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88" name="Forme libre : forme 2187">
                      <a:extLst>
                        <a:ext uri="{FF2B5EF4-FFF2-40B4-BE49-F238E27FC236}">
                          <a16:creationId xmlns:a16="http://schemas.microsoft.com/office/drawing/2014/main" id="{4254C04E-5548-465D-84AA-1A5C18C159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35138" y="3036102"/>
                      <a:ext cx="5441" cy="5820"/>
                    </a:xfrm>
                    <a:custGeom>
                      <a:avLst/>
                      <a:gdLst>
                        <a:gd name="connsiteX0" fmla="*/ 2959 w 5441"/>
                        <a:gd name="connsiteY0" fmla="*/ 5 h 5820"/>
                        <a:gd name="connsiteX1" fmla="*/ 5435 w 5441"/>
                        <a:gd name="connsiteY1" fmla="*/ 3053 h 5820"/>
                        <a:gd name="connsiteX2" fmla="*/ 2482 w 5441"/>
                        <a:gd name="connsiteY2" fmla="*/ 5815 h 5820"/>
                        <a:gd name="connsiteX3" fmla="*/ 6 w 5441"/>
                        <a:gd name="connsiteY3" fmla="*/ 2767 h 5820"/>
                        <a:gd name="connsiteX4" fmla="*/ 2959 w 5441"/>
                        <a:gd name="connsiteY4" fmla="*/ 5 h 5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41" h="5820">
                          <a:moveTo>
                            <a:pt x="2959" y="5"/>
                          </a:moveTo>
                          <a:cubicBezTo>
                            <a:pt x="4483" y="100"/>
                            <a:pt x="5530" y="1434"/>
                            <a:pt x="5435" y="3053"/>
                          </a:cubicBezTo>
                          <a:cubicBezTo>
                            <a:pt x="5245" y="4672"/>
                            <a:pt x="3911" y="5911"/>
                            <a:pt x="2482" y="5815"/>
                          </a:cubicBezTo>
                          <a:cubicBezTo>
                            <a:pt x="958" y="5720"/>
                            <a:pt x="-89" y="4387"/>
                            <a:pt x="6" y="2767"/>
                          </a:cubicBezTo>
                          <a:cubicBezTo>
                            <a:pt x="101" y="1148"/>
                            <a:pt x="1435" y="-90"/>
                            <a:pt x="2959" y="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189" name="Graphique 15">
                    <a:extLst>
                      <a:ext uri="{FF2B5EF4-FFF2-40B4-BE49-F238E27FC236}">
                        <a16:creationId xmlns:a16="http://schemas.microsoft.com/office/drawing/2014/main" id="{FD6296CB-9995-41A2-9CB1-A19E4B29AD8C}"/>
                      </a:ext>
                    </a:extLst>
                  </p:cNvPr>
                  <p:cNvGrpSpPr/>
                  <p:nvPr/>
                </p:nvGrpSpPr>
                <p:grpSpPr>
                  <a:xfrm>
                    <a:off x="10559892" y="3011701"/>
                    <a:ext cx="34048" cy="35541"/>
                    <a:chOff x="10559892" y="3011701"/>
                    <a:chExt cx="34048" cy="35541"/>
                  </a:xfrm>
                  <a:solidFill>
                    <a:schemeClr val="accent1"/>
                  </a:solidFill>
                </p:grpSpPr>
                <p:sp>
                  <p:nvSpPr>
                    <p:cNvPr id="2190" name="Forme libre : forme 2189">
                      <a:extLst>
                        <a:ext uri="{FF2B5EF4-FFF2-40B4-BE49-F238E27FC236}">
                          <a16:creationId xmlns:a16="http://schemas.microsoft.com/office/drawing/2014/main" id="{527F8DF0-E716-4203-9767-9E7A86A411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59892" y="3011794"/>
                      <a:ext cx="34048" cy="35448"/>
                    </a:xfrm>
                    <a:custGeom>
                      <a:avLst/>
                      <a:gdLst>
                        <a:gd name="connsiteX0" fmla="*/ 19163 w 34048"/>
                        <a:gd name="connsiteY0" fmla="*/ 120 h 35448"/>
                        <a:gd name="connsiteX1" fmla="*/ 33831 w 34048"/>
                        <a:gd name="connsiteY1" fmla="*/ 19646 h 35448"/>
                        <a:gd name="connsiteX2" fmla="*/ 14495 w 34048"/>
                        <a:gd name="connsiteY2" fmla="*/ 35363 h 35448"/>
                        <a:gd name="connsiteX3" fmla="*/ 113 w 34048"/>
                        <a:gd name="connsiteY3" fmla="*/ 15932 h 35448"/>
                        <a:gd name="connsiteX4" fmla="*/ 19163 w 34048"/>
                        <a:gd name="connsiteY4" fmla="*/ 120 h 35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48" h="35448">
                          <a:moveTo>
                            <a:pt x="19163" y="120"/>
                          </a:moveTo>
                          <a:cubicBezTo>
                            <a:pt x="28688" y="1263"/>
                            <a:pt x="35355" y="10026"/>
                            <a:pt x="33831" y="19646"/>
                          </a:cubicBezTo>
                          <a:cubicBezTo>
                            <a:pt x="32307" y="29267"/>
                            <a:pt x="23639" y="36315"/>
                            <a:pt x="14495" y="35363"/>
                          </a:cubicBezTo>
                          <a:cubicBezTo>
                            <a:pt x="5447" y="34410"/>
                            <a:pt x="-935" y="25742"/>
                            <a:pt x="113" y="15932"/>
                          </a:cubicBezTo>
                          <a:cubicBezTo>
                            <a:pt x="1255" y="6121"/>
                            <a:pt x="9638" y="-1023"/>
                            <a:pt x="19163" y="1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91" name="Forme libre : forme 2190">
                      <a:extLst>
                        <a:ext uri="{FF2B5EF4-FFF2-40B4-BE49-F238E27FC236}">
                          <a16:creationId xmlns:a16="http://schemas.microsoft.com/office/drawing/2014/main" id="{49CFDF79-9BBA-432C-AAB7-C0DBC93E06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66577" y="3011701"/>
                      <a:ext cx="27363" cy="35446"/>
                    </a:xfrm>
                    <a:custGeom>
                      <a:avLst/>
                      <a:gdLst>
                        <a:gd name="connsiteX0" fmla="*/ 10668 w 27363"/>
                        <a:gd name="connsiteY0" fmla="*/ 17739 h 35446"/>
                        <a:gd name="connsiteX1" fmla="*/ 0 w 27363"/>
                        <a:gd name="connsiteY1" fmla="*/ 32122 h 35446"/>
                        <a:gd name="connsiteX2" fmla="*/ 7811 w 27363"/>
                        <a:gd name="connsiteY2" fmla="*/ 35360 h 35446"/>
                        <a:gd name="connsiteX3" fmla="*/ 27146 w 27363"/>
                        <a:gd name="connsiteY3" fmla="*/ 19644 h 35446"/>
                        <a:gd name="connsiteX4" fmla="*/ 12478 w 27363"/>
                        <a:gd name="connsiteY4" fmla="*/ 118 h 35446"/>
                        <a:gd name="connsiteX5" fmla="*/ 3905 w 27363"/>
                        <a:gd name="connsiteY5" fmla="*/ 1451 h 35446"/>
                        <a:gd name="connsiteX6" fmla="*/ 10668 w 27363"/>
                        <a:gd name="connsiteY6" fmla="*/ 17739 h 354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7363" h="35446">
                          <a:moveTo>
                            <a:pt x="10668" y="17739"/>
                          </a:moveTo>
                          <a:cubicBezTo>
                            <a:pt x="9811" y="24406"/>
                            <a:pt x="5524" y="29645"/>
                            <a:pt x="0" y="32122"/>
                          </a:cubicBezTo>
                          <a:cubicBezTo>
                            <a:pt x="2191" y="33836"/>
                            <a:pt x="4858" y="35074"/>
                            <a:pt x="7811" y="35360"/>
                          </a:cubicBezTo>
                          <a:cubicBezTo>
                            <a:pt x="16859" y="36313"/>
                            <a:pt x="25622" y="29264"/>
                            <a:pt x="27146" y="19644"/>
                          </a:cubicBezTo>
                          <a:cubicBezTo>
                            <a:pt x="28670" y="10024"/>
                            <a:pt x="22003" y="1165"/>
                            <a:pt x="12478" y="118"/>
                          </a:cubicBezTo>
                          <a:cubicBezTo>
                            <a:pt x="9430" y="-263"/>
                            <a:pt x="6572" y="308"/>
                            <a:pt x="3905" y="1451"/>
                          </a:cubicBezTo>
                          <a:cubicBezTo>
                            <a:pt x="8763" y="5166"/>
                            <a:pt x="11525" y="11167"/>
                            <a:pt x="10668" y="1773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92" name="Forme libre : forme 2191">
                      <a:extLst>
                        <a:ext uri="{FF2B5EF4-FFF2-40B4-BE49-F238E27FC236}">
                          <a16:creationId xmlns:a16="http://schemas.microsoft.com/office/drawing/2014/main" id="{617BDEAE-A940-47A3-B687-1ACE816F75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66821" y="3014844"/>
                      <a:ext cx="16171" cy="14999"/>
                    </a:xfrm>
                    <a:custGeom>
                      <a:avLst/>
                      <a:gdLst>
                        <a:gd name="connsiteX0" fmla="*/ 5756 w 16171"/>
                        <a:gd name="connsiteY0" fmla="*/ 594 h 14999"/>
                        <a:gd name="connsiteX1" fmla="*/ 15853 w 16171"/>
                        <a:gd name="connsiteY1" fmla="*/ 4594 h 14999"/>
                        <a:gd name="connsiteX2" fmla="*/ 10328 w 16171"/>
                        <a:gd name="connsiteY2" fmla="*/ 14405 h 14999"/>
                        <a:gd name="connsiteX3" fmla="*/ 327 w 16171"/>
                        <a:gd name="connsiteY3" fmla="*/ 10405 h 14999"/>
                        <a:gd name="connsiteX4" fmla="*/ 5756 w 16171"/>
                        <a:gd name="connsiteY4" fmla="*/ 594 h 14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71" h="14999">
                          <a:moveTo>
                            <a:pt x="5756" y="594"/>
                          </a:moveTo>
                          <a:cubicBezTo>
                            <a:pt x="10042" y="-1025"/>
                            <a:pt x="14614" y="784"/>
                            <a:pt x="15853" y="4594"/>
                          </a:cubicBezTo>
                          <a:cubicBezTo>
                            <a:pt x="17091" y="8404"/>
                            <a:pt x="14614" y="12786"/>
                            <a:pt x="10328" y="14405"/>
                          </a:cubicBezTo>
                          <a:cubicBezTo>
                            <a:pt x="6042" y="16024"/>
                            <a:pt x="1661" y="14215"/>
                            <a:pt x="327" y="10405"/>
                          </a:cubicBezTo>
                          <a:cubicBezTo>
                            <a:pt x="-911" y="6690"/>
                            <a:pt x="1470" y="2213"/>
                            <a:pt x="5756" y="5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93" name="Forme libre : forme 2192">
                      <a:extLst>
                        <a:ext uri="{FF2B5EF4-FFF2-40B4-BE49-F238E27FC236}">
                          <a16:creationId xmlns:a16="http://schemas.microsoft.com/office/drawing/2014/main" id="{FD53B3DD-7B78-4F2E-AA58-D10BB26C7A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66935" y="3024291"/>
                      <a:ext cx="5569" cy="5836"/>
                    </a:xfrm>
                    <a:custGeom>
                      <a:avLst/>
                      <a:gdLst>
                        <a:gd name="connsiteX0" fmla="*/ 3166 w 5569"/>
                        <a:gd name="connsiteY0" fmla="*/ 6 h 5836"/>
                        <a:gd name="connsiteX1" fmla="*/ 5547 w 5569"/>
                        <a:gd name="connsiteY1" fmla="*/ 3244 h 5836"/>
                        <a:gd name="connsiteX2" fmla="*/ 2404 w 5569"/>
                        <a:gd name="connsiteY2" fmla="*/ 5816 h 5836"/>
                        <a:gd name="connsiteX3" fmla="*/ 22 w 5569"/>
                        <a:gd name="connsiteY3" fmla="*/ 2577 h 5836"/>
                        <a:gd name="connsiteX4" fmla="*/ 3166 w 5569"/>
                        <a:gd name="connsiteY4" fmla="*/ 6 h 5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9" h="5836">
                          <a:moveTo>
                            <a:pt x="3166" y="6"/>
                          </a:moveTo>
                          <a:cubicBezTo>
                            <a:pt x="4690" y="196"/>
                            <a:pt x="5737" y="1625"/>
                            <a:pt x="5547" y="3244"/>
                          </a:cubicBezTo>
                          <a:cubicBezTo>
                            <a:pt x="5356" y="4863"/>
                            <a:pt x="3928" y="6006"/>
                            <a:pt x="2404" y="5816"/>
                          </a:cubicBezTo>
                          <a:cubicBezTo>
                            <a:pt x="880" y="5625"/>
                            <a:pt x="-168" y="4197"/>
                            <a:pt x="22" y="2577"/>
                          </a:cubicBezTo>
                          <a:cubicBezTo>
                            <a:pt x="213" y="1053"/>
                            <a:pt x="1546" y="-90"/>
                            <a:pt x="3166" y="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194" name="Graphique 15">
                    <a:extLst>
                      <a:ext uri="{FF2B5EF4-FFF2-40B4-BE49-F238E27FC236}">
                        <a16:creationId xmlns:a16="http://schemas.microsoft.com/office/drawing/2014/main" id="{22A35F00-73C3-42B5-876C-8BAB72974727}"/>
                      </a:ext>
                    </a:extLst>
                  </p:cNvPr>
                  <p:cNvGrpSpPr/>
                  <p:nvPr/>
                </p:nvGrpSpPr>
                <p:grpSpPr>
                  <a:xfrm>
                    <a:off x="10587477" y="2991007"/>
                    <a:ext cx="35280" cy="35604"/>
                    <a:chOff x="10587477" y="2991007"/>
                    <a:chExt cx="35280" cy="35604"/>
                  </a:xfrm>
                  <a:solidFill>
                    <a:schemeClr val="accent1"/>
                  </a:solidFill>
                </p:grpSpPr>
                <p:sp>
                  <p:nvSpPr>
                    <p:cNvPr id="2195" name="Forme libre : forme 2194">
                      <a:extLst>
                        <a:ext uri="{FF2B5EF4-FFF2-40B4-BE49-F238E27FC236}">
                          <a16:creationId xmlns:a16="http://schemas.microsoft.com/office/drawing/2014/main" id="{3C20FF76-D1D4-41DD-AA41-9C61901974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87477" y="2991007"/>
                      <a:ext cx="35185" cy="35604"/>
                    </a:xfrm>
                    <a:custGeom>
                      <a:avLst/>
                      <a:gdLst>
                        <a:gd name="connsiteX0" fmla="*/ 20152 w 35185"/>
                        <a:gd name="connsiteY0" fmla="*/ 143 h 35604"/>
                        <a:gd name="connsiteX1" fmla="*/ 34916 w 35185"/>
                        <a:gd name="connsiteY1" fmla="*/ 20621 h 35604"/>
                        <a:gd name="connsiteX2" fmla="*/ 14818 w 35185"/>
                        <a:gd name="connsiteY2" fmla="*/ 35385 h 35604"/>
                        <a:gd name="connsiteX3" fmla="*/ 150 w 35185"/>
                        <a:gd name="connsiteY3" fmla="*/ 15668 h 35604"/>
                        <a:gd name="connsiteX4" fmla="*/ 20152 w 35185"/>
                        <a:gd name="connsiteY4" fmla="*/ 143 h 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85" h="35604">
                          <a:moveTo>
                            <a:pt x="20152" y="143"/>
                          </a:moveTo>
                          <a:cubicBezTo>
                            <a:pt x="29963" y="1571"/>
                            <a:pt x="36631" y="11001"/>
                            <a:pt x="34916" y="20621"/>
                          </a:cubicBezTo>
                          <a:cubicBezTo>
                            <a:pt x="33202" y="30337"/>
                            <a:pt x="24153" y="36909"/>
                            <a:pt x="14818" y="35385"/>
                          </a:cubicBezTo>
                          <a:cubicBezTo>
                            <a:pt x="5484" y="33956"/>
                            <a:pt x="-1088" y="25479"/>
                            <a:pt x="150" y="15668"/>
                          </a:cubicBezTo>
                          <a:cubicBezTo>
                            <a:pt x="1388" y="5858"/>
                            <a:pt x="10246" y="-1096"/>
                            <a:pt x="20152" y="14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96" name="Forme libre : forme 2195">
                      <a:extLst>
                        <a:ext uri="{FF2B5EF4-FFF2-40B4-BE49-F238E27FC236}">
                          <a16:creationId xmlns:a16="http://schemas.microsoft.com/office/drawing/2014/main" id="{C5E59AA1-6902-45EC-9FAB-624ADAB70E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94295" y="2991020"/>
                      <a:ext cx="28462" cy="35591"/>
                    </a:xfrm>
                    <a:custGeom>
                      <a:avLst/>
                      <a:gdLst>
                        <a:gd name="connsiteX0" fmla="*/ 11239 w 28462"/>
                        <a:gd name="connsiteY0" fmla="*/ 17655 h 35591"/>
                        <a:gd name="connsiteX1" fmla="*/ 0 w 28462"/>
                        <a:gd name="connsiteY1" fmla="*/ 31847 h 35591"/>
                        <a:gd name="connsiteX2" fmla="*/ 8096 w 28462"/>
                        <a:gd name="connsiteY2" fmla="*/ 35372 h 35591"/>
                        <a:gd name="connsiteX3" fmla="*/ 28194 w 28462"/>
                        <a:gd name="connsiteY3" fmla="*/ 20608 h 35591"/>
                        <a:gd name="connsiteX4" fmla="*/ 13430 w 28462"/>
                        <a:gd name="connsiteY4" fmla="*/ 129 h 35591"/>
                        <a:gd name="connsiteX5" fmla="*/ 4572 w 28462"/>
                        <a:gd name="connsiteY5" fmla="*/ 1367 h 35591"/>
                        <a:gd name="connsiteX6" fmla="*/ 11239 w 28462"/>
                        <a:gd name="connsiteY6" fmla="*/ 17655 h 35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462" h="35591">
                          <a:moveTo>
                            <a:pt x="11239" y="17655"/>
                          </a:moveTo>
                          <a:cubicBezTo>
                            <a:pt x="10192" y="24323"/>
                            <a:pt x="5715" y="29371"/>
                            <a:pt x="0" y="31847"/>
                          </a:cubicBezTo>
                          <a:cubicBezTo>
                            <a:pt x="2286" y="33562"/>
                            <a:pt x="5048" y="34895"/>
                            <a:pt x="8096" y="35372"/>
                          </a:cubicBezTo>
                          <a:cubicBezTo>
                            <a:pt x="17431" y="36896"/>
                            <a:pt x="26479" y="30323"/>
                            <a:pt x="28194" y="20608"/>
                          </a:cubicBezTo>
                          <a:cubicBezTo>
                            <a:pt x="29908" y="10988"/>
                            <a:pt x="23241" y="1558"/>
                            <a:pt x="13430" y="129"/>
                          </a:cubicBezTo>
                          <a:cubicBezTo>
                            <a:pt x="10287" y="-252"/>
                            <a:pt x="7239" y="224"/>
                            <a:pt x="4572" y="1367"/>
                          </a:cubicBezTo>
                          <a:cubicBezTo>
                            <a:pt x="9430" y="5082"/>
                            <a:pt x="12192" y="11083"/>
                            <a:pt x="11239" y="1765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97" name="Forme libre : forme 2196">
                      <a:extLst>
                        <a:ext uri="{FF2B5EF4-FFF2-40B4-BE49-F238E27FC236}">
                          <a16:creationId xmlns:a16="http://schemas.microsoft.com/office/drawing/2014/main" id="{EF3E35F7-0502-419D-9D3B-23F852EE0D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94792" y="2994136"/>
                      <a:ext cx="16856" cy="14981"/>
                    </a:xfrm>
                    <a:custGeom>
                      <a:avLst/>
                      <a:gdLst>
                        <a:gd name="connsiteX0" fmla="*/ 6075 w 16856"/>
                        <a:gd name="connsiteY0" fmla="*/ 537 h 14981"/>
                        <a:gd name="connsiteX1" fmla="*/ 16552 w 16856"/>
                        <a:gd name="connsiteY1" fmla="*/ 4823 h 14981"/>
                        <a:gd name="connsiteX2" fmla="*/ 10742 w 16856"/>
                        <a:gd name="connsiteY2" fmla="*/ 14444 h 14981"/>
                        <a:gd name="connsiteX3" fmla="*/ 360 w 16856"/>
                        <a:gd name="connsiteY3" fmla="*/ 10253 h 14981"/>
                        <a:gd name="connsiteX4" fmla="*/ 6075 w 16856"/>
                        <a:gd name="connsiteY4" fmla="*/ 537 h 14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56" h="14981">
                          <a:moveTo>
                            <a:pt x="6075" y="537"/>
                          </a:moveTo>
                          <a:cubicBezTo>
                            <a:pt x="10552" y="-987"/>
                            <a:pt x="15314" y="823"/>
                            <a:pt x="16552" y="4823"/>
                          </a:cubicBezTo>
                          <a:cubicBezTo>
                            <a:pt x="17790" y="8729"/>
                            <a:pt x="15124" y="13110"/>
                            <a:pt x="10742" y="14444"/>
                          </a:cubicBezTo>
                          <a:cubicBezTo>
                            <a:pt x="6265" y="15968"/>
                            <a:pt x="1694" y="14158"/>
                            <a:pt x="360" y="10253"/>
                          </a:cubicBezTo>
                          <a:cubicBezTo>
                            <a:pt x="-974" y="6443"/>
                            <a:pt x="1503" y="2061"/>
                            <a:pt x="6075" y="53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198" name="Forme libre : forme 2197">
                      <a:extLst>
                        <a:ext uri="{FF2B5EF4-FFF2-40B4-BE49-F238E27FC236}">
                          <a16:creationId xmlns:a16="http://schemas.microsoft.com/office/drawing/2014/main" id="{8E901081-0687-494D-BF5B-CB552B96E6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94845" y="3003416"/>
                      <a:ext cx="5758" cy="5851"/>
                    </a:xfrm>
                    <a:custGeom>
                      <a:avLst/>
                      <a:gdLst>
                        <a:gd name="connsiteX0" fmla="*/ 3259 w 5758"/>
                        <a:gd name="connsiteY0" fmla="*/ 21 h 5851"/>
                        <a:gd name="connsiteX1" fmla="*/ 5736 w 5758"/>
                        <a:gd name="connsiteY1" fmla="*/ 3259 h 5851"/>
                        <a:gd name="connsiteX2" fmla="*/ 2497 w 5758"/>
                        <a:gd name="connsiteY2" fmla="*/ 5831 h 5851"/>
                        <a:gd name="connsiteX3" fmla="*/ 21 w 5758"/>
                        <a:gd name="connsiteY3" fmla="*/ 2593 h 5851"/>
                        <a:gd name="connsiteX4" fmla="*/ 3259 w 5758"/>
                        <a:gd name="connsiteY4" fmla="*/ 21 h 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58" h="5851">
                          <a:moveTo>
                            <a:pt x="3259" y="21"/>
                          </a:moveTo>
                          <a:cubicBezTo>
                            <a:pt x="4879" y="211"/>
                            <a:pt x="5926" y="1640"/>
                            <a:pt x="5736" y="3259"/>
                          </a:cubicBezTo>
                          <a:cubicBezTo>
                            <a:pt x="5545" y="4878"/>
                            <a:pt x="4021" y="6022"/>
                            <a:pt x="2497" y="5831"/>
                          </a:cubicBezTo>
                          <a:cubicBezTo>
                            <a:pt x="973" y="5640"/>
                            <a:pt x="-170" y="4212"/>
                            <a:pt x="21" y="2593"/>
                          </a:cubicBezTo>
                          <a:cubicBezTo>
                            <a:pt x="211" y="973"/>
                            <a:pt x="1640" y="-170"/>
                            <a:pt x="3259" y="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199" name="Graphique 15">
                  <a:extLst>
                    <a:ext uri="{FF2B5EF4-FFF2-40B4-BE49-F238E27FC236}">
                      <a16:creationId xmlns:a16="http://schemas.microsoft.com/office/drawing/2014/main" id="{BAC160E2-2522-4FAA-BD8D-9DBD12A96B42}"/>
                    </a:ext>
                  </a:extLst>
                </p:cNvPr>
                <p:cNvGrpSpPr/>
                <p:nvPr/>
              </p:nvGrpSpPr>
              <p:grpSpPr>
                <a:xfrm>
                  <a:off x="10518189" y="2871683"/>
                  <a:ext cx="103707" cy="69093"/>
                  <a:chOff x="10518189" y="2871683"/>
                  <a:chExt cx="103707" cy="69093"/>
                </a:xfrm>
                <a:solidFill>
                  <a:schemeClr val="accent1"/>
                </a:solidFill>
              </p:grpSpPr>
              <p:grpSp>
                <p:nvGrpSpPr>
                  <p:cNvPr id="2200" name="Graphique 15">
                    <a:extLst>
                      <a:ext uri="{FF2B5EF4-FFF2-40B4-BE49-F238E27FC236}">
                        <a16:creationId xmlns:a16="http://schemas.microsoft.com/office/drawing/2014/main" id="{0E324F97-1C89-4C10-AC70-ED6F30DF4360}"/>
                      </a:ext>
                    </a:extLst>
                  </p:cNvPr>
                  <p:cNvGrpSpPr/>
                  <p:nvPr/>
                </p:nvGrpSpPr>
                <p:grpSpPr>
                  <a:xfrm>
                    <a:off x="10518189" y="2905118"/>
                    <a:ext cx="37739" cy="35659"/>
                    <a:chOff x="10518189" y="2905118"/>
                    <a:chExt cx="37739" cy="35659"/>
                  </a:xfrm>
                  <a:solidFill>
                    <a:schemeClr val="accent1"/>
                  </a:solidFill>
                </p:grpSpPr>
                <p:sp>
                  <p:nvSpPr>
                    <p:cNvPr id="2201" name="Forme libre : forme 2200">
                      <a:extLst>
                        <a:ext uri="{FF2B5EF4-FFF2-40B4-BE49-F238E27FC236}">
                          <a16:creationId xmlns:a16="http://schemas.microsoft.com/office/drawing/2014/main" id="{651968A1-3A6E-4AB9-8CBD-8A00356B4D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18189" y="2905118"/>
                      <a:ext cx="37739" cy="35659"/>
                    </a:xfrm>
                    <a:custGeom>
                      <a:avLst/>
                      <a:gdLst>
                        <a:gd name="connsiteX0" fmla="*/ 19146 w 37739"/>
                        <a:gd name="connsiteY0" fmla="*/ 21 h 35659"/>
                        <a:gd name="connsiteX1" fmla="*/ 37720 w 37739"/>
                        <a:gd name="connsiteY1" fmla="*/ 18976 h 35659"/>
                        <a:gd name="connsiteX2" fmla="*/ 18384 w 37739"/>
                        <a:gd name="connsiteY2" fmla="*/ 35644 h 35659"/>
                        <a:gd name="connsiteX3" fmla="*/ 1 w 37739"/>
                        <a:gd name="connsiteY3" fmla="*/ 17261 h 35659"/>
                        <a:gd name="connsiteX4" fmla="*/ 19146 w 37739"/>
                        <a:gd name="connsiteY4" fmla="*/ 21 h 35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739" h="35659">
                          <a:moveTo>
                            <a:pt x="19146" y="21"/>
                          </a:moveTo>
                          <a:cubicBezTo>
                            <a:pt x="29909" y="307"/>
                            <a:pt x="38196" y="9070"/>
                            <a:pt x="37720" y="18976"/>
                          </a:cubicBezTo>
                          <a:cubicBezTo>
                            <a:pt x="37243" y="28977"/>
                            <a:pt x="28576" y="36025"/>
                            <a:pt x="18384" y="35644"/>
                          </a:cubicBezTo>
                          <a:cubicBezTo>
                            <a:pt x="8192" y="35359"/>
                            <a:pt x="1" y="27167"/>
                            <a:pt x="1" y="17261"/>
                          </a:cubicBezTo>
                          <a:cubicBezTo>
                            <a:pt x="-95" y="7260"/>
                            <a:pt x="8383" y="-455"/>
                            <a:pt x="19146" y="2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02" name="Forme libre : forme 2201">
                      <a:extLst>
                        <a:ext uri="{FF2B5EF4-FFF2-40B4-BE49-F238E27FC236}">
                          <a16:creationId xmlns:a16="http://schemas.microsoft.com/office/drawing/2014/main" id="{CF0431E5-AFA8-4444-B02C-D2CED9A6F2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27334" y="2905131"/>
                      <a:ext cx="28499" cy="35646"/>
                    </a:xfrm>
                    <a:custGeom>
                      <a:avLst/>
                      <a:gdLst>
                        <a:gd name="connsiteX0" fmla="*/ 10001 w 28499"/>
                        <a:gd name="connsiteY0" fmla="*/ 17725 h 35646"/>
                        <a:gd name="connsiteX1" fmla="*/ 0 w 28499"/>
                        <a:gd name="connsiteY1" fmla="*/ 32964 h 35646"/>
                        <a:gd name="connsiteX2" fmla="*/ 9144 w 28499"/>
                        <a:gd name="connsiteY2" fmla="*/ 35631 h 35646"/>
                        <a:gd name="connsiteX3" fmla="*/ 28480 w 28499"/>
                        <a:gd name="connsiteY3" fmla="*/ 18963 h 35646"/>
                        <a:gd name="connsiteX4" fmla="*/ 9906 w 28499"/>
                        <a:gd name="connsiteY4" fmla="*/ 8 h 35646"/>
                        <a:gd name="connsiteX5" fmla="*/ 571 w 28499"/>
                        <a:gd name="connsiteY5" fmla="*/ 2008 h 35646"/>
                        <a:gd name="connsiteX6" fmla="*/ 10001 w 28499"/>
                        <a:gd name="connsiteY6" fmla="*/ 17725 h 35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499" h="35646">
                          <a:moveTo>
                            <a:pt x="10001" y="17725"/>
                          </a:moveTo>
                          <a:cubicBezTo>
                            <a:pt x="9811" y="24392"/>
                            <a:pt x="5715" y="30012"/>
                            <a:pt x="0" y="32964"/>
                          </a:cubicBezTo>
                          <a:cubicBezTo>
                            <a:pt x="2667" y="34584"/>
                            <a:pt x="5810" y="35536"/>
                            <a:pt x="9144" y="35631"/>
                          </a:cubicBezTo>
                          <a:cubicBezTo>
                            <a:pt x="19336" y="36012"/>
                            <a:pt x="28004" y="28964"/>
                            <a:pt x="28480" y="18963"/>
                          </a:cubicBezTo>
                          <a:cubicBezTo>
                            <a:pt x="28956" y="9057"/>
                            <a:pt x="20669" y="198"/>
                            <a:pt x="9906" y="8"/>
                          </a:cubicBezTo>
                          <a:cubicBezTo>
                            <a:pt x="6477" y="-87"/>
                            <a:pt x="3334" y="675"/>
                            <a:pt x="571" y="2008"/>
                          </a:cubicBezTo>
                          <a:cubicBezTo>
                            <a:pt x="6382" y="5247"/>
                            <a:pt x="10192" y="11057"/>
                            <a:pt x="10001" y="1772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03" name="Forme libre : forme 2202">
                      <a:extLst>
                        <a:ext uri="{FF2B5EF4-FFF2-40B4-BE49-F238E27FC236}">
                          <a16:creationId xmlns:a16="http://schemas.microsoft.com/office/drawing/2014/main" id="{9C0955D1-DA4A-4E06-BA81-8017F2AC7D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24971" y="2908299"/>
                      <a:ext cx="17895" cy="15303"/>
                    </a:xfrm>
                    <a:custGeom>
                      <a:avLst/>
                      <a:gdLst>
                        <a:gd name="connsiteX0" fmla="*/ 5506 w 17895"/>
                        <a:gd name="connsiteY0" fmla="*/ 840 h 15303"/>
                        <a:gd name="connsiteX1" fmla="*/ 17221 w 17895"/>
                        <a:gd name="connsiteY1" fmla="*/ 4174 h 15303"/>
                        <a:gd name="connsiteX2" fmla="*/ 12269 w 17895"/>
                        <a:gd name="connsiteY2" fmla="*/ 14461 h 15303"/>
                        <a:gd name="connsiteX3" fmla="*/ 648 w 17895"/>
                        <a:gd name="connsiteY3" fmla="*/ 11222 h 15303"/>
                        <a:gd name="connsiteX4" fmla="*/ 5506 w 17895"/>
                        <a:gd name="connsiteY4" fmla="*/ 840 h 15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95" h="15303">
                          <a:moveTo>
                            <a:pt x="5506" y="840"/>
                          </a:moveTo>
                          <a:cubicBezTo>
                            <a:pt x="10078" y="-1065"/>
                            <a:pt x="15412" y="364"/>
                            <a:pt x="17221" y="4174"/>
                          </a:cubicBezTo>
                          <a:cubicBezTo>
                            <a:pt x="19127" y="7889"/>
                            <a:pt x="16840" y="12461"/>
                            <a:pt x="12269" y="14461"/>
                          </a:cubicBezTo>
                          <a:cubicBezTo>
                            <a:pt x="7696" y="16366"/>
                            <a:pt x="2553" y="14937"/>
                            <a:pt x="648" y="11222"/>
                          </a:cubicBezTo>
                          <a:cubicBezTo>
                            <a:pt x="-1162" y="7412"/>
                            <a:pt x="934" y="2840"/>
                            <a:pt x="5506" y="8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04" name="Forme libre : forme 2203">
                      <a:extLst>
                        <a:ext uri="{FF2B5EF4-FFF2-40B4-BE49-F238E27FC236}">
                          <a16:creationId xmlns:a16="http://schemas.microsoft.com/office/drawing/2014/main" id="{73AC05FA-D991-43DF-895C-B94BEDB4B7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25619" y="2918188"/>
                      <a:ext cx="6195" cy="5905"/>
                    </a:xfrm>
                    <a:custGeom>
                      <a:avLst/>
                      <a:gdLst>
                        <a:gd name="connsiteX0" fmla="*/ 3143 w 6195"/>
                        <a:gd name="connsiteY0" fmla="*/ 0 h 5905"/>
                        <a:gd name="connsiteX1" fmla="*/ 6191 w 6195"/>
                        <a:gd name="connsiteY1" fmla="*/ 3048 h 5905"/>
                        <a:gd name="connsiteX2" fmla="*/ 3048 w 6195"/>
                        <a:gd name="connsiteY2" fmla="*/ 5905 h 5905"/>
                        <a:gd name="connsiteX3" fmla="*/ 0 w 6195"/>
                        <a:gd name="connsiteY3" fmla="*/ 2858 h 5905"/>
                        <a:gd name="connsiteX4" fmla="*/ 3143 w 6195"/>
                        <a:gd name="connsiteY4" fmla="*/ 0 h 5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5" h="5905">
                          <a:moveTo>
                            <a:pt x="3143" y="0"/>
                          </a:moveTo>
                          <a:cubicBezTo>
                            <a:pt x="4858" y="95"/>
                            <a:pt x="6286" y="1429"/>
                            <a:pt x="6191" y="3048"/>
                          </a:cubicBezTo>
                          <a:cubicBezTo>
                            <a:pt x="6191" y="4667"/>
                            <a:pt x="4763" y="5905"/>
                            <a:pt x="3048" y="5905"/>
                          </a:cubicBezTo>
                          <a:cubicBezTo>
                            <a:pt x="1333" y="5905"/>
                            <a:pt x="0" y="4477"/>
                            <a:pt x="0" y="2858"/>
                          </a:cubicBezTo>
                          <a:cubicBezTo>
                            <a:pt x="0" y="1238"/>
                            <a:pt x="1429" y="0"/>
                            <a:pt x="3143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205" name="Graphique 15">
                    <a:extLst>
                      <a:ext uri="{FF2B5EF4-FFF2-40B4-BE49-F238E27FC236}">
                        <a16:creationId xmlns:a16="http://schemas.microsoft.com/office/drawing/2014/main" id="{8389BE29-FBCD-4903-B297-9774A83284E9}"/>
                      </a:ext>
                    </a:extLst>
                  </p:cNvPr>
                  <p:cNvGrpSpPr/>
                  <p:nvPr/>
                </p:nvGrpSpPr>
                <p:grpSpPr>
                  <a:xfrm>
                    <a:off x="10553038" y="2893148"/>
                    <a:ext cx="38637" cy="35872"/>
                    <a:chOff x="10553038" y="2893148"/>
                    <a:chExt cx="38637" cy="35872"/>
                  </a:xfrm>
                  <a:solidFill>
                    <a:schemeClr val="accent1"/>
                  </a:solidFill>
                </p:grpSpPr>
                <p:sp>
                  <p:nvSpPr>
                    <p:cNvPr id="2206" name="Forme libre : forme 2205">
                      <a:extLst>
                        <a:ext uri="{FF2B5EF4-FFF2-40B4-BE49-F238E27FC236}">
                          <a16:creationId xmlns:a16="http://schemas.microsoft.com/office/drawing/2014/main" id="{162B73B6-6FE2-498D-B6A4-4DFABE983C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53038" y="2893148"/>
                      <a:ext cx="38554" cy="35872"/>
                    </a:xfrm>
                    <a:custGeom>
                      <a:avLst/>
                      <a:gdLst>
                        <a:gd name="connsiteX0" fmla="*/ 20111 w 38554"/>
                        <a:gd name="connsiteY0" fmla="*/ 84 h 35872"/>
                        <a:gd name="connsiteX1" fmla="*/ 38494 w 38554"/>
                        <a:gd name="connsiteY1" fmla="*/ 19706 h 35872"/>
                        <a:gd name="connsiteX2" fmla="*/ 18111 w 38554"/>
                        <a:gd name="connsiteY2" fmla="*/ 35803 h 35872"/>
                        <a:gd name="connsiteX3" fmla="*/ 13 w 38554"/>
                        <a:gd name="connsiteY3" fmla="*/ 16372 h 35872"/>
                        <a:gd name="connsiteX4" fmla="*/ 20111 w 38554"/>
                        <a:gd name="connsiteY4" fmla="*/ 84 h 35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554" h="35872">
                          <a:moveTo>
                            <a:pt x="20111" y="84"/>
                          </a:moveTo>
                          <a:cubicBezTo>
                            <a:pt x="30969" y="1037"/>
                            <a:pt x="39351" y="9895"/>
                            <a:pt x="38494" y="19706"/>
                          </a:cubicBezTo>
                          <a:cubicBezTo>
                            <a:pt x="37732" y="29516"/>
                            <a:pt x="28493" y="36660"/>
                            <a:pt x="18111" y="35803"/>
                          </a:cubicBezTo>
                          <a:cubicBezTo>
                            <a:pt x="7728" y="34946"/>
                            <a:pt x="-368" y="26278"/>
                            <a:pt x="13" y="16372"/>
                          </a:cubicBezTo>
                          <a:cubicBezTo>
                            <a:pt x="299" y="6371"/>
                            <a:pt x="9252" y="-868"/>
                            <a:pt x="20111" y="8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07" name="Forme libre : forme 2206">
                      <a:extLst>
                        <a:ext uri="{FF2B5EF4-FFF2-40B4-BE49-F238E27FC236}">
                          <a16:creationId xmlns:a16="http://schemas.microsoft.com/office/drawing/2014/main" id="{20F36F3E-2BF8-4074-BAD2-CBB5C0A09D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62005" y="2893159"/>
                      <a:ext cx="29671" cy="35861"/>
                    </a:xfrm>
                    <a:custGeom>
                      <a:avLst/>
                      <a:gdLst>
                        <a:gd name="connsiteX0" fmla="*/ 10668 w 29671"/>
                        <a:gd name="connsiteY0" fmla="*/ 17885 h 35861"/>
                        <a:gd name="connsiteX1" fmla="*/ 0 w 29671"/>
                        <a:gd name="connsiteY1" fmla="*/ 32553 h 35861"/>
                        <a:gd name="connsiteX2" fmla="*/ 9239 w 29671"/>
                        <a:gd name="connsiteY2" fmla="*/ 35792 h 35861"/>
                        <a:gd name="connsiteX3" fmla="*/ 29623 w 29671"/>
                        <a:gd name="connsiteY3" fmla="*/ 19694 h 35861"/>
                        <a:gd name="connsiteX4" fmla="*/ 11240 w 29671"/>
                        <a:gd name="connsiteY4" fmla="*/ 73 h 35861"/>
                        <a:gd name="connsiteX5" fmla="*/ 1715 w 29671"/>
                        <a:gd name="connsiteY5" fmla="*/ 1502 h 35861"/>
                        <a:gd name="connsiteX6" fmla="*/ 10668 w 29671"/>
                        <a:gd name="connsiteY6" fmla="*/ 17885 h 35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671" h="35861">
                          <a:moveTo>
                            <a:pt x="10668" y="17885"/>
                          </a:moveTo>
                          <a:cubicBezTo>
                            <a:pt x="10287" y="24647"/>
                            <a:pt x="5906" y="30077"/>
                            <a:pt x="0" y="32553"/>
                          </a:cubicBezTo>
                          <a:cubicBezTo>
                            <a:pt x="2667" y="34268"/>
                            <a:pt x="5810" y="35506"/>
                            <a:pt x="9239" y="35792"/>
                          </a:cubicBezTo>
                          <a:cubicBezTo>
                            <a:pt x="19621" y="36649"/>
                            <a:pt x="28861" y="29505"/>
                            <a:pt x="29623" y="19694"/>
                          </a:cubicBezTo>
                          <a:cubicBezTo>
                            <a:pt x="30385" y="9884"/>
                            <a:pt x="22098" y="1121"/>
                            <a:pt x="11240" y="73"/>
                          </a:cubicBezTo>
                          <a:cubicBezTo>
                            <a:pt x="7811" y="-213"/>
                            <a:pt x="4572" y="359"/>
                            <a:pt x="1715" y="1502"/>
                          </a:cubicBezTo>
                          <a:cubicBezTo>
                            <a:pt x="7334" y="5121"/>
                            <a:pt x="11049" y="11217"/>
                            <a:pt x="10668" y="1788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08" name="Forme libre : forme 2207">
                      <a:extLst>
                        <a:ext uri="{FF2B5EF4-FFF2-40B4-BE49-F238E27FC236}">
                          <a16:creationId xmlns:a16="http://schemas.microsoft.com/office/drawing/2014/main" id="{0271232E-4E11-444C-AC1A-6909AED4C1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60243" y="2896298"/>
                      <a:ext cx="18262" cy="15219"/>
                    </a:xfrm>
                    <a:custGeom>
                      <a:avLst/>
                      <a:gdLst>
                        <a:gd name="connsiteX0" fmla="*/ 5857 w 18262"/>
                        <a:gd name="connsiteY0" fmla="*/ 649 h 15219"/>
                        <a:gd name="connsiteX1" fmla="*/ 17668 w 18262"/>
                        <a:gd name="connsiteY1" fmla="*/ 4555 h 15219"/>
                        <a:gd name="connsiteX2" fmla="*/ 12334 w 18262"/>
                        <a:gd name="connsiteY2" fmla="*/ 14556 h 15219"/>
                        <a:gd name="connsiteX3" fmla="*/ 618 w 18262"/>
                        <a:gd name="connsiteY3" fmla="*/ 10651 h 15219"/>
                        <a:gd name="connsiteX4" fmla="*/ 5857 w 18262"/>
                        <a:gd name="connsiteY4" fmla="*/ 649 h 15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62" h="15219">
                          <a:moveTo>
                            <a:pt x="5857" y="649"/>
                          </a:moveTo>
                          <a:cubicBezTo>
                            <a:pt x="10620" y="-1065"/>
                            <a:pt x="15954" y="745"/>
                            <a:pt x="17668" y="4555"/>
                          </a:cubicBezTo>
                          <a:cubicBezTo>
                            <a:pt x="19478" y="8460"/>
                            <a:pt x="17001" y="12841"/>
                            <a:pt x="12334" y="14556"/>
                          </a:cubicBezTo>
                          <a:cubicBezTo>
                            <a:pt x="7667" y="16270"/>
                            <a:pt x="2428" y="14556"/>
                            <a:pt x="618" y="10651"/>
                          </a:cubicBezTo>
                          <a:cubicBezTo>
                            <a:pt x="-1191" y="6841"/>
                            <a:pt x="1095" y="2364"/>
                            <a:pt x="5857" y="64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09" name="Forme libre : forme 2208">
                      <a:extLst>
                        <a:ext uri="{FF2B5EF4-FFF2-40B4-BE49-F238E27FC236}">
                          <a16:creationId xmlns:a16="http://schemas.microsoft.com/office/drawing/2014/main" id="{1560A30A-8D47-43BD-B658-12FB4F12BC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60671" y="2905895"/>
                      <a:ext cx="6386" cy="5930"/>
                    </a:xfrm>
                    <a:custGeom>
                      <a:avLst/>
                      <a:gdLst>
                        <a:gd name="connsiteX0" fmla="*/ 3334 w 6386"/>
                        <a:gd name="connsiteY0" fmla="*/ 6 h 5930"/>
                        <a:gd name="connsiteX1" fmla="*/ 6382 w 6386"/>
                        <a:gd name="connsiteY1" fmla="*/ 3244 h 5930"/>
                        <a:gd name="connsiteX2" fmla="*/ 3048 w 6386"/>
                        <a:gd name="connsiteY2" fmla="*/ 5911 h 5930"/>
                        <a:gd name="connsiteX3" fmla="*/ 0 w 6386"/>
                        <a:gd name="connsiteY3" fmla="*/ 2673 h 5930"/>
                        <a:gd name="connsiteX4" fmla="*/ 3334 w 6386"/>
                        <a:gd name="connsiteY4" fmla="*/ 6 h 59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86" h="5930">
                          <a:moveTo>
                            <a:pt x="3334" y="6"/>
                          </a:moveTo>
                          <a:cubicBezTo>
                            <a:pt x="5048" y="196"/>
                            <a:pt x="6477" y="1625"/>
                            <a:pt x="6382" y="3244"/>
                          </a:cubicBezTo>
                          <a:cubicBezTo>
                            <a:pt x="6287" y="4863"/>
                            <a:pt x="4858" y="6102"/>
                            <a:pt x="3048" y="5911"/>
                          </a:cubicBezTo>
                          <a:cubicBezTo>
                            <a:pt x="1333" y="5721"/>
                            <a:pt x="0" y="4292"/>
                            <a:pt x="0" y="2673"/>
                          </a:cubicBezTo>
                          <a:cubicBezTo>
                            <a:pt x="190" y="1053"/>
                            <a:pt x="1619" y="-90"/>
                            <a:pt x="3334" y="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210" name="Graphique 15">
                    <a:extLst>
                      <a:ext uri="{FF2B5EF4-FFF2-40B4-BE49-F238E27FC236}">
                        <a16:creationId xmlns:a16="http://schemas.microsoft.com/office/drawing/2014/main" id="{925905D3-CDE6-418D-85E8-5398AE5A8080}"/>
                      </a:ext>
                    </a:extLst>
                  </p:cNvPr>
                  <p:cNvGrpSpPr/>
                  <p:nvPr/>
                </p:nvGrpSpPr>
                <p:grpSpPr>
                  <a:xfrm>
                    <a:off x="10582265" y="2871683"/>
                    <a:ext cx="39631" cy="36217"/>
                    <a:chOff x="10582265" y="2871683"/>
                    <a:chExt cx="39631" cy="36217"/>
                  </a:xfrm>
                  <a:solidFill>
                    <a:schemeClr val="accent1"/>
                  </a:solidFill>
                </p:grpSpPr>
                <p:sp>
                  <p:nvSpPr>
                    <p:cNvPr id="2211" name="Forme libre : forme 2210">
                      <a:extLst>
                        <a:ext uri="{FF2B5EF4-FFF2-40B4-BE49-F238E27FC236}">
                          <a16:creationId xmlns:a16="http://schemas.microsoft.com/office/drawing/2014/main" id="{D24E06CD-53C8-4ACC-AE83-708961C247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82265" y="2871776"/>
                      <a:ext cx="39631" cy="36124"/>
                    </a:xfrm>
                    <a:custGeom>
                      <a:avLst/>
                      <a:gdLst>
                        <a:gd name="connsiteX0" fmla="*/ 21078 w 39631"/>
                        <a:gd name="connsiteY0" fmla="*/ 120 h 36124"/>
                        <a:gd name="connsiteX1" fmla="*/ 39557 w 39631"/>
                        <a:gd name="connsiteY1" fmla="*/ 20789 h 36124"/>
                        <a:gd name="connsiteX2" fmla="*/ 18411 w 39631"/>
                        <a:gd name="connsiteY2" fmla="*/ 35934 h 36124"/>
                        <a:gd name="connsiteX3" fmla="*/ 28 w 39631"/>
                        <a:gd name="connsiteY3" fmla="*/ 16027 h 36124"/>
                        <a:gd name="connsiteX4" fmla="*/ 21078 w 39631"/>
                        <a:gd name="connsiteY4" fmla="*/ 120 h 3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631" h="36124">
                          <a:moveTo>
                            <a:pt x="21078" y="120"/>
                          </a:moveTo>
                          <a:cubicBezTo>
                            <a:pt x="32222" y="1454"/>
                            <a:pt x="40509" y="10979"/>
                            <a:pt x="39557" y="20789"/>
                          </a:cubicBezTo>
                          <a:cubicBezTo>
                            <a:pt x="38604" y="30600"/>
                            <a:pt x="29079" y="37363"/>
                            <a:pt x="18411" y="35934"/>
                          </a:cubicBezTo>
                          <a:cubicBezTo>
                            <a:pt x="7743" y="34410"/>
                            <a:pt x="-544" y="26028"/>
                            <a:pt x="28" y="16027"/>
                          </a:cubicBezTo>
                          <a:cubicBezTo>
                            <a:pt x="504" y="6121"/>
                            <a:pt x="9839" y="-1023"/>
                            <a:pt x="21078" y="1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12" name="Forme libre : forme 2211">
                      <a:extLst>
                        <a:ext uri="{FF2B5EF4-FFF2-40B4-BE49-F238E27FC236}">
                          <a16:creationId xmlns:a16="http://schemas.microsoft.com/office/drawing/2014/main" id="{F4C0AB3D-3E24-4EB7-A340-A44885C17D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91246" y="2871683"/>
                      <a:ext cx="30649" cy="36124"/>
                    </a:xfrm>
                    <a:custGeom>
                      <a:avLst/>
                      <a:gdLst>
                        <a:gd name="connsiteX0" fmla="*/ 11335 w 30649"/>
                        <a:gd name="connsiteY0" fmla="*/ 18024 h 36124"/>
                        <a:gd name="connsiteX1" fmla="*/ 0 w 30649"/>
                        <a:gd name="connsiteY1" fmla="*/ 32407 h 36124"/>
                        <a:gd name="connsiteX2" fmla="*/ 9430 w 30649"/>
                        <a:gd name="connsiteY2" fmla="*/ 35932 h 36124"/>
                        <a:gd name="connsiteX3" fmla="*/ 30575 w 30649"/>
                        <a:gd name="connsiteY3" fmla="*/ 20787 h 36124"/>
                        <a:gd name="connsiteX4" fmla="*/ 12097 w 30649"/>
                        <a:gd name="connsiteY4" fmla="*/ 118 h 36124"/>
                        <a:gd name="connsiteX5" fmla="*/ 2191 w 30649"/>
                        <a:gd name="connsiteY5" fmla="*/ 1451 h 36124"/>
                        <a:gd name="connsiteX6" fmla="*/ 11335 w 30649"/>
                        <a:gd name="connsiteY6" fmla="*/ 18024 h 3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649" h="36124">
                          <a:moveTo>
                            <a:pt x="11335" y="18024"/>
                          </a:moveTo>
                          <a:cubicBezTo>
                            <a:pt x="10859" y="24787"/>
                            <a:pt x="6287" y="29931"/>
                            <a:pt x="0" y="32407"/>
                          </a:cubicBezTo>
                          <a:cubicBezTo>
                            <a:pt x="2762" y="34122"/>
                            <a:pt x="5905" y="35455"/>
                            <a:pt x="9430" y="35932"/>
                          </a:cubicBezTo>
                          <a:cubicBezTo>
                            <a:pt x="20098" y="37360"/>
                            <a:pt x="29623" y="30693"/>
                            <a:pt x="30575" y="20787"/>
                          </a:cubicBezTo>
                          <a:cubicBezTo>
                            <a:pt x="31528" y="10976"/>
                            <a:pt x="23241" y="1451"/>
                            <a:pt x="12097" y="118"/>
                          </a:cubicBezTo>
                          <a:cubicBezTo>
                            <a:pt x="8572" y="-263"/>
                            <a:pt x="5144" y="308"/>
                            <a:pt x="2191" y="1451"/>
                          </a:cubicBezTo>
                          <a:cubicBezTo>
                            <a:pt x="8096" y="5261"/>
                            <a:pt x="11906" y="11262"/>
                            <a:pt x="11335" y="1802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13" name="Forme libre : forme 2212">
                      <a:extLst>
                        <a:ext uri="{FF2B5EF4-FFF2-40B4-BE49-F238E27FC236}">
                          <a16:creationId xmlns:a16="http://schemas.microsoft.com/office/drawing/2014/main" id="{29EEB92A-A308-47EF-8BF0-85B01BF3D7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89892" y="2874926"/>
                      <a:ext cx="18746" cy="15199"/>
                    </a:xfrm>
                    <a:custGeom>
                      <a:avLst/>
                      <a:gdLst>
                        <a:gd name="connsiteX0" fmla="*/ 6117 w 18746"/>
                        <a:gd name="connsiteY0" fmla="*/ 590 h 15199"/>
                        <a:gd name="connsiteX1" fmla="*/ 18213 w 18746"/>
                        <a:gd name="connsiteY1" fmla="*/ 4876 h 15199"/>
                        <a:gd name="connsiteX2" fmla="*/ 12594 w 18746"/>
                        <a:gd name="connsiteY2" fmla="*/ 14687 h 15199"/>
                        <a:gd name="connsiteX3" fmla="*/ 592 w 18746"/>
                        <a:gd name="connsiteY3" fmla="*/ 10591 h 15199"/>
                        <a:gd name="connsiteX4" fmla="*/ 6117 w 18746"/>
                        <a:gd name="connsiteY4" fmla="*/ 590 h 151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746" h="15199">
                          <a:moveTo>
                            <a:pt x="6117" y="590"/>
                          </a:moveTo>
                          <a:cubicBezTo>
                            <a:pt x="11070" y="-1030"/>
                            <a:pt x="16499" y="780"/>
                            <a:pt x="18213" y="4876"/>
                          </a:cubicBezTo>
                          <a:cubicBezTo>
                            <a:pt x="19928" y="8876"/>
                            <a:pt x="17356" y="13258"/>
                            <a:pt x="12594" y="14687"/>
                          </a:cubicBezTo>
                          <a:cubicBezTo>
                            <a:pt x="7736" y="16115"/>
                            <a:pt x="2402" y="14496"/>
                            <a:pt x="592" y="10591"/>
                          </a:cubicBezTo>
                          <a:cubicBezTo>
                            <a:pt x="-1217" y="6686"/>
                            <a:pt x="1259" y="2209"/>
                            <a:pt x="6117" y="59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14" name="Forme libre : forme 2213">
                      <a:extLst>
                        <a:ext uri="{FF2B5EF4-FFF2-40B4-BE49-F238E27FC236}">
                          <a16:creationId xmlns:a16="http://schemas.microsoft.com/office/drawing/2014/main" id="{FAA785CF-8A23-4F62-9F6D-7BD0AD7184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90384" y="2884448"/>
                      <a:ext cx="6498" cy="5851"/>
                    </a:xfrm>
                    <a:custGeom>
                      <a:avLst/>
                      <a:gdLst>
                        <a:gd name="connsiteX0" fmla="*/ 3434 w 6498"/>
                        <a:gd name="connsiteY0" fmla="*/ 21 h 5851"/>
                        <a:gd name="connsiteX1" fmla="*/ 6482 w 6498"/>
                        <a:gd name="connsiteY1" fmla="*/ 3259 h 5851"/>
                        <a:gd name="connsiteX2" fmla="*/ 3053 w 6498"/>
                        <a:gd name="connsiteY2" fmla="*/ 5831 h 5851"/>
                        <a:gd name="connsiteX3" fmla="*/ 5 w 6498"/>
                        <a:gd name="connsiteY3" fmla="*/ 2593 h 5851"/>
                        <a:gd name="connsiteX4" fmla="*/ 3434 w 6498"/>
                        <a:gd name="connsiteY4" fmla="*/ 21 h 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98" h="5851">
                          <a:moveTo>
                            <a:pt x="3434" y="21"/>
                          </a:moveTo>
                          <a:cubicBezTo>
                            <a:pt x="5243" y="211"/>
                            <a:pt x="6672" y="1640"/>
                            <a:pt x="6482" y="3259"/>
                          </a:cubicBezTo>
                          <a:cubicBezTo>
                            <a:pt x="6387" y="4879"/>
                            <a:pt x="4863" y="6022"/>
                            <a:pt x="3053" y="5831"/>
                          </a:cubicBezTo>
                          <a:cubicBezTo>
                            <a:pt x="1243" y="5641"/>
                            <a:pt x="-91" y="4212"/>
                            <a:pt x="5" y="2593"/>
                          </a:cubicBezTo>
                          <a:cubicBezTo>
                            <a:pt x="5" y="973"/>
                            <a:pt x="1624" y="-170"/>
                            <a:pt x="3434" y="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215" name="Graphique 15">
                  <a:extLst>
                    <a:ext uri="{FF2B5EF4-FFF2-40B4-BE49-F238E27FC236}">
                      <a16:creationId xmlns:a16="http://schemas.microsoft.com/office/drawing/2014/main" id="{142CF37A-8E29-4B35-9E0D-72CD57C8AA9B}"/>
                    </a:ext>
                  </a:extLst>
                </p:cNvPr>
                <p:cNvGrpSpPr/>
                <p:nvPr/>
              </p:nvGrpSpPr>
              <p:grpSpPr>
                <a:xfrm>
                  <a:off x="10554347" y="2752598"/>
                  <a:ext cx="64178" cy="102904"/>
                  <a:chOff x="10554347" y="2752598"/>
                  <a:chExt cx="64178" cy="102904"/>
                </a:xfrm>
                <a:solidFill>
                  <a:schemeClr val="accent1"/>
                </a:solidFill>
              </p:grpSpPr>
              <p:grpSp>
                <p:nvGrpSpPr>
                  <p:cNvPr id="2216" name="Graphique 15">
                    <a:extLst>
                      <a:ext uri="{FF2B5EF4-FFF2-40B4-BE49-F238E27FC236}">
                        <a16:creationId xmlns:a16="http://schemas.microsoft.com/office/drawing/2014/main" id="{73A63419-7246-44F6-A795-D31C9AB3CCD1}"/>
                      </a:ext>
                    </a:extLst>
                  </p:cNvPr>
                  <p:cNvGrpSpPr/>
                  <p:nvPr/>
                </p:nvGrpSpPr>
                <p:grpSpPr>
                  <a:xfrm>
                    <a:off x="10573975" y="2752598"/>
                    <a:ext cx="44550" cy="36528"/>
                    <a:chOff x="10573975" y="2752598"/>
                    <a:chExt cx="44550" cy="36528"/>
                  </a:xfrm>
                  <a:solidFill>
                    <a:schemeClr val="accent1"/>
                  </a:solidFill>
                </p:grpSpPr>
                <p:sp>
                  <p:nvSpPr>
                    <p:cNvPr id="2217" name="Forme libre : forme 2216">
                      <a:extLst>
                        <a:ext uri="{FF2B5EF4-FFF2-40B4-BE49-F238E27FC236}">
                          <a16:creationId xmlns:a16="http://schemas.microsoft.com/office/drawing/2014/main" id="{947DC8E2-2F1D-42F3-9B4E-EFBEB85832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74071" y="2752598"/>
                      <a:ext cx="44455" cy="36501"/>
                    </a:xfrm>
                    <a:custGeom>
                      <a:avLst/>
                      <a:gdLst>
                        <a:gd name="connsiteX0" fmla="*/ 36988 w 44455"/>
                        <a:gd name="connsiteY0" fmla="*/ 33192 h 36501"/>
                        <a:gd name="connsiteX1" fmla="*/ 6032 w 44455"/>
                        <a:gd name="connsiteY1" fmla="*/ 28906 h 36501"/>
                        <a:gd name="connsiteX2" fmla="*/ 6984 w 44455"/>
                        <a:gd name="connsiteY2" fmla="*/ 3570 h 36501"/>
                        <a:gd name="connsiteX3" fmla="*/ 38702 w 44455"/>
                        <a:gd name="connsiteY3" fmla="*/ 7856 h 36501"/>
                        <a:gd name="connsiteX4" fmla="*/ 36988 w 44455"/>
                        <a:gd name="connsiteY4" fmla="*/ 33192 h 365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455" h="36501">
                          <a:moveTo>
                            <a:pt x="36988" y="33192"/>
                          </a:moveTo>
                          <a:cubicBezTo>
                            <a:pt x="27844" y="39003"/>
                            <a:pt x="14223" y="36907"/>
                            <a:pt x="6032" y="28906"/>
                          </a:cubicBezTo>
                          <a:cubicBezTo>
                            <a:pt x="-2255" y="21096"/>
                            <a:pt x="-2065" y="9761"/>
                            <a:pt x="6984" y="3570"/>
                          </a:cubicBezTo>
                          <a:cubicBezTo>
                            <a:pt x="16033" y="-2717"/>
                            <a:pt x="30416" y="-335"/>
                            <a:pt x="38702" y="7856"/>
                          </a:cubicBezTo>
                          <a:cubicBezTo>
                            <a:pt x="47084" y="16143"/>
                            <a:pt x="46132" y="27477"/>
                            <a:pt x="36988" y="3319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18" name="Forme libre : forme 2217">
                      <a:extLst>
                        <a:ext uri="{FF2B5EF4-FFF2-40B4-BE49-F238E27FC236}">
                          <a16:creationId xmlns:a16="http://schemas.microsoft.com/office/drawing/2014/main" id="{90E0C7C3-4438-47A8-9E6C-C6B162CA05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73975" y="2752739"/>
                      <a:ext cx="43083" cy="36387"/>
                    </a:xfrm>
                    <a:custGeom>
                      <a:avLst/>
                      <a:gdLst>
                        <a:gd name="connsiteX0" fmla="*/ 22034 w 43083"/>
                        <a:gd name="connsiteY0" fmla="*/ 18478 h 36387"/>
                        <a:gd name="connsiteX1" fmla="*/ 17271 w 43083"/>
                        <a:gd name="connsiteY1" fmla="*/ 0 h 36387"/>
                        <a:gd name="connsiteX2" fmla="*/ 6984 w 43083"/>
                        <a:gd name="connsiteY2" fmla="*/ 3429 h 36387"/>
                        <a:gd name="connsiteX3" fmla="*/ 6032 w 43083"/>
                        <a:gd name="connsiteY3" fmla="*/ 28765 h 36387"/>
                        <a:gd name="connsiteX4" fmla="*/ 36988 w 43083"/>
                        <a:gd name="connsiteY4" fmla="*/ 33052 h 36387"/>
                        <a:gd name="connsiteX5" fmla="*/ 43084 w 43083"/>
                        <a:gd name="connsiteY5" fmla="*/ 26098 h 36387"/>
                        <a:gd name="connsiteX6" fmla="*/ 22034 w 43083"/>
                        <a:gd name="connsiteY6" fmla="*/ 18478 h 36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083" h="36387">
                          <a:moveTo>
                            <a:pt x="22034" y="18478"/>
                          </a:moveTo>
                          <a:cubicBezTo>
                            <a:pt x="16414" y="12859"/>
                            <a:pt x="14890" y="5810"/>
                            <a:pt x="17271" y="0"/>
                          </a:cubicBezTo>
                          <a:cubicBezTo>
                            <a:pt x="13556" y="286"/>
                            <a:pt x="9937" y="1429"/>
                            <a:pt x="6984" y="3429"/>
                          </a:cubicBezTo>
                          <a:cubicBezTo>
                            <a:pt x="-2065" y="9525"/>
                            <a:pt x="-2255" y="20955"/>
                            <a:pt x="6032" y="28765"/>
                          </a:cubicBezTo>
                          <a:cubicBezTo>
                            <a:pt x="14223" y="36862"/>
                            <a:pt x="27844" y="38862"/>
                            <a:pt x="36988" y="33052"/>
                          </a:cubicBezTo>
                          <a:cubicBezTo>
                            <a:pt x="39845" y="31242"/>
                            <a:pt x="41846" y="28765"/>
                            <a:pt x="43084" y="26098"/>
                          </a:cubicBezTo>
                          <a:cubicBezTo>
                            <a:pt x="35654" y="26670"/>
                            <a:pt x="27653" y="24003"/>
                            <a:pt x="22034" y="184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19" name="Forme libre : forme 2218">
                      <a:extLst>
                        <a:ext uri="{FF2B5EF4-FFF2-40B4-BE49-F238E27FC236}">
                          <a16:creationId xmlns:a16="http://schemas.microsoft.com/office/drawing/2014/main" id="{651BB34F-75AD-458D-95F7-C2A3BD5B4A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95386" y="2766385"/>
                      <a:ext cx="18842" cy="16982"/>
                    </a:xfrm>
                    <a:custGeom>
                      <a:avLst/>
                      <a:gdLst>
                        <a:gd name="connsiteX0" fmla="*/ 17958 w 18842"/>
                        <a:gd name="connsiteY0" fmla="*/ 12166 h 16982"/>
                        <a:gd name="connsiteX1" fmla="*/ 5480 w 18842"/>
                        <a:gd name="connsiteY1" fmla="*/ 16167 h 16982"/>
                        <a:gd name="connsiteX2" fmla="*/ 813 w 18842"/>
                        <a:gd name="connsiteY2" fmla="*/ 4832 h 16982"/>
                        <a:gd name="connsiteX3" fmla="*/ 13291 w 18842"/>
                        <a:gd name="connsiteY3" fmla="*/ 832 h 16982"/>
                        <a:gd name="connsiteX4" fmla="*/ 17958 w 18842"/>
                        <a:gd name="connsiteY4" fmla="*/ 12166 h 169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842" h="16982">
                          <a:moveTo>
                            <a:pt x="17958" y="12166"/>
                          </a:moveTo>
                          <a:cubicBezTo>
                            <a:pt x="15767" y="16357"/>
                            <a:pt x="10148" y="18167"/>
                            <a:pt x="5480" y="16167"/>
                          </a:cubicBezTo>
                          <a:cubicBezTo>
                            <a:pt x="813" y="14167"/>
                            <a:pt x="-1282" y="9118"/>
                            <a:pt x="813" y="4832"/>
                          </a:cubicBezTo>
                          <a:cubicBezTo>
                            <a:pt x="2909" y="546"/>
                            <a:pt x="8529" y="-1169"/>
                            <a:pt x="13291" y="832"/>
                          </a:cubicBezTo>
                          <a:cubicBezTo>
                            <a:pt x="18149" y="2927"/>
                            <a:pt x="20149" y="7975"/>
                            <a:pt x="17958" y="1216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20" name="Forme libre : forme 2219">
                      <a:extLst>
                        <a:ext uri="{FF2B5EF4-FFF2-40B4-BE49-F238E27FC236}">
                          <a16:creationId xmlns:a16="http://schemas.microsoft.com/office/drawing/2014/main" id="{D3C96D64-12DB-427F-B4A1-5C52DA2D68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01076" y="2764592"/>
                      <a:ext cx="7296" cy="6011"/>
                    </a:xfrm>
                    <a:custGeom>
                      <a:avLst/>
                      <a:gdLst>
                        <a:gd name="connsiteX0" fmla="*/ 6077 w 7296"/>
                        <a:gd name="connsiteY0" fmla="*/ 5482 h 6011"/>
                        <a:gd name="connsiteX1" fmla="*/ 934 w 7296"/>
                        <a:gd name="connsiteY1" fmla="*/ 4720 h 6011"/>
                        <a:gd name="connsiteX2" fmla="*/ 1219 w 7296"/>
                        <a:gd name="connsiteY2" fmla="*/ 529 h 6011"/>
                        <a:gd name="connsiteX3" fmla="*/ 6363 w 7296"/>
                        <a:gd name="connsiteY3" fmla="*/ 1291 h 6011"/>
                        <a:gd name="connsiteX4" fmla="*/ 6077 w 7296"/>
                        <a:gd name="connsiteY4" fmla="*/ 5482 h 6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96" h="6011">
                          <a:moveTo>
                            <a:pt x="6077" y="5482"/>
                          </a:moveTo>
                          <a:cubicBezTo>
                            <a:pt x="4553" y="6435"/>
                            <a:pt x="2267" y="6054"/>
                            <a:pt x="934" y="4720"/>
                          </a:cubicBezTo>
                          <a:cubicBezTo>
                            <a:pt x="-400" y="3387"/>
                            <a:pt x="-305" y="1482"/>
                            <a:pt x="1219" y="529"/>
                          </a:cubicBezTo>
                          <a:cubicBezTo>
                            <a:pt x="2743" y="-423"/>
                            <a:pt x="5029" y="-42"/>
                            <a:pt x="6363" y="1291"/>
                          </a:cubicBezTo>
                          <a:cubicBezTo>
                            <a:pt x="7696" y="2625"/>
                            <a:pt x="7601" y="4530"/>
                            <a:pt x="6077" y="54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221" name="Graphique 15">
                    <a:extLst>
                      <a:ext uri="{FF2B5EF4-FFF2-40B4-BE49-F238E27FC236}">
                        <a16:creationId xmlns:a16="http://schemas.microsoft.com/office/drawing/2014/main" id="{52CE3E92-AD64-4DEC-A5C2-E41B0663721C}"/>
                      </a:ext>
                    </a:extLst>
                  </p:cNvPr>
                  <p:cNvGrpSpPr/>
                  <p:nvPr/>
                </p:nvGrpSpPr>
                <p:grpSpPr>
                  <a:xfrm>
                    <a:off x="10557235" y="2783931"/>
                    <a:ext cx="43043" cy="36355"/>
                    <a:chOff x="10557235" y="2783931"/>
                    <a:chExt cx="43043" cy="36355"/>
                  </a:xfrm>
                  <a:solidFill>
                    <a:schemeClr val="accent1"/>
                  </a:solidFill>
                </p:grpSpPr>
                <p:sp>
                  <p:nvSpPr>
                    <p:cNvPr id="2222" name="Forme libre : forme 2221">
                      <a:extLst>
                        <a:ext uri="{FF2B5EF4-FFF2-40B4-BE49-F238E27FC236}">
                          <a16:creationId xmlns:a16="http://schemas.microsoft.com/office/drawing/2014/main" id="{EE37D39E-6DCA-4D15-B341-8CD2006DD5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57235" y="2783931"/>
                      <a:ext cx="43043" cy="36259"/>
                    </a:xfrm>
                    <a:custGeom>
                      <a:avLst/>
                      <a:gdLst>
                        <a:gd name="connsiteX0" fmla="*/ 35821 w 43043"/>
                        <a:gd name="connsiteY0" fmla="*/ 32815 h 36259"/>
                        <a:gd name="connsiteX1" fmla="*/ 5818 w 43043"/>
                        <a:gd name="connsiteY1" fmla="*/ 29196 h 36259"/>
                        <a:gd name="connsiteX2" fmla="*/ 6770 w 43043"/>
                        <a:gd name="connsiteY2" fmla="*/ 3859 h 36259"/>
                        <a:gd name="connsiteX3" fmla="*/ 37536 w 43043"/>
                        <a:gd name="connsiteY3" fmla="*/ 7479 h 36259"/>
                        <a:gd name="connsiteX4" fmla="*/ 35821 w 43043"/>
                        <a:gd name="connsiteY4" fmla="*/ 32815 h 36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043" h="36259">
                          <a:moveTo>
                            <a:pt x="35821" y="32815"/>
                          </a:moveTo>
                          <a:cubicBezTo>
                            <a:pt x="26963" y="38721"/>
                            <a:pt x="13914" y="36721"/>
                            <a:pt x="5818" y="29196"/>
                          </a:cubicBezTo>
                          <a:cubicBezTo>
                            <a:pt x="-2183" y="21481"/>
                            <a:pt x="-1993" y="10051"/>
                            <a:pt x="6770" y="3859"/>
                          </a:cubicBezTo>
                          <a:cubicBezTo>
                            <a:pt x="15533" y="-2427"/>
                            <a:pt x="29535" y="-903"/>
                            <a:pt x="37536" y="7479"/>
                          </a:cubicBezTo>
                          <a:cubicBezTo>
                            <a:pt x="45632" y="15766"/>
                            <a:pt x="44584" y="27005"/>
                            <a:pt x="35821" y="3281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23" name="Forme libre : forme 2222">
                      <a:extLst>
                        <a:ext uri="{FF2B5EF4-FFF2-40B4-BE49-F238E27FC236}">
                          <a16:creationId xmlns:a16="http://schemas.microsoft.com/office/drawing/2014/main" id="{E3D84012-60DE-4082-9701-8AB827DAD5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57235" y="2784266"/>
                      <a:ext cx="41726" cy="36019"/>
                    </a:xfrm>
                    <a:custGeom>
                      <a:avLst/>
                      <a:gdLst>
                        <a:gd name="connsiteX0" fmla="*/ 21343 w 41726"/>
                        <a:gd name="connsiteY0" fmla="*/ 18097 h 36019"/>
                        <a:gd name="connsiteX1" fmla="*/ 16676 w 41726"/>
                        <a:gd name="connsiteY1" fmla="*/ 0 h 36019"/>
                        <a:gd name="connsiteX2" fmla="*/ 6770 w 41726"/>
                        <a:gd name="connsiteY2" fmla="*/ 3619 h 36019"/>
                        <a:gd name="connsiteX3" fmla="*/ 5818 w 41726"/>
                        <a:gd name="connsiteY3" fmla="*/ 28956 h 36019"/>
                        <a:gd name="connsiteX4" fmla="*/ 35821 w 41726"/>
                        <a:gd name="connsiteY4" fmla="*/ 32575 h 36019"/>
                        <a:gd name="connsiteX5" fmla="*/ 41727 w 41726"/>
                        <a:gd name="connsiteY5" fmla="*/ 25622 h 36019"/>
                        <a:gd name="connsiteX6" fmla="*/ 21343 w 41726"/>
                        <a:gd name="connsiteY6" fmla="*/ 18097 h 36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726" h="36019">
                          <a:moveTo>
                            <a:pt x="21343" y="18097"/>
                          </a:moveTo>
                          <a:cubicBezTo>
                            <a:pt x="15914" y="12668"/>
                            <a:pt x="14390" y="5810"/>
                            <a:pt x="16676" y="0"/>
                          </a:cubicBezTo>
                          <a:cubicBezTo>
                            <a:pt x="13057" y="476"/>
                            <a:pt x="9628" y="1619"/>
                            <a:pt x="6770" y="3619"/>
                          </a:cubicBezTo>
                          <a:cubicBezTo>
                            <a:pt x="-1993" y="9811"/>
                            <a:pt x="-2183" y="21146"/>
                            <a:pt x="5818" y="28956"/>
                          </a:cubicBezTo>
                          <a:cubicBezTo>
                            <a:pt x="13914" y="36481"/>
                            <a:pt x="26963" y="38481"/>
                            <a:pt x="35821" y="32575"/>
                          </a:cubicBezTo>
                          <a:cubicBezTo>
                            <a:pt x="38584" y="30671"/>
                            <a:pt x="40488" y="28289"/>
                            <a:pt x="41727" y="25622"/>
                          </a:cubicBezTo>
                          <a:cubicBezTo>
                            <a:pt x="34393" y="26098"/>
                            <a:pt x="26677" y="23622"/>
                            <a:pt x="21343" y="18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24" name="Forme libre : forme 2223">
                      <a:extLst>
                        <a:ext uri="{FF2B5EF4-FFF2-40B4-BE49-F238E27FC236}">
                          <a16:creationId xmlns:a16="http://schemas.microsoft.com/office/drawing/2014/main" id="{E256ED15-030C-4531-848C-1B645B9947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77857" y="2797454"/>
                      <a:ext cx="18237" cy="16946"/>
                    </a:xfrm>
                    <a:custGeom>
                      <a:avLst/>
                      <a:gdLst>
                        <a:gd name="connsiteX0" fmla="*/ 17390 w 18237"/>
                        <a:gd name="connsiteY0" fmla="*/ 12053 h 16946"/>
                        <a:gd name="connsiteX1" fmla="*/ 5293 w 18237"/>
                        <a:gd name="connsiteY1" fmla="*/ 16149 h 16946"/>
                        <a:gd name="connsiteX2" fmla="*/ 817 w 18237"/>
                        <a:gd name="connsiteY2" fmla="*/ 4909 h 16946"/>
                        <a:gd name="connsiteX3" fmla="*/ 12914 w 18237"/>
                        <a:gd name="connsiteY3" fmla="*/ 814 h 16946"/>
                        <a:gd name="connsiteX4" fmla="*/ 17390 w 18237"/>
                        <a:gd name="connsiteY4" fmla="*/ 12053 h 16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37" h="16946">
                          <a:moveTo>
                            <a:pt x="17390" y="12053"/>
                          </a:moveTo>
                          <a:cubicBezTo>
                            <a:pt x="15200" y="16244"/>
                            <a:pt x="9866" y="18149"/>
                            <a:pt x="5293" y="16149"/>
                          </a:cubicBezTo>
                          <a:cubicBezTo>
                            <a:pt x="817" y="14244"/>
                            <a:pt x="-1279" y="9195"/>
                            <a:pt x="817" y="4909"/>
                          </a:cubicBezTo>
                          <a:cubicBezTo>
                            <a:pt x="2912" y="623"/>
                            <a:pt x="8341" y="-1187"/>
                            <a:pt x="12914" y="814"/>
                          </a:cubicBezTo>
                          <a:cubicBezTo>
                            <a:pt x="17581" y="2814"/>
                            <a:pt x="19486" y="7862"/>
                            <a:pt x="17390" y="1205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25" name="Forme libre : forme 2224">
                      <a:extLst>
                        <a:ext uri="{FF2B5EF4-FFF2-40B4-BE49-F238E27FC236}">
                          <a16:creationId xmlns:a16="http://schemas.microsoft.com/office/drawing/2014/main" id="{29F5A0C8-081D-44DE-97A7-ACFBD59679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83350" y="2795707"/>
                      <a:ext cx="7115" cy="5979"/>
                    </a:xfrm>
                    <a:custGeom>
                      <a:avLst/>
                      <a:gdLst>
                        <a:gd name="connsiteX0" fmla="*/ 5896 w 7115"/>
                        <a:gd name="connsiteY0" fmla="*/ 5419 h 5979"/>
                        <a:gd name="connsiteX1" fmla="*/ 943 w 7115"/>
                        <a:gd name="connsiteY1" fmla="*/ 4752 h 5979"/>
                        <a:gd name="connsiteX2" fmla="*/ 1134 w 7115"/>
                        <a:gd name="connsiteY2" fmla="*/ 561 h 5979"/>
                        <a:gd name="connsiteX3" fmla="*/ 6182 w 7115"/>
                        <a:gd name="connsiteY3" fmla="*/ 1228 h 5979"/>
                        <a:gd name="connsiteX4" fmla="*/ 5896 w 7115"/>
                        <a:gd name="connsiteY4" fmla="*/ 5419 h 5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15" h="5979">
                          <a:moveTo>
                            <a:pt x="5896" y="5419"/>
                          </a:moveTo>
                          <a:cubicBezTo>
                            <a:pt x="4468" y="6371"/>
                            <a:pt x="2181" y="6085"/>
                            <a:pt x="943" y="4752"/>
                          </a:cubicBezTo>
                          <a:cubicBezTo>
                            <a:pt x="-390" y="3418"/>
                            <a:pt x="-295" y="1513"/>
                            <a:pt x="1134" y="561"/>
                          </a:cubicBezTo>
                          <a:cubicBezTo>
                            <a:pt x="2563" y="-392"/>
                            <a:pt x="4848" y="-106"/>
                            <a:pt x="6182" y="1228"/>
                          </a:cubicBezTo>
                          <a:cubicBezTo>
                            <a:pt x="7515" y="2561"/>
                            <a:pt x="7420" y="4466"/>
                            <a:pt x="5896" y="54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226" name="Graphique 15">
                    <a:extLst>
                      <a:ext uri="{FF2B5EF4-FFF2-40B4-BE49-F238E27FC236}">
                        <a16:creationId xmlns:a16="http://schemas.microsoft.com/office/drawing/2014/main" id="{C28504D3-C229-430B-8E7B-CA86DF2745AE}"/>
                      </a:ext>
                    </a:extLst>
                  </p:cNvPr>
                  <p:cNvGrpSpPr/>
                  <p:nvPr/>
                </p:nvGrpSpPr>
                <p:grpSpPr>
                  <a:xfrm>
                    <a:off x="10554347" y="2819238"/>
                    <a:ext cx="41587" cy="36264"/>
                    <a:chOff x="10554347" y="2819238"/>
                    <a:chExt cx="41587" cy="36264"/>
                  </a:xfrm>
                  <a:solidFill>
                    <a:schemeClr val="accent1"/>
                  </a:solidFill>
                </p:grpSpPr>
                <p:sp>
                  <p:nvSpPr>
                    <p:cNvPr id="2227" name="Forme libre : forme 2226">
                      <a:extLst>
                        <a:ext uri="{FF2B5EF4-FFF2-40B4-BE49-F238E27FC236}">
                          <a16:creationId xmlns:a16="http://schemas.microsoft.com/office/drawing/2014/main" id="{34CCEBCA-B4FF-4682-8D8C-9A12A00B6B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54347" y="2819238"/>
                      <a:ext cx="41587" cy="36264"/>
                    </a:xfrm>
                    <a:custGeom>
                      <a:avLst/>
                      <a:gdLst>
                        <a:gd name="connsiteX0" fmla="*/ 34422 w 41587"/>
                        <a:gd name="connsiteY0" fmla="*/ 32752 h 36264"/>
                        <a:gd name="connsiteX1" fmla="*/ 5467 w 41587"/>
                        <a:gd name="connsiteY1" fmla="*/ 29132 h 36264"/>
                        <a:gd name="connsiteX2" fmla="*/ 6705 w 41587"/>
                        <a:gd name="connsiteY2" fmla="*/ 3891 h 36264"/>
                        <a:gd name="connsiteX3" fmla="*/ 36423 w 41587"/>
                        <a:gd name="connsiteY3" fmla="*/ 7415 h 36264"/>
                        <a:gd name="connsiteX4" fmla="*/ 34422 w 41587"/>
                        <a:gd name="connsiteY4" fmla="*/ 32752 h 362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87" h="36264">
                          <a:moveTo>
                            <a:pt x="34422" y="32752"/>
                          </a:moveTo>
                          <a:cubicBezTo>
                            <a:pt x="25755" y="38752"/>
                            <a:pt x="13182" y="36752"/>
                            <a:pt x="5467" y="29132"/>
                          </a:cubicBezTo>
                          <a:cubicBezTo>
                            <a:pt x="-2154" y="21512"/>
                            <a:pt x="-1868" y="10177"/>
                            <a:pt x="6705" y="3891"/>
                          </a:cubicBezTo>
                          <a:cubicBezTo>
                            <a:pt x="15277" y="-2586"/>
                            <a:pt x="28708" y="-681"/>
                            <a:pt x="36423" y="7415"/>
                          </a:cubicBezTo>
                          <a:cubicBezTo>
                            <a:pt x="44138" y="15607"/>
                            <a:pt x="42995" y="26846"/>
                            <a:pt x="34422" y="3275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28" name="Forme libre : forme 2227">
                      <a:extLst>
                        <a:ext uri="{FF2B5EF4-FFF2-40B4-BE49-F238E27FC236}">
                          <a16:creationId xmlns:a16="http://schemas.microsoft.com/office/drawing/2014/main" id="{66967636-9090-42CF-9203-7E72244E25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54347" y="2819414"/>
                      <a:ext cx="40232" cy="36047"/>
                    </a:xfrm>
                    <a:custGeom>
                      <a:avLst/>
                      <a:gdLst>
                        <a:gd name="connsiteX0" fmla="*/ 20516 w 40232"/>
                        <a:gd name="connsiteY0" fmla="*/ 18288 h 36047"/>
                        <a:gd name="connsiteX1" fmla="*/ 16325 w 40232"/>
                        <a:gd name="connsiteY1" fmla="*/ 0 h 36047"/>
                        <a:gd name="connsiteX2" fmla="*/ 6705 w 40232"/>
                        <a:gd name="connsiteY2" fmla="*/ 3715 h 36047"/>
                        <a:gd name="connsiteX3" fmla="*/ 5467 w 40232"/>
                        <a:gd name="connsiteY3" fmla="*/ 28956 h 36047"/>
                        <a:gd name="connsiteX4" fmla="*/ 34422 w 40232"/>
                        <a:gd name="connsiteY4" fmla="*/ 32575 h 36047"/>
                        <a:gd name="connsiteX5" fmla="*/ 40233 w 40232"/>
                        <a:gd name="connsiteY5" fmla="*/ 25527 h 36047"/>
                        <a:gd name="connsiteX6" fmla="*/ 20516 w 40232"/>
                        <a:gd name="connsiteY6" fmla="*/ 18288 h 36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232" h="36047">
                          <a:moveTo>
                            <a:pt x="20516" y="18288"/>
                          </a:moveTo>
                          <a:cubicBezTo>
                            <a:pt x="15372" y="12763"/>
                            <a:pt x="13944" y="5810"/>
                            <a:pt x="16325" y="0"/>
                          </a:cubicBezTo>
                          <a:cubicBezTo>
                            <a:pt x="12801" y="476"/>
                            <a:pt x="9467" y="1619"/>
                            <a:pt x="6705" y="3715"/>
                          </a:cubicBezTo>
                          <a:cubicBezTo>
                            <a:pt x="-1868" y="10001"/>
                            <a:pt x="-2154" y="21336"/>
                            <a:pt x="5467" y="28956"/>
                          </a:cubicBezTo>
                          <a:cubicBezTo>
                            <a:pt x="13087" y="36576"/>
                            <a:pt x="25755" y="38481"/>
                            <a:pt x="34422" y="32575"/>
                          </a:cubicBezTo>
                          <a:cubicBezTo>
                            <a:pt x="37185" y="30670"/>
                            <a:pt x="39090" y="28289"/>
                            <a:pt x="40233" y="25527"/>
                          </a:cubicBezTo>
                          <a:cubicBezTo>
                            <a:pt x="33184" y="26194"/>
                            <a:pt x="25660" y="23717"/>
                            <a:pt x="20516" y="1828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29" name="Forme libre : forme 2228">
                      <a:extLst>
                        <a:ext uri="{FF2B5EF4-FFF2-40B4-BE49-F238E27FC236}">
                          <a16:creationId xmlns:a16="http://schemas.microsoft.com/office/drawing/2014/main" id="{B2734F31-40CB-4F3E-8DAB-49898CA08B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74201" y="2832714"/>
                      <a:ext cx="17672" cy="16886"/>
                    </a:xfrm>
                    <a:custGeom>
                      <a:avLst/>
                      <a:gdLst>
                        <a:gd name="connsiteX0" fmla="*/ 16760 w 17672"/>
                        <a:gd name="connsiteY0" fmla="*/ 11940 h 16886"/>
                        <a:gd name="connsiteX1" fmla="*/ 5044 w 17672"/>
                        <a:gd name="connsiteY1" fmla="*/ 16131 h 16886"/>
                        <a:gd name="connsiteX2" fmla="*/ 853 w 17672"/>
                        <a:gd name="connsiteY2" fmla="*/ 4987 h 16886"/>
                        <a:gd name="connsiteX3" fmla="*/ 12664 w 17672"/>
                        <a:gd name="connsiteY3" fmla="*/ 796 h 16886"/>
                        <a:gd name="connsiteX4" fmla="*/ 16760 w 17672"/>
                        <a:gd name="connsiteY4" fmla="*/ 11940 h 16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72" h="16886">
                          <a:moveTo>
                            <a:pt x="16760" y="11940"/>
                          </a:moveTo>
                          <a:cubicBezTo>
                            <a:pt x="14664" y="16227"/>
                            <a:pt x="9425" y="18036"/>
                            <a:pt x="5044" y="16131"/>
                          </a:cubicBezTo>
                          <a:cubicBezTo>
                            <a:pt x="662" y="14226"/>
                            <a:pt x="-1243" y="9178"/>
                            <a:pt x="853" y="4987"/>
                          </a:cubicBezTo>
                          <a:cubicBezTo>
                            <a:pt x="2853" y="701"/>
                            <a:pt x="8187" y="-1204"/>
                            <a:pt x="12664" y="796"/>
                          </a:cubicBezTo>
                          <a:cubicBezTo>
                            <a:pt x="17045" y="2701"/>
                            <a:pt x="18950" y="7749"/>
                            <a:pt x="16760" y="119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30" name="Forme libre : forme 2229">
                      <a:extLst>
                        <a:ext uri="{FF2B5EF4-FFF2-40B4-BE49-F238E27FC236}">
                          <a16:creationId xmlns:a16="http://schemas.microsoft.com/office/drawing/2014/main" id="{6AB95039-EC31-4A8D-8E78-50364C0292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79621" y="2830949"/>
                      <a:ext cx="6868" cy="5979"/>
                    </a:xfrm>
                    <a:custGeom>
                      <a:avLst/>
                      <a:gdLst>
                        <a:gd name="connsiteX0" fmla="*/ 5720 w 6868"/>
                        <a:gd name="connsiteY0" fmla="*/ 5419 h 5979"/>
                        <a:gd name="connsiteX1" fmla="*/ 862 w 6868"/>
                        <a:gd name="connsiteY1" fmla="*/ 4752 h 5979"/>
                        <a:gd name="connsiteX2" fmla="*/ 1148 w 6868"/>
                        <a:gd name="connsiteY2" fmla="*/ 561 h 5979"/>
                        <a:gd name="connsiteX3" fmla="*/ 6006 w 6868"/>
                        <a:gd name="connsiteY3" fmla="*/ 1228 h 5979"/>
                        <a:gd name="connsiteX4" fmla="*/ 5720 w 6868"/>
                        <a:gd name="connsiteY4" fmla="*/ 5419 h 5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68" h="5979">
                          <a:moveTo>
                            <a:pt x="5720" y="5419"/>
                          </a:moveTo>
                          <a:cubicBezTo>
                            <a:pt x="4292" y="6371"/>
                            <a:pt x="2101" y="6085"/>
                            <a:pt x="862" y="4752"/>
                          </a:cubicBezTo>
                          <a:cubicBezTo>
                            <a:pt x="-376" y="3418"/>
                            <a:pt x="-281" y="1513"/>
                            <a:pt x="1148" y="561"/>
                          </a:cubicBezTo>
                          <a:cubicBezTo>
                            <a:pt x="2577" y="-392"/>
                            <a:pt x="4768" y="-106"/>
                            <a:pt x="6006" y="1228"/>
                          </a:cubicBezTo>
                          <a:cubicBezTo>
                            <a:pt x="7244" y="2561"/>
                            <a:pt x="7149" y="4466"/>
                            <a:pt x="5720" y="54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231" name="Graphique 15">
                  <a:extLst>
                    <a:ext uri="{FF2B5EF4-FFF2-40B4-BE49-F238E27FC236}">
                      <a16:creationId xmlns:a16="http://schemas.microsoft.com/office/drawing/2014/main" id="{6259A786-7257-488D-B91F-CCC2676EEE16}"/>
                    </a:ext>
                  </a:extLst>
                </p:cNvPr>
                <p:cNvGrpSpPr/>
                <p:nvPr/>
              </p:nvGrpSpPr>
              <p:grpSpPr>
                <a:xfrm>
                  <a:off x="10370982" y="2719397"/>
                  <a:ext cx="97602" cy="88502"/>
                  <a:chOff x="10370982" y="2719397"/>
                  <a:chExt cx="97602" cy="88502"/>
                </a:xfrm>
                <a:solidFill>
                  <a:schemeClr val="accent1"/>
                </a:solidFill>
              </p:grpSpPr>
              <p:grpSp>
                <p:nvGrpSpPr>
                  <p:cNvPr id="2232" name="Graphique 15">
                    <a:extLst>
                      <a:ext uri="{FF2B5EF4-FFF2-40B4-BE49-F238E27FC236}">
                        <a16:creationId xmlns:a16="http://schemas.microsoft.com/office/drawing/2014/main" id="{90468E11-FD33-41F7-A8B7-219CF38FAF4A}"/>
                      </a:ext>
                    </a:extLst>
                  </p:cNvPr>
                  <p:cNvGrpSpPr/>
                  <p:nvPr/>
                </p:nvGrpSpPr>
                <p:grpSpPr>
                  <a:xfrm>
                    <a:off x="10370982" y="2772256"/>
                    <a:ext cx="42611" cy="35643"/>
                    <a:chOff x="10370982" y="2772256"/>
                    <a:chExt cx="42611" cy="35643"/>
                  </a:xfrm>
                  <a:solidFill>
                    <a:schemeClr val="accent1"/>
                  </a:solidFill>
                </p:grpSpPr>
                <p:sp>
                  <p:nvSpPr>
                    <p:cNvPr id="2233" name="Forme libre : forme 2232">
                      <a:extLst>
                        <a:ext uri="{FF2B5EF4-FFF2-40B4-BE49-F238E27FC236}">
                          <a16:creationId xmlns:a16="http://schemas.microsoft.com/office/drawing/2014/main" id="{C872A61D-BD98-466E-9754-700B1C7914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70982" y="2772256"/>
                      <a:ext cx="42611" cy="35643"/>
                    </a:xfrm>
                    <a:custGeom>
                      <a:avLst/>
                      <a:gdLst>
                        <a:gd name="connsiteX0" fmla="*/ 14239 w 42611"/>
                        <a:gd name="connsiteY0" fmla="*/ 771 h 35643"/>
                        <a:gd name="connsiteX1" fmla="*/ 41576 w 42611"/>
                        <a:gd name="connsiteY1" fmla="*/ 12677 h 35643"/>
                        <a:gd name="connsiteX2" fmla="*/ 28051 w 42611"/>
                        <a:gd name="connsiteY2" fmla="*/ 34870 h 35643"/>
                        <a:gd name="connsiteX3" fmla="*/ 1285 w 42611"/>
                        <a:gd name="connsiteY3" fmla="*/ 23345 h 35643"/>
                        <a:gd name="connsiteX4" fmla="*/ 14239 w 42611"/>
                        <a:gd name="connsiteY4" fmla="*/ 771 h 356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611" h="35643">
                          <a:moveTo>
                            <a:pt x="14239" y="771"/>
                          </a:moveTo>
                          <a:cubicBezTo>
                            <a:pt x="25574" y="-2087"/>
                            <a:pt x="37861" y="3247"/>
                            <a:pt x="41576" y="12677"/>
                          </a:cubicBezTo>
                          <a:cubicBezTo>
                            <a:pt x="45195" y="22107"/>
                            <a:pt x="39004" y="32013"/>
                            <a:pt x="28051" y="34870"/>
                          </a:cubicBezTo>
                          <a:cubicBezTo>
                            <a:pt x="17097" y="37728"/>
                            <a:pt x="5286" y="32394"/>
                            <a:pt x="1285" y="23345"/>
                          </a:cubicBezTo>
                          <a:cubicBezTo>
                            <a:pt x="-2715" y="14296"/>
                            <a:pt x="2904" y="3724"/>
                            <a:pt x="14239" y="7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34" name="Forme libre : forme 2233">
                      <a:extLst>
                        <a:ext uri="{FF2B5EF4-FFF2-40B4-BE49-F238E27FC236}">
                          <a16:creationId xmlns:a16="http://schemas.microsoft.com/office/drawing/2014/main" id="{223A8376-C5CE-4F4F-9467-4673B2E488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76362" y="2772256"/>
                      <a:ext cx="37230" cy="35625"/>
                    </a:xfrm>
                    <a:custGeom>
                      <a:avLst/>
                      <a:gdLst>
                        <a:gd name="connsiteX0" fmla="*/ 16288 w 37230"/>
                        <a:gd name="connsiteY0" fmla="*/ 17630 h 35625"/>
                        <a:gd name="connsiteX1" fmla="*/ 11906 w 37230"/>
                        <a:gd name="connsiteY1" fmla="*/ 35156 h 35625"/>
                        <a:gd name="connsiteX2" fmla="*/ 22670 w 37230"/>
                        <a:gd name="connsiteY2" fmla="*/ 34870 h 35625"/>
                        <a:gd name="connsiteX3" fmla="*/ 36195 w 37230"/>
                        <a:gd name="connsiteY3" fmla="*/ 12677 h 35625"/>
                        <a:gd name="connsiteX4" fmla="*/ 8858 w 37230"/>
                        <a:gd name="connsiteY4" fmla="*/ 771 h 35625"/>
                        <a:gd name="connsiteX5" fmla="*/ 0 w 37230"/>
                        <a:gd name="connsiteY5" fmla="*/ 5629 h 35625"/>
                        <a:gd name="connsiteX6" fmla="*/ 16288 w 37230"/>
                        <a:gd name="connsiteY6" fmla="*/ 17630 h 35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230" h="35625">
                          <a:moveTo>
                            <a:pt x="16288" y="17630"/>
                          </a:moveTo>
                          <a:cubicBezTo>
                            <a:pt x="18860" y="24012"/>
                            <a:pt x="16859" y="30679"/>
                            <a:pt x="11906" y="35156"/>
                          </a:cubicBezTo>
                          <a:cubicBezTo>
                            <a:pt x="15335" y="35823"/>
                            <a:pt x="19050" y="35823"/>
                            <a:pt x="22670" y="34870"/>
                          </a:cubicBezTo>
                          <a:cubicBezTo>
                            <a:pt x="33623" y="32013"/>
                            <a:pt x="39814" y="22107"/>
                            <a:pt x="36195" y="12677"/>
                          </a:cubicBezTo>
                          <a:cubicBezTo>
                            <a:pt x="32576" y="3247"/>
                            <a:pt x="20193" y="-2087"/>
                            <a:pt x="8858" y="771"/>
                          </a:cubicBezTo>
                          <a:cubicBezTo>
                            <a:pt x="5239" y="1628"/>
                            <a:pt x="2286" y="3438"/>
                            <a:pt x="0" y="5629"/>
                          </a:cubicBezTo>
                          <a:cubicBezTo>
                            <a:pt x="7334" y="6772"/>
                            <a:pt x="13716" y="11344"/>
                            <a:pt x="16288" y="1763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35" name="Forme libre : forme 2234">
                      <a:extLst>
                        <a:ext uri="{FF2B5EF4-FFF2-40B4-BE49-F238E27FC236}">
                          <a16:creationId xmlns:a16="http://schemas.microsoft.com/office/drawing/2014/main" id="{91A7041A-D6E2-4200-BF04-05F4209253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76608" y="2776427"/>
                      <a:ext cx="19175" cy="15930"/>
                    </a:xfrm>
                    <a:custGeom>
                      <a:avLst/>
                      <a:gdLst>
                        <a:gd name="connsiteX0" fmla="*/ 3184 w 19175"/>
                        <a:gd name="connsiteY0" fmla="*/ 2600 h 15930"/>
                        <a:gd name="connsiteX1" fmla="*/ 16804 w 19175"/>
                        <a:gd name="connsiteY1" fmla="*/ 2124 h 15930"/>
                        <a:gd name="connsiteX2" fmla="*/ 15852 w 19175"/>
                        <a:gd name="connsiteY2" fmla="*/ 13364 h 15930"/>
                        <a:gd name="connsiteX3" fmla="*/ 2421 w 19175"/>
                        <a:gd name="connsiteY3" fmla="*/ 13840 h 15930"/>
                        <a:gd name="connsiteX4" fmla="*/ 3184 w 19175"/>
                        <a:gd name="connsiteY4" fmla="*/ 2600 h 159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175" h="15930">
                          <a:moveTo>
                            <a:pt x="3184" y="2600"/>
                          </a:moveTo>
                          <a:cubicBezTo>
                            <a:pt x="7184" y="-733"/>
                            <a:pt x="13280" y="-829"/>
                            <a:pt x="16804" y="2124"/>
                          </a:cubicBezTo>
                          <a:cubicBezTo>
                            <a:pt x="20328" y="5077"/>
                            <a:pt x="19852" y="10125"/>
                            <a:pt x="15852" y="13364"/>
                          </a:cubicBezTo>
                          <a:cubicBezTo>
                            <a:pt x="11851" y="16602"/>
                            <a:pt x="5851" y="16793"/>
                            <a:pt x="2421" y="13840"/>
                          </a:cubicBezTo>
                          <a:cubicBezTo>
                            <a:pt x="-1103" y="11078"/>
                            <a:pt x="-722" y="6029"/>
                            <a:pt x="3184" y="260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36" name="Forme libre : forme 2235">
                      <a:extLst>
                        <a:ext uri="{FF2B5EF4-FFF2-40B4-BE49-F238E27FC236}">
                          <a16:creationId xmlns:a16="http://schemas.microsoft.com/office/drawing/2014/main" id="{6F217C3D-FBA3-486E-B8C4-D6218CE2E2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79433" y="2788040"/>
                      <a:ext cx="7048" cy="5883"/>
                    </a:xfrm>
                    <a:custGeom>
                      <a:avLst/>
                      <a:gdLst>
                        <a:gd name="connsiteX0" fmla="*/ 2359 w 7048"/>
                        <a:gd name="connsiteY0" fmla="*/ 132 h 5883"/>
                        <a:gd name="connsiteX1" fmla="*/ 6835 w 7048"/>
                        <a:gd name="connsiteY1" fmla="*/ 2037 h 5883"/>
                        <a:gd name="connsiteX2" fmla="*/ 4740 w 7048"/>
                        <a:gd name="connsiteY2" fmla="*/ 5751 h 5883"/>
                        <a:gd name="connsiteX3" fmla="*/ 263 w 7048"/>
                        <a:gd name="connsiteY3" fmla="*/ 3846 h 5883"/>
                        <a:gd name="connsiteX4" fmla="*/ 2359 w 7048"/>
                        <a:gd name="connsiteY4" fmla="*/ 132 h 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48" h="5883">
                          <a:moveTo>
                            <a:pt x="2359" y="132"/>
                          </a:moveTo>
                          <a:cubicBezTo>
                            <a:pt x="4168" y="-345"/>
                            <a:pt x="6169" y="513"/>
                            <a:pt x="6835" y="2037"/>
                          </a:cubicBezTo>
                          <a:cubicBezTo>
                            <a:pt x="7502" y="3561"/>
                            <a:pt x="6550" y="5275"/>
                            <a:pt x="4740" y="5751"/>
                          </a:cubicBezTo>
                          <a:cubicBezTo>
                            <a:pt x="2930" y="6228"/>
                            <a:pt x="930" y="5370"/>
                            <a:pt x="263" y="3846"/>
                          </a:cubicBezTo>
                          <a:cubicBezTo>
                            <a:pt x="-499" y="2227"/>
                            <a:pt x="454" y="608"/>
                            <a:pt x="2359" y="1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237" name="Graphique 15">
                    <a:extLst>
                      <a:ext uri="{FF2B5EF4-FFF2-40B4-BE49-F238E27FC236}">
                        <a16:creationId xmlns:a16="http://schemas.microsoft.com/office/drawing/2014/main" id="{FEA172AF-D365-4E6F-94A4-741B243F21FF}"/>
                      </a:ext>
                    </a:extLst>
                  </p:cNvPr>
                  <p:cNvGrpSpPr/>
                  <p:nvPr/>
                </p:nvGrpSpPr>
                <p:grpSpPr>
                  <a:xfrm>
                    <a:off x="10402282" y="2749213"/>
                    <a:ext cx="43753" cy="35781"/>
                    <a:chOff x="10402282" y="2749213"/>
                    <a:chExt cx="43753" cy="35781"/>
                  </a:xfrm>
                  <a:solidFill>
                    <a:schemeClr val="accent1"/>
                  </a:solidFill>
                </p:grpSpPr>
                <p:sp>
                  <p:nvSpPr>
                    <p:cNvPr id="2238" name="Forme libre : forme 2237">
                      <a:extLst>
                        <a:ext uri="{FF2B5EF4-FFF2-40B4-BE49-F238E27FC236}">
                          <a16:creationId xmlns:a16="http://schemas.microsoft.com/office/drawing/2014/main" id="{99E20263-FFA4-43DC-9A15-C6F2B12C1C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2282" y="2749213"/>
                      <a:ext cx="43665" cy="35781"/>
                    </a:xfrm>
                    <a:custGeom>
                      <a:avLst/>
                      <a:gdLst>
                        <a:gd name="connsiteX0" fmla="*/ 15133 w 43665"/>
                        <a:gd name="connsiteY0" fmla="*/ 763 h 35781"/>
                        <a:gd name="connsiteX1" fmla="*/ 42756 w 43665"/>
                        <a:gd name="connsiteY1" fmla="*/ 13432 h 35781"/>
                        <a:gd name="connsiteX2" fmla="*/ 28278 w 43665"/>
                        <a:gd name="connsiteY2" fmla="*/ 35053 h 35781"/>
                        <a:gd name="connsiteX3" fmla="*/ 1132 w 43665"/>
                        <a:gd name="connsiteY3" fmla="*/ 23052 h 35781"/>
                        <a:gd name="connsiteX4" fmla="*/ 15133 w 43665"/>
                        <a:gd name="connsiteY4" fmla="*/ 763 h 35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665" h="35781">
                          <a:moveTo>
                            <a:pt x="15133" y="763"/>
                          </a:moveTo>
                          <a:cubicBezTo>
                            <a:pt x="26849" y="-2189"/>
                            <a:pt x="39327" y="3716"/>
                            <a:pt x="42756" y="13432"/>
                          </a:cubicBezTo>
                          <a:cubicBezTo>
                            <a:pt x="46185" y="23052"/>
                            <a:pt x="39613" y="32672"/>
                            <a:pt x="28278" y="35053"/>
                          </a:cubicBezTo>
                          <a:cubicBezTo>
                            <a:pt x="16943" y="37816"/>
                            <a:pt x="4942" y="32482"/>
                            <a:pt x="1132" y="23052"/>
                          </a:cubicBezTo>
                          <a:cubicBezTo>
                            <a:pt x="-2678" y="13527"/>
                            <a:pt x="3417" y="3621"/>
                            <a:pt x="15133" y="76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39" name="Forme libre : forme 2238">
                      <a:extLst>
                        <a:ext uri="{FF2B5EF4-FFF2-40B4-BE49-F238E27FC236}">
                          <a16:creationId xmlns:a16="http://schemas.microsoft.com/office/drawing/2014/main" id="{1F9A7224-EE31-47E5-8E6E-C357F83B6B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8271" y="2749213"/>
                      <a:ext cx="37764" cy="35722"/>
                    </a:xfrm>
                    <a:custGeom>
                      <a:avLst/>
                      <a:gdLst>
                        <a:gd name="connsiteX0" fmla="*/ 16288 w 37764"/>
                        <a:gd name="connsiteY0" fmla="*/ 17718 h 35722"/>
                        <a:gd name="connsiteX1" fmla="*/ 11335 w 37764"/>
                        <a:gd name="connsiteY1" fmla="*/ 35244 h 35722"/>
                        <a:gd name="connsiteX2" fmla="*/ 22384 w 37764"/>
                        <a:gd name="connsiteY2" fmla="*/ 35053 h 35722"/>
                        <a:gd name="connsiteX3" fmla="*/ 36862 w 37764"/>
                        <a:gd name="connsiteY3" fmla="*/ 13432 h 35722"/>
                        <a:gd name="connsiteX4" fmla="*/ 9239 w 37764"/>
                        <a:gd name="connsiteY4" fmla="*/ 763 h 35722"/>
                        <a:gd name="connsiteX5" fmla="*/ 0 w 37764"/>
                        <a:gd name="connsiteY5" fmla="*/ 5431 h 35722"/>
                        <a:gd name="connsiteX6" fmla="*/ 16288 w 37764"/>
                        <a:gd name="connsiteY6" fmla="*/ 17718 h 35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764" h="35722">
                          <a:moveTo>
                            <a:pt x="16288" y="17718"/>
                          </a:moveTo>
                          <a:cubicBezTo>
                            <a:pt x="18764" y="24195"/>
                            <a:pt x="16478" y="30767"/>
                            <a:pt x="11335" y="35244"/>
                          </a:cubicBezTo>
                          <a:cubicBezTo>
                            <a:pt x="14859" y="35911"/>
                            <a:pt x="18669" y="35911"/>
                            <a:pt x="22384" y="35053"/>
                          </a:cubicBezTo>
                          <a:cubicBezTo>
                            <a:pt x="33623" y="32767"/>
                            <a:pt x="40291" y="23052"/>
                            <a:pt x="36862" y="13432"/>
                          </a:cubicBezTo>
                          <a:cubicBezTo>
                            <a:pt x="33433" y="3716"/>
                            <a:pt x="20860" y="-2189"/>
                            <a:pt x="9239" y="763"/>
                          </a:cubicBezTo>
                          <a:cubicBezTo>
                            <a:pt x="5524" y="1621"/>
                            <a:pt x="2477" y="3335"/>
                            <a:pt x="0" y="5431"/>
                          </a:cubicBezTo>
                          <a:cubicBezTo>
                            <a:pt x="7334" y="6859"/>
                            <a:pt x="13811" y="11336"/>
                            <a:pt x="16288" y="1771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40" name="Forme libre : forme 2239">
                      <a:extLst>
                        <a:ext uri="{FF2B5EF4-FFF2-40B4-BE49-F238E27FC236}">
                          <a16:creationId xmlns:a16="http://schemas.microsoft.com/office/drawing/2014/main" id="{804A1023-827D-41DD-A037-2E27FFD045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8220" y="2753461"/>
                      <a:ext cx="19796" cy="15889"/>
                    </a:xfrm>
                    <a:custGeom>
                      <a:avLst/>
                      <a:gdLst>
                        <a:gd name="connsiteX0" fmla="*/ 3481 w 19796"/>
                        <a:gd name="connsiteY0" fmla="*/ 2516 h 15889"/>
                        <a:gd name="connsiteX1" fmla="*/ 17482 w 19796"/>
                        <a:gd name="connsiteY1" fmla="*/ 2135 h 15889"/>
                        <a:gd name="connsiteX2" fmla="*/ 16244 w 19796"/>
                        <a:gd name="connsiteY2" fmla="*/ 13374 h 15889"/>
                        <a:gd name="connsiteX3" fmla="*/ 2433 w 19796"/>
                        <a:gd name="connsiteY3" fmla="*/ 13755 h 15889"/>
                        <a:gd name="connsiteX4" fmla="*/ 3481 w 19796"/>
                        <a:gd name="connsiteY4" fmla="*/ 2516 h 15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796" h="15889">
                          <a:moveTo>
                            <a:pt x="3481" y="2516"/>
                          </a:moveTo>
                          <a:cubicBezTo>
                            <a:pt x="7672" y="-723"/>
                            <a:pt x="13958" y="-818"/>
                            <a:pt x="17482" y="2135"/>
                          </a:cubicBezTo>
                          <a:cubicBezTo>
                            <a:pt x="21007" y="5183"/>
                            <a:pt x="20435" y="10231"/>
                            <a:pt x="16244" y="13374"/>
                          </a:cubicBezTo>
                          <a:cubicBezTo>
                            <a:pt x="12053" y="16613"/>
                            <a:pt x="5957" y="16708"/>
                            <a:pt x="2433" y="13755"/>
                          </a:cubicBezTo>
                          <a:cubicBezTo>
                            <a:pt x="-1187" y="10707"/>
                            <a:pt x="-710" y="5659"/>
                            <a:pt x="3481" y="251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41" name="Forme libre : forme 2240">
                      <a:extLst>
                        <a:ext uri="{FF2B5EF4-FFF2-40B4-BE49-F238E27FC236}">
                          <a16:creationId xmlns:a16="http://schemas.microsoft.com/office/drawing/2014/main" id="{4E04CDB0-E444-49BB-AF1F-EE0AF84D07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10974" y="2764990"/>
                      <a:ext cx="7214" cy="5881"/>
                    </a:xfrm>
                    <a:custGeom>
                      <a:avLst/>
                      <a:gdLst>
                        <a:gd name="connsiteX0" fmla="*/ 2441 w 7214"/>
                        <a:gd name="connsiteY0" fmla="*/ 131 h 5881"/>
                        <a:gd name="connsiteX1" fmla="*/ 7013 w 7214"/>
                        <a:gd name="connsiteY1" fmla="*/ 2131 h 5881"/>
                        <a:gd name="connsiteX2" fmla="*/ 4727 w 7214"/>
                        <a:gd name="connsiteY2" fmla="*/ 5751 h 5881"/>
                        <a:gd name="connsiteX3" fmla="*/ 250 w 7214"/>
                        <a:gd name="connsiteY3" fmla="*/ 3751 h 5881"/>
                        <a:gd name="connsiteX4" fmla="*/ 2441 w 7214"/>
                        <a:gd name="connsiteY4" fmla="*/ 131 h 5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14" h="5881">
                          <a:moveTo>
                            <a:pt x="2441" y="131"/>
                          </a:moveTo>
                          <a:cubicBezTo>
                            <a:pt x="4346" y="-345"/>
                            <a:pt x="6346" y="512"/>
                            <a:pt x="7013" y="2131"/>
                          </a:cubicBezTo>
                          <a:cubicBezTo>
                            <a:pt x="7680" y="3751"/>
                            <a:pt x="6632" y="5275"/>
                            <a:pt x="4727" y="5751"/>
                          </a:cubicBezTo>
                          <a:cubicBezTo>
                            <a:pt x="2822" y="6227"/>
                            <a:pt x="822" y="5370"/>
                            <a:pt x="250" y="3751"/>
                          </a:cubicBezTo>
                          <a:cubicBezTo>
                            <a:pt x="-512" y="2226"/>
                            <a:pt x="536" y="512"/>
                            <a:pt x="2441" y="1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242" name="Graphique 15">
                    <a:extLst>
                      <a:ext uri="{FF2B5EF4-FFF2-40B4-BE49-F238E27FC236}">
                        <a16:creationId xmlns:a16="http://schemas.microsoft.com/office/drawing/2014/main" id="{9628C890-3D58-4153-98EB-B2E45A19E875}"/>
                      </a:ext>
                    </a:extLst>
                  </p:cNvPr>
                  <p:cNvGrpSpPr/>
                  <p:nvPr/>
                </p:nvGrpSpPr>
                <p:grpSpPr>
                  <a:xfrm>
                    <a:off x="10423519" y="2719397"/>
                    <a:ext cx="45065" cy="35838"/>
                    <a:chOff x="10423519" y="2719397"/>
                    <a:chExt cx="45065" cy="35838"/>
                  </a:xfrm>
                  <a:solidFill>
                    <a:schemeClr val="accent1"/>
                  </a:solidFill>
                </p:grpSpPr>
                <p:sp>
                  <p:nvSpPr>
                    <p:cNvPr id="2243" name="Forme libre : forme 2242">
                      <a:extLst>
                        <a:ext uri="{FF2B5EF4-FFF2-40B4-BE49-F238E27FC236}">
                          <a16:creationId xmlns:a16="http://schemas.microsoft.com/office/drawing/2014/main" id="{9C3EA1E3-CCC9-4440-BA29-3CEDE9DC15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3519" y="2719397"/>
                      <a:ext cx="45065" cy="35804"/>
                    </a:xfrm>
                    <a:custGeom>
                      <a:avLst/>
                      <a:gdLst>
                        <a:gd name="connsiteX0" fmla="*/ 15804 w 45065"/>
                        <a:gd name="connsiteY0" fmla="*/ 481 h 35804"/>
                        <a:gd name="connsiteX1" fmla="*/ 44189 w 45065"/>
                        <a:gd name="connsiteY1" fmla="*/ 13911 h 35804"/>
                        <a:gd name="connsiteX2" fmla="*/ 28949 w 45065"/>
                        <a:gd name="connsiteY2" fmla="*/ 35342 h 35804"/>
                        <a:gd name="connsiteX3" fmla="*/ 1136 w 45065"/>
                        <a:gd name="connsiteY3" fmla="*/ 22388 h 35804"/>
                        <a:gd name="connsiteX4" fmla="*/ 15804 w 45065"/>
                        <a:gd name="connsiteY4" fmla="*/ 481 h 35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065" h="35804">
                          <a:moveTo>
                            <a:pt x="15804" y="481"/>
                          </a:moveTo>
                          <a:cubicBezTo>
                            <a:pt x="27901" y="-1805"/>
                            <a:pt x="40760" y="4291"/>
                            <a:pt x="44189" y="13911"/>
                          </a:cubicBezTo>
                          <a:cubicBezTo>
                            <a:pt x="47618" y="23531"/>
                            <a:pt x="40664" y="33151"/>
                            <a:pt x="28949" y="35342"/>
                          </a:cubicBezTo>
                          <a:cubicBezTo>
                            <a:pt x="17233" y="37533"/>
                            <a:pt x="4946" y="31723"/>
                            <a:pt x="1136" y="22388"/>
                          </a:cubicBezTo>
                          <a:cubicBezTo>
                            <a:pt x="-2770" y="12959"/>
                            <a:pt x="3707" y="2957"/>
                            <a:pt x="15804" y="48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44" name="Forme libre : forme 2243">
                      <a:extLst>
                        <a:ext uri="{FF2B5EF4-FFF2-40B4-BE49-F238E27FC236}">
                          <a16:creationId xmlns:a16="http://schemas.microsoft.com/office/drawing/2014/main" id="{BBCA1876-82A0-43E0-AD6C-3F7DC56718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9607" y="2719492"/>
                      <a:ext cx="38881" cy="35743"/>
                    </a:xfrm>
                    <a:custGeom>
                      <a:avLst/>
                      <a:gdLst>
                        <a:gd name="connsiteX0" fmla="*/ 16859 w 38881"/>
                        <a:gd name="connsiteY0" fmla="*/ 17626 h 35743"/>
                        <a:gd name="connsiteX1" fmla="*/ 11430 w 38881"/>
                        <a:gd name="connsiteY1" fmla="*/ 34961 h 35743"/>
                        <a:gd name="connsiteX2" fmla="*/ 22765 w 38881"/>
                        <a:gd name="connsiteY2" fmla="*/ 35342 h 35743"/>
                        <a:gd name="connsiteX3" fmla="*/ 38005 w 38881"/>
                        <a:gd name="connsiteY3" fmla="*/ 13911 h 35743"/>
                        <a:gd name="connsiteX4" fmla="*/ 9620 w 38881"/>
                        <a:gd name="connsiteY4" fmla="*/ 481 h 35743"/>
                        <a:gd name="connsiteX5" fmla="*/ 0 w 38881"/>
                        <a:gd name="connsiteY5" fmla="*/ 4957 h 35743"/>
                        <a:gd name="connsiteX6" fmla="*/ 16859 w 38881"/>
                        <a:gd name="connsiteY6" fmla="*/ 17626 h 35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881" h="35743">
                          <a:moveTo>
                            <a:pt x="16859" y="17626"/>
                          </a:moveTo>
                          <a:cubicBezTo>
                            <a:pt x="19336" y="24198"/>
                            <a:pt x="16859" y="30675"/>
                            <a:pt x="11430" y="34961"/>
                          </a:cubicBezTo>
                          <a:cubicBezTo>
                            <a:pt x="15050" y="35818"/>
                            <a:pt x="18955" y="36009"/>
                            <a:pt x="22765" y="35342"/>
                          </a:cubicBezTo>
                          <a:cubicBezTo>
                            <a:pt x="34480" y="33056"/>
                            <a:pt x="41434" y="23531"/>
                            <a:pt x="38005" y="13911"/>
                          </a:cubicBezTo>
                          <a:cubicBezTo>
                            <a:pt x="34576" y="4291"/>
                            <a:pt x="21717" y="-1805"/>
                            <a:pt x="9620" y="481"/>
                          </a:cubicBezTo>
                          <a:cubicBezTo>
                            <a:pt x="5810" y="1147"/>
                            <a:pt x="2572" y="2957"/>
                            <a:pt x="0" y="4957"/>
                          </a:cubicBezTo>
                          <a:cubicBezTo>
                            <a:pt x="7811" y="6196"/>
                            <a:pt x="14383" y="11149"/>
                            <a:pt x="16859" y="1762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45" name="Forme libre : forme 2244">
                      <a:extLst>
                        <a:ext uri="{FF2B5EF4-FFF2-40B4-BE49-F238E27FC236}">
                          <a16:creationId xmlns:a16="http://schemas.microsoft.com/office/drawing/2014/main" id="{51CC7420-55A0-4197-A1E1-F5252DF95A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9683" y="2723291"/>
                      <a:ext cx="20416" cy="15889"/>
                    </a:xfrm>
                    <a:custGeom>
                      <a:avLst/>
                      <a:gdLst>
                        <a:gd name="connsiteX0" fmla="*/ 3639 w 20416"/>
                        <a:gd name="connsiteY0" fmla="*/ 2301 h 15889"/>
                        <a:gd name="connsiteX1" fmla="*/ 18117 w 20416"/>
                        <a:gd name="connsiteY1" fmla="*/ 2492 h 15889"/>
                        <a:gd name="connsiteX2" fmla="*/ 16593 w 20416"/>
                        <a:gd name="connsiteY2" fmla="*/ 13731 h 15889"/>
                        <a:gd name="connsiteX3" fmla="*/ 2306 w 20416"/>
                        <a:gd name="connsiteY3" fmla="*/ 13541 h 15889"/>
                        <a:gd name="connsiteX4" fmla="*/ 3639 w 20416"/>
                        <a:gd name="connsiteY4" fmla="*/ 2301 h 15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416" h="15889">
                          <a:moveTo>
                            <a:pt x="3639" y="2301"/>
                          </a:moveTo>
                          <a:cubicBezTo>
                            <a:pt x="8021" y="-937"/>
                            <a:pt x="14498" y="-652"/>
                            <a:pt x="18117" y="2492"/>
                          </a:cubicBezTo>
                          <a:cubicBezTo>
                            <a:pt x="21737" y="5730"/>
                            <a:pt x="20975" y="10683"/>
                            <a:pt x="16593" y="13731"/>
                          </a:cubicBezTo>
                          <a:cubicBezTo>
                            <a:pt x="12212" y="16779"/>
                            <a:pt x="5925" y="16494"/>
                            <a:pt x="2306" y="13541"/>
                          </a:cubicBezTo>
                          <a:cubicBezTo>
                            <a:pt x="-1219" y="10493"/>
                            <a:pt x="-647" y="5444"/>
                            <a:pt x="3639" y="230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46" name="Forme libre : forme 2245">
                      <a:extLst>
                        <a:ext uri="{FF2B5EF4-FFF2-40B4-BE49-F238E27FC236}">
                          <a16:creationId xmlns:a16="http://schemas.microsoft.com/office/drawing/2014/main" id="{8581438C-DFA0-4775-A32C-D3604214A4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32405" y="2734653"/>
                      <a:ext cx="7454" cy="5882"/>
                    </a:xfrm>
                    <a:custGeom>
                      <a:avLst/>
                      <a:gdLst>
                        <a:gd name="connsiteX0" fmla="*/ 2632 w 7454"/>
                        <a:gd name="connsiteY0" fmla="*/ 84 h 5882"/>
                        <a:gd name="connsiteX1" fmla="*/ 7299 w 7454"/>
                        <a:gd name="connsiteY1" fmla="*/ 2274 h 5882"/>
                        <a:gd name="connsiteX2" fmla="*/ 4823 w 7454"/>
                        <a:gd name="connsiteY2" fmla="*/ 5799 h 5882"/>
                        <a:gd name="connsiteX3" fmla="*/ 155 w 7454"/>
                        <a:gd name="connsiteY3" fmla="*/ 3703 h 5882"/>
                        <a:gd name="connsiteX4" fmla="*/ 2632 w 7454"/>
                        <a:gd name="connsiteY4" fmla="*/ 84 h 5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54" h="5882">
                          <a:moveTo>
                            <a:pt x="2632" y="84"/>
                          </a:moveTo>
                          <a:cubicBezTo>
                            <a:pt x="4537" y="-297"/>
                            <a:pt x="6632" y="655"/>
                            <a:pt x="7299" y="2274"/>
                          </a:cubicBezTo>
                          <a:cubicBezTo>
                            <a:pt x="7870" y="3894"/>
                            <a:pt x="6823" y="5418"/>
                            <a:pt x="4823" y="5799"/>
                          </a:cubicBezTo>
                          <a:cubicBezTo>
                            <a:pt x="2917" y="6180"/>
                            <a:pt x="822" y="5227"/>
                            <a:pt x="155" y="3703"/>
                          </a:cubicBezTo>
                          <a:cubicBezTo>
                            <a:pt x="-416" y="2179"/>
                            <a:pt x="632" y="560"/>
                            <a:pt x="2632" y="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2247" name="Graphique 15">
                <a:extLst>
                  <a:ext uri="{FF2B5EF4-FFF2-40B4-BE49-F238E27FC236}">
                    <a16:creationId xmlns:a16="http://schemas.microsoft.com/office/drawing/2014/main" id="{771C2B9E-726B-4EBE-9B48-50631A8716AD}"/>
                  </a:ext>
                </a:extLst>
              </p:cNvPr>
              <p:cNvGrpSpPr/>
              <p:nvPr/>
            </p:nvGrpSpPr>
            <p:grpSpPr>
              <a:xfrm>
                <a:off x="10607416" y="2799697"/>
                <a:ext cx="456270" cy="513472"/>
                <a:chOff x="10607416" y="2799697"/>
                <a:chExt cx="456270" cy="513472"/>
              </a:xfrm>
              <a:solidFill>
                <a:schemeClr val="accent1"/>
              </a:solidFill>
            </p:grpSpPr>
            <p:sp>
              <p:nvSpPr>
                <p:cNvPr id="2248" name="Forme libre : forme 2247">
                  <a:extLst>
                    <a:ext uri="{FF2B5EF4-FFF2-40B4-BE49-F238E27FC236}">
                      <a16:creationId xmlns:a16="http://schemas.microsoft.com/office/drawing/2014/main" id="{222552A2-09EC-49A2-8633-96B0DD08BB15}"/>
                    </a:ext>
                  </a:extLst>
                </p:cNvPr>
                <p:cNvSpPr/>
                <p:nvPr/>
              </p:nvSpPr>
              <p:spPr>
                <a:xfrm>
                  <a:off x="10607416" y="2799697"/>
                  <a:ext cx="456270" cy="513472"/>
                </a:xfrm>
                <a:custGeom>
                  <a:avLst/>
                  <a:gdLst>
                    <a:gd name="connsiteX0" fmla="*/ 97940 w 456270"/>
                    <a:gd name="connsiteY0" fmla="*/ 52864 h 513472"/>
                    <a:gd name="connsiteX1" fmla="*/ 205001 w 456270"/>
                    <a:gd name="connsiteY1" fmla="*/ 139351 h 513472"/>
                    <a:gd name="connsiteX2" fmla="*/ 150137 w 456270"/>
                    <a:gd name="connsiteY2" fmla="*/ 156972 h 513472"/>
                    <a:gd name="connsiteX3" fmla="*/ 102988 w 456270"/>
                    <a:gd name="connsiteY3" fmla="*/ 187071 h 513472"/>
                    <a:gd name="connsiteX4" fmla="*/ 35742 w 456270"/>
                    <a:gd name="connsiteY4" fmla="*/ 277273 h 513472"/>
                    <a:gd name="connsiteX5" fmla="*/ 7547 w 456270"/>
                    <a:gd name="connsiteY5" fmla="*/ 360712 h 513472"/>
                    <a:gd name="connsiteX6" fmla="*/ 23 w 456270"/>
                    <a:gd name="connsiteY6" fmla="*/ 427958 h 513472"/>
                    <a:gd name="connsiteX7" fmla="*/ 28788 w 456270"/>
                    <a:gd name="connsiteY7" fmla="*/ 504634 h 513472"/>
                    <a:gd name="connsiteX8" fmla="*/ 113656 w 456270"/>
                    <a:gd name="connsiteY8" fmla="*/ 499300 h 513472"/>
                    <a:gd name="connsiteX9" fmla="*/ 171092 w 456270"/>
                    <a:gd name="connsiteY9" fmla="*/ 464249 h 513472"/>
                    <a:gd name="connsiteX10" fmla="*/ 232338 w 456270"/>
                    <a:gd name="connsiteY10" fmla="*/ 408718 h 513472"/>
                    <a:gd name="connsiteX11" fmla="*/ 289964 w 456270"/>
                    <a:gd name="connsiteY11" fmla="*/ 312230 h 513472"/>
                    <a:gd name="connsiteX12" fmla="*/ 299965 w 456270"/>
                    <a:gd name="connsiteY12" fmla="*/ 257080 h 513472"/>
                    <a:gd name="connsiteX13" fmla="*/ 295298 w 456270"/>
                    <a:gd name="connsiteY13" fmla="*/ 199644 h 513472"/>
                    <a:gd name="connsiteX14" fmla="*/ 415884 w 456270"/>
                    <a:gd name="connsiteY14" fmla="*/ 265462 h 513472"/>
                    <a:gd name="connsiteX15" fmla="*/ 456270 w 456270"/>
                    <a:gd name="connsiteY15" fmla="*/ 225076 h 513472"/>
                    <a:gd name="connsiteX16" fmla="*/ 272343 w 456270"/>
                    <a:gd name="connsiteY16" fmla="*/ 136112 h 513472"/>
                    <a:gd name="connsiteX17" fmla="*/ 119657 w 456270"/>
                    <a:gd name="connsiteY17" fmla="*/ 0 h 513472"/>
                    <a:gd name="connsiteX18" fmla="*/ 97940 w 456270"/>
                    <a:gd name="connsiteY18" fmla="*/ 52864 h 513472"/>
                    <a:gd name="connsiteX19" fmla="*/ 192333 w 456270"/>
                    <a:gd name="connsiteY19" fmla="*/ 374237 h 513472"/>
                    <a:gd name="connsiteX20" fmla="*/ 103845 w 456270"/>
                    <a:gd name="connsiteY20" fmla="*/ 452438 h 513472"/>
                    <a:gd name="connsiteX21" fmla="*/ 60792 w 456270"/>
                    <a:gd name="connsiteY21" fmla="*/ 457295 h 513472"/>
                    <a:gd name="connsiteX22" fmla="*/ 47553 w 456270"/>
                    <a:gd name="connsiteY22" fmla="*/ 407670 h 513472"/>
                    <a:gd name="connsiteX23" fmla="*/ 82986 w 456270"/>
                    <a:gd name="connsiteY23" fmla="*/ 300895 h 513472"/>
                    <a:gd name="connsiteX24" fmla="*/ 144517 w 456270"/>
                    <a:gd name="connsiteY24" fmla="*/ 230124 h 513472"/>
                    <a:gd name="connsiteX25" fmla="*/ 231861 w 456270"/>
                    <a:gd name="connsiteY25" fmla="*/ 196787 h 513472"/>
                    <a:gd name="connsiteX26" fmla="*/ 239005 w 456270"/>
                    <a:gd name="connsiteY26" fmla="*/ 244030 h 513472"/>
                    <a:gd name="connsiteX27" fmla="*/ 234338 w 456270"/>
                    <a:gd name="connsiteY27" fmla="*/ 290227 h 513472"/>
                    <a:gd name="connsiteX28" fmla="*/ 192333 w 456270"/>
                    <a:gd name="connsiteY28" fmla="*/ 374237 h 513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56270" h="513472">
                      <a:moveTo>
                        <a:pt x="97940" y="52864"/>
                      </a:moveTo>
                      <a:cubicBezTo>
                        <a:pt x="143660" y="72200"/>
                        <a:pt x="181093" y="102965"/>
                        <a:pt x="205001" y="139351"/>
                      </a:cubicBezTo>
                      <a:cubicBezTo>
                        <a:pt x="185475" y="143161"/>
                        <a:pt x="167282" y="148685"/>
                        <a:pt x="150137" y="156972"/>
                      </a:cubicBezTo>
                      <a:cubicBezTo>
                        <a:pt x="132992" y="165163"/>
                        <a:pt x="117180" y="175260"/>
                        <a:pt x="102988" y="187071"/>
                      </a:cubicBezTo>
                      <a:cubicBezTo>
                        <a:pt x="74508" y="210598"/>
                        <a:pt x="52029" y="241935"/>
                        <a:pt x="35742" y="277273"/>
                      </a:cubicBezTo>
                      <a:cubicBezTo>
                        <a:pt x="21835" y="307467"/>
                        <a:pt x="13072" y="335566"/>
                        <a:pt x="7547" y="360712"/>
                      </a:cubicBezTo>
                      <a:cubicBezTo>
                        <a:pt x="2118" y="385953"/>
                        <a:pt x="-263" y="408813"/>
                        <a:pt x="23" y="427958"/>
                      </a:cubicBezTo>
                      <a:cubicBezTo>
                        <a:pt x="689" y="466344"/>
                        <a:pt x="10214" y="492633"/>
                        <a:pt x="28788" y="504634"/>
                      </a:cubicBezTo>
                      <a:cubicBezTo>
                        <a:pt x="48410" y="518541"/>
                        <a:pt x="77556" y="515493"/>
                        <a:pt x="113656" y="499300"/>
                      </a:cubicBezTo>
                      <a:cubicBezTo>
                        <a:pt x="131563" y="491204"/>
                        <a:pt x="150994" y="479393"/>
                        <a:pt x="171092" y="464249"/>
                      </a:cubicBezTo>
                      <a:cubicBezTo>
                        <a:pt x="191094" y="449199"/>
                        <a:pt x="211859" y="430816"/>
                        <a:pt x="232338" y="408718"/>
                      </a:cubicBezTo>
                      <a:cubicBezTo>
                        <a:pt x="258912" y="380143"/>
                        <a:pt x="279010" y="347567"/>
                        <a:pt x="289964" y="312230"/>
                      </a:cubicBezTo>
                      <a:cubicBezTo>
                        <a:pt x="295488" y="294513"/>
                        <a:pt x="298917" y="276034"/>
                        <a:pt x="299965" y="257080"/>
                      </a:cubicBezTo>
                      <a:cubicBezTo>
                        <a:pt x="300727" y="238411"/>
                        <a:pt x="299203" y="219170"/>
                        <a:pt x="295298" y="199644"/>
                      </a:cubicBezTo>
                      <a:cubicBezTo>
                        <a:pt x="337779" y="208217"/>
                        <a:pt x="380642" y="230600"/>
                        <a:pt x="415884" y="265462"/>
                      </a:cubicBezTo>
                      <a:lnTo>
                        <a:pt x="456270" y="225076"/>
                      </a:lnTo>
                      <a:cubicBezTo>
                        <a:pt x="402930" y="171736"/>
                        <a:pt x="335398" y="141732"/>
                        <a:pt x="272343" y="136112"/>
                      </a:cubicBezTo>
                      <a:cubicBezTo>
                        <a:pt x="243387" y="79724"/>
                        <a:pt x="189666" y="28766"/>
                        <a:pt x="119657" y="0"/>
                      </a:cubicBezTo>
                      <a:lnTo>
                        <a:pt x="97940" y="52864"/>
                      </a:lnTo>
                      <a:close/>
                      <a:moveTo>
                        <a:pt x="192333" y="374237"/>
                      </a:moveTo>
                      <a:cubicBezTo>
                        <a:pt x="152994" y="422720"/>
                        <a:pt x="121943" y="443198"/>
                        <a:pt x="103845" y="452438"/>
                      </a:cubicBezTo>
                      <a:cubicBezTo>
                        <a:pt x="85176" y="461867"/>
                        <a:pt x="70032" y="464058"/>
                        <a:pt x="60792" y="457295"/>
                      </a:cubicBezTo>
                      <a:cubicBezTo>
                        <a:pt x="50886" y="451295"/>
                        <a:pt x="45743" y="433768"/>
                        <a:pt x="47553" y="407670"/>
                      </a:cubicBezTo>
                      <a:cubicBezTo>
                        <a:pt x="49648" y="381476"/>
                        <a:pt x="58983" y="344900"/>
                        <a:pt x="82986" y="300895"/>
                      </a:cubicBezTo>
                      <a:cubicBezTo>
                        <a:pt x="98702" y="272225"/>
                        <a:pt x="119276" y="248126"/>
                        <a:pt x="144517" y="230124"/>
                      </a:cubicBezTo>
                      <a:cubicBezTo>
                        <a:pt x="169949" y="211836"/>
                        <a:pt x="199381" y="200692"/>
                        <a:pt x="231861" y="196787"/>
                      </a:cubicBezTo>
                      <a:cubicBezTo>
                        <a:pt x="236338" y="212408"/>
                        <a:pt x="238529" y="228409"/>
                        <a:pt x="239005" y="244030"/>
                      </a:cubicBezTo>
                      <a:cubicBezTo>
                        <a:pt x="239481" y="259556"/>
                        <a:pt x="237862" y="275082"/>
                        <a:pt x="234338" y="290227"/>
                      </a:cubicBezTo>
                      <a:cubicBezTo>
                        <a:pt x="227289" y="320516"/>
                        <a:pt x="212907" y="348805"/>
                        <a:pt x="192333" y="374237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49" name="Forme libre : forme 2248">
                  <a:extLst>
                    <a:ext uri="{FF2B5EF4-FFF2-40B4-BE49-F238E27FC236}">
                      <a16:creationId xmlns:a16="http://schemas.microsoft.com/office/drawing/2014/main" id="{76C4F9E2-D8FC-4A40-AB1A-5E6C94EFD9E6}"/>
                    </a:ext>
                  </a:extLst>
                </p:cNvPr>
                <p:cNvSpPr/>
                <p:nvPr/>
              </p:nvSpPr>
              <p:spPr>
                <a:xfrm>
                  <a:off x="10607416" y="3074779"/>
                  <a:ext cx="246244" cy="238390"/>
                </a:xfrm>
                <a:custGeom>
                  <a:avLst/>
                  <a:gdLst>
                    <a:gd name="connsiteX0" fmla="*/ 131182 w 246244"/>
                    <a:gd name="connsiteY0" fmla="*/ 202787 h 238390"/>
                    <a:gd name="connsiteX1" fmla="*/ 43838 w 246244"/>
                    <a:gd name="connsiteY1" fmla="*/ 206311 h 238390"/>
                    <a:gd name="connsiteX2" fmla="*/ 22407 w 246244"/>
                    <a:gd name="connsiteY2" fmla="*/ 179451 h 238390"/>
                    <a:gd name="connsiteX3" fmla="*/ 12691 w 246244"/>
                    <a:gd name="connsiteY3" fmla="*/ 135446 h 238390"/>
                    <a:gd name="connsiteX4" fmla="*/ 16215 w 246244"/>
                    <a:gd name="connsiteY4" fmla="*/ 74962 h 238390"/>
                    <a:gd name="connsiteX5" fmla="*/ 36789 w 246244"/>
                    <a:gd name="connsiteY5" fmla="*/ 0 h 238390"/>
                    <a:gd name="connsiteX6" fmla="*/ 35742 w 246244"/>
                    <a:gd name="connsiteY6" fmla="*/ 2191 h 238390"/>
                    <a:gd name="connsiteX7" fmla="*/ 7547 w 246244"/>
                    <a:gd name="connsiteY7" fmla="*/ 85630 h 238390"/>
                    <a:gd name="connsiteX8" fmla="*/ 23 w 246244"/>
                    <a:gd name="connsiteY8" fmla="*/ 152876 h 238390"/>
                    <a:gd name="connsiteX9" fmla="*/ 28788 w 246244"/>
                    <a:gd name="connsiteY9" fmla="*/ 229552 h 238390"/>
                    <a:gd name="connsiteX10" fmla="*/ 113656 w 246244"/>
                    <a:gd name="connsiteY10" fmla="*/ 224218 h 238390"/>
                    <a:gd name="connsiteX11" fmla="*/ 171092 w 246244"/>
                    <a:gd name="connsiteY11" fmla="*/ 189167 h 238390"/>
                    <a:gd name="connsiteX12" fmla="*/ 232338 w 246244"/>
                    <a:gd name="connsiteY12" fmla="*/ 133636 h 238390"/>
                    <a:gd name="connsiteX13" fmla="*/ 246244 w 246244"/>
                    <a:gd name="connsiteY13" fmla="*/ 117443 h 238390"/>
                    <a:gd name="connsiteX14" fmla="*/ 131182 w 246244"/>
                    <a:gd name="connsiteY14" fmla="*/ 202787 h 238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46244" h="238390">
                      <a:moveTo>
                        <a:pt x="131182" y="202787"/>
                      </a:moveTo>
                      <a:cubicBezTo>
                        <a:pt x="94416" y="218504"/>
                        <a:pt x="64507" y="220885"/>
                        <a:pt x="43838" y="206311"/>
                      </a:cubicBezTo>
                      <a:cubicBezTo>
                        <a:pt x="34599" y="200596"/>
                        <a:pt x="27741" y="191167"/>
                        <a:pt x="22407" y="179451"/>
                      </a:cubicBezTo>
                      <a:cubicBezTo>
                        <a:pt x="16977" y="167926"/>
                        <a:pt x="14025" y="152590"/>
                        <a:pt x="12691" y="135446"/>
                      </a:cubicBezTo>
                      <a:cubicBezTo>
                        <a:pt x="11453" y="118110"/>
                        <a:pt x="12405" y="97822"/>
                        <a:pt x="16215" y="74962"/>
                      </a:cubicBezTo>
                      <a:cubicBezTo>
                        <a:pt x="19835" y="52388"/>
                        <a:pt x="26312" y="27242"/>
                        <a:pt x="36789" y="0"/>
                      </a:cubicBezTo>
                      <a:lnTo>
                        <a:pt x="35742" y="2191"/>
                      </a:lnTo>
                      <a:cubicBezTo>
                        <a:pt x="21835" y="32385"/>
                        <a:pt x="13072" y="60484"/>
                        <a:pt x="7547" y="85630"/>
                      </a:cubicBezTo>
                      <a:cubicBezTo>
                        <a:pt x="2118" y="110871"/>
                        <a:pt x="-263" y="133731"/>
                        <a:pt x="23" y="152876"/>
                      </a:cubicBezTo>
                      <a:cubicBezTo>
                        <a:pt x="689" y="191262"/>
                        <a:pt x="10214" y="217551"/>
                        <a:pt x="28788" y="229552"/>
                      </a:cubicBezTo>
                      <a:cubicBezTo>
                        <a:pt x="48410" y="243459"/>
                        <a:pt x="77556" y="240411"/>
                        <a:pt x="113656" y="224218"/>
                      </a:cubicBezTo>
                      <a:cubicBezTo>
                        <a:pt x="131563" y="216122"/>
                        <a:pt x="150994" y="204311"/>
                        <a:pt x="171092" y="189167"/>
                      </a:cubicBezTo>
                      <a:cubicBezTo>
                        <a:pt x="191094" y="174117"/>
                        <a:pt x="211859" y="155734"/>
                        <a:pt x="232338" y="133636"/>
                      </a:cubicBezTo>
                      <a:cubicBezTo>
                        <a:pt x="237195" y="128397"/>
                        <a:pt x="241767" y="122968"/>
                        <a:pt x="246244" y="117443"/>
                      </a:cubicBezTo>
                      <a:cubicBezTo>
                        <a:pt x="206811" y="158877"/>
                        <a:pt x="166139" y="187357"/>
                        <a:pt x="131182" y="202787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50" name="Forme libre : forme 2249">
                  <a:extLst>
                    <a:ext uri="{FF2B5EF4-FFF2-40B4-BE49-F238E27FC236}">
                      <a16:creationId xmlns:a16="http://schemas.microsoft.com/office/drawing/2014/main" id="{F57FF082-86BD-4C6B-A5C1-834AD71E2724}"/>
                    </a:ext>
                  </a:extLst>
                </p:cNvPr>
                <p:cNvSpPr/>
                <p:nvPr/>
              </p:nvSpPr>
              <p:spPr>
                <a:xfrm>
                  <a:off x="10708023" y="2945492"/>
                  <a:ext cx="280225" cy="60326"/>
                </a:xfrm>
                <a:custGeom>
                  <a:avLst/>
                  <a:gdLst>
                    <a:gd name="connsiteX0" fmla="*/ 280225 w 280225"/>
                    <a:gd name="connsiteY0" fmla="*/ 30418 h 60326"/>
                    <a:gd name="connsiteX1" fmla="*/ 252317 w 280225"/>
                    <a:gd name="connsiteY1" fmla="*/ 18416 h 60326"/>
                    <a:gd name="connsiteX2" fmla="*/ 220980 w 280225"/>
                    <a:gd name="connsiteY2" fmla="*/ 8605 h 60326"/>
                    <a:gd name="connsiteX3" fmla="*/ 181165 w 280225"/>
                    <a:gd name="connsiteY3" fmla="*/ 1557 h 60326"/>
                    <a:gd name="connsiteX4" fmla="*/ 136017 w 280225"/>
                    <a:gd name="connsiteY4" fmla="*/ 509 h 60326"/>
                    <a:gd name="connsiteX5" fmla="*/ 112490 w 280225"/>
                    <a:gd name="connsiteY5" fmla="*/ 2986 h 60326"/>
                    <a:gd name="connsiteX6" fmla="*/ 88678 w 280225"/>
                    <a:gd name="connsiteY6" fmla="*/ 8415 h 60326"/>
                    <a:gd name="connsiteX7" fmla="*/ 0 w 280225"/>
                    <a:gd name="connsiteY7" fmla="*/ 60326 h 60326"/>
                    <a:gd name="connsiteX8" fmla="*/ 17907 w 280225"/>
                    <a:gd name="connsiteY8" fmla="*/ 47086 h 60326"/>
                    <a:gd name="connsiteX9" fmla="*/ 71247 w 280225"/>
                    <a:gd name="connsiteY9" fmla="*/ 21083 h 60326"/>
                    <a:gd name="connsiteX10" fmla="*/ 111347 w 280225"/>
                    <a:gd name="connsiteY10" fmla="*/ 10415 h 60326"/>
                    <a:gd name="connsiteX11" fmla="*/ 160020 w 280225"/>
                    <a:gd name="connsiteY11" fmla="*/ 6034 h 60326"/>
                    <a:gd name="connsiteX12" fmla="*/ 216884 w 280225"/>
                    <a:gd name="connsiteY12" fmla="*/ 11368 h 60326"/>
                    <a:gd name="connsiteX13" fmla="*/ 280225 w 280225"/>
                    <a:gd name="connsiteY13" fmla="*/ 30418 h 60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80225" h="60326">
                      <a:moveTo>
                        <a:pt x="280225" y="30418"/>
                      </a:moveTo>
                      <a:cubicBezTo>
                        <a:pt x="280225" y="30418"/>
                        <a:pt x="270129" y="24703"/>
                        <a:pt x="252317" y="18416"/>
                      </a:cubicBezTo>
                      <a:cubicBezTo>
                        <a:pt x="243459" y="15273"/>
                        <a:pt x="232981" y="11749"/>
                        <a:pt x="220980" y="8605"/>
                      </a:cubicBezTo>
                      <a:cubicBezTo>
                        <a:pt x="208883" y="5748"/>
                        <a:pt x="195358" y="3271"/>
                        <a:pt x="181165" y="1557"/>
                      </a:cubicBezTo>
                      <a:cubicBezTo>
                        <a:pt x="167069" y="-348"/>
                        <a:pt x="151447" y="-253"/>
                        <a:pt x="136017" y="509"/>
                      </a:cubicBezTo>
                      <a:cubicBezTo>
                        <a:pt x="128206" y="985"/>
                        <a:pt x="120396" y="1747"/>
                        <a:pt x="112490" y="2986"/>
                      </a:cubicBezTo>
                      <a:cubicBezTo>
                        <a:pt x="104489" y="4414"/>
                        <a:pt x="96583" y="6224"/>
                        <a:pt x="88678" y="8415"/>
                      </a:cubicBezTo>
                      <a:cubicBezTo>
                        <a:pt x="57150" y="17083"/>
                        <a:pt x="26384" y="33942"/>
                        <a:pt x="0" y="60326"/>
                      </a:cubicBezTo>
                      <a:cubicBezTo>
                        <a:pt x="0" y="60326"/>
                        <a:pt x="6001" y="54802"/>
                        <a:pt x="17907" y="47086"/>
                      </a:cubicBezTo>
                      <a:cubicBezTo>
                        <a:pt x="29813" y="39276"/>
                        <a:pt x="47625" y="29084"/>
                        <a:pt x="71247" y="21083"/>
                      </a:cubicBezTo>
                      <a:cubicBezTo>
                        <a:pt x="83058" y="16987"/>
                        <a:pt x="96488" y="13177"/>
                        <a:pt x="111347" y="10415"/>
                      </a:cubicBezTo>
                      <a:cubicBezTo>
                        <a:pt x="126016" y="7939"/>
                        <a:pt x="142304" y="6319"/>
                        <a:pt x="160020" y="6034"/>
                      </a:cubicBezTo>
                      <a:cubicBezTo>
                        <a:pt x="177737" y="5938"/>
                        <a:pt x="196501" y="7843"/>
                        <a:pt x="216884" y="11368"/>
                      </a:cubicBezTo>
                      <a:cubicBezTo>
                        <a:pt x="236696" y="15463"/>
                        <a:pt x="258223" y="21369"/>
                        <a:pt x="280225" y="304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51" name="Forme libre : forme 2250">
                  <a:extLst>
                    <a:ext uri="{FF2B5EF4-FFF2-40B4-BE49-F238E27FC236}">
                      <a16:creationId xmlns:a16="http://schemas.microsoft.com/office/drawing/2014/main" id="{B4E6C375-FB52-43FE-8726-2238322B81AA}"/>
                    </a:ext>
                  </a:extLst>
                </p:cNvPr>
                <p:cNvSpPr/>
                <p:nvPr/>
              </p:nvSpPr>
              <p:spPr>
                <a:xfrm>
                  <a:off x="10774984" y="2994614"/>
                  <a:ext cx="127825" cy="207800"/>
                </a:xfrm>
                <a:custGeom>
                  <a:avLst/>
                  <a:gdLst>
                    <a:gd name="connsiteX0" fmla="*/ 127825 w 127825"/>
                    <a:gd name="connsiteY0" fmla="*/ 4822 h 207800"/>
                    <a:gd name="connsiteX1" fmla="*/ 120872 w 127825"/>
                    <a:gd name="connsiteY1" fmla="*/ 3489 h 207800"/>
                    <a:gd name="connsiteX2" fmla="*/ 103918 w 127825"/>
                    <a:gd name="connsiteY2" fmla="*/ 1203 h 207800"/>
                    <a:gd name="connsiteX3" fmla="*/ 64389 w 127825"/>
                    <a:gd name="connsiteY3" fmla="*/ 1870 h 207800"/>
                    <a:gd name="connsiteX4" fmla="*/ 66104 w 127825"/>
                    <a:gd name="connsiteY4" fmla="*/ 6918 h 207800"/>
                    <a:gd name="connsiteX5" fmla="*/ 69437 w 127825"/>
                    <a:gd name="connsiteY5" fmla="*/ 21396 h 207800"/>
                    <a:gd name="connsiteX6" fmla="*/ 71723 w 127825"/>
                    <a:gd name="connsiteY6" fmla="*/ 70926 h 207800"/>
                    <a:gd name="connsiteX7" fmla="*/ 52673 w 127825"/>
                    <a:gd name="connsiteY7" fmla="*/ 137220 h 207800"/>
                    <a:gd name="connsiteX8" fmla="*/ 0 w 127825"/>
                    <a:gd name="connsiteY8" fmla="*/ 207800 h 207800"/>
                    <a:gd name="connsiteX9" fmla="*/ 49530 w 127825"/>
                    <a:gd name="connsiteY9" fmla="*/ 165795 h 207800"/>
                    <a:gd name="connsiteX10" fmla="*/ 108680 w 127825"/>
                    <a:gd name="connsiteY10" fmla="*/ 33397 h 207800"/>
                    <a:gd name="connsiteX11" fmla="*/ 127825 w 127825"/>
                    <a:gd name="connsiteY11" fmla="*/ 4822 h 207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7825" h="207800">
                      <a:moveTo>
                        <a:pt x="127825" y="4822"/>
                      </a:moveTo>
                      <a:cubicBezTo>
                        <a:pt x="127825" y="4822"/>
                        <a:pt x="125254" y="4155"/>
                        <a:pt x="120872" y="3489"/>
                      </a:cubicBezTo>
                      <a:cubicBezTo>
                        <a:pt x="116491" y="2822"/>
                        <a:pt x="110490" y="1965"/>
                        <a:pt x="103918" y="1203"/>
                      </a:cubicBezTo>
                      <a:cubicBezTo>
                        <a:pt x="90583" y="-131"/>
                        <a:pt x="74962" y="-893"/>
                        <a:pt x="64389" y="1870"/>
                      </a:cubicBezTo>
                      <a:cubicBezTo>
                        <a:pt x="64389" y="1870"/>
                        <a:pt x="65056" y="3584"/>
                        <a:pt x="66104" y="6918"/>
                      </a:cubicBezTo>
                      <a:cubicBezTo>
                        <a:pt x="67056" y="10251"/>
                        <a:pt x="68294" y="15204"/>
                        <a:pt x="69437" y="21396"/>
                      </a:cubicBezTo>
                      <a:cubicBezTo>
                        <a:pt x="71723" y="33683"/>
                        <a:pt x="73438" y="51019"/>
                        <a:pt x="71723" y="70926"/>
                      </a:cubicBezTo>
                      <a:cubicBezTo>
                        <a:pt x="69723" y="91119"/>
                        <a:pt x="64103" y="113979"/>
                        <a:pt x="52673" y="137220"/>
                      </a:cubicBezTo>
                      <a:cubicBezTo>
                        <a:pt x="41243" y="160556"/>
                        <a:pt x="24003" y="184369"/>
                        <a:pt x="0" y="207800"/>
                      </a:cubicBezTo>
                      <a:cubicBezTo>
                        <a:pt x="0" y="207800"/>
                        <a:pt x="23241" y="193608"/>
                        <a:pt x="49530" y="165795"/>
                      </a:cubicBezTo>
                      <a:cubicBezTo>
                        <a:pt x="75533" y="137696"/>
                        <a:pt x="105537" y="96072"/>
                        <a:pt x="108680" y="33397"/>
                      </a:cubicBezTo>
                      <a:cubicBezTo>
                        <a:pt x="109442" y="14347"/>
                        <a:pt x="127825" y="4822"/>
                        <a:pt x="127825" y="4822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52" name="Forme libre : forme 2251">
                  <a:extLst>
                    <a:ext uri="{FF2B5EF4-FFF2-40B4-BE49-F238E27FC236}">
                      <a16:creationId xmlns:a16="http://schemas.microsoft.com/office/drawing/2014/main" id="{04B2B7CD-E57B-467D-8C23-FDAE166CDE19}"/>
                    </a:ext>
                  </a:extLst>
                </p:cNvPr>
                <p:cNvSpPr/>
                <p:nvPr/>
              </p:nvSpPr>
              <p:spPr>
                <a:xfrm>
                  <a:off x="10732026" y="2865705"/>
                  <a:ext cx="101441" cy="73342"/>
                </a:xfrm>
                <a:custGeom>
                  <a:avLst/>
                  <a:gdLst>
                    <a:gd name="connsiteX0" fmla="*/ 80391 w 101441"/>
                    <a:gd name="connsiteY0" fmla="*/ 73342 h 73342"/>
                    <a:gd name="connsiteX1" fmla="*/ 101441 w 101441"/>
                    <a:gd name="connsiteY1" fmla="*/ 69437 h 73342"/>
                    <a:gd name="connsiteX2" fmla="*/ 95060 w 101441"/>
                    <a:gd name="connsiteY2" fmla="*/ 61817 h 73342"/>
                    <a:gd name="connsiteX3" fmla="*/ 75914 w 101441"/>
                    <a:gd name="connsiteY3" fmla="*/ 43053 h 73342"/>
                    <a:gd name="connsiteX4" fmla="*/ 44005 w 101441"/>
                    <a:gd name="connsiteY4" fmla="*/ 20002 h 73342"/>
                    <a:gd name="connsiteX5" fmla="*/ 23527 w 101441"/>
                    <a:gd name="connsiteY5" fmla="*/ 8953 h 73342"/>
                    <a:gd name="connsiteX6" fmla="*/ 0 w 101441"/>
                    <a:gd name="connsiteY6" fmla="*/ 0 h 73342"/>
                    <a:gd name="connsiteX7" fmla="*/ 7811 w 101441"/>
                    <a:gd name="connsiteY7" fmla="*/ 4381 h 73342"/>
                    <a:gd name="connsiteX8" fmla="*/ 27718 w 101441"/>
                    <a:gd name="connsiteY8" fmla="*/ 17907 h 73342"/>
                    <a:gd name="connsiteX9" fmla="*/ 53912 w 101441"/>
                    <a:gd name="connsiteY9" fmla="*/ 40957 h 73342"/>
                    <a:gd name="connsiteX10" fmla="*/ 80391 w 101441"/>
                    <a:gd name="connsiteY10" fmla="*/ 73342 h 73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1441" h="73342">
                      <a:moveTo>
                        <a:pt x="80391" y="73342"/>
                      </a:moveTo>
                      <a:cubicBezTo>
                        <a:pt x="80391" y="73342"/>
                        <a:pt x="91250" y="70104"/>
                        <a:pt x="101441" y="69437"/>
                      </a:cubicBezTo>
                      <a:cubicBezTo>
                        <a:pt x="101441" y="69437"/>
                        <a:pt x="99346" y="66389"/>
                        <a:pt x="95060" y="61817"/>
                      </a:cubicBezTo>
                      <a:cubicBezTo>
                        <a:pt x="90773" y="57150"/>
                        <a:pt x="84392" y="50578"/>
                        <a:pt x="75914" y="43053"/>
                      </a:cubicBezTo>
                      <a:cubicBezTo>
                        <a:pt x="67532" y="35433"/>
                        <a:pt x="56769" y="27527"/>
                        <a:pt x="44005" y="20002"/>
                      </a:cubicBezTo>
                      <a:cubicBezTo>
                        <a:pt x="37624" y="16192"/>
                        <a:pt x="30766" y="12478"/>
                        <a:pt x="23527" y="8953"/>
                      </a:cubicBezTo>
                      <a:cubicBezTo>
                        <a:pt x="16097" y="5715"/>
                        <a:pt x="8192" y="2667"/>
                        <a:pt x="0" y="0"/>
                      </a:cubicBezTo>
                      <a:cubicBezTo>
                        <a:pt x="0" y="0"/>
                        <a:pt x="2858" y="1524"/>
                        <a:pt x="7811" y="4381"/>
                      </a:cubicBezTo>
                      <a:cubicBezTo>
                        <a:pt x="12763" y="7429"/>
                        <a:pt x="19907" y="11525"/>
                        <a:pt x="27718" y="17907"/>
                      </a:cubicBezTo>
                      <a:cubicBezTo>
                        <a:pt x="35719" y="24098"/>
                        <a:pt x="44768" y="31813"/>
                        <a:pt x="53912" y="40957"/>
                      </a:cubicBezTo>
                      <a:cubicBezTo>
                        <a:pt x="63151" y="49911"/>
                        <a:pt x="72104" y="61150"/>
                        <a:pt x="80391" y="73342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253" name="Graphique 15">
                  <a:extLst>
                    <a:ext uri="{FF2B5EF4-FFF2-40B4-BE49-F238E27FC236}">
                      <a16:creationId xmlns:a16="http://schemas.microsoft.com/office/drawing/2014/main" id="{E0DE0EF3-9A1E-48D2-AF60-CFF7139D2F94}"/>
                    </a:ext>
                  </a:extLst>
                </p:cNvPr>
                <p:cNvGrpSpPr/>
                <p:nvPr/>
              </p:nvGrpSpPr>
              <p:grpSpPr>
                <a:xfrm>
                  <a:off x="10752072" y="2927552"/>
                  <a:ext cx="47200" cy="108362"/>
                  <a:chOff x="10752072" y="2927552"/>
                  <a:chExt cx="47200" cy="108362"/>
                </a:xfrm>
                <a:solidFill>
                  <a:schemeClr val="accent1"/>
                </a:solidFill>
              </p:grpSpPr>
              <p:grpSp>
                <p:nvGrpSpPr>
                  <p:cNvPr id="2254" name="Graphique 15">
                    <a:extLst>
                      <a:ext uri="{FF2B5EF4-FFF2-40B4-BE49-F238E27FC236}">
                        <a16:creationId xmlns:a16="http://schemas.microsoft.com/office/drawing/2014/main" id="{F22A751A-8AFC-4ADB-8346-ED8571D2111B}"/>
                      </a:ext>
                    </a:extLst>
                  </p:cNvPr>
                  <p:cNvGrpSpPr/>
                  <p:nvPr/>
                </p:nvGrpSpPr>
                <p:grpSpPr>
                  <a:xfrm>
                    <a:off x="10753206" y="2927552"/>
                    <a:ext cx="39596" cy="36948"/>
                    <a:chOff x="10753206" y="2927552"/>
                    <a:chExt cx="39596" cy="36948"/>
                  </a:xfrm>
                  <a:solidFill>
                    <a:schemeClr val="accent1"/>
                  </a:solidFill>
                </p:grpSpPr>
                <p:sp>
                  <p:nvSpPr>
                    <p:cNvPr id="2255" name="Forme libre : forme 2254">
                      <a:extLst>
                        <a:ext uri="{FF2B5EF4-FFF2-40B4-BE49-F238E27FC236}">
                          <a16:creationId xmlns:a16="http://schemas.microsoft.com/office/drawing/2014/main" id="{C4397E7C-4C72-4C77-B787-4F2437F88E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53206" y="2927552"/>
                      <a:ext cx="39596" cy="36948"/>
                    </a:xfrm>
                    <a:custGeom>
                      <a:avLst/>
                      <a:gdLst>
                        <a:gd name="connsiteX0" fmla="*/ 37494 w 39596"/>
                        <a:gd name="connsiteY0" fmla="*/ 28545 h 36948"/>
                        <a:gd name="connsiteX1" fmla="*/ 11300 w 39596"/>
                        <a:gd name="connsiteY1" fmla="*/ 34069 h 36948"/>
                        <a:gd name="connsiteX2" fmla="*/ 1775 w 39596"/>
                        <a:gd name="connsiteY2" fmla="*/ 9019 h 36948"/>
                        <a:gd name="connsiteX3" fmla="*/ 28350 w 39596"/>
                        <a:gd name="connsiteY3" fmla="*/ 2732 h 36948"/>
                        <a:gd name="connsiteX4" fmla="*/ 37494 w 39596"/>
                        <a:gd name="connsiteY4" fmla="*/ 28545 h 36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96" h="36948">
                          <a:moveTo>
                            <a:pt x="37494" y="28545"/>
                          </a:moveTo>
                          <a:cubicBezTo>
                            <a:pt x="32541" y="37022"/>
                            <a:pt x="20825" y="39499"/>
                            <a:pt x="11300" y="34069"/>
                          </a:cubicBezTo>
                          <a:cubicBezTo>
                            <a:pt x="1585" y="28831"/>
                            <a:pt x="-2701" y="17877"/>
                            <a:pt x="1775" y="9019"/>
                          </a:cubicBezTo>
                          <a:cubicBezTo>
                            <a:pt x="6252" y="256"/>
                            <a:pt x="18254" y="-2697"/>
                            <a:pt x="28350" y="2732"/>
                          </a:cubicBezTo>
                          <a:cubicBezTo>
                            <a:pt x="38351" y="8447"/>
                            <a:pt x="42447" y="20068"/>
                            <a:pt x="37494" y="2854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56" name="Forme libre : forme 2255">
                      <a:extLst>
                        <a:ext uri="{FF2B5EF4-FFF2-40B4-BE49-F238E27FC236}">
                          <a16:creationId xmlns:a16="http://schemas.microsoft.com/office/drawing/2014/main" id="{C21BB9F3-8B16-4737-AAB9-8876C99D8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53206" y="2929999"/>
                      <a:ext cx="39504" cy="34501"/>
                    </a:xfrm>
                    <a:custGeom>
                      <a:avLst/>
                      <a:gdLst>
                        <a:gd name="connsiteX0" fmla="*/ 19778 w 39504"/>
                        <a:gd name="connsiteY0" fmla="*/ 16383 h 34501"/>
                        <a:gd name="connsiteX1" fmla="*/ 8348 w 39504"/>
                        <a:gd name="connsiteY1" fmla="*/ 0 h 34501"/>
                        <a:gd name="connsiteX2" fmla="*/ 1775 w 39504"/>
                        <a:gd name="connsiteY2" fmla="*/ 6572 h 34501"/>
                        <a:gd name="connsiteX3" fmla="*/ 11300 w 39504"/>
                        <a:gd name="connsiteY3" fmla="*/ 31623 h 34501"/>
                        <a:gd name="connsiteX4" fmla="*/ 37494 w 39504"/>
                        <a:gd name="connsiteY4" fmla="*/ 26098 h 34501"/>
                        <a:gd name="connsiteX5" fmla="*/ 39494 w 39504"/>
                        <a:gd name="connsiteY5" fmla="*/ 17335 h 34501"/>
                        <a:gd name="connsiteX6" fmla="*/ 19778 w 39504"/>
                        <a:gd name="connsiteY6" fmla="*/ 16383 h 345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504" h="34501">
                          <a:moveTo>
                            <a:pt x="19778" y="16383"/>
                          </a:moveTo>
                          <a:cubicBezTo>
                            <a:pt x="13110" y="12668"/>
                            <a:pt x="8919" y="6477"/>
                            <a:pt x="8348" y="0"/>
                          </a:cubicBezTo>
                          <a:cubicBezTo>
                            <a:pt x="5585" y="1524"/>
                            <a:pt x="3299" y="3715"/>
                            <a:pt x="1775" y="6572"/>
                          </a:cubicBezTo>
                          <a:cubicBezTo>
                            <a:pt x="-2701" y="15335"/>
                            <a:pt x="1585" y="26384"/>
                            <a:pt x="11300" y="31623"/>
                          </a:cubicBezTo>
                          <a:cubicBezTo>
                            <a:pt x="20825" y="37052"/>
                            <a:pt x="32541" y="34576"/>
                            <a:pt x="37494" y="26098"/>
                          </a:cubicBezTo>
                          <a:cubicBezTo>
                            <a:pt x="39018" y="23336"/>
                            <a:pt x="39590" y="20383"/>
                            <a:pt x="39494" y="17335"/>
                          </a:cubicBezTo>
                          <a:cubicBezTo>
                            <a:pt x="33779" y="20193"/>
                            <a:pt x="26350" y="20098"/>
                            <a:pt x="19778" y="163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57" name="Forme libre : forme 2256">
                      <a:extLst>
                        <a:ext uri="{FF2B5EF4-FFF2-40B4-BE49-F238E27FC236}">
                          <a16:creationId xmlns:a16="http://schemas.microsoft.com/office/drawing/2014/main" id="{ED45EDD7-0BC9-4EC5-95EA-40617C54D8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73174" y="2938339"/>
                      <a:ext cx="16383" cy="17801"/>
                    </a:xfrm>
                    <a:custGeom>
                      <a:avLst/>
                      <a:gdLst>
                        <a:gd name="connsiteX0" fmla="*/ 16383 w 16383"/>
                        <a:gd name="connsiteY0" fmla="*/ 9853 h 17801"/>
                        <a:gd name="connsiteX1" fmla="*/ 8191 w 16383"/>
                        <a:gd name="connsiteY1" fmla="*/ 17759 h 17801"/>
                        <a:gd name="connsiteX2" fmla="*/ 0 w 16383"/>
                        <a:gd name="connsiteY2" fmla="*/ 8043 h 17801"/>
                        <a:gd name="connsiteX3" fmla="*/ 8096 w 16383"/>
                        <a:gd name="connsiteY3" fmla="*/ 42 h 17801"/>
                        <a:gd name="connsiteX4" fmla="*/ 16383 w 16383"/>
                        <a:gd name="connsiteY4" fmla="*/ 9853 h 17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83" h="17801">
                          <a:moveTo>
                            <a:pt x="16383" y="9853"/>
                          </a:moveTo>
                          <a:cubicBezTo>
                            <a:pt x="16383" y="14711"/>
                            <a:pt x="12668" y="18235"/>
                            <a:pt x="8191" y="17759"/>
                          </a:cubicBezTo>
                          <a:cubicBezTo>
                            <a:pt x="3715" y="17282"/>
                            <a:pt x="95" y="12901"/>
                            <a:pt x="0" y="8043"/>
                          </a:cubicBezTo>
                          <a:cubicBezTo>
                            <a:pt x="0" y="3185"/>
                            <a:pt x="3524" y="-434"/>
                            <a:pt x="8096" y="42"/>
                          </a:cubicBezTo>
                          <a:cubicBezTo>
                            <a:pt x="12668" y="614"/>
                            <a:pt x="16383" y="4995"/>
                            <a:pt x="16383" y="985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58" name="Forme libre : forme 2257">
                      <a:extLst>
                        <a:ext uri="{FF2B5EF4-FFF2-40B4-BE49-F238E27FC236}">
                          <a16:creationId xmlns:a16="http://schemas.microsoft.com/office/drawing/2014/main" id="{C83E90BB-DBC9-4E69-8F1A-C9D88B67AC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74955" y="2936904"/>
                      <a:ext cx="6593" cy="6191"/>
                    </a:xfrm>
                    <a:custGeom>
                      <a:avLst/>
                      <a:gdLst>
                        <a:gd name="connsiteX0" fmla="*/ 6220 w 6593"/>
                        <a:gd name="connsiteY0" fmla="*/ 4810 h 6191"/>
                        <a:gd name="connsiteX1" fmla="*/ 1839 w 6593"/>
                        <a:gd name="connsiteY1" fmla="*/ 5668 h 6191"/>
                        <a:gd name="connsiteX2" fmla="*/ 315 w 6593"/>
                        <a:gd name="connsiteY2" fmla="*/ 1381 h 6191"/>
                        <a:gd name="connsiteX3" fmla="*/ 4696 w 6593"/>
                        <a:gd name="connsiteY3" fmla="*/ 524 h 6191"/>
                        <a:gd name="connsiteX4" fmla="*/ 6220 w 6593"/>
                        <a:gd name="connsiteY4" fmla="*/ 4810 h 6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93" h="6191">
                          <a:moveTo>
                            <a:pt x="6220" y="4810"/>
                          </a:moveTo>
                          <a:cubicBezTo>
                            <a:pt x="5458" y="6239"/>
                            <a:pt x="3458" y="6620"/>
                            <a:pt x="1839" y="5668"/>
                          </a:cubicBezTo>
                          <a:cubicBezTo>
                            <a:pt x="219" y="4715"/>
                            <a:pt x="-448" y="2810"/>
                            <a:pt x="315" y="1381"/>
                          </a:cubicBezTo>
                          <a:cubicBezTo>
                            <a:pt x="1076" y="-47"/>
                            <a:pt x="3077" y="-428"/>
                            <a:pt x="4696" y="524"/>
                          </a:cubicBezTo>
                          <a:cubicBezTo>
                            <a:pt x="6410" y="1477"/>
                            <a:pt x="7077" y="3382"/>
                            <a:pt x="6220" y="481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259" name="Graphique 15">
                    <a:extLst>
                      <a:ext uri="{FF2B5EF4-FFF2-40B4-BE49-F238E27FC236}">
                        <a16:creationId xmlns:a16="http://schemas.microsoft.com/office/drawing/2014/main" id="{7AB5FE2D-A067-42C5-8930-C90520F98FCC}"/>
                      </a:ext>
                    </a:extLst>
                  </p:cNvPr>
                  <p:cNvGrpSpPr/>
                  <p:nvPr/>
                </p:nvGrpSpPr>
                <p:grpSpPr>
                  <a:xfrm>
                    <a:off x="10752072" y="2963953"/>
                    <a:ext cx="38374" cy="36580"/>
                    <a:chOff x="10752072" y="2963953"/>
                    <a:chExt cx="38374" cy="36580"/>
                  </a:xfrm>
                  <a:solidFill>
                    <a:schemeClr val="accent1"/>
                  </a:solidFill>
                </p:grpSpPr>
                <p:sp>
                  <p:nvSpPr>
                    <p:cNvPr id="2260" name="Forme libre : forme 2259">
                      <a:extLst>
                        <a:ext uri="{FF2B5EF4-FFF2-40B4-BE49-F238E27FC236}">
                          <a16:creationId xmlns:a16="http://schemas.microsoft.com/office/drawing/2014/main" id="{5BA492B3-5FE5-42B2-8251-E244C7CDD7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52072" y="2963953"/>
                      <a:ext cx="38374" cy="36580"/>
                    </a:xfrm>
                    <a:custGeom>
                      <a:avLst/>
                      <a:gdLst>
                        <a:gd name="connsiteX0" fmla="*/ 36056 w 38374"/>
                        <a:gd name="connsiteY0" fmla="*/ 28149 h 36580"/>
                        <a:gd name="connsiteX1" fmla="*/ 10243 w 38374"/>
                        <a:gd name="connsiteY1" fmla="*/ 33864 h 36580"/>
                        <a:gd name="connsiteX2" fmla="*/ 1957 w 38374"/>
                        <a:gd name="connsiteY2" fmla="*/ 8718 h 36580"/>
                        <a:gd name="connsiteX3" fmla="*/ 27865 w 38374"/>
                        <a:gd name="connsiteY3" fmla="*/ 2908 h 36580"/>
                        <a:gd name="connsiteX4" fmla="*/ 36056 w 38374"/>
                        <a:gd name="connsiteY4" fmla="*/ 28149 h 36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374" h="36580">
                          <a:moveTo>
                            <a:pt x="36056" y="28149"/>
                          </a:moveTo>
                          <a:cubicBezTo>
                            <a:pt x="31008" y="36531"/>
                            <a:pt x="19387" y="39103"/>
                            <a:pt x="10243" y="33864"/>
                          </a:cubicBezTo>
                          <a:cubicBezTo>
                            <a:pt x="1099" y="28625"/>
                            <a:pt x="-2615" y="17291"/>
                            <a:pt x="1957" y="8718"/>
                          </a:cubicBezTo>
                          <a:cubicBezTo>
                            <a:pt x="6624" y="-45"/>
                            <a:pt x="18244" y="-2617"/>
                            <a:pt x="27865" y="2908"/>
                          </a:cubicBezTo>
                          <a:cubicBezTo>
                            <a:pt x="37485" y="8337"/>
                            <a:pt x="41199" y="19672"/>
                            <a:pt x="36056" y="2814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61" name="Forme libre : forme 2260">
                      <a:extLst>
                        <a:ext uri="{FF2B5EF4-FFF2-40B4-BE49-F238E27FC236}">
                          <a16:creationId xmlns:a16="http://schemas.microsoft.com/office/drawing/2014/main" id="{1D423024-63E5-42D5-8DF1-0D8418E844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52150" y="2966099"/>
                      <a:ext cx="38272" cy="34362"/>
                    </a:xfrm>
                    <a:custGeom>
                      <a:avLst/>
                      <a:gdLst>
                        <a:gd name="connsiteX0" fmla="*/ 18928 w 38272"/>
                        <a:gd name="connsiteY0" fmla="*/ 16574 h 34362"/>
                        <a:gd name="connsiteX1" fmla="*/ 8546 w 38272"/>
                        <a:gd name="connsiteY1" fmla="*/ 0 h 34362"/>
                        <a:gd name="connsiteX2" fmla="*/ 1974 w 38272"/>
                        <a:gd name="connsiteY2" fmla="*/ 6477 h 34362"/>
                        <a:gd name="connsiteX3" fmla="*/ 10261 w 38272"/>
                        <a:gd name="connsiteY3" fmla="*/ 31623 h 34362"/>
                        <a:gd name="connsiteX4" fmla="*/ 36073 w 38272"/>
                        <a:gd name="connsiteY4" fmla="*/ 25908 h 34362"/>
                        <a:gd name="connsiteX5" fmla="*/ 38264 w 38272"/>
                        <a:gd name="connsiteY5" fmla="*/ 17240 h 34362"/>
                        <a:gd name="connsiteX6" fmla="*/ 18928 w 38272"/>
                        <a:gd name="connsiteY6" fmla="*/ 16574 h 343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272" h="34362">
                          <a:moveTo>
                            <a:pt x="18928" y="16574"/>
                          </a:moveTo>
                          <a:cubicBezTo>
                            <a:pt x="12546" y="12859"/>
                            <a:pt x="8832" y="6477"/>
                            <a:pt x="8546" y="0"/>
                          </a:cubicBezTo>
                          <a:cubicBezTo>
                            <a:pt x="5879" y="1429"/>
                            <a:pt x="3498" y="3715"/>
                            <a:pt x="1974" y="6477"/>
                          </a:cubicBezTo>
                          <a:cubicBezTo>
                            <a:pt x="-2598" y="15050"/>
                            <a:pt x="1021" y="26384"/>
                            <a:pt x="10261" y="31623"/>
                          </a:cubicBezTo>
                          <a:cubicBezTo>
                            <a:pt x="19404" y="36862"/>
                            <a:pt x="31025" y="34385"/>
                            <a:pt x="36073" y="25908"/>
                          </a:cubicBezTo>
                          <a:cubicBezTo>
                            <a:pt x="37693" y="23241"/>
                            <a:pt x="38359" y="20288"/>
                            <a:pt x="38264" y="17240"/>
                          </a:cubicBezTo>
                          <a:cubicBezTo>
                            <a:pt x="32454" y="20193"/>
                            <a:pt x="25215" y="20193"/>
                            <a:pt x="18928" y="1657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62" name="Forme libre : forme 2261">
                      <a:extLst>
                        <a:ext uri="{FF2B5EF4-FFF2-40B4-BE49-F238E27FC236}">
                          <a16:creationId xmlns:a16="http://schemas.microsoft.com/office/drawing/2014/main" id="{E50EF5D8-0FD1-4435-A798-F8257C015D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71172" y="2974628"/>
                      <a:ext cx="16011" cy="17516"/>
                    </a:xfrm>
                    <a:custGeom>
                      <a:avLst/>
                      <a:gdLst>
                        <a:gd name="connsiteX0" fmla="*/ 16004 w 16011"/>
                        <a:gd name="connsiteY0" fmla="*/ 9663 h 17516"/>
                        <a:gd name="connsiteX1" fmla="*/ 7717 w 16011"/>
                        <a:gd name="connsiteY1" fmla="*/ 17474 h 17516"/>
                        <a:gd name="connsiteX2" fmla="*/ 2 w 16011"/>
                        <a:gd name="connsiteY2" fmla="*/ 7949 h 17516"/>
                        <a:gd name="connsiteX3" fmla="*/ 8193 w 16011"/>
                        <a:gd name="connsiteY3" fmla="*/ 43 h 17516"/>
                        <a:gd name="connsiteX4" fmla="*/ 16004 w 16011"/>
                        <a:gd name="connsiteY4" fmla="*/ 9663 h 17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11" h="17516">
                          <a:moveTo>
                            <a:pt x="16004" y="9663"/>
                          </a:moveTo>
                          <a:cubicBezTo>
                            <a:pt x="15813" y="14426"/>
                            <a:pt x="12099" y="17950"/>
                            <a:pt x="7717" y="17474"/>
                          </a:cubicBezTo>
                          <a:cubicBezTo>
                            <a:pt x="3335" y="16998"/>
                            <a:pt x="-93" y="12807"/>
                            <a:pt x="2" y="7949"/>
                          </a:cubicBezTo>
                          <a:cubicBezTo>
                            <a:pt x="97" y="3091"/>
                            <a:pt x="3717" y="-433"/>
                            <a:pt x="8193" y="43"/>
                          </a:cubicBezTo>
                          <a:cubicBezTo>
                            <a:pt x="12670" y="615"/>
                            <a:pt x="16194" y="4901"/>
                            <a:pt x="16004" y="966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63" name="Forme libre : forme 2262">
                      <a:extLst>
                        <a:ext uri="{FF2B5EF4-FFF2-40B4-BE49-F238E27FC236}">
                          <a16:creationId xmlns:a16="http://schemas.microsoft.com/office/drawing/2014/main" id="{1A42886C-4E33-469A-B608-5C19812C6E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73272" y="2973360"/>
                      <a:ext cx="6333" cy="6050"/>
                    </a:xfrm>
                    <a:custGeom>
                      <a:avLst/>
                      <a:gdLst>
                        <a:gd name="connsiteX0" fmla="*/ 5998 w 6333"/>
                        <a:gd name="connsiteY0" fmla="*/ 4644 h 6050"/>
                        <a:gd name="connsiteX1" fmla="*/ 1712 w 6333"/>
                        <a:gd name="connsiteY1" fmla="*/ 5597 h 6050"/>
                        <a:gd name="connsiteX2" fmla="*/ 378 w 6333"/>
                        <a:gd name="connsiteY2" fmla="*/ 1406 h 6050"/>
                        <a:gd name="connsiteX3" fmla="*/ 4664 w 6333"/>
                        <a:gd name="connsiteY3" fmla="*/ 453 h 6050"/>
                        <a:gd name="connsiteX4" fmla="*/ 5998 w 6333"/>
                        <a:gd name="connsiteY4" fmla="*/ 4644 h 6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33" h="6050">
                          <a:moveTo>
                            <a:pt x="5998" y="4644"/>
                          </a:moveTo>
                          <a:cubicBezTo>
                            <a:pt x="5236" y="6073"/>
                            <a:pt x="3236" y="6454"/>
                            <a:pt x="1712" y="5597"/>
                          </a:cubicBezTo>
                          <a:cubicBezTo>
                            <a:pt x="188" y="4740"/>
                            <a:pt x="-479" y="2835"/>
                            <a:pt x="378" y="1406"/>
                          </a:cubicBezTo>
                          <a:cubicBezTo>
                            <a:pt x="1140" y="-23"/>
                            <a:pt x="3045" y="-404"/>
                            <a:pt x="4664" y="453"/>
                          </a:cubicBezTo>
                          <a:cubicBezTo>
                            <a:pt x="6188" y="1406"/>
                            <a:pt x="6760" y="3216"/>
                            <a:pt x="5998" y="46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264" name="Graphique 15">
                    <a:extLst>
                      <a:ext uri="{FF2B5EF4-FFF2-40B4-BE49-F238E27FC236}">
                        <a16:creationId xmlns:a16="http://schemas.microsoft.com/office/drawing/2014/main" id="{B81DE63A-97F2-43D8-A869-C7E33FB3CC45}"/>
                      </a:ext>
                    </a:extLst>
                  </p:cNvPr>
                  <p:cNvGrpSpPr/>
                  <p:nvPr/>
                </p:nvGrpSpPr>
                <p:grpSpPr>
                  <a:xfrm>
                    <a:off x="10761772" y="2999591"/>
                    <a:ext cx="37500" cy="36323"/>
                    <a:chOff x="10761772" y="2999591"/>
                    <a:chExt cx="37500" cy="36323"/>
                  </a:xfrm>
                  <a:solidFill>
                    <a:schemeClr val="accent1"/>
                  </a:solidFill>
                </p:grpSpPr>
                <p:sp>
                  <p:nvSpPr>
                    <p:cNvPr id="2265" name="Forme libre : forme 2264">
                      <a:extLst>
                        <a:ext uri="{FF2B5EF4-FFF2-40B4-BE49-F238E27FC236}">
                          <a16:creationId xmlns:a16="http://schemas.microsoft.com/office/drawing/2014/main" id="{EBB4FF09-D34C-46BA-8E39-30F301CE3F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61772" y="2999591"/>
                      <a:ext cx="37458" cy="36323"/>
                    </a:xfrm>
                    <a:custGeom>
                      <a:avLst/>
                      <a:gdLst>
                        <a:gd name="connsiteX0" fmla="*/ 34833 w 37458"/>
                        <a:gd name="connsiteY0" fmla="*/ 28325 h 36323"/>
                        <a:gd name="connsiteX1" fmla="*/ 9497 w 37458"/>
                        <a:gd name="connsiteY1" fmla="*/ 33278 h 36323"/>
                        <a:gd name="connsiteX2" fmla="*/ 2258 w 37458"/>
                        <a:gd name="connsiteY2" fmla="*/ 8513 h 36323"/>
                        <a:gd name="connsiteX3" fmla="*/ 27975 w 37458"/>
                        <a:gd name="connsiteY3" fmla="*/ 2893 h 36323"/>
                        <a:gd name="connsiteX4" fmla="*/ 34833 w 37458"/>
                        <a:gd name="connsiteY4" fmla="*/ 28325 h 36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458" h="36323">
                          <a:moveTo>
                            <a:pt x="34833" y="28325"/>
                          </a:moveTo>
                          <a:cubicBezTo>
                            <a:pt x="29499" y="36612"/>
                            <a:pt x="18165" y="38802"/>
                            <a:pt x="9497" y="33278"/>
                          </a:cubicBezTo>
                          <a:cubicBezTo>
                            <a:pt x="639" y="28039"/>
                            <a:pt x="-2600" y="17085"/>
                            <a:pt x="2258" y="8513"/>
                          </a:cubicBezTo>
                          <a:cubicBezTo>
                            <a:pt x="7116" y="36"/>
                            <a:pt x="18736" y="-2631"/>
                            <a:pt x="27975" y="2893"/>
                          </a:cubicBezTo>
                          <a:cubicBezTo>
                            <a:pt x="37120" y="8608"/>
                            <a:pt x="40167" y="20038"/>
                            <a:pt x="34833" y="2832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66" name="Forme libre : forme 2265">
                      <a:extLst>
                        <a:ext uri="{FF2B5EF4-FFF2-40B4-BE49-F238E27FC236}">
                          <a16:creationId xmlns:a16="http://schemas.microsoft.com/office/drawing/2014/main" id="{99D6FA7E-14DD-40A9-8421-CF68436876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61825" y="3001722"/>
                      <a:ext cx="37447" cy="34097"/>
                    </a:xfrm>
                    <a:custGeom>
                      <a:avLst/>
                      <a:gdLst>
                        <a:gd name="connsiteX0" fmla="*/ 18683 w 37447"/>
                        <a:gd name="connsiteY0" fmla="*/ 16288 h 34097"/>
                        <a:gd name="connsiteX1" fmla="*/ 8968 w 37447"/>
                        <a:gd name="connsiteY1" fmla="*/ 0 h 34097"/>
                        <a:gd name="connsiteX2" fmla="*/ 2300 w 37447"/>
                        <a:gd name="connsiteY2" fmla="*/ 6286 h 34097"/>
                        <a:gd name="connsiteX3" fmla="*/ 9539 w 37447"/>
                        <a:gd name="connsiteY3" fmla="*/ 31051 h 34097"/>
                        <a:gd name="connsiteX4" fmla="*/ 34876 w 37447"/>
                        <a:gd name="connsiteY4" fmla="*/ 26098 h 34097"/>
                        <a:gd name="connsiteX5" fmla="*/ 37447 w 37447"/>
                        <a:gd name="connsiteY5" fmla="*/ 17526 h 34097"/>
                        <a:gd name="connsiteX6" fmla="*/ 18683 w 37447"/>
                        <a:gd name="connsiteY6" fmla="*/ 16288 h 34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447" h="34097">
                          <a:moveTo>
                            <a:pt x="18683" y="16288"/>
                          </a:moveTo>
                          <a:cubicBezTo>
                            <a:pt x="12492" y="12573"/>
                            <a:pt x="9063" y="6382"/>
                            <a:pt x="8968" y="0"/>
                          </a:cubicBezTo>
                          <a:cubicBezTo>
                            <a:pt x="6205" y="1429"/>
                            <a:pt x="3919" y="3524"/>
                            <a:pt x="2300" y="6286"/>
                          </a:cubicBezTo>
                          <a:cubicBezTo>
                            <a:pt x="-2653" y="14859"/>
                            <a:pt x="681" y="25813"/>
                            <a:pt x="9539" y="31051"/>
                          </a:cubicBezTo>
                          <a:cubicBezTo>
                            <a:pt x="18207" y="36576"/>
                            <a:pt x="29542" y="34385"/>
                            <a:pt x="34876" y="26098"/>
                          </a:cubicBezTo>
                          <a:cubicBezTo>
                            <a:pt x="36590" y="23431"/>
                            <a:pt x="37352" y="20479"/>
                            <a:pt x="37447" y="17526"/>
                          </a:cubicBezTo>
                          <a:cubicBezTo>
                            <a:pt x="31637" y="20288"/>
                            <a:pt x="24589" y="20098"/>
                            <a:pt x="18683" y="1628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67" name="Forme libre : forme 2266">
                      <a:extLst>
                        <a:ext uri="{FF2B5EF4-FFF2-40B4-BE49-F238E27FC236}">
                          <a16:creationId xmlns:a16="http://schemas.microsoft.com/office/drawing/2014/main" id="{3BDDFAA4-4F61-47BD-A86B-7CBA85B95E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80680" y="3010232"/>
                      <a:ext cx="15466" cy="17555"/>
                    </a:xfrm>
                    <a:custGeom>
                      <a:avLst/>
                      <a:gdLst>
                        <a:gd name="connsiteX0" fmla="*/ 15449 w 15466"/>
                        <a:gd name="connsiteY0" fmla="*/ 9873 h 17555"/>
                        <a:gd name="connsiteX1" fmla="*/ 7067 w 15466"/>
                        <a:gd name="connsiteY1" fmla="*/ 17493 h 17555"/>
                        <a:gd name="connsiteX2" fmla="*/ 19 w 15466"/>
                        <a:gd name="connsiteY2" fmla="*/ 7777 h 17555"/>
                        <a:gd name="connsiteX3" fmla="*/ 8305 w 15466"/>
                        <a:gd name="connsiteY3" fmla="*/ 62 h 17555"/>
                        <a:gd name="connsiteX4" fmla="*/ 15449 w 15466"/>
                        <a:gd name="connsiteY4" fmla="*/ 9873 h 17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66" h="17555">
                          <a:moveTo>
                            <a:pt x="15449" y="9873"/>
                          </a:moveTo>
                          <a:cubicBezTo>
                            <a:pt x="15068" y="14635"/>
                            <a:pt x="11258" y="18064"/>
                            <a:pt x="7067" y="17493"/>
                          </a:cubicBezTo>
                          <a:cubicBezTo>
                            <a:pt x="2781" y="16921"/>
                            <a:pt x="-267" y="12635"/>
                            <a:pt x="19" y="7777"/>
                          </a:cubicBezTo>
                          <a:cubicBezTo>
                            <a:pt x="304" y="2920"/>
                            <a:pt x="4019" y="-509"/>
                            <a:pt x="8305" y="62"/>
                          </a:cubicBezTo>
                          <a:cubicBezTo>
                            <a:pt x="12496" y="729"/>
                            <a:pt x="15735" y="5110"/>
                            <a:pt x="15449" y="987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68" name="Forme libre : forme 2267">
                      <a:extLst>
                        <a:ext uri="{FF2B5EF4-FFF2-40B4-BE49-F238E27FC236}">
                          <a16:creationId xmlns:a16="http://schemas.microsoft.com/office/drawing/2014/main" id="{83A0165F-2149-4181-9EB6-BC8425AAA9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82868" y="3008723"/>
                      <a:ext cx="6160" cy="6101"/>
                    </a:xfrm>
                    <a:custGeom>
                      <a:avLst/>
                      <a:gdLst>
                        <a:gd name="connsiteX0" fmla="*/ 5737 w 6160"/>
                        <a:gd name="connsiteY0" fmla="*/ 4810 h 6101"/>
                        <a:gd name="connsiteX1" fmla="*/ 1546 w 6160"/>
                        <a:gd name="connsiteY1" fmla="*/ 5572 h 6101"/>
                        <a:gd name="connsiteX2" fmla="*/ 403 w 6160"/>
                        <a:gd name="connsiteY2" fmla="*/ 1381 h 6101"/>
                        <a:gd name="connsiteX3" fmla="*/ 4594 w 6160"/>
                        <a:gd name="connsiteY3" fmla="*/ 524 h 6101"/>
                        <a:gd name="connsiteX4" fmla="*/ 5737 w 6160"/>
                        <a:gd name="connsiteY4" fmla="*/ 4810 h 6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60" h="6101">
                          <a:moveTo>
                            <a:pt x="5737" y="4810"/>
                          </a:moveTo>
                          <a:cubicBezTo>
                            <a:pt x="4880" y="6144"/>
                            <a:pt x="2974" y="6525"/>
                            <a:pt x="1546" y="5572"/>
                          </a:cubicBezTo>
                          <a:cubicBezTo>
                            <a:pt x="117" y="4620"/>
                            <a:pt x="-454" y="2715"/>
                            <a:pt x="403" y="1381"/>
                          </a:cubicBezTo>
                          <a:cubicBezTo>
                            <a:pt x="1260" y="-47"/>
                            <a:pt x="3165" y="-428"/>
                            <a:pt x="4594" y="524"/>
                          </a:cubicBezTo>
                          <a:cubicBezTo>
                            <a:pt x="6118" y="1572"/>
                            <a:pt x="6594" y="3477"/>
                            <a:pt x="5737" y="481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269" name="Graphique 15">
                  <a:extLst>
                    <a:ext uri="{FF2B5EF4-FFF2-40B4-BE49-F238E27FC236}">
                      <a16:creationId xmlns:a16="http://schemas.microsoft.com/office/drawing/2014/main" id="{617D2967-2CFF-4829-964D-BD3E4D37C146}"/>
                    </a:ext>
                  </a:extLst>
                </p:cNvPr>
                <p:cNvGrpSpPr/>
                <p:nvPr/>
              </p:nvGrpSpPr>
              <p:grpSpPr>
                <a:xfrm>
                  <a:off x="10661885" y="3006991"/>
                  <a:ext cx="42396" cy="104111"/>
                  <a:chOff x="10661885" y="3006991"/>
                  <a:chExt cx="42396" cy="104111"/>
                </a:xfrm>
                <a:solidFill>
                  <a:schemeClr val="accent1"/>
                </a:solidFill>
              </p:grpSpPr>
              <p:grpSp>
                <p:nvGrpSpPr>
                  <p:cNvPr id="2270" name="Graphique 15">
                    <a:extLst>
                      <a:ext uri="{FF2B5EF4-FFF2-40B4-BE49-F238E27FC236}">
                        <a16:creationId xmlns:a16="http://schemas.microsoft.com/office/drawing/2014/main" id="{9823BEAE-65D6-4A03-BF98-F58B9731EEAB}"/>
                      </a:ext>
                    </a:extLst>
                  </p:cNvPr>
                  <p:cNvGrpSpPr/>
                  <p:nvPr/>
                </p:nvGrpSpPr>
                <p:grpSpPr>
                  <a:xfrm>
                    <a:off x="10662905" y="3006991"/>
                    <a:ext cx="35795" cy="35562"/>
                    <a:chOff x="10662905" y="3006991"/>
                    <a:chExt cx="35795" cy="35562"/>
                  </a:xfrm>
                  <a:solidFill>
                    <a:schemeClr val="accent1"/>
                  </a:solidFill>
                </p:grpSpPr>
                <p:sp>
                  <p:nvSpPr>
                    <p:cNvPr id="2271" name="Forme libre : forme 2270">
                      <a:extLst>
                        <a:ext uri="{FF2B5EF4-FFF2-40B4-BE49-F238E27FC236}">
                          <a16:creationId xmlns:a16="http://schemas.microsoft.com/office/drawing/2014/main" id="{B2D4602D-3A58-43B7-A663-3BF452EDF1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3000" y="3006991"/>
                      <a:ext cx="35700" cy="35562"/>
                    </a:xfrm>
                    <a:custGeom>
                      <a:avLst/>
                      <a:gdLst>
                        <a:gd name="connsiteX0" fmla="*/ 33783 w 35700"/>
                        <a:gd name="connsiteY0" fmla="*/ 25782 h 35562"/>
                        <a:gd name="connsiteX1" fmla="*/ 10161 w 35700"/>
                        <a:gd name="connsiteY1" fmla="*/ 33783 h 35562"/>
                        <a:gd name="connsiteX2" fmla="*/ 1589 w 35700"/>
                        <a:gd name="connsiteY2" fmla="*/ 10352 h 35562"/>
                        <a:gd name="connsiteX3" fmla="*/ 25591 w 35700"/>
                        <a:gd name="connsiteY3" fmla="*/ 1684 h 35562"/>
                        <a:gd name="connsiteX4" fmla="*/ 33783 w 35700"/>
                        <a:gd name="connsiteY4" fmla="*/ 25782 h 355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00" h="35562">
                          <a:moveTo>
                            <a:pt x="33783" y="25782"/>
                          </a:moveTo>
                          <a:cubicBezTo>
                            <a:pt x="29306" y="34545"/>
                            <a:pt x="18733" y="37974"/>
                            <a:pt x="10161" y="33783"/>
                          </a:cubicBezTo>
                          <a:cubicBezTo>
                            <a:pt x="1398" y="29783"/>
                            <a:pt x="-2412" y="19305"/>
                            <a:pt x="1589" y="10352"/>
                          </a:cubicBezTo>
                          <a:cubicBezTo>
                            <a:pt x="5589" y="1398"/>
                            <a:pt x="16352" y="-2507"/>
                            <a:pt x="25591" y="1684"/>
                          </a:cubicBezTo>
                          <a:cubicBezTo>
                            <a:pt x="34640" y="6066"/>
                            <a:pt x="38260" y="17019"/>
                            <a:pt x="33783" y="2578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72" name="Forme libre : forme 2271">
                      <a:extLst>
                        <a:ext uri="{FF2B5EF4-FFF2-40B4-BE49-F238E27FC236}">
                          <a16:creationId xmlns:a16="http://schemas.microsoft.com/office/drawing/2014/main" id="{2B6AC3A9-07F5-4923-ABC9-6465D4723A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2905" y="3010295"/>
                      <a:ext cx="35604" cy="32259"/>
                    </a:xfrm>
                    <a:custGeom>
                      <a:avLst/>
                      <a:gdLst>
                        <a:gd name="connsiteX0" fmla="*/ 17876 w 35604"/>
                        <a:gd name="connsiteY0" fmla="*/ 14859 h 32259"/>
                        <a:gd name="connsiteX1" fmla="*/ 7494 w 35604"/>
                        <a:gd name="connsiteY1" fmla="*/ 0 h 32259"/>
                        <a:gd name="connsiteX2" fmla="*/ 1589 w 35604"/>
                        <a:gd name="connsiteY2" fmla="*/ 7049 h 32259"/>
                        <a:gd name="connsiteX3" fmla="*/ 10161 w 35604"/>
                        <a:gd name="connsiteY3" fmla="*/ 30480 h 32259"/>
                        <a:gd name="connsiteX4" fmla="*/ 33783 w 35604"/>
                        <a:gd name="connsiteY4" fmla="*/ 22479 h 32259"/>
                        <a:gd name="connsiteX5" fmla="*/ 35593 w 35604"/>
                        <a:gd name="connsiteY5" fmla="*/ 13716 h 32259"/>
                        <a:gd name="connsiteX6" fmla="*/ 17876 w 35604"/>
                        <a:gd name="connsiteY6" fmla="*/ 14859 h 32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04" h="32259">
                          <a:moveTo>
                            <a:pt x="17876" y="14859"/>
                          </a:moveTo>
                          <a:cubicBezTo>
                            <a:pt x="11780" y="12097"/>
                            <a:pt x="8065" y="6287"/>
                            <a:pt x="7494" y="0"/>
                          </a:cubicBezTo>
                          <a:cubicBezTo>
                            <a:pt x="5018" y="1714"/>
                            <a:pt x="2922" y="4096"/>
                            <a:pt x="1589" y="7049"/>
                          </a:cubicBezTo>
                          <a:cubicBezTo>
                            <a:pt x="-2412" y="16002"/>
                            <a:pt x="1398" y="26479"/>
                            <a:pt x="10161" y="30480"/>
                          </a:cubicBezTo>
                          <a:cubicBezTo>
                            <a:pt x="18829" y="34671"/>
                            <a:pt x="29306" y="31242"/>
                            <a:pt x="33783" y="22479"/>
                          </a:cubicBezTo>
                          <a:cubicBezTo>
                            <a:pt x="35212" y="19717"/>
                            <a:pt x="35688" y="16669"/>
                            <a:pt x="35593" y="13716"/>
                          </a:cubicBezTo>
                          <a:cubicBezTo>
                            <a:pt x="30449" y="17145"/>
                            <a:pt x="23782" y="17717"/>
                            <a:pt x="17876" y="148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73" name="Forme libre : forme 2272">
                      <a:extLst>
                        <a:ext uri="{FF2B5EF4-FFF2-40B4-BE49-F238E27FC236}">
                          <a16:creationId xmlns:a16="http://schemas.microsoft.com/office/drawing/2014/main" id="{5D485EF3-952F-4EAD-B1C1-B446A275DB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80875" y="3016295"/>
                      <a:ext cx="14860" cy="17337"/>
                    </a:xfrm>
                    <a:custGeom>
                      <a:avLst/>
                      <a:gdLst>
                        <a:gd name="connsiteX0" fmla="*/ 14861 w 14860"/>
                        <a:gd name="connsiteY0" fmla="*/ 8858 h 17337"/>
                        <a:gd name="connsiteX1" fmla="*/ 7431 w 14860"/>
                        <a:gd name="connsiteY1" fmla="*/ 17335 h 17337"/>
                        <a:gd name="connsiteX2" fmla="*/ 2 w 14860"/>
                        <a:gd name="connsiteY2" fmla="*/ 8668 h 17337"/>
                        <a:gd name="connsiteX3" fmla="*/ 7336 w 14860"/>
                        <a:gd name="connsiteY3" fmla="*/ 0 h 17337"/>
                        <a:gd name="connsiteX4" fmla="*/ 14861 w 14860"/>
                        <a:gd name="connsiteY4" fmla="*/ 8858 h 17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60" h="17337">
                          <a:moveTo>
                            <a:pt x="14861" y="8858"/>
                          </a:moveTo>
                          <a:cubicBezTo>
                            <a:pt x="14861" y="13621"/>
                            <a:pt x="11527" y="17431"/>
                            <a:pt x="7431" y="17335"/>
                          </a:cubicBezTo>
                          <a:cubicBezTo>
                            <a:pt x="3336" y="17335"/>
                            <a:pt x="97" y="13335"/>
                            <a:pt x="2" y="8668"/>
                          </a:cubicBezTo>
                          <a:cubicBezTo>
                            <a:pt x="-93" y="4000"/>
                            <a:pt x="3240" y="0"/>
                            <a:pt x="7336" y="0"/>
                          </a:cubicBezTo>
                          <a:cubicBezTo>
                            <a:pt x="11432" y="190"/>
                            <a:pt x="14861" y="4191"/>
                            <a:pt x="14861" y="885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74" name="Forme libre : forme 2273">
                      <a:extLst>
                        <a:ext uri="{FF2B5EF4-FFF2-40B4-BE49-F238E27FC236}">
                          <a16:creationId xmlns:a16="http://schemas.microsoft.com/office/drawing/2014/main" id="{6B6B9D9A-2F94-4721-A198-ADC3F52048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82602" y="3015369"/>
                      <a:ext cx="5886" cy="5870"/>
                    </a:xfrm>
                    <a:custGeom>
                      <a:avLst/>
                      <a:gdLst>
                        <a:gd name="connsiteX0" fmla="*/ 5609 w 5886"/>
                        <a:gd name="connsiteY0" fmla="*/ 4260 h 5870"/>
                        <a:gd name="connsiteX1" fmla="*/ 1704 w 5886"/>
                        <a:gd name="connsiteY1" fmla="*/ 5594 h 5870"/>
                        <a:gd name="connsiteX2" fmla="*/ 275 w 5886"/>
                        <a:gd name="connsiteY2" fmla="*/ 1689 h 5870"/>
                        <a:gd name="connsiteX3" fmla="*/ 4276 w 5886"/>
                        <a:gd name="connsiteY3" fmla="*/ 260 h 5870"/>
                        <a:gd name="connsiteX4" fmla="*/ 5609 w 5886"/>
                        <a:gd name="connsiteY4" fmla="*/ 4260 h 5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6" h="5870">
                          <a:moveTo>
                            <a:pt x="5609" y="4260"/>
                          </a:moveTo>
                          <a:cubicBezTo>
                            <a:pt x="4942" y="5689"/>
                            <a:pt x="3133" y="6261"/>
                            <a:pt x="1704" y="5594"/>
                          </a:cubicBezTo>
                          <a:cubicBezTo>
                            <a:pt x="180" y="4927"/>
                            <a:pt x="-392" y="3212"/>
                            <a:pt x="275" y="1689"/>
                          </a:cubicBezTo>
                          <a:cubicBezTo>
                            <a:pt x="942" y="260"/>
                            <a:pt x="2752" y="-407"/>
                            <a:pt x="4276" y="260"/>
                          </a:cubicBezTo>
                          <a:cubicBezTo>
                            <a:pt x="5704" y="1022"/>
                            <a:pt x="6276" y="2832"/>
                            <a:pt x="5609" y="426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275" name="Graphique 15">
                    <a:extLst>
                      <a:ext uri="{FF2B5EF4-FFF2-40B4-BE49-F238E27FC236}">
                        <a16:creationId xmlns:a16="http://schemas.microsoft.com/office/drawing/2014/main" id="{75A5E329-45FE-4D8A-96E8-126A0E029119}"/>
                      </a:ext>
                    </a:extLst>
                  </p:cNvPr>
                  <p:cNvGrpSpPr/>
                  <p:nvPr/>
                </p:nvGrpSpPr>
                <p:grpSpPr>
                  <a:xfrm>
                    <a:off x="10661885" y="3042341"/>
                    <a:ext cx="34535" cy="35515"/>
                    <a:chOff x="10661885" y="3042341"/>
                    <a:chExt cx="34535" cy="35515"/>
                  </a:xfrm>
                  <a:solidFill>
                    <a:schemeClr val="accent1"/>
                  </a:solidFill>
                </p:grpSpPr>
                <p:sp>
                  <p:nvSpPr>
                    <p:cNvPr id="2276" name="Forme libre : forme 2275">
                      <a:extLst>
                        <a:ext uri="{FF2B5EF4-FFF2-40B4-BE49-F238E27FC236}">
                          <a16:creationId xmlns:a16="http://schemas.microsoft.com/office/drawing/2014/main" id="{25524049-B0BB-44F6-8256-B23ABF7FD2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1885" y="3042341"/>
                      <a:ext cx="34535" cy="35515"/>
                    </a:xfrm>
                    <a:custGeom>
                      <a:avLst/>
                      <a:gdLst>
                        <a:gd name="connsiteX0" fmla="*/ 32422 w 34535"/>
                        <a:gd name="connsiteY0" fmla="*/ 25675 h 35515"/>
                        <a:gd name="connsiteX1" fmla="*/ 9181 w 34535"/>
                        <a:gd name="connsiteY1" fmla="*/ 33771 h 35515"/>
                        <a:gd name="connsiteX2" fmla="*/ 1752 w 34535"/>
                        <a:gd name="connsiteY2" fmla="*/ 10244 h 35515"/>
                        <a:gd name="connsiteX3" fmla="*/ 25088 w 34535"/>
                        <a:gd name="connsiteY3" fmla="*/ 1862 h 35515"/>
                        <a:gd name="connsiteX4" fmla="*/ 32422 w 34535"/>
                        <a:gd name="connsiteY4" fmla="*/ 25675 h 35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35" h="35515">
                          <a:moveTo>
                            <a:pt x="32422" y="25675"/>
                          </a:moveTo>
                          <a:cubicBezTo>
                            <a:pt x="27755" y="34343"/>
                            <a:pt x="17372" y="37962"/>
                            <a:pt x="9181" y="33771"/>
                          </a:cubicBezTo>
                          <a:cubicBezTo>
                            <a:pt x="989" y="29485"/>
                            <a:pt x="-2344" y="19103"/>
                            <a:pt x="1752" y="10244"/>
                          </a:cubicBezTo>
                          <a:cubicBezTo>
                            <a:pt x="5943" y="1291"/>
                            <a:pt x="16515" y="-2614"/>
                            <a:pt x="25088" y="1862"/>
                          </a:cubicBezTo>
                          <a:cubicBezTo>
                            <a:pt x="33755" y="6339"/>
                            <a:pt x="37089" y="16912"/>
                            <a:pt x="32422" y="2567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77" name="Forme libre : forme 2276">
                      <a:extLst>
                        <a:ext uri="{FF2B5EF4-FFF2-40B4-BE49-F238E27FC236}">
                          <a16:creationId xmlns:a16="http://schemas.microsoft.com/office/drawing/2014/main" id="{03825F59-E88B-4F0C-B740-B5685B38DD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1885" y="3045537"/>
                      <a:ext cx="34431" cy="32319"/>
                    </a:xfrm>
                    <a:custGeom>
                      <a:avLst/>
                      <a:gdLst>
                        <a:gd name="connsiteX0" fmla="*/ 17087 w 34431"/>
                        <a:gd name="connsiteY0" fmla="*/ 15050 h 32319"/>
                        <a:gd name="connsiteX1" fmla="*/ 7657 w 34431"/>
                        <a:gd name="connsiteY1" fmla="*/ 0 h 32319"/>
                        <a:gd name="connsiteX2" fmla="*/ 1752 w 34431"/>
                        <a:gd name="connsiteY2" fmla="*/ 7049 h 32319"/>
                        <a:gd name="connsiteX3" fmla="*/ 9181 w 34431"/>
                        <a:gd name="connsiteY3" fmla="*/ 30575 h 32319"/>
                        <a:gd name="connsiteX4" fmla="*/ 32422 w 34431"/>
                        <a:gd name="connsiteY4" fmla="*/ 22479 h 32319"/>
                        <a:gd name="connsiteX5" fmla="*/ 34422 w 34431"/>
                        <a:gd name="connsiteY5" fmla="*/ 13907 h 32319"/>
                        <a:gd name="connsiteX6" fmla="*/ 17087 w 34431"/>
                        <a:gd name="connsiteY6" fmla="*/ 15050 h 32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31" h="32319">
                          <a:moveTo>
                            <a:pt x="17087" y="15050"/>
                          </a:moveTo>
                          <a:cubicBezTo>
                            <a:pt x="11372" y="12192"/>
                            <a:pt x="8133" y="6096"/>
                            <a:pt x="7657" y="0"/>
                          </a:cubicBezTo>
                          <a:cubicBezTo>
                            <a:pt x="5180" y="1715"/>
                            <a:pt x="3085" y="4096"/>
                            <a:pt x="1752" y="7049"/>
                          </a:cubicBezTo>
                          <a:cubicBezTo>
                            <a:pt x="-2344" y="15907"/>
                            <a:pt x="989" y="26194"/>
                            <a:pt x="9181" y="30575"/>
                          </a:cubicBezTo>
                          <a:cubicBezTo>
                            <a:pt x="17372" y="34766"/>
                            <a:pt x="27755" y="31147"/>
                            <a:pt x="32422" y="22479"/>
                          </a:cubicBezTo>
                          <a:cubicBezTo>
                            <a:pt x="33851" y="19717"/>
                            <a:pt x="34518" y="16764"/>
                            <a:pt x="34422" y="13907"/>
                          </a:cubicBezTo>
                          <a:cubicBezTo>
                            <a:pt x="29279" y="17145"/>
                            <a:pt x="22707" y="17907"/>
                            <a:pt x="17087" y="1505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78" name="Forme libre : forme 2277">
                      <a:extLst>
                        <a:ext uri="{FF2B5EF4-FFF2-40B4-BE49-F238E27FC236}">
                          <a16:creationId xmlns:a16="http://schemas.microsoft.com/office/drawing/2014/main" id="{109CF61A-BD66-4264-BA64-04616B5945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79065" y="3052108"/>
                      <a:ext cx="14482" cy="16956"/>
                    </a:xfrm>
                    <a:custGeom>
                      <a:avLst/>
                      <a:gdLst>
                        <a:gd name="connsiteX0" fmla="*/ 14480 w 14482"/>
                        <a:gd name="connsiteY0" fmla="*/ 8479 h 16956"/>
                        <a:gd name="connsiteX1" fmla="*/ 6956 w 14482"/>
                        <a:gd name="connsiteY1" fmla="*/ 16956 h 16956"/>
                        <a:gd name="connsiteX2" fmla="*/ 2 w 14482"/>
                        <a:gd name="connsiteY2" fmla="*/ 8479 h 16956"/>
                        <a:gd name="connsiteX3" fmla="*/ 7432 w 14482"/>
                        <a:gd name="connsiteY3" fmla="*/ 2 h 16956"/>
                        <a:gd name="connsiteX4" fmla="*/ 14480 w 14482"/>
                        <a:gd name="connsiteY4" fmla="*/ 8479 h 1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82" h="16956">
                          <a:moveTo>
                            <a:pt x="14480" y="8479"/>
                          </a:moveTo>
                          <a:cubicBezTo>
                            <a:pt x="14290" y="13146"/>
                            <a:pt x="10956" y="16956"/>
                            <a:pt x="6956" y="16956"/>
                          </a:cubicBezTo>
                          <a:cubicBezTo>
                            <a:pt x="2955" y="16956"/>
                            <a:pt x="-93" y="13146"/>
                            <a:pt x="2" y="8479"/>
                          </a:cubicBezTo>
                          <a:cubicBezTo>
                            <a:pt x="98" y="3812"/>
                            <a:pt x="3431" y="-93"/>
                            <a:pt x="7432" y="2"/>
                          </a:cubicBezTo>
                          <a:cubicBezTo>
                            <a:pt x="11432" y="-93"/>
                            <a:pt x="14575" y="3812"/>
                            <a:pt x="14480" y="847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79" name="Forme libre : forme 2278">
                      <a:extLst>
                        <a:ext uri="{FF2B5EF4-FFF2-40B4-BE49-F238E27FC236}">
                          <a16:creationId xmlns:a16="http://schemas.microsoft.com/office/drawing/2014/main" id="{6B108B6A-2DD7-4DEF-998C-7AE2B4310F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80961" y="3050975"/>
                      <a:ext cx="5683" cy="5793"/>
                    </a:xfrm>
                    <a:custGeom>
                      <a:avLst/>
                      <a:gdLst>
                        <a:gd name="connsiteX0" fmla="*/ 5345 w 5683"/>
                        <a:gd name="connsiteY0" fmla="*/ 4183 h 5793"/>
                        <a:gd name="connsiteX1" fmla="*/ 1535 w 5683"/>
                        <a:gd name="connsiteY1" fmla="*/ 5516 h 5793"/>
                        <a:gd name="connsiteX2" fmla="*/ 297 w 5683"/>
                        <a:gd name="connsiteY2" fmla="*/ 1611 h 5793"/>
                        <a:gd name="connsiteX3" fmla="*/ 4107 w 5683"/>
                        <a:gd name="connsiteY3" fmla="*/ 277 h 5793"/>
                        <a:gd name="connsiteX4" fmla="*/ 5345 w 5683"/>
                        <a:gd name="connsiteY4" fmla="*/ 4183 h 5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83" h="5793">
                          <a:moveTo>
                            <a:pt x="5345" y="4183"/>
                          </a:moveTo>
                          <a:cubicBezTo>
                            <a:pt x="4583" y="5611"/>
                            <a:pt x="2868" y="6183"/>
                            <a:pt x="1535" y="5516"/>
                          </a:cubicBezTo>
                          <a:cubicBezTo>
                            <a:pt x="106" y="4754"/>
                            <a:pt x="-370" y="3039"/>
                            <a:pt x="297" y="1611"/>
                          </a:cubicBezTo>
                          <a:cubicBezTo>
                            <a:pt x="1059" y="182"/>
                            <a:pt x="2773" y="-390"/>
                            <a:pt x="4107" y="277"/>
                          </a:cubicBezTo>
                          <a:cubicBezTo>
                            <a:pt x="5535" y="1039"/>
                            <a:pt x="6107" y="2754"/>
                            <a:pt x="5345" y="41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280" name="Graphique 15">
                    <a:extLst>
                      <a:ext uri="{FF2B5EF4-FFF2-40B4-BE49-F238E27FC236}">
                        <a16:creationId xmlns:a16="http://schemas.microsoft.com/office/drawing/2014/main" id="{8265E372-F4EF-4408-A4C1-B02B128ABA21}"/>
                      </a:ext>
                    </a:extLst>
                  </p:cNvPr>
                  <p:cNvGrpSpPr/>
                  <p:nvPr/>
                </p:nvGrpSpPr>
                <p:grpSpPr>
                  <a:xfrm>
                    <a:off x="10670375" y="3076024"/>
                    <a:ext cx="33906" cy="35078"/>
                    <a:chOff x="10670375" y="3076024"/>
                    <a:chExt cx="33906" cy="35078"/>
                  </a:xfrm>
                  <a:solidFill>
                    <a:schemeClr val="accent1"/>
                  </a:solidFill>
                </p:grpSpPr>
                <p:sp>
                  <p:nvSpPr>
                    <p:cNvPr id="2281" name="Forme libre : forme 2280">
                      <a:extLst>
                        <a:ext uri="{FF2B5EF4-FFF2-40B4-BE49-F238E27FC236}">
                          <a16:creationId xmlns:a16="http://schemas.microsoft.com/office/drawing/2014/main" id="{78A99BD8-BAD3-435B-A64D-3E7D66DF8E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70566" y="3076024"/>
                      <a:ext cx="33715" cy="34982"/>
                    </a:xfrm>
                    <a:custGeom>
                      <a:avLst/>
                      <a:gdLst>
                        <a:gd name="connsiteX0" fmla="*/ 31266 w 33715"/>
                        <a:gd name="connsiteY0" fmla="*/ 25615 h 34982"/>
                        <a:gd name="connsiteX1" fmla="*/ 8406 w 33715"/>
                        <a:gd name="connsiteY1" fmla="*/ 33140 h 34982"/>
                        <a:gd name="connsiteX2" fmla="*/ 2120 w 33715"/>
                        <a:gd name="connsiteY2" fmla="*/ 9899 h 34982"/>
                        <a:gd name="connsiteX3" fmla="*/ 25360 w 33715"/>
                        <a:gd name="connsiteY3" fmla="*/ 1802 h 34982"/>
                        <a:gd name="connsiteX4" fmla="*/ 31266 w 33715"/>
                        <a:gd name="connsiteY4" fmla="*/ 25615 h 349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715" h="34982">
                          <a:moveTo>
                            <a:pt x="31266" y="25615"/>
                          </a:moveTo>
                          <a:cubicBezTo>
                            <a:pt x="26313" y="34187"/>
                            <a:pt x="16216" y="37331"/>
                            <a:pt x="8406" y="33140"/>
                          </a:cubicBezTo>
                          <a:cubicBezTo>
                            <a:pt x="500" y="29139"/>
                            <a:pt x="-2357" y="18662"/>
                            <a:pt x="2120" y="9899"/>
                          </a:cubicBezTo>
                          <a:cubicBezTo>
                            <a:pt x="6596" y="1136"/>
                            <a:pt x="16979" y="-2484"/>
                            <a:pt x="25360" y="1802"/>
                          </a:cubicBezTo>
                          <a:cubicBezTo>
                            <a:pt x="33552" y="6184"/>
                            <a:pt x="36124" y="17137"/>
                            <a:pt x="31266" y="2561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82" name="Forme libre : forme 2281">
                      <a:extLst>
                        <a:ext uri="{FF2B5EF4-FFF2-40B4-BE49-F238E27FC236}">
                          <a16:creationId xmlns:a16="http://schemas.microsoft.com/office/drawing/2014/main" id="{8FB3891A-2C6F-41BA-AD45-532E9CCFA7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70375" y="3079160"/>
                      <a:ext cx="33647" cy="31942"/>
                    </a:xfrm>
                    <a:custGeom>
                      <a:avLst/>
                      <a:gdLst>
                        <a:gd name="connsiteX0" fmla="*/ 16883 w 33647"/>
                        <a:gd name="connsiteY0" fmla="*/ 14764 h 31942"/>
                        <a:gd name="connsiteX1" fmla="*/ 8216 w 33647"/>
                        <a:gd name="connsiteY1" fmla="*/ 0 h 31942"/>
                        <a:gd name="connsiteX2" fmla="*/ 2120 w 33647"/>
                        <a:gd name="connsiteY2" fmla="*/ 6858 h 31942"/>
                        <a:gd name="connsiteX3" fmla="*/ 8406 w 33647"/>
                        <a:gd name="connsiteY3" fmla="*/ 30099 h 31942"/>
                        <a:gd name="connsiteX4" fmla="*/ 31266 w 33647"/>
                        <a:gd name="connsiteY4" fmla="*/ 22574 h 31942"/>
                        <a:gd name="connsiteX5" fmla="*/ 33647 w 33647"/>
                        <a:gd name="connsiteY5" fmla="*/ 14002 h 31942"/>
                        <a:gd name="connsiteX6" fmla="*/ 16883 w 33647"/>
                        <a:gd name="connsiteY6" fmla="*/ 14764 h 31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647" h="31942">
                          <a:moveTo>
                            <a:pt x="16883" y="14764"/>
                          </a:moveTo>
                          <a:cubicBezTo>
                            <a:pt x="11359" y="11906"/>
                            <a:pt x="8311" y="6191"/>
                            <a:pt x="8216" y="0"/>
                          </a:cubicBezTo>
                          <a:cubicBezTo>
                            <a:pt x="5739" y="1715"/>
                            <a:pt x="3644" y="3905"/>
                            <a:pt x="2120" y="6858"/>
                          </a:cubicBezTo>
                          <a:cubicBezTo>
                            <a:pt x="-2357" y="15621"/>
                            <a:pt x="500" y="26099"/>
                            <a:pt x="8406" y="30099"/>
                          </a:cubicBezTo>
                          <a:cubicBezTo>
                            <a:pt x="16217" y="34290"/>
                            <a:pt x="26408" y="31147"/>
                            <a:pt x="31266" y="22574"/>
                          </a:cubicBezTo>
                          <a:cubicBezTo>
                            <a:pt x="32790" y="19812"/>
                            <a:pt x="33552" y="16954"/>
                            <a:pt x="33647" y="14002"/>
                          </a:cubicBezTo>
                          <a:cubicBezTo>
                            <a:pt x="28599" y="17145"/>
                            <a:pt x="22312" y="17526"/>
                            <a:pt x="16883" y="1476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83" name="Forme libre : forme 2282">
                      <a:extLst>
                        <a:ext uri="{FF2B5EF4-FFF2-40B4-BE49-F238E27FC236}">
                          <a16:creationId xmlns:a16="http://schemas.microsoft.com/office/drawing/2014/main" id="{D62C4DC3-ECDA-40DA-98FA-5961B49F09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87344" y="3085447"/>
                      <a:ext cx="14045" cy="16961"/>
                    </a:xfrm>
                    <a:custGeom>
                      <a:avLst/>
                      <a:gdLst>
                        <a:gd name="connsiteX0" fmla="*/ 14011 w 14045"/>
                        <a:gd name="connsiteY0" fmla="*/ 8763 h 16961"/>
                        <a:gd name="connsiteX1" fmla="*/ 6391 w 14045"/>
                        <a:gd name="connsiteY1" fmla="*/ 16954 h 16961"/>
                        <a:gd name="connsiteX2" fmla="*/ 9 w 14045"/>
                        <a:gd name="connsiteY2" fmla="*/ 8382 h 16961"/>
                        <a:gd name="connsiteX3" fmla="*/ 7629 w 14045"/>
                        <a:gd name="connsiteY3" fmla="*/ 0 h 16961"/>
                        <a:gd name="connsiteX4" fmla="*/ 14011 w 14045"/>
                        <a:gd name="connsiteY4" fmla="*/ 8763 h 16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45" h="16961">
                          <a:moveTo>
                            <a:pt x="14011" y="8763"/>
                          </a:moveTo>
                          <a:cubicBezTo>
                            <a:pt x="13630" y="13430"/>
                            <a:pt x="10201" y="17145"/>
                            <a:pt x="6391" y="16954"/>
                          </a:cubicBezTo>
                          <a:cubicBezTo>
                            <a:pt x="2581" y="16859"/>
                            <a:pt x="-181" y="12954"/>
                            <a:pt x="9" y="8382"/>
                          </a:cubicBezTo>
                          <a:cubicBezTo>
                            <a:pt x="295" y="3810"/>
                            <a:pt x="3629" y="0"/>
                            <a:pt x="7629" y="0"/>
                          </a:cubicBezTo>
                          <a:cubicBezTo>
                            <a:pt x="11535" y="95"/>
                            <a:pt x="14392" y="4096"/>
                            <a:pt x="14011" y="876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84" name="Forme libre : forme 2283">
                      <a:extLst>
                        <a:ext uri="{FF2B5EF4-FFF2-40B4-BE49-F238E27FC236}">
                          <a16:creationId xmlns:a16="http://schemas.microsoft.com/office/drawing/2014/main" id="{56A8E4C0-59D1-4275-B861-75D0DF40E5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89467" y="3084408"/>
                      <a:ext cx="5606" cy="5717"/>
                    </a:xfrm>
                    <a:custGeom>
                      <a:avLst/>
                      <a:gdLst>
                        <a:gd name="connsiteX0" fmla="*/ 5222 w 5606"/>
                        <a:gd name="connsiteY0" fmla="*/ 4182 h 5717"/>
                        <a:gd name="connsiteX1" fmla="*/ 1411 w 5606"/>
                        <a:gd name="connsiteY1" fmla="*/ 5421 h 5717"/>
                        <a:gd name="connsiteX2" fmla="*/ 364 w 5606"/>
                        <a:gd name="connsiteY2" fmla="*/ 1611 h 5717"/>
                        <a:gd name="connsiteX3" fmla="*/ 4174 w 5606"/>
                        <a:gd name="connsiteY3" fmla="*/ 277 h 5717"/>
                        <a:gd name="connsiteX4" fmla="*/ 5222 w 5606"/>
                        <a:gd name="connsiteY4" fmla="*/ 4182 h 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06" h="5717">
                          <a:moveTo>
                            <a:pt x="5222" y="4182"/>
                          </a:moveTo>
                          <a:cubicBezTo>
                            <a:pt x="4459" y="5611"/>
                            <a:pt x="2745" y="6087"/>
                            <a:pt x="1411" y="5421"/>
                          </a:cubicBezTo>
                          <a:cubicBezTo>
                            <a:pt x="78" y="4754"/>
                            <a:pt x="-398" y="3039"/>
                            <a:pt x="364" y="1611"/>
                          </a:cubicBezTo>
                          <a:cubicBezTo>
                            <a:pt x="1126" y="182"/>
                            <a:pt x="2840" y="-390"/>
                            <a:pt x="4174" y="277"/>
                          </a:cubicBezTo>
                          <a:cubicBezTo>
                            <a:pt x="5602" y="944"/>
                            <a:pt x="5983" y="2754"/>
                            <a:pt x="5222" y="418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285" name="Graphique 15">
                  <a:extLst>
                    <a:ext uri="{FF2B5EF4-FFF2-40B4-BE49-F238E27FC236}">
                      <a16:creationId xmlns:a16="http://schemas.microsoft.com/office/drawing/2014/main" id="{4ED76A43-3225-4563-993C-7CCDE3168E5F}"/>
                    </a:ext>
                  </a:extLst>
                </p:cNvPr>
                <p:cNvGrpSpPr/>
                <p:nvPr/>
              </p:nvGrpSpPr>
              <p:grpSpPr>
                <a:xfrm>
                  <a:off x="10612097" y="3120706"/>
                  <a:ext cx="58539" cy="88955"/>
                  <a:chOff x="10612097" y="3120706"/>
                  <a:chExt cx="58539" cy="88955"/>
                </a:xfrm>
                <a:solidFill>
                  <a:schemeClr val="accent1"/>
                </a:solidFill>
              </p:grpSpPr>
              <p:grpSp>
                <p:nvGrpSpPr>
                  <p:cNvPr id="2286" name="Graphique 15">
                    <a:extLst>
                      <a:ext uri="{FF2B5EF4-FFF2-40B4-BE49-F238E27FC236}">
                        <a16:creationId xmlns:a16="http://schemas.microsoft.com/office/drawing/2014/main" id="{555D6F62-7059-4F9F-9EA8-91F97EC3C654}"/>
                      </a:ext>
                    </a:extLst>
                  </p:cNvPr>
                  <p:cNvGrpSpPr/>
                  <p:nvPr/>
                </p:nvGrpSpPr>
                <p:grpSpPr>
                  <a:xfrm>
                    <a:off x="10612097" y="3120706"/>
                    <a:ext cx="31477" cy="34670"/>
                    <a:chOff x="10612097" y="3120706"/>
                    <a:chExt cx="31477" cy="34670"/>
                  </a:xfrm>
                  <a:solidFill>
                    <a:schemeClr val="accent1"/>
                  </a:solidFill>
                </p:grpSpPr>
                <p:sp>
                  <p:nvSpPr>
                    <p:cNvPr id="2287" name="Forme libre : forme 2286">
                      <a:extLst>
                        <a:ext uri="{FF2B5EF4-FFF2-40B4-BE49-F238E27FC236}">
                          <a16:creationId xmlns:a16="http://schemas.microsoft.com/office/drawing/2014/main" id="{5FDCB857-FFC7-4AD1-94D9-5B51EECF6B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12097" y="3120706"/>
                      <a:ext cx="31392" cy="34670"/>
                    </a:xfrm>
                    <a:custGeom>
                      <a:avLst/>
                      <a:gdLst>
                        <a:gd name="connsiteX0" fmla="*/ 31346 w 31392"/>
                        <a:gd name="connsiteY0" fmla="*/ 16462 h 34670"/>
                        <a:gd name="connsiteX1" fmla="*/ 14582 w 31392"/>
                        <a:gd name="connsiteY1" fmla="*/ 34654 h 34670"/>
                        <a:gd name="connsiteX2" fmla="*/ 9 w 31392"/>
                        <a:gd name="connsiteY2" fmla="*/ 18938 h 34670"/>
                        <a:gd name="connsiteX3" fmla="*/ 16297 w 31392"/>
                        <a:gd name="connsiteY3" fmla="*/ 79 h 34670"/>
                        <a:gd name="connsiteX4" fmla="*/ 31346 w 31392"/>
                        <a:gd name="connsiteY4" fmla="*/ 16462 h 34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392" h="34670">
                          <a:moveTo>
                            <a:pt x="31346" y="16462"/>
                          </a:moveTo>
                          <a:cubicBezTo>
                            <a:pt x="30679" y="25987"/>
                            <a:pt x="23060" y="34083"/>
                            <a:pt x="14582" y="34654"/>
                          </a:cubicBezTo>
                          <a:cubicBezTo>
                            <a:pt x="6296" y="35036"/>
                            <a:pt x="-277" y="28558"/>
                            <a:pt x="9" y="18938"/>
                          </a:cubicBezTo>
                          <a:cubicBezTo>
                            <a:pt x="295" y="9413"/>
                            <a:pt x="7438" y="936"/>
                            <a:pt x="16297" y="79"/>
                          </a:cubicBezTo>
                          <a:cubicBezTo>
                            <a:pt x="25346" y="-874"/>
                            <a:pt x="32013" y="6937"/>
                            <a:pt x="31346" y="1646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88" name="Forme libre : forme 2287">
                      <a:extLst>
                        <a:ext uri="{FF2B5EF4-FFF2-40B4-BE49-F238E27FC236}">
                          <a16:creationId xmlns:a16="http://schemas.microsoft.com/office/drawing/2014/main" id="{B42EC515-739B-4513-B52E-3F4DA73523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12186" y="3128881"/>
                      <a:ext cx="31388" cy="26495"/>
                    </a:xfrm>
                    <a:custGeom>
                      <a:avLst/>
                      <a:gdLst>
                        <a:gd name="connsiteX0" fmla="*/ 15732 w 31388"/>
                        <a:gd name="connsiteY0" fmla="*/ 9525 h 26495"/>
                        <a:gd name="connsiteX1" fmla="*/ 2397 w 31388"/>
                        <a:gd name="connsiteY1" fmla="*/ 2000 h 26495"/>
                        <a:gd name="connsiteX2" fmla="*/ 16 w 31388"/>
                        <a:gd name="connsiteY2" fmla="*/ 10763 h 26495"/>
                        <a:gd name="connsiteX3" fmla="*/ 14589 w 31388"/>
                        <a:gd name="connsiteY3" fmla="*/ 26479 h 26495"/>
                        <a:gd name="connsiteX4" fmla="*/ 31353 w 31388"/>
                        <a:gd name="connsiteY4" fmla="*/ 8287 h 26495"/>
                        <a:gd name="connsiteX5" fmla="*/ 29829 w 31388"/>
                        <a:gd name="connsiteY5" fmla="*/ 0 h 26495"/>
                        <a:gd name="connsiteX6" fmla="*/ 15732 w 31388"/>
                        <a:gd name="connsiteY6" fmla="*/ 9525 h 264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388" h="26495">
                          <a:moveTo>
                            <a:pt x="15732" y="9525"/>
                          </a:moveTo>
                          <a:cubicBezTo>
                            <a:pt x="9827" y="10096"/>
                            <a:pt x="4873" y="7049"/>
                            <a:pt x="2397" y="2000"/>
                          </a:cubicBezTo>
                          <a:cubicBezTo>
                            <a:pt x="968" y="4667"/>
                            <a:pt x="111" y="7620"/>
                            <a:pt x="16" y="10763"/>
                          </a:cubicBezTo>
                          <a:cubicBezTo>
                            <a:pt x="-365" y="20383"/>
                            <a:pt x="6207" y="26861"/>
                            <a:pt x="14589" y="26479"/>
                          </a:cubicBezTo>
                          <a:cubicBezTo>
                            <a:pt x="22971" y="25908"/>
                            <a:pt x="30686" y="17812"/>
                            <a:pt x="31353" y="8287"/>
                          </a:cubicBezTo>
                          <a:cubicBezTo>
                            <a:pt x="31543" y="5239"/>
                            <a:pt x="30972" y="2477"/>
                            <a:pt x="29829" y="0"/>
                          </a:cubicBezTo>
                          <a:cubicBezTo>
                            <a:pt x="26686" y="5334"/>
                            <a:pt x="21447" y="9144"/>
                            <a:pt x="15732" y="952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89" name="Forme libre : forme 2288">
                      <a:extLst>
                        <a:ext uri="{FF2B5EF4-FFF2-40B4-BE49-F238E27FC236}">
                          <a16:creationId xmlns:a16="http://schemas.microsoft.com/office/drawing/2014/main" id="{8DA5A0DC-19AA-4941-8B98-BB7A94D155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27214" y="3126626"/>
                      <a:ext cx="13451" cy="16288"/>
                    </a:xfrm>
                    <a:custGeom>
                      <a:avLst/>
                      <a:gdLst>
                        <a:gd name="connsiteX0" fmla="*/ 12801 w 13451"/>
                        <a:gd name="connsiteY0" fmla="*/ 4636 h 16288"/>
                        <a:gd name="connsiteX1" fmla="*/ 9562 w 13451"/>
                        <a:gd name="connsiteY1" fmla="*/ 15495 h 16288"/>
                        <a:gd name="connsiteX2" fmla="*/ 704 w 13451"/>
                        <a:gd name="connsiteY2" fmla="*/ 11685 h 16288"/>
                        <a:gd name="connsiteX3" fmla="*/ 3752 w 13451"/>
                        <a:gd name="connsiteY3" fmla="*/ 921 h 16288"/>
                        <a:gd name="connsiteX4" fmla="*/ 12801 w 13451"/>
                        <a:gd name="connsiteY4" fmla="*/ 4636 h 16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51" h="16288">
                          <a:moveTo>
                            <a:pt x="12801" y="4636"/>
                          </a:moveTo>
                          <a:cubicBezTo>
                            <a:pt x="14420" y="8732"/>
                            <a:pt x="12896" y="13494"/>
                            <a:pt x="9562" y="15495"/>
                          </a:cubicBezTo>
                          <a:cubicBezTo>
                            <a:pt x="6229" y="17400"/>
                            <a:pt x="2323" y="15780"/>
                            <a:pt x="704" y="11685"/>
                          </a:cubicBezTo>
                          <a:cubicBezTo>
                            <a:pt x="-915" y="7779"/>
                            <a:pt x="323" y="2922"/>
                            <a:pt x="3752" y="921"/>
                          </a:cubicBezTo>
                          <a:cubicBezTo>
                            <a:pt x="7181" y="-1269"/>
                            <a:pt x="11182" y="636"/>
                            <a:pt x="12801" y="463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90" name="Forme libre : forme 2289">
                      <a:extLst>
                        <a:ext uri="{FF2B5EF4-FFF2-40B4-BE49-F238E27FC236}">
                          <a16:creationId xmlns:a16="http://schemas.microsoft.com/office/drawing/2014/main" id="{D99FBFB1-236F-4256-AAF7-782C0EC8D1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26864" y="3127542"/>
                      <a:ext cx="5250" cy="5630"/>
                    </a:xfrm>
                    <a:custGeom>
                      <a:avLst/>
                      <a:gdLst>
                        <a:gd name="connsiteX0" fmla="*/ 5244 w 5250"/>
                        <a:gd name="connsiteY0" fmla="*/ 2577 h 5630"/>
                        <a:gd name="connsiteX1" fmla="*/ 2482 w 5250"/>
                        <a:gd name="connsiteY1" fmla="*/ 5625 h 5630"/>
                        <a:gd name="connsiteX2" fmla="*/ 6 w 5250"/>
                        <a:gd name="connsiteY2" fmla="*/ 3054 h 5630"/>
                        <a:gd name="connsiteX3" fmla="*/ 2768 w 5250"/>
                        <a:gd name="connsiteY3" fmla="*/ 6 h 5630"/>
                        <a:gd name="connsiteX4" fmla="*/ 5244 w 5250"/>
                        <a:gd name="connsiteY4" fmla="*/ 2577 h 5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50" h="5630">
                          <a:moveTo>
                            <a:pt x="5244" y="2577"/>
                          </a:moveTo>
                          <a:cubicBezTo>
                            <a:pt x="5149" y="4197"/>
                            <a:pt x="3911" y="5530"/>
                            <a:pt x="2482" y="5625"/>
                          </a:cubicBezTo>
                          <a:cubicBezTo>
                            <a:pt x="1053" y="5721"/>
                            <a:pt x="-90" y="4577"/>
                            <a:pt x="6" y="3054"/>
                          </a:cubicBezTo>
                          <a:cubicBezTo>
                            <a:pt x="101" y="1530"/>
                            <a:pt x="1244" y="101"/>
                            <a:pt x="2768" y="6"/>
                          </a:cubicBezTo>
                          <a:cubicBezTo>
                            <a:pt x="4197" y="-90"/>
                            <a:pt x="5340" y="1053"/>
                            <a:pt x="5244" y="25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291" name="Graphique 15">
                    <a:extLst>
                      <a:ext uri="{FF2B5EF4-FFF2-40B4-BE49-F238E27FC236}">
                        <a16:creationId xmlns:a16="http://schemas.microsoft.com/office/drawing/2014/main" id="{FD2B2D93-346A-4DA6-B955-5106349FE241}"/>
                      </a:ext>
                    </a:extLst>
                  </p:cNvPr>
                  <p:cNvGrpSpPr/>
                  <p:nvPr/>
                </p:nvGrpSpPr>
                <p:grpSpPr>
                  <a:xfrm>
                    <a:off x="10622517" y="3151528"/>
                    <a:ext cx="30773" cy="34260"/>
                    <a:chOff x="10622517" y="3151528"/>
                    <a:chExt cx="30773" cy="34260"/>
                  </a:xfrm>
                  <a:solidFill>
                    <a:schemeClr val="accent1"/>
                  </a:solidFill>
                </p:grpSpPr>
                <p:sp>
                  <p:nvSpPr>
                    <p:cNvPr id="2292" name="Forme libre : forme 2291">
                      <a:extLst>
                        <a:ext uri="{FF2B5EF4-FFF2-40B4-BE49-F238E27FC236}">
                          <a16:creationId xmlns:a16="http://schemas.microsoft.com/office/drawing/2014/main" id="{07AC921C-E79A-4F8E-8ECE-8ABA32F0E6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22517" y="3151528"/>
                      <a:ext cx="30773" cy="34260"/>
                    </a:xfrm>
                    <a:custGeom>
                      <a:avLst/>
                      <a:gdLst>
                        <a:gd name="connsiteX0" fmla="*/ 30642 w 30773"/>
                        <a:gd name="connsiteY0" fmla="*/ 16310 h 34260"/>
                        <a:gd name="connsiteX1" fmla="*/ 13497 w 30773"/>
                        <a:gd name="connsiteY1" fmla="*/ 34217 h 34260"/>
                        <a:gd name="connsiteX2" fmla="*/ 67 w 30773"/>
                        <a:gd name="connsiteY2" fmla="*/ 18310 h 34260"/>
                        <a:gd name="connsiteX3" fmla="*/ 16736 w 30773"/>
                        <a:gd name="connsiteY3" fmla="*/ 22 h 34260"/>
                        <a:gd name="connsiteX4" fmla="*/ 30642 w 30773"/>
                        <a:gd name="connsiteY4" fmla="*/ 16310 h 34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773" h="34260">
                          <a:moveTo>
                            <a:pt x="30642" y="16310"/>
                          </a:moveTo>
                          <a:cubicBezTo>
                            <a:pt x="29499" y="25930"/>
                            <a:pt x="21784" y="33455"/>
                            <a:pt x="13497" y="34217"/>
                          </a:cubicBezTo>
                          <a:cubicBezTo>
                            <a:pt x="5115" y="34884"/>
                            <a:pt x="-695" y="27835"/>
                            <a:pt x="67" y="18310"/>
                          </a:cubicBezTo>
                          <a:cubicBezTo>
                            <a:pt x="829" y="8785"/>
                            <a:pt x="8163" y="499"/>
                            <a:pt x="16736" y="22"/>
                          </a:cubicBezTo>
                          <a:cubicBezTo>
                            <a:pt x="25308" y="-454"/>
                            <a:pt x="31785" y="6690"/>
                            <a:pt x="30642" y="1631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93" name="Forme libre : forme 2292">
                      <a:extLst>
                        <a:ext uri="{FF2B5EF4-FFF2-40B4-BE49-F238E27FC236}">
                          <a16:creationId xmlns:a16="http://schemas.microsoft.com/office/drawing/2014/main" id="{3C037F62-7A4E-4529-82B1-DB25F172E8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22517" y="3159551"/>
                      <a:ext cx="30772" cy="26142"/>
                    </a:xfrm>
                    <a:custGeom>
                      <a:avLst/>
                      <a:gdLst>
                        <a:gd name="connsiteX0" fmla="*/ 15307 w 30772"/>
                        <a:gd name="connsiteY0" fmla="*/ 9525 h 26142"/>
                        <a:gd name="connsiteX1" fmla="*/ 2829 w 30772"/>
                        <a:gd name="connsiteY1" fmla="*/ 1524 h 26142"/>
                        <a:gd name="connsiteX2" fmla="*/ 67 w 30772"/>
                        <a:gd name="connsiteY2" fmla="*/ 10192 h 26142"/>
                        <a:gd name="connsiteX3" fmla="*/ 13497 w 30772"/>
                        <a:gd name="connsiteY3" fmla="*/ 26099 h 26142"/>
                        <a:gd name="connsiteX4" fmla="*/ 30642 w 30772"/>
                        <a:gd name="connsiteY4" fmla="*/ 8192 h 26142"/>
                        <a:gd name="connsiteX5" fmla="*/ 29499 w 30772"/>
                        <a:gd name="connsiteY5" fmla="*/ 0 h 26142"/>
                        <a:gd name="connsiteX6" fmla="*/ 15307 w 30772"/>
                        <a:gd name="connsiteY6" fmla="*/ 9525 h 26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772" h="26142">
                          <a:moveTo>
                            <a:pt x="15307" y="9525"/>
                          </a:moveTo>
                          <a:cubicBezTo>
                            <a:pt x="9497" y="9906"/>
                            <a:pt x="5020" y="6667"/>
                            <a:pt x="2829" y="1524"/>
                          </a:cubicBezTo>
                          <a:cubicBezTo>
                            <a:pt x="1400" y="4191"/>
                            <a:pt x="353" y="7144"/>
                            <a:pt x="67" y="10192"/>
                          </a:cubicBezTo>
                          <a:cubicBezTo>
                            <a:pt x="-695" y="19717"/>
                            <a:pt x="5115" y="26765"/>
                            <a:pt x="13497" y="26099"/>
                          </a:cubicBezTo>
                          <a:cubicBezTo>
                            <a:pt x="21879" y="25432"/>
                            <a:pt x="29499" y="17907"/>
                            <a:pt x="30642" y="8192"/>
                          </a:cubicBezTo>
                          <a:cubicBezTo>
                            <a:pt x="31023" y="5144"/>
                            <a:pt x="30547" y="2286"/>
                            <a:pt x="29499" y="0"/>
                          </a:cubicBezTo>
                          <a:cubicBezTo>
                            <a:pt x="26356" y="5334"/>
                            <a:pt x="21022" y="9144"/>
                            <a:pt x="15307" y="952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94" name="Forme libre : forme 2293">
                      <a:extLst>
                        <a:ext uri="{FF2B5EF4-FFF2-40B4-BE49-F238E27FC236}">
                          <a16:creationId xmlns:a16="http://schemas.microsoft.com/office/drawing/2014/main" id="{6D211113-FE34-407C-809B-3901ADD170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37288" y="3157516"/>
                      <a:ext cx="13247" cy="15899"/>
                    </a:xfrm>
                    <a:custGeom>
                      <a:avLst/>
                      <a:gdLst>
                        <a:gd name="connsiteX0" fmla="*/ 12728 w 13247"/>
                        <a:gd name="connsiteY0" fmla="*/ 4511 h 15899"/>
                        <a:gd name="connsiteX1" fmla="*/ 9109 w 13247"/>
                        <a:gd name="connsiteY1" fmla="*/ 15084 h 15899"/>
                        <a:gd name="connsiteX2" fmla="*/ 536 w 13247"/>
                        <a:gd name="connsiteY2" fmla="*/ 11465 h 15899"/>
                        <a:gd name="connsiteX3" fmla="*/ 3965 w 13247"/>
                        <a:gd name="connsiteY3" fmla="*/ 796 h 15899"/>
                        <a:gd name="connsiteX4" fmla="*/ 12728 w 13247"/>
                        <a:gd name="connsiteY4" fmla="*/ 4511 h 15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47" h="15899">
                          <a:moveTo>
                            <a:pt x="12728" y="4511"/>
                          </a:moveTo>
                          <a:cubicBezTo>
                            <a:pt x="14157" y="8417"/>
                            <a:pt x="12537" y="13179"/>
                            <a:pt x="9109" y="15084"/>
                          </a:cubicBezTo>
                          <a:cubicBezTo>
                            <a:pt x="5775" y="16989"/>
                            <a:pt x="1965" y="15465"/>
                            <a:pt x="536" y="11465"/>
                          </a:cubicBezTo>
                          <a:cubicBezTo>
                            <a:pt x="-893" y="7559"/>
                            <a:pt x="631" y="2702"/>
                            <a:pt x="3965" y="796"/>
                          </a:cubicBezTo>
                          <a:cubicBezTo>
                            <a:pt x="7394" y="-1108"/>
                            <a:pt x="11299" y="511"/>
                            <a:pt x="12728" y="451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95" name="Forme libre : forme 2294">
                      <a:extLst>
                        <a:ext uri="{FF2B5EF4-FFF2-40B4-BE49-F238E27FC236}">
                          <a16:creationId xmlns:a16="http://schemas.microsoft.com/office/drawing/2014/main" id="{11DB9E30-6B25-492E-8367-01C20C5C28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37246" y="3158313"/>
                      <a:ext cx="5060" cy="5625"/>
                    </a:xfrm>
                    <a:custGeom>
                      <a:avLst/>
                      <a:gdLst>
                        <a:gd name="connsiteX0" fmla="*/ 5055 w 5060"/>
                        <a:gd name="connsiteY0" fmla="*/ 2667 h 5625"/>
                        <a:gd name="connsiteX1" fmla="*/ 2292 w 5060"/>
                        <a:gd name="connsiteY1" fmla="*/ 5620 h 5625"/>
                        <a:gd name="connsiteX2" fmla="*/ 7 w 5060"/>
                        <a:gd name="connsiteY2" fmla="*/ 2953 h 5625"/>
                        <a:gd name="connsiteX3" fmla="*/ 2769 w 5060"/>
                        <a:gd name="connsiteY3" fmla="*/ 0 h 5625"/>
                        <a:gd name="connsiteX4" fmla="*/ 5055 w 5060"/>
                        <a:gd name="connsiteY4" fmla="*/ 2667 h 5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" h="5625">
                          <a:moveTo>
                            <a:pt x="5055" y="2667"/>
                          </a:moveTo>
                          <a:cubicBezTo>
                            <a:pt x="4864" y="4191"/>
                            <a:pt x="3626" y="5525"/>
                            <a:pt x="2292" y="5620"/>
                          </a:cubicBezTo>
                          <a:cubicBezTo>
                            <a:pt x="864" y="5715"/>
                            <a:pt x="-89" y="4477"/>
                            <a:pt x="7" y="2953"/>
                          </a:cubicBezTo>
                          <a:cubicBezTo>
                            <a:pt x="102" y="1429"/>
                            <a:pt x="1340" y="95"/>
                            <a:pt x="2769" y="0"/>
                          </a:cubicBezTo>
                          <a:cubicBezTo>
                            <a:pt x="4102" y="0"/>
                            <a:pt x="5150" y="1143"/>
                            <a:pt x="5055" y="26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296" name="Graphique 15">
                    <a:extLst>
                      <a:ext uri="{FF2B5EF4-FFF2-40B4-BE49-F238E27FC236}">
                        <a16:creationId xmlns:a16="http://schemas.microsoft.com/office/drawing/2014/main" id="{981A293E-63AF-452E-8C8E-46684D4DD281}"/>
                      </a:ext>
                    </a:extLst>
                  </p:cNvPr>
                  <p:cNvGrpSpPr/>
                  <p:nvPr/>
                </p:nvGrpSpPr>
                <p:grpSpPr>
                  <a:xfrm>
                    <a:off x="10640027" y="3175645"/>
                    <a:ext cx="30609" cy="34015"/>
                    <a:chOff x="10640027" y="3175645"/>
                    <a:chExt cx="30609" cy="34015"/>
                  </a:xfrm>
                  <a:solidFill>
                    <a:schemeClr val="accent1"/>
                  </a:solidFill>
                </p:grpSpPr>
                <p:sp>
                  <p:nvSpPr>
                    <p:cNvPr id="2297" name="Forme libre : forme 2296">
                      <a:extLst>
                        <a:ext uri="{FF2B5EF4-FFF2-40B4-BE49-F238E27FC236}">
                          <a16:creationId xmlns:a16="http://schemas.microsoft.com/office/drawing/2014/main" id="{122CFE1F-A79D-4419-958D-2759A1F02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0122" y="3175645"/>
                      <a:ext cx="30514" cy="34015"/>
                    </a:xfrm>
                    <a:custGeom>
                      <a:avLst/>
                      <a:gdLst>
                        <a:gd name="connsiteX0" fmla="*/ 30277 w 30514"/>
                        <a:gd name="connsiteY0" fmla="*/ 16672 h 34015"/>
                        <a:gd name="connsiteX1" fmla="*/ 12466 w 30514"/>
                        <a:gd name="connsiteY1" fmla="*/ 34008 h 34015"/>
                        <a:gd name="connsiteX2" fmla="*/ 178 w 30514"/>
                        <a:gd name="connsiteY2" fmla="*/ 17530 h 34015"/>
                        <a:gd name="connsiteX3" fmla="*/ 17418 w 30514"/>
                        <a:gd name="connsiteY3" fmla="*/ 4 h 34015"/>
                        <a:gd name="connsiteX4" fmla="*/ 30277 w 30514"/>
                        <a:gd name="connsiteY4" fmla="*/ 16672 h 34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514" h="34015">
                          <a:moveTo>
                            <a:pt x="30277" y="16672"/>
                          </a:moveTo>
                          <a:cubicBezTo>
                            <a:pt x="28753" y="26007"/>
                            <a:pt x="20657" y="33627"/>
                            <a:pt x="12466" y="34008"/>
                          </a:cubicBezTo>
                          <a:cubicBezTo>
                            <a:pt x="4274" y="34294"/>
                            <a:pt x="-1060" y="27055"/>
                            <a:pt x="178" y="17530"/>
                          </a:cubicBezTo>
                          <a:cubicBezTo>
                            <a:pt x="1417" y="8005"/>
                            <a:pt x="9037" y="99"/>
                            <a:pt x="17418" y="4"/>
                          </a:cubicBezTo>
                          <a:cubicBezTo>
                            <a:pt x="25800" y="-187"/>
                            <a:pt x="31801" y="7338"/>
                            <a:pt x="30277" y="1667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98" name="Forme libre : forme 2297">
                      <a:extLst>
                        <a:ext uri="{FF2B5EF4-FFF2-40B4-BE49-F238E27FC236}">
                          <a16:creationId xmlns:a16="http://schemas.microsoft.com/office/drawing/2014/main" id="{149EC23F-93AD-4D60-AF19-71F6279608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0027" y="3184126"/>
                      <a:ext cx="30484" cy="25439"/>
                    </a:xfrm>
                    <a:custGeom>
                      <a:avLst/>
                      <a:gdLst>
                        <a:gd name="connsiteX0" fmla="*/ 15228 w 30484"/>
                        <a:gd name="connsiteY0" fmla="*/ 8858 h 25439"/>
                        <a:gd name="connsiteX1" fmla="*/ 3321 w 30484"/>
                        <a:gd name="connsiteY1" fmla="*/ 381 h 25439"/>
                        <a:gd name="connsiteX2" fmla="*/ 178 w 30484"/>
                        <a:gd name="connsiteY2" fmla="*/ 8954 h 25439"/>
                        <a:gd name="connsiteX3" fmla="*/ 12465 w 30484"/>
                        <a:gd name="connsiteY3" fmla="*/ 25432 h 25439"/>
                        <a:gd name="connsiteX4" fmla="*/ 30277 w 30484"/>
                        <a:gd name="connsiteY4" fmla="*/ 8096 h 25439"/>
                        <a:gd name="connsiteX5" fmla="*/ 29515 w 30484"/>
                        <a:gd name="connsiteY5" fmla="*/ 0 h 25439"/>
                        <a:gd name="connsiteX6" fmla="*/ 15228 w 30484"/>
                        <a:gd name="connsiteY6" fmla="*/ 8858 h 254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484" h="25439">
                          <a:moveTo>
                            <a:pt x="15228" y="8858"/>
                          </a:moveTo>
                          <a:cubicBezTo>
                            <a:pt x="9513" y="9049"/>
                            <a:pt x="5226" y="5620"/>
                            <a:pt x="3321" y="381"/>
                          </a:cubicBezTo>
                          <a:cubicBezTo>
                            <a:pt x="1702" y="2953"/>
                            <a:pt x="559" y="5810"/>
                            <a:pt x="178" y="8954"/>
                          </a:cubicBezTo>
                          <a:cubicBezTo>
                            <a:pt x="-1060" y="18479"/>
                            <a:pt x="4274" y="25717"/>
                            <a:pt x="12465" y="25432"/>
                          </a:cubicBezTo>
                          <a:cubicBezTo>
                            <a:pt x="20657" y="25146"/>
                            <a:pt x="28848" y="17431"/>
                            <a:pt x="30277" y="8096"/>
                          </a:cubicBezTo>
                          <a:cubicBezTo>
                            <a:pt x="30753" y="5143"/>
                            <a:pt x="30372" y="2381"/>
                            <a:pt x="29515" y="0"/>
                          </a:cubicBezTo>
                          <a:cubicBezTo>
                            <a:pt x="26181" y="5143"/>
                            <a:pt x="20752" y="8763"/>
                            <a:pt x="15228" y="885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299" name="Forme libre : forme 2298">
                      <a:extLst>
                        <a:ext uri="{FF2B5EF4-FFF2-40B4-BE49-F238E27FC236}">
                          <a16:creationId xmlns:a16="http://schemas.microsoft.com/office/drawing/2014/main" id="{17FE30CD-57A0-4BB8-AD5D-18A3640A78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4901" y="3181708"/>
                      <a:ext cx="13020" cy="15900"/>
                    </a:xfrm>
                    <a:custGeom>
                      <a:avLst/>
                      <a:gdLst>
                        <a:gd name="connsiteX0" fmla="*/ 12641 w 13020"/>
                        <a:gd name="connsiteY0" fmla="*/ 4703 h 15900"/>
                        <a:gd name="connsiteX1" fmla="*/ 8545 w 13020"/>
                        <a:gd name="connsiteY1" fmla="*/ 15181 h 15900"/>
                        <a:gd name="connsiteX2" fmla="*/ 353 w 13020"/>
                        <a:gd name="connsiteY2" fmla="*/ 11275 h 15900"/>
                        <a:gd name="connsiteX3" fmla="*/ 4259 w 13020"/>
                        <a:gd name="connsiteY3" fmla="*/ 703 h 15900"/>
                        <a:gd name="connsiteX4" fmla="*/ 12641 w 13020"/>
                        <a:gd name="connsiteY4" fmla="*/ 4703 h 15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20" h="15900">
                          <a:moveTo>
                            <a:pt x="12641" y="4703"/>
                          </a:moveTo>
                          <a:cubicBezTo>
                            <a:pt x="13879" y="8704"/>
                            <a:pt x="11974" y="13371"/>
                            <a:pt x="8545" y="15181"/>
                          </a:cubicBezTo>
                          <a:cubicBezTo>
                            <a:pt x="5116" y="16990"/>
                            <a:pt x="1496" y="15276"/>
                            <a:pt x="353" y="11275"/>
                          </a:cubicBezTo>
                          <a:cubicBezTo>
                            <a:pt x="-789" y="7275"/>
                            <a:pt x="925" y="2512"/>
                            <a:pt x="4259" y="703"/>
                          </a:cubicBezTo>
                          <a:cubicBezTo>
                            <a:pt x="7688" y="-1107"/>
                            <a:pt x="11498" y="703"/>
                            <a:pt x="12641" y="470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00" name="Forme libre : forme 2299">
                      <a:extLst>
                        <a:ext uri="{FF2B5EF4-FFF2-40B4-BE49-F238E27FC236}">
                          <a16:creationId xmlns:a16="http://schemas.microsoft.com/office/drawing/2014/main" id="{16EE2EAD-8528-4B6F-8558-2E73317C35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5040" y="3182406"/>
                      <a:ext cx="5001" cy="5624"/>
                    </a:xfrm>
                    <a:custGeom>
                      <a:avLst/>
                      <a:gdLst>
                        <a:gd name="connsiteX0" fmla="*/ 4977 w 5001"/>
                        <a:gd name="connsiteY0" fmla="*/ 2767 h 5624"/>
                        <a:gd name="connsiteX1" fmla="*/ 2120 w 5001"/>
                        <a:gd name="connsiteY1" fmla="*/ 5625 h 5624"/>
                        <a:gd name="connsiteX2" fmla="*/ 24 w 5001"/>
                        <a:gd name="connsiteY2" fmla="*/ 2863 h 5624"/>
                        <a:gd name="connsiteX3" fmla="*/ 2882 w 5001"/>
                        <a:gd name="connsiteY3" fmla="*/ 5 h 5624"/>
                        <a:gd name="connsiteX4" fmla="*/ 4977 w 5001"/>
                        <a:gd name="connsiteY4" fmla="*/ 2767 h 5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01" h="5624">
                          <a:moveTo>
                            <a:pt x="4977" y="2767"/>
                          </a:moveTo>
                          <a:cubicBezTo>
                            <a:pt x="4787" y="4291"/>
                            <a:pt x="3453" y="5625"/>
                            <a:pt x="2120" y="5625"/>
                          </a:cubicBezTo>
                          <a:cubicBezTo>
                            <a:pt x="786" y="5625"/>
                            <a:pt x="-166" y="4387"/>
                            <a:pt x="24" y="2863"/>
                          </a:cubicBezTo>
                          <a:cubicBezTo>
                            <a:pt x="215" y="1339"/>
                            <a:pt x="1548" y="5"/>
                            <a:pt x="2882" y="5"/>
                          </a:cubicBezTo>
                          <a:cubicBezTo>
                            <a:pt x="4215" y="-90"/>
                            <a:pt x="5168" y="1148"/>
                            <a:pt x="4977" y="27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301" name="Graphique 15">
                  <a:extLst>
                    <a:ext uri="{FF2B5EF4-FFF2-40B4-BE49-F238E27FC236}">
                      <a16:creationId xmlns:a16="http://schemas.microsoft.com/office/drawing/2014/main" id="{58355568-7B40-4EBA-B3FE-4458906AC18B}"/>
                    </a:ext>
                  </a:extLst>
                </p:cNvPr>
                <p:cNvGrpSpPr/>
                <p:nvPr/>
              </p:nvGrpSpPr>
              <p:grpSpPr>
                <a:xfrm>
                  <a:off x="10607816" y="3235085"/>
                  <a:ext cx="83154" cy="69541"/>
                  <a:chOff x="10607816" y="3235085"/>
                  <a:chExt cx="83154" cy="69541"/>
                </a:xfrm>
                <a:solidFill>
                  <a:schemeClr val="accent1"/>
                </a:solidFill>
              </p:grpSpPr>
              <p:grpSp>
                <p:nvGrpSpPr>
                  <p:cNvPr id="2302" name="Graphique 15">
                    <a:extLst>
                      <a:ext uri="{FF2B5EF4-FFF2-40B4-BE49-F238E27FC236}">
                        <a16:creationId xmlns:a16="http://schemas.microsoft.com/office/drawing/2014/main" id="{82C3C572-E1D1-438F-BEB8-C46AE326B6AB}"/>
                      </a:ext>
                    </a:extLst>
                  </p:cNvPr>
                  <p:cNvGrpSpPr/>
                  <p:nvPr/>
                </p:nvGrpSpPr>
                <p:grpSpPr>
                  <a:xfrm>
                    <a:off x="10607816" y="3271557"/>
                    <a:ext cx="27939" cy="33068"/>
                    <a:chOff x="10607816" y="3271557"/>
                    <a:chExt cx="27939" cy="33068"/>
                  </a:xfrm>
                  <a:solidFill>
                    <a:schemeClr val="accent1"/>
                  </a:solidFill>
                </p:grpSpPr>
                <p:sp>
                  <p:nvSpPr>
                    <p:cNvPr id="2303" name="Forme libre : forme 2302">
                      <a:extLst>
                        <a:ext uri="{FF2B5EF4-FFF2-40B4-BE49-F238E27FC236}">
                          <a16:creationId xmlns:a16="http://schemas.microsoft.com/office/drawing/2014/main" id="{7D951745-E046-4C66-ACE0-78D65D9362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07816" y="3271557"/>
                      <a:ext cx="27844" cy="32987"/>
                    </a:xfrm>
                    <a:custGeom>
                      <a:avLst/>
                      <a:gdLst>
                        <a:gd name="connsiteX0" fmla="*/ 17625 w 27844"/>
                        <a:gd name="connsiteY0" fmla="*/ 8 h 32987"/>
                        <a:gd name="connsiteX1" fmla="*/ 27245 w 27844"/>
                        <a:gd name="connsiteY1" fmla="*/ 15915 h 32987"/>
                        <a:gd name="connsiteX2" fmla="*/ 9719 w 27844"/>
                        <a:gd name="connsiteY2" fmla="*/ 32965 h 32987"/>
                        <a:gd name="connsiteX3" fmla="*/ 480 w 27844"/>
                        <a:gd name="connsiteY3" fmla="*/ 17629 h 32987"/>
                        <a:gd name="connsiteX4" fmla="*/ 17625 w 27844"/>
                        <a:gd name="connsiteY4" fmla="*/ 8 h 32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44" h="32987">
                          <a:moveTo>
                            <a:pt x="17625" y="8"/>
                          </a:moveTo>
                          <a:cubicBezTo>
                            <a:pt x="25054" y="-278"/>
                            <a:pt x="29531" y="6962"/>
                            <a:pt x="27245" y="15915"/>
                          </a:cubicBezTo>
                          <a:cubicBezTo>
                            <a:pt x="24959" y="24964"/>
                            <a:pt x="16958" y="32488"/>
                            <a:pt x="9719" y="32965"/>
                          </a:cubicBezTo>
                          <a:cubicBezTo>
                            <a:pt x="2480" y="33441"/>
                            <a:pt x="-1425" y="26488"/>
                            <a:pt x="480" y="17629"/>
                          </a:cubicBezTo>
                          <a:cubicBezTo>
                            <a:pt x="2480" y="8676"/>
                            <a:pt x="10005" y="675"/>
                            <a:pt x="17625" y="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04" name="Forme libre : forme 2303">
                      <a:extLst>
                        <a:ext uri="{FF2B5EF4-FFF2-40B4-BE49-F238E27FC236}">
                          <a16:creationId xmlns:a16="http://schemas.microsoft.com/office/drawing/2014/main" id="{56409E05-6EAD-4CD2-A131-9C753DC220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11725" y="3271652"/>
                      <a:ext cx="24031" cy="32973"/>
                    </a:xfrm>
                    <a:custGeom>
                      <a:avLst/>
                      <a:gdLst>
                        <a:gd name="connsiteX0" fmla="*/ 10287 w 24031"/>
                        <a:gd name="connsiteY0" fmla="*/ 16391 h 32973"/>
                        <a:gd name="connsiteX1" fmla="*/ 0 w 24031"/>
                        <a:gd name="connsiteY1" fmla="*/ 31155 h 32973"/>
                        <a:gd name="connsiteX2" fmla="*/ 5905 w 24031"/>
                        <a:gd name="connsiteY2" fmla="*/ 32965 h 32973"/>
                        <a:gd name="connsiteX3" fmla="*/ 23432 w 24031"/>
                        <a:gd name="connsiteY3" fmla="*/ 15915 h 32973"/>
                        <a:gd name="connsiteX4" fmla="*/ 13811 w 24031"/>
                        <a:gd name="connsiteY4" fmla="*/ 8 h 32973"/>
                        <a:gd name="connsiteX5" fmla="*/ 6763 w 24031"/>
                        <a:gd name="connsiteY5" fmla="*/ 2675 h 32973"/>
                        <a:gd name="connsiteX6" fmla="*/ 10287 w 24031"/>
                        <a:gd name="connsiteY6" fmla="*/ 16391 h 329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031" h="32973">
                          <a:moveTo>
                            <a:pt x="10287" y="16391"/>
                          </a:moveTo>
                          <a:cubicBezTo>
                            <a:pt x="8763" y="22582"/>
                            <a:pt x="4667" y="28107"/>
                            <a:pt x="0" y="31155"/>
                          </a:cubicBezTo>
                          <a:cubicBezTo>
                            <a:pt x="1524" y="32393"/>
                            <a:pt x="3524" y="33060"/>
                            <a:pt x="5905" y="32965"/>
                          </a:cubicBezTo>
                          <a:cubicBezTo>
                            <a:pt x="13145" y="32489"/>
                            <a:pt x="21146" y="24869"/>
                            <a:pt x="23432" y="15915"/>
                          </a:cubicBezTo>
                          <a:cubicBezTo>
                            <a:pt x="25718" y="6866"/>
                            <a:pt x="21241" y="-277"/>
                            <a:pt x="13811" y="8"/>
                          </a:cubicBezTo>
                          <a:cubicBezTo>
                            <a:pt x="11430" y="199"/>
                            <a:pt x="8954" y="1247"/>
                            <a:pt x="6763" y="2675"/>
                          </a:cubicBezTo>
                          <a:cubicBezTo>
                            <a:pt x="10287" y="4961"/>
                            <a:pt x="11716" y="10295"/>
                            <a:pt x="10287" y="163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05" name="Forme libre : forme 2304">
                      <a:extLst>
                        <a:ext uri="{FF2B5EF4-FFF2-40B4-BE49-F238E27FC236}">
                          <a16:creationId xmlns:a16="http://schemas.microsoft.com/office/drawing/2014/main" id="{11B3357B-5DC3-42AF-8E48-82F8A5C37F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14213" y="3274753"/>
                      <a:ext cx="13403" cy="14327"/>
                    </a:xfrm>
                    <a:custGeom>
                      <a:avLst/>
                      <a:gdLst>
                        <a:gd name="connsiteX0" fmla="*/ 5609 w 13403"/>
                        <a:gd name="connsiteY0" fmla="*/ 1194 h 14327"/>
                        <a:gd name="connsiteX1" fmla="*/ 13324 w 13403"/>
                        <a:gd name="connsiteY1" fmla="*/ 3384 h 14327"/>
                        <a:gd name="connsiteX2" fmla="*/ 7704 w 13403"/>
                        <a:gd name="connsiteY2" fmla="*/ 13195 h 14327"/>
                        <a:gd name="connsiteX3" fmla="*/ 84 w 13403"/>
                        <a:gd name="connsiteY3" fmla="*/ 11100 h 14327"/>
                        <a:gd name="connsiteX4" fmla="*/ 5609 w 13403"/>
                        <a:gd name="connsiteY4" fmla="*/ 1194 h 143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03" h="14327">
                          <a:moveTo>
                            <a:pt x="5609" y="1194"/>
                          </a:moveTo>
                          <a:cubicBezTo>
                            <a:pt x="9324" y="-1092"/>
                            <a:pt x="12753" y="51"/>
                            <a:pt x="13324" y="3384"/>
                          </a:cubicBezTo>
                          <a:cubicBezTo>
                            <a:pt x="13896" y="6718"/>
                            <a:pt x="11324" y="11100"/>
                            <a:pt x="7704" y="13195"/>
                          </a:cubicBezTo>
                          <a:cubicBezTo>
                            <a:pt x="4085" y="15386"/>
                            <a:pt x="846" y="14243"/>
                            <a:pt x="84" y="11100"/>
                          </a:cubicBezTo>
                          <a:cubicBezTo>
                            <a:pt x="-487" y="7861"/>
                            <a:pt x="1894" y="3480"/>
                            <a:pt x="5609" y="11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06" name="Forme libre : forme 2305">
                      <a:extLst>
                        <a:ext uri="{FF2B5EF4-FFF2-40B4-BE49-F238E27FC236}">
                          <a16:creationId xmlns:a16="http://schemas.microsoft.com/office/drawing/2014/main" id="{0E8BB811-9F28-4E54-8660-82A26A12A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13951" y="3284418"/>
                      <a:ext cx="4548" cy="5434"/>
                    </a:xfrm>
                    <a:custGeom>
                      <a:avLst/>
                      <a:gdLst>
                        <a:gd name="connsiteX0" fmla="*/ 2918 w 4548"/>
                        <a:gd name="connsiteY0" fmla="*/ 6 h 5434"/>
                        <a:gd name="connsiteX1" fmla="*/ 4442 w 4548"/>
                        <a:gd name="connsiteY1" fmla="*/ 2577 h 5434"/>
                        <a:gd name="connsiteX2" fmla="*/ 1679 w 4548"/>
                        <a:gd name="connsiteY2" fmla="*/ 5435 h 5434"/>
                        <a:gd name="connsiteX3" fmla="*/ 60 w 4548"/>
                        <a:gd name="connsiteY3" fmla="*/ 2863 h 5434"/>
                        <a:gd name="connsiteX4" fmla="*/ 2918 w 4548"/>
                        <a:gd name="connsiteY4" fmla="*/ 6 h 5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48" h="5434">
                          <a:moveTo>
                            <a:pt x="2918" y="6"/>
                          </a:moveTo>
                          <a:cubicBezTo>
                            <a:pt x="4156" y="-90"/>
                            <a:pt x="4823" y="1053"/>
                            <a:pt x="4442" y="2577"/>
                          </a:cubicBezTo>
                          <a:cubicBezTo>
                            <a:pt x="4061" y="4101"/>
                            <a:pt x="2822" y="5340"/>
                            <a:pt x="1679" y="5435"/>
                          </a:cubicBezTo>
                          <a:cubicBezTo>
                            <a:pt x="536" y="5435"/>
                            <a:pt x="-225" y="4387"/>
                            <a:pt x="60" y="2863"/>
                          </a:cubicBezTo>
                          <a:cubicBezTo>
                            <a:pt x="346" y="1434"/>
                            <a:pt x="1679" y="101"/>
                            <a:pt x="2918" y="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307" name="Graphique 15">
                    <a:extLst>
                      <a:ext uri="{FF2B5EF4-FFF2-40B4-BE49-F238E27FC236}">
                        <a16:creationId xmlns:a16="http://schemas.microsoft.com/office/drawing/2014/main" id="{39E1EFC6-BFB7-4E84-8917-311D8CF10A07}"/>
                      </a:ext>
                    </a:extLst>
                  </p:cNvPr>
                  <p:cNvGrpSpPr/>
                  <p:nvPr/>
                </p:nvGrpSpPr>
                <p:grpSpPr>
                  <a:xfrm>
                    <a:off x="10635381" y="3257560"/>
                    <a:ext cx="29060" cy="32689"/>
                    <a:chOff x="10635381" y="3257560"/>
                    <a:chExt cx="29060" cy="32689"/>
                  </a:xfrm>
                  <a:solidFill>
                    <a:schemeClr val="accent1"/>
                  </a:solidFill>
                </p:grpSpPr>
                <p:sp>
                  <p:nvSpPr>
                    <p:cNvPr id="2308" name="Forme libre : forme 2307">
                      <a:extLst>
                        <a:ext uri="{FF2B5EF4-FFF2-40B4-BE49-F238E27FC236}">
                          <a16:creationId xmlns:a16="http://schemas.microsoft.com/office/drawing/2014/main" id="{26DED459-D34A-458C-9D78-5E62E7471F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35381" y="3257560"/>
                      <a:ext cx="29060" cy="32689"/>
                    </a:xfrm>
                    <a:custGeom>
                      <a:avLst/>
                      <a:gdLst>
                        <a:gd name="connsiteX0" fmla="*/ 18350 w 29060"/>
                        <a:gd name="connsiteY0" fmla="*/ 4 h 32689"/>
                        <a:gd name="connsiteX1" fmla="*/ 28351 w 29060"/>
                        <a:gd name="connsiteY1" fmla="*/ 16386 h 32689"/>
                        <a:gd name="connsiteX2" fmla="*/ 10253 w 29060"/>
                        <a:gd name="connsiteY2" fmla="*/ 32674 h 32689"/>
                        <a:gd name="connsiteX3" fmla="*/ 538 w 29060"/>
                        <a:gd name="connsiteY3" fmla="*/ 16863 h 32689"/>
                        <a:gd name="connsiteX4" fmla="*/ 18350 w 29060"/>
                        <a:gd name="connsiteY4" fmla="*/ 4 h 32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060" h="32689">
                          <a:moveTo>
                            <a:pt x="18350" y="4"/>
                          </a:moveTo>
                          <a:cubicBezTo>
                            <a:pt x="26256" y="-187"/>
                            <a:pt x="30923" y="7147"/>
                            <a:pt x="28351" y="16386"/>
                          </a:cubicBezTo>
                          <a:cubicBezTo>
                            <a:pt x="25874" y="25435"/>
                            <a:pt x="17588" y="32674"/>
                            <a:pt x="10253" y="32674"/>
                          </a:cubicBezTo>
                          <a:cubicBezTo>
                            <a:pt x="2633" y="33055"/>
                            <a:pt x="-1558" y="26007"/>
                            <a:pt x="538" y="16863"/>
                          </a:cubicBezTo>
                          <a:cubicBezTo>
                            <a:pt x="2633" y="7814"/>
                            <a:pt x="10444" y="99"/>
                            <a:pt x="18350" y="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09" name="Forme libre : forme 2308">
                      <a:extLst>
                        <a:ext uri="{FF2B5EF4-FFF2-40B4-BE49-F238E27FC236}">
                          <a16:creationId xmlns:a16="http://schemas.microsoft.com/office/drawing/2014/main" id="{40259DA3-FBA6-40D9-B585-D4919945D6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39348" y="3257560"/>
                      <a:ext cx="25093" cy="32682"/>
                    </a:xfrm>
                    <a:custGeom>
                      <a:avLst/>
                      <a:gdLst>
                        <a:gd name="connsiteX0" fmla="*/ 10763 w 25093"/>
                        <a:gd name="connsiteY0" fmla="*/ 16291 h 32682"/>
                        <a:gd name="connsiteX1" fmla="*/ 0 w 25093"/>
                        <a:gd name="connsiteY1" fmla="*/ 30769 h 32682"/>
                        <a:gd name="connsiteX2" fmla="*/ 6286 w 25093"/>
                        <a:gd name="connsiteY2" fmla="*/ 32674 h 32682"/>
                        <a:gd name="connsiteX3" fmla="*/ 24384 w 25093"/>
                        <a:gd name="connsiteY3" fmla="*/ 16386 h 32682"/>
                        <a:gd name="connsiteX4" fmla="*/ 14383 w 25093"/>
                        <a:gd name="connsiteY4" fmla="*/ 4 h 32682"/>
                        <a:gd name="connsiteX5" fmla="*/ 7048 w 25093"/>
                        <a:gd name="connsiteY5" fmla="*/ 2290 h 32682"/>
                        <a:gd name="connsiteX6" fmla="*/ 10763 w 25093"/>
                        <a:gd name="connsiteY6" fmla="*/ 16291 h 32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093" h="32682">
                          <a:moveTo>
                            <a:pt x="10763" y="16291"/>
                          </a:moveTo>
                          <a:cubicBezTo>
                            <a:pt x="9239" y="22483"/>
                            <a:pt x="4953" y="27817"/>
                            <a:pt x="0" y="30769"/>
                          </a:cubicBezTo>
                          <a:cubicBezTo>
                            <a:pt x="1619" y="32008"/>
                            <a:pt x="3715" y="32770"/>
                            <a:pt x="6286" y="32674"/>
                          </a:cubicBezTo>
                          <a:cubicBezTo>
                            <a:pt x="13716" y="32674"/>
                            <a:pt x="22003" y="25435"/>
                            <a:pt x="24384" y="16386"/>
                          </a:cubicBezTo>
                          <a:cubicBezTo>
                            <a:pt x="26956" y="7147"/>
                            <a:pt x="22288" y="-187"/>
                            <a:pt x="14383" y="4"/>
                          </a:cubicBezTo>
                          <a:cubicBezTo>
                            <a:pt x="11906" y="4"/>
                            <a:pt x="9430" y="956"/>
                            <a:pt x="7048" y="2290"/>
                          </a:cubicBezTo>
                          <a:cubicBezTo>
                            <a:pt x="10668" y="5052"/>
                            <a:pt x="12287" y="10291"/>
                            <a:pt x="10763" y="162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10" name="Forme libre : forme 2309">
                      <a:extLst>
                        <a:ext uri="{FF2B5EF4-FFF2-40B4-BE49-F238E27FC236}">
                          <a16:creationId xmlns:a16="http://schemas.microsoft.com/office/drawing/2014/main" id="{6A3DB83F-FF4C-47A7-B465-34FF7422CC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2097" y="3260671"/>
                      <a:ext cx="13926" cy="14193"/>
                    </a:xfrm>
                    <a:custGeom>
                      <a:avLst/>
                      <a:gdLst>
                        <a:gd name="connsiteX0" fmla="*/ 5728 w 13926"/>
                        <a:gd name="connsiteY0" fmla="*/ 988 h 14193"/>
                        <a:gd name="connsiteX1" fmla="*/ 13824 w 13926"/>
                        <a:gd name="connsiteY1" fmla="*/ 3464 h 14193"/>
                        <a:gd name="connsiteX2" fmla="*/ 8014 w 13926"/>
                        <a:gd name="connsiteY2" fmla="*/ 13180 h 14193"/>
                        <a:gd name="connsiteX3" fmla="*/ 108 w 13926"/>
                        <a:gd name="connsiteY3" fmla="*/ 10799 h 14193"/>
                        <a:gd name="connsiteX4" fmla="*/ 5728 w 13926"/>
                        <a:gd name="connsiteY4" fmla="*/ 988 h 14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26" h="14193">
                          <a:moveTo>
                            <a:pt x="5728" y="988"/>
                          </a:moveTo>
                          <a:cubicBezTo>
                            <a:pt x="9538" y="-1012"/>
                            <a:pt x="13158" y="131"/>
                            <a:pt x="13824" y="3464"/>
                          </a:cubicBezTo>
                          <a:cubicBezTo>
                            <a:pt x="14491" y="6798"/>
                            <a:pt x="11824" y="11084"/>
                            <a:pt x="8014" y="13180"/>
                          </a:cubicBezTo>
                          <a:cubicBezTo>
                            <a:pt x="4204" y="15180"/>
                            <a:pt x="680" y="14132"/>
                            <a:pt x="108" y="10799"/>
                          </a:cubicBezTo>
                          <a:cubicBezTo>
                            <a:pt x="-558" y="7370"/>
                            <a:pt x="1918" y="2988"/>
                            <a:pt x="5728" y="9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11" name="Forme libre : forme 2310">
                      <a:extLst>
                        <a:ext uri="{FF2B5EF4-FFF2-40B4-BE49-F238E27FC236}">
                          <a16:creationId xmlns:a16="http://schemas.microsoft.com/office/drawing/2014/main" id="{25121FFC-816D-4621-9E70-24E842648A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1631" y="3270136"/>
                      <a:ext cx="4769" cy="5429"/>
                    </a:xfrm>
                    <a:custGeom>
                      <a:avLst/>
                      <a:gdLst>
                        <a:gd name="connsiteX0" fmla="*/ 3051 w 4769"/>
                        <a:gd name="connsiteY0" fmla="*/ 0 h 5429"/>
                        <a:gd name="connsiteX1" fmla="*/ 4670 w 4769"/>
                        <a:gd name="connsiteY1" fmla="*/ 2667 h 5429"/>
                        <a:gd name="connsiteX2" fmla="*/ 1718 w 4769"/>
                        <a:gd name="connsiteY2" fmla="*/ 5429 h 5429"/>
                        <a:gd name="connsiteX3" fmla="*/ 99 w 4769"/>
                        <a:gd name="connsiteY3" fmla="*/ 2762 h 5429"/>
                        <a:gd name="connsiteX4" fmla="*/ 3051 w 4769"/>
                        <a:gd name="connsiteY4" fmla="*/ 0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9" h="5429">
                          <a:moveTo>
                            <a:pt x="3051" y="0"/>
                          </a:moveTo>
                          <a:cubicBezTo>
                            <a:pt x="4289" y="0"/>
                            <a:pt x="5052" y="1143"/>
                            <a:pt x="4670" y="2667"/>
                          </a:cubicBezTo>
                          <a:cubicBezTo>
                            <a:pt x="4289" y="4191"/>
                            <a:pt x="2956" y="5429"/>
                            <a:pt x="1718" y="5429"/>
                          </a:cubicBezTo>
                          <a:cubicBezTo>
                            <a:pt x="479" y="5429"/>
                            <a:pt x="-282" y="4286"/>
                            <a:pt x="99" y="2762"/>
                          </a:cubicBezTo>
                          <a:cubicBezTo>
                            <a:pt x="479" y="1238"/>
                            <a:pt x="1813" y="0"/>
                            <a:pt x="305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312" name="Graphique 15">
                    <a:extLst>
                      <a:ext uri="{FF2B5EF4-FFF2-40B4-BE49-F238E27FC236}">
                        <a16:creationId xmlns:a16="http://schemas.microsoft.com/office/drawing/2014/main" id="{ED0F50BF-59AD-409D-AAB1-96A62A4C89B3}"/>
                      </a:ext>
                    </a:extLst>
                  </p:cNvPr>
                  <p:cNvGrpSpPr/>
                  <p:nvPr/>
                </p:nvGrpSpPr>
                <p:grpSpPr>
                  <a:xfrm>
                    <a:off x="10660963" y="3235085"/>
                    <a:ext cx="30007" cy="33345"/>
                    <a:chOff x="10660963" y="3235085"/>
                    <a:chExt cx="30007" cy="33345"/>
                  </a:xfrm>
                  <a:solidFill>
                    <a:schemeClr val="accent1"/>
                  </a:solidFill>
                </p:grpSpPr>
                <p:sp>
                  <p:nvSpPr>
                    <p:cNvPr id="2313" name="Forme libre : forme 2312">
                      <a:extLst>
                        <a:ext uri="{FF2B5EF4-FFF2-40B4-BE49-F238E27FC236}">
                          <a16:creationId xmlns:a16="http://schemas.microsoft.com/office/drawing/2014/main" id="{50D2D30C-E040-4E6E-B208-6A4440ED9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0963" y="3235179"/>
                      <a:ext cx="30007" cy="33251"/>
                    </a:xfrm>
                    <a:custGeom>
                      <a:avLst/>
                      <a:gdLst>
                        <a:gd name="connsiteX0" fmla="*/ 18961 w 30007"/>
                        <a:gd name="connsiteY0" fmla="*/ 1 h 33251"/>
                        <a:gd name="connsiteX1" fmla="*/ 29343 w 30007"/>
                        <a:gd name="connsiteY1" fmla="*/ 17336 h 33251"/>
                        <a:gd name="connsiteX2" fmla="*/ 10579 w 30007"/>
                        <a:gd name="connsiteY2" fmla="*/ 33243 h 33251"/>
                        <a:gd name="connsiteX3" fmla="*/ 483 w 30007"/>
                        <a:gd name="connsiteY3" fmla="*/ 16574 h 33251"/>
                        <a:gd name="connsiteX4" fmla="*/ 18961 w 30007"/>
                        <a:gd name="connsiteY4" fmla="*/ 1 h 332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007" h="33251">
                          <a:moveTo>
                            <a:pt x="18961" y="1"/>
                          </a:moveTo>
                          <a:cubicBezTo>
                            <a:pt x="27153" y="191"/>
                            <a:pt x="31820" y="8288"/>
                            <a:pt x="29343" y="17336"/>
                          </a:cubicBezTo>
                          <a:cubicBezTo>
                            <a:pt x="26962" y="26480"/>
                            <a:pt x="18390" y="33529"/>
                            <a:pt x="10579" y="33243"/>
                          </a:cubicBezTo>
                          <a:cubicBezTo>
                            <a:pt x="2864" y="32862"/>
                            <a:pt x="-1518" y="25623"/>
                            <a:pt x="483" y="16574"/>
                          </a:cubicBezTo>
                          <a:cubicBezTo>
                            <a:pt x="2578" y="7335"/>
                            <a:pt x="10674" y="-94"/>
                            <a:pt x="18961" y="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14" name="Forme libre : forme 2313">
                      <a:extLst>
                        <a:ext uri="{FF2B5EF4-FFF2-40B4-BE49-F238E27FC236}">
                          <a16:creationId xmlns:a16="http://schemas.microsoft.com/office/drawing/2014/main" id="{6C3893EC-5709-4B5B-9D70-32AAF96B62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5161" y="3235085"/>
                      <a:ext cx="25767" cy="33245"/>
                    </a:xfrm>
                    <a:custGeom>
                      <a:avLst/>
                      <a:gdLst>
                        <a:gd name="connsiteX0" fmla="*/ 11049 w 25767"/>
                        <a:gd name="connsiteY0" fmla="*/ 16573 h 33245"/>
                        <a:gd name="connsiteX1" fmla="*/ 0 w 25767"/>
                        <a:gd name="connsiteY1" fmla="*/ 30766 h 33245"/>
                        <a:gd name="connsiteX2" fmla="*/ 6382 w 25767"/>
                        <a:gd name="connsiteY2" fmla="*/ 33242 h 33245"/>
                        <a:gd name="connsiteX3" fmla="*/ 25146 w 25767"/>
                        <a:gd name="connsiteY3" fmla="*/ 17335 h 33245"/>
                        <a:gd name="connsiteX4" fmla="*/ 14764 w 25767"/>
                        <a:gd name="connsiteY4" fmla="*/ 0 h 33245"/>
                        <a:gd name="connsiteX5" fmla="*/ 7144 w 25767"/>
                        <a:gd name="connsiteY5" fmla="*/ 2096 h 33245"/>
                        <a:gd name="connsiteX6" fmla="*/ 11049 w 25767"/>
                        <a:gd name="connsiteY6" fmla="*/ 16573 h 33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767" h="33245">
                          <a:moveTo>
                            <a:pt x="11049" y="16573"/>
                          </a:moveTo>
                          <a:cubicBezTo>
                            <a:pt x="9430" y="22860"/>
                            <a:pt x="5048" y="28099"/>
                            <a:pt x="0" y="30766"/>
                          </a:cubicBezTo>
                          <a:cubicBezTo>
                            <a:pt x="1714" y="32194"/>
                            <a:pt x="3810" y="33147"/>
                            <a:pt x="6382" y="33242"/>
                          </a:cubicBezTo>
                          <a:cubicBezTo>
                            <a:pt x="14192" y="33433"/>
                            <a:pt x="22670" y="26384"/>
                            <a:pt x="25146" y="17335"/>
                          </a:cubicBezTo>
                          <a:cubicBezTo>
                            <a:pt x="27527" y="8287"/>
                            <a:pt x="22860" y="190"/>
                            <a:pt x="14764" y="0"/>
                          </a:cubicBezTo>
                          <a:cubicBezTo>
                            <a:pt x="12192" y="0"/>
                            <a:pt x="9525" y="762"/>
                            <a:pt x="7144" y="2096"/>
                          </a:cubicBezTo>
                          <a:cubicBezTo>
                            <a:pt x="10954" y="5048"/>
                            <a:pt x="12668" y="10382"/>
                            <a:pt x="11049" y="165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15" name="Forme libre : forme 2314">
                      <a:extLst>
                        <a:ext uri="{FF2B5EF4-FFF2-40B4-BE49-F238E27FC236}">
                          <a16:creationId xmlns:a16="http://schemas.microsoft.com/office/drawing/2014/main" id="{CB463B7B-4E0B-44CE-B879-A5D8792D1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7884" y="3238174"/>
                      <a:ext cx="14425" cy="14179"/>
                    </a:xfrm>
                    <a:custGeom>
                      <a:avLst/>
                      <a:gdLst>
                        <a:gd name="connsiteX0" fmla="*/ 5944 w 14425"/>
                        <a:gd name="connsiteY0" fmla="*/ 911 h 14179"/>
                        <a:gd name="connsiteX1" fmla="*/ 14326 w 14425"/>
                        <a:gd name="connsiteY1" fmla="*/ 3769 h 14179"/>
                        <a:gd name="connsiteX2" fmla="*/ 8325 w 14425"/>
                        <a:gd name="connsiteY2" fmla="*/ 13389 h 14179"/>
                        <a:gd name="connsiteX3" fmla="*/ 134 w 14425"/>
                        <a:gd name="connsiteY3" fmla="*/ 10627 h 14179"/>
                        <a:gd name="connsiteX4" fmla="*/ 5944 w 14425"/>
                        <a:gd name="connsiteY4" fmla="*/ 911 h 14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25" h="14179">
                          <a:moveTo>
                            <a:pt x="5944" y="911"/>
                          </a:moveTo>
                          <a:cubicBezTo>
                            <a:pt x="9849" y="-994"/>
                            <a:pt x="13754" y="149"/>
                            <a:pt x="14326" y="3769"/>
                          </a:cubicBezTo>
                          <a:cubicBezTo>
                            <a:pt x="14993" y="7293"/>
                            <a:pt x="12231" y="11579"/>
                            <a:pt x="8325" y="13389"/>
                          </a:cubicBezTo>
                          <a:cubicBezTo>
                            <a:pt x="4515" y="15103"/>
                            <a:pt x="800" y="13960"/>
                            <a:pt x="134" y="10627"/>
                          </a:cubicBezTo>
                          <a:cubicBezTo>
                            <a:pt x="-628" y="7198"/>
                            <a:pt x="1943" y="2911"/>
                            <a:pt x="5944" y="91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16" name="Forme libre : forme 2315">
                      <a:extLst>
                        <a:ext uri="{FF2B5EF4-FFF2-40B4-BE49-F238E27FC236}">
                          <a16:creationId xmlns:a16="http://schemas.microsoft.com/office/drawing/2014/main" id="{FAB14C0F-9FCF-4117-B7D4-3BC44FD816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7539" y="3247562"/>
                      <a:ext cx="4920" cy="5333"/>
                    </a:xfrm>
                    <a:custGeom>
                      <a:avLst/>
                      <a:gdLst>
                        <a:gd name="connsiteX0" fmla="*/ 3051 w 4920"/>
                        <a:gd name="connsiteY0" fmla="*/ 0 h 5333"/>
                        <a:gd name="connsiteX1" fmla="*/ 4860 w 4920"/>
                        <a:gd name="connsiteY1" fmla="*/ 2667 h 5333"/>
                        <a:gd name="connsiteX2" fmla="*/ 1813 w 4920"/>
                        <a:gd name="connsiteY2" fmla="*/ 5334 h 5333"/>
                        <a:gd name="connsiteX3" fmla="*/ 98 w 4920"/>
                        <a:gd name="connsiteY3" fmla="*/ 2667 h 5333"/>
                        <a:gd name="connsiteX4" fmla="*/ 3051 w 4920"/>
                        <a:gd name="connsiteY4" fmla="*/ 0 h 53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20" h="5333">
                          <a:moveTo>
                            <a:pt x="3051" y="0"/>
                          </a:moveTo>
                          <a:cubicBezTo>
                            <a:pt x="4384" y="0"/>
                            <a:pt x="5147" y="1238"/>
                            <a:pt x="4860" y="2667"/>
                          </a:cubicBezTo>
                          <a:cubicBezTo>
                            <a:pt x="4480" y="4191"/>
                            <a:pt x="3146" y="5334"/>
                            <a:pt x="1813" y="5334"/>
                          </a:cubicBezTo>
                          <a:cubicBezTo>
                            <a:pt x="479" y="5334"/>
                            <a:pt x="-283" y="4096"/>
                            <a:pt x="98" y="2667"/>
                          </a:cubicBezTo>
                          <a:cubicBezTo>
                            <a:pt x="384" y="1238"/>
                            <a:pt x="1717" y="0"/>
                            <a:pt x="3051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317" name="Graphique 15">
                  <a:extLst>
                    <a:ext uri="{FF2B5EF4-FFF2-40B4-BE49-F238E27FC236}">
                      <a16:creationId xmlns:a16="http://schemas.microsoft.com/office/drawing/2014/main" id="{B6C78DE9-187E-4E4C-BD77-13CCAB0DAA3B}"/>
                    </a:ext>
                  </a:extLst>
                </p:cNvPr>
                <p:cNvGrpSpPr/>
                <p:nvPr/>
              </p:nvGrpSpPr>
              <p:grpSpPr>
                <a:xfrm>
                  <a:off x="10710303" y="3228217"/>
                  <a:ext cx="90809" cy="43253"/>
                  <a:chOff x="10710303" y="3228217"/>
                  <a:chExt cx="90809" cy="43253"/>
                </a:xfrm>
                <a:solidFill>
                  <a:schemeClr val="accent1"/>
                </a:solidFill>
              </p:grpSpPr>
              <p:grpSp>
                <p:nvGrpSpPr>
                  <p:cNvPr id="2318" name="Graphique 15">
                    <a:extLst>
                      <a:ext uri="{FF2B5EF4-FFF2-40B4-BE49-F238E27FC236}">
                        <a16:creationId xmlns:a16="http://schemas.microsoft.com/office/drawing/2014/main" id="{0D97E914-8827-4EC3-A1DC-48F7EE70E505}"/>
                      </a:ext>
                    </a:extLst>
                  </p:cNvPr>
                  <p:cNvGrpSpPr/>
                  <p:nvPr/>
                </p:nvGrpSpPr>
                <p:grpSpPr>
                  <a:xfrm>
                    <a:off x="10710303" y="3228217"/>
                    <a:ext cx="31432" cy="33329"/>
                    <a:chOff x="10710303" y="3228217"/>
                    <a:chExt cx="31432" cy="33329"/>
                  </a:xfrm>
                  <a:solidFill>
                    <a:schemeClr val="accent1"/>
                  </a:solidFill>
                </p:grpSpPr>
                <p:sp>
                  <p:nvSpPr>
                    <p:cNvPr id="2319" name="Forme libre : forme 2318">
                      <a:extLst>
                        <a:ext uri="{FF2B5EF4-FFF2-40B4-BE49-F238E27FC236}">
                          <a16:creationId xmlns:a16="http://schemas.microsoft.com/office/drawing/2014/main" id="{9E20D294-812A-4A30-911F-6CA9191FDA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10303" y="3228217"/>
                      <a:ext cx="31366" cy="33304"/>
                    </a:xfrm>
                    <a:custGeom>
                      <a:avLst/>
                      <a:gdLst>
                        <a:gd name="connsiteX0" fmla="*/ 27914 w 31366"/>
                        <a:gd name="connsiteY0" fmla="*/ 4010 h 33304"/>
                        <a:gd name="connsiteX1" fmla="*/ 25152 w 31366"/>
                        <a:gd name="connsiteY1" fmla="*/ 27346 h 33304"/>
                        <a:gd name="connsiteX2" fmla="*/ 3244 w 31366"/>
                        <a:gd name="connsiteY2" fmla="*/ 29537 h 33304"/>
                        <a:gd name="connsiteX3" fmla="*/ 5721 w 31366"/>
                        <a:gd name="connsiteY3" fmla="*/ 6201 h 33304"/>
                        <a:gd name="connsiteX4" fmla="*/ 27914 w 31366"/>
                        <a:gd name="connsiteY4" fmla="*/ 4010 h 33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366" h="33304">
                          <a:moveTo>
                            <a:pt x="27914" y="4010"/>
                          </a:moveTo>
                          <a:cubicBezTo>
                            <a:pt x="33438" y="10010"/>
                            <a:pt x="32200" y="20488"/>
                            <a:pt x="25152" y="27346"/>
                          </a:cubicBezTo>
                          <a:cubicBezTo>
                            <a:pt x="18198" y="34299"/>
                            <a:pt x="8388" y="35347"/>
                            <a:pt x="3244" y="29537"/>
                          </a:cubicBezTo>
                          <a:cubicBezTo>
                            <a:pt x="-1804" y="23727"/>
                            <a:pt x="-947" y="13439"/>
                            <a:pt x="5721" y="6201"/>
                          </a:cubicBezTo>
                          <a:cubicBezTo>
                            <a:pt x="12483" y="-1134"/>
                            <a:pt x="22389" y="-2086"/>
                            <a:pt x="27914" y="401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20" name="Forme libre : forme 2319">
                      <a:extLst>
                        <a:ext uri="{FF2B5EF4-FFF2-40B4-BE49-F238E27FC236}">
                          <a16:creationId xmlns:a16="http://schemas.microsoft.com/office/drawing/2014/main" id="{62221416-373D-445C-BDC8-5F87FD3CAF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10690" y="3228703"/>
                      <a:ext cx="31045" cy="32843"/>
                    </a:xfrm>
                    <a:custGeom>
                      <a:avLst/>
                      <a:gdLst>
                        <a:gd name="connsiteX0" fmla="*/ 15526 w 31045"/>
                        <a:gd name="connsiteY0" fmla="*/ 16478 h 32843"/>
                        <a:gd name="connsiteX1" fmla="*/ 0 w 31045"/>
                        <a:gd name="connsiteY1" fmla="*/ 22193 h 32843"/>
                        <a:gd name="connsiteX2" fmla="*/ 2953 w 31045"/>
                        <a:gd name="connsiteY2" fmla="*/ 29147 h 32843"/>
                        <a:gd name="connsiteX3" fmla="*/ 24860 w 31045"/>
                        <a:gd name="connsiteY3" fmla="*/ 26956 h 32843"/>
                        <a:gd name="connsiteX4" fmla="*/ 27622 w 31045"/>
                        <a:gd name="connsiteY4" fmla="*/ 3620 h 32843"/>
                        <a:gd name="connsiteX5" fmla="*/ 21241 w 31045"/>
                        <a:gd name="connsiteY5" fmla="*/ 0 h 32843"/>
                        <a:gd name="connsiteX6" fmla="*/ 15526 w 31045"/>
                        <a:gd name="connsiteY6" fmla="*/ 16478 h 32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045" h="32843">
                          <a:moveTo>
                            <a:pt x="15526" y="16478"/>
                          </a:moveTo>
                          <a:cubicBezTo>
                            <a:pt x="10858" y="21241"/>
                            <a:pt x="4953" y="23241"/>
                            <a:pt x="0" y="22193"/>
                          </a:cubicBezTo>
                          <a:cubicBezTo>
                            <a:pt x="381" y="24860"/>
                            <a:pt x="1333" y="27242"/>
                            <a:pt x="2953" y="29147"/>
                          </a:cubicBezTo>
                          <a:cubicBezTo>
                            <a:pt x="8096" y="34862"/>
                            <a:pt x="17812" y="33814"/>
                            <a:pt x="24860" y="26956"/>
                          </a:cubicBezTo>
                          <a:cubicBezTo>
                            <a:pt x="31813" y="20003"/>
                            <a:pt x="33147" y="9620"/>
                            <a:pt x="27622" y="3620"/>
                          </a:cubicBezTo>
                          <a:cubicBezTo>
                            <a:pt x="25908" y="1715"/>
                            <a:pt x="23622" y="572"/>
                            <a:pt x="21241" y="0"/>
                          </a:cubicBezTo>
                          <a:cubicBezTo>
                            <a:pt x="22003" y="5429"/>
                            <a:pt x="20098" y="11716"/>
                            <a:pt x="15526" y="164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21" name="Forme libre : forme 2320">
                      <a:extLst>
                        <a:ext uri="{FF2B5EF4-FFF2-40B4-BE49-F238E27FC236}">
                          <a16:creationId xmlns:a16="http://schemas.microsoft.com/office/drawing/2014/main" id="{67F060FB-20F1-4393-AD81-EE73F4234D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21674" y="3231257"/>
                      <a:ext cx="14701" cy="14057"/>
                    </a:xfrm>
                    <a:custGeom>
                      <a:avLst/>
                      <a:gdLst>
                        <a:gd name="connsiteX0" fmla="*/ 10066 w 14701"/>
                        <a:gd name="connsiteY0" fmla="*/ 303 h 14057"/>
                        <a:gd name="connsiteX1" fmla="*/ 14162 w 14701"/>
                        <a:gd name="connsiteY1" fmla="*/ 8971 h 14057"/>
                        <a:gd name="connsiteX2" fmla="*/ 4542 w 14701"/>
                        <a:gd name="connsiteY2" fmla="*/ 13829 h 14057"/>
                        <a:gd name="connsiteX3" fmla="*/ 541 w 14701"/>
                        <a:gd name="connsiteY3" fmla="*/ 5161 h 14057"/>
                        <a:gd name="connsiteX4" fmla="*/ 10066 w 14701"/>
                        <a:gd name="connsiteY4" fmla="*/ 303 h 140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01" h="14057">
                          <a:moveTo>
                            <a:pt x="10066" y="303"/>
                          </a:moveTo>
                          <a:cubicBezTo>
                            <a:pt x="13876" y="1351"/>
                            <a:pt x="15686" y="5256"/>
                            <a:pt x="14162" y="8971"/>
                          </a:cubicBezTo>
                          <a:cubicBezTo>
                            <a:pt x="12638" y="12686"/>
                            <a:pt x="8256" y="14781"/>
                            <a:pt x="4542" y="13829"/>
                          </a:cubicBezTo>
                          <a:cubicBezTo>
                            <a:pt x="827" y="12781"/>
                            <a:pt x="-983" y="8971"/>
                            <a:pt x="541" y="5161"/>
                          </a:cubicBezTo>
                          <a:cubicBezTo>
                            <a:pt x="2065" y="1351"/>
                            <a:pt x="6256" y="-840"/>
                            <a:pt x="10066" y="30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22" name="Forme libre : forme 2321">
                      <a:extLst>
                        <a:ext uri="{FF2B5EF4-FFF2-40B4-BE49-F238E27FC236}">
                          <a16:creationId xmlns:a16="http://schemas.microsoft.com/office/drawing/2014/main" id="{8F57C379-CA82-48A8-9F62-525EA28781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20151" y="3236500"/>
                      <a:ext cx="5080" cy="5576"/>
                    </a:xfrm>
                    <a:custGeom>
                      <a:avLst/>
                      <a:gdLst>
                        <a:gd name="connsiteX0" fmla="*/ 4540 w 5080"/>
                        <a:gd name="connsiteY0" fmla="*/ 680 h 5576"/>
                        <a:gd name="connsiteX1" fmla="*/ 4159 w 5080"/>
                        <a:gd name="connsiteY1" fmla="*/ 4585 h 5576"/>
                        <a:gd name="connsiteX2" fmla="*/ 540 w 5080"/>
                        <a:gd name="connsiteY2" fmla="*/ 4966 h 5576"/>
                        <a:gd name="connsiteX3" fmla="*/ 921 w 5080"/>
                        <a:gd name="connsiteY3" fmla="*/ 1061 h 5576"/>
                        <a:gd name="connsiteX4" fmla="*/ 4540 w 5080"/>
                        <a:gd name="connsiteY4" fmla="*/ 680 h 55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80" h="5576">
                          <a:moveTo>
                            <a:pt x="4540" y="680"/>
                          </a:moveTo>
                          <a:cubicBezTo>
                            <a:pt x="5398" y="1633"/>
                            <a:pt x="5207" y="3347"/>
                            <a:pt x="4159" y="4585"/>
                          </a:cubicBezTo>
                          <a:cubicBezTo>
                            <a:pt x="3016" y="5728"/>
                            <a:pt x="1397" y="5919"/>
                            <a:pt x="540" y="4966"/>
                          </a:cubicBezTo>
                          <a:cubicBezTo>
                            <a:pt x="-317" y="4014"/>
                            <a:pt x="-127" y="2299"/>
                            <a:pt x="921" y="1061"/>
                          </a:cubicBezTo>
                          <a:cubicBezTo>
                            <a:pt x="1969" y="-177"/>
                            <a:pt x="3683" y="-368"/>
                            <a:pt x="4540" y="68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323" name="Graphique 15">
                    <a:extLst>
                      <a:ext uri="{FF2B5EF4-FFF2-40B4-BE49-F238E27FC236}">
                        <a16:creationId xmlns:a16="http://schemas.microsoft.com/office/drawing/2014/main" id="{6CA584D6-37BB-4977-B372-33F637B5226A}"/>
                      </a:ext>
                    </a:extLst>
                  </p:cNvPr>
                  <p:cNvGrpSpPr/>
                  <p:nvPr/>
                </p:nvGrpSpPr>
                <p:grpSpPr>
                  <a:xfrm>
                    <a:off x="10737567" y="3237974"/>
                    <a:ext cx="31959" cy="33170"/>
                    <a:chOff x="10737567" y="3237974"/>
                    <a:chExt cx="31959" cy="33170"/>
                  </a:xfrm>
                  <a:solidFill>
                    <a:schemeClr val="accent1"/>
                  </a:solidFill>
                </p:grpSpPr>
                <p:sp>
                  <p:nvSpPr>
                    <p:cNvPr id="2324" name="Forme libre : forme 2323">
                      <a:extLst>
                        <a:ext uri="{FF2B5EF4-FFF2-40B4-BE49-F238E27FC236}">
                          <a16:creationId xmlns:a16="http://schemas.microsoft.com/office/drawing/2014/main" id="{9B03483C-04C9-4B99-B0A2-8A1E5349F5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37567" y="3237974"/>
                      <a:ext cx="31864" cy="33170"/>
                    </a:xfrm>
                    <a:custGeom>
                      <a:avLst/>
                      <a:gdLst>
                        <a:gd name="connsiteX0" fmla="*/ 28749 w 31864"/>
                        <a:gd name="connsiteY0" fmla="*/ 4445 h 33170"/>
                        <a:gd name="connsiteX1" fmla="*/ 25129 w 31864"/>
                        <a:gd name="connsiteY1" fmla="*/ 27877 h 33170"/>
                        <a:gd name="connsiteX2" fmla="*/ 3031 w 31864"/>
                        <a:gd name="connsiteY2" fmla="*/ 28924 h 33170"/>
                        <a:gd name="connsiteX3" fmla="*/ 6270 w 31864"/>
                        <a:gd name="connsiteY3" fmla="*/ 5683 h 33170"/>
                        <a:gd name="connsiteX4" fmla="*/ 28749 w 31864"/>
                        <a:gd name="connsiteY4" fmla="*/ 4445 h 33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864" h="33170">
                          <a:moveTo>
                            <a:pt x="28749" y="4445"/>
                          </a:moveTo>
                          <a:cubicBezTo>
                            <a:pt x="34083" y="10827"/>
                            <a:pt x="32368" y="21209"/>
                            <a:pt x="25129" y="27877"/>
                          </a:cubicBezTo>
                          <a:cubicBezTo>
                            <a:pt x="17890" y="34449"/>
                            <a:pt x="7984" y="35020"/>
                            <a:pt x="3031" y="28924"/>
                          </a:cubicBezTo>
                          <a:cubicBezTo>
                            <a:pt x="-1922" y="22828"/>
                            <a:pt x="-779" y="12732"/>
                            <a:pt x="6270" y="5683"/>
                          </a:cubicBezTo>
                          <a:cubicBezTo>
                            <a:pt x="13223" y="-1270"/>
                            <a:pt x="23510" y="-2032"/>
                            <a:pt x="28749" y="444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25" name="Forme libre : forme 2324">
                      <a:extLst>
                        <a:ext uri="{FF2B5EF4-FFF2-40B4-BE49-F238E27FC236}">
                          <a16:creationId xmlns:a16="http://schemas.microsoft.com/office/drawing/2014/main" id="{224546BC-B480-4547-B89B-FD719CCB83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37836" y="3238418"/>
                      <a:ext cx="31690" cy="32725"/>
                    </a:xfrm>
                    <a:custGeom>
                      <a:avLst/>
                      <a:gdLst>
                        <a:gd name="connsiteX0" fmla="*/ 15907 w 31690"/>
                        <a:gd name="connsiteY0" fmla="*/ 16383 h 32725"/>
                        <a:gd name="connsiteX1" fmla="*/ 0 w 31690"/>
                        <a:gd name="connsiteY1" fmla="*/ 21431 h 32725"/>
                        <a:gd name="connsiteX2" fmla="*/ 2857 w 31690"/>
                        <a:gd name="connsiteY2" fmla="*/ 28480 h 32725"/>
                        <a:gd name="connsiteX3" fmla="*/ 24955 w 31690"/>
                        <a:gd name="connsiteY3" fmla="*/ 27432 h 32725"/>
                        <a:gd name="connsiteX4" fmla="*/ 28575 w 31690"/>
                        <a:gd name="connsiteY4" fmla="*/ 4000 h 32725"/>
                        <a:gd name="connsiteX5" fmla="*/ 22288 w 31690"/>
                        <a:gd name="connsiteY5" fmla="*/ 0 h 32725"/>
                        <a:gd name="connsiteX6" fmla="*/ 15907 w 31690"/>
                        <a:gd name="connsiteY6" fmla="*/ 16383 h 32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90" h="32725">
                          <a:moveTo>
                            <a:pt x="15907" y="16383"/>
                          </a:moveTo>
                          <a:cubicBezTo>
                            <a:pt x="11049" y="21050"/>
                            <a:pt x="5048" y="22479"/>
                            <a:pt x="0" y="21431"/>
                          </a:cubicBezTo>
                          <a:cubicBezTo>
                            <a:pt x="381" y="24003"/>
                            <a:pt x="1238" y="26479"/>
                            <a:pt x="2857" y="28480"/>
                          </a:cubicBezTo>
                          <a:cubicBezTo>
                            <a:pt x="7810" y="34576"/>
                            <a:pt x="17621" y="34004"/>
                            <a:pt x="24955" y="27432"/>
                          </a:cubicBezTo>
                          <a:cubicBezTo>
                            <a:pt x="32194" y="20860"/>
                            <a:pt x="33909" y="10382"/>
                            <a:pt x="28575" y="4000"/>
                          </a:cubicBezTo>
                          <a:cubicBezTo>
                            <a:pt x="26860" y="2000"/>
                            <a:pt x="24670" y="667"/>
                            <a:pt x="22288" y="0"/>
                          </a:cubicBezTo>
                          <a:cubicBezTo>
                            <a:pt x="22860" y="5620"/>
                            <a:pt x="20669" y="11811"/>
                            <a:pt x="15907" y="163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26" name="Forme libre : forme 2325">
                      <a:extLst>
                        <a:ext uri="{FF2B5EF4-FFF2-40B4-BE49-F238E27FC236}">
                          <a16:creationId xmlns:a16="http://schemas.microsoft.com/office/drawing/2014/main" id="{061024D3-5BF2-406E-90F6-4F11C6760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49307" y="3240977"/>
                      <a:ext cx="14929" cy="14096"/>
                    </a:xfrm>
                    <a:custGeom>
                      <a:avLst/>
                      <a:gdLst>
                        <a:gd name="connsiteX0" fmla="*/ 10533 w 14929"/>
                        <a:gd name="connsiteY0" fmla="*/ 394 h 14096"/>
                        <a:gd name="connsiteX1" fmla="*/ 14247 w 14929"/>
                        <a:gd name="connsiteY1" fmla="*/ 9347 h 14096"/>
                        <a:gd name="connsiteX2" fmla="*/ 4341 w 14929"/>
                        <a:gd name="connsiteY2" fmla="*/ 13729 h 14096"/>
                        <a:gd name="connsiteX3" fmla="*/ 626 w 14929"/>
                        <a:gd name="connsiteY3" fmla="*/ 4871 h 14096"/>
                        <a:gd name="connsiteX4" fmla="*/ 10533 w 14929"/>
                        <a:gd name="connsiteY4" fmla="*/ 394 h 14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29" h="14096">
                          <a:moveTo>
                            <a:pt x="10533" y="394"/>
                          </a:moveTo>
                          <a:cubicBezTo>
                            <a:pt x="14342" y="1727"/>
                            <a:pt x="15962" y="5728"/>
                            <a:pt x="14247" y="9347"/>
                          </a:cubicBezTo>
                          <a:cubicBezTo>
                            <a:pt x="12533" y="12967"/>
                            <a:pt x="8056" y="14967"/>
                            <a:pt x="4341" y="13729"/>
                          </a:cubicBezTo>
                          <a:cubicBezTo>
                            <a:pt x="626" y="12491"/>
                            <a:pt x="-993" y="8490"/>
                            <a:pt x="626" y="4871"/>
                          </a:cubicBezTo>
                          <a:cubicBezTo>
                            <a:pt x="2246" y="1251"/>
                            <a:pt x="6818" y="-940"/>
                            <a:pt x="10533" y="3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27" name="Forme libre : forme 2326">
                      <a:extLst>
                        <a:ext uri="{FF2B5EF4-FFF2-40B4-BE49-F238E27FC236}">
                          <a16:creationId xmlns:a16="http://schemas.microsoft.com/office/drawing/2014/main" id="{0FD1F960-13D2-4E1F-B141-B27E7E8EA2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47781" y="3245960"/>
                      <a:ext cx="5222" cy="5437"/>
                    </a:xfrm>
                    <a:custGeom>
                      <a:avLst/>
                      <a:gdLst>
                        <a:gd name="connsiteX0" fmla="*/ 4724 w 5222"/>
                        <a:gd name="connsiteY0" fmla="*/ 649 h 5437"/>
                        <a:gd name="connsiteX1" fmla="*/ 4152 w 5222"/>
                        <a:gd name="connsiteY1" fmla="*/ 4555 h 5437"/>
                        <a:gd name="connsiteX2" fmla="*/ 533 w 5222"/>
                        <a:gd name="connsiteY2" fmla="*/ 4745 h 5437"/>
                        <a:gd name="connsiteX3" fmla="*/ 1009 w 5222"/>
                        <a:gd name="connsiteY3" fmla="*/ 935 h 5437"/>
                        <a:gd name="connsiteX4" fmla="*/ 4724 w 5222"/>
                        <a:gd name="connsiteY4" fmla="*/ 649 h 54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22" h="5437">
                          <a:moveTo>
                            <a:pt x="4724" y="649"/>
                          </a:moveTo>
                          <a:cubicBezTo>
                            <a:pt x="5581" y="1697"/>
                            <a:pt x="5295" y="3412"/>
                            <a:pt x="4152" y="4555"/>
                          </a:cubicBezTo>
                          <a:cubicBezTo>
                            <a:pt x="3009" y="5698"/>
                            <a:pt x="1390" y="5698"/>
                            <a:pt x="533" y="4745"/>
                          </a:cubicBezTo>
                          <a:cubicBezTo>
                            <a:pt x="-325" y="3793"/>
                            <a:pt x="-134" y="2078"/>
                            <a:pt x="1009" y="935"/>
                          </a:cubicBezTo>
                          <a:cubicBezTo>
                            <a:pt x="2247" y="-208"/>
                            <a:pt x="3866" y="-303"/>
                            <a:pt x="4724" y="64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328" name="Graphique 15">
                    <a:extLst>
                      <a:ext uri="{FF2B5EF4-FFF2-40B4-BE49-F238E27FC236}">
                        <a16:creationId xmlns:a16="http://schemas.microsoft.com/office/drawing/2014/main" id="{674649CA-3791-4D5F-806A-8AB90C18EE4F}"/>
                      </a:ext>
                    </a:extLst>
                  </p:cNvPr>
                  <p:cNvGrpSpPr/>
                  <p:nvPr/>
                </p:nvGrpSpPr>
                <p:grpSpPr>
                  <a:xfrm>
                    <a:off x="10768555" y="3238382"/>
                    <a:ext cx="32558" cy="33089"/>
                    <a:chOff x="10768555" y="3238382"/>
                    <a:chExt cx="32558" cy="33089"/>
                  </a:xfrm>
                  <a:solidFill>
                    <a:schemeClr val="accent1"/>
                  </a:solidFill>
                </p:grpSpPr>
                <p:sp>
                  <p:nvSpPr>
                    <p:cNvPr id="2329" name="Forme libre : forme 2328">
                      <a:extLst>
                        <a:ext uri="{FF2B5EF4-FFF2-40B4-BE49-F238E27FC236}">
                          <a16:creationId xmlns:a16="http://schemas.microsoft.com/office/drawing/2014/main" id="{0574788A-FF2C-42FC-8BAB-F7A8B687A8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68555" y="3238382"/>
                      <a:ext cx="32558" cy="33089"/>
                    </a:xfrm>
                    <a:custGeom>
                      <a:avLst/>
                      <a:gdLst>
                        <a:gd name="connsiteX0" fmla="*/ 29670 w 32558"/>
                        <a:gd name="connsiteY0" fmla="*/ 4799 h 33089"/>
                        <a:gd name="connsiteX1" fmla="*/ 25384 w 32558"/>
                        <a:gd name="connsiteY1" fmla="*/ 28421 h 33089"/>
                        <a:gd name="connsiteX2" fmla="*/ 3000 w 32558"/>
                        <a:gd name="connsiteY2" fmla="*/ 28326 h 33089"/>
                        <a:gd name="connsiteX3" fmla="*/ 6715 w 32558"/>
                        <a:gd name="connsiteY3" fmla="*/ 4989 h 33089"/>
                        <a:gd name="connsiteX4" fmla="*/ 29670 w 32558"/>
                        <a:gd name="connsiteY4" fmla="*/ 4799 h 33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558" h="33089">
                          <a:moveTo>
                            <a:pt x="29670" y="4799"/>
                          </a:moveTo>
                          <a:cubicBezTo>
                            <a:pt x="34813" y="11657"/>
                            <a:pt x="32909" y="22134"/>
                            <a:pt x="25384" y="28421"/>
                          </a:cubicBezTo>
                          <a:cubicBezTo>
                            <a:pt x="17764" y="34803"/>
                            <a:pt x="8048" y="34517"/>
                            <a:pt x="3000" y="28326"/>
                          </a:cubicBezTo>
                          <a:cubicBezTo>
                            <a:pt x="-2143" y="22134"/>
                            <a:pt x="-524" y="11657"/>
                            <a:pt x="6715" y="4989"/>
                          </a:cubicBezTo>
                          <a:cubicBezTo>
                            <a:pt x="13859" y="-1583"/>
                            <a:pt x="24145" y="-1678"/>
                            <a:pt x="29670" y="479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30" name="Forme libre : forme 2329">
                      <a:extLst>
                        <a:ext uri="{FF2B5EF4-FFF2-40B4-BE49-F238E27FC236}">
                          <a16:creationId xmlns:a16="http://schemas.microsoft.com/office/drawing/2014/main" id="{B5AA8088-A924-4380-8F3C-27796F52A1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68602" y="3239085"/>
                      <a:ext cx="32416" cy="32386"/>
                    </a:xfrm>
                    <a:custGeom>
                      <a:avLst/>
                      <a:gdLst>
                        <a:gd name="connsiteX0" fmla="*/ 16478 w 32416"/>
                        <a:gd name="connsiteY0" fmla="*/ 16002 h 32386"/>
                        <a:gd name="connsiteX1" fmla="*/ 0 w 32416"/>
                        <a:gd name="connsiteY1" fmla="*/ 20479 h 32386"/>
                        <a:gd name="connsiteX2" fmla="*/ 2858 w 32416"/>
                        <a:gd name="connsiteY2" fmla="*/ 27622 h 32386"/>
                        <a:gd name="connsiteX3" fmla="*/ 25241 w 32416"/>
                        <a:gd name="connsiteY3" fmla="*/ 27718 h 32386"/>
                        <a:gd name="connsiteX4" fmla="*/ 29528 w 32416"/>
                        <a:gd name="connsiteY4" fmla="*/ 4096 h 32386"/>
                        <a:gd name="connsiteX5" fmla="*/ 23051 w 32416"/>
                        <a:gd name="connsiteY5" fmla="*/ 0 h 32386"/>
                        <a:gd name="connsiteX6" fmla="*/ 16478 w 32416"/>
                        <a:gd name="connsiteY6" fmla="*/ 16002 h 32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416" h="32386">
                          <a:moveTo>
                            <a:pt x="16478" y="16002"/>
                          </a:moveTo>
                          <a:cubicBezTo>
                            <a:pt x="11430" y="20479"/>
                            <a:pt x="5144" y="21908"/>
                            <a:pt x="0" y="20479"/>
                          </a:cubicBezTo>
                          <a:cubicBezTo>
                            <a:pt x="286" y="23146"/>
                            <a:pt x="1143" y="25622"/>
                            <a:pt x="2858" y="27622"/>
                          </a:cubicBezTo>
                          <a:cubicBezTo>
                            <a:pt x="8001" y="33814"/>
                            <a:pt x="17717" y="34100"/>
                            <a:pt x="25241" y="27718"/>
                          </a:cubicBezTo>
                          <a:cubicBezTo>
                            <a:pt x="32766" y="21431"/>
                            <a:pt x="34671" y="10858"/>
                            <a:pt x="29528" y="4096"/>
                          </a:cubicBezTo>
                          <a:cubicBezTo>
                            <a:pt x="27813" y="2000"/>
                            <a:pt x="25527" y="762"/>
                            <a:pt x="23051" y="0"/>
                          </a:cubicBezTo>
                          <a:cubicBezTo>
                            <a:pt x="23813" y="5525"/>
                            <a:pt x="21431" y="11621"/>
                            <a:pt x="16478" y="1600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31" name="Forme libre : forme 2330">
                      <a:extLst>
                        <a:ext uri="{FF2B5EF4-FFF2-40B4-BE49-F238E27FC236}">
                          <a16:creationId xmlns:a16="http://schemas.microsoft.com/office/drawing/2014/main" id="{950689AC-ECBF-4D59-92A5-27B568EA0B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80605" y="3241454"/>
                      <a:ext cx="15352" cy="14000"/>
                    </a:xfrm>
                    <a:custGeom>
                      <a:avLst/>
                      <a:gdLst>
                        <a:gd name="connsiteX0" fmla="*/ 10857 w 15352"/>
                        <a:gd name="connsiteY0" fmla="*/ 488 h 14000"/>
                        <a:gd name="connsiteX1" fmla="*/ 14572 w 15352"/>
                        <a:gd name="connsiteY1" fmla="*/ 9632 h 14000"/>
                        <a:gd name="connsiteX2" fmla="*/ 4475 w 15352"/>
                        <a:gd name="connsiteY2" fmla="*/ 13537 h 14000"/>
                        <a:gd name="connsiteX3" fmla="*/ 666 w 15352"/>
                        <a:gd name="connsiteY3" fmla="*/ 4584 h 14000"/>
                        <a:gd name="connsiteX4" fmla="*/ 10857 w 15352"/>
                        <a:gd name="connsiteY4" fmla="*/ 488 h 140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2" h="14000">
                          <a:moveTo>
                            <a:pt x="10857" y="488"/>
                          </a:moveTo>
                          <a:cubicBezTo>
                            <a:pt x="14762" y="1822"/>
                            <a:pt x="16477" y="6013"/>
                            <a:pt x="14572" y="9632"/>
                          </a:cubicBezTo>
                          <a:cubicBezTo>
                            <a:pt x="12667" y="13252"/>
                            <a:pt x="8285" y="14871"/>
                            <a:pt x="4475" y="13537"/>
                          </a:cubicBezTo>
                          <a:cubicBezTo>
                            <a:pt x="666" y="12204"/>
                            <a:pt x="-1049" y="8203"/>
                            <a:pt x="666" y="4584"/>
                          </a:cubicBezTo>
                          <a:cubicBezTo>
                            <a:pt x="2475" y="869"/>
                            <a:pt x="6952" y="-941"/>
                            <a:pt x="10857" y="4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32" name="Forme libre : forme 2331">
                      <a:extLst>
                        <a:ext uri="{FF2B5EF4-FFF2-40B4-BE49-F238E27FC236}">
                          <a16:creationId xmlns:a16="http://schemas.microsoft.com/office/drawing/2014/main" id="{C0158431-B37D-46CE-ADF4-A6E01733D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79057" y="3246217"/>
                      <a:ext cx="5378" cy="5419"/>
                    </a:xfrm>
                    <a:custGeom>
                      <a:avLst/>
                      <a:gdLst>
                        <a:gd name="connsiteX0" fmla="*/ 4880 w 5378"/>
                        <a:gd name="connsiteY0" fmla="*/ 774 h 5419"/>
                        <a:gd name="connsiteX1" fmla="*/ 4309 w 5378"/>
                        <a:gd name="connsiteY1" fmla="*/ 4584 h 5419"/>
                        <a:gd name="connsiteX2" fmla="*/ 498 w 5378"/>
                        <a:gd name="connsiteY2" fmla="*/ 4679 h 5419"/>
                        <a:gd name="connsiteX3" fmla="*/ 1070 w 5378"/>
                        <a:gd name="connsiteY3" fmla="*/ 870 h 5419"/>
                        <a:gd name="connsiteX4" fmla="*/ 4880 w 5378"/>
                        <a:gd name="connsiteY4" fmla="*/ 774 h 54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78" h="5419">
                          <a:moveTo>
                            <a:pt x="4880" y="774"/>
                          </a:moveTo>
                          <a:cubicBezTo>
                            <a:pt x="5737" y="1822"/>
                            <a:pt x="5452" y="3536"/>
                            <a:pt x="4309" y="4584"/>
                          </a:cubicBezTo>
                          <a:cubicBezTo>
                            <a:pt x="3070" y="5632"/>
                            <a:pt x="1451" y="5727"/>
                            <a:pt x="498" y="4679"/>
                          </a:cubicBezTo>
                          <a:cubicBezTo>
                            <a:pt x="-359" y="3632"/>
                            <a:pt x="-73" y="1917"/>
                            <a:pt x="1070" y="870"/>
                          </a:cubicBezTo>
                          <a:cubicBezTo>
                            <a:pt x="2308" y="-273"/>
                            <a:pt x="3928" y="-273"/>
                            <a:pt x="4880" y="77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333" name="Graphique 15">
                  <a:extLst>
                    <a:ext uri="{FF2B5EF4-FFF2-40B4-BE49-F238E27FC236}">
                      <a16:creationId xmlns:a16="http://schemas.microsoft.com/office/drawing/2014/main" id="{7C39E8F8-3E7F-4369-A6D7-9DB7AEB2293B}"/>
                    </a:ext>
                  </a:extLst>
                </p:cNvPr>
                <p:cNvGrpSpPr/>
                <p:nvPr/>
              </p:nvGrpSpPr>
              <p:grpSpPr>
                <a:xfrm>
                  <a:off x="10786015" y="3153603"/>
                  <a:ext cx="102624" cy="43334"/>
                  <a:chOff x="10786015" y="3153603"/>
                  <a:chExt cx="102624" cy="43334"/>
                </a:xfrm>
                <a:solidFill>
                  <a:schemeClr val="accent1"/>
                </a:solidFill>
              </p:grpSpPr>
              <p:grpSp>
                <p:nvGrpSpPr>
                  <p:cNvPr id="2334" name="Graphique 15">
                    <a:extLst>
                      <a:ext uri="{FF2B5EF4-FFF2-40B4-BE49-F238E27FC236}">
                        <a16:creationId xmlns:a16="http://schemas.microsoft.com/office/drawing/2014/main" id="{598C4822-FF7D-407C-9675-285BF968AF07}"/>
                      </a:ext>
                    </a:extLst>
                  </p:cNvPr>
                  <p:cNvGrpSpPr/>
                  <p:nvPr/>
                </p:nvGrpSpPr>
                <p:grpSpPr>
                  <a:xfrm>
                    <a:off x="10786015" y="3160571"/>
                    <a:ext cx="34103" cy="34516"/>
                    <a:chOff x="10786015" y="3160571"/>
                    <a:chExt cx="34103" cy="34516"/>
                  </a:xfrm>
                  <a:solidFill>
                    <a:schemeClr val="accent1"/>
                  </a:solidFill>
                </p:grpSpPr>
                <p:sp>
                  <p:nvSpPr>
                    <p:cNvPr id="2335" name="Forme libre : forme 2334">
                      <a:extLst>
                        <a:ext uri="{FF2B5EF4-FFF2-40B4-BE49-F238E27FC236}">
                          <a16:creationId xmlns:a16="http://schemas.microsoft.com/office/drawing/2014/main" id="{56245E8D-9C9F-4C84-9B35-10D2353911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86015" y="3160571"/>
                      <a:ext cx="34103" cy="34516"/>
                    </a:xfrm>
                    <a:custGeom>
                      <a:avLst/>
                      <a:gdLst>
                        <a:gd name="connsiteX0" fmla="*/ 25354 w 34103"/>
                        <a:gd name="connsiteY0" fmla="*/ 1647 h 34516"/>
                        <a:gd name="connsiteX1" fmla="*/ 31736 w 34103"/>
                        <a:gd name="connsiteY1" fmla="*/ 24888 h 34516"/>
                        <a:gd name="connsiteX2" fmla="*/ 8590 w 34103"/>
                        <a:gd name="connsiteY2" fmla="*/ 32794 h 34516"/>
                        <a:gd name="connsiteX3" fmla="*/ 2113 w 34103"/>
                        <a:gd name="connsiteY3" fmla="*/ 10124 h 34516"/>
                        <a:gd name="connsiteX4" fmla="*/ 25354 w 34103"/>
                        <a:gd name="connsiteY4" fmla="*/ 1647 h 34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103" h="34516">
                          <a:moveTo>
                            <a:pt x="25354" y="1647"/>
                          </a:moveTo>
                          <a:cubicBezTo>
                            <a:pt x="33927" y="5552"/>
                            <a:pt x="36498" y="16411"/>
                            <a:pt x="31736" y="24888"/>
                          </a:cubicBezTo>
                          <a:cubicBezTo>
                            <a:pt x="26878" y="33460"/>
                            <a:pt x="16496" y="36889"/>
                            <a:pt x="8590" y="32794"/>
                          </a:cubicBezTo>
                          <a:cubicBezTo>
                            <a:pt x="494" y="28984"/>
                            <a:pt x="-2363" y="18887"/>
                            <a:pt x="2113" y="10124"/>
                          </a:cubicBezTo>
                          <a:cubicBezTo>
                            <a:pt x="6590" y="1361"/>
                            <a:pt x="16972" y="-2449"/>
                            <a:pt x="25354" y="164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36" name="Forme libre : forme 2335">
                      <a:extLst>
                        <a:ext uri="{FF2B5EF4-FFF2-40B4-BE49-F238E27FC236}">
                          <a16:creationId xmlns:a16="http://schemas.microsoft.com/office/drawing/2014/main" id="{851DA246-CA20-41EC-BE2D-AB0B9431A5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88509" y="3160648"/>
                      <a:ext cx="31609" cy="34440"/>
                    </a:xfrm>
                    <a:custGeom>
                      <a:avLst/>
                      <a:gdLst>
                        <a:gd name="connsiteX0" fmla="*/ 14954 w 31609"/>
                        <a:gd name="connsiteY0" fmla="*/ 17191 h 34440"/>
                        <a:gd name="connsiteX1" fmla="*/ 0 w 31609"/>
                        <a:gd name="connsiteY1" fmla="*/ 27192 h 34440"/>
                        <a:gd name="connsiteX2" fmla="*/ 6096 w 31609"/>
                        <a:gd name="connsiteY2" fmla="*/ 32717 h 34440"/>
                        <a:gd name="connsiteX3" fmla="*/ 29242 w 31609"/>
                        <a:gd name="connsiteY3" fmla="*/ 24811 h 34440"/>
                        <a:gd name="connsiteX4" fmla="*/ 22860 w 31609"/>
                        <a:gd name="connsiteY4" fmla="*/ 1570 h 34440"/>
                        <a:gd name="connsiteX5" fmla="*/ 14478 w 31609"/>
                        <a:gd name="connsiteY5" fmla="*/ 46 h 34440"/>
                        <a:gd name="connsiteX6" fmla="*/ 14954 w 31609"/>
                        <a:gd name="connsiteY6" fmla="*/ 17191 h 344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609" h="34440">
                          <a:moveTo>
                            <a:pt x="14954" y="17191"/>
                          </a:moveTo>
                          <a:cubicBezTo>
                            <a:pt x="11811" y="23097"/>
                            <a:pt x="5906" y="26621"/>
                            <a:pt x="0" y="27192"/>
                          </a:cubicBezTo>
                          <a:cubicBezTo>
                            <a:pt x="1429" y="29478"/>
                            <a:pt x="3429" y="31478"/>
                            <a:pt x="6096" y="32717"/>
                          </a:cubicBezTo>
                          <a:cubicBezTo>
                            <a:pt x="14002" y="36812"/>
                            <a:pt x="24289" y="33383"/>
                            <a:pt x="29242" y="24811"/>
                          </a:cubicBezTo>
                          <a:cubicBezTo>
                            <a:pt x="34004" y="16334"/>
                            <a:pt x="31433" y="5475"/>
                            <a:pt x="22860" y="1570"/>
                          </a:cubicBezTo>
                          <a:cubicBezTo>
                            <a:pt x="20193" y="236"/>
                            <a:pt x="17336" y="-144"/>
                            <a:pt x="14478" y="46"/>
                          </a:cubicBezTo>
                          <a:cubicBezTo>
                            <a:pt x="17621" y="4904"/>
                            <a:pt x="18098" y="11476"/>
                            <a:pt x="14954" y="171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37" name="Forme libre : forme 2336">
                      <a:extLst>
                        <a:ext uri="{FF2B5EF4-FFF2-40B4-BE49-F238E27FC236}">
                          <a16:creationId xmlns:a16="http://schemas.microsoft.com/office/drawing/2014/main" id="{AB4D6AA2-A127-48C3-A775-69A93115F0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95556" y="3163454"/>
                      <a:ext cx="16582" cy="14291"/>
                    </a:xfrm>
                    <a:custGeom>
                      <a:avLst/>
                      <a:gdLst>
                        <a:gd name="connsiteX0" fmla="*/ 8574 w 16582"/>
                        <a:gd name="connsiteY0" fmla="*/ 2 h 14291"/>
                        <a:gd name="connsiteX1" fmla="*/ 16575 w 16582"/>
                        <a:gd name="connsiteY1" fmla="*/ 6955 h 14291"/>
                        <a:gd name="connsiteX2" fmla="*/ 7908 w 16582"/>
                        <a:gd name="connsiteY2" fmla="*/ 14290 h 14291"/>
                        <a:gd name="connsiteX3" fmla="*/ 2 w 16582"/>
                        <a:gd name="connsiteY3" fmla="*/ 7432 h 14291"/>
                        <a:gd name="connsiteX4" fmla="*/ 8574 w 16582"/>
                        <a:gd name="connsiteY4" fmla="*/ 2 h 14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82" h="14291">
                          <a:moveTo>
                            <a:pt x="8574" y="2"/>
                          </a:moveTo>
                          <a:cubicBezTo>
                            <a:pt x="13146" y="-93"/>
                            <a:pt x="16766" y="3050"/>
                            <a:pt x="16575" y="6955"/>
                          </a:cubicBezTo>
                          <a:cubicBezTo>
                            <a:pt x="16385" y="10861"/>
                            <a:pt x="12480" y="14194"/>
                            <a:pt x="7908" y="14290"/>
                          </a:cubicBezTo>
                          <a:cubicBezTo>
                            <a:pt x="3336" y="14385"/>
                            <a:pt x="-93" y="11337"/>
                            <a:pt x="2" y="7432"/>
                          </a:cubicBezTo>
                          <a:cubicBezTo>
                            <a:pt x="192" y="3431"/>
                            <a:pt x="4002" y="97"/>
                            <a:pt x="8574" y="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38" name="Forme libre : forme 2337">
                      <a:extLst>
                        <a:ext uri="{FF2B5EF4-FFF2-40B4-BE49-F238E27FC236}">
                          <a16:creationId xmlns:a16="http://schemas.microsoft.com/office/drawing/2014/main" id="{AA713E31-450D-42AE-861E-5BDEAAE663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94497" y="3170531"/>
                      <a:ext cx="5593" cy="5663"/>
                    </a:xfrm>
                    <a:custGeom>
                      <a:avLst/>
                      <a:gdLst>
                        <a:gd name="connsiteX0" fmla="*/ 4109 w 5593"/>
                        <a:gd name="connsiteY0" fmla="*/ 260 h 5663"/>
                        <a:gd name="connsiteX1" fmla="*/ 5252 w 5593"/>
                        <a:gd name="connsiteY1" fmla="*/ 3975 h 5663"/>
                        <a:gd name="connsiteX2" fmla="*/ 1442 w 5593"/>
                        <a:gd name="connsiteY2" fmla="*/ 5403 h 5663"/>
                        <a:gd name="connsiteX3" fmla="*/ 299 w 5593"/>
                        <a:gd name="connsiteY3" fmla="*/ 1688 h 5663"/>
                        <a:gd name="connsiteX4" fmla="*/ 4109 w 5593"/>
                        <a:gd name="connsiteY4" fmla="*/ 260 h 56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93" h="5663">
                          <a:moveTo>
                            <a:pt x="4109" y="260"/>
                          </a:moveTo>
                          <a:cubicBezTo>
                            <a:pt x="5443" y="926"/>
                            <a:pt x="6014" y="2546"/>
                            <a:pt x="5252" y="3975"/>
                          </a:cubicBezTo>
                          <a:cubicBezTo>
                            <a:pt x="4490" y="5403"/>
                            <a:pt x="2776" y="6070"/>
                            <a:pt x="1442" y="5403"/>
                          </a:cubicBezTo>
                          <a:cubicBezTo>
                            <a:pt x="109" y="4737"/>
                            <a:pt x="-367" y="3117"/>
                            <a:pt x="299" y="1688"/>
                          </a:cubicBezTo>
                          <a:cubicBezTo>
                            <a:pt x="966" y="260"/>
                            <a:pt x="2776" y="-407"/>
                            <a:pt x="4109" y="26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339" name="Graphique 15">
                    <a:extLst>
                      <a:ext uri="{FF2B5EF4-FFF2-40B4-BE49-F238E27FC236}">
                        <a16:creationId xmlns:a16="http://schemas.microsoft.com/office/drawing/2014/main" id="{4BE3CF53-DB1C-4856-908B-3E89B42A5A5C}"/>
                      </a:ext>
                    </a:extLst>
                  </p:cNvPr>
                  <p:cNvGrpSpPr/>
                  <p:nvPr/>
                </p:nvGrpSpPr>
                <p:grpSpPr>
                  <a:xfrm>
                    <a:off x="10819747" y="3162124"/>
                    <a:ext cx="34714" cy="34813"/>
                    <a:chOff x="10819747" y="3162124"/>
                    <a:chExt cx="34714" cy="34813"/>
                  </a:xfrm>
                  <a:solidFill>
                    <a:schemeClr val="accent1"/>
                  </a:solidFill>
                </p:grpSpPr>
                <p:sp>
                  <p:nvSpPr>
                    <p:cNvPr id="2340" name="Forme libre : forme 2339">
                      <a:extLst>
                        <a:ext uri="{FF2B5EF4-FFF2-40B4-BE49-F238E27FC236}">
                          <a16:creationId xmlns:a16="http://schemas.microsoft.com/office/drawing/2014/main" id="{11286294-5381-4801-AB63-12735E4A87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19747" y="3162124"/>
                      <a:ext cx="34714" cy="34813"/>
                    </a:xfrm>
                    <a:custGeom>
                      <a:avLst/>
                      <a:gdLst>
                        <a:gd name="connsiteX0" fmla="*/ 26007 w 34714"/>
                        <a:gd name="connsiteY0" fmla="*/ 2095 h 34813"/>
                        <a:gd name="connsiteX1" fmla="*/ 32104 w 34714"/>
                        <a:gd name="connsiteY1" fmla="*/ 25812 h 34813"/>
                        <a:gd name="connsiteX2" fmla="*/ 8291 w 34714"/>
                        <a:gd name="connsiteY2" fmla="*/ 32861 h 34813"/>
                        <a:gd name="connsiteX3" fmla="*/ 2385 w 34714"/>
                        <a:gd name="connsiteY3" fmla="*/ 9429 h 34813"/>
                        <a:gd name="connsiteX4" fmla="*/ 26007 w 34714"/>
                        <a:gd name="connsiteY4" fmla="*/ 2095 h 348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714" h="34813">
                          <a:moveTo>
                            <a:pt x="26007" y="2095"/>
                          </a:moveTo>
                          <a:cubicBezTo>
                            <a:pt x="34389" y="6762"/>
                            <a:pt x="37342" y="17240"/>
                            <a:pt x="32104" y="25812"/>
                          </a:cubicBezTo>
                          <a:cubicBezTo>
                            <a:pt x="26960" y="34194"/>
                            <a:pt x="16387" y="37147"/>
                            <a:pt x="8291" y="32861"/>
                          </a:cubicBezTo>
                          <a:cubicBezTo>
                            <a:pt x="195" y="28574"/>
                            <a:pt x="-2377" y="18097"/>
                            <a:pt x="2385" y="9429"/>
                          </a:cubicBezTo>
                          <a:cubicBezTo>
                            <a:pt x="7053" y="857"/>
                            <a:pt x="17625" y="-2572"/>
                            <a:pt x="26007" y="209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41" name="Forme libre : forme 2340">
                      <a:extLst>
                        <a:ext uri="{FF2B5EF4-FFF2-40B4-BE49-F238E27FC236}">
                          <a16:creationId xmlns:a16="http://schemas.microsoft.com/office/drawing/2014/main" id="{4842D92E-BFA6-4F61-ADB1-36E830A4E6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2037" y="3162209"/>
                      <a:ext cx="32424" cy="34667"/>
                    </a:xfrm>
                    <a:custGeom>
                      <a:avLst/>
                      <a:gdLst>
                        <a:gd name="connsiteX0" fmla="*/ 15335 w 32424"/>
                        <a:gd name="connsiteY0" fmla="*/ 17535 h 34667"/>
                        <a:gd name="connsiteX1" fmla="*/ 0 w 32424"/>
                        <a:gd name="connsiteY1" fmla="*/ 26774 h 34667"/>
                        <a:gd name="connsiteX2" fmla="*/ 6001 w 32424"/>
                        <a:gd name="connsiteY2" fmla="*/ 32775 h 34667"/>
                        <a:gd name="connsiteX3" fmla="*/ 29813 w 32424"/>
                        <a:gd name="connsiteY3" fmla="*/ 25726 h 34667"/>
                        <a:gd name="connsiteX4" fmla="*/ 23717 w 32424"/>
                        <a:gd name="connsiteY4" fmla="*/ 2009 h 34667"/>
                        <a:gd name="connsiteX5" fmla="*/ 15335 w 32424"/>
                        <a:gd name="connsiteY5" fmla="*/ 9 h 34667"/>
                        <a:gd name="connsiteX6" fmla="*/ 15335 w 32424"/>
                        <a:gd name="connsiteY6" fmla="*/ 17535 h 34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424" h="34667">
                          <a:moveTo>
                            <a:pt x="15335" y="17535"/>
                          </a:moveTo>
                          <a:cubicBezTo>
                            <a:pt x="12001" y="23345"/>
                            <a:pt x="6001" y="26584"/>
                            <a:pt x="0" y="26774"/>
                          </a:cubicBezTo>
                          <a:cubicBezTo>
                            <a:pt x="1429" y="29251"/>
                            <a:pt x="3429" y="31346"/>
                            <a:pt x="6001" y="32775"/>
                          </a:cubicBezTo>
                          <a:cubicBezTo>
                            <a:pt x="14097" y="36966"/>
                            <a:pt x="24765" y="34013"/>
                            <a:pt x="29813" y="25726"/>
                          </a:cubicBezTo>
                          <a:cubicBezTo>
                            <a:pt x="35052" y="17249"/>
                            <a:pt x="32099" y="6676"/>
                            <a:pt x="23717" y="2009"/>
                          </a:cubicBezTo>
                          <a:cubicBezTo>
                            <a:pt x="21050" y="580"/>
                            <a:pt x="18193" y="-86"/>
                            <a:pt x="15335" y="9"/>
                          </a:cubicBezTo>
                          <a:cubicBezTo>
                            <a:pt x="18383" y="5153"/>
                            <a:pt x="18574" y="11820"/>
                            <a:pt x="15335" y="1753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42" name="Forme libre : forme 2341">
                      <a:extLst>
                        <a:ext uri="{FF2B5EF4-FFF2-40B4-BE49-F238E27FC236}">
                          <a16:creationId xmlns:a16="http://schemas.microsoft.com/office/drawing/2014/main" id="{A8B70026-1FCE-423E-ACDD-1683159601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9641" y="3165068"/>
                      <a:ext cx="16605" cy="14494"/>
                    </a:xfrm>
                    <a:custGeom>
                      <a:avLst/>
                      <a:gdLst>
                        <a:gd name="connsiteX0" fmla="*/ 8684 w 16605"/>
                        <a:gd name="connsiteY0" fmla="*/ 8 h 14494"/>
                        <a:gd name="connsiteX1" fmla="*/ 16590 w 16605"/>
                        <a:gd name="connsiteY1" fmla="*/ 7533 h 14494"/>
                        <a:gd name="connsiteX2" fmla="*/ 7732 w 16605"/>
                        <a:gd name="connsiteY2" fmla="*/ 14486 h 14494"/>
                        <a:gd name="connsiteX3" fmla="*/ 17 w 16605"/>
                        <a:gd name="connsiteY3" fmla="*/ 7057 h 14494"/>
                        <a:gd name="connsiteX4" fmla="*/ 8684 w 16605"/>
                        <a:gd name="connsiteY4" fmla="*/ 8 h 14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05" h="14494">
                          <a:moveTo>
                            <a:pt x="8684" y="8"/>
                          </a:moveTo>
                          <a:cubicBezTo>
                            <a:pt x="13257" y="103"/>
                            <a:pt x="16876" y="3532"/>
                            <a:pt x="16590" y="7533"/>
                          </a:cubicBezTo>
                          <a:cubicBezTo>
                            <a:pt x="16304" y="11533"/>
                            <a:pt x="12304" y="14676"/>
                            <a:pt x="7732" y="14486"/>
                          </a:cubicBezTo>
                          <a:cubicBezTo>
                            <a:pt x="3160" y="14391"/>
                            <a:pt x="-269" y="11057"/>
                            <a:pt x="17" y="7057"/>
                          </a:cubicBezTo>
                          <a:cubicBezTo>
                            <a:pt x="207" y="3056"/>
                            <a:pt x="4112" y="-183"/>
                            <a:pt x="8684" y="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43" name="Forme libre : forme 2342">
                      <a:extLst>
                        <a:ext uri="{FF2B5EF4-FFF2-40B4-BE49-F238E27FC236}">
                          <a16:creationId xmlns:a16="http://schemas.microsoft.com/office/drawing/2014/main" id="{BD89FD3D-306A-4A1C-81FC-8B7C5CC039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8341" y="3171976"/>
                      <a:ext cx="5680" cy="5778"/>
                    </a:xfrm>
                    <a:custGeom>
                      <a:avLst/>
                      <a:gdLst>
                        <a:gd name="connsiteX0" fmla="*/ 4269 w 5680"/>
                        <a:gd name="connsiteY0" fmla="*/ 339 h 5778"/>
                        <a:gd name="connsiteX1" fmla="*/ 5317 w 5680"/>
                        <a:gd name="connsiteY1" fmla="*/ 4244 h 5778"/>
                        <a:gd name="connsiteX2" fmla="*/ 1411 w 5680"/>
                        <a:gd name="connsiteY2" fmla="*/ 5482 h 5778"/>
                        <a:gd name="connsiteX3" fmla="*/ 364 w 5680"/>
                        <a:gd name="connsiteY3" fmla="*/ 1577 h 5778"/>
                        <a:gd name="connsiteX4" fmla="*/ 4269 w 5680"/>
                        <a:gd name="connsiteY4" fmla="*/ 339 h 57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80" h="5778">
                          <a:moveTo>
                            <a:pt x="4269" y="339"/>
                          </a:moveTo>
                          <a:cubicBezTo>
                            <a:pt x="5603" y="1101"/>
                            <a:pt x="6079" y="2815"/>
                            <a:pt x="5317" y="4244"/>
                          </a:cubicBezTo>
                          <a:cubicBezTo>
                            <a:pt x="4555" y="5673"/>
                            <a:pt x="2745" y="6149"/>
                            <a:pt x="1411" y="5482"/>
                          </a:cubicBezTo>
                          <a:cubicBezTo>
                            <a:pt x="78" y="4720"/>
                            <a:pt x="-398" y="3006"/>
                            <a:pt x="364" y="1577"/>
                          </a:cubicBezTo>
                          <a:cubicBezTo>
                            <a:pt x="1221" y="148"/>
                            <a:pt x="2936" y="-423"/>
                            <a:pt x="4269" y="3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344" name="Graphique 15">
                    <a:extLst>
                      <a:ext uri="{FF2B5EF4-FFF2-40B4-BE49-F238E27FC236}">
                        <a16:creationId xmlns:a16="http://schemas.microsoft.com/office/drawing/2014/main" id="{EB3BB27C-0EBB-40B8-8637-37B6A914DD6B}"/>
                      </a:ext>
                    </a:extLst>
                  </p:cNvPr>
                  <p:cNvGrpSpPr/>
                  <p:nvPr/>
                </p:nvGrpSpPr>
                <p:grpSpPr>
                  <a:xfrm>
                    <a:off x="10853424" y="3153603"/>
                    <a:ext cx="35215" cy="35487"/>
                    <a:chOff x="10853424" y="3153603"/>
                    <a:chExt cx="35215" cy="35487"/>
                  </a:xfrm>
                  <a:solidFill>
                    <a:schemeClr val="accent1"/>
                  </a:solidFill>
                </p:grpSpPr>
                <p:sp>
                  <p:nvSpPr>
                    <p:cNvPr id="2345" name="Forme libre : forme 2344">
                      <a:extLst>
                        <a:ext uri="{FF2B5EF4-FFF2-40B4-BE49-F238E27FC236}">
                          <a16:creationId xmlns:a16="http://schemas.microsoft.com/office/drawing/2014/main" id="{51AFFA8E-209A-40F1-8738-4A25CA6B30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3424" y="3153603"/>
                      <a:ext cx="35215" cy="35487"/>
                    </a:xfrm>
                    <a:custGeom>
                      <a:avLst/>
                      <a:gdLst>
                        <a:gd name="connsiteX0" fmla="*/ 26716 w 35215"/>
                        <a:gd name="connsiteY0" fmla="*/ 2425 h 35487"/>
                        <a:gd name="connsiteX1" fmla="*/ 32526 w 35215"/>
                        <a:gd name="connsiteY1" fmla="*/ 26999 h 35487"/>
                        <a:gd name="connsiteX2" fmla="*/ 8333 w 35215"/>
                        <a:gd name="connsiteY2" fmla="*/ 33000 h 35487"/>
                        <a:gd name="connsiteX3" fmla="*/ 2427 w 35215"/>
                        <a:gd name="connsiteY3" fmla="*/ 8997 h 35487"/>
                        <a:gd name="connsiteX4" fmla="*/ 26716 w 35215"/>
                        <a:gd name="connsiteY4" fmla="*/ 2425 h 35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15" h="35487">
                          <a:moveTo>
                            <a:pt x="26716" y="2425"/>
                          </a:moveTo>
                          <a:cubicBezTo>
                            <a:pt x="35098" y="7663"/>
                            <a:pt x="37765" y="18712"/>
                            <a:pt x="32526" y="26999"/>
                          </a:cubicBezTo>
                          <a:cubicBezTo>
                            <a:pt x="27287" y="35286"/>
                            <a:pt x="16333" y="37953"/>
                            <a:pt x="8333" y="33000"/>
                          </a:cubicBezTo>
                          <a:cubicBezTo>
                            <a:pt x="427" y="27951"/>
                            <a:pt x="-2526" y="17664"/>
                            <a:pt x="2427" y="8997"/>
                          </a:cubicBezTo>
                          <a:cubicBezTo>
                            <a:pt x="7190" y="520"/>
                            <a:pt x="18143" y="-2624"/>
                            <a:pt x="26716" y="242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46" name="Forme libre : forme 2345">
                      <a:extLst>
                        <a:ext uri="{FF2B5EF4-FFF2-40B4-BE49-F238E27FC236}">
                          <a16:creationId xmlns:a16="http://schemas.microsoft.com/office/drawing/2014/main" id="{FAAB5D43-315B-4308-BF0D-483B34CE24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5756" y="3153741"/>
                      <a:ext cx="32883" cy="35349"/>
                    </a:xfrm>
                    <a:custGeom>
                      <a:avLst/>
                      <a:gdLst>
                        <a:gd name="connsiteX0" fmla="*/ 15621 w 32883"/>
                        <a:gd name="connsiteY0" fmla="*/ 17717 h 35349"/>
                        <a:gd name="connsiteX1" fmla="*/ 0 w 32883"/>
                        <a:gd name="connsiteY1" fmla="*/ 26384 h 35349"/>
                        <a:gd name="connsiteX2" fmla="*/ 6001 w 32883"/>
                        <a:gd name="connsiteY2" fmla="*/ 32861 h 35349"/>
                        <a:gd name="connsiteX3" fmla="*/ 30194 w 32883"/>
                        <a:gd name="connsiteY3" fmla="*/ 26861 h 35349"/>
                        <a:gd name="connsiteX4" fmla="*/ 24384 w 32883"/>
                        <a:gd name="connsiteY4" fmla="*/ 2286 h 35349"/>
                        <a:gd name="connsiteX5" fmla="*/ 15716 w 32883"/>
                        <a:gd name="connsiteY5" fmla="*/ 0 h 35349"/>
                        <a:gd name="connsiteX6" fmla="*/ 15621 w 32883"/>
                        <a:gd name="connsiteY6" fmla="*/ 17717 h 35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883" h="35349">
                          <a:moveTo>
                            <a:pt x="15621" y="17717"/>
                          </a:moveTo>
                          <a:cubicBezTo>
                            <a:pt x="12097" y="23432"/>
                            <a:pt x="6001" y="26479"/>
                            <a:pt x="0" y="26384"/>
                          </a:cubicBezTo>
                          <a:cubicBezTo>
                            <a:pt x="1334" y="28956"/>
                            <a:pt x="3334" y="31242"/>
                            <a:pt x="6001" y="32861"/>
                          </a:cubicBezTo>
                          <a:cubicBezTo>
                            <a:pt x="14097" y="37814"/>
                            <a:pt x="24956" y="35147"/>
                            <a:pt x="30194" y="26861"/>
                          </a:cubicBezTo>
                          <a:cubicBezTo>
                            <a:pt x="35433" y="18574"/>
                            <a:pt x="32766" y="7525"/>
                            <a:pt x="24384" y="2286"/>
                          </a:cubicBezTo>
                          <a:cubicBezTo>
                            <a:pt x="21717" y="571"/>
                            <a:pt x="18669" y="0"/>
                            <a:pt x="15716" y="0"/>
                          </a:cubicBezTo>
                          <a:cubicBezTo>
                            <a:pt x="18955" y="5144"/>
                            <a:pt x="19050" y="12002"/>
                            <a:pt x="15621" y="177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47" name="Forme libre : forme 2346">
                      <a:extLst>
                        <a:ext uri="{FF2B5EF4-FFF2-40B4-BE49-F238E27FC236}">
                          <a16:creationId xmlns:a16="http://schemas.microsoft.com/office/drawing/2014/main" id="{FBD4CA05-8E23-48E3-A43B-6361DF7218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63455" y="3156580"/>
                      <a:ext cx="16987" cy="14815"/>
                    </a:xfrm>
                    <a:custGeom>
                      <a:avLst/>
                      <a:gdLst>
                        <a:gd name="connsiteX0" fmla="*/ 9065 w 16987"/>
                        <a:gd name="connsiteY0" fmla="*/ 19 h 14815"/>
                        <a:gd name="connsiteX1" fmla="*/ 16971 w 16987"/>
                        <a:gd name="connsiteY1" fmla="*/ 8115 h 14815"/>
                        <a:gd name="connsiteX2" fmla="*/ 7827 w 16987"/>
                        <a:gd name="connsiteY2" fmla="*/ 14782 h 14815"/>
                        <a:gd name="connsiteX3" fmla="*/ 16 w 16987"/>
                        <a:gd name="connsiteY3" fmla="*/ 6877 h 14815"/>
                        <a:gd name="connsiteX4" fmla="*/ 9065 w 16987"/>
                        <a:gd name="connsiteY4" fmla="*/ 19 h 14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987" h="14815">
                          <a:moveTo>
                            <a:pt x="9065" y="19"/>
                          </a:moveTo>
                          <a:cubicBezTo>
                            <a:pt x="13923" y="209"/>
                            <a:pt x="17256" y="4019"/>
                            <a:pt x="16971" y="8115"/>
                          </a:cubicBezTo>
                          <a:cubicBezTo>
                            <a:pt x="16590" y="12211"/>
                            <a:pt x="12494" y="15163"/>
                            <a:pt x="7827" y="14782"/>
                          </a:cubicBezTo>
                          <a:cubicBezTo>
                            <a:pt x="3255" y="14306"/>
                            <a:pt x="-270" y="10877"/>
                            <a:pt x="16" y="6877"/>
                          </a:cubicBezTo>
                          <a:cubicBezTo>
                            <a:pt x="302" y="2781"/>
                            <a:pt x="4302" y="-267"/>
                            <a:pt x="9065" y="1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48" name="Forme libre : forme 2347">
                      <a:extLst>
                        <a:ext uri="{FF2B5EF4-FFF2-40B4-BE49-F238E27FC236}">
                          <a16:creationId xmlns:a16="http://schemas.microsoft.com/office/drawing/2014/main" id="{AA8E968C-2B24-423E-88F0-495CE190F4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62187" y="3163283"/>
                      <a:ext cx="5902" cy="5701"/>
                    </a:xfrm>
                    <a:custGeom>
                      <a:avLst/>
                      <a:gdLst>
                        <a:gd name="connsiteX0" fmla="*/ 4427 w 5902"/>
                        <a:gd name="connsiteY0" fmla="*/ 364 h 5701"/>
                        <a:gd name="connsiteX1" fmla="*/ 5475 w 5902"/>
                        <a:gd name="connsiteY1" fmla="*/ 4269 h 5701"/>
                        <a:gd name="connsiteX2" fmla="*/ 1475 w 5902"/>
                        <a:gd name="connsiteY2" fmla="*/ 5317 h 5701"/>
                        <a:gd name="connsiteX3" fmla="*/ 427 w 5902"/>
                        <a:gd name="connsiteY3" fmla="*/ 1411 h 5701"/>
                        <a:gd name="connsiteX4" fmla="*/ 4427 w 5902"/>
                        <a:gd name="connsiteY4" fmla="*/ 364 h 5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2" h="5701">
                          <a:moveTo>
                            <a:pt x="4427" y="364"/>
                          </a:moveTo>
                          <a:cubicBezTo>
                            <a:pt x="5856" y="1126"/>
                            <a:pt x="6333" y="2935"/>
                            <a:pt x="5475" y="4269"/>
                          </a:cubicBezTo>
                          <a:cubicBezTo>
                            <a:pt x="4618" y="5698"/>
                            <a:pt x="2903" y="6079"/>
                            <a:pt x="1475" y="5317"/>
                          </a:cubicBezTo>
                          <a:cubicBezTo>
                            <a:pt x="46" y="4555"/>
                            <a:pt x="-430" y="2840"/>
                            <a:pt x="427" y="1411"/>
                          </a:cubicBezTo>
                          <a:cubicBezTo>
                            <a:pt x="1284" y="78"/>
                            <a:pt x="3094" y="-398"/>
                            <a:pt x="4427" y="36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349" name="Graphique 15">
                  <a:extLst>
                    <a:ext uri="{FF2B5EF4-FFF2-40B4-BE49-F238E27FC236}">
                      <a16:creationId xmlns:a16="http://schemas.microsoft.com/office/drawing/2014/main" id="{A1D2F8FA-117F-473D-BC68-82371BACAB31}"/>
                    </a:ext>
                  </a:extLst>
                </p:cNvPr>
                <p:cNvGrpSpPr/>
                <p:nvPr/>
              </p:nvGrpSpPr>
              <p:grpSpPr>
                <a:xfrm>
                  <a:off x="10822569" y="3041557"/>
                  <a:ext cx="110346" cy="45231"/>
                  <a:chOff x="10822569" y="3041557"/>
                  <a:chExt cx="110346" cy="45231"/>
                </a:xfrm>
                <a:solidFill>
                  <a:schemeClr val="accent1"/>
                </a:solidFill>
              </p:grpSpPr>
              <p:grpSp>
                <p:nvGrpSpPr>
                  <p:cNvPr id="2350" name="Graphique 15">
                    <a:extLst>
                      <a:ext uri="{FF2B5EF4-FFF2-40B4-BE49-F238E27FC236}">
                        <a16:creationId xmlns:a16="http://schemas.microsoft.com/office/drawing/2014/main" id="{F5838B0C-CBDD-457A-A597-5F580611AB95}"/>
                      </a:ext>
                    </a:extLst>
                  </p:cNvPr>
                  <p:cNvGrpSpPr/>
                  <p:nvPr/>
                </p:nvGrpSpPr>
                <p:grpSpPr>
                  <a:xfrm>
                    <a:off x="10822569" y="3047679"/>
                    <a:ext cx="37049" cy="36392"/>
                    <a:chOff x="10822569" y="3047679"/>
                    <a:chExt cx="37049" cy="36392"/>
                  </a:xfrm>
                  <a:solidFill>
                    <a:schemeClr val="accent1"/>
                  </a:solidFill>
                </p:grpSpPr>
                <p:sp>
                  <p:nvSpPr>
                    <p:cNvPr id="2351" name="Forme libre : forme 2350">
                      <a:extLst>
                        <a:ext uri="{FF2B5EF4-FFF2-40B4-BE49-F238E27FC236}">
                          <a16:creationId xmlns:a16="http://schemas.microsoft.com/office/drawing/2014/main" id="{C84A3569-8DCD-4373-BF1C-FBD8948F5E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2569" y="3047679"/>
                      <a:ext cx="37049" cy="36350"/>
                    </a:xfrm>
                    <a:custGeom>
                      <a:avLst/>
                      <a:gdLst>
                        <a:gd name="connsiteX0" fmla="*/ 25662 w 37049"/>
                        <a:gd name="connsiteY0" fmla="*/ 1858 h 36350"/>
                        <a:gd name="connsiteX1" fmla="*/ 35473 w 37049"/>
                        <a:gd name="connsiteY1" fmla="*/ 26528 h 36350"/>
                        <a:gd name="connsiteX2" fmla="*/ 11279 w 37049"/>
                        <a:gd name="connsiteY2" fmla="*/ 34434 h 36350"/>
                        <a:gd name="connsiteX3" fmla="*/ 1373 w 37049"/>
                        <a:gd name="connsiteY3" fmla="*/ 10431 h 36350"/>
                        <a:gd name="connsiteX4" fmla="*/ 25662 w 37049"/>
                        <a:gd name="connsiteY4" fmla="*/ 1858 h 363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049" h="36350">
                          <a:moveTo>
                            <a:pt x="25662" y="1858"/>
                          </a:moveTo>
                          <a:cubicBezTo>
                            <a:pt x="35473" y="6144"/>
                            <a:pt x="39568" y="17670"/>
                            <a:pt x="35473" y="26528"/>
                          </a:cubicBezTo>
                          <a:cubicBezTo>
                            <a:pt x="31186" y="35481"/>
                            <a:pt x="20423" y="38815"/>
                            <a:pt x="11279" y="34434"/>
                          </a:cubicBezTo>
                          <a:cubicBezTo>
                            <a:pt x="1944" y="30243"/>
                            <a:pt x="-2437" y="19575"/>
                            <a:pt x="1373" y="10431"/>
                          </a:cubicBezTo>
                          <a:cubicBezTo>
                            <a:pt x="5088" y="1287"/>
                            <a:pt x="15946" y="-2619"/>
                            <a:pt x="25662" y="185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52" name="Forme libre : forme 2351">
                      <a:extLst>
                        <a:ext uri="{FF2B5EF4-FFF2-40B4-BE49-F238E27FC236}">
                          <a16:creationId xmlns:a16="http://schemas.microsoft.com/office/drawing/2014/main" id="{BAE9ABA8-48EB-4141-AC17-D576CACA0A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6323" y="3047783"/>
                      <a:ext cx="33255" cy="36289"/>
                    </a:xfrm>
                    <a:custGeom>
                      <a:avLst/>
                      <a:gdLst>
                        <a:gd name="connsiteX0" fmla="*/ 15145 w 33255"/>
                        <a:gd name="connsiteY0" fmla="*/ 18137 h 36289"/>
                        <a:gd name="connsiteX1" fmla="*/ 0 w 33255"/>
                        <a:gd name="connsiteY1" fmla="*/ 28329 h 36289"/>
                        <a:gd name="connsiteX2" fmla="*/ 7429 w 33255"/>
                        <a:gd name="connsiteY2" fmla="*/ 34330 h 36289"/>
                        <a:gd name="connsiteX3" fmla="*/ 31623 w 33255"/>
                        <a:gd name="connsiteY3" fmla="*/ 26424 h 36289"/>
                        <a:gd name="connsiteX4" fmla="*/ 21812 w 33255"/>
                        <a:gd name="connsiteY4" fmla="*/ 1754 h 36289"/>
                        <a:gd name="connsiteX5" fmla="*/ 12478 w 33255"/>
                        <a:gd name="connsiteY5" fmla="*/ 40 h 36289"/>
                        <a:gd name="connsiteX6" fmla="*/ 15145 w 33255"/>
                        <a:gd name="connsiteY6" fmla="*/ 18137 h 36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55" h="36289">
                          <a:moveTo>
                            <a:pt x="15145" y="18137"/>
                          </a:moveTo>
                          <a:cubicBezTo>
                            <a:pt x="12383" y="24233"/>
                            <a:pt x="6477" y="27853"/>
                            <a:pt x="0" y="28329"/>
                          </a:cubicBezTo>
                          <a:cubicBezTo>
                            <a:pt x="1905" y="30806"/>
                            <a:pt x="4286" y="32901"/>
                            <a:pt x="7429" y="34330"/>
                          </a:cubicBezTo>
                          <a:cubicBezTo>
                            <a:pt x="16574" y="38807"/>
                            <a:pt x="27432" y="35378"/>
                            <a:pt x="31623" y="26424"/>
                          </a:cubicBezTo>
                          <a:cubicBezTo>
                            <a:pt x="35814" y="17566"/>
                            <a:pt x="31718" y="6041"/>
                            <a:pt x="21812" y="1754"/>
                          </a:cubicBezTo>
                          <a:cubicBezTo>
                            <a:pt x="18764" y="326"/>
                            <a:pt x="15526" y="-151"/>
                            <a:pt x="12478" y="40"/>
                          </a:cubicBezTo>
                          <a:cubicBezTo>
                            <a:pt x="16574" y="5279"/>
                            <a:pt x="17812" y="12137"/>
                            <a:pt x="15145" y="1813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53" name="Forme libre : forme 2352">
                      <a:extLst>
                        <a:ext uri="{FF2B5EF4-FFF2-40B4-BE49-F238E27FC236}">
                          <a16:creationId xmlns:a16="http://schemas.microsoft.com/office/drawing/2014/main" id="{D6A7C65D-C1A8-4D03-A347-26AEF353FC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31928" y="3050681"/>
                      <a:ext cx="17937" cy="15144"/>
                    </a:xfrm>
                    <a:custGeom>
                      <a:avLst/>
                      <a:gdLst>
                        <a:gd name="connsiteX0" fmla="*/ 8397 w 17937"/>
                        <a:gd name="connsiteY0" fmla="*/ 0 h 15144"/>
                        <a:gd name="connsiteX1" fmla="*/ 17922 w 17937"/>
                        <a:gd name="connsiteY1" fmla="*/ 7525 h 15144"/>
                        <a:gd name="connsiteX2" fmla="*/ 9445 w 17937"/>
                        <a:gd name="connsiteY2" fmla="*/ 15145 h 15144"/>
                        <a:gd name="connsiteX3" fmla="*/ 15 w 17937"/>
                        <a:gd name="connsiteY3" fmla="*/ 7715 h 15144"/>
                        <a:gd name="connsiteX4" fmla="*/ 8397 w 17937"/>
                        <a:gd name="connsiteY4" fmla="*/ 0 h 15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37" h="15144">
                          <a:moveTo>
                            <a:pt x="8397" y="0"/>
                          </a:moveTo>
                          <a:cubicBezTo>
                            <a:pt x="13351" y="0"/>
                            <a:pt x="17637" y="3334"/>
                            <a:pt x="17922" y="7525"/>
                          </a:cubicBezTo>
                          <a:cubicBezTo>
                            <a:pt x="18208" y="11716"/>
                            <a:pt x="14398" y="15050"/>
                            <a:pt x="9445" y="15145"/>
                          </a:cubicBezTo>
                          <a:cubicBezTo>
                            <a:pt x="4492" y="15145"/>
                            <a:pt x="301" y="11906"/>
                            <a:pt x="15" y="7715"/>
                          </a:cubicBezTo>
                          <a:cubicBezTo>
                            <a:pt x="-270" y="3524"/>
                            <a:pt x="3445" y="95"/>
                            <a:pt x="8397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54" name="Forme libre : forme 2353">
                      <a:extLst>
                        <a:ext uri="{FF2B5EF4-FFF2-40B4-BE49-F238E27FC236}">
                          <a16:creationId xmlns:a16="http://schemas.microsoft.com/office/drawing/2014/main" id="{3C697FAE-7816-424D-8317-2678FE52FD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31129" y="3058121"/>
                      <a:ext cx="6052" cy="5979"/>
                    </a:xfrm>
                    <a:custGeom>
                      <a:avLst/>
                      <a:gdLst>
                        <a:gd name="connsiteX0" fmla="*/ 4148 w 6052"/>
                        <a:gd name="connsiteY0" fmla="*/ 275 h 5979"/>
                        <a:gd name="connsiteX1" fmla="*/ 5863 w 6052"/>
                        <a:gd name="connsiteY1" fmla="*/ 4276 h 5979"/>
                        <a:gd name="connsiteX2" fmla="*/ 1862 w 6052"/>
                        <a:gd name="connsiteY2" fmla="*/ 5704 h 5979"/>
                        <a:gd name="connsiteX3" fmla="*/ 243 w 6052"/>
                        <a:gd name="connsiteY3" fmla="*/ 1704 h 5979"/>
                        <a:gd name="connsiteX4" fmla="*/ 4148 w 6052"/>
                        <a:gd name="connsiteY4" fmla="*/ 275 h 5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2" h="5979">
                          <a:moveTo>
                            <a:pt x="4148" y="275"/>
                          </a:moveTo>
                          <a:cubicBezTo>
                            <a:pt x="5672" y="942"/>
                            <a:pt x="6434" y="2752"/>
                            <a:pt x="5863" y="4276"/>
                          </a:cubicBezTo>
                          <a:cubicBezTo>
                            <a:pt x="5196" y="5800"/>
                            <a:pt x="3386" y="6371"/>
                            <a:pt x="1862" y="5704"/>
                          </a:cubicBezTo>
                          <a:cubicBezTo>
                            <a:pt x="338" y="5038"/>
                            <a:pt x="-424" y="3228"/>
                            <a:pt x="243" y="1704"/>
                          </a:cubicBezTo>
                          <a:cubicBezTo>
                            <a:pt x="909" y="180"/>
                            <a:pt x="2624" y="-392"/>
                            <a:pt x="4148" y="27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355" name="Graphique 15">
                    <a:extLst>
                      <a:ext uri="{FF2B5EF4-FFF2-40B4-BE49-F238E27FC236}">
                        <a16:creationId xmlns:a16="http://schemas.microsoft.com/office/drawing/2014/main" id="{1C5AEC63-3602-49B9-842B-26D805F1861B}"/>
                      </a:ext>
                    </a:extLst>
                  </p:cNvPr>
                  <p:cNvGrpSpPr/>
                  <p:nvPr/>
                </p:nvGrpSpPr>
                <p:grpSpPr>
                  <a:xfrm>
                    <a:off x="10859314" y="3050036"/>
                    <a:ext cx="37830" cy="36752"/>
                    <a:chOff x="10859314" y="3050036"/>
                    <a:chExt cx="37830" cy="36752"/>
                  </a:xfrm>
                  <a:solidFill>
                    <a:schemeClr val="accent1"/>
                  </a:solidFill>
                </p:grpSpPr>
                <p:sp>
                  <p:nvSpPr>
                    <p:cNvPr id="2356" name="Forme libre : forme 2355">
                      <a:extLst>
                        <a:ext uri="{FF2B5EF4-FFF2-40B4-BE49-F238E27FC236}">
                          <a16:creationId xmlns:a16="http://schemas.microsoft.com/office/drawing/2014/main" id="{4B138985-EE26-4B92-86FC-138F3CA15D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9314" y="3050036"/>
                      <a:ext cx="37734" cy="36752"/>
                    </a:xfrm>
                    <a:custGeom>
                      <a:avLst/>
                      <a:gdLst>
                        <a:gd name="connsiteX0" fmla="*/ 26446 w 37734"/>
                        <a:gd name="connsiteY0" fmla="*/ 2359 h 36752"/>
                        <a:gd name="connsiteX1" fmla="*/ 35876 w 37734"/>
                        <a:gd name="connsiteY1" fmla="*/ 27505 h 36752"/>
                        <a:gd name="connsiteX2" fmla="*/ 10920 w 37734"/>
                        <a:gd name="connsiteY2" fmla="*/ 34553 h 36752"/>
                        <a:gd name="connsiteX3" fmla="*/ 1585 w 37734"/>
                        <a:gd name="connsiteY3" fmla="*/ 9693 h 36752"/>
                        <a:gd name="connsiteX4" fmla="*/ 26446 w 37734"/>
                        <a:gd name="connsiteY4" fmla="*/ 2359 h 36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734" h="36752">
                          <a:moveTo>
                            <a:pt x="26446" y="2359"/>
                          </a:moveTo>
                          <a:cubicBezTo>
                            <a:pt x="36066" y="7407"/>
                            <a:pt x="40543" y="18647"/>
                            <a:pt x="35876" y="27505"/>
                          </a:cubicBezTo>
                          <a:cubicBezTo>
                            <a:pt x="31399" y="36268"/>
                            <a:pt x="20254" y="39221"/>
                            <a:pt x="10920" y="34553"/>
                          </a:cubicBezTo>
                          <a:cubicBezTo>
                            <a:pt x="1585" y="29791"/>
                            <a:pt x="-2510" y="18742"/>
                            <a:pt x="1585" y="9693"/>
                          </a:cubicBezTo>
                          <a:cubicBezTo>
                            <a:pt x="5776" y="644"/>
                            <a:pt x="16826" y="-2689"/>
                            <a:pt x="26446" y="235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57" name="Forme libre : forme 2356">
                      <a:extLst>
                        <a:ext uri="{FF2B5EF4-FFF2-40B4-BE49-F238E27FC236}">
                          <a16:creationId xmlns:a16="http://schemas.microsoft.com/office/drawing/2014/main" id="{74F9824E-C005-4450-BBE1-53CCC76D07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62995" y="3050109"/>
                      <a:ext cx="34149" cy="36679"/>
                    </a:xfrm>
                    <a:custGeom>
                      <a:avLst/>
                      <a:gdLst>
                        <a:gd name="connsiteX0" fmla="*/ 15526 w 34149"/>
                        <a:gd name="connsiteY0" fmla="*/ 18479 h 36679"/>
                        <a:gd name="connsiteX1" fmla="*/ 0 w 34149"/>
                        <a:gd name="connsiteY1" fmla="*/ 28004 h 36679"/>
                        <a:gd name="connsiteX2" fmla="*/ 7334 w 34149"/>
                        <a:gd name="connsiteY2" fmla="*/ 34481 h 36679"/>
                        <a:gd name="connsiteX3" fmla="*/ 32290 w 34149"/>
                        <a:gd name="connsiteY3" fmla="*/ 27432 h 36679"/>
                        <a:gd name="connsiteX4" fmla="*/ 22860 w 34149"/>
                        <a:gd name="connsiteY4" fmla="*/ 2286 h 36679"/>
                        <a:gd name="connsiteX5" fmla="*/ 13526 w 34149"/>
                        <a:gd name="connsiteY5" fmla="*/ 0 h 36679"/>
                        <a:gd name="connsiteX6" fmla="*/ 15526 w 34149"/>
                        <a:gd name="connsiteY6" fmla="*/ 18479 h 366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149" h="36679">
                          <a:moveTo>
                            <a:pt x="15526" y="18479"/>
                          </a:moveTo>
                          <a:cubicBezTo>
                            <a:pt x="12573" y="24575"/>
                            <a:pt x="6477" y="27908"/>
                            <a:pt x="0" y="28004"/>
                          </a:cubicBezTo>
                          <a:cubicBezTo>
                            <a:pt x="1810" y="30671"/>
                            <a:pt x="4286" y="32861"/>
                            <a:pt x="7334" y="34481"/>
                          </a:cubicBezTo>
                          <a:cubicBezTo>
                            <a:pt x="16669" y="39148"/>
                            <a:pt x="27813" y="36195"/>
                            <a:pt x="32290" y="27432"/>
                          </a:cubicBezTo>
                          <a:cubicBezTo>
                            <a:pt x="36957" y="18479"/>
                            <a:pt x="32480" y="7334"/>
                            <a:pt x="22860" y="2286"/>
                          </a:cubicBezTo>
                          <a:cubicBezTo>
                            <a:pt x="19812" y="667"/>
                            <a:pt x="16573" y="0"/>
                            <a:pt x="13526" y="0"/>
                          </a:cubicBezTo>
                          <a:cubicBezTo>
                            <a:pt x="17336" y="5525"/>
                            <a:pt x="18479" y="12478"/>
                            <a:pt x="15526" y="1847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58" name="Forme libre : forme 2357">
                      <a:extLst>
                        <a:ext uri="{FF2B5EF4-FFF2-40B4-BE49-F238E27FC236}">
                          <a16:creationId xmlns:a16="http://schemas.microsoft.com/office/drawing/2014/main" id="{F6B11AD0-5395-4D90-8321-F29B9DF35B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69179" y="3053054"/>
                      <a:ext cx="18111" cy="15351"/>
                    </a:xfrm>
                    <a:custGeom>
                      <a:avLst/>
                      <a:gdLst>
                        <a:gd name="connsiteX0" fmla="*/ 8675 w 18111"/>
                        <a:gd name="connsiteY0" fmla="*/ 8 h 15351"/>
                        <a:gd name="connsiteX1" fmla="*/ 18105 w 18111"/>
                        <a:gd name="connsiteY1" fmla="*/ 8104 h 15351"/>
                        <a:gd name="connsiteX2" fmla="*/ 9341 w 18111"/>
                        <a:gd name="connsiteY2" fmla="*/ 15343 h 15351"/>
                        <a:gd name="connsiteX3" fmla="*/ 7 w 18111"/>
                        <a:gd name="connsiteY3" fmla="*/ 7342 h 15351"/>
                        <a:gd name="connsiteX4" fmla="*/ 8675 w 18111"/>
                        <a:gd name="connsiteY4" fmla="*/ 8 h 15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111" h="15351">
                          <a:moveTo>
                            <a:pt x="8675" y="8"/>
                          </a:moveTo>
                          <a:cubicBezTo>
                            <a:pt x="13723" y="198"/>
                            <a:pt x="17914" y="3913"/>
                            <a:pt x="18105" y="8104"/>
                          </a:cubicBezTo>
                          <a:cubicBezTo>
                            <a:pt x="18295" y="12295"/>
                            <a:pt x="14294" y="15533"/>
                            <a:pt x="9341" y="15343"/>
                          </a:cubicBezTo>
                          <a:cubicBezTo>
                            <a:pt x="4389" y="15152"/>
                            <a:pt x="198" y="11533"/>
                            <a:pt x="7" y="7342"/>
                          </a:cubicBezTo>
                          <a:cubicBezTo>
                            <a:pt x="-184" y="3151"/>
                            <a:pt x="3626" y="-183"/>
                            <a:pt x="8675" y="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59" name="Forme libre : forme 2358">
                      <a:extLst>
                        <a:ext uri="{FF2B5EF4-FFF2-40B4-BE49-F238E27FC236}">
                          <a16:creationId xmlns:a16="http://schemas.microsoft.com/office/drawing/2014/main" id="{988F99E6-DE1F-434B-8CE3-F771A8CB3B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68125" y="3060248"/>
                      <a:ext cx="6217" cy="6011"/>
                    </a:xfrm>
                    <a:custGeom>
                      <a:avLst/>
                      <a:gdLst>
                        <a:gd name="connsiteX0" fmla="*/ 4395 w 6217"/>
                        <a:gd name="connsiteY0" fmla="*/ 339 h 6011"/>
                        <a:gd name="connsiteX1" fmla="*/ 5919 w 6217"/>
                        <a:gd name="connsiteY1" fmla="*/ 4434 h 6011"/>
                        <a:gd name="connsiteX2" fmla="*/ 1823 w 6217"/>
                        <a:gd name="connsiteY2" fmla="*/ 5673 h 6011"/>
                        <a:gd name="connsiteX3" fmla="*/ 299 w 6217"/>
                        <a:gd name="connsiteY3" fmla="*/ 1577 h 6011"/>
                        <a:gd name="connsiteX4" fmla="*/ 4395 w 6217"/>
                        <a:gd name="connsiteY4" fmla="*/ 339 h 6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17" h="6011">
                          <a:moveTo>
                            <a:pt x="4395" y="339"/>
                          </a:moveTo>
                          <a:cubicBezTo>
                            <a:pt x="5919" y="1101"/>
                            <a:pt x="6681" y="3006"/>
                            <a:pt x="5919" y="4434"/>
                          </a:cubicBezTo>
                          <a:cubicBezTo>
                            <a:pt x="5252" y="5863"/>
                            <a:pt x="3442" y="6435"/>
                            <a:pt x="1823" y="5673"/>
                          </a:cubicBezTo>
                          <a:cubicBezTo>
                            <a:pt x="299" y="4911"/>
                            <a:pt x="-463" y="3006"/>
                            <a:pt x="299" y="1577"/>
                          </a:cubicBezTo>
                          <a:cubicBezTo>
                            <a:pt x="1061" y="148"/>
                            <a:pt x="2871" y="-423"/>
                            <a:pt x="4395" y="3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360" name="Graphique 15">
                    <a:extLst>
                      <a:ext uri="{FF2B5EF4-FFF2-40B4-BE49-F238E27FC236}">
                        <a16:creationId xmlns:a16="http://schemas.microsoft.com/office/drawing/2014/main" id="{3DA9E0DC-2FCC-4662-AF14-3C18571BF93C}"/>
                      </a:ext>
                    </a:extLst>
                  </p:cNvPr>
                  <p:cNvGrpSpPr/>
                  <p:nvPr/>
                </p:nvGrpSpPr>
                <p:grpSpPr>
                  <a:xfrm>
                    <a:off x="10894735" y="3041557"/>
                    <a:ext cx="38180" cy="37678"/>
                    <a:chOff x="10894735" y="3041557"/>
                    <a:chExt cx="38180" cy="37678"/>
                  </a:xfrm>
                  <a:solidFill>
                    <a:schemeClr val="accent1"/>
                  </a:solidFill>
                </p:grpSpPr>
                <p:sp>
                  <p:nvSpPr>
                    <p:cNvPr id="2361" name="Forme libre : forme 2360">
                      <a:extLst>
                        <a:ext uri="{FF2B5EF4-FFF2-40B4-BE49-F238E27FC236}">
                          <a16:creationId xmlns:a16="http://schemas.microsoft.com/office/drawing/2014/main" id="{059B0526-B4B3-4F35-83A3-DC3F379967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4735" y="3041557"/>
                      <a:ext cx="38180" cy="37678"/>
                    </a:xfrm>
                    <a:custGeom>
                      <a:avLst/>
                      <a:gdLst>
                        <a:gd name="connsiteX0" fmla="*/ 27124 w 38180"/>
                        <a:gd name="connsiteY0" fmla="*/ 2741 h 37678"/>
                        <a:gd name="connsiteX1" fmla="*/ 36269 w 38180"/>
                        <a:gd name="connsiteY1" fmla="*/ 28935 h 37678"/>
                        <a:gd name="connsiteX2" fmla="*/ 10932 w 38180"/>
                        <a:gd name="connsiteY2" fmla="*/ 34841 h 37678"/>
                        <a:gd name="connsiteX3" fmla="*/ 1597 w 38180"/>
                        <a:gd name="connsiteY3" fmla="*/ 9314 h 37678"/>
                        <a:gd name="connsiteX4" fmla="*/ 27124 w 38180"/>
                        <a:gd name="connsiteY4" fmla="*/ 2741 h 376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80" h="37678">
                          <a:moveTo>
                            <a:pt x="27124" y="2741"/>
                          </a:moveTo>
                          <a:cubicBezTo>
                            <a:pt x="36745" y="8361"/>
                            <a:pt x="40936" y="20172"/>
                            <a:pt x="36269" y="28935"/>
                          </a:cubicBezTo>
                          <a:cubicBezTo>
                            <a:pt x="31601" y="37698"/>
                            <a:pt x="20171" y="40270"/>
                            <a:pt x="10932" y="34841"/>
                          </a:cubicBezTo>
                          <a:cubicBezTo>
                            <a:pt x="1788" y="29316"/>
                            <a:pt x="-2594" y="18362"/>
                            <a:pt x="1597" y="9314"/>
                          </a:cubicBezTo>
                          <a:cubicBezTo>
                            <a:pt x="5884" y="360"/>
                            <a:pt x="17314" y="-2783"/>
                            <a:pt x="27124" y="274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62" name="Forme libre : forme 2361">
                      <a:extLst>
                        <a:ext uri="{FF2B5EF4-FFF2-40B4-BE49-F238E27FC236}">
                          <a16:creationId xmlns:a16="http://schemas.microsoft.com/office/drawing/2014/main" id="{6C5ACB6B-FDC5-441C-93F9-E07B0D4D23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8428" y="3041727"/>
                      <a:ext cx="34487" cy="37443"/>
                    </a:xfrm>
                    <a:custGeom>
                      <a:avLst/>
                      <a:gdLst>
                        <a:gd name="connsiteX0" fmla="*/ 15812 w 34487"/>
                        <a:gd name="connsiteY0" fmla="*/ 18764 h 37443"/>
                        <a:gd name="connsiteX1" fmla="*/ 0 w 34487"/>
                        <a:gd name="connsiteY1" fmla="*/ 27622 h 37443"/>
                        <a:gd name="connsiteX2" fmla="*/ 7239 w 34487"/>
                        <a:gd name="connsiteY2" fmla="*/ 34671 h 37443"/>
                        <a:gd name="connsiteX3" fmla="*/ 32576 w 34487"/>
                        <a:gd name="connsiteY3" fmla="*/ 28766 h 37443"/>
                        <a:gd name="connsiteX4" fmla="*/ 23431 w 34487"/>
                        <a:gd name="connsiteY4" fmla="*/ 2572 h 37443"/>
                        <a:gd name="connsiteX5" fmla="*/ 13811 w 34487"/>
                        <a:gd name="connsiteY5" fmla="*/ 0 h 37443"/>
                        <a:gd name="connsiteX6" fmla="*/ 15812 w 34487"/>
                        <a:gd name="connsiteY6" fmla="*/ 18764 h 37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87" h="37443">
                          <a:moveTo>
                            <a:pt x="15812" y="18764"/>
                          </a:moveTo>
                          <a:cubicBezTo>
                            <a:pt x="12763" y="24765"/>
                            <a:pt x="6477" y="27908"/>
                            <a:pt x="0" y="27622"/>
                          </a:cubicBezTo>
                          <a:cubicBezTo>
                            <a:pt x="1810" y="30385"/>
                            <a:pt x="4191" y="32861"/>
                            <a:pt x="7239" y="34671"/>
                          </a:cubicBezTo>
                          <a:cubicBezTo>
                            <a:pt x="16573" y="40005"/>
                            <a:pt x="27908" y="37433"/>
                            <a:pt x="32576" y="28766"/>
                          </a:cubicBezTo>
                          <a:cubicBezTo>
                            <a:pt x="37243" y="20098"/>
                            <a:pt x="33052" y="8287"/>
                            <a:pt x="23431" y="2572"/>
                          </a:cubicBezTo>
                          <a:cubicBezTo>
                            <a:pt x="20384" y="762"/>
                            <a:pt x="17050" y="95"/>
                            <a:pt x="13811" y="0"/>
                          </a:cubicBezTo>
                          <a:cubicBezTo>
                            <a:pt x="18002" y="5525"/>
                            <a:pt x="18860" y="12763"/>
                            <a:pt x="15812" y="1876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63" name="Forme libre : forme 2362">
                      <a:extLst>
                        <a:ext uri="{FF2B5EF4-FFF2-40B4-BE49-F238E27FC236}">
                          <a16:creationId xmlns:a16="http://schemas.microsoft.com/office/drawing/2014/main" id="{0F2C40A5-6FC6-448E-BB87-F19AF7AE9A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04803" y="3044662"/>
                      <a:ext cx="18391" cy="15687"/>
                    </a:xfrm>
                    <a:custGeom>
                      <a:avLst/>
                      <a:gdLst>
                        <a:gd name="connsiteX0" fmla="*/ 8960 w 18391"/>
                        <a:gd name="connsiteY0" fmla="*/ 18 h 15687"/>
                        <a:gd name="connsiteX1" fmla="*/ 18390 w 18391"/>
                        <a:gd name="connsiteY1" fmla="*/ 8686 h 15687"/>
                        <a:gd name="connsiteX2" fmla="*/ 9436 w 18391"/>
                        <a:gd name="connsiteY2" fmla="*/ 15639 h 15687"/>
                        <a:gd name="connsiteX3" fmla="*/ 7 w 18391"/>
                        <a:gd name="connsiteY3" fmla="*/ 7162 h 15687"/>
                        <a:gd name="connsiteX4" fmla="*/ 8960 w 18391"/>
                        <a:gd name="connsiteY4" fmla="*/ 18 h 15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391" h="15687">
                          <a:moveTo>
                            <a:pt x="8960" y="18"/>
                          </a:moveTo>
                          <a:cubicBezTo>
                            <a:pt x="14199" y="304"/>
                            <a:pt x="18294" y="4400"/>
                            <a:pt x="18390" y="8686"/>
                          </a:cubicBezTo>
                          <a:cubicBezTo>
                            <a:pt x="18485" y="13067"/>
                            <a:pt x="14389" y="16115"/>
                            <a:pt x="9436" y="15639"/>
                          </a:cubicBezTo>
                          <a:cubicBezTo>
                            <a:pt x="4483" y="15068"/>
                            <a:pt x="292" y="11353"/>
                            <a:pt x="7" y="7162"/>
                          </a:cubicBezTo>
                          <a:cubicBezTo>
                            <a:pt x="-184" y="2876"/>
                            <a:pt x="3816" y="-268"/>
                            <a:pt x="8960" y="1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64" name="Forme libre : forme 2363">
                      <a:extLst>
                        <a:ext uri="{FF2B5EF4-FFF2-40B4-BE49-F238E27FC236}">
                          <a16:creationId xmlns:a16="http://schemas.microsoft.com/office/drawing/2014/main" id="{1F04D47A-D6DD-428D-85FA-33DFB5A4D8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03791" y="3051660"/>
                      <a:ext cx="6363" cy="6114"/>
                    </a:xfrm>
                    <a:custGeom>
                      <a:avLst/>
                      <a:gdLst>
                        <a:gd name="connsiteX0" fmla="*/ 4447 w 6363"/>
                        <a:gd name="connsiteY0" fmla="*/ 449 h 6114"/>
                        <a:gd name="connsiteX1" fmla="*/ 6067 w 6363"/>
                        <a:gd name="connsiteY1" fmla="*/ 4640 h 6114"/>
                        <a:gd name="connsiteX2" fmla="*/ 1876 w 6363"/>
                        <a:gd name="connsiteY2" fmla="*/ 5688 h 6114"/>
                        <a:gd name="connsiteX3" fmla="*/ 256 w 6363"/>
                        <a:gd name="connsiteY3" fmla="*/ 1497 h 6114"/>
                        <a:gd name="connsiteX4" fmla="*/ 4447 w 6363"/>
                        <a:gd name="connsiteY4" fmla="*/ 449 h 6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63" h="6114">
                          <a:moveTo>
                            <a:pt x="4447" y="449"/>
                          </a:moveTo>
                          <a:cubicBezTo>
                            <a:pt x="6067" y="1306"/>
                            <a:pt x="6829" y="3116"/>
                            <a:pt x="6067" y="4640"/>
                          </a:cubicBezTo>
                          <a:cubicBezTo>
                            <a:pt x="5305" y="6069"/>
                            <a:pt x="3495" y="6545"/>
                            <a:pt x="1876" y="5688"/>
                          </a:cubicBezTo>
                          <a:cubicBezTo>
                            <a:pt x="256" y="4831"/>
                            <a:pt x="-410" y="3021"/>
                            <a:pt x="256" y="1497"/>
                          </a:cubicBezTo>
                          <a:cubicBezTo>
                            <a:pt x="923" y="-27"/>
                            <a:pt x="2828" y="-408"/>
                            <a:pt x="4447" y="44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365" name="Graphique 15">
                  <a:extLst>
                    <a:ext uri="{FF2B5EF4-FFF2-40B4-BE49-F238E27FC236}">
                      <a16:creationId xmlns:a16="http://schemas.microsoft.com/office/drawing/2014/main" id="{DDA2A8A6-045B-42BD-82E3-DD50E08C40FD}"/>
                    </a:ext>
                  </a:extLst>
                </p:cNvPr>
                <p:cNvGrpSpPr/>
                <p:nvPr/>
              </p:nvGrpSpPr>
              <p:grpSpPr>
                <a:xfrm>
                  <a:off x="10889234" y="2928475"/>
                  <a:ext cx="85800" cy="92155"/>
                  <a:chOff x="10889234" y="2928475"/>
                  <a:chExt cx="85800" cy="92155"/>
                </a:xfrm>
                <a:solidFill>
                  <a:schemeClr val="accent1"/>
                </a:solidFill>
              </p:grpSpPr>
              <p:grpSp>
                <p:nvGrpSpPr>
                  <p:cNvPr id="2366" name="Graphique 15">
                    <a:extLst>
                      <a:ext uri="{FF2B5EF4-FFF2-40B4-BE49-F238E27FC236}">
                        <a16:creationId xmlns:a16="http://schemas.microsoft.com/office/drawing/2014/main" id="{51E8B4AD-8946-4A43-B947-0A5D20350CF4}"/>
                      </a:ext>
                    </a:extLst>
                  </p:cNvPr>
                  <p:cNvGrpSpPr/>
                  <p:nvPr/>
                </p:nvGrpSpPr>
                <p:grpSpPr>
                  <a:xfrm>
                    <a:off x="10933319" y="2928475"/>
                    <a:ext cx="41715" cy="39528"/>
                    <a:chOff x="10933319" y="2928475"/>
                    <a:chExt cx="41715" cy="39528"/>
                  </a:xfrm>
                  <a:solidFill>
                    <a:schemeClr val="accent1"/>
                  </a:solidFill>
                </p:grpSpPr>
                <p:sp>
                  <p:nvSpPr>
                    <p:cNvPr id="2367" name="Forme libre : forme 2366">
                      <a:extLst>
                        <a:ext uri="{FF2B5EF4-FFF2-40B4-BE49-F238E27FC236}">
                          <a16:creationId xmlns:a16="http://schemas.microsoft.com/office/drawing/2014/main" id="{E78370D1-7C00-4F71-BC0E-D4536C3469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3319" y="2928475"/>
                      <a:ext cx="41715" cy="39528"/>
                    </a:xfrm>
                    <a:custGeom>
                      <a:avLst/>
                      <a:gdLst>
                        <a:gd name="connsiteX0" fmla="*/ 28736 w 41715"/>
                        <a:gd name="connsiteY0" fmla="*/ 39242 h 39528"/>
                        <a:gd name="connsiteX1" fmla="*/ 1780 w 41715"/>
                        <a:gd name="connsiteY1" fmla="*/ 23431 h 39528"/>
                        <a:gd name="connsiteX2" fmla="*/ 12448 w 41715"/>
                        <a:gd name="connsiteY2" fmla="*/ 380 h 39528"/>
                        <a:gd name="connsiteX3" fmla="*/ 40070 w 41715"/>
                        <a:gd name="connsiteY3" fmla="*/ 16478 h 39528"/>
                        <a:gd name="connsiteX4" fmla="*/ 28736 w 41715"/>
                        <a:gd name="connsiteY4" fmla="*/ 39242 h 39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715" h="39528">
                          <a:moveTo>
                            <a:pt x="28736" y="39242"/>
                          </a:moveTo>
                          <a:cubicBezTo>
                            <a:pt x="18163" y="41052"/>
                            <a:pt x="6257" y="34099"/>
                            <a:pt x="1780" y="23431"/>
                          </a:cubicBezTo>
                          <a:cubicBezTo>
                            <a:pt x="-2792" y="12953"/>
                            <a:pt x="1685" y="2666"/>
                            <a:pt x="12448" y="380"/>
                          </a:cubicBezTo>
                          <a:cubicBezTo>
                            <a:pt x="23116" y="-1810"/>
                            <a:pt x="35499" y="5714"/>
                            <a:pt x="40070" y="16478"/>
                          </a:cubicBezTo>
                          <a:cubicBezTo>
                            <a:pt x="44642" y="27336"/>
                            <a:pt x="39308" y="37433"/>
                            <a:pt x="28736" y="3924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68" name="Forme libre : forme 2367">
                      <a:extLst>
                        <a:ext uri="{FF2B5EF4-FFF2-40B4-BE49-F238E27FC236}">
                          <a16:creationId xmlns:a16="http://schemas.microsoft.com/office/drawing/2014/main" id="{8F2E85D2-C66B-422E-A2C0-701C037E6C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3429" y="2928485"/>
                      <a:ext cx="37007" cy="39518"/>
                    </a:xfrm>
                    <a:custGeom>
                      <a:avLst/>
                      <a:gdLst>
                        <a:gd name="connsiteX0" fmla="*/ 20339 w 37007"/>
                        <a:gd name="connsiteY0" fmla="*/ 20087 h 39518"/>
                        <a:gd name="connsiteX1" fmla="*/ 23101 w 37007"/>
                        <a:gd name="connsiteY1" fmla="*/ 1228 h 39518"/>
                        <a:gd name="connsiteX2" fmla="*/ 12433 w 37007"/>
                        <a:gd name="connsiteY2" fmla="*/ 370 h 39518"/>
                        <a:gd name="connsiteX3" fmla="*/ 1765 w 37007"/>
                        <a:gd name="connsiteY3" fmla="*/ 23421 h 39518"/>
                        <a:gd name="connsiteX4" fmla="*/ 28721 w 37007"/>
                        <a:gd name="connsiteY4" fmla="*/ 39232 h 39518"/>
                        <a:gd name="connsiteX5" fmla="*/ 37008 w 37007"/>
                        <a:gd name="connsiteY5" fmla="*/ 35137 h 39518"/>
                        <a:gd name="connsiteX6" fmla="*/ 20339 w 37007"/>
                        <a:gd name="connsiteY6" fmla="*/ 20087 h 395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7007" h="39518">
                          <a:moveTo>
                            <a:pt x="20339" y="20087"/>
                          </a:moveTo>
                          <a:cubicBezTo>
                            <a:pt x="17291" y="12753"/>
                            <a:pt x="18625" y="5704"/>
                            <a:pt x="23101" y="1228"/>
                          </a:cubicBezTo>
                          <a:cubicBezTo>
                            <a:pt x="19577" y="85"/>
                            <a:pt x="15958" y="-392"/>
                            <a:pt x="12433" y="370"/>
                          </a:cubicBezTo>
                          <a:cubicBezTo>
                            <a:pt x="1765" y="2561"/>
                            <a:pt x="-2807" y="12943"/>
                            <a:pt x="1765" y="23421"/>
                          </a:cubicBezTo>
                          <a:cubicBezTo>
                            <a:pt x="6147" y="34089"/>
                            <a:pt x="18053" y="41042"/>
                            <a:pt x="28721" y="39232"/>
                          </a:cubicBezTo>
                          <a:cubicBezTo>
                            <a:pt x="32055" y="38661"/>
                            <a:pt x="34817" y="37137"/>
                            <a:pt x="37008" y="35137"/>
                          </a:cubicBezTo>
                          <a:cubicBezTo>
                            <a:pt x="29769" y="32756"/>
                            <a:pt x="23387" y="27326"/>
                            <a:pt x="20339" y="200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69" name="Forme libre : forme 2368">
                      <a:extLst>
                        <a:ext uri="{FF2B5EF4-FFF2-40B4-BE49-F238E27FC236}">
                          <a16:creationId xmlns:a16="http://schemas.microsoft.com/office/drawing/2014/main" id="{9CC52A6A-E7B0-4940-9584-3F51DBCC91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1220" y="2946588"/>
                      <a:ext cx="18490" cy="17328"/>
                    </a:xfrm>
                    <a:custGeom>
                      <a:avLst/>
                      <a:gdLst>
                        <a:gd name="connsiteX0" fmla="*/ 15692 w 18490"/>
                        <a:gd name="connsiteY0" fmla="*/ 15319 h 17328"/>
                        <a:gd name="connsiteX1" fmla="*/ 2643 w 18490"/>
                        <a:gd name="connsiteY1" fmla="*/ 14272 h 17328"/>
                        <a:gd name="connsiteX2" fmla="*/ 2643 w 18490"/>
                        <a:gd name="connsiteY2" fmla="*/ 2080 h 17328"/>
                        <a:gd name="connsiteX3" fmla="*/ 15788 w 18490"/>
                        <a:gd name="connsiteY3" fmla="*/ 3127 h 17328"/>
                        <a:gd name="connsiteX4" fmla="*/ 15692 w 18490"/>
                        <a:gd name="connsiteY4" fmla="*/ 15319 h 173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490" h="17328">
                          <a:moveTo>
                            <a:pt x="15692" y="15319"/>
                          </a:moveTo>
                          <a:cubicBezTo>
                            <a:pt x="12073" y="18367"/>
                            <a:pt x="6167" y="17891"/>
                            <a:pt x="2643" y="14272"/>
                          </a:cubicBezTo>
                          <a:cubicBezTo>
                            <a:pt x="-881" y="10652"/>
                            <a:pt x="-881" y="5223"/>
                            <a:pt x="2643" y="2080"/>
                          </a:cubicBezTo>
                          <a:cubicBezTo>
                            <a:pt x="6263" y="-1064"/>
                            <a:pt x="12073" y="-587"/>
                            <a:pt x="15788" y="3127"/>
                          </a:cubicBezTo>
                          <a:cubicBezTo>
                            <a:pt x="19407" y="6747"/>
                            <a:pt x="19407" y="12271"/>
                            <a:pt x="15692" y="1531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70" name="Forme libre : forme 2369">
                      <a:extLst>
                        <a:ext uri="{FF2B5EF4-FFF2-40B4-BE49-F238E27FC236}">
                          <a16:creationId xmlns:a16="http://schemas.microsoft.com/office/drawing/2014/main" id="{73AA5417-DE9D-40DD-9A4E-5ED5C2507C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9775" y="2945290"/>
                      <a:ext cx="6845" cy="6469"/>
                    </a:xfrm>
                    <a:custGeom>
                      <a:avLst/>
                      <a:gdLst>
                        <a:gd name="connsiteX0" fmla="*/ 4756 w 6845"/>
                        <a:gd name="connsiteY0" fmla="*/ 6426 h 6469"/>
                        <a:gd name="connsiteX1" fmla="*/ 280 w 6845"/>
                        <a:gd name="connsiteY1" fmla="*/ 3759 h 6469"/>
                        <a:gd name="connsiteX2" fmla="*/ 2090 w 6845"/>
                        <a:gd name="connsiteY2" fmla="*/ 44 h 6469"/>
                        <a:gd name="connsiteX3" fmla="*/ 6566 w 6845"/>
                        <a:gd name="connsiteY3" fmla="*/ 2711 h 6469"/>
                        <a:gd name="connsiteX4" fmla="*/ 4756 w 6845"/>
                        <a:gd name="connsiteY4" fmla="*/ 6426 h 6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45" h="6469">
                          <a:moveTo>
                            <a:pt x="4756" y="6426"/>
                          </a:moveTo>
                          <a:cubicBezTo>
                            <a:pt x="3042" y="6711"/>
                            <a:pt x="1042" y="5568"/>
                            <a:pt x="280" y="3759"/>
                          </a:cubicBezTo>
                          <a:cubicBezTo>
                            <a:pt x="-482" y="1949"/>
                            <a:pt x="375" y="330"/>
                            <a:pt x="2090" y="44"/>
                          </a:cubicBezTo>
                          <a:cubicBezTo>
                            <a:pt x="3804" y="-242"/>
                            <a:pt x="5899" y="901"/>
                            <a:pt x="6566" y="2711"/>
                          </a:cubicBezTo>
                          <a:cubicBezTo>
                            <a:pt x="7328" y="4425"/>
                            <a:pt x="6471" y="6140"/>
                            <a:pt x="4756" y="64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371" name="Graphique 15">
                    <a:extLst>
                      <a:ext uri="{FF2B5EF4-FFF2-40B4-BE49-F238E27FC236}">
                        <a16:creationId xmlns:a16="http://schemas.microsoft.com/office/drawing/2014/main" id="{6E5C149A-03B9-4E2E-B358-71649FBFA59C}"/>
                      </a:ext>
                    </a:extLst>
                  </p:cNvPr>
                  <p:cNvGrpSpPr/>
                  <p:nvPr/>
                </p:nvGrpSpPr>
                <p:grpSpPr>
                  <a:xfrm>
                    <a:off x="10905615" y="2951090"/>
                    <a:ext cx="40744" cy="38722"/>
                    <a:chOff x="10905615" y="2951090"/>
                    <a:chExt cx="40744" cy="38722"/>
                  </a:xfrm>
                  <a:solidFill>
                    <a:schemeClr val="accent1"/>
                  </a:solidFill>
                </p:grpSpPr>
                <p:sp>
                  <p:nvSpPr>
                    <p:cNvPr id="2372" name="Forme libre : forme 2371">
                      <a:extLst>
                        <a:ext uri="{FF2B5EF4-FFF2-40B4-BE49-F238E27FC236}">
                          <a16:creationId xmlns:a16="http://schemas.microsoft.com/office/drawing/2014/main" id="{5F12C24E-68A1-4DDF-A6CB-5AA29962F5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05710" y="2951090"/>
                      <a:ext cx="40649" cy="38722"/>
                    </a:xfrm>
                    <a:custGeom>
                      <a:avLst/>
                      <a:gdLst>
                        <a:gd name="connsiteX0" fmla="*/ 27865 w 40649"/>
                        <a:gd name="connsiteY0" fmla="*/ 38345 h 38722"/>
                        <a:gd name="connsiteX1" fmla="*/ 1671 w 40649"/>
                        <a:gd name="connsiteY1" fmla="*/ 23486 h 38722"/>
                        <a:gd name="connsiteX2" fmla="*/ 12244 w 40649"/>
                        <a:gd name="connsiteY2" fmla="*/ 531 h 38722"/>
                        <a:gd name="connsiteX3" fmla="*/ 39200 w 40649"/>
                        <a:gd name="connsiteY3" fmla="*/ 15676 h 38722"/>
                        <a:gd name="connsiteX4" fmla="*/ 27865 w 40649"/>
                        <a:gd name="connsiteY4" fmla="*/ 38345 h 38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649" h="38722">
                          <a:moveTo>
                            <a:pt x="27865" y="38345"/>
                          </a:moveTo>
                          <a:cubicBezTo>
                            <a:pt x="17388" y="40441"/>
                            <a:pt x="6148" y="33583"/>
                            <a:pt x="1671" y="23486"/>
                          </a:cubicBezTo>
                          <a:cubicBezTo>
                            <a:pt x="-2710" y="13294"/>
                            <a:pt x="1767" y="2912"/>
                            <a:pt x="12244" y="531"/>
                          </a:cubicBezTo>
                          <a:cubicBezTo>
                            <a:pt x="22817" y="-2041"/>
                            <a:pt x="34914" y="5008"/>
                            <a:pt x="39200" y="15676"/>
                          </a:cubicBezTo>
                          <a:cubicBezTo>
                            <a:pt x="43391" y="26248"/>
                            <a:pt x="38152" y="36250"/>
                            <a:pt x="27865" y="3834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73" name="Forme libre : forme 2372">
                      <a:extLst>
                        <a:ext uri="{FF2B5EF4-FFF2-40B4-BE49-F238E27FC236}">
                          <a16:creationId xmlns:a16="http://schemas.microsoft.com/office/drawing/2014/main" id="{65093D35-6CAE-4E21-8E04-09B8BE0E7E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05615" y="2951184"/>
                      <a:ext cx="35961" cy="38627"/>
                    </a:xfrm>
                    <a:custGeom>
                      <a:avLst/>
                      <a:gdLst>
                        <a:gd name="connsiteX0" fmla="*/ 20055 w 35961"/>
                        <a:gd name="connsiteY0" fmla="*/ 19486 h 38627"/>
                        <a:gd name="connsiteX1" fmla="*/ 22817 w 35961"/>
                        <a:gd name="connsiteY1" fmla="*/ 912 h 38627"/>
                        <a:gd name="connsiteX2" fmla="*/ 12244 w 35961"/>
                        <a:gd name="connsiteY2" fmla="*/ 436 h 38627"/>
                        <a:gd name="connsiteX3" fmla="*/ 1671 w 35961"/>
                        <a:gd name="connsiteY3" fmla="*/ 23391 h 38627"/>
                        <a:gd name="connsiteX4" fmla="*/ 27865 w 35961"/>
                        <a:gd name="connsiteY4" fmla="*/ 38250 h 38627"/>
                        <a:gd name="connsiteX5" fmla="*/ 35961 w 35961"/>
                        <a:gd name="connsiteY5" fmla="*/ 34059 h 38627"/>
                        <a:gd name="connsiteX6" fmla="*/ 20055 w 35961"/>
                        <a:gd name="connsiteY6" fmla="*/ 19486 h 38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961" h="38627">
                          <a:moveTo>
                            <a:pt x="20055" y="19486"/>
                          </a:moveTo>
                          <a:cubicBezTo>
                            <a:pt x="17197" y="12247"/>
                            <a:pt x="18435" y="5389"/>
                            <a:pt x="22817" y="912"/>
                          </a:cubicBezTo>
                          <a:cubicBezTo>
                            <a:pt x="19293" y="-40"/>
                            <a:pt x="15673" y="-326"/>
                            <a:pt x="12244" y="436"/>
                          </a:cubicBezTo>
                          <a:cubicBezTo>
                            <a:pt x="1767" y="2817"/>
                            <a:pt x="-2710" y="13200"/>
                            <a:pt x="1671" y="23391"/>
                          </a:cubicBezTo>
                          <a:cubicBezTo>
                            <a:pt x="6148" y="33488"/>
                            <a:pt x="17483" y="40346"/>
                            <a:pt x="27865" y="38250"/>
                          </a:cubicBezTo>
                          <a:cubicBezTo>
                            <a:pt x="31199" y="37584"/>
                            <a:pt x="33866" y="36060"/>
                            <a:pt x="35961" y="34059"/>
                          </a:cubicBezTo>
                          <a:cubicBezTo>
                            <a:pt x="29103" y="31869"/>
                            <a:pt x="22912" y="26535"/>
                            <a:pt x="20055" y="1948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74" name="Forme libre : forme 2373">
                      <a:extLst>
                        <a:ext uri="{FF2B5EF4-FFF2-40B4-BE49-F238E27FC236}">
                          <a16:creationId xmlns:a16="http://schemas.microsoft.com/office/drawing/2014/main" id="{F5CD97CF-6552-42E7-8BA6-2652A53B0D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23061" y="2968533"/>
                      <a:ext cx="18052" cy="17095"/>
                    </a:xfrm>
                    <a:custGeom>
                      <a:avLst/>
                      <a:gdLst>
                        <a:gd name="connsiteX0" fmla="*/ 15277 w 18052"/>
                        <a:gd name="connsiteY0" fmla="*/ 14996 h 17095"/>
                        <a:gd name="connsiteX1" fmla="*/ 2513 w 18052"/>
                        <a:gd name="connsiteY1" fmla="*/ 14234 h 17095"/>
                        <a:gd name="connsiteX2" fmla="*/ 2704 w 18052"/>
                        <a:gd name="connsiteY2" fmla="*/ 2138 h 17095"/>
                        <a:gd name="connsiteX3" fmla="*/ 15467 w 18052"/>
                        <a:gd name="connsiteY3" fmla="*/ 2900 h 17095"/>
                        <a:gd name="connsiteX4" fmla="*/ 15277 w 18052"/>
                        <a:gd name="connsiteY4" fmla="*/ 14996 h 17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52" h="17095">
                          <a:moveTo>
                            <a:pt x="15277" y="14996"/>
                          </a:moveTo>
                          <a:cubicBezTo>
                            <a:pt x="11657" y="18044"/>
                            <a:pt x="5942" y="17759"/>
                            <a:pt x="2513" y="14234"/>
                          </a:cubicBezTo>
                          <a:cubicBezTo>
                            <a:pt x="-916" y="10710"/>
                            <a:pt x="-820" y="5281"/>
                            <a:pt x="2704" y="2138"/>
                          </a:cubicBezTo>
                          <a:cubicBezTo>
                            <a:pt x="6228" y="-1006"/>
                            <a:pt x="11943" y="-625"/>
                            <a:pt x="15467" y="2900"/>
                          </a:cubicBezTo>
                          <a:cubicBezTo>
                            <a:pt x="18992" y="6519"/>
                            <a:pt x="18896" y="11948"/>
                            <a:pt x="15277" y="1499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75" name="Forme libre : forme 2374">
                      <a:extLst>
                        <a:ext uri="{FF2B5EF4-FFF2-40B4-BE49-F238E27FC236}">
                          <a16:creationId xmlns:a16="http://schemas.microsoft.com/office/drawing/2014/main" id="{618C0E13-F94D-4B38-A0C6-E965ADF723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1430" y="2967073"/>
                      <a:ext cx="6710" cy="6528"/>
                    </a:xfrm>
                    <a:custGeom>
                      <a:avLst/>
                      <a:gdLst>
                        <a:gd name="connsiteX0" fmla="*/ 4621 w 6710"/>
                        <a:gd name="connsiteY0" fmla="*/ 6455 h 6528"/>
                        <a:gd name="connsiteX1" fmla="*/ 240 w 6710"/>
                        <a:gd name="connsiteY1" fmla="*/ 3883 h 6528"/>
                        <a:gd name="connsiteX2" fmla="*/ 2049 w 6710"/>
                        <a:gd name="connsiteY2" fmla="*/ 73 h 6528"/>
                        <a:gd name="connsiteX3" fmla="*/ 6431 w 6710"/>
                        <a:gd name="connsiteY3" fmla="*/ 2645 h 6528"/>
                        <a:gd name="connsiteX4" fmla="*/ 4621 w 6710"/>
                        <a:gd name="connsiteY4" fmla="*/ 6455 h 6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10" h="6528">
                          <a:moveTo>
                            <a:pt x="4621" y="6455"/>
                          </a:moveTo>
                          <a:cubicBezTo>
                            <a:pt x="2907" y="6836"/>
                            <a:pt x="1002" y="5693"/>
                            <a:pt x="240" y="3883"/>
                          </a:cubicBezTo>
                          <a:cubicBezTo>
                            <a:pt x="-427" y="2169"/>
                            <a:pt x="335" y="454"/>
                            <a:pt x="2049" y="73"/>
                          </a:cubicBezTo>
                          <a:cubicBezTo>
                            <a:pt x="3764" y="-308"/>
                            <a:pt x="5669" y="835"/>
                            <a:pt x="6431" y="2645"/>
                          </a:cubicBezTo>
                          <a:cubicBezTo>
                            <a:pt x="7193" y="4455"/>
                            <a:pt x="6336" y="6074"/>
                            <a:pt x="4621" y="645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376" name="Graphique 15">
                    <a:extLst>
                      <a:ext uri="{FF2B5EF4-FFF2-40B4-BE49-F238E27FC236}">
                        <a16:creationId xmlns:a16="http://schemas.microsoft.com/office/drawing/2014/main" id="{B8DEC030-2B43-40F5-BE89-A6100FFA09B0}"/>
                      </a:ext>
                    </a:extLst>
                  </p:cNvPr>
                  <p:cNvGrpSpPr/>
                  <p:nvPr/>
                </p:nvGrpSpPr>
                <p:grpSpPr>
                  <a:xfrm>
                    <a:off x="10889234" y="2982458"/>
                    <a:ext cx="39756" cy="38173"/>
                    <a:chOff x="10889234" y="2982458"/>
                    <a:chExt cx="39756" cy="38173"/>
                  </a:xfrm>
                  <a:solidFill>
                    <a:schemeClr val="accent1"/>
                  </a:solidFill>
                </p:grpSpPr>
                <p:sp>
                  <p:nvSpPr>
                    <p:cNvPr id="2377" name="Forme libre : forme 2376">
                      <a:extLst>
                        <a:ext uri="{FF2B5EF4-FFF2-40B4-BE49-F238E27FC236}">
                          <a16:creationId xmlns:a16="http://schemas.microsoft.com/office/drawing/2014/main" id="{FC6D3755-8716-419E-9EC0-8BF124A7D2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89329" y="2982486"/>
                      <a:ext cx="39661" cy="38144"/>
                    </a:xfrm>
                    <a:custGeom>
                      <a:avLst/>
                      <a:gdLst>
                        <a:gd name="connsiteX0" fmla="*/ 26720 w 39661"/>
                        <a:gd name="connsiteY0" fmla="*/ 37715 h 38144"/>
                        <a:gd name="connsiteX1" fmla="*/ 1479 w 39661"/>
                        <a:gd name="connsiteY1" fmla="*/ 23332 h 38144"/>
                        <a:gd name="connsiteX2" fmla="*/ 12337 w 39661"/>
                        <a:gd name="connsiteY2" fmla="*/ 567 h 38144"/>
                        <a:gd name="connsiteX3" fmla="*/ 38340 w 39661"/>
                        <a:gd name="connsiteY3" fmla="*/ 15236 h 38144"/>
                        <a:gd name="connsiteX4" fmla="*/ 26720 w 39661"/>
                        <a:gd name="connsiteY4" fmla="*/ 37715 h 38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661" h="38144">
                          <a:moveTo>
                            <a:pt x="26720" y="37715"/>
                          </a:moveTo>
                          <a:cubicBezTo>
                            <a:pt x="16528" y="39905"/>
                            <a:pt x="5384" y="33524"/>
                            <a:pt x="1479" y="23332"/>
                          </a:cubicBezTo>
                          <a:cubicBezTo>
                            <a:pt x="-2617" y="13331"/>
                            <a:pt x="2050" y="3044"/>
                            <a:pt x="12337" y="567"/>
                          </a:cubicBezTo>
                          <a:cubicBezTo>
                            <a:pt x="22719" y="-2100"/>
                            <a:pt x="34245" y="4949"/>
                            <a:pt x="38340" y="15236"/>
                          </a:cubicBezTo>
                          <a:cubicBezTo>
                            <a:pt x="42341" y="25618"/>
                            <a:pt x="36912" y="35619"/>
                            <a:pt x="26720" y="3771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78" name="Forme libre : forme 2377">
                      <a:extLst>
                        <a:ext uri="{FF2B5EF4-FFF2-40B4-BE49-F238E27FC236}">
                          <a16:creationId xmlns:a16="http://schemas.microsoft.com/office/drawing/2014/main" id="{609FCD15-40E5-40D8-B21C-41ECFD2471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89234" y="2982458"/>
                      <a:ext cx="34720" cy="38077"/>
                    </a:xfrm>
                    <a:custGeom>
                      <a:avLst/>
                      <a:gdLst>
                        <a:gd name="connsiteX0" fmla="*/ 19481 w 34720"/>
                        <a:gd name="connsiteY0" fmla="*/ 19359 h 38077"/>
                        <a:gd name="connsiteX1" fmla="*/ 22624 w 34720"/>
                        <a:gd name="connsiteY1" fmla="*/ 881 h 38077"/>
                        <a:gd name="connsiteX2" fmla="*/ 12337 w 34720"/>
                        <a:gd name="connsiteY2" fmla="*/ 500 h 38077"/>
                        <a:gd name="connsiteX3" fmla="*/ 1479 w 34720"/>
                        <a:gd name="connsiteY3" fmla="*/ 23265 h 38077"/>
                        <a:gd name="connsiteX4" fmla="*/ 26720 w 34720"/>
                        <a:gd name="connsiteY4" fmla="*/ 37647 h 38077"/>
                        <a:gd name="connsiteX5" fmla="*/ 34721 w 34720"/>
                        <a:gd name="connsiteY5" fmla="*/ 33361 h 38077"/>
                        <a:gd name="connsiteX6" fmla="*/ 19481 w 34720"/>
                        <a:gd name="connsiteY6" fmla="*/ 19359 h 38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720" h="38077">
                          <a:moveTo>
                            <a:pt x="19481" y="19359"/>
                          </a:moveTo>
                          <a:cubicBezTo>
                            <a:pt x="16814" y="12311"/>
                            <a:pt x="18243" y="5358"/>
                            <a:pt x="22624" y="881"/>
                          </a:cubicBezTo>
                          <a:cubicBezTo>
                            <a:pt x="19290" y="-167"/>
                            <a:pt x="15671" y="-262"/>
                            <a:pt x="12337" y="500"/>
                          </a:cubicBezTo>
                          <a:cubicBezTo>
                            <a:pt x="2050" y="2976"/>
                            <a:pt x="-2617" y="13359"/>
                            <a:pt x="1479" y="23265"/>
                          </a:cubicBezTo>
                          <a:cubicBezTo>
                            <a:pt x="5384" y="33456"/>
                            <a:pt x="16528" y="39838"/>
                            <a:pt x="26720" y="37647"/>
                          </a:cubicBezTo>
                          <a:cubicBezTo>
                            <a:pt x="29958" y="36981"/>
                            <a:pt x="32625" y="35457"/>
                            <a:pt x="34721" y="33361"/>
                          </a:cubicBezTo>
                          <a:cubicBezTo>
                            <a:pt x="28148" y="31456"/>
                            <a:pt x="22148" y="26313"/>
                            <a:pt x="19481" y="193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79" name="Forme libre : forme 2378">
                      <a:extLst>
                        <a:ext uri="{FF2B5EF4-FFF2-40B4-BE49-F238E27FC236}">
                          <a16:creationId xmlns:a16="http://schemas.microsoft.com/office/drawing/2014/main" id="{3CC1CC64-14B8-4060-85BF-55A37EFB95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06043" y="2999723"/>
                      <a:ext cx="17701" cy="16856"/>
                    </a:xfrm>
                    <a:custGeom>
                      <a:avLst/>
                      <a:gdLst>
                        <a:gd name="connsiteX0" fmla="*/ 14864 w 17701"/>
                        <a:gd name="connsiteY0" fmla="*/ 14667 h 16856"/>
                        <a:gd name="connsiteX1" fmla="*/ 2386 w 17701"/>
                        <a:gd name="connsiteY1" fmla="*/ 14096 h 16856"/>
                        <a:gd name="connsiteX2" fmla="*/ 2767 w 17701"/>
                        <a:gd name="connsiteY2" fmla="*/ 2189 h 16856"/>
                        <a:gd name="connsiteX3" fmla="*/ 15244 w 17701"/>
                        <a:gd name="connsiteY3" fmla="*/ 2761 h 16856"/>
                        <a:gd name="connsiteX4" fmla="*/ 14864 w 17701"/>
                        <a:gd name="connsiteY4" fmla="*/ 14667 h 16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701" h="16856">
                          <a:moveTo>
                            <a:pt x="14864" y="14667"/>
                          </a:moveTo>
                          <a:cubicBezTo>
                            <a:pt x="11244" y="17810"/>
                            <a:pt x="5719" y="17525"/>
                            <a:pt x="2386" y="14096"/>
                          </a:cubicBezTo>
                          <a:cubicBezTo>
                            <a:pt x="-948" y="10667"/>
                            <a:pt x="-758" y="5333"/>
                            <a:pt x="2767" y="2189"/>
                          </a:cubicBezTo>
                          <a:cubicBezTo>
                            <a:pt x="6291" y="-954"/>
                            <a:pt x="11911" y="-668"/>
                            <a:pt x="15244" y="2761"/>
                          </a:cubicBezTo>
                          <a:cubicBezTo>
                            <a:pt x="18673" y="6190"/>
                            <a:pt x="18483" y="11524"/>
                            <a:pt x="14864" y="1466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80" name="Forme libre : forme 2379">
                      <a:extLst>
                        <a:ext uri="{FF2B5EF4-FFF2-40B4-BE49-F238E27FC236}">
                          <a16:creationId xmlns:a16="http://schemas.microsoft.com/office/drawing/2014/main" id="{C145D602-187B-47EB-AEC2-9FFDDC4AE4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4489" y="2998220"/>
                      <a:ext cx="6548" cy="6338"/>
                    </a:xfrm>
                    <a:custGeom>
                      <a:avLst/>
                      <a:gdLst>
                        <a:gd name="connsiteX0" fmla="*/ 4417 w 6548"/>
                        <a:gd name="connsiteY0" fmla="*/ 6265 h 6338"/>
                        <a:gd name="connsiteX1" fmla="*/ 226 w 6548"/>
                        <a:gd name="connsiteY1" fmla="*/ 3788 h 6338"/>
                        <a:gd name="connsiteX2" fmla="*/ 2131 w 6548"/>
                        <a:gd name="connsiteY2" fmla="*/ 73 h 6338"/>
                        <a:gd name="connsiteX3" fmla="*/ 6322 w 6548"/>
                        <a:gd name="connsiteY3" fmla="*/ 2550 h 6338"/>
                        <a:gd name="connsiteX4" fmla="*/ 4417 w 6548"/>
                        <a:gd name="connsiteY4" fmla="*/ 6265 h 6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48" h="6338">
                          <a:moveTo>
                            <a:pt x="4417" y="6265"/>
                          </a:moveTo>
                          <a:cubicBezTo>
                            <a:pt x="2703" y="6646"/>
                            <a:pt x="893" y="5503"/>
                            <a:pt x="226" y="3788"/>
                          </a:cubicBezTo>
                          <a:cubicBezTo>
                            <a:pt x="-440" y="2074"/>
                            <a:pt x="417" y="454"/>
                            <a:pt x="2131" y="73"/>
                          </a:cubicBezTo>
                          <a:cubicBezTo>
                            <a:pt x="3846" y="-308"/>
                            <a:pt x="5751" y="835"/>
                            <a:pt x="6322" y="2550"/>
                          </a:cubicBezTo>
                          <a:cubicBezTo>
                            <a:pt x="6989" y="4264"/>
                            <a:pt x="6132" y="5979"/>
                            <a:pt x="4417" y="62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381" name="Graphique 15">
                  <a:extLst>
                    <a:ext uri="{FF2B5EF4-FFF2-40B4-BE49-F238E27FC236}">
                      <a16:creationId xmlns:a16="http://schemas.microsoft.com/office/drawing/2014/main" id="{50A0CF97-9829-4DD5-8B60-F5602591A983}"/>
                    </a:ext>
                  </a:extLst>
                </p:cNvPr>
                <p:cNvGrpSpPr/>
                <p:nvPr/>
              </p:nvGrpSpPr>
              <p:grpSpPr>
                <a:xfrm>
                  <a:off x="10737833" y="2840490"/>
                  <a:ext cx="112231" cy="65814"/>
                  <a:chOff x="10737833" y="2840490"/>
                  <a:chExt cx="112231" cy="65814"/>
                </a:xfrm>
                <a:solidFill>
                  <a:schemeClr val="accent1"/>
                </a:solidFill>
              </p:grpSpPr>
              <p:grpSp>
                <p:nvGrpSpPr>
                  <p:cNvPr id="2382" name="Graphique 15">
                    <a:extLst>
                      <a:ext uri="{FF2B5EF4-FFF2-40B4-BE49-F238E27FC236}">
                        <a16:creationId xmlns:a16="http://schemas.microsoft.com/office/drawing/2014/main" id="{1F40F18B-5728-4058-8358-1154642F2B3C}"/>
                      </a:ext>
                    </a:extLst>
                  </p:cNvPr>
                  <p:cNvGrpSpPr/>
                  <p:nvPr/>
                </p:nvGrpSpPr>
                <p:grpSpPr>
                  <a:xfrm>
                    <a:off x="10737833" y="2868870"/>
                    <a:ext cx="41347" cy="37434"/>
                    <a:chOff x="10737833" y="2868870"/>
                    <a:chExt cx="41347" cy="37434"/>
                  </a:xfrm>
                  <a:solidFill>
                    <a:schemeClr val="accent1"/>
                  </a:solidFill>
                </p:grpSpPr>
                <p:sp>
                  <p:nvSpPr>
                    <p:cNvPr id="2383" name="Forme libre : forme 2382">
                      <a:extLst>
                        <a:ext uri="{FF2B5EF4-FFF2-40B4-BE49-F238E27FC236}">
                          <a16:creationId xmlns:a16="http://schemas.microsoft.com/office/drawing/2014/main" id="{2DA26120-0D3F-4923-9BDD-DE0C41572C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37833" y="2868976"/>
                      <a:ext cx="41347" cy="37329"/>
                    </a:xfrm>
                    <a:custGeom>
                      <a:avLst/>
                      <a:gdLst>
                        <a:gd name="connsiteX0" fmla="*/ 20672 w 41347"/>
                        <a:gd name="connsiteY0" fmla="*/ 158 h 37329"/>
                        <a:gd name="connsiteX1" fmla="*/ 41341 w 41347"/>
                        <a:gd name="connsiteY1" fmla="*/ 21780 h 37329"/>
                        <a:gd name="connsiteX2" fmla="*/ 20386 w 41347"/>
                        <a:gd name="connsiteY2" fmla="*/ 37115 h 37329"/>
                        <a:gd name="connsiteX3" fmla="*/ 6099 w 41347"/>
                        <a:gd name="connsiteY3" fmla="*/ 29686 h 37329"/>
                        <a:gd name="connsiteX4" fmla="*/ 3 w 41347"/>
                        <a:gd name="connsiteY4" fmla="*/ 16160 h 37329"/>
                        <a:gd name="connsiteX5" fmla="*/ 20672 w 41347"/>
                        <a:gd name="connsiteY5" fmla="*/ 158 h 37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1347" h="37329">
                          <a:moveTo>
                            <a:pt x="20672" y="158"/>
                          </a:moveTo>
                          <a:cubicBezTo>
                            <a:pt x="32197" y="1873"/>
                            <a:pt x="41627" y="11588"/>
                            <a:pt x="41341" y="21780"/>
                          </a:cubicBezTo>
                          <a:cubicBezTo>
                            <a:pt x="41056" y="31877"/>
                            <a:pt x="31531" y="38639"/>
                            <a:pt x="20386" y="37115"/>
                          </a:cubicBezTo>
                          <a:cubicBezTo>
                            <a:pt x="14767" y="36353"/>
                            <a:pt x="9718" y="33591"/>
                            <a:pt x="6099" y="29686"/>
                          </a:cubicBezTo>
                          <a:cubicBezTo>
                            <a:pt x="2384" y="25971"/>
                            <a:pt x="3" y="21209"/>
                            <a:pt x="3" y="16160"/>
                          </a:cubicBezTo>
                          <a:cubicBezTo>
                            <a:pt x="-188" y="6064"/>
                            <a:pt x="8956" y="-1175"/>
                            <a:pt x="20672" y="15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84" name="Forme libre : forme 2383">
                      <a:extLst>
                        <a:ext uri="{FF2B5EF4-FFF2-40B4-BE49-F238E27FC236}">
                          <a16:creationId xmlns:a16="http://schemas.microsoft.com/office/drawing/2014/main" id="{C2BA2DFA-834E-431A-9A77-C4E70402D5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48219" y="2868870"/>
                      <a:ext cx="30962" cy="37364"/>
                    </a:xfrm>
                    <a:custGeom>
                      <a:avLst/>
                      <a:gdLst>
                        <a:gd name="connsiteX0" fmla="*/ 10763 w 30962"/>
                        <a:gd name="connsiteY0" fmla="*/ 18647 h 37364"/>
                        <a:gd name="connsiteX1" fmla="*/ 0 w 30962"/>
                        <a:gd name="connsiteY1" fmla="*/ 33220 h 37364"/>
                        <a:gd name="connsiteX2" fmla="*/ 10001 w 30962"/>
                        <a:gd name="connsiteY2" fmla="*/ 37125 h 37364"/>
                        <a:gd name="connsiteX3" fmla="*/ 30956 w 30962"/>
                        <a:gd name="connsiteY3" fmla="*/ 21790 h 37364"/>
                        <a:gd name="connsiteX4" fmla="*/ 10287 w 30962"/>
                        <a:gd name="connsiteY4" fmla="*/ 168 h 37364"/>
                        <a:gd name="connsiteX5" fmla="*/ 95 w 30962"/>
                        <a:gd name="connsiteY5" fmla="*/ 1407 h 37364"/>
                        <a:gd name="connsiteX6" fmla="*/ 10763 w 30962"/>
                        <a:gd name="connsiteY6" fmla="*/ 18647 h 37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962" h="37364">
                          <a:moveTo>
                            <a:pt x="10763" y="18647"/>
                          </a:moveTo>
                          <a:cubicBezTo>
                            <a:pt x="10668" y="25600"/>
                            <a:pt x="6287" y="30934"/>
                            <a:pt x="0" y="33220"/>
                          </a:cubicBezTo>
                          <a:cubicBezTo>
                            <a:pt x="2953" y="35221"/>
                            <a:pt x="6287" y="36649"/>
                            <a:pt x="10001" y="37125"/>
                          </a:cubicBezTo>
                          <a:cubicBezTo>
                            <a:pt x="21241" y="38745"/>
                            <a:pt x="30766" y="31982"/>
                            <a:pt x="30956" y="21790"/>
                          </a:cubicBezTo>
                          <a:cubicBezTo>
                            <a:pt x="31242" y="11694"/>
                            <a:pt x="21812" y="1883"/>
                            <a:pt x="10287" y="168"/>
                          </a:cubicBezTo>
                          <a:cubicBezTo>
                            <a:pt x="6572" y="-308"/>
                            <a:pt x="3143" y="264"/>
                            <a:pt x="95" y="1407"/>
                          </a:cubicBezTo>
                          <a:cubicBezTo>
                            <a:pt x="6572" y="5217"/>
                            <a:pt x="10763" y="11884"/>
                            <a:pt x="10763" y="1864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85" name="Forme libre : forme 2384">
                      <a:extLst>
                        <a:ext uri="{FF2B5EF4-FFF2-40B4-BE49-F238E27FC236}">
                          <a16:creationId xmlns:a16="http://schemas.microsoft.com/office/drawing/2014/main" id="{5B5D2788-B586-4E8A-830E-0BAA37BC2B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45369" y="2872179"/>
                      <a:ext cx="19424" cy="15788"/>
                    </a:xfrm>
                    <a:custGeom>
                      <a:avLst/>
                      <a:gdLst>
                        <a:gd name="connsiteX0" fmla="*/ 5802 w 19424"/>
                        <a:gd name="connsiteY0" fmla="*/ 575 h 15788"/>
                        <a:gd name="connsiteX1" fmla="*/ 18661 w 19424"/>
                        <a:gd name="connsiteY1" fmla="*/ 5242 h 15788"/>
                        <a:gd name="connsiteX2" fmla="*/ 13517 w 19424"/>
                        <a:gd name="connsiteY2" fmla="*/ 15339 h 15788"/>
                        <a:gd name="connsiteX3" fmla="*/ 849 w 19424"/>
                        <a:gd name="connsiteY3" fmla="*/ 10767 h 15788"/>
                        <a:gd name="connsiteX4" fmla="*/ 5802 w 19424"/>
                        <a:gd name="connsiteY4" fmla="*/ 575 h 157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424" h="15788">
                          <a:moveTo>
                            <a:pt x="5802" y="575"/>
                          </a:moveTo>
                          <a:cubicBezTo>
                            <a:pt x="10850" y="-1140"/>
                            <a:pt x="16565" y="1146"/>
                            <a:pt x="18661" y="5242"/>
                          </a:cubicBezTo>
                          <a:cubicBezTo>
                            <a:pt x="20756" y="9338"/>
                            <a:pt x="18375" y="13815"/>
                            <a:pt x="13517" y="15339"/>
                          </a:cubicBezTo>
                          <a:cubicBezTo>
                            <a:pt x="8564" y="16767"/>
                            <a:pt x="3040" y="14672"/>
                            <a:pt x="849" y="10767"/>
                          </a:cubicBezTo>
                          <a:cubicBezTo>
                            <a:pt x="-1342" y="6671"/>
                            <a:pt x="849" y="2099"/>
                            <a:pt x="5802" y="57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86" name="Forme libre : forme 2385">
                      <a:extLst>
                        <a:ext uri="{FF2B5EF4-FFF2-40B4-BE49-F238E27FC236}">
                          <a16:creationId xmlns:a16="http://schemas.microsoft.com/office/drawing/2014/main" id="{70056836-71AD-4EE5-993B-09A3FEE47E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46123" y="2881783"/>
                      <a:ext cx="6858" cy="6063"/>
                    </a:xfrm>
                    <a:custGeom>
                      <a:avLst/>
                      <a:gdLst>
                        <a:gd name="connsiteX0" fmla="*/ 3429 w 6858"/>
                        <a:gd name="connsiteY0" fmla="*/ 19 h 6063"/>
                        <a:gd name="connsiteX1" fmla="*/ 6858 w 6858"/>
                        <a:gd name="connsiteY1" fmla="*/ 3448 h 6063"/>
                        <a:gd name="connsiteX2" fmla="*/ 3429 w 6858"/>
                        <a:gd name="connsiteY2" fmla="*/ 6020 h 6063"/>
                        <a:gd name="connsiteX3" fmla="*/ 0 w 6858"/>
                        <a:gd name="connsiteY3" fmla="*/ 2686 h 6063"/>
                        <a:gd name="connsiteX4" fmla="*/ 3429 w 6858"/>
                        <a:gd name="connsiteY4" fmla="*/ 19 h 6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58" h="6063">
                          <a:moveTo>
                            <a:pt x="3429" y="19"/>
                          </a:moveTo>
                          <a:cubicBezTo>
                            <a:pt x="5334" y="210"/>
                            <a:pt x="6858" y="1829"/>
                            <a:pt x="6858" y="3448"/>
                          </a:cubicBezTo>
                          <a:cubicBezTo>
                            <a:pt x="6858" y="5163"/>
                            <a:pt x="5334" y="6306"/>
                            <a:pt x="3429" y="6020"/>
                          </a:cubicBezTo>
                          <a:cubicBezTo>
                            <a:pt x="1524" y="5830"/>
                            <a:pt x="0" y="4306"/>
                            <a:pt x="0" y="2686"/>
                          </a:cubicBezTo>
                          <a:cubicBezTo>
                            <a:pt x="0" y="1067"/>
                            <a:pt x="1524" y="-171"/>
                            <a:pt x="3429" y="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387" name="Graphique 15">
                    <a:extLst>
                      <a:ext uri="{FF2B5EF4-FFF2-40B4-BE49-F238E27FC236}">
                        <a16:creationId xmlns:a16="http://schemas.microsoft.com/office/drawing/2014/main" id="{54B5F67C-6C93-41C4-8EAE-0DD1976A541B}"/>
                      </a:ext>
                    </a:extLst>
                  </p:cNvPr>
                  <p:cNvGrpSpPr/>
                  <p:nvPr/>
                </p:nvGrpSpPr>
                <p:grpSpPr>
                  <a:xfrm>
                    <a:off x="10775840" y="2859940"/>
                    <a:ext cx="42126" cy="37504"/>
                    <a:chOff x="10775840" y="2859940"/>
                    <a:chExt cx="42126" cy="37504"/>
                  </a:xfrm>
                  <a:solidFill>
                    <a:schemeClr val="accent1"/>
                  </a:solidFill>
                </p:grpSpPr>
                <p:sp>
                  <p:nvSpPr>
                    <p:cNvPr id="2388" name="Forme libre : forme 2387">
                      <a:extLst>
                        <a:ext uri="{FF2B5EF4-FFF2-40B4-BE49-F238E27FC236}">
                          <a16:creationId xmlns:a16="http://schemas.microsoft.com/office/drawing/2014/main" id="{C4EAC163-3163-4CEF-B224-00D9E9D355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75840" y="2860024"/>
                      <a:ext cx="42126" cy="37420"/>
                    </a:xfrm>
                    <a:custGeom>
                      <a:avLst/>
                      <a:gdLst>
                        <a:gd name="connsiteX0" fmla="*/ 21337 w 42126"/>
                        <a:gd name="connsiteY0" fmla="*/ 347 h 37420"/>
                        <a:gd name="connsiteX1" fmla="*/ 42101 w 42126"/>
                        <a:gd name="connsiteY1" fmla="*/ 22636 h 37420"/>
                        <a:gd name="connsiteX2" fmla="*/ 20479 w 42126"/>
                        <a:gd name="connsiteY2" fmla="*/ 37018 h 37420"/>
                        <a:gd name="connsiteX3" fmla="*/ 1 w 42126"/>
                        <a:gd name="connsiteY3" fmla="*/ 15397 h 37420"/>
                        <a:gd name="connsiteX4" fmla="*/ 21337 w 42126"/>
                        <a:gd name="connsiteY4" fmla="*/ 347 h 37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26" h="37420">
                          <a:moveTo>
                            <a:pt x="21337" y="347"/>
                          </a:moveTo>
                          <a:cubicBezTo>
                            <a:pt x="33243" y="2157"/>
                            <a:pt x="42673" y="12349"/>
                            <a:pt x="42101" y="22636"/>
                          </a:cubicBezTo>
                          <a:cubicBezTo>
                            <a:pt x="41625" y="32827"/>
                            <a:pt x="31814" y="39114"/>
                            <a:pt x="20479" y="37018"/>
                          </a:cubicBezTo>
                          <a:cubicBezTo>
                            <a:pt x="8954" y="35209"/>
                            <a:pt x="-95" y="25588"/>
                            <a:pt x="1" y="15397"/>
                          </a:cubicBezTo>
                          <a:cubicBezTo>
                            <a:pt x="1" y="5205"/>
                            <a:pt x="9430" y="-1653"/>
                            <a:pt x="21337" y="34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89" name="Forme libre : forme 2388">
                      <a:extLst>
                        <a:ext uri="{FF2B5EF4-FFF2-40B4-BE49-F238E27FC236}">
                          <a16:creationId xmlns:a16="http://schemas.microsoft.com/office/drawing/2014/main" id="{E54B32F0-EA8A-4DB3-A648-31A3700C07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85937" y="2859940"/>
                      <a:ext cx="31933" cy="37408"/>
                    </a:xfrm>
                    <a:custGeom>
                      <a:avLst/>
                      <a:gdLst>
                        <a:gd name="connsiteX0" fmla="*/ 11335 w 31933"/>
                        <a:gd name="connsiteY0" fmla="*/ 18719 h 37408"/>
                        <a:gd name="connsiteX1" fmla="*/ 0 w 31933"/>
                        <a:gd name="connsiteY1" fmla="*/ 32911 h 37408"/>
                        <a:gd name="connsiteX2" fmla="*/ 10287 w 31933"/>
                        <a:gd name="connsiteY2" fmla="*/ 37007 h 37408"/>
                        <a:gd name="connsiteX3" fmla="*/ 31909 w 31933"/>
                        <a:gd name="connsiteY3" fmla="*/ 22624 h 37408"/>
                        <a:gd name="connsiteX4" fmla="*/ 11144 w 31933"/>
                        <a:gd name="connsiteY4" fmla="*/ 336 h 37408"/>
                        <a:gd name="connsiteX5" fmla="*/ 857 w 31933"/>
                        <a:gd name="connsiteY5" fmla="*/ 1002 h 37408"/>
                        <a:gd name="connsiteX6" fmla="*/ 11335 w 31933"/>
                        <a:gd name="connsiteY6" fmla="*/ 18719 h 374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933" h="37408">
                          <a:moveTo>
                            <a:pt x="11335" y="18719"/>
                          </a:moveTo>
                          <a:cubicBezTo>
                            <a:pt x="11144" y="25672"/>
                            <a:pt x="6477" y="30816"/>
                            <a:pt x="0" y="32911"/>
                          </a:cubicBezTo>
                          <a:cubicBezTo>
                            <a:pt x="3048" y="34911"/>
                            <a:pt x="6477" y="36435"/>
                            <a:pt x="10287" y="37007"/>
                          </a:cubicBezTo>
                          <a:cubicBezTo>
                            <a:pt x="21622" y="39102"/>
                            <a:pt x="31432" y="32816"/>
                            <a:pt x="31909" y="22624"/>
                          </a:cubicBezTo>
                          <a:cubicBezTo>
                            <a:pt x="32480" y="12242"/>
                            <a:pt x="23146" y="2145"/>
                            <a:pt x="11144" y="336"/>
                          </a:cubicBezTo>
                          <a:cubicBezTo>
                            <a:pt x="7334" y="-331"/>
                            <a:pt x="3905" y="50"/>
                            <a:pt x="857" y="1002"/>
                          </a:cubicBezTo>
                          <a:cubicBezTo>
                            <a:pt x="7239" y="5289"/>
                            <a:pt x="11525" y="11956"/>
                            <a:pt x="11335" y="1871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90" name="Forme libre : forme 2389">
                      <a:extLst>
                        <a:ext uri="{FF2B5EF4-FFF2-40B4-BE49-F238E27FC236}">
                          <a16:creationId xmlns:a16="http://schemas.microsoft.com/office/drawing/2014/main" id="{552AF211-9AA9-42F9-A712-4BFD451499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83421" y="2863230"/>
                      <a:ext cx="19930" cy="15818"/>
                    </a:xfrm>
                    <a:custGeom>
                      <a:avLst/>
                      <a:gdLst>
                        <a:gd name="connsiteX0" fmla="*/ 6136 w 19930"/>
                        <a:gd name="connsiteY0" fmla="*/ 380 h 15818"/>
                        <a:gd name="connsiteX1" fmla="*/ 19185 w 19930"/>
                        <a:gd name="connsiteY1" fmla="*/ 5523 h 15818"/>
                        <a:gd name="connsiteX2" fmla="*/ 13661 w 19930"/>
                        <a:gd name="connsiteY2" fmla="*/ 15429 h 15818"/>
                        <a:gd name="connsiteX3" fmla="*/ 707 w 19930"/>
                        <a:gd name="connsiteY3" fmla="*/ 10381 h 15818"/>
                        <a:gd name="connsiteX4" fmla="*/ 6136 w 19930"/>
                        <a:gd name="connsiteY4" fmla="*/ 380 h 158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0" h="15818">
                          <a:moveTo>
                            <a:pt x="6136" y="380"/>
                          </a:moveTo>
                          <a:cubicBezTo>
                            <a:pt x="11184" y="-954"/>
                            <a:pt x="17090" y="1332"/>
                            <a:pt x="19185" y="5523"/>
                          </a:cubicBezTo>
                          <a:cubicBezTo>
                            <a:pt x="21281" y="9714"/>
                            <a:pt x="18804" y="14096"/>
                            <a:pt x="13661" y="15429"/>
                          </a:cubicBezTo>
                          <a:cubicBezTo>
                            <a:pt x="8613" y="16763"/>
                            <a:pt x="2802" y="14572"/>
                            <a:pt x="707" y="10381"/>
                          </a:cubicBezTo>
                          <a:cubicBezTo>
                            <a:pt x="-1293" y="6190"/>
                            <a:pt x="1088" y="1713"/>
                            <a:pt x="6136" y="38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91" name="Forme libre : forme 2390">
                      <a:extLst>
                        <a:ext uri="{FF2B5EF4-FFF2-40B4-BE49-F238E27FC236}">
                          <a16:creationId xmlns:a16="http://schemas.microsoft.com/office/drawing/2014/main" id="{F4F6D442-8F29-431B-AF10-9E204E8073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84128" y="2872614"/>
                      <a:ext cx="6953" cy="6186"/>
                    </a:xfrm>
                    <a:custGeom>
                      <a:avLst/>
                      <a:gdLst>
                        <a:gd name="connsiteX0" fmla="*/ 3524 w 6953"/>
                        <a:gd name="connsiteY0" fmla="*/ 44 h 6186"/>
                        <a:gd name="connsiteX1" fmla="*/ 6953 w 6953"/>
                        <a:gd name="connsiteY1" fmla="*/ 3663 h 6186"/>
                        <a:gd name="connsiteX2" fmla="*/ 3429 w 6953"/>
                        <a:gd name="connsiteY2" fmla="*/ 6140 h 6186"/>
                        <a:gd name="connsiteX3" fmla="*/ 0 w 6953"/>
                        <a:gd name="connsiteY3" fmla="*/ 2520 h 6186"/>
                        <a:gd name="connsiteX4" fmla="*/ 3524 w 6953"/>
                        <a:gd name="connsiteY4" fmla="*/ 44 h 61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53" h="6186">
                          <a:moveTo>
                            <a:pt x="3524" y="44"/>
                          </a:moveTo>
                          <a:cubicBezTo>
                            <a:pt x="5429" y="330"/>
                            <a:pt x="6953" y="1949"/>
                            <a:pt x="6953" y="3663"/>
                          </a:cubicBezTo>
                          <a:cubicBezTo>
                            <a:pt x="6953" y="5378"/>
                            <a:pt x="5334" y="6426"/>
                            <a:pt x="3429" y="6140"/>
                          </a:cubicBezTo>
                          <a:cubicBezTo>
                            <a:pt x="1524" y="5854"/>
                            <a:pt x="0" y="4235"/>
                            <a:pt x="0" y="2520"/>
                          </a:cubicBezTo>
                          <a:cubicBezTo>
                            <a:pt x="95" y="901"/>
                            <a:pt x="1619" y="-242"/>
                            <a:pt x="3524" y="4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392" name="Graphique 15">
                    <a:extLst>
                      <a:ext uri="{FF2B5EF4-FFF2-40B4-BE49-F238E27FC236}">
                        <a16:creationId xmlns:a16="http://schemas.microsoft.com/office/drawing/2014/main" id="{A21F7B81-1A52-47E9-9B64-58099C96884F}"/>
                      </a:ext>
                    </a:extLst>
                  </p:cNvPr>
                  <p:cNvGrpSpPr/>
                  <p:nvPr/>
                </p:nvGrpSpPr>
                <p:grpSpPr>
                  <a:xfrm>
                    <a:off x="10806988" y="2840490"/>
                    <a:ext cx="43077" cy="38237"/>
                    <a:chOff x="10806988" y="2840490"/>
                    <a:chExt cx="43077" cy="38237"/>
                  </a:xfrm>
                  <a:solidFill>
                    <a:schemeClr val="accent1"/>
                  </a:solidFill>
                </p:grpSpPr>
                <p:sp>
                  <p:nvSpPr>
                    <p:cNvPr id="2393" name="Forme libre : forme 2392">
                      <a:extLst>
                        <a:ext uri="{FF2B5EF4-FFF2-40B4-BE49-F238E27FC236}">
                          <a16:creationId xmlns:a16="http://schemas.microsoft.com/office/drawing/2014/main" id="{F8E3A07A-3351-4251-9116-E9B92D9146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06988" y="2840490"/>
                      <a:ext cx="43077" cy="38237"/>
                    </a:xfrm>
                    <a:custGeom>
                      <a:avLst/>
                      <a:gdLst>
                        <a:gd name="connsiteX0" fmla="*/ 22098 w 43077"/>
                        <a:gd name="connsiteY0" fmla="*/ 450 h 38237"/>
                        <a:gd name="connsiteX1" fmla="*/ 43053 w 43077"/>
                        <a:gd name="connsiteY1" fmla="*/ 23786 h 38237"/>
                        <a:gd name="connsiteX2" fmla="*/ 20765 w 43077"/>
                        <a:gd name="connsiteY2" fmla="*/ 37693 h 38237"/>
                        <a:gd name="connsiteX3" fmla="*/ 0 w 43077"/>
                        <a:gd name="connsiteY3" fmla="*/ 15023 h 38237"/>
                        <a:gd name="connsiteX4" fmla="*/ 22098 w 43077"/>
                        <a:gd name="connsiteY4" fmla="*/ 450 h 382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077" h="38237">
                          <a:moveTo>
                            <a:pt x="22098" y="450"/>
                          </a:moveTo>
                          <a:cubicBezTo>
                            <a:pt x="34100" y="3022"/>
                            <a:pt x="43625" y="13594"/>
                            <a:pt x="43053" y="23786"/>
                          </a:cubicBezTo>
                          <a:cubicBezTo>
                            <a:pt x="42482" y="33978"/>
                            <a:pt x="32385" y="40169"/>
                            <a:pt x="20765" y="37693"/>
                          </a:cubicBezTo>
                          <a:cubicBezTo>
                            <a:pt x="9144" y="35121"/>
                            <a:pt x="0" y="25119"/>
                            <a:pt x="0" y="15023"/>
                          </a:cubicBezTo>
                          <a:cubicBezTo>
                            <a:pt x="95" y="4831"/>
                            <a:pt x="9906" y="-1836"/>
                            <a:pt x="22098" y="45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94" name="Forme libre : forme 2393">
                      <a:extLst>
                        <a:ext uri="{FF2B5EF4-FFF2-40B4-BE49-F238E27FC236}">
                          <a16:creationId xmlns:a16="http://schemas.microsoft.com/office/drawing/2014/main" id="{94634241-D2A5-443E-87C1-11F7F635EA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17370" y="2840504"/>
                      <a:ext cx="32695" cy="38223"/>
                    </a:xfrm>
                    <a:custGeom>
                      <a:avLst/>
                      <a:gdLst>
                        <a:gd name="connsiteX0" fmla="*/ 11621 w 32695"/>
                        <a:gd name="connsiteY0" fmla="*/ 19105 h 38223"/>
                        <a:gd name="connsiteX1" fmla="*/ 0 w 32695"/>
                        <a:gd name="connsiteY1" fmla="*/ 33012 h 38223"/>
                        <a:gd name="connsiteX2" fmla="*/ 10383 w 32695"/>
                        <a:gd name="connsiteY2" fmla="*/ 37679 h 38223"/>
                        <a:gd name="connsiteX3" fmla="*/ 32671 w 32695"/>
                        <a:gd name="connsiteY3" fmla="*/ 23772 h 38223"/>
                        <a:gd name="connsiteX4" fmla="*/ 11716 w 32695"/>
                        <a:gd name="connsiteY4" fmla="*/ 436 h 38223"/>
                        <a:gd name="connsiteX5" fmla="*/ 1048 w 32695"/>
                        <a:gd name="connsiteY5" fmla="*/ 912 h 38223"/>
                        <a:gd name="connsiteX6" fmla="*/ 11621 w 32695"/>
                        <a:gd name="connsiteY6" fmla="*/ 19105 h 38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95" h="38223">
                          <a:moveTo>
                            <a:pt x="11621" y="19105"/>
                          </a:moveTo>
                          <a:cubicBezTo>
                            <a:pt x="11335" y="26154"/>
                            <a:pt x="6572" y="31202"/>
                            <a:pt x="0" y="33012"/>
                          </a:cubicBezTo>
                          <a:cubicBezTo>
                            <a:pt x="3048" y="35202"/>
                            <a:pt x="6572" y="36917"/>
                            <a:pt x="10383" y="37679"/>
                          </a:cubicBezTo>
                          <a:cubicBezTo>
                            <a:pt x="22003" y="40155"/>
                            <a:pt x="32195" y="33964"/>
                            <a:pt x="32671" y="23772"/>
                          </a:cubicBezTo>
                          <a:cubicBezTo>
                            <a:pt x="33242" y="13581"/>
                            <a:pt x="23717" y="3008"/>
                            <a:pt x="11716" y="436"/>
                          </a:cubicBezTo>
                          <a:cubicBezTo>
                            <a:pt x="7906" y="-326"/>
                            <a:pt x="4286" y="-40"/>
                            <a:pt x="1048" y="912"/>
                          </a:cubicBezTo>
                          <a:cubicBezTo>
                            <a:pt x="7716" y="5103"/>
                            <a:pt x="11906" y="12152"/>
                            <a:pt x="11621" y="1910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95" name="Forme libre : forme 2394">
                      <a:extLst>
                        <a:ext uri="{FF2B5EF4-FFF2-40B4-BE49-F238E27FC236}">
                          <a16:creationId xmlns:a16="http://schemas.microsoft.com/office/drawing/2014/main" id="{C4FE8AD5-95AA-4091-AC94-9967344955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14912" y="2843650"/>
                      <a:ext cx="20333" cy="16129"/>
                    </a:xfrm>
                    <a:custGeom>
                      <a:avLst/>
                      <a:gdLst>
                        <a:gd name="connsiteX0" fmla="*/ 6363 w 20333"/>
                        <a:gd name="connsiteY0" fmla="*/ 338 h 16129"/>
                        <a:gd name="connsiteX1" fmla="*/ 19603 w 20333"/>
                        <a:gd name="connsiteY1" fmla="*/ 6053 h 16129"/>
                        <a:gd name="connsiteX2" fmla="*/ 13888 w 20333"/>
                        <a:gd name="connsiteY2" fmla="*/ 15863 h 16129"/>
                        <a:gd name="connsiteX3" fmla="*/ 744 w 20333"/>
                        <a:gd name="connsiteY3" fmla="*/ 10244 h 16129"/>
                        <a:gd name="connsiteX4" fmla="*/ 6363 w 20333"/>
                        <a:gd name="connsiteY4" fmla="*/ 338 h 16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333" h="16129">
                          <a:moveTo>
                            <a:pt x="6363" y="338"/>
                          </a:moveTo>
                          <a:cubicBezTo>
                            <a:pt x="11697" y="-996"/>
                            <a:pt x="17508" y="1766"/>
                            <a:pt x="19603" y="6053"/>
                          </a:cubicBezTo>
                          <a:cubicBezTo>
                            <a:pt x="21699" y="10339"/>
                            <a:pt x="19127" y="14721"/>
                            <a:pt x="13888" y="15863"/>
                          </a:cubicBezTo>
                          <a:cubicBezTo>
                            <a:pt x="8745" y="17006"/>
                            <a:pt x="2935" y="14339"/>
                            <a:pt x="744" y="10244"/>
                          </a:cubicBezTo>
                          <a:cubicBezTo>
                            <a:pt x="-1352" y="6053"/>
                            <a:pt x="1125" y="1576"/>
                            <a:pt x="6363" y="33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396" name="Forme libre : forme 2395">
                      <a:extLst>
                        <a:ext uri="{FF2B5EF4-FFF2-40B4-BE49-F238E27FC236}">
                          <a16:creationId xmlns:a16="http://schemas.microsoft.com/office/drawing/2014/main" id="{354D31D1-CDC9-4AA7-8527-B3E34EA8AD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15560" y="2852990"/>
                      <a:ext cx="7147" cy="6220"/>
                    </a:xfrm>
                    <a:custGeom>
                      <a:avLst/>
                      <a:gdLst>
                        <a:gd name="connsiteX0" fmla="*/ 3715 w 7147"/>
                        <a:gd name="connsiteY0" fmla="*/ 47 h 6220"/>
                        <a:gd name="connsiteX1" fmla="*/ 7144 w 7147"/>
                        <a:gd name="connsiteY1" fmla="*/ 3762 h 6220"/>
                        <a:gd name="connsiteX2" fmla="*/ 3524 w 7147"/>
                        <a:gd name="connsiteY2" fmla="*/ 6143 h 6220"/>
                        <a:gd name="connsiteX3" fmla="*/ 0 w 7147"/>
                        <a:gd name="connsiteY3" fmla="*/ 2428 h 6220"/>
                        <a:gd name="connsiteX4" fmla="*/ 3715 w 7147"/>
                        <a:gd name="connsiteY4" fmla="*/ 47 h 6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47" h="6220">
                          <a:moveTo>
                            <a:pt x="3715" y="47"/>
                          </a:moveTo>
                          <a:cubicBezTo>
                            <a:pt x="5715" y="333"/>
                            <a:pt x="7239" y="2142"/>
                            <a:pt x="7144" y="3762"/>
                          </a:cubicBezTo>
                          <a:cubicBezTo>
                            <a:pt x="7048" y="5476"/>
                            <a:pt x="5429" y="6524"/>
                            <a:pt x="3524" y="6143"/>
                          </a:cubicBezTo>
                          <a:cubicBezTo>
                            <a:pt x="1619" y="5762"/>
                            <a:pt x="0" y="4143"/>
                            <a:pt x="0" y="2428"/>
                          </a:cubicBezTo>
                          <a:cubicBezTo>
                            <a:pt x="95" y="809"/>
                            <a:pt x="1714" y="-239"/>
                            <a:pt x="3715" y="4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2397" name="Graphique 15">
                <a:extLst>
                  <a:ext uri="{FF2B5EF4-FFF2-40B4-BE49-F238E27FC236}">
                    <a16:creationId xmlns:a16="http://schemas.microsoft.com/office/drawing/2014/main" id="{91A280C9-B2C0-40AA-87F2-1D340152A926}"/>
                  </a:ext>
                </a:extLst>
              </p:cNvPr>
              <p:cNvGrpSpPr/>
              <p:nvPr/>
            </p:nvGrpSpPr>
            <p:grpSpPr>
              <a:xfrm>
                <a:off x="10763699" y="3024773"/>
                <a:ext cx="525254" cy="459361"/>
                <a:chOff x="10763699" y="3024773"/>
                <a:chExt cx="525254" cy="459361"/>
              </a:xfrm>
              <a:solidFill>
                <a:schemeClr val="accent1"/>
              </a:solidFill>
            </p:grpSpPr>
            <p:sp>
              <p:nvSpPr>
                <p:cNvPr id="2398" name="Forme libre : forme 2397">
                  <a:extLst>
                    <a:ext uri="{FF2B5EF4-FFF2-40B4-BE49-F238E27FC236}">
                      <a16:creationId xmlns:a16="http://schemas.microsoft.com/office/drawing/2014/main" id="{DBB6E675-D4DF-41DC-95E8-FD351E9FF16E}"/>
                    </a:ext>
                  </a:extLst>
                </p:cNvPr>
                <p:cNvSpPr/>
                <p:nvPr/>
              </p:nvSpPr>
              <p:spPr>
                <a:xfrm>
                  <a:off x="10778300" y="3024773"/>
                  <a:ext cx="510652" cy="459266"/>
                </a:xfrm>
                <a:custGeom>
                  <a:avLst/>
                  <a:gdLst>
                    <a:gd name="connsiteX0" fmla="*/ 245095 w 510652"/>
                    <a:gd name="connsiteY0" fmla="*/ 40386 h 459266"/>
                    <a:gd name="connsiteX1" fmla="*/ 310913 w 510652"/>
                    <a:gd name="connsiteY1" fmla="*/ 160972 h 459266"/>
                    <a:gd name="connsiteX2" fmla="*/ 253477 w 510652"/>
                    <a:gd name="connsiteY2" fmla="*/ 156305 h 459266"/>
                    <a:gd name="connsiteX3" fmla="*/ 198328 w 510652"/>
                    <a:gd name="connsiteY3" fmla="*/ 166306 h 459266"/>
                    <a:gd name="connsiteX4" fmla="*/ 101840 w 510652"/>
                    <a:gd name="connsiteY4" fmla="*/ 223933 h 459266"/>
                    <a:gd name="connsiteX5" fmla="*/ 43832 w 510652"/>
                    <a:gd name="connsiteY5" fmla="*/ 290417 h 459266"/>
                    <a:gd name="connsiteX6" fmla="*/ 11352 w 510652"/>
                    <a:gd name="connsiteY6" fmla="*/ 349663 h 459266"/>
                    <a:gd name="connsiteX7" fmla="*/ 112 w 510652"/>
                    <a:gd name="connsiteY7" fmla="*/ 397288 h 459266"/>
                    <a:gd name="connsiteX8" fmla="*/ 8590 w 510652"/>
                    <a:gd name="connsiteY8" fmla="*/ 431768 h 459266"/>
                    <a:gd name="connsiteX9" fmla="*/ 38879 w 510652"/>
                    <a:gd name="connsiteY9" fmla="*/ 453485 h 459266"/>
                    <a:gd name="connsiteX10" fmla="*/ 61834 w 510652"/>
                    <a:gd name="connsiteY10" fmla="*/ 458152 h 459266"/>
                    <a:gd name="connsiteX11" fmla="*/ 89171 w 510652"/>
                    <a:gd name="connsiteY11" fmla="*/ 459105 h 459266"/>
                    <a:gd name="connsiteX12" fmla="*/ 233475 w 510652"/>
                    <a:gd name="connsiteY12" fmla="*/ 420719 h 459266"/>
                    <a:gd name="connsiteX13" fmla="*/ 323677 w 510652"/>
                    <a:gd name="connsiteY13" fmla="*/ 353473 h 459266"/>
                    <a:gd name="connsiteX14" fmla="*/ 353776 w 510652"/>
                    <a:gd name="connsiteY14" fmla="*/ 306324 h 459266"/>
                    <a:gd name="connsiteX15" fmla="*/ 371397 w 510652"/>
                    <a:gd name="connsiteY15" fmla="*/ 251460 h 459266"/>
                    <a:gd name="connsiteX16" fmla="*/ 457884 w 510652"/>
                    <a:gd name="connsiteY16" fmla="*/ 358521 h 459266"/>
                    <a:gd name="connsiteX17" fmla="*/ 510653 w 510652"/>
                    <a:gd name="connsiteY17" fmla="*/ 336613 h 459266"/>
                    <a:gd name="connsiteX18" fmla="*/ 374540 w 510652"/>
                    <a:gd name="connsiteY18" fmla="*/ 183928 h 459266"/>
                    <a:gd name="connsiteX19" fmla="*/ 285577 w 510652"/>
                    <a:gd name="connsiteY19" fmla="*/ 0 h 459266"/>
                    <a:gd name="connsiteX20" fmla="*/ 245095 w 510652"/>
                    <a:gd name="connsiteY20" fmla="*/ 40386 h 459266"/>
                    <a:gd name="connsiteX21" fmla="*/ 209758 w 510652"/>
                    <a:gd name="connsiteY21" fmla="*/ 373475 h 459266"/>
                    <a:gd name="connsiteX22" fmla="*/ 97934 w 510652"/>
                    <a:gd name="connsiteY22" fmla="*/ 412147 h 459266"/>
                    <a:gd name="connsiteX23" fmla="*/ 56215 w 510652"/>
                    <a:gd name="connsiteY23" fmla="*/ 400241 h 459266"/>
                    <a:gd name="connsiteX24" fmla="*/ 63073 w 510652"/>
                    <a:gd name="connsiteY24" fmla="*/ 349186 h 459266"/>
                    <a:gd name="connsiteX25" fmla="*/ 136320 w 510652"/>
                    <a:gd name="connsiteY25" fmla="*/ 264128 h 459266"/>
                    <a:gd name="connsiteX26" fmla="*/ 220330 w 510652"/>
                    <a:gd name="connsiteY26" fmla="*/ 222123 h 459266"/>
                    <a:gd name="connsiteX27" fmla="*/ 266527 w 510652"/>
                    <a:gd name="connsiteY27" fmla="*/ 217456 h 459266"/>
                    <a:gd name="connsiteX28" fmla="*/ 313771 w 510652"/>
                    <a:gd name="connsiteY28" fmla="*/ 224600 h 459266"/>
                    <a:gd name="connsiteX29" fmla="*/ 280433 w 510652"/>
                    <a:gd name="connsiteY29" fmla="*/ 311944 h 459266"/>
                    <a:gd name="connsiteX30" fmla="*/ 209758 w 510652"/>
                    <a:gd name="connsiteY30" fmla="*/ 373475 h 459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10652" h="459266">
                      <a:moveTo>
                        <a:pt x="245095" y="40386"/>
                      </a:moveTo>
                      <a:cubicBezTo>
                        <a:pt x="279957" y="75629"/>
                        <a:pt x="302245" y="118586"/>
                        <a:pt x="310913" y="160972"/>
                      </a:cubicBezTo>
                      <a:cubicBezTo>
                        <a:pt x="291387" y="157067"/>
                        <a:pt x="272146" y="155543"/>
                        <a:pt x="253477" y="156305"/>
                      </a:cubicBezTo>
                      <a:cubicBezTo>
                        <a:pt x="234427" y="157353"/>
                        <a:pt x="215949" y="160782"/>
                        <a:pt x="198328" y="166306"/>
                      </a:cubicBezTo>
                      <a:cubicBezTo>
                        <a:pt x="163085" y="177260"/>
                        <a:pt x="130510" y="197358"/>
                        <a:pt x="101840" y="223933"/>
                      </a:cubicBezTo>
                      <a:cubicBezTo>
                        <a:pt x="77455" y="246602"/>
                        <a:pt x="58691" y="269081"/>
                        <a:pt x="43832" y="290417"/>
                      </a:cubicBezTo>
                      <a:cubicBezTo>
                        <a:pt x="28973" y="311848"/>
                        <a:pt x="18305" y="331851"/>
                        <a:pt x="11352" y="349663"/>
                      </a:cubicBezTo>
                      <a:cubicBezTo>
                        <a:pt x="4303" y="367570"/>
                        <a:pt x="208" y="383762"/>
                        <a:pt x="112" y="397288"/>
                      </a:cubicBezTo>
                      <a:cubicBezTo>
                        <a:pt x="-649" y="411194"/>
                        <a:pt x="2494" y="422529"/>
                        <a:pt x="8590" y="431768"/>
                      </a:cubicBezTo>
                      <a:cubicBezTo>
                        <a:pt x="15067" y="441960"/>
                        <a:pt x="25640" y="448818"/>
                        <a:pt x="38879" y="453485"/>
                      </a:cubicBezTo>
                      <a:cubicBezTo>
                        <a:pt x="45642" y="455771"/>
                        <a:pt x="53357" y="457295"/>
                        <a:pt x="61834" y="458152"/>
                      </a:cubicBezTo>
                      <a:cubicBezTo>
                        <a:pt x="70121" y="459200"/>
                        <a:pt x="79265" y="459486"/>
                        <a:pt x="89171" y="459105"/>
                      </a:cubicBezTo>
                      <a:cubicBezTo>
                        <a:pt x="128700" y="457391"/>
                        <a:pt x="178611" y="445770"/>
                        <a:pt x="233475" y="420719"/>
                      </a:cubicBezTo>
                      <a:cubicBezTo>
                        <a:pt x="268813" y="404527"/>
                        <a:pt x="300150" y="381952"/>
                        <a:pt x="323677" y="353473"/>
                      </a:cubicBezTo>
                      <a:cubicBezTo>
                        <a:pt x="335488" y="339281"/>
                        <a:pt x="345584" y="323469"/>
                        <a:pt x="353776" y="306324"/>
                      </a:cubicBezTo>
                      <a:cubicBezTo>
                        <a:pt x="362062" y="289084"/>
                        <a:pt x="367587" y="270986"/>
                        <a:pt x="371397" y="251460"/>
                      </a:cubicBezTo>
                      <a:cubicBezTo>
                        <a:pt x="407783" y="275368"/>
                        <a:pt x="438453" y="312801"/>
                        <a:pt x="457884" y="358521"/>
                      </a:cubicBezTo>
                      <a:lnTo>
                        <a:pt x="510653" y="336613"/>
                      </a:lnTo>
                      <a:cubicBezTo>
                        <a:pt x="481887" y="266700"/>
                        <a:pt x="430928" y="212884"/>
                        <a:pt x="374540" y="183928"/>
                      </a:cubicBezTo>
                      <a:cubicBezTo>
                        <a:pt x="369016" y="120872"/>
                        <a:pt x="338917" y="53340"/>
                        <a:pt x="285577" y="0"/>
                      </a:cubicBezTo>
                      <a:lnTo>
                        <a:pt x="245095" y="40386"/>
                      </a:lnTo>
                      <a:close/>
                      <a:moveTo>
                        <a:pt x="209758" y="373475"/>
                      </a:moveTo>
                      <a:cubicBezTo>
                        <a:pt x="154894" y="403288"/>
                        <a:pt x="118318" y="410432"/>
                        <a:pt x="97934" y="412147"/>
                      </a:cubicBezTo>
                      <a:cubicBezTo>
                        <a:pt x="77455" y="413480"/>
                        <a:pt x="62216" y="410051"/>
                        <a:pt x="56215" y="400241"/>
                      </a:cubicBezTo>
                      <a:cubicBezTo>
                        <a:pt x="49928" y="390525"/>
                        <a:pt x="50976" y="372999"/>
                        <a:pt x="63073" y="349186"/>
                      </a:cubicBezTo>
                      <a:cubicBezTo>
                        <a:pt x="74884" y="325755"/>
                        <a:pt x="97458" y="295656"/>
                        <a:pt x="136320" y="264128"/>
                      </a:cubicBezTo>
                      <a:cubicBezTo>
                        <a:pt x="161752" y="243650"/>
                        <a:pt x="190041" y="229171"/>
                        <a:pt x="220330" y="222123"/>
                      </a:cubicBezTo>
                      <a:cubicBezTo>
                        <a:pt x="235570" y="218504"/>
                        <a:pt x="251001" y="216884"/>
                        <a:pt x="266527" y="217456"/>
                      </a:cubicBezTo>
                      <a:cubicBezTo>
                        <a:pt x="282052" y="217932"/>
                        <a:pt x="298150" y="220123"/>
                        <a:pt x="313771" y="224600"/>
                      </a:cubicBezTo>
                      <a:cubicBezTo>
                        <a:pt x="309770" y="257080"/>
                        <a:pt x="298721" y="286607"/>
                        <a:pt x="280433" y="311944"/>
                      </a:cubicBezTo>
                      <a:cubicBezTo>
                        <a:pt x="262431" y="337185"/>
                        <a:pt x="238428" y="357759"/>
                        <a:pt x="209758" y="373475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9" name="Forme libre : forme 2398">
                  <a:extLst>
                    <a:ext uri="{FF2B5EF4-FFF2-40B4-BE49-F238E27FC236}">
                      <a16:creationId xmlns:a16="http://schemas.microsoft.com/office/drawing/2014/main" id="{9F1287D4-CB78-4EFB-A498-E144F38B3FD9}"/>
                    </a:ext>
                  </a:extLst>
                </p:cNvPr>
                <p:cNvSpPr/>
                <p:nvPr/>
              </p:nvSpPr>
              <p:spPr>
                <a:xfrm>
                  <a:off x="10778205" y="3247181"/>
                  <a:ext cx="252524" cy="236952"/>
                </a:xfrm>
                <a:custGeom>
                  <a:avLst/>
                  <a:gdLst>
                    <a:gd name="connsiteX0" fmla="*/ 113555 w 252524"/>
                    <a:gd name="connsiteY0" fmla="*/ 223552 h 236952"/>
                    <a:gd name="connsiteX1" fmla="*/ 85933 w 252524"/>
                    <a:gd name="connsiteY1" fmla="*/ 222028 h 236952"/>
                    <a:gd name="connsiteX2" fmla="*/ 62596 w 252524"/>
                    <a:gd name="connsiteY2" fmla="*/ 216789 h 236952"/>
                    <a:gd name="connsiteX3" fmla="*/ 31354 w 252524"/>
                    <a:gd name="connsiteY3" fmla="*/ 193643 h 236952"/>
                    <a:gd name="connsiteX4" fmla="*/ 22020 w 252524"/>
                    <a:gd name="connsiteY4" fmla="*/ 160496 h 236952"/>
                    <a:gd name="connsiteX5" fmla="*/ 29735 w 252524"/>
                    <a:gd name="connsiteY5" fmla="*/ 116110 h 236952"/>
                    <a:gd name="connsiteX6" fmla="*/ 103649 w 252524"/>
                    <a:gd name="connsiteY6" fmla="*/ 0 h 236952"/>
                    <a:gd name="connsiteX7" fmla="*/ 101839 w 252524"/>
                    <a:gd name="connsiteY7" fmla="*/ 1619 h 236952"/>
                    <a:gd name="connsiteX8" fmla="*/ 43832 w 252524"/>
                    <a:gd name="connsiteY8" fmla="*/ 68104 h 236952"/>
                    <a:gd name="connsiteX9" fmla="*/ 11352 w 252524"/>
                    <a:gd name="connsiteY9" fmla="*/ 127349 h 236952"/>
                    <a:gd name="connsiteX10" fmla="*/ 112 w 252524"/>
                    <a:gd name="connsiteY10" fmla="*/ 174974 h 236952"/>
                    <a:gd name="connsiteX11" fmla="*/ 8590 w 252524"/>
                    <a:gd name="connsiteY11" fmla="*/ 209455 h 236952"/>
                    <a:gd name="connsiteX12" fmla="*/ 38879 w 252524"/>
                    <a:gd name="connsiteY12" fmla="*/ 231172 h 236952"/>
                    <a:gd name="connsiteX13" fmla="*/ 61834 w 252524"/>
                    <a:gd name="connsiteY13" fmla="*/ 235839 h 236952"/>
                    <a:gd name="connsiteX14" fmla="*/ 89171 w 252524"/>
                    <a:gd name="connsiteY14" fmla="*/ 236792 h 236952"/>
                    <a:gd name="connsiteX15" fmla="*/ 233475 w 252524"/>
                    <a:gd name="connsiteY15" fmla="*/ 198406 h 236952"/>
                    <a:gd name="connsiteX16" fmla="*/ 252525 w 252524"/>
                    <a:gd name="connsiteY16" fmla="*/ 188786 h 236952"/>
                    <a:gd name="connsiteX17" fmla="*/ 113555 w 252524"/>
                    <a:gd name="connsiteY17" fmla="*/ 223552 h 236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2524" h="236952">
                      <a:moveTo>
                        <a:pt x="113555" y="223552"/>
                      </a:moveTo>
                      <a:cubicBezTo>
                        <a:pt x="103554" y="223742"/>
                        <a:pt x="94315" y="223266"/>
                        <a:pt x="85933" y="222028"/>
                      </a:cubicBezTo>
                      <a:cubicBezTo>
                        <a:pt x="77265" y="220980"/>
                        <a:pt x="69549" y="219266"/>
                        <a:pt x="62596" y="216789"/>
                      </a:cubicBezTo>
                      <a:cubicBezTo>
                        <a:pt x="49166" y="211646"/>
                        <a:pt x="38212" y="204406"/>
                        <a:pt x="31354" y="193643"/>
                      </a:cubicBezTo>
                      <a:cubicBezTo>
                        <a:pt x="25449" y="184499"/>
                        <a:pt x="21924" y="173736"/>
                        <a:pt x="22020" y="160496"/>
                      </a:cubicBezTo>
                      <a:cubicBezTo>
                        <a:pt x="21448" y="147733"/>
                        <a:pt x="24115" y="132779"/>
                        <a:pt x="29735" y="116110"/>
                      </a:cubicBezTo>
                      <a:cubicBezTo>
                        <a:pt x="40594" y="83344"/>
                        <a:pt x="63835" y="42196"/>
                        <a:pt x="103649" y="0"/>
                      </a:cubicBezTo>
                      <a:lnTo>
                        <a:pt x="101839" y="1619"/>
                      </a:lnTo>
                      <a:cubicBezTo>
                        <a:pt x="77455" y="24289"/>
                        <a:pt x="58691" y="46768"/>
                        <a:pt x="43832" y="68104"/>
                      </a:cubicBezTo>
                      <a:cubicBezTo>
                        <a:pt x="28973" y="89535"/>
                        <a:pt x="18305" y="109538"/>
                        <a:pt x="11352" y="127349"/>
                      </a:cubicBezTo>
                      <a:cubicBezTo>
                        <a:pt x="4303" y="145256"/>
                        <a:pt x="208" y="161449"/>
                        <a:pt x="112" y="174974"/>
                      </a:cubicBezTo>
                      <a:cubicBezTo>
                        <a:pt x="-650" y="188881"/>
                        <a:pt x="2494" y="200216"/>
                        <a:pt x="8590" y="209455"/>
                      </a:cubicBezTo>
                      <a:cubicBezTo>
                        <a:pt x="15066" y="219646"/>
                        <a:pt x="25639" y="226504"/>
                        <a:pt x="38879" y="231172"/>
                      </a:cubicBezTo>
                      <a:cubicBezTo>
                        <a:pt x="45642" y="233458"/>
                        <a:pt x="53357" y="234982"/>
                        <a:pt x="61834" y="235839"/>
                      </a:cubicBezTo>
                      <a:cubicBezTo>
                        <a:pt x="70121" y="236887"/>
                        <a:pt x="79265" y="237172"/>
                        <a:pt x="89171" y="236792"/>
                      </a:cubicBezTo>
                      <a:cubicBezTo>
                        <a:pt x="128700" y="235077"/>
                        <a:pt x="178611" y="223456"/>
                        <a:pt x="233475" y="198406"/>
                      </a:cubicBezTo>
                      <a:cubicBezTo>
                        <a:pt x="239952" y="195453"/>
                        <a:pt x="246333" y="192119"/>
                        <a:pt x="252525" y="188786"/>
                      </a:cubicBezTo>
                      <a:cubicBezTo>
                        <a:pt x="200042" y="211836"/>
                        <a:pt x="152036" y="222504"/>
                        <a:pt x="113555" y="223552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0" name="Forme libre : forme 2399">
                  <a:extLst>
                    <a:ext uri="{FF2B5EF4-FFF2-40B4-BE49-F238E27FC236}">
                      <a16:creationId xmlns:a16="http://schemas.microsoft.com/office/drawing/2014/main" id="{7A057356-8DC0-4F71-9CC3-9708A22CFDF5}"/>
                    </a:ext>
                  </a:extLst>
                </p:cNvPr>
                <p:cNvSpPr/>
                <p:nvPr/>
              </p:nvSpPr>
              <p:spPr>
                <a:xfrm>
                  <a:off x="10967198" y="3192472"/>
                  <a:ext cx="270414" cy="94619"/>
                </a:xfrm>
                <a:custGeom>
                  <a:avLst/>
                  <a:gdLst>
                    <a:gd name="connsiteX0" fmla="*/ 270415 w 270414"/>
                    <a:gd name="connsiteY0" fmla="*/ 94619 h 94619"/>
                    <a:gd name="connsiteX1" fmla="*/ 265081 w 270414"/>
                    <a:gd name="connsiteY1" fmla="*/ 88523 h 94619"/>
                    <a:gd name="connsiteX2" fmla="*/ 249364 w 270414"/>
                    <a:gd name="connsiteY2" fmla="*/ 72902 h 94619"/>
                    <a:gd name="connsiteX3" fmla="*/ 189929 w 270414"/>
                    <a:gd name="connsiteY3" fmla="*/ 30230 h 94619"/>
                    <a:gd name="connsiteX4" fmla="*/ 170212 w 270414"/>
                    <a:gd name="connsiteY4" fmla="*/ 20324 h 94619"/>
                    <a:gd name="connsiteX5" fmla="*/ 148590 w 270414"/>
                    <a:gd name="connsiteY5" fmla="*/ 12037 h 94619"/>
                    <a:gd name="connsiteX6" fmla="*/ 101822 w 270414"/>
                    <a:gd name="connsiteY6" fmla="*/ 1369 h 94619"/>
                    <a:gd name="connsiteX7" fmla="*/ 51721 w 270414"/>
                    <a:gd name="connsiteY7" fmla="*/ 1560 h 94619"/>
                    <a:gd name="connsiteX8" fmla="*/ 0 w 270414"/>
                    <a:gd name="connsiteY8" fmla="*/ 15562 h 94619"/>
                    <a:gd name="connsiteX9" fmla="*/ 21622 w 270414"/>
                    <a:gd name="connsiteY9" fmla="*/ 10037 h 94619"/>
                    <a:gd name="connsiteX10" fmla="*/ 80772 w 270414"/>
                    <a:gd name="connsiteY10" fmla="*/ 6322 h 94619"/>
                    <a:gd name="connsiteX11" fmla="*/ 168593 w 270414"/>
                    <a:gd name="connsiteY11" fmla="*/ 26230 h 94619"/>
                    <a:gd name="connsiteX12" fmla="*/ 219075 w 270414"/>
                    <a:gd name="connsiteY12" fmla="*/ 52900 h 94619"/>
                    <a:gd name="connsiteX13" fmla="*/ 270415 w 270414"/>
                    <a:gd name="connsiteY13" fmla="*/ 94619 h 94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0414" h="94619">
                      <a:moveTo>
                        <a:pt x="270415" y="94619"/>
                      </a:moveTo>
                      <a:cubicBezTo>
                        <a:pt x="270415" y="94619"/>
                        <a:pt x="268605" y="92524"/>
                        <a:pt x="265081" y="88523"/>
                      </a:cubicBezTo>
                      <a:cubicBezTo>
                        <a:pt x="261652" y="84618"/>
                        <a:pt x="256413" y="79093"/>
                        <a:pt x="249364" y="72902"/>
                      </a:cubicBezTo>
                      <a:cubicBezTo>
                        <a:pt x="235458" y="60234"/>
                        <a:pt x="215455" y="43946"/>
                        <a:pt x="189929" y="30230"/>
                      </a:cubicBezTo>
                      <a:cubicBezTo>
                        <a:pt x="183642" y="26801"/>
                        <a:pt x="177070" y="23372"/>
                        <a:pt x="170212" y="20324"/>
                      </a:cubicBezTo>
                      <a:cubicBezTo>
                        <a:pt x="163259" y="17371"/>
                        <a:pt x="156020" y="14514"/>
                        <a:pt x="148590" y="12037"/>
                      </a:cubicBezTo>
                      <a:cubicBezTo>
                        <a:pt x="133731" y="7084"/>
                        <a:pt x="118396" y="2989"/>
                        <a:pt x="101822" y="1369"/>
                      </a:cubicBezTo>
                      <a:cubicBezTo>
                        <a:pt x="85439" y="-440"/>
                        <a:pt x="68675" y="-536"/>
                        <a:pt x="51721" y="1560"/>
                      </a:cubicBezTo>
                      <a:cubicBezTo>
                        <a:pt x="34671" y="3751"/>
                        <a:pt x="17240" y="8418"/>
                        <a:pt x="0" y="15562"/>
                      </a:cubicBezTo>
                      <a:cubicBezTo>
                        <a:pt x="0" y="15562"/>
                        <a:pt x="7715" y="12799"/>
                        <a:pt x="21622" y="10037"/>
                      </a:cubicBezTo>
                      <a:cubicBezTo>
                        <a:pt x="35719" y="7275"/>
                        <a:pt x="55721" y="4894"/>
                        <a:pt x="80772" y="6322"/>
                      </a:cubicBezTo>
                      <a:cubicBezTo>
                        <a:pt x="106109" y="7465"/>
                        <a:pt x="135541" y="13180"/>
                        <a:pt x="168593" y="26230"/>
                      </a:cubicBezTo>
                      <a:cubicBezTo>
                        <a:pt x="184595" y="33088"/>
                        <a:pt x="201835" y="41660"/>
                        <a:pt x="219075" y="52900"/>
                      </a:cubicBezTo>
                      <a:cubicBezTo>
                        <a:pt x="235744" y="64330"/>
                        <a:pt x="253937" y="77665"/>
                        <a:pt x="270415" y="946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1" name="Forme libre : forme 2400">
                  <a:extLst>
                    <a:ext uri="{FF2B5EF4-FFF2-40B4-BE49-F238E27FC236}">
                      <a16:creationId xmlns:a16="http://schemas.microsoft.com/office/drawing/2014/main" id="{431D0500-09F7-4DB2-AED1-C2DEAAD614B4}"/>
                    </a:ext>
                  </a:extLst>
                </p:cNvPr>
                <p:cNvSpPr/>
                <p:nvPr/>
              </p:nvSpPr>
              <p:spPr>
                <a:xfrm>
                  <a:off x="10954054" y="3249277"/>
                  <a:ext cx="195548" cy="165830"/>
                </a:xfrm>
                <a:custGeom>
                  <a:avLst/>
                  <a:gdLst>
                    <a:gd name="connsiteX0" fmla="*/ 195548 w 195548"/>
                    <a:gd name="connsiteY0" fmla="*/ 26956 h 165830"/>
                    <a:gd name="connsiteX1" fmla="*/ 189643 w 195548"/>
                    <a:gd name="connsiteY1" fmla="*/ 23050 h 165830"/>
                    <a:gd name="connsiteX2" fmla="*/ 174879 w 195548"/>
                    <a:gd name="connsiteY2" fmla="*/ 14383 h 165830"/>
                    <a:gd name="connsiteX3" fmla="*/ 138017 w 195548"/>
                    <a:gd name="connsiteY3" fmla="*/ 0 h 165830"/>
                    <a:gd name="connsiteX4" fmla="*/ 135160 w 195548"/>
                    <a:gd name="connsiteY4" fmla="*/ 20003 h 165830"/>
                    <a:gd name="connsiteX5" fmla="*/ 118396 w 195548"/>
                    <a:gd name="connsiteY5" fmla="*/ 66675 h 165830"/>
                    <a:gd name="connsiteX6" fmla="*/ 75629 w 195548"/>
                    <a:gd name="connsiteY6" fmla="*/ 120682 h 165830"/>
                    <a:gd name="connsiteX7" fmla="*/ 0 w 195548"/>
                    <a:gd name="connsiteY7" fmla="*/ 165830 h 165830"/>
                    <a:gd name="connsiteX8" fmla="*/ 17812 w 195548"/>
                    <a:gd name="connsiteY8" fmla="*/ 161735 h 165830"/>
                    <a:gd name="connsiteX9" fmla="*/ 61627 w 195548"/>
                    <a:gd name="connsiteY9" fmla="*/ 146018 h 165830"/>
                    <a:gd name="connsiteX10" fmla="*/ 166783 w 195548"/>
                    <a:gd name="connsiteY10" fmla="*/ 46196 h 165830"/>
                    <a:gd name="connsiteX11" fmla="*/ 184023 w 195548"/>
                    <a:gd name="connsiteY11" fmla="*/ 30194 h 165830"/>
                    <a:gd name="connsiteX12" fmla="*/ 195548 w 195548"/>
                    <a:gd name="connsiteY12" fmla="*/ 26956 h 165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5548" h="165830">
                      <a:moveTo>
                        <a:pt x="195548" y="26956"/>
                      </a:moveTo>
                      <a:cubicBezTo>
                        <a:pt x="195548" y="26956"/>
                        <a:pt x="193358" y="25527"/>
                        <a:pt x="189643" y="23050"/>
                      </a:cubicBezTo>
                      <a:cubicBezTo>
                        <a:pt x="186023" y="20669"/>
                        <a:pt x="180880" y="17526"/>
                        <a:pt x="174879" y="14383"/>
                      </a:cubicBezTo>
                      <a:cubicBezTo>
                        <a:pt x="163068" y="8096"/>
                        <a:pt x="148685" y="1619"/>
                        <a:pt x="138017" y="0"/>
                      </a:cubicBezTo>
                      <a:cubicBezTo>
                        <a:pt x="138017" y="0"/>
                        <a:pt x="137732" y="7715"/>
                        <a:pt x="135160" y="20003"/>
                      </a:cubicBezTo>
                      <a:cubicBezTo>
                        <a:pt x="132493" y="32290"/>
                        <a:pt x="128016" y="48673"/>
                        <a:pt x="118396" y="66675"/>
                      </a:cubicBezTo>
                      <a:cubicBezTo>
                        <a:pt x="108871" y="84582"/>
                        <a:pt x="95060" y="103537"/>
                        <a:pt x="75629" y="120682"/>
                      </a:cubicBezTo>
                      <a:cubicBezTo>
                        <a:pt x="56293" y="137922"/>
                        <a:pt x="31242" y="153257"/>
                        <a:pt x="0" y="165830"/>
                      </a:cubicBezTo>
                      <a:cubicBezTo>
                        <a:pt x="0" y="165830"/>
                        <a:pt x="6668" y="164687"/>
                        <a:pt x="17812" y="161735"/>
                      </a:cubicBezTo>
                      <a:cubicBezTo>
                        <a:pt x="28766" y="158782"/>
                        <a:pt x="44196" y="153924"/>
                        <a:pt x="61627" y="146018"/>
                      </a:cubicBezTo>
                      <a:cubicBezTo>
                        <a:pt x="96298" y="130016"/>
                        <a:pt x="140399" y="102775"/>
                        <a:pt x="166783" y="46196"/>
                      </a:cubicBezTo>
                      <a:cubicBezTo>
                        <a:pt x="170783" y="37624"/>
                        <a:pt x="177832" y="32766"/>
                        <a:pt x="184023" y="30194"/>
                      </a:cubicBezTo>
                      <a:cubicBezTo>
                        <a:pt x="190405" y="27337"/>
                        <a:pt x="195548" y="26956"/>
                        <a:pt x="195548" y="26956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2" name="Forme libre : forme 2401">
                  <a:extLst>
                    <a:ext uri="{FF2B5EF4-FFF2-40B4-BE49-F238E27FC236}">
                      <a16:creationId xmlns:a16="http://schemas.microsoft.com/office/drawing/2014/main" id="{EDDF1969-59AF-4591-B0A3-B9E36673CDC6}"/>
                    </a:ext>
                  </a:extLst>
                </p:cNvPr>
                <p:cNvSpPr/>
                <p:nvPr/>
              </p:nvSpPr>
              <p:spPr>
                <a:xfrm>
                  <a:off x="11043112" y="3087352"/>
                  <a:ext cx="66865" cy="102965"/>
                </a:xfrm>
                <a:custGeom>
                  <a:avLst/>
                  <a:gdLst>
                    <a:gd name="connsiteX0" fmla="*/ 46101 w 66865"/>
                    <a:gd name="connsiteY0" fmla="*/ 98488 h 102965"/>
                    <a:gd name="connsiteX1" fmla="*/ 52959 w 66865"/>
                    <a:gd name="connsiteY1" fmla="*/ 99441 h 102965"/>
                    <a:gd name="connsiteX2" fmla="*/ 66865 w 66865"/>
                    <a:gd name="connsiteY2" fmla="*/ 102965 h 102965"/>
                    <a:gd name="connsiteX3" fmla="*/ 64103 w 66865"/>
                    <a:gd name="connsiteY3" fmla="*/ 93345 h 102965"/>
                    <a:gd name="connsiteX4" fmla="*/ 53530 w 66865"/>
                    <a:gd name="connsiteY4" fmla="*/ 68866 h 102965"/>
                    <a:gd name="connsiteX5" fmla="*/ 32956 w 66865"/>
                    <a:gd name="connsiteY5" fmla="*/ 35338 h 102965"/>
                    <a:gd name="connsiteX6" fmla="*/ 0 w 66865"/>
                    <a:gd name="connsiteY6" fmla="*/ 0 h 102965"/>
                    <a:gd name="connsiteX7" fmla="*/ 5620 w 66865"/>
                    <a:gd name="connsiteY7" fmla="*/ 7049 h 102965"/>
                    <a:gd name="connsiteX8" fmla="*/ 18764 w 66865"/>
                    <a:gd name="connsiteY8" fmla="*/ 27146 h 102965"/>
                    <a:gd name="connsiteX9" fmla="*/ 34290 w 66865"/>
                    <a:gd name="connsiteY9" fmla="*/ 58293 h 102965"/>
                    <a:gd name="connsiteX10" fmla="*/ 46101 w 66865"/>
                    <a:gd name="connsiteY10" fmla="*/ 98488 h 102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865" h="102965">
                      <a:moveTo>
                        <a:pt x="46101" y="98488"/>
                      </a:moveTo>
                      <a:cubicBezTo>
                        <a:pt x="46101" y="98488"/>
                        <a:pt x="48863" y="98774"/>
                        <a:pt x="52959" y="99441"/>
                      </a:cubicBezTo>
                      <a:cubicBezTo>
                        <a:pt x="56864" y="100203"/>
                        <a:pt x="62103" y="101346"/>
                        <a:pt x="66865" y="102965"/>
                      </a:cubicBezTo>
                      <a:cubicBezTo>
                        <a:pt x="66865" y="102965"/>
                        <a:pt x="66008" y="99441"/>
                        <a:pt x="64103" y="93345"/>
                      </a:cubicBezTo>
                      <a:cubicBezTo>
                        <a:pt x="62008" y="87344"/>
                        <a:pt x="58484" y="78867"/>
                        <a:pt x="53530" y="68866"/>
                      </a:cubicBezTo>
                      <a:cubicBezTo>
                        <a:pt x="48482" y="58769"/>
                        <a:pt x="42005" y="47054"/>
                        <a:pt x="32956" y="35338"/>
                      </a:cubicBezTo>
                      <a:cubicBezTo>
                        <a:pt x="24003" y="23527"/>
                        <a:pt x="13430" y="11049"/>
                        <a:pt x="0" y="0"/>
                      </a:cubicBezTo>
                      <a:cubicBezTo>
                        <a:pt x="0" y="0"/>
                        <a:pt x="2096" y="2477"/>
                        <a:pt x="5620" y="7049"/>
                      </a:cubicBezTo>
                      <a:cubicBezTo>
                        <a:pt x="9144" y="11525"/>
                        <a:pt x="13811" y="18479"/>
                        <a:pt x="18764" y="27146"/>
                      </a:cubicBezTo>
                      <a:cubicBezTo>
                        <a:pt x="23717" y="35909"/>
                        <a:pt x="29337" y="46292"/>
                        <a:pt x="34290" y="58293"/>
                      </a:cubicBezTo>
                      <a:cubicBezTo>
                        <a:pt x="38862" y="70580"/>
                        <a:pt x="43148" y="84106"/>
                        <a:pt x="46101" y="98488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403" name="Graphique 15">
                  <a:extLst>
                    <a:ext uri="{FF2B5EF4-FFF2-40B4-BE49-F238E27FC236}">
                      <a16:creationId xmlns:a16="http://schemas.microsoft.com/office/drawing/2014/main" id="{9191EAC3-534E-4049-84EE-4F93EC6552B8}"/>
                    </a:ext>
                  </a:extLst>
                </p:cNvPr>
                <p:cNvGrpSpPr/>
                <p:nvPr/>
              </p:nvGrpSpPr>
              <p:grpSpPr>
                <a:xfrm>
                  <a:off x="11011438" y="3157969"/>
                  <a:ext cx="57462" cy="107184"/>
                  <a:chOff x="11011438" y="3157969"/>
                  <a:chExt cx="57462" cy="107184"/>
                </a:xfrm>
                <a:solidFill>
                  <a:schemeClr val="accent1"/>
                </a:solidFill>
              </p:grpSpPr>
              <p:grpSp>
                <p:nvGrpSpPr>
                  <p:cNvPr id="2404" name="Graphique 15">
                    <a:extLst>
                      <a:ext uri="{FF2B5EF4-FFF2-40B4-BE49-F238E27FC236}">
                        <a16:creationId xmlns:a16="http://schemas.microsoft.com/office/drawing/2014/main" id="{CB2DB443-0EA7-4AE0-9776-5BCDDDE8F54A}"/>
                      </a:ext>
                    </a:extLst>
                  </p:cNvPr>
                  <p:cNvGrpSpPr/>
                  <p:nvPr/>
                </p:nvGrpSpPr>
                <p:grpSpPr>
                  <a:xfrm>
                    <a:off x="11031343" y="3157969"/>
                    <a:ext cx="37557" cy="38883"/>
                    <a:chOff x="11031343" y="3157969"/>
                    <a:chExt cx="37557" cy="38883"/>
                  </a:xfrm>
                  <a:solidFill>
                    <a:schemeClr val="accent1"/>
                  </a:solidFill>
                </p:grpSpPr>
                <p:sp>
                  <p:nvSpPr>
                    <p:cNvPr id="2405" name="Forme libre : forme 2404">
                      <a:extLst>
                        <a:ext uri="{FF2B5EF4-FFF2-40B4-BE49-F238E27FC236}">
                          <a16:creationId xmlns:a16="http://schemas.microsoft.com/office/drawing/2014/main" id="{7F61623F-C445-4889-9270-0325B405E6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31367" y="3157969"/>
                      <a:ext cx="37533" cy="38788"/>
                    </a:xfrm>
                    <a:custGeom>
                      <a:avLst/>
                      <a:gdLst>
                        <a:gd name="connsiteX0" fmla="*/ 31272 w 37533"/>
                        <a:gd name="connsiteY0" fmla="*/ 35396 h 38788"/>
                        <a:gd name="connsiteX1" fmla="*/ 4888 w 37533"/>
                        <a:gd name="connsiteY1" fmla="*/ 30634 h 38788"/>
                        <a:gd name="connsiteX2" fmla="*/ 5840 w 37533"/>
                        <a:gd name="connsiteY2" fmla="*/ 3773 h 38788"/>
                        <a:gd name="connsiteX3" fmla="*/ 32605 w 37533"/>
                        <a:gd name="connsiteY3" fmla="*/ 8250 h 38788"/>
                        <a:gd name="connsiteX4" fmla="*/ 31272 w 37533"/>
                        <a:gd name="connsiteY4" fmla="*/ 35396 h 387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533" h="38788">
                          <a:moveTo>
                            <a:pt x="31272" y="35396"/>
                          </a:moveTo>
                          <a:cubicBezTo>
                            <a:pt x="23461" y="41397"/>
                            <a:pt x="11650" y="39206"/>
                            <a:pt x="4888" y="30634"/>
                          </a:cubicBezTo>
                          <a:cubicBezTo>
                            <a:pt x="-1780" y="21871"/>
                            <a:pt x="-1780" y="10250"/>
                            <a:pt x="5840" y="3773"/>
                          </a:cubicBezTo>
                          <a:cubicBezTo>
                            <a:pt x="13270" y="-2513"/>
                            <a:pt x="25652" y="-894"/>
                            <a:pt x="32605" y="8250"/>
                          </a:cubicBezTo>
                          <a:cubicBezTo>
                            <a:pt x="39654" y="17299"/>
                            <a:pt x="39082" y="29491"/>
                            <a:pt x="31272" y="3539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06" name="Forme libre : forme 2405">
                      <a:extLst>
                        <a:ext uri="{FF2B5EF4-FFF2-40B4-BE49-F238E27FC236}">
                          <a16:creationId xmlns:a16="http://schemas.microsoft.com/office/drawing/2014/main" id="{39A239F9-7E4D-405E-8273-2894999183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31343" y="3158218"/>
                      <a:ext cx="36343" cy="38634"/>
                    </a:xfrm>
                    <a:custGeom>
                      <a:avLst/>
                      <a:gdLst>
                        <a:gd name="connsiteX0" fmla="*/ 18532 w 36343"/>
                        <a:gd name="connsiteY0" fmla="*/ 19621 h 38634"/>
                        <a:gd name="connsiteX1" fmla="*/ 14341 w 36343"/>
                        <a:gd name="connsiteY1" fmla="*/ 0 h 38634"/>
                        <a:gd name="connsiteX2" fmla="*/ 5769 w 36343"/>
                        <a:gd name="connsiteY2" fmla="*/ 3620 h 38634"/>
                        <a:gd name="connsiteX3" fmla="*/ 4816 w 36343"/>
                        <a:gd name="connsiteY3" fmla="*/ 30480 h 38634"/>
                        <a:gd name="connsiteX4" fmla="*/ 31201 w 36343"/>
                        <a:gd name="connsiteY4" fmla="*/ 35242 h 38634"/>
                        <a:gd name="connsiteX5" fmla="*/ 36344 w 36343"/>
                        <a:gd name="connsiteY5" fmla="*/ 27908 h 38634"/>
                        <a:gd name="connsiteX6" fmla="*/ 18532 w 36343"/>
                        <a:gd name="connsiteY6" fmla="*/ 19621 h 38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343" h="38634">
                          <a:moveTo>
                            <a:pt x="18532" y="19621"/>
                          </a:moveTo>
                          <a:cubicBezTo>
                            <a:pt x="13865" y="13525"/>
                            <a:pt x="12531" y="6191"/>
                            <a:pt x="14341" y="0"/>
                          </a:cubicBezTo>
                          <a:cubicBezTo>
                            <a:pt x="11198" y="381"/>
                            <a:pt x="8245" y="1524"/>
                            <a:pt x="5769" y="3620"/>
                          </a:cubicBezTo>
                          <a:cubicBezTo>
                            <a:pt x="-1756" y="10096"/>
                            <a:pt x="-1756" y="21717"/>
                            <a:pt x="4816" y="30480"/>
                          </a:cubicBezTo>
                          <a:cubicBezTo>
                            <a:pt x="11579" y="39053"/>
                            <a:pt x="23390" y="41243"/>
                            <a:pt x="31201" y="35242"/>
                          </a:cubicBezTo>
                          <a:cubicBezTo>
                            <a:pt x="33677" y="33338"/>
                            <a:pt x="35392" y="30766"/>
                            <a:pt x="36344" y="27908"/>
                          </a:cubicBezTo>
                          <a:cubicBezTo>
                            <a:pt x="30058" y="28384"/>
                            <a:pt x="23200" y="25527"/>
                            <a:pt x="18532" y="196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07" name="Forme libre : forme 2406">
                      <a:extLst>
                        <a:ext uri="{FF2B5EF4-FFF2-40B4-BE49-F238E27FC236}">
                          <a16:creationId xmlns:a16="http://schemas.microsoft.com/office/drawing/2014/main" id="{AAD4511C-F840-4E33-90BC-702667DB28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49251" y="3172549"/>
                      <a:ext cx="15995" cy="18201"/>
                    </a:xfrm>
                    <a:custGeom>
                      <a:avLst/>
                      <a:gdLst>
                        <a:gd name="connsiteX0" fmla="*/ 15293 w 15995"/>
                        <a:gd name="connsiteY0" fmla="*/ 13100 h 18201"/>
                        <a:gd name="connsiteX1" fmla="*/ 4625 w 15995"/>
                        <a:gd name="connsiteY1" fmla="*/ 17291 h 18201"/>
                        <a:gd name="connsiteX2" fmla="*/ 720 w 15995"/>
                        <a:gd name="connsiteY2" fmla="*/ 5195 h 18201"/>
                        <a:gd name="connsiteX3" fmla="*/ 11292 w 15995"/>
                        <a:gd name="connsiteY3" fmla="*/ 908 h 18201"/>
                        <a:gd name="connsiteX4" fmla="*/ 15293 w 15995"/>
                        <a:gd name="connsiteY4" fmla="*/ 13100 h 18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95" h="18201">
                          <a:moveTo>
                            <a:pt x="15293" y="13100"/>
                          </a:moveTo>
                          <a:cubicBezTo>
                            <a:pt x="13388" y="17577"/>
                            <a:pt x="8625" y="19482"/>
                            <a:pt x="4625" y="17291"/>
                          </a:cubicBezTo>
                          <a:cubicBezTo>
                            <a:pt x="624" y="15100"/>
                            <a:pt x="-1090" y="9767"/>
                            <a:pt x="720" y="5195"/>
                          </a:cubicBezTo>
                          <a:cubicBezTo>
                            <a:pt x="2529" y="623"/>
                            <a:pt x="7292" y="-1283"/>
                            <a:pt x="11292" y="908"/>
                          </a:cubicBezTo>
                          <a:cubicBezTo>
                            <a:pt x="15293" y="3194"/>
                            <a:pt x="17103" y="8624"/>
                            <a:pt x="15293" y="1310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08" name="Forme libre : forme 2407">
                      <a:extLst>
                        <a:ext uri="{FF2B5EF4-FFF2-40B4-BE49-F238E27FC236}">
                          <a16:creationId xmlns:a16="http://schemas.microsoft.com/office/drawing/2014/main" id="{40A1498C-F8EB-4A1C-B414-C41B22B232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54027" y="3170766"/>
                      <a:ext cx="6244" cy="6431"/>
                    </a:xfrm>
                    <a:custGeom>
                      <a:avLst/>
                      <a:gdLst>
                        <a:gd name="connsiteX0" fmla="*/ 5182 w 6244"/>
                        <a:gd name="connsiteY0" fmla="*/ 5835 h 6431"/>
                        <a:gd name="connsiteX1" fmla="*/ 801 w 6244"/>
                        <a:gd name="connsiteY1" fmla="*/ 5073 h 6431"/>
                        <a:gd name="connsiteX2" fmla="*/ 991 w 6244"/>
                        <a:gd name="connsiteY2" fmla="*/ 597 h 6431"/>
                        <a:gd name="connsiteX3" fmla="*/ 5373 w 6244"/>
                        <a:gd name="connsiteY3" fmla="*/ 1359 h 6431"/>
                        <a:gd name="connsiteX4" fmla="*/ 5182 w 6244"/>
                        <a:gd name="connsiteY4" fmla="*/ 5835 h 6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44" h="6431">
                          <a:moveTo>
                            <a:pt x="5182" y="5835"/>
                          </a:moveTo>
                          <a:cubicBezTo>
                            <a:pt x="3944" y="6883"/>
                            <a:pt x="1944" y="6502"/>
                            <a:pt x="801" y="5073"/>
                          </a:cubicBezTo>
                          <a:cubicBezTo>
                            <a:pt x="-342" y="3645"/>
                            <a:pt x="-247" y="1644"/>
                            <a:pt x="991" y="597"/>
                          </a:cubicBezTo>
                          <a:cubicBezTo>
                            <a:pt x="2230" y="-451"/>
                            <a:pt x="4230" y="-70"/>
                            <a:pt x="5373" y="1359"/>
                          </a:cubicBezTo>
                          <a:cubicBezTo>
                            <a:pt x="6611" y="2787"/>
                            <a:pt x="6516" y="4788"/>
                            <a:pt x="5182" y="583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409" name="Graphique 15">
                    <a:extLst>
                      <a:ext uri="{FF2B5EF4-FFF2-40B4-BE49-F238E27FC236}">
                        <a16:creationId xmlns:a16="http://schemas.microsoft.com/office/drawing/2014/main" id="{E8577B40-9630-43ED-B4B2-CCA8EF7E5363}"/>
                      </a:ext>
                    </a:extLst>
                  </p:cNvPr>
                  <p:cNvGrpSpPr/>
                  <p:nvPr/>
                </p:nvGrpSpPr>
                <p:grpSpPr>
                  <a:xfrm>
                    <a:off x="11016023" y="3191034"/>
                    <a:ext cx="37142" cy="37940"/>
                    <a:chOff x="11016023" y="3191034"/>
                    <a:chExt cx="37142" cy="37940"/>
                  </a:xfrm>
                  <a:solidFill>
                    <a:schemeClr val="accent1"/>
                  </a:solidFill>
                </p:grpSpPr>
                <p:sp>
                  <p:nvSpPr>
                    <p:cNvPr id="2410" name="Forme libre : forme 2409">
                      <a:extLst>
                        <a:ext uri="{FF2B5EF4-FFF2-40B4-BE49-F238E27FC236}">
                          <a16:creationId xmlns:a16="http://schemas.microsoft.com/office/drawing/2014/main" id="{79BB66B4-8748-4146-B288-A3325D098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16023" y="3191034"/>
                      <a:ext cx="37142" cy="37940"/>
                    </a:xfrm>
                    <a:custGeom>
                      <a:avLst/>
                      <a:gdLst>
                        <a:gd name="connsiteX0" fmla="*/ 30519 w 37142"/>
                        <a:gd name="connsiteY0" fmla="*/ 34621 h 37940"/>
                        <a:gd name="connsiteX1" fmla="*/ 4420 w 37142"/>
                        <a:gd name="connsiteY1" fmla="*/ 30049 h 37940"/>
                        <a:gd name="connsiteX2" fmla="*/ 6325 w 37142"/>
                        <a:gd name="connsiteY2" fmla="*/ 3665 h 37940"/>
                        <a:gd name="connsiteX3" fmla="*/ 32519 w 37142"/>
                        <a:gd name="connsiteY3" fmla="*/ 8141 h 37940"/>
                        <a:gd name="connsiteX4" fmla="*/ 30519 w 37142"/>
                        <a:gd name="connsiteY4" fmla="*/ 34621 h 37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142" h="37940">
                          <a:moveTo>
                            <a:pt x="30519" y="34621"/>
                          </a:moveTo>
                          <a:cubicBezTo>
                            <a:pt x="22708" y="40431"/>
                            <a:pt x="10992" y="38431"/>
                            <a:pt x="4420" y="30049"/>
                          </a:cubicBezTo>
                          <a:cubicBezTo>
                            <a:pt x="-2152" y="21762"/>
                            <a:pt x="-1295" y="9951"/>
                            <a:pt x="6325" y="3665"/>
                          </a:cubicBezTo>
                          <a:cubicBezTo>
                            <a:pt x="13945" y="-2622"/>
                            <a:pt x="25661" y="-622"/>
                            <a:pt x="32519" y="8141"/>
                          </a:cubicBezTo>
                          <a:cubicBezTo>
                            <a:pt x="39377" y="16904"/>
                            <a:pt x="38520" y="28715"/>
                            <a:pt x="30519" y="3462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11" name="Forme libre : forme 2410">
                      <a:extLst>
                        <a:ext uri="{FF2B5EF4-FFF2-40B4-BE49-F238E27FC236}">
                          <a16:creationId xmlns:a16="http://schemas.microsoft.com/office/drawing/2014/main" id="{D4360A2A-B658-4F2A-9819-C86637B12A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16023" y="3191270"/>
                      <a:ext cx="35852" cy="37636"/>
                    </a:xfrm>
                    <a:custGeom>
                      <a:avLst/>
                      <a:gdLst>
                        <a:gd name="connsiteX0" fmla="*/ 18231 w 35852"/>
                        <a:gd name="connsiteY0" fmla="*/ 19241 h 37636"/>
                        <a:gd name="connsiteX1" fmla="*/ 14802 w 35852"/>
                        <a:gd name="connsiteY1" fmla="*/ 0 h 37636"/>
                        <a:gd name="connsiteX2" fmla="*/ 6325 w 35852"/>
                        <a:gd name="connsiteY2" fmla="*/ 3429 h 37636"/>
                        <a:gd name="connsiteX3" fmla="*/ 4420 w 35852"/>
                        <a:gd name="connsiteY3" fmla="*/ 29813 h 37636"/>
                        <a:gd name="connsiteX4" fmla="*/ 30519 w 35852"/>
                        <a:gd name="connsiteY4" fmla="*/ 34385 h 37636"/>
                        <a:gd name="connsiteX5" fmla="*/ 35853 w 35852"/>
                        <a:gd name="connsiteY5" fmla="*/ 27242 h 37636"/>
                        <a:gd name="connsiteX6" fmla="*/ 18231 w 35852"/>
                        <a:gd name="connsiteY6" fmla="*/ 19241 h 37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52" h="37636">
                          <a:moveTo>
                            <a:pt x="18231" y="19241"/>
                          </a:moveTo>
                          <a:cubicBezTo>
                            <a:pt x="13659" y="13430"/>
                            <a:pt x="12707" y="6096"/>
                            <a:pt x="14802" y="0"/>
                          </a:cubicBezTo>
                          <a:cubicBezTo>
                            <a:pt x="11754" y="286"/>
                            <a:pt x="8801" y="1429"/>
                            <a:pt x="6325" y="3429"/>
                          </a:cubicBezTo>
                          <a:cubicBezTo>
                            <a:pt x="-1295" y="9716"/>
                            <a:pt x="-2152" y="21431"/>
                            <a:pt x="4420" y="29813"/>
                          </a:cubicBezTo>
                          <a:cubicBezTo>
                            <a:pt x="10897" y="38100"/>
                            <a:pt x="22708" y="40100"/>
                            <a:pt x="30519" y="34385"/>
                          </a:cubicBezTo>
                          <a:cubicBezTo>
                            <a:pt x="32995" y="32480"/>
                            <a:pt x="34805" y="30004"/>
                            <a:pt x="35853" y="27242"/>
                          </a:cubicBezTo>
                          <a:cubicBezTo>
                            <a:pt x="29471" y="27718"/>
                            <a:pt x="22708" y="24955"/>
                            <a:pt x="18231" y="1924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12" name="Forme libre : forme 2411">
                      <a:extLst>
                        <a:ext uri="{FF2B5EF4-FFF2-40B4-BE49-F238E27FC236}">
                          <a16:creationId xmlns:a16="http://schemas.microsoft.com/office/drawing/2014/main" id="{491A1012-0CE0-4AF4-82B9-6C102B39B4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33551" y="3205466"/>
                      <a:ext cx="15941" cy="17630"/>
                    </a:xfrm>
                    <a:custGeom>
                      <a:avLst/>
                      <a:gdLst>
                        <a:gd name="connsiteX0" fmla="*/ 15086 w 15941"/>
                        <a:gd name="connsiteY0" fmla="*/ 12664 h 17630"/>
                        <a:gd name="connsiteX1" fmla="*/ 4418 w 15941"/>
                        <a:gd name="connsiteY1" fmla="*/ 16760 h 17630"/>
                        <a:gd name="connsiteX2" fmla="*/ 799 w 15941"/>
                        <a:gd name="connsiteY2" fmla="*/ 5044 h 17630"/>
                        <a:gd name="connsiteX3" fmla="*/ 11371 w 15941"/>
                        <a:gd name="connsiteY3" fmla="*/ 853 h 17630"/>
                        <a:gd name="connsiteX4" fmla="*/ 15086 w 15941"/>
                        <a:gd name="connsiteY4" fmla="*/ 12664 h 17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41" h="17630">
                          <a:moveTo>
                            <a:pt x="15086" y="12664"/>
                          </a:moveTo>
                          <a:cubicBezTo>
                            <a:pt x="13086" y="17045"/>
                            <a:pt x="8323" y="18855"/>
                            <a:pt x="4418" y="16760"/>
                          </a:cubicBezTo>
                          <a:cubicBezTo>
                            <a:pt x="513" y="14664"/>
                            <a:pt x="-1106" y="9521"/>
                            <a:pt x="799" y="5044"/>
                          </a:cubicBezTo>
                          <a:cubicBezTo>
                            <a:pt x="2704" y="662"/>
                            <a:pt x="7466" y="-1243"/>
                            <a:pt x="11371" y="853"/>
                          </a:cubicBezTo>
                          <a:cubicBezTo>
                            <a:pt x="15467" y="2948"/>
                            <a:pt x="17087" y="8282"/>
                            <a:pt x="15086" y="1266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13" name="Forme libre : forme 2412">
                      <a:extLst>
                        <a:ext uri="{FF2B5EF4-FFF2-40B4-BE49-F238E27FC236}">
                          <a16:creationId xmlns:a16="http://schemas.microsoft.com/office/drawing/2014/main" id="{0BA865B3-DC1F-4119-8583-A1D4438DC7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38677" y="3203532"/>
                      <a:ext cx="6051" cy="6295"/>
                    </a:xfrm>
                    <a:custGeom>
                      <a:avLst/>
                      <a:gdLst>
                        <a:gd name="connsiteX0" fmla="*/ 5006 w 6051"/>
                        <a:gd name="connsiteY0" fmla="*/ 5740 h 6295"/>
                        <a:gd name="connsiteX1" fmla="*/ 720 w 6051"/>
                        <a:gd name="connsiteY1" fmla="*/ 4978 h 6295"/>
                        <a:gd name="connsiteX2" fmla="*/ 1006 w 6051"/>
                        <a:gd name="connsiteY2" fmla="*/ 597 h 6295"/>
                        <a:gd name="connsiteX3" fmla="*/ 5292 w 6051"/>
                        <a:gd name="connsiteY3" fmla="*/ 1358 h 6295"/>
                        <a:gd name="connsiteX4" fmla="*/ 5006 w 6051"/>
                        <a:gd name="connsiteY4" fmla="*/ 5740 h 6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1" h="6295">
                          <a:moveTo>
                            <a:pt x="5006" y="5740"/>
                          </a:moveTo>
                          <a:cubicBezTo>
                            <a:pt x="3768" y="6693"/>
                            <a:pt x="1768" y="6407"/>
                            <a:pt x="720" y="4978"/>
                          </a:cubicBezTo>
                          <a:cubicBezTo>
                            <a:pt x="-327" y="3549"/>
                            <a:pt x="-232" y="1644"/>
                            <a:pt x="1006" y="597"/>
                          </a:cubicBezTo>
                          <a:cubicBezTo>
                            <a:pt x="2244" y="-451"/>
                            <a:pt x="4245" y="-70"/>
                            <a:pt x="5292" y="1358"/>
                          </a:cubicBezTo>
                          <a:cubicBezTo>
                            <a:pt x="6435" y="2787"/>
                            <a:pt x="6245" y="4787"/>
                            <a:pt x="5006" y="57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414" name="Graphique 15">
                    <a:extLst>
                      <a:ext uri="{FF2B5EF4-FFF2-40B4-BE49-F238E27FC236}">
                        <a16:creationId xmlns:a16="http://schemas.microsoft.com/office/drawing/2014/main" id="{E1DB9D67-E0F7-491C-A330-AF9A8DD438FA}"/>
                      </a:ext>
                    </a:extLst>
                  </p:cNvPr>
                  <p:cNvGrpSpPr/>
                  <p:nvPr/>
                </p:nvGrpSpPr>
                <p:grpSpPr>
                  <a:xfrm>
                    <a:off x="11011438" y="3227868"/>
                    <a:ext cx="36466" cy="37285"/>
                    <a:chOff x="11011438" y="3227868"/>
                    <a:chExt cx="36466" cy="37285"/>
                  </a:xfrm>
                  <a:solidFill>
                    <a:schemeClr val="accent1"/>
                  </a:solidFill>
                </p:grpSpPr>
                <p:sp>
                  <p:nvSpPr>
                    <p:cNvPr id="2415" name="Forme libre : forme 2414">
                      <a:extLst>
                        <a:ext uri="{FF2B5EF4-FFF2-40B4-BE49-F238E27FC236}">
                          <a16:creationId xmlns:a16="http://schemas.microsoft.com/office/drawing/2014/main" id="{CDF0C363-EDBC-422F-9417-A658B5273A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11533" y="3227868"/>
                      <a:ext cx="36371" cy="37260"/>
                    </a:xfrm>
                    <a:custGeom>
                      <a:avLst/>
                      <a:gdLst>
                        <a:gd name="connsiteX0" fmla="*/ 29198 w 36371"/>
                        <a:gd name="connsiteY0" fmla="*/ 34173 h 37260"/>
                        <a:gd name="connsiteX1" fmla="*/ 3766 w 36371"/>
                        <a:gd name="connsiteY1" fmla="*/ 29220 h 37260"/>
                        <a:gd name="connsiteX2" fmla="*/ 6719 w 36371"/>
                        <a:gd name="connsiteY2" fmla="*/ 3502 h 37260"/>
                        <a:gd name="connsiteX3" fmla="*/ 32532 w 36371"/>
                        <a:gd name="connsiteY3" fmla="*/ 8169 h 37260"/>
                        <a:gd name="connsiteX4" fmla="*/ 29198 w 36371"/>
                        <a:gd name="connsiteY4" fmla="*/ 34173 h 37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371" h="37260">
                          <a:moveTo>
                            <a:pt x="29198" y="34173"/>
                          </a:moveTo>
                          <a:cubicBezTo>
                            <a:pt x="21102" y="39792"/>
                            <a:pt x="9767" y="37506"/>
                            <a:pt x="3766" y="29220"/>
                          </a:cubicBezTo>
                          <a:cubicBezTo>
                            <a:pt x="-2044" y="20742"/>
                            <a:pt x="-1187" y="9598"/>
                            <a:pt x="6719" y="3502"/>
                          </a:cubicBezTo>
                          <a:cubicBezTo>
                            <a:pt x="14435" y="-2499"/>
                            <a:pt x="26436" y="-689"/>
                            <a:pt x="32532" y="8169"/>
                          </a:cubicBezTo>
                          <a:cubicBezTo>
                            <a:pt x="38723" y="16837"/>
                            <a:pt x="37295" y="28553"/>
                            <a:pt x="29198" y="3417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16" name="Forme libre : forme 2415">
                      <a:extLst>
                        <a:ext uri="{FF2B5EF4-FFF2-40B4-BE49-F238E27FC236}">
                          <a16:creationId xmlns:a16="http://schemas.microsoft.com/office/drawing/2014/main" id="{DD61EFB4-6E8B-4F10-8A55-D638533103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11438" y="3228036"/>
                      <a:ext cx="34817" cy="37116"/>
                    </a:xfrm>
                    <a:custGeom>
                      <a:avLst/>
                      <a:gdLst>
                        <a:gd name="connsiteX0" fmla="*/ 17959 w 34817"/>
                        <a:gd name="connsiteY0" fmla="*/ 18859 h 37116"/>
                        <a:gd name="connsiteX1" fmla="*/ 15387 w 34817"/>
                        <a:gd name="connsiteY1" fmla="*/ 0 h 37116"/>
                        <a:gd name="connsiteX2" fmla="*/ 6719 w 34817"/>
                        <a:gd name="connsiteY2" fmla="*/ 3334 h 37116"/>
                        <a:gd name="connsiteX3" fmla="*/ 3767 w 34817"/>
                        <a:gd name="connsiteY3" fmla="*/ 29051 h 37116"/>
                        <a:gd name="connsiteX4" fmla="*/ 29198 w 34817"/>
                        <a:gd name="connsiteY4" fmla="*/ 34004 h 37116"/>
                        <a:gd name="connsiteX5" fmla="*/ 34818 w 34817"/>
                        <a:gd name="connsiteY5" fmla="*/ 27051 h 37116"/>
                        <a:gd name="connsiteX6" fmla="*/ 17959 w 34817"/>
                        <a:gd name="connsiteY6" fmla="*/ 18859 h 37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817" h="37116">
                          <a:moveTo>
                            <a:pt x="17959" y="18859"/>
                          </a:moveTo>
                          <a:cubicBezTo>
                            <a:pt x="13863" y="12954"/>
                            <a:pt x="13101" y="5905"/>
                            <a:pt x="15387" y="0"/>
                          </a:cubicBezTo>
                          <a:cubicBezTo>
                            <a:pt x="12339" y="286"/>
                            <a:pt x="9291" y="1333"/>
                            <a:pt x="6719" y="3334"/>
                          </a:cubicBezTo>
                          <a:cubicBezTo>
                            <a:pt x="-1187" y="9430"/>
                            <a:pt x="-2044" y="20574"/>
                            <a:pt x="3767" y="29051"/>
                          </a:cubicBezTo>
                          <a:cubicBezTo>
                            <a:pt x="9767" y="37433"/>
                            <a:pt x="21102" y="39624"/>
                            <a:pt x="29198" y="34004"/>
                          </a:cubicBezTo>
                          <a:cubicBezTo>
                            <a:pt x="31770" y="32195"/>
                            <a:pt x="33580" y="29813"/>
                            <a:pt x="34818" y="27051"/>
                          </a:cubicBezTo>
                          <a:cubicBezTo>
                            <a:pt x="28532" y="27432"/>
                            <a:pt x="22054" y="24575"/>
                            <a:pt x="17959" y="188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17" name="Forme libre : forme 2416">
                      <a:extLst>
                        <a:ext uri="{FF2B5EF4-FFF2-40B4-BE49-F238E27FC236}">
                          <a16:creationId xmlns:a16="http://schemas.microsoft.com/office/drawing/2014/main" id="{52053923-D71F-4191-944C-DE0AD9F17B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28528" y="3242056"/>
                      <a:ext cx="15642" cy="17413"/>
                    </a:xfrm>
                    <a:custGeom>
                      <a:avLst/>
                      <a:gdLst>
                        <a:gd name="connsiteX0" fmla="*/ 14584 w 15642"/>
                        <a:gd name="connsiteY0" fmla="*/ 12650 h 17413"/>
                        <a:gd name="connsiteX1" fmla="*/ 3916 w 15642"/>
                        <a:gd name="connsiteY1" fmla="*/ 16460 h 17413"/>
                        <a:gd name="connsiteX2" fmla="*/ 1058 w 15642"/>
                        <a:gd name="connsiteY2" fmla="*/ 4839 h 17413"/>
                        <a:gd name="connsiteX3" fmla="*/ 11727 w 15642"/>
                        <a:gd name="connsiteY3" fmla="*/ 934 h 17413"/>
                        <a:gd name="connsiteX4" fmla="*/ 14584 w 15642"/>
                        <a:gd name="connsiteY4" fmla="*/ 12650 h 174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642" h="17413">
                          <a:moveTo>
                            <a:pt x="14584" y="12650"/>
                          </a:moveTo>
                          <a:cubicBezTo>
                            <a:pt x="12393" y="16936"/>
                            <a:pt x="7631" y="18650"/>
                            <a:pt x="3916" y="16460"/>
                          </a:cubicBezTo>
                          <a:cubicBezTo>
                            <a:pt x="201" y="14364"/>
                            <a:pt x="-1132" y="9125"/>
                            <a:pt x="1058" y="4839"/>
                          </a:cubicBezTo>
                          <a:cubicBezTo>
                            <a:pt x="3154" y="553"/>
                            <a:pt x="7916" y="-1257"/>
                            <a:pt x="11727" y="934"/>
                          </a:cubicBezTo>
                          <a:cubicBezTo>
                            <a:pt x="15441" y="3029"/>
                            <a:pt x="16775" y="8363"/>
                            <a:pt x="14584" y="1265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18" name="Forme libre : forme 2417">
                      <a:extLst>
                        <a:ext uri="{FF2B5EF4-FFF2-40B4-BE49-F238E27FC236}">
                          <a16:creationId xmlns:a16="http://schemas.microsoft.com/office/drawing/2014/main" id="{517EC2BA-5F03-44E1-BF1B-DD1E13693C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33904" y="3240180"/>
                      <a:ext cx="5965" cy="6191"/>
                    </a:xfrm>
                    <a:custGeom>
                      <a:avLst/>
                      <a:gdLst>
                        <a:gd name="connsiteX0" fmla="*/ 4827 w 5965"/>
                        <a:gd name="connsiteY0" fmla="*/ 5668 h 6191"/>
                        <a:gd name="connsiteX1" fmla="*/ 636 w 5965"/>
                        <a:gd name="connsiteY1" fmla="*/ 4810 h 6191"/>
                        <a:gd name="connsiteX2" fmla="*/ 1208 w 5965"/>
                        <a:gd name="connsiteY2" fmla="*/ 524 h 6191"/>
                        <a:gd name="connsiteX3" fmla="*/ 5399 w 5965"/>
                        <a:gd name="connsiteY3" fmla="*/ 1381 h 6191"/>
                        <a:gd name="connsiteX4" fmla="*/ 4827 w 5965"/>
                        <a:gd name="connsiteY4" fmla="*/ 5668 h 6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65" h="6191">
                          <a:moveTo>
                            <a:pt x="4827" y="5668"/>
                          </a:moveTo>
                          <a:cubicBezTo>
                            <a:pt x="3493" y="6620"/>
                            <a:pt x="1589" y="6239"/>
                            <a:pt x="636" y="4810"/>
                          </a:cubicBezTo>
                          <a:cubicBezTo>
                            <a:pt x="-412" y="3382"/>
                            <a:pt x="-126" y="1477"/>
                            <a:pt x="1208" y="524"/>
                          </a:cubicBezTo>
                          <a:cubicBezTo>
                            <a:pt x="2541" y="-428"/>
                            <a:pt x="4351" y="-47"/>
                            <a:pt x="5399" y="1381"/>
                          </a:cubicBezTo>
                          <a:cubicBezTo>
                            <a:pt x="6351" y="2715"/>
                            <a:pt x="6065" y="4715"/>
                            <a:pt x="4827" y="566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419" name="Graphique 15">
                  <a:extLst>
                    <a:ext uri="{FF2B5EF4-FFF2-40B4-BE49-F238E27FC236}">
                      <a16:creationId xmlns:a16="http://schemas.microsoft.com/office/drawing/2014/main" id="{36A0D7C3-ED05-42B3-95E7-EF795770E320}"/>
                    </a:ext>
                  </a:extLst>
                </p:cNvPr>
                <p:cNvGrpSpPr/>
                <p:nvPr/>
              </p:nvGrpSpPr>
              <p:grpSpPr>
                <a:xfrm>
                  <a:off x="10897374" y="3197140"/>
                  <a:ext cx="55238" cy="101036"/>
                  <a:chOff x="10897374" y="3197140"/>
                  <a:chExt cx="55238" cy="101036"/>
                </a:xfrm>
                <a:solidFill>
                  <a:schemeClr val="accent1"/>
                </a:solidFill>
              </p:grpSpPr>
              <p:grpSp>
                <p:nvGrpSpPr>
                  <p:cNvPr id="2420" name="Graphique 15">
                    <a:extLst>
                      <a:ext uri="{FF2B5EF4-FFF2-40B4-BE49-F238E27FC236}">
                        <a16:creationId xmlns:a16="http://schemas.microsoft.com/office/drawing/2014/main" id="{FDDD74CA-50D9-440A-B65B-1B8897D1A911}"/>
                      </a:ext>
                    </a:extLst>
                  </p:cNvPr>
                  <p:cNvGrpSpPr/>
                  <p:nvPr/>
                </p:nvGrpSpPr>
                <p:grpSpPr>
                  <a:xfrm>
                    <a:off x="10917013" y="3197140"/>
                    <a:ext cx="35599" cy="35742"/>
                    <a:chOff x="10917013" y="3197140"/>
                    <a:chExt cx="35599" cy="35742"/>
                  </a:xfrm>
                  <a:solidFill>
                    <a:schemeClr val="accent1"/>
                  </a:solidFill>
                </p:grpSpPr>
                <p:sp>
                  <p:nvSpPr>
                    <p:cNvPr id="2421" name="Forme libre : forme 2420">
                      <a:extLst>
                        <a:ext uri="{FF2B5EF4-FFF2-40B4-BE49-F238E27FC236}">
                          <a16:creationId xmlns:a16="http://schemas.microsoft.com/office/drawing/2014/main" id="{42E34E1C-FF8D-4C04-BFCA-6350F97D16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7013" y="3197140"/>
                      <a:ext cx="35599" cy="35742"/>
                    </a:xfrm>
                    <a:custGeom>
                      <a:avLst/>
                      <a:gdLst>
                        <a:gd name="connsiteX0" fmla="*/ 29516 w 35599"/>
                        <a:gd name="connsiteY0" fmla="*/ 31373 h 35742"/>
                        <a:gd name="connsiteX1" fmla="*/ 4560 w 35599"/>
                        <a:gd name="connsiteY1" fmla="*/ 29754 h 35742"/>
                        <a:gd name="connsiteX2" fmla="*/ 5608 w 35599"/>
                        <a:gd name="connsiteY2" fmla="*/ 4798 h 35742"/>
                        <a:gd name="connsiteX3" fmla="*/ 31040 w 35599"/>
                        <a:gd name="connsiteY3" fmla="*/ 5941 h 35742"/>
                        <a:gd name="connsiteX4" fmla="*/ 29516 w 35599"/>
                        <a:gd name="connsiteY4" fmla="*/ 31373 h 35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99" h="35742">
                          <a:moveTo>
                            <a:pt x="29516" y="31373"/>
                          </a:moveTo>
                          <a:cubicBezTo>
                            <a:pt x="21991" y="37755"/>
                            <a:pt x="10847" y="37088"/>
                            <a:pt x="4560" y="29754"/>
                          </a:cubicBezTo>
                          <a:cubicBezTo>
                            <a:pt x="-1821" y="22514"/>
                            <a:pt x="-1535" y="11561"/>
                            <a:pt x="5608" y="4798"/>
                          </a:cubicBezTo>
                          <a:cubicBezTo>
                            <a:pt x="12657" y="-1870"/>
                            <a:pt x="24373" y="-1679"/>
                            <a:pt x="31040" y="5941"/>
                          </a:cubicBezTo>
                          <a:cubicBezTo>
                            <a:pt x="37707" y="13561"/>
                            <a:pt x="36946" y="24991"/>
                            <a:pt x="29516" y="3137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22" name="Forme libre : forme 2421">
                      <a:extLst>
                        <a:ext uri="{FF2B5EF4-FFF2-40B4-BE49-F238E27FC236}">
                          <a16:creationId xmlns:a16="http://schemas.microsoft.com/office/drawing/2014/main" id="{415A9B7A-5107-4FF6-AAB3-973E31FDAD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7074" y="3197651"/>
                      <a:ext cx="34503" cy="35198"/>
                    </a:xfrm>
                    <a:custGeom>
                      <a:avLst/>
                      <a:gdLst>
                        <a:gd name="connsiteX0" fmla="*/ 17549 w 34503"/>
                        <a:gd name="connsiteY0" fmla="*/ 17717 h 35198"/>
                        <a:gd name="connsiteX1" fmla="*/ 13738 w 34503"/>
                        <a:gd name="connsiteY1" fmla="*/ 0 h 35198"/>
                        <a:gd name="connsiteX2" fmla="*/ 5642 w 34503"/>
                        <a:gd name="connsiteY2" fmla="*/ 4286 h 35198"/>
                        <a:gd name="connsiteX3" fmla="*/ 4594 w 34503"/>
                        <a:gd name="connsiteY3" fmla="*/ 29242 h 35198"/>
                        <a:gd name="connsiteX4" fmla="*/ 29550 w 34503"/>
                        <a:gd name="connsiteY4" fmla="*/ 30861 h 35198"/>
                        <a:gd name="connsiteX5" fmla="*/ 34503 w 34503"/>
                        <a:gd name="connsiteY5" fmla="*/ 23527 h 35198"/>
                        <a:gd name="connsiteX6" fmla="*/ 17549 w 34503"/>
                        <a:gd name="connsiteY6" fmla="*/ 17717 h 35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03" h="35198">
                          <a:moveTo>
                            <a:pt x="17549" y="17717"/>
                          </a:moveTo>
                          <a:cubicBezTo>
                            <a:pt x="13262" y="12573"/>
                            <a:pt x="11738" y="6096"/>
                            <a:pt x="13738" y="0"/>
                          </a:cubicBezTo>
                          <a:cubicBezTo>
                            <a:pt x="10786" y="667"/>
                            <a:pt x="7928" y="2096"/>
                            <a:pt x="5642" y="4286"/>
                          </a:cubicBezTo>
                          <a:cubicBezTo>
                            <a:pt x="-1597" y="11144"/>
                            <a:pt x="-1787" y="22003"/>
                            <a:pt x="4594" y="29242"/>
                          </a:cubicBezTo>
                          <a:cubicBezTo>
                            <a:pt x="10881" y="36481"/>
                            <a:pt x="22025" y="37243"/>
                            <a:pt x="29550" y="30861"/>
                          </a:cubicBezTo>
                          <a:cubicBezTo>
                            <a:pt x="31931" y="28861"/>
                            <a:pt x="33551" y="26289"/>
                            <a:pt x="34503" y="23527"/>
                          </a:cubicBezTo>
                          <a:cubicBezTo>
                            <a:pt x="28312" y="24575"/>
                            <a:pt x="21835" y="22670"/>
                            <a:pt x="17549" y="177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23" name="Forme libre : forme 2422">
                      <a:extLst>
                        <a:ext uri="{FF2B5EF4-FFF2-40B4-BE49-F238E27FC236}">
                          <a16:creationId xmlns:a16="http://schemas.microsoft.com/office/drawing/2014/main" id="{9B614DD1-1DBF-467E-A867-EFEC1F7E8D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4070" y="3209715"/>
                      <a:ext cx="15090" cy="16899"/>
                    </a:xfrm>
                    <a:custGeom>
                      <a:avLst/>
                      <a:gdLst>
                        <a:gd name="connsiteX0" fmla="*/ 14364 w 15090"/>
                        <a:gd name="connsiteY0" fmla="*/ 11368 h 16899"/>
                        <a:gd name="connsiteX1" fmla="*/ 4267 w 15090"/>
                        <a:gd name="connsiteY1" fmla="*/ 16416 h 16899"/>
                        <a:gd name="connsiteX2" fmla="*/ 743 w 15090"/>
                        <a:gd name="connsiteY2" fmla="*/ 5653 h 16899"/>
                        <a:gd name="connsiteX3" fmla="*/ 10839 w 15090"/>
                        <a:gd name="connsiteY3" fmla="*/ 510 h 16899"/>
                        <a:gd name="connsiteX4" fmla="*/ 14364 w 15090"/>
                        <a:gd name="connsiteY4" fmla="*/ 11368 h 16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90" h="16899">
                          <a:moveTo>
                            <a:pt x="14364" y="11368"/>
                          </a:moveTo>
                          <a:cubicBezTo>
                            <a:pt x="12554" y="15749"/>
                            <a:pt x="7982" y="17940"/>
                            <a:pt x="4267" y="16416"/>
                          </a:cubicBezTo>
                          <a:cubicBezTo>
                            <a:pt x="553" y="14892"/>
                            <a:pt x="-1067" y="10035"/>
                            <a:pt x="743" y="5653"/>
                          </a:cubicBezTo>
                          <a:cubicBezTo>
                            <a:pt x="2553" y="1272"/>
                            <a:pt x="7029" y="-1110"/>
                            <a:pt x="10839" y="510"/>
                          </a:cubicBezTo>
                          <a:cubicBezTo>
                            <a:pt x="14459" y="2129"/>
                            <a:pt x="16173" y="6986"/>
                            <a:pt x="14364" y="1136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24" name="Forme libre : forme 2423">
                      <a:extLst>
                        <a:ext uri="{FF2B5EF4-FFF2-40B4-BE49-F238E27FC236}">
                          <a16:creationId xmlns:a16="http://schemas.microsoft.com/office/drawing/2014/main" id="{237FF9DF-C188-4108-8ED4-CD11C891F7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8665" y="3207980"/>
                      <a:ext cx="5822" cy="5917"/>
                    </a:xfrm>
                    <a:custGeom>
                      <a:avLst/>
                      <a:gdLst>
                        <a:gd name="connsiteX0" fmla="*/ 4816 w 5822"/>
                        <a:gd name="connsiteY0" fmla="*/ 5197 h 5917"/>
                        <a:gd name="connsiteX1" fmla="*/ 720 w 5822"/>
                        <a:gd name="connsiteY1" fmla="*/ 4911 h 5917"/>
                        <a:gd name="connsiteX2" fmla="*/ 1006 w 5822"/>
                        <a:gd name="connsiteY2" fmla="*/ 720 h 5917"/>
                        <a:gd name="connsiteX3" fmla="*/ 5102 w 5822"/>
                        <a:gd name="connsiteY3" fmla="*/ 1006 h 5917"/>
                        <a:gd name="connsiteX4" fmla="*/ 4816 w 5822"/>
                        <a:gd name="connsiteY4" fmla="*/ 5197 h 5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2" h="5917">
                          <a:moveTo>
                            <a:pt x="4816" y="5197"/>
                          </a:moveTo>
                          <a:cubicBezTo>
                            <a:pt x="3578" y="6245"/>
                            <a:pt x="1768" y="6150"/>
                            <a:pt x="720" y="4911"/>
                          </a:cubicBezTo>
                          <a:cubicBezTo>
                            <a:pt x="-327" y="3673"/>
                            <a:pt x="-232" y="1768"/>
                            <a:pt x="1006" y="720"/>
                          </a:cubicBezTo>
                          <a:cubicBezTo>
                            <a:pt x="2244" y="-327"/>
                            <a:pt x="4054" y="-232"/>
                            <a:pt x="5102" y="1006"/>
                          </a:cubicBezTo>
                          <a:cubicBezTo>
                            <a:pt x="6149" y="2244"/>
                            <a:pt x="6054" y="4149"/>
                            <a:pt x="4816" y="51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425" name="Graphique 15">
                    <a:extLst>
                      <a:ext uri="{FF2B5EF4-FFF2-40B4-BE49-F238E27FC236}">
                        <a16:creationId xmlns:a16="http://schemas.microsoft.com/office/drawing/2014/main" id="{AE73C688-409B-43BC-8F78-CECECBC4AD57}"/>
                      </a:ext>
                    </a:extLst>
                  </p:cNvPr>
                  <p:cNvGrpSpPr/>
                  <p:nvPr/>
                </p:nvGrpSpPr>
                <p:grpSpPr>
                  <a:xfrm>
                    <a:off x="10902259" y="3229393"/>
                    <a:ext cx="35060" cy="35125"/>
                    <a:chOff x="10902259" y="3229393"/>
                    <a:chExt cx="35060" cy="35125"/>
                  </a:xfrm>
                  <a:solidFill>
                    <a:schemeClr val="accent1"/>
                  </a:solidFill>
                </p:grpSpPr>
                <p:sp>
                  <p:nvSpPr>
                    <p:cNvPr id="2426" name="Forme libre : forme 2425">
                      <a:extLst>
                        <a:ext uri="{FF2B5EF4-FFF2-40B4-BE49-F238E27FC236}">
                          <a16:creationId xmlns:a16="http://schemas.microsoft.com/office/drawing/2014/main" id="{D7BEB7E1-90FE-4479-B613-74DFF67B97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02299" y="3229393"/>
                      <a:ext cx="35021" cy="35006"/>
                    </a:xfrm>
                    <a:custGeom>
                      <a:avLst/>
                      <a:gdLst>
                        <a:gd name="connsiteX0" fmla="*/ 28609 w 35021"/>
                        <a:gd name="connsiteY0" fmla="*/ 30647 h 35006"/>
                        <a:gd name="connsiteX1" fmla="*/ 3939 w 35021"/>
                        <a:gd name="connsiteY1" fmla="*/ 29314 h 35006"/>
                        <a:gd name="connsiteX2" fmla="*/ 6130 w 35021"/>
                        <a:gd name="connsiteY2" fmla="*/ 4644 h 35006"/>
                        <a:gd name="connsiteX3" fmla="*/ 30800 w 35021"/>
                        <a:gd name="connsiteY3" fmla="*/ 5977 h 35006"/>
                        <a:gd name="connsiteX4" fmla="*/ 28609 w 35021"/>
                        <a:gd name="connsiteY4" fmla="*/ 30647 h 35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021" h="35006">
                          <a:moveTo>
                            <a:pt x="28609" y="30647"/>
                          </a:moveTo>
                          <a:cubicBezTo>
                            <a:pt x="20989" y="36934"/>
                            <a:pt x="9940" y="36362"/>
                            <a:pt x="3939" y="29314"/>
                          </a:cubicBezTo>
                          <a:cubicBezTo>
                            <a:pt x="-2061" y="22360"/>
                            <a:pt x="-1109" y="11311"/>
                            <a:pt x="6130" y="4644"/>
                          </a:cubicBezTo>
                          <a:cubicBezTo>
                            <a:pt x="13369" y="-2024"/>
                            <a:pt x="24418" y="-1452"/>
                            <a:pt x="30800" y="5977"/>
                          </a:cubicBezTo>
                          <a:cubicBezTo>
                            <a:pt x="37182" y="13311"/>
                            <a:pt x="36229" y="24360"/>
                            <a:pt x="28609" y="3064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27" name="Forme libre : forme 2426">
                      <a:extLst>
                        <a:ext uri="{FF2B5EF4-FFF2-40B4-BE49-F238E27FC236}">
                          <a16:creationId xmlns:a16="http://schemas.microsoft.com/office/drawing/2014/main" id="{93A9D621-0554-4BE4-8ABA-4ADE075DC3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02259" y="3230036"/>
                      <a:ext cx="33792" cy="34482"/>
                    </a:xfrm>
                    <a:custGeom>
                      <a:avLst/>
                      <a:gdLst>
                        <a:gd name="connsiteX0" fmla="*/ 17218 w 33792"/>
                        <a:gd name="connsiteY0" fmla="*/ 17431 h 34482"/>
                        <a:gd name="connsiteX1" fmla="*/ 14266 w 33792"/>
                        <a:gd name="connsiteY1" fmla="*/ 0 h 34482"/>
                        <a:gd name="connsiteX2" fmla="*/ 6170 w 33792"/>
                        <a:gd name="connsiteY2" fmla="*/ 4191 h 34482"/>
                        <a:gd name="connsiteX3" fmla="*/ 3979 w 33792"/>
                        <a:gd name="connsiteY3" fmla="*/ 28861 h 34482"/>
                        <a:gd name="connsiteX4" fmla="*/ 28649 w 33792"/>
                        <a:gd name="connsiteY4" fmla="*/ 30194 h 34482"/>
                        <a:gd name="connsiteX5" fmla="*/ 33792 w 33792"/>
                        <a:gd name="connsiteY5" fmla="*/ 23050 h 34482"/>
                        <a:gd name="connsiteX6" fmla="*/ 17218 w 33792"/>
                        <a:gd name="connsiteY6" fmla="*/ 17431 h 34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792" h="34482">
                          <a:moveTo>
                            <a:pt x="17218" y="17431"/>
                          </a:moveTo>
                          <a:cubicBezTo>
                            <a:pt x="13027" y="12573"/>
                            <a:pt x="12170" y="5905"/>
                            <a:pt x="14266" y="0"/>
                          </a:cubicBezTo>
                          <a:cubicBezTo>
                            <a:pt x="11408" y="667"/>
                            <a:pt x="8551" y="2000"/>
                            <a:pt x="6170" y="4191"/>
                          </a:cubicBezTo>
                          <a:cubicBezTo>
                            <a:pt x="-1069" y="10858"/>
                            <a:pt x="-2117" y="21907"/>
                            <a:pt x="3979" y="28861"/>
                          </a:cubicBezTo>
                          <a:cubicBezTo>
                            <a:pt x="9980" y="35814"/>
                            <a:pt x="21029" y="36385"/>
                            <a:pt x="28649" y="30194"/>
                          </a:cubicBezTo>
                          <a:cubicBezTo>
                            <a:pt x="31030" y="28194"/>
                            <a:pt x="32744" y="25717"/>
                            <a:pt x="33792" y="23050"/>
                          </a:cubicBezTo>
                          <a:cubicBezTo>
                            <a:pt x="27696" y="24003"/>
                            <a:pt x="21314" y="22193"/>
                            <a:pt x="17218" y="1743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28" name="Forme libre : forme 2427">
                      <a:extLst>
                        <a:ext uri="{FF2B5EF4-FFF2-40B4-BE49-F238E27FC236}">
                          <a16:creationId xmlns:a16="http://schemas.microsoft.com/office/drawing/2014/main" id="{2BE8574C-082B-4F26-947E-2A5AC7FDDE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8731" y="3241946"/>
                      <a:ext cx="15095" cy="16387"/>
                    </a:xfrm>
                    <a:custGeom>
                      <a:avLst/>
                      <a:gdLst>
                        <a:gd name="connsiteX0" fmla="*/ 14273 w 15095"/>
                        <a:gd name="connsiteY0" fmla="*/ 10950 h 16387"/>
                        <a:gd name="connsiteX1" fmla="*/ 4081 w 15095"/>
                        <a:gd name="connsiteY1" fmla="*/ 15903 h 16387"/>
                        <a:gd name="connsiteX2" fmla="*/ 843 w 15095"/>
                        <a:gd name="connsiteY2" fmla="*/ 5521 h 16387"/>
                        <a:gd name="connsiteX3" fmla="*/ 10939 w 15095"/>
                        <a:gd name="connsiteY3" fmla="*/ 473 h 16387"/>
                        <a:gd name="connsiteX4" fmla="*/ 14273 w 15095"/>
                        <a:gd name="connsiteY4" fmla="*/ 10950 h 16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95" h="16387">
                          <a:moveTo>
                            <a:pt x="14273" y="10950"/>
                          </a:moveTo>
                          <a:cubicBezTo>
                            <a:pt x="12368" y="15237"/>
                            <a:pt x="7796" y="17427"/>
                            <a:pt x="4081" y="15903"/>
                          </a:cubicBezTo>
                          <a:cubicBezTo>
                            <a:pt x="367" y="14379"/>
                            <a:pt x="-1062" y="9807"/>
                            <a:pt x="843" y="5521"/>
                          </a:cubicBezTo>
                          <a:cubicBezTo>
                            <a:pt x="2748" y="1235"/>
                            <a:pt x="7225" y="-1051"/>
                            <a:pt x="10939" y="473"/>
                          </a:cubicBezTo>
                          <a:cubicBezTo>
                            <a:pt x="14654" y="1902"/>
                            <a:pt x="16178" y="6664"/>
                            <a:pt x="14273" y="1095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29" name="Forme libre : forme 2428">
                      <a:extLst>
                        <a:ext uri="{FF2B5EF4-FFF2-40B4-BE49-F238E27FC236}">
                          <a16:creationId xmlns:a16="http://schemas.microsoft.com/office/drawing/2014/main" id="{53EAA572-3FB7-4B53-9022-BD7D574C9C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23560" y="3240260"/>
                      <a:ext cx="5836" cy="5745"/>
                    </a:xfrm>
                    <a:custGeom>
                      <a:avLst/>
                      <a:gdLst>
                        <a:gd name="connsiteX0" fmla="*/ 4776 w 5836"/>
                        <a:gd name="connsiteY0" fmla="*/ 5016 h 5745"/>
                        <a:gd name="connsiteX1" fmla="*/ 680 w 5836"/>
                        <a:gd name="connsiteY1" fmla="*/ 4825 h 5745"/>
                        <a:gd name="connsiteX2" fmla="*/ 1061 w 5836"/>
                        <a:gd name="connsiteY2" fmla="*/ 730 h 5745"/>
                        <a:gd name="connsiteX3" fmla="*/ 5157 w 5836"/>
                        <a:gd name="connsiteY3" fmla="*/ 920 h 5745"/>
                        <a:gd name="connsiteX4" fmla="*/ 4776 w 5836"/>
                        <a:gd name="connsiteY4" fmla="*/ 5016 h 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6" h="5745">
                          <a:moveTo>
                            <a:pt x="4776" y="5016"/>
                          </a:moveTo>
                          <a:cubicBezTo>
                            <a:pt x="3538" y="6064"/>
                            <a:pt x="1728" y="5969"/>
                            <a:pt x="680" y="4825"/>
                          </a:cubicBezTo>
                          <a:cubicBezTo>
                            <a:pt x="-368" y="3683"/>
                            <a:pt x="-177" y="1778"/>
                            <a:pt x="1061" y="730"/>
                          </a:cubicBezTo>
                          <a:cubicBezTo>
                            <a:pt x="2299" y="-318"/>
                            <a:pt x="4109" y="-223"/>
                            <a:pt x="5157" y="920"/>
                          </a:cubicBezTo>
                          <a:cubicBezTo>
                            <a:pt x="6205" y="2063"/>
                            <a:pt x="6014" y="3968"/>
                            <a:pt x="4776" y="501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430" name="Graphique 15">
                    <a:extLst>
                      <a:ext uri="{FF2B5EF4-FFF2-40B4-BE49-F238E27FC236}">
                        <a16:creationId xmlns:a16="http://schemas.microsoft.com/office/drawing/2014/main" id="{8A689128-5112-46C2-951A-23260FCE428B}"/>
                      </a:ext>
                    </a:extLst>
                  </p:cNvPr>
                  <p:cNvGrpSpPr/>
                  <p:nvPr/>
                </p:nvGrpSpPr>
                <p:grpSpPr>
                  <a:xfrm>
                    <a:off x="10897374" y="3263830"/>
                    <a:ext cx="34597" cy="34345"/>
                    <a:chOff x="10897374" y="3263830"/>
                    <a:chExt cx="34597" cy="34345"/>
                  </a:xfrm>
                  <a:solidFill>
                    <a:schemeClr val="accent1"/>
                  </a:solidFill>
                </p:grpSpPr>
                <p:sp>
                  <p:nvSpPr>
                    <p:cNvPr id="2431" name="Forme libre : forme 2430">
                      <a:extLst>
                        <a:ext uri="{FF2B5EF4-FFF2-40B4-BE49-F238E27FC236}">
                          <a16:creationId xmlns:a16="http://schemas.microsoft.com/office/drawing/2014/main" id="{FAB793D7-B3F5-4F72-8E34-93E31A315F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7374" y="3263830"/>
                      <a:ext cx="34597" cy="34250"/>
                    </a:xfrm>
                    <a:custGeom>
                      <a:avLst/>
                      <a:gdLst>
                        <a:gd name="connsiteX0" fmla="*/ 27533 w 34597"/>
                        <a:gd name="connsiteY0" fmla="*/ 30214 h 34250"/>
                        <a:gd name="connsiteX1" fmla="*/ 3530 w 34597"/>
                        <a:gd name="connsiteY1" fmla="*/ 28405 h 34250"/>
                        <a:gd name="connsiteX2" fmla="*/ 6578 w 34597"/>
                        <a:gd name="connsiteY2" fmla="*/ 4497 h 34250"/>
                        <a:gd name="connsiteX3" fmla="*/ 31153 w 34597"/>
                        <a:gd name="connsiteY3" fmla="*/ 5830 h 34250"/>
                        <a:gd name="connsiteX4" fmla="*/ 27533 w 34597"/>
                        <a:gd name="connsiteY4" fmla="*/ 30214 h 342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97" h="34250">
                          <a:moveTo>
                            <a:pt x="27533" y="30214"/>
                          </a:moveTo>
                          <a:cubicBezTo>
                            <a:pt x="19723" y="36215"/>
                            <a:pt x="8960" y="35453"/>
                            <a:pt x="3530" y="28405"/>
                          </a:cubicBezTo>
                          <a:cubicBezTo>
                            <a:pt x="-2089" y="21451"/>
                            <a:pt x="-947" y="10974"/>
                            <a:pt x="6578" y="4497"/>
                          </a:cubicBezTo>
                          <a:cubicBezTo>
                            <a:pt x="14008" y="-1885"/>
                            <a:pt x="25247" y="-1504"/>
                            <a:pt x="31153" y="5830"/>
                          </a:cubicBezTo>
                          <a:cubicBezTo>
                            <a:pt x="36868" y="13355"/>
                            <a:pt x="35344" y="24214"/>
                            <a:pt x="27533" y="3021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32" name="Forme libre : forme 2431">
                      <a:extLst>
                        <a:ext uri="{FF2B5EF4-FFF2-40B4-BE49-F238E27FC236}">
                          <a16:creationId xmlns:a16="http://schemas.microsoft.com/office/drawing/2014/main" id="{37405533-A92E-484F-9169-C7E590EB64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7374" y="3264421"/>
                      <a:ext cx="32962" cy="33754"/>
                    </a:xfrm>
                    <a:custGeom>
                      <a:avLst/>
                      <a:gdLst>
                        <a:gd name="connsiteX0" fmla="*/ 17056 w 32962"/>
                        <a:gd name="connsiteY0" fmla="*/ 16955 h 33754"/>
                        <a:gd name="connsiteX1" fmla="*/ 14770 w 32962"/>
                        <a:gd name="connsiteY1" fmla="*/ 0 h 33754"/>
                        <a:gd name="connsiteX2" fmla="*/ 6578 w 32962"/>
                        <a:gd name="connsiteY2" fmla="*/ 4001 h 33754"/>
                        <a:gd name="connsiteX3" fmla="*/ 3530 w 32962"/>
                        <a:gd name="connsiteY3" fmla="*/ 27908 h 33754"/>
                        <a:gd name="connsiteX4" fmla="*/ 27533 w 32962"/>
                        <a:gd name="connsiteY4" fmla="*/ 29718 h 33754"/>
                        <a:gd name="connsiteX5" fmla="*/ 32962 w 32962"/>
                        <a:gd name="connsiteY5" fmla="*/ 22765 h 33754"/>
                        <a:gd name="connsiteX6" fmla="*/ 17056 w 32962"/>
                        <a:gd name="connsiteY6" fmla="*/ 16955 h 33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962" h="33754">
                          <a:moveTo>
                            <a:pt x="17056" y="16955"/>
                          </a:moveTo>
                          <a:cubicBezTo>
                            <a:pt x="13246" y="12002"/>
                            <a:pt x="12388" y="5715"/>
                            <a:pt x="14770" y="0"/>
                          </a:cubicBezTo>
                          <a:cubicBezTo>
                            <a:pt x="11817" y="667"/>
                            <a:pt x="9055" y="1905"/>
                            <a:pt x="6578" y="4001"/>
                          </a:cubicBezTo>
                          <a:cubicBezTo>
                            <a:pt x="-947" y="10478"/>
                            <a:pt x="-2089" y="20955"/>
                            <a:pt x="3530" y="27908"/>
                          </a:cubicBezTo>
                          <a:cubicBezTo>
                            <a:pt x="9055" y="34957"/>
                            <a:pt x="19818" y="35719"/>
                            <a:pt x="27533" y="29718"/>
                          </a:cubicBezTo>
                          <a:cubicBezTo>
                            <a:pt x="30010" y="27813"/>
                            <a:pt x="31820" y="25337"/>
                            <a:pt x="32962" y="22765"/>
                          </a:cubicBezTo>
                          <a:cubicBezTo>
                            <a:pt x="26962" y="23717"/>
                            <a:pt x="20866" y="21812"/>
                            <a:pt x="17056" y="1695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33" name="Forme libre : forme 2432">
                      <a:extLst>
                        <a:ext uri="{FF2B5EF4-FFF2-40B4-BE49-F238E27FC236}">
                          <a16:creationId xmlns:a16="http://schemas.microsoft.com/office/drawing/2014/main" id="{752636E1-AE0F-4E28-998A-1147D858F8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3477" y="3276079"/>
                      <a:ext cx="14901" cy="16227"/>
                    </a:xfrm>
                    <a:custGeom>
                      <a:avLst/>
                      <a:gdLst>
                        <a:gd name="connsiteX0" fmla="*/ 13811 w 14901"/>
                        <a:gd name="connsiteY0" fmla="*/ 11012 h 16227"/>
                        <a:gd name="connsiteX1" fmla="*/ 3620 w 14901"/>
                        <a:gd name="connsiteY1" fmla="*/ 15680 h 16227"/>
                        <a:gd name="connsiteX2" fmla="*/ 1048 w 14901"/>
                        <a:gd name="connsiteY2" fmla="*/ 5298 h 16227"/>
                        <a:gd name="connsiteX3" fmla="*/ 11240 w 14901"/>
                        <a:gd name="connsiteY3" fmla="*/ 535 h 16227"/>
                        <a:gd name="connsiteX4" fmla="*/ 13811 w 14901"/>
                        <a:gd name="connsiteY4" fmla="*/ 11012 h 162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01" h="16227">
                          <a:moveTo>
                            <a:pt x="13811" y="11012"/>
                          </a:moveTo>
                          <a:cubicBezTo>
                            <a:pt x="11716" y="15203"/>
                            <a:pt x="7144" y="17299"/>
                            <a:pt x="3620" y="15680"/>
                          </a:cubicBezTo>
                          <a:cubicBezTo>
                            <a:pt x="95" y="14156"/>
                            <a:pt x="-1047" y="9488"/>
                            <a:pt x="1048" y="5298"/>
                          </a:cubicBezTo>
                          <a:cubicBezTo>
                            <a:pt x="3144" y="1106"/>
                            <a:pt x="7620" y="-1084"/>
                            <a:pt x="11240" y="535"/>
                          </a:cubicBezTo>
                          <a:cubicBezTo>
                            <a:pt x="14764" y="2059"/>
                            <a:pt x="16002" y="6821"/>
                            <a:pt x="13811" y="1101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34" name="Forme libre : forme 2433">
                      <a:extLst>
                        <a:ext uri="{FF2B5EF4-FFF2-40B4-BE49-F238E27FC236}">
                          <a16:creationId xmlns:a16="http://schemas.microsoft.com/office/drawing/2014/main" id="{646DBDE7-E489-4986-9E92-886CB5F86B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8625" y="3274401"/>
                      <a:ext cx="5734" cy="5662"/>
                    </a:xfrm>
                    <a:custGeom>
                      <a:avLst/>
                      <a:gdLst>
                        <a:gd name="connsiteX0" fmla="*/ 4567 w 5734"/>
                        <a:gd name="connsiteY0" fmla="*/ 4975 h 5662"/>
                        <a:gd name="connsiteX1" fmla="*/ 567 w 5734"/>
                        <a:gd name="connsiteY1" fmla="*/ 4689 h 5662"/>
                        <a:gd name="connsiteX2" fmla="*/ 1138 w 5734"/>
                        <a:gd name="connsiteY2" fmla="*/ 688 h 5662"/>
                        <a:gd name="connsiteX3" fmla="*/ 5139 w 5734"/>
                        <a:gd name="connsiteY3" fmla="*/ 974 h 5662"/>
                        <a:gd name="connsiteX4" fmla="*/ 4567 w 5734"/>
                        <a:gd name="connsiteY4" fmla="*/ 4975 h 5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34" h="5662">
                          <a:moveTo>
                            <a:pt x="4567" y="4975"/>
                          </a:moveTo>
                          <a:cubicBezTo>
                            <a:pt x="3329" y="6022"/>
                            <a:pt x="1519" y="5832"/>
                            <a:pt x="567" y="4689"/>
                          </a:cubicBezTo>
                          <a:cubicBezTo>
                            <a:pt x="-385" y="3546"/>
                            <a:pt x="-100" y="1736"/>
                            <a:pt x="1138" y="688"/>
                          </a:cubicBezTo>
                          <a:cubicBezTo>
                            <a:pt x="2377" y="-359"/>
                            <a:pt x="4186" y="-169"/>
                            <a:pt x="5139" y="974"/>
                          </a:cubicBezTo>
                          <a:cubicBezTo>
                            <a:pt x="6091" y="2212"/>
                            <a:pt x="5901" y="4022"/>
                            <a:pt x="4567" y="497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435" name="Graphique 15">
                  <a:extLst>
                    <a:ext uri="{FF2B5EF4-FFF2-40B4-BE49-F238E27FC236}">
                      <a16:creationId xmlns:a16="http://schemas.microsoft.com/office/drawing/2014/main" id="{A66A42AE-C2F9-43F3-8D99-8FD20588D96B}"/>
                    </a:ext>
                  </a:extLst>
                </p:cNvPr>
                <p:cNvGrpSpPr/>
                <p:nvPr/>
              </p:nvGrpSpPr>
              <p:grpSpPr>
                <a:xfrm>
                  <a:off x="10823507" y="3283051"/>
                  <a:ext cx="40429" cy="92954"/>
                  <a:chOff x="10823507" y="3283051"/>
                  <a:chExt cx="40429" cy="92954"/>
                </a:xfrm>
                <a:solidFill>
                  <a:schemeClr val="accent1"/>
                </a:solidFill>
              </p:grpSpPr>
              <p:grpSp>
                <p:nvGrpSpPr>
                  <p:cNvPr id="2436" name="Graphique 15">
                    <a:extLst>
                      <a:ext uri="{FF2B5EF4-FFF2-40B4-BE49-F238E27FC236}">
                        <a16:creationId xmlns:a16="http://schemas.microsoft.com/office/drawing/2014/main" id="{74DAA210-C2AE-457F-8C6A-80194EEDD7DC}"/>
                      </a:ext>
                    </a:extLst>
                  </p:cNvPr>
                  <p:cNvGrpSpPr/>
                  <p:nvPr/>
                </p:nvGrpSpPr>
                <p:grpSpPr>
                  <a:xfrm>
                    <a:off x="10825958" y="3283051"/>
                    <a:ext cx="33239" cy="32801"/>
                    <a:chOff x="10825958" y="3283051"/>
                    <a:chExt cx="33239" cy="32801"/>
                  </a:xfrm>
                  <a:solidFill>
                    <a:schemeClr val="accent1"/>
                  </a:solidFill>
                </p:grpSpPr>
                <p:sp>
                  <p:nvSpPr>
                    <p:cNvPr id="2437" name="Forme libre : forme 2436">
                      <a:extLst>
                        <a:ext uri="{FF2B5EF4-FFF2-40B4-BE49-F238E27FC236}">
                          <a16:creationId xmlns:a16="http://schemas.microsoft.com/office/drawing/2014/main" id="{6113ABC9-4902-4C2B-AD6E-01525ED535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5958" y="3283051"/>
                      <a:ext cx="33225" cy="32801"/>
                    </a:xfrm>
                    <a:custGeom>
                      <a:avLst/>
                      <a:gdLst>
                        <a:gd name="connsiteX0" fmla="*/ 31417 w 33225"/>
                        <a:gd name="connsiteY0" fmla="*/ 21566 h 32801"/>
                        <a:gd name="connsiteX1" fmla="*/ 8939 w 33225"/>
                        <a:gd name="connsiteY1" fmla="*/ 32043 h 32801"/>
                        <a:gd name="connsiteX2" fmla="*/ 937 w 33225"/>
                        <a:gd name="connsiteY2" fmla="*/ 24137 h 32801"/>
                        <a:gd name="connsiteX3" fmla="*/ 1604 w 33225"/>
                        <a:gd name="connsiteY3" fmla="*/ 11850 h 32801"/>
                        <a:gd name="connsiteX4" fmla="*/ 23893 w 33225"/>
                        <a:gd name="connsiteY4" fmla="*/ 706 h 32801"/>
                        <a:gd name="connsiteX5" fmla="*/ 31417 w 33225"/>
                        <a:gd name="connsiteY5" fmla="*/ 21566 h 32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225" h="32801">
                          <a:moveTo>
                            <a:pt x="31417" y="21566"/>
                          </a:moveTo>
                          <a:cubicBezTo>
                            <a:pt x="27131" y="30138"/>
                            <a:pt x="16940" y="34710"/>
                            <a:pt x="8939" y="32043"/>
                          </a:cubicBezTo>
                          <a:cubicBezTo>
                            <a:pt x="4938" y="30710"/>
                            <a:pt x="2176" y="27757"/>
                            <a:pt x="937" y="24137"/>
                          </a:cubicBezTo>
                          <a:cubicBezTo>
                            <a:pt x="-491" y="20613"/>
                            <a:pt x="-301" y="16232"/>
                            <a:pt x="1604" y="11850"/>
                          </a:cubicBezTo>
                          <a:cubicBezTo>
                            <a:pt x="5509" y="3183"/>
                            <a:pt x="15416" y="-1961"/>
                            <a:pt x="23893" y="706"/>
                          </a:cubicBezTo>
                          <a:cubicBezTo>
                            <a:pt x="32275" y="3373"/>
                            <a:pt x="35609" y="13088"/>
                            <a:pt x="31417" y="2156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38" name="Forme libre : forme 2437">
                      <a:extLst>
                        <a:ext uri="{FF2B5EF4-FFF2-40B4-BE49-F238E27FC236}">
                          <a16:creationId xmlns:a16="http://schemas.microsoft.com/office/drawing/2014/main" id="{9DFBA3A9-FD0A-4C23-BDA2-01DB710DB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6022" y="3287662"/>
                      <a:ext cx="33174" cy="28190"/>
                    </a:xfrm>
                    <a:custGeom>
                      <a:avLst/>
                      <a:gdLst>
                        <a:gd name="connsiteX0" fmla="*/ 16494 w 33174"/>
                        <a:gd name="connsiteY0" fmla="*/ 12192 h 28190"/>
                        <a:gd name="connsiteX1" fmla="*/ 7160 w 33174"/>
                        <a:gd name="connsiteY1" fmla="*/ 0 h 28190"/>
                        <a:gd name="connsiteX2" fmla="*/ 1635 w 33174"/>
                        <a:gd name="connsiteY2" fmla="*/ 7239 h 28190"/>
                        <a:gd name="connsiteX3" fmla="*/ 968 w 33174"/>
                        <a:gd name="connsiteY3" fmla="*/ 19526 h 28190"/>
                        <a:gd name="connsiteX4" fmla="*/ 8969 w 33174"/>
                        <a:gd name="connsiteY4" fmla="*/ 27432 h 28190"/>
                        <a:gd name="connsiteX5" fmla="*/ 31448 w 33174"/>
                        <a:gd name="connsiteY5" fmla="*/ 16954 h 28190"/>
                        <a:gd name="connsiteX6" fmla="*/ 33163 w 33174"/>
                        <a:gd name="connsiteY6" fmla="*/ 8763 h 28190"/>
                        <a:gd name="connsiteX7" fmla="*/ 16494 w 33174"/>
                        <a:gd name="connsiteY7" fmla="*/ 12192 h 2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3174" h="28190">
                          <a:moveTo>
                            <a:pt x="16494" y="12192"/>
                          </a:moveTo>
                          <a:cubicBezTo>
                            <a:pt x="11065" y="10192"/>
                            <a:pt x="7541" y="5620"/>
                            <a:pt x="7160" y="0"/>
                          </a:cubicBezTo>
                          <a:cubicBezTo>
                            <a:pt x="4874" y="1905"/>
                            <a:pt x="2873" y="4382"/>
                            <a:pt x="1635" y="7239"/>
                          </a:cubicBezTo>
                          <a:cubicBezTo>
                            <a:pt x="-365" y="11525"/>
                            <a:pt x="-460" y="15907"/>
                            <a:pt x="968" y="19526"/>
                          </a:cubicBezTo>
                          <a:cubicBezTo>
                            <a:pt x="2207" y="23241"/>
                            <a:pt x="4969" y="26099"/>
                            <a:pt x="8969" y="27432"/>
                          </a:cubicBezTo>
                          <a:cubicBezTo>
                            <a:pt x="16970" y="30099"/>
                            <a:pt x="27162" y="25527"/>
                            <a:pt x="31448" y="16954"/>
                          </a:cubicBezTo>
                          <a:cubicBezTo>
                            <a:pt x="32782" y="14192"/>
                            <a:pt x="33258" y="11430"/>
                            <a:pt x="33163" y="8763"/>
                          </a:cubicBezTo>
                          <a:cubicBezTo>
                            <a:pt x="28210" y="12573"/>
                            <a:pt x="21923" y="14097"/>
                            <a:pt x="16494" y="1219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39" name="Forme libre : forme 2438">
                      <a:extLst>
                        <a:ext uri="{FF2B5EF4-FFF2-40B4-BE49-F238E27FC236}">
                          <a16:creationId xmlns:a16="http://schemas.microsoft.com/office/drawing/2014/main" id="{73E5EE1B-D3A7-44AD-81F8-887AD3CB41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2609" y="3290853"/>
                      <a:ext cx="13815" cy="15832"/>
                    </a:xfrm>
                    <a:custGeom>
                      <a:avLst/>
                      <a:gdLst>
                        <a:gd name="connsiteX0" fmla="*/ 13813 w 13815"/>
                        <a:gd name="connsiteY0" fmla="*/ 7001 h 15832"/>
                        <a:gd name="connsiteX1" fmla="*/ 6765 w 13815"/>
                        <a:gd name="connsiteY1" fmla="*/ 15764 h 15832"/>
                        <a:gd name="connsiteX2" fmla="*/ 2 w 13815"/>
                        <a:gd name="connsiteY2" fmla="*/ 8906 h 15832"/>
                        <a:gd name="connsiteX3" fmla="*/ 6955 w 13815"/>
                        <a:gd name="connsiteY3" fmla="*/ 48 h 15832"/>
                        <a:gd name="connsiteX4" fmla="*/ 13813 w 13815"/>
                        <a:gd name="connsiteY4" fmla="*/ 7001 h 15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15" h="15832">
                          <a:moveTo>
                            <a:pt x="13813" y="7001"/>
                          </a:moveTo>
                          <a:cubicBezTo>
                            <a:pt x="13813" y="11382"/>
                            <a:pt x="10575" y="15192"/>
                            <a:pt x="6765" y="15764"/>
                          </a:cubicBezTo>
                          <a:cubicBezTo>
                            <a:pt x="2955" y="16335"/>
                            <a:pt x="-93" y="13287"/>
                            <a:pt x="2" y="8906"/>
                          </a:cubicBezTo>
                          <a:cubicBezTo>
                            <a:pt x="97" y="4620"/>
                            <a:pt x="3145" y="524"/>
                            <a:pt x="6955" y="48"/>
                          </a:cubicBezTo>
                          <a:cubicBezTo>
                            <a:pt x="10765" y="-429"/>
                            <a:pt x="13909" y="2715"/>
                            <a:pt x="13813" y="700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40" name="Forme libre : forme 2439">
                      <a:extLst>
                        <a:ext uri="{FF2B5EF4-FFF2-40B4-BE49-F238E27FC236}">
                          <a16:creationId xmlns:a16="http://schemas.microsoft.com/office/drawing/2014/main" id="{6D87F5EA-F718-49C7-BB5C-490286F778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4332" y="3290327"/>
                      <a:ext cx="5416" cy="5478"/>
                    </a:xfrm>
                    <a:custGeom>
                      <a:avLst/>
                      <a:gdLst>
                        <a:gd name="connsiteX0" fmla="*/ 5137 w 5416"/>
                        <a:gd name="connsiteY0" fmla="*/ 3622 h 5478"/>
                        <a:gd name="connsiteX1" fmla="*/ 1518 w 5416"/>
                        <a:gd name="connsiteY1" fmla="*/ 5336 h 5478"/>
                        <a:gd name="connsiteX2" fmla="*/ 279 w 5416"/>
                        <a:gd name="connsiteY2" fmla="*/ 1907 h 5478"/>
                        <a:gd name="connsiteX3" fmla="*/ 3899 w 5416"/>
                        <a:gd name="connsiteY3" fmla="*/ 98 h 5478"/>
                        <a:gd name="connsiteX4" fmla="*/ 5137 w 5416"/>
                        <a:gd name="connsiteY4" fmla="*/ 3622 h 5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16" h="5478">
                          <a:moveTo>
                            <a:pt x="5137" y="3622"/>
                          </a:moveTo>
                          <a:cubicBezTo>
                            <a:pt x="4470" y="5051"/>
                            <a:pt x="2851" y="5813"/>
                            <a:pt x="1518" y="5336"/>
                          </a:cubicBezTo>
                          <a:cubicBezTo>
                            <a:pt x="184" y="4860"/>
                            <a:pt x="-387" y="3336"/>
                            <a:pt x="279" y="1907"/>
                          </a:cubicBezTo>
                          <a:cubicBezTo>
                            <a:pt x="946" y="479"/>
                            <a:pt x="2565" y="-283"/>
                            <a:pt x="3899" y="98"/>
                          </a:cubicBezTo>
                          <a:cubicBezTo>
                            <a:pt x="5232" y="574"/>
                            <a:pt x="5804" y="2193"/>
                            <a:pt x="5137" y="36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441" name="Graphique 15">
                    <a:extLst>
                      <a:ext uri="{FF2B5EF4-FFF2-40B4-BE49-F238E27FC236}">
                        <a16:creationId xmlns:a16="http://schemas.microsoft.com/office/drawing/2014/main" id="{389CC600-D9E4-41B0-954C-88F216967724}"/>
                      </a:ext>
                    </a:extLst>
                  </p:cNvPr>
                  <p:cNvGrpSpPr/>
                  <p:nvPr/>
                </p:nvGrpSpPr>
                <p:grpSpPr>
                  <a:xfrm>
                    <a:off x="10823507" y="3315461"/>
                    <a:ext cx="33365" cy="32044"/>
                    <a:chOff x="10823507" y="3315461"/>
                    <a:chExt cx="33365" cy="32044"/>
                  </a:xfrm>
                  <a:solidFill>
                    <a:schemeClr val="accent1"/>
                  </a:solidFill>
                </p:grpSpPr>
                <p:sp>
                  <p:nvSpPr>
                    <p:cNvPr id="2442" name="Forme libre : forme 2441">
                      <a:extLst>
                        <a:ext uri="{FF2B5EF4-FFF2-40B4-BE49-F238E27FC236}">
                          <a16:creationId xmlns:a16="http://schemas.microsoft.com/office/drawing/2014/main" id="{0FBA452C-0473-4D03-9577-D772081081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3602" y="3315461"/>
                      <a:ext cx="33270" cy="32044"/>
                    </a:xfrm>
                    <a:custGeom>
                      <a:avLst/>
                      <a:gdLst>
                        <a:gd name="connsiteX0" fmla="*/ 31010 w 33270"/>
                        <a:gd name="connsiteY0" fmla="*/ 21351 h 32044"/>
                        <a:gd name="connsiteX1" fmla="*/ 8436 w 33270"/>
                        <a:gd name="connsiteY1" fmla="*/ 31161 h 32044"/>
                        <a:gd name="connsiteX2" fmla="*/ 2054 w 33270"/>
                        <a:gd name="connsiteY2" fmla="*/ 11349 h 32044"/>
                        <a:gd name="connsiteX3" fmla="*/ 24533 w 33270"/>
                        <a:gd name="connsiteY3" fmla="*/ 777 h 32044"/>
                        <a:gd name="connsiteX4" fmla="*/ 31010 w 33270"/>
                        <a:gd name="connsiteY4" fmla="*/ 21351 h 32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270" h="32044">
                          <a:moveTo>
                            <a:pt x="31010" y="21351"/>
                          </a:moveTo>
                          <a:cubicBezTo>
                            <a:pt x="26343" y="29733"/>
                            <a:pt x="16151" y="34019"/>
                            <a:pt x="8436" y="31161"/>
                          </a:cubicBezTo>
                          <a:cubicBezTo>
                            <a:pt x="530" y="28494"/>
                            <a:pt x="-2327" y="19922"/>
                            <a:pt x="2054" y="11349"/>
                          </a:cubicBezTo>
                          <a:cubicBezTo>
                            <a:pt x="6340" y="2872"/>
                            <a:pt x="16342" y="-1986"/>
                            <a:pt x="24533" y="777"/>
                          </a:cubicBezTo>
                          <a:cubicBezTo>
                            <a:pt x="32725" y="3539"/>
                            <a:pt x="35773" y="12873"/>
                            <a:pt x="31010" y="2135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43" name="Forme libre : forme 2442">
                      <a:extLst>
                        <a:ext uri="{FF2B5EF4-FFF2-40B4-BE49-F238E27FC236}">
                          <a16:creationId xmlns:a16="http://schemas.microsoft.com/office/drawing/2014/main" id="{2448441D-3F14-4579-9199-1AD94D8765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3507" y="3319857"/>
                      <a:ext cx="33200" cy="27601"/>
                    </a:xfrm>
                    <a:custGeom>
                      <a:avLst/>
                      <a:gdLst>
                        <a:gd name="connsiteX0" fmla="*/ 16532 w 33200"/>
                        <a:gd name="connsiteY0" fmla="*/ 12097 h 27601"/>
                        <a:gd name="connsiteX1" fmla="*/ 7864 w 33200"/>
                        <a:gd name="connsiteY1" fmla="*/ 0 h 27601"/>
                        <a:gd name="connsiteX2" fmla="*/ 2054 w 33200"/>
                        <a:gd name="connsiteY2" fmla="*/ 6953 h 27601"/>
                        <a:gd name="connsiteX3" fmla="*/ 8436 w 33200"/>
                        <a:gd name="connsiteY3" fmla="*/ 26765 h 27601"/>
                        <a:gd name="connsiteX4" fmla="*/ 31010 w 33200"/>
                        <a:gd name="connsiteY4" fmla="*/ 16954 h 27601"/>
                        <a:gd name="connsiteX5" fmla="*/ 33201 w 33200"/>
                        <a:gd name="connsiteY5" fmla="*/ 8858 h 27601"/>
                        <a:gd name="connsiteX6" fmla="*/ 16532 w 33200"/>
                        <a:gd name="connsiteY6" fmla="*/ 12097 h 27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00" h="27601">
                          <a:moveTo>
                            <a:pt x="16532" y="12097"/>
                          </a:moveTo>
                          <a:cubicBezTo>
                            <a:pt x="11008" y="10287"/>
                            <a:pt x="7960" y="5525"/>
                            <a:pt x="7864" y="0"/>
                          </a:cubicBezTo>
                          <a:cubicBezTo>
                            <a:pt x="5483" y="1905"/>
                            <a:pt x="3483" y="4191"/>
                            <a:pt x="2054" y="6953"/>
                          </a:cubicBezTo>
                          <a:cubicBezTo>
                            <a:pt x="-2327" y="15430"/>
                            <a:pt x="530" y="24098"/>
                            <a:pt x="8436" y="26765"/>
                          </a:cubicBezTo>
                          <a:cubicBezTo>
                            <a:pt x="16151" y="29528"/>
                            <a:pt x="26343" y="25241"/>
                            <a:pt x="31010" y="16954"/>
                          </a:cubicBezTo>
                          <a:cubicBezTo>
                            <a:pt x="32534" y="14288"/>
                            <a:pt x="33106" y="11525"/>
                            <a:pt x="33201" y="8858"/>
                          </a:cubicBezTo>
                          <a:cubicBezTo>
                            <a:pt x="28248" y="12478"/>
                            <a:pt x="22057" y="13811"/>
                            <a:pt x="16532" y="12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44" name="Forme libre : forme 2443">
                      <a:extLst>
                        <a:ext uri="{FF2B5EF4-FFF2-40B4-BE49-F238E27FC236}">
                          <a16:creationId xmlns:a16="http://schemas.microsoft.com/office/drawing/2014/main" id="{2C38683D-B2D3-44CA-B224-51B79FEF28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0132" y="3323252"/>
                      <a:ext cx="13940" cy="15402"/>
                    </a:xfrm>
                    <a:custGeom>
                      <a:avLst/>
                      <a:gdLst>
                        <a:gd name="connsiteX0" fmla="*/ 13909 w 13940"/>
                        <a:gd name="connsiteY0" fmla="*/ 6892 h 15402"/>
                        <a:gd name="connsiteX1" fmla="*/ 6479 w 13940"/>
                        <a:gd name="connsiteY1" fmla="*/ 15369 h 15402"/>
                        <a:gd name="connsiteX2" fmla="*/ 2 w 13940"/>
                        <a:gd name="connsiteY2" fmla="*/ 8606 h 15402"/>
                        <a:gd name="connsiteX3" fmla="*/ 7241 w 13940"/>
                        <a:gd name="connsiteY3" fmla="*/ 34 h 15402"/>
                        <a:gd name="connsiteX4" fmla="*/ 13909 w 13940"/>
                        <a:gd name="connsiteY4" fmla="*/ 6892 h 154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40" h="15402">
                          <a:moveTo>
                            <a:pt x="13909" y="6892"/>
                          </a:moveTo>
                          <a:cubicBezTo>
                            <a:pt x="13623" y="11178"/>
                            <a:pt x="10289" y="14988"/>
                            <a:pt x="6479" y="15369"/>
                          </a:cubicBezTo>
                          <a:cubicBezTo>
                            <a:pt x="2765" y="15750"/>
                            <a:pt x="-93" y="12797"/>
                            <a:pt x="2" y="8606"/>
                          </a:cubicBezTo>
                          <a:cubicBezTo>
                            <a:pt x="193" y="4416"/>
                            <a:pt x="3431" y="605"/>
                            <a:pt x="7241" y="34"/>
                          </a:cubicBezTo>
                          <a:cubicBezTo>
                            <a:pt x="11147" y="-347"/>
                            <a:pt x="14290" y="2510"/>
                            <a:pt x="13909" y="689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45" name="Forme libre : forme 2444">
                      <a:extLst>
                        <a:ext uri="{FF2B5EF4-FFF2-40B4-BE49-F238E27FC236}">
                          <a16:creationId xmlns:a16="http://schemas.microsoft.com/office/drawing/2014/main" id="{C8E16892-BF97-4F45-903C-85B6A0EA8D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2122" y="3322763"/>
                      <a:ext cx="5498" cy="5288"/>
                    </a:xfrm>
                    <a:custGeom>
                      <a:avLst/>
                      <a:gdLst>
                        <a:gd name="connsiteX0" fmla="*/ 5157 w 5498"/>
                        <a:gd name="connsiteY0" fmla="*/ 3475 h 5288"/>
                        <a:gd name="connsiteX1" fmla="*/ 1442 w 5498"/>
                        <a:gd name="connsiteY1" fmla="*/ 5190 h 5288"/>
                        <a:gd name="connsiteX2" fmla="*/ 299 w 5498"/>
                        <a:gd name="connsiteY2" fmla="*/ 1856 h 5288"/>
                        <a:gd name="connsiteX3" fmla="*/ 4014 w 5498"/>
                        <a:gd name="connsiteY3" fmla="*/ 142 h 5288"/>
                        <a:gd name="connsiteX4" fmla="*/ 5157 w 5498"/>
                        <a:gd name="connsiteY4" fmla="*/ 3475 h 5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98" h="5288">
                          <a:moveTo>
                            <a:pt x="5157" y="3475"/>
                          </a:moveTo>
                          <a:cubicBezTo>
                            <a:pt x="4395" y="4809"/>
                            <a:pt x="2776" y="5571"/>
                            <a:pt x="1442" y="5190"/>
                          </a:cubicBezTo>
                          <a:cubicBezTo>
                            <a:pt x="109" y="4714"/>
                            <a:pt x="-367" y="3285"/>
                            <a:pt x="299" y="1856"/>
                          </a:cubicBezTo>
                          <a:cubicBezTo>
                            <a:pt x="1061" y="427"/>
                            <a:pt x="2680" y="-335"/>
                            <a:pt x="4014" y="142"/>
                          </a:cubicBezTo>
                          <a:cubicBezTo>
                            <a:pt x="5347" y="523"/>
                            <a:pt x="5919" y="2047"/>
                            <a:pt x="5157" y="347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446" name="Graphique 15">
                    <a:extLst>
                      <a:ext uri="{FF2B5EF4-FFF2-40B4-BE49-F238E27FC236}">
                        <a16:creationId xmlns:a16="http://schemas.microsoft.com/office/drawing/2014/main" id="{ED5D7386-650E-47FB-9725-436D0C0119BD}"/>
                      </a:ext>
                    </a:extLst>
                  </p:cNvPr>
                  <p:cNvGrpSpPr/>
                  <p:nvPr/>
                </p:nvGrpSpPr>
                <p:grpSpPr>
                  <a:xfrm>
                    <a:off x="10830420" y="3344615"/>
                    <a:ext cx="33516" cy="31390"/>
                    <a:chOff x="10830420" y="3344615"/>
                    <a:chExt cx="33516" cy="31390"/>
                  </a:xfrm>
                  <a:solidFill>
                    <a:schemeClr val="accent1"/>
                  </a:solidFill>
                </p:grpSpPr>
                <p:sp>
                  <p:nvSpPr>
                    <p:cNvPr id="2447" name="Forme libre : forme 2446">
                      <a:extLst>
                        <a:ext uri="{FF2B5EF4-FFF2-40B4-BE49-F238E27FC236}">
                          <a16:creationId xmlns:a16="http://schemas.microsoft.com/office/drawing/2014/main" id="{1BB3253C-27BB-42C9-9E57-D42BE72B38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30558" y="3344615"/>
                      <a:ext cx="33378" cy="31390"/>
                    </a:xfrm>
                    <a:custGeom>
                      <a:avLst/>
                      <a:gdLst>
                        <a:gd name="connsiteX0" fmla="*/ 30723 w 33378"/>
                        <a:gd name="connsiteY0" fmla="*/ 21343 h 31390"/>
                        <a:gd name="connsiteX1" fmla="*/ 7767 w 33378"/>
                        <a:gd name="connsiteY1" fmla="*/ 30487 h 31390"/>
                        <a:gd name="connsiteX2" fmla="*/ 2433 w 33378"/>
                        <a:gd name="connsiteY2" fmla="*/ 10675 h 31390"/>
                        <a:gd name="connsiteX3" fmla="*/ 25198 w 33378"/>
                        <a:gd name="connsiteY3" fmla="*/ 959 h 31390"/>
                        <a:gd name="connsiteX4" fmla="*/ 30723 w 33378"/>
                        <a:gd name="connsiteY4" fmla="*/ 21343 h 31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378" h="31390">
                          <a:moveTo>
                            <a:pt x="30723" y="21343"/>
                          </a:moveTo>
                          <a:cubicBezTo>
                            <a:pt x="25579" y="29535"/>
                            <a:pt x="15483" y="33249"/>
                            <a:pt x="7767" y="30487"/>
                          </a:cubicBezTo>
                          <a:cubicBezTo>
                            <a:pt x="-43" y="27725"/>
                            <a:pt x="-2234" y="18962"/>
                            <a:pt x="2433" y="10675"/>
                          </a:cubicBezTo>
                          <a:cubicBezTo>
                            <a:pt x="7196" y="2388"/>
                            <a:pt x="17197" y="-2089"/>
                            <a:pt x="25198" y="959"/>
                          </a:cubicBezTo>
                          <a:cubicBezTo>
                            <a:pt x="33104" y="4007"/>
                            <a:pt x="35961" y="13056"/>
                            <a:pt x="30723" y="2134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48" name="Forme libre : forme 2447">
                      <a:extLst>
                        <a:ext uri="{FF2B5EF4-FFF2-40B4-BE49-F238E27FC236}">
                          <a16:creationId xmlns:a16="http://schemas.microsoft.com/office/drawing/2014/main" id="{36C48A10-2B04-4CCE-B9FC-989574201C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30420" y="3348527"/>
                      <a:ext cx="33241" cy="27478"/>
                    </a:xfrm>
                    <a:custGeom>
                      <a:avLst/>
                      <a:gdLst>
                        <a:gd name="connsiteX0" fmla="*/ 16573 w 33241"/>
                        <a:gd name="connsiteY0" fmla="*/ 12287 h 27478"/>
                        <a:gd name="connsiteX1" fmla="*/ 8667 w 33241"/>
                        <a:gd name="connsiteY1" fmla="*/ 0 h 27478"/>
                        <a:gd name="connsiteX2" fmla="*/ 2476 w 33241"/>
                        <a:gd name="connsiteY2" fmla="*/ 6763 h 27478"/>
                        <a:gd name="connsiteX3" fmla="*/ 7810 w 33241"/>
                        <a:gd name="connsiteY3" fmla="*/ 26575 h 27478"/>
                        <a:gd name="connsiteX4" fmla="*/ 30765 w 33241"/>
                        <a:gd name="connsiteY4" fmla="*/ 17431 h 27478"/>
                        <a:gd name="connsiteX5" fmla="*/ 33241 w 33241"/>
                        <a:gd name="connsiteY5" fmla="*/ 9525 h 27478"/>
                        <a:gd name="connsiteX6" fmla="*/ 16573 w 33241"/>
                        <a:gd name="connsiteY6" fmla="*/ 12287 h 27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241" h="27478">
                          <a:moveTo>
                            <a:pt x="16573" y="12287"/>
                          </a:moveTo>
                          <a:cubicBezTo>
                            <a:pt x="11239" y="10287"/>
                            <a:pt x="8476" y="5525"/>
                            <a:pt x="8667" y="0"/>
                          </a:cubicBezTo>
                          <a:cubicBezTo>
                            <a:pt x="6191" y="1810"/>
                            <a:pt x="4095" y="4000"/>
                            <a:pt x="2476" y="6763"/>
                          </a:cubicBezTo>
                          <a:cubicBezTo>
                            <a:pt x="-2287" y="15050"/>
                            <a:pt x="-1" y="23813"/>
                            <a:pt x="7810" y="26575"/>
                          </a:cubicBezTo>
                          <a:cubicBezTo>
                            <a:pt x="15525" y="29337"/>
                            <a:pt x="25717" y="25622"/>
                            <a:pt x="30765" y="17431"/>
                          </a:cubicBezTo>
                          <a:cubicBezTo>
                            <a:pt x="32384" y="14859"/>
                            <a:pt x="33241" y="12097"/>
                            <a:pt x="33241" y="9525"/>
                          </a:cubicBezTo>
                          <a:cubicBezTo>
                            <a:pt x="28289" y="12954"/>
                            <a:pt x="21907" y="14192"/>
                            <a:pt x="16573" y="122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49" name="Forme libre : forme 2448">
                      <a:extLst>
                        <a:ext uri="{FF2B5EF4-FFF2-40B4-BE49-F238E27FC236}">
                          <a16:creationId xmlns:a16="http://schemas.microsoft.com/office/drawing/2014/main" id="{3C32F683-1C2A-4C8E-9C30-F9D407AB23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7148" y="3352496"/>
                      <a:ext cx="13975" cy="15019"/>
                    </a:xfrm>
                    <a:custGeom>
                      <a:avLst/>
                      <a:gdLst>
                        <a:gd name="connsiteX0" fmla="*/ 13942 w 13975"/>
                        <a:gd name="connsiteY0" fmla="*/ 6890 h 15019"/>
                        <a:gd name="connsiteX1" fmla="*/ 6226 w 13975"/>
                        <a:gd name="connsiteY1" fmla="*/ 14986 h 15019"/>
                        <a:gd name="connsiteX2" fmla="*/ 35 w 13975"/>
                        <a:gd name="connsiteY2" fmla="*/ 8224 h 15019"/>
                        <a:gd name="connsiteX3" fmla="*/ 7655 w 13975"/>
                        <a:gd name="connsiteY3" fmla="*/ 32 h 15019"/>
                        <a:gd name="connsiteX4" fmla="*/ 13942 w 13975"/>
                        <a:gd name="connsiteY4" fmla="*/ 6890 h 15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75" h="15019">
                          <a:moveTo>
                            <a:pt x="13942" y="6890"/>
                          </a:moveTo>
                          <a:cubicBezTo>
                            <a:pt x="13561" y="10986"/>
                            <a:pt x="10037" y="14701"/>
                            <a:pt x="6226" y="14986"/>
                          </a:cubicBezTo>
                          <a:cubicBezTo>
                            <a:pt x="2416" y="15368"/>
                            <a:pt x="-346" y="12415"/>
                            <a:pt x="35" y="8224"/>
                          </a:cubicBezTo>
                          <a:cubicBezTo>
                            <a:pt x="416" y="4128"/>
                            <a:pt x="3845" y="413"/>
                            <a:pt x="7655" y="32"/>
                          </a:cubicBezTo>
                          <a:cubicBezTo>
                            <a:pt x="11465" y="-349"/>
                            <a:pt x="14323" y="2699"/>
                            <a:pt x="13942" y="689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50" name="Forme libre : forme 2449">
                      <a:extLst>
                        <a:ext uri="{FF2B5EF4-FFF2-40B4-BE49-F238E27FC236}">
                          <a16:creationId xmlns:a16="http://schemas.microsoft.com/office/drawing/2014/main" id="{DDA10A2F-EBEE-4F7F-8EE7-97BC9A03AA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9271" y="3351764"/>
                      <a:ext cx="5581" cy="5203"/>
                    </a:xfrm>
                    <a:custGeom>
                      <a:avLst/>
                      <a:gdLst>
                        <a:gd name="connsiteX0" fmla="*/ 5151 w 5581"/>
                        <a:gd name="connsiteY0" fmla="*/ 3526 h 5203"/>
                        <a:gd name="connsiteX1" fmla="*/ 1341 w 5581"/>
                        <a:gd name="connsiteY1" fmla="*/ 5050 h 5203"/>
                        <a:gd name="connsiteX2" fmla="*/ 388 w 5581"/>
                        <a:gd name="connsiteY2" fmla="*/ 1716 h 5203"/>
                        <a:gd name="connsiteX3" fmla="*/ 4198 w 5581"/>
                        <a:gd name="connsiteY3" fmla="*/ 192 h 5203"/>
                        <a:gd name="connsiteX4" fmla="*/ 5151 w 5581"/>
                        <a:gd name="connsiteY4" fmla="*/ 3526 h 5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81" h="5203">
                          <a:moveTo>
                            <a:pt x="5151" y="3526"/>
                          </a:moveTo>
                          <a:cubicBezTo>
                            <a:pt x="4389" y="4859"/>
                            <a:pt x="2674" y="5526"/>
                            <a:pt x="1341" y="5050"/>
                          </a:cubicBezTo>
                          <a:cubicBezTo>
                            <a:pt x="7" y="4574"/>
                            <a:pt x="-374" y="3049"/>
                            <a:pt x="388" y="1716"/>
                          </a:cubicBezTo>
                          <a:cubicBezTo>
                            <a:pt x="1150" y="383"/>
                            <a:pt x="2865" y="-380"/>
                            <a:pt x="4198" y="192"/>
                          </a:cubicBezTo>
                          <a:cubicBezTo>
                            <a:pt x="5532" y="763"/>
                            <a:pt x="6008" y="2192"/>
                            <a:pt x="5151" y="352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451" name="Graphique 15">
                  <a:extLst>
                    <a:ext uri="{FF2B5EF4-FFF2-40B4-BE49-F238E27FC236}">
                      <a16:creationId xmlns:a16="http://schemas.microsoft.com/office/drawing/2014/main" id="{775B3D2F-24F1-4B14-8EEB-80F42447CB3C}"/>
                    </a:ext>
                  </a:extLst>
                </p:cNvPr>
                <p:cNvGrpSpPr/>
                <p:nvPr/>
              </p:nvGrpSpPr>
              <p:grpSpPr>
                <a:xfrm>
                  <a:off x="10763699" y="3407976"/>
                  <a:ext cx="96684" cy="42348"/>
                  <a:chOff x="10763699" y="3407976"/>
                  <a:chExt cx="96684" cy="42348"/>
                </a:xfrm>
                <a:solidFill>
                  <a:schemeClr val="accent1"/>
                </a:solidFill>
              </p:grpSpPr>
              <p:grpSp>
                <p:nvGrpSpPr>
                  <p:cNvPr id="2452" name="Graphique 15">
                    <a:extLst>
                      <a:ext uri="{FF2B5EF4-FFF2-40B4-BE49-F238E27FC236}">
                        <a16:creationId xmlns:a16="http://schemas.microsoft.com/office/drawing/2014/main" id="{B98DD808-E8E4-4A5E-BF5B-404614374956}"/>
                      </a:ext>
                    </a:extLst>
                  </p:cNvPr>
                  <p:cNvGrpSpPr/>
                  <p:nvPr/>
                </p:nvGrpSpPr>
                <p:grpSpPr>
                  <a:xfrm>
                    <a:off x="10763699" y="3421443"/>
                    <a:ext cx="32185" cy="28881"/>
                    <a:chOff x="10763699" y="3421443"/>
                    <a:chExt cx="32185" cy="28881"/>
                  </a:xfrm>
                  <a:solidFill>
                    <a:schemeClr val="accent1"/>
                  </a:solidFill>
                </p:grpSpPr>
                <p:sp>
                  <p:nvSpPr>
                    <p:cNvPr id="2453" name="Forme libre : forme 2452">
                      <a:extLst>
                        <a:ext uri="{FF2B5EF4-FFF2-40B4-BE49-F238E27FC236}">
                          <a16:creationId xmlns:a16="http://schemas.microsoft.com/office/drawing/2014/main" id="{5C3F2BBD-87B5-48A8-9F8A-9580784A3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63699" y="3421443"/>
                      <a:ext cx="32156" cy="28785"/>
                    </a:xfrm>
                    <a:custGeom>
                      <a:avLst/>
                      <a:gdLst>
                        <a:gd name="connsiteX0" fmla="*/ 25763 w 32156"/>
                        <a:gd name="connsiteY0" fmla="*/ 712 h 28785"/>
                        <a:gd name="connsiteX1" fmla="*/ 28811 w 32156"/>
                        <a:gd name="connsiteY1" fmla="*/ 19000 h 28785"/>
                        <a:gd name="connsiteX2" fmla="*/ 6046 w 32156"/>
                        <a:gd name="connsiteY2" fmla="*/ 28144 h 28785"/>
                        <a:gd name="connsiteX3" fmla="*/ 3379 w 32156"/>
                        <a:gd name="connsiteY3" fmla="*/ 10332 h 28785"/>
                        <a:gd name="connsiteX4" fmla="*/ 25763 w 32156"/>
                        <a:gd name="connsiteY4" fmla="*/ 712 h 28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156" h="28785">
                          <a:moveTo>
                            <a:pt x="25763" y="712"/>
                          </a:moveTo>
                          <a:cubicBezTo>
                            <a:pt x="32812" y="3284"/>
                            <a:pt x="34335" y="11571"/>
                            <a:pt x="28811" y="19000"/>
                          </a:cubicBezTo>
                          <a:cubicBezTo>
                            <a:pt x="23287" y="26430"/>
                            <a:pt x="13000" y="30430"/>
                            <a:pt x="6046" y="28144"/>
                          </a:cubicBezTo>
                          <a:cubicBezTo>
                            <a:pt x="-907" y="25858"/>
                            <a:pt x="-1955" y="18048"/>
                            <a:pt x="3379" y="10332"/>
                          </a:cubicBezTo>
                          <a:cubicBezTo>
                            <a:pt x="8523" y="2807"/>
                            <a:pt x="18715" y="-1860"/>
                            <a:pt x="25763" y="71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54" name="Forme libre : forme 2453">
                      <a:extLst>
                        <a:ext uri="{FF2B5EF4-FFF2-40B4-BE49-F238E27FC236}">
                          <a16:creationId xmlns:a16="http://schemas.microsoft.com/office/drawing/2014/main" id="{A505D1B5-1A05-4439-ABB4-8675137635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64887" y="3421579"/>
                      <a:ext cx="30996" cy="28745"/>
                    </a:xfrm>
                    <a:custGeom>
                      <a:avLst/>
                      <a:gdLst>
                        <a:gd name="connsiteX0" fmla="*/ 15145 w 30996"/>
                        <a:gd name="connsiteY0" fmla="*/ 14483 h 28745"/>
                        <a:gd name="connsiteX1" fmla="*/ 0 w 30996"/>
                        <a:gd name="connsiteY1" fmla="*/ 24199 h 28745"/>
                        <a:gd name="connsiteX2" fmla="*/ 4858 w 30996"/>
                        <a:gd name="connsiteY2" fmla="*/ 28104 h 28745"/>
                        <a:gd name="connsiteX3" fmla="*/ 27622 w 30996"/>
                        <a:gd name="connsiteY3" fmla="*/ 18960 h 28745"/>
                        <a:gd name="connsiteX4" fmla="*/ 24574 w 30996"/>
                        <a:gd name="connsiteY4" fmla="*/ 672 h 28745"/>
                        <a:gd name="connsiteX5" fmla="*/ 17145 w 30996"/>
                        <a:gd name="connsiteY5" fmla="*/ 291 h 28745"/>
                        <a:gd name="connsiteX6" fmla="*/ 15145 w 30996"/>
                        <a:gd name="connsiteY6" fmla="*/ 14483 h 28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996" h="28745">
                          <a:moveTo>
                            <a:pt x="15145" y="14483"/>
                          </a:moveTo>
                          <a:cubicBezTo>
                            <a:pt x="11430" y="19627"/>
                            <a:pt x="5524" y="23151"/>
                            <a:pt x="0" y="24199"/>
                          </a:cubicBezTo>
                          <a:cubicBezTo>
                            <a:pt x="953" y="25913"/>
                            <a:pt x="2572" y="27342"/>
                            <a:pt x="4858" y="28104"/>
                          </a:cubicBezTo>
                          <a:cubicBezTo>
                            <a:pt x="11811" y="30390"/>
                            <a:pt x="22098" y="26390"/>
                            <a:pt x="27622" y="18960"/>
                          </a:cubicBezTo>
                          <a:cubicBezTo>
                            <a:pt x="33147" y="11531"/>
                            <a:pt x="31718" y="3244"/>
                            <a:pt x="24574" y="672"/>
                          </a:cubicBezTo>
                          <a:cubicBezTo>
                            <a:pt x="22288" y="-90"/>
                            <a:pt x="19812" y="-185"/>
                            <a:pt x="17145" y="291"/>
                          </a:cubicBezTo>
                          <a:cubicBezTo>
                            <a:pt x="19336" y="4006"/>
                            <a:pt x="18764" y="9340"/>
                            <a:pt x="15145" y="144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55" name="Forme libre : forme 2454">
                      <a:extLst>
                        <a:ext uri="{FF2B5EF4-FFF2-40B4-BE49-F238E27FC236}">
                          <a16:creationId xmlns:a16="http://schemas.microsoft.com/office/drawing/2014/main" id="{D142D4E4-5699-4679-ACD6-8DD40153D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73619" y="3423877"/>
                      <a:ext cx="15370" cy="12087"/>
                    </a:xfrm>
                    <a:custGeom>
                      <a:avLst/>
                      <a:gdLst>
                        <a:gd name="connsiteX0" fmla="*/ 8985 w 15370"/>
                        <a:gd name="connsiteY0" fmla="*/ 88 h 12087"/>
                        <a:gd name="connsiteX1" fmla="*/ 15271 w 15370"/>
                        <a:gd name="connsiteY1" fmla="*/ 5041 h 12087"/>
                        <a:gd name="connsiteX2" fmla="*/ 6318 w 15370"/>
                        <a:gd name="connsiteY2" fmla="*/ 11994 h 12087"/>
                        <a:gd name="connsiteX3" fmla="*/ 126 w 15370"/>
                        <a:gd name="connsiteY3" fmla="*/ 7136 h 12087"/>
                        <a:gd name="connsiteX4" fmla="*/ 8985 w 15370"/>
                        <a:gd name="connsiteY4" fmla="*/ 88 h 12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70" h="12087">
                          <a:moveTo>
                            <a:pt x="8985" y="88"/>
                          </a:moveTo>
                          <a:cubicBezTo>
                            <a:pt x="13176" y="-484"/>
                            <a:pt x="15938" y="1802"/>
                            <a:pt x="15271" y="5041"/>
                          </a:cubicBezTo>
                          <a:cubicBezTo>
                            <a:pt x="14509" y="8374"/>
                            <a:pt x="10509" y="11423"/>
                            <a:pt x="6318" y="11994"/>
                          </a:cubicBezTo>
                          <a:cubicBezTo>
                            <a:pt x="2126" y="12565"/>
                            <a:pt x="-636" y="10470"/>
                            <a:pt x="126" y="7136"/>
                          </a:cubicBezTo>
                          <a:cubicBezTo>
                            <a:pt x="984" y="3898"/>
                            <a:pt x="4889" y="755"/>
                            <a:pt x="8985" y="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56" name="Forme libre : forme 2455">
                      <a:extLst>
                        <a:ext uri="{FF2B5EF4-FFF2-40B4-BE49-F238E27FC236}">
                          <a16:creationId xmlns:a16="http://schemas.microsoft.com/office/drawing/2014/main" id="{A91FA94B-153A-4FE8-AB5B-BC43193EAC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72356" y="3430621"/>
                      <a:ext cx="5256" cy="4690"/>
                    </a:xfrm>
                    <a:custGeom>
                      <a:avLst/>
                      <a:gdLst>
                        <a:gd name="connsiteX0" fmla="*/ 4247 w 5256"/>
                        <a:gd name="connsiteY0" fmla="*/ 107 h 4690"/>
                        <a:gd name="connsiteX1" fmla="*/ 4724 w 5256"/>
                        <a:gd name="connsiteY1" fmla="*/ 3060 h 4690"/>
                        <a:gd name="connsiteX2" fmla="*/ 1009 w 5256"/>
                        <a:gd name="connsiteY2" fmla="*/ 4583 h 4690"/>
                        <a:gd name="connsiteX3" fmla="*/ 533 w 5256"/>
                        <a:gd name="connsiteY3" fmla="*/ 1631 h 4690"/>
                        <a:gd name="connsiteX4" fmla="*/ 4247 w 5256"/>
                        <a:gd name="connsiteY4" fmla="*/ 107 h 4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56" h="4690">
                          <a:moveTo>
                            <a:pt x="4247" y="107"/>
                          </a:moveTo>
                          <a:cubicBezTo>
                            <a:pt x="5391" y="488"/>
                            <a:pt x="5581" y="1821"/>
                            <a:pt x="4724" y="3060"/>
                          </a:cubicBezTo>
                          <a:cubicBezTo>
                            <a:pt x="3867" y="4298"/>
                            <a:pt x="2152" y="4965"/>
                            <a:pt x="1009" y="4583"/>
                          </a:cubicBezTo>
                          <a:cubicBezTo>
                            <a:pt x="-134" y="4203"/>
                            <a:pt x="-324" y="2869"/>
                            <a:pt x="533" y="1631"/>
                          </a:cubicBezTo>
                          <a:cubicBezTo>
                            <a:pt x="1390" y="393"/>
                            <a:pt x="3104" y="-274"/>
                            <a:pt x="4247" y="10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457" name="Graphique 15">
                    <a:extLst>
                      <a:ext uri="{FF2B5EF4-FFF2-40B4-BE49-F238E27FC236}">
                        <a16:creationId xmlns:a16="http://schemas.microsoft.com/office/drawing/2014/main" id="{1C016A86-C673-42B1-8512-AC142EE0B46C}"/>
                      </a:ext>
                    </a:extLst>
                  </p:cNvPr>
                  <p:cNvGrpSpPr/>
                  <p:nvPr/>
                </p:nvGrpSpPr>
                <p:grpSpPr>
                  <a:xfrm>
                    <a:off x="10794827" y="3418957"/>
                    <a:ext cx="32776" cy="29091"/>
                    <a:chOff x="10794827" y="3418957"/>
                    <a:chExt cx="32776" cy="29091"/>
                  </a:xfrm>
                  <a:solidFill>
                    <a:schemeClr val="accent1"/>
                  </a:solidFill>
                </p:grpSpPr>
                <p:sp>
                  <p:nvSpPr>
                    <p:cNvPr id="2458" name="Forme libre : forme 2457">
                      <a:extLst>
                        <a:ext uri="{FF2B5EF4-FFF2-40B4-BE49-F238E27FC236}">
                          <a16:creationId xmlns:a16="http://schemas.microsoft.com/office/drawing/2014/main" id="{8EE94CC6-F894-4DD7-90FC-C8E822E1E5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94827" y="3418957"/>
                      <a:ext cx="32776" cy="29091"/>
                    </a:xfrm>
                    <a:custGeom>
                      <a:avLst/>
                      <a:gdLst>
                        <a:gd name="connsiteX0" fmla="*/ 26257 w 32776"/>
                        <a:gd name="connsiteY0" fmla="*/ 913 h 29091"/>
                        <a:gd name="connsiteX1" fmla="*/ 29210 w 32776"/>
                        <a:gd name="connsiteY1" fmla="*/ 19963 h 29091"/>
                        <a:gd name="connsiteX2" fmla="*/ 6159 w 32776"/>
                        <a:gd name="connsiteY2" fmla="*/ 28154 h 29091"/>
                        <a:gd name="connsiteX3" fmla="*/ 3302 w 32776"/>
                        <a:gd name="connsiteY3" fmla="*/ 9771 h 29091"/>
                        <a:gd name="connsiteX4" fmla="*/ 26257 w 32776"/>
                        <a:gd name="connsiteY4" fmla="*/ 913 h 29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776" h="29091">
                          <a:moveTo>
                            <a:pt x="26257" y="913"/>
                          </a:moveTo>
                          <a:cubicBezTo>
                            <a:pt x="33782" y="3675"/>
                            <a:pt x="34830" y="12533"/>
                            <a:pt x="29210" y="19963"/>
                          </a:cubicBezTo>
                          <a:cubicBezTo>
                            <a:pt x="23495" y="27392"/>
                            <a:pt x="13017" y="30917"/>
                            <a:pt x="6159" y="28154"/>
                          </a:cubicBezTo>
                          <a:cubicBezTo>
                            <a:pt x="-508" y="25202"/>
                            <a:pt x="-2222" y="17486"/>
                            <a:pt x="3302" y="9771"/>
                          </a:cubicBezTo>
                          <a:cubicBezTo>
                            <a:pt x="8731" y="2151"/>
                            <a:pt x="18828" y="-1944"/>
                            <a:pt x="26257" y="91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59" name="Forme libre : forme 2458">
                      <a:extLst>
                        <a:ext uri="{FF2B5EF4-FFF2-40B4-BE49-F238E27FC236}">
                          <a16:creationId xmlns:a16="http://schemas.microsoft.com/office/drawing/2014/main" id="{743C0C25-4EE6-4D56-99F5-4161A16339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96034" y="3419016"/>
                      <a:ext cx="31544" cy="29032"/>
                    </a:xfrm>
                    <a:custGeom>
                      <a:avLst/>
                      <a:gdLst>
                        <a:gd name="connsiteX0" fmla="*/ 15526 w 31544"/>
                        <a:gd name="connsiteY0" fmla="*/ 14570 h 29032"/>
                        <a:gd name="connsiteX1" fmla="*/ 0 w 31544"/>
                        <a:gd name="connsiteY1" fmla="*/ 23809 h 29032"/>
                        <a:gd name="connsiteX2" fmla="*/ 4858 w 31544"/>
                        <a:gd name="connsiteY2" fmla="*/ 28095 h 29032"/>
                        <a:gd name="connsiteX3" fmla="*/ 27908 w 31544"/>
                        <a:gd name="connsiteY3" fmla="*/ 19904 h 29032"/>
                        <a:gd name="connsiteX4" fmla="*/ 24955 w 31544"/>
                        <a:gd name="connsiteY4" fmla="*/ 854 h 29032"/>
                        <a:gd name="connsiteX5" fmla="*/ 17336 w 31544"/>
                        <a:gd name="connsiteY5" fmla="*/ 187 h 29032"/>
                        <a:gd name="connsiteX6" fmla="*/ 15526 w 31544"/>
                        <a:gd name="connsiteY6" fmla="*/ 14570 h 290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544" h="29032">
                          <a:moveTo>
                            <a:pt x="15526" y="14570"/>
                          </a:moveTo>
                          <a:cubicBezTo>
                            <a:pt x="11716" y="19713"/>
                            <a:pt x="5715" y="22952"/>
                            <a:pt x="0" y="23809"/>
                          </a:cubicBezTo>
                          <a:cubicBezTo>
                            <a:pt x="1143" y="25619"/>
                            <a:pt x="2572" y="27238"/>
                            <a:pt x="4858" y="28095"/>
                          </a:cubicBezTo>
                          <a:cubicBezTo>
                            <a:pt x="11716" y="30858"/>
                            <a:pt x="22193" y="27333"/>
                            <a:pt x="27908" y="19904"/>
                          </a:cubicBezTo>
                          <a:cubicBezTo>
                            <a:pt x="33623" y="12474"/>
                            <a:pt x="32576" y="3616"/>
                            <a:pt x="24955" y="854"/>
                          </a:cubicBezTo>
                          <a:cubicBezTo>
                            <a:pt x="22574" y="-3"/>
                            <a:pt x="20003" y="-194"/>
                            <a:pt x="17336" y="187"/>
                          </a:cubicBezTo>
                          <a:cubicBezTo>
                            <a:pt x="19621" y="4092"/>
                            <a:pt x="19240" y="9522"/>
                            <a:pt x="15526" y="1457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60" name="Forme libre : forme 2459">
                      <a:extLst>
                        <a:ext uri="{FF2B5EF4-FFF2-40B4-BE49-F238E27FC236}">
                          <a16:creationId xmlns:a16="http://schemas.microsoft.com/office/drawing/2014/main" id="{28633EF9-9344-43CF-93E0-9191BFA084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04963" y="3421430"/>
                      <a:ext cx="15739" cy="12198"/>
                    </a:xfrm>
                    <a:custGeom>
                      <a:avLst/>
                      <a:gdLst>
                        <a:gd name="connsiteX0" fmla="*/ 9074 w 15739"/>
                        <a:gd name="connsiteY0" fmla="*/ 59 h 12198"/>
                        <a:gd name="connsiteX1" fmla="*/ 15646 w 15739"/>
                        <a:gd name="connsiteY1" fmla="*/ 5393 h 12198"/>
                        <a:gd name="connsiteX2" fmla="*/ 6597 w 15739"/>
                        <a:gd name="connsiteY2" fmla="*/ 12155 h 12198"/>
                        <a:gd name="connsiteX3" fmla="*/ 120 w 15739"/>
                        <a:gd name="connsiteY3" fmla="*/ 7012 h 12198"/>
                        <a:gd name="connsiteX4" fmla="*/ 9074 w 15739"/>
                        <a:gd name="connsiteY4" fmla="*/ 59 h 12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39" h="12198">
                          <a:moveTo>
                            <a:pt x="9074" y="59"/>
                          </a:moveTo>
                          <a:cubicBezTo>
                            <a:pt x="13360" y="-418"/>
                            <a:pt x="16312" y="2059"/>
                            <a:pt x="15646" y="5393"/>
                          </a:cubicBezTo>
                          <a:cubicBezTo>
                            <a:pt x="14979" y="8726"/>
                            <a:pt x="10788" y="11774"/>
                            <a:pt x="6597" y="12155"/>
                          </a:cubicBezTo>
                          <a:cubicBezTo>
                            <a:pt x="2311" y="12537"/>
                            <a:pt x="-642" y="10346"/>
                            <a:pt x="120" y="7012"/>
                          </a:cubicBezTo>
                          <a:cubicBezTo>
                            <a:pt x="787" y="3583"/>
                            <a:pt x="4787" y="440"/>
                            <a:pt x="9074" y="5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61" name="Forme libre : forme 2460">
                      <a:extLst>
                        <a:ext uri="{FF2B5EF4-FFF2-40B4-BE49-F238E27FC236}">
                          <a16:creationId xmlns:a16="http://schemas.microsoft.com/office/drawing/2014/main" id="{F032C7D3-6E9A-40A0-AD34-B1A6BD74E3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03604" y="3427906"/>
                      <a:ext cx="5433" cy="4785"/>
                    </a:xfrm>
                    <a:custGeom>
                      <a:avLst/>
                      <a:gdLst>
                        <a:gd name="connsiteX0" fmla="*/ 4336 w 5433"/>
                        <a:gd name="connsiteY0" fmla="*/ 154 h 4785"/>
                        <a:gd name="connsiteX1" fmla="*/ 4907 w 5433"/>
                        <a:gd name="connsiteY1" fmla="*/ 3202 h 4785"/>
                        <a:gd name="connsiteX2" fmla="*/ 1098 w 5433"/>
                        <a:gd name="connsiteY2" fmla="*/ 4631 h 4785"/>
                        <a:gd name="connsiteX3" fmla="*/ 526 w 5433"/>
                        <a:gd name="connsiteY3" fmla="*/ 1583 h 4785"/>
                        <a:gd name="connsiteX4" fmla="*/ 4336 w 5433"/>
                        <a:gd name="connsiteY4" fmla="*/ 154 h 4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33" h="4785">
                          <a:moveTo>
                            <a:pt x="4336" y="154"/>
                          </a:moveTo>
                          <a:cubicBezTo>
                            <a:pt x="5574" y="631"/>
                            <a:pt x="5765" y="1964"/>
                            <a:pt x="4907" y="3202"/>
                          </a:cubicBezTo>
                          <a:cubicBezTo>
                            <a:pt x="4050" y="4441"/>
                            <a:pt x="2336" y="5108"/>
                            <a:pt x="1098" y="4631"/>
                          </a:cubicBezTo>
                          <a:cubicBezTo>
                            <a:pt x="-141" y="4155"/>
                            <a:pt x="-331" y="2822"/>
                            <a:pt x="526" y="1583"/>
                          </a:cubicBezTo>
                          <a:cubicBezTo>
                            <a:pt x="1479" y="345"/>
                            <a:pt x="3098" y="-322"/>
                            <a:pt x="4336" y="1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462" name="Graphique 15">
                    <a:extLst>
                      <a:ext uri="{FF2B5EF4-FFF2-40B4-BE49-F238E27FC236}">
                        <a16:creationId xmlns:a16="http://schemas.microsoft.com/office/drawing/2014/main" id="{7D164E07-A789-4899-A913-256E160FFBB7}"/>
                      </a:ext>
                    </a:extLst>
                  </p:cNvPr>
                  <p:cNvGrpSpPr/>
                  <p:nvPr/>
                </p:nvGrpSpPr>
                <p:grpSpPr>
                  <a:xfrm>
                    <a:off x="10827160" y="3407976"/>
                    <a:ext cx="33222" cy="29933"/>
                    <a:chOff x="10827160" y="3407976"/>
                    <a:chExt cx="33222" cy="29933"/>
                  </a:xfrm>
                  <a:solidFill>
                    <a:schemeClr val="accent1"/>
                  </a:solidFill>
                </p:grpSpPr>
                <p:sp>
                  <p:nvSpPr>
                    <p:cNvPr id="2463" name="Forme libre : forme 2462">
                      <a:extLst>
                        <a:ext uri="{FF2B5EF4-FFF2-40B4-BE49-F238E27FC236}">
                          <a16:creationId xmlns:a16="http://schemas.microsoft.com/office/drawing/2014/main" id="{22198F6D-89A1-4643-A600-678776AA87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7160" y="3407976"/>
                      <a:ext cx="33155" cy="29933"/>
                    </a:xfrm>
                    <a:custGeom>
                      <a:avLst/>
                      <a:gdLst>
                        <a:gd name="connsiteX0" fmla="*/ 26595 w 33155"/>
                        <a:gd name="connsiteY0" fmla="*/ 1226 h 29933"/>
                        <a:gd name="connsiteX1" fmla="*/ 29643 w 33155"/>
                        <a:gd name="connsiteY1" fmla="*/ 21133 h 29933"/>
                        <a:gd name="connsiteX2" fmla="*/ 6212 w 33155"/>
                        <a:gd name="connsiteY2" fmla="*/ 28753 h 29933"/>
                        <a:gd name="connsiteX3" fmla="*/ 3354 w 33155"/>
                        <a:gd name="connsiteY3" fmla="*/ 9417 h 29933"/>
                        <a:gd name="connsiteX4" fmla="*/ 26595 w 33155"/>
                        <a:gd name="connsiteY4" fmla="*/ 1226 h 29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155" h="29933">
                          <a:moveTo>
                            <a:pt x="26595" y="1226"/>
                          </a:moveTo>
                          <a:cubicBezTo>
                            <a:pt x="33930" y="4654"/>
                            <a:pt x="35358" y="13703"/>
                            <a:pt x="29643" y="21133"/>
                          </a:cubicBezTo>
                          <a:cubicBezTo>
                            <a:pt x="23928" y="28562"/>
                            <a:pt x="13356" y="31896"/>
                            <a:pt x="6212" y="28753"/>
                          </a:cubicBezTo>
                          <a:cubicBezTo>
                            <a:pt x="-1027" y="25705"/>
                            <a:pt x="-1885" y="16942"/>
                            <a:pt x="3354" y="9417"/>
                          </a:cubicBezTo>
                          <a:cubicBezTo>
                            <a:pt x="8688" y="1892"/>
                            <a:pt x="19261" y="-2204"/>
                            <a:pt x="26595" y="122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64" name="Forme libre : forme 2463">
                      <a:extLst>
                        <a:ext uri="{FF2B5EF4-FFF2-40B4-BE49-F238E27FC236}">
                          <a16:creationId xmlns:a16="http://schemas.microsoft.com/office/drawing/2014/main" id="{6E125203-2291-4524-9F3F-3F65461457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28419" y="3408036"/>
                      <a:ext cx="31963" cy="29873"/>
                    </a:xfrm>
                    <a:custGeom>
                      <a:avLst/>
                      <a:gdLst>
                        <a:gd name="connsiteX0" fmla="*/ 15621 w 31963"/>
                        <a:gd name="connsiteY0" fmla="*/ 15072 h 29873"/>
                        <a:gd name="connsiteX1" fmla="*/ 0 w 31963"/>
                        <a:gd name="connsiteY1" fmla="*/ 24026 h 29873"/>
                        <a:gd name="connsiteX2" fmla="*/ 5048 w 31963"/>
                        <a:gd name="connsiteY2" fmla="*/ 28693 h 29873"/>
                        <a:gd name="connsiteX3" fmla="*/ 28480 w 31963"/>
                        <a:gd name="connsiteY3" fmla="*/ 21073 h 29873"/>
                        <a:gd name="connsiteX4" fmla="*/ 25432 w 31963"/>
                        <a:gd name="connsiteY4" fmla="*/ 1166 h 29873"/>
                        <a:gd name="connsiteX5" fmla="*/ 17717 w 31963"/>
                        <a:gd name="connsiteY5" fmla="*/ 118 h 29873"/>
                        <a:gd name="connsiteX6" fmla="*/ 15621 w 31963"/>
                        <a:gd name="connsiteY6" fmla="*/ 15072 h 298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963" h="29873">
                          <a:moveTo>
                            <a:pt x="15621" y="15072"/>
                          </a:moveTo>
                          <a:cubicBezTo>
                            <a:pt x="11811" y="20216"/>
                            <a:pt x="5715" y="23454"/>
                            <a:pt x="0" y="24026"/>
                          </a:cubicBezTo>
                          <a:cubicBezTo>
                            <a:pt x="1048" y="26026"/>
                            <a:pt x="2667" y="27645"/>
                            <a:pt x="5048" y="28693"/>
                          </a:cubicBezTo>
                          <a:cubicBezTo>
                            <a:pt x="12192" y="31836"/>
                            <a:pt x="22765" y="28503"/>
                            <a:pt x="28480" y="21073"/>
                          </a:cubicBezTo>
                          <a:cubicBezTo>
                            <a:pt x="34195" y="13644"/>
                            <a:pt x="32671" y="4500"/>
                            <a:pt x="25432" y="1166"/>
                          </a:cubicBezTo>
                          <a:cubicBezTo>
                            <a:pt x="23146" y="23"/>
                            <a:pt x="20479" y="-168"/>
                            <a:pt x="17717" y="118"/>
                          </a:cubicBezTo>
                          <a:cubicBezTo>
                            <a:pt x="20003" y="4214"/>
                            <a:pt x="19336" y="10024"/>
                            <a:pt x="15621" y="1507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65" name="Forme libre : forme 2464">
                      <a:extLst>
                        <a:ext uri="{FF2B5EF4-FFF2-40B4-BE49-F238E27FC236}">
                          <a16:creationId xmlns:a16="http://schemas.microsoft.com/office/drawing/2014/main" id="{E6A98E92-C4FF-4324-A842-E68E01FBBE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37535" y="3410430"/>
                      <a:ext cx="15768" cy="12592"/>
                    </a:xfrm>
                    <a:custGeom>
                      <a:avLst/>
                      <a:gdLst>
                        <a:gd name="connsiteX0" fmla="*/ 9172 w 15768"/>
                        <a:gd name="connsiteY0" fmla="*/ 10 h 12592"/>
                        <a:gd name="connsiteX1" fmla="*/ 15649 w 15768"/>
                        <a:gd name="connsiteY1" fmla="*/ 6010 h 12592"/>
                        <a:gd name="connsiteX2" fmla="*/ 6505 w 15768"/>
                        <a:gd name="connsiteY2" fmla="*/ 12582 h 12592"/>
                        <a:gd name="connsiteX3" fmla="*/ 123 w 15768"/>
                        <a:gd name="connsiteY3" fmla="*/ 6772 h 12592"/>
                        <a:gd name="connsiteX4" fmla="*/ 9172 w 15768"/>
                        <a:gd name="connsiteY4" fmla="*/ 10 h 12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68" h="12592">
                          <a:moveTo>
                            <a:pt x="9172" y="10"/>
                          </a:moveTo>
                          <a:cubicBezTo>
                            <a:pt x="13458" y="-181"/>
                            <a:pt x="16411" y="2486"/>
                            <a:pt x="15649" y="6010"/>
                          </a:cubicBezTo>
                          <a:cubicBezTo>
                            <a:pt x="14887" y="9535"/>
                            <a:pt x="10791" y="12392"/>
                            <a:pt x="6505" y="12582"/>
                          </a:cubicBezTo>
                          <a:cubicBezTo>
                            <a:pt x="2218" y="12773"/>
                            <a:pt x="-639" y="10201"/>
                            <a:pt x="123" y="6772"/>
                          </a:cubicBezTo>
                          <a:cubicBezTo>
                            <a:pt x="790" y="3343"/>
                            <a:pt x="4790" y="295"/>
                            <a:pt x="9172" y="1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66" name="Forme libre : forme 2465">
                      <a:extLst>
                        <a:ext uri="{FF2B5EF4-FFF2-40B4-BE49-F238E27FC236}">
                          <a16:creationId xmlns:a16="http://schemas.microsoft.com/office/drawing/2014/main" id="{7DC4FE42-CF42-4E31-9C89-8DD55C39B9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36132" y="3416900"/>
                      <a:ext cx="5433" cy="4946"/>
                    </a:xfrm>
                    <a:custGeom>
                      <a:avLst/>
                      <a:gdLst>
                        <a:gd name="connsiteX0" fmla="*/ 4383 w 5433"/>
                        <a:gd name="connsiteY0" fmla="*/ 207 h 4946"/>
                        <a:gd name="connsiteX1" fmla="*/ 4860 w 5433"/>
                        <a:gd name="connsiteY1" fmla="*/ 3445 h 4946"/>
                        <a:gd name="connsiteX2" fmla="*/ 1050 w 5433"/>
                        <a:gd name="connsiteY2" fmla="*/ 4779 h 4946"/>
                        <a:gd name="connsiteX3" fmla="*/ 573 w 5433"/>
                        <a:gd name="connsiteY3" fmla="*/ 1541 h 4946"/>
                        <a:gd name="connsiteX4" fmla="*/ 4383 w 5433"/>
                        <a:gd name="connsiteY4" fmla="*/ 207 h 4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33" h="4946">
                          <a:moveTo>
                            <a:pt x="4383" y="207"/>
                          </a:moveTo>
                          <a:cubicBezTo>
                            <a:pt x="5526" y="778"/>
                            <a:pt x="5812" y="2207"/>
                            <a:pt x="4860" y="3445"/>
                          </a:cubicBezTo>
                          <a:cubicBezTo>
                            <a:pt x="3907" y="4684"/>
                            <a:pt x="2193" y="5255"/>
                            <a:pt x="1050" y="4779"/>
                          </a:cubicBezTo>
                          <a:cubicBezTo>
                            <a:pt x="-93" y="4207"/>
                            <a:pt x="-379" y="2779"/>
                            <a:pt x="573" y="1541"/>
                          </a:cubicBezTo>
                          <a:cubicBezTo>
                            <a:pt x="1526" y="302"/>
                            <a:pt x="3240" y="-365"/>
                            <a:pt x="4383" y="20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467" name="Graphique 15">
                  <a:extLst>
                    <a:ext uri="{FF2B5EF4-FFF2-40B4-BE49-F238E27FC236}">
                      <a16:creationId xmlns:a16="http://schemas.microsoft.com/office/drawing/2014/main" id="{CC6D6595-4494-4B00-BAAE-5A5C8575BB12}"/>
                    </a:ext>
                  </a:extLst>
                </p:cNvPr>
                <p:cNvGrpSpPr/>
                <p:nvPr/>
              </p:nvGrpSpPr>
              <p:grpSpPr>
                <a:xfrm>
                  <a:off x="10875566" y="3420434"/>
                  <a:ext cx="84891" cy="62440"/>
                  <a:chOff x="10875566" y="3420434"/>
                  <a:chExt cx="84891" cy="62440"/>
                </a:xfrm>
                <a:solidFill>
                  <a:schemeClr val="accent1"/>
                </a:solidFill>
              </p:grpSpPr>
              <p:grpSp>
                <p:nvGrpSpPr>
                  <p:cNvPr id="2468" name="Graphique 15">
                    <a:extLst>
                      <a:ext uri="{FF2B5EF4-FFF2-40B4-BE49-F238E27FC236}">
                        <a16:creationId xmlns:a16="http://schemas.microsoft.com/office/drawing/2014/main" id="{965D9116-0CB3-4C97-9C26-C8A1EAE84A08}"/>
                      </a:ext>
                    </a:extLst>
                  </p:cNvPr>
                  <p:cNvGrpSpPr/>
                  <p:nvPr/>
                </p:nvGrpSpPr>
                <p:grpSpPr>
                  <a:xfrm>
                    <a:off x="10875566" y="3420434"/>
                    <a:ext cx="34043" cy="30441"/>
                    <a:chOff x="10875566" y="3420434"/>
                    <a:chExt cx="34043" cy="30441"/>
                  </a:xfrm>
                  <a:solidFill>
                    <a:schemeClr val="accent1"/>
                  </a:solidFill>
                </p:grpSpPr>
                <p:sp>
                  <p:nvSpPr>
                    <p:cNvPr id="2469" name="Forme libre : forme 2468">
                      <a:extLst>
                        <a:ext uri="{FF2B5EF4-FFF2-40B4-BE49-F238E27FC236}">
                          <a16:creationId xmlns:a16="http://schemas.microsoft.com/office/drawing/2014/main" id="{839CAEB6-E6DE-4178-8275-46E3652A59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75651" y="3420434"/>
                      <a:ext cx="33957" cy="30441"/>
                    </a:xfrm>
                    <a:custGeom>
                      <a:avLst/>
                      <a:gdLst>
                        <a:gd name="connsiteX0" fmla="*/ 33159 w 33957"/>
                        <a:gd name="connsiteY0" fmla="*/ 8293 h 30441"/>
                        <a:gd name="connsiteX1" fmla="*/ 21824 w 33957"/>
                        <a:gd name="connsiteY1" fmla="*/ 28772 h 30441"/>
                        <a:gd name="connsiteX2" fmla="*/ 678 w 33957"/>
                        <a:gd name="connsiteY2" fmla="*/ 22581 h 30441"/>
                        <a:gd name="connsiteX3" fmla="*/ 11918 w 33957"/>
                        <a:gd name="connsiteY3" fmla="*/ 1912 h 30441"/>
                        <a:gd name="connsiteX4" fmla="*/ 33159 w 33957"/>
                        <a:gd name="connsiteY4" fmla="*/ 8293 h 30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957" h="30441">
                          <a:moveTo>
                            <a:pt x="33159" y="8293"/>
                          </a:moveTo>
                          <a:cubicBezTo>
                            <a:pt x="36016" y="15914"/>
                            <a:pt x="30968" y="25058"/>
                            <a:pt x="21824" y="28772"/>
                          </a:cubicBezTo>
                          <a:cubicBezTo>
                            <a:pt x="12680" y="32487"/>
                            <a:pt x="3250" y="29820"/>
                            <a:pt x="678" y="22581"/>
                          </a:cubicBezTo>
                          <a:cubicBezTo>
                            <a:pt x="-1893" y="15342"/>
                            <a:pt x="3060" y="6008"/>
                            <a:pt x="11918" y="1912"/>
                          </a:cubicBezTo>
                          <a:cubicBezTo>
                            <a:pt x="20776" y="-2279"/>
                            <a:pt x="30301" y="674"/>
                            <a:pt x="33159" y="829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70" name="Forme libre : forme 2469">
                      <a:extLst>
                        <a:ext uri="{FF2B5EF4-FFF2-40B4-BE49-F238E27FC236}">
                          <a16:creationId xmlns:a16="http://schemas.microsoft.com/office/drawing/2014/main" id="{56129712-B14F-42E2-9673-7C8C23CF7D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75566" y="3423013"/>
                      <a:ext cx="33947" cy="27863"/>
                    </a:xfrm>
                    <a:custGeom>
                      <a:avLst/>
                      <a:gdLst>
                        <a:gd name="connsiteX0" fmla="*/ 17147 w 33947"/>
                        <a:gd name="connsiteY0" fmla="*/ 13049 h 27863"/>
                        <a:gd name="connsiteX1" fmla="*/ 478 w 33947"/>
                        <a:gd name="connsiteY1" fmla="*/ 12478 h 27863"/>
                        <a:gd name="connsiteX2" fmla="*/ 669 w 33947"/>
                        <a:gd name="connsiteY2" fmla="*/ 20003 h 27863"/>
                        <a:gd name="connsiteX3" fmla="*/ 21815 w 33947"/>
                        <a:gd name="connsiteY3" fmla="*/ 26194 h 27863"/>
                        <a:gd name="connsiteX4" fmla="*/ 33149 w 33947"/>
                        <a:gd name="connsiteY4" fmla="*/ 5715 h 27863"/>
                        <a:gd name="connsiteX5" fmla="*/ 28577 w 33947"/>
                        <a:gd name="connsiteY5" fmla="*/ 0 h 27863"/>
                        <a:gd name="connsiteX6" fmla="*/ 17147 w 33947"/>
                        <a:gd name="connsiteY6" fmla="*/ 13049 h 27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947" h="27863">
                          <a:moveTo>
                            <a:pt x="17147" y="13049"/>
                          </a:moveTo>
                          <a:cubicBezTo>
                            <a:pt x="11051" y="15716"/>
                            <a:pt x="4765" y="15240"/>
                            <a:pt x="478" y="12478"/>
                          </a:cubicBezTo>
                          <a:cubicBezTo>
                            <a:pt x="-188" y="15050"/>
                            <a:pt x="-188" y="17621"/>
                            <a:pt x="669" y="20003"/>
                          </a:cubicBezTo>
                          <a:cubicBezTo>
                            <a:pt x="3241" y="27242"/>
                            <a:pt x="12766" y="29909"/>
                            <a:pt x="21815" y="26194"/>
                          </a:cubicBezTo>
                          <a:cubicBezTo>
                            <a:pt x="30958" y="22479"/>
                            <a:pt x="36007" y="13335"/>
                            <a:pt x="33149" y="5715"/>
                          </a:cubicBezTo>
                          <a:cubicBezTo>
                            <a:pt x="32197" y="3334"/>
                            <a:pt x="30577" y="1429"/>
                            <a:pt x="28577" y="0"/>
                          </a:cubicBezTo>
                          <a:cubicBezTo>
                            <a:pt x="27339" y="5334"/>
                            <a:pt x="23243" y="10383"/>
                            <a:pt x="17147" y="1304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71" name="Forme libre : forme 2470">
                      <a:extLst>
                        <a:ext uri="{FF2B5EF4-FFF2-40B4-BE49-F238E27FC236}">
                          <a16:creationId xmlns:a16="http://schemas.microsoft.com/office/drawing/2014/main" id="{06F4DE97-5262-414B-95CC-E944FD735A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0384" y="3424021"/>
                      <a:ext cx="15206" cy="13453"/>
                    </a:xfrm>
                    <a:custGeom>
                      <a:avLst/>
                      <a:gdLst>
                        <a:gd name="connsiteX0" fmla="*/ 12711 w 15206"/>
                        <a:gd name="connsiteY0" fmla="*/ 1563 h 13453"/>
                        <a:gd name="connsiteX1" fmla="*/ 13187 w 15206"/>
                        <a:gd name="connsiteY1" fmla="*/ 11088 h 13453"/>
                        <a:gd name="connsiteX2" fmla="*/ 2424 w 15206"/>
                        <a:gd name="connsiteY2" fmla="*/ 11850 h 13453"/>
                        <a:gd name="connsiteX3" fmla="*/ 1948 w 15206"/>
                        <a:gd name="connsiteY3" fmla="*/ 2420 h 13453"/>
                        <a:gd name="connsiteX4" fmla="*/ 12711 w 15206"/>
                        <a:gd name="connsiteY4" fmla="*/ 1563 h 13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06" h="13453">
                          <a:moveTo>
                            <a:pt x="12711" y="1563"/>
                          </a:moveTo>
                          <a:cubicBezTo>
                            <a:pt x="15854" y="3945"/>
                            <a:pt x="16045" y="8326"/>
                            <a:pt x="13187" y="11088"/>
                          </a:cubicBezTo>
                          <a:cubicBezTo>
                            <a:pt x="10330" y="13946"/>
                            <a:pt x="5472" y="14231"/>
                            <a:pt x="2424" y="11850"/>
                          </a:cubicBezTo>
                          <a:cubicBezTo>
                            <a:pt x="-624" y="9469"/>
                            <a:pt x="-814" y="5278"/>
                            <a:pt x="1948" y="2420"/>
                          </a:cubicBezTo>
                          <a:cubicBezTo>
                            <a:pt x="4805" y="-437"/>
                            <a:pt x="9568" y="-818"/>
                            <a:pt x="12711" y="156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72" name="Forme libre : forme 2471">
                      <a:extLst>
                        <a:ext uri="{FF2B5EF4-FFF2-40B4-BE49-F238E27FC236}">
                          <a16:creationId xmlns:a16="http://schemas.microsoft.com/office/drawing/2014/main" id="{99BDBCAD-9A31-4591-812A-1C4C6623EF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88866" y="3426807"/>
                      <a:ext cx="5598" cy="5080"/>
                    </a:xfrm>
                    <a:custGeom>
                      <a:avLst/>
                      <a:gdLst>
                        <a:gd name="connsiteX0" fmla="*/ 5466 w 5598"/>
                        <a:gd name="connsiteY0" fmla="*/ 1350 h 5080"/>
                        <a:gd name="connsiteX1" fmla="*/ 3657 w 5598"/>
                        <a:gd name="connsiteY1" fmla="*/ 4779 h 5080"/>
                        <a:gd name="connsiteX2" fmla="*/ 132 w 5598"/>
                        <a:gd name="connsiteY2" fmla="*/ 3731 h 5080"/>
                        <a:gd name="connsiteX3" fmla="*/ 1942 w 5598"/>
                        <a:gd name="connsiteY3" fmla="*/ 302 h 5080"/>
                        <a:gd name="connsiteX4" fmla="*/ 5466 w 5598"/>
                        <a:gd name="connsiteY4" fmla="*/ 1350 h 5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98" h="5080">
                          <a:moveTo>
                            <a:pt x="5466" y="1350"/>
                          </a:moveTo>
                          <a:cubicBezTo>
                            <a:pt x="5942" y="2588"/>
                            <a:pt x="5085" y="4112"/>
                            <a:pt x="3657" y="4779"/>
                          </a:cubicBezTo>
                          <a:cubicBezTo>
                            <a:pt x="2228" y="5445"/>
                            <a:pt x="608" y="4969"/>
                            <a:pt x="132" y="3731"/>
                          </a:cubicBezTo>
                          <a:cubicBezTo>
                            <a:pt x="-344" y="2493"/>
                            <a:pt x="513" y="969"/>
                            <a:pt x="1942" y="302"/>
                          </a:cubicBezTo>
                          <a:cubicBezTo>
                            <a:pt x="3466" y="-365"/>
                            <a:pt x="5085" y="111"/>
                            <a:pt x="5466" y="135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473" name="Graphique 15">
                    <a:extLst>
                      <a:ext uri="{FF2B5EF4-FFF2-40B4-BE49-F238E27FC236}">
                        <a16:creationId xmlns:a16="http://schemas.microsoft.com/office/drawing/2014/main" id="{F4286FBA-D5C0-4AF7-A3CB-F927BBE90E84}"/>
                      </a:ext>
                    </a:extLst>
                  </p:cNvPr>
                  <p:cNvGrpSpPr/>
                  <p:nvPr/>
                </p:nvGrpSpPr>
                <p:grpSpPr>
                  <a:xfrm>
                    <a:off x="10897163" y="3439778"/>
                    <a:ext cx="34281" cy="30550"/>
                    <a:chOff x="10897163" y="3439778"/>
                    <a:chExt cx="34281" cy="30550"/>
                  </a:xfrm>
                  <a:solidFill>
                    <a:schemeClr val="accent1"/>
                  </a:solidFill>
                </p:grpSpPr>
                <p:sp>
                  <p:nvSpPr>
                    <p:cNvPr id="2474" name="Forme libre : forme 2473">
                      <a:extLst>
                        <a:ext uri="{FF2B5EF4-FFF2-40B4-BE49-F238E27FC236}">
                          <a16:creationId xmlns:a16="http://schemas.microsoft.com/office/drawing/2014/main" id="{AD60C588-3EAA-4162-8CFA-E40305CA9D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7163" y="3439778"/>
                      <a:ext cx="34281" cy="30550"/>
                    </a:xfrm>
                    <a:custGeom>
                      <a:avLst/>
                      <a:gdLst>
                        <a:gd name="connsiteX0" fmla="*/ 33650 w 34281"/>
                        <a:gd name="connsiteY0" fmla="*/ 9048 h 30550"/>
                        <a:gd name="connsiteX1" fmla="*/ 21458 w 34281"/>
                        <a:gd name="connsiteY1" fmla="*/ 29241 h 30550"/>
                        <a:gd name="connsiteX2" fmla="*/ 503 w 34281"/>
                        <a:gd name="connsiteY2" fmla="*/ 21907 h 30550"/>
                        <a:gd name="connsiteX3" fmla="*/ 12504 w 34281"/>
                        <a:gd name="connsiteY3" fmla="*/ 1618 h 30550"/>
                        <a:gd name="connsiteX4" fmla="*/ 33650 w 34281"/>
                        <a:gd name="connsiteY4" fmla="*/ 9048 h 305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81" h="30550">
                          <a:moveTo>
                            <a:pt x="33650" y="9048"/>
                          </a:moveTo>
                          <a:cubicBezTo>
                            <a:pt x="36222" y="16953"/>
                            <a:pt x="30697" y="25907"/>
                            <a:pt x="21458" y="29241"/>
                          </a:cubicBezTo>
                          <a:cubicBezTo>
                            <a:pt x="12218" y="32574"/>
                            <a:pt x="2884" y="29336"/>
                            <a:pt x="503" y="21907"/>
                          </a:cubicBezTo>
                          <a:cubicBezTo>
                            <a:pt x="-1688" y="14382"/>
                            <a:pt x="3456" y="5333"/>
                            <a:pt x="12504" y="1618"/>
                          </a:cubicBezTo>
                          <a:cubicBezTo>
                            <a:pt x="21743" y="-2287"/>
                            <a:pt x="31078" y="1142"/>
                            <a:pt x="33650" y="904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75" name="Forme libre : forme 2474">
                      <a:extLst>
                        <a:ext uri="{FF2B5EF4-FFF2-40B4-BE49-F238E27FC236}">
                          <a16:creationId xmlns:a16="http://schemas.microsoft.com/office/drawing/2014/main" id="{1E0E9D6A-0D9C-4246-B307-1AB91764E9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7181" y="3442825"/>
                      <a:ext cx="34263" cy="27503"/>
                    </a:xfrm>
                    <a:custGeom>
                      <a:avLst/>
                      <a:gdLst>
                        <a:gd name="connsiteX0" fmla="*/ 17249 w 34263"/>
                        <a:gd name="connsiteY0" fmla="*/ 12668 h 27503"/>
                        <a:gd name="connsiteX1" fmla="*/ 676 w 34263"/>
                        <a:gd name="connsiteY1" fmla="*/ 11239 h 27503"/>
                        <a:gd name="connsiteX2" fmla="*/ 485 w 34263"/>
                        <a:gd name="connsiteY2" fmla="*/ 18860 h 27503"/>
                        <a:gd name="connsiteX3" fmla="*/ 21440 w 34263"/>
                        <a:gd name="connsiteY3" fmla="*/ 26194 h 27503"/>
                        <a:gd name="connsiteX4" fmla="*/ 33632 w 34263"/>
                        <a:gd name="connsiteY4" fmla="*/ 6001 h 27503"/>
                        <a:gd name="connsiteX5" fmla="*/ 29346 w 34263"/>
                        <a:gd name="connsiteY5" fmla="*/ 0 h 27503"/>
                        <a:gd name="connsiteX6" fmla="*/ 17249 w 34263"/>
                        <a:gd name="connsiteY6" fmla="*/ 12668 h 27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263" h="27503">
                          <a:moveTo>
                            <a:pt x="17249" y="12668"/>
                          </a:moveTo>
                          <a:cubicBezTo>
                            <a:pt x="11058" y="15049"/>
                            <a:pt x="4771" y="14288"/>
                            <a:pt x="676" y="11239"/>
                          </a:cubicBezTo>
                          <a:cubicBezTo>
                            <a:pt x="-86" y="13811"/>
                            <a:pt x="-277" y="16383"/>
                            <a:pt x="485" y="18860"/>
                          </a:cubicBezTo>
                          <a:cubicBezTo>
                            <a:pt x="2771" y="26289"/>
                            <a:pt x="12106" y="29528"/>
                            <a:pt x="21440" y="26194"/>
                          </a:cubicBezTo>
                          <a:cubicBezTo>
                            <a:pt x="30679" y="22860"/>
                            <a:pt x="36204" y="13906"/>
                            <a:pt x="33632" y="6001"/>
                          </a:cubicBezTo>
                          <a:cubicBezTo>
                            <a:pt x="32870" y="3524"/>
                            <a:pt x="31251" y="1524"/>
                            <a:pt x="29346" y="0"/>
                          </a:cubicBezTo>
                          <a:cubicBezTo>
                            <a:pt x="27822" y="5334"/>
                            <a:pt x="23440" y="10287"/>
                            <a:pt x="17249" y="1266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76" name="Forme libre : forme 2475">
                      <a:extLst>
                        <a:ext uri="{FF2B5EF4-FFF2-40B4-BE49-F238E27FC236}">
                          <a16:creationId xmlns:a16="http://schemas.microsoft.com/office/drawing/2014/main" id="{9BE9A5F8-3892-43F3-BA59-56E02E4DFB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2298" y="3443547"/>
                      <a:ext cx="15192" cy="13676"/>
                    </a:xfrm>
                    <a:custGeom>
                      <a:avLst/>
                      <a:gdLst>
                        <a:gd name="connsiteX0" fmla="*/ 12895 w 15192"/>
                        <a:gd name="connsiteY0" fmla="*/ 1849 h 13676"/>
                        <a:gd name="connsiteX1" fmla="*/ 12990 w 15192"/>
                        <a:gd name="connsiteY1" fmla="*/ 11565 h 13676"/>
                        <a:gd name="connsiteX2" fmla="*/ 2227 w 15192"/>
                        <a:gd name="connsiteY2" fmla="*/ 11851 h 13676"/>
                        <a:gd name="connsiteX3" fmla="*/ 2131 w 15192"/>
                        <a:gd name="connsiteY3" fmla="*/ 2230 h 13676"/>
                        <a:gd name="connsiteX4" fmla="*/ 12895 w 15192"/>
                        <a:gd name="connsiteY4" fmla="*/ 1849 h 136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92" h="13676">
                          <a:moveTo>
                            <a:pt x="12895" y="1849"/>
                          </a:moveTo>
                          <a:cubicBezTo>
                            <a:pt x="15943" y="4421"/>
                            <a:pt x="15943" y="8803"/>
                            <a:pt x="12990" y="11565"/>
                          </a:cubicBezTo>
                          <a:cubicBezTo>
                            <a:pt x="10037" y="14232"/>
                            <a:pt x="5179" y="14422"/>
                            <a:pt x="2227" y="11851"/>
                          </a:cubicBezTo>
                          <a:cubicBezTo>
                            <a:pt x="-726" y="9279"/>
                            <a:pt x="-726" y="4993"/>
                            <a:pt x="2131" y="2230"/>
                          </a:cubicBezTo>
                          <a:cubicBezTo>
                            <a:pt x="5084" y="-627"/>
                            <a:pt x="9942" y="-722"/>
                            <a:pt x="12895" y="184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77" name="Forme libre : forme 2476">
                      <a:extLst>
                        <a:ext uri="{FF2B5EF4-FFF2-40B4-BE49-F238E27FC236}">
                          <a16:creationId xmlns:a16="http://schemas.microsoft.com/office/drawing/2014/main" id="{3649F0A1-BB2A-41C4-A122-5B0B52FF77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0911" y="3446031"/>
                      <a:ext cx="5609" cy="5032"/>
                    </a:xfrm>
                    <a:custGeom>
                      <a:avLst/>
                      <a:gdLst>
                        <a:gd name="connsiteX0" fmla="*/ 5519 w 5609"/>
                        <a:gd name="connsiteY0" fmla="*/ 1461 h 5032"/>
                        <a:gd name="connsiteX1" fmla="*/ 3519 w 5609"/>
                        <a:gd name="connsiteY1" fmla="*/ 4794 h 5032"/>
                        <a:gd name="connsiteX2" fmla="*/ 90 w 5609"/>
                        <a:gd name="connsiteY2" fmla="*/ 3556 h 5032"/>
                        <a:gd name="connsiteX3" fmla="*/ 2090 w 5609"/>
                        <a:gd name="connsiteY3" fmla="*/ 222 h 5032"/>
                        <a:gd name="connsiteX4" fmla="*/ 5519 w 5609"/>
                        <a:gd name="connsiteY4" fmla="*/ 1461 h 50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09" h="5032">
                          <a:moveTo>
                            <a:pt x="5519" y="1461"/>
                          </a:moveTo>
                          <a:cubicBezTo>
                            <a:pt x="5900" y="2699"/>
                            <a:pt x="5043" y="4223"/>
                            <a:pt x="3519" y="4794"/>
                          </a:cubicBezTo>
                          <a:cubicBezTo>
                            <a:pt x="1995" y="5366"/>
                            <a:pt x="471" y="4890"/>
                            <a:pt x="90" y="3556"/>
                          </a:cubicBezTo>
                          <a:cubicBezTo>
                            <a:pt x="-291" y="2318"/>
                            <a:pt x="566" y="794"/>
                            <a:pt x="2090" y="222"/>
                          </a:cubicBezTo>
                          <a:cubicBezTo>
                            <a:pt x="3614" y="-349"/>
                            <a:pt x="5138" y="222"/>
                            <a:pt x="5519" y="146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478" name="Graphique 15">
                    <a:extLst>
                      <a:ext uri="{FF2B5EF4-FFF2-40B4-BE49-F238E27FC236}">
                        <a16:creationId xmlns:a16="http://schemas.microsoft.com/office/drawing/2014/main" id="{85E0AB8C-2253-4245-B352-CAB3519B36A5}"/>
                      </a:ext>
                    </a:extLst>
                  </p:cNvPr>
                  <p:cNvGrpSpPr/>
                  <p:nvPr/>
                </p:nvGrpSpPr>
                <p:grpSpPr>
                  <a:xfrm>
                    <a:off x="10925904" y="3451839"/>
                    <a:ext cx="34553" cy="31035"/>
                    <a:chOff x="10925904" y="3451839"/>
                    <a:chExt cx="34553" cy="31035"/>
                  </a:xfrm>
                  <a:solidFill>
                    <a:schemeClr val="accent1"/>
                  </a:solidFill>
                </p:grpSpPr>
                <p:sp>
                  <p:nvSpPr>
                    <p:cNvPr id="2479" name="Forme libre : forme 2478">
                      <a:extLst>
                        <a:ext uri="{FF2B5EF4-FFF2-40B4-BE49-F238E27FC236}">
                          <a16:creationId xmlns:a16="http://schemas.microsoft.com/office/drawing/2014/main" id="{97F3CBDA-D317-46E7-86D7-3BFAE0F158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25904" y="3451839"/>
                      <a:ext cx="34553" cy="31035"/>
                    </a:xfrm>
                    <a:custGeom>
                      <a:avLst/>
                      <a:gdLst>
                        <a:gd name="connsiteX0" fmla="*/ 34055 w 34553"/>
                        <a:gd name="connsiteY0" fmla="*/ 9845 h 31035"/>
                        <a:gd name="connsiteX1" fmla="*/ 21102 w 34553"/>
                        <a:gd name="connsiteY1" fmla="*/ 30038 h 31035"/>
                        <a:gd name="connsiteX2" fmla="*/ 528 w 34553"/>
                        <a:gd name="connsiteY2" fmla="*/ 21370 h 31035"/>
                        <a:gd name="connsiteX3" fmla="*/ 12815 w 34553"/>
                        <a:gd name="connsiteY3" fmla="*/ 1272 h 31035"/>
                        <a:gd name="connsiteX4" fmla="*/ 34055 w 34553"/>
                        <a:gd name="connsiteY4" fmla="*/ 9845 h 3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53" h="31035">
                          <a:moveTo>
                            <a:pt x="34055" y="9845"/>
                          </a:moveTo>
                          <a:cubicBezTo>
                            <a:pt x="36342" y="18037"/>
                            <a:pt x="30531" y="27085"/>
                            <a:pt x="21102" y="30038"/>
                          </a:cubicBezTo>
                          <a:cubicBezTo>
                            <a:pt x="11767" y="32991"/>
                            <a:pt x="2528" y="29181"/>
                            <a:pt x="528" y="21370"/>
                          </a:cubicBezTo>
                          <a:cubicBezTo>
                            <a:pt x="-1758" y="13750"/>
                            <a:pt x="3576" y="4702"/>
                            <a:pt x="12815" y="1272"/>
                          </a:cubicBezTo>
                          <a:cubicBezTo>
                            <a:pt x="21864" y="-2156"/>
                            <a:pt x="31865" y="1558"/>
                            <a:pt x="34055" y="984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80" name="Forme libre : forme 2479">
                      <a:extLst>
                        <a:ext uri="{FF2B5EF4-FFF2-40B4-BE49-F238E27FC236}">
                          <a16:creationId xmlns:a16="http://schemas.microsoft.com/office/drawing/2014/main" id="{1B13E225-0240-49B1-A9F8-A25B6A76D7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25905" y="3455303"/>
                      <a:ext cx="34516" cy="27572"/>
                    </a:xfrm>
                    <a:custGeom>
                      <a:avLst/>
                      <a:gdLst>
                        <a:gd name="connsiteX0" fmla="*/ 17481 w 34516"/>
                        <a:gd name="connsiteY0" fmla="*/ 12382 h 27572"/>
                        <a:gd name="connsiteX1" fmla="*/ 621 w 34516"/>
                        <a:gd name="connsiteY1" fmla="*/ 10192 h 27572"/>
                        <a:gd name="connsiteX2" fmla="*/ 526 w 34516"/>
                        <a:gd name="connsiteY2" fmla="*/ 17907 h 27572"/>
                        <a:gd name="connsiteX3" fmla="*/ 21100 w 34516"/>
                        <a:gd name="connsiteY3" fmla="*/ 26575 h 27572"/>
                        <a:gd name="connsiteX4" fmla="*/ 34054 w 34516"/>
                        <a:gd name="connsiteY4" fmla="*/ 6382 h 27572"/>
                        <a:gd name="connsiteX5" fmla="*/ 29863 w 34516"/>
                        <a:gd name="connsiteY5" fmla="*/ 0 h 27572"/>
                        <a:gd name="connsiteX6" fmla="*/ 17481 w 34516"/>
                        <a:gd name="connsiteY6" fmla="*/ 12382 h 27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16" h="27572">
                          <a:moveTo>
                            <a:pt x="17481" y="12382"/>
                          </a:moveTo>
                          <a:cubicBezTo>
                            <a:pt x="11194" y="14478"/>
                            <a:pt x="5003" y="13430"/>
                            <a:pt x="621" y="10192"/>
                          </a:cubicBezTo>
                          <a:cubicBezTo>
                            <a:pt x="-141" y="12763"/>
                            <a:pt x="-236" y="15335"/>
                            <a:pt x="526" y="17907"/>
                          </a:cubicBezTo>
                          <a:cubicBezTo>
                            <a:pt x="2526" y="25718"/>
                            <a:pt x="11765" y="29528"/>
                            <a:pt x="21100" y="26575"/>
                          </a:cubicBezTo>
                          <a:cubicBezTo>
                            <a:pt x="30435" y="23622"/>
                            <a:pt x="36245" y="14669"/>
                            <a:pt x="34054" y="6382"/>
                          </a:cubicBezTo>
                          <a:cubicBezTo>
                            <a:pt x="33292" y="3810"/>
                            <a:pt x="31958" y="1619"/>
                            <a:pt x="29863" y="0"/>
                          </a:cubicBezTo>
                          <a:cubicBezTo>
                            <a:pt x="28339" y="5334"/>
                            <a:pt x="23672" y="10287"/>
                            <a:pt x="17481" y="1238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81" name="Forme libre : forme 2480">
                      <a:extLst>
                        <a:ext uri="{FF2B5EF4-FFF2-40B4-BE49-F238E27FC236}">
                          <a16:creationId xmlns:a16="http://schemas.microsoft.com/office/drawing/2014/main" id="{905023F6-0061-441F-BF91-6599096DF8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41337" y="3455791"/>
                      <a:ext cx="15253" cy="13981"/>
                    </a:xfrm>
                    <a:custGeom>
                      <a:avLst/>
                      <a:gdLst>
                        <a:gd name="connsiteX0" fmla="*/ 13097 w 15253"/>
                        <a:gd name="connsiteY0" fmla="*/ 2084 h 13981"/>
                        <a:gd name="connsiteX1" fmla="*/ 12907 w 15253"/>
                        <a:gd name="connsiteY1" fmla="*/ 12085 h 13981"/>
                        <a:gd name="connsiteX2" fmla="*/ 2144 w 15253"/>
                        <a:gd name="connsiteY2" fmla="*/ 11799 h 13981"/>
                        <a:gd name="connsiteX3" fmla="*/ 2144 w 15253"/>
                        <a:gd name="connsiteY3" fmla="*/ 1989 h 13981"/>
                        <a:gd name="connsiteX4" fmla="*/ 13097 w 15253"/>
                        <a:gd name="connsiteY4" fmla="*/ 2084 h 13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53" h="13981">
                          <a:moveTo>
                            <a:pt x="13097" y="2084"/>
                          </a:moveTo>
                          <a:cubicBezTo>
                            <a:pt x="16050" y="4941"/>
                            <a:pt x="15955" y="9418"/>
                            <a:pt x="12907" y="12085"/>
                          </a:cubicBezTo>
                          <a:cubicBezTo>
                            <a:pt x="9859" y="14752"/>
                            <a:pt x="5001" y="14561"/>
                            <a:pt x="2144" y="11799"/>
                          </a:cubicBezTo>
                          <a:cubicBezTo>
                            <a:pt x="-619" y="8942"/>
                            <a:pt x="-809" y="4751"/>
                            <a:pt x="2144" y="1989"/>
                          </a:cubicBezTo>
                          <a:cubicBezTo>
                            <a:pt x="5096" y="-678"/>
                            <a:pt x="10049" y="-678"/>
                            <a:pt x="13097" y="208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82" name="Forme libre : forme 2481">
                      <a:extLst>
                        <a:ext uri="{FF2B5EF4-FFF2-40B4-BE49-F238E27FC236}">
                          <a16:creationId xmlns:a16="http://schemas.microsoft.com/office/drawing/2014/main" id="{0972EA0B-EE1C-4331-AEB8-07B5A6015D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9867" y="3458089"/>
                      <a:ext cx="5704" cy="5135"/>
                    </a:xfrm>
                    <a:custGeom>
                      <a:avLst/>
                      <a:gdLst>
                        <a:gd name="connsiteX0" fmla="*/ 5615 w 5704"/>
                        <a:gd name="connsiteY0" fmla="*/ 1595 h 5135"/>
                        <a:gd name="connsiteX1" fmla="*/ 3614 w 5704"/>
                        <a:gd name="connsiteY1" fmla="*/ 4929 h 5135"/>
                        <a:gd name="connsiteX2" fmla="*/ 90 w 5704"/>
                        <a:gd name="connsiteY2" fmla="*/ 3595 h 5135"/>
                        <a:gd name="connsiteX3" fmla="*/ 2090 w 5704"/>
                        <a:gd name="connsiteY3" fmla="*/ 262 h 5135"/>
                        <a:gd name="connsiteX4" fmla="*/ 5615 w 5704"/>
                        <a:gd name="connsiteY4" fmla="*/ 1595 h 51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04" h="5135">
                          <a:moveTo>
                            <a:pt x="5615" y="1595"/>
                          </a:moveTo>
                          <a:cubicBezTo>
                            <a:pt x="5996" y="2929"/>
                            <a:pt x="5138" y="4357"/>
                            <a:pt x="3614" y="4929"/>
                          </a:cubicBezTo>
                          <a:cubicBezTo>
                            <a:pt x="2090" y="5500"/>
                            <a:pt x="471" y="4833"/>
                            <a:pt x="90" y="3595"/>
                          </a:cubicBezTo>
                          <a:cubicBezTo>
                            <a:pt x="-291" y="2262"/>
                            <a:pt x="566" y="833"/>
                            <a:pt x="2090" y="262"/>
                          </a:cubicBezTo>
                          <a:cubicBezTo>
                            <a:pt x="3614" y="-405"/>
                            <a:pt x="5138" y="262"/>
                            <a:pt x="5615" y="159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483" name="Graphique 15">
                  <a:extLst>
                    <a:ext uri="{FF2B5EF4-FFF2-40B4-BE49-F238E27FC236}">
                      <a16:creationId xmlns:a16="http://schemas.microsoft.com/office/drawing/2014/main" id="{DB3604E8-9D36-49DD-9336-AD18AC09BE93}"/>
                    </a:ext>
                  </a:extLst>
                </p:cNvPr>
                <p:cNvGrpSpPr/>
                <p:nvPr/>
              </p:nvGrpSpPr>
              <p:grpSpPr>
                <a:xfrm>
                  <a:off x="10972099" y="3386295"/>
                  <a:ext cx="100266" cy="54299"/>
                  <a:chOff x="10972099" y="3386295"/>
                  <a:chExt cx="100266" cy="54299"/>
                </a:xfrm>
                <a:solidFill>
                  <a:schemeClr val="accent1"/>
                </a:solidFill>
              </p:grpSpPr>
              <p:grpSp>
                <p:nvGrpSpPr>
                  <p:cNvPr id="2484" name="Graphique 15">
                    <a:extLst>
                      <a:ext uri="{FF2B5EF4-FFF2-40B4-BE49-F238E27FC236}">
                        <a16:creationId xmlns:a16="http://schemas.microsoft.com/office/drawing/2014/main" id="{AFC33BC7-F096-47F2-947A-D3805F22EA43}"/>
                      </a:ext>
                    </a:extLst>
                  </p:cNvPr>
                  <p:cNvGrpSpPr/>
                  <p:nvPr/>
                </p:nvGrpSpPr>
                <p:grpSpPr>
                  <a:xfrm>
                    <a:off x="10972099" y="3386295"/>
                    <a:ext cx="34953" cy="33621"/>
                    <a:chOff x="10972099" y="3386295"/>
                    <a:chExt cx="34953" cy="33621"/>
                  </a:xfrm>
                  <a:solidFill>
                    <a:schemeClr val="accent1"/>
                  </a:solidFill>
                </p:grpSpPr>
                <p:sp>
                  <p:nvSpPr>
                    <p:cNvPr id="2485" name="Forme libre : forme 2484">
                      <a:extLst>
                        <a:ext uri="{FF2B5EF4-FFF2-40B4-BE49-F238E27FC236}">
                          <a16:creationId xmlns:a16="http://schemas.microsoft.com/office/drawing/2014/main" id="{1F47AD1F-73A0-4B26-B557-8C2A400231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2099" y="3386295"/>
                      <a:ext cx="34953" cy="33582"/>
                    </a:xfrm>
                    <a:custGeom>
                      <a:avLst/>
                      <a:gdLst>
                        <a:gd name="connsiteX0" fmla="*/ 31199 w 34953"/>
                        <a:gd name="connsiteY0" fmla="*/ 5476 h 33582"/>
                        <a:gd name="connsiteX1" fmla="*/ 28056 w 34953"/>
                        <a:gd name="connsiteY1" fmla="*/ 29479 h 33582"/>
                        <a:gd name="connsiteX2" fmla="*/ 3672 w 34953"/>
                        <a:gd name="connsiteY2" fmla="*/ 28050 h 33582"/>
                        <a:gd name="connsiteX3" fmla="*/ 6434 w 34953"/>
                        <a:gd name="connsiteY3" fmla="*/ 4618 h 33582"/>
                        <a:gd name="connsiteX4" fmla="*/ 31199 w 34953"/>
                        <a:gd name="connsiteY4" fmla="*/ 5476 h 33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53" h="33582">
                          <a:moveTo>
                            <a:pt x="31199" y="5476"/>
                          </a:moveTo>
                          <a:cubicBezTo>
                            <a:pt x="37295" y="12524"/>
                            <a:pt x="35771" y="23478"/>
                            <a:pt x="28056" y="29479"/>
                          </a:cubicBezTo>
                          <a:cubicBezTo>
                            <a:pt x="20341" y="35480"/>
                            <a:pt x="9292" y="34813"/>
                            <a:pt x="3672" y="28050"/>
                          </a:cubicBezTo>
                          <a:cubicBezTo>
                            <a:pt x="-1948" y="21287"/>
                            <a:pt x="-1186" y="11096"/>
                            <a:pt x="6434" y="4618"/>
                          </a:cubicBezTo>
                          <a:cubicBezTo>
                            <a:pt x="13768" y="-1859"/>
                            <a:pt x="24817" y="-1478"/>
                            <a:pt x="31199" y="547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86" name="Forme libre : forme 2485">
                      <a:extLst>
                        <a:ext uri="{FF2B5EF4-FFF2-40B4-BE49-F238E27FC236}">
                          <a16:creationId xmlns:a16="http://schemas.microsoft.com/office/drawing/2014/main" id="{984BF2CF-6775-4E6B-A5A6-B48134B4E3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2246" y="3387199"/>
                      <a:ext cx="34710" cy="32717"/>
                    </a:xfrm>
                    <a:custGeom>
                      <a:avLst/>
                      <a:gdLst>
                        <a:gd name="connsiteX0" fmla="*/ 17621 w 34710"/>
                        <a:gd name="connsiteY0" fmla="*/ 16097 h 32717"/>
                        <a:gd name="connsiteX1" fmla="*/ 0 w 34710"/>
                        <a:gd name="connsiteY1" fmla="*/ 19621 h 32717"/>
                        <a:gd name="connsiteX2" fmla="*/ 3429 w 34710"/>
                        <a:gd name="connsiteY2" fmla="*/ 27146 h 32717"/>
                        <a:gd name="connsiteX3" fmla="*/ 27813 w 34710"/>
                        <a:gd name="connsiteY3" fmla="*/ 28575 h 32717"/>
                        <a:gd name="connsiteX4" fmla="*/ 30956 w 34710"/>
                        <a:gd name="connsiteY4" fmla="*/ 4572 h 32717"/>
                        <a:gd name="connsiteX5" fmla="*/ 23717 w 34710"/>
                        <a:gd name="connsiteY5" fmla="*/ 0 h 32717"/>
                        <a:gd name="connsiteX6" fmla="*/ 17621 w 34710"/>
                        <a:gd name="connsiteY6" fmla="*/ 16097 h 32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710" h="32717">
                          <a:moveTo>
                            <a:pt x="17621" y="16097"/>
                          </a:moveTo>
                          <a:cubicBezTo>
                            <a:pt x="12383" y="20383"/>
                            <a:pt x="5810" y="21241"/>
                            <a:pt x="0" y="19621"/>
                          </a:cubicBezTo>
                          <a:cubicBezTo>
                            <a:pt x="476" y="22288"/>
                            <a:pt x="1524" y="24955"/>
                            <a:pt x="3429" y="27146"/>
                          </a:cubicBezTo>
                          <a:cubicBezTo>
                            <a:pt x="9144" y="33909"/>
                            <a:pt x="20098" y="34671"/>
                            <a:pt x="27813" y="28575"/>
                          </a:cubicBezTo>
                          <a:cubicBezTo>
                            <a:pt x="35528" y="22574"/>
                            <a:pt x="37052" y="11716"/>
                            <a:pt x="30956" y="4572"/>
                          </a:cubicBezTo>
                          <a:cubicBezTo>
                            <a:pt x="28956" y="2381"/>
                            <a:pt x="26384" y="857"/>
                            <a:pt x="23717" y="0"/>
                          </a:cubicBezTo>
                          <a:cubicBezTo>
                            <a:pt x="24860" y="5715"/>
                            <a:pt x="22860" y="11906"/>
                            <a:pt x="17621" y="16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87" name="Forme libre : forme 2486">
                      <a:extLst>
                        <a:ext uri="{FF2B5EF4-FFF2-40B4-BE49-F238E27FC236}">
                          <a16:creationId xmlns:a16="http://schemas.microsoft.com/office/drawing/2014/main" id="{84B07259-D676-416C-9F8D-373B9DC445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84760" y="3389523"/>
                      <a:ext cx="16509" cy="14285"/>
                    </a:xfrm>
                    <a:custGeom>
                      <a:avLst/>
                      <a:gdLst>
                        <a:gd name="connsiteX0" fmla="*/ 11204 w 16509"/>
                        <a:gd name="connsiteY0" fmla="*/ 628 h 14285"/>
                        <a:gd name="connsiteX1" fmla="*/ 15871 w 16509"/>
                        <a:gd name="connsiteY1" fmla="*/ 10153 h 14285"/>
                        <a:gd name="connsiteX2" fmla="*/ 5203 w 16509"/>
                        <a:gd name="connsiteY2" fmla="*/ 13582 h 14285"/>
                        <a:gd name="connsiteX3" fmla="*/ 536 w 16509"/>
                        <a:gd name="connsiteY3" fmla="*/ 4248 h 14285"/>
                        <a:gd name="connsiteX4" fmla="*/ 11204 w 16509"/>
                        <a:gd name="connsiteY4" fmla="*/ 628 h 14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09" h="14285">
                          <a:moveTo>
                            <a:pt x="11204" y="628"/>
                          </a:moveTo>
                          <a:cubicBezTo>
                            <a:pt x="15490" y="2247"/>
                            <a:pt x="17681" y="6534"/>
                            <a:pt x="15871" y="10153"/>
                          </a:cubicBezTo>
                          <a:cubicBezTo>
                            <a:pt x="14062" y="13773"/>
                            <a:pt x="9299" y="15297"/>
                            <a:pt x="5203" y="13582"/>
                          </a:cubicBezTo>
                          <a:cubicBezTo>
                            <a:pt x="1107" y="11868"/>
                            <a:pt x="-1083" y="7867"/>
                            <a:pt x="536" y="4248"/>
                          </a:cubicBezTo>
                          <a:cubicBezTo>
                            <a:pt x="2155" y="628"/>
                            <a:pt x="6918" y="-991"/>
                            <a:pt x="11204" y="62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88" name="Forme libre : forme 2487">
                      <a:extLst>
                        <a:ext uri="{FF2B5EF4-FFF2-40B4-BE49-F238E27FC236}">
                          <a16:creationId xmlns:a16="http://schemas.microsoft.com/office/drawing/2014/main" id="{7F57822B-CDDB-4EE0-A47C-A2F72194A6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82996" y="3394045"/>
                      <a:ext cx="5836" cy="5514"/>
                    </a:xfrm>
                    <a:custGeom>
                      <a:avLst/>
                      <a:gdLst>
                        <a:gd name="connsiteX0" fmla="*/ 5157 w 5836"/>
                        <a:gd name="connsiteY0" fmla="*/ 870 h 5514"/>
                        <a:gd name="connsiteX1" fmla="*/ 4776 w 5836"/>
                        <a:gd name="connsiteY1" fmla="*/ 4775 h 5514"/>
                        <a:gd name="connsiteX2" fmla="*/ 680 w 5836"/>
                        <a:gd name="connsiteY2" fmla="*/ 4679 h 5514"/>
                        <a:gd name="connsiteX3" fmla="*/ 1061 w 5836"/>
                        <a:gd name="connsiteY3" fmla="*/ 774 h 5514"/>
                        <a:gd name="connsiteX4" fmla="*/ 5157 w 5836"/>
                        <a:gd name="connsiteY4" fmla="*/ 870 h 5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6" h="5514">
                          <a:moveTo>
                            <a:pt x="5157" y="870"/>
                          </a:moveTo>
                          <a:cubicBezTo>
                            <a:pt x="6205" y="2012"/>
                            <a:pt x="6014" y="3727"/>
                            <a:pt x="4776" y="4775"/>
                          </a:cubicBezTo>
                          <a:cubicBezTo>
                            <a:pt x="3538" y="5822"/>
                            <a:pt x="1728" y="5727"/>
                            <a:pt x="680" y="4679"/>
                          </a:cubicBezTo>
                          <a:cubicBezTo>
                            <a:pt x="-368" y="3537"/>
                            <a:pt x="-177" y="1822"/>
                            <a:pt x="1061" y="774"/>
                          </a:cubicBezTo>
                          <a:cubicBezTo>
                            <a:pt x="2299" y="-273"/>
                            <a:pt x="4109" y="-273"/>
                            <a:pt x="5157" y="87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489" name="Graphique 15">
                    <a:extLst>
                      <a:ext uri="{FF2B5EF4-FFF2-40B4-BE49-F238E27FC236}">
                        <a16:creationId xmlns:a16="http://schemas.microsoft.com/office/drawing/2014/main" id="{7973F2FE-E37F-46FC-92F3-15ABE68766D5}"/>
                      </a:ext>
                    </a:extLst>
                  </p:cNvPr>
                  <p:cNvGrpSpPr/>
                  <p:nvPr/>
                </p:nvGrpSpPr>
                <p:grpSpPr>
                  <a:xfrm>
                    <a:off x="11002458" y="3400549"/>
                    <a:ext cx="35482" cy="34169"/>
                    <a:chOff x="11002458" y="3400549"/>
                    <a:chExt cx="35482" cy="34169"/>
                  </a:xfrm>
                  <a:solidFill>
                    <a:schemeClr val="accent1"/>
                  </a:solidFill>
                </p:grpSpPr>
                <p:sp>
                  <p:nvSpPr>
                    <p:cNvPr id="2490" name="Forme libre : forme 2489">
                      <a:extLst>
                        <a:ext uri="{FF2B5EF4-FFF2-40B4-BE49-F238E27FC236}">
                          <a16:creationId xmlns:a16="http://schemas.microsoft.com/office/drawing/2014/main" id="{3DE53F82-C921-49C6-9C48-C91AE27D89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02458" y="3400549"/>
                      <a:ext cx="35441" cy="34169"/>
                    </a:xfrm>
                    <a:custGeom>
                      <a:avLst/>
                      <a:gdLst>
                        <a:gd name="connsiteX0" fmla="*/ 31701 w 35441"/>
                        <a:gd name="connsiteY0" fmla="*/ 6271 h 34169"/>
                        <a:gd name="connsiteX1" fmla="*/ 28177 w 35441"/>
                        <a:gd name="connsiteY1" fmla="*/ 30560 h 34169"/>
                        <a:gd name="connsiteX2" fmla="*/ 3603 w 35441"/>
                        <a:gd name="connsiteY2" fmla="*/ 27893 h 34169"/>
                        <a:gd name="connsiteX3" fmla="*/ 6936 w 35441"/>
                        <a:gd name="connsiteY3" fmla="*/ 4080 h 34169"/>
                        <a:gd name="connsiteX4" fmla="*/ 31701 w 35441"/>
                        <a:gd name="connsiteY4" fmla="*/ 6271 h 34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441" h="34169">
                          <a:moveTo>
                            <a:pt x="31701" y="6271"/>
                          </a:moveTo>
                          <a:cubicBezTo>
                            <a:pt x="37892" y="13701"/>
                            <a:pt x="36178" y="24654"/>
                            <a:pt x="28177" y="30560"/>
                          </a:cubicBezTo>
                          <a:cubicBezTo>
                            <a:pt x="20176" y="36370"/>
                            <a:pt x="9508" y="34941"/>
                            <a:pt x="3603" y="27893"/>
                          </a:cubicBezTo>
                          <a:cubicBezTo>
                            <a:pt x="-2303" y="20844"/>
                            <a:pt x="-779" y="10271"/>
                            <a:pt x="6936" y="4080"/>
                          </a:cubicBezTo>
                          <a:cubicBezTo>
                            <a:pt x="14556" y="-2111"/>
                            <a:pt x="25605" y="-1158"/>
                            <a:pt x="31701" y="62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91" name="Forme libre : forme 2490">
                      <a:extLst>
                        <a:ext uri="{FF2B5EF4-FFF2-40B4-BE49-F238E27FC236}">
                          <a16:creationId xmlns:a16="http://schemas.microsoft.com/office/drawing/2014/main" id="{44BF50A4-CD9D-438B-B9F6-0296560FAE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02727" y="3401772"/>
                      <a:ext cx="35213" cy="32947"/>
                    </a:xfrm>
                    <a:custGeom>
                      <a:avLst/>
                      <a:gdLst>
                        <a:gd name="connsiteX0" fmla="*/ 17812 w 35213"/>
                        <a:gd name="connsiteY0" fmla="*/ 16097 h 32947"/>
                        <a:gd name="connsiteX1" fmla="*/ 0 w 35213"/>
                        <a:gd name="connsiteY1" fmla="*/ 18859 h 32947"/>
                        <a:gd name="connsiteX2" fmla="*/ 3334 w 35213"/>
                        <a:gd name="connsiteY2" fmla="*/ 26670 h 32947"/>
                        <a:gd name="connsiteX3" fmla="*/ 27908 w 35213"/>
                        <a:gd name="connsiteY3" fmla="*/ 29337 h 32947"/>
                        <a:gd name="connsiteX4" fmla="*/ 31432 w 35213"/>
                        <a:gd name="connsiteY4" fmla="*/ 5048 h 32947"/>
                        <a:gd name="connsiteX5" fmla="*/ 24384 w 35213"/>
                        <a:gd name="connsiteY5" fmla="*/ 0 h 32947"/>
                        <a:gd name="connsiteX6" fmla="*/ 17812 w 35213"/>
                        <a:gd name="connsiteY6" fmla="*/ 16097 h 32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13" h="32947">
                          <a:moveTo>
                            <a:pt x="17812" y="16097"/>
                          </a:moveTo>
                          <a:cubicBezTo>
                            <a:pt x="12478" y="20193"/>
                            <a:pt x="5715" y="20860"/>
                            <a:pt x="0" y="18859"/>
                          </a:cubicBezTo>
                          <a:cubicBezTo>
                            <a:pt x="381" y="21622"/>
                            <a:pt x="1429" y="24384"/>
                            <a:pt x="3334" y="26670"/>
                          </a:cubicBezTo>
                          <a:cubicBezTo>
                            <a:pt x="9239" y="33719"/>
                            <a:pt x="19812" y="35147"/>
                            <a:pt x="27908" y="29337"/>
                          </a:cubicBezTo>
                          <a:cubicBezTo>
                            <a:pt x="35909" y="23527"/>
                            <a:pt x="37719" y="12478"/>
                            <a:pt x="31432" y="5048"/>
                          </a:cubicBezTo>
                          <a:cubicBezTo>
                            <a:pt x="29528" y="2667"/>
                            <a:pt x="27051" y="1048"/>
                            <a:pt x="24384" y="0"/>
                          </a:cubicBezTo>
                          <a:cubicBezTo>
                            <a:pt x="25241" y="5905"/>
                            <a:pt x="22955" y="12097"/>
                            <a:pt x="17812" y="1609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92" name="Forme libre : forme 2491">
                      <a:extLst>
                        <a:ext uri="{FF2B5EF4-FFF2-40B4-BE49-F238E27FC236}">
                          <a16:creationId xmlns:a16="http://schemas.microsoft.com/office/drawing/2014/main" id="{D7BA04EE-2C03-419C-B55C-EC9B00B32E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15489" y="3403939"/>
                      <a:ext cx="16656" cy="14605"/>
                    </a:xfrm>
                    <a:custGeom>
                      <a:avLst/>
                      <a:gdLst>
                        <a:gd name="connsiteX0" fmla="*/ 11527 w 16656"/>
                        <a:gd name="connsiteY0" fmla="*/ 786 h 14605"/>
                        <a:gd name="connsiteX1" fmla="*/ 16003 w 16656"/>
                        <a:gd name="connsiteY1" fmla="*/ 10692 h 14605"/>
                        <a:gd name="connsiteX2" fmla="*/ 5050 w 16656"/>
                        <a:gd name="connsiteY2" fmla="*/ 13739 h 14605"/>
                        <a:gd name="connsiteX3" fmla="*/ 668 w 16656"/>
                        <a:gd name="connsiteY3" fmla="*/ 3929 h 14605"/>
                        <a:gd name="connsiteX4" fmla="*/ 11527 w 16656"/>
                        <a:gd name="connsiteY4" fmla="*/ 786 h 146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656" h="14605">
                          <a:moveTo>
                            <a:pt x="11527" y="786"/>
                          </a:moveTo>
                          <a:cubicBezTo>
                            <a:pt x="15718" y="2690"/>
                            <a:pt x="17813" y="7167"/>
                            <a:pt x="16003" y="10692"/>
                          </a:cubicBezTo>
                          <a:cubicBezTo>
                            <a:pt x="14194" y="14311"/>
                            <a:pt x="9336" y="15644"/>
                            <a:pt x="5050" y="13739"/>
                          </a:cubicBezTo>
                          <a:cubicBezTo>
                            <a:pt x="859" y="11930"/>
                            <a:pt x="-1142" y="7548"/>
                            <a:pt x="668" y="3929"/>
                          </a:cubicBezTo>
                          <a:cubicBezTo>
                            <a:pt x="2383" y="404"/>
                            <a:pt x="7241" y="-1024"/>
                            <a:pt x="11527" y="78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93" name="Forme libre : forme 2492">
                      <a:extLst>
                        <a:ext uri="{FF2B5EF4-FFF2-40B4-BE49-F238E27FC236}">
                          <a16:creationId xmlns:a16="http://schemas.microsoft.com/office/drawing/2014/main" id="{4411DE8D-41E6-4245-AA0C-EA131D6EE9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13752" y="3408252"/>
                      <a:ext cx="5769" cy="5685"/>
                    </a:xfrm>
                    <a:custGeom>
                      <a:avLst/>
                      <a:gdLst>
                        <a:gd name="connsiteX0" fmla="*/ 5167 w 5769"/>
                        <a:gd name="connsiteY0" fmla="*/ 1045 h 5685"/>
                        <a:gd name="connsiteX1" fmla="*/ 4691 w 5769"/>
                        <a:gd name="connsiteY1" fmla="*/ 5045 h 5685"/>
                        <a:gd name="connsiteX2" fmla="*/ 595 w 5769"/>
                        <a:gd name="connsiteY2" fmla="*/ 4664 h 5685"/>
                        <a:gd name="connsiteX3" fmla="*/ 1167 w 5769"/>
                        <a:gd name="connsiteY3" fmla="*/ 759 h 5685"/>
                        <a:gd name="connsiteX4" fmla="*/ 5167 w 5769"/>
                        <a:gd name="connsiteY4" fmla="*/ 1045 h 5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9" h="5685">
                          <a:moveTo>
                            <a:pt x="5167" y="1045"/>
                          </a:moveTo>
                          <a:cubicBezTo>
                            <a:pt x="6120" y="2283"/>
                            <a:pt x="5929" y="3998"/>
                            <a:pt x="4691" y="5045"/>
                          </a:cubicBezTo>
                          <a:cubicBezTo>
                            <a:pt x="3453" y="5998"/>
                            <a:pt x="1548" y="5902"/>
                            <a:pt x="595" y="4664"/>
                          </a:cubicBezTo>
                          <a:cubicBezTo>
                            <a:pt x="-357" y="3426"/>
                            <a:pt x="-167" y="1711"/>
                            <a:pt x="1167" y="759"/>
                          </a:cubicBezTo>
                          <a:cubicBezTo>
                            <a:pt x="2405" y="-384"/>
                            <a:pt x="4215" y="-193"/>
                            <a:pt x="5167" y="10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494" name="Graphique 15">
                    <a:extLst>
                      <a:ext uri="{FF2B5EF4-FFF2-40B4-BE49-F238E27FC236}">
                        <a16:creationId xmlns:a16="http://schemas.microsoft.com/office/drawing/2014/main" id="{B555B7F5-AD56-4381-8E8C-BD2118F8C3DC}"/>
                      </a:ext>
                    </a:extLst>
                  </p:cNvPr>
                  <p:cNvGrpSpPr/>
                  <p:nvPr/>
                </p:nvGrpSpPr>
                <p:grpSpPr>
                  <a:xfrm>
                    <a:off x="11036973" y="3405311"/>
                    <a:ext cx="35391" cy="35283"/>
                    <a:chOff x="11036973" y="3405311"/>
                    <a:chExt cx="35391" cy="35283"/>
                  </a:xfrm>
                  <a:solidFill>
                    <a:schemeClr val="accent1"/>
                  </a:solidFill>
                </p:grpSpPr>
                <p:sp>
                  <p:nvSpPr>
                    <p:cNvPr id="2495" name="Forme libre : forme 2494">
                      <a:extLst>
                        <a:ext uri="{FF2B5EF4-FFF2-40B4-BE49-F238E27FC236}">
                          <a16:creationId xmlns:a16="http://schemas.microsoft.com/office/drawing/2014/main" id="{F4E0BA16-AD88-45D5-B839-826FCFC611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36973" y="3405311"/>
                      <a:ext cx="35391" cy="35214"/>
                    </a:xfrm>
                    <a:custGeom>
                      <a:avLst/>
                      <a:gdLst>
                        <a:gd name="connsiteX0" fmla="*/ 31952 w 35391"/>
                        <a:gd name="connsiteY0" fmla="*/ 7033 h 35214"/>
                        <a:gd name="connsiteX1" fmla="*/ 28046 w 35391"/>
                        <a:gd name="connsiteY1" fmla="*/ 31894 h 35214"/>
                        <a:gd name="connsiteX2" fmla="*/ 3282 w 35391"/>
                        <a:gd name="connsiteY2" fmla="*/ 28274 h 35214"/>
                        <a:gd name="connsiteX3" fmla="*/ 7092 w 35391"/>
                        <a:gd name="connsiteY3" fmla="*/ 3795 h 35214"/>
                        <a:gd name="connsiteX4" fmla="*/ 31952 w 35391"/>
                        <a:gd name="connsiteY4" fmla="*/ 7033 h 35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91" h="35214">
                          <a:moveTo>
                            <a:pt x="31952" y="7033"/>
                          </a:moveTo>
                          <a:cubicBezTo>
                            <a:pt x="37762" y="15034"/>
                            <a:pt x="36048" y="26274"/>
                            <a:pt x="28046" y="31894"/>
                          </a:cubicBezTo>
                          <a:cubicBezTo>
                            <a:pt x="20045" y="37513"/>
                            <a:pt x="8901" y="35799"/>
                            <a:pt x="3282" y="28274"/>
                          </a:cubicBezTo>
                          <a:cubicBezTo>
                            <a:pt x="-2338" y="20654"/>
                            <a:pt x="-529" y="9796"/>
                            <a:pt x="7092" y="3795"/>
                          </a:cubicBezTo>
                          <a:cubicBezTo>
                            <a:pt x="14712" y="-2206"/>
                            <a:pt x="26237" y="-1063"/>
                            <a:pt x="31952" y="703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96" name="Forme libre : forme 2495">
                      <a:extLst>
                        <a:ext uri="{FF2B5EF4-FFF2-40B4-BE49-F238E27FC236}">
                          <a16:creationId xmlns:a16="http://schemas.microsoft.com/office/drawing/2014/main" id="{9DD52603-D5AF-434A-AA95-BBD419914A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37112" y="3406820"/>
                      <a:ext cx="35253" cy="33774"/>
                    </a:xfrm>
                    <a:custGeom>
                      <a:avLst/>
                      <a:gdLst>
                        <a:gd name="connsiteX0" fmla="*/ 17812 w 35253"/>
                        <a:gd name="connsiteY0" fmla="*/ 16478 h 33774"/>
                        <a:gd name="connsiteX1" fmla="*/ 0 w 35253"/>
                        <a:gd name="connsiteY1" fmla="*/ 18479 h 33774"/>
                        <a:gd name="connsiteX2" fmla="*/ 3143 w 35253"/>
                        <a:gd name="connsiteY2" fmla="*/ 26765 h 33774"/>
                        <a:gd name="connsiteX3" fmla="*/ 27908 w 35253"/>
                        <a:gd name="connsiteY3" fmla="*/ 30385 h 33774"/>
                        <a:gd name="connsiteX4" fmla="*/ 31813 w 35253"/>
                        <a:gd name="connsiteY4" fmla="*/ 5524 h 33774"/>
                        <a:gd name="connsiteX5" fmla="*/ 24955 w 35253"/>
                        <a:gd name="connsiteY5" fmla="*/ 0 h 33774"/>
                        <a:gd name="connsiteX6" fmla="*/ 17812 w 35253"/>
                        <a:gd name="connsiteY6" fmla="*/ 16478 h 33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53" h="33774">
                          <a:moveTo>
                            <a:pt x="17812" y="16478"/>
                          </a:moveTo>
                          <a:cubicBezTo>
                            <a:pt x="12383" y="20479"/>
                            <a:pt x="5525" y="20955"/>
                            <a:pt x="0" y="18479"/>
                          </a:cubicBezTo>
                          <a:cubicBezTo>
                            <a:pt x="286" y="21431"/>
                            <a:pt x="1238" y="24289"/>
                            <a:pt x="3143" y="26765"/>
                          </a:cubicBezTo>
                          <a:cubicBezTo>
                            <a:pt x="8763" y="34385"/>
                            <a:pt x="19907" y="36100"/>
                            <a:pt x="27908" y="30385"/>
                          </a:cubicBezTo>
                          <a:cubicBezTo>
                            <a:pt x="35909" y="24765"/>
                            <a:pt x="37624" y="13525"/>
                            <a:pt x="31813" y="5524"/>
                          </a:cubicBezTo>
                          <a:cubicBezTo>
                            <a:pt x="30004" y="2953"/>
                            <a:pt x="27527" y="1143"/>
                            <a:pt x="24955" y="0"/>
                          </a:cubicBezTo>
                          <a:cubicBezTo>
                            <a:pt x="25622" y="6191"/>
                            <a:pt x="23146" y="12573"/>
                            <a:pt x="17812" y="1647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97" name="Forme libre : forme 2496">
                      <a:extLst>
                        <a:ext uri="{FF2B5EF4-FFF2-40B4-BE49-F238E27FC236}">
                          <a16:creationId xmlns:a16="http://schemas.microsoft.com/office/drawing/2014/main" id="{919222F9-39C6-447A-A76B-253BAD9758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50071" y="3408905"/>
                      <a:ext cx="16563" cy="15384"/>
                    </a:xfrm>
                    <a:custGeom>
                      <a:avLst/>
                      <a:gdLst>
                        <a:gd name="connsiteX0" fmla="*/ 11711 w 16563"/>
                        <a:gd name="connsiteY0" fmla="*/ 1058 h 15384"/>
                        <a:gd name="connsiteX1" fmla="*/ 15806 w 16563"/>
                        <a:gd name="connsiteY1" fmla="*/ 11631 h 15384"/>
                        <a:gd name="connsiteX2" fmla="*/ 4853 w 16563"/>
                        <a:gd name="connsiteY2" fmla="*/ 14298 h 15384"/>
                        <a:gd name="connsiteX3" fmla="*/ 757 w 16563"/>
                        <a:gd name="connsiteY3" fmla="*/ 3916 h 15384"/>
                        <a:gd name="connsiteX4" fmla="*/ 11711 w 16563"/>
                        <a:gd name="connsiteY4" fmla="*/ 1058 h 15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63" h="15384">
                          <a:moveTo>
                            <a:pt x="11711" y="1058"/>
                          </a:moveTo>
                          <a:cubicBezTo>
                            <a:pt x="15902" y="3154"/>
                            <a:pt x="17711" y="7916"/>
                            <a:pt x="15806" y="11631"/>
                          </a:cubicBezTo>
                          <a:cubicBezTo>
                            <a:pt x="13901" y="15251"/>
                            <a:pt x="8948" y="16489"/>
                            <a:pt x="4853" y="14298"/>
                          </a:cubicBezTo>
                          <a:cubicBezTo>
                            <a:pt x="661" y="12203"/>
                            <a:pt x="-1148" y="7536"/>
                            <a:pt x="757" y="3916"/>
                          </a:cubicBezTo>
                          <a:cubicBezTo>
                            <a:pt x="2662" y="201"/>
                            <a:pt x="7615" y="-1132"/>
                            <a:pt x="11711" y="105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498" name="Forme libre : forme 2497">
                      <a:extLst>
                        <a:ext uri="{FF2B5EF4-FFF2-40B4-BE49-F238E27FC236}">
                          <a16:creationId xmlns:a16="http://schemas.microsoft.com/office/drawing/2014/main" id="{2E7405F7-4E41-4726-969D-399A5E57DA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48362" y="3413083"/>
                      <a:ext cx="5884" cy="5857"/>
                    </a:xfrm>
                    <a:custGeom>
                      <a:avLst/>
                      <a:gdLst>
                        <a:gd name="connsiteX0" fmla="*/ 5323 w 5884"/>
                        <a:gd name="connsiteY0" fmla="*/ 1167 h 5857"/>
                        <a:gd name="connsiteX1" fmla="*/ 4657 w 5884"/>
                        <a:gd name="connsiteY1" fmla="*/ 5263 h 5857"/>
                        <a:gd name="connsiteX2" fmla="*/ 561 w 5884"/>
                        <a:gd name="connsiteY2" fmla="*/ 4691 h 5857"/>
                        <a:gd name="connsiteX3" fmla="*/ 1227 w 5884"/>
                        <a:gd name="connsiteY3" fmla="*/ 595 h 5857"/>
                        <a:gd name="connsiteX4" fmla="*/ 5323 w 5884"/>
                        <a:gd name="connsiteY4" fmla="*/ 1167 h 5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4" h="5857">
                          <a:moveTo>
                            <a:pt x="5323" y="1167"/>
                          </a:moveTo>
                          <a:cubicBezTo>
                            <a:pt x="6276" y="2405"/>
                            <a:pt x="5990" y="4310"/>
                            <a:pt x="4657" y="5263"/>
                          </a:cubicBezTo>
                          <a:cubicBezTo>
                            <a:pt x="3323" y="6215"/>
                            <a:pt x="1513" y="6025"/>
                            <a:pt x="561" y="4691"/>
                          </a:cubicBezTo>
                          <a:cubicBezTo>
                            <a:pt x="-392" y="3453"/>
                            <a:pt x="-106" y="1548"/>
                            <a:pt x="1227" y="595"/>
                          </a:cubicBezTo>
                          <a:cubicBezTo>
                            <a:pt x="2561" y="-357"/>
                            <a:pt x="4371" y="-167"/>
                            <a:pt x="5323" y="11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499" name="Graphique 15">
                  <a:extLst>
                    <a:ext uri="{FF2B5EF4-FFF2-40B4-BE49-F238E27FC236}">
                      <a16:creationId xmlns:a16="http://schemas.microsoft.com/office/drawing/2014/main" id="{8B54C95B-C77B-4640-9567-BC8E292254C5}"/>
                    </a:ext>
                  </a:extLst>
                </p:cNvPr>
                <p:cNvGrpSpPr/>
                <p:nvPr/>
              </p:nvGrpSpPr>
              <p:grpSpPr>
                <a:xfrm>
                  <a:off x="11049256" y="3295454"/>
                  <a:ext cx="105703" cy="60946"/>
                  <a:chOff x="11049256" y="3295454"/>
                  <a:chExt cx="105703" cy="60946"/>
                </a:xfrm>
                <a:solidFill>
                  <a:schemeClr val="accent1"/>
                </a:solidFill>
              </p:grpSpPr>
              <p:grpSp>
                <p:nvGrpSpPr>
                  <p:cNvPr id="2500" name="Graphique 15">
                    <a:extLst>
                      <a:ext uri="{FF2B5EF4-FFF2-40B4-BE49-F238E27FC236}">
                        <a16:creationId xmlns:a16="http://schemas.microsoft.com/office/drawing/2014/main" id="{1CD41E65-F17F-422F-B455-6CC04B19B8F7}"/>
                      </a:ext>
                    </a:extLst>
                  </p:cNvPr>
                  <p:cNvGrpSpPr/>
                  <p:nvPr/>
                </p:nvGrpSpPr>
                <p:grpSpPr>
                  <a:xfrm>
                    <a:off x="11049256" y="3295454"/>
                    <a:ext cx="36127" cy="37338"/>
                    <a:chOff x="11049256" y="3295454"/>
                    <a:chExt cx="36127" cy="37338"/>
                  </a:xfrm>
                  <a:solidFill>
                    <a:schemeClr val="accent1"/>
                  </a:solidFill>
                </p:grpSpPr>
                <p:sp>
                  <p:nvSpPr>
                    <p:cNvPr id="2501" name="Forme libre : forme 2500">
                      <a:extLst>
                        <a:ext uri="{FF2B5EF4-FFF2-40B4-BE49-F238E27FC236}">
                          <a16:creationId xmlns:a16="http://schemas.microsoft.com/office/drawing/2014/main" id="{2CC5D924-A00C-47D1-BBA6-6850AA8B73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49256" y="3295454"/>
                      <a:ext cx="36127" cy="37338"/>
                    </a:xfrm>
                    <a:custGeom>
                      <a:avLst/>
                      <a:gdLst>
                        <a:gd name="connsiteX0" fmla="*/ 31004 w 36127"/>
                        <a:gd name="connsiteY0" fmla="*/ 6210 h 37338"/>
                        <a:gd name="connsiteX1" fmla="*/ 30528 w 36127"/>
                        <a:gd name="connsiteY1" fmla="*/ 32880 h 37338"/>
                        <a:gd name="connsiteX2" fmla="*/ 5096 w 36127"/>
                        <a:gd name="connsiteY2" fmla="*/ 30975 h 37338"/>
                        <a:gd name="connsiteX3" fmla="*/ 5191 w 36127"/>
                        <a:gd name="connsiteY3" fmla="*/ 4972 h 37338"/>
                        <a:gd name="connsiteX4" fmla="*/ 31004 w 36127"/>
                        <a:gd name="connsiteY4" fmla="*/ 6210 h 37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127" h="37338">
                          <a:moveTo>
                            <a:pt x="31004" y="6210"/>
                          </a:moveTo>
                          <a:cubicBezTo>
                            <a:pt x="38053" y="14116"/>
                            <a:pt x="37767" y="26212"/>
                            <a:pt x="30528" y="32880"/>
                          </a:cubicBezTo>
                          <a:cubicBezTo>
                            <a:pt x="23193" y="39547"/>
                            <a:pt x="11764" y="38595"/>
                            <a:pt x="5096" y="30975"/>
                          </a:cubicBezTo>
                          <a:cubicBezTo>
                            <a:pt x="-1571" y="23355"/>
                            <a:pt x="-1857" y="12020"/>
                            <a:pt x="5191" y="4972"/>
                          </a:cubicBezTo>
                          <a:cubicBezTo>
                            <a:pt x="12049" y="-2077"/>
                            <a:pt x="23575" y="-1601"/>
                            <a:pt x="31004" y="621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02" name="Forme libre : forme 2501">
                      <a:extLst>
                        <a:ext uri="{FF2B5EF4-FFF2-40B4-BE49-F238E27FC236}">
                          <a16:creationId xmlns:a16="http://schemas.microsoft.com/office/drawing/2014/main" id="{23F234E2-349F-4F67-A2BD-CF0C615AC0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49875" y="3296425"/>
                      <a:ext cx="35449" cy="36272"/>
                    </a:xfrm>
                    <a:custGeom>
                      <a:avLst/>
                      <a:gdLst>
                        <a:gd name="connsiteX0" fmla="*/ 17812 w 35449"/>
                        <a:gd name="connsiteY0" fmla="*/ 17812 h 36272"/>
                        <a:gd name="connsiteX1" fmla="*/ 0 w 35449"/>
                        <a:gd name="connsiteY1" fmla="*/ 21431 h 36272"/>
                        <a:gd name="connsiteX2" fmla="*/ 4382 w 35449"/>
                        <a:gd name="connsiteY2" fmla="*/ 29908 h 36272"/>
                        <a:gd name="connsiteX3" fmla="*/ 29813 w 35449"/>
                        <a:gd name="connsiteY3" fmla="*/ 31814 h 36272"/>
                        <a:gd name="connsiteX4" fmla="*/ 30290 w 35449"/>
                        <a:gd name="connsiteY4" fmla="*/ 5144 h 36272"/>
                        <a:gd name="connsiteX5" fmla="*/ 22288 w 35449"/>
                        <a:gd name="connsiteY5" fmla="*/ 0 h 36272"/>
                        <a:gd name="connsiteX6" fmla="*/ 17812 w 35449"/>
                        <a:gd name="connsiteY6" fmla="*/ 17812 h 36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49" h="36272">
                          <a:moveTo>
                            <a:pt x="17812" y="17812"/>
                          </a:moveTo>
                          <a:cubicBezTo>
                            <a:pt x="12859" y="22479"/>
                            <a:pt x="6191" y="23432"/>
                            <a:pt x="0" y="21431"/>
                          </a:cubicBezTo>
                          <a:cubicBezTo>
                            <a:pt x="857" y="24384"/>
                            <a:pt x="2191" y="27337"/>
                            <a:pt x="4382" y="29908"/>
                          </a:cubicBezTo>
                          <a:cubicBezTo>
                            <a:pt x="11049" y="37529"/>
                            <a:pt x="22479" y="38481"/>
                            <a:pt x="29813" y="31814"/>
                          </a:cubicBezTo>
                          <a:cubicBezTo>
                            <a:pt x="37052" y="25241"/>
                            <a:pt x="37433" y="13145"/>
                            <a:pt x="30290" y="5144"/>
                          </a:cubicBezTo>
                          <a:cubicBezTo>
                            <a:pt x="28004" y="2667"/>
                            <a:pt x="25146" y="1048"/>
                            <a:pt x="22288" y="0"/>
                          </a:cubicBezTo>
                          <a:cubicBezTo>
                            <a:pt x="24098" y="6477"/>
                            <a:pt x="22765" y="13240"/>
                            <a:pt x="17812" y="17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03" name="Forme libre : forme 2502">
                      <a:extLst>
                        <a:ext uri="{FF2B5EF4-FFF2-40B4-BE49-F238E27FC236}">
                          <a16:creationId xmlns:a16="http://schemas.microsoft.com/office/drawing/2014/main" id="{0CDAFE69-42A9-40C7-A13F-20AF746ACD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61445" y="3299055"/>
                      <a:ext cx="17296" cy="15883"/>
                    </a:xfrm>
                    <a:custGeom>
                      <a:avLst/>
                      <a:gdLst>
                        <a:gd name="connsiteX0" fmla="*/ 11005 w 17296"/>
                        <a:gd name="connsiteY0" fmla="*/ 705 h 15883"/>
                        <a:gd name="connsiteX1" fmla="*/ 16910 w 17296"/>
                        <a:gd name="connsiteY1" fmla="*/ 11373 h 15883"/>
                        <a:gd name="connsiteX2" fmla="*/ 6242 w 17296"/>
                        <a:gd name="connsiteY2" fmla="*/ 15087 h 15883"/>
                        <a:gd name="connsiteX3" fmla="*/ 337 w 17296"/>
                        <a:gd name="connsiteY3" fmla="*/ 4610 h 15883"/>
                        <a:gd name="connsiteX4" fmla="*/ 11005 w 17296"/>
                        <a:gd name="connsiteY4" fmla="*/ 705 h 1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96" h="15883">
                          <a:moveTo>
                            <a:pt x="11005" y="705"/>
                          </a:moveTo>
                          <a:cubicBezTo>
                            <a:pt x="15672" y="2514"/>
                            <a:pt x="18339" y="7277"/>
                            <a:pt x="16910" y="11373"/>
                          </a:cubicBezTo>
                          <a:cubicBezTo>
                            <a:pt x="15481" y="15373"/>
                            <a:pt x="10719" y="16992"/>
                            <a:pt x="6242" y="15087"/>
                          </a:cubicBezTo>
                          <a:cubicBezTo>
                            <a:pt x="1766" y="13182"/>
                            <a:pt x="-997" y="8610"/>
                            <a:pt x="337" y="4610"/>
                          </a:cubicBezTo>
                          <a:cubicBezTo>
                            <a:pt x="1670" y="705"/>
                            <a:pt x="6433" y="-1105"/>
                            <a:pt x="11005" y="70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04" name="Forme libre : forme 2503">
                      <a:extLst>
                        <a:ext uri="{FF2B5EF4-FFF2-40B4-BE49-F238E27FC236}">
                          <a16:creationId xmlns:a16="http://schemas.microsoft.com/office/drawing/2014/main" id="{349804BF-8AC3-4107-9C61-BD1614F8CD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59827" y="3303973"/>
                      <a:ext cx="6003" cy="6112"/>
                    </a:xfrm>
                    <a:custGeom>
                      <a:avLst/>
                      <a:gdLst>
                        <a:gd name="connsiteX0" fmla="*/ 5097 w 6003"/>
                        <a:gd name="connsiteY0" fmla="*/ 1025 h 6112"/>
                        <a:gd name="connsiteX1" fmla="*/ 5192 w 6003"/>
                        <a:gd name="connsiteY1" fmla="*/ 5312 h 6112"/>
                        <a:gd name="connsiteX2" fmla="*/ 906 w 6003"/>
                        <a:gd name="connsiteY2" fmla="*/ 5121 h 6112"/>
                        <a:gd name="connsiteX3" fmla="*/ 811 w 6003"/>
                        <a:gd name="connsiteY3" fmla="*/ 835 h 6112"/>
                        <a:gd name="connsiteX4" fmla="*/ 5097 w 6003"/>
                        <a:gd name="connsiteY4" fmla="*/ 1025 h 6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03" h="6112">
                          <a:moveTo>
                            <a:pt x="5097" y="1025"/>
                          </a:moveTo>
                          <a:cubicBezTo>
                            <a:pt x="6240" y="2264"/>
                            <a:pt x="6336" y="4169"/>
                            <a:pt x="5192" y="5312"/>
                          </a:cubicBezTo>
                          <a:cubicBezTo>
                            <a:pt x="4049" y="6454"/>
                            <a:pt x="2145" y="6359"/>
                            <a:pt x="906" y="5121"/>
                          </a:cubicBezTo>
                          <a:cubicBezTo>
                            <a:pt x="-237" y="3883"/>
                            <a:pt x="-332" y="1978"/>
                            <a:pt x="811" y="835"/>
                          </a:cubicBezTo>
                          <a:cubicBezTo>
                            <a:pt x="1954" y="-308"/>
                            <a:pt x="3859" y="-308"/>
                            <a:pt x="5097" y="102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505" name="Graphique 15">
                    <a:extLst>
                      <a:ext uri="{FF2B5EF4-FFF2-40B4-BE49-F238E27FC236}">
                        <a16:creationId xmlns:a16="http://schemas.microsoft.com/office/drawing/2014/main" id="{40882982-4E04-41F0-9C6B-550FA38D7D81}"/>
                      </a:ext>
                    </a:extLst>
                  </p:cNvPr>
                  <p:cNvGrpSpPr/>
                  <p:nvPr/>
                </p:nvGrpSpPr>
                <p:grpSpPr>
                  <a:xfrm>
                    <a:off x="11082490" y="3311551"/>
                    <a:ext cx="36504" cy="37997"/>
                    <a:chOff x="11082490" y="3311551"/>
                    <a:chExt cx="36504" cy="37997"/>
                  </a:xfrm>
                  <a:solidFill>
                    <a:schemeClr val="accent1"/>
                  </a:solidFill>
                </p:grpSpPr>
                <p:sp>
                  <p:nvSpPr>
                    <p:cNvPr id="2506" name="Forme libre : forme 2505">
                      <a:extLst>
                        <a:ext uri="{FF2B5EF4-FFF2-40B4-BE49-F238E27FC236}">
                          <a16:creationId xmlns:a16="http://schemas.microsoft.com/office/drawing/2014/main" id="{7905CD40-0D0C-4A9C-9DF1-D9046EF45A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82490" y="3311551"/>
                      <a:ext cx="36470" cy="37997"/>
                    </a:xfrm>
                    <a:custGeom>
                      <a:avLst/>
                      <a:gdLst>
                        <a:gd name="connsiteX0" fmla="*/ 31394 w 36470"/>
                        <a:gd name="connsiteY0" fmla="*/ 7067 h 37997"/>
                        <a:gd name="connsiteX1" fmla="*/ 30441 w 36470"/>
                        <a:gd name="connsiteY1" fmla="*/ 34023 h 37997"/>
                        <a:gd name="connsiteX2" fmla="*/ 4914 w 36470"/>
                        <a:gd name="connsiteY2" fmla="*/ 30880 h 37997"/>
                        <a:gd name="connsiteX3" fmla="*/ 5676 w 36470"/>
                        <a:gd name="connsiteY3" fmla="*/ 4400 h 37997"/>
                        <a:gd name="connsiteX4" fmla="*/ 31394 w 36470"/>
                        <a:gd name="connsiteY4" fmla="*/ 7067 h 37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70" h="37997">
                          <a:moveTo>
                            <a:pt x="31394" y="7067"/>
                          </a:moveTo>
                          <a:cubicBezTo>
                            <a:pt x="38633" y="15259"/>
                            <a:pt x="37966" y="27546"/>
                            <a:pt x="30441" y="34023"/>
                          </a:cubicBezTo>
                          <a:cubicBezTo>
                            <a:pt x="22821" y="40500"/>
                            <a:pt x="11677" y="38786"/>
                            <a:pt x="4914" y="30880"/>
                          </a:cubicBezTo>
                          <a:cubicBezTo>
                            <a:pt x="-1944" y="22974"/>
                            <a:pt x="-1563" y="11258"/>
                            <a:pt x="5676" y="4400"/>
                          </a:cubicBezTo>
                          <a:cubicBezTo>
                            <a:pt x="12725" y="-2362"/>
                            <a:pt x="24250" y="-1219"/>
                            <a:pt x="31394" y="706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07" name="Forme libre : forme 2506">
                      <a:extLst>
                        <a:ext uri="{FF2B5EF4-FFF2-40B4-BE49-F238E27FC236}">
                          <a16:creationId xmlns:a16="http://schemas.microsoft.com/office/drawing/2014/main" id="{9E98DCCD-4B01-4488-99A3-FF19563EDE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83022" y="3312999"/>
                      <a:ext cx="35971" cy="36550"/>
                    </a:xfrm>
                    <a:custGeom>
                      <a:avLst/>
                      <a:gdLst>
                        <a:gd name="connsiteX0" fmla="*/ 18002 w 35971"/>
                        <a:gd name="connsiteY0" fmla="*/ 17812 h 36550"/>
                        <a:gd name="connsiteX1" fmla="*/ 0 w 35971"/>
                        <a:gd name="connsiteY1" fmla="*/ 20669 h 36550"/>
                        <a:gd name="connsiteX2" fmla="*/ 4381 w 35971"/>
                        <a:gd name="connsiteY2" fmla="*/ 29432 h 36550"/>
                        <a:gd name="connsiteX3" fmla="*/ 29908 w 35971"/>
                        <a:gd name="connsiteY3" fmla="*/ 32575 h 36550"/>
                        <a:gd name="connsiteX4" fmla="*/ 30861 w 35971"/>
                        <a:gd name="connsiteY4" fmla="*/ 5620 h 36550"/>
                        <a:gd name="connsiteX5" fmla="*/ 23051 w 35971"/>
                        <a:gd name="connsiteY5" fmla="*/ 0 h 36550"/>
                        <a:gd name="connsiteX6" fmla="*/ 18002 w 35971"/>
                        <a:gd name="connsiteY6" fmla="*/ 17812 h 365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971" h="36550">
                          <a:moveTo>
                            <a:pt x="18002" y="17812"/>
                          </a:moveTo>
                          <a:cubicBezTo>
                            <a:pt x="12954" y="22288"/>
                            <a:pt x="6001" y="23050"/>
                            <a:pt x="0" y="20669"/>
                          </a:cubicBezTo>
                          <a:cubicBezTo>
                            <a:pt x="667" y="23813"/>
                            <a:pt x="2096" y="26765"/>
                            <a:pt x="4381" y="29432"/>
                          </a:cubicBezTo>
                          <a:cubicBezTo>
                            <a:pt x="11239" y="37338"/>
                            <a:pt x="22288" y="39053"/>
                            <a:pt x="29908" y="32575"/>
                          </a:cubicBezTo>
                          <a:cubicBezTo>
                            <a:pt x="37529" y="26099"/>
                            <a:pt x="38100" y="13811"/>
                            <a:pt x="30861" y="5620"/>
                          </a:cubicBezTo>
                          <a:cubicBezTo>
                            <a:pt x="28575" y="2953"/>
                            <a:pt x="25908" y="1143"/>
                            <a:pt x="23051" y="0"/>
                          </a:cubicBezTo>
                          <a:cubicBezTo>
                            <a:pt x="24574" y="6572"/>
                            <a:pt x="22860" y="13430"/>
                            <a:pt x="18002" y="17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08" name="Forme libre : forme 2507">
                      <a:extLst>
                        <a:ext uri="{FF2B5EF4-FFF2-40B4-BE49-F238E27FC236}">
                          <a16:creationId xmlns:a16="http://schemas.microsoft.com/office/drawing/2014/main" id="{F9A1A5D1-FFB2-465F-8F75-BE017D5394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95001" y="3315393"/>
                      <a:ext cx="17277" cy="16283"/>
                    </a:xfrm>
                    <a:custGeom>
                      <a:avLst/>
                      <a:gdLst>
                        <a:gd name="connsiteX0" fmla="*/ 11167 w 17277"/>
                        <a:gd name="connsiteY0" fmla="*/ 940 h 16283"/>
                        <a:gd name="connsiteX1" fmla="*/ 16882 w 17277"/>
                        <a:gd name="connsiteY1" fmla="*/ 11989 h 16283"/>
                        <a:gd name="connsiteX2" fmla="*/ 6024 w 17277"/>
                        <a:gd name="connsiteY2" fmla="*/ 15322 h 16283"/>
                        <a:gd name="connsiteX3" fmla="*/ 404 w 17277"/>
                        <a:gd name="connsiteY3" fmla="*/ 4369 h 16283"/>
                        <a:gd name="connsiteX4" fmla="*/ 11167 w 17277"/>
                        <a:gd name="connsiteY4" fmla="*/ 940 h 162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77" h="16283">
                          <a:moveTo>
                            <a:pt x="11167" y="940"/>
                          </a:moveTo>
                          <a:cubicBezTo>
                            <a:pt x="15739" y="3035"/>
                            <a:pt x="18311" y="8083"/>
                            <a:pt x="16882" y="11989"/>
                          </a:cubicBezTo>
                          <a:cubicBezTo>
                            <a:pt x="15454" y="15989"/>
                            <a:pt x="10500" y="17418"/>
                            <a:pt x="6024" y="15322"/>
                          </a:cubicBezTo>
                          <a:cubicBezTo>
                            <a:pt x="1452" y="13227"/>
                            <a:pt x="-1025" y="8369"/>
                            <a:pt x="404" y="4369"/>
                          </a:cubicBezTo>
                          <a:cubicBezTo>
                            <a:pt x="1737" y="368"/>
                            <a:pt x="6595" y="-1156"/>
                            <a:pt x="11167" y="94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09" name="Forme libre : forme 2508">
                      <a:extLst>
                        <a:ext uri="{FF2B5EF4-FFF2-40B4-BE49-F238E27FC236}">
                          <a16:creationId xmlns:a16="http://schemas.microsoft.com/office/drawing/2014/main" id="{0BF53807-32B9-4FDA-A96B-0323B810BB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93130" y="3320154"/>
                      <a:ext cx="6072" cy="6193"/>
                    </a:xfrm>
                    <a:custGeom>
                      <a:avLst/>
                      <a:gdLst>
                        <a:gd name="connsiteX0" fmla="*/ 5227 w 6072"/>
                        <a:gd name="connsiteY0" fmla="*/ 1131 h 6193"/>
                        <a:gd name="connsiteX1" fmla="*/ 5132 w 6072"/>
                        <a:gd name="connsiteY1" fmla="*/ 5513 h 6193"/>
                        <a:gd name="connsiteX2" fmla="*/ 846 w 6072"/>
                        <a:gd name="connsiteY2" fmla="*/ 5132 h 6193"/>
                        <a:gd name="connsiteX3" fmla="*/ 941 w 6072"/>
                        <a:gd name="connsiteY3" fmla="*/ 751 h 6193"/>
                        <a:gd name="connsiteX4" fmla="*/ 5227 w 6072"/>
                        <a:gd name="connsiteY4" fmla="*/ 1131 h 6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2" h="6193">
                          <a:moveTo>
                            <a:pt x="5227" y="1131"/>
                          </a:moveTo>
                          <a:cubicBezTo>
                            <a:pt x="6370" y="2465"/>
                            <a:pt x="6370" y="4465"/>
                            <a:pt x="5132" y="5513"/>
                          </a:cubicBezTo>
                          <a:cubicBezTo>
                            <a:pt x="3894" y="6561"/>
                            <a:pt x="1989" y="6370"/>
                            <a:pt x="846" y="5132"/>
                          </a:cubicBezTo>
                          <a:cubicBezTo>
                            <a:pt x="-297" y="3798"/>
                            <a:pt x="-297" y="1798"/>
                            <a:pt x="941" y="751"/>
                          </a:cubicBezTo>
                          <a:cubicBezTo>
                            <a:pt x="2179" y="-392"/>
                            <a:pt x="4084" y="-202"/>
                            <a:pt x="5227" y="11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510" name="Graphique 15">
                    <a:extLst>
                      <a:ext uri="{FF2B5EF4-FFF2-40B4-BE49-F238E27FC236}">
                        <a16:creationId xmlns:a16="http://schemas.microsoft.com/office/drawing/2014/main" id="{F12D08D6-4B67-4967-ADA2-EF8E26ED2D30}"/>
                      </a:ext>
                    </a:extLst>
                  </p:cNvPr>
                  <p:cNvGrpSpPr/>
                  <p:nvPr/>
                </p:nvGrpSpPr>
                <p:grpSpPr>
                  <a:xfrm>
                    <a:off x="11118478" y="3317108"/>
                    <a:ext cx="36481" cy="39292"/>
                    <a:chOff x="11118478" y="3317108"/>
                    <a:chExt cx="36481" cy="39292"/>
                  </a:xfrm>
                  <a:solidFill>
                    <a:schemeClr val="accent1"/>
                  </a:solidFill>
                </p:grpSpPr>
                <p:sp>
                  <p:nvSpPr>
                    <p:cNvPr id="2511" name="Forme libre : forme 2510">
                      <a:extLst>
                        <a:ext uri="{FF2B5EF4-FFF2-40B4-BE49-F238E27FC236}">
                          <a16:creationId xmlns:a16="http://schemas.microsoft.com/office/drawing/2014/main" id="{76011293-90FF-4E51-9C4D-EAF6C2E256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18478" y="3317108"/>
                      <a:ext cx="36481" cy="39197"/>
                    </a:xfrm>
                    <a:custGeom>
                      <a:avLst/>
                      <a:gdLst>
                        <a:gd name="connsiteX0" fmla="*/ 31695 w 36481"/>
                        <a:gd name="connsiteY0" fmla="*/ 7893 h 39197"/>
                        <a:gd name="connsiteX1" fmla="*/ 30362 w 36481"/>
                        <a:gd name="connsiteY1" fmla="*/ 35515 h 39197"/>
                        <a:gd name="connsiteX2" fmla="*/ 4549 w 36481"/>
                        <a:gd name="connsiteY2" fmla="*/ 31324 h 39197"/>
                        <a:gd name="connsiteX3" fmla="*/ 5787 w 36481"/>
                        <a:gd name="connsiteY3" fmla="*/ 4083 h 39197"/>
                        <a:gd name="connsiteX4" fmla="*/ 31695 w 36481"/>
                        <a:gd name="connsiteY4" fmla="*/ 7893 h 39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81" h="39197">
                          <a:moveTo>
                            <a:pt x="31695" y="7893"/>
                          </a:moveTo>
                          <a:cubicBezTo>
                            <a:pt x="38553" y="16751"/>
                            <a:pt x="37982" y="29229"/>
                            <a:pt x="30362" y="35515"/>
                          </a:cubicBezTo>
                          <a:cubicBezTo>
                            <a:pt x="22742" y="41802"/>
                            <a:pt x="11121" y="39801"/>
                            <a:pt x="4549" y="31324"/>
                          </a:cubicBezTo>
                          <a:cubicBezTo>
                            <a:pt x="-2023" y="22847"/>
                            <a:pt x="-1356" y="10655"/>
                            <a:pt x="5787" y="4083"/>
                          </a:cubicBezTo>
                          <a:cubicBezTo>
                            <a:pt x="13026" y="-2490"/>
                            <a:pt x="24933" y="-1061"/>
                            <a:pt x="31695" y="789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12" name="Forme libre : forme 2511">
                      <a:extLst>
                        <a:ext uri="{FF2B5EF4-FFF2-40B4-BE49-F238E27FC236}">
                          <a16:creationId xmlns:a16="http://schemas.microsoft.com/office/drawing/2014/main" id="{E8EF74DD-479E-4BBD-B8CB-CE1E364146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18931" y="3318904"/>
                      <a:ext cx="36028" cy="37496"/>
                    </a:xfrm>
                    <a:custGeom>
                      <a:avLst/>
                      <a:gdLst>
                        <a:gd name="connsiteX0" fmla="*/ 18098 w 36028"/>
                        <a:gd name="connsiteY0" fmla="*/ 18193 h 37496"/>
                        <a:gd name="connsiteX1" fmla="*/ 0 w 36028"/>
                        <a:gd name="connsiteY1" fmla="*/ 20383 h 37496"/>
                        <a:gd name="connsiteX2" fmla="*/ 4096 w 36028"/>
                        <a:gd name="connsiteY2" fmla="*/ 29623 h 37496"/>
                        <a:gd name="connsiteX3" fmla="*/ 29909 w 36028"/>
                        <a:gd name="connsiteY3" fmla="*/ 33814 h 37496"/>
                        <a:gd name="connsiteX4" fmla="*/ 31242 w 36028"/>
                        <a:gd name="connsiteY4" fmla="*/ 6191 h 37496"/>
                        <a:gd name="connsiteX5" fmla="*/ 23527 w 36028"/>
                        <a:gd name="connsiteY5" fmla="*/ 0 h 37496"/>
                        <a:gd name="connsiteX6" fmla="*/ 18098 w 36028"/>
                        <a:gd name="connsiteY6" fmla="*/ 18193 h 37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028" h="37496">
                          <a:moveTo>
                            <a:pt x="18098" y="18193"/>
                          </a:moveTo>
                          <a:cubicBezTo>
                            <a:pt x="12954" y="22574"/>
                            <a:pt x="6001" y="23051"/>
                            <a:pt x="0" y="20383"/>
                          </a:cubicBezTo>
                          <a:cubicBezTo>
                            <a:pt x="571" y="23622"/>
                            <a:pt x="1905" y="26861"/>
                            <a:pt x="4096" y="29623"/>
                          </a:cubicBezTo>
                          <a:cubicBezTo>
                            <a:pt x="10668" y="38100"/>
                            <a:pt x="22288" y="40100"/>
                            <a:pt x="29909" y="33814"/>
                          </a:cubicBezTo>
                          <a:cubicBezTo>
                            <a:pt x="37529" y="27527"/>
                            <a:pt x="38100" y="15050"/>
                            <a:pt x="31242" y="6191"/>
                          </a:cubicBezTo>
                          <a:cubicBezTo>
                            <a:pt x="29051" y="3334"/>
                            <a:pt x="26384" y="1333"/>
                            <a:pt x="23527" y="0"/>
                          </a:cubicBezTo>
                          <a:cubicBezTo>
                            <a:pt x="24955" y="6763"/>
                            <a:pt x="23146" y="13811"/>
                            <a:pt x="18098" y="1819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13" name="Forme libre : forme 2512">
                      <a:extLst>
                        <a:ext uri="{FF2B5EF4-FFF2-40B4-BE49-F238E27FC236}">
                          <a16:creationId xmlns:a16="http://schemas.microsoft.com/office/drawing/2014/main" id="{F1FD047C-A726-4BD8-BCC7-5254E06F12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31235" y="3321084"/>
                      <a:ext cx="17198" cy="17004"/>
                    </a:xfrm>
                    <a:custGeom>
                      <a:avLst/>
                      <a:gdLst>
                        <a:gd name="connsiteX0" fmla="*/ 11319 w 17198"/>
                        <a:gd name="connsiteY0" fmla="*/ 1154 h 17004"/>
                        <a:gd name="connsiteX1" fmla="*/ 16748 w 17198"/>
                        <a:gd name="connsiteY1" fmla="*/ 12870 h 17004"/>
                        <a:gd name="connsiteX2" fmla="*/ 5795 w 17198"/>
                        <a:gd name="connsiteY2" fmla="*/ 15822 h 17004"/>
                        <a:gd name="connsiteX3" fmla="*/ 460 w 17198"/>
                        <a:gd name="connsiteY3" fmla="*/ 4297 h 17004"/>
                        <a:gd name="connsiteX4" fmla="*/ 11319 w 17198"/>
                        <a:gd name="connsiteY4" fmla="*/ 1154 h 17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98" h="17004">
                          <a:moveTo>
                            <a:pt x="11319" y="1154"/>
                          </a:moveTo>
                          <a:cubicBezTo>
                            <a:pt x="15796" y="3535"/>
                            <a:pt x="18272" y="8774"/>
                            <a:pt x="16748" y="12870"/>
                          </a:cubicBezTo>
                          <a:cubicBezTo>
                            <a:pt x="15224" y="16870"/>
                            <a:pt x="10271" y="18204"/>
                            <a:pt x="5795" y="15822"/>
                          </a:cubicBezTo>
                          <a:cubicBezTo>
                            <a:pt x="1318" y="13441"/>
                            <a:pt x="-1063" y="8298"/>
                            <a:pt x="460" y="4297"/>
                          </a:cubicBezTo>
                          <a:cubicBezTo>
                            <a:pt x="1984" y="201"/>
                            <a:pt x="6842" y="-1227"/>
                            <a:pt x="11319" y="115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14" name="Forme libre : forme 2513">
                      <a:extLst>
                        <a:ext uri="{FF2B5EF4-FFF2-40B4-BE49-F238E27FC236}">
                          <a16:creationId xmlns:a16="http://schemas.microsoft.com/office/drawing/2014/main" id="{79F9ED4A-1799-4AC0-9930-AF93BA2454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9465" y="3325705"/>
                      <a:ext cx="5983" cy="6497"/>
                    </a:xfrm>
                    <a:custGeom>
                      <a:avLst/>
                      <a:gdLst>
                        <a:gd name="connsiteX0" fmla="*/ 5183 w 5983"/>
                        <a:gd name="connsiteY0" fmla="*/ 1296 h 6497"/>
                        <a:gd name="connsiteX1" fmla="*/ 4992 w 5983"/>
                        <a:gd name="connsiteY1" fmla="*/ 5868 h 6497"/>
                        <a:gd name="connsiteX2" fmla="*/ 801 w 5983"/>
                        <a:gd name="connsiteY2" fmla="*/ 5201 h 6497"/>
                        <a:gd name="connsiteX3" fmla="*/ 992 w 5983"/>
                        <a:gd name="connsiteY3" fmla="*/ 629 h 6497"/>
                        <a:gd name="connsiteX4" fmla="*/ 5183 w 5983"/>
                        <a:gd name="connsiteY4" fmla="*/ 1296 h 6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83" h="6497">
                          <a:moveTo>
                            <a:pt x="5183" y="1296"/>
                          </a:moveTo>
                          <a:cubicBezTo>
                            <a:pt x="6326" y="2725"/>
                            <a:pt x="6230" y="4725"/>
                            <a:pt x="4992" y="5868"/>
                          </a:cubicBezTo>
                          <a:cubicBezTo>
                            <a:pt x="3754" y="6916"/>
                            <a:pt x="1849" y="6630"/>
                            <a:pt x="801" y="5201"/>
                          </a:cubicBezTo>
                          <a:cubicBezTo>
                            <a:pt x="-342" y="3773"/>
                            <a:pt x="-247" y="1772"/>
                            <a:pt x="992" y="629"/>
                          </a:cubicBezTo>
                          <a:cubicBezTo>
                            <a:pt x="2230" y="-418"/>
                            <a:pt x="4135" y="-132"/>
                            <a:pt x="5183" y="129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515" name="Graphique 15">
                  <a:extLst>
                    <a:ext uri="{FF2B5EF4-FFF2-40B4-BE49-F238E27FC236}">
                      <a16:creationId xmlns:a16="http://schemas.microsoft.com/office/drawing/2014/main" id="{1F78F23A-90BC-4EF0-B529-25658768345C}"/>
                    </a:ext>
                  </a:extLst>
                </p:cNvPr>
                <p:cNvGrpSpPr/>
                <p:nvPr/>
              </p:nvGrpSpPr>
              <p:grpSpPr>
                <a:xfrm>
                  <a:off x="11136069" y="3227004"/>
                  <a:ext cx="99641" cy="73797"/>
                  <a:chOff x="11136069" y="3227004"/>
                  <a:chExt cx="99641" cy="73797"/>
                </a:xfrm>
                <a:solidFill>
                  <a:schemeClr val="accent1"/>
                </a:solidFill>
              </p:grpSpPr>
              <p:grpSp>
                <p:nvGrpSpPr>
                  <p:cNvPr id="2516" name="Graphique 15">
                    <a:extLst>
                      <a:ext uri="{FF2B5EF4-FFF2-40B4-BE49-F238E27FC236}">
                        <a16:creationId xmlns:a16="http://schemas.microsoft.com/office/drawing/2014/main" id="{819C8019-EA27-4B2F-98BD-F800394A7768}"/>
                      </a:ext>
                    </a:extLst>
                  </p:cNvPr>
                  <p:cNvGrpSpPr/>
                  <p:nvPr/>
                </p:nvGrpSpPr>
                <p:grpSpPr>
                  <a:xfrm>
                    <a:off x="11197607" y="3227004"/>
                    <a:ext cx="38103" cy="42886"/>
                    <a:chOff x="11197607" y="3227004"/>
                    <a:chExt cx="38103" cy="42886"/>
                  </a:xfrm>
                  <a:solidFill>
                    <a:schemeClr val="accent1"/>
                  </a:solidFill>
                </p:grpSpPr>
                <p:sp>
                  <p:nvSpPr>
                    <p:cNvPr id="2517" name="Forme libre : forme 2516">
                      <a:extLst>
                        <a:ext uri="{FF2B5EF4-FFF2-40B4-BE49-F238E27FC236}">
                          <a16:creationId xmlns:a16="http://schemas.microsoft.com/office/drawing/2014/main" id="{279BF3A3-A844-4ACA-93CD-D7B288CFA7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7607" y="3227099"/>
                      <a:ext cx="38103" cy="42791"/>
                    </a:xfrm>
                    <a:custGeom>
                      <a:avLst/>
                      <a:gdLst>
                        <a:gd name="connsiteX0" fmla="*/ 19051 w 38103"/>
                        <a:gd name="connsiteY0" fmla="*/ 42371 h 42791"/>
                        <a:gd name="connsiteX1" fmla="*/ 1 w 38103"/>
                        <a:gd name="connsiteY1" fmla="*/ 17605 h 42791"/>
                        <a:gd name="connsiteX2" fmla="*/ 18670 w 38103"/>
                        <a:gd name="connsiteY2" fmla="*/ 365 h 42791"/>
                        <a:gd name="connsiteX3" fmla="*/ 38101 w 38103"/>
                        <a:gd name="connsiteY3" fmla="*/ 25797 h 42791"/>
                        <a:gd name="connsiteX4" fmla="*/ 19051 w 38103"/>
                        <a:gd name="connsiteY4" fmla="*/ 42371 h 427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03" h="42791">
                          <a:moveTo>
                            <a:pt x="19051" y="42371"/>
                          </a:moveTo>
                          <a:cubicBezTo>
                            <a:pt x="8478" y="39989"/>
                            <a:pt x="96" y="29131"/>
                            <a:pt x="1" y="17605"/>
                          </a:cubicBezTo>
                          <a:cubicBezTo>
                            <a:pt x="-95" y="6080"/>
                            <a:pt x="8192" y="-1825"/>
                            <a:pt x="18670" y="365"/>
                          </a:cubicBezTo>
                          <a:cubicBezTo>
                            <a:pt x="29147" y="2556"/>
                            <a:pt x="38005" y="14081"/>
                            <a:pt x="38101" y="25797"/>
                          </a:cubicBezTo>
                          <a:cubicBezTo>
                            <a:pt x="38292" y="37417"/>
                            <a:pt x="29623" y="44656"/>
                            <a:pt x="19051" y="423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18" name="Forme libre : forme 2517">
                      <a:extLst>
                        <a:ext uri="{FF2B5EF4-FFF2-40B4-BE49-F238E27FC236}">
                          <a16:creationId xmlns:a16="http://schemas.microsoft.com/office/drawing/2014/main" id="{8631B90B-7C83-447D-99B8-889D69807E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7607" y="3227004"/>
                      <a:ext cx="28289" cy="42771"/>
                    </a:xfrm>
                    <a:custGeom>
                      <a:avLst/>
                      <a:gdLst>
                        <a:gd name="connsiteX0" fmla="*/ 18575 w 28289"/>
                        <a:gd name="connsiteY0" fmla="*/ 21606 h 42771"/>
                        <a:gd name="connsiteX1" fmla="*/ 28195 w 28289"/>
                        <a:gd name="connsiteY1" fmla="*/ 5223 h 42771"/>
                        <a:gd name="connsiteX2" fmla="*/ 18670 w 28289"/>
                        <a:gd name="connsiteY2" fmla="*/ 365 h 42771"/>
                        <a:gd name="connsiteX3" fmla="*/ 1 w 28289"/>
                        <a:gd name="connsiteY3" fmla="*/ 17606 h 42771"/>
                        <a:gd name="connsiteX4" fmla="*/ 19051 w 28289"/>
                        <a:gd name="connsiteY4" fmla="*/ 42371 h 42771"/>
                        <a:gd name="connsiteX5" fmla="*/ 28290 w 28289"/>
                        <a:gd name="connsiteY5" fmla="*/ 41704 h 42771"/>
                        <a:gd name="connsiteX6" fmla="*/ 18575 w 28289"/>
                        <a:gd name="connsiteY6" fmla="*/ 21606 h 42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289" h="42771">
                          <a:moveTo>
                            <a:pt x="18575" y="21606"/>
                          </a:moveTo>
                          <a:cubicBezTo>
                            <a:pt x="18479" y="13700"/>
                            <a:pt x="22385" y="7604"/>
                            <a:pt x="28195" y="5223"/>
                          </a:cubicBezTo>
                          <a:cubicBezTo>
                            <a:pt x="25337" y="2842"/>
                            <a:pt x="22099" y="1032"/>
                            <a:pt x="18670" y="365"/>
                          </a:cubicBezTo>
                          <a:cubicBezTo>
                            <a:pt x="8097" y="-1825"/>
                            <a:pt x="-95" y="6080"/>
                            <a:pt x="1" y="17606"/>
                          </a:cubicBezTo>
                          <a:cubicBezTo>
                            <a:pt x="96" y="29131"/>
                            <a:pt x="8478" y="40085"/>
                            <a:pt x="19051" y="42371"/>
                          </a:cubicBezTo>
                          <a:cubicBezTo>
                            <a:pt x="22385" y="43133"/>
                            <a:pt x="25528" y="42752"/>
                            <a:pt x="28290" y="41704"/>
                          </a:cubicBezTo>
                          <a:cubicBezTo>
                            <a:pt x="22575" y="36941"/>
                            <a:pt x="18670" y="29417"/>
                            <a:pt x="18575" y="21606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19" name="Forme libre : forme 2518">
                      <a:extLst>
                        <a:ext uri="{FF2B5EF4-FFF2-40B4-BE49-F238E27FC236}">
                          <a16:creationId xmlns:a16="http://schemas.microsoft.com/office/drawing/2014/main" id="{D6B6F26C-63B5-47CB-9FF9-47B97EF6A8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10987" y="3248371"/>
                      <a:ext cx="17885" cy="17959"/>
                    </a:xfrm>
                    <a:custGeom>
                      <a:avLst/>
                      <a:gdLst>
                        <a:gd name="connsiteX0" fmla="*/ 12434 w 17885"/>
                        <a:gd name="connsiteY0" fmla="*/ 17574 h 17959"/>
                        <a:gd name="connsiteX1" fmla="*/ 718 w 17885"/>
                        <a:gd name="connsiteY1" fmla="*/ 11669 h 17959"/>
                        <a:gd name="connsiteX2" fmla="*/ 5385 w 17885"/>
                        <a:gd name="connsiteY2" fmla="*/ 429 h 17959"/>
                        <a:gd name="connsiteX3" fmla="*/ 17196 w 17885"/>
                        <a:gd name="connsiteY3" fmla="*/ 6335 h 17959"/>
                        <a:gd name="connsiteX4" fmla="*/ 12434 w 17885"/>
                        <a:gd name="connsiteY4" fmla="*/ 17574 h 17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85" h="17959">
                          <a:moveTo>
                            <a:pt x="12434" y="17574"/>
                          </a:moveTo>
                          <a:cubicBezTo>
                            <a:pt x="7861" y="19003"/>
                            <a:pt x="2623" y="16336"/>
                            <a:pt x="718" y="11669"/>
                          </a:cubicBezTo>
                          <a:cubicBezTo>
                            <a:pt x="-1187" y="7001"/>
                            <a:pt x="813" y="1953"/>
                            <a:pt x="5385" y="429"/>
                          </a:cubicBezTo>
                          <a:cubicBezTo>
                            <a:pt x="9862" y="-1095"/>
                            <a:pt x="15196" y="1572"/>
                            <a:pt x="17196" y="6335"/>
                          </a:cubicBezTo>
                          <a:cubicBezTo>
                            <a:pt x="19101" y="11097"/>
                            <a:pt x="16910" y="16145"/>
                            <a:pt x="12434" y="1757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20" name="Forme libre : forme 2519">
                      <a:extLst>
                        <a:ext uri="{FF2B5EF4-FFF2-40B4-BE49-F238E27FC236}">
                          <a16:creationId xmlns:a16="http://schemas.microsoft.com/office/drawing/2014/main" id="{71713DA8-47E1-48C4-B43D-8720F9F3E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21801" y="3248541"/>
                      <a:ext cx="6286" cy="7090"/>
                    </a:xfrm>
                    <a:custGeom>
                      <a:avLst/>
                      <a:gdLst>
                        <a:gd name="connsiteX0" fmla="*/ 3143 w 6286"/>
                        <a:gd name="connsiteY0" fmla="*/ 7022 h 7090"/>
                        <a:gd name="connsiteX1" fmla="*/ 0 w 6286"/>
                        <a:gd name="connsiteY1" fmla="*/ 2831 h 7090"/>
                        <a:gd name="connsiteX2" fmla="*/ 3143 w 6286"/>
                        <a:gd name="connsiteY2" fmla="*/ 69 h 7090"/>
                        <a:gd name="connsiteX3" fmla="*/ 6287 w 6286"/>
                        <a:gd name="connsiteY3" fmla="*/ 4260 h 7090"/>
                        <a:gd name="connsiteX4" fmla="*/ 3143 w 6286"/>
                        <a:gd name="connsiteY4" fmla="*/ 7022 h 7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86" h="7090">
                          <a:moveTo>
                            <a:pt x="3143" y="7022"/>
                          </a:moveTo>
                          <a:cubicBezTo>
                            <a:pt x="1429" y="6641"/>
                            <a:pt x="0" y="4736"/>
                            <a:pt x="0" y="2831"/>
                          </a:cubicBezTo>
                          <a:cubicBezTo>
                            <a:pt x="0" y="926"/>
                            <a:pt x="1334" y="-312"/>
                            <a:pt x="3143" y="69"/>
                          </a:cubicBezTo>
                          <a:cubicBezTo>
                            <a:pt x="4858" y="450"/>
                            <a:pt x="6287" y="2355"/>
                            <a:pt x="6287" y="4260"/>
                          </a:cubicBezTo>
                          <a:cubicBezTo>
                            <a:pt x="6287" y="6165"/>
                            <a:pt x="4953" y="7403"/>
                            <a:pt x="3143" y="702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521" name="Graphique 15">
                    <a:extLst>
                      <a:ext uri="{FF2B5EF4-FFF2-40B4-BE49-F238E27FC236}">
                        <a16:creationId xmlns:a16="http://schemas.microsoft.com/office/drawing/2014/main" id="{566056A1-CCED-4CC1-A267-8DFE659CEA8A}"/>
                      </a:ext>
                    </a:extLst>
                  </p:cNvPr>
                  <p:cNvGrpSpPr/>
                  <p:nvPr/>
                </p:nvGrpSpPr>
                <p:grpSpPr>
                  <a:xfrm>
                    <a:off x="11163410" y="3237420"/>
                    <a:ext cx="37626" cy="41620"/>
                    <a:chOff x="11163410" y="3237420"/>
                    <a:chExt cx="37626" cy="41620"/>
                  </a:xfrm>
                  <a:solidFill>
                    <a:schemeClr val="accent1"/>
                  </a:solidFill>
                </p:grpSpPr>
                <p:sp>
                  <p:nvSpPr>
                    <p:cNvPr id="2522" name="Forme libre : forme 2521">
                      <a:extLst>
                        <a:ext uri="{FF2B5EF4-FFF2-40B4-BE49-F238E27FC236}">
                          <a16:creationId xmlns:a16="http://schemas.microsoft.com/office/drawing/2014/main" id="{AAB49A10-8514-42DF-99AE-6BA7B520D4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63410" y="3237420"/>
                      <a:ext cx="37626" cy="41620"/>
                    </a:xfrm>
                    <a:custGeom>
                      <a:avLst/>
                      <a:gdLst>
                        <a:gd name="connsiteX0" fmla="*/ 18577 w 37626"/>
                        <a:gd name="connsiteY0" fmla="*/ 41289 h 41620"/>
                        <a:gd name="connsiteX1" fmla="*/ 3 w 37626"/>
                        <a:gd name="connsiteY1" fmla="*/ 17476 h 41620"/>
                        <a:gd name="connsiteX2" fmla="*/ 18577 w 37626"/>
                        <a:gd name="connsiteY2" fmla="*/ 236 h 41620"/>
                        <a:gd name="connsiteX3" fmla="*/ 37627 w 37626"/>
                        <a:gd name="connsiteY3" fmla="*/ 24620 h 41620"/>
                        <a:gd name="connsiteX4" fmla="*/ 18577 w 37626"/>
                        <a:gd name="connsiteY4" fmla="*/ 41289 h 4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626" h="41620">
                          <a:moveTo>
                            <a:pt x="18577" y="41289"/>
                          </a:moveTo>
                          <a:cubicBezTo>
                            <a:pt x="8195" y="39194"/>
                            <a:pt x="3" y="28716"/>
                            <a:pt x="3" y="17476"/>
                          </a:cubicBezTo>
                          <a:cubicBezTo>
                            <a:pt x="-187" y="6332"/>
                            <a:pt x="7909" y="-1478"/>
                            <a:pt x="18577" y="236"/>
                          </a:cubicBezTo>
                          <a:cubicBezTo>
                            <a:pt x="29150" y="1951"/>
                            <a:pt x="37627" y="13190"/>
                            <a:pt x="37627" y="24620"/>
                          </a:cubicBezTo>
                          <a:cubicBezTo>
                            <a:pt x="37627" y="36050"/>
                            <a:pt x="28959" y="43289"/>
                            <a:pt x="18577" y="4128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23" name="Forme libre : forme 2522">
                      <a:extLst>
                        <a:ext uri="{FF2B5EF4-FFF2-40B4-BE49-F238E27FC236}">
                          <a16:creationId xmlns:a16="http://schemas.microsoft.com/office/drawing/2014/main" id="{0B275F86-51D2-4CAB-9D04-CD54A713E1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63410" y="3237420"/>
                      <a:ext cx="28006" cy="41620"/>
                    </a:xfrm>
                    <a:custGeom>
                      <a:avLst/>
                      <a:gdLst>
                        <a:gd name="connsiteX0" fmla="*/ 18291 w 28006"/>
                        <a:gd name="connsiteY0" fmla="*/ 20905 h 41620"/>
                        <a:gd name="connsiteX1" fmla="*/ 28007 w 28006"/>
                        <a:gd name="connsiteY1" fmla="*/ 4713 h 41620"/>
                        <a:gd name="connsiteX2" fmla="*/ 18577 w 28006"/>
                        <a:gd name="connsiteY2" fmla="*/ 236 h 41620"/>
                        <a:gd name="connsiteX3" fmla="*/ 3 w 28006"/>
                        <a:gd name="connsiteY3" fmla="*/ 17476 h 41620"/>
                        <a:gd name="connsiteX4" fmla="*/ 18577 w 28006"/>
                        <a:gd name="connsiteY4" fmla="*/ 41289 h 41620"/>
                        <a:gd name="connsiteX5" fmla="*/ 27721 w 28006"/>
                        <a:gd name="connsiteY5" fmla="*/ 40527 h 41620"/>
                        <a:gd name="connsiteX6" fmla="*/ 18291 w 28006"/>
                        <a:gd name="connsiteY6" fmla="*/ 20905 h 4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006" h="41620">
                          <a:moveTo>
                            <a:pt x="18291" y="20905"/>
                          </a:moveTo>
                          <a:cubicBezTo>
                            <a:pt x="18291" y="13190"/>
                            <a:pt x="22196" y="7190"/>
                            <a:pt x="28007" y="4713"/>
                          </a:cubicBezTo>
                          <a:cubicBezTo>
                            <a:pt x="25244" y="2427"/>
                            <a:pt x="22006" y="712"/>
                            <a:pt x="18577" y="236"/>
                          </a:cubicBezTo>
                          <a:cubicBezTo>
                            <a:pt x="7909" y="-1478"/>
                            <a:pt x="-187" y="6332"/>
                            <a:pt x="3" y="17476"/>
                          </a:cubicBezTo>
                          <a:cubicBezTo>
                            <a:pt x="-92" y="28716"/>
                            <a:pt x="8100" y="39194"/>
                            <a:pt x="18577" y="41289"/>
                          </a:cubicBezTo>
                          <a:cubicBezTo>
                            <a:pt x="21911" y="41956"/>
                            <a:pt x="24959" y="41575"/>
                            <a:pt x="27721" y="40527"/>
                          </a:cubicBezTo>
                          <a:cubicBezTo>
                            <a:pt x="22101" y="35765"/>
                            <a:pt x="18291" y="28525"/>
                            <a:pt x="18291" y="2090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24" name="Forme libre : forme 2523">
                      <a:extLst>
                        <a:ext uri="{FF2B5EF4-FFF2-40B4-BE49-F238E27FC236}">
                          <a16:creationId xmlns:a16="http://schemas.microsoft.com/office/drawing/2014/main" id="{D6135200-09AA-4BF4-A7B3-9CBE9E6408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76425" y="3257934"/>
                      <a:ext cx="17681" cy="17604"/>
                    </a:xfrm>
                    <a:custGeom>
                      <a:avLst/>
                      <a:gdLst>
                        <a:gd name="connsiteX0" fmla="*/ 12229 w 17681"/>
                        <a:gd name="connsiteY0" fmla="*/ 17155 h 17604"/>
                        <a:gd name="connsiteX1" fmla="*/ 704 w 17681"/>
                        <a:gd name="connsiteY1" fmla="*/ 11631 h 17604"/>
                        <a:gd name="connsiteX2" fmla="*/ 5371 w 17681"/>
                        <a:gd name="connsiteY2" fmla="*/ 486 h 17604"/>
                        <a:gd name="connsiteX3" fmla="*/ 16992 w 17681"/>
                        <a:gd name="connsiteY3" fmla="*/ 6011 h 17604"/>
                        <a:gd name="connsiteX4" fmla="*/ 12229 w 17681"/>
                        <a:gd name="connsiteY4" fmla="*/ 17155 h 17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81" h="17604">
                          <a:moveTo>
                            <a:pt x="12229" y="17155"/>
                          </a:moveTo>
                          <a:cubicBezTo>
                            <a:pt x="7752" y="18679"/>
                            <a:pt x="2514" y="16203"/>
                            <a:pt x="704" y="11631"/>
                          </a:cubicBezTo>
                          <a:cubicBezTo>
                            <a:pt x="-1201" y="7059"/>
                            <a:pt x="894" y="2106"/>
                            <a:pt x="5371" y="486"/>
                          </a:cubicBezTo>
                          <a:cubicBezTo>
                            <a:pt x="9848" y="-1133"/>
                            <a:pt x="15087" y="1439"/>
                            <a:pt x="16992" y="6011"/>
                          </a:cubicBezTo>
                          <a:cubicBezTo>
                            <a:pt x="18897" y="10678"/>
                            <a:pt x="16706" y="15631"/>
                            <a:pt x="12229" y="1715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25" name="Forme libre : forme 2524">
                      <a:extLst>
                        <a:ext uri="{FF2B5EF4-FFF2-40B4-BE49-F238E27FC236}">
                          <a16:creationId xmlns:a16="http://schemas.microsoft.com/office/drawing/2014/main" id="{5310669C-1946-444F-9690-B22DA8B412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87321" y="3258161"/>
                      <a:ext cx="6286" cy="6872"/>
                    </a:xfrm>
                    <a:custGeom>
                      <a:avLst/>
                      <a:gdLst>
                        <a:gd name="connsiteX0" fmla="*/ 3048 w 6286"/>
                        <a:gd name="connsiteY0" fmla="*/ 6832 h 6872"/>
                        <a:gd name="connsiteX1" fmla="*/ 0 w 6286"/>
                        <a:gd name="connsiteY1" fmla="*/ 2831 h 6872"/>
                        <a:gd name="connsiteX2" fmla="*/ 3143 w 6286"/>
                        <a:gd name="connsiteY2" fmla="*/ 69 h 6872"/>
                        <a:gd name="connsiteX3" fmla="*/ 6286 w 6286"/>
                        <a:gd name="connsiteY3" fmla="*/ 4069 h 6872"/>
                        <a:gd name="connsiteX4" fmla="*/ 3048 w 6286"/>
                        <a:gd name="connsiteY4" fmla="*/ 6832 h 6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86" h="6872">
                          <a:moveTo>
                            <a:pt x="3048" y="6832"/>
                          </a:moveTo>
                          <a:cubicBezTo>
                            <a:pt x="1333" y="6451"/>
                            <a:pt x="0" y="4736"/>
                            <a:pt x="0" y="2831"/>
                          </a:cubicBezTo>
                          <a:cubicBezTo>
                            <a:pt x="0" y="926"/>
                            <a:pt x="1429" y="-312"/>
                            <a:pt x="3143" y="69"/>
                          </a:cubicBezTo>
                          <a:cubicBezTo>
                            <a:pt x="4858" y="450"/>
                            <a:pt x="6286" y="2164"/>
                            <a:pt x="6286" y="4069"/>
                          </a:cubicBezTo>
                          <a:cubicBezTo>
                            <a:pt x="6096" y="5879"/>
                            <a:pt x="4763" y="7117"/>
                            <a:pt x="3048" y="683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526" name="Graphique 15">
                    <a:extLst>
                      <a:ext uri="{FF2B5EF4-FFF2-40B4-BE49-F238E27FC236}">
                        <a16:creationId xmlns:a16="http://schemas.microsoft.com/office/drawing/2014/main" id="{41F45C65-0874-4F35-BE46-4FB978566453}"/>
                      </a:ext>
                    </a:extLst>
                  </p:cNvPr>
                  <p:cNvGrpSpPr/>
                  <p:nvPr/>
                </p:nvGrpSpPr>
                <p:grpSpPr>
                  <a:xfrm>
                    <a:off x="11136069" y="3260301"/>
                    <a:ext cx="37253" cy="40499"/>
                    <a:chOff x="11136069" y="3260301"/>
                    <a:chExt cx="37253" cy="40499"/>
                  </a:xfrm>
                  <a:solidFill>
                    <a:schemeClr val="accent1"/>
                  </a:solidFill>
                </p:grpSpPr>
                <p:sp>
                  <p:nvSpPr>
                    <p:cNvPr id="2527" name="Forme libre : forme 2526">
                      <a:extLst>
                        <a:ext uri="{FF2B5EF4-FFF2-40B4-BE49-F238E27FC236}">
                          <a16:creationId xmlns:a16="http://schemas.microsoft.com/office/drawing/2014/main" id="{170B6E6E-C29C-48B6-B651-8222CD3E8C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36069" y="3260301"/>
                      <a:ext cx="37253" cy="40499"/>
                    </a:xfrm>
                    <a:custGeom>
                      <a:avLst/>
                      <a:gdLst>
                        <a:gd name="connsiteX0" fmla="*/ 18010 w 37253"/>
                        <a:gd name="connsiteY0" fmla="*/ 40220 h 40499"/>
                        <a:gd name="connsiteX1" fmla="*/ 7 w 37253"/>
                        <a:gd name="connsiteY1" fmla="*/ 17265 h 40499"/>
                        <a:gd name="connsiteX2" fmla="*/ 18867 w 37253"/>
                        <a:gd name="connsiteY2" fmla="*/ 215 h 40499"/>
                        <a:gd name="connsiteX3" fmla="*/ 37250 w 37253"/>
                        <a:gd name="connsiteY3" fmla="*/ 23742 h 40499"/>
                        <a:gd name="connsiteX4" fmla="*/ 18010 w 37253"/>
                        <a:gd name="connsiteY4" fmla="*/ 40220 h 40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253" h="40499">
                          <a:moveTo>
                            <a:pt x="18010" y="40220"/>
                          </a:moveTo>
                          <a:cubicBezTo>
                            <a:pt x="7723" y="38315"/>
                            <a:pt x="-278" y="28218"/>
                            <a:pt x="7" y="17265"/>
                          </a:cubicBezTo>
                          <a:cubicBezTo>
                            <a:pt x="293" y="6311"/>
                            <a:pt x="8389" y="-1404"/>
                            <a:pt x="18867" y="215"/>
                          </a:cubicBezTo>
                          <a:cubicBezTo>
                            <a:pt x="29154" y="1929"/>
                            <a:pt x="37441" y="12597"/>
                            <a:pt x="37250" y="23742"/>
                          </a:cubicBezTo>
                          <a:cubicBezTo>
                            <a:pt x="37060" y="34886"/>
                            <a:pt x="28297" y="42030"/>
                            <a:pt x="18010" y="4022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28" name="Forme libre : forme 2527">
                      <a:extLst>
                        <a:ext uri="{FF2B5EF4-FFF2-40B4-BE49-F238E27FC236}">
                          <a16:creationId xmlns:a16="http://schemas.microsoft.com/office/drawing/2014/main" id="{4EE5A9FC-D209-4BBD-9E9D-10E2F57871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36069" y="3260301"/>
                      <a:ext cx="28105" cy="40485"/>
                    </a:xfrm>
                    <a:custGeom>
                      <a:avLst/>
                      <a:gdLst>
                        <a:gd name="connsiteX0" fmla="*/ 18200 w 28105"/>
                        <a:gd name="connsiteY0" fmla="*/ 20408 h 40485"/>
                        <a:gd name="connsiteX1" fmla="*/ 28106 w 28105"/>
                        <a:gd name="connsiteY1" fmla="*/ 4596 h 40485"/>
                        <a:gd name="connsiteX2" fmla="*/ 18867 w 28105"/>
                        <a:gd name="connsiteY2" fmla="*/ 215 h 40485"/>
                        <a:gd name="connsiteX3" fmla="*/ 7 w 28105"/>
                        <a:gd name="connsiteY3" fmla="*/ 17265 h 40485"/>
                        <a:gd name="connsiteX4" fmla="*/ 18010 w 28105"/>
                        <a:gd name="connsiteY4" fmla="*/ 40220 h 40485"/>
                        <a:gd name="connsiteX5" fmla="*/ 27058 w 28105"/>
                        <a:gd name="connsiteY5" fmla="*/ 39363 h 40485"/>
                        <a:gd name="connsiteX6" fmla="*/ 18200 w 28105"/>
                        <a:gd name="connsiteY6" fmla="*/ 20408 h 40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105" h="40485">
                          <a:moveTo>
                            <a:pt x="18200" y="20408"/>
                          </a:moveTo>
                          <a:cubicBezTo>
                            <a:pt x="18391" y="12883"/>
                            <a:pt x="22391" y="6977"/>
                            <a:pt x="28106" y="4596"/>
                          </a:cubicBezTo>
                          <a:cubicBezTo>
                            <a:pt x="25344" y="2406"/>
                            <a:pt x="22296" y="786"/>
                            <a:pt x="18867" y="215"/>
                          </a:cubicBezTo>
                          <a:cubicBezTo>
                            <a:pt x="8485" y="-1404"/>
                            <a:pt x="293" y="6311"/>
                            <a:pt x="7" y="17265"/>
                          </a:cubicBezTo>
                          <a:cubicBezTo>
                            <a:pt x="-278" y="28218"/>
                            <a:pt x="7723" y="38315"/>
                            <a:pt x="18010" y="40220"/>
                          </a:cubicBezTo>
                          <a:cubicBezTo>
                            <a:pt x="21248" y="40791"/>
                            <a:pt x="24391" y="40410"/>
                            <a:pt x="27058" y="39363"/>
                          </a:cubicBezTo>
                          <a:cubicBezTo>
                            <a:pt x="21629" y="34790"/>
                            <a:pt x="18010" y="27837"/>
                            <a:pt x="18200" y="2040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29" name="Forme libre : forme 2528">
                      <a:extLst>
                        <a:ext uri="{FF2B5EF4-FFF2-40B4-BE49-F238E27FC236}">
                          <a16:creationId xmlns:a16="http://schemas.microsoft.com/office/drawing/2014/main" id="{04FA6C02-9B69-4CA1-BCB5-B5E27977DB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48871" y="3280296"/>
                      <a:ext cx="17506" cy="17067"/>
                    </a:xfrm>
                    <a:custGeom>
                      <a:avLst/>
                      <a:gdLst>
                        <a:gd name="connsiteX0" fmla="*/ 11970 w 17506"/>
                        <a:gd name="connsiteY0" fmla="*/ 16606 h 17067"/>
                        <a:gd name="connsiteX1" fmla="*/ 636 w 17506"/>
                        <a:gd name="connsiteY1" fmla="*/ 11367 h 17067"/>
                        <a:gd name="connsiteX2" fmla="*/ 5493 w 17506"/>
                        <a:gd name="connsiteY2" fmla="*/ 509 h 17067"/>
                        <a:gd name="connsiteX3" fmla="*/ 16923 w 17506"/>
                        <a:gd name="connsiteY3" fmla="*/ 5747 h 17067"/>
                        <a:gd name="connsiteX4" fmla="*/ 11970 w 17506"/>
                        <a:gd name="connsiteY4" fmla="*/ 16606 h 170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506" h="17067">
                          <a:moveTo>
                            <a:pt x="11970" y="16606"/>
                          </a:moveTo>
                          <a:cubicBezTo>
                            <a:pt x="7494" y="18130"/>
                            <a:pt x="2350" y="15749"/>
                            <a:pt x="636" y="11367"/>
                          </a:cubicBezTo>
                          <a:cubicBezTo>
                            <a:pt x="-1174" y="6986"/>
                            <a:pt x="1016" y="2128"/>
                            <a:pt x="5493" y="509"/>
                          </a:cubicBezTo>
                          <a:cubicBezTo>
                            <a:pt x="9970" y="-1111"/>
                            <a:pt x="15113" y="1271"/>
                            <a:pt x="16923" y="5747"/>
                          </a:cubicBezTo>
                          <a:cubicBezTo>
                            <a:pt x="18638" y="10319"/>
                            <a:pt x="16447" y="15082"/>
                            <a:pt x="11970" y="1660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30" name="Forme libre : forme 2529">
                      <a:extLst>
                        <a:ext uri="{FF2B5EF4-FFF2-40B4-BE49-F238E27FC236}">
                          <a16:creationId xmlns:a16="http://schemas.microsoft.com/office/drawing/2014/main" id="{2F23FE05-7950-4700-9222-C5AAF0E670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59694" y="3280478"/>
                      <a:ext cx="6196" cy="6654"/>
                    </a:xfrm>
                    <a:custGeom>
                      <a:avLst/>
                      <a:gdLst>
                        <a:gd name="connsiteX0" fmla="*/ 2958 w 6196"/>
                        <a:gd name="connsiteY0" fmla="*/ 6613 h 6654"/>
                        <a:gd name="connsiteX1" fmla="*/ 5 w 6196"/>
                        <a:gd name="connsiteY1" fmla="*/ 2803 h 6654"/>
                        <a:gd name="connsiteX2" fmla="*/ 3148 w 6196"/>
                        <a:gd name="connsiteY2" fmla="*/ 41 h 6654"/>
                        <a:gd name="connsiteX3" fmla="*/ 6196 w 6196"/>
                        <a:gd name="connsiteY3" fmla="*/ 3946 h 6654"/>
                        <a:gd name="connsiteX4" fmla="*/ 2958 w 6196"/>
                        <a:gd name="connsiteY4" fmla="*/ 6613 h 6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6" h="6654">
                          <a:moveTo>
                            <a:pt x="2958" y="6613"/>
                          </a:moveTo>
                          <a:cubicBezTo>
                            <a:pt x="1243" y="6328"/>
                            <a:pt x="-90" y="4613"/>
                            <a:pt x="5" y="2803"/>
                          </a:cubicBezTo>
                          <a:cubicBezTo>
                            <a:pt x="5" y="994"/>
                            <a:pt x="1434" y="-245"/>
                            <a:pt x="3148" y="41"/>
                          </a:cubicBezTo>
                          <a:cubicBezTo>
                            <a:pt x="4863" y="327"/>
                            <a:pt x="6196" y="2041"/>
                            <a:pt x="6196" y="3946"/>
                          </a:cubicBezTo>
                          <a:cubicBezTo>
                            <a:pt x="6101" y="5661"/>
                            <a:pt x="4672" y="6899"/>
                            <a:pt x="2958" y="661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531" name="Graphique 15">
                  <a:extLst>
                    <a:ext uri="{FF2B5EF4-FFF2-40B4-BE49-F238E27FC236}">
                      <a16:creationId xmlns:a16="http://schemas.microsoft.com/office/drawing/2014/main" id="{DF5BB769-29C0-4EC3-958B-CDB2C6646B2F}"/>
                    </a:ext>
                  </a:extLst>
                </p:cNvPr>
                <p:cNvGrpSpPr/>
                <p:nvPr/>
              </p:nvGrpSpPr>
              <p:grpSpPr>
                <a:xfrm>
                  <a:off x="11039593" y="3097686"/>
                  <a:ext cx="114496" cy="46895"/>
                  <a:chOff x="11039593" y="3097686"/>
                  <a:chExt cx="114496" cy="46895"/>
                </a:xfrm>
                <a:solidFill>
                  <a:schemeClr val="accent1"/>
                </a:solidFill>
              </p:grpSpPr>
              <p:grpSp>
                <p:nvGrpSpPr>
                  <p:cNvPr id="2532" name="Graphique 15">
                    <a:extLst>
                      <a:ext uri="{FF2B5EF4-FFF2-40B4-BE49-F238E27FC236}">
                        <a16:creationId xmlns:a16="http://schemas.microsoft.com/office/drawing/2014/main" id="{C1C35C9B-1FE2-4A20-934F-E6FA25CAF751}"/>
                      </a:ext>
                    </a:extLst>
                  </p:cNvPr>
                  <p:cNvGrpSpPr/>
                  <p:nvPr/>
                </p:nvGrpSpPr>
                <p:grpSpPr>
                  <a:xfrm>
                    <a:off x="11039593" y="3097906"/>
                    <a:ext cx="38867" cy="39783"/>
                    <a:chOff x="11039593" y="3097906"/>
                    <a:chExt cx="38867" cy="39783"/>
                  </a:xfrm>
                  <a:solidFill>
                    <a:schemeClr val="accent1"/>
                  </a:solidFill>
                </p:grpSpPr>
                <p:sp>
                  <p:nvSpPr>
                    <p:cNvPr id="2533" name="Forme libre : forme 2532">
                      <a:extLst>
                        <a:ext uri="{FF2B5EF4-FFF2-40B4-BE49-F238E27FC236}">
                          <a16:creationId xmlns:a16="http://schemas.microsoft.com/office/drawing/2014/main" id="{48EB8934-B432-4A18-8151-60E413F2E6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39593" y="3097906"/>
                      <a:ext cx="38772" cy="39783"/>
                    </a:xfrm>
                    <a:custGeom>
                      <a:avLst/>
                      <a:gdLst>
                        <a:gd name="connsiteX0" fmla="*/ 26379 w 38772"/>
                        <a:gd name="connsiteY0" fmla="*/ 2971 h 39783"/>
                        <a:gd name="connsiteX1" fmla="*/ 37333 w 38772"/>
                        <a:gd name="connsiteY1" fmla="*/ 30594 h 39783"/>
                        <a:gd name="connsiteX2" fmla="*/ 11997 w 38772"/>
                        <a:gd name="connsiteY2" fmla="*/ 36785 h 39783"/>
                        <a:gd name="connsiteX3" fmla="*/ 1233 w 38772"/>
                        <a:gd name="connsiteY3" fmla="*/ 9639 h 39783"/>
                        <a:gd name="connsiteX4" fmla="*/ 26379 w 38772"/>
                        <a:gd name="connsiteY4" fmla="*/ 2971 h 39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772" h="39783">
                          <a:moveTo>
                            <a:pt x="26379" y="2971"/>
                          </a:moveTo>
                          <a:cubicBezTo>
                            <a:pt x="36476" y="8877"/>
                            <a:pt x="41429" y="21450"/>
                            <a:pt x="37333" y="30594"/>
                          </a:cubicBezTo>
                          <a:cubicBezTo>
                            <a:pt x="33237" y="39833"/>
                            <a:pt x="21807" y="42500"/>
                            <a:pt x="11997" y="36785"/>
                          </a:cubicBezTo>
                          <a:cubicBezTo>
                            <a:pt x="2186" y="31165"/>
                            <a:pt x="-2386" y="18973"/>
                            <a:pt x="1233" y="9639"/>
                          </a:cubicBezTo>
                          <a:cubicBezTo>
                            <a:pt x="4948" y="495"/>
                            <a:pt x="16473" y="-3030"/>
                            <a:pt x="26379" y="2971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34" name="Forme libre : forme 2533">
                      <a:extLst>
                        <a:ext uri="{FF2B5EF4-FFF2-40B4-BE49-F238E27FC236}">
                          <a16:creationId xmlns:a16="http://schemas.microsoft.com/office/drawing/2014/main" id="{85CEE1A8-CC36-41E9-B4B8-933560C8E0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43874" y="3098020"/>
                      <a:ext cx="34586" cy="39669"/>
                    </a:xfrm>
                    <a:custGeom>
                      <a:avLst/>
                      <a:gdLst>
                        <a:gd name="connsiteX0" fmla="*/ 15526 w 34586"/>
                        <a:gd name="connsiteY0" fmla="*/ 20002 h 39669"/>
                        <a:gd name="connsiteX1" fmla="*/ 0 w 34586"/>
                        <a:gd name="connsiteY1" fmla="*/ 29337 h 39669"/>
                        <a:gd name="connsiteX2" fmla="*/ 7811 w 34586"/>
                        <a:gd name="connsiteY2" fmla="*/ 36671 h 39669"/>
                        <a:gd name="connsiteX3" fmla="*/ 33147 w 34586"/>
                        <a:gd name="connsiteY3" fmla="*/ 30480 h 39669"/>
                        <a:gd name="connsiteX4" fmla="*/ 22193 w 34586"/>
                        <a:gd name="connsiteY4" fmla="*/ 2857 h 39669"/>
                        <a:gd name="connsiteX5" fmla="*/ 12573 w 34586"/>
                        <a:gd name="connsiteY5" fmla="*/ 0 h 39669"/>
                        <a:gd name="connsiteX6" fmla="*/ 15526 w 34586"/>
                        <a:gd name="connsiteY6" fmla="*/ 20002 h 39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586" h="39669">
                          <a:moveTo>
                            <a:pt x="15526" y="20002"/>
                          </a:moveTo>
                          <a:cubicBezTo>
                            <a:pt x="12859" y="26384"/>
                            <a:pt x="6668" y="29623"/>
                            <a:pt x="0" y="29337"/>
                          </a:cubicBezTo>
                          <a:cubicBezTo>
                            <a:pt x="2000" y="32290"/>
                            <a:pt x="4572" y="34861"/>
                            <a:pt x="7811" y="36671"/>
                          </a:cubicBezTo>
                          <a:cubicBezTo>
                            <a:pt x="17621" y="42386"/>
                            <a:pt x="29051" y="39719"/>
                            <a:pt x="33147" y="30480"/>
                          </a:cubicBezTo>
                          <a:cubicBezTo>
                            <a:pt x="37243" y="21241"/>
                            <a:pt x="32290" y="8763"/>
                            <a:pt x="22193" y="2857"/>
                          </a:cubicBezTo>
                          <a:cubicBezTo>
                            <a:pt x="18955" y="952"/>
                            <a:pt x="15716" y="95"/>
                            <a:pt x="12573" y="0"/>
                          </a:cubicBezTo>
                          <a:cubicBezTo>
                            <a:pt x="16764" y="6096"/>
                            <a:pt x="18193" y="13811"/>
                            <a:pt x="15526" y="2000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35" name="Forme libre : forme 2534">
                      <a:extLst>
                        <a:ext uri="{FF2B5EF4-FFF2-40B4-BE49-F238E27FC236}">
                          <a16:creationId xmlns:a16="http://schemas.microsoft.com/office/drawing/2014/main" id="{806E9ED5-3B0A-4C50-9953-499E503213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49373" y="3101308"/>
                      <a:ext cx="18625" cy="16665"/>
                    </a:xfrm>
                    <a:custGeom>
                      <a:avLst/>
                      <a:gdLst>
                        <a:gd name="connsiteX0" fmla="*/ 8599 w 18625"/>
                        <a:gd name="connsiteY0" fmla="*/ 45 h 16665"/>
                        <a:gd name="connsiteX1" fmla="*/ 18600 w 18625"/>
                        <a:gd name="connsiteY1" fmla="*/ 9285 h 16665"/>
                        <a:gd name="connsiteX2" fmla="*/ 9932 w 18625"/>
                        <a:gd name="connsiteY2" fmla="*/ 16619 h 16665"/>
                        <a:gd name="connsiteX3" fmla="*/ 26 w 18625"/>
                        <a:gd name="connsiteY3" fmla="*/ 7475 h 16665"/>
                        <a:gd name="connsiteX4" fmla="*/ 8599 w 18625"/>
                        <a:gd name="connsiteY4" fmla="*/ 45 h 16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625" h="16665">
                          <a:moveTo>
                            <a:pt x="8599" y="45"/>
                          </a:moveTo>
                          <a:cubicBezTo>
                            <a:pt x="13742" y="522"/>
                            <a:pt x="18219" y="4713"/>
                            <a:pt x="18600" y="9285"/>
                          </a:cubicBezTo>
                          <a:cubicBezTo>
                            <a:pt x="18981" y="13857"/>
                            <a:pt x="15076" y="17095"/>
                            <a:pt x="9932" y="16619"/>
                          </a:cubicBezTo>
                          <a:cubicBezTo>
                            <a:pt x="4789" y="16143"/>
                            <a:pt x="407" y="12047"/>
                            <a:pt x="26" y="7475"/>
                          </a:cubicBezTo>
                          <a:cubicBezTo>
                            <a:pt x="-355" y="2903"/>
                            <a:pt x="3455" y="-431"/>
                            <a:pt x="8599" y="4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36" name="Forme libre : forme 2535">
                      <a:extLst>
                        <a:ext uri="{FF2B5EF4-FFF2-40B4-BE49-F238E27FC236}">
                          <a16:creationId xmlns:a16="http://schemas.microsoft.com/office/drawing/2014/main" id="{3AA6403B-2C7F-40C0-A3C5-E0AEE64484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48544" y="3108673"/>
                      <a:ext cx="6321" cy="6507"/>
                    </a:xfrm>
                    <a:custGeom>
                      <a:avLst/>
                      <a:gdLst>
                        <a:gd name="connsiteX0" fmla="*/ 4284 w 6321"/>
                        <a:gd name="connsiteY0" fmla="*/ 491 h 6507"/>
                        <a:gd name="connsiteX1" fmla="*/ 6094 w 6321"/>
                        <a:gd name="connsiteY1" fmla="*/ 4968 h 6507"/>
                        <a:gd name="connsiteX2" fmla="*/ 1998 w 6321"/>
                        <a:gd name="connsiteY2" fmla="*/ 6016 h 6507"/>
                        <a:gd name="connsiteX3" fmla="*/ 189 w 6321"/>
                        <a:gd name="connsiteY3" fmla="*/ 1539 h 6507"/>
                        <a:gd name="connsiteX4" fmla="*/ 4284 w 6321"/>
                        <a:gd name="connsiteY4" fmla="*/ 491 h 6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21" h="6507">
                          <a:moveTo>
                            <a:pt x="4284" y="491"/>
                          </a:moveTo>
                          <a:cubicBezTo>
                            <a:pt x="5904" y="1444"/>
                            <a:pt x="6761" y="3444"/>
                            <a:pt x="6094" y="4968"/>
                          </a:cubicBezTo>
                          <a:cubicBezTo>
                            <a:pt x="5428" y="6492"/>
                            <a:pt x="3618" y="6968"/>
                            <a:pt x="1998" y="6016"/>
                          </a:cubicBezTo>
                          <a:cubicBezTo>
                            <a:pt x="379" y="5063"/>
                            <a:pt x="-383" y="3063"/>
                            <a:pt x="189" y="1539"/>
                          </a:cubicBezTo>
                          <a:cubicBezTo>
                            <a:pt x="855" y="15"/>
                            <a:pt x="2665" y="-461"/>
                            <a:pt x="4284" y="4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537" name="Graphique 15">
                    <a:extLst>
                      <a:ext uri="{FF2B5EF4-FFF2-40B4-BE49-F238E27FC236}">
                        <a16:creationId xmlns:a16="http://schemas.microsoft.com/office/drawing/2014/main" id="{99EE26E9-C8F0-44E0-8D5A-6D6EB1F9DA10}"/>
                      </a:ext>
                    </a:extLst>
                  </p:cNvPr>
                  <p:cNvGrpSpPr/>
                  <p:nvPr/>
                </p:nvGrpSpPr>
                <p:grpSpPr>
                  <a:xfrm>
                    <a:off x="11078161" y="3103967"/>
                    <a:ext cx="39108" cy="40615"/>
                    <a:chOff x="11078161" y="3103967"/>
                    <a:chExt cx="39108" cy="40615"/>
                  </a:xfrm>
                  <a:solidFill>
                    <a:schemeClr val="accent1"/>
                  </a:solidFill>
                </p:grpSpPr>
                <p:sp>
                  <p:nvSpPr>
                    <p:cNvPr id="2538" name="Forme libre : forme 2537">
                      <a:extLst>
                        <a:ext uri="{FF2B5EF4-FFF2-40B4-BE49-F238E27FC236}">
                          <a16:creationId xmlns:a16="http://schemas.microsoft.com/office/drawing/2014/main" id="{A0B49D1A-E0B0-464F-BDEF-0FD9DD6DE8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78161" y="3103967"/>
                      <a:ext cx="39108" cy="40615"/>
                    </a:xfrm>
                    <a:custGeom>
                      <a:avLst/>
                      <a:gdLst>
                        <a:gd name="connsiteX0" fmla="*/ 26959 w 39108"/>
                        <a:gd name="connsiteY0" fmla="*/ 3388 h 40615"/>
                        <a:gd name="connsiteX1" fmla="*/ 37532 w 39108"/>
                        <a:gd name="connsiteY1" fmla="*/ 31963 h 40615"/>
                        <a:gd name="connsiteX2" fmla="*/ 12005 w 39108"/>
                        <a:gd name="connsiteY2" fmla="*/ 37011 h 40615"/>
                        <a:gd name="connsiteX3" fmla="*/ 1432 w 39108"/>
                        <a:gd name="connsiteY3" fmla="*/ 9198 h 40615"/>
                        <a:gd name="connsiteX4" fmla="*/ 26959 w 39108"/>
                        <a:gd name="connsiteY4" fmla="*/ 3388 h 40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08" h="40615">
                          <a:moveTo>
                            <a:pt x="26959" y="3388"/>
                          </a:moveTo>
                          <a:cubicBezTo>
                            <a:pt x="37342" y="9484"/>
                            <a:pt x="41723" y="22819"/>
                            <a:pt x="37532" y="31963"/>
                          </a:cubicBezTo>
                          <a:cubicBezTo>
                            <a:pt x="33151" y="41202"/>
                            <a:pt x="21625" y="43297"/>
                            <a:pt x="12005" y="37011"/>
                          </a:cubicBezTo>
                          <a:cubicBezTo>
                            <a:pt x="2385" y="30629"/>
                            <a:pt x="-2664" y="18628"/>
                            <a:pt x="1432" y="9198"/>
                          </a:cubicBezTo>
                          <a:cubicBezTo>
                            <a:pt x="5337" y="-137"/>
                            <a:pt x="16672" y="-2899"/>
                            <a:pt x="26959" y="338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39" name="Forme libre : forme 2538">
                      <a:extLst>
                        <a:ext uri="{FF2B5EF4-FFF2-40B4-BE49-F238E27FC236}">
                          <a16:creationId xmlns:a16="http://schemas.microsoft.com/office/drawing/2014/main" id="{DF678665-437D-4E04-BAC2-647BDFC8EB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82355" y="3104116"/>
                      <a:ext cx="34873" cy="40466"/>
                    </a:xfrm>
                    <a:custGeom>
                      <a:avLst/>
                      <a:gdLst>
                        <a:gd name="connsiteX0" fmla="*/ 15907 w 34873"/>
                        <a:gd name="connsiteY0" fmla="*/ 20193 h 40466"/>
                        <a:gd name="connsiteX1" fmla="*/ 0 w 34873"/>
                        <a:gd name="connsiteY1" fmla="*/ 29051 h 40466"/>
                        <a:gd name="connsiteX2" fmla="*/ 7715 w 34873"/>
                        <a:gd name="connsiteY2" fmla="*/ 36862 h 40466"/>
                        <a:gd name="connsiteX3" fmla="*/ 33242 w 34873"/>
                        <a:gd name="connsiteY3" fmla="*/ 31813 h 40466"/>
                        <a:gd name="connsiteX4" fmla="*/ 22670 w 34873"/>
                        <a:gd name="connsiteY4" fmla="*/ 3238 h 40466"/>
                        <a:gd name="connsiteX5" fmla="*/ 12859 w 34873"/>
                        <a:gd name="connsiteY5" fmla="*/ 0 h 40466"/>
                        <a:gd name="connsiteX6" fmla="*/ 15907 w 34873"/>
                        <a:gd name="connsiteY6" fmla="*/ 20193 h 40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873" h="40466">
                          <a:moveTo>
                            <a:pt x="15907" y="20193"/>
                          </a:moveTo>
                          <a:cubicBezTo>
                            <a:pt x="13049" y="26575"/>
                            <a:pt x="6858" y="29527"/>
                            <a:pt x="0" y="29051"/>
                          </a:cubicBezTo>
                          <a:cubicBezTo>
                            <a:pt x="2096" y="32004"/>
                            <a:pt x="4572" y="34861"/>
                            <a:pt x="7715" y="36862"/>
                          </a:cubicBezTo>
                          <a:cubicBezTo>
                            <a:pt x="17431" y="43148"/>
                            <a:pt x="28861" y="41053"/>
                            <a:pt x="33242" y="31813"/>
                          </a:cubicBezTo>
                          <a:cubicBezTo>
                            <a:pt x="37529" y="22669"/>
                            <a:pt x="33147" y="9334"/>
                            <a:pt x="22670" y="3238"/>
                          </a:cubicBezTo>
                          <a:cubicBezTo>
                            <a:pt x="19431" y="1238"/>
                            <a:pt x="16002" y="286"/>
                            <a:pt x="12859" y="0"/>
                          </a:cubicBezTo>
                          <a:cubicBezTo>
                            <a:pt x="17240" y="6286"/>
                            <a:pt x="18669" y="14002"/>
                            <a:pt x="15907" y="2019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40" name="Forme libre : forme 2539">
                      <a:extLst>
                        <a:ext uri="{FF2B5EF4-FFF2-40B4-BE49-F238E27FC236}">
                          <a16:creationId xmlns:a16="http://schemas.microsoft.com/office/drawing/2014/main" id="{6E8EF234-7AED-4971-80C0-9DDDB6327A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88140" y="3107458"/>
                      <a:ext cx="18994" cy="16869"/>
                    </a:xfrm>
                    <a:custGeom>
                      <a:avLst/>
                      <a:gdLst>
                        <a:gd name="connsiteX0" fmla="*/ 8789 w 18994"/>
                        <a:gd name="connsiteY0" fmla="*/ 87 h 16869"/>
                        <a:gd name="connsiteX1" fmla="*/ 18980 w 18994"/>
                        <a:gd name="connsiteY1" fmla="*/ 9707 h 16869"/>
                        <a:gd name="connsiteX2" fmla="*/ 10122 w 18994"/>
                        <a:gd name="connsiteY2" fmla="*/ 16756 h 16869"/>
                        <a:gd name="connsiteX3" fmla="*/ 26 w 18994"/>
                        <a:gd name="connsiteY3" fmla="*/ 7231 h 16869"/>
                        <a:gd name="connsiteX4" fmla="*/ 8789 w 18994"/>
                        <a:gd name="connsiteY4" fmla="*/ 87 h 16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994" h="16869">
                          <a:moveTo>
                            <a:pt x="8789" y="87"/>
                          </a:moveTo>
                          <a:cubicBezTo>
                            <a:pt x="14027" y="754"/>
                            <a:pt x="18599" y="5135"/>
                            <a:pt x="18980" y="9707"/>
                          </a:cubicBezTo>
                          <a:cubicBezTo>
                            <a:pt x="19266" y="14375"/>
                            <a:pt x="15265" y="17518"/>
                            <a:pt x="10122" y="16756"/>
                          </a:cubicBezTo>
                          <a:cubicBezTo>
                            <a:pt x="4883" y="16089"/>
                            <a:pt x="406" y="11803"/>
                            <a:pt x="26" y="7231"/>
                          </a:cubicBezTo>
                          <a:cubicBezTo>
                            <a:pt x="-355" y="2659"/>
                            <a:pt x="3550" y="-580"/>
                            <a:pt x="8789" y="8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41" name="Forme libre : forme 2540">
                      <a:extLst>
                        <a:ext uri="{FF2B5EF4-FFF2-40B4-BE49-F238E27FC236}">
                          <a16:creationId xmlns:a16="http://schemas.microsoft.com/office/drawing/2014/main" id="{D393DDD0-0B36-405C-ADEA-7963CB2F51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87271" y="3114645"/>
                      <a:ext cx="6455" cy="6563"/>
                    </a:xfrm>
                    <a:custGeom>
                      <a:avLst/>
                      <a:gdLst>
                        <a:gd name="connsiteX0" fmla="*/ 4419 w 6455"/>
                        <a:gd name="connsiteY0" fmla="*/ 519 h 6563"/>
                        <a:gd name="connsiteX1" fmla="*/ 6228 w 6455"/>
                        <a:gd name="connsiteY1" fmla="*/ 5091 h 6563"/>
                        <a:gd name="connsiteX2" fmla="*/ 2037 w 6455"/>
                        <a:gd name="connsiteY2" fmla="*/ 6044 h 6563"/>
                        <a:gd name="connsiteX3" fmla="*/ 228 w 6455"/>
                        <a:gd name="connsiteY3" fmla="*/ 1472 h 6563"/>
                        <a:gd name="connsiteX4" fmla="*/ 4419 w 6455"/>
                        <a:gd name="connsiteY4" fmla="*/ 519 h 6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55" h="6563">
                          <a:moveTo>
                            <a:pt x="4419" y="519"/>
                          </a:moveTo>
                          <a:cubicBezTo>
                            <a:pt x="6038" y="1567"/>
                            <a:pt x="6895" y="3567"/>
                            <a:pt x="6228" y="5091"/>
                          </a:cubicBezTo>
                          <a:cubicBezTo>
                            <a:pt x="5562" y="6615"/>
                            <a:pt x="3656" y="6996"/>
                            <a:pt x="2037" y="6044"/>
                          </a:cubicBezTo>
                          <a:cubicBezTo>
                            <a:pt x="418" y="5091"/>
                            <a:pt x="-439" y="2996"/>
                            <a:pt x="228" y="1472"/>
                          </a:cubicBezTo>
                          <a:cubicBezTo>
                            <a:pt x="894" y="-52"/>
                            <a:pt x="2704" y="-433"/>
                            <a:pt x="4419" y="51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542" name="Graphique 15">
                    <a:extLst>
                      <a:ext uri="{FF2B5EF4-FFF2-40B4-BE49-F238E27FC236}">
                        <a16:creationId xmlns:a16="http://schemas.microsoft.com/office/drawing/2014/main" id="{7A90475A-68E6-43D1-9A5C-6925712E158A}"/>
                      </a:ext>
                    </a:extLst>
                  </p:cNvPr>
                  <p:cNvGrpSpPr/>
                  <p:nvPr/>
                </p:nvGrpSpPr>
                <p:grpSpPr>
                  <a:xfrm>
                    <a:off x="11114615" y="3097686"/>
                    <a:ext cx="39474" cy="41929"/>
                    <a:chOff x="11114615" y="3097686"/>
                    <a:chExt cx="39474" cy="41929"/>
                  </a:xfrm>
                  <a:solidFill>
                    <a:schemeClr val="accent1"/>
                  </a:solidFill>
                </p:grpSpPr>
                <p:sp>
                  <p:nvSpPr>
                    <p:cNvPr id="2543" name="Forme libre : forme 2542">
                      <a:extLst>
                        <a:ext uri="{FF2B5EF4-FFF2-40B4-BE49-F238E27FC236}">
                          <a16:creationId xmlns:a16="http://schemas.microsoft.com/office/drawing/2014/main" id="{D42B9CFB-8411-4243-A77A-FA26AF6B18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14615" y="3097686"/>
                      <a:ext cx="39474" cy="41766"/>
                    </a:xfrm>
                    <a:custGeom>
                      <a:avLst/>
                      <a:gdLst>
                        <a:gd name="connsiteX0" fmla="*/ 27271 w 39474"/>
                        <a:gd name="connsiteY0" fmla="*/ 3953 h 41766"/>
                        <a:gd name="connsiteX1" fmla="*/ 37844 w 39474"/>
                        <a:gd name="connsiteY1" fmla="*/ 33385 h 41766"/>
                        <a:gd name="connsiteX2" fmla="*/ 11841 w 39474"/>
                        <a:gd name="connsiteY2" fmla="*/ 37767 h 41766"/>
                        <a:gd name="connsiteX3" fmla="*/ 1459 w 39474"/>
                        <a:gd name="connsiteY3" fmla="*/ 8906 h 41766"/>
                        <a:gd name="connsiteX4" fmla="*/ 27271 w 39474"/>
                        <a:gd name="connsiteY4" fmla="*/ 3953 h 41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474" h="41766">
                          <a:moveTo>
                            <a:pt x="27271" y="3953"/>
                          </a:moveTo>
                          <a:cubicBezTo>
                            <a:pt x="37463" y="10811"/>
                            <a:pt x="42226" y="24146"/>
                            <a:pt x="37844" y="33385"/>
                          </a:cubicBezTo>
                          <a:cubicBezTo>
                            <a:pt x="33463" y="42625"/>
                            <a:pt x="21747" y="44434"/>
                            <a:pt x="11841" y="37767"/>
                          </a:cubicBezTo>
                          <a:cubicBezTo>
                            <a:pt x="1935" y="31099"/>
                            <a:pt x="-2542" y="18241"/>
                            <a:pt x="1459" y="8906"/>
                          </a:cubicBezTo>
                          <a:cubicBezTo>
                            <a:pt x="5364" y="-428"/>
                            <a:pt x="17175" y="-3000"/>
                            <a:pt x="27271" y="395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44" name="Forme libre : forme 2543">
                      <a:extLst>
                        <a:ext uri="{FF2B5EF4-FFF2-40B4-BE49-F238E27FC236}">
                          <a16:creationId xmlns:a16="http://schemas.microsoft.com/office/drawing/2014/main" id="{17B554EE-0E42-4F8B-942F-7A9EE5AA60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18646" y="3098115"/>
                      <a:ext cx="35430" cy="41500"/>
                    </a:xfrm>
                    <a:custGeom>
                      <a:avLst/>
                      <a:gdLst>
                        <a:gd name="connsiteX0" fmla="*/ 16097 w 35430"/>
                        <a:gd name="connsiteY0" fmla="*/ 20764 h 41500"/>
                        <a:gd name="connsiteX1" fmla="*/ 0 w 35430"/>
                        <a:gd name="connsiteY1" fmla="*/ 29242 h 41500"/>
                        <a:gd name="connsiteX2" fmla="*/ 7811 w 35430"/>
                        <a:gd name="connsiteY2" fmla="*/ 37529 h 41500"/>
                        <a:gd name="connsiteX3" fmla="*/ 33814 w 35430"/>
                        <a:gd name="connsiteY3" fmla="*/ 33147 h 41500"/>
                        <a:gd name="connsiteX4" fmla="*/ 23241 w 35430"/>
                        <a:gd name="connsiteY4" fmla="*/ 3715 h 41500"/>
                        <a:gd name="connsiteX5" fmla="*/ 13430 w 35430"/>
                        <a:gd name="connsiteY5" fmla="*/ 0 h 41500"/>
                        <a:gd name="connsiteX6" fmla="*/ 16097 w 35430"/>
                        <a:gd name="connsiteY6" fmla="*/ 20764 h 415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30" h="41500">
                          <a:moveTo>
                            <a:pt x="16097" y="20764"/>
                          </a:moveTo>
                          <a:cubicBezTo>
                            <a:pt x="13240" y="27146"/>
                            <a:pt x="6858" y="30004"/>
                            <a:pt x="0" y="29242"/>
                          </a:cubicBezTo>
                          <a:cubicBezTo>
                            <a:pt x="2000" y="32385"/>
                            <a:pt x="4572" y="35338"/>
                            <a:pt x="7811" y="37529"/>
                          </a:cubicBezTo>
                          <a:cubicBezTo>
                            <a:pt x="17717" y="44196"/>
                            <a:pt x="29432" y="42291"/>
                            <a:pt x="33814" y="33147"/>
                          </a:cubicBezTo>
                          <a:cubicBezTo>
                            <a:pt x="38195" y="23908"/>
                            <a:pt x="33338" y="10573"/>
                            <a:pt x="23241" y="3715"/>
                          </a:cubicBezTo>
                          <a:cubicBezTo>
                            <a:pt x="20003" y="1524"/>
                            <a:pt x="16669" y="381"/>
                            <a:pt x="13430" y="0"/>
                          </a:cubicBezTo>
                          <a:cubicBezTo>
                            <a:pt x="17621" y="6477"/>
                            <a:pt x="18955" y="14478"/>
                            <a:pt x="16097" y="2076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45" name="Forme libre : forme 2544">
                      <a:extLst>
                        <a:ext uri="{FF2B5EF4-FFF2-40B4-BE49-F238E27FC236}">
                          <a16:creationId xmlns:a16="http://schemas.microsoft.com/office/drawing/2014/main" id="{9799999A-1E1B-4645-A6D2-81A5D827E0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4727" y="3101282"/>
                      <a:ext cx="18888" cy="17581"/>
                    </a:xfrm>
                    <a:custGeom>
                      <a:avLst/>
                      <a:gdLst>
                        <a:gd name="connsiteX0" fmla="*/ 8873 w 18888"/>
                        <a:gd name="connsiteY0" fmla="*/ 167 h 17581"/>
                        <a:gd name="connsiteX1" fmla="*/ 18874 w 18888"/>
                        <a:gd name="connsiteY1" fmla="*/ 10549 h 17581"/>
                        <a:gd name="connsiteX2" fmla="*/ 9921 w 18888"/>
                        <a:gd name="connsiteY2" fmla="*/ 17407 h 17581"/>
                        <a:gd name="connsiteX3" fmla="*/ 15 w 18888"/>
                        <a:gd name="connsiteY3" fmla="*/ 7120 h 17581"/>
                        <a:gd name="connsiteX4" fmla="*/ 8873 w 18888"/>
                        <a:gd name="connsiteY4" fmla="*/ 167 h 175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888" h="17581">
                          <a:moveTo>
                            <a:pt x="8873" y="167"/>
                          </a:moveTo>
                          <a:cubicBezTo>
                            <a:pt x="14112" y="1119"/>
                            <a:pt x="18588" y="5786"/>
                            <a:pt x="18874" y="10549"/>
                          </a:cubicBezTo>
                          <a:cubicBezTo>
                            <a:pt x="19160" y="15311"/>
                            <a:pt x="15064" y="18359"/>
                            <a:pt x="9921" y="17407"/>
                          </a:cubicBezTo>
                          <a:cubicBezTo>
                            <a:pt x="4682" y="16454"/>
                            <a:pt x="300" y="11882"/>
                            <a:pt x="15" y="7120"/>
                          </a:cubicBezTo>
                          <a:cubicBezTo>
                            <a:pt x="-271" y="2453"/>
                            <a:pt x="3634" y="-786"/>
                            <a:pt x="8873" y="16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46" name="Forme libre : forme 2545">
                      <a:extLst>
                        <a:ext uri="{FF2B5EF4-FFF2-40B4-BE49-F238E27FC236}">
                          <a16:creationId xmlns:a16="http://schemas.microsoft.com/office/drawing/2014/main" id="{EC6EB04E-A6E5-41F6-A470-2B3D5CF812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3834" y="3108499"/>
                      <a:ext cx="6428" cy="6853"/>
                    </a:xfrm>
                    <a:custGeom>
                      <a:avLst/>
                      <a:gdLst>
                        <a:gd name="connsiteX0" fmla="*/ 4432 w 6428"/>
                        <a:gd name="connsiteY0" fmla="*/ 665 h 6853"/>
                        <a:gd name="connsiteX1" fmla="*/ 6147 w 6428"/>
                        <a:gd name="connsiteY1" fmla="*/ 5427 h 6853"/>
                        <a:gd name="connsiteX2" fmla="*/ 1956 w 6428"/>
                        <a:gd name="connsiteY2" fmla="*/ 6189 h 6853"/>
                        <a:gd name="connsiteX3" fmla="*/ 241 w 6428"/>
                        <a:gd name="connsiteY3" fmla="*/ 1427 h 6853"/>
                        <a:gd name="connsiteX4" fmla="*/ 4432 w 6428"/>
                        <a:gd name="connsiteY4" fmla="*/ 665 h 6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28" h="6853">
                          <a:moveTo>
                            <a:pt x="4432" y="665"/>
                          </a:moveTo>
                          <a:cubicBezTo>
                            <a:pt x="6052" y="1808"/>
                            <a:pt x="6909" y="3903"/>
                            <a:pt x="6147" y="5427"/>
                          </a:cubicBezTo>
                          <a:cubicBezTo>
                            <a:pt x="5480" y="6951"/>
                            <a:pt x="3575" y="7332"/>
                            <a:pt x="1956" y="6189"/>
                          </a:cubicBezTo>
                          <a:cubicBezTo>
                            <a:pt x="337" y="5046"/>
                            <a:pt x="-426" y="2951"/>
                            <a:pt x="241" y="1427"/>
                          </a:cubicBezTo>
                          <a:cubicBezTo>
                            <a:pt x="908" y="-97"/>
                            <a:pt x="2813" y="-478"/>
                            <a:pt x="4432" y="6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  <p:grpSp>
            <p:nvGrpSpPr>
              <p:cNvPr id="2547" name="Graphique 15">
                <a:extLst>
                  <a:ext uri="{FF2B5EF4-FFF2-40B4-BE49-F238E27FC236}">
                    <a16:creationId xmlns:a16="http://schemas.microsoft.com/office/drawing/2014/main" id="{C5F76ED2-E173-40BA-AE31-7D75706EA3D8}"/>
                  </a:ext>
                </a:extLst>
              </p:cNvPr>
              <p:cNvGrpSpPr/>
              <p:nvPr/>
            </p:nvGrpSpPr>
            <p:grpSpPr>
              <a:xfrm>
                <a:off x="10851390" y="3361291"/>
                <a:ext cx="516715" cy="397287"/>
                <a:chOff x="10851390" y="3361291"/>
                <a:chExt cx="516715" cy="397287"/>
              </a:xfrm>
              <a:solidFill>
                <a:schemeClr val="accent1"/>
              </a:solidFill>
            </p:grpSpPr>
            <p:sp>
              <p:nvSpPr>
                <p:cNvPr id="2548" name="Forme libre : forme 2547">
                  <a:extLst>
                    <a:ext uri="{FF2B5EF4-FFF2-40B4-BE49-F238E27FC236}">
                      <a16:creationId xmlns:a16="http://schemas.microsoft.com/office/drawing/2014/main" id="{33268498-57B0-4171-9B21-96C58E2C42F3}"/>
                    </a:ext>
                  </a:extLst>
                </p:cNvPr>
                <p:cNvSpPr/>
                <p:nvPr/>
              </p:nvSpPr>
              <p:spPr>
                <a:xfrm>
                  <a:off x="10866977" y="3361291"/>
                  <a:ext cx="501128" cy="397287"/>
                </a:xfrm>
                <a:custGeom>
                  <a:avLst/>
                  <a:gdLst>
                    <a:gd name="connsiteX0" fmla="*/ 369111 w 501128"/>
                    <a:gd name="connsiteY0" fmla="*/ 22003 h 397287"/>
                    <a:gd name="connsiteX1" fmla="*/ 383970 w 501128"/>
                    <a:gd name="connsiteY1" fmla="*/ 158877 h 397287"/>
                    <a:gd name="connsiteX2" fmla="*/ 332536 w 501128"/>
                    <a:gd name="connsiteY2" fmla="*/ 132493 h 397287"/>
                    <a:gd name="connsiteX3" fmla="*/ 277767 w 501128"/>
                    <a:gd name="connsiteY3" fmla="*/ 120491 h 397287"/>
                    <a:gd name="connsiteX4" fmla="*/ 166705 w 501128"/>
                    <a:gd name="connsiteY4" fmla="*/ 136779 h 397287"/>
                    <a:gd name="connsiteX5" fmla="*/ 34974 w 501128"/>
                    <a:gd name="connsiteY5" fmla="*/ 218122 h 397287"/>
                    <a:gd name="connsiteX6" fmla="*/ 6304 w 501128"/>
                    <a:gd name="connsiteY6" fmla="*/ 257651 h 397287"/>
                    <a:gd name="connsiteX7" fmla="*/ 780 w 501128"/>
                    <a:gd name="connsiteY7" fmla="*/ 292608 h 397287"/>
                    <a:gd name="connsiteX8" fmla="*/ 20401 w 501128"/>
                    <a:gd name="connsiteY8" fmla="*/ 324231 h 397287"/>
                    <a:gd name="connsiteX9" fmla="*/ 39832 w 501128"/>
                    <a:gd name="connsiteY9" fmla="*/ 337375 h 397287"/>
                    <a:gd name="connsiteX10" fmla="*/ 64692 w 501128"/>
                    <a:gd name="connsiteY10" fmla="*/ 348805 h 397287"/>
                    <a:gd name="connsiteX11" fmla="*/ 130129 w 501128"/>
                    <a:gd name="connsiteY11" fmla="*/ 364712 h 397287"/>
                    <a:gd name="connsiteX12" fmla="*/ 212711 w 501128"/>
                    <a:gd name="connsiteY12" fmla="*/ 368808 h 397287"/>
                    <a:gd name="connsiteX13" fmla="*/ 321772 w 501128"/>
                    <a:gd name="connsiteY13" fmla="*/ 341376 h 397287"/>
                    <a:gd name="connsiteX14" fmla="*/ 367778 w 501128"/>
                    <a:gd name="connsiteY14" fmla="*/ 309467 h 397287"/>
                    <a:gd name="connsiteX15" fmla="*/ 405116 w 501128"/>
                    <a:gd name="connsiteY15" fmla="*/ 265557 h 397287"/>
                    <a:gd name="connsiteX16" fmla="*/ 443978 w 501128"/>
                    <a:gd name="connsiteY16" fmla="*/ 397288 h 397287"/>
                    <a:gd name="connsiteX17" fmla="*/ 501128 w 501128"/>
                    <a:gd name="connsiteY17" fmla="*/ 397288 h 397287"/>
                    <a:gd name="connsiteX18" fmla="*/ 433977 w 501128"/>
                    <a:gd name="connsiteY18" fmla="*/ 204406 h 397287"/>
                    <a:gd name="connsiteX19" fmla="*/ 422166 w 501128"/>
                    <a:gd name="connsiteY19" fmla="*/ 0 h 397287"/>
                    <a:gd name="connsiteX20" fmla="*/ 369111 w 501128"/>
                    <a:gd name="connsiteY20" fmla="*/ 22003 h 397287"/>
                    <a:gd name="connsiteX21" fmla="*/ 208806 w 501128"/>
                    <a:gd name="connsiteY21" fmla="*/ 316135 h 397287"/>
                    <a:gd name="connsiteX22" fmla="*/ 90696 w 501128"/>
                    <a:gd name="connsiteY22" fmla="*/ 308800 h 397287"/>
                    <a:gd name="connsiteX23" fmla="*/ 56787 w 501128"/>
                    <a:gd name="connsiteY23" fmla="*/ 281845 h 397287"/>
                    <a:gd name="connsiteX24" fmla="*/ 82885 w 501128"/>
                    <a:gd name="connsiteY24" fmla="*/ 237458 h 397287"/>
                    <a:gd name="connsiteX25" fmla="*/ 183088 w 501128"/>
                    <a:gd name="connsiteY25" fmla="*/ 187071 h 397287"/>
                    <a:gd name="connsiteX26" fmla="*/ 276814 w 501128"/>
                    <a:gd name="connsiteY26" fmla="*/ 180499 h 397287"/>
                    <a:gd name="connsiteX27" fmla="*/ 321296 w 501128"/>
                    <a:gd name="connsiteY27" fmla="*/ 193929 h 397287"/>
                    <a:gd name="connsiteX28" fmla="*/ 362158 w 501128"/>
                    <a:gd name="connsiteY28" fmla="*/ 218694 h 397287"/>
                    <a:gd name="connsiteX29" fmla="*/ 297769 w 501128"/>
                    <a:gd name="connsiteY29" fmla="*/ 286512 h 397287"/>
                    <a:gd name="connsiteX30" fmla="*/ 208806 w 501128"/>
                    <a:gd name="connsiteY30" fmla="*/ 316135 h 397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01128" h="397287">
                      <a:moveTo>
                        <a:pt x="369111" y="22003"/>
                      </a:moveTo>
                      <a:cubicBezTo>
                        <a:pt x="388352" y="67818"/>
                        <a:pt x="391876" y="116396"/>
                        <a:pt x="383970" y="158877"/>
                      </a:cubicBezTo>
                      <a:cubicBezTo>
                        <a:pt x="367397" y="147828"/>
                        <a:pt x="350157" y="138970"/>
                        <a:pt x="332536" y="132493"/>
                      </a:cubicBezTo>
                      <a:cubicBezTo>
                        <a:pt x="314914" y="126016"/>
                        <a:pt x="296150" y="122206"/>
                        <a:pt x="277767" y="120491"/>
                      </a:cubicBezTo>
                      <a:cubicBezTo>
                        <a:pt x="240810" y="117157"/>
                        <a:pt x="203377" y="123158"/>
                        <a:pt x="166705" y="136779"/>
                      </a:cubicBezTo>
                      <a:cubicBezTo>
                        <a:pt x="104793" y="160020"/>
                        <a:pt x="61454" y="190976"/>
                        <a:pt x="34974" y="218122"/>
                      </a:cubicBezTo>
                      <a:cubicBezTo>
                        <a:pt x="21258" y="232029"/>
                        <a:pt x="11638" y="245269"/>
                        <a:pt x="6304" y="257651"/>
                      </a:cubicBezTo>
                      <a:cubicBezTo>
                        <a:pt x="113" y="270224"/>
                        <a:pt x="-1030" y="281749"/>
                        <a:pt x="780" y="292608"/>
                      </a:cubicBezTo>
                      <a:cubicBezTo>
                        <a:pt x="2875" y="304514"/>
                        <a:pt x="10019" y="314801"/>
                        <a:pt x="20401" y="324231"/>
                      </a:cubicBezTo>
                      <a:cubicBezTo>
                        <a:pt x="25735" y="328898"/>
                        <a:pt x="32212" y="333280"/>
                        <a:pt x="39832" y="337375"/>
                      </a:cubicBezTo>
                      <a:cubicBezTo>
                        <a:pt x="47071" y="341471"/>
                        <a:pt x="55358" y="345281"/>
                        <a:pt x="64692" y="348805"/>
                      </a:cubicBezTo>
                      <a:cubicBezTo>
                        <a:pt x="83076" y="355759"/>
                        <a:pt x="105364" y="361093"/>
                        <a:pt x="130129" y="364712"/>
                      </a:cubicBezTo>
                      <a:cubicBezTo>
                        <a:pt x="154894" y="368237"/>
                        <a:pt x="182612" y="369951"/>
                        <a:pt x="212711" y="368808"/>
                      </a:cubicBezTo>
                      <a:cubicBezTo>
                        <a:pt x="251573" y="367379"/>
                        <a:pt x="289197" y="358616"/>
                        <a:pt x="321772" y="341376"/>
                      </a:cubicBezTo>
                      <a:cubicBezTo>
                        <a:pt x="338155" y="332804"/>
                        <a:pt x="353586" y="322136"/>
                        <a:pt x="367778" y="309467"/>
                      </a:cubicBezTo>
                      <a:cubicBezTo>
                        <a:pt x="381970" y="296799"/>
                        <a:pt x="394067" y="282130"/>
                        <a:pt x="405116" y="265557"/>
                      </a:cubicBezTo>
                      <a:cubicBezTo>
                        <a:pt x="429500" y="301657"/>
                        <a:pt x="443407" y="347853"/>
                        <a:pt x="443978" y="397288"/>
                      </a:cubicBezTo>
                      <a:lnTo>
                        <a:pt x="501128" y="397288"/>
                      </a:lnTo>
                      <a:cubicBezTo>
                        <a:pt x="501128" y="322136"/>
                        <a:pt x="474935" y="252889"/>
                        <a:pt x="433977" y="204406"/>
                      </a:cubicBezTo>
                      <a:cubicBezTo>
                        <a:pt x="453027" y="144018"/>
                        <a:pt x="451122" y="69818"/>
                        <a:pt x="422166" y="0"/>
                      </a:cubicBezTo>
                      <a:lnTo>
                        <a:pt x="369111" y="22003"/>
                      </a:lnTo>
                      <a:close/>
                      <a:moveTo>
                        <a:pt x="208806" y="316135"/>
                      </a:moveTo>
                      <a:cubicBezTo>
                        <a:pt x="146703" y="322516"/>
                        <a:pt x="110222" y="315087"/>
                        <a:pt x="90696" y="308800"/>
                      </a:cubicBezTo>
                      <a:cubicBezTo>
                        <a:pt x="71265" y="302133"/>
                        <a:pt x="58597" y="293180"/>
                        <a:pt x="56787" y="281845"/>
                      </a:cubicBezTo>
                      <a:cubicBezTo>
                        <a:pt x="54882" y="270415"/>
                        <a:pt x="62216" y="254794"/>
                        <a:pt x="82885" y="237458"/>
                      </a:cubicBezTo>
                      <a:cubicBezTo>
                        <a:pt x="102697" y="220408"/>
                        <a:pt x="135082" y="201263"/>
                        <a:pt x="183088" y="187071"/>
                      </a:cubicBezTo>
                      <a:cubicBezTo>
                        <a:pt x="214425" y="177927"/>
                        <a:pt x="246144" y="175355"/>
                        <a:pt x="276814" y="180499"/>
                      </a:cubicBezTo>
                      <a:cubicBezTo>
                        <a:pt x="292340" y="182975"/>
                        <a:pt x="306913" y="187547"/>
                        <a:pt x="321296" y="193929"/>
                      </a:cubicBezTo>
                      <a:cubicBezTo>
                        <a:pt x="335488" y="200311"/>
                        <a:pt x="349585" y="208597"/>
                        <a:pt x="362158" y="218694"/>
                      </a:cubicBezTo>
                      <a:cubicBezTo>
                        <a:pt x="346061" y="247174"/>
                        <a:pt x="324439" y="270129"/>
                        <a:pt x="297769" y="286512"/>
                      </a:cubicBezTo>
                      <a:cubicBezTo>
                        <a:pt x="271385" y="302895"/>
                        <a:pt x="241286" y="312611"/>
                        <a:pt x="208806" y="316135"/>
                      </a:cubicBezTo>
                      <a:close/>
                    </a:path>
                  </a:pathLst>
                </a:custGeom>
                <a:solidFill>
                  <a:srgbClr val="706DF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49" name="Forme libre : forme 2548">
                  <a:extLst>
                    <a:ext uri="{FF2B5EF4-FFF2-40B4-BE49-F238E27FC236}">
                      <a16:creationId xmlns:a16="http://schemas.microsoft.com/office/drawing/2014/main" id="{932F56EF-098E-4834-BF8B-BD51FAEE3DB0}"/>
                    </a:ext>
                  </a:extLst>
                </p:cNvPr>
                <p:cNvSpPr/>
                <p:nvPr/>
              </p:nvSpPr>
              <p:spPr>
                <a:xfrm>
                  <a:off x="10867073" y="3497308"/>
                  <a:ext cx="233951" cy="233142"/>
                </a:xfrm>
                <a:custGeom>
                  <a:avLst/>
                  <a:gdLst>
                    <a:gd name="connsiteX0" fmla="*/ 92029 w 233951"/>
                    <a:gd name="connsiteY0" fmla="*/ 210026 h 233142"/>
                    <a:gd name="connsiteX1" fmla="*/ 67074 w 233951"/>
                    <a:gd name="connsiteY1" fmla="*/ 198025 h 233142"/>
                    <a:gd name="connsiteX2" fmla="*/ 47643 w 233951"/>
                    <a:gd name="connsiteY2" fmla="*/ 184213 h 233142"/>
                    <a:gd name="connsiteX3" fmla="*/ 27735 w 233951"/>
                    <a:gd name="connsiteY3" fmla="*/ 150876 h 233142"/>
                    <a:gd name="connsiteX4" fmla="*/ 31831 w 233951"/>
                    <a:gd name="connsiteY4" fmla="*/ 116777 h 233142"/>
                    <a:gd name="connsiteX5" fmla="*/ 56120 w 233951"/>
                    <a:gd name="connsiteY5" fmla="*/ 78867 h 233142"/>
                    <a:gd name="connsiteX6" fmla="*/ 168991 w 233951"/>
                    <a:gd name="connsiteY6" fmla="*/ 0 h 233142"/>
                    <a:gd name="connsiteX7" fmla="*/ 166705 w 233951"/>
                    <a:gd name="connsiteY7" fmla="*/ 762 h 233142"/>
                    <a:gd name="connsiteX8" fmla="*/ 34974 w 233951"/>
                    <a:gd name="connsiteY8" fmla="*/ 82105 h 233142"/>
                    <a:gd name="connsiteX9" fmla="*/ 6304 w 233951"/>
                    <a:gd name="connsiteY9" fmla="*/ 121634 h 233142"/>
                    <a:gd name="connsiteX10" fmla="*/ 780 w 233951"/>
                    <a:gd name="connsiteY10" fmla="*/ 156591 h 233142"/>
                    <a:gd name="connsiteX11" fmla="*/ 20401 w 233951"/>
                    <a:gd name="connsiteY11" fmla="*/ 188214 h 233142"/>
                    <a:gd name="connsiteX12" fmla="*/ 39832 w 233951"/>
                    <a:gd name="connsiteY12" fmla="*/ 201358 h 233142"/>
                    <a:gd name="connsiteX13" fmla="*/ 64692 w 233951"/>
                    <a:gd name="connsiteY13" fmla="*/ 212788 h 233142"/>
                    <a:gd name="connsiteX14" fmla="*/ 130129 w 233951"/>
                    <a:gd name="connsiteY14" fmla="*/ 228695 h 233142"/>
                    <a:gd name="connsiteX15" fmla="*/ 212711 w 233951"/>
                    <a:gd name="connsiteY15" fmla="*/ 232791 h 233142"/>
                    <a:gd name="connsiteX16" fmla="*/ 233952 w 233951"/>
                    <a:gd name="connsiteY16" fmla="*/ 231172 h 233142"/>
                    <a:gd name="connsiteX17" fmla="*/ 155180 w 233951"/>
                    <a:gd name="connsiteY17" fmla="*/ 226219 h 233142"/>
                    <a:gd name="connsiteX18" fmla="*/ 92029 w 233951"/>
                    <a:gd name="connsiteY18" fmla="*/ 210026 h 23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33951" h="233142">
                      <a:moveTo>
                        <a:pt x="92029" y="210026"/>
                      </a:moveTo>
                      <a:cubicBezTo>
                        <a:pt x="82695" y="206312"/>
                        <a:pt x="74503" y="202311"/>
                        <a:pt x="67074" y="198025"/>
                      </a:cubicBezTo>
                      <a:cubicBezTo>
                        <a:pt x="59549" y="193738"/>
                        <a:pt x="52977" y="189071"/>
                        <a:pt x="47643" y="184213"/>
                      </a:cubicBezTo>
                      <a:cubicBezTo>
                        <a:pt x="37165" y="174307"/>
                        <a:pt x="29926" y="163449"/>
                        <a:pt x="27735" y="150876"/>
                      </a:cubicBezTo>
                      <a:cubicBezTo>
                        <a:pt x="25926" y="140208"/>
                        <a:pt x="26592" y="128969"/>
                        <a:pt x="31831" y="116777"/>
                      </a:cubicBezTo>
                      <a:cubicBezTo>
                        <a:pt x="36403" y="104775"/>
                        <a:pt x="44309" y="92107"/>
                        <a:pt x="56120" y="78867"/>
                      </a:cubicBezTo>
                      <a:cubicBezTo>
                        <a:pt x="78790" y="52864"/>
                        <a:pt x="115842" y="23813"/>
                        <a:pt x="168991" y="0"/>
                      </a:cubicBezTo>
                      <a:lnTo>
                        <a:pt x="166705" y="762"/>
                      </a:lnTo>
                      <a:cubicBezTo>
                        <a:pt x="104793" y="24003"/>
                        <a:pt x="61454" y="54959"/>
                        <a:pt x="34974" y="82105"/>
                      </a:cubicBezTo>
                      <a:cubicBezTo>
                        <a:pt x="21258" y="96012"/>
                        <a:pt x="11638" y="109252"/>
                        <a:pt x="6304" y="121634"/>
                      </a:cubicBezTo>
                      <a:cubicBezTo>
                        <a:pt x="113" y="134207"/>
                        <a:pt x="-1030" y="145732"/>
                        <a:pt x="780" y="156591"/>
                      </a:cubicBezTo>
                      <a:cubicBezTo>
                        <a:pt x="2875" y="168497"/>
                        <a:pt x="10019" y="178784"/>
                        <a:pt x="20401" y="188214"/>
                      </a:cubicBezTo>
                      <a:cubicBezTo>
                        <a:pt x="25735" y="192881"/>
                        <a:pt x="32212" y="197263"/>
                        <a:pt x="39832" y="201358"/>
                      </a:cubicBezTo>
                      <a:cubicBezTo>
                        <a:pt x="47071" y="205454"/>
                        <a:pt x="55358" y="209264"/>
                        <a:pt x="64692" y="212788"/>
                      </a:cubicBezTo>
                      <a:cubicBezTo>
                        <a:pt x="83076" y="219742"/>
                        <a:pt x="105364" y="225076"/>
                        <a:pt x="130129" y="228695"/>
                      </a:cubicBezTo>
                      <a:cubicBezTo>
                        <a:pt x="154894" y="232220"/>
                        <a:pt x="182612" y="233934"/>
                        <a:pt x="212711" y="232791"/>
                      </a:cubicBezTo>
                      <a:cubicBezTo>
                        <a:pt x="219855" y="232505"/>
                        <a:pt x="226998" y="231934"/>
                        <a:pt x="233952" y="231172"/>
                      </a:cubicBezTo>
                      <a:cubicBezTo>
                        <a:pt x="205282" y="231838"/>
                        <a:pt x="178802" y="230029"/>
                        <a:pt x="155180" y="226219"/>
                      </a:cubicBezTo>
                      <a:cubicBezTo>
                        <a:pt x="130986" y="222599"/>
                        <a:pt x="109746" y="217075"/>
                        <a:pt x="92029" y="210026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0" name="Forme libre : forme 2549">
                  <a:extLst>
                    <a:ext uri="{FF2B5EF4-FFF2-40B4-BE49-F238E27FC236}">
                      <a16:creationId xmlns:a16="http://schemas.microsoft.com/office/drawing/2014/main" id="{82926F45-6913-4294-AAB3-D47C9B099129}"/>
                    </a:ext>
                  </a:extLst>
                </p:cNvPr>
                <p:cNvSpPr/>
                <p:nvPr/>
              </p:nvSpPr>
              <p:spPr>
                <a:xfrm>
                  <a:off x="11129599" y="3493592"/>
                  <a:ext cx="219361" cy="177165"/>
                </a:xfrm>
                <a:custGeom>
                  <a:avLst/>
                  <a:gdLst>
                    <a:gd name="connsiteX0" fmla="*/ 219361 w 219361"/>
                    <a:gd name="connsiteY0" fmla="*/ 177166 h 177165"/>
                    <a:gd name="connsiteX1" fmla="*/ 216789 w 219361"/>
                    <a:gd name="connsiteY1" fmla="*/ 169451 h 177165"/>
                    <a:gd name="connsiteX2" fmla="*/ 208216 w 219361"/>
                    <a:gd name="connsiteY2" fmla="*/ 148972 h 177165"/>
                    <a:gd name="connsiteX3" fmla="*/ 169736 w 219361"/>
                    <a:gd name="connsiteY3" fmla="*/ 86678 h 177165"/>
                    <a:gd name="connsiteX4" fmla="*/ 155353 w 219361"/>
                    <a:gd name="connsiteY4" fmla="*/ 69914 h 177165"/>
                    <a:gd name="connsiteX5" fmla="*/ 138589 w 219361"/>
                    <a:gd name="connsiteY5" fmla="*/ 53912 h 177165"/>
                    <a:gd name="connsiteX6" fmla="*/ 99536 w 219361"/>
                    <a:gd name="connsiteY6" fmla="*/ 26004 h 177165"/>
                    <a:gd name="connsiteX7" fmla="*/ 0 w 219361"/>
                    <a:gd name="connsiteY7" fmla="*/ 1 h 177165"/>
                    <a:gd name="connsiteX8" fmla="*/ 22193 w 219361"/>
                    <a:gd name="connsiteY8" fmla="*/ 3239 h 177165"/>
                    <a:gd name="connsiteX9" fmla="*/ 78200 w 219361"/>
                    <a:gd name="connsiteY9" fmla="*/ 22575 h 177165"/>
                    <a:gd name="connsiteX10" fmla="*/ 151638 w 219361"/>
                    <a:gd name="connsiteY10" fmla="*/ 74867 h 177165"/>
                    <a:gd name="connsiteX11" fmla="*/ 188023 w 219361"/>
                    <a:gd name="connsiteY11" fmla="*/ 118873 h 177165"/>
                    <a:gd name="connsiteX12" fmla="*/ 204502 w 219361"/>
                    <a:gd name="connsiteY12" fmla="*/ 146114 h 177165"/>
                    <a:gd name="connsiteX13" fmla="*/ 212407 w 219361"/>
                    <a:gd name="connsiteY13" fmla="*/ 161068 h 177165"/>
                    <a:gd name="connsiteX14" fmla="*/ 219361 w 219361"/>
                    <a:gd name="connsiteY14" fmla="*/ 177166 h 177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19361" h="177165">
                      <a:moveTo>
                        <a:pt x="219361" y="177166"/>
                      </a:moveTo>
                      <a:cubicBezTo>
                        <a:pt x="219361" y="177166"/>
                        <a:pt x="218504" y="174499"/>
                        <a:pt x="216789" y="169451"/>
                      </a:cubicBezTo>
                      <a:cubicBezTo>
                        <a:pt x="215170" y="164498"/>
                        <a:pt x="212313" y="157449"/>
                        <a:pt x="208216" y="148972"/>
                      </a:cubicBezTo>
                      <a:cubicBezTo>
                        <a:pt x="200216" y="132017"/>
                        <a:pt x="188119" y="109157"/>
                        <a:pt x="169736" y="86678"/>
                      </a:cubicBezTo>
                      <a:cubicBezTo>
                        <a:pt x="165259" y="81059"/>
                        <a:pt x="160497" y="75439"/>
                        <a:pt x="155353" y="69914"/>
                      </a:cubicBezTo>
                      <a:cubicBezTo>
                        <a:pt x="150114" y="64390"/>
                        <a:pt x="144399" y="59056"/>
                        <a:pt x="138589" y="53912"/>
                      </a:cubicBezTo>
                      <a:cubicBezTo>
                        <a:pt x="126682" y="43625"/>
                        <a:pt x="114110" y="34005"/>
                        <a:pt x="99536" y="26004"/>
                      </a:cubicBezTo>
                      <a:cubicBezTo>
                        <a:pt x="70580" y="10002"/>
                        <a:pt x="37624" y="-94"/>
                        <a:pt x="0" y="1"/>
                      </a:cubicBezTo>
                      <a:cubicBezTo>
                        <a:pt x="0" y="1"/>
                        <a:pt x="8192" y="382"/>
                        <a:pt x="22193" y="3239"/>
                      </a:cubicBezTo>
                      <a:cubicBezTo>
                        <a:pt x="36386" y="6001"/>
                        <a:pt x="55341" y="11717"/>
                        <a:pt x="78200" y="22575"/>
                      </a:cubicBezTo>
                      <a:cubicBezTo>
                        <a:pt x="101251" y="33338"/>
                        <a:pt x="126111" y="50007"/>
                        <a:pt x="151638" y="74867"/>
                      </a:cubicBezTo>
                      <a:cubicBezTo>
                        <a:pt x="163830" y="87345"/>
                        <a:pt x="176499" y="101918"/>
                        <a:pt x="188023" y="118873"/>
                      </a:cubicBezTo>
                      <a:cubicBezTo>
                        <a:pt x="193643" y="127350"/>
                        <a:pt x="199168" y="136494"/>
                        <a:pt x="204502" y="146114"/>
                      </a:cubicBezTo>
                      <a:cubicBezTo>
                        <a:pt x="207169" y="150972"/>
                        <a:pt x="209836" y="155925"/>
                        <a:pt x="212407" y="161068"/>
                      </a:cubicBezTo>
                      <a:cubicBezTo>
                        <a:pt x="214694" y="166307"/>
                        <a:pt x="217075" y="171641"/>
                        <a:pt x="219361" y="1771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1" name="Forme libre : forme 2550">
                  <a:extLst>
                    <a:ext uri="{FF2B5EF4-FFF2-40B4-BE49-F238E27FC236}">
                      <a16:creationId xmlns:a16="http://schemas.microsoft.com/office/drawing/2014/main" id="{AE4A4AEA-785C-4250-9161-60125D8C635C}"/>
                    </a:ext>
                  </a:extLst>
                </p:cNvPr>
                <p:cNvSpPr/>
                <p:nvPr/>
              </p:nvSpPr>
              <p:spPr>
                <a:xfrm>
                  <a:off x="11038064" y="3579889"/>
                  <a:ext cx="233838" cy="105469"/>
                </a:xfrm>
                <a:custGeom>
                  <a:avLst/>
                  <a:gdLst>
                    <a:gd name="connsiteX0" fmla="*/ 233839 w 233838"/>
                    <a:gd name="connsiteY0" fmla="*/ 47054 h 105469"/>
                    <a:gd name="connsiteX1" fmla="*/ 229934 w 233838"/>
                    <a:gd name="connsiteY1" fmla="*/ 41148 h 105469"/>
                    <a:gd name="connsiteX2" fmla="*/ 219646 w 233838"/>
                    <a:gd name="connsiteY2" fmla="*/ 27527 h 105469"/>
                    <a:gd name="connsiteX3" fmla="*/ 191071 w 233838"/>
                    <a:gd name="connsiteY3" fmla="*/ 0 h 105469"/>
                    <a:gd name="connsiteX4" fmla="*/ 180785 w 233838"/>
                    <a:gd name="connsiteY4" fmla="*/ 17336 h 105469"/>
                    <a:gd name="connsiteX5" fmla="*/ 147352 w 233838"/>
                    <a:gd name="connsiteY5" fmla="*/ 53912 h 105469"/>
                    <a:gd name="connsiteX6" fmla="*/ 87154 w 233838"/>
                    <a:gd name="connsiteY6" fmla="*/ 87344 h 105469"/>
                    <a:gd name="connsiteX7" fmla="*/ 0 w 233838"/>
                    <a:gd name="connsiteY7" fmla="*/ 99917 h 105469"/>
                    <a:gd name="connsiteX8" fmla="*/ 18002 w 233838"/>
                    <a:gd name="connsiteY8" fmla="*/ 102965 h 105469"/>
                    <a:gd name="connsiteX9" fmla="*/ 64579 w 233838"/>
                    <a:gd name="connsiteY9" fmla="*/ 105346 h 105469"/>
                    <a:gd name="connsiteX10" fmla="*/ 200025 w 233838"/>
                    <a:gd name="connsiteY10" fmla="*/ 53626 h 105469"/>
                    <a:gd name="connsiteX11" fmla="*/ 233839 w 233838"/>
                    <a:gd name="connsiteY11" fmla="*/ 47054 h 105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3838" h="105469">
                      <a:moveTo>
                        <a:pt x="233839" y="47054"/>
                      </a:moveTo>
                      <a:cubicBezTo>
                        <a:pt x="233839" y="47054"/>
                        <a:pt x="232410" y="44863"/>
                        <a:pt x="229934" y="41148"/>
                      </a:cubicBezTo>
                      <a:cubicBezTo>
                        <a:pt x="227552" y="37529"/>
                        <a:pt x="224028" y="32671"/>
                        <a:pt x="219646" y="27527"/>
                      </a:cubicBezTo>
                      <a:cubicBezTo>
                        <a:pt x="211169" y="17145"/>
                        <a:pt x="200311" y="5620"/>
                        <a:pt x="191071" y="0"/>
                      </a:cubicBezTo>
                      <a:cubicBezTo>
                        <a:pt x="191071" y="0"/>
                        <a:pt x="187833" y="7049"/>
                        <a:pt x="180785" y="17336"/>
                      </a:cubicBezTo>
                      <a:cubicBezTo>
                        <a:pt x="173641" y="27623"/>
                        <a:pt x="163163" y="41053"/>
                        <a:pt x="147352" y="53912"/>
                      </a:cubicBezTo>
                      <a:cubicBezTo>
                        <a:pt x="131636" y="66770"/>
                        <a:pt x="111633" y="78962"/>
                        <a:pt x="87154" y="87344"/>
                      </a:cubicBezTo>
                      <a:cubicBezTo>
                        <a:pt x="62674" y="95726"/>
                        <a:pt x="33623" y="100394"/>
                        <a:pt x="0" y="99917"/>
                      </a:cubicBezTo>
                      <a:cubicBezTo>
                        <a:pt x="0" y="99917"/>
                        <a:pt x="6572" y="101441"/>
                        <a:pt x="18002" y="102965"/>
                      </a:cubicBezTo>
                      <a:cubicBezTo>
                        <a:pt x="29432" y="104394"/>
                        <a:pt x="45339" y="105918"/>
                        <a:pt x="64579" y="105346"/>
                      </a:cubicBezTo>
                      <a:cubicBezTo>
                        <a:pt x="102775" y="103918"/>
                        <a:pt x="153924" y="95726"/>
                        <a:pt x="200025" y="53626"/>
                      </a:cubicBezTo>
                      <a:cubicBezTo>
                        <a:pt x="213932" y="40767"/>
                        <a:pt x="233839" y="47054"/>
                        <a:pt x="233839" y="47054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52" name="Forme libre : forme 2551">
                  <a:extLst>
                    <a:ext uri="{FF2B5EF4-FFF2-40B4-BE49-F238E27FC236}">
                      <a16:creationId xmlns:a16="http://schemas.microsoft.com/office/drawing/2014/main" id="{0B161119-B426-4BDE-AB46-CFBCA8DC4C1C}"/>
                    </a:ext>
                  </a:extLst>
                </p:cNvPr>
                <p:cNvSpPr/>
                <p:nvPr/>
              </p:nvSpPr>
              <p:spPr>
                <a:xfrm>
                  <a:off x="11245900" y="3411297"/>
                  <a:ext cx="23831" cy="121062"/>
                </a:xfrm>
                <a:custGeom>
                  <a:avLst/>
                  <a:gdLst>
                    <a:gd name="connsiteX0" fmla="*/ 5048 w 23831"/>
                    <a:gd name="connsiteY0" fmla="*/ 108871 h 121062"/>
                    <a:gd name="connsiteX1" fmla="*/ 22384 w 23831"/>
                    <a:gd name="connsiteY1" fmla="*/ 121063 h 121062"/>
                    <a:gd name="connsiteX2" fmla="*/ 23146 w 23831"/>
                    <a:gd name="connsiteY2" fmla="*/ 84296 h 121062"/>
                    <a:gd name="connsiteX3" fmla="*/ 0 w 23831"/>
                    <a:gd name="connsiteY3" fmla="*/ 0 h 121062"/>
                    <a:gd name="connsiteX4" fmla="*/ 2572 w 23831"/>
                    <a:gd name="connsiteY4" fmla="*/ 8668 h 121062"/>
                    <a:gd name="connsiteX5" fmla="*/ 6858 w 23831"/>
                    <a:gd name="connsiteY5" fmla="*/ 32385 h 121062"/>
                    <a:gd name="connsiteX6" fmla="*/ 9239 w 23831"/>
                    <a:gd name="connsiteY6" fmla="*/ 67151 h 121062"/>
                    <a:gd name="connsiteX7" fmla="*/ 5048 w 23831"/>
                    <a:gd name="connsiteY7" fmla="*/ 108871 h 121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831" h="121062">
                      <a:moveTo>
                        <a:pt x="5048" y="108871"/>
                      </a:moveTo>
                      <a:cubicBezTo>
                        <a:pt x="5048" y="108871"/>
                        <a:pt x="14668" y="114300"/>
                        <a:pt x="22384" y="121063"/>
                      </a:cubicBezTo>
                      <a:cubicBezTo>
                        <a:pt x="22384" y="121063"/>
                        <a:pt x="25051" y="106775"/>
                        <a:pt x="23146" y="84296"/>
                      </a:cubicBezTo>
                      <a:cubicBezTo>
                        <a:pt x="21812" y="61817"/>
                        <a:pt x="15716" y="31051"/>
                        <a:pt x="0" y="0"/>
                      </a:cubicBezTo>
                      <a:cubicBezTo>
                        <a:pt x="0" y="0"/>
                        <a:pt x="1048" y="3048"/>
                        <a:pt x="2572" y="8668"/>
                      </a:cubicBezTo>
                      <a:cubicBezTo>
                        <a:pt x="4000" y="14192"/>
                        <a:pt x="5525" y="22479"/>
                        <a:pt x="6858" y="32385"/>
                      </a:cubicBezTo>
                      <a:cubicBezTo>
                        <a:pt x="8096" y="42386"/>
                        <a:pt x="9620" y="54102"/>
                        <a:pt x="9239" y="67151"/>
                      </a:cubicBezTo>
                      <a:cubicBezTo>
                        <a:pt x="8858" y="80200"/>
                        <a:pt x="7715" y="94393"/>
                        <a:pt x="5048" y="108871"/>
                      </a:cubicBezTo>
                      <a:close/>
                    </a:path>
                  </a:pathLst>
                </a:custGeom>
                <a:solidFill>
                  <a:srgbClr val="4747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553" name="Graphique 15">
                  <a:extLst>
                    <a:ext uri="{FF2B5EF4-FFF2-40B4-BE49-F238E27FC236}">
                      <a16:creationId xmlns:a16="http://schemas.microsoft.com/office/drawing/2014/main" id="{8ED25172-7DF7-4F56-97EA-D4F622021BCF}"/>
                    </a:ext>
                  </a:extLst>
                </p:cNvPr>
                <p:cNvGrpSpPr/>
                <p:nvPr/>
              </p:nvGrpSpPr>
              <p:grpSpPr>
                <a:xfrm>
                  <a:off x="11154637" y="3477102"/>
                  <a:ext cx="81231" cy="95180"/>
                  <a:chOff x="11154637" y="3477102"/>
                  <a:chExt cx="81231" cy="95180"/>
                </a:xfrm>
                <a:solidFill>
                  <a:schemeClr val="accent1"/>
                </a:solidFill>
              </p:grpSpPr>
              <p:grpSp>
                <p:nvGrpSpPr>
                  <p:cNvPr id="2554" name="Graphique 15">
                    <a:extLst>
                      <a:ext uri="{FF2B5EF4-FFF2-40B4-BE49-F238E27FC236}">
                        <a16:creationId xmlns:a16="http://schemas.microsoft.com/office/drawing/2014/main" id="{8F8C3E3A-4151-40CB-AFEC-2155C4204155}"/>
                      </a:ext>
                    </a:extLst>
                  </p:cNvPr>
                  <p:cNvGrpSpPr/>
                  <p:nvPr/>
                </p:nvGrpSpPr>
                <p:grpSpPr>
                  <a:xfrm>
                    <a:off x="11199935" y="3477102"/>
                    <a:ext cx="35933" cy="40384"/>
                    <a:chOff x="11199935" y="3477102"/>
                    <a:chExt cx="35933" cy="40384"/>
                  </a:xfrm>
                  <a:solidFill>
                    <a:schemeClr val="accent1"/>
                  </a:solidFill>
                </p:grpSpPr>
                <p:sp>
                  <p:nvSpPr>
                    <p:cNvPr id="2555" name="Forme libre : forme 2554">
                      <a:extLst>
                        <a:ext uri="{FF2B5EF4-FFF2-40B4-BE49-F238E27FC236}">
                          <a16:creationId xmlns:a16="http://schemas.microsoft.com/office/drawing/2014/main" id="{027E37D9-CF2D-48DC-B4A1-F2C03B6B5A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9935" y="3477117"/>
                      <a:ext cx="35933" cy="40370"/>
                    </a:xfrm>
                    <a:custGeom>
                      <a:avLst/>
                      <a:gdLst>
                        <a:gd name="connsiteX0" fmla="*/ 23486 w 35933"/>
                        <a:gd name="connsiteY0" fmla="*/ 39812 h 40370"/>
                        <a:gd name="connsiteX1" fmla="*/ 816 w 35933"/>
                        <a:gd name="connsiteY1" fmla="*/ 25239 h 40370"/>
                        <a:gd name="connsiteX2" fmla="*/ 12056 w 35933"/>
                        <a:gd name="connsiteY2" fmla="*/ 760 h 40370"/>
                        <a:gd name="connsiteX3" fmla="*/ 35011 w 35933"/>
                        <a:gd name="connsiteY3" fmla="*/ 15238 h 40370"/>
                        <a:gd name="connsiteX4" fmla="*/ 23486 w 35933"/>
                        <a:gd name="connsiteY4" fmla="*/ 39812 h 40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933" h="40370">
                          <a:moveTo>
                            <a:pt x="23486" y="39812"/>
                          </a:moveTo>
                          <a:cubicBezTo>
                            <a:pt x="13961" y="42384"/>
                            <a:pt x="3864" y="35812"/>
                            <a:pt x="816" y="25239"/>
                          </a:cubicBezTo>
                          <a:cubicBezTo>
                            <a:pt x="-2041" y="14666"/>
                            <a:pt x="2817" y="3713"/>
                            <a:pt x="12056" y="760"/>
                          </a:cubicBezTo>
                          <a:cubicBezTo>
                            <a:pt x="21486" y="-2288"/>
                            <a:pt x="31963" y="4094"/>
                            <a:pt x="35011" y="15238"/>
                          </a:cubicBezTo>
                          <a:cubicBezTo>
                            <a:pt x="38154" y="26287"/>
                            <a:pt x="33011" y="37241"/>
                            <a:pt x="23486" y="3981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56" name="Forme libre : forme 2555">
                      <a:extLst>
                        <a:ext uri="{FF2B5EF4-FFF2-40B4-BE49-F238E27FC236}">
                          <a16:creationId xmlns:a16="http://schemas.microsoft.com/office/drawing/2014/main" id="{8C9E44ED-F4EA-437E-92F2-0632979B4E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9935" y="3477102"/>
                      <a:ext cx="31010" cy="40258"/>
                    </a:xfrm>
                    <a:custGeom>
                      <a:avLst/>
                      <a:gdLst>
                        <a:gd name="connsiteX0" fmla="*/ 17580 w 31010"/>
                        <a:gd name="connsiteY0" fmla="*/ 20491 h 40258"/>
                        <a:gd name="connsiteX1" fmla="*/ 21390 w 31010"/>
                        <a:gd name="connsiteY1" fmla="*/ 679 h 40258"/>
                        <a:gd name="connsiteX2" fmla="*/ 12056 w 31010"/>
                        <a:gd name="connsiteY2" fmla="*/ 679 h 40258"/>
                        <a:gd name="connsiteX3" fmla="*/ 816 w 31010"/>
                        <a:gd name="connsiteY3" fmla="*/ 25158 h 40258"/>
                        <a:gd name="connsiteX4" fmla="*/ 23486 w 31010"/>
                        <a:gd name="connsiteY4" fmla="*/ 39732 h 40258"/>
                        <a:gd name="connsiteX5" fmla="*/ 31011 w 31010"/>
                        <a:gd name="connsiteY5" fmla="*/ 34969 h 40258"/>
                        <a:gd name="connsiteX6" fmla="*/ 17580 w 31010"/>
                        <a:gd name="connsiteY6" fmla="*/ 20491 h 402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010" h="40258">
                          <a:moveTo>
                            <a:pt x="17580" y="20491"/>
                          </a:moveTo>
                          <a:cubicBezTo>
                            <a:pt x="15389" y="13157"/>
                            <a:pt x="17390" y="5632"/>
                            <a:pt x="21390" y="679"/>
                          </a:cubicBezTo>
                          <a:cubicBezTo>
                            <a:pt x="18342" y="-178"/>
                            <a:pt x="15199" y="-273"/>
                            <a:pt x="12056" y="679"/>
                          </a:cubicBezTo>
                          <a:cubicBezTo>
                            <a:pt x="2817" y="3632"/>
                            <a:pt x="-2041" y="14586"/>
                            <a:pt x="816" y="25158"/>
                          </a:cubicBezTo>
                          <a:cubicBezTo>
                            <a:pt x="3864" y="35731"/>
                            <a:pt x="13961" y="42208"/>
                            <a:pt x="23486" y="39732"/>
                          </a:cubicBezTo>
                          <a:cubicBezTo>
                            <a:pt x="26534" y="38874"/>
                            <a:pt x="29010" y="37160"/>
                            <a:pt x="31011" y="34969"/>
                          </a:cubicBezTo>
                          <a:cubicBezTo>
                            <a:pt x="24914" y="32969"/>
                            <a:pt x="19676" y="27730"/>
                            <a:pt x="17580" y="2049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57" name="Forme libre : forme 2556">
                      <a:extLst>
                        <a:ext uri="{FF2B5EF4-FFF2-40B4-BE49-F238E27FC236}">
                          <a16:creationId xmlns:a16="http://schemas.microsoft.com/office/drawing/2014/main" id="{F6287EB2-BDFA-47DC-A0DA-50C64D927D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14750" y="3495057"/>
                      <a:ext cx="16197" cy="18003"/>
                    </a:xfrm>
                    <a:custGeom>
                      <a:avLst/>
                      <a:gdLst>
                        <a:gd name="connsiteX0" fmla="*/ 13338 w 16197"/>
                        <a:gd name="connsiteY0" fmla="*/ 15490 h 18003"/>
                        <a:gd name="connsiteX1" fmla="*/ 1908 w 16197"/>
                        <a:gd name="connsiteY1" fmla="*/ 15300 h 18003"/>
                        <a:gd name="connsiteX2" fmla="*/ 2860 w 16197"/>
                        <a:gd name="connsiteY2" fmla="*/ 2632 h 18003"/>
                        <a:gd name="connsiteX3" fmla="*/ 14290 w 16197"/>
                        <a:gd name="connsiteY3" fmla="*/ 2727 h 18003"/>
                        <a:gd name="connsiteX4" fmla="*/ 13338 w 16197"/>
                        <a:gd name="connsiteY4" fmla="*/ 15490 h 18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97" h="18003">
                          <a:moveTo>
                            <a:pt x="13338" y="15490"/>
                          </a:moveTo>
                          <a:cubicBezTo>
                            <a:pt x="9909" y="18919"/>
                            <a:pt x="4765" y="18824"/>
                            <a:pt x="1908" y="15300"/>
                          </a:cubicBezTo>
                          <a:cubicBezTo>
                            <a:pt x="-950" y="11776"/>
                            <a:pt x="-569" y="6156"/>
                            <a:pt x="2860" y="2632"/>
                          </a:cubicBezTo>
                          <a:cubicBezTo>
                            <a:pt x="6289" y="-893"/>
                            <a:pt x="11337" y="-893"/>
                            <a:pt x="14290" y="2727"/>
                          </a:cubicBezTo>
                          <a:cubicBezTo>
                            <a:pt x="17147" y="6251"/>
                            <a:pt x="16767" y="12061"/>
                            <a:pt x="13338" y="1549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58" name="Forme libre : forme 2557">
                      <a:extLst>
                        <a:ext uri="{FF2B5EF4-FFF2-40B4-BE49-F238E27FC236}">
                          <a16:creationId xmlns:a16="http://schemas.microsoft.com/office/drawing/2014/main" id="{483F0E53-F661-4024-8B1A-39286EF80D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22813" y="3493484"/>
                      <a:ext cx="5891" cy="6694"/>
                    </a:xfrm>
                    <a:custGeom>
                      <a:avLst/>
                      <a:gdLst>
                        <a:gd name="connsiteX0" fmla="*/ 3846 w 5891"/>
                        <a:gd name="connsiteY0" fmla="*/ 6586 h 6694"/>
                        <a:gd name="connsiteX1" fmla="*/ 132 w 5891"/>
                        <a:gd name="connsiteY1" fmla="*/ 4205 h 6694"/>
                        <a:gd name="connsiteX2" fmla="*/ 2037 w 5891"/>
                        <a:gd name="connsiteY2" fmla="*/ 109 h 6694"/>
                        <a:gd name="connsiteX3" fmla="*/ 5752 w 5891"/>
                        <a:gd name="connsiteY3" fmla="*/ 2490 h 6694"/>
                        <a:gd name="connsiteX4" fmla="*/ 3846 w 5891"/>
                        <a:gd name="connsiteY4" fmla="*/ 6586 h 6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91" h="6694">
                          <a:moveTo>
                            <a:pt x="3846" y="6586"/>
                          </a:moveTo>
                          <a:cubicBezTo>
                            <a:pt x="2323" y="7062"/>
                            <a:pt x="608" y="5919"/>
                            <a:pt x="132" y="4205"/>
                          </a:cubicBezTo>
                          <a:cubicBezTo>
                            <a:pt x="-345" y="2395"/>
                            <a:pt x="513" y="585"/>
                            <a:pt x="2037" y="109"/>
                          </a:cubicBezTo>
                          <a:cubicBezTo>
                            <a:pt x="3561" y="-368"/>
                            <a:pt x="5275" y="775"/>
                            <a:pt x="5752" y="2490"/>
                          </a:cubicBezTo>
                          <a:cubicBezTo>
                            <a:pt x="6228" y="4205"/>
                            <a:pt x="5466" y="6109"/>
                            <a:pt x="3846" y="65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559" name="Graphique 15">
                    <a:extLst>
                      <a:ext uri="{FF2B5EF4-FFF2-40B4-BE49-F238E27FC236}">
                        <a16:creationId xmlns:a16="http://schemas.microsoft.com/office/drawing/2014/main" id="{1E8FA7FE-D460-4D6F-BE1E-9DA9FA912E01}"/>
                      </a:ext>
                    </a:extLst>
                  </p:cNvPr>
                  <p:cNvGrpSpPr/>
                  <p:nvPr/>
                </p:nvGrpSpPr>
                <p:grpSpPr>
                  <a:xfrm>
                    <a:off x="11173016" y="3502055"/>
                    <a:ext cx="36039" cy="38995"/>
                    <a:chOff x="11173016" y="3502055"/>
                    <a:chExt cx="36039" cy="38995"/>
                  </a:xfrm>
                  <a:solidFill>
                    <a:schemeClr val="accent1"/>
                  </a:solidFill>
                </p:grpSpPr>
                <p:sp>
                  <p:nvSpPr>
                    <p:cNvPr id="2560" name="Forme libre : forme 2559">
                      <a:extLst>
                        <a:ext uri="{FF2B5EF4-FFF2-40B4-BE49-F238E27FC236}">
                          <a16:creationId xmlns:a16="http://schemas.microsoft.com/office/drawing/2014/main" id="{276F8C1E-E4CA-4D4F-88BE-4C5DE52E58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73016" y="3502055"/>
                      <a:ext cx="36039" cy="38960"/>
                    </a:xfrm>
                    <a:custGeom>
                      <a:avLst/>
                      <a:gdLst>
                        <a:gd name="connsiteX0" fmla="*/ 23068 w 36039"/>
                        <a:gd name="connsiteY0" fmla="*/ 38497 h 38960"/>
                        <a:gd name="connsiteX1" fmla="*/ 779 w 36039"/>
                        <a:gd name="connsiteY1" fmla="*/ 24304 h 38960"/>
                        <a:gd name="connsiteX2" fmla="*/ 12590 w 36039"/>
                        <a:gd name="connsiteY2" fmla="*/ 682 h 38960"/>
                        <a:gd name="connsiteX3" fmla="*/ 35164 w 36039"/>
                        <a:gd name="connsiteY3" fmla="*/ 14875 h 38960"/>
                        <a:gd name="connsiteX4" fmla="*/ 23068 w 36039"/>
                        <a:gd name="connsiteY4" fmla="*/ 38497 h 38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039" h="38960">
                          <a:moveTo>
                            <a:pt x="23068" y="38497"/>
                          </a:moveTo>
                          <a:cubicBezTo>
                            <a:pt x="13638" y="40783"/>
                            <a:pt x="3732" y="34401"/>
                            <a:pt x="779" y="24304"/>
                          </a:cubicBezTo>
                          <a:cubicBezTo>
                            <a:pt x="-2078" y="14112"/>
                            <a:pt x="3161" y="3540"/>
                            <a:pt x="12590" y="682"/>
                          </a:cubicBezTo>
                          <a:cubicBezTo>
                            <a:pt x="22020" y="-2175"/>
                            <a:pt x="32117" y="4207"/>
                            <a:pt x="35164" y="14875"/>
                          </a:cubicBezTo>
                          <a:cubicBezTo>
                            <a:pt x="38308" y="25447"/>
                            <a:pt x="32688" y="36115"/>
                            <a:pt x="23068" y="3849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61" name="Forme libre : forme 2560">
                      <a:extLst>
                        <a:ext uri="{FF2B5EF4-FFF2-40B4-BE49-F238E27FC236}">
                          <a16:creationId xmlns:a16="http://schemas.microsoft.com/office/drawing/2014/main" id="{4906C4BA-6547-4789-AC29-B53638B917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73016" y="3502140"/>
                      <a:ext cx="30783" cy="38910"/>
                    </a:xfrm>
                    <a:custGeom>
                      <a:avLst/>
                      <a:gdLst>
                        <a:gd name="connsiteX0" fmla="*/ 17638 w 30783"/>
                        <a:gd name="connsiteY0" fmla="*/ 19743 h 38910"/>
                        <a:gd name="connsiteX1" fmla="*/ 21829 w 30783"/>
                        <a:gd name="connsiteY1" fmla="*/ 693 h 38910"/>
                        <a:gd name="connsiteX2" fmla="*/ 12590 w 30783"/>
                        <a:gd name="connsiteY2" fmla="*/ 597 h 38910"/>
                        <a:gd name="connsiteX3" fmla="*/ 779 w 30783"/>
                        <a:gd name="connsiteY3" fmla="*/ 24219 h 38910"/>
                        <a:gd name="connsiteX4" fmla="*/ 23068 w 30783"/>
                        <a:gd name="connsiteY4" fmla="*/ 38412 h 38910"/>
                        <a:gd name="connsiteX5" fmla="*/ 30783 w 30783"/>
                        <a:gd name="connsiteY5" fmla="*/ 33840 h 38910"/>
                        <a:gd name="connsiteX6" fmla="*/ 17638 w 30783"/>
                        <a:gd name="connsiteY6" fmla="*/ 19743 h 38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783" h="38910">
                          <a:moveTo>
                            <a:pt x="17638" y="19743"/>
                          </a:moveTo>
                          <a:cubicBezTo>
                            <a:pt x="15638" y="12599"/>
                            <a:pt x="17448" y="5455"/>
                            <a:pt x="21829" y="693"/>
                          </a:cubicBezTo>
                          <a:cubicBezTo>
                            <a:pt x="18877" y="-165"/>
                            <a:pt x="15734" y="-260"/>
                            <a:pt x="12590" y="597"/>
                          </a:cubicBezTo>
                          <a:cubicBezTo>
                            <a:pt x="3161" y="3455"/>
                            <a:pt x="-2078" y="14027"/>
                            <a:pt x="779" y="24219"/>
                          </a:cubicBezTo>
                          <a:cubicBezTo>
                            <a:pt x="3732" y="34411"/>
                            <a:pt x="13638" y="40793"/>
                            <a:pt x="23068" y="38412"/>
                          </a:cubicBezTo>
                          <a:cubicBezTo>
                            <a:pt x="26116" y="37650"/>
                            <a:pt x="28687" y="36030"/>
                            <a:pt x="30783" y="33840"/>
                          </a:cubicBezTo>
                          <a:cubicBezTo>
                            <a:pt x="24973" y="31839"/>
                            <a:pt x="19544" y="26696"/>
                            <a:pt x="17638" y="1974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62" name="Forme libre : forme 2561">
                      <a:extLst>
                        <a:ext uri="{FF2B5EF4-FFF2-40B4-BE49-F238E27FC236}">
                          <a16:creationId xmlns:a16="http://schemas.microsoft.com/office/drawing/2014/main" id="{8CAB277D-1794-4FE7-8638-16C3A6DAFB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87777" y="3519405"/>
                      <a:ext cx="16262" cy="17351"/>
                    </a:xfrm>
                    <a:custGeom>
                      <a:avLst/>
                      <a:gdLst>
                        <a:gd name="connsiteX0" fmla="*/ 13259 w 16262"/>
                        <a:gd name="connsiteY0" fmla="*/ 14955 h 17351"/>
                        <a:gd name="connsiteX1" fmla="*/ 1830 w 16262"/>
                        <a:gd name="connsiteY1" fmla="*/ 14669 h 17351"/>
                        <a:gd name="connsiteX2" fmla="*/ 2973 w 16262"/>
                        <a:gd name="connsiteY2" fmla="*/ 2477 h 17351"/>
                        <a:gd name="connsiteX3" fmla="*/ 14403 w 16262"/>
                        <a:gd name="connsiteY3" fmla="*/ 2668 h 17351"/>
                        <a:gd name="connsiteX4" fmla="*/ 13259 w 16262"/>
                        <a:gd name="connsiteY4" fmla="*/ 14955 h 17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62" h="17351">
                          <a:moveTo>
                            <a:pt x="13259" y="14955"/>
                          </a:moveTo>
                          <a:cubicBezTo>
                            <a:pt x="9640" y="18289"/>
                            <a:pt x="4687" y="18098"/>
                            <a:pt x="1830" y="14669"/>
                          </a:cubicBezTo>
                          <a:cubicBezTo>
                            <a:pt x="-1028" y="11240"/>
                            <a:pt x="-456" y="5811"/>
                            <a:pt x="2973" y="2477"/>
                          </a:cubicBezTo>
                          <a:cubicBezTo>
                            <a:pt x="6402" y="-857"/>
                            <a:pt x="11545" y="-857"/>
                            <a:pt x="14403" y="2668"/>
                          </a:cubicBezTo>
                          <a:cubicBezTo>
                            <a:pt x="17260" y="6192"/>
                            <a:pt x="16784" y="11716"/>
                            <a:pt x="13259" y="1495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63" name="Forme libre : forme 2562">
                      <a:extLst>
                        <a:ext uri="{FF2B5EF4-FFF2-40B4-BE49-F238E27FC236}">
                          <a16:creationId xmlns:a16="http://schemas.microsoft.com/office/drawing/2014/main" id="{FCC3808B-A3B0-45F9-84E3-D8C67A56B3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5952" y="3517868"/>
                      <a:ext cx="5883" cy="6473"/>
                    </a:xfrm>
                    <a:custGeom>
                      <a:avLst/>
                      <a:gdLst>
                        <a:gd name="connsiteX0" fmla="*/ 3846 w 5883"/>
                        <a:gd name="connsiteY0" fmla="*/ 6395 h 6473"/>
                        <a:gd name="connsiteX1" fmla="*/ 132 w 5883"/>
                        <a:gd name="connsiteY1" fmla="*/ 4014 h 6473"/>
                        <a:gd name="connsiteX2" fmla="*/ 2037 w 5883"/>
                        <a:gd name="connsiteY2" fmla="*/ 109 h 6473"/>
                        <a:gd name="connsiteX3" fmla="*/ 5751 w 5883"/>
                        <a:gd name="connsiteY3" fmla="*/ 2490 h 6473"/>
                        <a:gd name="connsiteX4" fmla="*/ 3846 w 5883"/>
                        <a:gd name="connsiteY4" fmla="*/ 6395 h 6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3" h="6473">
                          <a:moveTo>
                            <a:pt x="3846" y="6395"/>
                          </a:moveTo>
                          <a:cubicBezTo>
                            <a:pt x="2322" y="6776"/>
                            <a:pt x="608" y="5729"/>
                            <a:pt x="132" y="4014"/>
                          </a:cubicBezTo>
                          <a:cubicBezTo>
                            <a:pt x="-345" y="2299"/>
                            <a:pt x="513" y="585"/>
                            <a:pt x="2037" y="109"/>
                          </a:cubicBezTo>
                          <a:cubicBezTo>
                            <a:pt x="3561" y="-368"/>
                            <a:pt x="5275" y="775"/>
                            <a:pt x="5751" y="2490"/>
                          </a:cubicBezTo>
                          <a:cubicBezTo>
                            <a:pt x="6228" y="4205"/>
                            <a:pt x="5371" y="6014"/>
                            <a:pt x="3846" y="639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564" name="Graphique 15">
                    <a:extLst>
                      <a:ext uri="{FF2B5EF4-FFF2-40B4-BE49-F238E27FC236}">
                        <a16:creationId xmlns:a16="http://schemas.microsoft.com/office/drawing/2014/main" id="{9C874B51-891F-4264-8910-C4705674F5F7}"/>
                      </a:ext>
                    </a:extLst>
                  </p:cNvPr>
                  <p:cNvGrpSpPr/>
                  <p:nvPr/>
                </p:nvGrpSpPr>
                <p:grpSpPr>
                  <a:xfrm>
                    <a:off x="11154637" y="3534261"/>
                    <a:ext cx="35724" cy="38020"/>
                    <a:chOff x="11154637" y="3534261"/>
                    <a:chExt cx="35724" cy="38020"/>
                  </a:xfrm>
                  <a:solidFill>
                    <a:schemeClr val="accent1"/>
                  </a:solidFill>
                </p:grpSpPr>
                <p:sp>
                  <p:nvSpPr>
                    <p:cNvPr id="2565" name="Forme libre : forme 2564">
                      <a:extLst>
                        <a:ext uri="{FF2B5EF4-FFF2-40B4-BE49-F238E27FC236}">
                          <a16:creationId xmlns:a16="http://schemas.microsoft.com/office/drawing/2014/main" id="{EE1A89DB-341E-462B-8A0C-BC47146CD4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54637" y="3534261"/>
                      <a:ext cx="35724" cy="38020"/>
                    </a:xfrm>
                    <a:custGeom>
                      <a:avLst/>
                      <a:gdLst>
                        <a:gd name="connsiteX0" fmla="*/ 22111 w 35724"/>
                        <a:gd name="connsiteY0" fmla="*/ 37627 h 38020"/>
                        <a:gd name="connsiteX1" fmla="*/ 489 w 35724"/>
                        <a:gd name="connsiteY1" fmla="*/ 23244 h 38020"/>
                        <a:gd name="connsiteX2" fmla="*/ 13157 w 35724"/>
                        <a:gd name="connsiteY2" fmla="*/ 575 h 38020"/>
                        <a:gd name="connsiteX3" fmla="*/ 35160 w 35724"/>
                        <a:gd name="connsiteY3" fmla="*/ 14862 h 38020"/>
                        <a:gd name="connsiteX4" fmla="*/ 22111 w 35724"/>
                        <a:gd name="connsiteY4" fmla="*/ 37627 h 38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24" h="38020">
                          <a:moveTo>
                            <a:pt x="22111" y="37627"/>
                          </a:moveTo>
                          <a:cubicBezTo>
                            <a:pt x="12491" y="39722"/>
                            <a:pt x="2870" y="33246"/>
                            <a:pt x="489" y="23244"/>
                          </a:cubicBezTo>
                          <a:cubicBezTo>
                            <a:pt x="-1702" y="13243"/>
                            <a:pt x="3632" y="3147"/>
                            <a:pt x="13157" y="575"/>
                          </a:cubicBezTo>
                          <a:cubicBezTo>
                            <a:pt x="22682" y="-1997"/>
                            <a:pt x="32874" y="4289"/>
                            <a:pt x="35160" y="14862"/>
                          </a:cubicBezTo>
                          <a:cubicBezTo>
                            <a:pt x="37637" y="25340"/>
                            <a:pt x="31731" y="35531"/>
                            <a:pt x="22111" y="3762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66" name="Forme libre : forme 2565">
                      <a:extLst>
                        <a:ext uri="{FF2B5EF4-FFF2-40B4-BE49-F238E27FC236}">
                          <a16:creationId xmlns:a16="http://schemas.microsoft.com/office/drawing/2014/main" id="{F05D62B0-2788-464F-B285-7E9996E9F4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54733" y="3534359"/>
                      <a:ext cx="29921" cy="37923"/>
                    </a:xfrm>
                    <a:custGeom>
                      <a:avLst/>
                      <a:gdLst>
                        <a:gd name="connsiteX0" fmla="*/ 17444 w 29921"/>
                        <a:gd name="connsiteY0" fmla="*/ 19242 h 37923"/>
                        <a:gd name="connsiteX1" fmla="*/ 22397 w 29921"/>
                        <a:gd name="connsiteY1" fmla="*/ 763 h 37923"/>
                        <a:gd name="connsiteX2" fmla="*/ 13158 w 29921"/>
                        <a:gd name="connsiteY2" fmla="*/ 477 h 37923"/>
                        <a:gd name="connsiteX3" fmla="*/ 489 w 29921"/>
                        <a:gd name="connsiteY3" fmla="*/ 23147 h 37923"/>
                        <a:gd name="connsiteX4" fmla="*/ 22111 w 29921"/>
                        <a:gd name="connsiteY4" fmla="*/ 37530 h 37923"/>
                        <a:gd name="connsiteX5" fmla="*/ 29922 w 29921"/>
                        <a:gd name="connsiteY5" fmla="*/ 33243 h 37923"/>
                        <a:gd name="connsiteX6" fmla="*/ 17444 w 29921"/>
                        <a:gd name="connsiteY6" fmla="*/ 19242 h 379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921" h="37923">
                          <a:moveTo>
                            <a:pt x="17444" y="19242"/>
                          </a:moveTo>
                          <a:cubicBezTo>
                            <a:pt x="15825" y="12288"/>
                            <a:pt x="18110" y="5335"/>
                            <a:pt x="22397" y="763"/>
                          </a:cubicBezTo>
                          <a:cubicBezTo>
                            <a:pt x="19444" y="-94"/>
                            <a:pt x="16301" y="-285"/>
                            <a:pt x="13158" y="477"/>
                          </a:cubicBezTo>
                          <a:cubicBezTo>
                            <a:pt x="3633" y="3049"/>
                            <a:pt x="-1701" y="13146"/>
                            <a:pt x="489" y="23147"/>
                          </a:cubicBezTo>
                          <a:cubicBezTo>
                            <a:pt x="2775" y="33148"/>
                            <a:pt x="12491" y="39625"/>
                            <a:pt x="22111" y="37530"/>
                          </a:cubicBezTo>
                          <a:cubicBezTo>
                            <a:pt x="25159" y="36863"/>
                            <a:pt x="27826" y="35339"/>
                            <a:pt x="29922" y="33243"/>
                          </a:cubicBezTo>
                          <a:cubicBezTo>
                            <a:pt x="23921" y="31243"/>
                            <a:pt x="18968" y="26100"/>
                            <a:pt x="17444" y="1924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67" name="Forme libre : forme 2566">
                      <a:extLst>
                        <a:ext uri="{FF2B5EF4-FFF2-40B4-BE49-F238E27FC236}">
                          <a16:creationId xmlns:a16="http://schemas.microsoft.com/office/drawing/2014/main" id="{836350A0-D35C-490E-BBD2-F692AF8EC1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68999" y="3551429"/>
                      <a:ext cx="16218" cy="16838"/>
                    </a:xfrm>
                    <a:custGeom>
                      <a:avLst/>
                      <a:gdLst>
                        <a:gd name="connsiteX0" fmla="*/ 12893 w 16218"/>
                        <a:gd name="connsiteY0" fmla="*/ 14649 h 16838"/>
                        <a:gd name="connsiteX1" fmla="*/ 1558 w 16218"/>
                        <a:gd name="connsiteY1" fmla="*/ 14078 h 16838"/>
                        <a:gd name="connsiteX2" fmla="*/ 3368 w 16218"/>
                        <a:gd name="connsiteY2" fmla="*/ 2267 h 16838"/>
                        <a:gd name="connsiteX3" fmla="*/ 14702 w 16218"/>
                        <a:gd name="connsiteY3" fmla="*/ 2743 h 16838"/>
                        <a:gd name="connsiteX4" fmla="*/ 12893 w 16218"/>
                        <a:gd name="connsiteY4" fmla="*/ 14649 h 168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18" h="16838">
                          <a:moveTo>
                            <a:pt x="12893" y="14649"/>
                          </a:moveTo>
                          <a:cubicBezTo>
                            <a:pt x="9273" y="17792"/>
                            <a:pt x="4129" y="17507"/>
                            <a:pt x="1558" y="14078"/>
                          </a:cubicBezTo>
                          <a:cubicBezTo>
                            <a:pt x="-1109" y="10649"/>
                            <a:pt x="-252" y="5410"/>
                            <a:pt x="3368" y="2267"/>
                          </a:cubicBezTo>
                          <a:cubicBezTo>
                            <a:pt x="6987" y="-876"/>
                            <a:pt x="12035" y="-781"/>
                            <a:pt x="14702" y="2743"/>
                          </a:cubicBezTo>
                          <a:cubicBezTo>
                            <a:pt x="17274" y="6077"/>
                            <a:pt x="16512" y="11506"/>
                            <a:pt x="12893" y="1464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68" name="Forme libre : forme 2567">
                      <a:extLst>
                        <a:ext uri="{FF2B5EF4-FFF2-40B4-BE49-F238E27FC236}">
                          <a16:creationId xmlns:a16="http://schemas.microsoft.com/office/drawing/2014/main" id="{34E441DE-8C80-4D93-92AD-FDE335C4EE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77521" y="3549903"/>
                      <a:ext cx="5787" cy="6347"/>
                    </a:xfrm>
                    <a:custGeom>
                      <a:avLst/>
                      <a:gdLst>
                        <a:gd name="connsiteX0" fmla="*/ 3608 w 5787"/>
                        <a:gd name="connsiteY0" fmla="*/ 6269 h 6347"/>
                        <a:gd name="connsiteX1" fmla="*/ 84 w 5787"/>
                        <a:gd name="connsiteY1" fmla="*/ 3888 h 6347"/>
                        <a:gd name="connsiteX2" fmla="*/ 2180 w 5787"/>
                        <a:gd name="connsiteY2" fmla="*/ 78 h 6347"/>
                        <a:gd name="connsiteX3" fmla="*/ 5704 w 5787"/>
                        <a:gd name="connsiteY3" fmla="*/ 2459 h 6347"/>
                        <a:gd name="connsiteX4" fmla="*/ 3608 w 5787"/>
                        <a:gd name="connsiteY4" fmla="*/ 6269 h 6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87" h="6347">
                          <a:moveTo>
                            <a:pt x="3608" y="6269"/>
                          </a:moveTo>
                          <a:cubicBezTo>
                            <a:pt x="1989" y="6650"/>
                            <a:pt x="465" y="5603"/>
                            <a:pt x="84" y="3888"/>
                          </a:cubicBezTo>
                          <a:cubicBezTo>
                            <a:pt x="-297" y="2174"/>
                            <a:pt x="656" y="459"/>
                            <a:pt x="2180" y="78"/>
                          </a:cubicBezTo>
                          <a:cubicBezTo>
                            <a:pt x="3704" y="-303"/>
                            <a:pt x="5323" y="745"/>
                            <a:pt x="5704" y="2459"/>
                          </a:cubicBezTo>
                          <a:cubicBezTo>
                            <a:pt x="6085" y="4174"/>
                            <a:pt x="5132" y="5888"/>
                            <a:pt x="3608" y="62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569" name="Graphique 15">
                  <a:extLst>
                    <a:ext uri="{FF2B5EF4-FFF2-40B4-BE49-F238E27FC236}">
                      <a16:creationId xmlns:a16="http://schemas.microsoft.com/office/drawing/2014/main" id="{09DD78D5-CDA3-4C17-8E83-110AB843A8B2}"/>
                    </a:ext>
                  </a:extLst>
                </p:cNvPr>
                <p:cNvGrpSpPr/>
                <p:nvPr/>
              </p:nvGrpSpPr>
              <p:grpSpPr>
                <a:xfrm>
                  <a:off x="11035353" y="3469859"/>
                  <a:ext cx="79378" cy="87953"/>
                  <a:chOff x="11035353" y="3469859"/>
                  <a:chExt cx="79378" cy="87953"/>
                </a:xfrm>
                <a:solidFill>
                  <a:schemeClr val="accent1"/>
                </a:solidFill>
              </p:grpSpPr>
              <p:grpSp>
                <p:nvGrpSpPr>
                  <p:cNvPr id="2570" name="Graphique 15">
                    <a:extLst>
                      <a:ext uri="{FF2B5EF4-FFF2-40B4-BE49-F238E27FC236}">
                        <a16:creationId xmlns:a16="http://schemas.microsoft.com/office/drawing/2014/main" id="{38DBB7AF-6F11-4B69-B054-845DD1800C8A}"/>
                      </a:ext>
                    </a:extLst>
                  </p:cNvPr>
                  <p:cNvGrpSpPr/>
                  <p:nvPr/>
                </p:nvGrpSpPr>
                <p:grpSpPr>
                  <a:xfrm>
                    <a:off x="11079157" y="3469859"/>
                    <a:ext cx="35575" cy="35787"/>
                    <a:chOff x="11079157" y="3469859"/>
                    <a:chExt cx="35575" cy="35787"/>
                  </a:xfrm>
                  <a:solidFill>
                    <a:schemeClr val="accent1"/>
                  </a:solidFill>
                </p:grpSpPr>
                <p:sp>
                  <p:nvSpPr>
                    <p:cNvPr id="2571" name="Forme libre : forme 2570">
                      <a:extLst>
                        <a:ext uri="{FF2B5EF4-FFF2-40B4-BE49-F238E27FC236}">
                          <a16:creationId xmlns:a16="http://schemas.microsoft.com/office/drawing/2014/main" id="{104ED646-A268-41E4-A606-AAB7F3904C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79157" y="3469859"/>
                      <a:ext cx="35575" cy="35777"/>
                    </a:xfrm>
                    <a:custGeom>
                      <a:avLst/>
                      <a:gdLst>
                        <a:gd name="connsiteX0" fmla="*/ 23487 w 35575"/>
                        <a:gd name="connsiteY0" fmla="*/ 34878 h 35777"/>
                        <a:gd name="connsiteX1" fmla="*/ 913 w 35575"/>
                        <a:gd name="connsiteY1" fmla="*/ 23924 h 35777"/>
                        <a:gd name="connsiteX2" fmla="*/ 11581 w 35575"/>
                        <a:gd name="connsiteY2" fmla="*/ 1159 h 35777"/>
                        <a:gd name="connsiteX3" fmla="*/ 34536 w 35575"/>
                        <a:gd name="connsiteY3" fmla="*/ 12018 h 35777"/>
                        <a:gd name="connsiteX4" fmla="*/ 23487 w 35575"/>
                        <a:gd name="connsiteY4" fmla="*/ 34878 h 35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75" h="35777">
                          <a:moveTo>
                            <a:pt x="23487" y="34878"/>
                          </a:moveTo>
                          <a:cubicBezTo>
                            <a:pt x="14152" y="37926"/>
                            <a:pt x="4056" y="32973"/>
                            <a:pt x="913" y="23924"/>
                          </a:cubicBezTo>
                          <a:cubicBezTo>
                            <a:pt x="-2040" y="14780"/>
                            <a:pt x="2342" y="4779"/>
                            <a:pt x="11581" y="1159"/>
                          </a:cubicBezTo>
                          <a:cubicBezTo>
                            <a:pt x="20725" y="-2365"/>
                            <a:pt x="31393" y="2398"/>
                            <a:pt x="34536" y="12018"/>
                          </a:cubicBezTo>
                          <a:cubicBezTo>
                            <a:pt x="37870" y="21638"/>
                            <a:pt x="32917" y="31830"/>
                            <a:pt x="23487" y="3487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72" name="Forme libre : forme 2571">
                      <a:extLst>
                        <a:ext uri="{FF2B5EF4-FFF2-40B4-BE49-F238E27FC236}">
                          <a16:creationId xmlns:a16="http://schemas.microsoft.com/office/drawing/2014/main" id="{A40932FD-F3B2-47AF-8840-5DCA517A30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79252" y="3469918"/>
                      <a:ext cx="30916" cy="35728"/>
                    </a:xfrm>
                    <a:custGeom>
                      <a:avLst/>
                      <a:gdLst>
                        <a:gd name="connsiteX0" fmla="*/ 17391 w 30916"/>
                        <a:gd name="connsiteY0" fmla="*/ 18150 h 35728"/>
                        <a:gd name="connsiteX1" fmla="*/ 20725 w 30916"/>
                        <a:gd name="connsiteY1" fmla="*/ 243 h 35728"/>
                        <a:gd name="connsiteX2" fmla="*/ 11581 w 30916"/>
                        <a:gd name="connsiteY2" fmla="*/ 1101 h 35728"/>
                        <a:gd name="connsiteX3" fmla="*/ 913 w 30916"/>
                        <a:gd name="connsiteY3" fmla="*/ 23865 h 35728"/>
                        <a:gd name="connsiteX4" fmla="*/ 23487 w 30916"/>
                        <a:gd name="connsiteY4" fmla="*/ 34819 h 35728"/>
                        <a:gd name="connsiteX5" fmla="*/ 30917 w 30916"/>
                        <a:gd name="connsiteY5" fmla="*/ 29961 h 35728"/>
                        <a:gd name="connsiteX6" fmla="*/ 17391 w 30916"/>
                        <a:gd name="connsiteY6" fmla="*/ 18150 h 35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916" h="35728">
                          <a:moveTo>
                            <a:pt x="17391" y="18150"/>
                          </a:moveTo>
                          <a:cubicBezTo>
                            <a:pt x="15296" y="11769"/>
                            <a:pt x="16820" y="5006"/>
                            <a:pt x="20725" y="243"/>
                          </a:cubicBezTo>
                          <a:cubicBezTo>
                            <a:pt x="17677" y="-233"/>
                            <a:pt x="14629" y="-42"/>
                            <a:pt x="11581" y="1101"/>
                          </a:cubicBezTo>
                          <a:cubicBezTo>
                            <a:pt x="2342" y="4625"/>
                            <a:pt x="-2040" y="14626"/>
                            <a:pt x="913" y="23865"/>
                          </a:cubicBezTo>
                          <a:cubicBezTo>
                            <a:pt x="3961" y="33009"/>
                            <a:pt x="14057" y="37867"/>
                            <a:pt x="23487" y="34819"/>
                          </a:cubicBezTo>
                          <a:cubicBezTo>
                            <a:pt x="26440" y="33867"/>
                            <a:pt x="28916" y="32057"/>
                            <a:pt x="30917" y="29961"/>
                          </a:cubicBezTo>
                          <a:cubicBezTo>
                            <a:pt x="24821" y="28628"/>
                            <a:pt x="19487" y="24437"/>
                            <a:pt x="17391" y="1815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73" name="Forme libre : forme 2572">
                      <a:extLst>
                        <a:ext uri="{FF2B5EF4-FFF2-40B4-BE49-F238E27FC236}">
                          <a16:creationId xmlns:a16="http://schemas.microsoft.com/office/drawing/2014/main" id="{A32A9EB4-FFAC-4A5C-9159-826346C329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93956" y="3485224"/>
                      <a:ext cx="16002" cy="16136"/>
                    </a:xfrm>
                    <a:custGeom>
                      <a:avLst/>
                      <a:gdLst>
                        <a:gd name="connsiteX0" fmla="*/ 13260 w 16002"/>
                        <a:gd name="connsiteY0" fmla="*/ 13417 h 16136"/>
                        <a:gd name="connsiteX1" fmla="*/ 1925 w 16002"/>
                        <a:gd name="connsiteY1" fmla="*/ 14179 h 16136"/>
                        <a:gd name="connsiteX2" fmla="*/ 2687 w 16002"/>
                        <a:gd name="connsiteY2" fmla="*/ 2844 h 16136"/>
                        <a:gd name="connsiteX3" fmla="*/ 13926 w 16002"/>
                        <a:gd name="connsiteY3" fmla="*/ 1987 h 16136"/>
                        <a:gd name="connsiteX4" fmla="*/ 13260 w 16002"/>
                        <a:gd name="connsiteY4" fmla="*/ 13417 h 161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02" h="16136">
                          <a:moveTo>
                            <a:pt x="13260" y="13417"/>
                          </a:moveTo>
                          <a:cubicBezTo>
                            <a:pt x="9926" y="16751"/>
                            <a:pt x="4878" y="17036"/>
                            <a:pt x="1925" y="14179"/>
                          </a:cubicBezTo>
                          <a:cubicBezTo>
                            <a:pt x="-933" y="11321"/>
                            <a:pt x="-551" y="6273"/>
                            <a:pt x="2687" y="2844"/>
                          </a:cubicBezTo>
                          <a:cubicBezTo>
                            <a:pt x="6021" y="-585"/>
                            <a:pt x="11069" y="-966"/>
                            <a:pt x="13926" y="1987"/>
                          </a:cubicBezTo>
                          <a:cubicBezTo>
                            <a:pt x="16975" y="4940"/>
                            <a:pt x="16593" y="10083"/>
                            <a:pt x="13260" y="1341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74" name="Forme libre : forme 2573">
                      <a:extLst>
                        <a:ext uri="{FF2B5EF4-FFF2-40B4-BE49-F238E27FC236}">
                          <a16:creationId xmlns:a16="http://schemas.microsoft.com/office/drawing/2014/main" id="{B8953B49-30DE-4B20-AD18-23BEDF3260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01836" y="3483699"/>
                      <a:ext cx="5843" cy="5975"/>
                    </a:xfrm>
                    <a:custGeom>
                      <a:avLst/>
                      <a:gdLst>
                        <a:gd name="connsiteX0" fmla="*/ 3856 w 5843"/>
                        <a:gd name="connsiteY0" fmla="*/ 5798 h 5975"/>
                        <a:gd name="connsiteX1" fmla="*/ 141 w 5843"/>
                        <a:gd name="connsiteY1" fmla="*/ 3988 h 5975"/>
                        <a:gd name="connsiteX2" fmla="*/ 1951 w 5843"/>
                        <a:gd name="connsiteY2" fmla="*/ 178 h 5975"/>
                        <a:gd name="connsiteX3" fmla="*/ 5666 w 5843"/>
                        <a:gd name="connsiteY3" fmla="*/ 1988 h 5975"/>
                        <a:gd name="connsiteX4" fmla="*/ 3856 w 5843"/>
                        <a:gd name="connsiteY4" fmla="*/ 5798 h 5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3" h="5975">
                          <a:moveTo>
                            <a:pt x="3856" y="5798"/>
                          </a:moveTo>
                          <a:cubicBezTo>
                            <a:pt x="2332" y="6369"/>
                            <a:pt x="617" y="5512"/>
                            <a:pt x="141" y="3988"/>
                          </a:cubicBezTo>
                          <a:cubicBezTo>
                            <a:pt x="-335" y="2464"/>
                            <a:pt x="427" y="750"/>
                            <a:pt x="1951" y="178"/>
                          </a:cubicBezTo>
                          <a:cubicBezTo>
                            <a:pt x="3475" y="-393"/>
                            <a:pt x="5094" y="464"/>
                            <a:pt x="5666" y="1988"/>
                          </a:cubicBezTo>
                          <a:cubicBezTo>
                            <a:pt x="6237" y="3512"/>
                            <a:pt x="5380" y="5226"/>
                            <a:pt x="3856" y="579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575" name="Graphique 15">
                    <a:extLst>
                      <a:ext uri="{FF2B5EF4-FFF2-40B4-BE49-F238E27FC236}">
                        <a16:creationId xmlns:a16="http://schemas.microsoft.com/office/drawing/2014/main" id="{25321A4E-1E53-4A15-9F2A-4DAF2795EEBC}"/>
                      </a:ext>
                    </a:extLst>
                  </p:cNvPr>
                  <p:cNvGrpSpPr/>
                  <p:nvPr/>
                </p:nvGrpSpPr>
                <p:grpSpPr>
                  <a:xfrm>
                    <a:off x="11053042" y="3494243"/>
                    <a:ext cx="35533" cy="34528"/>
                    <a:chOff x="11053042" y="3494243"/>
                    <a:chExt cx="35533" cy="34528"/>
                  </a:xfrm>
                  <a:solidFill>
                    <a:schemeClr val="accent1"/>
                  </a:solidFill>
                </p:grpSpPr>
                <p:sp>
                  <p:nvSpPr>
                    <p:cNvPr id="2576" name="Forme libre : forme 2575">
                      <a:extLst>
                        <a:ext uri="{FF2B5EF4-FFF2-40B4-BE49-F238E27FC236}">
                          <a16:creationId xmlns:a16="http://schemas.microsoft.com/office/drawing/2014/main" id="{FCFBB645-E168-405B-9834-259F4E8491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53042" y="3494243"/>
                      <a:ext cx="35533" cy="34469"/>
                    </a:xfrm>
                    <a:custGeom>
                      <a:avLst/>
                      <a:gdLst>
                        <a:gd name="connsiteX0" fmla="*/ 23122 w 35533"/>
                        <a:gd name="connsiteY0" fmla="*/ 33640 h 34469"/>
                        <a:gd name="connsiteX1" fmla="*/ 834 w 35533"/>
                        <a:gd name="connsiteY1" fmla="*/ 22972 h 34469"/>
                        <a:gd name="connsiteX2" fmla="*/ 12264 w 35533"/>
                        <a:gd name="connsiteY2" fmla="*/ 1065 h 34469"/>
                        <a:gd name="connsiteX3" fmla="*/ 34647 w 35533"/>
                        <a:gd name="connsiteY3" fmla="*/ 11637 h 34469"/>
                        <a:gd name="connsiteX4" fmla="*/ 23122 w 35533"/>
                        <a:gd name="connsiteY4" fmla="*/ 33640 h 34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33" h="34469">
                          <a:moveTo>
                            <a:pt x="23122" y="33640"/>
                          </a:moveTo>
                          <a:cubicBezTo>
                            <a:pt x="13883" y="36498"/>
                            <a:pt x="3691" y="31735"/>
                            <a:pt x="834" y="22972"/>
                          </a:cubicBezTo>
                          <a:cubicBezTo>
                            <a:pt x="-2119" y="14209"/>
                            <a:pt x="3025" y="4398"/>
                            <a:pt x="12264" y="1065"/>
                          </a:cubicBezTo>
                          <a:cubicBezTo>
                            <a:pt x="21503" y="-2269"/>
                            <a:pt x="31504" y="2493"/>
                            <a:pt x="34647" y="11637"/>
                          </a:cubicBezTo>
                          <a:cubicBezTo>
                            <a:pt x="37695" y="20972"/>
                            <a:pt x="32647" y="30687"/>
                            <a:pt x="23122" y="3364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77" name="Forme libre : forme 2576">
                      <a:extLst>
                        <a:ext uri="{FF2B5EF4-FFF2-40B4-BE49-F238E27FC236}">
                          <a16:creationId xmlns:a16="http://schemas.microsoft.com/office/drawing/2014/main" id="{6625D12F-CAE6-4288-8A25-577964B4B1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53042" y="3494371"/>
                      <a:ext cx="30647" cy="34400"/>
                    </a:xfrm>
                    <a:custGeom>
                      <a:avLst/>
                      <a:gdLst>
                        <a:gd name="connsiteX0" fmla="*/ 17407 w 30647"/>
                        <a:gd name="connsiteY0" fmla="*/ 17510 h 34400"/>
                        <a:gd name="connsiteX1" fmla="*/ 21312 w 30647"/>
                        <a:gd name="connsiteY1" fmla="*/ 270 h 34400"/>
                        <a:gd name="connsiteX2" fmla="*/ 12264 w 30647"/>
                        <a:gd name="connsiteY2" fmla="*/ 1032 h 34400"/>
                        <a:gd name="connsiteX3" fmla="*/ 834 w 30647"/>
                        <a:gd name="connsiteY3" fmla="*/ 22940 h 34400"/>
                        <a:gd name="connsiteX4" fmla="*/ 23122 w 30647"/>
                        <a:gd name="connsiteY4" fmla="*/ 33608 h 34400"/>
                        <a:gd name="connsiteX5" fmla="*/ 30647 w 30647"/>
                        <a:gd name="connsiteY5" fmla="*/ 28940 h 34400"/>
                        <a:gd name="connsiteX6" fmla="*/ 17407 w 30647"/>
                        <a:gd name="connsiteY6" fmla="*/ 17510 h 34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647" h="34400">
                          <a:moveTo>
                            <a:pt x="17407" y="17510"/>
                          </a:moveTo>
                          <a:cubicBezTo>
                            <a:pt x="15312" y="11414"/>
                            <a:pt x="17121" y="4937"/>
                            <a:pt x="21312" y="270"/>
                          </a:cubicBezTo>
                          <a:cubicBezTo>
                            <a:pt x="18360" y="-206"/>
                            <a:pt x="15312" y="-111"/>
                            <a:pt x="12264" y="1032"/>
                          </a:cubicBezTo>
                          <a:cubicBezTo>
                            <a:pt x="3025" y="4366"/>
                            <a:pt x="-2119" y="14176"/>
                            <a:pt x="834" y="22940"/>
                          </a:cubicBezTo>
                          <a:cubicBezTo>
                            <a:pt x="3786" y="31702"/>
                            <a:pt x="13883" y="36370"/>
                            <a:pt x="23122" y="33608"/>
                          </a:cubicBezTo>
                          <a:cubicBezTo>
                            <a:pt x="26075" y="32655"/>
                            <a:pt x="28647" y="31036"/>
                            <a:pt x="30647" y="28940"/>
                          </a:cubicBezTo>
                          <a:cubicBezTo>
                            <a:pt x="24646" y="27607"/>
                            <a:pt x="19407" y="23511"/>
                            <a:pt x="17407" y="1751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78" name="Forme libre : forme 2577">
                      <a:extLst>
                        <a:ext uri="{FF2B5EF4-FFF2-40B4-BE49-F238E27FC236}">
                          <a16:creationId xmlns:a16="http://schemas.microsoft.com/office/drawing/2014/main" id="{A9B7CC19-394E-416E-BB9E-B122ED8FF1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67620" y="3509178"/>
                      <a:ext cx="16055" cy="15456"/>
                    </a:xfrm>
                    <a:custGeom>
                      <a:avLst/>
                      <a:gdLst>
                        <a:gd name="connsiteX0" fmla="*/ 13211 w 16055"/>
                        <a:gd name="connsiteY0" fmla="*/ 12895 h 15456"/>
                        <a:gd name="connsiteX1" fmla="*/ 1876 w 16055"/>
                        <a:gd name="connsiteY1" fmla="*/ 13561 h 15456"/>
                        <a:gd name="connsiteX2" fmla="*/ 2829 w 16055"/>
                        <a:gd name="connsiteY2" fmla="*/ 2703 h 15456"/>
                        <a:gd name="connsiteX3" fmla="*/ 14068 w 16055"/>
                        <a:gd name="connsiteY3" fmla="*/ 1846 h 15456"/>
                        <a:gd name="connsiteX4" fmla="*/ 13211 w 16055"/>
                        <a:gd name="connsiteY4" fmla="*/ 12895 h 15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55" h="15456">
                          <a:moveTo>
                            <a:pt x="13211" y="12895"/>
                          </a:moveTo>
                          <a:cubicBezTo>
                            <a:pt x="9782" y="16038"/>
                            <a:pt x="4734" y="16324"/>
                            <a:pt x="1876" y="13561"/>
                          </a:cubicBezTo>
                          <a:cubicBezTo>
                            <a:pt x="-981" y="10799"/>
                            <a:pt x="-505" y="5941"/>
                            <a:pt x="2829" y="2703"/>
                          </a:cubicBezTo>
                          <a:cubicBezTo>
                            <a:pt x="6163" y="-536"/>
                            <a:pt x="11211" y="-917"/>
                            <a:pt x="14068" y="1846"/>
                          </a:cubicBezTo>
                          <a:cubicBezTo>
                            <a:pt x="17021" y="4703"/>
                            <a:pt x="16640" y="9656"/>
                            <a:pt x="13211" y="12895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79" name="Forme libre : forme 2578">
                      <a:extLst>
                        <a:ext uri="{FF2B5EF4-FFF2-40B4-BE49-F238E27FC236}">
                          <a16:creationId xmlns:a16="http://schemas.microsoft.com/office/drawing/2014/main" id="{1E0A7CF9-4E78-4BEC-8A74-2BC04E1746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75652" y="3507644"/>
                      <a:ext cx="5918" cy="5711"/>
                    </a:xfrm>
                    <a:custGeom>
                      <a:avLst/>
                      <a:gdLst>
                        <a:gd name="connsiteX0" fmla="*/ 3846 w 5918"/>
                        <a:gd name="connsiteY0" fmla="*/ 5570 h 5711"/>
                        <a:gd name="connsiteX1" fmla="*/ 132 w 5918"/>
                        <a:gd name="connsiteY1" fmla="*/ 3760 h 5711"/>
                        <a:gd name="connsiteX2" fmla="*/ 2037 w 5918"/>
                        <a:gd name="connsiteY2" fmla="*/ 141 h 5711"/>
                        <a:gd name="connsiteX3" fmla="*/ 5751 w 5918"/>
                        <a:gd name="connsiteY3" fmla="*/ 1951 h 5711"/>
                        <a:gd name="connsiteX4" fmla="*/ 3846 w 5918"/>
                        <a:gd name="connsiteY4" fmla="*/ 5570 h 5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8" h="5711">
                          <a:moveTo>
                            <a:pt x="3846" y="5570"/>
                          </a:moveTo>
                          <a:cubicBezTo>
                            <a:pt x="2322" y="6046"/>
                            <a:pt x="608" y="5284"/>
                            <a:pt x="132" y="3760"/>
                          </a:cubicBezTo>
                          <a:cubicBezTo>
                            <a:pt x="-345" y="2237"/>
                            <a:pt x="513" y="617"/>
                            <a:pt x="2037" y="141"/>
                          </a:cubicBezTo>
                          <a:cubicBezTo>
                            <a:pt x="3561" y="-335"/>
                            <a:pt x="5180" y="427"/>
                            <a:pt x="5751" y="1951"/>
                          </a:cubicBezTo>
                          <a:cubicBezTo>
                            <a:pt x="6323" y="3475"/>
                            <a:pt x="5371" y="5094"/>
                            <a:pt x="3846" y="557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580" name="Graphique 15">
                    <a:extLst>
                      <a:ext uri="{FF2B5EF4-FFF2-40B4-BE49-F238E27FC236}">
                        <a16:creationId xmlns:a16="http://schemas.microsoft.com/office/drawing/2014/main" id="{66FE847C-1299-4B4A-A9AF-B8C3EFF42D94}"/>
                      </a:ext>
                    </a:extLst>
                  </p:cNvPr>
                  <p:cNvGrpSpPr/>
                  <p:nvPr/>
                </p:nvGrpSpPr>
                <p:grpSpPr>
                  <a:xfrm>
                    <a:off x="11035353" y="3524285"/>
                    <a:ext cx="35338" cy="33527"/>
                    <a:chOff x="11035353" y="3524285"/>
                    <a:chExt cx="35338" cy="33527"/>
                  </a:xfrm>
                  <a:solidFill>
                    <a:schemeClr val="accent1"/>
                  </a:solidFill>
                </p:grpSpPr>
                <p:sp>
                  <p:nvSpPr>
                    <p:cNvPr id="2581" name="Forme libre : forme 2580">
                      <a:extLst>
                        <a:ext uri="{FF2B5EF4-FFF2-40B4-BE49-F238E27FC236}">
                          <a16:creationId xmlns:a16="http://schemas.microsoft.com/office/drawing/2014/main" id="{B2AF47A8-E018-4E1F-8E7F-877346E2D0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35416" y="3524285"/>
                      <a:ext cx="35275" cy="33432"/>
                    </a:xfrm>
                    <a:custGeom>
                      <a:avLst/>
                      <a:gdLst>
                        <a:gd name="connsiteX0" fmla="*/ 22174 w 35275"/>
                        <a:gd name="connsiteY0" fmla="*/ 32744 h 33432"/>
                        <a:gd name="connsiteX1" fmla="*/ 553 w 35275"/>
                        <a:gd name="connsiteY1" fmla="*/ 21886 h 33432"/>
                        <a:gd name="connsiteX2" fmla="*/ 12649 w 35275"/>
                        <a:gd name="connsiteY2" fmla="*/ 931 h 33432"/>
                        <a:gd name="connsiteX3" fmla="*/ 34652 w 35275"/>
                        <a:gd name="connsiteY3" fmla="*/ 11599 h 33432"/>
                        <a:gd name="connsiteX4" fmla="*/ 22174 w 35275"/>
                        <a:gd name="connsiteY4" fmla="*/ 32744 h 33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75" h="33432">
                          <a:moveTo>
                            <a:pt x="22174" y="32744"/>
                          </a:moveTo>
                          <a:cubicBezTo>
                            <a:pt x="12649" y="35316"/>
                            <a:pt x="3029" y="30458"/>
                            <a:pt x="553" y="21886"/>
                          </a:cubicBezTo>
                          <a:cubicBezTo>
                            <a:pt x="-1733" y="13218"/>
                            <a:pt x="3220" y="4074"/>
                            <a:pt x="12649" y="931"/>
                          </a:cubicBezTo>
                          <a:cubicBezTo>
                            <a:pt x="21889" y="-2117"/>
                            <a:pt x="32271" y="2550"/>
                            <a:pt x="34652" y="11599"/>
                          </a:cubicBezTo>
                          <a:cubicBezTo>
                            <a:pt x="37224" y="20743"/>
                            <a:pt x="31604" y="30172"/>
                            <a:pt x="22174" y="3274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82" name="Forme libre : forme 2581">
                      <a:extLst>
                        <a:ext uri="{FF2B5EF4-FFF2-40B4-BE49-F238E27FC236}">
                          <a16:creationId xmlns:a16="http://schemas.microsoft.com/office/drawing/2014/main" id="{DDB23C53-3518-4D1C-B8D1-DE76024DAF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35353" y="3524392"/>
                      <a:ext cx="29857" cy="33420"/>
                    </a:xfrm>
                    <a:custGeom>
                      <a:avLst/>
                      <a:gdLst>
                        <a:gd name="connsiteX0" fmla="*/ 17284 w 29857"/>
                        <a:gd name="connsiteY0" fmla="*/ 16921 h 33420"/>
                        <a:gd name="connsiteX1" fmla="*/ 21761 w 29857"/>
                        <a:gd name="connsiteY1" fmla="*/ 348 h 33420"/>
                        <a:gd name="connsiteX2" fmla="*/ 12617 w 29857"/>
                        <a:gd name="connsiteY2" fmla="*/ 919 h 33420"/>
                        <a:gd name="connsiteX3" fmla="*/ 520 w 29857"/>
                        <a:gd name="connsiteY3" fmla="*/ 21874 h 33420"/>
                        <a:gd name="connsiteX4" fmla="*/ 22142 w 29857"/>
                        <a:gd name="connsiteY4" fmla="*/ 32733 h 33420"/>
                        <a:gd name="connsiteX5" fmla="*/ 29857 w 29857"/>
                        <a:gd name="connsiteY5" fmla="*/ 28351 h 33420"/>
                        <a:gd name="connsiteX6" fmla="*/ 17284 w 29857"/>
                        <a:gd name="connsiteY6" fmla="*/ 16921 h 33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9857" h="33420">
                          <a:moveTo>
                            <a:pt x="17284" y="16921"/>
                          </a:moveTo>
                          <a:cubicBezTo>
                            <a:pt x="15665" y="10920"/>
                            <a:pt x="17475" y="4729"/>
                            <a:pt x="21761" y="348"/>
                          </a:cubicBezTo>
                          <a:cubicBezTo>
                            <a:pt x="18808" y="-224"/>
                            <a:pt x="15665" y="-129"/>
                            <a:pt x="12617" y="919"/>
                          </a:cubicBezTo>
                          <a:cubicBezTo>
                            <a:pt x="3187" y="4062"/>
                            <a:pt x="-1670" y="13206"/>
                            <a:pt x="520" y="21874"/>
                          </a:cubicBezTo>
                          <a:cubicBezTo>
                            <a:pt x="2902" y="30447"/>
                            <a:pt x="12617" y="35304"/>
                            <a:pt x="22142" y="32733"/>
                          </a:cubicBezTo>
                          <a:cubicBezTo>
                            <a:pt x="25190" y="31875"/>
                            <a:pt x="27762" y="30351"/>
                            <a:pt x="29857" y="28351"/>
                          </a:cubicBezTo>
                          <a:cubicBezTo>
                            <a:pt x="23952" y="26922"/>
                            <a:pt x="18999" y="22826"/>
                            <a:pt x="17284" y="16921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83" name="Forme libre : forme 2582">
                      <a:extLst>
                        <a:ext uri="{FF2B5EF4-FFF2-40B4-BE49-F238E27FC236}">
                          <a16:creationId xmlns:a16="http://schemas.microsoft.com/office/drawing/2014/main" id="{7879BFFF-6E7A-44DA-8AA8-855FAD5AC0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49611" y="3538837"/>
                      <a:ext cx="16053" cy="15041"/>
                    </a:xfrm>
                    <a:custGeom>
                      <a:avLst/>
                      <a:gdLst>
                        <a:gd name="connsiteX0" fmla="*/ 12837 w 16053"/>
                        <a:gd name="connsiteY0" fmla="*/ 12668 h 15041"/>
                        <a:gd name="connsiteX1" fmla="*/ 1597 w 16053"/>
                        <a:gd name="connsiteY1" fmla="*/ 13049 h 15041"/>
                        <a:gd name="connsiteX2" fmla="*/ 3216 w 16053"/>
                        <a:gd name="connsiteY2" fmla="*/ 2476 h 15041"/>
                        <a:gd name="connsiteX3" fmla="*/ 14456 w 16053"/>
                        <a:gd name="connsiteY3" fmla="*/ 1905 h 15041"/>
                        <a:gd name="connsiteX4" fmla="*/ 12837 w 16053"/>
                        <a:gd name="connsiteY4" fmla="*/ 12668 h 15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53" h="15041">
                          <a:moveTo>
                            <a:pt x="12837" y="12668"/>
                          </a:moveTo>
                          <a:cubicBezTo>
                            <a:pt x="9313" y="15716"/>
                            <a:pt x="4264" y="15811"/>
                            <a:pt x="1597" y="13049"/>
                          </a:cubicBezTo>
                          <a:cubicBezTo>
                            <a:pt x="-1070" y="10287"/>
                            <a:pt x="-308" y="5620"/>
                            <a:pt x="3216" y="2476"/>
                          </a:cubicBezTo>
                          <a:cubicBezTo>
                            <a:pt x="6741" y="-572"/>
                            <a:pt x="11789" y="-857"/>
                            <a:pt x="14456" y="1905"/>
                          </a:cubicBezTo>
                          <a:cubicBezTo>
                            <a:pt x="17123" y="4762"/>
                            <a:pt x="16361" y="9620"/>
                            <a:pt x="12837" y="1266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84" name="Forme libre : forme 2583">
                      <a:extLst>
                        <a:ext uri="{FF2B5EF4-FFF2-40B4-BE49-F238E27FC236}">
                          <a16:creationId xmlns:a16="http://schemas.microsoft.com/office/drawing/2014/main" id="{5E1297ED-AE46-4D13-8DB2-98C02116F0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57977" y="3537371"/>
                      <a:ext cx="5793" cy="5598"/>
                    </a:xfrm>
                    <a:custGeom>
                      <a:avLst/>
                      <a:gdLst>
                        <a:gd name="connsiteX0" fmla="*/ 3614 w 5793"/>
                        <a:gd name="connsiteY0" fmla="*/ 5466 h 5598"/>
                        <a:gd name="connsiteX1" fmla="*/ 90 w 5793"/>
                        <a:gd name="connsiteY1" fmla="*/ 3657 h 5598"/>
                        <a:gd name="connsiteX2" fmla="*/ 2185 w 5793"/>
                        <a:gd name="connsiteY2" fmla="*/ 132 h 5598"/>
                        <a:gd name="connsiteX3" fmla="*/ 5709 w 5793"/>
                        <a:gd name="connsiteY3" fmla="*/ 1942 h 5598"/>
                        <a:gd name="connsiteX4" fmla="*/ 3614 w 5793"/>
                        <a:gd name="connsiteY4" fmla="*/ 5466 h 5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3" h="5598">
                          <a:moveTo>
                            <a:pt x="3614" y="5466"/>
                          </a:moveTo>
                          <a:cubicBezTo>
                            <a:pt x="2090" y="5942"/>
                            <a:pt x="471" y="5085"/>
                            <a:pt x="90" y="3657"/>
                          </a:cubicBezTo>
                          <a:cubicBezTo>
                            <a:pt x="-291" y="2228"/>
                            <a:pt x="566" y="608"/>
                            <a:pt x="2185" y="132"/>
                          </a:cubicBezTo>
                          <a:cubicBezTo>
                            <a:pt x="3804" y="-344"/>
                            <a:pt x="5328" y="513"/>
                            <a:pt x="5709" y="1942"/>
                          </a:cubicBezTo>
                          <a:cubicBezTo>
                            <a:pt x="6091" y="3466"/>
                            <a:pt x="5138" y="4990"/>
                            <a:pt x="3614" y="546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585" name="Graphique 15">
                  <a:extLst>
                    <a:ext uri="{FF2B5EF4-FFF2-40B4-BE49-F238E27FC236}">
                      <a16:creationId xmlns:a16="http://schemas.microsoft.com/office/drawing/2014/main" id="{B8C285C6-0627-4779-BFF3-F9A03472DB0E}"/>
                    </a:ext>
                  </a:extLst>
                </p:cNvPr>
                <p:cNvGrpSpPr/>
                <p:nvPr/>
              </p:nvGrpSpPr>
              <p:grpSpPr>
                <a:xfrm>
                  <a:off x="10942650" y="3515105"/>
                  <a:ext cx="54234" cy="87877"/>
                  <a:chOff x="10942650" y="3515105"/>
                  <a:chExt cx="54234" cy="87877"/>
                </a:xfrm>
                <a:solidFill>
                  <a:schemeClr val="accent1"/>
                </a:solidFill>
              </p:grpSpPr>
              <p:grpSp>
                <p:nvGrpSpPr>
                  <p:cNvPr id="2586" name="Graphique 15">
                    <a:extLst>
                      <a:ext uri="{FF2B5EF4-FFF2-40B4-BE49-F238E27FC236}">
                        <a16:creationId xmlns:a16="http://schemas.microsoft.com/office/drawing/2014/main" id="{E8AD7755-6881-4A70-92C8-A96AC58E0D9A}"/>
                      </a:ext>
                    </a:extLst>
                  </p:cNvPr>
                  <p:cNvGrpSpPr/>
                  <p:nvPr/>
                </p:nvGrpSpPr>
                <p:grpSpPr>
                  <a:xfrm>
                    <a:off x="10961877" y="3515105"/>
                    <a:ext cx="35007" cy="30808"/>
                    <a:chOff x="10961877" y="3515105"/>
                    <a:chExt cx="35007" cy="30808"/>
                  </a:xfrm>
                  <a:solidFill>
                    <a:schemeClr val="accent1"/>
                  </a:solidFill>
                </p:grpSpPr>
                <p:sp>
                  <p:nvSpPr>
                    <p:cNvPr id="2587" name="Forme libre : forme 2586">
                      <a:extLst>
                        <a:ext uri="{FF2B5EF4-FFF2-40B4-BE49-F238E27FC236}">
                          <a16:creationId xmlns:a16="http://schemas.microsoft.com/office/drawing/2014/main" id="{B03BFB8F-F48E-4E50-A7AC-17ED41D93F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61910" y="3515105"/>
                      <a:ext cx="34974" cy="30808"/>
                    </a:xfrm>
                    <a:custGeom>
                      <a:avLst/>
                      <a:gdLst>
                        <a:gd name="connsiteX0" fmla="*/ 29291 w 34974"/>
                        <a:gd name="connsiteY0" fmla="*/ 25828 h 30808"/>
                        <a:gd name="connsiteX1" fmla="*/ 4431 w 34974"/>
                        <a:gd name="connsiteY1" fmla="*/ 26970 h 30808"/>
                        <a:gd name="connsiteX2" fmla="*/ 5479 w 34974"/>
                        <a:gd name="connsiteY2" fmla="*/ 5539 h 30808"/>
                        <a:gd name="connsiteX3" fmla="*/ 30339 w 34974"/>
                        <a:gd name="connsiteY3" fmla="*/ 3730 h 30808"/>
                        <a:gd name="connsiteX4" fmla="*/ 29291 w 34974"/>
                        <a:gd name="connsiteY4" fmla="*/ 25828 h 30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74" h="30808">
                          <a:moveTo>
                            <a:pt x="29291" y="25828"/>
                          </a:moveTo>
                          <a:cubicBezTo>
                            <a:pt x="22147" y="32114"/>
                            <a:pt x="10908" y="32400"/>
                            <a:pt x="4431" y="26970"/>
                          </a:cubicBezTo>
                          <a:cubicBezTo>
                            <a:pt x="-2046" y="21446"/>
                            <a:pt x="-1189" y="11921"/>
                            <a:pt x="5479" y="5539"/>
                          </a:cubicBezTo>
                          <a:cubicBezTo>
                            <a:pt x="12337" y="-938"/>
                            <a:pt x="23576" y="-1985"/>
                            <a:pt x="30339" y="3730"/>
                          </a:cubicBezTo>
                          <a:cubicBezTo>
                            <a:pt x="36911" y="9445"/>
                            <a:pt x="36435" y="19541"/>
                            <a:pt x="29291" y="2582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88" name="Forme libre : forme 2587">
                      <a:extLst>
                        <a:ext uri="{FF2B5EF4-FFF2-40B4-BE49-F238E27FC236}">
                          <a16:creationId xmlns:a16="http://schemas.microsoft.com/office/drawing/2014/main" id="{06F3A5C4-8DBC-4485-964E-324AAA3F07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61877" y="3515977"/>
                      <a:ext cx="34086" cy="29784"/>
                    </a:xfrm>
                    <a:custGeom>
                      <a:avLst/>
                      <a:gdLst>
                        <a:gd name="connsiteX0" fmla="*/ 17228 w 34086"/>
                        <a:gd name="connsiteY0" fmla="*/ 14859 h 29784"/>
                        <a:gd name="connsiteX1" fmla="*/ 13418 w 34086"/>
                        <a:gd name="connsiteY1" fmla="*/ 0 h 29784"/>
                        <a:gd name="connsiteX2" fmla="*/ 5512 w 34086"/>
                        <a:gd name="connsiteY2" fmla="*/ 4477 h 29784"/>
                        <a:gd name="connsiteX3" fmla="*/ 4464 w 34086"/>
                        <a:gd name="connsiteY3" fmla="*/ 25908 h 29784"/>
                        <a:gd name="connsiteX4" fmla="*/ 29324 w 34086"/>
                        <a:gd name="connsiteY4" fmla="*/ 24765 h 29784"/>
                        <a:gd name="connsiteX5" fmla="*/ 34087 w 34086"/>
                        <a:gd name="connsiteY5" fmla="*/ 17907 h 29784"/>
                        <a:gd name="connsiteX6" fmla="*/ 17228 w 34086"/>
                        <a:gd name="connsiteY6" fmla="*/ 14859 h 297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086" h="29784">
                          <a:moveTo>
                            <a:pt x="17228" y="14859"/>
                          </a:moveTo>
                          <a:cubicBezTo>
                            <a:pt x="12846" y="10954"/>
                            <a:pt x="11798" y="5334"/>
                            <a:pt x="13418" y="0"/>
                          </a:cubicBezTo>
                          <a:cubicBezTo>
                            <a:pt x="10560" y="953"/>
                            <a:pt x="7798" y="2381"/>
                            <a:pt x="5512" y="4477"/>
                          </a:cubicBezTo>
                          <a:cubicBezTo>
                            <a:pt x="-1251" y="10954"/>
                            <a:pt x="-2013" y="20479"/>
                            <a:pt x="4464" y="25908"/>
                          </a:cubicBezTo>
                          <a:cubicBezTo>
                            <a:pt x="10941" y="31433"/>
                            <a:pt x="22085" y="31052"/>
                            <a:pt x="29324" y="24765"/>
                          </a:cubicBezTo>
                          <a:cubicBezTo>
                            <a:pt x="31610" y="22765"/>
                            <a:pt x="33135" y="20384"/>
                            <a:pt x="34087" y="17907"/>
                          </a:cubicBezTo>
                          <a:cubicBezTo>
                            <a:pt x="28086" y="19621"/>
                            <a:pt x="21609" y="18669"/>
                            <a:pt x="17228" y="1485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89" name="Forme libre : forme 2588">
                      <a:extLst>
                        <a:ext uri="{FF2B5EF4-FFF2-40B4-BE49-F238E27FC236}">
                          <a16:creationId xmlns:a16="http://schemas.microsoft.com/office/drawing/2014/main" id="{ACBE176B-2650-4A60-AB03-60FAD15746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8533" y="3525107"/>
                      <a:ext cx="14953" cy="14833"/>
                    </a:xfrm>
                    <a:custGeom>
                      <a:avLst/>
                      <a:gdLst>
                        <a:gd name="connsiteX0" fmla="*/ 14288 w 14953"/>
                        <a:gd name="connsiteY0" fmla="*/ 9252 h 14833"/>
                        <a:gd name="connsiteX1" fmla="*/ 4382 w 14953"/>
                        <a:gd name="connsiteY1" fmla="*/ 14586 h 14833"/>
                        <a:gd name="connsiteX2" fmla="*/ 667 w 14953"/>
                        <a:gd name="connsiteY2" fmla="*/ 5728 h 14833"/>
                        <a:gd name="connsiteX3" fmla="*/ 10478 w 14953"/>
                        <a:gd name="connsiteY3" fmla="*/ 204 h 14833"/>
                        <a:gd name="connsiteX4" fmla="*/ 14288 w 14953"/>
                        <a:gd name="connsiteY4" fmla="*/ 9252 h 14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53" h="14833">
                          <a:moveTo>
                            <a:pt x="14288" y="9252"/>
                          </a:moveTo>
                          <a:cubicBezTo>
                            <a:pt x="12573" y="13253"/>
                            <a:pt x="8192" y="15634"/>
                            <a:pt x="4382" y="14586"/>
                          </a:cubicBezTo>
                          <a:cubicBezTo>
                            <a:pt x="667" y="13634"/>
                            <a:pt x="-1047" y="9729"/>
                            <a:pt x="667" y="5728"/>
                          </a:cubicBezTo>
                          <a:cubicBezTo>
                            <a:pt x="2382" y="1728"/>
                            <a:pt x="6763" y="-749"/>
                            <a:pt x="10478" y="204"/>
                          </a:cubicBezTo>
                          <a:cubicBezTo>
                            <a:pt x="14288" y="1156"/>
                            <a:pt x="16002" y="5252"/>
                            <a:pt x="14288" y="925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90" name="Forme libre : forme 2589">
                      <a:extLst>
                        <a:ext uri="{FF2B5EF4-FFF2-40B4-BE49-F238E27FC236}">
                          <a16:creationId xmlns:a16="http://schemas.microsoft.com/office/drawing/2014/main" id="{D468CC3D-CA6C-40E9-BFC5-B7DA990DAB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83004" y="3523700"/>
                      <a:ext cx="5855" cy="5127"/>
                    </a:xfrm>
                    <a:custGeom>
                      <a:avLst/>
                      <a:gdLst>
                        <a:gd name="connsiteX0" fmla="*/ 4864 w 5855"/>
                        <a:gd name="connsiteY0" fmla="*/ 4278 h 5127"/>
                        <a:gd name="connsiteX1" fmla="*/ 768 w 5855"/>
                        <a:gd name="connsiteY1" fmla="*/ 4469 h 5127"/>
                        <a:gd name="connsiteX2" fmla="*/ 958 w 5855"/>
                        <a:gd name="connsiteY2" fmla="*/ 849 h 5127"/>
                        <a:gd name="connsiteX3" fmla="*/ 5054 w 5855"/>
                        <a:gd name="connsiteY3" fmla="*/ 659 h 5127"/>
                        <a:gd name="connsiteX4" fmla="*/ 4864 w 5855"/>
                        <a:gd name="connsiteY4" fmla="*/ 4278 h 5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55" h="5127">
                          <a:moveTo>
                            <a:pt x="4864" y="4278"/>
                          </a:moveTo>
                          <a:cubicBezTo>
                            <a:pt x="3721" y="5326"/>
                            <a:pt x="1911" y="5421"/>
                            <a:pt x="768" y="4469"/>
                          </a:cubicBezTo>
                          <a:cubicBezTo>
                            <a:pt x="-375" y="3516"/>
                            <a:pt x="-184" y="1897"/>
                            <a:pt x="958" y="849"/>
                          </a:cubicBezTo>
                          <a:cubicBezTo>
                            <a:pt x="2101" y="-199"/>
                            <a:pt x="3911" y="-294"/>
                            <a:pt x="5054" y="659"/>
                          </a:cubicBezTo>
                          <a:cubicBezTo>
                            <a:pt x="6197" y="1611"/>
                            <a:pt x="6102" y="3230"/>
                            <a:pt x="4864" y="42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591" name="Graphique 15">
                    <a:extLst>
                      <a:ext uri="{FF2B5EF4-FFF2-40B4-BE49-F238E27FC236}">
                        <a16:creationId xmlns:a16="http://schemas.microsoft.com/office/drawing/2014/main" id="{21428764-E48D-42DE-B06C-C22034960080}"/>
                      </a:ext>
                    </a:extLst>
                  </p:cNvPr>
                  <p:cNvGrpSpPr/>
                  <p:nvPr/>
                </p:nvGrpSpPr>
                <p:grpSpPr>
                  <a:xfrm>
                    <a:off x="10947346" y="3544252"/>
                    <a:ext cx="35160" cy="29782"/>
                    <a:chOff x="10947346" y="3544252"/>
                    <a:chExt cx="35160" cy="29782"/>
                  </a:xfrm>
                  <a:solidFill>
                    <a:schemeClr val="accent1"/>
                  </a:solidFill>
                </p:grpSpPr>
                <p:sp>
                  <p:nvSpPr>
                    <p:cNvPr id="2592" name="Forme libre : forme 2591">
                      <a:extLst>
                        <a:ext uri="{FF2B5EF4-FFF2-40B4-BE49-F238E27FC236}">
                          <a16:creationId xmlns:a16="http://schemas.microsoft.com/office/drawing/2014/main" id="{C420C156-C312-4B51-A0E5-B26B8C1585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47346" y="3544252"/>
                      <a:ext cx="35160" cy="29782"/>
                    </a:xfrm>
                    <a:custGeom>
                      <a:avLst/>
                      <a:gdLst>
                        <a:gd name="connsiteX0" fmla="*/ 28806 w 35160"/>
                        <a:gd name="connsiteY0" fmla="*/ 25255 h 29782"/>
                        <a:gd name="connsiteX1" fmla="*/ 4136 w 35160"/>
                        <a:gd name="connsiteY1" fmla="*/ 25731 h 29782"/>
                        <a:gd name="connsiteX2" fmla="*/ 5850 w 35160"/>
                        <a:gd name="connsiteY2" fmla="*/ 5062 h 29782"/>
                        <a:gd name="connsiteX3" fmla="*/ 30615 w 35160"/>
                        <a:gd name="connsiteY3" fmla="*/ 3919 h 29782"/>
                        <a:gd name="connsiteX4" fmla="*/ 28806 w 35160"/>
                        <a:gd name="connsiteY4" fmla="*/ 25255 h 29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60" h="29782">
                          <a:moveTo>
                            <a:pt x="28806" y="25255"/>
                          </a:moveTo>
                          <a:cubicBezTo>
                            <a:pt x="21281" y="31160"/>
                            <a:pt x="10232" y="31256"/>
                            <a:pt x="4136" y="25731"/>
                          </a:cubicBezTo>
                          <a:cubicBezTo>
                            <a:pt x="-1769" y="20207"/>
                            <a:pt x="-1484" y="11253"/>
                            <a:pt x="5850" y="5062"/>
                          </a:cubicBezTo>
                          <a:cubicBezTo>
                            <a:pt x="13090" y="-1129"/>
                            <a:pt x="24139" y="-1796"/>
                            <a:pt x="30615" y="3919"/>
                          </a:cubicBezTo>
                          <a:cubicBezTo>
                            <a:pt x="37474" y="9443"/>
                            <a:pt x="36331" y="19350"/>
                            <a:pt x="28806" y="2525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93" name="Forme libre : forme 2592">
                      <a:extLst>
                        <a:ext uri="{FF2B5EF4-FFF2-40B4-BE49-F238E27FC236}">
                          <a16:creationId xmlns:a16="http://schemas.microsoft.com/office/drawing/2014/main" id="{97AEB059-4C3A-40AB-81B1-D7FF70D5E8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47403" y="3545123"/>
                      <a:ext cx="33892" cy="28911"/>
                    </a:xfrm>
                    <a:custGeom>
                      <a:avLst/>
                      <a:gdLst>
                        <a:gd name="connsiteX0" fmla="*/ 17414 w 33892"/>
                        <a:gd name="connsiteY0" fmla="*/ 14383 h 28911"/>
                        <a:gd name="connsiteX1" fmla="*/ 13985 w 33892"/>
                        <a:gd name="connsiteY1" fmla="*/ 0 h 28911"/>
                        <a:gd name="connsiteX2" fmla="*/ 5889 w 33892"/>
                        <a:gd name="connsiteY2" fmla="*/ 4191 h 28911"/>
                        <a:gd name="connsiteX3" fmla="*/ 4174 w 33892"/>
                        <a:gd name="connsiteY3" fmla="*/ 24860 h 28911"/>
                        <a:gd name="connsiteX4" fmla="*/ 28844 w 33892"/>
                        <a:gd name="connsiteY4" fmla="*/ 24384 h 28911"/>
                        <a:gd name="connsiteX5" fmla="*/ 33892 w 33892"/>
                        <a:gd name="connsiteY5" fmla="*/ 17812 h 28911"/>
                        <a:gd name="connsiteX6" fmla="*/ 17414 w 33892"/>
                        <a:gd name="connsiteY6" fmla="*/ 14383 h 28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892" h="28911">
                          <a:moveTo>
                            <a:pt x="17414" y="14383"/>
                          </a:moveTo>
                          <a:cubicBezTo>
                            <a:pt x="12937" y="10573"/>
                            <a:pt x="11985" y="5144"/>
                            <a:pt x="13985" y="0"/>
                          </a:cubicBezTo>
                          <a:cubicBezTo>
                            <a:pt x="11127" y="857"/>
                            <a:pt x="8270" y="2191"/>
                            <a:pt x="5889" y="4191"/>
                          </a:cubicBezTo>
                          <a:cubicBezTo>
                            <a:pt x="-1446" y="10382"/>
                            <a:pt x="-1826" y="19336"/>
                            <a:pt x="4174" y="24860"/>
                          </a:cubicBezTo>
                          <a:cubicBezTo>
                            <a:pt x="10270" y="30385"/>
                            <a:pt x="21319" y="30289"/>
                            <a:pt x="28844" y="24384"/>
                          </a:cubicBezTo>
                          <a:cubicBezTo>
                            <a:pt x="31225" y="22479"/>
                            <a:pt x="32844" y="20193"/>
                            <a:pt x="33892" y="17812"/>
                          </a:cubicBezTo>
                          <a:cubicBezTo>
                            <a:pt x="27796" y="19241"/>
                            <a:pt x="21605" y="18097"/>
                            <a:pt x="17414" y="143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94" name="Forme libre : forme 2593">
                      <a:extLst>
                        <a:ext uri="{FF2B5EF4-FFF2-40B4-BE49-F238E27FC236}">
                          <a16:creationId xmlns:a16="http://schemas.microsoft.com/office/drawing/2014/main" id="{30CA0051-C92E-4B55-AB29-97B3CE2404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64154" y="3554152"/>
                      <a:ext cx="14933" cy="14283"/>
                    </a:xfrm>
                    <a:custGeom>
                      <a:avLst/>
                      <a:gdLst>
                        <a:gd name="connsiteX0" fmla="*/ 14094 w 14933"/>
                        <a:gd name="connsiteY0" fmla="*/ 9069 h 14283"/>
                        <a:gd name="connsiteX1" fmla="*/ 3997 w 14933"/>
                        <a:gd name="connsiteY1" fmla="*/ 14022 h 14283"/>
                        <a:gd name="connsiteX2" fmla="*/ 759 w 14933"/>
                        <a:gd name="connsiteY2" fmla="*/ 5354 h 14283"/>
                        <a:gd name="connsiteX3" fmla="*/ 10760 w 14933"/>
                        <a:gd name="connsiteY3" fmla="*/ 210 h 14283"/>
                        <a:gd name="connsiteX4" fmla="*/ 14094 w 14933"/>
                        <a:gd name="connsiteY4" fmla="*/ 9069 h 142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33" h="14283">
                          <a:moveTo>
                            <a:pt x="14094" y="9069"/>
                          </a:moveTo>
                          <a:cubicBezTo>
                            <a:pt x="12189" y="12879"/>
                            <a:pt x="7617" y="15069"/>
                            <a:pt x="3997" y="14022"/>
                          </a:cubicBezTo>
                          <a:cubicBezTo>
                            <a:pt x="282" y="12974"/>
                            <a:pt x="-956" y="9069"/>
                            <a:pt x="759" y="5354"/>
                          </a:cubicBezTo>
                          <a:cubicBezTo>
                            <a:pt x="2473" y="1639"/>
                            <a:pt x="6950" y="-742"/>
                            <a:pt x="10760" y="210"/>
                          </a:cubicBezTo>
                          <a:cubicBezTo>
                            <a:pt x="14570" y="1163"/>
                            <a:pt x="15999" y="5164"/>
                            <a:pt x="14094" y="906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95" name="Forme libre : forme 2594">
                      <a:extLst>
                        <a:ext uri="{FF2B5EF4-FFF2-40B4-BE49-F238E27FC236}">
                          <a16:creationId xmlns:a16="http://schemas.microsoft.com/office/drawing/2014/main" id="{99370502-561A-4B2B-B6D5-B17DC94294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68850" y="3552789"/>
                      <a:ext cx="5745" cy="4908"/>
                    </a:xfrm>
                    <a:custGeom>
                      <a:avLst/>
                      <a:gdLst>
                        <a:gd name="connsiteX0" fmla="*/ 4825 w 5745"/>
                        <a:gd name="connsiteY0" fmla="*/ 4145 h 4908"/>
                        <a:gd name="connsiteX1" fmla="*/ 730 w 5745"/>
                        <a:gd name="connsiteY1" fmla="*/ 4240 h 4908"/>
                        <a:gd name="connsiteX2" fmla="*/ 920 w 5745"/>
                        <a:gd name="connsiteY2" fmla="*/ 812 h 4908"/>
                        <a:gd name="connsiteX3" fmla="*/ 5016 w 5745"/>
                        <a:gd name="connsiteY3" fmla="*/ 621 h 4908"/>
                        <a:gd name="connsiteX4" fmla="*/ 4825 w 5745"/>
                        <a:gd name="connsiteY4" fmla="*/ 4145 h 4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45" h="4908">
                          <a:moveTo>
                            <a:pt x="4825" y="4145"/>
                          </a:moveTo>
                          <a:cubicBezTo>
                            <a:pt x="3587" y="5098"/>
                            <a:pt x="1778" y="5193"/>
                            <a:pt x="730" y="4240"/>
                          </a:cubicBezTo>
                          <a:cubicBezTo>
                            <a:pt x="-318" y="3288"/>
                            <a:pt x="-223" y="1764"/>
                            <a:pt x="920" y="812"/>
                          </a:cubicBezTo>
                          <a:cubicBezTo>
                            <a:pt x="2063" y="-236"/>
                            <a:pt x="3968" y="-236"/>
                            <a:pt x="5016" y="621"/>
                          </a:cubicBezTo>
                          <a:cubicBezTo>
                            <a:pt x="6064" y="1478"/>
                            <a:pt x="5968" y="3097"/>
                            <a:pt x="4825" y="41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596" name="Graphique 15">
                    <a:extLst>
                      <a:ext uri="{FF2B5EF4-FFF2-40B4-BE49-F238E27FC236}">
                        <a16:creationId xmlns:a16="http://schemas.microsoft.com/office/drawing/2014/main" id="{2E2F2DDE-75AC-4008-A823-32ABE8AE4E12}"/>
                      </a:ext>
                    </a:extLst>
                  </p:cNvPr>
                  <p:cNvGrpSpPr/>
                  <p:nvPr/>
                </p:nvGrpSpPr>
                <p:grpSpPr>
                  <a:xfrm>
                    <a:off x="10942650" y="3573672"/>
                    <a:ext cx="35330" cy="29310"/>
                    <a:chOff x="10942650" y="3573672"/>
                    <a:chExt cx="35330" cy="29310"/>
                  </a:xfrm>
                  <a:solidFill>
                    <a:schemeClr val="accent1"/>
                  </a:solidFill>
                </p:grpSpPr>
                <p:sp>
                  <p:nvSpPr>
                    <p:cNvPr id="2597" name="Forme libre : forme 2596">
                      <a:extLst>
                        <a:ext uri="{FF2B5EF4-FFF2-40B4-BE49-F238E27FC236}">
                          <a16:creationId xmlns:a16="http://schemas.microsoft.com/office/drawing/2014/main" id="{50A260A6-EC1A-4A98-88AB-529EC0F63E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42745" y="3573672"/>
                      <a:ext cx="35234" cy="29214"/>
                    </a:xfrm>
                    <a:custGeom>
                      <a:avLst/>
                      <a:gdLst>
                        <a:gd name="connsiteX0" fmla="*/ 28453 w 35234"/>
                        <a:gd name="connsiteY0" fmla="*/ 25268 h 29214"/>
                        <a:gd name="connsiteX1" fmla="*/ 3879 w 35234"/>
                        <a:gd name="connsiteY1" fmla="*/ 24791 h 29214"/>
                        <a:gd name="connsiteX2" fmla="*/ 6546 w 35234"/>
                        <a:gd name="connsiteY2" fmla="*/ 4503 h 29214"/>
                        <a:gd name="connsiteX3" fmla="*/ 31311 w 35234"/>
                        <a:gd name="connsiteY3" fmla="*/ 4217 h 29214"/>
                        <a:gd name="connsiteX4" fmla="*/ 28453 w 35234"/>
                        <a:gd name="connsiteY4" fmla="*/ 25268 h 29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34" h="29214">
                          <a:moveTo>
                            <a:pt x="28453" y="25268"/>
                          </a:moveTo>
                          <a:cubicBezTo>
                            <a:pt x="20643" y="30792"/>
                            <a:pt x="9689" y="30411"/>
                            <a:pt x="3879" y="24791"/>
                          </a:cubicBezTo>
                          <a:cubicBezTo>
                            <a:pt x="-2217" y="19267"/>
                            <a:pt x="-979" y="10409"/>
                            <a:pt x="6546" y="4503"/>
                          </a:cubicBezTo>
                          <a:cubicBezTo>
                            <a:pt x="14071" y="-1307"/>
                            <a:pt x="25120" y="-1593"/>
                            <a:pt x="31311" y="4217"/>
                          </a:cubicBezTo>
                          <a:cubicBezTo>
                            <a:pt x="37407" y="10218"/>
                            <a:pt x="36359" y="19648"/>
                            <a:pt x="28453" y="2526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98" name="Forme libre : forme 2597">
                      <a:extLst>
                        <a:ext uri="{FF2B5EF4-FFF2-40B4-BE49-F238E27FC236}">
                          <a16:creationId xmlns:a16="http://schemas.microsoft.com/office/drawing/2014/main" id="{5E4BE9D7-D6B2-4E11-BEB3-B5FE6ED79D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42650" y="3574460"/>
                      <a:ext cx="33882" cy="28521"/>
                    </a:xfrm>
                    <a:custGeom>
                      <a:avLst/>
                      <a:gdLst>
                        <a:gd name="connsiteX0" fmla="*/ 17404 w 33882"/>
                        <a:gd name="connsiteY0" fmla="*/ 14288 h 28521"/>
                        <a:gd name="connsiteX1" fmla="*/ 14833 w 33882"/>
                        <a:gd name="connsiteY1" fmla="*/ 0 h 28521"/>
                        <a:gd name="connsiteX2" fmla="*/ 6546 w 33882"/>
                        <a:gd name="connsiteY2" fmla="*/ 3810 h 28521"/>
                        <a:gd name="connsiteX3" fmla="*/ 3879 w 33882"/>
                        <a:gd name="connsiteY3" fmla="*/ 24098 h 28521"/>
                        <a:gd name="connsiteX4" fmla="*/ 28453 w 33882"/>
                        <a:gd name="connsiteY4" fmla="*/ 24574 h 28521"/>
                        <a:gd name="connsiteX5" fmla="*/ 33883 w 33882"/>
                        <a:gd name="connsiteY5" fmla="*/ 18288 h 28521"/>
                        <a:gd name="connsiteX6" fmla="*/ 17404 w 33882"/>
                        <a:gd name="connsiteY6" fmla="*/ 14288 h 28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882" h="28521">
                          <a:moveTo>
                            <a:pt x="17404" y="14288"/>
                          </a:moveTo>
                          <a:cubicBezTo>
                            <a:pt x="13213" y="10382"/>
                            <a:pt x="12546" y="4953"/>
                            <a:pt x="14833" y="0"/>
                          </a:cubicBezTo>
                          <a:cubicBezTo>
                            <a:pt x="11880" y="667"/>
                            <a:pt x="9022" y="1905"/>
                            <a:pt x="6546" y="3810"/>
                          </a:cubicBezTo>
                          <a:cubicBezTo>
                            <a:pt x="-979" y="9620"/>
                            <a:pt x="-2217" y="18479"/>
                            <a:pt x="3879" y="24098"/>
                          </a:cubicBezTo>
                          <a:cubicBezTo>
                            <a:pt x="9689" y="29718"/>
                            <a:pt x="20643" y="30099"/>
                            <a:pt x="28453" y="24574"/>
                          </a:cubicBezTo>
                          <a:cubicBezTo>
                            <a:pt x="30930" y="22765"/>
                            <a:pt x="32740" y="20574"/>
                            <a:pt x="33883" y="18288"/>
                          </a:cubicBezTo>
                          <a:cubicBezTo>
                            <a:pt x="27977" y="19336"/>
                            <a:pt x="21500" y="18097"/>
                            <a:pt x="17404" y="14288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599" name="Forme libre : forme 2598">
                      <a:extLst>
                        <a:ext uri="{FF2B5EF4-FFF2-40B4-BE49-F238E27FC236}">
                          <a16:creationId xmlns:a16="http://schemas.microsoft.com/office/drawing/2014/main" id="{58906029-5E69-4AF0-BFAC-8F5C385C88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9355" y="3583776"/>
                      <a:ext cx="15112" cy="13865"/>
                    </a:xfrm>
                    <a:custGeom>
                      <a:avLst/>
                      <a:gdLst>
                        <a:gd name="connsiteX0" fmla="*/ 14225 w 15112"/>
                        <a:gd name="connsiteY0" fmla="*/ 8972 h 13865"/>
                        <a:gd name="connsiteX1" fmla="*/ 3938 w 15112"/>
                        <a:gd name="connsiteY1" fmla="*/ 13544 h 13865"/>
                        <a:gd name="connsiteX2" fmla="*/ 890 w 15112"/>
                        <a:gd name="connsiteY2" fmla="*/ 4972 h 13865"/>
                        <a:gd name="connsiteX3" fmla="*/ 11082 w 15112"/>
                        <a:gd name="connsiteY3" fmla="*/ 304 h 13865"/>
                        <a:gd name="connsiteX4" fmla="*/ 14225 w 15112"/>
                        <a:gd name="connsiteY4" fmla="*/ 8972 h 13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12" h="13865">
                          <a:moveTo>
                            <a:pt x="14225" y="8972"/>
                          </a:moveTo>
                          <a:cubicBezTo>
                            <a:pt x="12130" y="12687"/>
                            <a:pt x="7462" y="14687"/>
                            <a:pt x="3938" y="13544"/>
                          </a:cubicBezTo>
                          <a:cubicBezTo>
                            <a:pt x="414" y="12401"/>
                            <a:pt x="-1110" y="8591"/>
                            <a:pt x="890" y="4972"/>
                          </a:cubicBezTo>
                          <a:cubicBezTo>
                            <a:pt x="2795" y="1352"/>
                            <a:pt x="7367" y="-839"/>
                            <a:pt x="11082" y="304"/>
                          </a:cubicBezTo>
                          <a:cubicBezTo>
                            <a:pt x="14701" y="1352"/>
                            <a:pt x="16225" y="5353"/>
                            <a:pt x="14225" y="897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00" name="Forme libre : forme 2599">
                      <a:extLst>
                        <a:ext uri="{FF2B5EF4-FFF2-40B4-BE49-F238E27FC236}">
                          <a16:creationId xmlns:a16="http://schemas.microsoft.com/office/drawing/2014/main" id="{E1DB6E8A-112C-46F2-8B85-F3510B43A1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64232" y="3582414"/>
                      <a:ext cx="5836" cy="4857"/>
                    </a:xfrm>
                    <a:custGeom>
                      <a:avLst/>
                      <a:gdLst>
                        <a:gd name="connsiteX0" fmla="*/ 4776 w 5836"/>
                        <a:gd name="connsiteY0" fmla="*/ 4143 h 4857"/>
                        <a:gd name="connsiteX1" fmla="*/ 680 w 5836"/>
                        <a:gd name="connsiteY1" fmla="*/ 4143 h 4857"/>
                        <a:gd name="connsiteX2" fmla="*/ 1061 w 5836"/>
                        <a:gd name="connsiteY2" fmla="*/ 714 h 4857"/>
                        <a:gd name="connsiteX3" fmla="*/ 5157 w 5836"/>
                        <a:gd name="connsiteY3" fmla="*/ 714 h 4857"/>
                        <a:gd name="connsiteX4" fmla="*/ 4776 w 5836"/>
                        <a:gd name="connsiteY4" fmla="*/ 4143 h 4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6" h="4857">
                          <a:moveTo>
                            <a:pt x="4776" y="4143"/>
                          </a:moveTo>
                          <a:cubicBezTo>
                            <a:pt x="3538" y="5096"/>
                            <a:pt x="1728" y="5096"/>
                            <a:pt x="680" y="4143"/>
                          </a:cubicBezTo>
                          <a:cubicBezTo>
                            <a:pt x="-368" y="3191"/>
                            <a:pt x="-177" y="1667"/>
                            <a:pt x="1061" y="714"/>
                          </a:cubicBezTo>
                          <a:cubicBezTo>
                            <a:pt x="2299" y="-238"/>
                            <a:pt x="4109" y="-238"/>
                            <a:pt x="5157" y="714"/>
                          </a:cubicBezTo>
                          <a:cubicBezTo>
                            <a:pt x="6205" y="1667"/>
                            <a:pt x="6014" y="3191"/>
                            <a:pt x="4776" y="41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601" name="Graphique 15">
                  <a:extLst>
                    <a:ext uri="{FF2B5EF4-FFF2-40B4-BE49-F238E27FC236}">
                      <a16:creationId xmlns:a16="http://schemas.microsoft.com/office/drawing/2014/main" id="{77010AE1-E573-468D-9FD0-E54E5BE0CBE9}"/>
                    </a:ext>
                  </a:extLst>
                </p:cNvPr>
                <p:cNvGrpSpPr/>
                <p:nvPr/>
              </p:nvGrpSpPr>
              <p:grpSpPr>
                <a:xfrm>
                  <a:off x="10851390" y="3619688"/>
                  <a:ext cx="99200" cy="38771"/>
                  <a:chOff x="10851390" y="3619688"/>
                  <a:chExt cx="99200" cy="38771"/>
                </a:xfrm>
                <a:solidFill>
                  <a:schemeClr val="accent1"/>
                </a:solidFill>
              </p:grpSpPr>
              <p:grpSp>
                <p:nvGrpSpPr>
                  <p:cNvPr id="2602" name="Graphique 15">
                    <a:extLst>
                      <a:ext uri="{FF2B5EF4-FFF2-40B4-BE49-F238E27FC236}">
                        <a16:creationId xmlns:a16="http://schemas.microsoft.com/office/drawing/2014/main" id="{0DD70C6D-C585-4532-9DA3-C0980E29C79B}"/>
                      </a:ext>
                    </a:extLst>
                  </p:cNvPr>
                  <p:cNvGrpSpPr/>
                  <p:nvPr/>
                </p:nvGrpSpPr>
                <p:grpSpPr>
                  <a:xfrm>
                    <a:off x="10851390" y="3619688"/>
                    <a:ext cx="35151" cy="25070"/>
                    <a:chOff x="10851390" y="3619688"/>
                    <a:chExt cx="35151" cy="25070"/>
                  </a:xfrm>
                  <a:solidFill>
                    <a:schemeClr val="accent1"/>
                  </a:solidFill>
                </p:grpSpPr>
                <p:sp>
                  <p:nvSpPr>
                    <p:cNvPr id="2603" name="Forme libre : forme 2602">
                      <a:extLst>
                        <a:ext uri="{FF2B5EF4-FFF2-40B4-BE49-F238E27FC236}">
                          <a16:creationId xmlns:a16="http://schemas.microsoft.com/office/drawing/2014/main" id="{45E8FE3D-0CCF-4A56-AF6C-1C228CF4D8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1390" y="3619688"/>
                      <a:ext cx="35151" cy="25070"/>
                    </a:xfrm>
                    <a:custGeom>
                      <a:avLst/>
                      <a:gdLst>
                        <a:gd name="connsiteX0" fmla="*/ 31893 w 35151"/>
                        <a:gd name="connsiteY0" fmla="*/ 3635 h 25070"/>
                        <a:gd name="connsiteX1" fmla="*/ 27702 w 35151"/>
                        <a:gd name="connsiteY1" fmla="*/ 21638 h 25070"/>
                        <a:gd name="connsiteX2" fmla="*/ 3127 w 35151"/>
                        <a:gd name="connsiteY2" fmla="*/ 21352 h 25070"/>
                        <a:gd name="connsiteX3" fmla="*/ 7509 w 35151"/>
                        <a:gd name="connsiteY3" fmla="*/ 4017 h 25070"/>
                        <a:gd name="connsiteX4" fmla="*/ 31893 w 35151"/>
                        <a:gd name="connsiteY4" fmla="*/ 3635 h 25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51" h="25070">
                          <a:moveTo>
                            <a:pt x="31893" y="3635"/>
                          </a:moveTo>
                          <a:cubicBezTo>
                            <a:pt x="37512" y="8684"/>
                            <a:pt x="35703" y="16875"/>
                            <a:pt x="27702" y="21638"/>
                          </a:cubicBezTo>
                          <a:cubicBezTo>
                            <a:pt x="19796" y="26400"/>
                            <a:pt x="8747" y="26115"/>
                            <a:pt x="3127" y="21352"/>
                          </a:cubicBezTo>
                          <a:cubicBezTo>
                            <a:pt x="-2397" y="16590"/>
                            <a:pt x="-397" y="9065"/>
                            <a:pt x="7509" y="4017"/>
                          </a:cubicBezTo>
                          <a:cubicBezTo>
                            <a:pt x="15414" y="-1127"/>
                            <a:pt x="26273" y="-1413"/>
                            <a:pt x="31893" y="363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04" name="Forme libre : forme 2603">
                      <a:extLst>
                        <a:ext uri="{FF2B5EF4-FFF2-40B4-BE49-F238E27FC236}">
                          <a16:creationId xmlns:a16="http://schemas.microsoft.com/office/drawing/2014/main" id="{414FFCA6-AA7F-44FA-8AA3-175FB19EE7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1470" y="3620085"/>
                      <a:ext cx="35003" cy="24543"/>
                    </a:xfrm>
                    <a:custGeom>
                      <a:avLst/>
                      <a:gdLst>
                        <a:gd name="connsiteX0" fmla="*/ 17716 w 35003"/>
                        <a:gd name="connsiteY0" fmla="*/ 12287 h 24543"/>
                        <a:gd name="connsiteX1" fmla="*/ 0 w 35003"/>
                        <a:gd name="connsiteY1" fmla="*/ 15431 h 24543"/>
                        <a:gd name="connsiteX2" fmla="*/ 3048 w 35003"/>
                        <a:gd name="connsiteY2" fmla="*/ 20860 h 24543"/>
                        <a:gd name="connsiteX3" fmla="*/ 27622 w 35003"/>
                        <a:gd name="connsiteY3" fmla="*/ 21146 h 24543"/>
                        <a:gd name="connsiteX4" fmla="*/ 31813 w 35003"/>
                        <a:gd name="connsiteY4" fmla="*/ 3143 h 24543"/>
                        <a:gd name="connsiteX5" fmla="*/ 25146 w 35003"/>
                        <a:gd name="connsiteY5" fmla="*/ 0 h 24543"/>
                        <a:gd name="connsiteX6" fmla="*/ 17716 w 35003"/>
                        <a:gd name="connsiteY6" fmla="*/ 12287 h 24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003" h="24543">
                          <a:moveTo>
                            <a:pt x="17716" y="12287"/>
                          </a:moveTo>
                          <a:cubicBezTo>
                            <a:pt x="12287" y="15621"/>
                            <a:pt x="5524" y="16574"/>
                            <a:pt x="0" y="15431"/>
                          </a:cubicBezTo>
                          <a:cubicBezTo>
                            <a:pt x="286" y="17431"/>
                            <a:pt x="1143" y="19241"/>
                            <a:pt x="3048" y="20860"/>
                          </a:cubicBezTo>
                          <a:cubicBezTo>
                            <a:pt x="8572" y="25527"/>
                            <a:pt x="19717" y="25908"/>
                            <a:pt x="27622" y="21146"/>
                          </a:cubicBezTo>
                          <a:cubicBezTo>
                            <a:pt x="35528" y="16383"/>
                            <a:pt x="37338" y="8192"/>
                            <a:pt x="31813" y="3143"/>
                          </a:cubicBezTo>
                          <a:cubicBezTo>
                            <a:pt x="30004" y="1524"/>
                            <a:pt x="27718" y="571"/>
                            <a:pt x="25146" y="0"/>
                          </a:cubicBezTo>
                          <a:cubicBezTo>
                            <a:pt x="25622" y="4286"/>
                            <a:pt x="23050" y="9049"/>
                            <a:pt x="17716" y="122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05" name="Forme libre : forme 2604">
                      <a:extLst>
                        <a:ext uri="{FF2B5EF4-FFF2-40B4-BE49-F238E27FC236}">
                          <a16:creationId xmlns:a16="http://schemas.microsoft.com/office/drawing/2014/main" id="{24A2D074-BCD2-4558-B584-742F369664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64600" y="3622027"/>
                      <a:ext cx="16316" cy="10702"/>
                    </a:xfrm>
                    <a:custGeom>
                      <a:avLst/>
                      <a:gdLst>
                        <a:gd name="connsiteX0" fmla="*/ 11635 w 16316"/>
                        <a:gd name="connsiteY0" fmla="*/ 344 h 10702"/>
                        <a:gd name="connsiteX1" fmla="*/ 15540 w 16316"/>
                        <a:gd name="connsiteY1" fmla="*/ 7297 h 10702"/>
                        <a:gd name="connsiteX2" fmla="*/ 4681 w 16316"/>
                        <a:gd name="connsiteY2" fmla="*/ 10345 h 10702"/>
                        <a:gd name="connsiteX3" fmla="*/ 776 w 16316"/>
                        <a:gd name="connsiteY3" fmla="*/ 3487 h 10702"/>
                        <a:gd name="connsiteX4" fmla="*/ 11635 w 16316"/>
                        <a:gd name="connsiteY4" fmla="*/ 344 h 10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16" h="10702">
                          <a:moveTo>
                            <a:pt x="11635" y="344"/>
                          </a:moveTo>
                          <a:cubicBezTo>
                            <a:pt x="15730" y="1392"/>
                            <a:pt x="17445" y="4535"/>
                            <a:pt x="15540" y="7297"/>
                          </a:cubicBezTo>
                          <a:cubicBezTo>
                            <a:pt x="13635" y="10060"/>
                            <a:pt x="8682" y="11393"/>
                            <a:pt x="4681" y="10345"/>
                          </a:cubicBezTo>
                          <a:cubicBezTo>
                            <a:pt x="586" y="9298"/>
                            <a:pt x="-1129" y="6250"/>
                            <a:pt x="776" y="3487"/>
                          </a:cubicBezTo>
                          <a:cubicBezTo>
                            <a:pt x="2776" y="725"/>
                            <a:pt x="7539" y="-704"/>
                            <a:pt x="11635" y="34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06" name="Forme libre : forme 2605">
                      <a:extLst>
                        <a:ext uri="{FF2B5EF4-FFF2-40B4-BE49-F238E27FC236}">
                          <a16:creationId xmlns:a16="http://schemas.microsoft.com/office/drawing/2014/main" id="{E050844D-9BE0-43E8-A605-805D2FB73B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62942" y="3625679"/>
                      <a:ext cx="5730" cy="4193"/>
                    </a:xfrm>
                    <a:custGeom>
                      <a:avLst/>
                      <a:gdLst>
                        <a:gd name="connsiteX0" fmla="*/ 5196 w 5730"/>
                        <a:gd name="connsiteY0" fmla="*/ 597 h 4193"/>
                        <a:gd name="connsiteX1" fmla="*/ 4530 w 5730"/>
                        <a:gd name="connsiteY1" fmla="*/ 3550 h 4193"/>
                        <a:gd name="connsiteX2" fmla="*/ 529 w 5730"/>
                        <a:gd name="connsiteY2" fmla="*/ 3550 h 4193"/>
                        <a:gd name="connsiteX3" fmla="*/ 1291 w 5730"/>
                        <a:gd name="connsiteY3" fmla="*/ 693 h 4193"/>
                        <a:gd name="connsiteX4" fmla="*/ 5196 w 5730"/>
                        <a:gd name="connsiteY4" fmla="*/ 597 h 4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30" h="4193">
                          <a:moveTo>
                            <a:pt x="5196" y="597"/>
                          </a:moveTo>
                          <a:cubicBezTo>
                            <a:pt x="6149" y="1359"/>
                            <a:pt x="5768" y="2693"/>
                            <a:pt x="4530" y="3550"/>
                          </a:cubicBezTo>
                          <a:cubicBezTo>
                            <a:pt x="3196" y="4407"/>
                            <a:pt x="1386" y="4407"/>
                            <a:pt x="529" y="3550"/>
                          </a:cubicBezTo>
                          <a:cubicBezTo>
                            <a:pt x="-423" y="2788"/>
                            <a:pt x="-43" y="1455"/>
                            <a:pt x="1291" y="693"/>
                          </a:cubicBezTo>
                          <a:cubicBezTo>
                            <a:pt x="2434" y="-165"/>
                            <a:pt x="4244" y="-260"/>
                            <a:pt x="5196" y="59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607" name="Graphique 15">
                    <a:extLst>
                      <a:ext uri="{FF2B5EF4-FFF2-40B4-BE49-F238E27FC236}">
                        <a16:creationId xmlns:a16="http://schemas.microsoft.com/office/drawing/2014/main" id="{2AF56CB8-10FB-4342-BB83-36ECEFC5614B}"/>
                      </a:ext>
                    </a:extLst>
                  </p:cNvPr>
                  <p:cNvGrpSpPr/>
                  <p:nvPr/>
                </p:nvGrpSpPr>
                <p:grpSpPr>
                  <a:xfrm>
                    <a:off x="10881280" y="3629046"/>
                    <a:ext cx="35371" cy="25950"/>
                    <a:chOff x="10881280" y="3629046"/>
                    <a:chExt cx="35371" cy="25950"/>
                  </a:xfrm>
                  <a:solidFill>
                    <a:schemeClr val="accent1"/>
                  </a:solidFill>
                </p:grpSpPr>
                <p:sp>
                  <p:nvSpPr>
                    <p:cNvPr id="2608" name="Forme libre : forme 2607">
                      <a:extLst>
                        <a:ext uri="{FF2B5EF4-FFF2-40B4-BE49-F238E27FC236}">
                          <a16:creationId xmlns:a16="http://schemas.microsoft.com/office/drawing/2014/main" id="{A245A8D1-36E9-4F27-B0C9-D923D78811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81280" y="3629046"/>
                      <a:ext cx="35371" cy="25950"/>
                    </a:xfrm>
                    <a:custGeom>
                      <a:avLst/>
                      <a:gdLst>
                        <a:gd name="connsiteX0" fmla="*/ 32102 w 35371"/>
                        <a:gd name="connsiteY0" fmla="*/ 4183 h 25950"/>
                        <a:gd name="connsiteX1" fmla="*/ 27435 w 35371"/>
                        <a:gd name="connsiteY1" fmla="*/ 22852 h 25950"/>
                        <a:gd name="connsiteX2" fmla="*/ 2955 w 35371"/>
                        <a:gd name="connsiteY2" fmla="*/ 21614 h 25950"/>
                        <a:gd name="connsiteX3" fmla="*/ 7432 w 35371"/>
                        <a:gd name="connsiteY3" fmla="*/ 3612 h 25950"/>
                        <a:gd name="connsiteX4" fmla="*/ 32102 w 35371"/>
                        <a:gd name="connsiteY4" fmla="*/ 4183 h 25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71" h="25950">
                          <a:moveTo>
                            <a:pt x="32102" y="4183"/>
                          </a:moveTo>
                          <a:cubicBezTo>
                            <a:pt x="38103" y="9517"/>
                            <a:pt x="35436" y="18185"/>
                            <a:pt x="27435" y="22852"/>
                          </a:cubicBezTo>
                          <a:cubicBezTo>
                            <a:pt x="19338" y="27519"/>
                            <a:pt x="8289" y="26757"/>
                            <a:pt x="2955" y="21614"/>
                          </a:cubicBezTo>
                          <a:cubicBezTo>
                            <a:pt x="-2188" y="16375"/>
                            <a:pt x="-569" y="8565"/>
                            <a:pt x="7432" y="3612"/>
                          </a:cubicBezTo>
                          <a:cubicBezTo>
                            <a:pt x="15338" y="-1341"/>
                            <a:pt x="26387" y="-1246"/>
                            <a:pt x="32102" y="418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09" name="Forme libre : forme 2608">
                      <a:extLst>
                        <a:ext uri="{FF2B5EF4-FFF2-40B4-BE49-F238E27FC236}">
                          <a16:creationId xmlns:a16="http://schemas.microsoft.com/office/drawing/2014/main" id="{F03BBDC2-2DF4-432C-B303-89CA34FC69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81473" y="3629610"/>
                      <a:ext cx="35178" cy="25323"/>
                    </a:xfrm>
                    <a:custGeom>
                      <a:avLst/>
                      <a:gdLst>
                        <a:gd name="connsiteX0" fmla="*/ 17812 w 35178"/>
                        <a:gd name="connsiteY0" fmla="*/ 12573 h 25323"/>
                        <a:gd name="connsiteX1" fmla="*/ 0 w 35178"/>
                        <a:gd name="connsiteY1" fmla="*/ 15145 h 25323"/>
                        <a:gd name="connsiteX2" fmla="*/ 2762 w 35178"/>
                        <a:gd name="connsiteY2" fmla="*/ 20955 h 25323"/>
                        <a:gd name="connsiteX3" fmla="*/ 27242 w 35178"/>
                        <a:gd name="connsiteY3" fmla="*/ 22193 h 25323"/>
                        <a:gd name="connsiteX4" fmla="*/ 31909 w 35178"/>
                        <a:gd name="connsiteY4" fmla="*/ 3524 h 25323"/>
                        <a:gd name="connsiteX5" fmla="*/ 25051 w 35178"/>
                        <a:gd name="connsiteY5" fmla="*/ 0 h 25323"/>
                        <a:gd name="connsiteX6" fmla="*/ 17812 w 35178"/>
                        <a:gd name="connsiteY6" fmla="*/ 12573 h 25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178" h="25323">
                          <a:moveTo>
                            <a:pt x="17812" y="12573"/>
                          </a:moveTo>
                          <a:cubicBezTo>
                            <a:pt x="12287" y="15812"/>
                            <a:pt x="5429" y="16574"/>
                            <a:pt x="0" y="15145"/>
                          </a:cubicBezTo>
                          <a:cubicBezTo>
                            <a:pt x="190" y="17240"/>
                            <a:pt x="953" y="19241"/>
                            <a:pt x="2762" y="20955"/>
                          </a:cubicBezTo>
                          <a:cubicBezTo>
                            <a:pt x="8096" y="26194"/>
                            <a:pt x="19050" y="26861"/>
                            <a:pt x="27242" y="22193"/>
                          </a:cubicBezTo>
                          <a:cubicBezTo>
                            <a:pt x="35243" y="17526"/>
                            <a:pt x="37910" y="8858"/>
                            <a:pt x="31909" y="3524"/>
                          </a:cubicBezTo>
                          <a:cubicBezTo>
                            <a:pt x="30099" y="1810"/>
                            <a:pt x="27718" y="667"/>
                            <a:pt x="25051" y="0"/>
                          </a:cubicBezTo>
                          <a:cubicBezTo>
                            <a:pt x="25622" y="4572"/>
                            <a:pt x="23336" y="9335"/>
                            <a:pt x="17812" y="125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10" name="Forme libre : forme 2609">
                      <a:extLst>
                        <a:ext uri="{FF2B5EF4-FFF2-40B4-BE49-F238E27FC236}">
                          <a16:creationId xmlns:a16="http://schemas.microsoft.com/office/drawing/2014/main" id="{DA016956-7670-4BAF-BB49-F9949D685F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4621" y="3631528"/>
                      <a:ext cx="16454" cy="11150"/>
                    </a:xfrm>
                    <a:custGeom>
                      <a:avLst/>
                      <a:gdLst>
                        <a:gd name="connsiteX0" fmla="*/ 11617 w 16454"/>
                        <a:gd name="connsiteY0" fmla="*/ 463 h 11150"/>
                        <a:gd name="connsiteX1" fmla="*/ 15713 w 16454"/>
                        <a:gd name="connsiteY1" fmla="*/ 7892 h 11150"/>
                        <a:gd name="connsiteX2" fmla="*/ 4759 w 16454"/>
                        <a:gd name="connsiteY2" fmla="*/ 10655 h 11150"/>
                        <a:gd name="connsiteX3" fmla="*/ 759 w 16454"/>
                        <a:gd name="connsiteY3" fmla="*/ 3416 h 11150"/>
                        <a:gd name="connsiteX4" fmla="*/ 11617 w 16454"/>
                        <a:gd name="connsiteY4" fmla="*/ 463 h 11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454" h="11150">
                          <a:moveTo>
                            <a:pt x="11617" y="463"/>
                          </a:moveTo>
                          <a:cubicBezTo>
                            <a:pt x="15713" y="1701"/>
                            <a:pt x="17618" y="5035"/>
                            <a:pt x="15713" y="7892"/>
                          </a:cubicBezTo>
                          <a:cubicBezTo>
                            <a:pt x="13713" y="10750"/>
                            <a:pt x="8760" y="11893"/>
                            <a:pt x="4759" y="10655"/>
                          </a:cubicBezTo>
                          <a:cubicBezTo>
                            <a:pt x="664" y="9416"/>
                            <a:pt x="-1146" y="6178"/>
                            <a:pt x="759" y="3416"/>
                          </a:cubicBezTo>
                          <a:cubicBezTo>
                            <a:pt x="2664" y="558"/>
                            <a:pt x="7522" y="-775"/>
                            <a:pt x="11617" y="463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11" name="Forme libre : forme 2610">
                      <a:extLst>
                        <a:ext uri="{FF2B5EF4-FFF2-40B4-BE49-F238E27FC236}">
                          <a16:creationId xmlns:a16="http://schemas.microsoft.com/office/drawing/2014/main" id="{1356C9D7-ADFF-40A1-9DE7-583E28BE06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2819" y="3635063"/>
                      <a:ext cx="5884" cy="4288"/>
                    </a:xfrm>
                    <a:custGeom>
                      <a:avLst/>
                      <a:gdLst>
                        <a:gd name="connsiteX0" fmla="*/ 5323 w 5884"/>
                        <a:gd name="connsiteY0" fmla="*/ 643 h 4288"/>
                        <a:gd name="connsiteX1" fmla="*/ 4657 w 5884"/>
                        <a:gd name="connsiteY1" fmla="*/ 3691 h 4288"/>
                        <a:gd name="connsiteX2" fmla="*/ 561 w 5884"/>
                        <a:gd name="connsiteY2" fmla="*/ 3596 h 4288"/>
                        <a:gd name="connsiteX3" fmla="*/ 1228 w 5884"/>
                        <a:gd name="connsiteY3" fmla="*/ 643 h 4288"/>
                        <a:gd name="connsiteX4" fmla="*/ 5323 w 5884"/>
                        <a:gd name="connsiteY4" fmla="*/ 643 h 4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4" h="4288">
                          <a:moveTo>
                            <a:pt x="5323" y="643"/>
                          </a:moveTo>
                          <a:cubicBezTo>
                            <a:pt x="6276" y="1500"/>
                            <a:pt x="5990" y="2834"/>
                            <a:pt x="4657" y="3691"/>
                          </a:cubicBezTo>
                          <a:cubicBezTo>
                            <a:pt x="3323" y="4548"/>
                            <a:pt x="1513" y="4453"/>
                            <a:pt x="561" y="3596"/>
                          </a:cubicBezTo>
                          <a:cubicBezTo>
                            <a:pt x="-392" y="2738"/>
                            <a:pt x="-106" y="1405"/>
                            <a:pt x="1228" y="643"/>
                          </a:cubicBezTo>
                          <a:cubicBezTo>
                            <a:pt x="2561" y="-214"/>
                            <a:pt x="4371" y="-214"/>
                            <a:pt x="5323" y="6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612" name="Graphique 15">
                    <a:extLst>
                      <a:ext uri="{FF2B5EF4-FFF2-40B4-BE49-F238E27FC236}">
                        <a16:creationId xmlns:a16="http://schemas.microsoft.com/office/drawing/2014/main" id="{160E8A82-6E48-4BF3-8E9F-9C22B4D4C246}"/>
                      </a:ext>
                    </a:extLst>
                  </p:cNvPr>
                  <p:cNvGrpSpPr/>
                  <p:nvPr/>
                </p:nvGrpSpPr>
                <p:grpSpPr>
                  <a:xfrm>
                    <a:off x="10915305" y="3631085"/>
                    <a:ext cx="35285" cy="27375"/>
                    <a:chOff x="10915305" y="3631085"/>
                    <a:chExt cx="35285" cy="27375"/>
                  </a:xfrm>
                  <a:solidFill>
                    <a:schemeClr val="accent1"/>
                  </a:solidFill>
                </p:grpSpPr>
                <p:sp>
                  <p:nvSpPr>
                    <p:cNvPr id="2613" name="Forme libre : forme 2612">
                      <a:extLst>
                        <a:ext uri="{FF2B5EF4-FFF2-40B4-BE49-F238E27FC236}">
                          <a16:creationId xmlns:a16="http://schemas.microsoft.com/office/drawing/2014/main" id="{AAB9202B-84BC-48FA-A7E1-34FCC0EBC7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5305" y="3631085"/>
                      <a:ext cx="35285" cy="27279"/>
                    </a:xfrm>
                    <a:custGeom>
                      <a:avLst/>
                      <a:gdLst>
                        <a:gd name="connsiteX0" fmla="*/ 32272 w 35285"/>
                        <a:gd name="connsiteY0" fmla="*/ 4812 h 27279"/>
                        <a:gd name="connsiteX1" fmla="*/ 27509 w 35285"/>
                        <a:gd name="connsiteY1" fmla="*/ 24338 h 27279"/>
                        <a:gd name="connsiteX2" fmla="*/ 2935 w 35285"/>
                        <a:gd name="connsiteY2" fmla="*/ 22338 h 27279"/>
                        <a:gd name="connsiteX3" fmla="*/ 7792 w 35285"/>
                        <a:gd name="connsiteY3" fmla="*/ 3383 h 27279"/>
                        <a:gd name="connsiteX4" fmla="*/ 32272 w 35285"/>
                        <a:gd name="connsiteY4" fmla="*/ 4812 h 272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85" h="27279">
                          <a:moveTo>
                            <a:pt x="32272" y="4812"/>
                          </a:moveTo>
                          <a:cubicBezTo>
                            <a:pt x="37701" y="10717"/>
                            <a:pt x="35605" y="19671"/>
                            <a:pt x="27509" y="24338"/>
                          </a:cubicBezTo>
                          <a:cubicBezTo>
                            <a:pt x="19413" y="29005"/>
                            <a:pt x="8364" y="27957"/>
                            <a:pt x="2935" y="22338"/>
                          </a:cubicBezTo>
                          <a:cubicBezTo>
                            <a:pt x="-2495" y="16718"/>
                            <a:pt x="-113" y="8336"/>
                            <a:pt x="7792" y="3383"/>
                          </a:cubicBezTo>
                          <a:cubicBezTo>
                            <a:pt x="15507" y="-1475"/>
                            <a:pt x="26938" y="-1189"/>
                            <a:pt x="32272" y="4812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14" name="Forme libre : forme 2613">
                      <a:extLst>
                        <a:ext uri="{FF2B5EF4-FFF2-40B4-BE49-F238E27FC236}">
                          <a16:creationId xmlns:a16="http://schemas.microsoft.com/office/drawing/2014/main" id="{ED0B20BE-D819-4855-92AB-04E19A3308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15382" y="3632086"/>
                      <a:ext cx="35208" cy="26373"/>
                    </a:xfrm>
                    <a:custGeom>
                      <a:avLst/>
                      <a:gdLst>
                        <a:gd name="connsiteX0" fmla="*/ 17907 w 35208"/>
                        <a:gd name="connsiteY0" fmla="*/ 12954 h 26373"/>
                        <a:gd name="connsiteX1" fmla="*/ 0 w 35208"/>
                        <a:gd name="connsiteY1" fmla="*/ 15240 h 26373"/>
                        <a:gd name="connsiteX2" fmla="*/ 2858 w 35208"/>
                        <a:gd name="connsiteY2" fmla="*/ 21431 h 26373"/>
                        <a:gd name="connsiteX3" fmla="*/ 27432 w 35208"/>
                        <a:gd name="connsiteY3" fmla="*/ 23431 h 26373"/>
                        <a:gd name="connsiteX4" fmla="*/ 32195 w 35208"/>
                        <a:gd name="connsiteY4" fmla="*/ 3905 h 26373"/>
                        <a:gd name="connsiteX5" fmla="*/ 25527 w 35208"/>
                        <a:gd name="connsiteY5" fmla="*/ 0 h 26373"/>
                        <a:gd name="connsiteX6" fmla="*/ 17907 w 35208"/>
                        <a:gd name="connsiteY6" fmla="*/ 12954 h 26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08" h="26373">
                          <a:moveTo>
                            <a:pt x="17907" y="12954"/>
                          </a:moveTo>
                          <a:cubicBezTo>
                            <a:pt x="12383" y="16288"/>
                            <a:pt x="5525" y="16859"/>
                            <a:pt x="0" y="15240"/>
                          </a:cubicBezTo>
                          <a:cubicBezTo>
                            <a:pt x="191" y="17431"/>
                            <a:pt x="1048" y="19621"/>
                            <a:pt x="2858" y="21431"/>
                          </a:cubicBezTo>
                          <a:cubicBezTo>
                            <a:pt x="8287" y="27051"/>
                            <a:pt x="19336" y="28099"/>
                            <a:pt x="27432" y="23431"/>
                          </a:cubicBezTo>
                          <a:cubicBezTo>
                            <a:pt x="35528" y="18764"/>
                            <a:pt x="37624" y="9811"/>
                            <a:pt x="32195" y="3905"/>
                          </a:cubicBezTo>
                          <a:cubicBezTo>
                            <a:pt x="30480" y="2000"/>
                            <a:pt x="28194" y="762"/>
                            <a:pt x="25527" y="0"/>
                          </a:cubicBezTo>
                          <a:cubicBezTo>
                            <a:pt x="26098" y="4572"/>
                            <a:pt x="23336" y="9715"/>
                            <a:pt x="17907" y="1295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15" name="Forme libre : forme 2614">
                      <a:extLst>
                        <a:ext uri="{FF2B5EF4-FFF2-40B4-BE49-F238E27FC236}">
                          <a16:creationId xmlns:a16="http://schemas.microsoft.com/office/drawing/2014/main" id="{8F4AA376-00C5-4386-9E06-1D8A518937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28753" y="3633779"/>
                      <a:ext cx="16423" cy="11799"/>
                    </a:xfrm>
                    <a:custGeom>
                      <a:avLst/>
                      <a:gdLst>
                        <a:gd name="connsiteX0" fmla="*/ 11870 w 16423"/>
                        <a:gd name="connsiteY0" fmla="*/ 594 h 11799"/>
                        <a:gd name="connsiteX1" fmla="*/ 15585 w 16423"/>
                        <a:gd name="connsiteY1" fmla="*/ 8595 h 11799"/>
                        <a:gd name="connsiteX2" fmla="*/ 4536 w 16423"/>
                        <a:gd name="connsiteY2" fmla="*/ 11167 h 11799"/>
                        <a:gd name="connsiteX3" fmla="*/ 916 w 16423"/>
                        <a:gd name="connsiteY3" fmla="*/ 3356 h 11799"/>
                        <a:gd name="connsiteX4" fmla="*/ 11870 w 16423"/>
                        <a:gd name="connsiteY4" fmla="*/ 594 h 11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423" h="11799">
                          <a:moveTo>
                            <a:pt x="11870" y="594"/>
                          </a:moveTo>
                          <a:cubicBezTo>
                            <a:pt x="15871" y="2023"/>
                            <a:pt x="17585" y="5642"/>
                            <a:pt x="15585" y="8595"/>
                          </a:cubicBezTo>
                          <a:cubicBezTo>
                            <a:pt x="13585" y="11548"/>
                            <a:pt x="8632" y="12595"/>
                            <a:pt x="4536" y="11167"/>
                          </a:cubicBezTo>
                          <a:cubicBezTo>
                            <a:pt x="440" y="9738"/>
                            <a:pt x="-1179" y="6213"/>
                            <a:pt x="916" y="3356"/>
                          </a:cubicBezTo>
                          <a:cubicBezTo>
                            <a:pt x="2917" y="403"/>
                            <a:pt x="7870" y="-835"/>
                            <a:pt x="11870" y="59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16" name="Forme libre : forme 2615">
                      <a:extLst>
                        <a:ext uri="{FF2B5EF4-FFF2-40B4-BE49-F238E27FC236}">
                          <a16:creationId xmlns:a16="http://schemas.microsoft.com/office/drawing/2014/main" id="{D200A29A-E519-427D-82DB-5BD9D32234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27116" y="3637293"/>
                      <a:ext cx="5707" cy="4445"/>
                    </a:xfrm>
                    <a:custGeom>
                      <a:avLst/>
                      <a:gdLst>
                        <a:gd name="connsiteX0" fmla="*/ 5220 w 5707"/>
                        <a:gd name="connsiteY0" fmla="*/ 794 h 4445"/>
                        <a:gd name="connsiteX1" fmla="*/ 4458 w 5707"/>
                        <a:gd name="connsiteY1" fmla="*/ 3937 h 4445"/>
                        <a:gd name="connsiteX2" fmla="*/ 458 w 5707"/>
                        <a:gd name="connsiteY2" fmla="*/ 3651 h 4445"/>
                        <a:gd name="connsiteX3" fmla="*/ 1315 w 5707"/>
                        <a:gd name="connsiteY3" fmla="*/ 508 h 4445"/>
                        <a:gd name="connsiteX4" fmla="*/ 5220 w 5707"/>
                        <a:gd name="connsiteY4" fmla="*/ 794 h 44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07" h="4445">
                          <a:moveTo>
                            <a:pt x="5220" y="794"/>
                          </a:moveTo>
                          <a:cubicBezTo>
                            <a:pt x="6077" y="1746"/>
                            <a:pt x="5792" y="3175"/>
                            <a:pt x="4458" y="3937"/>
                          </a:cubicBezTo>
                          <a:cubicBezTo>
                            <a:pt x="3125" y="4699"/>
                            <a:pt x="1315" y="4604"/>
                            <a:pt x="458" y="3651"/>
                          </a:cubicBezTo>
                          <a:cubicBezTo>
                            <a:pt x="-400" y="2699"/>
                            <a:pt x="-18" y="1270"/>
                            <a:pt x="1315" y="508"/>
                          </a:cubicBezTo>
                          <a:cubicBezTo>
                            <a:pt x="2553" y="-254"/>
                            <a:pt x="4363" y="-159"/>
                            <a:pt x="5220" y="79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617" name="Graphique 15">
                  <a:extLst>
                    <a:ext uri="{FF2B5EF4-FFF2-40B4-BE49-F238E27FC236}">
                      <a16:creationId xmlns:a16="http://schemas.microsoft.com/office/drawing/2014/main" id="{FD749A5B-AA11-48A0-8696-346E0C07C84E}"/>
                    </a:ext>
                  </a:extLst>
                </p:cNvPr>
                <p:cNvGrpSpPr/>
                <p:nvPr/>
              </p:nvGrpSpPr>
              <p:grpSpPr>
                <a:xfrm>
                  <a:off x="10955278" y="3660931"/>
                  <a:ext cx="70441" cy="78106"/>
                  <a:chOff x="10955278" y="3660931"/>
                  <a:chExt cx="70441" cy="78106"/>
                </a:xfrm>
                <a:solidFill>
                  <a:schemeClr val="accent1"/>
                </a:solidFill>
              </p:grpSpPr>
              <p:grpSp>
                <p:nvGrpSpPr>
                  <p:cNvPr id="2618" name="Graphique 15">
                    <a:extLst>
                      <a:ext uri="{FF2B5EF4-FFF2-40B4-BE49-F238E27FC236}">
                        <a16:creationId xmlns:a16="http://schemas.microsoft.com/office/drawing/2014/main" id="{5039418F-47F9-4BDF-85EE-6B3C961C75DF}"/>
                      </a:ext>
                    </a:extLst>
                  </p:cNvPr>
                  <p:cNvGrpSpPr/>
                  <p:nvPr/>
                </p:nvGrpSpPr>
                <p:grpSpPr>
                  <a:xfrm>
                    <a:off x="10955278" y="3660931"/>
                    <a:ext cx="35644" cy="28687"/>
                    <a:chOff x="10955278" y="3660931"/>
                    <a:chExt cx="35644" cy="28687"/>
                  </a:xfrm>
                  <a:solidFill>
                    <a:schemeClr val="accent1"/>
                  </a:solidFill>
                </p:grpSpPr>
                <p:sp>
                  <p:nvSpPr>
                    <p:cNvPr id="2619" name="Forme libre : forme 2618">
                      <a:extLst>
                        <a:ext uri="{FF2B5EF4-FFF2-40B4-BE49-F238E27FC236}">
                          <a16:creationId xmlns:a16="http://schemas.microsoft.com/office/drawing/2014/main" id="{50432B43-1E29-42F4-9FBD-2D7D5D5D03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5374" y="3660931"/>
                      <a:ext cx="35549" cy="28686"/>
                    </a:xfrm>
                    <a:custGeom>
                      <a:avLst/>
                      <a:gdLst>
                        <a:gd name="connsiteX0" fmla="*/ 35542 w 35549"/>
                        <a:gd name="connsiteY0" fmla="*/ 14113 h 28686"/>
                        <a:gd name="connsiteX1" fmla="*/ 17158 w 35549"/>
                        <a:gd name="connsiteY1" fmla="*/ 28687 h 28686"/>
                        <a:gd name="connsiteX2" fmla="*/ 14 w 35549"/>
                        <a:gd name="connsiteY2" fmla="*/ 14780 h 28686"/>
                        <a:gd name="connsiteX3" fmla="*/ 18397 w 35549"/>
                        <a:gd name="connsiteY3" fmla="*/ 16 h 28686"/>
                        <a:gd name="connsiteX4" fmla="*/ 35542 w 35549"/>
                        <a:gd name="connsiteY4" fmla="*/ 14113 h 28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49" h="28686">
                          <a:moveTo>
                            <a:pt x="35542" y="14113"/>
                          </a:moveTo>
                          <a:cubicBezTo>
                            <a:pt x="35256" y="22305"/>
                            <a:pt x="27064" y="28687"/>
                            <a:pt x="17158" y="28687"/>
                          </a:cubicBezTo>
                          <a:cubicBezTo>
                            <a:pt x="7348" y="28591"/>
                            <a:pt x="-368" y="22495"/>
                            <a:pt x="14" y="14780"/>
                          </a:cubicBezTo>
                          <a:cubicBezTo>
                            <a:pt x="394" y="7160"/>
                            <a:pt x="8586" y="397"/>
                            <a:pt x="18397" y="16"/>
                          </a:cubicBezTo>
                          <a:cubicBezTo>
                            <a:pt x="28112" y="-365"/>
                            <a:pt x="35827" y="6017"/>
                            <a:pt x="35542" y="1411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20" name="Forme libre : forme 2619">
                      <a:extLst>
                        <a:ext uri="{FF2B5EF4-FFF2-40B4-BE49-F238E27FC236}">
                          <a16:creationId xmlns:a16="http://schemas.microsoft.com/office/drawing/2014/main" id="{AEC9E8EB-3B3B-4BF5-8C89-191776CA1B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5278" y="3667996"/>
                      <a:ext cx="35549" cy="21622"/>
                    </a:xfrm>
                    <a:custGeom>
                      <a:avLst/>
                      <a:gdLst>
                        <a:gd name="connsiteX0" fmla="*/ 17921 w 35549"/>
                        <a:gd name="connsiteY0" fmla="*/ 7620 h 21622"/>
                        <a:gd name="connsiteX1" fmla="*/ 2776 w 35549"/>
                        <a:gd name="connsiteY1" fmla="*/ 667 h 21622"/>
                        <a:gd name="connsiteX2" fmla="*/ 14 w 35549"/>
                        <a:gd name="connsiteY2" fmla="*/ 7715 h 21622"/>
                        <a:gd name="connsiteX3" fmla="*/ 17158 w 35549"/>
                        <a:gd name="connsiteY3" fmla="*/ 21622 h 21622"/>
                        <a:gd name="connsiteX4" fmla="*/ 35542 w 35549"/>
                        <a:gd name="connsiteY4" fmla="*/ 7049 h 21622"/>
                        <a:gd name="connsiteX5" fmla="*/ 33541 w 35549"/>
                        <a:gd name="connsiteY5" fmla="*/ 0 h 21622"/>
                        <a:gd name="connsiteX6" fmla="*/ 17921 w 35549"/>
                        <a:gd name="connsiteY6" fmla="*/ 7620 h 216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49" h="21622">
                          <a:moveTo>
                            <a:pt x="17921" y="7620"/>
                          </a:moveTo>
                          <a:cubicBezTo>
                            <a:pt x="11253" y="7715"/>
                            <a:pt x="5633" y="4858"/>
                            <a:pt x="2776" y="667"/>
                          </a:cubicBezTo>
                          <a:cubicBezTo>
                            <a:pt x="1156" y="2762"/>
                            <a:pt x="109" y="5144"/>
                            <a:pt x="14" y="7715"/>
                          </a:cubicBezTo>
                          <a:cubicBezTo>
                            <a:pt x="-368" y="15335"/>
                            <a:pt x="7348" y="21527"/>
                            <a:pt x="17158" y="21622"/>
                          </a:cubicBezTo>
                          <a:cubicBezTo>
                            <a:pt x="26969" y="21717"/>
                            <a:pt x="35161" y="15240"/>
                            <a:pt x="35542" y="7049"/>
                          </a:cubicBezTo>
                          <a:cubicBezTo>
                            <a:pt x="35637" y="4477"/>
                            <a:pt x="34875" y="2096"/>
                            <a:pt x="33541" y="0"/>
                          </a:cubicBezTo>
                          <a:cubicBezTo>
                            <a:pt x="30398" y="4477"/>
                            <a:pt x="24588" y="7525"/>
                            <a:pt x="17921" y="7620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21" name="Forme libre : forme 2620">
                      <a:extLst>
                        <a:ext uri="{FF2B5EF4-FFF2-40B4-BE49-F238E27FC236}">
                          <a16:creationId xmlns:a16="http://schemas.microsoft.com/office/drawing/2014/main" id="{CBE3DED1-DA34-4295-86E0-21A9722146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2452" y="3666055"/>
                      <a:ext cx="15210" cy="13580"/>
                    </a:xfrm>
                    <a:custGeom>
                      <a:avLst/>
                      <a:gdLst>
                        <a:gd name="connsiteX0" fmla="*/ 14368 w 15210"/>
                        <a:gd name="connsiteY0" fmla="*/ 3941 h 13580"/>
                        <a:gd name="connsiteX1" fmla="*/ 11130 w 15210"/>
                        <a:gd name="connsiteY1" fmla="*/ 12990 h 13580"/>
                        <a:gd name="connsiteX2" fmla="*/ 843 w 15210"/>
                        <a:gd name="connsiteY2" fmla="*/ 9561 h 13580"/>
                        <a:gd name="connsiteX3" fmla="*/ 4081 w 15210"/>
                        <a:gd name="connsiteY3" fmla="*/ 607 h 13580"/>
                        <a:gd name="connsiteX4" fmla="*/ 14368 w 15210"/>
                        <a:gd name="connsiteY4" fmla="*/ 3941 h 13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10" h="13580">
                          <a:moveTo>
                            <a:pt x="14368" y="3941"/>
                          </a:moveTo>
                          <a:cubicBezTo>
                            <a:pt x="16273" y="7370"/>
                            <a:pt x="14845" y="11466"/>
                            <a:pt x="11130" y="12990"/>
                          </a:cubicBezTo>
                          <a:cubicBezTo>
                            <a:pt x="7415" y="14514"/>
                            <a:pt x="2843" y="12990"/>
                            <a:pt x="843" y="9561"/>
                          </a:cubicBezTo>
                          <a:cubicBezTo>
                            <a:pt x="-1062" y="6227"/>
                            <a:pt x="366" y="2227"/>
                            <a:pt x="4081" y="607"/>
                          </a:cubicBezTo>
                          <a:cubicBezTo>
                            <a:pt x="7796" y="-917"/>
                            <a:pt x="12368" y="512"/>
                            <a:pt x="14368" y="394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22" name="Forme libre : forme 2621">
                      <a:extLst>
                        <a:ext uri="{FF2B5EF4-FFF2-40B4-BE49-F238E27FC236}">
                          <a16:creationId xmlns:a16="http://schemas.microsoft.com/office/drawing/2014/main" id="{9A2968B8-8E2D-4885-BC8B-318223A451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1865" y="3666662"/>
                      <a:ext cx="5910" cy="4768"/>
                    </a:xfrm>
                    <a:custGeom>
                      <a:avLst/>
                      <a:gdLst>
                        <a:gd name="connsiteX0" fmla="*/ 5906 w 5910"/>
                        <a:gd name="connsiteY0" fmla="*/ 2286 h 4768"/>
                        <a:gd name="connsiteX1" fmla="*/ 2858 w 5910"/>
                        <a:gd name="connsiteY1" fmla="*/ 4763 h 4768"/>
                        <a:gd name="connsiteX2" fmla="*/ 0 w 5910"/>
                        <a:gd name="connsiteY2" fmla="*/ 2477 h 4768"/>
                        <a:gd name="connsiteX3" fmla="*/ 3048 w 5910"/>
                        <a:gd name="connsiteY3" fmla="*/ 0 h 4768"/>
                        <a:gd name="connsiteX4" fmla="*/ 5906 w 5910"/>
                        <a:gd name="connsiteY4" fmla="*/ 2286 h 4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0" h="4768">
                          <a:moveTo>
                            <a:pt x="5906" y="2286"/>
                          </a:moveTo>
                          <a:cubicBezTo>
                            <a:pt x="5810" y="3620"/>
                            <a:pt x="4477" y="4667"/>
                            <a:pt x="2858" y="4763"/>
                          </a:cubicBezTo>
                          <a:cubicBezTo>
                            <a:pt x="1238" y="4858"/>
                            <a:pt x="0" y="3810"/>
                            <a:pt x="0" y="2477"/>
                          </a:cubicBezTo>
                          <a:cubicBezTo>
                            <a:pt x="95" y="1143"/>
                            <a:pt x="1429" y="95"/>
                            <a:pt x="3048" y="0"/>
                          </a:cubicBezTo>
                          <a:cubicBezTo>
                            <a:pt x="4763" y="0"/>
                            <a:pt x="6001" y="1048"/>
                            <a:pt x="5906" y="22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623" name="Graphique 15">
                    <a:extLst>
                      <a:ext uri="{FF2B5EF4-FFF2-40B4-BE49-F238E27FC236}">
                        <a16:creationId xmlns:a16="http://schemas.microsoft.com/office/drawing/2014/main" id="{1AB1255A-BF19-4949-9D48-7FECF934EE4D}"/>
                      </a:ext>
                    </a:extLst>
                  </p:cNvPr>
                  <p:cNvGrpSpPr/>
                  <p:nvPr/>
                </p:nvGrpSpPr>
                <p:grpSpPr>
                  <a:xfrm>
                    <a:off x="10967906" y="3687046"/>
                    <a:ext cx="35636" cy="29172"/>
                    <a:chOff x="10967906" y="3687046"/>
                    <a:chExt cx="35636" cy="29172"/>
                  </a:xfrm>
                  <a:solidFill>
                    <a:schemeClr val="accent1"/>
                  </a:solidFill>
                </p:grpSpPr>
                <p:sp>
                  <p:nvSpPr>
                    <p:cNvPr id="2624" name="Forme libre : forme 2623">
                      <a:extLst>
                        <a:ext uri="{FF2B5EF4-FFF2-40B4-BE49-F238E27FC236}">
                          <a16:creationId xmlns:a16="http://schemas.microsoft.com/office/drawing/2014/main" id="{5D609A97-29BE-4962-8CDB-DCFD7F3FC1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68001" y="3687046"/>
                      <a:ext cx="35541" cy="29077"/>
                    </a:xfrm>
                    <a:custGeom>
                      <a:avLst/>
                      <a:gdLst>
                        <a:gd name="connsiteX0" fmla="*/ 35487 w 35541"/>
                        <a:gd name="connsiteY0" fmla="*/ 15050 h 29077"/>
                        <a:gd name="connsiteX1" fmla="*/ 16437 w 35541"/>
                        <a:gd name="connsiteY1" fmla="*/ 29051 h 29077"/>
                        <a:gd name="connsiteX2" fmla="*/ 54 w 35541"/>
                        <a:gd name="connsiteY2" fmla="*/ 14192 h 29077"/>
                        <a:gd name="connsiteX3" fmla="*/ 18914 w 35541"/>
                        <a:gd name="connsiteY3" fmla="*/ 0 h 29077"/>
                        <a:gd name="connsiteX4" fmla="*/ 35487 w 35541"/>
                        <a:gd name="connsiteY4" fmla="*/ 15050 h 29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41" h="29077">
                          <a:moveTo>
                            <a:pt x="35487" y="15050"/>
                          </a:moveTo>
                          <a:cubicBezTo>
                            <a:pt x="34821" y="23336"/>
                            <a:pt x="26248" y="29528"/>
                            <a:pt x="16437" y="29051"/>
                          </a:cubicBezTo>
                          <a:cubicBezTo>
                            <a:pt x="6627" y="28575"/>
                            <a:pt x="-708" y="22003"/>
                            <a:pt x="54" y="14192"/>
                          </a:cubicBezTo>
                          <a:cubicBezTo>
                            <a:pt x="912" y="6382"/>
                            <a:pt x="9103" y="0"/>
                            <a:pt x="18914" y="0"/>
                          </a:cubicBezTo>
                          <a:cubicBezTo>
                            <a:pt x="28820" y="0"/>
                            <a:pt x="36250" y="6858"/>
                            <a:pt x="35487" y="1505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25" name="Forme libre : forme 2624">
                      <a:extLst>
                        <a:ext uri="{FF2B5EF4-FFF2-40B4-BE49-F238E27FC236}">
                          <a16:creationId xmlns:a16="http://schemas.microsoft.com/office/drawing/2014/main" id="{EFD00CC8-389C-4C89-8795-9E7C77BDC2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67906" y="3694285"/>
                      <a:ext cx="35519" cy="21933"/>
                    </a:xfrm>
                    <a:custGeom>
                      <a:avLst/>
                      <a:gdLst>
                        <a:gd name="connsiteX0" fmla="*/ 17961 w 35519"/>
                        <a:gd name="connsiteY0" fmla="*/ 7715 h 21933"/>
                        <a:gd name="connsiteX1" fmla="*/ 3198 w 35519"/>
                        <a:gd name="connsiteY1" fmla="*/ 0 h 21933"/>
                        <a:gd name="connsiteX2" fmla="*/ 54 w 35519"/>
                        <a:gd name="connsiteY2" fmla="*/ 7048 h 21933"/>
                        <a:gd name="connsiteX3" fmla="*/ 16437 w 35519"/>
                        <a:gd name="connsiteY3" fmla="*/ 21907 h 21933"/>
                        <a:gd name="connsiteX4" fmla="*/ 35487 w 35519"/>
                        <a:gd name="connsiteY4" fmla="*/ 7906 h 21933"/>
                        <a:gd name="connsiteX5" fmla="*/ 33868 w 35519"/>
                        <a:gd name="connsiteY5" fmla="*/ 667 h 21933"/>
                        <a:gd name="connsiteX6" fmla="*/ 17961 w 35519"/>
                        <a:gd name="connsiteY6" fmla="*/ 7715 h 21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19" h="21933">
                          <a:moveTo>
                            <a:pt x="17961" y="7715"/>
                          </a:moveTo>
                          <a:cubicBezTo>
                            <a:pt x="11294" y="7525"/>
                            <a:pt x="5865" y="4381"/>
                            <a:pt x="3198" y="0"/>
                          </a:cubicBezTo>
                          <a:cubicBezTo>
                            <a:pt x="1483" y="2096"/>
                            <a:pt x="340" y="4477"/>
                            <a:pt x="54" y="7048"/>
                          </a:cubicBezTo>
                          <a:cubicBezTo>
                            <a:pt x="-708" y="14859"/>
                            <a:pt x="6626" y="21431"/>
                            <a:pt x="16437" y="21907"/>
                          </a:cubicBezTo>
                          <a:cubicBezTo>
                            <a:pt x="26248" y="22384"/>
                            <a:pt x="34725" y="16193"/>
                            <a:pt x="35487" y="7906"/>
                          </a:cubicBezTo>
                          <a:cubicBezTo>
                            <a:pt x="35678" y="5334"/>
                            <a:pt x="35011" y="2857"/>
                            <a:pt x="33868" y="667"/>
                          </a:cubicBezTo>
                          <a:cubicBezTo>
                            <a:pt x="30534" y="5048"/>
                            <a:pt x="24533" y="7811"/>
                            <a:pt x="17961" y="771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26" name="Forme libre : forme 2625">
                      <a:extLst>
                        <a:ext uri="{FF2B5EF4-FFF2-40B4-BE49-F238E27FC236}">
                          <a16:creationId xmlns:a16="http://schemas.microsoft.com/office/drawing/2014/main" id="{CA452BF5-876C-4335-80F4-25C27716AC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85239" y="3692447"/>
                      <a:ext cx="15164" cy="13814"/>
                    </a:xfrm>
                    <a:custGeom>
                      <a:avLst/>
                      <a:gdLst>
                        <a:gd name="connsiteX0" fmla="*/ 14439 w 15164"/>
                        <a:gd name="connsiteY0" fmla="*/ 4314 h 13814"/>
                        <a:gd name="connsiteX1" fmla="*/ 10820 w 15164"/>
                        <a:gd name="connsiteY1" fmla="*/ 13363 h 13814"/>
                        <a:gd name="connsiteX2" fmla="*/ 723 w 15164"/>
                        <a:gd name="connsiteY2" fmla="*/ 9457 h 13814"/>
                        <a:gd name="connsiteX3" fmla="*/ 4438 w 15164"/>
                        <a:gd name="connsiteY3" fmla="*/ 504 h 13814"/>
                        <a:gd name="connsiteX4" fmla="*/ 14439 w 15164"/>
                        <a:gd name="connsiteY4" fmla="*/ 4314 h 138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64" h="13814">
                          <a:moveTo>
                            <a:pt x="14439" y="4314"/>
                          </a:moveTo>
                          <a:cubicBezTo>
                            <a:pt x="16249" y="7934"/>
                            <a:pt x="14535" y="11934"/>
                            <a:pt x="10820" y="13363"/>
                          </a:cubicBezTo>
                          <a:cubicBezTo>
                            <a:pt x="7010" y="14696"/>
                            <a:pt x="2533" y="12982"/>
                            <a:pt x="723" y="9457"/>
                          </a:cubicBezTo>
                          <a:cubicBezTo>
                            <a:pt x="-1086" y="5933"/>
                            <a:pt x="628" y="2028"/>
                            <a:pt x="4438" y="504"/>
                          </a:cubicBezTo>
                          <a:cubicBezTo>
                            <a:pt x="8153" y="-925"/>
                            <a:pt x="12630" y="790"/>
                            <a:pt x="14439" y="431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27" name="Forme libre : forme 2626">
                      <a:extLst>
                        <a:ext uri="{FF2B5EF4-FFF2-40B4-BE49-F238E27FC236}">
                          <a16:creationId xmlns:a16="http://schemas.microsoft.com/office/drawing/2014/main" id="{974536AF-DD8C-4860-A3E1-EC67B5164B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84895" y="3692856"/>
                      <a:ext cx="5848" cy="4857"/>
                    </a:xfrm>
                    <a:custGeom>
                      <a:avLst/>
                      <a:gdLst>
                        <a:gd name="connsiteX0" fmla="*/ 5830 w 5848"/>
                        <a:gd name="connsiteY0" fmla="*/ 2477 h 4857"/>
                        <a:gd name="connsiteX1" fmla="*/ 2686 w 5848"/>
                        <a:gd name="connsiteY1" fmla="*/ 4858 h 4857"/>
                        <a:gd name="connsiteX2" fmla="*/ 19 w 5848"/>
                        <a:gd name="connsiteY2" fmla="*/ 2381 h 4857"/>
                        <a:gd name="connsiteX3" fmla="*/ 3163 w 5848"/>
                        <a:gd name="connsiteY3" fmla="*/ 0 h 4857"/>
                        <a:gd name="connsiteX4" fmla="*/ 5830 w 5848"/>
                        <a:gd name="connsiteY4" fmla="*/ 2477 h 4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8" h="4857">
                          <a:moveTo>
                            <a:pt x="5830" y="2477"/>
                          </a:moveTo>
                          <a:cubicBezTo>
                            <a:pt x="5734" y="3810"/>
                            <a:pt x="4305" y="4858"/>
                            <a:pt x="2686" y="4858"/>
                          </a:cubicBezTo>
                          <a:cubicBezTo>
                            <a:pt x="1067" y="4858"/>
                            <a:pt x="-171" y="3715"/>
                            <a:pt x="19" y="2381"/>
                          </a:cubicBezTo>
                          <a:cubicBezTo>
                            <a:pt x="114" y="1048"/>
                            <a:pt x="1543" y="0"/>
                            <a:pt x="3163" y="0"/>
                          </a:cubicBezTo>
                          <a:cubicBezTo>
                            <a:pt x="4782" y="0"/>
                            <a:pt x="6020" y="1143"/>
                            <a:pt x="5830" y="24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628" name="Graphique 15">
                    <a:extLst>
                      <a:ext uri="{FF2B5EF4-FFF2-40B4-BE49-F238E27FC236}">
                        <a16:creationId xmlns:a16="http://schemas.microsoft.com/office/drawing/2014/main" id="{48322AC6-C858-4D61-BEA5-3462D3EAAA14}"/>
                      </a:ext>
                    </a:extLst>
                  </p:cNvPr>
                  <p:cNvGrpSpPr/>
                  <p:nvPr/>
                </p:nvGrpSpPr>
                <p:grpSpPr>
                  <a:xfrm>
                    <a:off x="10989970" y="3709222"/>
                    <a:ext cx="35750" cy="29815"/>
                    <a:chOff x="10989970" y="3709222"/>
                    <a:chExt cx="35750" cy="29815"/>
                  </a:xfrm>
                  <a:solidFill>
                    <a:schemeClr val="accent1"/>
                  </a:solidFill>
                </p:grpSpPr>
                <p:sp>
                  <p:nvSpPr>
                    <p:cNvPr id="2629" name="Forme libre : forme 2628">
                      <a:extLst>
                        <a:ext uri="{FF2B5EF4-FFF2-40B4-BE49-F238E27FC236}">
                          <a16:creationId xmlns:a16="http://schemas.microsoft.com/office/drawing/2014/main" id="{677D1094-B192-4B32-98C0-A11E7D7B45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89970" y="3709222"/>
                      <a:ext cx="35601" cy="29815"/>
                    </a:xfrm>
                    <a:custGeom>
                      <a:avLst/>
                      <a:gdLst>
                        <a:gd name="connsiteX0" fmla="*/ 35521 w 35601"/>
                        <a:gd name="connsiteY0" fmla="*/ 16019 h 29815"/>
                        <a:gd name="connsiteX1" fmla="*/ 15804 w 35601"/>
                        <a:gd name="connsiteY1" fmla="*/ 29735 h 29815"/>
                        <a:gd name="connsiteX2" fmla="*/ 88 w 35601"/>
                        <a:gd name="connsiteY2" fmla="*/ 13828 h 29815"/>
                        <a:gd name="connsiteX3" fmla="*/ 19138 w 35601"/>
                        <a:gd name="connsiteY3" fmla="*/ 17 h 29815"/>
                        <a:gd name="connsiteX4" fmla="*/ 35521 w 35601"/>
                        <a:gd name="connsiteY4" fmla="*/ 16019 h 29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01" h="29815">
                          <a:moveTo>
                            <a:pt x="35521" y="16019"/>
                          </a:moveTo>
                          <a:cubicBezTo>
                            <a:pt x="34378" y="24496"/>
                            <a:pt x="25520" y="30592"/>
                            <a:pt x="15804" y="29735"/>
                          </a:cubicBezTo>
                          <a:cubicBezTo>
                            <a:pt x="5994" y="28877"/>
                            <a:pt x="-864" y="21734"/>
                            <a:pt x="88" y="13828"/>
                          </a:cubicBezTo>
                          <a:cubicBezTo>
                            <a:pt x="755" y="5827"/>
                            <a:pt x="9328" y="-364"/>
                            <a:pt x="19138" y="17"/>
                          </a:cubicBezTo>
                          <a:cubicBezTo>
                            <a:pt x="28854" y="302"/>
                            <a:pt x="36474" y="7542"/>
                            <a:pt x="35521" y="1601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30" name="Forme libre : forme 2629">
                      <a:extLst>
                        <a:ext uri="{FF2B5EF4-FFF2-40B4-BE49-F238E27FC236}">
                          <a16:creationId xmlns:a16="http://schemas.microsoft.com/office/drawing/2014/main" id="{162A071E-3B94-40B3-9B8E-E426CA4192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90065" y="3715906"/>
                      <a:ext cx="35654" cy="23035"/>
                    </a:xfrm>
                    <a:custGeom>
                      <a:avLst/>
                      <a:gdLst>
                        <a:gd name="connsiteX0" fmla="*/ 17900 w 35654"/>
                        <a:gd name="connsiteY0" fmla="*/ 8477 h 23035"/>
                        <a:gd name="connsiteX1" fmla="*/ 3136 w 35654"/>
                        <a:gd name="connsiteY1" fmla="*/ 0 h 23035"/>
                        <a:gd name="connsiteX2" fmla="*/ 88 w 35654"/>
                        <a:gd name="connsiteY2" fmla="*/ 7049 h 23035"/>
                        <a:gd name="connsiteX3" fmla="*/ 15804 w 35654"/>
                        <a:gd name="connsiteY3" fmla="*/ 22955 h 23035"/>
                        <a:gd name="connsiteX4" fmla="*/ 35521 w 35654"/>
                        <a:gd name="connsiteY4" fmla="*/ 9239 h 23035"/>
                        <a:gd name="connsiteX5" fmla="*/ 33902 w 35654"/>
                        <a:gd name="connsiteY5" fmla="*/ 1715 h 23035"/>
                        <a:gd name="connsiteX6" fmla="*/ 17900 w 35654"/>
                        <a:gd name="connsiteY6" fmla="*/ 8477 h 23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54" h="23035">
                          <a:moveTo>
                            <a:pt x="17900" y="8477"/>
                          </a:moveTo>
                          <a:cubicBezTo>
                            <a:pt x="11328" y="8001"/>
                            <a:pt x="5708" y="4572"/>
                            <a:pt x="3136" y="0"/>
                          </a:cubicBezTo>
                          <a:cubicBezTo>
                            <a:pt x="1422" y="2096"/>
                            <a:pt x="279" y="4477"/>
                            <a:pt x="88" y="7049"/>
                          </a:cubicBezTo>
                          <a:cubicBezTo>
                            <a:pt x="-864" y="15050"/>
                            <a:pt x="5994" y="22098"/>
                            <a:pt x="15804" y="22955"/>
                          </a:cubicBezTo>
                          <a:cubicBezTo>
                            <a:pt x="25615" y="23813"/>
                            <a:pt x="34378" y="17717"/>
                            <a:pt x="35521" y="9239"/>
                          </a:cubicBezTo>
                          <a:cubicBezTo>
                            <a:pt x="35997" y="6572"/>
                            <a:pt x="35140" y="4001"/>
                            <a:pt x="33902" y="1715"/>
                          </a:cubicBezTo>
                          <a:cubicBezTo>
                            <a:pt x="30473" y="6191"/>
                            <a:pt x="24472" y="8858"/>
                            <a:pt x="17900" y="847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31" name="Forme libre : forme 2630">
                      <a:extLst>
                        <a:ext uri="{FF2B5EF4-FFF2-40B4-BE49-F238E27FC236}">
                          <a16:creationId xmlns:a16="http://schemas.microsoft.com/office/drawing/2014/main" id="{D41B6819-D321-431F-84C6-3D46A62927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07361" y="3714861"/>
                      <a:ext cx="15146" cy="14271"/>
                    </a:xfrm>
                    <a:custGeom>
                      <a:avLst/>
                      <a:gdLst>
                        <a:gd name="connsiteX0" fmla="*/ 14416 w 15146"/>
                        <a:gd name="connsiteY0" fmla="*/ 4761 h 14271"/>
                        <a:gd name="connsiteX1" fmla="*/ 10510 w 15146"/>
                        <a:gd name="connsiteY1" fmla="*/ 13905 h 14271"/>
                        <a:gd name="connsiteX2" fmla="*/ 700 w 15146"/>
                        <a:gd name="connsiteY2" fmla="*/ 9523 h 14271"/>
                        <a:gd name="connsiteX3" fmla="*/ 4319 w 15146"/>
                        <a:gd name="connsiteY3" fmla="*/ 474 h 14271"/>
                        <a:gd name="connsiteX4" fmla="*/ 14416 w 15146"/>
                        <a:gd name="connsiteY4" fmla="*/ 4761 h 14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46" h="14271">
                          <a:moveTo>
                            <a:pt x="14416" y="4761"/>
                          </a:moveTo>
                          <a:cubicBezTo>
                            <a:pt x="16320" y="8475"/>
                            <a:pt x="14320" y="12666"/>
                            <a:pt x="10510" y="13905"/>
                          </a:cubicBezTo>
                          <a:cubicBezTo>
                            <a:pt x="6700" y="15143"/>
                            <a:pt x="2224" y="13143"/>
                            <a:pt x="700" y="9523"/>
                          </a:cubicBezTo>
                          <a:cubicBezTo>
                            <a:pt x="-1015" y="5808"/>
                            <a:pt x="509" y="1808"/>
                            <a:pt x="4319" y="474"/>
                          </a:cubicBezTo>
                          <a:cubicBezTo>
                            <a:pt x="8129" y="-954"/>
                            <a:pt x="12606" y="951"/>
                            <a:pt x="14416" y="476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32" name="Forme libre : forme 2631">
                      <a:extLst>
                        <a:ext uri="{FF2B5EF4-FFF2-40B4-BE49-F238E27FC236}">
                          <a16:creationId xmlns:a16="http://schemas.microsoft.com/office/drawing/2014/main" id="{3BD32DF1-56A9-44CE-9334-A86A7E3C46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06912" y="3715234"/>
                      <a:ext cx="5915" cy="4869"/>
                    </a:xfrm>
                    <a:custGeom>
                      <a:avLst/>
                      <a:gdLst>
                        <a:gd name="connsiteX0" fmla="*/ 5911 w 5915"/>
                        <a:gd name="connsiteY0" fmla="*/ 2578 h 4869"/>
                        <a:gd name="connsiteX1" fmla="*/ 2767 w 5915"/>
                        <a:gd name="connsiteY1" fmla="*/ 4864 h 4869"/>
                        <a:gd name="connsiteX2" fmla="*/ 5 w 5915"/>
                        <a:gd name="connsiteY2" fmla="*/ 2292 h 4869"/>
                        <a:gd name="connsiteX3" fmla="*/ 3148 w 5915"/>
                        <a:gd name="connsiteY3" fmla="*/ 6 h 4869"/>
                        <a:gd name="connsiteX4" fmla="*/ 5911 w 5915"/>
                        <a:gd name="connsiteY4" fmla="*/ 2578 h 4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5" h="4869">
                          <a:moveTo>
                            <a:pt x="5911" y="2578"/>
                          </a:moveTo>
                          <a:cubicBezTo>
                            <a:pt x="5815" y="3911"/>
                            <a:pt x="4387" y="4959"/>
                            <a:pt x="2767" y="4864"/>
                          </a:cubicBezTo>
                          <a:cubicBezTo>
                            <a:pt x="1148" y="4769"/>
                            <a:pt x="-90" y="3626"/>
                            <a:pt x="5" y="2292"/>
                          </a:cubicBezTo>
                          <a:cubicBezTo>
                            <a:pt x="100" y="958"/>
                            <a:pt x="1529" y="-89"/>
                            <a:pt x="3148" y="6"/>
                          </a:cubicBezTo>
                          <a:cubicBezTo>
                            <a:pt x="4768" y="6"/>
                            <a:pt x="6006" y="1149"/>
                            <a:pt x="5911" y="25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633" name="Graphique 15">
                  <a:extLst>
                    <a:ext uri="{FF2B5EF4-FFF2-40B4-BE49-F238E27FC236}">
                      <a16:creationId xmlns:a16="http://schemas.microsoft.com/office/drawing/2014/main" id="{7AE89918-073B-4AAA-A876-B98F260E488D}"/>
                    </a:ext>
                  </a:extLst>
                </p:cNvPr>
                <p:cNvGrpSpPr/>
                <p:nvPr/>
              </p:nvGrpSpPr>
              <p:grpSpPr>
                <a:xfrm>
                  <a:off x="11057522" y="3666005"/>
                  <a:ext cx="88089" cy="77505"/>
                  <a:chOff x="11057522" y="3666005"/>
                  <a:chExt cx="88089" cy="77505"/>
                </a:xfrm>
                <a:solidFill>
                  <a:schemeClr val="accent1"/>
                </a:solidFill>
              </p:grpSpPr>
              <p:grpSp>
                <p:nvGrpSpPr>
                  <p:cNvPr id="2634" name="Graphique 15">
                    <a:extLst>
                      <a:ext uri="{FF2B5EF4-FFF2-40B4-BE49-F238E27FC236}">
                        <a16:creationId xmlns:a16="http://schemas.microsoft.com/office/drawing/2014/main" id="{F52B4EE0-CF65-48DC-B881-7BE8303957F1}"/>
                      </a:ext>
                    </a:extLst>
                  </p:cNvPr>
                  <p:cNvGrpSpPr/>
                  <p:nvPr/>
                </p:nvGrpSpPr>
                <p:grpSpPr>
                  <a:xfrm>
                    <a:off x="11057522" y="3666005"/>
                    <a:ext cx="35528" cy="32969"/>
                    <a:chOff x="11057522" y="3666005"/>
                    <a:chExt cx="35528" cy="32969"/>
                  </a:xfrm>
                  <a:solidFill>
                    <a:schemeClr val="accent1"/>
                  </a:solidFill>
                </p:grpSpPr>
                <p:sp>
                  <p:nvSpPr>
                    <p:cNvPr id="2635" name="Forme libre : forme 2634">
                      <a:extLst>
                        <a:ext uri="{FF2B5EF4-FFF2-40B4-BE49-F238E27FC236}">
                          <a16:creationId xmlns:a16="http://schemas.microsoft.com/office/drawing/2014/main" id="{59F320DC-5D36-4EE6-90C9-872A9E80C7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57522" y="3666005"/>
                      <a:ext cx="35528" cy="32969"/>
                    </a:xfrm>
                    <a:custGeom>
                      <a:avLst/>
                      <a:gdLst>
                        <a:gd name="connsiteX0" fmla="*/ 34740 w 35528"/>
                        <a:gd name="connsiteY0" fmla="*/ 11325 h 32969"/>
                        <a:gd name="connsiteX1" fmla="*/ 22643 w 35528"/>
                        <a:gd name="connsiteY1" fmla="*/ 32280 h 32969"/>
                        <a:gd name="connsiteX2" fmla="*/ 735 w 35528"/>
                        <a:gd name="connsiteY2" fmla="*/ 21517 h 32969"/>
                        <a:gd name="connsiteX3" fmla="*/ 12166 w 35528"/>
                        <a:gd name="connsiteY3" fmla="*/ 943 h 32969"/>
                        <a:gd name="connsiteX4" fmla="*/ 34740 w 35528"/>
                        <a:gd name="connsiteY4" fmla="*/ 11325 h 32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28" h="32969">
                          <a:moveTo>
                            <a:pt x="34740" y="11325"/>
                          </a:moveTo>
                          <a:cubicBezTo>
                            <a:pt x="37693" y="20183"/>
                            <a:pt x="32073" y="29708"/>
                            <a:pt x="22643" y="32280"/>
                          </a:cubicBezTo>
                          <a:cubicBezTo>
                            <a:pt x="13213" y="34852"/>
                            <a:pt x="3307" y="29994"/>
                            <a:pt x="735" y="21517"/>
                          </a:cubicBezTo>
                          <a:cubicBezTo>
                            <a:pt x="-1932" y="13040"/>
                            <a:pt x="2831" y="3991"/>
                            <a:pt x="12166" y="943"/>
                          </a:cubicBezTo>
                          <a:cubicBezTo>
                            <a:pt x="21500" y="-2105"/>
                            <a:pt x="31596" y="2467"/>
                            <a:pt x="34740" y="11325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36" name="Forme libre : forme 2635">
                      <a:extLst>
                        <a:ext uri="{FF2B5EF4-FFF2-40B4-BE49-F238E27FC236}">
                          <a16:creationId xmlns:a16="http://schemas.microsoft.com/office/drawing/2014/main" id="{32B5FF23-C9C6-4839-89D3-460ACA6948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57573" y="3670377"/>
                      <a:ext cx="35477" cy="28597"/>
                    </a:xfrm>
                    <a:custGeom>
                      <a:avLst/>
                      <a:gdLst>
                        <a:gd name="connsiteX0" fmla="*/ 18020 w 35477"/>
                        <a:gd name="connsiteY0" fmla="*/ 12383 h 28597"/>
                        <a:gd name="connsiteX1" fmla="*/ 398 w 35477"/>
                        <a:gd name="connsiteY1" fmla="*/ 8858 h 28597"/>
                        <a:gd name="connsiteX2" fmla="*/ 684 w 35477"/>
                        <a:gd name="connsiteY2" fmla="*/ 17145 h 28597"/>
                        <a:gd name="connsiteX3" fmla="*/ 22592 w 35477"/>
                        <a:gd name="connsiteY3" fmla="*/ 27908 h 28597"/>
                        <a:gd name="connsiteX4" fmla="*/ 34688 w 35477"/>
                        <a:gd name="connsiteY4" fmla="*/ 6953 h 28597"/>
                        <a:gd name="connsiteX5" fmla="*/ 29735 w 35477"/>
                        <a:gd name="connsiteY5" fmla="*/ 0 h 28597"/>
                        <a:gd name="connsiteX6" fmla="*/ 18020 w 35477"/>
                        <a:gd name="connsiteY6" fmla="*/ 12383 h 285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477" h="28597">
                          <a:moveTo>
                            <a:pt x="18020" y="12383"/>
                          </a:moveTo>
                          <a:cubicBezTo>
                            <a:pt x="11638" y="14288"/>
                            <a:pt x="5065" y="12668"/>
                            <a:pt x="398" y="8858"/>
                          </a:cubicBezTo>
                          <a:cubicBezTo>
                            <a:pt x="-173" y="11525"/>
                            <a:pt x="-173" y="14288"/>
                            <a:pt x="684" y="17145"/>
                          </a:cubicBezTo>
                          <a:cubicBezTo>
                            <a:pt x="3351" y="25622"/>
                            <a:pt x="13162" y="30480"/>
                            <a:pt x="22592" y="27908"/>
                          </a:cubicBezTo>
                          <a:cubicBezTo>
                            <a:pt x="32021" y="25337"/>
                            <a:pt x="37641" y="15812"/>
                            <a:pt x="34688" y="6953"/>
                          </a:cubicBezTo>
                          <a:cubicBezTo>
                            <a:pt x="33640" y="4191"/>
                            <a:pt x="31926" y="1810"/>
                            <a:pt x="29735" y="0"/>
                          </a:cubicBezTo>
                          <a:cubicBezTo>
                            <a:pt x="28592" y="5620"/>
                            <a:pt x="24401" y="10478"/>
                            <a:pt x="18020" y="123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37" name="Forme libre : forme 2636">
                      <a:extLst>
                        <a:ext uri="{FF2B5EF4-FFF2-40B4-BE49-F238E27FC236}">
                          <a16:creationId xmlns:a16="http://schemas.microsoft.com/office/drawing/2014/main" id="{70A09E9C-000E-4E90-B82C-61FC4DC997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73001" y="3670412"/>
                      <a:ext cx="16040" cy="14940"/>
                    </a:xfrm>
                    <a:custGeom>
                      <a:avLst/>
                      <a:gdLst>
                        <a:gd name="connsiteX0" fmla="*/ 13260 w 16040"/>
                        <a:gd name="connsiteY0" fmla="*/ 2632 h 14940"/>
                        <a:gd name="connsiteX1" fmla="*/ 13927 w 16040"/>
                        <a:gd name="connsiteY1" fmla="*/ 13205 h 14940"/>
                        <a:gd name="connsiteX2" fmla="*/ 2687 w 16040"/>
                        <a:gd name="connsiteY2" fmla="*/ 12252 h 14940"/>
                        <a:gd name="connsiteX3" fmla="*/ 1925 w 16040"/>
                        <a:gd name="connsiteY3" fmla="*/ 1775 h 14940"/>
                        <a:gd name="connsiteX4" fmla="*/ 13260 w 16040"/>
                        <a:gd name="connsiteY4" fmla="*/ 2632 h 14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40" h="14940">
                          <a:moveTo>
                            <a:pt x="13260" y="2632"/>
                          </a:moveTo>
                          <a:cubicBezTo>
                            <a:pt x="16594" y="5776"/>
                            <a:pt x="17070" y="10538"/>
                            <a:pt x="13927" y="13205"/>
                          </a:cubicBezTo>
                          <a:cubicBezTo>
                            <a:pt x="10879" y="15872"/>
                            <a:pt x="5830" y="15396"/>
                            <a:pt x="2687" y="12252"/>
                          </a:cubicBezTo>
                          <a:cubicBezTo>
                            <a:pt x="-552" y="9109"/>
                            <a:pt x="-932" y="4537"/>
                            <a:pt x="1925" y="1775"/>
                          </a:cubicBezTo>
                          <a:cubicBezTo>
                            <a:pt x="4878" y="-892"/>
                            <a:pt x="9926" y="-511"/>
                            <a:pt x="13260" y="263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38" name="Forme libre : forme 2637">
                      <a:extLst>
                        <a:ext uri="{FF2B5EF4-FFF2-40B4-BE49-F238E27FC236}">
                          <a16:creationId xmlns:a16="http://schemas.microsoft.com/office/drawing/2014/main" id="{043E2417-28F1-492A-B64F-A04FE939E0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71451" y="3672521"/>
                      <a:ext cx="5806" cy="5426"/>
                    </a:xfrm>
                    <a:custGeom>
                      <a:avLst/>
                      <a:gdLst>
                        <a:gd name="connsiteX0" fmla="*/ 5666 w 5806"/>
                        <a:gd name="connsiteY0" fmla="*/ 1856 h 5426"/>
                        <a:gd name="connsiteX1" fmla="*/ 3856 w 5806"/>
                        <a:gd name="connsiteY1" fmla="*/ 5285 h 5426"/>
                        <a:gd name="connsiteX2" fmla="*/ 141 w 5806"/>
                        <a:gd name="connsiteY2" fmla="*/ 3571 h 5426"/>
                        <a:gd name="connsiteX3" fmla="*/ 1951 w 5806"/>
                        <a:gd name="connsiteY3" fmla="*/ 142 h 5426"/>
                        <a:gd name="connsiteX4" fmla="*/ 5666 w 5806"/>
                        <a:gd name="connsiteY4" fmla="*/ 1856 h 54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6" h="5426">
                          <a:moveTo>
                            <a:pt x="5666" y="1856"/>
                          </a:moveTo>
                          <a:cubicBezTo>
                            <a:pt x="6142" y="3285"/>
                            <a:pt x="5380" y="4809"/>
                            <a:pt x="3856" y="5285"/>
                          </a:cubicBezTo>
                          <a:cubicBezTo>
                            <a:pt x="2332" y="5762"/>
                            <a:pt x="617" y="4999"/>
                            <a:pt x="141" y="3571"/>
                          </a:cubicBezTo>
                          <a:cubicBezTo>
                            <a:pt x="-335" y="2142"/>
                            <a:pt x="427" y="618"/>
                            <a:pt x="1951" y="142"/>
                          </a:cubicBezTo>
                          <a:cubicBezTo>
                            <a:pt x="3475" y="-335"/>
                            <a:pt x="5189" y="428"/>
                            <a:pt x="5666" y="185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639" name="Graphique 15">
                    <a:extLst>
                      <a:ext uri="{FF2B5EF4-FFF2-40B4-BE49-F238E27FC236}">
                        <a16:creationId xmlns:a16="http://schemas.microsoft.com/office/drawing/2014/main" id="{5F99FE59-381F-46EA-9A8A-AD10FB92161E}"/>
                      </a:ext>
                    </a:extLst>
                  </p:cNvPr>
                  <p:cNvGrpSpPr/>
                  <p:nvPr/>
                </p:nvGrpSpPr>
                <p:grpSpPr>
                  <a:xfrm>
                    <a:off x="11080065" y="3690768"/>
                    <a:ext cx="35766" cy="33948"/>
                    <a:chOff x="11080065" y="3690768"/>
                    <a:chExt cx="35766" cy="33948"/>
                  </a:xfrm>
                  <a:solidFill>
                    <a:schemeClr val="accent1"/>
                  </a:solidFill>
                </p:grpSpPr>
                <p:sp>
                  <p:nvSpPr>
                    <p:cNvPr id="2640" name="Forme libre : forme 2639">
                      <a:extLst>
                        <a:ext uri="{FF2B5EF4-FFF2-40B4-BE49-F238E27FC236}">
                          <a16:creationId xmlns:a16="http://schemas.microsoft.com/office/drawing/2014/main" id="{2A4329CD-16A8-4EA2-835C-6EA59DBA4E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80065" y="3690768"/>
                      <a:ext cx="35671" cy="33852"/>
                    </a:xfrm>
                    <a:custGeom>
                      <a:avLst/>
                      <a:gdLst>
                        <a:gd name="connsiteX0" fmla="*/ 34961 w 35671"/>
                        <a:gd name="connsiteY0" fmla="*/ 12279 h 33852"/>
                        <a:gd name="connsiteX1" fmla="*/ 22483 w 35671"/>
                        <a:gd name="connsiteY1" fmla="*/ 33330 h 33852"/>
                        <a:gd name="connsiteX2" fmla="*/ 671 w 35671"/>
                        <a:gd name="connsiteY2" fmla="*/ 21423 h 33852"/>
                        <a:gd name="connsiteX3" fmla="*/ 12958 w 35671"/>
                        <a:gd name="connsiteY3" fmla="*/ 754 h 33852"/>
                        <a:gd name="connsiteX4" fmla="*/ 34961 w 35671"/>
                        <a:gd name="connsiteY4" fmla="*/ 12279 h 33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71" h="33852">
                          <a:moveTo>
                            <a:pt x="34961" y="12279"/>
                          </a:moveTo>
                          <a:cubicBezTo>
                            <a:pt x="37723" y="21519"/>
                            <a:pt x="32199" y="31044"/>
                            <a:pt x="22483" y="33330"/>
                          </a:cubicBezTo>
                          <a:cubicBezTo>
                            <a:pt x="12863" y="35615"/>
                            <a:pt x="3528" y="30186"/>
                            <a:pt x="671" y="21423"/>
                          </a:cubicBezTo>
                          <a:cubicBezTo>
                            <a:pt x="-1996" y="12660"/>
                            <a:pt x="3528" y="3516"/>
                            <a:pt x="12958" y="754"/>
                          </a:cubicBezTo>
                          <a:cubicBezTo>
                            <a:pt x="22388" y="-2008"/>
                            <a:pt x="32294" y="3040"/>
                            <a:pt x="34961" y="1227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41" name="Forme libre : forme 2640">
                      <a:extLst>
                        <a:ext uri="{FF2B5EF4-FFF2-40B4-BE49-F238E27FC236}">
                          <a16:creationId xmlns:a16="http://schemas.microsoft.com/office/drawing/2014/main" id="{347704F7-ABA0-462D-BBF8-29971BC9A4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80176" y="3695809"/>
                      <a:ext cx="35656" cy="28907"/>
                    </a:xfrm>
                    <a:custGeom>
                      <a:avLst/>
                      <a:gdLst>
                        <a:gd name="connsiteX0" fmla="*/ 17991 w 35656"/>
                        <a:gd name="connsiteY0" fmla="*/ 12287 h 28907"/>
                        <a:gd name="connsiteX1" fmla="*/ 560 w 35656"/>
                        <a:gd name="connsiteY1" fmla="*/ 8001 h 28907"/>
                        <a:gd name="connsiteX2" fmla="*/ 655 w 35656"/>
                        <a:gd name="connsiteY2" fmla="*/ 16478 h 28907"/>
                        <a:gd name="connsiteX3" fmla="*/ 22468 w 35656"/>
                        <a:gd name="connsiteY3" fmla="*/ 28385 h 28907"/>
                        <a:gd name="connsiteX4" fmla="*/ 34945 w 35656"/>
                        <a:gd name="connsiteY4" fmla="*/ 7334 h 28907"/>
                        <a:gd name="connsiteX5" fmla="*/ 30373 w 35656"/>
                        <a:gd name="connsiteY5" fmla="*/ 0 h 28907"/>
                        <a:gd name="connsiteX6" fmla="*/ 17991 w 35656"/>
                        <a:gd name="connsiteY6" fmla="*/ 12287 h 28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56" h="28907">
                          <a:moveTo>
                            <a:pt x="17991" y="12287"/>
                          </a:moveTo>
                          <a:cubicBezTo>
                            <a:pt x="11514" y="14002"/>
                            <a:pt x="4942" y="12097"/>
                            <a:pt x="560" y="8001"/>
                          </a:cubicBezTo>
                          <a:cubicBezTo>
                            <a:pt x="-202" y="10763"/>
                            <a:pt x="-202" y="13621"/>
                            <a:pt x="655" y="16478"/>
                          </a:cubicBezTo>
                          <a:cubicBezTo>
                            <a:pt x="3513" y="25241"/>
                            <a:pt x="12752" y="30671"/>
                            <a:pt x="22468" y="28385"/>
                          </a:cubicBezTo>
                          <a:cubicBezTo>
                            <a:pt x="32183" y="26098"/>
                            <a:pt x="37708" y="16573"/>
                            <a:pt x="34945" y="7334"/>
                          </a:cubicBezTo>
                          <a:cubicBezTo>
                            <a:pt x="34088" y="4381"/>
                            <a:pt x="32469" y="1905"/>
                            <a:pt x="30373" y="0"/>
                          </a:cubicBezTo>
                          <a:cubicBezTo>
                            <a:pt x="28850" y="5715"/>
                            <a:pt x="24373" y="10573"/>
                            <a:pt x="17991" y="1228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42" name="Forme libre : forme 2641">
                      <a:extLst>
                        <a:ext uri="{FF2B5EF4-FFF2-40B4-BE49-F238E27FC236}">
                          <a16:creationId xmlns:a16="http://schemas.microsoft.com/office/drawing/2014/main" id="{6ECF7824-8C81-464E-AF12-2FC84E7D25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95831" y="3695500"/>
                      <a:ext cx="15852" cy="15384"/>
                    </a:xfrm>
                    <a:custGeom>
                      <a:avLst/>
                      <a:gdLst>
                        <a:gd name="connsiteX0" fmla="*/ 13385 w 15852"/>
                        <a:gd name="connsiteY0" fmla="*/ 2880 h 15384"/>
                        <a:gd name="connsiteX1" fmla="*/ 13671 w 15852"/>
                        <a:gd name="connsiteY1" fmla="*/ 13739 h 15384"/>
                        <a:gd name="connsiteX2" fmla="*/ 2431 w 15852"/>
                        <a:gd name="connsiteY2" fmla="*/ 12405 h 15384"/>
                        <a:gd name="connsiteX3" fmla="*/ 2145 w 15852"/>
                        <a:gd name="connsiteY3" fmla="*/ 1642 h 15384"/>
                        <a:gd name="connsiteX4" fmla="*/ 13385 w 15852"/>
                        <a:gd name="connsiteY4" fmla="*/ 2880 h 15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52" h="15384">
                          <a:moveTo>
                            <a:pt x="13385" y="2880"/>
                          </a:moveTo>
                          <a:cubicBezTo>
                            <a:pt x="16528" y="6214"/>
                            <a:pt x="16719" y="11167"/>
                            <a:pt x="13671" y="13739"/>
                          </a:cubicBezTo>
                          <a:cubicBezTo>
                            <a:pt x="10623" y="16406"/>
                            <a:pt x="5574" y="15739"/>
                            <a:pt x="2431" y="12405"/>
                          </a:cubicBezTo>
                          <a:cubicBezTo>
                            <a:pt x="-712" y="9072"/>
                            <a:pt x="-807" y="4309"/>
                            <a:pt x="2145" y="1642"/>
                          </a:cubicBezTo>
                          <a:cubicBezTo>
                            <a:pt x="5193" y="-930"/>
                            <a:pt x="10146" y="-453"/>
                            <a:pt x="13385" y="288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43" name="Forme libre : forme 2642">
                      <a:extLst>
                        <a:ext uri="{FF2B5EF4-FFF2-40B4-BE49-F238E27FC236}">
                          <a16:creationId xmlns:a16="http://schemas.microsoft.com/office/drawing/2014/main" id="{126ADE23-BA49-467C-B0BD-401E2373C6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94329" y="3697487"/>
                      <a:ext cx="5866" cy="5562"/>
                    </a:xfrm>
                    <a:custGeom>
                      <a:avLst/>
                      <a:gdLst>
                        <a:gd name="connsiteX0" fmla="*/ 5743 w 5866"/>
                        <a:gd name="connsiteY0" fmla="*/ 2037 h 5562"/>
                        <a:gd name="connsiteX1" fmla="*/ 3743 w 5866"/>
                        <a:gd name="connsiteY1" fmla="*/ 5466 h 5562"/>
                        <a:gd name="connsiteX2" fmla="*/ 123 w 5866"/>
                        <a:gd name="connsiteY2" fmla="*/ 3561 h 5562"/>
                        <a:gd name="connsiteX3" fmla="*/ 2124 w 5866"/>
                        <a:gd name="connsiteY3" fmla="*/ 132 h 5562"/>
                        <a:gd name="connsiteX4" fmla="*/ 5743 w 5866"/>
                        <a:gd name="connsiteY4" fmla="*/ 2037 h 55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66" h="5562">
                          <a:moveTo>
                            <a:pt x="5743" y="2037"/>
                          </a:moveTo>
                          <a:cubicBezTo>
                            <a:pt x="6219" y="3561"/>
                            <a:pt x="5267" y="5085"/>
                            <a:pt x="3743" y="5466"/>
                          </a:cubicBezTo>
                          <a:cubicBezTo>
                            <a:pt x="2219" y="5847"/>
                            <a:pt x="600" y="5085"/>
                            <a:pt x="123" y="3561"/>
                          </a:cubicBezTo>
                          <a:cubicBezTo>
                            <a:pt x="-353" y="2037"/>
                            <a:pt x="600" y="513"/>
                            <a:pt x="2124" y="132"/>
                          </a:cubicBezTo>
                          <a:cubicBezTo>
                            <a:pt x="3648" y="-345"/>
                            <a:pt x="5267" y="513"/>
                            <a:pt x="5743" y="20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644" name="Graphique 15">
                    <a:extLst>
                      <a:ext uri="{FF2B5EF4-FFF2-40B4-BE49-F238E27FC236}">
                        <a16:creationId xmlns:a16="http://schemas.microsoft.com/office/drawing/2014/main" id="{C98AB2CE-F318-4FB9-8F88-AAEB4D6C3EF8}"/>
                      </a:ext>
                    </a:extLst>
                  </p:cNvPr>
                  <p:cNvGrpSpPr/>
                  <p:nvPr/>
                </p:nvGrpSpPr>
                <p:grpSpPr>
                  <a:xfrm>
                    <a:off x="11109958" y="3708324"/>
                    <a:ext cx="35653" cy="35186"/>
                    <a:chOff x="11109958" y="3708324"/>
                    <a:chExt cx="35653" cy="35186"/>
                  </a:xfrm>
                  <a:solidFill>
                    <a:schemeClr val="accent1"/>
                  </a:solidFill>
                </p:grpSpPr>
                <p:sp>
                  <p:nvSpPr>
                    <p:cNvPr id="2645" name="Forme libre : forme 2644">
                      <a:extLst>
                        <a:ext uri="{FF2B5EF4-FFF2-40B4-BE49-F238E27FC236}">
                          <a16:creationId xmlns:a16="http://schemas.microsoft.com/office/drawing/2014/main" id="{66CA57BA-774D-431E-9023-3BBC20F988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10012" y="3708324"/>
                      <a:ext cx="35599" cy="35061"/>
                    </a:xfrm>
                    <a:custGeom>
                      <a:avLst/>
                      <a:gdLst>
                        <a:gd name="connsiteX0" fmla="*/ 35113 w 35599"/>
                        <a:gd name="connsiteY0" fmla="*/ 13203 h 35061"/>
                        <a:gd name="connsiteX1" fmla="*/ 21874 w 35599"/>
                        <a:gd name="connsiteY1" fmla="*/ 34634 h 35061"/>
                        <a:gd name="connsiteX2" fmla="*/ 442 w 35599"/>
                        <a:gd name="connsiteY2" fmla="*/ 21775 h 35061"/>
                        <a:gd name="connsiteX3" fmla="*/ 13301 w 35599"/>
                        <a:gd name="connsiteY3" fmla="*/ 630 h 35061"/>
                        <a:gd name="connsiteX4" fmla="*/ 35113 w 35599"/>
                        <a:gd name="connsiteY4" fmla="*/ 13203 h 350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99" h="35061">
                          <a:moveTo>
                            <a:pt x="35113" y="13203"/>
                          </a:moveTo>
                          <a:cubicBezTo>
                            <a:pt x="37399" y="22823"/>
                            <a:pt x="31399" y="32539"/>
                            <a:pt x="21874" y="34634"/>
                          </a:cubicBezTo>
                          <a:cubicBezTo>
                            <a:pt x="12253" y="36730"/>
                            <a:pt x="2728" y="30919"/>
                            <a:pt x="442" y="21775"/>
                          </a:cubicBezTo>
                          <a:cubicBezTo>
                            <a:pt x="-1653" y="12631"/>
                            <a:pt x="3871" y="3201"/>
                            <a:pt x="13301" y="630"/>
                          </a:cubicBezTo>
                          <a:cubicBezTo>
                            <a:pt x="22636" y="-1942"/>
                            <a:pt x="32827" y="3583"/>
                            <a:pt x="35113" y="1320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46" name="Forme libre : forme 2645">
                      <a:extLst>
                        <a:ext uri="{FF2B5EF4-FFF2-40B4-BE49-F238E27FC236}">
                          <a16:creationId xmlns:a16="http://schemas.microsoft.com/office/drawing/2014/main" id="{359D0AEC-74FD-4FEE-9532-15BB9EC283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09958" y="3713906"/>
                      <a:ext cx="35563" cy="29603"/>
                    </a:xfrm>
                    <a:custGeom>
                      <a:avLst/>
                      <a:gdLst>
                        <a:gd name="connsiteX0" fmla="*/ 18022 w 35563"/>
                        <a:gd name="connsiteY0" fmla="*/ 12383 h 29603"/>
                        <a:gd name="connsiteX1" fmla="*/ 782 w 35563"/>
                        <a:gd name="connsiteY1" fmla="*/ 7429 h 29603"/>
                        <a:gd name="connsiteX2" fmla="*/ 401 w 35563"/>
                        <a:gd name="connsiteY2" fmla="*/ 16288 h 29603"/>
                        <a:gd name="connsiteX3" fmla="*/ 21832 w 35563"/>
                        <a:gd name="connsiteY3" fmla="*/ 29146 h 29603"/>
                        <a:gd name="connsiteX4" fmla="*/ 35072 w 35563"/>
                        <a:gd name="connsiteY4" fmla="*/ 7715 h 29603"/>
                        <a:gd name="connsiteX5" fmla="*/ 30690 w 35563"/>
                        <a:gd name="connsiteY5" fmla="*/ 0 h 29603"/>
                        <a:gd name="connsiteX6" fmla="*/ 18022 w 35563"/>
                        <a:gd name="connsiteY6" fmla="*/ 12383 h 29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63" h="29603">
                          <a:moveTo>
                            <a:pt x="18022" y="12383"/>
                          </a:moveTo>
                          <a:cubicBezTo>
                            <a:pt x="11450" y="14002"/>
                            <a:pt x="5068" y="11811"/>
                            <a:pt x="782" y="7429"/>
                          </a:cubicBezTo>
                          <a:cubicBezTo>
                            <a:pt x="-75" y="10192"/>
                            <a:pt x="-266" y="13240"/>
                            <a:pt x="401" y="16288"/>
                          </a:cubicBezTo>
                          <a:cubicBezTo>
                            <a:pt x="2687" y="25432"/>
                            <a:pt x="12212" y="31337"/>
                            <a:pt x="21832" y="29146"/>
                          </a:cubicBezTo>
                          <a:cubicBezTo>
                            <a:pt x="31453" y="27051"/>
                            <a:pt x="37358" y="17336"/>
                            <a:pt x="35072" y="7715"/>
                          </a:cubicBezTo>
                          <a:cubicBezTo>
                            <a:pt x="34405" y="4667"/>
                            <a:pt x="32881" y="2096"/>
                            <a:pt x="30690" y="0"/>
                          </a:cubicBezTo>
                          <a:cubicBezTo>
                            <a:pt x="29357" y="5810"/>
                            <a:pt x="24404" y="10763"/>
                            <a:pt x="18022" y="123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47" name="Forme libre : forme 2646">
                      <a:extLst>
                        <a:ext uri="{FF2B5EF4-FFF2-40B4-BE49-F238E27FC236}">
                          <a16:creationId xmlns:a16="http://schemas.microsoft.com/office/drawing/2014/main" id="{50B5F91E-F069-4C29-96D0-CBCC39E597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5822" y="3713417"/>
                      <a:ext cx="15770" cy="16054"/>
                    </a:xfrm>
                    <a:custGeom>
                      <a:avLst/>
                      <a:gdLst>
                        <a:gd name="connsiteX0" fmla="*/ 13589 w 15770"/>
                        <a:gd name="connsiteY0" fmla="*/ 3156 h 16054"/>
                        <a:gd name="connsiteX1" fmla="*/ 13303 w 15770"/>
                        <a:gd name="connsiteY1" fmla="*/ 14491 h 16054"/>
                        <a:gd name="connsiteX2" fmla="*/ 2159 w 15770"/>
                        <a:gd name="connsiteY2" fmla="*/ 12776 h 16054"/>
                        <a:gd name="connsiteX3" fmla="*/ 2349 w 15770"/>
                        <a:gd name="connsiteY3" fmla="*/ 1632 h 16054"/>
                        <a:gd name="connsiteX4" fmla="*/ 13589 w 15770"/>
                        <a:gd name="connsiteY4" fmla="*/ 3156 h 16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70" h="16054">
                          <a:moveTo>
                            <a:pt x="13589" y="3156"/>
                          </a:moveTo>
                          <a:cubicBezTo>
                            <a:pt x="16637" y="6680"/>
                            <a:pt x="16446" y="11824"/>
                            <a:pt x="13303" y="14491"/>
                          </a:cubicBezTo>
                          <a:cubicBezTo>
                            <a:pt x="10160" y="17158"/>
                            <a:pt x="5111" y="16301"/>
                            <a:pt x="2159" y="12776"/>
                          </a:cubicBezTo>
                          <a:cubicBezTo>
                            <a:pt x="-889" y="9252"/>
                            <a:pt x="-604" y="4299"/>
                            <a:pt x="2349" y="1632"/>
                          </a:cubicBezTo>
                          <a:cubicBezTo>
                            <a:pt x="5397" y="-1035"/>
                            <a:pt x="10445" y="-368"/>
                            <a:pt x="13589" y="315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48" name="Forme libre : forme 2647">
                      <a:extLst>
                        <a:ext uri="{FF2B5EF4-FFF2-40B4-BE49-F238E27FC236}">
                          <a16:creationId xmlns:a16="http://schemas.microsoft.com/office/drawing/2014/main" id="{6D0F85D2-51D3-4A1F-9A9A-9B18AF8450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4461" y="3715251"/>
                      <a:ext cx="5888" cy="5787"/>
                    </a:xfrm>
                    <a:custGeom>
                      <a:avLst/>
                      <a:gdLst>
                        <a:gd name="connsiteX0" fmla="*/ 5805 w 5888"/>
                        <a:gd name="connsiteY0" fmla="*/ 2179 h 5787"/>
                        <a:gd name="connsiteX1" fmla="*/ 3614 w 5888"/>
                        <a:gd name="connsiteY1" fmla="*/ 5704 h 5787"/>
                        <a:gd name="connsiteX2" fmla="*/ 90 w 5888"/>
                        <a:gd name="connsiteY2" fmla="*/ 3608 h 5787"/>
                        <a:gd name="connsiteX3" fmla="*/ 2185 w 5888"/>
                        <a:gd name="connsiteY3" fmla="*/ 84 h 5787"/>
                        <a:gd name="connsiteX4" fmla="*/ 5805 w 5888"/>
                        <a:gd name="connsiteY4" fmla="*/ 2179 h 57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8" h="5787">
                          <a:moveTo>
                            <a:pt x="5805" y="2179"/>
                          </a:moveTo>
                          <a:cubicBezTo>
                            <a:pt x="6186" y="3703"/>
                            <a:pt x="5233" y="5323"/>
                            <a:pt x="3614" y="5704"/>
                          </a:cubicBezTo>
                          <a:cubicBezTo>
                            <a:pt x="1995" y="6085"/>
                            <a:pt x="471" y="5132"/>
                            <a:pt x="90" y="3608"/>
                          </a:cubicBezTo>
                          <a:cubicBezTo>
                            <a:pt x="-291" y="2084"/>
                            <a:pt x="566" y="465"/>
                            <a:pt x="2185" y="84"/>
                          </a:cubicBezTo>
                          <a:cubicBezTo>
                            <a:pt x="3805" y="-297"/>
                            <a:pt x="5424" y="655"/>
                            <a:pt x="5805" y="217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649" name="Graphique 15">
                  <a:extLst>
                    <a:ext uri="{FF2B5EF4-FFF2-40B4-BE49-F238E27FC236}">
                      <a16:creationId xmlns:a16="http://schemas.microsoft.com/office/drawing/2014/main" id="{2CF5CC1D-5B31-44B7-994C-5511F136F277}"/>
                    </a:ext>
                  </a:extLst>
                </p:cNvPr>
                <p:cNvGrpSpPr/>
                <p:nvPr/>
              </p:nvGrpSpPr>
              <p:grpSpPr>
                <a:xfrm>
                  <a:off x="11163402" y="3611316"/>
                  <a:ext cx="90983" cy="86523"/>
                  <a:chOff x="11163402" y="3611316"/>
                  <a:chExt cx="90983" cy="86523"/>
                </a:xfrm>
                <a:solidFill>
                  <a:schemeClr val="accent1"/>
                </a:solidFill>
              </p:grpSpPr>
              <p:grpSp>
                <p:nvGrpSpPr>
                  <p:cNvPr id="2650" name="Graphique 15">
                    <a:extLst>
                      <a:ext uri="{FF2B5EF4-FFF2-40B4-BE49-F238E27FC236}">
                        <a16:creationId xmlns:a16="http://schemas.microsoft.com/office/drawing/2014/main" id="{BEC7BF0A-F8A1-4E92-9CC1-E165AB93DB33}"/>
                      </a:ext>
                    </a:extLst>
                  </p:cNvPr>
                  <p:cNvGrpSpPr/>
                  <p:nvPr/>
                </p:nvGrpSpPr>
                <p:grpSpPr>
                  <a:xfrm>
                    <a:off x="11163402" y="3611316"/>
                    <a:ext cx="35771" cy="37778"/>
                    <a:chOff x="11163402" y="3611316"/>
                    <a:chExt cx="35771" cy="37778"/>
                  </a:xfrm>
                  <a:solidFill>
                    <a:schemeClr val="accent1"/>
                  </a:solidFill>
                </p:grpSpPr>
                <p:sp>
                  <p:nvSpPr>
                    <p:cNvPr id="2651" name="Forme libre : forme 2650">
                      <a:extLst>
                        <a:ext uri="{FF2B5EF4-FFF2-40B4-BE49-F238E27FC236}">
                          <a16:creationId xmlns:a16="http://schemas.microsoft.com/office/drawing/2014/main" id="{D12CA1F1-7421-4C32-B6E8-BA4D2F4950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63402" y="3611316"/>
                      <a:ext cx="35687" cy="37768"/>
                    </a:xfrm>
                    <a:custGeom>
                      <a:avLst/>
                      <a:gdLst>
                        <a:gd name="connsiteX0" fmla="*/ 34587 w 35687"/>
                        <a:gd name="connsiteY0" fmla="*/ 12389 h 37768"/>
                        <a:gd name="connsiteX1" fmla="*/ 23823 w 35687"/>
                        <a:gd name="connsiteY1" fmla="*/ 36773 h 37768"/>
                        <a:gd name="connsiteX2" fmla="*/ 1058 w 35687"/>
                        <a:gd name="connsiteY2" fmla="*/ 25248 h 37768"/>
                        <a:gd name="connsiteX3" fmla="*/ 11155 w 35687"/>
                        <a:gd name="connsiteY3" fmla="*/ 1245 h 37768"/>
                        <a:gd name="connsiteX4" fmla="*/ 34587 w 35687"/>
                        <a:gd name="connsiteY4" fmla="*/ 12389 h 37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87" h="37768">
                          <a:moveTo>
                            <a:pt x="34587" y="12389"/>
                          </a:moveTo>
                          <a:cubicBezTo>
                            <a:pt x="38016" y="22485"/>
                            <a:pt x="33158" y="33439"/>
                            <a:pt x="23823" y="36773"/>
                          </a:cubicBezTo>
                          <a:cubicBezTo>
                            <a:pt x="14489" y="40107"/>
                            <a:pt x="4392" y="34773"/>
                            <a:pt x="1058" y="25248"/>
                          </a:cubicBezTo>
                          <a:cubicBezTo>
                            <a:pt x="-2085" y="15627"/>
                            <a:pt x="1916" y="5055"/>
                            <a:pt x="11155" y="1245"/>
                          </a:cubicBezTo>
                          <a:cubicBezTo>
                            <a:pt x="20394" y="-2470"/>
                            <a:pt x="30777" y="2388"/>
                            <a:pt x="34587" y="1238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52" name="Forme libre : forme 2651">
                      <a:extLst>
                        <a:ext uri="{FF2B5EF4-FFF2-40B4-BE49-F238E27FC236}">
                          <a16:creationId xmlns:a16="http://schemas.microsoft.com/office/drawing/2014/main" id="{F014C98B-9C77-4463-8695-E6F0175B5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63590" y="3615894"/>
                      <a:ext cx="35584" cy="33200"/>
                    </a:xfrm>
                    <a:custGeom>
                      <a:avLst/>
                      <a:gdLst>
                        <a:gd name="connsiteX0" fmla="*/ 18016 w 35584"/>
                        <a:gd name="connsiteY0" fmla="*/ 14669 h 33200"/>
                        <a:gd name="connsiteX1" fmla="*/ 205 w 35584"/>
                        <a:gd name="connsiteY1" fmla="*/ 11144 h 33200"/>
                        <a:gd name="connsiteX2" fmla="*/ 967 w 35584"/>
                        <a:gd name="connsiteY2" fmla="*/ 20669 h 33200"/>
                        <a:gd name="connsiteX3" fmla="*/ 23732 w 35584"/>
                        <a:gd name="connsiteY3" fmla="*/ 32195 h 33200"/>
                        <a:gd name="connsiteX4" fmla="*/ 34495 w 35584"/>
                        <a:gd name="connsiteY4" fmla="*/ 7811 h 33200"/>
                        <a:gd name="connsiteX5" fmla="*/ 29066 w 35584"/>
                        <a:gd name="connsiteY5" fmla="*/ 0 h 33200"/>
                        <a:gd name="connsiteX6" fmla="*/ 18016 w 35584"/>
                        <a:gd name="connsiteY6" fmla="*/ 14669 h 33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84" h="33200">
                          <a:moveTo>
                            <a:pt x="18016" y="14669"/>
                          </a:moveTo>
                          <a:cubicBezTo>
                            <a:pt x="11635" y="17050"/>
                            <a:pt x="5158" y="15335"/>
                            <a:pt x="205" y="11144"/>
                          </a:cubicBezTo>
                          <a:cubicBezTo>
                            <a:pt x="-176" y="14192"/>
                            <a:pt x="-81" y="17431"/>
                            <a:pt x="967" y="20669"/>
                          </a:cubicBezTo>
                          <a:cubicBezTo>
                            <a:pt x="4205" y="30290"/>
                            <a:pt x="14397" y="35528"/>
                            <a:pt x="23732" y="32195"/>
                          </a:cubicBezTo>
                          <a:cubicBezTo>
                            <a:pt x="32971" y="28861"/>
                            <a:pt x="37924" y="17812"/>
                            <a:pt x="34495" y="7811"/>
                          </a:cubicBezTo>
                          <a:cubicBezTo>
                            <a:pt x="33257" y="4667"/>
                            <a:pt x="31351" y="2000"/>
                            <a:pt x="29066" y="0"/>
                          </a:cubicBezTo>
                          <a:cubicBezTo>
                            <a:pt x="28208" y="6572"/>
                            <a:pt x="24303" y="12287"/>
                            <a:pt x="18016" y="14669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53" name="Forme libre : forme 2652">
                      <a:extLst>
                        <a:ext uri="{FF2B5EF4-FFF2-40B4-BE49-F238E27FC236}">
                          <a16:creationId xmlns:a16="http://schemas.microsoft.com/office/drawing/2014/main" id="{C1A1B0FC-2166-4BED-AD5B-356230B735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78621" y="3616257"/>
                      <a:ext cx="16133" cy="17056"/>
                    </a:xfrm>
                    <a:custGeom>
                      <a:avLst/>
                      <a:gdLst>
                        <a:gd name="connsiteX0" fmla="*/ 12986 w 16133"/>
                        <a:gd name="connsiteY0" fmla="*/ 2780 h 17056"/>
                        <a:gd name="connsiteX1" fmla="*/ 14319 w 16133"/>
                        <a:gd name="connsiteY1" fmla="*/ 14877 h 17056"/>
                        <a:gd name="connsiteX2" fmla="*/ 3080 w 16133"/>
                        <a:gd name="connsiteY2" fmla="*/ 14210 h 17056"/>
                        <a:gd name="connsiteX3" fmla="*/ 1651 w 16133"/>
                        <a:gd name="connsiteY3" fmla="*/ 2304 h 17056"/>
                        <a:gd name="connsiteX4" fmla="*/ 12986 w 16133"/>
                        <a:gd name="connsiteY4" fmla="*/ 2780 h 170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33" h="17056">
                          <a:moveTo>
                            <a:pt x="12986" y="2780"/>
                          </a:moveTo>
                          <a:cubicBezTo>
                            <a:pt x="16605" y="6209"/>
                            <a:pt x="17177" y="11734"/>
                            <a:pt x="14319" y="14877"/>
                          </a:cubicBezTo>
                          <a:cubicBezTo>
                            <a:pt x="11462" y="18020"/>
                            <a:pt x="6413" y="17735"/>
                            <a:pt x="3080" y="14210"/>
                          </a:cubicBezTo>
                          <a:cubicBezTo>
                            <a:pt x="-254" y="10686"/>
                            <a:pt x="-1111" y="5447"/>
                            <a:pt x="1651" y="2304"/>
                          </a:cubicBezTo>
                          <a:cubicBezTo>
                            <a:pt x="4318" y="-935"/>
                            <a:pt x="9462" y="-744"/>
                            <a:pt x="12986" y="278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54" name="Forme libre : forme 2653">
                      <a:extLst>
                        <a:ext uri="{FF2B5EF4-FFF2-40B4-BE49-F238E27FC236}">
                          <a16:creationId xmlns:a16="http://schemas.microsoft.com/office/drawing/2014/main" id="{E90310CB-D56C-4EC1-8E1A-511915ED4E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77022" y="3618849"/>
                      <a:ext cx="5874" cy="6187"/>
                    </a:xfrm>
                    <a:custGeom>
                      <a:avLst/>
                      <a:gdLst>
                        <a:gd name="connsiteX0" fmla="*/ 5632 w 5874"/>
                        <a:gd name="connsiteY0" fmla="*/ 1998 h 6187"/>
                        <a:gd name="connsiteX1" fmla="*/ 4013 w 5874"/>
                        <a:gd name="connsiteY1" fmla="*/ 5999 h 6187"/>
                        <a:gd name="connsiteX2" fmla="*/ 203 w 5874"/>
                        <a:gd name="connsiteY2" fmla="*/ 4189 h 6187"/>
                        <a:gd name="connsiteX3" fmla="*/ 1822 w 5874"/>
                        <a:gd name="connsiteY3" fmla="*/ 189 h 6187"/>
                        <a:gd name="connsiteX4" fmla="*/ 5632 w 5874"/>
                        <a:gd name="connsiteY4" fmla="*/ 1998 h 61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74" h="6187">
                          <a:moveTo>
                            <a:pt x="5632" y="1998"/>
                          </a:moveTo>
                          <a:cubicBezTo>
                            <a:pt x="6299" y="3618"/>
                            <a:pt x="5537" y="5427"/>
                            <a:pt x="4013" y="5999"/>
                          </a:cubicBezTo>
                          <a:cubicBezTo>
                            <a:pt x="2489" y="6570"/>
                            <a:pt x="775" y="5808"/>
                            <a:pt x="203" y="4189"/>
                          </a:cubicBezTo>
                          <a:cubicBezTo>
                            <a:pt x="-369" y="2570"/>
                            <a:pt x="298" y="855"/>
                            <a:pt x="1822" y="189"/>
                          </a:cubicBezTo>
                          <a:cubicBezTo>
                            <a:pt x="3251" y="-383"/>
                            <a:pt x="4965" y="379"/>
                            <a:pt x="5632" y="199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655" name="Graphique 15">
                    <a:extLst>
                      <a:ext uri="{FF2B5EF4-FFF2-40B4-BE49-F238E27FC236}">
                        <a16:creationId xmlns:a16="http://schemas.microsoft.com/office/drawing/2014/main" id="{59E2EB2A-36BB-4365-B4ED-ADDCDA9029C6}"/>
                      </a:ext>
                    </a:extLst>
                  </p:cNvPr>
                  <p:cNvGrpSpPr/>
                  <p:nvPr/>
                </p:nvGrpSpPr>
                <p:grpSpPr>
                  <a:xfrm>
                    <a:off x="11187841" y="3638919"/>
                    <a:ext cx="35729" cy="38652"/>
                    <a:chOff x="11187841" y="3638919"/>
                    <a:chExt cx="35729" cy="38652"/>
                  </a:xfrm>
                  <a:solidFill>
                    <a:schemeClr val="accent1"/>
                  </a:solidFill>
                </p:grpSpPr>
                <p:sp>
                  <p:nvSpPr>
                    <p:cNvPr id="2656" name="Forme libre : forme 2655">
                      <a:extLst>
                        <a:ext uri="{FF2B5EF4-FFF2-40B4-BE49-F238E27FC236}">
                          <a16:creationId xmlns:a16="http://schemas.microsoft.com/office/drawing/2014/main" id="{62F4CE69-4D36-440F-9775-605C52DA7B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87841" y="3638919"/>
                      <a:ext cx="35729" cy="38652"/>
                    </a:xfrm>
                    <a:custGeom>
                      <a:avLst/>
                      <a:gdLst>
                        <a:gd name="connsiteX0" fmla="*/ 34627 w 35729"/>
                        <a:gd name="connsiteY0" fmla="*/ 13360 h 38652"/>
                        <a:gd name="connsiteX1" fmla="*/ 23387 w 35729"/>
                        <a:gd name="connsiteY1" fmla="*/ 37840 h 38652"/>
                        <a:gd name="connsiteX2" fmla="*/ 1003 w 35729"/>
                        <a:gd name="connsiteY2" fmla="*/ 25172 h 38652"/>
                        <a:gd name="connsiteX3" fmla="*/ 11862 w 35729"/>
                        <a:gd name="connsiteY3" fmla="*/ 1073 h 38652"/>
                        <a:gd name="connsiteX4" fmla="*/ 34627 w 35729"/>
                        <a:gd name="connsiteY4" fmla="*/ 13360 h 38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729" h="38652">
                          <a:moveTo>
                            <a:pt x="34627" y="13360"/>
                          </a:moveTo>
                          <a:cubicBezTo>
                            <a:pt x="38151" y="23743"/>
                            <a:pt x="32912" y="34792"/>
                            <a:pt x="23387" y="37840"/>
                          </a:cubicBezTo>
                          <a:cubicBezTo>
                            <a:pt x="13862" y="40888"/>
                            <a:pt x="4337" y="35077"/>
                            <a:pt x="1003" y="25172"/>
                          </a:cubicBezTo>
                          <a:cubicBezTo>
                            <a:pt x="-2235" y="15266"/>
                            <a:pt x="2623" y="4502"/>
                            <a:pt x="11862" y="1073"/>
                          </a:cubicBezTo>
                          <a:cubicBezTo>
                            <a:pt x="21101" y="-2451"/>
                            <a:pt x="31293" y="2978"/>
                            <a:pt x="34627" y="13360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57" name="Forme libre : forme 2656">
                      <a:extLst>
                        <a:ext uri="{FF2B5EF4-FFF2-40B4-BE49-F238E27FC236}">
                          <a16:creationId xmlns:a16="http://schemas.microsoft.com/office/drawing/2014/main" id="{1BF42751-9D2A-48BF-91EB-86D1194306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87862" y="3644088"/>
                      <a:ext cx="35708" cy="33483"/>
                    </a:xfrm>
                    <a:custGeom>
                      <a:avLst/>
                      <a:gdLst>
                        <a:gd name="connsiteX0" fmla="*/ 18033 w 35708"/>
                        <a:gd name="connsiteY0" fmla="*/ 14573 h 33483"/>
                        <a:gd name="connsiteX1" fmla="*/ 317 w 35708"/>
                        <a:gd name="connsiteY1" fmla="*/ 10287 h 33483"/>
                        <a:gd name="connsiteX2" fmla="*/ 983 w 35708"/>
                        <a:gd name="connsiteY2" fmla="*/ 20003 h 33483"/>
                        <a:gd name="connsiteX3" fmla="*/ 23367 w 35708"/>
                        <a:gd name="connsiteY3" fmla="*/ 32671 h 33483"/>
                        <a:gd name="connsiteX4" fmla="*/ 34606 w 35708"/>
                        <a:gd name="connsiteY4" fmla="*/ 8191 h 33483"/>
                        <a:gd name="connsiteX5" fmla="*/ 29558 w 35708"/>
                        <a:gd name="connsiteY5" fmla="*/ 0 h 33483"/>
                        <a:gd name="connsiteX6" fmla="*/ 18033 w 35708"/>
                        <a:gd name="connsiteY6" fmla="*/ 14573 h 33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708" h="33483">
                          <a:moveTo>
                            <a:pt x="18033" y="14573"/>
                          </a:moveTo>
                          <a:cubicBezTo>
                            <a:pt x="11651" y="16764"/>
                            <a:pt x="4984" y="14764"/>
                            <a:pt x="317" y="10287"/>
                          </a:cubicBezTo>
                          <a:cubicBezTo>
                            <a:pt x="-255" y="13430"/>
                            <a:pt x="-64" y="16764"/>
                            <a:pt x="983" y="20003"/>
                          </a:cubicBezTo>
                          <a:cubicBezTo>
                            <a:pt x="4412" y="29908"/>
                            <a:pt x="13842" y="35719"/>
                            <a:pt x="23367" y="32671"/>
                          </a:cubicBezTo>
                          <a:cubicBezTo>
                            <a:pt x="32892" y="29623"/>
                            <a:pt x="38131" y="18574"/>
                            <a:pt x="34606" y="8191"/>
                          </a:cubicBezTo>
                          <a:cubicBezTo>
                            <a:pt x="33559" y="4858"/>
                            <a:pt x="31749" y="2191"/>
                            <a:pt x="29558" y="0"/>
                          </a:cubicBezTo>
                          <a:cubicBezTo>
                            <a:pt x="28511" y="6667"/>
                            <a:pt x="24320" y="12382"/>
                            <a:pt x="18033" y="1457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58" name="Forme libre : forme 2657">
                      <a:extLst>
                        <a:ext uri="{FF2B5EF4-FFF2-40B4-BE49-F238E27FC236}">
                          <a16:creationId xmlns:a16="http://schemas.microsoft.com/office/drawing/2014/main" id="{4FF5507B-7E63-485D-838F-1B1A9E4B37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03130" y="3644143"/>
                      <a:ext cx="16102" cy="17510"/>
                    </a:xfrm>
                    <a:custGeom>
                      <a:avLst/>
                      <a:gdLst>
                        <a:gd name="connsiteX0" fmla="*/ 13242 w 16102"/>
                        <a:gd name="connsiteY0" fmla="*/ 3088 h 17510"/>
                        <a:gd name="connsiteX1" fmla="*/ 14195 w 16102"/>
                        <a:gd name="connsiteY1" fmla="*/ 15471 h 17510"/>
                        <a:gd name="connsiteX2" fmla="*/ 2860 w 16102"/>
                        <a:gd name="connsiteY2" fmla="*/ 14328 h 17510"/>
                        <a:gd name="connsiteX3" fmla="*/ 1908 w 16102"/>
                        <a:gd name="connsiteY3" fmla="*/ 2040 h 17510"/>
                        <a:gd name="connsiteX4" fmla="*/ 13242 w 16102"/>
                        <a:gd name="connsiteY4" fmla="*/ 3088 h 175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02" h="17510">
                          <a:moveTo>
                            <a:pt x="13242" y="3088"/>
                          </a:moveTo>
                          <a:cubicBezTo>
                            <a:pt x="16671" y="6803"/>
                            <a:pt x="17052" y="12423"/>
                            <a:pt x="14195" y="15471"/>
                          </a:cubicBezTo>
                          <a:cubicBezTo>
                            <a:pt x="11337" y="18614"/>
                            <a:pt x="6289" y="18042"/>
                            <a:pt x="2860" y="14328"/>
                          </a:cubicBezTo>
                          <a:cubicBezTo>
                            <a:pt x="-569" y="10613"/>
                            <a:pt x="-950" y="5184"/>
                            <a:pt x="1908" y="2040"/>
                          </a:cubicBezTo>
                          <a:cubicBezTo>
                            <a:pt x="4765" y="-1008"/>
                            <a:pt x="9813" y="-627"/>
                            <a:pt x="13242" y="308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59" name="Forme libre : forme 2658">
                      <a:extLst>
                        <a:ext uri="{FF2B5EF4-FFF2-40B4-BE49-F238E27FC236}">
                          <a16:creationId xmlns:a16="http://schemas.microsoft.com/office/drawing/2014/main" id="{0D950B83-A26C-4073-8E89-9EA11E1A14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01526" y="3646588"/>
                      <a:ext cx="5880" cy="6334"/>
                    </a:xfrm>
                    <a:custGeom>
                      <a:avLst/>
                      <a:gdLst>
                        <a:gd name="connsiteX0" fmla="*/ 5703 w 5880"/>
                        <a:gd name="connsiteY0" fmla="*/ 2167 h 6334"/>
                        <a:gd name="connsiteX1" fmla="*/ 3893 w 5880"/>
                        <a:gd name="connsiteY1" fmla="*/ 6168 h 6334"/>
                        <a:gd name="connsiteX2" fmla="*/ 178 w 5880"/>
                        <a:gd name="connsiteY2" fmla="*/ 4167 h 6334"/>
                        <a:gd name="connsiteX3" fmla="*/ 1988 w 5880"/>
                        <a:gd name="connsiteY3" fmla="*/ 167 h 6334"/>
                        <a:gd name="connsiteX4" fmla="*/ 5703 w 5880"/>
                        <a:gd name="connsiteY4" fmla="*/ 2167 h 6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0" h="6334">
                          <a:moveTo>
                            <a:pt x="5703" y="2167"/>
                          </a:moveTo>
                          <a:cubicBezTo>
                            <a:pt x="6274" y="3881"/>
                            <a:pt x="5417" y="5596"/>
                            <a:pt x="3893" y="6168"/>
                          </a:cubicBezTo>
                          <a:cubicBezTo>
                            <a:pt x="2369" y="6739"/>
                            <a:pt x="655" y="5787"/>
                            <a:pt x="178" y="4167"/>
                          </a:cubicBezTo>
                          <a:cubicBezTo>
                            <a:pt x="-393" y="2548"/>
                            <a:pt x="464" y="738"/>
                            <a:pt x="1988" y="167"/>
                          </a:cubicBezTo>
                          <a:cubicBezTo>
                            <a:pt x="3512" y="-405"/>
                            <a:pt x="5226" y="548"/>
                            <a:pt x="5703" y="216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660" name="Graphique 15">
                    <a:extLst>
                      <a:ext uri="{FF2B5EF4-FFF2-40B4-BE49-F238E27FC236}">
                        <a16:creationId xmlns:a16="http://schemas.microsoft.com/office/drawing/2014/main" id="{366DD6FE-7F62-4C7C-BA3B-27F1EF32CB20}"/>
                      </a:ext>
                    </a:extLst>
                  </p:cNvPr>
                  <p:cNvGrpSpPr/>
                  <p:nvPr/>
                </p:nvGrpSpPr>
                <p:grpSpPr>
                  <a:xfrm>
                    <a:off x="11218805" y="3657878"/>
                    <a:ext cx="35581" cy="39961"/>
                    <a:chOff x="11218805" y="3657878"/>
                    <a:chExt cx="35581" cy="39961"/>
                  </a:xfrm>
                  <a:solidFill>
                    <a:schemeClr val="accent1"/>
                  </a:solidFill>
                </p:grpSpPr>
                <p:sp>
                  <p:nvSpPr>
                    <p:cNvPr id="2661" name="Forme libre : forme 2660">
                      <a:extLst>
                        <a:ext uri="{FF2B5EF4-FFF2-40B4-BE49-F238E27FC236}">
                          <a16:creationId xmlns:a16="http://schemas.microsoft.com/office/drawing/2014/main" id="{2B49F516-692C-4B1D-8D2F-1C28F6950A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18805" y="3657878"/>
                      <a:ext cx="35581" cy="39961"/>
                    </a:xfrm>
                    <a:custGeom>
                      <a:avLst/>
                      <a:gdLst>
                        <a:gd name="connsiteX0" fmla="*/ 34810 w 35581"/>
                        <a:gd name="connsiteY0" fmla="*/ 14309 h 39961"/>
                        <a:gd name="connsiteX1" fmla="*/ 22904 w 35581"/>
                        <a:gd name="connsiteY1" fmla="*/ 39264 h 39961"/>
                        <a:gd name="connsiteX2" fmla="*/ 711 w 35581"/>
                        <a:gd name="connsiteY2" fmla="*/ 25548 h 39961"/>
                        <a:gd name="connsiteX3" fmla="*/ 12332 w 35581"/>
                        <a:gd name="connsiteY3" fmla="*/ 974 h 39961"/>
                        <a:gd name="connsiteX4" fmla="*/ 34810 w 35581"/>
                        <a:gd name="connsiteY4" fmla="*/ 14309 h 39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81" h="39961">
                          <a:moveTo>
                            <a:pt x="34810" y="14309"/>
                          </a:moveTo>
                          <a:cubicBezTo>
                            <a:pt x="37668" y="25167"/>
                            <a:pt x="32334" y="36407"/>
                            <a:pt x="22904" y="39264"/>
                          </a:cubicBezTo>
                          <a:cubicBezTo>
                            <a:pt x="13475" y="42122"/>
                            <a:pt x="3568" y="35931"/>
                            <a:pt x="711" y="25548"/>
                          </a:cubicBezTo>
                          <a:cubicBezTo>
                            <a:pt x="-1956" y="15166"/>
                            <a:pt x="3092" y="4212"/>
                            <a:pt x="12332" y="974"/>
                          </a:cubicBezTo>
                          <a:cubicBezTo>
                            <a:pt x="21475" y="-2455"/>
                            <a:pt x="32143" y="3450"/>
                            <a:pt x="34810" y="14309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62" name="Forme libre : forme 2661">
                      <a:extLst>
                        <a:ext uri="{FF2B5EF4-FFF2-40B4-BE49-F238E27FC236}">
                          <a16:creationId xmlns:a16="http://schemas.microsoft.com/office/drawing/2014/main" id="{14725CFD-11E2-420C-833F-90F40A0DCD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18813" y="3663424"/>
                      <a:ext cx="35573" cy="34320"/>
                    </a:xfrm>
                    <a:custGeom>
                      <a:avLst/>
                      <a:gdLst>
                        <a:gd name="connsiteX0" fmla="*/ 18038 w 35573"/>
                        <a:gd name="connsiteY0" fmla="*/ 14764 h 34320"/>
                        <a:gd name="connsiteX1" fmla="*/ 512 w 35573"/>
                        <a:gd name="connsiteY1" fmla="*/ 9811 h 34320"/>
                        <a:gd name="connsiteX2" fmla="*/ 703 w 35573"/>
                        <a:gd name="connsiteY2" fmla="*/ 19907 h 34320"/>
                        <a:gd name="connsiteX3" fmla="*/ 22896 w 35573"/>
                        <a:gd name="connsiteY3" fmla="*/ 33623 h 34320"/>
                        <a:gd name="connsiteX4" fmla="*/ 34803 w 35573"/>
                        <a:gd name="connsiteY4" fmla="*/ 8668 h 34320"/>
                        <a:gd name="connsiteX5" fmla="*/ 30040 w 35573"/>
                        <a:gd name="connsiteY5" fmla="*/ 0 h 34320"/>
                        <a:gd name="connsiteX6" fmla="*/ 18038 w 35573"/>
                        <a:gd name="connsiteY6" fmla="*/ 14764 h 343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573" h="34320">
                          <a:moveTo>
                            <a:pt x="18038" y="14764"/>
                          </a:moveTo>
                          <a:cubicBezTo>
                            <a:pt x="11657" y="16859"/>
                            <a:pt x="4989" y="14668"/>
                            <a:pt x="512" y="9811"/>
                          </a:cubicBezTo>
                          <a:cubicBezTo>
                            <a:pt x="-154" y="13049"/>
                            <a:pt x="-249" y="16478"/>
                            <a:pt x="703" y="19907"/>
                          </a:cubicBezTo>
                          <a:cubicBezTo>
                            <a:pt x="3560" y="30289"/>
                            <a:pt x="13467" y="36481"/>
                            <a:pt x="22896" y="33623"/>
                          </a:cubicBezTo>
                          <a:cubicBezTo>
                            <a:pt x="32326" y="30766"/>
                            <a:pt x="37660" y="19526"/>
                            <a:pt x="34803" y="8668"/>
                          </a:cubicBezTo>
                          <a:cubicBezTo>
                            <a:pt x="33850" y="5239"/>
                            <a:pt x="32231" y="2381"/>
                            <a:pt x="30040" y="0"/>
                          </a:cubicBezTo>
                          <a:cubicBezTo>
                            <a:pt x="28802" y="6953"/>
                            <a:pt x="24325" y="12763"/>
                            <a:pt x="18038" y="14764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63" name="Forme libre : forme 2662">
                      <a:extLst>
                        <a:ext uri="{FF2B5EF4-FFF2-40B4-BE49-F238E27FC236}">
                          <a16:creationId xmlns:a16="http://schemas.microsoft.com/office/drawing/2014/main" id="{8042FFA1-6285-4597-A9F5-46D429238F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34380" y="3663369"/>
                      <a:ext cx="15896" cy="18197"/>
                    </a:xfrm>
                    <a:custGeom>
                      <a:avLst/>
                      <a:gdLst>
                        <a:gd name="connsiteX0" fmla="*/ 13330 w 15896"/>
                        <a:gd name="connsiteY0" fmla="*/ 3389 h 18197"/>
                        <a:gd name="connsiteX1" fmla="*/ 13806 w 15896"/>
                        <a:gd name="connsiteY1" fmla="*/ 16247 h 18197"/>
                        <a:gd name="connsiteX2" fmla="*/ 2567 w 15896"/>
                        <a:gd name="connsiteY2" fmla="*/ 14723 h 18197"/>
                        <a:gd name="connsiteX3" fmla="*/ 2090 w 15896"/>
                        <a:gd name="connsiteY3" fmla="*/ 2055 h 18197"/>
                        <a:gd name="connsiteX4" fmla="*/ 13330 w 15896"/>
                        <a:gd name="connsiteY4" fmla="*/ 3389 h 18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96" h="18197">
                          <a:moveTo>
                            <a:pt x="13330" y="3389"/>
                          </a:moveTo>
                          <a:cubicBezTo>
                            <a:pt x="16568" y="7294"/>
                            <a:pt x="16759" y="13104"/>
                            <a:pt x="13806" y="16247"/>
                          </a:cubicBezTo>
                          <a:cubicBezTo>
                            <a:pt x="10853" y="19391"/>
                            <a:pt x="5805" y="18628"/>
                            <a:pt x="2567" y="14723"/>
                          </a:cubicBezTo>
                          <a:cubicBezTo>
                            <a:pt x="-672" y="10818"/>
                            <a:pt x="-862" y="5198"/>
                            <a:pt x="2090" y="2055"/>
                          </a:cubicBezTo>
                          <a:cubicBezTo>
                            <a:pt x="4852" y="-1088"/>
                            <a:pt x="10091" y="-612"/>
                            <a:pt x="13330" y="338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64" name="Forme libre : forme 2663">
                      <a:extLst>
                        <a:ext uri="{FF2B5EF4-FFF2-40B4-BE49-F238E27FC236}">
                          <a16:creationId xmlns:a16="http://schemas.microsoft.com/office/drawing/2014/main" id="{A83B8841-FDF8-43AF-9BAD-39D9A534EB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32815" y="3665735"/>
                      <a:ext cx="5881" cy="6574"/>
                    </a:xfrm>
                    <a:custGeom>
                      <a:avLst/>
                      <a:gdLst>
                        <a:gd name="connsiteX0" fmla="*/ 5751 w 5881"/>
                        <a:gd name="connsiteY0" fmla="*/ 2356 h 6574"/>
                        <a:gd name="connsiteX1" fmla="*/ 3751 w 5881"/>
                        <a:gd name="connsiteY1" fmla="*/ 6452 h 6574"/>
                        <a:gd name="connsiteX2" fmla="*/ 131 w 5881"/>
                        <a:gd name="connsiteY2" fmla="*/ 4261 h 6574"/>
                        <a:gd name="connsiteX3" fmla="*/ 2131 w 5881"/>
                        <a:gd name="connsiteY3" fmla="*/ 165 h 6574"/>
                        <a:gd name="connsiteX4" fmla="*/ 5751 w 5881"/>
                        <a:gd name="connsiteY4" fmla="*/ 2356 h 6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1" h="6574">
                          <a:moveTo>
                            <a:pt x="5751" y="2356"/>
                          </a:moveTo>
                          <a:cubicBezTo>
                            <a:pt x="6227" y="4071"/>
                            <a:pt x="5370" y="5976"/>
                            <a:pt x="3751" y="6452"/>
                          </a:cubicBezTo>
                          <a:cubicBezTo>
                            <a:pt x="2226" y="6928"/>
                            <a:pt x="607" y="5976"/>
                            <a:pt x="131" y="4261"/>
                          </a:cubicBezTo>
                          <a:cubicBezTo>
                            <a:pt x="-345" y="2547"/>
                            <a:pt x="512" y="737"/>
                            <a:pt x="2131" y="165"/>
                          </a:cubicBezTo>
                          <a:cubicBezTo>
                            <a:pt x="3751" y="-406"/>
                            <a:pt x="5275" y="546"/>
                            <a:pt x="5751" y="235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665" name="Graphique 15">
                  <a:extLst>
                    <a:ext uri="{FF2B5EF4-FFF2-40B4-BE49-F238E27FC236}">
                      <a16:creationId xmlns:a16="http://schemas.microsoft.com/office/drawing/2014/main" id="{F5A38885-50BD-45F2-96FC-BD492BC5FB19}"/>
                    </a:ext>
                  </a:extLst>
                </p:cNvPr>
                <p:cNvGrpSpPr/>
                <p:nvPr/>
              </p:nvGrpSpPr>
              <p:grpSpPr>
                <a:xfrm>
                  <a:off x="11256892" y="3601129"/>
                  <a:ext cx="105434" cy="52713"/>
                  <a:chOff x="11256892" y="3601129"/>
                  <a:chExt cx="105434" cy="52713"/>
                </a:xfrm>
                <a:solidFill>
                  <a:schemeClr val="accent1"/>
                </a:solidFill>
              </p:grpSpPr>
              <p:grpSp>
                <p:nvGrpSpPr>
                  <p:cNvPr id="2666" name="Graphique 15">
                    <a:extLst>
                      <a:ext uri="{FF2B5EF4-FFF2-40B4-BE49-F238E27FC236}">
                        <a16:creationId xmlns:a16="http://schemas.microsoft.com/office/drawing/2014/main" id="{C488DAC9-E08E-49A9-BB17-9683B05F2C80}"/>
                      </a:ext>
                    </a:extLst>
                  </p:cNvPr>
                  <p:cNvGrpSpPr/>
                  <p:nvPr/>
                </p:nvGrpSpPr>
                <p:grpSpPr>
                  <a:xfrm>
                    <a:off x="11326506" y="3604737"/>
                    <a:ext cx="35820" cy="44823"/>
                    <a:chOff x="11326506" y="3604737"/>
                    <a:chExt cx="35820" cy="44823"/>
                  </a:xfrm>
                  <a:solidFill>
                    <a:schemeClr val="accent1"/>
                  </a:solidFill>
                </p:grpSpPr>
                <p:sp>
                  <p:nvSpPr>
                    <p:cNvPr id="2667" name="Forme libre : forme 2666">
                      <a:extLst>
                        <a:ext uri="{FF2B5EF4-FFF2-40B4-BE49-F238E27FC236}">
                          <a16:creationId xmlns:a16="http://schemas.microsoft.com/office/drawing/2014/main" id="{7E72836E-5B78-4011-8677-B803D4540F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26506" y="3604737"/>
                      <a:ext cx="35820" cy="44823"/>
                    </a:xfrm>
                    <a:custGeom>
                      <a:avLst/>
                      <a:gdLst>
                        <a:gd name="connsiteX0" fmla="*/ 9881 w 35820"/>
                        <a:gd name="connsiteY0" fmla="*/ 41733 h 44823"/>
                        <a:gd name="connsiteX1" fmla="*/ 1880 w 35820"/>
                        <a:gd name="connsiteY1" fmla="*/ 11538 h 44823"/>
                        <a:gd name="connsiteX2" fmla="*/ 25788 w 35820"/>
                        <a:gd name="connsiteY2" fmla="*/ 2775 h 44823"/>
                        <a:gd name="connsiteX3" fmla="*/ 33979 w 35820"/>
                        <a:gd name="connsiteY3" fmla="*/ 33732 h 44823"/>
                        <a:gd name="connsiteX4" fmla="*/ 9881 w 35820"/>
                        <a:gd name="connsiteY4" fmla="*/ 41733 h 448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20" h="44823">
                          <a:moveTo>
                            <a:pt x="9881" y="41733"/>
                          </a:moveTo>
                          <a:cubicBezTo>
                            <a:pt x="1023" y="35541"/>
                            <a:pt x="-2501" y="22206"/>
                            <a:pt x="1880" y="11538"/>
                          </a:cubicBezTo>
                          <a:cubicBezTo>
                            <a:pt x="6262" y="870"/>
                            <a:pt x="16929" y="-3225"/>
                            <a:pt x="25788" y="2775"/>
                          </a:cubicBezTo>
                          <a:cubicBezTo>
                            <a:pt x="34646" y="8776"/>
                            <a:pt x="38361" y="22873"/>
                            <a:pt x="33979" y="33732"/>
                          </a:cubicBezTo>
                          <a:cubicBezTo>
                            <a:pt x="29503" y="44590"/>
                            <a:pt x="18644" y="47924"/>
                            <a:pt x="9881" y="4173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68" name="Forme libre : forme 2667">
                      <a:extLst>
                        <a:ext uri="{FF2B5EF4-FFF2-40B4-BE49-F238E27FC236}">
                          <a16:creationId xmlns:a16="http://schemas.microsoft.com/office/drawing/2014/main" id="{4C5B4AD7-53DE-4E3D-AC29-5F9363DF95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26523" y="3604737"/>
                      <a:ext cx="32628" cy="44685"/>
                    </a:xfrm>
                    <a:custGeom>
                      <a:avLst/>
                      <a:gdLst>
                        <a:gd name="connsiteX0" fmla="*/ 17389 w 32628"/>
                        <a:gd name="connsiteY0" fmla="*/ 22302 h 44685"/>
                        <a:gd name="connsiteX1" fmla="*/ 32629 w 32628"/>
                        <a:gd name="connsiteY1" fmla="*/ 10967 h 44685"/>
                        <a:gd name="connsiteX2" fmla="*/ 25771 w 32628"/>
                        <a:gd name="connsiteY2" fmla="*/ 2775 h 44685"/>
                        <a:gd name="connsiteX3" fmla="*/ 1863 w 32628"/>
                        <a:gd name="connsiteY3" fmla="*/ 11538 h 44685"/>
                        <a:gd name="connsiteX4" fmla="*/ 9864 w 32628"/>
                        <a:gd name="connsiteY4" fmla="*/ 41733 h 44685"/>
                        <a:gd name="connsiteX5" fmla="*/ 18627 w 32628"/>
                        <a:gd name="connsiteY5" fmla="*/ 44685 h 44685"/>
                        <a:gd name="connsiteX6" fmla="*/ 17389 w 32628"/>
                        <a:gd name="connsiteY6" fmla="*/ 22302 h 44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28" h="44685">
                          <a:moveTo>
                            <a:pt x="17389" y="22302"/>
                          </a:moveTo>
                          <a:cubicBezTo>
                            <a:pt x="20341" y="14967"/>
                            <a:pt x="26342" y="10871"/>
                            <a:pt x="32629" y="10967"/>
                          </a:cubicBezTo>
                          <a:cubicBezTo>
                            <a:pt x="30914" y="7633"/>
                            <a:pt x="28628" y="4776"/>
                            <a:pt x="25771" y="2775"/>
                          </a:cubicBezTo>
                          <a:cubicBezTo>
                            <a:pt x="16912" y="-3225"/>
                            <a:pt x="6244" y="870"/>
                            <a:pt x="1863" y="11538"/>
                          </a:cubicBezTo>
                          <a:cubicBezTo>
                            <a:pt x="-2518" y="22206"/>
                            <a:pt x="1101" y="35541"/>
                            <a:pt x="9864" y="41733"/>
                          </a:cubicBezTo>
                          <a:cubicBezTo>
                            <a:pt x="12721" y="43733"/>
                            <a:pt x="15674" y="44590"/>
                            <a:pt x="18627" y="44685"/>
                          </a:cubicBezTo>
                          <a:cubicBezTo>
                            <a:pt x="15198" y="37923"/>
                            <a:pt x="14436" y="29541"/>
                            <a:pt x="17389" y="2230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69" name="Forme libre : forme 2668">
                      <a:extLst>
                        <a:ext uri="{FF2B5EF4-FFF2-40B4-BE49-F238E27FC236}">
                          <a16:creationId xmlns:a16="http://schemas.microsoft.com/office/drawing/2014/main" id="{5A79D009-1602-4A73-9B51-8877F730A9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35340" y="3627203"/>
                      <a:ext cx="17144" cy="18625"/>
                    </a:xfrm>
                    <a:custGeom>
                      <a:avLst/>
                      <a:gdLst>
                        <a:gd name="connsiteX0" fmla="*/ 8572 w 17144"/>
                        <a:gd name="connsiteY0" fmla="*/ 18600 h 18625"/>
                        <a:gd name="connsiteX1" fmla="*/ 0 w 17144"/>
                        <a:gd name="connsiteY1" fmla="*/ 8598 h 18625"/>
                        <a:gd name="connsiteX2" fmla="*/ 8572 w 17144"/>
                        <a:gd name="connsiteY2" fmla="*/ 26 h 18625"/>
                        <a:gd name="connsiteX3" fmla="*/ 17145 w 17144"/>
                        <a:gd name="connsiteY3" fmla="*/ 10027 h 18625"/>
                        <a:gd name="connsiteX4" fmla="*/ 8572 w 17144"/>
                        <a:gd name="connsiteY4" fmla="*/ 18600 h 18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44" h="18625">
                          <a:moveTo>
                            <a:pt x="8572" y="18600"/>
                          </a:moveTo>
                          <a:cubicBezTo>
                            <a:pt x="3810" y="18123"/>
                            <a:pt x="0" y="13742"/>
                            <a:pt x="0" y="8598"/>
                          </a:cubicBezTo>
                          <a:cubicBezTo>
                            <a:pt x="0" y="3550"/>
                            <a:pt x="3905" y="-355"/>
                            <a:pt x="8572" y="26"/>
                          </a:cubicBezTo>
                          <a:cubicBezTo>
                            <a:pt x="13335" y="407"/>
                            <a:pt x="17145" y="4883"/>
                            <a:pt x="17145" y="10027"/>
                          </a:cubicBezTo>
                          <a:cubicBezTo>
                            <a:pt x="17145" y="15170"/>
                            <a:pt x="13335" y="18981"/>
                            <a:pt x="8572" y="1860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70" name="Forme libre : forme 2669">
                      <a:extLst>
                        <a:ext uri="{FF2B5EF4-FFF2-40B4-BE49-F238E27FC236}">
                          <a16:creationId xmlns:a16="http://schemas.microsoft.com/office/drawing/2014/main" id="{27094933-A2DF-426D-9EEB-0983D147BF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47689" y="3629945"/>
                      <a:ext cx="5876" cy="7426"/>
                    </a:xfrm>
                    <a:custGeom>
                      <a:avLst/>
                      <a:gdLst>
                        <a:gd name="connsiteX0" fmla="*/ 1652 w 5876"/>
                        <a:gd name="connsiteY0" fmla="*/ 6904 h 7426"/>
                        <a:gd name="connsiteX1" fmla="*/ 319 w 5876"/>
                        <a:gd name="connsiteY1" fmla="*/ 1856 h 7426"/>
                        <a:gd name="connsiteX2" fmla="*/ 4224 w 5876"/>
                        <a:gd name="connsiteY2" fmla="*/ 522 h 7426"/>
                        <a:gd name="connsiteX3" fmla="*/ 5558 w 5876"/>
                        <a:gd name="connsiteY3" fmla="*/ 5571 h 7426"/>
                        <a:gd name="connsiteX4" fmla="*/ 1652 w 5876"/>
                        <a:gd name="connsiteY4" fmla="*/ 6904 h 74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76" h="7426">
                          <a:moveTo>
                            <a:pt x="1652" y="6904"/>
                          </a:moveTo>
                          <a:cubicBezTo>
                            <a:pt x="224" y="5856"/>
                            <a:pt x="-443" y="3665"/>
                            <a:pt x="319" y="1856"/>
                          </a:cubicBezTo>
                          <a:cubicBezTo>
                            <a:pt x="1081" y="46"/>
                            <a:pt x="2795" y="-526"/>
                            <a:pt x="4224" y="522"/>
                          </a:cubicBezTo>
                          <a:cubicBezTo>
                            <a:pt x="5653" y="1570"/>
                            <a:pt x="6319" y="3856"/>
                            <a:pt x="5558" y="5571"/>
                          </a:cubicBezTo>
                          <a:cubicBezTo>
                            <a:pt x="4891" y="7380"/>
                            <a:pt x="3081" y="7952"/>
                            <a:pt x="1652" y="69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671" name="Graphique 15">
                    <a:extLst>
                      <a:ext uri="{FF2B5EF4-FFF2-40B4-BE49-F238E27FC236}">
                        <a16:creationId xmlns:a16="http://schemas.microsoft.com/office/drawing/2014/main" id="{6F62BF5A-D652-47FE-8956-22FCA723AC1C}"/>
                      </a:ext>
                    </a:extLst>
                  </p:cNvPr>
                  <p:cNvGrpSpPr/>
                  <p:nvPr/>
                </p:nvGrpSpPr>
                <p:grpSpPr>
                  <a:xfrm>
                    <a:off x="11290917" y="3601129"/>
                    <a:ext cx="35837" cy="43361"/>
                    <a:chOff x="11290917" y="3601129"/>
                    <a:chExt cx="35837" cy="43361"/>
                  </a:xfrm>
                  <a:solidFill>
                    <a:schemeClr val="accent1"/>
                  </a:solidFill>
                </p:grpSpPr>
                <p:sp>
                  <p:nvSpPr>
                    <p:cNvPr id="2672" name="Forme libre : forme 2671">
                      <a:extLst>
                        <a:ext uri="{FF2B5EF4-FFF2-40B4-BE49-F238E27FC236}">
                          <a16:creationId xmlns:a16="http://schemas.microsoft.com/office/drawing/2014/main" id="{645E7EC6-9BA3-4A9E-9F31-7E4D9A9808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0917" y="3601206"/>
                      <a:ext cx="35837" cy="43284"/>
                    </a:xfrm>
                    <a:custGeom>
                      <a:avLst/>
                      <a:gdLst>
                        <a:gd name="connsiteX0" fmla="*/ 9847 w 35837"/>
                        <a:gd name="connsiteY0" fmla="*/ 40406 h 43284"/>
                        <a:gd name="connsiteX1" fmla="*/ 1941 w 35837"/>
                        <a:gd name="connsiteY1" fmla="*/ 11355 h 43284"/>
                        <a:gd name="connsiteX2" fmla="*/ 25754 w 35837"/>
                        <a:gd name="connsiteY2" fmla="*/ 2592 h 43284"/>
                        <a:gd name="connsiteX3" fmla="*/ 33945 w 35837"/>
                        <a:gd name="connsiteY3" fmla="*/ 32405 h 43284"/>
                        <a:gd name="connsiteX4" fmla="*/ 9847 w 35837"/>
                        <a:gd name="connsiteY4" fmla="*/ 40406 h 43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837" h="43284">
                          <a:moveTo>
                            <a:pt x="9847" y="40406"/>
                          </a:moveTo>
                          <a:cubicBezTo>
                            <a:pt x="989" y="34500"/>
                            <a:pt x="-2535" y="21737"/>
                            <a:pt x="1941" y="11355"/>
                          </a:cubicBezTo>
                          <a:cubicBezTo>
                            <a:pt x="6132" y="972"/>
                            <a:pt x="16515" y="-3123"/>
                            <a:pt x="25754" y="2592"/>
                          </a:cubicBezTo>
                          <a:cubicBezTo>
                            <a:pt x="34898" y="8307"/>
                            <a:pt x="38327" y="21832"/>
                            <a:pt x="33945" y="32405"/>
                          </a:cubicBezTo>
                          <a:cubicBezTo>
                            <a:pt x="29469" y="42882"/>
                            <a:pt x="18610" y="46311"/>
                            <a:pt x="9847" y="40406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73" name="Forme libre : forme 2672">
                      <a:extLst>
                        <a:ext uri="{FF2B5EF4-FFF2-40B4-BE49-F238E27FC236}">
                          <a16:creationId xmlns:a16="http://schemas.microsoft.com/office/drawing/2014/main" id="{C637E7B7-CC77-403F-A385-714520531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0975" y="3601129"/>
                      <a:ext cx="32648" cy="43149"/>
                    </a:xfrm>
                    <a:custGeom>
                      <a:avLst/>
                      <a:gdLst>
                        <a:gd name="connsiteX0" fmla="*/ 17408 w 32648"/>
                        <a:gd name="connsiteY0" fmla="*/ 21623 h 43149"/>
                        <a:gd name="connsiteX1" fmla="*/ 32648 w 32648"/>
                        <a:gd name="connsiteY1" fmla="*/ 10383 h 43149"/>
                        <a:gd name="connsiteX2" fmla="*/ 25695 w 32648"/>
                        <a:gd name="connsiteY2" fmla="*/ 2573 h 43149"/>
                        <a:gd name="connsiteX3" fmla="*/ 1883 w 32648"/>
                        <a:gd name="connsiteY3" fmla="*/ 11336 h 43149"/>
                        <a:gd name="connsiteX4" fmla="*/ 9788 w 32648"/>
                        <a:gd name="connsiteY4" fmla="*/ 40387 h 43149"/>
                        <a:gd name="connsiteX5" fmla="*/ 18551 w 32648"/>
                        <a:gd name="connsiteY5" fmla="*/ 43149 h 43149"/>
                        <a:gd name="connsiteX6" fmla="*/ 17408 w 32648"/>
                        <a:gd name="connsiteY6" fmla="*/ 21623 h 43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48" h="43149">
                          <a:moveTo>
                            <a:pt x="17408" y="21623"/>
                          </a:moveTo>
                          <a:cubicBezTo>
                            <a:pt x="20456" y="14479"/>
                            <a:pt x="26362" y="10479"/>
                            <a:pt x="32648" y="10383"/>
                          </a:cubicBezTo>
                          <a:cubicBezTo>
                            <a:pt x="30934" y="7240"/>
                            <a:pt x="28743" y="4478"/>
                            <a:pt x="25695" y="2573"/>
                          </a:cubicBezTo>
                          <a:cubicBezTo>
                            <a:pt x="16551" y="-3142"/>
                            <a:pt x="6074" y="1049"/>
                            <a:pt x="1883" y="11336"/>
                          </a:cubicBezTo>
                          <a:cubicBezTo>
                            <a:pt x="-2499" y="21718"/>
                            <a:pt x="1025" y="34577"/>
                            <a:pt x="9788" y="40387"/>
                          </a:cubicBezTo>
                          <a:cubicBezTo>
                            <a:pt x="12550" y="42292"/>
                            <a:pt x="15599" y="43054"/>
                            <a:pt x="18551" y="43149"/>
                          </a:cubicBezTo>
                          <a:cubicBezTo>
                            <a:pt x="15122" y="36768"/>
                            <a:pt x="14456" y="28671"/>
                            <a:pt x="17408" y="2162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74" name="Forme libre : forme 2673">
                      <a:extLst>
                        <a:ext uri="{FF2B5EF4-FFF2-40B4-BE49-F238E27FC236}">
                          <a16:creationId xmlns:a16="http://schemas.microsoft.com/office/drawing/2014/main" id="{AC8EE92B-8455-4CFF-A815-A041B0E827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9809" y="3622840"/>
                      <a:ext cx="17241" cy="18036"/>
                    </a:xfrm>
                    <a:custGeom>
                      <a:avLst/>
                      <a:gdLst>
                        <a:gd name="connsiteX0" fmla="*/ 8479 w 17241"/>
                        <a:gd name="connsiteY0" fmla="*/ 18009 h 18036"/>
                        <a:gd name="connsiteX1" fmla="*/ 2 w 17241"/>
                        <a:gd name="connsiteY1" fmla="*/ 8484 h 18036"/>
                        <a:gd name="connsiteX2" fmla="*/ 8670 w 17241"/>
                        <a:gd name="connsiteY2" fmla="*/ 7 h 18036"/>
                        <a:gd name="connsiteX3" fmla="*/ 17242 w 17241"/>
                        <a:gd name="connsiteY3" fmla="*/ 9627 h 18036"/>
                        <a:gd name="connsiteX4" fmla="*/ 8479 w 17241"/>
                        <a:gd name="connsiteY4" fmla="*/ 18009 h 180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41" h="18036">
                          <a:moveTo>
                            <a:pt x="8479" y="18009"/>
                          </a:moveTo>
                          <a:cubicBezTo>
                            <a:pt x="3717" y="17628"/>
                            <a:pt x="-94" y="13342"/>
                            <a:pt x="2" y="8484"/>
                          </a:cubicBezTo>
                          <a:cubicBezTo>
                            <a:pt x="2" y="3531"/>
                            <a:pt x="3907" y="-183"/>
                            <a:pt x="8670" y="7"/>
                          </a:cubicBezTo>
                          <a:cubicBezTo>
                            <a:pt x="13432" y="293"/>
                            <a:pt x="17242" y="4579"/>
                            <a:pt x="17242" y="9627"/>
                          </a:cubicBezTo>
                          <a:cubicBezTo>
                            <a:pt x="17147" y="14676"/>
                            <a:pt x="13242" y="18390"/>
                            <a:pt x="8479" y="18009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75" name="Forme libre : forme 2674">
                      <a:extLst>
                        <a:ext uri="{FF2B5EF4-FFF2-40B4-BE49-F238E27FC236}">
                          <a16:creationId xmlns:a16="http://schemas.microsoft.com/office/drawing/2014/main" id="{99C167C5-C5B7-4A36-A2F1-1C1998ED81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12202" y="3625489"/>
                      <a:ext cx="5793" cy="7151"/>
                    </a:xfrm>
                    <a:custGeom>
                      <a:avLst/>
                      <a:gdLst>
                        <a:gd name="connsiteX0" fmla="*/ 1611 w 5793"/>
                        <a:gd name="connsiteY0" fmla="*/ 6692 h 7151"/>
                        <a:gd name="connsiteX1" fmla="*/ 277 w 5793"/>
                        <a:gd name="connsiteY1" fmla="*/ 1835 h 7151"/>
                        <a:gd name="connsiteX2" fmla="*/ 4182 w 5793"/>
                        <a:gd name="connsiteY2" fmla="*/ 501 h 7151"/>
                        <a:gd name="connsiteX3" fmla="*/ 5516 w 5793"/>
                        <a:gd name="connsiteY3" fmla="*/ 5359 h 7151"/>
                        <a:gd name="connsiteX4" fmla="*/ 1611 w 5793"/>
                        <a:gd name="connsiteY4" fmla="*/ 6692 h 71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3" h="7151">
                          <a:moveTo>
                            <a:pt x="1611" y="6692"/>
                          </a:moveTo>
                          <a:cubicBezTo>
                            <a:pt x="182" y="5740"/>
                            <a:pt x="-390" y="3549"/>
                            <a:pt x="277" y="1835"/>
                          </a:cubicBezTo>
                          <a:cubicBezTo>
                            <a:pt x="1039" y="120"/>
                            <a:pt x="2754" y="-547"/>
                            <a:pt x="4182" y="501"/>
                          </a:cubicBezTo>
                          <a:cubicBezTo>
                            <a:pt x="5611" y="1454"/>
                            <a:pt x="6183" y="3644"/>
                            <a:pt x="5516" y="5359"/>
                          </a:cubicBezTo>
                          <a:cubicBezTo>
                            <a:pt x="4754" y="7073"/>
                            <a:pt x="3039" y="7645"/>
                            <a:pt x="1611" y="66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676" name="Graphique 15">
                    <a:extLst>
                      <a:ext uri="{FF2B5EF4-FFF2-40B4-BE49-F238E27FC236}">
                        <a16:creationId xmlns:a16="http://schemas.microsoft.com/office/drawing/2014/main" id="{4DB7B2C8-CCA4-4575-8C1E-40D3E69B5A7C}"/>
                      </a:ext>
                    </a:extLst>
                  </p:cNvPr>
                  <p:cNvGrpSpPr/>
                  <p:nvPr/>
                </p:nvGrpSpPr>
                <p:grpSpPr>
                  <a:xfrm>
                    <a:off x="11256892" y="3611968"/>
                    <a:ext cx="35699" cy="41874"/>
                    <a:chOff x="11256892" y="3611968"/>
                    <a:chExt cx="35699" cy="41874"/>
                  </a:xfrm>
                  <a:solidFill>
                    <a:schemeClr val="accent1"/>
                  </a:solidFill>
                </p:grpSpPr>
                <p:sp>
                  <p:nvSpPr>
                    <p:cNvPr id="2677" name="Forme libre : forme 2676">
                      <a:extLst>
                        <a:ext uri="{FF2B5EF4-FFF2-40B4-BE49-F238E27FC236}">
                          <a16:creationId xmlns:a16="http://schemas.microsoft.com/office/drawing/2014/main" id="{93DA5392-D5F1-486A-990E-6236FBAAC7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56952" y="3611968"/>
                      <a:ext cx="35639" cy="41874"/>
                    </a:xfrm>
                    <a:custGeom>
                      <a:avLst/>
                      <a:gdLst>
                        <a:gd name="connsiteX0" fmla="*/ 9713 w 35639"/>
                        <a:gd name="connsiteY0" fmla="*/ 39073 h 41874"/>
                        <a:gd name="connsiteX1" fmla="*/ 1902 w 35639"/>
                        <a:gd name="connsiteY1" fmla="*/ 10974 h 41874"/>
                        <a:gd name="connsiteX2" fmla="*/ 25810 w 35639"/>
                        <a:gd name="connsiteY2" fmla="*/ 2497 h 41874"/>
                        <a:gd name="connsiteX3" fmla="*/ 33716 w 35639"/>
                        <a:gd name="connsiteY3" fmla="*/ 31263 h 41874"/>
                        <a:gd name="connsiteX4" fmla="*/ 9713 w 35639"/>
                        <a:gd name="connsiteY4" fmla="*/ 39073 h 41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39" h="41874">
                          <a:moveTo>
                            <a:pt x="9713" y="39073"/>
                          </a:moveTo>
                          <a:cubicBezTo>
                            <a:pt x="950" y="33358"/>
                            <a:pt x="-2480" y="21071"/>
                            <a:pt x="1902" y="10974"/>
                          </a:cubicBezTo>
                          <a:cubicBezTo>
                            <a:pt x="6379" y="973"/>
                            <a:pt x="16952" y="-3028"/>
                            <a:pt x="25810" y="2497"/>
                          </a:cubicBezTo>
                          <a:cubicBezTo>
                            <a:pt x="34573" y="8021"/>
                            <a:pt x="38192" y="21071"/>
                            <a:pt x="33716" y="31263"/>
                          </a:cubicBezTo>
                          <a:cubicBezTo>
                            <a:pt x="29334" y="41549"/>
                            <a:pt x="18476" y="44788"/>
                            <a:pt x="9713" y="39073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78" name="Forme libre : forme 2677">
                      <a:extLst>
                        <a:ext uri="{FF2B5EF4-FFF2-40B4-BE49-F238E27FC236}">
                          <a16:creationId xmlns:a16="http://schemas.microsoft.com/office/drawing/2014/main" id="{4CCF7C55-C529-4B42-AB57-7404F6A094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56892" y="3612064"/>
                      <a:ext cx="32727" cy="41739"/>
                    </a:xfrm>
                    <a:custGeom>
                      <a:avLst/>
                      <a:gdLst>
                        <a:gd name="connsiteX0" fmla="*/ 17487 w 32727"/>
                        <a:gd name="connsiteY0" fmla="*/ 20785 h 41739"/>
                        <a:gd name="connsiteX1" fmla="*/ 32727 w 32727"/>
                        <a:gd name="connsiteY1" fmla="*/ 10022 h 41739"/>
                        <a:gd name="connsiteX2" fmla="*/ 25869 w 32727"/>
                        <a:gd name="connsiteY2" fmla="*/ 2497 h 41739"/>
                        <a:gd name="connsiteX3" fmla="*/ 1961 w 32727"/>
                        <a:gd name="connsiteY3" fmla="*/ 10974 h 41739"/>
                        <a:gd name="connsiteX4" fmla="*/ 9772 w 32727"/>
                        <a:gd name="connsiteY4" fmla="*/ 39073 h 41739"/>
                        <a:gd name="connsiteX5" fmla="*/ 18535 w 32727"/>
                        <a:gd name="connsiteY5" fmla="*/ 41740 h 41739"/>
                        <a:gd name="connsiteX6" fmla="*/ 17487 w 32727"/>
                        <a:gd name="connsiteY6" fmla="*/ 20785 h 41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727" h="41739">
                          <a:moveTo>
                            <a:pt x="17487" y="20785"/>
                          </a:moveTo>
                          <a:cubicBezTo>
                            <a:pt x="20535" y="13927"/>
                            <a:pt x="26441" y="10022"/>
                            <a:pt x="32727" y="10022"/>
                          </a:cubicBezTo>
                          <a:cubicBezTo>
                            <a:pt x="31108" y="6974"/>
                            <a:pt x="28822" y="4307"/>
                            <a:pt x="25869" y="2497"/>
                          </a:cubicBezTo>
                          <a:cubicBezTo>
                            <a:pt x="16916" y="-3028"/>
                            <a:pt x="6438" y="973"/>
                            <a:pt x="1961" y="10974"/>
                          </a:cubicBezTo>
                          <a:cubicBezTo>
                            <a:pt x="-2515" y="20975"/>
                            <a:pt x="914" y="33358"/>
                            <a:pt x="9772" y="39073"/>
                          </a:cubicBezTo>
                          <a:cubicBezTo>
                            <a:pt x="12534" y="40883"/>
                            <a:pt x="15582" y="41645"/>
                            <a:pt x="18535" y="41740"/>
                          </a:cubicBezTo>
                          <a:cubicBezTo>
                            <a:pt x="15106" y="35453"/>
                            <a:pt x="14535" y="27548"/>
                            <a:pt x="17487" y="20785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79" name="Forme libre : forme 2678">
                      <a:extLst>
                        <a:ext uri="{FF2B5EF4-FFF2-40B4-BE49-F238E27FC236}">
                          <a16:creationId xmlns:a16="http://schemas.microsoft.com/office/drawing/2014/main" id="{E954CC2D-D2D9-4198-ADA5-A6EB9ECA9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65710" y="3632928"/>
                      <a:ext cx="17148" cy="17378"/>
                    </a:xfrm>
                    <a:custGeom>
                      <a:avLst/>
                      <a:gdLst>
                        <a:gd name="connsiteX0" fmla="*/ 8479 w 17148"/>
                        <a:gd name="connsiteY0" fmla="*/ 17351 h 17378"/>
                        <a:gd name="connsiteX1" fmla="*/ 2 w 17148"/>
                        <a:gd name="connsiteY1" fmla="*/ 8112 h 17378"/>
                        <a:gd name="connsiteX2" fmla="*/ 8669 w 17148"/>
                        <a:gd name="connsiteY2" fmla="*/ 16 h 17378"/>
                        <a:gd name="connsiteX3" fmla="*/ 17147 w 17148"/>
                        <a:gd name="connsiteY3" fmla="*/ 9255 h 17378"/>
                        <a:gd name="connsiteX4" fmla="*/ 8479 w 17148"/>
                        <a:gd name="connsiteY4" fmla="*/ 17351 h 173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48" h="17378">
                          <a:moveTo>
                            <a:pt x="8479" y="17351"/>
                          </a:moveTo>
                          <a:cubicBezTo>
                            <a:pt x="3716" y="16970"/>
                            <a:pt x="-94" y="12875"/>
                            <a:pt x="2" y="8112"/>
                          </a:cubicBezTo>
                          <a:cubicBezTo>
                            <a:pt x="97" y="3350"/>
                            <a:pt x="3907" y="-270"/>
                            <a:pt x="8669" y="16"/>
                          </a:cubicBezTo>
                          <a:cubicBezTo>
                            <a:pt x="13432" y="302"/>
                            <a:pt x="17242" y="4397"/>
                            <a:pt x="17147" y="9255"/>
                          </a:cubicBezTo>
                          <a:cubicBezTo>
                            <a:pt x="17147" y="14113"/>
                            <a:pt x="13241" y="17732"/>
                            <a:pt x="8479" y="1735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80" name="Forme libre : forme 2679">
                      <a:extLst>
                        <a:ext uri="{FF2B5EF4-FFF2-40B4-BE49-F238E27FC236}">
                          <a16:creationId xmlns:a16="http://schemas.microsoft.com/office/drawing/2014/main" id="{5A5EC1FD-FE22-4C93-A021-0963EFE60F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78103" y="3635553"/>
                      <a:ext cx="5793" cy="6839"/>
                    </a:xfrm>
                    <a:custGeom>
                      <a:avLst/>
                      <a:gdLst>
                        <a:gd name="connsiteX0" fmla="*/ 1611 w 5793"/>
                        <a:gd name="connsiteY0" fmla="*/ 6440 h 6839"/>
                        <a:gd name="connsiteX1" fmla="*/ 277 w 5793"/>
                        <a:gd name="connsiteY1" fmla="*/ 1772 h 6839"/>
                        <a:gd name="connsiteX2" fmla="*/ 4183 w 5793"/>
                        <a:gd name="connsiteY2" fmla="*/ 439 h 6839"/>
                        <a:gd name="connsiteX3" fmla="*/ 5516 w 5793"/>
                        <a:gd name="connsiteY3" fmla="*/ 5201 h 6839"/>
                        <a:gd name="connsiteX4" fmla="*/ 1611 w 5793"/>
                        <a:gd name="connsiteY4" fmla="*/ 6440 h 6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3" h="6839">
                          <a:moveTo>
                            <a:pt x="1611" y="6440"/>
                          </a:moveTo>
                          <a:cubicBezTo>
                            <a:pt x="182" y="5487"/>
                            <a:pt x="-390" y="3392"/>
                            <a:pt x="277" y="1772"/>
                          </a:cubicBezTo>
                          <a:cubicBezTo>
                            <a:pt x="1039" y="153"/>
                            <a:pt x="2754" y="-514"/>
                            <a:pt x="4183" y="439"/>
                          </a:cubicBezTo>
                          <a:cubicBezTo>
                            <a:pt x="5611" y="1392"/>
                            <a:pt x="6183" y="3487"/>
                            <a:pt x="5516" y="5201"/>
                          </a:cubicBezTo>
                          <a:cubicBezTo>
                            <a:pt x="4850" y="6726"/>
                            <a:pt x="3040" y="7297"/>
                            <a:pt x="1611" y="64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  <p:grpSp>
              <p:nvGrpSpPr>
                <p:cNvPr id="2681" name="Graphique 15">
                  <a:extLst>
                    <a:ext uri="{FF2B5EF4-FFF2-40B4-BE49-F238E27FC236}">
                      <a16:creationId xmlns:a16="http://schemas.microsoft.com/office/drawing/2014/main" id="{30827D37-D1A4-4C52-9DC0-0265614B086E}"/>
                    </a:ext>
                  </a:extLst>
                </p:cNvPr>
                <p:cNvGrpSpPr/>
                <p:nvPr/>
              </p:nvGrpSpPr>
              <p:grpSpPr>
                <a:xfrm>
                  <a:off x="11230561" y="3424575"/>
                  <a:ext cx="105874" cy="73085"/>
                  <a:chOff x="11230561" y="3424575"/>
                  <a:chExt cx="105874" cy="73085"/>
                </a:xfrm>
                <a:solidFill>
                  <a:schemeClr val="accent1"/>
                </a:solidFill>
              </p:grpSpPr>
              <p:grpSp>
                <p:nvGrpSpPr>
                  <p:cNvPr id="2682" name="Graphique 15">
                    <a:extLst>
                      <a:ext uri="{FF2B5EF4-FFF2-40B4-BE49-F238E27FC236}">
                        <a16:creationId xmlns:a16="http://schemas.microsoft.com/office/drawing/2014/main" id="{C1AB4A71-F8B0-4E77-98B2-19D6D84635CF}"/>
                      </a:ext>
                    </a:extLst>
                  </p:cNvPr>
                  <p:cNvGrpSpPr/>
                  <p:nvPr/>
                </p:nvGrpSpPr>
                <p:grpSpPr>
                  <a:xfrm>
                    <a:off x="11230561" y="3424575"/>
                    <a:ext cx="36640" cy="42074"/>
                    <a:chOff x="11230561" y="3424575"/>
                    <a:chExt cx="36640" cy="42074"/>
                  </a:xfrm>
                  <a:solidFill>
                    <a:schemeClr val="accent1"/>
                  </a:solidFill>
                </p:grpSpPr>
                <p:sp>
                  <p:nvSpPr>
                    <p:cNvPr id="2683" name="Forme libre : forme 2682">
                      <a:extLst>
                        <a:ext uri="{FF2B5EF4-FFF2-40B4-BE49-F238E27FC236}">
                          <a16:creationId xmlns:a16="http://schemas.microsoft.com/office/drawing/2014/main" id="{95B1AE1A-08A1-44DE-8F27-EA010F3756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30561" y="3424575"/>
                      <a:ext cx="36450" cy="42074"/>
                    </a:xfrm>
                    <a:custGeom>
                      <a:avLst/>
                      <a:gdLst>
                        <a:gd name="connsiteX0" fmla="*/ 31246 w 36450"/>
                        <a:gd name="connsiteY0" fmla="*/ 8058 h 42074"/>
                        <a:gd name="connsiteX1" fmla="*/ 30865 w 36450"/>
                        <a:gd name="connsiteY1" fmla="*/ 37871 h 42074"/>
                        <a:gd name="connsiteX2" fmla="*/ 5052 w 36450"/>
                        <a:gd name="connsiteY2" fmla="*/ 33870 h 42074"/>
                        <a:gd name="connsiteX3" fmla="*/ 5528 w 36450"/>
                        <a:gd name="connsiteY3" fmla="*/ 4629 h 42074"/>
                        <a:gd name="connsiteX4" fmla="*/ 31246 w 36450"/>
                        <a:gd name="connsiteY4" fmla="*/ 8058 h 420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50" h="42074">
                          <a:moveTo>
                            <a:pt x="31246" y="8058"/>
                          </a:moveTo>
                          <a:cubicBezTo>
                            <a:pt x="38294" y="17392"/>
                            <a:pt x="38199" y="30918"/>
                            <a:pt x="30865" y="37871"/>
                          </a:cubicBezTo>
                          <a:cubicBezTo>
                            <a:pt x="23531" y="44824"/>
                            <a:pt x="12005" y="42919"/>
                            <a:pt x="5052" y="33870"/>
                          </a:cubicBezTo>
                          <a:cubicBezTo>
                            <a:pt x="-1901" y="24822"/>
                            <a:pt x="-1616" y="11963"/>
                            <a:pt x="5528" y="4629"/>
                          </a:cubicBezTo>
                          <a:cubicBezTo>
                            <a:pt x="12767" y="-2610"/>
                            <a:pt x="24197" y="-1277"/>
                            <a:pt x="31246" y="8058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84" name="Forme libre : forme 2683">
                      <a:extLst>
                        <a:ext uri="{FF2B5EF4-FFF2-40B4-BE49-F238E27FC236}">
                          <a16:creationId xmlns:a16="http://schemas.microsoft.com/office/drawing/2014/main" id="{0A3B73D7-ACDE-4813-A971-0A3E8C4740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31326" y="3426251"/>
                      <a:ext cx="35875" cy="40370"/>
                    </a:xfrm>
                    <a:custGeom>
                      <a:avLst/>
                      <a:gdLst>
                        <a:gd name="connsiteX0" fmla="*/ 17907 w 35875"/>
                        <a:gd name="connsiteY0" fmla="*/ 19717 h 40370"/>
                        <a:gd name="connsiteX1" fmla="*/ 0 w 35875"/>
                        <a:gd name="connsiteY1" fmla="*/ 22384 h 40370"/>
                        <a:gd name="connsiteX2" fmla="*/ 4477 w 35875"/>
                        <a:gd name="connsiteY2" fmla="*/ 32194 h 40370"/>
                        <a:gd name="connsiteX3" fmla="*/ 30289 w 35875"/>
                        <a:gd name="connsiteY3" fmla="*/ 36195 h 40370"/>
                        <a:gd name="connsiteX4" fmla="*/ 30671 w 35875"/>
                        <a:gd name="connsiteY4" fmla="*/ 6382 h 40370"/>
                        <a:gd name="connsiteX5" fmla="*/ 22860 w 35875"/>
                        <a:gd name="connsiteY5" fmla="*/ 0 h 40370"/>
                        <a:gd name="connsiteX6" fmla="*/ 17907 w 35875"/>
                        <a:gd name="connsiteY6" fmla="*/ 19717 h 40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75" h="40370">
                          <a:moveTo>
                            <a:pt x="17907" y="19717"/>
                          </a:moveTo>
                          <a:cubicBezTo>
                            <a:pt x="12954" y="24574"/>
                            <a:pt x="6096" y="25241"/>
                            <a:pt x="0" y="22384"/>
                          </a:cubicBezTo>
                          <a:cubicBezTo>
                            <a:pt x="762" y="25813"/>
                            <a:pt x="2191" y="29242"/>
                            <a:pt x="4477" y="32194"/>
                          </a:cubicBezTo>
                          <a:cubicBezTo>
                            <a:pt x="11430" y="41148"/>
                            <a:pt x="22956" y="43148"/>
                            <a:pt x="30289" y="36195"/>
                          </a:cubicBezTo>
                          <a:cubicBezTo>
                            <a:pt x="37624" y="29242"/>
                            <a:pt x="37719" y="15716"/>
                            <a:pt x="30671" y="6382"/>
                          </a:cubicBezTo>
                          <a:cubicBezTo>
                            <a:pt x="28385" y="3429"/>
                            <a:pt x="25718" y="1333"/>
                            <a:pt x="22860" y="0"/>
                          </a:cubicBezTo>
                          <a:cubicBezTo>
                            <a:pt x="24289" y="7334"/>
                            <a:pt x="22765" y="14954"/>
                            <a:pt x="17907" y="19717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85" name="Forme libre : forme 2684">
                      <a:extLst>
                        <a:ext uri="{FF2B5EF4-FFF2-40B4-BE49-F238E27FC236}">
                          <a16:creationId xmlns:a16="http://schemas.microsoft.com/office/drawing/2014/main" id="{43921579-3E62-4610-8236-762EAC95D3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43063" y="3428865"/>
                      <a:ext cx="17232" cy="18098"/>
                    </a:xfrm>
                    <a:custGeom>
                      <a:avLst/>
                      <a:gdLst>
                        <a:gd name="connsiteX0" fmla="*/ 11123 w 17232"/>
                        <a:gd name="connsiteY0" fmla="*/ 1101 h 18098"/>
                        <a:gd name="connsiteX1" fmla="*/ 16838 w 17232"/>
                        <a:gd name="connsiteY1" fmla="*/ 13483 h 18098"/>
                        <a:gd name="connsiteX2" fmla="*/ 6075 w 17232"/>
                        <a:gd name="connsiteY2" fmla="*/ 16913 h 18098"/>
                        <a:gd name="connsiteX3" fmla="*/ 360 w 17232"/>
                        <a:gd name="connsiteY3" fmla="*/ 4625 h 18098"/>
                        <a:gd name="connsiteX4" fmla="*/ 11123 w 17232"/>
                        <a:gd name="connsiteY4" fmla="*/ 1101 h 180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32" h="18098">
                          <a:moveTo>
                            <a:pt x="11123" y="1101"/>
                          </a:moveTo>
                          <a:cubicBezTo>
                            <a:pt x="15695" y="3482"/>
                            <a:pt x="18267" y="9102"/>
                            <a:pt x="16838" y="13483"/>
                          </a:cubicBezTo>
                          <a:cubicBezTo>
                            <a:pt x="15410" y="17865"/>
                            <a:pt x="10647" y="19389"/>
                            <a:pt x="6075" y="16913"/>
                          </a:cubicBezTo>
                          <a:cubicBezTo>
                            <a:pt x="1503" y="14436"/>
                            <a:pt x="-974" y="9007"/>
                            <a:pt x="360" y="4625"/>
                          </a:cubicBezTo>
                          <a:cubicBezTo>
                            <a:pt x="1789" y="339"/>
                            <a:pt x="6646" y="-1280"/>
                            <a:pt x="11123" y="110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86" name="Forme libre : forme 2685">
                      <a:extLst>
                        <a:ext uri="{FF2B5EF4-FFF2-40B4-BE49-F238E27FC236}">
                          <a16:creationId xmlns:a16="http://schemas.microsoft.com/office/drawing/2014/main" id="{3C8C6B56-B01F-4CBC-91DA-9A60360B94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41435" y="3433954"/>
                      <a:ext cx="5977" cy="6939"/>
                    </a:xfrm>
                    <a:custGeom>
                      <a:avLst/>
                      <a:gdLst>
                        <a:gd name="connsiteX0" fmla="*/ 5132 w 5977"/>
                        <a:gd name="connsiteY0" fmla="*/ 1346 h 6939"/>
                        <a:gd name="connsiteX1" fmla="*/ 5037 w 5977"/>
                        <a:gd name="connsiteY1" fmla="*/ 6204 h 6939"/>
                        <a:gd name="connsiteX2" fmla="*/ 846 w 5977"/>
                        <a:gd name="connsiteY2" fmla="*/ 5633 h 6939"/>
                        <a:gd name="connsiteX3" fmla="*/ 941 w 5977"/>
                        <a:gd name="connsiteY3" fmla="*/ 775 h 6939"/>
                        <a:gd name="connsiteX4" fmla="*/ 5132 w 5977"/>
                        <a:gd name="connsiteY4" fmla="*/ 1346 h 6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77" h="6939">
                          <a:moveTo>
                            <a:pt x="5132" y="1346"/>
                          </a:moveTo>
                          <a:cubicBezTo>
                            <a:pt x="6275" y="2870"/>
                            <a:pt x="6275" y="5061"/>
                            <a:pt x="5037" y="6204"/>
                          </a:cubicBezTo>
                          <a:cubicBezTo>
                            <a:pt x="3894" y="7347"/>
                            <a:pt x="1989" y="7157"/>
                            <a:pt x="846" y="5633"/>
                          </a:cubicBezTo>
                          <a:cubicBezTo>
                            <a:pt x="-297" y="4109"/>
                            <a:pt x="-297" y="2013"/>
                            <a:pt x="941" y="775"/>
                          </a:cubicBezTo>
                          <a:cubicBezTo>
                            <a:pt x="2084" y="-463"/>
                            <a:pt x="3989" y="-178"/>
                            <a:pt x="5132" y="13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687" name="Graphique 15">
                    <a:extLst>
                      <a:ext uri="{FF2B5EF4-FFF2-40B4-BE49-F238E27FC236}">
                        <a16:creationId xmlns:a16="http://schemas.microsoft.com/office/drawing/2014/main" id="{8876AE68-5D45-4FE4-8F22-C6ACE5D34A9B}"/>
                      </a:ext>
                    </a:extLst>
                  </p:cNvPr>
                  <p:cNvGrpSpPr/>
                  <p:nvPr/>
                </p:nvGrpSpPr>
                <p:grpSpPr>
                  <a:xfrm>
                    <a:off x="11264121" y="3444869"/>
                    <a:ext cx="36448" cy="43194"/>
                    <a:chOff x="11264121" y="3444869"/>
                    <a:chExt cx="36448" cy="43194"/>
                  </a:xfrm>
                  <a:solidFill>
                    <a:schemeClr val="accent1"/>
                  </a:solidFill>
                </p:grpSpPr>
                <p:sp>
                  <p:nvSpPr>
                    <p:cNvPr id="2688" name="Forme libre : forme 2687">
                      <a:extLst>
                        <a:ext uri="{FF2B5EF4-FFF2-40B4-BE49-F238E27FC236}">
                          <a16:creationId xmlns:a16="http://schemas.microsoft.com/office/drawing/2014/main" id="{68DAC07B-DCDB-45CA-9B77-0D2ED3E0E6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64121" y="3444869"/>
                      <a:ext cx="36423" cy="43194"/>
                    </a:xfrm>
                    <a:custGeom>
                      <a:avLst/>
                      <a:gdLst>
                        <a:gd name="connsiteX0" fmla="*/ 31595 w 36423"/>
                        <a:gd name="connsiteY0" fmla="*/ 8814 h 43194"/>
                        <a:gd name="connsiteX1" fmla="*/ 30261 w 36423"/>
                        <a:gd name="connsiteY1" fmla="*/ 39294 h 43194"/>
                        <a:gd name="connsiteX2" fmla="*/ 4639 w 36423"/>
                        <a:gd name="connsiteY2" fmla="*/ 34151 h 43194"/>
                        <a:gd name="connsiteX3" fmla="*/ 5592 w 36423"/>
                        <a:gd name="connsiteY3" fmla="*/ 4337 h 43194"/>
                        <a:gd name="connsiteX4" fmla="*/ 31595 w 36423"/>
                        <a:gd name="connsiteY4" fmla="*/ 8814 h 43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423" h="43194">
                          <a:moveTo>
                            <a:pt x="31595" y="8814"/>
                          </a:moveTo>
                          <a:cubicBezTo>
                            <a:pt x="38643" y="18625"/>
                            <a:pt x="37786" y="32532"/>
                            <a:pt x="30261" y="39294"/>
                          </a:cubicBezTo>
                          <a:cubicBezTo>
                            <a:pt x="22737" y="46152"/>
                            <a:pt x="11211" y="43676"/>
                            <a:pt x="4639" y="34151"/>
                          </a:cubicBezTo>
                          <a:cubicBezTo>
                            <a:pt x="-1743" y="24531"/>
                            <a:pt x="-1647" y="11481"/>
                            <a:pt x="5592" y="4337"/>
                          </a:cubicBezTo>
                          <a:cubicBezTo>
                            <a:pt x="12831" y="-2806"/>
                            <a:pt x="24451" y="-997"/>
                            <a:pt x="31595" y="8814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89" name="Forme libre : forme 2688">
                      <a:extLst>
                        <a:ext uri="{FF2B5EF4-FFF2-40B4-BE49-F238E27FC236}">
                          <a16:creationId xmlns:a16="http://schemas.microsoft.com/office/drawing/2014/main" id="{A98DE76B-4405-42C3-8C53-0D1DA02044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64759" y="3446920"/>
                      <a:ext cx="35809" cy="41143"/>
                    </a:xfrm>
                    <a:custGeom>
                      <a:avLst/>
                      <a:gdLst>
                        <a:gd name="connsiteX0" fmla="*/ 18002 w 35809"/>
                        <a:gd name="connsiteY0" fmla="*/ 19812 h 41143"/>
                        <a:gd name="connsiteX1" fmla="*/ 0 w 35809"/>
                        <a:gd name="connsiteY1" fmla="*/ 21812 h 41143"/>
                        <a:gd name="connsiteX2" fmla="*/ 4096 w 35809"/>
                        <a:gd name="connsiteY2" fmla="*/ 32099 h 41143"/>
                        <a:gd name="connsiteX3" fmla="*/ 29718 w 35809"/>
                        <a:gd name="connsiteY3" fmla="*/ 37243 h 41143"/>
                        <a:gd name="connsiteX4" fmla="*/ 31052 w 35809"/>
                        <a:gd name="connsiteY4" fmla="*/ 6763 h 41143"/>
                        <a:gd name="connsiteX5" fmla="*/ 23146 w 35809"/>
                        <a:gd name="connsiteY5" fmla="*/ 0 h 41143"/>
                        <a:gd name="connsiteX6" fmla="*/ 18002 w 35809"/>
                        <a:gd name="connsiteY6" fmla="*/ 19812 h 41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09" h="41143">
                          <a:moveTo>
                            <a:pt x="18002" y="19812"/>
                          </a:moveTo>
                          <a:cubicBezTo>
                            <a:pt x="12954" y="24575"/>
                            <a:pt x="6001" y="24955"/>
                            <a:pt x="0" y="21812"/>
                          </a:cubicBezTo>
                          <a:cubicBezTo>
                            <a:pt x="571" y="25432"/>
                            <a:pt x="1905" y="28956"/>
                            <a:pt x="4096" y="32099"/>
                          </a:cubicBezTo>
                          <a:cubicBezTo>
                            <a:pt x="10668" y="41624"/>
                            <a:pt x="22098" y="44101"/>
                            <a:pt x="29718" y="37243"/>
                          </a:cubicBezTo>
                          <a:cubicBezTo>
                            <a:pt x="37148" y="30385"/>
                            <a:pt x="38005" y="16478"/>
                            <a:pt x="31052" y="6763"/>
                          </a:cubicBezTo>
                          <a:cubicBezTo>
                            <a:pt x="28766" y="3715"/>
                            <a:pt x="26004" y="1429"/>
                            <a:pt x="23146" y="0"/>
                          </a:cubicBezTo>
                          <a:cubicBezTo>
                            <a:pt x="24670" y="7429"/>
                            <a:pt x="23050" y="15145"/>
                            <a:pt x="18002" y="19812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90" name="Forme libre : forme 2689">
                      <a:extLst>
                        <a:ext uri="{FF2B5EF4-FFF2-40B4-BE49-F238E27FC236}">
                          <a16:creationId xmlns:a16="http://schemas.microsoft.com/office/drawing/2014/main" id="{8F50DAB2-3465-48B3-811E-61C4DD391A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76789" y="3449319"/>
                      <a:ext cx="17307" cy="18684"/>
                    </a:xfrm>
                    <a:custGeom>
                      <a:avLst/>
                      <a:gdLst>
                        <a:gd name="connsiteX0" fmla="*/ 11211 w 17307"/>
                        <a:gd name="connsiteY0" fmla="*/ 1316 h 18684"/>
                        <a:gd name="connsiteX1" fmla="*/ 16831 w 17307"/>
                        <a:gd name="connsiteY1" fmla="*/ 14174 h 18684"/>
                        <a:gd name="connsiteX2" fmla="*/ 5973 w 17307"/>
                        <a:gd name="connsiteY2" fmla="*/ 17318 h 18684"/>
                        <a:gd name="connsiteX3" fmla="*/ 353 w 17307"/>
                        <a:gd name="connsiteY3" fmla="*/ 4649 h 18684"/>
                        <a:gd name="connsiteX4" fmla="*/ 11211 w 17307"/>
                        <a:gd name="connsiteY4" fmla="*/ 1316 h 186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07" h="18684">
                          <a:moveTo>
                            <a:pt x="11211" y="1316"/>
                          </a:moveTo>
                          <a:cubicBezTo>
                            <a:pt x="15783" y="3983"/>
                            <a:pt x="18450" y="9698"/>
                            <a:pt x="16831" y="14174"/>
                          </a:cubicBezTo>
                          <a:cubicBezTo>
                            <a:pt x="15307" y="18651"/>
                            <a:pt x="10354" y="19985"/>
                            <a:pt x="5973" y="17318"/>
                          </a:cubicBezTo>
                          <a:cubicBezTo>
                            <a:pt x="1591" y="14556"/>
                            <a:pt x="-980" y="9031"/>
                            <a:pt x="353" y="4649"/>
                          </a:cubicBezTo>
                          <a:cubicBezTo>
                            <a:pt x="1782" y="173"/>
                            <a:pt x="6639" y="-1351"/>
                            <a:pt x="11211" y="1316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91" name="Forme libre : forme 2690">
                      <a:extLst>
                        <a:ext uri="{FF2B5EF4-FFF2-40B4-BE49-F238E27FC236}">
                          <a16:creationId xmlns:a16="http://schemas.microsoft.com/office/drawing/2014/main" id="{2C4B6312-8067-4EE5-8566-E66C117D50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74963" y="3454298"/>
                      <a:ext cx="6072" cy="7030"/>
                    </a:xfrm>
                    <a:custGeom>
                      <a:avLst/>
                      <a:gdLst>
                        <a:gd name="connsiteX0" fmla="*/ 5227 w 6072"/>
                        <a:gd name="connsiteY0" fmla="*/ 1385 h 7030"/>
                        <a:gd name="connsiteX1" fmla="*/ 5132 w 6072"/>
                        <a:gd name="connsiteY1" fmla="*/ 6338 h 7030"/>
                        <a:gd name="connsiteX2" fmla="*/ 846 w 6072"/>
                        <a:gd name="connsiteY2" fmla="*/ 5576 h 7030"/>
                        <a:gd name="connsiteX3" fmla="*/ 940 w 6072"/>
                        <a:gd name="connsiteY3" fmla="*/ 623 h 7030"/>
                        <a:gd name="connsiteX4" fmla="*/ 5227 w 6072"/>
                        <a:gd name="connsiteY4" fmla="*/ 1385 h 7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72" h="7030">
                          <a:moveTo>
                            <a:pt x="5227" y="1385"/>
                          </a:moveTo>
                          <a:cubicBezTo>
                            <a:pt x="6370" y="2909"/>
                            <a:pt x="6370" y="5195"/>
                            <a:pt x="5132" y="6338"/>
                          </a:cubicBezTo>
                          <a:cubicBezTo>
                            <a:pt x="3894" y="7481"/>
                            <a:pt x="1989" y="7195"/>
                            <a:pt x="846" y="5576"/>
                          </a:cubicBezTo>
                          <a:cubicBezTo>
                            <a:pt x="-297" y="4052"/>
                            <a:pt x="-297" y="1862"/>
                            <a:pt x="940" y="623"/>
                          </a:cubicBezTo>
                          <a:cubicBezTo>
                            <a:pt x="2179" y="-424"/>
                            <a:pt x="4084" y="-139"/>
                            <a:pt x="5227" y="138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  <p:grpSp>
                <p:nvGrpSpPr>
                  <p:cNvPr id="2692" name="Graphique 15">
                    <a:extLst>
                      <a:ext uri="{FF2B5EF4-FFF2-40B4-BE49-F238E27FC236}">
                        <a16:creationId xmlns:a16="http://schemas.microsoft.com/office/drawing/2014/main" id="{DCBD2934-6C62-4120-B47A-28124810DE9E}"/>
                      </a:ext>
                    </a:extLst>
                  </p:cNvPr>
                  <p:cNvGrpSpPr/>
                  <p:nvPr/>
                </p:nvGrpSpPr>
                <p:grpSpPr>
                  <a:xfrm>
                    <a:off x="11300068" y="3453035"/>
                    <a:ext cx="36367" cy="44625"/>
                    <a:chOff x="11300068" y="3453035"/>
                    <a:chExt cx="36367" cy="44625"/>
                  </a:xfrm>
                  <a:solidFill>
                    <a:schemeClr val="accent1"/>
                  </a:solidFill>
                </p:grpSpPr>
                <p:sp>
                  <p:nvSpPr>
                    <p:cNvPr id="2693" name="Forme libre : forme 2692">
                      <a:extLst>
                        <a:ext uri="{FF2B5EF4-FFF2-40B4-BE49-F238E27FC236}">
                          <a16:creationId xmlns:a16="http://schemas.microsoft.com/office/drawing/2014/main" id="{E4D174C7-8E4E-4100-9769-9DD75AA766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00068" y="3453035"/>
                      <a:ext cx="36367" cy="44601"/>
                    </a:xfrm>
                    <a:custGeom>
                      <a:avLst/>
                      <a:gdLst>
                        <a:gd name="connsiteX0" fmla="*/ 31652 w 36367"/>
                        <a:gd name="connsiteY0" fmla="*/ 9507 h 44601"/>
                        <a:gd name="connsiteX1" fmla="*/ 30319 w 36367"/>
                        <a:gd name="connsiteY1" fmla="*/ 40844 h 44601"/>
                        <a:gd name="connsiteX2" fmla="*/ 4601 w 36367"/>
                        <a:gd name="connsiteY2" fmla="*/ 34938 h 44601"/>
                        <a:gd name="connsiteX3" fmla="*/ 6030 w 36367"/>
                        <a:gd name="connsiteY3" fmla="*/ 4173 h 44601"/>
                        <a:gd name="connsiteX4" fmla="*/ 31652 w 36367"/>
                        <a:gd name="connsiteY4" fmla="*/ 9507 h 44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367" h="44601">
                          <a:moveTo>
                            <a:pt x="31652" y="9507"/>
                          </a:moveTo>
                          <a:cubicBezTo>
                            <a:pt x="38415" y="19793"/>
                            <a:pt x="37843" y="33986"/>
                            <a:pt x="30319" y="40844"/>
                          </a:cubicBezTo>
                          <a:cubicBezTo>
                            <a:pt x="22794" y="47702"/>
                            <a:pt x="11173" y="44844"/>
                            <a:pt x="4601" y="34938"/>
                          </a:cubicBezTo>
                          <a:cubicBezTo>
                            <a:pt x="-2066" y="24937"/>
                            <a:pt x="-1400" y="11316"/>
                            <a:pt x="6030" y="4173"/>
                          </a:cubicBezTo>
                          <a:cubicBezTo>
                            <a:pt x="13364" y="-2971"/>
                            <a:pt x="24794" y="-781"/>
                            <a:pt x="31652" y="9507"/>
                          </a:cubicBezTo>
                          <a:close/>
                        </a:path>
                      </a:pathLst>
                    </a:custGeom>
                    <a:solidFill>
                      <a:srgbClr val="71049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94" name="Forme libre : forme 2693">
                      <a:extLst>
                        <a:ext uri="{FF2B5EF4-FFF2-40B4-BE49-F238E27FC236}">
                          <a16:creationId xmlns:a16="http://schemas.microsoft.com/office/drawing/2014/main" id="{A33B899B-87C6-47D1-A540-F51F30596E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00478" y="3455303"/>
                      <a:ext cx="35899" cy="42358"/>
                    </a:xfrm>
                    <a:custGeom>
                      <a:avLst/>
                      <a:gdLst>
                        <a:gd name="connsiteX0" fmla="*/ 18098 w 35899"/>
                        <a:gd name="connsiteY0" fmla="*/ 20383 h 42358"/>
                        <a:gd name="connsiteX1" fmla="*/ 0 w 35899"/>
                        <a:gd name="connsiteY1" fmla="*/ 22003 h 42358"/>
                        <a:gd name="connsiteX2" fmla="*/ 4096 w 35899"/>
                        <a:gd name="connsiteY2" fmla="*/ 32671 h 42358"/>
                        <a:gd name="connsiteX3" fmla="*/ 29813 w 35899"/>
                        <a:gd name="connsiteY3" fmla="*/ 38576 h 42358"/>
                        <a:gd name="connsiteX4" fmla="*/ 31147 w 35899"/>
                        <a:gd name="connsiteY4" fmla="*/ 7239 h 42358"/>
                        <a:gd name="connsiteX5" fmla="*/ 23527 w 35899"/>
                        <a:gd name="connsiteY5" fmla="*/ 0 h 42358"/>
                        <a:gd name="connsiteX6" fmla="*/ 18098 w 35899"/>
                        <a:gd name="connsiteY6" fmla="*/ 20383 h 42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899" h="42358">
                          <a:moveTo>
                            <a:pt x="18098" y="20383"/>
                          </a:moveTo>
                          <a:cubicBezTo>
                            <a:pt x="12954" y="25146"/>
                            <a:pt x="6001" y="25337"/>
                            <a:pt x="0" y="22003"/>
                          </a:cubicBezTo>
                          <a:cubicBezTo>
                            <a:pt x="667" y="25718"/>
                            <a:pt x="1905" y="29337"/>
                            <a:pt x="4096" y="32671"/>
                          </a:cubicBezTo>
                          <a:cubicBezTo>
                            <a:pt x="10763" y="42672"/>
                            <a:pt x="22289" y="45434"/>
                            <a:pt x="29813" y="38576"/>
                          </a:cubicBezTo>
                          <a:cubicBezTo>
                            <a:pt x="37338" y="31718"/>
                            <a:pt x="38005" y="17526"/>
                            <a:pt x="31147" y="7239"/>
                          </a:cubicBezTo>
                          <a:cubicBezTo>
                            <a:pt x="28956" y="4001"/>
                            <a:pt x="26289" y="1619"/>
                            <a:pt x="23527" y="0"/>
                          </a:cubicBezTo>
                          <a:cubicBezTo>
                            <a:pt x="24955" y="7811"/>
                            <a:pt x="23146" y="15716"/>
                            <a:pt x="18098" y="20383"/>
                          </a:cubicBezTo>
                          <a:close/>
                        </a:path>
                      </a:pathLst>
                    </a:custGeom>
                    <a:solidFill>
                      <a:srgbClr val="5E048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95" name="Forme libre : forme 2694">
                      <a:extLst>
                        <a:ext uri="{FF2B5EF4-FFF2-40B4-BE49-F238E27FC236}">
                          <a16:creationId xmlns:a16="http://schemas.microsoft.com/office/drawing/2014/main" id="{C2EDE619-696F-4ADD-9F92-C924176060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12686" y="3457729"/>
                      <a:ext cx="17208" cy="19390"/>
                    </a:xfrm>
                    <a:custGeom>
                      <a:avLst/>
                      <a:gdLst>
                        <a:gd name="connsiteX0" fmla="*/ 11415 w 17208"/>
                        <a:gd name="connsiteY0" fmla="*/ 1478 h 19390"/>
                        <a:gd name="connsiteX1" fmla="*/ 16749 w 17208"/>
                        <a:gd name="connsiteY1" fmla="*/ 14909 h 19390"/>
                        <a:gd name="connsiteX2" fmla="*/ 5795 w 17208"/>
                        <a:gd name="connsiteY2" fmla="*/ 17861 h 19390"/>
                        <a:gd name="connsiteX3" fmla="*/ 461 w 17208"/>
                        <a:gd name="connsiteY3" fmla="*/ 4526 h 19390"/>
                        <a:gd name="connsiteX4" fmla="*/ 11415 w 17208"/>
                        <a:gd name="connsiteY4" fmla="*/ 1478 h 19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08" h="19390">
                          <a:moveTo>
                            <a:pt x="11415" y="1478"/>
                          </a:moveTo>
                          <a:cubicBezTo>
                            <a:pt x="15891" y="4336"/>
                            <a:pt x="18272" y="10432"/>
                            <a:pt x="16749" y="14909"/>
                          </a:cubicBezTo>
                          <a:cubicBezTo>
                            <a:pt x="15224" y="19480"/>
                            <a:pt x="10271" y="20719"/>
                            <a:pt x="5795" y="17861"/>
                          </a:cubicBezTo>
                          <a:cubicBezTo>
                            <a:pt x="1318" y="15004"/>
                            <a:pt x="-1064" y="9098"/>
                            <a:pt x="461" y="4526"/>
                          </a:cubicBezTo>
                          <a:cubicBezTo>
                            <a:pt x="2080" y="50"/>
                            <a:pt x="6938" y="-1379"/>
                            <a:pt x="11415" y="1478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  <p:sp>
                  <p:nvSpPr>
                    <p:cNvPr id="2696" name="Forme libre : forme 2695">
                      <a:extLst>
                        <a:ext uri="{FF2B5EF4-FFF2-40B4-BE49-F238E27FC236}">
                          <a16:creationId xmlns:a16="http://schemas.microsoft.com/office/drawing/2014/main" id="{30A21AC2-BE0E-4DA1-A108-618A7341B3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11012" y="3462672"/>
                      <a:ext cx="5983" cy="7386"/>
                    </a:xfrm>
                    <a:custGeom>
                      <a:avLst/>
                      <a:gdLst>
                        <a:gd name="connsiteX0" fmla="*/ 5183 w 5983"/>
                        <a:gd name="connsiteY0" fmla="*/ 1584 h 7386"/>
                        <a:gd name="connsiteX1" fmla="*/ 4992 w 5983"/>
                        <a:gd name="connsiteY1" fmla="*/ 6728 h 7386"/>
                        <a:gd name="connsiteX2" fmla="*/ 801 w 5983"/>
                        <a:gd name="connsiteY2" fmla="*/ 5870 h 7386"/>
                        <a:gd name="connsiteX3" fmla="*/ 992 w 5983"/>
                        <a:gd name="connsiteY3" fmla="*/ 727 h 7386"/>
                        <a:gd name="connsiteX4" fmla="*/ 5183 w 5983"/>
                        <a:gd name="connsiteY4" fmla="*/ 1584 h 7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83" h="7386">
                          <a:moveTo>
                            <a:pt x="5183" y="1584"/>
                          </a:moveTo>
                          <a:cubicBezTo>
                            <a:pt x="6326" y="3203"/>
                            <a:pt x="6230" y="5585"/>
                            <a:pt x="4992" y="6728"/>
                          </a:cubicBezTo>
                          <a:cubicBezTo>
                            <a:pt x="3754" y="7871"/>
                            <a:pt x="1848" y="7490"/>
                            <a:pt x="801" y="5870"/>
                          </a:cubicBezTo>
                          <a:cubicBezTo>
                            <a:pt x="-342" y="4251"/>
                            <a:pt x="-247" y="1965"/>
                            <a:pt x="992" y="727"/>
                          </a:cubicBezTo>
                          <a:cubicBezTo>
                            <a:pt x="2230" y="-511"/>
                            <a:pt x="4135" y="-130"/>
                            <a:pt x="5183" y="15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anchor="ctr"/>
                    <a:lstStyle/>
                    <a:p>
                      <a:pPr>
                        <a:defRPr/>
                      </a:pPr>
                      <a:endParaRPr lang="en-US"/>
                    </a:p>
                  </p:txBody>
                </p:sp>
              </p:grpSp>
            </p:grpSp>
          </p:grpSp>
        </p:grpSp>
      </p:grpSp>
      <p:grpSp>
        <p:nvGrpSpPr>
          <p:cNvPr id="2697" name="sars-cov-2-envelope-membrane">
            <a:extLst>
              <a:ext uri="{FF2B5EF4-FFF2-40B4-BE49-F238E27FC236}">
                <a16:creationId xmlns:a16="http://schemas.microsoft.com/office/drawing/2014/main" id="{4A5C898B-BDA8-4E9D-BCC8-012CCE561675}"/>
              </a:ext>
            </a:extLst>
          </p:cNvPr>
          <p:cNvGrpSpPr/>
          <p:nvPr/>
        </p:nvGrpSpPr>
        <p:grpSpPr>
          <a:xfrm>
            <a:off x="5686231" y="1752933"/>
            <a:ext cx="2193523" cy="2193523"/>
            <a:chOff x="6530654" y="3388154"/>
            <a:chExt cx="2767012" cy="2767012"/>
          </a:xfrm>
          <a:solidFill>
            <a:schemeClr val="accent1"/>
          </a:solidFill>
        </p:grpSpPr>
        <p:sp>
          <p:nvSpPr>
            <p:cNvPr id="2698" name="Forme libre : forme 2697">
              <a:extLst>
                <a:ext uri="{FF2B5EF4-FFF2-40B4-BE49-F238E27FC236}">
                  <a16:creationId xmlns:a16="http://schemas.microsoft.com/office/drawing/2014/main" id="{00073AD8-4E64-4783-8A92-F5296FFA15AB}"/>
                </a:ext>
              </a:extLst>
            </p:cNvPr>
            <p:cNvSpPr/>
            <p:nvPr/>
          </p:nvSpPr>
          <p:spPr>
            <a:xfrm>
              <a:off x="6530654" y="3388154"/>
              <a:ext cx="2767012" cy="2767012"/>
            </a:xfrm>
            <a:custGeom>
              <a:avLst/>
              <a:gdLst>
                <a:gd name="connsiteX0" fmla="*/ 2767013 w 2767012"/>
                <a:gd name="connsiteY0" fmla="*/ 1383506 h 2767012"/>
                <a:gd name="connsiteX1" fmla="*/ 1383506 w 2767012"/>
                <a:gd name="connsiteY1" fmla="*/ 2767013 h 2767012"/>
                <a:gd name="connsiteX2" fmla="*/ 0 w 2767012"/>
                <a:gd name="connsiteY2" fmla="*/ 1383506 h 2767012"/>
                <a:gd name="connsiteX3" fmla="*/ 1383506 w 2767012"/>
                <a:gd name="connsiteY3" fmla="*/ 0 h 2767012"/>
                <a:gd name="connsiteX4" fmla="*/ 2767013 w 2767012"/>
                <a:gd name="connsiteY4" fmla="*/ 1383506 h 276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012" h="2767012">
                  <a:moveTo>
                    <a:pt x="2767013" y="1383506"/>
                  </a:moveTo>
                  <a:cubicBezTo>
                    <a:pt x="2767013" y="2147596"/>
                    <a:pt x="2147596" y="2767013"/>
                    <a:pt x="1383506" y="2767013"/>
                  </a:cubicBezTo>
                  <a:cubicBezTo>
                    <a:pt x="619417" y="2767013"/>
                    <a:pt x="0" y="2147596"/>
                    <a:pt x="0" y="1383506"/>
                  </a:cubicBezTo>
                  <a:cubicBezTo>
                    <a:pt x="0" y="619417"/>
                    <a:pt x="619417" y="0"/>
                    <a:pt x="1383506" y="0"/>
                  </a:cubicBezTo>
                  <a:cubicBezTo>
                    <a:pt x="2147596" y="0"/>
                    <a:pt x="2767013" y="619417"/>
                    <a:pt x="2767013" y="1383506"/>
                  </a:cubicBezTo>
                  <a:close/>
                </a:path>
              </a:pathLst>
            </a:custGeom>
            <a:solidFill>
              <a:srgbClr val="03B7E0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699" name="Forme libre : forme 2698">
              <a:extLst>
                <a:ext uri="{FF2B5EF4-FFF2-40B4-BE49-F238E27FC236}">
                  <a16:creationId xmlns:a16="http://schemas.microsoft.com/office/drawing/2014/main" id="{F35ABC48-2E0A-48F3-AACE-4AF20A573636}"/>
                </a:ext>
              </a:extLst>
            </p:cNvPr>
            <p:cNvSpPr/>
            <p:nvPr/>
          </p:nvSpPr>
          <p:spPr>
            <a:xfrm>
              <a:off x="6743062" y="3600561"/>
              <a:ext cx="2342197" cy="2342197"/>
            </a:xfrm>
            <a:custGeom>
              <a:avLst/>
              <a:gdLst>
                <a:gd name="connsiteX0" fmla="*/ 2342198 w 2342197"/>
                <a:gd name="connsiteY0" fmla="*/ 1171099 h 2342197"/>
                <a:gd name="connsiteX1" fmla="*/ 1171099 w 2342197"/>
                <a:gd name="connsiteY1" fmla="*/ 2342198 h 2342197"/>
                <a:gd name="connsiteX2" fmla="*/ 0 w 2342197"/>
                <a:gd name="connsiteY2" fmla="*/ 1171099 h 2342197"/>
                <a:gd name="connsiteX3" fmla="*/ 1171099 w 2342197"/>
                <a:gd name="connsiteY3" fmla="*/ 0 h 2342197"/>
                <a:gd name="connsiteX4" fmla="*/ 2342198 w 2342197"/>
                <a:gd name="connsiteY4" fmla="*/ 1171099 h 234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2197" h="2342197">
                  <a:moveTo>
                    <a:pt x="2342198" y="1171099"/>
                  </a:moveTo>
                  <a:cubicBezTo>
                    <a:pt x="2342198" y="1817879"/>
                    <a:pt x="1817879" y="2342198"/>
                    <a:pt x="1171099" y="2342198"/>
                  </a:cubicBezTo>
                  <a:cubicBezTo>
                    <a:pt x="524319" y="2342198"/>
                    <a:pt x="0" y="1817879"/>
                    <a:pt x="0" y="1171099"/>
                  </a:cubicBezTo>
                  <a:cubicBezTo>
                    <a:pt x="0" y="524319"/>
                    <a:pt x="524319" y="0"/>
                    <a:pt x="1171099" y="0"/>
                  </a:cubicBezTo>
                  <a:cubicBezTo>
                    <a:pt x="1817879" y="0"/>
                    <a:pt x="2342198" y="524319"/>
                    <a:pt x="2342198" y="1171099"/>
                  </a:cubicBezTo>
                  <a:close/>
                </a:path>
              </a:pathLst>
            </a:custGeom>
            <a:solidFill>
              <a:srgbClr val="87EE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00" name="Forme libre : forme 2699">
              <a:extLst>
                <a:ext uri="{FF2B5EF4-FFF2-40B4-BE49-F238E27FC236}">
                  <a16:creationId xmlns:a16="http://schemas.microsoft.com/office/drawing/2014/main" id="{9EB60C97-719B-417C-9DDD-EE5199A72C17}"/>
                </a:ext>
              </a:extLst>
            </p:cNvPr>
            <p:cNvSpPr/>
            <p:nvPr/>
          </p:nvSpPr>
          <p:spPr>
            <a:xfrm>
              <a:off x="6530654" y="3388154"/>
              <a:ext cx="2767012" cy="2767012"/>
            </a:xfrm>
            <a:custGeom>
              <a:avLst/>
              <a:gdLst>
                <a:gd name="connsiteX0" fmla="*/ 2767013 w 2767012"/>
                <a:gd name="connsiteY0" fmla="*/ 1383506 h 2767012"/>
                <a:gd name="connsiteX1" fmla="*/ 1383506 w 2767012"/>
                <a:gd name="connsiteY1" fmla="*/ 2767013 h 2767012"/>
                <a:gd name="connsiteX2" fmla="*/ 0 w 2767012"/>
                <a:gd name="connsiteY2" fmla="*/ 1383506 h 2767012"/>
                <a:gd name="connsiteX3" fmla="*/ 1383506 w 2767012"/>
                <a:gd name="connsiteY3" fmla="*/ 0 h 2767012"/>
                <a:gd name="connsiteX4" fmla="*/ 2767013 w 2767012"/>
                <a:gd name="connsiteY4" fmla="*/ 1383506 h 276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012" h="2767012">
                  <a:moveTo>
                    <a:pt x="2767013" y="1383506"/>
                  </a:moveTo>
                  <a:cubicBezTo>
                    <a:pt x="2767013" y="2147596"/>
                    <a:pt x="2147596" y="2767013"/>
                    <a:pt x="1383506" y="2767013"/>
                  </a:cubicBezTo>
                  <a:cubicBezTo>
                    <a:pt x="619417" y="2767013"/>
                    <a:pt x="0" y="2147596"/>
                    <a:pt x="0" y="1383506"/>
                  </a:cubicBezTo>
                  <a:cubicBezTo>
                    <a:pt x="0" y="619417"/>
                    <a:pt x="619417" y="0"/>
                    <a:pt x="1383506" y="0"/>
                  </a:cubicBezTo>
                  <a:cubicBezTo>
                    <a:pt x="2147596" y="0"/>
                    <a:pt x="2767013" y="619417"/>
                    <a:pt x="2767013" y="1383506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01" name="Forme libre : forme 2700">
              <a:extLst>
                <a:ext uri="{FF2B5EF4-FFF2-40B4-BE49-F238E27FC236}">
                  <a16:creationId xmlns:a16="http://schemas.microsoft.com/office/drawing/2014/main" id="{F4520E0F-B839-4BEE-AEE4-F0CF48F74A35}"/>
                </a:ext>
              </a:extLst>
            </p:cNvPr>
            <p:cNvSpPr/>
            <p:nvPr/>
          </p:nvSpPr>
          <p:spPr>
            <a:xfrm>
              <a:off x="6743062" y="3600561"/>
              <a:ext cx="2342197" cy="2342197"/>
            </a:xfrm>
            <a:custGeom>
              <a:avLst/>
              <a:gdLst>
                <a:gd name="connsiteX0" fmla="*/ 2342198 w 2342197"/>
                <a:gd name="connsiteY0" fmla="*/ 1171099 h 2342197"/>
                <a:gd name="connsiteX1" fmla="*/ 1171099 w 2342197"/>
                <a:gd name="connsiteY1" fmla="*/ 2342198 h 2342197"/>
                <a:gd name="connsiteX2" fmla="*/ 0 w 2342197"/>
                <a:gd name="connsiteY2" fmla="*/ 1171099 h 2342197"/>
                <a:gd name="connsiteX3" fmla="*/ 1171099 w 2342197"/>
                <a:gd name="connsiteY3" fmla="*/ 0 h 2342197"/>
                <a:gd name="connsiteX4" fmla="*/ 2342198 w 2342197"/>
                <a:gd name="connsiteY4" fmla="*/ 1171099 h 234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2197" h="2342197">
                  <a:moveTo>
                    <a:pt x="2342198" y="1171099"/>
                  </a:moveTo>
                  <a:cubicBezTo>
                    <a:pt x="2342198" y="1817879"/>
                    <a:pt x="1817879" y="2342198"/>
                    <a:pt x="1171099" y="2342198"/>
                  </a:cubicBezTo>
                  <a:cubicBezTo>
                    <a:pt x="524319" y="2342198"/>
                    <a:pt x="0" y="1817879"/>
                    <a:pt x="0" y="1171099"/>
                  </a:cubicBezTo>
                  <a:cubicBezTo>
                    <a:pt x="0" y="524319"/>
                    <a:pt x="524319" y="0"/>
                    <a:pt x="1171099" y="0"/>
                  </a:cubicBezTo>
                  <a:cubicBezTo>
                    <a:pt x="1817879" y="0"/>
                    <a:pt x="2342198" y="524319"/>
                    <a:pt x="2342198" y="1171099"/>
                  </a:cubicBezTo>
                  <a:close/>
                </a:path>
              </a:pathLst>
            </a:custGeom>
            <a:noFill/>
            <a:ln w="714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02" name="Forme libre : forme 2701">
              <a:extLst>
                <a:ext uri="{FF2B5EF4-FFF2-40B4-BE49-F238E27FC236}">
                  <a16:creationId xmlns:a16="http://schemas.microsoft.com/office/drawing/2014/main" id="{41BF712C-CA59-4F86-8CB5-421208DB95E7}"/>
                </a:ext>
              </a:extLst>
            </p:cNvPr>
            <p:cNvSpPr/>
            <p:nvPr/>
          </p:nvSpPr>
          <p:spPr>
            <a:xfrm>
              <a:off x="7005176" y="3749432"/>
              <a:ext cx="125267" cy="135164"/>
            </a:xfrm>
            <a:custGeom>
              <a:avLst/>
              <a:gdLst>
                <a:gd name="connsiteX0" fmla="*/ 31256 w 125267"/>
                <a:gd name="connsiteY0" fmla="*/ 35057 h 135164"/>
                <a:gd name="connsiteX1" fmla="*/ 86406 w 125267"/>
                <a:gd name="connsiteY1" fmla="*/ 105256 h 135164"/>
                <a:gd name="connsiteX2" fmla="*/ 102598 w 125267"/>
                <a:gd name="connsiteY2" fmla="*/ 124782 h 135164"/>
                <a:gd name="connsiteX3" fmla="*/ 125268 w 125267"/>
                <a:gd name="connsiteY3" fmla="*/ 135165 h 135164"/>
                <a:gd name="connsiteX4" fmla="*/ 116600 w 125267"/>
                <a:gd name="connsiteY4" fmla="*/ 123068 h 135164"/>
                <a:gd name="connsiteX5" fmla="*/ 54021 w 125267"/>
                <a:gd name="connsiteY5" fmla="*/ 52202 h 135164"/>
                <a:gd name="connsiteX6" fmla="*/ 12587 w 125267"/>
                <a:gd name="connsiteY6" fmla="*/ 5529 h 135164"/>
                <a:gd name="connsiteX7" fmla="*/ 1347 w 125267"/>
                <a:gd name="connsiteY7" fmla="*/ 291 h 135164"/>
                <a:gd name="connsiteX8" fmla="*/ 3252 w 125267"/>
                <a:gd name="connsiteY8" fmla="*/ 9054 h 135164"/>
                <a:gd name="connsiteX9" fmla="*/ 31256 w 125267"/>
                <a:gd name="connsiteY9" fmla="*/ 35057 h 13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267" h="135164">
                  <a:moveTo>
                    <a:pt x="31256" y="35057"/>
                  </a:moveTo>
                  <a:cubicBezTo>
                    <a:pt x="52020" y="56393"/>
                    <a:pt x="69165" y="80872"/>
                    <a:pt x="86406" y="105256"/>
                  </a:cubicBezTo>
                  <a:cubicBezTo>
                    <a:pt x="91264" y="112209"/>
                    <a:pt x="96216" y="119163"/>
                    <a:pt x="102598" y="124782"/>
                  </a:cubicBezTo>
                  <a:cubicBezTo>
                    <a:pt x="108980" y="130402"/>
                    <a:pt x="116790" y="134688"/>
                    <a:pt x="125268" y="135165"/>
                  </a:cubicBezTo>
                  <a:cubicBezTo>
                    <a:pt x="124125" y="130307"/>
                    <a:pt x="120219" y="126592"/>
                    <a:pt x="116600" y="123068"/>
                  </a:cubicBezTo>
                  <a:cubicBezTo>
                    <a:pt x="93645" y="101446"/>
                    <a:pt x="72690" y="77634"/>
                    <a:pt x="54021" y="52202"/>
                  </a:cubicBezTo>
                  <a:cubicBezTo>
                    <a:pt x="41829" y="35533"/>
                    <a:pt x="30018" y="17340"/>
                    <a:pt x="12587" y="5529"/>
                  </a:cubicBezTo>
                  <a:cubicBezTo>
                    <a:pt x="10682" y="4291"/>
                    <a:pt x="3824" y="-1329"/>
                    <a:pt x="1347" y="291"/>
                  </a:cubicBezTo>
                  <a:cubicBezTo>
                    <a:pt x="-1986" y="2481"/>
                    <a:pt x="1728" y="7244"/>
                    <a:pt x="3252" y="9054"/>
                  </a:cubicBezTo>
                  <a:cubicBezTo>
                    <a:pt x="11158" y="18483"/>
                    <a:pt x="22493" y="26103"/>
                    <a:pt x="31256" y="35057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03" name="Forme libre : forme 2702">
              <a:extLst>
                <a:ext uri="{FF2B5EF4-FFF2-40B4-BE49-F238E27FC236}">
                  <a16:creationId xmlns:a16="http://schemas.microsoft.com/office/drawing/2014/main" id="{7643FFE7-8361-456F-8167-E07662273A2D}"/>
                </a:ext>
              </a:extLst>
            </p:cNvPr>
            <p:cNvSpPr/>
            <p:nvPr/>
          </p:nvSpPr>
          <p:spPr>
            <a:xfrm>
              <a:off x="7109648" y="3657616"/>
              <a:ext cx="123358" cy="146399"/>
            </a:xfrm>
            <a:custGeom>
              <a:avLst/>
              <a:gdLst>
                <a:gd name="connsiteX0" fmla="*/ 47465 w 123358"/>
                <a:gd name="connsiteY0" fmla="*/ 60865 h 146399"/>
                <a:gd name="connsiteX1" fmla="*/ 65182 w 123358"/>
                <a:gd name="connsiteY1" fmla="*/ 76391 h 146399"/>
                <a:gd name="connsiteX2" fmla="*/ 122522 w 123358"/>
                <a:gd name="connsiteY2" fmla="*/ 146399 h 146399"/>
                <a:gd name="connsiteX3" fmla="*/ 121093 w 123358"/>
                <a:gd name="connsiteY3" fmla="*/ 133255 h 146399"/>
                <a:gd name="connsiteX4" fmla="*/ 85660 w 123358"/>
                <a:gd name="connsiteY4" fmla="*/ 81820 h 146399"/>
                <a:gd name="connsiteX5" fmla="*/ 44036 w 123358"/>
                <a:gd name="connsiteY5" fmla="*/ 38576 h 146399"/>
                <a:gd name="connsiteX6" fmla="*/ 126 w 123358"/>
                <a:gd name="connsiteY6" fmla="*/ 0 h 146399"/>
                <a:gd name="connsiteX7" fmla="*/ 8317 w 123358"/>
                <a:gd name="connsiteY7" fmla="*/ 14097 h 146399"/>
                <a:gd name="connsiteX8" fmla="*/ 20605 w 123358"/>
                <a:gd name="connsiteY8" fmla="*/ 30861 h 146399"/>
                <a:gd name="connsiteX9" fmla="*/ 47465 w 123358"/>
                <a:gd name="connsiteY9" fmla="*/ 60865 h 146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358" h="146399">
                  <a:moveTo>
                    <a:pt x="47465" y="60865"/>
                  </a:moveTo>
                  <a:cubicBezTo>
                    <a:pt x="53180" y="66199"/>
                    <a:pt x="59276" y="71152"/>
                    <a:pt x="65182" y="76391"/>
                  </a:cubicBezTo>
                  <a:cubicBezTo>
                    <a:pt x="87851" y="96488"/>
                    <a:pt x="107282" y="120205"/>
                    <a:pt x="122522" y="146399"/>
                  </a:cubicBezTo>
                  <a:cubicBezTo>
                    <a:pt x="124332" y="142208"/>
                    <a:pt x="122903" y="137446"/>
                    <a:pt x="121093" y="133255"/>
                  </a:cubicBezTo>
                  <a:cubicBezTo>
                    <a:pt x="112997" y="114014"/>
                    <a:pt x="99567" y="97441"/>
                    <a:pt x="85660" y="81820"/>
                  </a:cubicBezTo>
                  <a:cubicBezTo>
                    <a:pt x="72421" y="66866"/>
                    <a:pt x="58514" y="52483"/>
                    <a:pt x="44036" y="38576"/>
                  </a:cubicBezTo>
                  <a:cubicBezTo>
                    <a:pt x="30415" y="25527"/>
                    <a:pt x="16033" y="10096"/>
                    <a:pt x="126" y="0"/>
                  </a:cubicBezTo>
                  <a:cubicBezTo>
                    <a:pt x="-1017" y="4000"/>
                    <a:pt x="5936" y="10858"/>
                    <a:pt x="8317" y="14097"/>
                  </a:cubicBezTo>
                  <a:cubicBezTo>
                    <a:pt x="12318" y="19717"/>
                    <a:pt x="16414" y="25337"/>
                    <a:pt x="20605" y="30861"/>
                  </a:cubicBezTo>
                  <a:cubicBezTo>
                    <a:pt x="28796" y="41529"/>
                    <a:pt x="37559" y="51721"/>
                    <a:pt x="47465" y="60865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04" name="Forme libre : forme 2703">
              <a:extLst>
                <a:ext uri="{FF2B5EF4-FFF2-40B4-BE49-F238E27FC236}">
                  <a16:creationId xmlns:a16="http://schemas.microsoft.com/office/drawing/2014/main" id="{3E251A49-2887-4ADF-B20C-11E09EA1484E}"/>
                </a:ext>
              </a:extLst>
            </p:cNvPr>
            <p:cNvSpPr/>
            <p:nvPr/>
          </p:nvSpPr>
          <p:spPr>
            <a:xfrm>
              <a:off x="7370656" y="3520832"/>
              <a:ext cx="75350" cy="166120"/>
            </a:xfrm>
            <a:custGeom>
              <a:avLst/>
              <a:gdLst>
                <a:gd name="connsiteX0" fmla="*/ 37060 w 75350"/>
                <a:gd name="connsiteY0" fmla="*/ 90207 h 166120"/>
                <a:gd name="connsiteX1" fmla="*/ 49348 w 75350"/>
                <a:gd name="connsiteY1" fmla="*/ 132117 h 166120"/>
                <a:gd name="connsiteX2" fmla="*/ 75351 w 75350"/>
                <a:gd name="connsiteY2" fmla="*/ 166121 h 166120"/>
                <a:gd name="connsiteX3" fmla="*/ 70683 w 75350"/>
                <a:gd name="connsiteY3" fmla="*/ 153072 h 166120"/>
                <a:gd name="connsiteX4" fmla="*/ 65445 w 75350"/>
                <a:gd name="connsiteY4" fmla="*/ 138879 h 166120"/>
                <a:gd name="connsiteX5" fmla="*/ 55062 w 75350"/>
                <a:gd name="connsiteY5" fmla="*/ 111828 h 166120"/>
                <a:gd name="connsiteX6" fmla="*/ 32107 w 75350"/>
                <a:gd name="connsiteY6" fmla="*/ 57250 h 166120"/>
                <a:gd name="connsiteX7" fmla="*/ 7342 w 75350"/>
                <a:gd name="connsiteY7" fmla="*/ 4196 h 166120"/>
                <a:gd name="connsiteX8" fmla="*/ 484 w 75350"/>
                <a:gd name="connsiteY8" fmla="*/ 8196 h 166120"/>
                <a:gd name="connsiteX9" fmla="*/ 11628 w 75350"/>
                <a:gd name="connsiteY9" fmla="*/ 32961 h 166120"/>
                <a:gd name="connsiteX10" fmla="*/ 37060 w 75350"/>
                <a:gd name="connsiteY10" fmla="*/ 90207 h 16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350" h="166120">
                  <a:moveTo>
                    <a:pt x="37060" y="90207"/>
                  </a:moveTo>
                  <a:cubicBezTo>
                    <a:pt x="41442" y="104113"/>
                    <a:pt x="44109" y="118496"/>
                    <a:pt x="49348" y="132117"/>
                  </a:cubicBezTo>
                  <a:cubicBezTo>
                    <a:pt x="54491" y="145737"/>
                    <a:pt x="62778" y="158787"/>
                    <a:pt x="75351" y="166121"/>
                  </a:cubicBezTo>
                  <a:cubicBezTo>
                    <a:pt x="73350" y="164978"/>
                    <a:pt x="71541" y="155358"/>
                    <a:pt x="70683" y="153072"/>
                  </a:cubicBezTo>
                  <a:cubicBezTo>
                    <a:pt x="68969" y="148309"/>
                    <a:pt x="67254" y="143642"/>
                    <a:pt x="65445" y="138879"/>
                  </a:cubicBezTo>
                  <a:cubicBezTo>
                    <a:pt x="62016" y="129831"/>
                    <a:pt x="58587" y="120877"/>
                    <a:pt x="55062" y="111828"/>
                  </a:cubicBezTo>
                  <a:cubicBezTo>
                    <a:pt x="47823" y="93540"/>
                    <a:pt x="40108" y="75348"/>
                    <a:pt x="32107" y="57250"/>
                  </a:cubicBezTo>
                  <a:cubicBezTo>
                    <a:pt x="24202" y="39438"/>
                    <a:pt x="16391" y="21436"/>
                    <a:pt x="7342" y="4196"/>
                  </a:cubicBezTo>
                  <a:cubicBezTo>
                    <a:pt x="3056" y="-3996"/>
                    <a:pt x="-1516" y="1148"/>
                    <a:pt x="484" y="8196"/>
                  </a:cubicBezTo>
                  <a:cubicBezTo>
                    <a:pt x="2865" y="16674"/>
                    <a:pt x="7818" y="25056"/>
                    <a:pt x="11628" y="32961"/>
                  </a:cubicBezTo>
                  <a:cubicBezTo>
                    <a:pt x="20773" y="51821"/>
                    <a:pt x="30678" y="70299"/>
                    <a:pt x="37060" y="90207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05" name="Forme libre : forme 2704">
              <a:extLst>
                <a:ext uri="{FF2B5EF4-FFF2-40B4-BE49-F238E27FC236}">
                  <a16:creationId xmlns:a16="http://schemas.microsoft.com/office/drawing/2014/main" id="{1F6F0B83-1DE9-45FC-9872-9E5906F66879}"/>
                </a:ext>
              </a:extLst>
            </p:cNvPr>
            <p:cNvSpPr/>
            <p:nvPr/>
          </p:nvSpPr>
          <p:spPr>
            <a:xfrm>
              <a:off x="7502594" y="3468580"/>
              <a:ext cx="67618" cy="170513"/>
            </a:xfrm>
            <a:custGeom>
              <a:avLst/>
              <a:gdLst>
                <a:gd name="connsiteX0" fmla="*/ 52950 w 67618"/>
                <a:gd name="connsiteY0" fmla="*/ 133791 h 170513"/>
                <a:gd name="connsiteX1" fmla="*/ 59903 w 67618"/>
                <a:gd name="connsiteY1" fmla="*/ 162747 h 170513"/>
                <a:gd name="connsiteX2" fmla="*/ 67618 w 67618"/>
                <a:gd name="connsiteY2" fmla="*/ 170367 h 170513"/>
                <a:gd name="connsiteX3" fmla="*/ 59141 w 67618"/>
                <a:gd name="connsiteY3" fmla="*/ 137887 h 170513"/>
                <a:gd name="connsiteX4" fmla="*/ 13802 w 67618"/>
                <a:gd name="connsiteY4" fmla="*/ 15205 h 170513"/>
                <a:gd name="connsiteX5" fmla="*/ 1991 w 67618"/>
                <a:gd name="connsiteY5" fmla="*/ 2060 h 170513"/>
                <a:gd name="connsiteX6" fmla="*/ 4849 w 67618"/>
                <a:gd name="connsiteY6" fmla="*/ 24063 h 170513"/>
                <a:gd name="connsiteX7" fmla="*/ 28375 w 67618"/>
                <a:gd name="connsiteY7" fmla="*/ 75593 h 170513"/>
                <a:gd name="connsiteX8" fmla="*/ 52950 w 67618"/>
                <a:gd name="connsiteY8" fmla="*/ 133791 h 170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18" h="170513">
                  <a:moveTo>
                    <a:pt x="52950" y="133791"/>
                  </a:moveTo>
                  <a:cubicBezTo>
                    <a:pt x="55522" y="143411"/>
                    <a:pt x="57331" y="153222"/>
                    <a:pt x="59903" y="162747"/>
                  </a:cubicBezTo>
                  <a:cubicBezTo>
                    <a:pt x="60951" y="166652"/>
                    <a:pt x="63713" y="171415"/>
                    <a:pt x="67618" y="170367"/>
                  </a:cubicBezTo>
                  <a:cubicBezTo>
                    <a:pt x="66952" y="159127"/>
                    <a:pt x="63046" y="148364"/>
                    <a:pt x="59141" y="137887"/>
                  </a:cubicBezTo>
                  <a:cubicBezTo>
                    <a:pt x="43996" y="97024"/>
                    <a:pt x="28947" y="56067"/>
                    <a:pt x="13802" y="15205"/>
                  </a:cubicBezTo>
                  <a:cubicBezTo>
                    <a:pt x="12088" y="10442"/>
                    <a:pt x="9421" y="-5655"/>
                    <a:pt x="1991" y="2060"/>
                  </a:cubicBezTo>
                  <a:cubicBezTo>
                    <a:pt x="-3057" y="7299"/>
                    <a:pt x="2848" y="18348"/>
                    <a:pt x="4849" y="24063"/>
                  </a:cubicBezTo>
                  <a:cubicBezTo>
                    <a:pt x="11040" y="41875"/>
                    <a:pt x="19803" y="58734"/>
                    <a:pt x="28375" y="75593"/>
                  </a:cubicBezTo>
                  <a:cubicBezTo>
                    <a:pt x="37900" y="94357"/>
                    <a:pt x="47425" y="113407"/>
                    <a:pt x="52950" y="133791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06" name="Forme libre : forme 2705">
              <a:extLst>
                <a:ext uri="{FF2B5EF4-FFF2-40B4-BE49-F238E27FC236}">
                  <a16:creationId xmlns:a16="http://schemas.microsoft.com/office/drawing/2014/main" id="{3E76FD36-8DB1-4017-8E85-1892BA89383F}"/>
                </a:ext>
              </a:extLst>
            </p:cNvPr>
            <p:cNvSpPr/>
            <p:nvPr/>
          </p:nvSpPr>
          <p:spPr>
            <a:xfrm>
              <a:off x="7718324" y="3424746"/>
              <a:ext cx="37710" cy="173053"/>
            </a:xfrm>
            <a:custGeom>
              <a:avLst/>
              <a:gdLst>
                <a:gd name="connsiteX0" fmla="*/ 25720 w 37710"/>
                <a:gd name="connsiteY0" fmla="*/ 134001 h 173053"/>
                <a:gd name="connsiteX1" fmla="*/ 34769 w 37710"/>
                <a:gd name="connsiteY1" fmla="*/ 173053 h 173053"/>
                <a:gd name="connsiteX2" fmla="*/ 36959 w 37710"/>
                <a:gd name="connsiteY2" fmla="*/ 142764 h 173053"/>
                <a:gd name="connsiteX3" fmla="*/ 30958 w 37710"/>
                <a:gd name="connsiteY3" fmla="*/ 101806 h 173053"/>
                <a:gd name="connsiteX4" fmla="*/ 21529 w 37710"/>
                <a:gd name="connsiteY4" fmla="*/ 50562 h 173053"/>
                <a:gd name="connsiteX5" fmla="*/ 15623 w 37710"/>
                <a:gd name="connsiteY5" fmla="*/ 25892 h 173053"/>
                <a:gd name="connsiteX6" fmla="*/ 7717 w 37710"/>
                <a:gd name="connsiteY6" fmla="*/ 1889 h 173053"/>
                <a:gd name="connsiteX7" fmla="*/ 2 w 37710"/>
                <a:gd name="connsiteY7" fmla="*/ 6175 h 173053"/>
                <a:gd name="connsiteX8" fmla="*/ 4479 w 37710"/>
                <a:gd name="connsiteY8" fmla="*/ 30369 h 173053"/>
                <a:gd name="connsiteX9" fmla="*/ 16290 w 37710"/>
                <a:gd name="connsiteY9" fmla="*/ 79518 h 173053"/>
                <a:gd name="connsiteX10" fmla="*/ 25720 w 37710"/>
                <a:gd name="connsiteY10" fmla="*/ 134001 h 173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710" h="173053">
                  <a:moveTo>
                    <a:pt x="25720" y="134001"/>
                  </a:moveTo>
                  <a:cubicBezTo>
                    <a:pt x="26863" y="147526"/>
                    <a:pt x="26958" y="162004"/>
                    <a:pt x="34769" y="173053"/>
                  </a:cubicBezTo>
                  <a:cubicBezTo>
                    <a:pt x="38483" y="163528"/>
                    <a:pt x="38007" y="152955"/>
                    <a:pt x="36959" y="142764"/>
                  </a:cubicBezTo>
                  <a:cubicBezTo>
                    <a:pt x="35530" y="129048"/>
                    <a:pt x="33245" y="115427"/>
                    <a:pt x="30958" y="101806"/>
                  </a:cubicBezTo>
                  <a:cubicBezTo>
                    <a:pt x="28101" y="84661"/>
                    <a:pt x="25148" y="67611"/>
                    <a:pt x="21529" y="50562"/>
                  </a:cubicBezTo>
                  <a:cubicBezTo>
                    <a:pt x="19719" y="42275"/>
                    <a:pt x="17814" y="34083"/>
                    <a:pt x="15623" y="25892"/>
                  </a:cubicBezTo>
                  <a:cubicBezTo>
                    <a:pt x="14004" y="19986"/>
                    <a:pt x="12385" y="5985"/>
                    <a:pt x="7717" y="1889"/>
                  </a:cubicBezTo>
                  <a:cubicBezTo>
                    <a:pt x="2765" y="-2493"/>
                    <a:pt x="98" y="1508"/>
                    <a:pt x="2" y="6175"/>
                  </a:cubicBezTo>
                  <a:cubicBezTo>
                    <a:pt x="-93" y="13890"/>
                    <a:pt x="2860" y="22844"/>
                    <a:pt x="4479" y="30369"/>
                  </a:cubicBezTo>
                  <a:cubicBezTo>
                    <a:pt x="8003" y="46847"/>
                    <a:pt x="12385" y="63135"/>
                    <a:pt x="16290" y="79518"/>
                  </a:cubicBezTo>
                  <a:cubicBezTo>
                    <a:pt x="20481" y="97425"/>
                    <a:pt x="24196" y="115617"/>
                    <a:pt x="25720" y="134001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07" name="Forme libre : forme 2706">
              <a:extLst>
                <a:ext uri="{FF2B5EF4-FFF2-40B4-BE49-F238E27FC236}">
                  <a16:creationId xmlns:a16="http://schemas.microsoft.com/office/drawing/2014/main" id="{00949A07-6490-469B-B8DA-C46554CDF76D}"/>
                </a:ext>
              </a:extLst>
            </p:cNvPr>
            <p:cNvSpPr/>
            <p:nvPr/>
          </p:nvSpPr>
          <p:spPr>
            <a:xfrm>
              <a:off x="8054580" y="3417546"/>
              <a:ext cx="26648" cy="178348"/>
            </a:xfrm>
            <a:custGeom>
              <a:avLst/>
              <a:gdLst>
                <a:gd name="connsiteX0" fmla="*/ 3408 w 26648"/>
                <a:gd name="connsiteY0" fmla="*/ 128342 h 178348"/>
                <a:gd name="connsiteX1" fmla="*/ 74 w 26648"/>
                <a:gd name="connsiteY1" fmla="*/ 154821 h 178348"/>
                <a:gd name="connsiteX2" fmla="*/ 10932 w 26648"/>
                <a:gd name="connsiteY2" fmla="*/ 178348 h 178348"/>
                <a:gd name="connsiteX3" fmla="*/ 12361 w 26648"/>
                <a:gd name="connsiteY3" fmla="*/ 124818 h 178348"/>
                <a:gd name="connsiteX4" fmla="*/ 22553 w 26648"/>
                <a:gd name="connsiteY4" fmla="*/ 74526 h 178348"/>
                <a:gd name="connsiteX5" fmla="*/ 26649 w 26648"/>
                <a:gd name="connsiteY5" fmla="*/ 34140 h 178348"/>
                <a:gd name="connsiteX6" fmla="*/ 21124 w 26648"/>
                <a:gd name="connsiteY6" fmla="*/ 135 h 178348"/>
                <a:gd name="connsiteX7" fmla="*/ 17695 w 26648"/>
                <a:gd name="connsiteY7" fmla="*/ 39093 h 178348"/>
                <a:gd name="connsiteX8" fmla="*/ 12266 w 26648"/>
                <a:gd name="connsiteY8" fmla="*/ 81288 h 178348"/>
                <a:gd name="connsiteX9" fmla="*/ 3408 w 26648"/>
                <a:gd name="connsiteY9" fmla="*/ 128342 h 17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48" h="178348">
                  <a:moveTo>
                    <a:pt x="3408" y="128342"/>
                  </a:moveTo>
                  <a:cubicBezTo>
                    <a:pt x="1503" y="137105"/>
                    <a:pt x="-402" y="145868"/>
                    <a:pt x="74" y="154821"/>
                  </a:cubicBezTo>
                  <a:cubicBezTo>
                    <a:pt x="550" y="163775"/>
                    <a:pt x="3979" y="172919"/>
                    <a:pt x="10932" y="178348"/>
                  </a:cubicBezTo>
                  <a:cubicBezTo>
                    <a:pt x="14076" y="160727"/>
                    <a:pt x="11028" y="142629"/>
                    <a:pt x="12361" y="124818"/>
                  </a:cubicBezTo>
                  <a:cubicBezTo>
                    <a:pt x="13695" y="107768"/>
                    <a:pt x="19124" y="91290"/>
                    <a:pt x="22553" y="74526"/>
                  </a:cubicBezTo>
                  <a:cubicBezTo>
                    <a:pt x="25220" y="61286"/>
                    <a:pt x="26554" y="47760"/>
                    <a:pt x="26649" y="34140"/>
                  </a:cubicBezTo>
                  <a:cubicBezTo>
                    <a:pt x="26649" y="29949"/>
                    <a:pt x="26172" y="-2341"/>
                    <a:pt x="21124" y="135"/>
                  </a:cubicBezTo>
                  <a:cubicBezTo>
                    <a:pt x="17029" y="2136"/>
                    <a:pt x="18172" y="33568"/>
                    <a:pt x="17695" y="39093"/>
                  </a:cubicBezTo>
                  <a:cubicBezTo>
                    <a:pt x="16362" y="53190"/>
                    <a:pt x="14552" y="67287"/>
                    <a:pt x="12266" y="81288"/>
                  </a:cubicBezTo>
                  <a:cubicBezTo>
                    <a:pt x="9694" y="97100"/>
                    <a:pt x="6741" y="112721"/>
                    <a:pt x="3408" y="128342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08" name="Forme libre : forme 2707">
              <a:extLst>
                <a:ext uri="{FF2B5EF4-FFF2-40B4-BE49-F238E27FC236}">
                  <a16:creationId xmlns:a16="http://schemas.microsoft.com/office/drawing/2014/main" id="{C996711E-43FC-49AC-9D59-A32EC17E7973}"/>
                </a:ext>
              </a:extLst>
            </p:cNvPr>
            <p:cNvSpPr/>
            <p:nvPr/>
          </p:nvSpPr>
          <p:spPr>
            <a:xfrm>
              <a:off x="8186575" y="3442151"/>
              <a:ext cx="32492" cy="174317"/>
            </a:xfrm>
            <a:custGeom>
              <a:avLst/>
              <a:gdLst>
                <a:gd name="connsiteX0" fmla="*/ 0 w 32492"/>
                <a:gd name="connsiteY0" fmla="*/ 174317 h 174317"/>
                <a:gd name="connsiteX1" fmla="*/ 14669 w 32492"/>
                <a:gd name="connsiteY1" fmla="*/ 152981 h 174317"/>
                <a:gd name="connsiteX2" fmla="*/ 31242 w 32492"/>
                <a:gd name="connsiteY2" fmla="*/ 22774 h 174317"/>
                <a:gd name="connsiteX3" fmla="*/ 31147 w 32492"/>
                <a:gd name="connsiteY3" fmla="*/ 2200 h 174317"/>
                <a:gd name="connsiteX4" fmla="*/ 24003 w 32492"/>
                <a:gd name="connsiteY4" fmla="*/ 5915 h 174317"/>
                <a:gd name="connsiteX5" fmla="*/ 17145 w 32492"/>
                <a:gd name="connsiteY5" fmla="*/ 46492 h 174317"/>
                <a:gd name="connsiteX6" fmla="*/ 10001 w 32492"/>
                <a:gd name="connsiteY6" fmla="*/ 128978 h 174317"/>
                <a:gd name="connsiteX7" fmla="*/ 0 w 32492"/>
                <a:gd name="connsiteY7" fmla="*/ 174317 h 17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492" h="174317">
                  <a:moveTo>
                    <a:pt x="0" y="174317"/>
                  </a:moveTo>
                  <a:cubicBezTo>
                    <a:pt x="8858" y="172317"/>
                    <a:pt x="12668" y="161935"/>
                    <a:pt x="14669" y="152981"/>
                  </a:cubicBezTo>
                  <a:cubicBezTo>
                    <a:pt x="24289" y="110214"/>
                    <a:pt x="27813" y="66399"/>
                    <a:pt x="31242" y="22774"/>
                  </a:cubicBezTo>
                  <a:cubicBezTo>
                    <a:pt x="31623" y="17821"/>
                    <a:pt x="33909" y="6582"/>
                    <a:pt x="31147" y="2200"/>
                  </a:cubicBezTo>
                  <a:cubicBezTo>
                    <a:pt x="28004" y="-2848"/>
                    <a:pt x="25337" y="1819"/>
                    <a:pt x="24003" y="5915"/>
                  </a:cubicBezTo>
                  <a:cubicBezTo>
                    <a:pt x="19908" y="18774"/>
                    <a:pt x="18574" y="33157"/>
                    <a:pt x="17145" y="46492"/>
                  </a:cubicBezTo>
                  <a:cubicBezTo>
                    <a:pt x="14192" y="73924"/>
                    <a:pt x="13621" y="101641"/>
                    <a:pt x="10001" y="128978"/>
                  </a:cubicBezTo>
                  <a:cubicBezTo>
                    <a:pt x="7906" y="144313"/>
                    <a:pt x="4953" y="159649"/>
                    <a:pt x="0" y="174317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09" name="Forme libre : forme 2708">
              <a:extLst>
                <a:ext uri="{FF2B5EF4-FFF2-40B4-BE49-F238E27FC236}">
                  <a16:creationId xmlns:a16="http://schemas.microsoft.com/office/drawing/2014/main" id="{01EF225D-4B0E-4DBF-9EA0-EDC9A00CCA97}"/>
                </a:ext>
              </a:extLst>
            </p:cNvPr>
            <p:cNvSpPr/>
            <p:nvPr/>
          </p:nvSpPr>
          <p:spPr>
            <a:xfrm>
              <a:off x="8364407" y="3522799"/>
              <a:ext cx="65740" cy="155581"/>
            </a:xfrm>
            <a:custGeom>
              <a:avLst/>
              <a:gdLst>
                <a:gd name="connsiteX0" fmla="*/ 39624 w 65740"/>
                <a:gd name="connsiteY0" fmla="*/ 37852 h 155581"/>
                <a:gd name="connsiteX1" fmla="*/ 14478 w 65740"/>
                <a:gd name="connsiteY1" fmla="*/ 101574 h 155581"/>
                <a:gd name="connsiteX2" fmla="*/ 0 w 65740"/>
                <a:gd name="connsiteY2" fmla="*/ 155581 h 155581"/>
                <a:gd name="connsiteX3" fmla="*/ 31718 w 65740"/>
                <a:gd name="connsiteY3" fmla="*/ 93002 h 155581"/>
                <a:gd name="connsiteX4" fmla="*/ 64579 w 65740"/>
                <a:gd name="connsiteY4" fmla="*/ 14802 h 155581"/>
                <a:gd name="connsiteX5" fmla="*/ 55912 w 65740"/>
                <a:gd name="connsiteY5" fmla="*/ 2705 h 155581"/>
                <a:gd name="connsiteX6" fmla="*/ 39624 w 65740"/>
                <a:gd name="connsiteY6" fmla="*/ 37852 h 155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740" h="155581">
                  <a:moveTo>
                    <a:pt x="39624" y="37852"/>
                  </a:moveTo>
                  <a:cubicBezTo>
                    <a:pt x="30671" y="58902"/>
                    <a:pt x="21717" y="79857"/>
                    <a:pt x="14478" y="101574"/>
                  </a:cubicBezTo>
                  <a:cubicBezTo>
                    <a:pt x="8572" y="119291"/>
                    <a:pt x="3905" y="137293"/>
                    <a:pt x="0" y="155581"/>
                  </a:cubicBezTo>
                  <a:cubicBezTo>
                    <a:pt x="10573" y="134721"/>
                    <a:pt x="21146" y="113862"/>
                    <a:pt x="31718" y="93002"/>
                  </a:cubicBezTo>
                  <a:cubicBezTo>
                    <a:pt x="44482" y="67761"/>
                    <a:pt x="57340" y="42234"/>
                    <a:pt x="64579" y="14802"/>
                  </a:cubicBezTo>
                  <a:cubicBezTo>
                    <a:pt x="66485" y="7753"/>
                    <a:pt x="67437" y="-5772"/>
                    <a:pt x="55912" y="2705"/>
                  </a:cubicBezTo>
                  <a:cubicBezTo>
                    <a:pt x="47815" y="8706"/>
                    <a:pt x="43624" y="28613"/>
                    <a:pt x="39624" y="37852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10" name="Forme libre : forme 2709">
              <a:extLst>
                <a:ext uri="{FF2B5EF4-FFF2-40B4-BE49-F238E27FC236}">
                  <a16:creationId xmlns:a16="http://schemas.microsoft.com/office/drawing/2014/main" id="{763B849C-74E6-4DC0-B1EA-BFB655E4B11D}"/>
                </a:ext>
              </a:extLst>
            </p:cNvPr>
            <p:cNvSpPr/>
            <p:nvPr/>
          </p:nvSpPr>
          <p:spPr>
            <a:xfrm>
              <a:off x="8630536" y="3688370"/>
              <a:ext cx="110141" cy="137176"/>
            </a:xfrm>
            <a:custGeom>
              <a:avLst/>
              <a:gdLst>
                <a:gd name="connsiteX0" fmla="*/ 21431 w 110141"/>
                <a:gd name="connsiteY0" fmla="*/ 101930 h 137176"/>
                <a:gd name="connsiteX1" fmla="*/ 0 w 110141"/>
                <a:gd name="connsiteY1" fmla="*/ 137172 h 137176"/>
                <a:gd name="connsiteX2" fmla="*/ 13145 w 110141"/>
                <a:gd name="connsiteY2" fmla="*/ 126885 h 137176"/>
                <a:gd name="connsiteX3" fmla="*/ 87344 w 110141"/>
                <a:gd name="connsiteY3" fmla="*/ 45446 h 137176"/>
                <a:gd name="connsiteX4" fmla="*/ 109538 w 110141"/>
                <a:gd name="connsiteY4" fmla="*/ 5346 h 137176"/>
                <a:gd name="connsiteX5" fmla="*/ 85820 w 110141"/>
                <a:gd name="connsiteY5" fmla="*/ 19919 h 137176"/>
                <a:gd name="connsiteX6" fmla="*/ 21431 w 110141"/>
                <a:gd name="connsiteY6" fmla="*/ 101930 h 137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141" h="137176">
                  <a:moveTo>
                    <a:pt x="21431" y="101930"/>
                  </a:moveTo>
                  <a:cubicBezTo>
                    <a:pt x="12002" y="112216"/>
                    <a:pt x="1714" y="123265"/>
                    <a:pt x="0" y="137172"/>
                  </a:cubicBezTo>
                  <a:cubicBezTo>
                    <a:pt x="5810" y="137363"/>
                    <a:pt x="9906" y="131743"/>
                    <a:pt x="13145" y="126885"/>
                  </a:cubicBezTo>
                  <a:cubicBezTo>
                    <a:pt x="33623" y="96405"/>
                    <a:pt x="62579" y="72593"/>
                    <a:pt x="87344" y="45446"/>
                  </a:cubicBezTo>
                  <a:cubicBezTo>
                    <a:pt x="94107" y="38017"/>
                    <a:pt x="113824" y="16966"/>
                    <a:pt x="109538" y="5346"/>
                  </a:cubicBezTo>
                  <a:cubicBezTo>
                    <a:pt x="103441" y="-11227"/>
                    <a:pt x="88678" y="15633"/>
                    <a:pt x="85820" y="19919"/>
                  </a:cubicBezTo>
                  <a:cubicBezTo>
                    <a:pt x="66485" y="48875"/>
                    <a:pt x="44958" y="76307"/>
                    <a:pt x="21431" y="101930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11" name="Forme libre : forme 2710">
              <a:extLst>
                <a:ext uri="{FF2B5EF4-FFF2-40B4-BE49-F238E27FC236}">
                  <a16:creationId xmlns:a16="http://schemas.microsoft.com/office/drawing/2014/main" id="{462735DB-E0BF-4F61-B6F5-7CB0E1CB59E9}"/>
                </a:ext>
              </a:extLst>
            </p:cNvPr>
            <p:cNvSpPr/>
            <p:nvPr/>
          </p:nvSpPr>
          <p:spPr>
            <a:xfrm>
              <a:off x="8731076" y="3779941"/>
              <a:ext cx="110333" cy="139444"/>
            </a:xfrm>
            <a:custGeom>
              <a:avLst/>
              <a:gdLst>
                <a:gd name="connsiteX0" fmla="*/ 16902 w 110333"/>
                <a:gd name="connsiteY0" fmla="*/ 118563 h 139444"/>
                <a:gd name="connsiteX1" fmla="*/ 3186 w 110333"/>
                <a:gd name="connsiteY1" fmla="*/ 131326 h 139444"/>
                <a:gd name="connsiteX2" fmla="*/ 234 w 110333"/>
                <a:gd name="connsiteY2" fmla="*/ 135041 h 139444"/>
                <a:gd name="connsiteX3" fmla="*/ 1663 w 110333"/>
                <a:gd name="connsiteY3" fmla="*/ 139232 h 139444"/>
                <a:gd name="connsiteX4" fmla="*/ 6520 w 110333"/>
                <a:gd name="connsiteY4" fmla="*/ 137232 h 139444"/>
                <a:gd name="connsiteX5" fmla="*/ 75196 w 110333"/>
                <a:gd name="connsiteY5" fmla="*/ 61984 h 139444"/>
                <a:gd name="connsiteX6" fmla="*/ 92912 w 110333"/>
                <a:gd name="connsiteY6" fmla="*/ 35028 h 139444"/>
                <a:gd name="connsiteX7" fmla="*/ 109200 w 110333"/>
                <a:gd name="connsiteY7" fmla="*/ 1691 h 139444"/>
                <a:gd name="connsiteX8" fmla="*/ 85768 w 110333"/>
                <a:gd name="connsiteY8" fmla="*/ 19979 h 139444"/>
                <a:gd name="connsiteX9" fmla="*/ 43382 w 110333"/>
                <a:gd name="connsiteY9" fmla="*/ 84939 h 139444"/>
                <a:gd name="connsiteX10" fmla="*/ 16902 w 110333"/>
                <a:gd name="connsiteY10" fmla="*/ 118563 h 13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333" h="139444">
                  <a:moveTo>
                    <a:pt x="16902" y="118563"/>
                  </a:moveTo>
                  <a:cubicBezTo>
                    <a:pt x="12521" y="123039"/>
                    <a:pt x="7854" y="127135"/>
                    <a:pt x="3186" y="131326"/>
                  </a:cubicBezTo>
                  <a:cubicBezTo>
                    <a:pt x="1948" y="132374"/>
                    <a:pt x="710" y="133517"/>
                    <a:pt x="234" y="135041"/>
                  </a:cubicBezTo>
                  <a:cubicBezTo>
                    <a:pt x="-338" y="136565"/>
                    <a:pt x="139" y="138565"/>
                    <a:pt x="1663" y="139232"/>
                  </a:cubicBezTo>
                  <a:cubicBezTo>
                    <a:pt x="3377" y="139994"/>
                    <a:pt x="5187" y="138565"/>
                    <a:pt x="6520" y="137232"/>
                  </a:cubicBezTo>
                  <a:cubicBezTo>
                    <a:pt x="31095" y="113705"/>
                    <a:pt x="55860" y="89988"/>
                    <a:pt x="75196" y="61984"/>
                  </a:cubicBezTo>
                  <a:cubicBezTo>
                    <a:pt x="81292" y="53126"/>
                    <a:pt x="86816" y="43887"/>
                    <a:pt x="92912" y="35028"/>
                  </a:cubicBezTo>
                  <a:cubicBezTo>
                    <a:pt x="97389" y="28551"/>
                    <a:pt x="114915" y="10168"/>
                    <a:pt x="109200" y="1691"/>
                  </a:cubicBezTo>
                  <a:cubicBezTo>
                    <a:pt x="103866" y="-6120"/>
                    <a:pt x="89388" y="15407"/>
                    <a:pt x="85768" y="19979"/>
                  </a:cubicBezTo>
                  <a:cubicBezTo>
                    <a:pt x="69766" y="40362"/>
                    <a:pt x="57669" y="63413"/>
                    <a:pt x="43382" y="84939"/>
                  </a:cubicBezTo>
                  <a:cubicBezTo>
                    <a:pt x="35476" y="96845"/>
                    <a:pt x="26999" y="108371"/>
                    <a:pt x="16902" y="118563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12" name="Forme libre : forme 2711">
              <a:extLst>
                <a:ext uri="{FF2B5EF4-FFF2-40B4-BE49-F238E27FC236}">
                  <a16:creationId xmlns:a16="http://schemas.microsoft.com/office/drawing/2014/main" id="{AA5D3F4F-10FD-4BEC-9E11-91F88670303F}"/>
                </a:ext>
              </a:extLst>
            </p:cNvPr>
            <p:cNvSpPr/>
            <p:nvPr/>
          </p:nvSpPr>
          <p:spPr>
            <a:xfrm>
              <a:off x="8808887" y="3881789"/>
              <a:ext cx="119304" cy="112535"/>
            </a:xfrm>
            <a:custGeom>
              <a:avLst/>
              <a:gdLst>
                <a:gd name="connsiteX0" fmla="*/ 21197 w 119304"/>
                <a:gd name="connsiteY0" fmla="*/ 82341 h 112535"/>
                <a:gd name="connsiteX1" fmla="*/ 5862 w 119304"/>
                <a:gd name="connsiteY1" fmla="*/ 94438 h 112535"/>
                <a:gd name="connsiteX2" fmla="*/ 433 w 119304"/>
                <a:gd name="connsiteY2" fmla="*/ 112536 h 112535"/>
                <a:gd name="connsiteX3" fmla="*/ 49963 w 119304"/>
                <a:gd name="connsiteY3" fmla="*/ 69006 h 112535"/>
                <a:gd name="connsiteX4" fmla="*/ 91968 w 119304"/>
                <a:gd name="connsiteY4" fmla="*/ 33002 h 112535"/>
                <a:gd name="connsiteX5" fmla="*/ 119305 w 119304"/>
                <a:gd name="connsiteY5" fmla="*/ 45 h 112535"/>
                <a:gd name="connsiteX6" fmla="*/ 97873 w 119304"/>
                <a:gd name="connsiteY6" fmla="*/ 20238 h 112535"/>
                <a:gd name="connsiteX7" fmla="*/ 73775 w 119304"/>
                <a:gd name="connsiteY7" fmla="*/ 42622 h 112535"/>
                <a:gd name="connsiteX8" fmla="*/ 21197 w 119304"/>
                <a:gd name="connsiteY8" fmla="*/ 82341 h 11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9304" h="112535">
                  <a:moveTo>
                    <a:pt x="21197" y="82341"/>
                  </a:moveTo>
                  <a:cubicBezTo>
                    <a:pt x="15673" y="85961"/>
                    <a:pt x="10053" y="89485"/>
                    <a:pt x="5862" y="94438"/>
                  </a:cubicBezTo>
                  <a:cubicBezTo>
                    <a:pt x="1576" y="99391"/>
                    <a:pt x="-1091" y="106154"/>
                    <a:pt x="433" y="112536"/>
                  </a:cubicBezTo>
                  <a:cubicBezTo>
                    <a:pt x="16244" y="97295"/>
                    <a:pt x="32722" y="82722"/>
                    <a:pt x="49963" y="69006"/>
                  </a:cubicBezTo>
                  <a:cubicBezTo>
                    <a:pt x="64346" y="57481"/>
                    <a:pt x="79395" y="46527"/>
                    <a:pt x="91968" y="33002"/>
                  </a:cubicBezTo>
                  <a:cubicBezTo>
                    <a:pt x="101683" y="22715"/>
                    <a:pt x="110827" y="11285"/>
                    <a:pt x="119305" y="45"/>
                  </a:cubicBezTo>
                  <a:cubicBezTo>
                    <a:pt x="114256" y="-1002"/>
                    <a:pt x="101683" y="16428"/>
                    <a:pt x="97873" y="20238"/>
                  </a:cubicBezTo>
                  <a:cubicBezTo>
                    <a:pt x="90063" y="27953"/>
                    <a:pt x="82062" y="35478"/>
                    <a:pt x="73775" y="42622"/>
                  </a:cubicBezTo>
                  <a:cubicBezTo>
                    <a:pt x="57106" y="57100"/>
                    <a:pt x="39580" y="70340"/>
                    <a:pt x="21197" y="82341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13" name="Forme libre : forme 2712">
              <a:extLst>
                <a:ext uri="{FF2B5EF4-FFF2-40B4-BE49-F238E27FC236}">
                  <a16:creationId xmlns:a16="http://schemas.microsoft.com/office/drawing/2014/main" id="{3FD1C19A-2181-4BCC-8B8A-7CDF86DAC1F4}"/>
                </a:ext>
              </a:extLst>
            </p:cNvPr>
            <p:cNvSpPr/>
            <p:nvPr/>
          </p:nvSpPr>
          <p:spPr>
            <a:xfrm>
              <a:off x="8889616" y="3977561"/>
              <a:ext cx="139160" cy="121985"/>
            </a:xfrm>
            <a:custGeom>
              <a:avLst/>
              <a:gdLst>
                <a:gd name="connsiteX0" fmla="*/ 139160 w 139160"/>
                <a:gd name="connsiteY0" fmla="*/ 0 h 121985"/>
                <a:gd name="connsiteX1" fmla="*/ 21146 w 139160"/>
                <a:gd name="connsiteY1" fmla="*/ 99155 h 121985"/>
                <a:gd name="connsiteX2" fmla="*/ 0 w 139160"/>
                <a:gd name="connsiteY2" fmla="*/ 121920 h 121985"/>
                <a:gd name="connsiteX3" fmla="*/ 11811 w 139160"/>
                <a:gd name="connsiteY3" fmla="*/ 117920 h 121985"/>
                <a:gd name="connsiteX4" fmla="*/ 52292 w 139160"/>
                <a:gd name="connsiteY4" fmla="*/ 85535 h 121985"/>
                <a:gd name="connsiteX5" fmla="*/ 100108 w 139160"/>
                <a:gd name="connsiteY5" fmla="*/ 51340 h 121985"/>
                <a:gd name="connsiteX6" fmla="*/ 139065 w 139160"/>
                <a:gd name="connsiteY6" fmla="*/ 8001 h 12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160" h="121985">
                  <a:moveTo>
                    <a:pt x="139160" y="0"/>
                  </a:moveTo>
                  <a:cubicBezTo>
                    <a:pt x="94012" y="24765"/>
                    <a:pt x="63151" y="69342"/>
                    <a:pt x="21146" y="99155"/>
                  </a:cubicBezTo>
                  <a:cubicBezTo>
                    <a:pt x="12573" y="105251"/>
                    <a:pt x="2762" y="111728"/>
                    <a:pt x="0" y="121920"/>
                  </a:cubicBezTo>
                  <a:cubicBezTo>
                    <a:pt x="4191" y="122396"/>
                    <a:pt x="8287" y="120206"/>
                    <a:pt x="11811" y="117920"/>
                  </a:cubicBezTo>
                  <a:cubicBezTo>
                    <a:pt x="26384" y="108585"/>
                    <a:pt x="38767" y="96298"/>
                    <a:pt x="52292" y="85535"/>
                  </a:cubicBezTo>
                  <a:cubicBezTo>
                    <a:pt x="67627" y="73343"/>
                    <a:pt x="84487" y="63151"/>
                    <a:pt x="100108" y="51340"/>
                  </a:cubicBezTo>
                  <a:cubicBezTo>
                    <a:pt x="115729" y="39433"/>
                    <a:pt x="130302" y="25527"/>
                    <a:pt x="139065" y="8001"/>
                  </a:cubicBezTo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14" name="Forme libre : forme 2713">
              <a:extLst>
                <a:ext uri="{FF2B5EF4-FFF2-40B4-BE49-F238E27FC236}">
                  <a16:creationId xmlns:a16="http://schemas.microsoft.com/office/drawing/2014/main" id="{34D5930C-8360-4ACB-82E0-E978A6568918}"/>
                </a:ext>
              </a:extLst>
            </p:cNvPr>
            <p:cNvSpPr/>
            <p:nvPr/>
          </p:nvSpPr>
          <p:spPr>
            <a:xfrm>
              <a:off x="6909336" y="3855570"/>
              <a:ext cx="136335" cy="114941"/>
            </a:xfrm>
            <a:custGeom>
              <a:avLst/>
              <a:gdLst>
                <a:gd name="connsiteX0" fmla="*/ 26988 w 136335"/>
                <a:gd name="connsiteY0" fmla="*/ 29693 h 114941"/>
                <a:gd name="connsiteX1" fmla="*/ 93949 w 136335"/>
                <a:gd name="connsiteY1" fmla="*/ 84462 h 114941"/>
                <a:gd name="connsiteX2" fmla="*/ 136335 w 136335"/>
                <a:gd name="connsiteY2" fmla="*/ 114942 h 114941"/>
                <a:gd name="connsiteX3" fmla="*/ 121000 w 136335"/>
                <a:gd name="connsiteY3" fmla="*/ 99226 h 114941"/>
                <a:gd name="connsiteX4" fmla="*/ 104522 w 136335"/>
                <a:gd name="connsiteY4" fmla="*/ 83033 h 114941"/>
                <a:gd name="connsiteX5" fmla="*/ 70517 w 136335"/>
                <a:gd name="connsiteY5" fmla="*/ 51696 h 114941"/>
                <a:gd name="connsiteX6" fmla="*/ 35180 w 136335"/>
                <a:gd name="connsiteY6" fmla="*/ 21883 h 114941"/>
                <a:gd name="connsiteX7" fmla="*/ 2604 w 136335"/>
                <a:gd name="connsiteY7" fmla="*/ 547 h 114941"/>
                <a:gd name="connsiteX8" fmla="*/ 26988 w 136335"/>
                <a:gd name="connsiteY8" fmla="*/ 29693 h 11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35" h="114941">
                  <a:moveTo>
                    <a:pt x="26988" y="29693"/>
                  </a:moveTo>
                  <a:cubicBezTo>
                    <a:pt x="50229" y="46743"/>
                    <a:pt x="71946" y="65793"/>
                    <a:pt x="93949" y="84462"/>
                  </a:cubicBezTo>
                  <a:cubicBezTo>
                    <a:pt x="107284" y="95701"/>
                    <a:pt x="120905" y="106846"/>
                    <a:pt x="136335" y="114942"/>
                  </a:cubicBezTo>
                  <a:cubicBezTo>
                    <a:pt x="130906" y="112084"/>
                    <a:pt x="125477" y="103702"/>
                    <a:pt x="121000" y="99226"/>
                  </a:cubicBezTo>
                  <a:cubicBezTo>
                    <a:pt x="115571" y="93796"/>
                    <a:pt x="110046" y="88367"/>
                    <a:pt x="104522" y="83033"/>
                  </a:cubicBezTo>
                  <a:cubicBezTo>
                    <a:pt x="93377" y="72365"/>
                    <a:pt x="82043" y="61888"/>
                    <a:pt x="70517" y="51696"/>
                  </a:cubicBezTo>
                  <a:cubicBezTo>
                    <a:pt x="58992" y="41504"/>
                    <a:pt x="47181" y="31598"/>
                    <a:pt x="35180" y="21883"/>
                  </a:cubicBezTo>
                  <a:cubicBezTo>
                    <a:pt x="29655" y="17501"/>
                    <a:pt x="9081" y="-3644"/>
                    <a:pt x="2604" y="547"/>
                  </a:cubicBezTo>
                  <a:cubicBezTo>
                    <a:pt x="-9112" y="8167"/>
                    <a:pt x="22226" y="26169"/>
                    <a:pt x="26988" y="29693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15" name="Forme libre : forme 2714">
              <a:extLst>
                <a:ext uri="{FF2B5EF4-FFF2-40B4-BE49-F238E27FC236}">
                  <a16:creationId xmlns:a16="http://schemas.microsoft.com/office/drawing/2014/main" id="{7C0F0F71-F613-4300-AE41-693C5262C9FD}"/>
                </a:ext>
              </a:extLst>
            </p:cNvPr>
            <p:cNvSpPr/>
            <p:nvPr/>
          </p:nvSpPr>
          <p:spPr>
            <a:xfrm>
              <a:off x="6674291" y="4194826"/>
              <a:ext cx="166687" cy="60959"/>
            </a:xfrm>
            <a:custGeom>
              <a:avLst/>
              <a:gdLst>
                <a:gd name="connsiteX0" fmla="*/ 68580 w 166687"/>
                <a:gd name="connsiteY0" fmla="*/ 30099 h 60959"/>
                <a:gd name="connsiteX1" fmla="*/ 117634 w 166687"/>
                <a:gd name="connsiteY1" fmla="*/ 42386 h 60959"/>
                <a:gd name="connsiteX2" fmla="*/ 147733 w 166687"/>
                <a:gd name="connsiteY2" fmla="*/ 55626 h 60959"/>
                <a:gd name="connsiteX3" fmla="*/ 166688 w 166687"/>
                <a:gd name="connsiteY3" fmla="*/ 60865 h 60959"/>
                <a:gd name="connsiteX4" fmla="*/ 49816 w 166687"/>
                <a:gd name="connsiteY4" fmla="*/ 7715 h 60959"/>
                <a:gd name="connsiteX5" fmla="*/ 0 w 166687"/>
                <a:gd name="connsiteY5" fmla="*/ 0 h 60959"/>
                <a:gd name="connsiteX6" fmla="*/ 68580 w 166687"/>
                <a:gd name="connsiteY6" fmla="*/ 30099 h 6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687" h="60959">
                  <a:moveTo>
                    <a:pt x="68580" y="30099"/>
                  </a:moveTo>
                  <a:cubicBezTo>
                    <a:pt x="84487" y="35814"/>
                    <a:pt x="101632" y="37147"/>
                    <a:pt x="117634" y="42386"/>
                  </a:cubicBezTo>
                  <a:cubicBezTo>
                    <a:pt x="128111" y="45815"/>
                    <a:pt x="137922" y="50768"/>
                    <a:pt x="147733" y="55626"/>
                  </a:cubicBezTo>
                  <a:cubicBezTo>
                    <a:pt x="153638" y="58579"/>
                    <a:pt x="160020" y="61531"/>
                    <a:pt x="166688" y="60865"/>
                  </a:cubicBezTo>
                  <a:cubicBezTo>
                    <a:pt x="130588" y="37528"/>
                    <a:pt x="91821" y="17240"/>
                    <a:pt x="49816" y="7715"/>
                  </a:cubicBezTo>
                  <a:cubicBezTo>
                    <a:pt x="33528" y="4000"/>
                    <a:pt x="16669" y="1524"/>
                    <a:pt x="0" y="0"/>
                  </a:cubicBezTo>
                  <a:cubicBezTo>
                    <a:pt x="24765" y="6953"/>
                    <a:pt x="44767" y="21526"/>
                    <a:pt x="68580" y="30099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16" name="Forme libre : forme 2715">
              <a:extLst>
                <a:ext uri="{FF2B5EF4-FFF2-40B4-BE49-F238E27FC236}">
                  <a16:creationId xmlns:a16="http://schemas.microsoft.com/office/drawing/2014/main" id="{CA59D1A2-594E-4143-A2BF-4089137D7638}"/>
                </a:ext>
              </a:extLst>
            </p:cNvPr>
            <p:cNvSpPr/>
            <p:nvPr/>
          </p:nvSpPr>
          <p:spPr>
            <a:xfrm>
              <a:off x="6629458" y="4322274"/>
              <a:ext cx="166593" cy="59661"/>
            </a:xfrm>
            <a:custGeom>
              <a:avLst/>
              <a:gdLst>
                <a:gd name="connsiteX0" fmla="*/ 68265 w 166593"/>
                <a:gd name="connsiteY0" fmla="*/ 25714 h 59661"/>
                <a:gd name="connsiteX1" fmla="*/ 110747 w 166593"/>
                <a:gd name="connsiteY1" fmla="*/ 40097 h 59661"/>
                <a:gd name="connsiteX2" fmla="*/ 134178 w 166593"/>
                <a:gd name="connsiteY2" fmla="*/ 51526 h 59661"/>
                <a:gd name="connsiteX3" fmla="*/ 161991 w 166593"/>
                <a:gd name="connsiteY3" fmla="*/ 59527 h 59661"/>
                <a:gd name="connsiteX4" fmla="*/ 165706 w 166593"/>
                <a:gd name="connsiteY4" fmla="*/ 59051 h 59661"/>
                <a:gd name="connsiteX5" fmla="*/ 163706 w 166593"/>
                <a:gd name="connsiteY5" fmla="*/ 52384 h 59661"/>
                <a:gd name="connsiteX6" fmla="*/ 127415 w 166593"/>
                <a:gd name="connsiteY6" fmla="*/ 35524 h 59661"/>
                <a:gd name="connsiteX7" fmla="*/ 97793 w 166593"/>
                <a:gd name="connsiteY7" fmla="*/ 25999 h 59661"/>
                <a:gd name="connsiteX8" fmla="*/ 73790 w 166593"/>
                <a:gd name="connsiteY8" fmla="*/ 19046 h 59661"/>
                <a:gd name="connsiteX9" fmla="*/ 24926 w 166593"/>
                <a:gd name="connsiteY9" fmla="*/ 8664 h 59661"/>
                <a:gd name="connsiteX10" fmla="*/ 1685 w 166593"/>
                <a:gd name="connsiteY10" fmla="*/ 472 h 59661"/>
                <a:gd name="connsiteX11" fmla="*/ 11972 w 166593"/>
                <a:gd name="connsiteY11" fmla="*/ 10188 h 59661"/>
                <a:gd name="connsiteX12" fmla="*/ 68265 w 166593"/>
                <a:gd name="connsiteY12" fmla="*/ 25714 h 5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593" h="59661">
                  <a:moveTo>
                    <a:pt x="68265" y="25714"/>
                  </a:moveTo>
                  <a:cubicBezTo>
                    <a:pt x="82648" y="29714"/>
                    <a:pt x="97126" y="33810"/>
                    <a:pt x="110747" y="40097"/>
                  </a:cubicBezTo>
                  <a:cubicBezTo>
                    <a:pt x="118652" y="43716"/>
                    <a:pt x="126177" y="48097"/>
                    <a:pt x="134178" y="51526"/>
                  </a:cubicBezTo>
                  <a:cubicBezTo>
                    <a:pt x="143036" y="55336"/>
                    <a:pt x="152466" y="58099"/>
                    <a:pt x="161991" y="59527"/>
                  </a:cubicBezTo>
                  <a:cubicBezTo>
                    <a:pt x="163229" y="59718"/>
                    <a:pt x="164658" y="59813"/>
                    <a:pt x="165706" y="59051"/>
                  </a:cubicBezTo>
                  <a:cubicBezTo>
                    <a:pt x="167801" y="57337"/>
                    <a:pt x="165801" y="54098"/>
                    <a:pt x="163706" y="52384"/>
                  </a:cubicBezTo>
                  <a:cubicBezTo>
                    <a:pt x="153228" y="43906"/>
                    <a:pt x="140179" y="39620"/>
                    <a:pt x="127415" y="35524"/>
                  </a:cubicBezTo>
                  <a:cubicBezTo>
                    <a:pt x="117509" y="32381"/>
                    <a:pt x="107699" y="29143"/>
                    <a:pt x="97793" y="25999"/>
                  </a:cubicBezTo>
                  <a:cubicBezTo>
                    <a:pt x="89887" y="23428"/>
                    <a:pt x="81886" y="20856"/>
                    <a:pt x="73790" y="19046"/>
                  </a:cubicBezTo>
                  <a:cubicBezTo>
                    <a:pt x="57502" y="15331"/>
                    <a:pt x="40547" y="14474"/>
                    <a:pt x="24926" y="8664"/>
                  </a:cubicBezTo>
                  <a:cubicBezTo>
                    <a:pt x="21116" y="7235"/>
                    <a:pt x="5019" y="-2195"/>
                    <a:pt x="1685" y="472"/>
                  </a:cubicBezTo>
                  <a:cubicBezTo>
                    <a:pt x="-4982" y="5806"/>
                    <a:pt x="10163" y="9617"/>
                    <a:pt x="11972" y="10188"/>
                  </a:cubicBezTo>
                  <a:cubicBezTo>
                    <a:pt x="30737" y="15236"/>
                    <a:pt x="49501" y="20475"/>
                    <a:pt x="68265" y="25714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17" name="Forme libre : forme 2716">
              <a:extLst>
                <a:ext uri="{FF2B5EF4-FFF2-40B4-BE49-F238E27FC236}">
                  <a16:creationId xmlns:a16="http://schemas.microsoft.com/office/drawing/2014/main" id="{4433A666-62B9-48F6-8911-E687CB179B78}"/>
                </a:ext>
              </a:extLst>
            </p:cNvPr>
            <p:cNvSpPr/>
            <p:nvPr/>
          </p:nvSpPr>
          <p:spPr>
            <a:xfrm>
              <a:off x="6586126" y="4464252"/>
              <a:ext cx="174366" cy="34040"/>
            </a:xfrm>
            <a:custGeom>
              <a:avLst/>
              <a:gdLst>
                <a:gd name="connsiteX0" fmla="*/ 92356 w 174366"/>
                <a:gd name="connsiteY0" fmla="*/ 18610 h 34040"/>
                <a:gd name="connsiteX1" fmla="*/ 116264 w 174366"/>
                <a:gd name="connsiteY1" fmla="*/ 18229 h 34040"/>
                <a:gd name="connsiteX2" fmla="*/ 174367 w 174366"/>
                <a:gd name="connsiteY2" fmla="*/ 34040 h 34040"/>
                <a:gd name="connsiteX3" fmla="*/ 137505 w 174366"/>
                <a:gd name="connsiteY3" fmla="*/ 16038 h 34040"/>
                <a:gd name="connsiteX4" fmla="*/ 36540 w 174366"/>
                <a:gd name="connsiteY4" fmla="*/ 4037 h 34040"/>
                <a:gd name="connsiteX5" fmla="*/ 1869 w 174366"/>
                <a:gd name="connsiteY5" fmla="*/ 2036 h 34040"/>
                <a:gd name="connsiteX6" fmla="*/ 21871 w 174366"/>
                <a:gd name="connsiteY6" fmla="*/ 12419 h 34040"/>
                <a:gd name="connsiteX7" fmla="*/ 92356 w 174366"/>
                <a:gd name="connsiteY7" fmla="*/ 18610 h 34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366" h="34040">
                  <a:moveTo>
                    <a:pt x="92356" y="18610"/>
                  </a:moveTo>
                  <a:cubicBezTo>
                    <a:pt x="100358" y="18324"/>
                    <a:pt x="108263" y="17848"/>
                    <a:pt x="116264" y="18229"/>
                  </a:cubicBezTo>
                  <a:cubicBezTo>
                    <a:pt x="136362" y="19372"/>
                    <a:pt x="155602" y="26706"/>
                    <a:pt x="174367" y="34040"/>
                  </a:cubicBezTo>
                  <a:cubicBezTo>
                    <a:pt x="163127" y="26230"/>
                    <a:pt x="150649" y="20039"/>
                    <a:pt x="137505" y="16038"/>
                  </a:cubicBezTo>
                  <a:cubicBezTo>
                    <a:pt x="105025" y="5942"/>
                    <a:pt x="70163" y="8513"/>
                    <a:pt x="36540" y="4037"/>
                  </a:cubicBezTo>
                  <a:cubicBezTo>
                    <a:pt x="28825" y="2989"/>
                    <a:pt x="8537" y="-3107"/>
                    <a:pt x="1869" y="2036"/>
                  </a:cubicBezTo>
                  <a:cubicBezTo>
                    <a:pt x="-6894" y="8704"/>
                    <a:pt x="17776" y="11561"/>
                    <a:pt x="21871" y="12419"/>
                  </a:cubicBezTo>
                  <a:cubicBezTo>
                    <a:pt x="45017" y="17181"/>
                    <a:pt x="68735" y="19277"/>
                    <a:pt x="92356" y="18610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18" name="Forme libre : forme 2717">
              <a:extLst>
                <a:ext uri="{FF2B5EF4-FFF2-40B4-BE49-F238E27FC236}">
                  <a16:creationId xmlns:a16="http://schemas.microsoft.com/office/drawing/2014/main" id="{6B16C152-C4B5-4728-BFDD-6C9E81BAA0A4}"/>
                </a:ext>
              </a:extLst>
            </p:cNvPr>
            <p:cNvSpPr/>
            <p:nvPr/>
          </p:nvSpPr>
          <p:spPr>
            <a:xfrm>
              <a:off x="6560256" y="4606143"/>
              <a:ext cx="179186" cy="26653"/>
            </a:xfrm>
            <a:custGeom>
              <a:avLst/>
              <a:gdLst>
                <a:gd name="connsiteX0" fmla="*/ 123656 w 179186"/>
                <a:gd name="connsiteY0" fmla="*/ 22547 h 26653"/>
                <a:gd name="connsiteX1" fmla="*/ 152612 w 179186"/>
                <a:gd name="connsiteY1" fmla="*/ 26642 h 26653"/>
                <a:gd name="connsiteX2" fmla="*/ 179187 w 179186"/>
                <a:gd name="connsiteY2" fmla="*/ 16260 h 26653"/>
                <a:gd name="connsiteX3" fmla="*/ 55076 w 179186"/>
                <a:gd name="connsiteY3" fmla="*/ 5783 h 26653"/>
                <a:gd name="connsiteX4" fmla="*/ 18976 w 179186"/>
                <a:gd name="connsiteY4" fmla="*/ 925 h 26653"/>
                <a:gd name="connsiteX5" fmla="*/ 1260 w 179186"/>
                <a:gd name="connsiteY5" fmla="*/ 1115 h 26653"/>
                <a:gd name="connsiteX6" fmla="*/ 6498 w 179186"/>
                <a:gd name="connsiteY6" fmla="*/ 6735 h 26653"/>
                <a:gd name="connsiteX7" fmla="*/ 81174 w 179186"/>
                <a:gd name="connsiteY7" fmla="*/ 15117 h 26653"/>
                <a:gd name="connsiteX8" fmla="*/ 123656 w 179186"/>
                <a:gd name="connsiteY8" fmla="*/ 22547 h 2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9186" h="26653">
                  <a:moveTo>
                    <a:pt x="123656" y="22547"/>
                  </a:moveTo>
                  <a:cubicBezTo>
                    <a:pt x="133181" y="24547"/>
                    <a:pt x="142896" y="26833"/>
                    <a:pt x="152612" y="26642"/>
                  </a:cubicBezTo>
                  <a:cubicBezTo>
                    <a:pt x="162423" y="26452"/>
                    <a:pt x="172519" y="23404"/>
                    <a:pt x="179187" y="16260"/>
                  </a:cubicBezTo>
                  <a:cubicBezTo>
                    <a:pt x="137658" y="14260"/>
                    <a:pt x="96129" y="12260"/>
                    <a:pt x="55076" y="5783"/>
                  </a:cubicBezTo>
                  <a:cubicBezTo>
                    <a:pt x="43074" y="3878"/>
                    <a:pt x="31073" y="1687"/>
                    <a:pt x="18976" y="925"/>
                  </a:cubicBezTo>
                  <a:cubicBezTo>
                    <a:pt x="15833" y="734"/>
                    <a:pt x="3641" y="-1171"/>
                    <a:pt x="1260" y="1115"/>
                  </a:cubicBezTo>
                  <a:cubicBezTo>
                    <a:pt x="-2741" y="5116"/>
                    <a:pt x="3831" y="6354"/>
                    <a:pt x="6498" y="6735"/>
                  </a:cubicBezTo>
                  <a:cubicBezTo>
                    <a:pt x="31263" y="10259"/>
                    <a:pt x="56409" y="11593"/>
                    <a:pt x="81174" y="15117"/>
                  </a:cubicBezTo>
                  <a:cubicBezTo>
                    <a:pt x="95462" y="17117"/>
                    <a:pt x="109559" y="19594"/>
                    <a:pt x="123656" y="22547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19" name="Forme libre : forme 2718">
              <a:extLst>
                <a:ext uri="{FF2B5EF4-FFF2-40B4-BE49-F238E27FC236}">
                  <a16:creationId xmlns:a16="http://schemas.microsoft.com/office/drawing/2014/main" id="{3832C14E-1C9B-4C7F-8A59-17B4F931B056}"/>
                </a:ext>
              </a:extLst>
            </p:cNvPr>
            <p:cNvSpPr/>
            <p:nvPr/>
          </p:nvSpPr>
          <p:spPr>
            <a:xfrm>
              <a:off x="6566273" y="4929966"/>
              <a:ext cx="177931" cy="30131"/>
            </a:xfrm>
            <a:custGeom>
              <a:avLst/>
              <a:gdLst>
                <a:gd name="connsiteX0" fmla="*/ 156596 w 177931"/>
                <a:gd name="connsiteY0" fmla="*/ 9430 h 30131"/>
                <a:gd name="connsiteX1" fmla="*/ 177932 w 177931"/>
                <a:gd name="connsiteY1" fmla="*/ 0 h 30131"/>
                <a:gd name="connsiteX2" fmla="*/ 28961 w 177931"/>
                <a:gd name="connsiteY2" fmla="*/ 14383 h 30131"/>
                <a:gd name="connsiteX3" fmla="*/ 5 w 177931"/>
                <a:gd name="connsiteY3" fmla="*/ 25146 h 30131"/>
                <a:gd name="connsiteX4" fmla="*/ 27818 w 177931"/>
                <a:gd name="connsiteY4" fmla="*/ 26956 h 30131"/>
                <a:gd name="connsiteX5" fmla="*/ 110876 w 177931"/>
                <a:gd name="connsiteY5" fmla="*/ 15716 h 30131"/>
                <a:gd name="connsiteX6" fmla="*/ 156596 w 177931"/>
                <a:gd name="connsiteY6" fmla="*/ 9430 h 3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931" h="30131">
                  <a:moveTo>
                    <a:pt x="156596" y="9430"/>
                  </a:moveTo>
                  <a:cubicBezTo>
                    <a:pt x="164597" y="8382"/>
                    <a:pt x="173550" y="6668"/>
                    <a:pt x="177932" y="0"/>
                  </a:cubicBezTo>
                  <a:cubicBezTo>
                    <a:pt x="127925" y="190"/>
                    <a:pt x="78014" y="5048"/>
                    <a:pt x="28961" y="14383"/>
                  </a:cubicBezTo>
                  <a:cubicBezTo>
                    <a:pt x="22960" y="15526"/>
                    <a:pt x="386" y="17145"/>
                    <a:pt x="5" y="25146"/>
                  </a:cubicBezTo>
                  <a:cubicBezTo>
                    <a:pt x="-376" y="34766"/>
                    <a:pt x="22674" y="27622"/>
                    <a:pt x="27818" y="26956"/>
                  </a:cubicBezTo>
                  <a:cubicBezTo>
                    <a:pt x="55535" y="23241"/>
                    <a:pt x="83158" y="19431"/>
                    <a:pt x="110876" y="15716"/>
                  </a:cubicBezTo>
                  <a:cubicBezTo>
                    <a:pt x="126020" y="13526"/>
                    <a:pt x="141260" y="11430"/>
                    <a:pt x="156596" y="9430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20" name="Forme libre : forme 2719">
              <a:extLst>
                <a:ext uri="{FF2B5EF4-FFF2-40B4-BE49-F238E27FC236}">
                  <a16:creationId xmlns:a16="http://schemas.microsoft.com/office/drawing/2014/main" id="{2FB39E80-D789-489C-B2B7-C9E567253107}"/>
                </a:ext>
              </a:extLst>
            </p:cNvPr>
            <p:cNvSpPr/>
            <p:nvPr/>
          </p:nvSpPr>
          <p:spPr>
            <a:xfrm>
              <a:off x="6608884" y="5069900"/>
              <a:ext cx="157323" cy="74953"/>
            </a:xfrm>
            <a:custGeom>
              <a:avLst/>
              <a:gdLst>
                <a:gd name="connsiteX0" fmla="*/ 65312 w 157323"/>
                <a:gd name="connsiteY0" fmla="*/ 55137 h 74953"/>
                <a:gd name="connsiteX1" fmla="*/ 90934 w 157323"/>
                <a:gd name="connsiteY1" fmla="*/ 44469 h 74953"/>
                <a:gd name="connsiteX2" fmla="*/ 139798 w 157323"/>
                <a:gd name="connsiteY2" fmla="*/ 15323 h 74953"/>
                <a:gd name="connsiteX3" fmla="*/ 157324 w 157323"/>
                <a:gd name="connsiteY3" fmla="*/ 845 h 74953"/>
                <a:gd name="connsiteX4" fmla="*/ 132082 w 157323"/>
                <a:gd name="connsiteY4" fmla="*/ 7322 h 74953"/>
                <a:gd name="connsiteX5" fmla="*/ 53215 w 157323"/>
                <a:gd name="connsiteY5" fmla="*/ 44850 h 74953"/>
                <a:gd name="connsiteX6" fmla="*/ 12544 w 157323"/>
                <a:gd name="connsiteY6" fmla="*/ 63233 h 74953"/>
                <a:gd name="connsiteX7" fmla="*/ 161 w 157323"/>
                <a:gd name="connsiteY7" fmla="*/ 73044 h 74953"/>
                <a:gd name="connsiteX8" fmla="*/ 15973 w 157323"/>
                <a:gd name="connsiteY8" fmla="*/ 71711 h 74953"/>
                <a:gd name="connsiteX9" fmla="*/ 65312 w 157323"/>
                <a:gd name="connsiteY9" fmla="*/ 55137 h 74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323" h="74953">
                  <a:moveTo>
                    <a:pt x="65312" y="55137"/>
                  </a:moveTo>
                  <a:cubicBezTo>
                    <a:pt x="73980" y="51899"/>
                    <a:pt x="82648" y="48660"/>
                    <a:pt x="90934" y="44469"/>
                  </a:cubicBezTo>
                  <a:cubicBezTo>
                    <a:pt x="107794" y="35706"/>
                    <a:pt x="122367" y="22848"/>
                    <a:pt x="139798" y="15323"/>
                  </a:cubicBezTo>
                  <a:cubicBezTo>
                    <a:pt x="147037" y="12180"/>
                    <a:pt x="155895" y="8655"/>
                    <a:pt x="157324" y="845"/>
                  </a:cubicBezTo>
                  <a:cubicBezTo>
                    <a:pt x="148846" y="-2013"/>
                    <a:pt x="139893" y="2940"/>
                    <a:pt x="132082" y="7322"/>
                  </a:cubicBezTo>
                  <a:cubicBezTo>
                    <a:pt x="106746" y="21800"/>
                    <a:pt x="79885" y="33230"/>
                    <a:pt x="53215" y="44850"/>
                  </a:cubicBezTo>
                  <a:cubicBezTo>
                    <a:pt x="39595" y="50756"/>
                    <a:pt x="25974" y="56757"/>
                    <a:pt x="12544" y="63233"/>
                  </a:cubicBezTo>
                  <a:cubicBezTo>
                    <a:pt x="9591" y="64662"/>
                    <a:pt x="-1458" y="67901"/>
                    <a:pt x="161" y="73044"/>
                  </a:cubicBezTo>
                  <a:cubicBezTo>
                    <a:pt x="1685" y="77616"/>
                    <a:pt x="12544" y="72663"/>
                    <a:pt x="15973" y="71711"/>
                  </a:cubicBezTo>
                  <a:cubicBezTo>
                    <a:pt x="32737" y="67139"/>
                    <a:pt x="49024" y="61138"/>
                    <a:pt x="65312" y="55137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21" name="Forme libre : forme 2720">
              <a:extLst>
                <a:ext uri="{FF2B5EF4-FFF2-40B4-BE49-F238E27FC236}">
                  <a16:creationId xmlns:a16="http://schemas.microsoft.com/office/drawing/2014/main" id="{1C3E6A11-9820-4FFD-886C-D6907081CC97}"/>
                </a:ext>
              </a:extLst>
            </p:cNvPr>
            <p:cNvSpPr/>
            <p:nvPr/>
          </p:nvSpPr>
          <p:spPr>
            <a:xfrm>
              <a:off x="6649135" y="5200094"/>
              <a:ext cx="161839" cy="84867"/>
            </a:xfrm>
            <a:custGeom>
              <a:avLst/>
              <a:gdLst>
                <a:gd name="connsiteX0" fmla="*/ 161840 w 161839"/>
                <a:gd name="connsiteY0" fmla="*/ 0 h 84867"/>
                <a:gd name="connsiteX1" fmla="*/ 136408 w 161839"/>
                <a:gd name="connsiteY1" fmla="*/ 22003 h 84867"/>
                <a:gd name="connsiteX2" fmla="*/ 71447 w 161839"/>
                <a:gd name="connsiteY2" fmla="*/ 43244 h 84867"/>
                <a:gd name="connsiteX3" fmla="*/ 10 w 161839"/>
                <a:gd name="connsiteY3" fmla="*/ 84868 h 84867"/>
                <a:gd name="connsiteX4" fmla="*/ 11059 w 161839"/>
                <a:gd name="connsiteY4" fmla="*/ 71152 h 84867"/>
                <a:gd name="connsiteX5" fmla="*/ 87640 w 161839"/>
                <a:gd name="connsiteY5" fmla="*/ 31337 h 84867"/>
                <a:gd name="connsiteX6" fmla="*/ 156410 w 161839"/>
                <a:gd name="connsiteY6" fmla="*/ 6287 h 8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839" h="84867">
                  <a:moveTo>
                    <a:pt x="161840" y="0"/>
                  </a:moveTo>
                  <a:cubicBezTo>
                    <a:pt x="159649" y="11525"/>
                    <a:pt x="147457" y="18002"/>
                    <a:pt x="136408" y="22003"/>
                  </a:cubicBezTo>
                  <a:cubicBezTo>
                    <a:pt x="115072" y="29909"/>
                    <a:pt x="92783" y="35052"/>
                    <a:pt x="71447" y="43244"/>
                  </a:cubicBezTo>
                  <a:cubicBezTo>
                    <a:pt x="45539" y="53150"/>
                    <a:pt x="21346" y="67247"/>
                    <a:pt x="10" y="84868"/>
                  </a:cubicBezTo>
                  <a:cubicBezTo>
                    <a:pt x="-276" y="78677"/>
                    <a:pt x="5725" y="74295"/>
                    <a:pt x="11059" y="71152"/>
                  </a:cubicBezTo>
                  <a:cubicBezTo>
                    <a:pt x="35729" y="56293"/>
                    <a:pt x="60589" y="41339"/>
                    <a:pt x="87640" y="31337"/>
                  </a:cubicBezTo>
                  <a:cubicBezTo>
                    <a:pt x="110500" y="22860"/>
                    <a:pt x="134884" y="18002"/>
                    <a:pt x="156410" y="6287"/>
                  </a:cubicBezTo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22" name="Forme libre : forme 2721">
              <a:extLst>
                <a:ext uri="{FF2B5EF4-FFF2-40B4-BE49-F238E27FC236}">
                  <a16:creationId xmlns:a16="http://schemas.microsoft.com/office/drawing/2014/main" id="{5B1EA2A9-A322-4BB5-B6DD-F8E13D933E16}"/>
                </a:ext>
              </a:extLst>
            </p:cNvPr>
            <p:cNvSpPr/>
            <p:nvPr/>
          </p:nvSpPr>
          <p:spPr>
            <a:xfrm>
              <a:off x="6817065" y="5474329"/>
              <a:ext cx="145642" cy="121733"/>
            </a:xfrm>
            <a:custGeom>
              <a:avLst/>
              <a:gdLst>
                <a:gd name="connsiteX0" fmla="*/ 145643 w 145642"/>
                <a:gd name="connsiteY0" fmla="*/ 1323 h 121733"/>
                <a:gd name="connsiteX1" fmla="*/ 128212 w 145642"/>
                <a:gd name="connsiteY1" fmla="*/ 2752 h 121733"/>
                <a:gd name="connsiteX2" fmla="*/ 114115 w 145642"/>
                <a:gd name="connsiteY2" fmla="*/ 13992 h 121733"/>
                <a:gd name="connsiteX3" fmla="*/ 49155 w 145642"/>
                <a:gd name="connsiteY3" fmla="*/ 77142 h 121733"/>
                <a:gd name="connsiteX4" fmla="*/ 30486 w 145642"/>
                <a:gd name="connsiteY4" fmla="*/ 93811 h 121733"/>
                <a:gd name="connsiteX5" fmla="*/ 2101 w 145642"/>
                <a:gd name="connsiteY5" fmla="*/ 114957 h 121733"/>
                <a:gd name="connsiteX6" fmla="*/ 6 w 145642"/>
                <a:gd name="connsiteY6" fmla="*/ 118767 h 121733"/>
                <a:gd name="connsiteX7" fmla="*/ 2482 w 145642"/>
                <a:gd name="connsiteY7" fmla="*/ 121719 h 121733"/>
                <a:gd name="connsiteX8" fmla="*/ 4197 w 145642"/>
                <a:gd name="connsiteY8" fmla="*/ 120862 h 121733"/>
                <a:gd name="connsiteX9" fmla="*/ 32867 w 145642"/>
                <a:gd name="connsiteY9" fmla="*/ 98669 h 121733"/>
                <a:gd name="connsiteX10" fmla="*/ 140880 w 145642"/>
                <a:gd name="connsiteY10" fmla="*/ 2752 h 121733"/>
                <a:gd name="connsiteX11" fmla="*/ 137928 w 145642"/>
                <a:gd name="connsiteY11" fmla="*/ 4181 h 12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642" h="121733">
                  <a:moveTo>
                    <a:pt x="145643" y="1323"/>
                  </a:moveTo>
                  <a:cubicBezTo>
                    <a:pt x="140118" y="-1058"/>
                    <a:pt x="133641" y="-10"/>
                    <a:pt x="128212" y="2752"/>
                  </a:cubicBezTo>
                  <a:cubicBezTo>
                    <a:pt x="122878" y="5514"/>
                    <a:pt x="118497" y="9801"/>
                    <a:pt x="114115" y="13992"/>
                  </a:cubicBezTo>
                  <a:cubicBezTo>
                    <a:pt x="92493" y="35042"/>
                    <a:pt x="70872" y="56092"/>
                    <a:pt x="49155" y="77142"/>
                  </a:cubicBezTo>
                  <a:cubicBezTo>
                    <a:pt x="43154" y="82952"/>
                    <a:pt x="37153" y="88763"/>
                    <a:pt x="30486" y="93811"/>
                  </a:cubicBezTo>
                  <a:cubicBezTo>
                    <a:pt x="20961" y="100860"/>
                    <a:pt x="10102" y="106289"/>
                    <a:pt x="2101" y="114957"/>
                  </a:cubicBezTo>
                  <a:cubicBezTo>
                    <a:pt x="1053" y="116004"/>
                    <a:pt x="101" y="117243"/>
                    <a:pt x="6" y="118767"/>
                  </a:cubicBezTo>
                  <a:cubicBezTo>
                    <a:pt x="-90" y="120195"/>
                    <a:pt x="1053" y="121910"/>
                    <a:pt x="2482" y="121719"/>
                  </a:cubicBezTo>
                  <a:cubicBezTo>
                    <a:pt x="3149" y="121624"/>
                    <a:pt x="3625" y="121243"/>
                    <a:pt x="4197" y="120862"/>
                  </a:cubicBezTo>
                  <a:cubicBezTo>
                    <a:pt x="13912" y="113623"/>
                    <a:pt x="23628" y="106384"/>
                    <a:pt x="32867" y="98669"/>
                  </a:cubicBezTo>
                  <a:cubicBezTo>
                    <a:pt x="69919" y="67713"/>
                    <a:pt x="100209" y="28660"/>
                    <a:pt x="140880" y="2752"/>
                  </a:cubicBezTo>
                  <a:cubicBezTo>
                    <a:pt x="139928" y="3228"/>
                    <a:pt x="138880" y="3705"/>
                    <a:pt x="137928" y="4181"/>
                  </a:cubicBezTo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23" name="Forme libre : forme 2722">
              <a:extLst>
                <a:ext uri="{FF2B5EF4-FFF2-40B4-BE49-F238E27FC236}">
                  <a16:creationId xmlns:a16="http://schemas.microsoft.com/office/drawing/2014/main" id="{888F2FBB-D9D3-480C-9CD2-0FE790E85AA1}"/>
                </a:ext>
              </a:extLst>
            </p:cNvPr>
            <p:cNvSpPr/>
            <p:nvPr/>
          </p:nvSpPr>
          <p:spPr>
            <a:xfrm>
              <a:off x="6915845" y="5578330"/>
              <a:ext cx="128453" cy="129256"/>
            </a:xfrm>
            <a:custGeom>
              <a:avLst/>
              <a:gdLst>
                <a:gd name="connsiteX0" fmla="*/ 116015 w 128453"/>
                <a:gd name="connsiteY0" fmla="*/ 9622 h 129256"/>
                <a:gd name="connsiteX1" fmla="*/ 93154 w 128453"/>
                <a:gd name="connsiteY1" fmla="*/ 35721 h 129256"/>
                <a:gd name="connsiteX2" fmla="*/ 17812 w 128453"/>
                <a:gd name="connsiteY2" fmla="*/ 97157 h 129256"/>
                <a:gd name="connsiteX3" fmla="*/ 0 w 128453"/>
                <a:gd name="connsiteY3" fmla="*/ 129257 h 129256"/>
                <a:gd name="connsiteX4" fmla="*/ 85344 w 128453"/>
                <a:gd name="connsiteY4" fmla="*/ 54104 h 129256"/>
                <a:gd name="connsiteX5" fmla="*/ 120110 w 128453"/>
                <a:gd name="connsiteY5" fmla="*/ 22672 h 129256"/>
                <a:gd name="connsiteX6" fmla="*/ 128016 w 128453"/>
                <a:gd name="connsiteY6" fmla="*/ 3907 h 129256"/>
                <a:gd name="connsiteX7" fmla="*/ 116015 w 128453"/>
                <a:gd name="connsiteY7" fmla="*/ 9622 h 129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453" h="129256">
                  <a:moveTo>
                    <a:pt x="116015" y="9622"/>
                  </a:moveTo>
                  <a:cubicBezTo>
                    <a:pt x="110585" y="19909"/>
                    <a:pt x="102013" y="28196"/>
                    <a:pt x="93154" y="35721"/>
                  </a:cubicBezTo>
                  <a:cubicBezTo>
                    <a:pt x="68390" y="56676"/>
                    <a:pt x="39815" y="73345"/>
                    <a:pt x="17812" y="97157"/>
                  </a:cubicBezTo>
                  <a:cubicBezTo>
                    <a:pt x="9334" y="106301"/>
                    <a:pt x="1715" y="116969"/>
                    <a:pt x="0" y="129257"/>
                  </a:cubicBezTo>
                  <a:cubicBezTo>
                    <a:pt x="23717" y="99538"/>
                    <a:pt x="54769" y="76774"/>
                    <a:pt x="85344" y="54104"/>
                  </a:cubicBezTo>
                  <a:cubicBezTo>
                    <a:pt x="97917" y="44865"/>
                    <a:pt x="110681" y="35245"/>
                    <a:pt x="120110" y="22672"/>
                  </a:cubicBezTo>
                  <a:cubicBezTo>
                    <a:pt x="123634" y="18004"/>
                    <a:pt x="130207" y="10194"/>
                    <a:pt x="128016" y="3907"/>
                  </a:cubicBezTo>
                  <a:cubicBezTo>
                    <a:pt x="124682" y="-5903"/>
                    <a:pt x="118300" y="5336"/>
                    <a:pt x="116015" y="9622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24" name="Forme libre : forme 2723">
              <a:extLst>
                <a:ext uri="{FF2B5EF4-FFF2-40B4-BE49-F238E27FC236}">
                  <a16:creationId xmlns:a16="http://schemas.microsoft.com/office/drawing/2014/main" id="{050DF530-7D6C-4B7A-B566-CED5E8C944B5}"/>
                </a:ext>
              </a:extLst>
            </p:cNvPr>
            <p:cNvSpPr/>
            <p:nvPr/>
          </p:nvSpPr>
          <p:spPr>
            <a:xfrm>
              <a:off x="7018620" y="5676549"/>
              <a:ext cx="107490" cy="138130"/>
            </a:xfrm>
            <a:custGeom>
              <a:avLst/>
              <a:gdLst>
                <a:gd name="connsiteX0" fmla="*/ 80486 w 107490"/>
                <a:gd name="connsiteY0" fmla="*/ 33038 h 138130"/>
                <a:gd name="connsiteX1" fmla="*/ 0 w 107490"/>
                <a:gd name="connsiteY1" fmla="*/ 137908 h 138130"/>
                <a:gd name="connsiteX2" fmla="*/ 17145 w 107490"/>
                <a:gd name="connsiteY2" fmla="*/ 128383 h 138130"/>
                <a:gd name="connsiteX3" fmla="*/ 71247 w 107490"/>
                <a:gd name="connsiteY3" fmla="*/ 60755 h 138130"/>
                <a:gd name="connsiteX4" fmla="*/ 97155 w 107490"/>
                <a:gd name="connsiteY4" fmla="*/ 25322 h 138130"/>
                <a:gd name="connsiteX5" fmla="*/ 103060 w 107490"/>
                <a:gd name="connsiteY5" fmla="*/ 81 h 138130"/>
                <a:gd name="connsiteX6" fmla="*/ 93726 w 107490"/>
                <a:gd name="connsiteY6" fmla="*/ 13416 h 138130"/>
                <a:gd name="connsiteX7" fmla="*/ 80486 w 107490"/>
                <a:gd name="connsiteY7" fmla="*/ 33038 h 138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0" h="138130">
                  <a:moveTo>
                    <a:pt x="80486" y="33038"/>
                  </a:moveTo>
                  <a:cubicBezTo>
                    <a:pt x="53626" y="67994"/>
                    <a:pt x="26860" y="102951"/>
                    <a:pt x="0" y="137908"/>
                  </a:cubicBezTo>
                  <a:cubicBezTo>
                    <a:pt x="6763" y="139337"/>
                    <a:pt x="12668" y="133622"/>
                    <a:pt x="17145" y="128383"/>
                  </a:cubicBezTo>
                  <a:cubicBezTo>
                    <a:pt x="35814" y="106380"/>
                    <a:pt x="53816" y="83806"/>
                    <a:pt x="71247" y="60755"/>
                  </a:cubicBezTo>
                  <a:cubicBezTo>
                    <a:pt x="80105" y="49040"/>
                    <a:pt x="88678" y="37229"/>
                    <a:pt x="97155" y="25322"/>
                  </a:cubicBezTo>
                  <a:cubicBezTo>
                    <a:pt x="99346" y="22274"/>
                    <a:pt x="114967" y="2843"/>
                    <a:pt x="103060" y="81"/>
                  </a:cubicBezTo>
                  <a:cubicBezTo>
                    <a:pt x="98203" y="-1062"/>
                    <a:pt x="95345" y="10178"/>
                    <a:pt x="93726" y="13416"/>
                  </a:cubicBezTo>
                  <a:cubicBezTo>
                    <a:pt x="90106" y="20465"/>
                    <a:pt x="85249" y="26751"/>
                    <a:pt x="80486" y="33038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25" name="Forme libre : forme 2724">
              <a:extLst>
                <a:ext uri="{FF2B5EF4-FFF2-40B4-BE49-F238E27FC236}">
                  <a16:creationId xmlns:a16="http://schemas.microsoft.com/office/drawing/2014/main" id="{9340BC36-6AF8-4B77-9115-2AFE9FD98E7B}"/>
                </a:ext>
              </a:extLst>
            </p:cNvPr>
            <p:cNvSpPr/>
            <p:nvPr/>
          </p:nvSpPr>
          <p:spPr>
            <a:xfrm>
              <a:off x="7135873" y="5755351"/>
              <a:ext cx="104318" cy="141134"/>
            </a:xfrm>
            <a:custGeom>
              <a:avLst/>
              <a:gdLst>
                <a:gd name="connsiteX0" fmla="*/ 56102 w 104318"/>
                <a:gd name="connsiteY0" fmla="*/ 60249 h 141134"/>
                <a:gd name="connsiteX1" fmla="*/ 41910 w 104318"/>
                <a:gd name="connsiteY1" fmla="*/ 73774 h 141134"/>
                <a:gd name="connsiteX2" fmla="*/ 20764 w 104318"/>
                <a:gd name="connsiteY2" fmla="*/ 103683 h 141134"/>
                <a:gd name="connsiteX3" fmla="*/ 0 w 104318"/>
                <a:gd name="connsiteY3" fmla="*/ 141116 h 141134"/>
                <a:gd name="connsiteX4" fmla="*/ 7429 w 104318"/>
                <a:gd name="connsiteY4" fmla="*/ 135592 h 141134"/>
                <a:gd name="connsiteX5" fmla="*/ 72009 w 104318"/>
                <a:gd name="connsiteY5" fmla="*/ 52343 h 141134"/>
                <a:gd name="connsiteX6" fmla="*/ 93821 w 104318"/>
                <a:gd name="connsiteY6" fmla="*/ 26435 h 141134"/>
                <a:gd name="connsiteX7" fmla="*/ 103537 w 104318"/>
                <a:gd name="connsiteY7" fmla="*/ 1384 h 141134"/>
                <a:gd name="connsiteX8" fmla="*/ 98108 w 104318"/>
                <a:gd name="connsiteY8" fmla="*/ 5385 h 141134"/>
                <a:gd name="connsiteX9" fmla="*/ 91059 w 104318"/>
                <a:gd name="connsiteY9" fmla="*/ 17672 h 141134"/>
                <a:gd name="connsiteX10" fmla="*/ 56102 w 104318"/>
                <a:gd name="connsiteY10" fmla="*/ 60249 h 141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18" h="141134">
                  <a:moveTo>
                    <a:pt x="56102" y="60249"/>
                  </a:moveTo>
                  <a:cubicBezTo>
                    <a:pt x="51340" y="64726"/>
                    <a:pt x="46292" y="68917"/>
                    <a:pt x="41910" y="73774"/>
                  </a:cubicBezTo>
                  <a:cubicBezTo>
                    <a:pt x="33718" y="82823"/>
                    <a:pt x="27908" y="93777"/>
                    <a:pt x="20764" y="103683"/>
                  </a:cubicBezTo>
                  <a:cubicBezTo>
                    <a:pt x="12192" y="115398"/>
                    <a:pt x="1238" y="126733"/>
                    <a:pt x="0" y="141116"/>
                  </a:cubicBezTo>
                  <a:cubicBezTo>
                    <a:pt x="3238" y="141402"/>
                    <a:pt x="5620" y="138354"/>
                    <a:pt x="7429" y="135592"/>
                  </a:cubicBezTo>
                  <a:cubicBezTo>
                    <a:pt x="26670" y="106159"/>
                    <a:pt x="48292" y="78251"/>
                    <a:pt x="72009" y="52343"/>
                  </a:cubicBezTo>
                  <a:cubicBezTo>
                    <a:pt x="79629" y="44056"/>
                    <a:pt x="87535" y="35865"/>
                    <a:pt x="93821" y="26435"/>
                  </a:cubicBezTo>
                  <a:cubicBezTo>
                    <a:pt x="96679" y="22149"/>
                    <a:pt x="107251" y="6623"/>
                    <a:pt x="103537" y="1384"/>
                  </a:cubicBezTo>
                  <a:cubicBezTo>
                    <a:pt x="100679" y="-2521"/>
                    <a:pt x="99536" y="2813"/>
                    <a:pt x="98108" y="5385"/>
                  </a:cubicBezTo>
                  <a:cubicBezTo>
                    <a:pt x="95917" y="9576"/>
                    <a:pt x="93535" y="13671"/>
                    <a:pt x="91059" y="17672"/>
                  </a:cubicBezTo>
                  <a:cubicBezTo>
                    <a:pt x="81343" y="33388"/>
                    <a:pt x="69533" y="47676"/>
                    <a:pt x="56102" y="60249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26" name="Forme libre : forme 2725">
              <a:extLst>
                <a:ext uri="{FF2B5EF4-FFF2-40B4-BE49-F238E27FC236}">
                  <a16:creationId xmlns:a16="http://schemas.microsoft.com/office/drawing/2014/main" id="{D40D9DA2-F4A0-44C2-B123-DDD0117576DE}"/>
                </a:ext>
              </a:extLst>
            </p:cNvPr>
            <p:cNvSpPr/>
            <p:nvPr/>
          </p:nvSpPr>
          <p:spPr>
            <a:xfrm>
              <a:off x="7458580" y="5882847"/>
              <a:ext cx="58483" cy="178654"/>
            </a:xfrm>
            <a:custGeom>
              <a:avLst/>
              <a:gdLst>
                <a:gd name="connsiteX0" fmla="*/ 54007 w 58483"/>
                <a:gd name="connsiteY0" fmla="*/ 0 h 178654"/>
                <a:gd name="connsiteX1" fmla="*/ 40672 w 58483"/>
                <a:gd name="connsiteY1" fmla="*/ 43720 h 178654"/>
                <a:gd name="connsiteX2" fmla="*/ 27146 w 58483"/>
                <a:gd name="connsiteY2" fmla="*/ 85725 h 178654"/>
                <a:gd name="connsiteX3" fmla="*/ 0 w 58483"/>
                <a:gd name="connsiteY3" fmla="*/ 178308 h 178654"/>
                <a:gd name="connsiteX4" fmla="*/ 4382 w 58483"/>
                <a:gd name="connsiteY4" fmla="*/ 175831 h 178654"/>
                <a:gd name="connsiteX5" fmla="*/ 20479 w 58483"/>
                <a:gd name="connsiteY5" fmla="*/ 124206 h 178654"/>
                <a:gd name="connsiteX6" fmla="*/ 41148 w 58483"/>
                <a:gd name="connsiteY6" fmla="*/ 71533 h 178654"/>
                <a:gd name="connsiteX7" fmla="*/ 58484 w 58483"/>
                <a:gd name="connsiteY7" fmla="*/ 7810 h 17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483" h="178654">
                  <a:moveTo>
                    <a:pt x="54007" y="0"/>
                  </a:moveTo>
                  <a:cubicBezTo>
                    <a:pt x="52959" y="15240"/>
                    <a:pt x="46196" y="29432"/>
                    <a:pt x="40672" y="43720"/>
                  </a:cubicBezTo>
                  <a:cubicBezTo>
                    <a:pt x="35433" y="57436"/>
                    <a:pt x="31242" y="71533"/>
                    <a:pt x="27146" y="85725"/>
                  </a:cubicBezTo>
                  <a:cubicBezTo>
                    <a:pt x="18098" y="116586"/>
                    <a:pt x="9049" y="147447"/>
                    <a:pt x="0" y="178308"/>
                  </a:cubicBezTo>
                  <a:cubicBezTo>
                    <a:pt x="1524" y="179451"/>
                    <a:pt x="3524" y="177546"/>
                    <a:pt x="4382" y="175831"/>
                  </a:cubicBezTo>
                  <a:cubicBezTo>
                    <a:pt x="12954" y="159925"/>
                    <a:pt x="15335" y="141541"/>
                    <a:pt x="20479" y="124206"/>
                  </a:cubicBezTo>
                  <a:cubicBezTo>
                    <a:pt x="25813" y="106108"/>
                    <a:pt x="34290" y="89154"/>
                    <a:pt x="41148" y="71533"/>
                  </a:cubicBezTo>
                  <a:cubicBezTo>
                    <a:pt x="49149" y="50959"/>
                    <a:pt x="54959" y="29623"/>
                    <a:pt x="58484" y="7810"/>
                  </a:cubicBezTo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27" name="Forme libre : forme 2726">
              <a:extLst>
                <a:ext uri="{FF2B5EF4-FFF2-40B4-BE49-F238E27FC236}">
                  <a16:creationId xmlns:a16="http://schemas.microsoft.com/office/drawing/2014/main" id="{08F0A218-578F-4A4D-BF62-C5555F4A9DBE}"/>
                </a:ext>
              </a:extLst>
            </p:cNvPr>
            <p:cNvSpPr/>
            <p:nvPr/>
          </p:nvSpPr>
          <p:spPr>
            <a:xfrm>
              <a:off x="7654033" y="5938681"/>
              <a:ext cx="29770" cy="178289"/>
            </a:xfrm>
            <a:custGeom>
              <a:avLst/>
              <a:gdLst>
                <a:gd name="connsiteX0" fmla="*/ 3238 w 29770"/>
                <a:gd name="connsiteY0" fmla="*/ 155525 h 178289"/>
                <a:gd name="connsiteX1" fmla="*/ 0 w 29770"/>
                <a:gd name="connsiteY1" fmla="*/ 178290 h 178289"/>
                <a:gd name="connsiteX2" fmla="*/ 23717 w 29770"/>
                <a:gd name="connsiteY2" fmla="*/ 27509 h 178289"/>
                <a:gd name="connsiteX3" fmla="*/ 25622 w 29770"/>
                <a:gd name="connsiteY3" fmla="*/ 268 h 178289"/>
                <a:gd name="connsiteX4" fmla="*/ 13145 w 29770"/>
                <a:gd name="connsiteY4" fmla="*/ 20270 h 178289"/>
                <a:gd name="connsiteX5" fmla="*/ 9049 w 29770"/>
                <a:gd name="connsiteY5" fmla="*/ 107138 h 178289"/>
                <a:gd name="connsiteX6" fmla="*/ 3238 w 29770"/>
                <a:gd name="connsiteY6" fmla="*/ 155525 h 178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70" h="178289">
                  <a:moveTo>
                    <a:pt x="3238" y="155525"/>
                  </a:moveTo>
                  <a:cubicBezTo>
                    <a:pt x="1905" y="163050"/>
                    <a:pt x="381" y="170670"/>
                    <a:pt x="0" y="178290"/>
                  </a:cubicBezTo>
                  <a:cubicBezTo>
                    <a:pt x="18859" y="130856"/>
                    <a:pt x="10478" y="76849"/>
                    <a:pt x="23717" y="27509"/>
                  </a:cubicBezTo>
                  <a:cubicBezTo>
                    <a:pt x="25337" y="21413"/>
                    <a:pt x="35242" y="2363"/>
                    <a:pt x="25622" y="268"/>
                  </a:cubicBezTo>
                  <a:cubicBezTo>
                    <a:pt x="14002" y="-2209"/>
                    <a:pt x="13621" y="13126"/>
                    <a:pt x="13145" y="20270"/>
                  </a:cubicBezTo>
                  <a:cubicBezTo>
                    <a:pt x="11240" y="49226"/>
                    <a:pt x="11240" y="78182"/>
                    <a:pt x="9049" y="107138"/>
                  </a:cubicBezTo>
                  <a:cubicBezTo>
                    <a:pt x="7811" y="123331"/>
                    <a:pt x="6001" y="139523"/>
                    <a:pt x="3238" y="155525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28" name="Forme libre : forme 2727">
              <a:extLst>
                <a:ext uri="{FF2B5EF4-FFF2-40B4-BE49-F238E27FC236}">
                  <a16:creationId xmlns:a16="http://schemas.microsoft.com/office/drawing/2014/main" id="{EA506DDD-6699-40CE-999C-E3FF9971C069}"/>
                </a:ext>
              </a:extLst>
            </p:cNvPr>
            <p:cNvSpPr/>
            <p:nvPr/>
          </p:nvSpPr>
          <p:spPr>
            <a:xfrm>
              <a:off x="7789545" y="5950537"/>
              <a:ext cx="22708" cy="189389"/>
            </a:xfrm>
            <a:custGeom>
              <a:avLst/>
              <a:gdLst>
                <a:gd name="connsiteX0" fmla="*/ 6315 w 22708"/>
                <a:gd name="connsiteY0" fmla="*/ 78900 h 189389"/>
                <a:gd name="connsiteX1" fmla="*/ 29 w 22708"/>
                <a:gd name="connsiteY1" fmla="*/ 166434 h 189389"/>
                <a:gd name="connsiteX2" fmla="*/ 2410 w 22708"/>
                <a:gd name="connsiteY2" fmla="*/ 189390 h 189389"/>
                <a:gd name="connsiteX3" fmla="*/ 3648 w 22708"/>
                <a:gd name="connsiteY3" fmla="*/ 149194 h 189389"/>
                <a:gd name="connsiteX4" fmla="*/ 12887 w 22708"/>
                <a:gd name="connsiteY4" fmla="*/ 102522 h 189389"/>
                <a:gd name="connsiteX5" fmla="*/ 22603 w 22708"/>
                <a:gd name="connsiteY5" fmla="*/ 24226 h 189389"/>
                <a:gd name="connsiteX6" fmla="*/ 16507 w 22708"/>
                <a:gd name="connsiteY6" fmla="*/ 2605 h 189389"/>
                <a:gd name="connsiteX7" fmla="*/ 16602 w 22708"/>
                <a:gd name="connsiteY7" fmla="*/ 18797 h 189389"/>
                <a:gd name="connsiteX8" fmla="*/ 14888 w 22708"/>
                <a:gd name="connsiteY8" fmla="*/ 37180 h 189389"/>
                <a:gd name="connsiteX9" fmla="*/ 6315 w 22708"/>
                <a:gd name="connsiteY9" fmla="*/ 78900 h 189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8" h="189389">
                  <a:moveTo>
                    <a:pt x="6315" y="78900"/>
                  </a:moveTo>
                  <a:cubicBezTo>
                    <a:pt x="791" y="107665"/>
                    <a:pt x="410" y="137098"/>
                    <a:pt x="29" y="166434"/>
                  </a:cubicBezTo>
                  <a:cubicBezTo>
                    <a:pt x="-67" y="174150"/>
                    <a:pt x="-67" y="182056"/>
                    <a:pt x="2410" y="189390"/>
                  </a:cubicBezTo>
                  <a:cubicBezTo>
                    <a:pt x="2220" y="175959"/>
                    <a:pt x="2124" y="162529"/>
                    <a:pt x="3648" y="149194"/>
                  </a:cubicBezTo>
                  <a:cubicBezTo>
                    <a:pt x="5458" y="133478"/>
                    <a:pt x="9554" y="118048"/>
                    <a:pt x="12887" y="102522"/>
                  </a:cubicBezTo>
                  <a:cubicBezTo>
                    <a:pt x="18317" y="76709"/>
                    <a:pt x="21650" y="50515"/>
                    <a:pt x="22603" y="24226"/>
                  </a:cubicBezTo>
                  <a:cubicBezTo>
                    <a:pt x="22698" y="21369"/>
                    <a:pt x="23746" y="-8921"/>
                    <a:pt x="16507" y="2605"/>
                  </a:cubicBezTo>
                  <a:cubicBezTo>
                    <a:pt x="14221" y="6224"/>
                    <a:pt x="16697" y="14511"/>
                    <a:pt x="16602" y="18797"/>
                  </a:cubicBezTo>
                  <a:cubicBezTo>
                    <a:pt x="16507" y="24988"/>
                    <a:pt x="15840" y="31084"/>
                    <a:pt x="14888" y="37180"/>
                  </a:cubicBezTo>
                  <a:cubicBezTo>
                    <a:pt x="12792" y="51182"/>
                    <a:pt x="8982" y="64898"/>
                    <a:pt x="6315" y="78900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29" name="Forme libre : forme 2728">
              <a:extLst>
                <a:ext uri="{FF2B5EF4-FFF2-40B4-BE49-F238E27FC236}">
                  <a16:creationId xmlns:a16="http://schemas.microsoft.com/office/drawing/2014/main" id="{36BC380B-7413-4954-9893-2DA517C04C39}"/>
                </a:ext>
              </a:extLst>
            </p:cNvPr>
            <p:cNvSpPr/>
            <p:nvPr/>
          </p:nvSpPr>
          <p:spPr>
            <a:xfrm>
              <a:off x="8151415" y="5943874"/>
              <a:ext cx="32061" cy="177669"/>
            </a:xfrm>
            <a:custGeom>
              <a:avLst/>
              <a:gdLst>
                <a:gd name="connsiteX0" fmla="*/ 21063 w 32061"/>
                <a:gd name="connsiteY0" fmla="*/ 130330 h 177669"/>
                <a:gd name="connsiteX1" fmla="*/ 31350 w 32061"/>
                <a:gd name="connsiteY1" fmla="*/ 177669 h 177669"/>
                <a:gd name="connsiteX2" fmla="*/ 19825 w 32061"/>
                <a:gd name="connsiteY2" fmla="*/ 45558 h 177669"/>
                <a:gd name="connsiteX3" fmla="*/ 10110 w 32061"/>
                <a:gd name="connsiteY3" fmla="*/ 10505 h 177669"/>
                <a:gd name="connsiteX4" fmla="*/ 2204 w 32061"/>
                <a:gd name="connsiteY4" fmla="*/ 28 h 177669"/>
                <a:gd name="connsiteX5" fmla="*/ 2013 w 32061"/>
                <a:gd name="connsiteY5" fmla="*/ 11268 h 177669"/>
                <a:gd name="connsiteX6" fmla="*/ 15539 w 32061"/>
                <a:gd name="connsiteY6" fmla="*/ 88039 h 177669"/>
                <a:gd name="connsiteX7" fmla="*/ 21063 w 32061"/>
                <a:gd name="connsiteY7" fmla="*/ 130330 h 177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61" h="177669">
                  <a:moveTo>
                    <a:pt x="21063" y="130330"/>
                  </a:moveTo>
                  <a:cubicBezTo>
                    <a:pt x="22873" y="146427"/>
                    <a:pt x="24492" y="163001"/>
                    <a:pt x="31350" y="177669"/>
                  </a:cubicBezTo>
                  <a:cubicBezTo>
                    <a:pt x="34017" y="133378"/>
                    <a:pt x="28969" y="88992"/>
                    <a:pt x="19825" y="45558"/>
                  </a:cubicBezTo>
                  <a:cubicBezTo>
                    <a:pt x="17348" y="33746"/>
                    <a:pt x="14491" y="21840"/>
                    <a:pt x="10110" y="10505"/>
                  </a:cubicBezTo>
                  <a:cubicBezTo>
                    <a:pt x="9062" y="7743"/>
                    <a:pt x="6776" y="-543"/>
                    <a:pt x="2204" y="28"/>
                  </a:cubicBezTo>
                  <a:cubicBezTo>
                    <a:pt x="-2273" y="600"/>
                    <a:pt x="1347" y="8029"/>
                    <a:pt x="2013" y="11268"/>
                  </a:cubicBezTo>
                  <a:cubicBezTo>
                    <a:pt x="7252" y="36699"/>
                    <a:pt x="11824" y="62321"/>
                    <a:pt x="15539" y="88039"/>
                  </a:cubicBezTo>
                  <a:cubicBezTo>
                    <a:pt x="17730" y="102136"/>
                    <a:pt x="19539" y="116233"/>
                    <a:pt x="21063" y="130330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30" name="Forme libre : forme 2729">
              <a:extLst>
                <a:ext uri="{FF2B5EF4-FFF2-40B4-BE49-F238E27FC236}">
                  <a16:creationId xmlns:a16="http://schemas.microsoft.com/office/drawing/2014/main" id="{113E9DCB-598A-4FE8-AE1D-1F897308D94F}"/>
                </a:ext>
              </a:extLst>
            </p:cNvPr>
            <p:cNvSpPr/>
            <p:nvPr/>
          </p:nvSpPr>
          <p:spPr>
            <a:xfrm>
              <a:off x="8313789" y="5896124"/>
              <a:ext cx="66811" cy="163983"/>
            </a:xfrm>
            <a:custGeom>
              <a:avLst/>
              <a:gdLst>
                <a:gd name="connsiteX0" fmla="*/ 4899 w 66811"/>
                <a:gd name="connsiteY0" fmla="*/ 38063 h 163983"/>
                <a:gd name="connsiteX1" fmla="*/ 17472 w 66811"/>
                <a:gd name="connsiteY1" fmla="*/ 56732 h 163983"/>
                <a:gd name="connsiteX2" fmla="*/ 55000 w 66811"/>
                <a:gd name="connsiteY2" fmla="*/ 135503 h 163983"/>
                <a:gd name="connsiteX3" fmla="*/ 66811 w 66811"/>
                <a:gd name="connsiteY3" fmla="*/ 163983 h 163983"/>
                <a:gd name="connsiteX4" fmla="*/ 36522 w 66811"/>
                <a:gd name="connsiteY4" fmla="*/ 86545 h 163983"/>
                <a:gd name="connsiteX5" fmla="*/ 25854 w 66811"/>
                <a:gd name="connsiteY5" fmla="*/ 67114 h 163983"/>
                <a:gd name="connsiteX6" fmla="*/ 17186 w 66811"/>
                <a:gd name="connsiteY6" fmla="*/ 46445 h 163983"/>
                <a:gd name="connsiteX7" fmla="*/ 10709 w 66811"/>
                <a:gd name="connsiteY7" fmla="*/ 21775 h 163983"/>
                <a:gd name="connsiteX8" fmla="*/ 5851 w 66811"/>
                <a:gd name="connsiteY8" fmla="*/ 629 h 163983"/>
                <a:gd name="connsiteX9" fmla="*/ 4899 w 66811"/>
                <a:gd name="connsiteY9" fmla="*/ 38063 h 163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811" h="163983">
                  <a:moveTo>
                    <a:pt x="4899" y="38063"/>
                  </a:moveTo>
                  <a:cubicBezTo>
                    <a:pt x="8137" y="44826"/>
                    <a:pt x="12995" y="50636"/>
                    <a:pt x="17472" y="56732"/>
                  </a:cubicBezTo>
                  <a:cubicBezTo>
                    <a:pt x="34617" y="80354"/>
                    <a:pt x="45570" y="107881"/>
                    <a:pt x="55000" y="135503"/>
                  </a:cubicBezTo>
                  <a:cubicBezTo>
                    <a:pt x="58334" y="145219"/>
                    <a:pt x="61477" y="155125"/>
                    <a:pt x="66811" y="163983"/>
                  </a:cubicBezTo>
                  <a:cubicBezTo>
                    <a:pt x="58524" y="137504"/>
                    <a:pt x="49762" y="110929"/>
                    <a:pt x="36522" y="86545"/>
                  </a:cubicBezTo>
                  <a:cubicBezTo>
                    <a:pt x="32997" y="80068"/>
                    <a:pt x="29187" y="73686"/>
                    <a:pt x="25854" y="67114"/>
                  </a:cubicBezTo>
                  <a:cubicBezTo>
                    <a:pt x="22520" y="60446"/>
                    <a:pt x="19662" y="53493"/>
                    <a:pt x="17186" y="46445"/>
                  </a:cubicBezTo>
                  <a:cubicBezTo>
                    <a:pt x="14424" y="38348"/>
                    <a:pt x="12328" y="30157"/>
                    <a:pt x="10709" y="21775"/>
                  </a:cubicBezTo>
                  <a:cubicBezTo>
                    <a:pt x="9756" y="16822"/>
                    <a:pt x="10709" y="3106"/>
                    <a:pt x="5851" y="629"/>
                  </a:cubicBezTo>
                  <a:cubicBezTo>
                    <a:pt x="-5388" y="-5371"/>
                    <a:pt x="2613" y="33395"/>
                    <a:pt x="4899" y="38063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31" name="Forme libre : forme 2730">
              <a:extLst>
                <a:ext uri="{FF2B5EF4-FFF2-40B4-BE49-F238E27FC236}">
                  <a16:creationId xmlns:a16="http://schemas.microsoft.com/office/drawing/2014/main" id="{5B5A9405-EFC3-4A79-B083-45B392845F95}"/>
                </a:ext>
              </a:extLst>
            </p:cNvPr>
            <p:cNvSpPr/>
            <p:nvPr/>
          </p:nvSpPr>
          <p:spPr>
            <a:xfrm>
              <a:off x="8437337" y="5844026"/>
              <a:ext cx="77565" cy="159026"/>
            </a:xfrm>
            <a:custGeom>
              <a:avLst/>
              <a:gdLst>
                <a:gd name="connsiteX0" fmla="*/ 37942 w 77565"/>
                <a:gd name="connsiteY0" fmla="*/ 91208 h 159026"/>
                <a:gd name="connsiteX1" fmla="*/ 77565 w 77565"/>
                <a:gd name="connsiteY1" fmla="*/ 159026 h 159026"/>
                <a:gd name="connsiteX2" fmla="*/ 30893 w 77565"/>
                <a:gd name="connsiteY2" fmla="*/ 46441 h 159026"/>
                <a:gd name="connsiteX3" fmla="*/ 18796 w 77565"/>
                <a:gd name="connsiteY3" fmla="*/ 16723 h 159026"/>
                <a:gd name="connsiteX4" fmla="*/ 32 w 77565"/>
                <a:gd name="connsiteY4" fmla="*/ 2911 h 159026"/>
                <a:gd name="connsiteX5" fmla="*/ 8033 w 77565"/>
                <a:gd name="connsiteY5" fmla="*/ 14818 h 159026"/>
                <a:gd name="connsiteX6" fmla="*/ 15653 w 77565"/>
                <a:gd name="connsiteY6" fmla="*/ 28915 h 159026"/>
                <a:gd name="connsiteX7" fmla="*/ 37942 w 77565"/>
                <a:gd name="connsiteY7" fmla="*/ 91208 h 159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565" h="159026">
                  <a:moveTo>
                    <a:pt x="37942" y="91208"/>
                  </a:moveTo>
                  <a:cubicBezTo>
                    <a:pt x="47276" y="115783"/>
                    <a:pt x="60706" y="138738"/>
                    <a:pt x="77565" y="159026"/>
                  </a:cubicBezTo>
                  <a:cubicBezTo>
                    <a:pt x="58992" y="122926"/>
                    <a:pt x="43942" y="84922"/>
                    <a:pt x="30893" y="46441"/>
                  </a:cubicBezTo>
                  <a:cubicBezTo>
                    <a:pt x="27464" y="36344"/>
                    <a:pt x="24035" y="26057"/>
                    <a:pt x="18796" y="16723"/>
                  </a:cubicBezTo>
                  <a:cubicBezTo>
                    <a:pt x="17558" y="14532"/>
                    <a:pt x="2604" y="-7852"/>
                    <a:pt x="32" y="2911"/>
                  </a:cubicBezTo>
                  <a:cubicBezTo>
                    <a:pt x="-539" y="5388"/>
                    <a:pt x="6700" y="12627"/>
                    <a:pt x="8033" y="14818"/>
                  </a:cubicBezTo>
                  <a:cubicBezTo>
                    <a:pt x="10890" y="19294"/>
                    <a:pt x="13367" y="24057"/>
                    <a:pt x="15653" y="28915"/>
                  </a:cubicBezTo>
                  <a:cubicBezTo>
                    <a:pt x="24988" y="48917"/>
                    <a:pt x="30131" y="70539"/>
                    <a:pt x="37942" y="91208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32" name="Forme libre : forme 2731">
              <a:extLst>
                <a:ext uri="{FF2B5EF4-FFF2-40B4-BE49-F238E27FC236}">
                  <a16:creationId xmlns:a16="http://schemas.microsoft.com/office/drawing/2014/main" id="{536E1B59-3F80-4D9E-B875-9E36E309A112}"/>
                </a:ext>
              </a:extLst>
            </p:cNvPr>
            <p:cNvSpPr/>
            <p:nvPr/>
          </p:nvSpPr>
          <p:spPr>
            <a:xfrm>
              <a:off x="8633266" y="5719523"/>
              <a:ext cx="114808" cy="138939"/>
            </a:xfrm>
            <a:custGeom>
              <a:avLst/>
              <a:gdLst>
                <a:gd name="connsiteX0" fmla="*/ 13367 w 114808"/>
                <a:gd name="connsiteY0" fmla="*/ 29021 h 138939"/>
                <a:gd name="connsiteX1" fmla="*/ 42895 w 114808"/>
                <a:gd name="connsiteY1" fmla="*/ 59501 h 138939"/>
                <a:gd name="connsiteX2" fmla="*/ 114808 w 114808"/>
                <a:gd name="connsiteY2" fmla="*/ 138940 h 138939"/>
                <a:gd name="connsiteX3" fmla="*/ 85376 w 114808"/>
                <a:gd name="connsiteY3" fmla="*/ 97887 h 138939"/>
                <a:gd name="connsiteX4" fmla="*/ 39561 w 114808"/>
                <a:gd name="connsiteY4" fmla="*/ 47499 h 138939"/>
                <a:gd name="connsiteX5" fmla="*/ 7748 w 114808"/>
                <a:gd name="connsiteY5" fmla="*/ 5875 h 138939"/>
                <a:gd name="connsiteX6" fmla="*/ 604 w 114808"/>
                <a:gd name="connsiteY6" fmla="*/ 5494 h 138939"/>
                <a:gd name="connsiteX7" fmla="*/ 13367 w 114808"/>
                <a:gd name="connsiteY7" fmla="*/ 29021 h 138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808" h="138939">
                  <a:moveTo>
                    <a:pt x="13367" y="29021"/>
                  </a:moveTo>
                  <a:cubicBezTo>
                    <a:pt x="21940" y="40260"/>
                    <a:pt x="32608" y="49785"/>
                    <a:pt x="42895" y="59501"/>
                  </a:cubicBezTo>
                  <a:cubicBezTo>
                    <a:pt x="68898" y="84075"/>
                    <a:pt x="92996" y="110650"/>
                    <a:pt x="114808" y="138940"/>
                  </a:cubicBezTo>
                  <a:cubicBezTo>
                    <a:pt x="102998" y="126843"/>
                    <a:pt x="95187" y="111603"/>
                    <a:pt x="85376" y="97887"/>
                  </a:cubicBezTo>
                  <a:cubicBezTo>
                    <a:pt x="72136" y="79408"/>
                    <a:pt x="55182" y="63978"/>
                    <a:pt x="39561" y="47499"/>
                  </a:cubicBezTo>
                  <a:cubicBezTo>
                    <a:pt x="27274" y="34641"/>
                    <a:pt x="16701" y="21115"/>
                    <a:pt x="7748" y="5875"/>
                  </a:cubicBezTo>
                  <a:cubicBezTo>
                    <a:pt x="4795" y="922"/>
                    <a:pt x="-2063" y="-4221"/>
                    <a:pt x="604" y="5494"/>
                  </a:cubicBezTo>
                  <a:cubicBezTo>
                    <a:pt x="2985" y="13971"/>
                    <a:pt x="8128" y="22068"/>
                    <a:pt x="13367" y="29021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33" name="Forme libre : forme 2732">
              <a:extLst>
                <a:ext uri="{FF2B5EF4-FFF2-40B4-BE49-F238E27FC236}">
                  <a16:creationId xmlns:a16="http://schemas.microsoft.com/office/drawing/2014/main" id="{84D44062-DF6A-4F68-A823-CF8004D29481}"/>
                </a:ext>
              </a:extLst>
            </p:cNvPr>
            <p:cNvSpPr/>
            <p:nvPr/>
          </p:nvSpPr>
          <p:spPr>
            <a:xfrm>
              <a:off x="8733270" y="5625608"/>
              <a:ext cx="127484" cy="138176"/>
            </a:xfrm>
            <a:custGeom>
              <a:avLst/>
              <a:gdLst>
                <a:gd name="connsiteX0" fmla="*/ 12804 w 127484"/>
                <a:gd name="connsiteY0" fmla="*/ 13684 h 138176"/>
                <a:gd name="connsiteX1" fmla="*/ 29853 w 127484"/>
                <a:gd name="connsiteY1" fmla="*/ 28067 h 138176"/>
                <a:gd name="connsiteX2" fmla="*/ 70049 w 127484"/>
                <a:gd name="connsiteY2" fmla="*/ 79883 h 138176"/>
                <a:gd name="connsiteX3" fmla="*/ 127485 w 127484"/>
                <a:gd name="connsiteY3" fmla="*/ 138176 h 138176"/>
                <a:gd name="connsiteX4" fmla="*/ 94528 w 127484"/>
                <a:gd name="connsiteY4" fmla="*/ 99409 h 138176"/>
                <a:gd name="connsiteX5" fmla="*/ 29853 w 127484"/>
                <a:gd name="connsiteY5" fmla="*/ 27972 h 138176"/>
                <a:gd name="connsiteX6" fmla="*/ 14232 w 127484"/>
                <a:gd name="connsiteY6" fmla="*/ 11493 h 138176"/>
                <a:gd name="connsiteX7" fmla="*/ 516 w 127484"/>
                <a:gd name="connsiteY7" fmla="*/ 635 h 138176"/>
                <a:gd name="connsiteX8" fmla="*/ 12804 w 127484"/>
                <a:gd name="connsiteY8" fmla="*/ 13684 h 138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484" h="138176">
                  <a:moveTo>
                    <a:pt x="12804" y="13684"/>
                  </a:moveTo>
                  <a:cubicBezTo>
                    <a:pt x="18614" y="18351"/>
                    <a:pt x="24519" y="22924"/>
                    <a:pt x="29853" y="28067"/>
                  </a:cubicBezTo>
                  <a:cubicBezTo>
                    <a:pt x="45665" y="43212"/>
                    <a:pt x="56904" y="62357"/>
                    <a:pt x="70049" y="79883"/>
                  </a:cubicBezTo>
                  <a:cubicBezTo>
                    <a:pt x="86432" y="101791"/>
                    <a:pt x="105767" y="121507"/>
                    <a:pt x="127485" y="138176"/>
                  </a:cubicBezTo>
                  <a:cubicBezTo>
                    <a:pt x="116531" y="125222"/>
                    <a:pt x="105482" y="112363"/>
                    <a:pt x="94528" y="99409"/>
                  </a:cubicBezTo>
                  <a:cubicBezTo>
                    <a:pt x="73668" y="74930"/>
                    <a:pt x="52904" y="50356"/>
                    <a:pt x="29853" y="27972"/>
                  </a:cubicBezTo>
                  <a:cubicBezTo>
                    <a:pt x="24424" y="22638"/>
                    <a:pt x="18899" y="17494"/>
                    <a:pt x="14232" y="11493"/>
                  </a:cubicBezTo>
                  <a:cubicBezTo>
                    <a:pt x="12518" y="9303"/>
                    <a:pt x="4040" y="-2889"/>
                    <a:pt x="516" y="635"/>
                  </a:cubicBezTo>
                  <a:cubicBezTo>
                    <a:pt x="-2722" y="3969"/>
                    <a:pt x="10232" y="11684"/>
                    <a:pt x="12804" y="13684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34" name="Forme libre : forme 2733">
              <a:extLst>
                <a:ext uri="{FF2B5EF4-FFF2-40B4-BE49-F238E27FC236}">
                  <a16:creationId xmlns:a16="http://schemas.microsoft.com/office/drawing/2014/main" id="{8E7949DA-0EA5-438F-BBA9-5CED6BEFBECB}"/>
                </a:ext>
              </a:extLst>
            </p:cNvPr>
            <p:cNvSpPr/>
            <p:nvPr/>
          </p:nvSpPr>
          <p:spPr>
            <a:xfrm>
              <a:off x="8851516" y="5497822"/>
              <a:ext cx="141827" cy="122896"/>
            </a:xfrm>
            <a:custGeom>
              <a:avLst/>
              <a:gdLst>
                <a:gd name="connsiteX0" fmla="*/ 13811 w 141827"/>
                <a:gd name="connsiteY0" fmla="*/ 12693 h 122896"/>
                <a:gd name="connsiteX1" fmla="*/ 141827 w 141827"/>
                <a:gd name="connsiteY1" fmla="*/ 122897 h 122896"/>
                <a:gd name="connsiteX2" fmla="*/ 88392 w 141827"/>
                <a:gd name="connsiteY2" fmla="*/ 64889 h 122896"/>
                <a:gd name="connsiteX3" fmla="*/ 45244 w 141827"/>
                <a:gd name="connsiteY3" fmla="*/ 28314 h 122896"/>
                <a:gd name="connsiteX4" fmla="*/ 0 w 141827"/>
                <a:gd name="connsiteY4" fmla="*/ 691 h 122896"/>
                <a:gd name="connsiteX5" fmla="*/ 13811 w 141827"/>
                <a:gd name="connsiteY5" fmla="*/ 12693 h 12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827" h="122896">
                  <a:moveTo>
                    <a:pt x="13811" y="12693"/>
                  </a:moveTo>
                  <a:cubicBezTo>
                    <a:pt x="58864" y="46506"/>
                    <a:pt x="100393" y="84797"/>
                    <a:pt x="141827" y="122897"/>
                  </a:cubicBezTo>
                  <a:cubicBezTo>
                    <a:pt x="128302" y="100227"/>
                    <a:pt x="108204" y="82320"/>
                    <a:pt x="88392" y="64889"/>
                  </a:cubicBezTo>
                  <a:cubicBezTo>
                    <a:pt x="74200" y="52412"/>
                    <a:pt x="60103" y="39934"/>
                    <a:pt x="45244" y="28314"/>
                  </a:cubicBezTo>
                  <a:cubicBezTo>
                    <a:pt x="39052" y="23456"/>
                    <a:pt x="6667" y="-4738"/>
                    <a:pt x="0" y="691"/>
                  </a:cubicBezTo>
                  <a:cubicBezTo>
                    <a:pt x="2286" y="5549"/>
                    <a:pt x="9430" y="9454"/>
                    <a:pt x="13811" y="12693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35" name="Forme libre : forme 2734">
              <a:extLst>
                <a:ext uri="{FF2B5EF4-FFF2-40B4-BE49-F238E27FC236}">
                  <a16:creationId xmlns:a16="http://schemas.microsoft.com/office/drawing/2014/main" id="{AA5E8460-654F-4FC6-9415-7333E482CD44}"/>
                </a:ext>
              </a:extLst>
            </p:cNvPr>
            <p:cNvSpPr/>
            <p:nvPr/>
          </p:nvSpPr>
          <p:spPr>
            <a:xfrm>
              <a:off x="9009155" y="5238168"/>
              <a:ext cx="156876" cy="72416"/>
            </a:xfrm>
            <a:custGeom>
              <a:avLst/>
              <a:gdLst>
                <a:gd name="connsiteX0" fmla="*/ 14383 w 156876"/>
                <a:gd name="connsiteY0" fmla="*/ 15362 h 72416"/>
                <a:gd name="connsiteX1" fmla="*/ 33719 w 156876"/>
                <a:gd name="connsiteY1" fmla="*/ 24791 h 72416"/>
                <a:gd name="connsiteX2" fmla="*/ 89916 w 156876"/>
                <a:gd name="connsiteY2" fmla="*/ 39460 h 72416"/>
                <a:gd name="connsiteX3" fmla="*/ 156877 w 156876"/>
                <a:gd name="connsiteY3" fmla="*/ 72416 h 72416"/>
                <a:gd name="connsiteX4" fmla="*/ 106489 w 156876"/>
                <a:gd name="connsiteY4" fmla="*/ 40412 h 72416"/>
                <a:gd name="connsiteX5" fmla="*/ 73343 w 156876"/>
                <a:gd name="connsiteY5" fmla="*/ 24887 h 72416"/>
                <a:gd name="connsiteX6" fmla="*/ 44005 w 156876"/>
                <a:gd name="connsiteY6" fmla="*/ 16695 h 72416"/>
                <a:gd name="connsiteX7" fmla="*/ 20764 w 156876"/>
                <a:gd name="connsiteY7" fmla="*/ 8504 h 72416"/>
                <a:gd name="connsiteX8" fmla="*/ 0 w 156876"/>
                <a:gd name="connsiteY8" fmla="*/ 407 h 72416"/>
                <a:gd name="connsiteX9" fmla="*/ 14383 w 156876"/>
                <a:gd name="connsiteY9" fmla="*/ 15362 h 7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876" h="72416">
                  <a:moveTo>
                    <a:pt x="14383" y="15362"/>
                  </a:moveTo>
                  <a:cubicBezTo>
                    <a:pt x="20193" y="19648"/>
                    <a:pt x="26861" y="22505"/>
                    <a:pt x="33719" y="24791"/>
                  </a:cubicBezTo>
                  <a:cubicBezTo>
                    <a:pt x="52102" y="30983"/>
                    <a:pt x="71438" y="33554"/>
                    <a:pt x="89916" y="39460"/>
                  </a:cubicBezTo>
                  <a:cubicBezTo>
                    <a:pt x="113729" y="46985"/>
                    <a:pt x="135446" y="59748"/>
                    <a:pt x="156877" y="72416"/>
                  </a:cubicBezTo>
                  <a:cubicBezTo>
                    <a:pt x="140398" y="61367"/>
                    <a:pt x="123825" y="50223"/>
                    <a:pt x="106489" y="40412"/>
                  </a:cubicBezTo>
                  <a:cubicBezTo>
                    <a:pt x="95917" y="34412"/>
                    <a:pt x="84963" y="28792"/>
                    <a:pt x="73343" y="24887"/>
                  </a:cubicBezTo>
                  <a:cubicBezTo>
                    <a:pt x="63722" y="21648"/>
                    <a:pt x="53816" y="19457"/>
                    <a:pt x="44005" y="16695"/>
                  </a:cubicBezTo>
                  <a:cubicBezTo>
                    <a:pt x="36100" y="14409"/>
                    <a:pt x="28385" y="11647"/>
                    <a:pt x="20764" y="8504"/>
                  </a:cubicBezTo>
                  <a:cubicBezTo>
                    <a:pt x="16573" y="6789"/>
                    <a:pt x="3715" y="-1974"/>
                    <a:pt x="0" y="407"/>
                  </a:cubicBezTo>
                  <a:cubicBezTo>
                    <a:pt x="3715" y="5932"/>
                    <a:pt x="8954" y="11361"/>
                    <a:pt x="14383" y="15362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36" name="Forme libre : forme 2735">
              <a:extLst>
                <a:ext uri="{FF2B5EF4-FFF2-40B4-BE49-F238E27FC236}">
                  <a16:creationId xmlns:a16="http://schemas.microsoft.com/office/drawing/2014/main" id="{A8E1BD7C-21D9-48DA-BAE3-6FB86AD7947A}"/>
                </a:ext>
              </a:extLst>
            </p:cNvPr>
            <p:cNvSpPr/>
            <p:nvPr/>
          </p:nvSpPr>
          <p:spPr>
            <a:xfrm>
              <a:off x="9050904" y="5116394"/>
              <a:ext cx="175610" cy="56840"/>
            </a:xfrm>
            <a:custGeom>
              <a:avLst/>
              <a:gdLst>
                <a:gd name="connsiteX0" fmla="*/ 95791 w 175610"/>
                <a:gd name="connsiteY0" fmla="*/ 34171 h 56840"/>
                <a:gd name="connsiteX1" fmla="*/ 122461 w 175610"/>
                <a:gd name="connsiteY1" fmla="*/ 45506 h 56840"/>
                <a:gd name="connsiteX2" fmla="*/ 145607 w 175610"/>
                <a:gd name="connsiteY2" fmla="*/ 51030 h 56840"/>
                <a:gd name="connsiteX3" fmla="*/ 175611 w 175610"/>
                <a:gd name="connsiteY3" fmla="*/ 56840 h 56840"/>
                <a:gd name="connsiteX4" fmla="*/ 153513 w 175610"/>
                <a:gd name="connsiteY4" fmla="*/ 48934 h 56840"/>
                <a:gd name="connsiteX5" fmla="*/ 69788 w 175610"/>
                <a:gd name="connsiteY5" fmla="*/ 20836 h 56840"/>
                <a:gd name="connsiteX6" fmla="*/ 34069 w 175610"/>
                <a:gd name="connsiteY6" fmla="*/ 5310 h 56840"/>
                <a:gd name="connsiteX7" fmla="*/ 17591 w 175610"/>
                <a:gd name="connsiteY7" fmla="*/ 1214 h 56840"/>
                <a:gd name="connsiteX8" fmla="*/ 922 w 175610"/>
                <a:gd name="connsiteY8" fmla="*/ 1214 h 56840"/>
                <a:gd name="connsiteX9" fmla="*/ 8923 w 175610"/>
                <a:gd name="connsiteY9" fmla="*/ 6739 h 56840"/>
                <a:gd name="connsiteX10" fmla="*/ 26545 w 175610"/>
                <a:gd name="connsiteY10" fmla="*/ 11216 h 56840"/>
                <a:gd name="connsiteX11" fmla="*/ 95791 w 175610"/>
                <a:gd name="connsiteY11" fmla="*/ 34171 h 56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610" h="56840">
                  <a:moveTo>
                    <a:pt x="95791" y="34171"/>
                  </a:moveTo>
                  <a:cubicBezTo>
                    <a:pt x="104650" y="38076"/>
                    <a:pt x="113317" y="42458"/>
                    <a:pt x="122461" y="45506"/>
                  </a:cubicBezTo>
                  <a:cubicBezTo>
                    <a:pt x="129986" y="47982"/>
                    <a:pt x="137797" y="49506"/>
                    <a:pt x="145607" y="51030"/>
                  </a:cubicBezTo>
                  <a:cubicBezTo>
                    <a:pt x="155608" y="52935"/>
                    <a:pt x="165609" y="54935"/>
                    <a:pt x="175611" y="56840"/>
                  </a:cubicBezTo>
                  <a:cubicBezTo>
                    <a:pt x="167800" y="56078"/>
                    <a:pt x="160657" y="52173"/>
                    <a:pt x="153513" y="48934"/>
                  </a:cubicBezTo>
                  <a:cubicBezTo>
                    <a:pt x="126748" y="36647"/>
                    <a:pt x="97030" y="32075"/>
                    <a:pt x="69788" y="20836"/>
                  </a:cubicBezTo>
                  <a:cubicBezTo>
                    <a:pt x="57787" y="15883"/>
                    <a:pt x="46357" y="9596"/>
                    <a:pt x="34069" y="5310"/>
                  </a:cubicBezTo>
                  <a:cubicBezTo>
                    <a:pt x="28735" y="3405"/>
                    <a:pt x="23211" y="1976"/>
                    <a:pt x="17591" y="1214"/>
                  </a:cubicBezTo>
                  <a:cubicBezTo>
                    <a:pt x="14448" y="738"/>
                    <a:pt x="3208" y="-1262"/>
                    <a:pt x="922" y="1214"/>
                  </a:cubicBezTo>
                  <a:cubicBezTo>
                    <a:pt x="-2888" y="5215"/>
                    <a:pt x="6161" y="6072"/>
                    <a:pt x="8923" y="6739"/>
                  </a:cubicBezTo>
                  <a:cubicBezTo>
                    <a:pt x="14829" y="8167"/>
                    <a:pt x="20639" y="9692"/>
                    <a:pt x="26545" y="11216"/>
                  </a:cubicBezTo>
                  <a:cubicBezTo>
                    <a:pt x="50071" y="17121"/>
                    <a:pt x="73503" y="24265"/>
                    <a:pt x="95791" y="34171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37" name="Forme libre : forme 2736">
              <a:extLst>
                <a:ext uri="{FF2B5EF4-FFF2-40B4-BE49-F238E27FC236}">
                  <a16:creationId xmlns:a16="http://schemas.microsoft.com/office/drawing/2014/main" id="{8DE17743-AC8B-4412-B995-09B9F0B8763A}"/>
                </a:ext>
              </a:extLst>
            </p:cNvPr>
            <p:cNvSpPr/>
            <p:nvPr/>
          </p:nvSpPr>
          <p:spPr>
            <a:xfrm>
              <a:off x="9089831" y="4986163"/>
              <a:ext cx="175545" cy="34099"/>
            </a:xfrm>
            <a:custGeom>
              <a:avLst/>
              <a:gdLst>
                <a:gd name="connsiteX0" fmla="*/ 80677 w 175545"/>
                <a:gd name="connsiteY0" fmla="*/ 20764 h 34099"/>
                <a:gd name="connsiteX1" fmla="*/ 175546 w 175545"/>
                <a:gd name="connsiteY1" fmla="*/ 34100 h 34099"/>
                <a:gd name="connsiteX2" fmla="*/ 27051 w 175545"/>
                <a:gd name="connsiteY2" fmla="*/ 8668 h 34099"/>
                <a:gd name="connsiteX3" fmla="*/ 0 w 175545"/>
                <a:gd name="connsiteY3" fmla="*/ 0 h 34099"/>
                <a:gd name="connsiteX4" fmla="*/ 80677 w 175545"/>
                <a:gd name="connsiteY4" fmla="*/ 20764 h 3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545" h="34099">
                  <a:moveTo>
                    <a:pt x="80677" y="20764"/>
                  </a:moveTo>
                  <a:cubicBezTo>
                    <a:pt x="112681" y="22098"/>
                    <a:pt x="145256" y="23622"/>
                    <a:pt x="175546" y="34100"/>
                  </a:cubicBezTo>
                  <a:cubicBezTo>
                    <a:pt x="129254" y="14288"/>
                    <a:pt x="76867" y="16669"/>
                    <a:pt x="27051" y="8668"/>
                  </a:cubicBezTo>
                  <a:cubicBezTo>
                    <a:pt x="20764" y="7620"/>
                    <a:pt x="2953" y="6477"/>
                    <a:pt x="0" y="0"/>
                  </a:cubicBezTo>
                  <a:cubicBezTo>
                    <a:pt x="23717" y="17431"/>
                    <a:pt x="52197" y="19526"/>
                    <a:pt x="80677" y="20764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38" name="Forme libre : forme 2737">
              <a:extLst>
                <a:ext uri="{FF2B5EF4-FFF2-40B4-BE49-F238E27FC236}">
                  <a16:creationId xmlns:a16="http://schemas.microsoft.com/office/drawing/2014/main" id="{C1D46446-E413-47FF-88D8-B0622193AFF3}"/>
                </a:ext>
              </a:extLst>
            </p:cNvPr>
            <p:cNvSpPr/>
            <p:nvPr/>
          </p:nvSpPr>
          <p:spPr>
            <a:xfrm>
              <a:off x="9104023" y="4851931"/>
              <a:ext cx="180594" cy="20945"/>
            </a:xfrm>
            <a:custGeom>
              <a:avLst/>
              <a:gdLst>
                <a:gd name="connsiteX0" fmla="*/ 49625 w 180594"/>
                <a:gd name="connsiteY0" fmla="*/ 8787 h 20945"/>
                <a:gd name="connsiteX1" fmla="*/ 74295 w 180594"/>
                <a:gd name="connsiteY1" fmla="*/ 14026 h 20945"/>
                <a:gd name="connsiteX2" fmla="*/ 180594 w 180594"/>
                <a:gd name="connsiteY2" fmla="*/ 20884 h 20945"/>
                <a:gd name="connsiteX3" fmla="*/ 118682 w 180594"/>
                <a:gd name="connsiteY3" fmla="*/ 7358 h 20945"/>
                <a:gd name="connsiteX4" fmla="*/ 93821 w 180594"/>
                <a:gd name="connsiteY4" fmla="*/ 4215 h 20945"/>
                <a:gd name="connsiteX5" fmla="*/ 40386 w 180594"/>
                <a:gd name="connsiteY5" fmla="*/ 24 h 20945"/>
                <a:gd name="connsiteX6" fmla="*/ 0 w 180594"/>
                <a:gd name="connsiteY6" fmla="*/ 6025 h 20945"/>
                <a:gd name="connsiteX7" fmla="*/ 49625 w 180594"/>
                <a:gd name="connsiteY7" fmla="*/ 8787 h 20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594" h="20945">
                  <a:moveTo>
                    <a:pt x="49625" y="8787"/>
                  </a:moveTo>
                  <a:cubicBezTo>
                    <a:pt x="57912" y="10216"/>
                    <a:pt x="66008" y="12312"/>
                    <a:pt x="74295" y="14026"/>
                  </a:cubicBezTo>
                  <a:cubicBezTo>
                    <a:pt x="109157" y="21265"/>
                    <a:pt x="144971" y="21074"/>
                    <a:pt x="180594" y="20884"/>
                  </a:cubicBezTo>
                  <a:cubicBezTo>
                    <a:pt x="161068" y="12788"/>
                    <a:pt x="139732" y="10025"/>
                    <a:pt x="118682" y="7358"/>
                  </a:cubicBezTo>
                  <a:cubicBezTo>
                    <a:pt x="110395" y="6311"/>
                    <a:pt x="102108" y="5263"/>
                    <a:pt x="93821" y="4215"/>
                  </a:cubicBezTo>
                  <a:cubicBezTo>
                    <a:pt x="76105" y="2024"/>
                    <a:pt x="58293" y="-261"/>
                    <a:pt x="40386" y="24"/>
                  </a:cubicBezTo>
                  <a:cubicBezTo>
                    <a:pt x="34671" y="120"/>
                    <a:pt x="381" y="310"/>
                    <a:pt x="0" y="6025"/>
                  </a:cubicBezTo>
                  <a:cubicBezTo>
                    <a:pt x="16574" y="7454"/>
                    <a:pt x="33052" y="5930"/>
                    <a:pt x="49625" y="8787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39" name="Forme libre : forme 2738">
              <a:extLst>
                <a:ext uri="{FF2B5EF4-FFF2-40B4-BE49-F238E27FC236}">
                  <a16:creationId xmlns:a16="http://schemas.microsoft.com/office/drawing/2014/main" id="{8F97EB0A-B031-4ED1-9EE8-5BB5DC2A9E34}"/>
                </a:ext>
              </a:extLst>
            </p:cNvPr>
            <p:cNvSpPr/>
            <p:nvPr/>
          </p:nvSpPr>
          <p:spPr>
            <a:xfrm>
              <a:off x="9004773" y="4261689"/>
              <a:ext cx="150125" cy="65153"/>
            </a:xfrm>
            <a:custGeom>
              <a:avLst/>
              <a:gdLst>
                <a:gd name="connsiteX0" fmla="*/ 34480 w 150125"/>
                <a:gd name="connsiteY0" fmla="*/ 40008 h 65153"/>
                <a:gd name="connsiteX1" fmla="*/ 0 w 150125"/>
                <a:gd name="connsiteY1" fmla="*/ 65154 h 65153"/>
                <a:gd name="connsiteX2" fmla="*/ 7048 w 150125"/>
                <a:gd name="connsiteY2" fmla="*/ 59439 h 65153"/>
                <a:gd name="connsiteX3" fmla="*/ 114014 w 150125"/>
                <a:gd name="connsiteY3" fmla="*/ 25149 h 65153"/>
                <a:gd name="connsiteX4" fmla="*/ 149923 w 150125"/>
                <a:gd name="connsiteY4" fmla="*/ 5623 h 65153"/>
                <a:gd name="connsiteX5" fmla="*/ 121348 w 150125"/>
                <a:gd name="connsiteY5" fmla="*/ 8385 h 65153"/>
                <a:gd name="connsiteX6" fmla="*/ 34480 w 150125"/>
                <a:gd name="connsiteY6" fmla="*/ 40008 h 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125" h="65153">
                  <a:moveTo>
                    <a:pt x="34480" y="40008"/>
                  </a:moveTo>
                  <a:cubicBezTo>
                    <a:pt x="20193" y="44389"/>
                    <a:pt x="3524" y="50676"/>
                    <a:pt x="0" y="65154"/>
                  </a:cubicBezTo>
                  <a:cubicBezTo>
                    <a:pt x="667" y="62106"/>
                    <a:pt x="4096" y="60487"/>
                    <a:pt x="7048" y="59439"/>
                  </a:cubicBezTo>
                  <a:cubicBezTo>
                    <a:pt x="42386" y="46866"/>
                    <a:pt x="79629" y="39913"/>
                    <a:pt x="114014" y="25149"/>
                  </a:cubicBezTo>
                  <a:cubicBezTo>
                    <a:pt x="120301" y="22482"/>
                    <a:pt x="148399" y="12576"/>
                    <a:pt x="149923" y="5623"/>
                  </a:cubicBezTo>
                  <a:cubicBezTo>
                    <a:pt x="152781" y="-7903"/>
                    <a:pt x="124492" y="7051"/>
                    <a:pt x="121348" y="8385"/>
                  </a:cubicBezTo>
                  <a:cubicBezTo>
                    <a:pt x="93059" y="20482"/>
                    <a:pt x="64008" y="31054"/>
                    <a:pt x="34480" y="40008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40" name="Forme libre : forme 2739">
              <a:extLst>
                <a:ext uri="{FF2B5EF4-FFF2-40B4-BE49-F238E27FC236}">
                  <a16:creationId xmlns:a16="http://schemas.microsoft.com/office/drawing/2014/main" id="{02B1313F-6597-44E6-9685-E775F6477D0C}"/>
                </a:ext>
              </a:extLst>
            </p:cNvPr>
            <p:cNvSpPr/>
            <p:nvPr/>
          </p:nvSpPr>
          <p:spPr>
            <a:xfrm>
              <a:off x="9055065" y="4385541"/>
              <a:ext cx="145572" cy="68460"/>
            </a:xfrm>
            <a:custGeom>
              <a:avLst/>
              <a:gdLst>
                <a:gd name="connsiteX0" fmla="*/ 0 w 145572"/>
                <a:gd name="connsiteY0" fmla="*/ 68460 h 68460"/>
                <a:gd name="connsiteX1" fmla="*/ 130397 w 145572"/>
                <a:gd name="connsiteY1" fmla="*/ 20931 h 68460"/>
                <a:gd name="connsiteX2" fmla="*/ 145447 w 145572"/>
                <a:gd name="connsiteY2" fmla="*/ 4357 h 68460"/>
                <a:gd name="connsiteX3" fmla="*/ 128397 w 145572"/>
                <a:gd name="connsiteY3" fmla="*/ 5405 h 68460"/>
                <a:gd name="connsiteX4" fmla="*/ 68771 w 145572"/>
                <a:gd name="connsiteY4" fmla="*/ 36647 h 68460"/>
                <a:gd name="connsiteX5" fmla="*/ 0 w 145572"/>
                <a:gd name="connsiteY5" fmla="*/ 68460 h 68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572" h="68460">
                  <a:moveTo>
                    <a:pt x="0" y="68460"/>
                  </a:moveTo>
                  <a:cubicBezTo>
                    <a:pt x="46482" y="62936"/>
                    <a:pt x="89725" y="43219"/>
                    <a:pt x="130397" y="20931"/>
                  </a:cubicBezTo>
                  <a:cubicBezTo>
                    <a:pt x="135731" y="17978"/>
                    <a:pt x="146875" y="12644"/>
                    <a:pt x="145447" y="4357"/>
                  </a:cubicBezTo>
                  <a:cubicBezTo>
                    <a:pt x="143828" y="-4691"/>
                    <a:pt x="134303" y="2738"/>
                    <a:pt x="128397" y="5405"/>
                  </a:cubicBezTo>
                  <a:cubicBezTo>
                    <a:pt x="107918" y="14644"/>
                    <a:pt x="88487" y="25884"/>
                    <a:pt x="68771" y="36647"/>
                  </a:cubicBezTo>
                  <a:cubicBezTo>
                    <a:pt x="48958" y="47696"/>
                    <a:pt x="22860" y="65793"/>
                    <a:pt x="0" y="68460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41" name="Forme libre : forme 2740">
              <a:extLst>
                <a:ext uri="{FF2B5EF4-FFF2-40B4-BE49-F238E27FC236}">
                  <a16:creationId xmlns:a16="http://schemas.microsoft.com/office/drawing/2014/main" id="{33F52967-CC86-42F8-8935-4211781F3890}"/>
                </a:ext>
              </a:extLst>
            </p:cNvPr>
            <p:cNvSpPr/>
            <p:nvPr/>
          </p:nvSpPr>
          <p:spPr>
            <a:xfrm>
              <a:off x="9081449" y="4565936"/>
              <a:ext cx="167965" cy="32604"/>
            </a:xfrm>
            <a:custGeom>
              <a:avLst/>
              <a:gdLst>
                <a:gd name="connsiteX0" fmla="*/ 55531 w 167965"/>
                <a:gd name="connsiteY0" fmla="*/ 15605 h 32604"/>
                <a:gd name="connsiteX1" fmla="*/ 32290 w 167965"/>
                <a:gd name="connsiteY1" fmla="*/ 23415 h 32604"/>
                <a:gd name="connsiteX2" fmla="*/ 0 w 167965"/>
                <a:gd name="connsiteY2" fmla="*/ 31512 h 32604"/>
                <a:gd name="connsiteX3" fmla="*/ 46387 w 167965"/>
                <a:gd name="connsiteY3" fmla="*/ 31226 h 32604"/>
                <a:gd name="connsiteX4" fmla="*/ 146018 w 167965"/>
                <a:gd name="connsiteY4" fmla="*/ 17700 h 32604"/>
                <a:gd name="connsiteX5" fmla="*/ 163068 w 167965"/>
                <a:gd name="connsiteY5" fmla="*/ 651 h 32604"/>
                <a:gd name="connsiteX6" fmla="*/ 141351 w 167965"/>
                <a:gd name="connsiteY6" fmla="*/ 3984 h 32604"/>
                <a:gd name="connsiteX7" fmla="*/ 114776 w 167965"/>
                <a:gd name="connsiteY7" fmla="*/ 8461 h 32604"/>
                <a:gd name="connsiteX8" fmla="*/ 55531 w 167965"/>
                <a:gd name="connsiteY8" fmla="*/ 15605 h 3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65" h="32604">
                  <a:moveTo>
                    <a:pt x="55531" y="15605"/>
                  </a:moveTo>
                  <a:cubicBezTo>
                    <a:pt x="47339" y="16367"/>
                    <a:pt x="39910" y="20272"/>
                    <a:pt x="32290" y="23415"/>
                  </a:cubicBezTo>
                  <a:cubicBezTo>
                    <a:pt x="22003" y="27606"/>
                    <a:pt x="11049" y="30369"/>
                    <a:pt x="0" y="31512"/>
                  </a:cubicBezTo>
                  <a:cubicBezTo>
                    <a:pt x="15335" y="33512"/>
                    <a:pt x="30956" y="32369"/>
                    <a:pt x="46387" y="31226"/>
                  </a:cubicBezTo>
                  <a:cubicBezTo>
                    <a:pt x="79820" y="28749"/>
                    <a:pt x="113443" y="25892"/>
                    <a:pt x="146018" y="17700"/>
                  </a:cubicBezTo>
                  <a:cubicBezTo>
                    <a:pt x="150495" y="16557"/>
                    <a:pt x="179261" y="9128"/>
                    <a:pt x="163068" y="651"/>
                  </a:cubicBezTo>
                  <a:cubicBezTo>
                    <a:pt x="158496" y="-1731"/>
                    <a:pt x="146209" y="3127"/>
                    <a:pt x="141351" y="3984"/>
                  </a:cubicBezTo>
                  <a:cubicBezTo>
                    <a:pt x="132493" y="5604"/>
                    <a:pt x="123635" y="7128"/>
                    <a:pt x="114776" y="8461"/>
                  </a:cubicBezTo>
                  <a:cubicBezTo>
                    <a:pt x="95060" y="11414"/>
                    <a:pt x="75247" y="13795"/>
                    <a:pt x="55531" y="15605"/>
                  </a:cubicBezTo>
                  <a:close/>
                </a:path>
              </a:pathLst>
            </a:custGeom>
            <a:solidFill>
              <a:srgbClr val="32DDF9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2742" name="SARS-CoV-2-spike-protein-ring">
            <a:extLst>
              <a:ext uri="{FF2B5EF4-FFF2-40B4-BE49-F238E27FC236}">
                <a16:creationId xmlns:a16="http://schemas.microsoft.com/office/drawing/2014/main" id="{DBC6C09B-6138-4000-8B78-F40518AB30B6}"/>
              </a:ext>
            </a:extLst>
          </p:cNvPr>
          <p:cNvGrpSpPr/>
          <p:nvPr/>
        </p:nvGrpSpPr>
        <p:grpSpPr>
          <a:xfrm>
            <a:off x="8228235" y="2303178"/>
            <a:ext cx="3435257" cy="3435174"/>
            <a:chOff x="4125087" y="1461515"/>
            <a:chExt cx="3936396" cy="3936301"/>
          </a:xfrm>
          <a:solidFill>
            <a:schemeClr val="accent1"/>
          </a:solidFill>
        </p:grpSpPr>
        <p:grpSp>
          <p:nvGrpSpPr>
            <p:cNvPr id="2743" name="Graphique 11">
              <a:extLst>
                <a:ext uri="{FF2B5EF4-FFF2-40B4-BE49-F238E27FC236}">
                  <a16:creationId xmlns:a16="http://schemas.microsoft.com/office/drawing/2014/main" id="{87532E44-BC84-488A-B014-A1CDE4C2E908}"/>
                </a:ext>
              </a:extLst>
            </p:cNvPr>
            <p:cNvGrpSpPr/>
            <p:nvPr/>
          </p:nvGrpSpPr>
          <p:grpSpPr>
            <a:xfrm>
              <a:off x="4339231" y="2313065"/>
              <a:ext cx="809068" cy="606902"/>
              <a:chOff x="4339231" y="2313065"/>
              <a:chExt cx="809068" cy="606902"/>
            </a:xfrm>
            <a:solidFill>
              <a:schemeClr val="accent1"/>
            </a:solidFill>
          </p:grpSpPr>
          <p:grpSp>
            <p:nvGrpSpPr>
              <p:cNvPr id="2744" name="Graphique 11">
                <a:extLst>
                  <a:ext uri="{FF2B5EF4-FFF2-40B4-BE49-F238E27FC236}">
                    <a16:creationId xmlns:a16="http://schemas.microsoft.com/office/drawing/2014/main" id="{1C8D1470-0F68-4C75-B913-80B9A3FA070A}"/>
                  </a:ext>
                </a:extLst>
              </p:cNvPr>
              <p:cNvGrpSpPr/>
              <p:nvPr/>
            </p:nvGrpSpPr>
            <p:grpSpPr>
              <a:xfrm>
                <a:off x="4339231" y="2313065"/>
                <a:ext cx="809068" cy="606902"/>
                <a:chOff x="4339231" y="2313065"/>
                <a:chExt cx="809068" cy="606902"/>
              </a:xfrm>
              <a:solidFill>
                <a:schemeClr val="accent1"/>
              </a:solidFill>
            </p:grpSpPr>
            <p:sp>
              <p:nvSpPr>
                <p:cNvPr id="2745" name="Forme libre : forme 2744">
                  <a:extLst>
                    <a:ext uri="{FF2B5EF4-FFF2-40B4-BE49-F238E27FC236}">
                      <a16:creationId xmlns:a16="http://schemas.microsoft.com/office/drawing/2014/main" id="{F893B521-15FB-47EB-BC33-D4A1060C2507}"/>
                    </a:ext>
                  </a:extLst>
                </p:cNvPr>
                <p:cNvSpPr/>
                <p:nvPr/>
              </p:nvSpPr>
              <p:spPr>
                <a:xfrm>
                  <a:off x="4423409" y="2363056"/>
                  <a:ext cx="724889" cy="556911"/>
                </a:xfrm>
                <a:custGeom>
                  <a:avLst/>
                  <a:gdLst>
                    <a:gd name="connsiteX0" fmla="*/ 0 w 724889"/>
                    <a:gd name="connsiteY0" fmla="*/ 317849 h 556911"/>
                    <a:gd name="connsiteX1" fmla="*/ 167830 w 724889"/>
                    <a:gd name="connsiteY1" fmla="*/ 335756 h 556911"/>
                    <a:gd name="connsiteX2" fmla="*/ 370046 w 724889"/>
                    <a:gd name="connsiteY2" fmla="*/ 380238 h 556911"/>
                    <a:gd name="connsiteX3" fmla="*/ 611981 w 724889"/>
                    <a:gd name="connsiteY3" fmla="*/ 515398 h 556911"/>
                    <a:gd name="connsiteX4" fmla="*/ 663607 w 724889"/>
                    <a:gd name="connsiteY4" fmla="*/ 554260 h 556911"/>
                    <a:gd name="connsiteX5" fmla="*/ 669036 w 724889"/>
                    <a:gd name="connsiteY5" fmla="*/ 497681 h 556911"/>
                    <a:gd name="connsiteX6" fmla="*/ 674656 w 724889"/>
                    <a:gd name="connsiteY6" fmla="*/ 487871 h 556911"/>
                    <a:gd name="connsiteX7" fmla="*/ 720852 w 724889"/>
                    <a:gd name="connsiteY7" fmla="*/ 454724 h 556911"/>
                    <a:gd name="connsiteX8" fmla="*/ 661321 w 724889"/>
                    <a:gd name="connsiteY8" fmla="*/ 429578 h 556911"/>
                    <a:gd name="connsiteX9" fmla="*/ 422815 w 724889"/>
                    <a:gd name="connsiteY9" fmla="*/ 288417 h 556911"/>
                    <a:gd name="connsiteX10" fmla="*/ 282702 w 724889"/>
                    <a:gd name="connsiteY10" fmla="*/ 136017 h 556911"/>
                    <a:gd name="connsiteX11" fmla="*/ 182785 w 724889"/>
                    <a:gd name="connsiteY11" fmla="*/ 0 h 556911"/>
                    <a:gd name="connsiteX12" fmla="*/ 34957 w 724889"/>
                    <a:gd name="connsiteY12" fmla="*/ 124682 h 556911"/>
                    <a:gd name="connsiteX13" fmla="*/ 0 w 724889"/>
                    <a:gd name="connsiteY13" fmla="*/ 317849 h 556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24889" h="556911">
                      <a:moveTo>
                        <a:pt x="0" y="317849"/>
                      </a:moveTo>
                      <a:cubicBezTo>
                        <a:pt x="0" y="317849"/>
                        <a:pt x="57531" y="334232"/>
                        <a:pt x="167830" y="335756"/>
                      </a:cubicBezTo>
                      <a:cubicBezTo>
                        <a:pt x="278035" y="337375"/>
                        <a:pt x="303562" y="344424"/>
                        <a:pt x="370046" y="380238"/>
                      </a:cubicBezTo>
                      <a:cubicBezTo>
                        <a:pt x="436531" y="416052"/>
                        <a:pt x="598456" y="507302"/>
                        <a:pt x="611981" y="515398"/>
                      </a:cubicBezTo>
                      <a:cubicBezTo>
                        <a:pt x="625602" y="523494"/>
                        <a:pt x="656558" y="539496"/>
                        <a:pt x="663607" y="554260"/>
                      </a:cubicBezTo>
                      <a:cubicBezTo>
                        <a:pt x="670655" y="569024"/>
                        <a:pt x="686181" y="518255"/>
                        <a:pt x="669036" y="497681"/>
                      </a:cubicBezTo>
                      <a:lnTo>
                        <a:pt x="674656" y="487871"/>
                      </a:lnTo>
                      <a:cubicBezTo>
                        <a:pt x="701040" y="492347"/>
                        <a:pt x="737045" y="453485"/>
                        <a:pt x="720852" y="454724"/>
                      </a:cubicBezTo>
                      <a:cubicBezTo>
                        <a:pt x="704660" y="455962"/>
                        <a:pt x="675132" y="437293"/>
                        <a:pt x="661321" y="429578"/>
                      </a:cubicBezTo>
                      <a:cubicBezTo>
                        <a:pt x="647414" y="421958"/>
                        <a:pt x="487204" y="327850"/>
                        <a:pt x="422815" y="288417"/>
                      </a:cubicBezTo>
                      <a:cubicBezTo>
                        <a:pt x="358426" y="248984"/>
                        <a:pt x="339566" y="230505"/>
                        <a:pt x="282702" y="136017"/>
                      </a:cubicBezTo>
                      <a:cubicBezTo>
                        <a:pt x="225933" y="41529"/>
                        <a:pt x="182785" y="0"/>
                        <a:pt x="182785" y="0"/>
                      </a:cubicBezTo>
                      <a:lnTo>
                        <a:pt x="34957" y="124682"/>
                      </a:lnTo>
                      <a:lnTo>
                        <a:pt x="0" y="317849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746" name="Graphique 11">
                  <a:extLst>
                    <a:ext uri="{FF2B5EF4-FFF2-40B4-BE49-F238E27FC236}">
                      <a16:creationId xmlns:a16="http://schemas.microsoft.com/office/drawing/2014/main" id="{FC51A299-5055-4FA4-A938-095C7B9F468F}"/>
                    </a:ext>
                  </a:extLst>
                </p:cNvPr>
                <p:cNvGrpSpPr/>
                <p:nvPr/>
              </p:nvGrpSpPr>
              <p:grpSpPr>
                <a:xfrm>
                  <a:off x="4355139" y="2392832"/>
                  <a:ext cx="196984" cy="188004"/>
                  <a:chOff x="4355139" y="2392832"/>
                  <a:chExt cx="196984" cy="188004"/>
                </a:xfrm>
                <a:solidFill>
                  <a:schemeClr val="accent1"/>
                </a:solidFill>
              </p:grpSpPr>
              <p:sp>
                <p:nvSpPr>
                  <p:cNvPr id="2747" name="Forme libre : forme 2746">
                    <a:extLst>
                      <a:ext uri="{FF2B5EF4-FFF2-40B4-BE49-F238E27FC236}">
                        <a16:creationId xmlns:a16="http://schemas.microsoft.com/office/drawing/2014/main" id="{E3CFFB36-A370-4152-95B1-2CA95B4ACB8F}"/>
                      </a:ext>
                    </a:extLst>
                  </p:cNvPr>
                  <p:cNvSpPr/>
                  <p:nvPr/>
                </p:nvSpPr>
                <p:spPr>
                  <a:xfrm rot="-3605671">
                    <a:off x="4389239" y="2410249"/>
                    <a:ext cx="128785" cy="153171"/>
                  </a:xfrm>
                  <a:custGeom>
                    <a:avLst/>
                    <a:gdLst>
                      <a:gd name="connsiteX0" fmla="*/ 128786 w 128785"/>
                      <a:gd name="connsiteY0" fmla="*/ 76585 h 153171"/>
                      <a:gd name="connsiteX1" fmla="*/ 64393 w 128785"/>
                      <a:gd name="connsiteY1" fmla="*/ 153171 h 153171"/>
                      <a:gd name="connsiteX2" fmla="*/ 0 w 128785"/>
                      <a:gd name="connsiteY2" fmla="*/ 76585 h 153171"/>
                      <a:gd name="connsiteX3" fmla="*/ 64393 w 128785"/>
                      <a:gd name="connsiteY3" fmla="*/ 0 h 153171"/>
                      <a:gd name="connsiteX4" fmla="*/ 128786 w 128785"/>
                      <a:gd name="connsiteY4" fmla="*/ 76585 h 15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5" h="153171">
                        <a:moveTo>
                          <a:pt x="128786" y="76585"/>
                        </a:moveTo>
                        <a:cubicBezTo>
                          <a:pt x="128786" y="118882"/>
                          <a:pt x="99956" y="153171"/>
                          <a:pt x="64393" y="153171"/>
                        </a:cubicBezTo>
                        <a:cubicBezTo>
                          <a:pt x="28830" y="153171"/>
                          <a:pt x="0" y="118882"/>
                          <a:pt x="0" y="76585"/>
                        </a:cubicBezTo>
                        <a:cubicBezTo>
                          <a:pt x="0" y="34288"/>
                          <a:pt x="28830" y="0"/>
                          <a:pt x="64393" y="0"/>
                        </a:cubicBezTo>
                        <a:cubicBezTo>
                          <a:pt x="99956" y="0"/>
                          <a:pt x="128786" y="34288"/>
                          <a:pt x="128786" y="76585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6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48" name="Forme libre : forme 2747">
                    <a:extLst>
                      <a:ext uri="{FF2B5EF4-FFF2-40B4-BE49-F238E27FC236}">
                        <a16:creationId xmlns:a16="http://schemas.microsoft.com/office/drawing/2014/main" id="{7CEAAA2E-2ADF-4169-9179-64973FEA98D7}"/>
                      </a:ext>
                    </a:extLst>
                  </p:cNvPr>
                  <p:cNvSpPr/>
                  <p:nvPr/>
                </p:nvSpPr>
                <p:spPr>
                  <a:xfrm>
                    <a:off x="4431696" y="2420016"/>
                    <a:ext cx="95567" cy="134486"/>
                  </a:xfrm>
                  <a:custGeom>
                    <a:avLst/>
                    <a:gdLst>
                      <a:gd name="connsiteX0" fmla="*/ 21431 w 95567"/>
                      <a:gd name="connsiteY0" fmla="*/ 0 h 134486"/>
                      <a:gd name="connsiteX1" fmla="*/ 31718 w 95567"/>
                      <a:gd name="connsiteY1" fmla="*/ 5048 h 134486"/>
                      <a:gd name="connsiteX2" fmla="*/ 66008 w 95567"/>
                      <a:gd name="connsiteY2" fmla="*/ 99060 h 134486"/>
                      <a:gd name="connsiteX3" fmla="*/ 0 w 95567"/>
                      <a:gd name="connsiteY3" fmla="*/ 127730 h 134486"/>
                      <a:gd name="connsiteX4" fmla="*/ 88201 w 95567"/>
                      <a:gd name="connsiteY4" fmla="*/ 105061 h 134486"/>
                      <a:gd name="connsiteX5" fmla="*/ 53911 w 95567"/>
                      <a:gd name="connsiteY5" fmla="*/ 11049 h 134486"/>
                      <a:gd name="connsiteX6" fmla="*/ 21431 w 95567"/>
                      <a:gd name="connsiteY6" fmla="*/ 0 h 134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5567" h="134486">
                        <a:moveTo>
                          <a:pt x="21431" y="0"/>
                        </a:moveTo>
                        <a:cubicBezTo>
                          <a:pt x="24860" y="1429"/>
                          <a:pt x="28384" y="3048"/>
                          <a:pt x="31718" y="5048"/>
                        </a:cubicBezTo>
                        <a:cubicBezTo>
                          <a:pt x="68389" y="26098"/>
                          <a:pt x="83534" y="68104"/>
                          <a:pt x="66008" y="99060"/>
                        </a:cubicBezTo>
                        <a:cubicBezTo>
                          <a:pt x="52292" y="123253"/>
                          <a:pt x="23622" y="134779"/>
                          <a:pt x="0" y="127730"/>
                        </a:cubicBezTo>
                        <a:cubicBezTo>
                          <a:pt x="34290" y="142113"/>
                          <a:pt x="72104" y="133064"/>
                          <a:pt x="88201" y="105061"/>
                        </a:cubicBezTo>
                        <a:cubicBezTo>
                          <a:pt x="105918" y="74200"/>
                          <a:pt x="90583" y="32099"/>
                          <a:pt x="53911" y="11049"/>
                        </a:cubicBezTo>
                        <a:cubicBezTo>
                          <a:pt x="43339" y="4953"/>
                          <a:pt x="32290" y="1429"/>
                          <a:pt x="21431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49" name="Forme libre : forme 2748">
                    <a:extLst>
                      <a:ext uri="{FF2B5EF4-FFF2-40B4-BE49-F238E27FC236}">
                        <a16:creationId xmlns:a16="http://schemas.microsoft.com/office/drawing/2014/main" id="{8AAE0442-EA9B-4A8A-A2B3-01F8CF6E3F1B}"/>
                      </a:ext>
                    </a:extLst>
                  </p:cNvPr>
                  <p:cNvSpPr/>
                  <p:nvPr/>
                </p:nvSpPr>
                <p:spPr>
                  <a:xfrm rot="-2324420">
                    <a:off x="4389050" y="2452574"/>
                    <a:ext cx="59246" cy="74867"/>
                  </a:xfrm>
                  <a:custGeom>
                    <a:avLst/>
                    <a:gdLst>
                      <a:gd name="connsiteX0" fmla="*/ 59246 w 59246"/>
                      <a:gd name="connsiteY0" fmla="*/ 37434 h 74867"/>
                      <a:gd name="connsiteX1" fmla="*/ 29623 w 59246"/>
                      <a:gd name="connsiteY1" fmla="*/ 74867 h 74867"/>
                      <a:gd name="connsiteX2" fmla="*/ 0 w 59246"/>
                      <a:gd name="connsiteY2" fmla="*/ 37434 h 74867"/>
                      <a:gd name="connsiteX3" fmla="*/ 29623 w 59246"/>
                      <a:gd name="connsiteY3" fmla="*/ 0 h 74867"/>
                      <a:gd name="connsiteX4" fmla="*/ 59246 w 59246"/>
                      <a:gd name="connsiteY4" fmla="*/ 37434 h 74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6" h="74867">
                        <a:moveTo>
                          <a:pt x="59246" y="37434"/>
                        </a:moveTo>
                        <a:cubicBezTo>
                          <a:pt x="59246" y="58108"/>
                          <a:pt x="45983" y="74867"/>
                          <a:pt x="29623" y="74867"/>
                        </a:cubicBezTo>
                        <a:cubicBezTo>
                          <a:pt x="13263" y="74867"/>
                          <a:pt x="0" y="58108"/>
                          <a:pt x="0" y="37434"/>
                        </a:cubicBezTo>
                        <a:cubicBezTo>
                          <a:pt x="0" y="16760"/>
                          <a:pt x="13263" y="0"/>
                          <a:pt x="29623" y="0"/>
                        </a:cubicBezTo>
                        <a:cubicBezTo>
                          <a:pt x="45983" y="0"/>
                          <a:pt x="59246" y="16760"/>
                          <a:pt x="59246" y="3743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50" name="Forme libre : forme 2749">
                    <a:extLst>
                      <a:ext uri="{FF2B5EF4-FFF2-40B4-BE49-F238E27FC236}">
                        <a16:creationId xmlns:a16="http://schemas.microsoft.com/office/drawing/2014/main" id="{531D5332-1DF5-40B9-A0AB-CF85975E0111}"/>
                      </a:ext>
                    </a:extLst>
                  </p:cNvPr>
                  <p:cNvSpPr/>
                  <p:nvPr/>
                </p:nvSpPr>
                <p:spPr>
                  <a:xfrm>
                    <a:off x="4396740" y="2447638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751" name="Graphique 11">
                  <a:extLst>
                    <a:ext uri="{FF2B5EF4-FFF2-40B4-BE49-F238E27FC236}">
                      <a16:creationId xmlns:a16="http://schemas.microsoft.com/office/drawing/2014/main" id="{7ED821F5-298E-43BE-B99A-2EB9464AD8D1}"/>
                    </a:ext>
                  </a:extLst>
                </p:cNvPr>
                <p:cNvGrpSpPr/>
                <p:nvPr/>
              </p:nvGrpSpPr>
              <p:grpSpPr>
                <a:xfrm>
                  <a:off x="4339231" y="2523173"/>
                  <a:ext cx="196984" cy="188004"/>
                  <a:chOff x="4339231" y="2523173"/>
                  <a:chExt cx="196984" cy="188004"/>
                </a:xfrm>
                <a:solidFill>
                  <a:schemeClr val="accent1"/>
                </a:solidFill>
              </p:grpSpPr>
              <p:sp>
                <p:nvSpPr>
                  <p:cNvPr id="2752" name="Forme libre : forme 2751">
                    <a:extLst>
                      <a:ext uri="{FF2B5EF4-FFF2-40B4-BE49-F238E27FC236}">
                        <a16:creationId xmlns:a16="http://schemas.microsoft.com/office/drawing/2014/main" id="{F9A04ECE-DC07-46FC-B7A2-85EFB79C8AF1}"/>
                      </a:ext>
                    </a:extLst>
                  </p:cNvPr>
                  <p:cNvSpPr/>
                  <p:nvPr/>
                </p:nvSpPr>
                <p:spPr>
                  <a:xfrm rot="-3605671">
                    <a:off x="4373330" y="2540590"/>
                    <a:ext cx="128785" cy="153171"/>
                  </a:xfrm>
                  <a:custGeom>
                    <a:avLst/>
                    <a:gdLst>
                      <a:gd name="connsiteX0" fmla="*/ 128786 w 128785"/>
                      <a:gd name="connsiteY0" fmla="*/ 76586 h 153171"/>
                      <a:gd name="connsiteX1" fmla="*/ 64393 w 128785"/>
                      <a:gd name="connsiteY1" fmla="*/ 153171 h 153171"/>
                      <a:gd name="connsiteX2" fmla="*/ 0 w 128785"/>
                      <a:gd name="connsiteY2" fmla="*/ 76586 h 153171"/>
                      <a:gd name="connsiteX3" fmla="*/ 64393 w 128785"/>
                      <a:gd name="connsiteY3" fmla="*/ 0 h 153171"/>
                      <a:gd name="connsiteX4" fmla="*/ 128786 w 128785"/>
                      <a:gd name="connsiteY4" fmla="*/ 76586 h 15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5" h="153171">
                        <a:moveTo>
                          <a:pt x="128786" y="76586"/>
                        </a:moveTo>
                        <a:cubicBezTo>
                          <a:pt x="128786" y="118883"/>
                          <a:pt x="99956" y="153171"/>
                          <a:pt x="64393" y="153171"/>
                        </a:cubicBezTo>
                        <a:cubicBezTo>
                          <a:pt x="28830" y="153171"/>
                          <a:pt x="0" y="118883"/>
                          <a:pt x="0" y="76586"/>
                        </a:cubicBezTo>
                        <a:cubicBezTo>
                          <a:pt x="0" y="34289"/>
                          <a:pt x="28830" y="0"/>
                          <a:pt x="64393" y="0"/>
                        </a:cubicBezTo>
                        <a:cubicBezTo>
                          <a:pt x="99956" y="0"/>
                          <a:pt x="128786" y="34289"/>
                          <a:pt x="128786" y="76586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6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53" name="Forme libre : forme 2752">
                    <a:extLst>
                      <a:ext uri="{FF2B5EF4-FFF2-40B4-BE49-F238E27FC236}">
                        <a16:creationId xmlns:a16="http://schemas.microsoft.com/office/drawing/2014/main" id="{82603249-378D-4814-875E-FF312672D429}"/>
                      </a:ext>
                    </a:extLst>
                  </p:cNvPr>
                  <p:cNvSpPr/>
                  <p:nvPr/>
                </p:nvSpPr>
                <p:spPr>
                  <a:xfrm>
                    <a:off x="4415790" y="2550318"/>
                    <a:ext cx="95567" cy="134487"/>
                  </a:xfrm>
                  <a:custGeom>
                    <a:avLst/>
                    <a:gdLst>
                      <a:gd name="connsiteX0" fmla="*/ 21431 w 95567"/>
                      <a:gd name="connsiteY0" fmla="*/ 0 h 134487"/>
                      <a:gd name="connsiteX1" fmla="*/ 31718 w 95567"/>
                      <a:gd name="connsiteY1" fmla="*/ 5048 h 134487"/>
                      <a:gd name="connsiteX2" fmla="*/ 66008 w 95567"/>
                      <a:gd name="connsiteY2" fmla="*/ 99060 h 134487"/>
                      <a:gd name="connsiteX3" fmla="*/ 0 w 95567"/>
                      <a:gd name="connsiteY3" fmla="*/ 127730 h 134487"/>
                      <a:gd name="connsiteX4" fmla="*/ 88201 w 95567"/>
                      <a:gd name="connsiteY4" fmla="*/ 105061 h 134487"/>
                      <a:gd name="connsiteX5" fmla="*/ 53911 w 95567"/>
                      <a:gd name="connsiteY5" fmla="*/ 11049 h 134487"/>
                      <a:gd name="connsiteX6" fmla="*/ 21431 w 95567"/>
                      <a:gd name="connsiteY6" fmla="*/ 0 h 134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5567" h="134487">
                        <a:moveTo>
                          <a:pt x="21431" y="0"/>
                        </a:moveTo>
                        <a:cubicBezTo>
                          <a:pt x="24860" y="1429"/>
                          <a:pt x="28384" y="3048"/>
                          <a:pt x="31718" y="5048"/>
                        </a:cubicBezTo>
                        <a:cubicBezTo>
                          <a:pt x="68389" y="26099"/>
                          <a:pt x="83534" y="68104"/>
                          <a:pt x="66008" y="99060"/>
                        </a:cubicBezTo>
                        <a:cubicBezTo>
                          <a:pt x="52292" y="123254"/>
                          <a:pt x="23622" y="134779"/>
                          <a:pt x="0" y="127730"/>
                        </a:cubicBezTo>
                        <a:cubicBezTo>
                          <a:pt x="34290" y="142113"/>
                          <a:pt x="72104" y="133064"/>
                          <a:pt x="88201" y="105061"/>
                        </a:cubicBezTo>
                        <a:cubicBezTo>
                          <a:pt x="105918" y="74200"/>
                          <a:pt x="90583" y="32099"/>
                          <a:pt x="53911" y="11049"/>
                        </a:cubicBezTo>
                        <a:cubicBezTo>
                          <a:pt x="43434" y="4953"/>
                          <a:pt x="32290" y="1429"/>
                          <a:pt x="21431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54" name="Forme libre : forme 2753">
                    <a:extLst>
                      <a:ext uri="{FF2B5EF4-FFF2-40B4-BE49-F238E27FC236}">
                        <a16:creationId xmlns:a16="http://schemas.microsoft.com/office/drawing/2014/main" id="{4733F572-88FF-45DF-AC3E-82E4D64F4F2F}"/>
                      </a:ext>
                    </a:extLst>
                  </p:cNvPr>
                  <p:cNvSpPr/>
                  <p:nvPr/>
                </p:nvSpPr>
                <p:spPr>
                  <a:xfrm rot="-2324420">
                    <a:off x="4373267" y="2582914"/>
                    <a:ext cx="59246" cy="74867"/>
                  </a:xfrm>
                  <a:custGeom>
                    <a:avLst/>
                    <a:gdLst>
                      <a:gd name="connsiteX0" fmla="*/ 59246 w 59246"/>
                      <a:gd name="connsiteY0" fmla="*/ 37434 h 74867"/>
                      <a:gd name="connsiteX1" fmla="*/ 29623 w 59246"/>
                      <a:gd name="connsiteY1" fmla="*/ 74867 h 74867"/>
                      <a:gd name="connsiteX2" fmla="*/ 0 w 59246"/>
                      <a:gd name="connsiteY2" fmla="*/ 37434 h 74867"/>
                      <a:gd name="connsiteX3" fmla="*/ 29623 w 59246"/>
                      <a:gd name="connsiteY3" fmla="*/ 0 h 74867"/>
                      <a:gd name="connsiteX4" fmla="*/ 59246 w 59246"/>
                      <a:gd name="connsiteY4" fmla="*/ 37434 h 74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6" h="74867">
                        <a:moveTo>
                          <a:pt x="59246" y="37434"/>
                        </a:moveTo>
                        <a:cubicBezTo>
                          <a:pt x="59246" y="58108"/>
                          <a:pt x="45984" y="74867"/>
                          <a:pt x="29623" y="74867"/>
                        </a:cubicBezTo>
                        <a:cubicBezTo>
                          <a:pt x="13263" y="74867"/>
                          <a:pt x="0" y="58108"/>
                          <a:pt x="0" y="37434"/>
                        </a:cubicBezTo>
                        <a:cubicBezTo>
                          <a:pt x="0" y="16760"/>
                          <a:pt x="13263" y="0"/>
                          <a:pt x="29623" y="0"/>
                        </a:cubicBezTo>
                        <a:cubicBezTo>
                          <a:pt x="45984" y="0"/>
                          <a:pt x="59246" y="16760"/>
                          <a:pt x="59246" y="3743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55" name="Forme libre : forme 2754">
                    <a:extLst>
                      <a:ext uri="{FF2B5EF4-FFF2-40B4-BE49-F238E27FC236}">
                        <a16:creationId xmlns:a16="http://schemas.microsoft.com/office/drawing/2014/main" id="{839C2568-679B-4E66-B000-8FBCDEC37A6F}"/>
                      </a:ext>
                    </a:extLst>
                  </p:cNvPr>
                  <p:cNvSpPr/>
                  <p:nvPr/>
                </p:nvSpPr>
                <p:spPr>
                  <a:xfrm>
                    <a:off x="4380833" y="2577940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756" name="Graphique 11">
                  <a:extLst>
                    <a:ext uri="{FF2B5EF4-FFF2-40B4-BE49-F238E27FC236}">
                      <a16:creationId xmlns:a16="http://schemas.microsoft.com/office/drawing/2014/main" id="{2F8B0879-5BDD-4384-8AB4-BB5F905DE70F}"/>
                    </a:ext>
                  </a:extLst>
                </p:cNvPr>
                <p:cNvGrpSpPr/>
                <p:nvPr/>
              </p:nvGrpSpPr>
              <p:grpSpPr>
                <a:xfrm>
                  <a:off x="4460083" y="2313065"/>
                  <a:ext cx="196984" cy="188004"/>
                  <a:chOff x="4460083" y="2313065"/>
                  <a:chExt cx="196984" cy="188004"/>
                </a:xfrm>
                <a:solidFill>
                  <a:schemeClr val="accent1"/>
                </a:solidFill>
              </p:grpSpPr>
              <p:sp>
                <p:nvSpPr>
                  <p:cNvPr id="2757" name="Forme libre : forme 2756">
                    <a:extLst>
                      <a:ext uri="{FF2B5EF4-FFF2-40B4-BE49-F238E27FC236}">
                        <a16:creationId xmlns:a16="http://schemas.microsoft.com/office/drawing/2014/main" id="{52424124-141B-4428-9C09-CC9A8ACE3F60}"/>
                      </a:ext>
                    </a:extLst>
                  </p:cNvPr>
                  <p:cNvSpPr/>
                  <p:nvPr/>
                </p:nvSpPr>
                <p:spPr>
                  <a:xfrm rot="-3605671">
                    <a:off x="4494182" y="2330482"/>
                    <a:ext cx="128785" cy="153171"/>
                  </a:xfrm>
                  <a:custGeom>
                    <a:avLst/>
                    <a:gdLst>
                      <a:gd name="connsiteX0" fmla="*/ 128785 w 128785"/>
                      <a:gd name="connsiteY0" fmla="*/ 76586 h 153171"/>
                      <a:gd name="connsiteX1" fmla="*/ 64393 w 128785"/>
                      <a:gd name="connsiteY1" fmla="*/ 153171 h 153171"/>
                      <a:gd name="connsiteX2" fmla="*/ 0 w 128785"/>
                      <a:gd name="connsiteY2" fmla="*/ 76586 h 153171"/>
                      <a:gd name="connsiteX3" fmla="*/ 64393 w 128785"/>
                      <a:gd name="connsiteY3" fmla="*/ 0 h 153171"/>
                      <a:gd name="connsiteX4" fmla="*/ 128785 w 128785"/>
                      <a:gd name="connsiteY4" fmla="*/ 76586 h 15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5" h="153171">
                        <a:moveTo>
                          <a:pt x="128785" y="76586"/>
                        </a:moveTo>
                        <a:cubicBezTo>
                          <a:pt x="128785" y="118883"/>
                          <a:pt x="99956" y="153171"/>
                          <a:pt x="64393" y="153171"/>
                        </a:cubicBezTo>
                        <a:cubicBezTo>
                          <a:pt x="28829" y="153171"/>
                          <a:pt x="0" y="118883"/>
                          <a:pt x="0" y="76586"/>
                        </a:cubicBezTo>
                        <a:cubicBezTo>
                          <a:pt x="0" y="34289"/>
                          <a:pt x="28829" y="0"/>
                          <a:pt x="64393" y="0"/>
                        </a:cubicBezTo>
                        <a:cubicBezTo>
                          <a:pt x="99956" y="0"/>
                          <a:pt x="128785" y="34289"/>
                          <a:pt x="128785" y="76586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6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58" name="Forme libre : forme 2757">
                    <a:extLst>
                      <a:ext uri="{FF2B5EF4-FFF2-40B4-BE49-F238E27FC236}">
                        <a16:creationId xmlns:a16="http://schemas.microsoft.com/office/drawing/2014/main" id="{BC110ED3-654A-4849-813F-38C0F37A6E2E}"/>
                      </a:ext>
                    </a:extLst>
                  </p:cNvPr>
                  <p:cNvSpPr/>
                  <p:nvPr/>
                </p:nvSpPr>
                <p:spPr>
                  <a:xfrm>
                    <a:off x="4536566" y="2340291"/>
                    <a:ext cx="95567" cy="134487"/>
                  </a:xfrm>
                  <a:custGeom>
                    <a:avLst/>
                    <a:gdLst>
                      <a:gd name="connsiteX0" fmla="*/ 21431 w 95567"/>
                      <a:gd name="connsiteY0" fmla="*/ 0 h 134487"/>
                      <a:gd name="connsiteX1" fmla="*/ 31718 w 95567"/>
                      <a:gd name="connsiteY1" fmla="*/ 5048 h 134487"/>
                      <a:gd name="connsiteX2" fmla="*/ 66008 w 95567"/>
                      <a:gd name="connsiteY2" fmla="*/ 99060 h 134487"/>
                      <a:gd name="connsiteX3" fmla="*/ 0 w 95567"/>
                      <a:gd name="connsiteY3" fmla="*/ 127730 h 134487"/>
                      <a:gd name="connsiteX4" fmla="*/ 88202 w 95567"/>
                      <a:gd name="connsiteY4" fmla="*/ 105061 h 134487"/>
                      <a:gd name="connsiteX5" fmla="*/ 53912 w 95567"/>
                      <a:gd name="connsiteY5" fmla="*/ 11049 h 134487"/>
                      <a:gd name="connsiteX6" fmla="*/ 21431 w 95567"/>
                      <a:gd name="connsiteY6" fmla="*/ 0 h 134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5567" h="134487">
                        <a:moveTo>
                          <a:pt x="21431" y="0"/>
                        </a:moveTo>
                        <a:cubicBezTo>
                          <a:pt x="24860" y="1429"/>
                          <a:pt x="28385" y="3048"/>
                          <a:pt x="31718" y="5048"/>
                        </a:cubicBezTo>
                        <a:cubicBezTo>
                          <a:pt x="68389" y="26099"/>
                          <a:pt x="83534" y="68104"/>
                          <a:pt x="66008" y="99060"/>
                        </a:cubicBezTo>
                        <a:cubicBezTo>
                          <a:pt x="52292" y="123254"/>
                          <a:pt x="23622" y="134779"/>
                          <a:pt x="0" y="127730"/>
                        </a:cubicBezTo>
                        <a:cubicBezTo>
                          <a:pt x="34290" y="142113"/>
                          <a:pt x="72104" y="133064"/>
                          <a:pt x="88202" y="105061"/>
                        </a:cubicBezTo>
                        <a:cubicBezTo>
                          <a:pt x="105918" y="74200"/>
                          <a:pt x="90583" y="32099"/>
                          <a:pt x="53912" y="11049"/>
                        </a:cubicBezTo>
                        <a:cubicBezTo>
                          <a:pt x="43434" y="4953"/>
                          <a:pt x="32385" y="1429"/>
                          <a:pt x="21431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59" name="Forme libre : forme 2758">
                    <a:extLst>
                      <a:ext uri="{FF2B5EF4-FFF2-40B4-BE49-F238E27FC236}">
                        <a16:creationId xmlns:a16="http://schemas.microsoft.com/office/drawing/2014/main" id="{E970DD06-A89F-44CE-854C-B16B284D4C78}"/>
                      </a:ext>
                    </a:extLst>
                  </p:cNvPr>
                  <p:cNvSpPr/>
                  <p:nvPr/>
                </p:nvSpPr>
                <p:spPr>
                  <a:xfrm rot="-2324420">
                    <a:off x="4494009" y="2372823"/>
                    <a:ext cx="59246" cy="74867"/>
                  </a:xfrm>
                  <a:custGeom>
                    <a:avLst/>
                    <a:gdLst>
                      <a:gd name="connsiteX0" fmla="*/ 59246 w 59246"/>
                      <a:gd name="connsiteY0" fmla="*/ 37434 h 74867"/>
                      <a:gd name="connsiteX1" fmla="*/ 29623 w 59246"/>
                      <a:gd name="connsiteY1" fmla="*/ 74867 h 74867"/>
                      <a:gd name="connsiteX2" fmla="*/ 0 w 59246"/>
                      <a:gd name="connsiteY2" fmla="*/ 37434 h 74867"/>
                      <a:gd name="connsiteX3" fmla="*/ 29623 w 59246"/>
                      <a:gd name="connsiteY3" fmla="*/ 0 h 74867"/>
                      <a:gd name="connsiteX4" fmla="*/ 59246 w 59246"/>
                      <a:gd name="connsiteY4" fmla="*/ 37434 h 74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6" h="74867">
                        <a:moveTo>
                          <a:pt x="59246" y="37434"/>
                        </a:moveTo>
                        <a:cubicBezTo>
                          <a:pt x="59246" y="58108"/>
                          <a:pt x="45984" y="74867"/>
                          <a:pt x="29623" y="74867"/>
                        </a:cubicBezTo>
                        <a:cubicBezTo>
                          <a:pt x="13263" y="74867"/>
                          <a:pt x="0" y="58108"/>
                          <a:pt x="0" y="37434"/>
                        </a:cubicBezTo>
                        <a:cubicBezTo>
                          <a:pt x="0" y="16760"/>
                          <a:pt x="13263" y="0"/>
                          <a:pt x="29623" y="0"/>
                        </a:cubicBezTo>
                        <a:cubicBezTo>
                          <a:pt x="45984" y="0"/>
                          <a:pt x="59246" y="16760"/>
                          <a:pt x="59246" y="3743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60" name="Forme libre : forme 2759">
                    <a:extLst>
                      <a:ext uri="{FF2B5EF4-FFF2-40B4-BE49-F238E27FC236}">
                        <a16:creationId xmlns:a16="http://schemas.microsoft.com/office/drawing/2014/main" id="{19400E44-6697-4C93-A231-0F33E97D7438}"/>
                      </a:ext>
                    </a:extLst>
                  </p:cNvPr>
                  <p:cNvSpPr/>
                  <p:nvPr/>
                </p:nvSpPr>
                <p:spPr>
                  <a:xfrm>
                    <a:off x="4501610" y="2367914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8" y="0"/>
                          <a:pt x="17907" y="4009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761" name="Forme libre : forme 2760">
                  <a:extLst>
                    <a:ext uri="{FF2B5EF4-FFF2-40B4-BE49-F238E27FC236}">
                      <a16:creationId xmlns:a16="http://schemas.microsoft.com/office/drawing/2014/main" id="{FB8A6A06-45AB-4908-A56A-87B9E9C09C52}"/>
                    </a:ext>
                  </a:extLst>
                </p:cNvPr>
                <p:cNvSpPr/>
                <p:nvPr/>
              </p:nvSpPr>
              <p:spPr>
                <a:xfrm>
                  <a:off x="4666964" y="2698844"/>
                  <a:ext cx="433482" cy="156300"/>
                </a:xfrm>
                <a:custGeom>
                  <a:avLst/>
                  <a:gdLst>
                    <a:gd name="connsiteX0" fmla="*/ 0 w 433482"/>
                    <a:gd name="connsiteY0" fmla="*/ 1778 h 156300"/>
                    <a:gd name="connsiteX1" fmla="*/ 154972 w 433482"/>
                    <a:gd name="connsiteY1" fmla="*/ 30925 h 156300"/>
                    <a:gd name="connsiteX2" fmla="*/ 297847 w 433482"/>
                    <a:gd name="connsiteY2" fmla="*/ 102172 h 156300"/>
                    <a:gd name="connsiteX3" fmla="*/ 433483 w 433482"/>
                    <a:gd name="connsiteY3" fmla="*/ 149892 h 156300"/>
                    <a:gd name="connsiteX4" fmla="*/ 412432 w 433482"/>
                    <a:gd name="connsiteY4" fmla="*/ 155512 h 156300"/>
                    <a:gd name="connsiteX5" fmla="*/ 381000 w 433482"/>
                    <a:gd name="connsiteY5" fmla="*/ 149130 h 156300"/>
                    <a:gd name="connsiteX6" fmla="*/ 87154 w 433482"/>
                    <a:gd name="connsiteY6" fmla="*/ 13304 h 156300"/>
                    <a:gd name="connsiteX7" fmla="*/ 10668 w 433482"/>
                    <a:gd name="connsiteY7" fmla="*/ 1588 h 156300"/>
                    <a:gd name="connsiteX8" fmla="*/ 13621 w 433482"/>
                    <a:gd name="connsiteY8" fmla="*/ 5207 h 156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3482" h="156300">
                      <a:moveTo>
                        <a:pt x="0" y="1778"/>
                      </a:moveTo>
                      <a:cubicBezTo>
                        <a:pt x="52769" y="-5270"/>
                        <a:pt x="106204" y="9493"/>
                        <a:pt x="154972" y="30925"/>
                      </a:cubicBezTo>
                      <a:cubicBezTo>
                        <a:pt x="203740" y="52356"/>
                        <a:pt x="249269" y="80455"/>
                        <a:pt x="297847" y="102172"/>
                      </a:cubicBezTo>
                      <a:cubicBezTo>
                        <a:pt x="341662" y="121793"/>
                        <a:pt x="387572" y="136081"/>
                        <a:pt x="433483" y="149892"/>
                      </a:cubicBezTo>
                      <a:cubicBezTo>
                        <a:pt x="430339" y="157131"/>
                        <a:pt x="420148" y="156941"/>
                        <a:pt x="412432" y="155512"/>
                      </a:cubicBezTo>
                      <a:cubicBezTo>
                        <a:pt x="401860" y="153607"/>
                        <a:pt x="391382" y="151702"/>
                        <a:pt x="381000" y="149130"/>
                      </a:cubicBezTo>
                      <a:cubicBezTo>
                        <a:pt x="275749" y="123698"/>
                        <a:pt x="192214" y="39688"/>
                        <a:pt x="87154" y="13304"/>
                      </a:cubicBezTo>
                      <a:cubicBezTo>
                        <a:pt x="62103" y="7017"/>
                        <a:pt x="36386" y="4159"/>
                        <a:pt x="10668" y="1588"/>
                      </a:cubicBezTo>
                      <a:cubicBezTo>
                        <a:pt x="11621" y="2826"/>
                        <a:pt x="12573" y="3969"/>
                        <a:pt x="13621" y="5207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62" name="Forme libre : forme 2761">
                  <a:extLst>
                    <a:ext uri="{FF2B5EF4-FFF2-40B4-BE49-F238E27FC236}">
                      <a16:creationId xmlns:a16="http://schemas.microsoft.com/office/drawing/2014/main" id="{F392F8ED-7A88-41E2-866F-6B36812B2261}"/>
                    </a:ext>
                  </a:extLst>
                </p:cNvPr>
                <p:cNvSpPr/>
                <p:nvPr/>
              </p:nvSpPr>
              <p:spPr>
                <a:xfrm>
                  <a:off x="4478178" y="2560558"/>
                  <a:ext cx="513873" cy="185213"/>
                </a:xfrm>
                <a:custGeom>
                  <a:avLst/>
                  <a:gdLst>
                    <a:gd name="connsiteX0" fmla="*/ 234220 w 513873"/>
                    <a:gd name="connsiteY0" fmla="*/ 100250 h 185213"/>
                    <a:gd name="connsiteX1" fmla="*/ 312134 w 513873"/>
                    <a:gd name="connsiteY1" fmla="*/ 119491 h 185213"/>
                    <a:gd name="connsiteX2" fmla="*/ 371856 w 513873"/>
                    <a:gd name="connsiteY2" fmla="*/ 136159 h 185213"/>
                    <a:gd name="connsiteX3" fmla="*/ 513874 w 513873"/>
                    <a:gd name="connsiteY3" fmla="*/ 185213 h 185213"/>
                    <a:gd name="connsiteX4" fmla="*/ 322707 w 513873"/>
                    <a:gd name="connsiteY4" fmla="*/ 110537 h 185213"/>
                    <a:gd name="connsiteX5" fmla="*/ 243364 w 513873"/>
                    <a:gd name="connsiteY5" fmla="*/ 83677 h 185213"/>
                    <a:gd name="connsiteX6" fmla="*/ 36957 w 513873"/>
                    <a:gd name="connsiteY6" fmla="*/ 9858 h 185213"/>
                    <a:gd name="connsiteX7" fmla="*/ 0 w 513873"/>
                    <a:gd name="connsiteY7" fmla="*/ 142 h 185213"/>
                    <a:gd name="connsiteX8" fmla="*/ 18002 w 513873"/>
                    <a:gd name="connsiteY8" fmla="*/ 8810 h 185213"/>
                    <a:gd name="connsiteX9" fmla="*/ 42005 w 513873"/>
                    <a:gd name="connsiteY9" fmla="*/ 17954 h 185213"/>
                    <a:gd name="connsiteX10" fmla="*/ 87916 w 513873"/>
                    <a:gd name="connsiteY10" fmla="*/ 38147 h 185213"/>
                    <a:gd name="connsiteX11" fmla="*/ 180308 w 513873"/>
                    <a:gd name="connsiteY11" fmla="*/ 80629 h 185213"/>
                    <a:gd name="connsiteX12" fmla="*/ 234220 w 513873"/>
                    <a:gd name="connsiteY12" fmla="*/ 100250 h 185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13873" h="185213">
                      <a:moveTo>
                        <a:pt x="234220" y="100250"/>
                      </a:moveTo>
                      <a:cubicBezTo>
                        <a:pt x="259842" y="107870"/>
                        <a:pt x="286226" y="113014"/>
                        <a:pt x="312134" y="119491"/>
                      </a:cubicBezTo>
                      <a:cubicBezTo>
                        <a:pt x="332232" y="124444"/>
                        <a:pt x="352044" y="130159"/>
                        <a:pt x="371856" y="136159"/>
                      </a:cubicBezTo>
                      <a:cubicBezTo>
                        <a:pt x="419767" y="150733"/>
                        <a:pt x="467106" y="167116"/>
                        <a:pt x="513874" y="185213"/>
                      </a:cubicBezTo>
                      <a:cubicBezTo>
                        <a:pt x="459391" y="143208"/>
                        <a:pt x="388620" y="130444"/>
                        <a:pt x="322707" y="110537"/>
                      </a:cubicBezTo>
                      <a:cubicBezTo>
                        <a:pt x="295942" y="102441"/>
                        <a:pt x="269653" y="93106"/>
                        <a:pt x="243364" y="83677"/>
                      </a:cubicBezTo>
                      <a:cubicBezTo>
                        <a:pt x="174593" y="59102"/>
                        <a:pt x="105728" y="34528"/>
                        <a:pt x="36957" y="9858"/>
                      </a:cubicBezTo>
                      <a:cubicBezTo>
                        <a:pt x="26194" y="6048"/>
                        <a:pt x="11430" y="-1096"/>
                        <a:pt x="0" y="142"/>
                      </a:cubicBezTo>
                      <a:cubicBezTo>
                        <a:pt x="1238" y="5667"/>
                        <a:pt x="13335" y="7096"/>
                        <a:pt x="18002" y="8810"/>
                      </a:cubicBezTo>
                      <a:cubicBezTo>
                        <a:pt x="26099" y="11668"/>
                        <a:pt x="34004" y="14716"/>
                        <a:pt x="42005" y="17954"/>
                      </a:cubicBezTo>
                      <a:cubicBezTo>
                        <a:pt x="57531" y="24241"/>
                        <a:pt x="72771" y="31099"/>
                        <a:pt x="87916" y="38147"/>
                      </a:cubicBezTo>
                      <a:cubicBezTo>
                        <a:pt x="118681" y="52435"/>
                        <a:pt x="148971" y="67579"/>
                        <a:pt x="180308" y="80629"/>
                      </a:cubicBezTo>
                      <a:cubicBezTo>
                        <a:pt x="197834" y="88058"/>
                        <a:pt x="215837" y="94726"/>
                        <a:pt x="234220" y="100250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63" name="Forme libre : forme 2762">
                  <a:extLst>
                    <a:ext uri="{FF2B5EF4-FFF2-40B4-BE49-F238E27FC236}">
                      <a16:creationId xmlns:a16="http://schemas.microsoft.com/office/drawing/2014/main" id="{7A807D9B-EAE8-45DC-A3D0-2045CBE4E0BF}"/>
                    </a:ext>
                  </a:extLst>
                </p:cNvPr>
                <p:cNvSpPr/>
                <p:nvPr/>
              </p:nvSpPr>
              <p:spPr>
                <a:xfrm>
                  <a:off x="4528851" y="2470117"/>
                  <a:ext cx="227838" cy="189071"/>
                </a:xfrm>
                <a:custGeom>
                  <a:avLst/>
                  <a:gdLst>
                    <a:gd name="connsiteX0" fmla="*/ 44958 w 227838"/>
                    <a:gd name="connsiteY0" fmla="*/ 34862 h 189071"/>
                    <a:gd name="connsiteX1" fmla="*/ 71438 w 227838"/>
                    <a:gd name="connsiteY1" fmla="*/ 56388 h 189071"/>
                    <a:gd name="connsiteX2" fmla="*/ 87439 w 227838"/>
                    <a:gd name="connsiteY2" fmla="*/ 72390 h 189071"/>
                    <a:gd name="connsiteX3" fmla="*/ 140970 w 227838"/>
                    <a:gd name="connsiteY3" fmla="*/ 128302 h 189071"/>
                    <a:gd name="connsiteX4" fmla="*/ 162020 w 227838"/>
                    <a:gd name="connsiteY4" fmla="*/ 152686 h 189071"/>
                    <a:gd name="connsiteX5" fmla="*/ 177451 w 227838"/>
                    <a:gd name="connsiteY5" fmla="*/ 171545 h 189071"/>
                    <a:gd name="connsiteX6" fmla="*/ 188976 w 227838"/>
                    <a:gd name="connsiteY6" fmla="*/ 176975 h 189071"/>
                    <a:gd name="connsiteX7" fmla="*/ 227838 w 227838"/>
                    <a:gd name="connsiteY7" fmla="*/ 189071 h 189071"/>
                    <a:gd name="connsiteX8" fmla="*/ 176498 w 227838"/>
                    <a:gd name="connsiteY8" fmla="*/ 146495 h 189071"/>
                    <a:gd name="connsiteX9" fmla="*/ 40767 w 227838"/>
                    <a:gd name="connsiteY9" fmla="*/ 27813 h 189071"/>
                    <a:gd name="connsiteX10" fmla="*/ 20193 w 227838"/>
                    <a:gd name="connsiteY10" fmla="*/ 13049 h 189071"/>
                    <a:gd name="connsiteX11" fmla="*/ 0 w 227838"/>
                    <a:gd name="connsiteY11" fmla="*/ 0 h 189071"/>
                    <a:gd name="connsiteX12" fmla="*/ 22574 w 227838"/>
                    <a:gd name="connsiteY12" fmla="*/ 17621 h 189071"/>
                    <a:gd name="connsiteX13" fmla="*/ 44958 w 227838"/>
                    <a:gd name="connsiteY13" fmla="*/ 34862 h 189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7838" h="189071">
                      <a:moveTo>
                        <a:pt x="44958" y="34862"/>
                      </a:moveTo>
                      <a:cubicBezTo>
                        <a:pt x="54007" y="41815"/>
                        <a:pt x="63055" y="48673"/>
                        <a:pt x="71438" y="56388"/>
                      </a:cubicBezTo>
                      <a:cubicBezTo>
                        <a:pt x="76962" y="61531"/>
                        <a:pt x="82201" y="66961"/>
                        <a:pt x="87439" y="72390"/>
                      </a:cubicBezTo>
                      <a:cubicBezTo>
                        <a:pt x="105251" y="91059"/>
                        <a:pt x="123158" y="109633"/>
                        <a:pt x="140970" y="128302"/>
                      </a:cubicBezTo>
                      <a:cubicBezTo>
                        <a:pt x="148399" y="136112"/>
                        <a:pt x="155924" y="143923"/>
                        <a:pt x="162020" y="152686"/>
                      </a:cubicBezTo>
                      <a:cubicBezTo>
                        <a:pt x="166688" y="159353"/>
                        <a:pt x="170688" y="166878"/>
                        <a:pt x="177451" y="171545"/>
                      </a:cubicBezTo>
                      <a:cubicBezTo>
                        <a:pt x="180975" y="174022"/>
                        <a:pt x="184976" y="175546"/>
                        <a:pt x="188976" y="176975"/>
                      </a:cubicBezTo>
                      <a:cubicBezTo>
                        <a:pt x="201739" y="181642"/>
                        <a:pt x="214694" y="185642"/>
                        <a:pt x="227838" y="189071"/>
                      </a:cubicBezTo>
                      <a:cubicBezTo>
                        <a:pt x="207359" y="180022"/>
                        <a:pt x="191929" y="162782"/>
                        <a:pt x="176498" y="146495"/>
                      </a:cubicBezTo>
                      <a:cubicBezTo>
                        <a:pt x="135064" y="102870"/>
                        <a:pt x="89249" y="63437"/>
                        <a:pt x="40767" y="27813"/>
                      </a:cubicBezTo>
                      <a:cubicBezTo>
                        <a:pt x="33909" y="22860"/>
                        <a:pt x="27051" y="17907"/>
                        <a:pt x="20193" y="13049"/>
                      </a:cubicBezTo>
                      <a:cubicBezTo>
                        <a:pt x="15335" y="9620"/>
                        <a:pt x="5620" y="191"/>
                        <a:pt x="0" y="0"/>
                      </a:cubicBezTo>
                      <a:cubicBezTo>
                        <a:pt x="5905" y="6763"/>
                        <a:pt x="15335" y="12097"/>
                        <a:pt x="22574" y="17621"/>
                      </a:cubicBezTo>
                      <a:cubicBezTo>
                        <a:pt x="30004" y="23431"/>
                        <a:pt x="37529" y="29146"/>
                        <a:pt x="44958" y="34862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64" name="Forme libre : forme 2763">
                  <a:extLst>
                    <a:ext uri="{FF2B5EF4-FFF2-40B4-BE49-F238E27FC236}">
                      <a16:creationId xmlns:a16="http://schemas.microsoft.com/office/drawing/2014/main" id="{8C60CFA0-E932-4117-9989-8641BEDBD233}"/>
                    </a:ext>
                  </a:extLst>
                </p:cNvPr>
                <p:cNvSpPr/>
                <p:nvPr/>
              </p:nvSpPr>
              <p:spPr>
                <a:xfrm>
                  <a:off x="4506670" y="2602620"/>
                  <a:ext cx="239488" cy="86803"/>
                </a:xfrm>
                <a:custGeom>
                  <a:avLst/>
                  <a:gdLst>
                    <a:gd name="connsiteX0" fmla="*/ 13800 w 239488"/>
                    <a:gd name="connsiteY0" fmla="*/ 58759 h 86803"/>
                    <a:gd name="connsiteX1" fmla="*/ 18657 w 239488"/>
                    <a:gd name="connsiteY1" fmla="*/ 46091 h 86803"/>
                    <a:gd name="connsiteX2" fmla="*/ 19133 w 239488"/>
                    <a:gd name="connsiteY2" fmla="*/ 29136 h 86803"/>
                    <a:gd name="connsiteX3" fmla="*/ 20086 w 239488"/>
                    <a:gd name="connsiteY3" fmla="*/ 11229 h 86803"/>
                    <a:gd name="connsiteX4" fmla="*/ 22086 w 239488"/>
                    <a:gd name="connsiteY4" fmla="*/ 4371 h 86803"/>
                    <a:gd name="connsiteX5" fmla="*/ 38850 w 239488"/>
                    <a:gd name="connsiteY5" fmla="*/ 847 h 86803"/>
                    <a:gd name="connsiteX6" fmla="*/ 70188 w 239488"/>
                    <a:gd name="connsiteY6" fmla="*/ 13801 h 86803"/>
                    <a:gd name="connsiteX7" fmla="*/ 153817 w 239488"/>
                    <a:gd name="connsiteY7" fmla="*/ 47519 h 86803"/>
                    <a:gd name="connsiteX8" fmla="*/ 233065 w 239488"/>
                    <a:gd name="connsiteY8" fmla="*/ 75047 h 86803"/>
                    <a:gd name="connsiteX9" fmla="*/ 239161 w 239488"/>
                    <a:gd name="connsiteY9" fmla="*/ 83619 h 86803"/>
                    <a:gd name="connsiteX10" fmla="*/ 230684 w 239488"/>
                    <a:gd name="connsiteY10" fmla="*/ 86763 h 86803"/>
                    <a:gd name="connsiteX11" fmla="*/ 181249 w 239488"/>
                    <a:gd name="connsiteY11" fmla="*/ 83238 h 86803"/>
                    <a:gd name="connsiteX12" fmla="*/ 50566 w 239488"/>
                    <a:gd name="connsiteY12" fmla="*/ 85334 h 86803"/>
                    <a:gd name="connsiteX13" fmla="*/ 9799 w 239488"/>
                    <a:gd name="connsiteY13" fmla="*/ 80000 h 86803"/>
                    <a:gd name="connsiteX14" fmla="*/ 846 w 239488"/>
                    <a:gd name="connsiteY14" fmla="*/ 72475 h 86803"/>
                    <a:gd name="connsiteX15" fmla="*/ 13800 w 239488"/>
                    <a:gd name="connsiteY15" fmla="*/ 58759 h 86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39488" h="86803">
                      <a:moveTo>
                        <a:pt x="13800" y="58759"/>
                      </a:moveTo>
                      <a:cubicBezTo>
                        <a:pt x="16086" y="54854"/>
                        <a:pt x="17895" y="50568"/>
                        <a:pt x="18657" y="46091"/>
                      </a:cubicBezTo>
                      <a:cubicBezTo>
                        <a:pt x="19705" y="40471"/>
                        <a:pt x="19229" y="34756"/>
                        <a:pt x="19133" y="29136"/>
                      </a:cubicBezTo>
                      <a:cubicBezTo>
                        <a:pt x="19038" y="23136"/>
                        <a:pt x="19324" y="17230"/>
                        <a:pt x="20086" y="11229"/>
                      </a:cubicBezTo>
                      <a:cubicBezTo>
                        <a:pt x="20372" y="8848"/>
                        <a:pt x="20753" y="6372"/>
                        <a:pt x="22086" y="4371"/>
                      </a:cubicBezTo>
                      <a:cubicBezTo>
                        <a:pt x="25420" y="-677"/>
                        <a:pt x="32850" y="-582"/>
                        <a:pt x="38850" y="847"/>
                      </a:cubicBezTo>
                      <a:cubicBezTo>
                        <a:pt x="49804" y="3514"/>
                        <a:pt x="59996" y="8848"/>
                        <a:pt x="70188" y="13801"/>
                      </a:cubicBezTo>
                      <a:cubicBezTo>
                        <a:pt x="97239" y="27041"/>
                        <a:pt x="125147" y="38280"/>
                        <a:pt x="153817" y="47519"/>
                      </a:cubicBezTo>
                      <a:cubicBezTo>
                        <a:pt x="180487" y="56092"/>
                        <a:pt x="207824" y="62855"/>
                        <a:pt x="233065" y="75047"/>
                      </a:cubicBezTo>
                      <a:cubicBezTo>
                        <a:pt x="236589" y="76761"/>
                        <a:pt x="240685" y="80000"/>
                        <a:pt x="239161" y="83619"/>
                      </a:cubicBezTo>
                      <a:cubicBezTo>
                        <a:pt x="237923" y="86572"/>
                        <a:pt x="233922" y="86953"/>
                        <a:pt x="230684" y="86763"/>
                      </a:cubicBezTo>
                      <a:cubicBezTo>
                        <a:pt x="214206" y="85905"/>
                        <a:pt x="197727" y="83905"/>
                        <a:pt x="181249" y="83238"/>
                      </a:cubicBezTo>
                      <a:cubicBezTo>
                        <a:pt x="137720" y="81333"/>
                        <a:pt x="94000" y="88096"/>
                        <a:pt x="50566" y="85334"/>
                      </a:cubicBezTo>
                      <a:cubicBezTo>
                        <a:pt x="36850" y="84477"/>
                        <a:pt x="23229" y="82667"/>
                        <a:pt x="9799" y="80000"/>
                      </a:cubicBezTo>
                      <a:cubicBezTo>
                        <a:pt x="5227" y="79047"/>
                        <a:pt x="-2583" y="78476"/>
                        <a:pt x="846" y="72475"/>
                      </a:cubicBezTo>
                      <a:cubicBezTo>
                        <a:pt x="3703" y="67522"/>
                        <a:pt x="10561" y="64188"/>
                        <a:pt x="13800" y="58759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65" name="Forme libre : forme 2764">
                  <a:extLst>
                    <a:ext uri="{FF2B5EF4-FFF2-40B4-BE49-F238E27FC236}">
                      <a16:creationId xmlns:a16="http://schemas.microsoft.com/office/drawing/2014/main" id="{E0B0E294-2A90-47A2-8F2C-536359EE80ED}"/>
                    </a:ext>
                  </a:extLst>
                </p:cNvPr>
                <p:cNvSpPr/>
                <p:nvPr/>
              </p:nvSpPr>
              <p:spPr>
                <a:xfrm>
                  <a:off x="4516986" y="2492406"/>
                  <a:ext cx="147784" cy="115355"/>
                </a:xfrm>
                <a:custGeom>
                  <a:avLst/>
                  <a:gdLst>
                    <a:gd name="connsiteX0" fmla="*/ 21962 w 147784"/>
                    <a:gd name="connsiteY0" fmla="*/ 0 h 115355"/>
                    <a:gd name="connsiteX1" fmla="*/ 37297 w 147784"/>
                    <a:gd name="connsiteY1" fmla="*/ 9049 h 115355"/>
                    <a:gd name="connsiteX2" fmla="*/ 123403 w 147784"/>
                    <a:gd name="connsiteY2" fmla="*/ 82487 h 115355"/>
                    <a:gd name="connsiteX3" fmla="*/ 146358 w 147784"/>
                    <a:gd name="connsiteY3" fmla="*/ 107633 h 115355"/>
                    <a:gd name="connsiteX4" fmla="*/ 147692 w 147784"/>
                    <a:gd name="connsiteY4" fmla="*/ 112204 h 115355"/>
                    <a:gd name="connsiteX5" fmla="*/ 143310 w 147784"/>
                    <a:gd name="connsiteY5" fmla="*/ 115348 h 115355"/>
                    <a:gd name="connsiteX6" fmla="*/ 137786 w 147784"/>
                    <a:gd name="connsiteY6" fmla="*/ 113824 h 115355"/>
                    <a:gd name="connsiteX7" fmla="*/ 50441 w 147784"/>
                    <a:gd name="connsiteY7" fmla="*/ 80486 h 115355"/>
                    <a:gd name="connsiteX8" fmla="*/ 6341 w 147784"/>
                    <a:gd name="connsiteY8" fmla="*/ 66770 h 115355"/>
                    <a:gd name="connsiteX9" fmla="*/ 10055 w 147784"/>
                    <a:gd name="connsiteY9" fmla="*/ 41434 h 115355"/>
                    <a:gd name="connsiteX10" fmla="*/ 19295 w 147784"/>
                    <a:gd name="connsiteY10" fmla="*/ 21717 h 115355"/>
                    <a:gd name="connsiteX11" fmla="*/ 21962 w 147784"/>
                    <a:gd name="connsiteY11" fmla="*/ 0 h 115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7784" h="115355">
                      <a:moveTo>
                        <a:pt x="21962" y="0"/>
                      </a:moveTo>
                      <a:cubicBezTo>
                        <a:pt x="27772" y="1429"/>
                        <a:pt x="32630" y="5239"/>
                        <a:pt x="37297" y="9049"/>
                      </a:cubicBezTo>
                      <a:cubicBezTo>
                        <a:pt x="66634" y="32766"/>
                        <a:pt x="95399" y="57245"/>
                        <a:pt x="123403" y="82487"/>
                      </a:cubicBezTo>
                      <a:cubicBezTo>
                        <a:pt x="131880" y="90107"/>
                        <a:pt x="140357" y="97917"/>
                        <a:pt x="146358" y="107633"/>
                      </a:cubicBezTo>
                      <a:cubicBezTo>
                        <a:pt x="147215" y="108966"/>
                        <a:pt x="148073" y="110585"/>
                        <a:pt x="147692" y="112204"/>
                      </a:cubicBezTo>
                      <a:cubicBezTo>
                        <a:pt x="147311" y="114109"/>
                        <a:pt x="145215" y="115253"/>
                        <a:pt x="143310" y="115348"/>
                      </a:cubicBezTo>
                      <a:cubicBezTo>
                        <a:pt x="141405" y="115443"/>
                        <a:pt x="139500" y="114586"/>
                        <a:pt x="137786" y="113824"/>
                      </a:cubicBezTo>
                      <a:cubicBezTo>
                        <a:pt x="109211" y="101441"/>
                        <a:pt x="80064" y="90297"/>
                        <a:pt x="50441" y="80486"/>
                      </a:cubicBezTo>
                      <a:cubicBezTo>
                        <a:pt x="36440" y="75819"/>
                        <a:pt x="19485" y="73342"/>
                        <a:pt x="6341" y="66770"/>
                      </a:cubicBezTo>
                      <a:cubicBezTo>
                        <a:pt x="-7375" y="59912"/>
                        <a:pt x="4626" y="49435"/>
                        <a:pt x="10055" y="41434"/>
                      </a:cubicBezTo>
                      <a:cubicBezTo>
                        <a:pt x="14151" y="35338"/>
                        <a:pt x="17295" y="28670"/>
                        <a:pt x="19295" y="21717"/>
                      </a:cubicBezTo>
                      <a:cubicBezTo>
                        <a:pt x="19866" y="19717"/>
                        <a:pt x="24153" y="571"/>
                        <a:pt x="21962" y="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66" name="Forme libre : forme 2765">
                  <a:extLst>
                    <a:ext uri="{FF2B5EF4-FFF2-40B4-BE49-F238E27FC236}">
                      <a16:creationId xmlns:a16="http://schemas.microsoft.com/office/drawing/2014/main" id="{AE32C2D2-67BB-4C64-AE65-7E9545D39218}"/>
                    </a:ext>
                  </a:extLst>
                </p:cNvPr>
                <p:cNvSpPr/>
                <p:nvPr/>
              </p:nvSpPr>
              <p:spPr>
                <a:xfrm>
                  <a:off x="4596478" y="2449265"/>
                  <a:ext cx="221584" cy="200690"/>
                </a:xfrm>
                <a:custGeom>
                  <a:avLst/>
                  <a:gdLst>
                    <a:gd name="connsiteX0" fmla="*/ 37815 w 221584"/>
                    <a:gd name="connsiteY0" fmla="*/ 8565 h 200690"/>
                    <a:gd name="connsiteX1" fmla="*/ 45245 w 221584"/>
                    <a:gd name="connsiteY1" fmla="*/ 659 h 200690"/>
                    <a:gd name="connsiteX2" fmla="*/ 61914 w 221584"/>
                    <a:gd name="connsiteY2" fmla="*/ 7993 h 200690"/>
                    <a:gd name="connsiteX3" fmla="*/ 133637 w 221584"/>
                    <a:gd name="connsiteY3" fmla="*/ 120484 h 200690"/>
                    <a:gd name="connsiteX4" fmla="*/ 217076 w 221584"/>
                    <a:gd name="connsiteY4" fmla="*/ 191826 h 200690"/>
                    <a:gd name="connsiteX5" fmla="*/ 221076 w 221584"/>
                    <a:gd name="connsiteY5" fmla="*/ 195350 h 200690"/>
                    <a:gd name="connsiteX6" fmla="*/ 220219 w 221584"/>
                    <a:gd name="connsiteY6" fmla="*/ 200208 h 200690"/>
                    <a:gd name="connsiteX7" fmla="*/ 217266 w 221584"/>
                    <a:gd name="connsiteY7" fmla="*/ 200684 h 200690"/>
                    <a:gd name="connsiteX8" fmla="*/ 141733 w 221584"/>
                    <a:gd name="connsiteY8" fmla="*/ 181539 h 200690"/>
                    <a:gd name="connsiteX9" fmla="*/ 123255 w 221584"/>
                    <a:gd name="connsiteY9" fmla="*/ 165823 h 200690"/>
                    <a:gd name="connsiteX10" fmla="*/ 12574 w 221584"/>
                    <a:gd name="connsiteY10" fmla="*/ 54476 h 200690"/>
                    <a:gd name="connsiteX11" fmla="*/ 1 w 221584"/>
                    <a:gd name="connsiteY11" fmla="*/ 43141 h 200690"/>
                    <a:gd name="connsiteX12" fmla="*/ 10002 w 221584"/>
                    <a:gd name="connsiteY12" fmla="*/ 33806 h 200690"/>
                    <a:gd name="connsiteX13" fmla="*/ 37815 w 221584"/>
                    <a:gd name="connsiteY13" fmla="*/ 8565 h 200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1584" h="200690">
                      <a:moveTo>
                        <a:pt x="37815" y="8565"/>
                      </a:moveTo>
                      <a:cubicBezTo>
                        <a:pt x="39815" y="5517"/>
                        <a:pt x="41911" y="2088"/>
                        <a:pt x="45245" y="659"/>
                      </a:cubicBezTo>
                      <a:cubicBezTo>
                        <a:pt x="51246" y="-1817"/>
                        <a:pt x="57627" y="3136"/>
                        <a:pt x="61914" y="7993"/>
                      </a:cubicBezTo>
                      <a:cubicBezTo>
                        <a:pt x="91631" y="41141"/>
                        <a:pt x="106586" y="85051"/>
                        <a:pt x="133637" y="120484"/>
                      </a:cubicBezTo>
                      <a:cubicBezTo>
                        <a:pt x="156021" y="149726"/>
                        <a:pt x="186024" y="172109"/>
                        <a:pt x="217076" y="191826"/>
                      </a:cubicBezTo>
                      <a:cubicBezTo>
                        <a:pt x="218600" y="192779"/>
                        <a:pt x="220219" y="193826"/>
                        <a:pt x="221076" y="195350"/>
                      </a:cubicBezTo>
                      <a:cubicBezTo>
                        <a:pt x="221933" y="196970"/>
                        <a:pt x="221743" y="199256"/>
                        <a:pt x="220219" y="200208"/>
                      </a:cubicBezTo>
                      <a:cubicBezTo>
                        <a:pt x="219362" y="200780"/>
                        <a:pt x="218219" y="200684"/>
                        <a:pt x="217266" y="200684"/>
                      </a:cubicBezTo>
                      <a:cubicBezTo>
                        <a:pt x="190977" y="199827"/>
                        <a:pt x="163545" y="196303"/>
                        <a:pt x="141733" y="181539"/>
                      </a:cubicBezTo>
                      <a:cubicBezTo>
                        <a:pt x="135065" y="176967"/>
                        <a:pt x="129065" y="171538"/>
                        <a:pt x="123255" y="165823"/>
                      </a:cubicBezTo>
                      <a:cubicBezTo>
                        <a:pt x="85916" y="128866"/>
                        <a:pt x="57437" y="81812"/>
                        <a:pt x="12574" y="54476"/>
                      </a:cubicBezTo>
                      <a:cubicBezTo>
                        <a:pt x="8764" y="52189"/>
                        <a:pt x="1" y="48475"/>
                        <a:pt x="1" y="43141"/>
                      </a:cubicBezTo>
                      <a:cubicBezTo>
                        <a:pt x="-94" y="38188"/>
                        <a:pt x="6478" y="35711"/>
                        <a:pt x="10002" y="33806"/>
                      </a:cubicBezTo>
                      <a:cubicBezTo>
                        <a:pt x="21051" y="27806"/>
                        <a:pt x="30767" y="19138"/>
                        <a:pt x="37815" y="8565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67" name="Forme libre : forme 2766">
                  <a:extLst>
                    <a:ext uri="{FF2B5EF4-FFF2-40B4-BE49-F238E27FC236}">
                      <a16:creationId xmlns:a16="http://schemas.microsoft.com/office/drawing/2014/main" id="{A98BB020-B486-45E6-9202-F0E1B375588F}"/>
                    </a:ext>
                  </a:extLst>
                </p:cNvPr>
                <p:cNvSpPr/>
                <p:nvPr/>
              </p:nvSpPr>
              <p:spPr>
                <a:xfrm>
                  <a:off x="4794542" y="2696900"/>
                  <a:ext cx="323621" cy="132223"/>
                </a:xfrm>
                <a:custGeom>
                  <a:avLst/>
                  <a:gdLst>
                    <a:gd name="connsiteX0" fmla="*/ 126644 w 323621"/>
                    <a:gd name="connsiteY0" fmla="*/ 36202 h 132223"/>
                    <a:gd name="connsiteX1" fmla="*/ 161506 w 323621"/>
                    <a:gd name="connsiteY1" fmla="*/ 45918 h 132223"/>
                    <a:gd name="connsiteX2" fmla="*/ 221894 w 323621"/>
                    <a:gd name="connsiteY2" fmla="*/ 75636 h 132223"/>
                    <a:gd name="connsiteX3" fmla="*/ 323621 w 323621"/>
                    <a:gd name="connsiteY3" fmla="*/ 123927 h 132223"/>
                    <a:gd name="connsiteX4" fmla="*/ 306191 w 323621"/>
                    <a:gd name="connsiteY4" fmla="*/ 132214 h 132223"/>
                    <a:gd name="connsiteX5" fmla="*/ 172650 w 323621"/>
                    <a:gd name="connsiteY5" fmla="*/ 93352 h 132223"/>
                    <a:gd name="connsiteX6" fmla="*/ 113405 w 323621"/>
                    <a:gd name="connsiteY6" fmla="*/ 61062 h 132223"/>
                    <a:gd name="connsiteX7" fmla="*/ 37871 w 323621"/>
                    <a:gd name="connsiteY7" fmla="*/ 22677 h 132223"/>
                    <a:gd name="connsiteX8" fmla="*/ 17964 w 323621"/>
                    <a:gd name="connsiteY8" fmla="*/ 17152 h 132223"/>
                    <a:gd name="connsiteX9" fmla="*/ 1295 w 323621"/>
                    <a:gd name="connsiteY9" fmla="*/ 11437 h 132223"/>
                    <a:gd name="connsiteX10" fmla="*/ 2057 w 323621"/>
                    <a:gd name="connsiteY10" fmla="*/ 3055 h 132223"/>
                    <a:gd name="connsiteX11" fmla="*/ 12535 w 323621"/>
                    <a:gd name="connsiteY11" fmla="*/ 388 h 132223"/>
                    <a:gd name="connsiteX12" fmla="*/ 85877 w 323621"/>
                    <a:gd name="connsiteY12" fmla="*/ 22296 h 132223"/>
                    <a:gd name="connsiteX13" fmla="*/ 126644 w 323621"/>
                    <a:gd name="connsiteY13" fmla="*/ 36202 h 132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23621" h="132223">
                      <a:moveTo>
                        <a:pt x="126644" y="36202"/>
                      </a:moveTo>
                      <a:cubicBezTo>
                        <a:pt x="138265" y="39441"/>
                        <a:pt x="150076" y="42012"/>
                        <a:pt x="161506" y="45918"/>
                      </a:cubicBezTo>
                      <a:cubicBezTo>
                        <a:pt x="182747" y="53157"/>
                        <a:pt x="202178" y="64968"/>
                        <a:pt x="221894" y="75636"/>
                      </a:cubicBezTo>
                      <a:cubicBezTo>
                        <a:pt x="254851" y="93543"/>
                        <a:pt x="289236" y="108783"/>
                        <a:pt x="323621" y="123927"/>
                      </a:cubicBezTo>
                      <a:cubicBezTo>
                        <a:pt x="321526" y="130500"/>
                        <a:pt x="313049" y="132119"/>
                        <a:pt x="306191" y="132214"/>
                      </a:cubicBezTo>
                      <a:cubicBezTo>
                        <a:pt x="259423" y="132690"/>
                        <a:pt x="214560" y="114402"/>
                        <a:pt x="172650" y="93352"/>
                      </a:cubicBezTo>
                      <a:cubicBezTo>
                        <a:pt x="152552" y="83256"/>
                        <a:pt x="132836" y="72492"/>
                        <a:pt x="113405" y="61062"/>
                      </a:cubicBezTo>
                      <a:cubicBezTo>
                        <a:pt x="89021" y="46680"/>
                        <a:pt x="64922" y="31154"/>
                        <a:pt x="37871" y="22677"/>
                      </a:cubicBezTo>
                      <a:cubicBezTo>
                        <a:pt x="31299" y="20581"/>
                        <a:pt x="24536" y="18962"/>
                        <a:pt x="17964" y="17152"/>
                      </a:cubicBezTo>
                      <a:cubicBezTo>
                        <a:pt x="13583" y="15914"/>
                        <a:pt x="4439" y="14866"/>
                        <a:pt x="1295" y="11437"/>
                      </a:cubicBezTo>
                      <a:cubicBezTo>
                        <a:pt x="-991" y="8961"/>
                        <a:pt x="57" y="5436"/>
                        <a:pt x="2057" y="3055"/>
                      </a:cubicBezTo>
                      <a:cubicBezTo>
                        <a:pt x="5010" y="-469"/>
                        <a:pt x="8344" y="-279"/>
                        <a:pt x="12535" y="388"/>
                      </a:cubicBezTo>
                      <a:cubicBezTo>
                        <a:pt x="37871" y="4293"/>
                        <a:pt x="61970" y="13533"/>
                        <a:pt x="85877" y="22296"/>
                      </a:cubicBezTo>
                      <a:cubicBezTo>
                        <a:pt x="99308" y="27439"/>
                        <a:pt x="112833" y="32297"/>
                        <a:pt x="126644" y="36202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68" name="Forme libre : forme 2767">
                  <a:extLst>
                    <a:ext uri="{FF2B5EF4-FFF2-40B4-BE49-F238E27FC236}">
                      <a16:creationId xmlns:a16="http://schemas.microsoft.com/office/drawing/2014/main" id="{6B57F375-2DFB-4C2D-A7E4-37D1088BE397}"/>
                    </a:ext>
                  </a:extLst>
                </p:cNvPr>
                <p:cNvSpPr/>
                <p:nvPr/>
              </p:nvSpPr>
              <p:spPr>
                <a:xfrm>
                  <a:off x="4958740" y="2824819"/>
                  <a:ext cx="133218" cy="74979"/>
                </a:xfrm>
                <a:custGeom>
                  <a:avLst/>
                  <a:gdLst>
                    <a:gd name="connsiteX0" fmla="*/ 62839 w 133218"/>
                    <a:gd name="connsiteY0" fmla="*/ 26299 h 74979"/>
                    <a:gd name="connsiteX1" fmla="*/ 109131 w 133218"/>
                    <a:gd name="connsiteY1" fmla="*/ 41348 h 74979"/>
                    <a:gd name="connsiteX2" fmla="*/ 127514 w 133218"/>
                    <a:gd name="connsiteY2" fmla="*/ 54397 h 74979"/>
                    <a:gd name="connsiteX3" fmla="*/ 132753 w 133218"/>
                    <a:gd name="connsiteY3" fmla="*/ 68113 h 74979"/>
                    <a:gd name="connsiteX4" fmla="*/ 133039 w 133218"/>
                    <a:gd name="connsiteY4" fmla="*/ 72114 h 74979"/>
                    <a:gd name="connsiteX5" fmla="*/ 128657 w 133218"/>
                    <a:gd name="connsiteY5" fmla="*/ 74971 h 74979"/>
                    <a:gd name="connsiteX6" fmla="*/ 123418 w 133218"/>
                    <a:gd name="connsiteY6" fmla="*/ 73352 h 74979"/>
                    <a:gd name="connsiteX7" fmla="*/ 111702 w 133218"/>
                    <a:gd name="connsiteY7" fmla="*/ 64208 h 74979"/>
                    <a:gd name="connsiteX8" fmla="*/ 40265 w 133218"/>
                    <a:gd name="connsiteY8" fmla="*/ 24298 h 74979"/>
                    <a:gd name="connsiteX9" fmla="*/ 3499 w 133218"/>
                    <a:gd name="connsiteY9" fmla="*/ 6106 h 74979"/>
                    <a:gd name="connsiteX10" fmla="*/ 4165 w 133218"/>
                    <a:gd name="connsiteY10" fmla="*/ 10 h 74979"/>
                    <a:gd name="connsiteX11" fmla="*/ 20453 w 133218"/>
                    <a:gd name="connsiteY11" fmla="*/ 8106 h 74979"/>
                    <a:gd name="connsiteX12" fmla="*/ 62839 w 133218"/>
                    <a:gd name="connsiteY12" fmla="*/ 26299 h 74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218" h="74979">
                      <a:moveTo>
                        <a:pt x="62839" y="26299"/>
                      </a:moveTo>
                      <a:cubicBezTo>
                        <a:pt x="78270" y="31347"/>
                        <a:pt x="94176" y="35157"/>
                        <a:pt x="109131" y="41348"/>
                      </a:cubicBezTo>
                      <a:cubicBezTo>
                        <a:pt x="116179" y="44301"/>
                        <a:pt x="123323" y="48016"/>
                        <a:pt x="127514" y="54397"/>
                      </a:cubicBezTo>
                      <a:cubicBezTo>
                        <a:pt x="130181" y="58493"/>
                        <a:pt x="131515" y="63351"/>
                        <a:pt x="132753" y="68113"/>
                      </a:cubicBezTo>
                      <a:cubicBezTo>
                        <a:pt x="133134" y="69447"/>
                        <a:pt x="133419" y="70876"/>
                        <a:pt x="133039" y="72114"/>
                      </a:cubicBezTo>
                      <a:cubicBezTo>
                        <a:pt x="132467" y="73828"/>
                        <a:pt x="130562" y="74876"/>
                        <a:pt x="128657" y="74971"/>
                      </a:cubicBezTo>
                      <a:cubicBezTo>
                        <a:pt x="126847" y="75067"/>
                        <a:pt x="125038" y="74305"/>
                        <a:pt x="123418" y="73352"/>
                      </a:cubicBezTo>
                      <a:cubicBezTo>
                        <a:pt x="119132" y="70971"/>
                        <a:pt x="115513" y="67447"/>
                        <a:pt x="111702" y="64208"/>
                      </a:cubicBezTo>
                      <a:cubicBezTo>
                        <a:pt x="90843" y="46206"/>
                        <a:pt x="65125" y="35443"/>
                        <a:pt x="40265" y="24298"/>
                      </a:cubicBezTo>
                      <a:cubicBezTo>
                        <a:pt x="27787" y="18679"/>
                        <a:pt x="15309" y="13059"/>
                        <a:pt x="3499" y="6106"/>
                      </a:cubicBezTo>
                      <a:cubicBezTo>
                        <a:pt x="-407" y="3820"/>
                        <a:pt x="-2121" y="391"/>
                        <a:pt x="4165" y="10"/>
                      </a:cubicBezTo>
                      <a:cubicBezTo>
                        <a:pt x="9214" y="-276"/>
                        <a:pt x="16072" y="5820"/>
                        <a:pt x="20453" y="8106"/>
                      </a:cubicBezTo>
                      <a:cubicBezTo>
                        <a:pt x="34074" y="15440"/>
                        <a:pt x="48266" y="21536"/>
                        <a:pt x="62839" y="26299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769" name="Forme libre : forme 2768">
                <a:extLst>
                  <a:ext uri="{FF2B5EF4-FFF2-40B4-BE49-F238E27FC236}">
                    <a16:creationId xmlns:a16="http://schemas.microsoft.com/office/drawing/2014/main" id="{190B8FC1-B0DF-49D9-9C51-632EC470DB2A}"/>
                  </a:ext>
                </a:extLst>
              </p:cNvPr>
              <p:cNvSpPr/>
              <p:nvPr/>
            </p:nvSpPr>
            <p:spPr>
              <a:xfrm>
                <a:off x="4529476" y="2652322"/>
                <a:ext cx="121676" cy="26760"/>
              </a:xfrm>
              <a:custGeom>
                <a:avLst/>
                <a:gdLst>
                  <a:gd name="connsiteX0" fmla="*/ 54239 w 121676"/>
                  <a:gd name="connsiteY0" fmla="*/ 26393 h 26760"/>
                  <a:gd name="connsiteX1" fmla="*/ 112056 w 121676"/>
                  <a:gd name="connsiteY1" fmla="*/ 22202 h 26760"/>
                  <a:gd name="connsiteX2" fmla="*/ 121676 w 121676"/>
                  <a:gd name="connsiteY2" fmla="*/ 17534 h 26760"/>
                  <a:gd name="connsiteX3" fmla="*/ 97959 w 121676"/>
                  <a:gd name="connsiteY3" fmla="*/ 14486 h 26760"/>
                  <a:gd name="connsiteX4" fmla="*/ 70432 w 121676"/>
                  <a:gd name="connsiteY4" fmla="*/ 10105 h 26760"/>
                  <a:gd name="connsiteX5" fmla="*/ 14710 w 121676"/>
                  <a:gd name="connsiteY5" fmla="*/ 104 h 26760"/>
                  <a:gd name="connsiteX6" fmla="*/ 328 w 121676"/>
                  <a:gd name="connsiteY6" fmla="*/ 12010 h 26760"/>
                  <a:gd name="connsiteX7" fmla="*/ 20521 w 121676"/>
                  <a:gd name="connsiteY7" fmla="*/ 25059 h 26760"/>
                  <a:gd name="connsiteX8" fmla="*/ 54239 w 121676"/>
                  <a:gd name="connsiteY8" fmla="*/ 26393 h 2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676" h="26760">
                    <a:moveTo>
                      <a:pt x="54239" y="26393"/>
                    </a:moveTo>
                    <a:cubicBezTo>
                      <a:pt x="73575" y="25631"/>
                      <a:pt x="92911" y="24869"/>
                      <a:pt x="112056" y="22202"/>
                    </a:cubicBezTo>
                    <a:cubicBezTo>
                      <a:pt x="115675" y="21726"/>
                      <a:pt x="119866" y="20773"/>
                      <a:pt x="121676" y="17534"/>
                    </a:cubicBezTo>
                    <a:cubicBezTo>
                      <a:pt x="113771" y="16487"/>
                      <a:pt x="105865" y="15439"/>
                      <a:pt x="97959" y="14486"/>
                    </a:cubicBezTo>
                    <a:cubicBezTo>
                      <a:pt x="88720" y="13248"/>
                      <a:pt x="79576" y="12105"/>
                      <a:pt x="70432" y="10105"/>
                    </a:cubicBezTo>
                    <a:cubicBezTo>
                      <a:pt x="52048" y="6200"/>
                      <a:pt x="33760" y="-944"/>
                      <a:pt x="14710" y="104"/>
                    </a:cubicBezTo>
                    <a:cubicBezTo>
                      <a:pt x="7376" y="485"/>
                      <a:pt x="-1863" y="2580"/>
                      <a:pt x="328" y="12010"/>
                    </a:cubicBezTo>
                    <a:cubicBezTo>
                      <a:pt x="2328" y="20868"/>
                      <a:pt x="12901" y="23535"/>
                      <a:pt x="20521" y="25059"/>
                    </a:cubicBezTo>
                    <a:cubicBezTo>
                      <a:pt x="31665" y="27250"/>
                      <a:pt x="43095" y="26869"/>
                      <a:pt x="54239" y="26393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70" name="Forme libre : forme 2769">
                <a:extLst>
                  <a:ext uri="{FF2B5EF4-FFF2-40B4-BE49-F238E27FC236}">
                    <a16:creationId xmlns:a16="http://schemas.microsoft.com/office/drawing/2014/main" id="{5B8C5BB4-9718-49B9-A12B-47C828652667}"/>
                  </a:ext>
                </a:extLst>
              </p:cNvPr>
              <p:cNvSpPr/>
              <p:nvPr/>
            </p:nvSpPr>
            <p:spPr>
              <a:xfrm>
                <a:off x="4537368" y="2529523"/>
                <a:ext cx="54539" cy="29853"/>
              </a:xfrm>
              <a:custGeom>
                <a:avLst/>
                <a:gdLst>
                  <a:gd name="connsiteX0" fmla="*/ 49681 w 54539"/>
                  <a:gd name="connsiteY0" fmla="*/ 29844 h 29853"/>
                  <a:gd name="connsiteX1" fmla="*/ 54539 w 54539"/>
                  <a:gd name="connsiteY1" fmla="*/ 27272 h 29853"/>
                  <a:gd name="connsiteX2" fmla="*/ 52920 w 54539"/>
                  <a:gd name="connsiteY2" fmla="*/ 24795 h 29853"/>
                  <a:gd name="connsiteX3" fmla="*/ 1390 w 54539"/>
                  <a:gd name="connsiteY3" fmla="*/ 6127 h 29853"/>
                  <a:gd name="connsiteX4" fmla="*/ 49681 w 54539"/>
                  <a:gd name="connsiteY4" fmla="*/ 29844 h 29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539" h="29853">
                    <a:moveTo>
                      <a:pt x="49681" y="29844"/>
                    </a:moveTo>
                    <a:cubicBezTo>
                      <a:pt x="51777" y="29939"/>
                      <a:pt x="54539" y="29367"/>
                      <a:pt x="54539" y="27272"/>
                    </a:cubicBezTo>
                    <a:cubicBezTo>
                      <a:pt x="54539" y="26224"/>
                      <a:pt x="53682" y="25462"/>
                      <a:pt x="52920" y="24795"/>
                    </a:cubicBezTo>
                    <a:cubicBezTo>
                      <a:pt x="43109" y="16032"/>
                      <a:pt x="14153" y="-12352"/>
                      <a:pt x="1390" y="6127"/>
                    </a:cubicBezTo>
                    <a:cubicBezTo>
                      <a:pt x="-8897" y="20700"/>
                      <a:pt x="41014" y="29367"/>
                      <a:pt x="49681" y="29844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71" name="Forme libre : forme 2770">
                <a:extLst>
                  <a:ext uri="{FF2B5EF4-FFF2-40B4-BE49-F238E27FC236}">
                    <a16:creationId xmlns:a16="http://schemas.microsoft.com/office/drawing/2014/main" id="{AB5DF143-C43D-41AE-939F-A4F59BAD8FDF}"/>
                  </a:ext>
                </a:extLst>
              </p:cNvPr>
              <p:cNvSpPr/>
              <p:nvPr/>
            </p:nvSpPr>
            <p:spPr>
              <a:xfrm>
                <a:off x="4630075" y="2473588"/>
                <a:ext cx="53948" cy="66789"/>
              </a:xfrm>
              <a:custGeom>
                <a:avLst/>
                <a:gdLst>
                  <a:gd name="connsiteX0" fmla="*/ 18601 w 53948"/>
                  <a:gd name="connsiteY0" fmla="*/ 37296 h 66789"/>
                  <a:gd name="connsiteX1" fmla="*/ 46319 w 53948"/>
                  <a:gd name="connsiteY1" fmla="*/ 65490 h 66789"/>
                  <a:gd name="connsiteX2" fmla="*/ 50701 w 53948"/>
                  <a:gd name="connsiteY2" fmla="*/ 66728 h 66789"/>
                  <a:gd name="connsiteX3" fmla="*/ 53939 w 53948"/>
                  <a:gd name="connsiteY3" fmla="*/ 62347 h 66789"/>
                  <a:gd name="connsiteX4" fmla="*/ 52605 w 53948"/>
                  <a:gd name="connsiteY4" fmla="*/ 56727 h 66789"/>
                  <a:gd name="connsiteX5" fmla="*/ 15363 w 53948"/>
                  <a:gd name="connsiteY5" fmla="*/ 2339 h 66789"/>
                  <a:gd name="connsiteX6" fmla="*/ 123 w 53948"/>
                  <a:gd name="connsiteY6" fmla="*/ 5387 h 66789"/>
                  <a:gd name="connsiteX7" fmla="*/ 18601 w 53948"/>
                  <a:gd name="connsiteY7" fmla="*/ 37296 h 66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948" h="66789">
                    <a:moveTo>
                      <a:pt x="18601" y="37296"/>
                    </a:moveTo>
                    <a:cubicBezTo>
                      <a:pt x="26412" y="48059"/>
                      <a:pt x="34794" y="58727"/>
                      <a:pt x="46319" y="65490"/>
                    </a:cubicBezTo>
                    <a:cubicBezTo>
                      <a:pt x="47653" y="66252"/>
                      <a:pt x="49177" y="67014"/>
                      <a:pt x="50701" y="66728"/>
                    </a:cubicBezTo>
                    <a:cubicBezTo>
                      <a:pt x="52605" y="66347"/>
                      <a:pt x="53844" y="64347"/>
                      <a:pt x="53939" y="62347"/>
                    </a:cubicBezTo>
                    <a:cubicBezTo>
                      <a:pt x="54034" y="60441"/>
                      <a:pt x="53368" y="58536"/>
                      <a:pt x="52605" y="56727"/>
                    </a:cubicBezTo>
                    <a:cubicBezTo>
                      <a:pt x="45366" y="38820"/>
                      <a:pt x="34032" y="11102"/>
                      <a:pt x="15363" y="2339"/>
                    </a:cubicBezTo>
                    <a:cubicBezTo>
                      <a:pt x="10029" y="-138"/>
                      <a:pt x="1456" y="-2423"/>
                      <a:pt x="123" y="5387"/>
                    </a:cubicBezTo>
                    <a:cubicBezTo>
                      <a:pt x="-1496" y="15007"/>
                      <a:pt x="13362" y="30152"/>
                      <a:pt x="18601" y="37296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72" name="Forme libre : forme 2771">
                <a:extLst>
                  <a:ext uri="{FF2B5EF4-FFF2-40B4-BE49-F238E27FC236}">
                    <a16:creationId xmlns:a16="http://schemas.microsoft.com/office/drawing/2014/main" id="{23BF7EFD-57A3-48AD-BB37-E6C2B371EEFD}"/>
                  </a:ext>
                </a:extLst>
              </p:cNvPr>
              <p:cNvSpPr/>
              <p:nvPr/>
            </p:nvSpPr>
            <p:spPr>
              <a:xfrm>
                <a:off x="4640865" y="2603753"/>
                <a:ext cx="165163" cy="75152"/>
              </a:xfrm>
              <a:custGeom>
                <a:avLst/>
                <a:gdLst>
                  <a:gd name="connsiteX0" fmla="*/ 69532 w 165163"/>
                  <a:gd name="connsiteY0" fmla="*/ 40576 h 75152"/>
                  <a:gd name="connsiteX1" fmla="*/ 42386 w 165163"/>
                  <a:gd name="connsiteY1" fmla="*/ 0 h 75152"/>
                  <a:gd name="connsiteX2" fmla="*/ 78772 w 165163"/>
                  <a:gd name="connsiteY2" fmla="*/ 39433 h 75152"/>
                  <a:gd name="connsiteX3" fmla="*/ 128111 w 165163"/>
                  <a:gd name="connsiteY3" fmla="*/ 63341 h 75152"/>
                  <a:gd name="connsiteX4" fmla="*/ 165163 w 165163"/>
                  <a:gd name="connsiteY4" fmla="*/ 75152 h 75152"/>
                  <a:gd name="connsiteX5" fmla="*/ 65341 w 165163"/>
                  <a:gd name="connsiteY5" fmla="*/ 46768 h 75152"/>
                  <a:gd name="connsiteX6" fmla="*/ 15907 w 165163"/>
                  <a:gd name="connsiteY6" fmla="*/ 26956 h 75152"/>
                  <a:gd name="connsiteX7" fmla="*/ 0 w 165163"/>
                  <a:gd name="connsiteY7" fmla="*/ 20383 h 75152"/>
                  <a:gd name="connsiteX8" fmla="*/ 12573 w 165163"/>
                  <a:gd name="connsiteY8" fmla="*/ 23336 h 75152"/>
                  <a:gd name="connsiteX9" fmla="*/ 31051 w 165163"/>
                  <a:gd name="connsiteY9" fmla="*/ 29813 h 75152"/>
                  <a:gd name="connsiteX10" fmla="*/ 69532 w 165163"/>
                  <a:gd name="connsiteY10" fmla="*/ 40576 h 75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5163" h="75152">
                    <a:moveTo>
                      <a:pt x="69532" y="40576"/>
                    </a:moveTo>
                    <a:cubicBezTo>
                      <a:pt x="62579" y="25813"/>
                      <a:pt x="53340" y="12097"/>
                      <a:pt x="42386" y="0"/>
                    </a:cubicBezTo>
                    <a:cubicBezTo>
                      <a:pt x="57340" y="10001"/>
                      <a:pt x="65437" y="27432"/>
                      <a:pt x="78772" y="39433"/>
                    </a:cubicBezTo>
                    <a:cubicBezTo>
                      <a:pt x="92392" y="51816"/>
                      <a:pt x="110585" y="57721"/>
                      <a:pt x="128111" y="63341"/>
                    </a:cubicBezTo>
                    <a:cubicBezTo>
                      <a:pt x="140494" y="67246"/>
                      <a:pt x="152781" y="71247"/>
                      <a:pt x="165163" y="75152"/>
                    </a:cubicBezTo>
                    <a:cubicBezTo>
                      <a:pt x="130969" y="69628"/>
                      <a:pt x="97726" y="59055"/>
                      <a:pt x="65341" y="46768"/>
                    </a:cubicBezTo>
                    <a:cubicBezTo>
                      <a:pt x="48768" y="40481"/>
                      <a:pt x="32385" y="33718"/>
                      <a:pt x="15907" y="26956"/>
                    </a:cubicBezTo>
                    <a:cubicBezTo>
                      <a:pt x="10668" y="24670"/>
                      <a:pt x="5239" y="22860"/>
                      <a:pt x="0" y="20383"/>
                    </a:cubicBezTo>
                    <a:cubicBezTo>
                      <a:pt x="4763" y="19717"/>
                      <a:pt x="8287" y="21717"/>
                      <a:pt x="12573" y="23336"/>
                    </a:cubicBezTo>
                    <a:cubicBezTo>
                      <a:pt x="18669" y="25717"/>
                      <a:pt x="24860" y="27813"/>
                      <a:pt x="31051" y="29813"/>
                    </a:cubicBezTo>
                    <a:cubicBezTo>
                      <a:pt x="43910" y="34100"/>
                      <a:pt x="56674" y="37624"/>
                      <a:pt x="69532" y="40576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773" name="Graphique 11">
              <a:extLst>
                <a:ext uri="{FF2B5EF4-FFF2-40B4-BE49-F238E27FC236}">
                  <a16:creationId xmlns:a16="http://schemas.microsoft.com/office/drawing/2014/main" id="{7BACA388-6B8A-4EDA-A258-6B7AE23C68D5}"/>
                </a:ext>
              </a:extLst>
            </p:cNvPr>
            <p:cNvGrpSpPr/>
            <p:nvPr/>
          </p:nvGrpSpPr>
          <p:grpSpPr>
            <a:xfrm>
              <a:off x="7038271" y="3939364"/>
              <a:ext cx="809556" cy="606802"/>
              <a:chOff x="7038271" y="3939364"/>
              <a:chExt cx="809556" cy="606802"/>
            </a:xfrm>
            <a:solidFill>
              <a:schemeClr val="accent1"/>
            </a:solidFill>
          </p:grpSpPr>
          <p:grpSp>
            <p:nvGrpSpPr>
              <p:cNvPr id="2774" name="Graphique 11">
                <a:extLst>
                  <a:ext uri="{FF2B5EF4-FFF2-40B4-BE49-F238E27FC236}">
                    <a16:creationId xmlns:a16="http://schemas.microsoft.com/office/drawing/2014/main" id="{F2CD515D-5D2A-4EE2-8699-DB831D7A0573}"/>
                  </a:ext>
                </a:extLst>
              </p:cNvPr>
              <p:cNvGrpSpPr/>
              <p:nvPr/>
            </p:nvGrpSpPr>
            <p:grpSpPr>
              <a:xfrm>
                <a:off x="7038271" y="3939364"/>
                <a:ext cx="809556" cy="606802"/>
                <a:chOff x="7038271" y="3939364"/>
                <a:chExt cx="809556" cy="606802"/>
              </a:xfrm>
              <a:solidFill>
                <a:schemeClr val="accent1"/>
              </a:solidFill>
            </p:grpSpPr>
            <p:sp>
              <p:nvSpPr>
                <p:cNvPr id="2775" name="Forme libre : forme 2774">
                  <a:extLst>
                    <a:ext uri="{FF2B5EF4-FFF2-40B4-BE49-F238E27FC236}">
                      <a16:creationId xmlns:a16="http://schemas.microsoft.com/office/drawing/2014/main" id="{715D2E02-7C8B-4D10-94E9-A3A519811291}"/>
                    </a:ext>
                  </a:extLst>
                </p:cNvPr>
                <p:cNvSpPr/>
                <p:nvPr/>
              </p:nvSpPr>
              <p:spPr>
                <a:xfrm>
                  <a:off x="7038271" y="3939364"/>
                  <a:ext cx="724889" cy="556911"/>
                </a:xfrm>
                <a:custGeom>
                  <a:avLst/>
                  <a:gdLst>
                    <a:gd name="connsiteX0" fmla="*/ 724890 w 724889"/>
                    <a:gd name="connsiteY0" fmla="*/ 239062 h 556911"/>
                    <a:gd name="connsiteX1" fmla="*/ 557059 w 724889"/>
                    <a:gd name="connsiteY1" fmla="*/ 221155 h 556911"/>
                    <a:gd name="connsiteX2" fmla="*/ 354843 w 724889"/>
                    <a:gd name="connsiteY2" fmla="*/ 176674 h 556911"/>
                    <a:gd name="connsiteX3" fmla="*/ 112908 w 724889"/>
                    <a:gd name="connsiteY3" fmla="*/ 41514 h 556911"/>
                    <a:gd name="connsiteX4" fmla="*/ 61283 w 724889"/>
                    <a:gd name="connsiteY4" fmla="*/ 2652 h 556911"/>
                    <a:gd name="connsiteX5" fmla="*/ 55853 w 724889"/>
                    <a:gd name="connsiteY5" fmla="*/ 59230 h 556911"/>
                    <a:gd name="connsiteX6" fmla="*/ 50234 w 724889"/>
                    <a:gd name="connsiteY6" fmla="*/ 69041 h 556911"/>
                    <a:gd name="connsiteX7" fmla="*/ 4037 w 724889"/>
                    <a:gd name="connsiteY7" fmla="*/ 102188 h 556911"/>
                    <a:gd name="connsiteX8" fmla="*/ 63568 w 724889"/>
                    <a:gd name="connsiteY8" fmla="*/ 127334 h 556911"/>
                    <a:gd name="connsiteX9" fmla="*/ 302075 w 724889"/>
                    <a:gd name="connsiteY9" fmla="*/ 268495 h 556911"/>
                    <a:gd name="connsiteX10" fmla="*/ 442187 w 724889"/>
                    <a:gd name="connsiteY10" fmla="*/ 420895 h 556911"/>
                    <a:gd name="connsiteX11" fmla="*/ 542105 w 724889"/>
                    <a:gd name="connsiteY11" fmla="*/ 556912 h 556911"/>
                    <a:gd name="connsiteX12" fmla="*/ 689933 w 724889"/>
                    <a:gd name="connsiteY12" fmla="*/ 432229 h 556911"/>
                    <a:gd name="connsiteX13" fmla="*/ 724890 w 724889"/>
                    <a:gd name="connsiteY13" fmla="*/ 239062 h 556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24889" h="556911">
                      <a:moveTo>
                        <a:pt x="724890" y="239062"/>
                      </a:moveTo>
                      <a:cubicBezTo>
                        <a:pt x="724890" y="239062"/>
                        <a:pt x="667358" y="222679"/>
                        <a:pt x="557059" y="221155"/>
                      </a:cubicBezTo>
                      <a:cubicBezTo>
                        <a:pt x="446855" y="219536"/>
                        <a:pt x="421327" y="212488"/>
                        <a:pt x="354843" y="176674"/>
                      </a:cubicBezTo>
                      <a:cubicBezTo>
                        <a:pt x="288359" y="140860"/>
                        <a:pt x="126434" y="49610"/>
                        <a:pt x="112908" y="41514"/>
                      </a:cubicBezTo>
                      <a:cubicBezTo>
                        <a:pt x="99287" y="33418"/>
                        <a:pt x="68331" y="17416"/>
                        <a:pt x="61283" y="2652"/>
                      </a:cubicBezTo>
                      <a:cubicBezTo>
                        <a:pt x="54234" y="-12112"/>
                        <a:pt x="38708" y="38657"/>
                        <a:pt x="55853" y="59230"/>
                      </a:cubicBezTo>
                      <a:lnTo>
                        <a:pt x="50234" y="69041"/>
                      </a:lnTo>
                      <a:cubicBezTo>
                        <a:pt x="23849" y="64564"/>
                        <a:pt x="-12155" y="103426"/>
                        <a:pt x="4037" y="102188"/>
                      </a:cubicBezTo>
                      <a:cubicBezTo>
                        <a:pt x="20325" y="100855"/>
                        <a:pt x="49758" y="119619"/>
                        <a:pt x="63568" y="127334"/>
                      </a:cubicBezTo>
                      <a:cubicBezTo>
                        <a:pt x="77475" y="134954"/>
                        <a:pt x="237686" y="229061"/>
                        <a:pt x="302075" y="268495"/>
                      </a:cubicBezTo>
                      <a:cubicBezTo>
                        <a:pt x="366464" y="307928"/>
                        <a:pt x="385323" y="326407"/>
                        <a:pt x="442187" y="420895"/>
                      </a:cubicBezTo>
                      <a:cubicBezTo>
                        <a:pt x="498956" y="515383"/>
                        <a:pt x="542105" y="556912"/>
                        <a:pt x="542105" y="556912"/>
                      </a:cubicBezTo>
                      <a:lnTo>
                        <a:pt x="689933" y="432229"/>
                      </a:lnTo>
                      <a:lnTo>
                        <a:pt x="724890" y="239062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776" name="Graphique 11">
                  <a:extLst>
                    <a:ext uri="{FF2B5EF4-FFF2-40B4-BE49-F238E27FC236}">
                      <a16:creationId xmlns:a16="http://schemas.microsoft.com/office/drawing/2014/main" id="{38059CE3-E788-4F25-9790-69D71FC2EC3E}"/>
                    </a:ext>
                  </a:extLst>
                </p:cNvPr>
                <p:cNvGrpSpPr/>
                <p:nvPr/>
              </p:nvGrpSpPr>
              <p:grpSpPr>
                <a:xfrm>
                  <a:off x="7635063" y="4278394"/>
                  <a:ext cx="196984" cy="188004"/>
                  <a:chOff x="7635063" y="4278394"/>
                  <a:chExt cx="196984" cy="188004"/>
                </a:xfrm>
                <a:solidFill>
                  <a:schemeClr val="accent1"/>
                </a:solidFill>
              </p:grpSpPr>
              <p:sp>
                <p:nvSpPr>
                  <p:cNvPr id="2777" name="Forme libre : forme 2776">
                    <a:extLst>
                      <a:ext uri="{FF2B5EF4-FFF2-40B4-BE49-F238E27FC236}">
                        <a16:creationId xmlns:a16="http://schemas.microsoft.com/office/drawing/2014/main" id="{CCC39ACB-A995-4F55-8311-FD44E23758D5}"/>
                      </a:ext>
                    </a:extLst>
                  </p:cNvPr>
                  <p:cNvSpPr/>
                  <p:nvPr/>
                </p:nvSpPr>
                <p:spPr>
                  <a:xfrm rot="-3605671">
                    <a:off x="7669163" y="4295811"/>
                    <a:ext cx="128785" cy="153171"/>
                  </a:xfrm>
                  <a:custGeom>
                    <a:avLst/>
                    <a:gdLst>
                      <a:gd name="connsiteX0" fmla="*/ 128786 w 128785"/>
                      <a:gd name="connsiteY0" fmla="*/ 76585 h 153171"/>
                      <a:gd name="connsiteX1" fmla="*/ 64393 w 128785"/>
                      <a:gd name="connsiteY1" fmla="*/ 153171 h 153171"/>
                      <a:gd name="connsiteX2" fmla="*/ 0 w 128785"/>
                      <a:gd name="connsiteY2" fmla="*/ 76585 h 153171"/>
                      <a:gd name="connsiteX3" fmla="*/ 64393 w 128785"/>
                      <a:gd name="connsiteY3" fmla="*/ 0 h 153171"/>
                      <a:gd name="connsiteX4" fmla="*/ 128786 w 128785"/>
                      <a:gd name="connsiteY4" fmla="*/ 76585 h 15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5" h="153171">
                        <a:moveTo>
                          <a:pt x="128786" y="76585"/>
                        </a:moveTo>
                        <a:cubicBezTo>
                          <a:pt x="128786" y="118882"/>
                          <a:pt x="99956" y="153171"/>
                          <a:pt x="64393" y="153171"/>
                        </a:cubicBezTo>
                        <a:cubicBezTo>
                          <a:pt x="28830" y="153171"/>
                          <a:pt x="0" y="118882"/>
                          <a:pt x="0" y="76585"/>
                        </a:cubicBezTo>
                        <a:cubicBezTo>
                          <a:pt x="0" y="34288"/>
                          <a:pt x="28830" y="0"/>
                          <a:pt x="64393" y="0"/>
                        </a:cubicBezTo>
                        <a:cubicBezTo>
                          <a:pt x="99956" y="0"/>
                          <a:pt x="128786" y="34288"/>
                          <a:pt x="128786" y="76585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6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78" name="Forme libre : forme 2777">
                    <a:extLst>
                      <a:ext uri="{FF2B5EF4-FFF2-40B4-BE49-F238E27FC236}">
                        <a16:creationId xmlns:a16="http://schemas.microsoft.com/office/drawing/2014/main" id="{46BBF402-7363-4393-B02E-C6871CC3C97B}"/>
                      </a:ext>
                    </a:extLst>
                  </p:cNvPr>
                  <p:cNvSpPr/>
                  <p:nvPr/>
                </p:nvSpPr>
                <p:spPr>
                  <a:xfrm>
                    <a:off x="7659306" y="4304924"/>
                    <a:ext cx="95566" cy="134486"/>
                  </a:xfrm>
                  <a:custGeom>
                    <a:avLst/>
                    <a:gdLst>
                      <a:gd name="connsiteX0" fmla="*/ 74136 w 95566"/>
                      <a:gd name="connsiteY0" fmla="*/ 134487 h 134486"/>
                      <a:gd name="connsiteX1" fmla="*/ 63849 w 95566"/>
                      <a:gd name="connsiteY1" fmla="*/ 129439 h 134486"/>
                      <a:gd name="connsiteX2" fmla="*/ 29559 w 95566"/>
                      <a:gd name="connsiteY2" fmla="*/ 35427 h 134486"/>
                      <a:gd name="connsiteX3" fmla="*/ 95567 w 95566"/>
                      <a:gd name="connsiteY3" fmla="*/ 6757 h 134486"/>
                      <a:gd name="connsiteX4" fmla="*/ 7366 w 95566"/>
                      <a:gd name="connsiteY4" fmla="*/ 29426 h 134486"/>
                      <a:gd name="connsiteX5" fmla="*/ 41656 w 95566"/>
                      <a:gd name="connsiteY5" fmla="*/ 123438 h 134486"/>
                      <a:gd name="connsiteX6" fmla="*/ 74136 w 95566"/>
                      <a:gd name="connsiteY6" fmla="*/ 134487 h 134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5566" h="134486">
                        <a:moveTo>
                          <a:pt x="74136" y="134487"/>
                        </a:moveTo>
                        <a:cubicBezTo>
                          <a:pt x="70707" y="133058"/>
                          <a:pt x="67183" y="131439"/>
                          <a:pt x="63849" y="129439"/>
                        </a:cubicBezTo>
                        <a:cubicBezTo>
                          <a:pt x="27177" y="108388"/>
                          <a:pt x="12033" y="66383"/>
                          <a:pt x="29559" y="35427"/>
                        </a:cubicBezTo>
                        <a:cubicBezTo>
                          <a:pt x="43275" y="11234"/>
                          <a:pt x="71945" y="-292"/>
                          <a:pt x="95567" y="6757"/>
                        </a:cubicBezTo>
                        <a:cubicBezTo>
                          <a:pt x="61277" y="-7626"/>
                          <a:pt x="23463" y="1423"/>
                          <a:pt x="7366" y="29426"/>
                        </a:cubicBezTo>
                        <a:cubicBezTo>
                          <a:pt x="-10351" y="60287"/>
                          <a:pt x="4985" y="102388"/>
                          <a:pt x="41656" y="123438"/>
                        </a:cubicBezTo>
                        <a:cubicBezTo>
                          <a:pt x="52133" y="129439"/>
                          <a:pt x="63278" y="133058"/>
                          <a:pt x="74136" y="134487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79" name="Forme libre : forme 2778">
                    <a:extLst>
                      <a:ext uri="{FF2B5EF4-FFF2-40B4-BE49-F238E27FC236}">
                        <a16:creationId xmlns:a16="http://schemas.microsoft.com/office/drawing/2014/main" id="{3E0F7CC0-F124-41E0-A2C7-0DC65C741DBB}"/>
                      </a:ext>
                    </a:extLst>
                  </p:cNvPr>
                  <p:cNvSpPr/>
                  <p:nvPr/>
                </p:nvSpPr>
                <p:spPr>
                  <a:xfrm rot="-2324420">
                    <a:off x="7738389" y="4332068"/>
                    <a:ext cx="59246" cy="74867"/>
                  </a:xfrm>
                  <a:custGeom>
                    <a:avLst/>
                    <a:gdLst>
                      <a:gd name="connsiteX0" fmla="*/ 59246 w 59246"/>
                      <a:gd name="connsiteY0" fmla="*/ 37434 h 74867"/>
                      <a:gd name="connsiteX1" fmla="*/ 29623 w 59246"/>
                      <a:gd name="connsiteY1" fmla="*/ 74868 h 74867"/>
                      <a:gd name="connsiteX2" fmla="*/ 0 w 59246"/>
                      <a:gd name="connsiteY2" fmla="*/ 37434 h 74867"/>
                      <a:gd name="connsiteX3" fmla="*/ 29623 w 59246"/>
                      <a:gd name="connsiteY3" fmla="*/ 0 h 74867"/>
                      <a:gd name="connsiteX4" fmla="*/ 59246 w 59246"/>
                      <a:gd name="connsiteY4" fmla="*/ 37434 h 74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6" h="74867">
                        <a:moveTo>
                          <a:pt x="59246" y="37434"/>
                        </a:moveTo>
                        <a:cubicBezTo>
                          <a:pt x="59246" y="58108"/>
                          <a:pt x="45984" y="74868"/>
                          <a:pt x="29623" y="74868"/>
                        </a:cubicBezTo>
                        <a:cubicBezTo>
                          <a:pt x="13263" y="74868"/>
                          <a:pt x="0" y="58108"/>
                          <a:pt x="0" y="37434"/>
                        </a:cubicBezTo>
                        <a:cubicBezTo>
                          <a:pt x="0" y="16760"/>
                          <a:pt x="13263" y="0"/>
                          <a:pt x="29623" y="0"/>
                        </a:cubicBezTo>
                        <a:cubicBezTo>
                          <a:pt x="45984" y="0"/>
                          <a:pt x="59246" y="16760"/>
                          <a:pt x="59246" y="3743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80" name="Forme libre : forme 2779">
                    <a:extLst>
                      <a:ext uri="{FF2B5EF4-FFF2-40B4-BE49-F238E27FC236}">
                        <a16:creationId xmlns:a16="http://schemas.microsoft.com/office/drawing/2014/main" id="{DF00FB5D-A2D8-4BE0-9A15-927DAEE28D87}"/>
                      </a:ext>
                    </a:extLst>
                  </p:cNvPr>
                  <p:cNvSpPr/>
                  <p:nvPr/>
                </p:nvSpPr>
                <p:spPr>
                  <a:xfrm>
                    <a:off x="7771923" y="4393882"/>
                    <a:ext cx="17907" cy="17906"/>
                  </a:xfrm>
                  <a:custGeom>
                    <a:avLst/>
                    <a:gdLst>
                      <a:gd name="connsiteX0" fmla="*/ 17907 w 17907"/>
                      <a:gd name="connsiteY0" fmla="*/ 8953 h 17906"/>
                      <a:gd name="connsiteX1" fmla="*/ 8954 w 17907"/>
                      <a:gd name="connsiteY1" fmla="*/ 17907 h 17906"/>
                      <a:gd name="connsiteX2" fmla="*/ 0 w 17907"/>
                      <a:gd name="connsiteY2" fmla="*/ 8953 h 17906"/>
                      <a:gd name="connsiteX3" fmla="*/ 8954 w 17907"/>
                      <a:gd name="connsiteY3" fmla="*/ 0 h 17906"/>
                      <a:gd name="connsiteX4" fmla="*/ 17907 w 17907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7" h="17906">
                        <a:moveTo>
                          <a:pt x="17907" y="8953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9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781" name="Graphique 11">
                  <a:extLst>
                    <a:ext uri="{FF2B5EF4-FFF2-40B4-BE49-F238E27FC236}">
                      <a16:creationId xmlns:a16="http://schemas.microsoft.com/office/drawing/2014/main" id="{8C906703-01DA-4C31-BA6F-5C2572F24A04}"/>
                    </a:ext>
                  </a:extLst>
                </p:cNvPr>
                <p:cNvGrpSpPr/>
                <p:nvPr/>
              </p:nvGrpSpPr>
              <p:grpSpPr>
                <a:xfrm>
                  <a:off x="7650843" y="4148090"/>
                  <a:ext cx="196984" cy="188004"/>
                  <a:chOff x="7650843" y="4148090"/>
                  <a:chExt cx="196984" cy="188004"/>
                </a:xfrm>
                <a:solidFill>
                  <a:schemeClr val="accent1"/>
                </a:solidFill>
              </p:grpSpPr>
              <p:sp>
                <p:nvSpPr>
                  <p:cNvPr id="2782" name="Forme libre : forme 2781">
                    <a:extLst>
                      <a:ext uri="{FF2B5EF4-FFF2-40B4-BE49-F238E27FC236}">
                        <a16:creationId xmlns:a16="http://schemas.microsoft.com/office/drawing/2014/main" id="{50E8B140-832D-416D-9A20-7D3B7C52A081}"/>
                      </a:ext>
                    </a:extLst>
                  </p:cNvPr>
                  <p:cNvSpPr/>
                  <p:nvPr/>
                </p:nvSpPr>
                <p:spPr>
                  <a:xfrm rot="-3605671">
                    <a:off x="7684942" y="4165506"/>
                    <a:ext cx="128785" cy="153171"/>
                  </a:xfrm>
                  <a:custGeom>
                    <a:avLst/>
                    <a:gdLst>
                      <a:gd name="connsiteX0" fmla="*/ 128785 w 128785"/>
                      <a:gd name="connsiteY0" fmla="*/ 76585 h 153171"/>
                      <a:gd name="connsiteX1" fmla="*/ 64393 w 128785"/>
                      <a:gd name="connsiteY1" fmla="*/ 153171 h 153171"/>
                      <a:gd name="connsiteX2" fmla="*/ 0 w 128785"/>
                      <a:gd name="connsiteY2" fmla="*/ 76585 h 153171"/>
                      <a:gd name="connsiteX3" fmla="*/ 64393 w 128785"/>
                      <a:gd name="connsiteY3" fmla="*/ 0 h 153171"/>
                      <a:gd name="connsiteX4" fmla="*/ 128785 w 128785"/>
                      <a:gd name="connsiteY4" fmla="*/ 76585 h 15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5" h="153171">
                        <a:moveTo>
                          <a:pt x="128785" y="76585"/>
                        </a:moveTo>
                        <a:cubicBezTo>
                          <a:pt x="128785" y="118882"/>
                          <a:pt x="99956" y="153171"/>
                          <a:pt x="64393" y="153171"/>
                        </a:cubicBezTo>
                        <a:cubicBezTo>
                          <a:pt x="28829" y="153171"/>
                          <a:pt x="0" y="118882"/>
                          <a:pt x="0" y="76585"/>
                        </a:cubicBezTo>
                        <a:cubicBezTo>
                          <a:pt x="0" y="34288"/>
                          <a:pt x="28829" y="0"/>
                          <a:pt x="64393" y="0"/>
                        </a:cubicBezTo>
                        <a:cubicBezTo>
                          <a:pt x="99956" y="0"/>
                          <a:pt x="128785" y="34288"/>
                          <a:pt x="128785" y="76585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6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83" name="Forme libre : forme 2782">
                    <a:extLst>
                      <a:ext uri="{FF2B5EF4-FFF2-40B4-BE49-F238E27FC236}">
                        <a16:creationId xmlns:a16="http://schemas.microsoft.com/office/drawing/2014/main" id="{0D3AF921-ED82-4E45-B0C4-784C39F1B130}"/>
                      </a:ext>
                    </a:extLst>
                  </p:cNvPr>
                  <p:cNvSpPr/>
                  <p:nvPr/>
                </p:nvSpPr>
                <p:spPr>
                  <a:xfrm>
                    <a:off x="7675213" y="4174527"/>
                    <a:ext cx="95567" cy="134487"/>
                  </a:xfrm>
                  <a:custGeom>
                    <a:avLst/>
                    <a:gdLst>
                      <a:gd name="connsiteX0" fmla="*/ 74136 w 95567"/>
                      <a:gd name="connsiteY0" fmla="*/ 134487 h 134487"/>
                      <a:gd name="connsiteX1" fmla="*/ 63849 w 95567"/>
                      <a:gd name="connsiteY1" fmla="*/ 129439 h 134487"/>
                      <a:gd name="connsiteX2" fmla="*/ 29559 w 95567"/>
                      <a:gd name="connsiteY2" fmla="*/ 35427 h 134487"/>
                      <a:gd name="connsiteX3" fmla="*/ 95567 w 95567"/>
                      <a:gd name="connsiteY3" fmla="*/ 6757 h 134487"/>
                      <a:gd name="connsiteX4" fmla="*/ 7366 w 95567"/>
                      <a:gd name="connsiteY4" fmla="*/ 29426 h 134487"/>
                      <a:gd name="connsiteX5" fmla="*/ 41655 w 95567"/>
                      <a:gd name="connsiteY5" fmla="*/ 123438 h 134487"/>
                      <a:gd name="connsiteX6" fmla="*/ 74136 w 95567"/>
                      <a:gd name="connsiteY6" fmla="*/ 134487 h 134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5567" h="134487">
                        <a:moveTo>
                          <a:pt x="74136" y="134487"/>
                        </a:moveTo>
                        <a:cubicBezTo>
                          <a:pt x="70707" y="133058"/>
                          <a:pt x="67182" y="131439"/>
                          <a:pt x="63849" y="129439"/>
                        </a:cubicBezTo>
                        <a:cubicBezTo>
                          <a:pt x="27178" y="108388"/>
                          <a:pt x="12033" y="66383"/>
                          <a:pt x="29559" y="35427"/>
                        </a:cubicBezTo>
                        <a:cubicBezTo>
                          <a:pt x="43275" y="11234"/>
                          <a:pt x="71945" y="-292"/>
                          <a:pt x="95567" y="6757"/>
                        </a:cubicBezTo>
                        <a:cubicBezTo>
                          <a:pt x="61277" y="-7626"/>
                          <a:pt x="23463" y="1423"/>
                          <a:pt x="7366" y="29426"/>
                        </a:cubicBezTo>
                        <a:cubicBezTo>
                          <a:pt x="-10351" y="60287"/>
                          <a:pt x="4984" y="102388"/>
                          <a:pt x="41655" y="123438"/>
                        </a:cubicBezTo>
                        <a:cubicBezTo>
                          <a:pt x="52133" y="129534"/>
                          <a:pt x="63182" y="133058"/>
                          <a:pt x="74136" y="134487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84" name="Forme libre : forme 2783">
                    <a:extLst>
                      <a:ext uri="{FF2B5EF4-FFF2-40B4-BE49-F238E27FC236}">
                        <a16:creationId xmlns:a16="http://schemas.microsoft.com/office/drawing/2014/main" id="{F778F378-BF0D-4EF8-9F3C-1FA09B53D987}"/>
                      </a:ext>
                    </a:extLst>
                  </p:cNvPr>
                  <p:cNvSpPr/>
                  <p:nvPr/>
                </p:nvSpPr>
                <p:spPr>
                  <a:xfrm rot="-2324420">
                    <a:off x="7754232" y="4201803"/>
                    <a:ext cx="59246" cy="74867"/>
                  </a:xfrm>
                  <a:custGeom>
                    <a:avLst/>
                    <a:gdLst>
                      <a:gd name="connsiteX0" fmla="*/ 59246 w 59246"/>
                      <a:gd name="connsiteY0" fmla="*/ 37434 h 74867"/>
                      <a:gd name="connsiteX1" fmla="*/ 29623 w 59246"/>
                      <a:gd name="connsiteY1" fmla="*/ 74867 h 74867"/>
                      <a:gd name="connsiteX2" fmla="*/ 0 w 59246"/>
                      <a:gd name="connsiteY2" fmla="*/ 37434 h 74867"/>
                      <a:gd name="connsiteX3" fmla="*/ 29623 w 59246"/>
                      <a:gd name="connsiteY3" fmla="*/ 0 h 74867"/>
                      <a:gd name="connsiteX4" fmla="*/ 59246 w 59246"/>
                      <a:gd name="connsiteY4" fmla="*/ 37434 h 74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6" h="74867">
                        <a:moveTo>
                          <a:pt x="59246" y="37434"/>
                        </a:moveTo>
                        <a:cubicBezTo>
                          <a:pt x="59246" y="58108"/>
                          <a:pt x="45983" y="74867"/>
                          <a:pt x="29623" y="74867"/>
                        </a:cubicBezTo>
                        <a:cubicBezTo>
                          <a:pt x="13263" y="74867"/>
                          <a:pt x="0" y="58108"/>
                          <a:pt x="0" y="37434"/>
                        </a:cubicBezTo>
                        <a:cubicBezTo>
                          <a:pt x="0" y="16760"/>
                          <a:pt x="13263" y="0"/>
                          <a:pt x="29623" y="0"/>
                        </a:cubicBezTo>
                        <a:cubicBezTo>
                          <a:pt x="45983" y="0"/>
                          <a:pt x="59246" y="16760"/>
                          <a:pt x="59246" y="3743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85" name="Forme libre : forme 2784">
                    <a:extLst>
                      <a:ext uri="{FF2B5EF4-FFF2-40B4-BE49-F238E27FC236}">
                        <a16:creationId xmlns:a16="http://schemas.microsoft.com/office/drawing/2014/main" id="{83790C1E-8137-4B82-9026-0C691CE43821}"/>
                      </a:ext>
                    </a:extLst>
                  </p:cNvPr>
                  <p:cNvSpPr/>
                  <p:nvPr/>
                </p:nvSpPr>
                <p:spPr>
                  <a:xfrm>
                    <a:off x="7787830" y="4263484"/>
                    <a:ext cx="17907" cy="17906"/>
                  </a:xfrm>
                  <a:custGeom>
                    <a:avLst/>
                    <a:gdLst>
                      <a:gd name="connsiteX0" fmla="*/ 17907 w 17907"/>
                      <a:gd name="connsiteY0" fmla="*/ 8953 h 17906"/>
                      <a:gd name="connsiteX1" fmla="*/ 8953 w 17907"/>
                      <a:gd name="connsiteY1" fmla="*/ 17907 h 17906"/>
                      <a:gd name="connsiteX2" fmla="*/ 0 w 17907"/>
                      <a:gd name="connsiteY2" fmla="*/ 8953 h 17906"/>
                      <a:gd name="connsiteX3" fmla="*/ 8953 w 17907"/>
                      <a:gd name="connsiteY3" fmla="*/ 0 h 17906"/>
                      <a:gd name="connsiteX4" fmla="*/ 17907 w 17907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7" h="17906">
                        <a:moveTo>
                          <a:pt x="17907" y="8953"/>
                        </a:moveTo>
                        <a:cubicBezTo>
                          <a:pt x="17907" y="13898"/>
                          <a:pt x="13899" y="17907"/>
                          <a:pt x="8953" y="17907"/>
                        </a:cubicBezTo>
                        <a:cubicBezTo>
                          <a:pt x="4008" y="17907"/>
                          <a:pt x="0" y="13898"/>
                          <a:pt x="0" y="8953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9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786" name="Graphique 11">
                  <a:extLst>
                    <a:ext uri="{FF2B5EF4-FFF2-40B4-BE49-F238E27FC236}">
                      <a16:creationId xmlns:a16="http://schemas.microsoft.com/office/drawing/2014/main" id="{35E16093-04F2-4F38-B516-3376A4942A57}"/>
                    </a:ext>
                  </a:extLst>
                </p:cNvPr>
                <p:cNvGrpSpPr/>
                <p:nvPr/>
              </p:nvGrpSpPr>
              <p:grpSpPr>
                <a:xfrm>
                  <a:off x="7530121" y="4358162"/>
                  <a:ext cx="196984" cy="188004"/>
                  <a:chOff x="7530121" y="4358162"/>
                  <a:chExt cx="196984" cy="188004"/>
                </a:xfrm>
                <a:solidFill>
                  <a:schemeClr val="accent1"/>
                </a:solidFill>
              </p:grpSpPr>
              <p:sp>
                <p:nvSpPr>
                  <p:cNvPr id="2787" name="Forme libre : forme 2786">
                    <a:extLst>
                      <a:ext uri="{FF2B5EF4-FFF2-40B4-BE49-F238E27FC236}">
                        <a16:creationId xmlns:a16="http://schemas.microsoft.com/office/drawing/2014/main" id="{86BBDBE3-2B93-45E8-99FA-4D11BB281229}"/>
                      </a:ext>
                    </a:extLst>
                  </p:cNvPr>
                  <p:cNvSpPr/>
                  <p:nvPr/>
                </p:nvSpPr>
                <p:spPr>
                  <a:xfrm rot="-3605671">
                    <a:off x="7564220" y="4375578"/>
                    <a:ext cx="128785" cy="153171"/>
                  </a:xfrm>
                  <a:custGeom>
                    <a:avLst/>
                    <a:gdLst>
                      <a:gd name="connsiteX0" fmla="*/ 128786 w 128785"/>
                      <a:gd name="connsiteY0" fmla="*/ 76585 h 153171"/>
                      <a:gd name="connsiteX1" fmla="*/ 64393 w 128785"/>
                      <a:gd name="connsiteY1" fmla="*/ 153171 h 153171"/>
                      <a:gd name="connsiteX2" fmla="*/ 0 w 128785"/>
                      <a:gd name="connsiteY2" fmla="*/ 76585 h 153171"/>
                      <a:gd name="connsiteX3" fmla="*/ 64393 w 128785"/>
                      <a:gd name="connsiteY3" fmla="*/ 0 h 153171"/>
                      <a:gd name="connsiteX4" fmla="*/ 128786 w 128785"/>
                      <a:gd name="connsiteY4" fmla="*/ 76585 h 15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5" h="153171">
                        <a:moveTo>
                          <a:pt x="128786" y="76585"/>
                        </a:moveTo>
                        <a:cubicBezTo>
                          <a:pt x="128786" y="118882"/>
                          <a:pt x="99956" y="153171"/>
                          <a:pt x="64393" y="153171"/>
                        </a:cubicBezTo>
                        <a:cubicBezTo>
                          <a:pt x="28829" y="153171"/>
                          <a:pt x="0" y="118882"/>
                          <a:pt x="0" y="76585"/>
                        </a:cubicBezTo>
                        <a:cubicBezTo>
                          <a:pt x="0" y="34288"/>
                          <a:pt x="28829" y="0"/>
                          <a:pt x="64393" y="0"/>
                        </a:cubicBezTo>
                        <a:cubicBezTo>
                          <a:pt x="99956" y="0"/>
                          <a:pt x="128786" y="34288"/>
                          <a:pt x="128786" y="76585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6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88" name="Forme libre : forme 2787">
                    <a:extLst>
                      <a:ext uri="{FF2B5EF4-FFF2-40B4-BE49-F238E27FC236}">
                        <a16:creationId xmlns:a16="http://schemas.microsoft.com/office/drawing/2014/main" id="{6D507C36-0D2E-42AB-AB0F-14F7D9773CDF}"/>
                      </a:ext>
                    </a:extLst>
                  </p:cNvPr>
                  <p:cNvSpPr/>
                  <p:nvPr/>
                </p:nvSpPr>
                <p:spPr>
                  <a:xfrm>
                    <a:off x="7554341" y="4384648"/>
                    <a:ext cx="95567" cy="134487"/>
                  </a:xfrm>
                  <a:custGeom>
                    <a:avLst/>
                    <a:gdLst>
                      <a:gd name="connsiteX0" fmla="*/ 74136 w 95567"/>
                      <a:gd name="connsiteY0" fmla="*/ 134487 h 134487"/>
                      <a:gd name="connsiteX1" fmla="*/ 63849 w 95567"/>
                      <a:gd name="connsiteY1" fmla="*/ 129439 h 134487"/>
                      <a:gd name="connsiteX2" fmla="*/ 29559 w 95567"/>
                      <a:gd name="connsiteY2" fmla="*/ 35427 h 134487"/>
                      <a:gd name="connsiteX3" fmla="*/ 95567 w 95567"/>
                      <a:gd name="connsiteY3" fmla="*/ 6757 h 134487"/>
                      <a:gd name="connsiteX4" fmla="*/ 7366 w 95567"/>
                      <a:gd name="connsiteY4" fmla="*/ 29426 h 134487"/>
                      <a:gd name="connsiteX5" fmla="*/ 41655 w 95567"/>
                      <a:gd name="connsiteY5" fmla="*/ 123438 h 134487"/>
                      <a:gd name="connsiteX6" fmla="*/ 74136 w 95567"/>
                      <a:gd name="connsiteY6" fmla="*/ 134487 h 134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5567" h="134487">
                        <a:moveTo>
                          <a:pt x="74136" y="134487"/>
                        </a:moveTo>
                        <a:cubicBezTo>
                          <a:pt x="70707" y="133058"/>
                          <a:pt x="67182" y="131439"/>
                          <a:pt x="63849" y="129439"/>
                        </a:cubicBezTo>
                        <a:cubicBezTo>
                          <a:pt x="27178" y="108388"/>
                          <a:pt x="12033" y="66383"/>
                          <a:pt x="29559" y="35427"/>
                        </a:cubicBezTo>
                        <a:cubicBezTo>
                          <a:pt x="43275" y="11234"/>
                          <a:pt x="71945" y="-292"/>
                          <a:pt x="95567" y="6757"/>
                        </a:cubicBezTo>
                        <a:cubicBezTo>
                          <a:pt x="61277" y="-7626"/>
                          <a:pt x="23463" y="1423"/>
                          <a:pt x="7366" y="29426"/>
                        </a:cubicBezTo>
                        <a:cubicBezTo>
                          <a:pt x="-10351" y="60287"/>
                          <a:pt x="4984" y="102388"/>
                          <a:pt x="41655" y="123438"/>
                        </a:cubicBezTo>
                        <a:cubicBezTo>
                          <a:pt x="52229" y="129439"/>
                          <a:pt x="63277" y="133058"/>
                          <a:pt x="74136" y="134487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89" name="Forme libre : forme 2788">
                    <a:extLst>
                      <a:ext uri="{FF2B5EF4-FFF2-40B4-BE49-F238E27FC236}">
                        <a16:creationId xmlns:a16="http://schemas.microsoft.com/office/drawing/2014/main" id="{638ADF65-832E-4BED-B696-3F192C771FD9}"/>
                      </a:ext>
                    </a:extLst>
                  </p:cNvPr>
                  <p:cNvSpPr/>
                  <p:nvPr/>
                </p:nvSpPr>
                <p:spPr>
                  <a:xfrm rot="-2324420">
                    <a:off x="7633431" y="4411819"/>
                    <a:ext cx="59246" cy="74867"/>
                  </a:xfrm>
                  <a:custGeom>
                    <a:avLst/>
                    <a:gdLst>
                      <a:gd name="connsiteX0" fmla="*/ 59246 w 59246"/>
                      <a:gd name="connsiteY0" fmla="*/ 37434 h 74867"/>
                      <a:gd name="connsiteX1" fmla="*/ 29623 w 59246"/>
                      <a:gd name="connsiteY1" fmla="*/ 74867 h 74867"/>
                      <a:gd name="connsiteX2" fmla="*/ 0 w 59246"/>
                      <a:gd name="connsiteY2" fmla="*/ 37434 h 74867"/>
                      <a:gd name="connsiteX3" fmla="*/ 29623 w 59246"/>
                      <a:gd name="connsiteY3" fmla="*/ 0 h 74867"/>
                      <a:gd name="connsiteX4" fmla="*/ 59246 w 59246"/>
                      <a:gd name="connsiteY4" fmla="*/ 37434 h 74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6" h="74867">
                        <a:moveTo>
                          <a:pt x="59246" y="37434"/>
                        </a:moveTo>
                        <a:cubicBezTo>
                          <a:pt x="59246" y="58108"/>
                          <a:pt x="45983" y="74867"/>
                          <a:pt x="29623" y="74867"/>
                        </a:cubicBezTo>
                        <a:cubicBezTo>
                          <a:pt x="13263" y="74867"/>
                          <a:pt x="0" y="58108"/>
                          <a:pt x="0" y="37434"/>
                        </a:cubicBezTo>
                        <a:cubicBezTo>
                          <a:pt x="0" y="16760"/>
                          <a:pt x="13263" y="0"/>
                          <a:pt x="29623" y="0"/>
                        </a:cubicBezTo>
                        <a:cubicBezTo>
                          <a:pt x="45983" y="0"/>
                          <a:pt x="59246" y="16760"/>
                          <a:pt x="59246" y="3743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790" name="Forme libre : forme 2789">
                    <a:extLst>
                      <a:ext uri="{FF2B5EF4-FFF2-40B4-BE49-F238E27FC236}">
                        <a16:creationId xmlns:a16="http://schemas.microsoft.com/office/drawing/2014/main" id="{DDA0504D-620F-4971-8A8D-9B772459A19B}"/>
                      </a:ext>
                    </a:extLst>
                  </p:cNvPr>
                  <p:cNvSpPr/>
                  <p:nvPr/>
                </p:nvSpPr>
                <p:spPr>
                  <a:xfrm>
                    <a:off x="7666958" y="4473606"/>
                    <a:ext cx="17907" cy="17906"/>
                  </a:xfrm>
                  <a:custGeom>
                    <a:avLst/>
                    <a:gdLst>
                      <a:gd name="connsiteX0" fmla="*/ 17907 w 17907"/>
                      <a:gd name="connsiteY0" fmla="*/ 8953 h 17906"/>
                      <a:gd name="connsiteX1" fmla="*/ 8953 w 17907"/>
                      <a:gd name="connsiteY1" fmla="*/ 17907 h 17906"/>
                      <a:gd name="connsiteX2" fmla="*/ 0 w 17907"/>
                      <a:gd name="connsiteY2" fmla="*/ 8953 h 17906"/>
                      <a:gd name="connsiteX3" fmla="*/ 8953 w 17907"/>
                      <a:gd name="connsiteY3" fmla="*/ 0 h 17906"/>
                      <a:gd name="connsiteX4" fmla="*/ 17907 w 17907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7" h="17906">
                        <a:moveTo>
                          <a:pt x="17907" y="8953"/>
                        </a:moveTo>
                        <a:cubicBezTo>
                          <a:pt x="17907" y="13898"/>
                          <a:pt x="13899" y="17907"/>
                          <a:pt x="8953" y="17907"/>
                        </a:cubicBezTo>
                        <a:cubicBezTo>
                          <a:pt x="4008" y="17907"/>
                          <a:pt x="0" y="13898"/>
                          <a:pt x="0" y="8953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9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791" name="Forme libre : forme 2790">
                  <a:extLst>
                    <a:ext uri="{FF2B5EF4-FFF2-40B4-BE49-F238E27FC236}">
                      <a16:creationId xmlns:a16="http://schemas.microsoft.com/office/drawing/2014/main" id="{8A5D5E45-2D05-4B42-8E62-A83393DF273F}"/>
                    </a:ext>
                  </a:extLst>
                </p:cNvPr>
                <p:cNvSpPr/>
                <p:nvPr/>
              </p:nvSpPr>
              <p:spPr>
                <a:xfrm>
                  <a:off x="7086123" y="4004283"/>
                  <a:ext cx="433482" cy="156299"/>
                </a:xfrm>
                <a:custGeom>
                  <a:avLst/>
                  <a:gdLst>
                    <a:gd name="connsiteX0" fmla="*/ 433483 w 433482"/>
                    <a:gd name="connsiteY0" fmla="*/ 154522 h 156299"/>
                    <a:gd name="connsiteX1" fmla="*/ 278511 w 433482"/>
                    <a:gd name="connsiteY1" fmla="*/ 125375 h 156299"/>
                    <a:gd name="connsiteX2" fmla="*/ 135636 w 433482"/>
                    <a:gd name="connsiteY2" fmla="*/ 54128 h 156299"/>
                    <a:gd name="connsiteX3" fmla="*/ 0 w 433482"/>
                    <a:gd name="connsiteY3" fmla="*/ 6408 h 156299"/>
                    <a:gd name="connsiteX4" fmla="*/ 21050 w 433482"/>
                    <a:gd name="connsiteY4" fmla="*/ 788 h 156299"/>
                    <a:gd name="connsiteX5" fmla="*/ 52483 w 433482"/>
                    <a:gd name="connsiteY5" fmla="*/ 7170 h 156299"/>
                    <a:gd name="connsiteX6" fmla="*/ 346329 w 433482"/>
                    <a:gd name="connsiteY6" fmla="*/ 142997 h 156299"/>
                    <a:gd name="connsiteX7" fmla="*/ 422815 w 433482"/>
                    <a:gd name="connsiteY7" fmla="*/ 154713 h 156299"/>
                    <a:gd name="connsiteX8" fmla="*/ 419862 w 433482"/>
                    <a:gd name="connsiteY8" fmla="*/ 151093 h 15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3482" h="156299">
                      <a:moveTo>
                        <a:pt x="433483" y="154522"/>
                      </a:moveTo>
                      <a:cubicBezTo>
                        <a:pt x="380714" y="161570"/>
                        <a:pt x="327279" y="146807"/>
                        <a:pt x="278511" y="125375"/>
                      </a:cubicBezTo>
                      <a:cubicBezTo>
                        <a:pt x="229743" y="103944"/>
                        <a:pt x="184213" y="75845"/>
                        <a:pt x="135636" y="54128"/>
                      </a:cubicBezTo>
                      <a:cubicBezTo>
                        <a:pt x="91821" y="34507"/>
                        <a:pt x="45911" y="20219"/>
                        <a:pt x="0" y="6408"/>
                      </a:cubicBezTo>
                      <a:cubicBezTo>
                        <a:pt x="3143" y="-831"/>
                        <a:pt x="13335" y="-641"/>
                        <a:pt x="21050" y="788"/>
                      </a:cubicBezTo>
                      <a:cubicBezTo>
                        <a:pt x="31623" y="2693"/>
                        <a:pt x="42100" y="4598"/>
                        <a:pt x="52483" y="7170"/>
                      </a:cubicBezTo>
                      <a:cubicBezTo>
                        <a:pt x="157734" y="32602"/>
                        <a:pt x="241268" y="116613"/>
                        <a:pt x="346329" y="142997"/>
                      </a:cubicBezTo>
                      <a:cubicBezTo>
                        <a:pt x="371380" y="149283"/>
                        <a:pt x="397097" y="152141"/>
                        <a:pt x="422815" y="154713"/>
                      </a:cubicBezTo>
                      <a:cubicBezTo>
                        <a:pt x="421862" y="153474"/>
                        <a:pt x="420910" y="152331"/>
                        <a:pt x="419862" y="151093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92" name="Forme libre : forme 2791">
                  <a:extLst>
                    <a:ext uri="{FF2B5EF4-FFF2-40B4-BE49-F238E27FC236}">
                      <a16:creationId xmlns:a16="http://schemas.microsoft.com/office/drawing/2014/main" id="{CB6364E3-21E2-4C6C-AC77-750D5D28C1EE}"/>
                    </a:ext>
                  </a:extLst>
                </p:cNvPr>
                <p:cNvSpPr/>
                <p:nvPr/>
              </p:nvSpPr>
              <p:spPr>
                <a:xfrm>
                  <a:off x="7194518" y="4113561"/>
                  <a:ext cx="513873" cy="185213"/>
                </a:xfrm>
                <a:custGeom>
                  <a:avLst/>
                  <a:gdLst>
                    <a:gd name="connsiteX0" fmla="*/ 279654 w 513873"/>
                    <a:gd name="connsiteY0" fmla="*/ 84963 h 185213"/>
                    <a:gd name="connsiteX1" fmla="*/ 201739 w 513873"/>
                    <a:gd name="connsiteY1" fmla="*/ 65722 h 185213"/>
                    <a:gd name="connsiteX2" fmla="*/ 142018 w 513873"/>
                    <a:gd name="connsiteY2" fmla="*/ 49054 h 185213"/>
                    <a:gd name="connsiteX3" fmla="*/ 0 w 513873"/>
                    <a:gd name="connsiteY3" fmla="*/ 0 h 185213"/>
                    <a:gd name="connsiteX4" fmla="*/ 191167 w 513873"/>
                    <a:gd name="connsiteY4" fmla="*/ 74676 h 185213"/>
                    <a:gd name="connsiteX5" fmla="*/ 270510 w 513873"/>
                    <a:gd name="connsiteY5" fmla="*/ 101537 h 185213"/>
                    <a:gd name="connsiteX6" fmla="*/ 476917 w 513873"/>
                    <a:gd name="connsiteY6" fmla="*/ 175355 h 185213"/>
                    <a:gd name="connsiteX7" fmla="*/ 513874 w 513873"/>
                    <a:gd name="connsiteY7" fmla="*/ 185071 h 185213"/>
                    <a:gd name="connsiteX8" fmla="*/ 495871 w 513873"/>
                    <a:gd name="connsiteY8" fmla="*/ 176403 h 185213"/>
                    <a:gd name="connsiteX9" fmla="*/ 471868 w 513873"/>
                    <a:gd name="connsiteY9" fmla="*/ 167259 h 185213"/>
                    <a:gd name="connsiteX10" fmla="*/ 425958 w 513873"/>
                    <a:gd name="connsiteY10" fmla="*/ 147066 h 185213"/>
                    <a:gd name="connsiteX11" fmla="*/ 333565 w 513873"/>
                    <a:gd name="connsiteY11" fmla="*/ 104585 h 185213"/>
                    <a:gd name="connsiteX12" fmla="*/ 279654 w 513873"/>
                    <a:gd name="connsiteY12" fmla="*/ 84963 h 185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13873" h="185213">
                      <a:moveTo>
                        <a:pt x="279654" y="84963"/>
                      </a:moveTo>
                      <a:cubicBezTo>
                        <a:pt x="254032" y="77343"/>
                        <a:pt x="227647" y="72200"/>
                        <a:pt x="201739" y="65722"/>
                      </a:cubicBezTo>
                      <a:cubicBezTo>
                        <a:pt x="181642" y="60770"/>
                        <a:pt x="161830" y="55054"/>
                        <a:pt x="142018" y="49054"/>
                      </a:cubicBezTo>
                      <a:cubicBezTo>
                        <a:pt x="94107" y="34480"/>
                        <a:pt x="46767" y="18097"/>
                        <a:pt x="0" y="0"/>
                      </a:cubicBezTo>
                      <a:cubicBezTo>
                        <a:pt x="54483" y="42005"/>
                        <a:pt x="125253" y="54769"/>
                        <a:pt x="191167" y="74676"/>
                      </a:cubicBezTo>
                      <a:cubicBezTo>
                        <a:pt x="217932" y="82772"/>
                        <a:pt x="244221" y="92107"/>
                        <a:pt x="270510" y="101537"/>
                      </a:cubicBezTo>
                      <a:cubicBezTo>
                        <a:pt x="339280" y="126111"/>
                        <a:pt x="408146" y="150686"/>
                        <a:pt x="476917" y="175355"/>
                      </a:cubicBezTo>
                      <a:cubicBezTo>
                        <a:pt x="487680" y="179165"/>
                        <a:pt x="502444" y="186309"/>
                        <a:pt x="513874" y="185071"/>
                      </a:cubicBezTo>
                      <a:cubicBezTo>
                        <a:pt x="512636" y="179546"/>
                        <a:pt x="500539" y="178118"/>
                        <a:pt x="495871" y="176403"/>
                      </a:cubicBezTo>
                      <a:cubicBezTo>
                        <a:pt x="487775" y="173546"/>
                        <a:pt x="479870" y="170497"/>
                        <a:pt x="471868" y="167259"/>
                      </a:cubicBezTo>
                      <a:cubicBezTo>
                        <a:pt x="456343" y="160972"/>
                        <a:pt x="441103" y="154114"/>
                        <a:pt x="425958" y="147066"/>
                      </a:cubicBezTo>
                      <a:cubicBezTo>
                        <a:pt x="395192" y="132779"/>
                        <a:pt x="364903" y="117634"/>
                        <a:pt x="333565" y="104585"/>
                      </a:cubicBezTo>
                      <a:cubicBezTo>
                        <a:pt x="316039" y="97250"/>
                        <a:pt x="298037" y="90488"/>
                        <a:pt x="279654" y="84963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93" name="Forme libre : forme 2792">
                  <a:extLst>
                    <a:ext uri="{FF2B5EF4-FFF2-40B4-BE49-F238E27FC236}">
                      <a16:creationId xmlns:a16="http://schemas.microsoft.com/office/drawing/2014/main" id="{A4C90EB9-F437-4785-9909-07899CBE1622}"/>
                    </a:ext>
                  </a:extLst>
                </p:cNvPr>
                <p:cNvSpPr/>
                <p:nvPr/>
              </p:nvSpPr>
              <p:spPr>
                <a:xfrm>
                  <a:off x="7429786" y="4200143"/>
                  <a:ext cx="227837" cy="189071"/>
                </a:xfrm>
                <a:custGeom>
                  <a:avLst/>
                  <a:gdLst>
                    <a:gd name="connsiteX0" fmla="*/ 182880 w 227837"/>
                    <a:gd name="connsiteY0" fmla="*/ 154210 h 189071"/>
                    <a:gd name="connsiteX1" fmla="*/ 156400 w 227837"/>
                    <a:gd name="connsiteY1" fmla="*/ 132683 h 189071"/>
                    <a:gd name="connsiteX2" fmla="*/ 140398 w 227837"/>
                    <a:gd name="connsiteY2" fmla="*/ 116681 h 189071"/>
                    <a:gd name="connsiteX3" fmla="*/ 86868 w 227837"/>
                    <a:gd name="connsiteY3" fmla="*/ 60770 h 189071"/>
                    <a:gd name="connsiteX4" fmla="*/ 65817 w 227837"/>
                    <a:gd name="connsiteY4" fmla="*/ 36386 h 189071"/>
                    <a:gd name="connsiteX5" fmla="*/ 50387 w 227837"/>
                    <a:gd name="connsiteY5" fmla="*/ 17526 h 189071"/>
                    <a:gd name="connsiteX6" fmla="*/ 38862 w 227837"/>
                    <a:gd name="connsiteY6" fmla="*/ 12097 h 189071"/>
                    <a:gd name="connsiteX7" fmla="*/ 0 w 227837"/>
                    <a:gd name="connsiteY7" fmla="*/ 0 h 189071"/>
                    <a:gd name="connsiteX8" fmla="*/ 51339 w 227837"/>
                    <a:gd name="connsiteY8" fmla="*/ 42577 h 189071"/>
                    <a:gd name="connsiteX9" fmla="*/ 187071 w 227837"/>
                    <a:gd name="connsiteY9" fmla="*/ 161258 h 189071"/>
                    <a:gd name="connsiteX10" fmla="*/ 207645 w 227837"/>
                    <a:gd name="connsiteY10" fmla="*/ 176022 h 189071"/>
                    <a:gd name="connsiteX11" fmla="*/ 227838 w 227837"/>
                    <a:gd name="connsiteY11" fmla="*/ 189071 h 189071"/>
                    <a:gd name="connsiteX12" fmla="*/ 205264 w 227837"/>
                    <a:gd name="connsiteY12" fmla="*/ 171450 h 189071"/>
                    <a:gd name="connsiteX13" fmla="*/ 182880 w 227837"/>
                    <a:gd name="connsiteY13" fmla="*/ 154210 h 189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7837" h="189071">
                      <a:moveTo>
                        <a:pt x="182880" y="154210"/>
                      </a:moveTo>
                      <a:cubicBezTo>
                        <a:pt x="173831" y="147257"/>
                        <a:pt x="164782" y="140399"/>
                        <a:pt x="156400" y="132683"/>
                      </a:cubicBezTo>
                      <a:cubicBezTo>
                        <a:pt x="150876" y="127540"/>
                        <a:pt x="145637" y="122111"/>
                        <a:pt x="140398" y="116681"/>
                      </a:cubicBezTo>
                      <a:cubicBezTo>
                        <a:pt x="122587" y="98012"/>
                        <a:pt x="104680" y="79438"/>
                        <a:pt x="86868" y="60770"/>
                      </a:cubicBezTo>
                      <a:cubicBezTo>
                        <a:pt x="79438" y="52959"/>
                        <a:pt x="71914" y="45149"/>
                        <a:pt x="65817" y="36386"/>
                      </a:cubicBezTo>
                      <a:cubicBezTo>
                        <a:pt x="61150" y="29718"/>
                        <a:pt x="57150" y="22193"/>
                        <a:pt x="50387" y="17526"/>
                      </a:cubicBezTo>
                      <a:cubicBezTo>
                        <a:pt x="46863" y="15050"/>
                        <a:pt x="42863" y="13526"/>
                        <a:pt x="38862" y="12097"/>
                      </a:cubicBezTo>
                      <a:cubicBezTo>
                        <a:pt x="26098" y="7429"/>
                        <a:pt x="13144" y="3429"/>
                        <a:pt x="0" y="0"/>
                      </a:cubicBezTo>
                      <a:cubicBezTo>
                        <a:pt x="20478" y="9049"/>
                        <a:pt x="35909" y="26289"/>
                        <a:pt x="51339" y="42577"/>
                      </a:cubicBezTo>
                      <a:cubicBezTo>
                        <a:pt x="92773" y="86201"/>
                        <a:pt x="138589" y="125635"/>
                        <a:pt x="187071" y="161258"/>
                      </a:cubicBezTo>
                      <a:cubicBezTo>
                        <a:pt x="193929" y="166211"/>
                        <a:pt x="200787" y="171164"/>
                        <a:pt x="207645" y="176022"/>
                      </a:cubicBezTo>
                      <a:cubicBezTo>
                        <a:pt x="212503" y="179451"/>
                        <a:pt x="222218" y="188881"/>
                        <a:pt x="227838" y="189071"/>
                      </a:cubicBezTo>
                      <a:cubicBezTo>
                        <a:pt x="221932" y="182309"/>
                        <a:pt x="212503" y="176975"/>
                        <a:pt x="205264" y="171450"/>
                      </a:cubicBezTo>
                      <a:cubicBezTo>
                        <a:pt x="197929" y="165640"/>
                        <a:pt x="190405" y="159925"/>
                        <a:pt x="182880" y="154210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94" name="Forme libre : forme 2793">
                  <a:extLst>
                    <a:ext uri="{FF2B5EF4-FFF2-40B4-BE49-F238E27FC236}">
                      <a16:creationId xmlns:a16="http://schemas.microsoft.com/office/drawing/2014/main" id="{59878308-1E29-4092-9CFF-FF41F9A8B808}"/>
                    </a:ext>
                  </a:extLst>
                </p:cNvPr>
                <p:cNvSpPr/>
                <p:nvPr/>
              </p:nvSpPr>
              <p:spPr>
                <a:xfrm>
                  <a:off x="7440412" y="4170003"/>
                  <a:ext cx="239488" cy="86803"/>
                </a:xfrm>
                <a:custGeom>
                  <a:avLst/>
                  <a:gdLst>
                    <a:gd name="connsiteX0" fmla="*/ 225689 w 239488"/>
                    <a:gd name="connsiteY0" fmla="*/ 28044 h 86803"/>
                    <a:gd name="connsiteX1" fmla="*/ 220831 w 239488"/>
                    <a:gd name="connsiteY1" fmla="*/ 40713 h 86803"/>
                    <a:gd name="connsiteX2" fmla="*/ 220355 w 239488"/>
                    <a:gd name="connsiteY2" fmla="*/ 57667 h 86803"/>
                    <a:gd name="connsiteX3" fmla="*/ 219402 w 239488"/>
                    <a:gd name="connsiteY3" fmla="*/ 75574 h 86803"/>
                    <a:gd name="connsiteX4" fmla="*/ 217402 w 239488"/>
                    <a:gd name="connsiteY4" fmla="*/ 82432 h 86803"/>
                    <a:gd name="connsiteX5" fmla="*/ 200638 w 239488"/>
                    <a:gd name="connsiteY5" fmla="*/ 85957 h 86803"/>
                    <a:gd name="connsiteX6" fmla="*/ 169301 w 239488"/>
                    <a:gd name="connsiteY6" fmla="*/ 73002 h 86803"/>
                    <a:gd name="connsiteX7" fmla="*/ 85672 w 239488"/>
                    <a:gd name="connsiteY7" fmla="*/ 39284 h 86803"/>
                    <a:gd name="connsiteX8" fmla="*/ 6423 w 239488"/>
                    <a:gd name="connsiteY8" fmla="*/ 11757 h 86803"/>
                    <a:gd name="connsiteX9" fmla="*/ 327 w 239488"/>
                    <a:gd name="connsiteY9" fmla="*/ 3184 h 86803"/>
                    <a:gd name="connsiteX10" fmla="*/ 8805 w 239488"/>
                    <a:gd name="connsiteY10" fmla="*/ 41 h 86803"/>
                    <a:gd name="connsiteX11" fmla="*/ 58240 w 239488"/>
                    <a:gd name="connsiteY11" fmla="*/ 3565 h 86803"/>
                    <a:gd name="connsiteX12" fmla="*/ 188922 w 239488"/>
                    <a:gd name="connsiteY12" fmla="*/ 1470 h 86803"/>
                    <a:gd name="connsiteX13" fmla="*/ 229690 w 239488"/>
                    <a:gd name="connsiteY13" fmla="*/ 6804 h 86803"/>
                    <a:gd name="connsiteX14" fmla="*/ 238643 w 239488"/>
                    <a:gd name="connsiteY14" fmla="*/ 14328 h 86803"/>
                    <a:gd name="connsiteX15" fmla="*/ 225689 w 239488"/>
                    <a:gd name="connsiteY15" fmla="*/ 28044 h 86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39488" h="86803">
                      <a:moveTo>
                        <a:pt x="225689" y="28044"/>
                      </a:moveTo>
                      <a:cubicBezTo>
                        <a:pt x="223403" y="31950"/>
                        <a:pt x="221593" y="36236"/>
                        <a:pt x="220831" y="40713"/>
                      </a:cubicBezTo>
                      <a:cubicBezTo>
                        <a:pt x="219783" y="46333"/>
                        <a:pt x="220260" y="52048"/>
                        <a:pt x="220355" y="57667"/>
                      </a:cubicBezTo>
                      <a:cubicBezTo>
                        <a:pt x="220450" y="63668"/>
                        <a:pt x="220165" y="69574"/>
                        <a:pt x="219402" y="75574"/>
                      </a:cubicBezTo>
                      <a:cubicBezTo>
                        <a:pt x="219117" y="77956"/>
                        <a:pt x="218736" y="80432"/>
                        <a:pt x="217402" y="82432"/>
                      </a:cubicBezTo>
                      <a:cubicBezTo>
                        <a:pt x="214068" y="87481"/>
                        <a:pt x="206639" y="87385"/>
                        <a:pt x="200638" y="85957"/>
                      </a:cubicBezTo>
                      <a:cubicBezTo>
                        <a:pt x="189589" y="83290"/>
                        <a:pt x="179493" y="77956"/>
                        <a:pt x="169301" y="73002"/>
                      </a:cubicBezTo>
                      <a:cubicBezTo>
                        <a:pt x="142250" y="59763"/>
                        <a:pt x="114342" y="48523"/>
                        <a:pt x="85672" y="39284"/>
                      </a:cubicBezTo>
                      <a:cubicBezTo>
                        <a:pt x="59002" y="30711"/>
                        <a:pt x="31664" y="23949"/>
                        <a:pt x="6423" y="11757"/>
                      </a:cubicBezTo>
                      <a:cubicBezTo>
                        <a:pt x="2899" y="10042"/>
                        <a:pt x="-1196" y="6804"/>
                        <a:pt x="327" y="3184"/>
                      </a:cubicBezTo>
                      <a:cubicBezTo>
                        <a:pt x="1566" y="232"/>
                        <a:pt x="5566" y="-149"/>
                        <a:pt x="8805" y="41"/>
                      </a:cubicBezTo>
                      <a:cubicBezTo>
                        <a:pt x="25283" y="898"/>
                        <a:pt x="41761" y="2899"/>
                        <a:pt x="58240" y="3565"/>
                      </a:cubicBezTo>
                      <a:cubicBezTo>
                        <a:pt x="101769" y="5470"/>
                        <a:pt x="145488" y="-1292"/>
                        <a:pt x="188922" y="1470"/>
                      </a:cubicBezTo>
                      <a:cubicBezTo>
                        <a:pt x="202638" y="2327"/>
                        <a:pt x="216259" y="4137"/>
                        <a:pt x="229690" y="6804"/>
                      </a:cubicBezTo>
                      <a:cubicBezTo>
                        <a:pt x="234261" y="7756"/>
                        <a:pt x="242072" y="8328"/>
                        <a:pt x="238643" y="14328"/>
                      </a:cubicBezTo>
                      <a:cubicBezTo>
                        <a:pt x="235786" y="19186"/>
                        <a:pt x="228927" y="22615"/>
                        <a:pt x="225689" y="28044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95" name="Forme libre : forme 2794">
                  <a:extLst>
                    <a:ext uri="{FF2B5EF4-FFF2-40B4-BE49-F238E27FC236}">
                      <a16:creationId xmlns:a16="http://schemas.microsoft.com/office/drawing/2014/main" id="{8FF6453B-29BA-4196-8A6E-0FC60510E295}"/>
                    </a:ext>
                  </a:extLst>
                </p:cNvPr>
                <p:cNvSpPr/>
                <p:nvPr/>
              </p:nvSpPr>
              <p:spPr>
                <a:xfrm>
                  <a:off x="7521799" y="4251571"/>
                  <a:ext cx="147784" cy="115355"/>
                </a:xfrm>
                <a:custGeom>
                  <a:avLst/>
                  <a:gdLst>
                    <a:gd name="connsiteX0" fmla="*/ 125823 w 147784"/>
                    <a:gd name="connsiteY0" fmla="*/ 115355 h 115355"/>
                    <a:gd name="connsiteX1" fmla="*/ 110488 w 147784"/>
                    <a:gd name="connsiteY1" fmla="*/ 106306 h 115355"/>
                    <a:gd name="connsiteX2" fmla="*/ 24382 w 147784"/>
                    <a:gd name="connsiteY2" fmla="*/ 32869 h 115355"/>
                    <a:gd name="connsiteX3" fmla="*/ 1427 w 147784"/>
                    <a:gd name="connsiteY3" fmla="*/ 7723 h 115355"/>
                    <a:gd name="connsiteX4" fmla="*/ 93 w 147784"/>
                    <a:gd name="connsiteY4" fmla="*/ 3151 h 115355"/>
                    <a:gd name="connsiteX5" fmla="*/ 4474 w 147784"/>
                    <a:gd name="connsiteY5" fmla="*/ 7 h 115355"/>
                    <a:gd name="connsiteX6" fmla="*/ 9999 w 147784"/>
                    <a:gd name="connsiteY6" fmla="*/ 1531 h 115355"/>
                    <a:gd name="connsiteX7" fmla="*/ 97343 w 147784"/>
                    <a:gd name="connsiteY7" fmla="*/ 34869 h 115355"/>
                    <a:gd name="connsiteX8" fmla="*/ 141444 w 147784"/>
                    <a:gd name="connsiteY8" fmla="*/ 48585 h 115355"/>
                    <a:gd name="connsiteX9" fmla="*/ 137730 w 147784"/>
                    <a:gd name="connsiteY9" fmla="*/ 73921 h 115355"/>
                    <a:gd name="connsiteX10" fmla="*/ 128490 w 147784"/>
                    <a:gd name="connsiteY10" fmla="*/ 93638 h 115355"/>
                    <a:gd name="connsiteX11" fmla="*/ 125823 w 147784"/>
                    <a:gd name="connsiteY11" fmla="*/ 115355 h 115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7784" h="115355">
                      <a:moveTo>
                        <a:pt x="125823" y="115355"/>
                      </a:moveTo>
                      <a:cubicBezTo>
                        <a:pt x="120013" y="113926"/>
                        <a:pt x="115155" y="110117"/>
                        <a:pt x="110488" y="106306"/>
                      </a:cubicBezTo>
                      <a:cubicBezTo>
                        <a:pt x="81151" y="82589"/>
                        <a:pt x="52385" y="58110"/>
                        <a:pt x="24382" y="32869"/>
                      </a:cubicBezTo>
                      <a:cubicBezTo>
                        <a:pt x="15904" y="25249"/>
                        <a:pt x="7427" y="17438"/>
                        <a:pt x="1427" y="7723"/>
                      </a:cubicBezTo>
                      <a:cubicBezTo>
                        <a:pt x="569" y="6389"/>
                        <a:pt x="-288" y="4770"/>
                        <a:pt x="93" y="3151"/>
                      </a:cubicBezTo>
                      <a:cubicBezTo>
                        <a:pt x="474" y="1246"/>
                        <a:pt x="2570" y="103"/>
                        <a:pt x="4474" y="7"/>
                      </a:cubicBezTo>
                      <a:cubicBezTo>
                        <a:pt x="6379" y="-88"/>
                        <a:pt x="8285" y="769"/>
                        <a:pt x="9999" y="1531"/>
                      </a:cubicBezTo>
                      <a:cubicBezTo>
                        <a:pt x="38574" y="13914"/>
                        <a:pt x="67720" y="25058"/>
                        <a:pt x="97343" y="34869"/>
                      </a:cubicBezTo>
                      <a:cubicBezTo>
                        <a:pt x="111345" y="39536"/>
                        <a:pt x="128299" y="42013"/>
                        <a:pt x="141444" y="48585"/>
                      </a:cubicBezTo>
                      <a:cubicBezTo>
                        <a:pt x="155160" y="55443"/>
                        <a:pt x="143158" y="65920"/>
                        <a:pt x="137730" y="73921"/>
                      </a:cubicBezTo>
                      <a:cubicBezTo>
                        <a:pt x="133633" y="80017"/>
                        <a:pt x="130490" y="86685"/>
                        <a:pt x="128490" y="93638"/>
                      </a:cubicBezTo>
                      <a:cubicBezTo>
                        <a:pt x="127919" y="95734"/>
                        <a:pt x="123632" y="114879"/>
                        <a:pt x="125823" y="115355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96" name="Forme libre : forme 2795">
                  <a:extLst>
                    <a:ext uri="{FF2B5EF4-FFF2-40B4-BE49-F238E27FC236}">
                      <a16:creationId xmlns:a16="http://schemas.microsoft.com/office/drawing/2014/main" id="{6D9482D8-6844-48BA-BB6E-348E6DC49855}"/>
                    </a:ext>
                  </a:extLst>
                </p:cNvPr>
                <p:cNvSpPr/>
                <p:nvPr/>
              </p:nvSpPr>
              <p:spPr>
                <a:xfrm>
                  <a:off x="7368508" y="4209376"/>
                  <a:ext cx="221584" cy="200690"/>
                </a:xfrm>
                <a:custGeom>
                  <a:avLst/>
                  <a:gdLst>
                    <a:gd name="connsiteX0" fmla="*/ 183769 w 221584"/>
                    <a:gd name="connsiteY0" fmla="*/ 192125 h 200690"/>
                    <a:gd name="connsiteX1" fmla="*/ 176339 w 221584"/>
                    <a:gd name="connsiteY1" fmla="*/ 200031 h 200690"/>
                    <a:gd name="connsiteX2" fmla="*/ 159670 w 221584"/>
                    <a:gd name="connsiteY2" fmla="*/ 192697 h 200690"/>
                    <a:gd name="connsiteX3" fmla="*/ 87948 w 221584"/>
                    <a:gd name="connsiteY3" fmla="*/ 80207 h 200690"/>
                    <a:gd name="connsiteX4" fmla="*/ 4508 w 221584"/>
                    <a:gd name="connsiteY4" fmla="*/ 8864 h 200690"/>
                    <a:gd name="connsiteX5" fmla="*/ 508 w 221584"/>
                    <a:gd name="connsiteY5" fmla="*/ 5340 h 200690"/>
                    <a:gd name="connsiteX6" fmla="*/ 1365 w 221584"/>
                    <a:gd name="connsiteY6" fmla="*/ 482 h 200690"/>
                    <a:gd name="connsiteX7" fmla="*/ 4318 w 221584"/>
                    <a:gd name="connsiteY7" fmla="*/ 6 h 200690"/>
                    <a:gd name="connsiteX8" fmla="*/ 79851 w 221584"/>
                    <a:gd name="connsiteY8" fmla="*/ 19151 h 200690"/>
                    <a:gd name="connsiteX9" fmla="*/ 98329 w 221584"/>
                    <a:gd name="connsiteY9" fmla="*/ 34867 h 200690"/>
                    <a:gd name="connsiteX10" fmla="*/ 209010 w 221584"/>
                    <a:gd name="connsiteY10" fmla="*/ 146215 h 200690"/>
                    <a:gd name="connsiteX11" fmla="*/ 221583 w 221584"/>
                    <a:gd name="connsiteY11" fmla="*/ 157550 h 200690"/>
                    <a:gd name="connsiteX12" fmla="*/ 211582 w 221584"/>
                    <a:gd name="connsiteY12" fmla="*/ 166884 h 200690"/>
                    <a:gd name="connsiteX13" fmla="*/ 183769 w 221584"/>
                    <a:gd name="connsiteY13" fmla="*/ 192125 h 200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1584" h="200690">
                      <a:moveTo>
                        <a:pt x="183769" y="192125"/>
                      </a:moveTo>
                      <a:cubicBezTo>
                        <a:pt x="181769" y="195173"/>
                        <a:pt x="179673" y="198602"/>
                        <a:pt x="176339" y="200031"/>
                      </a:cubicBezTo>
                      <a:cubicBezTo>
                        <a:pt x="170338" y="202508"/>
                        <a:pt x="163957" y="197555"/>
                        <a:pt x="159670" y="192697"/>
                      </a:cubicBezTo>
                      <a:cubicBezTo>
                        <a:pt x="129953" y="159550"/>
                        <a:pt x="114998" y="115640"/>
                        <a:pt x="87948" y="80207"/>
                      </a:cubicBezTo>
                      <a:cubicBezTo>
                        <a:pt x="65563" y="50965"/>
                        <a:pt x="35560" y="28581"/>
                        <a:pt x="4508" y="8864"/>
                      </a:cubicBezTo>
                      <a:cubicBezTo>
                        <a:pt x="2984" y="7912"/>
                        <a:pt x="1365" y="6864"/>
                        <a:pt x="508" y="5340"/>
                      </a:cubicBezTo>
                      <a:cubicBezTo>
                        <a:pt x="-349" y="3816"/>
                        <a:pt x="-159" y="1435"/>
                        <a:pt x="1365" y="482"/>
                      </a:cubicBezTo>
                      <a:cubicBezTo>
                        <a:pt x="2223" y="-89"/>
                        <a:pt x="3365" y="6"/>
                        <a:pt x="4318" y="6"/>
                      </a:cubicBezTo>
                      <a:cubicBezTo>
                        <a:pt x="30607" y="863"/>
                        <a:pt x="58039" y="4388"/>
                        <a:pt x="79851" y="19151"/>
                      </a:cubicBezTo>
                      <a:cubicBezTo>
                        <a:pt x="86519" y="23723"/>
                        <a:pt x="92519" y="29152"/>
                        <a:pt x="98329" y="34867"/>
                      </a:cubicBezTo>
                      <a:cubicBezTo>
                        <a:pt x="135668" y="71825"/>
                        <a:pt x="164148" y="118878"/>
                        <a:pt x="209010" y="146215"/>
                      </a:cubicBezTo>
                      <a:cubicBezTo>
                        <a:pt x="212820" y="148501"/>
                        <a:pt x="221583" y="152216"/>
                        <a:pt x="221583" y="157550"/>
                      </a:cubicBezTo>
                      <a:cubicBezTo>
                        <a:pt x="221678" y="162502"/>
                        <a:pt x="215106" y="164979"/>
                        <a:pt x="211582" y="166884"/>
                      </a:cubicBezTo>
                      <a:cubicBezTo>
                        <a:pt x="200533" y="172980"/>
                        <a:pt x="190817" y="181552"/>
                        <a:pt x="183769" y="192125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97" name="Forme libre : forme 2796">
                  <a:extLst>
                    <a:ext uri="{FF2B5EF4-FFF2-40B4-BE49-F238E27FC236}">
                      <a16:creationId xmlns:a16="http://schemas.microsoft.com/office/drawing/2014/main" id="{1BDB47B7-1044-4399-8A47-98AE33CDC0FC}"/>
                    </a:ext>
                  </a:extLst>
                </p:cNvPr>
                <p:cNvSpPr/>
                <p:nvPr/>
              </p:nvSpPr>
              <p:spPr>
                <a:xfrm>
                  <a:off x="7068407" y="4030208"/>
                  <a:ext cx="323621" cy="132223"/>
                </a:xfrm>
                <a:custGeom>
                  <a:avLst/>
                  <a:gdLst>
                    <a:gd name="connsiteX0" fmla="*/ 196977 w 323621"/>
                    <a:gd name="connsiteY0" fmla="*/ 96021 h 132223"/>
                    <a:gd name="connsiteX1" fmla="*/ 162115 w 323621"/>
                    <a:gd name="connsiteY1" fmla="*/ 86306 h 132223"/>
                    <a:gd name="connsiteX2" fmla="*/ 101727 w 323621"/>
                    <a:gd name="connsiteY2" fmla="*/ 56588 h 132223"/>
                    <a:gd name="connsiteX3" fmla="*/ 0 w 323621"/>
                    <a:gd name="connsiteY3" fmla="*/ 8296 h 132223"/>
                    <a:gd name="connsiteX4" fmla="*/ 17430 w 323621"/>
                    <a:gd name="connsiteY4" fmla="*/ 9 h 132223"/>
                    <a:gd name="connsiteX5" fmla="*/ 150971 w 323621"/>
                    <a:gd name="connsiteY5" fmla="*/ 38871 h 132223"/>
                    <a:gd name="connsiteX6" fmla="*/ 210216 w 323621"/>
                    <a:gd name="connsiteY6" fmla="*/ 71161 h 132223"/>
                    <a:gd name="connsiteX7" fmla="*/ 285750 w 323621"/>
                    <a:gd name="connsiteY7" fmla="*/ 109547 h 132223"/>
                    <a:gd name="connsiteX8" fmla="*/ 305657 w 323621"/>
                    <a:gd name="connsiteY8" fmla="*/ 115071 h 132223"/>
                    <a:gd name="connsiteX9" fmla="*/ 322326 w 323621"/>
                    <a:gd name="connsiteY9" fmla="*/ 120786 h 132223"/>
                    <a:gd name="connsiteX10" fmla="*/ 321564 w 323621"/>
                    <a:gd name="connsiteY10" fmla="*/ 129168 h 132223"/>
                    <a:gd name="connsiteX11" fmla="*/ 311086 w 323621"/>
                    <a:gd name="connsiteY11" fmla="*/ 131835 h 132223"/>
                    <a:gd name="connsiteX12" fmla="*/ 237744 w 323621"/>
                    <a:gd name="connsiteY12" fmla="*/ 109928 h 132223"/>
                    <a:gd name="connsiteX13" fmla="*/ 196977 w 323621"/>
                    <a:gd name="connsiteY13" fmla="*/ 96021 h 132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23621" h="132223">
                      <a:moveTo>
                        <a:pt x="196977" y="96021"/>
                      </a:moveTo>
                      <a:cubicBezTo>
                        <a:pt x="185356" y="92783"/>
                        <a:pt x="173545" y="90211"/>
                        <a:pt x="162115" y="86306"/>
                      </a:cubicBezTo>
                      <a:cubicBezTo>
                        <a:pt x="140875" y="79067"/>
                        <a:pt x="121444" y="67256"/>
                        <a:pt x="101727" y="56588"/>
                      </a:cubicBezTo>
                      <a:cubicBezTo>
                        <a:pt x="68770" y="38681"/>
                        <a:pt x="34385" y="23441"/>
                        <a:pt x="0" y="8296"/>
                      </a:cubicBezTo>
                      <a:cubicBezTo>
                        <a:pt x="2095" y="1724"/>
                        <a:pt x="10573" y="104"/>
                        <a:pt x="17430" y="9"/>
                      </a:cubicBezTo>
                      <a:cubicBezTo>
                        <a:pt x="64198" y="-467"/>
                        <a:pt x="109061" y="17821"/>
                        <a:pt x="150971" y="38871"/>
                      </a:cubicBezTo>
                      <a:cubicBezTo>
                        <a:pt x="171069" y="48968"/>
                        <a:pt x="190785" y="59731"/>
                        <a:pt x="210216" y="71161"/>
                      </a:cubicBezTo>
                      <a:cubicBezTo>
                        <a:pt x="234600" y="85544"/>
                        <a:pt x="258699" y="101069"/>
                        <a:pt x="285750" y="109547"/>
                      </a:cubicBezTo>
                      <a:cubicBezTo>
                        <a:pt x="292322" y="111642"/>
                        <a:pt x="299085" y="113261"/>
                        <a:pt x="305657" y="115071"/>
                      </a:cubicBezTo>
                      <a:cubicBezTo>
                        <a:pt x="310039" y="116309"/>
                        <a:pt x="319182" y="117357"/>
                        <a:pt x="322326" y="120786"/>
                      </a:cubicBezTo>
                      <a:cubicBezTo>
                        <a:pt x="324612" y="123263"/>
                        <a:pt x="323564" y="126787"/>
                        <a:pt x="321564" y="129168"/>
                      </a:cubicBezTo>
                      <a:cubicBezTo>
                        <a:pt x="318611" y="132692"/>
                        <a:pt x="315277" y="132502"/>
                        <a:pt x="311086" y="131835"/>
                      </a:cubicBezTo>
                      <a:cubicBezTo>
                        <a:pt x="285750" y="127930"/>
                        <a:pt x="261651" y="118691"/>
                        <a:pt x="237744" y="109928"/>
                      </a:cubicBezTo>
                      <a:cubicBezTo>
                        <a:pt x="224314" y="104784"/>
                        <a:pt x="210788" y="99926"/>
                        <a:pt x="196977" y="9602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98" name="Forme libre : forme 2797">
                  <a:extLst>
                    <a:ext uri="{FF2B5EF4-FFF2-40B4-BE49-F238E27FC236}">
                      <a16:creationId xmlns:a16="http://schemas.microsoft.com/office/drawing/2014/main" id="{4DDC9279-F4F5-4134-A25C-21FCFA876A24}"/>
                    </a:ext>
                  </a:extLst>
                </p:cNvPr>
                <p:cNvSpPr/>
                <p:nvPr/>
              </p:nvSpPr>
              <p:spPr>
                <a:xfrm>
                  <a:off x="7094611" y="3959534"/>
                  <a:ext cx="133218" cy="74979"/>
                </a:xfrm>
                <a:custGeom>
                  <a:avLst/>
                  <a:gdLst>
                    <a:gd name="connsiteX0" fmla="*/ 70379 w 133218"/>
                    <a:gd name="connsiteY0" fmla="*/ 48681 h 74979"/>
                    <a:gd name="connsiteX1" fmla="*/ 24088 w 133218"/>
                    <a:gd name="connsiteY1" fmla="*/ 33631 h 74979"/>
                    <a:gd name="connsiteX2" fmla="*/ 5704 w 133218"/>
                    <a:gd name="connsiteY2" fmla="*/ 20582 h 74979"/>
                    <a:gd name="connsiteX3" fmla="*/ 466 w 133218"/>
                    <a:gd name="connsiteY3" fmla="*/ 6866 h 74979"/>
                    <a:gd name="connsiteX4" fmla="*/ 180 w 133218"/>
                    <a:gd name="connsiteY4" fmla="*/ 2865 h 74979"/>
                    <a:gd name="connsiteX5" fmla="*/ 4562 w 133218"/>
                    <a:gd name="connsiteY5" fmla="*/ 8 h 74979"/>
                    <a:gd name="connsiteX6" fmla="*/ 9800 w 133218"/>
                    <a:gd name="connsiteY6" fmla="*/ 1627 h 74979"/>
                    <a:gd name="connsiteX7" fmla="*/ 21516 w 133218"/>
                    <a:gd name="connsiteY7" fmla="*/ 10771 h 74979"/>
                    <a:gd name="connsiteX8" fmla="*/ 92953 w 133218"/>
                    <a:gd name="connsiteY8" fmla="*/ 50681 h 74979"/>
                    <a:gd name="connsiteX9" fmla="*/ 129720 w 133218"/>
                    <a:gd name="connsiteY9" fmla="*/ 68874 h 74979"/>
                    <a:gd name="connsiteX10" fmla="*/ 129053 w 133218"/>
                    <a:gd name="connsiteY10" fmla="*/ 74970 h 74979"/>
                    <a:gd name="connsiteX11" fmla="*/ 112765 w 133218"/>
                    <a:gd name="connsiteY11" fmla="*/ 66873 h 74979"/>
                    <a:gd name="connsiteX12" fmla="*/ 70379 w 133218"/>
                    <a:gd name="connsiteY12" fmla="*/ 48681 h 74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3218" h="74979">
                      <a:moveTo>
                        <a:pt x="70379" y="48681"/>
                      </a:moveTo>
                      <a:cubicBezTo>
                        <a:pt x="54949" y="43632"/>
                        <a:pt x="39042" y="39823"/>
                        <a:pt x="24088" y="33631"/>
                      </a:cubicBezTo>
                      <a:cubicBezTo>
                        <a:pt x="17039" y="30679"/>
                        <a:pt x="9896" y="26964"/>
                        <a:pt x="5704" y="20582"/>
                      </a:cubicBezTo>
                      <a:cubicBezTo>
                        <a:pt x="3037" y="16486"/>
                        <a:pt x="1704" y="11629"/>
                        <a:pt x="466" y="6866"/>
                      </a:cubicBezTo>
                      <a:cubicBezTo>
                        <a:pt x="84" y="5532"/>
                        <a:pt x="-201" y="4104"/>
                        <a:pt x="180" y="2865"/>
                      </a:cubicBezTo>
                      <a:cubicBezTo>
                        <a:pt x="751" y="1151"/>
                        <a:pt x="2656" y="103"/>
                        <a:pt x="4562" y="8"/>
                      </a:cubicBezTo>
                      <a:cubicBezTo>
                        <a:pt x="6371" y="-87"/>
                        <a:pt x="8181" y="675"/>
                        <a:pt x="9800" y="1627"/>
                      </a:cubicBezTo>
                      <a:cubicBezTo>
                        <a:pt x="14087" y="4008"/>
                        <a:pt x="17706" y="7533"/>
                        <a:pt x="21516" y="10771"/>
                      </a:cubicBezTo>
                      <a:cubicBezTo>
                        <a:pt x="42376" y="28773"/>
                        <a:pt x="68093" y="39537"/>
                        <a:pt x="92953" y="50681"/>
                      </a:cubicBezTo>
                      <a:cubicBezTo>
                        <a:pt x="105431" y="56301"/>
                        <a:pt x="117909" y="61921"/>
                        <a:pt x="129720" y="68874"/>
                      </a:cubicBezTo>
                      <a:cubicBezTo>
                        <a:pt x="133625" y="71160"/>
                        <a:pt x="135340" y="74589"/>
                        <a:pt x="129053" y="74970"/>
                      </a:cubicBezTo>
                      <a:cubicBezTo>
                        <a:pt x="124005" y="75256"/>
                        <a:pt x="117147" y="69159"/>
                        <a:pt x="112765" y="66873"/>
                      </a:cubicBezTo>
                      <a:cubicBezTo>
                        <a:pt x="99145" y="59539"/>
                        <a:pt x="84953" y="53539"/>
                        <a:pt x="70379" y="4868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799" name="Forme libre : forme 2798">
                <a:extLst>
                  <a:ext uri="{FF2B5EF4-FFF2-40B4-BE49-F238E27FC236}">
                    <a16:creationId xmlns:a16="http://schemas.microsoft.com/office/drawing/2014/main" id="{CCB67D7A-6714-41CC-B323-F53C5443D3B4}"/>
                  </a:ext>
                </a:extLst>
              </p:cNvPr>
              <p:cNvSpPr/>
              <p:nvPr/>
            </p:nvSpPr>
            <p:spPr>
              <a:xfrm>
                <a:off x="7535417" y="4180290"/>
                <a:ext cx="121676" cy="26719"/>
              </a:xfrm>
              <a:custGeom>
                <a:avLst/>
                <a:gdLst>
                  <a:gd name="connsiteX0" fmla="*/ 67437 w 121676"/>
                  <a:gd name="connsiteY0" fmla="*/ 326 h 26719"/>
                  <a:gd name="connsiteX1" fmla="*/ 9620 w 121676"/>
                  <a:gd name="connsiteY1" fmla="*/ 4517 h 26719"/>
                  <a:gd name="connsiteX2" fmla="*/ 0 w 121676"/>
                  <a:gd name="connsiteY2" fmla="*/ 9185 h 26719"/>
                  <a:gd name="connsiteX3" fmla="*/ 23717 w 121676"/>
                  <a:gd name="connsiteY3" fmla="*/ 12233 h 26719"/>
                  <a:gd name="connsiteX4" fmla="*/ 51245 w 121676"/>
                  <a:gd name="connsiteY4" fmla="*/ 16614 h 26719"/>
                  <a:gd name="connsiteX5" fmla="*/ 106966 w 121676"/>
                  <a:gd name="connsiteY5" fmla="*/ 26615 h 26719"/>
                  <a:gd name="connsiteX6" fmla="*/ 121348 w 121676"/>
                  <a:gd name="connsiteY6" fmla="*/ 14709 h 26719"/>
                  <a:gd name="connsiteX7" fmla="*/ 101155 w 121676"/>
                  <a:gd name="connsiteY7" fmla="*/ 1660 h 26719"/>
                  <a:gd name="connsiteX8" fmla="*/ 67437 w 121676"/>
                  <a:gd name="connsiteY8" fmla="*/ 326 h 26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676" h="26719">
                    <a:moveTo>
                      <a:pt x="67437" y="326"/>
                    </a:moveTo>
                    <a:cubicBezTo>
                      <a:pt x="48101" y="1088"/>
                      <a:pt x="28766" y="1850"/>
                      <a:pt x="9620" y="4517"/>
                    </a:cubicBezTo>
                    <a:cubicBezTo>
                      <a:pt x="6001" y="4993"/>
                      <a:pt x="1810" y="5946"/>
                      <a:pt x="0" y="9185"/>
                    </a:cubicBezTo>
                    <a:cubicBezTo>
                      <a:pt x="7906" y="10232"/>
                      <a:pt x="15812" y="11280"/>
                      <a:pt x="23717" y="12233"/>
                    </a:cubicBezTo>
                    <a:cubicBezTo>
                      <a:pt x="32957" y="13471"/>
                      <a:pt x="42100" y="14614"/>
                      <a:pt x="51245" y="16614"/>
                    </a:cubicBezTo>
                    <a:cubicBezTo>
                      <a:pt x="69628" y="20519"/>
                      <a:pt x="87916" y="27663"/>
                      <a:pt x="106966" y="26615"/>
                    </a:cubicBezTo>
                    <a:cubicBezTo>
                      <a:pt x="114300" y="26234"/>
                      <a:pt x="123540" y="24139"/>
                      <a:pt x="121348" y="14709"/>
                    </a:cubicBezTo>
                    <a:cubicBezTo>
                      <a:pt x="119349" y="5851"/>
                      <a:pt x="108775" y="3184"/>
                      <a:pt x="101155" y="1660"/>
                    </a:cubicBezTo>
                    <a:cubicBezTo>
                      <a:pt x="90011" y="-531"/>
                      <a:pt x="78581" y="-55"/>
                      <a:pt x="67437" y="326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00" name="Forme libre : forme 2799">
                <a:extLst>
                  <a:ext uri="{FF2B5EF4-FFF2-40B4-BE49-F238E27FC236}">
                    <a16:creationId xmlns:a16="http://schemas.microsoft.com/office/drawing/2014/main" id="{BC73EE74-9AC8-43B9-8339-EAB87C8F1B79}"/>
                  </a:ext>
                </a:extLst>
              </p:cNvPr>
              <p:cNvSpPr/>
              <p:nvPr/>
            </p:nvSpPr>
            <p:spPr>
              <a:xfrm>
                <a:off x="7594663" y="4299955"/>
                <a:ext cx="54514" cy="29853"/>
              </a:xfrm>
              <a:custGeom>
                <a:avLst/>
                <a:gdLst>
                  <a:gd name="connsiteX0" fmla="*/ 4857 w 54514"/>
                  <a:gd name="connsiteY0" fmla="*/ 10 h 29853"/>
                  <a:gd name="connsiteX1" fmla="*/ 0 w 54514"/>
                  <a:gd name="connsiteY1" fmla="*/ 2582 h 29853"/>
                  <a:gd name="connsiteX2" fmla="*/ 1619 w 54514"/>
                  <a:gd name="connsiteY2" fmla="*/ 5058 h 29853"/>
                  <a:gd name="connsiteX3" fmla="*/ 53149 w 54514"/>
                  <a:gd name="connsiteY3" fmla="*/ 23727 h 29853"/>
                  <a:gd name="connsiteX4" fmla="*/ 4857 w 54514"/>
                  <a:gd name="connsiteY4" fmla="*/ 10 h 29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514" h="29853">
                    <a:moveTo>
                      <a:pt x="4857" y="10"/>
                    </a:moveTo>
                    <a:cubicBezTo>
                      <a:pt x="2762" y="-85"/>
                      <a:pt x="0" y="486"/>
                      <a:pt x="0" y="2582"/>
                    </a:cubicBezTo>
                    <a:cubicBezTo>
                      <a:pt x="0" y="3629"/>
                      <a:pt x="857" y="4391"/>
                      <a:pt x="1619" y="5058"/>
                    </a:cubicBezTo>
                    <a:cubicBezTo>
                      <a:pt x="11430" y="13821"/>
                      <a:pt x="40386" y="42206"/>
                      <a:pt x="53149" y="23727"/>
                    </a:cubicBezTo>
                    <a:cubicBezTo>
                      <a:pt x="63341" y="9154"/>
                      <a:pt x="13430" y="581"/>
                      <a:pt x="4857" y="10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01" name="Forme libre : forme 2800">
                <a:extLst>
                  <a:ext uri="{FF2B5EF4-FFF2-40B4-BE49-F238E27FC236}">
                    <a16:creationId xmlns:a16="http://schemas.microsoft.com/office/drawing/2014/main" id="{1C1FB485-48A6-4F68-A33A-20FA3BAABA2A}"/>
                  </a:ext>
                </a:extLst>
              </p:cNvPr>
              <p:cNvSpPr/>
              <p:nvPr/>
            </p:nvSpPr>
            <p:spPr>
              <a:xfrm>
                <a:off x="7502547" y="4318954"/>
                <a:ext cx="53948" cy="66789"/>
              </a:xfrm>
              <a:custGeom>
                <a:avLst/>
                <a:gdLst>
                  <a:gd name="connsiteX0" fmla="*/ 35347 w 53948"/>
                  <a:gd name="connsiteY0" fmla="*/ 29494 h 66789"/>
                  <a:gd name="connsiteX1" fmla="*/ 7629 w 53948"/>
                  <a:gd name="connsiteY1" fmla="*/ 1300 h 66789"/>
                  <a:gd name="connsiteX2" fmla="*/ 3248 w 53948"/>
                  <a:gd name="connsiteY2" fmla="*/ 61 h 66789"/>
                  <a:gd name="connsiteX3" fmla="*/ 9 w 53948"/>
                  <a:gd name="connsiteY3" fmla="*/ 4443 h 66789"/>
                  <a:gd name="connsiteX4" fmla="*/ 1343 w 53948"/>
                  <a:gd name="connsiteY4" fmla="*/ 10063 h 66789"/>
                  <a:gd name="connsiteX5" fmla="*/ 38585 w 53948"/>
                  <a:gd name="connsiteY5" fmla="*/ 64451 h 66789"/>
                  <a:gd name="connsiteX6" fmla="*/ 53826 w 53948"/>
                  <a:gd name="connsiteY6" fmla="*/ 61402 h 66789"/>
                  <a:gd name="connsiteX7" fmla="*/ 35347 w 53948"/>
                  <a:gd name="connsiteY7" fmla="*/ 29494 h 66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948" h="66789">
                    <a:moveTo>
                      <a:pt x="35347" y="29494"/>
                    </a:moveTo>
                    <a:cubicBezTo>
                      <a:pt x="27537" y="18730"/>
                      <a:pt x="19154" y="8062"/>
                      <a:pt x="7629" y="1300"/>
                    </a:cubicBezTo>
                    <a:cubicBezTo>
                      <a:pt x="6296" y="538"/>
                      <a:pt x="4772" y="-224"/>
                      <a:pt x="3248" y="61"/>
                    </a:cubicBezTo>
                    <a:cubicBezTo>
                      <a:pt x="1343" y="443"/>
                      <a:pt x="104" y="2443"/>
                      <a:pt x="9" y="4443"/>
                    </a:cubicBezTo>
                    <a:cubicBezTo>
                      <a:pt x="-86" y="6348"/>
                      <a:pt x="581" y="8253"/>
                      <a:pt x="1343" y="10063"/>
                    </a:cubicBezTo>
                    <a:cubicBezTo>
                      <a:pt x="8582" y="27970"/>
                      <a:pt x="19917" y="55687"/>
                      <a:pt x="38585" y="64451"/>
                    </a:cubicBezTo>
                    <a:cubicBezTo>
                      <a:pt x="43920" y="66927"/>
                      <a:pt x="52492" y="69213"/>
                      <a:pt x="53826" y="61402"/>
                    </a:cubicBezTo>
                    <a:cubicBezTo>
                      <a:pt x="55445" y="51782"/>
                      <a:pt x="40586" y="36637"/>
                      <a:pt x="35347" y="29494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02" name="Forme libre : forme 2801">
                <a:extLst>
                  <a:ext uri="{FF2B5EF4-FFF2-40B4-BE49-F238E27FC236}">
                    <a16:creationId xmlns:a16="http://schemas.microsoft.com/office/drawing/2014/main" id="{B9810C8D-0733-4E23-A163-22C47599975B}"/>
                  </a:ext>
                </a:extLst>
              </p:cNvPr>
              <p:cNvSpPr/>
              <p:nvPr/>
            </p:nvSpPr>
            <p:spPr>
              <a:xfrm>
                <a:off x="7380351" y="4180426"/>
                <a:ext cx="165163" cy="75152"/>
              </a:xfrm>
              <a:custGeom>
                <a:avLst/>
                <a:gdLst>
                  <a:gd name="connsiteX0" fmla="*/ 95726 w 165163"/>
                  <a:gd name="connsiteY0" fmla="*/ 34576 h 75152"/>
                  <a:gd name="connsiteX1" fmla="*/ 122777 w 165163"/>
                  <a:gd name="connsiteY1" fmla="*/ 75152 h 75152"/>
                  <a:gd name="connsiteX2" fmla="*/ 86391 w 165163"/>
                  <a:gd name="connsiteY2" fmla="*/ 35719 h 75152"/>
                  <a:gd name="connsiteX3" fmla="*/ 37052 w 165163"/>
                  <a:gd name="connsiteY3" fmla="*/ 11811 h 75152"/>
                  <a:gd name="connsiteX4" fmla="*/ 0 w 165163"/>
                  <a:gd name="connsiteY4" fmla="*/ 0 h 75152"/>
                  <a:gd name="connsiteX5" fmla="*/ 99822 w 165163"/>
                  <a:gd name="connsiteY5" fmla="*/ 28384 h 75152"/>
                  <a:gd name="connsiteX6" fmla="*/ 149257 w 165163"/>
                  <a:gd name="connsiteY6" fmla="*/ 48196 h 75152"/>
                  <a:gd name="connsiteX7" fmla="*/ 165163 w 165163"/>
                  <a:gd name="connsiteY7" fmla="*/ 54769 h 75152"/>
                  <a:gd name="connsiteX8" fmla="*/ 152590 w 165163"/>
                  <a:gd name="connsiteY8" fmla="*/ 51816 h 75152"/>
                  <a:gd name="connsiteX9" fmla="*/ 134112 w 165163"/>
                  <a:gd name="connsiteY9" fmla="*/ 45339 h 75152"/>
                  <a:gd name="connsiteX10" fmla="*/ 95726 w 165163"/>
                  <a:gd name="connsiteY10" fmla="*/ 34576 h 75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5163" h="75152">
                    <a:moveTo>
                      <a:pt x="95726" y="34576"/>
                    </a:moveTo>
                    <a:cubicBezTo>
                      <a:pt x="102679" y="49339"/>
                      <a:pt x="111919" y="63055"/>
                      <a:pt x="122777" y="75152"/>
                    </a:cubicBezTo>
                    <a:cubicBezTo>
                      <a:pt x="107822" y="65151"/>
                      <a:pt x="99726" y="47720"/>
                      <a:pt x="86391" y="35719"/>
                    </a:cubicBezTo>
                    <a:cubicBezTo>
                      <a:pt x="72771" y="23336"/>
                      <a:pt x="54578" y="17431"/>
                      <a:pt x="37052" y="11811"/>
                    </a:cubicBezTo>
                    <a:cubicBezTo>
                      <a:pt x="24669" y="7906"/>
                      <a:pt x="12382" y="3905"/>
                      <a:pt x="0" y="0"/>
                    </a:cubicBezTo>
                    <a:cubicBezTo>
                      <a:pt x="34194" y="5524"/>
                      <a:pt x="67437" y="16097"/>
                      <a:pt x="99822" y="28384"/>
                    </a:cubicBezTo>
                    <a:cubicBezTo>
                      <a:pt x="116395" y="34671"/>
                      <a:pt x="132779" y="41434"/>
                      <a:pt x="149257" y="48196"/>
                    </a:cubicBezTo>
                    <a:cubicBezTo>
                      <a:pt x="154495" y="50482"/>
                      <a:pt x="159925" y="52292"/>
                      <a:pt x="165163" y="54769"/>
                    </a:cubicBezTo>
                    <a:cubicBezTo>
                      <a:pt x="160401" y="55435"/>
                      <a:pt x="156876" y="53435"/>
                      <a:pt x="152590" y="51816"/>
                    </a:cubicBezTo>
                    <a:cubicBezTo>
                      <a:pt x="146494" y="49434"/>
                      <a:pt x="140303" y="47339"/>
                      <a:pt x="134112" y="45339"/>
                    </a:cubicBezTo>
                    <a:cubicBezTo>
                      <a:pt x="121444" y="41053"/>
                      <a:pt x="108680" y="37528"/>
                      <a:pt x="95726" y="34576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803" name="Graphique 11">
              <a:extLst>
                <a:ext uri="{FF2B5EF4-FFF2-40B4-BE49-F238E27FC236}">
                  <a16:creationId xmlns:a16="http://schemas.microsoft.com/office/drawing/2014/main" id="{42E58965-E74C-48F1-AD05-FF46555DB19F}"/>
                </a:ext>
              </a:extLst>
            </p:cNvPr>
            <p:cNvGrpSpPr/>
            <p:nvPr/>
          </p:nvGrpSpPr>
          <p:grpSpPr>
            <a:xfrm>
              <a:off x="4973071" y="1677222"/>
              <a:ext cx="607964" cy="809151"/>
              <a:chOff x="4973071" y="1677222"/>
              <a:chExt cx="607964" cy="809151"/>
            </a:xfrm>
            <a:solidFill>
              <a:schemeClr val="accent1"/>
            </a:solidFill>
          </p:grpSpPr>
          <p:grpSp>
            <p:nvGrpSpPr>
              <p:cNvPr id="2804" name="Graphique 11">
                <a:extLst>
                  <a:ext uri="{FF2B5EF4-FFF2-40B4-BE49-F238E27FC236}">
                    <a16:creationId xmlns:a16="http://schemas.microsoft.com/office/drawing/2014/main" id="{8E184104-0A18-44F9-AD39-6EB8E821467A}"/>
                  </a:ext>
                </a:extLst>
              </p:cNvPr>
              <p:cNvGrpSpPr/>
              <p:nvPr/>
            </p:nvGrpSpPr>
            <p:grpSpPr>
              <a:xfrm>
                <a:off x="4973071" y="1677222"/>
                <a:ext cx="607964" cy="809151"/>
                <a:chOff x="4973071" y="1677222"/>
                <a:chExt cx="607964" cy="809151"/>
              </a:xfrm>
              <a:solidFill>
                <a:schemeClr val="accent1"/>
              </a:solidFill>
            </p:grpSpPr>
            <p:sp>
              <p:nvSpPr>
                <p:cNvPr id="2805" name="Forme libre : forme 2804">
                  <a:extLst>
                    <a:ext uri="{FF2B5EF4-FFF2-40B4-BE49-F238E27FC236}">
                      <a16:creationId xmlns:a16="http://schemas.microsoft.com/office/drawing/2014/main" id="{E81A7E50-C9E4-4320-A044-64D189300244}"/>
                    </a:ext>
                  </a:extLst>
                </p:cNvPr>
                <p:cNvSpPr/>
                <p:nvPr/>
              </p:nvSpPr>
              <p:spPr>
                <a:xfrm>
                  <a:off x="5023008" y="1761934"/>
                  <a:ext cx="558027" cy="724439"/>
                </a:xfrm>
                <a:custGeom>
                  <a:avLst/>
                  <a:gdLst>
                    <a:gd name="connsiteX0" fmla="*/ 0 w 558027"/>
                    <a:gd name="connsiteY0" fmla="*/ 183261 h 724439"/>
                    <a:gd name="connsiteX1" fmla="*/ 136207 w 558027"/>
                    <a:gd name="connsiteY1" fmla="*/ 282892 h 724439"/>
                    <a:gd name="connsiteX2" fmla="*/ 288988 w 558027"/>
                    <a:gd name="connsiteY2" fmla="*/ 422624 h 724439"/>
                    <a:gd name="connsiteX3" fmla="*/ 430721 w 558027"/>
                    <a:gd name="connsiteY3" fmla="*/ 660845 h 724439"/>
                    <a:gd name="connsiteX4" fmla="*/ 455962 w 558027"/>
                    <a:gd name="connsiteY4" fmla="*/ 720376 h 724439"/>
                    <a:gd name="connsiteX5" fmla="*/ 489013 w 558027"/>
                    <a:gd name="connsiteY5" fmla="*/ 674179 h 724439"/>
                    <a:gd name="connsiteX6" fmla="*/ 498824 w 558027"/>
                    <a:gd name="connsiteY6" fmla="*/ 668560 h 724439"/>
                    <a:gd name="connsiteX7" fmla="*/ 555403 w 558027"/>
                    <a:gd name="connsiteY7" fmla="*/ 663035 h 724439"/>
                    <a:gd name="connsiteX8" fmla="*/ 516446 w 558027"/>
                    <a:gd name="connsiteY8" fmla="*/ 611505 h 724439"/>
                    <a:gd name="connsiteX9" fmla="*/ 380714 w 558027"/>
                    <a:gd name="connsiteY9" fmla="*/ 369856 h 724439"/>
                    <a:gd name="connsiteX10" fmla="*/ 335851 w 558027"/>
                    <a:gd name="connsiteY10" fmla="*/ 167735 h 724439"/>
                    <a:gd name="connsiteX11" fmla="*/ 317468 w 558027"/>
                    <a:gd name="connsiteY11" fmla="*/ 0 h 724439"/>
                    <a:gd name="connsiteX12" fmla="*/ 127063 w 558027"/>
                    <a:gd name="connsiteY12" fmla="*/ 33909 h 724439"/>
                    <a:gd name="connsiteX13" fmla="*/ 0 w 558027"/>
                    <a:gd name="connsiteY13" fmla="*/ 183261 h 724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58027" h="724439">
                      <a:moveTo>
                        <a:pt x="0" y="183261"/>
                      </a:moveTo>
                      <a:cubicBezTo>
                        <a:pt x="0" y="183261"/>
                        <a:pt x="41624" y="226219"/>
                        <a:pt x="136207" y="282892"/>
                      </a:cubicBezTo>
                      <a:cubicBezTo>
                        <a:pt x="230791" y="339471"/>
                        <a:pt x="249364" y="358331"/>
                        <a:pt x="288988" y="422624"/>
                      </a:cubicBezTo>
                      <a:cubicBezTo>
                        <a:pt x="328613" y="486918"/>
                        <a:pt x="423005" y="647033"/>
                        <a:pt x="430721" y="660845"/>
                      </a:cubicBezTo>
                      <a:cubicBezTo>
                        <a:pt x="438436" y="674656"/>
                        <a:pt x="457200" y="704088"/>
                        <a:pt x="455962" y="720376"/>
                      </a:cubicBezTo>
                      <a:cubicBezTo>
                        <a:pt x="454723" y="736664"/>
                        <a:pt x="493586" y="700469"/>
                        <a:pt x="489013" y="674179"/>
                      </a:cubicBezTo>
                      <a:lnTo>
                        <a:pt x="498824" y="668560"/>
                      </a:lnTo>
                      <a:cubicBezTo>
                        <a:pt x="519398" y="685610"/>
                        <a:pt x="570071" y="669989"/>
                        <a:pt x="555403" y="663035"/>
                      </a:cubicBezTo>
                      <a:cubicBezTo>
                        <a:pt x="540639" y="655987"/>
                        <a:pt x="524637" y="625031"/>
                        <a:pt x="516446" y="611505"/>
                      </a:cubicBezTo>
                      <a:cubicBezTo>
                        <a:pt x="508254" y="597979"/>
                        <a:pt x="416623" y="436245"/>
                        <a:pt x="380714" y="369856"/>
                      </a:cubicBezTo>
                      <a:cubicBezTo>
                        <a:pt x="344710" y="303466"/>
                        <a:pt x="337661" y="277940"/>
                        <a:pt x="335851" y="167735"/>
                      </a:cubicBezTo>
                      <a:cubicBezTo>
                        <a:pt x="334042" y="57531"/>
                        <a:pt x="317468" y="0"/>
                        <a:pt x="317468" y="0"/>
                      </a:cubicBezTo>
                      <a:lnTo>
                        <a:pt x="127063" y="33909"/>
                      </a:lnTo>
                      <a:lnTo>
                        <a:pt x="0" y="183261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806" name="Graphique 11">
                  <a:extLst>
                    <a:ext uri="{FF2B5EF4-FFF2-40B4-BE49-F238E27FC236}">
                      <a16:creationId xmlns:a16="http://schemas.microsoft.com/office/drawing/2014/main" id="{EECEFD68-A743-4439-8625-BD11D91063F1}"/>
                    </a:ext>
                  </a:extLst>
                </p:cNvPr>
                <p:cNvGrpSpPr/>
                <p:nvPr/>
              </p:nvGrpSpPr>
              <p:grpSpPr>
                <a:xfrm>
                  <a:off x="5052157" y="1693716"/>
                  <a:ext cx="188156" cy="197058"/>
                  <a:chOff x="5052157" y="1693716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2807" name="Forme libre : forme 2806">
                    <a:extLst>
                      <a:ext uri="{FF2B5EF4-FFF2-40B4-BE49-F238E27FC236}">
                        <a16:creationId xmlns:a16="http://schemas.microsoft.com/office/drawing/2014/main" id="{3652F492-AA9A-4BCF-9C00-11819FEEE955}"/>
                      </a:ext>
                    </a:extLst>
                  </p:cNvPr>
                  <p:cNvSpPr/>
                  <p:nvPr/>
                </p:nvSpPr>
                <p:spPr>
                  <a:xfrm rot="-1802346">
                    <a:off x="5081845" y="1715663"/>
                    <a:ext cx="128780" cy="153164"/>
                  </a:xfrm>
                  <a:custGeom>
                    <a:avLst/>
                    <a:gdLst>
                      <a:gd name="connsiteX0" fmla="*/ 128780 w 128780"/>
                      <a:gd name="connsiteY0" fmla="*/ 76582 h 153164"/>
                      <a:gd name="connsiteX1" fmla="*/ 64390 w 128780"/>
                      <a:gd name="connsiteY1" fmla="*/ 153165 h 153164"/>
                      <a:gd name="connsiteX2" fmla="*/ 0 w 128780"/>
                      <a:gd name="connsiteY2" fmla="*/ 76582 h 153164"/>
                      <a:gd name="connsiteX3" fmla="*/ 64390 w 128780"/>
                      <a:gd name="connsiteY3" fmla="*/ 0 h 153164"/>
                      <a:gd name="connsiteX4" fmla="*/ 128780 w 128780"/>
                      <a:gd name="connsiteY4" fmla="*/ 76582 h 153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0" h="153164">
                        <a:moveTo>
                          <a:pt x="128780" y="76582"/>
                        </a:moveTo>
                        <a:cubicBezTo>
                          <a:pt x="128780" y="118878"/>
                          <a:pt x="99952" y="153165"/>
                          <a:pt x="64390" y="153165"/>
                        </a:cubicBezTo>
                        <a:cubicBezTo>
                          <a:pt x="28828" y="153165"/>
                          <a:pt x="0" y="118878"/>
                          <a:pt x="0" y="76582"/>
                        </a:cubicBezTo>
                        <a:cubicBezTo>
                          <a:pt x="0" y="34287"/>
                          <a:pt x="28828" y="0"/>
                          <a:pt x="64390" y="0"/>
                        </a:cubicBezTo>
                        <a:cubicBezTo>
                          <a:pt x="99952" y="0"/>
                          <a:pt x="128780" y="34287"/>
                          <a:pt x="128780" y="7658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08" name="Forme libre : forme 2807">
                    <a:extLst>
                      <a:ext uri="{FF2B5EF4-FFF2-40B4-BE49-F238E27FC236}">
                        <a16:creationId xmlns:a16="http://schemas.microsoft.com/office/drawing/2014/main" id="{351EB47A-91B6-4B39-B696-2F65B61C5502}"/>
                      </a:ext>
                    </a:extLst>
                  </p:cNvPr>
                  <p:cNvSpPr/>
                  <p:nvPr/>
                </p:nvSpPr>
                <p:spPr>
                  <a:xfrm>
                    <a:off x="5096827" y="1734311"/>
                    <a:ext cx="116952" cy="131681"/>
                  </a:xfrm>
                  <a:custGeom>
                    <a:avLst/>
                    <a:gdLst>
                      <a:gd name="connsiteX0" fmla="*/ 82582 w 116952"/>
                      <a:gd name="connsiteY0" fmla="*/ 0 h 131681"/>
                      <a:gd name="connsiteX1" fmla="*/ 88963 w 116952"/>
                      <a:gd name="connsiteY1" fmla="*/ 9525 h 131681"/>
                      <a:gd name="connsiteX2" fmla="*/ 71533 w 116952"/>
                      <a:gd name="connsiteY2" fmla="*/ 108013 h 131681"/>
                      <a:gd name="connsiteX3" fmla="*/ 0 w 116952"/>
                      <a:gd name="connsiteY3" fmla="*/ 99727 h 131681"/>
                      <a:gd name="connsiteX4" fmla="*/ 87630 w 116952"/>
                      <a:gd name="connsiteY4" fmla="*/ 124301 h 131681"/>
                      <a:gd name="connsiteX5" fmla="*/ 105061 w 116952"/>
                      <a:gd name="connsiteY5" fmla="*/ 25813 h 131681"/>
                      <a:gd name="connsiteX6" fmla="*/ 82582 w 116952"/>
                      <a:gd name="connsiteY6" fmla="*/ 0 h 131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6952" h="131681">
                        <a:moveTo>
                          <a:pt x="82582" y="0"/>
                        </a:moveTo>
                        <a:cubicBezTo>
                          <a:pt x="84868" y="2953"/>
                          <a:pt x="87058" y="6096"/>
                          <a:pt x="88963" y="9525"/>
                        </a:cubicBezTo>
                        <a:cubicBezTo>
                          <a:pt x="110109" y="46101"/>
                          <a:pt x="102203" y="90011"/>
                          <a:pt x="71533" y="108013"/>
                        </a:cubicBezTo>
                        <a:cubicBezTo>
                          <a:pt x="47530" y="122110"/>
                          <a:pt x="16954" y="117729"/>
                          <a:pt x="0" y="99727"/>
                        </a:cubicBezTo>
                        <a:cubicBezTo>
                          <a:pt x="22479" y="129254"/>
                          <a:pt x="59722" y="140399"/>
                          <a:pt x="87630" y="124301"/>
                        </a:cubicBezTo>
                        <a:cubicBezTo>
                          <a:pt x="118396" y="106489"/>
                          <a:pt x="126206" y="62389"/>
                          <a:pt x="105061" y="25813"/>
                        </a:cubicBezTo>
                        <a:cubicBezTo>
                          <a:pt x="99060" y="15240"/>
                          <a:pt x="91249" y="6667"/>
                          <a:pt x="82582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09" name="Forme libre : forme 2808">
                    <a:extLst>
                      <a:ext uri="{FF2B5EF4-FFF2-40B4-BE49-F238E27FC236}">
                        <a16:creationId xmlns:a16="http://schemas.microsoft.com/office/drawing/2014/main" id="{5B5E1004-7190-4185-8DF7-1E6FAB0EEBFE}"/>
                      </a:ext>
                    </a:extLst>
                  </p:cNvPr>
                  <p:cNvSpPr/>
                  <p:nvPr/>
                </p:nvSpPr>
                <p:spPr>
                  <a:xfrm rot="-521110">
                    <a:off x="5084823" y="1740049"/>
                    <a:ext cx="59243" cy="74864"/>
                  </a:xfrm>
                  <a:custGeom>
                    <a:avLst/>
                    <a:gdLst>
                      <a:gd name="connsiteX0" fmla="*/ 59244 w 59243"/>
                      <a:gd name="connsiteY0" fmla="*/ 37432 h 74864"/>
                      <a:gd name="connsiteX1" fmla="*/ 29622 w 59243"/>
                      <a:gd name="connsiteY1" fmla="*/ 74864 h 74864"/>
                      <a:gd name="connsiteX2" fmla="*/ 0 w 59243"/>
                      <a:gd name="connsiteY2" fmla="*/ 37432 h 74864"/>
                      <a:gd name="connsiteX3" fmla="*/ 29622 w 59243"/>
                      <a:gd name="connsiteY3" fmla="*/ 0 h 74864"/>
                      <a:gd name="connsiteX4" fmla="*/ 59244 w 59243"/>
                      <a:gd name="connsiteY4" fmla="*/ 37432 h 7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3" h="74864">
                        <a:moveTo>
                          <a:pt x="59244" y="37432"/>
                        </a:moveTo>
                        <a:cubicBezTo>
                          <a:pt x="59244" y="58105"/>
                          <a:pt x="45981" y="74864"/>
                          <a:pt x="29622" y="74864"/>
                        </a:cubicBezTo>
                        <a:cubicBezTo>
                          <a:pt x="13262" y="74864"/>
                          <a:pt x="0" y="58105"/>
                          <a:pt x="0" y="37432"/>
                        </a:cubicBezTo>
                        <a:cubicBezTo>
                          <a:pt x="0" y="16759"/>
                          <a:pt x="13262" y="0"/>
                          <a:pt x="29622" y="0"/>
                        </a:cubicBezTo>
                        <a:cubicBezTo>
                          <a:pt x="45981" y="0"/>
                          <a:pt x="59244" y="16759"/>
                          <a:pt x="59244" y="3743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10" name="Forme libre : forme 2809">
                    <a:extLst>
                      <a:ext uri="{FF2B5EF4-FFF2-40B4-BE49-F238E27FC236}">
                        <a16:creationId xmlns:a16="http://schemas.microsoft.com/office/drawing/2014/main" id="{0CB43877-4F4E-4484-87DE-3E01E9A10037}"/>
                      </a:ext>
                    </a:extLst>
                  </p:cNvPr>
                  <p:cNvSpPr/>
                  <p:nvPr/>
                </p:nvSpPr>
                <p:spPr>
                  <a:xfrm>
                    <a:off x="5111019" y="1733168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9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811" name="Graphique 11">
                  <a:extLst>
                    <a:ext uri="{FF2B5EF4-FFF2-40B4-BE49-F238E27FC236}">
                      <a16:creationId xmlns:a16="http://schemas.microsoft.com/office/drawing/2014/main" id="{4270C714-C6BE-4486-87E5-8A6DBC467ED1}"/>
                    </a:ext>
                  </a:extLst>
                </p:cNvPr>
                <p:cNvGrpSpPr/>
                <p:nvPr/>
              </p:nvGrpSpPr>
              <p:grpSpPr>
                <a:xfrm>
                  <a:off x="4973071" y="1798521"/>
                  <a:ext cx="188156" cy="197058"/>
                  <a:chOff x="4973071" y="1798521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2812" name="Forme libre : forme 2811">
                    <a:extLst>
                      <a:ext uri="{FF2B5EF4-FFF2-40B4-BE49-F238E27FC236}">
                        <a16:creationId xmlns:a16="http://schemas.microsoft.com/office/drawing/2014/main" id="{F46A8489-B9F5-400F-81EE-AF51097DD0D8}"/>
                      </a:ext>
                    </a:extLst>
                  </p:cNvPr>
                  <p:cNvSpPr/>
                  <p:nvPr/>
                </p:nvSpPr>
                <p:spPr>
                  <a:xfrm rot="-1802346">
                    <a:off x="5002759" y="1820468"/>
                    <a:ext cx="128780" cy="153164"/>
                  </a:xfrm>
                  <a:custGeom>
                    <a:avLst/>
                    <a:gdLst>
                      <a:gd name="connsiteX0" fmla="*/ 128780 w 128780"/>
                      <a:gd name="connsiteY0" fmla="*/ 76582 h 153164"/>
                      <a:gd name="connsiteX1" fmla="*/ 64390 w 128780"/>
                      <a:gd name="connsiteY1" fmla="*/ 153165 h 153164"/>
                      <a:gd name="connsiteX2" fmla="*/ 0 w 128780"/>
                      <a:gd name="connsiteY2" fmla="*/ 76582 h 153164"/>
                      <a:gd name="connsiteX3" fmla="*/ 64390 w 128780"/>
                      <a:gd name="connsiteY3" fmla="*/ 0 h 153164"/>
                      <a:gd name="connsiteX4" fmla="*/ 128780 w 128780"/>
                      <a:gd name="connsiteY4" fmla="*/ 76582 h 153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0" h="153164">
                        <a:moveTo>
                          <a:pt x="128780" y="76582"/>
                        </a:moveTo>
                        <a:cubicBezTo>
                          <a:pt x="128780" y="118878"/>
                          <a:pt x="99952" y="153165"/>
                          <a:pt x="64390" y="153165"/>
                        </a:cubicBezTo>
                        <a:cubicBezTo>
                          <a:pt x="28828" y="153165"/>
                          <a:pt x="0" y="118878"/>
                          <a:pt x="0" y="76582"/>
                        </a:cubicBezTo>
                        <a:cubicBezTo>
                          <a:pt x="0" y="34287"/>
                          <a:pt x="28828" y="0"/>
                          <a:pt x="64390" y="0"/>
                        </a:cubicBezTo>
                        <a:cubicBezTo>
                          <a:pt x="99952" y="0"/>
                          <a:pt x="128780" y="34287"/>
                          <a:pt x="128780" y="7658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13" name="Forme libre : forme 2812">
                    <a:extLst>
                      <a:ext uri="{FF2B5EF4-FFF2-40B4-BE49-F238E27FC236}">
                        <a16:creationId xmlns:a16="http://schemas.microsoft.com/office/drawing/2014/main" id="{4DBFF846-86BE-47C9-8E0A-DA9573249381}"/>
                      </a:ext>
                    </a:extLst>
                  </p:cNvPr>
                  <p:cNvSpPr/>
                  <p:nvPr/>
                </p:nvSpPr>
                <p:spPr>
                  <a:xfrm>
                    <a:off x="5017769" y="1839086"/>
                    <a:ext cx="116952" cy="131681"/>
                  </a:xfrm>
                  <a:custGeom>
                    <a:avLst/>
                    <a:gdLst>
                      <a:gd name="connsiteX0" fmla="*/ 82582 w 116952"/>
                      <a:gd name="connsiteY0" fmla="*/ 0 h 131681"/>
                      <a:gd name="connsiteX1" fmla="*/ 88964 w 116952"/>
                      <a:gd name="connsiteY1" fmla="*/ 9525 h 131681"/>
                      <a:gd name="connsiteX2" fmla="*/ 71533 w 116952"/>
                      <a:gd name="connsiteY2" fmla="*/ 108013 h 131681"/>
                      <a:gd name="connsiteX3" fmla="*/ 0 w 116952"/>
                      <a:gd name="connsiteY3" fmla="*/ 99727 h 131681"/>
                      <a:gd name="connsiteX4" fmla="*/ 87630 w 116952"/>
                      <a:gd name="connsiteY4" fmla="*/ 124301 h 131681"/>
                      <a:gd name="connsiteX5" fmla="*/ 105061 w 116952"/>
                      <a:gd name="connsiteY5" fmla="*/ 25813 h 131681"/>
                      <a:gd name="connsiteX6" fmla="*/ 82582 w 116952"/>
                      <a:gd name="connsiteY6" fmla="*/ 0 h 131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6952" h="131681">
                        <a:moveTo>
                          <a:pt x="82582" y="0"/>
                        </a:moveTo>
                        <a:cubicBezTo>
                          <a:pt x="84868" y="2953"/>
                          <a:pt x="87059" y="6096"/>
                          <a:pt x="88964" y="9525"/>
                        </a:cubicBezTo>
                        <a:cubicBezTo>
                          <a:pt x="110109" y="46101"/>
                          <a:pt x="102203" y="90011"/>
                          <a:pt x="71533" y="108013"/>
                        </a:cubicBezTo>
                        <a:cubicBezTo>
                          <a:pt x="47530" y="122110"/>
                          <a:pt x="16954" y="117729"/>
                          <a:pt x="0" y="99727"/>
                        </a:cubicBezTo>
                        <a:cubicBezTo>
                          <a:pt x="22479" y="129254"/>
                          <a:pt x="59722" y="140399"/>
                          <a:pt x="87630" y="124301"/>
                        </a:cubicBezTo>
                        <a:cubicBezTo>
                          <a:pt x="118396" y="106489"/>
                          <a:pt x="126206" y="62389"/>
                          <a:pt x="105061" y="25813"/>
                        </a:cubicBezTo>
                        <a:cubicBezTo>
                          <a:pt x="99060" y="15335"/>
                          <a:pt x="91345" y="6763"/>
                          <a:pt x="82582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14" name="Forme libre : forme 2813">
                    <a:extLst>
                      <a:ext uri="{FF2B5EF4-FFF2-40B4-BE49-F238E27FC236}">
                        <a16:creationId xmlns:a16="http://schemas.microsoft.com/office/drawing/2014/main" id="{D9D994F2-606F-4877-8329-AFA6DC65F6E3}"/>
                      </a:ext>
                    </a:extLst>
                  </p:cNvPr>
                  <p:cNvSpPr/>
                  <p:nvPr/>
                </p:nvSpPr>
                <p:spPr>
                  <a:xfrm rot="-521110">
                    <a:off x="5005774" y="1844922"/>
                    <a:ext cx="59243" cy="74864"/>
                  </a:xfrm>
                  <a:custGeom>
                    <a:avLst/>
                    <a:gdLst>
                      <a:gd name="connsiteX0" fmla="*/ 59243 w 59243"/>
                      <a:gd name="connsiteY0" fmla="*/ 37432 h 74864"/>
                      <a:gd name="connsiteX1" fmla="*/ 29622 w 59243"/>
                      <a:gd name="connsiteY1" fmla="*/ 74864 h 74864"/>
                      <a:gd name="connsiteX2" fmla="*/ 0 w 59243"/>
                      <a:gd name="connsiteY2" fmla="*/ 37432 h 74864"/>
                      <a:gd name="connsiteX3" fmla="*/ 29622 w 59243"/>
                      <a:gd name="connsiteY3" fmla="*/ 0 h 74864"/>
                      <a:gd name="connsiteX4" fmla="*/ 59243 w 59243"/>
                      <a:gd name="connsiteY4" fmla="*/ 37432 h 7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3" h="74864">
                        <a:moveTo>
                          <a:pt x="59243" y="37432"/>
                        </a:moveTo>
                        <a:cubicBezTo>
                          <a:pt x="59243" y="58105"/>
                          <a:pt x="45981" y="74864"/>
                          <a:pt x="29622" y="74864"/>
                        </a:cubicBezTo>
                        <a:cubicBezTo>
                          <a:pt x="13262" y="74864"/>
                          <a:pt x="0" y="58105"/>
                          <a:pt x="0" y="37432"/>
                        </a:cubicBezTo>
                        <a:cubicBezTo>
                          <a:pt x="0" y="16759"/>
                          <a:pt x="13262" y="0"/>
                          <a:pt x="29622" y="0"/>
                        </a:cubicBezTo>
                        <a:cubicBezTo>
                          <a:pt x="45981" y="0"/>
                          <a:pt x="59243" y="16759"/>
                          <a:pt x="59243" y="3743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15" name="Forme libre : forme 2814">
                    <a:extLst>
                      <a:ext uri="{FF2B5EF4-FFF2-40B4-BE49-F238E27FC236}">
                        <a16:creationId xmlns:a16="http://schemas.microsoft.com/office/drawing/2014/main" id="{12606B46-51E8-439A-AACA-77D018FAE316}"/>
                      </a:ext>
                    </a:extLst>
                  </p:cNvPr>
                  <p:cNvSpPr/>
                  <p:nvPr/>
                </p:nvSpPr>
                <p:spPr>
                  <a:xfrm>
                    <a:off x="5032057" y="1838038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816" name="Graphique 11">
                  <a:extLst>
                    <a:ext uri="{FF2B5EF4-FFF2-40B4-BE49-F238E27FC236}">
                      <a16:creationId xmlns:a16="http://schemas.microsoft.com/office/drawing/2014/main" id="{8B2058FF-369E-4B21-BB9E-E0AA45C64002}"/>
                    </a:ext>
                  </a:extLst>
                </p:cNvPr>
                <p:cNvGrpSpPr/>
                <p:nvPr/>
              </p:nvGrpSpPr>
              <p:grpSpPr>
                <a:xfrm>
                  <a:off x="5182916" y="1677222"/>
                  <a:ext cx="188156" cy="197058"/>
                  <a:chOff x="5182916" y="1677222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2817" name="Forme libre : forme 2816">
                    <a:extLst>
                      <a:ext uri="{FF2B5EF4-FFF2-40B4-BE49-F238E27FC236}">
                        <a16:creationId xmlns:a16="http://schemas.microsoft.com/office/drawing/2014/main" id="{223BF8A1-E678-4D99-BC2F-A4A9E9B151C6}"/>
                      </a:ext>
                    </a:extLst>
                  </p:cNvPr>
                  <p:cNvSpPr/>
                  <p:nvPr/>
                </p:nvSpPr>
                <p:spPr>
                  <a:xfrm rot="-1802346">
                    <a:off x="5212604" y="1699169"/>
                    <a:ext cx="128780" cy="153164"/>
                  </a:xfrm>
                  <a:custGeom>
                    <a:avLst/>
                    <a:gdLst>
                      <a:gd name="connsiteX0" fmla="*/ 128780 w 128780"/>
                      <a:gd name="connsiteY0" fmla="*/ 76582 h 153164"/>
                      <a:gd name="connsiteX1" fmla="*/ 64390 w 128780"/>
                      <a:gd name="connsiteY1" fmla="*/ 153165 h 153164"/>
                      <a:gd name="connsiteX2" fmla="*/ 0 w 128780"/>
                      <a:gd name="connsiteY2" fmla="*/ 76582 h 153164"/>
                      <a:gd name="connsiteX3" fmla="*/ 64390 w 128780"/>
                      <a:gd name="connsiteY3" fmla="*/ 0 h 153164"/>
                      <a:gd name="connsiteX4" fmla="*/ 128780 w 128780"/>
                      <a:gd name="connsiteY4" fmla="*/ 76582 h 153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0" h="153164">
                        <a:moveTo>
                          <a:pt x="128780" y="76582"/>
                        </a:moveTo>
                        <a:cubicBezTo>
                          <a:pt x="128780" y="118878"/>
                          <a:pt x="99952" y="153165"/>
                          <a:pt x="64390" y="153165"/>
                        </a:cubicBezTo>
                        <a:cubicBezTo>
                          <a:pt x="28828" y="153165"/>
                          <a:pt x="0" y="118878"/>
                          <a:pt x="0" y="76582"/>
                        </a:cubicBezTo>
                        <a:cubicBezTo>
                          <a:pt x="0" y="34287"/>
                          <a:pt x="28828" y="0"/>
                          <a:pt x="64390" y="0"/>
                        </a:cubicBezTo>
                        <a:cubicBezTo>
                          <a:pt x="99952" y="0"/>
                          <a:pt x="128780" y="34287"/>
                          <a:pt x="128780" y="7658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18" name="Forme libre : forme 2817">
                    <a:extLst>
                      <a:ext uri="{FF2B5EF4-FFF2-40B4-BE49-F238E27FC236}">
                        <a16:creationId xmlns:a16="http://schemas.microsoft.com/office/drawing/2014/main" id="{C58DBC72-E64F-4DB4-B45A-C627FE952FF1}"/>
                      </a:ext>
                    </a:extLst>
                  </p:cNvPr>
                  <p:cNvSpPr/>
                  <p:nvPr/>
                </p:nvSpPr>
                <p:spPr>
                  <a:xfrm>
                    <a:off x="5227605" y="1717833"/>
                    <a:ext cx="116952" cy="131681"/>
                  </a:xfrm>
                  <a:custGeom>
                    <a:avLst/>
                    <a:gdLst>
                      <a:gd name="connsiteX0" fmla="*/ 82582 w 116952"/>
                      <a:gd name="connsiteY0" fmla="*/ 0 h 131681"/>
                      <a:gd name="connsiteX1" fmla="*/ 88964 w 116952"/>
                      <a:gd name="connsiteY1" fmla="*/ 9525 h 131681"/>
                      <a:gd name="connsiteX2" fmla="*/ 71533 w 116952"/>
                      <a:gd name="connsiteY2" fmla="*/ 108014 h 131681"/>
                      <a:gd name="connsiteX3" fmla="*/ 0 w 116952"/>
                      <a:gd name="connsiteY3" fmla="*/ 99727 h 131681"/>
                      <a:gd name="connsiteX4" fmla="*/ 87630 w 116952"/>
                      <a:gd name="connsiteY4" fmla="*/ 124301 h 131681"/>
                      <a:gd name="connsiteX5" fmla="*/ 105061 w 116952"/>
                      <a:gd name="connsiteY5" fmla="*/ 25813 h 131681"/>
                      <a:gd name="connsiteX6" fmla="*/ 82582 w 116952"/>
                      <a:gd name="connsiteY6" fmla="*/ 0 h 131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6952" h="131681">
                        <a:moveTo>
                          <a:pt x="82582" y="0"/>
                        </a:moveTo>
                        <a:cubicBezTo>
                          <a:pt x="84868" y="2953"/>
                          <a:pt x="87059" y="6096"/>
                          <a:pt x="88964" y="9525"/>
                        </a:cubicBezTo>
                        <a:cubicBezTo>
                          <a:pt x="110109" y="46101"/>
                          <a:pt x="102203" y="90011"/>
                          <a:pt x="71533" y="108014"/>
                        </a:cubicBezTo>
                        <a:cubicBezTo>
                          <a:pt x="47530" y="122111"/>
                          <a:pt x="16954" y="117729"/>
                          <a:pt x="0" y="99727"/>
                        </a:cubicBezTo>
                        <a:cubicBezTo>
                          <a:pt x="22479" y="129254"/>
                          <a:pt x="59722" y="140398"/>
                          <a:pt x="87630" y="124301"/>
                        </a:cubicBezTo>
                        <a:cubicBezTo>
                          <a:pt x="118396" y="106490"/>
                          <a:pt x="126206" y="62389"/>
                          <a:pt x="105061" y="25813"/>
                        </a:cubicBezTo>
                        <a:cubicBezTo>
                          <a:pt x="99060" y="15335"/>
                          <a:pt x="91250" y="6668"/>
                          <a:pt x="82582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19" name="Forme libre : forme 2818">
                    <a:extLst>
                      <a:ext uri="{FF2B5EF4-FFF2-40B4-BE49-F238E27FC236}">
                        <a16:creationId xmlns:a16="http://schemas.microsoft.com/office/drawing/2014/main" id="{E2631D49-F049-456B-BF99-7DD99CD58429}"/>
                      </a:ext>
                    </a:extLst>
                  </p:cNvPr>
                  <p:cNvSpPr/>
                  <p:nvPr/>
                </p:nvSpPr>
                <p:spPr>
                  <a:xfrm rot="-521110">
                    <a:off x="5215606" y="1723660"/>
                    <a:ext cx="59243" cy="74864"/>
                  </a:xfrm>
                  <a:custGeom>
                    <a:avLst/>
                    <a:gdLst>
                      <a:gd name="connsiteX0" fmla="*/ 59243 w 59243"/>
                      <a:gd name="connsiteY0" fmla="*/ 37432 h 74864"/>
                      <a:gd name="connsiteX1" fmla="*/ 29622 w 59243"/>
                      <a:gd name="connsiteY1" fmla="*/ 74864 h 74864"/>
                      <a:gd name="connsiteX2" fmla="*/ 0 w 59243"/>
                      <a:gd name="connsiteY2" fmla="*/ 37432 h 74864"/>
                      <a:gd name="connsiteX3" fmla="*/ 29622 w 59243"/>
                      <a:gd name="connsiteY3" fmla="*/ 0 h 74864"/>
                      <a:gd name="connsiteX4" fmla="*/ 59243 w 59243"/>
                      <a:gd name="connsiteY4" fmla="*/ 37432 h 7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3" h="74864">
                        <a:moveTo>
                          <a:pt x="59243" y="37432"/>
                        </a:moveTo>
                        <a:cubicBezTo>
                          <a:pt x="59243" y="58105"/>
                          <a:pt x="45981" y="74864"/>
                          <a:pt x="29622" y="74864"/>
                        </a:cubicBezTo>
                        <a:cubicBezTo>
                          <a:pt x="13262" y="74864"/>
                          <a:pt x="0" y="58105"/>
                          <a:pt x="0" y="37432"/>
                        </a:cubicBezTo>
                        <a:cubicBezTo>
                          <a:pt x="0" y="16759"/>
                          <a:pt x="13262" y="0"/>
                          <a:pt x="29622" y="0"/>
                        </a:cubicBezTo>
                        <a:cubicBezTo>
                          <a:pt x="45981" y="0"/>
                          <a:pt x="59243" y="16759"/>
                          <a:pt x="59243" y="3743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20" name="Forme libre : forme 2819">
                    <a:extLst>
                      <a:ext uri="{FF2B5EF4-FFF2-40B4-BE49-F238E27FC236}">
                        <a16:creationId xmlns:a16="http://schemas.microsoft.com/office/drawing/2014/main" id="{5153E86B-893A-42F0-B236-A4CE91F3E4F1}"/>
                      </a:ext>
                    </a:extLst>
                  </p:cNvPr>
                  <p:cNvSpPr/>
                  <p:nvPr/>
                </p:nvSpPr>
                <p:spPr>
                  <a:xfrm>
                    <a:off x="5241798" y="1716785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821" name="Forme libre : forme 2820">
                  <a:extLst>
                    <a:ext uri="{FF2B5EF4-FFF2-40B4-BE49-F238E27FC236}">
                      <a16:creationId xmlns:a16="http://schemas.microsoft.com/office/drawing/2014/main" id="{58E82D31-085C-4C6A-AD4F-17053C72F597}"/>
                    </a:ext>
                  </a:extLst>
                </p:cNvPr>
                <p:cNvSpPr/>
                <p:nvPr/>
              </p:nvSpPr>
              <p:spPr>
                <a:xfrm>
                  <a:off x="5223986" y="2084260"/>
                  <a:ext cx="301085" cy="347092"/>
                </a:xfrm>
                <a:custGeom>
                  <a:avLst/>
                  <a:gdLst>
                    <a:gd name="connsiteX0" fmla="*/ 0 w 301085"/>
                    <a:gd name="connsiteY0" fmla="*/ 0 h 347092"/>
                    <a:gd name="connsiteX1" fmla="*/ 119539 w 301085"/>
                    <a:gd name="connsiteY1" fmla="*/ 102775 h 347092"/>
                    <a:gd name="connsiteX2" fmla="*/ 207550 w 301085"/>
                    <a:gd name="connsiteY2" fmla="*/ 236029 h 347092"/>
                    <a:gd name="connsiteX3" fmla="*/ 301085 w 301085"/>
                    <a:gd name="connsiteY3" fmla="*/ 345281 h 347092"/>
                    <a:gd name="connsiteX4" fmla="*/ 280035 w 301085"/>
                    <a:gd name="connsiteY4" fmla="*/ 339566 h 347092"/>
                    <a:gd name="connsiteX5" fmla="*/ 255937 w 301085"/>
                    <a:gd name="connsiteY5" fmla="*/ 318325 h 347092"/>
                    <a:gd name="connsiteX6" fmla="*/ 69628 w 301085"/>
                    <a:gd name="connsiteY6" fmla="*/ 53626 h 347092"/>
                    <a:gd name="connsiteX7" fmla="*/ 9334 w 301085"/>
                    <a:gd name="connsiteY7" fmla="*/ 5143 h 347092"/>
                    <a:gd name="connsiteX8" fmla="*/ 10096 w 301085"/>
                    <a:gd name="connsiteY8" fmla="*/ 9715 h 347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1085" h="347092">
                      <a:moveTo>
                        <a:pt x="0" y="0"/>
                      </a:moveTo>
                      <a:cubicBezTo>
                        <a:pt x="49244" y="20288"/>
                        <a:pt x="88106" y="59912"/>
                        <a:pt x="119539" y="102775"/>
                      </a:cubicBezTo>
                      <a:cubicBezTo>
                        <a:pt x="150971" y="145732"/>
                        <a:pt x="176403" y="192881"/>
                        <a:pt x="207550" y="236029"/>
                      </a:cubicBezTo>
                      <a:cubicBezTo>
                        <a:pt x="235648" y="274891"/>
                        <a:pt x="268224" y="310324"/>
                        <a:pt x="301085" y="345281"/>
                      </a:cubicBezTo>
                      <a:cubicBezTo>
                        <a:pt x="294799" y="349948"/>
                        <a:pt x="286036" y="344710"/>
                        <a:pt x="280035" y="339566"/>
                      </a:cubicBezTo>
                      <a:cubicBezTo>
                        <a:pt x="271843" y="332613"/>
                        <a:pt x="263747" y="325660"/>
                        <a:pt x="255937" y="318325"/>
                      </a:cubicBezTo>
                      <a:cubicBezTo>
                        <a:pt x="177546" y="243554"/>
                        <a:pt x="147352" y="129064"/>
                        <a:pt x="69628" y="53626"/>
                      </a:cubicBezTo>
                      <a:cubicBezTo>
                        <a:pt x="51149" y="35623"/>
                        <a:pt x="30289" y="20288"/>
                        <a:pt x="9334" y="5143"/>
                      </a:cubicBezTo>
                      <a:cubicBezTo>
                        <a:pt x="9620" y="6667"/>
                        <a:pt x="9811" y="8191"/>
                        <a:pt x="10096" y="9715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22" name="Forme libre : forme 2821">
                  <a:extLst>
                    <a:ext uri="{FF2B5EF4-FFF2-40B4-BE49-F238E27FC236}">
                      <a16:creationId xmlns:a16="http://schemas.microsoft.com/office/drawing/2014/main" id="{1925C0DE-A318-48E5-B336-10448152C483}"/>
                    </a:ext>
                  </a:extLst>
                </p:cNvPr>
                <p:cNvSpPr/>
                <p:nvPr/>
              </p:nvSpPr>
              <p:spPr>
                <a:xfrm>
                  <a:off x="5130344" y="1868518"/>
                  <a:ext cx="352340" cy="417575"/>
                </a:xfrm>
                <a:custGeom>
                  <a:avLst/>
                  <a:gdLst>
                    <a:gd name="connsiteX0" fmla="*/ 152887 w 352340"/>
                    <a:gd name="connsiteY0" fmla="*/ 204025 h 417575"/>
                    <a:gd name="connsiteX1" fmla="*/ 210704 w 352340"/>
                    <a:gd name="connsiteY1" fmla="*/ 259747 h 417575"/>
                    <a:gd name="connsiteX2" fmla="*/ 254042 w 352340"/>
                    <a:gd name="connsiteY2" fmla="*/ 304038 h 417575"/>
                    <a:gd name="connsiteX3" fmla="*/ 352340 w 352340"/>
                    <a:gd name="connsiteY3" fmla="*/ 417576 h 417575"/>
                    <a:gd name="connsiteX4" fmla="*/ 224324 w 352340"/>
                    <a:gd name="connsiteY4" fmla="*/ 257270 h 417575"/>
                    <a:gd name="connsiteX5" fmla="*/ 169079 w 352340"/>
                    <a:gd name="connsiteY5" fmla="*/ 194215 h 417575"/>
                    <a:gd name="connsiteX6" fmla="*/ 27347 w 352340"/>
                    <a:gd name="connsiteY6" fmla="*/ 26956 h 417575"/>
                    <a:gd name="connsiteX7" fmla="*/ 201 w 352340"/>
                    <a:gd name="connsiteY7" fmla="*/ 0 h 417575"/>
                    <a:gd name="connsiteX8" fmla="*/ 11441 w 352340"/>
                    <a:gd name="connsiteY8" fmla="*/ 16478 h 417575"/>
                    <a:gd name="connsiteX9" fmla="*/ 27633 w 352340"/>
                    <a:gd name="connsiteY9" fmla="*/ 36386 h 417575"/>
                    <a:gd name="connsiteX10" fmla="*/ 57256 w 352340"/>
                    <a:gd name="connsiteY10" fmla="*/ 76867 h 417575"/>
                    <a:gd name="connsiteX11" fmla="*/ 115930 w 352340"/>
                    <a:gd name="connsiteY11" fmla="*/ 159925 h 417575"/>
                    <a:gd name="connsiteX12" fmla="*/ 152887 w 352340"/>
                    <a:gd name="connsiteY12" fmla="*/ 204025 h 417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52340" h="417575">
                      <a:moveTo>
                        <a:pt x="152887" y="204025"/>
                      </a:moveTo>
                      <a:cubicBezTo>
                        <a:pt x="171270" y="223457"/>
                        <a:pt x="191463" y="241173"/>
                        <a:pt x="210704" y="259747"/>
                      </a:cubicBezTo>
                      <a:cubicBezTo>
                        <a:pt x="225562" y="274034"/>
                        <a:pt x="239945" y="288988"/>
                        <a:pt x="254042" y="304038"/>
                      </a:cubicBezTo>
                      <a:cubicBezTo>
                        <a:pt x="288237" y="340614"/>
                        <a:pt x="321003" y="378524"/>
                        <a:pt x="352340" y="417576"/>
                      </a:cubicBezTo>
                      <a:cubicBezTo>
                        <a:pt x="326242" y="353854"/>
                        <a:pt x="271378" y="307467"/>
                        <a:pt x="224324" y="257270"/>
                      </a:cubicBezTo>
                      <a:cubicBezTo>
                        <a:pt x="205179" y="236887"/>
                        <a:pt x="187177" y="215551"/>
                        <a:pt x="169079" y="194215"/>
                      </a:cubicBezTo>
                      <a:cubicBezTo>
                        <a:pt x="121835" y="138494"/>
                        <a:pt x="74591" y="82677"/>
                        <a:pt x="27347" y="26956"/>
                      </a:cubicBezTo>
                      <a:cubicBezTo>
                        <a:pt x="20013" y="18288"/>
                        <a:pt x="10774" y="4667"/>
                        <a:pt x="201" y="0"/>
                      </a:cubicBezTo>
                      <a:cubicBezTo>
                        <a:pt x="-1513" y="5334"/>
                        <a:pt x="8202" y="12668"/>
                        <a:pt x="11441" y="16478"/>
                      </a:cubicBezTo>
                      <a:cubicBezTo>
                        <a:pt x="16965" y="22955"/>
                        <a:pt x="22394" y="29623"/>
                        <a:pt x="27633" y="36386"/>
                      </a:cubicBezTo>
                      <a:cubicBezTo>
                        <a:pt x="37920" y="49625"/>
                        <a:pt x="47636" y="63151"/>
                        <a:pt x="57256" y="76867"/>
                      </a:cubicBezTo>
                      <a:cubicBezTo>
                        <a:pt x="76687" y="104584"/>
                        <a:pt x="95356" y="132969"/>
                        <a:pt x="115930" y="159925"/>
                      </a:cubicBezTo>
                      <a:cubicBezTo>
                        <a:pt x="127455" y="175260"/>
                        <a:pt x="139647" y="190119"/>
                        <a:pt x="152887" y="204025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23" name="Forme libre : forme 2822">
                  <a:extLst>
                    <a:ext uri="{FF2B5EF4-FFF2-40B4-BE49-F238E27FC236}">
                      <a16:creationId xmlns:a16="http://schemas.microsoft.com/office/drawing/2014/main" id="{106CBD66-9718-4DE6-B323-5D8A4230FDAF}"/>
                    </a:ext>
                  </a:extLst>
                </p:cNvPr>
                <p:cNvSpPr/>
                <p:nvPr/>
              </p:nvSpPr>
              <p:spPr>
                <a:xfrm>
                  <a:off x="5219604" y="1815559"/>
                  <a:ext cx="102679" cy="277939"/>
                </a:xfrm>
                <a:custGeom>
                  <a:avLst/>
                  <a:gdLst>
                    <a:gd name="connsiteX0" fmla="*/ 21717 w 102679"/>
                    <a:gd name="connsiteY0" fmla="*/ 52768 h 277939"/>
                    <a:gd name="connsiteX1" fmla="*/ 33814 w 102679"/>
                    <a:gd name="connsiteY1" fmla="*/ 84677 h 277939"/>
                    <a:gd name="connsiteX2" fmla="*/ 39624 w 102679"/>
                    <a:gd name="connsiteY2" fmla="*/ 106585 h 277939"/>
                    <a:gd name="connsiteX3" fmla="*/ 58007 w 102679"/>
                    <a:gd name="connsiteY3" fmla="*/ 181832 h 277939"/>
                    <a:gd name="connsiteX4" fmla="*/ 64008 w 102679"/>
                    <a:gd name="connsiteY4" fmla="*/ 213550 h 277939"/>
                    <a:gd name="connsiteX5" fmla="*/ 67913 w 102679"/>
                    <a:gd name="connsiteY5" fmla="*/ 237554 h 277939"/>
                    <a:gd name="connsiteX6" fmla="*/ 75152 w 102679"/>
                    <a:gd name="connsiteY6" fmla="*/ 248031 h 277939"/>
                    <a:gd name="connsiteX7" fmla="*/ 102679 w 102679"/>
                    <a:gd name="connsiteY7" fmla="*/ 277939 h 277939"/>
                    <a:gd name="connsiteX8" fmla="*/ 79534 w 102679"/>
                    <a:gd name="connsiteY8" fmla="*/ 215360 h 277939"/>
                    <a:gd name="connsiteX9" fmla="*/ 21431 w 102679"/>
                    <a:gd name="connsiteY9" fmla="*/ 44577 h 277939"/>
                    <a:gd name="connsiteX10" fmla="*/ 10954 w 102679"/>
                    <a:gd name="connsiteY10" fmla="*/ 21431 h 277939"/>
                    <a:gd name="connsiteX11" fmla="*/ 0 w 102679"/>
                    <a:gd name="connsiteY11" fmla="*/ 0 h 277939"/>
                    <a:gd name="connsiteX12" fmla="*/ 10763 w 102679"/>
                    <a:gd name="connsiteY12" fmla="*/ 26575 h 277939"/>
                    <a:gd name="connsiteX13" fmla="*/ 21717 w 102679"/>
                    <a:gd name="connsiteY13" fmla="*/ 52768 h 277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02679" h="277939">
                      <a:moveTo>
                        <a:pt x="21717" y="52768"/>
                      </a:moveTo>
                      <a:cubicBezTo>
                        <a:pt x="26099" y="63246"/>
                        <a:pt x="30480" y="73819"/>
                        <a:pt x="33814" y="84677"/>
                      </a:cubicBezTo>
                      <a:cubicBezTo>
                        <a:pt x="36100" y="91916"/>
                        <a:pt x="37814" y="99250"/>
                        <a:pt x="39624" y="106585"/>
                      </a:cubicBezTo>
                      <a:cubicBezTo>
                        <a:pt x="45720" y="131635"/>
                        <a:pt x="51816" y="156686"/>
                        <a:pt x="58007" y="181832"/>
                      </a:cubicBezTo>
                      <a:cubicBezTo>
                        <a:pt x="60579" y="192310"/>
                        <a:pt x="63151" y="202787"/>
                        <a:pt x="64008" y="213550"/>
                      </a:cubicBezTo>
                      <a:cubicBezTo>
                        <a:pt x="64675" y="221647"/>
                        <a:pt x="64484" y="230124"/>
                        <a:pt x="67913" y="237554"/>
                      </a:cubicBezTo>
                      <a:cubicBezTo>
                        <a:pt x="69723" y="241459"/>
                        <a:pt x="72390" y="244792"/>
                        <a:pt x="75152" y="248031"/>
                      </a:cubicBezTo>
                      <a:cubicBezTo>
                        <a:pt x="83820" y="258413"/>
                        <a:pt x="93059" y="268414"/>
                        <a:pt x="102679" y="277939"/>
                      </a:cubicBezTo>
                      <a:cubicBezTo>
                        <a:pt x="89440" y="259842"/>
                        <a:pt x="84773" y="237172"/>
                        <a:pt x="79534" y="215360"/>
                      </a:cubicBezTo>
                      <a:cubicBezTo>
                        <a:pt x="65532" y="156782"/>
                        <a:pt x="45625" y="99727"/>
                        <a:pt x="21431" y="44577"/>
                      </a:cubicBezTo>
                      <a:cubicBezTo>
                        <a:pt x="18002" y="36862"/>
                        <a:pt x="14573" y="29146"/>
                        <a:pt x="10954" y="21431"/>
                      </a:cubicBezTo>
                      <a:cubicBezTo>
                        <a:pt x="8477" y="16097"/>
                        <a:pt x="4763" y="2953"/>
                        <a:pt x="0" y="0"/>
                      </a:cubicBezTo>
                      <a:cubicBezTo>
                        <a:pt x="1715" y="8858"/>
                        <a:pt x="7239" y="18193"/>
                        <a:pt x="10763" y="26575"/>
                      </a:cubicBezTo>
                      <a:cubicBezTo>
                        <a:pt x="14478" y="35338"/>
                        <a:pt x="18098" y="44005"/>
                        <a:pt x="21717" y="52768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24" name="Forme libre : forme 2823">
                  <a:extLst>
                    <a:ext uri="{FF2B5EF4-FFF2-40B4-BE49-F238E27FC236}">
                      <a16:creationId xmlns:a16="http://schemas.microsoft.com/office/drawing/2014/main" id="{0A04A565-3AF7-43FE-81CF-8545681BEFE5}"/>
                    </a:ext>
                  </a:extLst>
                </p:cNvPr>
                <p:cNvSpPr/>
                <p:nvPr/>
              </p:nvSpPr>
              <p:spPr>
                <a:xfrm>
                  <a:off x="5096134" y="1933220"/>
                  <a:ext cx="204756" cy="179083"/>
                </a:xfrm>
                <a:custGeom>
                  <a:avLst/>
                  <a:gdLst>
                    <a:gd name="connsiteX0" fmla="*/ 20600 w 204756"/>
                    <a:gd name="connsiteY0" fmla="*/ 43693 h 179083"/>
                    <a:gd name="connsiteX1" fmla="*/ 31173 w 204756"/>
                    <a:gd name="connsiteY1" fmla="*/ 35216 h 179083"/>
                    <a:gd name="connsiteX2" fmla="*/ 40031 w 204756"/>
                    <a:gd name="connsiteY2" fmla="*/ 20738 h 179083"/>
                    <a:gd name="connsiteX3" fmla="*/ 49842 w 204756"/>
                    <a:gd name="connsiteY3" fmla="*/ 5783 h 179083"/>
                    <a:gd name="connsiteX4" fmla="*/ 54985 w 204756"/>
                    <a:gd name="connsiteY4" fmla="*/ 926 h 179083"/>
                    <a:gd name="connsiteX5" fmla="*/ 71273 w 204756"/>
                    <a:gd name="connsiteY5" fmla="*/ 6260 h 179083"/>
                    <a:gd name="connsiteX6" fmla="*/ 91847 w 204756"/>
                    <a:gd name="connsiteY6" fmla="*/ 33215 h 179083"/>
                    <a:gd name="connsiteX7" fmla="*/ 147378 w 204756"/>
                    <a:gd name="connsiteY7" fmla="*/ 104272 h 179083"/>
                    <a:gd name="connsiteX8" fmla="*/ 202147 w 204756"/>
                    <a:gd name="connsiteY8" fmla="*/ 167708 h 179083"/>
                    <a:gd name="connsiteX9" fmla="*/ 203099 w 204756"/>
                    <a:gd name="connsiteY9" fmla="*/ 178186 h 179083"/>
                    <a:gd name="connsiteX10" fmla="*/ 194241 w 204756"/>
                    <a:gd name="connsiteY10" fmla="*/ 176662 h 179083"/>
                    <a:gd name="connsiteX11" fmla="*/ 153188 w 204756"/>
                    <a:gd name="connsiteY11" fmla="*/ 148849 h 179083"/>
                    <a:gd name="connsiteX12" fmla="*/ 38983 w 204756"/>
                    <a:gd name="connsiteY12" fmla="*/ 85222 h 179083"/>
                    <a:gd name="connsiteX13" fmla="*/ 6408 w 204756"/>
                    <a:gd name="connsiteY13" fmla="*/ 60171 h 179083"/>
                    <a:gd name="connsiteX14" fmla="*/ 2407 w 204756"/>
                    <a:gd name="connsiteY14" fmla="*/ 49217 h 179083"/>
                    <a:gd name="connsiteX15" fmla="*/ 20600 w 204756"/>
                    <a:gd name="connsiteY15" fmla="*/ 43693 h 17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04756" h="179083">
                      <a:moveTo>
                        <a:pt x="20600" y="43693"/>
                      </a:moveTo>
                      <a:cubicBezTo>
                        <a:pt x="24600" y="41502"/>
                        <a:pt x="28220" y="38645"/>
                        <a:pt x="31173" y="35216"/>
                      </a:cubicBezTo>
                      <a:cubicBezTo>
                        <a:pt x="34792" y="30929"/>
                        <a:pt x="37269" y="25691"/>
                        <a:pt x="40031" y="20738"/>
                      </a:cubicBezTo>
                      <a:cubicBezTo>
                        <a:pt x="42984" y="15499"/>
                        <a:pt x="46222" y="10546"/>
                        <a:pt x="49842" y="5783"/>
                      </a:cubicBezTo>
                      <a:cubicBezTo>
                        <a:pt x="51271" y="3878"/>
                        <a:pt x="52890" y="1973"/>
                        <a:pt x="54985" y="926"/>
                      </a:cubicBezTo>
                      <a:cubicBezTo>
                        <a:pt x="60415" y="-1837"/>
                        <a:pt x="66796" y="2069"/>
                        <a:pt x="71273" y="6260"/>
                      </a:cubicBezTo>
                      <a:cubicBezTo>
                        <a:pt x="79465" y="14070"/>
                        <a:pt x="85561" y="23786"/>
                        <a:pt x="91847" y="33215"/>
                      </a:cubicBezTo>
                      <a:cubicBezTo>
                        <a:pt x="108611" y="58171"/>
                        <a:pt x="127185" y="81983"/>
                        <a:pt x="147378" y="104272"/>
                      </a:cubicBezTo>
                      <a:cubicBezTo>
                        <a:pt x="166142" y="125036"/>
                        <a:pt x="186430" y="144658"/>
                        <a:pt x="202147" y="167708"/>
                      </a:cubicBezTo>
                      <a:cubicBezTo>
                        <a:pt x="204337" y="170947"/>
                        <a:pt x="206242" y="175805"/>
                        <a:pt x="203099" y="178186"/>
                      </a:cubicBezTo>
                      <a:cubicBezTo>
                        <a:pt x="200527" y="180186"/>
                        <a:pt x="196908" y="178472"/>
                        <a:pt x="194241" y="176662"/>
                      </a:cubicBezTo>
                      <a:cubicBezTo>
                        <a:pt x="180430" y="167613"/>
                        <a:pt x="167190" y="157707"/>
                        <a:pt x="153188" y="148849"/>
                      </a:cubicBezTo>
                      <a:cubicBezTo>
                        <a:pt x="116422" y="125417"/>
                        <a:pt x="75274" y="109320"/>
                        <a:pt x="38983" y="85222"/>
                      </a:cubicBezTo>
                      <a:cubicBezTo>
                        <a:pt x="27553" y="77602"/>
                        <a:pt x="16695" y="69220"/>
                        <a:pt x="6408" y="60171"/>
                      </a:cubicBezTo>
                      <a:cubicBezTo>
                        <a:pt x="2883" y="57028"/>
                        <a:pt x="-3498" y="52646"/>
                        <a:pt x="2407" y="49217"/>
                      </a:cubicBezTo>
                      <a:cubicBezTo>
                        <a:pt x="7456" y="46265"/>
                        <a:pt x="15171" y="46741"/>
                        <a:pt x="20600" y="43693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25" name="Forme libre : forme 2824">
                  <a:extLst>
                    <a:ext uri="{FF2B5EF4-FFF2-40B4-BE49-F238E27FC236}">
                      <a16:creationId xmlns:a16="http://schemas.microsoft.com/office/drawing/2014/main" id="{B382E36A-5A45-49EB-A1C2-599EC7939DBA}"/>
                    </a:ext>
                  </a:extLst>
                </p:cNvPr>
                <p:cNvSpPr/>
                <p:nvPr/>
              </p:nvSpPr>
              <p:spPr>
                <a:xfrm>
                  <a:off x="5168059" y="1839943"/>
                  <a:ext cx="103199" cy="161255"/>
                </a:xfrm>
                <a:custGeom>
                  <a:avLst/>
                  <a:gdLst>
                    <a:gd name="connsiteX0" fmla="*/ 49355 w 103199"/>
                    <a:gd name="connsiteY0" fmla="*/ 0 h 161255"/>
                    <a:gd name="connsiteX1" fmla="*/ 58118 w 103199"/>
                    <a:gd name="connsiteY1" fmla="*/ 15526 h 161255"/>
                    <a:gd name="connsiteX2" fmla="*/ 95837 w 103199"/>
                    <a:gd name="connsiteY2" fmla="*/ 122301 h 161255"/>
                    <a:gd name="connsiteX3" fmla="*/ 103171 w 103199"/>
                    <a:gd name="connsiteY3" fmla="*/ 155543 h 161255"/>
                    <a:gd name="connsiteX4" fmla="*/ 102028 w 103199"/>
                    <a:gd name="connsiteY4" fmla="*/ 160115 h 161255"/>
                    <a:gd name="connsiteX5" fmla="*/ 96694 w 103199"/>
                    <a:gd name="connsiteY5" fmla="*/ 160592 h 161255"/>
                    <a:gd name="connsiteX6" fmla="*/ 92598 w 103199"/>
                    <a:gd name="connsiteY6" fmla="*/ 156496 h 161255"/>
                    <a:gd name="connsiteX7" fmla="*/ 33734 w 103199"/>
                    <a:gd name="connsiteY7" fmla="*/ 83915 h 161255"/>
                    <a:gd name="connsiteX8" fmla="*/ 2396 w 103199"/>
                    <a:gd name="connsiteY8" fmla="*/ 49911 h 161255"/>
                    <a:gd name="connsiteX9" fmla="*/ 18303 w 103199"/>
                    <a:gd name="connsiteY9" fmla="*/ 29813 h 161255"/>
                    <a:gd name="connsiteX10" fmla="*/ 36210 w 103199"/>
                    <a:gd name="connsiteY10" fmla="*/ 17336 h 161255"/>
                    <a:gd name="connsiteX11" fmla="*/ 49355 w 103199"/>
                    <a:gd name="connsiteY11" fmla="*/ 0 h 161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3199" h="161255">
                      <a:moveTo>
                        <a:pt x="49355" y="0"/>
                      </a:moveTo>
                      <a:cubicBezTo>
                        <a:pt x="53736" y="4096"/>
                        <a:pt x="56022" y="9906"/>
                        <a:pt x="58118" y="15526"/>
                      </a:cubicBezTo>
                      <a:cubicBezTo>
                        <a:pt x="71643" y="50768"/>
                        <a:pt x="84216" y="86392"/>
                        <a:pt x="95837" y="122301"/>
                      </a:cubicBezTo>
                      <a:cubicBezTo>
                        <a:pt x="99361" y="133159"/>
                        <a:pt x="102790" y="144209"/>
                        <a:pt x="103171" y="155543"/>
                      </a:cubicBezTo>
                      <a:cubicBezTo>
                        <a:pt x="103266" y="157163"/>
                        <a:pt x="103171" y="158972"/>
                        <a:pt x="102028" y="160115"/>
                      </a:cubicBezTo>
                      <a:cubicBezTo>
                        <a:pt x="100694" y="161544"/>
                        <a:pt x="98313" y="161544"/>
                        <a:pt x="96694" y="160592"/>
                      </a:cubicBezTo>
                      <a:cubicBezTo>
                        <a:pt x="94979" y="159639"/>
                        <a:pt x="93741" y="158020"/>
                        <a:pt x="92598" y="156496"/>
                      </a:cubicBezTo>
                      <a:cubicBezTo>
                        <a:pt x="74025" y="131445"/>
                        <a:pt x="54403" y="107251"/>
                        <a:pt x="33734" y="83915"/>
                      </a:cubicBezTo>
                      <a:cubicBezTo>
                        <a:pt x="23923" y="72866"/>
                        <a:pt x="10493" y="62198"/>
                        <a:pt x="2396" y="49911"/>
                      </a:cubicBezTo>
                      <a:cubicBezTo>
                        <a:pt x="-5985" y="37148"/>
                        <a:pt x="9635" y="34004"/>
                        <a:pt x="18303" y="29813"/>
                      </a:cubicBezTo>
                      <a:cubicBezTo>
                        <a:pt x="24876" y="26575"/>
                        <a:pt x="30876" y="22384"/>
                        <a:pt x="36210" y="17336"/>
                      </a:cubicBezTo>
                      <a:cubicBezTo>
                        <a:pt x="37639" y="16002"/>
                        <a:pt x="50974" y="1524"/>
                        <a:pt x="49355" y="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26" name="Forme libre : forme 2825">
                  <a:extLst>
                    <a:ext uri="{FF2B5EF4-FFF2-40B4-BE49-F238E27FC236}">
                      <a16:creationId xmlns:a16="http://schemas.microsoft.com/office/drawing/2014/main" id="{1E5E4D31-750D-46A0-9589-3D26CA5930B7}"/>
                    </a:ext>
                  </a:extLst>
                </p:cNvPr>
                <p:cNvSpPr/>
                <p:nvPr/>
              </p:nvSpPr>
              <p:spPr>
                <a:xfrm>
                  <a:off x="5266291" y="1854633"/>
                  <a:ext cx="115912" cy="260297"/>
                </a:xfrm>
                <a:custGeom>
                  <a:avLst/>
                  <a:gdLst>
                    <a:gd name="connsiteX0" fmla="*/ 50945 w 115912"/>
                    <a:gd name="connsiteY0" fmla="*/ 3122 h 260297"/>
                    <a:gd name="connsiteX1" fmla="*/ 61327 w 115912"/>
                    <a:gd name="connsiteY1" fmla="*/ 74 h 260297"/>
                    <a:gd name="connsiteX2" fmla="*/ 72090 w 115912"/>
                    <a:gd name="connsiteY2" fmla="*/ 14743 h 260297"/>
                    <a:gd name="connsiteX3" fmla="*/ 77805 w 115912"/>
                    <a:gd name="connsiteY3" fmla="*/ 147998 h 260297"/>
                    <a:gd name="connsiteX4" fmla="*/ 114286 w 115912"/>
                    <a:gd name="connsiteY4" fmla="*/ 251534 h 260297"/>
                    <a:gd name="connsiteX5" fmla="*/ 115905 w 115912"/>
                    <a:gd name="connsiteY5" fmla="*/ 256583 h 260297"/>
                    <a:gd name="connsiteX6" fmla="*/ 112762 w 115912"/>
                    <a:gd name="connsiteY6" fmla="*/ 260297 h 260297"/>
                    <a:gd name="connsiteX7" fmla="*/ 109905 w 115912"/>
                    <a:gd name="connsiteY7" fmla="*/ 259250 h 260297"/>
                    <a:gd name="connsiteX8" fmla="*/ 54088 w 115912"/>
                    <a:gd name="connsiteY8" fmla="*/ 204862 h 260297"/>
                    <a:gd name="connsiteX9" fmla="*/ 45992 w 115912"/>
                    <a:gd name="connsiteY9" fmla="*/ 182002 h 260297"/>
                    <a:gd name="connsiteX10" fmla="*/ 5892 w 115912"/>
                    <a:gd name="connsiteY10" fmla="*/ 30173 h 260297"/>
                    <a:gd name="connsiteX11" fmla="*/ 653 w 115912"/>
                    <a:gd name="connsiteY11" fmla="*/ 14076 h 260297"/>
                    <a:gd name="connsiteX12" fmla="*/ 13988 w 115912"/>
                    <a:gd name="connsiteY12" fmla="*/ 11028 h 260297"/>
                    <a:gd name="connsiteX13" fmla="*/ 50945 w 115912"/>
                    <a:gd name="connsiteY13" fmla="*/ 3122 h 26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15912" h="260297">
                      <a:moveTo>
                        <a:pt x="50945" y="3122"/>
                      </a:moveTo>
                      <a:cubicBezTo>
                        <a:pt x="54183" y="1503"/>
                        <a:pt x="57708" y="-402"/>
                        <a:pt x="61327" y="74"/>
                      </a:cubicBezTo>
                      <a:cubicBezTo>
                        <a:pt x="67804" y="932"/>
                        <a:pt x="70757" y="8361"/>
                        <a:pt x="72090" y="14743"/>
                      </a:cubicBezTo>
                      <a:cubicBezTo>
                        <a:pt x="81234" y="58367"/>
                        <a:pt x="72090" y="103802"/>
                        <a:pt x="77805" y="147998"/>
                      </a:cubicBezTo>
                      <a:cubicBezTo>
                        <a:pt x="82568" y="184478"/>
                        <a:pt x="97236" y="218959"/>
                        <a:pt x="114286" y="251534"/>
                      </a:cubicBezTo>
                      <a:cubicBezTo>
                        <a:pt x="115143" y="253154"/>
                        <a:pt x="116001" y="254773"/>
                        <a:pt x="115905" y="256583"/>
                      </a:cubicBezTo>
                      <a:cubicBezTo>
                        <a:pt x="115810" y="258392"/>
                        <a:pt x="114572" y="260297"/>
                        <a:pt x="112762" y="260297"/>
                      </a:cubicBezTo>
                      <a:cubicBezTo>
                        <a:pt x="111714" y="260297"/>
                        <a:pt x="110762" y="259726"/>
                        <a:pt x="109905" y="259250"/>
                      </a:cubicBezTo>
                      <a:cubicBezTo>
                        <a:pt x="87521" y="245343"/>
                        <a:pt x="65613" y="228579"/>
                        <a:pt x="54088" y="204862"/>
                      </a:cubicBezTo>
                      <a:cubicBezTo>
                        <a:pt x="50564" y="197528"/>
                        <a:pt x="48087" y="189812"/>
                        <a:pt x="45992" y="182002"/>
                      </a:cubicBezTo>
                      <a:cubicBezTo>
                        <a:pt x="32276" y="131329"/>
                        <a:pt x="31133" y="76370"/>
                        <a:pt x="5892" y="30173"/>
                      </a:cubicBezTo>
                      <a:cubicBezTo>
                        <a:pt x="3796" y="26268"/>
                        <a:pt x="-1919" y="18648"/>
                        <a:pt x="653" y="14076"/>
                      </a:cubicBezTo>
                      <a:cubicBezTo>
                        <a:pt x="3034" y="9790"/>
                        <a:pt x="9987" y="10838"/>
                        <a:pt x="13988" y="11028"/>
                      </a:cubicBezTo>
                      <a:cubicBezTo>
                        <a:pt x="26846" y="11314"/>
                        <a:pt x="39515" y="8742"/>
                        <a:pt x="50945" y="3122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27" name="Forme libre : forme 2826">
                  <a:extLst>
                    <a:ext uri="{FF2B5EF4-FFF2-40B4-BE49-F238E27FC236}">
                      <a16:creationId xmlns:a16="http://schemas.microsoft.com/office/drawing/2014/main" id="{F5E4EF46-DB9E-40A0-86CA-65460ADF449B}"/>
                    </a:ext>
                  </a:extLst>
                </p:cNvPr>
                <p:cNvSpPr/>
                <p:nvPr/>
              </p:nvSpPr>
              <p:spPr>
                <a:xfrm>
                  <a:off x="5331204" y="2148337"/>
                  <a:ext cx="222822" cy="268506"/>
                </a:xfrm>
                <a:custGeom>
                  <a:avLst/>
                  <a:gdLst>
                    <a:gd name="connsiteX0" fmla="*/ 96426 w 222822"/>
                    <a:gd name="connsiteY0" fmla="*/ 91370 h 268506"/>
                    <a:gd name="connsiteX1" fmla="*/ 121667 w 222822"/>
                    <a:gd name="connsiteY1" fmla="*/ 117278 h 268506"/>
                    <a:gd name="connsiteX2" fmla="*/ 159005 w 222822"/>
                    <a:gd name="connsiteY2" fmla="*/ 173285 h 268506"/>
                    <a:gd name="connsiteX3" fmla="*/ 222823 w 222822"/>
                    <a:gd name="connsiteY3" fmla="*/ 266059 h 268506"/>
                    <a:gd name="connsiteX4" fmla="*/ 203582 w 222822"/>
                    <a:gd name="connsiteY4" fmla="*/ 264535 h 268506"/>
                    <a:gd name="connsiteX5" fmla="*/ 107475 w 222822"/>
                    <a:gd name="connsiteY5" fmla="*/ 164046 h 268506"/>
                    <a:gd name="connsiteX6" fmla="*/ 72328 w 222822"/>
                    <a:gd name="connsiteY6" fmla="*/ 106515 h 268506"/>
                    <a:gd name="connsiteX7" fmla="*/ 26132 w 222822"/>
                    <a:gd name="connsiteY7" fmla="*/ 35459 h 268506"/>
                    <a:gd name="connsiteX8" fmla="*/ 11653 w 222822"/>
                    <a:gd name="connsiteY8" fmla="*/ 20695 h 268506"/>
                    <a:gd name="connsiteX9" fmla="*/ 128 w 222822"/>
                    <a:gd name="connsiteY9" fmla="*/ 7455 h 268506"/>
                    <a:gd name="connsiteX10" fmla="*/ 4986 w 222822"/>
                    <a:gd name="connsiteY10" fmla="*/ 597 h 268506"/>
                    <a:gd name="connsiteX11" fmla="*/ 15368 w 222822"/>
                    <a:gd name="connsiteY11" fmla="*/ 3550 h 268506"/>
                    <a:gd name="connsiteX12" fmla="*/ 67851 w 222822"/>
                    <a:gd name="connsiteY12" fmla="*/ 59271 h 268506"/>
                    <a:gd name="connsiteX13" fmla="*/ 96426 w 222822"/>
                    <a:gd name="connsiteY13" fmla="*/ 91370 h 268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2822" h="268506">
                      <a:moveTo>
                        <a:pt x="96426" y="91370"/>
                      </a:moveTo>
                      <a:cubicBezTo>
                        <a:pt x="104808" y="100038"/>
                        <a:pt x="113761" y="108134"/>
                        <a:pt x="121667" y="117278"/>
                      </a:cubicBezTo>
                      <a:cubicBezTo>
                        <a:pt x="136431" y="134233"/>
                        <a:pt x="147290" y="154045"/>
                        <a:pt x="159005" y="173285"/>
                      </a:cubicBezTo>
                      <a:cubicBezTo>
                        <a:pt x="178627" y="205289"/>
                        <a:pt x="200725" y="235674"/>
                        <a:pt x="222823" y="266059"/>
                      </a:cubicBezTo>
                      <a:cubicBezTo>
                        <a:pt x="217679" y="270726"/>
                        <a:pt x="209583" y="267869"/>
                        <a:pt x="203582" y="264535"/>
                      </a:cubicBezTo>
                      <a:cubicBezTo>
                        <a:pt x="162815" y="241580"/>
                        <a:pt x="133193" y="203194"/>
                        <a:pt x="107475" y="164046"/>
                      </a:cubicBezTo>
                      <a:cubicBezTo>
                        <a:pt x="95093" y="145282"/>
                        <a:pt x="83377" y="126041"/>
                        <a:pt x="72328" y="106515"/>
                      </a:cubicBezTo>
                      <a:cubicBezTo>
                        <a:pt x="58421" y="81845"/>
                        <a:pt x="45372" y="56318"/>
                        <a:pt x="26132" y="35459"/>
                      </a:cubicBezTo>
                      <a:cubicBezTo>
                        <a:pt x="21464" y="30410"/>
                        <a:pt x="16511" y="25648"/>
                        <a:pt x="11653" y="20695"/>
                      </a:cubicBezTo>
                      <a:cubicBezTo>
                        <a:pt x="8510" y="17456"/>
                        <a:pt x="1081" y="11932"/>
                        <a:pt x="128" y="7455"/>
                      </a:cubicBezTo>
                      <a:cubicBezTo>
                        <a:pt x="-634" y="4217"/>
                        <a:pt x="2128" y="1645"/>
                        <a:pt x="4986" y="597"/>
                      </a:cubicBezTo>
                      <a:cubicBezTo>
                        <a:pt x="9272" y="-1022"/>
                        <a:pt x="12035" y="883"/>
                        <a:pt x="15368" y="3550"/>
                      </a:cubicBezTo>
                      <a:cubicBezTo>
                        <a:pt x="35276" y="19647"/>
                        <a:pt x="51563" y="39745"/>
                        <a:pt x="67851" y="59271"/>
                      </a:cubicBezTo>
                      <a:cubicBezTo>
                        <a:pt x="77185" y="70130"/>
                        <a:pt x="86425" y="81083"/>
                        <a:pt x="96426" y="9137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28" name="Forme libre : forme 2827">
                  <a:extLst>
                    <a:ext uri="{FF2B5EF4-FFF2-40B4-BE49-F238E27FC236}">
                      <a16:creationId xmlns:a16="http://schemas.microsoft.com/office/drawing/2014/main" id="{8E7F8858-CEF1-4EC4-A85B-3901F7971F46}"/>
                    </a:ext>
                  </a:extLst>
                </p:cNvPr>
                <p:cNvSpPr/>
                <p:nvPr/>
              </p:nvSpPr>
              <p:spPr>
                <a:xfrm>
                  <a:off x="5412901" y="2339214"/>
                  <a:ext cx="84491" cy="128785"/>
                </a:xfrm>
                <a:custGeom>
                  <a:avLst/>
                  <a:gdLst>
                    <a:gd name="connsiteX0" fmla="*/ 42543 w 84491"/>
                    <a:gd name="connsiteY0" fmla="*/ 52894 h 128785"/>
                    <a:gd name="connsiteX1" fmla="*/ 75118 w 84491"/>
                    <a:gd name="connsiteY1" fmla="*/ 89184 h 128785"/>
                    <a:gd name="connsiteX2" fmla="*/ 84453 w 84491"/>
                    <a:gd name="connsiteY2" fmla="*/ 109758 h 128785"/>
                    <a:gd name="connsiteX3" fmla="*/ 82071 w 84491"/>
                    <a:gd name="connsiteY3" fmla="*/ 124236 h 128785"/>
                    <a:gd name="connsiteX4" fmla="*/ 80262 w 84491"/>
                    <a:gd name="connsiteY4" fmla="*/ 127855 h 128785"/>
                    <a:gd name="connsiteX5" fmla="*/ 75118 w 84491"/>
                    <a:gd name="connsiteY5" fmla="*/ 128141 h 128785"/>
                    <a:gd name="connsiteX6" fmla="*/ 71403 w 84491"/>
                    <a:gd name="connsiteY6" fmla="*/ 124140 h 128785"/>
                    <a:gd name="connsiteX7" fmla="*/ 65879 w 84491"/>
                    <a:gd name="connsiteY7" fmla="*/ 110424 h 128785"/>
                    <a:gd name="connsiteX8" fmla="*/ 23969 w 84491"/>
                    <a:gd name="connsiteY8" fmla="*/ 40130 h 128785"/>
                    <a:gd name="connsiteX9" fmla="*/ 1300 w 84491"/>
                    <a:gd name="connsiteY9" fmla="*/ 5935 h 128785"/>
                    <a:gd name="connsiteX10" fmla="*/ 4919 w 84491"/>
                    <a:gd name="connsiteY10" fmla="*/ 982 h 128785"/>
                    <a:gd name="connsiteX11" fmla="*/ 14920 w 84491"/>
                    <a:gd name="connsiteY11" fmla="*/ 16127 h 128785"/>
                    <a:gd name="connsiteX12" fmla="*/ 42543 w 84491"/>
                    <a:gd name="connsiteY12" fmla="*/ 52894 h 128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4491" h="128785">
                      <a:moveTo>
                        <a:pt x="42543" y="52894"/>
                      </a:moveTo>
                      <a:cubicBezTo>
                        <a:pt x="53306" y="64990"/>
                        <a:pt x="65212" y="76230"/>
                        <a:pt x="75118" y="89184"/>
                      </a:cubicBezTo>
                      <a:cubicBezTo>
                        <a:pt x="79785" y="95280"/>
                        <a:pt x="84071" y="102138"/>
                        <a:pt x="84453" y="109758"/>
                      </a:cubicBezTo>
                      <a:cubicBezTo>
                        <a:pt x="84738" y="114711"/>
                        <a:pt x="83405" y="119569"/>
                        <a:pt x="82071" y="124236"/>
                      </a:cubicBezTo>
                      <a:cubicBezTo>
                        <a:pt x="81690" y="125569"/>
                        <a:pt x="81309" y="126903"/>
                        <a:pt x="80262" y="127855"/>
                      </a:cubicBezTo>
                      <a:cubicBezTo>
                        <a:pt x="78833" y="129094"/>
                        <a:pt x="76737" y="128998"/>
                        <a:pt x="75118" y="128141"/>
                      </a:cubicBezTo>
                      <a:cubicBezTo>
                        <a:pt x="73499" y="127284"/>
                        <a:pt x="72356" y="125760"/>
                        <a:pt x="71403" y="124140"/>
                      </a:cubicBezTo>
                      <a:cubicBezTo>
                        <a:pt x="68832" y="119854"/>
                        <a:pt x="67498" y="115092"/>
                        <a:pt x="65879" y="110424"/>
                      </a:cubicBezTo>
                      <a:cubicBezTo>
                        <a:pt x="56830" y="84421"/>
                        <a:pt x="39971" y="62228"/>
                        <a:pt x="23969" y="40130"/>
                      </a:cubicBezTo>
                      <a:cubicBezTo>
                        <a:pt x="15968" y="29081"/>
                        <a:pt x="8062" y="17842"/>
                        <a:pt x="1300" y="5935"/>
                      </a:cubicBezTo>
                      <a:cubicBezTo>
                        <a:pt x="-891" y="2030"/>
                        <a:pt x="-701" y="-1875"/>
                        <a:pt x="4919" y="982"/>
                      </a:cubicBezTo>
                      <a:cubicBezTo>
                        <a:pt x="9396" y="3268"/>
                        <a:pt x="12348" y="11936"/>
                        <a:pt x="14920" y="16127"/>
                      </a:cubicBezTo>
                      <a:cubicBezTo>
                        <a:pt x="23112" y="29081"/>
                        <a:pt x="32351" y="41464"/>
                        <a:pt x="42543" y="52894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829" name="Forme libre : forme 2828">
                <a:extLst>
                  <a:ext uri="{FF2B5EF4-FFF2-40B4-BE49-F238E27FC236}">
                    <a16:creationId xmlns:a16="http://schemas.microsoft.com/office/drawing/2014/main" id="{205AB23E-B8E5-4EE0-85CE-2FDB988ACF44}"/>
                  </a:ext>
                </a:extLst>
              </p:cNvPr>
              <p:cNvSpPr/>
              <p:nvPr/>
            </p:nvSpPr>
            <p:spPr>
              <a:xfrm>
                <a:off x="5122959" y="1977829"/>
                <a:ext cx="102741" cy="72828"/>
              </a:xfrm>
              <a:custGeom>
                <a:avLst/>
                <a:gdLst>
                  <a:gd name="connsiteX0" fmla="*/ 39877 w 102741"/>
                  <a:gd name="connsiteY0" fmla="*/ 45756 h 72828"/>
                  <a:gd name="connsiteX1" fmla="*/ 92074 w 102741"/>
                  <a:gd name="connsiteY1" fmla="*/ 71093 h 72828"/>
                  <a:gd name="connsiteX2" fmla="*/ 102742 w 102741"/>
                  <a:gd name="connsiteY2" fmla="*/ 71855 h 72828"/>
                  <a:gd name="connsiteX3" fmla="*/ 83787 w 102741"/>
                  <a:gd name="connsiteY3" fmla="*/ 57282 h 72828"/>
                  <a:gd name="connsiteX4" fmla="*/ 62165 w 102741"/>
                  <a:gd name="connsiteY4" fmla="*/ 39756 h 72828"/>
                  <a:gd name="connsiteX5" fmla="*/ 18922 w 102741"/>
                  <a:gd name="connsiteY5" fmla="*/ 3180 h 72828"/>
                  <a:gd name="connsiteX6" fmla="*/ 538 w 102741"/>
                  <a:gd name="connsiteY6" fmla="*/ 6323 h 72828"/>
                  <a:gd name="connsiteX7" fmla="*/ 11492 w 102741"/>
                  <a:gd name="connsiteY7" fmla="*/ 27754 h 72828"/>
                  <a:gd name="connsiteX8" fmla="*/ 39877 w 102741"/>
                  <a:gd name="connsiteY8" fmla="*/ 45756 h 72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741" h="72828">
                    <a:moveTo>
                      <a:pt x="39877" y="45756"/>
                    </a:moveTo>
                    <a:cubicBezTo>
                      <a:pt x="57022" y="54805"/>
                      <a:pt x="74167" y="63759"/>
                      <a:pt x="92074" y="71093"/>
                    </a:cubicBezTo>
                    <a:cubicBezTo>
                      <a:pt x="95503" y="72522"/>
                      <a:pt x="99598" y="73760"/>
                      <a:pt x="102742" y="71855"/>
                    </a:cubicBezTo>
                    <a:cubicBezTo>
                      <a:pt x="96455" y="66997"/>
                      <a:pt x="90073" y="62139"/>
                      <a:pt x="83787" y="57282"/>
                    </a:cubicBezTo>
                    <a:cubicBezTo>
                      <a:pt x="76453" y="51662"/>
                      <a:pt x="69023" y="45947"/>
                      <a:pt x="62165" y="39756"/>
                    </a:cubicBezTo>
                    <a:cubicBezTo>
                      <a:pt x="48259" y="27183"/>
                      <a:pt x="35971" y="11847"/>
                      <a:pt x="18922" y="3180"/>
                    </a:cubicBezTo>
                    <a:cubicBezTo>
                      <a:pt x="12350" y="-154"/>
                      <a:pt x="3396" y="-3012"/>
                      <a:pt x="538" y="6323"/>
                    </a:cubicBezTo>
                    <a:cubicBezTo>
                      <a:pt x="-2129" y="14991"/>
                      <a:pt x="5682" y="22611"/>
                      <a:pt x="11492" y="27754"/>
                    </a:cubicBezTo>
                    <a:cubicBezTo>
                      <a:pt x="19874" y="35279"/>
                      <a:pt x="29971" y="40613"/>
                      <a:pt x="39877" y="45756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30" name="Forme libre : forme 2829">
                <a:extLst>
                  <a:ext uri="{FF2B5EF4-FFF2-40B4-BE49-F238E27FC236}">
                    <a16:creationId xmlns:a16="http://schemas.microsoft.com/office/drawing/2014/main" id="{DCEA0790-CD79-4AE8-917F-ED5888A55888}"/>
                  </a:ext>
                </a:extLst>
              </p:cNvPr>
              <p:cNvSpPr/>
              <p:nvPr/>
            </p:nvSpPr>
            <p:spPr>
              <a:xfrm>
                <a:off x="5191690" y="1875705"/>
                <a:ext cx="39503" cy="47484"/>
              </a:xfrm>
              <a:custGeom>
                <a:avLst/>
                <a:gdLst>
                  <a:gd name="connsiteX0" fmla="*/ 33819 w 39503"/>
                  <a:gd name="connsiteY0" fmla="*/ 46249 h 47484"/>
                  <a:gd name="connsiteX1" fmla="*/ 39249 w 39503"/>
                  <a:gd name="connsiteY1" fmla="*/ 46439 h 47484"/>
                  <a:gd name="connsiteX2" fmla="*/ 39153 w 39503"/>
                  <a:gd name="connsiteY2" fmla="*/ 43486 h 47484"/>
                  <a:gd name="connsiteX3" fmla="*/ 3911 w 39503"/>
                  <a:gd name="connsiteY3" fmla="*/ 1481 h 47484"/>
                  <a:gd name="connsiteX4" fmla="*/ 33819 w 39503"/>
                  <a:gd name="connsiteY4" fmla="*/ 46249 h 47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503" h="47484">
                    <a:moveTo>
                      <a:pt x="33819" y="46249"/>
                    </a:moveTo>
                    <a:cubicBezTo>
                      <a:pt x="35534" y="47392"/>
                      <a:pt x="38296" y="48249"/>
                      <a:pt x="39249" y="46439"/>
                    </a:cubicBezTo>
                    <a:cubicBezTo>
                      <a:pt x="39725" y="45582"/>
                      <a:pt x="39439" y="44439"/>
                      <a:pt x="39153" y="43486"/>
                    </a:cubicBezTo>
                    <a:cubicBezTo>
                      <a:pt x="35057" y="31009"/>
                      <a:pt x="24199" y="-8044"/>
                      <a:pt x="3911" y="1481"/>
                    </a:cubicBezTo>
                    <a:cubicBezTo>
                      <a:pt x="-12282" y="9006"/>
                      <a:pt x="26580" y="41486"/>
                      <a:pt x="33819" y="4624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31" name="Forme libre : forme 2830">
                <a:extLst>
                  <a:ext uri="{FF2B5EF4-FFF2-40B4-BE49-F238E27FC236}">
                    <a16:creationId xmlns:a16="http://schemas.microsoft.com/office/drawing/2014/main" id="{59CCF969-49E0-40D3-A259-A8D6622A056C}"/>
                  </a:ext>
                </a:extLst>
              </p:cNvPr>
              <p:cNvSpPr/>
              <p:nvPr/>
            </p:nvSpPr>
            <p:spPr>
              <a:xfrm>
                <a:off x="5300145" y="1871585"/>
                <a:ext cx="25726" cy="81005"/>
              </a:xfrm>
              <a:custGeom>
                <a:avLst/>
                <a:gdLst>
                  <a:gd name="connsiteX0" fmla="*/ 2993 w 25726"/>
                  <a:gd name="connsiteY0" fmla="*/ 39319 h 81005"/>
                  <a:gd name="connsiteX1" fmla="*/ 12804 w 25726"/>
                  <a:gd name="connsiteY1" fmla="*/ 77610 h 81005"/>
                  <a:gd name="connsiteX2" fmla="*/ 16042 w 25726"/>
                  <a:gd name="connsiteY2" fmla="*/ 80848 h 81005"/>
                  <a:gd name="connsiteX3" fmla="*/ 21091 w 25726"/>
                  <a:gd name="connsiteY3" fmla="*/ 78753 h 81005"/>
                  <a:gd name="connsiteX4" fmla="*/ 22805 w 25726"/>
                  <a:gd name="connsiteY4" fmla="*/ 73228 h 81005"/>
                  <a:gd name="connsiteX5" fmla="*/ 17852 w 25726"/>
                  <a:gd name="connsiteY5" fmla="*/ 7506 h 81005"/>
                  <a:gd name="connsiteX6" fmla="*/ 3088 w 25726"/>
                  <a:gd name="connsiteY6" fmla="*/ 2458 h 81005"/>
                  <a:gd name="connsiteX7" fmla="*/ 2993 w 25726"/>
                  <a:gd name="connsiteY7" fmla="*/ 39319 h 81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26" h="81005">
                    <a:moveTo>
                      <a:pt x="2993" y="39319"/>
                    </a:moveTo>
                    <a:cubicBezTo>
                      <a:pt x="4327" y="52559"/>
                      <a:pt x="6327" y="66084"/>
                      <a:pt x="12804" y="77610"/>
                    </a:cubicBezTo>
                    <a:cubicBezTo>
                      <a:pt x="13566" y="78943"/>
                      <a:pt x="14518" y="80372"/>
                      <a:pt x="16042" y="80848"/>
                    </a:cubicBezTo>
                    <a:cubicBezTo>
                      <a:pt x="17852" y="81420"/>
                      <a:pt x="19948" y="80372"/>
                      <a:pt x="21091" y="78753"/>
                    </a:cubicBezTo>
                    <a:cubicBezTo>
                      <a:pt x="22138" y="77134"/>
                      <a:pt x="22519" y="75133"/>
                      <a:pt x="22805" y="73228"/>
                    </a:cubicBezTo>
                    <a:cubicBezTo>
                      <a:pt x="25472" y="54083"/>
                      <a:pt x="29568" y="24365"/>
                      <a:pt x="17852" y="7506"/>
                    </a:cubicBezTo>
                    <a:cubicBezTo>
                      <a:pt x="14518" y="2743"/>
                      <a:pt x="8232" y="-3543"/>
                      <a:pt x="3088" y="2458"/>
                    </a:cubicBezTo>
                    <a:cubicBezTo>
                      <a:pt x="-3293" y="9887"/>
                      <a:pt x="2041" y="30461"/>
                      <a:pt x="2993" y="3931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32" name="Forme libre : forme 2831">
                <a:extLst>
                  <a:ext uri="{FF2B5EF4-FFF2-40B4-BE49-F238E27FC236}">
                    <a16:creationId xmlns:a16="http://schemas.microsoft.com/office/drawing/2014/main" id="{AB3269AB-B3D0-4E99-ACCA-F14567F864FC}"/>
                  </a:ext>
                </a:extLst>
              </p:cNvPr>
              <p:cNvSpPr/>
              <p:nvPr/>
            </p:nvSpPr>
            <p:spPr>
              <a:xfrm>
                <a:off x="5239607" y="2005392"/>
                <a:ext cx="115538" cy="129920"/>
              </a:xfrm>
              <a:custGeom>
                <a:avLst/>
                <a:gdLst>
                  <a:gd name="connsiteX0" fmla="*/ 50102 w 115538"/>
                  <a:gd name="connsiteY0" fmla="*/ 52007 h 129920"/>
                  <a:gd name="connsiteX1" fmla="*/ 46958 w 115538"/>
                  <a:gd name="connsiteY1" fmla="*/ 3334 h 129920"/>
                  <a:gd name="connsiteX2" fmla="*/ 58674 w 115538"/>
                  <a:gd name="connsiteY2" fmla="*/ 55721 h 129920"/>
                  <a:gd name="connsiteX3" fmla="*/ 89345 w 115538"/>
                  <a:gd name="connsiteY3" fmla="*/ 101060 h 129920"/>
                  <a:gd name="connsiteX4" fmla="*/ 115538 w 115538"/>
                  <a:gd name="connsiteY4" fmla="*/ 129921 h 129920"/>
                  <a:gd name="connsiteX5" fmla="*/ 43339 w 115538"/>
                  <a:gd name="connsiteY5" fmla="*/ 55436 h 129920"/>
                  <a:gd name="connsiteX6" fmla="*/ 10478 w 115538"/>
                  <a:gd name="connsiteY6" fmla="*/ 13621 h 129920"/>
                  <a:gd name="connsiteX7" fmla="*/ 0 w 115538"/>
                  <a:gd name="connsiteY7" fmla="*/ 0 h 129920"/>
                  <a:gd name="connsiteX8" fmla="*/ 9430 w 115538"/>
                  <a:gd name="connsiteY8" fmla="*/ 8858 h 129920"/>
                  <a:gd name="connsiteX9" fmla="*/ 22193 w 115538"/>
                  <a:gd name="connsiteY9" fmla="*/ 23717 h 129920"/>
                  <a:gd name="connsiteX10" fmla="*/ 50102 w 115538"/>
                  <a:gd name="connsiteY10" fmla="*/ 52007 h 129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5538" h="129920">
                    <a:moveTo>
                      <a:pt x="50102" y="52007"/>
                    </a:moveTo>
                    <a:cubicBezTo>
                      <a:pt x="51435" y="35719"/>
                      <a:pt x="50387" y="19336"/>
                      <a:pt x="46958" y="3334"/>
                    </a:cubicBezTo>
                    <a:cubicBezTo>
                      <a:pt x="54864" y="19431"/>
                      <a:pt x="53245" y="38576"/>
                      <a:pt x="58674" y="55721"/>
                    </a:cubicBezTo>
                    <a:cubicBezTo>
                      <a:pt x="64294" y="73247"/>
                      <a:pt x="77057" y="87440"/>
                      <a:pt x="89345" y="101060"/>
                    </a:cubicBezTo>
                    <a:cubicBezTo>
                      <a:pt x="98108" y="110681"/>
                      <a:pt x="106775" y="120301"/>
                      <a:pt x="115538" y="129921"/>
                    </a:cubicBezTo>
                    <a:cubicBezTo>
                      <a:pt x="88678" y="108014"/>
                      <a:pt x="65246" y="82296"/>
                      <a:pt x="43339" y="55436"/>
                    </a:cubicBezTo>
                    <a:cubicBezTo>
                      <a:pt x="32099" y="41720"/>
                      <a:pt x="21336" y="27623"/>
                      <a:pt x="10478" y="13621"/>
                    </a:cubicBezTo>
                    <a:cubicBezTo>
                      <a:pt x="7048" y="9049"/>
                      <a:pt x="3238" y="4667"/>
                      <a:pt x="0" y="0"/>
                    </a:cubicBezTo>
                    <a:cubicBezTo>
                      <a:pt x="4477" y="1810"/>
                      <a:pt x="6477" y="5239"/>
                      <a:pt x="9430" y="8858"/>
                    </a:cubicBezTo>
                    <a:cubicBezTo>
                      <a:pt x="13526" y="13907"/>
                      <a:pt x="17812" y="18860"/>
                      <a:pt x="22193" y="23717"/>
                    </a:cubicBezTo>
                    <a:cubicBezTo>
                      <a:pt x="31147" y="33528"/>
                      <a:pt x="40481" y="42958"/>
                      <a:pt x="50102" y="52007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833" name="Graphique 11">
              <a:extLst>
                <a:ext uri="{FF2B5EF4-FFF2-40B4-BE49-F238E27FC236}">
                  <a16:creationId xmlns:a16="http://schemas.microsoft.com/office/drawing/2014/main" id="{ACCC00FD-21B0-4777-AB6E-00F0CD4ECD6D}"/>
                </a:ext>
              </a:extLst>
            </p:cNvPr>
            <p:cNvGrpSpPr/>
            <p:nvPr/>
          </p:nvGrpSpPr>
          <p:grpSpPr>
            <a:xfrm>
              <a:off x="6605534" y="4372958"/>
              <a:ext cx="608063" cy="808972"/>
              <a:chOff x="6605534" y="4372958"/>
              <a:chExt cx="608063" cy="808972"/>
            </a:xfrm>
            <a:solidFill>
              <a:schemeClr val="accent1"/>
            </a:solidFill>
          </p:grpSpPr>
          <p:grpSp>
            <p:nvGrpSpPr>
              <p:cNvPr id="2834" name="Graphique 11">
                <a:extLst>
                  <a:ext uri="{FF2B5EF4-FFF2-40B4-BE49-F238E27FC236}">
                    <a16:creationId xmlns:a16="http://schemas.microsoft.com/office/drawing/2014/main" id="{4C91639B-A7B7-4E00-9970-18CB5DB1DFDC}"/>
                  </a:ext>
                </a:extLst>
              </p:cNvPr>
              <p:cNvGrpSpPr/>
              <p:nvPr/>
            </p:nvGrpSpPr>
            <p:grpSpPr>
              <a:xfrm>
                <a:off x="6605534" y="4372958"/>
                <a:ext cx="608063" cy="808972"/>
                <a:chOff x="6605534" y="4372958"/>
                <a:chExt cx="608063" cy="808972"/>
              </a:xfrm>
              <a:solidFill>
                <a:schemeClr val="accent1"/>
              </a:solidFill>
            </p:grpSpPr>
            <p:sp>
              <p:nvSpPr>
                <p:cNvPr id="2835" name="Forme libre : forme 2834">
                  <a:extLst>
                    <a:ext uri="{FF2B5EF4-FFF2-40B4-BE49-F238E27FC236}">
                      <a16:creationId xmlns:a16="http://schemas.microsoft.com/office/drawing/2014/main" id="{8FB8D5E6-0949-4F79-B687-9BC7930DA8FC}"/>
                    </a:ext>
                  </a:extLst>
                </p:cNvPr>
                <p:cNvSpPr/>
                <p:nvPr/>
              </p:nvSpPr>
              <p:spPr>
                <a:xfrm>
                  <a:off x="6605534" y="4372958"/>
                  <a:ext cx="558027" cy="724439"/>
                </a:xfrm>
                <a:custGeom>
                  <a:avLst/>
                  <a:gdLst>
                    <a:gd name="connsiteX0" fmla="*/ 558028 w 558027"/>
                    <a:gd name="connsiteY0" fmla="*/ 541179 h 724439"/>
                    <a:gd name="connsiteX1" fmla="*/ 421820 w 558027"/>
                    <a:gd name="connsiteY1" fmla="*/ 441547 h 724439"/>
                    <a:gd name="connsiteX2" fmla="*/ 269039 w 558027"/>
                    <a:gd name="connsiteY2" fmla="*/ 301816 h 724439"/>
                    <a:gd name="connsiteX3" fmla="*/ 127307 w 558027"/>
                    <a:gd name="connsiteY3" fmla="*/ 63595 h 724439"/>
                    <a:gd name="connsiteX4" fmla="*/ 102066 w 558027"/>
                    <a:gd name="connsiteY4" fmla="*/ 4064 h 724439"/>
                    <a:gd name="connsiteX5" fmla="*/ 69014 w 558027"/>
                    <a:gd name="connsiteY5" fmla="*/ 50260 h 724439"/>
                    <a:gd name="connsiteX6" fmla="*/ 59203 w 558027"/>
                    <a:gd name="connsiteY6" fmla="*/ 55880 h 724439"/>
                    <a:gd name="connsiteX7" fmla="*/ 2625 w 558027"/>
                    <a:gd name="connsiteY7" fmla="*/ 61404 h 724439"/>
                    <a:gd name="connsiteX8" fmla="*/ 41582 w 558027"/>
                    <a:gd name="connsiteY8" fmla="*/ 112935 h 724439"/>
                    <a:gd name="connsiteX9" fmla="*/ 177313 w 558027"/>
                    <a:gd name="connsiteY9" fmla="*/ 354584 h 724439"/>
                    <a:gd name="connsiteX10" fmla="*/ 222176 w 558027"/>
                    <a:gd name="connsiteY10" fmla="*/ 556705 h 724439"/>
                    <a:gd name="connsiteX11" fmla="*/ 240559 w 558027"/>
                    <a:gd name="connsiteY11" fmla="*/ 724440 h 724439"/>
                    <a:gd name="connsiteX12" fmla="*/ 430964 w 558027"/>
                    <a:gd name="connsiteY12" fmla="*/ 690531 h 724439"/>
                    <a:gd name="connsiteX13" fmla="*/ 558028 w 558027"/>
                    <a:gd name="connsiteY13" fmla="*/ 541179 h 724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58027" h="724439">
                      <a:moveTo>
                        <a:pt x="558028" y="541179"/>
                      </a:moveTo>
                      <a:cubicBezTo>
                        <a:pt x="558028" y="541179"/>
                        <a:pt x="516403" y="498221"/>
                        <a:pt x="421820" y="441547"/>
                      </a:cubicBezTo>
                      <a:cubicBezTo>
                        <a:pt x="327237" y="384969"/>
                        <a:pt x="308663" y="366109"/>
                        <a:pt x="269039" y="301816"/>
                      </a:cubicBezTo>
                      <a:cubicBezTo>
                        <a:pt x="229415" y="237522"/>
                        <a:pt x="135022" y="77407"/>
                        <a:pt x="127307" y="63595"/>
                      </a:cubicBezTo>
                      <a:cubicBezTo>
                        <a:pt x="119592" y="49784"/>
                        <a:pt x="100827" y="20352"/>
                        <a:pt x="102066" y="4064"/>
                      </a:cubicBezTo>
                      <a:cubicBezTo>
                        <a:pt x="103304" y="-12224"/>
                        <a:pt x="64442" y="23971"/>
                        <a:pt x="69014" y="50260"/>
                      </a:cubicBezTo>
                      <a:lnTo>
                        <a:pt x="59203" y="55880"/>
                      </a:lnTo>
                      <a:cubicBezTo>
                        <a:pt x="38629" y="38830"/>
                        <a:pt x="-12044" y="54451"/>
                        <a:pt x="2625" y="61404"/>
                      </a:cubicBezTo>
                      <a:cubicBezTo>
                        <a:pt x="17389" y="68453"/>
                        <a:pt x="33390" y="99409"/>
                        <a:pt x="41582" y="112935"/>
                      </a:cubicBezTo>
                      <a:cubicBezTo>
                        <a:pt x="49773" y="126556"/>
                        <a:pt x="141404" y="288195"/>
                        <a:pt x="177313" y="354584"/>
                      </a:cubicBezTo>
                      <a:cubicBezTo>
                        <a:pt x="213318" y="420973"/>
                        <a:pt x="220366" y="446500"/>
                        <a:pt x="222176" y="556705"/>
                      </a:cubicBezTo>
                      <a:cubicBezTo>
                        <a:pt x="223986" y="666909"/>
                        <a:pt x="240559" y="724440"/>
                        <a:pt x="240559" y="724440"/>
                      </a:cubicBezTo>
                      <a:lnTo>
                        <a:pt x="430964" y="690531"/>
                      </a:lnTo>
                      <a:lnTo>
                        <a:pt x="558028" y="541179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836" name="Graphique 11">
                  <a:extLst>
                    <a:ext uri="{FF2B5EF4-FFF2-40B4-BE49-F238E27FC236}">
                      <a16:creationId xmlns:a16="http://schemas.microsoft.com/office/drawing/2014/main" id="{AAD61B6A-DBC9-4730-AE92-E3892F6BBD20}"/>
                    </a:ext>
                  </a:extLst>
                </p:cNvPr>
                <p:cNvGrpSpPr/>
                <p:nvPr/>
              </p:nvGrpSpPr>
              <p:grpSpPr>
                <a:xfrm>
                  <a:off x="6946487" y="4968461"/>
                  <a:ext cx="188156" cy="197058"/>
                  <a:chOff x="6946487" y="4968461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2837" name="Forme libre : forme 2836">
                    <a:extLst>
                      <a:ext uri="{FF2B5EF4-FFF2-40B4-BE49-F238E27FC236}">
                        <a16:creationId xmlns:a16="http://schemas.microsoft.com/office/drawing/2014/main" id="{B5F05BA0-42F6-47CD-8DBD-3EB15AC417EB}"/>
                      </a:ext>
                    </a:extLst>
                  </p:cNvPr>
                  <p:cNvSpPr/>
                  <p:nvPr/>
                </p:nvSpPr>
                <p:spPr>
                  <a:xfrm rot="-1802346">
                    <a:off x="6976174" y="4990407"/>
                    <a:ext cx="128780" cy="153164"/>
                  </a:xfrm>
                  <a:custGeom>
                    <a:avLst/>
                    <a:gdLst>
                      <a:gd name="connsiteX0" fmla="*/ 128780 w 128780"/>
                      <a:gd name="connsiteY0" fmla="*/ 76583 h 153164"/>
                      <a:gd name="connsiteX1" fmla="*/ 64390 w 128780"/>
                      <a:gd name="connsiteY1" fmla="*/ 153165 h 153164"/>
                      <a:gd name="connsiteX2" fmla="*/ 0 w 128780"/>
                      <a:gd name="connsiteY2" fmla="*/ 76583 h 153164"/>
                      <a:gd name="connsiteX3" fmla="*/ 64390 w 128780"/>
                      <a:gd name="connsiteY3" fmla="*/ 0 h 153164"/>
                      <a:gd name="connsiteX4" fmla="*/ 128780 w 128780"/>
                      <a:gd name="connsiteY4" fmla="*/ 76583 h 153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0" h="153164">
                        <a:moveTo>
                          <a:pt x="128780" y="76583"/>
                        </a:moveTo>
                        <a:cubicBezTo>
                          <a:pt x="128780" y="118878"/>
                          <a:pt x="99952" y="153165"/>
                          <a:pt x="64390" y="153165"/>
                        </a:cubicBezTo>
                        <a:cubicBezTo>
                          <a:pt x="28828" y="153165"/>
                          <a:pt x="0" y="118878"/>
                          <a:pt x="0" y="76583"/>
                        </a:cubicBezTo>
                        <a:cubicBezTo>
                          <a:pt x="0" y="34287"/>
                          <a:pt x="28828" y="0"/>
                          <a:pt x="64390" y="0"/>
                        </a:cubicBezTo>
                        <a:cubicBezTo>
                          <a:pt x="99952" y="0"/>
                          <a:pt x="128780" y="34287"/>
                          <a:pt x="128780" y="76583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38" name="Forme libre : forme 2837">
                    <a:extLst>
                      <a:ext uri="{FF2B5EF4-FFF2-40B4-BE49-F238E27FC236}">
                        <a16:creationId xmlns:a16="http://schemas.microsoft.com/office/drawing/2014/main" id="{3B255153-54F8-4D0E-9337-266FF8544AFA}"/>
                      </a:ext>
                    </a:extLst>
                  </p:cNvPr>
                  <p:cNvSpPr/>
                  <p:nvPr/>
                </p:nvSpPr>
                <p:spPr>
                  <a:xfrm>
                    <a:off x="6972791" y="4993434"/>
                    <a:ext cx="116952" cy="131682"/>
                  </a:xfrm>
                  <a:custGeom>
                    <a:avLst/>
                    <a:gdLst>
                      <a:gd name="connsiteX0" fmla="*/ 34370 w 116952"/>
                      <a:gd name="connsiteY0" fmla="*/ 131682 h 131682"/>
                      <a:gd name="connsiteX1" fmla="*/ 27988 w 116952"/>
                      <a:gd name="connsiteY1" fmla="*/ 122157 h 131682"/>
                      <a:gd name="connsiteX2" fmla="*/ 45419 w 116952"/>
                      <a:gd name="connsiteY2" fmla="*/ 23669 h 131682"/>
                      <a:gd name="connsiteX3" fmla="*/ 116952 w 116952"/>
                      <a:gd name="connsiteY3" fmla="*/ 31955 h 131682"/>
                      <a:gd name="connsiteX4" fmla="*/ 29322 w 116952"/>
                      <a:gd name="connsiteY4" fmla="*/ 7381 h 131682"/>
                      <a:gd name="connsiteX5" fmla="*/ 11891 w 116952"/>
                      <a:gd name="connsiteY5" fmla="*/ 105869 h 131682"/>
                      <a:gd name="connsiteX6" fmla="*/ 34370 w 116952"/>
                      <a:gd name="connsiteY6" fmla="*/ 131682 h 131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6952" h="131682">
                        <a:moveTo>
                          <a:pt x="34370" y="131682"/>
                        </a:moveTo>
                        <a:cubicBezTo>
                          <a:pt x="32084" y="128729"/>
                          <a:pt x="29894" y="125586"/>
                          <a:pt x="27988" y="122157"/>
                        </a:cubicBezTo>
                        <a:cubicBezTo>
                          <a:pt x="6843" y="85581"/>
                          <a:pt x="14749" y="41671"/>
                          <a:pt x="45419" y="23669"/>
                        </a:cubicBezTo>
                        <a:cubicBezTo>
                          <a:pt x="69423" y="9572"/>
                          <a:pt x="99997" y="13953"/>
                          <a:pt x="116952" y="31955"/>
                        </a:cubicBezTo>
                        <a:cubicBezTo>
                          <a:pt x="94473" y="2428"/>
                          <a:pt x="57230" y="-8717"/>
                          <a:pt x="29322" y="7381"/>
                        </a:cubicBezTo>
                        <a:cubicBezTo>
                          <a:pt x="-1443" y="25193"/>
                          <a:pt x="-9254" y="69293"/>
                          <a:pt x="11891" y="105869"/>
                        </a:cubicBezTo>
                        <a:cubicBezTo>
                          <a:pt x="17892" y="116347"/>
                          <a:pt x="25703" y="124919"/>
                          <a:pt x="34370" y="13168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39" name="Forme libre : forme 2838">
                    <a:extLst>
                      <a:ext uri="{FF2B5EF4-FFF2-40B4-BE49-F238E27FC236}">
                        <a16:creationId xmlns:a16="http://schemas.microsoft.com/office/drawing/2014/main" id="{FF47898C-4515-4643-A665-341CDF0BEA6F}"/>
                      </a:ext>
                    </a:extLst>
                  </p:cNvPr>
                  <p:cNvSpPr/>
                  <p:nvPr/>
                </p:nvSpPr>
                <p:spPr>
                  <a:xfrm rot="-521110">
                    <a:off x="7042272" y="5044135"/>
                    <a:ext cx="59243" cy="74864"/>
                  </a:xfrm>
                  <a:custGeom>
                    <a:avLst/>
                    <a:gdLst>
                      <a:gd name="connsiteX0" fmla="*/ 59244 w 59243"/>
                      <a:gd name="connsiteY0" fmla="*/ 37432 h 74864"/>
                      <a:gd name="connsiteX1" fmla="*/ 29622 w 59243"/>
                      <a:gd name="connsiteY1" fmla="*/ 74864 h 74864"/>
                      <a:gd name="connsiteX2" fmla="*/ 0 w 59243"/>
                      <a:gd name="connsiteY2" fmla="*/ 37432 h 74864"/>
                      <a:gd name="connsiteX3" fmla="*/ 29622 w 59243"/>
                      <a:gd name="connsiteY3" fmla="*/ 0 h 74864"/>
                      <a:gd name="connsiteX4" fmla="*/ 59244 w 59243"/>
                      <a:gd name="connsiteY4" fmla="*/ 37432 h 7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3" h="74864">
                        <a:moveTo>
                          <a:pt x="59244" y="37432"/>
                        </a:moveTo>
                        <a:cubicBezTo>
                          <a:pt x="59244" y="58105"/>
                          <a:pt x="45982" y="74864"/>
                          <a:pt x="29622" y="74864"/>
                        </a:cubicBezTo>
                        <a:cubicBezTo>
                          <a:pt x="13263" y="74864"/>
                          <a:pt x="0" y="58105"/>
                          <a:pt x="0" y="37432"/>
                        </a:cubicBezTo>
                        <a:cubicBezTo>
                          <a:pt x="0" y="16759"/>
                          <a:pt x="13263" y="0"/>
                          <a:pt x="29622" y="0"/>
                        </a:cubicBezTo>
                        <a:cubicBezTo>
                          <a:pt x="45982" y="0"/>
                          <a:pt x="59244" y="16759"/>
                          <a:pt x="59244" y="3743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40" name="Forme libre : forme 2839">
                    <a:extLst>
                      <a:ext uri="{FF2B5EF4-FFF2-40B4-BE49-F238E27FC236}">
                        <a16:creationId xmlns:a16="http://schemas.microsoft.com/office/drawing/2014/main" id="{2F86A724-8E94-4310-A047-EF56CA58992E}"/>
                      </a:ext>
                    </a:extLst>
                  </p:cNvPr>
                  <p:cNvSpPr/>
                  <p:nvPr/>
                </p:nvSpPr>
                <p:spPr>
                  <a:xfrm>
                    <a:off x="7057548" y="5108257"/>
                    <a:ext cx="17907" cy="17906"/>
                  </a:xfrm>
                  <a:custGeom>
                    <a:avLst/>
                    <a:gdLst>
                      <a:gd name="connsiteX0" fmla="*/ 17907 w 17907"/>
                      <a:gd name="connsiteY0" fmla="*/ 8953 h 17906"/>
                      <a:gd name="connsiteX1" fmla="*/ 8954 w 17907"/>
                      <a:gd name="connsiteY1" fmla="*/ 17907 h 17906"/>
                      <a:gd name="connsiteX2" fmla="*/ 0 w 17907"/>
                      <a:gd name="connsiteY2" fmla="*/ 8953 h 17906"/>
                      <a:gd name="connsiteX3" fmla="*/ 8954 w 17907"/>
                      <a:gd name="connsiteY3" fmla="*/ 0 h 17906"/>
                      <a:gd name="connsiteX4" fmla="*/ 17907 w 17907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7" h="17906">
                        <a:moveTo>
                          <a:pt x="17907" y="8953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9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841" name="Graphique 11">
                  <a:extLst>
                    <a:ext uri="{FF2B5EF4-FFF2-40B4-BE49-F238E27FC236}">
                      <a16:creationId xmlns:a16="http://schemas.microsoft.com/office/drawing/2014/main" id="{3F461478-A004-401F-B9EE-4AE73B7E9684}"/>
                    </a:ext>
                  </a:extLst>
                </p:cNvPr>
                <p:cNvGrpSpPr/>
                <p:nvPr/>
              </p:nvGrpSpPr>
              <p:grpSpPr>
                <a:xfrm>
                  <a:off x="7025442" y="4863621"/>
                  <a:ext cx="188156" cy="197058"/>
                  <a:chOff x="7025442" y="4863621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2842" name="Forme libre : forme 2841">
                    <a:extLst>
                      <a:ext uri="{FF2B5EF4-FFF2-40B4-BE49-F238E27FC236}">
                        <a16:creationId xmlns:a16="http://schemas.microsoft.com/office/drawing/2014/main" id="{7B5BA383-D7BF-4B17-A637-852D9A0BBCA5}"/>
                      </a:ext>
                    </a:extLst>
                  </p:cNvPr>
                  <p:cNvSpPr/>
                  <p:nvPr/>
                </p:nvSpPr>
                <p:spPr>
                  <a:xfrm rot="-1802346">
                    <a:off x="7055130" y="4885567"/>
                    <a:ext cx="128780" cy="153164"/>
                  </a:xfrm>
                  <a:custGeom>
                    <a:avLst/>
                    <a:gdLst>
                      <a:gd name="connsiteX0" fmla="*/ 128781 w 128780"/>
                      <a:gd name="connsiteY0" fmla="*/ 76582 h 153164"/>
                      <a:gd name="connsiteX1" fmla="*/ 64390 w 128780"/>
                      <a:gd name="connsiteY1" fmla="*/ 153165 h 153164"/>
                      <a:gd name="connsiteX2" fmla="*/ 0 w 128780"/>
                      <a:gd name="connsiteY2" fmla="*/ 76582 h 153164"/>
                      <a:gd name="connsiteX3" fmla="*/ 64390 w 128780"/>
                      <a:gd name="connsiteY3" fmla="*/ 0 h 153164"/>
                      <a:gd name="connsiteX4" fmla="*/ 128781 w 128780"/>
                      <a:gd name="connsiteY4" fmla="*/ 76582 h 153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0" h="153164">
                        <a:moveTo>
                          <a:pt x="128781" y="76582"/>
                        </a:moveTo>
                        <a:cubicBezTo>
                          <a:pt x="128781" y="118878"/>
                          <a:pt x="99952" y="153165"/>
                          <a:pt x="64390" y="153165"/>
                        </a:cubicBezTo>
                        <a:cubicBezTo>
                          <a:pt x="28828" y="153165"/>
                          <a:pt x="0" y="118878"/>
                          <a:pt x="0" y="76582"/>
                        </a:cubicBezTo>
                        <a:cubicBezTo>
                          <a:pt x="0" y="34287"/>
                          <a:pt x="28828" y="0"/>
                          <a:pt x="64390" y="0"/>
                        </a:cubicBezTo>
                        <a:cubicBezTo>
                          <a:pt x="99952" y="0"/>
                          <a:pt x="128781" y="34287"/>
                          <a:pt x="128781" y="76582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43" name="Forme libre : forme 2842">
                    <a:extLst>
                      <a:ext uri="{FF2B5EF4-FFF2-40B4-BE49-F238E27FC236}">
                        <a16:creationId xmlns:a16="http://schemas.microsoft.com/office/drawing/2014/main" id="{B36AF65A-C8DF-46BE-B1E8-B91E8A5B1C5B}"/>
                      </a:ext>
                    </a:extLst>
                  </p:cNvPr>
                  <p:cNvSpPr/>
                  <p:nvPr/>
                </p:nvSpPr>
                <p:spPr>
                  <a:xfrm>
                    <a:off x="7051848" y="4888564"/>
                    <a:ext cx="116952" cy="131681"/>
                  </a:xfrm>
                  <a:custGeom>
                    <a:avLst/>
                    <a:gdLst>
                      <a:gd name="connsiteX0" fmla="*/ 34371 w 116952"/>
                      <a:gd name="connsiteY0" fmla="*/ 131682 h 131681"/>
                      <a:gd name="connsiteX1" fmla="*/ 27988 w 116952"/>
                      <a:gd name="connsiteY1" fmla="*/ 122157 h 131681"/>
                      <a:gd name="connsiteX2" fmla="*/ 45419 w 116952"/>
                      <a:gd name="connsiteY2" fmla="*/ 23668 h 131681"/>
                      <a:gd name="connsiteX3" fmla="*/ 116952 w 116952"/>
                      <a:gd name="connsiteY3" fmla="*/ 31955 h 131681"/>
                      <a:gd name="connsiteX4" fmla="*/ 29322 w 116952"/>
                      <a:gd name="connsiteY4" fmla="*/ 7381 h 131681"/>
                      <a:gd name="connsiteX5" fmla="*/ 11891 w 116952"/>
                      <a:gd name="connsiteY5" fmla="*/ 105869 h 131681"/>
                      <a:gd name="connsiteX6" fmla="*/ 34371 w 116952"/>
                      <a:gd name="connsiteY6" fmla="*/ 131682 h 131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6952" h="131681">
                        <a:moveTo>
                          <a:pt x="34371" y="131682"/>
                        </a:moveTo>
                        <a:cubicBezTo>
                          <a:pt x="32084" y="128729"/>
                          <a:pt x="29894" y="125586"/>
                          <a:pt x="27988" y="122157"/>
                        </a:cubicBezTo>
                        <a:cubicBezTo>
                          <a:pt x="6843" y="85581"/>
                          <a:pt x="14749" y="41671"/>
                          <a:pt x="45419" y="23668"/>
                        </a:cubicBezTo>
                        <a:cubicBezTo>
                          <a:pt x="69423" y="9571"/>
                          <a:pt x="99997" y="13953"/>
                          <a:pt x="116952" y="31955"/>
                        </a:cubicBezTo>
                        <a:cubicBezTo>
                          <a:pt x="94473" y="2428"/>
                          <a:pt x="57230" y="-8717"/>
                          <a:pt x="29322" y="7381"/>
                        </a:cubicBezTo>
                        <a:cubicBezTo>
                          <a:pt x="-1443" y="25192"/>
                          <a:pt x="-9254" y="69293"/>
                          <a:pt x="11891" y="105869"/>
                        </a:cubicBezTo>
                        <a:cubicBezTo>
                          <a:pt x="17797" y="116347"/>
                          <a:pt x="25607" y="125014"/>
                          <a:pt x="34371" y="13168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44" name="Forme libre : forme 2843">
                    <a:extLst>
                      <a:ext uri="{FF2B5EF4-FFF2-40B4-BE49-F238E27FC236}">
                        <a16:creationId xmlns:a16="http://schemas.microsoft.com/office/drawing/2014/main" id="{10D4605F-7ACC-4413-B718-46A2251B7F32}"/>
                      </a:ext>
                    </a:extLst>
                  </p:cNvPr>
                  <p:cNvSpPr/>
                  <p:nvPr/>
                </p:nvSpPr>
                <p:spPr>
                  <a:xfrm rot="-521110">
                    <a:off x="7121322" y="4939263"/>
                    <a:ext cx="59243" cy="74864"/>
                  </a:xfrm>
                  <a:custGeom>
                    <a:avLst/>
                    <a:gdLst>
                      <a:gd name="connsiteX0" fmla="*/ 59244 w 59243"/>
                      <a:gd name="connsiteY0" fmla="*/ 37432 h 74864"/>
                      <a:gd name="connsiteX1" fmla="*/ 29622 w 59243"/>
                      <a:gd name="connsiteY1" fmla="*/ 74864 h 74864"/>
                      <a:gd name="connsiteX2" fmla="*/ 0 w 59243"/>
                      <a:gd name="connsiteY2" fmla="*/ 37432 h 74864"/>
                      <a:gd name="connsiteX3" fmla="*/ 29622 w 59243"/>
                      <a:gd name="connsiteY3" fmla="*/ 0 h 74864"/>
                      <a:gd name="connsiteX4" fmla="*/ 59244 w 59243"/>
                      <a:gd name="connsiteY4" fmla="*/ 37432 h 7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3" h="74864">
                        <a:moveTo>
                          <a:pt x="59244" y="37432"/>
                        </a:moveTo>
                        <a:cubicBezTo>
                          <a:pt x="59244" y="58105"/>
                          <a:pt x="45981" y="74864"/>
                          <a:pt x="29622" y="74864"/>
                        </a:cubicBezTo>
                        <a:cubicBezTo>
                          <a:pt x="13262" y="74864"/>
                          <a:pt x="0" y="58105"/>
                          <a:pt x="0" y="37432"/>
                        </a:cubicBezTo>
                        <a:cubicBezTo>
                          <a:pt x="0" y="16759"/>
                          <a:pt x="13262" y="0"/>
                          <a:pt x="29622" y="0"/>
                        </a:cubicBezTo>
                        <a:cubicBezTo>
                          <a:pt x="45981" y="0"/>
                          <a:pt x="59244" y="16759"/>
                          <a:pt x="59244" y="3743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45" name="Forme libre : forme 2844">
                    <a:extLst>
                      <a:ext uri="{FF2B5EF4-FFF2-40B4-BE49-F238E27FC236}">
                        <a16:creationId xmlns:a16="http://schemas.microsoft.com/office/drawing/2014/main" id="{AFC26E35-4F76-4340-BB1B-78CAE143B061}"/>
                      </a:ext>
                    </a:extLst>
                  </p:cNvPr>
                  <p:cNvSpPr/>
                  <p:nvPr/>
                </p:nvSpPr>
                <p:spPr>
                  <a:xfrm>
                    <a:off x="7136606" y="5003386"/>
                    <a:ext cx="17907" cy="17906"/>
                  </a:xfrm>
                  <a:custGeom>
                    <a:avLst/>
                    <a:gdLst>
                      <a:gd name="connsiteX0" fmla="*/ 17907 w 17907"/>
                      <a:gd name="connsiteY0" fmla="*/ 8954 h 17906"/>
                      <a:gd name="connsiteX1" fmla="*/ 8954 w 17907"/>
                      <a:gd name="connsiteY1" fmla="*/ 17907 h 17906"/>
                      <a:gd name="connsiteX2" fmla="*/ 0 w 17907"/>
                      <a:gd name="connsiteY2" fmla="*/ 8954 h 17906"/>
                      <a:gd name="connsiteX3" fmla="*/ 8954 w 17907"/>
                      <a:gd name="connsiteY3" fmla="*/ 0 h 17906"/>
                      <a:gd name="connsiteX4" fmla="*/ 17907 w 17907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7" h="17906">
                        <a:moveTo>
                          <a:pt x="17907" y="8954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8" y="17907"/>
                          <a:pt x="0" y="13899"/>
                          <a:pt x="0" y="8954"/>
                        </a:cubicBezTo>
                        <a:cubicBezTo>
                          <a:pt x="0" y="4009"/>
                          <a:pt x="4008" y="0"/>
                          <a:pt x="8954" y="0"/>
                        </a:cubicBezTo>
                        <a:cubicBezTo>
                          <a:pt x="13899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846" name="Graphique 11">
                  <a:extLst>
                    <a:ext uri="{FF2B5EF4-FFF2-40B4-BE49-F238E27FC236}">
                      <a16:creationId xmlns:a16="http://schemas.microsoft.com/office/drawing/2014/main" id="{18575F7A-851D-4F74-AEFD-D8A6760FE317}"/>
                    </a:ext>
                  </a:extLst>
                </p:cNvPr>
                <p:cNvGrpSpPr/>
                <p:nvPr/>
              </p:nvGrpSpPr>
              <p:grpSpPr>
                <a:xfrm>
                  <a:off x="6815680" y="4984873"/>
                  <a:ext cx="188156" cy="197058"/>
                  <a:chOff x="6815680" y="4984873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2847" name="Forme libre : forme 2846">
                    <a:extLst>
                      <a:ext uri="{FF2B5EF4-FFF2-40B4-BE49-F238E27FC236}">
                        <a16:creationId xmlns:a16="http://schemas.microsoft.com/office/drawing/2014/main" id="{F32B9ABD-FA74-4692-813C-5B5E9BF74902}"/>
                      </a:ext>
                    </a:extLst>
                  </p:cNvPr>
                  <p:cNvSpPr/>
                  <p:nvPr/>
                </p:nvSpPr>
                <p:spPr>
                  <a:xfrm rot="-1802346">
                    <a:off x="6845367" y="5006819"/>
                    <a:ext cx="128780" cy="153164"/>
                  </a:xfrm>
                  <a:custGeom>
                    <a:avLst/>
                    <a:gdLst>
                      <a:gd name="connsiteX0" fmla="*/ 128780 w 128780"/>
                      <a:gd name="connsiteY0" fmla="*/ 76583 h 153164"/>
                      <a:gd name="connsiteX1" fmla="*/ 64390 w 128780"/>
                      <a:gd name="connsiteY1" fmla="*/ 153165 h 153164"/>
                      <a:gd name="connsiteX2" fmla="*/ 0 w 128780"/>
                      <a:gd name="connsiteY2" fmla="*/ 76583 h 153164"/>
                      <a:gd name="connsiteX3" fmla="*/ 64390 w 128780"/>
                      <a:gd name="connsiteY3" fmla="*/ 0 h 153164"/>
                      <a:gd name="connsiteX4" fmla="*/ 128780 w 128780"/>
                      <a:gd name="connsiteY4" fmla="*/ 76583 h 153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0" h="153164">
                        <a:moveTo>
                          <a:pt x="128780" y="76583"/>
                        </a:moveTo>
                        <a:cubicBezTo>
                          <a:pt x="128780" y="118878"/>
                          <a:pt x="99952" y="153165"/>
                          <a:pt x="64390" y="153165"/>
                        </a:cubicBezTo>
                        <a:cubicBezTo>
                          <a:pt x="28828" y="153165"/>
                          <a:pt x="0" y="118878"/>
                          <a:pt x="0" y="76583"/>
                        </a:cubicBezTo>
                        <a:cubicBezTo>
                          <a:pt x="0" y="34287"/>
                          <a:pt x="28828" y="0"/>
                          <a:pt x="64390" y="0"/>
                        </a:cubicBezTo>
                        <a:cubicBezTo>
                          <a:pt x="99952" y="0"/>
                          <a:pt x="128780" y="34287"/>
                          <a:pt x="128780" y="76583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48" name="Forme libre : forme 2847">
                    <a:extLst>
                      <a:ext uri="{FF2B5EF4-FFF2-40B4-BE49-F238E27FC236}">
                        <a16:creationId xmlns:a16="http://schemas.microsoft.com/office/drawing/2014/main" id="{8EC9E927-00BA-4056-9B78-C1B3CFA3AAB1}"/>
                      </a:ext>
                    </a:extLst>
                  </p:cNvPr>
                  <p:cNvSpPr/>
                  <p:nvPr/>
                </p:nvSpPr>
                <p:spPr>
                  <a:xfrm>
                    <a:off x="6842012" y="5009817"/>
                    <a:ext cx="116952" cy="131682"/>
                  </a:xfrm>
                  <a:custGeom>
                    <a:avLst/>
                    <a:gdLst>
                      <a:gd name="connsiteX0" fmla="*/ 34370 w 116952"/>
                      <a:gd name="connsiteY0" fmla="*/ 131682 h 131682"/>
                      <a:gd name="connsiteX1" fmla="*/ 27989 w 116952"/>
                      <a:gd name="connsiteY1" fmla="*/ 122157 h 131682"/>
                      <a:gd name="connsiteX2" fmla="*/ 45419 w 116952"/>
                      <a:gd name="connsiteY2" fmla="*/ 23669 h 131682"/>
                      <a:gd name="connsiteX3" fmla="*/ 116952 w 116952"/>
                      <a:gd name="connsiteY3" fmla="*/ 31955 h 131682"/>
                      <a:gd name="connsiteX4" fmla="*/ 29322 w 116952"/>
                      <a:gd name="connsiteY4" fmla="*/ 7381 h 131682"/>
                      <a:gd name="connsiteX5" fmla="*/ 11891 w 116952"/>
                      <a:gd name="connsiteY5" fmla="*/ 105869 h 131682"/>
                      <a:gd name="connsiteX6" fmla="*/ 34370 w 116952"/>
                      <a:gd name="connsiteY6" fmla="*/ 131682 h 131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6952" h="131682">
                        <a:moveTo>
                          <a:pt x="34370" y="131682"/>
                        </a:moveTo>
                        <a:cubicBezTo>
                          <a:pt x="32084" y="128729"/>
                          <a:pt x="29894" y="125586"/>
                          <a:pt x="27989" y="122157"/>
                        </a:cubicBezTo>
                        <a:cubicBezTo>
                          <a:pt x="6843" y="85581"/>
                          <a:pt x="14749" y="41671"/>
                          <a:pt x="45419" y="23669"/>
                        </a:cubicBezTo>
                        <a:cubicBezTo>
                          <a:pt x="69422" y="9572"/>
                          <a:pt x="99998" y="13953"/>
                          <a:pt x="116952" y="31955"/>
                        </a:cubicBezTo>
                        <a:cubicBezTo>
                          <a:pt x="94473" y="2428"/>
                          <a:pt x="57230" y="-8717"/>
                          <a:pt x="29322" y="7381"/>
                        </a:cubicBezTo>
                        <a:cubicBezTo>
                          <a:pt x="-1444" y="25192"/>
                          <a:pt x="-9254" y="69293"/>
                          <a:pt x="11891" y="105869"/>
                        </a:cubicBezTo>
                        <a:cubicBezTo>
                          <a:pt x="17892" y="116442"/>
                          <a:pt x="25702" y="125015"/>
                          <a:pt x="34370" y="13168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49" name="Forme libre : forme 2848">
                    <a:extLst>
                      <a:ext uri="{FF2B5EF4-FFF2-40B4-BE49-F238E27FC236}">
                        <a16:creationId xmlns:a16="http://schemas.microsoft.com/office/drawing/2014/main" id="{0E120E4A-318F-465C-8E92-2C7077A58B82}"/>
                      </a:ext>
                    </a:extLst>
                  </p:cNvPr>
                  <p:cNvSpPr/>
                  <p:nvPr/>
                </p:nvSpPr>
                <p:spPr>
                  <a:xfrm rot="-521110">
                    <a:off x="6911504" y="5060620"/>
                    <a:ext cx="59243" cy="74864"/>
                  </a:xfrm>
                  <a:custGeom>
                    <a:avLst/>
                    <a:gdLst>
                      <a:gd name="connsiteX0" fmla="*/ 59243 w 59243"/>
                      <a:gd name="connsiteY0" fmla="*/ 37432 h 74864"/>
                      <a:gd name="connsiteX1" fmla="*/ 29622 w 59243"/>
                      <a:gd name="connsiteY1" fmla="*/ 74864 h 74864"/>
                      <a:gd name="connsiteX2" fmla="*/ 0 w 59243"/>
                      <a:gd name="connsiteY2" fmla="*/ 37432 h 74864"/>
                      <a:gd name="connsiteX3" fmla="*/ 29622 w 59243"/>
                      <a:gd name="connsiteY3" fmla="*/ 0 h 74864"/>
                      <a:gd name="connsiteX4" fmla="*/ 59243 w 59243"/>
                      <a:gd name="connsiteY4" fmla="*/ 37432 h 7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3" h="74864">
                        <a:moveTo>
                          <a:pt x="59243" y="37432"/>
                        </a:moveTo>
                        <a:cubicBezTo>
                          <a:pt x="59243" y="58105"/>
                          <a:pt x="45981" y="74864"/>
                          <a:pt x="29622" y="74864"/>
                        </a:cubicBezTo>
                        <a:cubicBezTo>
                          <a:pt x="13262" y="74864"/>
                          <a:pt x="0" y="58105"/>
                          <a:pt x="0" y="37432"/>
                        </a:cubicBezTo>
                        <a:cubicBezTo>
                          <a:pt x="0" y="16759"/>
                          <a:pt x="13262" y="0"/>
                          <a:pt x="29622" y="0"/>
                        </a:cubicBezTo>
                        <a:cubicBezTo>
                          <a:pt x="45981" y="0"/>
                          <a:pt x="59243" y="16759"/>
                          <a:pt x="59243" y="3743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50" name="Forme libre : forme 2849">
                    <a:extLst>
                      <a:ext uri="{FF2B5EF4-FFF2-40B4-BE49-F238E27FC236}">
                        <a16:creationId xmlns:a16="http://schemas.microsoft.com/office/drawing/2014/main" id="{81120050-E6F4-446B-B821-FB4BC7BB18C6}"/>
                      </a:ext>
                    </a:extLst>
                  </p:cNvPr>
                  <p:cNvSpPr/>
                  <p:nvPr/>
                </p:nvSpPr>
                <p:spPr>
                  <a:xfrm>
                    <a:off x="6926865" y="5124735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4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851" name="Forme libre : forme 2850">
                  <a:extLst>
                    <a:ext uri="{FF2B5EF4-FFF2-40B4-BE49-F238E27FC236}">
                      <a16:creationId xmlns:a16="http://schemas.microsoft.com/office/drawing/2014/main" id="{0AC5344B-5101-4ABE-A0EE-66BBAA1A4A83}"/>
                    </a:ext>
                  </a:extLst>
                </p:cNvPr>
                <p:cNvSpPr/>
                <p:nvPr/>
              </p:nvSpPr>
              <p:spPr>
                <a:xfrm>
                  <a:off x="6661499" y="4427980"/>
                  <a:ext cx="301085" cy="347092"/>
                </a:xfrm>
                <a:custGeom>
                  <a:avLst/>
                  <a:gdLst>
                    <a:gd name="connsiteX0" fmla="*/ 301085 w 301085"/>
                    <a:gd name="connsiteY0" fmla="*/ 347092 h 347092"/>
                    <a:gd name="connsiteX1" fmla="*/ 181546 w 301085"/>
                    <a:gd name="connsiteY1" fmla="*/ 244318 h 347092"/>
                    <a:gd name="connsiteX2" fmla="*/ 93536 w 301085"/>
                    <a:gd name="connsiteY2" fmla="*/ 111063 h 347092"/>
                    <a:gd name="connsiteX3" fmla="*/ 0 w 301085"/>
                    <a:gd name="connsiteY3" fmla="*/ 1811 h 347092"/>
                    <a:gd name="connsiteX4" fmla="*/ 21050 w 301085"/>
                    <a:gd name="connsiteY4" fmla="*/ 7526 h 347092"/>
                    <a:gd name="connsiteX5" fmla="*/ 45148 w 301085"/>
                    <a:gd name="connsiteY5" fmla="*/ 28767 h 347092"/>
                    <a:gd name="connsiteX6" fmla="*/ 231458 w 301085"/>
                    <a:gd name="connsiteY6" fmla="*/ 293467 h 347092"/>
                    <a:gd name="connsiteX7" fmla="*/ 291751 w 301085"/>
                    <a:gd name="connsiteY7" fmla="*/ 341949 h 347092"/>
                    <a:gd name="connsiteX8" fmla="*/ 290989 w 301085"/>
                    <a:gd name="connsiteY8" fmla="*/ 337377 h 347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1085" h="347092">
                      <a:moveTo>
                        <a:pt x="301085" y="347092"/>
                      </a:moveTo>
                      <a:cubicBezTo>
                        <a:pt x="251841" y="326804"/>
                        <a:pt x="212979" y="287180"/>
                        <a:pt x="181546" y="244318"/>
                      </a:cubicBezTo>
                      <a:cubicBezTo>
                        <a:pt x="150114" y="201360"/>
                        <a:pt x="124682" y="154211"/>
                        <a:pt x="93536" y="111063"/>
                      </a:cubicBezTo>
                      <a:cubicBezTo>
                        <a:pt x="65437" y="72201"/>
                        <a:pt x="32861" y="36768"/>
                        <a:pt x="0" y="1811"/>
                      </a:cubicBezTo>
                      <a:cubicBezTo>
                        <a:pt x="6287" y="-2856"/>
                        <a:pt x="15050" y="2383"/>
                        <a:pt x="21050" y="7526"/>
                      </a:cubicBezTo>
                      <a:cubicBezTo>
                        <a:pt x="29242" y="14479"/>
                        <a:pt x="37338" y="21433"/>
                        <a:pt x="45148" y="28767"/>
                      </a:cubicBezTo>
                      <a:cubicBezTo>
                        <a:pt x="123539" y="103538"/>
                        <a:pt x="153734" y="218029"/>
                        <a:pt x="231458" y="293467"/>
                      </a:cubicBezTo>
                      <a:cubicBezTo>
                        <a:pt x="249936" y="311469"/>
                        <a:pt x="270796" y="326804"/>
                        <a:pt x="291751" y="341949"/>
                      </a:cubicBezTo>
                      <a:cubicBezTo>
                        <a:pt x="291465" y="340425"/>
                        <a:pt x="291275" y="338901"/>
                        <a:pt x="290989" y="337377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52" name="Forme libre : forme 2851">
                  <a:extLst>
                    <a:ext uri="{FF2B5EF4-FFF2-40B4-BE49-F238E27FC236}">
                      <a16:creationId xmlns:a16="http://schemas.microsoft.com/office/drawing/2014/main" id="{CC580271-74DA-46A3-9AC3-CFB36320FFF7}"/>
                    </a:ext>
                  </a:extLst>
                </p:cNvPr>
                <p:cNvSpPr/>
                <p:nvPr/>
              </p:nvSpPr>
              <p:spPr>
                <a:xfrm>
                  <a:off x="6703885" y="4573237"/>
                  <a:ext cx="352340" cy="417575"/>
                </a:xfrm>
                <a:custGeom>
                  <a:avLst/>
                  <a:gdLst>
                    <a:gd name="connsiteX0" fmla="*/ 199454 w 352340"/>
                    <a:gd name="connsiteY0" fmla="*/ 213550 h 417575"/>
                    <a:gd name="connsiteX1" fmla="*/ 141637 w 352340"/>
                    <a:gd name="connsiteY1" fmla="*/ 157829 h 417575"/>
                    <a:gd name="connsiteX2" fmla="*/ 98298 w 352340"/>
                    <a:gd name="connsiteY2" fmla="*/ 113538 h 417575"/>
                    <a:gd name="connsiteX3" fmla="*/ 0 w 352340"/>
                    <a:gd name="connsiteY3" fmla="*/ 0 h 417575"/>
                    <a:gd name="connsiteX4" fmla="*/ 128016 w 352340"/>
                    <a:gd name="connsiteY4" fmla="*/ 160306 h 417575"/>
                    <a:gd name="connsiteX5" fmla="*/ 183261 w 352340"/>
                    <a:gd name="connsiteY5" fmla="*/ 223361 h 417575"/>
                    <a:gd name="connsiteX6" fmla="*/ 324993 w 352340"/>
                    <a:gd name="connsiteY6" fmla="*/ 390620 h 417575"/>
                    <a:gd name="connsiteX7" fmla="*/ 352139 w 352340"/>
                    <a:gd name="connsiteY7" fmla="*/ 417576 h 417575"/>
                    <a:gd name="connsiteX8" fmla="*/ 340900 w 352340"/>
                    <a:gd name="connsiteY8" fmla="*/ 401098 h 417575"/>
                    <a:gd name="connsiteX9" fmla="*/ 324707 w 352340"/>
                    <a:gd name="connsiteY9" fmla="*/ 381190 h 417575"/>
                    <a:gd name="connsiteX10" fmla="*/ 295084 w 352340"/>
                    <a:gd name="connsiteY10" fmla="*/ 340709 h 417575"/>
                    <a:gd name="connsiteX11" fmla="*/ 236411 w 352340"/>
                    <a:gd name="connsiteY11" fmla="*/ 257651 h 417575"/>
                    <a:gd name="connsiteX12" fmla="*/ 199454 w 352340"/>
                    <a:gd name="connsiteY12" fmla="*/ 213550 h 417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52340" h="417575">
                      <a:moveTo>
                        <a:pt x="199454" y="213550"/>
                      </a:moveTo>
                      <a:cubicBezTo>
                        <a:pt x="181070" y="194120"/>
                        <a:pt x="160877" y="176403"/>
                        <a:pt x="141637" y="157829"/>
                      </a:cubicBezTo>
                      <a:cubicBezTo>
                        <a:pt x="126778" y="143542"/>
                        <a:pt x="112395" y="128588"/>
                        <a:pt x="98298" y="113538"/>
                      </a:cubicBezTo>
                      <a:cubicBezTo>
                        <a:pt x="64103" y="76962"/>
                        <a:pt x="31337" y="39053"/>
                        <a:pt x="0" y="0"/>
                      </a:cubicBezTo>
                      <a:cubicBezTo>
                        <a:pt x="26098" y="63722"/>
                        <a:pt x="80963" y="110109"/>
                        <a:pt x="128016" y="160306"/>
                      </a:cubicBezTo>
                      <a:cubicBezTo>
                        <a:pt x="147161" y="180689"/>
                        <a:pt x="165163" y="202025"/>
                        <a:pt x="183261" y="223361"/>
                      </a:cubicBezTo>
                      <a:cubicBezTo>
                        <a:pt x="230505" y="279082"/>
                        <a:pt x="277749" y="334899"/>
                        <a:pt x="324993" y="390620"/>
                      </a:cubicBezTo>
                      <a:cubicBezTo>
                        <a:pt x="332327" y="399288"/>
                        <a:pt x="341566" y="412909"/>
                        <a:pt x="352139" y="417576"/>
                      </a:cubicBezTo>
                      <a:cubicBezTo>
                        <a:pt x="353853" y="412242"/>
                        <a:pt x="344138" y="404908"/>
                        <a:pt x="340900" y="401098"/>
                      </a:cubicBezTo>
                      <a:cubicBezTo>
                        <a:pt x="335375" y="394621"/>
                        <a:pt x="329946" y="387953"/>
                        <a:pt x="324707" y="381190"/>
                      </a:cubicBezTo>
                      <a:cubicBezTo>
                        <a:pt x="314420" y="367951"/>
                        <a:pt x="304705" y="354425"/>
                        <a:pt x="295084" y="340709"/>
                      </a:cubicBezTo>
                      <a:cubicBezTo>
                        <a:pt x="275654" y="312991"/>
                        <a:pt x="256984" y="284607"/>
                        <a:pt x="236411" y="257651"/>
                      </a:cubicBezTo>
                      <a:cubicBezTo>
                        <a:pt x="224885" y="242316"/>
                        <a:pt x="212693" y="227552"/>
                        <a:pt x="199454" y="213550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53" name="Forme libre : forme 2852">
                  <a:extLst>
                    <a:ext uri="{FF2B5EF4-FFF2-40B4-BE49-F238E27FC236}">
                      <a16:creationId xmlns:a16="http://schemas.microsoft.com/office/drawing/2014/main" id="{80602BE6-F830-4AA6-B580-A76F7D469DE2}"/>
                    </a:ext>
                  </a:extLst>
                </p:cNvPr>
                <p:cNvSpPr/>
                <p:nvPr/>
              </p:nvSpPr>
              <p:spPr>
                <a:xfrm>
                  <a:off x="6864286" y="4765833"/>
                  <a:ext cx="102679" cy="277939"/>
                </a:xfrm>
                <a:custGeom>
                  <a:avLst/>
                  <a:gdLst>
                    <a:gd name="connsiteX0" fmla="*/ 80963 w 102679"/>
                    <a:gd name="connsiteY0" fmla="*/ 225171 h 277939"/>
                    <a:gd name="connsiteX1" fmla="*/ 68866 w 102679"/>
                    <a:gd name="connsiteY1" fmla="*/ 193262 h 277939"/>
                    <a:gd name="connsiteX2" fmla="*/ 63055 w 102679"/>
                    <a:gd name="connsiteY2" fmla="*/ 171355 h 277939"/>
                    <a:gd name="connsiteX3" fmla="*/ 44672 w 102679"/>
                    <a:gd name="connsiteY3" fmla="*/ 96107 h 277939"/>
                    <a:gd name="connsiteX4" fmla="*/ 38671 w 102679"/>
                    <a:gd name="connsiteY4" fmla="*/ 64389 h 277939"/>
                    <a:gd name="connsiteX5" fmla="*/ 34766 w 102679"/>
                    <a:gd name="connsiteY5" fmla="*/ 40386 h 277939"/>
                    <a:gd name="connsiteX6" fmla="*/ 27527 w 102679"/>
                    <a:gd name="connsiteY6" fmla="*/ 29908 h 277939"/>
                    <a:gd name="connsiteX7" fmla="*/ 0 w 102679"/>
                    <a:gd name="connsiteY7" fmla="*/ 0 h 277939"/>
                    <a:gd name="connsiteX8" fmla="*/ 23146 w 102679"/>
                    <a:gd name="connsiteY8" fmla="*/ 62579 h 277939"/>
                    <a:gd name="connsiteX9" fmla="*/ 81248 w 102679"/>
                    <a:gd name="connsiteY9" fmla="*/ 233363 h 277939"/>
                    <a:gd name="connsiteX10" fmla="*/ 91726 w 102679"/>
                    <a:gd name="connsiteY10" fmla="*/ 256508 h 277939"/>
                    <a:gd name="connsiteX11" fmla="*/ 102679 w 102679"/>
                    <a:gd name="connsiteY11" fmla="*/ 277939 h 277939"/>
                    <a:gd name="connsiteX12" fmla="*/ 91916 w 102679"/>
                    <a:gd name="connsiteY12" fmla="*/ 251365 h 277939"/>
                    <a:gd name="connsiteX13" fmla="*/ 80963 w 102679"/>
                    <a:gd name="connsiteY13" fmla="*/ 225171 h 277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02679" h="277939">
                      <a:moveTo>
                        <a:pt x="80963" y="225171"/>
                      </a:moveTo>
                      <a:cubicBezTo>
                        <a:pt x="76581" y="214694"/>
                        <a:pt x="72199" y="204121"/>
                        <a:pt x="68866" y="193262"/>
                      </a:cubicBezTo>
                      <a:cubicBezTo>
                        <a:pt x="66580" y="186023"/>
                        <a:pt x="64865" y="178689"/>
                        <a:pt x="63055" y="171355"/>
                      </a:cubicBezTo>
                      <a:cubicBezTo>
                        <a:pt x="56960" y="146304"/>
                        <a:pt x="50863" y="121253"/>
                        <a:pt x="44672" y="96107"/>
                      </a:cubicBezTo>
                      <a:cubicBezTo>
                        <a:pt x="42100" y="85630"/>
                        <a:pt x="39529" y="75152"/>
                        <a:pt x="38671" y="64389"/>
                      </a:cubicBezTo>
                      <a:cubicBezTo>
                        <a:pt x="38005" y="56293"/>
                        <a:pt x="38195" y="47815"/>
                        <a:pt x="34766" y="40386"/>
                      </a:cubicBezTo>
                      <a:cubicBezTo>
                        <a:pt x="32956" y="36481"/>
                        <a:pt x="30289" y="33147"/>
                        <a:pt x="27527" y="29908"/>
                      </a:cubicBezTo>
                      <a:cubicBezTo>
                        <a:pt x="18860" y="19526"/>
                        <a:pt x="9620" y="9525"/>
                        <a:pt x="0" y="0"/>
                      </a:cubicBezTo>
                      <a:cubicBezTo>
                        <a:pt x="13240" y="18097"/>
                        <a:pt x="17907" y="40767"/>
                        <a:pt x="23146" y="62579"/>
                      </a:cubicBezTo>
                      <a:cubicBezTo>
                        <a:pt x="37147" y="121158"/>
                        <a:pt x="57055" y="178213"/>
                        <a:pt x="81248" y="233363"/>
                      </a:cubicBezTo>
                      <a:cubicBezTo>
                        <a:pt x="84677" y="241078"/>
                        <a:pt x="88106" y="248793"/>
                        <a:pt x="91726" y="256508"/>
                      </a:cubicBezTo>
                      <a:cubicBezTo>
                        <a:pt x="94202" y="261842"/>
                        <a:pt x="97917" y="274987"/>
                        <a:pt x="102679" y="277939"/>
                      </a:cubicBezTo>
                      <a:cubicBezTo>
                        <a:pt x="100965" y="269081"/>
                        <a:pt x="95440" y="259747"/>
                        <a:pt x="91916" y="251365"/>
                      </a:cubicBezTo>
                      <a:cubicBezTo>
                        <a:pt x="88202" y="242602"/>
                        <a:pt x="84582" y="233934"/>
                        <a:pt x="80963" y="225171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54" name="Forme libre : forme 2853">
                  <a:extLst>
                    <a:ext uri="{FF2B5EF4-FFF2-40B4-BE49-F238E27FC236}">
                      <a16:creationId xmlns:a16="http://schemas.microsoft.com/office/drawing/2014/main" id="{BD31AFA8-8D41-49CF-94AB-252FDB252253}"/>
                    </a:ext>
                  </a:extLst>
                </p:cNvPr>
                <p:cNvSpPr/>
                <p:nvPr/>
              </p:nvSpPr>
              <p:spPr>
                <a:xfrm>
                  <a:off x="6885584" y="4747028"/>
                  <a:ext cx="204756" cy="179083"/>
                </a:xfrm>
                <a:custGeom>
                  <a:avLst/>
                  <a:gdLst>
                    <a:gd name="connsiteX0" fmla="*/ 184157 w 204756"/>
                    <a:gd name="connsiteY0" fmla="*/ 135391 h 179083"/>
                    <a:gd name="connsiteX1" fmla="*/ 173584 w 204756"/>
                    <a:gd name="connsiteY1" fmla="*/ 143868 h 179083"/>
                    <a:gd name="connsiteX2" fmla="*/ 164726 w 204756"/>
                    <a:gd name="connsiteY2" fmla="*/ 158346 h 179083"/>
                    <a:gd name="connsiteX3" fmla="*/ 154915 w 204756"/>
                    <a:gd name="connsiteY3" fmla="*/ 173300 h 179083"/>
                    <a:gd name="connsiteX4" fmla="*/ 149771 w 204756"/>
                    <a:gd name="connsiteY4" fmla="*/ 178158 h 179083"/>
                    <a:gd name="connsiteX5" fmla="*/ 133484 w 204756"/>
                    <a:gd name="connsiteY5" fmla="*/ 172824 h 179083"/>
                    <a:gd name="connsiteX6" fmla="*/ 112910 w 204756"/>
                    <a:gd name="connsiteY6" fmla="*/ 145868 h 179083"/>
                    <a:gd name="connsiteX7" fmla="*/ 57379 w 204756"/>
                    <a:gd name="connsiteY7" fmla="*/ 74812 h 179083"/>
                    <a:gd name="connsiteX8" fmla="*/ 2610 w 204756"/>
                    <a:gd name="connsiteY8" fmla="*/ 11375 h 179083"/>
                    <a:gd name="connsiteX9" fmla="*/ 1658 w 204756"/>
                    <a:gd name="connsiteY9" fmla="*/ 898 h 179083"/>
                    <a:gd name="connsiteX10" fmla="*/ 10516 w 204756"/>
                    <a:gd name="connsiteY10" fmla="*/ 2422 h 179083"/>
                    <a:gd name="connsiteX11" fmla="*/ 51569 w 204756"/>
                    <a:gd name="connsiteY11" fmla="*/ 30235 h 179083"/>
                    <a:gd name="connsiteX12" fmla="*/ 165773 w 204756"/>
                    <a:gd name="connsiteY12" fmla="*/ 93862 h 179083"/>
                    <a:gd name="connsiteX13" fmla="*/ 198349 w 204756"/>
                    <a:gd name="connsiteY13" fmla="*/ 118912 h 179083"/>
                    <a:gd name="connsiteX14" fmla="*/ 202350 w 204756"/>
                    <a:gd name="connsiteY14" fmla="*/ 129866 h 179083"/>
                    <a:gd name="connsiteX15" fmla="*/ 184157 w 204756"/>
                    <a:gd name="connsiteY15" fmla="*/ 135391 h 17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04756" h="179083">
                      <a:moveTo>
                        <a:pt x="184157" y="135391"/>
                      </a:moveTo>
                      <a:cubicBezTo>
                        <a:pt x="180156" y="137581"/>
                        <a:pt x="176537" y="140439"/>
                        <a:pt x="173584" y="143868"/>
                      </a:cubicBezTo>
                      <a:cubicBezTo>
                        <a:pt x="169964" y="148154"/>
                        <a:pt x="167488" y="153393"/>
                        <a:pt x="164726" y="158346"/>
                      </a:cubicBezTo>
                      <a:cubicBezTo>
                        <a:pt x="161773" y="163585"/>
                        <a:pt x="158534" y="168538"/>
                        <a:pt x="154915" y="173300"/>
                      </a:cubicBezTo>
                      <a:cubicBezTo>
                        <a:pt x="153486" y="175205"/>
                        <a:pt x="151867" y="177110"/>
                        <a:pt x="149771" y="178158"/>
                      </a:cubicBezTo>
                      <a:cubicBezTo>
                        <a:pt x="144342" y="180920"/>
                        <a:pt x="137961" y="177015"/>
                        <a:pt x="133484" y="172824"/>
                      </a:cubicBezTo>
                      <a:cubicBezTo>
                        <a:pt x="125292" y="165014"/>
                        <a:pt x="119196" y="155298"/>
                        <a:pt x="112910" y="145868"/>
                      </a:cubicBezTo>
                      <a:cubicBezTo>
                        <a:pt x="96146" y="120913"/>
                        <a:pt x="77572" y="97100"/>
                        <a:pt x="57379" y="74812"/>
                      </a:cubicBezTo>
                      <a:cubicBezTo>
                        <a:pt x="38615" y="54047"/>
                        <a:pt x="18327" y="34426"/>
                        <a:pt x="2610" y="11375"/>
                      </a:cubicBezTo>
                      <a:cubicBezTo>
                        <a:pt x="420" y="8137"/>
                        <a:pt x="-1486" y="3279"/>
                        <a:pt x="1658" y="898"/>
                      </a:cubicBezTo>
                      <a:cubicBezTo>
                        <a:pt x="4229" y="-1103"/>
                        <a:pt x="7849" y="612"/>
                        <a:pt x="10516" y="2422"/>
                      </a:cubicBezTo>
                      <a:cubicBezTo>
                        <a:pt x="24327" y="11470"/>
                        <a:pt x="37567" y="21376"/>
                        <a:pt x="51569" y="30235"/>
                      </a:cubicBezTo>
                      <a:cubicBezTo>
                        <a:pt x="88335" y="53666"/>
                        <a:pt x="129483" y="69764"/>
                        <a:pt x="165773" y="93862"/>
                      </a:cubicBezTo>
                      <a:cubicBezTo>
                        <a:pt x="177204" y="101482"/>
                        <a:pt x="188062" y="109864"/>
                        <a:pt x="198349" y="118912"/>
                      </a:cubicBezTo>
                      <a:cubicBezTo>
                        <a:pt x="201874" y="122056"/>
                        <a:pt x="208255" y="126437"/>
                        <a:pt x="202350" y="129866"/>
                      </a:cubicBezTo>
                      <a:cubicBezTo>
                        <a:pt x="197396" y="132819"/>
                        <a:pt x="189681" y="132343"/>
                        <a:pt x="184157" y="13539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55" name="Forme libre : forme 2854">
                  <a:extLst>
                    <a:ext uri="{FF2B5EF4-FFF2-40B4-BE49-F238E27FC236}">
                      <a16:creationId xmlns:a16="http://schemas.microsoft.com/office/drawing/2014/main" id="{04F3605E-77C7-411E-BE02-22AB2BCFB417}"/>
                    </a:ext>
                  </a:extLst>
                </p:cNvPr>
                <p:cNvSpPr/>
                <p:nvPr/>
              </p:nvSpPr>
              <p:spPr>
                <a:xfrm>
                  <a:off x="6915340" y="4858133"/>
                  <a:ext cx="103170" cy="161255"/>
                </a:xfrm>
                <a:custGeom>
                  <a:avLst/>
                  <a:gdLst>
                    <a:gd name="connsiteX0" fmla="*/ 53816 w 103170"/>
                    <a:gd name="connsiteY0" fmla="*/ 161255 h 161255"/>
                    <a:gd name="connsiteX1" fmla="*/ 45053 w 103170"/>
                    <a:gd name="connsiteY1" fmla="*/ 145730 h 161255"/>
                    <a:gd name="connsiteX2" fmla="*/ 7334 w 103170"/>
                    <a:gd name="connsiteY2" fmla="*/ 38954 h 161255"/>
                    <a:gd name="connsiteX3" fmla="*/ 0 w 103170"/>
                    <a:gd name="connsiteY3" fmla="*/ 5712 h 161255"/>
                    <a:gd name="connsiteX4" fmla="*/ 1143 w 103170"/>
                    <a:gd name="connsiteY4" fmla="*/ 1140 h 161255"/>
                    <a:gd name="connsiteX5" fmla="*/ 6477 w 103170"/>
                    <a:gd name="connsiteY5" fmla="*/ 664 h 161255"/>
                    <a:gd name="connsiteX6" fmla="*/ 10573 w 103170"/>
                    <a:gd name="connsiteY6" fmla="*/ 4760 h 161255"/>
                    <a:gd name="connsiteX7" fmla="*/ 69437 w 103170"/>
                    <a:gd name="connsiteY7" fmla="*/ 77340 h 161255"/>
                    <a:gd name="connsiteX8" fmla="*/ 100774 w 103170"/>
                    <a:gd name="connsiteY8" fmla="*/ 111344 h 161255"/>
                    <a:gd name="connsiteX9" fmla="*/ 84868 w 103170"/>
                    <a:gd name="connsiteY9" fmla="*/ 131442 h 161255"/>
                    <a:gd name="connsiteX10" fmla="*/ 66961 w 103170"/>
                    <a:gd name="connsiteY10" fmla="*/ 143920 h 161255"/>
                    <a:gd name="connsiteX11" fmla="*/ 53816 w 103170"/>
                    <a:gd name="connsiteY11" fmla="*/ 161255 h 161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3170" h="161255">
                      <a:moveTo>
                        <a:pt x="53816" y="161255"/>
                      </a:moveTo>
                      <a:cubicBezTo>
                        <a:pt x="49435" y="157160"/>
                        <a:pt x="47149" y="151349"/>
                        <a:pt x="45053" y="145730"/>
                      </a:cubicBezTo>
                      <a:cubicBezTo>
                        <a:pt x="31528" y="110487"/>
                        <a:pt x="18955" y="74863"/>
                        <a:pt x="7334" y="38954"/>
                      </a:cubicBezTo>
                      <a:cubicBezTo>
                        <a:pt x="3810" y="28096"/>
                        <a:pt x="381" y="17047"/>
                        <a:pt x="0" y="5712"/>
                      </a:cubicBezTo>
                      <a:cubicBezTo>
                        <a:pt x="0" y="4093"/>
                        <a:pt x="0" y="2283"/>
                        <a:pt x="1143" y="1140"/>
                      </a:cubicBezTo>
                      <a:cubicBezTo>
                        <a:pt x="2477" y="-289"/>
                        <a:pt x="4858" y="-289"/>
                        <a:pt x="6477" y="664"/>
                      </a:cubicBezTo>
                      <a:cubicBezTo>
                        <a:pt x="8192" y="1616"/>
                        <a:pt x="9430" y="3236"/>
                        <a:pt x="10573" y="4760"/>
                      </a:cubicBezTo>
                      <a:cubicBezTo>
                        <a:pt x="29146" y="29810"/>
                        <a:pt x="48768" y="54004"/>
                        <a:pt x="69437" y="77340"/>
                      </a:cubicBezTo>
                      <a:cubicBezTo>
                        <a:pt x="79248" y="88389"/>
                        <a:pt x="92678" y="99057"/>
                        <a:pt x="100774" y="111344"/>
                      </a:cubicBezTo>
                      <a:cubicBezTo>
                        <a:pt x="109156" y="124108"/>
                        <a:pt x="93536" y="127251"/>
                        <a:pt x="84868" y="131442"/>
                      </a:cubicBezTo>
                      <a:cubicBezTo>
                        <a:pt x="78296" y="134680"/>
                        <a:pt x="72295" y="138871"/>
                        <a:pt x="66961" y="143920"/>
                      </a:cubicBezTo>
                      <a:cubicBezTo>
                        <a:pt x="65532" y="145348"/>
                        <a:pt x="52197" y="159731"/>
                        <a:pt x="53816" y="161255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56" name="Forme libre : forme 2855">
                  <a:extLst>
                    <a:ext uri="{FF2B5EF4-FFF2-40B4-BE49-F238E27FC236}">
                      <a16:creationId xmlns:a16="http://schemas.microsoft.com/office/drawing/2014/main" id="{C55F1454-9057-424F-97A3-C8204BFDBA1E}"/>
                    </a:ext>
                  </a:extLst>
                </p:cNvPr>
                <p:cNvSpPr/>
                <p:nvPr/>
              </p:nvSpPr>
              <p:spPr>
                <a:xfrm>
                  <a:off x="6804366" y="4744402"/>
                  <a:ext cx="115912" cy="260297"/>
                </a:xfrm>
                <a:custGeom>
                  <a:avLst/>
                  <a:gdLst>
                    <a:gd name="connsiteX0" fmla="*/ 64968 w 115912"/>
                    <a:gd name="connsiteY0" fmla="*/ 257175 h 260297"/>
                    <a:gd name="connsiteX1" fmla="*/ 54586 w 115912"/>
                    <a:gd name="connsiteY1" fmla="*/ 260223 h 260297"/>
                    <a:gd name="connsiteX2" fmla="*/ 43822 w 115912"/>
                    <a:gd name="connsiteY2" fmla="*/ 245554 h 260297"/>
                    <a:gd name="connsiteX3" fmla="*/ 38107 w 115912"/>
                    <a:gd name="connsiteY3" fmla="*/ 112300 h 260297"/>
                    <a:gd name="connsiteX4" fmla="*/ 1627 w 115912"/>
                    <a:gd name="connsiteY4" fmla="*/ 8763 h 260297"/>
                    <a:gd name="connsiteX5" fmla="*/ 7 w 115912"/>
                    <a:gd name="connsiteY5" fmla="*/ 3715 h 260297"/>
                    <a:gd name="connsiteX6" fmla="*/ 3151 w 115912"/>
                    <a:gd name="connsiteY6" fmla="*/ 0 h 260297"/>
                    <a:gd name="connsiteX7" fmla="*/ 6008 w 115912"/>
                    <a:gd name="connsiteY7" fmla="*/ 1048 h 260297"/>
                    <a:gd name="connsiteX8" fmla="*/ 61824 w 115912"/>
                    <a:gd name="connsiteY8" fmla="*/ 55436 h 260297"/>
                    <a:gd name="connsiteX9" fmla="*/ 69921 w 115912"/>
                    <a:gd name="connsiteY9" fmla="*/ 78296 h 260297"/>
                    <a:gd name="connsiteX10" fmla="*/ 110021 w 115912"/>
                    <a:gd name="connsiteY10" fmla="*/ 230124 h 260297"/>
                    <a:gd name="connsiteX11" fmla="*/ 115260 w 115912"/>
                    <a:gd name="connsiteY11" fmla="*/ 246221 h 260297"/>
                    <a:gd name="connsiteX12" fmla="*/ 101925 w 115912"/>
                    <a:gd name="connsiteY12" fmla="*/ 249269 h 260297"/>
                    <a:gd name="connsiteX13" fmla="*/ 64968 w 115912"/>
                    <a:gd name="connsiteY13" fmla="*/ 257175 h 260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15912" h="260297">
                      <a:moveTo>
                        <a:pt x="64968" y="257175"/>
                      </a:moveTo>
                      <a:cubicBezTo>
                        <a:pt x="61729" y="258794"/>
                        <a:pt x="58205" y="260699"/>
                        <a:pt x="54586" y="260223"/>
                      </a:cubicBezTo>
                      <a:cubicBezTo>
                        <a:pt x="48109" y="259366"/>
                        <a:pt x="45156" y="251936"/>
                        <a:pt x="43822" y="245554"/>
                      </a:cubicBezTo>
                      <a:cubicBezTo>
                        <a:pt x="34678" y="201930"/>
                        <a:pt x="43822" y="156496"/>
                        <a:pt x="38107" y="112300"/>
                      </a:cubicBezTo>
                      <a:cubicBezTo>
                        <a:pt x="33345" y="75819"/>
                        <a:pt x="18676" y="41338"/>
                        <a:pt x="1627" y="8763"/>
                      </a:cubicBezTo>
                      <a:cubicBezTo>
                        <a:pt x="769" y="7144"/>
                        <a:pt x="-88" y="5524"/>
                        <a:pt x="7" y="3715"/>
                      </a:cubicBezTo>
                      <a:cubicBezTo>
                        <a:pt x="7" y="1905"/>
                        <a:pt x="1341" y="0"/>
                        <a:pt x="3151" y="0"/>
                      </a:cubicBezTo>
                      <a:cubicBezTo>
                        <a:pt x="4198" y="0"/>
                        <a:pt x="5151" y="571"/>
                        <a:pt x="6008" y="1048"/>
                      </a:cubicBezTo>
                      <a:cubicBezTo>
                        <a:pt x="28392" y="14954"/>
                        <a:pt x="50299" y="31718"/>
                        <a:pt x="61824" y="55436"/>
                      </a:cubicBezTo>
                      <a:cubicBezTo>
                        <a:pt x="65349" y="62770"/>
                        <a:pt x="67825" y="70485"/>
                        <a:pt x="69921" y="78296"/>
                      </a:cubicBezTo>
                      <a:cubicBezTo>
                        <a:pt x="83637" y="128969"/>
                        <a:pt x="84780" y="183928"/>
                        <a:pt x="110021" y="230124"/>
                      </a:cubicBezTo>
                      <a:cubicBezTo>
                        <a:pt x="112117" y="234029"/>
                        <a:pt x="117831" y="241649"/>
                        <a:pt x="115260" y="246221"/>
                      </a:cubicBezTo>
                      <a:cubicBezTo>
                        <a:pt x="112879" y="250507"/>
                        <a:pt x="105925" y="249460"/>
                        <a:pt x="101925" y="249269"/>
                      </a:cubicBezTo>
                      <a:cubicBezTo>
                        <a:pt x="89066" y="248983"/>
                        <a:pt x="76398" y="251555"/>
                        <a:pt x="64968" y="257175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57" name="Forme libre : forme 2856">
                  <a:extLst>
                    <a:ext uri="{FF2B5EF4-FFF2-40B4-BE49-F238E27FC236}">
                      <a16:creationId xmlns:a16="http://schemas.microsoft.com/office/drawing/2014/main" id="{72BD746C-0A9D-4C84-B435-7A6F0F8EB707}"/>
                    </a:ext>
                  </a:extLst>
                </p:cNvPr>
                <p:cNvSpPr/>
                <p:nvPr/>
              </p:nvSpPr>
              <p:spPr>
                <a:xfrm>
                  <a:off x="6632448" y="4442488"/>
                  <a:ext cx="222822" cy="268506"/>
                </a:xfrm>
                <a:custGeom>
                  <a:avLst/>
                  <a:gdLst>
                    <a:gd name="connsiteX0" fmla="*/ 126397 w 222822"/>
                    <a:gd name="connsiteY0" fmla="*/ 177136 h 268506"/>
                    <a:gd name="connsiteX1" fmla="*/ 101155 w 222822"/>
                    <a:gd name="connsiteY1" fmla="*/ 151228 h 268506"/>
                    <a:gd name="connsiteX2" fmla="*/ 63817 w 222822"/>
                    <a:gd name="connsiteY2" fmla="*/ 95221 h 268506"/>
                    <a:gd name="connsiteX3" fmla="*/ 0 w 222822"/>
                    <a:gd name="connsiteY3" fmla="*/ 2448 h 268506"/>
                    <a:gd name="connsiteX4" fmla="*/ 19240 w 222822"/>
                    <a:gd name="connsiteY4" fmla="*/ 3972 h 268506"/>
                    <a:gd name="connsiteX5" fmla="*/ 115348 w 222822"/>
                    <a:gd name="connsiteY5" fmla="*/ 104461 h 268506"/>
                    <a:gd name="connsiteX6" fmla="*/ 150495 w 222822"/>
                    <a:gd name="connsiteY6" fmla="*/ 161992 h 268506"/>
                    <a:gd name="connsiteX7" fmla="*/ 196691 w 222822"/>
                    <a:gd name="connsiteY7" fmla="*/ 233048 h 268506"/>
                    <a:gd name="connsiteX8" fmla="*/ 211169 w 222822"/>
                    <a:gd name="connsiteY8" fmla="*/ 247812 h 268506"/>
                    <a:gd name="connsiteX9" fmla="*/ 222695 w 222822"/>
                    <a:gd name="connsiteY9" fmla="*/ 261052 h 268506"/>
                    <a:gd name="connsiteX10" fmla="*/ 217837 w 222822"/>
                    <a:gd name="connsiteY10" fmla="*/ 267910 h 268506"/>
                    <a:gd name="connsiteX11" fmla="*/ 207454 w 222822"/>
                    <a:gd name="connsiteY11" fmla="*/ 264957 h 268506"/>
                    <a:gd name="connsiteX12" fmla="*/ 154972 w 222822"/>
                    <a:gd name="connsiteY12" fmla="*/ 209236 h 268506"/>
                    <a:gd name="connsiteX13" fmla="*/ 126397 w 222822"/>
                    <a:gd name="connsiteY13" fmla="*/ 177136 h 268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2822" h="268506">
                      <a:moveTo>
                        <a:pt x="126397" y="177136"/>
                      </a:moveTo>
                      <a:cubicBezTo>
                        <a:pt x="118015" y="168469"/>
                        <a:pt x="109061" y="160372"/>
                        <a:pt x="101155" y="151228"/>
                      </a:cubicBezTo>
                      <a:cubicBezTo>
                        <a:pt x="86392" y="134274"/>
                        <a:pt x="75533" y="114462"/>
                        <a:pt x="63817" y="95221"/>
                      </a:cubicBezTo>
                      <a:cubicBezTo>
                        <a:pt x="44196" y="63217"/>
                        <a:pt x="22098" y="32833"/>
                        <a:pt x="0" y="2448"/>
                      </a:cubicBezTo>
                      <a:cubicBezTo>
                        <a:pt x="5143" y="-2219"/>
                        <a:pt x="13240" y="638"/>
                        <a:pt x="19240" y="3972"/>
                      </a:cubicBezTo>
                      <a:cubicBezTo>
                        <a:pt x="60007" y="26927"/>
                        <a:pt x="89630" y="65313"/>
                        <a:pt x="115348" y="104461"/>
                      </a:cubicBezTo>
                      <a:cubicBezTo>
                        <a:pt x="127730" y="123225"/>
                        <a:pt x="139446" y="142465"/>
                        <a:pt x="150495" y="161992"/>
                      </a:cubicBezTo>
                      <a:cubicBezTo>
                        <a:pt x="164401" y="186661"/>
                        <a:pt x="177451" y="212188"/>
                        <a:pt x="196691" y="233048"/>
                      </a:cubicBezTo>
                      <a:cubicBezTo>
                        <a:pt x="201358" y="238096"/>
                        <a:pt x="206312" y="242859"/>
                        <a:pt x="211169" y="247812"/>
                      </a:cubicBezTo>
                      <a:cubicBezTo>
                        <a:pt x="214313" y="251050"/>
                        <a:pt x="221742" y="256575"/>
                        <a:pt x="222695" y="261052"/>
                      </a:cubicBezTo>
                      <a:cubicBezTo>
                        <a:pt x="223456" y="264290"/>
                        <a:pt x="220694" y="266862"/>
                        <a:pt x="217837" y="267910"/>
                      </a:cubicBezTo>
                      <a:cubicBezTo>
                        <a:pt x="213550" y="269529"/>
                        <a:pt x="210788" y="267624"/>
                        <a:pt x="207454" y="264957"/>
                      </a:cubicBezTo>
                      <a:cubicBezTo>
                        <a:pt x="187547" y="248860"/>
                        <a:pt x="171259" y="228762"/>
                        <a:pt x="154972" y="209236"/>
                      </a:cubicBezTo>
                      <a:cubicBezTo>
                        <a:pt x="145732" y="198377"/>
                        <a:pt x="136493" y="187423"/>
                        <a:pt x="126397" y="177136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58" name="Forme libre : forme 2857">
                  <a:extLst>
                    <a:ext uri="{FF2B5EF4-FFF2-40B4-BE49-F238E27FC236}">
                      <a16:creationId xmlns:a16="http://schemas.microsoft.com/office/drawing/2014/main" id="{602C28CB-91EE-4F2E-8897-BBA3DD9996B2}"/>
                    </a:ext>
                  </a:extLst>
                </p:cNvPr>
                <p:cNvSpPr/>
                <p:nvPr/>
              </p:nvSpPr>
              <p:spPr>
                <a:xfrm>
                  <a:off x="6689177" y="4391332"/>
                  <a:ext cx="84491" cy="128785"/>
                </a:xfrm>
                <a:custGeom>
                  <a:avLst/>
                  <a:gdLst>
                    <a:gd name="connsiteX0" fmla="*/ 41949 w 84491"/>
                    <a:gd name="connsiteY0" fmla="*/ 75892 h 128785"/>
                    <a:gd name="connsiteX1" fmla="*/ 9374 w 84491"/>
                    <a:gd name="connsiteY1" fmla="*/ 39602 h 128785"/>
                    <a:gd name="connsiteX2" fmla="*/ 39 w 84491"/>
                    <a:gd name="connsiteY2" fmla="*/ 19028 h 128785"/>
                    <a:gd name="connsiteX3" fmla="*/ 2420 w 84491"/>
                    <a:gd name="connsiteY3" fmla="*/ 4550 h 128785"/>
                    <a:gd name="connsiteX4" fmla="*/ 4230 w 84491"/>
                    <a:gd name="connsiteY4" fmla="*/ 930 h 128785"/>
                    <a:gd name="connsiteX5" fmla="*/ 9374 w 84491"/>
                    <a:gd name="connsiteY5" fmla="*/ 645 h 128785"/>
                    <a:gd name="connsiteX6" fmla="*/ 13088 w 84491"/>
                    <a:gd name="connsiteY6" fmla="*/ 4645 h 128785"/>
                    <a:gd name="connsiteX7" fmla="*/ 18613 w 84491"/>
                    <a:gd name="connsiteY7" fmla="*/ 18361 h 128785"/>
                    <a:gd name="connsiteX8" fmla="*/ 60523 w 84491"/>
                    <a:gd name="connsiteY8" fmla="*/ 88655 h 128785"/>
                    <a:gd name="connsiteX9" fmla="*/ 83192 w 84491"/>
                    <a:gd name="connsiteY9" fmla="*/ 122850 h 128785"/>
                    <a:gd name="connsiteX10" fmla="*/ 79573 w 84491"/>
                    <a:gd name="connsiteY10" fmla="*/ 127803 h 128785"/>
                    <a:gd name="connsiteX11" fmla="*/ 69571 w 84491"/>
                    <a:gd name="connsiteY11" fmla="*/ 112658 h 128785"/>
                    <a:gd name="connsiteX12" fmla="*/ 41949 w 84491"/>
                    <a:gd name="connsiteY12" fmla="*/ 75892 h 128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4491" h="128785">
                      <a:moveTo>
                        <a:pt x="41949" y="75892"/>
                      </a:moveTo>
                      <a:cubicBezTo>
                        <a:pt x="31186" y="63795"/>
                        <a:pt x="19279" y="52556"/>
                        <a:pt x="9374" y="39602"/>
                      </a:cubicBezTo>
                      <a:cubicBezTo>
                        <a:pt x="4706" y="33506"/>
                        <a:pt x="420" y="26648"/>
                        <a:pt x="39" y="19028"/>
                      </a:cubicBezTo>
                      <a:cubicBezTo>
                        <a:pt x="-247" y="14075"/>
                        <a:pt x="1087" y="9217"/>
                        <a:pt x="2420" y="4550"/>
                      </a:cubicBezTo>
                      <a:cubicBezTo>
                        <a:pt x="2801" y="3216"/>
                        <a:pt x="3182" y="1883"/>
                        <a:pt x="4230" y="930"/>
                      </a:cubicBezTo>
                      <a:cubicBezTo>
                        <a:pt x="5659" y="-308"/>
                        <a:pt x="7754" y="-213"/>
                        <a:pt x="9374" y="645"/>
                      </a:cubicBezTo>
                      <a:cubicBezTo>
                        <a:pt x="10993" y="1502"/>
                        <a:pt x="12136" y="3026"/>
                        <a:pt x="13088" y="4645"/>
                      </a:cubicBezTo>
                      <a:cubicBezTo>
                        <a:pt x="15660" y="8931"/>
                        <a:pt x="16993" y="13694"/>
                        <a:pt x="18613" y="18361"/>
                      </a:cubicBezTo>
                      <a:cubicBezTo>
                        <a:pt x="27661" y="44364"/>
                        <a:pt x="44521" y="66557"/>
                        <a:pt x="60523" y="88655"/>
                      </a:cubicBezTo>
                      <a:cubicBezTo>
                        <a:pt x="68524" y="99705"/>
                        <a:pt x="76429" y="110944"/>
                        <a:pt x="83192" y="122850"/>
                      </a:cubicBezTo>
                      <a:cubicBezTo>
                        <a:pt x="85383" y="126755"/>
                        <a:pt x="85193" y="130661"/>
                        <a:pt x="79573" y="127803"/>
                      </a:cubicBezTo>
                      <a:cubicBezTo>
                        <a:pt x="75096" y="125517"/>
                        <a:pt x="72143" y="116849"/>
                        <a:pt x="69571" y="112658"/>
                      </a:cubicBezTo>
                      <a:cubicBezTo>
                        <a:pt x="61380" y="99705"/>
                        <a:pt x="52141" y="87322"/>
                        <a:pt x="41949" y="75892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859" name="Forme libre : forme 2858">
                <a:extLst>
                  <a:ext uri="{FF2B5EF4-FFF2-40B4-BE49-F238E27FC236}">
                    <a16:creationId xmlns:a16="http://schemas.microsoft.com/office/drawing/2014/main" id="{A41150C0-2EC3-4316-952D-D933E8056493}"/>
                  </a:ext>
                </a:extLst>
              </p:cNvPr>
              <p:cNvSpPr/>
              <p:nvPr/>
            </p:nvSpPr>
            <p:spPr>
              <a:xfrm>
                <a:off x="6960869" y="4808675"/>
                <a:ext cx="102741" cy="72828"/>
              </a:xfrm>
              <a:custGeom>
                <a:avLst/>
                <a:gdLst>
                  <a:gd name="connsiteX0" fmla="*/ 62865 w 102741"/>
                  <a:gd name="connsiteY0" fmla="*/ 27072 h 72828"/>
                  <a:gd name="connsiteX1" fmla="*/ 10668 w 102741"/>
                  <a:gd name="connsiteY1" fmla="*/ 1735 h 72828"/>
                  <a:gd name="connsiteX2" fmla="*/ 0 w 102741"/>
                  <a:gd name="connsiteY2" fmla="*/ 973 h 72828"/>
                  <a:gd name="connsiteX3" fmla="*/ 18955 w 102741"/>
                  <a:gd name="connsiteY3" fmla="*/ 15547 h 72828"/>
                  <a:gd name="connsiteX4" fmla="*/ 40577 w 102741"/>
                  <a:gd name="connsiteY4" fmla="*/ 33073 h 72828"/>
                  <a:gd name="connsiteX5" fmla="*/ 83820 w 102741"/>
                  <a:gd name="connsiteY5" fmla="*/ 69649 h 72828"/>
                  <a:gd name="connsiteX6" fmla="*/ 102204 w 102741"/>
                  <a:gd name="connsiteY6" fmla="*/ 66505 h 72828"/>
                  <a:gd name="connsiteX7" fmla="*/ 91250 w 102741"/>
                  <a:gd name="connsiteY7" fmla="*/ 45074 h 72828"/>
                  <a:gd name="connsiteX8" fmla="*/ 62865 w 102741"/>
                  <a:gd name="connsiteY8" fmla="*/ 27072 h 72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741" h="72828">
                    <a:moveTo>
                      <a:pt x="62865" y="27072"/>
                    </a:moveTo>
                    <a:cubicBezTo>
                      <a:pt x="45720" y="18023"/>
                      <a:pt x="28575" y="9069"/>
                      <a:pt x="10668" y="1735"/>
                    </a:cubicBezTo>
                    <a:cubicBezTo>
                      <a:pt x="7239" y="307"/>
                      <a:pt x="3143" y="-932"/>
                      <a:pt x="0" y="973"/>
                    </a:cubicBezTo>
                    <a:cubicBezTo>
                      <a:pt x="6287" y="5831"/>
                      <a:pt x="12668" y="10689"/>
                      <a:pt x="18955" y="15547"/>
                    </a:cubicBezTo>
                    <a:cubicBezTo>
                      <a:pt x="26289" y="21166"/>
                      <a:pt x="33719" y="26881"/>
                      <a:pt x="40577" y="33073"/>
                    </a:cubicBezTo>
                    <a:cubicBezTo>
                      <a:pt x="54483" y="45646"/>
                      <a:pt x="66770" y="60981"/>
                      <a:pt x="83820" y="69649"/>
                    </a:cubicBezTo>
                    <a:cubicBezTo>
                      <a:pt x="90392" y="72982"/>
                      <a:pt x="99346" y="75840"/>
                      <a:pt x="102204" y="66505"/>
                    </a:cubicBezTo>
                    <a:cubicBezTo>
                      <a:pt x="104870" y="57838"/>
                      <a:pt x="97060" y="50217"/>
                      <a:pt x="91250" y="45074"/>
                    </a:cubicBezTo>
                    <a:cubicBezTo>
                      <a:pt x="82772" y="37644"/>
                      <a:pt x="72771" y="32310"/>
                      <a:pt x="62865" y="27072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60" name="Forme libre : forme 2859">
                <a:extLst>
                  <a:ext uri="{FF2B5EF4-FFF2-40B4-BE49-F238E27FC236}">
                    <a16:creationId xmlns:a16="http://schemas.microsoft.com/office/drawing/2014/main" id="{21F0C92C-C3F1-4064-99C4-EDDF13B2E4AA}"/>
                  </a:ext>
                </a:extLst>
              </p:cNvPr>
              <p:cNvSpPr/>
              <p:nvPr/>
            </p:nvSpPr>
            <p:spPr>
              <a:xfrm>
                <a:off x="6955376" y="4936142"/>
                <a:ext cx="39503" cy="47484"/>
              </a:xfrm>
              <a:custGeom>
                <a:avLst/>
                <a:gdLst>
                  <a:gd name="connsiteX0" fmla="*/ 5684 w 39503"/>
                  <a:gd name="connsiteY0" fmla="*/ 1236 h 47484"/>
                  <a:gd name="connsiteX1" fmla="*/ 255 w 39503"/>
                  <a:gd name="connsiteY1" fmla="*/ 1045 h 47484"/>
                  <a:gd name="connsiteX2" fmla="*/ 350 w 39503"/>
                  <a:gd name="connsiteY2" fmla="*/ 3998 h 47484"/>
                  <a:gd name="connsiteX3" fmla="*/ 35593 w 39503"/>
                  <a:gd name="connsiteY3" fmla="*/ 46003 h 47484"/>
                  <a:gd name="connsiteX4" fmla="*/ 5684 w 39503"/>
                  <a:gd name="connsiteY4" fmla="*/ 1236 h 47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503" h="47484">
                    <a:moveTo>
                      <a:pt x="5684" y="1236"/>
                    </a:moveTo>
                    <a:cubicBezTo>
                      <a:pt x="3970" y="93"/>
                      <a:pt x="1207" y="-764"/>
                      <a:pt x="255" y="1045"/>
                    </a:cubicBezTo>
                    <a:cubicBezTo>
                      <a:pt x="-221" y="1903"/>
                      <a:pt x="64" y="3046"/>
                      <a:pt x="350" y="3998"/>
                    </a:cubicBezTo>
                    <a:cubicBezTo>
                      <a:pt x="4446" y="16476"/>
                      <a:pt x="15304" y="55528"/>
                      <a:pt x="35593" y="46003"/>
                    </a:cubicBezTo>
                    <a:cubicBezTo>
                      <a:pt x="51785" y="38479"/>
                      <a:pt x="12923" y="5998"/>
                      <a:pt x="5684" y="1236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61" name="Forme libre : forme 2860">
                <a:extLst>
                  <a:ext uri="{FF2B5EF4-FFF2-40B4-BE49-F238E27FC236}">
                    <a16:creationId xmlns:a16="http://schemas.microsoft.com/office/drawing/2014/main" id="{9F53718B-1E67-4D87-AE79-3BABEA021ADB}"/>
                  </a:ext>
                </a:extLst>
              </p:cNvPr>
              <p:cNvSpPr/>
              <p:nvPr/>
            </p:nvSpPr>
            <p:spPr>
              <a:xfrm>
                <a:off x="6860697" y="4906740"/>
                <a:ext cx="25726" cy="81005"/>
              </a:xfrm>
              <a:custGeom>
                <a:avLst/>
                <a:gdLst>
                  <a:gd name="connsiteX0" fmla="*/ 22734 w 25726"/>
                  <a:gd name="connsiteY0" fmla="*/ 41686 h 81005"/>
                  <a:gd name="connsiteX1" fmla="*/ 12923 w 25726"/>
                  <a:gd name="connsiteY1" fmla="*/ 3396 h 81005"/>
                  <a:gd name="connsiteX2" fmla="*/ 9685 w 25726"/>
                  <a:gd name="connsiteY2" fmla="*/ 158 h 81005"/>
                  <a:gd name="connsiteX3" fmla="*/ 4636 w 25726"/>
                  <a:gd name="connsiteY3" fmla="*/ 2253 h 81005"/>
                  <a:gd name="connsiteX4" fmla="*/ 2922 w 25726"/>
                  <a:gd name="connsiteY4" fmla="*/ 7777 h 81005"/>
                  <a:gd name="connsiteX5" fmla="*/ 7875 w 25726"/>
                  <a:gd name="connsiteY5" fmla="*/ 73500 h 81005"/>
                  <a:gd name="connsiteX6" fmla="*/ 22639 w 25726"/>
                  <a:gd name="connsiteY6" fmla="*/ 78548 h 81005"/>
                  <a:gd name="connsiteX7" fmla="*/ 22734 w 25726"/>
                  <a:gd name="connsiteY7" fmla="*/ 41686 h 81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26" h="81005">
                    <a:moveTo>
                      <a:pt x="22734" y="41686"/>
                    </a:moveTo>
                    <a:cubicBezTo>
                      <a:pt x="21400" y="28447"/>
                      <a:pt x="19400" y="14921"/>
                      <a:pt x="12923" y="3396"/>
                    </a:cubicBezTo>
                    <a:cubicBezTo>
                      <a:pt x="12161" y="2062"/>
                      <a:pt x="11209" y="634"/>
                      <a:pt x="9685" y="158"/>
                    </a:cubicBezTo>
                    <a:cubicBezTo>
                      <a:pt x="7875" y="-414"/>
                      <a:pt x="5780" y="634"/>
                      <a:pt x="4636" y="2253"/>
                    </a:cubicBezTo>
                    <a:cubicBezTo>
                      <a:pt x="3589" y="3872"/>
                      <a:pt x="3208" y="5873"/>
                      <a:pt x="2922" y="7777"/>
                    </a:cubicBezTo>
                    <a:cubicBezTo>
                      <a:pt x="255" y="26923"/>
                      <a:pt x="-3841" y="56641"/>
                      <a:pt x="7875" y="73500"/>
                    </a:cubicBezTo>
                    <a:cubicBezTo>
                      <a:pt x="11209" y="78262"/>
                      <a:pt x="17495" y="84549"/>
                      <a:pt x="22639" y="78548"/>
                    </a:cubicBezTo>
                    <a:cubicBezTo>
                      <a:pt x="29020" y="71119"/>
                      <a:pt x="23686" y="50545"/>
                      <a:pt x="22734" y="41686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62" name="Forme libre : forme 2861">
                <a:extLst>
                  <a:ext uri="{FF2B5EF4-FFF2-40B4-BE49-F238E27FC236}">
                    <a16:creationId xmlns:a16="http://schemas.microsoft.com/office/drawing/2014/main" id="{1DDAE91E-E911-4AFD-92EB-D379EE310EF1}"/>
                  </a:ext>
                </a:extLst>
              </p:cNvPr>
              <p:cNvSpPr/>
              <p:nvPr/>
            </p:nvSpPr>
            <p:spPr>
              <a:xfrm>
                <a:off x="6831425" y="4724113"/>
                <a:ext cx="115538" cy="129920"/>
              </a:xfrm>
              <a:custGeom>
                <a:avLst/>
                <a:gdLst>
                  <a:gd name="connsiteX0" fmla="*/ 65437 w 115538"/>
                  <a:gd name="connsiteY0" fmla="*/ 77914 h 129920"/>
                  <a:gd name="connsiteX1" fmla="*/ 68580 w 115538"/>
                  <a:gd name="connsiteY1" fmla="*/ 126587 h 129920"/>
                  <a:gd name="connsiteX2" fmla="*/ 56864 w 115538"/>
                  <a:gd name="connsiteY2" fmla="*/ 74200 h 129920"/>
                  <a:gd name="connsiteX3" fmla="*/ 26194 w 115538"/>
                  <a:gd name="connsiteY3" fmla="*/ 28861 h 129920"/>
                  <a:gd name="connsiteX4" fmla="*/ 0 w 115538"/>
                  <a:gd name="connsiteY4" fmla="*/ 0 h 129920"/>
                  <a:gd name="connsiteX5" fmla="*/ 72200 w 115538"/>
                  <a:gd name="connsiteY5" fmla="*/ 74486 h 129920"/>
                  <a:gd name="connsiteX6" fmla="*/ 105061 w 115538"/>
                  <a:gd name="connsiteY6" fmla="*/ 116300 h 129920"/>
                  <a:gd name="connsiteX7" fmla="*/ 115538 w 115538"/>
                  <a:gd name="connsiteY7" fmla="*/ 129921 h 129920"/>
                  <a:gd name="connsiteX8" fmla="*/ 106109 w 115538"/>
                  <a:gd name="connsiteY8" fmla="*/ 121063 h 129920"/>
                  <a:gd name="connsiteX9" fmla="*/ 93345 w 115538"/>
                  <a:gd name="connsiteY9" fmla="*/ 106204 h 129920"/>
                  <a:gd name="connsiteX10" fmla="*/ 65437 w 115538"/>
                  <a:gd name="connsiteY10" fmla="*/ 77914 h 129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5538" h="129920">
                    <a:moveTo>
                      <a:pt x="65437" y="77914"/>
                    </a:moveTo>
                    <a:cubicBezTo>
                      <a:pt x="64103" y="94202"/>
                      <a:pt x="65151" y="110585"/>
                      <a:pt x="68580" y="126587"/>
                    </a:cubicBezTo>
                    <a:cubicBezTo>
                      <a:pt x="60674" y="110490"/>
                      <a:pt x="62294" y="91345"/>
                      <a:pt x="56864" y="74200"/>
                    </a:cubicBezTo>
                    <a:cubicBezTo>
                      <a:pt x="51245" y="56674"/>
                      <a:pt x="38481" y="42481"/>
                      <a:pt x="26194" y="28861"/>
                    </a:cubicBezTo>
                    <a:cubicBezTo>
                      <a:pt x="17431" y="19240"/>
                      <a:pt x="8763" y="9620"/>
                      <a:pt x="0" y="0"/>
                    </a:cubicBezTo>
                    <a:cubicBezTo>
                      <a:pt x="26861" y="21907"/>
                      <a:pt x="50292" y="47625"/>
                      <a:pt x="72200" y="74486"/>
                    </a:cubicBezTo>
                    <a:cubicBezTo>
                      <a:pt x="83439" y="88202"/>
                      <a:pt x="94202" y="102298"/>
                      <a:pt x="105061" y="116300"/>
                    </a:cubicBezTo>
                    <a:cubicBezTo>
                      <a:pt x="108490" y="120872"/>
                      <a:pt x="112300" y="125254"/>
                      <a:pt x="115538" y="129921"/>
                    </a:cubicBezTo>
                    <a:cubicBezTo>
                      <a:pt x="111062" y="128111"/>
                      <a:pt x="109061" y="124682"/>
                      <a:pt x="106109" y="121063"/>
                    </a:cubicBezTo>
                    <a:cubicBezTo>
                      <a:pt x="102013" y="116014"/>
                      <a:pt x="97727" y="111062"/>
                      <a:pt x="93345" y="106204"/>
                    </a:cubicBezTo>
                    <a:cubicBezTo>
                      <a:pt x="84392" y="96393"/>
                      <a:pt x="75057" y="86868"/>
                      <a:pt x="65437" y="77914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863" name="Graphique 11">
              <a:extLst>
                <a:ext uri="{FF2B5EF4-FFF2-40B4-BE49-F238E27FC236}">
                  <a16:creationId xmlns:a16="http://schemas.microsoft.com/office/drawing/2014/main" id="{0FB4060A-F7EB-44B9-9F70-7BE91B88134D}"/>
                </a:ext>
              </a:extLst>
            </p:cNvPr>
            <p:cNvGrpSpPr/>
            <p:nvPr/>
          </p:nvGrpSpPr>
          <p:grpSpPr>
            <a:xfrm>
              <a:off x="7036564" y="2308861"/>
              <a:ext cx="808720" cy="608222"/>
              <a:chOff x="7036564" y="2308861"/>
              <a:chExt cx="808720" cy="608222"/>
            </a:xfrm>
            <a:solidFill>
              <a:schemeClr val="accent1"/>
            </a:solidFill>
          </p:grpSpPr>
          <p:grpSp>
            <p:nvGrpSpPr>
              <p:cNvPr id="2864" name="Graphique 11">
                <a:extLst>
                  <a:ext uri="{FF2B5EF4-FFF2-40B4-BE49-F238E27FC236}">
                    <a16:creationId xmlns:a16="http://schemas.microsoft.com/office/drawing/2014/main" id="{B18628FA-85FB-41E7-BB06-1FEA15DBAB0C}"/>
                  </a:ext>
                </a:extLst>
              </p:cNvPr>
              <p:cNvGrpSpPr/>
              <p:nvPr/>
            </p:nvGrpSpPr>
            <p:grpSpPr>
              <a:xfrm>
                <a:off x="7036564" y="2308861"/>
                <a:ext cx="808720" cy="608222"/>
                <a:chOff x="7036564" y="2308861"/>
                <a:chExt cx="808720" cy="608222"/>
              </a:xfrm>
              <a:solidFill>
                <a:schemeClr val="accent1"/>
              </a:solidFill>
            </p:grpSpPr>
            <p:sp>
              <p:nvSpPr>
                <p:cNvPr id="2865" name="Forme libre : forme 2864">
                  <a:extLst>
                    <a:ext uri="{FF2B5EF4-FFF2-40B4-BE49-F238E27FC236}">
                      <a16:creationId xmlns:a16="http://schemas.microsoft.com/office/drawing/2014/main" id="{743E4F24-9537-4A61-A3D6-C3A5604C4B86}"/>
                    </a:ext>
                  </a:extLst>
                </p:cNvPr>
                <p:cNvSpPr/>
                <p:nvPr/>
              </p:nvSpPr>
              <p:spPr>
                <a:xfrm>
                  <a:off x="7036564" y="2358865"/>
                  <a:ext cx="724500" cy="558217"/>
                </a:xfrm>
                <a:custGeom>
                  <a:avLst/>
                  <a:gdLst>
                    <a:gd name="connsiteX0" fmla="*/ 540764 w 724500"/>
                    <a:gd name="connsiteY0" fmla="*/ 0 h 558217"/>
                    <a:gd name="connsiteX1" fmla="*/ 441228 w 724500"/>
                    <a:gd name="connsiteY1" fmla="*/ 136303 h 558217"/>
                    <a:gd name="connsiteX2" fmla="*/ 301591 w 724500"/>
                    <a:gd name="connsiteY2" fmla="*/ 289084 h 558217"/>
                    <a:gd name="connsiteX3" fmla="*/ 63466 w 724500"/>
                    <a:gd name="connsiteY3" fmla="*/ 430911 h 558217"/>
                    <a:gd name="connsiteX4" fmla="*/ 4030 w 724500"/>
                    <a:gd name="connsiteY4" fmla="*/ 456152 h 558217"/>
                    <a:gd name="connsiteX5" fmla="*/ 50322 w 724500"/>
                    <a:gd name="connsiteY5" fmla="*/ 489204 h 558217"/>
                    <a:gd name="connsiteX6" fmla="*/ 55941 w 724500"/>
                    <a:gd name="connsiteY6" fmla="*/ 499015 h 558217"/>
                    <a:gd name="connsiteX7" fmla="*/ 61561 w 724500"/>
                    <a:gd name="connsiteY7" fmla="*/ 555593 h 558217"/>
                    <a:gd name="connsiteX8" fmla="*/ 113091 w 724500"/>
                    <a:gd name="connsiteY8" fmla="*/ 516636 h 558217"/>
                    <a:gd name="connsiteX9" fmla="*/ 354645 w 724500"/>
                    <a:gd name="connsiteY9" fmla="*/ 380810 h 558217"/>
                    <a:gd name="connsiteX10" fmla="*/ 556766 w 724500"/>
                    <a:gd name="connsiteY10" fmla="*/ 335852 h 558217"/>
                    <a:gd name="connsiteX11" fmla="*/ 724501 w 724500"/>
                    <a:gd name="connsiteY11" fmla="*/ 317468 h 558217"/>
                    <a:gd name="connsiteX12" fmla="*/ 690592 w 724500"/>
                    <a:gd name="connsiteY12" fmla="*/ 127064 h 558217"/>
                    <a:gd name="connsiteX13" fmla="*/ 540764 w 724500"/>
                    <a:gd name="connsiteY13" fmla="*/ 0 h 55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24500" h="558217">
                      <a:moveTo>
                        <a:pt x="540764" y="0"/>
                      </a:moveTo>
                      <a:cubicBezTo>
                        <a:pt x="540764" y="0"/>
                        <a:pt x="497806" y="41624"/>
                        <a:pt x="441228" y="136303"/>
                      </a:cubicBezTo>
                      <a:cubicBezTo>
                        <a:pt x="384649" y="230981"/>
                        <a:pt x="365790" y="249460"/>
                        <a:pt x="301591" y="289084"/>
                      </a:cubicBezTo>
                      <a:cubicBezTo>
                        <a:pt x="237297" y="328708"/>
                        <a:pt x="77277" y="423196"/>
                        <a:pt x="63466" y="430911"/>
                      </a:cubicBezTo>
                      <a:cubicBezTo>
                        <a:pt x="49655" y="438626"/>
                        <a:pt x="20222" y="457486"/>
                        <a:pt x="4030" y="456152"/>
                      </a:cubicBezTo>
                      <a:cubicBezTo>
                        <a:pt x="-12163" y="454819"/>
                        <a:pt x="23937" y="493681"/>
                        <a:pt x="50322" y="489204"/>
                      </a:cubicBezTo>
                      <a:lnTo>
                        <a:pt x="55941" y="499015"/>
                      </a:lnTo>
                      <a:cubicBezTo>
                        <a:pt x="38892" y="519589"/>
                        <a:pt x="54512" y="570262"/>
                        <a:pt x="61561" y="555593"/>
                      </a:cubicBezTo>
                      <a:cubicBezTo>
                        <a:pt x="68610" y="540830"/>
                        <a:pt x="99566" y="524732"/>
                        <a:pt x="113091" y="516636"/>
                      </a:cubicBezTo>
                      <a:cubicBezTo>
                        <a:pt x="126712" y="508445"/>
                        <a:pt x="288256" y="416814"/>
                        <a:pt x="354645" y="380810"/>
                      </a:cubicBezTo>
                      <a:cubicBezTo>
                        <a:pt x="421035" y="344805"/>
                        <a:pt x="446466" y="337757"/>
                        <a:pt x="556766" y="335852"/>
                      </a:cubicBezTo>
                      <a:cubicBezTo>
                        <a:pt x="667066" y="333947"/>
                        <a:pt x="724501" y="317468"/>
                        <a:pt x="724501" y="317468"/>
                      </a:cubicBezTo>
                      <a:lnTo>
                        <a:pt x="690592" y="127064"/>
                      </a:lnTo>
                      <a:lnTo>
                        <a:pt x="540764" y="0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866" name="Graphique 11">
                  <a:extLst>
                    <a:ext uri="{FF2B5EF4-FFF2-40B4-BE49-F238E27FC236}">
                      <a16:creationId xmlns:a16="http://schemas.microsoft.com/office/drawing/2014/main" id="{B162954D-1D37-47BD-BEF9-93412C86C63C}"/>
                    </a:ext>
                  </a:extLst>
                </p:cNvPr>
                <p:cNvGrpSpPr/>
                <p:nvPr/>
              </p:nvGrpSpPr>
              <p:grpSpPr>
                <a:xfrm>
                  <a:off x="7631717" y="2387826"/>
                  <a:ext cx="197066" cy="188176"/>
                  <a:chOff x="7631717" y="2387826"/>
                  <a:chExt cx="197066" cy="188176"/>
                </a:xfrm>
                <a:solidFill>
                  <a:schemeClr val="accent1"/>
                </a:solidFill>
              </p:grpSpPr>
              <p:sp>
                <p:nvSpPr>
                  <p:cNvPr id="2867" name="Forme libre : forme 2866">
                    <a:extLst>
                      <a:ext uri="{FF2B5EF4-FFF2-40B4-BE49-F238E27FC236}">
                        <a16:creationId xmlns:a16="http://schemas.microsoft.com/office/drawing/2014/main" id="{BD762DEA-2346-4BEB-A52A-76E73CD84E17}"/>
                      </a:ext>
                    </a:extLst>
                  </p:cNvPr>
                  <p:cNvSpPr/>
                  <p:nvPr/>
                </p:nvSpPr>
                <p:spPr>
                  <a:xfrm rot="-1803583">
                    <a:off x="7653669" y="2417526"/>
                    <a:ext cx="153161" cy="128777"/>
                  </a:xfrm>
                  <a:custGeom>
                    <a:avLst/>
                    <a:gdLst>
                      <a:gd name="connsiteX0" fmla="*/ 153161 w 153161"/>
                      <a:gd name="connsiteY0" fmla="*/ 64389 h 128777"/>
                      <a:gd name="connsiteX1" fmla="*/ 76581 w 153161"/>
                      <a:gd name="connsiteY1" fmla="*/ 128777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1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1" y="64389"/>
                        </a:moveTo>
                        <a:cubicBezTo>
                          <a:pt x="153161" y="99950"/>
                          <a:pt x="118875" y="128777"/>
                          <a:pt x="76581" y="128777"/>
                        </a:cubicBezTo>
                        <a:cubicBezTo>
                          <a:pt x="34286" y="128777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1" y="28828"/>
                          <a:pt x="153161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68" name="Forme libre : forme 2867">
                    <a:extLst>
                      <a:ext uri="{FF2B5EF4-FFF2-40B4-BE49-F238E27FC236}">
                        <a16:creationId xmlns:a16="http://schemas.microsoft.com/office/drawing/2014/main" id="{57794358-1EB8-47D5-A071-D5B355CB85E8}"/>
                      </a:ext>
                    </a:extLst>
                  </p:cNvPr>
                  <p:cNvSpPr/>
                  <p:nvPr/>
                </p:nvSpPr>
                <p:spPr>
                  <a:xfrm>
                    <a:off x="7656560" y="2432589"/>
                    <a:ext cx="131746" cy="116952"/>
                  </a:xfrm>
                  <a:custGeom>
                    <a:avLst/>
                    <a:gdLst>
                      <a:gd name="connsiteX0" fmla="*/ 131746 w 131746"/>
                      <a:gd name="connsiteY0" fmla="*/ 82582 h 116952"/>
                      <a:gd name="connsiteX1" fmla="*/ 122221 w 131746"/>
                      <a:gd name="connsiteY1" fmla="*/ 88963 h 116952"/>
                      <a:gd name="connsiteX2" fmla="*/ 23733 w 131746"/>
                      <a:gd name="connsiteY2" fmla="*/ 71533 h 116952"/>
                      <a:gd name="connsiteX3" fmla="*/ 31924 w 131746"/>
                      <a:gd name="connsiteY3" fmla="*/ 0 h 116952"/>
                      <a:gd name="connsiteX4" fmla="*/ 7445 w 131746"/>
                      <a:gd name="connsiteY4" fmla="*/ 87630 h 116952"/>
                      <a:gd name="connsiteX5" fmla="*/ 105934 w 131746"/>
                      <a:gd name="connsiteY5" fmla="*/ 105061 h 116952"/>
                      <a:gd name="connsiteX6" fmla="*/ 131746 w 131746"/>
                      <a:gd name="connsiteY6" fmla="*/ 82582 h 116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746" h="116952">
                        <a:moveTo>
                          <a:pt x="131746" y="82582"/>
                        </a:moveTo>
                        <a:cubicBezTo>
                          <a:pt x="128793" y="84868"/>
                          <a:pt x="125650" y="87058"/>
                          <a:pt x="122221" y="88963"/>
                        </a:cubicBezTo>
                        <a:cubicBezTo>
                          <a:pt x="85645" y="110109"/>
                          <a:pt x="41735" y="102203"/>
                          <a:pt x="23733" y="71533"/>
                        </a:cubicBezTo>
                        <a:cubicBezTo>
                          <a:pt x="9635" y="47530"/>
                          <a:pt x="14017" y="16954"/>
                          <a:pt x="31924" y="0"/>
                        </a:cubicBezTo>
                        <a:cubicBezTo>
                          <a:pt x="2397" y="22479"/>
                          <a:pt x="-8748" y="59722"/>
                          <a:pt x="7445" y="87630"/>
                        </a:cubicBezTo>
                        <a:cubicBezTo>
                          <a:pt x="25257" y="118396"/>
                          <a:pt x="69357" y="126206"/>
                          <a:pt x="105934" y="105061"/>
                        </a:cubicBezTo>
                        <a:cubicBezTo>
                          <a:pt x="116506" y="99060"/>
                          <a:pt x="125078" y="91250"/>
                          <a:pt x="131746" y="8258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69" name="Forme libre : forme 2868">
                    <a:extLst>
                      <a:ext uri="{FF2B5EF4-FFF2-40B4-BE49-F238E27FC236}">
                        <a16:creationId xmlns:a16="http://schemas.microsoft.com/office/drawing/2014/main" id="{4C54655A-7436-4F57-B443-41F653943139}"/>
                      </a:ext>
                    </a:extLst>
                  </p:cNvPr>
                  <p:cNvSpPr/>
                  <p:nvPr/>
                </p:nvSpPr>
                <p:spPr>
                  <a:xfrm rot="-522470">
                    <a:off x="7707821" y="2420484"/>
                    <a:ext cx="74868" cy="59247"/>
                  </a:xfrm>
                  <a:custGeom>
                    <a:avLst/>
                    <a:gdLst>
                      <a:gd name="connsiteX0" fmla="*/ 74869 w 74868"/>
                      <a:gd name="connsiteY0" fmla="*/ 29624 h 59247"/>
                      <a:gd name="connsiteX1" fmla="*/ 37434 w 74868"/>
                      <a:gd name="connsiteY1" fmla="*/ 59247 h 59247"/>
                      <a:gd name="connsiteX2" fmla="*/ 0 w 74868"/>
                      <a:gd name="connsiteY2" fmla="*/ 29624 h 59247"/>
                      <a:gd name="connsiteX3" fmla="*/ 37434 w 74868"/>
                      <a:gd name="connsiteY3" fmla="*/ 0 h 59247"/>
                      <a:gd name="connsiteX4" fmla="*/ 74869 w 74868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8" h="59247">
                        <a:moveTo>
                          <a:pt x="74869" y="29624"/>
                        </a:moveTo>
                        <a:cubicBezTo>
                          <a:pt x="74869" y="45984"/>
                          <a:pt x="58109" y="59247"/>
                          <a:pt x="37434" y="59247"/>
                        </a:cubicBezTo>
                        <a:cubicBezTo>
                          <a:pt x="16760" y="59247"/>
                          <a:pt x="0" y="45984"/>
                          <a:pt x="0" y="29624"/>
                        </a:cubicBezTo>
                        <a:cubicBezTo>
                          <a:pt x="0" y="13263"/>
                          <a:pt x="16760" y="0"/>
                          <a:pt x="37434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70" name="Forme libre : forme 2869">
                    <a:extLst>
                      <a:ext uri="{FF2B5EF4-FFF2-40B4-BE49-F238E27FC236}">
                        <a16:creationId xmlns:a16="http://schemas.microsoft.com/office/drawing/2014/main" id="{26804B7C-CD6B-4267-8765-2A51A313B288}"/>
                      </a:ext>
                    </a:extLst>
                  </p:cNvPr>
                  <p:cNvSpPr/>
                  <p:nvPr/>
                </p:nvSpPr>
                <p:spPr>
                  <a:xfrm>
                    <a:off x="7771447" y="2446876"/>
                    <a:ext cx="17907" cy="17906"/>
                  </a:xfrm>
                  <a:custGeom>
                    <a:avLst/>
                    <a:gdLst>
                      <a:gd name="connsiteX0" fmla="*/ 17907 w 17907"/>
                      <a:gd name="connsiteY0" fmla="*/ 8954 h 17906"/>
                      <a:gd name="connsiteX1" fmla="*/ 8954 w 17907"/>
                      <a:gd name="connsiteY1" fmla="*/ 17907 h 17906"/>
                      <a:gd name="connsiteX2" fmla="*/ 0 w 17907"/>
                      <a:gd name="connsiteY2" fmla="*/ 8954 h 17906"/>
                      <a:gd name="connsiteX3" fmla="*/ 8954 w 17907"/>
                      <a:gd name="connsiteY3" fmla="*/ 0 h 17906"/>
                      <a:gd name="connsiteX4" fmla="*/ 17907 w 17907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7" h="17906">
                        <a:moveTo>
                          <a:pt x="17907" y="8954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9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871" name="Graphique 11">
                  <a:extLst>
                    <a:ext uri="{FF2B5EF4-FFF2-40B4-BE49-F238E27FC236}">
                      <a16:creationId xmlns:a16="http://schemas.microsoft.com/office/drawing/2014/main" id="{576B8FF9-1C6C-46AA-951C-9A5FC3BE9F0C}"/>
                    </a:ext>
                  </a:extLst>
                </p:cNvPr>
                <p:cNvGrpSpPr/>
                <p:nvPr/>
              </p:nvGrpSpPr>
              <p:grpSpPr>
                <a:xfrm>
                  <a:off x="7526857" y="2308861"/>
                  <a:ext cx="197066" cy="188176"/>
                  <a:chOff x="7526857" y="2308861"/>
                  <a:chExt cx="197066" cy="188176"/>
                </a:xfrm>
                <a:solidFill>
                  <a:schemeClr val="accent1"/>
                </a:solidFill>
              </p:grpSpPr>
              <p:sp>
                <p:nvSpPr>
                  <p:cNvPr id="2872" name="Forme libre : forme 2871">
                    <a:extLst>
                      <a:ext uri="{FF2B5EF4-FFF2-40B4-BE49-F238E27FC236}">
                        <a16:creationId xmlns:a16="http://schemas.microsoft.com/office/drawing/2014/main" id="{709C94A1-5A2C-48C5-968D-272BE6629D9A}"/>
                      </a:ext>
                    </a:extLst>
                  </p:cNvPr>
                  <p:cNvSpPr/>
                  <p:nvPr/>
                </p:nvSpPr>
                <p:spPr>
                  <a:xfrm rot="-1803583">
                    <a:off x="7548809" y="2338560"/>
                    <a:ext cx="153161" cy="128777"/>
                  </a:xfrm>
                  <a:custGeom>
                    <a:avLst/>
                    <a:gdLst>
                      <a:gd name="connsiteX0" fmla="*/ 153161 w 153161"/>
                      <a:gd name="connsiteY0" fmla="*/ 64389 h 128777"/>
                      <a:gd name="connsiteX1" fmla="*/ 76581 w 153161"/>
                      <a:gd name="connsiteY1" fmla="*/ 128777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1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1" y="64389"/>
                        </a:moveTo>
                        <a:cubicBezTo>
                          <a:pt x="153161" y="99950"/>
                          <a:pt x="118875" y="128777"/>
                          <a:pt x="76581" y="128777"/>
                        </a:cubicBezTo>
                        <a:cubicBezTo>
                          <a:pt x="34286" y="128777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1" y="28828"/>
                          <a:pt x="153161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73" name="Forme libre : forme 2872">
                    <a:extLst>
                      <a:ext uri="{FF2B5EF4-FFF2-40B4-BE49-F238E27FC236}">
                        <a16:creationId xmlns:a16="http://schemas.microsoft.com/office/drawing/2014/main" id="{08A68B55-E276-43DC-AFFC-8B1A8999D82A}"/>
                      </a:ext>
                    </a:extLst>
                  </p:cNvPr>
                  <p:cNvSpPr/>
                  <p:nvPr/>
                </p:nvSpPr>
                <p:spPr>
                  <a:xfrm>
                    <a:off x="7551690" y="2353627"/>
                    <a:ext cx="131746" cy="116952"/>
                  </a:xfrm>
                  <a:custGeom>
                    <a:avLst/>
                    <a:gdLst>
                      <a:gd name="connsiteX0" fmla="*/ 131746 w 131746"/>
                      <a:gd name="connsiteY0" fmla="*/ 82582 h 116952"/>
                      <a:gd name="connsiteX1" fmla="*/ 122221 w 131746"/>
                      <a:gd name="connsiteY1" fmla="*/ 88963 h 116952"/>
                      <a:gd name="connsiteX2" fmla="*/ 23733 w 131746"/>
                      <a:gd name="connsiteY2" fmla="*/ 71533 h 116952"/>
                      <a:gd name="connsiteX3" fmla="*/ 31924 w 131746"/>
                      <a:gd name="connsiteY3" fmla="*/ 0 h 116952"/>
                      <a:gd name="connsiteX4" fmla="*/ 7445 w 131746"/>
                      <a:gd name="connsiteY4" fmla="*/ 87630 h 116952"/>
                      <a:gd name="connsiteX5" fmla="*/ 105934 w 131746"/>
                      <a:gd name="connsiteY5" fmla="*/ 105061 h 116952"/>
                      <a:gd name="connsiteX6" fmla="*/ 131746 w 131746"/>
                      <a:gd name="connsiteY6" fmla="*/ 82582 h 116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746" h="116952">
                        <a:moveTo>
                          <a:pt x="131746" y="82582"/>
                        </a:moveTo>
                        <a:cubicBezTo>
                          <a:pt x="128793" y="84868"/>
                          <a:pt x="125650" y="87058"/>
                          <a:pt x="122221" y="88963"/>
                        </a:cubicBezTo>
                        <a:cubicBezTo>
                          <a:pt x="85645" y="110109"/>
                          <a:pt x="41735" y="102203"/>
                          <a:pt x="23733" y="71533"/>
                        </a:cubicBezTo>
                        <a:cubicBezTo>
                          <a:pt x="9636" y="47530"/>
                          <a:pt x="14017" y="16954"/>
                          <a:pt x="31924" y="0"/>
                        </a:cubicBezTo>
                        <a:cubicBezTo>
                          <a:pt x="2397" y="22479"/>
                          <a:pt x="-8748" y="59722"/>
                          <a:pt x="7445" y="87630"/>
                        </a:cubicBezTo>
                        <a:cubicBezTo>
                          <a:pt x="25257" y="118396"/>
                          <a:pt x="69357" y="126206"/>
                          <a:pt x="105934" y="105061"/>
                        </a:cubicBezTo>
                        <a:cubicBezTo>
                          <a:pt x="116506" y="99060"/>
                          <a:pt x="125079" y="91249"/>
                          <a:pt x="131746" y="8258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74" name="Forme libre : forme 2873">
                    <a:extLst>
                      <a:ext uri="{FF2B5EF4-FFF2-40B4-BE49-F238E27FC236}">
                        <a16:creationId xmlns:a16="http://schemas.microsoft.com/office/drawing/2014/main" id="{8858F831-10E5-4E45-8B14-E7E94C9E38A9}"/>
                      </a:ext>
                    </a:extLst>
                  </p:cNvPr>
                  <p:cNvSpPr/>
                  <p:nvPr/>
                </p:nvSpPr>
                <p:spPr>
                  <a:xfrm rot="-522470">
                    <a:off x="7602854" y="2341538"/>
                    <a:ext cx="74868" cy="59247"/>
                  </a:xfrm>
                  <a:custGeom>
                    <a:avLst/>
                    <a:gdLst>
                      <a:gd name="connsiteX0" fmla="*/ 74868 w 74868"/>
                      <a:gd name="connsiteY0" fmla="*/ 29624 h 59247"/>
                      <a:gd name="connsiteX1" fmla="*/ 37434 w 74868"/>
                      <a:gd name="connsiteY1" fmla="*/ 59247 h 59247"/>
                      <a:gd name="connsiteX2" fmla="*/ 0 w 74868"/>
                      <a:gd name="connsiteY2" fmla="*/ 29624 h 59247"/>
                      <a:gd name="connsiteX3" fmla="*/ 37434 w 74868"/>
                      <a:gd name="connsiteY3" fmla="*/ 0 h 59247"/>
                      <a:gd name="connsiteX4" fmla="*/ 74868 w 74868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8" h="59247">
                        <a:moveTo>
                          <a:pt x="74868" y="29624"/>
                        </a:moveTo>
                        <a:cubicBezTo>
                          <a:pt x="74868" y="45984"/>
                          <a:pt x="58108" y="59247"/>
                          <a:pt x="37434" y="59247"/>
                        </a:cubicBezTo>
                        <a:cubicBezTo>
                          <a:pt x="16760" y="59247"/>
                          <a:pt x="0" y="45984"/>
                          <a:pt x="0" y="29624"/>
                        </a:cubicBezTo>
                        <a:cubicBezTo>
                          <a:pt x="0" y="13263"/>
                          <a:pt x="16760" y="0"/>
                          <a:pt x="37434" y="0"/>
                        </a:cubicBezTo>
                        <a:cubicBezTo>
                          <a:pt x="58108" y="0"/>
                          <a:pt x="74868" y="13263"/>
                          <a:pt x="74868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75" name="Forme libre : forme 2874">
                    <a:extLst>
                      <a:ext uri="{FF2B5EF4-FFF2-40B4-BE49-F238E27FC236}">
                        <a16:creationId xmlns:a16="http://schemas.microsoft.com/office/drawing/2014/main" id="{673021A0-8F4A-4E95-830C-38FA33D892C1}"/>
                      </a:ext>
                    </a:extLst>
                  </p:cNvPr>
                  <p:cNvSpPr/>
                  <p:nvPr/>
                </p:nvSpPr>
                <p:spPr>
                  <a:xfrm>
                    <a:off x="7666577" y="2367819"/>
                    <a:ext cx="17907" cy="17906"/>
                  </a:xfrm>
                  <a:custGeom>
                    <a:avLst/>
                    <a:gdLst>
                      <a:gd name="connsiteX0" fmla="*/ 17907 w 17907"/>
                      <a:gd name="connsiteY0" fmla="*/ 8953 h 17906"/>
                      <a:gd name="connsiteX1" fmla="*/ 8954 w 17907"/>
                      <a:gd name="connsiteY1" fmla="*/ 17907 h 17906"/>
                      <a:gd name="connsiteX2" fmla="*/ 0 w 17907"/>
                      <a:gd name="connsiteY2" fmla="*/ 8953 h 17906"/>
                      <a:gd name="connsiteX3" fmla="*/ 8954 w 17907"/>
                      <a:gd name="connsiteY3" fmla="*/ 0 h 17906"/>
                      <a:gd name="connsiteX4" fmla="*/ 17907 w 17907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7" h="17906">
                        <a:moveTo>
                          <a:pt x="17907" y="8953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9" y="0"/>
                          <a:pt x="17907" y="4009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876" name="Graphique 11">
                  <a:extLst>
                    <a:ext uri="{FF2B5EF4-FFF2-40B4-BE49-F238E27FC236}">
                      <a16:creationId xmlns:a16="http://schemas.microsoft.com/office/drawing/2014/main" id="{B68104D3-62B2-4C44-9020-CF15C9CB1639}"/>
                    </a:ext>
                  </a:extLst>
                </p:cNvPr>
                <p:cNvGrpSpPr/>
                <p:nvPr/>
              </p:nvGrpSpPr>
              <p:grpSpPr>
                <a:xfrm>
                  <a:off x="7648218" y="2518608"/>
                  <a:ext cx="197066" cy="188176"/>
                  <a:chOff x="7648218" y="2518608"/>
                  <a:chExt cx="197066" cy="188176"/>
                </a:xfrm>
                <a:solidFill>
                  <a:schemeClr val="accent1"/>
                </a:solidFill>
              </p:grpSpPr>
              <p:sp>
                <p:nvSpPr>
                  <p:cNvPr id="2877" name="Forme libre : forme 2876">
                    <a:extLst>
                      <a:ext uri="{FF2B5EF4-FFF2-40B4-BE49-F238E27FC236}">
                        <a16:creationId xmlns:a16="http://schemas.microsoft.com/office/drawing/2014/main" id="{1FA10FFC-F9B2-43DF-888B-F2CBD4CC9988}"/>
                      </a:ext>
                    </a:extLst>
                  </p:cNvPr>
                  <p:cNvSpPr/>
                  <p:nvPr/>
                </p:nvSpPr>
                <p:spPr>
                  <a:xfrm rot="-1803583">
                    <a:off x="7670170" y="2548308"/>
                    <a:ext cx="153161" cy="128777"/>
                  </a:xfrm>
                  <a:custGeom>
                    <a:avLst/>
                    <a:gdLst>
                      <a:gd name="connsiteX0" fmla="*/ 153161 w 153161"/>
                      <a:gd name="connsiteY0" fmla="*/ 64389 h 128777"/>
                      <a:gd name="connsiteX1" fmla="*/ 76581 w 153161"/>
                      <a:gd name="connsiteY1" fmla="*/ 128777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1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1" y="64389"/>
                        </a:moveTo>
                        <a:cubicBezTo>
                          <a:pt x="153161" y="99950"/>
                          <a:pt x="118875" y="128777"/>
                          <a:pt x="76581" y="128777"/>
                        </a:cubicBezTo>
                        <a:cubicBezTo>
                          <a:pt x="34286" y="128777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1" y="28828"/>
                          <a:pt x="153161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78" name="Forme libre : forme 2877">
                    <a:extLst>
                      <a:ext uri="{FF2B5EF4-FFF2-40B4-BE49-F238E27FC236}">
                        <a16:creationId xmlns:a16="http://schemas.microsoft.com/office/drawing/2014/main" id="{1D24F283-31AA-4D11-AFDC-46918CAC7896}"/>
                      </a:ext>
                    </a:extLst>
                  </p:cNvPr>
                  <p:cNvSpPr/>
                  <p:nvPr/>
                </p:nvSpPr>
                <p:spPr>
                  <a:xfrm>
                    <a:off x="7673133" y="2563367"/>
                    <a:ext cx="131746" cy="116952"/>
                  </a:xfrm>
                  <a:custGeom>
                    <a:avLst/>
                    <a:gdLst>
                      <a:gd name="connsiteX0" fmla="*/ 131746 w 131746"/>
                      <a:gd name="connsiteY0" fmla="*/ 82582 h 116952"/>
                      <a:gd name="connsiteX1" fmla="*/ 122221 w 131746"/>
                      <a:gd name="connsiteY1" fmla="*/ 88964 h 116952"/>
                      <a:gd name="connsiteX2" fmla="*/ 23733 w 131746"/>
                      <a:gd name="connsiteY2" fmla="*/ 71533 h 116952"/>
                      <a:gd name="connsiteX3" fmla="*/ 31924 w 131746"/>
                      <a:gd name="connsiteY3" fmla="*/ 0 h 116952"/>
                      <a:gd name="connsiteX4" fmla="*/ 7445 w 131746"/>
                      <a:gd name="connsiteY4" fmla="*/ 87630 h 116952"/>
                      <a:gd name="connsiteX5" fmla="*/ 105934 w 131746"/>
                      <a:gd name="connsiteY5" fmla="*/ 105061 h 116952"/>
                      <a:gd name="connsiteX6" fmla="*/ 131746 w 131746"/>
                      <a:gd name="connsiteY6" fmla="*/ 82582 h 116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746" h="116952">
                        <a:moveTo>
                          <a:pt x="131746" y="82582"/>
                        </a:moveTo>
                        <a:cubicBezTo>
                          <a:pt x="128793" y="84868"/>
                          <a:pt x="125650" y="87058"/>
                          <a:pt x="122221" y="88964"/>
                        </a:cubicBezTo>
                        <a:cubicBezTo>
                          <a:pt x="85645" y="110109"/>
                          <a:pt x="41735" y="102203"/>
                          <a:pt x="23733" y="71533"/>
                        </a:cubicBezTo>
                        <a:cubicBezTo>
                          <a:pt x="9636" y="47530"/>
                          <a:pt x="14017" y="16954"/>
                          <a:pt x="31924" y="0"/>
                        </a:cubicBezTo>
                        <a:cubicBezTo>
                          <a:pt x="2397" y="22479"/>
                          <a:pt x="-8748" y="59722"/>
                          <a:pt x="7445" y="87630"/>
                        </a:cubicBezTo>
                        <a:cubicBezTo>
                          <a:pt x="25257" y="118396"/>
                          <a:pt x="69357" y="126206"/>
                          <a:pt x="105934" y="105061"/>
                        </a:cubicBezTo>
                        <a:cubicBezTo>
                          <a:pt x="116411" y="99060"/>
                          <a:pt x="124984" y="91250"/>
                          <a:pt x="131746" y="8258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79" name="Forme libre : forme 2878">
                    <a:extLst>
                      <a:ext uri="{FF2B5EF4-FFF2-40B4-BE49-F238E27FC236}">
                        <a16:creationId xmlns:a16="http://schemas.microsoft.com/office/drawing/2014/main" id="{15A42A7D-40A0-42F3-B6C3-0BD4CE8DDF74}"/>
                      </a:ext>
                    </a:extLst>
                  </p:cNvPr>
                  <p:cNvSpPr/>
                  <p:nvPr/>
                </p:nvSpPr>
                <p:spPr>
                  <a:xfrm rot="-522470">
                    <a:off x="7724311" y="2551267"/>
                    <a:ext cx="74868" cy="59247"/>
                  </a:xfrm>
                  <a:custGeom>
                    <a:avLst/>
                    <a:gdLst>
                      <a:gd name="connsiteX0" fmla="*/ 74868 w 74868"/>
                      <a:gd name="connsiteY0" fmla="*/ 29623 h 59247"/>
                      <a:gd name="connsiteX1" fmla="*/ 37434 w 74868"/>
                      <a:gd name="connsiteY1" fmla="*/ 59247 h 59247"/>
                      <a:gd name="connsiteX2" fmla="*/ 0 w 74868"/>
                      <a:gd name="connsiteY2" fmla="*/ 29623 h 59247"/>
                      <a:gd name="connsiteX3" fmla="*/ 37434 w 74868"/>
                      <a:gd name="connsiteY3" fmla="*/ 0 h 59247"/>
                      <a:gd name="connsiteX4" fmla="*/ 74868 w 74868"/>
                      <a:gd name="connsiteY4" fmla="*/ 29623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8" h="59247">
                        <a:moveTo>
                          <a:pt x="74868" y="29623"/>
                        </a:moveTo>
                        <a:cubicBezTo>
                          <a:pt x="74868" y="45984"/>
                          <a:pt x="58108" y="59247"/>
                          <a:pt x="37434" y="59247"/>
                        </a:cubicBezTo>
                        <a:cubicBezTo>
                          <a:pt x="16760" y="59247"/>
                          <a:pt x="0" y="45984"/>
                          <a:pt x="0" y="29623"/>
                        </a:cubicBezTo>
                        <a:cubicBezTo>
                          <a:pt x="0" y="13263"/>
                          <a:pt x="16760" y="0"/>
                          <a:pt x="37434" y="0"/>
                        </a:cubicBezTo>
                        <a:cubicBezTo>
                          <a:pt x="58108" y="0"/>
                          <a:pt x="74868" y="13263"/>
                          <a:pt x="74868" y="29623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80" name="Forme libre : forme 2879">
                    <a:extLst>
                      <a:ext uri="{FF2B5EF4-FFF2-40B4-BE49-F238E27FC236}">
                        <a16:creationId xmlns:a16="http://schemas.microsoft.com/office/drawing/2014/main" id="{61889F14-EFED-4E54-9112-8285F306B059}"/>
                      </a:ext>
                    </a:extLst>
                  </p:cNvPr>
                  <p:cNvSpPr/>
                  <p:nvPr/>
                </p:nvSpPr>
                <p:spPr>
                  <a:xfrm>
                    <a:off x="7788021" y="2577559"/>
                    <a:ext cx="17907" cy="17906"/>
                  </a:xfrm>
                  <a:custGeom>
                    <a:avLst/>
                    <a:gdLst>
                      <a:gd name="connsiteX0" fmla="*/ 17907 w 17907"/>
                      <a:gd name="connsiteY0" fmla="*/ 8954 h 17906"/>
                      <a:gd name="connsiteX1" fmla="*/ 8954 w 17907"/>
                      <a:gd name="connsiteY1" fmla="*/ 17907 h 17906"/>
                      <a:gd name="connsiteX2" fmla="*/ 0 w 17907"/>
                      <a:gd name="connsiteY2" fmla="*/ 8954 h 17906"/>
                      <a:gd name="connsiteX3" fmla="*/ 8954 w 17907"/>
                      <a:gd name="connsiteY3" fmla="*/ 0 h 17906"/>
                      <a:gd name="connsiteX4" fmla="*/ 17907 w 17907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7" h="17906">
                        <a:moveTo>
                          <a:pt x="17907" y="8954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9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881" name="Forme libre : forme 2880">
                  <a:extLst>
                    <a:ext uri="{FF2B5EF4-FFF2-40B4-BE49-F238E27FC236}">
                      <a16:creationId xmlns:a16="http://schemas.microsoft.com/office/drawing/2014/main" id="{1680BF2C-7764-42F4-A4D6-3E61B01257EE}"/>
                    </a:ext>
                  </a:extLst>
                </p:cNvPr>
                <p:cNvSpPr/>
                <p:nvPr/>
              </p:nvSpPr>
              <p:spPr>
                <a:xfrm>
                  <a:off x="7091456" y="2559843"/>
                  <a:ext cx="346901" cy="301085"/>
                </a:xfrm>
                <a:custGeom>
                  <a:avLst/>
                  <a:gdLst>
                    <a:gd name="connsiteX0" fmla="*/ 346902 w 346901"/>
                    <a:gd name="connsiteY0" fmla="*/ 0 h 301085"/>
                    <a:gd name="connsiteX1" fmla="*/ 244127 w 346901"/>
                    <a:gd name="connsiteY1" fmla="*/ 119539 h 301085"/>
                    <a:gd name="connsiteX2" fmla="*/ 110967 w 346901"/>
                    <a:gd name="connsiteY2" fmla="*/ 207550 h 301085"/>
                    <a:gd name="connsiteX3" fmla="*/ 1811 w 346901"/>
                    <a:gd name="connsiteY3" fmla="*/ 301085 h 301085"/>
                    <a:gd name="connsiteX4" fmla="*/ 7526 w 346901"/>
                    <a:gd name="connsiteY4" fmla="*/ 280035 h 301085"/>
                    <a:gd name="connsiteX5" fmla="*/ 28767 w 346901"/>
                    <a:gd name="connsiteY5" fmla="*/ 255937 h 301085"/>
                    <a:gd name="connsiteX6" fmla="*/ 293467 w 346901"/>
                    <a:gd name="connsiteY6" fmla="*/ 69533 h 301085"/>
                    <a:gd name="connsiteX7" fmla="*/ 341854 w 346901"/>
                    <a:gd name="connsiteY7" fmla="*/ 9144 h 301085"/>
                    <a:gd name="connsiteX8" fmla="*/ 337281 w 346901"/>
                    <a:gd name="connsiteY8" fmla="*/ 9906 h 301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6901" h="301085">
                      <a:moveTo>
                        <a:pt x="346902" y="0"/>
                      </a:moveTo>
                      <a:cubicBezTo>
                        <a:pt x="326613" y="49244"/>
                        <a:pt x="287085" y="88106"/>
                        <a:pt x="244127" y="119539"/>
                      </a:cubicBezTo>
                      <a:cubicBezTo>
                        <a:pt x="201169" y="150971"/>
                        <a:pt x="154116" y="176403"/>
                        <a:pt x="110967" y="207550"/>
                      </a:cubicBezTo>
                      <a:cubicBezTo>
                        <a:pt x="72106" y="235649"/>
                        <a:pt x="36672" y="268224"/>
                        <a:pt x="1811" y="301085"/>
                      </a:cubicBezTo>
                      <a:cubicBezTo>
                        <a:pt x="-2856" y="294799"/>
                        <a:pt x="2383" y="286036"/>
                        <a:pt x="7526" y="280035"/>
                      </a:cubicBezTo>
                      <a:cubicBezTo>
                        <a:pt x="14479" y="271843"/>
                        <a:pt x="21433" y="263747"/>
                        <a:pt x="28767" y="255937"/>
                      </a:cubicBezTo>
                      <a:cubicBezTo>
                        <a:pt x="103443" y="177546"/>
                        <a:pt x="218029" y="147257"/>
                        <a:pt x="293467" y="69533"/>
                      </a:cubicBezTo>
                      <a:cubicBezTo>
                        <a:pt x="311469" y="50959"/>
                        <a:pt x="326804" y="30099"/>
                        <a:pt x="341854" y="9144"/>
                      </a:cubicBezTo>
                      <a:cubicBezTo>
                        <a:pt x="340329" y="9430"/>
                        <a:pt x="338806" y="9620"/>
                        <a:pt x="337281" y="9906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82" name="Forme libre : forme 2881">
                  <a:extLst>
                    <a:ext uri="{FF2B5EF4-FFF2-40B4-BE49-F238E27FC236}">
                      <a16:creationId xmlns:a16="http://schemas.microsoft.com/office/drawing/2014/main" id="{AEF6B19F-C1A7-473D-9F3A-6CDF43D14E56}"/>
                    </a:ext>
                  </a:extLst>
                </p:cNvPr>
                <p:cNvSpPr/>
                <p:nvPr/>
              </p:nvSpPr>
              <p:spPr>
                <a:xfrm>
                  <a:off x="7236618" y="2466201"/>
                  <a:ext cx="417480" cy="352435"/>
                </a:xfrm>
                <a:custGeom>
                  <a:avLst/>
                  <a:gdLst>
                    <a:gd name="connsiteX0" fmla="*/ 213455 w 417480"/>
                    <a:gd name="connsiteY0" fmla="*/ 152887 h 352435"/>
                    <a:gd name="connsiteX1" fmla="*/ 157829 w 417480"/>
                    <a:gd name="connsiteY1" fmla="*/ 210704 h 352435"/>
                    <a:gd name="connsiteX2" fmla="*/ 113538 w 417480"/>
                    <a:gd name="connsiteY2" fmla="*/ 254042 h 352435"/>
                    <a:gd name="connsiteX3" fmla="*/ 0 w 417480"/>
                    <a:gd name="connsiteY3" fmla="*/ 352436 h 352435"/>
                    <a:gd name="connsiteX4" fmla="*/ 160306 w 417480"/>
                    <a:gd name="connsiteY4" fmla="*/ 224324 h 352435"/>
                    <a:gd name="connsiteX5" fmla="*/ 223266 w 417480"/>
                    <a:gd name="connsiteY5" fmla="*/ 169079 h 352435"/>
                    <a:gd name="connsiteX6" fmla="*/ 390525 w 417480"/>
                    <a:gd name="connsiteY6" fmla="*/ 27347 h 352435"/>
                    <a:gd name="connsiteX7" fmla="*/ 417481 w 417480"/>
                    <a:gd name="connsiteY7" fmla="*/ 201 h 352435"/>
                    <a:gd name="connsiteX8" fmla="*/ 401002 w 417480"/>
                    <a:gd name="connsiteY8" fmla="*/ 11441 h 352435"/>
                    <a:gd name="connsiteX9" fmla="*/ 381095 w 417480"/>
                    <a:gd name="connsiteY9" fmla="*/ 27633 h 352435"/>
                    <a:gd name="connsiteX10" fmla="*/ 340614 w 417480"/>
                    <a:gd name="connsiteY10" fmla="*/ 57256 h 352435"/>
                    <a:gd name="connsiteX11" fmla="*/ 257556 w 417480"/>
                    <a:gd name="connsiteY11" fmla="*/ 115930 h 352435"/>
                    <a:gd name="connsiteX12" fmla="*/ 213455 w 417480"/>
                    <a:gd name="connsiteY12" fmla="*/ 152887 h 352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17480" h="352435">
                      <a:moveTo>
                        <a:pt x="213455" y="152887"/>
                      </a:moveTo>
                      <a:cubicBezTo>
                        <a:pt x="194024" y="171270"/>
                        <a:pt x="176403" y="191463"/>
                        <a:pt x="157829" y="210704"/>
                      </a:cubicBezTo>
                      <a:cubicBezTo>
                        <a:pt x="143542" y="225563"/>
                        <a:pt x="128683" y="239945"/>
                        <a:pt x="113538" y="254042"/>
                      </a:cubicBezTo>
                      <a:cubicBezTo>
                        <a:pt x="76962" y="288237"/>
                        <a:pt x="39052" y="321098"/>
                        <a:pt x="0" y="352436"/>
                      </a:cubicBezTo>
                      <a:cubicBezTo>
                        <a:pt x="63722" y="326242"/>
                        <a:pt x="110109" y="271473"/>
                        <a:pt x="160306" y="224324"/>
                      </a:cubicBezTo>
                      <a:cubicBezTo>
                        <a:pt x="180689" y="205179"/>
                        <a:pt x="202025" y="187082"/>
                        <a:pt x="223266" y="169079"/>
                      </a:cubicBezTo>
                      <a:cubicBezTo>
                        <a:pt x="278987" y="121836"/>
                        <a:pt x="334709" y="74591"/>
                        <a:pt x="390525" y="27347"/>
                      </a:cubicBezTo>
                      <a:cubicBezTo>
                        <a:pt x="399193" y="20013"/>
                        <a:pt x="412814" y="10774"/>
                        <a:pt x="417481" y="201"/>
                      </a:cubicBezTo>
                      <a:cubicBezTo>
                        <a:pt x="412147" y="-1513"/>
                        <a:pt x="404813" y="8202"/>
                        <a:pt x="401002" y="11441"/>
                      </a:cubicBezTo>
                      <a:cubicBezTo>
                        <a:pt x="394525" y="16965"/>
                        <a:pt x="387858" y="22394"/>
                        <a:pt x="381095" y="27633"/>
                      </a:cubicBezTo>
                      <a:cubicBezTo>
                        <a:pt x="367855" y="37920"/>
                        <a:pt x="354330" y="47636"/>
                        <a:pt x="340614" y="57256"/>
                      </a:cubicBezTo>
                      <a:cubicBezTo>
                        <a:pt x="312896" y="76687"/>
                        <a:pt x="284512" y="95451"/>
                        <a:pt x="257556" y="115930"/>
                      </a:cubicBezTo>
                      <a:cubicBezTo>
                        <a:pt x="242221" y="127455"/>
                        <a:pt x="227457" y="139742"/>
                        <a:pt x="213455" y="152887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83" name="Forme libre : forme 2882">
                  <a:extLst>
                    <a:ext uri="{FF2B5EF4-FFF2-40B4-BE49-F238E27FC236}">
                      <a16:creationId xmlns:a16="http://schemas.microsoft.com/office/drawing/2014/main" id="{3C5993B3-6318-4F65-9037-CEE2A2F9F686}"/>
                    </a:ext>
                  </a:extLst>
                </p:cNvPr>
                <p:cNvSpPr/>
                <p:nvPr/>
              </p:nvSpPr>
              <p:spPr>
                <a:xfrm>
                  <a:off x="7429309" y="2555461"/>
                  <a:ext cx="277749" cy="102679"/>
                </a:xfrm>
                <a:custGeom>
                  <a:avLst/>
                  <a:gdLst>
                    <a:gd name="connsiteX0" fmla="*/ 224980 w 277749"/>
                    <a:gd name="connsiteY0" fmla="*/ 21717 h 102679"/>
                    <a:gd name="connsiteX1" fmla="*/ 193072 w 277749"/>
                    <a:gd name="connsiteY1" fmla="*/ 33814 h 102679"/>
                    <a:gd name="connsiteX2" fmla="*/ 171165 w 277749"/>
                    <a:gd name="connsiteY2" fmla="*/ 39624 h 102679"/>
                    <a:gd name="connsiteX3" fmla="*/ 96012 w 277749"/>
                    <a:gd name="connsiteY3" fmla="*/ 58007 h 102679"/>
                    <a:gd name="connsiteX4" fmla="*/ 64389 w 277749"/>
                    <a:gd name="connsiteY4" fmla="*/ 64008 h 102679"/>
                    <a:gd name="connsiteX5" fmla="*/ 40386 w 277749"/>
                    <a:gd name="connsiteY5" fmla="*/ 67913 h 102679"/>
                    <a:gd name="connsiteX6" fmla="*/ 29909 w 277749"/>
                    <a:gd name="connsiteY6" fmla="*/ 75152 h 102679"/>
                    <a:gd name="connsiteX7" fmla="*/ 0 w 277749"/>
                    <a:gd name="connsiteY7" fmla="*/ 102680 h 102679"/>
                    <a:gd name="connsiteX8" fmla="*/ 62484 w 277749"/>
                    <a:gd name="connsiteY8" fmla="*/ 79534 h 102679"/>
                    <a:gd name="connsiteX9" fmla="*/ 233172 w 277749"/>
                    <a:gd name="connsiteY9" fmla="*/ 21431 h 102679"/>
                    <a:gd name="connsiteX10" fmla="*/ 256318 w 277749"/>
                    <a:gd name="connsiteY10" fmla="*/ 10954 h 102679"/>
                    <a:gd name="connsiteX11" fmla="*/ 277749 w 277749"/>
                    <a:gd name="connsiteY11" fmla="*/ 0 h 102679"/>
                    <a:gd name="connsiteX12" fmla="*/ 251174 w 277749"/>
                    <a:gd name="connsiteY12" fmla="*/ 10763 h 102679"/>
                    <a:gd name="connsiteX13" fmla="*/ 224980 w 277749"/>
                    <a:gd name="connsiteY13" fmla="*/ 21717 h 102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7749" h="102679">
                      <a:moveTo>
                        <a:pt x="224980" y="21717"/>
                      </a:moveTo>
                      <a:cubicBezTo>
                        <a:pt x="214503" y="26099"/>
                        <a:pt x="203931" y="30480"/>
                        <a:pt x="193072" y="33814"/>
                      </a:cubicBezTo>
                      <a:cubicBezTo>
                        <a:pt x="185833" y="36100"/>
                        <a:pt x="178498" y="37814"/>
                        <a:pt x="171165" y="39624"/>
                      </a:cubicBezTo>
                      <a:cubicBezTo>
                        <a:pt x="146114" y="45720"/>
                        <a:pt x="121063" y="51911"/>
                        <a:pt x="96012" y="58007"/>
                      </a:cubicBezTo>
                      <a:cubicBezTo>
                        <a:pt x="85535" y="60579"/>
                        <a:pt x="75057" y="63151"/>
                        <a:pt x="64389" y="64008"/>
                      </a:cubicBezTo>
                      <a:cubicBezTo>
                        <a:pt x="56293" y="64675"/>
                        <a:pt x="47816" y="64484"/>
                        <a:pt x="40386" y="67913"/>
                      </a:cubicBezTo>
                      <a:cubicBezTo>
                        <a:pt x="36481" y="69723"/>
                        <a:pt x="33147" y="72390"/>
                        <a:pt x="29909" y="75152"/>
                      </a:cubicBezTo>
                      <a:cubicBezTo>
                        <a:pt x="19527" y="83820"/>
                        <a:pt x="9525" y="93059"/>
                        <a:pt x="0" y="102680"/>
                      </a:cubicBezTo>
                      <a:cubicBezTo>
                        <a:pt x="18098" y="89440"/>
                        <a:pt x="40767" y="84773"/>
                        <a:pt x="62484" y="79534"/>
                      </a:cubicBezTo>
                      <a:cubicBezTo>
                        <a:pt x="121063" y="65532"/>
                        <a:pt x="178118" y="45625"/>
                        <a:pt x="233172" y="21431"/>
                      </a:cubicBezTo>
                      <a:cubicBezTo>
                        <a:pt x="240888" y="18002"/>
                        <a:pt x="248603" y="14573"/>
                        <a:pt x="256318" y="10954"/>
                      </a:cubicBezTo>
                      <a:cubicBezTo>
                        <a:pt x="261652" y="8477"/>
                        <a:pt x="274797" y="4763"/>
                        <a:pt x="277749" y="0"/>
                      </a:cubicBezTo>
                      <a:cubicBezTo>
                        <a:pt x="268891" y="1715"/>
                        <a:pt x="259556" y="7239"/>
                        <a:pt x="251174" y="10763"/>
                      </a:cubicBezTo>
                      <a:cubicBezTo>
                        <a:pt x="242411" y="14383"/>
                        <a:pt x="233744" y="18002"/>
                        <a:pt x="224980" y="21717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84" name="Forme libre : forme 2883">
                  <a:extLst>
                    <a:ext uri="{FF2B5EF4-FFF2-40B4-BE49-F238E27FC236}">
                      <a16:creationId xmlns:a16="http://schemas.microsoft.com/office/drawing/2014/main" id="{6AC3E4C9-B1B7-4FD2-A473-0F63B1803BD5}"/>
                    </a:ext>
                  </a:extLst>
                </p:cNvPr>
                <p:cNvSpPr/>
                <p:nvPr/>
              </p:nvSpPr>
              <p:spPr>
                <a:xfrm>
                  <a:off x="7410409" y="2432182"/>
                  <a:ext cx="179000" cy="204756"/>
                </a:xfrm>
                <a:custGeom>
                  <a:avLst/>
                  <a:gdLst>
                    <a:gd name="connsiteX0" fmla="*/ 135295 w 179000"/>
                    <a:gd name="connsiteY0" fmla="*/ 20410 h 204756"/>
                    <a:gd name="connsiteX1" fmla="*/ 143773 w 179000"/>
                    <a:gd name="connsiteY1" fmla="*/ 30982 h 204756"/>
                    <a:gd name="connsiteX2" fmla="*/ 158250 w 179000"/>
                    <a:gd name="connsiteY2" fmla="*/ 39841 h 204756"/>
                    <a:gd name="connsiteX3" fmla="*/ 173205 w 179000"/>
                    <a:gd name="connsiteY3" fmla="*/ 49651 h 204756"/>
                    <a:gd name="connsiteX4" fmla="*/ 178063 w 179000"/>
                    <a:gd name="connsiteY4" fmla="*/ 54795 h 204756"/>
                    <a:gd name="connsiteX5" fmla="*/ 172729 w 179000"/>
                    <a:gd name="connsiteY5" fmla="*/ 71083 h 204756"/>
                    <a:gd name="connsiteX6" fmla="*/ 145868 w 179000"/>
                    <a:gd name="connsiteY6" fmla="*/ 91752 h 204756"/>
                    <a:gd name="connsiteX7" fmla="*/ 74811 w 179000"/>
                    <a:gd name="connsiteY7" fmla="*/ 147283 h 204756"/>
                    <a:gd name="connsiteX8" fmla="*/ 11375 w 179000"/>
                    <a:gd name="connsiteY8" fmla="*/ 202147 h 204756"/>
                    <a:gd name="connsiteX9" fmla="*/ 898 w 179000"/>
                    <a:gd name="connsiteY9" fmla="*/ 203099 h 204756"/>
                    <a:gd name="connsiteX10" fmla="*/ 2422 w 179000"/>
                    <a:gd name="connsiteY10" fmla="*/ 194241 h 204756"/>
                    <a:gd name="connsiteX11" fmla="*/ 30234 w 179000"/>
                    <a:gd name="connsiteY11" fmla="*/ 153188 h 204756"/>
                    <a:gd name="connsiteX12" fmla="*/ 93861 w 179000"/>
                    <a:gd name="connsiteY12" fmla="*/ 38983 h 204756"/>
                    <a:gd name="connsiteX13" fmla="*/ 118912 w 179000"/>
                    <a:gd name="connsiteY13" fmla="*/ 6408 h 204756"/>
                    <a:gd name="connsiteX14" fmla="*/ 129866 w 179000"/>
                    <a:gd name="connsiteY14" fmla="*/ 2407 h 204756"/>
                    <a:gd name="connsiteX15" fmla="*/ 135295 w 179000"/>
                    <a:gd name="connsiteY15" fmla="*/ 20410 h 204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9000" h="204756">
                      <a:moveTo>
                        <a:pt x="135295" y="20410"/>
                      </a:moveTo>
                      <a:cubicBezTo>
                        <a:pt x="137486" y="24410"/>
                        <a:pt x="140343" y="28030"/>
                        <a:pt x="143773" y="30982"/>
                      </a:cubicBezTo>
                      <a:cubicBezTo>
                        <a:pt x="148059" y="34602"/>
                        <a:pt x="153298" y="37078"/>
                        <a:pt x="158250" y="39841"/>
                      </a:cubicBezTo>
                      <a:cubicBezTo>
                        <a:pt x="163489" y="42793"/>
                        <a:pt x="168442" y="46032"/>
                        <a:pt x="173205" y="49651"/>
                      </a:cubicBezTo>
                      <a:cubicBezTo>
                        <a:pt x="175110" y="51080"/>
                        <a:pt x="177015" y="52699"/>
                        <a:pt x="178063" y="54795"/>
                      </a:cubicBezTo>
                      <a:cubicBezTo>
                        <a:pt x="180825" y="60224"/>
                        <a:pt x="177015" y="66606"/>
                        <a:pt x="172729" y="71083"/>
                      </a:cubicBezTo>
                      <a:cubicBezTo>
                        <a:pt x="164918" y="79274"/>
                        <a:pt x="155202" y="85370"/>
                        <a:pt x="145868" y="91752"/>
                      </a:cubicBezTo>
                      <a:cubicBezTo>
                        <a:pt x="120913" y="108516"/>
                        <a:pt x="97100" y="127090"/>
                        <a:pt x="74811" y="147283"/>
                      </a:cubicBezTo>
                      <a:cubicBezTo>
                        <a:pt x="54047" y="166047"/>
                        <a:pt x="34521" y="186335"/>
                        <a:pt x="11375" y="202147"/>
                      </a:cubicBezTo>
                      <a:cubicBezTo>
                        <a:pt x="8136" y="204337"/>
                        <a:pt x="3279" y="206242"/>
                        <a:pt x="898" y="203099"/>
                      </a:cubicBezTo>
                      <a:cubicBezTo>
                        <a:pt x="-1103" y="200527"/>
                        <a:pt x="612" y="196908"/>
                        <a:pt x="2422" y="194241"/>
                      </a:cubicBezTo>
                      <a:cubicBezTo>
                        <a:pt x="11470" y="180430"/>
                        <a:pt x="21376" y="167190"/>
                        <a:pt x="30234" y="153188"/>
                      </a:cubicBezTo>
                      <a:cubicBezTo>
                        <a:pt x="53666" y="116422"/>
                        <a:pt x="69763" y="75274"/>
                        <a:pt x="93861" y="38983"/>
                      </a:cubicBezTo>
                      <a:cubicBezTo>
                        <a:pt x="101482" y="27553"/>
                        <a:pt x="109864" y="16695"/>
                        <a:pt x="118912" y="6408"/>
                      </a:cubicBezTo>
                      <a:cubicBezTo>
                        <a:pt x="122056" y="2884"/>
                        <a:pt x="126437" y="-3498"/>
                        <a:pt x="129866" y="2407"/>
                      </a:cubicBezTo>
                      <a:cubicBezTo>
                        <a:pt x="132724" y="7265"/>
                        <a:pt x="132152" y="14980"/>
                        <a:pt x="135295" y="2041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85" name="Forme libre : forme 2884">
                  <a:extLst>
                    <a:ext uri="{FF2B5EF4-FFF2-40B4-BE49-F238E27FC236}">
                      <a16:creationId xmlns:a16="http://schemas.microsoft.com/office/drawing/2014/main" id="{D9AFB10C-697A-4688-86AE-B6BA6941C7CE}"/>
                    </a:ext>
                  </a:extLst>
                </p:cNvPr>
                <p:cNvSpPr/>
                <p:nvPr/>
              </p:nvSpPr>
              <p:spPr>
                <a:xfrm>
                  <a:off x="7521419" y="2503974"/>
                  <a:ext cx="161255" cy="103235"/>
                </a:xfrm>
                <a:custGeom>
                  <a:avLst/>
                  <a:gdLst>
                    <a:gd name="connsiteX0" fmla="*/ 161256 w 161255"/>
                    <a:gd name="connsiteY0" fmla="*/ 49296 h 103235"/>
                    <a:gd name="connsiteX1" fmla="*/ 145730 w 161255"/>
                    <a:gd name="connsiteY1" fmla="*/ 58059 h 103235"/>
                    <a:gd name="connsiteX2" fmla="*/ 38954 w 161255"/>
                    <a:gd name="connsiteY2" fmla="*/ 95873 h 103235"/>
                    <a:gd name="connsiteX3" fmla="*/ 5712 w 161255"/>
                    <a:gd name="connsiteY3" fmla="*/ 103208 h 103235"/>
                    <a:gd name="connsiteX4" fmla="*/ 1140 w 161255"/>
                    <a:gd name="connsiteY4" fmla="*/ 102065 h 103235"/>
                    <a:gd name="connsiteX5" fmla="*/ 664 w 161255"/>
                    <a:gd name="connsiteY5" fmla="*/ 96731 h 103235"/>
                    <a:gd name="connsiteX6" fmla="*/ 4760 w 161255"/>
                    <a:gd name="connsiteY6" fmla="*/ 92635 h 103235"/>
                    <a:gd name="connsiteX7" fmla="*/ 77340 w 161255"/>
                    <a:gd name="connsiteY7" fmla="*/ 33770 h 103235"/>
                    <a:gd name="connsiteX8" fmla="*/ 111345 w 161255"/>
                    <a:gd name="connsiteY8" fmla="*/ 2433 h 103235"/>
                    <a:gd name="connsiteX9" fmla="*/ 131442 w 161255"/>
                    <a:gd name="connsiteY9" fmla="*/ 18340 h 103235"/>
                    <a:gd name="connsiteX10" fmla="*/ 143920 w 161255"/>
                    <a:gd name="connsiteY10" fmla="*/ 36247 h 103235"/>
                    <a:gd name="connsiteX11" fmla="*/ 161256 w 161255"/>
                    <a:gd name="connsiteY11" fmla="*/ 49296 h 103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1255" h="103235">
                      <a:moveTo>
                        <a:pt x="161256" y="49296"/>
                      </a:moveTo>
                      <a:cubicBezTo>
                        <a:pt x="157160" y="53678"/>
                        <a:pt x="151349" y="55964"/>
                        <a:pt x="145730" y="58059"/>
                      </a:cubicBezTo>
                      <a:cubicBezTo>
                        <a:pt x="110487" y="71585"/>
                        <a:pt x="74864" y="84158"/>
                        <a:pt x="38954" y="95873"/>
                      </a:cubicBezTo>
                      <a:cubicBezTo>
                        <a:pt x="28096" y="99398"/>
                        <a:pt x="17047" y="102827"/>
                        <a:pt x="5712" y="103208"/>
                      </a:cubicBezTo>
                      <a:cubicBezTo>
                        <a:pt x="4093" y="103303"/>
                        <a:pt x="2283" y="103208"/>
                        <a:pt x="1140" y="102065"/>
                      </a:cubicBezTo>
                      <a:cubicBezTo>
                        <a:pt x="-289" y="100731"/>
                        <a:pt x="-289" y="98350"/>
                        <a:pt x="664" y="96731"/>
                      </a:cubicBezTo>
                      <a:cubicBezTo>
                        <a:pt x="1616" y="95016"/>
                        <a:pt x="3236" y="93778"/>
                        <a:pt x="4760" y="92635"/>
                      </a:cubicBezTo>
                      <a:cubicBezTo>
                        <a:pt x="29811" y="74061"/>
                        <a:pt x="54004" y="54440"/>
                        <a:pt x="77340" y="33770"/>
                      </a:cubicBezTo>
                      <a:cubicBezTo>
                        <a:pt x="88389" y="23960"/>
                        <a:pt x="99057" y="10529"/>
                        <a:pt x="111345" y="2433"/>
                      </a:cubicBezTo>
                      <a:cubicBezTo>
                        <a:pt x="124108" y="-6044"/>
                        <a:pt x="127251" y="9672"/>
                        <a:pt x="131442" y="18340"/>
                      </a:cubicBezTo>
                      <a:cubicBezTo>
                        <a:pt x="134680" y="24912"/>
                        <a:pt x="138871" y="30913"/>
                        <a:pt x="143920" y="36247"/>
                      </a:cubicBezTo>
                      <a:cubicBezTo>
                        <a:pt x="145348" y="37580"/>
                        <a:pt x="159731" y="50820"/>
                        <a:pt x="161256" y="49296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86" name="Forme libre : forme 2885">
                  <a:extLst>
                    <a:ext uri="{FF2B5EF4-FFF2-40B4-BE49-F238E27FC236}">
                      <a16:creationId xmlns:a16="http://schemas.microsoft.com/office/drawing/2014/main" id="{E626F827-4FBD-4285-B4A1-5F94FE487F9D}"/>
                    </a:ext>
                  </a:extLst>
                </p:cNvPr>
                <p:cNvSpPr/>
                <p:nvPr/>
              </p:nvSpPr>
              <p:spPr>
                <a:xfrm>
                  <a:off x="7407782" y="2602243"/>
                  <a:ext cx="260297" cy="115912"/>
                </a:xfrm>
                <a:custGeom>
                  <a:avLst/>
                  <a:gdLst>
                    <a:gd name="connsiteX0" fmla="*/ 257175 w 260297"/>
                    <a:gd name="connsiteY0" fmla="*/ 50754 h 115912"/>
                    <a:gd name="connsiteX1" fmla="*/ 260223 w 260297"/>
                    <a:gd name="connsiteY1" fmla="*/ 61136 h 115912"/>
                    <a:gd name="connsiteX2" fmla="*/ 245555 w 260297"/>
                    <a:gd name="connsiteY2" fmla="*/ 71900 h 115912"/>
                    <a:gd name="connsiteX3" fmla="*/ 112300 w 260297"/>
                    <a:gd name="connsiteY3" fmla="*/ 77710 h 115912"/>
                    <a:gd name="connsiteX4" fmla="*/ 8763 w 260297"/>
                    <a:gd name="connsiteY4" fmla="*/ 114286 h 115912"/>
                    <a:gd name="connsiteX5" fmla="*/ 3715 w 260297"/>
                    <a:gd name="connsiteY5" fmla="*/ 115905 h 115912"/>
                    <a:gd name="connsiteX6" fmla="*/ 0 w 260297"/>
                    <a:gd name="connsiteY6" fmla="*/ 112762 h 115912"/>
                    <a:gd name="connsiteX7" fmla="*/ 1048 w 260297"/>
                    <a:gd name="connsiteY7" fmla="*/ 109905 h 115912"/>
                    <a:gd name="connsiteX8" fmla="*/ 55436 w 260297"/>
                    <a:gd name="connsiteY8" fmla="*/ 54088 h 115912"/>
                    <a:gd name="connsiteX9" fmla="*/ 78296 w 260297"/>
                    <a:gd name="connsiteY9" fmla="*/ 45992 h 115912"/>
                    <a:gd name="connsiteX10" fmla="*/ 230029 w 260297"/>
                    <a:gd name="connsiteY10" fmla="*/ 5892 h 115912"/>
                    <a:gd name="connsiteX11" fmla="*/ 246126 w 260297"/>
                    <a:gd name="connsiteY11" fmla="*/ 653 h 115912"/>
                    <a:gd name="connsiteX12" fmla="*/ 249174 w 260297"/>
                    <a:gd name="connsiteY12" fmla="*/ 13988 h 115912"/>
                    <a:gd name="connsiteX13" fmla="*/ 257175 w 260297"/>
                    <a:gd name="connsiteY13" fmla="*/ 50754 h 115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60297" h="115912">
                      <a:moveTo>
                        <a:pt x="257175" y="50754"/>
                      </a:moveTo>
                      <a:cubicBezTo>
                        <a:pt x="258795" y="53993"/>
                        <a:pt x="260700" y="57517"/>
                        <a:pt x="260223" y="61136"/>
                      </a:cubicBezTo>
                      <a:cubicBezTo>
                        <a:pt x="259366" y="67614"/>
                        <a:pt x="251936" y="70566"/>
                        <a:pt x="245555" y="71900"/>
                      </a:cubicBezTo>
                      <a:cubicBezTo>
                        <a:pt x="201930" y="81044"/>
                        <a:pt x="156496" y="71900"/>
                        <a:pt x="112300" y="77710"/>
                      </a:cubicBezTo>
                      <a:cubicBezTo>
                        <a:pt x="75819" y="82473"/>
                        <a:pt x="41339" y="97236"/>
                        <a:pt x="8763" y="114286"/>
                      </a:cubicBezTo>
                      <a:cubicBezTo>
                        <a:pt x="7144" y="115143"/>
                        <a:pt x="5525" y="116001"/>
                        <a:pt x="3715" y="115905"/>
                      </a:cubicBezTo>
                      <a:cubicBezTo>
                        <a:pt x="1905" y="115810"/>
                        <a:pt x="0" y="114572"/>
                        <a:pt x="0" y="112762"/>
                      </a:cubicBezTo>
                      <a:cubicBezTo>
                        <a:pt x="0" y="111714"/>
                        <a:pt x="572" y="110762"/>
                        <a:pt x="1048" y="109905"/>
                      </a:cubicBezTo>
                      <a:cubicBezTo>
                        <a:pt x="14954" y="87521"/>
                        <a:pt x="31718" y="65518"/>
                        <a:pt x="55436" y="54088"/>
                      </a:cubicBezTo>
                      <a:cubicBezTo>
                        <a:pt x="62770" y="50564"/>
                        <a:pt x="70485" y="48087"/>
                        <a:pt x="78296" y="45992"/>
                      </a:cubicBezTo>
                      <a:cubicBezTo>
                        <a:pt x="128969" y="32181"/>
                        <a:pt x="183928" y="31038"/>
                        <a:pt x="230029" y="5892"/>
                      </a:cubicBezTo>
                      <a:cubicBezTo>
                        <a:pt x="233935" y="3796"/>
                        <a:pt x="241554" y="-1919"/>
                        <a:pt x="246126" y="653"/>
                      </a:cubicBezTo>
                      <a:cubicBezTo>
                        <a:pt x="250413" y="3034"/>
                        <a:pt x="249365" y="9987"/>
                        <a:pt x="249174" y="13988"/>
                      </a:cubicBezTo>
                      <a:cubicBezTo>
                        <a:pt x="248888" y="26656"/>
                        <a:pt x="251460" y="39419"/>
                        <a:pt x="257175" y="50754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87" name="Forme libre : forme 2886">
                  <a:extLst>
                    <a:ext uri="{FF2B5EF4-FFF2-40B4-BE49-F238E27FC236}">
                      <a16:creationId xmlns:a16="http://schemas.microsoft.com/office/drawing/2014/main" id="{62F63A38-5E78-4356-9510-3A8A4496C9EB}"/>
                    </a:ext>
                  </a:extLst>
                </p:cNvPr>
                <p:cNvSpPr/>
                <p:nvPr/>
              </p:nvSpPr>
              <p:spPr>
                <a:xfrm>
                  <a:off x="7106154" y="2667252"/>
                  <a:ext cx="268506" cy="222822"/>
                </a:xfrm>
                <a:custGeom>
                  <a:avLst/>
                  <a:gdLst>
                    <a:gd name="connsiteX0" fmla="*/ 176851 w 268506"/>
                    <a:gd name="connsiteY0" fmla="*/ 96331 h 222822"/>
                    <a:gd name="connsiteX1" fmla="*/ 151038 w 268506"/>
                    <a:gd name="connsiteY1" fmla="*/ 121572 h 222822"/>
                    <a:gd name="connsiteX2" fmla="*/ 95126 w 268506"/>
                    <a:gd name="connsiteY2" fmla="*/ 158910 h 222822"/>
                    <a:gd name="connsiteX3" fmla="*/ 2448 w 268506"/>
                    <a:gd name="connsiteY3" fmla="*/ 222823 h 222822"/>
                    <a:gd name="connsiteX4" fmla="*/ 3972 w 268506"/>
                    <a:gd name="connsiteY4" fmla="*/ 203582 h 222822"/>
                    <a:gd name="connsiteX5" fmla="*/ 104461 w 268506"/>
                    <a:gd name="connsiteY5" fmla="*/ 107475 h 222822"/>
                    <a:gd name="connsiteX6" fmla="*/ 161992 w 268506"/>
                    <a:gd name="connsiteY6" fmla="*/ 72328 h 222822"/>
                    <a:gd name="connsiteX7" fmla="*/ 233048 w 268506"/>
                    <a:gd name="connsiteY7" fmla="*/ 26132 h 222822"/>
                    <a:gd name="connsiteX8" fmla="*/ 247812 w 268506"/>
                    <a:gd name="connsiteY8" fmla="*/ 11654 h 222822"/>
                    <a:gd name="connsiteX9" fmla="*/ 261052 w 268506"/>
                    <a:gd name="connsiteY9" fmla="*/ 128 h 222822"/>
                    <a:gd name="connsiteX10" fmla="*/ 267910 w 268506"/>
                    <a:gd name="connsiteY10" fmla="*/ 4986 h 222822"/>
                    <a:gd name="connsiteX11" fmla="*/ 264957 w 268506"/>
                    <a:gd name="connsiteY11" fmla="*/ 15368 h 222822"/>
                    <a:gd name="connsiteX12" fmla="*/ 209236 w 268506"/>
                    <a:gd name="connsiteY12" fmla="*/ 67946 h 222822"/>
                    <a:gd name="connsiteX13" fmla="*/ 176851 w 268506"/>
                    <a:gd name="connsiteY13" fmla="*/ 96331 h 222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68506" h="222822">
                      <a:moveTo>
                        <a:pt x="176851" y="96331"/>
                      </a:moveTo>
                      <a:cubicBezTo>
                        <a:pt x="168183" y="104713"/>
                        <a:pt x="160087" y="113666"/>
                        <a:pt x="151038" y="121572"/>
                      </a:cubicBezTo>
                      <a:cubicBezTo>
                        <a:pt x="134083" y="136336"/>
                        <a:pt x="114271" y="147194"/>
                        <a:pt x="95126" y="158910"/>
                      </a:cubicBezTo>
                      <a:cubicBezTo>
                        <a:pt x="63122" y="178532"/>
                        <a:pt x="32737" y="200630"/>
                        <a:pt x="2448" y="222823"/>
                      </a:cubicBezTo>
                      <a:cubicBezTo>
                        <a:pt x="-2219" y="217679"/>
                        <a:pt x="638" y="209583"/>
                        <a:pt x="3972" y="203582"/>
                      </a:cubicBezTo>
                      <a:cubicBezTo>
                        <a:pt x="26927" y="162815"/>
                        <a:pt x="65313" y="133193"/>
                        <a:pt x="104461" y="107475"/>
                      </a:cubicBezTo>
                      <a:cubicBezTo>
                        <a:pt x="123225" y="95093"/>
                        <a:pt x="142465" y="83377"/>
                        <a:pt x="161992" y="72328"/>
                      </a:cubicBezTo>
                      <a:cubicBezTo>
                        <a:pt x="186662" y="58421"/>
                        <a:pt x="212189" y="45277"/>
                        <a:pt x="233048" y="26132"/>
                      </a:cubicBezTo>
                      <a:cubicBezTo>
                        <a:pt x="238096" y="21464"/>
                        <a:pt x="242859" y="16511"/>
                        <a:pt x="247812" y="11654"/>
                      </a:cubicBezTo>
                      <a:cubicBezTo>
                        <a:pt x="251050" y="8510"/>
                        <a:pt x="256575" y="1081"/>
                        <a:pt x="261052" y="128"/>
                      </a:cubicBezTo>
                      <a:cubicBezTo>
                        <a:pt x="264290" y="-634"/>
                        <a:pt x="266862" y="2129"/>
                        <a:pt x="267910" y="4986"/>
                      </a:cubicBezTo>
                      <a:cubicBezTo>
                        <a:pt x="269529" y="9272"/>
                        <a:pt x="267624" y="12034"/>
                        <a:pt x="264957" y="15368"/>
                      </a:cubicBezTo>
                      <a:cubicBezTo>
                        <a:pt x="248860" y="35276"/>
                        <a:pt x="228762" y="51563"/>
                        <a:pt x="209236" y="67946"/>
                      </a:cubicBezTo>
                      <a:cubicBezTo>
                        <a:pt x="198091" y="77090"/>
                        <a:pt x="187138" y="86330"/>
                        <a:pt x="176851" y="9633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88" name="Forme libre : forme 2887">
                  <a:extLst>
                    <a:ext uri="{FF2B5EF4-FFF2-40B4-BE49-F238E27FC236}">
                      <a16:creationId xmlns:a16="http://schemas.microsoft.com/office/drawing/2014/main" id="{0C198DD3-D565-47D5-AC8B-907FF774EDC5}"/>
                    </a:ext>
                  </a:extLst>
                </p:cNvPr>
                <p:cNvSpPr/>
                <p:nvPr/>
              </p:nvSpPr>
              <p:spPr>
                <a:xfrm>
                  <a:off x="7054808" y="2748948"/>
                  <a:ext cx="128785" cy="84491"/>
                </a:xfrm>
                <a:custGeom>
                  <a:avLst/>
                  <a:gdLst>
                    <a:gd name="connsiteX0" fmla="*/ 75797 w 128785"/>
                    <a:gd name="connsiteY0" fmla="*/ 42543 h 84491"/>
                    <a:gd name="connsiteX1" fmla="*/ 39602 w 128785"/>
                    <a:gd name="connsiteY1" fmla="*/ 75118 h 84491"/>
                    <a:gd name="connsiteX2" fmla="*/ 19028 w 128785"/>
                    <a:gd name="connsiteY2" fmla="*/ 84453 h 84491"/>
                    <a:gd name="connsiteX3" fmla="*/ 4550 w 128785"/>
                    <a:gd name="connsiteY3" fmla="*/ 82071 h 84491"/>
                    <a:gd name="connsiteX4" fmla="*/ 930 w 128785"/>
                    <a:gd name="connsiteY4" fmla="*/ 80262 h 84491"/>
                    <a:gd name="connsiteX5" fmla="*/ 644 w 128785"/>
                    <a:gd name="connsiteY5" fmla="*/ 75118 h 84491"/>
                    <a:gd name="connsiteX6" fmla="*/ 4645 w 128785"/>
                    <a:gd name="connsiteY6" fmla="*/ 71403 h 84491"/>
                    <a:gd name="connsiteX7" fmla="*/ 18361 w 128785"/>
                    <a:gd name="connsiteY7" fmla="*/ 65879 h 84491"/>
                    <a:gd name="connsiteX8" fmla="*/ 88655 w 128785"/>
                    <a:gd name="connsiteY8" fmla="*/ 23969 h 84491"/>
                    <a:gd name="connsiteX9" fmla="*/ 122850 w 128785"/>
                    <a:gd name="connsiteY9" fmla="*/ 1299 h 84491"/>
                    <a:gd name="connsiteX10" fmla="*/ 127803 w 128785"/>
                    <a:gd name="connsiteY10" fmla="*/ 4919 h 84491"/>
                    <a:gd name="connsiteX11" fmla="*/ 112658 w 128785"/>
                    <a:gd name="connsiteY11" fmla="*/ 15015 h 84491"/>
                    <a:gd name="connsiteX12" fmla="*/ 75797 w 128785"/>
                    <a:gd name="connsiteY12" fmla="*/ 42543 h 84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8785" h="84491">
                      <a:moveTo>
                        <a:pt x="75797" y="42543"/>
                      </a:moveTo>
                      <a:cubicBezTo>
                        <a:pt x="63700" y="53306"/>
                        <a:pt x="52460" y="65212"/>
                        <a:pt x="39602" y="75118"/>
                      </a:cubicBezTo>
                      <a:cubicBezTo>
                        <a:pt x="33506" y="79785"/>
                        <a:pt x="26648" y="84072"/>
                        <a:pt x="19028" y="84453"/>
                      </a:cubicBezTo>
                      <a:cubicBezTo>
                        <a:pt x="14075" y="84738"/>
                        <a:pt x="9217" y="83405"/>
                        <a:pt x="4550" y="82071"/>
                      </a:cubicBezTo>
                      <a:cubicBezTo>
                        <a:pt x="3216" y="81690"/>
                        <a:pt x="1883" y="81309"/>
                        <a:pt x="930" y="80262"/>
                      </a:cubicBezTo>
                      <a:cubicBezTo>
                        <a:pt x="-308" y="78833"/>
                        <a:pt x="-213" y="76737"/>
                        <a:pt x="644" y="75118"/>
                      </a:cubicBezTo>
                      <a:cubicBezTo>
                        <a:pt x="1502" y="73499"/>
                        <a:pt x="3026" y="72356"/>
                        <a:pt x="4645" y="71403"/>
                      </a:cubicBezTo>
                      <a:cubicBezTo>
                        <a:pt x="8931" y="68832"/>
                        <a:pt x="13694" y="67498"/>
                        <a:pt x="18361" y="65879"/>
                      </a:cubicBezTo>
                      <a:cubicBezTo>
                        <a:pt x="44364" y="56735"/>
                        <a:pt x="66558" y="39971"/>
                        <a:pt x="88655" y="23969"/>
                      </a:cubicBezTo>
                      <a:cubicBezTo>
                        <a:pt x="99705" y="15968"/>
                        <a:pt x="110944" y="7967"/>
                        <a:pt x="122850" y="1299"/>
                      </a:cubicBezTo>
                      <a:cubicBezTo>
                        <a:pt x="126755" y="-891"/>
                        <a:pt x="130661" y="-701"/>
                        <a:pt x="127803" y="4919"/>
                      </a:cubicBezTo>
                      <a:cubicBezTo>
                        <a:pt x="125518" y="9396"/>
                        <a:pt x="116849" y="12348"/>
                        <a:pt x="112658" y="15015"/>
                      </a:cubicBezTo>
                      <a:cubicBezTo>
                        <a:pt x="99609" y="23016"/>
                        <a:pt x="87227" y="32351"/>
                        <a:pt x="75797" y="42543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889" name="Forme libre : forme 2888">
                <a:extLst>
                  <a:ext uri="{FF2B5EF4-FFF2-40B4-BE49-F238E27FC236}">
                    <a16:creationId xmlns:a16="http://schemas.microsoft.com/office/drawing/2014/main" id="{89B5D9D0-9B55-4BFA-A445-E9997F3CE401}"/>
                  </a:ext>
                </a:extLst>
              </p:cNvPr>
              <p:cNvSpPr/>
              <p:nvPr/>
            </p:nvSpPr>
            <p:spPr>
              <a:xfrm>
                <a:off x="7472055" y="2458816"/>
                <a:ext cx="72792" cy="102741"/>
              </a:xfrm>
              <a:custGeom>
                <a:avLst/>
                <a:gdLst>
                  <a:gd name="connsiteX0" fmla="*/ 26976 w 72792"/>
                  <a:gd name="connsiteY0" fmla="*/ 39877 h 102741"/>
                  <a:gd name="connsiteX1" fmla="*/ 1736 w 72792"/>
                  <a:gd name="connsiteY1" fmla="*/ 92074 h 102741"/>
                  <a:gd name="connsiteX2" fmla="*/ 973 w 72792"/>
                  <a:gd name="connsiteY2" fmla="*/ 102742 h 102741"/>
                  <a:gd name="connsiteX3" fmla="*/ 15546 w 72792"/>
                  <a:gd name="connsiteY3" fmla="*/ 83787 h 102741"/>
                  <a:gd name="connsiteX4" fmla="*/ 33073 w 72792"/>
                  <a:gd name="connsiteY4" fmla="*/ 62165 h 102741"/>
                  <a:gd name="connsiteX5" fmla="*/ 69649 w 72792"/>
                  <a:gd name="connsiteY5" fmla="*/ 18922 h 102741"/>
                  <a:gd name="connsiteX6" fmla="*/ 66505 w 72792"/>
                  <a:gd name="connsiteY6" fmla="*/ 538 h 102741"/>
                  <a:gd name="connsiteX7" fmla="*/ 45074 w 72792"/>
                  <a:gd name="connsiteY7" fmla="*/ 11492 h 102741"/>
                  <a:gd name="connsiteX8" fmla="*/ 26976 w 72792"/>
                  <a:gd name="connsiteY8" fmla="*/ 39877 h 102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792" h="102741">
                    <a:moveTo>
                      <a:pt x="26976" y="39877"/>
                    </a:moveTo>
                    <a:cubicBezTo>
                      <a:pt x="17928" y="57022"/>
                      <a:pt x="8974" y="74167"/>
                      <a:pt x="1736" y="92074"/>
                    </a:cubicBezTo>
                    <a:cubicBezTo>
                      <a:pt x="307" y="95503"/>
                      <a:pt x="-932" y="99598"/>
                      <a:pt x="973" y="102742"/>
                    </a:cubicBezTo>
                    <a:cubicBezTo>
                      <a:pt x="5831" y="96455"/>
                      <a:pt x="10689" y="90073"/>
                      <a:pt x="15546" y="83787"/>
                    </a:cubicBezTo>
                    <a:cubicBezTo>
                      <a:pt x="21166" y="76453"/>
                      <a:pt x="26881" y="69023"/>
                      <a:pt x="33073" y="62165"/>
                    </a:cubicBezTo>
                    <a:cubicBezTo>
                      <a:pt x="45646" y="48163"/>
                      <a:pt x="60981" y="35971"/>
                      <a:pt x="69649" y="18922"/>
                    </a:cubicBezTo>
                    <a:cubicBezTo>
                      <a:pt x="72982" y="12349"/>
                      <a:pt x="75744" y="3396"/>
                      <a:pt x="66505" y="538"/>
                    </a:cubicBezTo>
                    <a:cubicBezTo>
                      <a:pt x="57837" y="-2129"/>
                      <a:pt x="50217" y="5682"/>
                      <a:pt x="45074" y="11492"/>
                    </a:cubicBezTo>
                    <a:cubicBezTo>
                      <a:pt x="37454" y="19969"/>
                      <a:pt x="32120" y="29971"/>
                      <a:pt x="26976" y="39877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90" name="Forme libre : forme 2889">
                <a:extLst>
                  <a:ext uri="{FF2B5EF4-FFF2-40B4-BE49-F238E27FC236}">
                    <a16:creationId xmlns:a16="http://schemas.microsoft.com/office/drawing/2014/main" id="{69860EBE-01F2-45D4-AB49-648831D835B8}"/>
                  </a:ext>
                </a:extLst>
              </p:cNvPr>
              <p:cNvSpPr/>
              <p:nvPr/>
            </p:nvSpPr>
            <p:spPr>
              <a:xfrm>
                <a:off x="7599428" y="2527492"/>
                <a:ext cx="47484" cy="39463"/>
              </a:xfrm>
              <a:custGeom>
                <a:avLst/>
                <a:gdLst>
                  <a:gd name="connsiteX0" fmla="*/ 1236 w 47484"/>
                  <a:gd name="connsiteY0" fmla="*/ 33779 h 39463"/>
                  <a:gd name="connsiteX1" fmla="*/ 1046 w 47484"/>
                  <a:gd name="connsiteY1" fmla="*/ 39208 h 39463"/>
                  <a:gd name="connsiteX2" fmla="*/ 3998 w 47484"/>
                  <a:gd name="connsiteY2" fmla="*/ 39113 h 39463"/>
                  <a:gd name="connsiteX3" fmla="*/ 46003 w 47484"/>
                  <a:gd name="connsiteY3" fmla="*/ 3871 h 39463"/>
                  <a:gd name="connsiteX4" fmla="*/ 1236 w 47484"/>
                  <a:gd name="connsiteY4" fmla="*/ 33779 h 39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484" h="39463">
                    <a:moveTo>
                      <a:pt x="1236" y="33779"/>
                    </a:moveTo>
                    <a:cubicBezTo>
                      <a:pt x="93" y="35494"/>
                      <a:pt x="-764" y="38256"/>
                      <a:pt x="1046" y="39208"/>
                    </a:cubicBezTo>
                    <a:cubicBezTo>
                      <a:pt x="1902" y="39685"/>
                      <a:pt x="3045" y="39399"/>
                      <a:pt x="3998" y="39113"/>
                    </a:cubicBezTo>
                    <a:cubicBezTo>
                      <a:pt x="16476" y="35017"/>
                      <a:pt x="55528" y="24159"/>
                      <a:pt x="46003" y="3871"/>
                    </a:cubicBezTo>
                    <a:cubicBezTo>
                      <a:pt x="38479" y="-12227"/>
                      <a:pt x="5998" y="26635"/>
                      <a:pt x="1236" y="3377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91" name="Forme libre : forme 2890">
                <a:extLst>
                  <a:ext uri="{FF2B5EF4-FFF2-40B4-BE49-F238E27FC236}">
                    <a16:creationId xmlns:a16="http://schemas.microsoft.com/office/drawing/2014/main" id="{0C6B437A-9534-435F-BC3D-BCEC20F5A0A6}"/>
                  </a:ext>
                </a:extLst>
              </p:cNvPr>
              <p:cNvSpPr/>
              <p:nvPr/>
            </p:nvSpPr>
            <p:spPr>
              <a:xfrm>
                <a:off x="7570026" y="2635998"/>
                <a:ext cx="81005" cy="25731"/>
              </a:xfrm>
              <a:custGeom>
                <a:avLst/>
                <a:gdLst>
                  <a:gd name="connsiteX0" fmla="*/ 41686 w 81005"/>
                  <a:gd name="connsiteY0" fmla="*/ 2902 h 25731"/>
                  <a:gd name="connsiteX1" fmla="*/ 3396 w 81005"/>
                  <a:gd name="connsiteY1" fmla="*/ 12808 h 25731"/>
                  <a:gd name="connsiteX2" fmla="*/ 158 w 81005"/>
                  <a:gd name="connsiteY2" fmla="*/ 16047 h 25731"/>
                  <a:gd name="connsiteX3" fmla="*/ 2253 w 81005"/>
                  <a:gd name="connsiteY3" fmla="*/ 21095 h 25731"/>
                  <a:gd name="connsiteX4" fmla="*/ 7777 w 81005"/>
                  <a:gd name="connsiteY4" fmla="*/ 22810 h 25731"/>
                  <a:gd name="connsiteX5" fmla="*/ 73500 w 81005"/>
                  <a:gd name="connsiteY5" fmla="*/ 17857 h 25731"/>
                  <a:gd name="connsiteX6" fmla="*/ 78548 w 81005"/>
                  <a:gd name="connsiteY6" fmla="*/ 3093 h 25731"/>
                  <a:gd name="connsiteX7" fmla="*/ 41686 w 81005"/>
                  <a:gd name="connsiteY7" fmla="*/ 2902 h 25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1005" h="25731">
                    <a:moveTo>
                      <a:pt x="41686" y="2902"/>
                    </a:moveTo>
                    <a:cubicBezTo>
                      <a:pt x="28447" y="4236"/>
                      <a:pt x="14921" y="6236"/>
                      <a:pt x="3396" y="12808"/>
                    </a:cubicBezTo>
                    <a:cubicBezTo>
                      <a:pt x="2062" y="13570"/>
                      <a:pt x="634" y="14523"/>
                      <a:pt x="158" y="16047"/>
                    </a:cubicBezTo>
                    <a:cubicBezTo>
                      <a:pt x="-414" y="17857"/>
                      <a:pt x="634" y="19952"/>
                      <a:pt x="2253" y="21095"/>
                    </a:cubicBezTo>
                    <a:cubicBezTo>
                      <a:pt x="3872" y="22143"/>
                      <a:pt x="5872" y="22524"/>
                      <a:pt x="7777" y="22810"/>
                    </a:cubicBezTo>
                    <a:cubicBezTo>
                      <a:pt x="26923" y="25477"/>
                      <a:pt x="56641" y="29572"/>
                      <a:pt x="73500" y="17857"/>
                    </a:cubicBezTo>
                    <a:cubicBezTo>
                      <a:pt x="78262" y="14523"/>
                      <a:pt x="84549" y="8236"/>
                      <a:pt x="78548" y="3093"/>
                    </a:cubicBezTo>
                    <a:cubicBezTo>
                      <a:pt x="71118" y="-3289"/>
                      <a:pt x="50545" y="2045"/>
                      <a:pt x="41686" y="2902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92" name="Forme libre : forme 2891">
                <a:extLst>
                  <a:ext uri="{FF2B5EF4-FFF2-40B4-BE49-F238E27FC236}">
                    <a16:creationId xmlns:a16="http://schemas.microsoft.com/office/drawing/2014/main" id="{4CE91A17-26C5-4C3A-A153-56CB7A516332}"/>
                  </a:ext>
                </a:extLst>
              </p:cNvPr>
              <p:cNvSpPr/>
              <p:nvPr/>
            </p:nvSpPr>
            <p:spPr>
              <a:xfrm>
                <a:off x="7387399" y="2575654"/>
                <a:ext cx="129920" cy="115538"/>
              </a:xfrm>
              <a:custGeom>
                <a:avLst/>
                <a:gdLst>
                  <a:gd name="connsiteX0" fmla="*/ 77914 w 129920"/>
                  <a:gd name="connsiteY0" fmla="*/ 50006 h 115538"/>
                  <a:gd name="connsiteX1" fmla="*/ 126587 w 129920"/>
                  <a:gd name="connsiteY1" fmla="*/ 46863 h 115538"/>
                  <a:gd name="connsiteX2" fmla="*/ 74200 w 129920"/>
                  <a:gd name="connsiteY2" fmla="*/ 58579 h 115538"/>
                  <a:gd name="connsiteX3" fmla="*/ 28860 w 129920"/>
                  <a:gd name="connsiteY3" fmla="*/ 89344 h 115538"/>
                  <a:gd name="connsiteX4" fmla="*/ 0 w 129920"/>
                  <a:gd name="connsiteY4" fmla="*/ 115538 h 115538"/>
                  <a:gd name="connsiteX5" fmla="*/ 74486 w 129920"/>
                  <a:gd name="connsiteY5" fmla="*/ 43339 h 115538"/>
                  <a:gd name="connsiteX6" fmla="*/ 116300 w 129920"/>
                  <a:gd name="connsiteY6" fmla="*/ 10477 h 115538"/>
                  <a:gd name="connsiteX7" fmla="*/ 129921 w 129920"/>
                  <a:gd name="connsiteY7" fmla="*/ 0 h 115538"/>
                  <a:gd name="connsiteX8" fmla="*/ 121062 w 129920"/>
                  <a:gd name="connsiteY8" fmla="*/ 9430 h 115538"/>
                  <a:gd name="connsiteX9" fmla="*/ 106203 w 129920"/>
                  <a:gd name="connsiteY9" fmla="*/ 22193 h 115538"/>
                  <a:gd name="connsiteX10" fmla="*/ 77914 w 129920"/>
                  <a:gd name="connsiteY10" fmla="*/ 50006 h 11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9920" h="115538">
                    <a:moveTo>
                      <a:pt x="77914" y="50006"/>
                    </a:moveTo>
                    <a:cubicBezTo>
                      <a:pt x="94202" y="51340"/>
                      <a:pt x="110585" y="50292"/>
                      <a:pt x="126587" y="46863"/>
                    </a:cubicBezTo>
                    <a:cubicBezTo>
                      <a:pt x="110490" y="54769"/>
                      <a:pt x="91344" y="53150"/>
                      <a:pt x="74200" y="58579"/>
                    </a:cubicBezTo>
                    <a:cubicBezTo>
                      <a:pt x="56674" y="64198"/>
                      <a:pt x="42481" y="76962"/>
                      <a:pt x="28860" y="89344"/>
                    </a:cubicBezTo>
                    <a:cubicBezTo>
                      <a:pt x="19240" y="98108"/>
                      <a:pt x="9620" y="106775"/>
                      <a:pt x="0" y="115538"/>
                    </a:cubicBezTo>
                    <a:cubicBezTo>
                      <a:pt x="21907" y="88678"/>
                      <a:pt x="47625" y="65246"/>
                      <a:pt x="74486" y="43339"/>
                    </a:cubicBezTo>
                    <a:cubicBezTo>
                      <a:pt x="88202" y="32099"/>
                      <a:pt x="102298" y="21336"/>
                      <a:pt x="116300" y="10477"/>
                    </a:cubicBezTo>
                    <a:cubicBezTo>
                      <a:pt x="120872" y="7048"/>
                      <a:pt x="125253" y="3238"/>
                      <a:pt x="129921" y="0"/>
                    </a:cubicBezTo>
                    <a:cubicBezTo>
                      <a:pt x="128111" y="4477"/>
                      <a:pt x="124682" y="6477"/>
                      <a:pt x="121062" y="9430"/>
                    </a:cubicBezTo>
                    <a:cubicBezTo>
                      <a:pt x="116014" y="13525"/>
                      <a:pt x="111061" y="17812"/>
                      <a:pt x="106203" y="22193"/>
                    </a:cubicBezTo>
                    <a:cubicBezTo>
                      <a:pt x="96393" y="30956"/>
                      <a:pt x="86963" y="40291"/>
                      <a:pt x="77914" y="50006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893" name="Graphique 11">
              <a:extLst>
                <a:ext uri="{FF2B5EF4-FFF2-40B4-BE49-F238E27FC236}">
                  <a16:creationId xmlns:a16="http://schemas.microsoft.com/office/drawing/2014/main" id="{B48ADEEF-10EC-44ED-86E1-95C5FDF9BB37}"/>
                </a:ext>
              </a:extLst>
            </p:cNvPr>
            <p:cNvGrpSpPr/>
            <p:nvPr/>
          </p:nvGrpSpPr>
          <p:grpSpPr>
            <a:xfrm>
              <a:off x="4341149" y="3942248"/>
              <a:ext cx="808890" cy="608158"/>
              <a:chOff x="4341149" y="3942248"/>
              <a:chExt cx="808890" cy="608158"/>
            </a:xfrm>
            <a:solidFill>
              <a:schemeClr val="accent1"/>
            </a:solidFill>
          </p:grpSpPr>
          <p:grpSp>
            <p:nvGrpSpPr>
              <p:cNvPr id="2894" name="Graphique 11">
                <a:extLst>
                  <a:ext uri="{FF2B5EF4-FFF2-40B4-BE49-F238E27FC236}">
                    <a16:creationId xmlns:a16="http://schemas.microsoft.com/office/drawing/2014/main" id="{448BF979-5830-4882-BECC-5B23FAC3F03D}"/>
                  </a:ext>
                </a:extLst>
              </p:cNvPr>
              <p:cNvGrpSpPr/>
              <p:nvPr/>
            </p:nvGrpSpPr>
            <p:grpSpPr>
              <a:xfrm>
                <a:off x="4341149" y="3942248"/>
                <a:ext cx="808890" cy="608158"/>
                <a:chOff x="4341149" y="3942248"/>
                <a:chExt cx="808890" cy="608158"/>
              </a:xfrm>
              <a:solidFill>
                <a:schemeClr val="accent1"/>
              </a:solidFill>
            </p:grpSpPr>
            <p:sp>
              <p:nvSpPr>
                <p:cNvPr id="2895" name="Forme libre : forme 2894">
                  <a:extLst>
                    <a:ext uri="{FF2B5EF4-FFF2-40B4-BE49-F238E27FC236}">
                      <a16:creationId xmlns:a16="http://schemas.microsoft.com/office/drawing/2014/main" id="{7D8CD9E8-C68D-4F32-B40B-52677E1E8DE5}"/>
                    </a:ext>
                  </a:extLst>
                </p:cNvPr>
                <p:cNvSpPr/>
                <p:nvPr/>
              </p:nvSpPr>
              <p:spPr>
                <a:xfrm>
                  <a:off x="4425505" y="3942248"/>
                  <a:ext cx="724534" cy="558217"/>
                </a:xfrm>
                <a:custGeom>
                  <a:avLst/>
                  <a:gdLst>
                    <a:gd name="connsiteX0" fmla="*/ 183737 w 724534"/>
                    <a:gd name="connsiteY0" fmla="*/ 558218 h 558217"/>
                    <a:gd name="connsiteX1" fmla="*/ 283273 w 724534"/>
                    <a:gd name="connsiteY1" fmla="*/ 421915 h 558217"/>
                    <a:gd name="connsiteX2" fmla="*/ 422910 w 724534"/>
                    <a:gd name="connsiteY2" fmla="*/ 269134 h 558217"/>
                    <a:gd name="connsiteX3" fmla="*/ 661035 w 724534"/>
                    <a:gd name="connsiteY3" fmla="*/ 127307 h 558217"/>
                    <a:gd name="connsiteX4" fmla="*/ 720471 w 724534"/>
                    <a:gd name="connsiteY4" fmla="*/ 102066 h 558217"/>
                    <a:gd name="connsiteX5" fmla="*/ 674180 w 724534"/>
                    <a:gd name="connsiteY5" fmla="*/ 69014 h 558217"/>
                    <a:gd name="connsiteX6" fmla="*/ 668560 w 724534"/>
                    <a:gd name="connsiteY6" fmla="*/ 59203 h 558217"/>
                    <a:gd name="connsiteX7" fmla="*/ 662940 w 724534"/>
                    <a:gd name="connsiteY7" fmla="*/ 2625 h 558217"/>
                    <a:gd name="connsiteX8" fmla="*/ 611410 w 724534"/>
                    <a:gd name="connsiteY8" fmla="*/ 41582 h 558217"/>
                    <a:gd name="connsiteX9" fmla="*/ 369856 w 724534"/>
                    <a:gd name="connsiteY9" fmla="*/ 177408 h 558217"/>
                    <a:gd name="connsiteX10" fmla="*/ 167735 w 724534"/>
                    <a:gd name="connsiteY10" fmla="*/ 222366 h 558217"/>
                    <a:gd name="connsiteX11" fmla="*/ 0 w 724534"/>
                    <a:gd name="connsiteY11" fmla="*/ 240750 h 558217"/>
                    <a:gd name="connsiteX12" fmla="*/ 33909 w 724534"/>
                    <a:gd name="connsiteY12" fmla="*/ 431154 h 558217"/>
                    <a:gd name="connsiteX13" fmla="*/ 183737 w 724534"/>
                    <a:gd name="connsiteY13" fmla="*/ 558218 h 55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24534" h="558217">
                      <a:moveTo>
                        <a:pt x="183737" y="558218"/>
                      </a:moveTo>
                      <a:cubicBezTo>
                        <a:pt x="183737" y="558218"/>
                        <a:pt x="226695" y="516594"/>
                        <a:pt x="283273" y="421915"/>
                      </a:cubicBezTo>
                      <a:cubicBezTo>
                        <a:pt x="339852" y="327237"/>
                        <a:pt x="358712" y="308758"/>
                        <a:pt x="422910" y="269134"/>
                      </a:cubicBezTo>
                      <a:cubicBezTo>
                        <a:pt x="487204" y="229510"/>
                        <a:pt x="647224" y="135022"/>
                        <a:pt x="661035" y="127307"/>
                      </a:cubicBezTo>
                      <a:cubicBezTo>
                        <a:pt x="674846" y="119592"/>
                        <a:pt x="704279" y="100732"/>
                        <a:pt x="720471" y="102066"/>
                      </a:cubicBezTo>
                      <a:cubicBezTo>
                        <a:pt x="736759" y="103304"/>
                        <a:pt x="700564" y="64537"/>
                        <a:pt x="674180" y="69014"/>
                      </a:cubicBezTo>
                      <a:lnTo>
                        <a:pt x="668560" y="59203"/>
                      </a:lnTo>
                      <a:cubicBezTo>
                        <a:pt x="685610" y="38629"/>
                        <a:pt x="669988" y="-12044"/>
                        <a:pt x="662940" y="2625"/>
                      </a:cubicBezTo>
                      <a:cubicBezTo>
                        <a:pt x="655892" y="17388"/>
                        <a:pt x="624935" y="33486"/>
                        <a:pt x="611410" y="41582"/>
                      </a:cubicBezTo>
                      <a:cubicBezTo>
                        <a:pt x="597789" y="49773"/>
                        <a:pt x="436245" y="141404"/>
                        <a:pt x="369856" y="177408"/>
                      </a:cubicBezTo>
                      <a:cubicBezTo>
                        <a:pt x="303467" y="213413"/>
                        <a:pt x="278035" y="220461"/>
                        <a:pt x="167735" y="222366"/>
                      </a:cubicBezTo>
                      <a:cubicBezTo>
                        <a:pt x="57531" y="224271"/>
                        <a:pt x="0" y="240750"/>
                        <a:pt x="0" y="240750"/>
                      </a:cubicBezTo>
                      <a:lnTo>
                        <a:pt x="33909" y="431154"/>
                      </a:lnTo>
                      <a:lnTo>
                        <a:pt x="183737" y="558218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896" name="Graphique 11">
                  <a:extLst>
                    <a:ext uri="{FF2B5EF4-FFF2-40B4-BE49-F238E27FC236}">
                      <a16:creationId xmlns:a16="http://schemas.microsoft.com/office/drawing/2014/main" id="{68E41A6E-3A04-4DD6-AAFB-8590B394C15F}"/>
                    </a:ext>
                  </a:extLst>
                </p:cNvPr>
                <p:cNvGrpSpPr/>
                <p:nvPr/>
              </p:nvGrpSpPr>
              <p:grpSpPr>
                <a:xfrm>
                  <a:off x="4357732" y="4283265"/>
                  <a:ext cx="197066" cy="188176"/>
                  <a:chOff x="4357732" y="4283265"/>
                  <a:chExt cx="197066" cy="188176"/>
                </a:xfrm>
                <a:solidFill>
                  <a:schemeClr val="accent1"/>
                </a:solidFill>
              </p:grpSpPr>
              <p:sp>
                <p:nvSpPr>
                  <p:cNvPr id="2897" name="Forme libre : forme 2896">
                    <a:extLst>
                      <a:ext uri="{FF2B5EF4-FFF2-40B4-BE49-F238E27FC236}">
                        <a16:creationId xmlns:a16="http://schemas.microsoft.com/office/drawing/2014/main" id="{6EAA6F0E-2AD4-4F20-B6FD-EFCB68C83032}"/>
                      </a:ext>
                    </a:extLst>
                  </p:cNvPr>
                  <p:cNvSpPr/>
                  <p:nvPr/>
                </p:nvSpPr>
                <p:spPr>
                  <a:xfrm rot="-1803583">
                    <a:off x="4379685" y="4312964"/>
                    <a:ext cx="153161" cy="128777"/>
                  </a:xfrm>
                  <a:custGeom>
                    <a:avLst/>
                    <a:gdLst>
                      <a:gd name="connsiteX0" fmla="*/ 153161 w 153161"/>
                      <a:gd name="connsiteY0" fmla="*/ 64389 h 128777"/>
                      <a:gd name="connsiteX1" fmla="*/ 76581 w 153161"/>
                      <a:gd name="connsiteY1" fmla="*/ 128778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1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1" y="64389"/>
                        </a:moveTo>
                        <a:cubicBezTo>
                          <a:pt x="153161" y="99950"/>
                          <a:pt x="118875" y="128778"/>
                          <a:pt x="76581" y="128778"/>
                        </a:cubicBezTo>
                        <a:cubicBezTo>
                          <a:pt x="34287" y="128778"/>
                          <a:pt x="0" y="99950"/>
                          <a:pt x="0" y="64389"/>
                        </a:cubicBezTo>
                        <a:cubicBezTo>
                          <a:pt x="0" y="28828"/>
                          <a:pt x="34287" y="0"/>
                          <a:pt x="76581" y="0"/>
                        </a:cubicBezTo>
                        <a:cubicBezTo>
                          <a:pt x="118875" y="0"/>
                          <a:pt x="153161" y="28828"/>
                          <a:pt x="153161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98" name="Forme libre : forme 2897">
                    <a:extLst>
                      <a:ext uri="{FF2B5EF4-FFF2-40B4-BE49-F238E27FC236}">
                        <a16:creationId xmlns:a16="http://schemas.microsoft.com/office/drawing/2014/main" id="{BA094E68-741B-4A18-8BFF-07FD170007B3}"/>
                      </a:ext>
                    </a:extLst>
                  </p:cNvPr>
                  <p:cNvSpPr/>
                  <p:nvPr/>
                </p:nvSpPr>
                <p:spPr>
                  <a:xfrm>
                    <a:off x="4398168" y="4309791"/>
                    <a:ext cx="131746" cy="116952"/>
                  </a:xfrm>
                  <a:custGeom>
                    <a:avLst/>
                    <a:gdLst>
                      <a:gd name="connsiteX0" fmla="*/ 0 w 131746"/>
                      <a:gd name="connsiteY0" fmla="*/ 34370 h 116952"/>
                      <a:gd name="connsiteX1" fmla="*/ 9525 w 131746"/>
                      <a:gd name="connsiteY1" fmla="*/ 27989 h 116952"/>
                      <a:gd name="connsiteX2" fmla="*/ 108013 w 131746"/>
                      <a:gd name="connsiteY2" fmla="*/ 45419 h 116952"/>
                      <a:gd name="connsiteX3" fmla="*/ 99822 w 131746"/>
                      <a:gd name="connsiteY3" fmla="*/ 116952 h 116952"/>
                      <a:gd name="connsiteX4" fmla="*/ 124301 w 131746"/>
                      <a:gd name="connsiteY4" fmla="*/ 29322 h 116952"/>
                      <a:gd name="connsiteX5" fmla="*/ 25813 w 131746"/>
                      <a:gd name="connsiteY5" fmla="*/ 11891 h 116952"/>
                      <a:gd name="connsiteX6" fmla="*/ 0 w 131746"/>
                      <a:gd name="connsiteY6" fmla="*/ 34370 h 116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746" h="116952">
                        <a:moveTo>
                          <a:pt x="0" y="34370"/>
                        </a:moveTo>
                        <a:cubicBezTo>
                          <a:pt x="2953" y="32084"/>
                          <a:pt x="6096" y="29894"/>
                          <a:pt x="9525" y="27989"/>
                        </a:cubicBezTo>
                        <a:cubicBezTo>
                          <a:pt x="46101" y="6843"/>
                          <a:pt x="90011" y="14749"/>
                          <a:pt x="108013" y="45419"/>
                        </a:cubicBezTo>
                        <a:cubicBezTo>
                          <a:pt x="122111" y="69422"/>
                          <a:pt x="117729" y="99998"/>
                          <a:pt x="99822" y="116952"/>
                        </a:cubicBezTo>
                        <a:cubicBezTo>
                          <a:pt x="129349" y="94473"/>
                          <a:pt x="140494" y="57230"/>
                          <a:pt x="124301" y="29322"/>
                        </a:cubicBezTo>
                        <a:cubicBezTo>
                          <a:pt x="106489" y="-1444"/>
                          <a:pt x="62389" y="-9254"/>
                          <a:pt x="25813" y="11891"/>
                        </a:cubicBezTo>
                        <a:cubicBezTo>
                          <a:pt x="15335" y="17892"/>
                          <a:pt x="6763" y="25703"/>
                          <a:pt x="0" y="3437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899" name="Forme libre : forme 2898">
                    <a:extLst>
                      <a:ext uri="{FF2B5EF4-FFF2-40B4-BE49-F238E27FC236}">
                        <a16:creationId xmlns:a16="http://schemas.microsoft.com/office/drawing/2014/main" id="{6D444D6A-C866-4CF1-9215-95149B8157D0}"/>
                      </a:ext>
                    </a:extLst>
                  </p:cNvPr>
                  <p:cNvSpPr/>
                  <p:nvPr/>
                </p:nvSpPr>
                <p:spPr>
                  <a:xfrm rot="-522470">
                    <a:off x="4404277" y="4379392"/>
                    <a:ext cx="74868" cy="59247"/>
                  </a:xfrm>
                  <a:custGeom>
                    <a:avLst/>
                    <a:gdLst>
                      <a:gd name="connsiteX0" fmla="*/ 74869 w 74868"/>
                      <a:gd name="connsiteY0" fmla="*/ 29624 h 59247"/>
                      <a:gd name="connsiteX1" fmla="*/ 37434 w 74868"/>
                      <a:gd name="connsiteY1" fmla="*/ 59247 h 59247"/>
                      <a:gd name="connsiteX2" fmla="*/ 0 w 74868"/>
                      <a:gd name="connsiteY2" fmla="*/ 29624 h 59247"/>
                      <a:gd name="connsiteX3" fmla="*/ 37434 w 74868"/>
                      <a:gd name="connsiteY3" fmla="*/ 0 h 59247"/>
                      <a:gd name="connsiteX4" fmla="*/ 74869 w 74868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8" h="59247">
                        <a:moveTo>
                          <a:pt x="74869" y="29624"/>
                        </a:moveTo>
                        <a:cubicBezTo>
                          <a:pt x="74869" y="45984"/>
                          <a:pt x="58109" y="59247"/>
                          <a:pt x="37434" y="59247"/>
                        </a:cubicBezTo>
                        <a:cubicBezTo>
                          <a:pt x="16760" y="59247"/>
                          <a:pt x="0" y="45984"/>
                          <a:pt x="0" y="29624"/>
                        </a:cubicBezTo>
                        <a:cubicBezTo>
                          <a:pt x="0" y="13263"/>
                          <a:pt x="16760" y="0"/>
                          <a:pt x="37434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00" name="Forme libre : forme 2899">
                    <a:extLst>
                      <a:ext uri="{FF2B5EF4-FFF2-40B4-BE49-F238E27FC236}">
                        <a16:creationId xmlns:a16="http://schemas.microsoft.com/office/drawing/2014/main" id="{CBACDDE5-D192-4F9C-B4A1-5021E6ED2047}"/>
                      </a:ext>
                    </a:extLst>
                  </p:cNvPr>
                  <p:cNvSpPr/>
                  <p:nvPr/>
                </p:nvSpPr>
                <p:spPr>
                  <a:xfrm>
                    <a:off x="4397216" y="4394644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4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901" name="Graphique 11">
                  <a:extLst>
                    <a:ext uri="{FF2B5EF4-FFF2-40B4-BE49-F238E27FC236}">
                      <a16:creationId xmlns:a16="http://schemas.microsoft.com/office/drawing/2014/main" id="{D1783373-502C-4331-B07D-9A9BD6141A85}"/>
                    </a:ext>
                  </a:extLst>
                </p:cNvPr>
                <p:cNvGrpSpPr/>
                <p:nvPr/>
              </p:nvGrpSpPr>
              <p:grpSpPr>
                <a:xfrm>
                  <a:off x="4462592" y="4362231"/>
                  <a:ext cx="197066" cy="188176"/>
                  <a:chOff x="4462592" y="4362231"/>
                  <a:chExt cx="197066" cy="188176"/>
                </a:xfrm>
                <a:solidFill>
                  <a:schemeClr val="accent1"/>
                </a:solidFill>
              </p:grpSpPr>
              <p:sp>
                <p:nvSpPr>
                  <p:cNvPr id="2902" name="Forme libre : forme 2901">
                    <a:extLst>
                      <a:ext uri="{FF2B5EF4-FFF2-40B4-BE49-F238E27FC236}">
                        <a16:creationId xmlns:a16="http://schemas.microsoft.com/office/drawing/2014/main" id="{5A56319B-D631-491C-9598-6A7D67CBBBC3}"/>
                      </a:ext>
                    </a:extLst>
                  </p:cNvPr>
                  <p:cNvSpPr/>
                  <p:nvPr/>
                </p:nvSpPr>
                <p:spPr>
                  <a:xfrm rot="-1803583">
                    <a:off x="4484545" y="4391930"/>
                    <a:ext cx="153161" cy="128777"/>
                  </a:xfrm>
                  <a:custGeom>
                    <a:avLst/>
                    <a:gdLst>
                      <a:gd name="connsiteX0" fmla="*/ 153161 w 153161"/>
                      <a:gd name="connsiteY0" fmla="*/ 64389 h 128777"/>
                      <a:gd name="connsiteX1" fmla="*/ 76581 w 153161"/>
                      <a:gd name="connsiteY1" fmla="*/ 128777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1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1" y="64389"/>
                        </a:moveTo>
                        <a:cubicBezTo>
                          <a:pt x="153161" y="99950"/>
                          <a:pt x="118875" y="128777"/>
                          <a:pt x="76581" y="128777"/>
                        </a:cubicBezTo>
                        <a:cubicBezTo>
                          <a:pt x="34286" y="128777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1" y="28828"/>
                          <a:pt x="153161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03" name="Forme libre : forme 2902">
                    <a:extLst>
                      <a:ext uri="{FF2B5EF4-FFF2-40B4-BE49-F238E27FC236}">
                        <a16:creationId xmlns:a16="http://schemas.microsoft.com/office/drawing/2014/main" id="{22EACDCF-089E-439C-9075-2B9F6E2559DA}"/>
                      </a:ext>
                    </a:extLst>
                  </p:cNvPr>
                  <p:cNvSpPr/>
                  <p:nvPr/>
                </p:nvSpPr>
                <p:spPr>
                  <a:xfrm>
                    <a:off x="4503038" y="4388848"/>
                    <a:ext cx="131746" cy="116952"/>
                  </a:xfrm>
                  <a:custGeom>
                    <a:avLst/>
                    <a:gdLst>
                      <a:gd name="connsiteX0" fmla="*/ 0 w 131746"/>
                      <a:gd name="connsiteY0" fmla="*/ 34371 h 116952"/>
                      <a:gd name="connsiteX1" fmla="*/ 9525 w 131746"/>
                      <a:gd name="connsiteY1" fmla="*/ 27989 h 116952"/>
                      <a:gd name="connsiteX2" fmla="*/ 108014 w 131746"/>
                      <a:gd name="connsiteY2" fmla="*/ 45420 h 116952"/>
                      <a:gd name="connsiteX3" fmla="*/ 99822 w 131746"/>
                      <a:gd name="connsiteY3" fmla="*/ 116952 h 116952"/>
                      <a:gd name="connsiteX4" fmla="*/ 124301 w 131746"/>
                      <a:gd name="connsiteY4" fmla="*/ 29322 h 116952"/>
                      <a:gd name="connsiteX5" fmla="*/ 25813 w 131746"/>
                      <a:gd name="connsiteY5" fmla="*/ 11891 h 116952"/>
                      <a:gd name="connsiteX6" fmla="*/ 0 w 131746"/>
                      <a:gd name="connsiteY6" fmla="*/ 34371 h 116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746" h="116952">
                        <a:moveTo>
                          <a:pt x="0" y="34371"/>
                        </a:moveTo>
                        <a:cubicBezTo>
                          <a:pt x="2953" y="32085"/>
                          <a:pt x="6096" y="29894"/>
                          <a:pt x="9525" y="27989"/>
                        </a:cubicBezTo>
                        <a:cubicBezTo>
                          <a:pt x="46101" y="6843"/>
                          <a:pt x="90011" y="14749"/>
                          <a:pt x="108014" y="45420"/>
                        </a:cubicBezTo>
                        <a:cubicBezTo>
                          <a:pt x="122110" y="69422"/>
                          <a:pt x="117729" y="99998"/>
                          <a:pt x="99822" y="116952"/>
                        </a:cubicBezTo>
                        <a:cubicBezTo>
                          <a:pt x="129350" y="94473"/>
                          <a:pt x="140494" y="57230"/>
                          <a:pt x="124301" y="29322"/>
                        </a:cubicBezTo>
                        <a:cubicBezTo>
                          <a:pt x="106490" y="-1444"/>
                          <a:pt x="62389" y="-9254"/>
                          <a:pt x="25813" y="11891"/>
                        </a:cubicBezTo>
                        <a:cubicBezTo>
                          <a:pt x="15335" y="17797"/>
                          <a:pt x="6763" y="25607"/>
                          <a:pt x="0" y="34371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04" name="Forme libre : forme 2903">
                    <a:extLst>
                      <a:ext uri="{FF2B5EF4-FFF2-40B4-BE49-F238E27FC236}">
                        <a16:creationId xmlns:a16="http://schemas.microsoft.com/office/drawing/2014/main" id="{CA873D46-B539-4124-98A6-75400A63F32F}"/>
                      </a:ext>
                    </a:extLst>
                  </p:cNvPr>
                  <p:cNvSpPr/>
                  <p:nvPr/>
                </p:nvSpPr>
                <p:spPr>
                  <a:xfrm rot="-522470">
                    <a:off x="4509149" y="4458353"/>
                    <a:ext cx="74868" cy="59247"/>
                  </a:xfrm>
                  <a:custGeom>
                    <a:avLst/>
                    <a:gdLst>
                      <a:gd name="connsiteX0" fmla="*/ 74868 w 74868"/>
                      <a:gd name="connsiteY0" fmla="*/ 29623 h 59247"/>
                      <a:gd name="connsiteX1" fmla="*/ 37434 w 74868"/>
                      <a:gd name="connsiteY1" fmla="*/ 59247 h 59247"/>
                      <a:gd name="connsiteX2" fmla="*/ 0 w 74868"/>
                      <a:gd name="connsiteY2" fmla="*/ 29623 h 59247"/>
                      <a:gd name="connsiteX3" fmla="*/ 37434 w 74868"/>
                      <a:gd name="connsiteY3" fmla="*/ 0 h 59247"/>
                      <a:gd name="connsiteX4" fmla="*/ 74868 w 74868"/>
                      <a:gd name="connsiteY4" fmla="*/ 29623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8" h="59247">
                        <a:moveTo>
                          <a:pt x="74868" y="29623"/>
                        </a:moveTo>
                        <a:cubicBezTo>
                          <a:pt x="74868" y="45984"/>
                          <a:pt x="58109" y="59247"/>
                          <a:pt x="37434" y="59247"/>
                        </a:cubicBezTo>
                        <a:cubicBezTo>
                          <a:pt x="16760" y="59247"/>
                          <a:pt x="0" y="45984"/>
                          <a:pt x="0" y="29623"/>
                        </a:cubicBezTo>
                        <a:cubicBezTo>
                          <a:pt x="0" y="13263"/>
                          <a:pt x="16760" y="0"/>
                          <a:pt x="37434" y="0"/>
                        </a:cubicBezTo>
                        <a:cubicBezTo>
                          <a:pt x="58109" y="0"/>
                          <a:pt x="74868" y="13263"/>
                          <a:pt x="74868" y="29623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05" name="Forme libre : forme 2904">
                    <a:extLst>
                      <a:ext uri="{FF2B5EF4-FFF2-40B4-BE49-F238E27FC236}">
                        <a16:creationId xmlns:a16="http://schemas.microsoft.com/office/drawing/2014/main" id="{EF5A182D-5E6C-4DAD-B195-F9DC83D1334C}"/>
                      </a:ext>
                    </a:extLst>
                  </p:cNvPr>
                  <p:cNvSpPr/>
                  <p:nvPr/>
                </p:nvSpPr>
                <p:spPr>
                  <a:xfrm>
                    <a:off x="4502086" y="4473606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906" name="Graphique 11">
                  <a:extLst>
                    <a:ext uri="{FF2B5EF4-FFF2-40B4-BE49-F238E27FC236}">
                      <a16:creationId xmlns:a16="http://schemas.microsoft.com/office/drawing/2014/main" id="{F5CC6A91-C0E1-41D8-A415-1FB35EA47275}"/>
                    </a:ext>
                  </a:extLst>
                </p:cNvPr>
                <p:cNvGrpSpPr/>
                <p:nvPr/>
              </p:nvGrpSpPr>
              <p:grpSpPr>
                <a:xfrm>
                  <a:off x="4341149" y="4152531"/>
                  <a:ext cx="197066" cy="188176"/>
                  <a:chOff x="4341149" y="4152531"/>
                  <a:chExt cx="197066" cy="188176"/>
                </a:xfrm>
                <a:solidFill>
                  <a:schemeClr val="accent1"/>
                </a:solidFill>
              </p:grpSpPr>
              <p:sp>
                <p:nvSpPr>
                  <p:cNvPr id="2907" name="Forme libre : forme 2906">
                    <a:extLst>
                      <a:ext uri="{FF2B5EF4-FFF2-40B4-BE49-F238E27FC236}">
                        <a16:creationId xmlns:a16="http://schemas.microsoft.com/office/drawing/2014/main" id="{60E1627A-1AB9-4F76-970B-F6CB241205A6}"/>
                      </a:ext>
                    </a:extLst>
                  </p:cNvPr>
                  <p:cNvSpPr/>
                  <p:nvPr/>
                </p:nvSpPr>
                <p:spPr>
                  <a:xfrm rot="-1803583">
                    <a:off x="4363101" y="4182230"/>
                    <a:ext cx="153161" cy="128777"/>
                  </a:xfrm>
                  <a:custGeom>
                    <a:avLst/>
                    <a:gdLst>
                      <a:gd name="connsiteX0" fmla="*/ 153161 w 153161"/>
                      <a:gd name="connsiteY0" fmla="*/ 64389 h 128777"/>
                      <a:gd name="connsiteX1" fmla="*/ 76581 w 153161"/>
                      <a:gd name="connsiteY1" fmla="*/ 128777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1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1" y="64389"/>
                        </a:moveTo>
                        <a:cubicBezTo>
                          <a:pt x="153161" y="99950"/>
                          <a:pt x="118875" y="128777"/>
                          <a:pt x="76581" y="128777"/>
                        </a:cubicBezTo>
                        <a:cubicBezTo>
                          <a:pt x="34286" y="128777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1" y="28828"/>
                          <a:pt x="153161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08" name="Forme libre : forme 2907">
                    <a:extLst>
                      <a:ext uri="{FF2B5EF4-FFF2-40B4-BE49-F238E27FC236}">
                        <a16:creationId xmlns:a16="http://schemas.microsoft.com/office/drawing/2014/main" id="{DB7A3A1F-F7E1-4711-8DD2-85B182C52A2A}"/>
                      </a:ext>
                    </a:extLst>
                  </p:cNvPr>
                  <p:cNvSpPr/>
                  <p:nvPr/>
                </p:nvSpPr>
                <p:spPr>
                  <a:xfrm>
                    <a:off x="4381690" y="4179108"/>
                    <a:ext cx="131746" cy="116952"/>
                  </a:xfrm>
                  <a:custGeom>
                    <a:avLst/>
                    <a:gdLst>
                      <a:gd name="connsiteX0" fmla="*/ 0 w 131746"/>
                      <a:gd name="connsiteY0" fmla="*/ 34370 h 116952"/>
                      <a:gd name="connsiteX1" fmla="*/ 9525 w 131746"/>
                      <a:gd name="connsiteY1" fmla="*/ 27989 h 116952"/>
                      <a:gd name="connsiteX2" fmla="*/ 108013 w 131746"/>
                      <a:gd name="connsiteY2" fmla="*/ 45419 h 116952"/>
                      <a:gd name="connsiteX3" fmla="*/ 99822 w 131746"/>
                      <a:gd name="connsiteY3" fmla="*/ 116952 h 116952"/>
                      <a:gd name="connsiteX4" fmla="*/ 124301 w 131746"/>
                      <a:gd name="connsiteY4" fmla="*/ 29322 h 116952"/>
                      <a:gd name="connsiteX5" fmla="*/ 25813 w 131746"/>
                      <a:gd name="connsiteY5" fmla="*/ 11891 h 116952"/>
                      <a:gd name="connsiteX6" fmla="*/ 0 w 131746"/>
                      <a:gd name="connsiteY6" fmla="*/ 34370 h 116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746" h="116952">
                        <a:moveTo>
                          <a:pt x="0" y="34370"/>
                        </a:moveTo>
                        <a:cubicBezTo>
                          <a:pt x="2953" y="32084"/>
                          <a:pt x="6096" y="29894"/>
                          <a:pt x="9525" y="27989"/>
                        </a:cubicBezTo>
                        <a:cubicBezTo>
                          <a:pt x="46101" y="6843"/>
                          <a:pt x="90011" y="14749"/>
                          <a:pt x="108013" y="45419"/>
                        </a:cubicBezTo>
                        <a:cubicBezTo>
                          <a:pt x="122110" y="69422"/>
                          <a:pt x="117729" y="99998"/>
                          <a:pt x="99822" y="116952"/>
                        </a:cubicBezTo>
                        <a:cubicBezTo>
                          <a:pt x="129350" y="94473"/>
                          <a:pt x="140494" y="57230"/>
                          <a:pt x="124301" y="29322"/>
                        </a:cubicBezTo>
                        <a:cubicBezTo>
                          <a:pt x="106489" y="-1444"/>
                          <a:pt x="62389" y="-9254"/>
                          <a:pt x="25813" y="11891"/>
                        </a:cubicBezTo>
                        <a:cubicBezTo>
                          <a:pt x="15335" y="17892"/>
                          <a:pt x="6667" y="25607"/>
                          <a:pt x="0" y="3437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09" name="Forme libre : forme 2908">
                    <a:extLst>
                      <a:ext uri="{FF2B5EF4-FFF2-40B4-BE49-F238E27FC236}">
                        <a16:creationId xmlns:a16="http://schemas.microsoft.com/office/drawing/2014/main" id="{0B2EF3F4-56D0-483C-B61B-2153ED60FD16}"/>
                      </a:ext>
                    </a:extLst>
                  </p:cNvPr>
                  <p:cNvSpPr/>
                  <p:nvPr/>
                </p:nvSpPr>
                <p:spPr>
                  <a:xfrm rot="-522470">
                    <a:off x="4387800" y="4248703"/>
                    <a:ext cx="74868" cy="59247"/>
                  </a:xfrm>
                  <a:custGeom>
                    <a:avLst/>
                    <a:gdLst>
                      <a:gd name="connsiteX0" fmla="*/ 74869 w 74868"/>
                      <a:gd name="connsiteY0" fmla="*/ 29624 h 59247"/>
                      <a:gd name="connsiteX1" fmla="*/ 37434 w 74868"/>
                      <a:gd name="connsiteY1" fmla="*/ 59247 h 59247"/>
                      <a:gd name="connsiteX2" fmla="*/ 0 w 74868"/>
                      <a:gd name="connsiteY2" fmla="*/ 29624 h 59247"/>
                      <a:gd name="connsiteX3" fmla="*/ 37434 w 74868"/>
                      <a:gd name="connsiteY3" fmla="*/ 0 h 59247"/>
                      <a:gd name="connsiteX4" fmla="*/ 74869 w 74868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8" h="59247">
                        <a:moveTo>
                          <a:pt x="74869" y="29624"/>
                        </a:moveTo>
                        <a:cubicBezTo>
                          <a:pt x="74869" y="45984"/>
                          <a:pt x="58109" y="59247"/>
                          <a:pt x="37434" y="59247"/>
                        </a:cubicBezTo>
                        <a:cubicBezTo>
                          <a:pt x="16760" y="59247"/>
                          <a:pt x="0" y="45984"/>
                          <a:pt x="0" y="29624"/>
                        </a:cubicBezTo>
                        <a:cubicBezTo>
                          <a:pt x="0" y="13263"/>
                          <a:pt x="16760" y="0"/>
                          <a:pt x="37434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10" name="Forme libre : forme 2909">
                    <a:extLst>
                      <a:ext uri="{FF2B5EF4-FFF2-40B4-BE49-F238E27FC236}">
                        <a16:creationId xmlns:a16="http://schemas.microsoft.com/office/drawing/2014/main" id="{00B71BBB-04A2-485A-A854-641697838D15}"/>
                      </a:ext>
                    </a:extLst>
                  </p:cNvPr>
                  <p:cNvSpPr/>
                  <p:nvPr/>
                </p:nvSpPr>
                <p:spPr>
                  <a:xfrm>
                    <a:off x="4380642" y="4263865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3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911" name="Forme libre : forme 2910">
                  <a:extLst>
                    <a:ext uri="{FF2B5EF4-FFF2-40B4-BE49-F238E27FC236}">
                      <a16:creationId xmlns:a16="http://schemas.microsoft.com/office/drawing/2014/main" id="{EDC9CF0C-5108-42B0-9975-6852CDD7A43F}"/>
                    </a:ext>
                  </a:extLst>
                </p:cNvPr>
                <p:cNvSpPr/>
                <p:nvPr/>
              </p:nvSpPr>
              <p:spPr>
                <a:xfrm>
                  <a:off x="4748212" y="3998403"/>
                  <a:ext cx="346901" cy="301085"/>
                </a:xfrm>
                <a:custGeom>
                  <a:avLst/>
                  <a:gdLst>
                    <a:gd name="connsiteX0" fmla="*/ 0 w 346901"/>
                    <a:gd name="connsiteY0" fmla="*/ 301085 h 301085"/>
                    <a:gd name="connsiteX1" fmla="*/ 102775 w 346901"/>
                    <a:gd name="connsiteY1" fmla="*/ 181546 h 301085"/>
                    <a:gd name="connsiteX2" fmla="*/ 235934 w 346901"/>
                    <a:gd name="connsiteY2" fmla="*/ 93536 h 301085"/>
                    <a:gd name="connsiteX3" fmla="*/ 345091 w 346901"/>
                    <a:gd name="connsiteY3" fmla="*/ 0 h 301085"/>
                    <a:gd name="connsiteX4" fmla="*/ 339376 w 346901"/>
                    <a:gd name="connsiteY4" fmla="*/ 21050 h 301085"/>
                    <a:gd name="connsiteX5" fmla="*/ 318135 w 346901"/>
                    <a:gd name="connsiteY5" fmla="*/ 45148 h 301085"/>
                    <a:gd name="connsiteX6" fmla="*/ 53435 w 346901"/>
                    <a:gd name="connsiteY6" fmla="*/ 231553 h 301085"/>
                    <a:gd name="connsiteX7" fmla="*/ 5048 w 346901"/>
                    <a:gd name="connsiteY7" fmla="*/ 291941 h 301085"/>
                    <a:gd name="connsiteX8" fmla="*/ 9620 w 346901"/>
                    <a:gd name="connsiteY8" fmla="*/ 291179 h 301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6901" h="301085">
                      <a:moveTo>
                        <a:pt x="0" y="301085"/>
                      </a:moveTo>
                      <a:cubicBezTo>
                        <a:pt x="20288" y="251841"/>
                        <a:pt x="59817" y="212979"/>
                        <a:pt x="102775" y="181546"/>
                      </a:cubicBezTo>
                      <a:cubicBezTo>
                        <a:pt x="145732" y="150114"/>
                        <a:pt x="192786" y="124682"/>
                        <a:pt x="235934" y="93536"/>
                      </a:cubicBezTo>
                      <a:cubicBezTo>
                        <a:pt x="274796" y="65437"/>
                        <a:pt x="310229" y="32861"/>
                        <a:pt x="345091" y="0"/>
                      </a:cubicBezTo>
                      <a:cubicBezTo>
                        <a:pt x="349758" y="6287"/>
                        <a:pt x="344519" y="15049"/>
                        <a:pt x="339376" y="21050"/>
                      </a:cubicBezTo>
                      <a:cubicBezTo>
                        <a:pt x="332422" y="29242"/>
                        <a:pt x="325469" y="37338"/>
                        <a:pt x="318135" y="45148"/>
                      </a:cubicBezTo>
                      <a:cubicBezTo>
                        <a:pt x="243459" y="123539"/>
                        <a:pt x="128873" y="153829"/>
                        <a:pt x="53435" y="231553"/>
                      </a:cubicBezTo>
                      <a:cubicBezTo>
                        <a:pt x="35433" y="250127"/>
                        <a:pt x="20098" y="270986"/>
                        <a:pt x="5048" y="291941"/>
                      </a:cubicBezTo>
                      <a:cubicBezTo>
                        <a:pt x="6572" y="291655"/>
                        <a:pt x="8096" y="291465"/>
                        <a:pt x="9620" y="291179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12" name="Forme libre : forme 2911">
                  <a:extLst>
                    <a:ext uri="{FF2B5EF4-FFF2-40B4-BE49-F238E27FC236}">
                      <a16:creationId xmlns:a16="http://schemas.microsoft.com/office/drawing/2014/main" id="{FBFCC0EF-052C-4631-8DB4-BEBEF2CB5C22}"/>
                    </a:ext>
                  </a:extLst>
                </p:cNvPr>
                <p:cNvSpPr/>
                <p:nvPr/>
              </p:nvSpPr>
              <p:spPr>
                <a:xfrm>
                  <a:off x="4532471" y="4040695"/>
                  <a:ext cx="417480" cy="352435"/>
                </a:xfrm>
                <a:custGeom>
                  <a:avLst/>
                  <a:gdLst>
                    <a:gd name="connsiteX0" fmla="*/ 204025 w 417480"/>
                    <a:gd name="connsiteY0" fmla="*/ 199549 h 352435"/>
                    <a:gd name="connsiteX1" fmla="*/ 259651 w 417480"/>
                    <a:gd name="connsiteY1" fmla="*/ 141732 h 352435"/>
                    <a:gd name="connsiteX2" fmla="*/ 303943 w 417480"/>
                    <a:gd name="connsiteY2" fmla="*/ 98393 h 352435"/>
                    <a:gd name="connsiteX3" fmla="*/ 417481 w 417480"/>
                    <a:gd name="connsiteY3" fmla="*/ 0 h 352435"/>
                    <a:gd name="connsiteX4" fmla="*/ 257175 w 417480"/>
                    <a:gd name="connsiteY4" fmla="*/ 128111 h 352435"/>
                    <a:gd name="connsiteX5" fmla="*/ 194215 w 417480"/>
                    <a:gd name="connsiteY5" fmla="*/ 183356 h 352435"/>
                    <a:gd name="connsiteX6" fmla="*/ 26956 w 417480"/>
                    <a:gd name="connsiteY6" fmla="*/ 325088 h 352435"/>
                    <a:gd name="connsiteX7" fmla="*/ 0 w 417480"/>
                    <a:gd name="connsiteY7" fmla="*/ 352235 h 352435"/>
                    <a:gd name="connsiteX8" fmla="*/ 16478 w 417480"/>
                    <a:gd name="connsiteY8" fmla="*/ 340995 h 352435"/>
                    <a:gd name="connsiteX9" fmla="*/ 36386 w 417480"/>
                    <a:gd name="connsiteY9" fmla="*/ 324803 h 352435"/>
                    <a:gd name="connsiteX10" fmla="*/ 76867 w 417480"/>
                    <a:gd name="connsiteY10" fmla="*/ 295180 h 352435"/>
                    <a:gd name="connsiteX11" fmla="*/ 159925 w 417480"/>
                    <a:gd name="connsiteY11" fmla="*/ 236506 h 352435"/>
                    <a:gd name="connsiteX12" fmla="*/ 204025 w 417480"/>
                    <a:gd name="connsiteY12" fmla="*/ 199549 h 352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17480" h="352435">
                      <a:moveTo>
                        <a:pt x="204025" y="199549"/>
                      </a:moveTo>
                      <a:cubicBezTo>
                        <a:pt x="223456" y="181165"/>
                        <a:pt x="241078" y="160972"/>
                        <a:pt x="259651" y="141732"/>
                      </a:cubicBezTo>
                      <a:cubicBezTo>
                        <a:pt x="273939" y="126873"/>
                        <a:pt x="288798" y="112490"/>
                        <a:pt x="303943" y="98393"/>
                      </a:cubicBezTo>
                      <a:cubicBezTo>
                        <a:pt x="340519" y="64198"/>
                        <a:pt x="378428" y="31337"/>
                        <a:pt x="417481" y="0"/>
                      </a:cubicBezTo>
                      <a:cubicBezTo>
                        <a:pt x="353758" y="26194"/>
                        <a:pt x="307372" y="80963"/>
                        <a:pt x="257175" y="128111"/>
                      </a:cubicBezTo>
                      <a:cubicBezTo>
                        <a:pt x="236791" y="147256"/>
                        <a:pt x="215455" y="165354"/>
                        <a:pt x="194215" y="183356"/>
                      </a:cubicBezTo>
                      <a:cubicBezTo>
                        <a:pt x="138494" y="230600"/>
                        <a:pt x="82772" y="277844"/>
                        <a:pt x="26956" y="325088"/>
                      </a:cubicBezTo>
                      <a:cubicBezTo>
                        <a:pt x="18288" y="332422"/>
                        <a:pt x="4667" y="341662"/>
                        <a:pt x="0" y="352235"/>
                      </a:cubicBezTo>
                      <a:cubicBezTo>
                        <a:pt x="5334" y="353949"/>
                        <a:pt x="12668" y="344233"/>
                        <a:pt x="16478" y="340995"/>
                      </a:cubicBezTo>
                      <a:cubicBezTo>
                        <a:pt x="22955" y="335471"/>
                        <a:pt x="29623" y="330041"/>
                        <a:pt x="36386" y="324803"/>
                      </a:cubicBezTo>
                      <a:cubicBezTo>
                        <a:pt x="49625" y="314515"/>
                        <a:pt x="63151" y="304800"/>
                        <a:pt x="76867" y="295180"/>
                      </a:cubicBezTo>
                      <a:cubicBezTo>
                        <a:pt x="104584" y="275749"/>
                        <a:pt x="132969" y="256985"/>
                        <a:pt x="159925" y="236506"/>
                      </a:cubicBezTo>
                      <a:cubicBezTo>
                        <a:pt x="175165" y="224980"/>
                        <a:pt x="190024" y="212788"/>
                        <a:pt x="204025" y="199549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13" name="Forme libre : forme 2912">
                  <a:extLst>
                    <a:ext uri="{FF2B5EF4-FFF2-40B4-BE49-F238E27FC236}">
                      <a16:creationId xmlns:a16="http://schemas.microsoft.com/office/drawing/2014/main" id="{5E48EC8D-622D-4EF2-B0D9-8FCFDF1D6C4A}"/>
                    </a:ext>
                  </a:extLst>
                </p:cNvPr>
                <p:cNvSpPr/>
                <p:nvPr/>
              </p:nvSpPr>
              <p:spPr>
                <a:xfrm>
                  <a:off x="4479512" y="4201286"/>
                  <a:ext cx="277749" cy="102679"/>
                </a:xfrm>
                <a:custGeom>
                  <a:avLst/>
                  <a:gdLst>
                    <a:gd name="connsiteX0" fmla="*/ 52768 w 277749"/>
                    <a:gd name="connsiteY0" fmla="*/ 80963 h 102679"/>
                    <a:gd name="connsiteX1" fmla="*/ 84677 w 277749"/>
                    <a:gd name="connsiteY1" fmla="*/ 68866 h 102679"/>
                    <a:gd name="connsiteX2" fmla="*/ 106585 w 277749"/>
                    <a:gd name="connsiteY2" fmla="*/ 63056 h 102679"/>
                    <a:gd name="connsiteX3" fmla="*/ 181737 w 277749"/>
                    <a:gd name="connsiteY3" fmla="*/ 44672 h 102679"/>
                    <a:gd name="connsiteX4" fmla="*/ 213360 w 277749"/>
                    <a:gd name="connsiteY4" fmla="*/ 38672 h 102679"/>
                    <a:gd name="connsiteX5" fmla="*/ 237363 w 277749"/>
                    <a:gd name="connsiteY5" fmla="*/ 34766 h 102679"/>
                    <a:gd name="connsiteX6" fmla="*/ 247841 w 277749"/>
                    <a:gd name="connsiteY6" fmla="*/ 27527 h 102679"/>
                    <a:gd name="connsiteX7" fmla="*/ 277749 w 277749"/>
                    <a:gd name="connsiteY7" fmla="*/ 0 h 102679"/>
                    <a:gd name="connsiteX8" fmla="*/ 215265 w 277749"/>
                    <a:gd name="connsiteY8" fmla="*/ 23146 h 102679"/>
                    <a:gd name="connsiteX9" fmla="*/ 44577 w 277749"/>
                    <a:gd name="connsiteY9" fmla="*/ 81248 h 102679"/>
                    <a:gd name="connsiteX10" fmla="*/ 21431 w 277749"/>
                    <a:gd name="connsiteY10" fmla="*/ 91726 h 102679"/>
                    <a:gd name="connsiteX11" fmla="*/ 0 w 277749"/>
                    <a:gd name="connsiteY11" fmla="*/ 102679 h 102679"/>
                    <a:gd name="connsiteX12" fmla="*/ 26575 w 277749"/>
                    <a:gd name="connsiteY12" fmla="*/ 91916 h 102679"/>
                    <a:gd name="connsiteX13" fmla="*/ 52768 w 277749"/>
                    <a:gd name="connsiteY13" fmla="*/ 80963 h 102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7749" h="102679">
                      <a:moveTo>
                        <a:pt x="52768" y="80963"/>
                      </a:moveTo>
                      <a:cubicBezTo>
                        <a:pt x="63246" y="76581"/>
                        <a:pt x="73819" y="72200"/>
                        <a:pt x="84677" y="68866"/>
                      </a:cubicBezTo>
                      <a:cubicBezTo>
                        <a:pt x="91916" y="66580"/>
                        <a:pt x="99250" y="64866"/>
                        <a:pt x="106585" y="63056"/>
                      </a:cubicBezTo>
                      <a:cubicBezTo>
                        <a:pt x="131635" y="56960"/>
                        <a:pt x="156686" y="50768"/>
                        <a:pt x="181737" y="44672"/>
                      </a:cubicBezTo>
                      <a:cubicBezTo>
                        <a:pt x="192215" y="42101"/>
                        <a:pt x="202692" y="39529"/>
                        <a:pt x="213360" y="38672"/>
                      </a:cubicBezTo>
                      <a:cubicBezTo>
                        <a:pt x="221456" y="38005"/>
                        <a:pt x="229934" y="38195"/>
                        <a:pt x="237363" y="34766"/>
                      </a:cubicBezTo>
                      <a:cubicBezTo>
                        <a:pt x="241268" y="32957"/>
                        <a:pt x="244602" y="30290"/>
                        <a:pt x="247841" y="27527"/>
                      </a:cubicBezTo>
                      <a:cubicBezTo>
                        <a:pt x="258223" y="18860"/>
                        <a:pt x="268224" y="9620"/>
                        <a:pt x="277749" y="0"/>
                      </a:cubicBezTo>
                      <a:cubicBezTo>
                        <a:pt x="259651" y="13240"/>
                        <a:pt x="236982" y="17907"/>
                        <a:pt x="215265" y="23146"/>
                      </a:cubicBezTo>
                      <a:cubicBezTo>
                        <a:pt x="156686" y="37148"/>
                        <a:pt x="99632" y="57055"/>
                        <a:pt x="44577" y="81248"/>
                      </a:cubicBezTo>
                      <a:cubicBezTo>
                        <a:pt x="36862" y="84677"/>
                        <a:pt x="29147" y="88106"/>
                        <a:pt x="21431" y="91726"/>
                      </a:cubicBezTo>
                      <a:cubicBezTo>
                        <a:pt x="16097" y="94202"/>
                        <a:pt x="2953" y="97917"/>
                        <a:pt x="0" y="102679"/>
                      </a:cubicBezTo>
                      <a:cubicBezTo>
                        <a:pt x="8858" y="100965"/>
                        <a:pt x="18193" y="95441"/>
                        <a:pt x="26575" y="91916"/>
                      </a:cubicBezTo>
                      <a:cubicBezTo>
                        <a:pt x="35338" y="88202"/>
                        <a:pt x="44006" y="84582"/>
                        <a:pt x="52768" y="80963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14" name="Forme libre : forme 2913">
                  <a:extLst>
                    <a:ext uri="{FF2B5EF4-FFF2-40B4-BE49-F238E27FC236}">
                      <a16:creationId xmlns:a16="http://schemas.microsoft.com/office/drawing/2014/main" id="{C0E4E17A-8022-4671-A2AF-8DEF273A8EAD}"/>
                    </a:ext>
                  </a:extLst>
                </p:cNvPr>
                <p:cNvSpPr/>
                <p:nvPr/>
              </p:nvSpPr>
              <p:spPr>
                <a:xfrm>
                  <a:off x="4597160" y="4222393"/>
                  <a:ext cx="179000" cy="204756"/>
                </a:xfrm>
                <a:custGeom>
                  <a:avLst/>
                  <a:gdLst>
                    <a:gd name="connsiteX0" fmla="*/ 43705 w 179000"/>
                    <a:gd name="connsiteY0" fmla="*/ 184347 h 204756"/>
                    <a:gd name="connsiteX1" fmla="*/ 35228 w 179000"/>
                    <a:gd name="connsiteY1" fmla="*/ 173775 h 204756"/>
                    <a:gd name="connsiteX2" fmla="*/ 20750 w 179000"/>
                    <a:gd name="connsiteY2" fmla="*/ 164916 h 204756"/>
                    <a:gd name="connsiteX3" fmla="*/ 5795 w 179000"/>
                    <a:gd name="connsiteY3" fmla="*/ 155105 h 204756"/>
                    <a:gd name="connsiteX4" fmla="*/ 938 w 179000"/>
                    <a:gd name="connsiteY4" fmla="*/ 149962 h 204756"/>
                    <a:gd name="connsiteX5" fmla="*/ 6272 w 179000"/>
                    <a:gd name="connsiteY5" fmla="*/ 133674 h 204756"/>
                    <a:gd name="connsiteX6" fmla="*/ 33132 w 179000"/>
                    <a:gd name="connsiteY6" fmla="*/ 113005 h 204756"/>
                    <a:gd name="connsiteX7" fmla="*/ 104189 w 179000"/>
                    <a:gd name="connsiteY7" fmla="*/ 57474 h 204756"/>
                    <a:gd name="connsiteX8" fmla="*/ 167625 w 179000"/>
                    <a:gd name="connsiteY8" fmla="*/ 2610 h 204756"/>
                    <a:gd name="connsiteX9" fmla="*/ 178103 w 179000"/>
                    <a:gd name="connsiteY9" fmla="*/ 1658 h 204756"/>
                    <a:gd name="connsiteX10" fmla="*/ 176579 w 179000"/>
                    <a:gd name="connsiteY10" fmla="*/ 10516 h 204756"/>
                    <a:gd name="connsiteX11" fmla="*/ 148766 w 179000"/>
                    <a:gd name="connsiteY11" fmla="*/ 51569 h 204756"/>
                    <a:gd name="connsiteX12" fmla="*/ 85139 w 179000"/>
                    <a:gd name="connsiteY12" fmla="*/ 165774 h 204756"/>
                    <a:gd name="connsiteX13" fmla="*/ 60088 w 179000"/>
                    <a:gd name="connsiteY13" fmla="*/ 198349 h 204756"/>
                    <a:gd name="connsiteX14" fmla="*/ 49134 w 179000"/>
                    <a:gd name="connsiteY14" fmla="*/ 202350 h 204756"/>
                    <a:gd name="connsiteX15" fmla="*/ 43705 w 179000"/>
                    <a:gd name="connsiteY15" fmla="*/ 184347 h 204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9000" h="204756">
                      <a:moveTo>
                        <a:pt x="43705" y="184347"/>
                      </a:moveTo>
                      <a:cubicBezTo>
                        <a:pt x="41514" y="180347"/>
                        <a:pt x="38657" y="176727"/>
                        <a:pt x="35228" y="173775"/>
                      </a:cubicBezTo>
                      <a:cubicBezTo>
                        <a:pt x="30942" y="170155"/>
                        <a:pt x="25703" y="167678"/>
                        <a:pt x="20750" y="164916"/>
                      </a:cubicBezTo>
                      <a:cubicBezTo>
                        <a:pt x="15511" y="161963"/>
                        <a:pt x="10558" y="158725"/>
                        <a:pt x="5795" y="155105"/>
                      </a:cubicBezTo>
                      <a:cubicBezTo>
                        <a:pt x="3890" y="153677"/>
                        <a:pt x="1985" y="152058"/>
                        <a:pt x="938" y="149962"/>
                      </a:cubicBezTo>
                      <a:cubicBezTo>
                        <a:pt x="-1824" y="144533"/>
                        <a:pt x="1985" y="138151"/>
                        <a:pt x="6272" y="133674"/>
                      </a:cubicBezTo>
                      <a:cubicBezTo>
                        <a:pt x="14082" y="125483"/>
                        <a:pt x="23798" y="119387"/>
                        <a:pt x="33132" y="113005"/>
                      </a:cubicBezTo>
                      <a:cubicBezTo>
                        <a:pt x="58088" y="96241"/>
                        <a:pt x="81900" y="77667"/>
                        <a:pt x="104189" y="57474"/>
                      </a:cubicBezTo>
                      <a:cubicBezTo>
                        <a:pt x="124953" y="38710"/>
                        <a:pt x="144479" y="18422"/>
                        <a:pt x="167625" y="2610"/>
                      </a:cubicBezTo>
                      <a:cubicBezTo>
                        <a:pt x="170864" y="419"/>
                        <a:pt x="175721" y="-1485"/>
                        <a:pt x="178103" y="1658"/>
                      </a:cubicBezTo>
                      <a:cubicBezTo>
                        <a:pt x="180103" y="4229"/>
                        <a:pt x="178388" y="7849"/>
                        <a:pt x="176579" y="10516"/>
                      </a:cubicBezTo>
                      <a:cubicBezTo>
                        <a:pt x="167530" y="24327"/>
                        <a:pt x="157624" y="37567"/>
                        <a:pt x="148766" y="51569"/>
                      </a:cubicBezTo>
                      <a:cubicBezTo>
                        <a:pt x="125334" y="88335"/>
                        <a:pt x="109332" y="129483"/>
                        <a:pt x="85139" y="165774"/>
                      </a:cubicBezTo>
                      <a:cubicBezTo>
                        <a:pt x="77519" y="177203"/>
                        <a:pt x="69137" y="188062"/>
                        <a:pt x="60088" y="198349"/>
                      </a:cubicBezTo>
                      <a:cubicBezTo>
                        <a:pt x="56945" y="201873"/>
                        <a:pt x="52563" y="208255"/>
                        <a:pt x="49134" y="202350"/>
                      </a:cubicBezTo>
                      <a:cubicBezTo>
                        <a:pt x="46277" y="197492"/>
                        <a:pt x="46753" y="189872"/>
                        <a:pt x="43705" y="184347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15" name="Forme libre : forme 2914">
                  <a:extLst>
                    <a:ext uri="{FF2B5EF4-FFF2-40B4-BE49-F238E27FC236}">
                      <a16:creationId xmlns:a16="http://schemas.microsoft.com/office/drawing/2014/main" id="{1AF6CFC0-1608-4357-BD20-0118DCBE1A47}"/>
                    </a:ext>
                  </a:extLst>
                </p:cNvPr>
                <p:cNvSpPr/>
                <p:nvPr/>
              </p:nvSpPr>
              <p:spPr>
                <a:xfrm>
                  <a:off x="4503896" y="4252217"/>
                  <a:ext cx="161255" cy="103235"/>
                </a:xfrm>
                <a:custGeom>
                  <a:avLst/>
                  <a:gdLst>
                    <a:gd name="connsiteX0" fmla="*/ 0 w 161255"/>
                    <a:gd name="connsiteY0" fmla="*/ 53939 h 103235"/>
                    <a:gd name="connsiteX1" fmla="*/ 15526 w 161255"/>
                    <a:gd name="connsiteY1" fmla="*/ 45177 h 103235"/>
                    <a:gd name="connsiteX2" fmla="*/ 122301 w 161255"/>
                    <a:gd name="connsiteY2" fmla="*/ 7362 h 103235"/>
                    <a:gd name="connsiteX3" fmla="*/ 155543 w 161255"/>
                    <a:gd name="connsiteY3" fmla="*/ 28 h 103235"/>
                    <a:gd name="connsiteX4" fmla="*/ 160115 w 161255"/>
                    <a:gd name="connsiteY4" fmla="*/ 1171 h 103235"/>
                    <a:gd name="connsiteX5" fmla="*/ 160591 w 161255"/>
                    <a:gd name="connsiteY5" fmla="*/ 6505 h 103235"/>
                    <a:gd name="connsiteX6" fmla="*/ 156496 w 161255"/>
                    <a:gd name="connsiteY6" fmla="*/ 10601 h 103235"/>
                    <a:gd name="connsiteX7" fmla="*/ 83915 w 161255"/>
                    <a:gd name="connsiteY7" fmla="*/ 69465 h 103235"/>
                    <a:gd name="connsiteX8" fmla="*/ 49911 w 161255"/>
                    <a:gd name="connsiteY8" fmla="*/ 100803 h 103235"/>
                    <a:gd name="connsiteX9" fmla="*/ 29813 w 161255"/>
                    <a:gd name="connsiteY9" fmla="*/ 84896 h 103235"/>
                    <a:gd name="connsiteX10" fmla="*/ 17335 w 161255"/>
                    <a:gd name="connsiteY10" fmla="*/ 66989 h 103235"/>
                    <a:gd name="connsiteX11" fmla="*/ 0 w 161255"/>
                    <a:gd name="connsiteY11" fmla="*/ 53939 h 103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1255" h="103235">
                      <a:moveTo>
                        <a:pt x="0" y="53939"/>
                      </a:moveTo>
                      <a:cubicBezTo>
                        <a:pt x="4096" y="49558"/>
                        <a:pt x="9906" y="47272"/>
                        <a:pt x="15526" y="45177"/>
                      </a:cubicBezTo>
                      <a:cubicBezTo>
                        <a:pt x="50768" y="31651"/>
                        <a:pt x="86392" y="19078"/>
                        <a:pt x="122301" y="7362"/>
                      </a:cubicBezTo>
                      <a:cubicBezTo>
                        <a:pt x="133159" y="3838"/>
                        <a:pt x="144208" y="409"/>
                        <a:pt x="155543" y="28"/>
                      </a:cubicBezTo>
                      <a:cubicBezTo>
                        <a:pt x="157163" y="-67"/>
                        <a:pt x="158972" y="28"/>
                        <a:pt x="160115" y="1171"/>
                      </a:cubicBezTo>
                      <a:cubicBezTo>
                        <a:pt x="161544" y="2504"/>
                        <a:pt x="161544" y="4886"/>
                        <a:pt x="160591" y="6505"/>
                      </a:cubicBezTo>
                      <a:cubicBezTo>
                        <a:pt x="159639" y="8220"/>
                        <a:pt x="158020" y="9458"/>
                        <a:pt x="156496" y="10601"/>
                      </a:cubicBezTo>
                      <a:cubicBezTo>
                        <a:pt x="131445" y="29174"/>
                        <a:pt x="107251" y="48796"/>
                        <a:pt x="83915" y="69465"/>
                      </a:cubicBezTo>
                      <a:cubicBezTo>
                        <a:pt x="72866" y="79276"/>
                        <a:pt x="62198" y="92706"/>
                        <a:pt x="49911" y="100803"/>
                      </a:cubicBezTo>
                      <a:cubicBezTo>
                        <a:pt x="37147" y="109280"/>
                        <a:pt x="34004" y="93563"/>
                        <a:pt x="29813" y="84896"/>
                      </a:cubicBezTo>
                      <a:cubicBezTo>
                        <a:pt x="26575" y="78323"/>
                        <a:pt x="22384" y="72323"/>
                        <a:pt x="17335" y="66989"/>
                      </a:cubicBezTo>
                      <a:cubicBezTo>
                        <a:pt x="15907" y="65560"/>
                        <a:pt x="1524" y="52320"/>
                        <a:pt x="0" y="53939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16" name="Forme libre : forme 2915">
                  <a:extLst>
                    <a:ext uri="{FF2B5EF4-FFF2-40B4-BE49-F238E27FC236}">
                      <a16:creationId xmlns:a16="http://schemas.microsoft.com/office/drawing/2014/main" id="{58FE69A9-53B6-4186-890B-3E2B50D97D0A}"/>
                    </a:ext>
                  </a:extLst>
                </p:cNvPr>
                <p:cNvSpPr/>
                <p:nvPr/>
              </p:nvSpPr>
              <p:spPr>
                <a:xfrm>
                  <a:off x="4518490" y="4141176"/>
                  <a:ext cx="260297" cy="115912"/>
                </a:xfrm>
                <a:custGeom>
                  <a:avLst/>
                  <a:gdLst>
                    <a:gd name="connsiteX0" fmla="*/ 3122 w 260297"/>
                    <a:gd name="connsiteY0" fmla="*/ 65158 h 115912"/>
                    <a:gd name="connsiteX1" fmla="*/ 74 w 260297"/>
                    <a:gd name="connsiteY1" fmla="*/ 54776 h 115912"/>
                    <a:gd name="connsiteX2" fmla="*/ 14743 w 260297"/>
                    <a:gd name="connsiteY2" fmla="*/ 44013 h 115912"/>
                    <a:gd name="connsiteX3" fmla="*/ 147998 w 260297"/>
                    <a:gd name="connsiteY3" fmla="*/ 38203 h 115912"/>
                    <a:gd name="connsiteX4" fmla="*/ 251534 w 260297"/>
                    <a:gd name="connsiteY4" fmla="*/ 1627 h 115912"/>
                    <a:gd name="connsiteX5" fmla="*/ 256583 w 260297"/>
                    <a:gd name="connsiteY5" fmla="*/ 7 h 115912"/>
                    <a:gd name="connsiteX6" fmla="*/ 260297 w 260297"/>
                    <a:gd name="connsiteY6" fmla="*/ 3151 h 115912"/>
                    <a:gd name="connsiteX7" fmla="*/ 259250 w 260297"/>
                    <a:gd name="connsiteY7" fmla="*/ 6008 h 115912"/>
                    <a:gd name="connsiteX8" fmla="*/ 204862 w 260297"/>
                    <a:gd name="connsiteY8" fmla="*/ 61825 h 115912"/>
                    <a:gd name="connsiteX9" fmla="*/ 182002 w 260297"/>
                    <a:gd name="connsiteY9" fmla="*/ 69921 h 115912"/>
                    <a:gd name="connsiteX10" fmla="*/ 30269 w 260297"/>
                    <a:gd name="connsiteY10" fmla="*/ 110021 h 115912"/>
                    <a:gd name="connsiteX11" fmla="*/ 14171 w 260297"/>
                    <a:gd name="connsiteY11" fmla="*/ 115260 h 115912"/>
                    <a:gd name="connsiteX12" fmla="*/ 11123 w 260297"/>
                    <a:gd name="connsiteY12" fmla="*/ 101925 h 115912"/>
                    <a:gd name="connsiteX13" fmla="*/ 3122 w 260297"/>
                    <a:gd name="connsiteY13" fmla="*/ 65158 h 115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60297" h="115912">
                      <a:moveTo>
                        <a:pt x="3122" y="65158"/>
                      </a:moveTo>
                      <a:cubicBezTo>
                        <a:pt x="1503" y="61920"/>
                        <a:pt x="-402" y="58396"/>
                        <a:pt x="74" y="54776"/>
                      </a:cubicBezTo>
                      <a:cubicBezTo>
                        <a:pt x="932" y="48299"/>
                        <a:pt x="8361" y="45346"/>
                        <a:pt x="14743" y="44013"/>
                      </a:cubicBezTo>
                      <a:cubicBezTo>
                        <a:pt x="58367" y="34869"/>
                        <a:pt x="103802" y="44013"/>
                        <a:pt x="147998" y="38203"/>
                      </a:cubicBezTo>
                      <a:cubicBezTo>
                        <a:pt x="184478" y="33440"/>
                        <a:pt x="218959" y="18676"/>
                        <a:pt x="251534" y="1627"/>
                      </a:cubicBezTo>
                      <a:cubicBezTo>
                        <a:pt x="253154" y="769"/>
                        <a:pt x="254773" y="-88"/>
                        <a:pt x="256583" y="7"/>
                      </a:cubicBezTo>
                      <a:cubicBezTo>
                        <a:pt x="258392" y="7"/>
                        <a:pt x="260297" y="1341"/>
                        <a:pt x="260297" y="3151"/>
                      </a:cubicBezTo>
                      <a:cubicBezTo>
                        <a:pt x="260297" y="4198"/>
                        <a:pt x="259726" y="5151"/>
                        <a:pt x="259250" y="6008"/>
                      </a:cubicBezTo>
                      <a:cubicBezTo>
                        <a:pt x="245343" y="28392"/>
                        <a:pt x="228579" y="50395"/>
                        <a:pt x="204862" y="61825"/>
                      </a:cubicBezTo>
                      <a:cubicBezTo>
                        <a:pt x="197528" y="65349"/>
                        <a:pt x="189812" y="67825"/>
                        <a:pt x="182002" y="69921"/>
                      </a:cubicBezTo>
                      <a:cubicBezTo>
                        <a:pt x="131329" y="83732"/>
                        <a:pt x="76370" y="84875"/>
                        <a:pt x="30269" y="110021"/>
                      </a:cubicBezTo>
                      <a:cubicBezTo>
                        <a:pt x="26363" y="112117"/>
                        <a:pt x="18743" y="117832"/>
                        <a:pt x="14171" y="115260"/>
                      </a:cubicBezTo>
                      <a:cubicBezTo>
                        <a:pt x="9885" y="112879"/>
                        <a:pt x="10933" y="105925"/>
                        <a:pt x="11123" y="101925"/>
                      </a:cubicBezTo>
                      <a:cubicBezTo>
                        <a:pt x="11409" y="89257"/>
                        <a:pt x="8837" y="76588"/>
                        <a:pt x="3122" y="65158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17" name="Forme libre : forme 2916">
                  <a:extLst>
                    <a:ext uri="{FF2B5EF4-FFF2-40B4-BE49-F238E27FC236}">
                      <a16:creationId xmlns:a16="http://schemas.microsoft.com/office/drawing/2014/main" id="{FD3D22A8-8CEE-47FB-B676-FFDC1B1EAAF2}"/>
                    </a:ext>
                  </a:extLst>
                </p:cNvPr>
                <p:cNvSpPr/>
                <p:nvPr/>
              </p:nvSpPr>
              <p:spPr>
                <a:xfrm>
                  <a:off x="4811909" y="3969257"/>
                  <a:ext cx="268506" cy="222822"/>
                </a:xfrm>
                <a:custGeom>
                  <a:avLst/>
                  <a:gdLst>
                    <a:gd name="connsiteX0" fmla="*/ 91656 w 268506"/>
                    <a:gd name="connsiteY0" fmla="*/ 126492 h 222822"/>
                    <a:gd name="connsiteX1" fmla="*/ 117469 w 268506"/>
                    <a:gd name="connsiteY1" fmla="*/ 101251 h 222822"/>
                    <a:gd name="connsiteX2" fmla="*/ 173381 w 268506"/>
                    <a:gd name="connsiteY2" fmla="*/ 63913 h 222822"/>
                    <a:gd name="connsiteX3" fmla="*/ 266059 w 268506"/>
                    <a:gd name="connsiteY3" fmla="*/ 0 h 222822"/>
                    <a:gd name="connsiteX4" fmla="*/ 264535 w 268506"/>
                    <a:gd name="connsiteY4" fmla="*/ 19240 h 222822"/>
                    <a:gd name="connsiteX5" fmla="*/ 164046 w 268506"/>
                    <a:gd name="connsiteY5" fmla="*/ 115348 h 222822"/>
                    <a:gd name="connsiteX6" fmla="*/ 106515 w 268506"/>
                    <a:gd name="connsiteY6" fmla="*/ 150495 h 222822"/>
                    <a:gd name="connsiteX7" fmla="*/ 35459 w 268506"/>
                    <a:gd name="connsiteY7" fmla="*/ 196691 h 222822"/>
                    <a:gd name="connsiteX8" fmla="*/ 20695 w 268506"/>
                    <a:gd name="connsiteY8" fmla="*/ 211169 h 222822"/>
                    <a:gd name="connsiteX9" fmla="*/ 7455 w 268506"/>
                    <a:gd name="connsiteY9" fmla="*/ 222695 h 222822"/>
                    <a:gd name="connsiteX10" fmla="*/ 597 w 268506"/>
                    <a:gd name="connsiteY10" fmla="*/ 217837 h 222822"/>
                    <a:gd name="connsiteX11" fmla="*/ 3550 w 268506"/>
                    <a:gd name="connsiteY11" fmla="*/ 207454 h 222822"/>
                    <a:gd name="connsiteX12" fmla="*/ 59271 w 268506"/>
                    <a:gd name="connsiteY12" fmla="*/ 154877 h 222822"/>
                    <a:gd name="connsiteX13" fmla="*/ 91656 w 268506"/>
                    <a:gd name="connsiteY13" fmla="*/ 126492 h 222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68506" h="222822">
                      <a:moveTo>
                        <a:pt x="91656" y="126492"/>
                      </a:moveTo>
                      <a:cubicBezTo>
                        <a:pt x="100324" y="118110"/>
                        <a:pt x="108420" y="109156"/>
                        <a:pt x="117469" y="101251"/>
                      </a:cubicBezTo>
                      <a:cubicBezTo>
                        <a:pt x="134423" y="86487"/>
                        <a:pt x="154235" y="75629"/>
                        <a:pt x="173381" y="63913"/>
                      </a:cubicBezTo>
                      <a:cubicBezTo>
                        <a:pt x="205385" y="44291"/>
                        <a:pt x="235769" y="22193"/>
                        <a:pt x="266059" y="0"/>
                      </a:cubicBezTo>
                      <a:cubicBezTo>
                        <a:pt x="270726" y="5144"/>
                        <a:pt x="267869" y="13240"/>
                        <a:pt x="264535" y="19240"/>
                      </a:cubicBezTo>
                      <a:cubicBezTo>
                        <a:pt x="241579" y="60007"/>
                        <a:pt x="203194" y="89630"/>
                        <a:pt x="164046" y="115348"/>
                      </a:cubicBezTo>
                      <a:cubicBezTo>
                        <a:pt x="145282" y="127730"/>
                        <a:pt x="126041" y="139446"/>
                        <a:pt x="106515" y="150495"/>
                      </a:cubicBezTo>
                      <a:cubicBezTo>
                        <a:pt x="81845" y="164402"/>
                        <a:pt x="56318" y="177546"/>
                        <a:pt x="35459" y="196691"/>
                      </a:cubicBezTo>
                      <a:cubicBezTo>
                        <a:pt x="30410" y="201358"/>
                        <a:pt x="25648" y="206312"/>
                        <a:pt x="20695" y="211169"/>
                      </a:cubicBezTo>
                      <a:cubicBezTo>
                        <a:pt x="17456" y="214313"/>
                        <a:pt x="11932" y="221742"/>
                        <a:pt x="7455" y="222695"/>
                      </a:cubicBezTo>
                      <a:cubicBezTo>
                        <a:pt x="4217" y="223456"/>
                        <a:pt x="1645" y="220694"/>
                        <a:pt x="597" y="217837"/>
                      </a:cubicBezTo>
                      <a:cubicBezTo>
                        <a:pt x="-1022" y="213551"/>
                        <a:pt x="883" y="210788"/>
                        <a:pt x="3550" y="207454"/>
                      </a:cubicBezTo>
                      <a:cubicBezTo>
                        <a:pt x="19647" y="187547"/>
                        <a:pt x="39745" y="171260"/>
                        <a:pt x="59271" y="154877"/>
                      </a:cubicBezTo>
                      <a:cubicBezTo>
                        <a:pt x="70415" y="145732"/>
                        <a:pt x="81369" y="136493"/>
                        <a:pt x="91656" y="126492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18" name="Forme libre : forme 2917">
                  <a:extLst>
                    <a:ext uri="{FF2B5EF4-FFF2-40B4-BE49-F238E27FC236}">
                      <a16:creationId xmlns:a16="http://schemas.microsoft.com/office/drawing/2014/main" id="{C25747BE-F3E9-460A-A112-817174488F88}"/>
                    </a:ext>
                  </a:extLst>
                </p:cNvPr>
                <p:cNvSpPr/>
                <p:nvPr/>
              </p:nvSpPr>
              <p:spPr>
                <a:xfrm>
                  <a:off x="5002976" y="4025892"/>
                  <a:ext cx="128785" cy="84491"/>
                </a:xfrm>
                <a:custGeom>
                  <a:avLst/>
                  <a:gdLst>
                    <a:gd name="connsiteX0" fmla="*/ 52989 w 128785"/>
                    <a:gd name="connsiteY0" fmla="*/ 41949 h 84491"/>
                    <a:gd name="connsiteX1" fmla="*/ 89184 w 128785"/>
                    <a:gd name="connsiteY1" fmla="*/ 9373 h 84491"/>
                    <a:gd name="connsiteX2" fmla="*/ 109758 w 128785"/>
                    <a:gd name="connsiteY2" fmla="*/ 39 h 84491"/>
                    <a:gd name="connsiteX3" fmla="*/ 124236 w 128785"/>
                    <a:gd name="connsiteY3" fmla="*/ 2420 h 84491"/>
                    <a:gd name="connsiteX4" fmla="*/ 127855 w 128785"/>
                    <a:gd name="connsiteY4" fmla="*/ 4230 h 84491"/>
                    <a:gd name="connsiteX5" fmla="*/ 128141 w 128785"/>
                    <a:gd name="connsiteY5" fmla="*/ 9373 h 84491"/>
                    <a:gd name="connsiteX6" fmla="*/ 124141 w 128785"/>
                    <a:gd name="connsiteY6" fmla="*/ 13088 h 84491"/>
                    <a:gd name="connsiteX7" fmla="*/ 110425 w 128785"/>
                    <a:gd name="connsiteY7" fmla="*/ 18613 h 84491"/>
                    <a:gd name="connsiteX8" fmla="*/ 40130 w 128785"/>
                    <a:gd name="connsiteY8" fmla="*/ 60523 h 84491"/>
                    <a:gd name="connsiteX9" fmla="*/ 5935 w 128785"/>
                    <a:gd name="connsiteY9" fmla="*/ 83192 h 84491"/>
                    <a:gd name="connsiteX10" fmla="*/ 982 w 128785"/>
                    <a:gd name="connsiteY10" fmla="*/ 79573 h 84491"/>
                    <a:gd name="connsiteX11" fmla="*/ 16127 w 128785"/>
                    <a:gd name="connsiteY11" fmla="*/ 69476 h 84491"/>
                    <a:gd name="connsiteX12" fmla="*/ 52989 w 128785"/>
                    <a:gd name="connsiteY12" fmla="*/ 41949 h 84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8785" h="84491">
                      <a:moveTo>
                        <a:pt x="52989" y="41949"/>
                      </a:moveTo>
                      <a:cubicBezTo>
                        <a:pt x="65085" y="31186"/>
                        <a:pt x="76325" y="19279"/>
                        <a:pt x="89184" y="9373"/>
                      </a:cubicBezTo>
                      <a:cubicBezTo>
                        <a:pt x="95280" y="4706"/>
                        <a:pt x="102138" y="420"/>
                        <a:pt x="109758" y="39"/>
                      </a:cubicBezTo>
                      <a:cubicBezTo>
                        <a:pt x="114711" y="-247"/>
                        <a:pt x="119568" y="1087"/>
                        <a:pt x="124236" y="2420"/>
                      </a:cubicBezTo>
                      <a:cubicBezTo>
                        <a:pt x="125569" y="2801"/>
                        <a:pt x="126903" y="3182"/>
                        <a:pt x="127855" y="4230"/>
                      </a:cubicBezTo>
                      <a:cubicBezTo>
                        <a:pt x="129093" y="5659"/>
                        <a:pt x="128998" y="7754"/>
                        <a:pt x="128141" y="9373"/>
                      </a:cubicBezTo>
                      <a:cubicBezTo>
                        <a:pt x="127284" y="10993"/>
                        <a:pt x="125760" y="12136"/>
                        <a:pt x="124141" y="13088"/>
                      </a:cubicBezTo>
                      <a:cubicBezTo>
                        <a:pt x="119854" y="15660"/>
                        <a:pt x="115092" y="16994"/>
                        <a:pt x="110425" y="18613"/>
                      </a:cubicBezTo>
                      <a:cubicBezTo>
                        <a:pt x="84421" y="27757"/>
                        <a:pt x="62228" y="44521"/>
                        <a:pt x="40130" y="60523"/>
                      </a:cubicBezTo>
                      <a:cubicBezTo>
                        <a:pt x="29081" y="68524"/>
                        <a:pt x="17842" y="76525"/>
                        <a:pt x="5935" y="83192"/>
                      </a:cubicBezTo>
                      <a:cubicBezTo>
                        <a:pt x="2030" y="85383"/>
                        <a:pt x="-1875" y="85192"/>
                        <a:pt x="982" y="79573"/>
                      </a:cubicBezTo>
                      <a:cubicBezTo>
                        <a:pt x="3268" y="75096"/>
                        <a:pt x="11936" y="72143"/>
                        <a:pt x="16127" y="69476"/>
                      </a:cubicBezTo>
                      <a:cubicBezTo>
                        <a:pt x="29176" y="61475"/>
                        <a:pt x="41559" y="52236"/>
                        <a:pt x="52989" y="41949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919" name="Forme libre : forme 2918">
                <a:extLst>
                  <a:ext uri="{FF2B5EF4-FFF2-40B4-BE49-F238E27FC236}">
                    <a16:creationId xmlns:a16="http://schemas.microsoft.com/office/drawing/2014/main" id="{F6CF4514-6FCE-4DA1-ACDB-F2F7C2DF346C}"/>
                  </a:ext>
                </a:extLst>
              </p:cNvPr>
              <p:cNvSpPr/>
              <p:nvPr/>
            </p:nvSpPr>
            <p:spPr>
              <a:xfrm>
                <a:off x="4641721" y="4297774"/>
                <a:ext cx="72792" cy="102741"/>
              </a:xfrm>
              <a:custGeom>
                <a:avLst/>
                <a:gdLst>
                  <a:gd name="connsiteX0" fmla="*/ 45816 w 72792"/>
                  <a:gd name="connsiteY0" fmla="*/ 62865 h 102741"/>
                  <a:gd name="connsiteX1" fmla="*/ 71058 w 72792"/>
                  <a:gd name="connsiteY1" fmla="*/ 10668 h 102741"/>
                  <a:gd name="connsiteX2" fmla="*/ 71819 w 72792"/>
                  <a:gd name="connsiteY2" fmla="*/ 0 h 102741"/>
                  <a:gd name="connsiteX3" fmla="*/ 57246 w 72792"/>
                  <a:gd name="connsiteY3" fmla="*/ 18955 h 102741"/>
                  <a:gd name="connsiteX4" fmla="*/ 39720 w 72792"/>
                  <a:gd name="connsiteY4" fmla="*/ 40577 h 102741"/>
                  <a:gd name="connsiteX5" fmla="*/ 3144 w 72792"/>
                  <a:gd name="connsiteY5" fmla="*/ 83820 h 102741"/>
                  <a:gd name="connsiteX6" fmla="*/ 6288 w 72792"/>
                  <a:gd name="connsiteY6" fmla="*/ 102203 h 102741"/>
                  <a:gd name="connsiteX7" fmla="*/ 27719 w 72792"/>
                  <a:gd name="connsiteY7" fmla="*/ 91250 h 102741"/>
                  <a:gd name="connsiteX8" fmla="*/ 45816 w 72792"/>
                  <a:gd name="connsiteY8" fmla="*/ 62865 h 102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792" h="102741">
                    <a:moveTo>
                      <a:pt x="45816" y="62865"/>
                    </a:moveTo>
                    <a:cubicBezTo>
                      <a:pt x="54865" y="45720"/>
                      <a:pt x="63818" y="28575"/>
                      <a:pt x="71058" y="10668"/>
                    </a:cubicBezTo>
                    <a:cubicBezTo>
                      <a:pt x="72486" y="7239"/>
                      <a:pt x="73725" y="3143"/>
                      <a:pt x="71819" y="0"/>
                    </a:cubicBezTo>
                    <a:cubicBezTo>
                      <a:pt x="66962" y="6287"/>
                      <a:pt x="62104" y="12668"/>
                      <a:pt x="57246" y="18955"/>
                    </a:cubicBezTo>
                    <a:cubicBezTo>
                      <a:pt x="51627" y="26289"/>
                      <a:pt x="45912" y="33719"/>
                      <a:pt x="39720" y="40577"/>
                    </a:cubicBezTo>
                    <a:cubicBezTo>
                      <a:pt x="27147" y="54578"/>
                      <a:pt x="11812" y="66770"/>
                      <a:pt x="3144" y="83820"/>
                    </a:cubicBezTo>
                    <a:cubicBezTo>
                      <a:pt x="-190" y="90392"/>
                      <a:pt x="-2952" y="99346"/>
                      <a:pt x="6288" y="102203"/>
                    </a:cubicBezTo>
                    <a:cubicBezTo>
                      <a:pt x="14955" y="104870"/>
                      <a:pt x="22575" y="97060"/>
                      <a:pt x="27719" y="91250"/>
                    </a:cubicBezTo>
                    <a:cubicBezTo>
                      <a:pt x="35339" y="82868"/>
                      <a:pt x="40577" y="72771"/>
                      <a:pt x="45816" y="62865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20" name="Forme libre : forme 2919">
                <a:extLst>
                  <a:ext uri="{FF2B5EF4-FFF2-40B4-BE49-F238E27FC236}">
                    <a16:creationId xmlns:a16="http://schemas.microsoft.com/office/drawing/2014/main" id="{6E32C873-7E26-4E5C-976E-7F625F7D8284}"/>
                  </a:ext>
                </a:extLst>
              </p:cNvPr>
              <p:cNvSpPr/>
              <p:nvPr/>
            </p:nvSpPr>
            <p:spPr>
              <a:xfrm>
                <a:off x="4539657" y="4292376"/>
                <a:ext cx="47484" cy="39463"/>
              </a:xfrm>
              <a:custGeom>
                <a:avLst/>
                <a:gdLst>
                  <a:gd name="connsiteX0" fmla="*/ 46248 w 47484"/>
                  <a:gd name="connsiteY0" fmla="*/ 5684 h 39463"/>
                  <a:gd name="connsiteX1" fmla="*/ 46439 w 47484"/>
                  <a:gd name="connsiteY1" fmla="*/ 255 h 39463"/>
                  <a:gd name="connsiteX2" fmla="*/ 43486 w 47484"/>
                  <a:gd name="connsiteY2" fmla="*/ 350 h 39463"/>
                  <a:gd name="connsiteX3" fmla="*/ 1481 w 47484"/>
                  <a:gd name="connsiteY3" fmla="*/ 35593 h 39463"/>
                  <a:gd name="connsiteX4" fmla="*/ 46248 w 47484"/>
                  <a:gd name="connsiteY4" fmla="*/ 5684 h 39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484" h="39463">
                    <a:moveTo>
                      <a:pt x="46248" y="5684"/>
                    </a:moveTo>
                    <a:cubicBezTo>
                      <a:pt x="47391" y="3969"/>
                      <a:pt x="48249" y="1207"/>
                      <a:pt x="46439" y="255"/>
                    </a:cubicBezTo>
                    <a:cubicBezTo>
                      <a:pt x="45582" y="-222"/>
                      <a:pt x="44439" y="64"/>
                      <a:pt x="43486" y="350"/>
                    </a:cubicBezTo>
                    <a:cubicBezTo>
                      <a:pt x="31008" y="4446"/>
                      <a:pt x="-8044" y="15304"/>
                      <a:pt x="1481" y="35593"/>
                    </a:cubicBezTo>
                    <a:cubicBezTo>
                      <a:pt x="9006" y="51690"/>
                      <a:pt x="41486" y="12828"/>
                      <a:pt x="46248" y="5684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21" name="Forme libre : forme 2920">
                <a:extLst>
                  <a:ext uri="{FF2B5EF4-FFF2-40B4-BE49-F238E27FC236}">
                    <a16:creationId xmlns:a16="http://schemas.microsoft.com/office/drawing/2014/main" id="{C8A84F09-B517-416D-91EC-F5BACACCE6EB}"/>
                  </a:ext>
                </a:extLst>
              </p:cNvPr>
              <p:cNvSpPr/>
              <p:nvPr/>
            </p:nvSpPr>
            <p:spPr>
              <a:xfrm>
                <a:off x="4535443" y="4197602"/>
                <a:ext cx="81005" cy="25731"/>
              </a:xfrm>
              <a:custGeom>
                <a:avLst/>
                <a:gdLst>
                  <a:gd name="connsiteX0" fmla="*/ 39319 w 81005"/>
                  <a:gd name="connsiteY0" fmla="*/ 22829 h 25731"/>
                  <a:gd name="connsiteX1" fmla="*/ 77610 w 81005"/>
                  <a:gd name="connsiteY1" fmla="*/ 12923 h 25731"/>
                  <a:gd name="connsiteX2" fmla="*/ 80848 w 81005"/>
                  <a:gd name="connsiteY2" fmla="*/ 9685 h 25731"/>
                  <a:gd name="connsiteX3" fmla="*/ 78753 w 81005"/>
                  <a:gd name="connsiteY3" fmla="*/ 4636 h 25731"/>
                  <a:gd name="connsiteX4" fmla="*/ 73228 w 81005"/>
                  <a:gd name="connsiteY4" fmla="*/ 2922 h 25731"/>
                  <a:gd name="connsiteX5" fmla="*/ 7506 w 81005"/>
                  <a:gd name="connsiteY5" fmla="*/ 7875 h 25731"/>
                  <a:gd name="connsiteX6" fmla="*/ 2458 w 81005"/>
                  <a:gd name="connsiteY6" fmla="*/ 22639 h 25731"/>
                  <a:gd name="connsiteX7" fmla="*/ 39319 w 81005"/>
                  <a:gd name="connsiteY7" fmla="*/ 22829 h 25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1005" h="25731">
                    <a:moveTo>
                      <a:pt x="39319" y="22829"/>
                    </a:moveTo>
                    <a:cubicBezTo>
                      <a:pt x="52559" y="21496"/>
                      <a:pt x="66084" y="19495"/>
                      <a:pt x="77610" y="12923"/>
                    </a:cubicBezTo>
                    <a:cubicBezTo>
                      <a:pt x="78943" y="12161"/>
                      <a:pt x="80372" y="11209"/>
                      <a:pt x="80848" y="9685"/>
                    </a:cubicBezTo>
                    <a:cubicBezTo>
                      <a:pt x="81420" y="7875"/>
                      <a:pt x="80372" y="5779"/>
                      <a:pt x="78753" y="4636"/>
                    </a:cubicBezTo>
                    <a:cubicBezTo>
                      <a:pt x="77134" y="3589"/>
                      <a:pt x="75133" y="3208"/>
                      <a:pt x="73228" y="2922"/>
                    </a:cubicBezTo>
                    <a:cubicBezTo>
                      <a:pt x="54083" y="255"/>
                      <a:pt x="24365" y="-3841"/>
                      <a:pt x="7506" y="7875"/>
                    </a:cubicBezTo>
                    <a:cubicBezTo>
                      <a:pt x="2743" y="11209"/>
                      <a:pt x="-3543" y="17495"/>
                      <a:pt x="2458" y="22639"/>
                    </a:cubicBezTo>
                    <a:cubicBezTo>
                      <a:pt x="9982" y="29020"/>
                      <a:pt x="30556" y="23686"/>
                      <a:pt x="39319" y="2282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22" name="Forme libre : forme 2921">
                <a:extLst>
                  <a:ext uri="{FF2B5EF4-FFF2-40B4-BE49-F238E27FC236}">
                    <a16:creationId xmlns:a16="http://schemas.microsoft.com/office/drawing/2014/main" id="{25A4BA3D-2F1A-4BEB-B189-7BA2C7ACE510}"/>
                  </a:ext>
                </a:extLst>
              </p:cNvPr>
              <p:cNvSpPr/>
              <p:nvPr/>
            </p:nvSpPr>
            <p:spPr>
              <a:xfrm>
                <a:off x="4669250" y="4168234"/>
                <a:ext cx="129921" cy="115538"/>
              </a:xfrm>
              <a:custGeom>
                <a:avLst/>
                <a:gdLst>
                  <a:gd name="connsiteX0" fmla="*/ 52007 w 129921"/>
                  <a:gd name="connsiteY0" fmla="*/ 65532 h 115538"/>
                  <a:gd name="connsiteX1" fmla="*/ 3334 w 129921"/>
                  <a:gd name="connsiteY1" fmla="*/ 68675 h 115538"/>
                  <a:gd name="connsiteX2" fmla="*/ 55721 w 129921"/>
                  <a:gd name="connsiteY2" fmla="*/ 56960 h 115538"/>
                  <a:gd name="connsiteX3" fmla="*/ 101060 w 129921"/>
                  <a:gd name="connsiteY3" fmla="*/ 26194 h 115538"/>
                  <a:gd name="connsiteX4" fmla="*/ 129921 w 129921"/>
                  <a:gd name="connsiteY4" fmla="*/ 0 h 115538"/>
                  <a:gd name="connsiteX5" fmla="*/ 55436 w 129921"/>
                  <a:gd name="connsiteY5" fmla="*/ 72200 h 115538"/>
                  <a:gd name="connsiteX6" fmla="*/ 13621 w 129921"/>
                  <a:gd name="connsiteY6" fmla="*/ 105061 h 115538"/>
                  <a:gd name="connsiteX7" fmla="*/ 0 w 129921"/>
                  <a:gd name="connsiteY7" fmla="*/ 115538 h 115538"/>
                  <a:gd name="connsiteX8" fmla="*/ 8858 w 129921"/>
                  <a:gd name="connsiteY8" fmla="*/ 106109 h 115538"/>
                  <a:gd name="connsiteX9" fmla="*/ 23717 w 129921"/>
                  <a:gd name="connsiteY9" fmla="*/ 93345 h 115538"/>
                  <a:gd name="connsiteX10" fmla="*/ 52007 w 129921"/>
                  <a:gd name="connsiteY10" fmla="*/ 65532 h 11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9921" h="115538">
                    <a:moveTo>
                      <a:pt x="52007" y="65532"/>
                    </a:moveTo>
                    <a:cubicBezTo>
                      <a:pt x="35719" y="64199"/>
                      <a:pt x="19336" y="65246"/>
                      <a:pt x="3334" y="68675"/>
                    </a:cubicBezTo>
                    <a:cubicBezTo>
                      <a:pt x="19431" y="60770"/>
                      <a:pt x="38576" y="62389"/>
                      <a:pt x="55721" y="56960"/>
                    </a:cubicBezTo>
                    <a:cubicBezTo>
                      <a:pt x="73247" y="51340"/>
                      <a:pt x="87440" y="38576"/>
                      <a:pt x="101060" y="26194"/>
                    </a:cubicBezTo>
                    <a:cubicBezTo>
                      <a:pt x="110680" y="17431"/>
                      <a:pt x="120301" y="8763"/>
                      <a:pt x="129921" y="0"/>
                    </a:cubicBezTo>
                    <a:cubicBezTo>
                      <a:pt x="108013" y="26861"/>
                      <a:pt x="82296" y="50292"/>
                      <a:pt x="55436" y="72200"/>
                    </a:cubicBezTo>
                    <a:cubicBezTo>
                      <a:pt x="41720" y="83439"/>
                      <a:pt x="27622" y="94202"/>
                      <a:pt x="13621" y="105061"/>
                    </a:cubicBezTo>
                    <a:cubicBezTo>
                      <a:pt x="9049" y="108490"/>
                      <a:pt x="4667" y="112300"/>
                      <a:pt x="0" y="115538"/>
                    </a:cubicBezTo>
                    <a:cubicBezTo>
                      <a:pt x="1810" y="111062"/>
                      <a:pt x="5239" y="109061"/>
                      <a:pt x="8858" y="106109"/>
                    </a:cubicBezTo>
                    <a:cubicBezTo>
                      <a:pt x="13907" y="102013"/>
                      <a:pt x="18860" y="97727"/>
                      <a:pt x="23717" y="93345"/>
                    </a:cubicBezTo>
                    <a:cubicBezTo>
                      <a:pt x="33528" y="84487"/>
                      <a:pt x="42958" y="75152"/>
                      <a:pt x="52007" y="65532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923" name="Graphique 11">
              <a:extLst>
                <a:ext uri="{FF2B5EF4-FFF2-40B4-BE49-F238E27FC236}">
                  <a16:creationId xmlns:a16="http://schemas.microsoft.com/office/drawing/2014/main" id="{107F4ACE-D772-4F73-86AA-6B1BB3BD0694}"/>
                </a:ext>
              </a:extLst>
            </p:cNvPr>
            <p:cNvGrpSpPr/>
            <p:nvPr/>
          </p:nvGrpSpPr>
          <p:grpSpPr>
            <a:xfrm>
              <a:off x="6605317" y="1677352"/>
              <a:ext cx="608332" cy="808640"/>
              <a:chOff x="6605317" y="1677352"/>
              <a:chExt cx="608332" cy="808640"/>
            </a:xfrm>
            <a:solidFill>
              <a:schemeClr val="accent1"/>
            </a:solidFill>
          </p:grpSpPr>
          <p:grpSp>
            <p:nvGrpSpPr>
              <p:cNvPr id="2924" name="Graphique 11">
                <a:extLst>
                  <a:ext uri="{FF2B5EF4-FFF2-40B4-BE49-F238E27FC236}">
                    <a16:creationId xmlns:a16="http://schemas.microsoft.com/office/drawing/2014/main" id="{FDA5ED08-AE3C-41C8-BCC4-72CE41FBB873}"/>
                  </a:ext>
                </a:extLst>
              </p:cNvPr>
              <p:cNvGrpSpPr/>
              <p:nvPr/>
            </p:nvGrpSpPr>
            <p:grpSpPr>
              <a:xfrm>
                <a:off x="6605317" y="1677352"/>
                <a:ext cx="608332" cy="808640"/>
                <a:chOff x="6605317" y="1677352"/>
                <a:chExt cx="608332" cy="808640"/>
              </a:xfrm>
              <a:solidFill>
                <a:schemeClr val="accent1"/>
              </a:solidFill>
            </p:grpSpPr>
            <p:sp>
              <p:nvSpPr>
                <p:cNvPr id="2925" name="Forme libre : forme 2924">
                  <a:extLst>
                    <a:ext uri="{FF2B5EF4-FFF2-40B4-BE49-F238E27FC236}">
                      <a16:creationId xmlns:a16="http://schemas.microsoft.com/office/drawing/2014/main" id="{8606766A-07B3-4389-81D0-916F8139D845}"/>
                    </a:ext>
                  </a:extLst>
                </p:cNvPr>
                <p:cNvSpPr/>
                <p:nvPr/>
              </p:nvSpPr>
              <p:spPr>
                <a:xfrm>
                  <a:off x="6605317" y="1761553"/>
                  <a:ext cx="558054" cy="724439"/>
                </a:xfrm>
                <a:custGeom>
                  <a:avLst/>
                  <a:gdLst>
                    <a:gd name="connsiteX0" fmla="*/ 240586 w 558054"/>
                    <a:gd name="connsiteY0" fmla="*/ 0 h 724439"/>
                    <a:gd name="connsiteX1" fmla="*/ 222203 w 558054"/>
                    <a:gd name="connsiteY1" fmla="*/ 167735 h 724439"/>
                    <a:gd name="connsiteX2" fmla="*/ 177340 w 558054"/>
                    <a:gd name="connsiteY2" fmla="*/ 369856 h 724439"/>
                    <a:gd name="connsiteX3" fmla="*/ 41609 w 558054"/>
                    <a:gd name="connsiteY3" fmla="*/ 611505 h 724439"/>
                    <a:gd name="connsiteX4" fmla="*/ 2652 w 558054"/>
                    <a:gd name="connsiteY4" fmla="*/ 663035 h 724439"/>
                    <a:gd name="connsiteX5" fmla="*/ 59230 w 558054"/>
                    <a:gd name="connsiteY5" fmla="*/ 668560 h 724439"/>
                    <a:gd name="connsiteX6" fmla="*/ 69041 w 558054"/>
                    <a:gd name="connsiteY6" fmla="*/ 674180 h 724439"/>
                    <a:gd name="connsiteX7" fmla="*/ 102093 w 558054"/>
                    <a:gd name="connsiteY7" fmla="*/ 720376 h 724439"/>
                    <a:gd name="connsiteX8" fmla="*/ 127334 w 558054"/>
                    <a:gd name="connsiteY8" fmla="*/ 660845 h 724439"/>
                    <a:gd name="connsiteX9" fmla="*/ 269066 w 558054"/>
                    <a:gd name="connsiteY9" fmla="*/ 422624 h 724439"/>
                    <a:gd name="connsiteX10" fmla="*/ 421847 w 558054"/>
                    <a:gd name="connsiteY10" fmla="*/ 282892 h 724439"/>
                    <a:gd name="connsiteX11" fmla="*/ 558054 w 558054"/>
                    <a:gd name="connsiteY11" fmla="*/ 183261 h 724439"/>
                    <a:gd name="connsiteX12" fmla="*/ 433658 w 558054"/>
                    <a:gd name="connsiteY12" fmla="*/ 35147 h 724439"/>
                    <a:gd name="connsiteX13" fmla="*/ 240586 w 558054"/>
                    <a:gd name="connsiteY13" fmla="*/ 0 h 724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58054" h="724439">
                      <a:moveTo>
                        <a:pt x="240586" y="0"/>
                      </a:moveTo>
                      <a:cubicBezTo>
                        <a:pt x="240586" y="0"/>
                        <a:pt x="224108" y="57531"/>
                        <a:pt x="222203" y="167735"/>
                      </a:cubicBezTo>
                      <a:cubicBezTo>
                        <a:pt x="220393" y="277939"/>
                        <a:pt x="213249" y="303467"/>
                        <a:pt x="177340" y="369856"/>
                      </a:cubicBezTo>
                      <a:cubicBezTo>
                        <a:pt x="141336" y="436245"/>
                        <a:pt x="49705" y="597884"/>
                        <a:pt x="41609" y="611505"/>
                      </a:cubicBezTo>
                      <a:cubicBezTo>
                        <a:pt x="33513" y="625126"/>
                        <a:pt x="17415" y="656082"/>
                        <a:pt x="2652" y="663035"/>
                      </a:cubicBezTo>
                      <a:cubicBezTo>
                        <a:pt x="-12112" y="669988"/>
                        <a:pt x="38656" y="685705"/>
                        <a:pt x="59230" y="668560"/>
                      </a:cubicBezTo>
                      <a:lnTo>
                        <a:pt x="69041" y="674180"/>
                      </a:lnTo>
                      <a:cubicBezTo>
                        <a:pt x="64469" y="700468"/>
                        <a:pt x="103331" y="736663"/>
                        <a:pt x="102093" y="720376"/>
                      </a:cubicBezTo>
                      <a:cubicBezTo>
                        <a:pt x="100854" y="704088"/>
                        <a:pt x="119619" y="674751"/>
                        <a:pt x="127334" y="660845"/>
                      </a:cubicBezTo>
                      <a:cubicBezTo>
                        <a:pt x="135049" y="647033"/>
                        <a:pt x="229442" y="486918"/>
                        <a:pt x="269066" y="422624"/>
                      </a:cubicBezTo>
                      <a:cubicBezTo>
                        <a:pt x="308690" y="358330"/>
                        <a:pt x="327169" y="339471"/>
                        <a:pt x="421847" y="282892"/>
                      </a:cubicBezTo>
                      <a:cubicBezTo>
                        <a:pt x="516430" y="226314"/>
                        <a:pt x="558054" y="183261"/>
                        <a:pt x="558054" y="183261"/>
                      </a:cubicBezTo>
                      <a:lnTo>
                        <a:pt x="433658" y="35147"/>
                      </a:lnTo>
                      <a:lnTo>
                        <a:pt x="240586" y="0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926" name="Graphique 11">
                  <a:extLst>
                    <a:ext uri="{FF2B5EF4-FFF2-40B4-BE49-F238E27FC236}">
                      <a16:creationId xmlns:a16="http://schemas.microsoft.com/office/drawing/2014/main" id="{4E5154AD-0148-4BCA-A125-DB65B8B38584}"/>
                    </a:ext>
                  </a:extLst>
                </p:cNvPr>
                <p:cNvGrpSpPr/>
                <p:nvPr/>
              </p:nvGrpSpPr>
              <p:grpSpPr>
                <a:xfrm>
                  <a:off x="6946071" y="1693529"/>
                  <a:ext cx="188156" cy="197058"/>
                  <a:chOff x="6946071" y="1693529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2927" name="Forme libre : forme 2926">
                    <a:extLst>
                      <a:ext uri="{FF2B5EF4-FFF2-40B4-BE49-F238E27FC236}">
                        <a16:creationId xmlns:a16="http://schemas.microsoft.com/office/drawing/2014/main" id="{19D6E0A3-2E74-45F2-87EE-19FF75E8CC74}"/>
                      </a:ext>
                    </a:extLst>
                  </p:cNvPr>
                  <p:cNvSpPr/>
                  <p:nvPr/>
                </p:nvSpPr>
                <p:spPr>
                  <a:xfrm rot="-3597654">
                    <a:off x="6963567" y="1727668"/>
                    <a:ext cx="153164" cy="128780"/>
                  </a:xfrm>
                  <a:custGeom>
                    <a:avLst/>
                    <a:gdLst>
                      <a:gd name="connsiteX0" fmla="*/ 153165 w 153164"/>
                      <a:gd name="connsiteY0" fmla="*/ 64390 h 128780"/>
                      <a:gd name="connsiteX1" fmla="*/ 76583 w 153164"/>
                      <a:gd name="connsiteY1" fmla="*/ 128780 h 128780"/>
                      <a:gd name="connsiteX2" fmla="*/ 1 w 153164"/>
                      <a:gd name="connsiteY2" fmla="*/ 64390 h 128780"/>
                      <a:gd name="connsiteX3" fmla="*/ 76583 w 153164"/>
                      <a:gd name="connsiteY3" fmla="*/ 0 h 128780"/>
                      <a:gd name="connsiteX4" fmla="*/ 153165 w 153164"/>
                      <a:gd name="connsiteY4" fmla="*/ 64390 h 128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4" h="128780">
                        <a:moveTo>
                          <a:pt x="153165" y="64390"/>
                        </a:moveTo>
                        <a:cubicBezTo>
                          <a:pt x="153165" y="99952"/>
                          <a:pt x="118878" y="128780"/>
                          <a:pt x="76583" y="128780"/>
                        </a:cubicBezTo>
                        <a:cubicBezTo>
                          <a:pt x="34287" y="128780"/>
                          <a:pt x="1" y="99952"/>
                          <a:pt x="1" y="64390"/>
                        </a:cubicBezTo>
                        <a:cubicBezTo>
                          <a:pt x="1" y="28828"/>
                          <a:pt x="34287" y="0"/>
                          <a:pt x="76583" y="0"/>
                        </a:cubicBezTo>
                        <a:cubicBezTo>
                          <a:pt x="118878" y="0"/>
                          <a:pt x="153165" y="28828"/>
                          <a:pt x="153165" y="6439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28" name="Forme libre : forme 2927">
                    <a:extLst>
                      <a:ext uri="{FF2B5EF4-FFF2-40B4-BE49-F238E27FC236}">
                        <a16:creationId xmlns:a16="http://schemas.microsoft.com/office/drawing/2014/main" id="{95BBEA14-F8A7-4E42-8EF9-3CD193A91313}"/>
                      </a:ext>
                    </a:extLst>
                  </p:cNvPr>
                  <p:cNvSpPr/>
                  <p:nvPr/>
                </p:nvSpPr>
                <p:spPr>
                  <a:xfrm>
                    <a:off x="6972260" y="1770030"/>
                    <a:ext cx="134532" cy="95648"/>
                  </a:xfrm>
                  <a:custGeom>
                    <a:avLst/>
                    <a:gdLst>
                      <a:gd name="connsiteX0" fmla="*/ 134532 w 134532"/>
                      <a:gd name="connsiteY0" fmla="*/ 21812 h 95648"/>
                      <a:gd name="connsiteX1" fmla="*/ 129484 w 134532"/>
                      <a:gd name="connsiteY1" fmla="*/ 32099 h 95648"/>
                      <a:gd name="connsiteX2" fmla="*/ 35377 w 134532"/>
                      <a:gd name="connsiteY2" fmla="*/ 66104 h 95648"/>
                      <a:gd name="connsiteX3" fmla="*/ 6802 w 134532"/>
                      <a:gd name="connsiteY3" fmla="*/ 0 h 95648"/>
                      <a:gd name="connsiteX4" fmla="*/ 29281 w 134532"/>
                      <a:gd name="connsiteY4" fmla="*/ 88201 h 95648"/>
                      <a:gd name="connsiteX5" fmla="*/ 123388 w 134532"/>
                      <a:gd name="connsiteY5" fmla="*/ 54197 h 95648"/>
                      <a:gd name="connsiteX6" fmla="*/ 134532 w 134532"/>
                      <a:gd name="connsiteY6" fmla="*/ 21812 h 95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4532" h="95648">
                        <a:moveTo>
                          <a:pt x="134532" y="21812"/>
                        </a:moveTo>
                        <a:cubicBezTo>
                          <a:pt x="133103" y="25241"/>
                          <a:pt x="131484" y="28765"/>
                          <a:pt x="129484" y="32099"/>
                        </a:cubicBezTo>
                        <a:cubicBezTo>
                          <a:pt x="108339" y="68675"/>
                          <a:pt x="66334" y="83725"/>
                          <a:pt x="35377" y="66104"/>
                        </a:cubicBezTo>
                        <a:cubicBezTo>
                          <a:pt x="11183" y="52388"/>
                          <a:pt x="-247" y="23717"/>
                          <a:pt x="6802" y="0"/>
                        </a:cubicBezTo>
                        <a:cubicBezTo>
                          <a:pt x="-7581" y="34195"/>
                          <a:pt x="1278" y="72009"/>
                          <a:pt x="29281" y="88201"/>
                        </a:cubicBezTo>
                        <a:cubicBezTo>
                          <a:pt x="60047" y="106013"/>
                          <a:pt x="102147" y="90773"/>
                          <a:pt x="123388" y="54197"/>
                        </a:cubicBezTo>
                        <a:cubicBezTo>
                          <a:pt x="129389" y="43720"/>
                          <a:pt x="133009" y="32671"/>
                          <a:pt x="134532" y="2181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29" name="Forme libre : forme 2928">
                    <a:extLst>
                      <a:ext uri="{FF2B5EF4-FFF2-40B4-BE49-F238E27FC236}">
                        <a16:creationId xmlns:a16="http://schemas.microsoft.com/office/drawing/2014/main" id="{C8E0A194-43B8-479D-AE9C-E368277C4230}"/>
                      </a:ext>
                    </a:extLst>
                  </p:cNvPr>
                  <p:cNvSpPr/>
                  <p:nvPr/>
                </p:nvSpPr>
                <p:spPr>
                  <a:xfrm rot="-2316582">
                    <a:off x="6999364" y="1727652"/>
                    <a:ext cx="74865" cy="59244"/>
                  </a:xfrm>
                  <a:custGeom>
                    <a:avLst/>
                    <a:gdLst>
                      <a:gd name="connsiteX0" fmla="*/ 74865 w 74865"/>
                      <a:gd name="connsiteY0" fmla="*/ 29622 h 59244"/>
                      <a:gd name="connsiteX1" fmla="*/ 37433 w 74865"/>
                      <a:gd name="connsiteY1" fmla="*/ 59244 h 59244"/>
                      <a:gd name="connsiteX2" fmla="*/ 0 w 74865"/>
                      <a:gd name="connsiteY2" fmla="*/ 29622 h 59244"/>
                      <a:gd name="connsiteX3" fmla="*/ 37433 w 74865"/>
                      <a:gd name="connsiteY3" fmla="*/ 0 h 59244"/>
                      <a:gd name="connsiteX4" fmla="*/ 74865 w 74865"/>
                      <a:gd name="connsiteY4" fmla="*/ 29622 h 59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5" h="59244">
                        <a:moveTo>
                          <a:pt x="74865" y="29622"/>
                        </a:moveTo>
                        <a:cubicBezTo>
                          <a:pt x="74865" y="45982"/>
                          <a:pt x="58106" y="59244"/>
                          <a:pt x="37433" y="59244"/>
                        </a:cubicBezTo>
                        <a:cubicBezTo>
                          <a:pt x="16759" y="59244"/>
                          <a:pt x="0" y="45982"/>
                          <a:pt x="0" y="29622"/>
                        </a:cubicBezTo>
                        <a:cubicBezTo>
                          <a:pt x="0" y="13262"/>
                          <a:pt x="16759" y="0"/>
                          <a:pt x="37433" y="0"/>
                        </a:cubicBezTo>
                        <a:cubicBezTo>
                          <a:pt x="58106" y="0"/>
                          <a:pt x="74865" y="13262"/>
                          <a:pt x="74865" y="2962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30" name="Forme libre : forme 2929">
                    <a:extLst>
                      <a:ext uri="{FF2B5EF4-FFF2-40B4-BE49-F238E27FC236}">
                        <a16:creationId xmlns:a16="http://schemas.microsoft.com/office/drawing/2014/main" id="{021AC2B8-34DD-4A28-A3F8-95EFDEA5C306}"/>
                      </a:ext>
                    </a:extLst>
                  </p:cNvPr>
                  <p:cNvSpPr/>
                  <p:nvPr/>
                </p:nvSpPr>
                <p:spPr>
                  <a:xfrm>
                    <a:off x="7061358" y="1735359"/>
                    <a:ext cx="17907" cy="17906"/>
                  </a:xfrm>
                  <a:custGeom>
                    <a:avLst/>
                    <a:gdLst>
                      <a:gd name="connsiteX0" fmla="*/ 17907 w 17907"/>
                      <a:gd name="connsiteY0" fmla="*/ 8953 h 17906"/>
                      <a:gd name="connsiteX1" fmla="*/ 8953 w 17907"/>
                      <a:gd name="connsiteY1" fmla="*/ 17907 h 17906"/>
                      <a:gd name="connsiteX2" fmla="*/ 0 w 17907"/>
                      <a:gd name="connsiteY2" fmla="*/ 8953 h 17906"/>
                      <a:gd name="connsiteX3" fmla="*/ 8953 w 17907"/>
                      <a:gd name="connsiteY3" fmla="*/ 0 h 17906"/>
                      <a:gd name="connsiteX4" fmla="*/ 17907 w 17907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7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8" y="17907"/>
                          <a:pt x="0" y="13898"/>
                          <a:pt x="0" y="8953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931" name="Graphique 11">
                  <a:extLst>
                    <a:ext uri="{FF2B5EF4-FFF2-40B4-BE49-F238E27FC236}">
                      <a16:creationId xmlns:a16="http://schemas.microsoft.com/office/drawing/2014/main" id="{34C75C80-01F8-4359-B9DE-D29253C813A3}"/>
                    </a:ext>
                  </a:extLst>
                </p:cNvPr>
                <p:cNvGrpSpPr/>
                <p:nvPr/>
              </p:nvGrpSpPr>
              <p:grpSpPr>
                <a:xfrm>
                  <a:off x="6815761" y="1677352"/>
                  <a:ext cx="188156" cy="197058"/>
                  <a:chOff x="6815761" y="1677352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2932" name="Forme libre : forme 2931">
                    <a:extLst>
                      <a:ext uri="{FF2B5EF4-FFF2-40B4-BE49-F238E27FC236}">
                        <a16:creationId xmlns:a16="http://schemas.microsoft.com/office/drawing/2014/main" id="{DAC7C76B-EEF7-4AC7-82FF-91B646A1A4A9}"/>
                      </a:ext>
                    </a:extLst>
                  </p:cNvPr>
                  <p:cNvSpPr/>
                  <p:nvPr/>
                </p:nvSpPr>
                <p:spPr>
                  <a:xfrm rot="-3597654">
                    <a:off x="6833257" y="1711491"/>
                    <a:ext cx="153164" cy="128780"/>
                  </a:xfrm>
                  <a:custGeom>
                    <a:avLst/>
                    <a:gdLst>
                      <a:gd name="connsiteX0" fmla="*/ 153165 w 153164"/>
                      <a:gd name="connsiteY0" fmla="*/ 64390 h 128780"/>
                      <a:gd name="connsiteX1" fmla="*/ 76583 w 153164"/>
                      <a:gd name="connsiteY1" fmla="*/ 128780 h 128780"/>
                      <a:gd name="connsiteX2" fmla="*/ 0 w 153164"/>
                      <a:gd name="connsiteY2" fmla="*/ 64390 h 128780"/>
                      <a:gd name="connsiteX3" fmla="*/ 76583 w 153164"/>
                      <a:gd name="connsiteY3" fmla="*/ 0 h 128780"/>
                      <a:gd name="connsiteX4" fmla="*/ 153165 w 153164"/>
                      <a:gd name="connsiteY4" fmla="*/ 64390 h 128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4" h="128780">
                        <a:moveTo>
                          <a:pt x="153165" y="64390"/>
                        </a:moveTo>
                        <a:cubicBezTo>
                          <a:pt x="153165" y="99952"/>
                          <a:pt x="118878" y="128780"/>
                          <a:pt x="76583" y="128780"/>
                        </a:cubicBezTo>
                        <a:cubicBezTo>
                          <a:pt x="34287" y="128780"/>
                          <a:pt x="0" y="99952"/>
                          <a:pt x="0" y="64390"/>
                        </a:cubicBezTo>
                        <a:cubicBezTo>
                          <a:pt x="0" y="28828"/>
                          <a:pt x="34287" y="0"/>
                          <a:pt x="76583" y="0"/>
                        </a:cubicBezTo>
                        <a:cubicBezTo>
                          <a:pt x="118878" y="0"/>
                          <a:pt x="153165" y="28828"/>
                          <a:pt x="153165" y="6439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33" name="Forme libre : forme 2932">
                    <a:extLst>
                      <a:ext uri="{FF2B5EF4-FFF2-40B4-BE49-F238E27FC236}">
                        <a16:creationId xmlns:a16="http://schemas.microsoft.com/office/drawing/2014/main" id="{080D2ED6-823F-44B0-B0A9-2F8789411167}"/>
                      </a:ext>
                    </a:extLst>
                  </p:cNvPr>
                  <p:cNvSpPr/>
                  <p:nvPr/>
                </p:nvSpPr>
                <p:spPr>
                  <a:xfrm>
                    <a:off x="6841958" y="1753837"/>
                    <a:ext cx="134532" cy="95648"/>
                  </a:xfrm>
                  <a:custGeom>
                    <a:avLst/>
                    <a:gdLst>
                      <a:gd name="connsiteX0" fmla="*/ 134532 w 134532"/>
                      <a:gd name="connsiteY0" fmla="*/ 21812 h 95648"/>
                      <a:gd name="connsiteX1" fmla="*/ 129484 w 134532"/>
                      <a:gd name="connsiteY1" fmla="*/ 32099 h 95648"/>
                      <a:gd name="connsiteX2" fmla="*/ 35377 w 134532"/>
                      <a:gd name="connsiteY2" fmla="*/ 66104 h 95648"/>
                      <a:gd name="connsiteX3" fmla="*/ 6802 w 134532"/>
                      <a:gd name="connsiteY3" fmla="*/ 0 h 95648"/>
                      <a:gd name="connsiteX4" fmla="*/ 29281 w 134532"/>
                      <a:gd name="connsiteY4" fmla="*/ 88202 h 95648"/>
                      <a:gd name="connsiteX5" fmla="*/ 123388 w 134532"/>
                      <a:gd name="connsiteY5" fmla="*/ 54197 h 95648"/>
                      <a:gd name="connsiteX6" fmla="*/ 134532 w 134532"/>
                      <a:gd name="connsiteY6" fmla="*/ 21812 h 95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4532" h="95648">
                        <a:moveTo>
                          <a:pt x="134532" y="21812"/>
                        </a:moveTo>
                        <a:cubicBezTo>
                          <a:pt x="133104" y="25241"/>
                          <a:pt x="131484" y="28766"/>
                          <a:pt x="129484" y="32099"/>
                        </a:cubicBezTo>
                        <a:cubicBezTo>
                          <a:pt x="108339" y="68675"/>
                          <a:pt x="66333" y="83725"/>
                          <a:pt x="35377" y="66104"/>
                        </a:cubicBezTo>
                        <a:cubicBezTo>
                          <a:pt x="11184" y="52388"/>
                          <a:pt x="-246" y="23717"/>
                          <a:pt x="6802" y="0"/>
                        </a:cubicBezTo>
                        <a:cubicBezTo>
                          <a:pt x="-7581" y="34195"/>
                          <a:pt x="1278" y="72009"/>
                          <a:pt x="29281" y="88202"/>
                        </a:cubicBezTo>
                        <a:cubicBezTo>
                          <a:pt x="60047" y="106013"/>
                          <a:pt x="102148" y="90773"/>
                          <a:pt x="123388" y="54197"/>
                        </a:cubicBezTo>
                        <a:cubicBezTo>
                          <a:pt x="129484" y="43815"/>
                          <a:pt x="133009" y="32671"/>
                          <a:pt x="134532" y="2181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34" name="Forme libre : forme 2933">
                    <a:extLst>
                      <a:ext uri="{FF2B5EF4-FFF2-40B4-BE49-F238E27FC236}">
                        <a16:creationId xmlns:a16="http://schemas.microsoft.com/office/drawing/2014/main" id="{5E188435-19D3-4FC2-BDBD-1A3037335A55}"/>
                      </a:ext>
                    </a:extLst>
                  </p:cNvPr>
                  <p:cNvSpPr/>
                  <p:nvPr/>
                </p:nvSpPr>
                <p:spPr>
                  <a:xfrm rot="-2316582">
                    <a:off x="6869061" y="1711470"/>
                    <a:ext cx="74865" cy="59244"/>
                  </a:xfrm>
                  <a:custGeom>
                    <a:avLst/>
                    <a:gdLst>
                      <a:gd name="connsiteX0" fmla="*/ 74865 w 74865"/>
                      <a:gd name="connsiteY0" fmla="*/ 29622 h 59244"/>
                      <a:gd name="connsiteX1" fmla="*/ 37433 w 74865"/>
                      <a:gd name="connsiteY1" fmla="*/ 59244 h 59244"/>
                      <a:gd name="connsiteX2" fmla="*/ 0 w 74865"/>
                      <a:gd name="connsiteY2" fmla="*/ 29622 h 59244"/>
                      <a:gd name="connsiteX3" fmla="*/ 37433 w 74865"/>
                      <a:gd name="connsiteY3" fmla="*/ 0 h 59244"/>
                      <a:gd name="connsiteX4" fmla="*/ 74865 w 74865"/>
                      <a:gd name="connsiteY4" fmla="*/ 29622 h 59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5" h="59244">
                        <a:moveTo>
                          <a:pt x="74865" y="29622"/>
                        </a:moveTo>
                        <a:cubicBezTo>
                          <a:pt x="74865" y="45982"/>
                          <a:pt x="58106" y="59244"/>
                          <a:pt x="37433" y="59244"/>
                        </a:cubicBezTo>
                        <a:cubicBezTo>
                          <a:pt x="16759" y="59244"/>
                          <a:pt x="0" y="45982"/>
                          <a:pt x="0" y="29622"/>
                        </a:cubicBezTo>
                        <a:cubicBezTo>
                          <a:pt x="0" y="13262"/>
                          <a:pt x="16759" y="0"/>
                          <a:pt x="37433" y="0"/>
                        </a:cubicBezTo>
                        <a:cubicBezTo>
                          <a:pt x="58106" y="0"/>
                          <a:pt x="74865" y="13262"/>
                          <a:pt x="74865" y="2962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35" name="Forme libre : forme 2934">
                    <a:extLst>
                      <a:ext uri="{FF2B5EF4-FFF2-40B4-BE49-F238E27FC236}">
                        <a16:creationId xmlns:a16="http://schemas.microsoft.com/office/drawing/2014/main" id="{255CD42A-FD15-4470-9744-ACC8A1962224}"/>
                      </a:ext>
                    </a:extLst>
                  </p:cNvPr>
                  <p:cNvSpPr/>
                  <p:nvPr/>
                </p:nvSpPr>
                <p:spPr>
                  <a:xfrm>
                    <a:off x="6931056" y="1719166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936" name="Graphique 11">
                  <a:extLst>
                    <a:ext uri="{FF2B5EF4-FFF2-40B4-BE49-F238E27FC236}">
                      <a16:creationId xmlns:a16="http://schemas.microsoft.com/office/drawing/2014/main" id="{75FABC8D-05E8-412C-B91F-337F75D072CB}"/>
                    </a:ext>
                  </a:extLst>
                </p:cNvPr>
                <p:cNvGrpSpPr/>
                <p:nvPr/>
              </p:nvGrpSpPr>
              <p:grpSpPr>
                <a:xfrm>
                  <a:off x="7025493" y="1798654"/>
                  <a:ext cx="188156" cy="197058"/>
                  <a:chOff x="7025493" y="1798654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2937" name="Forme libre : forme 2936">
                    <a:extLst>
                      <a:ext uri="{FF2B5EF4-FFF2-40B4-BE49-F238E27FC236}">
                        <a16:creationId xmlns:a16="http://schemas.microsoft.com/office/drawing/2014/main" id="{C45D92E1-EC0B-4137-A77E-7F68EDA09E29}"/>
                      </a:ext>
                    </a:extLst>
                  </p:cNvPr>
                  <p:cNvSpPr/>
                  <p:nvPr/>
                </p:nvSpPr>
                <p:spPr>
                  <a:xfrm rot="-3597654">
                    <a:off x="7042989" y="1832793"/>
                    <a:ext cx="153164" cy="128780"/>
                  </a:xfrm>
                  <a:custGeom>
                    <a:avLst/>
                    <a:gdLst>
                      <a:gd name="connsiteX0" fmla="*/ 153165 w 153164"/>
                      <a:gd name="connsiteY0" fmla="*/ 64390 h 128780"/>
                      <a:gd name="connsiteX1" fmla="*/ 76582 w 153164"/>
                      <a:gd name="connsiteY1" fmla="*/ 128780 h 128780"/>
                      <a:gd name="connsiteX2" fmla="*/ 0 w 153164"/>
                      <a:gd name="connsiteY2" fmla="*/ 64390 h 128780"/>
                      <a:gd name="connsiteX3" fmla="*/ 76582 w 153164"/>
                      <a:gd name="connsiteY3" fmla="*/ 0 h 128780"/>
                      <a:gd name="connsiteX4" fmla="*/ 153165 w 153164"/>
                      <a:gd name="connsiteY4" fmla="*/ 64390 h 128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4" h="128780">
                        <a:moveTo>
                          <a:pt x="153165" y="64390"/>
                        </a:moveTo>
                        <a:cubicBezTo>
                          <a:pt x="153165" y="99952"/>
                          <a:pt x="118878" y="128780"/>
                          <a:pt x="76582" y="128780"/>
                        </a:cubicBezTo>
                        <a:cubicBezTo>
                          <a:pt x="34287" y="128780"/>
                          <a:pt x="0" y="99952"/>
                          <a:pt x="0" y="64390"/>
                        </a:cubicBezTo>
                        <a:cubicBezTo>
                          <a:pt x="0" y="28828"/>
                          <a:pt x="34287" y="0"/>
                          <a:pt x="76582" y="0"/>
                        </a:cubicBezTo>
                        <a:cubicBezTo>
                          <a:pt x="118878" y="0"/>
                          <a:pt x="153165" y="28828"/>
                          <a:pt x="153165" y="6439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38" name="Forme libre : forme 2937">
                    <a:extLst>
                      <a:ext uri="{FF2B5EF4-FFF2-40B4-BE49-F238E27FC236}">
                        <a16:creationId xmlns:a16="http://schemas.microsoft.com/office/drawing/2014/main" id="{C76D54D7-F9AA-42F3-A0B3-69DEFB085632}"/>
                      </a:ext>
                    </a:extLst>
                  </p:cNvPr>
                  <p:cNvSpPr/>
                  <p:nvPr/>
                </p:nvSpPr>
                <p:spPr>
                  <a:xfrm>
                    <a:off x="7051698" y="1875186"/>
                    <a:ext cx="134532" cy="95648"/>
                  </a:xfrm>
                  <a:custGeom>
                    <a:avLst/>
                    <a:gdLst>
                      <a:gd name="connsiteX0" fmla="*/ 134533 w 134532"/>
                      <a:gd name="connsiteY0" fmla="*/ 21812 h 95648"/>
                      <a:gd name="connsiteX1" fmla="*/ 129484 w 134532"/>
                      <a:gd name="connsiteY1" fmla="*/ 32099 h 95648"/>
                      <a:gd name="connsiteX2" fmla="*/ 35377 w 134532"/>
                      <a:gd name="connsiteY2" fmla="*/ 66104 h 95648"/>
                      <a:gd name="connsiteX3" fmla="*/ 6802 w 134532"/>
                      <a:gd name="connsiteY3" fmla="*/ 0 h 95648"/>
                      <a:gd name="connsiteX4" fmla="*/ 29281 w 134532"/>
                      <a:gd name="connsiteY4" fmla="*/ 88202 h 95648"/>
                      <a:gd name="connsiteX5" fmla="*/ 123388 w 134532"/>
                      <a:gd name="connsiteY5" fmla="*/ 54197 h 95648"/>
                      <a:gd name="connsiteX6" fmla="*/ 134533 w 134532"/>
                      <a:gd name="connsiteY6" fmla="*/ 21812 h 95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4532" h="95648">
                        <a:moveTo>
                          <a:pt x="134533" y="21812"/>
                        </a:moveTo>
                        <a:cubicBezTo>
                          <a:pt x="133104" y="25241"/>
                          <a:pt x="131485" y="28766"/>
                          <a:pt x="129484" y="32099"/>
                        </a:cubicBezTo>
                        <a:cubicBezTo>
                          <a:pt x="108339" y="68675"/>
                          <a:pt x="66334" y="83725"/>
                          <a:pt x="35377" y="66104"/>
                        </a:cubicBezTo>
                        <a:cubicBezTo>
                          <a:pt x="11184" y="52388"/>
                          <a:pt x="-246" y="23717"/>
                          <a:pt x="6802" y="0"/>
                        </a:cubicBezTo>
                        <a:cubicBezTo>
                          <a:pt x="-7581" y="34195"/>
                          <a:pt x="1278" y="72009"/>
                          <a:pt x="29281" y="88202"/>
                        </a:cubicBezTo>
                        <a:cubicBezTo>
                          <a:pt x="60047" y="106013"/>
                          <a:pt x="102148" y="90773"/>
                          <a:pt x="123388" y="54197"/>
                        </a:cubicBezTo>
                        <a:cubicBezTo>
                          <a:pt x="129484" y="43720"/>
                          <a:pt x="133104" y="32671"/>
                          <a:pt x="134533" y="2181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39" name="Forme libre : forme 2938">
                    <a:extLst>
                      <a:ext uri="{FF2B5EF4-FFF2-40B4-BE49-F238E27FC236}">
                        <a16:creationId xmlns:a16="http://schemas.microsoft.com/office/drawing/2014/main" id="{B9D55C5D-9EE6-4104-9444-D69EE74D1AA5}"/>
                      </a:ext>
                    </a:extLst>
                  </p:cNvPr>
                  <p:cNvSpPr/>
                  <p:nvPr/>
                </p:nvSpPr>
                <p:spPr>
                  <a:xfrm rot="-2316582">
                    <a:off x="7078781" y="1832748"/>
                    <a:ext cx="74865" cy="59244"/>
                  </a:xfrm>
                  <a:custGeom>
                    <a:avLst/>
                    <a:gdLst>
                      <a:gd name="connsiteX0" fmla="*/ 74865 w 74865"/>
                      <a:gd name="connsiteY0" fmla="*/ 29622 h 59244"/>
                      <a:gd name="connsiteX1" fmla="*/ 37432 w 74865"/>
                      <a:gd name="connsiteY1" fmla="*/ 59244 h 59244"/>
                      <a:gd name="connsiteX2" fmla="*/ 0 w 74865"/>
                      <a:gd name="connsiteY2" fmla="*/ 29622 h 59244"/>
                      <a:gd name="connsiteX3" fmla="*/ 37432 w 74865"/>
                      <a:gd name="connsiteY3" fmla="*/ 0 h 59244"/>
                      <a:gd name="connsiteX4" fmla="*/ 74865 w 74865"/>
                      <a:gd name="connsiteY4" fmla="*/ 29622 h 59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5" h="59244">
                        <a:moveTo>
                          <a:pt x="74865" y="29622"/>
                        </a:moveTo>
                        <a:cubicBezTo>
                          <a:pt x="74865" y="45982"/>
                          <a:pt x="58106" y="59244"/>
                          <a:pt x="37432" y="59244"/>
                        </a:cubicBezTo>
                        <a:cubicBezTo>
                          <a:pt x="16759" y="59244"/>
                          <a:pt x="0" y="45982"/>
                          <a:pt x="0" y="29622"/>
                        </a:cubicBezTo>
                        <a:cubicBezTo>
                          <a:pt x="0" y="13262"/>
                          <a:pt x="16759" y="0"/>
                          <a:pt x="37432" y="0"/>
                        </a:cubicBezTo>
                        <a:cubicBezTo>
                          <a:pt x="58106" y="0"/>
                          <a:pt x="74865" y="13262"/>
                          <a:pt x="74865" y="2962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40" name="Forme libre : forme 2939">
                    <a:extLst>
                      <a:ext uri="{FF2B5EF4-FFF2-40B4-BE49-F238E27FC236}">
                        <a16:creationId xmlns:a16="http://schemas.microsoft.com/office/drawing/2014/main" id="{28A79118-6621-43D3-A478-2CE21C61F747}"/>
                      </a:ext>
                    </a:extLst>
                  </p:cNvPr>
                  <p:cNvSpPr/>
                  <p:nvPr/>
                </p:nvSpPr>
                <p:spPr>
                  <a:xfrm>
                    <a:off x="7140797" y="1840515"/>
                    <a:ext cx="17907" cy="17906"/>
                  </a:xfrm>
                  <a:custGeom>
                    <a:avLst/>
                    <a:gdLst>
                      <a:gd name="connsiteX0" fmla="*/ 17907 w 17907"/>
                      <a:gd name="connsiteY0" fmla="*/ 8953 h 17906"/>
                      <a:gd name="connsiteX1" fmla="*/ 8954 w 17907"/>
                      <a:gd name="connsiteY1" fmla="*/ 17907 h 17906"/>
                      <a:gd name="connsiteX2" fmla="*/ 0 w 17907"/>
                      <a:gd name="connsiteY2" fmla="*/ 8953 h 17906"/>
                      <a:gd name="connsiteX3" fmla="*/ 8954 w 17907"/>
                      <a:gd name="connsiteY3" fmla="*/ 0 h 17906"/>
                      <a:gd name="connsiteX4" fmla="*/ 17907 w 17907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7" h="17906">
                        <a:moveTo>
                          <a:pt x="17907" y="8953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8" y="17907"/>
                          <a:pt x="0" y="13898"/>
                          <a:pt x="0" y="8953"/>
                        </a:cubicBezTo>
                        <a:cubicBezTo>
                          <a:pt x="0" y="4009"/>
                          <a:pt x="4008" y="0"/>
                          <a:pt x="8954" y="0"/>
                        </a:cubicBezTo>
                        <a:cubicBezTo>
                          <a:pt x="13899" y="0"/>
                          <a:pt x="17907" y="4009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941" name="Forme libre : forme 2940">
                  <a:extLst>
                    <a:ext uri="{FF2B5EF4-FFF2-40B4-BE49-F238E27FC236}">
                      <a16:creationId xmlns:a16="http://schemas.microsoft.com/office/drawing/2014/main" id="{7FCC0BE6-B72F-4AFF-89E2-3A9DD210C59E}"/>
                    </a:ext>
                  </a:extLst>
                </p:cNvPr>
                <p:cNvSpPr/>
                <p:nvPr/>
              </p:nvSpPr>
              <p:spPr>
                <a:xfrm>
                  <a:off x="6670265" y="2005107"/>
                  <a:ext cx="157079" cy="433101"/>
                </a:xfrm>
                <a:custGeom>
                  <a:avLst/>
                  <a:gdLst>
                    <a:gd name="connsiteX0" fmla="*/ 155350 w 157079"/>
                    <a:gd name="connsiteY0" fmla="*/ 0 h 433101"/>
                    <a:gd name="connsiteX1" fmla="*/ 125917 w 157079"/>
                    <a:gd name="connsiteY1" fmla="*/ 154877 h 433101"/>
                    <a:gd name="connsiteX2" fmla="*/ 54385 w 157079"/>
                    <a:gd name="connsiteY2" fmla="*/ 297561 h 433101"/>
                    <a:gd name="connsiteX3" fmla="*/ 6379 w 157079"/>
                    <a:gd name="connsiteY3" fmla="*/ 433102 h 433101"/>
                    <a:gd name="connsiteX4" fmla="*/ 854 w 157079"/>
                    <a:gd name="connsiteY4" fmla="*/ 412052 h 433101"/>
                    <a:gd name="connsiteX5" fmla="*/ 7236 w 157079"/>
                    <a:gd name="connsiteY5" fmla="*/ 380619 h 433101"/>
                    <a:gd name="connsiteX6" fmla="*/ 143729 w 157079"/>
                    <a:gd name="connsiteY6" fmla="*/ 87154 h 433101"/>
                    <a:gd name="connsiteX7" fmla="*/ 155635 w 157079"/>
                    <a:gd name="connsiteY7" fmla="*/ 10668 h 433101"/>
                    <a:gd name="connsiteX8" fmla="*/ 152016 w 157079"/>
                    <a:gd name="connsiteY8" fmla="*/ 13525 h 433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7079" h="433101">
                      <a:moveTo>
                        <a:pt x="155350" y="0"/>
                      </a:moveTo>
                      <a:cubicBezTo>
                        <a:pt x="162303" y="52769"/>
                        <a:pt x="147444" y="106204"/>
                        <a:pt x="125917" y="154877"/>
                      </a:cubicBezTo>
                      <a:cubicBezTo>
                        <a:pt x="104391" y="203549"/>
                        <a:pt x="76197" y="249079"/>
                        <a:pt x="54385" y="297561"/>
                      </a:cubicBezTo>
                      <a:cubicBezTo>
                        <a:pt x="34668" y="341281"/>
                        <a:pt x="20285" y="387191"/>
                        <a:pt x="6379" y="433102"/>
                      </a:cubicBezTo>
                      <a:cubicBezTo>
                        <a:pt x="-860" y="429959"/>
                        <a:pt x="-670" y="419767"/>
                        <a:pt x="854" y="412052"/>
                      </a:cubicBezTo>
                      <a:cubicBezTo>
                        <a:pt x="2759" y="401479"/>
                        <a:pt x="4759" y="391001"/>
                        <a:pt x="7236" y="380619"/>
                      </a:cubicBezTo>
                      <a:cubicBezTo>
                        <a:pt x="32953" y="275463"/>
                        <a:pt x="117154" y="192119"/>
                        <a:pt x="143729" y="87154"/>
                      </a:cubicBezTo>
                      <a:cubicBezTo>
                        <a:pt x="150111" y="62103"/>
                        <a:pt x="152968" y="36386"/>
                        <a:pt x="155635" y="10668"/>
                      </a:cubicBezTo>
                      <a:cubicBezTo>
                        <a:pt x="154397" y="11621"/>
                        <a:pt x="153254" y="12573"/>
                        <a:pt x="152016" y="13525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42" name="Forme libre : forme 2941">
                  <a:extLst>
                    <a:ext uri="{FF2B5EF4-FFF2-40B4-BE49-F238E27FC236}">
                      <a16:creationId xmlns:a16="http://schemas.microsoft.com/office/drawing/2014/main" id="{588EAB75-81EF-44C3-B6EC-7D639E720774}"/>
                    </a:ext>
                  </a:extLst>
                </p:cNvPr>
                <p:cNvSpPr/>
                <p:nvPr/>
              </p:nvSpPr>
              <p:spPr>
                <a:xfrm>
                  <a:off x="6779704" y="1816321"/>
                  <a:ext cx="186356" cy="513587"/>
                </a:xfrm>
                <a:custGeom>
                  <a:avLst/>
                  <a:gdLst>
                    <a:gd name="connsiteX0" fmla="*/ 85630 w 186356"/>
                    <a:gd name="connsiteY0" fmla="*/ 234220 h 513587"/>
                    <a:gd name="connsiteX1" fmla="*/ 66199 w 186356"/>
                    <a:gd name="connsiteY1" fmla="*/ 312134 h 513587"/>
                    <a:gd name="connsiteX2" fmla="*/ 49435 w 186356"/>
                    <a:gd name="connsiteY2" fmla="*/ 371761 h 513587"/>
                    <a:gd name="connsiteX3" fmla="*/ 0 w 186356"/>
                    <a:gd name="connsiteY3" fmla="*/ 513588 h 513587"/>
                    <a:gd name="connsiteX4" fmla="*/ 75057 w 186356"/>
                    <a:gd name="connsiteY4" fmla="*/ 322612 h 513587"/>
                    <a:gd name="connsiteX5" fmla="*/ 102108 w 186356"/>
                    <a:gd name="connsiteY5" fmla="*/ 243268 h 513587"/>
                    <a:gd name="connsiteX6" fmla="*/ 176403 w 186356"/>
                    <a:gd name="connsiteY6" fmla="*/ 36957 h 513587"/>
                    <a:gd name="connsiteX7" fmla="*/ 186214 w 186356"/>
                    <a:gd name="connsiteY7" fmla="*/ 0 h 513587"/>
                    <a:gd name="connsiteX8" fmla="*/ 177546 w 186356"/>
                    <a:gd name="connsiteY8" fmla="*/ 17907 h 513587"/>
                    <a:gd name="connsiteX9" fmla="*/ 168307 w 186356"/>
                    <a:gd name="connsiteY9" fmla="*/ 41815 h 513587"/>
                    <a:gd name="connsiteX10" fmla="*/ 148019 w 186356"/>
                    <a:gd name="connsiteY10" fmla="*/ 87725 h 513587"/>
                    <a:gd name="connsiteX11" fmla="*/ 105346 w 186356"/>
                    <a:gd name="connsiteY11" fmla="*/ 180022 h 513587"/>
                    <a:gd name="connsiteX12" fmla="*/ 85630 w 186356"/>
                    <a:gd name="connsiteY12" fmla="*/ 234220 h 513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6356" h="513587">
                      <a:moveTo>
                        <a:pt x="85630" y="234220"/>
                      </a:moveTo>
                      <a:cubicBezTo>
                        <a:pt x="77914" y="259842"/>
                        <a:pt x="72676" y="286131"/>
                        <a:pt x="66199" y="312134"/>
                      </a:cubicBezTo>
                      <a:cubicBezTo>
                        <a:pt x="61246" y="332137"/>
                        <a:pt x="55436" y="352044"/>
                        <a:pt x="49435" y="371761"/>
                      </a:cubicBezTo>
                      <a:cubicBezTo>
                        <a:pt x="34766" y="419671"/>
                        <a:pt x="18288" y="467011"/>
                        <a:pt x="0" y="513588"/>
                      </a:cubicBezTo>
                      <a:cubicBezTo>
                        <a:pt x="42196" y="459200"/>
                        <a:pt x="55054" y="388525"/>
                        <a:pt x="75057" y="322612"/>
                      </a:cubicBezTo>
                      <a:cubicBezTo>
                        <a:pt x="83153" y="295846"/>
                        <a:pt x="92678" y="269558"/>
                        <a:pt x="102108" y="243268"/>
                      </a:cubicBezTo>
                      <a:cubicBezTo>
                        <a:pt x="126873" y="174498"/>
                        <a:pt x="151638" y="105727"/>
                        <a:pt x="176403" y="36957"/>
                      </a:cubicBezTo>
                      <a:cubicBezTo>
                        <a:pt x="180308" y="26194"/>
                        <a:pt x="187452" y="11525"/>
                        <a:pt x="186214" y="0"/>
                      </a:cubicBezTo>
                      <a:cubicBezTo>
                        <a:pt x="180689" y="1238"/>
                        <a:pt x="179165" y="13240"/>
                        <a:pt x="177546" y="17907"/>
                      </a:cubicBezTo>
                      <a:cubicBezTo>
                        <a:pt x="174688" y="26003"/>
                        <a:pt x="171545" y="33909"/>
                        <a:pt x="168307" y="41815"/>
                      </a:cubicBezTo>
                      <a:cubicBezTo>
                        <a:pt x="162020" y="57341"/>
                        <a:pt x="155067" y="72580"/>
                        <a:pt x="148019" y="87725"/>
                      </a:cubicBezTo>
                      <a:cubicBezTo>
                        <a:pt x="133636" y="118396"/>
                        <a:pt x="118396" y="148780"/>
                        <a:pt x="105346" y="180022"/>
                      </a:cubicBezTo>
                      <a:cubicBezTo>
                        <a:pt x="97917" y="197834"/>
                        <a:pt x="91154" y="215837"/>
                        <a:pt x="85630" y="234220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43" name="Forme libre : forme 2942">
                  <a:extLst>
                    <a:ext uri="{FF2B5EF4-FFF2-40B4-BE49-F238E27FC236}">
                      <a16:creationId xmlns:a16="http://schemas.microsoft.com/office/drawing/2014/main" id="{5BA3F7AD-3298-4B6D-AD3E-CF5AF05BCF3F}"/>
                    </a:ext>
                  </a:extLst>
                </p:cNvPr>
                <p:cNvSpPr/>
                <p:nvPr/>
              </p:nvSpPr>
              <p:spPr>
                <a:xfrm>
                  <a:off x="6866763" y="1867375"/>
                  <a:ext cx="189547" cy="227552"/>
                </a:xfrm>
                <a:custGeom>
                  <a:avLst/>
                  <a:gdLst>
                    <a:gd name="connsiteX0" fmla="*/ 154686 w 189547"/>
                    <a:gd name="connsiteY0" fmla="*/ 45053 h 227552"/>
                    <a:gd name="connsiteX1" fmla="*/ 133064 w 189547"/>
                    <a:gd name="connsiteY1" fmla="*/ 71533 h 227552"/>
                    <a:gd name="connsiteX2" fmla="*/ 116967 w 189547"/>
                    <a:gd name="connsiteY2" fmla="*/ 87535 h 227552"/>
                    <a:gd name="connsiteX3" fmla="*/ 60960 w 189547"/>
                    <a:gd name="connsiteY3" fmla="*/ 140970 h 227552"/>
                    <a:gd name="connsiteX4" fmla="*/ 36481 w 189547"/>
                    <a:gd name="connsiteY4" fmla="*/ 161925 h 227552"/>
                    <a:gd name="connsiteX5" fmla="*/ 17621 w 189547"/>
                    <a:gd name="connsiteY5" fmla="*/ 177260 h 227552"/>
                    <a:gd name="connsiteX6" fmla="*/ 12192 w 189547"/>
                    <a:gd name="connsiteY6" fmla="*/ 188785 h 227552"/>
                    <a:gd name="connsiteX7" fmla="*/ 0 w 189547"/>
                    <a:gd name="connsiteY7" fmla="*/ 227552 h 227552"/>
                    <a:gd name="connsiteX8" fmla="*/ 42672 w 189547"/>
                    <a:gd name="connsiteY8" fmla="*/ 176308 h 227552"/>
                    <a:gd name="connsiteX9" fmla="*/ 161639 w 189547"/>
                    <a:gd name="connsiteY9" fmla="*/ 40767 h 227552"/>
                    <a:gd name="connsiteX10" fmla="*/ 176498 w 189547"/>
                    <a:gd name="connsiteY10" fmla="*/ 20193 h 227552"/>
                    <a:gd name="connsiteX11" fmla="*/ 189547 w 189547"/>
                    <a:gd name="connsiteY11" fmla="*/ 0 h 227552"/>
                    <a:gd name="connsiteX12" fmla="*/ 171926 w 189547"/>
                    <a:gd name="connsiteY12" fmla="*/ 22574 h 227552"/>
                    <a:gd name="connsiteX13" fmla="*/ 154686 w 189547"/>
                    <a:gd name="connsiteY13" fmla="*/ 45053 h 227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89547" h="227552">
                      <a:moveTo>
                        <a:pt x="154686" y="45053"/>
                      </a:moveTo>
                      <a:cubicBezTo>
                        <a:pt x="147733" y="54102"/>
                        <a:pt x="140779" y="63151"/>
                        <a:pt x="133064" y="71533"/>
                      </a:cubicBezTo>
                      <a:cubicBezTo>
                        <a:pt x="127920" y="77057"/>
                        <a:pt x="122492" y="82296"/>
                        <a:pt x="116967" y="87535"/>
                      </a:cubicBezTo>
                      <a:cubicBezTo>
                        <a:pt x="98298" y="105346"/>
                        <a:pt x="79629" y="123158"/>
                        <a:pt x="60960" y="140970"/>
                      </a:cubicBezTo>
                      <a:cubicBezTo>
                        <a:pt x="53149" y="148400"/>
                        <a:pt x="45339" y="155829"/>
                        <a:pt x="36481" y="161925"/>
                      </a:cubicBezTo>
                      <a:cubicBezTo>
                        <a:pt x="29813" y="166592"/>
                        <a:pt x="22288" y="170593"/>
                        <a:pt x="17621" y="177260"/>
                      </a:cubicBezTo>
                      <a:cubicBezTo>
                        <a:pt x="15145" y="180784"/>
                        <a:pt x="13621" y="184785"/>
                        <a:pt x="12192" y="188785"/>
                      </a:cubicBezTo>
                      <a:cubicBezTo>
                        <a:pt x="7525" y="201549"/>
                        <a:pt x="3429" y="214503"/>
                        <a:pt x="0" y="227552"/>
                      </a:cubicBezTo>
                      <a:cubicBezTo>
                        <a:pt x="9049" y="207073"/>
                        <a:pt x="26384" y="191643"/>
                        <a:pt x="42672" y="176308"/>
                      </a:cubicBezTo>
                      <a:cubicBezTo>
                        <a:pt x="86392" y="134969"/>
                        <a:pt x="126016" y="89249"/>
                        <a:pt x="161639" y="40767"/>
                      </a:cubicBezTo>
                      <a:cubicBezTo>
                        <a:pt x="166687" y="34004"/>
                        <a:pt x="171640" y="27146"/>
                        <a:pt x="176498" y="20193"/>
                      </a:cubicBezTo>
                      <a:cubicBezTo>
                        <a:pt x="179927" y="15335"/>
                        <a:pt x="189452" y="5620"/>
                        <a:pt x="189547" y="0"/>
                      </a:cubicBezTo>
                      <a:cubicBezTo>
                        <a:pt x="182784" y="5905"/>
                        <a:pt x="177451" y="15335"/>
                        <a:pt x="171926" y="22574"/>
                      </a:cubicBezTo>
                      <a:cubicBezTo>
                        <a:pt x="166211" y="30004"/>
                        <a:pt x="160401" y="37529"/>
                        <a:pt x="154686" y="45053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44" name="Forme libre : forme 2943">
                  <a:extLst>
                    <a:ext uri="{FF2B5EF4-FFF2-40B4-BE49-F238E27FC236}">
                      <a16:creationId xmlns:a16="http://schemas.microsoft.com/office/drawing/2014/main" id="{208F9C3D-85EF-4386-ADD5-CC7869E2DC8A}"/>
                    </a:ext>
                  </a:extLst>
                </p:cNvPr>
                <p:cNvSpPr/>
                <p:nvPr/>
              </p:nvSpPr>
              <p:spPr>
                <a:xfrm>
                  <a:off x="6836813" y="1844771"/>
                  <a:ext cx="87184" cy="239434"/>
                </a:xfrm>
                <a:custGeom>
                  <a:avLst/>
                  <a:gdLst>
                    <a:gd name="connsiteX0" fmla="*/ 28426 w 87184"/>
                    <a:gd name="connsiteY0" fmla="*/ 13841 h 239434"/>
                    <a:gd name="connsiteX1" fmla="*/ 41094 w 87184"/>
                    <a:gd name="connsiteY1" fmla="*/ 18699 h 239434"/>
                    <a:gd name="connsiteX2" fmla="*/ 58048 w 87184"/>
                    <a:gd name="connsiteY2" fmla="*/ 19175 h 239434"/>
                    <a:gd name="connsiteX3" fmla="*/ 75955 w 87184"/>
                    <a:gd name="connsiteY3" fmla="*/ 20223 h 239434"/>
                    <a:gd name="connsiteX4" fmla="*/ 82813 w 87184"/>
                    <a:gd name="connsiteY4" fmla="*/ 22223 h 239434"/>
                    <a:gd name="connsiteX5" fmla="*/ 86337 w 87184"/>
                    <a:gd name="connsiteY5" fmla="*/ 38987 h 239434"/>
                    <a:gd name="connsiteX6" fmla="*/ 73288 w 87184"/>
                    <a:gd name="connsiteY6" fmla="*/ 70324 h 239434"/>
                    <a:gd name="connsiteX7" fmla="*/ 39379 w 87184"/>
                    <a:gd name="connsiteY7" fmla="*/ 153858 h 239434"/>
                    <a:gd name="connsiteX8" fmla="*/ 11757 w 87184"/>
                    <a:gd name="connsiteY8" fmla="*/ 233011 h 239434"/>
                    <a:gd name="connsiteX9" fmla="*/ 3184 w 87184"/>
                    <a:gd name="connsiteY9" fmla="*/ 239107 h 239434"/>
                    <a:gd name="connsiteX10" fmla="*/ 41 w 87184"/>
                    <a:gd name="connsiteY10" fmla="*/ 230630 h 239434"/>
                    <a:gd name="connsiteX11" fmla="*/ 3661 w 87184"/>
                    <a:gd name="connsiteY11" fmla="*/ 181195 h 239434"/>
                    <a:gd name="connsiteX12" fmla="*/ 1851 w 87184"/>
                    <a:gd name="connsiteY12" fmla="*/ 50512 h 239434"/>
                    <a:gd name="connsiteX13" fmla="*/ 7280 w 87184"/>
                    <a:gd name="connsiteY13" fmla="*/ 9745 h 239434"/>
                    <a:gd name="connsiteX14" fmla="*/ 14805 w 87184"/>
                    <a:gd name="connsiteY14" fmla="*/ 887 h 239434"/>
                    <a:gd name="connsiteX15" fmla="*/ 28426 w 87184"/>
                    <a:gd name="connsiteY15" fmla="*/ 13841 h 239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7184" h="239434">
                      <a:moveTo>
                        <a:pt x="28426" y="13841"/>
                      </a:moveTo>
                      <a:cubicBezTo>
                        <a:pt x="32331" y="16127"/>
                        <a:pt x="36617" y="17937"/>
                        <a:pt x="41094" y="18699"/>
                      </a:cubicBezTo>
                      <a:cubicBezTo>
                        <a:pt x="46713" y="19746"/>
                        <a:pt x="52428" y="19270"/>
                        <a:pt x="58048" y="19175"/>
                      </a:cubicBezTo>
                      <a:cubicBezTo>
                        <a:pt x="64049" y="19080"/>
                        <a:pt x="69954" y="19461"/>
                        <a:pt x="75955" y="20223"/>
                      </a:cubicBezTo>
                      <a:cubicBezTo>
                        <a:pt x="78336" y="20508"/>
                        <a:pt x="80813" y="20889"/>
                        <a:pt x="82813" y="22223"/>
                      </a:cubicBezTo>
                      <a:cubicBezTo>
                        <a:pt x="87861" y="25557"/>
                        <a:pt x="87766" y="33081"/>
                        <a:pt x="86337" y="38987"/>
                      </a:cubicBezTo>
                      <a:cubicBezTo>
                        <a:pt x="83670" y="49941"/>
                        <a:pt x="78336" y="60133"/>
                        <a:pt x="73288" y="70324"/>
                      </a:cubicBezTo>
                      <a:cubicBezTo>
                        <a:pt x="59953" y="97280"/>
                        <a:pt x="48619" y="125283"/>
                        <a:pt x="39379" y="153858"/>
                      </a:cubicBezTo>
                      <a:cubicBezTo>
                        <a:pt x="30807" y="180433"/>
                        <a:pt x="23853" y="207865"/>
                        <a:pt x="11757" y="233011"/>
                      </a:cubicBezTo>
                      <a:cubicBezTo>
                        <a:pt x="10042" y="236535"/>
                        <a:pt x="6709" y="240631"/>
                        <a:pt x="3184" y="239107"/>
                      </a:cubicBezTo>
                      <a:cubicBezTo>
                        <a:pt x="231" y="237869"/>
                        <a:pt x="-149" y="233868"/>
                        <a:pt x="41" y="230630"/>
                      </a:cubicBezTo>
                      <a:cubicBezTo>
                        <a:pt x="994" y="214152"/>
                        <a:pt x="2898" y="197673"/>
                        <a:pt x="3661" y="181195"/>
                      </a:cubicBezTo>
                      <a:cubicBezTo>
                        <a:pt x="5661" y="137666"/>
                        <a:pt x="-912" y="93946"/>
                        <a:pt x="1851" y="50512"/>
                      </a:cubicBezTo>
                      <a:cubicBezTo>
                        <a:pt x="2708" y="36796"/>
                        <a:pt x="4613" y="23175"/>
                        <a:pt x="7280" y="9745"/>
                      </a:cubicBezTo>
                      <a:cubicBezTo>
                        <a:pt x="8233" y="5173"/>
                        <a:pt x="8899" y="-2637"/>
                        <a:pt x="14805" y="887"/>
                      </a:cubicBezTo>
                      <a:cubicBezTo>
                        <a:pt x="19567" y="3745"/>
                        <a:pt x="22996" y="10602"/>
                        <a:pt x="28426" y="1384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45" name="Forme libre : forme 2944">
                  <a:extLst>
                    <a:ext uri="{FF2B5EF4-FFF2-40B4-BE49-F238E27FC236}">
                      <a16:creationId xmlns:a16="http://schemas.microsoft.com/office/drawing/2014/main" id="{A9F826AC-8BCE-42CF-8E2C-2268ABF10DC5}"/>
                    </a:ext>
                  </a:extLst>
                </p:cNvPr>
                <p:cNvSpPr/>
                <p:nvPr/>
              </p:nvSpPr>
              <p:spPr>
                <a:xfrm>
                  <a:off x="6918571" y="1855627"/>
                  <a:ext cx="115545" cy="147667"/>
                </a:xfrm>
                <a:custGeom>
                  <a:avLst/>
                  <a:gdLst>
                    <a:gd name="connsiteX0" fmla="*/ 115546 w 115545"/>
                    <a:gd name="connsiteY0" fmla="*/ 21940 h 147667"/>
                    <a:gd name="connsiteX1" fmla="*/ 106497 w 115545"/>
                    <a:gd name="connsiteY1" fmla="*/ 37275 h 147667"/>
                    <a:gd name="connsiteX2" fmla="*/ 32773 w 115545"/>
                    <a:gd name="connsiteY2" fmla="*/ 123286 h 147667"/>
                    <a:gd name="connsiteX3" fmla="*/ 7627 w 115545"/>
                    <a:gd name="connsiteY3" fmla="*/ 146241 h 147667"/>
                    <a:gd name="connsiteX4" fmla="*/ 3055 w 115545"/>
                    <a:gd name="connsiteY4" fmla="*/ 147575 h 147667"/>
                    <a:gd name="connsiteX5" fmla="*/ 7 w 115545"/>
                    <a:gd name="connsiteY5" fmla="*/ 143193 h 147667"/>
                    <a:gd name="connsiteX6" fmla="*/ 1531 w 115545"/>
                    <a:gd name="connsiteY6" fmla="*/ 137669 h 147667"/>
                    <a:gd name="connsiteX7" fmla="*/ 35059 w 115545"/>
                    <a:gd name="connsiteY7" fmla="*/ 50420 h 147667"/>
                    <a:gd name="connsiteX8" fmla="*/ 48871 w 115545"/>
                    <a:gd name="connsiteY8" fmla="*/ 6319 h 147667"/>
                    <a:gd name="connsiteX9" fmla="*/ 74207 w 115545"/>
                    <a:gd name="connsiteY9" fmla="*/ 10034 h 147667"/>
                    <a:gd name="connsiteX10" fmla="*/ 93924 w 115545"/>
                    <a:gd name="connsiteY10" fmla="*/ 19368 h 147667"/>
                    <a:gd name="connsiteX11" fmla="*/ 115546 w 115545"/>
                    <a:gd name="connsiteY11" fmla="*/ 21940 h 147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5545" h="147667">
                      <a:moveTo>
                        <a:pt x="115546" y="21940"/>
                      </a:moveTo>
                      <a:cubicBezTo>
                        <a:pt x="114117" y="27750"/>
                        <a:pt x="110307" y="32608"/>
                        <a:pt x="106497" y="37275"/>
                      </a:cubicBezTo>
                      <a:cubicBezTo>
                        <a:pt x="82684" y="66612"/>
                        <a:pt x="58110" y="95283"/>
                        <a:pt x="32773" y="123286"/>
                      </a:cubicBezTo>
                      <a:cubicBezTo>
                        <a:pt x="25153" y="131763"/>
                        <a:pt x="17248" y="140241"/>
                        <a:pt x="7627" y="146241"/>
                      </a:cubicBezTo>
                      <a:cubicBezTo>
                        <a:pt x="6294" y="147099"/>
                        <a:pt x="4675" y="147956"/>
                        <a:pt x="3055" y="147575"/>
                      </a:cubicBezTo>
                      <a:cubicBezTo>
                        <a:pt x="1150" y="147099"/>
                        <a:pt x="7" y="145098"/>
                        <a:pt x="7" y="143193"/>
                      </a:cubicBezTo>
                      <a:cubicBezTo>
                        <a:pt x="-88" y="141288"/>
                        <a:pt x="769" y="139383"/>
                        <a:pt x="1531" y="137669"/>
                      </a:cubicBezTo>
                      <a:cubicBezTo>
                        <a:pt x="13914" y="109094"/>
                        <a:pt x="25153" y="79947"/>
                        <a:pt x="35059" y="50420"/>
                      </a:cubicBezTo>
                      <a:cubicBezTo>
                        <a:pt x="39727" y="36418"/>
                        <a:pt x="42298" y="19464"/>
                        <a:pt x="48871" y="6319"/>
                      </a:cubicBezTo>
                      <a:cubicBezTo>
                        <a:pt x="55729" y="-7397"/>
                        <a:pt x="66301" y="4700"/>
                        <a:pt x="74207" y="10034"/>
                      </a:cubicBezTo>
                      <a:cubicBezTo>
                        <a:pt x="80208" y="14130"/>
                        <a:pt x="86971" y="17273"/>
                        <a:pt x="93924" y="19368"/>
                      </a:cubicBezTo>
                      <a:cubicBezTo>
                        <a:pt x="95924" y="19749"/>
                        <a:pt x="115069" y="24036"/>
                        <a:pt x="115546" y="2194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46" name="Forme libre : forme 2945">
                  <a:extLst>
                    <a:ext uri="{FF2B5EF4-FFF2-40B4-BE49-F238E27FC236}">
                      <a16:creationId xmlns:a16="http://schemas.microsoft.com/office/drawing/2014/main" id="{5699F742-706D-4E3C-84EF-5EE56FB71554}"/>
                    </a:ext>
                  </a:extLst>
                </p:cNvPr>
                <p:cNvSpPr/>
                <p:nvPr/>
              </p:nvSpPr>
              <p:spPr>
                <a:xfrm>
                  <a:off x="6875996" y="1934811"/>
                  <a:ext cx="200975" cy="221393"/>
                </a:xfrm>
                <a:custGeom>
                  <a:avLst/>
                  <a:gdLst>
                    <a:gd name="connsiteX0" fmla="*/ 192506 w 200975"/>
                    <a:gd name="connsiteY0" fmla="*/ 38101 h 221393"/>
                    <a:gd name="connsiteX1" fmla="*/ 200316 w 200975"/>
                    <a:gd name="connsiteY1" fmla="*/ 45531 h 221393"/>
                    <a:gd name="connsiteX2" fmla="*/ 192983 w 200975"/>
                    <a:gd name="connsiteY2" fmla="*/ 62199 h 221393"/>
                    <a:gd name="connsiteX3" fmla="*/ 80397 w 200975"/>
                    <a:gd name="connsiteY3" fmla="*/ 133637 h 221393"/>
                    <a:gd name="connsiteX4" fmla="*/ 8864 w 200975"/>
                    <a:gd name="connsiteY4" fmla="*/ 216885 h 221393"/>
                    <a:gd name="connsiteX5" fmla="*/ 5340 w 200975"/>
                    <a:gd name="connsiteY5" fmla="*/ 220886 h 221393"/>
                    <a:gd name="connsiteX6" fmla="*/ 482 w 200975"/>
                    <a:gd name="connsiteY6" fmla="*/ 220028 h 221393"/>
                    <a:gd name="connsiteX7" fmla="*/ 6 w 200975"/>
                    <a:gd name="connsiteY7" fmla="*/ 217076 h 221393"/>
                    <a:gd name="connsiteX8" fmla="*/ 19342 w 200975"/>
                    <a:gd name="connsiteY8" fmla="*/ 141543 h 221393"/>
                    <a:gd name="connsiteX9" fmla="*/ 35153 w 200975"/>
                    <a:gd name="connsiteY9" fmla="*/ 123064 h 221393"/>
                    <a:gd name="connsiteX10" fmla="*/ 146691 w 200975"/>
                    <a:gd name="connsiteY10" fmla="*/ 12574 h 221393"/>
                    <a:gd name="connsiteX11" fmla="*/ 158025 w 200975"/>
                    <a:gd name="connsiteY11" fmla="*/ 1 h 221393"/>
                    <a:gd name="connsiteX12" fmla="*/ 167360 w 200975"/>
                    <a:gd name="connsiteY12" fmla="*/ 10002 h 221393"/>
                    <a:gd name="connsiteX13" fmla="*/ 192506 w 200975"/>
                    <a:gd name="connsiteY13" fmla="*/ 38101 h 22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00975" h="221393">
                      <a:moveTo>
                        <a:pt x="192506" y="38101"/>
                      </a:moveTo>
                      <a:cubicBezTo>
                        <a:pt x="195554" y="40101"/>
                        <a:pt x="198983" y="42197"/>
                        <a:pt x="200316" y="45531"/>
                      </a:cubicBezTo>
                      <a:cubicBezTo>
                        <a:pt x="202793" y="51531"/>
                        <a:pt x="197840" y="57913"/>
                        <a:pt x="192983" y="62199"/>
                      </a:cubicBezTo>
                      <a:cubicBezTo>
                        <a:pt x="159740" y="91822"/>
                        <a:pt x="115830" y="106681"/>
                        <a:pt x="80397" y="133637"/>
                      </a:cubicBezTo>
                      <a:cubicBezTo>
                        <a:pt x="51155" y="155925"/>
                        <a:pt x="28676" y="185929"/>
                        <a:pt x="8864" y="216885"/>
                      </a:cubicBezTo>
                      <a:cubicBezTo>
                        <a:pt x="7912" y="218409"/>
                        <a:pt x="6864" y="220028"/>
                        <a:pt x="5340" y="220886"/>
                      </a:cubicBezTo>
                      <a:cubicBezTo>
                        <a:pt x="3721" y="221743"/>
                        <a:pt x="1435" y="221552"/>
                        <a:pt x="482" y="220028"/>
                      </a:cubicBezTo>
                      <a:cubicBezTo>
                        <a:pt x="-89" y="219171"/>
                        <a:pt x="6" y="218028"/>
                        <a:pt x="6" y="217076"/>
                      </a:cubicBezTo>
                      <a:cubicBezTo>
                        <a:pt x="958" y="190787"/>
                        <a:pt x="4482" y="163355"/>
                        <a:pt x="19342" y="141543"/>
                      </a:cubicBezTo>
                      <a:cubicBezTo>
                        <a:pt x="23914" y="134875"/>
                        <a:pt x="29438" y="128874"/>
                        <a:pt x="35153" y="123064"/>
                      </a:cubicBezTo>
                      <a:cubicBezTo>
                        <a:pt x="72205" y="85821"/>
                        <a:pt x="119354" y="57437"/>
                        <a:pt x="146691" y="12574"/>
                      </a:cubicBezTo>
                      <a:cubicBezTo>
                        <a:pt x="148977" y="8764"/>
                        <a:pt x="152691" y="96"/>
                        <a:pt x="158025" y="1"/>
                      </a:cubicBezTo>
                      <a:cubicBezTo>
                        <a:pt x="162979" y="-94"/>
                        <a:pt x="165455" y="6573"/>
                        <a:pt x="167360" y="10002"/>
                      </a:cubicBezTo>
                      <a:cubicBezTo>
                        <a:pt x="173361" y="21337"/>
                        <a:pt x="181933" y="31052"/>
                        <a:pt x="192506" y="3810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47" name="Forme libre : forme 2946">
                  <a:extLst>
                    <a:ext uri="{FF2B5EF4-FFF2-40B4-BE49-F238E27FC236}">
                      <a16:creationId xmlns:a16="http://schemas.microsoft.com/office/drawing/2014/main" id="{B18B5AAD-DD66-45E3-B0B6-E01D5C083A7D}"/>
                    </a:ext>
                  </a:extLst>
                </p:cNvPr>
                <p:cNvSpPr/>
                <p:nvPr/>
              </p:nvSpPr>
              <p:spPr>
                <a:xfrm>
                  <a:off x="6695973" y="2132616"/>
                  <a:ext cx="132749" cy="323308"/>
                </a:xfrm>
                <a:custGeom>
                  <a:avLst/>
                  <a:gdLst>
                    <a:gd name="connsiteX0" fmla="*/ 96494 w 132749"/>
                    <a:gd name="connsiteY0" fmla="*/ 126617 h 323308"/>
                    <a:gd name="connsiteX1" fmla="*/ 86683 w 132749"/>
                    <a:gd name="connsiteY1" fmla="*/ 161384 h 323308"/>
                    <a:gd name="connsiteX2" fmla="*/ 56775 w 132749"/>
                    <a:gd name="connsiteY2" fmla="*/ 221677 h 323308"/>
                    <a:gd name="connsiteX3" fmla="*/ 8292 w 132749"/>
                    <a:gd name="connsiteY3" fmla="*/ 323309 h 323308"/>
                    <a:gd name="connsiteX4" fmla="*/ 6 w 132749"/>
                    <a:gd name="connsiteY4" fmla="*/ 305878 h 323308"/>
                    <a:gd name="connsiteX5" fmla="*/ 39154 w 132749"/>
                    <a:gd name="connsiteY5" fmla="*/ 172433 h 323308"/>
                    <a:gd name="connsiteX6" fmla="*/ 71539 w 132749"/>
                    <a:gd name="connsiteY6" fmla="*/ 113282 h 323308"/>
                    <a:gd name="connsiteX7" fmla="*/ 110115 w 132749"/>
                    <a:gd name="connsiteY7" fmla="*/ 37844 h 323308"/>
                    <a:gd name="connsiteX8" fmla="*/ 115639 w 132749"/>
                    <a:gd name="connsiteY8" fmla="*/ 17937 h 323308"/>
                    <a:gd name="connsiteX9" fmla="*/ 121354 w 132749"/>
                    <a:gd name="connsiteY9" fmla="*/ 1268 h 323308"/>
                    <a:gd name="connsiteX10" fmla="*/ 129736 w 132749"/>
                    <a:gd name="connsiteY10" fmla="*/ 2030 h 323308"/>
                    <a:gd name="connsiteX11" fmla="*/ 132404 w 132749"/>
                    <a:gd name="connsiteY11" fmla="*/ 12508 h 323308"/>
                    <a:gd name="connsiteX12" fmla="*/ 110305 w 132749"/>
                    <a:gd name="connsiteY12" fmla="*/ 85850 h 323308"/>
                    <a:gd name="connsiteX13" fmla="*/ 96494 w 132749"/>
                    <a:gd name="connsiteY13" fmla="*/ 126617 h 32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2749" h="323308">
                      <a:moveTo>
                        <a:pt x="96494" y="126617"/>
                      </a:moveTo>
                      <a:cubicBezTo>
                        <a:pt x="93160" y="138238"/>
                        <a:pt x="90589" y="150049"/>
                        <a:pt x="86683" y="161384"/>
                      </a:cubicBezTo>
                      <a:cubicBezTo>
                        <a:pt x="79349" y="182624"/>
                        <a:pt x="67538" y="201960"/>
                        <a:pt x="56775" y="221677"/>
                      </a:cubicBezTo>
                      <a:cubicBezTo>
                        <a:pt x="38773" y="254633"/>
                        <a:pt x="23533" y="289019"/>
                        <a:pt x="8292" y="323309"/>
                      </a:cubicBezTo>
                      <a:cubicBezTo>
                        <a:pt x="1721" y="321213"/>
                        <a:pt x="101" y="312736"/>
                        <a:pt x="6" y="305878"/>
                      </a:cubicBezTo>
                      <a:cubicBezTo>
                        <a:pt x="-375" y="259110"/>
                        <a:pt x="18104" y="214247"/>
                        <a:pt x="39154" y="172433"/>
                      </a:cubicBezTo>
                      <a:cubicBezTo>
                        <a:pt x="49250" y="152335"/>
                        <a:pt x="60109" y="132618"/>
                        <a:pt x="71539" y="113282"/>
                      </a:cubicBezTo>
                      <a:cubicBezTo>
                        <a:pt x="86017" y="88898"/>
                        <a:pt x="101638" y="64800"/>
                        <a:pt x="110115" y="37844"/>
                      </a:cubicBezTo>
                      <a:cubicBezTo>
                        <a:pt x="112210" y="31272"/>
                        <a:pt x="113830" y="24604"/>
                        <a:pt x="115639" y="17937"/>
                      </a:cubicBezTo>
                      <a:cubicBezTo>
                        <a:pt x="116878" y="13556"/>
                        <a:pt x="117925" y="4412"/>
                        <a:pt x="121354" y="1268"/>
                      </a:cubicBezTo>
                      <a:cubicBezTo>
                        <a:pt x="123831" y="-1018"/>
                        <a:pt x="127355" y="125"/>
                        <a:pt x="129736" y="2030"/>
                      </a:cubicBezTo>
                      <a:cubicBezTo>
                        <a:pt x="133261" y="4983"/>
                        <a:pt x="132975" y="8317"/>
                        <a:pt x="132404" y="12508"/>
                      </a:cubicBezTo>
                      <a:cubicBezTo>
                        <a:pt x="128403" y="37844"/>
                        <a:pt x="119068" y="61942"/>
                        <a:pt x="110305" y="85850"/>
                      </a:cubicBezTo>
                      <a:cubicBezTo>
                        <a:pt x="105352" y="99281"/>
                        <a:pt x="100495" y="112711"/>
                        <a:pt x="96494" y="126617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48" name="Forme libre : forme 2947">
                  <a:extLst>
                    <a:ext uri="{FF2B5EF4-FFF2-40B4-BE49-F238E27FC236}">
                      <a16:creationId xmlns:a16="http://schemas.microsoft.com/office/drawing/2014/main" id="{9EC22140-E495-4260-BC7D-941DA9F8BE91}"/>
                    </a:ext>
                  </a:extLst>
                </p:cNvPr>
                <p:cNvSpPr/>
                <p:nvPr/>
              </p:nvSpPr>
              <p:spPr>
                <a:xfrm>
                  <a:off x="6625304" y="2296597"/>
                  <a:ext cx="75257" cy="133002"/>
                </a:xfrm>
                <a:custGeom>
                  <a:avLst/>
                  <a:gdLst>
                    <a:gd name="connsiteX0" fmla="*/ 48958 w 75257"/>
                    <a:gd name="connsiteY0" fmla="*/ 62744 h 133002"/>
                    <a:gd name="connsiteX1" fmla="*/ 33814 w 75257"/>
                    <a:gd name="connsiteY1" fmla="*/ 109035 h 133002"/>
                    <a:gd name="connsiteX2" fmla="*/ 20669 w 75257"/>
                    <a:gd name="connsiteY2" fmla="*/ 127419 h 133002"/>
                    <a:gd name="connsiteX3" fmla="*/ 6858 w 75257"/>
                    <a:gd name="connsiteY3" fmla="*/ 132562 h 133002"/>
                    <a:gd name="connsiteX4" fmla="*/ 2857 w 75257"/>
                    <a:gd name="connsiteY4" fmla="*/ 132753 h 133002"/>
                    <a:gd name="connsiteX5" fmla="*/ 0 w 75257"/>
                    <a:gd name="connsiteY5" fmla="*/ 128371 h 133002"/>
                    <a:gd name="connsiteX6" fmla="*/ 1619 w 75257"/>
                    <a:gd name="connsiteY6" fmla="*/ 123132 h 133002"/>
                    <a:gd name="connsiteX7" fmla="*/ 10763 w 75257"/>
                    <a:gd name="connsiteY7" fmla="*/ 111512 h 133002"/>
                    <a:gd name="connsiteX8" fmla="*/ 50863 w 75257"/>
                    <a:gd name="connsiteY8" fmla="*/ 40170 h 133002"/>
                    <a:gd name="connsiteX9" fmla="*/ 69151 w 75257"/>
                    <a:gd name="connsiteY9" fmla="*/ 3498 h 133002"/>
                    <a:gd name="connsiteX10" fmla="*/ 75247 w 75257"/>
                    <a:gd name="connsiteY10" fmla="*/ 4165 h 133002"/>
                    <a:gd name="connsiteX11" fmla="*/ 67151 w 75257"/>
                    <a:gd name="connsiteY11" fmla="*/ 20453 h 133002"/>
                    <a:gd name="connsiteX12" fmla="*/ 48958 w 75257"/>
                    <a:gd name="connsiteY12" fmla="*/ 62744 h 133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5257" h="133002">
                      <a:moveTo>
                        <a:pt x="48958" y="62744"/>
                      </a:moveTo>
                      <a:cubicBezTo>
                        <a:pt x="43815" y="78175"/>
                        <a:pt x="40100" y="94081"/>
                        <a:pt x="33814" y="109035"/>
                      </a:cubicBezTo>
                      <a:cubicBezTo>
                        <a:pt x="30861" y="116084"/>
                        <a:pt x="27051" y="123228"/>
                        <a:pt x="20669" y="127419"/>
                      </a:cubicBezTo>
                      <a:cubicBezTo>
                        <a:pt x="16573" y="130086"/>
                        <a:pt x="11716" y="131419"/>
                        <a:pt x="6858" y="132562"/>
                      </a:cubicBezTo>
                      <a:cubicBezTo>
                        <a:pt x="5524" y="132943"/>
                        <a:pt x="4096" y="133229"/>
                        <a:pt x="2857" y="132753"/>
                      </a:cubicBezTo>
                      <a:cubicBezTo>
                        <a:pt x="1143" y="132181"/>
                        <a:pt x="95" y="130276"/>
                        <a:pt x="0" y="128371"/>
                      </a:cubicBezTo>
                      <a:cubicBezTo>
                        <a:pt x="0" y="126561"/>
                        <a:pt x="762" y="124752"/>
                        <a:pt x="1619" y="123132"/>
                      </a:cubicBezTo>
                      <a:cubicBezTo>
                        <a:pt x="4000" y="118846"/>
                        <a:pt x="7525" y="115227"/>
                        <a:pt x="10763" y="111512"/>
                      </a:cubicBezTo>
                      <a:cubicBezTo>
                        <a:pt x="28765" y="90652"/>
                        <a:pt x="39624" y="65030"/>
                        <a:pt x="50863" y="40170"/>
                      </a:cubicBezTo>
                      <a:cubicBezTo>
                        <a:pt x="56483" y="27692"/>
                        <a:pt x="62198" y="15214"/>
                        <a:pt x="69151" y="3498"/>
                      </a:cubicBezTo>
                      <a:cubicBezTo>
                        <a:pt x="71438" y="-407"/>
                        <a:pt x="74962" y="-2121"/>
                        <a:pt x="75247" y="4165"/>
                      </a:cubicBezTo>
                      <a:cubicBezTo>
                        <a:pt x="75533" y="9214"/>
                        <a:pt x="69437" y="16072"/>
                        <a:pt x="67151" y="20453"/>
                      </a:cubicBezTo>
                      <a:cubicBezTo>
                        <a:pt x="59912" y="33978"/>
                        <a:pt x="53816" y="48171"/>
                        <a:pt x="48958" y="62744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949" name="Forme libre : forme 2948">
                <a:extLst>
                  <a:ext uri="{FF2B5EF4-FFF2-40B4-BE49-F238E27FC236}">
                    <a16:creationId xmlns:a16="http://schemas.microsoft.com/office/drawing/2014/main" id="{D4F6048E-C6B9-42CA-8AF5-049917377A91}"/>
                  </a:ext>
                </a:extLst>
              </p:cNvPr>
              <p:cNvSpPr/>
              <p:nvPr/>
            </p:nvSpPr>
            <p:spPr>
              <a:xfrm>
                <a:off x="6847392" y="1867714"/>
                <a:ext cx="26807" cy="121581"/>
              </a:xfrm>
              <a:custGeom>
                <a:avLst/>
                <a:gdLst>
                  <a:gd name="connsiteX0" fmla="*/ 320 w 26807"/>
                  <a:gd name="connsiteY0" fmla="*/ 54144 h 121581"/>
                  <a:gd name="connsiteX1" fmla="*/ 4416 w 26807"/>
                  <a:gd name="connsiteY1" fmla="*/ 111961 h 121581"/>
                  <a:gd name="connsiteX2" fmla="*/ 9083 w 26807"/>
                  <a:gd name="connsiteY2" fmla="*/ 121581 h 121581"/>
                  <a:gd name="connsiteX3" fmla="*/ 12226 w 26807"/>
                  <a:gd name="connsiteY3" fmla="*/ 97959 h 121581"/>
                  <a:gd name="connsiteX4" fmla="*/ 16608 w 26807"/>
                  <a:gd name="connsiteY4" fmla="*/ 70432 h 121581"/>
                  <a:gd name="connsiteX5" fmla="*/ 26704 w 26807"/>
                  <a:gd name="connsiteY5" fmla="*/ 14711 h 121581"/>
                  <a:gd name="connsiteX6" fmla="*/ 14798 w 26807"/>
                  <a:gd name="connsiteY6" fmla="*/ 328 h 121581"/>
                  <a:gd name="connsiteX7" fmla="*/ 1749 w 26807"/>
                  <a:gd name="connsiteY7" fmla="*/ 20521 h 121581"/>
                  <a:gd name="connsiteX8" fmla="*/ 320 w 26807"/>
                  <a:gd name="connsiteY8" fmla="*/ 54144 h 121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807" h="121581">
                    <a:moveTo>
                      <a:pt x="320" y="54144"/>
                    </a:moveTo>
                    <a:cubicBezTo>
                      <a:pt x="1082" y="73480"/>
                      <a:pt x="1749" y="92816"/>
                      <a:pt x="4416" y="111961"/>
                    </a:cubicBezTo>
                    <a:cubicBezTo>
                      <a:pt x="4892" y="115580"/>
                      <a:pt x="5845" y="119771"/>
                      <a:pt x="9083" y="121581"/>
                    </a:cubicBezTo>
                    <a:cubicBezTo>
                      <a:pt x="10131" y="113675"/>
                      <a:pt x="11179" y="105770"/>
                      <a:pt x="12226" y="97959"/>
                    </a:cubicBezTo>
                    <a:cubicBezTo>
                      <a:pt x="13464" y="88720"/>
                      <a:pt x="14703" y="79576"/>
                      <a:pt x="16608" y="70432"/>
                    </a:cubicBezTo>
                    <a:cubicBezTo>
                      <a:pt x="20608" y="52049"/>
                      <a:pt x="27752" y="33761"/>
                      <a:pt x="26704" y="14711"/>
                    </a:cubicBezTo>
                    <a:cubicBezTo>
                      <a:pt x="26323" y="7376"/>
                      <a:pt x="24228" y="-1863"/>
                      <a:pt x="14798" y="328"/>
                    </a:cubicBezTo>
                    <a:cubicBezTo>
                      <a:pt x="5940" y="2328"/>
                      <a:pt x="3273" y="12901"/>
                      <a:pt x="1749" y="20521"/>
                    </a:cubicBezTo>
                    <a:cubicBezTo>
                      <a:pt x="-537" y="31570"/>
                      <a:pt x="-61" y="43000"/>
                      <a:pt x="320" y="54144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50" name="Forme libre : forme 2949">
                <a:extLst>
                  <a:ext uri="{FF2B5EF4-FFF2-40B4-BE49-F238E27FC236}">
                    <a16:creationId xmlns:a16="http://schemas.microsoft.com/office/drawing/2014/main" id="{EEC21D2D-FD37-4FD9-BDF3-89E62AB4B916}"/>
                  </a:ext>
                </a:extLst>
              </p:cNvPr>
              <p:cNvSpPr/>
              <p:nvPr/>
            </p:nvSpPr>
            <p:spPr>
              <a:xfrm>
                <a:off x="6967051" y="1875747"/>
                <a:ext cx="29977" cy="54493"/>
              </a:xfrm>
              <a:custGeom>
                <a:avLst/>
                <a:gdLst>
                  <a:gd name="connsiteX0" fmla="*/ 10 w 29977"/>
                  <a:gd name="connsiteY0" fmla="*/ 49636 h 54493"/>
                  <a:gd name="connsiteX1" fmla="*/ 2581 w 29977"/>
                  <a:gd name="connsiteY1" fmla="*/ 54494 h 54493"/>
                  <a:gd name="connsiteX2" fmla="*/ 5058 w 29977"/>
                  <a:gd name="connsiteY2" fmla="*/ 52874 h 54493"/>
                  <a:gd name="connsiteX3" fmla="*/ 23918 w 29977"/>
                  <a:gd name="connsiteY3" fmla="*/ 1344 h 54493"/>
                  <a:gd name="connsiteX4" fmla="*/ 10 w 29977"/>
                  <a:gd name="connsiteY4" fmla="*/ 49636 h 54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77" h="54493">
                    <a:moveTo>
                      <a:pt x="10" y="49636"/>
                    </a:moveTo>
                    <a:cubicBezTo>
                      <a:pt x="-85" y="51731"/>
                      <a:pt x="486" y="54494"/>
                      <a:pt x="2581" y="54494"/>
                    </a:cubicBezTo>
                    <a:cubicBezTo>
                      <a:pt x="3629" y="54494"/>
                      <a:pt x="4391" y="53636"/>
                      <a:pt x="5058" y="52874"/>
                    </a:cubicBezTo>
                    <a:cubicBezTo>
                      <a:pt x="13821" y="43064"/>
                      <a:pt x="42301" y="14203"/>
                      <a:pt x="23918" y="1344"/>
                    </a:cubicBezTo>
                    <a:cubicBezTo>
                      <a:pt x="9249" y="-8752"/>
                      <a:pt x="581" y="41063"/>
                      <a:pt x="10" y="49636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51" name="Forme libre : forme 2950">
                <a:extLst>
                  <a:ext uri="{FF2B5EF4-FFF2-40B4-BE49-F238E27FC236}">
                    <a16:creationId xmlns:a16="http://schemas.microsoft.com/office/drawing/2014/main" id="{C47D74D4-532C-4661-8E3E-E530D863B409}"/>
                  </a:ext>
                </a:extLst>
              </p:cNvPr>
              <p:cNvSpPr/>
              <p:nvPr/>
            </p:nvSpPr>
            <p:spPr>
              <a:xfrm>
                <a:off x="6985859" y="1968680"/>
                <a:ext cx="66895" cy="53771"/>
              </a:xfrm>
              <a:custGeom>
                <a:avLst/>
                <a:gdLst>
                  <a:gd name="connsiteX0" fmla="*/ 29494 w 66895"/>
                  <a:gd name="connsiteY0" fmla="*/ 18520 h 53771"/>
                  <a:gd name="connsiteX1" fmla="*/ 1300 w 66895"/>
                  <a:gd name="connsiteY1" fmla="*/ 46143 h 53771"/>
                  <a:gd name="connsiteX2" fmla="*/ 61 w 66895"/>
                  <a:gd name="connsiteY2" fmla="*/ 50524 h 53771"/>
                  <a:gd name="connsiteX3" fmla="*/ 4443 w 66895"/>
                  <a:gd name="connsiteY3" fmla="*/ 53763 h 53771"/>
                  <a:gd name="connsiteX4" fmla="*/ 10062 w 66895"/>
                  <a:gd name="connsiteY4" fmla="*/ 52429 h 53771"/>
                  <a:gd name="connsiteX5" fmla="*/ 64546 w 66895"/>
                  <a:gd name="connsiteY5" fmla="*/ 15377 h 53771"/>
                  <a:gd name="connsiteX6" fmla="*/ 61593 w 66895"/>
                  <a:gd name="connsiteY6" fmla="*/ 137 h 53771"/>
                  <a:gd name="connsiteX7" fmla="*/ 29494 w 66895"/>
                  <a:gd name="connsiteY7" fmla="*/ 18520 h 5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895" h="53771">
                    <a:moveTo>
                      <a:pt x="29494" y="18520"/>
                    </a:moveTo>
                    <a:cubicBezTo>
                      <a:pt x="18731" y="26235"/>
                      <a:pt x="7967" y="34713"/>
                      <a:pt x="1300" y="46143"/>
                    </a:cubicBezTo>
                    <a:cubicBezTo>
                      <a:pt x="537" y="47476"/>
                      <a:pt x="-224" y="49000"/>
                      <a:pt x="61" y="50524"/>
                    </a:cubicBezTo>
                    <a:cubicBezTo>
                      <a:pt x="442" y="52429"/>
                      <a:pt x="2443" y="53667"/>
                      <a:pt x="4443" y="53763"/>
                    </a:cubicBezTo>
                    <a:cubicBezTo>
                      <a:pt x="6443" y="53858"/>
                      <a:pt x="8253" y="53191"/>
                      <a:pt x="10062" y="52429"/>
                    </a:cubicBezTo>
                    <a:cubicBezTo>
                      <a:pt x="27970" y="45190"/>
                      <a:pt x="55783" y="33951"/>
                      <a:pt x="64546" y="15377"/>
                    </a:cubicBezTo>
                    <a:cubicBezTo>
                      <a:pt x="67022" y="10043"/>
                      <a:pt x="69308" y="1470"/>
                      <a:pt x="61593" y="137"/>
                    </a:cubicBezTo>
                    <a:cubicBezTo>
                      <a:pt x="51877" y="-1578"/>
                      <a:pt x="36733" y="13281"/>
                      <a:pt x="29494" y="18520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52" name="Forme libre : forme 2951">
                <a:extLst>
                  <a:ext uri="{FF2B5EF4-FFF2-40B4-BE49-F238E27FC236}">
                    <a16:creationId xmlns:a16="http://schemas.microsoft.com/office/drawing/2014/main" id="{8AC51541-6A38-44AB-8101-0835C066D5C1}"/>
                  </a:ext>
                </a:extLst>
              </p:cNvPr>
              <p:cNvSpPr/>
              <p:nvPr/>
            </p:nvSpPr>
            <p:spPr>
              <a:xfrm>
                <a:off x="6846950" y="1979294"/>
                <a:ext cx="75438" cy="164877"/>
              </a:xfrm>
              <a:custGeom>
                <a:avLst/>
                <a:gdLst>
                  <a:gd name="connsiteX0" fmla="*/ 34862 w 75438"/>
                  <a:gd name="connsiteY0" fmla="*/ 69342 h 164877"/>
                  <a:gd name="connsiteX1" fmla="*/ 75438 w 75438"/>
                  <a:gd name="connsiteY1" fmla="*/ 42291 h 164877"/>
                  <a:gd name="connsiteX2" fmla="*/ 35909 w 75438"/>
                  <a:gd name="connsiteY2" fmla="*/ 78581 h 164877"/>
                  <a:gd name="connsiteX3" fmla="*/ 11906 w 75438"/>
                  <a:gd name="connsiteY3" fmla="*/ 127825 h 164877"/>
                  <a:gd name="connsiteX4" fmla="*/ 0 w 75438"/>
                  <a:gd name="connsiteY4" fmla="*/ 164878 h 164877"/>
                  <a:gd name="connsiteX5" fmla="*/ 28575 w 75438"/>
                  <a:gd name="connsiteY5" fmla="*/ 65151 h 164877"/>
                  <a:gd name="connsiteX6" fmla="*/ 48482 w 75438"/>
                  <a:gd name="connsiteY6" fmla="*/ 15812 h 164877"/>
                  <a:gd name="connsiteX7" fmla="*/ 55054 w 75438"/>
                  <a:gd name="connsiteY7" fmla="*/ 0 h 164877"/>
                  <a:gd name="connsiteX8" fmla="*/ 52102 w 75438"/>
                  <a:gd name="connsiteY8" fmla="*/ 12573 h 164877"/>
                  <a:gd name="connsiteX9" fmla="*/ 45625 w 75438"/>
                  <a:gd name="connsiteY9" fmla="*/ 31051 h 164877"/>
                  <a:gd name="connsiteX10" fmla="*/ 34862 w 75438"/>
                  <a:gd name="connsiteY10" fmla="*/ 69342 h 164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438" h="164877">
                    <a:moveTo>
                      <a:pt x="34862" y="69342"/>
                    </a:moveTo>
                    <a:cubicBezTo>
                      <a:pt x="49625" y="62389"/>
                      <a:pt x="63341" y="53245"/>
                      <a:pt x="75438" y="42291"/>
                    </a:cubicBezTo>
                    <a:cubicBezTo>
                      <a:pt x="65437" y="57150"/>
                      <a:pt x="48006" y="65342"/>
                      <a:pt x="35909" y="78581"/>
                    </a:cubicBezTo>
                    <a:cubicBezTo>
                      <a:pt x="23527" y="92202"/>
                      <a:pt x="17526" y="110300"/>
                      <a:pt x="11906" y="127825"/>
                    </a:cubicBezTo>
                    <a:cubicBezTo>
                      <a:pt x="7906" y="140208"/>
                      <a:pt x="3905" y="152495"/>
                      <a:pt x="0" y="164878"/>
                    </a:cubicBezTo>
                    <a:cubicBezTo>
                      <a:pt x="5525" y="130683"/>
                      <a:pt x="16193" y="97536"/>
                      <a:pt x="28575" y="65151"/>
                    </a:cubicBezTo>
                    <a:cubicBezTo>
                      <a:pt x="34862" y="48577"/>
                      <a:pt x="41720" y="32194"/>
                      <a:pt x="48482" y="15812"/>
                    </a:cubicBezTo>
                    <a:cubicBezTo>
                      <a:pt x="50768" y="10573"/>
                      <a:pt x="52673" y="5143"/>
                      <a:pt x="55054" y="0"/>
                    </a:cubicBezTo>
                    <a:cubicBezTo>
                      <a:pt x="55721" y="4763"/>
                      <a:pt x="53721" y="8287"/>
                      <a:pt x="52102" y="12573"/>
                    </a:cubicBezTo>
                    <a:cubicBezTo>
                      <a:pt x="49721" y="18669"/>
                      <a:pt x="47625" y="24860"/>
                      <a:pt x="45625" y="31051"/>
                    </a:cubicBezTo>
                    <a:cubicBezTo>
                      <a:pt x="41338" y="43720"/>
                      <a:pt x="37814" y="56483"/>
                      <a:pt x="34862" y="69342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953" name="Graphique 11">
              <a:extLst>
                <a:ext uri="{FF2B5EF4-FFF2-40B4-BE49-F238E27FC236}">
                  <a16:creationId xmlns:a16="http://schemas.microsoft.com/office/drawing/2014/main" id="{DA136539-7CFF-43D2-A32E-9D689F82AFF7}"/>
                </a:ext>
              </a:extLst>
            </p:cNvPr>
            <p:cNvGrpSpPr/>
            <p:nvPr/>
          </p:nvGrpSpPr>
          <p:grpSpPr>
            <a:xfrm>
              <a:off x="4973219" y="4373339"/>
              <a:ext cx="608033" cy="808972"/>
              <a:chOff x="4973219" y="4373339"/>
              <a:chExt cx="608033" cy="808972"/>
            </a:xfrm>
            <a:solidFill>
              <a:schemeClr val="accent1"/>
            </a:solidFill>
          </p:grpSpPr>
          <p:grpSp>
            <p:nvGrpSpPr>
              <p:cNvPr id="2954" name="Graphique 11">
                <a:extLst>
                  <a:ext uri="{FF2B5EF4-FFF2-40B4-BE49-F238E27FC236}">
                    <a16:creationId xmlns:a16="http://schemas.microsoft.com/office/drawing/2014/main" id="{9FFB5EBA-D700-4350-86E4-6B4CC55409F9}"/>
                  </a:ext>
                </a:extLst>
              </p:cNvPr>
              <p:cNvGrpSpPr/>
              <p:nvPr/>
            </p:nvGrpSpPr>
            <p:grpSpPr>
              <a:xfrm>
                <a:off x="4973219" y="4373339"/>
                <a:ext cx="608033" cy="808972"/>
                <a:chOff x="4973219" y="4373339"/>
                <a:chExt cx="608033" cy="808972"/>
              </a:xfrm>
              <a:solidFill>
                <a:schemeClr val="accent1"/>
              </a:solidFill>
            </p:grpSpPr>
            <p:sp>
              <p:nvSpPr>
                <p:cNvPr id="2955" name="Forme libre : forme 2954">
                  <a:extLst>
                    <a:ext uri="{FF2B5EF4-FFF2-40B4-BE49-F238E27FC236}">
                      <a16:creationId xmlns:a16="http://schemas.microsoft.com/office/drawing/2014/main" id="{96CEF444-1EB9-4739-A81D-0BE7136B2F32}"/>
                    </a:ext>
                  </a:extLst>
                </p:cNvPr>
                <p:cNvSpPr/>
                <p:nvPr/>
              </p:nvSpPr>
              <p:spPr>
                <a:xfrm>
                  <a:off x="5023199" y="4373339"/>
                  <a:ext cx="558054" cy="724439"/>
                </a:xfrm>
                <a:custGeom>
                  <a:avLst/>
                  <a:gdLst>
                    <a:gd name="connsiteX0" fmla="*/ 317468 w 558054"/>
                    <a:gd name="connsiteY0" fmla="*/ 724440 h 724439"/>
                    <a:gd name="connsiteX1" fmla="*/ 335852 w 558054"/>
                    <a:gd name="connsiteY1" fmla="*/ 556705 h 724439"/>
                    <a:gd name="connsiteX2" fmla="*/ 380714 w 558054"/>
                    <a:gd name="connsiteY2" fmla="*/ 354584 h 724439"/>
                    <a:gd name="connsiteX3" fmla="*/ 516446 w 558054"/>
                    <a:gd name="connsiteY3" fmla="*/ 112935 h 724439"/>
                    <a:gd name="connsiteX4" fmla="*/ 555403 w 558054"/>
                    <a:gd name="connsiteY4" fmla="*/ 61405 h 724439"/>
                    <a:gd name="connsiteX5" fmla="*/ 498824 w 558054"/>
                    <a:gd name="connsiteY5" fmla="*/ 55880 h 724439"/>
                    <a:gd name="connsiteX6" fmla="*/ 489013 w 558054"/>
                    <a:gd name="connsiteY6" fmla="*/ 50260 h 724439"/>
                    <a:gd name="connsiteX7" fmla="*/ 455962 w 558054"/>
                    <a:gd name="connsiteY7" fmla="*/ 4064 h 724439"/>
                    <a:gd name="connsiteX8" fmla="*/ 430721 w 558054"/>
                    <a:gd name="connsiteY8" fmla="*/ 63595 h 724439"/>
                    <a:gd name="connsiteX9" fmla="*/ 288988 w 558054"/>
                    <a:gd name="connsiteY9" fmla="*/ 301815 h 724439"/>
                    <a:gd name="connsiteX10" fmla="*/ 136208 w 558054"/>
                    <a:gd name="connsiteY10" fmla="*/ 441547 h 724439"/>
                    <a:gd name="connsiteX11" fmla="*/ 0 w 558054"/>
                    <a:gd name="connsiteY11" fmla="*/ 541179 h 724439"/>
                    <a:gd name="connsiteX12" fmla="*/ 124396 w 558054"/>
                    <a:gd name="connsiteY12" fmla="*/ 689293 h 724439"/>
                    <a:gd name="connsiteX13" fmla="*/ 317468 w 558054"/>
                    <a:gd name="connsiteY13" fmla="*/ 724440 h 724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58054" h="724439">
                      <a:moveTo>
                        <a:pt x="317468" y="724440"/>
                      </a:moveTo>
                      <a:cubicBezTo>
                        <a:pt x="317468" y="724440"/>
                        <a:pt x="333946" y="666909"/>
                        <a:pt x="335852" y="556705"/>
                      </a:cubicBezTo>
                      <a:cubicBezTo>
                        <a:pt x="337661" y="446500"/>
                        <a:pt x="344805" y="420973"/>
                        <a:pt x="380714" y="354584"/>
                      </a:cubicBezTo>
                      <a:cubicBezTo>
                        <a:pt x="416719" y="288195"/>
                        <a:pt x="508349" y="126556"/>
                        <a:pt x="516446" y="112935"/>
                      </a:cubicBezTo>
                      <a:cubicBezTo>
                        <a:pt x="524542" y="99314"/>
                        <a:pt x="540639" y="68358"/>
                        <a:pt x="555403" y="61405"/>
                      </a:cubicBezTo>
                      <a:cubicBezTo>
                        <a:pt x="570167" y="54451"/>
                        <a:pt x="519398" y="38735"/>
                        <a:pt x="498824" y="55880"/>
                      </a:cubicBezTo>
                      <a:lnTo>
                        <a:pt x="489013" y="50260"/>
                      </a:lnTo>
                      <a:cubicBezTo>
                        <a:pt x="493586" y="23971"/>
                        <a:pt x="454723" y="-12224"/>
                        <a:pt x="455962" y="4064"/>
                      </a:cubicBezTo>
                      <a:cubicBezTo>
                        <a:pt x="457200" y="20352"/>
                        <a:pt x="438436" y="49689"/>
                        <a:pt x="430721" y="63595"/>
                      </a:cubicBezTo>
                      <a:cubicBezTo>
                        <a:pt x="423005" y="77502"/>
                        <a:pt x="328613" y="237522"/>
                        <a:pt x="288988" y="301815"/>
                      </a:cubicBezTo>
                      <a:cubicBezTo>
                        <a:pt x="249364" y="366109"/>
                        <a:pt x="230886" y="384969"/>
                        <a:pt x="136208" y="441547"/>
                      </a:cubicBezTo>
                      <a:cubicBezTo>
                        <a:pt x="41624" y="498126"/>
                        <a:pt x="0" y="541179"/>
                        <a:pt x="0" y="541179"/>
                      </a:cubicBezTo>
                      <a:lnTo>
                        <a:pt x="124396" y="689293"/>
                      </a:lnTo>
                      <a:lnTo>
                        <a:pt x="317468" y="724440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956" name="Graphique 11">
                  <a:extLst>
                    <a:ext uri="{FF2B5EF4-FFF2-40B4-BE49-F238E27FC236}">
                      <a16:creationId xmlns:a16="http://schemas.microsoft.com/office/drawing/2014/main" id="{53E15564-FEA2-4822-84F7-9C2EA230D724}"/>
                    </a:ext>
                  </a:extLst>
                </p:cNvPr>
                <p:cNvGrpSpPr/>
                <p:nvPr/>
              </p:nvGrpSpPr>
              <p:grpSpPr>
                <a:xfrm>
                  <a:off x="5052724" y="4969077"/>
                  <a:ext cx="188156" cy="197058"/>
                  <a:chOff x="5052724" y="4969077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2957" name="Forme libre : forme 2956">
                    <a:extLst>
                      <a:ext uri="{FF2B5EF4-FFF2-40B4-BE49-F238E27FC236}">
                        <a16:creationId xmlns:a16="http://schemas.microsoft.com/office/drawing/2014/main" id="{8B115CB2-7110-492A-8D58-63B1C10E1C02}"/>
                      </a:ext>
                    </a:extLst>
                  </p:cNvPr>
                  <p:cNvSpPr/>
                  <p:nvPr/>
                </p:nvSpPr>
                <p:spPr>
                  <a:xfrm rot="-3597654">
                    <a:off x="5070219" y="5003216"/>
                    <a:ext cx="153164" cy="128780"/>
                  </a:xfrm>
                  <a:custGeom>
                    <a:avLst/>
                    <a:gdLst>
                      <a:gd name="connsiteX0" fmla="*/ 153165 w 153164"/>
                      <a:gd name="connsiteY0" fmla="*/ 64390 h 128780"/>
                      <a:gd name="connsiteX1" fmla="*/ 76582 w 153164"/>
                      <a:gd name="connsiteY1" fmla="*/ 128781 h 128780"/>
                      <a:gd name="connsiteX2" fmla="*/ 0 w 153164"/>
                      <a:gd name="connsiteY2" fmla="*/ 64390 h 128780"/>
                      <a:gd name="connsiteX3" fmla="*/ 76582 w 153164"/>
                      <a:gd name="connsiteY3" fmla="*/ 0 h 128780"/>
                      <a:gd name="connsiteX4" fmla="*/ 153165 w 153164"/>
                      <a:gd name="connsiteY4" fmla="*/ 64390 h 128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4" h="128780">
                        <a:moveTo>
                          <a:pt x="153165" y="64390"/>
                        </a:moveTo>
                        <a:cubicBezTo>
                          <a:pt x="153165" y="99952"/>
                          <a:pt x="118878" y="128781"/>
                          <a:pt x="76582" y="128781"/>
                        </a:cubicBezTo>
                        <a:cubicBezTo>
                          <a:pt x="34287" y="128781"/>
                          <a:pt x="0" y="99952"/>
                          <a:pt x="0" y="64390"/>
                        </a:cubicBezTo>
                        <a:cubicBezTo>
                          <a:pt x="0" y="28828"/>
                          <a:pt x="34287" y="0"/>
                          <a:pt x="76582" y="0"/>
                        </a:cubicBezTo>
                        <a:cubicBezTo>
                          <a:pt x="118878" y="0"/>
                          <a:pt x="153165" y="28828"/>
                          <a:pt x="153165" y="6439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58" name="Forme libre : forme 2957">
                    <a:extLst>
                      <a:ext uri="{FF2B5EF4-FFF2-40B4-BE49-F238E27FC236}">
                        <a16:creationId xmlns:a16="http://schemas.microsoft.com/office/drawing/2014/main" id="{E00B06BB-D363-4168-AA1A-44887E082407}"/>
                      </a:ext>
                    </a:extLst>
                  </p:cNvPr>
                  <p:cNvSpPr/>
                  <p:nvPr/>
                </p:nvSpPr>
                <p:spPr>
                  <a:xfrm>
                    <a:off x="5079777" y="4993654"/>
                    <a:ext cx="134532" cy="95648"/>
                  </a:xfrm>
                  <a:custGeom>
                    <a:avLst/>
                    <a:gdLst>
                      <a:gd name="connsiteX0" fmla="*/ 0 w 134532"/>
                      <a:gd name="connsiteY0" fmla="*/ 73836 h 95648"/>
                      <a:gd name="connsiteX1" fmla="*/ 5048 w 134532"/>
                      <a:gd name="connsiteY1" fmla="*/ 63549 h 95648"/>
                      <a:gd name="connsiteX2" fmla="*/ 99155 w 134532"/>
                      <a:gd name="connsiteY2" fmla="*/ 29545 h 95648"/>
                      <a:gd name="connsiteX3" fmla="*/ 127730 w 134532"/>
                      <a:gd name="connsiteY3" fmla="*/ 95648 h 95648"/>
                      <a:gd name="connsiteX4" fmla="*/ 105251 w 134532"/>
                      <a:gd name="connsiteY4" fmla="*/ 7446 h 95648"/>
                      <a:gd name="connsiteX5" fmla="*/ 11144 w 134532"/>
                      <a:gd name="connsiteY5" fmla="*/ 41451 h 95648"/>
                      <a:gd name="connsiteX6" fmla="*/ 0 w 134532"/>
                      <a:gd name="connsiteY6" fmla="*/ 73836 h 95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4532" h="95648">
                        <a:moveTo>
                          <a:pt x="0" y="73836"/>
                        </a:moveTo>
                        <a:cubicBezTo>
                          <a:pt x="1429" y="70407"/>
                          <a:pt x="3048" y="66883"/>
                          <a:pt x="5048" y="63549"/>
                        </a:cubicBezTo>
                        <a:cubicBezTo>
                          <a:pt x="26194" y="26973"/>
                          <a:pt x="68199" y="11923"/>
                          <a:pt x="99155" y="29545"/>
                        </a:cubicBezTo>
                        <a:cubicBezTo>
                          <a:pt x="123349" y="43261"/>
                          <a:pt x="134779" y="71931"/>
                          <a:pt x="127730" y="95648"/>
                        </a:cubicBezTo>
                        <a:cubicBezTo>
                          <a:pt x="142113" y="61453"/>
                          <a:pt x="133255" y="23639"/>
                          <a:pt x="105251" y="7446"/>
                        </a:cubicBezTo>
                        <a:cubicBezTo>
                          <a:pt x="74486" y="-10365"/>
                          <a:pt x="32385" y="4875"/>
                          <a:pt x="11144" y="41451"/>
                        </a:cubicBezTo>
                        <a:cubicBezTo>
                          <a:pt x="5048" y="51928"/>
                          <a:pt x="1524" y="62977"/>
                          <a:pt x="0" y="73836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59" name="Forme libre : forme 2958">
                    <a:extLst>
                      <a:ext uri="{FF2B5EF4-FFF2-40B4-BE49-F238E27FC236}">
                        <a16:creationId xmlns:a16="http://schemas.microsoft.com/office/drawing/2014/main" id="{DA965C4B-E87D-46A7-933E-2B1DFF2B120E}"/>
                      </a:ext>
                    </a:extLst>
                  </p:cNvPr>
                  <p:cNvSpPr/>
                  <p:nvPr/>
                </p:nvSpPr>
                <p:spPr>
                  <a:xfrm rot="-2316582">
                    <a:off x="5112192" y="5072491"/>
                    <a:ext cx="74865" cy="59244"/>
                  </a:xfrm>
                  <a:custGeom>
                    <a:avLst/>
                    <a:gdLst>
                      <a:gd name="connsiteX0" fmla="*/ 74865 w 74865"/>
                      <a:gd name="connsiteY0" fmla="*/ 29622 h 59244"/>
                      <a:gd name="connsiteX1" fmla="*/ 37432 w 74865"/>
                      <a:gd name="connsiteY1" fmla="*/ 59244 h 59244"/>
                      <a:gd name="connsiteX2" fmla="*/ 0 w 74865"/>
                      <a:gd name="connsiteY2" fmla="*/ 29622 h 59244"/>
                      <a:gd name="connsiteX3" fmla="*/ 37432 w 74865"/>
                      <a:gd name="connsiteY3" fmla="*/ 0 h 59244"/>
                      <a:gd name="connsiteX4" fmla="*/ 74865 w 74865"/>
                      <a:gd name="connsiteY4" fmla="*/ 29622 h 59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5" h="59244">
                        <a:moveTo>
                          <a:pt x="74865" y="29622"/>
                        </a:moveTo>
                        <a:cubicBezTo>
                          <a:pt x="74865" y="45982"/>
                          <a:pt x="58106" y="59244"/>
                          <a:pt x="37432" y="59244"/>
                        </a:cubicBezTo>
                        <a:cubicBezTo>
                          <a:pt x="16759" y="59244"/>
                          <a:pt x="0" y="45982"/>
                          <a:pt x="0" y="29622"/>
                        </a:cubicBezTo>
                        <a:cubicBezTo>
                          <a:pt x="0" y="13262"/>
                          <a:pt x="16759" y="0"/>
                          <a:pt x="37432" y="0"/>
                        </a:cubicBezTo>
                        <a:cubicBezTo>
                          <a:pt x="58106" y="0"/>
                          <a:pt x="74865" y="13262"/>
                          <a:pt x="74865" y="2962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60" name="Forme libre : forme 2959">
                    <a:extLst>
                      <a:ext uri="{FF2B5EF4-FFF2-40B4-BE49-F238E27FC236}">
                        <a16:creationId xmlns:a16="http://schemas.microsoft.com/office/drawing/2014/main" id="{55F7260E-E20F-4080-8FF3-B4858DA4D7AE}"/>
                      </a:ext>
                    </a:extLst>
                  </p:cNvPr>
                  <p:cNvSpPr/>
                  <p:nvPr/>
                </p:nvSpPr>
                <p:spPr>
                  <a:xfrm>
                    <a:off x="5107305" y="5106066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4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961" name="Graphique 11">
                  <a:extLst>
                    <a:ext uri="{FF2B5EF4-FFF2-40B4-BE49-F238E27FC236}">
                      <a16:creationId xmlns:a16="http://schemas.microsoft.com/office/drawing/2014/main" id="{BF3F3399-9631-4C62-9858-2D54F3282E31}"/>
                    </a:ext>
                  </a:extLst>
                </p:cNvPr>
                <p:cNvGrpSpPr/>
                <p:nvPr/>
              </p:nvGrpSpPr>
              <p:grpSpPr>
                <a:xfrm>
                  <a:off x="5183033" y="4985253"/>
                  <a:ext cx="188156" cy="197058"/>
                  <a:chOff x="5183033" y="4985253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2962" name="Forme libre : forme 2961">
                    <a:extLst>
                      <a:ext uri="{FF2B5EF4-FFF2-40B4-BE49-F238E27FC236}">
                        <a16:creationId xmlns:a16="http://schemas.microsoft.com/office/drawing/2014/main" id="{77A75E00-3F05-406C-973F-5F8C659F9C08}"/>
                      </a:ext>
                    </a:extLst>
                  </p:cNvPr>
                  <p:cNvSpPr/>
                  <p:nvPr/>
                </p:nvSpPr>
                <p:spPr>
                  <a:xfrm rot="-3597654">
                    <a:off x="5200529" y="5019392"/>
                    <a:ext cx="153164" cy="128780"/>
                  </a:xfrm>
                  <a:custGeom>
                    <a:avLst/>
                    <a:gdLst>
                      <a:gd name="connsiteX0" fmla="*/ 153165 w 153164"/>
                      <a:gd name="connsiteY0" fmla="*/ 64390 h 128780"/>
                      <a:gd name="connsiteX1" fmla="*/ 76582 w 153164"/>
                      <a:gd name="connsiteY1" fmla="*/ 128780 h 128780"/>
                      <a:gd name="connsiteX2" fmla="*/ 0 w 153164"/>
                      <a:gd name="connsiteY2" fmla="*/ 64390 h 128780"/>
                      <a:gd name="connsiteX3" fmla="*/ 76582 w 153164"/>
                      <a:gd name="connsiteY3" fmla="*/ 0 h 128780"/>
                      <a:gd name="connsiteX4" fmla="*/ 153165 w 153164"/>
                      <a:gd name="connsiteY4" fmla="*/ 64390 h 128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4" h="128780">
                        <a:moveTo>
                          <a:pt x="153165" y="64390"/>
                        </a:moveTo>
                        <a:cubicBezTo>
                          <a:pt x="153165" y="99952"/>
                          <a:pt x="118878" y="128780"/>
                          <a:pt x="76582" y="128780"/>
                        </a:cubicBezTo>
                        <a:cubicBezTo>
                          <a:pt x="34287" y="128780"/>
                          <a:pt x="0" y="99952"/>
                          <a:pt x="0" y="64390"/>
                        </a:cubicBezTo>
                        <a:cubicBezTo>
                          <a:pt x="0" y="28828"/>
                          <a:pt x="34287" y="0"/>
                          <a:pt x="76582" y="0"/>
                        </a:cubicBezTo>
                        <a:cubicBezTo>
                          <a:pt x="118878" y="0"/>
                          <a:pt x="153165" y="28828"/>
                          <a:pt x="153165" y="6439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63" name="Forme libre : forme 2962">
                    <a:extLst>
                      <a:ext uri="{FF2B5EF4-FFF2-40B4-BE49-F238E27FC236}">
                        <a16:creationId xmlns:a16="http://schemas.microsoft.com/office/drawing/2014/main" id="{4FF3E40F-E11B-4673-9352-81B9BFADB22B}"/>
                      </a:ext>
                    </a:extLst>
                  </p:cNvPr>
                  <p:cNvSpPr/>
                  <p:nvPr/>
                </p:nvSpPr>
                <p:spPr>
                  <a:xfrm>
                    <a:off x="5210079" y="5009846"/>
                    <a:ext cx="134532" cy="95648"/>
                  </a:xfrm>
                  <a:custGeom>
                    <a:avLst/>
                    <a:gdLst>
                      <a:gd name="connsiteX0" fmla="*/ 0 w 134532"/>
                      <a:gd name="connsiteY0" fmla="*/ 73836 h 95648"/>
                      <a:gd name="connsiteX1" fmla="*/ 5048 w 134532"/>
                      <a:gd name="connsiteY1" fmla="*/ 63549 h 95648"/>
                      <a:gd name="connsiteX2" fmla="*/ 99155 w 134532"/>
                      <a:gd name="connsiteY2" fmla="*/ 29545 h 95648"/>
                      <a:gd name="connsiteX3" fmla="*/ 127730 w 134532"/>
                      <a:gd name="connsiteY3" fmla="*/ 95648 h 95648"/>
                      <a:gd name="connsiteX4" fmla="*/ 105251 w 134532"/>
                      <a:gd name="connsiteY4" fmla="*/ 7446 h 95648"/>
                      <a:gd name="connsiteX5" fmla="*/ 11144 w 134532"/>
                      <a:gd name="connsiteY5" fmla="*/ 41451 h 95648"/>
                      <a:gd name="connsiteX6" fmla="*/ 0 w 134532"/>
                      <a:gd name="connsiteY6" fmla="*/ 73836 h 95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4532" h="95648">
                        <a:moveTo>
                          <a:pt x="0" y="73836"/>
                        </a:moveTo>
                        <a:cubicBezTo>
                          <a:pt x="1429" y="70407"/>
                          <a:pt x="3048" y="66882"/>
                          <a:pt x="5048" y="63549"/>
                        </a:cubicBezTo>
                        <a:cubicBezTo>
                          <a:pt x="26194" y="26973"/>
                          <a:pt x="68199" y="11923"/>
                          <a:pt x="99155" y="29545"/>
                        </a:cubicBezTo>
                        <a:cubicBezTo>
                          <a:pt x="123349" y="43261"/>
                          <a:pt x="134779" y="71931"/>
                          <a:pt x="127730" y="95648"/>
                        </a:cubicBezTo>
                        <a:cubicBezTo>
                          <a:pt x="142113" y="61453"/>
                          <a:pt x="133255" y="23639"/>
                          <a:pt x="105251" y="7446"/>
                        </a:cubicBezTo>
                        <a:cubicBezTo>
                          <a:pt x="74486" y="-10365"/>
                          <a:pt x="32385" y="4875"/>
                          <a:pt x="11144" y="41451"/>
                        </a:cubicBezTo>
                        <a:cubicBezTo>
                          <a:pt x="5048" y="51928"/>
                          <a:pt x="1429" y="62977"/>
                          <a:pt x="0" y="73836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64" name="Forme libre : forme 2963">
                    <a:extLst>
                      <a:ext uri="{FF2B5EF4-FFF2-40B4-BE49-F238E27FC236}">
                        <a16:creationId xmlns:a16="http://schemas.microsoft.com/office/drawing/2014/main" id="{4B7C3293-6B45-4948-9A9C-764837506169}"/>
                      </a:ext>
                    </a:extLst>
                  </p:cNvPr>
                  <p:cNvSpPr/>
                  <p:nvPr/>
                </p:nvSpPr>
                <p:spPr>
                  <a:xfrm rot="-2316582">
                    <a:off x="5242436" y="5088599"/>
                    <a:ext cx="74865" cy="59244"/>
                  </a:xfrm>
                  <a:custGeom>
                    <a:avLst/>
                    <a:gdLst>
                      <a:gd name="connsiteX0" fmla="*/ 74865 w 74865"/>
                      <a:gd name="connsiteY0" fmla="*/ 29622 h 59244"/>
                      <a:gd name="connsiteX1" fmla="*/ 37433 w 74865"/>
                      <a:gd name="connsiteY1" fmla="*/ 59244 h 59244"/>
                      <a:gd name="connsiteX2" fmla="*/ 0 w 74865"/>
                      <a:gd name="connsiteY2" fmla="*/ 29622 h 59244"/>
                      <a:gd name="connsiteX3" fmla="*/ 37433 w 74865"/>
                      <a:gd name="connsiteY3" fmla="*/ 0 h 59244"/>
                      <a:gd name="connsiteX4" fmla="*/ 74865 w 74865"/>
                      <a:gd name="connsiteY4" fmla="*/ 29622 h 59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5" h="59244">
                        <a:moveTo>
                          <a:pt x="74865" y="29622"/>
                        </a:moveTo>
                        <a:cubicBezTo>
                          <a:pt x="74865" y="45982"/>
                          <a:pt x="58106" y="59244"/>
                          <a:pt x="37433" y="59244"/>
                        </a:cubicBezTo>
                        <a:cubicBezTo>
                          <a:pt x="16759" y="59244"/>
                          <a:pt x="0" y="45982"/>
                          <a:pt x="0" y="29622"/>
                        </a:cubicBezTo>
                        <a:cubicBezTo>
                          <a:pt x="0" y="13263"/>
                          <a:pt x="16759" y="0"/>
                          <a:pt x="37433" y="0"/>
                        </a:cubicBezTo>
                        <a:cubicBezTo>
                          <a:pt x="58106" y="0"/>
                          <a:pt x="74865" y="13263"/>
                          <a:pt x="74865" y="2962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65" name="Forme libre : forme 2964">
                    <a:extLst>
                      <a:ext uri="{FF2B5EF4-FFF2-40B4-BE49-F238E27FC236}">
                        <a16:creationId xmlns:a16="http://schemas.microsoft.com/office/drawing/2014/main" id="{E8E34811-FD6E-406D-9A1E-757B4BDFFA0A}"/>
                      </a:ext>
                    </a:extLst>
                  </p:cNvPr>
                  <p:cNvSpPr/>
                  <p:nvPr/>
                </p:nvSpPr>
                <p:spPr>
                  <a:xfrm>
                    <a:off x="5237607" y="5122258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3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966" name="Graphique 11">
                  <a:extLst>
                    <a:ext uri="{FF2B5EF4-FFF2-40B4-BE49-F238E27FC236}">
                      <a16:creationId xmlns:a16="http://schemas.microsoft.com/office/drawing/2014/main" id="{D279B876-B8F0-45EC-A3B2-91433AAA3C8E}"/>
                    </a:ext>
                  </a:extLst>
                </p:cNvPr>
                <p:cNvGrpSpPr/>
                <p:nvPr/>
              </p:nvGrpSpPr>
              <p:grpSpPr>
                <a:xfrm>
                  <a:off x="4973219" y="4863904"/>
                  <a:ext cx="188156" cy="197058"/>
                  <a:chOff x="4973219" y="4863904"/>
                  <a:chExt cx="188156" cy="197058"/>
                </a:xfrm>
                <a:solidFill>
                  <a:schemeClr val="accent1"/>
                </a:solidFill>
              </p:grpSpPr>
              <p:sp>
                <p:nvSpPr>
                  <p:cNvPr id="2967" name="Forme libre : forme 2966">
                    <a:extLst>
                      <a:ext uri="{FF2B5EF4-FFF2-40B4-BE49-F238E27FC236}">
                        <a16:creationId xmlns:a16="http://schemas.microsoft.com/office/drawing/2014/main" id="{0AB910F9-6D7B-4779-88A9-62ED879EF997}"/>
                      </a:ext>
                    </a:extLst>
                  </p:cNvPr>
                  <p:cNvSpPr/>
                  <p:nvPr/>
                </p:nvSpPr>
                <p:spPr>
                  <a:xfrm rot="-3597654">
                    <a:off x="4990715" y="4898043"/>
                    <a:ext cx="153164" cy="128780"/>
                  </a:xfrm>
                  <a:custGeom>
                    <a:avLst/>
                    <a:gdLst>
                      <a:gd name="connsiteX0" fmla="*/ 153165 w 153164"/>
                      <a:gd name="connsiteY0" fmla="*/ 64390 h 128780"/>
                      <a:gd name="connsiteX1" fmla="*/ 76582 w 153164"/>
                      <a:gd name="connsiteY1" fmla="*/ 128781 h 128780"/>
                      <a:gd name="connsiteX2" fmla="*/ 0 w 153164"/>
                      <a:gd name="connsiteY2" fmla="*/ 64390 h 128780"/>
                      <a:gd name="connsiteX3" fmla="*/ 76582 w 153164"/>
                      <a:gd name="connsiteY3" fmla="*/ 0 h 128780"/>
                      <a:gd name="connsiteX4" fmla="*/ 153165 w 153164"/>
                      <a:gd name="connsiteY4" fmla="*/ 64390 h 128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4" h="128780">
                        <a:moveTo>
                          <a:pt x="153165" y="64390"/>
                        </a:moveTo>
                        <a:cubicBezTo>
                          <a:pt x="153165" y="99952"/>
                          <a:pt x="118878" y="128781"/>
                          <a:pt x="76582" y="128781"/>
                        </a:cubicBezTo>
                        <a:cubicBezTo>
                          <a:pt x="34287" y="128781"/>
                          <a:pt x="0" y="99952"/>
                          <a:pt x="0" y="64390"/>
                        </a:cubicBezTo>
                        <a:cubicBezTo>
                          <a:pt x="0" y="28828"/>
                          <a:pt x="34287" y="0"/>
                          <a:pt x="76582" y="0"/>
                        </a:cubicBezTo>
                        <a:cubicBezTo>
                          <a:pt x="118878" y="0"/>
                          <a:pt x="153165" y="28828"/>
                          <a:pt x="153165" y="64390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68" name="Forme libre : forme 2967">
                    <a:extLst>
                      <a:ext uri="{FF2B5EF4-FFF2-40B4-BE49-F238E27FC236}">
                        <a16:creationId xmlns:a16="http://schemas.microsoft.com/office/drawing/2014/main" id="{4553F5D7-8E06-4BD4-B97C-5672B7FC6468}"/>
                      </a:ext>
                    </a:extLst>
                  </p:cNvPr>
                  <p:cNvSpPr/>
                  <p:nvPr/>
                </p:nvSpPr>
                <p:spPr>
                  <a:xfrm>
                    <a:off x="5000339" y="4888593"/>
                    <a:ext cx="134532" cy="95648"/>
                  </a:xfrm>
                  <a:custGeom>
                    <a:avLst/>
                    <a:gdLst>
                      <a:gd name="connsiteX0" fmla="*/ 0 w 134532"/>
                      <a:gd name="connsiteY0" fmla="*/ 73836 h 95648"/>
                      <a:gd name="connsiteX1" fmla="*/ 5048 w 134532"/>
                      <a:gd name="connsiteY1" fmla="*/ 63549 h 95648"/>
                      <a:gd name="connsiteX2" fmla="*/ 99155 w 134532"/>
                      <a:gd name="connsiteY2" fmla="*/ 29545 h 95648"/>
                      <a:gd name="connsiteX3" fmla="*/ 127730 w 134532"/>
                      <a:gd name="connsiteY3" fmla="*/ 95648 h 95648"/>
                      <a:gd name="connsiteX4" fmla="*/ 105251 w 134532"/>
                      <a:gd name="connsiteY4" fmla="*/ 7446 h 95648"/>
                      <a:gd name="connsiteX5" fmla="*/ 11144 w 134532"/>
                      <a:gd name="connsiteY5" fmla="*/ 41451 h 95648"/>
                      <a:gd name="connsiteX6" fmla="*/ 0 w 134532"/>
                      <a:gd name="connsiteY6" fmla="*/ 73836 h 95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4532" h="95648">
                        <a:moveTo>
                          <a:pt x="0" y="73836"/>
                        </a:moveTo>
                        <a:cubicBezTo>
                          <a:pt x="1429" y="70407"/>
                          <a:pt x="3048" y="66883"/>
                          <a:pt x="5048" y="63549"/>
                        </a:cubicBezTo>
                        <a:cubicBezTo>
                          <a:pt x="26194" y="26973"/>
                          <a:pt x="68199" y="11923"/>
                          <a:pt x="99155" y="29545"/>
                        </a:cubicBezTo>
                        <a:cubicBezTo>
                          <a:pt x="123349" y="43261"/>
                          <a:pt x="134779" y="71931"/>
                          <a:pt x="127730" y="95648"/>
                        </a:cubicBezTo>
                        <a:cubicBezTo>
                          <a:pt x="142113" y="61453"/>
                          <a:pt x="133255" y="23639"/>
                          <a:pt x="105251" y="7446"/>
                        </a:cubicBezTo>
                        <a:cubicBezTo>
                          <a:pt x="74486" y="-10365"/>
                          <a:pt x="32385" y="4875"/>
                          <a:pt x="11144" y="41451"/>
                        </a:cubicBezTo>
                        <a:cubicBezTo>
                          <a:pt x="5048" y="51833"/>
                          <a:pt x="1429" y="62882"/>
                          <a:pt x="0" y="73836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69" name="Forme libre : forme 2968">
                    <a:extLst>
                      <a:ext uri="{FF2B5EF4-FFF2-40B4-BE49-F238E27FC236}">
                        <a16:creationId xmlns:a16="http://schemas.microsoft.com/office/drawing/2014/main" id="{7D20A7C1-3D23-499E-BE38-5B5717108D07}"/>
                      </a:ext>
                    </a:extLst>
                  </p:cNvPr>
                  <p:cNvSpPr/>
                  <p:nvPr/>
                </p:nvSpPr>
                <p:spPr>
                  <a:xfrm rot="-2316582">
                    <a:off x="5032716" y="4967320"/>
                    <a:ext cx="74865" cy="59244"/>
                  </a:xfrm>
                  <a:custGeom>
                    <a:avLst/>
                    <a:gdLst>
                      <a:gd name="connsiteX0" fmla="*/ 74865 w 74865"/>
                      <a:gd name="connsiteY0" fmla="*/ 29622 h 59244"/>
                      <a:gd name="connsiteX1" fmla="*/ 37433 w 74865"/>
                      <a:gd name="connsiteY1" fmla="*/ 59244 h 59244"/>
                      <a:gd name="connsiteX2" fmla="*/ 0 w 74865"/>
                      <a:gd name="connsiteY2" fmla="*/ 29622 h 59244"/>
                      <a:gd name="connsiteX3" fmla="*/ 37433 w 74865"/>
                      <a:gd name="connsiteY3" fmla="*/ 0 h 59244"/>
                      <a:gd name="connsiteX4" fmla="*/ 74865 w 74865"/>
                      <a:gd name="connsiteY4" fmla="*/ 29622 h 59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5" h="59244">
                        <a:moveTo>
                          <a:pt x="74865" y="29622"/>
                        </a:moveTo>
                        <a:cubicBezTo>
                          <a:pt x="74865" y="45982"/>
                          <a:pt x="58106" y="59244"/>
                          <a:pt x="37433" y="59244"/>
                        </a:cubicBezTo>
                        <a:cubicBezTo>
                          <a:pt x="16759" y="59244"/>
                          <a:pt x="0" y="45982"/>
                          <a:pt x="0" y="29622"/>
                        </a:cubicBezTo>
                        <a:cubicBezTo>
                          <a:pt x="0" y="13262"/>
                          <a:pt x="16759" y="0"/>
                          <a:pt x="37433" y="0"/>
                        </a:cubicBezTo>
                        <a:cubicBezTo>
                          <a:pt x="58106" y="0"/>
                          <a:pt x="74865" y="13262"/>
                          <a:pt x="74865" y="29622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70" name="Forme libre : forme 2969">
                    <a:extLst>
                      <a:ext uri="{FF2B5EF4-FFF2-40B4-BE49-F238E27FC236}">
                        <a16:creationId xmlns:a16="http://schemas.microsoft.com/office/drawing/2014/main" id="{915FE585-B909-4073-844D-084083CD271B}"/>
                      </a:ext>
                    </a:extLst>
                  </p:cNvPr>
                  <p:cNvSpPr/>
                  <p:nvPr/>
                </p:nvSpPr>
                <p:spPr>
                  <a:xfrm>
                    <a:off x="5027866" y="5001005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4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971" name="Forme libre : forme 2970">
                  <a:extLst>
                    <a:ext uri="{FF2B5EF4-FFF2-40B4-BE49-F238E27FC236}">
                      <a16:creationId xmlns:a16="http://schemas.microsoft.com/office/drawing/2014/main" id="{B09ADF38-E0A8-434B-9C8E-42BB2C06B81C}"/>
                    </a:ext>
                  </a:extLst>
                </p:cNvPr>
                <p:cNvSpPr/>
                <p:nvPr/>
              </p:nvSpPr>
              <p:spPr>
                <a:xfrm>
                  <a:off x="5359131" y="4421218"/>
                  <a:ext cx="157036" cy="433101"/>
                </a:xfrm>
                <a:custGeom>
                  <a:avLst/>
                  <a:gdLst>
                    <a:gd name="connsiteX0" fmla="*/ 1730 w 157036"/>
                    <a:gd name="connsiteY0" fmla="*/ 433102 h 433101"/>
                    <a:gd name="connsiteX1" fmla="*/ 31162 w 157036"/>
                    <a:gd name="connsiteY1" fmla="*/ 278225 h 433101"/>
                    <a:gd name="connsiteX2" fmla="*/ 102695 w 157036"/>
                    <a:gd name="connsiteY2" fmla="*/ 135541 h 433101"/>
                    <a:gd name="connsiteX3" fmla="*/ 150700 w 157036"/>
                    <a:gd name="connsiteY3" fmla="*/ 0 h 433101"/>
                    <a:gd name="connsiteX4" fmla="*/ 156225 w 157036"/>
                    <a:gd name="connsiteY4" fmla="*/ 21050 h 433101"/>
                    <a:gd name="connsiteX5" fmla="*/ 149843 w 157036"/>
                    <a:gd name="connsiteY5" fmla="*/ 52483 h 433101"/>
                    <a:gd name="connsiteX6" fmla="*/ 13350 w 157036"/>
                    <a:gd name="connsiteY6" fmla="*/ 345948 h 433101"/>
                    <a:gd name="connsiteX7" fmla="*/ 1444 w 157036"/>
                    <a:gd name="connsiteY7" fmla="*/ 422434 h 433101"/>
                    <a:gd name="connsiteX8" fmla="*/ 5063 w 157036"/>
                    <a:gd name="connsiteY8" fmla="*/ 419576 h 433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7036" h="433101">
                      <a:moveTo>
                        <a:pt x="1730" y="433102"/>
                      </a:moveTo>
                      <a:cubicBezTo>
                        <a:pt x="-5224" y="380333"/>
                        <a:pt x="9635" y="326898"/>
                        <a:pt x="31162" y="278225"/>
                      </a:cubicBezTo>
                      <a:cubicBezTo>
                        <a:pt x="52688" y="229552"/>
                        <a:pt x="80882" y="184023"/>
                        <a:pt x="102695" y="135541"/>
                      </a:cubicBezTo>
                      <a:cubicBezTo>
                        <a:pt x="122411" y="91821"/>
                        <a:pt x="136794" y="45910"/>
                        <a:pt x="150700" y="0"/>
                      </a:cubicBezTo>
                      <a:cubicBezTo>
                        <a:pt x="157939" y="3143"/>
                        <a:pt x="157654" y="13335"/>
                        <a:pt x="156225" y="21050"/>
                      </a:cubicBezTo>
                      <a:cubicBezTo>
                        <a:pt x="154320" y="31623"/>
                        <a:pt x="152320" y="42100"/>
                        <a:pt x="149843" y="52483"/>
                      </a:cubicBezTo>
                      <a:cubicBezTo>
                        <a:pt x="124126" y="157639"/>
                        <a:pt x="39925" y="240982"/>
                        <a:pt x="13350" y="345948"/>
                      </a:cubicBezTo>
                      <a:cubicBezTo>
                        <a:pt x="6968" y="370999"/>
                        <a:pt x="4111" y="396716"/>
                        <a:pt x="1444" y="422434"/>
                      </a:cubicBezTo>
                      <a:cubicBezTo>
                        <a:pt x="2682" y="421481"/>
                        <a:pt x="3825" y="420529"/>
                        <a:pt x="5063" y="419576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72" name="Forme libre : forme 2971">
                  <a:extLst>
                    <a:ext uri="{FF2B5EF4-FFF2-40B4-BE49-F238E27FC236}">
                      <a16:creationId xmlns:a16="http://schemas.microsoft.com/office/drawing/2014/main" id="{B4C21C1B-521F-4DDF-B413-5D8685EA239D}"/>
                    </a:ext>
                  </a:extLst>
                </p:cNvPr>
                <p:cNvSpPr/>
                <p:nvPr/>
              </p:nvSpPr>
              <p:spPr>
                <a:xfrm>
                  <a:off x="5220510" y="4529422"/>
                  <a:ext cx="186355" cy="513588"/>
                </a:xfrm>
                <a:custGeom>
                  <a:avLst/>
                  <a:gdLst>
                    <a:gd name="connsiteX0" fmla="*/ 100726 w 186355"/>
                    <a:gd name="connsiteY0" fmla="*/ 279368 h 513588"/>
                    <a:gd name="connsiteX1" fmla="*/ 120157 w 186355"/>
                    <a:gd name="connsiteY1" fmla="*/ 201454 h 513588"/>
                    <a:gd name="connsiteX2" fmla="*/ 136921 w 186355"/>
                    <a:gd name="connsiteY2" fmla="*/ 141827 h 513588"/>
                    <a:gd name="connsiteX3" fmla="*/ 186356 w 186355"/>
                    <a:gd name="connsiteY3" fmla="*/ 0 h 513588"/>
                    <a:gd name="connsiteX4" fmla="*/ 111299 w 186355"/>
                    <a:gd name="connsiteY4" fmla="*/ 190976 h 513588"/>
                    <a:gd name="connsiteX5" fmla="*/ 84248 w 186355"/>
                    <a:gd name="connsiteY5" fmla="*/ 270320 h 513588"/>
                    <a:gd name="connsiteX6" fmla="*/ 9953 w 186355"/>
                    <a:gd name="connsiteY6" fmla="*/ 476631 h 513588"/>
                    <a:gd name="connsiteX7" fmla="*/ 142 w 186355"/>
                    <a:gd name="connsiteY7" fmla="*/ 513588 h 513588"/>
                    <a:gd name="connsiteX8" fmla="*/ 8810 w 186355"/>
                    <a:gd name="connsiteY8" fmla="*/ 495681 h 513588"/>
                    <a:gd name="connsiteX9" fmla="*/ 18049 w 186355"/>
                    <a:gd name="connsiteY9" fmla="*/ 471773 h 513588"/>
                    <a:gd name="connsiteX10" fmla="*/ 38337 w 186355"/>
                    <a:gd name="connsiteY10" fmla="*/ 425863 h 513588"/>
                    <a:gd name="connsiteX11" fmla="*/ 81009 w 186355"/>
                    <a:gd name="connsiteY11" fmla="*/ 333565 h 513588"/>
                    <a:gd name="connsiteX12" fmla="*/ 100726 w 186355"/>
                    <a:gd name="connsiteY12" fmla="*/ 279368 h 513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6355" h="513588">
                      <a:moveTo>
                        <a:pt x="100726" y="279368"/>
                      </a:moveTo>
                      <a:cubicBezTo>
                        <a:pt x="108441" y="253746"/>
                        <a:pt x="113680" y="227457"/>
                        <a:pt x="120157" y="201454"/>
                      </a:cubicBezTo>
                      <a:cubicBezTo>
                        <a:pt x="125110" y="181451"/>
                        <a:pt x="130920" y="161544"/>
                        <a:pt x="136921" y="141827"/>
                      </a:cubicBezTo>
                      <a:cubicBezTo>
                        <a:pt x="151590" y="93917"/>
                        <a:pt x="168068" y="46577"/>
                        <a:pt x="186356" y="0"/>
                      </a:cubicBezTo>
                      <a:cubicBezTo>
                        <a:pt x="144160" y="54388"/>
                        <a:pt x="131301" y="125063"/>
                        <a:pt x="111299" y="190976"/>
                      </a:cubicBezTo>
                      <a:cubicBezTo>
                        <a:pt x="103203" y="217742"/>
                        <a:pt x="93678" y="244030"/>
                        <a:pt x="84248" y="270320"/>
                      </a:cubicBezTo>
                      <a:cubicBezTo>
                        <a:pt x="59483" y="339090"/>
                        <a:pt x="34718" y="407861"/>
                        <a:pt x="9953" y="476631"/>
                      </a:cubicBezTo>
                      <a:cubicBezTo>
                        <a:pt x="6048" y="487394"/>
                        <a:pt x="-1096" y="502063"/>
                        <a:pt x="142" y="513588"/>
                      </a:cubicBezTo>
                      <a:cubicBezTo>
                        <a:pt x="5667" y="512350"/>
                        <a:pt x="7191" y="500348"/>
                        <a:pt x="8810" y="495681"/>
                      </a:cubicBezTo>
                      <a:cubicBezTo>
                        <a:pt x="11667" y="487585"/>
                        <a:pt x="14811" y="479679"/>
                        <a:pt x="18049" y="471773"/>
                      </a:cubicBezTo>
                      <a:cubicBezTo>
                        <a:pt x="24336" y="456247"/>
                        <a:pt x="31289" y="441007"/>
                        <a:pt x="38337" y="425863"/>
                      </a:cubicBezTo>
                      <a:cubicBezTo>
                        <a:pt x="52720" y="395192"/>
                        <a:pt x="67960" y="364807"/>
                        <a:pt x="81009" y="333565"/>
                      </a:cubicBezTo>
                      <a:cubicBezTo>
                        <a:pt x="88439" y="315754"/>
                        <a:pt x="95202" y="297752"/>
                        <a:pt x="100726" y="279368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73" name="Forme libre : forme 2972">
                  <a:extLst>
                    <a:ext uri="{FF2B5EF4-FFF2-40B4-BE49-F238E27FC236}">
                      <a16:creationId xmlns:a16="http://schemas.microsoft.com/office/drawing/2014/main" id="{3096D7C8-DE1A-43A2-A64C-2AA3C234C0B5}"/>
                    </a:ext>
                  </a:extLst>
                </p:cNvPr>
                <p:cNvSpPr/>
                <p:nvPr/>
              </p:nvSpPr>
              <p:spPr>
                <a:xfrm>
                  <a:off x="5130260" y="4764499"/>
                  <a:ext cx="189547" cy="227552"/>
                </a:xfrm>
                <a:custGeom>
                  <a:avLst/>
                  <a:gdLst>
                    <a:gd name="connsiteX0" fmla="*/ 34862 w 189547"/>
                    <a:gd name="connsiteY0" fmla="*/ 182499 h 227552"/>
                    <a:gd name="connsiteX1" fmla="*/ 56483 w 189547"/>
                    <a:gd name="connsiteY1" fmla="*/ 156020 h 227552"/>
                    <a:gd name="connsiteX2" fmla="*/ 72581 w 189547"/>
                    <a:gd name="connsiteY2" fmla="*/ 140018 h 227552"/>
                    <a:gd name="connsiteX3" fmla="*/ 128588 w 189547"/>
                    <a:gd name="connsiteY3" fmla="*/ 86582 h 227552"/>
                    <a:gd name="connsiteX4" fmla="*/ 153067 w 189547"/>
                    <a:gd name="connsiteY4" fmla="*/ 65627 h 227552"/>
                    <a:gd name="connsiteX5" fmla="*/ 171926 w 189547"/>
                    <a:gd name="connsiteY5" fmla="*/ 50292 h 227552"/>
                    <a:gd name="connsiteX6" fmla="*/ 177356 w 189547"/>
                    <a:gd name="connsiteY6" fmla="*/ 38767 h 227552"/>
                    <a:gd name="connsiteX7" fmla="*/ 189548 w 189547"/>
                    <a:gd name="connsiteY7" fmla="*/ 0 h 227552"/>
                    <a:gd name="connsiteX8" fmla="*/ 146876 w 189547"/>
                    <a:gd name="connsiteY8" fmla="*/ 51245 h 227552"/>
                    <a:gd name="connsiteX9" fmla="*/ 27908 w 189547"/>
                    <a:gd name="connsiteY9" fmla="*/ 186785 h 227552"/>
                    <a:gd name="connsiteX10" fmla="*/ 13049 w 189547"/>
                    <a:gd name="connsiteY10" fmla="*/ 207359 h 227552"/>
                    <a:gd name="connsiteX11" fmla="*/ 0 w 189547"/>
                    <a:gd name="connsiteY11" fmla="*/ 227552 h 227552"/>
                    <a:gd name="connsiteX12" fmla="*/ 17621 w 189547"/>
                    <a:gd name="connsiteY12" fmla="*/ 204978 h 227552"/>
                    <a:gd name="connsiteX13" fmla="*/ 34862 w 189547"/>
                    <a:gd name="connsiteY13" fmla="*/ 182499 h 227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89547" h="227552">
                      <a:moveTo>
                        <a:pt x="34862" y="182499"/>
                      </a:moveTo>
                      <a:cubicBezTo>
                        <a:pt x="41815" y="173450"/>
                        <a:pt x="48768" y="164402"/>
                        <a:pt x="56483" y="156020"/>
                      </a:cubicBezTo>
                      <a:cubicBezTo>
                        <a:pt x="61627" y="150495"/>
                        <a:pt x="67056" y="145256"/>
                        <a:pt x="72581" y="140018"/>
                      </a:cubicBezTo>
                      <a:cubicBezTo>
                        <a:pt x="91250" y="122206"/>
                        <a:pt x="109919" y="104394"/>
                        <a:pt x="128588" y="86582"/>
                      </a:cubicBezTo>
                      <a:cubicBezTo>
                        <a:pt x="136398" y="79153"/>
                        <a:pt x="144209" y="71723"/>
                        <a:pt x="153067" y="65627"/>
                      </a:cubicBezTo>
                      <a:cubicBezTo>
                        <a:pt x="159734" y="60960"/>
                        <a:pt x="167259" y="56960"/>
                        <a:pt x="171926" y="50292"/>
                      </a:cubicBezTo>
                      <a:cubicBezTo>
                        <a:pt x="174403" y="46768"/>
                        <a:pt x="175927" y="42767"/>
                        <a:pt x="177356" y="38767"/>
                      </a:cubicBezTo>
                      <a:cubicBezTo>
                        <a:pt x="182023" y="26003"/>
                        <a:pt x="186119" y="13049"/>
                        <a:pt x="189548" y="0"/>
                      </a:cubicBezTo>
                      <a:cubicBezTo>
                        <a:pt x="180499" y="20479"/>
                        <a:pt x="163163" y="35909"/>
                        <a:pt x="146876" y="51245"/>
                      </a:cubicBezTo>
                      <a:cubicBezTo>
                        <a:pt x="103156" y="92583"/>
                        <a:pt x="63532" y="138303"/>
                        <a:pt x="27908" y="186785"/>
                      </a:cubicBezTo>
                      <a:cubicBezTo>
                        <a:pt x="22860" y="193548"/>
                        <a:pt x="17907" y="200406"/>
                        <a:pt x="13049" y="207359"/>
                      </a:cubicBezTo>
                      <a:cubicBezTo>
                        <a:pt x="9620" y="212217"/>
                        <a:pt x="95" y="221933"/>
                        <a:pt x="0" y="227552"/>
                      </a:cubicBezTo>
                      <a:cubicBezTo>
                        <a:pt x="6763" y="221647"/>
                        <a:pt x="12097" y="212217"/>
                        <a:pt x="17621" y="204978"/>
                      </a:cubicBezTo>
                      <a:cubicBezTo>
                        <a:pt x="23336" y="197453"/>
                        <a:pt x="29051" y="189929"/>
                        <a:pt x="34862" y="182499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74" name="Forme libre : forme 2973">
                  <a:extLst>
                    <a:ext uri="{FF2B5EF4-FFF2-40B4-BE49-F238E27FC236}">
                      <a16:creationId xmlns:a16="http://schemas.microsoft.com/office/drawing/2014/main" id="{747AF8BF-4960-4870-836D-FF4A32E90357}"/>
                    </a:ext>
                  </a:extLst>
                </p:cNvPr>
                <p:cNvSpPr/>
                <p:nvPr/>
              </p:nvSpPr>
              <p:spPr>
                <a:xfrm>
                  <a:off x="5262572" y="4775126"/>
                  <a:ext cx="87184" cy="239434"/>
                </a:xfrm>
                <a:custGeom>
                  <a:avLst/>
                  <a:gdLst>
                    <a:gd name="connsiteX0" fmla="*/ 58759 w 87184"/>
                    <a:gd name="connsiteY0" fmla="*/ 225594 h 239434"/>
                    <a:gd name="connsiteX1" fmla="*/ 46091 w 87184"/>
                    <a:gd name="connsiteY1" fmla="*/ 220736 h 239434"/>
                    <a:gd name="connsiteX2" fmla="*/ 29136 w 87184"/>
                    <a:gd name="connsiteY2" fmla="*/ 220260 h 239434"/>
                    <a:gd name="connsiteX3" fmla="*/ 11229 w 87184"/>
                    <a:gd name="connsiteY3" fmla="*/ 219212 h 239434"/>
                    <a:gd name="connsiteX4" fmla="*/ 4371 w 87184"/>
                    <a:gd name="connsiteY4" fmla="*/ 217212 h 239434"/>
                    <a:gd name="connsiteX5" fmla="*/ 847 w 87184"/>
                    <a:gd name="connsiteY5" fmla="*/ 200448 h 239434"/>
                    <a:gd name="connsiteX6" fmla="*/ 13896 w 87184"/>
                    <a:gd name="connsiteY6" fmla="*/ 169110 h 239434"/>
                    <a:gd name="connsiteX7" fmla="*/ 47805 w 87184"/>
                    <a:gd name="connsiteY7" fmla="*/ 85576 h 239434"/>
                    <a:gd name="connsiteX8" fmla="*/ 75428 w 87184"/>
                    <a:gd name="connsiteY8" fmla="*/ 6423 h 239434"/>
                    <a:gd name="connsiteX9" fmla="*/ 84000 w 87184"/>
                    <a:gd name="connsiteY9" fmla="*/ 327 h 239434"/>
                    <a:gd name="connsiteX10" fmla="*/ 87143 w 87184"/>
                    <a:gd name="connsiteY10" fmla="*/ 8805 h 239434"/>
                    <a:gd name="connsiteX11" fmla="*/ 83524 w 87184"/>
                    <a:gd name="connsiteY11" fmla="*/ 58240 h 239434"/>
                    <a:gd name="connsiteX12" fmla="*/ 85334 w 87184"/>
                    <a:gd name="connsiteY12" fmla="*/ 188923 h 239434"/>
                    <a:gd name="connsiteX13" fmla="*/ 79905 w 87184"/>
                    <a:gd name="connsiteY13" fmla="*/ 229690 h 239434"/>
                    <a:gd name="connsiteX14" fmla="*/ 72380 w 87184"/>
                    <a:gd name="connsiteY14" fmla="*/ 238548 h 239434"/>
                    <a:gd name="connsiteX15" fmla="*/ 58759 w 87184"/>
                    <a:gd name="connsiteY15" fmla="*/ 225594 h 239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7184" h="239434">
                      <a:moveTo>
                        <a:pt x="58759" y="225594"/>
                      </a:moveTo>
                      <a:cubicBezTo>
                        <a:pt x="54854" y="223308"/>
                        <a:pt x="50567" y="221498"/>
                        <a:pt x="46091" y="220736"/>
                      </a:cubicBezTo>
                      <a:cubicBezTo>
                        <a:pt x="40471" y="219688"/>
                        <a:pt x="34756" y="220165"/>
                        <a:pt x="29136" y="220260"/>
                      </a:cubicBezTo>
                      <a:cubicBezTo>
                        <a:pt x="23135" y="220355"/>
                        <a:pt x="17230" y="219974"/>
                        <a:pt x="11229" y="219212"/>
                      </a:cubicBezTo>
                      <a:cubicBezTo>
                        <a:pt x="8848" y="218926"/>
                        <a:pt x="6372" y="218545"/>
                        <a:pt x="4371" y="217212"/>
                      </a:cubicBezTo>
                      <a:cubicBezTo>
                        <a:pt x="-677" y="213878"/>
                        <a:pt x="-582" y="206353"/>
                        <a:pt x="847" y="200448"/>
                      </a:cubicBezTo>
                      <a:cubicBezTo>
                        <a:pt x="3514" y="189494"/>
                        <a:pt x="8848" y="179302"/>
                        <a:pt x="13896" y="169110"/>
                      </a:cubicBezTo>
                      <a:cubicBezTo>
                        <a:pt x="27231" y="142155"/>
                        <a:pt x="38566" y="114151"/>
                        <a:pt x="47805" y="85576"/>
                      </a:cubicBezTo>
                      <a:cubicBezTo>
                        <a:pt x="56378" y="59001"/>
                        <a:pt x="63331" y="31570"/>
                        <a:pt x="75428" y="6423"/>
                      </a:cubicBezTo>
                      <a:cubicBezTo>
                        <a:pt x="77142" y="2899"/>
                        <a:pt x="80476" y="-1196"/>
                        <a:pt x="84000" y="327"/>
                      </a:cubicBezTo>
                      <a:cubicBezTo>
                        <a:pt x="86953" y="1566"/>
                        <a:pt x="87334" y="5566"/>
                        <a:pt x="87143" y="8805"/>
                      </a:cubicBezTo>
                      <a:cubicBezTo>
                        <a:pt x="86191" y="25283"/>
                        <a:pt x="84286" y="41761"/>
                        <a:pt x="83524" y="58240"/>
                      </a:cubicBezTo>
                      <a:cubicBezTo>
                        <a:pt x="81524" y="101769"/>
                        <a:pt x="88096" y="145489"/>
                        <a:pt x="85334" y="188923"/>
                      </a:cubicBezTo>
                      <a:cubicBezTo>
                        <a:pt x="84476" y="202639"/>
                        <a:pt x="82572" y="216259"/>
                        <a:pt x="79905" y="229690"/>
                      </a:cubicBezTo>
                      <a:cubicBezTo>
                        <a:pt x="78952" y="234262"/>
                        <a:pt x="78285" y="242072"/>
                        <a:pt x="72380" y="238548"/>
                      </a:cubicBezTo>
                      <a:cubicBezTo>
                        <a:pt x="67522" y="235690"/>
                        <a:pt x="64188" y="228832"/>
                        <a:pt x="58759" y="225594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75" name="Forme libre : forme 2974">
                  <a:extLst>
                    <a:ext uri="{FF2B5EF4-FFF2-40B4-BE49-F238E27FC236}">
                      <a16:creationId xmlns:a16="http://schemas.microsoft.com/office/drawing/2014/main" id="{861B6CD9-4849-4D25-AC10-29B45255FE85}"/>
                    </a:ext>
                  </a:extLst>
                </p:cNvPr>
                <p:cNvSpPr/>
                <p:nvPr/>
              </p:nvSpPr>
              <p:spPr>
                <a:xfrm>
                  <a:off x="5152453" y="4856132"/>
                  <a:ext cx="115545" cy="147667"/>
                </a:xfrm>
                <a:custGeom>
                  <a:avLst/>
                  <a:gdLst>
                    <a:gd name="connsiteX0" fmla="*/ 0 w 115545"/>
                    <a:gd name="connsiteY0" fmla="*/ 125728 h 147667"/>
                    <a:gd name="connsiteX1" fmla="*/ 9049 w 115545"/>
                    <a:gd name="connsiteY1" fmla="*/ 110393 h 147667"/>
                    <a:gd name="connsiteX2" fmla="*/ 82772 w 115545"/>
                    <a:gd name="connsiteY2" fmla="*/ 24382 h 147667"/>
                    <a:gd name="connsiteX3" fmla="*/ 107918 w 115545"/>
                    <a:gd name="connsiteY3" fmla="*/ 1427 h 147667"/>
                    <a:gd name="connsiteX4" fmla="*/ 112490 w 115545"/>
                    <a:gd name="connsiteY4" fmla="*/ 93 h 147667"/>
                    <a:gd name="connsiteX5" fmla="*/ 115538 w 115545"/>
                    <a:gd name="connsiteY5" fmla="*/ 4474 h 147667"/>
                    <a:gd name="connsiteX6" fmla="*/ 114014 w 115545"/>
                    <a:gd name="connsiteY6" fmla="*/ 9999 h 147667"/>
                    <a:gd name="connsiteX7" fmla="*/ 80486 w 115545"/>
                    <a:gd name="connsiteY7" fmla="*/ 97248 h 147667"/>
                    <a:gd name="connsiteX8" fmla="*/ 66675 w 115545"/>
                    <a:gd name="connsiteY8" fmla="*/ 141349 h 147667"/>
                    <a:gd name="connsiteX9" fmla="*/ 41338 w 115545"/>
                    <a:gd name="connsiteY9" fmla="*/ 137634 h 147667"/>
                    <a:gd name="connsiteX10" fmla="*/ 21622 w 115545"/>
                    <a:gd name="connsiteY10" fmla="*/ 128299 h 147667"/>
                    <a:gd name="connsiteX11" fmla="*/ 0 w 115545"/>
                    <a:gd name="connsiteY11" fmla="*/ 125728 h 147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5545" h="147667">
                      <a:moveTo>
                        <a:pt x="0" y="125728"/>
                      </a:moveTo>
                      <a:cubicBezTo>
                        <a:pt x="1429" y="119918"/>
                        <a:pt x="5239" y="115060"/>
                        <a:pt x="9049" y="110393"/>
                      </a:cubicBezTo>
                      <a:cubicBezTo>
                        <a:pt x="32861" y="81056"/>
                        <a:pt x="57436" y="52385"/>
                        <a:pt x="82772" y="24382"/>
                      </a:cubicBezTo>
                      <a:cubicBezTo>
                        <a:pt x="90392" y="15905"/>
                        <a:pt x="98298" y="7427"/>
                        <a:pt x="107918" y="1427"/>
                      </a:cubicBezTo>
                      <a:cubicBezTo>
                        <a:pt x="109252" y="569"/>
                        <a:pt x="110871" y="-288"/>
                        <a:pt x="112490" y="93"/>
                      </a:cubicBezTo>
                      <a:cubicBezTo>
                        <a:pt x="114395" y="569"/>
                        <a:pt x="115538" y="2570"/>
                        <a:pt x="115538" y="4474"/>
                      </a:cubicBezTo>
                      <a:cubicBezTo>
                        <a:pt x="115633" y="6380"/>
                        <a:pt x="114776" y="8285"/>
                        <a:pt x="114014" y="9999"/>
                      </a:cubicBezTo>
                      <a:cubicBezTo>
                        <a:pt x="101632" y="38574"/>
                        <a:pt x="90392" y="67721"/>
                        <a:pt x="80486" y="97248"/>
                      </a:cubicBezTo>
                      <a:cubicBezTo>
                        <a:pt x="75819" y="111250"/>
                        <a:pt x="73247" y="128204"/>
                        <a:pt x="66675" y="141349"/>
                      </a:cubicBezTo>
                      <a:cubicBezTo>
                        <a:pt x="59817" y="155065"/>
                        <a:pt x="49244" y="142968"/>
                        <a:pt x="41338" y="137634"/>
                      </a:cubicBezTo>
                      <a:cubicBezTo>
                        <a:pt x="35338" y="133538"/>
                        <a:pt x="28575" y="130395"/>
                        <a:pt x="21622" y="128299"/>
                      </a:cubicBezTo>
                      <a:cubicBezTo>
                        <a:pt x="19621" y="127919"/>
                        <a:pt x="476" y="123537"/>
                        <a:pt x="0" y="125728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76" name="Forme libre : forme 2975">
                  <a:extLst>
                    <a:ext uri="{FF2B5EF4-FFF2-40B4-BE49-F238E27FC236}">
                      <a16:creationId xmlns:a16="http://schemas.microsoft.com/office/drawing/2014/main" id="{16D51E02-F4AE-4FA7-AC2B-35DE76E7B539}"/>
                    </a:ext>
                  </a:extLst>
                </p:cNvPr>
                <p:cNvSpPr/>
                <p:nvPr/>
              </p:nvSpPr>
              <p:spPr>
                <a:xfrm>
                  <a:off x="5109598" y="4703127"/>
                  <a:ext cx="200976" cy="221393"/>
                </a:xfrm>
                <a:custGeom>
                  <a:avLst/>
                  <a:gdLst>
                    <a:gd name="connsiteX0" fmla="*/ 8470 w 200976"/>
                    <a:gd name="connsiteY0" fmla="*/ 183293 h 221393"/>
                    <a:gd name="connsiteX1" fmla="*/ 659 w 200976"/>
                    <a:gd name="connsiteY1" fmla="*/ 175863 h 221393"/>
                    <a:gd name="connsiteX2" fmla="*/ 7994 w 200976"/>
                    <a:gd name="connsiteY2" fmla="*/ 159195 h 221393"/>
                    <a:gd name="connsiteX3" fmla="*/ 120579 w 200976"/>
                    <a:gd name="connsiteY3" fmla="*/ 87757 h 221393"/>
                    <a:gd name="connsiteX4" fmla="*/ 192112 w 200976"/>
                    <a:gd name="connsiteY4" fmla="*/ 4508 h 221393"/>
                    <a:gd name="connsiteX5" fmla="*/ 195636 w 200976"/>
                    <a:gd name="connsiteY5" fmla="*/ 508 h 221393"/>
                    <a:gd name="connsiteX6" fmla="*/ 200494 w 200976"/>
                    <a:gd name="connsiteY6" fmla="*/ 1365 h 221393"/>
                    <a:gd name="connsiteX7" fmla="*/ 200970 w 200976"/>
                    <a:gd name="connsiteY7" fmla="*/ 4318 h 221393"/>
                    <a:gd name="connsiteX8" fmla="*/ 181634 w 200976"/>
                    <a:gd name="connsiteY8" fmla="*/ 79851 h 221393"/>
                    <a:gd name="connsiteX9" fmla="*/ 165823 w 200976"/>
                    <a:gd name="connsiteY9" fmla="*/ 98330 h 221393"/>
                    <a:gd name="connsiteX10" fmla="*/ 54285 w 200976"/>
                    <a:gd name="connsiteY10" fmla="*/ 208820 h 221393"/>
                    <a:gd name="connsiteX11" fmla="*/ 42950 w 200976"/>
                    <a:gd name="connsiteY11" fmla="*/ 221393 h 221393"/>
                    <a:gd name="connsiteX12" fmla="*/ 33616 w 200976"/>
                    <a:gd name="connsiteY12" fmla="*/ 211391 h 221393"/>
                    <a:gd name="connsiteX13" fmla="*/ 8470 w 200976"/>
                    <a:gd name="connsiteY13" fmla="*/ 183293 h 22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00976" h="221393">
                      <a:moveTo>
                        <a:pt x="8470" y="183293"/>
                      </a:moveTo>
                      <a:cubicBezTo>
                        <a:pt x="5422" y="181292"/>
                        <a:pt x="1993" y="179197"/>
                        <a:pt x="659" y="175863"/>
                      </a:cubicBezTo>
                      <a:cubicBezTo>
                        <a:pt x="-1817" y="169862"/>
                        <a:pt x="3136" y="163481"/>
                        <a:pt x="7994" y="159195"/>
                      </a:cubicBezTo>
                      <a:cubicBezTo>
                        <a:pt x="41236" y="129572"/>
                        <a:pt x="85146" y="114713"/>
                        <a:pt x="120579" y="87757"/>
                      </a:cubicBezTo>
                      <a:cubicBezTo>
                        <a:pt x="149821" y="65469"/>
                        <a:pt x="172300" y="35465"/>
                        <a:pt x="192112" y="4508"/>
                      </a:cubicBezTo>
                      <a:cubicBezTo>
                        <a:pt x="193064" y="2984"/>
                        <a:pt x="194112" y="1365"/>
                        <a:pt x="195636" y="508"/>
                      </a:cubicBezTo>
                      <a:cubicBezTo>
                        <a:pt x="197255" y="-349"/>
                        <a:pt x="199541" y="-159"/>
                        <a:pt x="200494" y="1365"/>
                      </a:cubicBezTo>
                      <a:cubicBezTo>
                        <a:pt x="201065" y="2222"/>
                        <a:pt x="200970" y="3365"/>
                        <a:pt x="200970" y="4318"/>
                      </a:cubicBezTo>
                      <a:cubicBezTo>
                        <a:pt x="200018" y="30607"/>
                        <a:pt x="196493" y="58039"/>
                        <a:pt x="181634" y="79851"/>
                      </a:cubicBezTo>
                      <a:cubicBezTo>
                        <a:pt x="177062" y="86519"/>
                        <a:pt x="171538" y="92519"/>
                        <a:pt x="165823" y="98330"/>
                      </a:cubicBezTo>
                      <a:cubicBezTo>
                        <a:pt x="128770" y="135572"/>
                        <a:pt x="81622" y="163957"/>
                        <a:pt x="54285" y="208820"/>
                      </a:cubicBezTo>
                      <a:cubicBezTo>
                        <a:pt x="51999" y="212630"/>
                        <a:pt x="48284" y="221297"/>
                        <a:pt x="42950" y="221393"/>
                      </a:cubicBezTo>
                      <a:cubicBezTo>
                        <a:pt x="37997" y="221488"/>
                        <a:pt x="35521" y="214820"/>
                        <a:pt x="33616" y="211391"/>
                      </a:cubicBezTo>
                      <a:cubicBezTo>
                        <a:pt x="27615" y="200152"/>
                        <a:pt x="19043" y="190436"/>
                        <a:pt x="8470" y="183293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77" name="Forme libre : forme 2976">
                  <a:extLst>
                    <a:ext uri="{FF2B5EF4-FFF2-40B4-BE49-F238E27FC236}">
                      <a16:creationId xmlns:a16="http://schemas.microsoft.com/office/drawing/2014/main" id="{C101BEE9-54CF-450A-AB4F-F74ACD80A86F}"/>
                    </a:ext>
                  </a:extLst>
                </p:cNvPr>
                <p:cNvSpPr/>
                <p:nvPr/>
              </p:nvSpPr>
              <p:spPr>
                <a:xfrm>
                  <a:off x="5357752" y="4403502"/>
                  <a:ext cx="132748" cy="323308"/>
                </a:xfrm>
                <a:custGeom>
                  <a:avLst/>
                  <a:gdLst>
                    <a:gd name="connsiteX0" fmla="*/ 36255 w 132748"/>
                    <a:gd name="connsiteY0" fmla="*/ 196691 h 323308"/>
                    <a:gd name="connsiteX1" fmla="*/ 46066 w 132748"/>
                    <a:gd name="connsiteY1" fmla="*/ 161925 h 323308"/>
                    <a:gd name="connsiteX2" fmla="*/ 75974 w 132748"/>
                    <a:gd name="connsiteY2" fmla="*/ 101632 h 323308"/>
                    <a:gd name="connsiteX3" fmla="*/ 124457 w 132748"/>
                    <a:gd name="connsiteY3" fmla="*/ 0 h 323308"/>
                    <a:gd name="connsiteX4" fmla="*/ 132743 w 132748"/>
                    <a:gd name="connsiteY4" fmla="*/ 17431 h 323308"/>
                    <a:gd name="connsiteX5" fmla="*/ 93596 w 132748"/>
                    <a:gd name="connsiteY5" fmla="*/ 150876 h 323308"/>
                    <a:gd name="connsiteX6" fmla="*/ 61211 w 132748"/>
                    <a:gd name="connsiteY6" fmla="*/ 210026 h 323308"/>
                    <a:gd name="connsiteX7" fmla="*/ 22634 w 132748"/>
                    <a:gd name="connsiteY7" fmla="*/ 285464 h 323308"/>
                    <a:gd name="connsiteX8" fmla="*/ 17110 w 132748"/>
                    <a:gd name="connsiteY8" fmla="*/ 305371 h 323308"/>
                    <a:gd name="connsiteX9" fmla="*/ 11395 w 132748"/>
                    <a:gd name="connsiteY9" fmla="*/ 322040 h 323308"/>
                    <a:gd name="connsiteX10" fmla="*/ 3013 w 132748"/>
                    <a:gd name="connsiteY10" fmla="*/ 321278 h 323308"/>
                    <a:gd name="connsiteX11" fmla="*/ 346 w 132748"/>
                    <a:gd name="connsiteY11" fmla="*/ 310801 h 323308"/>
                    <a:gd name="connsiteX12" fmla="*/ 22444 w 132748"/>
                    <a:gd name="connsiteY12" fmla="*/ 237458 h 323308"/>
                    <a:gd name="connsiteX13" fmla="*/ 36255 w 132748"/>
                    <a:gd name="connsiteY13" fmla="*/ 196691 h 32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2748" h="323308">
                      <a:moveTo>
                        <a:pt x="36255" y="196691"/>
                      </a:moveTo>
                      <a:cubicBezTo>
                        <a:pt x="39589" y="185071"/>
                        <a:pt x="42161" y="173260"/>
                        <a:pt x="46066" y="161925"/>
                      </a:cubicBezTo>
                      <a:cubicBezTo>
                        <a:pt x="53400" y="140684"/>
                        <a:pt x="65211" y="121348"/>
                        <a:pt x="75974" y="101632"/>
                      </a:cubicBezTo>
                      <a:cubicBezTo>
                        <a:pt x="93976" y="68675"/>
                        <a:pt x="109216" y="34290"/>
                        <a:pt x="124457" y="0"/>
                      </a:cubicBezTo>
                      <a:cubicBezTo>
                        <a:pt x="131029" y="2096"/>
                        <a:pt x="132648" y="10573"/>
                        <a:pt x="132743" y="17431"/>
                      </a:cubicBezTo>
                      <a:cubicBezTo>
                        <a:pt x="133124" y="64198"/>
                        <a:pt x="114646" y="109061"/>
                        <a:pt x="93596" y="150876"/>
                      </a:cubicBezTo>
                      <a:cubicBezTo>
                        <a:pt x="83499" y="170974"/>
                        <a:pt x="72640" y="190690"/>
                        <a:pt x="61211" y="210026"/>
                      </a:cubicBezTo>
                      <a:cubicBezTo>
                        <a:pt x="46732" y="234410"/>
                        <a:pt x="31112" y="258509"/>
                        <a:pt x="22634" y="285464"/>
                      </a:cubicBezTo>
                      <a:cubicBezTo>
                        <a:pt x="20539" y="292037"/>
                        <a:pt x="18920" y="298704"/>
                        <a:pt x="17110" y="305371"/>
                      </a:cubicBezTo>
                      <a:cubicBezTo>
                        <a:pt x="15872" y="309753"/>
                        <a:pt x="14824" y="318897"/>
                        <a:pt x="11395" y="322040"/>
                      </a:cubicBezTo>
                      <a:cubicBezTo>
                        <a:pt x="8918" y="324326"/>
                        <a:pt x="5394" y="323183"/>
                        <a:pt x="3013" y="321278"/>
                      </a:cubicBezTo>
                      <a:cubicBezTo>
                        <a:pt x="-511" y="318326"/>
                        <a:pt x="-226" y="314992"/>
                        <a:pt x="346" y="310801"/>
                      </a:cubicBezTo>
                      <a:cubicBezTo>
                        <a:pt x="4346" y="285464"/>
                        <a:pt x="13681" y="261366"/>
                        <a:pt x="22444" y="237458"/>
                      </a:cubicBezTo>
                      <a:cubicBezTo>
                        <a:pt x="27492" y="224028"/>
                        <a:pt x="32350" y="210503"/>
                        <a:pt x="36255" y="19669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78" name="Forme libre : forme 2977">
                  <a:extLst>
                    <a:ext uri="{FF2B5EF4-FFF2-40B4-BE49-F238E27FC236}">
                      <a16:creationId xmlns:a16="http://schemas.microsoft.com/office/drawing/2014/main" id="{DEB9D339-295B-4126-A6C1-A1CA2229733A}"/>
                    </a:ext>
                  </a:extLst>
                </p:cNvPr>
                <p:cNvSpPr/>
                <p:nvPr/>
              </p:nvSpPr>
              <p:spPr>
                <a:xfrm>
                  <a:off x="5485914" y="4429827"/>
                  <a:ext cx="75264" cy="133002"/>
                </a:xfrm>
                <a:custGeom>
                  <a:avLst/>
                  <a:gdLst>
                    <a:gd name="connsiteX0" fmla="*/ 26299 w 75264"/>
                    <a:gd name="connsiteY0" fmla="*/ 70258 h 133002"/>
                    <a:gd name="connsiteX1" fmla="*/ 41443 w 75264"/>
                    <a:gd name="connsiteY1" fmla="*/ 23967 h 133002"/>
                    <a:gd name="connsiteX2" fmla="*/ 54588 w 75264"/>
                    <a:gd name="connsiteY2" fmla="*/ 5584 h 133002"/>
                    <a:gd name="connsiteX3" fmla="*/ 68399 w 75264"/>
                    <a:gd name="connsiteY3" fmla="*/ 440 h 133002"/>
                    <a:gd name="connsiteX4" fmla="*/ 72399 w 75264"/>
                    <a:gd name="connsiteY4" fmla="*/ 250 h 133002"/>
                    <a:gd name="connsiteX5" fmla="*/ 75257 w 75264"/>
                    <a:gd name="connsiteY5" fmla="*/ 4631 h 133002"/>
                    <a:gd name="connsiteX6" fmla="*/ 73638 w 75264"/>
                    <a:gd name="connsiteY6" fmla="*/ 9870 h 133002"/>
                    <a:gd name="connsiteX7" fmla="*/ 64494 w 75264"/>
                    <a:gd name="connsiteY7" fmla="*/ 21490 h 133002"/>
                    <a:gd name="connsiteX8" fmla="*/ 24394 w 75264"/>
                    <a:gd name="connsiteY8" fmla="*/ 92833 h 133002"/>
                    <a:gd name="connsiteX9" fmla="*/ 6106 w 75264"/>
                    <a:gd name="connsiteY9" fmla="*/ 129504 h 133002"/>
                    <a:gd name="connsiteX10" fmla="*/ 10 w 75264"/>
                    <a:gd name="connsiteY10" fmla="*/ 128837 h 133002"/>
                    <a:gd name="connsiteX11" fmla="*/ 8106 w 75264"/>
                    <a:gd name="connsiteY11" fmla="*/ 112549 h 133002"/>
                    <a:gd name="connsiteX12" fmla="*/ 26299 w 75264"/>
                    <a:gd name="connsiteY12" fmla="*/ 70258 h 133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5264" h="133002">
                      <a:moveTo>
                        <a:pt x="26299" y="70258"/>
                      </a:moveTo>
                      <a:cubicBezTo>
                        <a:pt x="31442" y="54828"/>
                        <a:pt x="35157" y="38921"/>
                        <a:pt x="41443" y="23967"/>
                      </a:cubicBezTo>
                      <a:cubicBezTo>
                        <a:pt x="44396" y="16918"/>
                        <a:pt x="48206" y="9775"/>
                        <a:pt x="54588" y="5584"/>
                      </a:cubicBezTo>
                      <a:cubicBezTo>
                        <a:pt x="58683" y="2917"/>
                        <a:pt x="63541" y="1583"/>
                        <a:pt x="68399" y="440"/>
                      </a:cubicBezTo>
                      <a:cubicBezTo>
                        <a:pt x="69732" y="59"/>
                        <a:pt x="71161" y="-227"/>
                        <a:pt x="72399" y="250"/>
                      </a:cubicBezTo>
                      <a:cubicBezTo>
                        <a:pt x="74114" y="821"/>
                        <a:pt x="75162" y="2726"/>
                        <a:pt x="75257" y="4631"/>
                      </a:cubicBezTo>
                      <a:cubicBezTo>
                        <a:pt x="75352" y="6536"/>
                        <a:pt x="74495" y="8251"/>
                        <a:pt x="73638" y="9870"/>
                      </a:cubicBezTo>
                      <a:cubicBezTo>
                        <a:pt x="71257" y="14156"/>
                        <a:pt x="67732" y="17776"/>
                        <a:pt x="64494" y="21490"/>
                      </a:cubicBezTo>
                      <a:cubicBezTo>
                        <a:pt x="46491" y="42350"/>
                        <a:pt x="35633" y="67972"/>
                        <a:pt x="24394" y="92833"/>
                      </a:cubicBezTo>
                      <a:cubicBezTo>
                        <a:pt x="18774" y="105310"/>
                        <a:pt x="13059" y="117788"/>
                        <a:pt x="6106" y="129504"/>
                      </a:cubicBezTo>
                      <a:cubicBezTo>
                        <a:pt x="3820" y="133409"/>
                        <a:pt x="295" y="135124"/>
                        <a:pt x="10" y="128837"/>
                      </a:cubicBezTo>
                      <a:cubicBezTo>
                        <a:pt x="-276" y="123789"/>
                        <a:pt x="5820" y="116931"/>
                        <a:pt x="8106" y="112549"/>
                      </a:cubicBezTo>
                      <a:cubicBezTo>
                        <a:pt x="15440" y="99024"/>
                        <a:pt x="21536" y="84832"/>
                        <a:pt x="26299" y="70258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979" name="Forme libre : forme 2978">
                <a:extLst>
                  <a:ext uri="{FF2B5EF4-FFF2-40B4-BE49-F238E27FC236}">
                    <a16:creationId xmlns:a16="http://schemas.microsoft.com/office/drawing/2014/main" id="{C3FBF3AE-2AD4-4C3E-8EC0-2BE2B54FAE32}"/>
                  </a:ext>
                </a:extLst>
              </p:cNvPr>
              <p:cNvSpPr/>
              <p:nvPr/>
            </p:nvSpPr>
            <p:spPr>
              <a:xfrm>
                <a:off x="5312369" y="4870036"/>
                <a:ext cx="26808" cy="121580"/>
              </a:xfrm>
              <a:custGeom>
                <a:avLst/>
                <a:gdLst>
                  <a:gd name="connsiteX0" fmla="*/ 26488 w 26808"/>
                  <a:gd name="connsiteY0" fmla="*/ 67437 h 121580"/>
                  <a:gd name="connsiteX1" fmla="*/ 22392 w 26808"/>
                  <a:gd name="connsiteY1" fmla="*/ 9620 h 121580"/>
                  <a:gd name="connsiteX2" fmla="*/ 17725 w 26808"/>
                  <a:gd name="connsiteY2" fmla="*/ 0 h 121580"/>
                  <a:gd name="connsiteX3" fmla="*/ 14582 w 26808"/>
                  <a:gd name="connsiteY3" fmla="*/ 23622 h 121580"/>
                  <a:gd name="connsiteX4" fmla="*/ 10200 w 26808"/>
                  <a:gd name="connsiteY4" fmla="*/ 51149 h 121580"/>
                  <a:gd name="connsiteX5" fmla="*/ 104 w 26808"/>
                  <a:gd name="connsiteY5" fmla="*/ 106871 h 121580"/>
                  <a:gd name="connsiteX6" fmla="*/ 12010 w 26808"/>
                  <a:gd name="connsiteY6" fmla="*/ 121253 h 121580"/>
                  <a:gd name="connsiteX7" fmla="*/ 25059 w 26808"/>
                  <a:gd name="connsiteY7" fmla="*/ 101060 h 121580"/>
                  <a:gd name="connsiteX8" fmla="*/ 26488 w 26808"/>
                  <a:gd name="connsiteY8" fmla="*/ 67437 h 121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808" h="121580">
                    <a:moveTo>
                      <a:pt x="26488" y="67437"/>
                    </a:moveTo>
                    <a:cubicBezTo>
                      <a:pt x="25726" y="48101"/>
                      <a:pt x="25059" y="28765"/>
                      <a:pt x="22392" y="9620"/>
                    </a:cubicBezTo>
                    <a:cubicBezTo>
                      <a:pt x="21916" y="6001"/>
                      <a:pt x="20963" y="1810"/>
                      <a:pt x="17725" y="0"/>
                    </a:cubicBezTo>
                    <a:cubicBezTo>
                      <a:pt x="16677" y="7906"/>
                      <a:pt x="15629" y="15812"/>
                      <a:pt x="14582" y="23622"/>
                    </a:cubicBezTo>
                    <a:cubicBezTo>
                      <a:pt x="13344" y="32861"/>
                      <a:pt x="12105" y="42005"/>
                      <a:pt x="10200" y="51149"/>
                    </a:cubicBezTo>
                    <a:cubicBezTo>
                      <a:pt x="6200" y="69532"/>
                      <a:pt x="-944" y="87821"/>
                      <a:pt x="104" y="106871"/>
                    </a:cubicBezTo>
                    <a:cubicBezTo>
                      <a:pt x="485" y="114205"/>
                      <a:pt x="2580" y="123444"/>
                      <a:pt x="12010" y="121253"/>
                    </a:cubicBezTo>
                    <a:cubicBezTo>
                      <a:pt x="20868" y="119253"/>
                      <a:pt x="23535" y="108680"/>
                      <a:pt x="25059" y="101060"/>
                    </a:cubicBezTo>
                    <a:cubicBezTo>
                      <a:pt x="27345" y="90011"/>
                      <a:pt x="26869" y="78676"/>
                      <a:pt x="26488" y="67437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80" name="Forme libre : forme 2979">
                <a:extLst>
                  <a:ext uri="{FF2B5EF4-FFF2-40B4-BE49-F238E27FC236}">
                    <a16:creationId xmlns:a16="http://schemas.microsoft.com/office/drawing/2014/main" id="{2B439F5D-272E-40CC-B6F9-B1F08F47E110}"/>
                  </a:ext>
                </a:extLst>
              </p:cNvPr>
              <p:cNvSpPr/>
              <p:nvPr/>
            </p:nvSpPr>
            <p:spPr>
              <a:xfrm>
                <a:off x="5189541" y="4929091"/>
                <a:ext cx="29977" cy="54515"/>
              </a:xfrm>
              <a:custGeom>
                <a:avLst/>
                <a:gdLst>
                  <a:gd name="connsiteX0" fmla="*/ 29968 w 29977"/>
                  <a:gd name="connsiteY0" fmla="*/ 4858 h 54515"/>
                  <a:gd name="connsiteX1" fmla="*/ 27396 w 29977"/>
                  <a:gd name="connsiteY1" fmla="*/ 0 h 54515"/>
                  <a:gd name="connsiteX2" fmla="*/ 24920 w 29977"/>
                  <a:gd name="connsiteY2" fmla="*/ 1619 h 54515"/>
                  <a:gd name="connsiteX3" fmla="*/ 6060 w 29977"/>
                  <a:gd name="connsiteY3" fmla="*/ 53150 h 54515"/>
                  <a:gd name="connsiteX4" fmla="*/ 29968 w 29977"/>
                  <a:gd name="connsiteY4" fmla="*/ 4858 h 54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77" h="54515">
                    <a:moveTo>
                      <a:pt x="29968" y="4858"/>
                    </a:moveTo>
                    <a:cubicBezTo>
                      <a:pt x="30063" y="2762"/>
                      <a:pt x="29492" y="0"/>
                      <a:pt x="27396" y="0"/>
                    </a:cubicBezTo>
                    <a:cubicBezTo>
                      <a:pt x="26349" y="0"/>
                      <a:pt x="25586" y="857"/>
                      <a:pt x="24920" y="1619"/>
                    </a:cubicBezTo>
                    <a:cubicBezTo>
                      <a:pt x="16157" y="11430"/>
                      <a:pt x="-12323" y="40291"/>
                      <a:pt x="6060" y="53150"/>
                    </a:cubicBezTo>
                    <a:cubicBezTo>
                      <a:pt x="20729" y="63341"/>
                      <a:pt x="29397" y="13430"/>
                      <a:pt x="29968" y="4858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81" name="Forme libre : forme 2980">
                <a:extLst>
                  <a:ext uri="{FF2B5EF4-FFF2-40B4-BE49-F238E27FC236}">
                    <a16:creationId xmlns:a16="http://schemas.microsoft.com/office/drawing/2014/main" id="{226F3311-015F-442F-BBB0-1916BFD57D96}"/>
                  </a:ext>
                </a:extLst>
              </p:cNvPr>
              <p:cNvSpPr/>
              <p:nvPr/>
            </p:nvSpPr>
            <p:spPr>
              <a:xfrm>
                <a:off x="5133816" y="4836880"/>
                <a:ext cx="66895" cy="53771"/>
              </a:xfrm>
              <a:custGeom>
                <a:avLst/>
                <a:gdLst>
                  <a:gd name="connsiteX0" fmla="*/ 37402 w 66895"/>
                  <a:gd name="connsiteY0" fmla="*/ 35252 h 53771"/>
                  <a:gd name="connsiteX1" fmla="*/ 65596 w 66895"/>
                  <a:gd name="connsiteY1" fmla="*/ 7629 h 53771"/>
                  <a:gd name="connsiteX2" fmla="*/ 66834 w 66895"/>
                  <a:gd name="connsiteY2" fmla="*/ 3248 h 53771"/>
                  <a:gd name="connsiteX3" fmla="*/ 62452 w 66895"/>
                  <a:gd name="connsiteY3" fmla="*/ 9 h 53771"/>
                  <a:gd name="connsiteX4" fmla="*/ 56833 w 66895"/>
                  <a:gd name="connsiteY4" fmla="*/ 1343 h 53771"/>
                  <a:gd name="connsiteX5" fmla="*/ 2350 w 66895"/>
                  <a:gd name="connsiteY5" fmla="*/ 38395 h 53771"/>
                  <a:gd name="connsiteX6" fmla="*/ 5302 w 66895"/>
                  <a:gd name="connsiteY6" fmla="*/ 53635 h 53771"/>
                  <a:gd name="connsiteX7" fmla="*/ 37402 w 66895"/>
                  <a:gd name="connsiteY7" fmla="*/ 35252 h 5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895" h="53771">
                    <a:moveTo>
                      <a:pt x="37402" y="35252"/>
                    </a:moveTo>
                    <a:cubicBezTo>
                      <a:pt x="48165" y="27537"/>
                      <a:pt x="58928" y="19059"/>
                      <a:pt x="65596" y="7629"/>
                    </a:cubicBezTo>
                    <a:cubicBezTo>
                      <a:pt x="66358" y="6296"/>
                      <a:pt x="67120" y="4772"/>
                      <a:pt x="66834" y="3248"/>
                    </a:cubicBezTo>
                    <a:cubicBezTo>
                      <a:pt x="66453" y="1343"/>
                      <a:pt x="64453" y="104"/>
                      <a:pt x="62452" y="9"/>
                    </a:cubicBezTo>
                    <a:cubicBezTo>
                      <a:pt x="60547" y="-86"/>
                      <a:pt x="58642" y="581"/>
                      <a:pt x="56833" y="1343"/>
                    </a:cubicBezTo>
                    <a:cubicBezTo>
                      <a:pt x="38926" y="8582"/>
                      <a:pt x="11113" y="19821"/>
                      <a:pt x="2350" y="38395"/>
                    </a:cubicBezTo>
                    <a:cubicBezTo>
                      <a:pt x="-127" y="43729"/>
                      <a:pt x="-2413" y="52301"/>
                      <a:pt x="5302" y="53635"/>
                    </a:cubicBezTo>
                    <a:cubicBezTo>
                      <a:pt x="15018" y="55349"/>
                      <a:pt x="30163" y="40490"/>
                      <a:pt x="37402" y="35252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82" name="Forme libre : forme 2981">
                <a:extLst>
                  <a:ext uri="{FF2B5EF4-FFF2-40B4-BE49-F238E27FC236}">
                    <a16:creationId xmlns:a16="http://schemas.microsoft.com/office/drawing/2014/main" id="{728CBF1F-0F59-47E2-9295-E3BBE2D597E3}"/>
                  </a:ext>
                </a:extLst>
              </p:cNvPr>
              <p:cNvSpPr/>
              <p:nvPr/>
            </p:nvSpPr>
            <p:spPr>
              <a:xfrm>
                <a:off x="5264181" y="4715160"/>
                <a:ext cx="75437" cy="164877"/>
              </a:xfrm>
              <a:custGeom>
                <a:avLst/>
                <a:gdLst>
                  <a:gd name="connsiteX0" fmla="*/ 40576 w 75437"/>
                  <a:gd name="connsiteY0" fmla="*/ 95536 h 164877"/>
                  <a:gd name="connsiteX1" fmla="*/ 0 w 75437"/>
                  <a:gd name="connsiteY1" fmla="*/ 122587 h 164877"/>
                  <a:gd name="connsiteX2" fmla="*/ 39529 w 75437"/>
                  <a:gd name="connsiteY2" fmla="*/ 86296 h 164877"/>
                  <a:gd name="connsiteX3" fmla="*/ 63532 w 75437"/>
                  <a:gd name="connsiteY3" fmla="*/ 37052 h 164877"/>
                  <a:gd name="connsiteX4" fmla="*/ 75438 w 75437"/>
                  <a:gd name="connsiteY4" fmla="*/ 0 h 164877"/>
                  <a:gd name="connsiteX5" fmla="*/ 46863 w 75437"/>
                  <a:gd name="connsiteY5" fmla="*/ 99727 h 164877"/>
                  <a:gd name="connsiteX6" fmla="*/ 26956 w 75437"/>
                  <a:gd name="connsiteY6" fmla="*/ 149066 h 164877"/>
                  <a:gd name="connsiteX7" fmla="*/ 20383 w 75437"/>
                  <a:gd name="connsiteY7" fmla="*/ 164878 h 164877"/>
                  <a:gd name="connsiteX8" fmla="*/ 23336 w 75437"/>
                  <a:gd name="connsiteY8" fmla="*/ 152305 h 164877"/>
                  <a:gd name="connsiteX9" fmla="*/ 29813 w 75437"/>
                  <a:gd name="connsiteY9" fmla="*/ 133826 h 164877"/>
                  <a:gd name="connsiteX10" fmla="*/ 40576 w 75437"/>
                  <a:gd name="connsiteY10" fmla="*/ 95536 h 164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437" h="164877">
                    <a:moveTo>
                      <a:pt x="40576" y="95536"/>
                    </a:moveTo>
                    <a:cubicBezTo>
                      <a:pt x="25813" y="102489"/>
                      <a:pt x="12097" y="111633"/>
                      <a:pt x="0" y="122587"/>
                    </a:cubicBezTo>
                    <a:cubicBezTo>
                      <a:pt x="10001" y="107728"/>
                      <a:pt x="27432" y="99536"/>
                      <a:pt x="39529" y="86296"/>
                    </a:cubicBezTo>
                    <a:cubicBezTo>
                      <a:pt x="51911" y="72676"/>
                      <a:pt x="57912" y="54578"/>
                      <a:pt x="63532" y="37052"/>
                    </a:cubicBezTo>
                    <a:cubicBezTo>
                      <a:pt x="67532" y="24670"/>
                      <a:pt x="71533" y="12382"/>
                      <a:pt x="75438" y="0"/>
                    </a:cubicBezTo>
                    <a:cubicBezTo>
                      <a:pt x="69913" y="34195"/>
                      <a:pt x="59246" y="67342"/>
                      <a:pt x="46863" y="99727"/>
                    </a:cubicBezTo>
                    <a:cubicBezTo>
                      <a:pt x="40576" y="116300"/>
                      <a:pt x="33718" y="132683"/>
                      <a:pt x="26956" y="149066"/>
                    </a:cubicBezTo>
                    <a:cubicBezTo>
                      <a:pt x="24670" y="154305"/>
                      <a:pt x="22765" y="159734"/>
                      <a:pt x="20383" y="164878"/>
                    </a:cubicBezTo>
                    <a:cubicBezTo>
                      <a:pt x="19717" y="160115"/>
                      <a:pt x="21717" y="156591"/>
                      <a:pt x="23336" y="152305"/>
                    </a:cubicBezTo>
                    <a:cubicBezTo>
                      <a:pt x="25717" y="146209"/>
                      <a:pt x="27813" y="140018"/>
                      <a:pt x="29813" y="133826"/>
                    </a:cubicBezTo>
                    <a:cubicBezTo>
                      <a:pt x="34099" y="121253"/>
                      <a:pt x="37624" y="108490"/>
                      <a:pt x="40576" y="95536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2983" name="Graphique 11">
              <a:extLst>
                <a:ext uri="{FF2B5EF4-FFF2-40B4-BE49-F238E27FC236}">
                  <a16:creationId xmlns:a16="http://schemas.microsoft.com/office/drawing/2014/main" id="{EF548C97-CA72-4C93-87EE-1657C9B38645}"/>
                </a:ext>
              </a:extLst>
            </p:cNvPr>
            <p:cNvGrpSpPr/>
            <p:nvPr/>
          </p:nvGrpSpPr>
          <p:grpSpPr>
            <a:xfrm>
              <a:off x="7215389" y="3244119"/>
              <a:ext cx="846093" cy="371093"/>
              <a:chOff x="7215389" y="3244119"/>
              <a:chExt cx="846093" cy="371093"/>
            </a:xfrm>
            <a:solidFill>
              <a:schemeClr val="accent1"/>
            </a:solidFill>
          </p:grpSpPr>
          <p:grpSp>
            <p:nvGrpSpPr>
              <p:cNvPr id="2984" name="Graphique 11">
                <a:extLst>
                  <a:ext uri="{FF2B5EF4-FFF2-40B4-BE49-F238E27FC236}">
                    <a16:creationId xmlns:a16="http://schemas.microsoft.com/office/drawing/2014/main" id="{C523CD11-349B-4A1F-918A-D4614241A2B8}"/>
                  </a:ext>
                </a:extLst>
              </p:cNvPr>
              <p:cNvGrpSpPr/>
              <p:nvPr/>
            </p:nvGrpSpPr>
            <p:grpSpPr>
              <a:xfrm>
                <a:off x="7215389" y="3244119"/>
                <a:ext cx="846093" cy="371093"/>
                <a:chOff x="7215389" y="3244119"/>
                <a:chExt cx="846093" cy="371093"/>
              </a:xfrm>
              <a:solidFill>
                <a:schemeClr val="accent1"/>
              </a:solidFill>
            </p:grpSpPr>
            <p:sp>
              <p:nvSpPr>
                <p:cNvPr id="2985" name="Forme libre : forme 2984">
                  <a:extLst>
                    <a:ext uri="{FF2B5EF4-FFF2-40B4-BE49-F238E27FC236}">
                      <a16:creationId xmlns:a16="http://schemas.microsoft.com/office/drawing/2014/main" id="{1F77A8DB-D738-483F-83B5-9E9248BC34C2}"/>
                    </a:ext>
                  </a:extLst>
                </p:cNvPr>
                <p:cNvSpPr/>
                <p:nvPr/>
              </p:nvSpPr>
              <p:spPr>
                <a:xfrm>
                  <a:off x="7215389" y="3246214"/>
                  <a:ext cx="764750" cy="366522"/>
                </a:xfrm>
                <a:custGeom>
                  <a:avLst/>
                  <a:gdLst>
                    <a:gd name="connsiteX0" fmla="*/ 698742 w 764750"/>
                    <a:gd name="connsiteY0" fmla="*/ 0 h 366522"/>
                    <a:gd name="connsiteX1" fmla="*/ 544342 w 764750"/>
                    <a:gd name="connsiteY1" fmla="*/ 68104 h 366522"/>
                    <a:gd name="connsiteX2" fmla="*/ 346889 w 764750"/>
                    <a:gd name="connsiteY2" fmla="*/ 130397 h 366522"/>
                    <a:gd name="connsiteX3" fmla="*/ 69711 w 764750"/>
                    <a:gd name="connsiteY3" fmla="*/ 133826 h 366522"/>
                    <a:gd name="connsiteX4" fmla="*/ 5608 w 764750"/>
                    <a:gd name="connsiteY4" fmla="*/ 125921 h 366522"/>
                    <a:gd name="connsiteX5" fmla="*/ 29135 w 764750"/>
                    <a:gd name="connsiteY5" fmla="*/ 177641 h 366522"/>
                    <a:gd name="connsiteX6" fmla="*/ 29135 w 764750"/>
                    <a:gd name="connsiteY6" fmla="*/ 188881 h 366522"/>
                    <a:gd name="connsiteX7" fmla="*/ 5608 w 764750"/>
                    <a:gd name="connsiteY7" fmla="*/ 240602 h 366522"/>
                    <a:gd name="connsiteX8" fmla="*/ 69711 w 764750"/>
                    <a:gd name="connsiteY8" fmla="*/ 232696 h 366522"/>
                    <a:gd name="connsiteX9" fmla="*/ 346889 w 764750"/>
                    <a:gd name="connsiteY9" fmla="*/ 236125 h 366522"/>
                    <a:gd name="connsiteX10" fmla="*/ 544342 w 764750"/>
                    <a:gd name="connsiteY10" fmla="*/ 298418 h 366522"/>
                    <a:gd name="connsiteX11" fmla="*/ 698742 w 764750"/>
                    <a:gd name="connsiteY11" fmla="*/ 366522 h 366522"/>
                    <a:gd name="connsiteX12" fmla="*/ 764750 w 764750"/>
                    <a:gd name="connsiteY12" fmla="*/ 184690 h 366522"/>
                    <a:gd name="connsiteX13" fmla="*/ 698742 w 764750"/>
                    <a:gd name="connsiteY13" fmla="*/ 0 h 366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64750" h="366522">
                      <a:moveTo>
                        <a:pt x="698742" y="0"/>
                      </a:moveTo>
                      <a:cubicBezTo>
                        <a:pt x="698742" y="0"/>
                        <a:pt x="640640" y="14478"/>
                        <a:pt x="544342" y="68104"/>
                      </a:cubicBezTo>
                      <a:cubicBezTo>
                        <a:pt x="448044" y="121729"/>
                        <a:pt x="422422" y="128302"/>
                        <a:pt x="346889" y="130397"/>
                      </a:cubicBezTo>
                      <a:cubicBezTo>
                        <a:pt x="271355" y="132493"/>
                        <a:pt x="85618" y="134112"/>
                        <a:pt x="69711" y="133826"/>
                      </a:cubicBezTo>
                      <a:cubicBezTo>
                        <a:pt x="53899" y="133540"/>
                        <a:pt x="19038" y="135160"/>
                        <a:pt x="5608" y="125921"/>
                      </a:cubicBezTo>
                      <a:cubicBezTo>
                        <a:pt x="-7822" y="116681"/>
                        <a:pt x="3989" y="168402"/>
                        <a:pt x="29135" y="177641"/>
                      </a:cubicBezTo>
                      <a:lnTo>
                        <a:pt x="29135" y="188881"/>
                      </a:lnTo>
                      <a:cubicBezTo>
                        <a:pt x="4084" y="198120"/>
                        <a:pt x="-7822" y="249841"/>
                        <a:pt x="5608" y="240602"/>
                      </a:cubicBezTo>
                      <a:cubicBezTo>
                        <a:pt x="19038" y="231362"/>
                        <a:pt x="53899" y="232981"/>
                        <a:pt x="69711" y="232696"/>
                      </a:cubicBezTo>
                      <a:cubicBezTo>
                        <a:pt x="85523" y="232410"/>
                        <a:pt x="271355" y="234029"/>
                        <a:pt x="346889" y="236125"/>
                      </a:cubicBezTo>
                      <a:cubicBezTo>
                        <a:pt x="422422" y="238220"/>
                        <a:pt x="447949" y="244793"/>
                        <a:pt x="544342" y="298418"/>
                      </a:cubicBezTo>
                      <a:cubicBezTo>
                        <a:pt x="640640" y="352044"/>
                        <a:pt x="698742" y="366522"/>
                        <a:pt x="698742" y="366522"/>
                      </a:cubicBezTo>
                      <a:lnTo>
                        <a:pt x="764750" y="184690"/>
                      </a:lnTo>
                      <a:lnTo>
                        <a:pt x="698742" y="0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2986" name="Graphique 11">
                  <a:extLst>
                    <a:ext uri="{FF2B5EF4-FFF2-40B4-BE49-F238E27FC236}">
                      <a16:creationId xmlns:a16="http://schemas.microsoft.com/office/drawing/2014/main" id="{F1E7EF92-913B-4176-8239-0F94CD2D00CC}"/>
                    </a:ext>
                  </a:extLst>
                </p:cNvPr>
                <p:cNvGrpSpPr/>
                <p:nvPr/>
              </p:nvGrpSpPr>
              <p:grpSpPr>
                <a:xfrm>
                  <a:off x="7908226" y="3364991"/>
                  <a:ext cx="153257" cy="128780"/>
                  <a:chOff x="7908226" y="3364991"/>
                  <a:chExt cx="153257" cy="128780"/>
                </a:xfrm>
                <a:solidFill>
                  <a:schemeClr val="accent1"/>
                </a:solidFill>
              </p:grpSpPr>
              <p:sp>
                <p:nvSpPr>
                  <p:cNvPr id="2987" name="Forme libre : forme 2986">
                    <a:extLst>
                      <a:ext uri="{FF2B5EF4-FFF2-40B4-BE49-F238E27FC236}">
                        <a16:creationId xmlns:a16="http://schemas.microsoft.com/office/drawing/2014/main" id="{EE099360-36D6-4742-AB0F-ED7AEBC70377}"/>
                      </a:ext>
                    </a:extLst>
                  </p:cNvPr>
                  <p:cNvSpPr/>
                  <p:nvPr/>
                </p:nvSpPr>
                <p:spPr>
                  <a:xfrm>
                    <a:off x="7908321" y="3364991"/>
                    <a:ext cx="153161" cy="128777"/>
                  </a:xfrm>
                  <a:custGeom>
                    <a:avLst/>
                    <a:gdLst>
                      <a:gd name="connsiteX0" fmla="*/ 153162 w 153161"/>
                      <a:gd name="connsiteY0" fmla="*/ 64389 h 128777"/>
                      <a:gd name="connsiteX1" fmla="*/ 76581 w 153161"/>
                      <a:gd name="connsiteY1" fmla="*/ 128778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2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2" y="64389"/>
                        </a:moveTo>
                        <a:cubicBezTo>
                          <a:pt x="153162" y="99950"/>
                          <a:pt x="118875" y="128778"/>
                          <a:pt x="76581" y="128778"/>
                        </a:cubicBezTo>
                        <a:cubicBezTo>
                          <a:pt x="34286" y="128778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2" y="28828"/>
                          <a:pt x="153162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88" name="Forme libre : forme 2987">
                    <a:extLst>
                      <a:ext uri="{FF2B5EF4-FFF2-40B4-BE49-F238E27FC236}">
                        <a16:creationId xmlns:a16="http://schemas.microsoft.com/office/drawing/2014/main" id="{E30F36F5-97FC-4F7A-8384-4C3AE00F5588}"/>
                      </a:ext>
                    </a:extLst>
                  </p:cNvPr>
                  <p:cNvSpPr/>
                  <p:nvPr/>
                </p:nvSpPr>
                <p:spPr>
                  <a:xfrm>
                    <a:off x="7908226" y="3365753"/>
                    <a:ext cx="110204" cy="128018"/>
                  </a:xfrm>
                  <a:custGeom>
                    <a:avLst/>
                    <a:gdLst>
                      <a:gd name="connsiteX0" fmla="*/ 110204 w 110204"/>
                      <a:gd name="connsiteY0" fmla="*/ 121444 h 128018"/>
                      <a:gd name="connsiteX1" fmla="*/ 98774 w 110204"/>
                      <a:gd name="connsiteY1" fmla="*/ 122206 h 128018"/>
                      <a:gd name="connsiteX2" fmla="*/ 22193 w 110204"/>
                      <a:gd name="connsiteY2" fmla="*/ 57817 h 128018"/>
                      <a:gd name="connsiteX3" fmla="*/ 65151 w 110204"/>
                      <a:gd name="connsiteY3" fmla="*/ 0 h 128018"/>
                      <a:gd name="connsiteX4" fmla="*/ 0 w 110204"/>
                      <a:gd name="connsiteY4" fmla="*/ 63627 h 128018"/>
                      <a:gd name="connsiteX5" fmla="*/ 76581 w 110204"/>
                      <a:gd name="connsiteY5" fmla="*/ 128016 h 128018"/>
                      <a:gd name="connsiteX6" fmla="*/ 110204 w 110204"/>
                      <a:gd name="connsiteY6" fmla="*/ 121444 h 128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204" h="128018">
                        <a:moveTo>
                          <a:pt x="110204" y="121444"/>
                        </a:moveTo>
                        <a:cubicBezTo>
                          <a:pt x="106489" y="121920"/>
                          <a:pt x="102679" y="122206"/>
                          <a:pt x="98774" y="122206"/>
                        </a:cubicBezTo>
                        <a:cubicBezTo>
                          <a:pt x="56483" y="122206"/>
                          <a:pt x="22479" y="93345"/>
                          <a:pt x="22193" y="57817"/>
                        </a:cubicBezTo>
                        <a:cubicBezTo>
                          <a:pt x="22003" y="30004"/>
                          <a:pt x="41053" y="5715"/>
                          <a:pt x="65151" y="0"/>
                        </a:cubicBezTo>
                        <a:cubicBezTo>
                          <a:pt x="28289" y="4667"/>
                          <a:pt x="0" y="31337"/>
                          <a:pt x="0" y="63627"/>
                        </a:cubicBezTo>
                        <a:cubicBezTo>
                          <a:pt x="0" y="99155"/>
                          <a:pt x="34290" y="128016"/>
                          <a:pt x="76581" y="128016"/>
                        </a:cubicBezTo>
                        <a:cubicBezTo>
                          <a:pt x="88678" y="128111"/>
                          <a:pt x="100108" y="125635"/>
                          <a:pt x="110204" y="121444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89" name="Forme libre : forme 2988">
                    <a:extLst>
                      <a:ext uri="{FF2B5EF4-FFF2-40B4-BE49-F238E27FC236}">
                        <a16:creationId xmlns:a16="http://schemas.microsoft.com/office/drawing/2014/main" id="{400D97FD-A515-474A-9E05-3DD9C4FFCCB8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7983776" y="3371632"/>
                    <a:ext cx="59247" cy="74869"/>
                  </a:xfrm>
                  <a:custGeom>
                    <a:avLst/>
                    <a:gdLst>
                      <a:gd name="connsiteX0" fmla="*/ 59247 w 59247"/>
                      <a:gd name="connsiteY0" fmla="*/ 37435 h 74869"/>
                      <a:gd name="connsiteX1" fmla="*/ 29624 w 59247"/>
                      <a:gd name="connsiteY1" fmla="*/ 74869 h 74869"/>
                      <a:gd name="connsiteX2" fmla="*/ 0 w 59247"/>
                      <a:gd name="connsiteY2" fmla="*/ 37435 h 74869"/>
                      <a:gd name="connsiteX3" fmla="*/ 29624 w 59247"/>
                      <a:gd name="connsiteY3" fmla="*/ 0 h 74869"/>
                      <a:gd name="connsiteX4" fmla="*/ 59247 w 59247"/>
                      <a:gd name="connsiteY4" fmla="*/ 37435 h 74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7" h="74869">
                        <a:moveTo>
                          <a:pt x="59247" y="37435"/>
                        </a:moveTo>
                        <a:cubicBezTo>
                          <a:pt x="59247" y="58109"/>
                          <a:pt x="45984" y="74869"/>
                          <a:pt x="29624" y="74869"/>
                        </a:cubicBezTo>
                        <a:cubicBezTo>
                          <a:pt x="13263" y="74869"/>
                          <a:pt x="0" y="58109"/>
                          <a:pt x="0" y="37435"/>
                        </a:cubicBezTo>
                        <a:cubicBezTo>
                          <a:pt x="0" y="16760"/>
                          <a:pt x="13263" y="0"/>
                          <a:pt x="29624" y="0"/>
                        </a:cubicBezTo>
                        <a:cubicBezTo>
                          <a:pt x="45984" y="0"/>
                          <a:pt x="59247" y="16760"/>
                          <a:pt x="59247" y="3743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90" name="Forme libre : forme 2989">
                    <a:extLst>
                      <a:ext uri="{FF2B5EF4-FFF2-40B4-BE49-F238E27FC236}">
                        <a16:creationId xmlns:a16="http://schemas.microsoft.com/office/drawing/2014/main" id="{DCABDF42-6E34-4FC6-9FBC-1CF4FBC9726D}"/>
                      </a:ext>
                    </a:extLst>
                  </p:cNvPr>
                  <p:cNvSpPr/>
                  <p:nvPr/>
                </p:nvSpPr>
                <p:spPr>
                  <a:xfrm>
                    <a:off x="8032432" y="3422903"/>
                    <a:ext cx="17907" cy="17906"/>
                  </a:xfrm>
                  <a:custGeom>
                    <a:avLst/>
                    <a:gdLst>
                      <a:gd name="connsiteX0" fmla="*/ 17907 w 17907"/>
                      <a:gd name="connsiteY0" fmla="*/ 8953 h 17906"/>
                      <a:gd name="connsiteX1" fmla="*/ 8953 w 17907"/>
                      <a:gd name="connsiteY1" fmla="*/ 17907 h 17906"/>
                      <a:gd name="connsiteX2" fmla="*/ 0 w 17907"/>
                      <a:gd name="connsiteY2" fmla="*/ 8953 h 17906"/>
                      <a:gd name="connsiteX3" fmla="*/ 8953 w 17907"/>
                      <a:gd name="connsiteY3" fmla="*/ 0 h 17906"/>
                      <a:gd name="connsiteX4" fmla="*/ 17907 w 17907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7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8" y="17907"/>
                          <a:pt x="0" y="13898"/>
                          <a:pt x="0" y="8953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991" name="Graphique 11">
                  <a:extLst>
                    <a:ext uri="{FF2B5EF4-FFF2-40B4-BE49-F238E27FC236}">
                      <a16:creationId xmlns:a16="http://schemas.microsoft.com/office/drawing/2014/main" id="{14008FBB-1486-4721-A808-6A2B9AA9BA25}"/>
                    </a:ext>
                  </a:extLst>
                </p:cNvPr>
                <p:cNvGrpSpPr/>
                <p:nvPr/>
              </p:nvGrpSpPr>
              <p:grpSpPr>
                <a:xfrm>
                  <a:off x="7857077" y="3244119"/>
                  <a:ext cx="153161" cy="128777"/>
                  <a:chOff x="7857077" y="3244119"/>
                  <a:chExt cx="153161" cy="128777"/>
                </a:xfrm>
                <a:solidFill>
                  <a:schemeClr val="accent1"/>
                </a:solidFill>
              </p:grpSpPr>
              <p:sp>
                <p:nvSpPr>
                  <p:cNvPr id="2992" name="Forme libre : forme 2991">
                    <a:extLst>
                      <a:ext uri="{FF2B5EF4-FFF2-40B4-BE49-F238E27FC236}">
                        <a16:creationId xmlns:a16="http://schemas.microsoft.com/office/drawing/2014/main" id="{DD3D21F0-6706-4141-93F4-4086FA6DD3C6}"/>
                      </a:ext>
                    </a:extLst>
                  </p:cNvPr>
                  <p:cNvSpPr/>
                  <p:nvPr/>
                </p:nvSpPr>
                <p:spPr>
                  <a:xfrm>
                    <a:off x="7857077" y="3244119"/>
                    <a:ext cx="153161" cy="128777"/>
                  </a:xfrm>
                  <a:custGeom>
                    <a:avLst/>
                    <a:gdLst>
                      <a:gd name="connsiteX0" fmla="*/ 153162 w 153161"/>
                      <a:gd name="connsiteY0" fmla="*/ 64389 h 128777"/>
                      <a:gd name="connsiteX1" fmla="*/ 76581 w 153161"/>
                      <a:gd name="connsiteY1" fmla="*/ 128778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2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2" y="64389"/>
                        </a:moveTo>
                        <a:cubicBezTo>
                          <a:pt x="153162" y="99950"/>
                          <a:pt x="118875" y="128778"/>
                          <a:pt x="76581" y="128778"/>
                        </a:cubicBezTo>
                        <a:cubicBezTo>
                          <a:pt x="34286" y="128778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2" y="28828"/>
                          <a:pt x="153162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93" name="Forme libre : forme 2992">
                    <a:extLst>
                      <a:ext uri="{FF2B5EF4-FFF2-40B4-BE49-F238E27FC236}">
                        <a16:creationId xmlns:a16="http://schemas.microsoft.com/office/drawing/2014/main" id="{817B29F9-F081-446A-9A70-D6D387F08257}"/>
                      </a:ext>
                    </a:extLst>
                  </p:cNvPr>
                  <p:cNvSpPr/>
                  <p:nvPr/>
                </p:nvSpPr>
                <p:spPr>
                  <a:xfrm>
                    <a:off x="7857077" y="3244881"/>
                    <a:ext cx="110204" cy="128015"/>
                  </a:xfrm>
                  <a:custGeom>
                    <a:avLst/>
                    <a:gdLst>
                      <a:gd name="connsiteX0" fmla="*/ 110204 w 110204"/>
                      <a:gd name="connsiteY0" fmla="*/ 121444 h 128015"/>
                      <a:gd name="connsiteX1" fmla="*/ 98774 w 110204"/>
                      <a:gd name="connsiteY1" fmla="*/ 122206 h 128015"/>
                      <a:gd name="connsiteX2" fmla="*/ 22193 w 110204"/>
                      <a:gd name="connsiteY2" fmla="*/ 57817 h 128015"/>
                      <a:gd name="connsiteX3" fmla="*/ 65151 w 110204"/>
                      <a:gd name="connsiteY3" fmla="*/ 0 h 128015"/>
                      <a:gd name="connsiteX4" fmla="*/ 0 w 110204"/>
                      <a:gd name="connsiteY4" fmla="*/ 63627 h 128015"/>
                      <a:gd name="connsiteX5" fmla="*/ 76581 w 110204"/>
                      <a:gd name="connsiteY5" fmla="*/ 128016 h 128015"/>
                      <a:gd name="connsiteX6" fmla="*/ 110204 w 110204"/>
                      <a:gd name="connsiteY6" fmla="*/ 121444 h 1280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204" h="128015">
                        <a:moveTo>
                          <a:pt x="110204" y="121444"/>
                        </a:moveTo>
                        <a:cubicBezTo>
                          <a:pt x="106489" y="121920"/>
                          <a:pt x="102679" y="122206"/>
                          <a:pt x="98774" y="122206"/>
                        </a:cubicBezTo>
                        <a:cubicBezTo>
                          <a:pt x="56483" y="122206"/>
                          <a:pt x="22479" y="93345"/>
                          <a:pt x="22193" y="57817"/>
                        </a:cubicBezTo>
                        <a:cubicBezTo>
                          <a:pt x="22003" y="30004"/>
                          <a:pt x="41053" y="5715"/>
                          <a:pt x="65151" y="0"/>
                        </a:cubicBezTo>
                        <a:cubicBezTo>
                          <a:pt x="28289" y="4667"/>
                          <a:pt x="0" y="31337"/>
                          <a:pt x="0" y="63627"/>
                        </a:cubicBezTo>
                        <a:cubicBezTo>
                          <a:pt x="0" y="99155"/>
                          <a:pt x="34290" y="128016"/>
                          <a:pt x="76581" y="128016"/>
                        </a:cubicBezTo>
                        <a:cubicBezTo>
                          <a:pt x="88678" y="128016"/>
                          <a:pt x="100013" y="125634"/>
                          <a:pt x="110204" y="121444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94" name="Forme libre : forme 2993">
                    <a:extLst>
                      <a:ext uri="{FF2B5EF4-FFF2-40B4-BE49-F238E27FC236}">
                        <a16:creationId xmlns:a16="http://schemas.microsoft.com/office/drawing/2014/main" id="{2D0AC92F-F53C-402A-9700-1E2BF8BF8C87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7932603" y="3250700"/>
                    <a:ext cx="59247" cy="74869"/>
                  </a:xfrm>
                  <a:custGeom>
                    <a:avLst/>
                    <a:gdLst>
                      <a:gd name="connsiteX0" fmla="*/ 59248 w 59247"/>
                      <a:gd name="connsiteY0" fmla="*/ 37435 h 74869"/>
                      <a:gd name="connsiteX1" fmla="*/ 29624 w 59247"/>
                      <a:gd name="connsiteY1" fmla="*/ 74869 h 74869"/>
                      <a:gd name="connsiteX2" fmla="*/ 0 w 59247"/>
                      <a:gd name="connsiteY2" fmla="*/ 37435 h 74869"/>
                      <a:gd name="connsiteX3" fmla="*/ 29624 w 59247"/>
                      <a:gd name="connsiteY3" fmla="*/ 0 h 74869"/>
                      <a:gd name="connsiteX4" fmla="*/ 59248 w 59247"/>
                      <a:gd name="connsiteY4" fmla="*/ 37435 h 74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7" h="74869">
                        <a:moveTo>
                          <a:pt x="59248" y="37435"/>
                        </a:moveTo>
                        <a:cubicBezTo>
                          <a:pt x="59248" y="58109"/>
                          <a:pt x="45984" y="74869"/>
                          <a:pt x="29624" y="74869"/>
                        </a:cubicBezTo>
                        <a:cubicBezTo>
                          <a:pt x="13263" y="74869"/>
                          <a:pt x="0" y="58109"/>
                          <a:pt x="0" y="37435"/>
                        </a:cubicBezTo>
                        <a:cubicBezTo>
                          <a:pt x="0" y="16760"/>
                          <a:pt x="13263" y="0"/>
                          <a:pt x="29624" y="0"/>
                        </a:cubicBezTo>
                        <a:cubicBezTo>
                          <a:pt x="45984" y="0"/>
                          <a:pt x="59248" y="16760"/>
                          <a:pt x="59248" y="3743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95" name="Forme libre : forme 2994">
                    <a:extLst>
                      <a:ext uri="{FF2B5EF4-FFF2-40B4-BE49-F238E27FC236}">
                        <a16:creationId xmlns:a16="http://schemas.microsoft.com/office/drawing/2014/main" id="{FBC5DB1D-B108-409A-9288-A7FF8861551A}"/>
                      </a:ext>
                    </a:extLst>
                  </p:cNvPr>
                  <p:cNvSpPr/>
                  <p:nvPr/>
                </p:nvSpPr>
                <p:spPr>
                  <a:xfrm>
                    <a:off x="7981188" y="3302031"/>
                    <a:ext cx="17907" cy="17906"/>
                  </a:xfrm>
                  <a:custGeom>
                    <a:avLst/>
                    <a:gdLst>
                      <a:gd name="connsiteX0" fmla="*/ 17907 w 17907"/>
                      <a:gd name="connsiteY0" fmla="*/ 8953 h 17906"/>
                      <a:gd name="connsiteX1" fmla="*/ 8953 w 17907"/>
                      <a:gd name="connsiteY1" fmla="*/ 17907 h 17906"/>
                      <a:gd name="connsiteX2" fmla="*/ 0 w 17907"/>
                      <a:gd name="connsiteY2" fmla="*/ 8953 h 17906"/>
                      <a:gd name="connsiteX3" fmla="*/ 8953 w 17907"/>
                      <a:gd name="connsiteY3" fmla="*/ 0 h 17906"/>
                      <a:gd name="connsiteX4" fmla="*/ 17907 w 17907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7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8" y="17907"/>
                          <a:pt x="0" y="13898"/>
                          <a:pt x="0" y="8953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2996" name="Graphique 11">
                  <a:extLst>
                    <a:ext uri="{FF2B5EF4-FFF2-40B4-BE49-F238E27FC236}">
                      <a16:creationId xmlns:a16="http://schemas.microsoft.com/office/drawing/2014/main" id="{23831D1C-7B1D-4BF2-88B7-6E81BC678441}"/>
                    </a:ext>
                  </a:extLst>
                </p:cNvPr>
                <p:cNvGrpSpPr/>
                <p:nvPr/>
              </p:nvGrpSpPr>
              <p:grpSpPr>
                <a:xfrm>
                  <a:off x="7857077" y="3486435"/>
                  <a:ext cx="153161" cy="128777"/>
                  <a:chOff x="7857077" y="3486435"/>
                  <a:chExt cx="153161" cy="128777"/>
                </a:xfrm>
                <a:solidFill>
                  <a:schemeClr val="accent1"/>
                </a:solidFill>
              </p:grpSpPr>
              <p:sp>
                <p:nvSpPr>
                  <p:cNvPr id="2997" name="Forme libre : forme 2996">
                    <a:extLst>
                      <a:ext uri="{FF2B5EF4-FFF2-40B4-BE49-F238E27FC236}">
                        <a16:creationId xmlns:a16="http://schemas.microsoft.com/office/drawing/2014/main" id="{78B8B53C-1EC2-4DAC-8127-063392E92D3D}"/>
                      </a:ext>
                    </a:extLst>
                  </p:cNvPr>
                  <p:cNvSpPr/>
                  <p:nvPr/>
                </p:nvSpPr>
                <p:spPr>
                  <a:xfrm>
                    <a:off x="7857077" y="3486435"/>
                    <a:ext cx="153161" cy="128777"/>
                  </a:xfrm>
                  <a:custGeom>
                    <a:avLst/>
                    <a:gdLst>
                      <a:gd name="connsiteX0" fmla="*/ 153162 w 153161"/>
                      <a:gd name="connsiteY0" fmla="*/ 64389 h 128777"/>
                      <a:gd name="connsiteX1" fmla="*/ 76581 w 153161"/>
                      <a:gd name="connsiteY1" fmla="*/ 128778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2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2" y="64389"/>
                        </a:moveTo>
                        <a:cubicBezTo>
                          <a:pt x="153162" y="99950"/>
                          <a:pt x="118875" y="128778"/>
                          <a:pt x="76581" y="128778"/>
                        </a:cubicBezTo>
                        <a:cubicBezTo>
                          <a:pt x="34286" y="128778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5" y="0"/>
                          <a:pt x="153162" y="28828"/>
                          <a:pt x="153162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98" name="Forme libre : forme 2997">
                    <a:extLst>
                      <a:ext uri="{FF2B5EF4-FFF2-40B4-BE49-F238E27FC236}">
                        <a16:creationId xmlns:a16="http://schemas.microsoft.com/office/drawing/2014/main" id="{4ADEE136-BD2F-42D6-9A4C-884A068CC20B}"/>
                      </a:ext>
                    </a:extLst>
                  </p:cNvPr>
                  <p:cNvSpPr/>
                  <p:nvPr/>
                </p:nvSpPr>
                <p:spPr>
                  <a:xfrm>
                    <a:off x="7857077" y="3487197"/>
                    <a:ext cx="110204" cy="128016"/>
                  </a:xfrm>
                  <a:custGeom>
                    <a:avLst/>
                    <a:gdLst>
                      <a:gd name="connsiteX0" fmla="*/ 110204 w 110204"/>
                      <a:gd name="connsiteY0" fmla="*/ 121444 h 128016"/>
                      <a:gd name="connsiteX1" fmla="*/ 98774 w 110204"/>
                      <a:gd name="connsiteY1" fmla="*/ 122206 h 128016"/>
                      <a:gd name="connsiteX2" fmla="*/ 22193 w 110204"/>
                      <a:gd name="connsiteY2" fmla="*/ 57817 h 128016"/>
                      <a:gd name="connsiteX3" fmla="*/ 65151 w 110204"/>
                      <a:gd name="connsiteY3" fmla="*/ 0 h 128016"/>
                      <a:gd name="connsiteX4" fmla="*/ 0 w 110204"/>
                      <a:gd name="connsiteY4" fmla="*/ 63627 h 128016"/>
                      <a:gd name="connsiteX5" fmla="*/ 76581 w 110204"/>
                      <a:gd name="connsiteY5" fmla="*/ 128016 h 128016"/>
                      <a:gd name="connsiteX6" fmla="*/ 110204 w 110204"/>
                      <a:gd name="connsiteY6" fmla="*/ 121444 h 128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204" h="128016">
                        <a:moveTo>
                          <a:pt x="110204" y="121444"/>
                        </a:moveTo>
                        <a:cubicBezTo>
                          <a:pt x="106489" y="121920"/>
                          <a:pt x="102679" y="122206"/>
                          <a:pt x="98774" y="122206"/>
                        </a:cubicBezTo>
                        <a:cubicBezTo>
                          <a:pt x="56483" y="122206"/>
                          <a:pt x="22479" y="93345"/>
                          <a:pt x="22193" y="57817"/>
                        </a:cubicBezTo>
                        <a:cubicBezTo>
                          <a:pt x="22003" y="30004"/>
                          <a:pt x="41053" y="5715"/>
                          <a:pt x="65151" y="0"/>
                        </a:cubicBezTo>
                        <a:cubicBezTo>
                          <a:pt x="28289" y="4667"/>
                          <a:pt x="0" y="31337"/>
                          <a:pt x="0" y="63627"/>
                        </a:cubicBezTo>
                        <a:cubicBezTo>
                          <a:pt x="0" y="99155"/>
                          <a:pt x="34290" y="128016"/>
                          <a:pt x="76581" y="128016"/>
                        </a:cubicBezTo>
                        <a:cubicBezTo>
                          <a:pt x="88678" y="128016"/>
                          <a:pt x="100013" y="125635"/>
                          <a:pt x="110204" y="121444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2999" name="Forme libre : forme 2998">
                    <a:extLst>
                      <a:ext uri="{FF2B5EF4-FFF2-40B4-BE49-F238E27FC236}">
                        <a16:creationId xmlns:a16="http://schemas.microsoft.com/office/drawing/2014/main" id="{27ACDB0B-F7E3-48D9-9F6C-E95109C29B75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7932620" y="3493006"/>
                    <a:ext cx="59247" cy="74869"/>
                  </a:xfrm>
                  <a:custGeom>
                    <a:avLst/>
                    <a:gdLst>
                      <a:gd name="connsiteX0" fmla="*/ 59248 w 59247"/>
                      <a:gd name="connsiteY0" fmla="*/ 37435 h 74869"/>
                      <a:gd name="connsiteX1" fmla="*/ 29624 w 59247"/>
                      <a:gd name="connsiteY1" fmla="*/ 74869 h 74869"/>
                      <a:gd name="connsiteX2" fmla="*/ 0 w 59247"/>
                      <a:gd name="connsiteY2" fmla="*/ 37435 h 74869"/>
                      <a:gd name="connsiteX3" fmla="*/ 29624 w 59247"/>
                      <a:gd name="connsiteY3" fmla="*/ 0 h 74869"/>
                      <a:gd name="connsiteX4" fmla="*/ 59248 w 59247"/>
                      <a:gd name="connsiteY4" fmla="*/ 37435 h 74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7" h="74869">
                        <a:moveTo>
                          <a:pt x="59248" y="37435"/>
                        </a:moveTo>
                        <a:cubicBezTo>
                          <a:pt x="59248" y="58109"/>
                          <a:pt x="45984" y="74869"/>
                          <a:pt x="29624" y="74869"/>
                        </a:cubicBezTo>
                        <a:cubicBezTo>
                          <a:pt x="13263" y="74869"/>
                          <a:pt x="0" y="58109"/>
                          <a:pt x="0" y="37435"/>
                        </a:cubicBezTo>
                        <a:cubicBezTo>
                          <a:pt x="0" y="16760"/>
                          <a:pt x="13263" y="0"/>
                          <a:pt x="29624" y="0"/>
                        </a:cubicBezTo>
                        <a:cubicBezTo>
                          <a:pt x="45984" y="0"/>
                          <a:pt x="59248" y="16760"/>
                          <a:pt x="59248" y="3743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00" name="Forme libre : forme 2999">
                    <a:extLst>
                      <a:ext uri="{FF2B5EF4-FFF2-40B4-BE49-F238E27FC236}">
                        <a16:creationId xmlns:a16="http://schemas.microsoft.com/office/drawing/2014/main" id="{EB7D5CAD-3EA1-44D9-AFED-973AA85A713D}"/>
                      </a:ext>
                    </a:extLst>
                  </p:cNvPr>
                  <p:cNvSpPr/>
                  <p:nvPr/>
                </p:nvSpPr>
                <p:spPr>
                  <a:xfrm>
                    <a:off x="7981188" y="3544347"/>
                    <a:ext cx="17907" cy="17906"/>
                  </a:xfrm>
                  <a:custGeom>
                    <a:avLst/>
                    <a:gdLst>
                      <a:gd name="connsiteX0" fmla="*/ 17907 w 17907"/>
                      <a:gd name="connsiteY0" fmla="*/ 8953 h 17906"/>
                      <a:gd name="connsiteX1" fmla="*/ 8953 w 17907"/>
                      <a:gd name="connsiteY1" fmla="*/ 17907 h 17906"/>
                      <a:gd name="connsiteX2" fmla="*/ 0 w 17907"/>
                      <a:gd name="connsiteY2" fmla="*/ 8953 h 17906"/>
                      <a:gd name="connsiteX3" fmla="*/ 8953 w 17907"/>
                      <a:gd name="connsiteY3" fmla="*/ 0 h 17906"/>
                      <a:gd name="connsiteX4" fmla="*/ 17907 w 17907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7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8" y="17907"/>
                          <a:pt x="0" y="13898"/>
                          <a:pt x="0" y="8953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3001" name="Forme libre : forme 3000">
                  <a:extLst>
                    <a:ext uri="{FF2B5EF4-FFF2-40B4-BE49-F238E27FC236}">
                      <a16:creationId xmlns:a16="http://schemas.microsoft.com/office/drawing/2014/main" id="{D5CF9E29-9017-423C-A126-DBFDB7226AA4}"/>
                    </a:ext>
                  </a:extLst>
                </p:cNvPr>
                <p:cNvSpPr/>
                <p:nvPr/>
              </p:nvSpPr>
              <p:spPr>
                <a:xfrm>
                  <a:off x="7243501" y="3350608"/>
                  <a:ext cx="449650" cy="87820"/>
                </a:xfrm>
                <a:custGeom>
                  <a:avLst/>
                  <a:gdLst>
                    <a:gd name="connsiteX0" fmla="*/ 449650 w 449650"/>
                    <a:gd name="connsiteY0" fmla="*/ 0 h 87820"/>
                    <a:gd name="connsiteX1" fmla="*/ 300774 w 449650"/>
                    <a:gd name="connsiteY1" fmla="*/ 52007 h 87820"/>
                    <a:gd name="connsiteX2" fmla="*/ 141421 w 449650"/>
                    <a:gd name="connsiteY2" fmla="*/ 61532 h 87820"/>
                    <a:gd name="connsiteX3" fmla="*/ 70 w 449650"/>
                    <a:gd name="connsiteY3" fmla="*/ 87821 h 87820"/>
                    <a:gd name="connsiteX4" fmla="*/ 15500 w 449650"/>
                    <a:gd name="connsiteY4" fmla="*/ 72485 h 87820"/>
                    <a:gd name="connsiteX5" fmla="*/ 45981 w 449650"/>
                    <a:gd name="connsiteY5" fmla="*/ 62294 h 87820"/>
                    <a:gd name="connsiteX6" fmla="*/ 368402 w 449650"/>
                    <a:gd name="connsiteY6" fmla="*/ 33528 h 87820"/>
                    <a:gd name="connsiteX7" fmla="*/ 440506 w 449650"/>
                    <a:gd name="connsiteY7" fmla="*/ 5525 h 87820"/>
                    <a:gd name="connsiteX8" fmla="*/ 436220 w 449650"/>
                    <a:gd name="connsiteY8" fmla="*/ 3905 h 87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9650" h="87820">
                      <a:moveTo>
                        <a:pt x="449650" y="0"/>
                      </a:moveTo>
                      <a:cubicBezTo>
                        <a:pt x="407454" y="32385"/>
                        <a:pt x="353733" y="46292"/>
                        <a:pt x="300774" y="52007"/>
                      </a:cubicBezTo>
                      <a:cubicBezTo>
                        <a:pt x="247815" y="57721"/>
                        <a:pt x="194380" y="56102"/>
                        <a:pt x="141421" y="61532"/>
                      </a:cubicBezTo>
                      <a:cubicBezTo>
                        <a:pt x="93701" y="66389"/>
                        <a:pt x="46743" y="76867"/>
                        <a:pt x="70" y="87821"/>
                      </a:cubicBezTo>
                      <a:cubicBezTo>
                        <a:pt x="-882" y="80010"/>
                        <a:pt x="8071" y="75057"/>
                        <a:pt x="15500" y="72485"/>
                      </a:cubicBezTo>
                      <a:cubicBezTo>
                        <a:pt x="25597" y="68866"/>
                        <a:pt x="35693" y="65342"/>
                        <a:pt x="45981" y="62294"/>
                      </a:cubicBezTo>
                      <a:cubicBezTo>
                        <a:pt x="149899" y="31909"/>
                        <a:pt x="264199" y="63056"/>
                        <a:pt x="368402" y="33528"/>
                      </a:cubicBezTo>
                      <a:cubicBezTo>
                        <a:pt x="393262" y="26479"/>
                        <a:pt x="416979" y="16097"/>
                        <a:pt x="440506" y="5525"/>
                      </a:cubicBezTo>
                      <a:cubicBezTo>
                        <a:pt x="439078" y="4953"/>
                        <a:pt x="437649" y="4382"/>
                        <a:pt x="436220" y="3905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02" name="Forme libre : forme 3001">
                  <a:extLst>
                    <a:ext uri="{FF2B5EF4-FFF2-40B4-BE49-F238E27FC236}">
                      <a16:creationId xmlns:a16="http://schemas.microsoft.com/office/drawing/2014/main" id="{C7EB1B48-3DB5-4B67-9861-0AACEFA10343}"/>
                    </a:ext>
                  </a:extLst>
                </p:cNvPr>
                <p:cNvSpPr/>
                <p:nvPr/>
              </p:nvSpPr>
              <p:spPr>
                <a:xfrm>
                  <a:off x="7388923" y="3376053"/>
                  <a:ext cx="537781" cy="99566"/>
                </a:xfrm>
                <a:custGeom>
                  <a:avLst/>
                  <a:gdLst>
                    <a:gd name="connsiteX0" fmla="*/ 284702 w 537781"/>
                    <a:gd name="connsiteY0" fmla="*/ 31705 h 99566"/>
                    <a:gd name="connsiteX1" fmla="*/ 207550 w 537781"/>
                    <a:gd name="connsiteY1" fmla="*/ 53899 h 99566"/>
                    <a:gd name="connsiteX2" fmla="*/ 147542 w 537781"/>
                    <a:gd name="connsiteY2" fmla="*/ 69234 h 99566"/>
                    <a:gd name="connsiteX3" fmla="*/ 0 w 537781"/>
                    <a:gd name="connsiteY3" fmla="*/ 97523 h 99566"/>
                    <a:gd name="connsiteX4" fmla="*/ 202882 w 537781"/>
                    <a:gd name="connsiteY4" fmla="*/ 66948 h 99566"/>
                    <a:gd name="connsiteX5" fmla="*/ 285083 w 537781"/>
                    <a:gd name="connsiteY5" fmla="*/ 50660 h 99566"/>
                    <a:gd name="connsiteX6" fmla="*/ 500825 w 537781"/>
                    <a:gd name="connsiteY6" fmla="*/ 11703 h 99566"/>
                    <a:gd name="connsiteX7" fmla="*/ 537782 w 537781"/>
                    <a:gd name="connsiteY7" fmla="*/ 1702 h 99566"/>
                    <a:gd name="connsiteX8" fmla="*/ 517874 w 537781"/>
                    <a:gd name="connsiteY8" fmla="*/ 3130 h 99566"/>
                    <a:gd name="connsiteX9" fmla="*/ 492538 w 537781"/>
                    <a:gd name="connsiteY9" fmla="*/ 7131 h 99566"/>
                    <a:gd name="connsiteX10" fmla="*/ 442627 w 537781"/>
                    <a:gd name="connsiteY10" fmla="*/ 12560 h 99566"/>
                    <a:gd name="connsiteX11" fmla="*/ 341376 w 537781"/>
                    <a:gd name="connsiteY11" fmla="*/ 21800 h 99566"/>
                    <a:gd name="connsiteX12" fmla="*/ 284702 w 537781"/>
                    <a:gd name="connsiteY12" fmla="*/ 31705 h 99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37781" h="99566">
                      <a:moveTo>
                        <a:pt x="284702" y="31705"/>
                      </a:moveTo>
                      <a:cubicBezTo>
                        <a:pt x="258699" y="37897"/>
                        <a:pt x="233267" y="46469"/>
                        <a:pt x="207550" y="53899"/>
                      </a:cubicBezTo>
                      <a:cubicBezTo>
                        <a:pt x="187738" y="59614"/>
                        <a:pt x="167640" y="64567"/>
                        <a:pt x="147542" y="69234"/>
                      </a:cubicBezTo>
                      <a:cubicBezTo>
                        <a:pt x="98774" y="80474"/>
                        <a:pt x="49530" y="89903"/>
                        <a:pt x="0" y="97523"/>
                      </a:cubicBezTo>
                      <a:cubicBezTo>
                        <a:pt x="68199" y="106762"/>
                        <a:pt x="135827" y="82569"/>
                        <a:pt x="202882" y="66948"/>
                      </a:cubicBezTo>
                      <a:cubicBezTo>
                        <a:pt x="230124" y="60566"/>
                        <a:pt x="257556" y="55613"/>
                        <a:pt x="285083" y="50660"/>
                      </a:cubicBezTo>
                      <a:cubicBezTo>
                        <a:pt x="356997" y="37706"/>
                        <a:pt x="428911" y="24657"/>
                        <a:pt x="500825" y="11703"/>
                      </a:cubicBezTo>
                      <a:cubicBezTo>
                        <a:pt x="512064" y="9703"/>
                        <a:pt x="528447" y="8464"/>
                        <a:pt x="537782" y="1702"/>
                      </a:cubicBezTo>
                      <a:cubicBezTo>
                        <a:pt x="533972" y="-2489"/>
                        <a:pt x="522732" y="2273"/>
                        <a:pt x="517874" y="3130"/>
                      </a:cubicBezTo>
                      <a:cubicBezTo>
                        <a:pt x="509492" y="4654"/>
                        <a:pt x="501015" y="5988"/>
                        <a:pt x="492538" y="7131"/>
                      </a:cubicBezTo>
                      <a:cubicBezTo>
                        <a:pt x="475965" y="9417"/>
                        <a:pt x="459296" y="11036"/>
                        <a:pt x="442627" y="12560"/>
                      </a:cubicBezTo>
                      <a:cubicBezTo>
                        <a:pt x="408813" y="15513"/>
                        <a:pt x="374999" y="17513"/>
                        <a:pt x="341376" y="21800"/>
                      </a:cubicBezTo>
                      <a:cubicBezTo>
                        <a:pt x="322326" y="24086"/>
                        <a:pt x="303372" y="27229"/>
                        <a:pt x="284702" y="31705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03" name="Forme libre : forme 3002">
                  <a:extLst>
                    <a:ext uri="{FF2B5EF4-FFF2-40B4-BE49-F238E27FC236}">
                      <a16:creationId xmlns:a16="http://schemas.microsoft.com/office/drawing/2014/main" id="{E643AD96-E95D-4678-871B-0CE75E97338B}"/>
                    </a:ext>
                  </a:extLst>
                </p:cNvPr>
                <p:cNvSpPr/>
                <p:nvPr/>
              </p:nvSpPr>
              <p:spPr>
                <a:xfrm>
                  <a:off x="7636001" y="3421173"/>
                  <a:ext cx="291846" cy="61329"/>
                </a:xfrm>
                <a:custGeom>
                  <a:avLst/>
                  <a:gdLst>
                    <a:gd name="connsiteX0" fmla="*/ 235363 w 291846"/>
                    <a:gd name="connsiteY0" fmla="*/ 52498 h 61329"/>
                    <a:gd name="connsiteX1" fmla="*/ 201644 w 291846"/>
                    <a:gd name="connsiteY1" fmla="*/ 47069 h 61329"/>
                    <a:gd name="connsiteX2" fmla="*/ 179832 w 291846"/>
                    <a:gd name="connsiteY2" fmla="*/ 41163 h 61329"/>
                    <a:gd name="connsiteX3" fmla="*/ 105537 w 291846"/>
                    <a:gd name="connsiteY3" fmla="*/ 19446 h 61329"/>
                    <a:gd name="connsiteX4" fmla="*/ 75152 w 291846"/>
                    <a:gd name="connsiteY4" fmla="*/ 8778 h 61329"/>
                    <a:gd name="connsiteX5" fmla="*/ 52388 w 291846"/>
                    <a:gd name="connsiteY5" fmla="*/ 111 h 61329"/>
                    <a:gd name="connsiteX6" fmla="*/ 39719 w 291846"/>
                    <a:gd name="connsiteY6" fmla="*/ 1158 h 61329"/>
                    <a:gd name="connsiteX7" fmla="*/ 0 w 291846"/>
                    <a:gd name="connsiteY7" fmla="*/ 10017 h 61329"/>
                    <a:gd name="connsiteX8" fmla="*/ 65723 w 291846"/>
                    <a:gd name="connsiteY8" fmla="*/ 21256 h 61329"/>
                    <a:gd name="connsiteX9" fmla="*/ 242602 w 291846"/>
                    <a:gd name="connsiteY9" fmla="*/ 56498 h 61329"/>
                    <a:gd name="connsiteX10" fmla="*/ 267843 w 291846"/>
                    <a:gd name="connsiteY10" fmla="*/ 59070 h 61329"/>
                    <a:gd name="connsiteX11" fmla="*/ 291846 w 291846"/>
                    <a:gd name="connsiteY11" fmla="*/ 60309 h 61329"/>
                    <a:gd name="connsiteX12" fmla="*/ 263462 w 291846"/>
                    <a:gd name="connsiteY12" fmla="*/ 56308 h 61329"/>
                    <a:gd name="connsiteX13" fmla="*/ 235363 w 291846"/>
                    <a:gd name="connsiteY13" fmla="*/ 52498 h 61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91846" h="61329">
                      <a:moveTo>
                        <a:pt x="235363" y="52498"/>
                      </a:moveTo>
                      <a:cubicBezTo>
                        <a:pt x="224028" y="51069"/>
                        <a:pt x="212789" y="49545"/>
                        <a:pt x="201644" y="47069"/>
                      </a:cubicBezTo>
                      <a:cubicBezTo>
                        <a:pt x="194310" y="45354"/>
                        <a:pt x="187071" y="43259"/>
                        <a:pt x="179832" y="41163"/>
                      </a:cubicBezTo>
                      <a:cubicBezTo>
                        <a:pt x="155067" y="33924"/>
                        <a:pt x="130302" y="26685"/>
                        <a:pt x="105537" y="19446"/>
                      </a:cubicBezTo>
                      <a:cubicBezTo>
                        <a:pt x="95250" y="16398"/>
                        <a:pt x="84868" y="13350"/>
                        <a:pt x="75152" y="8778"/>
                      </a:cubicBezTo>
                      <a:cubicBezTo>
                        <a:pt x="67818" y="5254"/>
                        <a:pt x="60579" y="872"/>
                        <a:pt x="52388" y="111"/>
                      </a:cubicBezTo>
                      <a:cubicBezTo>
                        <a:pt x="48101" y="-271"/>
                        <a:pt x="43910" y="396"/>
                        <a:pt x="39719" y="1158"/>
                      </a:cubicBezTo>
                      <a:cubicBezTo>
                        <a:pt x="26384" y="3444"/>
                        <a:pt x="13145" y="6397"/>
                        <a:pt x="0" y="10017"/>
                      </a:cubicBezTo>
                      <a:cubicBezTo>
                        <a:pt x="22289" y="7635"/>
                        <a:pt x="44291" y="14874"/>
                        <a:pt x="65723" y="21256"/>
                      </a:cubicBezTo>
                      <a:cubicBezTo>
                        <a:pt x="123444" y="38401"/>
                        <a:pt x="182785" y="49831"/>
                        <a:pt x="242602" y="56498"/>
                      </a:cubicBezTo>
                      <a:cubicBezTo>
                        <a:pt x="250984" y="57451"/>
                        <a:pt x="259366" y="58308"/>
                        <a:pt x="267843" y="59070"/>
                      </a:cubicBezTo>
                      <a:cubicBezTo>
                        <a:pt x="273748" y="59642"/>
                        <a:pt x="286893" y="62976"/>
                        <a:pt x="291846" y="60309"/>
                      </a:cubicBezTo>
                      <a:cubicBezTo>
                        <a:pt x="283369" y="57356"/>
                        <a:pt x="272510" y="57451"/>
                        <a:pt x="263462" y="56308"/>
                      </a:cubicBezTo>
                      <a:cubicBezTo>
                        <a:pt x="254127" y="54975"/>
                        <a:pt x="244793" y="53736"/>
                        <a:pt x="235363" y="52498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04" name="Forme libre : forme 3003">
                  <a:extLst>
                    <a:ext uri="{FF2B5EF4-FFF2-40B4-BE49-F238E27FC236}">
                      <a16:creationId xmlns:a16="http://schemas.microsoft.com/office/drawing/2014/main" id="{1F2C8118-787F-45DA-9220-36F4B17B366E}"/>
                    </a:ext>
                  </a:extLst>
                </p:cNvPr>
                <p:cNvSpPr/>
                <p:nvPr/>
              </p:nvSpPr>
              <p:spPr>
                <a:xfrm>
                  <a:off x="7631875" y="3289025"/>
                  <a:ext cx="227799" cy="117831"/>
                </a:xfrm>
                <a:custGeom>
                  <a:avLst/>
                  <a:gdLst>
                    <a:gd name="connsiteX0" fmla="*/ 207866 w 227799"/>
                    <a:gd name="connsiteY0" fmla="*/ 22531 h 117831"/>
                    <a:gd name="connsiteX1" fmla="*/ 209961 w 227799"/>
                    <a:gd name="connsiteY1" fmla="*/ 35961 h 117831"/>
                    <a:gd name="connsiteX2" fmla="*/ 218058 w 227799"/>
                    <a:gd name="connsiteY2" fmla="*/ 50916 h 117831"/>
                    <a:gd name="connsiteX3" fmla="*/ 226154 w 227799"/>
                    <a:gd name="connsiteY3" fmla="*/ 66918 h 117831"/>
                    <a:gd name="connsiteX4" fmla="*/ 227773 w 227799"/>
                    <a:gd name="connsiteY4" fmla="*/ 73871 h 117831"/>
                    <a:gd name="connsiteX5" fmla="*/ 215010 w 227799"/>
                    <a:gd name="connsiteY5" fmla="*/ 85301 h 117831"/>
                    <a:gd name="connsiteX6" fmla="*/ 181386 w 227799"/>
                    <a:gd name="connsiteY6" fmla="*/ 89682 h 117831"/>
                    <a:gd name="connsiteX7" fmla="*/ 92042 w 227799"/>
                    <a:gd name="connsiteY7" fmla="*/ 102160 h 117831"/>
                    <a:gd name="connsiteX8" fmla="*/ 9651 w 227799"/>
                    <a:gd name="connsiteY8" fmla="*/ 117781 h 117831"/>
                    <a:gd name="connsiteX9" fmla="*/ 31 w 227799"/>
                    <a:gd name="connsiteY9" fmla="*/ 113400 h 117831"/>
                    <a:gd name="connsiteX10" fmla="*/ 5745 w 227799"/>
                    <a:gd name="connsiteY10" fmla="*/ 106447 h 117831"/>
                    <a:gd name="connsiteX11" fmla="*/ 50323 w 227799"/>
                    <a:gd name="connsiteY11" fmla="*/ 84825 h 117831"/>
                    <a:gd name="connsiteX12" fmla="*/ 162622 w 227799"/>
                    <a:gd name="connsiteY12" fmla="*/ 17864 h 117831"/>
                    <a:gd name="connsiteX13" fmla="*/ 200627 w 227799"/>
                    <a:gd name="connsiteY13" fmla="*/ 2148 h 117831"/>
                    <a:gd name="connsiteX14" fmla="*/ 212057 w 227799"/>
                    <a:gd name="connsiteY14" fmla="*/ 4243 h 117831"/>
                    <a:gd name="connsiteX15" fmla="*/ 207866 w 227799"/>
                    <a:gd name="connsiteY15" fmla="*/ 22531 h 117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27799" h="117831">
                      <a:moveTo>
                        <a:pt x="207866" y="22531"/>
                      </a:moveTo>
                      <a:cubicBezTo>
                        <a:pt x="207771" y="27103"/>
                        <a:pt x="208438" y="31675"/>
                        <a:pt x="209961" y="35961"/>
                      </a:cubicBezTo>
                      <a:cubicBezTo>
                        <a:pt x="211867" y="41296"/>
                        <a:pt x="215105" y="46058"/>
                        <a:pt x="218058" y="50916"/>
                      </a:cubicBezTo>
                      <a:cubicBezTo>
                        <a:pt x="221106" y="56059"/>
                        <a:pt x="223773" y="61393"/>
                        <a:pt x="226154" y="66918"/>
                      </a:cubicBezTo>
                      <a:cubicBezTo>
                        <a:pt x="227107" y="69108"/>
                        <a:pt x="227964" y="71490"/>
                        <a:pt x="227773" y="73871"/>
                      </a:cubicBezTo>
                      <a:cubicBezTo>
                        <a:pt x="227392" y="79967"/>
                        <a:pt x="220915" y="83586"/>
                        <a:pt x="215010" y="85301"/>
                      </a:cubicBezTo>
                      <a:cubicBezTo>
                        <a:pt x="204151" y="88444"/>
                        <a:pt x="192721" y="88921"/>
                        <a:pt x="181386" y="89682"/>
                      </a:cubicBezTo>
                      <a:cubicBezTo>
                        <a:pt x="151383" y="91683"/>
                        <a:pt x="121474" y="95874"/>
                        <a:pt x="92042" y="102160"/>
                      </a:cubicBezTo>
                      <a:cubicBezTo>
                        <a:pt x="64705" y="108066"/>
                        <a:pt x="37559" y="115781"/>
                        <a:pt x="9651" y="117781"/>
                      </a:cubicBezTo>
                      <a:cubicBezTo>
                        <a:pt x="5745" y="118067"/>
                        <a:pt x="602" y="117210"/>
                        <a:pt x="31" y="113400"/>
                      </a:cubicBezTo>
                      <a:cubicBezTo>
                        <a:pt x="-350" y="110256"/>
                        <a:pt x="2888" y="107971"/>
                        <a:pt x="5745" y="106447"/>
                      </a:cubicBezTo>
                      <a:cubicBezTo>
                        <a:pt x="20510" y="99017"/>
                        <a:pt x="35749" y="92445"/>
                        <a:pt x="50323" y="84825"/>
                      </a:cubicBezTo>
                      <a:cubicBezTo>
                        <a:pt x="88994" y="64727"/>
                        <a:pt x="123475" y="37200"/>
                        <a:pt x="162622" y="17864"/>
                      </a:cubicBezTo>
                      <a:cubicBezTo>
                        <a:pt x="174910" y="11768"/>
                        <a:pt x="187673" y="6529"/>
                        <a:pt x="200627" y="2148"/>
                      </a:cubicBezTo>
                      <a:cubicBezTo>
                        <a:pt x="205104" y="624"/>
                        <a:pt x="212153" y="-2710"/>
                        <a:pt x="212057" y="4243"/>
                      </a:cubicBezTo>
                      <a:cubicBezTo>
                        <a:pt x="212248" y="9863"/>
                        <a:pt x="207962" y="16245"/>
                        <a:pt x="207866" y="2253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05" name="Forme libre : forme 3004">
                  <a:extLst>
                    <a:ext uri="{FF2B5EF4-FFF2-40B4-BE49-F238E27FC236}">
                      <a16:creationId xmlns:a16="http://schemas.microsoft.com/office/drawing/2014/main" id="{3D094290-A3B9-441D-B81B-7667D1223AF8}"/>
                    </a:ext>
                  </a:extLst>
                </p:cNvPr>
                <p:cNvSpPr/>
                <p:nvPr/>
              </p:nvSpPr>
              <p:spPr>
                <a:xfrm>
                  <a:off x="7742731" y="3401627"/>
                  <a:ext cx="165209" cy="66514"/>
                </a:xfrm>
                <a:custGeom>
                  <a:avLst/>
                  <a:gdLst>
                    <a:gd name="connsiteX0" fmla="*/ 165209 w 165209"/>
                    <a:gd name="connsiteY0" fmla="*/ 65567 h 66514"/>
                    <a:gd name="connsiteX1" fmla="*/ 147398 w 165209"/>
                    <a:gd name="connsiteY1" fmla="*/ 65376 h 66514"/>
                    <a:gd name="connsiteX2" fmla="*/ 36050 w 165209"/>
                    <a:gd name="connsiteY2" fmla="*/ 44612 h 66514"/>
                    <a:gd name="connsiteX3" fmla="*/ 3570 w 165209"/>
                    <a:gd name="connsiteY3" fmla="*/ 34325 h 66514"/>
                    <a:gd name="connsiteX4" fmla="*/ 142 w 165209"/>
                    <a:gd name="connsiteY4" fmla="*/ 31087 h 66514"/>
                    <a:gd name="connsiteX5" fmla="*/ 2428 w 165209"/>
                    <a:gd name="connsiteY5" fmla="*/ 26229 h 66514"/>
                    <a:gd name="connsiteX6" fmla="*/ 7952 w 165209"/>
                    <a:gd name="connsiteY6" fmla="*/ 24800 h 66514"/>
                    <a:gd name="connsiteX7" fmla="*/ 100249 w 165209"/>
                    <a:gd name="connsiteY7" fmla="*/ 10132 h 66514"/>
                    <a:gd name="connsiteX8" fmla="*/ 145398 w 165209"/>
                    <a:gd name="connsiteY8" fmla="*/ 35 h 66514"/>
                    <a:gd name="connsiteX9" fmla="*/ 154828 w 165209"/>
                    <a:gd name="connsiteY9" fmla="*/ 23848 h 66514"/>
                    <a:gd name="connsiteX10" fmla="*/ 156637 w 165209"/>
                    <a:gd name="connsiteY10" fmla="*/ 45565 h 66514"/>
                    <a:gd name="connsiteX11" fmla="*/ 165209 w 165209"/>
                    <a:gd name="connsiteY11" fmla="*/ 65567 h 66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5209" h="66514">
                      <a:moveTo>
                        <a:pt x="165209" y="65567"/>
                      </a:moveTo>
                      <a:cubicBezTo>
                        <a:pt x="159495" y="67282"/>
                        <a:pt x="153303" y="66329"/>
                        <a:pt x="147398" y="65376"/>
                      </a:cubicBezTo>
                      <a:cubicBezTo>
                        <a:pt x="110155" y="59471"/>
                        <a:pt x="73008" y="52518"/>
                        <a:pt x="36050" y="44612"/>
                      </a:cubicBezTo>
                      <a:cubicBezTo>
                        <a:pt x="24906" y="42231"/>
                        <a:pt x="13667" y="39659"/>
                        <a:pt x="3570" y="34325"/>
                      </a:cubicBezTo>
                      <a:cubicBezTo>
                        <a:pt x="2141" y="33563"/>
                        <a:pt x="618" y="32610"/>
                        <a:pt x="142" y="31087"/>
                      </a:cubicBezTo>
                      <a:cubicBezTo>
                        <a:pt x="-430" y="29277"/>
                        <a:pt x="808" y="27181"/>
                        <a:pt x="2428" y="26229"/>
                      </a:cubicBezTo>
                      <a:cubicBezTo>
                        <a:pt x="4047" y="25181"/>
                        <a:pt x="6047" y="24991"/>
                        <a:pt x="7952" y="24800"/>
                      </a:cubicBezTo>
                      <a:cubicBezTo>
                        <a:pt x="38908" y="21276"/>
                        <a:pt x="69769" y="16323"/>
                        <a:pt x="100249" y="10132"/>
                      </a:cubicBezTo>
                      <a:cubicBezTo>
                        <a:pt x="114727" y="7179"/>
                        <a:pt x="130729" y="892"/>
                        <a:pt x="145398" y="35"/>
                      </a:cubicBezTo>
                      <a:cubicBezTo>
                        <a:pt x="160733" y="-822"/>
                        <a:pt x="155494" y="14227"/>
                        <a:pt x="154828" y="23848"/>
                      </a:cubicBezTo>
                      <a:cubicBezTo>
                        <a:pt x="154351" y="31087"/>
                        <a:pt x="154923" y="38516"/>
                        <a:pt x="156637" y="45565"/>
                      </a:cubicBezTo>
                      <a:cubicBezTo>
                        <a:pt x="157209" y="47469"/>
                        <a:pt x="163114" y="66234"/>
                        <a:pt x="165209" y="65567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06" name="Forme libre : forme 3005">
                  <a:extLst>
                    <a:ext uri="{FF2B5EF4-FFF2-40B4-BE49-F238E27FC236}">
                      <a16:creationId xmlns:a16="http://schemas.microsoft.com/office/drawing/2014/main" id="{9039EBF6-8A69-4E1C-B608-42CB77019834}"/>
                    </a:ext>
                  </a:extLst>
                </p:cNvPr>
                <p:cNvSpPr/>
                <p:nvPr/>
              </p:nvSpPr>
              <p:spPr>
                <a:xfrm>
                  <a:off x="7588640" y="3446378"/>
                  <a:ext cx="270412" cy="112516"/>
                </a:xfrm>
                <a:custGeom>
                  <a:avLst/>
                  <a:gdLst>
                    <a:gd name="connsiteX0" fmla="*/ 253959 w 270412"/>
                    <a:gd name="connsiteY0" fmla="*/ 98350 h 112516"/>
                    <a:gd name="connsiteX1" fmla="*/ 251482 w 270412"/>
                    <a:gd name="connsiteY1" fmla="*/ 108827 h 112516"/>
                    <a:gd name="connsiteX2" fmla="*/ 233385 w 270412"/>
                    <a:gd name="connsiteY2" fmla="*/ 110828 h 112516"/>
                    <a:gd name="connsiteX3" fmla="*/ 115179 w 270412"/>
                    <a:gd name="connsiteY3" fmla="*/ 49106 h 112516"/>
                    <a:gd name="connsiteX4" fmla="*/ 7261 w 270412"/>
                    <a:gd name="connsiteY4" fmla="*/ 28913 h 112516"/>
                    <a:gd name="connsiteX5" fmla="*/ 2022 w 270412"/>
                    <a:gd name="connsiteY5" fmla="*/ 27770 h 112516"/>
                    <a:gd name="connsiteX6" fmla="*/ 308 w 270412"/>
                    <a:gd name="connsiteY6" fmla="*/ 23198 h 112516"/>
                    <a:gd name="connsiteX7" fmla="*/ 2689 w 270412"/>
                    <a:gd name="connsiteY7" fmla="*/ 21293 h 112516"/>
                    <a:gd name="connsiteX8" fmla="*/ 77746 w 270412"/>
                    <a:gd name="connsiteY8" fmla="*/ 243 h 112516"/>
                    <a:gd name="connsiteX9" fmla="*/ 101654 w 270412"/>
                    <a:gd name="connsiteY9" fmla="*/ 4719 h 112516"/>
                    <a:gd name="connsiteX10" fmla="*/ 253102 w 270412"/>
                    <a:gd name="connsiteY10" fmla="*/ 45962 h 112516"/>
                    <a:gd name="connsiteX11" fmla="*/ 269675 w 270412"/>
                    <a:gd name="connsiteY11" fmla="*/ 49487 h 112516"/>
                    <a:gd name="connsiteX12" fmla="*/ 265674 w 270412"/>
                    <a:gd name="connsiteY12" fmla="*/ 62536 h 112516"/>
                    <a:gd name="connsiteX13" fmla="*/ 253959 w 270412"/>
                    <a:gd name="connsiteY13" fmla="*/ 98350 h 112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0412" h="112516">
                      <a:moveTo>
                        <a:pt x="253959" y="98350"/>
                      </a:moveTo>
                      <a:cubicBezTo>
                        <a:pt x="253768" y="101969"/>
                        <a:pt x="253673" y="105970"/>
                        <a:pt x="251482" y="108827"/>
                      </a:cubicBezTo>
                      <a:cubicBezTo>
                        <a:pt x="247577" y="113971"/>
                        <a:pt x="239576" y="112828"/>
                        <a:pt x="233385" y="110828"/>
                      </a:cubicBezTo>
                      <a:cubicBezTo>
                        <a:pt x="191094" y="96921"/>
                        <a:pt x="156232" y="66251"/>
                        <a:pt x="115179" y="49106"/>
                      </a:cubicBezTo>
                      <a:cubicBezTo>
                        <a:pt x="81270" y="34913"/>
                        <a:pt x="44028" y="30437"/>
                        <a:pt x="7261" y="28913"/>
                      </a:cubicBezTo>
                      <a:cubicBezTo>
                        <a:pt x="5452" y="28818"/>
                        <a:pt x="3547" y="28722"/>
                        <a:pt x="2022" y="27770"/>
                      </a:cubicBezTo>
                      <a:cubicBezTo>
                        <a:pt x="499" y="26817"/>
                        <a:pt x="-549" y="24722"/>
                        <a:pt x="308" y="23198"/>
                      </a:cubicBezTo>
                      <a:cubicBezTo>
                        <a:pt x="784" y="22341"/>
                        <a:pt x="1737" y="21769"/>
                        <a:pt x="2689" y="21293"/>
                      </a:cubicBezTo>
                      <a:cubicBezTo>
                        <a:pt x="25930" y="8910"/>
                        <a:pt x="51457" y="-1758"/>
                        <a:pt x="77746" y="243"/>
                      </a:cubicBezTo>
                      <a:cubicBezTo>
                        <a:pt x="85842" y="814"/>
                        <a:pt x="93748" y="2624"/>
                        <a:pt x="101654" y="4719"/>
                      </a:cubicBezTo>
                      <a:cubicBezTo>
                        <a:pt x="152422" y="18150"/>
                        <a:pt x="200619" y="44724"/>
                        <a:pt x="253102" y="45962"/>
                      </a:cubicBezTo>
                      <a:cubicBezTo>
                        <a:pt x="257578" y="46058"/>
                        <a:pt x="267008" y="44915"/>
                        <a:pt x="269675" y="49487"/>
                      </a:cubicBezTo>
                      <a:cubicBezTo>
                        <a:pt x="272152" y="53678"/>
                        <a:pt x="267770" y="59202"/>
                        <a:pt x="265674" y="62536"/>
                      </a:cubicBezTo>
                      <a:cubicBezTo>
                        <a:pt x="258912" y="73394"/>
                        <a:pt x="254721" y="85682"/>
                        <a:pt x="253959" y="9835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07" name="Forme libre : forme 3006">
                  <a:extLst>
                    <a:ext uri="{FF2B5EF4-FFF2-40B4-BE49-F238E27FC236}">
                      <a16:creationId xmlns:a16="http://schemas.microsoft.com/office/drawing/2014/main" id="{0E552EDC-EB42-41AC-9455-6FA495A6EAC6}"/>
                    </a:ext>
                  </a:extLst>
                </p:cNvPr>
                <p:cNvSpPr/>
                <p:nvPr/>
              </p:nvSpPr>
              <p:spPr>
                <a:xfrm>
                  <a:off x="7241942" y="3407715"/>
                  <a:ext cx="339229" cy="63479"/>
                </a:xfrm>
                <a:custGeom>
                  <a:avLst/>
                  <a:gdLst>
                    <a:gd name="connsiteX0" fmla="*/ 214608 w 339229"/>
                    <a:gd name="connsiteY0" fmla="*/ 41382 h 63479"/>
                    <a:gd name="connsiteX1" fmla="*/ 179556 w 339229"/>
                    <a:gd name="connsiteY1" fmla="*/ 50335 h 63479"/>
                    <a:gd name="connsiteX2" fmla="*/ 112405 w 339229"/>
                    <a:gd name="connsiteY2" fmla="*/ 54622 h 63479"/>
                    <a:gd name="connsiteX3" fmla="*/ 200 w 339229"/>
                    <a:gd name="connsiteY3" fmla="*/ 63480 h 63479"/>
                    <a:gd name="connsiteX4" fmla="*/ 11154 w 339229"/>
                    <a:gd name="connsiteY4" fmla="*/ 47573 h 63479"/>
                    <a:gd name="connsiteX5" fmla="*/ 146218 w 339229"/>
                    <a:gd name="connsiteY5" fmla="*/ 14712 h 63479"/>
                    <a:gd name="connsiteX6" fmla="*/ 213655 w 339229"/>
                    <a:gd name="connsiteY6" fmla="*/ 13188 h 63479"/>
                    <a:gd name="connsiteX7" fmla="*/ 298333 w 339229"/>
                    <a:gd name="connsiteY7" fmla="*/ 8806 h 63479"/>
                    <a:gd name="connsiteX8" fmla="*/ 318335 w 339229"/>
                    <a:gd name="connsiteY8" fmla="*/ 3663 h 63479"/>
                    <a:gd name="connsiteX9" fmla="*/ 335575 w 339229"/>
                    <a:gd name="connsiteY9" fmla="*/ 329 h 63479"/>
                    <a:gd name="connsiteX10" fmla="*/ 339100 w 339229"/>
                    <a:gd name="connsiteY10" fmla="*/ 7949 h 63479"/>
                    <a:gd name="connsiteX11" fmla="*/ 331384 w 339229"/>
                    <a:gd name="connsiteY11" fmla="*/ 15474 h 63479"/>
                    <a:gd name="connsiteX12" fmla="*/ 256804 w 339229"/>
                    <a:gd name="connsiteY12" fmla="*/ 33000 h 63479"/>
                    <a:gd name="connsiteX13" fmla="*/ 214608 w 339229"/>
                    <a:gd name="connsiteY13" fmla="*/ 41382 h 63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9229" h="63479">
                      <a:moveTo>
                        <a:pt x="214608" y="41382"/>
                      </a:moveTo>
                      <a:cubicBezTo>
                        <a:pt x="202892" y="44335"/>
                        <a:pt x="191367" y="47954"/>
                        <a:pt x="179556" y="50335"/>
                      </a:cubicBezTo>
                      <a:cubicBezTo>
                        <a:pt x="157553" y="54622"/>
                        <a:pt x="134884" y="54145"/>
                        <a:pt x="112405" y="54622"/>
                      </a:cubicBezTo>
                      <a:cubicBezTo>
                        <a:pt x="74876" y="55574"/>
                        <a:pt x="37538" y="59479"/>
                        <a:pt x="200" y="63480"/>
                      </a:cubicBezTo>
                      <a:cubicBezTo>
                        <a:pt x="-1229" y="56717"/>
                        <a:pt x="5248" y="51097"/>
                        <a:pt x="11154" y="47573"/>
                      </a:cubicBezTo>
                      <a:cubicBezTo>
                        <a:pt x="51445" y="23761"/>
                        <a:pt x="99546" y="17379"/>
                        <a:pt x="146218" y="14712"/>
                      </a:cubicBezTo>
                      <a:cubicBezTo>
                        <a:pt x="168698" y="13473"/>
                        <a:pt x="191177" y="12902"/>
                        <a:pt x="213655" y="13188"/>
                      </a:cubicBezTo>
                      <a:cubicBezTo>
                        <a:pt x="241945" y="13473"/>
                        <a:pt x="270615" y="14997"/>
                        <a:pt x="298333" y="8806"/>
                      </a:cubicBezTo>
                      <a:cubicBezTo>
                        <a:pt x="305096" y="7282"/>
                        <a:pt x="311668" y="5377"/>
                        <a:pt x="318335" y="3663"/>
                      </a:cubicBezTo>
                      <a:cubicBezTo>
                        <a:pt x="322717" y="2520"/>
                        <a:pt x="331194" y="-1100"/>
                        <a:pt x="335575" y="329"/>
                      </a:cubicBezTo>
                      <a:cubicBezTo>
                        <a:pt x="338814" y="1377"/>
                        <a:pt x="339576" y="4901"/>
                        <a:pt x="339100" y="7949"/>
                      </a:cubicBezTo>
                      <a:cubicBezTo>
                        <a:pt x="338338" y="12426"/>
                        <a:pt x="335290" y="13950"/>
                        <a:pt x="331384" y="15474"/>
                      </a:cubicBezTo>
                      <a:cubicBezTo>
                        <a:pt x="307477" y="24713"/>
                        <a:pt x="281950" y="28714"/>
                        <a:pt x="256804" y="33000"/>
                      </a:cubicBezTo>
                      <a:cubicBezTo>
                        <a:pt x="242707" y="35381"/>
                        <a:pt x="228610" y="37857"/>
                        <a:pt x="214608" y="41382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08" name="Forme libre : forme 3007">
                  <a:extLst>
                    <a:ext uri="{FF2B5EF4-FFF2-40B4-BE49-F238E27FC236}">
                      <a16:creationId xmlns:a16="http://schemas.microsoft.com/office/drawing/2014/main" id="{FE3EE1A2-C21C-4A64-8F4F-1DAC30CB6EAB}"/>
                    </a:ext>
                  </a:extLst>
                </p:cNvPr>
                <p:cNvSpPr/>
                <p:nvPr/>
              </p:nvSpPr>
              <p:spPr>
                <a:xfrm>
                  <a:off x="7227020" y="3384608"/>
                  <a:ext cx="150477" cy="22923"/>
                </a:xfrm>
                <a:custGeom>
                  <a:avLst/>
                  <a:gdLst>
                    <a:gd name="connsiteX0" fmla="*/ 83703 w 150477"/>
                    <a:gd name="connsiteY0" fmla="*/ 12292 h 22923"/>
                    <a:gd name="connsiteX1" fmla="*/ 36078 w 150477"/>
                    <a:gd name="connsiteY1" fmla="*/ 22293 h 22923"/>
                    <a:gd name="connsiteX2" fmla="*/ 13599 w 150477"/>
                    <a:gd name="connsiteY2" fmla="*/ 20103 h 22923"/>
                    <a:gd name="connsiteX3" fmla="*/ 2264 w 150477"/>
                    <a:gd name="connsiteY3" fmla="*/ 10768 h 22923"/>
                    <a:gd name="connsiteX4" fmla="*/ 74 w 150477"/>
                    <a:gd name="connsiteY4" fmla="*/ 7434 h 22923"/>
                    <a:gd name="connsiteX5" fmla="*/ 2455 w 150477"/>
                    <a:gd name="connsiteY5" fmla="*/ 2767 h 22923"/>
                    <a:gd name="connsiteX6" fmla="*/ 7789 w 150477"/>
                    <a:gd name="connsiteY6" fmla="*/ 1529 h 22923"/>
                    <a:gd name="connsiteX7" fmla="*/ 22457 w 150477"/>
                    <a:gd name="connsiteY7" fmla="*/ 3624 h 22923"/>
                    <a:gd name="connsiteX8" fmla="*/ 104277 w 150477"/>
                    <a:gd name="connsiteY8" fmla="*/ 2576 h 22923"/>
                    <a:gd name="connsiteX9" fmla="*/ 145234 w 150477"/>
                    <a:gd name="connsiteY9" fmla="*/ 5 h 22923"/>
                    <a:gd name="connsiteX10" fmla="*/ 147711 w 150477"/>
                    <a:gd name="connsiteY10" fmla="*/ 5625 h 22923"/>
                    <a:gd name="connsiteX11" fmla="*/ 129519 w 150477"/>
                    <a:gd name="connsiteY11" fmla="*/ 6767 h 22923"/>
                    <a:gd name="connsiteX12" fmla="*/ 83703 w 150477"/>
                    <a:gd name="connsiteY12" fmla="*/ 12292 h 22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77" h="22923">
                      <a:moveTo>
                        <a:pt x="83703" y="12292"/>
                      </a:moveTo>
                      <a:cubicBezTo>
                        <a:pt x="67796" y="15531"/>
                        <a:pt x="52175" y="20293"/>
                        <a:pt x="36078" y="22293"/>
                      </a:cubicBezTo>
                      <a:cubicBezTo>
                        <a:pt x="28458" y="23246"/>
                        <a:pt x="20457" y="23532"/>
                        <a:pt x="13599" y="20103"/>
                      </a:cubicBezTo>
                      <a:cubicBezTo>
                        <a:pt x="9218" y="17912"/>
                        <a:pt x="5694" y="14292"/>
                        <a:pt x="2264" y="10768"/>
                      </a:cubicBezTo>
                      <a:cubicBezTo>
                        <a:pt x="1312" y="9816"/>
                        <a:pt x="360" y="8768"/>
                        <a:pt x="74" y="7434"/>
                      </a:cubicBezTo>
                      <a:cubicBezTo>
                        <a:pt x="-307" y="5625"/>
                        <a:pt x="836" y="3720"/>
                        <a:pt x="2455" y="2767"/>
                      </a:cubicBezTo>
                      <a:cubicBezTo>
                        <a:pt x="4074" y="1815"/>
                        <a:pt x="5979" y="1624"/>
                        <a:pt x="7789" y="1529"/>
                      </a:cubicBezTo>
                      <a:cubicBezTo>
                        <a:pt x="12742" y="1434"/>
                        <a:pt x="17600" y="2672"/>
                        <a:pt x="22457" y="3624"/>
                      </a:cubicBezTo>
                      <a:cubicBezTo>
                        <a:pt x="49508" y="8768"/>
                        <a:pt x="77131" y="5339"/>
                        <a:pt x="104277" y="2576"/>
                      </a:cubicBezTo>
                      <a:cubicBezTo>
                        <a:pt x="117898" y="1243"/>
                        <a:pt x="131518" y="-91"/>
                        <a:pt x="145234" y="5"/>
                      </a:cubicBezTo>
                      <a:cubicBezTo>
                        <a:pt x="149806" y="5"/>
                        <a:pt x="153045" y="2196"/>
                        <a:pt x="147711" y="5625"/>
                      </a:cubicBezTo>
                      <a:cubicBezTo>
                        <a:pt x="143425" y="8387"/>
                        <a:pt x="134567" y="6577"/>
                        <a:pt x="129519" y="6767"/>
                      </a:cubicBezTo>
                      <a:cubicBezTo>
                        <a:pt x="114088" y="7339"/>
                        <a:pt x="98752" y="9149"/>
                        <a:pt x="83703" y="12292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3009" name="Forme libre : forme 3008">
                <a:extLst>
                  <a:ext uri="{FF2B5EF4-FFF2-40B4-BE49-F238E27FC236}">
                    <a16:creationId xmlns:a16="http://schemas.microsoft.com/office/drawing/2014/main" id="{FE496A1E-9704-453B-957F-1CB16F6DBB20}"/>
                  </a:ext>
                </a:extLst>
              </p:cNvPr>
              <p:cNvSpPr/>
              <p:nvPr/>
            </p:nvSpPr>
            <p:spPr>
              <a:xfrm>
                <a:off x="7722200" y="3309574"/>
                <a:ext cx="110635" cy="59798"/>
              </a:xfrm>
              <a:custGeom>
                <a:avLst/>
                <a:gdLst>
                  <a:gd name="connsiteX0" fmla="*/ 54009 w 110635"/>
                  <a:gd name="connsiteY0" fmla="*/ 18460 h 59798"/>
                  <a:gd name="connsiteX1" fmla="*/ 6003 w 110635"/>
                  <a:gd name="connsiteY1" fmla="*/ 50940 h 59798"/>
                  <a:gd name="connsiteX2" fmla="*/ 2 w 110635"/>
                  <a:gd name="connsiteY2" fmla="*/ 59798 h 59798"/>
                  <a:gd name="connsiteX3" fmla="*/ 22100 w 110635"/>
                  <a:gd name="connsiteY3" fmla="*/ 50654 h 59798"/>
                  <a:gd name="connsiteX4" fmla="*/ 48104 w 110635"/>
                  <a:gd name="connsiteY4" fmla="*/ 40748 h 59798"/>
                  <a:gd name="connsiteX5" fmla="*/ 101444 w 110635"/>
                  <a:gd name="connsiteY5" fmla="*/ 21603 h 59798"/>
                  <a:gd name="connsiteX6" fmla="*/ 107921 w 110635"/>
                  <a:gd name="connsiteY6" fmla="*/ 4077 h 59798"/>
                  <a:gd name="connsiteX7" fmla="*/ 83917 w 110635"/>
                  <a:gd name="connsiteY7" fmla="*/ 2839 h 59798"/>
                  <a:gd name="connsiteX8" fmla="*/ 54009 w 110635"/>
                  <a:gd name="connsiteY8" fmla="*/ 18460 h 59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635" h="59798">
                    <a:moveTo>
                      <a:pt x="54009" y="18460"/>
                    </a:moveTo>
                    <a:cubicBezTo>
                      <a:pt x="37626" y="28747"/>
                      <a:pt x="21243" y="39034"/>
                      <a:pt x="6003" y="50940"/>
                    </a:cubicBezTo>
                    <a:cubicBezTo>
                      <a:pt x="3050" y="53226"/>
                      <a:pt x="-93" y="56084"/>
                      <a:pt x="2" y="59798"/>
                    </a:cubicBezTo>
                    <a:cubicBezTo>
                      <a:pt x="7337" y="56751"/>
                      <a:pt x="14671" y="53703"/>
                      <a:pt x="22100" y="50654"/>
                    </a:cubicBezTo>
                    <a:cubicBezTo>
                      <a:pt x="30673" y="47130"/>
                      <a:pt x="39245" y="43606"/>
                      <a:pt x="48104" y="40748"/>
                    </a:cubicBezTo>
                    <a:cubicBezTo>
                      <a:pt x="66010" y="34938"/>
                      <a:pt x="85346" y="31986"/>
                      <a:pt x="101444" y="21603"/>
                    </a:cubicBezTo>
                    <a:cubicBezTo>
                      <a:pt x="107635" y="17603"/>
                      <a:pt x="114588" y="11221"/>
                      <a:pt x="107921" y="4077"/>
                    </a:cubicBezTo>
                    <a:cubicBezTo>
                      <a:pt x="101729" y="-2590"/>
                      <a:pt x="91252" y="363"/>
                      <a:pt x="83917" y="2839"/>
                    </a:cubicBezTo>
                    <a:cubicBezTo>
                      <a:pt x="73154" y="6459"/>
                      <a:pt x="63534" y="12554"/>
                      <a:pt x="54009" y="18460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10" name="Forme libre : forme 3009">
                <a:extLst>
                  <a:ext uri="{FF2B5EF4-FFF2-40B4-BE49-F238E27FC236}">
                    <a16:creationId xmlns:a16="http://schemas.microsoft.com/office/drawing/2014/main" id="{E46AD29F-4FDC-4803-8DB9-C50FE5CAB829}"/>
                  </a:ext>
                </a:extLst>
              </p:cNvPr>
              <p:cNvSpPr/>
              <p:nvPr/>
            </p:nvSpPr>
            <p:spPr>
              <a:xfrm>
                <a:off x="7829710" y="3421802"/>
                <a:ext cx="56930" cy="21926"/>
              </a:xfrm>
              <a:custGeom>
                <a:avLst/>
                <a:gdLst>
                  <a:gd name="connsiteX0" fmla="*/ 3173 w 56930"/>
                  <a:gd name="connsiteY0" fmla="*/ 11292 h 21926"/>
                  <a:gd name="connsiteX1" fmla="*/ 316 w 56930"/>
                  <a:gd name="connsiteY1" fmla="*/ 15960 h 21926"/>
                  <a:gd name="connsiteX2" fmla="*/ 2888 w 56930"/>
                  <a:gd name="connsiteY2" fmla="*/ 17293 h 21926"/>
                  <a:gd name="connsiteX3" fmla="*/ 56894 w 56930"/>
                  <a:gd name="connsiteY3" fmla="*/ 7768 h 21926"/>
                  <a:gd name="connsiteX4" fmla="*/ 3173 w 56930"/>
                  <a:gd name="connsiteY4" fmla="*/ 11292 h 21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930" h="21926">
                    <a:moveTo>
                      <a:pt x="3173" y="11292"/>
                    </a:moveTo>
                    <a:cubicBezTo>
                      <a:pt x="1364" y="12245"/>
                      <a:pt x="-827" y="14150"/>
                      <a:pt x="316" y="15960"/>
                    </a:cubicBezTo>
                    <a:cubicBezTo>
                      <a:pt x="887" y="16817"/>
                      <a:pt x="1935" y="17103"/>
                      <a:pt x="2888" y="17293"/>
                    </a:cubicBezTo>
                    <a:cubicBezTo>
                      <a:pt x="15746" y="19960"/>
                      <a:pt x="54989" y="30152"/>
                      <a:pt x="56894" y="7768"/>
                    </a:cubicBezTo>
                    <a:cubicBezTo>
                      <a:pt x="58419" y="-9853"/>
                      <a:pt x="10889" y="7482"/>
                      <a:pt x="3173" y="11292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11" name="Forme libre : forme 3010">
                <a:extLst>
                  <a:ext uri="{FF2B5EF4-FFF2-40B4-BE49-F238E27FC236}">
                    <a16:creationId xmlns:a16="http://schemas.microsoft.com/office/drawing/2014/main" id="{F9C5DCF4-8FDF-4B8E-B7F9-93C921335F62}"/>
                  </a:ext>
                </a:extLst>
              </p:cNvPr>
              <p:cNvSpPr/>
              <p:nvPr/>
            </p:nvSpPr>
            <p:spPr>
              <a:xfrm>
                <a:off x="7759850" y="3495293"/>
                <a:ext cx="76134" cy="39545"/>
              </a:xfrm>
              <a:custGeom>
                <a:avLst/>
                <a:gdLst>
                  <a:gd name="connsiteX0" fmla="*/ 43792 w 76134"/>
                  <a:gd name="connsiteY0" fmla="*/ 10573 h 39545"/>
                  <a:gd name="connsiteX1" fmla="*/ 5692 w 76134"/>
                  <a:gd name="connsiteY1" fmla="*/ 0 h 39545"/>
                  <a:gd name="connsiteX2" fmla="*/ 1215 w 76134"/>
                  <a:gd name="connsiteY2" fmla="*/ 1143 h 39545"/>
                  <a:gd name="connsiteX3" fmla="*/ 548 w 76134"/>
                  <a:gd name="connsiteY3" fmla="*/ 6572 h 39545"/>
                  <a:gd name="connsiteX4" fmla="*/ 4548 w 76134"/>
                  <a:gd name="connsiteY4" fmla="*/ 10859 h 39545"/>
                  <a:gd name="connsiteX5" fmla="*/ 63889 w 76134"/>
                  <a:gd name="connsiteY5" fmla="*/ 39434 h 39545"/>
                  <a:gd name="connsiteX6" fmla="*/ 75605 w 76134"/>
                  <a:gd name="connsiteY6" fmla="*/ 29242 h 39545"/>
                  <a:gd name="connsiteX7" fmla="*/ 43792 w 76134"/>
                  <a:gd name="connsiteY7" fmla="*/ 10573 h 39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134" h="39545">
                    <a:moveTo>
                      <a:pt x="43792" y="10573"/>
                    </a:moveTo>
                    <a:cubicBezTo>
                      <a:pt x="31695" y="5144"/>
                      <a:pt x="19026" y="95"/>
                      <a:pt x="5692" y="0"/>
                    </a:cubicBezTo>
                    <a:cubicBezTo>
                      <a:pt x="4167" y="0"/>
                      <a:pt x="2453" y="95"/>
                      <a:pt x="1215" y="1143"/>
                    </a:cubicBezTo>
                    <a:cubicBezTo>
                      <a:pt x="-214" y="2477"/>
                      <a:pt x="-309" y="4763"/>
                      <a:pt x="548" y="6572"/>
                    </a:cubicBezTo>
                    <a:cubicBezTo>
                      <a:pt x="1405" y="8287"/>
                      <a:pt x="2929" y="9620"/>
                      <a:pt x="4548" y="10859"/>
                    </a:cubicBezTo>
                    <a:cubicBezTo>
                      <a:pt x="19789" y="22765"/>
                      <a:pt x="43410" y="41148"/>
                      <a:pt x="63889" y="39434"/>
                    </a:cubicBezTo>
                    <a:cubicBezTo>
                      <a:pt x="69699" y="38957"/>
                      <a:pt x="78367" y="36671"/>
                      <a:pt x="75605" y="29242"/>
                    </a:cubicBezTo>
                    <a:cubicBezTo>
                      <a:pt x="72367" y="19907"/>
                      <a:pt x="51888" y="14192"/>
                      <a:pt x="43792" y="10573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12" name="Forme libre : forme 3011">
                <a:extLst>
                  <a:ext uri="{FF2B5EF4-FFF2-40B4-BE49-F238E27FC236}">
                    <a16:creationId xmlns:a16="http://schemas.microsoft.com/office/drawing/2014/main" id="{C568BF61-6C02-423B-B9FE-AFB37C5BD020}"/>
                  </a:ext>
                </a:extLst>
              </p:cNvPr>
              <p:cNvSpPr/>
              <p:nvPr/>
            </p:nvSpPr>
            <p:spPr>
              <a:xfrm>
                <a:off x="7583328" y="3403758"/>
                <a:ext cx="170401" cy="38861"/>
              </a:xfrm>
              <a:custGeom>
                <a:avLst/>
                <a:gdLst>
                  <a:gd name="connsiteX0" fmla="*/ 100203 w 170401"/>
                  <a:gd name="connsiteY0" fmla="*/ 17240 h 38861"/>
                  <a:gd name="connsiteX1" fmla="*/ 143923 w 170401"/>
                  <a:gd name="connsiteY1" fmla="*/ 38862 h 38861"/>
                  <a:gd name="connsiteX2" fmla="*/ 92678 w 170401"/>
                  <a:gd name="connsiteY2" fmla="*/ 22765 h 38861"/>
                  <a:gd name="connsiteX3" fmla="*/ 38005 w 170401"/>
                  <a:gd name="connsiteY3" fmla="*/ 26670 h 38861"/>
                  <a:gd name="connsiteX4" fmla="*/ 0 w 170401"/>
                  <a:gd name="connsiteY4" fmla="*/ 34862 h 38861"/>
                  <a:gd name="connsiteX5" fmla="*/ 100679 w 170401"/>
                  <a:gd name="connsiteY5" fmla="*/ 9715 h 38861"/>
                  <a:gd name="connsiteX6" fmla="*/ 153352 w 170401"/>
                  <a:gd name="connsiteY6" fmla="*/ 2191 h 38861"/>
                  <a:gd name="connsiteX7" fmla="*/ 170402 w 170401"/>
                  <a:gd name="connsiteY7" fmla="*/ 0 h 38861"/>
                  <a:gd name="connsiteX8" fmla="*/ 158019 w 170401"/>
                  <a:gd name="connsiteY8" fmla="*/ 3715 h 38861"/>
                  <a:gd name="connsiteX9" fmla="*/ 138779 w 170401"/>
                  <a:gd name="connsiteY9" fmla="*/ 7334 h 38861"/>
                  <a:gd name="connsiteX10" fmla="*/ 100203 w 170401"/>
                  <a:gd name="connsiteY10" fmla="*/ 17240 h 38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0401" h="38861">
                    <a:moveTo>
                      <a:pt x="100203" y="17240"/>
                    </a:moveTo>
                    <a:cubicBezTo>
                      <a:pt x="113633" y="26575"/>
                      <a:pt x="128397" y="33814"/>
                      <a:pt x="143923" y="38862"/>
                    </a:cubicBezTo>
                    <a:cubicBezTo>
                      <a:pt x="126016" y="37624"/>
                      <a:pt x="110204" y="26575"/>
                      <a:pt x="92678" y="22765"/>
                    </a:cubicBezTo>
                    <a:cubicBezTo>
                      <a:pt x="74676" y="18859"/>
                      <a:pt x="56007" y="22765"/>
                      <a:pt x="38005" y="26670"/>
                    </a:cubicBezTo>
                    <a:cubicBezTo>
                      <a:pt x="25336" y="29432"/>
                      <a:pt x="12668" y="32099"/>
                      <a:pt x="0" y="34862"/>
                    </a:cubicBezTo>
                    <a:cubicBezTo>
                      <a:pt x="32385" y="22574"/>
                      <a:pt x="66484" y="15145"/>
                      <a:pt x="100679" y="9715"/>
                    </a:cubicBezTo>
                    <a:cubicBezTo>
                      <a:pt x="118205" y="6858"/>
                      <a:pt x="135826" y="4572"/>
                      <a:pt x="153352" y="2191"/>
                    </a:cubicBezTo>
                    <a:cubicBezTo>
                      <a:pt x="159067" y="1524"/>
                      <a:pt x="164687" y="381"/>
                      <a:pt x="170402" y="0"/>
                    </a:cubicBezTo>
                    <a:cubicBezTo>
                      <a:pt x="166592" y="2953"/>
                      <a:pt x="162591" y="2953"/>
                      <a:pt x="158019" y="3715"/>
                    </a:cubicBezTo>
                    <a:cubicBezTo>
                      <a:pt x="151543" y="4763"/>
                      <a:pt x="145161" y="6001"/>
                      <a:pt x="138779" y="7334"/>
                    </a:cubicBezTo>
                    <a:cubicBezTo>
                      <a:pt x="125730" y="10096"/>
                      <a:pt x="112871" y="13335"/>
                      <a:pt x="100203" y="17240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3013" name="Graphique 11">
              <a:extLst>
                <a:ext uri="{FF2B5EF4-FFF2-40B4-BE49-F238E27FC236}">
                  <a16:creationId xmlns:a16="http://schemas.microsoft.com/office/drawing/2014/main" id="{78A59C32-8DD5-4436-9861-BEA2C0C7EED2}"/>
                </a:ext>
              </a:extLst>
            </p:cNvPr>
            <p:cNvGrpSpPr/>
            <p:nvPr/>
          </p:nvGrpSpPr>
          <p:grpSpPr>
            <a:xfrm>
              <a:off x="4125087" y="3244119"/>
              <a:ext cx="846093" cy="371094"/>
              <a:chOff x="4125087" y="3244119"/>
              <a:chExt cx="846093" cy="371094"/>
            </a:xfrm>
            <a:solidFill>
              <a:schemeClr val="accent1"/>
            </a:solidFill>
          </p:grpSpPr>
          <p:grpSp>
            <p:nvGrpSpPr>
              <p:cNvPr id="3014" name="Graphique 11">
                <a:extLst>
                  <a:ext uri="{FF2B5EF4-FFF2-40B4-BE49-F238E27FC236}">
                    <a16:creationId xmlns:a16="http://schemas.microsoft.com/office/drawing/2014/main" id="{119EA8C5-8E77-428C-A787-9BF39088FFD1}"/>
                  </a:ext>
                </a:extLst>
              </p:cNvPr>
              <p:cNvGrpSpPr/>
              <p:nvPr/>
            </p:nvGrpSpPr>
            <p:grpSpPr>
              <a:xfrm>
                <a:off x="4125087" y="3244119"/>
                <a:ext cx="846093" cy="371094"/>
                <a:chOff x="4125087" y="3244119"/>
                <a:chExt cx="846093" cy="371094"/>
              </a:xfrm>
              <a:solidFill>
                <a:schemeClr val="accent1"/>
              </a:solidFill>
            </p:grpSpPr>
            <p:sp>
              <p:nvSpPr>
                <p:cNvPr id="3015" name="Forme libre : forme 3014">
                  <a:extLst>
                    <a:ext uri="{FF2B5EF4-FFF2-40B4-BE49-F238E27FC236}">
                      <a16:creationId xmlns:a16="http://schemas.microsoft.com/office/drawing/2014/main" id="{0D359A67-FD3B-4DDE-83A5-8B692389D30C}"/>
                    </a:ext>
                  </a:extLst>
                </p:cNvPr>
                <p:cNvSpPr/>
                <p:nvPr/>
              </p:nvSpPr>
              <p:spPr>
                <a:xfrm>
                  <a:off x="4206430" y="3246595"/>
                  <a:ext cx="764750" cy="366521"/>
                </a:xfrm>
                <a:custGeom>
                  <a:avLst/>
                  <a:gdLst>
                    <a:gd name="connsiteX0" fmla="*/ 66008 w 764750"/>
                    <a:gd name="connsiteY0" fmla="*/ 366522 h 366521"/>
                    <a:gd name="connsiteX1" fmla="*/ 220409 w 764750"/>
                    <a:gd name="connsiteY1" fmla="*/ 298418 h 366521"/>
                    <a:gd name="connsiteX2" fmla="*/ 417862 w 764750"/>
                    <a:gd name="connsiteY2" fmla="*/ 236125 h 366521"/>
                    <a:gd name="connsiteX3" fmla="*/ 695039 w 764750"/>
                    <a:gd name="connsiteY3" fmla="*/ 232696 h 366521"/>
                    <a:gd name="connsiteX4" fmla="*/ 759143 w 764750"/>
                    <a:gd name="connsiteY4" fmla="*/ 240601 h 366521"/>
                    <a:gd name="connsiteX5" fmla="*/ 735616 w 764750"/>
                    <a:gd name="connsiteY5" fmla="*/ 188881 h 366521"/>
                    <a:gd name="connsiteX6" fmla="*/ 735616 w 764750"/>
                    <a:gd name="connsiteY6" fmla="*/ 177641 h 366521"/>
                    <a:gd name="connsiteX7" fmla="*/ 759143 w 764750"/>
                    <a:gd name="connsiteY7" fmla="*/ 125921 h 366521"/>
                    <a:gd name="connsiteX8" fmla="*/ 695039 w 764750"/>
                    <a:gd name="connsiteY8" fmla="*/ 133826 h 366521"/>
                    <a:gd name="connsiteX9" fmla="*/ 417862 w 764750"/>
                    <a:gd name="connsiteY9" fmla="*/ 130397 h 366521"/>
                    <a:gd name="connsiteX10" fmla="*/ 220409 w 764750"/>
                    <a:gd name="connsiteY10" fmla="*/ 68104 h 366521"/>
                    <a:gd name="connsiteX11" fmla="*/ 66008 w 764750"/>
                    <a:gd name="connsiteY11" fmla="*/ 0 h 366521"/>
                    <a:gd name="connsiteX12" fmla="*/ 0 w 764750"/>
                    <a:gd name="connsiteY12" fmla="*/ 181832 h 366521"/>
                    <a:gd name="connsiteX13" fmla="*/ 66008 w 764750"/>
                    <a:gd name="connsiteY13" fmla="*/ 366522 h 366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64750" h="366521">
                      <a:moveTo>
                        <a:pt x="66008" y="366522"/>
                      </a:moveTo>
                      <a:cubicBezTo>
                        <a:pt x="66008" y="366522"/>
                        <a:pt x="124111" y="352044"/>
                        <a:pt x="220409" y="298418"/>
                      </a:cubicBezTo>
                      <a:cubicBezTo>
                        <a:pt x="316706" y="244792"/>
                        <a:pt x="342329" y="238220"/>
                        <a:pt x="417862" y="236125"/>
                      </a:cubicBezTo>
                      <a:cubicBezTo>
                        <a:pt x="493395" y="234029"/>
                        <a:pt x="679133" y="232410"/>
                        <a:pt x="695039" y="232696"/>
                      </a:cubicBezTo>
                      <a:cubicBezTo>
                        <a:pt x="710851" y="232981"/>
                        <a:pt x="745712" y="231362"/>
                        <a:pt x="759143" y="240601"/>
                      </a:cubicBezTo>
                      <a:cubicBezTo>
                        <a:pt x="772573" y="249841"/>
                        <a:pt x="760762" y="198120"/>
                        <a:pt x="735616" y="188881"/>
                      </a:cubicBezTo>
                      <a:lnTo>
                        <a:pt x="735616" y="177641"/>
                      </a:lnTo>
                      <a:cubicBezTo>
                        <a:pt x="760667" y="168402"/>
                        <a:pt x="772573" y="116681"/>
                        <a:pt x="759143" y="125921"/>
                      </a:cubicBezTo>
                      <a:cubicBezTo>
                        <a:pt x="745712" y="135160"/>
                        <a:pt x="710851" y="133540"/>
                        <a:pt x="695039" y="133826"/>
                      </a:cubicBezTo>
                      <a:cubicBezTo>
                        <a:pt x="679228" y="134112"/>
                        <a:pt x="493395" y="132493"/>
                        <a:pt x="417862" y="130397"/>
                      </a:cubicBezTo>
                      <a:cubicBezTo>
                        <a:pt x="342329" y="128302"/>
                        <a:pt x="316802" y="121729"/>
                        <a:pt x="220409" y="68104"/>
                      </a:cubicBezTo>
                      <a:cubicBezTo>
                        <a:pt x="124016" y="14478"/>
                        <a:pt x="66008" y="0"/>
                        <a:pt x="66008" y="0"/>
                      </a:cubicBezTo>
                      <a:lnTo>
                        <a:pt x="0" y="181832"/>
                      </a:lnTo>
                      <a:lnTo>
                        <a:pt x="66008" y="366522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3016" name="Graphique 11">
                  <a:extLst>
                    <a:ext uri="{FF2B5EF4-FFF2-40B4-BE49-F238E27FC236}">
                      <a16:creationId xmlns:a16="http://schemas.microsoft.com/office/drawing/2014/main" id="{CF34CF1A-99CD-44FE-AC56-E79559959509}"/>
                    </a:ext>
                  </a:extLst>
                </p:cNvPr>
                <p:cNvGrpSpPr/>
                <p:nvPr/>
              </p:nvGrpSpPr>
              <p:grpSpPr>
                <a:xfrm>
                  <a:off x="4125087" y="3365562"/>
                  <a:ext cx="153257" cy="128778"/>
                  <a:chOff x="4125087" y="3365562"/>
                  <a:chExt cx="153257" cy="128778"/>
                </a:xfrm>
                <a:solidFill>
                  <a:schemeClr val="accent1"/>
                </a:solidFill>
              </p:grpSpPr>
              <p:sp>
                <p:nvSpPr>
                  <p:cNvPr id="3017" name="Forme libre : forme 3016">
                    <a:extLst>
                      <a:ext uri="{FF2B5EF4-FFF2-40B4-BE49-F238E27FC236}">
                        <a16:creationId xmlns:a16="http://schemas.microsoft.com/office/drawing/2014/main" id="{35E22123-3DD4-4FCA-AFDC-4257B3A2E411}"/>
                      </a:ext>
                    </a:extLst>
                  </p:cNvPr>
                  <p:cNvSpPr/>
                  <p:nvPr/>
                </p:nvSpPr>
                <p:spPr>
                  <a:xfrm>
                    <a:off x="4125087" y="3365563"/>
                    <a:ext cx="153161" cy="128777"/>
                  </a:xfrm>
                  <a:custGeom>
                    <a:avLst/>
                    <a:gdLst>
                      <a:gd name="connsiteX0" fmla="*/ 153162 w 153161"/>
                      <a:gd name="connsiteY0" fmla="*/ 64389 h 128777"/>
                      <a:gd name="connsiteX1" fmla="*/ 76581 w 153161"/>
                      <a:gd name="connsiteY1" fmla="*/ 128778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2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2" y="64389"/>
                        </a:moveTo>
                        <a:cubicBezTo>
                          <a:pt x="153162" y="99950"/>
                          <a:pt x="118876" y="128778"/>
                          <a:pt x="76581" y="128778"/>
                        </a:cubicBezTo>
                        <a:cubicBezTo>
                          <a:pt x="34287" y="128778"/>
                          <a:pt x="0" y="99950"/>
                          <a:pt x="0" y="64389"/>
                        </a:cubicBezTo>
                        <a:cubicBezTo>
                          <a:pt x="0" y="28828"/>
                          <a:pt x="34287" y="0"/>
                          <a:pt x="76581" y="0"/>
                        </a:cubicBezTo>
                        <a:cubicBezTo>
                          <a:pt x="118876" y="0"/>
                          <a:pt x="153162" y="28828"/>
                          <a:pt x="153162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18" name="Forme libre : forme 3017">
                    <a:extLst>
                      <a:ext uri="{FF2B5EF4-FFF2-40B4-BE49-F238E27FC236}">
                        <a16:creationId xmlns:a16="http://schemas.microsoft.com/office/drawing/2014/main" id="{269E5FC1-3BBC-4E47-A217-C21DDF4A10E5}"/>
                      </a:ext>
                    </a:extLst>
                  </p:cNvPr>
                  <p:cNvSpPr/>
                  <p:nvPr/>
                </p:nvSpPr>
                <p:spPr>
                  <a:xfrm>
                    <a:off x="4168140" y="3365562"/>
                    <a:ext cx="110204" cy="128016"/>
                  </a:xfrm>
                  <a:custGeom>
                    <a:avLst/>
                    <a:gdLst>
                      <a:gd name="connsiteX0" fmla="*/ 0 w 110204"/>
                      <a:gd name="connsiteY0" fmla="*/ 6572 h 128016"/>
                      <a:gd name="connsiteX1" fmla="*/ 11430 w 110204"/>
                      <a:gd name="connsiteY1" fmla="*/ 5810 h 128016"/>
                      <a:gd name="connsiteX2" fmla="*/ 88011 w 110204"/>
                      <a:gd name="connsiteY2" fmla="*/ 70199 h 128016"/>
                      <a:gd name="connsiteX3" fmla="*/ 45053 w 110204"/>
                      <a:gd name="connsiteY3" fmla="*/ 128016 h 128016"/>
                      <a:gd name="connsiteX4" fmla="*/ 110204 w 110204"/>
                      <a:gd name="connsiteY4" fmla="*/ 64389 h 128016"/>
                      <a:gd name="connsiteX5" fmla="*/ 33623 w 110204"/>
                      <a:gd name="connsiteY5" fmla="*/ 0 h 128016"/>
                      <a:gd name="connsiteX6" fmla="*/ 0 w 110204"/>
                      <a:gd name="connsiteY6" fmla="*/ 6572 h 128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204" h="128016">
                        <a:moveTo>
                          <a:pt x="0" y="6572"/>
                        </a:moveTo>
                        <a:cubicBezTo>
                          <a:pt x="3715" y="6096"/>
                          <a:pt x="7525" y="5810"/>
                          <a:pt x="11430" y="5810"/>
                        </a:cubicBezTo>
                        <a:cubicBezTo>
                          <a:pt x="53721" y="5810"/>
                          <a:pt x="87725" y="34671"/>
                          <a:pt x="88011" y="70199"/>
                        </a:cubicBezTo>
                        <a:cubicBezTo>
                          <a:pt x="88201" y="98012"/>
                          <a:pt x="69151" y="122301"/>
                          <a:pt x="45053" y="128016"/>
                        </a:cubicBezTo>
                        <a:cubicBezTo>
                          <a:pt x="81915" y="123349"/>
                          <a:pt x="110204" y="96679"/>
                          <a:pt x="110204" y="64389"/>
                        </a:cubicBezTo>
                        <a:cubicBezTo>
                          <a:pt x="110204" y="28861"/>
                          <a:pt x="75914" y="0"/>
                          <a:pt x="33623" y="0"/>
                        </a:cubicBezTo>
                        <a:cubicBezTo>
                          <a:pt x="21526" y="0"/>
                          <a:pt x="10096" y="2381"/>
                          <a:pt x="0" y="657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19" name="Forme libre : forme 3018">
                    <a:extLst>
                      <a:ext uri="{FF2B5EF4-FFF2-40B4-BE49-F238E27FC236}">
                        <a16:creationId xmlns:a16="http://schemas.microsoft.com/office/drawing/2014/main" id="{FDE426A9-BD2D-4ED4-8186-3417EA73FC2E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4143566" y="3412392"/>
                    <a:ext cx="59247" cy="74869"/>
                  </a:xfrm>
                  <a:custGeom>
                    <a:avLst/>
                    <a:gdLst>
                      <a:gd name="connsiteX0" fmla="*/ 59248 w 59247"/>
                      <a:gd name="connsiteY0" fmla="*/ 37435 h 74869"/>
                      <a:gd name="connsiteX1" fmla="*/ 29624 w 59247"/>
                      <a:gd name="connsiteY1" fmla="*/ 74869 h 74869"/>
                      <a:gd name="connsiteX2" fmla="*/ 0 w 59247"/>
                      <a:gd name="connsiteY2" fmla="*/ 37435 h 74869"/>
                      <a:gd name="connsiteX3" fmla="*/ 29624 w 59247"/>
                      <a:gd name="connsiteY3" fmla="*/ 0 h 74869"/>
                      <a:gd name="connsiteX4" fmla="*/ 59248 w 59247"/>
                      <a:gd name="connsiteY4" fmla="*/ 37435 h 74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7" h="74869">
                        <a:moveTo>
                          <a:pt x="59248" y="37435"/>
                        </a:moveTo>
                        <a:cubicBezTo>
                          <a:pt x="59248" y="58109"/>
                          <a:pt x="45985" y="74869"/>
                          <a:pt x="29624" y="74869"/>
                        </a:cubicBezTo>
                        <a:cubicBezTo>
                          <a:pt x="13263" y="74869"/>
                          <a:pt x="0" y="58109"/>
                          <a:pt x="0" y="37435"/>
                        </a:cubicBezTo>
                        <a:cubicBezTo>
                          <a:pt x="0" y="16760"/>
                          <a:pt x="13263" y="0"/>
                          <a:pt x="29624" y="0"/>
                        </a:cubicBezTo>
                        <a:cubicBezTo>
                          <a:pt x="45985" y="0"/>
                          <a:pt x="59248" y="16760"/>
                          <a:pt x="59248" y="3743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20" name="Forme libre : forme 3019">
                    <a:extLst>
                      <a:ext uri="{FF2B5EF4-FFF2-40B4-BE49-F238E27FC236}">
                        <a16:creationId xmlns:a16="http://schemas.microsoft.com/office/drawing/2014/main" id="{7651E5AF-B328-4DE5-BDFE-B126F95CABB2}"/>
                      </a:ext>
                    </a:extLst>
                  </p:cNvPr>
                  <p:cNvSpPr/>
                  <p:nvPr/>
                </p:nvSpPr>
                <p:spPr>
                  <a:xfrm>
                    <a:off x="4136231" y="3418522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4" y="17907"/>
                        </a:cubicBezTo>
                        <a:cubicBezTo>
                          <a:pt x="4009" y="17907"/>
                          <a:pt x="0" y="13899"/>
                          <a:pt x="0" y="8953"/>
                        </a:cubicBezTo>
                        <a:cubicBezTo>
                          <a:pt x="0" y="4009"/>
                          <a:pt x="4009" y="0"/>
                          <a:pt x="8954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3021" name="Graphique 11">
                  <a:extLst>
                    <a:ext uri="{FF2B5EF4-FFF2-40B4-BE49-F238E27FC236}">
                      <a16:creationId xmlns:a16="http://schemas.microsoft.com/office/drawing/2014/main" id="{25281AB9-7F3F-4F79-A9F3-AA4F9BA8A91B}"/>
                    </a:ext>
                  </a:extLst>
                </p:cNvPr>
                <p:cNvGrpSpPr/>
                <p:nvPr/>
              </p:nvGrpSpPr>
              <p:grpSpPr>
                <a:xfrm>
                  <a:off x="4176331" y="3486435"/>
                  <a:ext cx="153161" cy="128778"/>
                  <a:chOff x="4176331" y="3486435"/>
                  <a:chExt cx="153161" cy="128778"/>
                </a:xfrm>
                <a:solidFill>
                  <a:schemeClr val="accent1"/>
                </a:solidFill>
              </p:grpSpPr>
              <p:sp>
                <p:nvSpPr>
                  <p:cNvPr id="3022" name="Forme libre : forme 3021">
                    <a:extLst>
                      <a:ext uri="{FF2B5EF4-FFF2-40B4-BE49-F238E27FC236}">
                        <a16:creationId xmlns:a16="http://schemas.microsoft.com/office/drawing/2014/main" id="{6FC09C75-9334-49DA-B883-57322A7E3ECF}"/>
                      </a:ext>
                    </a:extLst>
                  </p:cNvPr>
                  <p:cNvSpPr/>
                  <p:nvPr/>
                </p:nvSpPr>
                <p:spPr>
                  <a:xfrm>
                    <a:off x="4176331" y="3486435"/>
                    <a:ext cx="153161" cy="128777"/>
                  </a:xfrm>
                  <a:custGeom>
                    <a:avLst/>
                    <a:gdLst>
                      <a:gd name="connsiteX0" fmla="*/ 153162 w 153161"/>
                      <a:gd name="connsiteY0" fmla="*/ 64389 h 128777"/>
                      <a:gd name="connsiteX1" fmla="*/ 76581 w 153161"/>
                      <a:gd name="connsiteY1" fmla="*/ 128778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2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2" y="64389"/>
                        </a:moveTo>
                        <a:cubicBezTo>
                          <a:pt x="153162" y="99950"/>
                          <a:pt x="118876" y="128778"/>
                          <a:pt x="76581" y="128778"/>
                        </a:cubicBezTo>
                        <a:cubicBezTo>
                          <a:pt x="34286" y="128778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6" y="0"/>
                          <a:pt x="153162" y="28828"/>
                          <a:pt x="153162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23" name="Forme libre : forme 3022">
                    <a:extLst>
                      <a:ext uri="{FF2B5EF4-FFF2-40B4-BE49-F238E27FC236}">
                        <a16:creationId xmlns:a16="http://schemas.microsoft.com/office/drawing/2014/main" id="{C4AEE3B6-5153-4CBA-A1C7-A6C786D1841E}"/>
                      </a:ext>
                    </a:extLst>
                  </p:cNvPr>
                  <p:cNvSpPr/>
                  <p:nvPr/>
                </p:nvSpPr>
                <p:spPr>
                  <a:xfrm>
                    <a:off x="4219289" y="3486435"/>
                    <a:ext cx="110204" cy="128016"/>
                  </a:xfrm>
                  <a:custGeom>
                    <a:avLst/>
                    <a:gdLst>
                      <a:gd name="connsiteX0" fmla="*/ 0 w 110204"/>
                      <a:gd name="connsiteY0" fmla="*/ 6572 h 128016"/>
                      <a:gd name="connsiteX1" fmla="*/ 11430 w 110204"/>
                      <a:gd name="connsiteY1" fmla="*/ 5810 h 128016"/>
                      <a:gd name="connsiteX2" fmla="*/ 88011 w 110204"/>
                      <a:gd name="connsiteY2" fmla="*/ 70199 h 128016"/>
                      <a:gd name="connsiteX3" fmla="*/ 45053 w 110204"/>
                      <a:gd name="connsiteY3" fmla="*/ 128016 h 128016"/>
                      <a:gd name="connsiteX4" fmla="*/ 110204 w 110204"/>
                      <a:gd name="connsiteY4" fmla="*/ 64389 h 128016"/>
                      <a:gd name="connsiteX5" fmla="*/ 33623 w 110204"/>
                      <a:gd name="connsiteY5" fmla="*/ 0 h 128016"/>
                      <a:gd name="connsiteX6" fmla="*/ 0 w 110204"/>
                      <a:gd name="connsiteY6" fmla="*/ 6572 h 128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204" h="128016">
                        <a:moveTo>
                          <a:pt x="0" y="6572"/>
                        </a:moveTo>
                        <a:cubicBezTo>
                          <a:pt x="3715" y="6096"/>
                          <a:pt x="7525" y="5810"/>
                          <a:pt x="11430" y="5810"/>
                        </a:cubicBezTo>
                        <a:cubicBezTo>
                          <a:pt x="53721" y="5810"/>
                          <a:pt x="87725" y="34671"/>
                          <a:pt x="88011" y="70199"/>
                        </a:cubicBezTo>
                        <a:cubicBezTo>
                          <a:pt x="88201" y="98012"/>
                          <a:pt x="69151" y="122301"/>
                          <a:pt x="45053" y="128016"/>
                        </a:cubicBezTo>
                        <a:cubicBezTo>
                          <a:pt x="81915" y="123349"/>
                          <a:pt x="110204" y="96679"/>
                          <a:pt x="110204" y="64389"/>
                        </a:cubicBezTo>
                        <a:cubicBezTo>
                          <a:pt x="110204" y="28861"/>
                          <a:pt x="75914" y="0"/>
                          <a:pt x="33623" y="0"/>
                        </a:cubicBezTo>
                        <a:cubicBezTo>
                          <a:pt x="21526" y="0"/>
                          <a:pt x="10192" y="2381"/>
                          <a:pt x="0" y="657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24" name="Forme libre : forme 3023">
                    <a:extLst>
                      <a:ext uri="{FF2B5EF4-FFF2-40B4-BE49-F238E27FC236}">
                        <a16:creationId xmlns:a16="http://schemas.microsoft.com/office/drawing/2014/main" id="{5154E849-878B-4E5E-B0FD-7B1D9680BD3D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4194775" y="3533236"/>
                    <a:ext cx="59247" cy="74869"/>
                  </a:xfrm>
                  <a:custGeom>
                    <a:avLst/>
                    <a:gdLst>
                      <a:gd name="connsiteX0" fmla="*/ 59248 w 59247"/>
                      <a:gd name="connsiteY0" fmla="*/ 37435 h 74869"/>
                      <a:gd name="connsiteX1" fmla="*/ 29624 w 59247"/>
                      <a:gd name="connsiteY1" fmla="*/ 74869 h 74869"/>
                      <a:gd name="connsiteX2" fmla="*/ 0 w 59247"/>
                      <a:gd name="connsiteY2" fmla="*/ 37435 h 74869"/>
                      <a:gd name="connsiteX3" fmla="*/ 29624 w 59247"/>
                      <a:gd name="connsiteY3" fmla="*/ 0 h 74869"/>
                      <a:gd name="connsiteX4" fmla="*/ 59248 w 59247"/>
                      <a:gd name="connsiteY4" fmla="*/ 37435 h 74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7" h="74869">
                        <a:moveTo>
                          <a:pt x="59248" y="37435"/>
                        </a:moveTo>
                        <a:cubicBezTo>
                          <a:pt x="59248" y="58109"/>
                          <a:pt x="45985" y="74869"/>
                          <a:pt x="29624" y="74869"/>
                        </a:cubicBezTo>
                        <a:cubicBezTo>
                          <a:pt x="13263" y="74869"/>
                          <a:pt x="0" y="58109"/>
                          <a:pt x="0" y="37435"/>
                        </a:cubicBezTo>
                        <a:cubicBezTo>
                          <a:pt x="0" y="16760"/>
                          <a:pt x="13263" y="0"/>
                          <a:pt x="29624" y="0"/>
                        </a:cubicBezTo>
                        <a:cubicBezTo>
                          <a:pt x="45985" y="0"/>
                          <a:pt x="59248" y="16760"/>
                          <a:pt x="59248" y="3743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25" name="Forme libre : forme 3024">
                    <a:extLst>
                      <a:ext uri="{FF2B5EF4-FFF2-40B4-BE49-F238E27FC236}">
                        <a16:creationId xmlns:a16="http://schemas.microsoft.com/office/drawing/2014/main" id="{8CC10D32-435F-4D76-962E-62B60933FA77}"/>
                      </a:ext>
                    </a:extLst>
                  </p:cNvPr>
                  <p:cNvSpPr/>
                  <p:nvPr/>
                </p:nvSpPr>
                <p:spPr>
                  <a:xfrm>
                    <a:off x="4187475" y="3539394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3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3026" name="Graphique 11">
                  <a:extLst>
                    <a:ext uri="{FF2B5EF4-FFF2-40B4-BE49-F238E27FC236}">
                      <a16:creationId xmlns:a16="http://schemas.microsoft.com/office/drawing/2014/main" id="{03B7E54A-61A7-4A7B-AEF2-24A5D852F2BD}"/>
                    </a:ext>
                  </a:extLst>
                </p:cNvPr>
                <p:cNvGrpSpPr/>
                <p:nvPr/>
              </p:nvGrpSpPr>
              <p:grpSpPr>
                <a:xfrm>
                  <a:off x="4176331" y="3244119"/>
                  <a:ext cx="153161" cy="128778"/>
                  <a:chOff x="4176331" y="3244119"/>
                  <a:chExt cx="153161" cy="128778"/>
                </a:xfrm>
                <a:solidFill>
                  <a:schemeClr val="accent1"/>
                </a:solidFill>
              </p:grpSpPr>
              <p:sp>
                <p:nvSpPr>
                  <p:cNvPr id="3027" name="Forme libre : forme 3026">
                    <a:extLst>
                      <a:ext uri="{FF2B5EF4-FFF2-40B4-BE49-F238E27FC236}">
                        <a16:creationId xmlns:a16="http://schemas.microsoft.com/office/drawing/2014/main" id="{6247EA31-0A46-42C1-8F21-E14201FCC684}"/>
                      </a:ext>
                    </a:extLst>
                  </p:cNvPr>
                  <p:cNvSpPr/>
                  <p:nvPr/>
                </p:nvSpPr>
                <p:spPr>
                  <a:xfrm>
                    <a:off x="4176331" y="3244119"/>
                    <a:ext cx="153161" cy="128777"/>
                  </a:xfrm>
                  <a:custGeom>
                    <a:avLst/>
                    <a:gdLst>
                      <a:gd name="connsiteX0" fmla="*/ 153162 w 153161"/>
                      <a:gd name="connsiteY0" fmla="*/ 64389 h 128777"/>
                      <a:gd name="connsiteX1" fmla="*/ 76581 w 153161"/>
                      <a:gd name="connsiteY1" fmla="*/ 128778 h 128777"/>
                      <a:gd name="connsiteX2" fmla="*/ 0 w 153161"/>
                      <a:gd name="connsiteY2" fmla="*/ 64389 h 128777"/>
                      <a:gd name="connsiteX3" fmla="*/ 76581 w 153161"/>
                      <a:gd name="connsiteY3" fmla="*/ 0 h 128777"/>
                      <a:gd name="connsiteX4" fmla="*/ 153162 w 153161"/>
                      <a:gd name="connsiteY4" fmla="*/ 64389 h 128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161" h="128777">
                        <a:moveTo>
                          <a:pt x="153162" y="64389"/>
                        </a:moveTo>
                        <a:cubicBezTo>
                          <a:pt x="153162" y="99950"/>
                          <a:pt x="118876" y="128778"/>
                          <a:pt x="76581" y="128778"/>
                        </a:cubicBezTo>
                        <a:cubicBezTo>
                          <a:pt x="34286" y="128778"/>
                          <a:pt x="0" y="99950"/>
                          <a:pt x="0" y="64389"/>
                        </a:cubicBezTo>
                        <a:cubicBezTo>
                          <a:pt x="0" y="28828"/>
                          <a:pt x="34286" y="0"/>
                          <a:pt x="76581" y="0"/>
                        </a:cubicBezTo>
                        <a:cubicBezTo>
                          <a:pt x="118876" y="0"/>
                          <a:pt x="153162" y="28828"/>
                          <a:pt x="153162" y="64389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28" name="Forme libre : forme 3027">
                    <a:extLst>
                      <a:ext uri="{FF2B5EF4-FFF2-40B4-BE49-F238E27FC236}">
                        <a16:creationId xmlns:a16="http://schemas.microsoft.com/office/drawing/2014/main" id="{2274993E-C258-48DF-A254-0E1FCC4CB7A5}"/>
                      </a:ext>
                    </a:extLst>
                  </p:cNvPr>
                  <p:cNvSpPr/>
                  <p:nvPr/>
                </p:nvSpPr>
                <p:spPr>
                  <a:xfrm>
                    <a:off x="4219289" y="3244119"/>
                    <a:ext cx="110204" cy="128016"/>
                  </a:xfrm>
                  <a:custGeom>
                    <a:avLst/>
                    <a:gdLst>
                      <a:gd name="connsiteX0" fmla="*/ 0 w 110204"/>
                      <a:gd name="connsiteY0" fmla="*/ 6572 h 128016"/>
                      <a:gd name="connsiteX1" fmla="*/ 11430 w 110204"/>
                      <a:gd name="connsiteY1" fmla="*/ 5810 h 128016"/>
                      <a:gd name="connsiteX2" fmla="*/ 88011 w 110204"/>
                      <a:gd name="connsiteY2" fmla="*/ 70199 h 128016"/>
                      <a:gd name="connsiteX3" fmla="*/ 45053 w 110204"/>
                      <a:gd name="connsiteY3" fmla="*/ 128016 h 128016"/>
                      <a:gd name="connsiteX4" fmla="*/ 110204 w 110204"/>
                      <a:gd name="connsiteY4" fmla="*/ 64389 h 128016"/>
                      <a:gd name="connsiteX5" fmla="*/ 33623 w 110204"/>
                      <a:gd name="connsiteY5" fmla="*/ 0 h 128016"/>
                      <a:gd name="connsiteX6" fmla="*/ 0 w 110204"/>
                      <a:gd name="connsiteY6" fmla="*/ 6572 h 128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204" h="128016">
                        <a:moveTo>
                          <a:pt x="0" y="6572"/>
                        </a:moveTo>
                        <a:cubicBezTo>
                          <a:pt x="3715" y="6096"/>
                          <a:pt x="7525" y="5810"/>
                          <a:pt x="11430" y="5810"/>
                        </a:cubicBezTo>
                        <a:cubicBezTo>
                          <a:pt x="53721" y="5810"/>
                          <a:pt x="87725" y="34671"/>
                          <a:pt x="88011" y="70199"/>
                        </a:cubicBezTo>
                        <a:cubicBezTo>
                          <a:pt x="88201" y="98012"/>
                          <a:pt x="69151" y="122301"/>
                          <a:pt x="45053" y="128016"/>
                        </a:cubicBezTo>
                        <a:cubicBezTo>
                          <a:pt x="81915" y="123349"/>
                          <a:pt x="110204" y="96679"/>
                          <a:pt x="110204" y="64389"/>
                        </a:cubicBezTo>
                        <a:cubicBezTo>
                          <a:pt x="110204" y="28861"/>
                          <a:pt x="75914" y="0"/>
                          <a:pt x="33623" y="0"/>
                        </a:cubicBezTo>
                        <a:cubicBezTo>
                          <a:pt x="21526" y="0"/>
                          <a:pt x="10192" y="2381"/>
                          <a:pt x="0" y="6572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29" name="Forme libre : forme 3028">
                    <a:extLst>
                      <a:ext uri="{FF2B5EF4-FFF2-40B4-BE49-F238E27FC236}">
                        <a16:creationId xmlns:a16="http://schemas.microsoft.com/office/drawing/2014/main" id="{32F95A76-7EF7-45A3-8A53-190701A017A4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4194758" y="3290930"/>
                    <a:ext cx="59247" cy="74869"/>
                  </a:xfrm>
                  <a:custGeom>
                    <a:avLst/>
                    <a:gdLst>
                      <a:gd name="connsiteX0" fmla="*/ 59248 w 59247"/>
                      <a:gd name="connsiteY0" fmla="*/ 37435 h 74869"/>
                      <a:gd name="connsiteX1" fmla="*/ 29624 w 59247"/>
                      <a:gd name="connsiteY1" fmla="*/ 74869 h 74869"/>
                      <a:gd name="connsiteX2" fmla="*/ 0 w 59247"/>
                      <a:gd name="connsiteY2" fmla="*/ 37435 h 74869"/>
                      <a:gd name="connsiteX3" fmla="*/ 29624 w 59247"/>
                      <a:gd name="connsiteY3" fmla="*/ 0 h 74869"/>
                      <a:gd name="connsiteX4" fmla="*/ 59248 w 59247"/>
                      <a:gd name="connsiteY4" fmla="*/ 37435 h 74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247" h="74869">
                        <a:moveTo>
                          <a:pt x="59248" y="37435"/>
                        </a:moveTo>
                        <a:cubicBezTo>
                          <a:pt x="59248" y="58109"/>
                          <a:pt x="45985" y="74869"/>
                          <a:pt x="29624" y="74869"/>
                        </a:cubicBezTo>
                        <a:cubicBezTo>
                          <a:pt x="13263" y="74869"/>
                          <a:pt x="0" y="58109"/>
                          <a:pt x="0" y="37435"/>
                        </a:cubicBezTo>
                        <a:cubicBezTo>
                          <a:pt x="0" y="16760"/>
                          <a:pt x="13263" y="0"/>
                          <a:pt x="29624" y="0"/>
                        </a:cubicBezTo>
                        <a:cubicBezTo>
                          <a:pt x="45985" y="0"/>
                          <a:pt x="59248" y="16760"/>
                          <a:pt x="59248" y="37435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30" name="Forme libre : forme 3029">
                    <a:extLst>
                      <a:ext uri="{FF2B5EF4-FFF2-40B4-BE49-F238E27FC236}">
                        <a16:creationId xmlns:a16="http://schemas.microsoft.com/office/drawing/2014/main" id="{DD70CF77-6337-457D-9A1E-9C40B11500D2}"/>
                      </a:ext>
                    </a:extLst>
                  </p:cNvPr>
                  <p:cNvSpPr/>
                  <p:nvPr/>
                </p:nvSpPr>
                <p:spPr>
                  <a:xfrm>
                    <a:off x="4187475" y="3297173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4"/>
                        </a:cubicBezTo>
                        <a:cubicBezTo>
                          <a:pt x="0" y="4009"/>
                          <a:pt x="4009" y="0"/>
                          <a:pt x="8953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3031" name="Forme libre : forme 3030">
                  <a:extLst>
                    <a:ext uri="{FF2B5EF4-FFF2-40B4-BE49-F238E27FC236}">
                      <a16:creationId xmlns:a16="http://schemas.microsoft.com/office/drawing/2014/main" id="{F72E661A-84F2-4F50-8C62-7E0A32042E0E}"/>
                    </a:ext>
                  </a:extLst>
                </p:cNvPr>
                <p:cNvSpPr/>
                <p:nvPr/>
              </p:nvSpPr>
              <p:spPr>
                <a:xfrm>
                  <a:off x="4493418" y="3420903"/>
                  <a:ext cx="449650" cy="87820"/>
                </a:xfrm>
                <a:custGeom>
                  <a:avLst/>
                  <a:gdLst>
                    <a:gd name="connsiteX0" fmla="*/ 0 w 449650"/>
                    <a:gd name="connsiteY0" fmla="*/ 87821 h 87820"/>
                    <a:gd name="connsiteX1" fmla="*/ 148876 w 449650"/>
                    <a:gd name="connsiteY1" fmla="*/ 35814 h 87820"/>
                    <a:gd name="connsiteX2" fmla="*/ 308229 w 449650"/>
                    <a:gd name="connsiteY2" fmla="*/ 26289 h 87820"/>
                    <a:gd name="connsiteX3" fmla="*/ 449580 w 449650"/>
                    <a:gd name="connsiteY3" fmla="*/ 0 h 87820"/>
                    <a:gd name="connsiteX4" fmla="*/ 434149 w 449650"/>
                    <a:gd name="connsiteY4" fmla="*/ 15335 h 87820"/>
                    <a:gd name="connsiteX5" fmla="*/ 403670 w 449650"/>
                    <a:gd name="connsiteY5" fmla="*/ 25527 h 87820"/>
                    <a:gd name="connsiteX6" fmla="*/ 81248 w 449650"/>
                    <a:gd name="connsiteY6" fmla="*/ 54293 h 87820"/>
                    <a:gd name="connsiteX7" fmla="*/ 9144 w 449650"/>
                    <a:gd name="connsiteY7" fmla="*/ 82296 h 87820"/>
                    <a:gd name="connsiteX8" fmla="*/ 13430 w 449650"/>
                    <a:gd name="connsiteY8" fmla="*/ 83915 h 87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9650" h="87820">
                      <a:moveTo>
                        <a:pt x="0" y="87821"/>
                      </a:moveTo>
                      <a:cubicBezTo>
                        <a:pt x="42196" y="55436"/>
                        <a:pt x="95917" y="41529"/>
                        <a:pt x="148876" y="35814"/>
                      </a:cubicBezTo>
                      <a:cubicBezTo>
                        <a:pt x="201835" y="30099"/>
                        <a:pt x="255270" y="31718"/>
                        <a:pt x="308229" y="26289"/>
                      </a:cubicBezTo>
                      <a:cubicBezTo>
                        <a:pt x="355949" y="21431"/>
                        <a:pt x="402907" y="10954"/>
                        <a:pt x="449580" y="0"/>
                      </a:cubicBezTo>
                      <a:cubicBezTo>
                        <a:pt x="450532" y="7811"/>
                        <a:pt x="441579" y="12763"/>
                        <a:pt x="434149" y="15335"/>
                      </a:cubicBezTo>
                      <a:cubicBezTo>
                        <a:pt x="424053" y="18955"/>
                        <a:pt x="413956" y="22479"/>
                        <a:pt x="403670" y="25527"/>
                      </a:cubicBezTo>
                      <a:cubicBezTo>
                        <a:pt x="299752" y="55912"/>
                        <a:pt x="185452" y="24765"/>
                        <a:pt x="81248" y="54293"/>
                      </a:cubicBezTo>
                      <a:cubicBezTo>
                        <a:pt x="56388" y="61341"/>
                        <a:pt x="32671" y="71723"/>
                        <a:pt x="9144" y="82296"/>
                      </a:cubicBezTo>
                      <a:cubicBezTo>
                        <a:pt x="10573" y="82868"/>
                        <a:pt x="12001" y="83439"/>
                        <a:pt x="13430" y="83915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32" name="Forme libre : forme 3031">
                  <a:extLst>
                    <a:ext uri="{FF2B5EF4-FFF2-40B4-BE49-F238E27FC236}">
                      <a16:creationId xmlns:a16="http://schemas.microsoft.com/office/drawing/2014/main" id="{8340870E-0F87-4164-A433-38809F42E493}"/>
                    </a:ext>
                  </a:extLst>
                </p:cNvPr>
                <p:cNvSpPr/>
                <p:nvPr/>
              </p:nvSpPr>
              <p:spPr>
                <a:xfrm>
                  <a:off x="4259865" y="3383807"/>
                  <a:ext cx="537781" cy="99566"/>
                </a:xfrm>
                <a:custGeom>
                  <a:avLst/>
                  <a:gdLst>
                    <a:gd name="connsiteX0" fmla="*/ 253079 w 537781"/>
                    <a:gd name="connsiteY0" fmla="*/ 67861 h 99566"/>
                    <a:gd name="connsiteX1" fmla="*/ 330232 w 537781"/>
                    <a:gd name="connsiteY1" fmla="*/ 45668 h 99566"/>
                    <a:gd name="connsiteX2" fmla="*/ 390239 w 537781"/>
                    <a:gd name="connsiteY2" fmla="*/ 30333 h 99566"/>
                    <a:gd name="connsiteX3" fmla="*/ 537782 w 537781"/>
                    <a:gd name="connsiteY3" fmla="*/ 2043 h 99566"/>
                    <a:gd name="connsiteX4" fmla="*/ 334899 w 537781"/>
                    <a:gd name="connsiteY4" fmla="*/ 32619 h 99566"/>
                    <a:gd name="connsiteX5" fmla="*/ 252698 w 537781"/>
                    <a:gd name="connsiteY5" fmla="*/ 48907 h 99566"/>
                    <a:gd name="connsiteX6" fmla="*/ 36957 w 537781"/>
                    <a:gd name="connsiteY6" fmla="*/ 87864 h 99566"/>
                    <a:gd name="connsiteX7" fmla="*/ 0 w 537781"/>
                    <a:gd name="connsiteY7" fmla="*/ 97865 h 99566"/>
                    <a:gd name="connsiteX8" fmla="*/ 19907 w 537781"/>
                    <a:gd name="connsiteY8" fmla="*/ 96436 h 99566"/>
                    <a:gd name="connsiteX9" fmla="*/ 45244 w 537781"/>
                    <a:gd name="connsiteY9" fmla="*/ 92436 h 99566"/>
                    <a:gd name="connsiteX10" fmla="*/ 95155 w 537781"/>
                    <a:gd name="connsiteY10" fmla="*/ 87007 h 99566"/>
                    <a:gd name="connsiteX11" fmla="*/ 196406 w 537781"/>
                    <a:gd name="connsiteY11" fmla="*/ 77767 h 99566"/>
                    <a:gd name="connsiteX12" fmla="*/ 253079 w 537781"/>
                    <a:gd name="connsiteY12" fmla="*/ 67861 h 99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37781" h="99566">
                      <a:moveTo>
                        <a:pt x="253079" y="67861"/>
                      </a:moveTo>
                      <a:cubicBezTo>
                        <a:pt x="279083" y="61670"/>
                        <a:pt x="304514" y="53097"/>
                        <a:pt x="330232" y="45668"/>
                      </a:cubicBezTo>
                      <a:cubicBezTo>
                        <a:pt x="350044" y="39953"/>
                        <a:pt x="370142" y="35000"/>
                        <a:pt x="390239" y="30333"/>
                      </a:cubicBezTo>
                      <a:cubicBezTo>
                        <a:pt x="439007" y="19093"/>
                        <a:pt x="488251" y="9663"/>
                        <a:pt x="537782" y="2043"/>
                      </a:cubicBezTo>
                      <a:cubicBezTo>
                        <a:pt x="469583" y="-7196"/>
                        <a:pt x="401955" y="16998"/>
                        <a:pt x="334899" y="32619"/>
                      </a:cubicBezTo>
                      <a:cubicBezTo>
                        <a:pt x="307658" y="39000"/>
                        <a:pt x="280225" y="43953"/>
                        <a:pt x="252698" y="48907"/>
                      </a:cubicBezTo>
                      <a:cubicBezTo>
                        <a:pt x="180785" y="61860"/>
                        <a:pt x="108871" y="74910"/>
                        <a:pt x="36957" y="87864"/>
                      </a:cubicBezTo>
                      <a:cubicBezTo>
                        <a:pt x="25717" y="89864"/>
                        <a:pt x="9335" y="91102"/>
                        <a:pt x="0" y="97865"/>
                      </a:cubicBezTo>
                      <a:cubicBezTo>
                        <a:pt x="3810" y="102056"/>
                        <a:pt x="15050" y="97293"/>
                        <a:pt x="19907" y="96436"/>
                      </a:cubicBezTo>
                      <a:cubicBezTo>
                        <a:pt x="28289" y="94912"/>
                        <a:pt x="36767" y="93578"/>
                        <a:pt x="45244" y="92436"/>
                      </a:cubicBezTo>
                      <a:cubicBezTo>
                        <a:pt x="61817" y="90150"/>
                        <a:pt x="78486" y="88530"/>
                        <a:pt x="95155" y="87007"/>
                      </a:cubicBezTo>
                      <a:cubicBezTo>
                        <a:pt x="128969" y="84053"/>
                        <a:pt x="162782" y="82053"/>
                        <a:pt x="196406" y="77767"/>
                      </a:cubicBezTo>
                      <a:cubicBezTo>
                        <a:pt x="215456" y="75386"/>
                        <a:pt x="234410" y="72243"/>
                        <a:pt x="253079" y="67861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33" name="Forme libre : forme 3032">
                  <a:extLst>
                    <a:ext uri="{FF2B5EF4-FFF2-40B4-BE49-F238E27FC236}">
                      <a16:creationId xmlns:a16="http://schemas.microsoft.com/office/drawing/2014/main" id="{C2E9E484-55D0-4DA0-A8DD-FC3F52767FA4}"/>
                    </a:ext>
                  </a:extLst>
                </p:cNvPr>
                <p:cNvSpPr/>
                <p:nvPr/>
              </p:nvSpPr>
              <p:spPr>
                <a:xfrm>
                  <a:off x="4258627" y="3376829"/>
                  <a:ext cx="291845" cy="61329"/>
                </a:xfrm>
                <a:custGeom>
                  <a:avLst/>
                  <a:gdLst>
                    <a:gd name="connsiteX0" fmla="*/ 56483 w 291845"/>
                    <a:gd name="connsiteY0" fmla="*/ 8832 h 61329"/>
                    <a:gd name="connsiteX1" fmla="*/ 90202 w 291845"/>
                    <a:gd name="connsiteY1" fmla="*/ 14261 h 61329"/>
                    <a:gd name="connsiteX2" fmla="*/ 112014 w 291845"/>
                    <a:gd name="connsiteY2" fmla="*/ 20167 h 61329"/>
                    <a:gd name="connsiteX3" fmla="*/ 186309 w 291845"/>
                    <a:gd name="connsiteY3" fmla="*/ 41884 h 61329"/>
                    <a:gd name="connsiteX4" fmla="*/ 216694 w 291845"/>
                    <a:gd name="connsiteY4" fmla="*/ 52552 h 61329"/>
                    <a:gd name="connsiteX5" fmla="*/ 239459 w 291845"/>
                    <a:gd name="connsiteY5" fmla="*/ 61219 h 61329"/>
                    <a:gd name="connsiteX6" fmla="*/ 252127 w 291845"/>
                    <a:gd name="connsiteY6" fmla="*/ 60171 h 61329"/>
                    <a:gd name="connsiteX7" fmla="*/ 291846 w 291845"/>
                    <a:gd name="connsiteY7" fmla="*/ 51313 h 61329"/>
                    <a:gd name="connsiteX8" fmla="*/ 226123 w 291845"/>
                    <a:gd name="connsiteY8" fmla="*/ 40074 h 61329"/>
                    <a:gd name="connsiteX9" fmla="*/ 49244 w 291845"/>
                    <a:gd name="connsiteY9" fmla="*/ 4831 h 61329"/>
                    <a:gd name="connsiteX10" fmla="*/ 24003 w 291845"/>
                    <a:gd name="connsiteY10" fmla="*/ 2260 h 61329"/>
                    <a:gd name="connsiteX11" fmla="*/ 0 w 291845"/>
                    <a:gd name="connsiteY11" fmla="*/ 1021 h 61329"/>
                    <a:gd name="connsiteX12" fmla="*/ 28384 w 291845"/>
                    <a:gd name="connsiteY12" fmla="*/ 5022 h 61329"/>
                    <a:gd name="connsiteX13" fmla="*/ 56483 w 291845"/>
                    <a:gd name="connsiteY13" fmla="*/ 8832 h 61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91845" h="61329">
                      <a:moveTo>
                        <a:pt x="56483" y="8832"/>
                      </a:moveTo>
                      <a:cubicBezTo>
                        <a:pt x="67818" y="10261"/>
                        <a:pt x="79057" y="11785"/>
                        <a:pt x="90202" y="14261"/>
                      </a:cubicBezTo>
                      <a:cubicBezTo>
                        <a:pt x="97536" y="15976"/>
                        <a:pt x="104775" y="18071"/>
                        <a:pt x="112014" y="20167"/>
                      </a:cubicBezTo>
                      <a:cubicBezTo>
                        <a:pt x="136779" y="27405"/>
                        <a:pt x="161544" y="34645"/>
                        <a:pt x="186309" y="41884"/>
                      </a:cubicBezTo>
                      <a:cubicBezTo>
                        <a:pt x="196596" y="44931"/>
                        <a:pt x="206978" y="47979"/>
                        <a:pt x="216694" y="52552"/>
                      </a:cubicBezTo>
                      <a:cubicBezTo>
                        <a:pt x="224028" y="56076"/>
                        <a:pt x="231267" y="60457"/>
                        <a:pt x="239459" y="61219"/>
                      </a:cubicBezTo>
                      <a:cubicBezTo>
                        <a:pt x="243745" y="61600"/>
                        <a:pt x="247936" y="60934"/>
                        <a:pt x="252127" y="60171"/>
                      </a:cubicBezTo>
                      <a:cubicBezTo>
                        <a:pt x="265462" y="57886"/>
                        <a:pt x="278701" y="54933"/>
                        <a:pt x="291846" y="51313"/>
                      </a:cubicBezTo>
                      <a:cubicBezTo>
                        <a:pt x="269557" y="53695"/>
                        <a:pt x="247555" y="46455"/>
                        <a:pt x="226123" y="40074"/>
                      </a:cubicBezTo>
                      <a:cubicBezTo>
                        <a:pt x="168402" y="22929"/>
                        <a:pt x="109061" y="11499"/>
                        <a:pt x="49244" y="4831"/>
                      </a:cubicBezTo>
                      <a:cubicBezTo>
                        <a:pt x="40862" y="3879"/>
                        <a:pt x="32480" y="3021"/>
                        <a:pt x="24003" y="2260"/>
                      </a:cubicBezTo>
                      <a:cubicBezTo>
                        <a:pt x="18097" y="1688"/>
                        <a:pt x="4953" y="-1646"/>
                        <a:pt x="0" y="1021"/>
                      </a:cubicBezTo>
                      <a:cubicBezTo>
                        <a:pt x="8477" y="3974"/>
                        <a:pt x="19336" y="3879"/>
                        <a:pt x="28384" y="5022"/>
                      </a:cubicBezTo>
                      <a:cubicBezTo>
                        <a:pt x="37814" y="6355"/>
                        <a:pt x="47149" y="7594"/>
                        <a:pt x="56483" y="8832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34" name="Forme libre : forme 3033">
                  <a:extLst>
                    <a:ext uri="{FF2B5EF4-FFF2-40B4-BE49-F238E27FC236}">
                      <a16:creationId xmlns:a16="http://schemas.microsoft.com/office/drawing/2014/main" id="{054B8A8A-C6EF-4D61-9B64-B1BABF0B0DFF}"/>
                    </a:ext>
                  </a:extLst>
                </p:cNvPr>
                <p:cNvSpPr/>
                <p:nvPr/>
              </p:nvSpPr>
              <p:spPr>
                <a:xfrm>
                  <a:off x="4326895" y="3452475"/>
                  <a:ext cx="227800" cy="117831"/>
                </a:xfrm>
                <a:custGeom>
                  <a:avLst/>
                  <a:gdLst>
                    <a:gd name="connsiteX0" fmla="*/ 19934 w 227800"/>
                    <a:gd name="connsiteY0" fmla="*/ 95300 h 117831"/>
                    <a:gd name="connsiteX1" fmla="*/ 17838 w 227800"/>
                    <a:gd name="connsiteY1" fmla="*/ 81870 h 117831"/>
                    <a:gd name="connsiteX2" fmla="*/ 9742 w 227800"/>
                    <a:gd name="connsiteY2" fmla="*/ 66916 h 117831"/>
                    <a:gd name="connsiteX3" fmla="*/ 1646 w 227800"/>
                    <a:gd name="connsiteY3" fmla="*/ 50914 h 117831"/>
                    <a:gd name="connsiteX4" fmla="*/ 27 w 227800"/>
                    <a:gd name="connsiteY4" fmla="*/ 43961 h 117831"/>
                    <a:gd name="connsiteX5" fmla="*/ 12790 w 227800"/>
                    <a:gd name="connsiteY5" fmla="*/ 32531 h 117831"/>
                    <a:gd name="connsiteX6" fmla="*/ 46413 w 227800"/>
                    <a:gd name="connsiteY6" fmla="*/ 28149 h 117831"/>
                    <a:gd name="connsiteX7" fmla="*/ 135758 w 227800"/>
                    <a:gd name="connsiteY7" fmla="*/ 15671 h 117831"/>
                    <a:gd name="connsiteX8" fmla="*/ 218149 w 227800"/>
                    <a:gd name="connsiteY8" fmla="*/ 50 h 117831"/>
                    <a:gd name="connsiteX9" fmla="*/ 227769 w 227800"/>
                    <a:gd name="connsiteY9" fmla="*/ 4432 h 117831"/>
                    <a:gd name="connsiteX10" fmla="*/ 222054 w 227800"/>
                    <a:gd name="connsiteY10" fmla="*/ 11385 h 117831"/>
                    <a:gd name="connsiteX11" fmla="*/ 177477 w 227800"/>
                    <a:gd name="connsiteY11" fmla="*/ 33007 h 117831"/>
                    <a:gd name="connsiteX12" fmla="*/ 65178 w 227800"/>
                    <a:gd name="connsiteY12" fmla="*/ 99968 h 117831"/>
                    <a:gd name="connsiteX13" fmla="*/ 27173 w 227800"/>
                    <a:gd name="connsiteY13" fmla="*/ 115684 h 117831"/>
                    <a:gd name="connsiteX14" fmla="*/ 15743 w 227800"/>
                    <a:gd name="connsiteY14" fmla="*/ 113589 h 117831"/>
                    <a:gd name="connsiteX15" fmla="*/ 19934 w 227800"/>
                    <a:gd name="connsiteY15" fmla="*/ 95300 h 117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27800" h="117831">
                      <a:moveTo>
                        <a:pt x="19934" y="95300"/>
                      </a:moveTo>
                      <a:cubicBezTo>
                        <a:pt x="20029" y="90728"/>
                        <a:pt x="19362" y="86157"/>
                        <a:pt x="17838" y="81870"/>
                      </a:cubicBezTo>
                      <a:cubicBezTo>
                        <a:pt x="15933" y="76536"/>
                        <a:pt x="12695" y="71774"/>
                        <a:pt x="9742" y="66916"/>
                      </a:cubicBezTo>
                      <a:cubicBezTo>
                        <a:pt x="6694" y="61773"/>
                        <a:pt x="4027" y="56439"/>
                        <a:pt x="1646" y="50914"/>
                      </a:cubicBezTo>
                      <a:cubicBezTo>
                        <a:pt x="693" y="48723"/>
                        <a:pt x="-164" y="46342"/>
                        <a:pt x="27" y="43961"/>
                      </a:cubicBezTo>
                      <a:cubicBezTo>
                        <a:pt x="408" y="37865"/>
                        <a:pt x="6885" y="34245"/>
                        <a:pt x="12790" y="32531"/>
                      </a:cubicBezTo>
                      <a:cubicBezTo>
                        <a:pt x="23649" y="29387"/>
                        <a:pt x="35079" y="28911"/>
                        <a:pt x="46413" y="28149"/>
                      </a:cubicBezTo>
                      <a:cubicBezTo>
                        <a:pt x="76417" y="26149"/>
                        <a:pt x="106326" y="21958"/>
                        <a:pt x="135758" y="15671"/>
                      </a:cubicBezTo>
                      <a:cubicBezTo>
                        <a:pt x="163095" y="9766"/>
                        <a:pt x="190241" y="2051"/>
                        <a:pt x="218149" y="50"/>
                      </a:cubicBezTo>
                      <a:cubicBezTo>
                        <a:pt x="222054" y="-235"/>
                        <a:pt x="227198" y="622"/>
                        <a:pt x="227769" y="4432"/>
                      </a:cubicBezTo>
                      <a:cubicBezTo>
                        <a:pt x="228150" y="7575"/>
                        <a:pt x="224912" y="9861"/>
                        <a:pt x="222054" y="11385"/>
                      </a:cubicBezTo>
                      <a:cubicBezTo>
                        <a:pt x="207291" y="18815"/>
                        <a:pt x="192051" y="25387"/>
                        <a:pt x="177477" y="33007"/>
                      </a:cubicBezTo>
                      <a:cubicBezTo>
                        <a:pt x="138806" y="53105"/>
                        <a:pt x="104325" y="80632"/>
                        <a:pt x="65178" y="99968"/>
                      </a:cubicBezTo>
                      <a:cubicBezTo>
                        <a:pt x="52891" y="106064"/>
                        <a:pt x="40127" y="111302"/>
                        <a:pt x="27173" y="115684"/>
                      </a:cubicBezTo>
                      <a:cubicBezTo>
                        <a:pt x="22696" y="117208"/>
                        <a:pt x="15648" y="120542"/>
                        <a:pt x="15743" y="113589"/>
                      </a:cubicBezTo>
                      <a:cubicBezTo>
                        <a:pt x="15552" y="107969"/>
                        <a:pt x="19839" y="101682"/>
                        <a:pt x="19934" y="9530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35" name="Forme libre : forme 3034">
                  <a:extLst>
                    <a:ext uri="{FF2B5EF4-FFF2-40B4-BE49-F238E27FC236}">
                      <a16:creationId xmlns:a16="http://schemas.microsoft.com/office/drawing/2014/main" id="{A392F235-7F92-42F5-8A59-2C3C286020F2}"/>
                    </a:ext>
                  </a:extLst>
                </p:cNvPr>
                <p:cNvSpPr/>
                <p:nvPr/>
              </p:nvSpPr>
              <p:spPr>
                <a:xfrm>
                  <a:off x="4278629" y="3391189"/>
                  <a:ext cx="165209" cy="66515"/>
                </a:xfrm>
                <a:custGeom>
                  <a:avLst/>
                  <a:gdLst>
                    <a:gd name="connsiteX0" fmla="*/ 0 w 165209"/>
                    <a:gd name="connsiteY0" fmla="*/ 948 h 66515"/>
                    <a:gd name="connsiteX1" fmla="*/ 17812 w 165209"/>
                    <a:gd name="connsiteY1" fmla="*/ 1138 h 66515"/>
                    <a:gd name="connsiteX2" fmla="*/ 129159 w 165209"/>
                    <a:gd name="connsiteY2" fmla="*/ 21903 h 66515"/>
                    <a:gd name="connsiteX3" fmla="*/ 161639 w 165209"/>
                    <a:gd name="connsiteY3" fmla="*/ 32190 h 66515"/>
                    <a:gd name="connsiteX4" fmla="*/ 165068 w 165209"/>
                    <a:gd name="connsiteY4" fmla="*/ 35428 h 66515"/>
                    <a:gd name="connsiteX5" fmla="*/ 162782 w 165209"/>
                    <a:gd name="connsiteY5" fmla="*/ 40286 h 66515"/>
                    <a:gd name="connsiteX6" fmla="*/ 157258 w 165209"/>
                    <a:gd name="connsiteY6" fmla="*/ 41715 h 66515"/>
                    <a:gd name="connsiteX7" fmla="*/ 64961 w 165209"/>
                    <a:gd name="connsiteY7" fmla="*/ 56384 h 66515"/>
                    <a:gd name="connsiteX8" fmla="*/ 19812 w 165209"/>
                    <a:gd name="connsiteY8" fmla="*/ 66480 h 66515"/>
                    <a:gd name="connsiteX9" fmla="*/ 10382 w 165209"/>
                    <a:gd name="connsiteY9" fmla="*/ 42668 h 66515"/>
                    <a:gd name="connsiteX10" fmla="*/ 8573 w 165209"/>
                    <a:gd name="connsiteY10" fmla="*/ 20951 h 66515"/>
                    <a:gd name="connsiteX11" fmla="*/ 0 w 165209"/>
                    <a:gd name="connsiteY11" fmla="*/ 948 h 66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5209" h="66515">
                      <a:moveTo>
                        <a:pt x="0" y="948"/>
                      </a:moveTo>
                      <a:cubicBezTo>
                        <a:pt x="5715" y="-766"/>
                        <a:pt x="11906" y="186"/>
                        <a:pt x="17812" y="1138"/>
                      </a:cubicBezTo>
                      <a:cubicBezTo>
                        <a:pt x="55054" y="7044"/>
                        <a:pt x="92202" y="13997"/>
                        <a:pt x="129159" y="21903"/>
                      </a:cubicBezTo>
                      <a:cubicBezTo>
                        <a:pt x="140303" y="24284"/>
                        <a:pt x="151543" y="26856"/>
                        <a:pt x="161639" y="32190"/>
                      </a:cubicBezTo>
                      <a:cubicBezTo>
                        <a:pt x="163068" y="32952"/>
                        <a:pt x="164592" y="33904"/>
                        <a:pt x="165068" y="35428"/>
                      </a:cubicBezTo>
                      <a:cubicBezTo>
                        <a:pt x="165640" y="37238"/>
                        <a:pt x="164402" y="39334"/>
                        <a:pt x="162782" y="40286"/>
                      </a:cubicBezTo>
                      <a:cubicBezTo>
                        <a:pt x="161163" y="41334"/>
                        <a:pt x="159163" y="41525"/>
                        <a:pt x="157258" y="41715"/>
                      </a:cubicBezTo>
                      <a:cubicBezTo>
                        <a:pt x="126302" y="45239"/>
                        <a:pt x="95441" y="50192"/>
                        <a:pt x="64961" y="56384"/>
                      </a:cubicBezTo>
                      <a:cubicBezTo>
                        <a:pt x="50483" y="59336"/>
                        <a:pt x="34481" y="65623"/>
                        <a:pt x="19812" y="66480"/>
                      </a:cubicBezTo>
                      <a:cubicBezTo>
                        <a:pt x="4477" y="67337"/>
                        <a:pt x="9716" y="52288"/>
                        <a:pt x="10382" y="42668"/>
                      </a:cubicBezTo>
                      <a:cubicBezTo>
                        <a:pt x="10858" y="35428"/>
                        <a:pt x="10287" y="27999"/>
                        <a:pt x="8573" y="20951"/>
                      </a:cubicBezTo>
                      <a:cubicBezTo>
                        <a:pt x="7906" y="19045"/>
                        <a:pt x="2096" y="281"/>
                        <a:pt x="0" y="948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36" name="Forme libre : forme 3035">
                  <a:extLst>
                    <a:ext uri="{FF2B5EF4-FFF2-40B4-BE49-F238E27FC236}">
                      <a16:creationId xmlns:a16="http://schemas.microsoft.com/office/drawing/2014/main" id="{26FC6810-C28E-4BF8-ABD6-DBFEF3F3D8C0}"/>
                    </a:ext>
                  </a:extLst>
                </p:cNvPr>
                <p:cNvSpPr/>
                <p:nvPr/>
              </p:nvSpPr>
              <p:spPr>
                <a:xfrm>
                  <a:off x="4327517" y="3300437"/>
                  <a:ext cx="270412" cy="112516"/>
                </a:xfrm>
                <a:custGeom>
                  <a:avLst/>
                  <a:gdLst>
                    <a:gd name="connsiteX0" fmla="*/ 16454 w 270412"/>
                    <a:gd name="connsiteY0" fmla="*/ 14166 h 112516"/>
                    <a:gd name="connsiteX1" fmla="*/ 18930 w 270412"/>
                    <a:gd name="connsiteY1" fmla="*/ 3689 h 112516"/>
                    <a:gd name="connsiteX2" fmla="*/ 37028 w 270412"/>
                    <a:gd name="connsiteY2" fmla="*/ 1688 h 112516"/>
                    <a:gd name="connsiteX3" fmla="*/ 155233 w 270412"/>
                    <a:gd name="connsiteY3" fmla="*/ 63411 h 112516"/>
                    <a:gd name="connsiteX4" fmla="*/ 263151 w 270412"/>
                    <a:gd name="connsiteY4" fmla="*/ 83604 h 112516"/>
                    <a:gd name="connsiteX5" fmla="*/ 268390 w 270412"/>
                    <a:gd name="connsiteY5" fmla="*/ 84746 h 112516"/>
                    <a:gd name="connsiteX6" fmla="*/ 270105 w 270412"/>
                    <a:gd name="connsiteY6" fmla="*/ 89319 h 112516"/>
                    <a:gd name="connsiteX7" fmla="*/ 267723 w 270412"/>
                    <a:gd name="connsiteY7" fmla="*/ 91223 h 112516"/>
                    <a:gd name="connsiteX8" fmla="*/ 192666 w 270412"/>
                    <a:gd name="connsiteY8" fmla="*/ 112274 h 112516"/>
                    <a:gd name="connsiteX9" fmla="*/ 168759 w 270412"/>
                    <a:gd name="connsiteY9" fmla="*/ 107797 h 112516"/>
                    <a:gd name="connsiteX10" fmla="*/ 17311 w 270412"/>
                    <a:gd name="connsiteY10" fmla="*/ 66554 h 112516"/>
                    <a:gd name="connsiteX11" fmla="*/ 738 w 270412"/>
                    <a:gd name="connsiteY11" fmla="*/ 63030 h 112516"/>
                    <a:gd name="connsiteX12" fmla="*/ 4738 w 270412"/>
                    <a:gd name="connsiteY12" fmla="*/ 49980 h 112516"/>
                    <a:gd name="connsiteX13" fmla="*/ 16454 w 270412"/>
                    <a:gd name="connsiteY13" fmla="*/ 14166 h 112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0412" h="112516">
                      <a:moveTo>
                        <a:pt x="16454" y="14166"/>
                      </a:moveTo>
                      <a:cubicBezTo>
                        <a:pt x="16644" y="10547"/>
                        <a:pt x="16740" y="6546"/>
                        <a:pt x="18930" y="3689"/>
                      </a:cubicBezTo>
                      <a:cubicBezTo>
                        <a:pt x="22836" y="-1455"/>
                        <a:pt x="30837" y="-312"/>
                        <a:pt x="37028" y="1688"/>
                      </a:cubicBezTo>
                      <a:cubicBezTo>
                        <a:pt x="79319" y="15595"/>
                        <a:pt x="114180" y="46265"/>
                        <a:pt x="155233" y="63411"/>
                      </a:cubicBezTo>
                      <a:cubicBezTo>
                        <a:pt x="189142" y="77603"/>
                        <a:pt x="226385" y="82080"/>
                        <a:pt x="263151" y="83604"/>
                      </a:cubicBezTo>
                      <a:cubicBezTo>
                        <a:pt x="264961" y="83699"/>
                        <a:pt x="266866" y="83794"/>
                        <a:pt x="268390" y="84746"/>
                      </a:cubicBezTo>
                      <a:cubicBezTo>
                        <a:pt x="269914" y="85699"/>
                        <a:pt x="270962" y="87795"/>
                        <a:pt x="270105" y="89319"/>
                      </a:cubicBezTo>
                      <a:cubicBezTo>
                        <a:pt x="269628" y="90176"/>
                        <a:pt x="268676" y="90747"/>
                        <a:pt x="267723" y="91223"/>
                      </a:cubicBezTo>
                      <a:cubicBezTo>
                        <a:pt x="244482" y="103606"/>
                        <a:pt x="218955" y="114274"/>
                        <a:pt x="192666" y="112274"/>
                      </a:cubicBezTo>
                      <a:cubicBezTo>
                        <a:pt x="184570" y="111702"/>
                        <a:pt x="176664" y="109893"/>
                        <a:pt x="168759" y="107797"/>
                      </a:cubicBezTo>
                      <a:cubicBezTo>
                        <a:pt x="117990" y="94367"/>
                        <a:pt x="69794" y="67792"/>
                        <a:pt x="17311" y="66554"/>
                      </a:cubicBezTo>
                      <a:cubicBezTo>
                        <a:pt x="12834" y="66459"/>
                        <a:pt x="3405" y="67602"/>
                        <a:pt x="738" y="63030"/>
                      </a:cubicBezTo>
                      <a:cubicBezTo>
                        <a:pt x="-1739" y="58838"/>
                        <a:pt x="2643" y="53314"/>
                        <a:pt x="4738" y="49980"/>
                      </a:cubicBezTo>
                      <a:cubicBezTo>
                        <a:pt x="11501" y="39217"/>
                        <a:pt x="15692" y="26930"/>
                        <a:pt x="16454" y="14166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37" name="Forme libre : forme 3036">
                  <a:extLst>
                    <a:ext uri="{FF2B5EF4-FFF2-40B4-BE49-F238E27FC236}">
                      <a16:creationId xmlns:a16="http://schemas.microsoft.com/office/drawing/2014/main" id="{97535CE0-D509-4E23-9E1F-F90966F740DD}"/>
                    </a:ext>
                  </a:extLst>
                </p:cNvPr>
                <p:cNvSpPr/>
                <p:nvPr/>
              </p:nvSpPr>
              <p:spPr>
                <a:xfrm>
                  <a:off x="4605398" y="3388137"/>
                  <a:ext cx="339229" cy="63479"/>
                </a:xfrm>
                <a:custGeom>
                  <a:avLst/>
                  <a:gdLst>
                    <a:gd name="connsiteX0" fmla="*/ 124621 w 339229"/>
                    <a:gd name="connsiteY0" fmla="*/ 22098 h 63479"/>
                    <a:gd name="connsiteX1" fmla="*/ 159673 w 339229"/>
                    <a:gd name="connsiteY1" fmla="*/ 13145 h 63479"/>
                    <a:gd name="connsiteX2" fmla="*/ 226825 w 339229"/>
                    <a:gd name="connsiteY2" fmla="*/ 8858 h 63479"/>
                    <a:gd name="connsiteX3" fmla="*/ 339029 w 339229"/>
                    <a:gd name="connsiteY3" fmla="*/ 0 h 63479"/>
                    <a:gd name="connsiteX4" fmla="*/ 328076 w 339229"/>
                    <a:gd name="connsiteY4" fmla="*/ 15907 h 63479"/>
                    <a:gd name="connsiteX5" fmla="*/ 193011 w 339229"/>
                    <a:gd name="connsiteY5" fmla="*/ 48768 h 63479"/>
                    <a:gd name="connsiteX6" fmla="*/ 125574 w 339229"/>
                    <a:gd name="connsiteY6" fmla="*/ 50292 h 63479"/>
                    <a:gd name="connsiteX7" fmla="*/ 40897 w 339229"/>
                    <a:gd name="connsiteY7" fmla="*/ 54674 h 63479"/>
                    <a:gd name="connsiteX8" fmla="*/ 20894 w 339229"/>
                    <a:gd name="connsiteY8" fmla="*/ 59817 h 63479"/>
                    <a:gd name="connsiteX9" fmla="*/ 3654 w 339229"/>
                    <a:gd name="connsiteY9" fmla="*/ 63151 h 63479"/>
                    <a:gd name="connsiteX10" fmla="*/ 130 w 339229"/>
                    <a:gd name="connsiteY10" fmla="*/ 55531 h 63479"/>
                    <a:gd name="connsiteX11" fmla="*/ 7845 w 339229"/>
                    <a:gd name="connsiteY11" fmla="*/ 48006 h 63479"/>
                    <a:gd name="connsiteX12" fmla="*/ 82426 w 339229"/>
                    <a:gd name="connsiteY12" fmla="*/ 30480 h 63479"/>
                    <a:gd name="connsiteX13" fmla="*/ 124621 w 339229"/>
                    <a:gd name="connsiteY13" fmla="*/ 22098 h 63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9229" h="63479">
                      <a:moveTo>
                        <a:pt x="124621" y="22098"/>
                      </a:moveTo>
                      <a:cubicBezTo>
                        <a:pt x="136337" y="19145"/>
                        <a:pt x="147862" y="15526"/>
                        <a:pt x="159673" y="13145"/>
                      </a:cubicBezTo>
                      <a:cubicBezTo>
                        <a:pt x="181676" y="8858"/>
                        <a:pt x="204346" y="9335"/>
                        <a:pt x="226825" y="8858"/>
                      </a:cubicBezTo>
                      <a:cubicBezTo>
                        <a:pt x="264353" y="7906"/>
                        <a:pt x="301691" y="4001"/>
                        <a:pt x="339029" y="0"/>
                      </a:cubicBezTo>
                      <a:cubicBezTo>
                        <a:pt x="340458" y="6763"/>
                        <a:pt x="333981" y="12383"/>
                        <a:pt x="328076" y="15907"/>
                      </a:cubicBezTo>
                      <a:cubicBezTo>
                        <a:pt x="287785" y="39719"/>
                        <a:pt x="239684" y="46101"/>
                        <a:pt x="193011" y="48768"/>
                      </a:cubicBezTo>
                      <a:cubicBezTo>
                        <a:pt x="170532" y="50006"/>
                        <a:pt x="148053" y="50578"/>
                        <a:pt x="125574" y="50292"/>
                      </a:cubicBezTo>
                      <a:cubicBezTo>
                        <a:pt x="97285" y="50006"/>
                        <a:pt x="68614" y="48482"/>
                        <a:pt x="40897" y="54674"/>
                      </a:cubicBezTo>
                      <a:cubicBezTo>
                        <a:pt x="34134" y="56197"/>
                        <a:pt x="27562" y="58103"/>
                        <a:pt x="20894" y="59817"/>
                      </a:cubicBezTo>
                      <a:cubicBezTo>
                        <a:pt x="16513" y="60960"/>
                        <a:pt x="8036" y="64579"/>
                        <a:pt x="3654" y="63151"/>
                      </a:cubicBezTo>
                      <a:cubicBezTo>
                        <a:pt x="415" y="62103"/>
                        <a:pt x="-347" y="58579"/>
                        <a:pt x="130" y="55531"/>
                      </a:cubicBezTo>
                      <a:cubicBezTo>
                        <a:pt x="892" y="51054"/>
                        <a:pt x="3940" y="49530"/>
                        <a:pt x="7845" y="48006"/>
                      </a:cubicBezTo>
                      <a:cubicBezTo>
                        <a:pt x="31753" y="38767"/>
                        <a:pt x="57280" y="34766"/>
                        <a:pt x="82426" y="30480"/>
                      </a:cubicBezTo>
                      <a:cubicBezTo>
                        <a:pt x="96523" y="28099"/>
                        <a:pt x="110620" y="25622"/>
                        <a:pt x="124621" y="22098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38" name="Forme libre : forme 3037">
                  <a:extLst>
                    <a:ext uri="{FF2B5EF4-FFF2-40B4-BE49-F238E27FC236}">
                      <a16:creationId xmlns:a16="http://schemas.microsoft.com/office/drawing/2014/main" id="{F5016614-DED0-43B1-83AD-4910B7A96F22}"/>
                    </a:ext>
                  </a:extLst>
                </p:cNvPr>
                <p:cNvSpPr/>
                <p:nvPr/>
              </p:nvSpPr>
              <p:spPr>
                <a:xfrm>
                  <a:off x="4809072" y="3451801"/>
                  <a:ext cx="150477" cy="22923"/>
                </a:xfrm>
                <a:custGeom>
                  <a:avLst/>
                  <a:gdLst>
                    <a:gd name="connsiteX0" fmla="*/ 66775 w 150477"/>
                    <a:gd name="connsiteY0" fmla="*/ 10631 h 22923"/>
                    <a:gd name="connsiteX1" fmla="*/ 114400 w 150477"/>
                    <a:gd name="connsiteY1" fmla="*/ 630 h 22923"/>
                    <a:gd name="connsiteX2" fmla="*/ 136879 w 150477"/>
                    <a:gd name="connsiteY2" fmla="*/ 2821 h 22923"/>
                    <a:gd name="connsiteX3" fmla="*/ 148214 w 150477"/>
                    <a:gd name="connsiteY3" fmla="*/ 12155 h 22923"/>
                    <a:gd name="connsiteX4" fmla="*/ 150404 w 150477"/>
                    <a:gd name="connsiteY4" fmla="*/ 15489 h 22923"/>
                    <a:gd name="connsiteX5" fmla="*/ 148023 w 150477"/>
                    <a:gd name="connsiteY5" fmla="*/ 20156 h 22923"/>
                    <a:gd name="connsiteX6" fmla="*/ 142689 w 150477"/>
                    <a:gd name="connsiteY6" fmla="*/ 21395 h 22923"/>
                    <a:gd name="connsiteX7" fmla="*/ 128020 w 150477"/>
                    <a:gd name="connsiteY7" fmla="*/ 19299 h 22923"/>
                    <a:gd name="connsiteX8" fmla="*/ 46201 w 150477"/>
                    <a:gd name="connsiteY8" fmla="*/ 20347 h 22923"/>
                    <a:gd name="connsiteX9" fmla="*/ 5243 w 150477"/>
                    <a:gd name="connsiteY9" fmla="*/ 22918 h 22923"/>
                    <a:gd name="connsiteX10" fmla="*/ 2767 w 150477"/>
                    <a:gd name="connsiteY10" fmla="*/ 17299 h 22923"/>
                    <a:gd name="connsiteX11" fmla="*/ 20960 w 150477"/>
                    <a:gd name="connsiteY11" fmla="*/ 16156 h 22923"/>
                    <a:gd name="connsiteX12" fmla="*/ 66775 w 150477"/>
                    <a:gd name="connsiteY12" fmla="*/ 10631 h 22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77" h="22923">
                      <a:moveTo>
                        <a:pt x="66775" y="10631"/>
                      </a:moveTo>
                      <a:cubicBezTo>
                        <a:pt x="82682" y="7393"/>
                        <a:pt x="98302" y="2630"/>
                        <a:pt x="114400" y="630"/>
                      </a:cubicBezTo>
                      <a:cubicBezTo>
                        <a:pt x="122020" y="-323"/>
                        <a:pt x="130021" y="-608"/>
                        <a:pt x="136879" y="2821"/>
                      </a:cubicBezTo>
                      <a:cubicBezTo>
                        <a:pt x="141260" y="5012"/>
                        <a:pt x="144785" y="8631"/>
                        <a:pt x="148214" y="12155"/>
                      </a:cubicBezTo>
                      <a:cubicBezTo>
                        <a:pt x="149166" y="13108"/>
                        <a:pt x="150118" y="14155"/>
                        <a:pt x="150404" y="15489"/>
                      </a:cubicBezTo>
                      <a:cubicBezTo>
                        <a:pt x="150785" y="17299"/>
                        <a:pt x="149642" y="19204"/>
                        <a:pt x="148023" y="20156"/>
                      </a:cubicBezTo>
                      <a:cubicBezTo>
                        <a:pt x="146404" y="21109"/>
                        <a:pt x="144499" y="21299"/>
                        <a:pt x="142689" y="21395"/>
                      </a:cubicBezTo>
                      <a:cubicBezTo>
                        <a:pt x="137736" y="21490"/>
                        <a:pt x="132878" y="20251"/>
                        <a:pt x="128020" y="19299"/>
                      </a:cubicBezTo>
                      <a:cubicBezTo>
                        <a:pt x="100969" y="14155"/>
                        <a:pt x="73347" y="17584"/>
                        <a:pt x="46201" y="20347"/>
                      </a:cubicBezTo>
                      <a:cubicBezTo>
                        <a:pt x="32580" y="21680"/>
                        <a:pt x="18959" y="23014"/>
                        <a:pt x="5243" y="22918"/>
                      </a:cubicBezTo>
                      <a:cubicBezTo>
                        <a:pt x="671" y="22918"/>
                        <a:pt x="-2567" y="20728"/>
                        <a:pt x="2767" y="17299"/>
                      </a:cubicBezTo>
                      <a:cubicBezTo>
                        <a:pt x="7053" y="14537"/>
                        <a:pt x="15911" y="16346"/>
                        <a:pt x="20960" y="16156"/>
                      </a:cubicBezTo>
                      <a:cubicBezTo>
                        <a:pt x="36390" y="15584"/>
                        <a:pt x="51725" y="13774"/>
                        <a:pt x="66775" y="1063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3039" name="Forme libre : forme 3038">
                <a:extLst>
                  <a:ext uri="{FF2B5EF4-FFF2-40B4-BE49-F238E27FC236}">
                    <a16:creationId xmlns:a16="http://schemas.microsoft.com/office/drawing/2014/main" id="{5FFCA47F-F349-4929-91F8-4E10D7D4D351}"/>
                  </a:ext>
                </a:extLst>
              </p:cNvPr>
              <p:cNvSpPr/>
              <p:nvPr/>
            </p:nvSpPr>
            <p:spPr>
              <a:xfrm>
                <a:off x="4353638" y="3489959"/>
                <a:ext cx="110635" cy="59798"/>
              </a:xfrm>
              <a:custGeom>
                <a:avLst/>
                <a:gdLst>
                  <a:gd name="connsiteX0" fmla="*/ 56627 w 110635"/>
                  <a:gd name="connsiteY0" fmla="*/ 41338 h 59798"/>
                  <a:gd name="connsiteX1" fmla="*/ 104632 w 110635"/>
                  <a:gd name="connsiteY1" fmla="*/ 8858 h 59798"/>
                  <a:gd name="connsiteX2" fmla="*/ 110633 w 110635"/>
                  <a:gd name="connsiteY2" fmla="*/ 0 h 59798"/>
                  <a:gd name="connsiteX3" fmla="*/ 88535 w 110635"/>
                  <a:gd name="connsiteY3" fmla="*/ 9144 h 59798"/>
                  <a:gd name="connsiteX4" fmla="*/ 62532 w 110635"/>
                  <a:gd name="connsiteY4" fmla="*/ 19050 h 59798"/>
                  <a:gd name="connsiteX5" fmla="*/ 9192 w 110635"/>
                  <a:gd name="connsiteY5" fmla="*/ 38195 h 59798"/>
                  <a:gd name="connsiteX6" fmla="*/ 2715 w 110635"/>
                  <a:gd name="connsiteY6" fmla="*/ 55721 h 59798"/>
                  <a:gd name="connsiteX7" fmla="*/ 26718 w 110635"/>
                  <a:gd name="connsiteY7" fmla="*/ 56960 h 59798"/>
                  <a:gd name="connsiteX8" fmla="*/ 56627 w 110635"/>
                  <a:gd name="connsiteY8" fmla="*/ 41338 h 59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635" h="59798">
                    <a:moveTo>
                      <a:pt x="56627" y="41338"/>
                    </a:moveTo>
                    <a:cubicBezTo>
                      <a:pt x="73010" y="31052"/>
                      <a:pt x="89393" y="20764"/>
                      <a:pt x="104632" y="8858"/>
                    </a:cubicBezTo>
                    <a:cubicBezTo>
                      <a:pt x="107585" y="6572"/>
                      <a:pt x="110728" y="3715"/>
                      <a:pt x="110633" y="0"/>
                    </a:cubicBezTo>
                    <a:cubicBezTo>
                      <a:pt x="103299" y="3048"/>
                      <a:pt x="95965" y="6096"/>
                      <a:pt x="88535" y="9144"/>
                    </a:cubicBezTo>
                    <a:cubicBezTo>
                      <a:pt x="79963" y="12668"/>
                      <a:pt x="71390" y="16193"/>
                      <a:pt x="62532" y="19050"/>
                    </a:cubicBezTo>
                    <a:cubicBezTo>
                      <a:pt x="44625" y="24860"/>
                      <a:pt x="25289" y="27813"/>
                      <a:pt x="9192" y="38195"/>
                    </a:cubicBezTo>
                    <a:cubicBezTo>
                      <a:pt x="3001" y="42196"/>
                      <a:pt x="-3952" y="48578"/>
                      <a:pt x="2715" y="55721"/>
                    </a:cubicBezTo>
                    <a:cubicBezTo>
                      <a:pt x="8906" y="62389"/>
                      <a:pt x="19384" y="59436"/>
                      <a:pt x="26718" y="56960"/>
                    </a:cubicBezTo>
                    <a:cubicBezTo>
                      <a:pt x="37577" y="53340"/>
                      <a:pt x="47197" y="47339"/>
                      <a:pt x="56627" y="41338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40" name="Forme libre : forme 3039">
                <a:extLst>
                  <a:ext uri="{FF2B5EF4-FFF2-40B4-BE49-F238E27FC236}">
                    <a16:creationId xmlns:a16="http://schemas.microsoft.com/office/drawing/2014/main" id="{24630A68-C8AD-417F-B9D2-B585493FFCEC}"/>
                  </a:ext>
                </a:extLst>
              </p:cNvPr>
              <p:cNvSpPr/>
              <p:nvPr/>
            </p:nvSpPr>
            <p:spPr>
              <a:xfrm>
                <a:off x="4299930" y="3415603"/>
                <a:ext cx="56930" cy="21968"/>
              </a:xfrm>
              <a:custGeom>
                <a:avLst/>
                <a:gdLst>
                  <a:gd name="connsiteX0" fmla="*/ 53757 w 56930"/>
                  <a:gd name="connsiteY0" fmla="*/ 10634 h 21968"/>
                  <a:gd name="connsiteX1" fmla="*/ 56614 w 56930"/>
                  <a:gd name="connsiteY1" fmla="*/ 5967 h 21968"/>
                  <a:gd name="connsiteX2" fmla="*/ 54043 w 56930"/>
                  <a:gd name="connsiteY2" fmla="*/ 4633 h 21968"/>
                  <a:gd name="connsiteX3" fmla="*/ 36 w 56930"/>
                  <a:gd name="connsiteY3" fmla="*/ 14158 h 21968"/>
                  <a:gd name="connsiteX4" fmla="*/ 53757 w 56930"/>
                  <a:gd name="connsiteY4" fmla="*/ 10634 h 21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930" h="21968">
                    <a:moveTo>
                      <a:pt x="53757" y="10634"/>
                    </a:moveTo>
                    <a:cubicBezTo>
                      <a:pt x="55567" y="9681"/>
                      <a:pt x="57757" y="7777"/>
                      <a:pt x="56614" y="5967"/>
                    </a:cubicBezTo>
                    <a:cubicBezTo>
                      <a:pt x="56043" y="5110"/>
                      <a:pt x="54995" y="4824"/>
                      <a:pt x="54043" y="4633"/>
                    </a:cubicBezTo>
                    <a:cubicBezTo>
                      <a:pt x="41184" y="1966"/>
                      <a:pt x="1941" y="-8225"/>
                      <a:pt x="36" y="14158"/>
                    </a:cubicBezTo>
                    <a:cubicBezTo>
                      <a:pt x="-1488" y="31875"/>
                      <a:pt x="46042" y="14444"/>
                      <a:pt x="53757" y="10634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41" name="Forme libre : forme 3040">
                <a:extLst>
                  <a:ext uri="{FF2B5EF4-FFF2-40B4-BE49-F238E27FC236}">
                    <a16:creationId xmlns:a16="http://schemas.microsoft.com/office/drawing/2014/main" id="{3AED201D-A7E5-436B-89A5-E8D15736BC9C}"/>
                  </a:ext>
                </a:extLst>
              </p:cNvPr>
              <p:cNvSpPr/>
              <p:nvPr/>
            </p:nvSpPr>
            <p:spPr>
              <a:xfrm>
                <a:off x="4350585" y="3324493"/>
                <a:ext cx="76134" cy="39545"/>
              </a:xfrm>
              <a:custGeom>
                <a:avLst/>
                <a:gdLst>
                  <a:gd name="connsiteX0" fmla="*/ 32343 w 76134"/>
                  <a:gd name="connsiteY0" fmla="*/ 28973 h 39545"/>
                  <a:gd name="connsiteX1" fmla="*/ 70443 w 76134"/>
                  <a:gd name="connsiteY1" fmla="*/ 39545 h 39545"/>
                  <a:gd name="connsiteX2" fmla="*/ 74919 w 76134"/>
                  <a:gd name="connsiteY2" fmla="*/ 38402 h 39545"/>
                  <a:gd name="connsiteX3" fmla="*/ 75586 w 76134"/>
                  <a:gd name="connsiteY3" fmla="*/ 32973 h 39545"/>
                  <a:gd name="connsiteX4" fmla="*/ 71586 w 76134"/>
                  <a:gd name="connsiteY4" fmla="*/ 28687 h 39545"/>
                  <a:gd name="connsiteX5" fmla="*/ 12245 w 76134"/>
                  <a:gd name="connsiteY5" fmla="*/ 112 h 39545"/>
                  <a:gd name="connsiteX6" fmla="*/ 529 w 76134"/>
                  <a:gd name="connsiteY6" fmla="*/ 10303 h 39545"/>
                  <a:gd name="connsiteX7" fmla="*/ 32343 w 76134"/>
                  <a:gd name="connsiteY7" fmla="*/ 28973 h 39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134" h="39545">
                    <a:moveTo>
                      <a:pt x="32343" y="28973"/>
                    </a:moveTo>
                    <a:cubicBezTo>
                      <a:pt x="44439" y="34402"/>
                      <a:pt x="57108" y="39450"/>
                      <a:pt x="70443" y="39545"/>
                    </a:cubicBezTo>
                    <a:cubicBezTo>
                      <a:pt x="71967" y="39545"/>
                      <a:pt x="73681" y="39450"/>
                      <a:pt x="74919" y="38402"/>
                    </a:cubicBezTo>
                    <a:cubicBezTo>
                      <a:pt x="76348" y="37069"/>
                      <a:pt x="76443" y="34783"/>
                      <a:pt x="75586" y="32973"/>
                    </a:cubicBezTo>
                    <a:cubicBezTo>
                      <a:pt x="74729" y="31259"/>
                      <a:pt x="73205" y="29925"/>
                      <a:pt x="71586" y="28687"/>
                    </a:cubicBezTo>
                    <a:cubicBezTo>
                      <a:pt x="56346" y="16781"/>
                      <a:pt x="32724" y="-1603"/>
                      <a:pt x="12245" y="112"/>
                    </a:cubicBezTo>
                    <a:cubicBezTo>
                      <a:pt x="6435" y="588"/>
                      <a:pt x="-2233" y="2874"/>
                      <a:pt x="529" y="10303"/>
                    </a:cubicBezTo>
                    <a:cubicBezTo>
                      <a:pt x="3768" y="19638"/>
                      <a:pt x="24247" y="25353"/>
                      <a:pt x="32343" y="28973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42" name="Forme libre : forme 3041">
                <a:extLst>
                  <a:ext uri="{FF2B5EF4-FFF2-40B4-BE49-F238E27FC236}">
                    <a16:creationId xmlns:a16="http://schemas.microsoft.com/office/drawing/2014/main" id="{D0ACF5BF-2378-46EA-B014-778939D6AF65}"/>
                  </a:ext>
                </a:extLst>
              </p:cNvPr>
              <p:cNvSpPr/>
              <p:nvPr/>
            </p:nvSpPr>
            <p:spPr>
              <a:xfrm>
                <a:off x="4432839" y="3416712"/>
                <a:ext cx="170402" cy="38862"/>
              </a:xfrm>
              <a:custGeom>
                <a:avLst/>
                <a:gdLst>
                  <a:gd name="connsiteX0" fmla="*/ 70199 w 170402"/>
                  <a:gd name="connsiteY0" fmla="*/ 21622 h 38862"/>
                  <a:gd name="connsiteX1" fmla="*/ 26479 w 170402"/>
                  <a:gd name="connsiteY1" fmla="*/ 0 h 38862"/>
                  <a:gd name="connsiteX2" fmla="*/ 77724 w 170402"/>
                  <a:gd name="connsiteY2" fmla="*/ 16097 h 38862"/>
                  <a:gd name="connsiteX3" fmla="*/ 132398 w 170402"/>
                  <a:gd name="connsiteY3" fmla="*/ 12192 h 38862"/>
                  <a:gd name="connsiteX4" fmla="*/ 170402 w 170402"/>
                  <a:gd name="connsiteY4" fmla="*/ 4001 h 38862"/>
                  <a:gd name="connsiteX5" fmla="*/ 69723 w 170402"/>
                  <a:gd name="connsiteY5" fmla="*/ 29146 h 38862"/>
                  <a:gd name="connsiteX6" fmla="*/ 17050 w 170402"/>
                  <a:gd name="connsiteY6" fmla="*/ 36671 h 38862"/>
                  <a:gd name="connsiteX7" fmla="*/ 0 w 170402"/>
                  <a:gd name="connsiteY7" fmla="*/ 38862 h 38862"/>
                  <a:gd name="connsiteX8" fmla="*/ 12383 w 170402"/>
                  <a:gd name="connsiteY8" fmla="*/ 35147 h 38862"/>
                  <a:gd name="connsiteX9" fmla="*/ 31623 w 170402"/>
                  <a:gd name="connsiteY9" fmla="*/ 31528 h 38862"/>
                  <a:gd name="connsiteX10" fmla="*/ 70199 w 170402"/>
                  <a:gd name="connsiteY10" fmla="*/ 21622 h 38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0402" h="38862">
                    <a:moveTo>
                      <a:pt x="70199" y="21622"/>
                    </a:moveTo>
                    <a:cubicBezTo>
                      <a:pt x="56769" y="12287"/>
                      <a:pt x="42005" y="5048"/>
                      <a:pt x="26479" y="0"/>
                    </a:cubicBezTo>
                    <a:cubicBezTo>
                      <a:pt x="44387" y="1238"/>
                      <a:pt x="60198" y="12287"/>
                      <a:pt x="77724" y="16097"/>
                    </a:cubicBezTo>
                    <a:cubicBezTo>
                      <a:pt x="95726" y="20003"/>
                      <a:pt x="114395" y="16097"/>
                      <a:pt x="132398" y="12192"/>
                    </a:cubicBezTo>
                    <a:cubicBezTo>
                      <a:pt x="145066" y="9430"/>
                      <a:pt x="157734" y="6763"/>
                      <a:pt x="170402" y="4001"/>
                    </a:cubicBezTo>
                    <a:cubicBezTo>
                      <a:pt x="138017" y="16288"/>
                      <a:pt x="103918" y="23717"/>
                      <a:pt x="69723" y="29146"/>
                    </a:cubicBezTo>
                    <a:cubicBezTo>
                      <a:pt x="52197" y="32004"/>
                      <a:pt x="34576" y="34290"/>
                      <a:pt x="17050" y="36671"/>
                    </a:cubicBezTo>
                    <a:cubicBezTo>
                      <a:pt x="11335" y="37338"/>
                      <a:pt x="5715" y="38481"/>
                      <a:pt x="0" y="38862"/>
                    </a:cubicBezTo>
                    <a:cubicBezTo>
                      <a:pt x="3810" y="35909"/>
                      <a:pt x="7811" y="35909"/>
                      <a:pt x="12383" y="35147"/>
                    </a:cubicBezTo>
                    <a:cubicBezTo>
                      <a:pt x="18859" y="34100"/>
                      <a:pt x="25241" y="32861"/>
                      <a:pt x="31623" y="31528"/>
                    </a:cubicBezTo>
                    <a:cubicBezTo>
                      <a:pt x="44672" y="28861"/>
                      <a:pt x="57531" y="25527"/>
                      <a:pt x="70199" y="21622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3043" name="Graphique 11">
              <a:extLst>
                <a:ext uri="{FF2B5EF4-FFF2-40B4-BE49-F238E27FC236}">
                  <a16:creationId xmlns:a16="http://schemas.microsoft.com/office/drawing/2014/main" id="{C4B54D7F-D7D8-4CEB-9287-AE791EBC293D}"/>
                </a:ext>
              </a:extLst>
            </p:cNvPr>
            <p:cNvGrpSpPr/>
            <p:nvPr/>
          </p:nvGrpSpPr>
          <p:grpSpPr>
            <a:xfrm>
              <a:off x="5907690" y="1461515"/>
              <a:ext cx="371096" cy="846093"/>
              <a:chOff x="5907690" y="1461515"/>
              <a:chExt cx="371096" cy="846093"/>
            </a:xfrm>
            <a:solidFill>
              <a:schemeClr val="accent1"/>
            </a:solidFill>
          </p:grpSpPr>
          <p:grpSp>
            <p:nvGrpSpPr>
              <p:cNvPr id="3044" name="Graphique 11">
                <a:extLst>
                  <a:ext uri="{FF2B5EF4-FFF2-40B4-BE49-F238E27FC236}">
                    <a16:creationId xmlns:a16="http://schemas.microsoft.com/office/drawing/2014/main" id="{FA7F1F42-0165-4464-8D51-3CA995489B1E}"/>
                  </a:ext>
                </a:extLst>
              </p:cNvPr>
              <p:cNvGrpSpPr/>
              <p:nvPr/>
            </p:nvGrpSpPr>
            <p:grpSpPr>
              <a:xfrm>
                <a:off x="5907690" y="1461515"/>
                <a:ext cx="371096" cy="846093"/>
                <a:chOff x="5907690" y="1461515"/>
                <a:chExt cx="371096" cy="846093"/>
              </a:xfrm>
              <a:solidFill>
                <a:schemeClr val="accent1"/>
              </a:solidFill>
            </p:grpSpPr>
            <p:sp>
              <p:nvSpPr>
                <p:cNvPr id="3045" name="Forme libre : forme 3044">
                  <a:extLst>
                    <a:ext uri="{FF2B5EF4-FFF2-40B4-BE49-F238E27FC236}">
                      <a16:creationId xmlns:a16="http://schemas.microsoft.com/office/drawing/2014/main" id="{4DBBBAC2-A941-4B5A-B1B0-6FA26EB97858}"/>
                    </a:ext>
                  </a:extLst>
                </p:cNvPr>
                <p:cNvSpPr/>
                <p:nvPr/>
              </p:nvSpPr>
              <p:spPr>
                <a:xfrm>
                  <a:off x="5909786" y="1542859"/>
                  <a:ext cx="366521" cy="764750"/>
                </a:xfrm>
                <a:custGeom>
                  <a:avLst/>
                  <a:gdLst>
                    <a:gd name="connsiteX0" fmla="*/ 0 w 366521"/>
                    <a:gd name="connsiteY0" fmla="*/ 66008 h 764750"/>
                    <a:gd name="connsiteX1" fmla="*/ 68104 w 366521"/>
                    <a:gd name="connsiteY1" fmla="*/ 220409 h 764750"/>
                    <a:gd name="connsiteX2" fmla="*/ 130397 w 366521"/>
                    <a:gd name="connsiteY2" fmla="*/ 417862 h 764750"/>
                    <a:gd name="connsiteX3" fmla="*/ 133826 w 366521"/>
                    <a:gd name="connsiteY3" fmla="*/ 695039 h 764750"/>
                    <a:gd name="connsiteX4" fmla="*/ 125921 w 366521"/>
                    <a:gd name="connsiteY4" fmla="*/ 759142 h 764750"/>
                    <a:gd name="connsiteX5" fmla="*/ 177641 w 366521"/>
                    <a:gd name="connsiteY5" fmla="*/ 735616 h 764750"/>
                    <a:gd name="connsiteX6" fmla="*/ 188881 w 366521"/>
                    <a:gd name="connsiteY6" fmla="*/ 735616 h 764750"/>
                    <a:gd name="connsiteX7" fmla="*/ 240601 w 366521"/>
                    <a:gd name="connsiteY7" fmla="*/ 759142 h 764750"/>
                    <a:gd name="connsiteX8" fmla="*/ 232696 w 366521"/>
                    <a:gd name="connsiteY8" fmla="*/ 695039 h 764750"/>
                    <a:gd name="connsiteX9" fmla="*/ 236125 w 366521"/>
                    <a:gd name="connsiteY9" fmla="*/ 417862 h 764750"/>
                    <a:gd name="connsiteX10" fmla="*/ 298418 w 366521"/>
                    <a:gd name="connsiteY10" fmla="*/ 220409 h 764750"/>
                    <a:gd name="connsiteX11" fmla="*/ 366522 w 366521"/>
                    <a:gd name="connsiteY11" fmla="*/ 66008 h 764750"/>
                    <a:gd name="connsiteX12" fmla="*/ 184690 w 366521"/>
                    <a:gd name="connsiteY12" fmla="*/ 0 h 764750"/>
                    <a:gd name="connsiteX13" fmla="*/ 0 w 366521"/>
                    <a:gd name="connsiteY13" fmla="*/ 66008 h 764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6521" h="764750">
                      <a:moveTo>
                        <a:pt x="0" y="66008"/>
                      </a:moveTo>
                      <a:cubicBezTo>
                        <a:pt x="0" y="66008"/>
                        <a:pt x="14478" y="124111"/>
                        <a:pt x="68104" y="220409"/>
                      </a:cubicBezTo>
                      <a:cubicBezTo>
                        <a:pt x="121729" y="316706"/>
                        <a:pt x="128302" y="342328"/>
                        <a:pt x="130397" y="417862"/>
                      </a:cubicBezTo>
                      <a:cubicBezTo>
                        <a:pt x="132493" y="493395"/>
                        <a:pt x="134112" y="679132"/>
                        <a:pt x="133826" y="695039"/>
                      </a:cubicBezTo>
                      <a:cubicBezTo>
                        <a:pt x="133540" y="710946"/>
                        <a:pt x="135160" y="745712"/>
                        <a:pt x="125921" y="759142"/>
                      </a:cubicBezTo>
                      <a:cubicBezTo>
                        <a:pt x="116681" y="772573"/>
                        <a:pt x="168402" y="760762"/>
                        <a:pt x="177641" y="735616"/>
                      </a:cubicBezTo>
                      <a:lnTo>
                        <a:pt x="188881" y="735616"/>
                      </a:lnTo>
                      <a:cubicBezTo>
                        <a:pt x="198120" y="760666"/>
                        <a:pt x="249841" y="772573"/>
                        <a:pt x="240601" y="759142"/>
                      </a:cubicBezTo>
                      <a:cubicBezTo>
                        <a:pt x="231362" y="745712"/>
                        <a:pt x="232981" y="710851"/>
                        <a:pt x="232696" y="695039"/>
                      </a:cubicBezTo>
                      <a:cubicBezTo>
                        <a:pt x="232410" y="679228"/>
                        <a:pt x="234029" y="493395"/>
                        <a:pt x="236125" y="417862"/>
                      </a:cubicBezTo>
                      <a:cubicBezTo>
                        <a:pt x="238220" y="342328"/>
                        <a:pt x="244792" y="316802"/>
                        <a:pt x="298418" y="220409"/>
                      </a:cubicBezTo>
                      <a:cubicBezTo>
                        <a:pt x="352044" y="124015"/>
                        <a:pt x="366522" y="66008"/>
                        <a:pt x="366522" y="66008"/>
                      </a:cubicBezTo>
                      <a:lnTo>
                        <a:pt x="184690" y="0"/>
                      </a:lnTo>
                      <a:lnTo>
                        <a:pt x="0" y="66008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3046" name="Graphique 11">
                  <a:extLst>
                    <a:ext uri="{FF2B5EF4-FFF2-40B4-BE49-F238E27FC236}">
                      <a16:creationId xmlns:a16="http://schemas.microsoft.com/office/drawing/2014/main" id="{2E9092EA-F7A3-44CA-A8E1-6246343F1195}"/>
                    </a:ext>
                  </a:extLst>
                </p:cNvPr>
                <p:cNvGrpSpPr/>
                <p:nvPr/>
              </p:nvGrpSpPr>
              <p:grpSpPr>
                <a:xfrm>
                  <a:off x="6028658" y="1461515"/>
                  <a:ext cx="128778" cy="153162"/>
                  <a:chOff x="6028658" y="1461515"/>
                  <a:chExt cx="128778" cy="153162"/>
                </a:xfrm>
                <a:solidFill>
                  <a:schemeClr val="accent1"/>
                </a:solidFill>
              </p:grpSpPr>
              <p:sp>
                <p:nvSpPr>
                  <p:cNvPr id="3047" name="Forme libre : forme 3046">
                    <a:extLst>
                      <a:ext uri="{FF2B5EF4-FFF2-40B4-BE49-F238E27FC236}">
                        <a16:creationId xmlns:a16="http://schemas.microsoft.com/office/drawing/2014/main" id="{BB0C4A64-3B68-4217-B120-4169E351E9F1}"/>
                      </a:ext>
                    </a:extLst>
                  </p:cNvPr>
                  <p:cNvSpPr/>
                  <p:nvPr/>
                </p:nvSpPr>
                <p:spPr>
                  <a:xfrm>
                    <a:off x="6028658" y="1461515"/>
                    <a:ext cx="128777" cy="153162"/>
                  </a:xfrm>
                  <a:custGeom>
                    <a:avLst/>
                    <a:gdLst>
                      <a:gd name="connsiteX0" fmla="*/ 128778 w 128777"/>
                      <a:gd name="connsiteY0" fmla="*/ 76581 h 153162"/>
                      <a:gd name="connsiteX1" fmla="*/ 64389 w 128777"/>
                      <a:gd name="connsiteY1" fmla="*/ 153162 h 153162"/>
                      <a:gd name="connsiteX2" fmla="*/ 0 w 128777"/>
                      <a:gd name="connsiteY2" fmla="*/ 76581 h 153162"/>
                      <a:gd name="connsiteX3" fmla="*/ 64389 w 128777"/>
                      <a:gd name="connsiteY3" fmla="*/ 0 h 153162"/>
                      <a:gd name="connsiteX4" fmla="*/ 128778 w 128777"/>
                      <a:gd name="connsiteY4" fmla="*/ 76581 h 153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77" h="153162">
                        <a:moveTo>
                          <a:pt x="128778" y="76581"/>
                        </a:moveTo>
                        <a:cubicBezTo>
                          <a:pt x="128778" y="118876"/>
                          <a:pt x="99950" y="153162"/>
                          <a:pt x="64389" y="153162"/>
                        </a:cubicBezTo>
                        <a:cubicBezTo>
                          <a:pt x="28828" y="153162"/>
                          <a:pt x="0" y="118876"/>
                          <a:pt x="0" y="76581"/>
                        </a:cubicBezTo>
                        <a:cubicBezTo>
                          <a:pt x="0" y="34287"/>
                          <a:pt x="28828" y="0"/>
                          <a:pt x="64389" y="0"/>
                        </a:cubicBezTo>
                        <a:cubicBezTo>
                          <a:pt x="99950" y="0"/>
                          <a:pt x="128778" y="34287"/>
                          <a:pt x="128778" y="76581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48" name="Forme libre : forme 3047">
                    <a:extLst>
                      <a:ext uri="{FF2B5EF4-FFF2-40B4-BE49-F238E27FC236}">
                        <a16:creationId xmlns:a16="http://schemas.microsoft.com/office/drawing/2014/main" id="{508BF5B2-68C5-4963-A38C-7A71CC663BBF}"/>
                      </a:ext>
                    </a:extLst>
                  </p:cNvPr>
                  <p:cNvSpPr/>
                  <p:nvPr/>
                </p:nvSpPr>
                <p:spPr>
                  <a:xfrm>
                    <a:off x="6029420" y="1504473"/>
                    <a:ext cx="128016" cy="110204"/>
                  </a:xfrm>
                  <a:custGeom>
                    <a:avLst/>
                    <a:gdLst>
                      <a:gd name="connsiteX0" fmla="*/ 121444 w 128016"/>
                      <a:gd name="connsiteY0" fmla="*/ 0 h 110204"/>
                      <a:gd name="connsiteX1" fmla="*/ 122206 w 128016"/>
                      <a:gd name="connsiteY1" fmla="*/ 11430 h 110204"/>
                      <a:gd name="connsiteX2" fmla="*/ 57817 w 128016"/>
                      <a:gd name="connsiteY2" fmla="*/ 88011 h 110204"/>
                      <a:gd name="connsiteX3" fmla="*/ 0 w 128016"/>
                      <a:gd name="connsiteY3" fmla="*/ 45053 h 110204"/>
                      <a:gd name="connsiteX4" fmla="*/ 63627 w 128016"/>
                      <a:gd name="connsiteY4" fmla="*/ 110204 h 110204"/>
                      <a:gd name="connsiteX5" fmla="*/ 128016 w 128016"/>
                      <a:gd name="connsiteY5" fmla="*/ 33623 h 110204"/>
                      <a:gd name="connsiteX6" fmla="*/ 121444 w 128016"/>
                      <a:gd name="connsiteY6" fmla="*/ 0 h 1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8016" h="110204">
                        <a:moveTo>
                          <a:pt x="121444" y="0"/>
                        </a:moveTo>
                        <a:cubicBezTo>
                          <a:pt x="121920" y="3715"/>
                          <a:pt x="122206" y="7525"/>
                          <a:pt x="122206" y="11430"/>
                        </a:cubicBezTo>
                        <a:cubicBezTo>
                          <a:pt x="122206" y="53721"/>
                          <a:pt x="93345" y="87725"/>
                          <a:pt x="57817" y="88011"/>
                        </a:cubicBezTo>
                        <a:cubicBezTo>
                          <a:pt x="30004" y="88202"/>
                          <a:pt x="5715" y="69152"/>
                          <a:pt x="0" y="45053"/>
                        </a:cubicBezTo>
                        <a:cubicBezTo>
                          <a:pt x="4667" y="81915"/>
                          <a:pt x="31337" y="110204"/>
                          <a:pt x="63627" y="110204"/>
                        </a:cubicBezTo>
                        <a:cubicBezTo>
                          <a:pt x="99155" y="110204"/>
                          <a:pt x="128016" y="75914"/>
                          <a:pt x="128016" y="33623"/>
                        </a:cubicBezTo>
                        <a:cubicBezTo>
                          <a:pt x="128016" y="21527"/>
                          <a:pt x="125539" y="10192"/>
                          <a:pt x="121444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49" name="Forme libre : forme 3048">
                    <a:extLst>
                      <a:ext uri="{FF2B5EF4-FFF2-40B4-BE49-F238E27FC236}">
                        <a16:creationId xmlns:a16="http://schemas.microsoft.com/office/drawing/2014/main" id="{84E35097-F342-4C8C-B87E-92881B29E8E7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6035481" y="1479718"/>
                    <a:ext cx="74869" cy="59247"/>
                  </a:xfrm>
                  <a:custGeom>
                    <a:avLst/>
                    <a:gdLst>
                      <a:gd name="connsiteX0" fmla="*/ 74869 w 74869"/>
                      <a:gd name="connsiteY0" fmla="*/ 29624 h 59247"/>
                      <a:gd name="connsiteX1" fmla="*/ 37435 w 74869"/>
                      <a:gd name="connsiteY1" fmla="*/ 59248 h 59247"/>
                      <a:gd name="connsiteX2" fmla="*/ 0 w 74869"/>
                      <a:gd name="connsiteY2" fmla="*/ 29624 h 59247"/>
                      <a:gd name="connsiteX3" fmla="*/ 37435 w 74869"/>
                      <a:gd name="connsiteY3" fmla="*/ 0 h 59247"/>
                      <a:gd name="connsiteX4" fmla="*/ 74869 w 74869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9" h="59247">
                        <a:moveTo>
                          <a:pt x="74869" y="29624"/>
                        </a:moveTo>
                        <a:cubicBezTo>
                          <a:pt x="74869" y="45985"/>
                          <a:pt x="58109" y="59248"/>
                          <a:pt x="37435" y="59248"/>
                        </a:cubicBezTo>
                        <a:cubicBezTo>
                          <a:pt x="16760" y="59248"/>
                          <a:pt x="0" y="45985"/>
                          <a:pt x="0" y="29624"/>
                        </a:cubicBezTo>
                        <a:cubicBezTo>
                          <a:pt x="0" y="13263"/>
                          <a:pt x="16760" y="0"/>
                          <a:pt x="37435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50" name="Forme libre : forme 3049">
                    <a:extLst>
                      <a:ext uri="{FF2B5EF4-FFF2-40B4-BE49-F238E27FC236}">
                        <a16:creationId xmlns:a16="http://schemas.microsoft.com/office/drawing/2014/main" id="{5E4C759D-CC74-42D5-80DC-227D2CB2E3E6}"/>
                      </a:ext>
                    </a:extLst>
                  </p:cNvPr>
                  <p:cNvSpPr/>
                  <p:nvPr/>
                </p:nvSpPr>
                <p:spPr>
                  <a:xfrm>
                    <a:off x="6086475" y="1472659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8" y="0"/>
                          <a:pt x="8954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3051" name="Graphique 11">
                  <a:extLst>
                    <a:ext uri="{FF2B5EF4-FFF2-40B4-BE49-F238E27FC236}">
                      <a16:creationId xmlns:a16="http://schemas.microsoft.com/office/drawing/2014/main" id="{36E8C0E8-2947-45AB-A23E-1AC486B1B385}"/>
                    </a:ext>
                  </a:extLst>
                </p:cNvPr>
                <p:cNvGrpSpPr/>
                <p:nvPr/>
              </p:nvGrpSpPr>
              <p:grpSpPr>
                <a:xfrm>
                  <a:off x="5907690" y="1512760"/>
                  <a:ext cx="128780" cy="153162"/>
                  <a:chOff x="5907690" y="1512760"/>
                  <a:chExt cx="128780" cy="153162"/>
                </a:xfrm>
                <a:solidFill>
                  <a:schemeClr val="accent1"/>
                </a:solidFill>
              </p:grpSpPr>
              <p:sp>
                <p:nvSpPr>
                  <p:cNvPr id="3052" name="Forme libre : forme 3051">
                    <a:extLst>
                      <a:ext uri="{FF2B5EF4-FFF2-40B4-BE49-F238E27FC236}">
                        <a16:creationId xmlns:a16="http://schemas.microsoft.com/office/drawing/2014/main" id="{09E57479-744B-4EDF-B4A8-BE4783EB45CF}"/>
                      </a:ext>
                    </a:extLst>
                  </p:cNvPr>
                  <p:cNvSpPr/>
                  <p:nvPr/>
                </p:nvSpPr>
                <p:spPr>
                  <a:xfrm>
                    <a:off x="5907690" y="1512760"/>
                    <a:ext cx="128777" cy="153162"/>
                  </a:xfrm>
                  <a:custGeom>
                    <a:avLst/>
                    <a:gdLst>
                      <a:gd name="connsiteX0" fmla="*/ 128778 w 128777"/>
                      <a:gd name="connsiteY0" fmla="*/ 76581 h 153162"/>
                      <a:gd name="connsiteX1" fmla="*/ 64389 w 128777"/>
                      <a:gd name="connsiteY1" fmla="*/ 153162 h 153162"/>
                      <a:gd name="connsiteX2" fmla="*/ 0 w 128777"/>
                      <a:gd name="connsiteY2" fmla="*/ 76581 h 153162"/>
                      <a:gd name="connsiteX3" fmla="*/ 64389 w 128777"/>
                      <a:gd name="connsiteY3" fmla="*/ 0 h 153162"/>
                      <a:gd name="connsiteX4" fmla="*/ 128778 w 128777"/>
                      <a:gd name="connsiteY4" fmla="*/ 76581 h 153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77" h="153162">
                        <a:moveTo>
                          <a:pt x="128778" y="76581"/>
                        </a:moveTo>
                        <a:cubicBezTo>
                          <a:pt x="128778" y="118876"/>
                          <a:pt x="99950" y="153162"/>
                          <a:pt x="64389" y="153162"/>
                        </a:cubicBezTo>
                        <a:cubicBezTo>
                          <a:pt x="28828" y="153162"/>
                          <a:pt x="0" y="118876"/>
                          <a:pt x="0" y="76581"/>
                        </a:cubicBezTo>
                        <a:cubicBezTo>
                          <a:pt x="0" y="34286"/>
                          <a:pt x="28828" y="0"/>
                          <a:pt x="64389" y="0"/>
                        </a:cubicBezTo>
                        <a:cubicBezTo>
                          <a:pt x="99950" y="0"/>
                          <a:pt x="128778" y="34286"/>
                          <a:pt x="128778" y="76581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53" name="Forme libre : forme 3052">
                    <a:extLst>
                      <a:ext uri="{FF2B5EF4-FFF2-40B4-BE49-F238E27FC236}">
                        <a16:creationId xmlns:a16="http://schemas.microsoft.com/office/drawing/2014/main" id="{A36F414F-58F3-4021-9FBF-A861365C8795}"/>
                      </a:ext>
                    </a:extLst>
                  </p:cNvPr>
                  <p:cNvSpPr/>
                  <p:nvPr/>
                </p:nvSpPr>
                <p:spPr>
                  <a:xfrm>
                    <a:off x="5908452" y="1555717"/>
                    <a:ext cx="128018" cy="110204"/>
                  </a:xfrm>
                  <a:custGeom>
                    <a:avLst/>
                    <a:gdLst>
                      <a:gd name="connsiteX0" fmla="*/ 121444 w 128018"/>
                      <a:gd name="connsiteY0" fmla="*/ 0 h 110204"/>
                      <a:gd name="connsiteX1" fmla="*/ 122206 w 128018"/>
                      <a:gd name="connsiteY1" fmla="*/ 11430 h 110204"/>
                      <a:gd name="connsiteX2" fmla="*/ 57817 w 128018"/>
                      <a:gd name="connsiteY2" fmla="*/ 88011 h 110204"/>
                      <a:gd name="connsiteX3" fmla="*/ 0 w 128018"/>
                      <a:gd name="connsiteY3" fmla="*/ 45053 h 110204"/>
                      <a:gd name="connsiteX4" fmla="*/ 63627 w 128018"/>
                      <a:gd name="connsiteY4" fmla="*/ 110204 h 110204"/>
                      <a:gd name="connsiteX5" fmla="*/ 128016 w 128018"/>
                      <a:gd name="connsiteY5" fmla="*/ 33623 h 110204"/>
                      <a:gd name="connsiteX6" fmla="*/ 121444 w 128018"/>
                      <a:gd name="connsiteY6" fmla="*/ 0 h 1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8018" h="110204">
                        <a:moveTo>
                          <a:pt x="121444" y="0"/>
                        </a:moveTo>
                        <a:cubicBezTo>
                          <a:pt x="121920" y="3715"/>
                          <a:pt x="122206" y="7525"/>
                          <a:pt x="122206" y="11430"/>
                        </a:cubicBezTo>
                        <a:cubicBezTo>
                          <a:pt x="122206" y="53721"/>
                          <a:pt x="93345" y="87725"/>
                          <a:pt x="57817" y="88011"/>
                        </a:cubicBezTo>
                        <a:cubicBezTo>
                          <a:pt x="30004" y="88201"/>
                          <a:pt x="5715" y="69151"/>
                          <a:pt x="0" y="45053"/>
                        </a:cubicBezTo>
                        <a:cubicBezTo>
                          <a:pt x="4667" y="81915"/>
                          <a:pt x="31337" y="110204"/>
                          <a:pt x="63627" y="110204"/>
                        </a:cubicBezTo>
                        <a:cubicBezTo>
                          <a:pt x="99155" y="110204"/>
                          <a:pt x="128016" y="75914"/>
                          <a:pt x="128016" y="33623"/>
                        </a:cubicBezTo>
                        <a:cubicBezTo>
                          <a:pt x="128111" y="21526"/>
                          <a:pt x="125635" y="10192"/>
                          <a:pt x="121444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54" name="Forme libre : forme 3053">
                    <a:extLst>
                      <a:ext uri="{FF2B5EF4-FFF2-40B4-BE49-F238E27FC236}">
                        <a16:creationId xmlns:a16="http://schemas.microsoft.com/office/drawing/2014/main" id="{DF4D59A8-384C-44BE-BB49-40B6FE4C6D43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5914637" y="1530927"/>
                    <a:ext cx="74869" cy="59247"/>
                  </a:xfrm>
                  <a:custGeom>
                    <a:avLst/>
                    <a:gdLst>
                      <a:gd name="connsiteX0" fmla="*/ 74869 w 74869"/>
                      <a:gd name="connsiteY0" fmla="*/ 29624 h 59247"/>
                      <a:gd name="connsiteX1" fmla="*/ 37435 w 74869"/>
                      <a:gd name="connsiteY1" fmla="*/ 59248 h 59247"/>
                      <a:gd name="connsiteX2" fmla="*/ 0 w 74869"/>
                      <a:gd name="connsiteY2" fmla="*/ 29624 h 59247"/>
                      <a:gd name="connsiteX3" fmla="*/ 37435 w 74869"/>
                      <a:gd name="connsiteY3" fmla="*/ 0 h 59247"/>
                      <a:gd name="connsiteX4" fmla="*/ 74869 w 74869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9" h="59247">
                        <a:moveTo>
                          <a:pt x="74869" y="29624"/>
                        </a:moveTo>
                        <a:cubicBezTo>
                          <a:pt x="74869" y="45985"/>
                          <a:pt x="58109" y="59248"/>
                          <a:pt x="37435" y="59248"/>
                        </a:cubicBezTo>
                        <a:cubicBezTo>
                          <a:pt x="16760" y="59248"/>
                          <a:pt x="0" y="45985"/>
                          <a:pt x="0" y="29624"/>
                        </a:cubicBezTo>
                        <a:cubicBezTo>
                          <a:pt x="0" y="13263"/>
                          <a:pt x="16760" y="0"/>
                          <a:pt x="37435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55" name="Forme libre : forme 3054">
                    <a:extLst>
                      <a:ext uri="{FF2B5EF4-FFF2-40B4-BE49-F238E27FC236}">
                        <a16:creationId xmlns:a16="http://schemas.microsoft.com/office/drawing/2014/main" id="{9E5104ED-4D7A-466E-B5E0-B70D34708D7D}"/>
                      </a:ext>
                    </a:extLst>
                  </p:cNvPr>
                  <p:cNvSpPr/>
                  <p:nvPr/>
                </p:nvSpPr>
                <p:spPr>
                  <a:xfrm>
                    <a:off x="5965602" y="1523904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8" y="0"/>
                          <a:pt x="8954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3056" name="Graphique 11">
                  <a:extLst>
                    <a:ext uri="{FF2B5EF4-FFF2-40B4-BE49-F238E27FC236}">
                      <a16:creationId xmlns:a16="http://schemas.microsoft.com/office/drawing/2014/main" id="{F4D1A10C-1BAC-4842-9EEB-09F328C923CB}"/>
                    </a:ext>
                  </a:extLst>
                </p:cNvPr>
                <p:cNvGrpSpPr/>
                <p:nvPr/>
              </p:nvGrpSpPr>
              <p:grpSpPr>
                <a:xfrm>
                  <a:off x="6150006" y="1512760"/>
                  <a:ext cx="128780" cy="153162"/>
                  <a:chOff x="6150006" y="1512760"/>
                  <a:chExt cx="128780" cy="153162"/>
                </a:xfrm>
                <a:solidFill>
                  <a:schemeClr val="accent1"/>
                </a:solidFill>
              </p:grpSpPr>
              <p:sp>
                <p:nvSpPr>
                  <p:cNvPr id="3057" name="Forme libre : forme 3056">
                    <a:extLst>
                      <a:ext uri="{FF2B5EF4-FFF2-40B4-BE49-F238E27FC236}">
                        <a16:creationId xmlns:a16="http://schemas.microsoft.com/office/drawing/2014/main" id="{6AAB8180-4E29-4A3E-8F89-A56883C696BA}"/>
                      </a:ext>
                    </a:extLst>
                  </p:cNvPr>
                  <p:cNvSpPr/>
                  <p:nvPr/>
                </p:nvSpPr>
                <p:spPr>
                  <a:xfrm>
                    <a:off x="6150006" y="1512760"/>
                    <a:ext cx="128777" cy="153162"/>
                  </a:xfrm>
                  <a:custGeom>
                    <a:avLst/>
                    <a:gdLst>
                      <a:gd name="connsiteX0" fmla="*/ 128778 w 128777"/>
                      <a:gd name="connsiteY0" fmla="*/ 76581 h 153162"/>
                      <a:gd name="connsiteX1" fmla="*/ 64389 w 128777"/>
                      <a:gd name="connsiteY1" fmla="*/ 153162 h 153162"/>
                      <a:gd name="connsiteX2" fmla="*/ 0 w 128777"/>
                      <a:gd name="connsiteY2" fmla="*/ 76581 h 153162"/>
                      <a:gd name="connsiteX3" fmla="*/ 64389 w 128777"/>
                      <a:gd name="connsiteY3" fmla="*/ 0 h 153162"/>
                      <a:gd name="connsiteX4" fmla="*/ 128778 w 128777"/>
                      <a:gd name="connsiteY4" fmla="*/ 76581 h 153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77" h="153162">
                        <a:moveTo>
                          <a:pt x="128778" y="76581"/>
                        </a:moveTo>
                        <a:cubicBezTo>
                          <a:pt x="128778" y="118876"/>
                          <a:pt x="99950" y="153162"/>
                          <a:pt x="64389" y="153162"/>
                        </a:cubicBezTo>
                        <a:cubicBezTo>
                          <a:pt x="28828" y="153162"/>
                          <a:pt x="0" y="118876"/>
                          <a:pt x="0" y="76581"/>
                        </a:cubicBezTo>
                        <a:cubicBezTo>
                          <a:pt x="0" y="34286"/>
                          <a:pt x="28828" y="0"/>
                          <a:pt x="64389" y="0"/>
                        </a:cubicBezTo>
                        <a:cubicBezTo>
                          <a:pt x="99950" y="0"/>
                          <a:pt x="128778" y="34286"/>
                          <a:pt x="128778" y="76581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58" name="Forme libre : forme 3057">
                    <a:extLst>
                      <a:ext uri="{FF2B5EF4-FFF2-40B4-BE49-F238E27FC236}">
                        <a16:creationId xmlns:a16="http://schemas.microsoft.com/office/drawing/2014/main" id="{D1071054-3C6A-41BA-8020-F6F509D0DD2F}"/>
                      </a:ext>
                    </a:extLst>
                  </p:cNvPr>
                  <p:cNvSpPr/>
                  <p:nvPr/>
                </p:nvSpPr>
                <p:spPr>
                  <a:xfrm>
                    <a:off x="6150768" y="1555717"/>
                    <a:ext cx="128018" cy="110204"/>
                  </a:xfrm>
                  <a:custGeom>
                    <a:avLst/>
                    <a:gdLst>
                      <a:gd name="connsiteX0" fmla="*/ 121444 w 128018"/>
                      <a:gd name="connsiteY0" fmla="*/ 0 h 110204"/>
                      <a:gd name="connsiteX1" fmla="*/ 122206 w 128018"/>
                      <a:gd name="connsiteY1" fmla="*/ 11430 h 110204"/>
                      <a:gd name="connsiteX2" fmla="*/ 57817 w 128018"/>
                      <a:gd name="connsiteY2" fmla="*/ 88011 h 110204"/>
                      <a:gd name="connsiteX3" fmla="*/ 0 w 128018"/>
                      <a:gd name="connsiteY3" fmla="*/ 45053 h 110204"/>
                      <a:gd name="connsiteX4" fmla="*/ 63627 w 128018"/>
                      <a:gd name="connsiteY4" fmla="*/ 110204 h 110204"/>
                      <a:gd name="connsiteX5" fmla="*/ 128016 w 128018"/>
                      <a:gd name="connsiteY5" fmla="*/ 33623 h 110204"/>
                      <a:gd name="connsiteX6" fmla="*/ 121444 w 128018"/>
                      <a:gd name="connsiteY6" fmla="*/ 0 h 1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8018" h="110204">
                        <a:moveTo>
                          <a:pt x="121444" y="0"/>
                        </a:moveTo>
                        <a:cubicBezTo>
                          <a:pt x="121920" y="3715"/>
                          <a:pt x="122206" y="7525"/>
                          <a:pt x="122206" y="11430"/>
                        </a:cubicBezTo>
                        <a:cubicBezTo>
                          <a:pt x="122206" y="53721"/>
                          <a:pt x="93345" y="87725"/>
                          <a:pt x="57817" y="88011"/>
                        </a:cubicBezTo>
                        <a:cubicBezTo>
                          <a:pt x="30004" y="88201"/>
                          <a:pt x="5715" y="69151"/>
                          <a:pt x="0" y="45053"/>
                        </a:cubicBezTo>
                        <a:cubicBezTo>
                          <a:pt x="4667" y="81915"/>
                          <a:pt x="31337" y="110204"/>
                          <a:pt x="63627" y="110204"/>
                        </a:cubicBezTo>
                        <a:cubicBezTo>
                          <a:pt x="99155" y="110204"/>
                          <a:pt x="128016" y="75914"/>
                          <a:pt x="128016" y="33623"/>
                        </a:cubicBezTo>
                        <a:cubicBezTo>
                          <a:pt x="128111" y="21526"/>
                          <a:pt x="125635" y="10192"/>
                          <a:pt x="121444" y="0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59" name="Forme libre : forme 3058">
                    <a:extLst>
                      <a:ext uri="{FF2B5EF4-FFF2-40B4-BE49-F238E27FC236}">
                        <a16:creationId xmlns:a16="http://schemas.microsoft.com/office/drawing/2014/main" id="{D26D7CBC-3D90-40C5-9633-4B83AFEAA14D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6156943" y="1530909"/>
                    <a:ext cx="74869" cy="59247"/>
                  </a:xfrm>
                  <a:custGeom>
                    <a:avLst/>
                    <a:gdLst>
                      <a:gd name="connsiteX0" fmla="*/ 74869 w 74869"/>
                      <a:gd name="connsiteY0" fmla="*/ 29624 h 59247"/>
                      <a:gd name="connsiteX1" fmla="*/ 37435 w 74869"/>
                      <a:gd name="connsiteY1" fmla="*/ 59248 h 59247"/>
                      <a:gd name="connsiteX2" fmla="*/ 0 w 74869"/>
                      <a:gd name="connsiteY2" fmla="*/ 29624 h 59247"/>
                      <a:gd name="connsiteX3" fmla="*/ 37435 w 74869"/>
                      <a:gd name="connsiteY3" fmla="*/ 0 h 59247"/>
                      <a:gd name="connsiteX4" fmla="*/ 74869 w 74869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9" h="59247">
                        <a:moveTo>
                          <a:pt x="74869" y="29624"/>
                        </a:moveTo>
                        <a:cubicBezTo>
                          <a:pt x="74869" y="45985"/>
                          <a:pt x="58109" y="59248"/>
                          <a:pt x="37435" y="59248"/>
                        </a:cubicBezTo>
                        <a:cubicBezTo>
                          <a:pt x="16760" y="59248"/>
                          <a:pt x="0" y="45985"/>
                          <a:pt x="0" y="29624"/>
                        </a:cubicBezTo>
                        <a:cubicBezTo>
                          <a:pt x="0" y="13263"/>
                          <a:pt x="16760" y="0"/>
                          <a:pt x="37435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60" name="Forme libre : forme 3059">
                    <a:extLst>
                      <a:ext uri="{FF2B5EF4-FFF2-40B4-BE49-F238E27FC236}">
                        <a16:creationId xmlns:a16="http://schemas.microsoft.com/office/drawing/2014/main" id="{67EF7BC9-316C-4ED1-8B07-A48B03BD3281}"/>
                      </a:ext>
                    </a:extLst>
                  </p:cNvPr>
                  <p:cNvSpPr/>
                  <p:nvPr/>
                </p:nvSpPr>
                <p:spPr>
                  <a:xfrm>
                    <a:off x="6207918" y="1523904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4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4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9" y="17907"/>
                          <a:pt x="8954" y="17907"/>
                        </a:cubicBezTo>
                        <a:cubicBezTo>
                          <a:pt x="4009" y="17907"/>
                          <a:pt x="0" y="13898"/>
                          <a:pt x="0" y="8954"/>
                        </a:cubicBezTo>
                        <a:cubicBezTo>
                          <a:pt x="0" y="4009"/>
                          <a:pt x="4008" y="0"/>
                          <a:pt x="8954" y="0"/>
                        </a:cubicBezTo>
                        <a:cubicBezTo>
                          <a:pt x="13898" y="0"/>
                          <a:pt x="17907" y="4009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3061" name="Forme libre : forme 3060">
                  <a:extLst>
                    <a:ext uri="{FF2B5EF4-FFF2-40B4-BE49-F238E27FC236}">
                      <a16:creationId xmlns:a16="http://schemas.microsoft.com/office/drawing/2014/main" id="{B98182EB-B7E8-40F5-918E-D92CE4AA4AF9}"/>
                    </a:ext>
                  </a:extLst>
                </p:cNvPr>
                <p:cNvSpPr/>
                <p:nvPr/>
              </p:nvSpPr>
              <p:spPr>
                <a:xfrm>
                  <a:off x="6014180" y="1829752"/>
                  <a:ext cx="87820" cy="449649"/>
                </a:xfrm>
                <a:custGeom>
                  <a:avLst/>
                  <a:gdLst>
                    <a:gd name="connsiteX0" fmla="*/ 0 w 87820"/>
                    <a:gd name="connsiteY0" fmla="*/ 0 h 449649"/>
                    <a:gd name="connsiteX1" fmla="*/ 52006 w 87820"/>
                    <a:gd name="connsiteY1" fmla="*/ 148876 h 449649"/>
                    <a:gd name="connsiteX2" fmla="*/ 61531 w 87820"/>
                    <a:gd name="connsiteY2" fmla="*/ 308229 h 449649"/>
                    <a:gd name="connsiteX3" fmla="*/ 87821 w 87820"/>
                    <a:gd name="connsiteY3" fmla="*/ 449580 h 449649"/>
                    <a:gd name="connsiteX4" fmla="*/ 72485 w 87820"/>
                    <a:gd name="connsiteY4" fmla="*/ 434149 h 449649"/>
                    <a:gd name="connsiteX5" fmla="*/ 62294 w 87820"/>
                    <a:gd name="connsiteY5" fmla="*/ 403669 h 449649"/>
                    <a:gd name="connsiteX6" fmla="*/ 33528 w 87820"/>
                    <a:gd name="connsiteY6" fmla="*/ 81248 h 449649"/>
                    <a:gd name="connsiteX7" fmla="*/ 5524 w 87820"/>
                    <a:gd name="connsiteY7" fmla="*/ 9144 h 449649"/>
                    <a:gd name="connsiteX8" fmla="*/ 3905 w 87820"/>
                    <a:gd name="connsiteY8" fmla="*/ 13430 h 449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7820" h="449649">
                      <a:moveTo>
                        <a:pt x="0" y="0"/>
                      </a:moveTo>
                      <a:cubicBezTo>
                        <a:pt x="32385" y="42196"/>
                        <a:pt x="46291" y="95917"/>
                        <a:pt x="52006" y="148876"/>
                      </a:cubicBezTo>
                      <a:cubicBezTo>
                        <a:pt x="57721" y="201835"/>
                        <a:pt x="56102" y="255270"/>
                        <a:pt x="61531" y="308229"/>
                      </a:cubicBezTo>
                      <a:cubicBezTo>
                        <a:pt x="66389" y="355949"/>
                        <a:pt x="76867" y="402907"/>
                        <a:pt x="87821" y="449580"/>
                      </a:cubicBezTo>
                      <a:cubicBezTo>
                        <a:pt x="80010" y="450532"/>
                        <a:pt x="75057" y="441579"/>
                        <a:pt x="72485" y="434149"/>
                      </a:cubicBezTo>
                      <a:cubicBezTo>
                        <a:pt x="68866" y="424053"/>
                        <a:pt x="65341" y="413956"/>
                        <a:pt x="62294" y="403669"/>
                      </a:cubicBezTo>
                      <a:cubicBezTo>
                        <a:pt x="31909" y="299752"/>
                        <a:pt x="63055" y="185452"/>
                        <a:pt x="33528" y="81248"/>
                      </a:cubicBezTo>
                      <a:cubicBezTo>
                        <a:pt x="26479" y="56388"/>
                        <a:pt x="16097" y="32671"/>
                        <a:pt x="5524" y="9144"/>
                      </a:cubicBezTo>
                      <a:cubicBezTo>
                        <a:pt x="4953" y="10573"/>
                        <a:pt x="4381" y="12001"/>
                        <a:pt x="3905" y="13430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62" name="Forme libre : forme 3061">
                  <a:extLst>
                    <a:ext uri="{FF2B5EF4-FFF2-40B4-BE49-F238E27FC236}">
                      <a16:creationId xmlns:a16="http://schemas.microsoft.com/office/drawing/2014/main" id="{BCC4EF19-0F8A-447C-996B-C6DA07BBC0DB}"/>
                    </a:ext>
                  </a:extLst>
                </p:cNvPr>
                <p:cNvSpPr/>
                <p:nvPr/>
              </p:nvSpPr>
              <p:spPr>
                <a:xfrm>
                  <a:off x="6039624" y="1596294"/>
                  <a:ext cx="99566" cy="537781"/>
                </a:xfrm>
                <a:custGeom>
                  <a:avLst/>
                  <a:gdLst>
                    <a:gd name="connsiteX0" fmla="*/ 31705 w 99566"/>
                    <a:gd name="connsiteY0" fmla="*/ 253079 h 537781"/>
                    <a:gd name="connsiteX1" fmla="*/ 53899 w 99566"/>
                    <a:gd name="connsiteY1" fmla="*/ 330232 h 537781"/>
                    <a:gd name="connsiteX2" fmla="*/ 69234 w 99566"/>
                    <a:gd name="connsiteY2" fmla="*/ 390239 h 537781"/>
                    <a:gd name="connsiteX3" fmla="*/ 97523 w 99566"/>
                    <a:gd name="connsiteY3" fmla="*/ 537782 h 537781"/>
                    <a:gd name="connsiteX4" fmla="*/ 66948 w 99566"/>
                    <a:gd name="connsiteY4" fmla="*/ 334899 h 537781"/>
                    <a:gd name="connsiteX5" fmla="*/ 50660 w 99566"/>
                    <a:gd name="connsiteY5" fmla="*/ 252698 h 537781"/>
                    <a:gd name="connsiteX6" fmla="*/ 11703 w 99566"/>
                    <a:gd name="connsiteY6" fmla="*/ 36957 h 537781"/>
                    <a:gd name="connsiteX7" fmla="*/ 1702 w 99566"/>
                    <a:gd name="connsiteY7" fmla="*/ 0 h 537781"/>
                    <a:gd name="connsiteX8" fmla="*/ 3130 w 99566"/>
                    <a:gd name="connsiteY8" fmla="*/ 19907 h 537781"/>
                    <a:gd name="connsiteX9" fmla="*/ 7131 w 99566"/>
                    <a:gd name="connsiteY9" fmla="*/ 45244 h 537781"/>
                    <a:gd name="connsiteX10" fmla="*/ 12560 w 99566"/>
                    <a:gd name="connsiteY10" fmla="*/ 95155 h 537781"/>
                    <a:gd name="connsiteX11" fmla="*/ 21799 w 99566"/>
                    <a:gd name="connsiteY11" fmla="*/ 196406 h 537781"/>
                    <a:gd name="connsiteX12" fmla="*/ 31705 w 99566"/>
                    <a:gd name="connsiteY12" fmla="*/ 253079 h 537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9566" h="537781">
                      <a:moveTo>
                        <a:pt x="31705" y="253079"/>
                      </a:moveTo>
                      <a:cubicBezTo>
                        <a:pt x="37897" y="279083"/>
                        <a:pt x="46469" y="304514"/>
                        <a:pt x="53899" y="330232"/>
                      </a:cubicBezTo>
                      <a:cubicBezTo>
                        <a:pt x="59614" y="350044"/>
                        <a:pt x="64567" y="370142"/>
                        <a:pt x="69234" y="390239"/>
                      </a:cubicBezTo>
                      <a:cubicBezTo>
                        <a:pt x="80473" y="439007"/>
                        <a:pt x="89903" y="488252"/>
                        <a:pt x="97523" y="537782"/>
                      </a:cubicBezTo>
                      <a:cubicBezTo>
                        <a:pt x="106762" y="469583"/>
                        <a:pt x="82569" y="401955"/>
                        <a:pt x="66948" y="334899"/>
                      </a:cubicBezTo>
                      <a:cubicBezTo>
                        <a:pt x="60566" y="307658"/>
                        <a:pt x="55613" y="280225"/>
                        <a:pt x="50660" y="252698"/>
                      </a:cubicBezTo>
                      <a:cubicBezTo>
                        <a:pt x="37706" y="180785"/>
                        <a:pt x="24657" y="108871"/>
                        <a:pt x="11703" y="36957"/>
                      </a:cubicBezTo>
                      <a:cubicBezTo>
                        <a:pt x="9703" y="25718"/>
                        <a:pt x="8464" y="9335"/>
                        <a:pt x="1702" y="0"/>
                      </a:cubicBezTo>
                      <a:cubicBezTo>
                        <a:pt x="-2489" y="3810"/>
                        <a:pt x="2273" y="15050"/>
                        <a:pt x="3130" y="19907"/>
                      </a:cubicBezTo>
                      <a:cubicBezTo>
                        <a:pt x="4654" y="28289"/>
                        <a:pt x="5988" y="36767"/>
                        <a:pt x="7131" y="45244"/>
                      </a:cubicBezTo>
                      <a:cubicBezTo>
                        <a:pt x="9417" y="61817"/>
                        <a:pt x="11036" y="78486"/>
                        <a:pt x="12560" y="95155"/>
                      </a:cubicBezTo>
                      <a:cubicBezTo>
                        <a:pt x="15513" y="128969"/>
                        <a:pt x="17513" y="162782"/>
                        <a:pt x="21799" y="196406"/>
                      </a:cubicBezTo>
                      <a:cubicBezTo>
                        <a:pt x="24181" y="215360"/>
                        <a:pt x="27324" y="234315"/>
                        <a:pt x="31705" y="253079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63" name="Forme libre : forme 3062">
                  <a:extLst>
                    <a:ext uri="{FF2B5EF4-FFF2-40B4-BE49-F238E27FC236}">
                      <a16:creationId xmlns:a16="http://schemas.microsoft.com/office/drawing/2014/main" id="{314CC74E-B359-4B03-89FA-10E6FE4773FF}"/>
                    </a:ext>
                  </a:extLst>
                </p:cNvPr>
                <p:cNvSpPr/>
                <p:nvPr/>
              </p:nvSpPr>
              <p:spPr>
                <a:xfrm>
                  <a:off x="6084840" y="1595055"/>
                  <a:ext cx="61329" cy="291846"/>
                </a:xfrm>
                <a:custGeom>
                  <a:avLst/>
                  <a:gdLst>
                    <a:gd name="connsiteX0" fmla="*/ 52498 w 61329"/>
                    <a:gd name="connsiteY0" fmla="*/ 56483 h 291846"/>
                    <a:gd name="connsiteX1" fmla="*/ 47069 w 61329"/>
                    <a:gd name="connsiteY1" fmla="*/ 90202 h 291846"/>
                    <a:gd name="connsiteX2" fmla="*/ 41163 w 61329"/>
                    <a:gd name="connsiteY2" fmla="*/ 112014 h 291846"/>
                    <a:gd name="connsiteX3" fmla="*/ 19446 w 61329"/>
                    <a:gd name="connsiteY3" fmla="*/ 186309 h 291846"/>
                    <a:gd name="connsiteX4" fmla="*/ 8778 w 61329"/>
                    <a:gd name="connsiteY4" fmla="*/ 216694 h 291846"/>
                    <a:gd name="connsiteX5" fmla="*/ 111 w 61329"/>
                    <a:gd name="connsiteY5" fmla="*/ 239459 h 291846"/>
                    <a:gd name="connsiteX6" fmla="*/ 1158 w 61329"/>
                    <a:gd name="connsiteY6" fmla="*/ 252127 h 291846"/>
                    <a:gd name="connsiteX7" fmla="*/ 10017 w 61329"/>
                    <a:gd name="connsiteY7" fmla="*/ 291846 h 291846"/>
                    <a:gd name="connsiteX8" fmla="*/ 21256 w 61329"/>
                    <a:gd name="connsiteY8" fmla="*/ 226123 h 291846"/>
                    <a:gd name="connsiteX9" fmla="*/ 56499 w 61329"/>
                    <a:gd name="connsiteY9" fmla="*/ 49244 h 291846"/>
                    <a:gd name="connsiteX10" fmla="*/ 59070 w 61329"/>
                    <a:gd name="connsiteY10" fmla="*/ 24003 h 291846"/>
                    <a:gd name="connsiteX11" fmla="*/ 60309 w 61329"/>
                    <a:gd name="connsiteY11" fmla="*/ 0 h 291846"/>
                    <a:gd name="connsiteX12" fmla="*/ 56308 w 61329"/>
                    <a:gd name="connsiteY12" fmla="*/ 28385 h 291846"/>
                    <a:gd name="connsiteX13" fmla="*/ 52498 w 61329"/>
                    <a:gd name="connsiteY13" fmla="*/ 56483 h 291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329" h="291846">
                      <a:moveTo>
                        <a:pt x="52498" y="56483"/>
                      </a:moveTo>
                      <a:cubicBezTo>
                        <a:pt x="51069" y="67818"/>
                        <a:pt x="49545" y="79058"/>
                        <a:pt x="47069" y="90202"/>
                      </a:cubicBezTo>
                      <a:cubicBezTo>
                        <a:pt x="45354" y="97536"/>
                        <a:pt x="43259" y="104775"/>
                        <a:pt x="41163" y="112014"/>
                      </a:cubicBezTo>
                      <a:cubicBezTo>
                        <a:pt x="33924" y="136779"/>
                        <a:pt x="26685" y="161544"/>
                        <a:pt x="19446" y="186309"/>
                      </a:cubicBezTo>
                      <a:cubicBezTo>
                        <a:pt x="16398" y="196596"/>
                        <a:pt x="13350" y="206978"/>
                        <a:pt x="8778" y="216694"/>
                      </a:cubicBezTo>
                      <a:cubicBezTo>
                        <a:pt x="5254" y="224028"/>
                        <a:pt x="873" y="231267"/>
                        <a:pt x="111" y="239459"/>
                      </a:cubicBezTo>
                      <a:cubicBezTo>
                        <a:pt x="-271" y="243745"/>
                        <a:pt x="396" y="247936"/>
                        <a:pt x="1158" y="252127"/>
                      </a:cubicBezTo>
                      <a:cubicBezTo>
                        <a:pt x="3444" y="265462"/>
                        <a:pt x="6397" y="278702"/>
                        <a:pt x="10017" y="291846"/>
                      </a:cubicBezTo>
                      <a:cubicBezTo>
                        <a:pt x="7635" y="269557"/>
                        <a:pt x="14874" y="247555"/>
                        <a:pt x="21256" y="226123"/>
                      </a:cubicBezTo>
                      <a:cubicBezTo>
                        <a:pt x="38401" y="168402"/>
                        <a:pt x="49831" y="109061"/>
                        <a:pt x="56499" y="49244"/>
                      </a:cubicBezTo>
                      <a:cubicBezTo>
                        <a:pt x="57451" y="40862"/>
                        <a:pt x="58308" y="32480"/>
                        <a:pt x="59070" y="24003"/>
                      </a:cubicBezTo>
                      <a:cubicBezTo>
                        <a:pt x="59642" y="18098"/>
                        <a:pt x="62976" y="4953"/>
                        <a:pt x="60309" y="0"/>
                      </a:cubicBezTo>
                      <a:cubicBezTo>
                        <a:pt x="57356" y="8477"/>
                        <a:pt x="57451" y="19336"/>
                        <a:pt x="56308" y="28385"/>
                      </a:cubicBezTo>
                      <a:cubicBezTo>
                        <a:pt x="54879" y="37814"/>
                        <a:pt x="53736" y="47149"/>
                        <a:pt x="52498" y="56483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64" name="Forme libre : forme 3063">
                  <a:extLst>
                    <a:ext uri="{FF2B5EF4-FFF2-40B4-BE49-F238E27FC236}">
                      <a16:creationId xmlns:a16="http://schemas.microsoft.com/office/drawing/2014/main" id="{2E582653-A188-42FD-81B9-9C41E20AACC8}"/>
                    </a:ext>
                  </a:extLst>
                </p:cNvPr>
                <p:cNvSpPr/>
                <p:nvPr/>
              </p:nvSpPr>
              <p:spPr>
                <a:xfrm>
                  <a:off x="5952596" y="1663228"/>
                  <a:ext cx="117831" cy="227800"/>
                </a:xfrm>
                <a:custGeom>
                  <a:avLst/>
                  <a:gdLst>
                    <a:gd name="connsiteX0" fmla="*/ 22531 w 117831"/>
                    <a:gd name="connsiteY0" fmla="*/ 19934 h 227800"/>
                    <a:gd name="connsiteX1" fmla="*/ 35961 w 117831"/>
                    <a:gd name="connsiteY1" fmla="*/ 17838 h 227800"/>
                    <a:gd name="connsiteX2" fmla="*/ 50916 w 117831"/>
                    <a:gd name="connsiteY2" fmla="*/ 9742 h 227800"/>
                    <a:gd name="connsiteX3" fmla="*/ 66918 w 117831"/>
                    <a:gd name="connsiteY3" fmla="*/ 1646 h 227800"/>
                    <a:gd name="connsiteX4" fmla="*/ 73871 w 117831"/>
                    <a:gd name="connsiteY4" fmla="*/ 27 h 227800"/>
                    <a:gd name="connsiteX5" fmla="*/ 85301 w 117831"/>
                    <a:gd name="connsiteY5" fmla="*/ 12790 h 227800"/>
                    <a:gd name="connsiteX6" fmla="*/ 89682 w 117831"/>
                    <a:gd name="connsiteY6" fmla="*/ 46413 h 227800"/>
                    <a:gd name="connsiteX7" fmla="*/ 102160 w 117831"/>
                    <a:gd name="connsiteY7" fmla="*/ 135758 h 227800"/>
                    <a:gd name="connsiteX8" fmla="*/ 117781 w 117831"/>
                    <a:gd name="connsiteY8" fmla="*/ 218149 h 227800"/>
                    <a:gd name="connsiteX9" fmla="*/ 113400 w 117831"/>
                    <a:gd name="connsiteY9" fmla="*/ 227769 h 227800"/>
                    <a:gd name="connsiteX10" fmla="*/ 106446 w 117831"/>
                    <a:gd name="connsiteY10" fmla="*/ 222054 h 227800"/>
                    <a:gd name="connsiteX11" fmla="*/ 84825 w 117831"/>
                    <a:gd name="connsiteY11" fmla="*/ 177477 h 227800"/>
                    <a:gd name="connsiteX12" fmla="*/ 17864 w 117831"/>
                    <a:gd name="connsiteY12" fmla="*/ 65178 h 227800"/>
                    <a:gd name="connsiteX13" fmla="*/ 2148 w 117831"/>
                    <a:gd name="connsiteY13" fmla="*/ 27173 h 227800"/>
                    <a:gd name="connsiteX14" fmla="*/ 4243 w 117831"/>
                    <a:gd name="connsiteY14" fmla="*/ 15743 h 227800"/>
                    <a:gd name="connsiteX15" fmla="*/ 22531 w 117831"/>
                    <a:gd name="connsiteY15" fmla="*/ 19934 h 227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17831" h="227800">
                      <a:moveTo>
                        <a:pt x="22531" y="19934"/>
                      </a:moveTo>
                      <a:cubicBezTo>
                        <a:pt x="27103" y="20029"/>
                        <a:pt x="31675" y="19362"/>
                        <a:pt x="35961" y="17838"/>
                      </a:cubicBezTo>
                      <a:cubicBezTo>
                        <a:pt x="41295" y="15933"/>
                        <a:pt x="46058" y="12695"/>
                        <a:pt x="50916" y="9742"/>
                      </a:cubicBezTo>
                      <a:cubicBezTo>
                        <a:pt x="56059" y="6694"/>
                        <a:pt x="61393" y="4027"/>
                        <a:pt x="66918" y="1646"/>
                      </a:cubicBezTo>
                      <a:cubicBezTo>
                        <a:pt x="69108" y="693"/>
                        <a:pt x="71490" y="-164"/>
                        <a:pt x="73871" y="27"/>
                      </a:cubicBezTo>
                      <a:cubicBezTo>
                        <a:pt x="79967" y="408"/>
                        <a:pt x="83586" y="6885"/>
                        <a:pt x="85301" y="12790"/>
                      </a:cubicBezTo>
                      <a:cubicBezTo>
                        <a:pt x="88444" y="23649"/>
                        <a:pt x="88920" y="35079"/>
                        <a:pt x="89682" y="46413"/>
                      </a:cubicBezTo>
                      <a:cubicBezTo>
                        <a:pt x="91683" y="76417"/>
                        <a:pt x="95874" y="106326"/>
                        <a:pt x="102160" y="135758"/>
                      </a:cubicBezTo>
                      <a:cubicBezTo>
                        <a:pt x="108066" y="163095"/>
                        <a:pt x="115781" y="190241"/>
                        <a:pt x="117781" y="218149"/>
                      </a:cubicBezTo>
                      <a:cubicBezTo>
                        <a:pt x="118067" y="222054"/>
                        <a:pt x="117210" y="227198"/>
                        <a:pt x="113400" y="227769"/>
                      </a:cubicBezTo>
                      <a:cubicBezTo>
                        <a:pt x="110256" y="228151"/>
                        <a:pt x="107970" y="224912"/>
                        <a:pt x="106446" y="222054"/>
                      </a:cubicBezTo>
                      <a:cubicBezTo>
                        <a:pt x="99017" y="207291"/>
                        <a:pt x="92444" y="192051"/>
                        <a:pt x="84825" y="177477"/>
                      </a:cubicBezTo>
                      <a:cubicBezTo>
                        <a:pt x="64727" y="138806"/>
                        <a:pt x="37200" y="104325"/>
                        <a:pt x="17864" y="65178"/>
                      </a:cubicBezTo>
                      <a:cubicBezTo>
                        <a:pt x="11768" y="52890"/>
                        <a:pt x="6529" y="40127"/>
                        <a:pt x="2148" y="27173"/>
                      </a:cubicBezTo>
                      <a:cubicBezTo>
                        <a:pt x="624" y="22696"/>
                        <a:pt x="-2710" y="15648"/>
                        <a:pt x="4243" y="15743"/>
                      </a:cubicBezTo>
                      <a:cubicBezTo>
                        <a:pt x="9863" y="15648"/>
                        <a:pt x="16244" y="19934"/>
                        <a:pt x="22531" y="19934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65" name="Forme libre : forme 3064">
                  <a:extLst>
                    <a:ext uri="{FF2B5EF4-FFF2-40B4-BE49-F238E27FC236}">
                      <a16:creationId xmlns:a16="http://schemas.microsoft.com/office/drawing/2014/main" id="{C03C4155-28A7-40EC-9314-E8D784C00D5D}"/>
                    </a:ext>
                  </a:extLst>
                </p:cNvPr>
                <p:cNvSpPr/>
                <p:nvPr/>
              </p:nvSpPr>
              <p:spPr>
                <a:xfrm>
                  <a:off x="6065294" y="1615058"/>
                  <a:ext cx="66515" cy="165209"/>
                </a:xfrm>
                <a:custGeom>
                  <a:avLst/>
                  <a:gdLst>
                    <a:gd name="connsiteX0" fmla="*/ 65567 w 66515"/>
                    <a:gd name="connsiteY0" fmla="*/ 0 h 165209"/>
                    <a:gd name="connsiteX1" fmla="*/ 65377 w 66515"/>
                    <a:gd name="connsiteY1" fmla="*/ 17812 h 165209"/>
                    <a:gd name="connsiteX2" fmla="*/ 44612 w 66515"/>
                    <a:gd name="connsiteY2" fmla="*/ 129159 h 165209"/>
                    <a:gd name="connsiteX3" fmla="*/ 34325 w 66515"/>
                    <a:gd name="connsiteY3" fmla="*/ 161639 h 165209"/>
                    <a:gd name="connsiteX4" fmla="*/ 31087 w 66515"/>
                    <a:gd name="connsiteY4" fmla="*/ 165068 h 165209"/>
                    <a:gd name="connsiteX5" fmla="*/ 26229 w 66515"/>
                    <a:gd name="connsiteY5" fmla="*/ 162782 h 165209"/>
                    <a:gd name="connsiteX6" fmla="*/ 24800 w 66515"/>
                    <a:gd name="connsiteY6" fmla="*/ 157258 h 165209"/>
                    <a:gd name="connsiteX7" fmla="*/ 10132 w 66515"/>
                    <a:gd name="connsiteY7" fmla="*/ 64960 h 165209"/>
                    <a:gd name="connsiteX8" fmla="*/ 35 w 66515"/>
                    <a:gd name="connsiteY8" fmla="*/ 19812 h 165209"/>
                    <a:gd name="connsiteX9" fmla="*/ 23848 w 66515"/>
                    <a:gd name="connsiteY9" fmla="*/ 10382 h 165209"/>
                    <a:gd name="connsiteX10" fmla="*/ 45565 w 66515"/>
                    <a:gd name="connsiteY10" fmla="*/ 8573 h 165209"/>
                    <a:gd name="connsiteX11" fmla="*/ 65567 w 66515"/>
                    <a:gd name="connsiteY11" fmla="*/ 0 h 165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6515" h="165209">
                      <a:moveTo>
                        <a:pt x="65567" y="0"/>
                      </a:moveTo>
                      <a:cubicBezTo>
                        <a:pt x="67282" y="5715"/>
                        <a:pt x="66329" y="11906"/>
                        <a:pt x="65377" y="17812"/>
                      </a:cubicBezTo>
                      <a:cubicBezTo>
                        <a:pt x="59471" y="55054"/>
                        <a:pt x="52518" y="92202"/>
                        <a:pt x="44612" y="129159"/>
                      </a:cubicBezTo>
                      <a:cubicBezTo>
                        <a:pt x="42231" y="140303"/>
                        <a:pt x="39659" y="151543"/>
                        <a:pt x="34325" y="161639"/>
                      </a:cubicBezTo>
                      <a:cubicBezTo>
                        <a:pt x="33563" y="163068"/>
                        <a:pt x="32611" y="164592"/>
                        <a:pt x="31087" y="165068"/>
                      </a:cubicBezTo>
                      <a:cubicBezTo>
                        <a:pt x="29277" y="165640"/>
                        <a:pt x="27181" y="164402"/>
                        <a:pt x="26229" y="162782"/>
                      </a:cubicBezTo>
                      <a:cubicBezTo>
                        <a:pt x="25181" y="161163"/>
                        <a:pt x="24991" y="159163"/>
                        <a:pt x="24800" y="157258"/>
                      </a:cubicBezTo>
                      <a:cubicBezTo>
                        <a:pt x="21276" y="126302"/>
                        <a:pt x="16323" y="95441"/>
                        <a:pt x="10132" y="64960"/>
                      </a:cubicBezTo>
                      <a:cubicBezTo>
                        <a:pt x="7179" y="50483"/>
                        <a:pt x="892" y="34481"/>
                        <a:pt x="35" y="19812"/>
                      </a:cubicBezTo>
                      <a:cubicBezTo>
                        <a:pt x="-822" y="4477"/>
                        <a:pt x="14227" y="9716"/>
                        <a:pt x="23848" y="10382"/>
                      </a:cubicBezTo>
                      <a:cubicBezTo>
                        <a:pt x="31087" y="10858"/>
                        <a:pt x="38516" y="10287"/>
                        <a:pt x="45565" y="8573"/>
                      </a:cubicBezTo>
                      <a:cubicBezTo>
                        <a:pt x="47470" y="7906"/>
                        <a:pt x="66139" y="2096"/>
                        <a:pt x="65567" y="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66" name="Forme libre : forme 3065">
                  <a:extLst>
                    <a:ext uri="{FF2B5EF4-FFF2-40B4-BE49-F238E27FC236}">
                      <a16:creationId xmlns:a16="http://schemas.microsoft.com/office/drawing/2014/main" id="{78EE0961-C7F6-4BA4-8F66-B7AA1495518B}"/>
                    </a:ext>
                  </a:extLst>
                </p:cNvPr>
                <p:cNvSpPr/>
                <p:nvPr/>
              </p:nvSpPr>
              <p:spPr>
                <a:xfrm>
                  <a:off x="6109949" y="1664041"/>
                  <a:ext cx="112516" cy="270412"/>
                </a:xfrm>
                <a:custGeom>
                  <a:avLst/>
                  <a:gdLst>
                    <a:gd name="connsiteX0" fmla="*/ 98350 w 112516"/>
                    <a:gd name="connsiteY0" fmla="*/ 16359 h 270412"/>
                    <a:gd name="connsiteX1" fmla="*/ 108828 w 112516"/>
                    <a:gd name="connsiteY1" fmla="*/ 18930 h 270412"/>
                    <a:gd name="connsiteX2" fmla="*/ 110828 w 112516"/>
                    <a:gd name="connsiteY2" fmla="*/ 37028 h 270412"/>
                    <a:gd name="connsiteX3" fmla="*/ 49106 w 112516"/>
                    <a:gd name="connsiteY3" fmla="*/ 155233 h 270412"/>
                    <a:gd name="connsiteX4" fmla="*/ 28913 w 112516"/>
                    <a:gd name="connsiteY4" fmla="*/ 263151 h 270412"/>
                    <a:gd name="connsiteX5" fmla="*/ 27770 w 112516"/>
                    <a:gd name="connsiteY5" fmla="*/ 268390 h 270412"/>
                    <a:gd name="connsiteX6" fmla="*/ 23198 w 112516"/>
                    <a:gd name="connsiteY6" fmla="*/ 270105 h 270412"/>
                    <a:gd name="connsiteX7" fmla="*/ 21293 w 112516"/>
                    <a:gd name="connsiteY7" fmla="*/ 267723 h 270412"/>
                    <a:gd name="connsiteX8" fmla="*/ 243 w 112516"/>
                    <a:gd name="connsiteY8" fmla="*/ 192666 h 270412"/>
                    <a:gd name="connsiteX9" fmla="*/ 4719 w 112516"/>
                    <a:gd name="connsiteY9" fmla="*/ 168759 h 270412"/>
                    <a:gd name="connsiteX10" fmla="*/ 46058 w 112516"/>
                    <a:gd name="connsiteY10" fmla="*/ 17311 h 270412"/>
                    <a:gd name="connsiteX11" fmla="*/ 49582 w 112516"/>
                    <a:gd name="connsiteY11" fmla="*/ 738 h 270412"/>
                    <a:gd name="connsiteX12" fmla="*/ 62631 w 112516"/>
                    <a:gd name="connsiteY12" fmla="*/ 4738 h 270412"/>
                    <a:gd name="connsiteX13" fmla="*/ 98350 w 112516"/>
                    <a:gd name="connsiteY13" fmla="*/ 16359 h 270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12516" h="270412">
                      <a:moveTo>
                        <a:pt x="98350" y="16359"/>
                      </a:moveTo>
                      <a:cubicBezTo>
                        <a:pt x="101970" y="16549"/>
                        <a:pt x="105970" y="16644"/>
                        <a:pt x="108828" y="18930"/>
                      </a:cubicBezTo>
                      <a:cubicBezTo>
                        <a:pt x="113971" y="22836"/>
                        <a:pt x="112828" y="30837"/>
                        <a:pt x="110828" y="37028"/>
                      </a:cubicBezTo>
                      <a:cubicBezTo>
                        <a:pt x="96922" y="79319"/>
                        <a:pt x="66251" y="114180"/>
                        <a:pt x="49106" y="155233"/>
                      </a:cubicBezTo>
                      <a:cubicBezTo>
                        <a:pt x="34914" y="189142"/>
                        <a:pt x="30437" y="226385"/>
                        <a:pt x="28913" y="263151"/>
                      </a:cubicBezTo>
                      <a:cubicBezTo>
                        <a:pt x="28818" y="264961"/>
                        <a:pt x="28722" y="266866"/>
                        <a:pt x="27770" y="268390"/>
                      </a:cubicBezTo>
                      <a:cubicBezTo>
                        <a:pt x="26817" y="269914"/>
                        <a:pt x="24722" y="270962"/>
                        <a:pt x="23198" y="270105"/>
                      </a:cubicBezTo>
                      <a:cubicBezTo>
                        <a:pt x="22341" y="269628"/>
                        <a:pt x="21769" y="268676"/>
                        <a:pt x="21293" y="267723"/>
                      </a:cubicBezTo>
                      <a:cubicBezTo>
                        <a:pt x="8910" y="244482"/>
                        <a:pt x="-1758" y="218955"/>
                        <a:pt x="243" y="192666"/>
                      </a:cubicBezTo>
                      <a:cubicBezTo>
                        <a:pt x="814" y="184570"/>
                        <a:pt x="2624" y="176664"/>
                        <a:pt x="4719" y="168759"/>
                      </a:cubicBezTo>
                      <a:cubicBezTo>
                        <a:pt x="18150" y="117990"/>
                        <a:pt x="44724" y="69794"/>
                        <a:pt x="46058" y="17311"/>
                      </a:cubicBezTo>
                      <a:cubicBezTo>
                        <a:pt x="46153" y="12834"/>
                        <a:pt x="45010" y="3405"/>
                        <a:pt x="49582" y="738"/>
                      </a:cubicBezTo>
                      <a:cubicBezTo>
                        <a:pt x="53773" y="-1739"/>
                        <a:pt x="59298" y="2643"/>
                        <a:pt x="62631" y="4738"/>
                      </a:cubicBezTo>
                      <a:cubicBezTo>
                        <a:pt x="73395" y="11406"/>
                        <a:pt x="85682" y="15501"/>
                        <a:pt x="98350" y="16359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67" name="Forme libre : forme 3066">
                  <a:extLst>
                    <a:ext uri="{FF2B5EF4-FFF2-40B4-BE49-F238E27FC236}">
                      <a16:creationId xmlns:a16="http://schemas.microsoft.com/office/drawing/2014/main" id="{EEF48821-EC62-40A1-9742-F012CE600F57}"/>
                    </a:ext>
                  </a:extLst>
                </p:cNvPr>
                <p:cNvSpPr/>
                <p:nvPr/>
              </p:nvSpPr>
              <p:spPr>
                <a:xfrm>
                  <a:off x="6071287" y="1941731"/>
                  <a:ext cx="63479" cy="339229"/>
                </a:xfrm>
                <a:custGeom>
                  <a:avLst/>
                  <a:gdLst>
                    <a:gd name="connsiteX0" fmla="*/ 41382 w 63479"/>
                    <a:gd name="connsiteY0" fmla="*/ 124621 h 339229"/>
                    <a:gd name="connsiteX1" fmla="*/ 50335 w 63479"/>
                    <a:gd name="connsiteY1" fmla="*/ 159673 h 339229"/>
                    <a:gd name="connsiteX2" fmla="*/ 54622 w 63479"/>
                    <a:gd name="connsiteY2" fmla="*/ 226825 h 339229"/>
                    <a:gd name="connsiteX3" fmla="*/ 63480 w 63479"/>
                    <a:gd name="connsiteY3" fmla="*/ 339029 h 339229"/>
                    <a:gd name="connsiteX4" fmla="*/ 47573 w 63479"/>
                    <a:gd name="connsiteY4" fmla="*/ 328075 h 339229"/>
                    <a:gd name="connsiteX5" fmla="*/ 14712 w 63479"/>
                    <a:gd name="connsiteY5" fmla="*/ 193011 h 339229"/>
                    <a:gd name="connsiteX6" fmla="*/ 13188 w 63479"/>
                    <a:gd name="connsiteY6" fmla="*/ 125574 h 339229"/>
                    <a:gd name="connsiteX7" fmla="*/ 8806 w 63479"/>
                    <a:gd name="connsiteY7" fmla="*/ 40897 h 339229"/>
                    <a:gd name="connsiteX8" fmla="*/ 3663 w 63479"/>
                    <a:gd name="connsiteY8" fmla="*/ 20894 h 339229"/>
                    <a:gd name="connsiteX9" fmla="*/ 329 w 63479"/>
                    <a:gd name="connsiteY9" fmla="*/ 3654 h 339229"/>
                    <a:gd name="connsiteX10" fmla="*/ 7949 w 63479"/>
                    <a:gd name="connsiteY10" fmla="*/ 130 h 339229"/>
                    <a:gd name="connsiteX11" fmla="*/ 15474 w 63479"/>
                    <a:gd name="connsiteY11" fmla="*/ 7845 h 339229"/>
                    <a:gd name="connsiteX12" fmla="*/ 33000 w 63479"/>
                    <a:gd name="connsiteY12" fmla="*/ 82426 h 339229"/>
                    <a:gd name="connsiteX13" fmla="*/ 41382 w 63479"/>
                    <a:gd name="connsiteY13" fmla="*/ 124621 h 339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3479" h="339229">
                      <a:moveTo>
                        <a:pt x="41382" y="124621"/>
                      </a:moveTo>
                      <a:cubicBezTo>
                        <a:pt x="44334" y="136337"/>
                        <a:pt x="47954" y="147862"/>
                        <a:pt x="50335" y="159673"/>
                      </a:cubicBezTo>
                      <a:cubicBezTo>
                        <a:pt x="54622" y="181676"/>
                        <a:pt x="54145" y="204346"/>
                        <a:pt x="54622" y="226825"/>
                      </a:cubicBezTo>
                      <a:cubicBezTo>
                        <a:pt x="55574" y="264353"/>
                        <a:pt x="59479" y="301691"/>
                        <a:pt x="63480" y="339029"/>
                      </a:cubicBezTo>
                      <a:cubicBezTo>
                        <a:pt x="56717" y="340458"/>
                        <a:pt x="51097" y="333981"/>
                        <a:pt x="47573" y="328075"/>
                      </a:cubicBezTo>
                      <a:cubicBezTo>
                        <a:pt x="23760" y="287785"/>
                        <a:pt x="17379" y="239683"/>
                        <a:pt x="14712" y="193011"/>
                      </a:cubicBezTo>
                      <a:cubicBezTo>
                        <a:pt x="13473" y="170532"/>
                        <a:pt x="12902" y="148053"/>
                        <a:pt x="13188" y="125574"/>
                      </a:cubicBezTo>
                      <a:cubicBezTo>
                        <a:pt x="13473" y="97285"/>
                        <a:pt x="14997" y="68614"/>
                        <a:pt x="8806" y="40897"/>
                      </a:cubicBezTo>
                      <a:cubicBezTo>
                        <a:pt x="7282" y="34134"/>
                        <a:pt x="5377" y="27562"/>
                        <a:pt x="3663" y="20894"/>
                      </a:cubicBezTo>
                      <a:cubicBezTo>
                        <a:pt x="2520" y="16513"/>
                        <a:pt x="-1100" y="8035"/>
                        <a:pt x="329" y="3654"/>
                      </a:cubicBezTo>
                      <a:cubicBezTo>
                        <a:pt x="1377" y="415"/>
                        <a:pt x="4901" y="-347"/>
                        <a:pt x="7949" y="130"/>
                      </a:cubicBezTo>
                      <a:cubicBezTo>
                        <a:pt x="12426" y="892"/>
                        <a:pt x="13950" y="3940"/>
                        <a:pt x="15474" y="7845"/>
                      </a:cubicBezTo>
                      <a:cubicBezTo>
                        <a:pt x="24713" y="31753"/>
                        <a:pt x="28714" y="57280"/>
                        <a:pt x="33000" y="82426"/>
                      </a:cubicBezTo>
                      <a:cubicBezTo>
                        <a:pt x="35381" y="96523"/>
                        <a:pt x="37953" y="110715"/>
                        <a:pt x="41382" y="124621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68" name="Forme libre : forme 3067">
                  <a:extLst>
                    <a:ext uri="{FF2B5EF4-FFF2-40B4-BE49-F238E27FC236}">
                      <a16:creationId xmlns:a16="http://schemas.microsoft.com/office/drawing/2014/main" id="{015D9B92-069B-43C5-B494-67FA1FF99AFA}"/>
                    </a:ext>
                  </a:extLst>
                </p:cNvPr>
                <p:cNvSpPr/>
                <p:nvPr/>
              </p:nvSpPr>
              <p:spPr>
                <a:xfrm>
                  <a:off x="6048179" y="2145406"/>
                  <a:ext cx="22923" cy="150477"/>
                </a:xfrm>
                <a:custGeom>
                  <a:avLst/>
                  <a:gdLst>
                    <a:gd name="connsiteX0" fmla="*/ 12292 w 22923"/>
                    <a:gd name="connsiteY0" fmla="*/ 66775 h 150477"/>
                    <a:gd name="connsiteX1" fmla="*/ 22293 w 22923"/>
                    <a:gd name="connsiteY1" fmla="*/ 114400 h 150477"/>
                    <a:gd name="connsiteX2" fmla="*/ 20102 w 22923"/>
                    <a:gd name="connsiteY2" fmla="*/ 136879 h 150477"/>
                    <a:gd name="connsiteX3" fmla="*/ 10768 w 22923"/>
                    <a:gd name="connsiteY3" fmla="*/ 148214 h 150477"/>
                    <a:gd name="connsiteX4" fmla="*/ 7434 w 22923"/>
                    <a:gd name="connsiteY4" fmla="*/ 150404 h 150477"/>
                    <a:gd name="connsiteX5" fmla="*/ 2767 w 22923"/>
                    <a:gd name="connsiteY5" fmla="*/ 148023 h 150477"/>
                    <a:gd name="connsiteX6" fmla="*/ 1529 w 22923"/>
                    <a:gd name="connsiteY6" fmla="*/ 142689 h 150477"/>
                    <a:gd name="connsiteX7" fmla="*/ 3624 w 22923"/>
                    <a:gd name="connsiteY7" fmla="*/ 128020 h 150477"/>
                    <a:gd name="connsiteX8" fmla="*/ 2576 w 22923"/>
                    <a:gd name="connsiteY8" fmla="*/ 46201 h 150477"/>
                    <a:gd name="connsiteX9" fmla="*/ 5 w 22923"/>
                    <a:gd name="connsiteY9" fmla="*/ 5243 h 150477"/>
                    <a:gd name="connsiteX10" fmla="*/ 5625 w 22923"/>
                    <a:gd name="connsiteY10" fmla="*/ 2767 h 150477"/>
                    <a:gd name="connsiteX11" fmla="*/ 6767 w 22923"/>
                    <a:gd name="connsiteY11" fmla="*/ 20960 h 150477"/>
                    <a:gd name="connsiteX12" fmla="*/ 12292 w 22923"/>
                    <a:gd name="connsiteY12" fmla="*/ 66775 h 150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2923" h="150477">
                      <a:moveTo>
                        <a:pt x="12292" y="66775"/>
                      </a:moveTo>
                      <a:cubicBezTo>
                        <a:pt x="15530" y="82681"/>
                        <a:pt x="20293" y="98302"/>
                        <a:pt x="22293" y="114400"/>
                      </a:cubicBezTo>
                      <a:cubicBezTo>
                        <a:pt x="23246" y="122020"/>
                        <a:pt x="23532" y="130021"/>
                        <a:pt x="20102" y="136879"/>
                      </a:cubicBezTo>
                      <a:cubicBezTo>
                        <a:pt x="17912" y="141260"/>
                        <a:pt x="14292" y="144785"/>
                        <a:pt x="10768" y="148214"/>
                      </a:cubicBezTo>
                      <a:cubicBezTo>
                        <a:pt x="9816" y="149166"/>
                        <a:pt x="8768" y="150119"/>
                        <a:pt x="7434" y="150404"/>
                      </a:cubicBezTo>
                      <a:cubicBezTo>
                        <a:pt x="5625" y="150785"/>
                        <a:pt x="3719" y="149642"/>
                        <a:pt x="2767" y="148023"/>
                      </a:cubicBezTo>
                      <a:cubicBezTo>
                        <a:pt x="1815" y="146404"/>
                        <a:pt x="1624" y="144499"/>
                        <a:pt x="1529" y="142689"/>
                      </a:cubicBezTo>
                      <a:cubicBezTo>
                        <a:pt x="1434" y="137736"/>
                        <a:pt x="2672" y="132878"/>
                        <a:pt x="3624" y="128020"/>
                      </a:cubicBezTo>
                      <a:cubicBezTo>
                        <a:pt x="8768" y="100969"/>
                        <a:pt x="5339" y="73347"/>
                        <a:pt x="2576" y="46201"/>
                      </a:cubicBezTo>
                      <a:cubicBezTo>
                        <a:pt x="1243" y="32580"/>
                        <a:pt x="-91" y="18959"/>
                        <a:pt x="5" y="5243"/>
                      </a:cubicBezTo>
                      <a:cubicBezTo>
                        <a:pt x="5" y="671"/>
                        <a:pt x="2195" y="-2567"/>
                        <a:pt x="5625" y="2767"/>
                      </a:cubicBezTo>
                      <a:cubicBezTo>
                        <a:pt x="8387" y="7053"/>
                        <a:pt x="6577" y="15911"/>
                        <a:pt x="6767" y="20960"/>
                      </a:cubicBezTo>
                      <a:cubicBezTo>
                        <a:pt x="7339" y="36485"/>
                        <a:pt x="9244" y="51725"/>
                        <a:pt x="12292" y="66775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3069" name="Forme libre : forme 3068">
                <a:extLst>
                  <a:ext uri="{FF2B5EF4-FFF2-40B4-BE49-F238E27FC236}">
                    <a16:creationId xmlns:a16="http://schemas.microsoft.com/office/drawing/2014/main" id="{615012E5-8F5C-454E-B093-78C9DA707A83}"/>
                  </a:ext>
                </a:extLst>
              </p:cNvPr>
              <p:cNvSpPr/>
              <p:nvPr/>
            </p:nvSpPr>
            <p:spPr>
              <a:xfrm>
                <a:off x="5973241" y="1690067"/>
                <a:ext cx="59798" cy="110635"/>
              </a:xfrm>
              <a:custGeom>
                <a:avLst/>
                <a:gdLst>
                  <a:gd name="connsiteX0" fmla="*/ 18460 w 59798"/>
                  <a:gd name="connsiteY0" fmla="*/ 56627 h 110635"/>
                  <a:gd name="connsiteX1" fmla="*/ 50940 w 59798"/>
                  <a:gd name="connsiteY1" fmla="*/ 104633 h 110635"/>
                  <a:gd name="connsiteX2" fmla="*/ 59799 w 59798"/>
                  <a:gd name="connsiteY2" fmla="*/ 110633 h 110635"/>
                  <a:gd name="connsiteX3" fmla="*/ 50654 w 59798"/>
                  <a:gd name="connsiteY3" fmla="*/ 88535 h 110635"/>
                  <a:gd name="connsiteX4" fmla="*/ 40749 w 59798"/>
                  <a:gd name="connsiteY4" fmla="*/ 62532 h 110635"/>
                  <a:gd name="connsiteX5" fmla="*/ 21603 w 59798"/>
                  <a:gd name="connsiteY5" fmla="*/ 9192 h 110635"/>
                  <a:gd name="connsiteX6" fmla="*/ 4077 w 59798"/>
                  <a:gd name="connsiteY6" fmla="*/ 2715 h 110635"/>
                  <a:gd name="connsiteX7" fmla="*/ 2839 w 59798"/>
                  <a:gd name="connsiteY7" fmla="*/ 26718 h 110635"/>
                  <a:gd name="connsiteX8" fmla="*/ 18460 w 59798"/>
                  <a:gd name="connsiteY8" fmla="*/ 56627 h 110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798" h="110635">
                    <a:moveTo>
                      <a:pt x="18460" y="56627"/>
                    </a:moveTo>
                    <a:cubicBezTo>
                      <a:pt x="28747" y="73010"/>
                      <a:pt x="39034" y="89393"/>
                      <a:pt x="50940" y="104633"/>
                    </a:cubicBezTo>
                    <a:cubicBezTo>
                      <a:pt x="53226" y="107585"/>
                      <a:pt x="56084" y="110729"/>
                      <a:pt x="59799" y="110633"/>
                    </a:cubicBezTo>
                    <a:cubicBezTo>
                      <a:pt x="56751" y="103299"/>
                      <a:pt x="53703" y="95965"/>
                      <a:pt x="50654" y="88535"/>
                    </a:cubicBezTo>
                    <a:cubicBezTo>
                      <a:pt x="47130" y="79963"/>
                      <a:pt x="43606" y="71390"/>
                      <a:pt x="40749" y="62532"/>
                    </a:cubicBezTo>
                    <a:cubicBezTo>
                      <a:pt x="34938" y="44625"/>
                      <a:pt x="31986" y="25289"/>
                      <a:pt x="21603" y="9192"/>
                    </a:cubicBezTo>
                    <a:cubicBezTo>
                      <a:pt x="17603" y="3001"/>
                      <a:pt x="11221" y="-3952"/>
                      <a:pt x="4077" y="2715"/>
                    </a:cubicBezTo>
                    <a:cubicBezTo>
                      <a:pt x="-2590" y="8906"/>
                      <a:pt x="363" y="19384"/>
                      <a:pt x="2839" y="26718"/>
                    </a:cubicBezTo>
                    <a:cubicBezTo>
                      <a:pt x="6363" y="37481"/>
                      <a:pt x="12459" y="47197"/>
                      <a:pt x="18460" y="56627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70" name="Forme libre : forme 3069">
                <a:extLst>
                  <a:ext uri="{FF2B5EF4-FFF2-40B4-BE49-F238E27FC236}">
                    <a16:creationId xmlns:a16="http://schemas.microsoft.com/office/drawing/2014/main" id="{38635B6D-401E-4498-B828-DBB2295B0BDC}"/>
                  </a:ext>
                </a:extLst>
              </p:cNvPr>
              <p:cNvSpPr/>
              <p:nvPr/>
            </p:nvSpPr>
            <p:spPr>
              <a:xfrm>
                <a:off x="6085406" y="1636263"/>
                <a:ext cx="21988" cy="56930"/>
              </a:xfrm>
              <a:custGeom>
                <a:avLst/>
                <a:gdLst>
                  <a:gd name="connsiteX0" fmla="*/ 11355 w 21988"/>
                  <a:gd name="connsiteY0" fmla="*/ 53757 h 56930"/>
                  <a:gd name="connsiteX1" fmla="*/ 16022 w 21988"/>
                  <a:gd name="connsiteY1" fmla="*/ 56614 h 56930"/>
                  <a:gd name="connsiteX2" fmla="*/ 17356 w 21988"/>
                  <a:gd name="connsiteY2" fmla="*/ 54043 h 56930"/>
                  <a:gd name="connsiteX3" fmla="*/ 7831 w 21988"/>
                  <a:gd name="connsiteY3" fmla="*/ 36 h 56930"/>
                  <a:gd name="connsiteX4" fmla="*/ 11355 w 21988"/>
                  <a:gd name="connsiteY4" fmla="*/ 53757 h 56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88" h="56930">
                    <a:moveTo>
                      <a:pt x="11355" y="53757"/>
                    </a:moveTo>
                    <a:cubicBezTo>
                      <a:pt x="12308" y="55567"/>
                      <a:pt x="14213" y="57757"/>
                      <a:pt x="16022" y="56614"/>
                    </a:cubicBezTo>
                    <a:cubicBezTo>
                      <a:pt x="16880" y="56043"/>
                      <a:pt x="17165" y="54995"/>
                      <a:pt x="17356" y="54043"/>
                    </a:cubicBezTo>
                    <a:cubicBezTo>
                      <a:pt x="20023" y="41184"/>
                      <a:pt x="30215" y="1941"/>
                      <a:pt x="7831" y="36"/>
                    </a:cubicBezTo>
                    <a:cubicBezTo>
                      <a:pt x="-9886" y="-1488"/>
                      <a:pt x="7450" y="46137"/>
                      <a:pt x="11355" y="53757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71" name="Forme libre : forme 3070">
                <a:extLst>
                  <a:ext uri="{FF2B5EF4-FFF2-40B4-BE49-F238E27FC236}">
                    <a16:creationId xmlns:a16="http://schemas.microsoft.com/office/drawing/2014/main" id="{135435B1-91DB-4569-837E-C7E1518859EC}"/>
                  </a:ext>
                </a:extLst>
              </p:cNvPr>
              <p:cNvSpPr/>
              <p:nvPr/>
            </p:nvSpPr>
            <p:spPr>
              <a:xfrm>
                <a:off x="6158865" y="1687014"/>
                <a:ext cx="39450" cy="76134"/>
              </a:xfrm>
              <a:custGeom>
                <a:avLst/>
                <a:gdLst>
                  <a:gd name="connsiteX0" fmla="*/ 10573 w 39450"/>
                  <a:gd name="connsiteY0" fmla="*/ 32343 h 76134"/>
                  <a:gd name="connsiteX1" fmla="*/ 0 w 39450"/>
                  <a:gd name="connsiteY1" fmla="*/ 70443 h 76134"/>
                  <a:gd name="connsiteX2" fmla="*/ 1143 w 39450"/>
                  <a:gd name="connsiteY2" fmla="*/ 74920 h 76134"/>
                  <a:gd name="connsiteX3" fmla="*/ 6572 w 39450"/>
                  <a:gd name="connsiteY3" fmla="*/ 75586 h 76134"/>
                  <a:gd name="connsiteX4" fmla="*/ 10763 w 39450"/>
                  <a:gd name="connsiteY4" fmla="*/ 71586 h 76134"/>
                  <a:gd name="connsiteX5" fmla="*/ 39338 w 39450"/>
                  <a:gd name="connsiteY5" fmla="*/ 12245 h 76134"/>
                  <a:gd name="connsiteX6" fmla="*/ 29146 w 39450"/>
                  <a:gd name="connsiteY6" fmla="*/ 529 h 76134"/>
                  <a:gd name="connsiteX7" fmla="*/ 10573 w 39450"/>
                  <a:gd name="connsiteY7" fmla="*/ 32343 h 76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450" h="76134">
                    <a:moveTo>
                      <a:pt x="10573" y="32343"/>
                    </a:moveTo>
                    <a:cubicBezTo>
                      <a:pt x="5144" y="44440"/>
                      <a:pt x="95" y="57108"/>
                      <a:pt x="0" y="70443"/>
                    </a:cubicBezTo>
                    <a:cubicBezTo>
                      <a:pt x="0" y="71967"/>
                      <a:pt x="95" y="73681"/>
                      <a:pt x="1143" y="74920"/>
                    </a:cubicBezTo>
                    <a:cubicBezTo>
                      <a:pt x="2476" y="76348"/>
                      <a:pt x="4763" y="76444"/>
                      <a:pt x="6572" y="75586"/>
                    </a:cubicBezTo>
                    <a:cubicBezTo>
                      <a:pt x="8382" y="74729"/>
                      <a:pt x="9620" y="73205"/>
                      <a:pt x="10763" y="71586"/>
                    </a:cubicBezTo>
                    <a:cubicBezTo>
                      <a:pt x="22670" y="56346"/>
                      <a:pt x="41053" y="32724"/>
                      <a:pt x="39338" y="12245"/>
                    </a:cubicBezTo>
                    <a:cubicBezTo>
                      <a:pt x="38862" y="6435"/>
                      <a:pt x="36576" y="-2233"/>
                      <a:pt x="29146" y="529"/>
                    </a:cubicBezTo>
                    <a:cubicBezTo>
                      <a:pt x="19907" y="3768"/>
                      <a:pt x="14288" y="24247"/>
                      <a:pt x="10573" y="32343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72" name="Forme libre : forme 3071">
                <a:extLst>
                  <a:ext uri="{FF2B5EF4-FFF2-40B4-BE49-F238E27FC236}">
                    <a16:creationId xmlns:a16="http://schemas.microsoft.com/office/drawing/2014/main" id="{7BD67B54-627E-47B5-BFD0-1534D2C9FABC}"/>
                  </a:ext>
                </a:extLst>
              </p:cNvPr>
              <p:cNvSpPr/>
              <p:nvPr/>
            </p:nvSpPr>
            <p:spPr>
              <a:xfrm>
                <a:off x="6067329" y="1769268"/>
                <a:ext cx="38862" cy="170402"/>
              </a:xfrm>
              <a:custGeom>
                <a:avLst/>
                <a:gdLst>
                  <a:gd name="connsiteX0" fmla="*/ 17240 w 38862"/>
                  <a:gd name="connsiteY0" fmla="*/ 70199 h 170402"/>
                  <a:gd name="connsiteX1" fmla="*/ 38862 w 38862"/>
                  <a:gd name="connsiteY1" fmla="*/ 26479 h 170402"/>
                  <a:gd name="connsiteX2" fmla="*/ 22765 w 38862"/>
                  <a:gd name="connsiteY2" fmla="*/ 77724 h 170402"/>
                  <a:gd name="connsiteX3" fmla="*/ 26670 w 38862"/>
                  <a:gd name="connsiteY3" fmla="*/ 132397 h 170402"/>
                  <a:gd name="connsiteX4" fmla="*/ 34862 w 38862"/>
                  <a:gd name="connsiteY4" fmla="*/ 170402 h 170402"/>
                  <a:gd name="connsiteX5" fmla="*/ 9716 w 38862"/>
                  <a:gd name="connsiteY5" fmla="*/ 69723 h 170402"/>
                  <a:gd name="connsiteX6" fmla="*/ 2191 w 38862"/>
                  <a:gd name="connsiteY6" fmla="*/ 17050 h 170402"/>
                  <a:gd name="connsiteX7" fmla="*/ 0 w 38862"/>
                  <a:gd name="connsiteY7" fmla="*/ 0 h 170402"/>
                  <a:gd name="connsiteX8" fmla="*/ 3715 w 38862"/>
                  <a:gd name="connsiteY8" fmla="*/ 12383 h 170402"/>
                  <a:gd name="connsiteX9" fmla="*/ 7334 w 38862"/>
                  <a:gd name="connsiteY9" fmla="*/ 31623 h 170402"/>
                  <a:gd name="connsiteX10" fmla="*/ 17240 w 38862"/>
                  <a:gd name="connsiteY10" fmla="*/ 70199 h 170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8862" h="170402">
                    <a:moveTo>
                      <a:pt x="17240" y="70199"/>
                    </a:moveTo>
                    <a:cubicBezTo>
                      <a:pt x="26575" y="56769"/>
                      <a:pt x="33814" y="42005"/>
                      <a:pt x="38862" y="26479"/>
                    </a:cubicBezTo>
                    <a:cubicBezTo>
                      <a:pt x="37624" y="44387"/>
                      <a:pt x="26575" y="60198"/>
                      <a:pt x="22765" y="77724"/>
                    </a:cubicBezTo>
                    <a:cubicBezTo>
                      <a:pt x="18860" y="95726"/>
                      <a:pt x="22765" y="114395"/>
                      <a:pt x="26670" y="132397"/>
                    </a:cubicBezTo>
                    <a:cubicBezTo>
                      <a:pt x="29432" y="145066"/>
                      <a:pt x="32099" y="157734"/>
                      <a:pt x="34862" y="170402"/>
                    </a:cubicBezTo>
                    <a:cubicBezTo>
                      <a:pt x="22574" y="138017"/>
                      <a:pt x="15145" y="103918"/>
                      <a:pt x="9716" y="69723"/>
                    </a:cubicBezTo>
                    <a:cubicBezTo>
                      <a:pt x="6858" y="52197"/>
                      <a:pt x="4572" y="34576"/>
                      <a:pt x="2191" y="17050"/>
                    </a:cubicBezTo>
                    <a:cubicBezTo>
                      <a:pt x="1524" y="11335"/>
                      <a:pt x="381" y="5715"/>
                      <a:pt x="0" y="0"/>
                    </a:cubicBezTo>
                    <a:cubicBezTo>
                      <a:pt x="2953" y="3810"/>
                      <a:pt x="2953" y="7810"/>
                      <a:pt x="3715" y="12383"/>
                    </a:cubicBezTo>
                    <a:cubicBezTo>
                      <a:pt x="4763" y="18860"/>
                      <a:pt x="6001" y="25241"/>
                      <a:pt x="7334" y="31623"/>
                    </a:cubicBezTo>
                    <a:cubicBezTo>
                      <a:pt x="10096" y="44672"/>
                      <a:pt x="13430" y="57531"/>
                      <a:pt x="17240" y="70199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3073" name="Graphique 11">
              <a:extLst>
                <a:ext uri="{FF2B5EF4-FFF2-40B4-BE49-F238E27FC236}">
                  <a16:creationId xmlns:a16="http://schemas.microsoft.com/office/drawing/2014/main" id="{684CD5D3-0F03-4BBC-BE71-FF702AFFB3AD}"/>
                </a:ext>
              </a:extLst>
            </p:cNvPr>
            <p:cNvGrpSpPr/>
            <p:nvPr/>
          </p:nvGrpSpPr>
          <p:grpSpPr>
            <a:xfrm>
              <a:off x="5907690" y="4551818"/>
              <a:ext cx="371093" cy="845998"/>
              <a:chOff x="5907690" y="4551818"/>
              <a:chExt cx="371093" cy="845998"/>
            </a:xfrm>
            <a:solidFill>
              <a:schemeClr val="accent1"/>
            </a:solidFill>
          </p:grpSpPr>
          <p:grpSp>
            <p:nvGrpSpPr>
              <p:cNvPr id="3074" name="Graphique 11">
                <a:extLst>
                  <a:ext uri="{FF2B5EF4-FFF2-40B4-BE49-F238E27FC236}">
                    <a16:creationId xmlns:a16="http://schemas.microsoft.com/office/drawing/2014/main" id="{C2E9F369-02FF-4ACA-A977-9AC1AEB98BAE}"/>
                  </a:ext>
                </a:extLst>
              </p:cNvPr>
              <p:cNvGrpSpPr/>
              <p:nvPr/>
            </p:nvGrpSpPr>
            <p:grpSpPr>
              <a:xfrm>
                <a:off x="5907690" y="4551818"/>
                <a:ext cx="371093" cy="845998"/>
                <a:chOff x="5907690" y="4551818"/>
                <a:chExt cx="371093" cy="845998"/>
              </a:xfrm>
              <a:solidFill>
                <a:schemeClr val="accent1"/>
              </a:solidFill>
            </p:grpSpPr>
            <p:sp>
              <p:nvSpPr>
                <p:cNvPr id="3075" name="Forme libre : forme 3074">
                  <a:extLst>
                    <a:ext uri="{FF2B5EF4-FFF2-40B4-BE49-F238E27FC236}">
                      <a16:creationId xmlns:a16="http://schemas.microsoft.com/office/drawing/2014/main" id="{C4910F7D-BB22-489D-B9E9-720A3D3ECA16}"/>
                    </a:ext>
                  </a:extLst>
                </p:cNvPr>
                <p:cNvSpPr/>
                <p:nvPr/>
              </p:nvSpPr>
              <p:spPr>
                <a:xfrm>
                  <a:off x="5910167" y="4551818"/>
                  <a:ext cx="366522" cy="764750"/>
                </a:xfrm>
                <a:custGeom>
                  <a:avLst/>
                  <a:gdLst>
                    <a:gd name="connsiteX0" fmla="*/ 366522 w 366522"/>
                    <a:gd name="connsiteY0" fmla="*/ 698742 h 764750"/>
                    <a:gd name="connsiteX1" fmla="*/ 298418 w 366522"/>
                    <a:gd name="connsiteY1" fmla="*/ 544342 h 764750"/>
                    <a:gd name="connsiteX2" fmla="*/ 236125 w 366522"/>
                    <a:gd name="connsiteY2" fmla="*/ 346888 h 764750"/>
                    <a:gd name="connsiteX3" fmla="*/ 232696 w 366522"/>
                    <a:gd name="connsiteY3" fmla="*/ 69711 h 764750"/>
                    <a:gd name="connsiteX4" fmla="*/ 240602 w 366522"/>
                    <a:gd name="connsiteY4" fmla="*/ 5608 h 764750"/>
                    <a:gd name="connsiteX5" fmla="*/ 188881 w 366522"/>
                    <a:gd name="connsiteY5" fmla="*/ 29135 h 764750"/>
                    <a:gd name="connsiteX6" fmla="*/ 177641 w 366522"/>
                    <a:gd name="connsiteY6" fmla="*/ 29135 h 764750"/>
                    <a:gd name="connsiteX7" fmla="*/ 125921 w 366522"/>
                    <a:gd name="connsiteY7" fmla="*/ 5608 h 764750"/>
                    <a:gd name="connsiteX8" fmla="*/ 133826 w 366522"/>
                    <a:gd name="connsiteY8" fmla="*/ 69711 h 764750"/>
                    <a:gd name="connsiteX9" fmla="*/ 130397 w 366522"/>
                    <a:gd name="connsiteY9" fmla="*/ 346888 h 764750"/>
                    <a:gd name="connsiteX10" fmla="*/ 68104 w 366522"/>
                    <a:gd name="connsiteY10" fmla="*/ 544342 h 764750"/>
                    <a:gd name="connsiteX11" fmla="*/ 0 w 366522"/>
                    <a:gd name="connsiteY11" fmla="*/ 698742 h 764750"/>
                    <a:gd name="connsiteX12" fmla="*/ 181832 w 366522"/>
                    <a:gd name="connsiteY12" fmla="*/ 764751 h 764750"/>
                    <a:gd name="connsiteX13" fmla="*/ 366522 w 366522"/>
                    <a:gd name="connsiteY13" fmla="*/ 698742 h 764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6522" h="764750">
                      <a:moveTo>
                        <a:pt x="366522" y="698742"/>
                      </a:moveTo>
                      <a:cubicBezTo>
                        <a:pt x="366522" y="698742"/>
                        <a:pt x="352044" y="640640"/>
                        <a:pt x="298418" y="544342"/>
                      </a:cubicBezTo>
                      <a:cubicBezTo>
                        <a:pt x="244793" y="448044"/>
                        <a:pt x="238220" y="422422"/>
                        <a:pt x="236125" y="346888"/>
                      </a:cubicBezTo>
                      <a:cubicBezTo>
                        <a:pt x="234029" y="271355"/>
                        <a:pt x="232410" y="85618"/>
                        <a:pt x="232696" y="69711"/>
                      </a:cubicBezTo>
                      <a:cubicBezTo>
                        <a:pt x="232982" y="53900"/>
                        <a:pt x="231362" y="19038"/>
                        <a:pt x="240602" y="5608"/>
                      </a:cubicBezTo>
                      <a:cubicBezTo>
                        <a:pt x="249841" y="-7822"/>
                        <a:pt x="198120" y="3988"/>
                        <a:pt x="188881" y="29135"/>
                      </a:cubicBezTo>
                      <a:lnTo>
                        <a:pt x="177641" y="29135"/>
                      </a:lnTo>
                      <a:cubicBezTo>
                        <a:pt x="168402" y="4084"/>
                        <a:pt x="116681" y="-7822"/>
                        <a:pt x="125921" y="5608"/>
                      </a:cubicBezTo>
                      <a:cubicBezTo>
                        <a:pt x="135160" y="19038"/>
                        <a:pt x="133541" y="53900"/>
                        <a:pt x="133826" y="69711"/>
                      </a:cubicBezTo>
                      <a:cubicBezTo>
                        <a:pt x="134112" y="85522"/>
                        <a:pt x="132493" y="271355"/>
                        <a:pt x="130397" y="346888"/>
                      </a:cubicBezTo>
                      <a:cubicBezTo>
                        <a:pt x="128302" y="422422"/>
                        <a:pt x="121729" y="447949"/>
                        <a:pt x="68104" y="544342"/>
                      </a:cubicBezTo>
                      <a:cubicBezTo>
                        <a:pt x="14478" y="640640"/>
                        <a:pt x="0" y="698742"/>
                        <a:pt x="0" y="698742"/>
                      </a:cubicBezTo>
                      <a:lnTo>
                        <a:pt x="181832" y="764751"/>
                      </a:lnTo>
                      <a:lnTo>
                        <a:pt x="366522" y="698742"/>
                      </a:lnTo>
                      <a:close/>
                    </a:path>
                  </a:pathLst>
                </a:custGeom>
                <a:solidFill>
                  <a:srgbClr val="994F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3076" name="Graphique 11">
                  <a:extLst>
                    <a:ext uri="{FF2B5EF4-FFF2-40B4-BE49-F238E27FC236}">
                      <a16:creationId xmlns:a16="http://schemas.microsoft.com/office/drawing/2014/main" id="{19B44777-DFC1-4EB4-B786-5F67D6DB25C2}"/>
                    </a:ext>
                  </a:extLst>
                </p:cNvPr>
                <p:cNvGrpSpPr/>
                <p:nvPr/>
              </p:nvGrpSpPr>
              <p:grpSpPr>
                <a:xfrm>
                  <a:off x="6029134" y="5244654"/>
                  <a:ext cx="128777" cy="153162"/>
                  <a:chOff x="6029134" y="5244654"/>
                  <a:chExt cx="128777" cy="153162"/>
                </a:xfrm>
                <a:solidFill>
                  <a:schemeClr val="accent1"/>
                </a:solidFill>
              </p:grpSpPr>
              <p:sp>
                <p:nvSpPr>
                  <p:cNvPr id="3077" name="Forme libre : forme 3076">
                    <a:extLst>
                      <a:ext uri="{FF2B5EF4-FFF2-40B4-BE49-F238E27FC236}">
                        <a16:creationId xmlns:a16="http://schemas.microsoft.com/office/drawing/2014/main" id="{BE6E3395-82C8-447D-87DB-461638D295BD}"/>
                      </a:ext>
                    </a:extLst>
                  </p:cNvPr>
                  <p:cNvSpPr/>
                  <p:nvPr/>
                </p:nvSpPr>
                <p:spPr>
                  <a:xfrm>
                    <a:off x="6029134" y="5244655"/>
                    <a:ext cx="128777" cy="153162"/>
                  </a:xfrm>
                  <a:custGeom>
                    <a:avLst/>
                    <a:gdLst>
                      <a:gd name="connsiteX0" fmla="*/ 128778 w 128777"/>
                      <a:gd name="connsiteY0" fmla="*/ 76581 h 153162"/>
                      <a:gd name="connsiteX1" fmla="*/ 64389 w 128777"/>
                      <a:gd name="connsiteY1" fmla="*/ 153162 h 153162"/>
                      <a:gd name="connsiteX2" fmla="*/ 0 w 128777"/>
                      <a:gd name="connsiteY2" fmla="*/ 76581 h 153162"/>
                      <a:gd name="connsiteX3" fmla="*/ 64389 w 128777"/>
                      <a:gd name="connsiteY3" fmla="*/ 0 h 153162"/>
                      <a:gd name="connsiteX4" fmla="*/ 128778 w 128777"/>
                      <a:gd name="connsiteY4" fmla="*/ 76581 h 153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77" h="153162">
                        <a:moveTo>
                          <a:pt x="128778" y="76581"/>
                        </a:moveTo>
                        <a:cubicBezTo>
                          <a:pt x="128778" y="118876"/>
                          <a:pt x="99950" y="153162"/>
                          <a:pt x="64389" y="153162"/>
                        </a:cubicBezTo>
                        <a:cubicBezTo>
                          <a:pt x="28828" y="153162"/>
                          <a:pt x="0" y="118876"/>
                          <a:pt x="0" y="76581"/>
                        </a:cubicBezTo>
                        <a:cubicBezTo>
                          <a:pt x="0" y="34287"/>
                          <a:pt x="28828" y="0"/>
                          <a:pt x="64389" y="0"/>
                        </a:cubicBezTo>
                        <a:cubicBezTo>
                          <a:pt x="99950" y="0"/>
                          <a:pt x="128778" y="34287"/>
                          <a:pt x="128778" y="76581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78" name="Forme libre : forme 3077">
                    <a:extLst>
                      <a:ext uri="{FF2B5EF4-FFF2-40B4-BE49-F238E27FC236}">
                        <a16:creationId xmlns:a16="http://schemas.microsoft.com/office/drawing/2014/main" id="{80897E22-0F9F-448B-A6DB-E57450DEB320}"/>
                      </a:ext>
                    </a:extLst>
                  </p:cNvPr>
                  <p:cNvSpPr/>
                  <p:nvPr/>
                </p:nvSpPr>
                <p:spPr>
                  <a:xfrm>
                    <a:off x="6029134" y="5244654"/>
                    <a:ext cx="128016" cy="110204"/>
                  </a:xfrm>
                  <a:custGeom>
                    <a:avLst/>
                    <a:gdLst>
                      <a:gd name="connsiteX0" fmla="*/ 6572 w 128016"/>
                      <a:gd name="connsiteY0" fmla="*/ 110204 h 110204"/>
                      <a:gd name="connsiteX1" fmla="*/ 5810 w 128016"/>
                      <a:gd name="connsiteY1" fmla="*/ 98774 h 110204"/>
                      <a:gd name="connsiteX2" fmla="*/ 70199 w 128016"/>
                      <a:gd name="connsiteY2" fmla="*/ 22193 h 110204"/>
                      <a:gd name="connsiteX3" fmla="*/ 128016 w 128016"/>
                      <a:gd name="connsiteY3" fmla="*/ 65151 h 110204"/>
                      <a:gd name="connsiteX4" fmla="*/ 64389 w 128016"/>
                      <a:gd name="connsiteY4" fmla="*/ 0 h 110204"/>
                      <a:gd name="connsiteX5" fmla="*/ 0 w 128016"/>
                      <a:gd name="connsiteY5" fmla="*/ 76581 h 110204"/>
                      <a:gd name="connsiteX6" fmla="*/ 6572 w 128016"/>
                      <a:gd name="connsiteY6" fmla="*/ 110204 h 1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8016" h="110204">
                        <a:moveTo>
                          <a:pt x="6572" y="110204"/>
                        </a:moveTo>
                        <a:cubicBezTo>
                          <a:pt x="6096" y="106489"/>
                          <a:pt x="5810" y="102679"/>
                          <a:pt x="5810" y="98774"/>
                        </a:cubicBezTo>
                        <a:cubicBezTo>
                          <a:pt x="5810" y="56483"/>
                          <a:pt x="34671" y="22479"/>
                          <a:pt x="70199" y="22193"/>
                        </a:cubicBezTo>
                        <a:cubicBezTo>
                          <a:pt x="98012" y="22003"/>
                          <a:pt x="122301" y="41053"/>
                          <a:pt x="128016" y="65151"/>
                        </a:cubicBezTo>
                        <a:cubicBezTo>
                          <a:pt x="123349" y="28289"/>
                          <a:pt x="96679" y="0"/>
                          <a:pt x="64389" y="0"/>
                        </a:cubicBezTo>
                        <a:cubicBezTo>
                          <a:pt x="28861" y="0"/>
                          <a:pt x="0" y="34290"/>
                          <a:pt x="0" y="76581"/>
                        </a:cubicBezTo>
                        <a:cubicBezTo>
                          <a:pt x="0" y="88678"/>
                          <a:pt x="2381" y="100013"/>
                          <a:pt x="6572" y="110204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79" name="Forme libre : forme 3078">
                    <a:extLst>
                      <a:ext uri="{FF2B5EF4-FFF2-40B4-BE49-F238E27FC236}">
                        <a16:creationId xmlns:a16="http://schemas.microsoft.com/office/drawing/2014/main" id="{C17A5FCD-D60F-46AB-BE0B-7BC14C17AF4E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6076240" y="5319928"/>
                    <a:ext cx="74869" cy="59247"/>
                  </a:xfrm>
                  <a:custGeom>
                    <a:avLst/>
                    <a:gdLst>
                      <a:gd name="connsiteX0" fmla="*/ 74869 w 74869"/>
                      <a:gd name="connsiteY0" fmla="*/ 29624 h 59247"/>
                      <a:gd name="connsiteX1" fmla="*/ 37435 w 74869"/>
                      <a:gd name="connsiteY1" fmla="*/ 59248 h 59247"/>
                      <a:gd name="connsiteX2" fmla="*/ 0 w 74869"/>
                      <a:gd name="connsiteY2" fmla="*/ 29624 h 59247"/>
                      <a:gd name="connsiteX3" fmla="*/ 37435 w 74869"/>
                      <a:gd name="connsiteY3" fmla="*/ 0 h 59247"/>
                      <a:gd name="connsiteX4" fmla="*/ 74869 w 74869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9" h="59247">
                        <a:moveTo>
                          <a:pt x="74869" y="29624"/>
                        </a:moveTo>
                        <a:cubicBezTo>
                          <a:pt x="74869" y="45985"/>
                          <a:pt x="58109" y="59248"/>
                          <a:pt x="37435" y="59248"/>
                        </a:cubicBezTo>
                        <a:cubicBezTo>
                          <a:pt x="16760" y="59248"/>
                          <a:pt x="0" y="45985"/>
                          <a:pt x="0" y="29624"/>
                        </a:cubicBezTo>
                        <a:cubicBezTo>
                          <a:pt x="0" y="13263"/>
                          <a:pt x="16760" y="0"/>
                          <a:pt x="37435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80" name="Forme libre : forme 3079">
                    <a:extLst>
                      <a:ext uri="{FF2B5EF4-FFF2-40B4-BE49-F238E27FC236}">
                        <a16:creationId xmlns:a16="http://schemas.microsoft.com/office/drawing/2014/main" id="{BA7A0E5A-EFF1-486D-95C5-5BFA8E27E400}"/>
                      </a:ext>
                    </a:extLst>
                  </p:cNvPr>
                  <p:cNvSpPr/>
                  <p:nvPr/>
                </p:nvSpPr>
                <p:spPr>
                  <a:xfrm>
                    <a:off x="6082188" y="5368765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3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3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3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3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3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3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3081" name="Graphique 11">
                  <a:extLst>
                    <a:ext uri="{FF2B5EF4-FFF2-40B4-BE49-F238E27FC236}">
                      <a16:creationId xmlns:a16="http://schemas.microsoft.com/office/drawing/2014/main" id="{8BE7AF48-3716-4B79-8AB0-5E7D87181BF3}"/>
                    </a:ext>
                  </a:extLst>
                </p:cNvPr>
                <p:cNvGrpSpPr/>
                <p:nvPr/>
              </p:nvGrpSpPr>
              <p:grpSpPr>
                <a:xfrm>
                  <a:off x="6150006" y="5193410"/>
                  <a:ext cx="128777" cy="153257"/>
                  <a:chOff x="6150006" y="5193410"/>
                  <a:chExt cx="128777" cy="153257"/>
                </a:xfrm>
                <a:solidFill>
                  <a:schemeClr val="accent1"/>
                </a:solidFill>
              </p:grpSpPr>
              <p:sp>
                <p:nvSpPr>
                  <p:cNvPr id="3082" name="Forme libre : forme 3081">
                    <a:extLst>
                      <a:ext uri="{FF2B5EF4-FFF2-40B4-BE49-F238E27FC236}">
                        <a16:creationId xmlns:a16="http://schemas.microsoft.com/office/drawing/2014/main" id="{B4427A47-7E88-4D49-89DF-C9BAD1178361}"/>
                      </a:ext>
                    </a:extLst>
                  </p:cNvPr>
                  <p:cNvSpPr/>
                  <p:nvPr/>
                </p:nvSpPr>
                <p:spPr>
                  <a:xfrm>
                    <a:off x="6150006" y="5193505"/>
                    <a:ext cx="128777" cy="153162"/>
                  </a:xfrm>
                  <a:custGeom>
                    <a:avLst/>
                    <a:gdLst>
                      <a:gd name="connsiteX0" fmla="*/ 128778 w 128777"/>
                      <a:gd name="connsiteY0" fmla="*/ 76581 h 153162"/>
                      <a:gd name="connsiteX1" fmla="*/ 64389 w 128777"/>
                      <a:gd name="connsiteY1" fmla="*/ 153162 h 153162"/>
                      <a:gd name="connsiteX2" fmla="*/ 0 w 128777"/>
                      <a:gd name="connsiteY2" fmla="*/ 76581 h 153162"/>
                      <a:gd name="connsiteX3" fmla="*/ 64389 w 128777"/>
                      <a:gd name="connsiteY3" fmla="*/ 0 h 153162"/>
                      <a:gd name="connsiteX4" fmla="*/ 128778 w 128777"/>
                      <a:gd name="connsiteY4" fmla="*/ 76581 h 153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77" h="153162">
                        <a:moveTo>
                          <a:pt x="128778" y="76581"/>
                        </a:moveTo>
                        <a:cubicBezTo>
                          <a:pt x="128778" y="118876"/>
                          <a:pt x="99950" y="153162"/>
                          <a:pt x="64389" y="153162"/>
                        </a:cubicBezTo>
                        <a:cubicBezTo>
                          <a:pt x="28828" y="153162"/>
                          <a:pt x="0" y="118876"/>
                          <a:pt x="0" y="76581"/>
                        </a:cubicBezTo>
                        <a:cubicBezTo>
                          <a:pt x="0" y="34287"/>
                          <a:pt x="28828" y="0"/>
                          <a:pt x="64389" y="0"/>
                        </a:cubicBezTo>
                        <a:cubicBezTo>
                          <a:pt x="99950" y="0"/>
                          <a:pt x="128778" y="34287"/>
                          <a:pt x="128778" y="76581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83" name="Forme libre : forme 3082">
                    <a:extLst>
                      <a:ext uri="{FF2B5EF4-FFF2-40B4-BE49-F238E27FC236}">
                        <a16:creationId xmlns:a16="http://schemas.microsoft.com/office/drawing/2014/main" id="{D7DFB0B1-47BB-41BE-AB7E-AF154A4DA392}"/>
                      </a:ext>
                    </a:extLst>
                  </p:cNvPr>
                  <p:cNvSpPr/>
                  <p:nvPr/>
                </p:nvSpPr>
                <p:spPr>
                  <a:xfrm>
                    <a:off x="6150099" y="5193410"/>
                    <a:ext cx="128018" cy="110204"/>
                  </a:xfrm>
                  <a:custGeom>
                    <a:avLst/>
                    <a:gdLst>
                      <a:gd name="connsiteX0" fmla="*/ 6575 w 128018"/>
                      <a:gd name="connsiteY0" fmla="*/ 110204 h 110204"/>
                      <a:gd name="connsiteX1" fmla="*/ 5813 w 128018"/>
                      <a:gd name="connsiteY1" fmla="*/ 98774 h 110204"/>
                      <a:gd name="connsiteX2" fmla="*/ 70202 w 128018"/>
                      <a:gd name="connsiteY2" fmla="*/ 22193 h 110204"/>
                      <a:gd name="connsiteX3" fmla="*/ 128019 w 128018"/>
                      <a:gd name="connsiteY3" fmla="*/ 65151 h 110204"/>
                      <a:gd name="connsiteX4" fmla="*/ 64392 w 128018"/>
                      <a:gd name="connsiteY4" fmla="*/ 0 h 110204"/>
                      <a:gd name="connsiteX5" fmla="*/ 3 w 128018"/>
                      <a:gd name="connsiteY5" fmla="*/ 76581 h 110204"/>
                      <a:gd name="connsiteX6" fmla="*/ 6575 w 128018"/>
                      <a:gd name="connsiteY6" fmla="*/ 110204 h 1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8018" h="110204">
                        <a:moveTo>
                          <a:pt x="6575" y="110204"/>
                        </a:moveTo>
                        <a:cubicBezTo>
                          <a:pt x="6099" y="106490"/>
                          <a:pt x="5813" y="102679"/>
                          <a:pt x="5813" y="98774"/>
                        </a:cubicBezTo>
                        <a:cubicBezTo>
                          <a:pt x="5813" y="56483"/>
                          <a:pt x="34674" y="22479"/>
                          <a:pt x="70202" y="22193"/>
                        </a:cubicBezTo>
                        <a:cubicBezTo>
                          <a:pt x="98015" y="22003"/>
                          <a:pt x="122304" y="41053"/>
                          <a:pt x="128019" y="65151"/>
                        </a:cubicBezTo>
                        <a:cubicBezTo>
                          <a:pt x="123352" y="28289"/>
                          <a:pt x="96681" y="0"/>
                          <a:pt x="64392" y="0"/>
                        </a:cubicBezTo>
                        <a:cubicBezTo>
                          <a:pt x="28863" y="0"/>
                          <a:pt x="3" y="34290"/>
                          <a:pt x="3" y="76581"/>
                        </a:cubicBezTo>
                        <a:cubicBezTo>
                          <a:pt x="-92" y="88678"/>
                          <a:pt x="2384" y="100108"/>
                          <a:pt x="6575" y="110204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84" name="Forme libre : forme 3083">
                    <a:extLst>
                      <a:ext uri="{FF2B5EF4-FFF2-40B4-BE49-F238E27FC236}">
                        <a16:creationId xmlns:a16="http://schemas.microsoft.com/office/drawing/2014/main" id="{C8F220FA-33D3-4ACE-9009-405D349D7F61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6197208" y="5268666"/>
                    <a:ext cx="74869" cy="59247"/>
                  </a:xfrm>
                  <a:custGeom>
                    <a:avLst/>
                    <a:gdLst>
                      <a:gd name="connsiteX0" fmla="*/ 74869 w 74869"/>
                      <a:gd name="connsiteY0" fmla="*/ 29624 h 59247"/>
                      <a:gd name="connsiteX1" fmla="*/ 37435 w 74869"/>
                      <a:gd name="connsiteY1" fmla="*/ 59248 h 59247"/>
                      <a:gd name="connsiteX2" fmla="*/ 0 w 74869"/>
                      <a:gd name="connsiteY2" fmla="*/ 29624 h 59247"/>
                      <a:gd name="connsiteX3" fmla="*/ 37435 w 74869"/>
                      <a:gd name="connsiteY3" fmla="*/ 0 h 59247"/>
                      <a:gd name="connsiteX4" fmla="*/ 74869 w 74869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9" h="59247">
                        <a:moveTo>
                          <a:pt x="74869" y="29624"/>
                        </a:moveTo>
                        <a:cubicBezTo>
                          <a:pt x="74869" y="45985"/>
                          <a:pt x="58109" y="59248"/>
                          <a:pt x="37435" y="59248"/>
                        </a:cubicBezTo>
                        <a:cubicBezTo>
                          <a:pt x="16760" y="59248"/>
                          <a:pt x="0" y="45985"/>
                          <a:pt x="0" y="29624"/>
                        </a:cubicBezTo>
                        <a:cubicBezTo>
                          <a:pt x="0" y="13263"/>
                          <a:pt x="16760" y="0"/>
                          <a:pt x="37435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85" name="Forme libre : forme 3084">
                    <a:extLst>
                      <a:ext uri="{FF2B5EF4-FFF2-40B4-BE49-F238E27FC236}">
                        <a16:creationId xmlns:a16="http://schemas.microsoft.com/office/drawing/2014/main" id="{13171EE8-EF6B-4F17-B043-E9DAAE941516}"/>
                      </a:ext>
                    </a:extLst>
                  </p:cNvPr>
                  <p:cNvSpPr/>
                  <p:nvPr/>
                </p:nvSpPr>
                <p:spPr>
                  <a:xfrm>
                    <a:off x="6203061" y="5317616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4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3086" name="Graphique 11">
                  <a:extLst>
                    <a:ext uri="{FF2B5EF4-FFF2-40B4-BE49-F238E27FC236}">
                      <a16:creationId xmlns:a16="http://schemas.microsoft.com/office/drawing/2014/main" id="{BBD7898C-1D5D-4ECD-B81A-1B54B659AC1B}"/>
                    </a:ext>
                  </a:extLst>
                </p:cNvPr>
                <p:cNvGrpSpPr/>
                <p:nvPr/>
              </p:nvGrpSpPr>
              <p:grpSpPr>
                <a:xfrm>
                  <a:off x="5907690" y="5193410"/>
                  <a:ext cx="128777" cy="153257"/>
                  <a:chOff x="5907690" y="5193410"/>
                  <a:chExt cx="128777" cy="153257"/>
                </a:xfrm>
                <a:solidFill>
                  <a:schemeClr val="accent1"/>
                </a:solidFill>
              </p:grpSpPr>
              <p:sp>
                <p:nvSpPr>
                  <p:cNvPr id="3087" name="Forme libre : forme 3086">
                    <a:extLst>
                      <a:ext uri="{FF2B5EF4-FFF2-40B4-BE49-F238E27FC236}">
                        <a16:creationId xmlns:a16="http://schemas.microsoft.com/office/drawing/2014/main" id="{439E90A9-A31F-46AE-8DFB-21DA26ADE47E}"/>
                      </a:ext>
                    </a:extLst>
                  </p:cNvPr>
                  <p:cNvSpPr/>
                  <p:nvPr/>
                </p:nvSpPr>
                <p:spPr>
                  <a:xfrm>
                    <a:off x="5907690" y="5193505"/>
                    <a:ext cx="128777" cy="153162"/>
                  </a:xfrm>
                  <a:custGeom>
                    <a:avLst/>
                    <a:gdLst>
                      <a:gd name="connsiteX0" fmla="*/ 128778 w 128777"/>
                      <a:gd name="connsiteY0" fmla="*/ 76581 h 153162"/>
                      <a:gd name="connsiteX1" fmla="*/ 64389 w 128777"/>
                      <a:gd name="connsiteY1" fmla="*/ 153162 h 153162"/>
                      <a:gd name="connsiteX2" fmla="*/ 0 w 128777"/>
                      <a:gd name="connsiteY2" fmla="*/ 76581 h 153162"/>
                      <a:gd name="connsiteX3" fmla="*/ 64389 w 128777"/>
                      <a:gd name="connsiteY3" fmla="*/ 0 h 153162"/>
                      <a:gd name="connsiteX4" fmla="*/ 128778 w 128777"/>
                      <a:gd name="connsiteY4" fmla="*/ 76581 h 153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77" h="153162">
                        <a:moveTo>
                          <a:pt x="128778" y="76581"/>
                        </a:moveTo>
                        <a:cubicBezTo>
                          <a:pt x="128778" y="118876"/>
                          <a:pt x="99950" y="153162"/>
                          <a:pt x="64389" y="153162"/>
                        </a:cubicBezTo>
                        <a:cubicBezTo>
                          <a:pt x="28828" y="153162"/>
                          <a:pt x="0" y="118876"/>
                          <a:pt x="0" y="76581"/>
                        </a:cubicBezTo>
                        <a:cubicBezTo>
                          <a:pt x="0" y="34287"/>
                          <a:pt x="28828" y="0"/>
                          <a:pt x="64389" y="0"/>
                        </a:cubicBezTo>
                        <a:cubicBezTo>
                          <a:pt x="99950" y="0"/>
                          <a:pt x="128778" y="34287"/>
                          <a:pt x="128778" y="76581"/>
                        </a:cubicBezTo>
                        <a:close/>
                      </a:path>
                    </a:pathLst>
                  </a:custGeom>
                  <a:solidFill>
                    <a:srgbClr val="994F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88" name="Forme libre : forme 3087">
                    <a:extLst>
                      <a:ext uri="{FF2B5EF4-FFF2-40B4-BE49-F238E27FC236}">
                        <a16:creationId xmlns:a16="http://schemas.microsoft.com/office/drawing/2014/main" id="{A1638917-EB07-4967-906B-CFB466EE66E9}"/>
                      </a:ext>
                    </a:extLst>
                  </p:cNvPr>
                  <p:cNvSpPr/>
                  <p:nvPr/>
                </p:nvSpPr>
                <p:spPr>
                  <a:xfrm>
                    <a:off x="5907783" y="5193410"/>
                    <a:ext cx="128018" cy="110204"/>
                  </a:xfrm>
                  <a:custGeom>
                    <a:avLst/>
                    <a:gdLst>
                      <a:gd name="connsiteX0" fmla="*/ 6575 w 128018"/>
                      <a:gd name="connsiteY0" fmla="*/ 110204 h 110204"/>
                      <a:gd name="connsiteX1" fmla="*/ 5813 w 128018"/>
                      <a:gd name="connsiteY1" fmla="*/ 98774 h 110204"/>
                      <a:gd name="connsiteX2" fmla="*/ 70202 w 128018"/>
                      <a:gd name="connsiteY2" fmla="*/ 22193 h 110204"/>
                      <a:gd name="connsiteX3" fmla="*/ 128019 w 128018"/>
                      <a:gd name="connsiteY3" fmla="*/ 65151 h 110204"/>
                      <a:gd name="connsiteX4" fmla="*/ 64392 w 128018"/>
                      <a:gd name="connsiteY4" fmla="*/ 0 h 110204"/>
                      <a:gd name="connsiteX5" fmla="*/ 3 w 128018"/>
                      <a:gd name="connsiteY5" fmla="*/ 76581 h 110204"/>
                      <a:gd name="connsiteX6" fmla="*/ 6575 w 128018"/>
                      <a:gd name="connsiteY6" fmla="*/ 110204 h 1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8018" h="110204">
                        <a:moveTo>
                          <a:pt x="6575" y="110204"/>
                        </a:moveTo>
                        <a:cubicBezTo>
                          <a:pt x="6099" y="106490"/>
                          <a:pt x="5813" y="102679"/>
                          <a:pt x="5813" y="98774"/>
                        </a:cubicBezTo>
                        <a:cubicBezTo>
                          <a:pt x="5813" y="56483"/>
                          <a:pt x="34674" y="22479"/>
                          <a:pt x="70202" y="22193"/>
                        </a:cubicBezTo>
                        <a:cubicBezTo>
                          <a:pt x="98015" y="22003"/>
                          <a:pt x="122304" y="41053"/>
                          <a:pt x="128019" y="65151"/>
                        </a:cubicBezTo>
                        <a:cubicBezTo>
                          <a:pt x="123352" y="28289"/>
                          <a:pt x="96682" y="0"/>
                          <a:pt x="64392" y="0"/>
                        </a:cubicBezTo>
                        <a:cubicBezTo>
                          <a:pt x="28863" y="0"/>
                          <a:pt x="3" y="34290"/>
                          <a:pt x="3" y="76581"/>
                        </a:cubicBezTo>
                        <a:cubicBezTo>
                          <a:pt x="-92" y="88678"/>
                          <a:pt x="2384" y="100108"/>
                          <a:pt x="6575" y="110204"/>
                        </a:cubicBezTo>
                        <a:close/>
                      </a:path>
                    </a:pathLst>
                  </a:custGeom>
                  <a:solidFill>
                    <a:srgbClr val="8244B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89" name="Forme libre : forme 3088">
                    <a:extLst>
                      <a:ext uri="{FF2B5EF4-FFF2-40B4-BE49-F238E27FC236}">
                        <a16:creationId xmlns:a16="http://schemas.microsoft.com/office/drawing/2014/main" id="{272B9301-5404-4503-9B4D-C957F143BEED}"/>
                      </a:ext>
                    </a:extLst>
                  </p:cNvPr>
                  <p:cNvSpPr/>
                  <p:nvPr/>
                </p:nvSpPr>
                <p:spPr>
                  <a:xfrm rot="-4118918">
                    <a:off x="5954902" y="5268683"/>
                    <a:ext cx="74869" cy="59247"/>
                  </a:xfrm>
                  <a:custGeom>
                    <a:avLst/>
                    <a:gdLst>
                      <a:gd name="connsiteX0" fmla="*/ 74869 w 74869"/>
                      <a:gd name="connsiteY0" fmla="*/ 29624 h 59247"/>
                      <a:gd name="connsiteX1" fmla="*/ 37435 w 74869"/>
                      <a:gd name="connsiteY1" fmla="*/ 59248 h 59247"/>
                      <a:gd name="connsiteX2" fmla="*/ 0 w 74869"/>
                      <a:gd name="connsiteY2" fmla="*/ 29624 h 59247"/>
                      <a:gd name="connsiteX3" fmla="*/ 37435 w 74869"/>
                      <a:gd name="connsiteY3" fmla="*/ 0 h 59247"/>
                      <a:gd name="connsiteX4" fmla="*/ 74869 w 74869"/>
                      <a:gd name="connsiteY4" fmla="*/ 29624 h 5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69" h="59247">
                        <a:moveTo>
                          <a:pt x="74869" y="29624"/>
                        </a:moveTo>
                        <a:cubicBezTo>
                          <a:pt x="74869" y="45985"/>
                          <a:pt x="58109" y="59248"/>
                          <a:pt x="37435" y="59248"/>
                        </a:cubicBezTo>
                        <a:cubicBezTo>
                          <a:pt x="16760" y="59248"/>
                          <a:pt x="0" y="45985"/>
                          <a:pt x="0" y="29624"/>
                        </a:cubicBezTo>
                        <a:cubicBezTo>
                          <a:pt x="0" y="13263"/>
                          <a:pt x="16760" y="0"/>
                          <a:pt x="37435" y="0"/>
                        </a:cubicBezTo>
                        <a:cubicBezTo>
                          <a:pt x="58109" y="0"/>
                          <a:pt x="74869" y="13263"/>
                          <a:pt x="74869" y="29624"/>
                        </a:cubicBezTo>
                        <a:close/>
                      </a:path>
                    </a:pathLst>
                  </a:custGeom>
                  <a:solidFill>
                    <a:srgbClr val="A361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090" name="Forme libre : forme 3089">
                    <a:extLst>
                      <a:ext uri="{FF2B5EF4-FFF2-40B4-BE49-F238E27FC236}">
                        <a16:creationId xmlns:a16="http://schemas.microsoft.com/office/drawing/2014/main" id="{769D91AD-5BAF-498E-B92E-C608010EDF73}"/>
                      </a:ext>
                    </a:extLst>
                  </p:cNvPr>
                  <p:cNvSpPr/>
                  <p:nvPr/>
                </p:nvSpPr>
                <p:spPr>
                  <a:xfrm>
                    <a:off x="5960745" y="5317616"/>
                    <a:ext cx="17906" cy="17906"/>
                  </a:xfrm>
                  <a:custGeom>
                    <a:avLst/>
                    <a:gdLst>
                      <a:gd name="connsiteX0" fmla="*/ 17907 w 17906"/>
                      <a:gd name="connsiteY0" fmla="*/ 8954 h 17906"/>
                      <a:gd name="connsiteX1" fmla="*/ 8953 w 17906"/>
                      <a:gd name="connsiteY1" fmla="*/ 17907 h 17906"/>
                      <a:gd name="connsiteX2" fmla="*/ 0 w 17906"/>
                      <a:gd name="connsiteY2" fmla="*/ 8954 h 17906"/>
                      <a:gd name="connsiteX3" fmla="*/ 8953 w 17906"/>
                      <a:gd name="connsiteY3" fmla="*/ 0 h 17906"/>
                      <a:gd name="connsiteX4" fmla="*/ 17907 w 17906"/>
                      <a:gd name="connsiteY4" fmla="*/ 8954 h 17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06" h="17906">
                        <a:moveTo>
                          <a:pt x="17907" y="8954"/>
                        </a:moveTo>
                        <a:cubicBezTo>
                          <a:pt x="17907" y="13898"/>
                          <a:pt x="13898" y="17907"/>
                          <a:pt x="8953" y="17907"/>
                        </a:cubicBezTo>
                        <a:cubicBezTo>
                          <a:pt x="4009" y="17907"/>
                          <a:pt x="0" y="13899"/>
                          <a:pt x="0" y="8954"/>
                        </a:cubicBezTo>
                        <a:cubicBezTo>
                          <a:pt x="0" y="4009"/>
                          <a:pt x="4008" y="0"/>
                          <a:pt x="8953" y="0"/>
                        </a:cubicBezTo>
                        <a:cubicBezTo>
                          <a:pt x="13898" y="0"/>
                          <a:pt x="17907" y="4008"/>
                          <a:pt x="17907" y="8954"/>
                        </a:cubicBezTo>
                        <a:close/>
                      </a:path>
                    </a:pathLst>
                  </a:custGeom>
                  <a:solidFill>
                    <a:srgbClr val="D8BB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3091" name="Forme libre : forme 3090">
                  <a:extLst>
                    <a:ext uri="{FF2B5EF4-FFF2-40B4-BE49-F238E27FC236}">
                      <a16:creationId xmlns:a16="http://schemas.microsoft.com/office/drawing/2014/main" id="{51091115-ABFD-43D1-A069-58FC182063BA}"/>
                    </a:ext>
                  </a:extLst>
                </p:cNvPr>
                <p:cNvSpPr/>
                <p:nvPr/>
              </p:nvSpPr>
              <p:spPr>
                <a:xfrm>
                  <a:off x="6084569" y="4579930"/>
                  <a:ext cx="87820" cy="449650"/>
                </a:xfrm>
                <a:custGeom>
                  <a:avLst/>
                  <a:gdLst>
                    <a:gd name="connsiteX0" fmla="*/ 87821 w 87820"/>
                    <a:gd name="connsiteY0" fmla="*/ 449650 h 449650"/>
                    <a:gd name="connsiteX1" fmla="*/ 35814 w 87820"/>
                    <a:gd name="connsiteY1" fmla="*/ 300774 h 449650"/>
                    <a:gd name="connsiteX2" fmla="*/ 26289 w 87820"/>
                    <a:gd name="connsiteY2" fmla="*/ 141421 h 449650"/>
                    <a:gd name="connsiteX3" fmla="*/ 0 w 87820"/>
                    <a:gd name="connsiteY3" fmla="*/ 70 h 449650"/>
                    <a:gd name="connsiteX4" fmla="*/ 15335 w 87820"/>
                    <a:gd name="connsiteY4" fmla="*/ 15500 h 449650"/>
                    <a:gd name="connsiteX5" fmla="*/ 25527 w 87820"/>
                    <a:gd name="connsiteY5" fmla="*/ 45981 h 449650"/>
                    <a:gd name="connsiteX6" fmla="*/ 54293 w 87820"/>
                    <a:gd name="connsiteY6" fmla="*/ 368402 h 449650"/>
                    <a:gd name="connsiteX7" fmla="*/ 82296 w 87820"/>
                    <a:gd name="connsiteY7" fmla="*/ 440506 h 449650"/>
                    <a:gd name="connsiteX8" fmla="*/ 83915 w 87820"/>
                    <a:gd name="connsiteY8" fmla="*/ 436220 h 449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7820" h="449650">
                      <a:moveTo>
                        <a:pt x="87821" y="449650"/>
                      </a:moveTo>
                      <a:cubicBezTo>
                        <a:pt x="55436" y="407454"/>
                        <a:pt x="41529" y="353733"/>
                        <a:pt x="35814" y="300774"/>
                      </a:cubicBezTo>
                      <a:cubicBezTo>
                        <a:pt x="30099" y="247815"/>
                        <a:pt x="31718" y="194380"/>
                        <a:pt x="26289" y="141421"/>
                      </a:cubicBezTo>
                      <a:cubicBezTo>
                        <a:pt x="21431" y="93701"/>
                        <a:pt x="10954" y="46742"/>
                        <a:pt x="0" y="70"/>
                      </a:cubicBezTo>
                      <a:cubicBezTo>
                        <a:pt x="7811" y="-883"/>
                        <a:pt x="12764" y="8071"/>
                        <a:pt x="15335" y="15500"/>
                      </a:cubicBezTo>
                      <a:cubicBezTo>
                        <a:pt x="18955" y="25597"/>
                        <a:pt x="22479" y="35693"/>
                        <a:pt x="25527" y="45981"/>
                      </a:cubicBezTo>
                      <a:cubicBezTo>
                        <a:pt x="55912" y="149898"/>
                        <a:pt x="24765" y="264198"/>
                        <a:pt x="54293" y="368402"/>
                      </a:cubicBezTo>
                      <a:cubicBezTo>
                        <a:pt x="61341" y="393262"/>
                        <a:pt x="71723" y="416979"/>
                        <a:pt x="82296" y="440506"/>
                      </a:cubicBezTo>
                      <a:cubicBezTo>
                        <a:pt x="82868" y="439077"/>
                        <a:pt x="83439" y="437649"/>
                        <a:pt x="83915" y="436220"/>
                      </a:cubicBezTo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92" name="Forme libre : forme 3091">
                  <a:extLst>
                    <a:ext uri="{FF2B5EF4-FFF2-40B4-BE49-F238E27FC236}">
                      <a16:creationId xmlns:a16="http://schemas.microsoft.com/office/drawing/2014/main" id="{FA183EC3-F5F9-40F7-B233-60EDB59A6669}"/>
                    </a:ext>
                  </a:extLst>
                </p:cNvPr>
                <p:cNvSpPr/>
                <p:nvPr/>
              </p:nvSpPr>
              <p:spPr>
                <a:xfrm>
                  <a:off x="6047379" y="4725352"/>
                  <a:ext cx="99566" cy="537781"/>
                </a:xfrm>
                <a:custGeom>
                  <a:avLst/>
                  <a:gdLst>
                    <a:gd name="connsiteX0" fmla="*/ 67861 w 99566"/>
                    <a:gd name="connsiteY0" fmla="*/ 284702 h 537781"/>
                    <a:gd name="connsiteX1" fmla="*/ 45668 w 99566"/>
                    <a:gd name="connsiteY1" fmla="*/ 207550 h 537781"/>
                    <a:gd name="connsiteX2" fmla="*/ 30333 w 99566"/>
                    <a:gd name="connsiteY2" fmla="*/ 147542 h 537781"/>
                    <a:gd name="connsiteX3" fmla="*/ 2043 w 99566"/>
                    <a:gd name="connsiteY3" fmla="*/ 0 h 537781"/>
                    <a:gd name="connsiteX4" fmla="*/ 32619 w 99566"/>
                    <a:gd name="connsiteY4" fmla="*/ 202882 h 537781"/>
                    <a:gd name="connsiteX5" fmla="*/ 48906 w 99566"/>
                    <a:gd name="connsiteY5" fmla="*/ 285083 h 537781"/>
                    <a:gd name="connsiteX6" fmla="*/ 87864 w 99566"/>
                    <a:gd name="connsiteY6" fmla="*/ 500824 h 537781"/>
                    <a:gd name="connsiteX7" fmla="*/ 97865 w 99566"/>
                    <a:gd name="connsiteY7" fmla="*/ 537781 h 537781"/>
                    <a:gd name="connsiteX8" fmla="*/ 96436 w 99566"/>
                    <a:gd name="connsiteY8" fmla="*/ 517874 h 537781"/>
                    <a:gd name="connsiteX9" fmla="*/ 92436 w 99566"/>
                    <a:gd name="connsiteY9" fmla="*/ 492538 h 537781"/>
                    <a:gd name="connsiteX10" fmla="*/ 87006 w 99566"/>
                    <a:gd name="connsiteY10" fmla="*/ 442627 h 537781"/>
                    <a:gd name="connsiteX11" fmla="*/ 77767 w 99566"/>
                    <a:gd name="connsiteY11" fmla="*/ 341376 h 537781"/>
                    <a:gd name="connsiteX12" fmla="*/ 67861 w 99566"/>
                    <a:gd name="connsiteY12" fmla="*/ 284702 h 537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9566" h="537781">
                      <a:moveTo>
                        <a:pt x="67861" y="284702"/>
                      </a:moveTo>
                      <a:cubicBezTo>
                        <a:pt x="61670" y="258699"/>
                        <a:pt x="53097" y="233267"/>
                        <a:pt x="45668" y="207550"/>
                      </a:cubicBezTo>
                      <a:cubicBezTo>
                        <a:pt x="39953" y="187738"/>
                        <a:pt x="35000" y="167640"/>
                        <a:pt x="30333" y="147542"/>
                      </a:cubicBezTo>
                      <a:cubicBezTo>
                        <a:pt x="19093" y="98774"/>
                        <a:pt x="9663" y="49530"/>
                        <a:pt x="2043" y="0"/>
                      </a:cubicBezTo>
                      <a:cubicBezTo>
                        <a:pt x="-7196" y="68199"/>
                        <a:pt x="16998" y="135826"/>
                        <a:pt x="32619" y="202882"/>
                      </a:cubicBezTo>
                      <a:cubicBezTo>
                        <a:pt x="39000" y="230124"/>
                        <a:pt x="43954" y="257556"/>
                        <a:pt x="48906" y="285083"/>
                      </a:cubicBezTo>
                      <a:cubicBezTo>
                        <a:pt x="61861" y="356997"/>
                        <a:pt x="74910" y="428911"/>
                        <a:pt x="87864" y="500824"/>
                      </a:cubicBezTo>
                      <a:cubicBezTo>
                        <a:pt x="89864" y="512064"/>
                        <a:pt x="91102" y="528447"/>
                        <a:pt x="97865" y="537781"/>
                      </a:cubicBezTo>
                      <a:cubicBezTo>
                        <a:pt x="102056" y="533972"/>
                        <a:pt x="97293" y="522732"/>
                        <a:pt x="96436" y="517874"/>
                      </a:cubicBezTo>
                      <a:cubicBezTo>
                        <a:pt x="94912" y="509492"/>
                        <a:pt x="93579" y="501015"/>
                        <a:pt x="92436" y="492538"/>
                      </a:cubicBezTo>
                      <a:cubicBezTo>
                        <a:pt x="90150" y="475964"/>
                        <a:pt x="88530" y="459296"/>
                        <a:pt x="87006" y="442627"/>
                      </a:cubicBezTo>
                      <a:cubicBezTo>
                        <a:pt x="84054" y="408813"/>
                        <a:pt x="82054" y="374999"/>
                        <a:pt x="77767" y="341376"/>
                      </a:cubicBezTo>
                      <a:cubicBezTo>
                        <a:pt x="75386" y="322326"/>
                        <a:pt x="72243" y="303371"/>
                        <a:pt x="67861" y="284702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93" name="Forme libre : forme 3092">
                  <a:extLst>
                    <a:ext uri="{FF2B5EF4-FFF2-40B4-BE49-F238E27FC236}">
                      <a16:creationId xmlns:a16="http://schemas.microsoft.com/office/drawing/2014/main" id="{9FB3EE78-396E-4C11-AD08-6FEA09089276}"/>
                    </a:ext>
                  </a:extLst>
                </p:cNvPr>
                <p:cNvSpPr/>
                <p:nvPr/>
              </p:nvSpPr>
              <p:spPr>
                <a:xfrm>
                  <a:off x="6040400" y="4972430"/>
                  <a:ext cx="61329" cy="291845"/>
                </a:xfrm>
                <a:custGeom>
                  <a:avLst/>
                  <a:gdLst>
                    <a:gd name="connsiteX0" fmla="*/ 8832 w 61329"/>
                    <a:gd name="connsiteY0" fmla="*/ 235363 h 291845"/>
                    <a:gd name="connsiteX1" fmla="*/ 14261 w 61329"/>
                    <a:gd name="connsiteY1" fmla="*/ 201644 h 291845"/>
                    <a:gd name="connsiteX2" fmla="*/ 20167 w 61329"/>
                    <a:gd name="connsiteY2" fmla="*/ 179832 h 291845"/>
                    <a:gd name="connsiteX3" fmla="*/ 41884 w 61329"/>
                    <a:gd name="connsiteY3" fmla="*/ 105537 h 291845"/>
                    <a:gd name="connsiteX4" fmla="*/ 52552 w 61329"/>
                    <a:gd name="connsiteY4" fmla="*/ 75152 h 291845"/>
                    <a:gd name="connsiteX5" fmla="*/ 61219 w 61329"/>
                    <a:gd name="connsiteY5" fmla="*/ 52388 h 291845"/>
                    <a:gd name="connsiteX6" fmla="*/ 60172 w 61329"/>
                    <a:gd name="connsiteY6" fmla="*/ 39719 h 291845"/>
                    <a:gd name="connsiteX7" fmla="*/ 51313 w 61329"/>
                    <a:gd name="connsiteY7" fmla="*/ 0 h 291845"/>
                    <a:gd name="connsiteX8" fmla="*/ 40074 w 61329"/>
                    <a:gd name="connsiteY8" fmla="*/ 65722 h 291845"/>
                    <a:gd name="connsiteX9" fmla="*/ 4831 w 61329"/>
                    <a:gd name="connsiteY9" fmla="*/ 242602 h 291845"/>
                    <a:gd name="connsiteX10" fmla="*/ 2260 w 61329"/>
                    <a:gd name="connsiteY10" fmla="*/ 267843 h 291845"/>
                    <a:gd name="connsiteX11" fmla="*/ 1021 w 61329"/>
                    <a:gd name="connsiteY11" fmla="*/ 291846 h 291845"/>
                    <a:gd name="connsiteX12" fmla="*/ 5022 w 61329"/>
                    <a:gd name="connsiteY12" fmla="*/ 263462 h 291845"/>
                    <a:gd name="connsiteX13" fmla="*/ 8832 w 61329"/>
                    <a:gd name="connsiteY13" fmla="*/ 235363 h 29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329" h="291845">
                      <a:moveTo>
                        <a:pt x="8832" y="235363"/>
                      </a:moveTo>
                      <a:cubicBezTo>
                        <a:pt x="10261" y="224028"/>
                        <a:pt x="11785" y="212788"/>
                        <a:pt x="14261" y="201644"/>
                      </a:cubicBezTo>
                      <a:cubicBezTo>
                        <a:pt x="15976" y="194310"/>
                        <a:pt x="18071" y="187071"/>
                        <a:pt x="20167" y="179832"/>
                      </a:cubicBezTo>
                      <a:cubicBezTo>
                        <a:pt x="27406" y="155067"/>
                        <a:pt x="34645" y="130302"/>
                        <a:pt x="41884" y="105537"/>
                      </a:cubicBezTo>
                      <a:cubicBezTo>
                        <a:pt x="44932" y="95250"/>
                        <a:pt x="47980" y="84868"/>
                        <a:pt x="52552" y="75152"/>
                      </a:cubicBezTo>
                      <a:cubicBezTo>
                        <a:pt x="56076" y="67818"/>
                        <a:pt x="60457" y="60579"/>
                        <a:pt x="61219" y="52388"/>
                      </a:cubicBezTo>
                      <a:cubicBezTo>
                        <a:pt x="61600" y="48101"/>
                        <a:pt x="60934" y="43910"/>
                        <a:pt x="60172" y="39719"/>
                      </a:cubicBezTo>
                      <a:cubicBezTo>
                        <a:pt x="57886" y="26384"/>
                        <a:pt x="54933" y="13145"/>
                        <a:pt x="51313" y="0"/>
                      </a:cubicBezTo>
                      <a:cubicBezTo>
                        <a:pt x="53695" y="22288"/>
                        <a:pt x="46456" y="44291"/>
                        <a:pt x="40074" y="65722"/>
                      </a:cubicBezTo>
                      <a:cubicBezTo>
                        <a:pt x="22929" y="123444"/>
                        <a:pt x="11499" y="182785"/>
                        <a:pt x="4831" y="242602"/>
                      </a:cubicBezTo>
                      <a:cubicBezTo>
                        <a:pt x="3879" y="250984"/>
                        <a:pt x="3022" y="259366"/>
                        <a:pt x="2260" y="267843"/>
                      </a:cubicBezTo>
                      <a:cubicBezTo>
                        <a:pt x="1688" y="273748"/>
                        <a:pt x="-1646" y="286893"/>
                        <a:pt x="1021" y="291846"/>
                      </a:cubicBezTo>
                      <a:cubicBezTo>
                        <a:pt x="3974" y="283369"/>
                        <a:pt x="3879" y="272510"/>
                        <a:pt x="5022" y="263462"/>
                      </a:cubicBezTo>
                      <a:cubicBezTo>
                        <a:pt x="6355" y="254127"/>
                        <a:pt x="7594" y="244697"/>
                        <a:pt x="8832" y="235363"/>
                      </a:cubicBezTo>
                      <a:close/>
                    </a:path>
                  </a:pathLst>
                </a:custGeom>
                <a:solidFill>
                  <a:srgbClr val="8244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94" name="Forme libre : forme 3093">
                  <a:extLst>
                    <a:ext uri="{FF2B5EF4-FFF2-40B4-BE49-F238E27FC236}">
                      <a16:creationId xmlns:a16="http://schemas.microsoft.com/office/drawing/2014/main" id="{4DB8B613-441F-4951-B80D-D8CF0470B123}"/>
                    </a:ext>
                  </a:extLst>
                </p:cNvPr>
                <p:cNvSpPr/>
                <p:nvPr/>
              </p:nvSpPr>
              <p:spPr>
                <a:xfrm>
                  <a:off x="6116142" y="4968303"/>
                  <a:ext cx="117831" cy="227800"/>
                </a:xfrm>
                <a:custGeom>
                  <a:avLst/>
                  <a:gdLst>
                    <a:gd name="connsiteX0" fmla="*/ 95300 w 117831"/>
                    <a:gd name="connsiteY0" fmla="*/ 207866 h 227800"/>
                    <a:gd name="connsiteX1" fmla="*/ 81870 w 117831"/>
                    <a:gd name="connsiteY1" fmla="*/ 209962 h 227800"/>
                    <a:gd name="connsiteX2" fmla="*/ 66916 w 117831"/>
                    <a:gd name="connsiteY2" fmla="*/ 218058 h 227800"/>
                    <a:gd name="connsiteX3" fmla="*/ 50914 w 117831"/>
                    <a:gd name="connsiteY3" fmla="*/ 226154 h 227800"/>
                    <a:gd name="connsiteX4" fmla="*/ 43961 w 117831"/>
                    <a:gd name="connsiteY4" fmla="*/ 227773 h 227800"/>
                    <a:gd name="connsiteX5" fmla="*/ 32531 w 117831"/>
                    <a:gd name="connsiteY5" fmla="*/ 215010 h 227800"/>
                    <a:gd name="connsiteX6" fmla="*/ 28149 w 117831"/>
                    <a:gd name="connsiteY6" fmla="*/ 181387 h 227800"/>
                    <a:gd name="connsiteX7" fmla="*/ 15672 w 117831"/>
                    <a:gd name="connsiteY7" fmla="*/ 92042 h 227800"/>
                    <a:gd name="connsiteX8" fmla="*/ 50 w 117831"/>
                    <a:gd name="connsiteY8" fmla="*/ 9651 h 227800"/>
                    <a:gd name="connsiteX9" fmla="*/ 4432 w 117831"/>
                    <a:gd name="connsiteY9" fmla="*/ 31 h 227800"/>
                    <a:gd name="connsiteX10" fmla="*/ 11385 w 117831"/>
                    <a:gd name="connsiteY10" fmla="*/ 5746 h 227800"/>
                    <a:gd name="connsiteX11" fmla="*/ 33007 w 117831"/>
                    <a:gd name="connsiteY11" fmla="*/ 50323 h 227800"/>
                    <a:gd name="connsiteX12" fmla="*/ 99968 w 117831"/>
                    <a:gd name="connsiteY12" fmla="*/ 162622 h 227800"/>
                    <a:gd name="connsiteX13" fmla="*/ 115684 w 117831"/>
                    <a:gd name="connsiteY13" fmla="*/ 200627 h 227800"/>
                    <a:gd name="connsiteX14" fmla="*/ 113589 w 117831"/>
                    <a:gd name="connsiteY14" fmla="*/ 212057 h 227800"/>
                    <a:gd name="connsiteX15" fmla="*/ 95300 w 117831"/>
                    <a:gd name="connsiteY15" fmla="*/ 207866 h 227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17831" h="227800">
                      <a:moveTo>
                        <a:pt x="95300" y="207866"/>
                      </a:moveTo>
                      <a:cubicBezTo>
                        <a:pt x="90729" y="207771"/>
                        <a:pt x="86157" y="208438"/>
                        <a:pt x="81870" y="209962"/>
                      </a:cubicBezTo>
                      <a:cubicBezTo>
                        <a:pt x="76536" y="211867"/>
                        <a:pt x="71774" y="215105"/>
                        <a:pt x="66916" y="218058"/>
                      </a:cubicBezTo>
                      <a:cubicBezTo>
                        <a:pt x="61773" y="221106"/>
                        <a:pt x="56439" y="223773"/>
                        <a:pt x="50914" y="226154"/>
                      </a:cubicBezTo>
                      <a:cubicBezTo>
                        <a:pt x="48723" y="227107"/>
                        <a:pt x="46342" y="227964"/>
                        <a:pt x="43961" y="227773"/>
                      </a:cubicBezTo>
                      <a:cubicBezTo>
                        <a:pt x="37865" y="227393"/>
                        <a:pt x="34245" y="220915"/>
                        <a:pt x="32531" y="215010"/>
                      </a:cubicBezTo>
                      <a:cubicBezTo>
                        <a:pt x="29388" y="204152"/>
                        <a:pt x="28911" y="192722"/>
                        <a:pt x="28149" y="181387"/>
                      </a:cubicBezTo>
                      <a:cubicBezTo>
                        <a:pt x="26149" y="151383"/>
                        <a:pt x="21958" y="121474"/>
                        <a:pt x="15672" y="92042"/>
                      </a:cubicBezTo>
                      <a:cubicBezTo>
                        <a:pt x="9766" y="64705"/>
                        <a:pt x="2051" y="37559"/>
                        <a:pt x="50" y="9651"/>
                      </a:cubicBezTo>
                      <a:cubicBezTo>
                        <a:pt x="-235" y="5746"/>
                        <a:pt x="622" y="602"/>
                        <a:pt x="4432" y="31"/>
                      </a:cubicBezTo>
                      <a:cubicBezTo>
                        <a:pt x="7575" y="-350"/>
                        <a:pt x="9861" y="2888"/>
                        <a:pt x="11385" y="5746"/>
                      </a:cubicBezTo>
                      <a:cubicBezTo>
                        <a:pt x="18815" y="20510"/>
                        <a:pt x="25387" y="35749"/>
                        <a:pt x="33007" y="50323"/>
                      </a:cubicBezTo>
                      <a:cubicBezTo>
                        <a:pt x="53105" y="88994"/>
                        <a:pt x="80632" y="123475"/>
                        <a:pt x="99968" y="162622"/>
                      </a:cubicBezTo>
                      <a:cubicBezTo>
                        <a:pt x="106064" y="174910"/>
                        <a:pt x="111302" y="187673"/>
                        <a:pt x="115684" y="200627"/>
                      </a:cubicBezTo>
                      <a:cubicBezTo>
                        <a:pt x="117208" y="205104"/>
                        <a:pt x="120542" y="212153"/>
                        <a:pt x="113589" y="212057"/>
                      </a:cubicBezTo>
                      <a:cubicBezTo>
                        <a:pt x="107969" y="212248"/>
                        <a:pt x="101587" y="207962"/>
                        <a:pt x="95300" y="207866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95" name="Forme libre : forme 3094">
                  <a:extLst>
                    <a:ext uri="{FF2B5EF4-FFF2-40B4-BE49-F238E27FC236}">
                      <a16:creationId xmlns:a16="http://schemas.microsoft.com/office/drawing/2014/main" id="{99FCC57F-E7FB-4FEE-B4BF-808EF3D756C3}"/>
                    </a:ext>
                  </a:extLst>
                </p:cNvPr>
                <p:cNvSpPr/>
                <p:nvPr/>
              </p:nvSpPr>
              <p:spPr>
                <a:xfrm>
                  <a:off x="6054761" y="5079159"/>
                  <a:ext cx="66514" cy="165209"/>
                </a:xfrm>
                <a:custGeom>
                  <a:avLst/>
                  <a:gdLst>
                    <a:gd name="connsiteX0" fmla="*/ 948 w 66514"/>
                    <a:gd name="connsiteY0" fmla="*/ 165210 h 165209"/>
                    <a:gd name="connsiteX1" fmla="*/ 1139 w 66514"/>
                    <a:gd name="connsiteY1" fmla="*/ 147398 h 165209"/>
                    <a:gd name="connsiteX2" fmla="*/ 21903 w 66514"/>
                    <a:gd name="connsiteY2" fmla="*/ 36051 h 165209"/>
                    <a:gd name="connsiteX3" fmla="*/ 32190 w 66514"/>
                    <a:gd name="connsiteY3" fmla="*/ 3570 h 165209"/>
                    <a:gd name="connsiteX4" fmla="*/ 35429 w 66514"/>
                    <a:gd name="connsiteY4" fmla="*/ 142 h 165209"/>
                    <a:gd name="connsiteX5" fmla="*/ 40286 w 66514"/>
                    <a:gd name="connsiteY5" fmla="*/ 2427 h 165209"/>
                    <a:gd name="connsiteX6" fmla="*/ 41715 w 66514"/>
                    <a:gd name="connsiteY6" fmla="*/ 7952 h 165209"/>
                    <a:gd name="connsiteX7" fmla="*/ 56383 w 66514"/>
                    <a:gd name="connsiteY7" fmla="*/ 100249 h 165209"/>
                    <a:gd name="connsiteX8" fmla="*/ 66480 w 66514"/>
                    <a:gd name="connsiteY8" fmla="*/ 145398 h 165209"/>
                    <a:gd name="connsiteX9" fmla="*/ 42667 w 66514"/>
                    <a:gd name="connsiteY9" fmla="*/ 154828 h 165209"/>
                    <a:gd name="connsiteX10" fmla="*/ 20950 w 66514"/>
                    <a:gd name="connsiteY10" fmla="*/ 156637 h 165209"/>
                    <a:gd name="connsiteX11" fmla="*/ 948 w 66514"/>
                    <a:gd name="connsiteY11" fmla="*/ 165210 h 165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6514" h="165209">
                      <a:moveTo>
                        <a:pt x="948" y="165210"/>
                      </a:moveTo>
                      <a:cubicBezTo>
                        <a:pt x="-767" y="159495"/>
                        <a:pt x="186" y="153303"/>
                        <a:pt x="1139" y="147398"/>
                      </a:cubicBezTo>
                      <a:cubicBezTo>
                        <a:pt x="7044" y="110155"/>
                        <a:pt x="13997" y="73008"/>
                        <a:pt x="21903" y="36051"/>
                      </a:cubicBezTo>
                      <a:cubicBezTo>
                        <a:pt x="24284" y="24906"/>
                        <a:pt x="26856" y="13667"/>
                        <a:pt x="32190" y="3570"/>
                      </a:cubicBezTo>
                      <a:cubicBezTo>
                        <a:pt x="32952" y="2142"/>
                        <a:pt x="33905" y="618"/>
                        <a:pt x="35429" y="142"/>
                      </a:cubicBezTo>
                      <a:cubicBezTo>
                        <a:pt x="37238" y="-430"/>
                        <a:pt x="39334" y="808"/>
                        <a:pt x="40286" y="2427"/>
                      </a:cubicBezTo>
                      <a:cubicBezTo>
                        <a:pt x="41334" y="4047"/>
                        <a:pt x="41524" y="6047"/>
                        <a:pt x="41715" y="7952"/>
                      </a:cubicBezTo>
                      <a:cubicBezTo>
                        <a:pt x="45239" y="38908"/>
                        <a:pt x="50192" y="69769"/>
                        <a:pt x="56383" y="100249"/>
                      </a:cubicBezTo>
                      <a:cubicBezTo>
                        <a:pt x="59336" y="114727"/>
                        <a:pt x="65623" y="130729"/>
                        <a:pt x="66480" y="145398"/>
                      </a:cubicBezTo>
                      <a:cubicBezTo>
                        <a:pt x="67337" y="160733"/>
                        <a:pt x="52288" y="155494"/>
                        <a:pt x="42667" y="154828"/>
                      </a:cubicBezTo>
                      <a:cubicBezTo>
                        <a:pt x="35429" y="154351"/>
                        <a:pt x="27999" y="154923"/>
                        <a:pt x="20950" y="156637"/>
                      </a:cubicBezTo>
                      <a:cubicBezTo>
                        <a:pt x="19046" y="157209"/>
                        <a:pt x="376" y="163019"/>
                        <a:pt x="948" y="165210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96" name="Forme libre : forme 3095">
                  <a:extLst>
                    <a:ext uri="{FF2B5EF4-FFF2-40B4-BE49-F238E27FC236}">
                      <a16:creationId xmlns:a16="http://schemas.microsoft.com/office/drawing/2014/main" id="{B7AF0EC5-D91E-48C8-B116-23FC1BCC642B}"/>
                    </a:ext>
                  </a:extLst>
                </p:cNvPr>
                <p:cNvSpPr/>
                <p:nvPr/>
              </p:nvSpPr>
              <p:spPr>
                <a:xfrm>
                  <a:off x="5964104" y="4924973"/>
                  <a:ext cx="112516" cy="270412"/>
                </a:xfrm>
                <a:custGeom>
                  <a:avLst/>
                  <a:gdLst>
                    <a:gd name="connsiteX0" fmla="*/ 14166 w 112516"/>
                    <a:gd name="connsiteY0" fmla="*/ 253959 h 270412"/>
                    <a:gd name="connsiteX1" fmla="*/ 3689 w 112516"/>
                    <a:gd name="connsiteY1" fmla="*/ 251482 h 270412"/>
                    <a:gd name="connsiteX2" fmla="*/ 1688 w 112516"/>
                    <a:gd name="connsiteY2" fmla="*/ 233385 h 270412"/>
                    <a:gd name="connsiteX3" fmla="*/ 63411 w 112516"/>
                    <a:gd name="connsiteY3" fmla="*/ 115180 h 270412"/>
                    <a:gd name="connsiteX4" fmla="*/ 83604 w 112516"/>
                    <a:gd name="connsiteY4" fmla="*/ 7261 h 270412"/>
                    <a:gd name="connsiteX5" fmla="*/ 84746 w 112516"/>
                    <a:gd name="connsiteY5" fmla="*/ 2023 h 270412"/>
                    <a:gd name="connsiteX6" fmla="*/ 89319 w 112516"/>
                    <a:gd name="connsiteY6" fmla="*/ 308 h 270412"/>
                    <a:gd name="connsiteX7" fmla="*/ 91224 w 112516"/>
                    <a:gd name="connsiteY7" fmla="*/ 2689 h 270412"/>
                    <a:gd name="connsiteX8" fmla="*/ 112274 w 112516"/>
                    <a:gd name="connsiteY8" fmla="*/ 77746 h 270412"/>
                    <a:gd name="connsiteX9" fmla="*/ 107797 w 112516"/>
                    <a:gd name="connsiteY9" fmla="*/ 101654 h 270412"/>
                    <a:gd name="connsiteX10" fmla="*/ 66459 w 112516"/>
                    <a:gd name="connsiteY10" fmla="*/ 253102 h 270412"/>
                    <a:gd name="connsiteX11" fmla="*/ 62934 w 112516"/>
                    <a:gd name="connsiteY11" fmla="*/ 269675 h 270412"/>
                    <a:gd name="connsiteX12" fmla="*/ 49885 w 112516"/>
                    <a:gd name="connsiteY12" fmla="*/ 265675 h 270412"/>
                    <a:gd name="connsiteX13" fmla="*/ 14166 w 112516"/>
                    <a:gd name="connsiteY13" fmla="*/ 253959 h 270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12516" h="270412">
                      <a:moveTo>
                        <a:pt x="14166" y="253959"/>
                      </a:moveTo>
                      <a:cubicBezTo>
                        <a:pt x="10547" y="253769"/>
                        <a:pt x="6546" y="253673"/>
                        <a:pt x="3689" y="251482"/>
                      </a:cubicBezTo>
                      <a:cubicBezTo>
                        <a:pt x="-1455" y="247577"/>
                        <a:pt x="-312" y="239576"/>
                        <a:pt x="1688" y="233385"/>
                      </a:cubicBezTo>
                      <a:cubicBezTo>
                        <a:pt x="15595" y="191094"/>
                        <a:pt x="46266" y="156232"/>
                        <a:pt x="63411" y="115180"/>
                      </a:cubicBezTo>
                      <a:cubicBezTo>
                        <a:pt x="77603" y="81271"/>
                        <a:pt x="82080" y="44028"/>
                        <a:pt x="83604" y="7261"/>
                      </a:cubicBezTo>
                      <a:cubicBezTo>
                        <a:pt x="83699" y="5452"/>
                        <a:pt x="83794" y="3547"/>
                        <a:pt x="84746" y="2023"/>
                      </a:cubicBezTo>
                      <a:cubicBezTo>
                        <a:pt x="85699" y="498"/>
                        <a:pt x="87795" y="-549"/>
                        <a:pt x="89319" y="308"/>
                      </a:cubicBezTo>
                      <a:cubicBezTo>
                        <a:pt x="90176" y="785"/>
                        <a:pt x="90747" y="1737"/>
                        <a:pt x="91224" y="2689"/>
                      </a:cubicBezTo>
                      <a:cubicBezTo>
                        <a:pt x="103606" y="25930"/>
                        <a:pt x="114274" y="51457"/>
                        <a:pt x="112274" y="77746"/>
                      </a:cubicBezTo>
                      <a:cubicBezTo>
                        <a:pt x="111702" y="85843"/>
                        <a:pt x="109893" y="93748"/>
                        <a:pt x="107797" y="101654"/>
                      </a:cubicBezTo>
                      <a:cubicBezTo>
                        <a:pt x="94367" y="152422"/>
                        <a:pt x="67792" y="200619"/>
                        <a:pt x="66459" y="253102"/>
                      </a:cubicBezTo>
                      <a:cubicBezTo>
                        <a:pt x="66363" y="257578"/>
                        <a:pt x="67506" y="267008"/>
                        <a:pt x="62934" y="269675"/>
                      </a:cubicBezTo>
                      <a:cubicBezTo>
                        <a:pt x="58743" y="272152"/>
                        <a:pt x="53219" y="267770"/>
                        <a:pt x="49885" y="265675"/>
                      </a:cubicBezTo>
                      <a:cubicBezTo>
                        <a:pt x="39122" y="258912"/>
                        <a:pt x="26835" y="254816"/>
                        <a:pt x="14166" y="253959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97" name="Forme libre : forme 3096">
                  <a:extLst>
                    <a:ext uri="{FF2B5EF4-FFF2-40B4-BE49-F238E27FC236}">
                      <a16:creationId xmlns:a16="http://schemas.microsoft.com/office/drawing/2014/main" id="{0E98F3B6-883E-470E-ABE0-561EE100C6C9}"/>
                    </a:ext>
                  </a:extLst>
                </p:cNvPr>
                <p:cNvSpPr/>
                <p:nvPr/>
              </p:nvSpPr>
              <p:spPr>
                <a:xfrm>
                  <a:off x="6051708" y="4578371"/>
                  <a:ext cx="63479" cy="339229"/>
                </a:xfrm>
                <a:custGeom>
                  <a:avLst/>
                  <a:gdLst>
                    <a:gd name="connsiteX0" fmla="*/ 22098 w 63479"/>
                    <a:gd name="connsiteY0" fmla="*/ 214608 h 339229"/>
                    <a:gd name="connsiteX1" fmla="*/ 13145 w 63479"/>
                    <a:gd name="connsiteY1" fmla="*/ 179556 h 339229"/>
                    <a:gd name="connsiteX2" fmla="*/ 8858 w 63479"/>
                    <a:gd name="connsiteY2" fmla="*/ 112405 h 339229"/>
                    <a:gd name="connsiteX3" fmla="*/ 0 w 63479"/>
                    <a:gd name="connsiteY3" fmla="*/ 200 h 339229"/>
                    <a:gd name="connsiteX4" fmla="*/ 15907 w 63479"/>
                    <a:gd name="connsiteY4" fmla="*/ 11154 h 339229"/>
                    <a:gd name="connsiteX5" fmla="*/ 48768 w 63479"/>
                    <a:gd name="connsiteY5" fmla="*/ 146219 h 339229"/>
                    <a:gd name="connsiteX6" fmla="*/ 50292 w 63479"/>
                    <a:gd name="connsiteY6" fmla="*/ 213656 h 339229"/>
                    <a:gd name="connsiteX7" fmla="*/ 54673 w 63479"/>
                    <a:gd name="connsiteY7" fmla="*/ 298333 h 339229"/>
                    <a:gd name="connsiteX8" fmla="*/ 59817 w 63479"/>
                    <a:gd name="connsiteY8" fmla="*/ 318335 h 339229"/>
                    <a:gd name="connsiteX9" fmla="*/ 63151 w 63479"/>
                    <a:gd name="connsiteY9" fmla="*/ 335576 h 339229"/>
                    <a:gd name="connsiteX10" fmla="*/ 55531 w 63479"/>
                    <a:gd name="connsiteY10" fmla="*/ 339100 h 339229"/>
                    <a:gd name="connsiteX11" fmla="*/ 48006 w 63479"/>
                    <a:gd name="connsiteY11" fmla="*/ 331385 h 339229"/>
                    <a:gd name="connsiteX12" fmla="*/ 30480 w 63479"/>
                    <a:gd name="connsiteY12" fmla="*/ 256804 h 339229"/>
                    <a:gd name="connsiteX13" fmla="*/ 22098 w 63479"/>
                    <a:gd name="connsiteY13" fmla="*/ 214608 h 339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3479" h="339229">
                      <a:moveTo>
                        <a:pt x="22098" y="214608"/>
                      </a:moveTo>
                      <a:cubicBezTo>
                        <a:pt x="19145" y="202892"/>
                        <a:pt x="15526" y="191367"/>
                        <a:pt x="13145" y="179556"/>
                      </a:cubicBezTo>
                      <a:cubicBezTo>
                        <a:pt x="8858" y="157553"/>
                        <a:pt x="9334" y="134884"/>
                        <a:pt x="8858" y="112405"/>
                      </a:cubicBezTo>
                      <a:cubicBezTo>
                        <a:pt x="7906" y="74876"/>
                        <a:pt x="4000" y="37538"/>
                        <a:pt x="0" y="200"/>
                      </a:cubicBezTo>
                      <a:cubicBezTo>
                        <a:pt x="6763" y="-1228"/>
                        <a:pt x="12382" y="5249"/>
                        <a:pt x="15907" y="11154"/>
                      </a:cubicBezTo>
                      <a:cubicBezTo>
                        <a:pt x="39719" y="51445"/>
                        <a:pt x="46101" y="99546"/>
                        <a:pt x="48768" y="146219"/>
                      </a:cubicBezTo>
                      <a:cubicBezTo>
                        <a:pt x="50006" y="168698"/>
                        <a:pt x="50578" y="191177"/>
                        <a:pt x="50292" y="213656"/>
                      </a:cubicBezTo>
                      <a:cubicBezTo>
                        <a:pt x="50006" y="241945"/>
                        <a:pt x="48482" y="270615"/>
                        <a:pt x="54673" y="298333"/>
                      </a:cubicBezTo>
                      <a:cubicBezTo>
                        <a:pt x="56197" y="305096"/>
                        <a:pt x="58103" y="311668"/>
                        <a:pt x="59817" y="318335"/>
                      </a:cubicBezTo>
                      <a:cubicBezTo>
                        <a:pt x="60960" y="322717"/>
                        <a:pt x="64579" y="331194"/>
                        <a:pt x="63151" y="335576"/>
                      </a:cubicBezTo>
                      <a:cubicBezTo>
                        <a:pt x="62103" y="338814"/>
                        <a:pt x="58579" y="339576"/>
                        <a:pt x="55531" y="339100"/>
                      </a:cubicBezTo>
                      <a:cubicBezTo>
                        <a:pt x="51054" y="338338"/>
                        <a:pt x="49530" y="335290"/>
                        <a:pt x="48006" y="331385"/>
                      </a:cubicBezTo>
                      <a:cubicBezTo>
                        <a:pt x="38767" y="307477"/>
                        <a:pt x="34766" y="281950"/>
                        <a:pt x="30480" y="256804"/>
                      </a:cubicBezTo>
                      <a:cubicBezTo>
                        <a:pt x="28194" y="242707"/>
                        <a:pt x="25622" y="228515"/>
                        <a:pt x="22098" y="214608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98" name="Forme libre : forme 3097">
                  <a:extLst>
                    <a:ext uri="{FF2B5EF4-FFF2-40B4-BE49-F238E27FC236}">
                      <a16:creationId xmlns:a16="http://schemas.microsoft.com/office/drawing/2014/main" id="{7D0BE050-CE9E-4A3A-990F-BCDA5F1D9418}"/>
                    </a:ext>
                  </a:extLst>
                </p:cNvPr>
                <p:cNvSpPr/>
                <p:nvPr/>
              </p:nvSpPr>
              <p:spPr>
                <a:xfrm>
                  <a:off x="6115468" y="4563448"/>
                  <a:ext cx="22923" cy="150477"/>
                </a:xfrm>
                <a:custGeom>
                  <a:avLst/>
                  <a:gdLst>
                    <a:gd name="connsiteX0" fmla="*/ 10631 w 22923"/>
                    <a:gd name="connsiteY0" fmla="*/ 83703 h 150477"/>
                    <a:gd name="connsiteX1" fmla="*/ 630 w 22923"/>
                    <a:gd name="connsiteY1" fmla="*/ 36078 h 150477"/>
                    <a:gd name="connsiteX2" fmla="*/ 2820 w 22923"/>
                    <a:gd name="connsiteY2" fmla="*/ 13599 h 150477"/>
                    <a:gd name="connsiteX3" fmla="*/ 12155 w 22923"/>
                    <a:gd name="connsiteY3" fmla="*/ 2264 h 150477"/>
                    <a:gd name="connsiteX4" fmla="*/ 15489 w 22923"/>
                    <a:gd name="connsiteY4" fmla="*/ 74 h 150477"/>
                    <a:gd name="connsiteX5" fmla="*/ 20156 w 22923"/>
                    <a:gd name="connsiteY5" fmla="*/ 2455 h 150477"/>
                    <a:gd name="connsiteX6" fmla="*/ 21394 w 22923"/>
                    <a:gd name="connsiteY6" fmla="*/ 7789 h 150477"/>
                    <a:gd name="connsiteX7" fmla="*/ 19299 w 22923"/>
                    <a:gd name="connsiteY7" fmla="*/ 22457 h 150477"/>
                    <a:gd name="connsiteX8" fmla="*/ 20346 w 22923"/>
                    <a:gd name="connsiteY8" fmla="*/ 104277 h 150477"/>
                    <a:gd name="connsiteX9" fmla="*/ 22918 w 22923"/>
                    <a:gd name="connsiteY9" fmla="*/ 145235 h 150477"/>
                    <a:gd name="connsiteX10" fmla="*/ 17298 w 22923"/>
                    <a:gd name="connsiteY10" fmla="*/ 147711 h 150477"/>
                    <a:gd name="connsiteX11" fmla="*/ 16155 w 22923"/>
                    <a:gd name="connsiteY11" fmla="*/ 129519 h 150477"/>
                    <a:gd name="connsiteX12" fmla="*/ 10631 w 22923"/>
                    <a:gd name="connsiteY12" fmla="*/ 83703 h 150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2923" h="150477">
                      <a:moveTo>
                        <a:pt x="10631" y="83703"/>
                      </a:moveTo>
                      <a:cubicBezTo>
                        <a:pt x="7393" y="67796"/>
                        <a:pt x="2630" y="52175"/>
                        <a:pt x="630" y="36078"/>
                      </a:cubicBezTo>
                      <a:cubicBezTo>
                        <a:pt x="-323" y="28458"/>
                        <a:pt x="-608" y="20457"/>
                        <a:pt x="2820" y="13599"/>
                      </a:cubicBezTo>
                      <a:cubicBezTo>
                        <a:pt x="5011" y="9218"/>
                        <a:pt x="8631" y="5694"/>
                        <a:pt x="12155" y="2264"/>
                      </a:cubicBezTo>
                      <a:cubicBezTo>
                        <a:pt x="13108" y="1312"/>
                        <a:pt x="14155" y="360"/>
                        <a:pt x="15489" y="74"/>
                      </a:cubicBezTo>
                      <a:cubicBezTo>
                        <a:pt x="17298" y="-307"/>
                        <a:pt x="19203" y="836"/>
                        <a:pt x="20156" y="2455"/>
                      </a:cubicBezTo>
                      <a:cubicBezTo>
                        <a:pt x="21109" y="4074"/>
                        <a:pt x="21299" y="5979"/>
                        <a:pt x="21394" y="7789"/>
                      </a:cubicBezTo>
                      <a:cubicBezTo>
                        <a:pt x="21489" y="12742"/>
                        <a:pt x="20251" y="17600"/>
                        <a:pt x="19299" y="22457"/>
                      </a:cubicBezTo>
                      <a:cubicBezTo>
                        <a:pt x="14155" y="49508"/>
                        <a:pt x="17584" y="77131"/>
                        <a:pt x="20346" y="104277"/>
                      </a:cubicBezTo>
                      <a:cubicBezTo>
                        <a:pt x="21680" y="117898"/>
                        <a:pt x="23013" y="131519"/>
                        <a:pt x="22918" y="145235"/>
                      </a:cubicBezTo>
                      <a:cubicBezTo>
                        <a:pt x="22918" y="149807"/>
                        <a:pt x="20728" y="153045"/>
                        <a:pt x="17298" y="147711"/>
                      </a:cubicBezTo>
                      <a:cubicBezTo>
                        <a:pt x="14536" y="143425"/>
                        <a:pt x="16346" y="134567"/>
                        <a:pt x="16155" y="129519"/>
                      </a:cubicBezTo>
                      <a:cubicBezTo>
                        <a:pt x="15584" y="114088"/>
                        <a:pt x="13679" y="98753"/>
                        <a:pt x="10631" y="83703"/>
                      </a:cubicBezTo>
                      <a:close/>
                    </a:path>
                  </a:pathLst>
                </a:custGeom>
                <a:solidFill>
                  <a:srgbClr val="A36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3099" name="Forme libre : forme 3098">
                <a:extLst>
                  <a:ext uri="{FF2B5EF4-FFF2-40B4-BE49-F238E27FC236}">
                    <a16:creationId xmlns:a16="http://schemas.microsoft.com/office/drawing/2014/main" id="{7A103E04-9132-4A07-BE0F-D1F474B510F0}"/>
                  </a:ext>
                </a:extLst>
              </p:cNvPr>
              <p:cNvSpPr/>
              <p:nvPr/>
            </p:nvSpPr>
            <p:spPr>
              <a:xfrm>
                <a:off x="6153531" y="5058629"/>
                <a:ext cx="59798" cy="110635"/>
              </a:xfrm>
              <a:custGeom>
                <a:avLst/>
                <a:gdLst>
                  <a:gd name="connsiteX0" fmla="*/ 41338 w 59798"/>
                  <a:gd name="connsiteY0" fmla="*/ 54009 h 110635"/>
                  <a:gd name="connsiteX1" fmla="*/ 8858 w 59798"/>
                  <a:gd name="connsiteY1" fmla="*/ 6003 h 110635"/>
                  <a:gd name="connsiteX2" fmla="*/ 0 w 59798"/>
                  <a:gd name="connsiteY2" fmla="*/ 2 h 110635"/>
                  <a:gd name="connsiteX3" fmla="*/ 9144 w 59798"/>
                  <a:gd name="connsiteY3" fmla="*/ 22100 h 110635"/>
                  <a:gd name="connsiteX4" fmla="*/ 19050 w 59798"/>
                  <a:gd name="connsiteY4" fmla="*/ 48104 h 110635"/>
                  <a:gd name="connsiteX5" fmla="*/ 38195 w 59798"/>
                  <a:gd name="connsiteY5" fmla="*/ 101443 h 110635"/>
                  <a:gd name="connsiteX6" fmla="*/ 55721 w 59798"/>
                  <a:gd name="connsiteY6" fmla="*/ 107921 h 110635"/>
                  <a:gd name="connsiteX7" fmla="*/ 56959 w 59798"/>
                  <a:gd name="connsiteY7" fmla="*/ 83917 h 110635"/>
                  <a:gd name="connsiteX8" fmla="*/ 41338 w 59798"/>
                  <a:gd name="connsiteY8" fmla="*/ 54009 h 110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798" h="110635">
                    <a:moveTo>
                      <a:pt x="41338" y="54009"/>
                    </a:moveTo>
                    <a:cubicBezTo>
                      <a:pt x="31051" y="37626"/>
                      <a:pt x="20764" y="21243"/>
                      <a:pt x="8858" y="6003"/>
                    </a:cubicBezTo>
                    <a:cubicBezTo>
                      <a:pt x="6572" y="3050"/>
                      <a:pt x="3715" y="-93"/>
                      <a:pt x="0" y="2"/>
                    </a:cubicBezTo>
                    <a:cubicBezTo>
                      <a:pt x="3048" y="7336"/>
                      <a:pt x="6096" y="14671"/>
                      <a:pt x="9144" y="22100"/>
                    </a:cubicBezTo>
                    <a:cubicBezTo>
                      <a:pt x="12668" y="30673"/>
                      <a:pt x="16192" y="39245"/>
                      <a:pt x="19050" y="48104"/>
                    </a:cubicBezTo>
                    <a:cubicBezTo>
                      <a:pt x="24860" y="66010"/>
                      <a:pt x="27813" y="85346"/>
                      <a:pt x="38195" y="101443"/>
                    </a:cubicBezTo>
                    <a:cubicBezTo>
                      <a:pt x="42196" y="107635"/>
                      <a:pt x="48578" y="114588"/>
                      <a:pt x="55721" y="107921"/>
                    </a:cubicBezTo>
                    <a:cubicBezTo>
                      <a:pt x="62389" y="101729"/>
                      <a:pt x="59436" y="91252"/>
                      <a:pt x="56959" y="83917"/>
                    </a:cubicBezTo>
                    <a:cubicBezTo>
                      <a:pt x="53435" y="73154"/>
                      <a:pt x="47339" y="63534"/>
                      <a:pt x="41338" y="54009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00" name="Forme libre : forme 3099">
                <a:extLst>
                  <a:ext uri="{FF2B5EF4-FFF2-40B4-BE49-F238E27FC236}">
                    <a16:creationId xmlns:a16="http://schemas.microsoft.com/office/drawing/2014/main" id="{20EB81D2-0B2E-48C8-9969-05B2D9917CD1}"/>
                  </a:ext>
                </a:extLst>
              </p:cNvPr>
              <p:cNvSpPr/>
              <p:nvPr/>
            </p:nvSpPr>
            <p:spPr>
              <a:xfrm>
                <a:off x="6079174" y="5166138"/>
                <a:ext cx="21968" cy="56930"/>
              </a:xfrm>
              <a:custGeom>
                <a:avLst/>
                <a:gdLst>
                  <a:gd name="connsiteX0" fmla="*/ 10634 w 21968"/>
                  <a:gd name="connsiteY0" fmla="*/ 3173 h 56930"/>
                  <a:gd name="connsiteX1" fmla="*/ 5967 w 21968"/>
                  <a:gd name="connsiteY1" fmla="*/ 316 h 56930"/>
                  <a:gd name="connsiteX2" fmla="*/ 4633 w 21968"/>
                  <a:gd name="connsiteY2" fmla="*/ 2888 h 56930"/>
                  <a:gd name="connsiteX3" fmla="*/ 14158 w 21968"/>
                  <a:gd name="connsiteY3" fmla="*/ 56894 h 56930"/>
                  <a:gd name="connsiteX4" fmla="*/ 10634 w 21968"/>
                  <a:gd name="connsiteY4" fmla="*/ 3173 h 56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68" h="56930">
                    <a:moveTo>
                      <a:pt x="10634" y="3173"/>
                    </a:moveTo>
                    <a:cubicBezTo>
                      <a:pt x="9681" y="1364"/>
                      <a:pt x="7776" y="-827"/>
                      <a:pt x="5967" y="316"/>
                    </a:cubicBezTo>
                    <a:cubicBezTo>
                      <a:pt x="5109" y="887"/>
                      <a:pt x="4824" y="1935"/>
                      <a:pt x="4633" y="2888"/>
                    </a:cubicBezTo>
                    <a:cubicBezTo>
                      <a:pt x="1966" y="15746"/>
                      <a:pt x="-8226" y="54989"/>
                      <a:pt x="14158" y="56894"/>
                    </a:cubicBezTo>
                    <a:cubicBezTo>
                      <a:pt x="31875" y="58419"/>
                      <a:pt x="14444" y="10889"/>
                      <a:pt x="10634" y="3173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01" name="Forme libre : forme 3100">
                <a:extLst>
                  <a:ext uri="{FF2B5EF4-FFF2-40B4-BE49-F238E27FC236}">
                    <a16:creationId xmlns:a16="http://schemas.microsoft.com/office/drawing/2014/main" id="{D771E092-900C-4F23-91DA-0A58552BBB74}"/>
                  </a:ext>
                </a:extLst>
              </p:cNvPr>
              <p:cNvSpPr/>
              <p:nvPr/>
            </p:nvSpPr>
            <p:spPr>
              <a:xfrm>
                <a:off x="5988160" y="5096183"/>
                <a:ext cx="39450" cy="76134"/>
              </a:xfrm>
              <a:custGeom>
                <a:avLst/>
                <a:gdLst>
                  <a:gd name="connsiteX0" fmla="*/ 28877 w 39450"/>
                  <a:gd name="connsiteY0" fmla="*/ 43791 h 76134"/>
                  <a:gd name="connsiteX1" fmla="*/ 39450 w 39450"/>
                  <a:gd name="connsiteY1" fmla="*/ 5691 h 76134"/>
                  <a:gd name="connsiteX2" fmla="*/ 38307 w 39450"/>
                  <a:gd name="connsiteY2" fmla="*/ 1215 h 76134"/>
                  <a:gd name="connsiteX3" fmla="*/ 32878 w 39450"/>
                  <a:gd name="connsiteY3" fmla="*/ 548 h 76134"/>
                  <a:gd name="connsiteX4" fmla="*/ 28687 w 39450"/>
                  <a:gd name="connsiteY4" fmla="*/ 4548 h 76134"/>
                  <a:gd name="connsiteX5" fmla="*/ 112 w 39450"/>
                  <a:gd name="connsiteY5" fmla="*/ 63889 h 76134"/>
                  <a:gd name="connsiteX6" fmla="*/ 10304 w 39450"/>
                  <a:gd name="connsiteY6" fmla="*/ 75605 h 76134"/>
                  <a:gd name="connsiteX7" fmla="*/ 28877 w 39450"/>
                  <a:gd name="connsiteY7" fmla="*/ 43791 h 76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450" h="76134">
                    <a:moveTo>
                      <a:pt x="28877" y="43791"/>
                    </a:moveTo>
                    <a:cubicBezTo>
                      <a:pt x="34307" y="31695"/>
                      <a:pt x="39355" y="19026"/>
                      <a:pt x="39450" y="5691"/>
                    </a:cubicBezTo>
                    <a:cubicBezTo>
                      <a:pt x="39450" y="4167"/>
                      <a:pt x="39355" y="2453"/>
                      <a:pt x="38307" y="1215"/>
                    </a:cubicBezTo>
                    <a:cubicBezTo>
                      <a:pt x="36974" y="-214"/>
                      <a:pt x="34688" y="-309"/>
                      <a:pt x="32878" y="548"/>
                    </a:cubicBezTo>
                    <a:cubicBezTo>
                      <a:pt x="31163" y="1405"/>
                      <a:pt x="29830" y="2929"/>
                      <a:pt x="28687" y="4548"/>
                    </a:cubicBezTo>
                    <a:cubicBezTo>
                      <a:pt x="16781" y="19788"/>
                      <a:pt x="-1603" y="43410"/>
                      <a:pt x="112" y="63889"/>
                    </a:cubicBezTo>
                    <a:cubicBezTo>
                      <a:pt x="588" y="69699"/>
                      <a:pt x="2874" y="78367"/>
                      <a:pt x="10304" y="75605"/>
                    </a:cubicBezTo>
                    <a:cubicBezTo>
                      <a:pt x="19638" y="72366"/>
                      <a:pt x="25258" y="51888"/>
                      <a:pt x="28877" y="43791"/>
                    </a:cubicBezTo>
                    <a:close/>
                  </a:path>
                </a:pathLst>
              </a:custGeom>
              <a:solidFill>
                <a:srgbClr val="B274ED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02" name="Forme libre : forme 3101">
                <a:extLst>
                  <a:ext uri="{FF2B5EF4-FFF2-40B4-BE49-F238E27FC236}">
                    <a16:creationId xmlns:a16="http://schemas.microsoft.com/office/drawing/2014/main" id="{71E389A4-ED4A-40E6-AF28-F43ADA254F62}"/>
                  </a:ext>
                </a:extLst>
              </p:cNvPr>
              <p:cNvSpPr/>
              <p:nvPr/>
            </p:nvSpPr>
            <p:spPr>
              <a:xfrm>
                <a:off x="6080283" y="4919757"/>
                <a:ext cx="38861" cy="170402"/>
              </a:xfrm>
              <a:custGeom>
                <a:avLst/>
                <a:gdLst>
                  <a:gd name="connsiteX0" fmla="*/ 21622 w 38861"/>
                  <a:gd name="connsiteY0" fmla="*/ 100203 h 170402"/>
                  <a:gd name="connsiteX1" fmla="*/ 0 w 38861"/>
                  <a:gd name="connsiteY1" fmla="*/ 143923 h 170402"/>
                  <a:gd name="connsiteX2" fmla="*/ 16097 w 38861"/>
                  <a:gd name="connsiteY2" fmla="*/ 92678 h 170402"/>
                  <a:gd name="connsiteX3" fmla="*/ 12192 w 38861"/>
                  <a:gd name="connsiteY3" fmla="*/ 38005 h 170402"/>
                  <a:gd name="connsiteX4" fmla="*/ 4000 w 38861"/>
                  <a:gd name="connsiteY4" fmla="*/ 0 h 170402"/>
                  <a:gd name="connsiteX5" fmla="*/ 29146 w 38861"/>
                  <a:gd name="connsiteY5" fmla="*/ 100679 h 170402"/>
                  <a:gd name="connsiteX6" fmla="*/ 36671 w 38861"/>
                  <a:gd name="connsiteY6" fmla="*/ 153352 h 170402"/>
                  <a:gd name="connsiteX7" fmla="*/ 38862 w 38861"/>
                  <a:gd name="connsiteY7" fmla="*/ 170402 h 170402"/>
                  <a:gd name="connsiteX8" fmla="*/ 35147 w 38861"/>
                  <a:gd name="connsiteY8" fmla="*/ 158020 h 170402"/>
                  <a:gd name="connsiteX9" fmla="*/ 31528 w 38861"/>
                  <a:gd name="connsiteY9" fmla="*/ 138779 h 170402"/>
                  <a:gd name="connsiteX10" fmla="*/ 21622 w 38861"/>
                  <a:gd name="connsiteY10" fmla="*/ 100203 h 170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8861" h="170402">
                    <a:moveTo>
                      <a:pt x="21622" y="100203"/>
                    </a:moveTo>
                    <a:cubicBezTo>
                      <a:pt x="12287" y="113633"/>
                      <a:pt x="5048" y="128397"/>
                      <a:pt x="0" y="143923"/>
                    </a:cubicBezTo>
                    <a:cubicBezTo>
                      <a:pt x="1238" y="126016"/>
                      <a:pt x="12287" y="110204"/>
                      <a:pt x="16097" y="92678"/>
                    </a:cubicBezTo>
                    <a:cubicBezTo>
                      <a:pt x="20003" y="74676"/>
                      <a:pt x="16097" y="56007"/>
                      <a:pt x="12192" y="38005"/>
                    </a:cubicBezTo>
                    <a:cubicBezTo>
                      <a:pt x="9430" y="25337"/>
                      <a:pt x="6763" y="12668"/>
                      <a:pt x="4000" y="0"/>
                    </a:cubicBezTo>
                    <a:cubicBezTo>
                      <a:pt x="16288" y="32385"/>
                      <a:pt x="23717" y="66484"/>
                      <a:pt x="29146" y="100679"/>
                    </a:cubicBezTo>
                    <a:cubicBezTo>
                      <a:pt x="32004" y="118205"/>
                      <a:pt x="34290" y="135826"/>
                      <a:pt x="36671" y="153352"/>
                    </a:cubicBezTo>
                    <a:cubicBezTo>
                      <a:pt x="37338" y="159067"/>
                      <a:pt x="38481" y="164687"/>
                      <a:pt x="38862" y="170402"/>
                    </a:cubicBezTo>
                    <a:cubicBezTo>
                      <a:pt x="35909" y="166592"/>
                      <a:pt x="35909" y="162592"/>
                      <a:pt x="35147" y="158020"/>
                    </a:cubicBezTo>
                    <a:cubicBezTo>
                      <a:pt x="34099" y="151543"/>
                      <a:pt x="32861" y="145161"/>
                      <a:pt x="31528" y="138779"/>
                    </a:cubicBezTo>
                    <a:cubicBezTo>
                      <a:pt x="28861" y="125635"/>
                      <a:pt x="25527" y="112871"/>
                      <a:pt x="21622" y="100203"/>
                    </a:cubicBezTo>
                    <a:close/>
                  </a:path>
                </a:pathLst>
              </a:custGeom>
              <a:solidFill>
                <a:srgbClr val="6B359E"/>
              </a:solidFill>
              <a:ln w="9525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grpSp>
          <p:nvGrpSpPr>
            <p:cNvPr id="3103" name="Graphique 11">
              <a:extLst>
                <a:ext uri="{FF2B5EF4-FFF2-40B4-BE49-F238E27FC236}">
                  <a16:creationId xmlns:a16="http://schemas.microsoft.com/office/drawing/2014/main" id="{34556DC2-55CE-4CAE-A496-0C8AE046530F}"/>
                </a:ext>
              </a:extLst>
            </p:cNvPr>
            <p:cNvGrpSpPr/>
            <p:nvPr/>
          </p:nvGrpSpPr>
          <p:grpSpPr>
            <a:xfrm>
              <a:off x="4125277" y="1461705"/>
              <a:ext cx="3936015" cy="3936015"/>
              <a:chOff x="4125277" y="1461705"/>
              <a:chExt cx="3936015" cy="3936015"/>
            </a:xfrm>
            <a:noFill/>
          </p:grpSpPr>
          <p:sp>
            <p:nvSpPr>
              <p:cNvPr id="3104" name="Forme libre : forme 3103">
                <a:extLst>
                  <a:ext uri="{FF2B5EF4-FFF2-40B4-BE49-F238E27FC236}">
                    <a16:creationId xmlns:a16="http://schemas.microsoft.com/office/drawing/2014/main" id="{4F00A421-16EB-40A3-AC40-275242FE1DFA}"/>
                  </a:ext>
                </a:extLst>
              </p:cNvPr>
              <p:cNvSpPr/>
              <p:nvPr/>
            </p:nvSpPr>
            <p:spPr>
              <a:xfrm>
                <a:off x="4363915" y="2339509"/>
                <a:ext cx="784316" cy="580363"/>
              </a:xfrm>
              <a:custGeom>
                <a:avLst/>
                <a:gdLst>
                  <a:gd name="connsiteX0" fmla="*/ 41492 w 784316"/>
                  <a:gd name="connsiteY0" fmla="*/ 333491 h 580363"/>
                  <a:gd name="connsiteX1" fmla="*/ 59495 w 784316"/>
                  <a:gd name="connsiteY1" fmla="*/ 341301 h 580363"/>
                  <a:gd name="connsiteX2" fmla="*/ 59495 w 784316"/>
                  <a:gd name="connsiteY2" fmla="*/ 341397 h 580363"/>
                  <a:gd name="connsiteX3" fmla="*/ 61114 w 784316"/>
                  <a:gd name="connsiteY3" fmla="*/ 341778 h 580363"/>
                  <a:gd name="connsiteX4" fmla="*/ 70544 w 784316"/>
                  <a:gd name="connsiteY4" fmla="*/ 343968 h 580363"/>
                  <a:gd name="connsiteX5" fmla="*/ 227230 w 784316"/>
                  <a:gd name="connsiteY5" fmla="*/ 359304 h 580363"/>
                  <a:gd name="connsiteX6" fmla="*/ 312955 w 784316"/>
                  <a:gd name="connsiteY6" fmla="*/ 363495 h 580363"/>
                  <a:gd name="connsiteX7" fmla="*/ 316575 w 784316"/>
                  <a:gd name="connsiteY7" fmla="*/ 364352 h 580363"/>
                  <a:gd name="connsiteX8" fmla="*/ 316193 w 784316"/>
                  <a:gd name="connsiteY8" fmla="*/ 363876 h 580363"/>
                  <a:gd name="connsiteX9" fmla="*/ 429446 w 784316"/>
                  <a:gd name="connsiteY9" fmla="*/ 403690 h 580363"/>
                  <a:gd name="connsiteX10" fmla="*/ 671381 w 784316"/>
                  <a:gd name="connsiteY10" fmla="*/ 538850 h 580363"/>
                  <a:gd name="connsiteX11" fmla="*/ 723006 w 784316"/>
                  <a:gd name="connsiteY11" fmla="*/ 577712 h 580363"/>
                  <a:gd name="connsiteX12" fmla="*/ 728435 w 784316"/>
                  <a:gd name="connsiteY12" fmla="*/ 521133 h 580363"/>
                  <a:gd name="connsiteX13" fmla="*/ 733198 w 784316"/>
                  <a:gd name="connsiteY13" fmla="*/ 512942 h 580363"/>
                  <a:gd name="connsiteX14" fmla="*/ 734912 w 784316"/>
                  <a:gd name="connsiteY14" fmla="*/ 511418 h 580363"/>
                  <a:gd name="connsiteX15" fmla="*/ 780251 w 784316"/>
                  <a:gd name="connsiteY15" fmla="*/ 478271 h 580363"/>
                  <a:gd name="connsiteX16" fmla="*/ 720720 w 784316"/>
                  <a:gd name="connsiteY16" fmla="*/ 453125 h 580363"/>
                  <a:gd name="connsiteX17" fmla="*/ 482214 w 784316"/>
                  <a:gd name="connsiteY17" fmla="*/ 311964 h 580363"/>
                  <a:gd name="connsiteX18" fmla="*/ 342101 w 784316"/>
                  <a:gd name="connsiteY18" fmla="*/ 159564 h 580363"/>
                  <a:gd name="connsiteX19" fmla="*/ 252947 w 784316"/>
                  <a:gd name="connsiteY19" fmla="*/ 34977 h 580363"/>
                  <a:gd name="connsiteX20" fmla="*/ 249804 w 784316"/>
                  <a:gd name="connsiteY20" fmla="*/ 30882 h 580363"/>
                  <a:gd name="connsiteX21" fmla="*/ 226468 w 784316"/>
                  <a:gd name="connsiteY21" fmla="*/ 11641 h 580363"/>
                  <a:gd name="connsiteX22" fmla="*/ 218848 w 784316"/>
                  <a:gd name="connsiteY22" fmla="*/ 7736 h 580363"/>
                  <a:gd name="connsiteX23" fmla="*/ 217229 w 784316"/>
                  <a:gd name="connsiteY23" fmla="*/ 7069 h 580363"/>
                  <a:gd name="connsiteX24" fmla="*/ 210847 w 784316"/>
                  <a:gd name="connsiteY24" fmla="*/ 4593 h 580363"/>
                  <a:gd name="connsiteX25" fmla="*/ 209609 w 784316"/>
                  <a:gd name="connsiteY25" fmla="*/ 4212 h 580363"/>
                  <a:gd name="connsiteX26" fmla="*/ 202560 w 784316"/>
                  <a:gd name="connsiteY26" fmla="*/ 2211 h 580363"/>
                  <a:gd name="connsiteX27" fmla="*/ 201988 w 784316"/>
                  <a:gd name="connsiteY27" fmla="*/ 2116 h 580363"/>
                  <a:gd name="connsiteX28" fmla="*/ 128075 w 784316"/>
                  <a:gd name="connsiteY28" fmla="*/ 29358 h 580363"/>
                  <a:gd name="connsiteX29" fmla="*/ 142457 w 784316"/>
                  <a:gd name="connsiteY29" fmla="*/ 107748 h 580363"/>
                  <a:gd name="connsiteX30" fmla="*/ 142362 w 784316"/>
                  <a:gd name="connsiteY30" fmla="*/ 107844 h 580363"/>
                  <a:gd name="connsiteX31" fmla="*/ 121693 w 784316"/>
                  <a:gd name="connsiteY31" fmla="*/ 91365 h 580363"/>
                  <a:gd name="connsiteX32" fmla="*/ 114073 w 784316"/>
                  <a:gd name="connsiteY32" fmla="*/ 87460 h 580363"/>
                  <a:gd name="connsiteX33" fmla="*/ 112454 w 784316"/>
                  <a:gd name="connsiteY33" fmla="*/ 86793 h 580363"/>
                  <a:gd name="connsiteX34" fmla="*/ 106072 w 784316"/>
                  <a:gd name="connsiteY34" fmla="*/ 84317 h 580363"/>
                  <a:gd name="connsiteX35" fmla="*/ 104834 w 784316"/>
                  <a:gd name="connsiteY35" fmla="*/ 83936 h 580363"/>
                  <a:gd name="connsiteX36" fmla="*/ 97785 w 784316"/>
                  <a:gd name="connsiteY36" fmla="*/ 81936 h 580363"/>
                  <a:gd name="connsiteX37" fmla="*/ 97214 w 784316"/>
                  <a:gd name="connsiteY37" fmla="*/ 81840 h 580363"/>
                  <a:gd name="connsiteX38" fmla="*/ 23300 w 784316"/>
                  <a:gd name="connsiteY38" fmla="*/ 109082 h 580363"/>
                  <a:gd name="connsiteX39" fmla="*/ 57590 w 784316"/>
                  <a:gd name="connsiteY39" fmla="*/ 203094 h 580363"/>
                  <a:gd name="connsiteX40" fmla="*/ 76163 w 784316"/>
                  <a:gd name="connsiteY40" fmla="*/ 211095 h 580363"/>
                  <a:gd name="connsiteX41" fmla="*/ 7488 w 784316"/>
                  <a:gd name="connsiteY41" fmla="*/ 239384 h 580363"/>
                  <a:gd name="connsiteX42" fmla="*/ 41492 w 784316"/>
                  <a:gd name="connsiteY42" fmla="*/ 333491 h 58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784316" h="580363">
                    <a:moveTo>
                      <a:pt x="41492" y="333491"/>
                    </a:moveTo>
                    <a:cubicBezTo>
                      <a:pt x="47303" y="336825"/>
                      <a:pt x="53399" y="339396"/>
                      <a:pt x="59495" y="341301"/>
                    </a:cubicBezTo>
                    <a:lnTo>
                      <a:pt x="59495" y="341397"/>
                    </a:lnTo>
                    <a:cubicBezTo>
                      <a:pt x="59495" y="341397"/>
                      <a:pt x="60161" y="341587"/>
                      <a:pt x="61114" y="341778"/>
                    </a:cubicBezTo>
                    <a:cubicBezTo>
                      <a:pt x="64257" y="342730"/>
                      <a:pt x="67400" y="343492"/>
                      <a:pt x="70544" y="343968"/>
                    </a:cubicBezTo>
                    <a:cubicBezTo>
                      <a:pt x="92070" y="348636"/>
                      <a:pt x="145029" y="358065"/>
                      <a:pt x="227230" y="359304"/>
                    </a:cubicBezTo>
                    <a:cubicBezTo>
                      <a:pt x="263520" y="359780"/>
                      <a:pt x="290571" y="360923"/>
                      <a:pt x="312955" y="363495"/>
                    </a:cubicBezTo>
                    <a:lnTo>
                      <a:pt x="316575" y="364352"/>
                    </a:lnTo>
                    <a:cubicBezTo>
                      <a:pt x="316479" y="364161"/>
                      <a:pt x="316288" y="363971"/>
                      <a:pt x="316193" y="363876"/>
                    </a:cubicBezTo>
                    <a:cubicBezTo>
                      <a:pt x="359818" y="369210"/>
                      <a:pt x="385917" y="380259"/>
                      <a:pt x="429446" y="403690"/>
                    </a:cubicBezTo>
                    <a:cubicBezTo>
                      <a:pt x="495930" y="439504"/>
                      <a:pt x="657855" y="530754"/>
                      <a:pt x="671381" y="538850"/>
                    </a:cubicBezTo>
                    <a:cubicBezTo>
                      <a:pt x="685001" y="546946"/>
                      <a:pt x="715958" y="562948"/>
                      <a:pt x="723006" y="577712"/>
                    </a:cubicBezTo>
                    <a:cubicBezTo>
                      <a:pt x="730055" y="592476"/>
                      <a:pt x="745580" y="541707"/>
                      <a:pt x="728435" y="521133"/>
                    </a:cubicBezTo>
                    <a:lnTo>
                      <a:pt x="733198" y="512942"/>
                    </a:lnTo>
                    <a:cubicBezTo>
                      <a:pt x="733865" y="512466"/>
                      <a:pt x="734436" y="511989"/>
                      <a:pt x="734912" y="511418"/>
                    </a:cubicBezTo>
                    <a:cubicBezTo>
                      <a:pt x="761201" y="514942"/>
                      <a:pt x="796349" y="476937"/>
                      <a:pt x="780251" y="478271"/>
                    </a:cubicBezTo>
                    <a:cubicBezTo>
                      <a:pt x="763964" y="479604"/>
                      <a:pt x="734531" y="460840"/>
                      <a:pt x="720720" y="453125"/>
                    </a:cubicBezTo>
                    <a:cubicBezTo>
                      <a:pt x="706909" y="445410"/>
                      <a:pt x="546603" y="351398"/>
                      <a:pt x="482214" y="311964"/>
                    </a:cubicBezTo>
                    <a:cubicBezTo>
                      <a:pt x="417825" y="272531"/>
                      <a:pt x="398966" y="254052"/>
                      <a:pt x="342101" y="159564"/>
                    </a:cubicBezTo>
                    <a:cubicBezTo>
                      <a:pt x="302192" y="93270"/>
                      <a:pt x="269140" y="53075"/>
                      <a:pt x="252947" y="34977"/>
                    </a:cubicBezTo>
                    <a:cubicBezTo>
                      <a:pt x="251900" y="33644"/>
                      <a:pt x="250852" y="32215"/>
                      <a:pt x="249804" y="30882"/>
                    </a:cubicBezTo>
                    <a:cubicBezTo>
                      <a:pt x="243518" y="23452"/>
                      <a:pt x="235707" y="16880"/>
                      <a:pt x="226468" y="11641"/>
                    </a:cubicBezTo>
                    <a:cubicBezTo>
                      <a:pt x="223992" y="10212"/>
                      <a:pt x="221420" y="8879"/>
                      <a:pt x="218848" y="7736"/>
                    </a:cubicBezTo>
                    <a:cubicBezTo>
                      <a:pt x="218276" y="7450"/>
                      <a:pt x="217800" y="7260"/>
                      <a:pt x="217229" y="7069"/>
                    </a:cubicBezTo>
                    <a:cubicBezTo>
                      <a:pt x="215133" y="6117"/>
                      <a:pt x="212942" y="5259"/>
                      <a:pt x="210847" y="4593"/>
                    </a:cubicBezTo>
                    <a:cubicBezTo>
                      <a:pt x="210466" y="4497"/>
                      <a:pt x="209990" y="4307"/>
                      <a:pt x="209609" y="4212"/>
                    </a:cubicBezTo>
                    <a:cubicBezTo>
                      <a:pt x="207227" y="3450"/>
                      <a:pt x="204846" y="2783"/>
                      <a:pt x="202560" y="2211"/>
                    </a:cubicBezTo>
                    <a:cubicBezTo>
                      <a:pt x="202370" y="2211"/>
                      <a:pt x="202179" y="2116"/>
                      <a:pt x="201988" y="2116"/>
                    </a:cubicBezTo>
                    <a:cubicBezTo>
                      <a:pt x="171985" y="-4742"/>
                      <a:pt x="141981" y="5259"/>
                      <a:pt x="128075" y="29358"/>
                    </a:cubicBezTo>
                    <a:cubicBezTo>
                      <a:pt x="113978" y="53742"/>
                      <a:pt x="120836" y="85269"/>
                      <a:pt x="142457" y="107748"/>
                    </a:cubicBezTo>
                    <a:lnTo>
                      <a:pt x="142362" y="107844"/>
                    </a:lnTo>
                    <a:cubicBezTo>
                      <a:pt x="136552" y="101652"/>
                      <a:pt x="129599" y="96033"/>
                      <a:pt x="121693" y="91365"/>
                    </a:cubicBezTo>
                    <a:cubicBezTo>
                      <a:pt x="119216" y="89937"/>
                      <a:pt x="116645" y="88603"/>
                      <a:pt x="114073" y="87460"/>
                    </a:cubicBezTo>
                    <a:cubicBezTo>
                      <a:pt x="113501" y="87174"/>
                      <a:pt x="113025" y="86984"/>
                      <a:pt x="112454" y="86793"/>
                    </a:cubicBezTo>
                    <a:cubicBezTo>
                      <a:pt x="110358" y="85841"/>
                      <a:pt x="108167" y="84984"/>
                      <a:pt x="106072" y="84317"/>
                    </a:cubicBezTo>
                    <a:cubicBezTo>
                      <a:pt x="105691" y="84126"/>
                      <a:pt x="105215" y="84031"/>
                      <a:pt x="104834" y="83936"/>
                    </a:cubicBezTo>
                    <a:cubicBezTo>
                      <a:pt x="102452" y="83174"/>
                      <a:pt x="100071" y="82507"/>
                      <a:pt x="97785" y="81936"/>
                    </a:cubicBezTo>
                    <a:cubicBezTo>
                      <a:pt x="97595" y="81936"/>
                      <a:pt x="97404" y="81840"/>
                      <a:pt x="97214" y="81840"/>
                    </a:cubicBezTo>
                    <a:cubicBezTo>
                      <a:pt x="67210" y="74982"/>
                      <a:pt x="37206" y="84984"/>
                      <a:pt x="23300" y="109082"/>
                    </a:cubicBezTo>
                    <a:cubicBezTo>
                      <a:pt x="5583" y="139943"/>
                      <a:pt x="20918" y="182043"/>
                      <a:pt x="57590" y="203094"/>
                    </a:cubicBezTo>
                    <a:cubicBezTo>
                      <a:pt x="63590" y="206523"/>
                      <a:pt x="69877" y="209190"/>
                      <a:pt x="76163" y="211095"/>
                    </a:cubicBezTo>
                    <a:cubicBezTo>
                      <a:pt x="47969" y="206427"/>
                      <a:pt x="20537" y="216714"/>
                      <a:pt x="7488" y="239384"/>
                    </a:cubicBezTo>
                    <a:cubicBezTo>
                      <a:pt x="-10419" y="270340"/>
                      <a:pt x="4916" y="312441"/>
                      <a:pt x="41492" y="333491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05" name="Forme libre : forme 3104">
                <a:extLst>
                  <a:ext uri="{FF2B5EF4-FFF2-40B4-BE49-F238E27FC236}">
                    <a16:creationId xmlns:a16="http://schemas.microsoft.com/office/drawing/2014/main" id="{45F68753-2A96-4D25-BA7A-CFFDE1A5F25D}"/>
                  </a:ext>
                </a:extLst>
              </p:cNvPr>
              <p:cNvSpPr/>
              <p:nvPr/>
            </p:nvSpPr>
            <p:spPr>
              <a:xfrm>
                <a:off x="7038338" y="3939459"/>
                <a:ext cx="784386" cy="580363"/>
              </a:xfrm>
              <a:custGeom>
                <a:avLst/>
                <a:gdLst>
                  <a:gd name="connsiteX0" fmla="*/ 742824 w 784386"/>
                  <a:gd name="connsiteY0" fmla="*/ 246873 h 580363"/>
                  <a:gd name="connsiteX1" fmla="*/ 724822 w 784386"/>
                  <a:gd name="connsiteY1" fmla="*/ 239062 h 580363"/>
                  <a:gd name="connsiteX2" fmla="*/ 724822 w 784386"/>
                  <a:gd name="connsiteY2" fmla="*/ 238967 h 580363"/>
                  <a:gd name="connsiteX3" fmla="*/ 723203 w 784386"/>
                  <a:gd name="connsiteY3" fmla="*/ 238586 h 580363"/>
                  <a:gd name="connsiteX4" fmla="*/ 713773 w 784386"/>
                  <a:gd name="connsiteY4" fmla="*/ 236395 h 580363"/>
                  <a:gd name="connsiteX5" fmla="*/ 557087 w 784386"/>
                  <a:gd name="connsiteY5" fmla="*/ 221060 h 580363"/>
                  <a:gd name="connsiteX6" fmla="*/ 471362 w 784386"/>
                  <a:gd name="connsiteY6" fmla="*/ 216869 h 580363"/>
                  <a:gd name="connsiteX7" fmla="*/ 467742 w 784386"/>
                  <a:gd name="connsiteY7" fmla="*/ 216012 h 580363"/>
                  <a:gd name="connsiteX8" fmla="*/ 468123 w 784386"/>
                  <a:gd name="connsiteY8" fmla="*/ 216488 h 580363"/>
                  <a:gd name="connsiteX9" fmla="*/ 354871 w 784386"/>
                  <a:gd name="connsiteY9" fmla="*/ 176674 h 580363"/>
                  <a:gd name="connsiteX10" fmla="*/ 112936 w 784386"/>
                  <a:gd name="connsiteY10" fmla="*/ 41514 h 580363"/>
                  <a:gd name="connsiteX11" fmla="*/ 61310 w 784386"/>
                  <a:gd name="connsiteY11" fmla="*/ 2652 h 580363"/>
                  <a:gd name="connsiteX12" fmla="*/ 55881 w 784386"/>
                  <a:gd name="connsiteY12" fmla="*/ 59230 h 580363"/>
                  <a:gd name="connsiteX13" fmla="*/ 51119 w 784386"/>
                  <a:gd name="connsiteY13" fmla="*/ 67422 h 580363"/>
                  <a:gd name="connsiteX14" fmla="*/ 49404 w 784386"/>
                  <a:gd name="connsiteY14" fmla="*/ 68946 h 580363"/>
                  <a:gd name="connsiteX15" fmla="*/ 4065 w 784386"/>
                  <a:gd name="connsiteY15" fmla="*/ 102093 h 580363"/>
                  <a:gd name="connsiteX16" fmla="*/ 63596 w 784386"/>
                  <a:gd name="connsiteY16" fmla="*/ 127239 h 580363"/>
                  <a:gd name="connsiteX17" fmla="*/ 302103 w 784386"/>
                  <a:gd name="connsiteY17" fmla="*/ 268399 h 580363"/>
                  <a:gd name="connsiteX18" fmla="*/ 442215 w 784386"/>
                  <a:gd name="connsiteY18" fmla="*/ 420799 h 580363"/>
                  <a:gd name="connsiteX19" fmla="*/ 531369 w 784386"/>
                  <a:gd name="connsiteY19" fmla="*/ 545386 h 580363"/>
                  <a:gd name="connsiteX20" fmla="*/ 557849 w 784386"/>
                  <a:gd name="connsiteY20" fmla="*/ 568722 h 580363"/>
                  <a:gd name="connsiteX21" fmla="*/ 565469 w 784386"/>
                  <a:gd name="connsiteY21" fmla="*/ 572628 h 580363"/>
                  <a:gd name="connsiteX22" fmla="*/ 567088 w 784386"/>
                  <a:gd name="connsiteY22" fmla="*/ 573295 h 580363"/>
                  <a:gd name="connsiteX23" fmla="*/ 573470 w 784386"/>
                  <a:gd name="connsiteY23" fmla="*/ 575771 h 580363"/>
                  <a:gd name="connsiteX24" fmla="*/ 574708 w 784386"/>
                  <a:gd name="connsiteY24" fmla="*/ 576152 h 580363"/>
                  <a:gd name="connsiteX25" fmla="*/ 581852 w 784386"/>
                  <a:gd name="connsiteY25" fmla="*/ 578152 h 580363"/>
                  <a:gd name="connsiteX26" fmla="*/ 582423 w 784386"/>
                  <a:gd name="connsiteY26" fmla="*/ 578247 h 580363"/>
                  <a:gd name="connsiteX27" fmla="*/ 656338 w 784386"/>
                  <a:gd name="connsiteY27" fmla="*/ 551006 h 580363"/>
                  <a:gd name="connsiteX28" fmla="*/ 641955 w 784386"/>
                  <a:gd name="connsiteY28" fmla="*/ 472615 h 580363"/>
                  <a:gd name="connsiteX29" fmla="*/ 642050 w 784386"/>
                  <a:gd name="connsiteY29" fmla="*/ 472520 h 580363"/>
                  <a:gd name="connsiteX30" fmla="*/ 662719 w 784386"/>
                  <a:gd name="connsiteY30" fmla="*/ 488998 h 580363"/>
                  <a:gd name="connsiteX31" fmla="*/ 662719 w 784386"/>
                  <a:gd name="connsiteY31" fmla="*/ 488998 h 580363"/>
                  <a:gd name="connsiteX32" fmla="*/ 670339 w 784386"/>
                  <a:gd name="connsiteY32" fmla="*/ 492904 h 580363"/>
                  <a:gd name="connsiteX33" fmla="*/ 671958 w 784386"/>
                  <a:gd name="connsiteY33" fmla="*/ 493570 h 580363"/>
                  <a:gd name="connsiteX34" fmla="*/ 678340 w 784386"/>
                  <a:gd name="connsiteY34" fmla="*/ 496047 h 580363"/>
                  <a:gd name="connsiteX35" fmla="*/ 679579 w 784386"/>
                  <a:gd name="connsiteY35" fmla="*/ 496428 h 580363"/>
                  <a:gd name="connsiteX36" fmla="*/ 686722 w 784386"/>
                  <a:gd name="connsiteY36" fmla="*/ 498428 h 580363"/>
                  <a:gd name="connsiteX37" fmla="*/ 687294 w 784386"/>
                  <a:gd name="connsiteY37" fmla="*/ 498523 h 580363"/>
                  <a:gd name="connsiteX38" fmla="*/ 761207 w 784386"/>
                  <a:gd name="connsiteY38" fmla="*/ 471282 h 580363"/>
                  <a:gd name="connsiteX39" fmla="*/ 726918 w 784386"/>
                  <a:gd name="connsiteY39" fmla="*/ 377270 h 580363"/>
                  <a:gd name="connsiteX40" fmla="*/ 708344 w 784386"/>
                  <a:gd name="connsiteY40" fmla="*/ 369269 h 580363"/>
                  <a:gd name="connsiteX41" fmla="*/ 777019 w 784386"/>
                  <a:gd name="connsiteY41" fmla="*/ 340980 h 580363"/>
                  <a:gd name="connsiteX42" fmla="*/ 742824 w 784386"/>
                  <a:gd name="connsiteY42" fmla="*/ 246873 h 58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784386" h="580363">
                    <a:moveTo>
                      <a:pt x="742824" y="246873"/>
                    </a:moveTo>
                    <a:cubicBezTo>
                      <a:pt x="737014" y="243539"/>
                      <a:pt x="730918" y="240967"/>
                      <a:pt x="724822" y="239062"/>
                    </a:cubicBezTo>
                    <a:lnTo>
                      <a:pt x="724822" y="238967"/>
                    </a:lnTo>
                    <a:cubicBezTo>
                      <a:pt x="724822" y="238967"/>
                      <a:pt x="724155" y="238777"/>
                      <a:pt x="723203" y="238586"/>
                    </a:cubicBezTo>
                    <a:cubicBezTo>
                      <a:pt x="720060" y="237634"/>
                      <a:pt x="716916" y="236871"/>
                      <a:pt x="713773" y="236395"/>
                    </a:cubicBezTo>
                    <a:cubicBezTo>
                      <a:pt x="692246" y="231728"/>
                      <a:pt x="639287" y="222298"/>
                      <a:pt x="557087" y="221060"/>
                    </a:cubicBezTo>
                    <a:cubicBezTo>
                      <a:pt x="520796" y="220584"/>
                      <a:pt x="493746" y="219441"/>
                      <a:pt x="471362" y="216869"/>
                    </a:cubicBezTo>
                    <a:lnTo>
                      <a:pt x="467742" y="216012"/>
                    </a:lnTo>
                    <a:cubicBezTo>
                      <a:pt x="467837" y="216202"/>
                      <a:pt x="468028" y="216393"/>
                      <a:pt x="468123" y="216488"/>
                    </a:cubicBezTo>
                    <a:cubicBezTo>
                      <a:pt x="424499" y="211154"/>
                      <a:pt x="398400" y="200105"/>
                      <a:pt x="354871" y="176674"/>
                    </a:cubicBezTo>
                    <a:cubicBezTo>
                      <a:pt x="288387" y="140860"/>
                      <a:pt x="126462" y="49610"/>
                      <a:pt x="112936" y="41514"/>
                    </a:cubicBezTo>
                    <a:cubicBezTo>
                      <a:pt x="99315" y="33418"/>
                      <a:pt x="68359" y="17416"/>
                      <a:pt x="61310" y="2652"/>
                    </a:cubicBezTo>
                    <a:cubicBezTo>
                      <a:pt x="54262" y="-12112"/>
                      <a:pt x="38736" y="38656"/>
                      <a:pt x="55881" y="59230"/>
                    </a:cubicBezTo>
                    <a:lnTo>
                      <a:pt x="51119" y="67422"/>
                    </a:lnTo>
                    <a:cubicBezTo>
                      <a:pt x="50452" y="67898"/>
                      <a:pt x="49880" y="68374"/>
                      <a:pt x="49404" y="68946"/>
                    </a:cubicBezTo>
                    <a:cubicBezTo>
                      <a:pt x="23115" y="65421"/>
                      <a:pt x="-12032" y="103426"/>
                      <a:pt x="4065" y="102093"/>
                    </a:cubicBezTo>
                    <a:cubicBezTo>
                      <a:pt x="20353" y="100759"/>
                      <a:pt x="49785" y="119524"/>
                      <a:pt x="63596" y="127239"/>
                    </a:cubicBezTo>
                    <a:cubicBezTo>
                      <a:pt x="77503" y="134859"/>
                      <a:pt x="237714" y="228966"/>
                      <a:pt x="302103" y="268399"/>
                    </a:cubicBezTo>
                    <a:cubicBezTo>
                      <a:pt x="366491" y="307833"/>
                      <a:pt x="385351" y="326311"/>
                      <a:pt x="442215" y="420799"/>
                    </a:cubicBezTo>
                    <a:cubicBezTo>
                      <a:pt x="482125" y="487093"/>
                      <a:pt x="515177" y="527289"/>
                      <a:pt x="531369" y="545386"/>
                    </a:cubicBezTo>
                    <a:cubicBezTo>
                      <a:pt x="538132" y="554435"/>
                      <a:pt x="547085" y="562531"/>
                      <a:pt x="557849" y="568722"/>
                    </a:cubicBezTo>
                    <a:cubicBezTo>
                      <a:pt x="560325" y="570151"/>
                      <a:pt x="562897" y="571485"/>
                      <a:pt x="565469" y="572628"/>
                    </a:cubicBezTo>
                    <a:cubicBezTo>
                      <a:pt x="566040" y="572913"/>
                      <a:pt x="566516" y="573104"/>
                      <a:pt x="567088" y="573295"/>
                    </a:cubicBezTo>
                    <a:cubicBezTo>
                      <a:pt x="569184" y="574247"/>
                      <a:pt x="571374" y="575104"/>
                      <a:pt x="573470" y="575771"/>
                    </a:cubicBezTo>
                    <a:cubicBezTo>
                      <a:pt x="573851" y="575866"/>
                      <a:pt x="574327" y="576057"/>
                      <a:pt x="574708" y="576152"/>
                    </a:cubicBezTo>
                    <a:cubicBezTo>
                      <a:pt x="577089" y="576914"/>
                      <a:pt x="579471" y="577581"/>
                      <a:pt x="581852" y="578152"/>
                    </a:cubicBezTo>
                    <a:cubicBezTo>
                      <a:pt x="582042" y="578152"/>
                      <a:pt x="582233" y="578247"/>
                      <a:pt x="582423" y="578247"/>
                    </a:cubicBezTo>
                    <a:cubicBezTo>
                      <a:pt x="612427" y="585105"/>
                      <a:pt x="642431" y="575104"/>
                      <a:pt x="656338" y="551006"/>
                    </a:cubicBezTo>
                    <a:cubicBezTo>
                      <a:pt x="670434" y="526622"/>
                      <a:pt x="663576" y="495094"/>
                      <a:pt x="641955" y="472615"/>
                    </a:cubicBezTo>
                    <a:lnTo>
                      <a:pt x="642050" y="472520"/>
                    </a:lnTo>
                    <a:cubicBezTo>
                      <a:pt x="647860" y="478711"/>
                      <a:pt x="654813" y="484331"/>
                      <a:pt x="662719" y="488998"/>
                    </a:cubicBezTo>
                    <a:cubicBezTo>
                      <a:pt x="662719" y="488998"/>
                      <a:pt x="662719" y="488998"/>
                      <a:pt x="662719" y="488998"/>
                    </a:cubicBezTo>
                    <a:cubicBezTo>
                      <a:pt x="665196" y="490427"/>
                      <a:pt x="667767" y="491665"/>
                      <a:pt x="670339" y="492904"/>
                    </a:cubicBezTo>
                    <a:cubicBezTo>
                      <a:pt x="670910" y="493189"/>
                      <a:pt x="671387" y="493380"/>
                      <a:pt x="671958" y="493570"/>
                    </a:cubicBezTo>
                    <a:cubicBezTo>
                      <a:pt x="674054" y="494523"/>
                      <a:pt x="676244" y="495380"/>
                      <a:pt x="678340" y="496047"/>
                    </a:cubicBezTo>
                    <a:cubicBezTo>
                      <a:pt x="678721" y="496142"/>
                      <a:pt x="679197" y="496333"/>
                      <a:pt x="679579" y="496428"/>
                    </a:cubicBezTo>
                    <a:cubicBezTo>
                      <a:pt x="681960" y="497190"/>
                      <a:pt x="684341" y="497856"/>
                      <a:pt x="686722" y="498428"/>
                    </a:cubicBezTo>
                    <a:cubicBezTo>
                      <a:pt x="686912" y="498428"/>
                      <a:pt x="687103" y="498523"/>
                      <a:pt x="687294" y="498523"/>
                    </a:cubicBezTo>
                    <a:cubicBezTo>
                      <a:pt x="717297" y="505381"/>
                      <a:pt x="747301" y="495380"/>
                      <a:pt x="761207" y="471282"/>
                    </a:cubicBezTo>
                    <a:cubicBezTo>
                      <a:pt x="778924" y="440421"/>
                      <a:pt x="763589" y="398320"/>
                      <a:pt x="726918" y="377270"/>
                    </a:cubicBezTo>
                    <a:cubicBezTo>
                      <a:pt x="720917" y="373841"/>
                      <a:pt x="714630" y="371174"/>
                      <a:pt x="708344" y="369269"/>
                    </a:cubicBezTo>
                    <a:cubicBezTo>
                      <a:pt x="736538" y="373936"/>
                      <a:pt x="763970" y="363649"/>
                      <a:pt x="777019" y="340980"/>
                    </a:cubicBezTo>
                    <a:cubicBezTo>
                      <a:pt x="794735" y="310024"/>
                      <a:pt x="779400" y="268018"/>
                      <a:pt x="742824" y="24687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06" name="Forme libre : forme 3105">
                <a:extLst>
                  <a:ext uri="{FF2B5EF4-FFF2-40B4-BE49-F238E27FC236}">
                    <a16:creationId xmlns:a16="http://schemas.microsoft.com/office/drawing/2014/main" id="{8FCF405A-2790-4584-A16A-72A896663B6F}"/>
                  </a:ext>
                </a:extLst>
              </p:cNvPr>
              <p:cNvSpPr/>
              <p:nvPr/>
            </p:nvSpPr>
            <p:spPr>
              <a:xfrm>
                <a:off x="4999592" y="1702434"/>
                <a:ext cx="581369" cy="783939"/>
              </a:xfrm>
              <a:custGeom>
                <a:avLst/>
                <a:gdLst>
                  <a:gd name="connsiteX0" fmla="*/ 23512 w 581369"/>
                  <a:gd name="connsiteY0" fmla="*/ 242760 h 783939"/>
                  <a:gd name="connsiteX1" fmla="*/ 23512 w 581369"/>
                  <a:gd name="connsiteY1" fmla="*/ 242760 h 783939"/>
                  <a:gd name="connsiteX2" fmla="*/ 24655 w 581369"/>
                  <a:gd name="connsiteY2" fmla="*/ 243999 h 783939"/>
                  <a:gd name="connsiteX3" fmla="*/ 31703 w 581369"/>
                  <a:gd name="connsiteY3" fmla="*/ 250666 h 783939"/>
                  <a:gd name="connsiteX4" fmla="*/ 159719 w 581369"/>
                  <a:gd name="connsiteY4" fmla="*/ 342392 h 783939"/>
                  <a:gd name="connsiteX5" fmla="*/ 231824 w 581369"/>
                  <a:gd name="connsiteY5" fmla="*/ 388969 h 783939"/>
                  <a:gd name="connsiteX6" fmla="*/ 234491 w 581369"/>
                  <a:gd name="connsiteY6" fmla="*/ 391541 h 783939"/>
                  <a:gd name="connsiteX7" fmla="*/ 234395 w 581369"/>
                  <a:gd name="connsiteY7" fmla="*/ 390874 h 783939"/>
                  <a:gd name="connsiteX8" fmla="*/ 312500 w 581369"/>
                  <a:gd name="connsiteY8" fmla="*/ 482124 h 783939"/>
                  <a:gd name="connsiteX9" fmla="*/ 454232 w 581369"/>
                  <a:gd name="connsiteY9" fmla="*/ 720344 h 783939"/>
                  <a:gd name="connsiteX10" fmla="*/ 479474 w 581369"/>
                  <a:gd name="connsiteY10" fmla="*/ 779875 h 783939"/>
                  <a:gd name="connsiteX11" fmla="*/ 512525 w 581369"/>
                  <a:gd name="connsiteY11" fmla="*/ 733679 h 783939"/>
                  <a:gd name="connsiteX12" fmla="*/ 520717 w 581369"/>
                  <a:gd name="connsiteY12" fmla="*/ 728916 h 783939"/>
                  <a:gd name="connsiteX13" fmla="*/ 522908 w 581369"/>
                  <a:gd name="connsiteY13" fmla="*/ 728535 h 783939"/>
                  <a:gd name="connsiteX14" fmla="*/ 578724 w 581369"/>
                  <a:gd name="connsiteY14" fmla="*/ 722535 h 783939"/>
                  <a:gd name="connsiteX15" fmla="*/ 539767 w 581369"/>
                  <a:gd name="connsiteY15" fmla="*/ 671004 h 783939"/>
                  <a:gd name="connsiteX16" fmla="*/ 404036 w 581369"/>
                  <a:gd name="connsiteY16" fmla="*/ 429355 h 783939"/>
                  <a:gd name="connsiteX17" fmla="*/ 359173 w 581369"/>
                  <a:gd name="connsiteY17" fmla="*/ 227235 h 783939"/>
                  <a:gd name="connsiteX18" fmla="*/ 344409 w 581369"/>
                  <a:gd name="connsiteY18" fmla="*/ 74739 h 783939"/>
                  <a:gd name="connsiteX19" fmla="*/ 333170 w 581369"/>
                  <a:gd name="connsiteY19" fmla="*/ 41307 h 783939"/>
                  <a:gd name="connsiteX20" fmla="*/ 333170 w 581369"/>
                  <a:gd name="connsiteY20" fmla="*/ 41307 h 783939"/>
                  <a:gd name="connsiteX21" fmla="*/ 328502 w 581369"/>
                  <a:gd name="connsiteY21" fmla="*/ 34163 h 783939"/>
                  <a:gd name="connsiteX22" fmla="*/ 327455 w 581369"/>
                  <a:gd name="connsiteY22" fmla="*/ 32734 h 783939"/>
                  <a:gd name="connsiteX23" fmla="*/ 323168 w 581369"/>
                  <a:gd name="connsiteY23" fmla="*/ 27400 h 783939"/>
                  <a:gd name="connsiteX24" fmla="*/ 322311 w 581369"/>
                  <a:gd name="connsiteY24" fmla="*/ 26448 h 783939"/>
                  <a:gd name="connsiteX25" fmla="*/ 317168 w 581369"/>
                  <a:gd name="connsiteY25" fmla="*/ 21209 h 783939"/>
                  <a:gd name="connsiteX26" fmla="*/ 316787 w 581369"/>
                  <a:gd name="connsiteY26" fmla="*/ 20828 h 783939"/>
                  <a:gd name="connsiteX27" fmla="*/ 239158 w 581369"/>
                  <a:gd name="connsiteY27" fmla="*/ 7398 h 783939"/>
                  <a:gd name="connsiteX28" fmla="*/ 212297 w 581369"/>
                  <a:gd name="connsiteY28" fmla="*/ 82455 h 783939"/>
                  <a:gd name="connsiteX29" fmla="*/ 212202 w 581369"/>
                  <a:gd name="connsiteY29" fmla="*/ 82455 h 783939"/>
                  <a:gd name="connsiteX30" fmla="*/ 202487 w 581369"/>
                  <a:gd name="connsiteY30" fmla="*/ 57880 h 783939"/>
                  <a:gd name="connsiteX31" fmla="*/ 197819 w 581369"/>
                  <a:gd name="connsiteY31" fmla="*/ 50736 h 783939"/>
                  <a:gd name="connsiteX32" fmla="*/ 196771 w 581369"/>
                  <a:gd name="connsiteY32" fmla="*/ 49308 h 783939"/>
                  <a:gd name="connsiteX33" fmla="*/ 192485 w 581369"/>
                  <a:gd name="connsiteY33" fmla="*/ 43974 h 783939"/>
                  <a:gd name="connsiteX34" fmla="*/ 191628 w 581369"/>
                  <a:gd name="connsiteY34" fmla="*/ 43021 h 783939"/>
                  <a:gd name="connsiteX35" fmla="*/ 186485 w 581369"/>
                  <a:gd name="connsiteY35" fmla="*/ 37782 h 783939"/>
                  <a:gd name="connsiteX36" fmla="*/ 186008 w 581369"/>
                  <a:gd name="connsiteY36" fmla="*/ 37401 h 783939"/>
                  <a:gd name="connsiteX37" fmla="*/ 179912 w 581369"/>
                  <a:gd name="connsiteY37" fmla="*/ 32258 h 783939"/>
                  <a:gd name="connsiteX38" fmla="*/ 179912 w 581369"/>
                  <a:gd name="connsiteY38" fmla="*/ 32258 h 783939"/>
                  <a:gd name="connsiteX39" fmla="*/ 179912 w 581369"/>
                  <a:gd name="connsiteY39" fmla="*/ 32258 h 783939"/>
                  <a:gd name="connsiteX40" fmla="*/ 108379 w 581369"/>
                  <a:gd name="connsiteY40" fmla="*/ 23971 h 783939"/>
                  <a:gd name="connsiteX41" fmla="*/ 90949 w 581369"/>
                  <a:gd name="connsiteY41" fmla="*/ 122460 h 783939"/>
                  <a:gd name="connsiteX42" fmla="*/ 102950 w 581369"/>
                  <a:gd name="connsiteY42" fmla="*/ 138652 h 783939"/>
                  <a:gd name="connsiteX43" fmla="*/ 100855 w 581369"/>
                  <a:gd name="connsiteY43" fmla="*/ 137033 h 783939"/>
                  <a:gd name="connsiteX44" fmla="*/ 100855 w 581369"/>
                  <a:gd name="connsiteY44" fmla="*/ 137033 h 783939"/>
                  <a:gd name="connsiteX45" fmla="*/ 100855 w 581369"/>
                  <a:gd name="connsiteY45" fmla="*/ 137033 h 783939"/>
                  <a:gd name="connsiteX46" fmla="*/ 29322 w 581369"/>
                  <a:gd name="connsiteY46" fmla="*/ 128746 h 783939"/>
                  <a:gd name="connsiteX47" fmla="*/ 11891 w 581369"/>
                  <a:gd name="connsiteY47" fmla="*/ 227235 h 783939"/>
                  <a:gd name="connsiteX48" fmla="*/ 23512 w 581369"/>
                  <a:gd name="connsiteY48" fmla="*/ 242760 h 78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581369" h="783939">
                    <a:moveTo>
                      <a:pt x="23512" y="242760"/>
                    </a:moveTo>
                    <a:lnTo>
                      <a:pt x="23512" y="242760"/>
                    </a:lnTo>
                    <a:cubicBezTo>
                      <a:pt x="23417" y="242856"/>
                      <a:pt x="23893" y="243332"/>
                      <a:pt x="24655" y="243999"/>
                    </a:cubicBezTo>
                    <a:cubicBezTo>
                      <a:pt x="26941" y="246380"/>
                      <a:pt x="29227" y="248571"/>
                      <a:pt x="31703" y="250666"/>
                    </a:cubicBezTo>
                    <a:cubicBezTo>
                      <a:pt x="47991" y="265525"/>
                      <a:pt x="89044" y="300196"/>
                      <a:pt x="159719" y="342392"/>
                    </a:cubicBezTo>
                    <a:cubicBezTo>
                      <a:pt x="190866" y="361061"/>
                      <a:pt x="213726" y="375539"/>
                      <a:pt x="231824" y="388969"/>
                    </a:cubicBezTo>
                    <a:lnTo>
                      <a:pt x="234491" y="391541"/>
                    </a:lnTo>
                    <a:cubicBezTo>
                      <a:pt x="234491" y="391350"/>
                      <a:pt x="234395" y="391065"/>
                      <a:pt x="234395" y="390874"/>
                    </a:cubicBezTo>
                    <a:cubicBezTo>
                      <a:pt x="269543" y="417354"/>
                      <a:pt x="286592" y="440023"/>
                      <a:pt x="312500" y="482124"/>
                    </a:cubicBezTo>
                    <a:cubicBezTo>
                      <a:pt x="352124" y="546417"/>
                      <a:pt x="446517" y="706533"/>
                      <a:pt x="454232" y="720344"/>
                    </a:cubicBezTo>
                    <a:cubicBezTo>
                      <a:pt x="461948" y="734155"/>
                      <a:pt x="480712" y="763587"/>
                      <a:pt x="479474" y="779875"/>
                    </a:cubicBezTo>
                    <a:cubicBezTo>
                      <a:pt x="478235" y="796163"/>
                      <a:pt x="517097" y="759968"/>
                      <a:pt x="512525" y="733679"/>
                    </a:cubicBezTo>
                    <a:lnTo>
                      <a:pt x="520717" y="728916"/>
                    </a:lnTo>
                    <a:cubicBezTo>
                      <a:pt x="521479" y="728821"/>
                      <a:pt x="522241" y="728726"/>
                      <a:pt x="522908" y="728535"/>
                    </a:cubicBezTo>
                    <a:cubicBezTo>
                      <a:pt x="543863" y="744728"/>
                      <a:pt x="593297" y="729488"/>
                      <a:pt x="578724" y="722535"/>
                    </a:cubicBezTo>
                    <a:cubicBezTo>
                      <a:pt x="563960" y="715486"/>
                      <a:pt x="547958" y="684530"/>
                      <a:pt x="539767" y="671004"/>
                    </a:cubicBezTo>
                    <a:cubicBezTo>
                      <a:pt x="531575" y="657384"/>
                      <a:pt x="439945" y="495744"/>
                      <a:pt x="404036" y="429355"/>
                    </a:cubicBezTo>
                    <a:cubicBezTo>
                      <a:pt x="368031" y="362966"/>
                      <a:pt x="360983" y="337439"/>
                      <a:pt x="359173" y="227235"/>
                    </a:cubicBezTo>
                    <a:cubicBezTo>
                      <a:pt x="357839" y="149892"/>
                      <a:pt x="349362" y="98552"/>
                      <a:pt x="344409" y="74739"/>
                    </a:cubicBezTo>
                    <a:cubicBezTo>
                      <a:pt x="343076" y="63500"/>
                      <a:pt x="339361" y="52070"/>
                      <a:pt x="333170" y="41307"/>
                    </a:cubicBezTo>
                    <a:cubicBezTo>
                      <a:pt x="333170" y="41307"/>
                      <a:pt x="333170" y="41307"/>
                      <a:pt x="333170" y="41307"/>
                    </a:cubicBezTo>
                    <a:cubicBezTo>
                      <a:pt x="331741" y="38830"/>
                      <a:pt x="330121" y="36449"/>
                      <a:pt x="328502" y="34163"/>
                    </a:cubicBezTo>
                    <a:cubicBezTo>
                      <a:pt x="328121" y="33687"/>
                      <a:pt x="327740" y="33210"/>
                      <a:pt x="327455" y="32734"/>
                    </a:cubicBezTo>
                    <a:cubicBezTo>
                      <a:pt x="326121" y="30924"/>
                      <a:pt x="324692" y="29115"/>
                      <a:pt x="323168" y="27400"/>
                    </a:cubicBezTo>
                    <a:cubicBezTo>
                      <a:pt x="322883" y="27019"/>
                      <a:pt x="322597" y="26733"/>
                      <a:pt x="322311" y="26448"/>
                    </a:cubicBezTo>
                    <a:cubicBezTo>
                      <a:pt x="320692" y="24638"/>
                      <a:pt x="318977" y="22828"/>
                      <a:pt x="317168" y="21209"/>
                    </a:cubicBezTo>
                    <a:cubicBezTo>
                      <a:pt x="317072" y="21114"/>
                      <a:pt x="316882" y="20923"/>
                      <a:pt x="316787" y="20828"/>
                    </a:cubicBezTo>
                    <a:cubicBezTo>
                      <a:pt x="294308" y="-127"/>
                      <a:pt x="263256" y="-6509"/>
                      <a:pt x="239158" y="7398"/>
                    </a:cubicBezTo>
                    <a:cubicBezTo>
                      <a:pt x="214774" y="21495"/>
                      <a:pt x="204868" y="52165"/>
                      <a:pt x="212297" y="82455"/>
                    </a:cubicBezTo>
                    <a:lnTo>
                      <a:pt x="212202" y="82455"/>
                    </a:lnTo>
                    <a:cubicBezTo>
                      <a:pt x="210297" y="74168"/>
                      <a:pt x="207154" y="65786"/>
                      <a:pt x="202487" y="57880"/>
                    </a:cubicBezTo>
                    <a:cubicBezTo>
                      <a:pt x="201058" y="55404"/>
                      <a:pt x="199438" y="53022"/>
                      <a:pt x="197819" y="50736"/>
                    </a:cubicBezTo>
                    <a:cubicBezTo>
                      <a:pt x="197438" y="50260"/>
                      <a:pt x="197057" y="49784"/>
                      <a:pt x="196771" y="49308"/>
                    </a:cubicBezTo>
                    <a:cubicBezTo>
                      <a:pt x="195438" y="47498"/>
                      <a:pt x="194009" y="45688"/>
                      <a:pt x="192485" y="43974"/>
                    </a:cubicBezTo>
                    <a:cubicBezTo>
                      <a:pt x="192200" y="43593"/>
                      <a:pt x="191914" y="43307"/>
                      <a:pt x="191628" y="43021"/>
                    </a:cubicBezTo>
                    <a:cubicBezTo>
                      <a:pt x="190009" y="41211"/>
                      <a:pt x="188294" y="39402"/>
                      <a:pt x="186485" y="37782"/>
                    </a:cubicBezTo>
                    <a:cubicBezTo>
                      <a:pt x="186294" y="37687"/>
                      <a:pt x="186199" y="37497"/>
                      <a:pt x="186008" y="37401"/>
                    </a:cubicBezTo>
                    <a:cubicBezTo>
                      <a:pt x="184008" y="35592"/>
                      <a:pt x="182008" y="33877"/>
                      <a:pt x="179912" y="32258"/>
                    </a:cubicBezTo>
                    <a:lnTo>
                      <a:pt x="179912" y="32258"/>
                    </a:lnTo>
                    <a:lnTo>
                      <a:pt x="179912" y="32258"/>
                    </a:lnTo>
                    <a:cubicBezTo>
                      <a:pt x="158100" y="15494"/>
                      <a:pt x="130382" y="11303"/>
                      <a:pt x="108379" y="23971"/>
                    </a:cubicBezTo>
                    <a:cubicBezTo>
                      <a:pt x="77614" y="41783"/>
                      <a:pt x="69803" y="85884"/>
                      <a:pt x="90949" y="122460"/>
                    </a:cubicBezTo>
                    <a:cubicBezTo>
                      <a:pt x="94473" y="128460"/>
                      <a:pt x="98569" y="133890"/>
                      <a:pt x="102950" y="138652"/>
                    </a:cubicBezTo>
                    <a:cubicBezTo>
                      <a:pt x="102284" y="138081"/>
                      <a:pt x="101521" y="137604"/>
                      <a:pt x="100855" y="137033"/>
                    </a:cubicBezTo>
                    <a:lnTo>
                      <a:pt x="100855" y="137033"/>
                    </a:lnTo>
                    <a:lnTo>
                      <a:pt x="100855" y="137033"/>
                    </a:lnTo>
                    <a:cubicBezTo>
                      <a:pt x="79043" y="120269"/>
                      <a:pt x="51325" y="116078"/>
                      <a:pt x="29322" y="128746"/>
                    </a:cubicBezTo>
                    <a:cubicBezTo>
                      <a:pt x="-1444" y="146558"/>
                      <a:pt x="-9254" y="190659"/>
                      <a:pt x="11891" y="227235"/>
                    </a:cubicBezTo>
                    <a:cubicBezTo>
                      <a:pt x="15225" y="232759"/>
                      <a:pt x="19130" y="237998"/>
                      <a:pt x="23512" y="24276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07" name="Forme libre : forme 3106">
                <a:extLst>
                  <a:ext uri="{FF2B5EF4-FFF2-40B4-BE49-F238E27FC236}">
                    <a16:creationId xmlns:a16="http://schemas.microsoft.com/office/drawing/2014/main" id="{4384105E-E5EB-4288-B3A8-213CFD0B07E8}"/>
                  </a:ext>
                </a:extLst>
              </p:cNvPr>
              <p:cNvSpPr/>
              <p:nvPr/>
            </p:nvSpPr>
            <p:spPr>
              <a:xfrm>
                <a:off x="6605609" y="4373053"/>
                <a:ext cx="581178" cy="783939"/>
              </a:xfrm>
              <a:custGeom>
                <a:avLst/>
                <a:gdLst>
                  <a:gd name="connsiteX0" fmla="*/ 557858 w 581178"/>
                  <a:gd name="connsiteY0" fmla="*/ 541179 h 783939"/>
                  <a:gd name="connsiteX1" fmla="*/ 557858 w 581178"/>
                  <a:gd name="connsiteY1" fmla="*/ 541179 h 783939"/>
                  <a:gd name="connsiteX2" fmla="*/ 556715 w 581178"/>
                  <a:gd name="connsiteY2" fmla="*/ 539941 h 783939"/>
                  <a:gd name="connsiteX3" fmla="*/ 549666 w 581178"/>
                  <a:gd name="connsiteY3" fmla="*/ 533273 h 783939"/>
                  <a:gd name="connsiteX4" fmla="*/ 421650 w 581178"/>
                  <a:gd name="connsiteY4" fmla="*/ 441547 h 783939"/>
                  <a:gd name="connsiteX5" fmla="*/ 349546 w 581178"/>
                  <a:gd name="connsiteY5" fmla="*/ 394970 h 783939"/>
                  <a:gd name="connsiteX6" fmla="*/ 346879 w 581178"/>
                  <a:gd name="connsiteY6" fmla="*/ 392398 h 783939"/>
                  <a:gd name="connsiteX7" fmla="*/ 346974 w 581178"/>
                  <a:gd name="connsiteY7" fmla="*/ 393065 h 783939"/>
                  <a:gd name="connsiteX8" fmla="*/ 268869 w 581178"/>
                  <a:gd name="connsiteY8" fmla="*/ 301815 h 783939"/>
                  <a:gd name="connsiteX9" fmla="*/ 127137 w 581178"/>
                  <a:gd name="connsiteY9" fmla="*/ 63595 h 783939"/>
                  <a:gd name="connsiteX10" fmla="*/ 101896 w 581178"/>
                  <a:gd name="connsiteY10" fmla="*/ 4064 h 783939"/>
                  <a:gd name="connsiteX11" fmla="*/ 68844 w 581178"/>
                  <a:gd name="connsiteY11" fmla="*/ 50260 h 783939"/>
                  <a:gd name="connsiteX12" fmla="*/ 60652 w 581178"/>
                  <a:gd name="connsiteY12" fmla="*/ 55023 h 783939"/>
                  <a:gd name="connsiteX13" fmla="*/ 58462 w 581178"/>
                  <a:gd name="connsiteY13" fmla="*/ 55404 h 783939"/>
                  <a:gd name="connsiteX14" fmla="*/ 2645 w 581178"/>
                  <a:gd name="connsiteY14" fmla="*/ 61405 h 783939"/>
                  <a:gd name="connsiteX15" fmla="*/ 41602 w 581178"/>
                  <a:gd name="connsiteY15" fmla="*/ 112935 h 783939"/>
                  <a:gd name="connsiteX16" fmla="*/ 177334 w 581178"/>
                  <a:gd name="connsiteY16" fmla="*/ 354584 h 783939"/>
                  <a:gd name="connsiteX17" fmla="*/ 222196 w 581178"/>
                  <a:gd name="connsiteY17" fmla="*/ 556705 h 783939"/>
                  <a:gd name="connsiteX18" fmla="*/ 236960 w 581178"/>
                  <a:gd name="connsiteY18" fmla="*/ 709200 h 783939"/>
                  <a:gd name="connsiteX19" fmla="*/ 244580 w 581178"/>
                  <a:gd name="connsiteY19" fmla="*/ 735679 h 783939"/>
                  <a:gd name="connsiteX20" fmla="*/ 248200 w 581178"/>
                  <a:gd name="connsiteY20" fmla="*/ 742633 h 783939"/>
                  <a:gd name="connsiteX21" fmla="*/ 252867 w 581178"/>
                  <a:gd name="connsiteY21" fmla="*/ 749776 h 783939"/>
                  <a:gd name="connsiteX22" fmla="*/ 253915 w 581178"/>
                  <a:gd name="connsiteY22" fmla="*/ 751205 h 783939"/>
                  <a:gd name="connsiteX23" fmla="*/ 258201 w 581178"/>
                  <a:gd name="connsiteY23" fmla="*/ 756539 h 783939"/>
                  <a:gd name="connsiteX24" fmla="*/ 259058 w 581178"/>
                  <a:gd name="connsiteY24" fmla="*/ 757492 h 783939"/>
                  <a:gd name="connsiteX25" fmla="*/ 264202 w 581178"/>
                  <a:gd name="connsiteY25" fmla="*/ 762730 h 783939"/>
                  <a:gd name="connsiteX26" fmla="*/ 264583 w 581178"/>
                  <a:gd name="connsiteY26" fmla="*/ 763111 h 783939"/>
                  <a:gd name="connsiteX27" fmla="*/ 342211 w 581178"/>
                  <a:gd name="connsiteY27" fmla="*/ 776542 h 783939"/>
                  <a:gd name="connsiteX28" fmla="*/ 369072 w 581178"/>
                  <a:gd name="connsiteY28" fmla="*/ 701485 h 783939"/>
                  <a:gd name="connsiteX29" fmla="*/ 369167 w 581178"/>
                  <a:gd name="connsiteY29" fmla="*/ 701485 h 783939"/>
                  <a:gd name="connsiteX30" fmla="*/ 369930 w 581178"/>
                  <a:gd name="connsiteY30" fmla="*/ 704914 h 783939"/>
                  <a:gd name="connsiteX31" fmla="*/ 378788 w 581178"/>
                  <a:gd name="connsiteY31" fmla="*/ 726059 h 783939"/>
                  <a:gd name="connsiteX32" fmla="*/ 383455 w 581178"/>
                  <a:gd name="connsiteY32" fmla="*/ 733203 h 783939"/>
                  <a:gd name="connsiteX33" fmla="*/ 384502 w 581178"/>
                  <a:gd name="connsiteY33" fmla="*/ 734536 h 783939"/>
                  <a:gd name="connsiteX34" fmla="*/ 388789 w 581178"/>
                  <a:gd name="connsiteY34" fmla="*/ 739966 h 783939"/>
                  <a:gd name="connsiteX35" fmla="*/ 389646 w 581178"/>
                  <a:gd name="connsiteY35" fmla="*/ 740918 h 783939"/>
                  <a:gd name="connsiteX36" fmla="*/ 394790 w 581178"/>
                  <a:gd name="connsiteY36" fmla="*/ 746252 h 783939"/>
                  <a:gd name="connsiteX37" fmla="*/ 395170 w 581178"/>
                  <a:gd name="connsiteY37" fmla="*/ 746633 h 783939"/>
                  <a:gd name="connsiteX38" fmla="*/ 472799 w 581178"/>
                  <a:gd name="connsiteY38" fmla="*/ 760063 h 783939"/>
                  <a:gd name="connsiteX39" fmla="*/ 490230 w 581178"/>
                  <a:gd name="connsiteY39" fmla="*/ 661575 h 783939"/>
                  <a:gd name="connsiteX40" fmla="*/ 478229 w 581178"/>
                  <a:gd name="connsiteY40" fmla="*/ 645382 h 783939"/>
                  <a:gd name="connsiteX41" fmla="*/ 551857 w 581178"/>
                  <a:gd name="connsiteY41" fmla="*/ 655288 h 783939"/>
                  <a:gd name="connsiteX42" fmla="*/ 569288 w 581178"/>
                  <a:gd name="connsiteY42" fmla="*/ 556800 h 783939"/>
                  <a:gd name="connsiteX43" fmla="*/ 557858 w 581178"/>
                  <a:gd name="connsiteY43" fmla="*/ 541179 h 78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81178" h="783939">
                    <a:moveTo>
                      <a:pt x="557858" y="541179"/>
                    </a:moveTo>
                    <a:lnTo>
                      <a:pt x="557858" y="541179"/>
                    </a:lnTo>
                    <a:cubicBezTo>
                      <a:pt x="557953" y="541084"/>
                      <a:pt x="557477" y="540607"/>
                      <a:pt x="556715" y="539941"/>
                    </a:cubicBezTo>
                    <a:cubicBezTo>
                      <a:pt x="554429" y="537559"/>
                      <a:pt x="552142" y="535369"/>
                      <a:pt x="549666" y="533273"/>
                    </a:cubicBezTo>
                    <a:cubicBezTo>
                      <a:pt x="533378" y="518414"/>
                      <a:pt x="492326" y="483743"/>
                      <a:pt x="421650" y="441547"/>
                    </a:cubicBezTo>
                    <a:cubicBezTo>
                      <a:pt x="390503" y="422878"/>
                      <a:pt x="367643" y="408400"/>
                      <a:pt x="349546" y="394970"/>
                    </a:cubicBezTo>
                    <a:lnTo>
                      <a:pt x="346879" y="392398"/>
                    </a:lnTo>
                    <a:cubicBezTo>
                      <a:pt x="346879" y="392589"/>
                      <a:pt x="346974" y="392874"/>
                      <a:pt x="346974" y="393065"/>
                    </a:cubicBezTo>
                    <a:cubicBezTo>
                      <a:pt x="311827" y="366586"/>
                      <a:pt x="294777" y="343916"/>
                      <a:pt x="268869" y="301815"/>
                    </a:cubicBezTo>
                    <a:cubicBezTo>
                      <a:pt x="229245" y="237522"/>
                      <a:pt x="134852" y="77407"/>
                      <a:pt x="127137" y="63595"/>
                    </a:cubicBezTo>
                    <a:cubicBezTo>
                      <a:pt x="119422" y="49784"/>
                      <a:pt x="100658" y="20352"/>
                      <a:pt x="101896" y="4064"/>
                    </a:cubicBezTo>
                    <a:cubicBezTo>
                      <a:pt x="103134" y="-12224"/>
                      <a:pt x="64272" y="23971"/>
                      <a:pt x="68844" y="50260"/>
                    </a:cubicBezTo>
                    <a:lnTo>
                      <a:pt x="60652" y="55023"/>
                    </a:lnTo>
                    <a:cubicBezTo>
                      <a:pt x="59891" y="55118"/>
                      <a:pt x="59128" y="55213"/>
                      <a:pt x="58462" y="55404"/>
                    </a:cubicBezTo>
                    <a:cubicBezTo>
                      <a:pt x="37507" y="39211"/>
                      <a:pt x="-11928" y="54451"/>
                      <a:pt x="2645" y="61405"/>
                    </a:cubicBezTo>
                    <a:cubicBezTo>
                      <a:pt x="17409" y="68453"/>
                      <a:pt x="33411" y="99409"/>
                      <a:pt x="41602" y="112935"/>
                    </a:cubicBezTo>
                    <a:cubicBezTo>
                      <a:pt x="49794" y="126460"/>
                      <a:pt x="141425" y="288195"/>
                      <a:pt x="177334" y="354584"/>
                    </a:cubicBezTo>
                    <a:cubicBezTo>
                      <a:pt x="213338" y="420973"/>
                      <a:pt x="220387" y="446500"/>
                      <a:pt x="222196" y="556705"/>
                    </a:cubicBezTo>
                    <a:cubicBezTo>
                      <a:pt x="223530" y="634048"/>
                      <a:pt x="232007" y="685387"/>
                      <a:pt x="236960" y="709200"/>
                    </a:cubicBezTo>
                    <a:cubicBezTo>
                      <a:pt x="238008" y="718058"/>
                      <a:pt x="240485" y="727012"/>
                      <a:pt x="244580" y="735679"/>
                    </a:cubicBezTo>
                    <a:cubicBezTo>
                      <a:pt x="245723" y="738061"/>
                      <a:pt x="246866" y="740347"/>
                      <a:pt x="248200" y="742633"/>
                    </a:cubicBezTo>
                    <a:cubicBezTo>
                      <a:pt x="249628" y="745109"/>
                      <a:pt x="251248" y="747490"/>
                      <a:pt x="252867" y="749776"/>
                    </a:cubicBezTo>
                    <a:cubicBezTo>
                      <a:pt x="253248" y="750253"/>
                      <a:pt x="253534" y="750729"/>
                      <a:pt x="253915" y="751205"/>
                    </a:cubicBezTo>
                    <a:cubicBezTo>
                      <a:pt x="255248" y="753015"/>
                      <a:pt x="256677" y="754824"/>
                      <a:pt x="258201" y="756539"/>
                    </a:cubicBezTo>
                    <a:cubicBezTo>
                      <a:pt x="258487" y="756920"/>
                      <a:pt x="258773" y="757206"/>
                      <a:pt x="259058" y="757492"/>
                    </a:cubicBezTo>
                    <a:cubicBezTo>
                      <a:pt x="260677" y="759301"/>
                      <a:pt x="262392" y="761111"/>
                      <a:pt x="264202" y="762730"/>
                    </a:cubicBezTo>
                    <a:cubicBezTo>
                      <a:pt x="264297" y="762826"/>
                      <a:pt x="264487" y="763016"/>
                      <a:pt x="264583" y="763111"/>
                    </a:cubicBezTo>
                    <a:cubicBezTo>
                      <a:pt x="287062" y="784066"/>
                      <a:pt x="318113" y="790448"/>
                      <a:pt x="342211" y="776542"/>
                    </a:cubicBezTo>
                    <a:cubicBezTo>
                      <a:pt x="366595" y="762445"/>
                      <a:pt x="376502" y="731774"/>
                      <a:pt x="369072" y="701485"/>
                    </a:cubicBezTo>
                    <a:lnTo>
                      <a:pt x="369167" y="701485"/>
                    </a:lnTo>
                    <a:cubicBezTo>
                      <a:pt x="369453" y="702628"/>
                      <a:pt x="369643" y="703771"/>
                      <a:pt x="369930" y="704914"/>
                    </a:cubicBezTo>
                    <a:cubicBezTo>
                      <a:pt x="371929" y="712057"/>
                      <a:pt x="374882" y="719201"/>
                      <a:pt x="378788" y="726059"/>
                    </a:cubicBezTo>
                    <a:cubicBezTo>
                      <a:pt x="380216" y="728536"/>
                      <a:pt x="381836" y="730917"/>
                      <a:pt x="383455" y="733203"/>
                    </a:cubicBezTo>
                    <a:cubicBezTo>
                      <a:pt x="383836" y="733679"/>
                      <a:pt x="384122" y="734155"/>
                      <a:pt x="384502" y="734536"/>
                    </a:cubicBezTo>
                    <a:cubicBezTo>
                      <a:pt x="385836" y="736441"/>
                      <a:pt x="387265" y="738251"/>
                      <a:pt x="388789" y="739966"/>
                    </a:cubicBezTo>
                    <a:cubicBezTo>
                      <a:pt x="389074" y="740251"/>
                      <a:pt x="389360" y="740632"/>
                      <a:pt x="389646" y="740918"/>
                    </a:cubicBezTo>
                    <a:cubicBezTo>
                      <a:pt x="391265" y="742728"/>
                      <a:pt x="392980" y="744538"/>
                      <a:pt x="394790" y="746252"/>
                    </a:cubicBezTo>
                    <a:cubicBezTo>
                      <a:pt x="394885" y="746347"/>
                      <a:pt x="395075" y="746538"/>
                      <a:pt x="395170" y="746633"/>
                    </a:cubicBezTo>
                    <a:cubicBezTo>
                      <a:pt x="417649" y="767588"/>
                      <a:pt x="448701" y="773970"/>
                      <a:pt x="472799" y="760063"/>
                    </a:cubicBezTo>
                    <a:cubicBezTo>
                      <a:pt x="503565" y="742252"/>
                      <a:pt x="511376" y="698151"/>
                      <a:pt x="490230" y="661575"/>
                    </a:cubicBezTo>
                    <a:cubicBezTo>
                      <a:pt x="486706" y="655574"/>
                      <a:pt x="482610" y="650145"/>
                      <a:pt x="478229" y="645382"/>
                    </a:cubicBezTo>
                    <a:cubicBezTo>
                      <a:pt x="500327" y="663480"/>
                      <a:pt x="529187" y="668433"/>
                      <a:pt x="551857" y="655288"/>
                    </a:cubicBezTo>
                    <a:cubicBezTo>
                      <a:pt x="582622" y="637477"/>
                      <a:pt x="590433" y="593376"/>
                      <a:pt x="569288" y="556800"/>
                    </a:cubicBezTo>
                    <a:cubicBezTo>
                      <a:pt x="566144" y="551085"/>
                      <a:pt x="562239" y="545846"/>
                      <a:pt x="557858" y="541179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08" name="Forme libre : forme 3107">
                <a:extLst>
                  <a:ext uri="{FF2B5EF4-FFF2-40B4-BE49-F238E27FC236}">
                    <a16:creationId xmlns:a16="http://schemas.microsoft.com/office/drawing/2014/main" id="{FDCC4BFC-8145-4643-8D3E-6B4D5FA15291}"/>
                  </a:ext>
                </a:extLst>
              </p:cNvPr>
              <p:cNvSpPr/>
              <p:nvPr/>
            </p:nvSpPr>
            <p:spPr>
              <a:xfrm>
                <a:off x="7036435" y="2335544"/>
                <a:ext cx="784034" cy="581369"/>
              </a:xfrm>
              <a:custGeom>
                <a:avLst/>
                <a:gdLst>
                  <a:gd name="connsiteX0" fmla="*/ 4063 w 784034"/>
                  <a:gd name="connsiteY0" fmla="*/ 479474 h 581369"/>
                  <a:gd name="connsiteX1" fmla="*/ 50355 w 784034"/>
                  <a:gd name="connsiteY1" fmla="*/ 512525 h 581369"/>
                  <a:gd name="connsiteX2" fmla="*/ 55118 w 784034"/>
                  <a:gd name="connsiteY2" fmla="*/ 520717 h 581369"/>
                  <a:gd name="connsiteX3" fmla="*/ 55499 w 784034"/>
                  <a:gd name="connsiteY3" fmla="*/ 522908 h 581369"/>
                  <a:gd name="connsiteX4" fmla="*/ 61595 w 784034"/>
                  <a:gd name="connsiteY4" fmla="*/ 578724 h 581369"/>
                  <a:gd name="connsiteX5" fmla="*/ 113125 w 784034"/>
                  <a:gd name="connsiteY5" fmla="*/ 539767 h 581369"/>
                  <a:gd name="connsiteX6" fmla="*/ 354679 w 784034"/>
                  <a:gd name="connsiteY6" fmla="*/ 403940 h 581369"/>
                  <a:gd name="connsiteX7" fmla="*/ 556800 w 784034"/>
                  <a:gd name="connsiteY7" fmla="*/ 358982 h 581369"/>
                  <a:gd name="connsiteX8" fmla="*/ 709200 w 784034"/>
                  <a:gd name="connsiteY8" fmla="*/ 344219 h 581369"/>
                  <a:gd name="connsiteX9" fmla="*/ 742632 w 784034"/>
                  <a:gd name="connsiteY9" fmla="*/ 332979 h 581369"/>
                  <a:gd name="connsiteX10" fmla="*/ 749776 w 784034"/>
                  <a:gd name="connsiteY10" fmla="*/ 328312 h 581369"/>
                  <a:gd name="connsiteX11" fmla="*/ 751205 w 784034"/>
                  <a:gd name="connsiteY11" fmla="*/ 327264 h 581369"/>
                  <a:gd name="connsiteX12" fmla="*/ 756538 w 784034"/>
                  <a:gd name="connsiteY12" fmla="*/ 322978 h 581369"/>
                  <a:gd name="connsiteX13" fmla="*/ 757491 w 784034"/>
                  <a:gd name="connsiteY13" fmla="*/ 322121 h 581369"/>
                  <a:gd name="connsiteX14" fmla="*/ 762825 w 784034"/>
                  <a:gd name="connsiteY14" fmla="*/ 316977 h 581369"/>
                  <a:gd name="connsiteX15" fmla="*/ 763206 w 784034"/>
                  <a:gd name="connsiteY15" fmla="*/ 316596 h 581369"/>
                  <a:gd name="connsiteX16" fmla="*/ 776637 w 784034"/>
                  <a:gd name="connsiteY16" fmla="*/ 238967 h 581369"/>
                  <a:gd name="connsiteX17" fmla="*/ 701580 w 784034"/>
                  <a:gd name="connsiteY17" fmla="*/ 212107 h 581369"/>
                  <a:gd name="connsiteX18" fmla="*/ 701580 w 784034"/>
                  <a:gd name="connsiteY18" fmla="*/ 212012 h 581369"/>
                  <a:gd name="connsiteX19" fmla="*/ 726154 w 784034"/>
                  <a:gd name="connsiteY19" fmla="*/ 202296 h 581369"/>
                  <a:gd name="connsiteX20" fmla="*/ 733297 w 784034"/>
                  <a:gd name="connsiteY20" fmla="*/ 197629 h 581369"/>
                  <a:gd name="connsiteX21" fmla="*/ 734726 w 784034"/>
                  <a:gd name="connsiteY21" fmla="*/ 196581 h 581369"/>
                  <a:gd name="connsiteX22" fmla="*/ 740060 w 784034"/>
                  <a:gd name="connsiteY22" fmla="*/ 192295 h 581369"/>
                  <a:gd name="connsiteX23" fmla="*/ 741013 w 784034"/>
                  <a:gd name="connsiteY23" fmla="*/ 191438 h 581369"/>
                  <a:gd name="connsiteX24" fmla="*/ 746347 w 784034"/>
                  <a:gd name="connsiteY24" fmla="*/ 186294 h 581369"/>
                  <a:gd name="connsiteX25" fmla="*/ 746728 w 784034"/>
                  <a:gd name="connsiteY25" fmla="*/ 185913 h 581369"/>
                  <a:gd name="connsiteX26" fmla="*/ 760158 w 784034"/>
                  <a:gd name="connsiteY26" fmla="*/ 108284 h 581369"/>
                  <a:gd name="connsiteX27" fmla="*/ 661670 w 784034"/>
                  <a:gd name="connsiteY27" fmla="*/ 90854 h 581369"/>
                  <a:gd name="connsiteX28" fmla="*/ 645477 w 784034"/>
                  <a:gd name="connsiteY28" fmla="*/ 102950 h 581369"/>
                  <a:gd name="connsiteX29" fmla="*/ 655288 w 784034"/>
                  <a:gd name="connsiteY29" fmla="*/ 29322 h 581369"/>
                  <a:gd name="connsiteX30" fmla="*/ 556800 w 784034"/>
                  <a:gd name="connsiteY30" fmla="*/ 11891 h 581369"/>
                  <a:gd name="connsiteX31" fmla="*/ 540988 w 784034"/>
                  <a:gd name="connsiteY31" fmla="*/ 23512 h 581369"/>
                  <a:gd name="connsiteX32" fmla="*/ 540893 w 784034"/>
                  <a:gd name="connsiteY32" fmla="*/ 23417 h 581369"/>
                  <a:gd name="connsiteX33" fmla="*/ 539750 w 784034"/>
                  <a:gd name="connsiteY33" fmla="*/ 24560 h 581369"/>
                  <a:gd name="connsiteX34" fmla="*/ 533082 w 784034"/>
                  <a:gd name="connsiteY34" fmla="*/ 31608 h 581369"/>
                  <a:gd name="connsiteX35" fmla="*/ 441357 w 784034"/>
                  <a:gd name="connsiteY35" fmla="*/ 159624 h 581369"/>
                  <a:gd name="connsiteX36" fmla="*/ 394779 w 784034"/>
                  <a:gd name="connsiteY36" fmla="*/ 231728 h 581369"/>
                  <a:gd name="connsiteX37" fmla="*/ 392207 w 784034"/>
                  <a:gd name="connsiteY37" fmla="*/ 234395 h 581369"/>
                  <a:gd name="connsiteX38" fmla="*/ 392874 w 784034"/>
                  <a:gd name="connsiteY38" fmla="*/ 234300 h 581369"/>
                  <a:gd name="connsiteX39" fmla="*/ 301720 w 784034"/>
                  <a:gd name="connsiteY39" fmla="*/ 312405 h 581369"/>
                  <a:gd name="connsiteX40" fmla="*/ 63595 w 784034"/>
                  <a:gd name="connsiteY40" fmla="*/ 454232 h 581369"/>
                  <a:gd name="connsiteX41" fmla="*/ 4063 w 784034"/>
                  <a:gd name="connsiteY41" fmla="*/ 479474 h 581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784034" h="581369">
                    <a:moveTo>
                      <a:pt x="4063" y="479474"/>
                    </a:moveTo>
                    <a:cubicBezTo>
                      <a:pt x="-12224" y="478235"/>
                      <a:pt x="23971" y="517002"/>
                      <a:pt x="50355" y="512525"/>
                    </a:cubicBezTo>
                    <a:lnTo>
                      <a:pt x="55118" y="520717"/>
                    </a:lnTo>
                    <a:cubicBezTo>
                      <a:pt x="55213" y="521479"/>
                      <a:pt x="55308" y="522241"/>
                      <a:pt x="55499" y="522908"/>
                    </a:cubicBezTo>
                    <a:cubicBezTo>
                      <a:pt x="39306" y="543863"/>
                      <a:pt x="54641" y="593298"/>
                      <a:pt x="61595" y="578724"/>
                    </a:cubicBezTo>
                    <a:cubicBezTo>
                      <a:pt x="68643" y="563960"/>
                      <a:pt x="99599" y="547863"/>
                      <a:pt x="113125" y="539767"/>
                    </a:cubicBezTo>
                    <a:cubicBezTo>
                      <a:pt x="126746" y="531575"/>
                      <a:pt x="288290" y="439945"/>
                      <a:pt x="354679" y="403940"/>
                    </a:cubicBezTo>
                    <a:cubicBezTo>
                      <a:pt x="421068" y="367936"/>
                      <a:pt x="446500" y="360887"/>
                      <a:pt x="556800" y="358982"/>
                    </a:cubicBezTo>
                    <a:cubicBezTo>
                      <a:pt x="634142" y="357649"/>
                      <a:pt x="685482" y="349172"/>
                      <a:pt x="709200" y="344219"/>
                    </a:cubicBezTo>
                    <a:cubicBezTo>
                      <a:pt x="720439" y="342885"/>
                      <a:pt x="731869" y="339170"/>
                      <a:pt x="742632" y="332979"/>
                    </a:cubicBezTo>
                    <a:cubicBezTo>
                      <a:pt x="745109" y="331550"/>
                      <a:pt x="747490" y="329931"/>
                      <a:pt x="749776" y="328312"/>
                    </a:cubicBezTo>
                    <a:cubicBezTo>
                      <a:pt x="750252" y="327931"/>
                      <a:pt x="750728" y="327645"/>
                      <a:pt x="751205" y="327264"/>
                    </a:cubicBezTo>
                    <a:cubicBezTo>
                      <a:pt x="753110" y="325931"/>
                      <a:pt x="754824" y="324502"/>
                      <a:pt x="756538" y="322978"/>
                    </a:cubicBezTo>
                    <a:cubicBezTo>
                      <a:pt x="756825" y="322692"/>
                      <a:pt x="757205" y="322406"/>
                      <a:pt x="757491" y="322121"/>
                    </a:cubicBezTo>
                    <a:cubicBezTo>
                      <a:pt x="759301" y="320501"/>
                      <a:pt x="761111" y="318787"/>
                      <a:pt x="762825" y="316977"/>
                    </a:cubicBezTo>
                    <a:cubicBezTo>
                      <a:pt x="762921" y="316882"/>
                      <a:pt x="763111" y="316691"/>
                      <a:pt x="763206" y="316596"/>
                    </a:cubicBezTo>
                    <a:cubicBezTo>
                      <a:pt x="784161" y="294117"/>
                      <a:pt x="790543" y="263066"/>
                      <a:pt x="776637" y="238967"/>
                    </a:cubicBezTo>
                    <a:cubicBezTo>
                      <a:pt x="762539" y="214583"/>
                      <a:pt x="731869" y="204677"/>
                      <a:pt x="701580" y="212107"/>
                    </a:cubicBezTo>
                    <a:lnTo>
                      <a:pt x="701580" y="212012"/>
                    </a:lnTo>
                    <a:cubicBezTo>
                      <a:pt x="709866" y="210107"/>
                      <a:pt x="718248" y="206963"/>
                      <a:pt x="726154" y="202296"/>
                    </a:cubicBezTo>
                    <a:cubicBezTo>
                      <a:pt x="728630" y="200867"/>
                      <a:pt x="731012" y="199248"/>
                      <a:pt x="733297" y="197629"/>
                    </a:cubicBezTo>
                    <a:cubicBezTo>
                      <a:pt x="733774" y="197248"/>
                      <a:pt x="734250" y="196962"/>
                      <a:pt x="734726" y="196581"/>
                    </a:cubicBezTo>
                    <a:cubicBezTo>
                      <a:pt x="736632" y="195248"/>
                      <a:pt x="738346" y="193819"/>
                      <a:pt x="740060" y="192295"/>
                    </a:cubicBezTo>
                    <a:cubicBezTo>
                      <a:pt x="740346" y="192009"/>
                      <a:pt x="740727" y="191723"/>
                      <a:pt x="741013" y="191438"/>
                    </a:cubicBezTo>
                    <a:cubicBezTo>
                      <a:pt x="742822" y="189818"/>
                      <a:pt x="744632" y="188104"/>
                      <a:pt x="746347" y="186294"/>
                    </a:cubicBezTo>
                    <a:cubicBezTo>
                      <a:pt x="746442" y="186199"/>
                      <a:pt x="746633" y="186008"/>
                      <a:pt x="746728" y="185913"/>
                    </a:cubicBezTo>
                    <a:cubicBezTo>
                      <a:pt x="767683" y="163434"/>
                      <a:pt x="774065" y="132383"/>
                      <a:pt x="760158" y="108284"/>
                    </a:cubicBezTo>
                    <a:cubicBezTo>
                      <a:pt x="742346" y="77519"/>
                      <a:pt x="698246" y="69708"/>
                      <a:pt x="661670" y="90854"/>
                    </a:cubicBezTo>
                    <a:cubicBezTo>
                      <a:pt x="655669" y="94378"/>
                      <a:pt x="650240" y="98474"/>
                      <a:pt x="645477" y="102950"/>
                    </a:cubicBezTo>
                    <a:cubicBezTo>
                      <a:pt x="663575" y="80852"/>
                      <a:pt x="668432" y="51992"/>
                      <a:pt x="655288" y="29322"/>
                    </a:cubicBezTo>
                    <a:cubicBezTo>
                      <a:pt x="637476" y="-1444"/>
                      <a:pt x="593376" y="-9254"/>
                      <a:pt x="556800" y="11891"/>
                    </a:cubicBezTo>
                    <a:cubicBezTo>
                      <a:pt x="550989" y="15320"/>
                      <a:pt x="545751" y="19226"/>
                      <a:pt x="540988" y="23512"/>
                    </a:cubicBezTo>
                    <a:lnTo>
                      <a:pt x="540893" y="23417"/>
                    </a:lnTo>
                    <a:cubicBezTo>
                      <a:pt x="540893" y="23417"/>
                      <a:pt x="540416" y="23893"/>
                      <a:pt x="539750" y="24560"/>
                    </a:cubicBezTo>
                    <a:cubicBezTo>
                      <a:pt x="537369" y="26846"/>
                      <a:pt x="535178" y="29132"/>
                      <a:pt x="533082" y="31608"/>
                    </a:cubicBezTo>
                    <a:cubicBezTo>
                      <a:pt x="518223" y="47896"/>
                      <a:pt x="483552" y="89044"/>
                      <a:pt x="441357" y="159624"/>
                    </a:cubicBezTo>
                    <a:cubicBezTo>
                      <a:pt x="422687" y="190771"/>
                      <a:pt x="408210" y="213631"/>
                      <a:pt x="394779" y="231728"/>
                    </a:cubicBezTo>
                    <a:lnTo>
                      <a:pt x="392207" y="234395"/>
                    </a:lnTo>
                    <a:cubicBezTo>
                      <a:pt x="392398" y="234395"/>
                      <a:pt x="392684" y="234300"/>
                      <a:pt x="392874" y="234300"/>
                    </a:cubicBezTo>
                    <a:cubicBezTo>
                      <a:pt x="366395" y="269447"/>
                      <a:pt x="343725" y="286497"/>
                      <a:pt x="301720" y="312405"/>
                    </a:cubicBezTo>
                    <a:cubicBezTo>
                      <a:pt x="237426" y="352029"/>
                      <a:pt x="77406" y="446517"/>
                      <a:pt x="63595" y="454232"/>
                    </a:cubicBezTo>
                    <a:cubicBezTo>
                      <a:pt x="49689" y="461948"/>
                      <a:pt x="20351" y="480712"/>
                      <a:pt x="4063" y="47947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09" name="Forme libre : forme 3108">
                <a:extLst>
                  <a:ext uri="{FF2B5EF4-FFF2-40B4-BE49-F238E27FC236}">
                    <a16:creationId xmlns:a16="http://schemas.microsoft.com/office/drawing/2014/main" id="{3E6D1262-D65F-40D2-A2EE-4B6F15E94030}"/>
                  </a:ext>
                </a:extLst>
              </p:cNvPr>
              <p:cNvSpPr/>
              <p:nvPr/>
            </p:nvSpPr>
            <p:spPr>
              <a:xfrm>
                <a:off x="4366135" y="3942418"/>
                <a:ext cx="784000" cy="581464"/>
              </a:xfrm>
              <a:custGeom>
                <a:avLst/>
                <a:gdLst>
                  <a:gd name="connsiteX0" fmla="*/ 779936 w 784000"/>
                  <a:gd name="connsiteY0" fmla="*/ 101896 h 581464"/>
                  <a:gd name="connsiteX1" fmla="*/ 733645 w 784000"/>
                  <a:gd name="connsiteY1" fmla="*/ 68844 h 581464"/>
                  <a:gd name="connsiteX2" fmla="*/ 728882 w 784000"/>
                  <a:gd name="connsiteY2" fmla="*/ 60652 h 581464"/>
                  <a:gd name="connsiteX3" fmla="*/ 728501 w 784000"/>
                  <a:gd name="connsiteY3" fmla="*/ 58462 h 581464"/>
                  <a:gd name="connsiteX4" fmla="*/ 722406 w 784000"/>
                  <a:gd name="connsiteY4" fmla="*/ 2645 h 581464"/>
                  <a:gd name="connsiteX5" fmla="*/ 670875 w 784000"/>
                  <a:gd name="connsiteY5" fmla="*/ 41602 h 581464"/>
                  <a:gd name="connsiteX6" fmla="*/ 429321 w 784000"/>
                  <a:gd name="connsiteY6" fmla="*/ 177429 h 581464"/>
                  <a:gd name="connsiteX7" fmla="*/ 227201 w 784000"/>
                  <a:gd name="connsiteY7" fmla="*/ 222387 h 581464"/>
                  <a:gd name="connsiteX8" fmla="*/ 74801 w 784000"/>
                  <a:gd name="connsiteY8" fmla="*/ 237151 h 581464"/>
                  <a:gd name="connsiteX9" fmla="*/ 69657 w 784000"/>
                  <a:gd name="connsiteY9" fmla="*/ 237913 h 581464"/>
                  <a:gd name="connsiteX10" fmla="*/ 41368 w 784000"/>
                  <a:gd name="connsiteY10" fmla="*/ 248485 h 581464"/>
                  <a:gd name="connsiteX11" fmla="*/ 34224 w 784000"/>
                  <a:gd name="connsiteY11" fmla="*/ 253153 h 581464"/>
                  <a:gd name="connsiteX12" fmla="*/ 32795 w 784000"/>
                  <a:gd name="connsiteY12" fmla="*/ 254201 h 581464"/>
                  <a:gd name="connsiteX13" fmla="*/ 27461 w 784000"/>
                  <a:gd name="connsiteY13" fmla="*/ 258487 h 581464"/>
                  <a:gd name="connsiteX14" fmla="*/ 26509 w 784000"/>
                  <a:gd name="connsiteY14" fmla="*/ 259344 h 581464"/>
                  <a:gd name="connsiteX15" fmla="*/ 21175 w 784000"/>
                  <a:gd name="connsiteY15" fmla="*/ 264488 h 581464"/>
                  <a:gd name="connsiteX16" fmla="*/ 20794 w 784000"/>
                  <a:gd name="connsiteY16" fmla="*/ 264868 h 581464"/>
                  <a:gd name="connsiteX17" fmla="*/ 15650 w 784000"/>
                  <a:gd name="connsiteY17" fmla="*/ 270965 h 581464"/>
                  <a:gd name="connsiteX18" fmla="*/ 15650 w 784000"/>
                  <a:gd name="connsiteY18" fmla="*/ 270965 h 581464"/>
                  <a:gd name="connsiteX19" fmla="*/ 15650 w 784000"/>
                  <a:gd name="connsiteY19" fmla="*/ 270965 h 581464"/>
                  <a:gd name="connsiteX20" fmla="*/ 7459 w 784000"/>
                  <a:gd name="connsiteY20" fmla="*/ 342497 h 581464"/>
                  <a:gd name="connsiteX21" fmla="*/ 82516 w 784000"/>
                  <a:gd name="connsiteY21" fmla="*/ 369358 h 581464"/>
                  <a:gd name="connsiteX22" fmla="*/ 82516 w 784000"/>
                  <a:gd name="connsiteY22" fmla="*/ 369453 h 581464"/>
                  <a:gd name="connsiteX23" fmla="*/ 57941 w 784000"/>
                  <a:gd name="connsiteY23" fmla="*/ 379168 h 581464"/>
                  <a:gd name="connsiteX24" fmla="*/ 50798 w 784000"/>
                  <a:gd name="connsiteY24" fmla="*/ 383836 h 581464"/>
                  <a:gd name="connsiteX25" fmla="*/ 49369 w 784000"/>
                  <a:gd name="connsiteY25" fmla="*/ 384884 h 581464"/>
                  <a:gd name="connsiteX26" fmla="*/ 44035 w 784000"/>
                  <a:gd name="connsiteY26" fmla="*/ 389170 h 581464"/>
                  <a:gd name="connsiteX27" fmla="*/ 43082 w 784000"/>
                  <a:gd name="connsiteY27" fmla="*/ 390027 h 581464"/>
                  <a:gd name="connsiteX28" fmla="*/ 37748 w 784000"/>
                  <a:gd name="connsiteY28" fmla="*/ 395171 h 581464"/>
                  <a:gd name="connsiteX29" fmla="*/ 37367 w 784000"/>
                  <a:gd name="connsiteY29" fmla="*/ 395551 h 581464"/>
                  <a:gd name="connsiteX30" fmla="*/ 23937 w 784000"/>
                  <a:gd name="connsiteY30" fmla="*/ 473180 h 581464"/>
                  <a:gd name="connsiteX31" fmla="*/ 122426 w 784000"/>
                  <a:gd name="connsiteY31" fmla="*/ 490611 h 581464"/>
                  <a:gd name="connsiteX32" fmla="*/ 138618 w 784000"/>
                  <a:gd name="connsiteY32" fmla="*/ 478514 h 581464"/>
                  <a:gd name="connsiteX33" fmla="*/ 128807 w 784000"/>
                  <a:gd name="connsiteY33" fmla="*/ 552143 h 581464"/>
                  <a:gd name="connsiteX34" fmla="*/ 227296 w 784000"/>
                  <a:gd name="connsiteY34" fmla="*/ 569573 h 581464"/>
                  <a:gd name="connsiteX35" fmla="*/ 243107 w 784000"/>
                  <a:gd name="connsiteY35" fmla="*/ 557953 h 581464"/>
                  <a:gd name="connsiteX36" fmla="*/ 243203 w 784000"/>
                  <a:gd name="connsiteY36" fmla="*/ 558048 h 581464"/>
                  <a:gd name="connsiteX37" fmla="*/ 244346 w 784000"/>
                  <a:gd name="connsiteY37" fmla="*/ 556905 h 581464"/>
                  <a:gd name="connsiteX38" fmla="*/ 251013 w 784000"/>
                  <a:gd name="connsiteY38" fmla="*/ 549857 h 581464"/>
                  <a:gd name="connsiteX39" fmla="*/ 342739 w 784000"/>
                  <a:gd name="connsiteY39" fmla="*/ 421841 h 581464"/>
                  <a:gd name="connsiteX40" fmla="*/ 389316 w 784000"/>
                  <a:gd name="connsiteY40" fmla="*/ 349736 h 581464"/>
                  <a:gd name="connsiteX41" fmla="*/ 391888 w 784000"/>
                  <a:gd name="connsiteY41" fmla="*/ 347069 h 581464"/>
                  <a:gd name="connsiteX42" fmla="*/ 391221 w 784000"/>
                  <a:gd name="connsiteY42" fmla="*/ 347165 h 581464"/>
                  <a:gd name="connsiteX43" fmla="*/ 482375 w 784000"/>
                  <a:gd name="connsiteY43" fmla="*/ 269060 h 581464"/>
                  <a:gd name="connsiteX44" fmla="*/ 720500 w 784000"/>
                  <a:gd name="connsiteY44" fmla="*/ 127232 h 581464"/>
                  <a:gd name="connsiteX45" fmla="*/ 779936 w 784000"/>
                  <a:gd name="connsiteY45" fmla="*/ 101896 h 581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84000" h="581464">
                    <a:moveTo>
                      <a:pt x="779936" y="101896"/>
                    </a:moveTo>
                    <a:cubicBezTo>
                      <a:pt x="796224" y="103134"/>
                      <a:pt x="760029" y="64367"/>
                      <a:pt x="733645" y="68844"/>
                    </a:cubicBezTo>
                    <a:lnTo>
                      <a:pt x="728882" y="60652"/>
                    </a:lnTo>
                    <a:cubicBezTo>
                      <a:pt x="728787" y="59891"/>
                      <a:pt x="728692" y="59128"/>
                      <a:pt x="728501" y="58462"/>
                    </a:cubicBezTo>
                    <a:cubicBezTo>
                      <a:pt x="744694" y="37507"/>
                      <a:pt x="729359" y="-11928"/>
                      <a:pt x="722406" y="2645"/>
                    </a:cubicBezTo>
                    <a:cubicBezTo>
                      <a:pt x="715357" y="17409"/>
                      <a:pt x="684401" y="33506"/>
                      <a:pt x="670875" y="41602"/>
                    </a:cubicBezTo>
                    <a:cubicBezTo>
                      <a:pt x="657255" y="49794"/>
                      <a:pt x="495710" y="141425"/>
                      <a:pt x="429321" y="177429"/>
                    </a:cubicBezTo>
                    <a:cubicBezTo>
                      <a:pt x="362932" y="213434"/>
                      <a:pt x="337500" y="220482"/>
                      <a:pt x="227201" y="222387"/>
                    </a:cubicBezTo>
                    <a:cubicBezTo>
                      <a:pt x="149858" y="223721"/>
                      <a:pt x="98518" y="232198"/>
                      <a:pt x="74801" y="237151"/>
                    </a:cubicBezTo>
                    <a:cubicBezTo>
                      <a:pt x="73086" y="237341"/>
                      <a:pt x="71372" y="237532"/>
                      <a:pt x="69657" y="237913"/>
                    </a:cubicBezTo>
                    <a:cubicBezTo>
                      <a:pt x="60132" y="239723"/>
                      <a:pt x="50512" y="243151"/>
                      <a:pt x="41368" y="248485"/>
                    </a:cubicBezTo>
                    <a:cubicBezTo>
                      <a:pt x="38891" y="249914"/>
                      <a:pt x="36510" y="251534"/>
                      <a:pt x="34224" y="253153"/>
                    </a:cubicBezTo>
                    <a:cubicBezTo>
                      <a:pt x="33748" y="253534"/>
                      <a:pt x="33272" y="253819"/>
                      <a:pt x="32795" y="254201"/>
                    </a:cubicBezTo>
                    <a:cubicBezTo>
                      <a:pt x="30890" y="255534"/>
                      <a:pt x="29176" y="256963"/>
                      <a:pt x="27461" y="258487"/>
                    </a:cubicBezTo>
                    <a:cubicBezTo>
                      <a:pt x="27176" y="258773"/>
                      <a:pt x="26795" y="259058"/>
                      <a:pt x="26509" y="259344"/>
                    </a:cubicBezTo>
                    <a:cubicBezTo>
                      <a:pt x="24699" y="260963"/>
                      <a:pt x="22889" y="262678"/>
                      <a:pt x="21175" y="264488"/>
                    </a:cubicBezTo>
                    <a:cubicBezTo>
                      <a:pt x="21080" y="264583"/>
                      <a:pt x="20889" y="264773"/>
                      <a:pt x="20794" y="264868"/>
                    </a:cubicBezTo>
                    <a:cubicBezTo>
                      <a:pt x="18984" y="266869"/>
                      <a:pt x="17270" y="268869"/>
                      <a:pt x="15650" y="270965"/>
                    </a:cubicBezTo>
                    <a:lnTo>
                      <a:pt x="15650" y="270965"/>
                    </a:lnTo>
                    <a:lnTo>
                      <a:pt x="15650" y="270965"/>
                    </a:lnTo>
                    <a:cubicBezTo>
                      <a:pt x="-1114" y="292777"/>
                      <a:pt x="-5305" y="320494"/>
                      <a:pt x="7459" y="342497"/>
                    </a:cubicBezTo>
                    <a:cubicBezTo>
                      <a:pt x="21556" y="366881"/>
                      <a:pt x="52226" y="376787"/>
                      <a:pt x="82516" y="369358"/>
                    </a:cubicBezTo>
                    <a:lnTo>
                      <a:pt x="82516" y="369453"/>
                    </a:lnTo>
                    <a:cubicBezTo>
                      <a:pt x="74229" y="371358"/>
                      <a:pt x="65847" y="374501"/>
                      <a:pt x="57941" y="379168"/>
                    </a:cubicBezTo>
                    <a:cubicBezTo>
                      <a:pt x="55465" y="380597"/>
                      <a:pt x="53084" y="382217"/>
                      <a:pt x="50798" y="383836"/>
                    </a:cubicBezTo>
                    <a:cubicBezTo>
                      <a:pt x="50321" y="384217"/>
                      <a:pt x="49845" y="384502"/>
                      <a:pt x="49369" y="384884"/>
                    </a:cubicBezTo>
                    <a:cubicBezTo>
                      <a:pt x="47464" y="386217"/>
                      <a:pt x="45749" y="387646"/>
                      <a:pt x="44035" y="389170"/>
                    </a:cubicBezTo>
                    <a:cubicBezTo>
                      <a:pt x="43749" y="389456"/>
                      <a:pt x="43368" y="389741"/>
                      <a:pt x="43082" y="390027"/>
                    </a:cubicBezTo>
                    <a:cubicBezTo>
                      <a:pt x="41273" y="391646"/>
                      <a:pt x="39463" y="393361"/>
                      <a:pt x="37748" y="395171"/>
                    </a:cubicBezTo>
                    <a:cubicBezTo>
                      <a:pt x="37653" y="395266"/>
                      <a:pt x="37463" y="395456"/>
                      <a:pt x="37367" y="395551"/>
                    </a:cubicBezTo>
                    <a:cubicBezTo>
                      <a:pt x="16412" y="418031"/>
                      <a:pt x="10031" y="449082"/>
                      <a:pt x="23937" y="473180"/>
                    </a:cubicBezTo>
                    <a:cubicBezTo>
                      <a:pt x="41749" y="503946"/>
                      <a:pt x="85850" y="511757"/>
                      <a:pt x="122426" y="490611"/>
                    </a:cubicBezTo>
                    <a:cubicBezTo>
                      <a:pt x="128426" y="487087"/>
                      <a:pt x="133856" y="482991"/>
                      <a:pt x="138618" y="478514"/>
                    </a:cubicBezTo>
                    <a:cubicBezTo>
                      <a:pt x="120521" y="500612"/>
                      <a:pt x="115663" y="529473"/>
                      <a:pt x="128807" y="552143"/>
                    </a:cubicBezTo>
                    <a:cubicBezTo>
                      <a:pt x="146619" y="582908"/>
                      <a:pt x="190720" y="590719"/>
                      <a:pt x="227296" y="569573"/>
                    </a:cubicBezTo>
                    <a:cubicBezTo>
                      <a:pt x="233106" y="566144"/>
                      <a:pt x="238345" y="562239"/>
                      <a:pt x="243107" y="557953"/>
                    </a:cubicBezTo>
                    <a:lnTo>
                      <a:pt x="243203" y="558048"/>
                    </a:lnTo>
                    <a:cubicBezTo>
                      <a:pt x="243203" y="558048"/>
                      <a:pt x="243679" y="557572"/>
                      <a:pt x="244346" y="556905"/>
                    </a:cubicBezTo>
                    <a:cubicBezTo>
                      <a:pt x="246727" y="554619"/>
                      <a:pt x="248918" y="552333"/>
                      <a:pt x="251013" y="549857"/>
                    </a:cubicBezTo>
                    <a:cubicBezTo>
                      <a:pt x="265872" y="533569"/>
                      <a:pt x="300543" y="492421"/>
                      <a:pt x="342739" y="421841"/>
                    </a:cubicBezTo>
                    <a:cubicBezTo>
                      <a:pt x="361408" y="390694"/>
                      <a:pt x="375886" y="367834"/>
                      <a:pt x="389316" y="349736"/>
                    </a:cubicBezTo>
                    <a:lnTo>
                      <a:pt x="391888" y="347069"/>
                    </a:lnTo>
                    <a:cubicBezTo>
                      <a:pt x="391698" y="347069"/>
                      <a:pt x="391412" y="347165"/>
                      <a:pt x="391221" y="347165"/>
                    </a:cubicBezTo>
                    <a:cubicBezTo>
                      <a:pt x="417701" y="312017"/>
                      <a:pt x="440370" y="294968"/>
                      <a:pt x="482375" y="269060"/>
                    </a:cubicBezTo>
                    <a:cubicBezTo>
                      <a:pt x="546669" y="229435"/>
                      <a:pt x="706689" y="134948"/>
                      <a:pt x="720500" y="127232"/>
                    </a:cubicBezTo>
                    <a:cubicBezTo>
                      <a:pt x="734312" y="119517"/>
                      <a:pt x="763649" y="100658"/>
                      <a:pt x="779936" y="10189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10" name="Forme libre : forme 3109">
                <a:extLst>
                  <a:ext uri="{FF2B5EF4-FFF2-40B4-BE49-F238E27FC236}">
                    <a16:creationId xmlns:a16="http://schemas.microsoft.com/office/drawing/2014/main" id="{3EA91825-FD13-4B7F-A9DE-94ECD393310D}"/>
                  </a:ext>
                </a:extLst>
              </p:cNvPr>
              <p:cNvSpPr/>
              <p:nvPr/>
            </p:nvSpPr>
            <p:spPr>
              <a:xfrm>
                <a:off x="6605123" y="1702099"/>
                <a:ext cx="581662" cy="784076"/>
              </a:xfrm>
              <a:custGeom>
                <a:avLst/>
                <a:gdLst>
                  <a:gd name="connsiteX0" fmla="*/ 59328 w 581662"/>
                  <a:gd name="connsiteY0" fmla="*/ 728108 h 784076"/>
                  <a:gd name="connsiteX1" fmla="*/ 67520 w 581662"/>
                  <a:gd name="connsiteY1" fmla="*/ 732871 h 784076"/>
                  <a:gd name="connsiteX2" fmla="*/ 69044 w 581662"/>
                  <a:gd name="connsiteY2" fmla="*/ 734585 h 784076"/>
                  <a:gd name="connsiteX3" fmla="*/ 102095 w 581662"/>
                  <a:gd name="connsiteY3" fmla="*/ 780019 h 784076"/>
                  <a:gd name="connsiteX4" fmla="*/ 127337 w 581662"/>
                  <a:gd name="connsiteY4" fmla="*/ 720488 h 784076"/>
                  <a:gd name="connsiteX5" fmla="*/ 269069 w 581662"/>
                  <a:gd name="connsiteY5" fmla="*/ 482268 h 784076"/>
                  <a:gd name="connsiteX6" fmla="*/ 421849 w 581662"/>
                  <a:gd name="connsiteY6" fmla="*/ 342536 h 784076"/>
                  <a:gd name="connsiteX7" fmla="*/ 546627 w 581662"/>
                  <a:gd name="connsiteY7" fmla="*/ 253668 h 784076"/>
                  <a:gd name="connsiteX8" fmla="*/ 569963 w 581662"/>
                  <a:gd name="connsiteY8" fmla="*/ 227188 h 784076"/>
                  <a:gd name="connsiteX9" fmla="*/ 573869 w 581662"/>
                  <a:gd name="connsiteY9" fmla="*/ 219568 h 784076"/>
                  <a:gd name="connsiteX10" fmla="*/ 574535 w 581662"/>
                  <a:gd name="connsiteY10" fmla="*/ 217949 h 784076"/>
                  <a:gd name="connsiteX11" fmla="*/ 577012 w 581662"/>
                  <a:gd name="connsiteY11" fmla="*/ 211567 h 784076"/>
                  <a:gd name="connsiteX12" fmla="*/ 577393 w 581662"/>
                  <a:gd name="connsiteY12" fmla="*/ 210329 h 784076"/>
                  <a:gd name="connsiteX13" fmla="*/ 579393 w 581662"/>
                  <a:gd name="connsiteY13" fmla="*/ 203280 h 784076"/>
                  <a:gd name="connsiteX14" fmla="*/ 579488 w 581662"/>
                  <a:gd name="connsiteY14" fmla="*/ 202709 h 784076"/>
                  <a:gd name="connsiteX15" fmla="*/ 552437 w 581662"/>
                  <a:gd name="connsiteY15" fmla="*/ 128700 h 784076"/>
                  <a:gd name="connsiteX16" fmla="*/ 474046 w 581662"/>
                  <a:gd name="connsiteY16" fmla="*/ 142892 h 784076"/>
                  <a:gd name="connsiteX17" fmla="*/ 473951 w 581662"/>
                  <a:gd name="connsiteY17" fmla="*/ 142797 h 784076"/>
                  <a:gd name="connsiteX18" fmla="*/ 490430 w 581662"/>
                  <a:gd name="connsiteY18" fmla="*/ 122128 h 784076"/>
                  <a:gd name="connsiteX19" fmla="*/ 490430 w 581662"/>
                  <a:gd name="connsiteY19" fmla="*/ 122128 h 784076"/>
                  <a:gd name="connsiteX20" fmla="*/ 494335 w 581662"/>
                  <a:gd name="connsiteY20" fmla="*/ 114508 h 784076"/>
                  <a:gd name="connsiteX21" fmla="*/ 495001 w 581662"/>
                  <a:gd name="connsiteY21" fmla="*/ 112888 h 784076"/>
                  <a:gd name="connsiteX22" fmla="*/ 497478 w 581662"/>
                  <a:gd name="connsiteY22" fmla="*/ 106506 h 784076"/>
                  <a:gd name="connsiteX23" fmla="*/ 497859 w 581662"/>
                  <a:gd name="connsiteY23" fmla="*/ 105268 h 784076"/>
                  <a:gd name="connsiteX24" fmla="*/ 499859 w 581662"/>
                  <a:gd name="connsiteY24" fmla="*/ 98220 h 784076"/>
                  <a:gd name="connsiteX25" fmla="*/ 499955 w 581662"/>
                  <a:gd name="connsiteY25" fmla="*/ 97648 h 784076"/>
                  <a:gd name="connsiteX26" fmla="*/ 472903 w 581662"/>
                  <a:gd name="connsiteY26" fmla="*/ 23639 h 784076"/>
                  <a:gd name="connsiteX27" fmla="*/ 378796 w 581662"/>
                  <a:gd name="connsiteY27" fmla="*/ 57643 h 784076"/>
                  <a:gd name="connsiteX28" fmla="*/ 370796 w 581662"/>
                  <a:gd name="connsiteY28" fmla="*/ 76217 h 784076"/>
                  <a:gd name="connsiteX29" fmla="*/ 371176 w 581662"/>
                  <a:gd name="connsiteY29" fmla="*/ 73550 h 784076"/>
                  <a:gd name="connsiteX30" fmla="*/ 371176 w 581662"/>
                  <a:gd name="connsiteY30" fmla="*/ 73550 h 784076"/>
                  <a:gd name="connsiteX31" fmla="*/ 371176 w 581662"/>
                  <a:gd name="connsiteY31" fmla="*/ 73550 h 784076"/>
                  <a:gd name="connsiteX32" fmla="*/ 342602 w 581662"/>
                  <a:gd name="connsiteY32" fmla="*/ 7447 h 784076"/>
                  <a:gd name="connsiteX33" fmla="*/ 248495 w 581662"/>
                  <a:gd name="connsiteY33" fmla="*/ 41451 h 784076"/>
                  <a:gd name="connsiteX34" fmla="*/ 240589 w 581662"/>
                  <a:gd name="connsiteY34" fmla="*/ 59453 h 784076"/>
                  <a:gd name="connsiteX35" fmla="*/ 240494 w 581662"/>
                  <a:gd name="connsiteY35" fmla="*/ 59453 h 784076"/>
                  <a:gd name="connsiteX36" fmla="*/ 240017 w 581662"/>
                  <a:gd name="connsiteY36" fmla="*/ 61072 h 784076"/>
                  <a:gd name="connsiteX37" fmla="*/ 237731 w 581662"/>
                  <a:gd name="connsiteY37" fmla="*/ 70502 h 784076"/>
                  <a:gd name="connsiteX38" fmla="*/ 222110 w 581662"/>
                  <a:gd name="connsiteY38" fmla="*/ 227188 h 784076"/>
                  <a:gd name="connsiteX39" fmla="*/ 217729 w 581662"/>
                  <a:gd name="connsiteY39" fmla="*/ 312913 h 784076"/>
                  <a:gd name="connsiteX40" fmla="*/ 216872 w 581662"/>
                  <a:gd name="connsiteY40" fmla="*/ 316533 h 784076"/>
                  <a:gd name="connsiteX41" fmla="*/ 217348 w 581662"/>
                  <a:gd name="connsiteY41" fmla="*/ 316152 h 784076"/>
                  <a:gd name="connsiteX42" fmla="*/ 177248 w 581662"/>
                  <a:gd name="connsiteY42" fmla="*/ 429309 h 784076"/>
                  <a:gd name="connsiteX43" fmla="*/ 41516 w 581662"/>
                  <a:gd name="connsiteY43" fmla="*/ 670958 h 784076"/>
                  <a:gd name="connsiteX44" fmla="*/ 2559 w 581662"/>
                  <a:gd name="connsiteY44" fmla="*/ 722488 h 784076"/>
                  <a:gd name="connsiteX45" fmla="*/ 59328 w 581662"/>
                  <a:gd name="connsiteY45" fmla="*/ 728108 h 784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581662" h="784076">
                    <a:moveTo>
                      <a:pt x="59328" y="728108"/>
                    </a:moveTo>
                    <a:lnTo>
                      <a:pt x="67520" y="732871"/>
                    </a:lnTo>
                    <a:cubicBezTo>
                      <a:pt x="67996" y="733537"/>
                      <a:pt x="68472" y="734109"/>
                      <a:pt x="69044" y="734585"/>
                    </a:cubicBezTo>
                    <a:cubicBezTo>
                      <a:pt x="65424" y="760874"/>
                      <a:pt x="103333" y="796117"/>
                      <a:pt x="102095" y="780019"/>
                    </a:cubicBezTo>
                    <a:cubicBezTo>
                      <a:pt x="100857" y="763732"/>
                      <a:pt x="119621" y="734395"/>
                      <a:pt x="127337" y="720488"/>
                    </a:cubicBezTo>
                    <a:cubicBezTo>
                      <a:pt x="135052" y="706677"/>
                      <a:pt x="229445" y="546562"/>
                      <a:pt x="269069" y="482268"/>
                    </a:cubicBezTo>
                    <a:cubicBezTo>
                      <a:pt x="308692" y="417974"/>
                      <a:pt x="327171" y="399115"/>
                      <a:pt x="421849" y="342536"/>
                    </a:cubicBezTo>
                    <a:cubicBezTo>
                      <a:pt x="488239" y="302817"/>
                      <a:pt x="528530" y="269860"/>
                      <a:pt x="546627" y="253668"/>
                    </a:cubicBezTo>
                    <a:cubicBezTo>
                      <a:pt x="555676" y="246905"/>
                      <a:pt x="563772" y="238047"/>
                      <a:pt x="569963" y="227188"/>
                    </a:cubicBezTo>
                    <a:cubicBezTo>
                      <a:pt x="571392" y="224712"/>
                      <a:pt x="572726" y="222140"/>
                      <a:pt x="573869" y="219568"/>
                    </a:cubicBezTo>
                    <a:cubicBezTo>
                      <a:pt x="574154" y="218997"/>
                      <a:pt x="574345" y="218521"/>
                      <a:pt x="574535" y="217949"/>
                    </a:cubicBezTo>
                    <a:cubicBezTo>
                      <a:pt x="575488" y="215854"/>
                      <a:pt x="576345" y="213663"/>
                      <a:pt x="577012" y="211567"/>
                    </a:cubicBezTo>
                    <a:cubicBezTo>
                      <a:pt x="577202" y="211186"/>
                      <a:pt x="577298" y="210710"/>
                      <a:pt x="577393" y="210329"/>
                    </a:cubicBezTo>
                    <a:cubicBezTo>
                      <a:pt x="578155" y="207948"/>
                      <a:pt x="578821" y="205566"/>
                      <a:pt x="579393" y="203280"/>
                    </a:cubicBezTo>
                    <a:cubicBezTo>
                      <a:pt x="579393" y="203090"/>
                      <a:pt x="579488" y="202900"/>
                      <a:pt x="579488" y="202709"/>
                    </a:cubicBezTo>
                    <a:cubicBezTo>
                      <a:pt x="586442" y="172705"/>
                      <a:pt x="576535" y="142701"/>
                      <a:pt x="552437" y="128700"/>
                    </a:cubicBezTo>
                    <a:cubicBezTo>
                      <a:pt x="528053" y="114603"/>
                      <a:pt x="496526" y="121270"/>
                      <a:pt x="474046" y="142892"/>
                    </a:cubicBezTo>
                    <a:lnTo>
                      <a:pt x="473951" y="142797"/>
                    </a:lnTo>
                    <a:cubicBezTo>
                      <a:pt x="480238" y="136987"/>
                      <a:pt x="485858" y="130129"/>
                      <a:pt x="490430" y="122128"/>
                    </a:cubicBezTo>
                    <a:cubicBezTo>
                      <a:pt x="490430" y="122128"/>
                      <a:pt x="490430" y="122128"/>
                      <a:pt x="490430" y="122128"/>
                    </a:cubicBezTo>
                    <a:cubicBezTo>
                      <a:pt x="491859" y="119651"/>
                      <a:pt x="493192" y="117079"/>
                      <a:pt x="494335" y="114508"/>
                    </a:cubicBezTo>
                    <a:cubicBezTo>
                      <a:pt x="494621" y="113936"/>
                      <a:pt x="494811" y="113460"/>
                      <a:pt x="495001" y="112888"/>
                    </a:cubicBezTo>
                    <a:cubicBezTo>
                      <a:pt x="495954" y="110793"/>
                      <a:pt x="496811" y="108602"/>
                      <a:pt x="497478" y="106506"/>
                    </a:cubicBezTo>
                    <a:cubicBezTo>
                      <a:pt x="497669" y="106125"/>
                      <a:pt x="497764" y="105649"/>
                      <a:pt x="497859" y="105268"/>
                    </a:cubicBezTo>
                    <a:cubicBezTo>
                      <a:pt x="498621" y="102887"/>
                      <a:pt x="499288" y="100506"/>
                      <a:pt x="499859" y="98220"/>
                    </a:cubicBezTo>
                    <a:cubicBezTo>
                      <a:pt x="499859" y="98029"/>
                      <a:pt x="499955" y="97839"/>
                      <a:pt x="499955" y="97648"/>
                    </a:cubicBezTo>
                    <a:cubicBezTo>
                      <a:pt x="506908" y="67645"/>
                      <a:pt x="497002" y="37641"/>
                      <a:pt x="472903" y="23639"/>
                    </a:cubicBezTo>
                    <a:cubicBezTo>
                      <a:pt x="442138" y="5827"/>
                      <a:pt x="400037" y="21067"/>
                      <a:pt x="378796" y="57643"/>
                    </a:cubicBezTo>
                    <a:cubicBezTo>
                      <a:pt x="375272" y="63644"/>
                      <a:pt x="372701" y="69931"/>
                      <a:pt x="370796" y="76217"/>
                    </a:cubicBezTo>
                    <a:cubicBezTo>
                      <a:pt x="370986" y="75360"/>
                      <a:pt x="371081" y="74502"/>
                      <a:pt x="371176" y="73550"/>
                    </a:cubicBezTo>
                    <a:lnTo>
                      <a:pt x="371176" y="73550"/>
                    </a:lnTo>
                    <a:lnTo>
                      <a:pt x="371176" y="73550"/>
                    </a:lnTo>
                    <a:cubicBezTo>
                      <a:pt x="374796" y="46308"/>
                      <a:pt x="364604" y="20115"/>
                      <a:pt x="342602" y="7447"/>
                    </a:cubicBezTo>
                    <a:cubicBezTo>
                      <a:pt x="311836" y="-10365"/>
                      <a:pt x="269735" y="4875"/>
                      <a:pt x="248495" y="41451"/>
                    </a:cubicBezTo>
                    <a:cubicBezTo>
                      <a:pt x="245161" y="47261"/>
                      <a:pt x="242589" y="53357"/>
                      <a:pt x="240589" y="59453"/>
                    </a:cubicBezTo>
                    <a:lnTo>
                      <a:pt x="240494" y="59453"/>
                    </a:lnTo>
                    <a:cubicBezTo>
                      <a:pt x="240494" y="59453"/>
                      <a:pt x="240303" y="60120"/>
                      <a:pt x="240017" y="61072"/>
                    </a:cubicBezTo>
                    <a:cubicBezTo>
                      <a:pt x="239065" y="64216"/>
                      <a:pt x="238303" y="67359"/>
                      <a:pt x="237731" y="70502"/>
                    </a:cubicBezTo>
                    <a:cubicBezTo>
                      <a:pt x="232969" y="92029"/>
                      <a:pt x="223444" y="144892"/>
                      <a:pt x="222110" y="227188"/>
                    </a:cubicBezTo>
                    <a:cubicBezTo>
                      <a:pt x="221539" y="263479"/>
                      <a:pt x="220300" y="290529"/>
                      <a:pt x="217729" y="312913"/>
                    </a:cubicBezTo>
                    <a:lnTo>
                      <a:pt x="216872" y="316533"/>
                    </a:lnTo>
                    <a:cubicBezTo>
                      <a:pt x="217062" y="316438"/>
                      <a:pt x="217253" y="316247"/>
                      <a:pt x="217348" y="316152"/>
                    </a:cubicBezTo>
                    <a:cubicBezTo>
                      <a:pt x="211919" y="359776"/>
                      <a:pt x="200774" y="385875"/>
                      <a:pt x="177248" y="429309"/>
                    </a:cubicBezTo>
                    <a:cubicBezTo>
                      <a:pt x="141243" y="495698"/>
                      <a:pt x="49613" y="657337"/>
                      <a:pt x="41516" y="670958"/>
                    </a:cubicBezTo>
                    <a:cubicBezTo>
                      <a:pt x="33325" y="684579"/>
                      <a:pt x="17323" y="715535"/>
                      <a:pt x="2559" y="722488"/>
                    </a:cubicBezTo>
                    <a:cubicBezTo>
                      <a:pt x="-11919" y="729537"/>
                      <a:pt x="38849" y="745158"/>
                      <a:pt x="59328" y="72810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11" name="Forme libre : forme 3110">
                <a:extLst>
                  <a:ext uri="{FF2B5EF4-FFF2-40B4-BE49-F238E27FC236}">
                    <a16:creationId xmlns:a16="http://schemas.microsoft.com/office/drawing/2014/main" id="{7EF4EABC-5AFC-4154-9084-1B375DBBD11C}"/>
                  </a:ext>
                </a:extLst>
              </p:cNvPr>
              <p:cNvSpPr/>
              <p:nvPr/>
            </p:nvSpPr>
            <p:spPr>
              <a:xfrm>
                <a:off x="4999688" y="4373251"/>
                <a:ext cx="581693" cy="784171"/>
              </a:xfrm>
              <a:custGeom>
                <a:avLst/>
                <a:gdLst>
                  <a:gd name="connsiteX0" fmla="*/ 522430 w 581693"/>
                  <a:gd name="connsiteY0" fmla="*/ 55969 h 784171"/>
                  <a:gd name="connsiteX1" fmla="*/ 514239 w 581693"/>
                  <a:gd name="connsiteY1" fmla="*/ 51206 h 784171"/>
                  <a:gd name="connsiteX2" fmla="*/ 512715 w 581693"/>
                  <a:gd name="connsiteY2" fmla="*/ 49492 h 784171"/>
                  <a:gd name="connsiteX3" fmla="*/ 479663 w 581693"/>
                  <a:gd name="connsiteY3" fmla="*/ 4057 h 784171"/>
                  <a:gd name="connsiteX4" fmla="*/ 454422 w 581693"/>
                  <a:gd name="connsiteY4" fmla="*/ 63589 h 784171"/>
                  <a:gd name="connsiteX5" fmla="*/ 312690 w 581693"/>
                  <a:gd name="connsiteY5" fmla="*/ 301809 h 784171"/>
                  <a:gd name="connsiteX6" fmla="*/ 159909 w 581693"/>
                  <a:gd name="connsiteY6" fmla="*/ 441541 h 784171"/>
                  <a:gd name="connsiteX7" fmla="*/ 35131 w 581693"/>
                  <a:gd name="connsiteY7" fmla="*/ 530409 h 784171"/>
                  <a:gd name="connsiteX8" fmla="*/ 25702 w 581693"/>
                  <a:gd name="connsiteY8" fmla="*/ 538600 h 784171"/>
                  <a:gd name="connsiteX9" fmla="*/ 11795 w 581693"/>
                  <a:gd name="connsiteY9" fmla="*/ 556888 h 784171"/>
                  <a:gd name="connsiteX10" fmla="*/ 7890 w 581693"/>
                  <a:gd name="connsiteY10" fmla="*/ 564508 h 784171"/>
                  <a:gd name="connsiteX11" fmla="*/ 7223 w 581693"/>
                  <a:gd name="connsiteY11" fmla="*/ 566128 h 784171"/>
                  <a:gd name="connsiteX12" fmla="*/ 4651 w 581693"/>
                  <a:gd name="connsiteY12" fmla="*/ 572509 h 784171"/>
                  <a:gd name="connsiteX13" fmla="*/ 4270 w 581693"/>
                  <a:gd name="connsiteY13" fmla="*/ 573748 h 784171"/>
                  <a:gd name="connsiteX14" fmla="*/ 2270 w 581693"/>
                  <a:gd name="connsiteY14" fmla="*/ 580891 h 784171"/>
                  <a:gd name="connsiteX15" fmla="*/ 2175 w 581693"/>
                  <a:gd name="connsiteY15" fmla="*/ 581463 h 784171"/>
                  <a:gd name="connsiteX16" fmla="*/ 29226 w 581693"/>
                  <a:gd name="connsiteY16" fmla="*/ 655472 h 784171"/>
                  <a:gd name="connsiteX17" fmla="*/ 107617 w 581693"/>
                  <a:gd name="connsiteY17" fmla="*/ 641280 h 784171"/>
                  <a:gd name="connsiteX18" fmla="*/ 107712 w 581693"/>
                  <a:gd name="connsiteY18" fmla="*/ 641375 h 784171"/>
                  <a:gd name="connsiteX19" fmla="*/ 91234 w 581693"/>
                  <a:gd name="connsiteY19" fmla="*/ 662045 h 784171"/>
                  <a:gd name="connsiteX20" fmla="*/ 91234 w 581693"/>
                  <a:gd name="connsiteY20" fmla="*/ 662045 h 784171"/>
                  <a:gd name="connsiteX21" fmla="*/ 87328 w 581693"/>
                  <a:gd name="connsiteY21" fmla="*/ 669664 h 784171"/>
                  <a:gd name="connsiteX22" fmla="*/ 86662 w 581693"/>
                  <a:gd name="connsiteY22" fmla="*/ 671284 h 784171"/>
                  <a:gd name="connsiteX23" fmla="*/ 84185 w 581693"/>
                  <a:gd name="connsiteY23" fmla="*/ 677665 h 784171"/>
                  <a:gd name="connsiteX24" fmla="*/ 83804 w 581693"/>
                  <a:gd name="connsiteY24" fmla="*/ 678904 h 784171"/>
                  <a:gd name="connsiteX25" fmla="*/ 81804 w 581693"/>
                  <a:gd name="connsiteY25" fmla="*/ 685952 h 784171"/>
                  <a:gd name="connsiteX26" fmla="*/ 81709 w 581693"/>
                  <a:gd name="connsiteY26" fmla="*/ 686524 h 784171"/>
                  <a:gd name="connsiteX27" fmla="*/ 108760 w 581693"/>
                  <a:gd name="connsiteY27" fmla="*/ 760533 h 784171"/>
                  <a:gd name="connsiteX28" fmla="*/ 202867 w 581693"/>
                  <a:gd name="connsiteY28" fmla="*/ 726529 h 784171"/>
                  <a:gd name="connsiteX29" fmla="*/ 210868 w 581693"/>
                  <a:gd name="connsiteY29" fmla="*/ 707955 h 784171"/>
                  <a:gd name="connsiteX30" fmla="*/ 239062 w 581693"/>
                  <a:gd name="connsiteY30" fmla="*/ 776725 h 784171"/>
                  <a:gd name="connsiteX31" fmla="*/ 333169 w 581693"/>
                  <a:gd name="connsiteY31" fmla="*/ 742721 h 784171"/>
                  <a:gd name="connsiteX32" fmla="*/ 341074 w 581693"/>
                  <a:gd name="connsiteY32" fmla="*/ 724719 h 784171"/>
                  <a:gd name="connsiteX33" fmla="*/ 341170 w 581693"/>
                  <a:gd name="connsiteY33" fmla="*/ 724719 h 784171"/>
                  <a:gd name="connsiteX34" fmla="*/ 341646 w 581693"/>
                  <a:gd name="connsiteY34" fmla="*/ 723100 h 784171"/>
                  <a:gd name="connsiteX35" fmla="*/ 343932 w 581693"/>
                  <a:gd name="connsiteY35" fmla="*/ 713670 h 784171"/>
                  <a:gd name="connsiteX36" fmla="*/ 359553 w 581693"/>
                  <a:gd name="connsiteY36" fmla="*/ 556984 h 784171"/>
                  <a:gd name="connsiteX37" fmla="*/ 363934 w 581693"/>
                  <a:gd name="connsiteY37" fmla="*/ 471259 h 784171"/>
                  <a:gd name="connsiteX38" fmla="*/ 364792 w 581693"/>
                  <a:gd name="connsiteY38" fmla="*/ 467639 h 784171"/>
                  <a:gd name="connsiteX39" fmla="*/ 364315 w 581693"/>
                  <a:gd name="connsiteY39" fmla="*/ 468020 h 784171"/>
                  <a:gd name="connsiteX40" fmla="*/ 404415 w 581693"/>
                  <a:gd name="connsiteY40" fmla="*/ 354863 h 784171"/>
                  <a:gd name="connsiteX41" fmla="*/ 540147 w 581693"/>
                  <a:gd name="connsiteY41" fmla="*/ 113214 h 784171"/>
                  <a:gd name="connsiteX42" fmla="*/ 579104 w 581693"/>
                  <a:gd name="connsiteY42" fmla="*/ 61684 h 784171"/>
                  <a:gd name="connsiteX43" fmla="*/ 522430 w 581693"/>
                  <a:gd name="connsiteY43" fmla="*/ 55969 h 784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81693" h="784171">
                    <a:moveTo>
                      <a:pt x="522430" y="55969"/>
                    </a:moveTo>
                    <a:lnTo>
                      <a:pt x="514239" y="51206"/>
                    </a:lnTo>
                    <a:cubicBezTo>
                      <a:pt x="513763" y="50539"/>
                      <a:pt x="513286" y="49968"/>
                      <a:pt x="512715" y="49492"/>
                    </a:cubicBezTo>
                    <a:cubicBezTo>
                      <a:pt x="516334" y="23203"/>
                      <a:pt x="478425" y="-12040"/>
                      <a:pt x="479663" y="4057"/>
                    </a:cubicBezTo>
                    <a:cubicBezTo>
                      <a:pt x="480901" y="20345"/>
                      <a:pt x="462137" y="49682"/>
                      <a:pt x="454422" y="63589"/>
                    </a:cubicBezTo>
                    <a:cubicBezTo>
                      <a:pt x="446706" y="77400"/>
                      <a:pt x="352314" y="237515"/>
                      <a:pt x="312690" y="301809"/>
                    </a:cubicBezTo>
                    <a:cubicBezTo>
                      <a:pt x="273066" y="366103"/>
                      <a:pt x="254587" y="384962"/>
                      <a:pt x="159909" y="441541"/>
                    </a:cubicBezTo>
                    <a:cubicBezTo>
                      <a:pt x="93520" y="481260"/>
                      <a:pt x="53229" y="514216"/>
                      <a:pt x="35131" y="530409"/>
                    </a:cubicBezTo>
                    <a:cubicBezTo>
                      <a:pt x="31797" y="532885"/>
                      <a:pt x="28654" y="535552"/>
                      <a:pt x="25702" y="538600"/>
                    </a:cubicBezTo>
                    <a:cubicBezTo>
                      <a:pt x="20463" y="543839"/>
                      <a:pt x="15795" y="550030"/>
                      <a:pt x="11795" y="556888"/>
                    </a:cubicBezTo>
                    <a:cubicBezTo>
                      <a:pt x="10366" y="559365"/>
                      <a:pt x="9033" y="561937"/>
                      <a:pt x="7890" y="564508"/>
                    </a:cubicBezTo>
                    <a:cubicBezTo>
                      <a:pt x="7604" y="565080"/>
                      <a:pt x="7413" y="565556"/>
                      <a:pt x="7223" y="566128"/>
                    </a:cubicBezTo>
                    <a:cubicBezTo>
                      <a:pt x="6270" y="568223"/>
                      <a:pt x="5413" y="570414"/>
                      <a:pt x="4651" y="572509"/>
                    </a:cubicBezTo>
                    <a:cubicBezTo>
                      <a:pt x="4556" y="572890"/>
                      <a:pt x="4365" y="573367"/>
                      <a:pt x="4270" y="573748"/>
                    </a:cubicBezTo>
                    <a:cubicBezTo>
                      <a:pt x="3508" y="576129"/>
                      <a:pt x="2842" y="578510"/>
                      <a:pt x="2270" y="580891"/>
                    </a:cubicBezTo>
                    <a:cubicBezTo>
                      <a:pt x="2270" y="581082"/>
                      <a:pt x="2175" y="581272"/>
                      <a:pt x="2175" y="581463"/>
                    </a:cubicBezTo>
                    <a:cubicBezTo>
                      <a:pt x="-4779" y="611467"/>
                      <a:pt x="5128" y="641471"/>
                      <a:pt x="29226" y="655472"/>
                    </a:cubicBezTo>
                    <a:cubicBezTo>
                      <a:pt x="53610" y="669569"/>
                      <a:pt x="85137" y="662902"/>
                      <a:pt x="107617" y="641280"/>
                    </a:cubicBezTo>
                    <a:lnTo>
                      <a:pt x="107712" y="641375"/>
                    </a:lnTo>
                    <a:cubicBezTo>
                      <a:pt x="101425" y="647185"/>
                      <a:pt x="95805" y="654043"/>
                      <a:pt x="91234" y="662045"/>
                    </a:cubicBezTo>
                    <a:cubicBezTo>
                      <a:pt x="91234" y="662045"/>
                      <a:pt x="91234" y="662045"/>
                      <a:pt x="91234" y="662045"/>
                    </a:cubicBezTo>
                    <a:cubicBezTo>
                      <a:pt x="89805" y="664521"/>
                      <a:pt x="88471" y="667093"/>
                      <a:pt x="87328" y="669664"/>
                    </a:cubicBezTo>
                    <a:cubicBezTo>
                      <a:pt x="87043" y="670236"/>
                      <a:pt x="86852" y="670712"/>
                      <a:pt x="86662" y="671284"/>
                    </a:cubicBezTo>
                    <a:cubicBezTo>
                      <a:pt x="85709" y="673379"/>
                      <a:pt x="84852" y="675570"/>
                      <a:pt x="84185" y="677665"/>
                    </a:cubicBezTo>
                    <a:cubicBezTo>
                      <a:pt x="83995" y="678046"/>
                      <a:pt x="83899" y="678523"/>
                      <a:pt x="83804" y="678904"/>
                    </a:cubicBezTo>
                    <a:cubicBezTo>
                      <a:pt x="83042" y="681285"/>
                      <a:pt x="82375" y="683666"/>
                      <a:pt x="81804" y="685952"/>
                    </a:cubicBezTo>
                    <a:cubicBezTo>
                      <a:pt x="81804" y="686143"/>
                      <a:pt x="81709" y="686333"/>
                      <a:pt x="81709" y="686524"/>
                    </a:cubicBezTo>
                    <a:cubicBezTo>
                      <a:pt x="74755" y="716527"/>
                      <a:pt x="84661" y="746531"/>
                      <a:pt x="108760" y="760533"/>
                    </a:cubicBezTo>
                    <a:cubicBezTo>
                      <a:pt x="139525" y="778345"/>
                      <a:pt x="181626" y="763105"/>
                      <a:pt x="202867" y="726529"/>
                    </a:cubicBezTo>
                    <a:cubicBezTo>
                      <a:pt x="206391" y="720528"/>
                      <a:pt x="208962" y="714241"/>
                      <a:pt x="210868" y="707955"/>
                    </a:cubicBezTo>
                    <a:cubicBezTo>
                      <a:pt x="206200" y="736149"/>
                      <a:pt x="216297" y="763581"/>
                      <a:pt x="239062" y="776725"/>
                    </a:cubicBezTo>
                    <a:cubicBezTo>
                      <a:pt x="269827" y="794537"/>
                      <a:pt x="311928" y="779297"/>
                      <a:pt x="333169" y="742721"/>
                    </a:cubicBezTo>
                    <a:cubicBezTo>
                      <a:pt x="336502" y="736911"/>
                      <a:pt x="339074" y="730815"/>
                      <a:pt x="341074" y="724719"/>
                    </a:cubicBezTo>
                    <a:lnTo>
                      <a:pt x="341170" y="724719"/>
                    </a:lnTo>
                    <a:cubicBezTo>
                      <a:pt x="341170" y="724719"/>
                      <a:pt x="341360" y="724052"/>
                      <a:pt x="341646" y="723100"/>
                    </a:cubicBezTo>
                    <a:cubicBezTo>
                      <a:pt x="342598" y="719956"/>
                      <a:pt x="343360" y="716813"/>
                      <a:pt x="343932" y="713670"/>
                    </a:cubicBezTo>
                    <a:cubicBezTo>
                      <a:pt x="348694" y="692143"/>
                      <a:pt x="358219" y="639280"/>
                      <a:pt x="359553" y="556984"/>
                    </a:cubicBezTo>
                    <a:cubicBezTo>
                      <a:pt x="360124" y="520693"/>
                      <a:pt x="361363" y="493642"/>
                      <a:pt x="363934" y="471259"/>
                    </a:cubicBezTo>
                    <a:lnTo>
                      <a:pt x="364792" y="467639"/>
                    </a:lnTo>
                    <a:cubicBezTo>
                      <a:pt x="364601" y="467734"/>
                      <a:pt x="364411" y="467925"/>
                      <a:pt x="364315" y="468020"/>
                    </a:cubicBezTo>
                    <a:cubicBezTo>
                      <a:pt x="369745" y="424396"/>
                      <a:pt x="380889" y="398297"/>
                      <a:pt x="404415" y="354863"/>
                    </a:cubicBezTo>
                    <a:cubicBezTo>
                      <a:pt x="440420" y="288474"/>
                      <a:pt x="532051" y="126835"/>
                      <a:pt x="540147" y="113214"/>
                    </a:cubicBezTo>
                    <a:cubicBezTo>
                      <a:pt x="548243" y="99593"/>
                      <a:pt x="564340" y="68637"/>
                      <a:pt x="579104" y="61684"/>
                    </a:cubicBezTo>
                    <a:cubicBezTo>
                      <a:pt x="593677" y="54445"/>
                      <a:pt x="542909" y="38824"/>
                      <a:pt x="522430" y="55969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12" name="Forme libre : forme 3111">
                <a:extLst>
                  <a:ext uri="{FF2B5EF4-FFF2-40B4-BE49-F238E27FC236}">
                    <a16:creationId xmlns:a16="http://schemas.microsoft.com/office/drawing/2014/main" id="{A243815A-5917-431A-A1B8-1008B13BF28A}"/>
                  </a:ext>
                </a:extLst>
              </p:cNvPr>
              <p:cNvSpPr/>
              <p:nvPr/>
            </p:nvSpPr>
            <p:spPr>
              <a:xfrm>
                <a:off x="7215189" y="3244214"/>
                <a:ext cx="846103" cy="371189"/>
              </a:xfrm>
              <a:custGeom>
                <a:avLst/>
                <a:gdLst>
                  <a:gd name="connsiteX0" fmla="*/ 769618 w 846103"/>
                  <a:gd name="connsiteY0" fmla="*/ 249650 h 371189"/>
                  <a:gd name="connsiteX1" fmla="*/ 769618 w 846103"/>
                  <a:gd name="connsiteY1" fmla="*/ 249650 h 371189"/>
                  <a:gd name="connsiteX2" fmla="*/ 769618 w 846103"/>
                  <a:gd name="connsiteY2" fmla="*/ 249650 h 371189"/>
                  <a:gd name="connsiteX3" fmla="*/ 778190 w 846103"/>
                  <a:gd name="connsiteY3" fmla="*/ 249269 h 371189"/>
                  <a:gd name="connsiteX4" fmla="*/ 779905 w 846103"/>
                  <a:gd name="connsiteY4" fmla="*/ 249079 h 371189"/>
                  <a:gd name="connsiteX5" fmla="*/ 786668 w 846103"/>
                  <a:gd name="connsiteY5" fmla="*/ 248031 h 371189"/>
                  <a:gd name="connsiteX6" fmla="*/ 787905 w 846103"/>
                  <a:gd name="connsiteY6" fmla="*/ 247745 h 371189"/>
                  <a:gd name="connsiteX7" fmla="*/ 795049 w 846103"/>
                  <a:gd name="connsiteY7" fmla="*/ 245936 h 371189"/>
                  <a:gd name="connsiteX8" fmla="*/ 795621 w 846103"/>
                  <a:gd name="connsiteY8" fmla="*/ 245745 h 371189"/>
                  <a:gd name="connsiteX9" fmla="*/ 846104 w 846103"/>
                  <a:gd name="connsiteY9" fmla="*/ 185261 h 371189"/>
                  <a:gd name="connsiteX10" fmla="*/ 769522 w 846103"/>
                  <a:gd name="connsiteY10" fmla="*/ 120872 h 371189"/>
                  <a:gd name="connsiteX11" fmla="*/ 749425 w 846103"/>
                  <a:gd name="connsiteY11" fmla="*/ 123158 h 371189"/>
                  <a:gd name="connsiteX12" fmla="*/ 794859 w 846103"/>
                  <a:gd name="connsiteY12" fmla="*/ 64389 h 371189"/>
                  <a:gd name="connsiteX13" fmla="*/ 718278 w 846103"/>
                  <a:gd name="connsiteY13" fmla="*/ 0 h 371189"/>
                  <a:gd name="connsiteX14" fmla="*/ 698752 w 846103"/>
                  <a:gd name="connsiteY14" fmla="*/ 2191 h 371189"/>
                  <a:gd name="connsiteX15" fmla="*/ 698752 w 846103"/>
                  <a:gd name="connsiteY15" fmla="*/ 2096 h 371189"/>
                  <a:gd name="connsiteX16" fmla="*/ 697132 w 846103"/>
                  <a:gd name="connsiteY16" fmla="*/ 2572 h 371189"/>
                  <a:gd name="connsiteX17" fmla="*/ 687798 w 846103"/>
                  <a:gd name="connsiteY17" fmla="*/ 5334 h 371189"/>
                  <a:gd name="connsiteX18" fmla="*/ 544352 w 846103"/>
                  <a:gd name="connsiteY18" fmla="*/ 70199 h 371189"/>
                  <a:gd name="connsiteX19" fmla="*/ 467961 w 846103"/>
                  <a:gd name="connsiteY19" fmla="*/ 109347 h 371189"/>
                  <a:gd name="connsiteX20" fmla="*/ 464437 w 846103"/>
                  <a:gd name="connsiteY20" fmla="*/ 110395 h 371189"/>
                  <a:gd name="connsiteX21" fmla="*/ 465008 w 846103"/>
                  <a:gd name="connsiteY21" fmla="*/ 110585 h 371189"/>
                  <a:gd name="connsiteX22" fmla="*/ 346898 w 846103"/>
                  <a:gd name="connsiteY22" fmla="*/ 132493 h 371189"/>
                  <a:gd name="connsiteX23" fmla="*/ 69721 w 846103"/>
                  <a:gd name="connsiteY23" fmla="*/ 135922 h 371189"/>
                  <a:gd name="connsiteX24" fmla="*/ 5618 w 846103"/>
                  <a:gd name="connsiteY24" fmla="*/ 128016 h 371189"/>
                  <a:gd name="connsiteX25" fmla="*/ 29144 w 846103"/>
                  <a:gd name="connsiteY25" fmla="*/ 179737 h 371189"/>
                  <a:gd name="connsiteX26" fmla="*/ 29144 w 846103"/>
                  <a:gd name="connsiteY26" fmla="*/ 189262 h 371189"/>
                  <a:gd name="connsiteX27" fmla="*/ 28382 w 846103"/>
                  <a:gd name="connsiteY27" fmla="*/ 191453 h 371189"/>
                  <a:gd name="connsiteX28" fmla="*/ 5618 w 846103"/>
                  <a:gd name="connsiteY28" fmla="*/ 242792 h 371189"/>
                  <a:gd name="connsiteX29" fmla="*/ 69721 w 846103"/>
                  <a:gd name="connsiteY29" fmla="*/ 234887 h 371189"/>
                  <a:gd name="connsiteX30" fmla="*/ 346898 w 846103"/>
                  <a:gd name="connsiteY30" fmla="*/ 238315 h 371189"/>
                  <a:gd name="connsiteX31" fmla="*/ 544352 w 846103"/>
                  <a:gd name="connsiteY31" fmla="*/ 300609 h 371189"/>
                  <a:gd name="connsiteX32" fmla="*/ 683702 w 846103"/>
                  <a:gd name="connsiteY32" fmla="*/ 364141 h 371189"/>
                  <a:gd name="connsiteX33" fmla="*/ 718278 w 846103"/>
                  <a:gd name="connsiteY33" fmla="*/ 371189 h 371189"/>
                  <a:gd name="connsiteX34" fmla="*/ 726850 w 846103"/>
                  <a:gd name="connsiteY34" fmla="*/ 370808 h 371189"/>
                  <a:gd name="connsiteX35" fmla="*/ 728565 w 846103"/>
                  <a:gd name="connsiteY35" fmla="*/ 370618 h 371189"/>
                  <a:gd name="connsiteX36" fmla="*/ 735423 w 846103"/>
                  <a:gd name="connsiteY36" fmla="*/ 369570 h 371189"/>
                  <a:gd name="connsiteX37" fmla="*/ 736661 w 846103"/>
                  <a:gd name="connsiteY37" fmla="*/ 369284 h 371189"/>
                  <a:gd name="connsiteX38" fmla="*/ 743805 w 846103"/>
                  <a:gd name="connsiteY38" fmla="*/ 367474 h 371189"/>
                  <a:gd name="connsiteX39" fmla="*/ 744281 w 846103"/>
                  <a:gd name="connsiteY39" fmla="*/ 367284 h 371189"/>
                  <a:gd name="connsiteX40" fmla="*/ 794764 w 846103"/>
                  <a:gd name="connsiteY40" fmla="*/ 306800 h 371189"/>
                  <a:gd name="connsiteX41" fmla="*/ 743234 w 846103"/>
                  <a:gd name="connsiteY41" fmla="*/ 246031 h 371189"/>
                  <a:gd name="connsiteX42" fmla="*/ 743328 w 846103"/>
                  <a:gd name="connsiteY42" fmla="*/ 245936 h 371189"/>
                  <a:gd name="connsiteX43" fmla="*/ 769618 w 846103"/>
                  <a:gd name="connsiteY43" fmla="*/ 249650 h 37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846103" h="371189">
                    <a:moveTo>
                      <a:pt x="769618" y="249650"/>
                    </a:moveTo>
                    <a:lnTo>
                      <a:pt x="769618" y="249650"/>
                    </a:lnTo>
                    <a:lnTo>
                      <a:pt x="769618" y="249650"/>
                    </a:lnTo>
                    <a:cubicBezTo>
                      <a:pt x="772475" y="249650"/>
                      <a:pt x="775333" y="249460"/>
                      <a:pt x="778190" y="249269"/>
                    </a:cubicBezTo>
                    <a:cubicBezTo>
                      <a:pt x="778762" y="249174"/>
                      <a:pt x="779333" y="249079"/>
                      <a:pt x="779905" y="249079"/>
                    </a:cubicBezTo>
                    <a:cubicBezTo>
                      <a:pt x="782191" y="248793"/>
                      <a:pt x="784477" y="248507"/>
                      <a:pt x="786668" y="248031"/>
                    </a:cubicBezTo>
                    <a:cubicBezTo>
                      <a:pt x="787144" y="247936"/>
                      <a:pt x="787525" y="247840"/>
                      <a:pt x="787905" y="247745"/>
                    </a:cubicBezTo>
                    <a:cubicBezTo>
                      <a:pt x="790382" y="247269"/>
                      <a:pt x="792763" y="246602"/>
                      <a:pt x="795049" y="245936"/>
                    </a:cubicBezTo>
                    <a:cubicBezTo>
                      <a:pt x="795240" y="245840"/>
                      <a:pt x="795431" y="245840"/>
                      <a:pt x="795621" y="245745"/>
                    </a:cubicBezTo>
                    <a:cubicBezTo>
                      <a:pt x="825053" y="236791"/>
                      <a:pt x="846104" y="213074"/>
                      <a:pt x="846104" y="185261"/>
                    </a:cubicBezTo>
                    <a:cubicBezTo>
                      <a:pt x="846104" y="149733"/>
                      <a:pt x="811813" y="120872"/>
                      <a:pt x="769522" y="120872"/>
                    </a:cubicBezTo>
                    <a:cubicBezTo>
                      <a:pt x="762569" y="120872"/>
                      <a:pt x="755902" y="121729"/>
                      <a:pt x="749425" y="123158"/>
                    </a:cubicBezTo>
                    <a:cubicBezTo>
                      <a:pt x="776190" y="113157"/>
                      <a:pt x="794859" y="90583"/>
                      <a:pt x="794859" y="64389"/>
                    </a:cubicBezTo>
                    <a:cubicBezTo>
                      <a:pt x="794859" y="28861"/>
                      <a:pt x="760569" y="0"/>
                      <a:pt x="718278" y="0"/>
                    </a:cubicBezTo>
                    <a:cubicBezTo>
                      <a:pt x="711515" y="0"/>
                      <a:pt x="705038" y="762"/>
                      <a:pt x="698752" y="2191"/>
                    </a:cubicBezTo>
                    <a:lnTo>
                      <a:pt x="698752" y="2096"/>
                    </a:lnTo>
                    <a:cubicBezTo>
                      <a:pt x="698752" y="2096"/>
                      <a:pt x="698085" y="2286"/>
                      <a:pt x="697132" y="2572"/>
                    </a:cubicBezTo>
                    <a:cubicBezTo>
                      <a:pt x="693894" y="3334"/>
                      <a:pt x="690846" y="4286"/>
                      <a:pt x="687798" y="5334"/>
                    </a:cubicBezTo>
                    <a:cubicBezTo>
                      <a:pt x="666748" y="12001"/>
                      <a:pt x="616170" y="30194"/>
                      <a:pt x="544352" y="70199"/>
                    </a:cubicBezTo>
                    <a:cubicBezTo>
                      <a:pt x="512633" y="87821"/>
                      <a:pt x="488630" y="100298"/>
                      <a:pt x="467961" y="109347"/>
                    </a:cubicBezTo>
                    <a:lnTo>
                      <a:pt x="464437" y="110395"/>
                    </a:lnTo>
                    <a:cubicBezTo>
                      <a:pt x="464627" y="110490"/>
                      <a:pt x="464818" y="110585"/>
                      <a:pt x="465008" y="110585"/>
                    </a:cubicBezTo>
                    <a:cubicBezTo>
                      <a:pt x="424527" y="127730"/>
                      <a:pt x="396333" y="131159"/>
                      <a:pt x="346898" y="132493"/>
                    </a:cubicBezTo>
                    <a:cubicBezTo>
                      <a:pt x="271365" y="134588"/>
                      <a:pt x="85627" y="136207"/>
                      <a:pt x="69721" y="135922"/>
                    </a:cubicBezTo>
                    <a:cubicBezTo>
                      <a:pt x="53814" y="135636"/>
                      <a:pt x="19048" y="137255"/>
                      <a:pt x="5618" y="128016"/>
                    </a:cubicBezTo>
                    <a:cubicBezTo>
                      <a:pt x="-7813" y="118777"/>
                      <a:pt x="3998" y="170497"/>
                      <a:pt x="29144" y="179737"/>
                    </a:cubicBezTo>
                    <a:lnTo>
                      <a:pt x="29144" y="189262"/>
                    </a:lnTo>
                    <a:cubicBezTo>
                      <a:pt x="28859" y="189929"/>
                      <a:pt x="28573" y="190690"/>
                      <a:pt x="28382" y="191453"/>
                    </a:cubicBezTo>
                    <a:cubicBezTo>
                      <a:pt x="3808" y="201454"/>
                      <a:pt x="-7718" y="251936"/>
                      <a:pt x="5618" y="242792"/>
                    </a:cubicBezTo>
                    <a:cubicBezTo>
                      <a:pt x="19048" y="233553"/>
                      <a:pt x="53909" y="235172"/>
                      <a:pt x="69721" y="234887"/>
                    </a:cubicBezTo>
                    <a:cubicBezTo>
                      <a:pt x="85532" y="234601"/>
                      <a:pt x="271365" y="236220"/>
                      <a:pt x="346898" y="238315"/>
                    </a:cubicBezTo>
                    <a:cubicBezTo>
                      <a:pt x="422431" y="240411"/>
                      <a:pt x="447959" y="246983"/>
                      <a:pt x="544352" y="300609"/>
                    </a:cubicBezTo>
                    <a:cubicBezTo>
                      <a:pt x="611979" y="338233"/>
                      <a:pt x="660652" y="356521"/>
                      <a:pt x="683702" y="364141"/>
                    </a:cubicBezTo>
                    <a:cubicBezTo>
                      <a:pt x="694084" y="368617"/>
                      <a:pt x="705800" y="371189"/>
                      <a:pt x="718278" y="371189"/>
                    </a:cubicBezTo>
                    <a:cubicBezTo>
                      <a:pt x="721136" y="371189"/>
                      <a:pt x="723993" y="370999"/>
                      <a:pt x="726850" y="370808"/>
                    </a:cubicBezTo>
                    <a:cubicBezTo>
                      <a:pt x="727422" y="370713"/>
                      <a:pt x="727993" y="370618"/>
                      <a:pt x="728565" y="370618"/>
                    </a:cubicBezTo>
                    <a:cubicBezTo>
                      <a:pt x="730851" y="370332"/>
                      <a:pt x="733137" y="370046"/>
                      <a:pt x="735423" y="369570"/>
                    </a:cubicBezTo>
                    <a:cubicBezTo>
                      <a:pt x="735804" y="369475"/>
                      <a:pt x="736280" y="369380"/>
                      <a:pt x="736661" y="369284"/>
                    </a:cubicBezTo>
                    <a:cubicBezTo>
                      <a:pt x="739137" y="368808"/>
                      <a:pt x="741519" y="368141"/>
                      <a:pt x="743805" y="367474"/>
                    </a:cubicBezTo>
                    <a:cubicBezTo>
                      <a:pt x="743995" y="367379"/>
                      <a:pt x="744186" y="367379"/>
                      <a:pt x="744281" y="367284"/>
                    </a:cubicBezTo>
                    <a:cubicBezTo>
                      <a:pt x="773713" y="358330"/>
                      <a:pt x="794764" y="334613"/>
                      <a:pt x="794764" y="306800"/>
                    </a:cubicBezTo>
                    <a:cubicBezTo>
                      <a:pt x="794764" y="278606"/>
                      <a:pt x="773237" y="254698"/>
                      <a:pt x="743234" y="246031"/>
                    </a:cubicBezTo>
                    <a:lnTo>
                      <a:pt x="743328" y="245936"/>
                    </a:lnTo>
                    <a:cubicBezTo>
                      <a:pt x="751711" y="248126"/>
                      <a:pt x="760474" y="249650"/>
                      <a:pt x="769618" y="24965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13" name="Forme libre : forme 3112">
                <a:extLst>
                  <a:ext uri="{FF2B5EF4-FFF2-40B4-BE49-F238E27FC236}">
                    <a16:creationId xmlns:a16="http://schemas.microsoft.com/office/drawing/2014/main" id="{7BF13065-CA38-4475-A5C4-A7CEBA63F1D2}"/>
                  </a:ext>
                </a:extLst>
              </p:cNvPr>
              <p:cNvSpPr/>
              <p:nvPr/>
            </p:nvSpPr>
            <p:spPr>
              <a:xfrm>
                <a:off x="4125277" y="3244119"/>
                <a:ext cx="845913" cy="370998"/>
              </a:xfrm>
              <a:custGeom>
                <a:avLst/>
                <a:gdLst>
                  <a:gd name="connsiteX0" fmla="*/ 148780 w 845913"/>
                  <a:gd name="connsiteY0" fmla="*/ 368618 h 370998"/>
                  <a:gd name="connsiteX1" fmla="*/ 158115 w 845913"/>
                  <a:gd name="connsiteY1" fmla="*/ 365855 h 370998"/>
                  <a:gd name="connsiteX2" fmla="*/ 301561 w 845913"/>
                  <a:gd name="connsiteY2" fmla="*/ 300990 h 370998"/>
                  <a:gd name="connsiteX3" fmla="*/ 377952 w 845913"/>
                  <a:gd name="connsiteY3" fmla="*/ 261842 h 370998"/>
                  <a:gd name="connsiteX4" fmla="*/ 381476 w 845913"/>
                  <a:gd name="connsiteY4" fmla="*/ 260795 h 370998"/>
                  <a:gd name="connsiteX5" fmla="*/ 380905 w 845913"/>
                  <a:gd name="connsiteY5" fmla="*/ 260604 h 370998"/>
                  <a:gd name="connsiteX6" fmla="*/ 499015 w 845913"/>
                  <a:gd name="connsiteY6" fmla="*/ 238696 h 370998"/>
                  <a:gd name="connsiteX7" fmla="*/ 776192 w 845913"/>
                  <a:gd name="connsiteY7" fmla="*/ 235268 h 370998"/>
                  <a:gd name="connsiteX8" fmla="*/ 840296 w 845913"/>
                  <a:gd name="connsiteY8" fmla="*/ 243173 h 370998"/>
                  <a:gd name="connsiteX9" fmla="*/ 816769 w 845913"/>
                  <a:gd name="connsiteY9" fmla="*/ 191453 h 370998"/>
                  <a:gd name="connsiteX10" fmla="*/ 816769 w 845913"/>
                  <a:gd name="connsiteY10" fmla="*/ 181928 h 370998"/>
                  <a:gd name="connsiteX11" fmla="*/ 817531 w 845913"/>
                  <a:gd name="connsiteY11" fmla="*/ 179737 h 370998"/>
                  <a:gd name="connsiteX12" fmla="*/ 840296 w 845913"/>
                  <a:gd name="connsiteY12" fmla="*/ 128397 h 370998"/>
                  <a:gd name="connsiteX13" fmla="*/ 776192 w 845913"/>
                  <a:gd name="connsiteY13" fmla="*/ 136303 h 370998"/>
                  <a:gd name="connsiteX14" fmla="*/ 499015 w 845913"/>
                  <a:gd name="connsiteY14" fmla="*/ 132874 h 370998"/>
                  <a:gd name="connsiteX15" fmla="*/ 301561 w 845913"/>
                  <a:gd name="connsiteY15" fmla="*/ 70580 h 370998"/>
                  <a:gd name="connsiteX16" fmla="*/ 162211 w 845913"/>
                  <a:gd name="connsiteY16" fmla="*/ 7048 h 370998"/>
                  <a:gd name="connsiteX17" fmla="*/ 127635 w 845913"/>
                  <a:gd name="connsiteY17" fmla="*/ 0 h 370998"/>
                  <a:gd name="connsiteX18" fmla="*/ 127635 w 845913"/>
                  <a:gd name="connsiteY18" fmla="*/ 0 h 370998"/>
                  <a:gd name="connsiteX19" fmla="*/ 127635 w 845913"/>
                  <a:gd name="connsiteY19" fmla="*/ 0 h 370998"/>
                  <a:gd name="connsiteX20" fmla="*/ 119063 w 845913"/>
                  <a:gd name="connsiteY20" fmla="*/ 381 h 370998"/>
                  <a:gd name="connsiteX21" fmla="*/ 117348 w 845913"/>
                  <a:gd name="connsiteY21" fmla="*/ 571 h 370998"/>
                  <a:gd name="connsiteX22" fmla="*/ 110585 w 845913"/>
                  <a:gd name="connsiteY22" fmla="*/ 1619 h 370998"/>
                  <a:gd name="connsiteX23" fmla="*/ 109347 w 845913"/>
                  <a:gd name="connsiteY23" fmla="*/ 1905 h 370998"/>
                  <a:gd name="connsiteX24" fmla="*/ 102203 w 845913"/>
                  <a:gd name="connsiteY24" fmla="*/ 3715 h 370998"/>
                  <a:gd name="connsiteX25" fmla="*/ 101632 w 845913"/>
                  <a:gd name="connsiteY25" fmla="*/ 3905 h 370998"/>
                  <a:gd name="connsiteX26" fmla="*/ 51149 w 845913"/>
                  <a:gd name="connsiteY26" fmla="*/ 64389 h 370998"/>
                  <a:gd name="connsiteX27" fmla="*/ 102679 w 845913"/>
                  <a:gd name="connsiteY27" fmla="*/ 125159 h 370998"/>
                  <a:gd name="connsiteX28" fmla="*/ 102584 w 845913"/>
                  <a:gd name="connsiteY28" fmla="*/ 125254 h 370998"/>
                  <a:gd name="connsiteX29" fmla="*/ 76486 w 845913"/>
                  <a:gd name="connsiteY29" fmla="*/ 121348 h 370998"/>
                  <a:gd name="connsiteX30" fmla="*/ 67913 w 845913"/>
                  <a:gd name="connsiteY30" fmla="*/ 121729 h 370998"/>
                  <a:gd name="connsiteX31" fmla="*/ 66199 w 845913"/>
                  <a:gd name="connsiteY31" fmla="*/ 121920 h 370998"/>
                  <a:gd name="connsiteX32" fmla="*/ 59436 w 845913"/>
                  <a:gd name="connsiteY32" fmla="*/ 122968 h 370998"/>
                  <a:gd name="connsiteX33" fmla="*/ 58198 w 845913"/>
                  <a:gd name="connsiteY33" fmla="*/ 123254 h 370998"/>
                  <a:gd name="connsiteX34" fmla="*/ 51054 w 845913"/>
                  <a:gd name="connsiteY34" fmla="*/ 125063 h 370998"/>
                  <a:gd name="connsiteX35" fmla="*/ 50482 w 845913"/>
                  <a:gd name="connsiteY35" fmla="*/ 125254 h 370998"/>
                  <a:gd name="connsiteX36" fmla="*/ 0 w 845913"/>
                  <a:gd name="connsiteY36" fmla="*/ 185738 h 370998"/>
                  <a:gd name="connsiteX37" fmla="*/ 76581 w 845913"/>
                  <a:gd name="connsiteY37" fmla="*/ 250127 h 370998"/>
                  <a:gd name="connsiteX38" fmla="*/ 96679 w 845913"/>
                  <a:gd name="connsiteY38" fmla="*/ 247840 h 370998"/>
                  <a:gd name="connsiteX39" fmla="*/ 51244 w 845913"/>
                  <a:gd name="connsiteY39" fmla="*/ 306610 h 370998"/>
                  <a:gd name="connsiteX40" fmla="*/ 127825 w 845913"/>
                  <a:gd name="connsiteY40" fmla="*/ 370999 h 370998"/>
                  <a:gd name="connsiteX41" fmla="*/ 147352 w 845913"/>
                  <a:gd name="connsiteY41" fmla="*/ 368808 h 370998"/>
                  <a:gd name="connsiteX42" fmla="*/ 147352 w 845913"/>
                  <a:gd name="connsiteY42" fmla="*/ 368903 h 370998"/>
                  <a:gd name="connsiteX43" fmla="*/ 148780 w 845913"/>
                  <a:gd name="connsiteY43" fmla="*/ 368618 h 370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845913" h="370998">
                    <a:moveTo>
                      <a:pt x="148780" y="368618"/>
                    </a:moveTo>
                    <a:cubicBezTo>
                      <a:pt x="152019" y="367855"/>
                      <a:pt x="155067" y="366903"/>
                      <a:pt x="158115" y="365855"/>
                    </a:cubicBezTo>
                    <a:cubicBezTo>
                      <a:pt x="179165" y="359188"/>
                      <a:pt x="229743" y="340995"/>
                      <a:pt x="301561" y="300990"/>
                    </a:cubicBezTo>
                    <a:cubicBezTo>
                      <a:pt x="333280" y="283369"/>
                      <a:pt x="357283" y="270891"/>
                      <a:pt x="377952" y="261842"/>
                    </a:cubicBezTo>
                    <a:lnTo>
                      <a:pt x="381476" y="260795"/>
                    </a:lnTo>
                    <a:cubicBezTo>
                      <a:pt x="381286" y="260699"/>
                      <a:pt x="381095" y="260604"/>
                      <a:pt x="380905" y="260604"/>
                    </a:cubicBezTo>
                    <a:cubicBezTo>
                      <a:pt x="421386" y="243459"/>
                      <a:pt x="449580" y="240030"/>
                      <a:pt x="499015" y="238696"/>
                    </a:cubicBezTo>
                    <a:cubicBezTo>
                      <a:pt x="574548" y="236601"/>
                      <a:pt x="760286" y="234982"/>
                      <a:pt x="776192" y="235268"/>
                    </a:cubicBezTo>
                    <a:cubicBezTo>
                      <a:pt x="792004" y="235553"/>
                      <a:pt x="826865" y="233934"/>
                      <a:pt x="840296" y="243173"/>
                    </a:cubicBezTo>
                    <a:cubicBezTo>
                      <a:pt x="853726" y="252413"/>
                      <a:pt x="841915" y="200692"/>
                      <a:pt x="816769" y="191453"/>
                    </a:cubicBezTo>
                    <a:lnTo>
                      <a:pt x="816769" y="181928"/>
                    </a:lnTo>
                    <a:cubicBezTo>
                      <a:pt x="817055" y="181261"/>
                      <a:pt x="817340" y="180499"/>
                      <a:pt x="817531" y="179737"/>
                    </a:cubicBezTo>
                    <a:cubicBezTo>
                      <a:pt x="842105" y="169736"/>
                      <a:pt x="853630" y="119253"/>
                      <a:pt x="840296" y="128397"/>
                    </a:cubicBezTo>
                    <a:cubicBezTo>
                      <a:pt x="826865" y="137636"/>
                      <a:pt x="792004" y="136017"/>
                      <a:pt x="776192" y="136303"/>
                    </a:cubicBezTo>
                    <a:cubicBezTo>
                      <a:pt x="760381" y="136588"/>
                      <a:pt x="574548" y="134969"/>
                      <a:pt x="499015" y="132874"/>
                    </a:cubicBezTo>
                    <a:cubicBezTo>
                      <a:pt x="423481" y="130778"/>
                      <a:pt x="397955" y="124206"/>
                      <a:pt x="301561" y="70580"/>
                    </a:cubicBezTo>
                    <a:cubicBezTo>
                      <a:pt x="233934" y="32956"/>
                      <a:pt x="185261" y="14669"/>
                      <a:pt x="162211" y="7048"/>
                    </a:cubicBezTo>
                    <a:cubicBezTo>
                      <a:pt x="151828" y="2572"/>
                      <a:pt x="140113" y="0"/>
                      <a:pt x="127635" y="0"/>
                    </a:cubicBezTo>
                    <a:lnTo>
                      <a:pt x="127635" y="0"/>
                    </a:lnTo>
                    <a:lnTo>
                      <a:pt x="127635" y="0"/>
                    </a:lnTo>
                    <a:cubicBezTo>
                      <a:pt x="124777" y="0"/>
                      <a:pt x="121920" y="190"/>
                      <a:pt x="119063" y="381"/>
                    </a:cubicBezTo>
                    <a:cubicBezTo>
                      <a:pt x="118491" y="476"/>
                      <a:pt x="117919" y="571"/>
                      <a:pt x="117348" y="571"/>
                    </a:cubicBezTo>
                    <a:cubicBezTo>
                      <a:pt x="115062" y="857"/>
                      <a:pt x="112776" y="1143"/>
                      <a:pt x="110585" y="1619"/>
                    </a:cubicBezTo>
                    <a:cubicBezTo>
                      <a:pt x="110109" y="1714"/>
                      <a:pt x="109728" y="1810"/>
                      <a:pt x="109347" y="1905"/>
                    </a:cubicBezTo>
                    <a:cubicBezTo>
                      <a:pt x="106871" y="2381"/>
                      <a:pt x="104489" y="3048"/>
                      <a:pt x="102203" y="3715"/>
                    </a:cubicBezTo>
                    <a:cubicBezTo>
                      <a:pt x="102013" y="3810"/>
                      <a:pt x="101822" y="3810"/>
                      <a:pt x="101632" y="3905"/>
                    </a:cubicBezTo>
                    <a:cubicBezTo>
                      <a:pt x="72199" y="12859"/>
                      <a:pt x="51149" y="36576"/>
                      <a:pt x="51149" y="64389"/>
                    </a:cubicBezTo>
                    <a:cubicBezTo>
                      <a:pt x="51149" y="92583"/>
                      <a:pt x="72676" y="116491"/>
                      <a:pt x="102679" y="125159"/>
                    </a:cubicBezTo>
                    <a:lnTo>
                      <a:pt x="102584" y="125254"/>
                    </a:lnTo>
                    <a:cubicBezTo>
                      <a:pt x="94393" y="122777"/>
                      <a:pt x="85630" y="121348"/>
                      <a:pt x="76486" y="121348"/>
                    </a:cubicBezTo>
                    <a:cubicBezTo>
                      <a:pt x="73628" y="121348"/>
                      <a:pt x="70771" y="121539"/>
                      <a:pt x="67913" y="121729"/>
                    </a:cubicBezTo>
                    <a:cubicBezTo>
                      <a:pt x="67342" y="121825"/>
                      <a:pt x="66770" y="121920"/>
                      <a:pt x="66199" y="121920"/>
                    </a:cubicBezTo>
                    <a:cubicBezTo>
                      <a:pt x="63913" y="122206"/>
                      <a:pt x="61627" y="122492"/>
                      <a:pt x="59436" y="122968"/>
                    </a:cubicBezTo>
                    <a:cubicBezTo>
                      <a:pt x="58960" y="123063"/>
                      <a:pt x="58579" y="123158"/>
                      <a:pt x="58198" y="123254"/>
                    </a:cubicBezTo>
                    <a:cubicBezTo>
                      <a:pt x="55721" y="123730"/>
                      <a:pt x="53340" y="124396"/>
                      <a:pt x="51054" y="125063"/>
                    </a:cubicBezTo>
                    <a:cubicBezTo>
                      <a:pt x="50863" y="125159"/>
                      <a:pt x="50673" y="125159"/>
                      <a:pt x="50482" y="125254"/>
                    </a:cubicBezTo>
                    <a:cubicBezTo>
                      <a:pt x="21050" y="134207"/>
                      <a:pt x="0" y="157925"/>
                      <a:pt x="0" y="185738"/>
                    </a:cubicBezTo>
                    <a:cubicBezTo>
                      <a:pt x="0" y="221266"/>
                      <a:pt x="34290" y="250127"/>
                      <a:pt x="76581" y="250127"/>
                    </a:cubicBezTo>
                    <a:cubicBezTo>
                      <a:pt x="83534" y="250127"/>
                      <a:pt x="90202" y="249269"/>
                      <a:pt x="96679" y="247840"/>
                    </a:cubicBezTo>
                    <a:cubicBezTo>
                      <a:pt x="69913" y="257842"/>
                      <a:pt x="51244" y="280416"/>
                      <a:pt x="51244" y="306610"/>
                    </a:cubicBezTo>
                    <a:cubicBezTo>
                      <a:pt x="51244" y="342138"/>
                      <a:pt x="85534" y="370999"/>
                      <a:pt x="127825" y="370999"/>
                    </a:cubicBezTo>
                    <a:cubicBezTo>
                      <a:pt x="134588" y="370999"/>
                      <a:pt x="141065" y="370142"/>
                      <a:pt x="147352" y="368808"/>
                    </a:cubicBezTo>
                    <a:lnTo>
                      <a:pt x="147352" y="368903"/>
                    </a:lnTo>
                    <a:cubicBezTo>
                      <a:pt x="147161" y="368998"/>
                      <a:pt x="147828" y="368808"/>
                      <a:pt x="148780" y="36861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14" name="Forme libre : forme 3113">
                <a:extLst>
                  <a:ext uri="{FF2B5EF4-FFF2-40B4-BE49-F238E27FC236}">
                    <a16:creationId xmlns:a16="http://schemas.microsoft.com/office/drawing/2014/main" id="{F66C8231-05D1-4D23-A62B-1A8E2EDFBEF0}"/>
                  </a:ext>
                </a:extLst>
              </p:cNvPr>
              <p:cNvSpPr/>
              <p:nvPr/>
            </p:nvSpPr>
            <p:spPr>
              <a:xfrm>
                <a:off x="5907785" y="1461705"/>
                <a:ext cx="371189" cy="846103"/>
              </a:xfrm>
              <a:custGeom>
                <a:avLst/>
                <a:gdLst>
                  <a:gd name="connsiteX0" fmla="*/ 370618 w 371189"/>
                  <a:gd name="connsiteY0" fmla="*/ 119063 h 846103"/>
                  <a:gd name="connsiteX1" fmla="*/ 370427 w 371189"/>
                  <a:gd name="connsiteY1" fmla="*/ 117348 h 846103"/>
                  <a:gd name="connsiteX2" fmla="*/ 369380 w 371189"/>
                  <a:gd name="connsiteY2" fmla="*/ 110585 h 846103"/>
                  <a:gd name="connsiteX3" fmla="*/ 369094 w 371189"/>
                  <a:gd name="connsiteY3" fmla="*/ 109347 h 846103"/>
                  <a:gd name="connsiteX4" fmla="*/ 367284 w 371189"/>
                  <a:gd name="connsiteY4" fmla="*/ 102203 h 846103"/>
                  <a:gd name="connsiteX5" fmla="*/ 367094 w 371189"/>
                  <a:gd name="connsiteY5" fmla="*/ 101632 h 846103"/>
                  <a:gd name="connsiteX6" fmla="*/ 306610 w 371189"/>
                  <a:gd name="connsiteY6" fmla="*/ 51149 h 846103"/>
                  <a:gd name="connsiteX7" fmla="*/ 245840 w 371189"/>
                  <a:gd name="connsiteY7" fmla="*/ 102679 h 846103"/>
                  <a:gd name="connsiteX8" fmla="*/ 245745 w 371189"/>
                  <a:gd name="connsiteY8" fmla="*/ 102584 h 846103"/>
                  <a:gd name="connsiteX9" fmla="*/ 249650 w 371189"/>
                  <a:gd name="connsiteY9" fmla="*/ 76486 h 846103"/>
                  <a:gd name="connsiteX10" fmla="*/ 249650 w 371189"/>
                  <a:gd name="connsiteY10" fmla="*/ 76486 h 846103"/>
                  <a:gd name="connsiteX11" fmla="*/ 249650 w 371189"/>
                  <a:gd name="connsiteY11" fmla="*/ 76486 h 846103"/>
                  <a:gd name="connsiteX12" fmla="*/ 249269 w 371189"/>
                  <a:gd name="connsiteY12" fmla="*/ 67913 h 846103"/>
                  <a:gd name="connsiteX13" fmla="*/ 249079 w 371189"/>
                  <a:gd name="connsiteY13" fmla="*/ 66199 h 846103"/>
                  <a:gd name="connsiteX14" fmla="*/ 248031 w 371189"/>
                  <a:gd name="connsiteY14" fmla="*/ 59436 h 846103"/>
                  <a:gd name="connsiteX15" fmla="*/ 247745 w 371189"/>
                  <a:gd name="connsiteY15" fmla="*/ 58198 h 846103"/>
                  <a:gd name="connsiteX16" fmla="*/ 245936 w 371189"/>
                  <a:gd name="connsiteY16" fmla="*/ 51054 h 846103"/>
                  <a:gd name="connsiteX17" fmla="*/ 245745 w 371189"/>
                  <a:gd name="connsiteY17" fmla="*/ 50483 h 846103"/>
                  <a:gd name="connsiteX18" fmla="*/ 185261 w 371189"/>
                  <a:gd name="connsiteY18" fmla="*/ 0 h 846103"/>
                  <a:gd name="connsiteX19" fmla="*/ 120872 w 371189"/>
                  <a:gd name="connsiteY19" fmla="*/ 76581 h 846103"/>
                  <a:gd name="connsiteX20" fmla="*/ 123158 w 371189"/>
                  <a:gd name="connsiteY20" fmla="*/ 96679 h 846103"/>
                  <a:gd name="connsiteX21" fmla="*/ 64389 w 371189"/>
                  <a:gd name="connsiteY21" fmla="*/ 51244 h 846103"/>
                  <a:gd name="connsiteX22" fmla="*/ 0 w 371189"/>
                  <a:gd name="connsiteY22" fmla="*/ 127825 h 846103"/>
                  <a:gd name="connsiteX23" fmla="*/ 2191 w 371189"/>
                  <a:gd name="connsiteY23" fmla="*/ 147352 h 846103"/>
                  <a:gd name="connsiteX24" fmla="*/ 2096 w 371189"/>
                  <a:gd name="connsiteY24" fmla="*/ 147352 h 846103"/>
                  <a:gd name="connsiteX25" fmla="*/ 2572 w 371189"/>
                  <a:gd name="connsiteY25" fmla="*/ 148971 h 846103"/>
                  <a:gd name="connsiteX26" fmla="*/ 5334 w 371189"/>
                  <a:gd name="connsiteY26" fmla="*/ 158306 h 846103"/>
                  <a:gd name="connsiteX27" fmla="*/ 70199 w 371189"/>
                  <a:gd name="connsiteY27" fmla="*/ 301752 h 846103"/>
                  <a:gd name="connsiteX28" fmla="*/ 109347 w 371189"/>
                  <a:gd name="connsiteY28" fmla="*/ 378143 h 846103"/>
                  <a:gd name="connsiteX29" fmla="*/ 110395 w 371189"/>
                  <a:gd name="connsiteY29" fmla="*/ 381667 h 846103"/>
                  <a:gd name="connsiteX30" fmla="*/ 110585 w 371189"/>
                  <a:gd name="connsiteY30" fmla="*/ 381095 h 846103"/>
                  <a:gd name="connsiteX31" fmla="*/ 132493 w 371189"/>
                  <a:gd name="connsiteY31" fmla="*/ 499205 h 846103"/>
                  <a:gd name="connsiteX32" fmla="*/ 135922 w 371189"/>
                  <a:gd name="connsiteY32" fmla="*/ 776383 h 846103"/>
                  <a:gd name="connsiteX33" fmla="*/ 128016 w 371189"/>
                  <a:gd name="connsiteY33" fmla="*/ 840486 h 846103"/>
                  <a:gd name="connsiteX34" fmla="*/ 179737 w 371189"/>
                  <a:gd name="connsiteY34" fmla="*/ 816959 h 846103"/>
                  <a:gd name="connsiteX35" fmla="*/ 189262 w 371189"/>
                  <a:gd name="connsiteY35" fmla="*/ 816959 h 846103"/>
                  <a:gd name="connsiteX36" fmla="*/ 191453 w 371189"/>
                  <a:gd name="connsiteY36" fmla="*/ 817721 h 846103"/>
                  <a:gd name="connsiteX37" fmla="*/ 242792 w 371189"/>
                  <a:gd name="connsiteY37" fmla="*/ 840486 h 846103"/>
                  <a:gd name="connsiteX38" fmla="*/ 234887 w 371189"/>
                  <a:gd name="connsiteY38" fmla="*/ 776383 h 846103"/>
                  <a:gd name="connsiteX39" fmla="*/ 238316 w 371189"/>
                  <a:gd name="connsiteY39" fmla="*/ 499205 h 846103"/>
                  <a:gd name="connsiteX40" fmla="*/ 300609 w 371189"/>
                  <a:gd name="connsiteY40" fmla="*/ 301752 h 846103"/>
                  <a:gd name="connsiteX41" fmla="*/ 364141 w 371189"/>
                  <a:gd name="connsiteY41" fmla="*/ 162401 h 846103"/>
                  <a:gd name="connsiteX42" fmla="*/ 371189 w 371189"/>
                  <a:gd name="connsiteY42" fmla="*/ 127825 h 846103"/>
                  <a:gd name="connsiteX43" fmla="*/ 371189 w 371189"/>
                  <a:gd name="connsiteY43" fmla="*/ 127825 h 846103"/>
                  <a:gd name="connsiteX44" fmla="*/ 371189 w 371189"/>
                  <a:gd name="connsiteY44" fmla="*/ 127825 h 846103"/>
                  <a:gd name="connsiteX45" fmla="*/ 370618 w 371189"/>
                  <a:gd name="connsiteY45" fmla="*/ 119063 h 84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371189" h="846103">
                    <a:moveTo>
                      <a:pt x="370618" y="119063"/>
                    </a:moveTo>
                    <a:cubicBezTo>
                      <a:pt x="370523" y="118491"/>
                      <a:pt x="370427" y="117919"/>
                      <a:pt x="370427" y="117348"/>
                    </a:cubicBezTo>
                    <a:cubicBezTo>
                      <a:pt x="370142" y="115062"/>
                      <a:pt x="369856" y="112776"/>
                      <a:pt x="369380" y="110585"/>
                    </a:cubicBezTo>
                    <a:cubicBezTo>
                      <a:pt x="369284" y="110109"/>
                      <a:pt x="369189" y="109728"/>
                      <a:pt x="369094" y="109347"/>
                    </a:cubicBezTo>
                    <a:cubicBezTo>
                      <a:pt x="368618" y="106871"/>
                      <a:pt x="367951" y="104489"/>
                      <a:pt x="367284" y="102203"/>
                    </a:cubicBezTo>
                    <a:cubicBezTo>
                      <a:pt x="367189" y="102013"/>
                      <a:pt x="367189" y="101822"/>
                      <a:pt x="367094" y="101632"/>
                    </a:cubicBezTo>
                    <a:cubicBezTo>
                      <a:pt x="358140" y="72200"/>
                      <a:pt x="334423" y="51149"/>
                      <a:pt x="306610" y="51149"/>
                    </a:cubicBezTo>
                    <a:cubicBezTo>
                      <a:pt x="278416" y="51149"/>
                      <a:pt x="254508" y="72676"/>
                      <a:pt x="245840" y="102679"/>
                    </a:cubicBezTo>
                    <a:lnTo>
                      <a:pt x="245745" y="102584"/>
                    </a:lnTo>
                    <a:cubicBezTo>
                      <a:pt x="248221" y="94393"/>
                      <a:pt x="249650" y="85630"/>
                      <a:pt x="249650" y="76486"/>
                    </a:cubicBezTo>
                    <a:lnTo>
                      <a:pt x="249650" y="76486"/>
                    </a:lnTo>
                    <a:lnTo>
                      <a:pt x="249650" y="76486"/>
                    </a:lnTo>
                    <a:cubicBezTo>
                      <a:pt x="249650" y="73628"/>
                      <a:pt x="249460" y="70771"/>
                      <a:pt x="249269" y="67913"/>
                    </a:cubicBezTo>
                    <a:cubicBezTo>
                      <a:pt x="249174" y="67342"/>
                      <a:pt x="249079" y="66770"/>
                      <a:pt x="249079" y="66199"/>
                    </a:cubicBezTo>
                    <a:cubicBezTo>
                      <a:pt x="248793" y="63913"/>
                      <a:pt x="248507" y="61627"/>
                      <a:pt x="248031" y="59436"/>
                    </a:cubicBezTo>
                    <a:cubicBezTo>
                      <a:pt x="247936" y="58960"/>
                      <a:pt x="247841" y="58579"/>
                      <a:pt x="247745" y="58198"/>
                    </a:cubicBezTo>
                    <a:cubicBezTo>
                      <a:pt x="247269" y="55721"/>
                      <a:pt x="246602" y="53340"/>
                      <a:pt x="245936" y="51054"/>
                    </a:cubicBezTo>
                    <a:cubicBezTo>
                      <a:pt x="245840" y="50864"/>
                      <a:pt x="245840" y="50673"/>
                      <a:pt x="245745" y="50483"/>
                    </a:cubicBezTo>
                    <a:cubicBezTo>
                      <a:pt x="236792" y="21050"/>
                      <a:pt x="213074" y="0"/>
                      <a:pt x="185261" y="0"/>
                    </a:cubicBezTo>
                    <a:cubicBezTo>
                      <a:pt x="149733" y="0"/>
                      <a:pt x="120872" y="34290"/>
                      <a:pt x="120872" y="76581"/>
                    </a:cubicBezTo>
                    <a:cubicBezTo>
                      <a:pt x="120872" y="83534"/>
                      <a:pt x="121729" y="90202"/>
                      <a:pt x="123158" y="96679"/>
                    </a:cubicBezTo>
                    <a:cubicBezTo>
                      <a:pt x="113157" y="69914"/>
                      <a:pt x="90583" y="51244"/>
                      <a:pt x="64389" y="51244"/>
                    </a:cubicBezTo>
                    <a:cubicBezTo>
                      <a:pt x="28861" y="51244"/>
                      <a:pt x="0" y="85535"/>
                      <a:pt x="0" y="127825"/>
                    </a:cubicBezTo>
                    <a:cubicBezTo>
                      <a:pt x="0" y="134588"/>
                      <a:pt x="762" y="141065"/>
                      <a:pt x="2191" y="147352"/>
                    </a:cubicBezTo>
                    <a:lnTo>
                      <a:pt x="2096" y="147352"/>
                    </a:lnTo>
                    <a:cubicBezTo>
                      <a:pt x="2096" y="147352"/>
                      <a:pt x="2286" y="148019"/>
                      <a:pt x="2572" y="148971"/>
                    </a:cubicBezTo>
                    <a:cubicBezTo>
                      <a:pt x="3334" y="152114"/>
                      <a:pt x="4286" y="155258"/>
                      <a:pt x="5334" y="158306"/>
                    </a:cubicBezTo>
                    <a:cubicBezTo>
                      <a:pt x="12002" y="179356"/>
                      <a:pt x="30194" y="229934"/>
                      <a:pt x="70199" y="301752"/>
                    </a:cubicBezTo>
                    <a:cubicBezTo>
                      <a:pt x="87821" y="333470"/>
                      <a:pt x="100298" y="357473"/>
                      <a:pt x="109347" y="378143"/>
                    </a:cubicBezTo>
                    <a:lnTo>
                      <a:pt x="110395" y="381667"/>
                    </a:lnTo>
                    <a:cubicBezTo>
                      <a:pt x="110490" y="381476"/>
                      <a:pt x="110585" y="381286"/>
                      <a:pt x="110585" y="381095"/>
                    </a:cubicBezTo>
                    <a:cubicBezTo>
                      <a:pt x="127730" y="421577"/>
                      <a:pt x="131159" y="449770"/>
                      <a:pt x="132493" y="499205"/>
                    </a:cubicBezTo>
                    <a:cubicBezTo>
                      <a:pt x="134588" y="574739"/>
                      <a:pt x="136208" y="760476"/>
                      <a:pt x="135922" y="776383"/>
                    </a:cubicBezTo>
                    <a:cubicBezTo>
                      <a:pt x="135636" y="792194"/>
                      <a:pt x="137255" y="827056"/>
                      <a:pt x="128016" y="840486"/>
                    </a:cubicBezTo>
                    <a:cubicBezTo>
                      <a:pt x="118777" y="853916"/>
                      <a:pt x="170498" y="842105"/>
                      <a:pt x="179737" y="816959"/>
                    </a:cubicBezTo>
                    <a:lnTo>
                      <a:pt x="189262" y="816959"/>
                    </a:lnTo>
                    <a:cubicBezTo>
                      <a:pt x="189929" y="817245"/>
                      <a:pt x="190691" y="817531"/>
                      <a:pt x="191453" y="817721"/>
                    </a:cubicBezTo>
                    <a:cubicBezTo>
                      <a:pt x="201454" y="842296"/>
                      <a:pt x="251936" y="853821"/>
                      <a:pt x="242792" y="840486"/>
                    </a:cubicBezTo>
                    <a:cubicBezTo>
                      <a:pt x="233553" y="827056"/>
                      <a:pt x="235172" y="792194"/>
                      <a:pt x="234887" y="776383"/>
                    </a:cubicBezTo>
                    <a:cubicBezTo>
                      <a:pt x="234601" y="760571"/>
                      <a:pt x="236220" y="574739"/>
                      <a:pt x="238316" y="499205"/>
                    </a:cubicBezTo>
                    <a:cubicBezTo>
                      <a:pt x="240411" y="423672"/>
                      <a:pt x="246983" y="398145"/>
                      <a:pt x="300609" y="301752"/>
                    </a:cubicBezTo>
                    <a:cubicBezTo>
                      <a:pt x="338233" y="234125"/>
                      <a:pt x="356521" y="185452"/>
                      <a:pt x="364141" y="162401"/>
                    </a:cubicBezTo>
                    <a:cubicBezTo>
                      <a:pt x="368618" y="152019"/>
                      <a:pt x="371189" y="140303"/>
                      <a:pt x="371189" y="127825"/>
                    </a:cubicBezTo>
                    <a:lnTo>
                      <a:pt x="371189" y="127825"/>
                    </a:lnTo>
                    <a:lnTo>
                      <a:pt x="371189" y="127825"/>
                    </a:lnTo>
                    <a:cubicBezTo>
                      <a:pt x="371094" y="124682"/>
                      <a:pt x="370904" y="121825"/>
                      <a:pt x="370618" y="11906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15" name="Forme libre : forme 3114">
                <a:extLst>
                  <a:ext uri="{FF2B5EF4-FFF2-40B4-BE49-F238E27FC236}">
                    <a16:creationId xmlns:a16="http://schemas.microsoft.com/office/drawing/2014/main" id="{ACC45845-242C-4BCB-82F1-E7E8F5FAD09C}"/>
                  </a:ext>
                </a:extLst>
              </p:cNvPr>
              <p:cNvSpPr/>
              <p:nvPr/>
            </p:nvSpPr>
            <p:spPr>
              <a:xfrm>
                <a:off x="5907595" y="4551808"/>
                <a:ext cx="371053" cy="845913"/>
              </a:xfrm>
              <a:custGeom>
                <a:avLst/>
                <a:gdLst>
                  <a:gd name="connsiteX0" fmla="*/ 369094 w 371053"/>
                  <a:gd name="connsiteY0" fmla="*/ 698752 h 845913"/>
                  <a:gd name="connsiteX1" fmla="*/ 368618 w 371053"/>
                  <a:gd name="connsiteY1" fmla="*/ 697133 h 845913"/>
                  <a:gd name="connsiteX2" fmla="*/ 365855 w 371053"/>
                  <a:gd name="connsiteY2" fmla="*/ 687798 h 845913"/>
                  <a:gd name="connsiteX3" fmla="*/ 300990 w 371053"/>
                  <a:gd name="connsiteY3" fmla="*/ 544352 h 845913"/>
                  <a:gd name="connsiteX4" fmla="*/ 261842 w 371053"/>
                  <a:gd name="connsiteY4" fmla="*/ 467961 h 845913"/>
                  <a:gd name="connsiteX5" fmla="*/ 260795 w 371053"/>
                  <a:gd name="connsiteY5" fmla="*/ 464437 h 845913"/>
                  <a:gd name="connsiteX6" fmla="*/ 260604 w 371053"/>
                  <a:gd name="connsiteY6" fmla="*/ 465008 h 845913"/>
                  <a:gd name="connsiteX7" fmla="*/ 238696 w 371053"/>
                  <a:gd name="connsiteY7" fmla="*/ 346898 h 845913"/>
                  <a:gd name="connsiteX8" fmla="*/ 235268 w 371053"/>
                  <a:gd name="connsiteY8" fmla="*/ 69721 h 845913"/>
                  <a:gd name="connsiteX9" fmla="*/ 243173 w 371053"/>
                  <a:gd name="connsiteY9" fmla="*/ 5618 h 845913"/>
                  <a:gd name="connsiteX10" fmla="*/ 191453 w 371053"/>
                  <a:gd name="connsiteY10" fmla="*/ 29144 h 845913"/>
                  <a:gd name="connsiteX11" fmla="*/ 181928 w 371053"/>
                  <a:gd name="connsiteY11" fmla="*/ 29144 h 845913"/>
                  <a:gd name="connsiteX12" fmla="*/ 179737 w 371053"/>
                  <a:gd name="connsiteY12" fmla="*/ 28382 h 845913"/>
                  <a:gd name="connsiteX13" fmla="*/ 128397 w 371053"/>
                  <a:gd name="connsiteY13" fmla="*/ 5618 h 845913"/>
                  <a:gd name="connsiteX14" fmla="*/ 136303 w 371053"/>
                  <a:gd name="connsiteY14" fmla="*/ 69721 h 845913"/>
                  <a:gd name="connsiteX15" fmla="*/ 132874 w 371053"/>
                  <a:gd name="connsiteY15" fmla="*/ 346898 h 845913"/>
                  <a:gd name="connsiteX16" fmla="*/ 70580 w 371053"/>
                  <a:gd name="connsiteY16" fmla="*/ 544352 h 845913"/>
                  <a:gd name="connsiteX17" fmla="*/ 7048 w 371053"/>
                  <a:gd name="connsiteY17" fmla="*/ 683702 h 845913"/>
                  <a:gd name="connsiteX18" fmla="*/ 0 w 371053"/>
                  <a:gd name="connsiteY18" fmla="*/ 718278 h 845913"/>
                  <a:gd name="connsiteX19" fmla="*/ 0 w 371053"/>
                  <a:gd name="connsiteY19" fmla="*/ 718278 h 845913"/>
                  <a:gd name="connsiteX20" fmla="*/ 0 w 371053"/>
                  <a:gd name="connsiteY20" fmla="*/ 718278 h 845913"/>
                  <a:gd name="connsiteX21" fmla="*/ 381 w 371053"/>
                  <a:gd name="connsiteY21" fmla="*/ 726851 h 845913"/>
                  <a:gd name="connsiteX22" fmla="*/ 571 w 371053"/>
                  <a:gd name="connsiteY22" fmla="*/ 728565 h 845913"/>
                  <a:gd name="connsiteX23" fmla="*/ 1619 w 371053"/>
                  <a:gd name="connsiteY23" fmla="*/ 735328 h 845913"/>
                  <a:gd name="connsiteX24" fmla="*/ 1905 w 371053"/>
                  <a:gd name="connsiteY24" fmla="*/ 736566 h 845913"/>
                  <a:gd name="connsiteX25" fmla="*/ 3715 w 371053"/>
                  <a:gd name="connsiteY25" fmla="*/ 743710 h 845913"/>
                  <a:gd name="connsiteX26" fmla="*/ 3905 w 371053"/>
                  <a:gd name="connsiteY26" fmla="*/ 744281 h 845913"/>
                  <a:gd name="connsiteX27" fmla="*/ 64389 w 371053"/>
                  <a:gd name="connsiteY27" fmla="*/ 794764 h 845913"/>
                  <a:gd name="connsiteX28" fmla="*/ 125158 w 371053"/>
                  <a:gd name="connsiteY28" fmla="*/ 743234 h 845913"/>
                  <a:gd name="connsiteX29" fmla="*/ 125254 w 371053"/>
                  <a:gd name="connsiteY29" fmla="*/ 743329 h 845913"/>
                  <a:gd name="connsiteX30" fmla="*/ 121348 w 371053"/>
                  <a:gd name="connsiteY30" fmla="*/ 769427 h 845913"/>
                  <a:gd name="connsiteX31" fmla="*/ 121729 w 371053"/>
                  <a:gd name="connsiteY31" fmla="*/ 778000 h 845913"/>
                  <a:gd name="connsiteX32" fmla="*/ 121920 w 371053"/>
                  <a:gd name="connsiteY32" fmla="*/ 779714 h 845913"/>
                  <a:gd name="connsiteX33" fmla="*/ 122968 w 371053"/>
                  <a:gd name="connsiteY33" fmla="*/ 786477 h 845913"/>
                  <a:gd name="connsiteX34" fmla="*/ 123254 w 371053"/>
                  <a:gd name="connsiteY34" fmla="*/ 787715 h 845913"/>
                  <a:gd name="connsiteX35" fmla="*/ 125063 w 371053"/>
                  <a:gd name="connsiteY35" fmla="*/ 794859 h 845913"/>
                  <a:gd name="connsiteX36" fmla="*/ 125254 w 371053"/>
                  <a:gd name="connsiteY36" fmla="*/ 795431 h 845913"/>
                  <a:gd name="connsiteX37" fmla="*/ 185738 w 371053"/>
                  <a:gd name="connsiteY37" fmla="*/ 845913 h 845913"/>
                  <a:gd name="connsiteX38" fmla="*/ 250127 w 371053"/>
                  <a:gd name="connsiteY38" fmla="*/ 769332 h 845913"/>
                  <a:gd name="connsiteX39" fmla="*/ 247840 w 371053"/>
                  <a:gd name="connsiteY39" fmla="*/ 749234 h 845913"/>
                  <a:gd name="connsiteX40" fmla="*/ 306610 w 371053"/>
                  <a:gd name="connsiteY40" fmla="*/ 794669 h 845913"/>
                  <a:gd name="connsiteX41" fmla="*/ 370999 w 371053"/>
                  <a:gd name="connsiteY41" fmla="*/ 718087 h 845913"/>
                  <a:gd name="connsiteX42" fmla="*/ 369094 w 371053"/>
                  <a:gd name="connsiteY42" fmla="*/ 698752 h 845913"/>
                  <a:gd name="connsiteX43" fmla="*/ 369094 w 371053"/>
                  <a:gd name="connsiteY43" fmla="*/ 698752 h 84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71053" h="845913">
                    <a:moveTo>
                      <a:pt x="369094" y="698752"/>
                    </a:moveTo>
                    <a:cubicBezTo>
                      <a:pt x="369094" y="698752"/>
                      <a:pt x="368903" y="698085"/>
                      <a:pt x="368618" y="697133"/>
                    </a:cubicBezTo>
                    <a:cubicBezTo>
                      <a:pt x="367855" y="693989"/>
                      <a:pt x="366903" y="690846"/>
                      <a:pt x="365855" y="687798"/>
                    </a:cubicBezTo>
                    <a:cubicBezTo>
                      <a:pt x="359188" y="666748"/>
                      <a:pt x="340995" y="616170"/>
                      <a:pt x="300990" y="544352"/>
                    </a:cubicBezTo>
                    <a:cubicBezTo>
                      <a:pt x="283369" y="512633"/>
                      <a:pt x="270891" y="488630"/>
                      <a:pt x="261842" y="467961"/>
                    </a:cubicBezTo>
                    <a:lnTo>
                      <a:pt x="260795" y="464437"/>
                    </a:lnTo>
                    <a:cubicBezTo>
                      <a:pt x="260699" y="464627"/>
                      <a:pt x="260604" y="464818"/>
                      <a:pt x="260604" y="465008"/>
                    </a:cubicBezTo>
                    <a:cubicBezTo>
                      <a:pt x="243459" y="424527"/>
                      <a:pt x="240030" y="396333"/>
                      <a:pt x="238696" y="346898"/>
                    </a:cubicBezTo>
                    <a:cubicBezTo>
                      <a:pt x="236601" y="271365"/>
                      <a:pt x="234982" y="85627"/>
                      <a:pt x="235268" y="69721"/>
                    </a:cubicBezTo>
                    <a:cubicBezTo>
                      <a:pt x="235553" y="53909"/>
                      <a:pt x="233934" y="19048"/>
                      <a:pt x="243173" y="5618"/>
                    </a:cubicBezTo>
                    <a:cubicBezTo>
                      <a:pt x="252413" y="-7813"/>
                      <a:pt x="200692" y="3998"/>
                      <a:pt x="191453" y="29144"/>
                    </a:cubicBezTo>
                    <a:lnTo>
                      <a:pt x="181928" y="29144"/>
                    </a:lnTo>
                    <a:cubicBezTo>
                      <a:pt x="181261" y="28859"/>
                      <a:pt x="180499" y="28573"/>
                      <a:pt x="179737" y="28382"/>
                    </a:cubicBezTo>
                    <a:cubicBezTo>
                      <a:pt x="169736" y="3808"/>
                      <a:pt x="119253" y="-7717"/>
                      <a:pt x="128397" y="5618"/>
                    </a:cubicBezTo>
                    <a:cubicBezTo>
                      <a:pt x="137636" y="19048"/>
                      <a:pt x="136017" y="53909"/>
                      <a:pt x="136303" y="69721"/>
                    </a:cubicBezTo>
                    <a:cubicBezTo>
                      <a:pt x="136588" y="85532"/>
                      <a:pt x="134969" y="271365"/>
                      <a:pt x="132874" y="346898"/>
                    </a:cubicBezTo>
                    <a:cubicBezTo>
                      <a:pt x="130778" y="422432"/>
                      <a:pt x="124206" y="447959"/>
                      <a:pt x="70580" y="544352"/>
                    </a:cubicBezTo>
                    <a:cubicBezTo>
                      <a:pt x="32956" y="611979"/>
                      <a:pt x="14669" y="660652"/>
                      <a:pt x="7048" y="683702"/>
                    </a:cubicBezTo>
                    <a:cubicBezTo>
                      <a:pt x="2572" y="694085"/>
                      <a:pt x="0" y="705800"/>
                      <a:pt x="0" y="718278"/>
                    </a:cubicBezTo>
                    <a:lnTo>
                      <a:pt x="0" y="718278"/>
                    </a:lnTo>
                    <a:lnTo>
                      <a:pt x="0" y="718278"/>
                    </a:lnTo>
                    <a:cubicBezTo>
                      <a:pt x="0" y="721136"/>
                      <a:pt x="190" y="723993"/>
                      <a:pt x="381" y="726851"/>
                    </a:cubicBezTo>
                    <a:cubicBezTo>
                      <a:pt x="476" y="727422"/>
                      <a:pt x="571" y="727994"/>
                      <a:pt x="571" y="728565"/>
                    </a:cubicBezTo>
                    <a:cubicBezTo>
                      <a:pt x="857" y="730851"/>
                      <a:pt x="1143" y="733137"/>
                      <a:pt x="1619" y="735328"/>
                    </a:cubicBezTo>
                    <a:cubicBezTo>
                      <a:pt x="1714" y="735804"/>
                      <a:pt x="1810" y="736185"/>
                      <a:pt x="1905" y="736566"/>
                    </a:cubicBezTo>
                    <a:cubicBezTo>
                      <a:pt x="2381" y="739043"/>
                      <a:pt x="3048" y="741424"/>
                      <a:pt x="3715" y="743710"/>
                    </a:cubicBezTo>
                    <a:cubicBezTo>
                      <a:pt x="3810" y="743900"/>
                      <a:pt x="3810" y="744091"/>
                      <a:pt x="3905" y="744281"/>
                    </a:cubicBezTo>
                    <a:cubicBezTo>
                      <a:pt x="12859" y="773713"/>
                      <a:pt x="36576" y="794764"/>
                      <a:pt x="64389" y="794764"/>
                    </a:cubicBezTo>
                    <a:cubicBezTo>
                      <a:pt x="92583" y="794764"/>
                      <a:pt x="116491" y="773237"/>
                      <a:pt x="125158" y="743234"/>
                    </a:cubicBezTo>
                    <a:lnTo>
                      <a:pt x="125254" y="743329"/>
                    </a:lnTo>
                    <a:cubicBezTo>
                      <a:pt x="122777" y="751520"/>
                      <a:pt x="121348" y="760283"/>
                      <a:pt x="121348" y="769427"/>
                    </a:cubicBezTo>
                    <a:cubicBezTo>
                      <a:pt x="121348" y="772285"/>
                      <a:pt x="121539" y="775142"/>
                      <a:pt x="121729" y="778000"/>
                    </a:cubicBezTo>
                    <a:cubicBezTo>
                      <a:pt x="121825" y="778571"/>
                      <a:pt x="121920" y="779143"/>
                      <a:pt x="121920" y="779714"/>
                    </a:cubicBezTo>
                    <a:cubicBezTo>
                      <a:pt x="122206" y="782000"/>
                      <a:pt x="122491" y="784286"/>
                      <a:pt x="122968" y="786477"/>
                    </a:cubicBezTo>
                    <a:cubicBezTo>
                      <a:pt x="123063" y="786953"/>
                      <a:pt x="123158" y="787334"/>
                      <a:pt x="123254" y="787715"/>
                    </a:cubicBezTo>
                    <a:cubicBezTo>
                      <a:pt x="123730" y="790192"/>
                      <a:pt x="124396" y="792573"/>
                      <a:pt x="125063" y="794859"/>
                    </a:cubicBezTo>
                    <a:cubicBezTo>
                      <a:pt x="125158" y="795050"/>
                      <a:pt x="125158" y="795240"/>
                      <a:pt x="125254" y="795431"/>
                    </a:cubicBezTo>
                    <a:cubicBezTo>
                      <a:pt x="134207" y="824863"/>
                      <a:pt x="157924" y="845913"/>
                      <a:pt x="185738" y="845913"/>
                    </a:cubicBezTo>
                    <a:cubicBezTo>
                      <a:pt x="221266" y="845913"/>
                      <a:pt x="250127" y="811623"/>
                      <a:pt x="250127" y="769332"/>
                    </a:cubicBezTo>
                    <a:cubicBezTo>
                      <a:pt x="250127" y="762379"/>
                      <a:pt x="249269" y="755711"/>
                      <a:pt x="247840" y="749234"/>
                    </a:cubicBezTo>
                    <a:cubicBezTo>
                      <a:pt x="257842" y="776000"/>
                      <a:pt x="280416" y="794669"/>
                      <a:pt x="306610" y="794669"/>
                    </a:cubicBezTo>
                    <a:cubicBezTo>
                      <a:pt x="342138" y="794669"/>
                      <a:pt x="370999" y="760378"/>
                      <a:pt x="370999" y="718087"/>
                    </a:cubicBezTo>
                    <a:cubicBezTo>
                      <a:pt x="371285" y="711515"/>
                      <a:pt x="370427" y="704943"/>
                      <a:pt x="369094" y="698752"/>
                    </a:cubicBezTo>
                    <a:lnTo>
                      <a:pt x="369094" y="698752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D9CCAA78-988C-466A-8D25-3DE9D2157F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Bacteriophage</a:t>
            </a:r>
          </a:p>
        </p:txBody>
      </p:sp>
      <p:grpSp>
        <p:nvGrpSpPr>
          <p:cNvPr id="16387" name="bacteriophage-virus-structure-diagram">
            <a:extLst>
              <a:ext uri="{FF2B5EF4-FFF2-40B4-BE49-F238E27FC236}">
                <a16:creationId xmlns:a16="http://schemas.microsoft.com/office/drawing/2014/main" id="{31547DCC-DE42-44BF-881E-0043B2142D56}"/>
              </a:ext>
            </a:extLst>
          </p:cNvPr>
          <p:cNvGrpSpPr>
            <a:grpSpLocks/>
          </p:cNvGrpSpPr>
          <p:nvPr/>
        </p:nvGrpSpPr>
        <p:grpSpPr bwMode="auto">
          <a:xfrm>
            <a:off x="2378075" y="1462088"/>
            <a:ext cx="2635250" cy="4627562"/>
            <a:chOff x="496" y="782"/>
            <a:chExt cx="1660" cy="2915"/>
          </a:xfrm>
        </p:grpSpPr>
        <p:sp>
          <p:nvSpPr>
            <p:cNvPr id="17323" name="Freeform 4">
              <a:extLst>
                <a:ext uri="{FF2B5EF4-FFF2-40B4-BE49-F238E27FC236}">
                  <a16:creationId xmlns:a16="http://schemas.microsoft.com/office/drawing/2014/main" id="{97D04372-0409-432C-95DA-19FCAA384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870"/>
              <a:ext cx="283" cy="227"/>
            </a:xfrm>
            <a:custGeom>
              <a:avLst/>
              <a:gdLst>
                <a:gd name="T0" fmla="*/ 6692 w 113"/>
                <a:gd name="T1" fmla="*/ 401 h 85"/>
                <a:gd name="T2" fmla="*/ 5437 w 113"/>
                <a:gd name="T3" fmla="*/ 0 h 85"/>
                <a:gd name="T4" fmla="*/ 4448 w 113"/>
                <a:gd name="T5" fmla="*/ 1071 h 85"/>
                <a:gd name="T6" fmla="*/ 0 w 113"/>
                <a:gd name="T7" fmla="*/ 14798 h 85"/>
                <a:gd name="T8" fmla="*/ 2484 w 113"/>
                <a:gd name="T9" fmla="*/ 16283 h 85"/>
                <a:gd name="T10" fmla="*/ 6221 w 113"/>
                <a:gd name="T11" fmla="*/ 5448 h 85"/>
                <a:gd name="T12" fmla="*/ 23952 w 113"/>
                <a:gd name="T13" fmla="*/ 28228 h 85"/>
                <a:gd name="T14" fmla="*/ 27899 w 113"/>
                <a:gd name="T15" fmla="*/ 30819 h 85"/>
                <a:gd name="T16" fmla="*/ 27899 w 113"/>
                <a:gd name="T17" fmla="*/ 28228 h 85"/>
                <a:gd name="T18" fmla="*/ 6692 w 113"/>
                <a:gd name="T19" fmla="*/ 401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85">
                  <a:moveTo>
                    <a:pt x="27" y="1"/>
                  </a:moveTo>
                  <a:cubicBezTo>
                    <a:pt x="26" y="0"/>
                    <a:pt x="24" y="0"/>
                    <a:pt x="22" y="0"/>
                  </a:cubicBezTo>
                  <a:cubicBezTo>
                    <a:pt x="21" y="0"/>
                    <a:pt x="19" y="2"/>
                    <a:pt x="18" y="3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8" y="30"/>
                    <a:pt x="24" y="19"/>
                    <a:pt x="25" y="15"/>
                  </a:cubicBezTo>
                  <a:cubicBezTo>
                    <a:pt x="33" y="21"/>
                    <a:pt x="75" y="59"/>
                    <a:pt x="97" y="78"/>
                  </a:cubicBezTo>
                  <a:cubicBezTo>
                    <a:pt x="113" y="85"/>
                    <a:pt x="113" y="85"/>
                    <a:pt x="113" y="85"/>
                  </a:cubicBezTo>
                  <a:cubicBezTo>
                    <a:pt x="113" y="78"/>
                    <a:pt x="113" y="78"/>
                    <a:pt x="113" y="78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4" name="Freeform 5">
              <a:extLst>
                <a:ext uri="{FF2B5EF4-FFF2-40B4-BE49-F238E27FC236}">
                  <a16:creationId xmlns:a16="http://schemas.microsoft.com/office/drawing/2014/main" id="{9524A9D1-CF28-4B25-BE9D-6AB1B67BA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3068"/>
              <a:ext cx="107" cy="184"/>
            </a:xfrm>
            <a:custGeom>
              <a:avLst/>
              <a:gdLst>
                <a:gd name="T0" fmla="*/ 465 w 43"/>
                <a:gd name="T1" fmla="*/ 21597 h 69"/>
                <a:gd name="T2" fmla="*/ 953 w 43"/>
                <a:gd name="T3" fmla="*/ 24120 h 69"/>
                <a:gd name="T4" fmla="*/ 2879 w 43"/>
                <a:gd name="T5" fmla="*/ 23304 h 69"/>
                <a:gd name="T6" fmla="*/ 10197 w 43"/>
                <a:gd name="T7" fmla="*/ 661 h 69"/>
                <a:gd name="T8" fmla="*/ 7629 w 43"/>
                <a:gd name="T9" fmla="*/ 0 h 69"/>
                <a:gd name="T10" fmla="*/ 465 w 43"/>
                <a:gd name="T11" fmla="*/ 21597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9">
                  <a:moveTo>
                    <a:pt x="2" y="60"/>
                  </a:moveTo>
                  <a:cubicBezTo>
                    <a:pt x="0" y="62"/>
                    <a:pt x="2" y="66"/>
                    <a:pt x="4" y="67"/>
                  </a:cubicBezTo>
                  <a:cubicBezTo>
                    <a:pt x="7" y="69"/>
                    <a:pt x="11" y="68"/>
                    <a:pt x="12" y="65"/>
                  </a:cubicBezTo>
                  <a:cubicBezTo>
                    <a:pt x="12" y="65"/>
                    <a:pt x="28" y="33"/>
                    <a:pt x="43" y="2"/>
                  </a:cubicBezTo>
                  <a:cubicBezTo>
                    <a:pt x="39" y="1"/>
                    <a:pt x="35" y="0"/>
                    <a:pt x="32" y="0"/>
                  </a:cubicBezTo>
                  <a:lnTo>
                    <a:pt x="2" y="60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5" name="Freeform 6">
              <a:extLst>
                <a:ext uri="{FF2B5EF4-FFF2-40B4-BE49-F238E27FC236}">
                  <a16:creationId xmlns:a16="http://schemas.microsoft.com/office/drawing/2014/main" id="{BE4E2780-E197-44B2-BA3B-D1F01E4D4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006"/>
              <a:ext cx="43" cy="40"/>
            </a:xfrm>
            <a:custGeom>
              <a:avLst/>
              <a:gdLst>
                <a:gd name="T0" fmla="*/ 0 w 17"/>
                <a:gd name="T1" fmla="*/ 4301 h 15"/>
                <a:gd name="T2" fmla="*/ 3109 w 17"/>
                <a:gd name="T3" fmla="*/ 5405 h 15"/>
                <a:gd name="T4" fmla="*/ 4467 w 17"/>
                <a:gd name="T5" fmla="*/ 1459 h 15"/>
                <a:gd name="T6" fmla="*/ 1556 w 17"/>
                <a:gd name="T7" fmla="*/ 0 h 15"/>
                <a:gd name="T8" fmla="*/ 0 w 17"/>
                <a:gd name="T9" fmla="*/ 430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12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4" y="11"/>
                    <a:pt x="15" y="8"/>
                    <a:pt x="17" y="4"/>
                  </a:cubicBezTo>
                  <a:cubicBezTo>
                    <a:pt x="13" y="3"/>
                    <a:pt x="10" y="1"/>
                    <a:pt x="6" y="0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6" name="Freeform 7">
              <a:extLst>
                <a:ext uri="{FF2B5EF4-FFF2-40B4-BE49-F238E27FC236}">
                  <a16:creationId xmlns:a16="http://schemas.microsoft.com/office/drawing/2014/main" id="{09D67828-8E38-4CC1-8310-CAAD7B8B6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3025"/>
              <a:ext cx="622" cy="672"/>
            </a:xfrm>
            <a:custGeom>
              <a:avLst/>
              <a:gdLst>
                <a:gd name="T0" fmla="*/ 60309 w 249"/>
                <a:gd name="T1" fmla="*/ 16589 h 252"/>
                <a:gd name="T2" fmla="*/ 60309 w 249"/>
                <a:gd name="T3" fmla="*/ 12536 h 252"/>
                <a:gd name="T4" fmla="*/ 25784 w 249"/>
                <a:gd name="T5" fmla="*/ 397 h 252"/>
                <a:gd name="T6" fmla="*/ 24018 w 249"/>
                <a:gd name="T7" fmla="*/ 1459 h 252"/>
                <a:gd name="T8" fmla="*/ 187 w 249"/>
                <a:gd name="T9" fmla="*/ 87779 h 252"/>
                <a:gd name="T10" fmla="*/ 967 w 249"/>
                <a:gd name="T11" fmla="*/ 90205 h 252"/>
                <a:gd name="T12" fmla="*/ 2915 w 249"/>
                <a:gd name="T13" fmla="*/ 89144 h 252"/>
                <a:gd name="T14" fmla="*/ 26251 w 249"/>
                <a:gd name="T15" fmla="*/ 4701 h 252"/>
                <a:gd name="T16" fmla="*/ 59997 w 249"/>
                <a:gd name="T17" fmla="*/ 16589 h 252"/>
                <a:gd name="T18" fmla="*/ 60509 w 249"/>
                <a:gd name="T19" fmla="*/ 16589 h 252"/>
                <a:gd name="T20" fmla="*/ 60309 w 249"/>
                <a:gd name="T21" fmla="*/ 16589 h 2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9" h="252">
                  <a:moveTo>
                    <a:pt x="248" y="46"/>
                  </a:moveTo>
                  <a:cubicBezTo>
                    <a:pt x="248" y="35"/>
                    <a:pt x="248" y="35"/>
                    <a:pt x="248" y="35"/>
                  </a:cubicBezTo>
                  <a:cubicBezTo>
                    <a:pt x="106" y="1"/>
                    <a:pt x="106" y="1"/>
                    <a:pt x="106" y="1"/>
                  </a:cubicBezTo>
                  <a:cubicBezTo>
                    <a:pt x="103" y="0"/>
                    <a:pt x="101" y="1"/>
                    <a:pt x="99" y="4"/>
                  </a:cubicBezTo>
                  <a:cubicBezTo>
                    <a:pt x="1" y="244"/>
                    <a:pt x="1" y="244"/>
                    <a:pt x="1" y="244"/>
                  </a:cubicBezTo>
                  <a:cubicBezTo>
                    <a:pt x="0" y="247"/>
                    <a:pt x="1" y="250"/>
                    <a:pt x="4" y="251"/>
                  </a:cubicBezTo>
                  <a:cubicBezTo>
                    <a:pt x="7" y="252"/>
                    <a:pt x="11" y="251"/>
                    <a:pt x="12" y="248"/>
                  </a:cubicBezTo>
                  <a:cubicBezTo>
                    <a:pt x="12" y="248"/>
                    <a:pt x="104" y="21"/>
                    <a:pt x="108" y="13"/>
                  </a:cubicBezTo>
                  <a:cubicBezTo>
                    <a:pt x="116" y="15"/>
                    <a:pt x="247" y="46"/>
                    <a:pt x="247" y="46"/>
                  </a:cubicBezTo>
                  <a:cubicBezTo>
                    <a:pt x="248" y="46"/>
                    <a:pt x="248" y="46"/>
                    <a:pt x="249" y="46"/>
                  </a:cubicBezTo>
                  <a:cubicBezTo>
                    <a:pt x="249" y="46"/>
                    <a:pt x="248" y="46"/>
                    <a:pt x="248" y="46"/>
                  </a:cubicBez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7" name="Freeform 8">
              <a:extLst>
                <a:ext uri="{FF2B5EF4-FFF2-40B4-BE49-F238E27FC236}">
                  <a16:creationId xmlns:a16="http://schemas.microsoft.com/office/drawing/2014/main" id="{B84AECA6-D465-4F62-9C31-927A5CB13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182"/>
              <a:ext cx="15" cy="51"/>
            </a:xfrm>
            <a:custGeom>
              <a:avLst/>
              <a:gdLst>
                <a:gd name="T0" fmla="*/ 783 w 6"/>
                <a:gd name="T1" fmla="*/ 0 h 19"/>
                <a:gd name="T2" fmla="*/ 0 w 6"/>
                <a:gd name="T3" fmla="*/ 0 h 19"/>
                <a:gd name="T4" fmla="*/ 0 w 6"/>
                <a:gd name="T5" fmla="*/ 0 h 19"/>
                <a:gd name="T6" fmla="*/ 0 w 6"/>
                <a:gd name="T7" fmla="*/ 5972 h 19"/>
                <a:gd name="T8" fmla="*/ 783 w 6"/>
                <a:gd name="T9" fmla="*/ 7119 h 19"/>
                <a:gd name="T10" fmla="*/ 1488 w 6"/>
                <a:gd name="T11" fmla="*/ 5972 h 19"/>
                <a:gd name="T12" fmla="*/ 1488 w 6"/>
                <a:gd name="T13" fmla="*/ 0 h 19"/>
                <a:gd name="T14" fmla="*/ 1488 w 6"/>
                <a:gd name="T15" fmla="*/ 0 h 19"/>
                <a:gd name="T16" fmla="*/ 783 w 6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8"/>
                    <a:pt x="1" y="19"/>
                    <a:pt x="3" y="19"/>
                  </a:cubicBezTo>
                  <a:cubicBezTo>
                    <a:pt x="5" y="19"/>
                    <a:pt x="6" y="18"/>
                    <a:pt x="6" y="1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8" name="Freeform 9">
              <a:extLst>
                <a:ext uri="{FF2B5EF4-FFF2-40B4-BE49-F238E27FC236}">
                  <a16:creationId xmlns:a16="http://schemas.microsoft.com/office/drawing/2014/main" id="{0971CED3-ADC1-4C09-8E89-F6569FA67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177"/>
              <a:ext cx="22" cy="53"/>
            </a:xfrm>
            <a:custGeom>
              <a:avLst/>
              <a:gdLst>
                <a:gd name="T0" fmla="*/ 616 w 9"/>
                <a:gd name="T1" fmla="*/ 0 h 20"/>
                <a:gd name="T2" fmla="*/ 0 w 9"/>
                <a:gd name="T3" fmla="*/ 5470 h 20"/>
                <a:gd name="T4" fmla="*/ 425 w 9"/>
                <a:gd name="T5" fmla="*/ 6551 h 20"/>
                <a:gd name="T6" fmla="*/ 1315 w 9"/>
                <a:gd name="T7" fmla="*/ 5864 h 20"/>
                <a:gd name="T8" fmla="*/ 1931 w 9"/>
                <a:gd name="T9" fmla="*/ 392 h 20"/>
                <a:gd name="T10" fmla="*/ 1931 w 9"/>
                <a:gd name="T11" fmla="*/ 0 h 20"/>
                <a:gd name="T12" fmla="*/ 616 w 9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3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1" y="19"/>
                    <a:pt x="2" y="19"/>
                  </a:cubicBezTo>
                  <a:cubicBezTo>
                    <a:pt x="4" y="20"/>
                    <a:pt x="5" y="19"/>
                    <a:pt x="6" y="17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9" name="Freeform 10">
              <a:extLst>
                <a:ext uri="{FF2B5EF4-FFF2-40B4-BE49-F238E27FC236}">
                  <a16:creationId xmlns:a16="http://schemas.microsoft.com/office/drawing/2014/main" id="{8F2A42AD-6CA8-47B0-97A3-AB78B4F2F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3153"/>
              <a:ext cx="30" cy="56"/>
            </a:xfrm>
            <a:custGeom>
              <a:avLst/>
              <a:gdLst>
                <a:gd name="T0" fmla="*/ 1770 w 12"/>
                <a:gd name="T1" fmla="*/ 0 h 21"/>
                <a:gd name="T2" fmla="*/ 1770 w 12"/>
                <a:gd name="T3" fmla="*/ 397 h 21"/>
                <a:gd name="T4" fmla="*/ 0 w 12"/>
                <a:gd name="T5" fmla="*/ 5824 h 21"/>
                <a:gd name="T6" fmla="*/ 520 w 12"/>
                <a:gd name="T7" fmla="*/ 7133 h 21"/>
                <a:gd name="T8" fmla="*/ 1300 w 12"/>
                <a:gd name="T9" fmla="*/ 6883 h 21"/>
                <a:gd name="T10" fmla="*/ 2938 w 12"/>
                <a:gd name="T11" fmla="*/ 1459 h 21"/>
                <a:gd name="T12" fmla="*/ 1770 w 12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1">
                  <a:moveTo>
                    <a:pt x="7" y="0"/>
                  </a:moveTo>
                  <a:cubicBezTo>
                    <a:pt x="7" y="0"/>
                    <a:pt x="7" y="1"/>
                    <a:pt x="7" y="1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8"/>
                    <a:pt x="0" y="20"/>
                    <a:pt x="2" y="20"/>
                  </a:cubicBezTo>
                  <a:cubicBezTo>
                    <a:pt x="3" y="21"/>
                    <a:pt x="5" y="20"/>
                    <a:pt x="5" y="19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0" y="3"/>
                    <a:pt x="8" y="1"/>
                    <a:pt x="7" y="0"/>
                  </a:cubicBez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0" name="Freeform 11">
              <a:extLst>
                <a:ext uri="{FF2B5EF4-FFF2-40B4-BE49-F238E27FC236}">
                  <a16:creationId xmlns:a16="http://schemas.microsoft.com/office/drawing/2014/main" id="{9232E8F6-0C3F-4628-8676-05D0C1444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2937"/>
              <a:ext cx="690" cy="488"/>
            </a:xfrm>
            <a:custGeom>
              <a:avLst/>
              <a:gdLst>
                <a:gd name="T0" fmla="*/ 67395 w 276"/>
                <a:gd name="T1" fmla="*/ 21597 h 183"/>
                <a:gd name="T2" fmla="*/ 30783 w 276"/>
                <a:gd name="T3" fmla="*/ 397 h 183"/>
                <a:gd name="T4" fmla="*/ 29113 w 276"/>
                <a:gd name="T5" fmla="*/ 1059 h 183"/>
                <a:gd name="T6" fmla="*/ 520 w 276"/>
                <a:gd name="T7" fmla="*/ 62557 h 183"/>
                <a:gd name="T8" fmla="*/ 783 w 276"/>
                <a:gd name="T9" fmla="*/ 65387 h 183"/>
                <a:gd name="T10" fmla="*/ 2738 w 276"/>
                <a:gd name="T11" fmla="*/ 64717 h 183"/>
                <a:gd name="T12" fmla="*/ 30783 w 276"/>
                <a:gd name="T13" fmla="*/ 4701 h 183"/>
                <a:gd name="T14" fmla="*/ 60083 w 276"/>
                <a:gd name="T15" fmla="*/ 21995 h 183"/>
                <a:gd name="T16" fmla="*/ 67395 w 276"/>
                <a:gd name="T17" fmla="*/ 24427 h 183"/>
                <a:gd name="T18" fmla="*/ 67395 w 276"/>
                <a:gd name="T19" fmla="*/ 21597 h 1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183">
                  <a:moveTo>
                    <a:pt x="276" y="60"/>
                  </a:moveTo>
                  <a:cubicBezTo>
                    <a:pt x="126" y="1"/>
                    <a:pt x="126" y="1"/>
                    <a:pt x="126" y="1"/>
                  </a:cubicBezTo>
                  <a:cubicBezTo>
                    <a:pt x="123" y="0"/>
                    <a:pt x="121" y="1"/>
                    <a:pt x="119" y="3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0" y="176"/>
                    <a:pt x="1" y="180"/>
                    <a:pt x="3" y="182"/>
                  </a:cubicBezTo>
                  <a:cubicBezTo>
                    <a:pt x="6" y="183"/>
                    <a:pt x="9" y="183"/>
                    <a:pt x="11" y="180"/>
                  </a:cubicBezTo>
                  <a:cubicBezTo>
                    <a:pt x="11" y="180"/>
                    <a:pt x="120" y="20"/>
                    <a:pt x="126" y="13"/>
                  </a:cubicBezTo>
                  <a:cubicBezTo>
                    <a:pt x="131" y="15"/>
                    <a:pt x="205" y="44"/>
                    <a:pt x="246" y="61"/>
                  </a:cubicBezTo>
                  <a:cubicBezTo>
                    <a:pt x="276" y="68"/>
                    <a:pt x="276" y="68"/>
                    <a:pt x="276" y="68"/>
                  </a:cubicBezTo>
                  <a:lnTo>
                    <a:pt x="276" y="60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1" name="Freeform 12">
              <a:extLst>
                <a:ext uri="{FF2B5EF4-FFF2-40B4-BE49-F238E27FC236}">
                  <a16:creationId xmlns:a16="http://schemas.microsoft.com/office/drawing/2014/main" id="{0228AE52-A594-4161-950D-D0C4C9D4F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782"/>
              <a:ext cx="438" cy="496"/>
            </a:xfrm>
            <a:custGeom>
              <a:avLst/>
              <a:gdLst>
                <a:gd name="T0" fmla="*/ 438 w 438"/>
                <a:gd name="T1" fmla="*/ 0 h 496"/>
                <a:gd name="T2" fmla="*/ 123 w 438"/>
                <a:gd name="T3" fmla="*/ 496 h 496"/>
                <a:gd name="T4" fmla="*/ 0 w 438"/>
                <a:gd name="T5" fmla="*/ 235 h 496"/>
                <a:gd name="T6" fmla="*/ 438 w 438"/>
                <a:gd name="T7" fmla="*/ 0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496">
                  <a:moveTo>
                    <a:pt x="438" y="0"/>
                  </a:moveTo>
                  <a:lnTo>
                    <a:pt x="123" y="496"/>
                  </a:lnTo>
                  <a:lnTo>
                    <a:pt x="0" y="235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2" name="Freeform 13">
              <a:extLst>
                <a:ext uri="{FF2B5EF4-FFF2-40B4-BE49-F238E27FC236}">
                  <a16:creationId xmlns:a16="http://schemas.microsoft.com/office/drawing/2014/main" id="{0F380E6F-D369-4901-B3AF-4C0BA6A4D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017"/>
              <a:ext cx="123" cy="749"/>
            </a:xfrm>
            <a:custGeom>
              <a:avLst/>
              <a:gdLst>
                <a:gd name="T0" fmla="*/ 0 w 123"/>
                <a:gd name="T1" fmla="*/ 749 h 749"/>
                <a:gd name="T2" fmla="*/ 0 w 123"/>
                <a:gd name="T3" fmla="*/ 0 h 749"/>
                <a:gd name="T4" fmla="*/ 123 w 123"/>
                <a:gd name="T5" fmla="*/ 261 h 749"/>
                <a:gd name="T6" fmla="*/ 0 w 123"/>
                <a:gd name="T7" fmla="*/ 749 h 7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749">
                  <a:moveTo>
                    <a:pt x="0" y="749"/>
                  </a:moveTo>
                  <a:lnTo>
                    <a:pt x="0" y="0"/>
                  </a:lnTo>
                  <a:lnTo>
                    <a:pt x="123" y="261"/>
                  </a:lnTo>
                  <a:lnTo>
                    <a:pt x="0" y="749"/>
                  </a:lnTo>
                  <a:close/>
                </a:path>
              </a:pathLst>
            </a:custGeom>
            <a:solidFill>
              <a:srgbClr val="D8E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3" name="Freeform 14">
              <a:extLst>
                <a:ext uri="{FF2B5EF4-FFF2-40B4-BE49-F238E27FC236}">
                  <a16:creationId xmlns:a16="http://schemas.microsoft.com/office/drawing/2014/main" id="{FB44DE7F-3CE7-4DA0-ADBA-CFE8FEB8F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278"/>
              <a:ext cx="435" cy="779"/>
            </a:xfrm>
            <a:custGeom>
              <a:avLst/>
              <a:gdLst>
                <a:gd name="T0" fmla="*/ 120 w 435"/>
                <a:gd name="T1" fmla="*/ 0 h 779"/>
                <a:gd name="T2" fmla="*/ 120 w 435"/>
                <a:gd name="T3" fmla="*/ 0 h 779"/>
                <a:gd name="T4" fmla="*/ 0 w 435"/>
                <a:gd name="T5" fmla="*/ 486 h 779"/>
                <a:gd name="T6" fmla="*/ 0 w 435"/>
                <a:gd name="T7" fmla="*/ 488 h 779"/>
                <a:gd name="T8" fmla="*/ 435 w 435"/>
                <a:gd name="T9" fmla="*/ 779 h 779"/>
                <a:gd name="T10" fmla="*/ 120 w 435"/>
                <a:gd name="T11" fmla="*/ 0 h 7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5" h="779">
                  <a:moveTo>
                    <a:pt x="120" y="0"/>
                  </a:moveTo>
                  <a:lnTo>
                    <a:pt x="120" y="0"/>
                  </a:lnTo>
                  <a:lnTo>
                    <a:pt x="0" y="486"/>
                  </a:lnTo>
                  <a:lnTo>
                    <a:pt x="0" y="488"/>
                  </a:lnTo>
                  <a:lnTo>
                    <a:pt x="435" y="779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B4D2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4" name="Freeform 15">
              <a:extLst>
                <a:ext uri="{FF2B5EF4-FFF2-40B4-BE49-F238E27FC236}">
                  <a16:creationId xmlns:a16="http://schemas.microsoft.com/office/drawing/2014/main" id="{CFD9C2A8-B7CE-462E-860F-D52447D37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782"/>
              <a:ext cx="437" cy="496"/>
            </a:xfrm>
            <a:custGeom>
              <a:avLst/>
              <a:gdLst>
                <a:gd name="T0" fmla="*/ 0 w 437"/>
                <a:gd name="T1" fmla="*/ 0 h 496"/>
                <a:gd name="T2" fmla="*/ 315 w 437"/>
                <a:gd name="T3" fmla="*/ 496 h 496"/>
                <a:gd name="T4" fmla="*/ 437 w 437"/>
                <a:gd name="T5" fmla="*/ 235 h 496"/>
                <a:gd name="T6" fmla="*/ 0 w 437"/>
                <a:gd name="T7" fmla="*/ 0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7" h="496">
                  <a:moveTo>
                    <a:pt x="0" y="0"/>
                  </a:moveTo>
                  <a:lnTo>
                    <a:pt x="315" y="496"/>
                  </a:lnTo>
                  <a:lnTo>
                    <a:pt x="437" y="2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D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5" name="Freeform 16">
              <a:extLst>
                <a:ext uri="{FF2B5EF4-FFF2-40B4-BE49-F238E27FC236}">
                  <a16:creationId xmlns:a16="http://schemas.microsoft.com/office/drawing/2014/main" id="{A98C3C00-8924-4746-8712-5ABB8B655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782"/>
              <a:ext cx="630" cy="496"/>
            </a:xfrm>
            <a:custGeom>
              <a:avLst/>
              <a:gdLst>
                <a:gd name="T0" fmla="*/ 315 w 630"/>
                <a:gd name="T1" fmla="*/ 0 h 496"/>
                <a:gd name="T2" fmla="*/ 315 w 630"/>
                <a:gd name="T3" fmla="*/ 0 h 496"/>
                <a:gd name="T4" fmla="*/ 315 w 630"/>
                <a:gd name="T5" fmla="*/ 0 h 496"/>
                <a:gd name="T6" fmla="*/ 315 w 630"/>
                <a:gd name="T7" fmla="*/ 0 h 496"/>
                <a:gd name="T8" fmla="*/ 315 w 630"/>
                <a:gd name="T9" fmla="*/ 0 h 496"/>
                <a:gd name="T10" fmla="*/ 0 w 630"/>
                <a:gd name="T11" fmla="*/ 496 h 496"/>
                <a:gd name="T12" fmla="*/ 630 w 630"/>
                <a:gd name="T13" fmla="*/ 496 h 496"/>
                <a:gd name="T14" fmla="*/ 315 w 630"/>
                <a:gd name="T15" fmla="*/ 0 h 4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496">
                  <a:moveTo>
                    <a:pt x="315" y="0"/>
                  </a:moveTo>
                  <a:lnTo>
                    <a:pt x="315" y="0"/>
                  </a:lnTo>
                  <a:lnTo>
                    <a:pt x="0" y="496"/>
                  </a:lnTo>
                  <a:lnTo>
                    <a:pt x="630" y="496"/>
                  </a:lnTo>
                  <a:lnTo>
                    <a:pt x="315" y="0"/>
                  </a:lnTo>
                  <a:close/>
                </a:path>
              </a:pathLst>
            </a:custGeom>
            <a:solidFill>
              <a:srgbClr val="D8E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6" name="Freeform 17">
              <a:extLst>
                <a:ext uri="{FF2B5EF4-FFF2-40B4-BE49-F238E27FC236}">
                  <a16:creationId xmlns:a16="http://schemas.microsoft.com/office/drawing/2014/main" id="{B655C0CF-37ED-4420-8197-7B7F9234E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278"/>
              <a:ext cx="630" cy="779"/>
            </a:xfrm>
            <a:custGeom>
              <a:avLst/>
              <a:gdLst>
                <a:gd name="T0" fmla="*/ 315 w 630"/>
                <a:gd name="T1" fmla="*/ 779 h 779"/>
                <a:gd name="T2" fmla="*/ 630 w 630"/>
                <a:gd name="T3" fmla="*/ 0 h 779"/>
                <a:gd name="T4" fmla="*/ 0 w 630"/>
                <a:gd name="T5" fmla="*/ 0 h 779"/>
                <a:gd name="T6" fmla="*/ 315 w 630"/>
                <a:gd name="T7" fmla="*/ 779 h 779"/>
                <a:gd name="T8" fmla="*/ 315 w 630"/>
                <a:gd name="T9" fmla="*/ 779 h 779"/>
                <a:gd name="T10" fmla="*/ 315 w 630"/>
                <a:gd name="T11" fmla="*/ 779 h 779"/>
                <a:gd name="T12" fmla="*/ 315 w 630"/>
                <a:gd name="T13" fmla="*/ 779 h 779"/>
                <a:gd name="T14" fmla="*/ 315 w 630"/>
                <a:gd name="T15" fmla="*/ 779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779">
                  <a:moveTo>
                    <a:pt x="315" y="779"/>
                  </a:moveTo>
                  <a:lnTo>
                    <a:pt x="630" y="0"/>
                  </a:lnTo>
                  <a:lnTo>
                    <a:pt x="0" y="0"/>
                  </a:lnTo>
                  <a:lnTo>
                    <a:pt x="315" y="779"/>
                  </a:lnTo>
                  <a:close/>
                </a:path>
              </a:pathLst>
            </a:custGeom>
            <a:solidFill>
              <a:srgbClr val="9CC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7" name="Freeform 18">
              <a:extLst>
                <a:ext uri="{FF2B5EF4-FFF2-40B4-BE49-F238E27FC236}">
                  <a16:creationId xmlns:a16="http://schemas.microsoft.com/office/drawing/2014/main" id="{B461B319-84AF-47C4-AC6C-523149260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017"/>
              <a:ext cx="122" cy="749"/>
            </a:xfrm>
            <a:custGeom>
              <a:avLst/>
              <a:gdLst>
                <a:gd name="T0" fmla="*/ 122 w 122"/>
                <a:gd name="T1" fmla="*/ 749 h 749"/>
                <a:gd name="T2" fmla="*/ 122 w 122"/>
                <a:gd name="T3" fmla="*/ 0 h 749"/>
                <a:gd name="T4" fmla="*/ 0 w 122"/>
                <a:gd name="T5" fmla="*/ 261 h 749"/>
                <a:gd name="T6" fmla="*/ 122 w 122"/>
                <a:gd name="T7" fmla="*/ 749 h 7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749">
                  <a:moveTo>
                    <a:pt x="122" y="749"/>
                  </a:moveTo>
                  <a:lnTo>
                    <a:pt x="122" y="0"/>
                  </a:lnTo>
                  <a:lnTo>
                    <a:pt x="0" y="261"/>
                  </a:lnTo>
                  <a:lnTo>
                    <a:pt x="122" y="749"/>
                  </a:lnTo>
                  <a:close/>
                </a:path>
              </a:pathLst>
            </a:custGeom>
            <a:solidFill>
              <a:srgbClr val="72B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8" name="Freeform 19">
              <a:extLst>
                <a:ext uri="{FF2B5EF4-FFF2-40B4-BE49-F238E27FC236}">
                  <a16:creationId xmlns:a16="http://schemas.microsoft.com/office/drawing/2014/main" id="{8AE578AF-1318-4404-BAAB-CE788D8B5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278"/>
              <a:ext cx="437" cy="779"/>
            </a:xfrm>
            <a:custGeom>
              <a:avLst/>
              <a:gdLst>
                <a:gd name="T0" fmla="*/ 315 w 437"/>
                <a:gd name="T1" fmla="*/ 0 h 779"/>
                <a:gd name="T2" fmla="*/ 315 w 437"/>
                <a:gd name="T3" fmla="*/ 0 h 779"/>
                <a:gd name="T4" fmla="*/ 437 w 437"/>
                <a:gd name="T5" fmla="*/ 486 h 779"/>
                <a:gd name="T6" fmla="*/ 437 w 437"/>
                <a:gd name="T7" fmla="*/ 488 h 779"/>
                <a:gd name="T8" fmla="*/ 0 w 437"/>
                <a:gd name="T9" fmla="*/ 779 h 779"/>
                <a:gd name="T10" fmla="*/ 315 w 437"/>
                <a:gd name="T11" fmla="*/ 0 h 7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7" h="779">
                  <a:moveTo>
                    <a:pt x="315" y="0"/>
                  </a:moveTo>
                  <a:lnTo>
                    <a:pt x="315" y="0"/>
                  </a:lnTo>
                  <a:lnTo>
                    <a:pt x="437" y="486"/>
                  </a:lnTo>
                  <a:lnTo>
                    <a:pt x="437" y="488"/>
                  </a:lnTo>
                  <a:lnTo>
                    <a:pt x="0" y="779"/>
                  </a:lnTo>
                  <a:lnTo>
                    <a:pt x="315" y="0"/>
                  </a:lnTo>
                  <a:close/>
                </a:path>
              </a:pathLst>
            </a:custGeom>
            <a:solidFill>
              <a:srgbClr val="87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9" name="Freeform 20">
              <a:extLst>
                <a:ext uri="{FF2B5EF4-FFF2-40B4-BE49-F238E27FC236}">
                  <a16:creationId xmlns:a16="http://schemas.microsoft.com/office/drawing/2014/main" id="{45725DDE-51B4-4082-BDBF-43161BB2B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009"/>
              <a:ext cx="280" cy="64"/>
            </a:xfrm>
            <a:custGeom>
              <a:avLst/>
              <a:gdLst>
                <a:gd name="T0" fmla="*/ 20520 w 112"/>
                <a:gd name="T1" fmla="*/ 0 h 24"/>
                <a:gd name="T2" fmla="*/ 13675 w 112"/>
                <a:gd name="T3" fmla="*/ 6464 h 24"/>
                <a:gd name="T4" fmla="*/ 13675 w 112"/>
                <a:gd name="T5" fmla="*/ 6464 h 24"/>
                <a:gd name="T6" fmla="*/ 13675 w 112"/>
                <a:gd name="T7" fmla="*/ 6464 h 24"/>
                <a:gd name="T8" fmla="*/ 13675 w 112"/>
                <a:gd name="T9" fmla="*/ 6464 h 24"/>
                <a:gd name="T10" fmla="*/ 13675 w 112"/>
                <a:gd name="T11" fmla="*/ 6464 h 24"/>
                <a:gd name="T12" fmla="*/ 13675 w 112"/>
                <a:gd name="T13" fmla="*/ 6464 h 24"/>
                <a:gd name="T14" fmla="*/ 13675 w 112"/>
                <a:gd name="T15" fmla="*/ 6464 h 24"/>
                <a:gd name="T16" fmla="*/ 13675 w 112"/>
                <a:gd name="T17" fmla="*/ 6464 h 24"/>
                <a:gd name="T18" fmla="*/ 13675 w 112"/>
                <a:gd name="T19" fmla="*/ 6464 h 24"/>
                <a:gd name="T20" fmla="*/ 13675 w 112"/>
                <a:gd name="T21" fmla="*/ 6464 h 24"/>
                <a:gd name="T22" fmla="*/ 13675 w 112"/>
                <a:gd name="T23" fmla="*/ 6464 h 24"/>
                <a:gd name="T24" fmla="*/ 13675 w 112"/>
                <a:gd name="T25" fmla="*/ 6464 h 24"/>
                <a:gd name="T26" fmla="*/ 13675 w 112"/>
                <a:gd name="T27" fmla="*/ 6464 h 24"/>
                <a:gd name="T28" fmla="*/ 6845 w 112"/>
                <a:gd name="T29" fmla="*/ 0 h 24"/>
                <a:gd name="T30" fmla="*/ 0 w 112"/>
                <a:gd name="T31" fmla="*/ 4301 h 24"/>
                <a:gd name="T32" fmla="*/ 13675 w 112"/>
                <a:gd name="T33" fmla="*/ 8648 h 24"/>
                <a:gd name="T34" fmla="*/ 27345 w 112"/>
                <a:gd name="T35" fmla="*/ 4301 h 24"/>
                <a:gd name="T36" fmla="*/ 20520 w 112"/>
                <a:gd name="T37" fmla="*/ 0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2" h="24">
                  <a:moveTo>
                    <a:pt x="84" y="0"/>
                  </a:move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12" y="3"/>
                    <a:pt x="0" y="7"/>
                    <a:pt x="0" y="12"/>
                  </a:cubicBezTo>
                  <a:cubicBezTo>
                    <a:pt x="0" y="19"/>
                    <a:pt x="25" y="24"/>
                    <a:pt x="56" y="24"/>
                  </a:cubicBezTo>
                  <a:cubicBezTo>
                    <a:pt x="87" y="24"/>
                    <a:pt x="112" y="19"/>
                    <a:pt x="112" y="12"/>
                  </a:cubicBezTo>
                  <a:cubicBezTo>
                    <a:pt x="112" y="7"/>
                    <a:pt x="101" y="3"/>
                    <a:pt x="84" y="0"/>
                  </a:cubicBezTo>
                  <a:close/>
                </a:path>
              </a:pathLst>
            </a:custGeom>
            <a:solidFill>
              <a:srgbClr val="9B8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0" name="Freeform 21">
              <a:extLst>
                <a:ext uri="{FF2B5EF4-FFF2-40B4-BE49-F238E27FC236}">
                  <a16:creationId xmlns:a16="http://schemas.microsoft.com/office/drawing/2014/main" id="{EE6AAFB1-6B0C-43A0-9D23-7B6389FB1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041"/>
              <a:ext cx="280" cy="72"/>
            </a:xfrm>
            <a:custGeom>
              <a:avLst/>
              <a:gdLst>
                <a:gd name="T0" fmla="*/ 27345 w 112"/>
                <a:gd name="T1" fmla="*/ 5005 h 27"/>
                <a:gd name="T2" fmla="*/ 13675 w 112"/>
                <a:gd name="T3" fmla="*/ 9707 h 27"/>
                <a:gd name="T4" fmla="*/ 0 w 112"/>
                <a:gd name="T5" fmla="*/ 5005 h 27"/>
                <a:gd name="T6" fmla="*/ 0 w 112"/>
                <a:gd name="T7" fmla="*/ 0 h 27"/>
                <a:gd name="T8" fmla="*/ 13675 w 112"/>
                <a:gd name="T9" fmla="*/ 4301 h 27"/>
                <a:gd name="T10" fmla="*/ 27345 w 112"/>
                <a:gd name="T11" fmla="*/ 0 h 27"/>
                <a:gd name="T12" fmla="*/ 27345 w 112"/>
                <a:gd name="T13" fmla="*/ 500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27">
                  <a:moveTo>
                    <a:pt x="112" y="14"/>
                  </a:moveTo>
                  <a:cubicBezTo>
                    <a:pt x="112" y="21"/>
                    <a:pt x="87" y="27"/>
                    <a:pt x="56" y="27"/>
                  </a:cubicBezTo>
                  <a:cubicBezTo>
                    <a:pt x="25" y="27"/>
                    <a:pt x="0" y="21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25" y="12"/>
                    <a:pt x="56" y="12"/>
                  </a:cubicBezTo>
                  <a:cubicBezTo>
                    <a:pt x="87" y="12"/>
                    <a:pt x="112" y="7"/>
                    <a:pt x="112" y="0"/>
                  </a:cubicBezTo>
                  <a:lnTo>
                    <a:pt x="112" y="14"/>
                  </a:lnTo>
                  <a:close/>
                </a:path>
              </a:pathLst>
            </a:custGeom>
            <a:solidFill>
              <a:srgbClr val="C1B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1" name="Freeform 22">
              <a:extLst>
                <a:ext uri="{FF2B5EF4-FFF2-40B4-BE49-F238E27FC236}">
                  <a16:creationId xmlns:a16="http://schemas.microsoft.com/office/drawing/2014/main" id="{0CA5EA79-1D3E-4DB1-943E-164989EEA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100"/>
              <a:ext cx="242" cy="45"/>
            </a:xfrm>
            <a:custGeom>
              <a:avLst/>
              <a:gdLst>
                <a:gd name="T0" fmla="*/ 21927 w 97"/>
                <a:gd name="T1" fmla="*/ 0 h 17"/>
                <a:gd name="T2" fmla="*/ 11584 w 97"/>
                <a:gd name="T3" fmla="*/ 1668 h 17"/>
                <a:gd name="T4" fmla="*/ 1432 w 97"/>
                <a:gd name="T5" fmla="*/ 0 h 17"/>
                <a:gd name="T6" fmla="*/ 0 w 97"/>
                <a:gd name="T7" fmla="*/ 1668 h 17"/>
                <a:gd name="T8" fmla="*/ 11584 w 97"/>
                <a:gd name="T9" fmla="*/ 5845 h 17"/>
                <a:gd name="T10" fmla="*/ 23404 w 97"/>
                <a:gd name="T11" fmla="*/ 1668 h 17"/>
                <a:gd name="T12" fmla="*/ 21927 w 97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17">
                  <a:moveTo>
                    <a:pt x="91" y="0"/>
                  </a:moveTo>
                  <a:cubicBezTo>
                    <a:pt x="80" y="3"/>
                    <a:pt x="65" y="5"/>
                    <a:pt x="48" y="5"/>
                  </a:cubicBezTo>
                  <a:cubicBezTo>
                    <a:pt x="31" y="5"/>
                    <a:pt x="16" y="3"/>
                    <a:pt x="6" y="0"/>
                  </a:cubicBezTo>
                  <a:cubicBezTo>
                    <a:pt x="2" y="2"/>
                    <a:pt x="0" y="3"/>
                    <a:pt x="0" y="5"/>
                  </a:cubicBezTo>
                  <a:cubicBezTo>
                    <a:pt x="0" y="12"/>
                    <a:pt x="21" y="17"/>
                    <a:pt x="48" y="17"/>
                  </a:cubicBezTo>
                  <a:cubicBezTo>
                    <a:pt x="75" y="17"/>
                    <a:pt x="97" y="12"/>
                    <a:pt x="97" y="5"/>
                  </a:cubicBezTo>
                  <a:cubicBezTo>
                    <a:pt x="97" y="3"/>
                    <a:pt x="94" y="2"/>
                    <a:pt x="91" y="0"/>
                  </a:cubicBezTo>
                  <a:close/>
                </a:path>
              </a:pathLst>
            </a:custGeom>
            <a:solidFill>
              <a:srgbClr val="9B8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2" name="Freeform 23">
              <a:extLst>
                <a:ext uri="{FF2B5EF4-FFF2-40B4-BE49-F238E27FC236}">
                  <a16:creationId xmlns:a16="http://schemas.microsoft.com/office/drawing/2014/main" id="{DDFCAF04-11BF-4094-A6CF-B3B98CCB5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113"/>
              <a:ext cx="242" cy="109"/>
            </a:xfrm>
            <a:custGeom>
              <a:avLst/>
              <a:gdLst>
                <a:gd name="T0" fmla="*/ 0 w 97"/>
                <a:gd name="T1" fmla="*/ 10637 h 41"/>
                <a:gd name="T2" fmla="*/ 11584 w 97"/>
                <a:gd name="T3" fmla="*/ 14489 h 41"/>
                <a:gd name="T4" fmla="*/ 23404 w 97"/>
                <a:gd name="T5" fmla="*/ 10637 h 41"/>
                <a:gd name="T6" fmla="*/ 23404 w 97"/>
                <a:gd name="T7" fmla="*/ 0 h 41"/>
                <a:gd name="T8" fmla="*/ 11584 w 97"/>
                <a:gd name="T9" fmla="*/ 4248 h 41"/>
                <a:gd name="T10" fmla="*/ 0 w 97"/>
                <a:gd name="T11" fmla="*/ 0 h 41"/>
                <a:gd name="T12" fmla="*/ 0 w 97"/>
                <a:gd name="T13" fmla="*/ 10637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41">
                  <a:moveTo>
                    <a:pt x="0" y="30"/>
                  </a:moveTo>
                  <a:cubicBezTo>
                    <a:pt x="0" y="36"/>
                    <a:pt x="21" y="41"/>
                    <a:pt x="48" y="41"/>
                  </a:cubicBezTo>
                  <a:cubicBezTo>
                    <a:pt x="75" y="41"/>
                    <a:pt x="97" y="36"/>
                    <a:pt x="97" y="3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7" y="7"/>
                    <a:pt x="75" y="12"/>
                    <a:pt x="48" y="12"/>
                  </a:cubicBezTo>
                  <a:cubicBezTo>
                    <a:pt x="21" y="12"/>
                    <a:pt x="0" y="7"/>
                    <a:pt x="0" y="0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C1B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3" name="Oval 24">
              <a:extLst>
                <a:ext uri="{FF2B5EF4-FFF2-40B4-BE49-F238E27FC236}">
                  <a16:creationId xmlns:a16="http://schemas.microsoft.com/office/drawing/2014/main" id="{945FE0B9-EC60-412E-AEAA-69C1F8B59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6" y="3038"/>
              <a:ext cx="280" cy="70"/>
            </a:xfrm>
            <a:prstGeom prst="ellipse">
              <a:avLst/>
            </a:prstGeom>
            <a:solidFill>
              <a:srgbClr val="9B8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44" name="Freeform 25">
              <a:extLst>
                <a:ext uri="{FF2B5EF4-FFF2-40B4-BE49-F238E27FC236}">
                  <a16:creationId xmlns:a16="http://schemas.microsoft.com/office/drawing/2014/main" id="{4DB1E5C7-056B-43F1-AD39-BAA54429F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3036"/>
              <a:ext cx="250" cy="80"/>
            </a:xfrm>
            <a:custGeom>
              <a:avLst/>
              <a:gdLst>
                <a:gd name="T0" fmla="*/ 0 w 100"/>
                <a:gd name="T1" fmla="*/ 5005 h 30"/>
                <a:gd name="T2" fmla="*/ 24425 w 100"/>
                <a:gd name="T3" fmla="*/ 5005 h 30"/>
                <a:gd name="T4" fmla="*/ 11250 w 10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0">
                  <a:moveTo>
                    <a:pt x="0" y="14"/>
                  </a:moveTo>
                  <a:cubicBezTo>
                    <a:pt x="4" y="22"/>
                    <a:pt x="70" y="30"/>
                    <a:pt x="100" y="14"/>
                  </a:cubicBezTo>
                  <a:cubicBezTo>
                    <a:pt x="46" y="0"/>
                    <a:pt x="46" y="0"/>
                    <a:pt x="46" y="0"/>
                  </a:cubicBezTo>
                </a:path>
              </a:pathLst>
            </a:custGeom>
            <a:solidFill>
              <a:srgbClr val="7C5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5" name="Freeform 26">
              <a:extLst>
                <a:ext uri="{FF2B5EF4-FFF2-40B4-BE49-F238E27FC236}">
                  <a16:creationId xmlns:a16="http://schemas.microsoft.com/office/drawing/2014/main" id="{E2BC708C-FAC0-4182-A42A-E8DB03995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193"/>
              <a:ext cx="242" cy="893"/>
            </a:xfrm>
            <a:custGeom>
              <a:avLst/>
              <a:gdLst>
                <a:gd name="T0" fmla="*/ 0 w 97"/>
                <a:gd name="T1" fmla="*/ 0 h 335"/>
                <a:gd name="T2" fmla="*/ 11584 w 97"/>
                <a:gd name="T3" fmla="*/ 3879 h 335"/>
                <a:gd name="T4" fmla="*/ 23404 w 97"/>
                <a:gd name="T5" fmla="*/ 0 h 335"/>
                <a:gd name="T6" fmla="*/ 23404 w 97"/>
                <a:gd name="T7" fmla="*/ 115887 h 335"/>
                <a:gd name="T8" fmla="*/ 11584 w 97"/>
                <a:gd name="T9" fmla="*/ 120166 h 335"/>
                <a:gd name="T10" fmla="*/ 0 w 97"/>
                <a:gd name="T11" fmla="*/ 115887 h 3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335">
                  <a:moveTo>
                    <a:pt x="0" y="0"/>
                  </a:moveTo>
                  <a:cubicBezTo>
                    <a:pt x="0" y="6"/>
                    <a:pt x="21" y="11"/>
                    <a:pt x="48" y="11"/>
                  </a:cubicBezTo>
                  <a:cubicBezTo>
                    <a:pt x="75" y="11"/>
                    <a:pt x="97" y="6"/>
                    <a:pt x="97" y="0"/>
                  </a:cubicBezTo>
                  <a:cubicBezTo>
                    <a:pt x="97" y="323"/>
                    <a:pt x="97" y="323"/>
                    <a:pt x="97" y="323"/>
                  </a:cubicBezTo>
                  <a:cubicBezTo>
                    <a:pt x="97" y="329"/>
                    <a:pt x="75" y="335"/>
                    <a:pt x="48" y="335"/>
                  </a:cubicBezTo>
                  <a:cubicBezTo>
                    <a:pt x="21" y="335"/>
                    <a:pt x="0" y="329"/>
                    <a:pt x="0" y="32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6" name="Freeform 27">
              <a:extLst>
                <a:ext uri="{FF2B5EF4-FFF2-40B4-BE49-F238E27FC236}">
                  <a16:creationId xmlns:a16="http://schemas.microsoft.com/office/drawing/2014/main" id="{0AAE30FB-7D45-4900-9FB4-1BE1A431B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073"/>
              <a:ext cx="280" cy="109"/>
            </a:xfrm>
            <a:custGeom>
              <a:avLst/>
              <a:gdLst>
                <a:gd name="T0" fmla="*/ 27345 w 112"/>
                <a:gd name="T1" fmla="*/ 9845 h 41"/>
                <a:gd name="T2" fmla="*/ 13675 w 112"/>
                <a:gd name="T3" fmla="*/ 14489 h 41"/>
                <a:gd name="T4" fmla="*/ 0 w 112"/>
                <a:gd name="T5" fmla="*/ 9845 h 41"/>
                <a:gd name="T6" fmla="*/ 0 w 112"/>
                <a:gd name="T7" fmla="*/ 0 h 41"/>
                <a:gd name="T8" fmla="*/ 13675 w 112"/>
                <a:gd name="T9" fmla="*/ 4644 h 41"/>
                <a:gd name="T10" fmla="*/ 27345 w 112"/>
                <a:gd name="T11" fmla="*/ 0 h 41"/>
                <a:gd name="T12" fmla="*/ 27345 w 112"/>
                <a:gd name="T13" fmla="*/ 9845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41">
                  <a:moveTo>
                    <a:pt x="112" y="28"/>
                  </a:moveTo>
                  <a:cubicBezTo>
                    <a:pt x="112" y="35"/>
                    <a:pt x="87" y="41"/>
                    <a:pt x="56" y="41"/>
                  </a:cubicBezTo>
                  <a:cubicBezTo>
                    <a:pt x="25" y="41"/>
                    <a:pt x="0" y="35"/>
                    <a:pt x="0" y="2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25" y="13"/>
                    <a:pt x="56" y="13"/>
                  </a:cubicBezTo>
                  <a:cubicBezTo>
                    <a:pt x="87" y="13"/>
                    <a:pt x="112" y="7"/>
                    <a:pt x="112" y="0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C1B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7" name="Freeform 28">
              <a:extLst>
                <a:ext uri="{FF2B5EF4-FFF2-40B4-BE49-F238E27FC236}">
                  <a16:creationId xmlns:a16="http://schemas.microsoft.com/office/drawing/2014/main" id="{FCA83BA5-C604-4622-87DA-6E673C604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097"/>
              <a:ext cx="233" cy="51"/>
            </a:xfrm>
            <a:custGeom>
              <a:avLst/>
              <a:gdLst>
                <a:gd name="T0" fmla="*/ 0 w 93"/>
                <a:gd name="T1" fmla="*/ 7119 h 19"/>
                <a:gd name="T2" fmla="*/ 2277 w 93"/>
                <a:gd name="T3" fmla="*/ 4193 h 19"/>
                <a:gd name="T4" fmla="*/ 23004 w 93"/>
                <a:gd name="T5" fmla="*/ 1082 h 19"/>
                <a:gd name="T6" fmla="*/ 12642 w 93"/>
                <a:gd name="T7" fmla="*/ 2904 h 19"/>
                <a:gd name="T8" fmla="*/ 0 w 93"/>
                <a:gd name="T9" fmla="*/ 0 h 19"/>
                <a:gd name="T10" fmla="*/ 0 w 93"/>
                <a:gd name="T11" fmla="*/ 638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9">
                  <a:moveTo>
                    <a:pt x="0" y="19"/>
                  </a:moveTo>
                  <a:cubicBezTo>
                    <a:pt x="0" y="19"/>
                    <a:pt x="1" y="10"/>
                    <a:pt x="9" y="11"/>
                  </a:cubicBezTo>
                  <a:cubicBezTo>
                    <a:pt x="18" y="12"/>
                    <a:pt x="76" y="13"/>
                    <a:pt x="93" y="3"/>
                  </a:cubicBezTo>
                  <a:cubicBezTo>
                    <a:pt x="83" y="6"/>
                    <a:pt x="68" y="8"/>
                    <a:pt x="51" y="8"/>
                  </a:cubicBezTo>
                  <a:cubicBezTo>
                    <a:pt x="28" y="8"/>
                    <a:pt x="8" y="4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</a:path>
              </a:pathLst>
            </a:custGeom>
            <a:solidFill>
              <a:srgbClr val="EAE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8" name="Freeform 29">
              <a:extLst>
                <a:ext uri="{FF2B5EF4-FFF2-40B4-BE49-F238E27FC236}">
                  <a16:creationId xmlns:a16="http://schemas.microsoft.com/office/drawing/2014/main" id="{B14DE5E0-789D-4EE9-9643-F18A34276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118"/>
              <a:ext cx="225" cy="54"/>
            </a:xfrm>
            <a:custGeom>
              <a:avLst/>
              <a:gdLst>
                <a:gd name="T0" fmla="*/ 0 w 90"/>
                <a:gd name="T1" fmla="*/ 6599 h 20"/>
                <a:gd name="T2" fmla="*/ 9300 w 90"/>
                <a:gd name="T3" fmla="*/ 7757 h 20"/>
                <a:gd name="T4" fmla="*/ 22000 w 90"/>
                <a:gd name="T5" fmla="*/ 4563 h 20"/>
                <a:gd name="T6" fmla="*/ 22000 w 90"/>
                <a:gd name="T7" fmla="*/ 0 h 20"/>
                <a:gd name="T8" fmla="*/ 11533 w 90"/>
                <a:gd name="T9" fmla="*/ 5905 h 20"/>
                <a:gd name="T10" fmla="*/ 0 w 90"/>
                <a:gd name="T11" fmla="*/ 6599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0">
                  <a:moveTo>
                    <a:pt x="0" y="17"/>
                  </a:moveTo>
                  <a:cubicBezTo>
                    <a:pt x="10" y="19"/>
                    <a:pt x="23" y="20"/>
                    <a:pt x="38" y="20"/>
                  </a:cubicBezTo>
                  <a:cubicBezTo>
                    <a:pt x="62" y="20"/>
                    <a:pt x="82" y="17"/>
                    <a:pt x="90" y="12"/>
                  </a:cubicBezTo>
                  <a:cubicBezTo>
                    <a:pt x="90" y="12"/>
                    <a:pt x="90" y="0"/>
                    <a:pt x="90" y="0"/>
                  </a:cubicBezTo>
                  <a:cubicBezTo>
                    <a:pt x="85" y="5"/>
                    <a:pt x="64" y="13"/>
                    <a:pt x="47" y="15"/>
                  </a:cubicBezTo>
                  <a:cubicBezTo>
                    <a:pt x="27" y="18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9E8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9" name="Freeform 30">
              <a:extLst>
                <a:ext uri="{FF2B5EF4-FFF2-40B4-BE49-F238E27FC236}">
                  <a16:creationId xmlns:a16="http://schemas.microsoft.com/office/drawing/2014/main" id="{1EEE25EE-15E0-4C5D-BC46-3D80C1FE5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134"/>
              <a:ext cx="218" cy="51"/>
            </a:xfrm>
            <a:custGeom>
              <a:avLst/>
              <a:gdLst>
                <a:gd name="T0" fmla="*/ 0 w 87"/>
                <a:gd name="T1" fmla="*/ 7119 h 19"/>
                <a:gd name="T2" fmla="*/ 2280 w 87"/>
                <a:gd name="T3" fmla="*/ 4193 h 19"/>
                <a:gd name="T4" fmla="*/ 21524 w 87"/>
                <a:gd name="T5" fmla="*/ 1082 h 19"/>
                <a:gd name="T6" fmla="*/ 11158 w 87"/>
                <a:gd name="T7" fmla="*/ 2652 h 19"/>
                <a:gd name="T8" fmla="*/ 0 w 87"/>
                <a:gd name="T9" fmla="*/ 0 h 19"/>
                <a:gd name="T10" fmla="*/ 0 w 87"/>
                <a:gd name="T11" fmla="*/ 638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9">
                  <a:moveTo>
                    <a:pt x="0" y="19"/>
                  </a:moveTo>
                  <a:cubicBezTo>
                    <a:pt x="0" y="19"/>
                    <a:pt x="1" y="10"/>
                    <a:pt x="9" y="11"/>
                  </a:cubicBezTo>
                  <a:cubicBezTo>
                    <a:pt x="18" y="12"/>
                    <a:pt x="70" y="12"/>
                    <a:pt x="87" y="3"/>
                  </a:cubicBezTo>
                  <a:cubicBezTo>
                    <a:pt x="77" y="6"/>
                    <a:pt x="62" y="7"/>
                    <a:pt x="45" y="7"/>
                  </a:cubicBezTo>
                  <a:cubicBezTo>
                    <a:pt x="22" y="7"/>
                    <a:pt x="8" y="4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</a:path>
              </a:pathLst>
            </a:custGeom>
            <a:solidFill>
              <a:srgbClr val="EAE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0" name="Freeform 31">
              <a:extLst>
                <a:ext uri="{FF2B5EF4-FFF2-40B4-BE49-F238E27FC236}">
                  <a16:creationId xmlns:a16="http://schemas.microsoft.com/office/drawing/2014/main" id="{4AF0CB35-1240-4D76-8A44-0DD561344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060"/>
              <a:ext cx="230" cy="37"/>
            </a:xfrm>
            <a:custGeom>
              <a:avLst/>
              <a:gdLst>
                <a:gd name="T0" fmla="*/ 0 w 92"/>
                <a:gd name="T1" fmla="*/ 2437 h 14"/>
                <a:gd name="T2" fmla="*/ 0 w 92"/>
                <a:gd name="T3" fmla="*/ 0 h 14"/>
                <a:gd name="T4" fmla="*/ 12033 w 92"/>
                <a:gd name="T5" fmla="*/ 3082 h 14"/>
                <a:gd name="T6" fmla="*/ 22470 w 92"/>
                <a:gd name="T7" fmla="*/ 1425 h 14"/>
                <a:gd name="T8" fmla="*/ 3720 w 92"/>
                <a:gd name="T9" fmla="*/ 2730 h 14"/>
                <a:gd name="T10" fmla="*/ 0 w 92"/>
                <a:gd name="T11" fmla="*/ 243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14">
                  <a:moveTo>
                    <a:pt x="0" y="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4"/>
                    <a:pt x="26" y="9"/>
                    <a:pt x="49" y="9"/>
                  </a:cubicBezTo>
                  <a:cubicBezTo>
                    <a:pt x="66" y="9"/>
                    <a:pt x="81" y="7"/>
                    <a:pt x="92" y="4"/>
                  </a:cubicBezTo>
                  <a:cubicBezTo>
                    <a:pt x="75" y="14"/>
                    <a:pt x="27" y="11"/>
                    <a:pt x="15" y="8"/>
                  </a:cubicBezTo>
                  <a:cubicBezTo>
                    <a:pt x="8" y="6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EAE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1" name="Freeform 32">
              <a:extLst>
                <a:ext uri="{FF2B5EF4-FFF2-40B4-BE49-F238E27FC236}">
                  <a16:creationId xmlns:a16="http://schemas.microsoft.com/office/drawing/2014/main" id="{0B6188A7-330E-4BC1-A795-75D577CAE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158"/>
              <a:ext cx="210" cy="56"/>
            </a:xfrm>
            <a:custGeom>
              <a:avLst/>
              <a:gdLst>
                <a:gd name="T0" fmla="*/ 0 w 84"/>
                <a:gd name="T1" fmla="*/ 6067 h 21"/>
                <a:gd name="T2" fmla="*/ 9300 w 84"/>
                <a:gd name="T3" fmla="*/ 7531 h 21"/>
                <a:gd name="T4" fmla="*/ 20520 w 84"/>
                <a:gd name="T5" fmla="*/ 4701 h 21"/>
                <a:gd name="T6" fmla="*/ 20520 w 84"/>
                <a:gd name="T7" fmla="*/ 0 h 21"/>
                <a:gd name="T8" fmla="*/ 11533 w 84"/>
                <a:gd name="T9" fmla="*/ 5824 h 21"/>
                <a:gd name="T10" fmla="*/ 0 w 84"/>
                <a:gd name="T11" fmla="*/ 606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21">
                  <a:moveTo>
                    <a:pt x="0" y="17"/>
                  </a:moveTo>
                  <a:cubicBezTo>
                    <a:pt x="10" y="19"/>
                    <a:pt x="23" y="21"/>
                    <a:pt x="38" y="21"/>
                  </a:cubicBezTo>
                  <a:cubicBezTo>
                    <a:pt x="62" y="21"/>
                    <a:pt x="76" y="17"/>
                    <a:pt x="84" y="13"/>
                  </a:cubicBezTo>
                  <a:cubicBezTo>
                    <a:pt x="84" y="12"/>
                    <a:pt x="84" y="0"/>
                    <a:pt x="84" y="0"/>
                  </a:cubicBezTo>
                  <a:cubicBezTo>
                    <a:pt x="79" y="5"/>
                    <a:pt x="64" y="13"/>
                    <a:pt x="47" y="16"/>
                  </a:cubicBezTo>
                  <a:cubicBezTo>
                    <a:pt x="27" y="19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9E8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2" name="Freeform 33">
              <a:extLst>
                <a:ext uri="{FF2B5EF4-FFF2-40B4-BE49-F238E27FC236}">
                  <a16:creationId xmlns:a16="http://schemas.microsoft.com/office/drawing/2014/main" id="{169FF002-2314-40C4-9711-5C0060F31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057"/>
              <a:ext cx="220" cy="48"/>
            </a:xfrm>
            <a:custGeom>
              <a:avLst/>
              <a:gdLst>
                <a:gd name="T0" fmla="*/ 0 w 88"/>
                <a:gd name="T1" fmla="*/ 5005 h 18"/>
                <a:gd name="T2" fmla="*/ 9300 w 88"/>
                <a:gd name="T3" fmla="*/ 6464 h 18"/>
                <a:gd name="T4" fmla="*/ 21488 w 88"/>
                <a:gd name="T5" fmla="*/ 3243 h 18"/>
                <a:gd name="T6" fmla="*/ 21488 w 88"/>
                <a:gd name="T7" fmla="*/ 397 h 18"/>
                <a:gd name="T8" fmla="*/ 12238 w 88"/>
                <a:gd name="T9" fmla="*/ 5005 h 18"/>
                <a:gd name="T10" fmla="*/ 0 w 88"/>
                <a:gd name="T11" fmla="*/ 500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8">
                  <a:moveTo>
                    <a:pt x="0" y="14"/>
                  </a:moveTo>
                  <a:cubicBezTo>
                    <a:pt x="10" y="16"/>
                    <a:pt x="23" y="18"/>
                    <a:pt x="38" y="18"/>
                  </a:cubicBezTo>
                  <a:cubicBezTo>
                    <a:pt x="61" y="18"/>
                    <a:pt x="80" y="13"/>
                    <a:pt x="88" y="9"/>
                  </a:cubicBezTo>
                  <a:cubicBezTo>
                    <a:pt x="88" y="8"/>
                    <a:pt x="88" y="0"/>
                    <a:pt x="88" y="1"/>
                  </a:cubicBezTo>
                  <a:cubicBezTo>
                    <a:pt x="83" y="6"/>
                    <a:pt x="67" y="11"/>
                    <a:pt x="50" y="14"/>
                  </a:cubicBezTo>
                  <a:cubicBezTo>
                    <a:pt x="30" y="16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9E8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3" name="Oval 34">
              <a:extLst>
                <a:ext uri="{FF2B5EF4-FFF2-40B4-BE49-F238E27FC236}">
                  <a16:creationId xmlns:a16="http://schemas.microsoft.com/office/drawing/2014/main" id="{24438478-FE9E-43CA-9A7E-8BA9208A0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20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54" name="Oval 35">
              <a:extLst>
                <a:ext uri="{FF2B5EF4-FFF2-40B4-BE49-F238E27FC236}">
                  <a16:creationId xmlns:a16="http://schemas.microsoft.com/office/drawing/2014/main" id="{2A448567-E51B-4B99-96BC-13BB82F9E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220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55" name="Oval 36">
              <a:extLst>
                <a:ext uri="{FF2B5EF4-FFF2-40B4-BE49-F238E27FC236}">
                  <a16:creationId xmlns:a16="http://schemas.microsoft.com/office/drawing/2014/main" id="{9BF16C25-B7D2-4793-B7AB-2C00402A2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225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56" name="Oval 37">
              <a:extLst>
                <a:ext uri="{FF2B5EF4-FFF2-40B4-BE49-F238E27FC236}">
                  <a16:creationId xmlns:a16="http://schemas.microsoft.com/office/drawing/2014/main" id="{F53337FB-EA00-4F62-A932-82AACE002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228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57" name="Oval 38">
              <a:extLst>
                <a:ext uri="{FF2B5EF4-FFF2-40B4-BE49-F238E27FC236}">
                  <a16:creationId xmlns:a16="http://schemas.microsoft.com/office/drawing/2014/main" id="{1045232A-A950-4846-850A-FDA96F8C7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20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58" name="Oval 39">
              <a:extLst>
                <a:ext uri="{FF2B5EF4-FFF2-40B4-BE49-F238E27FC236}">
                  <a16:creationId xmlns:a16="http://schemas.microsoft.com/office/drawing/2014/main" id="{CE81AA5A-8F8F-4ACF-8769-0F66C6F8C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220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59" name="Oval 40">
              <a:extLst>
                <a:ext uri="{FF2B5EF4-FFF2-40B4-BE49-F238E27FC236}">
                  <a16:creationId xmlns:a16="http://schemas.microsoft.com/office/drawing/2014/main" id="{D6747369-9F1E-4E94-A985-B03B549CC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225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60" name="Oval 41">
              <a:extLst>
                <a:ext uri="{FF2B5EF4-FFF2-40B4-BE49-F238E27FC236}">
                  <a16:creationId xmlns:a16="http://schemas.microsoft.com/office/drawing/2014/main" id="{69C14C09-0B2A-43EF-A3A7-6921AC900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228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61" name="Oval 42">
              <a:extLst>
                <a:ext uri="{FF2B5EF4-FFF2-40B4-BE49-F238E27FC236}">
                  <a16:creationId xmlns:a16="http://schemas.microsoft.com/office/drawing/2014/main" id="{04D386B6-3B69-4526-8683-87A56D1CE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230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62" name="Oval 43">
              <a:extLst>
                <a:ext uri="{FF2B5EF4-FFF2-40B4-BE49-F238E27FC236}">
                  <a16:creationId xmlns:a16="http://schemas.microsoft.com/office/drawing/2014/main" id="{FDE6425B-1B1C-4C34-9DEF-0C465B9AE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233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63" name="Oval 44">
              <a:extLst>
                <a:ext uri="{FF2B5EF4-FFF2-40B4-BE49-F238E27FC236}">
                  <a16:creationId xmlns:a16="http://schemas.microsoft.com/office/drawing/2014/main" id="{2BAB7AB6-20F5-4FA7-BD95-3B5BD9AB6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23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64" name="Oval 45">
              <a:extLst>
                <a:ext uri="{FF2B5EF4-FFF2-40B4-BE49-F238E27FC236}">
                  <a16:creationId xmlns:a16="http://schemas.microsoft.com/office/drawing/2014/main" id="{A9C5D394-2470-40B9-8F22-8AF466547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23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65" name="Oval 46">
              <a:extLst>
                <a:ext uri="{FF2B5EF4-FFF2-40B4-BE49-F238E27FC236}">
                  <a16:creationId xmlns:a16="http://schemas.microsoft.com/office/drawing/2014/main" id="{6E749EBF-910A-4AC0-9AAD-91BC507B3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23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66" name="Oval 47">
              <a:extLst>
                <a:ext uri="{FF2B5EF4-FFF2-40B4-BE49-F238E27FC236}">
                  <a16:creationId xmlns:a16="http://schemas.microsoft.com/office/drawing/2014/main" id="{6B132258-36DC-4AAD-8E43-EF91C6822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23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67" name="Oval 48">
              <a:extLst>
                <a:ext uri="{FF2B5EF4-FFF2-40B4-BE49-F238E27FC236}">
                  <a16:creationId xmlns:a16="http://schemas.microsoft.com/office/drawing/2014/main" id="{07A65730-026E-4237-B315-46BB15DCC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21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68" name="Oval 49">
              <a:extLst>
                <a:ext uri="{FF2B5EF4-FFF2-40B4-BE49-F238E27FC236}">
                  <a16:creationId xmlns:a16="http://schemas.microsoft.com/office/drawing/2014/main" id="{1D88FB95-E1BA-4F8F-8C44-B3B1B5589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24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69" name="Oval 50">
              <a:extLst>
                <a:ext uri="{FF2B5EF4-FFF2-40B4-BE49-F238E27FC236}">
                  <a16:creationId xmlns:a16="http://schemas.microsoft.com/office/drawing/2014/main" id="{C2580DA6-BE5E-41C8-AA37-00EC7D6B9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260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70" name="Oval 51">
              <a:extLst>
                <a:ext uri="{FF2B5EF4-FFF2-40B4-BE49-F238E27FC236}">
                  <a16:creationId xmlns:a16="http://schemas.microsoft.com/office/drawing/2014/main" id="{DCCDA779-7B72-4413-96D2-489AF14B5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265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71" name="Oval 52">
              <a:extLst>
                <a:ext uri="{FF2B5EF4-FFF2-40B4-BE49-F238E27FC236}">
                  <a16:creationId xmlns:a16="http://schemas.microsoft.com/office/drawing/2014/main" id="{72DF1AE3-8643-49EC-9DF9-15582742F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268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72" name="Oval 53">
              <a:extLst>
                <a:ext uri="{FF2B5EF4-FFF2-40B4-BE49-F238E27FC236}">
                  <a16:creationId xmlns:a16="http://schemas.microsoft.com/office/drawing/2014/main" id="{D99FA7F5-0DD4-4B78-9774-046BF4203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24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73" name="Oval 54">
              <a:extLst>
                <a:ext uri="{FF2B5EF4-FFF2-40B4-BE49-F238E27FC236}">
                  <a16:creationId xmlns:a16="http://schemas.microsoft.com/office/drawing/2014/main" id="{B1A6B4DD-0937-4B26-BF21-5FD6BF954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260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74" name="Oval 55">
              <a:extLst>
                <a:ext uri="{FF2B5EF4-FFF2-40B4-BE49-F238E27FC236}">
                  <a16:creationId xmlns:a16="http://schemas.microsoft.com/office/drawing/2014/main" id="{9B9155B8-F1AE-4A3C-9DAC-ABECACAF1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265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75" name="Oval 56">
              <a:extLst>
                <a:ext uri="{FF2B5EF4-FFF2-40B4-BE49-F238E27FC236}">
                  <a16:creationId xmlns:a16="http://schemas.microsoft.com/office/drawing/2014/main" id="{62F5B188-2FAC-4702-B5A5-E0C682F56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268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76" name="Oval 57">
              <a:extLst>
                <a:ext uri="{FF2B5EF4-FFF2-40B4-BE49-F238E27FC236}">
                  <a16:creationId xmlns:a16="http://schemas.microsoft.com/office/drawing/2014/main" id="{57D2A670-F7F6-4905-A1E0-49351765F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26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77" name="Oval 58">
              <a:extLst>
                <a:ext uri="{FF2B5EF4-FFF2-40B4-BE49-F238E27FC236}">
                  <a16:creationId xmlns:a16="http://schemas.microsoft.com/office/drawing/2014/main" id="{3A632C64-F45E-4B72-9ADB-0BB18390B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273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78" name="Oval 59">
              <a:extLst>
                <a:ext uri="{FF2B5EF4-FFF2-40B4-BE49-F238E27FC236}">
                  <a16:creationId xmlns:a16="http://schemas.microsoft.com/office/drawing/2014/main" id="{B0255B03-D4E7-4259-9E3F-1799C2938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27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79" name="Oval 60">
              <a:extLst>
                <a:ext uri="{FF2B5EF4-FFF2-40B4-BE49-F238E27FC236}">
                  <a16:creationId xmlns:a16="http://schemas.microsoft.com/office/drawing/2014/main" id="{7465B819-91B4-454B-8148-EA0573315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27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80" name="Oval 61">
              <a:extLst>
                <a:ext uri="{FF2B5EF4-FFF2-40B4-BE49-F238E27FC236}">
                  <a16:creationId xmlns:a16="http://schemas.microsoft.com/office/drawing/2014/main" id="{E76DF43B-2803-4AB2-ADDD-AEB1A06EF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27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81" name="Oval 62">
              <a:extLst>
                <a:ext uri="{FF2B5EF4-FFF2-40B4-BE49-F238E27FC236}">
                  <a16:creationId xmlns:a16="http://schemas.microsoft.com/office/drawing/2014/main" id="{DD3B3245-DAA8-4162-A5C2-A4E857E75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27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82" name="Oval 63">
              <a:extLst>
                <a:ext uri="{FF2B5EF4-FFF2-40B4-BE49-F238E27FC236}">
                  <a16:creationId xmlns:a16="http://schemas.microsoft.com/office/drawing/2014/main" id="{D21B4AA6-AE1C-4A48-9B34-FEB2EEC6B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25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83" name="Oval 64">
              <a:extLst>
                <a:ext uri="{FF2B5EF4-FFF2-40B4-BE49-F238E27FC236}">
                  <a16:creationId xmlns:a16="http://schemas.microsoft.com/office/drawing/2014/main" id="{D0AC8C6B-E21D-41E8-8B15-1558A7C25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21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84" name="Oval 65">
              <a:extLst>
                <a:ext uri="{FF2B5EF4-FFF2-40B4-BE49-F238E27FC236}">
                  <a16:creationId xmlns:a16="http://schemas.microsoft.com/office/drawing/2014/main" id="{18474943-B8A0-44FB-955A-293360B95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254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85" name="Oval 66">
              <a:extLst>
                <a:ext uri="{FF2B5EF4-FFF2-40B4-BE49-F238E27FC236}">
                  <a16:creationId xmlns:a16="http://schemas.microsoft.com/office/drawing/2014/main" id="{636A752B-5EF1-4643-8263-F12FB6D29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284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86" name="Oval 67">
              <a:extLst>
                <a:ext uri="{FF2B5EF4-FFF2-40B4-BE49-F238E27FC236}">
                  <a16:creationId xmlns:a16="http://schemas.microsoft.com/office/drawing/2014/main" id="{89317717-9275-43C6-BA52-1F0C2C894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297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87" name="Oval 68">
              <a:extLst>
                <a:ext uri="{FF2B5EF4-FFF2-40B4-BE49-F238E27FC236}">
                  <a16:creationId xmlns:a16="http://schemas.microsoft.com/office/drawing/2014/main" id="{7073495F-7575-4224-B2E9-249ACC88B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302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88" name="Oval 69">
              <a:extLst>
                <a:ext uri="{FF2B5EF4-FFF2-40B4-BE49-F238E27FC236}">
                  <a16:creationId xmlns:a16="http://schemas.microsoft.com/office/drawing/2014/main" id="{9626948A-8887-4DE6-A5B2-F17CE8279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305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89" name="Oval 70">
              <a:extLst>
                <a:ext uri="{FF2B5EF4-FFF2-40B4-BE49-F238E27FC236}">
                  <a16:creationId xmlns:a16="http://schemas.microsoft.com/office/drawing/2014/main" id="{E5502428-B72B-42FC-92D7-F2B804B78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284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90" name="Oval 71">
              <a:extLst>
                <a:ext uri="{FF2B5EF4-FFF2-40B4-BE49-F238E27FC236}">
                  <a16:creationId xmlns:a16="http://schemas.microsoft.com/office/drawing/2014/main" id="{FC9C9FC9-A65C-4E19-A947-61D2B9243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297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91" name="Oval 72">
              <a:extLst>
                <a:ext uri="{FF2B5EF4-FFF2-40B4-BE49-F238E27FC236}">
                  <a16:creationId xmlns:a16="http://schemas.microsoft.com/office/drawing/2014/main" id="{C6732574-3A2E-4688-81A7-6E236B88F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302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92" name="Oval 73">
              <a:extLst>
                <a:ext uri="{FF2B5EF4-FFF2-40B4-BE49-F238E27FC236}">
                  <a16:creationId xmlns:a16="http://schemas.microsoft.com/office/drawing/2014/main" id="{5DEED0B6-4415-4EBE-B6D7-6F1566D55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305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93" name="Oval 74">
              <a:extLst>
                <a:ext uri="{FF2B5EF4-FFF2-40B4-BE49-F238E27FC236}">
                  <a16:creationId xmlns:a16="http://schemas.microsoft.com/office/drawing/2014/main" id="{9FB081BE-C14B-4139-842C-45D3B6A71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308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94" name="Oval 75">
              <a:extLst>
                <a:ext uri="{FF2B5EF4-FFF2-40B4-BE49-F238E27FC236}">
                  <a16:creationId xmlns:a16="http://schemas.microsoft.com/office/drawing/2014/main" id="{F9FDA1C6-3433-4D04-8766-78FB67136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310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95" name="Oval 76">
              <a:extLst>
                <a:ext uri="{FF2B5EF4-FFF2-40B4-BE49-F238E27FC236}">
                  <a16:creationId xmlns:a16="http://schemas.microsoft.com/office/drawing/2014/main" id="{FEB66117-549C-4E76-9374-58B8B9946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31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96" name="Oval 77">
              <a:extLst>
                <a:ext uri="{FF2B5EF4-FFF2-40B4-BE49-F238E27FC236}">
                  <a16:creationId xmlns:a16="http://schemas.microsoft.com/office/drawing/2014/main" id="{B62C569C-1449-49C3-8C07-D1D22D1CF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31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97" name="Oval 78">
              <a:extLst>
                <a:ext uri="{FF2B5EF4-FFF2-40B4-BE49-F238E27FC236}">
                  <a16:creationId xmlns:a16="http://schemas.microsoft.com/office/drawing/2014/main" id="{D7E511E7-EA67-4715-B612-A6D127627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31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98" name="Oval 79">
              <a:extLst>
                <a:ext uri="{FF2B5EF4-FFF2-40B4-BE49-F238E27FC236}">
                  <a16:creationId xmlns:a16="http://schemas.microsoft.com/office/drawing/2014/main" id="{2BE7B68C-20AF-4B4B-B024-A0952A1D0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30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399" name="Oval 80">
              <a:extLst>
                <a:ext uri="{FF2B5EF4-FFF2-40B4-BE49-F238E27FC236}">
                  <a16:creationId xmlns:a16="http://schemas.microsoft.com/office/drawing/2014/main" id="{AA0E9F83-F776-4849-99DD-65A0E9572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29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00" name="Oval 81">
              <a:extLst>
                <a:ext uri="{FF2B5EF4-FFF2-40B4-BE49-F238E27FC236}">
                  <a16:creationId xmlns:a16="http://schemas.microsoft.com/office/drawing/2014/main" id="{83464850-E900-4688-A1AF-C728DDC0E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324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01" name="Oval 82">
              <a:extLst>
                <a:ext uri="{FF2B5EF4-FFF2-40B4-BE49-F238E27FC236}">
                  <a16:creationId xmlns:a16="http://schemas.microsoft.com/office/drawing/2014/main" id="{213B4951-662A-49C2-9923-A1BCF798E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337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02" name="Oval 83">
              <a:extLst>
                <a:ext uri="{FF2B5EF4-FFF2-40B4-BE49-F238E27FC236}">
                  <a16:creationId xmlns:a16="http://schemas.microsoft.com/office/drawing/2014/main" id="{7A66B01F-D2F2-4DB7-9C39-E494EB80B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342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03" name="Oval 84">
              <a:extLst>
                <a:ext uri="{FF2B5EF4-FFF2-40B4-BE49-F238E27FC236}">
                  <a16:creationId xmlns:a16="http://schemas.microsoft.com/office/drawing/2014/main" id="{7A789635-32CC-4029-904D-7D21E58C5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345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04" name="Oval 85">
              <a:extLst>
                <a:ext uri="{FF2B5EF4-FFF2-40B4-BE49-F238E27FC236}">
                  <a16:creationId xmlns:a16="http://schemas.microsoft.com/office/drawing/2014/main" id="{E160B803-43AB-423F-BF0C-4875495C3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324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05" name="Oval 86">
              <a:extLst>
                <a:ext uri="{FF2B5EF4-FFF2-40B4-BE49-F238E27FC236}">
                  <a16:creationId xmlns:a16="http://schemas.microsoft.com/office/drawing/2014/main" id="{94C62799-33CE-4F48-8104-A09EB9E05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337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06" name="Oval 87">
              <a:extLst>
                <a:ext uri="{FF2B5EF4-FFF2-40B4-BE49-F238E27FC236}">
                  <a16:creationId xmlns:a16="http://schemas.microsoft.com/office/drawing/2014/main" id="{97E83CF5-F063-45FF-8396-60FCBA175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342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07" name="Oval 88">
              <a:extLst>
                <a:ext uri="{FF2B5EF4-FFF2-40B4-BE49-F238E27FC236}">
                  <a16:creationId xmlns:a16="http://schemas.microsoft.com/office/drawing/2014/main" id="{D382E1D3-04B9-426F-ABEE-C9650CDC6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345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08" name="Oval 89">
              <a:extLst>
                <a:ext uri="{FF2B5EF4-FFF2-40B4-BE49-F238E27FC236}">
                  <a16:creationId xmlns:a16="http://schemas.microsoft.com/office/drawing/2014/main" id="{5BEF9845-28C2-42D1-8342-E24C1BD0C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348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09" name="Oval 90">
              <a:extLst>
                <a:ext uri="{FF2B5EF4-FFF2-40B4-BE49-F238E27FC236}">
                  <a16:creationId xmlns:a16="http://schemas.microsoft.com/office/drawing/2014/main" id="{C1F74042-D1FF-46D2-ADFA-2DFC40A27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350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10" name="Oval 91">
              <a:extLst>
                <a:ext uri="{FF2B5EF4-FFF2-40B4-BE49-F238E27FC236}">
                  <a16:creationId xmlns:a16="http://schemas.microsoft.com/office/drawing/2014/main" id="{BB179A27-4DF6-4CDF-86DD-12A2C6EDD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35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11" name="Oval 92">
              <a:extLst>
                <a:ext uri="{FF2B5EF4-FFF2-40B4-BE49-F238E27FC236}">
                  <a16:creationId xmlns:a16="http://schemas.microsoft.com/office/drawing/2014/main" id="{8EE627EF-1BA6-45B0-994C-EE96045DA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35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12" name="Oval 93">
              <a:extLst>
                <a:ext uri="{FF2B5EF4-FFF2-40B4-BE49-F238E27FC236}">
                  <a16:creationId xmlns:a16="http://schemas.microsoft.com/office/drawing/2014/main" id="{0E5B5167-41B3-46A8-9D7B-E4F3B8718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35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13" name="Oval 94">
              <a:extLst>
                <a:ext uri="{FF2B5EF4-FFF2-40B4-BE49-F238E27FC236}">
                  <a16:creationId xmlns:a16="http://schemas.microsoft.com/office/drawing/2014/main" id="{EAF85AEC-C882-4EFE-9686-06E7CB7D1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34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14" name="Oval 95">
              <a:extLst>
                <a:ext uri="{FF2B5EF4-FFF2-40B4-BE49-F238E27FC236}">
                  <a16:creationId xmlns:a16="http://schemas.microsoft.com/office/drawing/2014/main" id="{2490143C-1C91-4980-A8AB-8FFBC520E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33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15" name="Oval 96">
              <a:extLst>
                <a:ext uri="{FF2B5EF4-FFF2-40B4-BE49-F238E27FC236}">
                  <a16:creationId xmlns:a16="http://schemas.microsoft.com/office/drawing/2014/main" id="{8A01BEEE-342C-4B1A-8201-FBD820B8E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294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16" name="Oval 97">
              <a:extLst>
                <a:ext uri="{FF2B5EF4-FFF2-40B4-BE49-F238E27FC236}">
                  <a16:creationId xmlns:a16="http://schemas.microsoft.com/office/drawing/2014/main" id="{23017FAE-EC70-42F0-AFF1-5E7E08091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332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17" name="Oval 98">
              <a:extLst>
                <a:ext uri="{FF2B5EF4-FFF2-40B4-BE49-F238E27FC236}">
                  <a16:creationId xmlns:a16="http://schemas.microsoft.com/office/drawing/2014/main" id="{AB3FC312-A61D-4E2F-9AE2-A91A643A1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364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18" name="Oval 99">
              <a:extLst>
                <a:ext uri="{FF2B5EF4-FFF2-40B4-BE49-F238E27FC236}">
                  <a16:creationId xmlns:a16="http://schemas.microsoft.com/office/drawing/2014/main" id="{01CC3DB1-B6FF-4CB8-BCAD-3601E2025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377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19" name="Oval 100">
              <a:extLst>
                <a:ext uri="{FF2B5EF4-FFF2-40B4-BE49-F238E27FC236}">
                  <a16:creationId xmlns:a16="http://schemas.microsoft.com/office/drawing/2014/main" id="{4960EAA6-39D2-4E31-AC39-42B54782D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382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20" name="Oval 101">
              <a:extLst>
                <a:ext uri="{FF2B5EF4-FFF2-40B4-BE49-F238E27FC236}">
                  <a16:creationId xmlns:a16="http://schemas.microsoft.com/office/drawing/2014/main" id="{66F7B2F2-E585-4606-8C7A-2DD5C9FA8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385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21" name="Oval 102">
              <a:extLst>
                <a:ext uri="{FF2B5EF4-FFF2-40B4-BE49-F238E27FC236}">
                  <a16:creationId xmlns:a16="http://schemas.microsoft.com/office/drawing/2014/main" id="{C876B7FF-166D-4661-99D8-F0B02D470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364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22" name="Oval 103">
              <a:extLst>
                <a:ext uri="{FF2B5EF4-FFF2-40B4-BE49-F238E27FC236}">
                  <a16:creationId xmlns:a16="http://schemas.microsoft.com/office/drawing/2014/main" id="{B58FA2C2-7F23-4802-ABB2-5F245D36F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377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23" name="Oval 104">
              <a:extLst>
                <a:ext uri="{FF2B5EF4-FFF2-40B4-BE49-F238E27FC236}">
                  <a16:creationId xmlns:a16="http://schemas.microsoft.com/office/drawing/2014/main" id="{DB94D110-7E3B-454B-8BE2-271B91406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382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24" name="Oval 105">
              <a:extLst>
                <a:ext uri="{FF2B5EF4-FFF2-40B4-BE49-F238E27FC236}">
                  <a16:creationId xmlns:a16="http://schemas.microsoft.com/office/drawing/2014/main" id="{294D708C-7C89-42C2-88A3-278CFB6F5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385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25" name="Oval 106">
              <a:extLst>
                <a:ext uri="{FF2B5EF4-FFF2-40B4-BE49-F238E27FC236}">
                  <a16:creationId xmlns:a16="http://schemas.microsoft.com/office/drawing/2014/main" id="{FCA521C4-DD97-4944-B147-10A1C51E2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388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26" name="Oval 107">
              <a:extLst>
                <a:ext uri="{FF2B5EF4-FFF2-40B4-BE49-F238E27FC236}">
                  <a16:creationId xmlns:a16="http://schemas.microsoft.com/office/drawing/2014/main" id="{F76FCEB5-6C91-4D8B-8CD8-0F8BE46A1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390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27" name="Oval 108">
              <a:extLst>
                <a:ext uri="{FF2B5EF4-FFF2-40B4-BE49-F238E27FC236}">
                  <a16:creationId xmlns:a16="http://schemas.microsoft.com/office/drawing/2014/main" id="{10EE1AC8-F95A-400C-9FE6-8FD310744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39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28" name="Oval 109">
              <a:extLst>
                <a:ext uri="{FF2B5EF4-FFF2-40B4-BE49-F238E27FC236}">
                  <a16:creationId xmlns:a16="http://schemas.microsoft.com/office/drawing/2014/main" id="{70585A3B-69BB-4EF3-8B8A-47B12DD23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39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29" name="Oval 110">
              <a:extLst>
                <a:ext uri="{FF2B5EF4-FFF2-40B4-BE49-F238E27FC236}">
                  <a16:creationId xmlns:a16="http://schemas.microsoft.com/office/drawing/2014/main" id="{B9FB562D-BD9F-44E5-A654-218C16625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39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30" name="Oval 111">
              <a:extLst>
                <a:ext uri="{FF2B5EF4-FFF2-40B4-BE49-F238E27FC236}">
                  <a16:creationId xmlns:a16="http://schemas.microsoft.com/office/drawing/2014/main" id="{5D6F8673-564A-4792-97F6-694B4C9ED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38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31" name="Oval 112">
              <a:extLst>
                <a:ext uri="{FF2B5EF4-FFF2-40B4-BE49-F238E27FC236}">
                  <a16:creationId xmlns:a16="http://schemas.microsoft.com/office/drawing/2014/main" id="{FA77718C-2B7F-4772-A751-314292DDA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37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32" name="Oval 113">
              <a:extLst>
                <a:ext uri="{FF2B5EF4-FFF2-40B4-BE49-F238E27FC236}">
                  <a16:creationId xmlns:a16="http://schemas.microsoft.com/office/drawing/2014/main" id="{27197D06-C8F4-41DE-B847-253BC1FB2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404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33" name="Oval 114">
              <a:extLst>
                <a:ext uri="{FF2B5EF4-FFF2-40B4-BE49-F238E27FC236}">
                  <a16:creationId xmlns:a16="http://schemas.microsoft.com/office/drawing/2014/main" id="{DCB1C46A-D7F1-4571-AE96-96962170F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417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34" name="Oval 115">
              <a:extLst>
                <a:ext uri="{FF2B5EF4-FFF2-40B4-BE49-F238E27FC236}">
                  <a16:creationId xmlns:a16="http://schemas.microsoft.com/office/drawing/2014/main" id="{82A64DD8-9904-4DC6-9EF4-CC73973CA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422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35" name="Oval 116">
              <a:extLst>
                <a:ext uri="{FF2B5EF4-FFF2-40B4-BE49-F238E27FC236}">
                  <a16:creationId xmlns:a16="http://schemas.microsoft.com/office/drawing/2014/main" id="{AF423307-7CA0-4366-97BD-7017771D8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425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36" name="Oval 117">
              <a:extLst>
                <a:ext uri="{FF2B5EF4-FFF2-40B4-BE49-F238E27FC236}">
                  <a16:creationId xmlns:a16="http://schemas.microsoft.com/office/drawing/2014/main" id="{F3DB30E8-B9BB-4D9C-AE9F-F9A587A5C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404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37" name="Oval 118">
              <a:extLst>
                <a:ext uri="{FF2B5EF4-FFF2-40B4-BE49-F238E27FC236}">
                  <a16:creationId xmlns:a16="http://schemas.microsoft.com/office/drawing/2014/main" id="{0A36B2B3-0B02-41F1-9350-837563895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417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38" name="Oval 119">
              <a:extLst>
                <a:ext uri="{FF2B5EF4-FFF2-40B4-BE49-F238E27FC236}">
                  <a16:creationId xmlns:a16="http://schemas.microsoft.com/office/drawing/2014/main" id="{9084B28D-F6DF-442D-AB82-7118E2346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422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39" name="Oval 120">
              <a:extLst>
                <a:ext uri="{FF2B5EF4-FFF2-40B4-BE49-F238E27FC236}">
                  <a16:creationId xmlns:a16="http://schemas.microsoft.com/office/drawing/2014/main" id="{9021FCC9-93F1-4F74-8597-AE8644A56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425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40" name="Oval 121">
              <a:extLst>
                <a:ext uri="{FF2B5EF4-FFF2-40B4-BE49-F238E27FC236}">
                  <a16:creationId xmlns:a16="http://schemas.microsoft.com/office/drawing/2014/main" id="{B98ECECD-8496-40B2-BBCF-E52A2A3E0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42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41" name="Oval 122">
              <a:extLst>
                <a:ext uri="{FF2B5EF4-FFF2-40B4-BE49-F238E27FC236}">
                  <a16:creationId xmlns:a16="http://schemas.microsoft.com/office/drawing/2014/main" id="{AB58398F-FC63-4C08-8475-06190A29A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430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42" name="Oval 123">
              <a:extLst>
                <a:ext uri="{FF2B5EF4-FFF2-40B4-BE49-F238E27FC236}">
                  <a16:creationId xmlns:a16="http://schemas.microsoft.com/office/drawing/2014/main" id="{7EA259F6-809C-4822-8C9F-935A1A804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42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43" name="Oval 124">
              <a:extLst>
                <a:ext uri="{FF2B5EF4-FFF2-40B4-BE49-F238E27FC236}">
                  <a16:creationId xmlns:a16="http://schemas.microsoft.com/office/drawing/2014/main" id="{49C88340-6193-4395-BF8C-C260DDAB0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41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44" name="Oval 125">
              <a:extLst>
                <a:ext uri="{FF2B5EF4-FFF2-40B4-BE49-F238E27FC236}">
                  <a16:creationId xmlns:a16="http://schemas.microsoft.com/office/drawing/2014/main" id="{7629F43E-B748-4649-8690-4B718EDC2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374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45" name="Oval 126">
              <a:extLst>
                <a:ext uri="{FF2B5EF4-FFF2-40B4-BE49-F238E27FC236}">
                  <a16:creationId xmlns:a16="http://schemas.microsoft.com/office/drawing/2014/main" id="{B7D8870B-6510-46EE-A9C5-633DC543B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412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46" name="Oval 127">
              <a:extLst>
                <a:ext uri="{FF2B5EF4-FFF2-40B4-BE49-F238E27FC236}">
                  <a16:creationId xmlns:a16="http://schemas.microsoft.com/office/drawing/2014/main" id="{105150AB-96B9-4755-9DCA-E14378E5E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441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47" name="Oval 128">
              <a:extLst>
                <a:ext uri="{FF2B5EF4-FFF2-40B4-BE49-F238E27FC236}">
                  <a16:creationId xmlns:a16="http://schemas.microsoft.com/office/drawing/2014/main" id="{6F6BA9E2-CA13-4B2A-9120-41D0AB82D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454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48" name="Oval 129">
              <a:extLst>
                <a:ext uri="{FF2B5EF4-FFF2-40B4-BE49-F238E27FC236}">
                  <a16:creationId xmlns:a16="http://schemas.microsoft.com/office/drawing/2014/main" id="{95EBF6A5-8A48-4E50-965B-76661028A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460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49" name="Oval 130">
              <a:extLst>
                <a:ext uri="{FF2B5EF4-FFF2-40B4-BE49-F238E27FC236}">
                  <a16:creationId xmlns:a16="http://schemas.microsoft.com/office/drawing/2014/main" id="{1C834361-7F86-4B60-9DB0-862B623FF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462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50" name="Oval 131">
              <a:extLst>
                <a:ext uri="{FF2B5EF4-FFF2-40B4-BE49-F238E27FC236}">
                  <a16:creationId xmlns:a16="http://schemas.microsoft.com/office/drawing/2014/main" id="{EE1E87F0-FAE6-4FC9-9551-8958AC3A0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441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51" name="Oval 132">
              <a:extLst>
                <a:ext uri="{FF2B5EF4-FFF2-40B4-BE49-F238E27FC236}">
                  <a16:creationId xmlns:a16="http://schemas.microsoft.com/office/drawing/2014/main" id="{5FF7CCC9-AEFF-4822-AC8E-CBF79891C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454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52" name="Oval 133">
              <a:extLst>
                <a:ext uri="{FF2B5EF4-FFF2-40B4-BE49-F238E27FC236}">
                  <a16:creationId xmlns:a16="http://schemas.microsoft.com/office/drawing/2014/main" id="{BE065659-BFC0-4446-808E-05F0BB036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460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53" name="Oval 134">
              <a:extLst>
                <a:ext uri="{FF2B5EF4-FFF2-40B4-BE49-F238E27FC236}">
                  <a16:creationId xmlns:a16="http://schemas.microsoft.com/office/drawing/2014/main" id="{349A546F-0D16-4A78-BAA1-3FA3B24EA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462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54" name="Oval 135">
              <a:extLst>
                <a:ext uri="{FF2B5EF4-FFF2-40B4-BE49-F238E27FC236}">
                  <a16:creationId xmlns:a16="http://schemas.microsoft.com/office/drawing/2014/main" id="{3A06C213-8BC2-4583-80D6-135DE549D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465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55" name="Oval 136">
              <a:extLst>
                <a:ext uri="{FF2B5EF4-FFF2-40B4-BE49-F238E27FC236}">
                  <a16:creationId xmlns:a16="http://schemas.microsoft.com/office/drawing/2014/main" id="{AC0E26F1-0404-4337-9C87-A646A2A4C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46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56" name="Oval 137">
              <a:extLst>
                <a:ext uri="{FF2B5EF4-FFF2-40B4-BE49-F238E27FC236}">
                  <a16:creationId xmlns:a16="http://schemas.microsoft.com/office/drawing/2014/main" id="{81031FD9-B2D7-4F70-9FC3-3F21EB76E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473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57" name="Oval 138">
              <a:extLst>
                <a:ext uri="{FF2B5EF4-FFF2-40B4-BE49-F238E27FC236}">
                  <a16:creationId xmlns:a16="http://schemas.microsoft.com/office/drawing/2014/main" id="{FC751E5D-DE8F-4A85-B544-A3C5191A4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473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58" name="Oval 139">
              <a:extLst>
                <a:ext uri="{FF2B5EF4-FFF2-40B4-BE49-F238E27FC236}">
                  <a16:creationId xmlns:a16="http://schemas.microsoft.com/office/drawing/2014/main" id="{E0E89097-C3A5-4F6E-ABA3-5C6A3AE52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47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59" name="Oval 140">
              <a:extLst>
                <a:ext uri="{FF2B5EF4-FFF2-40B4-BE49-F238E27FC236}">
                  <a16:creationId xmlns:a16="http://schemas.microsoft.com/office/drawing/2014/main" id="{FD5B7752-FFD2-4D92-9665-9F7AA970A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46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0" name="Oval 141">
              <a:extLst>
                <a:ext uri="{FF2B5EF4-FFF2-40B4-BE49-F238E27FC236}">
                  <a16:creationId xmlns:a16="http://schemas.microsoft.com/office/drawing/2014/main" id="{AC379342-F821-43C1-A638-7B23466FF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454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1" name="Oval 142">
              <a:extLst>
                <a:ext uri="{FF2B5EF4-FFF2-40B4-BE49-F238E27FC236}">
                  <a16:creationId xmlns:a16="http://schemas.microsoft.com/office/drawing/2014/main" id="{9FAAB136-BB6C-4D1E-98FF-2F98B4524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481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2" name="Oval 143">
              <a:extLst>
                <a:ext uri="{FF2B5EF4-FFF2-40B4-BE49-F238E27FC236}">
                  <a16:creationId xmlns:a16="http://schemas.microsoft.com/office/drawing/2014/main" id="{2F81B0CD-16ED-4D89-A6E1-F02B952D5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494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3" name="Oval 144">
              <a:extLst>
                <a:ext uri="{FF2B5EF4-FFF2-40B4-BE49-F238E27FC236}">
                  <a16:creationId xmlns:a16="http://schemas.microsoft.com/office/drawing/2014/main" id="{B144836A-71C7-4FAE-8338-335CD8433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500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4" name="Oval 145">
              <a:extLst>
                <a:ext uri="{FF2B5EF4-FFF2-40B4-BE49-F238E27FC236}">
                  <a16:creationId xmlns:a16="http://schemas.microsoft.com/office/drawing/2014/main" id="{8222ECF6-D954-4AC1-BD73-C8558604C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502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5" name="Oval 146">
              <a:extLst>
                <a:ext uri="{FF2B5EF4-FFF2-40B4-BE49-F238E27FC236}">
                  <a16:creationId xmlns:a16="http://schemas.microsoft.com/office/drawing/2014/main" id="{7B9800F0-D7FE-4228-82BF-43BF32ACA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481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6" name="Oval 147">
              <a:extLst>
                <a:ext uri="{FF2B5EF4-FFF2-40B4-BE49-F238E27FC236}">
                  <a16:creationId xmlns:a16="http://schemas.microsoft.com/office/drawing/2014/main" id="{0BEDEC9F-7042-4243-9F4E-CB2BA367C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494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7" name="Oval 148">
              <a:extLst>
                <a:ext uri="{FF2B5EF4-FFF2-40B4-BE49-F238E27FC236}">
                  <a16:creationId xmlns:a16="http://schemas.microsoft.com/office/drawing/2014/main" id="{5606808C-A4E9-4121-8891-2E0A8D24E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500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8" name="Oval 149">
              <a:extLst>
                <a:ext uri="{FF2B5EF4-FFF2-40B4-BE49-F238E27FC236}">
                  <a16:creationId xmlns:a16="http://schemas.microsoft.com/office/drawing/2014/main" id="{E2606EAA-0F4C-47A0-BE0C-9E2739CBB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502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69" name="Oval 150">
              <a:extLst>
                <a:ext uri="{FF2B5EF4-FFF2-40B4-BE49-F238E27FC236}">
                  <a16:creationId xmlns:a16="http://schemas.microsoft.com/office/drawing/2014/main" id="{126AAC8F-9E84-4D6F-8D34-9A533ECB3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505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0" name="Oval 151">
              <a:extLst>
                <a:ext uri="{FF2B5EF4-FFF2-40B4-BE49-F238E27FC236}">
                  <a16:creationId xmlns:a16="http://schemas.microsoft.com/office/drawing/2014/main" id="{E30B9C58-2FA6-4DD7-8C71-D05ACE190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50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1" name="Oval 152">
              <a:extLst>
                <a:ext uri="{FF2B5EF4-FFF2-40B4-BE49-F238E27FC236}">
                  <a16:creationId xmlns:a16="http://schemas.microsoft.com/office/drawing/2014/main" id="{698C139C-57F4-4F7A-8C67-CF2968B80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13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2" name="Oval 153">
              <a:extLst>
                <a:ext uri="{FF2B5EF4-FFF2-40B4-BE49-F238E27FC236}">
                  <a16:creationId xmlns:a16="http://schemas.microsoft.com/office/drawing/2014/main" id="{AE05CD8A-D893-49E0-B2AB-158B8FE30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513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3" name="Oval 154">
              <a:extLst>
                <a:ext uri="{FF2B5EF4-FFF2-40B4-BE49-F238E27FC236}">
                  <a16:creationId xmlns:a16="http://schemas.microsoft.com/office/drawing/2014/main" id="{CC982563-9DED-4D94-AEA1-C875F8CED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51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4" name="Oval 155">
              <a:extLst>
                <a:ext uri="{FF2B5EF4-FFF2-40B4-BE49-F238E27FC236}">
                  <a16:creationId xmlns:a16="http://schemas.microsoft.com/office/drawing/2014/main" id="{7C840239-B065-45AC-8A87-888140DE2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505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5" name="Oval 156">
              <a:extLst>
                <a:ext uri="{FF2B5EF4-FFF2-40B4-BE49-F238E27FC236}">
                  <a16:creationId xmlns:a16="http://schemas.microsoft.com/office/drawing/2014/main" id="{2E2CDE1C-0E03-4BC4-A746-C5463D3F5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494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6" name="Oval 157">
              <a:extLst>
                <a:ext uri="{FF2B5EF4-FFF2-40B4-BE49-F238E27FC236}">
                  <a16:creationId xmlns:a16="http://schemas.microsoft.com/office/drawing/2014/main" id="{4882D345-39EB-4051-B4F9-F556CCDF5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452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7" name="Oval 158">
              <a:extLst>
                <a:ext uri="{FF2B5EF4-FFF2-40B4-BE49-F238E27FC236}">
                  <a16:creationId xmlns:a16="http://schemas.microsoft.com/office/drawing/2014/main" id="{D3146DFE-1247-4FF7-8FA7-4D32455EB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48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8" name="Oval 159">
              <a:extLst>
                <a:ext uri="{FF2B5EF4-FFF2-40B4-BE49-F238E27FC236}">
                  <a16:creationId xmlns:a16="http://schemas.microsoft.com/office/drawing/2014/main" id="{91CFD4F8-7CC1-4A80-946B-7AEB98195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43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79" name="Oval 160">
              <a:extLst>
                <a:ext uri="{FF2B5EF4-FFF2-40B4-BE49-F238E27FC236}">
                  <a16:creationId xmlns:a16="http://schemas.microsoft.com/office/drawing/2014/main" id="{6FA9FDE2-2227-417C-8070-CABF9F570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43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0" name="Oval 161">
              <a:extLst>
                <a:ext uri="{FF2B5EF4-FFF2-40B4-BE49-F238E27FC236}">
                  <a16:creationId xmlns:a16="http://schemas.microsoft.com/office/drawing/2014/main" id="{D896C299-1390-41BB-8A9A-5398D56A8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43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1" name="Oval 162">
              <a:extLst>
                <a:ext uri="{FF2B5EF4-FFF2-40B4-BE49-F238E27FC236}">
                  <a16:creationId xmlns:a16="http://schemas.microsoft.com/office/drawing/2014/main" id="{7D80C767-16D3-486E-961B-04B4D2D26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521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2" name="Oval 163">
              <a:extLst>
                <a:ext uri="{FF2B5EF4-FFF2-40B4-BE49-F238E27FC236}">
                  <a16:creationId xmlns:a16="http://schemas.microsoft.com/office/drawing/2014/main" id="{C8EDBDAA-EFA7-4869-ABD7-A5B579A2C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534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3" name="Oval 164">
              <a:extLst>
                <a:ext uri="{FF2B5EF4-FFF2-40B4-BE49-F238E27FC236}">
                  <a16:creationId xmlns:a16="http://schemas.microsoft.com/office/drawing/2014/main" id="{2FB08909-580B-4916-840C-896A7105D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540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4" name="Oval 165">
              <a:extLst>
                <a:ext uri="{FF2B5EF4-FFF2-40B4-BE49-F238E27FC236}">
                  <a16:creationId xmlns:a16="http://schemas.microsoft.com/office/drawing/2014/main" id="{D3167E84-A4ED-4BE1-8C0C-D71CAB8E1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542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5" name="Oval 166">
              <a:extLst>
                <a:ext uri="{FF2B5EF4-FFF2-40B4-BE49-F238E27FC236}">
                  <a16:creationId xmlns:a16="http://schemas.microsoft.com/office/drawing/2014/main" id="{9F5DFCA3-ED49-4764-AFB1-3486F8D6A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521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6" name="Oval 167">
              <a:extLst>
                <a:ext uri="{FF2B5EF4-FFF2-40B4-BE49-F238E27FC236}">
                  <a16:creationId xmlns:a16="http://schemas.microsoft.com/office/drawing/2014/main" id="{73AE1BC5-C063-450C-B8C3-945828E2B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534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7" name="Oval 168">
              <a:extLst>
                <a:ext uri="{FF2B5EF4-FFF2-40B4-BE49-F238E27FC236}">
                  <a16:creationId xmlns:a16="http://schemas.microsoft.com/office/drawing/2014/main" id="{825CEB60-1F62-49F2-B087-DA7F0EE90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540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8" name="Oval 169">
              <a:extLst>
                <a:ext uri="{FF2B5EF4-FFF2-40B4-BE49-F238E27FC236}">
                  <a16:creationId xmlns:a16="http://schemas.microsoft.com/office/drawing/2014/main" id="{41C7954A-B9A3-46A0-91B4-3724CD0B3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542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89" name="Oval 170">
              <a:extLst>
                <a:ext uri="{FF2B5EF4-FFF2-40B4-BE49-F238E27FC236}">
                  <a16:creationId xmlns:a16="http://schemas.microsoft.com/office/drawing/2014/main" id="{A00E79BB-A3CD-4ECB-B2FF-B90BA3AC0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542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0" name="Oval 171">
              <a:extLst>
                <a:ext uri="{FF2B5EF4-FFF2-40B4-BE49-F238E27FC236}">
                  <a16:creationId xmlns:a16="http://schemas.microsoft.com/office/drawing/2014/main" id="{FE17C2EB-1996-4A93-9EE6-2E7F2668A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54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1" name="Oval 172">
              <a:extLst>
                <a:ext uri="{FF2B5EF4-FFF2-40B4-BE49-F238E27FC236}">
                  <a16:creationId xmlns:a16="http://schemas.microsoft.com/office/drawing/2014/main" id="{9FA7526E-9AEA-4285-A2F9-DDAECE039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53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2" name="Oval 173">
              <a:extLst>
                <a:ext uri="{FF2B5EF4-FFF2-40B4-BE49-F238E27FC236}">
                  <a16:creationId xmlns:a16="http://schemas.microsoft.com/office/drawing/2014/main" id="{DF880CB9-8A21-4CA2-B758-94E3FCD8A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553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3" name="Oval 174">
              <a:extLst>
                <a:ext uri="{FF2B5EF4-FFF2-40B4-BE49-F238E27FC236}">
                  <a16:creationId xmlns:a16="http://schemas.microsoft.com/office/drawing/2014/main" id="{AB3FE4C5-80C9-49D6-A3CB-5892BF472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55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4" name="Oval 175">
              <a:extLst>
                <a:ext uri="{FF2B5EF4-FFF2-40B4-BE49-F238E27FC236}">
                  <a16:creationId xmlns:a16="http://schemas.microsoft.com/office/drawing/2014/main" id="{7C0BB2C6-CD84-4C6D-938A-9D75391AD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545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5" name="Oval 176">
              <a:extLst>
                <a:ext uri="{FF2B5EF4-FFF2-40B4-BE49-F238E27FC236}">
                  <a16:creationId xmlns:a16="http://schemas.microsoft.com/office/drawing/2014/main" id="{D91DF654-F95B-4631-A502-FC0A12E98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53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6" name="Oval 177">
              <a:extLst>
                <a:ext uri="{FF2B5EF4-FFF2-40B4-BE49-F238E27FC236}">
                  <a16:creationId xmlns:a16="http://schemas.microsoft.com/office/drawing/2014/main" id="{886F82C9-958C-4860-817C-FC9ACE9A0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561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7" name="Oval 178">
              <a:extLst>
                <a:ext uri="{FF2B5EF4-FFF2-40B4-BE49-F238E27FC236}">
                  <a16:creationId xmlns:a16="http://schemas.microsoft.com/office/drawing/2014/main" id="{4ED80A68-EFE6-4142-8557-2E5F6E711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572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8" name="Oval 179">
              <a:extLst>
                <a:ext uri="{FF2B5EF4-FFF2-40B4-BE49-F238E27FC236}">
                  <a16:creationId xmlns:a16="http://schemas.microsoft.com/office/drawing/2014/main" id="{2F6D4D4E-AA45-469E-B395-1CB353037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580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99" name="Oval 180">
              <a:extLst>
                <a:ext uri="{FF2B5EF4-FFF2-40B4-BE49-F238E27FC236}">
                  <a16:creationId xmlns:a16="http://schemas.microsoft.com/office/drawing/2014/main" id="{C2183382-AB6D-446B-A501-78450FC11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582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0" name="Oval 181">
              <a:extLst>
                <a:ext uri="{FF2B5EF4-FFF2-40B4-BE49-F238E27FC236}">
                  <a16:creationId xmlns:a16="http://schemas.microsoft.com/office/drawing/2014/main" id="{E5491B26-87AA-4036-AF42-BB5F9D4B5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561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1" name="Oval 182">
              <a:extLst>
                <a:ext uri="{FF2B5EF4-FFF2-40B4-BE49-F238E27FC236}">
                  <a16:creationId xmlns:a16="http://schemas.microsoft.com/office/drawing/2014/main" id="{77BCE73E-C8CF-4C8A-B1C1-BC79F60AA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572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2" name="Oval 183">
              <a:extLst>
                <a:ext uri="{FF2B5EF4-FFF2-40B4-BE49-F238E27FC236}">
                  <a16:creationId xmlns:a16="http://schemas.microsoft.com/office/drawing/2014/main" id="{190A2C4F-8431-4A47-B4E2-23BBFB0B8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580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3" name="Oval 184">
              <a:extLst>
                <a:ext uri="{FF2B5EF4-FFF2-40B4-BE49-F238E27FC236}">
                  <a16:creationId xmlns:a16="http://schemas.microsoft.com/office/drawing/2014/main" id="{FD691E88-FF22-4C87-A186-D831A6D11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582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4" name="Oval 185">
              <a:extLst>
                <a:ext uri="{FF2B5EF4-FFF2-40B4-BE49-F238E27FC236}">
                  <a16:creationId xmlns:a16="http://schemas.microsoft.com/office/drawing/2014/main" id="{3CF3DA99-A7C1-44B8-9961-DACCA4CDC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582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5" name="Oval 186">
              <a:extLst>
                <a:ext uri="{FF2B5EF4-FFF2-40B4-BE49-F238E27FC236}">
                  <a16:creationId xmlns:a16="http://schemas.microsoft.com/office/drawing/2014/main" id="{69987CDD-79AF-4CA2-A894-2554BF9CD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58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6" name="Oval 187">
              <a:extLst>
                <a:ext uri="{FF2B5EF4-FFF2-40B4-BE49-F238E27FC236}">
                  <a16:creationId xmlns:a16="http://schemas.microsoft.com/office/drawing/2014/main" id="{96283D42-448E-4815-80FA-91807566D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9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7" name="Oval 188">
              <a:extLst>
                <a:ext uri="{FF2B5EF4-FFF2-40B4-BE49-F238E27FC236}">
                  <a16:creationId xmlns:a16="http://schemas.microsoft.com/office/drawing/2014/main" id="{41CAAC89-7BB3-42CF-A948-BD7E5C845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593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8" name="Oval 189">
              <a:extLst>
                <a:ext uri="{FF2B5EF4-FFF2-40B4-BE49-F238E27FC236}">
                  <a16:creationId xmlns:a16="http://schemas.microsoft.com/office/drawing/2014/main" id="{1C4851B7-118F-4B96-9E63-0AFAEA925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59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09" name="Oval 190">
              <a:extLst>
                <a:ext uri="{FF2B5EF4-FFF2-40B4-BE49-F238E27FC236}">
                  <a16:creationId xmlns:a16="http://schemas.microsoft.com/office/drawing/2014/main" id="{57FD68E5-02E6-44B1-BEC6-094A7CCC8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585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0" name="Oval 191">
              <a:extLst>
                <a:ext uri="{FF2B5EF4-FFF2-40B4-BE49-F238E27FC236}">
                  <a16:creationId xmlns:a16="http://schemas.microsoft.com/office/drawing/2014/main" id="{F13AD1E3-DBD4-4B60-865C-242CCCD09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57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1" name="Oval 192">
              <a:extLst>
                <a:ext uri="{FF2B5EF4-FFF2-40B4-BE49-F238E27FC236}">
                  <a16:creationId xmlns:a16="http://schemas.microsoft.com/office/drawing/2014/main" id="{506033A3-E566-4F89-96A8-89729F92FA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52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2" name="Oval 193">
              <a:extLst>
                <a:ext uri="{FF2B5EF4-FFF2-40B4-BE49-F238E27FC236}">
                  <a16:creationId xmlns:a16="http://schemas.microsoft.com/office/drawing/2014/main" id="{EB7D9911-C9D4-495D-B4EE-3855E09AB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569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3" name="Oval 194">
              <a:extLst>
                <a:ext uri="{FF2B5EF4-FFF2-40B4-BE49-F238E27FC236}">
                  <a16:creationId xmlns:a16="http://schemas.microsoft.com/office/drawing/2014/main" id="{94E0577B-52A1-414A-8B6F-BD02D5E34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59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4" name="Oval 195">
              <a:extLst>
                <a:ext uri="{FF2B5EF4-FFF2-40B4-BE49-F238E27FC236}">
                  <a16:creationId xmlns:a16="http://schemas.microsoft.com/office/drawing/2014/main" id="{A057F92A-9258-4B12-8DAF-B787825F6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612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5" name="Oval 196">
              <a:extLst>
                <a:ext uri="{FF2B5EF4-FFF2-40B4-BE49-F238E27FC236}">
                  <a16:creationId xmlns:a16="http://schemas.microsoft.com/office/drawing/2014/main" id="{31ACC350-3519-4D34-9E7A-40AC96078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617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6" name="Oval 197">
              <a:extLst>
                <a:ext uri="{FF2B5EF4-FFF2-40B4-BE49-F238E27FC236}">
                  <a16:creationId xmlns:a16="http://schemas.microsoft.com/office/drawing/2014/main" id="{8238ACDD-4301-4786-82EF-4EA4AB812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620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7" name="Oval 198">
              <a:extLst>
                <a:ext uri="{FF2B5EF4-FFF2-40B4-BE49-F238E27FC236}">
                  <a16:creationId xmlns:a16="http://schemas.microsoft.com/office/drawing/2014/main" id="{3BCAF46B-6977-424E-A31D-B837F01EB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59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8" name="Oval 199">
              <a:extLst>
                <a:ext uri="{FF2B5EF4-FFF2-40B4-BE49-F238E27FC236}">
                  <a16:creationId xmlns:a16="http://schemas.microsoft.com/office/drawing/2014/main" id="{153A3BB5-D25F-4580-840C-66AC3C181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612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19" name="Oval 200">
              <a:extLst>
                <a:ext uri="{FF2B5EF4-FFF2-40B4-BE49-F238E27FC236}">
                  <a16:creationId xmlns:a16="http://schemas.microsoft.com/office/drawing/2014/main" id="{11478A4A-CB05-4640-AC3F-1919BE0B2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617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0" name="Oval 201">
              <a:extLst>
                <a:ext uri="{FF2B5EF4-FFF2-40B4-BE49-F238E27FC236}">
                  <a16:creationId xmlns:a16="http://schemas.microsoft.com/office/drawing/2014/main" id="{C2ACF7C9-37F7-4234-9B06-79F9FA868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620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1" name="Oval 202">
              <a:extLst>
                <a:ext uri="{FF2B5EF4-FFF2-40B4-BE49-F238E27FC236}">
                  <a16:creationId xmlns:a16="http://schemas.microsoft.com/office/drawing/2014/main" id="{3D4E8011-C018-496F-ACF5-397918D4D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622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2" name="Oval 203">
              <a:extLst>
                <a:ext uri="{FF2B5EF4-FFF2-40B4-BE49-F238E27FC236}">
                  <a16:creationId xmlns:a16="http://schemas.microsoft.com/office/drawing/2014/main" id="{058AA3DC-5544-4325-9E49-8B2EB37D9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625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3" name="Oval 204">
              <a:extLst>
                <a:ext uri="{FF2B5EF4-FFF2-40B4-BE49-F238E27FC236}">
                  <a16:creationId xmlns:a16="http://schemas.microsoft.com/office/drawing/2014/main" id="{B2A0A743-8BF9-47C2-95C8-3DC77EF37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63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4" name="Oval 205">
              <a:extLst>
                <a:ext uri="{FF2B5EF4-FFF2-40B4-BE49-F238E27FC236}">
                  <a16:creationId xmlns:a16="http://schemas.microsoft.com/office/drawing/2014/main" id="{12611EA6-670E-463C-962B-E00863B63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63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5" name="Oval 206">
              <a:extLst>
                <a:ext uri="{FF2B5EF4-FFF2-40B4-BE49-F238E27FC236}">
                  <a16:creationId xmlns:a16="http://schemas.microsoft.com/office/drawing/2014/main" id="{E75939E2-8948-4320-82F6-F7963E63F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62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6" name="Oval 207">
              <a:extLst>
                <a:ext uri="{FF2B5EF4-FFF2-40B4-BE49-F238E27FC236}">
                  <a16:creationId xmlns:a16="http://schemas.microsoft.com/office/drawing/2014/main" id="{788D4EDF-04BE-4403-AAF1-F638501E3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622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7" name="Oval 208">
              <a:extLst>
                <a:ext uri="{FF2B5EF4-FFF2-40B4-BE49-F238E27FC236}">
                  <a16:creationId xmlns:a16="http://schemas.microsoft.com/office/drawing/2014/main" id="{B3048296-DF46-4410-935A-8EBA19065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612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8" name="Oval 209">
              <a:extLst>
                <a:ext uri="{FF2B5EF4-FFF2-40B4-BE49-F238E27FC236}">
                  <a16:creationId xmlns:a16="http://schemas.microsoft.com/office/drawing/2014/main" id="{4BD5DD42-6DAC-41A4-A384-5403EEF1B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63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9" name="Oval 210">
              <a:extLst>
                <a:ext uri="{FF2B5EF4-FFF2-40B4-BE49-F238E27FC236}">
                  <a16:creationId xmlns:a16="http://schemas.microsoft.com/office/drawing/2014/main" id="{40A26A2A-4204-41BA-860F-87D231E03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652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0" name="Oval 211">
              <a:extLst>
                <a:ext uri="{FF2B5EF4-FFF2-40B4-BE49-F238E27FC236}">
                  <a16:creationId xmlns:a16="http://schemas.microsoft.com/office/drawing/2014/main" id="{9E12C18D-B731-4D68-8410-A08ED8D9E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657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1" name="Oval 212">
              <a:extLst>
                <a:ext uri="{FF2B5EF4-FFF2-40B4-BE49-F238E27FC236}">
                  <a16:creationId xmlns:a16="http://schemas.microsoft.com/office/drawing/2014/main" id="{E8696022-7E29-4601-97A9-F01F0F63B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660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2" name="Oval 213">
              <a:extLst>
                <a:ext uri="{FF2B5EF4-FFF2-40B4-BE49-F238E27FC236}">
                  <a16:creationId xmlns:a16="http://schemas.microsoft.com/office/drawing/2014/main" id="{0D8BCE60-1E37-4E32-AE0C-45A9B9C16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63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3" name="Oval 214">
              <a:extLst>
                <a:ext uri="{FF2B5EF4-FFF2-40B4-BE49-F238E27FC236}">
                  <a16:creationId xmlns:a16="http://schemas.microsoft.com/office/drawing/2014/main" id="{9E21EDAA-8773-4D57-B75B-C3D8E6F3D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652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4" name="Oval 215">
              <a:extLst>
                <a:ext uri="{FF2B5EF4-FFF2-40B4-BE49-F238E27FC236}">
                  <a16:creationId xmlns:a16="http://schemas.microsoft.com/office/drawing/2014/main" id="{DA5015C2-23EB-49F6-BB71-32B73CD92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657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5" name="Oval 216">
              <a:extLst>
                <a:ext uri="{FF2B5EF4-FFF2-40B4-BE49-F238E27FC236}">
                  <a16:creationId xmlns:a16="http://schemas.microsoft.com/office/drawing/2014/main" id="{0D6939E6-A8CE-4BA2-B34E-BB08A0351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660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6" name="Oval 217">
              <a:extLst>
                <a:ext uri="{FF2B5EF4-FFF2-40B4-BE49-F238E27FC236}">
                  <a16:creationId xmlns:a16="http://schemas.microsoft.com/office/drawing/2014/main" id="{106F4B15-C0F1-4B17-8568-ED227765E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662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7" name="Oval 218">
              <a:extLst>
                <a:ext uri="{FF2B5EF4-FFF2-40B4-BE49-F238E27FC236}">
                  <a16:creationId xmlns:a16="http://schemas.microsoft.com/office/drawing/2014/main" id="{D59A88E4-292C-4663-B135-96BE6939D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665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8" name="Oval 219">
              <a:extLst>
                <a:ext uri="{FF2B5EF4-FFF2-40B4-BE49-F238E27FC236}">
                  <a16:creationId xmlns:a16="http://schemas.microsoft.com/office/drawing/2014/main" id="{FF786A52-B417-4290-810A-68B2FDD5B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67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39" name="Oval 220">
              <a:extLst>
                <a:ext uri="{FF2B5EF4-FFF2-40B4-BE49-F238E27FC236}">
                  <a16:creationId xmlns:a16="http://schemas.microsoft.com/office/drawing/2014/main" id="{9A5ACC7A-4E78-4B49-954B-842BB24F8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67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0" name="Oval 221">
              <a:extLst>
                <a:ext uri="{FF2B5EF4-FFF2-40B4-BE49-F238E27FC236}">
                  <a16:creationId xmlns:a16="http://schemas.microsoft.com/office/drawing/2014/main" id="{4FA4EB09-BFE3-4AE0-A8D0-105383DD9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66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1" name="Oval 222">
              <a:extLst>
                <a:ext uri="{FF2B5EF4-FFF2-40B4-BE49-F238E27FC236}">
                  <a16:creationId xmlns:a16="http://schemas.microsoft.com/office/drawing/2014/main" id="{E2EE158D-E902-4558-9C89-75AEC4A2A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662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2" name="Oval 223">
              <a:extLst>
                <a:ext uri="{FF2B5EF4-FFF2-40B4-BE49-F238E27FC236}">
                  <a16:creationId xmlns:a16="http://schemas.microsoft.com/office/drawing/2014/main" id="{3DAA0D3C-214D-4A88-9EF0-CB37F0CA3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64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3" name="Oval 224">
              <a:extLst>
                <a:ext uri="{FF2B5EF4-FFF2-40B4-BE49-F238E27FC236}">
                  <a16:creationId xmlns:a16="http://schemas.microsoft.com/office/drawing/2014/main" id="{3B56E4B3-FC9D-460D-AB6D-9159D63FE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609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4" name="Oval 225">
              <a:extLst>
                <a:ext uri="{FF2B5EF4-FFF2-40B4-BE49-F238E27FC236}">
                  <a16:creationId xmlns:a16="http://schemas.microsoft.com/office/drawing/2014/main" id="{FF7C60D7-4785-4B6B-A90B-63770E084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646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5" name="Oval 226">
              <a:extLst>
                <a:ext uri="{FF2B5EF4-FFF2-40B4-BE49-F238E27FC236}">
                  <a16:creationId xmlns:a16="http://schemas.microsoft.com/office/drawing/2014/main" id="{E7DE1B7D-5DE1-4DF7-9DE9-359D70299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67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6" name="Oval 227">
              <a:extLst>
                <a:ext uri="{FF2B5EF4-FFF2-40B4-BE49-F238E27FC236}">
                  <a16:creationId xmlns:a16="http://schemas.microsoft.com/office/drawing/2014/main" id="{32A6EE9D-61DA-4D68-A1B6-0286BB964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692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7" name="Oval 228">
              <a:extLst>
                <a:ext uri="{FF2B5EF4-FFF2-40B4-BE49-F238E27FC236}">
                  <a16:creationId xmlns:a16="http://schemas.microsoft.com/office/drawing/2014/main" id="{67AEDEE4-E72D-49FD-9495-53328E2E4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697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8" name="Oval 229">
              <a:extLst>
                <a:ext uri="{FF2B5EF4-FFF2-40B4-BE49-F238E27FC236}">
                  <a16:creationId xmlns:a16="http://schemas.microsoft.com/office/drawing/2014/main" id="{B51546F3-3D5C-4C70-BF42-075E4DC58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700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9" name="Oval 230">
              <a:extLst>
                <a:ext uri="{FF2B5EF4-FFF2-40B4-BE49-F238E27FC236}">
                  <a16:creationId xmlns:a16="http://schemas.microsoft.com/office/drawing/2014/main" id="{CCBE6DBB-44B8-4090-A615-822492ECD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67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50" name="Oval 231">
              <a:extLst>
                <a:ext uri="{FF2B5EF4-FFF2-40B4-BE49-F238E27FC236}">
                  <a16:creationId xmlns:a16="http://schemas.microsoft.com/office/drawing/2014/main" id="{0893A527-8813-45D9-8912-BAC31BE6C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692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51" name="Oval 232">
              <a:extLst>
                <a:ext uri="{FF2B5EF4-FFF2-40B4-BE49-F238E27FC236}">
                  <a16:creationId xmlns:a16="http://schemas.microsoft.com/office/drawing/2014/main" id="{12990442-55C4-43EB-8026-7668248C1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697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52" name="Oval 233">
              <a:extLst>
                <a:ext uri="{FF2B5EF4-FFF2-40B4-BE49-F238E27FC236}">
                  <a16:creationId xmlns:a16="http://schemas.microsoft.com/office/drawing/2014/main" id="{C19C6EBC-8487-4314-BB51-D14AA3DB1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700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53" name="Oval 234">
              <a:extLst>
                <a:ext uri="{FF2B5EF4-FFF2-40B4-BE49-F238E27FC236}">
                  <a16:creationId xmlns:a16="http://schemas.microsoft.com/office/drawing/2014/main" id="{BEAF90B9-6897-4E99-A7E0-4101C300E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702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54" name="Oval 235">
              <a:extLst>
                <a:ext uri="{FF2B5EF4-FFF2-40B4-BE49-F238E27FC236}">
                  <a16:creationId xmlns:a16="http://schemas.microsoft.com/office/drawing/2014/main" id="{B9723E29-8D5B-4B3D-BB0B-66515AFD5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705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55" name="Oval 236">
              <a:extLst>
                <a:ext uri="{FF2B5EF4-FFF2-40B4-BE49-F238E27FC236}">
                  <a16:creationId xmlns:a16="http://schemas.microsoft.com/office/drawing/2014/main" id="{1D30A60C-A67C-4D56-B707-AB6E39154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71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56" name="Oval 237">
              <a:extLst>
                <a:ext uri="{FF2B5EF4-FFF2-40B4-BE49-F238E27FC236}">
                  <a16:creationId xmlns:a16="http://schemas.microsoft.com/office/drawing/2014/main" id="{1C1C8608-D046-44E1-B8AA-F4BD17400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71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57" name="Oval 238">
              <a:extLst>
                <a:ext uri="{FF2B5EF4-FFF2-40B4-BE49-F238E27FC236}">
                  <a16:creationId xmlns:a16="http://schemas.microsoft.com/office/drawing/2014/main" id="{346B6757-1D9D-4944-9939-FE8067587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70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58" name="Oval 239">
              <a:extLst>
                <a:ext uri="{FF2B5EF4-FFF2-40B4-BE49-F238E27FC236}">
                  <a16:creationId xmlns:a16="http://schemas.microsoft.com/office/drawing/2014/main" id="{0091F753-9C3D-4397-A06C-BA1474BC7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702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59" name="Oval 240">
              <a:extLst>
                <a:ext uri="{FF2B5EF4-FFF2-40B4-BE49-F238E27FC236}">
                  <a16:creationId xmlns:a16="http://schemas.microsoft.com/office/drawing/2014/main" id="{26D68392-30BA-4341-9915-BAF08E5E0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68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0" name="Oval 241">
              <a:extLst>
                <a:ext uri="{FF2B5EF4-FFF2-40B4-BE49-F238E27FC236}">
                  <a16:creationId xmlns:a16="http://schemas.microsoft.com/office/drawing/2014/main" id="{C77457A5-35D3-420C-A618-41E8F56AE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71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1" name="Oval 242">
              <a:extLst>
                <a:ext uri="{FF2B5EF4-FFF2-40B4-BE49-F238E27FC236}">
                  <a16:creationId xmlns:a16="http://schemas.microsoft.com/office/drawing/2014/main" id="{A20C3750-6F82-4376-B6B9-C04C5BECD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732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2" name="Oval 243">
              <a:extLst>
                <a:ext uri="{FF2B5EF4-FFF2-40B4-BE49-F238E27FC236}">
                  <a16:creationId xmlns:a16="http://schemas.microsoft.com/office/drawing/2014/main" id="{ADC4B27B-45E6-4789-BE95-4752F6CF0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737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3" name="Oval 244">
              <a:extLst>
                <a:ext uri="{FF2B5EF4-FFF2-40B4-BE49-F238E27FC236}">
                  <a16:creationId xmlns:a16="http://schemas.microsoft.com/office/drawing/2014/main" id="{6FA8B450-B9D8-42A1-A831-284B9F1E6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740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4" name="Oval 245">
              <a:extLst>
                <a:ext uri="{FF2B5EF4-FFF2-40B4-BE49-F238E27FC236}">
                  <a16:creationId xmlns:a16="http://schemas.microsoft.com/office/drawing/2014/main" id="{C33CFDF9-B2DC-4E06-BD3D-05152923F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71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5" name="Oval 246">
              <a:extLst>
                <a:ext uri="{FF2B5EF4-FFF2-40B4-BE49-F238E27FC236}">
                  <a16:creationId xmlns:a16="http://schemas.microsoft.com/office/drawing/2014/main" id="{DBC292DE-1364-4E0E-8520-E1D147240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732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6" name="Oval 247">
              <a:extLst>
                <a:ext uri="{FF2B5EF4-FFF2-40B4-BE49-F238E27FC236}">
                  <a16:creationId xmlns:a16="http://schemas.microsoft.com/office/drawing/2014/main" id="{47E4EC14-7BA4-40F7-B60D-CE2F80938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737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7" name="Oval 248">
              <a:extLst>
                <a:ext uri="{FF2B5EF4-FFF2-40B4-BE49-F238E27FC236}">
                  <a16:creationId xmlns:a16="http://schemas.microsoft.com/office/drawing/2014/main" id="{BAB75A8D-BA60-4CAE-9221-AE0D3954A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740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8" name="Oval 249">
              <a:extLst>
                <a:ext uri="{FF2B5EF4-FFF2-40B4-BE49-F238E27FC236}">
                  <a16:creationId xmlns:a16="http://schemas.microsoft.com/office/drawing/2014/main" id="{6318AF03-2A7D-42CF-954D-61ED7C835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74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9" name="Oval 250">
              <a:extLst>
                <a:ext uri="{FF2B5EF4-FFF2-40B4-BE49-F238E27FC236}">
                  <a16:creationId xmlns:a16="http://schemas.microsoft.com/office/drawing/2014/main" id="{147CE073-833B-427E-ABC2-707C164B5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74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70" name="Oval 251">
              <a:extLst>
                <a:ext uri="{FF2B5EF4-FFF2-40B4-BE49-F238E27FC236}">
                  <a16:creationId xmlns:a16="http://schemas.microsoft.com/office/drawing/2014/main" id="{612A3029-571E-48AB-BCB2-A891A9A35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742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71" name="Oval 252">
              <a:extLst>
                <a:ext uri="{FF2B5EF4-FFF2-40B4-BE49-F238E27FC236}">
                  <a16:creationId xmlns:a16="http://schemas.microsoft.com/office/drawing/2014/main" id="{C1517155-901F-4CFB-9FF2-3ADC4EC67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72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72" name="Oval 253">
              <a:extLst>
                <a:ext uri="{FF2B5EF4-FFF2-40B4-BE49-F238E27FC236}">
                  <a16:creationId xmlns:a16="http://schemas.microsoft.com/office/drawing/2014/main" id="{B85469B0-771A-45A1-990E-D9AC7ACA4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68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73" name="Oval 254">
              <a:extLst>
                <a:ext uri="{FF2B5EF4-FFF2-40B4-BE49-F238E27FC236}">
                  <a16:creationId xmlns:a16="http://schemas.microsoft.com/office/drawing/2014/main" id="{8E35EC7C-3B94-4A7F-A534-BB82A597E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726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74" name="Oval 255">
              <a:extLst>
                <a:ext uri="{FF2B5EF4-FFF2-40B4-BE49-F238E27FC236}">
                  <a16:creationId xmlns:a16="http://schemas.microsoft.com/office/drawing/2014/main" id="{49C572D0-189C-49F9-BA29-004EF538D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75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75" name="Oval 256">
              <a:extLst>
                <a:ext uri="{FF2B5EF4-FFF2-40B4-BE49-F238E27FC236}">
                  <a16:creationId xmlns:a16="http://schemas.microsoft.com/office/drawing/2014/main" id="{2BE66B87-D34A-4C75-9572-1950C0DBA7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769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76" name="Oval 257">
              <a:extLst>
                <a:ext uri="{FF2B5EF4-FFF2-40B4-BE49-F238E27FC236}">
                  <a16:creationId xmlns:a16="http://schemas.microsoft.com/office/drawing/2014/main" id="{265E8931-D147-4BCC-B001-E671FFB1F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774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77" name="Oval 258">
              <a:extLst>
                <a:ext uri="{FF2B5EF4-FFF2-40B4-BE49-F238E27FC236}">
                  <a16:creationId xmlns:a16="http://schemas.microsoft.com/office/drawing/2014/main" id="{5ADE948D-2315-4D59-BB52-D777488B5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777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78" name="Oval 259">
              <a:extLst>
                <a:ext uri="{FF2B5EF4-FFF2-40B4-BE49-F238E27FC236}">
                  <a16:creationId xmlns:a16="http://schemas.microsoft.com/office/drawing/2014/main" id="{6A5C344B-1160-4184-9AA4-AE66152E5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75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79" name="Oval 260">
              <a:extLst>
                <a:ext uri="{FF2B5EF4-FFF2-40B4-BE49-F238E27FC236}">
                  <a16:creationId xmlns:a16="http://schemas.microsoft.com/office/drawing/2014/main" id="{BE2FBFEA-3B4F-4C75-BD5E-BBCE51125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769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0" name="Oval 261">
              <a:extLst>
                <a:ext uri="{FF2B5EF4-FFF2-40B4-BE49-F238E27FC236}">
                  <a16:creationId xmlns:a16="http://schemas.microsoft.com/office/drawing/2014/main" id="{07AA307D-AC14-4729-A5D3-B0AB503C6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774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1" name="Oval 262">
              <a:extLst>
                <a:ext uri="{FF2B5EF4-FFF2-40B4-BE49-F238E27FC236}">
                  <a16:creationId xmlns:a16="http://schemas.microsoft.com/office/drawing/2014/main" id="{96093AA5-56E0-4269-BE73-99A40DAC4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777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2" name="Oval 263">
              <a:extLst>
                <a:ext uri="{FF2B5EF4-FFF2-40B4-BE49-F238E27FC236}">
                  <a16:creationId xmlns:a16="http://schemas.microsoft.com/office/drawing/2014/main" id="{454BE1FB-FC89-4899-9638-8FBC61FAD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780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3" name="Oval 264">
              <a:extLst>
                <a:ext uri="{FF2B5EF4-FFF2-40B4-BE49-F238E27FC236}">
                  <a16:creationId xmlns:a16="http://schemas.microsoft.com/office/drawing/2014/main" id="{7E11407D-A644-44A6-9AAA-5AA10E869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782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4" name="Oval 265">
              <a:extLst>
                <a:ext uri="{FF2B5EF4-FFF2-40B4-BE49-F238E27FC236}">
                  <a16:creationId xmlns:a16="http://schemas.microsoft.com/office/drawing/2014/main" id="{102F57FE-7914-4F22-B126-3D41F9F3F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78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5" name="Oval 266">
              <a:extLst>
                <a:ext uri="{FF2B5EF4-FFF2-40B4-BE49-F238E27FC236}">
                  <a16:creationId xmlns:a16="http://schemas.microsoft.com/office/drawing/2014/main" id="{E6A29380-7E2C-4420-B3E3-B44C2BB89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78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6" name="Oval 267">
              <a:extLst>
                <a:ext uri="{FF2B5EF4-FFF2-40B4-BE49-F238E27FC236}">
                  <a16:creationId xmlns:a16="http://schemas.microsoft.com/office/drawing/2014/main" id="{98D3AAAA-0653-43DC-A5AE-CC0C53E1B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78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7" name="Oval 268">
              <a:extLst>
                <a:ext uri="{FF2B5EF4-FFF2-40B4-BE49-F238E27FC236}">
                  <a16:creationId xmlns:a16="http://schemas.microsoft.com/office/drawing/2014/main" id="{E609A56E-F5B0-428B-890A-F347E91F7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780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8" name="Oval 269">
              <a:extLst>
                <a:ext uri="{FF2B5EF4-FFF2-40B4-BE49-F238E27FC236}">
                  <a16:creationId xmlns:a16="http://schemas.microsoft.com/office/drawing/2014/main" id="{C52D03E5-8536-4716-8D81-FDC94ED58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769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9" name="Oval 270">
              <a:extLst>
                <a:ext uri="{FF2B5EF4-FFF2-40B4-BE49-F238E27FC236}">
                  <a16:creationId xmlns:a16="http://schemas.microsoft.com/office/drawing/2014/main" id="{97A20589-DEF9-489B-A1D3-694E0DEE2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79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90" name="Oval 271">
              <a:extLst>
                <a:ext uri="{FF2B5EF4-FFF2-40B4-BE49-F238E27FC236}">
                  <a16:creationId xmlns:a16="http://schemas.microsoft.com/office/drawing/2014/main" id="{5F94D3D2-E59D-4076-A39E-76B6D4E0C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809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91" name="Oval 272">
              <a:extLst>
                <a:ext uri="{FF2B5EF4-FFF2-40B4-BE49-F238E27FC236}">
                  <a16:creationId xmlns:a16="http://schemas.microsoft.com/office/drawing/2014/main" id="{1E7237CE-2658-49F9-A273-A945A995F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814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92" name="Oval 273">
              <a:extLst>
                <a:ext uri="{FF2B5EF4-FFF2-40B4-BE49-F238E27FC236}">
                  <a16:creationId xmlns:a16="http://schemas.microsoft.com/office/drawing/2014/main" id="{4803D051-F0EF-4310-8713-8FAB78C9F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817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93" name="Oval 274">
              <a:extLst>
                <a:ext uri="{FF2B5EF4-FFF2-40B4-BE49-F238E27FC236}">
                  <a16:creationId xmlns:a16="http://schemas.microsoft.com/office/drawing/2014/main" id="{A303994C-90F5-476C-8317-D02DC2D11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79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94" name="Oval 275">
              <a:extLst>
                <a:ext uri="{FF2B5EF4-FFF2-40B4-BE49-F238E27FC236}">
                  <a16:creationId xmlns:a16="http://schemas.microsoft.com/office/drawing/2014/main" id="{76F902E0-0F3D-4E3E-9FFE-E9291810F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809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95" name="Oval 276">
              <a:extLst>
                <a:ext uri="{FF2B5EF4-FFF2-40B4-BE49-F238E27FC236}">
                  <a16:creationId xmlns:a16="http://schemas.microsoft.com/office/drawing/2014/main" id="{55E6D524-D4B2-4519-8D26-A9CD290E8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814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96" name="Oval 277">
              <a:extLst>
                <a:ext uri="{FF2B5EF4-FFF2-40B4-BE49-F238E27FC236}">
                  <a16:creationId xmlns:a16="http://schemas.microsoft.com/office/drawing/2014/main" id="{10E6F3A3-B7F1-448D-8594-5DEFD7683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817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97" name="Oval 278">
              <a:extLst>
                <a:ext uri="{FF2B5EF4-FFF2-40B4-BE49-F238E27FC236}">
                  <a16:creationId xmlns:a16="http://schemas.microsoft.com/office/drawing/2014/main" id="{5E8D1083-D594-4545-B7B3-A3C42FB72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820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98" name="Oval 279">
              <a:extLst>
                <a:ext uri="{FF2B5EF4-FFF2-40B4-BE49-F238E27FC236}">
                  <a16:creationId xmlns:a16="http://schemas.microsoft.com/office/drawing/2014/main" id="{0C3BBF45-6575-48A9-B40F-269F46D08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822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99" name="Oval 280">
              <a:extLst>
                <a:ext uri="{FF2B5EF4-FFF2-40B4-BE49-F238E27FC236}">
                  <a16:creationId xmlns:a16="http://schemas.microsoft.com/office/drawing/2014/main" id="{FEBFD58F-ECFE-4622-9438-A7B7179D9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82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00" name="Oval 281">
              <a:extLst>
                <a:ext uri="{FF2B5EF4-FFF2-40B4-BE49-F238E27FC236}">
                  <a16:creationId xmlns:a16="http://schemas.microsoft.com/office/drawing/2014/main" id="{62C5CF2C-56CE-43E1-A653-A2FF8FDB6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82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01" name="Oval 282">
              <a:extLst>
                <a:ext uri="{FF2B5EF4-FFF2-40B4-BE49-F238E27FC236}">
                  <a16:creationId xmlns:a16="http://schemas.microsoft.com/office/drawing/2014/main" id="{415C766A-6A4D-417B-AD9B-B45196882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82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02" name="Oval 283">
              <a:extLst>
                <a:ext uri="{FF2B5EF4-FFF2-40B4-BE49-F238E27FC236}">
                  <a16:creationId xmlns:a16="http://schemas.microsoft.com/office/drawing/2014/main" id="{479AB72B-2A8C-442F-9D93-67BF3646C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820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03" name="Oval 284">
              <a:extLst>
                <a:ext uri="{FF2B5EF4-FFF2-40B4-BE49-F238E27FC236}">
                  <a16:creationId xmlns:a16="http://schemas.microsoft.com/office/drawing/2014/main" id="{33CA4EBF-68E3-44AB-993B-2803FE015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80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04" name="Oval 285">
              <a:extLst>
                <a:ext uri="{FF2B5EF4-FFF2-40B4-BE49-F238E27FC236}">
                  <a16:creationId xmlns:a16="http://schemas.microsoft.com/office/drawing/2014/main" id="{0997E9AC-83CD-4CBE-8DD1-608669490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766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05" name="Oval 286">
              <a:extLst>
                <a:ext uri="{FF2B5EF4-FFF2-40B4-BE49-F238E27FC236}">
                  <a16:creationId xmlns:a16="http://schemas.microsoft.com/office/drawing/2014/main" id="{E2F54519-14B9-4C68-AFDD-117AB80CB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804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06" name="Oval 287">
              <a:extLst>
                <a:ext uri="{FF2B5EF4-FFF2-40B4-BE49-F238E27FC236}">
                  <a16:creationId xmlns:a16="http://schemas.microsoft.com/office/drawing/2014/main" id="{2062D17E-6C9C-46D2-90C6-CEA144F16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74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07" name="Oval 288">
              <a:extLst>
                <a:ext uri="{FF2B5EF4-FFF2-40B4-BE49-F238E27FC236}">
                  <a16:creationId xmlns:a16="http://schemas.microsoft.com/office/drawing/2014/main" id="{4D9CFDFE-7A48-4629-994D-083848601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75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08" name="Oval 289">
              <a:extLst>
                <a:ext uri="{FF2B5EF4-FFF2-40B4-BE49-F238E27FC236}">
                  <a16:creationId xmlns:a16="http://schemas.microsoft.com/office/drawing/2014/main" id="{36E5F8D0-0188-48DD-93F7-4132B7713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74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09" name="Oval 290">
              <a:extLst>
                <a:ext uri="{FF2B5EF4-FFF2-40B4-BE49-F238E27FC236}">
                  <a16:creationId xmlns:a16="http://schemas.microsoft.com/office/drawing/2014/main" id="{E673BC82-4B82-4896-9E24-5DECEC36A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83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0" name="Oval 291">
              <a:extLst>
                <a:ext uri="{FF2B5EF4-FFF2-40B4-BE49-F238E27FC236}">
                  <a16:creationId xmlns:a16="http://schemas.microsoft.com/office/drawing/2014/main" id="{504F2149-10E4-4A58-BF69-0330A1162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849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1" name="Oval 292">
              <a:extLst>
                <a:ext uri="{FF2B5EF4-FFF2-40B4-BE49-F238E27FC236}">
                  <a16:creationId xmlns:a16="http://schemas.microsoft.com/office/drawing/2014/main" id="{27D041F8-13B3-4163-97DB-37F402A17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854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2" name="Oval 293">
              <a:extLst>
                <a:ext uri="{FF2B5EF4-FFF2-40B4-BE49-F238E27FC236}">
                  <a16:creationId xmlns:a16="http://schemas.microsoft.com/office/drawing/2014/main" id="{410E8039-06B9-4C6C-A99E-699E3A520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857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3" name="Oval 294">
              <a:extLst>
                <a:ext uri="{FF2B5EF4-FFF2-40B4-BE49-F238E27FC236}">
                  <a16:creationId xmlns:a16="http://schemas.microsoft.com/office/drawing/2014/main" id="{8A498AA1-EE82-49A6-B6ED-D84664A7B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83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4" name="Oval 295">
              <a:extLst>
                <a:ext uri="{FF2B5EF4-FFF2-40B4-BE49-F238E27FC236}">
                  <a16:creationId xmlns:a16="http://schemas.microsoft.com/office/drawing/2014/main" id="{77CDD522-1DAC-41B3-9465-07129A213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849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5" name="Oval 296">
              <a:extLst>
                <a:ext uri="{FF2B5EF4-FFF2-40B4-BE49-F238E27FC236}">
                  <a16:creationId xmlns:a16="http://schemas.microsoft.com/office/drawing/2014/main" id="{2D2B5493-988B-4EAD-B2B9-44341D50B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854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6" name="Oval 297">
              <a:extLst>
                <a:ext uri="{FF2B5EF4-FFF2-40B4-BE49-F238E27FC236}">
                  <a16:creationId xmlns:a16="http://schemas.microsoft.com/office/drawing/2014/main" id="{1E430D34-0705-4F94-BE37-1094DB6E3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857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7" name="Oval 298">
              <a:extLst>
                <a:ext uri="{FF2B5EF4-FFF2-40B4-BE49-F238E27FC236}">
                  <a16:creationId xmlns:a16="http://schemas.microsoft.com/office/drawing/2014/main" id="{30BDCC2D-9281-4781-B5F4-6A8C96750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860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8" name="Oval 299">
              <a:extLst>
                <a:ext uri="{FF2B5EF4-FFF2-40B4-BE49-F238E27FC236}">
                  <a16:creationId xmlns:a16="http://schemas.microsoft.com/office/drawing/2014/main" id="{2F9FDF69-3796-4B27-A7FC-403623777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862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9" name="Oval 300">
              <a:extLst>
                <a:ext uri="{FF2B5EF4-FFF2-40B4-BE49-F238E27FC236}">
                  <a16:creationId xmlns:a16="http://schemas.microsoft.com/office/drawing/2014/main" id="{26807E2D-8D2C-4403-9368-7FD859270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86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20" name="Oval 301">
              <a:extLst>
                <a:ext uri="{FF2B5EF4-FFF2-40B4-BE49-F238E27FC236}">
                  <a16:creationId xmlns:a16="http://schemas.microsoft.com/office/drawing/2014/main" id="{941B0990-A828-4832-8458-EFC454162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86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21" name="Oval 302">
              <a:extLst>
                <a:ext uri="{FF2B5EF4-FFF2-40B4-BE49-F238E27FC236}">
                  <a16:creationId xmlns:a16="http://schemas.microsoft.com/office/drawing/2014/main" id="{4787141C-A006-4A8C-8307-1B005C76E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86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22" name="Oval 303">
              <a:extLst>
                <a:ext uri="{FF2B5EF4-FFF2-40B4-BE49-F238E27FC236}">
                  <a16:creationId xmlns:a16="http://schemas.microsoft.com/office/drawing/2014/main" id="{976D0BB4-EFE0-4088-BFD2-B41EECC27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860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23" name="Oval 304">
              <a:extLst>
                <a:ext uri="{FF2B5EF4-FFF2-40B4-BE49-F238E27FC236}">
                  <a16:creationId xmlns:a16="http://schemas.microsoft.com/office/drawing/2014/main" id="{C2837D6E-936C-4F34-9AC8-16C44DAF3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84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24" name="Oval 305">
              <a:extLst>
                <a:ext uri="{FF2B5EF4-FFF2-40B4-BE49-F238E27FC236}">
                  <a16:creationId xmlns:a16="http://schemas.microsoft.com/office/drawing/2014/main" id="{1836F31B-E12E-4B05-876E-A51F26B30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87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25" name="Oval 306">
              <a:extLst>
                <a:ext uri="{FF2B5EF4-FFF2-40B4-BE49-F238E27FC236}">
                  <a16:creationId xmlns:a16="http://schemas.microsoft.com/office/drawing/2014/main" id="{BC4DD424-BEB9-4757-9F96-279C7182A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889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26" name="Oval 307">
              <a:extLst>
                <a:ext uri="{FF2B5EF4-FFF2-40B4-BE49-F238E27FC236}">
                  <a16:creationId xmlns:a16="http://schemas.microsoft.com/office/drawing/2014/main" id="{A531DBAB-3F15-434A-8013-B8CC83FF3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894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27" name="Oval 308">
              <a:extLst>
                <a:ext uri="{FF2B5EF4-FFF2-40B4-BE49-F238E27FC236}">
                  <a16:creationId xmlns:a16="http://schemas.microsoft.com/office/drawing/2014/main" id="{3CA54122-82E1-4846-B6A6-C00BF3A3B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897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28" name="Oval 309">
              <a:extLst>
                <a:ext uri="{FF2B5EF4-FFF2-40B4-BE49-F238E27FC236}">
                  <a16:creationId xmlns:a16="http://schemas.microsoft.com/office/drawing/2014/main" id="{DEE019AE-ABE8-4E65-AC04-953088F4F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87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29" name="Oval 310">
              <a:extLst>
                <a:ext uri="{FF2B5EF4-FFF2-40B4-BE49-F238E27FC236}">
                  <a16:creationId xmlns:a16="http://schemas.microsoft.com/office/drawing/2014/main" id="{6A7FB9C2-233D-4B8B-8D20-D34D618A4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889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0" name="Oval 311">
              <a:extLst>
                <a:ext uri="{FF2B5EF4-FFF2-40B4-BE49-F238E27FC236}">
                  <a16:creationId xmlns:a16="http://schemas.microsoft.com/office/drawing/2014/main" id="{6303D77D-1BC2-4663-B5FA-C02076E93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894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1" name="Oval 312">
              <a:extLst>
                <a:ext uri="{FF2B5EF4-FFF2-40B4-BE49-F238E27FC236}">
                  <a16:creationId xmlns:a16="http://schemas.microsoft.com/office/drawing/2014/main" id="{DAA8418F-0915-4444-9825-04441DF5A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897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2" name="Oval 313">
              <a:extLst>
                <a:ext uri="{FF2B5EF4-FFF2-40B4-BE49-F238E27FC236}">
                  <a16:creationId xmlns:a16="http://schemas.microsoft.com/office/drawing/2014/main" id="{7918DB6D-A169-4598-82D1-9FCE0C784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89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3" name="Oval 314">
              <a:extLst>
                <a:ext uri="{FF2B5EF4-FFF2-40B4-BE49-F238E27FC236}">
                  <a16:creationId xmlns:a16="http://schemas.microsoft.com/office/drawing/2014/main" id="{DCBC6BF6-4550-4747-95A6-7854AE595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902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4" name="Oval 315">
              <a:extLst>
                <a:ext uri="{FF2B5EF4-FFF2-40B4-BE49-F238E27FC236}">
                  <a16:creationId xmlns:a16="http://schemas.microsoft.com/office/drawing/2014/main" id="{A401BBE5-E5BC-4B5A-84E8-BBF0D1AC3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90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5" name="Oval 316">
              <a:extLst>
                <a:ext uri="{FF2B5EF4-FFF2-40B4-BE49-F238E27FC236}">
                  <a16:creationId xmlns:a16="http://schemas.microsoft.com/office/drawing/2014/main" id="{FA0AE059-156D-4071-B9C6-5051F0485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90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6" name="Oval 317">
              <a:extLst>
                <a:ext uri="{FF2B5EF4-FFF2-40B4-BE49-F238E27FC236}">
                  <a16:creationId xmlns:a16="http://schemas.microsoft.com/office/drawing/2014/main" id="{5DF9DAFF-DA92-4DB6-BA9E-83AAEAB42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90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7" name="Oval 318">
              <a:extLst>
                <a:ext uri="{FF2B5EF4-FFF2-40B4-BE49-F238E27FC236}">
                  <a16:creationId xmlns:a16="http://schemas.microsoft.com/office/drawing/2014/main" id="{CD79C34A-3BB3-47E7-873C-01563E6BE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900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8" name="Oval 319">
              <a:extLst>
                <a:ext uri="{FF2B5EF4-FFF2-40B4-BE49-F238E27FC236}">
                  <a16:creationId xmlns:a16="http://schemas.microsoft.com/office/drawing/2014/main" id="{01BBD0DD-37EB-4443-B87B-46148FE4E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88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9" name="Oval 320">
              <a:extLst>
                <a:ext uri="{FF2B5EF4-FFF2-40B4-BE49-F238E27FC236}">
                  <a16:creationId xmlns:a16="http://schemas.microsoft.com/office/drawing/2014/main" id="{2926C5EB-6CD4-45E0-A550-ACF4C34FC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846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40" name="Oval 321">
              <a:extLst>
                <a:ext uri="{FF2B5EF4-FFF2-40B4-BE49-F238E27FC236}">
                  <a16:creationId xmlns:a16="http://schemas.microsoft.com/office/drawing/2014/main" id="{00224FF9-AF7C-4E65-B08F-DD9479A25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884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41" name="Oval 322">
              <a:extLst>
                <a:ext uri="{FF2B5EF4-FFF2-40B4-BE49-F238E27FC236}">
                  <a16:creationId xmlns:a16="http://schemas.microsoft.com/office/drawing/2014/main" id="{2834F7E7-608D-4C24-82ED-948DCB90D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913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42" name="Oval 323">
              <a:extLst>
                <a:ext uri="{FF2B5EF4-FFF2-40B4-BE49-F238E27FC236}">
                  <a16:creationId xmlns:a16="http://schemas.microsoft.com/office/drawing/2014/main" id="{D3EFCB89-8A06-4B62-8ABC-F9239EB25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92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43" name="Oval 324">
              <a:extLst>
                <a:ext uri="{FF2B5EF4-FFF2-40B4-BE49-F238E27FC236}">
                  <a16:creationId xmlns:a16="http://schemas.microsoft.com/office/drawing/2014/main" id="{B8BC07B0-FD48-46ED-A428-4CFE4E688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932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44" name="Oval 325">
              <a:extLst>
                <a:ext uri="{FF2B5EF4-FFF2-40B4-BE49-F238E27FC236}">
                  <a16:creationId xmlns:a16="http://schemas.microsoft.com/office/drawing/2014/main" id="{4EA3EF3F-3D16-41B6-B71C-C53A949D7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934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45" name="Oval 326">
              <a:extLst>
                <a:ext uri="{FF2B5EF4-FFF2-40B4-BE49-F238E27FC236}">
                  <a16:creationId xmlns:a16="http://schemas.microsoft.com/office/drawing/2014/main" id="{98F5906E-6BB0-42E7-8D65-343BC80D3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913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46" name="Oval 327">
              <a:extLst>
                <a:ext uri="{FF2B5EF4-FFF2-40B4-BE49-F238E27FC236}">
                  <a16:creationId xmlns:a16="http://schemas.microsoft.com/office/drawing/2014/main" id="{26B9B4DE-770A-4B50-8AA3-853AF7D85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92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47" name="Oval 328">
              <a:extLst>
                <a:ext uri="{FF2B5EF4-FFF2-40B4-BE49-F238E27FC236}">
                  <a16:creationId xmlns:a16="http://schemas.microsoft.com/office/drawing/2014/main" id="{EB28A3AC-4E1D-4510-B072-87734BC7C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932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48" name="Oval 329">
              <a:extLst>
                <a:ext uri="{FF2B5EF4-FFF2-40B4-BE49-F238E27FC236}">
                  <a16:creationId xmlns:a16="http://schemas.microsoft.com/office/drawing/2014/main" id="{6517A51D-8DAA-4C3C-B24B-6F8AEB173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934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49" name="Oval 330">
              <a:extLst>
                <a:ext uri="{FF2B5EF4-FFF2-40B4-BE49-F238E27FC236}">
                  <a16:creationId xmlns:a16="http://schemas.microsoft.com/office/drawing/2014/main" id="{39747358-A554-40A0-B17D-2CAE00284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937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0" name="Oval 331">
              <a:extLst>
                <a:ext uri="{FF2B5EF4-FFF2-40B4-BE49-F238E27FC236}">
                  <a16:creationId xmlns:a16="http://schemas.microsoft.com/office/drawing/2014/main" id="{9B51E645-864D-4EA1-807F-A864EB065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94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1" name="Oval 332">
              <a:extLst>
                <a:ext uri="{FF2B5EF4-FFF2-40B4-BE49-F238E27FC236}">
                  <a16:creationId xmlns:a16="http://schemas.microsoft.com/office/drawing/2014/main" id="{04870280-4A32-4EC5-BD01-A09283A03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945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2" name="Oval 333">
              <a:extLst>
                <a:ext uri="{FF2B5EF4-FFF2-40B4-BE49-F238E27FC236}">
                  <a16:creationId xmlns:a16="http://schemas.microsoft.com/office/drawing/2014/main" id="{E481C22E-EBCF-4B95-ACFD-A9769E8F6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945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3" name="Oval 334">
              <a:extLst>
                <a:ext uri="{FF2B5EF4-FFF2-40B4-BE49-F238E27FC236}">
                  <a16:creationId xmlns:a16="http://schemas.microsoft.com/office/drawing/2014/main" id="{DAAB5C04-6C4D-4D5B-9CF9-75939A2FD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94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4" name="Oval 335">
              <a:extLst>
                <a:ext uri="{FF2B5EF4-FFF2-40B4-BE49-F238E27FC236}">
                  <a16:creationId xmlns:a16="http://schemas.microsoft.com/office/drawing/2014/main" id="{CBF6009D-EC25-48B6-AAA6-976C82E3B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93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5" name="Oval 336">
              <a:extLst>
                <a:ext uri="{FF2B5EF4-FFF2-40B4-BE49-F238E27FC236}">
                  <a16:creationId xmlns:a16="http://schemas.microsoft.com/office/drawing/2014/main" id="{7E415A53-A67E-4981-B148-23270175B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926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6" name="Oval 337">
              <a:extLst>
                <a:ext uri="{FF2B5EF4-FFF2-40B4-BE49-F238E27FC236}">
                  <a16:creationId xmlns:a16="http://schemas.microsoft.com/office/drawing/2014/main" id="{D92A3F6E-8A6E-4E3F-89C6-4CDA2E635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953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7" name="Oval 338">
              <a:extLst>
                <a:ext uri="{FF2B5EF4-FFF2-40B4-BE49-F238E27FC236}">
                  <a16:creationId xmlns:a16="http://schemas.microsoft.com/office/drawing/2014/main" id="{AEA86AD6-2C41-4DCB-81EA-65261BE24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966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8" name="Oval 339">
              <a:extLst>
                <a:ext uri="{FF2B5EF4-FFF2-40B4-BE49-F238E27FC236}">
                  <a16:creationId xmlns:a16="http://schemas.microsoft.com/office/drawing/2014/main" id="{A37F3E82-B766-479A-A05C-E92BCB393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972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9" name="Oval 340">
              <a:extLst>
                <a:ext uri="{FF2B5EF4-FFF2-40B4-BE49-F238E27FC236}">
                  <a16:creationId xmlns:a16="http://schemas.microsoft.com/office/drawing/2014/main" id="{39A34891-CBAE-479F-8CE1-8162E0CF8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974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60" name="Oval 341">
              <a:extLst>
                <a:ext uri="{FF2B5EF4-FFF2-40B4-BE49-F238E27FC236}">
                  <a16:creationId xmlns:a16="http://schemas.microsoft.com/office/drawing/2014/main" id="{902C1F24-A972-4190-9EA0-CD7E74013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953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61" name="Oval 342">
              <a:extLst>
                <a:ext uri="{FF2B5EF4-FFF2-40B4-BE49-F238E27FC236}">
                  <a16:creationId xmlns:a16="http://schemas.microsoft.com/office/drawing/2014/main" id="{E2979B59-8211-4138-BB95-9EB833CFA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2966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62" name="Oval 343">
              <a:extLst>
                <a:ext uri="{FF2B5EF4-FFF2-40B4-BE49-F238E27FC236}">
                  <a16:creationId xmlns:a16="http://schemas.microsoft.com/office/drawing/2014/main" id="{50A3170E-B81D-4084-9C43-87F266430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972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63" name="Oval 344">
              <a:extLst>
                <a:ext uri="{FF2B5EF4-FFF2-40B4-BE49-F238E27FC236}">
                  <a16:creationId xmlns:a16="http://schemas.microsoft.com/office/drawing/2014/main" id="{76DF15F1-E75D-4C5B-8D86-FBFED4302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974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64" name="Oval 345">
              <a:extLst>
                <a:ext uri="{FF2B5EF4-FFF2-40B4-BE49-F238E27FC236}">
                  <a16:creationId xmlns:a16="http://schemas.microsoft.com/office/drawing/2014/main" id="{6A09509A-A743-454A-95F5-15EFF4555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977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65" name="Oval 346">
              <a:extLst>
                <a:ext uri="{FF2B5EF4-FFF2-40B4-BE49-F238E27FC236}">
                  <a16:creationId xmlns:a16="http://schemas.microsoft.com/office/drawing/2014/main" id="{3D6C2757-41FE-48BE-8CCD-922AD1353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98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66" name="Oval 347">
              <a:extLst>
                <a:ext uri="{FF2B5EF4-FFF2-40B4-BE49-F238E27FC236}">
                  <a16:creationId xmlns:a16="http://schemas.microsoft.com/office/drawing/2014/main" id="{0AB4ED73-7F5E-42BB-8F11-D3AAAA8FD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985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67" name="Oval 348">
              <a:extLst>
                <a:ext uri="{FF2B5EF4-FFF2-40B4-BE49-F238E27FC236}">
                  <a16:creationId xmlns:a16="http://schemas.microsoft.com/office/drawing/2014/main" id="{D087FE1F-5B39-49CC-B3B3-0DBD1BFBE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985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68" name="Oval 349">
              <a:extLst>
                <a:ext uri="{FF2B5EF4-FFF2-40B4-BE49-F238E27FC236}">
                  <a16:creationId xmlns:a16="http://schemas.microsoft.com/office/drawing/2014/main" id="{876A67E5-D81A-487E-8CB4-89ACB8F52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98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69" name="Oval 350">
              <a:extLst>
                <a:ext uri="{FF2B5EF4-FFF2-40B4-BE49-F238E27FC236}">
                  <a16:creationId xmlns:a16="http://schemas.microsoft.com/office/drawing/2014/main" id="{8BBCAF93-279E-42FA-AED3-CD186CCF0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297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70" name="Oval 351">
              <a:extLst>
                <a:ext uri="{FF2B5EF4-FFF2-40B4-BE49-F238E27FC236}">
                  <a16:creationId xmlns:a16="http://schemas.microsoft.com/office/drawing/2014/main" id="{F3FD9308-850B-40B5-93A2-AD439CFE0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96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71" name="Oval 352">
              <a:extLst>
                <a:ext uri="{FF2B5EF4-FFF2-40B4-BE49-F238E27FC236}">
                  <a16:creationId xmlns:a16="http://schemas.microsoft.com/office/drawing/2014/main" id="{14E6EFFB-F189-476F-BEB1-D04B3D3BD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924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72" name="Oval 353">
              <a:extLst>
                <a:ext uri="{FF2B5EF4-FFF2-40B4-BE49-F238E27FC236}">
                  <a16:creationId xmlns:a16="http://schemas.microsoft.com/office/drawing/2014/main" id="{7CF00042-FB38-4B32-97A5-67E52E735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961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73" name="Oval 354">
              <a:extLst>
                <a:ext uri="{FF2B5EF4-FFF2-40B4-BE49-F238E27FC236}">
                  <a16:creationId xmlns:a16="http://schemas.microsoft.com/office/drawing/2014/main" id="{FFAA2A8A-5B37-49B3-9C45-63569E0F3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993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74" name="Oval 355">
              <a:extLst>
                <a:ext uri="{FF2B5EF4-FFF2-40B4-BE49-F238E27FC236}">
                  <a16:creationId xmlns:a16="http://schemas.microsoft.com/office/drawing/2014/main" id="{5C2B923D-9ACA-4B65-89EC-FF6C79568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3006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75" name="Oval 356">
              <a:extLst>
                <a:ext uri="{FF2B5EF4-FFF2-40B4-BE49-F238E27FC236}">
                  <a16:creationId xmlns:a16="http://schemas.microsoft.com/office/drawing/2014/main" id="{AF070326-7B14-43B4-8543-A3BCB2BE3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3012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76" name="Oval 357">
              <a:extLst>
                <a:ext uri="{FF2B5EF4-FFF2-40B4-BE49-F238E27FC236}">
                  <a16:creationId xmlns:a16="http://schemas.microsoft.com/office/drawing/2014/main" id="{B84A8336-14D2-4963-9F5F-C112F4C60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3014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77" name="Oval 358">
              <a:extLst>
                <a:ext uri="{FF2B5EF4-FFF2-40B4-BE49-F238E27FC236}">
                  <a16:creationId xmlns:a16="http://schemas.microsoft.com/office/drawing/2014/main" id="{D353D1E8-529D-45C2-B920-3E1CEABAA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2993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78" name="Oval 359">
              <a:extLst>
                <a:ext uri="{FF2B5EF4-FFF2-40B4-BE49-F238E27FC236}">
                  <a16:creationId xmlns:a16="http://schemas.microsoft.com/office/drawing/2014/main" id="{B51FB764-2951-4FB5-A09A-88F465A58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3006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79" name="Oval 360">
              <a:extLst>
                <a:ext uri="{FF2B5EF4-FFF2-40B4-BE49-F238E27FC236}">
                  <a16:creationId xmlns:a16="http://schemas.microsoft.com/office/drawing/2014/main" id="{0F0C7447-8BA3-4E8F-B659-98C3D7D94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3012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80" name="Oval 361">
              <a:extLst>
                <a:ext uri="{FF2B5EF4-FFF2-40B4-BE49-F238E27FC236}">
                  <a16:creationId xmlns:a16="http://schemas.microsoft.com/office/drawing/2014/main" id="{3E62FB22-DB6D-4BF5-83CE-20CA95C6B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3014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81" name="Oval 362">
              <a:extLst>
                <a:ext uri="{FF2B5EF4-FFF2-40B4-BE49-F238E27FC236}">
                  <a16:creationId xmlns:a16="http://schemas.microsoft.com/office/drawing/2014/main" id="{699BBD42-7B59-4A81-B576-55C3F2151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3017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82" name="Oval 363">
              <a:extLst>
                <a:ext uri="{FF2B5EF4-FFF2-40B4-BE49-F238E27FC236}">
                  <a16:creationId xmlns:a16="http://schemas.microsoft.com/office/drawing/2014/main" id="{6BACD23F-7F84-432A-8596-72B307F88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302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83" name="Oval 364">
              <a:extLst>
                <a:ext uri="{FF2B5EF4-FFF2-40B4-BE49-F238E27FC236}">
                  <a16:creationId xmlns:a16="http://schemas.microsoft.com/office/drawing/2014/main" id="{5E42D8CB-7895-4067-BB9B-D0AA9B419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3025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84" name="Oval 365">
              <a:extLst>
                <a:ext uri="{FF2B5EF4-FFF2-40B4-BE49-F238E27FC236}">
                  <a16:creationId xmlns:a16="http://schemas.microsoft.com/office/drawing/2014/main" id="{0BDB4842-4692-497F-9E9D-DF143F832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3025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85" name="Oval 366">
              <a:extLst>
                <a:ext uri="{FF2B5EF4-FFF2-40B4-BE49-F238E27FC236}">
                  <a16:creationId xmlns:a16="http://schemas.microsoft.com/office/drawing/2014/main" id="{70C9D3D6-1DBE-4CA7-A238-E2FFE87D2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302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86" name="Oval 367">
              <a:extLst>
                <a:ext uri="{FF2B5EF4-FFF2-40B4-BE49-F238E27FC236}">
                  <a16:creationId xmlns:a16="http://schemas.microsoft.com/office/drawing/2014/main" id="{884A61F4-B069-4D7F-968A-6D828A08F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301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87" name="Oval 368">
              <a:extLst>
                <a:ext uri="{FF2B5EF4-FFF2-40B4-BE49-F238E27FC236}">
                  <a16:creationId xmlns:a16="http://schemas.microsoft.com/office/drawing/2014/main" id="{3FFAAC31-B1C4-4BDF-8F98-DBBE44F42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300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88" name="Oval 369">
              <a:extLst>
                <a:ext uri="{FF2B5EF4-FFF2-40B4-BE49-F238E27FC236}">
                  <a16:creationId xmlns:a16="http://schemas.microsoft.com/office/drawing/2014/main" id="{F41466C2-5D94-4437-A1C3-D03975D35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3033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89" name="Oval 370">
              <a:extLst>
                <a:ext uri="{FF2B5EF4-FFF2-40B4-BE49-F238E27FC236}">
                  <a16:creationId xmlns:a16="http://schemas.microsoft.com/office/drawing/2014/main" id="{996A0DD0-28EC-4477-B9ED-A15D1539F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3046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90" name="Oval 371">
              <a:extLst>
                <a:ext uri="{FF2B5EF4-FFF2-40B4-BE49-F238E27FC236}">
                  <a16:creationId xmlns:a16="http://schemas.microsoft.com/office/drawing/2014/main" id="{98B26F6C-4A33-4240-B785-EFB697CF4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3052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91" name="Oval 372">
              <a:extLst>
                <a:ext uri="{FF2B5EF4-FFF2-40B4-BE49-F238E27FC236}">
                  <a16:creationId xmlns:a16="http://schemas.microsoft.com/office/drawing/2014/main" id="{CB0CFEE2-EC4A-4DE5-94A3-0E5B708C5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3054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92" name="Oval 373">
              <a:extLst>
                <a:ext uri="{FF2B5EF4-FFF2-40B4-BE49-F238E27FC236}">
                  <a16:creationId xmlns:a16="http://schemas.microsoft.com/office/drawing/2014/main" id="{4988829D-B8C3-4B28-9B0F-0EE15C4CC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" y="3033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93" name="Oval 374">
              <a:extLst>
                <a:ext uri="{FF2B5EF4-FFF2-40B4-BE49-F238E27FC236}">
                  <a16:creationId xmlns:a16="http://schemas.microsoft.com/office/drawing/2014/main" id="{45EA8440-3756-43B8-8E18-2B82145A3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3046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94" name="Oval 375">
              <a:extLst>
                <a:ext uri="{FF2B5EF4-FFF2-40B4-BE49-F238E27FC236}">
                  <a16:creationId xmlns:a16="http://schemas.microsoft.com/office/drawing/2014/main" id="{80DA4229-2848-4989-8C5E-A9DCDF715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3052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95" name="Oval 376">
              <a:extLst>
                <a:ext uri="{FF2B5EF4-FFF2-40B4-BE49-F238E27FC236}">
                  <a16:creationId xmlns:a16="http://schemas.microsoft.com/office/drawing/2014/main" id="{99485B41-8B98-4BBB-A6A9-A2E5B95AA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3054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96" name="Oval 377">
              <a:extLst>
                <a:ext uri="{FF2B5EF4-FFF2-40B4-BE49-F238E27FC236}">
                  <a16:creationId xmlns:a16="http://schemas.microsoft.com/office/drawing/2014/main" id="{6D08DC74-693E-4104-9953-B1545FBE3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3054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97" name="Oval 378">
              <a:extLst>
                <a:ext uri="{FF2B5EF4-FFF2-40B4-BE49-F238E27FC236}">
                  <a16:creationId xmlns:a16="http://schemas.microsoft.com/office/drawing/2014/main" id="{BCDCE4DB-9AE6-4138-8280-1E8952C90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306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98" name="Oval 379">
              <a:extLst>
                <a:ext uri="{FF2B5EF4-FFF2-40B4-BE49-F238E27FC236}">
                  <a16:creationId xmlns:a16="http://schemas.microsoft.com/office/drawing/2014/main" id="{95F6D1D8-5443-4C87-89C7-E78DFC83C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305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99" name="Oval 380">
              <a:extLst>
                <a:ext uri="{FF2B5EF4-FFF2-40B4-BE49-F238E27FC236}">
                  <a16:creationId xmlns:a16="http://schemas.microsoft.com/office/drawing/2014/main" id="{2B54E0E0-A48F-4D77-A336-3B9CEF969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304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00" name="Oval 381">
              <a:extLst>
                <a:ext uri="{FF2B5EF4-FFF2-40B4-BE49-F238E27FC236}">
                  <a16:creationId xmlns:a16="http://schemas.microsoft.com/office/drawing/2014/main" id="{45D63E1A-A106-4AA2-A2E4-84E6D9A83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3004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01" name="Oval 382">
              <a:extLst>
                <a:ext uri="{FF2B5EF4-FFF2-40B4-BE49-F238E27FC236}">
                  <a16:creationId xmlns:a16="http://schemas.microsoft.com/office/drawing/2014/main" id="{FD7AE6FD-AFA5-4355-9FAD-407B19FBF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3041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02" name="Oval 383">
              <a:extLst>
                <a:ext uri="{FF2B5EF4-FFF2-40B4-BE49-F238E27FC236}">
                  <a16:creationId xmlns:a16="http://schemas.microsoft.com/office/drawing/2014/main" id="{7FA74B97-4354-4107-8975-BE31C9AAA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3065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03" name="Oval 384">
              <a:extLst>
                <a:ext uri="{FF2B5EF4-FFF2-40B4-BE49-F238E27FC236}">
                  <a16:creationId xmlns:a16="http://schemas.microsoft.com/office/drawing/2014/main" id="{E6BDE41C-47B4-4A2C-9223-90325D6B0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3065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04" name="Oval 385">
              <a:extLst>
                <a:ext uri="{FF2B5EF4-FFF2-40B4-BE49-F238E27FC236}">
                  <a16:creationId xmlns:a16="http://schemas.microsoft.com/office/drawing/2014/main" id="{6E555F5E-A877-4905-95BD-F75817F7E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306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05" name="Freeform 386">
              <a:extLst>
                <a:ext uri="{FF2B5EF4-FFF2-40B4-BE49-F238E27FC236}">
                  <a16:creationId xmlns:a16="http://schemas.microsoft.com/office/drawing/2014/main" id="{681CAB18-0A1B-4967-8E3D-013BE43BDE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1" y="2206"/>
              <a:ext cx="290" cy="886"/>
            </a:xfrm>
            <a:custGeom>
              <a:avLst/>
              <a:gdLst>
                <a:gd name="T0" fmla="*/ 26875 w 116"/>
                <a:gd name="T1" fmla="*/ 5433 h 332"/>
                <a:gd name="T2" fmla="*/ 24738 w 116"/>
                <a:gd name="T3" fmla="*/ 2834 h 332"/>
                <a:gd name="T4" fmla="*/ 23250 w 116"/>
                <a:gd name="T5" fmla="*/ 1767 h 332"/>
                <a:gd name="T6" fmla="*/ 21300 w 116"/>
                <a:gd name="T7" fmla="*/ 4716 h 332"/>
                <a:gd name="T8" fmla="*/ 17583 w 116"/>
                <a:gd name="T9" fmla="*/ 5020 h 332"/>
                <a:gd name="T10" fmla="*/ 14188 w 116"/>
                <a:gd name="T11" fmla="*/ 5433 h 332"/>
                <a:gd name="T12" fmla="*/ 10550 w 116"/>
                <a:gd name="T13" fmla="*/ 5020 h 332"/>
                <a:gd name="T14" fmla="*/ 6845 w 116"/>
                <a:gd name="T15" fmla="*/ 4716 h 332"/>
                <a:gd name="T16" fmla="*/ 3438 w 116"/>
                <a:gd name="T17" fmla="*/ 3645 h 332"/>
                <a:gd name="T18" fmla="*/ 1770 w 116"/>
                <a:gd name="T19" fmla="*/ 0 h 332"/>
                <a:gd name="T20" fmla="*/ 1770 w 116"/>
                <a:gd name="T21" fmla="*/ 5433 h 332"/>
                <a:gd name="T22" fmla="*/ 0 w 116"/>
                <a:gd name="T23" fmla="*/ 13397 h 332"/>
                <a:gd name="T24" fmla="*/ 0 w 116"/>
                <a:gd name="T25" fmla="*/ 18817 h 332"/>
                <a:gd name="T26" fmla="*/ 0 w 116"/>
                <a:gd name="T27" fmla="*/ 24250 h 332"/>
                <a:gd name="T28" fmla="*/ 0 w 116"/>
                <a:gd name="T29" fmla="*/ 29628 h 332"/>
                <a:gd name="T30" fmla="*/ 1770 w 116"/>
                <a:gd name="T31" fmla="*/ 37233 h 332"/>
                <a:gd name="T32" fmla="*/ 1770 w 116"/>
                <a:gd name="T33" fmla="*/ 42653 h 332"/>
                <a:gd name="T34" fmla="*/ 1770 w 116"/>
                <a:gd name="T35" fmla="*/ 48031 h 332"/>
                <a:gd name="T36" fmla="*/ 1488 w 116"/>
                <a:gd name="T37" fmla="*/ 53464 h 332"/>
                <a:gd name="T38" fmla="*/ 1770 w 116"/>
                <a:gd name="T39" fmla="*/ 58484 h 332"/>
                <a:gd name="T40" fmla="*/ 1770 w 116"/>
                <a:gd name="T41" fmla="*/ 63917 h 332"/>
                <a:gd name="T42" fmla="*/ 1770 w 116"/>
                <a:gd name="T43" fmla="*/ 69273 h 332"/>
                <a:gd name="T44" fmla="*/ 0 w 116"/>
                <a:gd name="T45" fmla="*/ 77301 h 332"/>
                <a:gd name="T46" fmla="*/ 0 w 116"/>
                <a:gd name="T47" fmla="*/ 82734 h 332"/>
                <a:gd name="T48" fmla="*/ 0 w 116"/>
                <a:gd name="T49" fmla="*/ 88090 h 332"/>
                <a:gd name="T50" fmla="*/ 0 w 116"/>
                <a:gd name="T51" fmla="*/ 93532 h 332"/>
                <a:gd name="T52" fmla="*/ 1770 w 116"/>
                <a:gd name="T53" fmla="*/ 101129 h 332"/>
                <a:gd name="T54" fmla="*/ 1770 w 116"/>
                <a:gd name="T55" fmla="*/ 106507 h 332"/>
                <a:gd name="T56" fmla="*/ 1488 w 116"/>
                <a:gd name="T57" fmla="*/ 111940 h 332"/>
                <a:gd name="T58" fmla="*/ 1770 w 116"/>
                <a:gd name="T59" fmla="*/ 117360 h 332"/>
                <a:gd name="T60" fmla="*/ 3438 w 116"/>
                <a:gd name="T61" fmla="*/ 116255 h 332"/>
                <a:gd name="T62" fmla="*/ 6845 w 116"/>
                <a:gd name="T63" fmla="*/ 117053 h 332"/>
                <a:gd name="T64" fmla="*/ 10550 w 116"/>
                <a:gd name="T65" fmla="*/ 117053 h 332"/>
                <a:gd name="T66" fmla="*/ 14188 w 116"/>
                <a:gd name="T67" fmla="*/ 117360 h 332"/>
                <a:gd name="T68" fmla="*/ 17895 w 116"/>
                <a:gd name="T69" fmla="*/ 117053 h 332"/>
                <a:gd name="T70" fmla="*/ 21488 w 116"/>
                <a:gd name="T71" fmla="*/ 117053 h 332"/>
                <a:gd name="T72" fmla="*/ 24925 w 116"/>
                <a:gd name="T73" fmla="*/ 116255 h 332"/>
                <a:gd name="T74" fmla="*/ 26688 w 116"/>
                <a:gd name="T75" fmla="*/ 117360 h 332"/>
                <a:gd name="T76" fmla="*/ 26875 w 116"/>
                <a:gd name="T77" fmla="*/ 111940 h 332"/>
                <a:gd name="T78" fmla="*/ 26875 w 116"/>
                <a:gd name="T79" fmla="*/ 106507 h 332"/>
                <a:gd name="T80" fmla="*/ 26875 w 116"/>
                <a:gd name="T81" fmla="*/ 101129 h 332"/>
                <a:gd name="T82" fmla="*/ 26875 w 116"/>
                <a:gd name="T83" fmla="*/ 96110 h 332"/>
                <a:gd name="T84" fmla="*/ 26875 w 116"/>
                <a:gd name="T85" fmla="*/ 90698 h 332"/>
                <a:gd name="T86" fmla="*/ 26875 w 116"/>
                <a:gd name="T87" fmla="*/ 85261 h 332"/>
                <a:gd name="T88" fmla="*/ 26875 w 116"/>
                <a:gd name="T89" fmla="*/ 79879 h 332"/>
                <a:gd name="T90" fmla="*/ 26875 w 116"/>
                <a:gd name="T91" fmla="*/ 74467 h 332"/>
                <a:gd name="T92" fmla="*/ 26875 w 116"/>
                <a:gd name="T93" fmla="*/ 69273 h 332"/>
                <a:gd name="T94" fmla="*/ 26875 w 116"/>
                <a:gd name="T95" fmla="*/ 63917 h 332"/>
                <a:gd name="T96" fmla="*/ 26875 w 116"/>
                <a:gd name="T97" fmla="*/ 58484 h 332"/>
                <a:gd name="T98" fmla="*/ 26875 w 116"/>
                <a:gd name="T99" fmla="*/ 53043 h 332"/>
                <a:gd name="T100" fmla="*/ 26875 w 116"/>
                <a:gd name="T101" fmla="*/ 48031 h 332"/>
                <a:gd name="T102" fmla="*/ 26875 w 116"/>
                <a:gd name="T103" fmla="*/ 42653 h 332"/>
                <a:gd name="T104" fmla="*/ 26875 w 116"/>
                <a:gd name="T105" fmla="*/ 37233 h 332"/>
                <a:gd name="T106" fmla="*/ 26875 w 116"/>
                <a:gd name="T107" fmla="*/ 32211 h 332"/>
                <a:gd name="T108" fmla="*/ 26875 w 116"/>
                <a:gd name="T109" fmla="*/ 26687 h 332"/>
                <a:gd name="T110" fmla="*/ 26875 w 116"/>
                <a:gd name="T111" fmla="*/ 21251 h 332"/>
                <a:gd name="T112" fmla="*/ 26875 w 116"/>
                <a:gd name="T113" fmla="*/ 15831 h 332"/>
                <a:gd name="T114" fmla="*/ 26875 w 116"/>
                <a:gd name="T115" fmla="*/ 10797 h 332"/>
                <a:gd name="T116" fmla="*/ 14188 w 116"/>
                <a:gd name="T117" fmla="*/ 117360 h 3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6" h="332">
                  <a:moveTo>
                    <a:pt x="116" y="23"/>
                  </a:moveTo>
                  <a:cubicBezTo>
                    <a:pt x="116" y="19"/>
                    <a:pt x="114" y="16"/>
                    <a:pt x="110" y="15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14" y="14"/>
                    <a:pt x="116" y="11"/>
                    <a:pt x="116" y="8"/>
                  </a:cubicBezTo>
                  <a:cubicBezTo>
                    <a:pt x="116" y="4"/>
                    <a:pt x="113" y="0"/>
                    <a:pt x="109" y="0"/>
                  </a:cubicBezTo>
                  <a:cubicBezTo>
                    <a:pt x="105" y="0"/>
                    <a:pt x="101" y="4"/>
                    <a:pt x="101" y="8"/>
                  </a:cubicBezTo>
                  <a:cubicBezTo>
                    <a:pt x="101" y="9"/>
                    <a:pt x="102" y="9"/>
                    <a:pt x="102" y="10"/>
                  </a:cubicBezTo>
                  <a:cubicBezTo>
                    <a:pt x="102" y="10"/>
                    <a:pt x="102" y="10"/>
                    <a:pt x="102" y="10"/>
                  </a:cubicBezTo>
                  <a:cubicBezTo>
                    <a:pt x="101" y="7"/>
                    <a:pt x="98" y="5"/>
                    <a:pt x="95" y="5"/>
                  </a:cubicBezTo>
                  <a:cubicBezTo>
                    <a:pt x="91" y="5"/>
                    <a:pt x="87" y="8"/>
                    <a:pt x="87" y="12"/>
                  </a:cubicBezTo>
                  <a:cubicBezTo>
                    <a:pt x="87" y="12"/>
                    <a:pt x="87" y="12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6" y="9"/>
                    <a:pt x="84" y="7"/>
                    <a:pt x="80" y="7"/>
                  </a:cubicBezTo>
                  <a:cubicBezTo>
                    <a:pt x="76" y="7"/>
                    <a:pt x="73" y="10"/>
                    <a:pt x="73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2" y="11"/>
                    <a:pt x="69" y="8"/>
                    <a:pt x="65" y="8"/>
                  </a:cubicBezTo>
                  <a:cubicBezTo>
                    <a:pt x="61" y="8"/>
                    <a:pt x="58" y="11"/>
                    <a:pt x="58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8" y="11"/>
                    <a:pt x="55" y="8"/>
                    <a:pt x="51" y="8"/>
                  </a:cubicBezTo>
                  <a:cubicBezTo>
                    <a:pt x="47" y="8"/>
                    <a:pt x="44" y="10"/>
                    <a:pt x="44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3" y="10"/>
                    <a:pt x="40" y="7"/>
                    <a:pt x="36" y="7"/>
                  </a:cubicBezTo>
                  <a:cubicBezTo>
                    <a:pt x="32" y="7"/>
                    <a:pt x="29" y="10"/>
                    <a:pt x="29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9" y="12"/>
                    <a:pt x="29" y="12"/>
                  </a:cubicBezTo>
                  <a:cubicBezTo>
                    <a:pt x="29" y="8"/>
                    <a:pt x="25" y="5"/>
                    <a:pt x="21" y="5"/>
                  </a:cubicBezTo>
                  <a:cubicBezTo>
                    <a:pt x="18" y="5"/>
                    <a:pt x="15" y="7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9"/>
                    <a:pt x="15" y="8"/>
                    <a:pt x="15" y="8"/>
                  </a:cubicBezTo>
                  <a:cubicBezTo>
                    <a:pt x="15" y="4"/>
                    <a:pt x="11" y="0"/>
                    <a:pt x="7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0" y="12"/>
                    <a:pt x="3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3" y="15"/>
                    <a:pt x="0" y="18"/>
                    <a:pt x="0" y="23"/>
                  </a:cubicBezTo>
                  <a:cubicBezTo>
                    <a:pt x="0" y="26"/>
                    <a:pt x="3" y="29"/>
                    <a:pt x="6" y="30"/>
                  </a:cubicBezTo>
                  <a:cubicBezTo>
                    <a:pt x="3" y="30"/>
                    <a:pt x="0" y="33"/>
                    <a:pt x="0" y="37"/>
                  </a:cubicBezTo>
                  <a:cubicBezTo>
                    <a:pt x="0" y="41"/>
                    <a:pt x="3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3" y="44"/>
                    <a:pt x="0" y="48"/>
                    <a:pt x="0" y="52"/>
                  </a:cubicBezTo>
                  <a:cubicBezTo>
                    <a:pt x="0" y="56"/>
                    <a:pt x="3" y="59"/>
                    <a:pt x="7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3" y="59"/>
                    <a:pt x="0" y="63"/>
                    <a:pt x="0" y="67"/>
                  </a:cubicBezTo>
                  <a:cubicBezTo>
                    <a:pt x="0" y="71"/>
                    <a:pt x="3" y="74"/>
                    <a:pt x="7" y="74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3" y="74"/>
                    <a:pt x="0" y="78"/>
                    <a:pt x="0" y="82"/>
                  </a:cubicBezTo>
                  <a:cubicBezTo>
                    <a:pt x="0" y="85"/>
                    <a:pt x="3" y="88"/>
                    <a:pt x="6" y="89"/>
                  </a:cubicBezTo>
                  <a:cubicBezTo>
                    <a:pt x="3" y="89"/>
                    <a:pt x="0" y="92"/>
                    <a:pt x="0" y="96"/>
                  </a:cubicBezTo>
                  <a:cubicBezTo>
                    <a:pt x="0" y="100"/>
                    <a:pt x="3" y="103"/>
                    <a:pt x="7" y="103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3" y="104"/>
                    <a:pt x="0" y="107"/>
                    <a:pt x="0" y="111"/>
                  </a:cubicBezTo>
                  <a:cubicBezTo>
                    <a:pt x="0" y="115"/>
                    <a:pt x="3" y="118"/>
                    <a:pt x="7" y="118"/>
                  </a:cubicBezTo>
                  <a:cubicBezTo>
                    <a:pt x="7" y="118"/>
                    <a:pt x="7" y="118"/>
                    <a:pt x="7" y="118"/>
                  </a:cubicBezTo>
                  <a:cubicBezTo>
                    <a:pt x="3" y="118"/>
                    <a:pt x="0" y="122"/>
                    <a:pt x="0" y="126"/>
                  </a:cubicBezTo>
                  <a:cubicBezTo>
                    <a:pt x="0" y="129"/>
                    <a:pt x="3" y="133"/>
                    <a:pt x="7" y="133"/>
                  </a:cubicBezTo>
                  <a:cubicBezTo>
                    <a:pt x="7" y="133"/>
                    <a:pt x="7" y="133"/>
                    <a:pt x="7" y="133"/>
                  </a:cubicBezTo>
                  <a:cubicBezTo>
                    <a:pt x="3" y="133"/>
                    <a:pt x="0" y="137"/>
                    <a:pt x="0" y="140"/>
                  </a:cubicBezTo>
                  <a:cubicBezTo>
                    <a:pt x="0" y="144"/>
                    <a:pt x="3" y="147"/>
                    <a:pt x="6" y="148"/>
                  </a:cubicBezTo>
                  <a:cubicBezTo>
                    <a:pt x="3" y="148"/>
                    <a:pt x="0" y="151"/>
                    <a:pt x="0" y="155"/>
                  </a:cubicBezTo>
                  <a:cubicBezTo>
                    <a:pt x="0" y="159"/>
                    <a:pt x="3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3" y="163"/>
                    <a:pt x="0" y="166"/>
                    <a:pt x="0" y="170"/>
                  </a:cubicBezTo>
                  <a:cubicBezTo>
                    <a:pt x="0" y="173"/>
                    <a:pt x="3" y="177"/>
                    <a:pt x="7" y="177"/>
                  </a:cubicBezTo>
                  <a:cubicBezTo>
                    <a:pt x="7" y="177"/>
                    <a:pt x="7" y="177"/>
                    <a:pt x="7" y="177"/>
                  </a:cubicBezTo>
                  <a:cubicBezTo>
                    <a:pt x="3" y="178"/>
                    <a:pt x="0" y="181"/>
                    <a:pt x="0" y="185"/>
                  </a:cubicBezTo>
                  <a:cubicBezTo>
                    <a:pt x="0" y="188"/>
                    <a:pt x="3" y="192"/>
                    <a:pt x="7" y="192"/>
                  </a:cubicBezTo>
                  <a:cubicBezTo>
                    <a:pt x="7" y="192"/>
                    <a:pt x="7" y="192"/>
                    <a:pt x="7" y="192"/>
                  </a:cubicBezTo>
                  <a:cubicBezTo>
                    <a:pt x="3" y="192"/>
                    <a:pt x="0" y="196"/>
                    <a:pt x="0" y="199"/>
                  </a:cubicBezTo>
                  <a:cubicBezTo>
                    <a:pt x="0" y="203"/>
                    <a:pt x="3" y="206"/>
                    <a:pt x="6" y="207"/>
                  </a:cubicBezTo>
                  <a:cubicBezTo>
                    <a:pt x="3" y="207"/>
                    <a:pt x="0" y="210"/>
                    <a:pt x="0" y="214"/>
                  </a:cubicBezTo>
                  <a:cubicBezTo>
                    <a:pt x="0" y="218"/>
                    <a:pt x="3" y="221"/>
                    <a:pt x="7" y="221"/>
                  </a:cubicBezTo>
                  <a:cubicBezTo>
                    <a:pt x="7" y="221"/>
                    <a:pt x="7" y="221"/>
                    <a:pt x="7" y="221"/>
                  </a:cubicBezTo>
                  <a:cubicBezTo>
                    <a:pt x="3" y="222"/>
                    <a:pt x="0" y="225"/>
                    <a:pt x="0" y="229"/>
                  </a:cubicBezTo>
                  <a:cubicBezTo>
                    <a:pt x="0" y="232"/>
                    <a:pt x="3" y="236"/>
                    <a:pt x="7" y="236"/>
                  </a:cubicBezTo>
                  <a:cubicBezTo>
                    <a:pt x="7" y="236"/>
                    <a:pt x="7" y="236"/>
                    <a:pt x="7" y="236"/>
                  </a:cubicBezTo>
                  <a:cubicBezTo>
                    <a:pt x="3" y="237"/>
                    <a:pt x="0" y="240"/>
                    <a:pt x="0" y="244"/>
                  </a:cubicBezTo>
                  <a:cubicBezTo>
                    <a:pt x="0" y="247"/>
                    <a:pt x="3" y="251"/>
                    <a:pt x="7" y="251"/>
                  </a:cubicBezTo>
                  <a:cubicBezTo>
                    <a:pt x="7" y="251"/>
                    <a:pt x="7" y="251"/>
                    <a:pt x="7" y="251"/>
                  </a:cubicBezTo>
                  <a:cubicBezTo>
                    <a:pt x="3" y="252"/>
                    <a:pt x="0" y="255"/>
                    <a:pt x="0" y="259"/>
                  </a:cubicBezTo>
                  <a:cubicBezTo>
                    <a:pt x="0" y="262"/>
                    <a:pt x="3" y="265"/>
                    <a:pt x="6" y="266"/>
                  </a:cubicBezTo>
                  <a:cubicBezTo>
                    <a:pt x="3" y="266"/>
                    <a:pt x="0" y="269"/>
                    <a:pt x="0" y="273"/>
                  </a:cubicBezTo>
                  <a:cubicBezTo>
                    <a:pt x="0" y="277"/>
                    <a:pt x="3" y="280"/>
                    <a:pt x="7" y="280"/>
                  </a:cubicBezTo>
                  <a:cubicBezTo>
                    <a:pt x="7" y="280"/>
                    <a:pt x="7" y="280"/>
                    <a:pt x="7" y="280"/>
                  </a:cubicBezTo>
                  <a:cubicBezTo>
                    <a:pt x="3" y="281"/>
                    <a:pt x="0" y="284"/>
                    <a:pt x="0" y="288"/>
                  </a:cubicBezTo>
                  <a:cubicBezTo>
                    <a:pt x="0" y="291"/>
                    <a:pt x="3" y="295"/>
                    <a:pt x="7" y="295"/>
                  </a:cubicBezTo>
                  <a:cubicBezTo>
                    <a:pt x="7" y="295"/>
                    <a:pt x="7" y="295"/>
                    <a:pt x="7" y="295"/>
                  </a:cubicBezTo>
                  <a:cubicBezTo>
                    <a:pt x="3" y="296"/>
                    <a:pt x="0" y="299"/>
                    <a:pt x="0" y="303"/>
                  </a:cubicBezTo>
                  <a:cubicBezTo>
                    <a:pt x="0" y="306"/>
                    <a:pt x="3" y="309"/>
                    <a:pt x="6" y="310"/>
                  </a:cubicBezTo>
                  <a:cubicBezTo>
                    <a:pt x="6" y="310"/>
                    <a:pt x="6" y="310"/>
                    <a:pt x="6" y="310"/>
                  </a:cubicBezTo>
                  <a:cubicBezTo>
                    <a:pt x="3" y="311"/>
                    <a:pt x="0" y="314"/>
                    <a:pt x="0" y="318"/>
                  </a:cubicBezTo>
                  <a:cubicBezTo>
                    <a:pt x="0" y="322"/>
                    <a:pt x="3" y="325"/>
                    <a:pt x="7" y="325"/>
                  </a:cubicBezTo>
                  <a:cubicBezTo>
                    <a:pt x="11" y="325"/>
                    <a:pt x="13" y="323"/>
                    <a:pt x="14" y="319"/>
                  </a:cubicBezTo>
                  <a:cubicBezTo>
                    <a:pt x="14" y="319"/>
                    <a:pt x="14" y="319"/>
                    <a:pt x="14" y="319"/>
                  </a:cubicBezTo>
                  <a:cubicBezTo>
                    <a:pt x="14" y="320"/>
                    <a:pt x="14" y="321"/>
                    <a:pt x="14" y="322"/>
                  </a:cubicBezTo>
                  <a:cubicBezTo>
                    <a:pt x="14" y="326"/>
                    <a:pt x="17" y="329"/>
                    <a:pt x="21" y="329"/>
                  </a:cubicBezTo>
                  <a:cubicBezTo>
                    <a:pt x="25" y="329"/>
                    <a:pt x="27" y="327"/>
                    <a:pt x="28" y="324"/>
                  </a:cubicBezTo>
                  <a:cubicBezTo>
                    <a:pt x="28" y="324"/>
                    <a:pt x="28" y="324"/>
                    <a:pt x="28" y="324"/>
                  </a:cubicBezTo>
                  <a:cubicBezTo>
                    <a:pt x="28" y="328"/>
                    <a:pt x="32" y="331"/>
                    <a:pt x="36" y="331"/>
                  </a:cubicBezTo>
                  <a:cubicBezTo>
                    <a:pt x="40" y="331"/>
                    <a:pt x="43" y="328"/>
                    <a:pt x="43" y="324"/>
                  </a:cubicBezTo>
                  <a:cubicBezTo>
                    <a:pt x="43" y="324"/>
                    <a:pt x="43" y="324"/>
                    <a:pt x="43" y="324"/>
                  </a:cubicBezTo>
                  <a:cubicBezTo>
                    <a:pt x="43" y="325"/>
                    <a:pt x="43" y="325"/>
                    <a:pt x="43" y="325"/>
                  </a:cubicBezTo>
                  <a:cubicBezTo>
                    <a:pt x="43" y="329"/>
                    <a:pt x="47" y="332"/>
                    <a:pt x="51" y="332"/>
                  </a:cubicBezTo>
                  <a:cubicBezTo>
                    <a:pt x="55" y="332"/>
                    <a:pt x="58" y="329"/>
                    <a:pt x="58" y="325"/>
                  </a:cubicBezTo>
                  <a:cubicBezTo>
                    <a:pt x="58" y="329"/>
                    <a:pt x="61" y="332"/>
                    <a:pt x="65" y="332"/>
                  </a:cubicBezTo>
                  <a:cubicBezTo>
                    <a:pt x="69" y="332"/>
                    <a:pt x="73" y="329"/>
                    <a:pt x="73" y="325"/>
                  </a:cubicBezTo>
                  <a:cubicBezTo>
                    <a:pt x="73" y="325"/>
                    <a:pt x="73" y="325"/>
                    <a:pt x="73" y="324"/>
                  </a:cubicBezTo>
                  <a:cubicBezTo>
                    <a:pt x="73" y="324"/>
                    <a:pt x="73" y="324"/>
                    <a:pt x="73" y="324"/>
                  </a:cubicBezTo>
                  <a:cubicBezTo>
                    <a:pt x="73" y="328"/>
                    <a:pt x="76" y="331"/>
                    <a:pt x="80" y="331"/>
                  </a:cubicBezTo>
                  <a:cubicBezTo>
                    <a:pt x="84" y="331"/>
                    <a:pt x="88" y="328"/>
                    <a:pt x="88" y="324"/>
                  </a:cubicBezTo>
                  <a:cubicBezTo>
                    <a:pt x="88" y="324"/>
                    <a:pt x="88" y="324"/>
                    <a:pt x="88" y="324"/>
                  </a:cubicBezTo>
                  <a:cubicBezTo>
                    <a:pt x="89" y="327"/>
                    <a:pt x="91" y="329"/>
                    <a:pt x="95" y="329"/>
                  </a:cubicBezTo>
                  <a:cubicBezTo>
                    <a:pt x="99" y="329"/>
                    <a:pt x="102" y="326"/>
                    <a:pt x="102" y="322"/>
                  </a:cubicBezTo>
                  <a:cubicBezTo>
                    <a:pt x="102" y="321"/>
                    <a:pt x="102" y="320"/>
                    <a:pt x="101" y="319"/>
                  </a:cubicBezTo>
                  <a:cubicBezTo>
                    <a:pt x="102" y="319"/>
                    <a:pt x="102" y="319"/>
                    <a:pt x="102" y="319"/>
                  </a:cubicBezTo>
                  <a:cubicBezTo>
                    <a:pt x="102" y="322"/>
                    <a:pt x="105" y="325"/>
                    <a:pt x="109" y="325"/>
                  </a:cubicBezTo>
                  <a:cubicBezTo>
                    <a:pt x="113" y="325"/>
                    <a:pt x="116" y="322"/>
                    <a:pt x="116" y="318"/>
                  </a:cubicBezTo>
                  <a:cubicBezTo>
                    <a:pt x="116" y="314"/>
                    <a:pt x="114" y="311"/>
                    <a:pt x="110" y="310"/>
                  </a:cubicBezTo>
                  <a:cubicBezTo>
                    <a:pt x="110" y="310"/>
                    <a:pt x="110" y="310"/>
                    <a:pt x="110" y="310"/>
                  </a:cubicBezTo>
                  <a:cubicBezTo>
                    <a:pt x="114" y="309"/>
                    <a:pt x="116" y="306"/>
                    <a:pt x="116" y="303"/>
                  </a:cubicBezTo>
                  <a:cubicBezTo>
                    <a:pt x="116" y="299"/>
                    <a:pt x="114" y="296"/>
                    <a:pt x="110" y="296"/>
                  </a:cubicBezTo>
                  <a:cubicBezTo>
                    <a:pt x="110" y="295"/>
                    <a:pt x="110" y="295"/>
                    <a:pt x="110" y="295"/>
                  </a:cubicBezTo>
                  <a:cubicBezTo>
                    <a:pt x="114" y="294"/>
                    <a:pt x="116" y="291"/>
                    <a:pt x="116" y="288"/>
                  </a:cubicBezTo>
                  <a:cubicBezTo>
                    <a:pt x="116" y="284"/>
                    <a:pt x="114" y="281"/>
                    <a:pt x="110" y="281"/>
                  </a:cubicBezTo>
                  <a:cubicBezTo>
                    <a:pt x="110" y="280"/>
                    <a:pt x="110" y="280"/>
                    <a:pt x="110" y="280"/>
                  </a:cubicBezTo>
                  <a:cubicBezTo>
                    <a:pt x="114" y="279"/>
                    <a:pt x="116" y="276"/>
                    <a:pt x="116" y="273"/>
                  </a:cubicBezTo>
                  <a:cubicBezTo>
                    <a:pt x="116" y="269"/>
                    <a:pt x="114" y="266"/>
                    <a:pt x="110" y="266"/>
                  </a:cubicBezTo>
                  <a:cubicBezTo>
                    <a:pt x="110" y="266"/>
                    <a:pt x="110" y="266"/>
                    <a:pt x="110" y="266"/>
                  </a:cubicBezTo>
                  <a:cubicBezTo>
                    <a:pt x="114" y="265"/>
                    <a:pt x="116" y="262"/>
                    <a:pt x="116" y="259"/>
                  </a:cubicBezTo>
                  <a:cubicBezTo>
                    <a:pt x="116" y="255"/>
                    <a:pt x="114" y="252"/>
                    <a:pt x="110" y="251"/>
                  </a:cubicBezTo>
                  <a:cubicBezTo>
                    <a:pt x="110" y="251"/>
                    <a:pt x="110" y="251"/>
                    <a:pt x="110" y="251"/>
                  </a:cubicBezTo>
                  <a:cubicBezTo>
                    <a:pt x="114" y="250"/>
                    <a:pt x="116" y="247"/>
                    <a:pt x="116" y="244"/>
                  </a:cubicBezTo>
                  <a:cubicBezTo>
                    <a:pt x="116" y="240"/>
                    <a:pt x="114" y="237"/>
                    <a:pt x="110" y="237"/>
                  </a:cubicBezTo>
                  <a:cubicBezTo>
                    <a:pt x="110" y="236"/>
                    <a:pt x="110" y="236"/>
                    <a:pt x="110" y="236"/>
                  </a:cubicBezTo>
                  <a:cubicBezTo>
                    <a:pt x="114" y="235"/>
                    <a:pt x="116" y="232"/>
                    <a:pt x="116" y="229"/>
                  </a:cubicBezTo>
                  <a:cubicBezTo>
                    <a:pt x="116" y="225"/>
                    <a:pt x="114" y="222"/>
                    <a:pt x="110" y="222"/>
                  </a:cubicBezTo>
                  <a:cubicBezTo>
                    <a:pt x="110" y="221"/>
                    <a:pt x="110" y="221"/>
                    <a:pt x="110" y="221"/>
                  </a:cubicBezTo>
                  <a:cubicBezTo>
                    <a:pt x="114" y="220"/>
                    <a:pt x="116" y="217"/>
                    <a:pt x="116" y="214"/>
                  </a:cubicBezTo>
                  <a:cubicBezTo>
                    <a:pt x="116" y="210"/>
                    <a:pt x="114" y="207"/>
                    <a:pt x="110" y="207"/>
                  </a:cubicBezTo>
                  <a:cubicBezTo>
                    <a:pt x="110" y="206"/>
                    <a:pt x="110" y="206"/>
                    <a:pt x="110" y="206"/>
                  </a:cubicBezTo>
                  <a:cubicBezTo>
                    <a:pt x="114" y="206"/>
                    <a:pt x="116" y="203"/>
                    <a:pt x="116" y="199"/>
                  </a:cubicBezTo>
                  <a:cubicBezTo>
                    <a:pt x="116" y="196"/>
                    <a:pt x="114" y="193"/>
                    <a:pt x="110" y="192"/>
                  </a:cubicBezTo>
                  <a:cubicBezTo>
                    <a:pt x="110" y="192"/>
                    <a:pt x="110" y="192"/>
                    <a:pt x="110" y="192"/>
                  </a:cubicBezTo>
                  <a:cubicBezTo>
                    <a:pt x="114" y="191"/>
                    <a:pt x="116" y="188"/>
                    <a:pt x="116" y="185"/>
                  </a:cubicBezTo>
                  <a:cubicBezTo>
                    <a:pt x="116" y="181"/>
                    <a:pt x="114" y="178"/>
                    <a:pt x="110" y="178"/>
                  </a:cubicBezTo>
                  <a:cubicBezTo>
                    <a:pt x="110" y="177"/>
                    <a:pt x="110" y="177"/>
                    <a:pt x="110" y="177"/>
                  </a:cubicBezTo>
                  <a:cubicBezTo>
                    <a:pt x="114" y="176"/>
                    <a:pt x="116" y="173"/>
                    <a:pt x="116" y="170"/>
                  </a:cubicBezTo>
                  <a:cubicBezTo>
                    <a:pt x="116" y="166"/>
                    <a:pt x="114" y="163"/>
                    <a:pt x="110" y="163"/>
                  </a:cubicBezTo>
                  <a:cubicBezTo>
                    <a:pt x="110" y="162"/>
                    <a:pt x="110" y="162"/>
                    <a:pt x="110" y="162"/>
                  </a:cubicBezTo>
                  <a:cubicBezTo>
                    <a:pt x="114" y="161"/>
                    <a:pt x="116" y="158"/>
                    <a:pt x="116" y="155"/>
                  </a:cubicBezTo>
                  <a:cubicBezTo>
                    <a:pt x="116" y="151"/>
                    <a:pt x="114" y="148"/>
                    <a:pt x="110" y="148"/>
                  </a:cubicBezTo>
                  <a:cubicBezTo>
                    <a:pt x="110" y="147"/>
                    <a:pt x="110" y="147"/>
                    <a:pt x="110" y="147"/>
                  </a:cubicBezTo>
                  <a:cubicBezTo>
                    <a:pt x="114" y="147"/>
                    <a:pt x="116" y="144"/>
                    <a:pt x="116" y="140"/>
                  </a:cubicBezTo>
                  <a:cubicBezTo>
                    <a:pt x="116" y="137"/>
                    <a:pt x="114" y="134"/>
                    <a:pt x="110" y="133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4" y="132"/>
                    <a:pt x="116" y="129"/>
                    <a:pt x="116" y="126"/>
                  </a:cubicBezTo>
                  <a:cubicBezTo>
                    <a:pt x="116" y="122"/>
                    <a:pt x="114" y="119"/>
                    <a:pt x="110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4" y="117"/>
                    <a:pt x="116" y="114"/>
                    <a:pt x="116" y="111"/>
                  </a:cubicBezTo>
                  <a:cubicBezTo>
                    <a:pt x="116" y="107"/>
                    <a:pt x="114" y="104"/>
                    <a:pt x="110" y="104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4" y="102"/>
                    <a:pt x="116" y="99"/>
                    <a:pt x="116" y="96"/>
                  </a:cubicBezTo>
                  <a:cubicBezTo>
                    <a:pt x="116" y="92"/>
                    <a:pt x="114" y="89"/>
                    <a:pt x="110" y="89"/>
                  </a:cubicBezTo>
                  <a:cubicBezTo>
                    <a:pt x="110" y="89"/>
                    <a:pt x="110" y="89"/>
                    <a:pt x="110" y="89"/>
                  </a:cubicBezTo>
                  <a:cubicBezTo>
                    <a:pt x="114" y="88"/>
                    <a:pt x="116" y="85"/>
                    <a:pt x="116" y="82"/>
                  </a:cubicBezTo>
                  <a:cubicBezTo>
                    <a:pt x="116" y="78"/>
                    <a:pt x="114" y="75"/>
                    <a:pt x="110" y="74"/>
                  </a:cubicBezTo>
                  <a:cubicBezTo>
                    <a:pt x="110" y="74"/>
                    <a:pt x="110" y="74"/>
                    <a:pt x="110" y="74"/>
                  </a:cubicBezTo>
                  <a:cubicBezTo>
                    <a:pt x="114" y="73"/>
                    <a:pt x="116" y="70"/>
                    <a:pt x="116" y="67"/>
                  </a:cubicBezTo>
                  <a:cubicBezTo>
                    <a:pt x="116" y="63"/>
                    <a:pt x="114" y="60"/>
                    <a:pt x="110" y="60"/>
                  </a:cubicBezTo>
                  <a:cubicBezTo>
                    <a:pt x="110" y="59"/>
                    <a:pt x="110" y="59"/>
                    <a:pt x="110" y="59"/>
                  </a:cubicBezTo>
                  <a:cubicBezTo>
                    <a:pt x="114" y="58"/>
                    <a:pt x="116" y="55"/>
                    <a:pt x="116" y="52"/>
                  </a:cubicBezTo>
                  <a:cubicBezTo>
                    <a:pt x="116" y="48"/>
                    <a:pt x="114" y="45"/>
                    <a:pt x="110" y="45"/>
                  </a:cubicBezTo>
                  <a:cubicBezTo>
                    <a:pt x="110" y="44"/>
                    <a:pt x="110" y="44"/>
                    <a:pt x="110" y="44"/>
                  </a:cubicBezTo>
                  <a:cubicBezTo>
                    <a:pt x="114" y="43"/>
                    <a:pt x="116" y="40"/>
                    <a:pt x="116" y="37"/>
                  </a:cubicBezTo>
                  <a:cubicBezTo>
                    <a:pt x="116" y="33"/>
                    <a:pt x="114" y="30"/>
                    <a:pt x="110" y="30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4" y="29"/>
                    <a:pt x="116" y="26"/>
                    <a:pt x="116" y="23"/>
                  </a:cubicBezTo>
                  <a:close/>
                  <a:moveTo>
                    <a:pt x="58" y="325"/>
                  </a:moveTo>
                  <a:cubicBezTo>
                    <a:pt x="58" y="325"/>
                    <a:pt x="58" y="325"/>
                    <a:pt x="58" y="325"/>
                  </a:cubicBezTo>
                  <a:cubicBezTo>
                    <a:pt x="58" y="325"/>
                    <a:pt x="58" y="325"/>
                    <a:pt x="58" y="325"/>
                  </a:cubicBezTo>
                  <a:cubicBezTo>
                    <a:pt x="58" y="325"/>
                    <a:pt x="58" y="325"/>
                    <a:pt x="58" y="32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6" name="Freeform 387">
              <a:extLst>
                <a:ext uri="{FF2B5EF4-FFF2-40B4-BE49-F238E27FC236}">
                  <a16:creationId xmlns:a16="http://schemas.microsoft.com/office/drawing/2014/main" id="{03D96A11-A63D-4A5D-B780-C78C9A2F2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2020"/>
              <a:ext cx="120" cy="40"/>
            </a:xfrm>
            <a:custGeom>
              <a:avLst/>
              <a:gdLst>
                <a:gd name="T0" fmla="*/ 0 w 48"/>
                <a:gd name="T1" fmla="*/ 5405 h 15"/>
                <a:gd name="T2" fmla="*/ 6175 w 48"/>
                <a:gd name="T3" fmla="*/ 0 h 15"/>
                <a:gd name="T4" fmla="*/ 11720 w 48"/>
                <a:gd name="T5" fmla="*/ 2824 h 15"/>
                <a:gd name="T6" fmla="*/ 0 w 48"/>
                <a:gd name="T7" fmla="*/ 54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5">
                  <a:moveTo>
                    <a:pt x="0" y="15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46" y="3"/>
                    <a:pt x="48" y="8"/>
                  </a:cubicBezTo>
                  <a:lnTo>
                    <a:pt x="0" y="15"/>
                  </a:lnTo>
                  <a:close/>
                </a:path>
              </a:pathLst>
            </a:custGeom>
            <a:solidFill>
              <a:srgbClr val="7C5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7" name="Freeform 388">
              <a:extLst>
                <a:ext uri="{FF2B5EF4-FFF2-40B4-BE49-F238E27FC236}">
                  <a16:creationId xmlns:a16="http://schemas.microsoft.com/office/drawing/2014/main" id="{2A7799F5-3AE8-4FAA-BD16-F1AC749C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100"/>
              <a:ext cx="175" cy="26"/>
            </a:xfrm>
            <a:custGeom>
              <a:avLst/>
              <a:gdLst>
                <a:gd name="T0" fmla="*/ 15938 w 70"/>
                <a:gd name="T1" fmla="*/ 0 h 10"/>
                <a:gd name="T2" fmla="*/ 5395 w 70"/>
                <a:gd name="T3" fmla="*/ 1547 h 10"/>
                <a:gd name="T4" fmla="*/ 1488 w 70"/>
                <a:gd name="T5" fmla="*/ 1196 h 10"/>
                <a:gd name="T6" fmla="*/ 0 w 70"/>
                <a:gd name="T7" fmla="*/ 1547 h 10"/>
                <a:gd name="T8" fmla="*/ 16145 w 70"/>
                <a:gd name="T9" fmla="*/ 2514 h 10"/>
                <a:gd name="T10" fmla="*/ 17113 w 70"/>
                <a:gd name="T11" fmla="*/ 1196 h 10"/>
                <a:gd name="T12" fmla="*/ 15938 w 70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0">
                  <a:moveTo>
                    <a:pt x="65" y="0"/>
                  </a:moveTo>
                  <a:cubicBezTo>
                    <a:pt x="54" y="3"/>
                    <a:pt x="39" y="5"/>
                    <a:pt x="22" y="5"/>
                  </a:cubicBezTo>
                  <a:cubicBezTo>
                    <a:pt x="17" y="5"/>
                    <a:pt x="11" y="4"/>
                    <a:pt x="6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10"/>
                    <a:pt x="59" y="10"/>
                    <a:pt x="66" y="8"/>
                  </a:cubicBezTo>
                  <a:cubicBezTo>
                    <a:pt x="69" y="7"/>
                    <a:pt x="70" y="6"/>
                    <a:pt x="70" y="4"/>
                  </a:cubicBezTo>
                  <a:cubicBezTo>
                    <a:pt x="69" y="3"/>
                    <a:pt x="67" y="1"/>
                    <a:pt x="65" y="0"/>
                  </a:cubicBezTo>
                  <a:close/>
                </a:path>
              </a:pathLst>
            </a:custGeom>
            <a:solidFill>
              <a:srgbClr val="7C5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8" name="Freeform 389">
              <a:extLst>
                <a:ext uri="{FF2B5EF4-FFF2-40B4-BE49-F238E27FC236}">
                  <a16:creationId xmlns:a16="http://schemas.microsoft.com/office/drawing/2014/main" id="{BA9B5DB8-EBF0-42C6-AD1E-5D56B9900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2017"/>
              <a:ext cx="95" cy="43"/>
            </a:xfrm>
            <a:custGeom>
              <a:avLst/>
              <a:gdLst>
                <a:gd name="T0" fmla="*/ 28 w 95"/>
                <a:gd name="T1" fmla="*/ 0 h 43"/>
                <a:gd name="T2" fmla="*/ 95 w 95"/>
                <a:gd name="T3" fmla="*/ 43 h 43"/>
                <a:gd name="T4" fmla="*/ 0 w 95"/>
                <a:gd name="T5" fmla="*/ 8 h 43"/>
                <a:gd name="T6" fmla="*/ 28 w 95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43">
                  <a:moveTo>
                    <a:pt x="28" y="0"/>
                  </a:moveTo>
                  <a:lnTo>
                    <a:pt x="95" y="43"/>
                  </a:lnTo>
                  <a:lnTo>
                    <a:pt x="0" y="8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7C5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9" name="Freeform 390">
              <a:extLst>
                <a:ext uri="{FF2B5EF4-FFF2-40B4-BE49-F238E27FC236}">
                  <a16:creationId xmlns:a16="http://schemas.microsoft.com/office/drawing/2014/main" id="{6BE30CD9-FD00-45D3-A2F3-FF9E2D69F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2017"/>
              <a:ext cx="95" cy="43"/>
            </a:xfrm>
            <a:custGeom>
              <a:avLst/>
              <a:gdLst>
                <a:gd name="T0" fmla="*/ 28 w 95"/>
                <a:gd name="T1" fmla="*/ 0 h 43"/>
                <a:gd name="T2" fmla="*/ 95 w 95"/>
                <a:gd name="T3" fmla="*/ 43 h 43"/>
                <a:gd name="T4" fmla="*/ 0 w 95"/>
                <a:gd name="T5" fmla="*/ 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43">
                  <a:moveTo>
                    <a:pt x="28" y="0"/>
                  </a:moveTo>
                  <a:lnTo>
                    <a:pt x="95" y="43"/>
                  </a:lnTo>
                  <a:lnTo>
                    <a:pt x="0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0" name="Freeform 391">
              <a:extLst>
                <a:ext uri="{FF2B5EF4-FFF2-40B4-BE49-F238E27FC236}">
                  <a16:creationId xmlns:a16="http://schemas.microsoft.com/office/drawing/2014/main" id="{905F3376-644D-4A65-BBE4-39CE8B11A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2969"/>
              <a:ext cx="277" cy="429"/>
            </a:xfrm>
            <a:custGeom>
              <a:avLst/>
              <a:gdLst>
                <a:gd name="T0" fmla="*/ 0 w 111"/>
                <a:gd name="T1" fmla="*/ 57625 h 161"/>
                <a:gd name="T2" fmla="*/ 26792 w 111"/>
                <a:gd name="T3" fmla="*/ 0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161">
                  <a:moveTo>
                    <a:pt x="0" y="161"/>
                  </a:moveTo>
                  <a:cubicBezTo>
                    <a:pt x="6" y="157"/>
                    <a:pt x="107" y="14"/>
                    <a:pt x="111" y="0"/>
                  </a:cubicBezTo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1" name="Freeform 392">
              <a:extLst>
                <a:ext uri="{FF2B5EF4-FFF2-40B4-BE49-F238E27FC236}">
                  <a16:creationId xmlns:a16="http://schemas.microsoft.com/office/drawing/2014/main" id="{03ED8B0C-EAA5-4748-99F2-FBEC1BE97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958"/>
              <a:ext cx="298" cy="123"/>
            </a:xfrm>
            <a:custGeom>
              <a:avLst/>
              <a:gdLst>
                <a:gd name="T0" fmla="*/ 0 w 119"/>
                <a:gd name="T1" fmla="*/ 0 h 46"/>
                <a:gd name="T2" fmla="*/ 29337 w 119"/>
                <a:gd name="T3" fmla="*/ 168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9" h="46">
                  <a:moveTo>
                    <a:pt x="0" y="0"/>
                  </a:moveTo>
                  <a:cubicBezTo>
                    <a:pt x="9" y="6"/>
                    <a:pt x="105" y="44"/>
                    <a:pt x="119" y="46"/>
                  </a:cubicBezTo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2" name="Freeform 393">
              <a:extLst>
                <a:ext uri="{FF2B5EF4-FFF2-40B4-BE49-F238E27FC236}">
                  <a16:creationId xmlns:a16="http://schemas.microsoft.com/office/drawing/2014/main" id="{EAF243CF-BD46-4974-A7C7-E90377208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870"/>
              <a:ext cx="113" cy="91"/>
            </a:xfrm>
            <a:custGeom>
              <a:avLst/>
              <a:gdLst>
                <a:gd name="T0" fmla="*/ 4495 w 45"/>
                <a:gd name="T1" fmla="*/ 3281 h 34"/>
                <a:gd name="T2" fmla="*/ 11287 w 45"/>
                <a:gd name="T3" fmla="*/ 9584 h 34"/>
                <a:gd name="T4" fmla="*/ 5492 w 45"/>
                <a:gd name="T5" fmla="*/ 2205 h 34"/>
                <a:gd name="T6" fmla="*/ 2976 w 45"/>
                <a:gd name="T7" fmla="*/ 3281 h 34"/>
                <a:gd name="T8" fmla="*/ 0 w 45"/>
                <a:gd name="T9" fmla="*/ 12521 h 34"/>
                <a:gd name="T10" fmla="*/ 4495 w 45"/>
                <a:gd name="T11" fmla="*/ 328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4">
                  <a:moveTo>
                    <a:pt x="18" y="9"/>
                  </a:moveTo>
                  <a:cubicBezTo>
                    <a:pt x="23" y="8"/>
                    <a:pt x="38" y="21"/>
                    <a:pt x="45" y="26"/>
                  </a:cubicBezTo>
                  <a:cubicBezTo>
                    <a:pt x="45" y="26"/>
                    <a:pt x="30" y="12"/>
                    <a:pt x="22" y="6"/>
                  </a:cubicBezTo>
                  <a:cubicBezTo>
                    <a:pt x="15" y="0"/>
                    <a:pt x="12" y="9"/>
                    <a:pt x="12" y="9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4" y="27"/>
                    <a:pt x="13" y="9"/>
                    <a:pt x="18" y="9"/>
                  </a:cubicBezTo>
                  <a:close/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3" name="Freeform 394">
              <a:extLst>
                <a:ext uri="{FF2B5EF4-FFF2-40B4-BE49-F238E27FC236}">
                  <a16:creationId xmlns:a16="http://schemas.microsoft.com/office/drawing/2014/main" id="{50424BB7-5C2C-479E-8FC7-86EFE137E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3030"/>
              <a:ext cx="170" cy="88"/>
            </a:xfrm>
            <a:custGeom>
              <a:avLst/>
              <a:gdLst>
                <a:gd name="T0" fmla="*/ 0 w 68"/>
                <a:gd name="T1" fmla="*/ 11891 h 33"/>
                <a:gd name="T2" fmla="*/ 2738 w 68"/>
                <a:gd name="T3" fmla="*/ 1763 h 33"/>
                <a:gd name="T4" fmla="*/ 4220 w 68"/>
                <a:gd name="T5" fmla="*/ 397 h 33"/>
                <a:gd name="T6" fmla="*/ 16613 w 68"/>
                <a:gd name="T7" fmla="*/ 4701 h 33"/>
                <a:gd name="T8" fmla="*/ 4688 w 68"/>
                <a:gd name="T9" fmla="*/ 1763 h 33"/>
                <a:gd name="T10" fmla="*/ 2938 w 68"/>
                <a:gd name="T11" fmla="*/ 2824 h 33"/>
                <a:gd name="T12" fmla="*/ 0 w 68"/>
                <a:gd name="T13" fmla="*/ 1189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33">
                  <a:moveTo>
                    <a:pt x="0" y="33"/>
                  </a:moveTo>
                  <a:cubicBezTo>
                    <a:pt x="0" y="33"/>
                    <a:pt x="10" y="6"/>
                    <a:pt x="11" y="5"/>
                  </a:cubicBezTo>
                  <a:cubicBezTo>
                    <a:pt x="11" y="4"/>
                    <a:pt x="12" y="0"/>
                    <a:pt x="17" y="1"/>
                  </a:cubicBezTo>
                  <a:cubicBezTo>
                    <a:pt x="22" y="3"/>
                    <a:pt x="68" y="13"/>
                    <a:pt x="68" y="13"/>
                  </a:cubicBezTo>
                  <a:cubicBezTo>
                    <a:pt x="68" y="13"/>
                    <a:pt x="23" y="5"/>
                    <a:pt x="19" y="5"/>
                  </a:cubicBezTo>
                  <a:cubicBezTo>
                    <a:pt x="16" y="4"/>
                    <a:pt x="14" y="5"/>
                    <a:pt x="12" y="8"/>
                  </a:cubicBezTo>
                  <a:cubicBezTo>
                    <a:pt x="11" y="10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4" name="Freeform 395">
              <a:extLst>
                <a:ext uri="{FF2B5EF4-FFF2-40B4-BE49-F238E27FC236}">
                  <a16:creationId xmlns:a16="http://schemas.microsoft.com/office/drawing/2014/main" id="{13F68E6F-737F-4328-B3BB-54BF6DF2C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3124"/>
              <a:ext cx="50" cy="16"/>
            </a:xfrm>
            <a:custGeom>
              <a:avLst/>
              <a:gdLst>
                <a:gd name="T0" fmla="*/ 0 w 20"/>
                <a:gd name="T1" fmla="*/ 661 h 6"/>
                <a:gd name="T2" fmla="*/ 4895 w 20"/>
                <a:gd name="T3" fmla="*/ 2184 h 6"/>
                <a:gd name="T4" fmla="*/ 4895 w 20"/>
                <a:gd name="T5" fmla="*/ 0 h 6"/>
                <a:gd name="T6" fmla="*/ 0 w 20"/>
                <a:gd name="T7" fmla="*/ 66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0" y="2"/>
                  </a:moveTo>
                  <a:cubicBezTo>
                    <a:pt x="20" y="6"/>
                    <a:pt x="20" y="6"/>
                    <a:pt x="20" y="6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2"/>
                    <a:pt x="3" y="3"/>
                    <a:pt x="0" y="2"/>
                  </a:cubicBezTo>
                  <a:close/>
                </a:path>
              </a:pathLst>
            </a:custGeom>
            <a:solidFill>
              <a:srgbClr val="7E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5" name="Freeform 396">
              <a:extLst>
                <a:ext uri="{FF2B5EF4-FFF2-40B4-BE49-F238E27FC236}">
                  <a16:creationId xmlns:a16="http://schemas.microsoft.com/office/drawing/2014/main" id="{D3511419-4B9A-4E97-8DB5-617657192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100"/>
              <a:ext cx="25" cy="8"/>
            </a:xfrm>
            <a:custGeom>
              <a:avLst/>
              <a:gdLst>
                <a:gd name="T0" fmla="*/ 0 w 10"/>
                <a:gd name="T1" fmla="*/ 397 h 3"/>
                <a:gd name="T2" fmla="*/ 2470 w 10"/>
                <a:gd name="T3" fmla="*/ 1059 h 3"/>
                <a:gd name="T4" fmla="*/ 2470 w 10"/>
                <a:gd name="T5" fmla="*/ 0 h 3"/>
                <a:gd name="T6" fmla="*/ 0 w 10"/>
                <a:gd name="T7" fmla="*/ 39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">
                  <a:moveTo>
                    <a:pt x="0" y="1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4" y="2"/>
                    <a:pt x="0" y="1"/>
                  </a:cubicBezTo>
                  <a:close/>
                </a:path>
              </a:pathLst>
            </a:custGeom>
            <a:solidFill>
              <a:srgbClr val="7E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6" name="Freeform 397">
              <a:extLst>
                <a:ext uri="{FF2B5EF4-FFF2-40B4-BE49-F238E27FC236}">
                  <a16:creationId xmlns:a16="http://schemas.microsoft.com/office/drawing/2014/main" id="{BB9AC7B3-9F29-4D71-A1B4-D693FD575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3076"/>
              <a:ext cx="30" cy="10"/>
            </a:xfrm>
            <a:custGeom>
              <a:avLst/>
              <a:gdLst>
                <a:gd name="T0" fmla="*/ 0 w 12"/>
                <a:gd name="T1" fmla="*/ 0 h 4"/>
                <a:gd name="T2" fmla="*/ 2938 w 12"/>
                <a:gd name="T3" fmla="*/ 988 h 4"/>
                <a:gd name="T4" fmla="*/ 2938 w 12"/>
                <a:gd name="T5" fmla="*/ 520 h 4"/>
                <a:gd name="T6" fmla="*/ 0 w 1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7E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7" name="Freeform 398">
              <a:extLst>
                <a:ext uri="{FF2B5EF4-FFF2-40B4-BE49-F238E27FC236}">
                  <a16:creationId xmlns:a16="http://schemas.microsoft.com/office/drawing/2014/main" id="{D20A22B7-E5EB-4666-91B3-9B0C84DDB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870"/>
              <a:ext cx="285" cy="227"/>
            </a:xfrm>
            <a:custGeom>
              <a:avLst/>
              <a:gdLst>
                <a:gd name="T0" fmla="*/ 0 w 114"/>
                <a:gd name="T1" fmla="*/ 28228 h 85"/>
                <a:gd name="T2" fmla="*/ 0 w 114"/>
                <a:gd name="T3" fmla="*/ 30819 h 85"/>
                <a:gd name="T4" fmla="*/ 4220 w 114"/>
                <a:gd name="T5" fmla="*/ 28228 h 85"/>
                <a:gd name="T6" fmla="*/ 21488 w 114"/>
                <a:gd name="T7" fmla="*/ 5448 h 85"/>
                <a:gd name="T8" fmla="*/ 25208 w 114"/>
                <a:gd name="T9" fmla="*/ 16283 h 85"/>
                <a:gd name="T10" fmla="*/ 27863 w 114"/>
                <a:gd name="T11" fmla="*/ 14798 h 85"/>
                <a:gd name="T12" fmla="*/ 23250 w 114"/>
                <a:gd name="T13" fmla="*/ 1071 h 85"/>
                <a:gd name="T14" fmla="*/ 22270 w 114"/>
                <a:gd name="T15" fmla="*/ 0 h 85"/>
                <a:gd name="T16" fmla="*/ 21020 w 114"/>
                <a:gd name="T17" fmla="*/ 401 h 85"/>
                <a:gd name="T18" fmla="*/ 0 w 114"/>
                <a:gd name="T19" fmla="*/ 28228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85">
                  <a:moveTo>
                    <a:pt x="0" y="78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39" y="59"/>
                    <a:pt x="81" y="21"/>
                    <a:pt x="88" y="15"/>
                  </a:cubicBezTo>
                  <a:cubicBezTo>
                    <a:pt x="90" y="19"/>
                    <a:pt x="95" y="30"/>
                    <a:pt x="103" y="45"/>
                  </a:cubicBezTo>
                  <a:cubicBezTo>
                    <a:pt x="114" y="41"/>
                    <a:pt x="114" y="41"/>
                    <a:pt x="114" y="41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4" y="2"/>
                    <a:pt x="93" y="0"/>
                    <a:pt x="91" y="0"/>
                  </a:cubicBezTo>
                  <a:cubicBezTo>
                    <a:pt x="89" y="0"/>
                    <a:pt x="87" y="0"/>
                    <a:pt x="86" y="1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" name="Freeform 399">
              <a:extLst>
                <a:ext uri="{FF2B5EF4-FFF2-40B4-BE49-F238E27FC236}">
                  <a16:creationId xmlns:a16="http://schemas.microsoft.com/office/drawing/2014/main" id="{22E02F38-68CF-49BE-BC95-15DC09FB0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3068"/>
              <a:ext cx="108" cy="184"/>
            </a:xfrm>
            <a:custGeom>
              <a:avLst/>
              <a:gdLst>
                <a:gd name="T0" fmla="*/ 2788 w 43"/>
                <a:gd name="T1" fmla="*/ 0 h 69"/>
                <a:gd name="T2" fmla="*/ 0 w 43"/>
                <a:gd name="T3" fmla="*/ 661 h 69"/>
                <a:gd name="T4" fmla="*/ 7796 w 43"/>
                <a:gd name="T5" fmla="*/ 23304 h 69"/>
                <a:gd name="T6" fmla="*/ 9790 w 43"/>
                <a:gd name="T7" fmla="*/ 24120 h 69"/>
                <a:gd name="T8" fmla="*/ 10315 w 43"/>
                <a:gd name="T9" fmla="*/ 21597 h 69"/>
                <a:gd name="T10" fmla="*/ 2788 w 43"/>
                <a:gd name="T11" fmla="*/ 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9">
                  <a:moveTo>
                    <a:pt x="11" y="0"/>
                  </a:moveTo>
                  <a:cubicBezTo>
                    <a:pt x="8" y="0"/>
                    <a:pt x="4" y="1"/>
                    <a:pt x="0" y="2"/>
                  </a:cubicBezTo>
                  <a:cubicBezTo>
                    <a:pt x="15" y="33"/>
                    <a:pt x="31" y="65"/>
                    <a:pt x="31" y="65"/>
                  </a:cubicBezTo>
                  <a:cubicBezTo>
                    <a:pt x="33" y="68"/>
                    <a:pt x="36" y="69"/>
                    <a:pt x="39" y="67"/>
                  </a:cubicBezTo>
                  <a:cubicBezTo>
                    <a:pt x="42" y="66"/>
                    <a:pt x="43" y="62"/>
                    <a:pt x="41" y="60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" name="Freeform 400">
              <a:extLst>
                <a:ext uri="{FF2B5EF4-FFF2-40B4-BE49-F238E27FC236}">
                  <a16:creationId xmlns:a16="http://schemas.microsoft.com/office/drawing/2014/main" id="{156B58A4-4003-462D-B987-25AD9D14B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3006"/>
              <a:ext cx="42" cy="40"/>
            </a:xfrm>
            <a:custGeom>
              <a:avLst/>
              <a:gdLst>
                <a:gd name="T0" fmla="*/ 2503 w 17"/>
                <a:gd name="T1" fmla="*/ 0 h 15"/>
                <a:gd name="T2" fmla="*/ 0 w 17"/>
                <a:gd name="T3" fmla="*/ 1459 h 15"/>
                <a:gd name="T4" fmla="*/ 1117 w 17"/>
                <a:gd name="T5" fmla="*/ 5405 h 15"/>
                <a:gd name="T6" fmla="*/ 3876 w 17"/>
                <a:gd name="T7" fmla="*/ 4301 h 15"/>
                <a:gd name="T8" fmla="*/ 2503 w 1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1" y="0"/>
                  </a:moveTo>
                  <a:cubicBezTo>
                    <a:pt x="7" y="1"/>
                    <a:pt x="4" y="3"/>
                    <a:pt x="0" y="4"/>
                  </a:cubicBezTo>
                  <a:cubicBezTo>
                    <a:pt x="2" y="8"/>
                    <a:pt x="4" y="11"/>
                    <a:pt x="5" y="15"/>
                  </a:cubicBezTo>
                  <a:cubicBezTo>
                    <a:pt x="17" y="12"/>
                    <a:pt x="17" y="12"/>
                    <a:pt x="17" y="12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" name="Freeform 401">
              <a:extLst>
                <a:ext uri="{FF2B5EF4-FFF2-40B4-BE49-F238E27FC236}">
                  <a16:creationId xmlns:a16="http://schemas.microsoft.com/office/drawing/2014/main" id="{95D6C7DB-9C85-4E5E-8DD9-CA8778BF9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025"/>
              <a:ext cx="620" cy="672"/>
            </a:xfrm>
            <a:custGeom>
              <a:avLst/>
              <a:gdLst>
                <a:gd name="T0" fmla="*/ 0 w 248"/>
                <a:gd name="T1" fmla="*/ 16589 h 252"/>
                <a:gd name="T2" fmla="*/ 0 w 248"/>
                <a:gd name="T3" fmla="*/ 12536 h 252"/>
                <a:gd name="T4" fmla="*/ 34688 w 248"/>
                <a:gd name="T5" fmla="*/ 397 h 252"/>
                <a:gd name="T6" fmla="*/ 36458 w 248"/>
                <a:gd name="T7" fmla="*/ 1459 h 252"/>
                <a:gd name="T8" fmla="*/ 60363 w 248"/>
                <a:gd name="T9" fmla="*/ 87779 h 252"/>
                <a:gd name="T10" fmla="*/ 59583 w 248"/>
                <a:gd name="T11" fmla="*/ 90205 h 252"/>
                <a:gd name="T12" fmla="*/ 57625 w 248"/>
                <a:gd name="T13" fmla="*/ 89144 h 252"/>
                <a:gd name="T14" fmla="*/ 34500 w 248"/>
                <a:gd name="T15" fmla="*/ 4701 h 252"/>
                <a:gd name="T16" fmla="*/ 313 w 248"/>
                <a:gd name="T17" fmla="*/ 16589 h 252"/>
                <a:gd name="T18" fmla="*/ 0 w 248"/>
                <a:gd name="T19" fmla="*/ 16589 h 252"/>
                <a:gd name="T20" fmla="*/ 0 w 248"/>
                <a:gd name="T21" fmla="*/ 16589 h 2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8" h="252">
                  <a:moveTo>
                    <a:pt x="0" y="46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142" y="1"/>
                    <a:pt x="142" y="1"/>
                    <a:pt x="142" y="1"/>
                  </a:cubicBezTo>
                  <a:cubicBezTo>
                    <a:pt x="145" y="0"/>
                    <a:pt x="148" y="1"/>
                    <a:pt x="149" y="4"/>
                  </a:cubicBezTo>
                  <a:cubicBezTo>
                    <a:pt x="247" y="244"/>
                    <a:pt x="247" y="244"/>
                    <a:pt x="247" y="244"/>
                  </a:cubicBezTo>
                  <a:cubicBezTo>
                    <a:pt x="248" y="247"/>
                    <a:pt x="247" y="250"/>
                    <a:pt x="244" y="251"/>
                  </a:cubicBezTo>
                  <a:cubicBezTo>
                    <a:pt x="241" y="252"/>
                    <a:pt x="238" y="251"/>
                    <a:pt x="236" y="248"/>
                  </a:cubicBezTo>
                  <a:cubicBezTo>
                    <a:pt x="236" y="248"/>
                    <a:pt x="145" y="21"/>
                    <a:pt x="141" y="13"/>
                  </a:cubicBezTo>
                  <a:cubicBezTo>
                    <a:pt x="132" y="15"/>
                    <a:pt x="1" y="46"/>
                    <a:pt x="1" y="46"/>
                  </a:cubicBezTo>
                  <a:cubicBezTo>
                    <a:pt x="1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" name="Freeform 402">
              <a:extLst>
                <a:ext uri="{FF2B5EF4-FFF2-40B4-BE49-F238E27FC236}">
                  <a16:creationId xmlns:a16="http://schemas.microsoft.com/office/drawing/2014/main" id="{5C28DAE5-4A83-4D31-970D-65DA81206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177"/>
              <a:ext cx="23" cy="53"/>
            </a:xfrm>
            <a:custGeom>
              <a:avLst/>
              <a:gdLst>
                <a:gd name="T0" fmla="*/ 1620 w 9"/>
                <a:gd name="T1" fmla="*/ 0 h 20"/>
                <a:gd name="T2" fmla="*/ 2520 w 9"/>
                <a:gd name="T3" fmla="*/ 5470 h 20"/>
                <a:gd name="T4" fmla="*/ 1973 w 9"/>
                <a:gd name="T5" fmla="*/ 6551 h 20"/>
                <a:gd name="T6" fmla="*/ 848 w 9"/>
                <a:gd name="T7" fmla="*/ 5864 h 20"/>
                <a:gd name="T8" fmla="*/ 0 w 9"/>
                <a:gd name="T9" fmla="*/ 392 h 20"/>
                <a:gd name="T10" fmla="*/ 0 w 9"/>
                <a:gd name="T11" fmla="*/ 0 h 20"/>
                <a:gd name="T12" fmla="*/ 1620 w 9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6" y="0"/>
                  </a:moveTo>
                  <a:cubicBezTo>
                    <a:pt x="9" y="16"/>
                    <a:pt x="9" y="16"/>
                    <a:pt x="9" y="16"/>
                  </a:cubicBezTo>
                  <a:cubicBezTo>
                    <a:pt x="9" y="17"/>
                    <a:pt x="8" y="19"/>
                    <a:pt x="7" y="19"/>
                  </a:cubicBezTo>
                  <a:cubicBezTo>
                    <a:pt x="5" y="20"/>
                    <a:pt x="4" y="19"/>
                    <a:pt x="3" y="1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2" name="Freeform 403">
              <a:extLst>
                <a:ext uri="{FF2B5EF4-FFF2-40B4-BE49-F238E27FC236}">
                  <a16:creationId xmlns:a16="http://schemas.microsoft.com/office/drawing/2014/main" id="{797241A7-B0B2-4ECF-8219-0E38C9775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153"/>
              <a:ext cx="32" cy="56"/>
            </a:xfrm>
            <a:custGeom>
              <a:avLst/>
              <a:gdLst>
                <a:gd name="T0" fmla="*/ 1103 w 13"/>
                <a:gd name="T1" fmla="*/ 0 h 21"/>
                <a:gd name="T2" fmla="*/ 1103 w 13"/>
                <a:gd name="T3" fmla="*/ 397 h 21"/>
                <a:gd name="T4" fmla="*/ 2715 w 13"/>
                <a:gd name="T5" fmla="*/ 5824 h 21"/>
                <a:gd name="T6" fmla="*/ 2417 w 13"/>
                <a:gd name="T7" fmla="*/ 7133 h 21"/>
                <a:gd name="T8" fmla="*/ 1538 w 13"/>
                <a:gd name="T9" fmla="*/ 6883 h 21"/>
                <a:gd name="T10" fmla="*/ 0 w 13"/>
                <a:gd name="T11" fmla="*/ 1459 h 21"/>
                <a:gd name="T12" fmla="*/ 1103 w 1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5" y="0"/>
                  </a:moveTo>
                  <a:cubicBezTo>
                    <a:pt x="5" y="0"/>
                    <a:pt x="5" y="1"/>
                    <a:pt x="5" y="1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3" y="18"/>
                    <a:pt x="12" y="20"/>
                    <a:pt x="11" y="20"/>
                  </a:cubicBezTo>
                  <a:cubicBezTo>
                    <a:pt x="9" y="21"/>
                    <a:pt x="7" y="20"/>
                    <a:pt x="7" y="1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" name="Freeform 404">
              <a:extLst>
                <a:ext uri="{FF2B5EF4-FFF2-40B4-BE49-F238E27FC236}">
                  <a16:creationId xmlns:a16="http://schemas.microsoft.com/office/drawing/2014/main" id="{A0BBD828-8AEF-4425-B467-C03B33100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937"/>
              <a:ext cx="690" cy="488"/>
            </a:xfrm>
            <a:custGeom>
              <a:avLst/>
              <a:gdLst>
                <a:gd name="T0" fmla="*/ 0 w 276"/>
                <a:gd name="T1" fmla="*/ 21597 h 183"/>
                <a:gd name="T2" fmla="*/ 36645 w 276"/>
                <a:gd name="T3" fmla="*/ 397 h 183"/>
                <a:gd name="T4" fmla="*/ 38408 w 276"/>
                <a:gd name="T5" fmla="*/ 1059 h 183"/>
                <a:gd name="T6" fmla="*/ 67188 w 276"/>
                <a:gd name="T7" fmla="*/ 62557 h 183"/>
                <a:gd name="T8" fmla="*/ 66720 w 276"/>
                <a:gd name="T9" fmla="*/ 65387 h 183"/>
                <a:gd name="T10" fmla="*/ 64770 w 276"/>
                <a:gd name="T11" fmla="*/ 64717 h 183"/>
                <a:gd name="T12" fmla="*/ 36925 w 276"/>
                <a:gd name="T13" fmla="*/ 4701 h 183"/>
                <a:gd name="T14" fmla="*/ 7345 w 276"/>
                <a:gd name="T15" fmla="*/ 21995 h 183"/>
                <a:gd name="T16" fmla="*/ 0 w 276"/>
                <a:gd name="T17" fmla="*/ 24427 h 183"/>
                <a:gd name="T18" fmla="*/ 0 w 276"/>
                <a:gd name="T19" fmla="*/ 21597 h 1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183">
                  <a:moveTo>
                    <a:pt x="0" y="60"/>
                  </a:moveTo>
                  <a:cubicBezTo>
                    <a:pt x="150" y="1"/>
                    <a:pt x="150" y="1"/>
                    <a:pt x="150" y="1"/>
                  </a:cubicBezTo>
                  <a:cubicBezTo>
                    <a:pt x="153" y="0"/>
                    <a:pt x="156" y="1"/>
                    <a:pt x="157" y="3"/>
                  </a:cubicBezTo>
                  <a:cubicBezTo>
                    <a:pt x="275" y="174"/>
                    <a:pt x="275" y="174"/>
                    <a:pt x="275" y="174"/>
                  </a:cubicBezTo>
                  <a:cubicBezTo>
                    <a:pt x="276" y="176"/>
                    <a:pt x="276" y="180"/>
                    <a:pt x="273" y="182"/>
                  </a:cubicBezTo>
                  <a:cubicBezTo>
                    <a:pt x="270" y="183"/>
                    <a:pt x="267" y="183"/>
                    <a:pt x="265" y="180"/>
                  </a:cubicBezTo>
                  <a:cubicBezTo>
                    <a:pt x="265" y="180"/>
                    <a:pt x="156" y="20"/>
                    <a:pt x="151" y="13"/>
                  </a:cubicBezTo>
                  <a:cubicBezTo>
                    <a:pt x="145" y="15"/>
                    <a:pt x="72" y="44"/>
                    <a:pt x="30" y="61"/>
                  </a:cubicBezTo>
                  <a:cubicBezTo>
                    <a:pt x="0" y="68"/>
                    <a:pt x="0" y="68"/>
                    <a:pt x="0" y="68"/>
                  </a:cubicBezTo>
                  <a:lnTo>
                    <a:pt x="0" y="60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" name="Freeform 405">
              <a:extLst>
                <a:ext uri="{FF2B5EF4-FFF2-40B4-BE49-F238E27FC236}">
                  <a16:creationId xmlns:a16="http://schemas.microsoft.com/office/drawing/2014/main" id="{EA395156-BD72-42EE-A04A-CA19A5199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969"/>
              <a:ext cx="278" cy="429"/>
            </a:xfrm>
            <a:custGeom>
              <a:avLst/>
              <a:gdLst>
                <a:gd name="T0" fmla="*/ 27379 w 111"/>
                <a:gd name="T1" fmla="*/ 57625 h 161"/>
                <a:gd name="T2" fmla="*/ 0 w 111"/>
                <a:gd name="T3" fmla="*/ 0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161">
                  <a:moveTo>
                    <a:pt x="111" y="161"/>
                  </a:moveTo>
                  <a:cubicBezTo>
                    <a:pt x="105" y="157"/>
                    <a:pt x="4" y="14"/>
                    <a:pt x="0" y="0"/>
                  </a:cubicBezTo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5" name="Freeform 406">
              <a:extLst>
                <a:ext uri="{FF2B5EF4-FFF2-40B4-BE49-F238E27FC236}">
                  <a16:creationId xmlns:a16="http://schemas.microsoft.com/office/drawing/2014/main" id="{F2F49B5F-CA4F-4A49-9817-CF7B3D67D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958"/>
              <a:ext cx="295" cy="123"/>
            </a:xfrm>
            <a:custGeom>
              <a:avLst/>
              <a:gdLst>
                <a:gd name="T0" fmla="*/ 28833 w 118"/>
                <a:gd name="T1" fmla="*/ 0 h 46"/>
                <a:gd name="T2" fmla="*/ 0 w 118"/>
                <a:gd name="T3" fmla="*/ 168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8" h="46">
                  <a:moveTo>
                    <a:pt x="118" y="0"/>
                  </a:moveTo>
                  <a:cubicBezTo>
                    <a:pt x="110" y="6"/>
                    <a:pt x="13" y="44"/>
                    <a:pt x="0" y="46"/>
                  </a:cubicBezTo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6" name="Freeform 407">
              <a:extLst>
                <a:ext uri="{FF2B5EF4-FFF2-40B4-BE49-F238E27FC236}">
                  <a16:creationId xmlns:a16="http://schemas.microsoft.com/office/drawing/2014/main" id="{F8C77DE6-1307-4630-9786-8FE46DA6A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870"/>
              <a:ext cx="115" cy="91"/>
            </a:xfrm>
            <a:custGeom>
              <a:avLst/>
              <a:gdLst>
                <a:gd name="T0" fmla="*/ 6645 w 46"/>
                <a:gd name="T1" fmla="*/ 3281 h 34"/>
                <a:gd name="T2" fmla="*/ 0 w 46"/>
                <a:gd name="T3" fmla="*/ 9584 h 34"/>
                <a:gd name="T4" fmla="*/ 5675 w 46"/>
                <a:gd name="T5" fmla="*/ 2205 h 34"/>
                <a:gd name="T6" fmla="*/ 8125 w 46"/>
                <a:gd name="T7" fmla="*/ 3281 h 34"/>
                <a:gd name="T8" fmla="*/ 11250 w 46"/>
                <a:gd name="T9" fmla="*/ 12521 h 34"/>
                <a:gd name="T10" fmla="*/ 6645 w 46"/>
                <a:gd name="T11" fmla="*/ 328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4">
                  <a:moveTo>
                    <a:pt x="27" y="9"/>
                  </a:moveTo>
                  <a:cubicBezTo>
                    <a:pt x="22" y="8"/>
                    <a:pt x="7" y="21"/>
                    <a:pt x="0" y="26"/>
                  </a:cubicBezTo>
                  <a:cubicBezTo>
                    <a:pt x="0" y="26"/>
                    <a:pt x="15" y="12"/>
                    <a:pt x="23" y="6"/>
                  </a:cubicBezTo>
                  <a:cubicBezTo>
                    <a:pt x="31" y="0"/>
                    <a:pt x="33" y="9"/>
                    <a:pt x="33" y="9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1" y="27"/>
                    <a:pt x="32" y="9"/>
                    <a:pt x="27" y="9"/>
                  </a:cubicBezTo>
                  <a:close/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7" name="Freeform 408">
              <a:extLst>
                <a:ext uri="{FF2B5EF4-FFF2-40B4-BE49-F238E27FC236}">
                  <a16:creationId xmlns:a16="http://schemas.microsoft.com/office/drawing/2014/main" id="{4965FF39-6097-490D-B20D-72BF45EA4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030"/>
              <a:ext cx="172" cy="88"/>
            </a:xfrm>
            <a:custGeom>
              <a:avLst/>
              <a:gdLst>
                <a:gd name="T0" fmla="*/ 16559 w 69"/>
                <a:gd name="T1" fmla="*/ 11891 h 33"/>
                <a:gd name="T2" fmla="*/ 13937 w 69"/>
                <a:gd name="T3" fmla="*/ 1763 h 33"/>
                <a:gd name="T4" fmla="*/ 12234 w 69"/>
                <a:gd name="T5" fmla="*/ 397 h 33"/>
                <a:gd name="T6" fmla="*/ 0 w 69"/>
                <a:gd name="T7" fmla="*/ 4701 h 33"/>
                <a:gd name="T8" fmla="*/ 11743 w 69"/>
                <a:gd name="T9" fmla="*/ 1763 h 33"/>
                <a:gd name="T10" fmla="*/ 13478 w 69"/>
                <a:gd name="T11" fmla="*/ 2824 h 33"/>
                <a:gd name="T12" fmla="*/ 16559 w 69"/>
                <a:gd name="T13" fmla="*/ 1189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3">
                  <a:moveTo>
                    <a:pt x="69" y="33"/>
                  </a:moveTo>
                  <a:cubicBezTo>
                    <a:pt x="69" y="33"/>
                    <a:pt x="58" y="6"/>
                    <a:pt x="58" y="5"/>
                  </a:cubicBezTo>
                  <a:cubicBezTo>
                    <a:pt x="57" y="4"/>
                    <a:pt x="56" y="0"/>
                    <a:pt x="51" y="1"/>
                  </a:cubicBezTo>
                  <a:cubicBezTo>
                    <a:pt x="46" y="3"/>
                    <a:pt x="0" y="13"/>
                    <a:pt x="0" y="13"/>
                  </a:cubicBezTo>
                  <a:cubicBezTo>
                    <a:pt x="0" y="13"/>
                    <a:pt x="45" y="5"/>
                    <a:pt x="49" y="5"/>
                  </a:cubicBezTo>
                  <a:cubicBezTo>
                    <a:pt x="53" y="4"/>
                    <a:pt x="54" y="5"/>
                    <a:pt x="56" y="8"/>
                  </a:cubicBezTo>
                  <a:cubicBezTo>
                    <a:pt x="57" y="10"/>
                    <a:pt x="69" y="33"/>
                    <a:pt x="69" y="33"/>
                  </a:cubicBezTo>
                  <a:close/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8" name="Freeform 409">
              <a:extLst>
                <a:ext uri="{FF2B5EF4-FFF2-40B4-BE49-F238E27FC236}">
                  <a16:creationId xmlns:a16="http://schemas.microsoft.com/office/drawing/2014/main" id="{185E89B5-B8E7-4A8D-8BFF-0E989519C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124"/>
              <a:ext cx="50" cy="16"/>
            </a:xfrm>
            <a:custGeom>
              <a:avLst/>
              <a:gdLst>
                <a:gd name="T0" fmla="*/ 4895 w 20"/>
                <a:gd name="T1" fmla="*/ 661 h 6"/>
                <a:gd name="T2" fmla="*/ 0 w 20"/>
                <a:gd name="T3" fmla="*/ 2184 h 6"/>
                <a:gd name="T4" fmla="*/ 0 w 20"/>
                <a:gd name="T5" fmla="*/ 0 h 6"/>
                <a:gd name="T6" fmla="*/ 4895 w 20"/>
                <a:gd name="T7" fmla="*/ 66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20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17" y="3"/>
                    <a:pt x="20" y="2"/>
                  </a:cubicBezTo>
                  <a:close/>
                </a:path>
              </a:pathLst>
            </a:custGeom>
            <a:solidFill>
              <a:srgbClr val="7E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9" name="Freeform 410">
              <a:extLst>
                <a:ext uri="{FF2B5EF4-FFF2-40B4-BE49-F238E27FC236}">
                  <a16:creationId xmlns:a16="http://schemas.microsoft.com/office/drawing/2014/main" id="{2BC8AF9C-6975-4B43-AC04-530D73216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3100"/>
              <a:ext cx="23" cy="8"/>
            </a:xfrm>
            <a:custGeom>
              <a:avLst/>
              <a:gdLst>
                <a:gd name="T0" fmla="*/ 2520 w 9"/>
                <a:gd name="T1" fmla="*/ 397 h 3"/>
                <a:gd name="T2" fmla="*/ 0 w 9"/>
                <a:gd name="T3" fmla="*/ 1059 h 3"/>
                <a:gd name="T4" fmla="*/ 0 w 9"/>
                <a:gd name="T5" fmla="*/ 0 h 3"/>
                <a:gd name="T6" fmla="*/ 2520 w 9"/>
                <a:gd name="T7" fmla="*/ 39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">
                  <a:moveTo>
                    <a:pt x="9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2"/>
                    <a:pt x="9" y="1"/>
                  </a:cubicBezTo>
                  <a:close/>
                </a:path>
              </a:pathLst>
            </a:custGeom>
            <a:solidFill>
              <a:srgbClr val="7E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0" name="Freeform 411">
              <a:extLst>
                <a:ext uri="{FF2B5EF4-FFF2-40B4-BE49-F238E27FC236}">
                  <a16:creationId xmlns:a16="http://schemas.microsoft.com/office/drawing/2014/main" id="{CAD86008-1003-40F3-A676-C1E049437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076"/>
              <a:ext cx="30" cy="10"/>
            </a:xfrm>
            <a:custGeom>
              <a:avLst/>
              <a:gdLst>
                <a:gd name="T0" fmla="*/ 2938 w 12"/>
                <a:gd name="T1" fmla="*/ 0 h 4"/>
                <a:gd name="T2" fmla="*/ 313 w 12"/>
                <a:gd name="T3" fmla="*/ 988 h 4"/>
                <a:gd name="T4" fmla="*/ 0 w 12"/>
                <a:gd name="T5" fmla="*/ 520 h 4"/>
                <a:gd name="T6" fmla="*/ 2938 w 1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12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9" y="1"/>
                    <a:pt x="12" y="0"/>
                  </a:cubicBezTo>
                  <a:close/>
                </a:path>
              </a:pathLst>
            </a:custGeom>
            <a:solidFill>
              <a:srgbClr val="7E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1" name="Freeform 412">
              <a:extLst>
                <a:ext uri="{FF2B5EF4-FFF2-40B4-BE49-F238E27FC236}">
                  <a16:creationId xmlns:a16="http://schemas.microsoft.com/office/drawing/2014/main" id="{8A303CAB-D2BF-49CC-94C5-ED46092F8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820"/>
              <a:ext cx="370" cy="426"/>
            </a:xfrm>
            <a:custGeom>
              <a:avLst/>
              <a:gdLst>
                <a:gd name="T0" fmla="*/ 0 w 370"/>
                <a:gd name="T1" fmla="*/ 205 h 426"/>
                <a:gd name="T2" fmla="*/ 370 w 370"/>
                <a:gd name="T3" fmla="*/ 0 h 426"/>
                <a:gd name="T4" fmla="*/ 40 w 370"/>
                <a:gd name="T5" fmla="*/ 224 h 426"/>
                <a:gd name="T6" fmla="*/ 95 w 370"/>
                <a:gd name="T7" fmla="*/ 426 h 426"/>
                <a:gd name="T8" fmla="*/ 0 w 370"/>
                <a:gd name="T9" fmla="*/ 205 h 4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0" h="426">
                  <a:moveTo>
                    <a:pt x="0" y="205"/>
                  </a:moveTo>
                  <a:lnTo>
                    <a:pt x="370" y="0"/>
                  </a:lnTo>
                  <a:lnTo>
                    <a:pt x="40" y="224"/>
                  </a:lnTo>
                  <a:lnTo>
                    <a:pt x="95" y="426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2" name="Freeform 413">
              <a:extLst>
                <a:ext uri="{FF2B5EF4-FFF2-40B4-BE49-F238E27FC236}">
                  <a16:creationId xmlns:a16="http://schemas.microsoft.com/office/drawing/2014/main" id="{D6981888-DFD8-48FB-9F4F-1539214CB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820"/>
              <a:ext cx="370" cy="426"/>
            </a:xfrm>
            <a:custGeom>
              <a:avLst/>
              <a:gdLst>
                <a:gd name="T0" fmla="*/ 0 w 370"/>
                <a:gd name="T1" fmla="*/ 205 h 426"/>
                <a:gd name="T2" fmla="*/ 370 w 370"/>
                <a:gd name="T3" fmla="*/ 0 h 426"/>
                <a:gd name="T4" fmla="*/ 40 w 370"/>
                <a:gd name="T5" fmla="*/ 224 h 426"/>
                <a:gd name="T6" fmla="*/ 95 w 370"/>
                <a:gd name="T7" fmla="*/ 426 h 4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0" h="426">
                  <a:moveTo>
                    <a:pt x="0" y="205"/>
                  </a:moveTo>
                  <a:lnTo>
                    <a:pt x="370" y="0"/>
                  </a:lnTo>
                  <a:lnTo>
                    <a:pt x="40" y="224"/>
                  </a:lnTo>
                  <a:lnTo>
                    <a:pt x="95" y="4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3" name="Freeform 414">
              <a:extLst>
                <a:ext uri="{FF2B5EF4-FFF2-40B4-BE49-F238E27FC236}">
                  <a16:creationId xmlns:a16="http://schemas.microsoft.com/office/drawing/2014/main" id="{6A7F9959-E46C-4763-82D9-4EE7DCE37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841"/>
              <a:ext cx="565" cy="421"/>
            </a:xfrm>
            <a:custGeom>
              <a:avLst/>
              <a:gdLst>
                <a:gd name="T0" fmla="*/ 267 w 565"/>
                <a:gd name="T1" fmla="*/ 0 h 421"/>
                <a:gd name="T2" fmla="*/ 0 w 565"/>
                <a:gd name="T3" fmla="*/ 421 h 421"/>
                <a:gd name="T4" fmla="*/ 565 w 565"/>
                <a:gd name="T5" fmla="*/ 421 h 421"/>
                <a:gd name="T6" fmla="*/ 62 w 565"/>
                <a:gd name="T7" fmla="*/ 389 h 421"/>
                <a:gd name="T8" fmla="*/ 267 w 565"/>
                <a:gd name="T9" fmla="*/ 0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5" h="421">
                  <a:moveTo>
                    <a:pt x="267" y="0"/>
                  </a:moveTo>
                  <a:lnTo>
                    <a:pt x="0" y="421"/>
                  </a:lnTo>
                  <a:lnTo>
                    <a:pt x="565" y="421"/>
                  </a:lnTo>
                  <a:lnTo>
                    <a:pt x="62" y="389"/>
                  </a:lnTo>
                  <a:lnTo>
                    <a:pt x="26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4" name="Freeform 415">
              <a:extLst>
                <a:ext uri="{FF2B5EF4-FFF2-40B4-BE49-F238E27FC236}">
                  <a16:creationId xmlns:a16="http://schemas.microsoft.com/office/drawing/2014/main" id="{D91B9F85-3D0D-4A15-A382-742869C74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841"/>
              <a:ext cx="565" cy="421"/>
            </a:xfrm>
            <a:custGeom>
              <a:avLst/>
              <a:gdLst>
                <a:gd name="T0" fmla="*/ 267 w 565"/>
                <a:gd name="T1" fmla="*/ 0 h 421"/>
                <a:gd name="T2" fmla="*/ 0 w 565"/>
                <a:gd name="T3" fmla="*/ 421 h 421"/>
                <a:gd name="T4" fmla="*/ 565 w 565"/>
                <a:gd name="T5" fmla="*/ 421 h 421"/>
                <a:gd name="T6" fmla="*/ 62 w 565"/>
                <a:gd name="T7" fmla="*/ 389 h 4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5" h="421">
                  <a:moveTo>
                    <a:pt x="267" y="0"/>
                  </a:moveTo>
                  <a:lnTo>
                    <a:pt x="0" y="421"/>
                  </a:lnTo>
                  <a:lnTo>
                    <a:pt x="565" y="421"/>
                  </a:lnTo>
                  <a:lnTo>
                    <a:pt x="62" y="3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5" name="Freeform 416">
              <a:extLst>
                <a:ext uri="{FF2B5EF4-FFF2-40B4-BE49-F238E27FC236}">
                  <a16:creationId xmlns:a16="http://schemas.microsoft.com/office/drawing/2014/main" id="{AB57D84B-7AC5-4D7B-B5B9-43AA39980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822"/>
              <a:ext cx="373" cy="267"/>
            </a:xfrm>
            <a:custGeom>
              <a:avLst/>
              <a:gdLst>
                <a:gd name="T0" fmla="*/ 0 w 373"/>
                <a:gd name="T1" fmla="*/ 0 h 267"/>
                <a:gd name="T2" fmla="*/ 373 w 373"/>
                <a:gd name="T3" fmla="*/ 200 h 267"/>
                <a:gd name="T4" fmla="*/ 343 w 373"/>
                <a:gd name="T5" fmla="*/ 267 h 267"/>
                <a:gd name="T6" fmla="*/ 350 w 373"/>
                <a:gd name="T7" fmla="*/ 211 h 267"/>
                <a:gd name="T8" fmla="*/ 0 w 373"/>
                <a:gd name="T9" fmla="*/ 0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3" h="267">
                  <a:moveTo>
                    <a:pt x="0" y="0"/>
                  </a:moveTo>
                  <a:lnTo>
                    <a:pt x="373" y="200"/>
                  </a:lnTo>
                  <a:lnTo>
                    <a:pt x="343" y="267"/>
                  </a:lnTo>
                  <a:lnTo>
                    <a:pt x="350" y="2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6" name="Freeform 417">
              <a:extLst>
                <a:ext uri="{FF2B5EF4-FFF2-40B4-BE49-F238E27FC236}">
                  <a16:creationId xmlns:a16="http://schemas.microsoft.com/office/drawing/2014/main" id="{1AE70B07-75DE-4351-8FF7-3B1530D0A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822"/>
              <a:ext cx="373" cy="267"/>
            </a:xfrm>
            <a:custGeom>
              <a:avLst/>
              <a:gdLst>
                <a:gd name="T0" fmla="*/ 0 w 373"/>
                <a:gd name="T1" fmla="*/ 0 h 267"/>
                <a:gd name="T2" fmla="*/ 373 w 373"/>
                <a:gd name="T3" fmla="*/ 200 h 267"/>
                <a:gd name="T4" fmla="*/ 343 w 373"/>
                <a:gd name="T5" fmla="*/ 267 h 267"/>
                <a:gd name="T6" fmla="*/ 350 w 373"/>
                <a:gd name="T7" fmla="*/ 211 h 2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267">
                  <a:moveTo>
                    <a:pt x="0" y="0"/>
                  </a:moveTo>
                  <a:lnTo>
                    <a:pt x="373" y="200"/>
                  </a:lnTo>
                  <a:lnTo>
                    <a:pt x="343" y="267"/>
                  </a:lnTo>
                  <a:lnTo>
                    <a:pt x="350" y="2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7" name="Freeform 418">
              <a:extLst>
                <a:ext uri="{FF2B5EF4-FFF2-40B4-BE49-F238E27FC236}">
                  <a16:creationId xmlns:a16="http://schemas.microsoft.com/office/drawing/2014/main" id="{F68C4276-7EF1-421F-A14E-8412628BC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852"/>
              <a:ext cx="320" cy="405"/>
            </a:xfrm>
            <a:custGeom>
              <a:avLst/>
              <a:gdLst>
                <a:gd name="T0" fmla="*/ 0 w 320"/>
                <a:gd name="T1" fmla="*/ 0 h 405"/>
                <a:gd name="T2" fmla="*/ 255 w 320"/>
                <a:gd name="T3" fmla="*/ 405 h 405"/>
                <a:gd name="T4" fmla="*/ 320 w 320"/>
                <a:gd name="T5" fmla="*/ 258 h 405"/>
                <a:gd name="T6" fmla="*/ 255 w 320"/>
                <a:gd name="T7" fmla="*/ 349 h 405"/>
                <a:gd name="T8" fmla="*/ 0 w 320"/>
                <a:gd name="T9" fmla="*/ 0 h 4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0" h="405">
                  <a:moveTo>
                    <a:pt x="0" y="0"/>
                  </a:moveTo>
                  <a:lnTo>
                    <a:pt x="255" y="405"/>
                  </a:lnTo>
                  <a:lnTo>
                    <a:pt x="320" y="258"/>
                  </a:lnTo>
                  <a:lnTo>
                    <a:pt x="255" y="3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C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8" name="Freeform 419">
              <a:extLst>
                <a:ext uri="{FF2B5EF4-FFF2-40B4-BE49-F238E27FC236}">
                  <a16:creationId xmlns:a16="http://schemas.microsoft.com/office/drawing/2014/main" id="{327FF27D-2EA7-4B11-B7F7-32FD6E2E0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126"/>
              <a:ext cx="92" cy="552"/>
            </a:xfrm>
            <a:custGeom>
              <a:avLst/>
              <a:gdLst>
                <a:gd name="T0" fmla="*/ 17 w 92"/>
                <a:gd name="T1" fmla="*/ 0 h 552"/>
                <a:gd name="T2" fmla="*/ 92 w 92"/>
                <a:gd name="T3" fmla="*/ 155 h 552"/>
                <a:gd name="T4" fmla="*/ 0 w 92"/>
                <a:gd name="T5" fmla="*/ 552 h 552"/>
                <a:gd name="T6" fmla="*/ 72 w 92"/>
                <a:gd name="T7" fmla="*/ 166 h 552"/>
                <a:gd name="T8" fmla="*/ 17 w 92"/>
                <a:gd name="T9" fmla="*/ 0 h 5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552">
                  <a:moveTo>
                    <a:pt x="17" y="0"/>
                  </a:moveTo>
                  <a:lnTo>
                    <a:pt x="92" y="155"/>
                  </a:lnTo>
                  <a:lnTo>
                    <a:pt x="0" y="552"/>
                  </a:lnTo>
                  <a:lnTo>
                    <a:pt x="72" y="16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9" name="Freeform 420">
              <a:extLst>
                <a:ext uri="{FF2B5EF4-FFF2-40B4-BE49-F238E27FC236}">
                  <a16:creationId xmlns:a16="http://schemas.microsoft.com/office/drawing/2014/main" id="{DE233443-D4D9-48B8-B0DD-CD6EC73AA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126"/>
              <a:ext cx="92" cy="552"/>
            </a:xfrm>
            <a:custGeom>
              <a:avLst/>
              <a:gdLst>
                <a:gd name="T0" fmla="*/ 17 w 92"/>
                <a:gd name="T1" fmla="*/ 0 h 552"/>
                <a:gd name="T2" fmla="*/ 92 w 92"/>
                <a:gd name="T3" fmla="*/ 155 h 552"/>
                <a:gd name="T4" fmla="*/ 0 w 92"/>
                <a:gd name="T5" fmla="*/ 552 h 552"/>
                <a:gd name="T6" fmla="*/ 72 w 92"/>
                <a:gd name="T7" fmla="*/ 166 h 5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52">
                  <a:moveTo>
                    <a:pt x="17" y="0"/>
                  </a:moveTo>
                  <a:lnTo>
                    <a:pt x="92" y="155"/>
                  </a:lnTo>
                  <a:lnTo>
                    <a:pt x="0" y="552"/>
                  </a:lnTo>
                  <a:lnTo>
                    <a:pt x="72" y="1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0" name="Freeform 421">
              <a:extLst>
                <a:ext uri="{FF2B5EF4-FFF2-40B4-BE49-F238E27FC236}">
                  <a16:creationId xmlns:a16="http://schemas.microsoft.com/office/drawing/2014/main" id="{A879B418-C46C-427F-8B80-376696600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318"/>
              <a:ext cx="400" cy="707"/>
            </a:xfrm>
            <a:custGeom>
              <a:avLst/>
              <a:gdLst>
                <a:gd name="T0" fmla="*/ 0 w 400"/>
                <a:gd name="T1" fmla="*/ 432 h 707"/>
                <a:gd name="T2" fmla="*/ 107 w 400"/>
                <a:gd name="T3" fmla="*/ 0 h 707"/>
                <a:gd name="T4" fmla="*/ 25 w 400"/>
                <a:gd name="T5" fmla="*/ 422 h 707"/>
                <a:gd name="T6" fmla="*/ 400 w 400"/>
                <a:gd name="T7" fmla="*/ 707 h 707"/>
                <a:gd name="T8" fmla="*/ 0 w 400"/>
                <a:gd name="T9" fmla="*/ 432 h 7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0" h="707">
                  <a:moveTo>
                    <a:pt x="0" y="432"/>
                  </a:moveTo>
                  <a:lnTo>
                    <a:pt x="107" y="0"/>
                  </a:lnTo>
                  <a:lnTo>
                    <a:pt x="25" y="422"/>
                  </a:lnTo>
                  <a:lnTo>
                    <a:pt x="400" y="707"/>
                  </a:lnTo>
                  <a:lnTo>
                    <a:pt x="0" y="432"/>
                  </a:lnTo>
                  <a:close/>
                </a:path>
              </a:pathLst>
            </a:custGeom>
            <a:solidFill>
              <a:srgbClr val="72B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1" name="Freeform 422">
              <a:extLst>
                <a:ext uri="{FF2B5EF4-FFF2-40B4-BE49-F238E27FC236}">
                  <a16:creationId xmlns:a16="http://schemas.microsoft.com/office/drawing/2014/main" id="{7B1D086C-DA85-4C17-A822-5D5EB6342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318"/>
              <a:ext cx="400" cy="707"/>
            </a:xfrm>
            <a:custGeom>
              <a:avLst/>
              <a:gdLst>
                <a:gd name="T0" fmla="*/ 0 w 400"/>
                <a:gd name="T1" fmla="*/ 432 h 707"/>
                <a:gd name="T2" fmla="*/ 107 w 400"/>
                <a:gd name="T3" fmla="*/ 0 h 707"/>
                <a:gd name="T4" fmla="*/ 25 w 400"/>
                <a:gd name="T5" fmla="*/ 422 h 707"/>
                <a:gd name="T6" fmla="*/ 400 w 400"/>
                <a:gd name="T7" fmla="*/ 707 h 7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07">
                  <a:moveTo>
                    <a:pt x="0" y="432"/>
                  </a:moveTo>
                  <a:lnTo>
                    <a:pt x="107" y="0"/>
                  </a:lnTo>
                  <a:lnTo>
                    <a:pt x="25" y="422"/>
                  </a:lnTo>
                  <a:lnTo>
                    <a:pt x="400" y="7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2" name="Freeform 423">
              <a:extLst>
                <a:ext uri="{FF2B5EF4-FFF2-40B4-BE49-F238E27FC236}">
                  <a16:creationId xmlns:a16="http://schemas.microsoft.com/office/drawing/2014/main" id="{9DF7F5F2-2057-4C44-8261-B16A7DDB3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300"/>
              <a:ext cx="575" cy="712"/>
            </a:xfrm>
            <a:custGeom>
              <a:avLst/>
              <a:gdLst>
                <a:gd name="T0" fmla="*/ 0 w 575"/>
                <a:gd name="T1" fmla="*/ 0 h 712"/>
                <a:gd name="T2" fmla="*/ 290 w 575"/>
                <a:gd name="T3" fmla="*/ 712 h 712"/>
                <a:gd name="T4" fmla="*/ 50 w 575"/>
                <a:gd name="T5" fmla="*/ 29 h 712"/>
                <a:gd name="T6" fmla="*/ 575 w 575"/>
                <a:gd name="T7" fmla="*/ 2 h 712"/>
                <a:gd name="T8" fmla="*/ 0 w 575"/>
                <a:gd name="T9" fmla="*/ 0 h 7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5" h="712">
                  <a:moveTo>
                    <a:pt x="0" y="0"/>
                  </a:moveTo>
                  <a:lnTo>
                    <a:pt x="290" y="712"/>
                  </a:lnTo>
                  <a:lnTo>
                    <a:pt x="50" y="29"/>
                  </a:lnTo>
                  <a:lnTo>
                    <a:pt x="57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6A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3" name="Freeform 424">
              <a:extLst>
                <a:ext uri="{FF2B5EF4-FFF2-40B4-BE49-F238E27FC236}">
                  <a16:creationId xmlns:a16="http://schemas.microsoft.com/office/drawing/2014/main" id="{552B213B-BD01-4C76-ADB6-4C266A97A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300"/>
              <a:ext cx="575" cy="712"/>
            </a:xfrm>
            <a:custGeom>
              <a:avLst/>
              <a:gdLst>
                <a:gd name="T0" fmla="*/ 0 w 575"/>
                <a:gd name="T1" fmla="*/ 0 h 712"/>
                <a:gd name="T2" fmla="*/ 290 w 575"/>
                <a:gd name="T3" fmla="*/ 712 h 712"/>
                <a:gd name="T4" fmla="*/ 50 w 575"/>
                <a:gd name="T5" fmla="*/ 29 h 712"/>
                <a:gd name="T6" fmla="*/ 575 w 575"/>
                <a:gd name="T7" fmla="*/ 2 h 7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5" h="712">
                  <a:moveTo>
                    <a:pt x="0" y="0"/>
                  </a:moveTo>
                  <a:lnTo>
                    <a:pt x="290" y="712"/>
                  </a:lnTo>
                  <a:lnTo>
                    <a:pt x="50" y="29"/>
                  </a:lnTo>
                  <a:lnTo>
                    <a:pt x="575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4" name="Freeform 425">
              <a:extLst>
                <a:ext uri="{FF2B5EF4-FFF2-40B4-BE49-F238E27FC236}">
                  <a16:creationId xmlns:a16="http://schemas.microsoft.com/office/drawing/2014/main" id="{70323337-38A7-4FF6-9C01-492C06ED5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324"/>
              <a:ext cx="293" cy="698"/>
            </a:xfrm>
            <a:custGeom>
              <a:avLst/>
              <a:gdLst>
                <a:gd name="T0" fmla="*/ 283 w 293"/>
                <a:gd name="T1" fmla="*/ 0 h 698"/>
                <a:gd name="T2" fmla="*/ 0 w 293"/>
                <a:gd name="T3" fmla="*/ 698 h 698"/>
                <a:gd name="T4" fmla="*/ 293 w 293"/>
                <a:gd name="T5" fmla="*/ 504 h 698"/>
                <a:gd name="T6" fmla="*/ 48 w 293"/>
                <a:gd name="T7" fmla="*/ 645 h 698"/>
                <a:gd name="T8" fmla="*/ 283 w 293"/>
                <a:gd name="T9" fmla="*/ 0 h 6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3" h="698">
                  <a:moveTo>
                    <a:pt x="283" y="0"/>
                  </a:moveTo>
                  <a:lnTo>
                    <a:pt x="0" y="698"/>
                  </a:lnTo>
                  <a:lnTo>
                    <a:pt x="293" y="504"/>
                  </a:lnTo>
                  <a:lnTo>
                    <a:pt x="48" y="645"/>
                  </a:lnTo>
                  <a:lnTo>
                    <a:pt x="283" y="0"/>
                  </a:lnTo>
                  <a:close/>
                </a:path>
              </a:pathLst>
            </a:custGeom>
            <a:solidFill>
              <a:srgbClr val="029A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5" name="Freeform 426">
              <a:extLst>
                <a:ext uri="{FF2B5EF4-FFF2-40B4-BE49-F238E27FC236}">
                  <a16:creationId xmlns:a16="http://schemas.microsoft.com/office/drawing/2014/main" id="{8399AFEC-FF5A-40D3-A9D2-AE4CF19AE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070"/>
              <a:ext cx="100" cy="624"/>
            </a:xfrm>
            <a:custGeom>
              <a:avLst/>
              <a:gdLst>
                <a:gd name="T0" fmla="*/ 100 w 100"/>
                <a:gd name="T1" fmla="*/ 0 h 624"/>
                <a:gd name="T2" fmla="*/ 0 w 100"/>
                <a:gd name="T3" fmla="*/ 208 h 624"/>
                <a:gd name="T4" fmla="*/ 100 w 100"/>
                <a:gd name="T5" fmla="*/ 624 h 624"/>
                <a:gd name="T6" fmla="*/ 25 w 100"/>
                <a:gd name="T7" fmla="*/ 206 h 624"/>
                <a:gd name="T8" fmla="*/ 100 w 100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624">
                  <a:moveTo>
                    <a:pt x="100" y="0"/>
                  </a:moveTo>
                  <a:lnTo>
                    <a:pt x="0" y="208"/>
                  </a:lnTo>
                  <a:lnTo>
                    <a:pt x="100" y="624"/>
                  </a:lnTo>
                  <a:lnTo>
                    <a:pt x="25" y="206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29A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6" name="Freeform 427">
              <a:extLst>
                <a:ext uri="{FF2B5EF4-FFF2-40B4-BE49-F238E27FC236}">
                  <a16:creationId xmlns:a16="http://schemas.microsoft.com/office/drawing/2014/main" id="{FCA18221-4162-455A-A022-8A497EB93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070"/>
              <a:ext cx="100" cy="624"/>
            </a:xfrm>
            <a:custGeom>
              <a:avLst/>
              <a:gdLst>
                <a:gd name="T0" fmla="*/ 100 w 100"/>
                <a:gd name="T1" fmla="*/ 0 h 624"/>
                <a:gd name="T2" fmla="*/ 0 w 100"/>
                <a:gd name="T3" fmla="*/ 208 h 624"/>
                <a:gd name="T4" fmla="*/ 100 w 100"/>
                <a:gd name="T5" fmla="*/ 624 h 624"/>
                <a:gd name="T6" fmla="*/ 25 w 100"/>
                <a:gd name="T7" fmla="*/ 206 h 6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624">
                  <a:moveTo>
                    <a:pt x="100" y="0"/>
                  </a:moveTo>
                  <a:lnTo>
                    <a:pt x="0" y="208"/>
                  </a:lnTo>
                  <a:lnTo>
                    <a:pt x="100" y="624"/>
                  </a:lnTo>
                  <a:lnTo>
                    <a:pt x="25" y="2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7" name="Freeform 428">
              <a:extLst>
                <a:ext uri="{FF2B5EF4-FFF2-40B4-BE49-F238E27FC236}">
                  <a16:creationId xmlns:a16="http://schemas.microsoft.com/office/drawing/2014/main" id="{2891CB40-462E-4FEB-8077-F63D3EF94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353"/>
              <a:ext cx="103" cy="445"/>
            </a:xfrm>
            <a:custGeom>
              <a:avLst/>
              <a:gdLst>
                <a:gd name="T0" fmla="*/ 40 w 103"/>
                <a:gd name="T1" fmla="*/ 445 h 445"/>
                <a:gd name="T2" fmla="*/ 103 w 103"/>
                <a:gd name="T3" fmla="*/ 408 h 445"/>
                <a:gd name="T4" fmla="*/ 0 w 103"/>
                <a:gd name="T5" fmla="*/ 0 h 445"/>
                <a:gd name="T6" fmla="*/ 88 w 103"/>
                <a:gd name="T7" fmla="*/ 397 h 445"/>
                <a:gd name="T8" fmla="*/ 40 w 103"/>
                <a:gd name="T9" fmla="*/ 445 h 4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45">
                  <a:moveTo>
                    <a:pt x="40" y="445"/>
                  </a:moveTo>
                  <a:lnTo>
                    <a:pt x="103" y="408"/>
                  </a:lnTo>
                  <a:lnTo>
                    <a:pt x="0" y="0"/>
                  </a:lnTo>
                  <a:lnTo>
                    <a:pt x="88" y="397"/>
                  </a:lnTo>
                  <a:lnTo>
                    <a:pt x="40" y="445"/>
                  </a:lnTo>
                  <a:close/>
                </a:path>
              </a:pathLst>
            </a:custGeom>
            <a:solidFill>
              <a:srgbClr val="DFEB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8" name="Freeform 429">
              <a:extLst>
                <a:ext uri="{FF2B5EF4-FFF2-40B4-BE49-F238E27FC236}">
                  <a16:creationId xmlns:a16="http://schemas.microsoft.com/office/drawing/2014/main" id="{79D42EA5-85C9-41AC-8F14-EDAFCFA03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321"/>
              <a:ext cx="270" cy="667"/>
            </a:xfrm>
            <a:custGeom>
              <a:avLst/>
              <a:gdLst>
                <a:gd name="T0" fmla="*/ 0 w 108"/>
                <a:gd name="T1" fmla="*/ 90189 h 250"/>
                <a:gd name="T2" fmla="*/ 26375 w 108"/>
                <a:gd name="T3" fmla="*/ 0 h 250"/>
                <a:gd name="T4" fmla="*/ 0 w 108"/>
                <a:gd name="T5" fmla="*/ 90189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50">
                  <a:moveTo>
                    <a:pt x="0" y="250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92" y="18"/>
                    <a:pt x="5" y="218"/>
                    <a:pt x="0" y="250"/>
                  </a:cubicBezTo>
                  <a:close/>
                </a:path>
              </a:pathLst>
            </a:custGeom>
            <a:solidFill>
              <a:srgbClr val="EA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9" name="Freeform 430">
              <a:extLst>
                <a:ext uri="{FF2B5EF4-FFF2-40B4-BE49-F238E27FC236}">
                  <a16:creationId xmlns:a16="http://schemas.microsoft.com/office/drawing/2014/main" id="{59BAEBC0-104D-4F98-8AD6-D25187121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366"/>
              <a:ext cx="255" cy="622"/>
            </a:xfrm>
            <a:custGeom>
              <a:avLst/>
              <a:gdLst>
                <a:gd name="T0" fmla="*/ 0 w 102"/>
                <a:gd name="T1" fmla="*/ 0 h 233"/>
                <a:gd name="T2" fmla="*/ 24925 w 102"/>
                <a:gd name="T3" fmla="*/ 84298 h 233"/>
                <a:gd name="T4" fmla="*/ 0 w 102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33">
                  <a:moveTo>
                    <a:pt x="0" y="0"/>
                  </a:moveTo>
                  <a:cubicBezTo>
                    <a:pt x="102" y="233"/>
                    <a:pt x="102" y="233"/>
                    <a:pt x="102" y="233"/>
                  </a:cubicBezTo>
                  <a:cubicBezTo>
                    <a:pt x="88" y="214"/>
                    <a:pt x="10" y="4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0" name="Freeform 431">
              <a:extLst>
                <a:ext uri="{FF2B5EF4-FFF2-40B4-BE49-F238E27FC236}">
                  <a16:creationId xmlns:a16="http://schemas.microsoft.com/office/drawing/2014/main" id="{F0F5E1FF-BFF6-486E-AA7A-5FC0248D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870"/>
              <a:ext cx="283" cy="227"/>
            </a:xfrm>
            <a:custGeom>
              <a:avLst/>
              <a:gdLst>
                <a:gd name="T0" fmla="*/ 6692 w 113"/>
                <a:gd name="T1" fmla="*/ 401 h 85"/>
                <a:gd name="T2" fmla="*/ 5437 w 113"/>
                <a:gd name="T3" fmla="*/ 0 h 85"/>
                <a:gd name="T4" fmla="*/ 4448 w 113"/>
                <a:gd name="T5" fmla="*/ 1071 h 85"/>
                <a:gd name="T6" fmla="*/ 0 w 113"/>
                <a:gd name="T7" fmla="*/ 14798 h 85"/>
                <a:gd name="T8" fmla="*/ 2484 w 113"/>
                <a:gd name="T9" fmla="*/ 16283 h 85"/>
                <a:gd name="T10" fmla="*/ 6221 w 113"/>
                <a:gd name="T11" fmla="*/ 5448 h 85"/>
                <a:gd name="T12" fmla="*/ 23952 w 113"/>
                <a:gd name="T13" fmla="*/ 28228 h 85"/>
                <a:gd name="T14" fmla="*/ 27899 w 113"/>
                <a:gd name="T15" fmla="*/ 30819 h 85"/>
                <a:gd name="T16" fmla="*/ 27899 w 113"/>
                <a:gd name="T17" fmla="*/ 28228 h 85"/>
                <a:gd name="T18" fmla="*/ 6692 w 113"/>
                <a:gd name="T19" fmla="*/ 401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85">
                  <a:moveTo>
                    <a:pt x="27" y="1"/>
                  </a:moveTo>
                  <a:cubicBezTo>
                    <a:pt x="26" y="0"/>
                    <a:pt x="24" y="0"/>
                    <a:pt x="22" y="0"/>
                  </a:cubicBezTo>
                  <a:cubicBezTo>
                    <a:pt x="21" y="0"/>
                    <a:pt x="19" y="2"/>
                    <a:pt x="18" y="3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8" y="30"/>
                    <a:pt x="24" y="19"/>
                    <a:pt x="25" y="15"/>
                  </a:cubicBezTo>
                  <a:cubicBezTo>
                    <a:pt x="33" y="21"/>
                    <a:pt x="75" y="59"/>
                    <a:pt x="97" y="78"/>
                  </a:cubicBezTo>
                  <a:cubicBezTo>
                    <a:pt x="113" y="85"/>
                    <a:pt x="113" y="85"/>
                    <a:pt x="113" y="85"/>
                  </a:cubicBezTo>
                  <a:cubicBezTo>
                    <a:pt x="113" y="78"/>
                    <a:pt x="113" y="78"/>
                    <a:pt x="113" y="78"/>
                  </a:cubicBezTo>
                  <a:lnTo>
                    <a:pt x="27" y="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1" name="Freeform 432">
              <a:extLst>
                <a:ext uri="{FF2B5EF4-FFF2-40B4-BE49-F238E27FC236}">
                  <a16:creationId xmlns:a16="http://schemas.microsoft.com/office/drawing/2014/main" id="{04829FF5-850D-4A06-A924-8CEF381EE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3068"/>
              <a:ext cx="107" cy="184"/>
            </a:xfrm>
            <a:custGeom>
              <a:avLst/>
              <a:gdLst>
                <a:gd name="T0" fmla="*/ 465 w 43"/>
                <a:gd name="T1" fmla="*/ 21597 h 69"/>
                <a:gd name="T2" fmla="*/ 953 w 43"/>
                <a:gd name="T3" fmla="*/ 24120 h 69"/>
                <a:gd name="T4" fmla="*/ 2879 w 43"/>
                <a:gd name="T5" fmla="*/ 23304 h 69"/>
                <a:gd name="T6" fmla="*/ 10197 w 43"/>
                <a:gd name="T7" fmla="*/ 661 h 69"/>
                <a:gd name="T8" fmla="*/ 7629 w 43"/>
                <a:gd name="T9" fmla="*/ 0 h 69"/>
                <a:gd name="T10" fmla="*/ 465 w 43"/>
                <a:gd name="T11" fmla="*/ 21597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9">
                  <a:moveTo>
                    <a:pt x="2" y="60"/>
                  </a:moveTo>
                  <a:cubicBezTo>
                    <a:pt x="0" y="62"/>
                    <a:pt x="2" y="66"/>
                    <a:pt x="4" y="67"/>
                  </a:cubicBezTo>
                  <a:cubicBezTo>
                    <a:pt x="7" y="69"/>
                    <a:pt x="11" y="68"/>
                    <a:pt x="12" y="65"/>
                  </a:cubicBezTo>
                  <a:cubicBezTo>
                    <a:pt x="12" y="65"/>
                    <a:pt x="28" y="33"/>
                    <a:pt x="43" y="2"/>
                  </a:cubicBezTo>
                  <a:cubicBezTo>
                    <a:pt x="39" y="1"/>
                    <a:pt x="35" y="0"/>
                    <a:pt x="32" y="0"/>
                  </a:cubicBezTo>
                  <a:lnTo>
                    <a:pt x="2" y="6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2" name="Freeform 433">
              <a:extLst>
                <a:ext uri="{FF2B5EF4-FFF2-40B4-BE49-F238E27FC236}">
                  <a16:creationId xmlns:a16="http://schemas.microsoft.com/office/drawing/2014/main" id="{5513763D-292B-44BE-AF21-79E7A743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006"/>
              <a:ext cx="43" cy="40"/>
            </a:xfrm>
            <a:custGeom>
              <a:avLst/>
              <a:gdLst>
                <a:gd name="T0" fmla="*/ 0 w 17"/>
                <a:gd name="T1" fmla="*/ 4301 h 15"/>
                <a:gd name="T2" fmla="*/ 3109 w 17"/>
                <a:gd name="T3" fmla="*/ 5405 h 15"/>
                <a:gd name="T4" fmla="*/ 4467 w 17"/>
                <a:gd name="T5" fmla="*/ 1459 h 15"/>
                <a:gd name="T6" fmla="*/ 1556 w 17"/>
                <a:gd name="T7" fmla="*/ 0 h 15"/>
                <a:gd name="T8" fmla="*/ 0 w 17"/>
                <a:gd name="T9" fmla="*/ 430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12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4" y="11"/>
                    <a:pt x="15" y="8"/>
                    <a:pt x="17" y="4"/>
                  </a:cubicBezTo>
                  <a:cubicBezTo>
                    <a:pt x="13" y="3"/>
                    <a:pt x="10" y="1"/>
                    <a:pt x="6" y="0"/>
                  </a:cubicBezTo>
                  <a:lnTo>
                    <a:pt x="0" y="1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3" name="Freeform 434">
              <a:extLst>
                <a:ext uri="{FF2B5EF4-FFF2-40B4-BE49-F238E27FC236}">
                  <a16:creationId xmlns:a16="http://schemas.microsoft.com/office/drawing/2014/main" id="{D928FC61-7176-4C21-8D50-123E212A0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782"/>
              <a:ext cx="438" cy="496"/>
            </a:xfrm>
            <a:custGeom>
              <a:avLst/>
              <a:gdLst>
                <a:gd name="T0" fmla="*/ 438 w 438"/>
                <a:gd name="T1" fmla="*/ 0 h 496"/>
                <a:gd name="T2" fmla="*/ 123 w 438"/>
                <a:gd name="T3" fmla="*/ 496 h 496"/>
                <a:gd name="T4" fmla="*/ 0 w 438"/>
                <a:gd name="T5" fmla="*/ 235 h 496"/>
                <a:gd name="T6" fmla="*/ 438 w 438"/>
                <a:gd name="T7" fmla="*/ 0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496">
                  <a:moveTo>
                    <a:pt x="438" y="0"/>
                  </a:moveTo>
                  <a:lnTo>
                    <a:pt x="123" y="496"/>
                  </a:lnTo>
                  <a:lnTo>
                    <a:pt x="0" y="235"/>
                  </a:lnTo>
                  <a:lnTo>
                    <a:pt x="438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4" name="Freeform 435">
              <a:extLst>
                <a:ext uri="{FF2B5EF4-FFF2-40B4-BE49-F238E27FC236}">
                  <a16:creationId xmlns:a16="http://schemas.microsoft.com/office/drawing/2014/main" id="{CC8D0F16-2C1D-4F42-8F4D-6C884EE07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017"/>
              <a:ext cx="123" cy="749"/>
            </a:xfrm>
            <a:custGeom>
              <a:avLst/>
              <a:gdLst>
                <a:gd name="T0" fmla="*/ 0 w 123"/>
                <a:gd name="T1" fmla="*/ 749 h 749"/>
                <a:gd name="T2" fmla="*/ 0 w 123"/>
                <a:gd name="T3" fmla="*/ 0 h 749"/>
                <a:gd name="T4" fmla="*/ 123 w 123"/>
                <a:gd name="T5" fmla="*/ 261 h 749"/>
                <a:gd name="T6" fmla="*/ 0 w 123"/>
                <a:gd name="T7" fmla="*/ 749 h 7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749">
                  <a:moveTo>
                    <a:pt x="0" y="749"/>
                  </a:moveTo>
                  <a:lnTo>
                    <a:pt x="0" y="0"/>
                  </a:lnTo>
                  <a:lnTo>
                    <a:pt x="123" y="261"/>
                  </a:lnTo>
                  <a:lnTo>
                    <a:pt x="0" y="749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5" name="Freeform 436">
              <a:extLst>
                <a:ext uri="{FF2B5EF4-FFF2-40B4-BE49-F238E27FC236}">
                  <a16:creationId xmlns:a16="http://schemas.microsoft.com/office/drawing/2014/main" id="{DFFEEE5B-7FA1-4478-A9F5-D3B29B6FE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278"/>
              <a:ext cx="435" cy="779"/>
            </a:xfrm>
            <a:custGeom>
              <a:avLst/>
              <a:gdLst>
                <a:gd name="T0" fmla="*/ 120 w 435"/>
                <a:gd name="T1" fmla="*/ 0 h 779"/>
                <a:gd name="T2" fmla="*/ 120 w 435"/>
                <a:gd name="T3" fmla="*/ 0 h 779"/>
                <a:gd name="T4" fmla="*/ 0 w 435"/>
                <a:gd name="T5" fmla="*/ 486 h 779"/>
                <a:gd name="T6" fmla="*/ 0 w 435"/>
                <a:gd name="T7" fmla="*/ 488 h 779"/>
                <a:gd name="T8" fmla="*/ 435 w 435"/>
                <a:gd name="T9" fmla="*/ 779 h 779"/>
                <a:gd name="T10" fmla="*/ 120 w 435"/>
                <a:gd name="T11" fmla="*/ 0 h 7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5" h="779">
                  <a:moveTo>
                    <a:pt x="120" y="0"/>
                  </a:moveTo>
                  <a:lnTo>
                    <a:pt x="120" y="0"/>
                  </a:lnTo>
                  <a:lnTo>
                    <a:pt x="0" y="486"/>
                  </a:lnTo>
                  <a:lnTo>
                    <a:pt x="0" y="488"/>
                  </a:lnTo>
                  <a:lnTo>
                    <a:pt x="435" y="779"/>
                  </a:lnTo>
                  <a:lnTo>
                    <a:pt x="12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6" name="Freeform 437">
              <a:extLst>
                <a:ext uri="{FF2B5EF4-FFF2-40B4-BE49-F238E27FC236}">
                  <a16:creationId xmlns:a16="http://schemas.microsoft.com/office/drawing/2014/main" id="{BF43B101-0D31-4E02-984E-05E664F94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782"/>
              <a:ext cx="437" cy="496"/>
            </a:xfrm>
            <a:custGeom>
              <a:avLst/>
              <a:gdLst>
                <a:gd name="T0" fmla="*/ 0 w 437"/>
                <a:gd name="T1" fmla="*/ 0 h 496"/>
                <a:gd name="T2" fmla="*/ 315 w 437"/>
                <a:gd name="T3" fmla="*/ 496 h 496"/>
                <a:gd name="T4" fmla="*/ 437 w 437"/>
                <a:gd name="T5" fmla="*/ 235 h 496"/>
                <a:gd name="T6" fmla="*/ 0 w 437"/>
                <a:gd name="T7" fmla="*/ 0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7" h="496">
                  <a:moveTo>
                    <a:pt x="0" y="0"/>
                  </a:moveTo>
                  <a:lnTo>
                    <a:pt x="315" y="496"/>
                  </a:lnTo>
                  <a:lnTo>
                    <a:pt x="437" y="23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7" name="Freeform 438">
              <a:extLst>
                <a:ext uri="{FF2B5EF4-FFF2-40B4-BE49-F238E27FC236}">
                  <a16:creationId xmlns:a16="http://schemas.microsoft.com/office/drawing/2014/main" id="{61BA2FBC-42DB-42F6-BAAD-BAE32C716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782"/>
              <a:ext cx="630" cy="496"/>
            </a:xfrm>
            <a:custGeom>
              <a:avLst/>
              <a:gdLst>
                <a:gd name="T0" fmla="*/ 315 w 630"/>
                <a:gd name="T1" fmla="*/ 0 h 496"/>
                <a:gd name="T2" fmla="*/ 315 w 630"/>
                <a:gd name="T3" fmla="*/ 0 h 496"/>
                <a:gd name="T4" fmla="*/ 315 w 630"/>
                <a:gd name="T5" fmla="*/ 0 h 496"/>
                <a:gd name="T6" fmla="*/ 315 w 630"/>
                <a:gd name="T7" fmla="*/ 0 h 496"/>
                <a:gd name="T8" fmla="*/ 315 w 630"/>
                <a:gd name="T9" fmla="*/ 0 h 496"/>
                <a:gd name="T10" fmla="*/ 0 w 630"/>
                <a:gd name="T11" fmla="*/ 496 h 496"/>
                <a:gd name="T12" fmla="*/ 630 w 630"/>
                <a:gd name="T13" fmla="*/ 496 h 496"/>
                <a:gd name="T14" fmla="*/ 315 w 630"/>
                <a:gd name="T15" fmla="*/ 0 h 4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496">
                  <a:moveTo>
                    <a:pt x="315" y="0"/>
                  </a:moveTo>
                  <a:lnTo>
                    <a:pt x="315" y="0"/>
                  </a:lnTo>
                  <a:lnTo>
                    <a:pt x="0" y="496"/>
                  </a:lnTo>
                  <a:lnTo>
                    <a:pt x="630" y="496"/>
                  </a:lnTo>
                  <a:lnTo>
                    <a:pt x="315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8" name="Freeform 439">
              <a:extLst>
                <a:ext uri="{FF2B5EF4-FFF2-40B4-BE49-F238E27FC236}">
                  <a16:creationId xmlns:a16="http://schemas.microsoft.com/office/drawing/2014/main" id="{F24BEDB1-6C83-44E5-B392-8AECBB6CB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278"/>
              <a:ext cx="630" cy="779"/>
            </a:xfrm>
            <a:custGeom>
              <a:avLst/>
              <a:gdLst>
                <a:gd name="T0" fmla="*/ 315 w 630"/>
                <a:gd name="T1" fmla="*/ 779 h 779"/>
                <a:gd name="T2" fmla="*/ 630 w 630"/>
                <a:gd name="T3" fmla="*/ 0 h 779"/>
                <a:gd name="T4" fmla="*/ 0 w 630"/>
                <a:gd name="T5" fmla="*/ 0 h 779"/>
                <a:gd name="T6" fmla="*/ 315 w 630"/>
                <a:gd name="T7" fmla="*/ 779 h 779"/>
                <a:gd name="T8" fmla="*/ 315 w 630"/>
                <a:gd name="T9" fmla="*/ 779 h 779"/>
                <a:gd name="T10" fmla="*/ 315 w 630"/>
                <a:gd name="T11" fmla="*/ 779 h 779"/>
                <a:gd name="T12" fmla="*/ 315 w 630"/>
                <a:gd name="T13" fmla="*/ 779 h 779"/>
                <a:gd name="T14" fmla="*/ 315 w 630"/>
                <a:gd name="T15" fmla="*/ 779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779">
                  <a:moveTo>
                    <a:pt x="315" y="779"/>
                  </a:moveTo>
                  <a:lnTo>
                    <a:pt x="630" y="0"/>
                  </a:lnTo>
                  <a:lnTo>
                    <a:pt x="0" y="0"/>
                  </a:lnTo>
                  <a:lnTo>
                    <a:pt x="315" y="779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9" name="Freeform 440">
              <a:extLst>
                <a:ext uri="{FF2B5EF4-FFF2-40B4-BE49-F238E27FC236}">
                  <a16:creationId xmlns:a16="http://schemas.microsoft.com/office/drawing/2014/main" id="{69514B91-ED21-4D46-8A80-624D8466F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017"/>
              <a:ext cx="122" cy="749"/>
            </a:xfrm>
            <a:custGeom>
              <a:avLst/>
              <a:gdLst>
                <a:gd name="T0" fmla="*/ 122 w 122"/>
                <a:gd name="T1" fmla="*/ 749 h 749"/>
                <a:gd name="T2" fmla="*/ 122 w 122"/>
                <a:gd name="T3" fmla="*/ 0 h 749"/>
                <a:gd name="T4" fmla="*/ 0 w 122"/>
                <a:gd name="T5" fmla="*/ 261 h 749"/>
                <a:gd name="T6" fmla="*/ 122 w 122"/>
                <a:gd name="T7" fmla="*/ 749 h 7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749">
                  <a:moveTo>
                    <a:pt x="122" y="749"/>
                  </a:moveTo>
                  <a:lnTo>
                    <a:pt x="122" y="0"/>
                  </a:lnTo>
                  <a:lnTo>
                    <a:pt x="0" y="261"/>
                  </a:lnTo>
                  <a:lnTo>
                    <a:pt x="122" y="749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0" name="Freeform 441">
              <a:extLst>
                <a:ext uri="{FF2B5EF4-FFF2-40B4-BE49-F238E27FC236}">
                  <a16:creationId xmlns:a16="http://schemas.microsoft.com/office/drawing/2014/main" id="{493D2ED4-4BFF-4681-AAFF-C921A4C62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278"/>
              <a:ext cx="437" cy="779"/>
            </a:xfrm>
            <a:custGeom>
              <a:avLst/>
              <a:gdLst>
                <a:gd name="T0" fmla="*/ 315 w 437"/>
                <a:gd name="T1" fmla="*/ 0 h 779"/>
                <a:gd name="T2" fmla="*/ 315 w 437"/>
                <a:gd name="T3" fmla="*/ 0 h 779"/>
                <a:gd name="T4" fmla="*/ 437 w 437"/>
                <a:gd name="T5" fmla="*/ 486 h 779"/>
                <a:gd name="T6" fmla="*/ 437 w 437"/>
                <a:gd name="T7" fmla="*/ 488 h 779"/>
                <a:gd name="T8" fmla="*/ 0 w 437"/>
                <a:gd name="T9" fmla="*/ 779 h 779"/>
                <a:gd name="T10" fmla="*/ 315 w 437"/>
                <a:gd name="T11" fmla="*/ 0 h 7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7" h="779">
                  <a:moveTo>
                    <a:pt x="315" y="0"/>
                  </a:moveTo>
                  <a:lnTo>
                    <a:pt x="315" y="0"/>
                  </a:lnTo>
                  <a:lnTo>
                    <a:pt x="437" y="486"/>
                  </a:lnTo>
                  <a:lnTo>
                    <a:pt x="437" y="488"/>
                  </a:lnTo>
                  <a:lnTo>
                    <a:pt x="0" y="779"/>
                  </a:lnTo>
                  <a:lnTo>
                    <a:pt x="315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1" name="Freeform 442">
              <a:extLst>
                <a:ext uri="{FF2B5EF4-FFF2-40B4-BE49-F238E27FC236}">
                  <a16:creationId xmlns:a16="http://schemas.microsoft.com/office/drawing/2014/main" id="{A274BCE8-D846-4B14-BD92-EDCAF1DE8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009"/>
              <a:ext cx="280" cy="64"/>
            </a:xfrm>
            <a:custGeom>
              <a:avLst/>
              <a:gdLst>
                <a:gd name="T0" fmla="*/ 20520 w 112"/>
                <a:gd name="T1" fmla="*/ 0 h 24"/>
                <a:gd name="T2" fmla="*/ 13675 w 112"/>
                <a:gd name="T3" fmla="*/ 6464 h 24"/>
                <a:gd name="T4" fmla="*/ 13675 w 112"/>
                <a:gd name="T5" fmla="*/ 6464 h 24"/>
                <a:gd name="T6" fmla="*/ 13675 w 112"/>
                <a:gd name="T7" fmla="*/ 6464 h 24"/>
                <a:gd name="T8" fmla="*/ 13675 w 112"/>
                <a:gd name="T9" fmla="*/ 6464 h 24"/>
                <a:gd name="T10" fmla="*/ 13675 w 112"/>
                <a:gd name="T11" fmla="*/ 6464 h 24"/>
                <a:gd name="T12" fmla="*/ 13675 w 112"/>
                <a:gd name="T13" fmla="*/ 6464 h 24"/>
                <a:gd name="T14" fmla="*/ 13675 w 112"/>
                <a:gd name="T15" fmla="*/ 6464 h 24"/>
                <a:gd name="T16" fmla="*/ 13675 w 112"/>
                <a:gd name="T17" fmla="*/ 6464 h 24"/>
                <a:gd name="T18" fmla="*/ 13675 w 112"/>
                <a:gd name="T19" fmla="*/ 6464 h 24"/>
                <a:gd name="T20" fmla="*/ 13675 w 112"/>
                <a:gd name="T21" fmla="*/ 6464 h 24"/>
                <a:gd name="T22" fmla="*/ 13675 w 112"/>
                <a:gd name="T23" fmla="*/ 6464 h 24"/>
                <a:gd name="T24" fmla="*/ 13675 w 112"/>
                <a:gd name="T25" fmla="*/ 6464 h 24"/>
                <a:gd name="T26" fmla="*/ 13675 w 112"/>
                <a:gd name="T27" fmla="*/ 6464 h 24"/>
                <a:gd name="T28" fmla="*/ 6845 w 112"/>
                <a:gd name="T29" fmla="*/ 0 h 24"/>
                <a:gd name="T30" fmla="*/ 0 w 112"/>
                <a:gd name="T31" fmla="*/ 4301 h 24"/>
                <a:gd name="T32" fmla="*/ 13675 w 112"/>
                <a:gd name="T33" fmla="*/ 8648 h 24"/>
                <a:gd name="T34" fmla="*/ 27345 w 112"/>
                <a:gd name="T35" fmla="*/ 4301 h 24"/>
                <a:gd name="T36" fmla="*/ 20520 w 112"/>
                <a:gd name="T37" fmla="*/ 0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2" h="24">
                  <a:moveTo>
                    <a:pt x="84" y="0"/>
                  </a:move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12" y="3"/>
                    <a:pt x="0" y="7"/>
                    <a:pt x="0" y="12"/>
                  </a:cubicBezTo>
                  <a:cubicBezTo>
                    <a:pt x="0" y="19"/>
                    <a:pt x="25" y="24"/>
                    <a:pt x="56" y="24"/>
                  </a:cubicBezTo>
                  <a:cubicBezTo>
                    <a:pt x="87" y="24"/>
                    <a:pt x="112" y="19"/>
                    <a:pt x="112" y="12"/>
                  </a:cubicBezTo>
                  <a:cubicBezTo>
                    <a:pt x="112" y="7"/>
                    <a:pt x="101" y="3"/>
                    <a:pt x="8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2" name="Freeform 443">
              <a:extLst>
                <a:ext uri="{FF2B5EF4-FFF2-40B4-BE49-F238E27FC236}">
                  <a16:creationId xmlns:a16="http://schemas.microsoft.com/office/drawing/2014/main" id="{A5C846B3-4A48-4A58-B515-DDAF8B485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041"/>
              <a:ext cx="280" cy="72"/>
            </a:xfrm>
            <a:custGeom>
              <a:avLst/>
              <a:gdLst>
                <a:gd name="T0" fmla="*/ 27345 w 112"/>
                <a:gd name="T1" fmla="*/ 5005 h 27"/>
                <a:gd name="T2" fmla="*/ 13675 w 112"/>
                <a:gd name="T3" fmla="*/ 9707 h 27"/>
                <a:gd name="T4" fmla="*/ 0 w 112"/>
                <a:gd name="T5" fmla="*/ 5005 h 27"/>
                <a:gd name="T6" fmla="*/ 0 w 112"/>
                <a:gd name="T7" fmla="*/ 0 h 27"/>
                <a:gd name="T8" fmla="*/ 13675 w 112"/>
                <a:gd name="T9" fmla="*/ 4301 h 27"/>
                <a:gd name="T10" fmla="*/ 27345 w 112"/>
                <a:gd name="T11" fmla="*/ 0 h 27"/>
                <a:gd name="T12" fmla="*/ 27345 w 112"/>
                <a:gd name="T13" fmla="*/ 500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27">
                  <a:moveTo>
                    <a:pt x="112" y="14"/>
                  </a:moveTo>
                  <a:cubicBezTo>
                    <a:pt x="112" y="21"/>
                    <a:pt x="87" y="27"/>
                    <a:pt x="56" y="27"/>
                  </a:cubicBezTo>
                  <a:cubicBezTo>
                    <a:pt x="25" y="27"/>
                    <a:pt x="0" y="21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25" y="12"/>
                    <a:pt x="56" y="12"/>
                  </a:cubicBezTo>
                  <a:cubicBezTo>
                    <a:pt x="87" y="12"/>
                    <a:pt x="112" y="7"/>
                    <a:pt x="112" y="0"/>
                  </a:cubicBezTo>
                  <a:lnTo>
                    <a:pt x="112" y="1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3" name="Freeform 444">
              <a:extLst>
                <a:ext uri="{FF2B5EF4-FFF2-40B4-BE49-F238E27FC236}">
                  <a16:creationId xmlns:a16="http://schemas.microsoft.com/office/drawing/2014/main" id="{481D76EE-EE4D-49AF-A83C-ED4D41272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100"/>
              <a:ext cx="242" cy="45"/>
            </a:xfrm>
            <a:custGeom>
              <a:avLst/>
              <a:gdLst>
                <a:gd name="T0" fmla="*/ 21927 w 97"/>
                <a:gd name="T1" fmla="*/ 0 h 17"/>
                <a:gd name="T2" fmla="*/ 11584 w 97"/>
                <a:gd name="T3" fmla="*/ 1668 h 17"/>
                <a:gd name="T4" fmla="*/ 1432 w 97"/>
                <a:gd name="T5" fmla="*/ 0 h 17"/>
                <a:gd name="T6" fmla="*/ 0 w 97"/>
                <a:gd name="T7" fmla="*/ 1668 h 17"/>
                <a:gd name="T8" fmla="*/ 11584 w 97"/>
                <a:gd name="T9" fmla="*/ 5845 h 17"/>
                <a:gd name="T10" fmla="*/ 23404 w 97"/>
                <a:gd name="T11" fmla="*/ 1668 h 17"/>
                <a:gd name="T12" fmla="*/ 21927 w 97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17">
                  <a:moveTo>
                    <a:pt x="91" y="0"/>
                  </a:moveTo>
                  <a:cubicBezTo>
                    <a:pt x="80" y="3"/>
                    <a:pt x="65" y="5"/>
                    <a:pt x="48" y="5"/>
                  </a:cubicBezTo>
                  <a:cubicBezTo>
                    <a:pt x="31" y="5"/>
                    <a:pt x="16" y="3"/>
                    <a:pt x="6" y="0"/>
                  </a:cubicBezTo>
                  <a:cubicBezTo>
                    <a:pt x="2" y="2"/>
                    <a:pt x="0" y="3"/>
                    <a:pt x="0" y="5"/>
                  </a:cubicBezTo>
                  <a:cubicBezTo>
                    <a:pt x="0" y="12"/>
                    <a:pt x="21" y="17"/>
                    <a:pt x="48" y="17"/>
                  </a:cubicBezTo>
                  <a:cubicBezTo>
                    <a:pt x="75" y="17"/>
                    <a:pt x="97" y="12"/>
                    <a:pt x="97" y="5"/>
                  </a:cubicBezTo>
                  <a:cubicBezTo>
                    <a:pt x="97" y="3"/>
                    <a:pt x="94" y="2"/>
                    <a:pt x="9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4" name="Freeform 445">
              <a:extLst>
                <a:ext uri="{FF2B5EF4-FFF2-40B4-BE49-F238E27FC236}">
                  <a16:creationId xmlns:a16="http://schemas.microsoft.com/office/drawing/2014/main" id="{F9A90456-926D-400B-81B0-47C9F0715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113"/>
              <a:ext cx="242" cy="109"/>
            </a:xfrm>
            <a:custGeom>
              <a:avLst/>
              <a:gdLst>
                <a:gd name="T0" fmla="*/ 0 w 97"/>
                <a:gd name="T1" fmla="*/ 10637 h 41"/>
                <a:gd name="T2" fmla="*/ 11584 w 97"/>
                <a:gd name="T3" fmla="*/ 14489 h 41"/>
                <a:gd name="T4" fmla="*/ 23404 w 97"/>
                <a:gd name="T5" fmla="*/ 10637 h 41"/>
                <a:gd name="T6" fmla="*/ 23404 w 97"/>
                <a:gd name="T7" fmla="*/ 0 h 41"/>
                <a:gd name="T8" fmla="*/ 11584 w 97"/>
                <a:gd name="T9" fmla="*/ 4248 h 41"/>
                <a:gd name="T10" fmla="*/ 0 w 97"/>
                <a:gd name="T11" fmla="*/ 0 h 41"/>
                <a:gd name="T12" fmla="*/ 0 w 97"/>
                <a:gd name="T13" fmla="*/ 10637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41">
                  <a:moveTo>
                    <a:pt x="0" y="30"/>
                  </a:moveTo>
                  <a:cubicBezTo>
                    <a:pt x="0" y="36"/>
                    <a:pt x="21" y="41"/>
                    <a:pt x="48" y="41"/>
                  </a:cubicBezTo>
                  <a:cubicBezTo>
                    <a:pt x="75" y="41"/>
                    <a:pt x="97" y="36"/>
                    <a:pt x="97" y="3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7" y="7"/>
                    <a:pt x="75" y="12"/>
                    <a:pt x="48" y="12"/>
                  </a:cubicBezTo>
                  <a:cubicBezTo>
                    <a:pt x="21" y="12"/>
                    <a:pt x="0" y="7"/>
                    <a:pt x="0" y="0"/>
                  </a:cubicBezTo>
                  <a:lnTo>
                    <a:pt x="0" y="3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5" name="Freeform 446">
              <a:extLst>
                <a:ext uri="{FF2B5EF4-FFF2-40B4-BE49-F238E27FC236}">
                  <a16:creationId xmlns:a16="http://schemas.microsoft.com/office/drawing/2014/main" id="{A381AA85-347A-497A-BAEE-412B3C88D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073"/>
              <a:ext cx="280" cy="109"/>
            </a:xfrm>
            <a:custGeom>
              <a:avLst/>
              <a:gdLst>
                <a:gd name="T0" fmla="*/ 27345 w 112"/>
                <a:gd name="T1" fmla="*/ 9845 h 41"/>
                <a:gd name="T2" fmla="*/ 13675 w 112"/>
                <a:gd name="T3" fmla="*/ 14489 h 41"/>
                <a:gd name="T4" fmla="*/ 0 w 112"/>
                <a:gd name="T5" fmla="*/ 9845 h 41"/>
                <a:gd name="T6" fmla="*/ 0 w 112"/>
                <a:gd name="T7" fmla="*/ 0 h 41"/>
                <a:gd name="T8" fmla="*/ 13675 w 112"/>
                <a:gd name="T9" fmla="*/ 4644 h 41"/>
                <a:gd name="T10" fmla="*/ 27345 w 112"/>
                <a:gd name="T11" fmla="*/ 0 h 41"/>
                <a:gd name="T12" fmla="*/ 27345 w 112"/>
                <a:gd name="T13" fmla="*/ 9845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41">
                  <a:moveTo>
                    <a:pt x="112" y="28"/>
                  </a:moveTo>
                  <a:cubicBezTo>
                    <a:pt x="112" y="35"/>
                    <a:pt x="87" y="41"/>
                    <a:pt x="56" y="41"/>
                  </a:cubicBezTo>
                  <a:cubicBezTo>
                    <a:pt x="25" y="41"/>
                    <a:pt x="0" y="35"/>
                    <a:pt x="0" y="2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25" y="13"/>
                    <a:pt x="56" y="13"/>
                  </a:cubicBezTo>
                  <a:cubicBezTo>
                    <a:pt x="87" y="13"/>
                    <a:pt x="112" y="7"/>
                    <a:pt x="112" y="0"/>
                  </a:cubicBezTo>
                  <a:lnTo>
                    <a:pt x="112" y="2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6" name="Freeform 447">
              <a:extLst>
                <a:ext uri="{FF2B5EF4-FFF2-40B4-BE49-F238E27FC236}">
                  <a16:creationId xmlns:a16="http://schemas.microsoft.com/office/drawing/2014/main" id="{1F6DAD9C-BC45-41FE-B70C-FA1D8AC01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3025"/>
              <a:ext cx="622" cy="672"/>
            </a:xfrm>
            <a:custGeom>
              <a:avLst/>
              <a:gdLst>
                <a:gd name="T0" fmla="*/ 60309 w 249"/>
                <a:gd name="T1" fmla="*/ 16589 h 252"/>
                <a:gd name="T2" fmla="*/ 60309 w 249"/>
                <a:gd name="T3" fmla="*/ 12536 h 252"/>
                <a:gd name="T4" fmla="*/ 25784 w 249"/>
                <a:gd name="T5" fmla="*/ 397 h 252"/>
                <a:gd name="T6" fmla="*/ 24018 w 249"/>
                <a:gd name="T7" fmla="*/ 1459 h 252"/>
                <a:gd name="T8" fmla="*/ 187 w 249"/>
                <a:gd name="T9" fmla="*/ 87779 h 252"/>
                <a:gd name="T10" fmla="*/ 967 w 249"/>
                <a:gd name="T11" fmla="*/ 90205 h 252"/>
                <a:gd name="T12" fmla="*/ 2915 w 249"/>
                <a:gd name="T13" fmla="*/ 89144 h 252"/>
                <a:gd name="T14" fmla="*/ 26251 w 249"/>
                <a:gd name="T15" fmla="*/ 4701 h 252"/>
                <a:gd name="T16" fmla="*/ 59997 w 249"/>
                <a:gd name="T17" fmla="*/ 16589 h 252"/>
                <a:gd name="T18" fmla="*/ 60509 w 249"/>
                <a:gd name="T19" fmla="*/ 16589 h 252"/>
                <a:gd name="T20" fmla="*/ 60309 w 249"/>
                <a:gd name="T21" fmla="*/ 16589 h 2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9" h="252">
                  <a:moveTo>
                    <a:pt x="248" y="46"/>
                  </a:moveTo>
                  <a:cubicBezTo>
                    <a:pt x="248" y="35"/>
                    <a:pt x="248" y="35"/>
                    <a:pt x="248" y="35"/>
                  </a:cubicBezTo>
                  <a:cubicBezTo>
                    <a:pt x="106" y="1"/>
                    <a:pt x="106" y="1"/>
                    <a:pt x="106" y="1"/>
                  </a:cubicBezTo>
                  <a:cubicBezTo>
                    <a:pt x="103" y="0"/>
                    <a:pt x="101" y="1"/>
                    <a:pt x="99" y="4"/>
                  </a:cubicBezTo>
                  <a:cubicBezTo>
                    <a:pt x="1" y="244"/>
                    <a:pt x="1" y="244"/>
                    <a:pt x="1" y="244"/>
                  </a:cubicBezTo>
                  <a:cubicBezTo>
                    <a:pt x="0" y="247"/>
                    <a:pt x="1" y="250"/>
                    <a:pt x="4" y="251"/>
                  </a:cubicBezTo>
                  <a:cubicBezTo>
                    <a:pt x="7" y="252"/>
                    <a:pt x="11" y="251"/>
                    <a:pt x="12" y="248"/>
                  </a:cubicBezTo>
                  <a:cubicBezTo>
                    <a:pt x="12" y="248"/>
                    <a:pt x="104" y="21"/>
                    <a:pt x="108" y="13"/>
                  </a:cubicBezTo>
                  <a:cubicBezTo>
                    <a:pt x="116" y="15"/>
                    <a:pt x="247" y="46"/>
                    <a:pt x="247" y="46"/>
                  </a:cubicBezTo>
                  <a:cubicBezTo>
                    <a:pt x="248" y="46"/>
                    <a:pt x="248" y="46"/>
                    <a:pt x="249" y="46"/>
                  </a:cubicBezTo>
                  <a:cubicBezTo>
                    <a:pt x="249" y="46"/>
                    <a:pt x="248" y="46"/>
                    <a:pt x="248" y="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7" name="Freeform 448">
              <a:extLst>
                <a:ext uri="{FF2B5EF4-FFF2-40B4-BE49-F238E27FC236}">
                  <a16:creationId xmlns:a16="http://schemas.microsoft.com/office/drawing/2014/main" id="{E7A37C7F-7257-4079-905A-B21460BD1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182"/>
              <a:ext cx="15" cy="51"/>
            </a:xfrm>
            <a:custGeom>
              <a:avLst/>
              <a:gdLst>
                <a:gd name="T0" fmla="*/ 783 w 6"/>
                <a:gd name="T1" fmla="*/ 0 h 19"/>
                <a:gd name="T2" fmla="*/ 0 w 6"/>
                <a:gd name="T3" fmla="*/ 0 h 19"/>
                <a:gd name="T4" fmla="*/ 0 w 6"/>
                <a:gd name="T5" fmla="*/ 0 h 19"/>
                <a:gd name="T6" fmla="*/ 0 w 6"/>
                <a:gd name="T7" fmla="*/ 5972 h 19"/>
                <a:gd name="T8" fmla="*/ 783 w 6"/>
                <a:gd name="T9" fmla="*/ 7119 h 19"/>
                <a:gd name="T10" fmla="*/ 1488 w 6"/>
                <a:gd name="T11" fmla="*/ 5972 h 19"/>
                <a:gd name="T12" fmla="*/ 1488 w 6"/>
                <a:gd name="T13" fmla="*/ 0 h 19"/>
                <a:gd name="T14" fmla="*/ 1488 w 6"/>
                <a:gd name="T15" fmla="*/ 0 h 19"/>
                <a:gd name="T16" fmla="*/ 783 w 6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8"/>
                    <a:pt x="1" y="19"/>
                    <a:pt x="3" y="19"/>
                  </a:cubicBezTo>
                  <a:cubicBezTo>
                    <a:pt x="5" y="19"/>
                    <a:pt x="6" y="18"/>
                    <a:pt x="6" y="1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8" name="Freeform 449">
              <a:extLst>
                <a:ext uri="{FF2B5EF4-FFF2-40B4-BE49-F238E27FC236}">
                  <a16:creationId xmlns:a16="http://schemas.microsoft.com/office/drawing/2014/main" id="{DB15035C-2D53-4BA4-A92E-47E11E804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177"/>
              <a:ext cx="22" cy="53"/>
            </a:xfrm>
            <a:custGeom>
              <a:avLst/>
              <a:gdLst>
                <a:gd name="T0" fmla="*/ 616 w 9"/>
                <a:gd name="T1" fmla="*/ 0 h 20"/>
                <a:gd name="T2" fmla="*/ 0 w 9"/>
                <a:gd name="T3" fmla="*/ 5470 h 20"/>
                <a:gd name="T4" fmla="*/ 425 w 9"/>
                <a:gd name="T5" fmla="*/ 6551 h 20"/>
                <a:gd name="T6" fmla="*/ 1315 w 9"/>
                <a:gd name="T7" fmla="*/ 5864 h 20"/>
                <a:gd name="T8" fmla="*/ 1931 w 9"/>
                <a:gd name="T9" fmla="*/ 392 h 20"/>
                <a:gd name="T10" fmla="*/ 1931 w 9"/>
                <a:gd name="T11" fmla="*/ 0 h 20"/>
                <a:gd name="T12" fmla="*/ 616 w 9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3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1" y="19"/>
                    <a:pt x="2" y="19"/>
                  </a:cubicBezTo>
                  <a:cubicBezTo>
                    <a:pt x="4" y="20"/>
                    <a:pt x="5" y="19"/>
                    <a:pt x="6" y="17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9" name="Freeform 450">
              <a:extLst>
                <a:ext uri="{FF2B5EF4-FFF2-40B4-BE49-F238E27FC236}">
                  <a16:creationId xmlns:a16="http://schemas.microsoft.com/office/drawing/2014/main" id="{31B71DBB-F60F-462B-9C54-8413B244A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3153"/>
              <a:ext cx="30" cy="56"/>
            </a:xfrm>
            <a:custGeom>
              <a:avLst/>
              <a:gdLst>
                <a:gd name="T0" fmla="*/ 1770 w 12"/>
                <a:gd name="T1" fmla="*/ 0 h 21"/>
                <a:gd name="T2" fmla="*/ 1770 w 12"/>
                <a:gd name="T3" fmla="*/ 397 h 21"/>
                <a:gd name="T4" fmla="*/ 0 w 12"/>
                <a:gd name="T5" fmla="*/ 5824 h 21"/>
                <a:gd name="T6" fmla="*/ 520 w 12"/>
                <a:gd name="T7" fmla="*/ 7133 h 21"/>
                <a:gd name="T8" fmla="*/ 1300 w 12"/>
                <a:gd name="T9" fmla="*/ 6883 h 21"/>
                <a:gd name="T10" fmla="*/ 2938 w 12"/>
                <a:gd name="T11" fmla="*/ 1459 h 21"/>
                <a:gd name="T12" fmla="*/ 1770 w 12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1">
                  <a:moveTo>
                    <a:pt x="7" y="0"/>
                  </a:moveTo>
                  <a:cubicBezTo>
                    <a:pt x="7" y="0"/>
                    <a:pt x="7" y="1"/>
                    <a:pt x="7" y="1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8"/>
                    <a:pt x="0" y="20"/>
                    <a:pt x="2" y="20"/>
                  </a:cubicBezTo>
                  <a:cubicBezTo>
                    <a:pt x="3" y="21"/>
                    <a:pt x="5" y="20"/>
                    <a:pt x="5" y="19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0" y="3"/>
                    <a:pt x="8" y="1"/>
                    <a:pt x="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0" name="Freeform 451">
              <a:extLst>
                <a:ext uri="{FF2B5EF4-FFF2-40B4-BE49-F238E27FC236}">
                  <a16:creationId xmlns:a16="http://schemas.microsoft.com/office/drawing/2014/main" id="{3ED22FE9-3791-4E07-80AC-A242509D6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2937"/>
              <a:ext cx="690" cy="488"/>
            </a:xfrm>
            <a:custGeom>
              <a:avLst/>
              <a:gdLst>
                <a:gd name="T0" fmla="*/ 67395 w 276"/>
                <a:gd name="T1" fmla="*/ 21597 h 183"/>
                <a:gd name="T2" fmla="*/ 30783 w 276"/>
                <a:gd name="T3" fmla="*/ 397 h 183"/>
                <a:gd name="T4" fmla="*/ 29113 w 276"/>
                <a:gd name="T5" fmla="*/ 1059 h 183"/>
                <a:gd name="T6" fmla="*/ 520 w 276"/>
                <a:gd name="T7" fmla="*/ 62557 h 183"/>
                <a:gd name="T8" fmla="*/ 783 w 276"/>
                <a:gd name="T9" fmla="*/ 65387 h 183"/>
                <a:gd name="T10" fmla="*/ 2738 w 276"/>
                <a:gd name="T11" fmla="*/ 64717 h 183"/>
                <a:gd name="T12" fmla="*/ 30783 w 276"/>
                <a:gd name="T13" fmla="*/ 4701 h 183"/>
                <a:gd name="T14" fmla="*/ 60083 w 276"/>
                <a:gd name="T15" fmla="*/ 21995 h 183"/>
                <a:gd name="T16" fmla="*/ 67395 w 276"/>
                <a:gd name="T17" fmla="*/ 24427 h 183"/>
                <a:gd name="T18" fmla="*/ 67395 w 276"/>
                <a:gd name="T19" fmla="*/ 21597 h 1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183">
                  <a:moveTo>
                    <a:pt x="276" y="60"/>
                  </a:moveTo>
                  <a:cubicBezTo>
                    <a:pt x="126" y="1"/>
                    <a:pt x="126" y="1"/>
                    <a:pt x="126" y="1"/>
                  </a:cubicBezTo>
                  <a:cubicBezTo>
                    <a:pt x="123" y="0"/>
                    <a:pt x="121" y="1"/>
                    <a:pt x="119" y="3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0" y="176"/>
                    <a:pt x="1" y="180"/>
                    <a:pt x="3" y="182"/>
                  </a:cubicBezTo>
                  <a:cubicBezTo>
                    <a:pt x="6" y="183"/>
                    <a:pt x="9" y="183"/>
                    <a:pt x="11" y="180"/>
                  </a:cubicBezTo>
                  <a:cubicBezTo>
                    <a:pt x="11" y="180"/>
                    <a:pt x="120" y="20"/>
                    <a:pt x="126" y="13"/>
                  </a:cubicBezTo>
                  <a:cubicBezTo>
                    <a:pt x="131" y="15"/>
                    <a:pt x="205" y="44"/>
                    <a:pt x="246" y="61"/>
                  </a:cubicBezTo>
                  <a:cubicBezTo>
                    <a:pt x="276" y="68"/>
                    <a:pt x="276" y="68"/>
                    <a:pt x="276" y="68"/>
                  </a:cubicBezTo>
                  <a:lnTo>
                    <a:pt x="276" y="6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1" name="Freeform 452">
              <a:extLst>
                <a:ext uri="{FF2B5EF4-FFF2-40B4-BE49-F238E27FC236}">
                  <a16:creationId xmlns:a16="http://schemas.microsoft.com/office/drawing/2014/main" id="{E8F4F9CF-FFDB-486C-9DD1-31CDB8FAC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870"/>
              <a:ext cx="285" cy="227"/>
            </a:xfrm>
            <a:custGeom>
              <a:avLst/>
              <a:gdLst>
                <a:gd name="T0" fmla="*/ 0 w 114"/>
                <a:gd name="T1" fmla="*/ 28228 h 85"/>
                <a:gd name="T2" fmla="*/ 0 w 114"/>
                <a:gd name="T3" fmla="*/ 30819 h 85"/>
                <a:gd name="T4" fmla="*/ 4220 w 114"/>
                <a:gd name="T5" fmla="*/ 28228 h 85"/>
                <a:gd name="T6" fmla="*/ 21488 w 114"/>
                <a:gd name="T7" fmla="*/ 5448 h 85"/>
                <a:gd name="T8" fmla="*/ 25208 w 114"/>
                <a:gd name="T9" fmla="*/ 16283 h 85"/>
                <a:gd name="T10" fmla="*/ 27863 w 114"/>
                <a:gd name="T11" fmla="*/ 14798 h 85"/>
                <a:gd name="T12" fmla="*/ 23250 w 114"/>
                <a:gd name="T13" fmla="*/ 1071 h 85"/>
                <a:gd name="T14" fmla="*/ 22270 w 114"/>
                <a:gd name="T15" fmla="*/ 0 h 85"/>
                <a:gd name="T16" fmla="*/ 21020 w 114"/>
                <a:gd name="T17" fmla="*/ 401 h 85"/>
                <a:gd name="T18" fmla="*/ 0 w 114"/>
                <a:gd name="T19" fmla="*/ 28228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85">
                  <a:moveTo>
                    <a:pt x="0" y="78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39" y="59"/>
                    <a:pt x="81" y="21"/>
                    <a:pt x="88" y="15"/>
                  </a:cubicBezTo>
                  <a:cubicBezTo>
                    <a:pt x="90" y="19"/>
                    <a:pt x="95" y="30"/>
                    <a:pt x="103" y="45"/>
                  </a:cubicBezTo>
                  <a:cubicBezTo>
                    <a:pt x="114" y="41"/>
                    <a:pt x="114" y="41"/>
                    <a:pt x="114" y="41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4" y="2"/>
                    <a:pt x="93" y="0"/>
                    <a:pt x="91" y="0"/>
                  </a:cubicBezTo>
                  <a:cubicBezTo>
                    <a:pt x="89" y="0"/>
                    <a:pt x="87" y="0"/>
                    <a:pt x="86" y="1"/>
                  </a:cubicBezTo>
                  <a:lnTo>
                    <a:pt x="0" y="7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2" name="Freeform 453">
              <a:extLst>
                <a:ext uri="{FF2B5EF4-FFF2-40B4-BE49-F238E27FC236}">
                  <a16:creationId xmlns:a16="http://schemas.microsoft.com/office/drawing/2014/main" id="{31AD8F1D-F9D7-45EC-9B3F-B1C4F3717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3068"/>
              <a:ext cx="108" cy="184"/>
            </a:xfrm>
            <a:custGeom>
              <a:avLst/>
              <a:gdLst>
                <a:gd name="T0" fmla="*/ 2788 w 43"/>
                <a:gd name="T1" fmla="*/ 0 h 69"/>
                <a:gd name="T2" fmla="*/ 0 w 43"/>
                <a:gd name="T3" fmla="*/ 661 h 69"/>
                <a:gd name="T4" fmla="*/ 7796 w 43"/>
                <a:gd name="T5" fmla="*/ 23304 h 69"/>
                <a:gd name="T6" fmla="*/ 9790 w 43"/>
                <a:gd name="T7" fmla="*/ 24120 h 69"/>
                <a:gd name="T8" fmla="*/ 10315 w 43"/>
                <a:gd name="T9" fmla="*/ 21597 h 69"/>
                <a:gd name="T10" fmla="*/ 2788 w 43"/>
                <a:gd name="T11" fmla="*/ 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9">
                  <a:moveTo>
                    <a:pt x="11" y="0"/>
                  </a:moveTo>
                  <a:cubicBezTo>
                    <a:pt x="8" y="0"/>
                    <a:pt x="4" y="1"/>
                    <a:pt x="0" y="2"/>
                  </a:cubicBezTo>
                  <a:cubicBezTo>
                    <a:pt x="15" y="33"/>
                    <a:pt x="31" y="65"/>
                    <a:pt x="31" y="65"/>
                  </a:cubicBezTo>
                  <a:cubicBezTo>
                    <a:pt x="33" y="68"/>
                    <a:pt x="36" y="69"/>
                    <a:pt x="39" y="67"/>
                  </a:cubicBezTo>
                  <a:cubicBezTo>
                    <a:pt x="42" y="66"/>
                    <a:pt x="43" y="62"/>
                    <a:pt x="41" y="60"/>
                  </a:cubicBezTo>
                  <a:lnTo>
                    <a:pt x="11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3" name="Freeform 454">
              <a:extLst>
                <a:ext uri="{FF2B5EF4-FFF2-40B4-BE49-F238E27FC236}">
                  <a16:creationId xmlns:a16="http://schemas.microsoft.com/office/drawing/2014/main" id="{A8D2C9E4-BF15-4637-9B91-10B812357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3006"/>
              <a:ext cx="42" cy="40"/>
            </a:xfrm>
            <a:custGeom>
              <a:avLst/>
              <a:gdLst>
                <a:gd name="T0" fmla="*/ 2503 w 17"/>
                <a:gd name="T1" fmla="*/ 0 h 15"/>
                <a:gd name="T2" fmla="*/ 0 w 17"/>
                <a:gd name="T3" fmla="*/ 1459 h 15"/>
                <a:gd name="T4" fmla="*/ 1117 w 17"/>
                <a:gd name="T5" fmla="*/ 5405 h 15"/>
                <a:gd name="T6" fmla="*/ 3876 w 17"/>
                <a:gd name="T7" fmla="*/ 4301 h 15"/>
                <a:gd name="T8" fmla="*/ 2503 w 1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1" y="0"/>
                  </a:moveTo>
                  <a:cubicBezTo>
                    <a:pt x="7" y="1"/>
                    <a:pt x="4" y="3"/>
                    <a:pt x="0" y="4"/>
                  </a:cubicBezTo>
                  <a:cubicBezTo>
                    <a:pt x="2" y="8"/>
                    <a:pt x="4" y="11"/>
                    <a:pt x="5" y="15"/>
                  </a:cubicBezTo>
                  <a:cubicBezTo>
                    <a:pt x="17" y="12"/>
                    <a:pt x="17" y="12"/>
                    <a:pt x="17" y="12"/>
                  </a:cubicBezTo>
                  <a:lnTo>
                    <a:pt x="11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4" name="Freeform 455">
              <a:extLst>
                <a:ext uri="{FF2B5EF4-FFF2-40B4-BE49-F238E27FC236}">
                  <a16:creationId xmlns:a16="http://schemas.microsoft.com/office/drawing/2014/main" id="{E1E9BD43-5A42-4839-9157-9B2BBFE22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025"/>
              <a:ext cx="620" cy="672"/>
            </a:xfrm>
            <a:custGeom>
              <a:avLst/>
              <a:gdLst>
                <a:gd name="T0" fmla="*/ 0 w 248"/>
                <a:gd name="T1" fmla="*/ 16589 h 252"/>
                <a:gd name="T2" fmla="*/ 0 w 248"/>
                <a:gd name="T3" fmla="*/ 12536 h 252"/>
                <a:gd name="T4" fmla="*/ 34688 w 248"/>
                <a:gd name="T5" fmla="*/ 397 h 252"/>
                <a:gd name="T6" fmla="*/ 36458 w 248"/>
                <a:gd name="T7" fmla="*/ 1459 h 252"/>
                <a:gd name="T8" fmla="*/ 60363 w 248"/>
                <a:gd name="T9" fmla="*/ 87779 h 252"/>
                <a:gd name="T10" fmla="*/ 59583 w 248"/>
                <a:gd name="T11" fmla="*/ 90205 h 252"/>
                <a:gd name="T12" fmla="*/ 57625 w 248"/>
                <a:gd name="T13" fmla="*/ 89144 h 252"/>
                <a:gd name="T14" fmla="*/ 34500 w 248"/>
                <a:gd name="T15" fmla="*/ 4701 h 252"/>
                <a:gd name="T16" fmla="*/ 313 w 248"/>
                <a:gd name="T17" fmla="*/ 16589 h 252"/>
                <a:gd name="T18" fmla="*/ 0 w 248"/>
                <a:gd name="T19" fmla="*/ 16589 h 252"/>
                <a:gd name="T20" fmla="*/ 0 w 248"/>
                <a:gd name="T21" fmla="*/ 16589 h 2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8" h="252">
                  <a:moveTo>
                    <a:pt x="0" y="46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142" y="1"/>
                    <a:pt x="142" y="1"/>
                    <a:pt x="142" y="1"/>
                  </a:cubicBezTo>
                  <a:cubicBezTo>
                    <a:pt x="145" y="0"/>
                    <a:pt x="148" y="1"/>
                    <a:pt x="149" y="4"/>
                  </a:cubicBezTo>
                  <a:cubicBezTo>
                    <a:pt x="247" y="244"/>
                    <a:pt x="247" y="244"/>
                    <a:pt x="247" y="244"/>
                  </a:cubicBezTo>
                  <a:cubicBezTo>
                    <a:pt x="248" y="247"/>
                    <a:pt x="247" y="250"/>
                    <a:pt x="244" y="251"/>
                  </a:cubicBezTo>
                  <a:cubicBezTo>
                    <a:pt x="241" y="252"/>
                    <a:pt x="238" y="251"/>
                    <a:pt x="236" y="248"/>
                  </a:cubicBezTo>
                  <a:cubicBezTo>
                    <a:pt x="236" y="248"/>
                    <a:pt x="145" y="21"/>
                    <a:pt x="141" y="13"/>
                  </a:cubicBezTo>
                  <a:cubicBezTo>
                    <a:pt x="132" y="15"/>
                    <a:pt x="1" y="46"/>
                    <a:pt x="1" y="46"/>
                  </a:cubicBezTo>
                  <a:cubicBezTo>
                    <a:pt x="1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5" name="Freeform 456">
              <a:extLst>
                <a:ext uri="{FF2B5EF4-FFF2-40B4-BE49-F238E27FC236}">
                  <a16:creationId xmlns:a16="http://schemas.microsoft.com/office/drawing/2014/main" id="{9547E59C-3B78-42BE-94AB-A72739631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177"/>
              <a:ext cx="23" cy="53"/>
            </a:xfrm>
            <a:custGeom>
              <a:avLst/>
              <a:gdLst>
                <a:gd name="T0" fmla="*/ 1620 w 9"/>
                <a:gd name="T1" fmla="*/ 0 h 20"/>
                <a:gd name="T2" fmla="*/ 2520 w 9"/>
                <a:gd name="T3" fmla="*/ 5470 h 20"/>
                <a:gd name="T4" fmla="*/ 1973 w 9"/>
                <a:gd name="T5" fmla="*/ 6551 h 20"/>
                <a:gd name="T6" fmla="*/ 848 w 9"/>
                <a:gd name="T7" fmla="*/ 5864 h 20"/>
                <a:gd name="T8" fmla="*/ 0 w 9"/>
                <a:gd name="T9" fmla="*/ 392 h 20"/>
                <a:gd name="T10" fmla="*/ 0 w 9"/>
                <a:gd name="T11" fmla="*/ 0 h 20"/>
                <a:gd name="T12" fmla="*/ 1620 w 9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6" y="0"/>
                  </a:moveTo>
                  <a:cubicBezTo>
                    <a:pt x="9" y="16"/>
                    <a:pt x="9" y="16"/>
                    <a:pt x="9" y="16"/>
                  </a:cubicBezTo>
                  <a:cubicBezTo>
                    <a:pt x="9" y="17"/>
                    <a:pt x="8" y="19"/>
                    <a:pt x="7" y="19"/>
                  </a:cubicBezTo>
                  <a:cubicBezTo>
                    <a:pt x="5" y="20"/>
                    <a:pt x="4" y="19"/>
                    <a:pt x="3" y="1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6" name="Freeform 457">
              <a:extLst>
                <a:ext uri="{FF2B5EF4-FFF2-40B4-BE49-F238E27FC236}">
                  <a16:creationId xmlns:a16="http://schemas.microsoft.com/office/drawing/2014/main" id="{FF34342A-5FB7-4319-8DE3-2B5F0CE9C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153"/>
              <a:ext cx="32" cy="56"/>
            </a:xfrm>
            <a:custGeom>
              <a:avLst/>
              <a:gdLst>
                <a:gd name="T0" fmla="*/ 1103 w 13"/>
                <a:gd name="T1" fmla="*/ 0 h 21"/>
                <a:gd name="T2" fmla="*/ 1103 w 13"/>
                <a:gd name="T3" fmla="*/ 397 h 21"/>
                <a:gd name="T4" fmla="*/ 2715 w 13"/>
                <a:gd name="T5" fmla="*/ 5824 h 21"/>
                <a:gd name="T6" fmla="*/ 2417 w 13"/>
                <a:gd name="T7" fmla="*/ 7133 h 21"/>
                <a:gd name="T8" fmla="*/ 1538 w 13"/>
                <a:gd name="T9" fmla="*/ 6883 h 21"/>
                <a:gd name="T10" fmla="*/ 0 w 13"/>
                <a:gd name="T11" fmla="*/ 1459 h 21"/>
                <a:gd name="T12" fmla="*/ 1103 w 1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5" y="0"/>
                  </a:moveTo>
                  <a:cubicBezTo>
                    <a:pt x="5" y="0"/>
                    <a:pt x="5" y="1"/>
                    <a:pt x="5" y="1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3" y="18"/>
                    <a:pt x="12" y="20"/>
                    <a:pt x="11" y="20"/>
                  </a:cubicBezTo>
                  <a:cubicBezTo>
                    <a:pt x="9" y="21"/>
                    <a:pt x="7" y="20"/>
                    <a:pt x="7" y="1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4" y="1"/>
                    <a:pt x="5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7" name="Freeform 458">
              <a:extLst>
                <a:ext uri="{FF2B5EF4-FFF2-40B4-BE49-F238E27FC236}">
                  <a16:creationId xmlns:a16="http://schemas.microsoft.com/office/drawing/2014/main" id="{98DA0420-0603-4A4B-A356-018B352B3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937"/>
              <a:ext cx="690" cy="488"/>
            </a:xfrm>
            <a:custGeom>
              <a:avLst/>
              <a:gdLst>
                <a:gd name="T0" fmla="*/ 0 w 276"/>
                <a:gd name="T1" fmla="*/ 21597 h 183"/>
                <a:gd name="T2" fmla="*/ 36645 w 276"/>
                <a:gd name="T3" fmla="*/ 397 h 183"/>
                <a:gd name="T4" fmla="*/ 38408 w 276"/>
                <a:gd name="T5" fmla="*/ 1059 h 183"/>
                <a:gd name="T6" fmla="*/ 67188 w 276"/>
                <a:gd name="T7" fmla="*/ 62557 h 183"/>
                <a:gd name="T8" fmla="*/ 66720 w 276"/>
                <a:gd name="T9" fmla="*/ 65387 h 183"/>
                <a:gd name="T10" fmla="*/ 64770 w 276"/>
                <a:gd name="T11" fmla="*/ 64717 h 183"/>
                <a:gd name="T12" fmla="*/ 36925 w 276"/>
                <a:gd name="T13" fmla="*/ 4701 h 183"/>
                <a:gd name="T14" fmla="*/ 7345 w 276"/>
                <a:gd name="T15" fmla="*/ 21995 h 183"/>
                <a:gd name="T16" fmla="*/ 0 w 276"/>
                <a:gd name="T17" fmla="*/ 24427 h 183"/>
                <a:gd name="T18" fmla="*/ 0 w 276"/>
                <a:gd name="T19" fmla="*/ 21597 h 1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183">
                  <a:moveTo>
                    <a:pt x="0" y="60"/>
                  </a:moveTo>
                  <a:cubicBezTo>
                    <a:pt x="150" y="1"/>
                    <a:pt x="150" y="1"/>
                    <a:pt x="150" y="1"/>
                  </a:cubicBezTo>
                  <a:cubicBezTo>
                    <a:pt x="153" y="0"/>
                    <a:pt x="156" y="1"/>
                    <a:pt x="157" y="3"/>
                  </a:cubicBezTo>
                  <a:cubicBezTo>
                    <a:pt x="275" y="174"/>
                    <a:pt x="275" y="174"/>
                    <a:pt x="275" y="174"/>
                  </a:cubicBezTo>
                  <a:cubicBezTo>
                    <a:pt x="276" y="176"/>
                    <a:pt x="276" y="180"/>
                    <a:pt x="273" y="182"/>
                  </a:cubicBezTo>
                  <a:cubicBezTo>
                    <a:pt x="270" y="183"/>
                    <a:pt x="267" y="183"/>
                    <a:pt x="265" y="180"/>
                  </a:cubicBezTo>
                  <a:cubicBezTo>
                    <a:pt x="265" y="180"/>
                    <a:pt x="156" y="20"/>
                    <a:pt x="151" y="13"/>
                  </a:cubicBezTo>
                  <a:cubicBezTo>
                    <a:pt x="145" y="15"/>
                    <a:pt x="72" y="44"/>
                    <a:pt x="30" y="61"/>
                  </a:cubicBezTo>
                  <a:cubicBezTo>
                    <a:pt x="0" y="68"/>
                    <a:pt x="0" y="68"/>
                    <a:pt x="0" y="68"/>
                  </a:cubicBezTo>
                  <a:lnTo>
                    <a:pt x="0" y="6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8" name="Freeform 459">
              <a:extLst>
                <a:ext uri="{FF2B5EF4-FFF2-40B4-BE49-F238E27FC236}">
                  <a16:creationId xmlns:a16="http://schemas.microsoft.com/office/drawing/2014/main" id="{6F2D403E-FABC-4251-831D-934FE87D1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278"/>
              <a:ext cx="630" cy="779"/>
            </a:xfrm>
            <a:custGeom>
              <a:avLst/>
              <a:gdLst>
                <a:gd name="T0" fmla="*/ 315 w 630"/>
                <a:gd name="T1" fmla="*/ 779 h 779"/>
                <a:gd name="T2" fmla="*/ 630 w 630"/>
                <a:gd name="T3" fmla="*/ 0 h 779"/>
                <a:gd name="T4" fmla="*/ 0 w 630"/>
                <a:gd name="T5" fmla="*/ 0 h 779"/>
                <a:gd name="T6" fmla="*/ 315 w 630"/>
                <a:gd name="T7" fmla="*/ 779 h 779"/>
                <a:gd name="T8" fmla="*/ 315 w 630"/>
                <a:gd name="T9" fmla="*/ 779 h 779"/>
                <a:gd name="T10" fmla="*/ 315 w 630"/>
                <a:gd name="T11" fmla="*/ 779 h 779"/>
                <a:gd name="T12" fmla="*/ 315 w 630"/>
                <a:gd name="T13" fmla="*/ 779 h 779"/>
                <a:gd name="T14" fmla="*/ 315 w 630"/>
                <a:gd name="T15" fmla="*/ 779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779">
                  <a:moveTo>
                    <a:pt x="315" y="779"/>
                  </a:moveTo>
                  <a:lnTo>
                    <a:pt x="630" y="0"/>
                  </a:lnTo>
                  <a:lnTo>
                    <a:pt x="0" y="0"/>
                  </a:lnTo>
                  <a:lnTo>
                    <a:pt x="315" y="779"/>
                  </a:lnTo>
                  <a:close/>
                </a:path>
              </a:pathLst>
            </a:custGeom>
            <a:solidFill>
              <a:srgbClr val="005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9" name="Freeform 460">
              <a:extLst>
                <a:ext uri="{FF2B5EF4-FFF2-40B4-BE49-F238E27FC236}">
                  <a16:creationId xmlns:a16="http://schemas.microsoft.com/office/drawing/2014/main" id="{1839ADB5-2B94-4B04-AF7E-12AABA01B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278"/>
              <a:ext cx="630" cy="779"/>
            </a:xfrm>
            <a:custGeom>
              <a:avLst/>
              <a:gdLst>
                <a:gd name="T0" fmla="*/ 315 w 630"/>
                <a:gd name="T1" fmla="*/ 779 h 779"/>
                <a:gd name="T2" fmla="*/ 630 w 630"/>
                <a:gd name="T3" fmla="*/ 0 h 779"/>
                <a:gd name="T4" fmla="*/ 0 w 630"/>
                <a:gd name="T5" fmla="*/ 0 h 779"/>
                <a:gd name="T6" fmla="*/ 315 w 630"/>
                <a:gd name="T7" fmla="*/ 779 h 779"/>
                <a:gd name="T8" fmla="*/ 315 w 630"/>
                <a:gd name="T9" fmla="*/ 779 h 779"/>
                <a:gd name="T10" fmla="*/ 315 w 630"/>
                <a:gd name="T11" fmla="*/ 779 h 779"/>
                <a:gd name="T12" fmla="*/ 315 w 630"/>
                <a:gd name="T13" fmla="*/ 779 h 779"/>
                <a:gd name="T14" fmla="*/ 315 w 630"/>
                <a:gd name="T15" fmla="*/ 779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779">
                  <a:moveTo>
                    <a:pt x="315" y="779"/>
                  </a:moveTo>
                  <a:lnTo>
                    <a:pt x="630" y="0"/>
                  </a:lnTo>
                  <a:lnTo>
                    <a:pt x="0" y="0"/>
                  </a:lnTo>
                  <a:lnTo>
                    <a:pt x="315" y="779"/>
                  </a:lnTo>
                  <a:close/>
                </a:path>
              </a:pathLst>
            </a:custGeom>
            <a:solidFill>
              <a:srgbClr val="006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0" name="Freeform 461">
              <a:extLst>
                <a:ext uri="{FF2B5EF4-FFF2-40B4-BE49-F238E27FC236}">
                  <a16:creationId xmlns:a16="http://schemas.microsoft.com/office/drawing/2014/main" id="{19F9049D-0C29-4A66-8547-B03A9E285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278"/>
              <a:ext cx="622" cy="760"/>
            </a:xfrm>
            <a:custGeom>
              <a:avLst/>
              <a:gdLst>
                <a:gd name="T0" fmla="*/ 615 w 622"/>
                <a:gd name="T1" fmla="*/ 0 h 760"/>
                <a:gd name="T2" fmla="*/ 0 w 622"/>
                <a:gd name="T3" fmla="*/ 0 h 760"/>
                <a:gd name="T4" fmla="*/ 307 w 622"/>
                <a:gd name="T5" fmla="*/ 760 h 760"/>
                <a:gd name="T6" fmla="*/ 212 w 622"/>
                <a:gd name="T7" fmla="*/ 131 h 760"/>
                <a:gd name="T8" fmla="*/ 622 w 622"/>
                <a:gd name="T9" fmla="*/ 6 h 760"/>
                <a:gd name="T10" fmla="*/ 615 w 622"/>
                <a:gd name="T11" fmla="*/ 0 h 7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2" h="760">
                  <a:moveTo>
                    <a:pt x="615" y="0"/>
                  </a:moveTo>
                  <a:lnTo>
                    <a:pt x="0" y="0"/>
                  </a:lnTo>
                  <a:lnTo>
                    <a:pt x="307" y="760"/>
                  </a:lnTo>
                  <a:lnTo>
                    <a:pt x="212" y="131"/>
                  </a:lnTo>
                  <a:lnTo>
                    <a:pt x="622" y="6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005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1" name="Oval 462">
              <a:extLst>
                <a:ext uri="{FF2B5EF4-FFF2-40B4-BE49-F238E27FC236}">
                  <a16:creationId xmlns:a16="http://schemas.microsoft.com/office/drawing/2014/main" id="{25C3C3D6-0575-472F-A9C2-CE68F2A21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1772"/>
              <a:ext cx="22" cy="24"/>
            </a:xfrm>
            <a:prstGeom prst="ellipse">
              <a:avLst/>
            </a:prstGeom>
            <a:solidFill>
              <a:srgbClr val="D78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2" name="Oval 463">
              <a:extLst>
                <a:ext uri="{FF2B5EF4-FFF2-40B4-BE49-F238E27FC236}">
                  <a16:creationId xmlns:a16="http://schemas.microsoft.com/office/drawing/2014/main" id="{4FDBFBD8-AB55-4A58-B326-FFD98741C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177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3" name="Oval 464">
              <a:extLst>
                <a:ext uri="{FF2B5EF4-FFF2-40B4-BE49-F238E27FC236}">
                  <a16:creationId xmlns:a16="http://schemas.microsoft.com/office/drawing/2014/main" id="{D281AFA9-0501-4FA8-916D-72F3AB788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6" y="1905"/>
              <a:ext cx="27" cy="29"/>
            </a:xfrm>
            <a:prstGeom prst="ellipse">
              <a:avLst/>
            </a:prstGeom>
            <a:solidFill>
              <a:srgbClr val="EE8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4" name="Oval 465">
              <a:extLst>
                <a:ext uri="{FF2B5EF4-FFF2-40B4-BE49-F238E27FC236}">
                  <a16:creationId xmlns:a16="http://schemas.microsoft.com/office/drawing/2014/main" id="{93338E61-9657-4DC8-9DF7-EEB749193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1" y="1910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5" name="Freeform 466">
              <a:extLst>
                <a:ext uri="{FF2B5EF4-FFF2-40B4-BE49-F238E27FC236}">
                  <a16:creationId xmlns:a16="http://schemas.microsoft.com/office/drawing/2014/main" id="{14CC2A22-0601-4F4B-A0FF-6474A1A22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686"/>
              <a:ext cx="10" cy="35"/>
            </a:xfrm>
            <a:custGeom>
              <a:avLst/>
              <a:gdLst>
                <a:gd name="T0" fmla="*/ 520 w 4"/>
                <a:gd name="T1" fmla="*/ 428 h 13"/>
                <a:gd name="T2" fmla="*/ 988 w 4"/>
                <a:gd name="T3" fmla="*/ 2673 h 13"/>
                <a:gd name="T4" fmla="*/ 783 w 4"/>
                <a:gd name="T5" fmla="*/ 4935 h 13"/>
                <a:gd name="T6" fmla="*/ 313 w 4"/>
                <a:gd name="T7" fmla="*/ 4254 h 13"/>
                <a:gd name="T8" fmla="*/ 313 w 4"/>
                <a:gd name="T9" fmla="*/ 2262 h 13"/>
                <a:gd name="T10" fmla="*/ 0 w 4"/>
                <a:gd name="T11" fmla="*/ 0 h 13"/>
                <a:gd name="T12" fmla="*/ 520 w 4"/>
                <a:gd name="T13" fmla="*/ 42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3">
                  <a:moveTo>
                    <a:pt x="2" y="1"/>
                  </a:moveTo>
                  <a:cubicBezTo>
                    <a:pt x="3" y="1"/>
                    <a:pt x="4" y="4"/>
                    <a:pt x="4" y="7"/>
                  </a:cubicBezTo>
                  <a:cubicBezTo>
                    <a:pt x="4" y="9"/>
                    <a:pt x="3" y="13"/>
                    <a:pt x="3" y="1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1"/>
                    <a:pt x="1" y="8"/>
                    <a:pt x="1" y="6"/>
                  </a:cubicBezTo>
                  <a:cubicBezTo>
                    <a:pt x="1" y="2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6" name="Freeform 467">
              <a:extLst>
                <a:ext uri="{FF2B5EF4-FFF2-40B4-BE49-F238E27FC236}">
                  <a16:creationId xmlns:a16="http://schemas.microsoft.com/office/drawing/2014/main" id="{BF397CD8-E98E-4A26-8F7B-8E007D3B6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734"/>
              <a:ext cx="15" cy="38"/>
            </a:xfrm>
            <a:custGeom>
              <a:avLst/>
              <a:gdLst>
                <a:gd name="T0" fmla="*/ 1488 w 6"/>
                <a:gd name="T1" fmla="*/ 1200 h 14"/>
                <a:gd name="T2" fmla="*/ 988 w 6"/>
                <a:gd name="T3" fmla="*/ 3520 h 14"/>
                <a:gd name="T4" fmla="*/ 313 w 6"/>
                <a:gd name="T5" fmla="*/ 5600 h 14"/>
                <a:gd name="T6" fmla="*/ 0 w 6"/>
                <a:gd name="T7" fmla="*/ 4397 h 14"/>
                <a:gd name="T8" fmla="*/ 520 w 6"/>
                <a:gd name="T9" fmla="*/ 2823 h 14"/>
                <a:gd name="T10" fmla="*/ 988 w 6"/>
                <a:gd name="T11" fmla="*/ 0 h 14"/>
                <a:gd name="T12" fmla="*/ 1488 w 6"/>
                <a:gd name="T13" fmla="*/ 120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4">
                  <a:moveTo>
                    <a:pt x="6" y="3"/>
                  </a:moveTo>
                  <a:cubicBezTo>
                    <a:pt x="6" y="3"/>
                    <a:pt x="5" y="6"/>
                    <a:pt x="4" y="9"/>
                  </a:cubicBezTo>
                  <a:cubicBezTo>
                    <a:pt x="3" y="10"/>
                    <a:pt x="1" y="14"/>
                    <a:pt x="1" y="1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1" y="8"/>
                    <a:pt x="2" y="7"/>
                  </a:cubicBezTo>
                  <a:cubicBezTo>
                    <a:pt x="4" y="3"/>
                    <a:pt x="5" y="1"/>
                    <a:pt x="4" y="0"/>
                  </a:cubicBezTo>
                  <a:lnTo>
                    <a:pt x="6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7" name="Freeform 468">
              <a:extLst>
                <a:ext uri="{FF2B5EF4-FFF2-40B4-BE49-F238E27FC236}">
                  <a16:creationId xmlns:a16="http://schemas.microsoft.com/office/drawing/2014/main" id="{38E339D3-7B93-4283-8B7D-18C7BB18A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724"/>
              <a:ext cx="18" cy="34"/>
            </a:xfrm>
            <a:custGeom>
              <a:avLst/>
              <a:gdLst>
                <a:gd name="T0" fmla="*/ 1700 w 7"/>
                <a:gd name="T1" fmla="*/ 609 h 13"/>
                <a:gd name="T2" fmla="*/ 1448 w 7"/>
                <a:gd name="T3" fmla="*/ 2579 h 13"/>
                <a:gd name="T4" fmla="*/ 563 w 7"/>
                <a:gd name="T5" fmla="*/ 4166 h 13"/>
                <a:gd name="T6" fmla="*/ 357 w 7"/>
                <a:gd name="T7" fmla="*/ 3557 h 13"/>
                <a:gd name="T8" fmla="*/ 918 w 7"/>
                <a:gd name="T9" fmla="*/ 1969 h 13"/>
                <a:gd name="T10" fmla="*/ 1137 w 7"/>
                <a:gd name="T11" fmla="*/ 0 h 13"/>
                <a:gd name="T12" fmla="*/ 1700 w 7"/>
                <a:gd name="T13" fmla="*/ 60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6" y="2"/>
                  </a:moveTo>
                  <a:cubicBezTo>
                    <a:pt x="7" y="4"/>
                    <a:pt x="6" y="6"/>
                    <a:pt x="5" y="8"/>
                  </a:cubicBezTo>
                  <a:cubicBezTo>
                    <a:pt x="4" y="10"/>
                    <a:pt x="2" y="13"/>
                    <a:pt x="2" y="1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0"/>
                    <a:pt x="2" y="8"/>
                    <a:pt x="3" y="6"/>
                  </a:cubicBezTo>
                  <a:cubicBezTo>
                    <a:pt x="5" y="3"/>
                    <a:pt x="5" y="1"/>
                    <a:pt x="4" y="0"/>
                  </a:cubicBezTo>
                  <a:lnTo>
                    <a:pt x="6" y="2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8" name="Freeform 469">
              <a:extLst>
                <a:ext uri="{FF2B5EF4-FFF2-40B4-BE49-F238E27FC236}">
                  <a16:creationId xmlns:a16="http://schemas.microsoft.com/office/drawing/2014/main" id="{FE186683-37CE-45D0-AD00-A8CAFDDA4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710"/>
              <a:ext cx="15" cy="32"/>
            </a:xfrm>
            <a:custGeom>
              <a:avLst/>
              <a:gdLst>
                <a:gd name="T0" fmla="*/ 1488 w 6"/>
                <a:gd name="T1" fmla="*/ 661 h 12"/>
                <a:gd name="T2" fmla="*/ 988 w 6"/>
                <a:gd name="T3" fmla="*/ 2581 h 12"/>
                <a:gd name="T4" fmla="*/ 783 w 6"/>
                <a:gd name="T5" fmla="*/ 4301 h 12"/>
                <a:gd name="T6" fmla="*/ 313 w 6"/>
                <a:gd name="T7" fmla="*/ 3640 h 12"/>
                <a:gd name="T8" fmla="*/ 520 w 6"/>
                <a:gd name="T9" fmla="*/ 1763 h 12"/>
                <a:gd name="T10" fmla="*/ 988 w 6"/>
                <a:gd name="T11" fmla="*/ 0 h 12"/>
                <a:gd name="T12" fmla="*/ 1488 w 6"/>
                <a:gd name="T13" fmla="*/ 66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2">
                  <a:moveTo>
                    <a:pt x="6" y="2"/>
                  </a:moveTo>
                  <a:cubicBezTo>
                    <a:pt x="6" y="2"/>
                    <a:pt x="5" y="4"/>
                    <a:pt x="4" y="7"/>
                  </a:cubicBezTo>
                  <a:cubicBezTo>
                    <a:pt x="4" y="9"/>
                    <a:pt x="3" y="12"/>
                    <a:pt x="3" y="12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9"/>
                    <a:pt x="1" y="7"/>
                    <a:pt x="2" y="5"/>
                  </a:cubicBezTo>
                  <a:cubicBezTo>
                    <a:pt x="3" y="2"/>
                    <a:pt x="5" y="0"/>
                    <a:pt x="4" y="0"/>
                  </a:cubicBezTo>
                  <a:lnTo>
                    <a:pt x="6" y="2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9" name="Freeform 470">
              <a:extLst>
                <a:ext uri="{FF2B5EF4-FFF2-40B4-BE49-F238E27FC236}">
                  <a16:creationId xmlns:a16="http://schemas.microsoft.com/office/drawing/2014/main" id="{E77EDF51-853C-4B4B-8DFA-5CABA9A28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697"/>
              <a:ext cx="10" cy="37"/>
            </a:xfrm>
            <a:custGeom>
              <a:avLst/>
              <a:gdLst>
                <a:gd name="T0" fmla="*/ 783 w 4"/>
                <a:gd name="T1" fmla="*/ 629 h 14"/>
                <a:gd name="T2" fmla="*/ 988 w 4"/>
                <a:gd name="T3" fmla="*/ 2730 h 14"/>
                <a:gd name="T4" fmla="*/ 783 w 4"/>
                <a:gd name="T5" fmla="*/ 4784 h 14"/>
                <a:gd name="T6" fmla="*/ 313 w 4"/>
                <a:gd name="T7" fmla="*/ 4157 h 14"/>
                <a:gd name="T8" fmla="*/ 313 w 4"/>
                <a:gd name="T9" fmla="*/ 2437 h 14"/>
                <a:gd name="T10" fmla="*/ 313 w 4"/>
                <a:gd name="T11" fmla="*/ 0 h 14"/>
                <a:gd name="T12" fmla="*/ 783 w 4"/>
                <a:gd name="T13" fmla="*/ 62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4">
                  <a:moveTo>
                    <a:pt x="3" y="2"/>
                  </a:moveTo>
                  <a:cubicBezTo>
                    <a:pt x="4" y="3"/>
                    <a:pt x="4" y="6"/>
                    <a:pt x="4" y="8"/>
                  </a:cubicBezTo>
                  <a:cubicBezTo>
                    <a:pt x="3" y="10"/>
                    <a:pt x="3" y="14"/>
                    <a:pt x="3" y="1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1"/>
                    <a:pt x="1" y="9"/>
                    <a:pt x="1" y="7"/>
                  </a:cubicBezTo>
                  <a:cubicBezTo>
                    <a:pt x="2" y="3"/>
                    <a:pt x="2" y="0"/>
                    <a:pt x="1" y="0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0" name="Freeform 471">
              <a:extLst>
                <a:ext uri="{FF2B5EF4-FFF2-40B4-BE49-F238E27FC236}">
                  <a16:creationId xmlns:a16="http://schemas.microsoft.com/office/drawing/2014/main" id="{155617F8-A70F-4C8C-82ED-E5BBF2478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732"/>
              <a:ext cx="30" cy="18"/>
            </a:xfrm>
            <a:custGeom>
              <a:avLst/>
              <a:gdLst>
                <a:gd name="T0" fmla="*/ 0 w 12"/>
                <a:gd name="T1" fmla="*/ 918 h 7"/>
                <a:gd name="T2" fmla="*/ 2470 w 12"/>
                <a:gd name="T3" fmla="*/ 357 h 7"/>
                <a:gd name="T4" fmla="*/ 2938 w 12"/>
                <a:gd name="T5" fmla="*/ 1137 h 7"/>
                <a:gd name="T6" fmla="*/ 520 w 12"/>
                <a:gd name="T7" fmla="*/ 1448 h 7"/>
                <a:gd name="T8" fmla="*/ 0 w 12"/>
                <a:gd name="T9" fmla="*/ 9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1" y="4"/>
                    <a:pt x="10" y="0"/>
                    <a:pt x="10" y="1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3" y="7"/>
                    <a:pt x="2" y="5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1" name="Freeform 472">
              <a:extLst>
                <a:ext uri="{FF2B5EF4-FFF2-40B4-BE49-F238E27FC236}">
                  <a16:creationId xmlns:a16="http://schemas.microsoft.com/office/drawing/2014/main" id="{152A88A3-7B3F-4B33-BCCB-808837D5C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721"/>
              <a:ext cx="30" cy="19"/>
            </a:xfrm>
            <a:custGeom>
              <a:avLst/>
              <a:gdLst>
                <a:gd name="T0" fmla="*/ 0 w 12"/>
                <a:gd name="T1" fmla="*/ 760 h 7"/>
                <a:gd name="T2" fmla="*/ 2738 w 12"/>
                <a:gd name="T3" fmla="*/ 442 h 7"/>
                <a:gd name="T4" fmla="*/ 2938 w 12"/>
                <a:gd name="T5" fmla="*/ 1620 h 7"/>
                <a:gd name="T6" fmla="*/ 520 w 12"/>
                <a:gd name="T7" fmla="*/ 2063 h 7"/>
                <a:gd name="T8" fmla="*/ 0 w 12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0" y="2"/>
                  </a:moveTo>
                  <a:cubicBezTo>
                    <a:pt x="1" y="4"/>
                    <a:pt x="10" y="0"/>
                    <a:pt x="11" y="1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3" y="7"/>
                    <a:pt x="2" y="5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2" name="Freeform 473">
              <a:extLst>
                <a:ext uri="{FF2B5EF4-FFF2-40B4-BE49-F238E27FC236}">
                  <a16:creationId xmlns:a16="http://schemas.microsoft.com/office/drawing/2014/main" id="{D4424189-6247-4603-B886-ADD147585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724"/>
              <a:ext cx="20" cy="8"/>
            </a:xfrm>
            <a:custGeom>
              <a:avLst/>
              <a:gdLst>
                <a:gd name="T0" fmla="*/ 0 w 8"/>
                <a:gd name="T1" fmla="*/ 1059 h 3"/>
                <a:gd name="T2" fmla="*/ 1488 w 8"/>
                <a:gd name="T3" fmla="*/ 397 h 3"/>
                <a:gd name="T4" fmla="*/ 1958 w 8"/>
                <a:gd name="T5" fmla="*/ 0 h 3"/>
                <a:gd name="T6" fmla="*/ 1958 w 8"/>
                <a:gd name="T7" fmla="*/ 397 h 3"/>
                <a:gd name="T8" fmla="*/ 988 w 8"/>
                <a:gd name="T9" fmla="*/ 661 h 3"/>
                <a:gd name="T10" fmla="*/ 0 w 8"/>
                <a:gd name="T11" fmla="*/ 105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1" y="3"/>
                    <a:pt x="4" y="2"/>
                    <a:pt x="6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6" y="2"/>
                    <a:pt x="4" y="2"/>
                  </a:cubicBezTo>
                  <a:cubicBezTo>
                    <a:pt x="3" y="3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3" name="Freeform 474">
              <a:extLst>
                <a:ext uri="{FF2B5EF4-FFF2-40B4-BE49-F238E27FC236}">
                  <a16:creationId xmlns:a16="http://schemas.microsoft.com/office/drawing/2014/main" id="{221058A3-2F68-4445-AA37-A3342C38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737"/>
              <a:ext cx="20" cy="5"/>
            </a:xfrm>
            <a:custGeom>
              <a:avLst/>
              <a:gdLst>
                <a:gd name="T0" fmla="*/ 0 w 8"/>
                <a:gd name="T1" fmla="*/ 520 h 2"/>
                <a:gd name="T2" fmla="*/ 1488 w 8"/>
                <a:gd name="T3" fmla="*/ 0 h 2"/>
                <a:gd name="T4" fmla="*/ 1958 w 8"/>
                <a:gd name="T5" fmla="*/ 0 h 2"/>
                <a:gd name="T6" fmla="*/ 1958 w 8"/>
                <a:gd name="T7" fmla="*/ 0 h 2"/>
                <a:gd name="T8" fmla="*/ 988 w 8"/>
                <a:gd name="T9" fmla="*/ 313 h 2"/>
                <a:gd name="T10" fmla="*/ 0 w 8"/>
                <a:gd name="T11" fmla="*/ 5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6" y="1"/>
                    <a:pt x="4" y="1"/>
                  </a:cubicBezTo>
                  <a:cubicBezTo>
                    <a:pt x="3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4" name="Freeform 475">
              <a:extLst>
                <a:ext uri="{FF2B5EF4-FFF2-40B4-BE49-F238E27FC236}">
                  <a16:creationId xmlns:a16="http://schemas.microsoft.com/office/drawing/2014/main" id="{1F12C93F-71DD-4CBB-AABE-A6260D935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708"/>
              <a:ext cx="32" cy="18"/>
            </a:xfrm>
            <a:custGeom>
              <a:avLst/>
              <a:gdLst>
                <a:gd name="T0" fmla="*/ 0 w 13"/>
                <a:gd name="T1" fmla="*/ 918 h 7"/>
                <a:gd name="T2" fmla="*/ 2715 w 13"/>
                <a:gd name="T3" fmla="*/ 357 h 7"/>
                <a:gd name="T4" fmla="*/ 2897 w 13"/>
                <a:gd name="T5" fmla="*/ 918 h 7"/>
                <a:gd name="T6" fmla="*/ 448 w 13"/>
                <a:gd name="T7" fmla="*/ 1448 h 7"/>
                <a:gd name="T8" fmla="*/ 0 w 13"/>
                <a:gd name="T9" fmla="*/ 9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0" y="3"/>
                  </a:moveTo>
                  <a:cubicBezTo>
                    <a:pt x="2" y="5"/>
                    <a:pt x="11" y="0"/>
                    <a:pt x="12" y="1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4" y="7"/>
                    <a:pt x="2" y="5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5" name="Freeform 476">
              <a:extLst>
                <a:ext uri="{FF2B5EF4-FFF2-40B4-BE49-F238E27FC236}">
                  <a16:creationId xmlns:a16="http://schemas.microsoft.com/office/drawing/2014/main" id="{D8EC6921-7408-4B1F-B52C-1B453E97B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713"/>
              <a:ext cx="22" cy="5"/>
            </a:xfrm>
            <a:custGeom>
              <a:avLst/>
              <a:gdLst>
                <a:gd name="T0" fmla="*/ 0 w 9"/>
                <a:gd name="T1" fmla="*/ 520 h 2"/>
                <a:gd name="T2" fmla="*/ 1315 w 9"/>
                <a:gd name="T3" fmla="*/ 0 h 2"/>
                <a:gd name="T4" fmla="*/ 1931 w 9"/>
                <a:gd name="T5" fmla="*/ 0 h 2"/>
                <a:gd name="T6" fmla="*/ 1931 w 9"/>
                <a:gd name="T7" fmla="*/ 0 h 2"/>
                <a:gd name="T8" fmla="*/ 1039 w 9"/>
                <a:gd name="T9" fmla="*/ 313 h 2"/>
                <a:gd name="T10" fmla="*/ 0 w 9"/>
                <a:gd name="T11" fmla="*/ 5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6" y="1"/>
                    <a:pt x="5" y="1"/>
                  </a:cubicBezTo>
                  <a:cubicBezTo>
                    <a:pt x="3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6" name="Freeform 477">
              <a:extLst>
                <a:ext uri="{FF2B5EF4-FFF2-40B4-BE49-F238E27FC236}">
                  <a16:creationId xmlns:a16="http://schemas.microsoft.com/office/drawing/2014/main" id="{412455CB-23FB-42BA-8908-9593D016C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678"/>
              <a:ext cx="15" cy="35"/>
            </a:xfrm>
            <a:custGeom>
              <a:avLst/>
              <a:gdLst>
                <a:gd name="T0" fmla="*/ 783 w 6"/>
                <a:gd name="T1" fmla="*/ 428 h 13"/>
                <a:gd name="T2" fmla="*/ 1300 w 6"/>
                <a:gd name="T3" fmla="*/ 2673 h 13"/>
                <a:gd name="T4" fmla="*/ 1488 w 6"/>
                <a:gd name="T5" fmla="*/ 4935 h 13"/>
                <a:gd name="T6" fmla="*/ 783 w 6"/>
                <a:gd name="T7" fmla="*/ 4531 h 13"/>
                <a:gd name="T8" fmla="*/ 520 w 6"/>
                <a:gd name="T9" fmla="*/ 2673 h 13"/>
                <a:gd name="T10" fmla="*/ 0 w 6"/>
                <a:gd name="T11" fmla="*/ 0 h 13"/>
                <a:gd name="T12" fmla="*/ 783 w 6"/>
                <a:gd name="T13" fmla="*/ 42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3">
                  <a:moveTo>
                    <a:pt x="3" y="1"/>
                  </a:moveTo>
                  <a:cubicBezTo>
                    <a:pt x="4" y="2"/>
                    <a:pt x="5" y="5"/>
                    <a:pt x="5" y="7"/>
                  </a:cubicBezTo>
                  <a:cubicBezTo>
                    <a:pt x="6" y="9"/>
                    <a:pt x="6" y="13"/>
                    <a:pt x="6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2"/>
                    <a:pt x="3" y="9"/>
                    <a:pt x="2" y="7"/>
                  </a:cubicBezTo>
                  <a:cubicBezTo>
                    <a:pt x="2" y="3"/>
                    <a:pt x="0" y="1"/>
                    <a:pt x="0" y="0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7" name="Freeform 478">
              <a:extLst>
                <a:ext uri="{FF2B5EF4-FFF2-40B4-BE49-F238E27FC236}">
                  <a16:creationId xmlns:a16="http://schemas.microsoft.com/office/drawing/2014/main" id="{3DDFAAF4-7C99-4F02-B5C3-A0F1CFD2C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694"/>
              <a:ext cx="30" cy="24"/>
            </a:xfrm>
            <a:custGeom>
              <a:avLst/>
              <a:gdLst>
                <a:gd name="T0" fmla="*/ 0 w 12"/>
                <a:gd name="T1" fmla="*/ 2184 h 9"/>
                <a:gd name="T2" fmla="*/ 2270 w 12"/>
                <a:gd name="T3" fmla="*/ 397 h 9"/>
                <a:gd name="T4" fmla="*/ 2938 w 12"/>
                <a:gd name="T5" fmla="*/ 1059 h 9"/>
                <a:gd name="T6" fmla="*/ 520 w 12"/>
                <a:gd name="T7" fmla="*/ 2581 h 9"/>
                <a:gd name="T8" fmla="*/ 0 w 12"/>
                <a:gd name="T9" fmla="*/ 21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0" y="6"/>
                  </a:moveTo>
                  <a:cubicBezTo>
                    <a:pt x="2" y="7"/>
                    <a:pt x="9" y="0"/>
                    <a:pt x="9" y="1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2"/>
                    <a:pt x="4" y="9"/>
                    <a:pt x="2" y="7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8" name="Freeform 479">
              <a:extLst>
                <a:ext uri="{FF2B5EF4-FFF2-40B4-BE49-F238E27FC236}">
                  <a16:creationId xmlns:a16="http://schemas.microsoft.com/office/drawing/2014/main" id="{8F0CB916-252F-4277-96DD-1D91F44E2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673"/>
              <a:ext cx="15" cy="32"/>
            </a:xfrm>
            <a:custGeom>
              <a:avLst/>
              <a:gdLst>
                <a:gd name="T0" fmla="*/ 783 w 6"/>
                <a:gd name="T1" fmla="*/ 397 h 12"/>
                <a:gd name="T2" fmla="*/ 1300 w 6"/>
                <a:gd name="T3" fmla="*/ 2581 h 12"/>
                <a:gd name="T4" fmla="*/ 1488 w 6"/>
                <a:gd name="T5" fmla="*/ 4301 h 12"/>
                <a:gd name="T6" fmla="*/ 783 w 6"/>
                <a:gd name="T7" fmla="*/ 3891 h 12"/>
                <a:gd name="T8" fmla="*/ 520 w 6"/>
                <a:gd name="T9" fmla="*/ 2184 h 12"/>
                <a:gd name="T10" fmla="*/ 0 w 6"/>
                <a:gd name="T11" fmla="*/ 0 h 12"/>
                <a:gd name="T12" fmla="*/ 783 w 6"/>
                <a:gd name="T13" fmla="*/ 39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2">
                  <a:moveTo>
                    <a:pt x="3" y="1"/>
                  </a:moveTo>
                  <a:cubicBezTo>
                    <a:pt x="3" y="1"/>
                    <a:pt x="4" y="4"/>
                    <a:pt x="5" y="7"/>
                  </a:cubicBezTo>
                  <a:cubicBezTo>
                    <a:pt x="5" y="9"/>
                    <a:pt x="6" y="12"/>
                    <a:pt x="6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1"/>
                    <a:pt x="2" y="8"/>
                    <a:pt x="2" y="6"/>
                  </a:cubicBezTo>
                  <a:cubicBezTo>
                    <a:pt x="2" y="3"/>
                    <a:pt x="0" y="0"/>
                    <a:pt x="0" y="0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9" name="Freeform 480">
              <a:extLst>
                <a:ext uri="{FF2B5EF4-FFF2-40B4-BE49-F238E27FC236}">
                  <a16:creationId xmlns:a16="http://schemas.microsoft.com/office/drawing/2014/main" id="{11A1D72A-F070-49B1-88C5-539CED617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668"/>
              <a:ext cx="15" cy="32"/>
            </a:xfrm>
            <a:custGeom>
              <a:avLst/>
              <a:gdLst>
                <a:gd name="T0" fmla="*/ 783 w 6"/>
                <a:gd name="T1" fmla="*/ 397 h 12"/>
                <a:gd name="T2" fmla="*/ 1300 w 6"/>
                <a:gd name="T3" fmla="*/ 2581 h 12"/>
                <a:gd name="T4" fmla="*/ 1488 w 6"/>
                <a:gd name="T5" fmla="*/ 4301 h 12"/>
                <a:gd name="T6" fmla="*/ 783 w 6"/>
                <a:gd name="T7" fmla="*/ 3891 h 12"/>
                <a:gd name="T8" fmla="*/ 520 w 6"/>
                <a:gd name="T9" fmla="*/ 2184 h 12"/>
                <a:gd name="T10" fmla="*/ 0 w 6"/>
                <a:gd name="T11" fmla="*/ 0 h 12"/>
                <a:gd name="T12" fmla="*/ 783 w 6"/>
                <a:gd name="T13" fmla="*/ 39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2">
                  <a:moveTo>
                    <a:pt x="3" y="1"/>
                  </a:moveTo>
                  <a:cubicBezTo>
                    <a:pt x="4" y="2"/>
                    <a:pt x="5" y="4"/>
                    <a:pt x="5" y="7"/>
                  </a:cubicBezTo>
                  <a:cubicBezTo>
                    <a:pt x="5" y="9"/>
                    <a:pt x="6" y="12"/>
                    <a:pt x="6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1"/>
                    <a:pt x="2" y="8"/>
                    <a:pt x="2" y="6"/>
                  </a:cubicBezTo>
                  <a:cubicBezTo>
                    <a:pt x="2" y="2"/>
                    <a:pt x="1" y="1"/>
                    <a:pt x="0" y="0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0" name="Freeform 481">
              <a:extLst>
                <a:ext uri="{FF2B5EF4-FFF2-40B4-BE49-F238E27FC236}">
                  <a16:creationId xmlns:a16="http://schemas.microsoft.com/office/drawing/2014/main" id="{C9D0B15F-014B-46D1-8DA9-CB8EEE8BB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684"/>
              <a:ext cx="28" cy="24"/>
            </a:xfrm>
            <a:custGeom>
              <a:avLst/>
              <a:gdLst>
                <a:gd name="T0" fmla="*/ 0 w 11"/>
                <a:gd name="T1" fmla="*/ 2581 h 9"/>
                <a:gd name="T2" fmla="*/ 2146 w 11"/>
                <a:gd name="T3" fmla="*/ 0 h 9"/>
                <a:gd name="T4" fmla="*/ 2986 w 11"/>
                <a:gd name="T5" fmla="*/ 661 h 9"/>
                <a:gd name="T6" fmla="*/ 545 w 11"/>
                <a:gd name="T7" fmla="*/ 2824 h 9"/>
                <a:gd name="T8" fmla="*/ 0 w 11"/>
                <a:gd name="T9" fmla="*/ 258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2" y="8"/>
                    <a:pt x="7" y="0"/>
                    <a:pt x="8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5" y="9"/>
                    <a:pt x="2" y="8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1" name="Freeform 482">
              <a:extLst>
                <a:ext uri="{FF2B5EF4-FFF2-40B4-BE49-F238E27FC236}">
                  <a16:creationId xmlns:a16="http://schemas.microsoft.com/office/drawing/2014/main" id="{8DD5D42C-D411-48C8-91C7-0A4DB5300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678"/>
              <a:ext cx="27" cy="24"/>
            </a:xfrm>
            <a:custGeom>
              <a:avLst/>
              <a:gdLst>
                <a:gd name="T0" fmla="*/ 0 w 11"/>
                <a:gd name="T1" fmla="*/ 2581 h 9"/>
                <a:gd name="T2" fmla="*/ 1777 w 11"/>
                <a:gd name="T3" fmla="*/ 0 h 9"/>
                <a:gd name="T4" fmla="*/ 2398 w 11"/>
                <a:gd name="T5" fmla="*/ 661 h 9"/>
                <a:gd name="T6" fmla="*/ 621 w 11"/>
                <a:gd name="T7" fmla="*/ 2824 h 9"/>
                <a:gd name="T8" fmla="*/ 0 w 11"/>
                <a:gd name="T9" fmla="*/ 258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2" y="8"/>
                    <a:pt x="7" y="0"/>
                    <a:pt x="8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5" y="9"/>
                    <a:pt x="3" y="8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2" name="Freeform 483">
              <a:extLst>
                <a:ext uri="{FF2B5EF4-FFF2-40B4-BE49-F238E27FC236}">
                  <a16:creationId xmlns:a16="http://schemas.microsoft.com/office/drawing/2014/main" id="{F0DE0F7F-2FC5-4694-B35D-0A6C55535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665"/>
              <a:ext cx="20" cy="29"/>
            </a:xfrm>
            <a:custGeom>
              <a:avLst/>
              <a:gdLst>
                <a:gd name="T0" fmla="*/ 783 w 8"/>
                <a:gd name="T1" fmla="*/ 0 h 11"/>
                <a:gd name="T2" fmla="*/ 1488 w 8"/>
                <a:gd name="T3" fmla="*/ 2035 h 11"/>
                <a:gd name="T4" fmla="*/ 1958 w 8"/>
                <a:gd name="T5" fmla="*/ 3662 h 11"/>
                <a:gd name="T6" fmla="*/ 1300 w 8"/>
                <a:gd name="T7" fmla="*/ 3662 h 11"/>
                <a:gd name="T8" fmla="*/ 783 w 8"/>
                <a:gd name="T9" fmla="*/ 2035 h 11"/>
                <a:gd name="T10" fmla="*/ 0 w 8"/>
                <a:gd name="T11" fmla="*/ 0 h 11"/>
                <a:gd name="T12" fmla="*/ 783 w 8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1">
                  <a:moveTo>
                    <a:pt x="3" y="0"/>
                  </a:moveTo>
                  <a:cubicBezTo>
                    <a:pt x="3" y="1"/>
                    <a:pt x="5" y="3"/>
                    <a:pt x="6" y="6"/>
                  </a:cubicBezTo>
                  <a:cubicBezTo>
                    <a:pt x="7" y="8"/>
                    <a:pt x="8" y="11"/>
                    <a:pt x="8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0"/>
                    <a:pt x="4" y="8"/>
                    <a:pt x="3" y="6"/>
                  </a:cubicBezTo>
                  <a:cubicBezTo>
                    <a:pt x="2" y="2"/>
                    <a:pt x="1" y="0"/>
                    <a:pt x="0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3" name="Freeform 484">
              <a:extLst>
                <a:ext uri="{FF2B5EF4-FFF2-40B4-BE49-F238E27FC236}">
                  <a16:creationId xmlns:a16="http://schemas.microsoft.com/office/drawing/2014/main" id="{65801EC5-1AAA-413E-8EDF-2EE6DFFDA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673"/>
              <a:ext cx="25" cy="24"/>
            </a:xfrm>
            <a:custGeom>
              <a:avLst/>
              <a:gdLst>
                <a:gd name="T0" fmla="*/ 0 w 10"/>
                <a:gd name="T1" fmla="*/ 2581 h 9"/>
                <a:gd name="T2" fmla="*/ 1770 w 10"/>
                <a:gd name="T3" fmla="*/ 0 h 9"/>
                <a:gd name="T4" fmla="*/ 2470 w 10"/>
                <a:gd name="T5" fmla="*/ 397 h 9"/>
                <a:gd name="T6" fmla="*/ 520 w 10"/>
                <a:gd name="T7" fmla="*/ 2824 h 9"/>
                <a:gd name="T8" fmla="*/ 0 w 10"/>
                <a:gd name="T9" fmla="*/ 258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2" y="8"/>
                    <a:pt x="6" y="0"/>
                    <a:pt x="7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5" y="9"/>
                    <a:pt x="2" y="8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4" name="Freeform 485">
              <a:extLst>
                <a:ext uri="{FF2B5EF4-FFF2-40B4-BE49-F238E27FC236}">
                  <a16:creationId xmlns:a16="http://schemas.microsoft.com/office/drawing/2014/main" id="{CF033554-1627-44B4-854E-451BF2BEB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668"/>
              <a:ext cx="20" cy="24"/>
            </a:xfrm>
            <a:custGeom>
              <a:avLst/>
              <a:gdLst>
                <a:gd name="T0" fmla="*/ 1958 w 8"/>
                <a:gd name="T1" fmla="*/ 397 h 9"/>
                <a:gd name="T2" fmla="*/ 1300 w 8"/>
                <a:gd name="T3" fmla="*/ 0 h 9"/>
                <a:gd name="T4" fmla="*/ 0 w 8"/>
                <a:gd name="T5" fmla="*/ 2581 h 9"/>
                <a:gd name="T6" fmla="*/ 313 w 8"/>
                <a:gd name="T7" fmla="*/ 3243 h 9"/>
                <a:gd name="T8" fmla="*/ 1958 w 8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8" y="1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2" y="5"/>
                    <a:pt x="0" y="7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3" y="9"/>
                    <a:pt x="7" y="1"/>
                    <a:pt x="8" y="1"/>
                  </a:cubicBez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5" name="Freeform 486">
              <a:extLst>
                <a:ext uri="{FF2B5EF4-FFF2-40B4-BE49-F238E27FC236}">
                  <a16:creationId xmlns:a16="http://schemas.microsoft.com/office/drawing/2014/main" id="{D3D22795-D660-417F-8589-3EE45F79F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665"/>
              <a:ext cx="10" cy="11"/>
            </a:xfrm>
            <a:custGeom>
              <a:avLst/>
              <a:gdLst>
                <a:gd name="T0" fmla="*/ 313 w 4"/>
                <a:gd name="T1" fmla="*/ 0 h 4"/>
                <a:gd name="T2" fmla="*/ 0 w 4"/>
                <a:gd name="T3" fmla="*/ 462 h 4"/>
                <a:gd name="T4" fmla="*/ 520 w 4"/>
                <a:gd name="T5" fmla="*/ 1724 h 4"/>
                <a:gd name="T6" fmla="*/ 988 w 4"/>
                <a:gd name="T7" fmla="*/ 0 h 4"/>
                <a:gd name="T8" fmla="*/ 31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2"/>
                    <a:pt x="3" y="0"/>
                    <a:pt x="4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6" name="Freeform 487">
              <a:extLst>
                <a:ext uri="{FF2B5EF4-FFF2-40B4-BE49-F238E27FC236}">
                  <a16:creationId xmlns:a16="http://schemas.microsoft.com/office/drawing/2014/main" id="{9F519D7F-4A25-4362-B3A9-CEA656246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681"/>
              <a:ext cx="15" cy="16"/>
            </a:xfrm>
            <a:custGeom>
              <a:avLst/>
              <a:gdLst>
                <a:gd name="T0" fmla="*/ 0 w 6"/>
                <a:gd name="T1" fmla="*/ 2184 h 6"/>
                <a:gd name="T2" fmla="*/ 988 w 6"/>
                <a:gd name="T3" fmla="*/ 661 h 6"/>
                <a:gd name="T4" fmla="*/ 1488 w 6"/>
                <a:gd name="T5" fmla="*/ 0 h 6"/>
                <a:gd name="T6" fmla="*/ 1488 w 6"/>
                <a:gd name="T7" fmla="*/ 0 h 6"/>
                <a:gd name="T8" fmla="*/ 988 w 6"/>
                <a:gd name="T9" fmla="*/ 1459 h 6"/>
                <a:gd name="T10" fmla="*/ 0 w 6"/>
                <a:gd name="T11" fmla="*/ 218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5"/>
                    <a:pt x="3" y="4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2"/>
                    <a:pt x="4" y="4"/>
                  </a:cubicBezTo>
                  <a:cubicBezTo>
                    <a:pt x="3" y="5"/>
                    <a:pt x="2" y="5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7" name="Freeform 488">
              <a:extLst>
                <a:ext uri="{FF2B5EF4-FFF2-40B4-BE49-F238E27FC236}">
                  <a16:creationId xmlns:a16="http://schemas.microsoft.com/office/drawing/2014/main" id="{76AEE2E3-64EC-4302-BF50-2AA2DEA9E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676"/>
              <a:ext cx="13" cy="16"/>
            </a:xfrm>
            <a:custGeom>
              <a:avLst/>
              <a:gdLst>
                <a:gd name="T0" fmla="*/ 0 w 5"/>
                <a:gd name="T1" fmla="*/ 2184 h 6"/>
                <a:gd name="T2" fmla="*/ 967 w 5"/>
                <a:gd name="T3" fmla="*/ 661 h 6"/>
                <a:gd name="T4" fmla="*/ 1547 w 5"/>
                <a:gd name="T5" fmla="*/ 0 h 6"/>
                <a:gd name="T6" fmla="*/ 1547 w 5"/>
                <a:gd name="T7" fmla="*/ 0 h 6"/>
                <a:gd name="T8" fmla="*/ 967 w 5"/>
                <a:gd name="T9" fmla="*/ 1059 h 6"/>
                <a:gd name="T10" fmla="*/ 0 w 5"/>
                <a:gd name="T11" fmla="*/ 218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5"/>
                    <a:pt x="2" y="4"/>
                    <a:pt x="3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2"/>
                    <a:pt x="3" y="3"/>
                  </a:cubicBezTo>
                  <a:cubicBezTo>
                    <a:pt x="2" y="5"/>
                    <a:pt x="1" y="5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8" name="Freeform 489">
              <a:extLst>
                <a:ext uri="{FF2B5EF4-FFF2-40B4-BE49-F238E27FC236}">
                  <a16:creationId xmlns:a16="http://schemas.microsoft.com/office/drawing/2014/main" id="{BD350A9D-0F7C-4092-B42A-2784B567A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670"/>
              <a:ext cx="12" cy="19"/>
            </a:xfrm>
            <a:custGeom>
              <a:avLst/>
              <a:gdLst>
                <a:gd name="T0" fmla="*/ 0 w 5"/>
                <a:gd name="T1" fmla="*/ 2823 h 7"/>
                <a:gd name="T2" fmla="*/ 802 w 5"/>
                <a:gd name="T3" fmla="*/ 760 h 7"/>
                <a:gd name="T4" fmla="*/ 967 w 5"/>
                <a:gd name="T5" fmla="*/ 0 h 7"/>
                <a:gd name="T6" fmla="*/ 967 w 5"/>
                <a:gd name="T7" fmla="*/ 0 h 7"/>
                <a:gd name="T8" fmla="*/ 564 w 5"/>
                <a:gd name="T9" fmla="*/ 1620 h 7"/>
                <a:gd name="T10" fmla="*/ 0 w 5"/>
                <a:gd name="T11" fmla="*/ 2823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1" y="6"/>
                    <a:pt x="3" y="4"/>
                    <a:pt x="4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3"/>
                    <a:pt x="3" y="4"/>
                  </a:cubicBezTo>
                  <a:cubicBezTo>
                    <a:pt x="2" y="5"/>
                    <a:pt x="1" y="6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9" name="Freeform 490">
              <a:extLst>
                <a:ext uri="{FF2B5EF4-FFF2-40B4-BE49-F238E27FC236}">
                  <a16:creationId xmlns:a16="http://schemas.microsoft.com/office/drawing/2014/main" id="{5F4AA16E-A143-474C-8855-696576446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686"/>
              <a:ext cx="15" cy="16"/>
            </a:xfrm>
            <a:custGeom>
              <a:avLst/>
              <a:gdLst>
                <a:gd name="T0" fmla="*/ 0 w 6"/>
                <a:gd name="T1" fmla="*/ 2184 h 6"/>
                <a:gd name="T2" fmla="*/ 988 w 6"/>
                <a:gd name="T3" fmla="*/ 661 h 6"/>
                <a:gd name="T4" fmla="*/ 1488 w 6"/>
                <a:gd name="T5" fmla="*/ 0 h 6"/>
                <a:gd name="T6" fmla="*/ 1488 w 6"/>
                <a:gd name="T7" fmla="*/ 0 h 6"/>
                <a:gd name="T8" fmla="*/ 783 w 6"/>
                <a:gd name="T9" fmla="*/ 1459 h 6"/>
                <a:gd name="T10" fmla="*/ 0 w 6"/>
                <a:gd name="T11" fmla="*/ 218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5"/>
                    <a:pt x="2" y="4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4" y="2"/>
                    <a:pt x="3" y="4"/>
                  </a:cubicBezTo>
                  <a:cubicBezTo>
                    <a:pt x="2" y="5"/>
                    <a:pt x="1" y="5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0" name="Freeform 491">
              <a:extLst>
                <a:ext uri="{FF2B5EF4-FFF2-40B4-BE49-F238E27FC236}">
                  <a16:creationId xmlns:a16="http://schemas.microsoft.com/office/drawing/2014/main" id="{66E3EF57-2F69-42B3-A8CE-389162F97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697"/>
              <a:ext cx="18" cy="13"/>
            </a:xfrm>
            <a:custGeom>
              <a:avLst/>
              <a:gdLst>
                <a:gd name="T0" fmla="*/ 0 w 7"/>
                <a:gd name="T1" fmla="*/ 1547 h 5"/>
                <a:gd name="T2" fmla="*/ 1448 w 7"/>
                <a:gd name="T3" fmla="*/ 595 h 5"/>
                <a:gd name="T4" fmla="*/ 2003 w 7"/>
                <a:gd name="T5" fmla="*/ 0 h 5"/>
                <a:gd name="T6" fmla="*/ 2003 w 7"/>
                <a:gd name="T7" fmla="*/ 0 h 5"/>
                <a:gd name="T8" fmla="*/ 1137 w 7"/>
                <a:gd name="T9" fmla="*/ 967 h 5"/>
                <a:gd name="T10" fmla="*/ 0 w 7"/>
                <a:gd name="T11" fmla="*/ 154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1" y="5"/>
                    <a:pt x="3" y="3"/>
                    <a:pt x="5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2"/>
                    <a:pt x="4" y="3"/>
                  </a:cubicBezTo>
                  <a:cubicBezTo>
                    <a:pt x="3" y="4"/>
                    <a:pt x="2" y="5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1" name="Freeform 492">
              <a:extLst>
                <a:ext uri="{FF2B5EF4-FFF2-40B4-BE49-F238E27FC236}">
                  <a16:creationId xmlns:a16="http://schemas.microsoft.com/office/drawing/2014/main" id="{8CDC9BAB-7896-4AF8-96BD-2F65F3CF6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801"/>
              <a:ext cx="25" cy="27"/>
            </a:xfrm>
            <a:custGeom>
              <a:avLst/>
              <a:gdLst>
                <a:gd name="T0" fmla="*/ 2470 w 10"/>
                <a:gd name="T1" fmla="*/ 1158 h 10"/>
                <a:gd name="T2" fmla="*/ 1488 w 10"/>
                <a:gd name="T3" fmla="*/ 2719 h 10"/>
                <a:gd name="T4" fmla="*/ 313 w 10"/>
                <a:gd name="T5" fmla="*/ 3877 h 10"/>
                <a:gd name="T6" fmla="*/ 0 w 10"/>
                <a:gd name="T7" fmla="*/ 2719 h 10"/>
                <a:gd name="T8" fmla="*/ 1300 w 10"/>
                <a:gd name="T9" fmla="*/ 1596 h 10"/>
                <a:gd name="T10" fmla="*/ 2470 w 10"/>
                <a:gd name="T11" fmla="*/ 0 h 10"/>
                <a:gd name="T12" fmla="*/ 2470 w 10"/>
                <a:gd name="T13" fmla="*/ 115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0">
                  <a:moveTo>
                    <a:pt x="10" y="3"/>
                  </a:moveTo>
                  <a:cubicBezTo>
                    <a:pt x="10" y="4"/>
                    <a:pt x="8" y="6"/>
                    <a:pt x="6" y="7"/>
                  </a:cubicBezTo>
                  <a:cubicBezTo>
                    <a:pt x="4" y="8"/>
                    <a:pt x="1" y="10"/>
                    <a:pt x="1" y="1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3" y="5"/>
                    <a:pt x="5" y="4"/>
                  </a:cubicBezTo>
                  <a:cubicBezTo>
                    <a:pt x="8" y="2"/>
                    <a:pt x="10" y="1"/>
                    <a:pt x="10" y="0"/>
                  </a:cubicBezTo>
                  <a:lnTo>
                    <a:pt x="10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2" name="Freeform 493">
              <a:extLst>
                <a:ext uri="{FF2B5EF4-FFF2-40B4-BE49-F238E27FC236}">
                  <a16:creationId xmlns:a16="http://schemas.microsoft.com/office/drawing/2014/main" id="{0A0A6260-EC09-42F3-AD0C-4D8EE4C2E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788"/>
              <a:ext cx="22" cy="26"/>
            </a:xfrm>
            <a:custGeom>
              <a:avLst/>
              <a:gdLst>
                <a:gd name="T0" fmla="*/ 1931 w 9"/>
                <a:gd name="T1" fmla="*/ 967 h 10"/>
                <a:gd name="T2" fmla="*/ 1039 w 9"/>
                <a:gd name="T3" fmla="*/ 2142 h 10"/>
                <a:gd name="T4" fmla="*/ 0 w 9"/>
                <a:gd name="T5" fmla="*/ 3110 h 10"/>
                <a:gd name="T6" fmla="*/ 0 w 9"/>
                <a:gd name="T7" fmla="*/ 2142 h 10"/>
                <a:gd name="T8" fmla="*/ 860 w 9"/>
                <a:gd name="T9" fmla="*/ 1196 h 10"/>
                <a:gd name="T10" fmla="*/ 1931 w 9"/>
                <a:gd name="T11" fmla="*/ 0 h 10"/>
                <a:gd name="T12" fmla="*/ 1931 w 9"/>
                <a:gd name="T13" fmla="*/ 96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0">
                  <a:moveTo>
                    <a:pt x="9" y="3"/>
                  </a:moveTo>
                  <a:cubicBezTo>
                    <a:pt x="9" y="4"/>
                    <a:pt x="7" y="6"/>
                    <a:pt x="5" y="7"/>
                  </a:cubicBezTo>
                  <a:cubicBezTo>
                    <a:pt x="3" y="8"/>
                    <a:pt x="0" y="10"/>
                    <a:pt x="0" y="1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3" y="5"/>
                    <a:pt x="4" y="4"/>
                  </a:cubicBezTo>
                  <a:cubicBezTo>
                    <a:pt x="8" y="2"/>
                    <a:pt x="9" y="1"/>
                    <a:pt x="9" y="0"/>
                  </a:cubicBezTo>
                  <a:lnTo>
                    <a:pt x="9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3" name="Freeform 494">
              <a:extLst>
                <a:ext uri="{FF2B5EF4-FFF2-40B4-BE49-F238E27FC236}">
                  <a16:creationId xmlns:a16="http://schemas.microsoft.com/office/drawing/2014/main" id="{FA8A7B1B-7B2A-4A60-A9E1-0DEF088CE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769"/>
              <a:ext cx="23" cy="27"/>
            </a:xfrm>
            <a:custGeom>
              <a:avLst/>
              <a:gdLst>
                <a:gd name="T0" fmla="*/ 2167 w 9"/>
                <a:gd name="T1" fmla="*/ 751 h 10"/>
                <a:gd name="T2" fmla="*/ 1403 w 9"/>
                <a:gd name="T3" fmla="*/ 2282 h 10"/>
                <a:gd name="T4" fmla="*/ 332 w 9"/>
                <a:gd name="T5" fmla="*/ 3877 h 10"/>
                <a:gd name="T6" fmla="*/ 332 w 9"/>
                <a:gd name="T7" fmla="*/ 3127 h 10"/>
                <a:gd name="T8" fmla="*/ 1104 w 9"/>
                <a:gd name="T9" fmla="*/ 1596 h 10"/>
                <a:gd name="T10" fmla="*/ 2167 w 9"/>
                <a:gd name="T11" fmla="*/ 0 h 10"/>
                <a:gd name="T12" fmla="*/ 2167 w 9"/>
                <a:gd name="T13" fmla="*/ 751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0">
                  <a:moveTo>
                    <a:pt x="8" y="2"/>
                  </a:moveTo>
                  <a:cubicBezTo>
                    <a:pt x="9" y="3"/>
                    <a:pt x="7" y="5"/>
                    <a:pt x="5" y="6"/>
                  </a:cubicBezTo>
                  <a:cubicBezTo>
                    <a:pt x="4" y="8"/>
                    <a:pt x="1" y="10"/>
                    <a:pt x="1" y="1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6"/>
                    <a:pt x="2" y="5"/>
                    <a:pt x="4" y="4"/>
                  </a:cubicBezTo>
                  <a:cubicBezTo>
                    <a:pt x="7" y="1"/>
                    <a:pt x="8" y="0"/>
                    <a:pt x="8" y="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4" name="Freeform 495">
              <a:extLst>
                <a:ext uri="{FF2B5EF4-FFF2-40B4-BE49-F238E27FC236}">
                  <a16:creationId xmlns:a16="http://schemas.microsoft.com/office/drawing/2014/main" id="{E54BF09D-BBF2-4109-95BD-23488C474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750"/>
              <a:ext cx="20" cy="35"/>
            </a:xfrm>
            <a:custGeom>
              <a:avLst/>
              <a:gdLst>
                <a:gd name="T0" fmla="*/ 1958 w 8"/>
                <a:gd name="T1" fmla="*/ 1152 h 13"/>
                <a:gd name="T2" fmla="*/ 1300 w 8"/>
                <a:gd name="T3" fmla="*/ 3414 h 13"/>
                <a:gd name="T4" fmla="*/ 313 w 8"/>
                <a:gd name="T5" fmla="*/ 4935 h 13"/>
                <a:gd name="T6" fmla="*/ 0 w 8"/>
                <a:gd name="T7" fmla="*/ 3842 h 13"/>
                <a:gd name="T8" fmla="*/ 783 w 8"/>
                <a:gd name="T9" fmla="*/ 2262 h 13"/>
                <a:gd name="T10" fmla="*/ 1770 w 8"/>
                <a:gd name="T11" fmla="*/ 0 h 13"/>
                <a:gd name="T12" fmla="*/ 1958 w 8"/>
                <a:gd name="T13" fmla="*/ 115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3">
                  <a:moveTo>
                    <a:pt x="8" y="3"/>
                  </a:moveTo>
                  <a:cubicBezTo>
                    <a:pt x="8" y="4"/>
                    <a:pt x="6" y="7"/>
                    <a:pt x="5" y="9"/>
                  </a:cubicBezTo>
                  <a:cubicBezTo>
                    <a:pt x="4" y="10"/>
                    <a:pt x="1" y="13"/>
                    <a:pt x="1" y="1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2" y="8"/>
                    <a:pt x="3" y="6"/>
                  </a:cubicBezTo>
                  <a:cubicBezTo>
                    <a:pt x="6" y="3"/>
                    <a:pt x="7" y="1"/>
                    <a:pt x="7" y="0"/>
                  </a:cubicBezTo>
                  <a:lnTo>
                    <a:pt x="8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5" name="Freeform 496">
              <a:extLst>
                <a:ext uri="{FF2B5EF4-FFF2-40B4-BE49-F238E27FC236}">
                  <a16:creationId xmlns:a16="http://schemas.microsoft.com/office/drawing/2014/main" id="{E39E0FB6-ADE5-4610-BE59-474798DF7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790"/>
              <a:ext cx="22" cy="19"/>
            </a:xfrm>
            <a:custGeom>
              <a:avLst/>
              <a:gdLst>
                <a:gd name="T0" fmla="*/ 0 w 9"/>
                <a:gd name="T1" fmla="*/ 0 h 7"/>
                <a:gd name="T2" fmla="*/ 1931 w 9"/>
                <a:gd name="T3" fmla="*/ 1620 h 7"/>
                <a:gd name="T4" fmla="*/ 1931 w 9"/>
                <a:gd name="T5" fmla="*/ 2823 h 7"/>
                <a:gd name="T6" fmla="*/ 0 w 9"/>
                <a:gd name="T7" fmla="*/ 1200 h 7"/>
                <a:gd name="T8" fmla="*/ 0 w 9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0" y="2"/>
                    <a:pt x="9" y="3"/>
                    <a:pt x="9" y="4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0" y="5"/>
                    <a:pt x="0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6" name="Freeform 497">
              <a:extLst>
                <a:ext uri="{FF2B5EF4-FFF2-40B4-BE49-F238E27FC236}">
                  <a16:creationId xmlns:a16="http://schemas.microsoft.com/office/drawing/2014/main" id="{D8297990-DE21-4B2B-B9C0-6397C64D8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777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2470 w 10"/>
                <a:gd name="T3" fmla="*/ 1620 h 7"/>
                <a:gd name="T4" fmla="*/ 2470 w 10"/>
                <a:gd name="T5" fmla="*/ 2823 h 7"/>
                <a:gd name="T6" fmla="*/ 0 w 10"/>
                <a:gd name="T7" fmla="*/ 1200 h 7"/>
                <a:gd name="T8" fmla="*/ 0 w 1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0" y="2"/>
                    <a:pt x="10" y="3"/>
                    <a:pt x="10" y="4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6"/>
                    <a:pt x="1" y="5"/>
                    <a:pt x="0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7" name="Freeform 498">
              <a:extLst>
                <a:ext uri="{FF2B5EF4-FFF2-40B4-BE49-F238E27FC236}">
                  <a16:creationId xmlns:a16="http://schemas.microsoft.com/office/drawing/2014/main" id="{35D00376-FF6F-4696-856A-75A4174AD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782"/>
              <a:ext cx="20" cy="6"/>
            </a:xfrm>
            <a:custGeom>
              <a:avLst/>
              <a:gdLst>
                <a:gd name="T0" fmla="*/ 0 w 8"/>
                <a:gd name="T1" fmla="*/ 0 h 2"/>
                <a:gd name="T2" fmla="*/ 1488 w 8"/>
                <a:gd name="T3" fmla="*/ 729 h 2"/>
                <a:gd name="T4" fmla="*/ 1958 w 8"/>
                <a:gd name="T5" fmla="*/ 1458 h 2"/>
                <a:gd name="T6" fmla="*/ 1958 w 8"/>
                <a:gd name="T7" fmla="*/ 1458 h 2"/>
                <a:gd name="T8" fmla="*/ 988 w 8"/>
                <a:gd name="T9" fmla="*/ 1458 h 2"/>
                <a:gd name="T10" fmla="*/ 0 w 8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1" y="0"/>
                    <a:pt x="4" y="1"/>
                    <a:pt x="6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6" y="2"/>
                    <a:pt x="4" y="2"/>
                  </a:cubicBezTo>
                  <a:cubicBezTo>
                    <a:pt x="2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" name="Freeform 499">
              <a:extLst>
                <a:ext uri="{FF2B5EF4-FFF2-40B4-BE49-F238E27FC236}">
                  <a16:creationId xmlns:a16="http://schemas.microsoft.com/office/drawing/2014/main" id="{CB0C3B7C-0FCF-4566-9E8E-BE675D717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796"/>
              <a:ext cx="20" cy="5"/>
            </a:xfrm>
            <a:custGeom>
              <a:avLst/>
              <a:gdLst>
                <a:gd name="T0" fmla="*/ 0 w 8"/>
                <a:gd name="T1" fmla="*/ 0 h 2"/>
                <a:gd name="T2" fmla="*/ 1300 w 8"/>
                <a:gd name="T3" fmla="*/ 313 h 2"/>
                <a:gd name="T4" fmla="*/ 1958 w 8"/>
                <a:gd name="T5" fmla="*/ 520 h 2"/>
                <a:gd name="T6" fmla="*/ 1958 w 8"/>
                <a:gd name="T7" fmla="*/ 520 h 2"/>
                <a:gd name="T8" fmla="*/ 988 w 8"/>
                <a:gd name="T9" fmla="*/ 313 h 2"/>
                <a:gd name="T10" fmla="*/ 0 w 8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1" y="0"/>
                    <a:pt x="3" y="1"/>
                    <a:pt x="5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6" y="2"/>
                    <a:pt x="4" y="1"/>
                  </a:cubicBezTo>
                  <a:cubicBezTo>
                    <a:pt x="2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9" name="Freeform 500">
              <a:extLst>
                <a:ext uri="{FF2B5EF4-FFF2-40B4-BE49-F238E27FC236}">
                  <a16:creationId xmlns:a16="http://schemas.microsoft.com/office/drawing/2014/main" id="{32E4755D-202F-4260-A10A-027F9D6D0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758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2270 w 10"/>
                <a:gd name="T3" fmla="*/ 1620 h 7"/>
                <a:gd name="T4" fmla="*/ 2470 w 10"/>
                <a:gd name="T5" fmla="*/ 2823 h 7"/>
                <a:gd name="T6" fmla="*/ 0 w 10"/>
                <a:gd name="T7" fmla="*/ 1200 h 7"/>
                <a:gd name="T8" fmla="*/ 0 w 1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0" y="2"/>
                    <a:pt x="9" y="3"/>
                    <a:pt x="9" y="4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6"/>
                    <a:pt x="0" y="5"/>
                    <a:pt x="0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0" name="Freeform 501">
              <a:extLst>
                <a:ext uri="{FF2B5EF4-FFF2-40B4-BE49-F238E27FC236}">
                  <a16:creationId xmlns:a16="http://schemas.microsoft.com/office/drawing/2014/main" id="{D214B6F2-C6C8-4C2C-BEE5-142B7322B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764"/>
              <a:ext cx="20" cy="5"/>
            </a:xfrm>
            <a:custGeom>
              <a:avLst/>
              <a:gdLst>
                <a:gd name="T0" fmla="*/ 0 w 8"/>
                <a:gd name="T1" fmla="*/ 0 h 2"/>
                <a:gd name="T2" fmla="*/ 1300 w 8"/>
                <a:gd name="T3" fmla="*/ 520 h 2"/>
                <a:gd name="T4" fmla="*/ 1958 w 8"/>
                <a:gd name="T5" fmla="*/ 520 h 2"/>
                <a:gd name="T6" fmla="*/ 1958 w 8"/>
                <a:gd name="T7" fmla="*/ 520 h 2"/>
                <a:gd name="T8" fmla="*/ 783 w 8"/>
                <a:gd name="T9" fmla="*/ 520 h 2"/>
                <a:gd name="T10" fmla="*/ 0 w 8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1" y="1"/>
                    <a:pt x="3" y="1"/>
                    <a:pt x="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2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" name="Freeform 502">
              <a:extLst>
                <a:ext uri="{FF2B5EF4-FFF2-40B4-BE49-F238E27FC236}">
                  <a16:creationId xmlns:a16="http://schemas.microsoft.com/office/drawing/2014/main" id="{DFE1CB8B-24B3-462F-9B43-84C149F97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750"/>
              <a:ext cx="27" cy="14"/>
            </a:xfrm>
            <a:custGeom>
              <a:avLst/>
              <a:gdLst>
                <a:gd name="T0" fmla="*/ 0 w 11"/>
                <a:gd name="T1" fmla="*/ 0 h 5"/>
                <a:gd name="T2" fmla="*/ 2216 w 11"/>
                <a:gd name="T3" fmla="*/ 0 h 5"/>
                <a:gd name="T4" fmla="*/ 2398 w 11"/>
                <a:gd name="T5" fmla="*/ 1364 h 5"/>
                <a:gd name="T6" fmla="*/ 174 w 11"/>
                <a:gd name="T7" fmla="*/ 1364 h 5"/>
                <a:gd name="T8" fmla="*/ 0 w 1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0" y="2"/>
                    <a:pt x="10" y="0"/>
                    <a:pt x="10" y="0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2" y="5"/>
                    <a:pt x="1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" name="Freeform 503">
              <a:extLst>
                <a:ext uri="{FF2B5EF4-FFF2-40B4-BE49-F238E27FC236}">
                  <a16:creationId xmlns:a16="http://schemas.microsoft.com/office/drawing/2014/main" id="{995C7E82-2CB6-445B-AABC-56715E79F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753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488 w 8"/>
                <a:gd name="T3" fmla="*/ 0 h 1"/>
                <a:gd name="T4" fmla="*/ 1958 w 8"/>
                <a:gd name="T5" fmla="*/ 0 h 1"/>
                <a:gd name="T6" fmla="*/ 1958 w 8"/>
                <a:gd name="T7" fmla="*/ 0 h 1"/>
                <a:gd name="T8" fmla="*/ 988 w 8"/>
                <a:gd name="T9" fmla="*/ 729 h 1"/>
                <a:gd name="T10" fmla="*/ 0 w 8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1" y="1"/>
                    <a:pt x="4" y="0"/>
                    <a:pt x="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6" y="0"/>
                    <a:pt x="4" y="1"/>
                  </a:cubicBezTo>
                  <a:cubicBezTo>
                    <a:pt x="3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" name="Freeform 504">
              <a:extLst>
                <a:ext uri="{FF2B5EF4-FFF2-40B4-BE49-F238E27FC236}">
                  <a16:creationId xmlns:a16="http://schemas.microsoft.com/office/drawing/2014/main" id="{935015EF-5200-425F-9D23-21A8583D1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36"/>
              <a:ext cx="32" cy="16"/>
            </a:xfrm>
            <a:custGeom>
              <a:avLst/>
              <a:gdLst>
                <a:gd name="T0" fmla="*/ 2715 w 13"/>
                <a:gd name="T1" fmla="*/ 1059 h 6"/>
                <a:gd name="T2" fmla="*/ 1356 w 13"/>
                <a:gd name="T3" fmla="*/ 1763 h 6"/>
                <a:gd name="T4" fmla="*/ 0 w 13"/>
                <a:gd name="T5" fmla="*/ 2184 h 6"/>
                <a:gd name="T6" fmla="*/ 182 w 13"/>
                <a:gd name="T7" fmla="*/ 1459 h 6"/>
                <a:gd name="T8" fmla="*/ 1356 w 13"/>
                <a:gd name="T9" fmla="*/ 661 h 6"/>
                <a:gd name="T10" fmla="*/ 2897 w 13"/>
                <a:gd name="T11" fmla="*/ 0 h 6"/>
                <a:gd name="T12" fmla="*/ 2715 w 13"/>
                <a:gd name="T13" fmla="*/ 1059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">
                  <a:moveTo>
                    <a:pt x="12" y="3"/>
                  </a:moveTo>
                  <a:cubicBezTo>
                    <a:pt x="12" y="4"/>
                    <a:pt x="9" y="5"/>
                    <a:pt x="6" y="5"/>
                  </a:cubicBezTo>
                  <a:cubicBezTo>
                    <a:pt x="4" y="6"/>
                    <a:pt x="0" y="6"/>
                    <a:pt x="0" y="6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4" y="3"/>
                    <a:pt x="6" y="2"/>
                  </a:cubicBezTo>
                  <a:cubicBezTo>
                    <a:pt x="10" y="2"/>
                    <a:pt x="13" y="1"/>
                    <a:pt x="13" y="0"/>
                  </a:cubicBezTo>
                  <a:lnTo>
                    <a:pt x="12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" name="Freeform 505">
              <a:extLst>
                <a:ext uri="{FF2B5EF4-FFF2-40B4-BE49-F238E27FC236}">
                  <a16:creationId xmlns:a16="http://schemas.microsoft.com/office/drawing/2014/main" id="{9AF1A2DD-B6B2-41DB-80F5-8E43D01FB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822"/>
              <a:ext cx="28" cy="19"/>
            </a:xfrm>
            <a:custGeom>
              <a:avLst/>
              <a:gdLst>
                <a:gd name="T0" fmla="*/ 2688 w 11"/>
                <a:gd name="T1" fmla="*/ 1200 h 7"/>
                <a:gd name="T2" fmla="*/ 1387 w 11"/>
                <a:gd name="T3" fmla="*/ 2342 h 7"/>
                <a:gd name="T4" fmla="*/ 0 w 11"/>
                <a:gd name="T5" fmla="*/ 2823 h 7"/>
                <a:gd name="T6" fmla="*/ 331 w 11"/>
                <a:gd name="T7" fmla="*/ 1620 h 7"/>
                <a:gd name="T8" fmla="*/ 1601 w 11"/>
                <a:gd name="T9" fmla="*/ 1200 h 7"/>
                <a:gd name="T10" fmla="*/ 2986 w 11"/>
                <a:gd name="T11" fmla="*/ 0 h 7"/>
                <a:gd name="T12" fmla="*/ 2688 w 11"/>
                <a:gd name="T13" fmla="*/ 120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">
                  <a:moveTo>
                    <a:pt x="10" y="3"/>
                  </a:moveTo>
                  <a:cubicBezTo>
                    <a:pt x="10" y="4"/>
                    <a:pt x="8" y="5"/>
                    <a:pt x="5" y="6"/>
                  </a:cubicBezTo>
                  <a:cubicBezTo>
                    <a:pt x="3" y="6"/>
                    <a:pt x="0" y="7"/>
                    <a:pt x="0" y="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4" y="3"/>
                    <a:pt x="6" y="3"/>
                  </a:cubicBezTo>
                  <a:cubicBezTo>
                    <a:pt x="9" y="2"/>
                    <a:pt x="11" y="1"/>
                    <a:pt x="11" y="0"/>
                  </a:cubicBezTo>
                  <a:lnTo>
                    <a:pt x="10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" name="Freeform 506">
              <a:extLst>
                <a:ext uri="{FF2B5EF4-FFF2-40B4-BE49-F238E27FC236}">
                  <a16:creationId xmlns:a16="http://schemas.microsoft.com/office/drawing/2014/main" id="{ABE9D132-C201-4909-B010-39D80BC70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817"/>
              <a:ext cx="22" cy="27"/>
            </a:xfrm>
            <a:custGeom>
              <a:avLst/>
              <a:gdLst>
                <a:gd name="T0" fmla="*/ 174 w 9"/>
                <a:gd name="T1" fmla="*/ 0 h 10"/>
                <a:gd name="T2" fmla="*/ 1931 w 9"/>
                <a:gd name="T3" fmla="*/ 2719 h 10"/>
                <a:gd name="T4" fmla="*/ 1750 w 9"/>
                <a:gd name="T5" fmla="*/ 3877 h 10"/>
                <a:gd name="T6" fmla="*/ 0 w 9"/>
                <a:gd name="T7" fmla="*/ 1158 h 10"/>
                <a:gd name="T8" fmla="*/ 174 w 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0"/>
                  </a:moveTo>
                  <a:cubicBezTo>
                    <a:pt x="1" y="2"/>
                    <a:pt x="9" y="6"/>
                    <a:pt x="9" y="7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0" y="5"/>
                    <a:pt x="0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" name="Freeform 507">
              <a:extLst>
                <a:ext uri="{FF2B5EF4-FFF2-40B4-BE49-F238E27FC236}">
                  <a16:creationId xmlns:a16="http://schemas.microsoft.com/office/drawing/2014/main" id="{8F05B204-C327-4B97-BD81-BFD6FC9C1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804"/>
              <a:ext cx="25" cy="26"/>
            </a:xfrm>
            <a:custGeom>
              <a:avLst/>
              <a:gdLst>
                <a:gd name="T0" fmla="*/ 520 w 10"/>
                <a:gd name="T1" fmla="*/ 0 h 10"/>
                <a:gd name="T2" fmla="*/ 2270 w 10"/>
                <a:gd name="T3" fmla="*/ 2514 h 10"/>
                <a:gd name="T4" fmla="*/ 1958 w 10"/>
                <a:gd name="T5" fmla="*/ 3110 h 10"/>
                <a:gd name="T6" fmla="*/ 313 w 10"/>
                <a:gd name="T7" fmla="*/ 967 h 10"/>
                <a:gd name="T8" fmla="*/ 520 w 10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1" y="2"/>
                    <a:pt x="10" y="7"/>
                    <a:pt x="9" y="8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0" y="5"/>
                    <a:pt x="1" y="3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7" name="Freeform 508">
              <a:extLst>
                <a:ext uri="{FF2B5EF4-FFF2-40B4-BE49-F238E27FC236}">
                  <a16:creationId xmlns:a16="http://schemas.microsoft.com/office/drawing/2014/main" id="{7A5B0285-05DC-409F-AA62-01E336FF0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809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1137 w 7"/>
                <a:gd name="T3" fmla="*/ 1196 h 5"/>
                <a:gd name="T4" fmla="*/ 2003 w 7"/>
                <a:gd name="T5" fmla="*/ 1547 h 5"/>
                <a:gd name="T6" fmla="*/ 2003 w 7"/>
                <a:gd name="T7" fmla="*/ 1547 h 5"/>
                <a:gd name="T8" fmla="*/ 918 w 7"/>
                <a:gd name="T9" fmla="*/ 967 h 5"/>
                <a:gd name="T10" fmla="*/ 0 w 7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1"/>
                    <a:pt x="3" y="3"/>
                    <a:pt x="4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4" y="4"/>
                    <a:pt x="3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" name="Freeform 509">
              <a:extLst>
                <a:ext uri="{FF2B5EF4-FFF2-40B4-BE49-F238E27FC236}">
                  <a16:creationId xmlns:a16="http://schemas.microsoft.com/office/drawing/2014/main" id="{3DE0741E-C886-4D91-93FF-EB399B0EB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822"/>
              <a:ext cx="18" cy="14"/>
            </a:xfrm>
            <a:custGeom>
              <a:avLst/>
              <a:gdLst>
                <a:gd name="T0" fmla="*/ 0 w 7"/>
                <a:gd name="T1" fmla="*/ 0 h 5"/>
                <a:gd name="T2" fmla="*/ 1448 w 7"/>
                <a:gd name="T3" fmla="*/ 1364 h 5"/>
                <a:gd name="T4" fmla="*/ 2003 w 7"/>
                <a:gd name="T5" fmla="*/ 2391 h 5"/>
                <a:gd name="T6" fmla="*/ 2003 w 7"/>
                <a:gd name="T7" fmla="*/ 2391 h 5"/>
                <a:gd name="T8" fmla="*/ 918 w 7"/>
                <a:gd name="T9" fmla="*/ 1364 h 5"/>
                <a:gd name="T10" fmla="*/ 0 w 7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4" y="4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9" name="Freeform 510">
              <a:extLst>
                <a:ext uri="{FF2B5EF4-FFF2-40B4-BE49-F238E27FC236}">
                  <a16:creationId xmlns:a16="http://schemas.microsoft.com/office/drawing/2014/main" id="{F4EEB3DD-F711-4969-8802-31213A676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62"/>
              <a:ext cx="23" cy="11"/>
            </a:xfrm>
            <a:custGeom>
              <a:avLst/>
              <a:gdLst>
                <a:gd name="T0" fmla="*/ 1973 w 9"/>
                <a:gd name="T1" fmla="*/ 1271 h 4"/>
                <a:gd name="T2" fmla="*/ 2520 w 9"/>
                <a:gd name="T3" fmla="*/ 462 h 4"/>
                <a:gd name="T4" fmla="*/ 848 w 9"/>
                <a:gd name="T5" fmla="*/ 462 h 4"/>
                <a:gd name="T6" fmla="*/ 0 w 9"/>
                <a:gd name="T7" fmla="*/ 0 h 4"/>
                <a:gd name="T8" fmla="*/ 332 w 9"/>
                <a:gd name="T9" fmla="*/ 1724 h 4"/>
                <a:gd name="T10" fmla="*/ 549 w 9"/>
                <a:gd name="T11" fmla="*/ 1724 h 4"/>
                <a:gd name="T12" fmla="*/ 1973 w 9"/>
                <a:gd name="T13" fmla="*/ 1271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4">
                  <a:moveTo>
                    <a:pt x="7" y="3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8" y="2"/>
                    <a:pt x="7" y="2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5" y="4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" name="Freeform 511">
              <a:extLst>
                <a:ext uri="{FF2B5EF4-FFF2-40B4-BE49-F238E27FC236}">
                  <a16:creationId xmlns:a16="http://schemas.microsoft.com/office/drawing/2014/main" id="{E7D27261-979E-4E62-8FEF-339F6ACF6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52"/>
              <a:ext cx="33" cy="10"/>
            </a:xfrm>
            <a:custGeom>
              <a:avLst/>
              <a:gdLst>
                <a:gd name="T0" fmla="*/ 3158 w 13"/>
                <a:gd name="T1" fmla="*/ 783 h 4"/>
                <a:gd name="T2" fmla="*/ 1373 w 13"/>
                <a:gd name="T3" fmla="*/ 988 h 4"/>
                <a:gd name="T4" fmla="*/ 0 w 13"/>
                <a:gd name="T5" fmla="*/ 988 h 4"/>
                <a:gd name="T6" fmla="*/ 327 w 13"/>
                <a:gd name="T7" fmla="*/ 520 h 4"/>
                <a:gd name="T8" fmla="*/ 1571 w 13"/>
                <a:gd name="T9" fmla="*/ 520 h 4"/>
                <a:gd name="T10" fmla="*/ 3485 w 13"/>
                <a:gd name="T11" fmla="*/ 0 h 4"/>
                <a:gd name="T12" fmla="*/ 3158 w 13"/>
                <a:gd name="T13" fmla="*/ 783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">
                  <a:moveTo>
                    <a:pt x="12" y="3"/>
                  </a:moveTo>
                  <a:cubicBezTo>
                    <a:pt x="11" y="4"/>
                    <a:pt x="8" y="4"/>
                    <a:pt x="5" y="4"/>
                  </a:cubicBezTo>
                  <a:cubicBezTo>
                    <a:pt x="3" y="4"/>
                    <a:pt x="0" y="4"/>
                    <a:pt x="0" y="4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4" y="1"/>
                    <a:pt x="6" y="2"/>
                  </a:cubicBezTo>
                  <a:cubicBezTo>
                    <a:pt x="10" y="2"/>
                    <a:pt x="13" y="1"/>
                    <a:pt x="13" y="0"/>
                  </a:cubicBezTo>
                  <a:lnTo>
                    <a:pt x="12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1" name="Freeform 512">
              <a:extLst>
                <a:ext uri="{FF2B5EF4-FFF2-40B4-BE49-F238E27FC236}">
                  <a16:creationId xmlns:a16="http://schemas.microsoft.com/office/drawing/2014/main" id="{5D543FAA-FFD7-4390-972B-B04362B4A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54"/>
              <a:ext cx="18" cy="35"/>
            </a:xfrm>
            <a:custGeom>
              <a:avLst/>
              <a:gdLst>
                <a:gd name="T0" fmla="*/ 1137 w 7"/>
                <a:gd name="T1" fmla="*/ 0 h 13"/>
                <a:gd name="T2" fmla="*/ 1700 w 7"/>
                <a:gd name="T3" fmla="*/ 4254 h 13"/>
                <a:gd name="T4" fmla="*/ 1137 w 7"/>
                <a:gd name="T5" fmla="*/ 4935 h 13"/>
                <a:gd name="T6" fmla="*/ 357 w 7"/>
                <a:gd name="T7" fmla="*/ 681 h 13"/>
                <a:gd name="T8" fmla="*/ 1137 w 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4" y="0"/>
                  </a:moveTo>
                  <a:cubicBezTo>
                    <a:pt x="2" y="2"/>
                    <a:pt x="7" y="10"/>
                    <a:pt x="6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2"/>
                    <a:pt x="0" y="4"/>
                    <a:pt x="1" y="2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2" name="Freeform 513">
              <a:extLst>
                <a:ext uri="{FF2B5EF4-FFF2-40B4-BE49-F238E27FC236}">
                  <a16:creationId xmlns:a16="http://schemas.microsoft.com/office/drawing/2014/main" id="{9B33CC97-2D56-409E-9C86-436510171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60"/>
              <a:ext cx="7" cy="21"/>
            </a:xfrm>
            <a:custGeom>
              <a:avLst/>
              <a:gdLst>
                <a:gd name="T0" fmla="*/ 0 w 3"/>
                <a:gd name="T1" fmla="*/ 0 h 8"/>
                <a:gd name="T2" fmla="*/ 355 w 3"/>
                <a:gd name="T3" fmla="*/ 1992 h 8"/>
                <a:gd name="T4" fmla="*/ 469 w 3"/>
                <a:gd name="T5" fmla="*/ 2604 h 8"/>
                <a:gd name="T6" fmla="*/ 469 w 3"/>
                <a:gd name="T7" fmla="*/ 2604 h 8"/>
                <a:gd name="T8" fmla="*/ 152 w 3"/>
                <a:gd name="T9" fmla="*/ 1378 h 8"/>
                <a:gd name="T10" fmla="*/ 0 w 3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1" y="6"/>
                    <a:pt x="1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3" name="Freeform 514">
              <a:extLst>
                <a:ext uri="{FF2B5EF4-FFF2-40B4-BE49-F238E27FC236}">
                  <a16:creationId xmlns:a16="http://schemas.microsoft.com/office/drawing/2014/main" id="{36A7B323-F57A-4858-AD53-8FF4E4314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41"/>
              <a:ext cx="18" cy="32"/>
            </a:xfrm>
            <a:custGeom>
              <a:avLst/>
              <a:gdLst>
                <a:gd name="T0" fmla="*/ 1137 w 7"/>
                <a:gd name="T1" fmla="*/ 0 h 12"/>
                <a:gd name="T2" fmla="*/ 2003 w 7"/>
                <a:gd name="T3" fmla="*/ 3640 h 12"/>
                <a:gd name="T4" fmla="*/ 1448 w 7"/>
                <a:gd name="T5" fmla="*/ 4301 h 12"/>
                <a:gd name="T6" fmla="*/ 563 w 7"/>
                <a:gd name="T7" fmla="*/ 661 h 12"/>
                <a:gd name="T8" fmla="*/ 1137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4" y="0"/>
                  </a:moveTo>
                  <a:cubicBezTo>
                    <a:pt x="2" y="1"/>
                    <a:pt x="7" y="10"/>
                    <a:pt x="7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0" y="4"/>
                    <a:pt x="2" y="2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4" name="Freeform 515">
              <a:extLst>
                <a:ext uri="{FF2B5EF4-FFF2-40B4-BE49-F238E27FC236}">
                  <a16:creationId xmlns:a16="http://schemas.microsoft.com/office/drawing/2014/main" id="{D9DD740C-D103-4664-B2CF-9B428A5FC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846"/>
              <a:ext cx="7" cy="22"/>
            </a:xfrm>
            <a:custGeom>
              <a:avLst/>
              <a:gdLst>
                <a:gd name="T0" fmla="*/ 0 w 3"/>
                <a:gd name="T1" fmla="*/ 0 h 8"/>
                <a:gd name="T2" fmla="*/ 355 w 3"/>
                <a:gd name="T3" fmla="*/ 2225 h 8"/>
                <a:gd name="T4" fmla="*/ 469 w 3"/>
                <a:gd name="T5" fmla="*/ 3495 h 8"/>
                <a:gd name="T6" fmla="*/ 469 w 3"/>
                <a:gd name="T7" fmla="*/ 3495 h 8"/>
                <a:gd name="T8" fmla="*/ 152 w 3"/>
                <a:gd name="T9" fmla="*/ 1724 h 8"/>
                <a:gd name="T10" fmla="*/ 0 w 3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2" y="6"/>
                    <a:pt x="1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5" name="Freeform 516">
              <a:extLst>
                <a:ext uri="{FF2B5EF4-FFF2-40B4-BE49-F238E27FC236}">
                  <a16:creationId xmlns:a16="http://schemas.microsoft.com/office/drawing/2014/main" id="{FEA83BF9-1922-4A25-962E-944CA54AD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830"/>
              <a:ext cx="22" cy="32"/>
            </a:xfrm>
            <a:custGeom>
              <a:avLst/>
              <a:gdLst>
                <a:gd name="T0" fmla="*/ 425 w 9"/>
                <a:gd name="T1" fmla="*/ 0 h 12"/>
                <a:gd name="T2" fmla="*/ 1750 w 9"/>
                <a:gd name="T3" fmla="*/ 3243 h 12"/>
                <a:gd name="T4" fmla="*/ 1506 w 9"/>
                <a:gd name="T5" fmla="*/ 4301 h 12"/>
                <a:gd name="T6" fmla="*/ 174 w 9"/>
                <a:gd name="T7" fmla="*/ 1059 h 12"/>
                <a:gd name="T8" fmla="*/ 425 w 9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2" y="0"/>
                  </a:moveTo>
                  <a:cubicBezTo>
                    <a:pt x="1" y="2"/>
                    <a:pt x="9" y="8"/>
                    <a:pt x="8" y="9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1"/>
                    <a:pt x="0" y="5"/>
                    <a:pt x="1" y="3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6" name="Freeform 517">
              <a:extLst>
                <a:ext uri="{FF2B5EF4-FFF2-40B4-BE49-F238E27FC236}">
                  <a16:creationId xmlns:a16="http://schemas.microsoft.com/office/drawing/2014/main" id="{09C250E0-9EFC-4DF9-ACA0-8E4158752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838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88 w 6"/>
                <a:gd name="T3" fmla="*/ 1459 h 6"/>
                <a:gd name="T4" fmla="*/ 1488 w 6"/>
                <a:gd name="T5" fmla="*/ 1763 h 6"/>
                <a:gd name="T6" fmla="*/ 1488 w 6"/>
                <a:gd name="T7" fmla="*/ 2184 h 6"/>
                <a:gd name="T8" fmla="*/ 520 w 6"/>
                <a:gd name="T9" fmla="*/ 1059 h 6"/>
                <a:gd name="T10" fmla="*/ 0 w 6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1"/>
                    <a:pt x="2" y="2"/>
                    <a:pt x="4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4" y="4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7" name="Freeform 518">
              <a:extLst>
                <a:ext uri="{FF2B5EF4-FFF2-40B4-BE49-F238E27FC236}">
                  <a16:creationId xmlns:a16="http://schemas.microsoft.com/office/drawing/2014/main" id="{41B30DDC-EB5D-4652-906E-F0DC03B79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278"/>
              <a:ext cx="8" cy="14"/>
            </a:xfrm>
            <a:custGeom>
              <a:avLst/>
              <a:gdLst>
                <a:gd name="T0" fmla="*/ 397 w 3"/>
                <a:gd name="T1" fmla="*/ 1912 h 5"/>
                <a:gd name="T2" fmla="*/ 1059 w 3"/>
                <a:gd name="T3" fmla="*/ 2391 h 5"/>
                <a:gd name="T4" fmla="*/ 661 w 3"/>
                <a:gd name="T5" fmla="*/ 0 h 5"/>
                <a:gd name="T6" fmla="*/ 0 w 3"/>
                <a:gd name="T7" fmla="*/ 0 h 5"/>
                <a:gd name="T8" fmla="*/ 397 w 3"/>
                <a:gd name="T9" fmla="*/ 19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1" y="4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2" y="3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8" name="Freeform 519">
              <a:extLst>
                <a:ext uri="{FF2B5EF4-FFF2-40B4-BE49-F238E27FC236}">
                  <a16:creationId xmlns:a16="http://schemas.microsoft.com/office/drawing/2014/main" id="{915367C3-0262-4CDE-A036-6C57D7E47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278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0 w 4"/>
                <a:gd name="T3" fmla="*/ 442 h 7"/>
                <a:gd name="T4" fmla="*/ 520 w 4"/>
                <a:gd name="T5" fmla="*/ 2342 h 7"/>
                <a:gd name="T6" fmla="*/ 988 w 4"/>
                <a:gd name="T7" fmla="*/ 2823 h 7"/>
                <a:gd name="T8" fmla="*/ 783 w 4"/>
                <a:gd name="T9" fmla="*/ 760 h 7"/>
                <a:gd name="T10" fmla="*/ 783 w 4"/>
                <a:gd name="T11" fmla="*/ 0 h 7"/>
                <a:gd name="T12" fmla="*/ 0 w 4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1" y="5"/>
                    <a:pt x="2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2" y="5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9" name="Freeform 520">
              <a:extLst>
                <a:ext uri="{FF2B5EF4-FFF2-40B4-BE49-F238E27FC236}">
                  <a16:creationId xmlns:a16="http://schemas.microsoft.com/office/drawing/2014/main" id="{109B5056-FB2A-478B-8A61-9E201A1E2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276"/>
              <a:ext cx="12" cy="24"/>
            </a:xfrm>
            <a:custGeom>
              <a:avLst/>
              <a:gdLst>
                <a:gd name="T0" fmla="*/ 564 w 5"/>
                <a:gd name="T1" fmla="*/ 3243 h 9"/>
                <a:gd name="T2" fmla="*/ 168 w 5"/>
                <a:gd name="T3" fmla="*/ 1459 h 9"/>
                <a:gd name="T4" fmla="*/ 0 w 5"/>
                <a:gd name="T5" fmla="*/ 0 h 9"/>
                <a:gd name="T6" fmla="*/ 403 w 5"/>
                <a:gd name="T7" fmla="*/ 397 h 9"/>
                <a:gd name="T8" fmla="*/ 564 w 5"/>
                <a:gd name="T9" fmla="*/ 1763 h 9"/>
                <a:gd name="T10" fmla="*/ 967 w 5"/>
                <a:gd name="T11" fmla="*/ 3243 h 9"/>
                <a:gd name="T12" fmla="*/ 564 w 5"/>
                <a:gd name="T13" fmla="*/ 324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3" y="9"/>
                  </a:moveTo>
                  <a:cubicBezTo>
                    <a:pt x="2" y="9"/>
                    <a:pt x="1" y="6"/>
                    <a:pt x="1" y="4"/>
                  </a:cubicBezTo>
                  <a:cubicBezTo>
                    <a:pt x="1" y="3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3"/>
                    <a:pt x="3" y="5"/>
                  </a:cubicBezTo>
                  <a:cubicBezTo>
                    <a:pt x="4" y="7"/>
                    <a:pt x="4" y="9"/>
                    <a:pt x="5" y="9"/>
                  </a:cubicBezTo>
                  <a:lnTo>
                    <a:pt x="3" y="9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0" name="Freeform 521">
              <a:extLst>
                <a:ext uri="{FF2B5EF4-FFF2-40B4-BE49-F238E27FC236}">
                  <a16:creationId xmlns:a16="http://schemas.microsoft.com/office/drawing/2014/main" id="{A90E8AC6-EEA3-4CD4-9DCB-C61AA206A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281"/>
              <a:ext cx="12" cy="27"/>
            </a:xfrm>
            <a:custGeom>
              <a:avLst/>
              <a:gdLst>
                <a:gd name="T0" fmla="*/ 403 w 5"/>
                <a:gd name="T1" fmla="*/ 3464 h 10"/>
                <a:gd name="T2" fmla="*/ 168 w 5"/>
                <a:gd name="T3" fmla="*/ 1596 h 10"/>
                <a:gd name="T4" fmla="*/ 0 w 5"/>
                <a:gd name="T5" fmla="*/ 0 h 10"/>
                <a:gd name="T6" fmla="*/ 403 w 5"/>
                <a:gd name="T7" fmla="*/ 429 h 10"/>
                <a:gd name="T8" fmla="*/ 564 w 5"/>
                <a:gd name="T9" fmla="*/ 1596 h 10"/>
                <a:gd name="T10" fmla="*/ 967 w 5"/>
                <a:gd name="T11" fmla="*/ 3877 h 10"/>
                <a:gd name="T12" fmla="*/ 403 w 5"/>
                <a:gd name="T13" fmla="*/ 346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0">
                  <a:moveTo>
                    <a:pt x="2" y="9"/>
                  </a:moveTo>
                  <a:cubicBezTo>
                    <a:pt x="2" y="8"/>
                    <a:pt x="1" y="6"/>
                    <a:pt x="1" y="4"/>
                  </a:cubicBezTo>
                  <a:cubicBezTo>
                    <a:pt x="0" y="3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3"/>
                    <a:pt x="3" y="4"/>
                  </a:cubicBezTo>
                  <a:cubicBezTo>
                    <a:pt x="3" y="7"/>
                    <a:pt x="4" y="9"/>
                    <a:pt x="5" y="10"/>
                  </a:cubicBezTo>
                  <a:lnTo>
                    <a:pt x="2" y="9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1" name="Freeform 522">
              <a:extLst>
                <a:ext uri="{FF2B5EF4-FFF2-40B4-BE49-F238E27FC236}">
                  <a16:creationId xmlns:a16="http://schemas.microsoft.com/office/drawing/2014/main" id="{D364EE82-8456-4499-BFC6-D5AD2533E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273"/>
              <a:ext cx="22" cy="19"/>
            </a:xfrm>
            <a:custGeom>
              <a:avLst/>
              <a:gdLst>
                <a:gd name="T0" fmla="*/ 1931 w 9"/>
                <a:gd name="T1" fmla="*/ 760 h 7"/>
                <a:gd name="T2" fmla="*/ 425 w 9"/>
                <a:gd name="T3" fmla="*/ 2823 h 7"/>
                <a:gd name="T4" fmla="*/ 0 w 9"/>
                <a:gd name="T5" fmla="*/ 2342 h 7"/>
                <a:gd name="T6" fmla="*/ 1506 w 9"/>
                <a:gd name="T7" fmla="*/ 442 h 7"/>
                <a:gd name="T8" fmla="*/ 1931 w 9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2"/>
                  </a:moveTo>
                  <a:cubicBezTo>
                    <a:pt x="7" y="1"/>
                    <a:pt x="3" y="7"/>
                    <a:pt x="2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5" y="0"/>
                    <a:pt x="7" y="1"/>
                  </a:cubicBezTo>
                  <a:lnTo>
                    <a:pt x="9" y="2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2" name="Freeform 523">
              <a:extLst>
                <a:ext uri="{FF2B5EF4-FFF2-40B4-BE49-F238E27FC236}">
                  <a16:creationId xmlns:a16="http://schemas.microsoft.com/office/drawing/2014/main" id="{BBBFBAD4-8244-45BB-9CED-A901E2E97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278"/>
              <a:ext cx="20" cy="19"/>
            </a:xfrm>
            <a:custGeom>
              <a:avLst/>
              <a:gdLst>
                <a:gd name="T0" fmla="*/ 1958 w 8"/>
                <a:gd name="T1" fmla="*/ 760 h 7"/>
                <a:gd name="T2" fmla="*/ 520 w 8"/>
                <a:gd name="T3" fmla="*/ 2823 h 7"/>
                <a:gd name="T4" fmla="*/ 0 w 8"/>
                <a:gd name="T5" fmla="*/ 2063 h 7"/>
                <a:gd name="T6" fmla="*/ 1488 w 8"/>
                <a:gd name="T7" fmla="*/ 442 h 7"/>
                <a:gd name="T8" fmla="*/ 1958 w 8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8" y="2"/>
                  </a:moveTo>
                  <a:cubicBezTo>
                    <a:pt x="7" y="1"/>
                    <a:pt x="2" y="7"/>
                    <a:pt x="2" y="7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4" y="0"/>
                    <a:pt x="6" y="1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3" name="Freeform 524">
              <a:extLst>
                <a:ext uri="{FF2B5EF4-FFF2-40B4-BE49-F238E27FC236}">
                  <a16:creationId xmlns:a16="http://schemas.microsoft.com/office/drawing/2014/main" id="{A7B86AFC-E7C6-49FF-9B98-F64E5662B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286"/>
              <a:ext cx="13" cy="27"/>
            </a:xfrm>
            <a:custGeom>
              <a:avLst/>
              <a:gdLst>
                <a:gd name="T0" fmla="*/ 595 w 5"/>
                <a:gd name="T1" fmla="*/ 3464 h 10"/>
                <a:gd name="T2" fmla="*/ 0 w 5"/>
                <a:gd name="T3" fmla="*/ 1596 h 10"/>
                <a:gd name="T4" fmla="*/ 0 w 5"/>
                <a:gd name="T5" fmla="*/ 0 h 10"/>
                <a:gd name="T6" fmla="*/ 595 w 5"/>
                <a:gd name="T7" fmla="*/ 429 h 10"/>
                <a:gd name="T8" fmla="*/ 967 w 5"/>
                <a:gd name="T9" fmla="*/ 2028 h 10"/>
                <a:gd name="T10" fmla="*/ 1547 w 5"/>
                <a:gd name="T11" fmla="*/ 3877 h 10"/>
                <a:gd name="T12" fmla="*/ 595 w 5"/>
                <a:gd name="T13" fmla="*/ 346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0">
                  <a:moveTo>
                    <a:pt x="2" y="9"/>
                  </a:moveTo>
                  <a:cubicBezTo>
                    <a:pt x="2" y="9"/>
                    <a:pt x="1" y="6"/>
                    <a:pt x="0" y="4"/>
                  </a:cubicBezTo>
                  <a:cubicBezTo>
                    <a:pt x="0" y="3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2" y="3"/>
                    <a:pt x="3" y="5"/>
                  </a:cubicBezTo>
                  <a:cubicBezTo>
                    <a:pt x="3" y="7"/>
                    <a:pt x="4" y="9"/>
                    <a:pt x="5" y="10"/>
                  </a:cubicBezTo>
                  <a:lnTo>
                    <a:pt x="2" y="9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4" name="Freeform 525">
              <a:extLst>
                <a:ext uri="{FF2B5EF4-FFF2-40B4-BE49-F238E27FC236}">
                  <a16:creationId xmlns:a16="http://schemas.microsoft.com/office/drawing/2014/main" id="{13BA9EA2-2D6A-48C4-990A-45BDF25A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289"/>
              <a:ext cx="12" cy="27"/>
            </a:xfrm>
            <a:custGeom>
              <a:avLst/>
              <a:gdLst>
                <a:gd name="T0" fmla="*/ 564 w 5"/>
                <a:gd name="T1" fmla="*/ 3464 h 10"/>
                <a:gd name="T2" fmla="*/ 168 w 5"/>
                <a:gd name="T3" fmla="*/ 2028 h 10"/>
                <a:gd name="T4" fmla="*/ 0 w 5"/>
                <a:gd name="T5" fmla="*/ 0 h 10"/>
                <a:gd name="T6" fmla="*/ 564 w 5"/>
                <a:gd name="T7" fmla="*/ 429 h 10"/>
                <a:gd name="T8" fmla="*/ 564 w 5"/>
                <a:gd name="T9" fmla="*/ 2028 h 10"/>
                <a:gd name="T10" fmla="*/ 967 w 5"/>
                <a:gd name="T11" fmla="*/ 3877 h 10"/>
                <a:gd name="T12" fmla="*/ 564 w 5"/>
                <a:gd name="T13" fmla="*/ 346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0">
                  <a:moveTo>
                    <a:pt x="3" y="9"/>
                  </a:moveTo>
                  <a:cubicBezTo>
                    <a:pt x="2" y="9"/>
                    <a:pt x="1" y="7"/>
                    <a:pt x="1" y="5"/>
                  </a:cubicBezTo>
                  <a:cubicBezTo>
                    <a:pt x="1" y="3"/>
                    <a:pt x="1" y="0"/>
                    <a:pt x="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4"/>
                    <a:pt x="3" y="5"/>
                  </a:cubicBezTo>
                  <a:cubicBezTo>
                    <a:pt x="4" y="8"/>
                    <a:pt x="4" y="9"/>
                    <a:pt x="5" y="10"/>
                  </a:cubicBezTo>
                  <a:lnTo>
                    <a:pt x="3" y="9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5" name="Freeform 526">
              <a:extLst>
                <a:ext uri="{FF2B5EF4-FFF2-40B4-BE49-F238E27FC236}">
                  <a16:creationId xmlns:a16="http://schemas.microsoft.com/office/drawing/2014/main" id="{E8B48F68-A421-4FBE-9C48-D86E201AE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284"/>
              <a:ext cx="20" cy="18"/>
            </a:xfrm>
            <a:custGeom>
              <a:avLst/>
              <a:gdLst>
                <a:gd name="T0" fmla="*/ 1958 w 8"/>
                <a:gd name="T1" fmla="*/ 563 h 7"/>
                <a:gd name="T2" fmla="*/ 520 w 8"/>
                <a:gd name="T3" fmla="*/ 2003 h 7"/>
                <a:gd name="T4" fmla="*/ 0 w 8"/>
                <a:gd name="T5" fmla="*/ 1700 h 7"/>
                <a:gd name="T6" fmla="*/ 1488 w 8"/>
                <a:gd name="T7" fmla="*/ 357 h 7"/>
                <a:gd name="T8" fmla="*/ 1958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8" y="2"/>
                  </a:moveTo>
                  <a:cubicBezTo>
                    <a:pt x="7" y="1"/>
                    <a:pt x="2" y="7"/>
                    <a:pt x="2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4" y="0"/>
                    <a:pt x="6" y="1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6" name="Freeform 527">
              <a:extLst>
                <a:ext uri="{FF2B5EF4-FFF2-40B4-BE49-F238E27FC236}">
                  <a16:creationId xmlns:a16="http://schemas.microsoft.com/office/drawing/2014/main" id="{64359A57-B60F-4256-9DCB-4BFB94A27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1289"/>
              <a:ext cx="22" cy="19"/>
            </a:xfrm>
            <a:custGeom>
              <a:avLst/>
              <a:gdLst>
                <a:gd name="T0" fmla="*/ 1931 w 9"/>
                <a:gd name="T1" fmla="*/ 442 h 7"/>
                <a:gd name="T2" fmla="*/ 425 w 9"/>
                <a:gd name="T3" fmla="*/ 2823 h 7"/>
                <a:gd name="T4" fmla="*/ 0 w 9"/>
                <a:gd name="T5" fmla="*/ 2342 h 7"/>
                <a:gd name="T6" fmla="*/ 1506 w 9"/>
                <a:gd name="T7" fmla="*/ 442 h 7"/>
                <a:gd name="T8" fmla="*/ 1931 w 9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1"/>
                  </a:moveTo>
                  <a:cubicBezTo>
                    <a:pt x="7" y="1"/>
                    <a:pt x="3" y="7"/>
                    <a:pt x="2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5" y="0"/>
                    <a:pt x="7" y="1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7" name="Freeform 528">
              <a:extLst>
                <a:ext uri="{FF2B5EF4-FFF2-40B4-BE49-F238E27FC236}">
                  <a16:creationId xmlns:a16="http://schemas.microsoft.com/office/drawing/2014/main" id="{A36A68D8-9AE4-4939-8797-349C97F4E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294"/>
              <a:ext cx="17" cy="24"/>
            </a:xfrm>
            <a:custGeom>
              <a:avLst/>
              <a:gdLst>
                <a:gd name="T0" fmla="*/ 831 w 7"/>
                <a:gd name="T1" fmla="*/ 3243 h 9"/>
                <a:gd name="T2" fmla="*/ 413 w 7"/>
                <a:gd name="T3" fmla="*/ 1459 h 9"/>
                <a:gd name="T4" fmla="*/ 0 w 7"/>
                <a:gd name="T5" fmla="*/ 0 h 9"/>
                <a:gd name="T6" fmla="*/ 413 w 7"/>
                <a:gd name="T7" fmla="*/ 397 h 9"/>
                <a:gd name="T8" fmla="*/ 831 w 7"/>
                <a:gd name="T9" fmla="*/ 1459 h 9"/>
                <a:gd name="T10" fmla="*/ 1433 w 7"/>
                <a:gd name="T11" fmla="*/ 3243 h 9"/>
                <a:gd name="T12" fmla="*/ 831 w 7"/>
                <a:gd name="T13" fmla="*/ 324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9">
                  <a:moveTo>
                    <a:pt x="4" y="9"/>
                  </a:moveTo>
                  <a:cubicBezTo>
                    <a:pt x="4" y="8"/>
                    <a:pt x="2" y="6"/>
                    <a:pt x="2" y="4"/>
                  </a:cubicBezTo>
                  <a:cubicBezTo>
                    <a:pt x="1" y="3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4" y="3"/>
                    <a:pt x="4" y="4"/>
                  </a:cubicBezTo>
                  <a:cubicBezTo>
                    <a:pt x="5" y="7"/>
                    <a:pt x="6" y="9"/>
                    <a:pt x="7" y="9"/>
                  </a:cubicBezTo>
                  <a:lnTo>
                    <a:pt x="4" y="9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8" name="Freeform 529">
              <a:extLst>
                <a:ext uri="{FF2B5EF4-FFF2-40B4-BE49-F238E27FC236}">
                  <a16:creationId xmlns:a16="http://schemas.microsoft.com/office/drawing/2014/main" id="{1BE7CA28-DA2E-412D-BA7F-18BA5F748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297"/>
              <a:ext cx="17" cy="24"/>
            </a:xfrm>
            <a:custGeom>
              <a:avLst/>
              <a:gdLst>
                <a:gd name="T0" fmla="*/ 831 w 7"/>
                <a:gd name="T1" fmla="*/ 2824 h 9"/>
                <a:gd name="T2" fmla="*/ 413 w 7"/>
                <a:gd name="T3" fmla="*/ 1763 h 9"/>
                <a:gd name="T4" fmla="*/ 0 w 7"/>
                <a:gd name="T5" fmla="*/ 0 h 9"/>
                <a:gd name="T6" fmla="*/ 413 w 7"/>
                <a:gd name="T7" fmla="*/ 397 h 9"/>
                <a:gd name="T8" fmla="*/ 831 w 7"/>
                <a:gd name="T9" fmla="*/ 1459 h 9"/>
                <a:gd name="T10" fmla="*/ 1433 w 7"/>
                <a:gd name="T11" fmla="*/ 3243 h 9"/>
                <a:gd name="T12" fmla="*/ 831 w 7"/>
                <a:gd name="T13" fmla="*/ 2824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9">
                  <a:moveTo>
                    <a:pt x="4" y="8"/>
                  </a:moveTo>
                  <a:cubicBezTo>
                    <a:pt x="3" y="8"/>
                    <a:pt x="2" y="6"/>
                    <a:pt x="2" y="5"/>
                  </a:cubicBezTo>
                  <a:cubicBezTo>
                    <a:pt x="1" y="3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3"/>
                    <a:pt x="4" y="4"/>
                  </a:cubicBezTo>
                  <a:cubicBezTo>
                    <a:pt x="5" y="7"/>
                    <a:pt x="6" y="8"/>
                    <a:pt x="7" y="9"/>
                  </a:cubicBezTo>
                  <a:lnTo>
                    <a:pt x="4" y="8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9" name="Freeform 530">
              <a:extLst>
                <a:ext uri="{FF2B5EF4-FFF2-40B4-BE49-F238E27FC236}">
                  <a16:creationId xmlns:a16="http://schemas.microsoft.com/office/drawing/2014/main" id="{39C6F524-57F4-4787-96C2-D35E3C166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292"/>
              <a:ext cx="20" cy="21"/>
            </a:xfrm>
            <a:custGeom>
              <a:avLst/>
              <a:gdLst>
                <a:gd name="T0" fmla="*/ 1958 w 8"/>
                <a:gd name="T1" fmla="*/ 614 h 8"/>
                <a:gd name="T2" fmla="*/ 520 w 8"/>
                <a:gd name="T3" fmla="*/ 2604 h 8"/>
                <a:gd name="T4" fmla="*/ 0 w 8"/>
                <a:gd name="T5" fmla="*/ 2226 h 8"/>
                <a:gd name="T6" fmla="*/ 1488 w 8"/>
                <a:gd name="T7" fmla="*/ 378 h 8"/>
                <a:gd name="T8" fmla="*/ 1958 w 8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8" y="2"/>
                  </a:moveTo>
                  <a:cubicBezTo>
                    <a:pt x="6" y="1"/>
                    <a:pt x="3" y="8"/>
                    <a:pt x="2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4" y="0"/>
                    <a:pt x="6" y="1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0" name="Freeform 531">
              <a:extLst>
                <a:ext uri="{FF2B5EF4-FFF2-40B4-BE49-F238E27FC236}">
                  <a16:creationId xmlns:a16="http://schemas.microsoft.com/office/drawing/2014/main" id="{740F019E-55C7-4A65-9ACC-ED19A127A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297"/>
              <a:ext cx="20" cy="19"/>
            </a:xfrm>
            <a:custGeom>
              <a:avLst/>
              <a:gdLst>
                <a:gd name="T0" fmla="*/ 1958 w 8"/>
                <a:gd name="T1" fmla="*/ 442 h 7"/>
                <a:gd name="T2" fmla="*/ 520 w 8"/>
                <a:gd name="T3" fmla="*/ 2823 h 7"/>
                <a:gd name="T4" fmla="*/ 0 w 8"/>
                <a:gd name="T5" fmla="*/ 2342 h 7"/>
                <a:gd name="T6" fmla="*/ 1300 w 8"/>
                <a:gd name="T7" fmla="*/ 0 h 7"/>
                <a:gd name="T8" fmla="*/ 1958 w 8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6" y="0"/>
                    <a:pt x="3" y="7"/>
                    <a:pt x="2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4" y="0"/>
                    <a:pt x="5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1" name="Freeform 532">
              <a:extLst>
                <a:ext uri="{FF2B5EF4-FFF2-40B4-BE49-F238E27FC236}">
                  <a16:creationId xmlns:a16="http://schemas.microsoft.com/office/drawing/2014/main" id="{FF842A6E-9116-4979-87BC-F88F7A089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300"/>
              <a:ext cx="18" cy="21"/>
            </a:xfrm>
            <a:custGeom>
              <a:avLst/>
              <a:gdLst>
                <a:gd name="T0" fmla="*/ 1448 w 7"/>
                <a:gd name="T1" fmla="*/ 2604 h 8"/>
                <a:gd name="T2" fmla="*/ 563 w 7"/>
                <a:gd name="T3" fmla="*/ 1378 h 8"/>
                <a:gd name="T4" fmla="*/ 0 w 7"/>
                <a:gd name="T5" fmla="*/ 0 h 8"/>
                <a:gd name="T6" fmla="*/ 563 w 7"/>
                <a:gd name="T7" fmla="*/ 0 h 8"/>
                <a:gd name="T8" fmla="*/ 1137 w 7"/>
                <a:gd name="T9" fmla="*/ 1378 h 8"/>
                <a:gd name="T10" fmla="*/ 2003 w 7"/>
                <a:gd name="T11" fmla="*/ 2604 h 8"/>
                <a:gd name="T12" fmla="*/ 1448 w 7"/>
                <a:gd name="T13" fmla="*/ 2604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5" y="8"/>
                  </a:moveTo>
                  <a:cubicBezTo>
                    <a:pt x="4" y="8"/>
                    <a:pt x="3" y="6"/>
                    <a:pt x="2" y="4"/>
                  </a:cubicBezTo>
                  <a:cubicBezTo>
                    <a:pt x="1" y="3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2"/>
                    <a:pt x="4" y="4"/>
                  </a:cubicBezTo>
                  <a:cubicBezTo>
                    <a:pt x="5" y="6"/>
                    <a:pt x="6" y="7"/>
                    <a:pt x="7" y="8"/>
                  </a:cubicBezTo>
                  <a:lnTo>
                    <a:pt x="5" y="8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2" name="Freeform 533">
              <a:extLst>
                <a:ext uri="{FF2B5EF4-FFF2-40B4-BE49-F238E27FC236}">
                  <a16:creationId xmlns:a16="http://schemas.microsoft.com/office/drawing/2014/main" id="{EB9E85E3-0FD0-490B-B480-AF3985AD5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302"/>
              <a:ext cx="20" cy="19"/>
            </a:xfrm>
            <a:custGeom>
              <a:avLst/>
              <a:gdLst>
                <a:gd name="T0" fmla="*/ 1488 w 8"/>
                <a:gd name="T1" fmla="*/ 2823 h 7"/>
                <a:gd name="T2" fmla="*/ 783 w 8"/>
                <a:gd name="T3" fmla="*/ 1620 h 7"/>
                <a:gd name="T4" fmla="*/ 0 w 8"/>
                <a:gd name="T5" fmla="*/ 0 h 7"/>
                <a:gd name="T6" fmla="*/ 783 w 8"/>
                <a:gd name="T7" fmla="*/ 0 h 7"/>
                <a:gd name="T8" fmla="*/ 1300 w 8"/>
                <a:gd name="T9" fmla="*/ 1200 h 7"/>
                <a:gd name="T10" fmla="*/ 1958 w 8"/>
                <a:gd name="T11" fmla="*/ 2823 h 7"/>
                <a:gd name="T12" fmla="*/ 1488 w 8"/>
                <a:gd name="T13" fmla="*/ 282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6" y="7"/>
                  </a:moveTo>
                  <a:cubicBezTo>
                    <a:pt x="5" y="7"/>
                    <a:pt x="3" y="5"/>
                    <a:pt x="3" y="4"/>
                  </a:cubicBezTo>
                  <a:cubicBezTo>
                    <a:pt x="2" y="2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2"/>
                    <a:pt x="5" y="3"/>
                  </a:cubicBezTo>
                  <a:cubicBezTo>
                    <a:pt x="6" y="6"/>
                    <a:pt x="8" y="7"/>
                    <a:pt x="8" y="7"/>
                  </a:cubicBezTo>
                  <a:lnTo>
                    <a:pt x="6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3" name="Freeform 534">
              <a:extLst>
                <a:ext uri="{FF2B5EF4-FFF2-40B4-BE49-F238E27FC236}">
                  <a16:creationId xmlns:a16="http://schemas.microsoft.com/office/drawing/2014/main" id="{DF7F45D0-5D70-462C-A193-E6A175E9F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300"/>
              <a:ext cx="17" cy="18"/>
            </a:xfrm>
            <a:custGeom>
              <a:avLst/>
              <a:gdLst>
                <a:gd name="T0" fmla="*/ 1433 w 7"/>
                <a:gd name="T1" fmla="*/ 0 h 7"/>
                <a:gd name="T2" fmla="*/ 590 w 7"/>
                <a:gd name="T3" fmla="*/ 2003 h 7"/>
                <a:gd name="T4" fmla="*/ 0 w 7"/>
                <a:gd name="T5" fmla="*/ 2003 h 7"/>
                <a:gd name="T6" fmla="*/ 1003 w 7"/>
                <a:gd name="T7" fmla="*/ 0 h 7"/>
                <a:gd name="T8" fmla="*/ 143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6" y="0"/>
                    <a:pt x="3" y="7"/>
                    <a:pt x="3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0"/>
                    <a:pt x="5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4" name="Freeform 535">
              <a:extLst>
                <a:ext uri="{FF2B5EF4-FFF2-40B4-BE49-F238E27FC236}">
                  <a16:creationId xmlns:a16="http://schemas.microsoft.com/office/drawing/2014/main" id="{AAA3DDDB-152A-4301-8195-83DC25E36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300"/>
              <a:ext cx="17" cy="21"/>
            </a:xfrm>
            <a:custGeom>
              <a:avLst/>
              <a:gdLst>
                <a:gd name="T0" fmla="*/ 1433 w 7"/>
                <a:gd name="T1" fmla="*/ 378 h 8"/>
                <a:gd name="T2" fmla="*/ 413 w 7"/>
                <a:gd name="T3" fmla="*/ 2604 h 8"/>
                <a:gd name="T4" fmla="*/ 0 w 7"/>
                <a:gd name="T5" fmla="*/ 2226 h 8"/>
                <a:gd name="T6" fmla="*/ 1003 w 7"/>
                <a:gd name="T7" fmla="*/ 378 h 8"/>
                <a:gd name="T8" fmla="*/ 1433 w 7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1"/>
                  </a:moveTo>
                  <a:cubicBezTo>
                    <a:pt x="5" y="1"/>
                    <a:pt x="3" y="8"/>
                    <a:pt x="2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0"/>
                    <a:pt x="5" y="1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5" name="Freeform 536">
              <a:extLst>
                <a:ext uri="{FF2B5EF4-FFF2-40B4-BE49-F238E27FC236}">
                  <a16:creationId xmlns:a16="http://schemas.microsoft.com/office/drawing/2014/main" id="{8F36D98D-6FFB-4A6D-8B31-D3A039046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300"/>
              <a:ext cx="23" cy="18"/>
            </a:xfrm>
            <a:custGeom>
              <a:avLst/>
              <a:gdLst>
                <a:gd name="T0" fmla="*/ 1620 w 9"/>
                <a:gd name="T1" fmla="*/ 2003 h 7"/>
                <a:gd name="T2" fmla="*/ 848 w 9"/>
                <a:gd name="T3" fmla="*/ 1137 h 7"/>
                <a:gd name="T4" fmla="*/ 0 w 9"/>
                <a:gd name="T5" fmla="*/ 357 h 7"/>
                <a:gd name="T6" fmla="*/ 549 w 9"/>
                <a:gd name="T7" fmla="*/ 357 h 7"/>
                <a:gd name="T8" fmla="*/ 1403 w 9"/>
                <a:gd name="T9" fmla="*/ 918 h 7"/>
                <a:gd name="T10" fmla="*/ 2520 w 9"/>
                <a:gd name="T11" fmla="*/ 2003 h 7"/>
                <a:gd name="T12" fmla="*/ 1620 w 9"/>
                <a:gd name="T13" fmla="*/ 200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6" y="7"/>
                  </a:moveTo>
                  <a:cubicBezTo>
                    <a:pt x="6" y="7"/>
                    <a:pt x="4" y="6"/>
                    <a:pt x="3" y="4"/>
                  </a:cubicBezTo>
                  <a:cubicBezTo>
                    <a:pt x="2" y="3"/>
                    <a:pt x="0" y="1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4" y="2"/>
                    <a:pt x="5" y="3"/>
                  </a:cubicBezTo>
                  <a:cubicBezTo>
                    <a:pt x="6" y="6"/>
                    <a:pt x="8" y="7"/>
                    <a:pt x="9" y="7"/>
                  </a:cubicBezTo>
                  <a:lnTo>
                    <a:pt x="6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6" name="Freeform 537">
              <a:extLst>
                <a:ext uri="{FF2B5EF4-FFF2-40B4-BE49-F238E27FC236}">
                  <a16:creationId xmlns:a16="http://schemas.microsoft.com/office/drawing/2014/main" id="{1556025E-7F18-4DE2-81F0-559EEB869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300"/>
              <a:ext cx="15" cy="21"/>
            </a:xfrm>
            <a:custGeom>
              <a:avLst/>
              <a:gdLst>
                <a:gd name="T0" fmla="*/ 1488 w 6"/>
                <a:gd name="T1" fmla="*/ 0 h 8"/>
                <a:gd name="T2" fmla="*/ 520 w 6"/>
                <a:gd name="T3" fmla="*/ 2604 h 8"/>
                <a:gd name="T4" fmla="*/ 0 w 6"/>
                <a:gd name="T5" fmla="*/ 2604 h 8"/>
                <a:gd name="T6" fmla="*/ 783 w 6"/>
                <a:gd name="T7" fmla="*/ 378 h 8"/>
                <a:gd name="T8" fmla="*/ 1488 w 6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4" y="1"/>
                    <a:pt x="3" y="8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1"/>
                    <a:pt x="3" y="1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7" name="Freeform 538">
              <a:extLst>
                <a:ext uri="{FF2B5EF4-FFF2-40B4-BE49-F238E27FC236}">
                  <a16:creationId xmlns:a16="http://schemas.microsoft.com/office/drawing/2014/main" id="{22C9D331-6BBC-4D4F-A123-872FD0649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292"/>
              <a:ext cx="12" cy="13"/>
            </a:xfrm>
            <a:custGeom>
              <a:avLst/>
              <a:gdLst>
                <a:gd name="T0" fmla="*/ 967 w 5"/>
                <a:gd name="T1" fmla="*/ 0 h 5"/>
                <a:gd name="T2" fmla="*/ 403 w 5"/>
                <a:gd name="T3" fmla="*/ 967 h 5"/>
                <a:gd name="T4" fmla="*/ 0 w 5"/>
                <a:gd name="T5" fmla="*/ 1547 h 5"/>
                <a:gd name="T6" fmla="*/ 0 w 5"/>
                <a:gd name="T7" fmla="*/ 1547 h 5"/>
                <a:gd name="T8" fmla="*/ 403 w 5"/>
                <a:gd name="T9" fmla="*/ 595 h 5"/>
                <a:gd name="T10" fmla="*/ 967 w 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4" y="1"/>
                    <a:pt x="3" y="2"/>
                    <a:pt x="2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1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8" name="Freeform 539">
              <a:extLst>
                <a:ext uri="{FF2B5EF4-FFF2-40B4-BE49-F238E27FC236}">
                  <a16:creationId xmlns:a16="http://schemas.microsoft.com/office/drawing/2014/main" id="{7657485A-B0A6-4F24-92A6-1767D0DF8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297"/>
              <a:ext cx="10" cy="13"/>
            </a:xfrm>
            <a:custGeom>
              <a:avLst/>
              <a:gdLst>
                <a:gd name="T0" fmla="*/ 988 w 4"/>
                <a:gd name="T1" fmla="*/ 0 h 5"/>
                <a:gd name="T2" fmla="*/ 313 w 4"/>
                <a:gd name="T3" fmla="*/ 967 h 5"/>
                <a:gd name="T4" fmla="*/ 0 w 4"/>
                <a:gd name="T5" fmla="*/ 1547 h 5"/>
                <a:gd name="T6" fmla="*/ 0 w 4"/>
                <a:gd name="T7" fmla="*/ 1547 h 5"/>
                <a:gd name="T8" fmla="*/ 520 w 4"/>
                <a:gd name="T9" fmla="*/ 595 h 5"/>
                <a:gd name="T10" fmla="*/ 988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9" name="Freeform 540">
              <a:extLst>
                <a:ext uri="{FF2B5EF4-FFF2-40B4-BE49-F238E27FC236}">
                  <a16:creationId xmlns:a16="http://schemas.microsoft.com/office/drawing/2014/main" id="{6C81A3D9-3E5A-4677-9E9E-8B6EDD34C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300"/>
              <a:ext cx="10" cy="13"/>
            </a:xfrm>
            <a:custGeom>
              <a:avLst/>
              <a:gdLst>
                <a:gd name="T0" fmla="*/ 988 w 4"/>
                <a:gd name="T1" fmla="*/ 0 h 5"/>
                <a:gd name="T2" fmla="*/ 313 w 4"/>
                <a:gd name="T3" fmla="*/ 967 h 5"/>
                <a:gd name="T4" fmla="*/ 0 w 4"/>
                <a:gd name="T5" fmla="*/ 1547 h 5"/>
                <a:gd name="T6" fmla="*/ 0 w 4"/>
                <a:gd name="T7" fmla="*/ 1547 h 5"/>
                <a:gd name="T8" fmla="*/ 313 w 4"/>
                <a:gd name="T9" fmla="*/ 595 h 5"/>
                <a:gd name="T10" fmla="*/ 988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0" name="Freeform 541">
              <a:extLst>
                <a:ext uri="{FF2B5EF4-FFF2-40B4-BE49-F238E27FC236}">
                  <a16:creationId xmlns:a16="http://schemas.microsoft.com/office/drawing/2014/main" id="{1F1CE1A8-FA2D-4707-8CFC-5135031AF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302"/>
              <a:ext cx="8" cy="14"/>
            </a:xfrm>
            <a:custGeom>
              <a:avLst/>
              <a:gdLst>
                <a:gd name="T0" fmla="*/ 1059 w 3"/>
                <a:gd name="T1" fmla="*/ 0 h 5"/>
                <a:gd name="T2" fmla="*/ 397 w 3"/>
                <a:gd name="T3" fmla="*/ 1364 h 5"/>
                <a:gd name="T4" fmla="*/ 0 w 3"/>
                <a:gd name="T5" fmla="*/ 2391 h 5"/>
                <a:gd name="T6" fmla="*/ 0 w 3"/>
                <a:gd name="T7" fmla="*/ 2391 h 5"/>
                <a:gd name="T8" fmla="*/ 397 w 3"/>
                <a:gd name="T9" fmla="*/ 1050 h 5"/>
                <a:gd name="T10" fmla="*/ 1059 w 3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0"/>
                    <a:pt x="1" y="2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1" name="Freeform 542">
              <a:extLst>
                <a:ext uri="{FF2B5EF4-FFF2-40B4-BE49-F238E27FC236}">
                  <a16:creationId xmlns:a16="http://schemas.microsoft.com/office/drawing/2014/main" id="{9FD660BB-6CAF-4F2B-A034-84918022F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302"/>
              <a:ext cx="7" cy="16"/>
            </a:xfrm>
            <a:custGeom>
              <a:avLst/>
              <a:gdLst>
                <a:gd name="T0" fmla="*/ 469 w 3"/>
                <a:gd name="T1" fmla="*/ 0 h 6"/>
                <a:gd name="T2" fmla="*/ 152 w 3"/>
                <a:gd name="T3" fmla="*/ 1459 h 6"/>
                <a:gd name="T4" fmla="*/ 0 w 3"/>
                <a:gd name="T5" fmla="*/ 2184 h 6"/>
                <a:gd name="T6" fmla="*/ 0 w 3"/>
                <a:gd name="T7" fmla="*/ 2184 h 6"/>
                <a:gd name="T8" fmla="*/ 152 w 3"/>
                <a:gd name="T9" fmla="*/ 1059 h 6"/>
                <a:gd name="T10" fmla="*/ 469 w 3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1"/>
                    <a:pt x="2" y="3"/>
                    <a:pt x="1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2" name="Freeform 543">
              <a:extLst>
                <a:ext uri="{FF2B5EF4-FFF2-40B4-BE49-F238E27FC236}">
                  <a16:creationId xmlns:a16="http://schemas.microsoft.com/office/drawing/2014/main" id="{076CA3FB-3FE2-4A05-B4A1-421AEC20D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302"/>
              <a:ext cx="5" cy="16"/>
            </a:xfrm>
            <a:custGeom>
              <a:avLst/>
              <a:gdLst>
                <a:gd name="T0" fmla="*/ 520 w 2"/>
                <a:gd name="T1" fmla="*/ 0 h 6"/>
                <a:gd name="T2" fmla="*/ 0 w 2"/>
                <a:gd name="T3" fmla="*/ 1459 h 6"/>
                <a:gd name="T4" fmla="*/ 0 w 2"/>
                <a:gd name="T5" fmla="*/ 2184 h 6"/>
                <a:gd name="T6" fmla="*/ 0 w 2"/>
                <a:gd name="T7" fmla="*/ 2184 h 6"/>
                <a:gd name="T8" fmla="*/ 0 w 2"/>
                <a:gd name="T9" fmla="*/ 1059 h 6"/>
                <a:gd name="T10" fmla="*/ 520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1"/>
                    <a:pt x="1" y="3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3" name="Freeform 544">
              <a:extLst>
                <a:ext uri="{FF2B5EF4-FFF2-40B4-BE49-F238E27FC236}">
                  <a16:creationId xmlns:a16="http://schemas.microsoft.com/office/drawing/2014/main" id="{54ECD9E3-CAC9-4583-9CB1-1E9FAD3C9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289"/>
              <a:ext cx="13" cy="11"/>
            </a:xfrm>
            <a:custGeom>
              <a:avLst/>
              <a:gdLst>
                <a:gd name="T0" fmla="*/ 1547 w 5"/>
                <a:gd name="T1" fmla="*/ 0 h 4"/>
                <a:gd name="T2" fmla="*/ 372 w 5"/>
                <a:gd name="T3" fmla="*/ 1271 h 4"/>
                <a:gd name="T4" fmla="*/ 0 w 5"/>
                <a:gd name="T5" fmla="*/ 1724 h 4"/>
                <a:gd name="T6" fmla="*/ 0 w 5"/>
                <a:gd name="T7" fmla="*/ 1724 h 4"/>
                <a:gd name="T8" fmla="*/ 595 w 5"/>
                <a:gd name="T9" fmla="*/ 976 h 4"/>
                <a:gd name="T10" fmla="*/ 1547 w 5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1"/>
                    <a:pt x="2" y="2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3" y="1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4" name="Freeform 545">
              <a:extLst>
                <a:ext uri="{FF2B5EF4-FFF2-40B4-BE49-F238E27FC236}">
                  <a16:creationId xmlns:a16="http://schemas.microsoft.com/office/drawing/2014/main" id="{0CF2CD2F-BF92-4DF6-8314-E05B1390D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284"/>
              <a:ext cx="12" cy="10"/>
            </a:xfrm>
            <a:custGeom>
              <a:avLst/>
              <a:gdLst>
                <a:gd name="T0" fmla="*/ 967 w 5"/>
                <a:gd name="T1" fmla="*/ 0 h 4"/>
                <a:gd name="T2" fmla="*/ 168 w 5"/>
                <a:gd name="T3" fmla="*/ 783 h 4"/>
                <a:gd name="T4" fmla="*/ 0 w 5"/>
                <a:gd name="T5" fmla="*/ 988 h 4"/>
                <a:gd name="T6" fmla="*/ 0 w 5"/>
                <a:gd name="T7" fmla="*/ 988 h 4"/>
                <a:gd name="T8" fmla="*/ 403 w 5"/>
                <a:gd name="T9" fmla="*/ 313 h 4"/>
                <a:gd name="T10" fmla="*/ 967 w 5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5" name="Freeform 546">
              <a:extLst>
                <a:ext uri="{FF2B5EF4-FFF2-40B4-BE49-F238E27FC236}">
                  <a16:creationId xmlns:a16="http://schemas.microsoft.com/office/drawing/2014/main" id="{5D6D185F-A95B-46BE-83DA-6872D6CC9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278"/>
              <a:ext cx="10" cy="11"/>
            </a:xfrm>
            <a:custGeom>
              <a:avLst/>
              <a:gdLst>
                <a:gd name="T0" fmla="*/ 988 w 4"/>
                <a:gd name="T1" fmla="*/ 0 h 4"/>
                <a:gd name="T2" fmla="*/ 313 w 4"/>
                <a:gd name="T3" fmla="*/ 1271 h 4"/>
                <a:gd name="T4" fmla="*/ 0 w 4"/>
                <a:gd name="T5" fmla="*/ 1724 h 4"/>
                <a:gd name="T6" fmla="*/ 0 w 4"/>
                <a:gd name="T7" fmla="*/ 1724 h 4"/>
                <a:gd name="T8" fmla="*/ 520 w 4"/>
                <a:gd name="T9" fmla="*/ 462 h 4"/>
                <a:gd name="T10" fmla="*/ 988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0"/>
                    <a:pt x="2" y="1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6" name="Freeform 547">
              <a:extLst>
                <a:ext uri="{FF2B5EF4-FFF2-40B4-BE49-F238E27FC236}">
                  <a16:creationId xmlns:a16="http://schemas.microsoft.com/office/drawing/2014/main" id="{7F5F4BEE-055D-4CDA-8CC1-418C3184F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300"/>
              <a:ext cx="23" cy="18"/>
            </a:xfrm>
            <a:custGeom>
              <a:avLst/>
              <a:gdLst>
                <a:gd name="T0" fmla="*/ 1620 w 9"/>
                <a:gd name="T1" fmla="*/ 2003 h 7"/>
                <a:gd name="T2" fmla="*/ 848 w 9"/>
                <a:gd name="T3" fmla="*/ 1137 h 7"/>
                <a:gd name="T4" fmla="*/ 0 w 9"/>
                <a:gd name="T5" fmla="*/ 357 h 7"/>
                <a:gd name="T6" fmla="*/ 549 w 9"/>
                <a:gd name="T7" fmla="*/ 0 h 7"/>
                <a:gd name="T8" fmla="*/ 1403 w 9"/>
                <a:gd name="T9" fmla="*/ 918 h 7"/>
                <a:gd name="T10" fmla="*/ 2520 w 9"/>
                <a:gd name="T11" fmla="*/ 2003 h 7"/>
                <a:gd name="T12" fmla="*/ 1620 w 9"/>
                <a:gd name="T13" fmla="*/ 200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6" y="7"/>
                  </a:moveTo>
                  <a:cubicBezTo>
                    <a:pt x="6" y="7"/>
                    <a:pt x="4" y="6"/>
                    <a:pt x="3" y="4"/>
                  </a:cubicBezTo>
                  <a:cubicBezTo>
                    <a:pt x="2" y="3"/>
                    <a:pt x="0" y="1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2"/>
                    <a:pt x="5" y="3"/>
                  </a:cubicBezTo>
                  <a:cubicBezTo>
                    <a:pt x="6" y="6"/>
                    <a:pt x="8" y="7"/>
                    <a:pt x="9" y="7"/>
                  </a:cubicBezTo>
                  <a:lnTo>
                    <a:pt x="6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7" name="Freeform 548">
              <a:extLst>
                <a:ext uri="{FF2B5EF4-FFF2-40B4-BE49-F238E27FC236}">
                  <a16:creationId xmlns:a16="http://schemas.microsoft.com/office/drawing/2014/main" id="{5E8409C1-DEBF-48CE-8223-DE342A774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300"/>
              <a:ext cx="23" cy="18"/>
            </a:xfrm>
            <a:custGeom>
              <a:avLst/>
              <a:gdLst>
                <a:gd name="T0" fmla="*/ 1620 w 9"/>
                <a:gd name="T1" fmla="*/ 2003 h 7"/>
                <a:gd name="T2" fmla="*/ 848 w 9"/>
                <a:gd name="T3" fmla="*/ 1137 h 7"/>
                <a:gd name="T4" fmla="*/ 0 w 9"/>
                <a:gd name="T5" fmla="*/ 357 h 7"/>
                <a:gd name="T6" fmla="*/ 549 w 9"/>
                <a:gd name="T7" fmla="*/ 0 h 7"/>
                <a:gd name="T8" fmla="*/ 1403 w 9"/>
                <a:gd name="T9" fmla="*/ 918 h 7"/>
                <a:gd name="T10" fmla="*/ 2520 w 9"/>
                <a:gd name="T11" fmla="*/ 2003 h 7"/>
                <a:gd name="T12" fmla="*/ 1620 w 9"/>
                <a:gd name="T13" fmla="*/ 200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6" y="7"/>
                  </a:moveTo>
                  <a:cubicBezTo>
                    <a:pt x="5" y="7"/>
                    <a:pt x="4" y="6"/>
                    <a:pt x="3" y="4"/>
                  </a:cubicBezTo>
                  <a:cubicBezTo>
                    <a:pt x="2" y="3"/>
                    <a:pt x="0" y="1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2"/>
                    <a:pt x="5" y="3"/>
                  </a:cubicBezTo>
                  <a:cubicBezTo>
                    <a:pt x="6" y="6"/>
                    <a:pt x="8" y="7"/>
                    <a:pt x="9" y="7"/>
                  </a:cubicBezTo>
                  <a:lnTo>
                    <a:pt x="6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8" name="Freeform 549">
              <a:extLst>
                <a:ext uri="{FF2B5EF4-FFF2-40B4-BE49-F238E27FC236}">
                  <a16:creationId xmlns:a16="http://schemas.microsoft.com/office/drawing/2014/main" id="{7ACC8DD9-43DE-4F89-A735-7EDB7B31E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300"/>
              <a:ext cx="18" cy="21"/>
            </a:xfrm>
            <a:custGeom>
              <a:avLst/>
              <a:gdLst>
                <a:gd name="T0" fmla="*/ 2003 w 7"/>
                <a:gd name="T1" fmla="*/ 0 h 8"/>
                <a:gd name="T2" fmla="*/ 918 w 7"/>
                <a:gd name="T3" fmla="*/ 2604 h 8"/>
                <a:gd name="T4" fmla="*/ 0 w 7"/>
                <a:gd name="T5" fmla="*/ 2604 h 8"/>
                <a:gd name="T6" fmla="*/ 1137 w 7"/>
                <a:gd name="T7" fmla="*/ 0 h 8"/>
                <a:gd name="T8" fmla="*/ 2003 w 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0"/>
                    <a:pt x="3" y="8"/>
                    <a:pt x="3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0"/>
                    <a:pt x="4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9" name="Freeform 550">
              <a:extLst>
                <a:ext uri="{FF2B5EF4-FFF2-40B4-BE49-F238E27FC236}">
                  <a16:creationId xmlns:a16="http://schemas.microsoft.com/office/drawing/2014/main" id="{14F2F88D-3CCC-4700-BDCB-255A569A8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297"/>
              <a:ext cx="25" cy="19"/>
            </a:xfrm>
            <a:custGeom>
              <a:avLst/>
              <a:gdLst>
                <a:gd name="T0" fmla="*/ 1958 w 10"/>
                <a:gd name="T1" fmla="*/ 2823 h 7"/>
                <a:gd name="T2" fmla="*/ 988 w 10"/>
                <a:gd name="T3" fmla="*/ 1620 h 7"/>
                <a:gd name="T4" fmla="*/ 0 w 10"/>
                <a:gd name="T5" fmla="*/ 442 h 7"/>
                <a:gd name="T6" fmla="*/ 783 w 10"/>
                <a:gd name="T7" fmla="*/ 442 h 7"/>
                <a:gd name="T8" fmla="*/ 1488 w 10"/>
                <a:gd name="T9" fmla="*/ 1200 h 7"/>
                <a:gd name="T10" fmla="*/ 2470 w 10"/>
                <a:gd name="T11" fmla="*/ 2342 h 7"/>
                <a:gd name="T12" fmla="*/ 1958 w 10"/>
                <a:gd name="T13" fmla="*/ 282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7">
                  <a:moveTo>
                    <a:pt x="8" y="7"/>
                  </a:moveTo>
                  <a:cubicBezTo>
                    <a:pt x="7" y="7"/>
                    <a:pt x="5" y="6"/>
                    <a:pt x="4" y="4"/>
                  </a:cubicBezTo>
                  <a:cubicBezTo>
                    <a:pt x="2" y="3"/>
                    <a:pt x="0" y="1"/>
                    <a:pt x="0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4" y="2"/>
                    <a:pt x="6" y="3"/>
                  </a:cubicBezTo>
                  <a:cubicBezTo>
                    <a:pt x="8" y="5"/>
                    <a:pt x="9" y="6"/>
                    <a:pt x="10" y="6"/>
                  </a:cubicBezTo>
                  <a:lnTo>
                    <a:pt x="8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0" name="Freeform 551">
              <a:extLst>
                <a:ext uri="{FF2B5EF4-FFF2-40B4-BE49-F238E27FC236}">
                  <a16:creationId xmlns:a16="http://schemas.microsoft.com/office/drawing/2014/main" id="{8DF537C7-B774-4C16-BDCB-68DEBB71B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97"/>
              <a:ext cx="25" cy="16"/>
            </a:xfrm>
            <a:custGeom>
              <a:avLst/>
              <a:gdLst>
                <a:gd name="T0" fmla="*/ 1958 w 10"/>
                <a:gd name="T1" fmla="*/ 2184 h 6"/>
                <a:gd name="T2" fmla="*/ 783 w 10"/>
                <a:gd name="T3" fmla="*/ 1459 h 6"/>
                <a:gd name="T4" fmla="*/ 0 w 10"/>
                <a:gd name="T5" fmla="*/ 0 h 6"/>
                <a:gd name="T6" fmla="*/ 520 w 10"/>
                <a:gd name="T7" fmla="*/ 0 h 6"/>
                <a:gd name="T8" fmla="*/ 1300 w 10"/>
                <a:gd name="T9" fmla="*/ 661 h 6"/>
                <a:gd name="T10" fmla="*/ 2470 w 10"/>
                <a:gd name="T11" fmla="*/ 1763 h 6"/>
                <a:gd name="T12" fmla="*/ 1958 w 10"/>
                <a:gd name="T13" fmla="*/ 2184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6">
                  <a:moveTo>
                    <a:pt x="8" y="6"/>
                  </a:moveTo>
                  <a:cubicBezTo>
                    <a:pt x="7" y="6"/>
                    <a:pt x="5" y="5"/>
                    <a:pt x="3" y="4"/>
                  </a:cubicBezTo>
                  <a:cubicBezTo>
                    <a:pt x="2" y="2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8" y="5"/>
                    <a:pt x="9" y="6"/>
                    <a:pt x="10" y="5"/>
                  </a:cubicBezTo>
                  <a:lnTo>
                    <a:pt x="8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1" name="Freeform 552">
              <a:extLst>
                <a:ext uri="{FF2B5EF4-FFF2-40B4-BE49-F238E27FC236}">
                  <a16:creationId xmlns:a16="http://schemas.microsoft.com/office/drawing/2014/main" id="{73A0E263-AD39-49E5-A4FF-D2167BA83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297"/>
              <a:ext cx="13" cy="24"/>
            </a:xfrm>
            <a:custGeom>
              <a:avLst/>
              <a:gdLst>
                <a:gd name="T0" fmla="*/ 1547 w 5"/>
                <a:gd name="T1" fmla="*/ 0 h 9"/>
                <a:gd name="T2" fmla="*/ 967 w 5"/>
                <a:gd name="T3" fmla="*/ 2824 h 9"/>
                <a:gd name="T4" fmla="*/ 0 w 5"/>
                <a:gd name="T5" fmla="*/ 3243 h 9"/>
                <a:gd name="T6" fmla="*/ 967 w 5"/>
                <a:gd name="T7" fmla="*/ 397 h 9"/>
                <a:gd name="T8" fmla="*/ 1547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1"/>
                    <a:pt x="3" y="8"/>
                    <a:pt x="3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8"/>
                    <a:pt x="1" y="1"/>
                    <a:pt x="3" y="1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2" name="Freeform 553">
              <a:extLst>
                <a:ext uri="{FF2B5EF4-FFF2-40B4-BE49-F238E27FC236}">
                  <a16:creationId xmlns:a16="http://schemas.microsoft.com/office/drawing/2014/main" id="{E3F19CAA-A6CC-478E-B271-6827E095E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97"/>
              <a:ext cx="13" cy="21"/>
            </a:xfrm>
            <a:custGeom>
              <a:avLst/>
              <a:gdLst>
                <a:gd name="T0" fmla="*/ 1547 w 5"/>
                <a:gd name="T1" fmla="*/ 0 h 8"/>
                <a:gd name="T2" fmla="*/ 595 w 5"/>
                <a:gd name="T3" fmla="*/ 2604 h 8"/>
                <a:gd name="T4" fmla="*/ 0 w 5"/>
                <a:gd name="T5" fmla="*/ 2604 h 8"/>
                <a:gd name="T6" fmla="*/ 967 w 5"/>
                <a:gd name="T7" fmla="*/ 0 h 8"/>
                <a:gd name="T8" fmla="*/ 1547 w 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0"/>
                    <a:pt x="3" y="7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0"/>
                    <a:pt x="3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3" name="Freeform 554">
              <a:extLst>
                <a:ext uri="{FF2B5EF4-FFF2-40B4-BE49-F238E27FC236}">
                  <a16:creationId xmlns:a16="http://schemas.microsoft.com/office/drawing/2014/main" id="{1CFAC054-F251-4DC4-A932-69B1088F3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92"/>
              <a:ext cx="25" cy="18"/>
            </a:xfrm>
            <a:custGeom>
              <a:avLst/>
              <a:gdLst>
                <a:gd name="T0" fmla="*/ 1958 w 10"/>
                <a:gd name="T1" fmla="*/ 2003 h 7"/>
                <a:gd name="T2" fmla="*/ 988 w 10"/>
                <a:gd name="T3" fmla="*/ 1137 h 7"/>
                <a:gd name="T4" fmla="*/ 0 w 10"/>
                <a:gd name="T5" fmla="*/ 357 h 7"/>
                <a:gd name="T6" fmla="*/ 783 w 10"/>
                <a:gd name="T7" fmla="*/ 357 h 7"/>
                <a:gd name="T8" fmla="*/ 1488 w 10"/>
                <a:gd name="T9" fmla="*/ 918 h 7"/>
                <a:gd name="T10" fmla="*/ 2470 w 10"/>
                <a:gd name="T11" fmla="*/ 1700 h 7"/>
                <a:gd name="T12" fmla="*/ 1958 w 10"/>
                <a:gd name="T13" fmla="*/ 200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7">
                  <a:moveTo>
                    <a:pt x="8" y="7"/>
                  </a:moveTo>
                  <a:cubicBezTo>
                    <a:pt x="7" y="7"/>
                    <a:pt x="5" y="6"/>
                    <a:pt x="4" y="4"/>
                  </a:cubicBezTo>
                  <a:cubicBezTo>
                    <a:pt x="2" y="3"/>
                    <a:pt x="1" y="1"/>
                    <a:pt x="0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4" y="2"/>
                    <a:pt x="6" y="3"/>
                  </a:cubicBezTo>
                  <a:cubicBezTo>
                    <a:pt x="8" y="5"/>
                    <a:pt x="9" y="6"/>
                    <a:pt x="10" y="6"/>
                  </a:cubicBezTo>
                  <a:lnTo>
                    <a:pt x="8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4" name="Freeform 555">
              <a:extLst>
                <a:ext uri="{FF2B5EF4-FFF2-40B4-BE49-F238E27FC236}">
                  <a16:creationId xmlns:a16="http://schemas.microsoft.com/office/drawing/2014/main" id="{EA2FC798-4227-4DFD-BDA2-7EE38B87B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292"/>
              <a:ext cx="25" cy="16"/>
            </a:xfrm>
            <a:custGeom>
              <a:avLst/>
              <a:gdLst>
                <a:gd name="T0" fmla="*/ 1770 w 10"/>
                <a:gd name="T1" fmla="*/ 2184 h 6"/>
                <a:gd name="T2" fmla="*/ 988 w 10"/>
                <a:gd name="T3" fmla="*/ 1459 h 6"/>
                <a:gd name="T4" fmla="*/ 0 w 10"/>
                <a:gd name="T5" fmla="*/ 0 h 6"/>
                <a:gd name="T6" fmla="*/ 783 w 10"/>
                <a:gd name="T7" fmla="*/ 0 h 6"/>
                <a:gd name="T8" fmla="*/ 1488 w 10"/>
                <a:gd name="T9" fmla="*/ 661 h 6"/>
                <a:gd name="T10" fmla="*/ 2470 w 10"/>
                <a:gd name="T11" fmla="*/ 1763 h 6"/>
                <a:gd name="T12" fmla="*/ 1770 w 10"/>
                <a:gd name="T13" fmla="*/ 2184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6">
                  <a:moveTo>
                    <a:pt x="7" y="6"/>
                  </a:moveTo>
                  <a:cubicBezTo>
                    <a:pt x="6" y="6"/>
                    <a:pt x="5" y="5"/>
                    <a:pt x="4" y="4"/>
                  </a:cubicBezTo>
                  <a:cubicBezTo>
                    <a:pt x="2" y="2"/>
                    <a:pt x="1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1"/>
                    <a:pt x="6" y="2"/>
                  </a:cubicBezTo>
                  <a:cubicBezTo>
                    <a:pt x="8" y="5"/>
                    <a:pt x="9" y="5"/>
                    <a:pt x="10" y="5"/>
                  </a:cubicBezTo>
                  <a:lnTo>
                    <a:pt x="7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5" name="Freeform 556">
              <a:extLst>
                <a:ext uri="{FF2B5EF4-FFF2-40B4-BE49-F238E27FC236}">
                  <a16:creationId xmlns:a16="http://schemas.microsoft.com/office/drawing/2014/main" id="{687361C8-95C9-49DD-95E3-9244431F0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94"/>
              <a:ext cx="10" cy="22"/>
            </a:xfrm>
            <a:custGeom>
              <a:avLst/>
              <a:gdLst>
                <a:gd name="T0" fmla="*/ 988 w 4"/>
                <a:gd name="T1" fmla="*/ 0 h 8"/>
                <a:gd name="T2" fmla="*/ 520 w 4"/>
                <a:gd name="T3" fmla="*/ 3495 h 8"/>
                <a:gd name="T4" fmla="*/ 0 w 4"/>
                <a:gd name="T5" fmla="*/ 3495 h 8"/>
                <a:gd name="T6" fmla="*/ 520 w 4"/>
                <a:gd name="T7" fmla="*/ 0 h 8"/>
                <a:gd name="T8" fmla="*/ 988 w 4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0"/>
                    <a:pt x="3" y="7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1"/>
                    <a:pt x="2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6" name="Freeform 557">
              <a:extLst>
                <a:ext uri="{FF2B5EF4-FFF2-40B4-BE49-F238E27FC236}">
                  <a16:creationId xmlns:a16="http://schemas.microsoft.com/office/drawing/2014/main" id="{C0DB86DE-9AB5-41F1-84BC-B95230895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292"/>
              <a:ext cx="12" cy="21"/>
            </a:xfrm>
            <a:custGeom>
              <a:avLst/>
              <a:gdLst>
                <a:gd name="T0" fmla="*/ 967 w 5"/>
                <a:gd name="T1" fmla="*/ 0 h 8"/>
                <a:gd name="T2" fmla="*/ 564 w 5"/>
                <a:gd name="T3" fmla="*/ 2604 h 8"/>
                <a:gd name="T4" fmla="*/ 0 w 5"/>
                <a:gd name="T5" fmla="*/ 2604 h 8"/>
                <a:gd name="T6" fmla="*/ 564 w 5"/>
                <a:gd name="T7" fmla="*/ 0 h 8"/>
                <a:gd name="T8" fmla="*/ 967 w 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0"/>
                    <a:pt x="3" y="8"/>
                    <a:pt x="3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1"/>
                    <a:pt x="3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7" name="Freeform 558">
              <a:extLst>
                <a:ext uri="{FF2B5EF4-FFF2-40B4-BE49-F238E27FC236}">
                  <a16:creationId xmlns:a16="http://schemas.microsoft.com/office/drawing/2014/main" id="{F029C85D-A9EB-417C-98D4-2B6EBCEB6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286"/>
              <a:ext cx="25" cy="16"/>
            </a:xfrm>
            <a:custGeom>
              <a:avLst/>
              <a:gdLst>
                <a:gd name="T0" fmla="*/ 1958 w 10"/>
                <a:gd name="T1" fmla="*/ 2184 h 6"/>
                <a:gd name="T2" fmla="*/ 783 w 10"/>
                <a:gd name="T3" fmla="*/ 1459 h 6"/>
                <a:gd name="T4" fmla="*/ 0 w 10"/>
                <a:gd name="T5" fmla="*/ 397 h 6"/>
                <a:gd name="T6" fmla="*/ 520 w 10"/>
                <a:gd name="T7" fmla="*/ 397 h 6"/>
                <a:gd name="T8" fmla="*/ 1300 w 10"/>
                <a:gd name="T9" fmla="*/ 1059 h 6"/>
                <a:gd name="T10" fmla="*/ 2470 w 10"/>
                <a:gd name="T11" fmla="*/ 1763 h 6"/>
                <a:gd name="T12" fmla="*/ 1958 w 10"/>
                <a:gd name="T13" fmla="*/ 2184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6">
                  <a:moveTo>
                    <a:pt x="8" y="6"/>
                  </a:moveTo>
                  <a:cubicBezTo>
                    <a:pt x="7" y="6"/>
                    <a:pt x="5" y="5"/>
                    <a:pt x="3" y="4"/>
                  </a:cubicBezTo>
                  <a:cubicBezTo>
                    <a:pt x="2" y="3"/>
                    <a:pt x="0" y="1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4" y="2"/>
                    <a:pt x="5" y="3"/>
                  </a:cubicBezTo>
                  <a:cubicBezTo>
                    <a:pt x="7" y="4"/>
                    <a:pt x="9" y="5"/>
                    <a:pt x="10" y="5"/>
                  </a:cubicBezTo>
                  <a:lnTo>
                    <a:pt x="8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8" name="Freeform 559">
              <a:extLst>
                <a:ext uri="{FF2B5EF4-FFF2-40B4-BE49-F238E27FC236}">
                  <a16:creationId xmlns:a16="http://schemas.microsoft.com/office/drawing/2014/main" id="{C1E32163-3BBC-4927-8E23-B0F437FB4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84"/>
              <a:ext cx="25" cy="13"/>
            </a:xfrm>
            <a:custGeom>
              <a:avLst/>
              <a:gdLst>
                <a:gd name="T0" fmla="*/ 1958 w 10"/>
                <a:gd name="T1" fmla="*/ 1547 h 5"/>
                <a:gd name="T2" fmla="*/ 988 w 10"/>
                <a:gd name="T3" fmla="*/ 1196 h 5"/>
                <a:gd name="T4" fmla="*/ 0 w 10"/>
                <a:gd name="T5" fmla="*/ 372 h 5"/>
                <a:gd name="T6" fmla="*/ 520 w 10"/>
                <a:gd name="T7" fmla="*/ 0 h 5"/>
                <a:gd name="T8" fmla="*/ 1488 w 10"/>
                <a:gd name="T9" fmla="*/ 595 h 5"/>
                <a:gd name="T10" fmla="*/ 2470 w 10"/>
                <a:gd name="T11" fmla="*/ 1196 h 5"/>
                <a:gd name="T12" fmla="*/ 1958 w 10"/>
                <a:gd name="T13" fmla="*/ 1547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5">
                  <a:moveTo>
                    <a:pt x="8" y="5"/>
                  </a:moveTo>
                  <a:cubicBezTo>
                    <a:pt x="7" y="5"/>
                    <a:pt x="6" y="5"/>
                    <a:pt x="4" y="4"/>
                  </a:cubicBezTo>
                  <a:cubicBezTo>
                    <a:pt x="3" y="3"/>
                    <a:pt x="0" y="1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1"/>
                    <a:pt x="6" y="2"/>
                  </a:cubicBezTo>
                  <a:cubicBezTo>
                    <a:pt x="8" y="4"/>
                    <a:pt x="10" y="4"/>
                    <a:pt x="10" y="4"/>
                  </a:cubicBezTo>
                  <a:lnTo>
                    <a:pt x="8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9" name="Freeform 560">
              <a:extLst>
                <a:ext uri="{FF2B5EF4-FFF2-40B4-BE49-F238E27FC236}">
                  <a16:creationId xmlns:a16="http://schemas.microsoft.com/office/drawing/2014/main" id="{8721970A-AFE5-4222-8382-026D301B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286"/>
              <a:ext cx="10" cy="24"/>
            </a:xfrm>
            <a:custGeom>
              <a:avLst/>
              <a:gdLst>
                <a:gd name="T0" fmla="*/ 988 w 4"/>
                <a:gd name="T1" fmla="*/ 0 h 9"/>
                <a:gd name="T2" fmla="*/ 783 w 4"/>
                <a:gd name="T3" fmla="*/ 2824 h 9"/>
                <a:gd name="T4" fmla="*/ 313 w 4"/>
                <a:gd name="T5" fmla="*/ 3243 h 9"/>
                <a:gd name="T6" fmla="*/ 520 w 4"/>
                <a:gd name="T7" fmla="*/ 397 h 9"/>
                <a:gd name="T8" fmla="*/ 988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1"/>
                    <a:pt x="3" y="8"/>
                    <a:pt x="3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2"/>
                    <a:pt x="2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0" name="Freeform 561">
              <a:extLst>
                <a:ext uri="{FF2B5EF4-FFF2-40B4-BE49-F238E27FC236}">
                  <a16:creationId xmlns:a16="http://schemas.microsoft.com/office/drawing/2014/main" id="{4114A307-64BF-4981-8A9E-833E8B59B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84"/>
              <a:ext cx="10" cy="24"/>
            </a:xfrm>
            <a:custGeom>
              <a:avLst/>
              <a:gdLst>
                <a:gd name="T0" fmla="*/ 988 w 4"/>
                <a:gd name="T1" fmla="*/ 0 h 9"/>
                <a:gd name="T2" fmla="*/ 520 w 4"/>
                <a:gd name="T3" fmla="*/ 2824 h 9"/>
                <a:gd name="T4" fmla="*/ 0 w 4"/>
                <a:gd name="T5" fmla="*/ 3243 h 9"/>
                <a:gd name="T6" fmla="*/ 520 w 4"/>
                <a:gd name="T7" fmla="*/ 397 h 9"/>
                <a:gd name="T8" fmla="*/ 988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1"/>
                    <a:pt x="3" y="8"/>
                    <a:pt x="2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0" y="1"/>
                    <a:pt x="2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1" name="Freeform 562">
              <a:extLst>
                <a:ext uri="{FF2B5EF4-FFF2-40B4-BE49-F238E27FC236}">
                  <a16:creationId xmlns:a16="http://schemas.microsoft.com/office/drawing/2014/main" id="{CE05D82B-D189-4E33-A23D-2FA9B2B25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276"/>
              <a:ext cx="27" cy="16"/>
            </a:xfrm>
            <a:custGeom>
              <a:avLst/>
              <a:gdLst>
                <a:gd name="T0" fmla="*/ 1964 w 11"/>
                <a:gd name="T1" fmla="*/ 1763 h 6"/>
                <a:gd name="T2" fmla="*/ 903 w 11"/>
                <a:gd name="T3" fmla="*/ 1459 h 6"/>
                <a:gd name="T4" fmla="*/ 0 w 11"/>
                <a:gd name="T5" fmla="*/ 661 h 6"/>
                <a:gd name="T6" fmla="*/ 427 w 11"/>
                <a:gd name="T7" fmla="*/ 397 h 6"/>
                <a:gd name="T8" fmla="*/ 1343 w 11"/>
                <a:gd name="T9" fmla="*/ 661 h 6"/>
                <a:gd name="T10" fmla="*/ 2398 w 11"/>
                <a:gd name="T11" fmla="*/ 1459 h 6"/>
                <a:gd name="T12" fmla="*/ 1964 w 11"/>
                <a:gd name="T13" fmla="*/ 176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6">
                  <a:moveTo>
                    <a:pt x="9" y="5"/>
                  </a:moveTo>
                  <a:cubicBezTo>
                    <a:pt x="9" y="6"/>
                    <a:pt x="6" y="5"/>
                    <a:pt x="4" y="4"/>
                  </a:cubicBezTo>
                  <a:cubicBezTo>
                    <a:pt x="3" y="3"/>
                    <a:pt x="0" y="2"/>
                    <a:pt x="0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4" y="2"/>
                    <a:pt x="6" y="2"/>
                  </a:cubicBezTo>
                  <a:cubicBezTo>
                    <a:pt x="8" y="4"/>
                    <a:pt x="10" y="4"/>
                    <a:pt x="11" y="4"/>
                  </a:cubicBezTo>
                  <a:lnTo>
                    <a:pt x="9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2" name="Freeform 563">
              <a:extLst>
                <a:ext uri="{FF2B5EF4-FFF2-40B4-BE49-F238E27FC236}">
                  <a16:creationId xmlns:a16="http://schemas.microsoft.com/office/drawing/2014/main" id="{0DC74BBF-03FA-4C49-9E3C-EEA1F0D99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1278"/>
              <a:ext cx="22" cy="8"/>
            </a:xfrm>
            <a:custGeom>
              <a:avLst/>
              <a:gdLst>
                <a:gd name="T0" fmla="*/ 1931 w 9"/>
                <a:gd name="T1" fmla="*/ 397 h 3"/>
                <a:gd name="T2" fmla="*/ 1039 w 9"/>
                <a:gd name="T3" fmla="*/ 0 h 3"/>
                <a:gd name="T4" fmla="*/ 0 w 9"/>
                <a:gd name="T5" fmla="*/ 0 h 3"/>
                <a:gd name="T6" fmla="*/ 425 w 9"/>
                <a:gd name="T7" fmla="*/ 397 h 3"/>
                <a:gd name="T8" fmla="*/ 1506 w 9"/>
                <a:gd name="T9" fmla="*/ 661 h 3"/>
                <a:gd name="T10" fmla="*/ 1931 w 9"/>
                <a:gd name="T11" fmla="*/ 397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9" y="1"/>
                  </a:moveTo>
                  <a:cubicBezTo>
                    <a:pt x="8" y="1"/>
                    <a:pt x="7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4" y="2"/>
                    <a:pt x="6" y="3"/>
                    <a:pt x="7" y="2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3" name="Freeform 564">
              <a:extLst>
                <a:ext uri="{FF2B5EF4-FFF2-40B4-BE49-F238E27FC236}">
                  <a16:creationId xmlns:a16="http://schemas.microsoft.com/office/drawing/2014/main" id="{E1F8C496-F9F5-404A-8F3C-3DD9C50A5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278"/>
              <a:ext cx="10" cy="24"/>
            </a:xfrm>
            <a:custGeom>
              <a:avLst/>
              <a:gdLst>
                <a:gd name="T0" fmla="*/ 988 w 4"/>
                <a:gd name="T1" fmla="*/ 0 h 9"/>
                <a:gd name="T2" fmla="*/ 988 w 4"/>
                <a:gd name="T3" fmla="*/ 2824 h 9"/>
                <a:gd name="T4" fmla="*/ 520 w 4"/>
                <a:gd name="T5" fmla="*/ 3243 h 9"/>
                <a:gd name="T6" fmla="*/ 520 w 4"/>
                <a:gd name="T7" fmla="*/ 397 h 9"/>
                <a:gd name="T8" fmla="*/ 988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0"/>
                    <a:pt x="4" y="8"/>
                    <a:pt x="4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0" y="2"/>
                    <a:pt x="2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4" name="Freeform 565">
              <a:extLst>
                <a:ext uri="{FF2B5EF4-FFF2-40B4-BE49-F238E27FC236}">
                  <a16:creationId xmlns:a16="http://schemas.microsoft.com/office/drawing/2014/main" id="{D2FA5A27-B1FB-4301-A93B-B04006E11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278"/>
              <a:ext cx="10" cy="19"/>
            </a:xfrm>
            <a:custGeom>
              <a:avLst/>
              <a:gdLst>
                <a:gd name="T0" fmla="*/ 313 w 4"/>
                <a:gd name="T1" fmla="*/ 2823 h 7"/>
                <a:gd name="T2" fmla="*/ 783 w 4"/>
                <a:gd name="T3" fmla="*/ 2342 h 7"/>
                <a:gd name="T4" fmla="*/ 783 w 4"/>
                <a:gd name="T5" fmla="*/ 0 h 7"/>
                <a:gd name="T6" fmla="*/ 0 w 4"/>
                <a:gd name="T7" fmla="*/ 0 h 7"/>
                <a:gd name="T8" fmla="*/ 313 w 4"/>
                <a:gd name="T9" fmla="*/ 282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7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3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2" y="7"/>
                    <a:pt x="1" y="7"/>
                  </a:cubicBez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5" name="Freeform 566">
              <a:extLst>
                <a:ext uri="{FF2B5EF4-FFF2-40B4-BE49-F238E27FC236}">
                  <a16:creationId xmlns:a16="http://schemas.microsoft.com/office/drawing/2014/main" id="{8766F25C-D7DC-4509-AA06-B37F9E79C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278"/>
              <a:ext cx="7" cy="11"/>
            </a:xfrm>
            <a:custGeom>
              <a:avLst/>
              <a:gdLst>
                <a:gd name="T0" fmla="*/ 152 w 3"/>
                <a:gd name="T1" fmla="*/ 1724 h 4"/>
                <a:gd name="T2" fmla="*/ 469 w 3"/>
                <a:gd name="T3" fmla="*/ 1271 h 4"/>
                <a:gd name="T4" fmla="*/ 355 w 3"/>
                <a:gd name="T5" fmla="*/ 0 h 4"/>
                <a:gd name="T6" fmla="*/ 0 w 3"/>
                <a:gd name="T7" fmla="*/ 0 h 4"/>
                <a:gd name="T8" fmla="*/ 152 w 3"/>
                <a:gd name="T9" fmla="*/ 172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6" name="Freeform 567">
              <a:extLst>
                <a:ext uri="{FF2B5EF4-FFF2-40B4-BE49-F238E27FC236}">
                  <a16:creationId xmlns:a16="http://schemas.microsoft.com/office/drawing/2014/main" id="{50A3E184-3658-42E6-920B-25778AFFA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294"/>
              <a:ext cx="2" cy="16"/>
            </a:xfrm>
            <a:custGeom>
              <a:avLst/>
              <a:gdLst>
                <a:gd name="T0" fmla="*/ 64 w 1"/>
                <a:gd name="T1" fmla="*/ 0 h 6"/>
                <a:gd name="T2" fmla="*/ 64 w 1"/>
                <a:gd name="T3" fmla="*/ 1459 h 6"/>
                <a:gd name="T4" fmla="*/ 0 w 1"/>
                <a:gd name="T5" fmla="*/ 2184 h 6"/>
                <a:gd name="T6" fmla="*/ 0 w 1"/>
                <a:gd name="T7" fmla="*/ 2184 h 6"/>
                <a:gd name="T8" fmla="*/ 0 w 1"/>
                <a:gd name="T9" fmla="*/ 1059 h 6"/>
                <a:gd name="T10" fmla="*/ 64 w 1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7" name="Freeform 568">
              <a:extLst>
                <a:ext uri="{FF2B5EF4-FFF2-40B4-BE49-F238E27FC236}">
                  <a16:creationId xmlns:a16="http://schemas.microsoft.com/office/drawing/2014/main" id="{273C29A2-4A5F-4945-A00F-B1AE8BA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289"/>
              <a:ext cx="3" cy="19"/>
            </a:xfrm>
            <a:custGeom>
              <a:avLst/>
              <a:gdLst>
                <a:gd name="T0" fmla="*/ 729 w 1"/>
                <a:gd name="T1" fmla="*/ 0 h 7"/>
                <a:gd name="T2" fmla="*/ 0 w 1"/>
                <a:gd name="T3" fmla="*/ 2063 h 7"/>
                <a:gd name="T4" fmla="*/ 0 w 1"/>
                <a:gd name="T5" fmla="*/ 2823 h 7"/>
                <a:gd name="T6" fmla="*/ 0 w 1"/>
                <a:gd name="T7" fmla="*/ 2823 h 7"/>
                <a:gd name="T8" fmla="*/ 0 w 1"/>
                <a:gd name="T9" fmla="*/ 1620 h 7"/>
                <a:gd name="T10" fmla="*/ 729 w 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5"/>
                    <a:pt x="0" y="4"/>
                  </a:cubicBezTo>
                  <a:cubicBezTo>
                    <a:pt x="0" y="2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8" name="Freeform 569">
              <a:extLst>
                <a:ext uri="{FF2B5EF4-FFF2-40B4-BE49-F238E27FC236}">
                  <a16:creationId xmlns:a16="http://schemas.microsoft.com/office/drawing/2014/main" id="{1E7CFC09-63D5-4047-8157-AA7EB33BC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86"/>
              <a:ext cx="1" cy="19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2063 h 7"/>
                <a:gd name="T4" fmla="*/ 0 w 1"/>
                <a:gd name="T5" fmla="*/ 2823 h 7"/>
                <a:gd name="T6" fmla="*/ 0 w 1"/>
                <a:gd name="T7" fmla="*/ 2823 h 7"/>
                <a:gd name="T8" fmla="*/ 0 w 1"/>
                <a:gd name="T9" fmla="*/ 1200 h 7"/>
                <a:gd name="T10" fmla="*/ 0 w 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9" name="Freeform 570">
              <a:extLst>
                <a:ext uri="{FF2B5EF4-FFF2-40B4-BE49-F238E27FC236}">
                  <a16:creationId xmlns:a16="http://schemas.microsoft.com/office/drawing/2014/main" id="{9C84A2ED-D1E4-4E7F-B76B-294DCE6DD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281"/>
              <a:ext cx="3" cy="16"/>
            </a:xfrm>
            <a:custGeom>
              <a:avLst/>
              <a:gdLst>
                <a:gd name="T0" fmla="*/ 729 w 1"/>
                <a:gd name="T1" fmla="*/ 0 h 6"/>
                <a:gd name="T2" fmla="*/ 729 w 1"/>
                <a:gd name="T3" fmla="*/ 1459 h 6"/>
                <a:gd name="T4" fmla="*/ 729 w 1"/>
                <a:gd name="T5" fmla="*/ 2184 h 6"/>
                <a:gd name="T6" fmla="*/ 729 w 1"/>
                <a:gd name="T7" fmla="*/ 2184 h 6"/>
                <a:gd name="T8" fmla="*/ 0 w 1"/>
                <a:gd name="T9" fmla="*/ 1059 h 6"/>
                <a:gd name="T10" fmla="*/ 729 w 1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1"/>
                    <a:pt x="1" y="3"/>
                    <a:pt x="1" y="4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0" name="Freeform 571">
              <a:extLst>
                <a:ext uri="{FF2B5EF4-FFF2-40B4-BE49-F238E27FC236}">
                  <a16:creationId xmlns:a16="http://schemas.microsoft.com/office/drawing/2014/main" id="{54C32B22-BE58-4DD0-88D7-DD543808B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276"/>
              <a:ext cx="5" cy="16"/>
            </a:xfrm>
            <a:custGeom>
              <a:avLst/>
              <a:gdLst>
                <a:gd name="T0" fmla="*/ 313 w 2"/>
                <a:gd name="T1" fmla="*/ 0 h 6"/>
                <a:gd name="T2" fmla="*/ 313 w 2"/>
                <a:gd name="T3" fmla="*/ 1459 h 6"/>
                <a:gd name="T4" fmla="*/ 520 w 2"/>
                <a:gd name="T5" fmla="*/ 2184 h 6"/>
                <a:gd name="T6" fmla="*/ 520 w 2"/>
                <a:gd name="T7" fmla="*/ 2184 h 6"/>
                <a:gd name="T8" fmla="*/ 313 w 2"/>
                <a:gd name="T9" fmla="*/ 1059 h 6"/>
                <a:gd name="T10" fmla="*/ 313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1" y="5"/>
                    <a:pt x="1" y="3"/>
                  </a:cubicBezTo>
                  <a:cubicBezTo>
                    <a:pt x="0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1" name="Freeform 572">
              <a:extLst>
                <a:ext uri="{FF2B5EF4-FFF2-40B4-BE49-F238E27FC236}">
                  <a16:creationId xmlns:a16="http://schemas.microsoft.com/office/drawing/2014/main" id="{D8222E6C-F2AE-48C2-9393-FFAE3790A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97"/>
              <a:ext cx="3" cy="16"/>
            </a:xfrm>
            <a:custGeom>
              <a:avLst/>
              <a:gdLst>
                <a:gd name="T0" fmla="*/ 729 w 1"/>
                <a:gd name="T1" fmla="*/ 0 h 6"/>
                <a:gd name="T2" fmla="*/ 0 w 1"/>
                <a:gd name="T3" fmla="*/ 1459 h 6"/>
                <a:gd name="T4" fmla="*/ 0 w 1"/>
                <a:gd name="T5" fmla="*/ 2184 h 6"/>
                <a:gd name="T6" fmla="*/ 0 w 1"/>
                <a:gd name="T7" fmla="*/ 2184 h 6"/>
                <a:gd name="T8" fmla="*/ 0 w 1"/>
                <a:gd name="T9" fmla="*/ 1059 h 6"/>
                <a:gd name="T10" fmla="*/ 729 w 1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2" name="Freeform 573">
              <a:extLst>
                <a:ext uri="{FF2B5EF4-FFF2-40B4-BE49-F238E27FC236}">
                  <a16:creationId xmlns:a16="http://schemas.microsoft.com/office/drawing/2014/main" id="{0A0A03B2-21D6-4171-959C-62DE4C126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300"/>
              <a:ext cx="3" cy="16"/>
            </a:xfrm>
            <a:custGeom>
              <a:avLst/>
              <a:gdLst>
                <a:gd name="T0" fmla="*/ 729 w 1"/>
                <a:gd name="T1" fmla="*/ 0 h 6"/>
                <a:gd name="T2" fmla="*/ 729 w 1"/>
                <a:gd name="T3" fmla="*/ 1459 h 6"/>
                <a:gd name="T4" fmla="*/ 0 w 1"/>
                <a:gd name="T5" fmla="*/ 2184 h 6"/>
                <a:gd name="T6" fmla="*/ 0 w 1"/>
                <a:gd name="T7" fmla="*/ 2184 h 6"/>
                <a:gd name="T8" fmla="*/ 0 w 1"/>
                <a:gd name="T9" fmla="*/ 1059 h 6"/>
                <a:gd name="T10" fmla="*/ 729 w 1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1"/>
                    <a:pt x="1" y="2"/>
                    <a:pt x="1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3" name="Freeform 574">
              <a:extLst>
                <a:ext uri="{FF2B5EF4-FFF2-40B4-BE49-F238E27FC236}">
                  <a16:creationId xmlns:a16="http://schemas.microsoft.com/office/drawing/2014/main" id="{E953AF04-CE63-4A0E-99E7-FB21C9B7E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300"/>
              <a:ext cx="5" cy="16"/>
            </a:xfrm>
            <a:custGeom>
              <a:avLst/>
              <a:gdLst>
                <a:gd name="T0" fmla="*/ 520 w 2"/>
                <a:gd name="T1" fmla="*/ 0 h 6"/>
                <a:gd name="T2" fmla="*/ 313 w 2"/>
                <a:gd name="T3" fmla="*/ 1459 h 6"/>
                <a:gd name="T4" fmla="*/ 313 w 2"/>
                <a:gd name="T5" fmla="*/ 2184 h 6"/>
                <a:gd name="T6" fmla="*/ 313 w 2"/>
                <a:gd name="T7" fmla="*/ 2184 h 6"/>
                <a:gd name="T8" fmla="*/ 313 w 2"/>
                <a:gd name="T9" fmla="*/ 1059 h 6"/>
                <a:gd name="T10" fmla="*/ 520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4" name="Freeform 575">
              <a:extLst>
                <a:ext uri="{FF2B5EF4-FFF2-40B4-BE49-F238E27FC236}">
                  <a16:creationId xmlns:a16="http://schemas.microsoft.com/office/drawing/2014/main" id="{4B29D5FD-ABDB-4145-BE2C-8F950C46A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302"/>
              <a:ext cx="5" cy="16"/>
            </a:xfrm>
            <a:custGeom>
              <a:avLst/>
              <a:gdLst>
                <a:gd name="T0" fmla="*/ 520 w 2"/>
                <a:gd name="T1" fmla="*/ 0 h 6"/>
                <a:gd name="T2" fmla="*/ 0 w 2"/>
                <a:gd name="T3" fmla="*/ 1459 h 6"/>
                <a:gd name="T4" fmla="*/ 0 w 2"/>
                <a:gd name="T5" fmla="*/ 2184 h 6"/>
                <a:gd name="T6" fmla="*/ 0 w 2"/>
                <a:gd name="T7" fmla="*/ 2184 h 6"/>
                <a:gd name="T8" fmla="*/ 0 w 2"/>
                <a:gd name="T9" fmla="*/ 1059 h 6"/>
                <a:gd name="T10" fmla="*/ 520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5" name="Freeform 576">
              <a:extLst>
                <a:ext uri="{FF2B5EF4-FFF2-40B4-BE49-F238E27FC236}">
                  <a16:creationId xmlns:a16="http://schemas.microsoft.com/office/drawing/2014/main" id="{554E3238-66E2-41B3-A6D6-85C0D4787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300"/>
              <a:ext cx="15" cy="21"/>
            </a:xfrm>
            <a:custGeom>
              <a:avLst/>
              <a:gdLst>
                <a:gd name="T0" fmla="*/ 1488 w 6"/>
                <a:gd name="T1" fmla="*/ 0 h 8"/>
                <a:gd name="T2" fmla="*/ 783 w 6"/>
                <a:gd name="T3" fmla="*/ 2604 h 8"/>
                <a:gd name="T4" fmla="*/ 0 w 6"/>
                <a:gd name="T5" fmla="*/ 2604 h 8"/>
                <a:gd name="T6" fmla="*/ 988 w 6"/>
                <a:gd name="T7" fmla="*/ 0 h 8"/>
                <a:gd name="T8" fmla="*/ 1488 w 6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0"/>
                    <a:pt x="4" y="8"/>
                    <a:pt x="3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0"/>
                    <a:pt x="4" y="0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6" name="Freeform 577">
              <a:extLst>
                <a:ext uri="{FF2B5EF4-FFF2-40B4-BE49-F238E27FC236}">
                  <a16:creationId xmlns:a16="http://schemas.microsoft.com/office/drawing/2014/main" id="{E9B6A328-861B-422D-8401-ED5ACBA26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302"/>
              <a:ext cx="5" cy="16"/>
            </a:xfrm>
            <a:custGeom>
              <a:avLst/>
              <a:gdLst>
                <a:gd name="T0" fmla="*/ 520 w 2"/>
                <a:gd name="T1" fmla="*/ 0 h 6"/>
                <a:gd name="T2" fmla="*/ 313 w 2"/>
                <a:gd name="T3" fmla="*/ 1459 h 6"/>
                <a:gd name="T4" fmla="*/ 0 w 2"/>
                <a:gd name="T5" fmla="*/ 2184 h 6"/>
                <a:gd name="T6" fmla="*/ 0 w 2"/>
                <a:gd name="T7" fmla="*/ 2184 h 6"/>
                <a:gd name="T8" fmla="*/ 313 w 2"/>
                <a:gd name="T9" fmla="*/ 1059 h 6"/>
                <a:gd name="T10" fmla="*/ 520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7" name="Freeform 578">
              <a:extLst>
                <a:ext uri="{FF2B5EF4-FFF2-40B4-BE49-F238E27FC236}">
                  <a16:creationId xmlns:a16="http://schemas.microsoft.com/office/drawing/2014/main" id="{0C55BBC8-0401-4E21-A575-717DAAFAB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278"/>
              <a:ext cx="13" cy="14"/>
            </a:xfrm>
            <a:custGeom>
              <a:avLst/>
              <a:gdLst>
                <a:gd name="T0" fmla="*/ 1547 w 5"/>
                <a:gd name="T1" fmla="*/ 2391 h 5"/>
                <a:gd name="T2" fmla="*/ 1547 w 5"/>
                <a:gd name="T3" fmla="*/ 1050 h 5"/>
                <a:gd name="T4" fmla="*/ 1196 w 5"/>
                <a:gd name="T5" fmla="*/ 0 h 5"/>
                <a:gd name="T6" fmla="*/ 0 w 5"/>
                <a:gd name="T7" fmla="*/ 0 h 5"/>
                <a:gd name="T8" fmla="*/ 1547 w 5"/>
                <a:gd name="T9" fmla="*/ 239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5" y="4"/>
                    <a:pt x="5" y="5"/>
                  </a:cubicBez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8" name="Freeform 579">
              <a:extLst>
                <a:ext uri="{FF2B5EF4-FFF2-40B4-BE49-F238E27FC236}">
                  <a16:creationId xmlns:a16="http://schemas.microsoft.com/office/drawing/2014/main" id="{CE6D0EF5-C4CE-41A3-9544-6D6689268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281"/>
              <a:ext cx="25" cy="32"/>
            </a:xfrm>
            <a:custGeom>
              <a:avLst/>
              <a:gdLst>
                <a:gd name="T0" fmla="*/ 2470 w 10"/>
                <a:gd name="T1" fmla="*/ 2824 h 12"/>
                <a:gd name="T2" fmla="*/ 1300 w 10"/>
                <a:gd name="T3" fmla="*/ 1059 h 12"/>
                <a:gd name="T4" fmla="*/ 0 w 10"/>
                <a:gd name="T5" fmla="*/ 0 h 12"/>
                <a:gd name="T6" fmla="*/ 0 w 10"/>
                <a:gd name="T7" fmla="*/ 1059 h 12"/>
                <a:gd name="T8" fmla="*/ 988 w 10"/>
                <a:gd name="T9" fmla="*/ 2184 h 12"/>
                <a:gd name="T10" fmla="*/ 2470 w 10"/>
                <a:gd name="T11" fmla="*/ 4301 h 12"/>
                <a:gd name="T12" fmla="*/ 2470 w 10"/>
                <a:gd name="T13" fmla="*/ 282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7"/>
                    <a:pt x="8" y="5"/>
                    <a:pt x="5" y="3"/>
                  </a:cubicBezTo>
                  <a:cubicBezTo>
                    <a:pt x="3" y="2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2" y="5"/>
                    <a:pt x="4" y="6"/>
                  </a:cubicBezTo>
                  <a:cubicBezTo>
                    <a:pt x="8" y="8"/>
                    <a:pt x="10" y="11"/>
                    <a:pt x="10" y="12"/>
                  </a:cubicBezTo>
                  <a:lnTo>
                    <a:pt x="10" y="8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9" name="Freeform 580">
              <a:extLst>
                <a:ext uri="{FF2B5EF4-FFF2-40B4-BE49-F238E27FC236}">
                  <a16:creationId xmlns:a16="http://schemas.microsoft.com/office/drawing/2014/main" id="{BA580C68-B7BE-47B0-83C5-3022445E8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297"/>
              <a:ext cx="25" cy="29"/>
            </a:xfrm>
            <a:custGeom>
              <a:avLst/>
              <a:gdLst>
                <a:gd name="T0" fmla="*/ 2470 w 10"/>
                <a:gd name="T1" fmla="*/ 2273 h 11"/>
                <a:gd name="T2" fmla="*/ 1300 w 10"/>
                <a:gd name="T3" fmla="*/ 1007 h 11"/>
                <a:gd name="T4" fmla="*/ 0 w 10"/>
                <a:gd name="T5" fmla="*/ 0 h 11"/>
                <a:gd name="T6" fmla="*/ 0 w 10"/>
                <a:gd name="T7" fmla="*/ 1007 h 11"/>
                <a:gd name="T8" fmla="*/ 988 w 10"/>
                <a:gd name="T9" fmla="*/ 2035 h 11"/>
                <a:gd name="T10" fmla="*/ 2270 w 10"/>
                <a:gd name="T11" fmla="*/ 3662 h 11"/>
                <a:gd name="T12" fmla="*/ 2470 w 10"/>
                <a:gd name="T13" fmla="*/ 2273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1">
                  <a:moveTo>
                    <a:pt x="10" y="7"/>
                  </a:moveTo>
                  <a:cubicBezTo>
                    <a:pt x="10" y="6"/>
                    <a:pt x="7" y="5"/>
                    <a:pt x="5" y="3"/>
                  </a:cubicBezTo>
                  <a:cubicBezTo>
                    <a:pt x="3" y="2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2" y="5"/>
                    <a:pt x="4" y="6"/>
                  </a:cubicBezTo>
                  <a:cubicBezTo>
                    <a:pt x="8" y="8"/>
                    <a:pt x="9" y="10"/>
                    <a:pt x="9" y="11"/>
                  </a:cubicBezTo>
                  <a:lnTo>
                    <a:pt x="10" y="7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0" name="Freeform 581">
              <a:extLst>
                <a:ext uri="{FF2B5EF4-FFF2-40B4-BE49-F238E27FC236}">
                  <a16:creationId xmlns:a16="http://schemas.microsoft.com/office/drawing/2014/main" id="{D669B5CD-30BE-47BC-826D-4BA7B496E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278"/>
              <a:ext cx="20" cy="11"/>
            </a:xfrm>
            <a:custGeom>
              <a:avLst/>
              <a:gdLst>
                <a:gd name="T0" fmla="*/ 1958 w 8"/>
                <a:gd name="T1" fmla="*/ 0 h 4"/>
                <a:gd name="T2" fmla="*/ 0 w 8"/>
                <a:gd name="T3" fmla="*/ 0 h 4"/>
                <a:gd name="T4" fmla="*/ 0 w 8"/>
                <a:gd name="T5" fmla="*/ 462 h 4"/>
                <a:gd name="T6" fmla="*/ 0 w 8"/>
                <a:gd name="T7" fmla="*/ 1724 h 4"/>
                <a:gd name="T8" fmla="*/ 1958 w 8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5" y="1"/>
                    <a:pt x="8" y="0"/>
                  </a:cubicBez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1" name="Freeform 582">
              <a:extLst>
                <a:ext uri="{FF2B5EF4-FFF2-40B4-BE49-F238E27FC236}">
                  <a16:creationId xmlns:a16="http://schemas.microsoft.com/office/drawing/2014/main" id="{83EB567E-4588-4A7A-8B7A-9F821C633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281"/>
              <a:ext cx="25" cy="24"/>
            </a:xfrm>
            <a:custGeom>
              <a:avLst/>
              <a:gdLst>
                <a:gd name="T0" fmla="*/ 0 w 10"/>
                <a:gd name="T1" fmla="*/ 3243 h 9"/>
                <a:gd name="T2" fmla="*/ 2470 w 10"/>
                <a:gd name="T3" fmla="*/ 1459 h 9"/>
                <a:gd name="T4" fmla="*/ 2470 w 10"/>
                <a:gd name="T5" fmla="*/ 0 h 9"/>
                <a:gd name="T6" fmla="*/ 0 w 10"/>
                <a:gd name="T7" fmla="*/ 2184 h 9"/>
                <a:gd name="T8" fmla="*/ 0 w 10"/>
                <a:gd name="T9" fmla="*/ 324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0" y="6"/>
                    <a:pt x="10" y="5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0" y="3"/>
                    <a:pt x="0" y="6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2" name="Freeform 583">
              <a:extLst>
                <a:ext uri="{FF2B5EF4-FFF2-40B4-BE49-F238E27FC236}">
                  <a16:creationId xmlns:a16="http://schemas.microsoft.com/office/drawing/2014/main" id="{5CE31980-971E-475D-A9F6-279C40A20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313"/>
              <a:ext cx="23" cy="35"/>
            </a:xfrm>
            <a:custGeom>
              <a:avLst/>
              <a:gdLst>
                <a:gd name="T0" fmla="*/ 2520 w 9"/>
                <a:gd name="T1" fmla="*/ 3842 h 13"/>
                <a:gd name="T2" fmla="*/ 1403 w 9"/>
                <a:gd name="T3" fmla="*/ 1580 h 13"/>
                <a:gd name="T4" fmla="*/ 332 w 9"/>
                <a:gd name="T5" fmla="*/ 0 h 13"/>
                <a:gd name="T6" fmla="*/ 0 w 9"/>
                <a:gd name="T7" fmla="*/ 1152 h 13"/>
                <a:gd name="T8" fmla="*/ 1104 w 9"/>
                <a:gd name="T9" fmla="*/ 2673 h 13"/>
                <a:gd name="T10" fmla="*/ 2167 w 9"/>
                <a:gd name="T11" fmla="*/ 4935 h 13"/>
                <a:gd name="T12" fmla="*/ 2520 w 9"/>
                <a:gd name="T13" fmla="*/ 384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3">
                  <a:moveTo>
                    <a:pt x="9" y="10"/>
                  </a:moveTo>
                  <a:cubicBezTo>
                    <a:pt x="9" y="9"/>
                    <a:pt x="7" y="6"/>
                    <a:pt x="5" y="4"/>
                  </a:cubicBezTo>
                  <a:cubicBezTo>
                    <a:pt x="4" y="2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2" y="5"/>
                    <a:pt x="4" y="7"/>
                  </a:cubicBezTo>
                  <a:cubicBezTo>
                    <a:pt x="7" y="10"/>
                    <a:pt x="9" y="12"/>
                    <a:pt x="8" y="13"/>
                  </a:cubicBezTo>
                  <a:lnTo>
                    <a:pt x="9" y="10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3" name="Freeform 584">
              <a:extLst>
                <a:ext uri="{FF2B5EF4-FFF2-40B4-BE49-F238E27FC236}">
                  <a16:creationId xmlns:a16="http://schemas.microsoft.com/office/drawing/2014/main" id="{62CF7F06-60B4-4458-9D18-00B7C04B9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326"/>
              <a:ext cx="22" cy="35"/>
            </a:xfrm>
            <a:custGeom>
              <a:avLst/>
              <a:gdLst>
                <a:gd name="T0" fmla="*/ 1931 w 9"/>
                <a:gd name="T1" fmla="*/ 3842 h 13"/>
                <a:gd name="T2" fmla="*/ 1315 w 9"/>
                <a:gd name="T3" fmla="*/ 1833 h 13"/>
                <a:gd name="T4" fmla="*/ 174 w 9"/>
                <a:gd name="T5" fmla="*/ 0 h 13"/>
                <a:gd name="T6" fmla="*/ 0 w 9"/>
                <a:gd name="T7" fmla="*/ 1152 h 13"/>
                <a:gd name="T8" fmla="*/ 860 w 9"/>
                <a:gd name="T9" fmla="*/ 2673 h 13"/>
                <a:gd name="T10" fmla="*/ 1750 w 9"/>
                <a:gd name="T11" fmla="*/ 4935 h 13"/>
                <a:gd name="T12" fmla="*/ 1931 w 9"/>
                <a:gd name="T13" fmla="*/ 384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3">
                  <a:moveTo>
                    <a:pt x="9" y="10"/>
                  </a:moveTo>
                  <a:cubicBezTo>
                    <a:pt x="9" y="9"/>
                    <a:pt x="8" y="6"/>
                    <a:pt x="6" y="5"/>
                  </a:cubicBezTo>
                  <a:cubicBezTo>
                    <a:pt x="4" y="3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2" y="6"/>
                    <a:pt x="4" y="7"/>
                  </a:cubicBezTo>
                  <a:cubicBezTo>
                    <a:pt x="7" y="10"/>
                    <a:pt x="8" y="12"/>
                    <a:pt x="8" y="13"/>
                  </a:cubicBezTo>
                  <a:lnTo>
                    <a:pt x="9" y="10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4" name="Freeform 585">
              <a:extLst>
                <a:ext uri="{FF2B5EF4-FFF2-40B4-BE49-F238E27FC236}">
                  <a16:creationId xmlns:a16="http://schemas.microsoft.com/office/drawing/2014/main" id="{1A46F63F-0AC6-40F4-8A90-714392A6D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302"/>
              <a:ext cx="28" cy="19"/>
            </a:xfrm>
            <a:custGeom>
              <a:avLst/>
              <a:gdLst>
                <a:gd name="T0" fmla="*/ 0 w 11"/>
                <a:gd name="T1" fmla="*/ 2823 h 7"/>
                <a:gd name="T2" fmla="*/ 2986 w 11"/>
                <a:gd name="T3" fmla="*/ 1200 h 7"/>
                <a:gd name="T4" fmla="*/ 2986 w 11"/>
                <a:gd name="T5" fmla="*/ 0 h 7"/>
                <a:gd name="T6" fmla="*/ 0 w 11"/>
                <a:gd name="T7" fmla="*/ 1620 h 7"/>
                <a:gd name="T8" fmla="*/ 0 w 11"/>
                <a:gd name="T9" fmla="*/ 282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0" y="5"/>
                    <a:pt x="11" y="4"/>
                    <a:pt x="11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" y="1"/>
                    <a:pt x="0" y="4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5" name="Freeform 586">
              <a:extLst>
                <a:ext uri="{FF2B5EF4-FFF2-40B4-BE49-F238E27FC236}">
                  <a16:creationId xmlns:a16="http://schemas.microsoft.com/office/drawing/2014/main" id="{03D131C3-C0D4-4173-93CC-71F9CDB4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316"/>
              <a:ext cx="30" cy="21"/>
            </a:xfrm>
            <a:custGeom>
              <a:avLst/>
              <a:gdLst>
                <a:gd name="T0" fmla="*/ 0 w 12"/>
                <a:gd name="T1" fmla="*/ 2604 h 8"/>
                <a:gd name="T2" fmla="*/ 2738 w 12"/>
                <a:gd name="T3" fmla="*/ 1378 h 8"/>
                <a:gd name="T4" fmla="*/ 2938 w 12"/>
                <a:gd name="T5" fmla="*/ 0 h 8"/>
                <a:gd name="T6" fmla="*/ 313 w 12"/>
                <a:gd name="T7" fmla="*/ 1612 h 8"/>
                <a:gd name="T8" fmla="*/ 0 w 12"/>
                <a:gd name="T9" fmla="*/ 260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1" y="5"/>
                    <a:pt x="11" y="5"/>
                    <a:pt x="11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"/>
                    <a:pt x="1" y="2"/>
                    <a:pt x="1" y="5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6" name="Freeform 587">
              <a:extLst>
                <a:ext uri="{FF2B5EF4-FFF2-40B4-BE49-F238E27FC236}">
                  <a16:creationId xmlns:a16="http://schemas.microsoft.com/office/drawing/2014/main" id="{47F12BD8-061F-44D8-8D42-596A872DD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342"/>
              <a:ext cx="22" cy="40"/>
            </a:xfrm>
            <a:custGeom>
              <a:avLst/>
              <a:gdLst>
                <a:gd name="T0" fmla="*/ 1750 w 9"/>
                <a:gd name="T1" fmla="*/ 4301 h 15"/>
                <a:gd name="T2" fmla="*/ 1039 w 9"/>
                <a:gd name="T3" fmla="*/ 2184 h 15"/>
                <a:gd name="T4" fmla="*/ 174 w 9"/>
                <a:gd name="T5" fmla="*/ 0 h 15"/>
                <a:gd name="T6" fmla="*/ 0 w 9"/>
                <a:gd name="T7" fmla="*/ 1059 h 15"/>
                <a:gd name="T8" fmla="*/ 616 w 9"/>
                <a:gd name="T9" fmla="*/ 2824 h 15"/>
                <a:gd name="T10" fmla="*/ 1506 w 9"/>
                <a:gd name="T11" fmla="*/ 5405 h 15"/>
                <a:gd name="T12" fmla="*/ 1750 w 9"/>
                <a:gd name="T13" fmla="*/ 430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5">
                  <a:moveTo>
                    <a:pt x="8" y="12"/>
                  </a:moveTo>
                  <a:cubicBezTo>
                    <a:pt x="9" y="11"/>
                    <a:pt x="7" y="8"/>
                    <a:pt x="5" y="6"/>
                  </a:cubicBezTo>
                  <a:cubicBezTo>
                    <a:pt x="4" y="4"/>
                    <a:pt x="1" y="1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2" y="6"/>
                    <a:pt x="3" y="8"/>
                  </a:cubicBezTo>
                  <a:cubicBezTo>
                    <a:pt x="6" y="11"/>
                    <a:pt x="7" y="14"/>
                    <a:pt x="7" y="15"/>
                  </a:cubicBezTo>
                  <a:lnTo>
                    <a:pt x="8" y="12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7" name="Freeform 588">
              <a:extLst>
                <a:ext uri="{FF2B5EF4-FFF2-40B4-BE49-F238E27FC236}">
                  <a16:creationId xmlns:a16="http://schemas.microsoft.com/office/drawing/2014/main" id="{3407AE69-1CBF-4368-AD41-684861E52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358"/>
              <a:ext cx="22" cy="40"/>
            </a:xfrm>
            <a:custGeom>
              <a:avLst/>
              <a:gdLst>
                <a:gd name="T0" fmla="*/ 1931 w 9"/>
                <a:gd name="T1" fmla="*/ 3891 h 15"/>
                <a:gd name="T2" fmla="*/ 1315 w 9"/>
                <a:gd name="T3" fmla="*/ 1763 h 15"/>
                <a:gd name="T4" fmla="*/ 425 w 9"/>
                <a:gd name="T5" fmla="*/ 0 h 15"/>
                <a:gd name="T6" fmla="*/ 174 w 9"/>
                <a:gd name="T7" fmla="*/ 1059 h 15"/>
                <a:gd name="T8" fmla="*/ 860 w 9"/>
                <a:gd name="T9" fmla="*/ 2824 h 15"/>
                <a:gd name="T10" fmla="*/ 1506 w 9"/>
                <a:gd name="T11" fmla="*/ 5405 h 15"/>
                <a:gd name="T12" fmla="*/ 1931 w 9"/>
                <a:gd name="T13" fmla="*/ 389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5">
                  <a:moveTo>
                    <a:pt x="9" y="11"/>
                  </a:moveTo>
                  <a:cubicBezTo>
                    <a:pt x="9" y="10"/>
                    <a:pt x="7" y="7"/>
                    <a:pt x="6" y="5"/>
                  </a:cubicBezTo>
                  <a:cubicBezTo>
                    <a:pt x="4" y="3"/>
                    <a:pt x="2" y="0"/>
                    <a:pt x="2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2" y="6"/>
                    <a:pt x="4" y="8"/>
                  </a:cubicBezTo>
                  <a:cubicBezTo>
                    <a:pt x="6" y="11"/>
                    <a:pt x="8" y="14"/>
                    <a:pt x="7" y="15"/>
                  </a:cubicBezTo>
                  <a:lnTo>
                    <a:pt x="9" y="11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8" name="Freeform 589">
              <a:extLst>
                <a:ext uri="{FF2B5EF4-FFF2-40B4-BE49-F238E27FC236}">
                  <a16:creationId xmlns:a16="http://schemas.microsoft.com/office/drawing/2014/main" id="{9C9EC90E-3E56-41B6-B354-39EF55B59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337"/>
              <a:ext cx="30" cy="16"/>
            </a:xfrm>
            <a:custGeom>
              <a:avLst/>
              <a:gdLst>
                <a:gd name="T0" fmla="*/ 0 w 12"/>
                <a:gd name="T1" fmla="*/ 2184 h 6"/>
                <a:gd name="T2" fmla="*/ 2938 w 12"/>
                <a:gd name="T3" fmla="*/ 1459 h 6"/>
                <a:gd name="T4" fmla="*/ 2938 w 12"/>
                <a:gd name="T5" fmla="*/ 397 h 6"/>
                <a:gd name="T6" fmla="*/ 313 w 12"/>
                <a:gd name="T7" fmla="*/ 1059 h 6"/>
                <a:gd name="T8" fmla="*/ 0 w 12"/>
                <a:gd name="T9" fmla="*/ 218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1" y="4"/>
                    <a:pt x="11" y="5"/>
                    <a:pt x="12" y="4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2"/>
                    <a:pt x="2" y="0"/>
                    <a:pt x="1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9" name="Freeform 590">
              <a:extLst>
                <a:ext uri="{FF2B5EF4-FFF2-40B4-BE49-F238E27FC236}">
                  <a16:creationId xmlns:a16="http://schemas.microsoft.com/office/drawing/2014/main" id="{938A7521-57FB-4A57-B0A8-E0FA30C75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353"/>
              <a:ext cx="30" cy="13"/>
            </a:xfrm>
            <a:custGeom>
              <a:avLst/>
              <a:gdLst>
                <a:gd name="T0" fmla="*/ 0 w 12"/>
                <a:gd name="T1" fmla="*/ 1547 h 5"/>
                <a:gd name="T2" fmla="*/ 2738 w 12"/>
                <a:gd name="T3" fmla="*/ 967 h 5"/>
                <a:gd name="T4" fmla="*/ 2938 w 12"/>
                <a:gd name="T5" fmla="*/ 0 h 5"/>
                <a:gd name="T6" fmla="*/ 0 w 12"/>
                <a:gd name="T7" fmla="*/ 595 h 5"/>
                <a:gd name="T8" fmla="*/ 0 w 12"/>
                <a:gd name="T9" fmla="*/ 154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0" y="3"/>
                    <a:pt x="11" y="4"/>
                    <a:pt x="11" y="3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"/>
                    <a:pt x="1" y="0"/>
                    <a:pt x="0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0" name="Freeform 591">
              <a:extLst>
                <a:ext uri="{FF2B5EF4-FFF2-40B4-BE49-F238E27FC236}">
                  <a16:creationId xmlns:a16="http://schemas.microsoft.com/office/drawing/2014/main" id="{8A4811AE-9629-4D83-86C4-41DD85399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374"/>
              <a:ext cx="20" cy="43"/>
            </a:xfrm>
            <a:custGeom>
              <a:avLst/>
              <a:gdLst>
                <a:gd name="T0" fmla="*/ 1770 w 8"/>
                <a:gd name="T1" fmla="*/ 4485 h 16"/>
                <a:gd name="T2" fmla="*/ 1300 w 8"/>
                <a:gd name="T3" fmla="*/ 1828 h 16"/>
                <a:gd name="T4" fmla="*/ 520 w 8"/>
                <a:gd name="T5" fmla="*/ 0 h 16"/>
                <a:gd name="T6" fmla="*/ 313 w 8"/>
                <a:gd name="T7" fmla="*/ 680 h 16"/>
                <a:gd name="T8" fmla="*/ 783 w 8"/>
                <a:gd name="T9" fmla="*/ 3085 h 16"/>
                <a:gd name="T10" fmla="*/ 1300 w 8"/>
                <a:gd name="T11" fmla="*/ 6060 h 16"/>
                <a:gd name="T12" fmla="*/ 1770 w 8"/>
                <a:gd name="T13" fmla="*/ 448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6">
                  <a:moveTo>
                    <a:pt x="7" y="12"/>
                  </a:moveTo>
                  <a:cubicBezTo>
                    <a:pt x="8" y="11"/>
                    <a:pt x="7" y="8"/>
                    <a:pt x="5" y="5"/>
                  </a:cubicBezTo>
                  <a:cubicBezTo>
                    <a:pt x="4" y="3"/>
                    <a:pt x="2" y="0"/>
                    <a:pt x="2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4"/>
                    <a:pt x="2" y="6"/>
                    <a:pt x="3" y="8"/>
                  </a:cubicBezTo>
                  <a:cubicBezTo>
                    <a:pt x="5" y="11"/>
                    <a:pt x="6" y="15"/>
                    <a:pt x="5" y="16"/>
                  </a:cubicBezTo>
                  <a:lnTo>
                    <a:pt x="7" y="12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1" name="Freeform 592">
              <a:extLst>
                <a:ext uri="{FF2B5EF4-FFF2-40B4-BE49-F238E27FC236}">
                  <a16:creationId xmlns:a16="http://schemas.microsoft.com/office/drawing/2014/main" id="{F10E9EE0-7B03-4C07-8B56-29BDD4F35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385"/>
              <a:ext cx="18" cy="43"/>
            </a:xfrm>
            <a:custGeom>
              <a:avLst/>
              <a:gdLst>
                <a:gd name="T0" fmla="*/ 2003 w 7"/>
                <a:gd name="T1" fmla="*/ 4913 h 16"/>
                <a:gd name="T2" fmla="*/ 1448 w 7"/>
                <a:gd name="T3" fmla="*/ 2255 h 16"/>
                <a:gd name="T4" fmla="*/ 563 w 7"/>
                <a:gd name="T5" fmla="*/ 0 h 16"/>
                <a:gd name="T6" fmla="*/ 0 w 7"/>
                <a:gd name="T7" fmla="*/ 1148 h 16"/>
                <a:gd name="T8" fmla="*/ 918 w 7"/>
                <a:gd name="T9" fmla="*/ 3085 h 16"/>
                <a:gd name="T10" fmla="*/ 1448 w 7"/>
                <a:gd name="T11" fmla="*/ 6060 h 16"/>
                <a:gd name="T12" fmla="*/ 2003 w 7"/>
                <a:gd name="T13" fmla="*/ 491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6">
                  <a:moveTo>
                    <a:pt x="7" y="13"/>
                  </a:moveTo>
                  <a:cubicBezTo>
                    <a:pt x="7" y="12"/>
                    <a:pt x="6" y="8"/>
                    <a:pt x="5" y="6"/>
                  </a:cubicBezTo>
                  <a:cubicBezTo>
                    <a:pt x="4" y="4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2" y="6"/>
                    <a:pt x="3" y="8"/>
                  </a:cubicBezTo>
                  <a:cubicBezTo>
                    <a:pt x="5" y="12"/>
                    <a:pt x="5" y="15"/>
                    <a:pt x="5" y="16"/>
                  </a:cubicBezTo>
                  <a:lnTo>
                    <a:pt x="7" y="1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2" name="Freeform 593">
              <a:extLst>
                <a:ext uri="{FF2B5EF4-FFF2-40B4-BE49-F238E27FC236}">
                  <a16:creationId xmlns:a16="http://schemas.microsoft.com/office/drawing/2014/main" id="{41C46EEF-96D6-484A-A67F-02C6F5C6B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369"/>
              <a:ext cx="35" cy="16"/>
            </a:xfrm>
            <a:custGeom>
              <a:avLst/>
              <a:gdLst>
                <a:gd name="T0" fmla="*/ 0 w 14"/>
                <a:gd name="T1" fmla="*/ 1763 h 6"/>
                <a:gd name="T2" fmla="*/ 2938 w 14"/>
                <a:gd name="T3" fmla="*/ 1763 h 6"/>
                <a:gd name="T4" fmla="*/ 3438 w 14"/>
                <a:gd name="T5" fmla="*/ 661 h 6"/>
                <a:gd name="T6" fmla="*/ 520 w 14"/>
                <a:gd name="T7" fmla="*/ 661 h 6"/>
                <a:gd name="T8" fmla="*/ 0 w 14"/>
                <a:gd name="T9" fmla="*/ 17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">
                  <a:moveTo>
                    <a:pt x="0" y="5"/>
                  </a:moveTo>
                  <a:cubicBezTo>
                    <a:pt x="2" y="3"/>
                    <a:pt x="12" y="6"/>
                    <a:pt x="12" y="5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3"/>
                    <a:pt x="3" y="0"/>
                    <a:pt x="2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3" name="Freeform 594">
              <a:extLst>
                <a:ext uri="{FF2B5EF4-FFF2-40B4-BE49-F238E27FC236}">
                  <a16:creationId xmlns:a16="http://schemas.microsoft.com/office/drawing/2014/main" id="{59E3EB10-95B8-498A-B750-0D68B2054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382"/>
              <a:ext cx="35" cy="19"/>
            </a:xfrm>
            <a:custGeom>
              <a:avLst/>
              <a:gdLst>
                <a:gd name="T0" fmla="*/ 0 w 14"/>
                <a:gd name="T1" fmla="*/ 2063 h 7"/>
                <a:gd name="T2" fmla="*/ 2938 w 14"/>
                <a:gd name="T3" fmla="*/ 2342 h 7"/>
                <a:gd name="T4" fmla="*/ 3438 w 14"/>
                <a:gd name="T5" fmla="*/ 760 h 7"/>
                <a:gd name="T6" fmla="*/ 313 w 14"/>
                <a:gd name="T7" fmla="*/ 760 h 7"/>
                <a:gd name="T8" fmla="*/ 0 w 14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0" y="5"/>
                  </a:moveTo>
                  <a:cubicBezTo>
                    <a:pt x="1" y="3"/>
                    <a:pt x="12" y="7"/>
                    <a:pt x="12" y="6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3"/>
                    <a:pt x="3" y="0"/>
                    <a:pt x="1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4" name="Freeform 595">
              <a:extLst>
                <a:ext uri="{FF2B5EF4-FFF2-40B4-BE49-F238E27FC236}">
                  <a16:creationId xmlns:a16="http://schemas.microsoft.com/office/drawing/2014/main" id="{302DA7BA-5BDA-4B72-B4F9-0EE9F7601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289"/>
              <a:ext cx="20" cy="11"/>
            </a:xfrm>
            <a:custGeom>
              <a:avLst/>
              <a:gdLst>
                <a:gd name="T0" fmla="*/ 0 w 8"/>
                <a:gd name="T1" fmla="*/ 1724 h 4"/>
                <a:gd name="T2" fmla="*/ 1300 w 8"/>
                <a:gd name="T3" fmla="*/ 462 h 4"/>
                <a:gd name="T4" fmla="*/ 1958 w 8"/>
                <a:gd name="T5" fmla="*/ 0 h 4"/>
                <a:gd name="T6" fmla="*/ 1958 w 8"/>
                <a:gd name="T7" fmla="*/ 0 h 4"/>
                <a:gd name="T8" fmla="*/ 988 w 8"/>
                <a:gd name="T9" fmla="*/ 462 h 4"/>
                <a:gd name="T10" fmla="*/ 0 w 8"/>
                <a:gd name="T11" fmla="*/ 172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1" y="3"/>
                    <a:pt x="3" y="2"/>
                    <a:pt x="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6" y="1"/>
                    <a:pt x="4" y="1"/>
                  </a:cubicBezTo>
                  <a:cubicBezTo>
                    <a:pt x="2" y="2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5" name="Freeform 596">
              <a:extLst>
                <a:ext uri="{FF2B5EF4-FFF2-40B4-BE49-F238E27FC236}">
                  <a16:creationId xmlns:a16="http://schemas.microsoft.com/office/drawing/2014/main" id="{578E0B73-84EC-4506-AC2E-55EEF13E6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310"/>
              <a:ext cx="22" cy="6"/>
            </a:xfrm>
            <a:custGeom>
              <a:avLst/>
              <a:gdLst>
                <a:gd name="T0" fmla="*/ 0 w 9"/>
                <a:gd name="T1" fmla="*/ 1458 h 2"/>
                <a:gd name="T2" fmla="*/ 1315 w 9"/>
                <a:gd name="T3" fmla="*/ 729 h 2"/>
                <a:gd name="T4" fmla="*/ 1931 w 9"/>
                <a:gd name="T5" fmla="*/ 0 h 2"/>
                <a:gd name="T6" fmla="*/ 1931 w 9"/>
                <a:gd name="T7" fmla="*/ 0 h 2"/>
                <a:gd name="T8" fmla="*/ 860 w 9"/>
                <a:gd name="T9" fmla="*/ 0 h 2"/>
                <a:gd name="T10" fmla="*/ 0 w 9"/>
                <a:gd name="T11" fmla="*/ 1458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1" y="1"/>
                    <a:pt x="4" y="1"/>
                    <a:pt x="6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6" y="0"/>
                    <a:pt x="4" y="0"/>
                  </a:cubicBezTo>
                  <a:cubicBezTo>
                    <a:pt x="2" y="1"/>
                    <a:pt x="2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6" name="Freeform 597">
              <a:extLst>
                <a:ext uri="{FF2B5EF4-FFF2-40B4-BE49-F238E27FC236}">
                  <a16:creationId xmlns:a16="http://schemas.microsoft.com/office/drawing/2014/main" id="{BABBB692-0FB8-4A05-97FA-BD46BD5ED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324"/>
              <a:ext cx="23" cy="8"/>
            </a:xfrm>
            <a:custGeom>
              <a:avLst/>
              <a:gdLst>
                <a:gd name="T0" fmla="*/ 0 w 9"/>
                <a:gd name="T1" fmla="*/ 1059 h 3"/>
                <a:gd name="T2" fmla="*/ 1973 w 9"/>
                <a:gd name="T3" fmla="*/ 397 h 3"/>
                <a:gd name="T4" fmla="*/ 2520 w 9"/>
                <a:gd name="T5" fmla="*/ 0 h 3"/>
                <a:gd name="T6" fmla="*/ 2520 w 9"/>
                <a:gd name="T7" fmla="*/ 0 h 3"/>
                <a:gd name="T8" fmla="*/ 1403 w 9"/>
                <a:gd name="T9" fmla="*/ 397 h 3"/>
                <a:gd name="T10" fmla="*/ 0 w 9"/>
                <a:gd name="T11" fmla="*/ 105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2"/>
                    <a:pt x="4" y="1"/>
                    <a:pt x="7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3" y="1"/>
                    <a:pt x="2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7" name="Freeform 598">
              <a:extLst>
                <a:ext uri="{FF2B5EF4-FFF2-40B4-BE49-F238E27FC236}">
                  <a16:creationId xmlns:a16="http://schemas.microsoft.com/office/drawing/2014/main" id="{4B696229-CBCB-48FE-84A2-DD686A984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345"/>
              <a:ext cx="23" cy="3"/>
            </a:xfrm>
            <a:custGeom>
              <a:avLst/>
              <a:gdLst>
                <a:gd name="T0" fmla="*/ 0 w 9"/>
                <a:gd name="T1" fmla="*/ 729 h 1"/>
                <a:gd name="T2" fmla="*/ 1973 w 9"/>
                <a:gd name="T3" fmla="*/ 729 h 1"/>
                <a:gd name="T4" fmla="*/ 2520 w 9"/>
                <a:gd name="T5" fmla="*/ 729 h 1"/>
                <a:gd name="T6" fmla="*/ 2520 w 9"/>
                <a:gd name="T7" fmla="*/ 729 h 1"/>
                <a:gd name="T8" fmla="*/ 1403 w 9"/>
                <a:gd name="T9" fmla="*/ 0 h 1"/>
                <a:gd name="T10" fmla="*/ 0 w 9"/>
                <a:gd name="T11" fmla="*/ 729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2" y="1"/>
                    <a:pt x="4" y="1"/>
                    <a:pt x="7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7" y="0"/>
                    <a:pt x="5" y="0"/>
                  </a:cubicBezTo>
                  <a:cubicBezTo>
                    <a:pt x="3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8" name="Freeform 599">
              <a:extLst>
                <a:ext uri="{FF2B5EF4-FFF2-40B4-BE49-F238E27FC236}">
                  <a16:creationId xmlns:a16="http://schemas.microsoft.com/office/drawing/2014/main" id="{78C97E31-6E2E-4D52-894B-78015B201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358"/>
              <a:ext cx="22" cy="3"/>
            </a:xfrm>
            <a:custGeom>
              <a:avLst/>
              <a:gdLst>
                <a:gd name="T0" fmla="*/ 0 w 9"/>
                <a:gd name="T1" fmla="*/ 729 h 1"/>
                <a:gd name="T2" fmla="*/ 1315 w 9"/>
                <a:gd name="T3" fmla="*/ 729 h 1"/>
                <a:gd name="T4" fmla="*/ 1931 w 9"/>
                <a:gd name="T5" fmla="*/ 729 h 1"/>
                <a:gd name="T6" fmla="*/ 1931 w 9"/>
                <a:gd name="T7" fmla="*/ 729 h 1"/>
                <a:gd name="T8" fmla="*/ 860 w 9"/>
                <a:gd name="T9" fmla="*/ 0 h 1"/>
                <a:gd name="T10" fmla="*/ 0 w 9"/>
                <a:gd name="T11" fmla="*/ 729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1" y="1"/>
                    <a:pt x="4" y="1"/>
                    <a:pt x="6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6" y="0"/>
                    <a:pt x="4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9" name="Freeform 600">
              <a:extLst>
                <a:ext uri="{FF2B5EF4-FFF2-40B4-BE49-F238E27FC236}">
                  <a16:creationId xmlns:a16="http://schemas.microsoft.com/office/drawing/2014/main" id="{80021744-624E-4B4C-9820-50644DCDC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1377"/>
              <a:ext cx="23" cy="3"/>
            </a:xfrm>
            <a:custGeom>
              <a:avLst/>
              <a:gdLst>
                <a:gd name="T0" fmla="*/ 0 w 9"/>
                <a:gd name="T1" fmla="*/ 729 h 1"/>
                <a:gd name="T2" fmla="*/ 1620 w 9"/>
                <a:gd name="T3" fmla="*/ 729 h 1"/>
                <a:gd name="T4" fmla="*/ 2520 w 9"/>
                <a:gd name="T5" fmla="*/ 729 h 1"/>
                <a:gd name="T6" fmla="*/ 2520 w 9"/>
                <a:gd name="T7" fmla="*/ 729 h 1"/>
                <a:gd name="T8" fmla="*/ 1403 w 9"/>
                <a:gd name="T9" fmla="*/ 0 h 1"/>
                <a:gd name="T10" fmla="*/ 0 w 9"/>
                <a:gd name="T11" fmla="*/ 729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2" y="0"/>
                    <a:pt x="4" y="1"/>
                    <a:pt x="6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7" y="0"/>
                    <a:pt x="5" y="0"/>
                  </a:cubicBezTo>
                  <a:cubicBezTo>
                    <a:pt x="3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0" name="Freeform 601">
              <a:extLst>
                <a:ext uri="{FF2B5EF4-FFF2-40B4-BE49-F238E27FC236}">
                  <a16:creationId xmlns:a16="http://schemas.microsoft.com/office/drawing/2014/main" id="{04BA2E8D-D5E5-4F01-8BF3-87171B76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390"/>
              <a:ext cx="23" cy="6"/>
            </a:xfrm>
            <a:custGeom>
              <a:avLst/>
              <a:gdLst>
                <a:gd name="T0" fmla="*/ 0 w 9"/>
                <a:gd name="T1" fmla="*/ 729 h 2"/>
                <a:gd name="T2" fmla="*/ 1620 w 9"/>
                <a:gd name="T3" fmla="*/ 729 h 2"/>
                <a:gd name="T4" fmla="*/ 2520 w 9"/>
                <a:gd name="T5" fmla="*/ 1458 h 2"/>
                <a:gd name="T6" fmla="*/ 2520 w 9"/>
                <a:gd name="T7" fmla="*/ 1458 h 2"/>
                <a:gd name="T8" fmla="*/ 1403 w 9"/>
                <a:gd name="T9" fmla="*/ 729 h 2"/>
                <a:gd name="T10" fmla="*/ 0 w 9"/>
                <a:gd name="T11" fmla="*/ 729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1" y="1"/>
                    <a:pt x="4" y="1"/>
                    <a:pt x="6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6" y="1"/>
                    <a:pt x="5" y="1"/>
                  </a:cubicBezTo>
                  <a:cubicBezTo>
                    <a:pt x="3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1" name="Freeform 602">
              <a:extLst>
                <a:ext uri="{FF2B5EF4-FFF2-40B4-BE49-F238E27FC236}">
                  <a16:creationId xmlns:a16="http://schemas.microsoft.com/office/drawing/2014/main" id="{8DA4ABA0-E478-4BE0-92AF-A91307907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276"/>
              <a:ext cx="15" cy="42"/>
            </a:xfrm>
            <a:custGeom>
              <a:avLst/>
              <a:gdLst>
                <a:gd name="T0" fmla="*/ 0 w 6"/>
                <a:gd name="T1" fmla="*/ 992 h 16"/>
                <a:gd name="T2" fmla="*/ 313 w 6"/>
                <a:gd name="T3" fmla="*/ 3239 h 16"/>
                <a:gd name="T4" fmla="*/ 783 w 6"/>
                <a:gd name="T5" fmla="*/ 5229 h 16"/>
                <a:gd name="T6" fmla="*/ 1300 w 6"/>
                <a:gd name="T7" fmla="*/ 4232 h 16"/>
                <a:gd name="T8" fmla="*/ 988 w 6"/>
                <a:gd name="T9" fmla="*/ 2604 h 16"/>
                <a:gd name="T10" fmla="*/ 520 w 6"/>
                <a:gd name="T11" fmla="*/ 0 h 16"/>
                <a:gd name="T12" fmla="*/ 0 w 6"/>
                <a:gd name="T13" fmla="*/ 99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6">
                  <a:moveTo>
                    <a:pt x="0" y="3"/>
                  </a:moveTo>
                  <a:cubicBezTo>
                    <a:pt x="0" y="3"/>
                    <a:pt x="0" y="7"/>
                    <a:pt x="1" y="10"/>
                  </a:cubicBezTo>
                  <a:cubicBezTo>
                    <a:pt x="2" y="12"/>
                    <a:pt x="3" y="16"/>
                    <a:pt x="3" y="16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2"/>
                    <a:pt x="4" y="10"/>
                    <a:pt x="4" y="8"/>
                  </a:cubicBezTo>
                  <a:cubicBezTo>
                    <a:pt x="2" y="4"/>
                    <a:pt x="2" y="1"/>
                    <a:pt x="2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2" name="Freeform 603">
              <a:extLst>
                <a:ext uri="{FF2B5EF4-FFF2-40B4-BE49-F238E27FC236}">
                  <a16:creationId xmlns:a16="http://schemas.microsoft.com/office/drawing/2014/main" id="{600F5A38-AF65-4A23-A6BD-F3593856A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278"/>
              <a:ext cx="15" cy="27"/>
            </a:xfrm>
            <a:custGeom>
              <a:avLst/>
              <a:gdLst>
                <a:gd name="T0" fmla="*/ 313 w 6"/>
                <a:gd name="T1" fmla="*/ 1596 h 10"/>
                <a:gd name="T2" fmla="*/ 783 w 6"/>
                <a:gd name="T3" fmla="*/ 3877 h 10"/>
                <a:gd name="T4" fmla="*/ 1300 w 6"/>
                <a:gd name="T5" fmla="*/ 3127 h 10"/>
                <a:gd name="T6" fmla="*/ 988 w 6"/>
                <a:gd name="T7" fmla="*/ 751 h 10"/>
                <a:gd name="T8" fmla="*/ 783 w 6"/>
                <a:gd name="T9" fmla="*/ 0 h 10"/>
                <a:gd name="T10" fmla="*/ 0 w 6"/>
                <a:gd name="T11" fmla="*/ 0 h 10"/>
                <a:gd name="T12" fmla="*/ 313 w 6"/>
                <a:gd name="T13" fmla="*/ 159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0">
                  <a:moveTo>
                    <a:pt x="1" y="4"/>
                  </a:moveTo>
                  <a:cubicBezTo>
                    <a:pt x="2" y="6"/>
                    <a:pt x="3" y="10"/>
                    <a:pt x="3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7"/>
                    <a:pt x="5" y="4"/>
                    <a:pt x="4" y="2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3" name="Freeform 604">
              <a:extLst>
                <a:ext uri="{FF2B5EF4-FFF2-40B4-BE49-F238E27FC236}">
                  <a16:creationId xmlns:a16="http://schemas.microsoft.com/office/drawing/2014/main" id="{91734A79-4292-4F9C-97BA-E2349000B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278"/>
              <a:ext cx="7" cy="11"/>
            </a:xfrm>
            <a:custGeom>
              <a:avLst/>
              <a:gdLst>
                <a:gd name="T0" fmla="*/ 0 w 3"/>
                <a:gd name="T1" fmla="*/ 1724 h 4"/>
                <a:gd name="T2" fmla="*/ 469 w 3"/>
                <a:gd name="T3" fmla="*/ 976 h 4"/>
                <a:gd name="T4" fmla="*/ 469 w 3"/>
                <a:gd name="T5" fmla="*/ 0 h 4"/>
                <a:gd name="T6" fmla="*/ 0 w 3"/>
                <a:gd name="T7" fmla="*/ 0 h 4"/>
                <a:gd name="T8" fmla="*/ 0 w 3"/>
                <a:gd name="T9" fmla="*/ 172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4" name="Freeform 605">
              <a:extLst>
                <a:ext uri="{FF2B5EF4-FFF2-40B4-BE49-F238E27FC236}">
                  <a16:creationId xmlns:a16="http://schemas.microsoft.com/office/drawing/2014/main" id="{5ADCC0FB-EB61-4B18-84E7-21E463EA7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276"/>
              <a:ext cx="33" cy="21"/>
            </a:xfrm>
            <a:custGeom>
              <a:avLst/>
              <a:gdLst>
                <a:gd name="T0" fmla="*/ 3485 w 13"/>
                <a:gd name="T1" fmla="*/ 1378 h 8"/>
                <a:gd name="T2" fmla="*/ 541 w 13"/>
                <a:gd name="T3" fmla="*/ 0 h 8"/>
                <a:gd name="T4" fmla="*/ 0 w 13"/>
                <a:gd name="T5" fmla="*/ 992 h 8"/>
                <a:gd name="T6" fmla="*/ 2945 w 13"/>
                <a:gd name="T7" fmla="*/ 1992 h 8"/>
                <a:gd name="T8" fmla="*/ 3485 w 13"/>
                <a:gd name="T9" fmla="*/ 1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3" y="4"/>
                  </a:moveTo>
                  <a:cubicBezTo>
                    <a:pt x="12" y="5"/>
                    <a:pt x="3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9" y="8"/>
                    <a:pt x="11" y="6"/>
                  </a:cubicBezTo>
                  <a:lnTo>
                    <a:pt x="13" y="4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5" name="Freeform 606">
              <a:extLst>
                <a:ext uri="{FF2B5EF4-FFF2-40B4-BE49-F238E27FC236}">
                  <a16:creationId xmlns:a16="http://schemas.microsoft.com/office/drawing/2014/main" id="{C566A80C-555D-45D1-916F-20C6C20D5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278"/>
              <a:ext cx="22" cy="11"/>
            </a:xfrm>
            <a:custGeom>
              <a:avLst/>
              <a:gdLst>
                <a:gd name="T0" fmla="*/ 1931 w 9"/>
                <a:gd name="T1" fmla="*/ 1724 h 4"/>
                <a:gd name="T2" fmla="*/ 616 w 9"/>
                <a:gd name="T3" fmla="*/ 462 h 4"/>
                <a:gd name="T4" fmla="*/ 0 w 9"/>
                <a:gd name="T5" fmla="*/ 0 h 4"/>
                <a:gd name="T6" fmla="*/ 0 w 9"/>
                <a:gd name="T7" fmla="*/ 0 h 4"/>
                <a:gd name="T8" fmla="*/ 860 w 9"/>
                <a:gd name="T9" fmla="*/ 1271 h 4"/>
                <a:gd name="T10" fmla="*/ 1931 w 9"/>
                <a:gd name="T11" fmla="*/ 172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7" y="4"/>
                    <a:pt x="5" y="2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2"/>
                    <a:pt x="4" y="3"/>
                  </a:cubicBezTo>
                  <a:cubicBezTo>
                    <a:pt x="6" y="4"/>
                    <a:pt x="7" y="4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6" name="Freeform 607">
              <a:extLst>
                <a:ext uri="{FF2B5EF4-FFF2-40B4-BE49-F238E27FC236}">
                  <a16:creationId xmlns:a16="http://schemas.microsoft.com/office/drawing/2014/main" id="{53698104-6236-481F-B7C3-9EBCB0FCB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345"/>
              <a:ext cx="25" cy="35"/>
            </a:xfrm>
            <a:custGeom>
              <a:avLst/>
              <a:gdLst>
                <a:gd name="T0" fmla="*/ 0 w 10"/>
                <a:gd name="T1" fmla="*/ 1152 h 13"/>
                <a:gd name="T2" fmla="*/ 988 w 10"/>
                <a:gd name="T3" fmla="*/ 3414 h 13"/>
                <a:gd name="T4" fmla="*/ 2270 w 10"/>
                <a:gd name="T5" fmla="*/ 4935 h 13"/>
                <a:gd name="T6" fmla="*/ 2470 w 10"/>
                <a:gd name="T7" fmla="*/ 3842 h 13"/>
                <a:gd name="T8" fmla="*/ 1300 w 10"/>
                <a:gd name="T9" fmla="*/ 2262 h 13"/>
                <a:gd name="T10" fmla="*/ 313 w 10"/>
                <a:gd name="T11" fmla="*/ 0 h 13"/>
                <a:gd name="T12" fmla="*/ 0 w 10"/>
                <a:gd name="T13" fmla="*/ 115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3">
                  <a:moveTo>
                    <a:pt x="0" y="3"/>
                  </a:moveTo>
                  <a:cubicBezTo>
                    <a:pt x="0" y="4"/>
                    <a:pt x="2" y="7"/>
                    <a:pt x="4" y="9"/>
                  </a:cubicBezTo>
                  <a:cubicBezTo>
                    <a:pt x="6" y="10"/>
                    <a:pt x="9" y="13"/>
                    <a:pt x="9" y="13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7" y="7"/>
                    <a:pt x="5" y="6"/>
                  </a:cubicBezTo>
                  <a:cubicBezTo>
                    <a:pt x="2" y="3"/>
                    <a:pt x="0" y="1"/>
                    <a:pt x="1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7" name="Freeform 608">
              <a:extLst>
                <a:ext uri="{FF2B5EF4-FFF2-40B4-BE49-F238E27FC236}">
                  <a16:creationId xmlns:a16="http://schemas.microsoft.com/office/drawing/2014/main" id="{10664B2F-5B87-47C5-9EF2-2AF0B11D3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332"/>
              <a:ext cx="22" cy="32"/>
            </a:xfrm>
            <a:custGeom>
              <a:avLst/>
              <a:gdLst>
                <a:gd name="T0" fmla="*/ 0 w 9"/>
                <a:gd name="T1" fmla="*/ 1059 h 12"/>
                <a:gd name="T2" fmla="*/ 860 w 9"/>
                <a:gd name="T3" fmla="*/ 2824 h 12"/>
                <a:gd name="T4" fmla="*/ 1750 w 9"/>
                <a:gd name="T5" fmla="*/ 4301 h 12"/>
                <a:gd name="T6" fmla="*/ 1931 w 9"/>
                <a:gd name="T7" fmla="*/ 3243 h 12"/>
                <a:gd name="T8" fmla="*/ 1039 w 9"/>
                <a:gd name="T9" fmla="*/ 1763 h 12"/>
                <a:gd name="T10" fmla="*/ 174 w 9"/>
                <a:gd name="T11" fmla="*/ 0 h 12"/>
                <a:gd name="T12" fmla="*/ 0 w 9"/>
                <a:gd name="T13" fmla="*/ 105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">
                  <a:moveTo>
                    <a:pt x="0" y="3"/>
                  </a:moveTo>
                  <a:cubicBezTo>
                    <a:pt x="0" y="4"/>
                    <a:pt x="1" y="7"/>
                    <a:pt x="4" y="8"/>
                  </a:cubicBezTo>
                  <a:cubicBezTo>
                    <a:pt x="5" y="10"/>
                    <a:pt x="8" y="12"/>
                    <a:pt x="8" y="12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8"/>
                    <a:pt x="7" y="7"/>
                    <a:pt x="5" y="5"/>
                  </a:cubicBezTo>
                  <a:cubicBezTo>
                    <a:pt x="2" y="3"/>
                    <a:pt x="1" y="1"/>
                    <a:pt x="1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8" name="Freeform 609">
              <a:extLst>
                <a:ext uri="{FF2B5EF4-FFF2-40B4-BE49-F238E27FC236}">
                  <a16:creationId xmlns:a16="http://schemas.microsoft.com/office/drawing/2014/main" id="{FED17A83-EABE-464D-87AD-776D125DA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310"/>
              <a:ext cx="20" cy="35"/>
            </a:xfrm>
            <a:custGeom>
              <a:avLst/>
              <a:gdLst>
                <a:gd name="T0" fmla="*/ 0 w 8"/>
                <a:gd name="T1" fmla="*/ 1152 h 13"/>
                <a:gd name="T2" fmla="*/ 783 w 8"/>
                <a:gd name="T3" fmla="*/ 3102 h 13"/>
                <a:gd name="T4" fmla="*/ 1770 w 8"/>
                <a:gd name="T5" fmla="*/ 4935 h 13"/>
                <a:gd name="T6" fmla="*/ 1958 w 8"/>
                <a:gd name="T7" fmla="*/ 3842 h 13"/>
                <a:gd name="T8" fmla="*/ 1300 w 8"/>
                <a:gd name="T9" fmla="*/ 1833 h 13"/>
                <a:gd name="T10" fmla="*/ 313 w 8"/>
                <a:gd name="T11" fmla="*/ 0 h 13"/>
                <a:gd name="T12" fmla="*/ 0 w 8"/>
                <a:gd name="T13" fmla="*/ 115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3">
                  <a:moveTo>
                    <a:pt x="0" y="3"/>
                  </a:moveTo>
                  <a:cubicBezTo>
                    <a:pt x="0" y="4"/>
                    <a:pt x="1" y="6"/>
                    <a:pt x="3" y="8"/>
                  </a:cubicBezTo>
                  <a:cubicBezTo>
                    <a:pt x="4" y="10"/>
                    <a:pt x="7" y="13"/>
                    <a:pt x="7" y="13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6" y="7"/>
                    <a:pt x="5" y="5"/>
                  </a:cubicBezTo>
                  <a:cubicBezTo>
                    <a:pt x="2" y="2"/>
                    <a:pt x="1" y="1"/>
                    <a:pt x="1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9" name="Freeform 610">
              <a:extLst>
                <a:ext uri="{FF2B5EF4-FFF2-40B4-BE49-F238E27FC236}">
                  <a16:creationId xmlns:a16="http://schemas.microsoft.com/office/drawing/2014/main" id="{9079FA2E-D856-4BF6-AF85-08E035B00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292"/>
              <a:ext cx="20" cy="40"/>
            </a:xfrm>
            <a:custGeom>
              <a:avLst/>
              <a:gdLst>
                <a:gd name="T0" fmla="*/ 313 w 8"/>
                <a:gd name="T1" fmla="*/ 1059 h 15"/>
                <a:gd name="T2" fmla="*/ 783 w 8"/>
                <a:gd name="T3" fmla="*/ 3640 h 15"/>
                <a:gd name="T4" fmla="*/ 1488 w 8"/>
                <a:gd name="T5" fmla="*/ 5405 h 15"/>
                <a:gd name="T6" fmla="*/ 1958 w 8"/>
                <a:gd name="T7" fmla="*/ 4701 h 15"/>
                <a:gd name="T8" fmla="*/ 1300 w 8"/>
                <a:gd name="T9" fmla="*/ 2824 h 15"/>
                <a:gd name="T10" fmla="*/ 783 w 8"/>
                <a:gd name="T11" fmla="*/ 0 h 15"/>
                <a:gd name="T12" fmla="*/ 313 w 8"/>
                <a:gd name="T13" fmla="*/ 1059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5">
                  <a:moveTo>
                    <a:pt x="1" y="3"/>
                  </a:moveTo>
                  <a:cubicBezTo>
                    <a:pt x="0" y="5"/>
                    <a:pt x="2" y="8"/>
                    <a:pt x="3" y="10"/>
                  </a:cubicBezTo>
                  <a:cubicBezTo>
                    <a:pt x="4" y="12"/>
                    <a:pt x="7" y="15"/>
                    <a:pt x="6" y="15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1"/>
                    <a:pt x="7" y="10"/>
                    <a:pt x="5" y="8"/>
                  </a:cubicBezTo>
                  <a:cubicBezTo>
                    <a:pt x="3" y="4"/>
                    <a:pt x="2" y="1"/>
                    <a:pt x="3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0" name="Freeform 611">
              <a:extLst>
                <a:ext uri="{FF2B5EF4-FFF2-40B4-BE49-F238E27FC236}">
                  <a16:creationId xmlns:a16="http://schemas.microsoft.com/office/drawing/2014/main" id="{B5E6DB95-55C4-477C-A6BD-F57F28CCA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337"/>
              <a:ext cx="30" cy="19"/>
            </a:xfrm>
            <a:custGeom>
              <a:avLst/>
              <a:gdLst>
                <a:gd name="T0" fmla="*/ 2938 w 12"/>
                <a:gd name="T1" fmla="*/ 0 h 7"/>
                <a:gd name="T2" fmla="*/ 0 w 12"/>
                <a:gd name="T3" fmla="*/ 1200 h 7"/>
                <a:gd name="T4" fmla="*/ 0 w 12"/>
                <a:gd name="T5" fmla="*/ 2823 h 7"/>
                <a:gd name="T6" fmla="*/ 2738 w 12"/>
                <a:gd name="T7" fmla="*/ 1620 h 7"/>
                <a:gd name="T8" fmla="*/ 2938 w 12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11" y="3"/>
                    <a:pt x="1" y="2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11" y="6"/>
                    <a:pt x="11" y="4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1" name="Freeform 612">
              <a:extLst>
                <a:ext uri="{FF2B5EF4-FFF2-40B4-BE49-F238E27FC236}">
                  <a16:creationId xmlns:a16="http://schemas.microsoft.com/office/drawing/2014/main" id="{FC844BC9-6833-4B1C-876B-50B9CC62A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324"/>
              <a:ext cx="30" cy="16"/>
            </a:xfrm>
            <a:custGeom>
              <a:avLst/>
              <a:gdLst>
                <a:gd name="T0" fmla="*/ 2938 w 12"/>
                <a:gd name="T1" fmla="*/ 0 h 6"/>
                <a:gd name="T2" fmla="*/ 313 w 12"/>
                <a:gd name="T3" fmla="*/ 1059 h 6"/>
                <a:gd name="T4" fmla="*/ 0 w 12"/>
                <a:gd name="T5" fmla="*/ 2184 h 6"/>
                <a:gd name="T6" fmla="*/ 2738 w 12"/>
                <a:gd name="T7" fmla="*/ 1059 h 6"/>
                <a:gd name="T8" fmla="*/ 2938 w 1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12" y="0"/>
                  </a:moveTo>
                  <a:cubicBezTo>
                    <a:pt x="11" y="2"/>
                    <a:pt x="1" y="2"/>
                    <a:pt x="1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1" y="6"/>
                    <a:pt x="11" y="3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2" name="Freeform 613">
              <a:extLst>
                <a:ext uri="{FF2B5EF4-FFF2-40B4-BE49-F238E27FC236}">
                  <a16:creationId xmlns:a16="http://schemas.microsoft.com/office/drawing/2014/main" id="{A154EEED-1F4C-481B-A43D-74A391898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329"/>
              <a:ext cx="22" cy="3"/>
            </a:xfrm>
            <a:custGeom>
              <a:avLst/>
              <a:gdLst>
                <a:gd name="T0" fmla="*/ 1931 w 9"/>
                <a:gd name="T1" fmla="*/ 0 h 1"/>
                <a:gd name="T2" fmla="*/ 425 w 9"/>
                <a:gd name="T3" fmla="*/ 729 h 1"/>
                <a:gd name="T4" fmla="*/ 0 w 9"/>
                <a:gd name="T5" fmla="*/ 729 h 1"/>
                <a:gd name="T6" fmla="*/ 0 w 9"/>
                <a:gd name="T7" fmla="*/ 729 h 1"/>
                <a:gd name="T8" fmla="*/ 860 w 9"/>
                <a:gd name="T9" fmla="*/ 729 h 1"/>
                <a:gd name="T10" fmla="*/ 1931 w 9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7" y="1"/>
                    <a:pt x="5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3" name="Freeform 614">
              <a:extLst>
                <a:ext uri="{FF2B5EF4-FFF2-40B4-BE49-F238E27FC236}">
                  <a16:creationId xmlns:a16="http://schemas.microsoft.com/office/drawing/2014/main" id="{1006A413-1DE2-4B33-9506-75634C83A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342"/>
              <a:ext cx="23" cy="6"/>
            </a:xfrm>
            <a:custGeom>
              <a:avLst/>
              <a:gdLst>
                <a:gd name="T0" fmla="*/ 2520 w 9"/>
                <a:gd name="T1" fmla="*/ 0 h 2"/>
                <a:gd name="T2" fmla="*/ 848 w 9"/>
                <a:gd name="T3" fmla="*/ 729 h 2"/>
                <a:gd name="T4" fmla="*/ 0 w 9"/>
                <a:gd name="T5" fmla="*/ 729 h 2"/>
                <a:gd name="T6" fmla="*/ 0 w 9"/>
                <a:gd name="T7" fmla="*/ 729 h 2"/>
                <a:gd name="T8" fmla="*/ 1403 w 9"/>
                <a:gd name="T9" fmla="*/ 1458 h 2"/>
                <a:gd name="T10" fmla="*/ 2520 w 9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8" y="1"/>
                    <a:pt x="5" y="1"/>
                    <a:pt x="3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3" y="2"/>
                    <a:pt x="5" y="2"/>
                  </a:cubicBezTo>
                  <a:cubicBezTo>
                    <a:pt x="6" y="2"/>
                    <a:pt x="7" y="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4" name="Freeform 615">
              <a:extLst>
                <a:ext uri="{FF2B5EF4-FFF2-40B4-BE49-F238E27FC236}">
                  <a16:creationId xmlns:a16="http://schemas.microsoft.com/office/drawing/2014/main" id="{89A29D21-C567-4632-9E10-D8C32C44F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305"/>
              <a:ext cx="30" cy="16"/>
            </a:xfrm>
            <a:custGeom>
              <a:avLst/>
              <a:gdLst>
                <a:gd name="T0" fmla="*/ 2938 w 12"/>
                <a:gd name="T1" fmla="*/ 0 h 6"/>
                <a:gd name="T2" fmla="*/ 313 w 12"/>
                <a:gd name="T3" fmla="*/ 1059 h 6"/>
                <a:gd name="T4" fmla="*/ 0 w 12"/>
                <a:gd name="T5" fmla="*/ 2184 h 6"/>
                <a:gd name="T6" fmla="*/ 2738 w 12"/>
                <a:gd name="T7" fmla="*/ 1059 h 6"/>
                <a:gd name="T8" fmla="*/ 2938 w 1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12" y="0"/>
                  </a:moveTo>
                  <a:cubicBezTo>
                    <a:pt x="11" y="2"/>
                    <a:pt x="1" y="2"/>
                    <a:pt x="1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1" y="6"/>
                    <a:pt x="11" y="3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5" name="Freeform 616">
              <a:extLst>
                <a:ext uri="{FF2B5EF4-FFF2-40B4-BE49-F238E27FC236}">
                  <a16:creationId xmlns:a16="http://schemas.microsoft.com/office/drawing/2014/main" id="{86ED0B3F-1ACD-42D4-BFA9-A3241727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310"/>
              <a:ext cx="25" cy="3"/>
            </a:xfrm>
            <a:custGeom>
              <a:avLst/>
              <a:gdLst>
                <a:gd name="T0" fmla="*/ 2270 w 10"/>
                <a:gd name="T1" fmla="*/ 0 h 1"/>
                <a:gd name="T2" fmla="*/ 783 w 10"/>
                <a:gd name="T3" fmla="*/ 729 h 1"/>
                <a:gd name="T4" fmla="*/ 0 w 10"/>
                <a:gd name="T5" fmla="*/ 729 h 1"/>
                <a:gd name="T6" fmla="*/ 0 w 10"/>
                <a:gd name="T7" fmla="*/ 729 h 1"/>
                <a:gd name="T8" fmla="*/ 1300 w 10"/>
                <a:gd name="T9" fmla="*/ 729 h 1"/>
                <a:gd name="T10" fmla="*/ 2470 w 10"/>
                <a:gd name="T11" fmla="*/ 0 h 1"/>
                <a:gd name="T12" fmla="*/ 2270 w 10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">
                  <a:moveTo>
                    <a:pt x="9" y="0"/>
                  </a:moveTo>
                  <a:cubicBezTo>
                    <a:pt x="8" y="1"/>
                    <a:pt x="5" y="1"/>
                    <a:pt x="3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3" y="1"/>
                    <a:pt x="5" y="1"/>
                  </a:cubicBezTo>
                  <a:cubicBezTo>
                    <a:pt x="7" y="1"/>
                    <a:pt x="8" y="1"/>
                    <a:pt x="10" y="0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6" name="Freeform 617">
              <a:extLst>
                <a:ext uri="{FF2B5EF4-FFF2-40B4-BE49-F238E27FC236}">
                  <a16:creationId xmlns:a16="http://schemas.microsoft.com/office/drawing/2014/main" id="{E0DD6441-4AB7-4383-81AA-B7758DFF9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292"/>
              <a:ext cx="35" cy="18"/>
            </a:xfrm>
            <a:custGeom>
              <a:avLst/>
              <a:gdLst>
                <a:gd name="T0" fmla="*/ 3438 w 14"/>
                <a:gd name="T1" fmla="*/ 563 h 7"/>
                <a:gd name="T2" fmla="*/ 520 w 14"/>
                <a:gd name="T3" fmla="*/ 357 h 7"/>
                <a:gd name="T4" fmla="*/ 0 w 14"/>
                <a:gd name="T5" fmla="*/ 918 h 7"/>
                <a:gd name="T6" fmla="*/ 2938 w 14"/>
                <a:gd name="T7" fmla="*/ 1137 h 7"/>
                <a:gd name="T8" fmla="*/ 3438 w 14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14" y="2"/>
                  </a:moveTo>
                  <a:cubicBezTo>
                    <a:pt x="12" y="4"/>
                    <a:pt x="3" y="0"/>
                    <a:pt x="2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1" y="7"/>
                    <a:pt x="12" y="4"/>
                  </a:cubicBezTo>
                  <a:lnTo>
                    <a:pt x="14" y="2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7" name="Freeform 618">
              <a:extLst>
                <a:ext uri="{FF2B5EF4-FFF2-40B4-BE49-F238E27FC236}">
                  <a16:creationId xmlns:a16="http://schemas.microsoft.com/office/drawing/2014/main" id="{801FCF17-B83A-4DB4-8B55-8436A99A8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294"/>
              <a:ext cx="23" cy="6"/>
            </a:xfrm>
            <a:custGeom>
              <a:avLst/>
              <a:gdLst>
                <a:gd name="T0" fmla="*/ 2520 w 9"/>
                <a:gd name="T1" fmla="*/ 1458 h 2"/>
                <a:gd name="T2" fmla="*/ 848 w 9"/>
                <a:gd name="T3" fmla="*/ 729 h 2"/>
                <a:gd name="T4" fmla="*/ 0 w 9"/>
                <a:gd name="T5" fmla="*/ 0 h 2"/>
                <a:gd name="T6" fmla="*/ 0 w 9"/>
                <a:gd name="T7" fmla="*/ 0 h 2"/>
                <a:gd name="T8" fmla="*/ 1104 w 9"/>
                <a:gd name="T9" fmla="*/ 1458 h 2"/>
                <a:gd name="T10" fmla="*/ 2520 w 9"/>
                <a:gd name="T11" fmla="*/ 1458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">
                  <a:moveTo>
                    <a:pt x="9" y="2"/>
                  </a:moveTo>
                  <a:cubicBezTo>
                    <a:pt x="7" y="2"/>
                    <a:pt x="5" y="1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1"/>
                    <a:pt x="4" y="2"/>
                  </a:cubicBezTo>
                  <a:cubicBezTo>
                    <a:pt x="6" y="2"/>
                    <a:pt x="7" y="2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8" name="Freeform 619">
              <a:extLst>
                <a:ext uri="{FF2B5EF4-FFF2-40B4-BE49-F238E27FC236}">
                  <a16:creationId xmlns:a16="http://schemas.microsoft.com/office/drawing/2014/main" id="{EE64AB4B-AECB-4F69-9B82-462B0FB38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385"/>
              <a:ext cx="30" cy="24"/>
            </a:xfrm>
            <a:custGeom>
              <a:avLst/>
              <a:gdLst>
                <a:gd name="T0" fmla="*/ 0 w 12"/>
                <a:gd name="T1" fmla="*/ 1059 h 9"/>
                <a:gd name="T2" fmla="*/ 1488 w 12"/>
                <a:gd name="T3" fmla="*/ 2581 h 9"/>
                <a:gd name="T4" fmla="*/ 2938 w 12"/>
                <a:gd name="T5" fmla="*/ 3243 h 9"/>
                <a:gd name="T6" fmla="*/ 2938 w 12"/>
                <a:gd name="T7" fmla="*/ 2184 h 9"/>
                <a:gd name="T8" fmla="*/ 1488 w 12"/>
                <a:gd name="T9" fmla="*/ 1459 h 9"/>
                <a:gd name="T10" fmla="*/ 0 w 12"/>
                <a:gd name="T11" fmla="*/ 0 h 9"/>
                <a:gd name="T12" fmla="*/ 0 w 12"/>
                <a:gd name="T13" fmla="*/ 105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9">
                  <a:moveTo>
                    <a:pt x="0" y="3"/>
                  </a:moveTo>
                  <a:cubicBezTo>
                    <a:pt x="1" y="4"/>
                    <a:pt x="4" y="6"/>
                    <a:pt x="6" y="7"/>
                  </a:cubicBezTo>
                  <a:cubicBezTo>
                    <a:pt x="8" y="8"/>
                    <a:pt x="12" y="9"/>
                    <a:pt x="12" y="9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5"/>
                    <a:pt x="9" y="5"/>
                    <a:pt x="6" y="4"/>
                  </a:cubicBezTo>
                  <a:cubicBezTo>
                    <a:pt x="3" y="3"/>
                    <a:pt x="0" y="1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9" name="Freeform 620">
              <a:extLst>
                <a:ext uri="{FF2B5EF4-FFF2-40B4-BE49-F238E27FC236}">
                  <a16:creationId xmlns:a16="http://schemas.microsoft.com/office/drawing/2014/main" id="{9731D256-5079-4FE5-9203-78F6453FB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372"/>
              <a:ext cx="30" cy="24"/>
            </a:xfrm>
            <a:custGeom>
              <a:avLst/>
              <a:gdLst>
                <a:gd name="T0" fmla="*/ 0 w 12"/>
                <a:gd name="T1" fmla="*/ 1059 h 9"/>
                <a:gd name="T2" fmla="*/ 1488 w 12"/>
                <a:gd name="T3" fmla="*/ 2581 h 9"/>
                <a:gd name="T4" fmla="*/ 2938 w 12"/>
                <a:gd name="T5" fmla="*/ 3243 h 9"/>
                <a:gd name="T6" fmla="*/ 2738 w 12"/>
                <a:gd name="T7" fmla="*/ 2184 h 9"/>
                <a:gd name="T8" fmla="*/ 1488 w 12"/>
                <a:gd name="T9" fmla="*/ 1059 h 9"/>
                <a:gd name="T10" fmla="*/ 0 w 12"/>
                <a:gd name="T11" fmla="*/ 0 h 9"/>
                <a:gd name="T12" fmla="*/ 0 w 12"/>
                <a:gd name="T13" fmla="*/ 105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9">
                  <a:moveTo>
                    <a:pt x="0" y="3"/>
                  </a:moveTo>
                  <a:cubicBezTo>
                    <a:pt x="1" y="4"/>
                    <a:pt x="3" y="6"/>
                    <a:pt x="6" y="7"/>
                  </a:cubicBezTo>
                  <a:cubicBezTo>
                    <a:pt x="8" y="8"/>
                    <a:pt x="12" y="9"/>
                    <a:pt x="12" y="9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4"/>
                    <a:pt x="8" y="4"/>
                    <a:pt x="6" y="3"/>
                  </a:cubicBezTo>
                  <a:cubicBezTo>
                    <a:pt x="2" y="2"/>
                    <a:pt x="0" y="0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0" name="Freeform 621">
              <a:extLst>
                <a:ext uri="{FF2B5EF4-FFF2-40B4-BE49-F238E27FC236}">
                  <a16:creationId xmlns:a16="http://schemas.microsoft.com/office/drawing/2014/main" id="{F343A761-951D-48F2-9294-E1DFD574A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369"/>
              <a:ext cx="25" cy="27"/>
            </a:xfrm>
            <a:custGeom>
              <a:avLst/>
              <a:gdLst>
                <a:gd name="T0" fmla="*/ 2270 w 10"/>
                <a:gd name="T1" fmla="*/ 0 h 10"/>
                <a:gd name="T2" fmla="*/ 0 w 10"/>
                <a:gd name="T3" fmla="*/ 2282 h 10"/>
                <a:gd name="T4" fmla="*/ 0 w 10"/>
                <a:gd name="T5" fmla="*/ 3877 h 10"/>
                <a:gd name="T6" fmla="*/ 2470 w 10"/>
                <a:gd name="T7" fmla="*/ 1158 h 10"/>
                <a:gd name="T8" fmla="*/ 2270 w 10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10" y="2"/>
                    <a:pt x="0" y="5"/>
                    <a:pt x="0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10" y="6"/>
                    <a:pt x="10" y="3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1" name="Freeform 622">
              <a:extLst>
                <a:ext uri="{FF2B5EF4-FFF2-40B4-BE49-F238E27FC236}">
                  <a16:creationId xmlns:a16="http://schemas.microsoft.com/office/drawing/2014/main" id="{10EDA54F-88DE-4FC4-8646-690770379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353"/>
              <a:ext cx="25" cy="27"/>
            </a:xfrm>
            <a:custGeom>
              <a:avLst/>
              <a:gdLst>
                <a:gd name="T0" fmla="*/ 2270 w 10"/>
                <a:gd name="T1" fmla="*/ 0 h 10"/>
                <a:gd name="T2" fmla="*/ 0 w 10"/>
                <a:gd name="T3" fmla="*/ 2719 h 10"/>
                <a:gd name="T4" fmla="*/ 0 w 10"/>
                <a:gd name="T5" fmla="*/ 3877 h 10"/>
                <a:gd name="T6" fmla="*/ 2470 w 10"/>
                <a:gd name="T7" fmla="*/ 1158 h 10"/>
                <a:gd name="T8" fmla="*/ 2270 w 10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10" y="3"/>
                    <a:pt x="0" y="6"/>
                    <a:pt x="0" y="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10" y="6"/>
                    <a:pt x="10" y="3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2" name="Freeform 623">
              <a:extLst>
                <a:ext uri="{FF2B5EF4-FFF2-40B4-BE49-F238E27FC236}">
                  <a16:creationId xmlns:a16="http://schemas.microsoft.com/office/drawing/2014/main" id="{E6A6CEA6-FF2D-4705-B498-3AF9F3814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358"/>
              <a:ext cx="20" cy="14"/>
            </a:xfrm>
            <a:custGeom>
              <a:avLst/>
              <a:gdLst>
                <a:gd name="T0" fmla="*/ 1958 w 8"/>
                <a:gd name="T1" fmla="*/ 487 h 5"/>
                <a:gd name="T2" fmla="*/ 520 w 8"/>
                <a:gd name="T3" fmla="*/ 1364 h 5"/>
                <a:gd name="T4" fmla="*/ 0 w 8"/>
                <a:gd name="T5" fmla="*/ 2391 h 5"/>
                <a:gd name="T6" fmla="*/ 0 w 8"/>
                <a:gd name="T7" fmla="*/ 2391 h 5"/>
                <a:gd name="T8" fmla="*/ 988 w 8"/>
                <a:gd name="T9" fmla="*/ 1364 h 5"/>
                <a:gd name="T10" fmla="*/ 1958 w 8"/>
                <a:gd name="T11" fmla="*/ 0 h 5"/>
                <a:gd name="T12" fmla="*/ 1958 w 8"/>
                <a:gd name="T13" fmla="*/ 487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5">
                  <a:moveTo>
                    <a:pt x="8" y="1"/>
                  </a:moveTo>
                  <a:cubicBezTo>
                    <a:pt x="7" y="2"/>
                    <a:pt x="4" y="3"/>
                    <a:pt x="2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2" y="4"/>
                    <a:pt x="4" y="3"/>
                  </a:cubicBezTo>
                  <a:cubicBezTo>
                    <a:pt x="6" y="3"/>
                    <a:pt x="7" y="2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3" name="Freeform 624">
              <a:extLst>
                <a:ext uri="{FF2B5EF4-FFF2-40B4-BE49-F238E27FC236}">
                  <a16:creationId xmlns:a16="http://schemas.microsoft.com/office/drawing/2014/main" id="{D82E0946-1785-4B94-92B9-EC9CF85E4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374"/>
              <a:ext cx="20" cy="11"/>
            </a:xfrm>
            <a:custGeom>
              <a:avLst/>
              <a:gdLst>
                <a:gd name="T0" fmla="*/ 1958 w 8"/>
                <a:gd name="T1" fmla="*/ 0 h 4"/>
                <a:gd name="T2" fmla="*/ 783 w 8"/>
                <a:gd name="T3" fmla="*/ 1271 h 4"/>
                <a:gd name="T4" fmla="*/ 0 w 8"/>
                <a:gd name="T5" fmla="*/ 1724 h 4"/>
                <a:gd name="T6" fmla="*/ 0 w 8"/>
                <a:gd name="T7" fmla="*/ 1724 h 4"/>
                <a:gd name="T8" fmla="*/ 1300 w 8"/>
                <a:gd name="T9" fmla="*/ 976 h 4"/>
                <a:gd name="T10" fmla="*/ 1958 w 8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7" y="1"/>
                    <a:pt x="5" y="2"/>
                    <a:pt x="3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3" y="3"/>
                    <a:pt x="5" y="2"/>
                  </a:cubicBezTo>
                  <a:cubicBezTo>
                    <a:pt x="6" y="2"/>
                    <a:pt x="7" y="1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4" name="Freeform 625">
              <a:extLst>
                <a:ext uri="{FF2B5EF4-FFF2-40B4-BE49-F238E27FC236}">
                  <a16:creationId xmlns:a16="http://schemas.microsoft.com/office/drawing/2014/main" id="{AB93F79D-26FB-4AC0-8579-13B08E22D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449"/>
              <a:ext cx="38" cy="13"/>
            </a:xfrm>
            <a:custGeom>
              <a:avLst/>
              <a:gdLst>
                <a:gd name="T0" fmla="*/ 540 w 15"/>
                <a:gd name="T1" fmla="*/ 1196 h 5"/>
                <a:gd name="T2" fmla="*/ 2386 w 15"/>
                <a:gd name="T3" fmla="*/ 1196 h 5"/>
                <a:gd name="T4" fmla="*/ 3955 w 15"/>
                <a:gd name="T5" fmla="*/ 967 h 5"/>
                <a:gd name="T6" fmla="*/ 3466 w 15"/>
                <a:gd name="T7" fmla="*/ 372 h 5"/>
                <a:gd name="T8" fmla="*/ 1900 w 15"/>
                <a:gd name="T9" fmla="*/ 372 h 5"/>
                <a:gd name="T10" fmla="*/ 0 w 15"/>
                <a:gd name="T11" fmla="*/ 372 h 5"/>
                <a:gd name="T12" fmla="*/ 540 w 15"/>
                <a:gd name="T13" fmla="*/ 1196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">
                  <a:moveTo>
                    <a:pt x="2" y="4"/>
                  </a:moveTo>
                  <a:cubicBezTo>
                    <a:pt x="2" y="5"/>
                    <a:pt x="6" y="5"/>
                    <a:pt x="9" y="4"/>
                  </a:cubicBezTo>
                  <a:cubicBezTo>
                    <a:pt x="11" y="4"/>
                    <a:pt x="15" y="3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0"/>
                    <a:pt x="10" y="1"/>
                    <a:pt x="7" y="1"/>
                  </a:cubicBezTo>
                  <a:cubicBezTo>
                    <a:pt x="3" y="2"/>
                    <a:pt x="0" y="2"/>
                    <a:pt x="0" y="1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5" name="Freeform 626">
              <a:extLst>
                <a:ext uri="{FF2B5EF4-FFF2-40B4-BE49-F238E27FC236}">
                  <a16:creationId xmlns:a16="http://schemas.microsoft.com/office/drawing/2014/main" id="{36B2ACC7-0E37-4771-8D6C-F445E9650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438"/>
              <a:ext cx="38" cy="14"/>
            </a:xfrm>
            <a:custGeom>
              <a:avLst/>
              <a:gdLst>
                <a:gd name="T0" fmla="*/ 540 w 15"/>
                <a:gd name="T1" fmla="*/ 1912 h 5"/>
                <a:gd name="T2" fmla="*/ 2386 w 15"/>
                <a:gd name="T3" fmla="*/ 1912 h 5"/>
                <a:gd name="T4" fmla="*/ 3955 w 15"/>
                <a:gd name="T5" fmla="*/ 1364 h 5"/>
                <a:gd name="T6" fmla="*/ 3466 w 15"/>
                <a:gd name="T7" fmla="*/ 487 h 5"/>
                <a:gd name="T8" fmla="*/ 1900 w 15"/>
                <a:gd name="T9" fmla="*/ 487 h 5"/>
                <a:gd name="T10" fmla="*/ 0 w 15"/>
                <a:gd name="T11" fmla="*/ 487 h 5"/>
                <a:gd name="T12" fmla="*/ 540 w 15"/>
                <a:gd name="T13" fmla="*/ 1912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">
                  <a:moveTo>
                    <a:pt x="2" y="4"/>
                  </a:moveTo>
                  <a:cubicBezTo>
                    <a:pt x="3" y="5"/>
                    <a:pt x="6" y="5"/>
                    <a:pt x="9" y="4"/>
                  </a:cubicBezTo>
                  <a:cubicBezTo>
                    <a:pt x="11" y="4"/>
                    <a:pt x="15" y="3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0"/>
                    <a:pt x="9" y="1"/>
                    <a:pt x="7" y="1"/>
                  </a:cubicBezTo>
                  <a:cubicBezTo>
                    <a:pt x="3" y="2"/>
                    <a:pt x="1" y="2"/>
                    <a:pt x="0" y="1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6" name="Freeform 627">
              <a:extLst>
                <a:ext uri="{FF2B5EF4-FFF2-40B4-BE49-F238E27FC236}">
                  <a16:creationId xmlns:a16="http://schemas.microsoft.com/office/drawing/2014/main" id="{28546D09-4618-4611-ADE1-05D81857E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422"/>
              <a:ext cx="35" cy="11"/>
            </a:xfrm>
            <a:custGeom>
              <a:avLst/>
              <a:gdLst>
                <a:gd name="T0" fmla="*/ 520 w 14"/>
                <a:gd name="T1" fmla="*/ 976 h 4"/>
                <a:gd name="T2" fmla="*/ 1958 w 14"/>
                <a:gd name="T3" fmla="*/ 1271 h 4"/>
                <a:gd name="T4" fmla="*/ 3438 w 14"/>
                <a:gd name="T5" fmla="*/ 1724 h 4"/>
                <a:gd name="T6" fmla="*/ 2938 w 14"/>
                <a:gd name="T7" fmla="*/ 462 h 4"/>
                <a:gd name="T8" fmla="*/ 1770 w 14"/>
                <a:gd name="T9" fmla="*/ 0 h 4"/>
                <a:gd name="T10" fmla="*/ 0 w 14"/>
                <a:gd name="T11" fmla="*/ 0 h 4"/>
                <a:gd name="T12" fmla="*/ 520 w 14"/>
                <a:gd name="T13" fmla="*/ 976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">
                  <a:moveTo>
                    <a:pt x="2" y="2"/>
                  </a:moveTo>
                  <a:cubicBezTo>
                    <a:pt x="2" y="3"/>
                    <a:pt x="5" y="3"/>
                    <a:pt x="8" y="3"/>
                  </a:cubicBezTo>
                  <a:cubicBezTo>
                    <a:pt x="10" y="4"/>
                    <a:pt x="14" y="3"/>
                    <a:pt x="14" y="4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9" y="0"/>
                    <a:pt x="7" y="0"/>
                  </a:cubicBezTo>
                  <a:cubicBezTo>
                    <a:pt x="3" y="0"/>
                    <a:pt x="1" y="1"/>
                    <a:pt x="0" y="0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7" name="Freeform 628">
              <a:extLst>
                <a:ext uri="{FF2B5EF4-FFF2-40B4-BE49-F238E27FC236}">
                  <a16:creationId xmlns:a16="http://schemas.microsoft.com/office/drawing/2014/main" id="{655A3514-4C0F-42D5-A31A-EDDC18DC2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406"/>
              <a:ext cx="38" cy="16"/>
            </a:xfrm>
            <a:custGeom>
              <a:avLst/>
              <a:gdLst>
                <a:gd name="T0" fmla="*/ 540 w 15"/>
                <a:gd name="T1" fmla="*/ 1059 h 6"/>
                <a:gd name="T2" fmla="*/ 2098 w 15"/>
                <a:gd name="T3" fmla="*/ 1763 h 6"/>
                <a:gd name="T4" fmla="*/ 3955 w 15"/>
                <a:gd name="T5" fmla="*/ 2184 h 6"/>
                <a:gd name="T6" fmla="*/ 3658 w 15"/>
                <a:gd name="T7" fmla="*/ 1059 h 6"/>
                <a:gd name="T8" fmla="*/ 2098 w 15"/>
                <a:gd name="T9" fmla="*/ 661 h 6"/>
                <a:gd name="T10" fmla="*/ 0 w 15"/>
                <a:gd name="T11" fmla="*/ 0 h 6"/>
                <a:gd name="T12" fmla="*/ 540 w 15"/>
                <a:gd name="T13" fmla="*/ 1059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6">
                  <a:moveTo>
                    <a:pt x="2" y="3"/>
                  </a:moveTo>
                  <a:cubicBezTo>
                    <a:pt x="2" y="4"/>
                    <a:pt x="6" y="5"/>
                    <a:pt x="8" y="5"/>
                  </a:cubicBezTo>
                  <a:cubicBezTo>
                    <a:pt x="11" y="6"/>
                    <a:pt x="15" y="6"/>
                    <a:pt x="15" y="6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2"/>
                    <a:pt x="10" y="2"/>
                    <a:pt x="8" y="2"/>
                  </a:cubicBezTo>
                  <a:cubicBezTo>
                    <a:pt x="4" y="2"/>
                    <a:pt x="1" y="0"/>
                    <a:pt x="0" y="0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8" name="Freeform 629">
              <a:extLst>
                <a:ext uri="{FF2B5EF4-FFF2-40B4-BE49-F238E27FC236}">
                  <a16:creationId xmlns:a16="http://schemas.microsoft.com/office/drawing/2014/main" id="{741B2328-C347-4DA6-A445-22CC2867C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425"/>
              <a:ext cx="22" cy="35"/>
            </a:xfrm>
            <a:custGeom>
              <a:avLst/>
              <a:gdLst>
                <a:gd name="T0" fmla="*/ 1315 w 9"/>
                <a:gd name="T1" fmla="*/ 0 h 13"/>
                <a:gd name="T2" fmla="*/ 174 w 9"/>
                <a:gd name="T3" fmla="*/ 4254 h 13"/>
                <a:gd name="T4" fmla="*/ 616 w 9"/>
                <a:gd name="T5" fmla="*/ 4935 h 13"/>
                <a:gd name="T6" fmla="*/ 1750 w 9"/>
                <a:gd name="T7" fmla="*/ 681 h 13"/>
                <a:gd name="T8" fmla="*/ 1315 w 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6" y="0"/>
                  </a:moveTo>
                  <a:cubicBezTo>
                    <a:pt x="7" y="2"/>
                    <a:pt x="0" y="10"/>
                    <a:pt x="1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12"/>
                    <a:pt x="9" y="5"/>
                    <a:pt x="8" y="2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9" name="Freeform 630">
              <a:extLst>
                <a:ext uri="{FF2B5EF4-FFF2-40B4-BE49-F238E27FC236}">
                  <a16:creationId xmlns:a16="http://schemas.microsoft.com/office/drawing/2014/main" id="{D9AEC72D-EF6A-4388-B5D2-D6D6A4CE6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414"/>
              <a:ext cx="23" cy="35"/>
            </a:xfrm>
            <a:custGeom>
              <a:avLst/>
              <a:gdLst>
                <a:gd name="T0" fmla="*/ 1403 w 9"/>
                <a:gd name="T1" fmla="*/ 0 h 13"/>
                <a:gd name="T2" fmla="*/ 0 w 9"/>
                <a:gd name="T3" fmla="*/ 3842 h 13"/>
                <a:gd name="T4" fmla="*/ 549 w 9"/>
                <a:gd name="T5" fmla="*/ 4935 h 13"/>
                <a:gd name="T6" fmla="*/ 1973 w 9"/>
                <a:gd name="T7" fmla="*/ 681 h 13"/>
                <a:gd name="T8" fmla="*/ 1403 w 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5" y="0"/>
                  </a:moveTo>
                  <a:cubicBezTo>
                    <a:pt x="7" y="2"/>
                    <a:pt x="0" y="10"/>
                    <a:pt x="0" y="10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2"/>
                    <a:pt x="9" y="4"/>
                    <a:pt x="7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0" name="Freeform 631">
              <a:extLst>
                <a:ext uri="{FF2B5EF4-FFF2-40B4-BE49-F238E27FC236}">
                  <a16:creationId xmlns:a16="http://schemas.microsoft.com/office/drawing/2014/main" id="{D153F822-AA7E-48AF-9BB8-BBCFB13DF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420"/>
              <a:ext cx="12" cy="21"/>
            </a:xfrm>
            <a:custGeom>
              <a:avLst/>
              <a:gdLst>
                <a:gd name="T0" fmla="*/ 967 w 5"/>
                <a:gd name="T1" fmla="*/ 0 h 8"/>
                <a:gd name="T2" fmla="*/ 403 w 5"/>
                <a:gd name="T3" fmla="*/ 1612 h 8"/>
                <a:gd name="T4" fmla="*/ 0 w 5"/>
                <a:gd name="T5" fmla="*/ 2604 h 8"/>
                <a:gd name="T6" fmla="*/ 0 w 5"/>
                <a:gd name="T7" fmla="*/ 2604 h 8"/>
                <a:gd name="T8" fmla="*/ 564 w 5"/>
                <a:gd name="T9" fmla="*/ 1378 h 8"/>
                <a:gd name="T10" fmla="*/ 967 w 5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4" y="1"/>
                    <a:pt x="3" y="4"/>
                    <a:pt x="2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2" y="6"/>
                    <a:pt x="3" y="4"/>
                  </a:cubicBezTo>
                  <a:cubicBezTo>
                    <a:pt x="4" y="3"/>
                    <a:pt x="4" y="2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1" name="Freeform 632">
              <a:extLst>
                <a:ext uri="{FF2B5EF4-FFF2-40B4-BE49-F238E27FC236}">
                  <a16:creationId xmlns:a16="http://schemas.microsoft.com/office/drawing/2014/main" id="{F45CB002-B317-460C-90D5-E3DADA1BB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430"/>
              <a:ext cx="12" cy="22"/>
            </a:xfrm>
            <a:custGeom>
              <a:avLst/>
              <a:gdLst>
                <a:gd name="T0" fmla="*/ 967 w 5"/>
                <a:gd name="T1" fmla="*/ 0 h 8"/>
                <a:gd name="T2" fmla="*/ 168 w 5"/>
                <a:gd name="T3" fmla="*/ 2225 h 8"/>
                <a:gd name="T4" fmla="*/ 0 w 5"/>
                <a:gd name="T5" fmla="*/ 3495 h 8"/>
                <a:gd name="T6" fmla="*/ 0 w 5"/>
                <a:gd name="T7" fmla="*/ 3495 h 8"/>
                <a:gd name="T8" fmla="*/ 564 w 5"/>
                <a:gd name="T9" fmla="*/ 1724 h 8"/>
                <a:gd name="T10" fmla="*/ 967 w 5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4" y="1"/>
                    <a:pt x="3" y="3"/>
                    <a:pt x="1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2" y="6"/>
                    <a:pt x="3" y="4"/>
                  </a:cubicBezTo>
                  <a:cubicBezTo>
                    <a:pt x="4" y="3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2" name="Freeform 633">
              <a:extLst>
                <a:ext uri="{FF2B5EF4-FFF2-40B4-BE49-F238E27FC236}">
                  <a16:creationId xmlns:a16="http://schemas.microsoft.com/office/drawing/2014/main" id="{2C1346B7-8265-4DFA-8457-33CEBA32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396"/>
              <a:ext cx="23" cy="34"/>
            </a:xfrm>
            <a:custGeom>
              <a:avLst/>
              <a:gdLst>
                <a:gd name="T0" fmla="*/ 1403 w 9"/>
                <a:gd name="T1" fmla="*/ 0 h 13"/>
                <a:gd name="T2" fmla="*/ 0 w 9"/>
                <a:gd name="T3" fmla="*/ 3557 h 13"/>
                <a:gd name="T4" fmla="*/ 848 w 9"/>
                <a:gd name="T5" fmla="*/ 4166 h 13"/>
                <a:gd name="T6" fmla="*/ 1973 w 9"/>
                <a:gd name="T7" fmla="*/ 609 h 13"/>
                <a:gd name="T8" fmla="*/ 1403 w 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5" y="0"/>
                  </a:moveTo>
                  <a:cubicBezTo>
                    <a:pt x="7" y="2"/>
                    <a:pt x="0" y="10"/>
                    <a:pt x="0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12"/>
                    <a:pt x="9" y="5"/>
                    <a:pt x="7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3" name="Freeform 634">
              <a:extLst>
                <a:ext uri="{FF2B5EF4-FFF2-40B4-BE49-F238E27FC236}">
                  <a16:creationId xmlns:a16="http://schemas.microsoft.com/office/drawing/2014/main" id="{9F2F8012-9F18-4698-9136-E59721FDB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401"/>
              <a:ext cx="12" cy="21"/>
            </a:xfrm>
            <a:custGeom>
              <a:avLst/>
              <a:gdLst>
                <a:gd name="T0" fmla="*/ 967 w 5"/>
                <a:gd name="T1" fmla="*/ 0 h 8"/>
                <a:gd name="T2" fmla="*/ 403 w 5"/>
                <a:gd name="T3" fmla="*/ 1992 h 8"/>
                <a:gd name="T4" fmla="*/ 0 w 5"/>
                <a:gd name="T5" fmla="*/ 2604 h 8"/>
                <a:gd name="T6" fmla="*/ 0 w 5"/>
                <a:gd name="T7" fmla="*/ 2604 h 8"/>
                <a:gd name="T8" fmla="*/ 564 w 5"/>
                <a:gd name="T9" fmla="*/ 1612 h 8"/>
                <a:gd name="T10" fmla="*/ 967 w 5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5" y="2"/>
                    <a:pt x="3" y="4"/>
                    <a:pt x="2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2" y="6"/>
                    <a:pt x="3" y="5"/>
                  </a:cubicBezTo>
                  <a:cubicBezTo>
                    <a:pt x="5" y="3"/>
                    <a:pt x="5" y="2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4" name="Freeform 635">
              <a:extLst>
                <a:ext uri="{FF2B5EF4-FFF2-40B4-BE49-F238E27FC236}">
                  <a16:creationId xmlns:a16="http://schemas.microsoft.com/office/drawing/2014/main" id="{D9C8B323-4A7E-40BB-BB9E-B9357D55B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385"/>
              <a:ext cx="28" cy="29"/>
            </a:xfrm>
            <a:custGeom>
              <a:avLst/>
              <a:gdLst>
                <a:gd name="T0" fmla="*/ 2474 w 11"/>
                <a:gd name="T1" fmla="*/ 0 h 11"/>
                <a:gd name="T2" fmla="*/ 331 w 11"/>
                <a:gd name="T3" fmla="*/ 2655 h 11"/>
                <a:gd name="T4" fmla="*/ 545 w 11"/>
                <a:gd name="T5" fmla="*/ 3662 h 11"/>
                <a:gd name="T6" fmla="*/ 2688 w 11"/>
                <a:gd name="T7" fmla="*/ 1007 h 11"/>
                <a:gd name="T8" fmla="*/ 2474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9" y="0"/>
                  </a:moveTo>
                  <a:cubicBezTo>
                    <a:pt x="10" y="2"/>
                    <a:pt x="0" y="7"/>
                    <a:pt x="1" y="8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0"/>
                    <a:pt x="11" y="6"/>
                    <a:pt x="10" y="3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5" name="Freeform 636">
              <a:extLst>
                <a:ext uri="{FF2B5EF4-FFF2-40B4-BE49-F238E27FC236}">
                  <a16:creationId xmlns:a16="http://schemas.microsoft.com/office/drawing/2014/main" id="{6FDC9F34-53BA-4776-9D52-ED15134E8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390"/>
              <a:ext cx="20" cy="16"/>
            </a:xfrm>
            <a:custGeom>
              <a:avLst/>
              <a:gdLst>
                <a:gd name="T0" fmla="*/ 1958 w 8"/>
                <a:gd name="T1" fmla="*/ 0 h 6"/>
                <a:gd name="T2" fmla="*/ 783 w 8"/>
                <a:gd name="T3" fmla="*/ 1459 h 6"/>
                <a:gd name="T4" fmla="*/ 0 w 8"/>
                <a:gd name="T5" fmla="*/ 2184 h 6"/>
                <a:gd name="T6" fmla="*/ 0 w 8"/>
                <a:gd name="T7" fmla="*/ 2184 h 6"/>
                <a:gd name="T8" fmla="*/ 988 w 8"/>
                <a:gd name="T9" fmla="*/ 1459 h 6"/>
                <a:gd name="T10" fmla="*/ 1958 w 8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7" y="1"/>
                    <a:pt x="5" y="3"/>
                    <a:pt x="3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" y="5"/>
                    <a:pt x="4" y="4"/>
                  </a:cubicBezTo>
                  <a:cubicBezTo>
                    <a:pt x="6" y="3"/>
                    <a:pt x="7" y="1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6" name="Freeform 637">
              <a:extLst>
                <a:ext uri="{FF2B5EF4-FFF2-40B4-BE49-F238E27FC236}">
                  <a16:creationId xmlns:a16="http://schemas.microsoft.com/office/drawing/2014/main" id="{F0ACA143-EAAA-405D-95A4-13812C635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473"/>
              <a:ext cx="35" cy="24"/>
            </a:xfrm>
            <a:custGeom>
              <a:avLst/>
              <a:gdLst>
                <a:gd name="T0" fmla="*/ 783 w 14"/>
                <a:gd name="T1" fmla="*/ 3243 h 9"/>
                <a:gd name="T2" fmla="*/ 2270 w 14"/>
                <a:gd name="T3" fmla="*/ 2184 h 9"/>
                <a:gd name="T4" fmla="*/ 3438 w 14"/>
                <a:gd name="T5" fmla="*/ 397 h 9"/>
                <a:gd name="T6" fmla="*/ 2470 w 14"/>
                <a:gd name="T7" fmla="*/ 397 h 9"/>
                <a:gd name="T8" fmla="*/ 1488 w 14"/>
                <a:gd name="T9" fmla="*/ 1459 h 9"/>
                <a:gd name="T10" fmla="*/ 0 w 14"/>
                <a:gd name="T11" fmla="*/ 2824 h 9"/>
                <a:gd name="T12" fmla="*/ 783 w 14"/>
                <a:gd name="T13" fmla="*/ 324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9">
                  <a:moveTo>
                    <a:pt x="3" y="9"/>
                  </a:moveTo>
                  <a:cubicBezTo>
                    <a:pt x="3" y="9"/>
                    <a:pt x="7" y="8"/>
                    <a:pt x="9" y="6"/>
                  </a:cubicBezTo>
                  <a:cubicBezTo>
                    <a:pt x="10" y="4"/>
                    <a:pt x="13" y="1"/>
                    <a:pt x="14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8" y="2"/>
                    <a:pt x="6" y="4"/>
                  </a:cubicBezTo>
                  <a:cubicBezTo>
                    <a:pt x="3" y="7"/>
                    <a:pt x="0" y="8"/>
                    <a:pt x="0" y="8"/>
                  </a:cubicBezTo>
                  <a:lnTo>
                    <a:pt x="3" y="9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7" name="Freeform 638">
              <a:extLst>
                <a:ext uri="{FF2B5EF4-FFF2-40B4-BE49-F238E27FC236}">
                  <a16:creationId xmlns:a16="http://schemas.microsoft.com/office/drawing/2014/main" id="{C2512A47-5B18-44B1-9926-7E1794916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470"/>
              <a:ext cx="35" cy="24"/>
            </a:xfrm>
            <a:custGeom>
              <a:avLst/>
              <a:gdLst>
                <a:gd name="T0" fmla="*/ 783 w 14"/>
                <a:gd name="T1" fmla="*/ 2824 h 9"/>
                <a:gd name="T2" fmla="*/ 2270 w 14"/>
                <a:gd name="T3" fmla="*/ 1763 h 9"/>
                <a:gd name="T4" fmla="*/ 3438 w 14"/>
                <a:gd name="T5" fmla="*/ 397 h 9"/>
                <a:gd name="T6" fmla="*/ 2738 w 14"/>
                <a:gd name="T7" fmla="*/ 0 h 9"/>
                <a:gd name="T8" fmla="*/ 1488 w 14"/>
                <a:gd name="T9" fmla="*/ 1459 h 9"/>
                <a:gd name="T10" fmla="*/ 0 w 14"/>
                <a:gd name="T11" fmla="*/ 2581 h 9"/>
                <a:gd name="T12" fmla="*/ 783 w 14"/>
                <a:gd name="T13" fmla="*/ 2824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9">
                  <a:moveTo>
                    <a:pt x="3" y="8"/>
                  </a:moveTo>
                  <a:cubicBezTo>
                    <a:pt x="5" y="9"/>
                    <a:pt x="7" y="7"/>
                    <a:pt x="9" y="5"/>
                  </a:cubicBezTo>
                  <a:cubicBezTo>
                    <a:pt x="11" y="4"/>
                    <a:pt x="14" y="1"/>
                    <a:pt x="14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8" y="2"/>
                    <a:pt x="6" y="4"/>
                  </a:cubicBezTo>
                  <a:cubicBezTo>
                    <a:pt x="3" y="7"/>
                    <a:pt x="1" y="7"/>
                    <a:pt x="0" y="7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8" name="Freeform 639">
              <a:extLst>
                <a:ext uri="{FF2B5EF4-FFF2-40B4-BE49-F238E27FC236}">
                  <a16:creationId xmlns:a16="http://schemas.microsoft.com/office/drawing/2014/main" id="{6CBF13C6-65B9-4B72-9F6E-E383BD5C1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462"/>
              <a:ext cx="35" cy="22"/>
            </a:xfrm>
            <a:custGeom>
              <a:avLst/>
              <a:gdLst>
                <a:gd name="T0" fmla="*/ 783 w 14"/>
                <a:gd name="T1" fmla="*/ 3495 h 8"/>
                <a:gd name="T2" fmla="*/ 1958 w 14"/>
                <a:gd name="T3" fmla="*/ 2225 h 8"/>
                <a:gd name="T4" fmla="*/ 3438 w 14"/>
                <a:gd name="T5" fmla="*/ 976 h 8"/>
                <a:gd name="T6" fmla="*/ 2738 w 14"/>
                <a:gd name="T7" fmla="*/ 0 h 8"/>
                <a:gd name="T8" fmla="*/ 1488 w 14"/>
                <a:gd name="T9" fmla="*/ 1271 h 8"/>
                <a:gd name="T10" fmla="*/ 0 w 14"/>
                <a:gd name="T11" fmla="*/ 2973 h 8"/>
                <a:gd name="T12" fmla="*/ 783 w 14"/>
                <a:gd name="T13" fmla="*/ 3495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8">
                  <a:moveTo>
                    <a:pt x="3" y="8"/>
                  </a:moveTo>
                  <a:cubicBezTo>
                    <a:pt x="4" y="8"/>
                    <a:pt x="6" y="6"/>
                    <a:pt x="8" y="5"/>
                  </a:cubicBezTo>
                  <a:cubicBezTo>
                    <a:pt x="10" y="4"/>
                    <a:pt x="14" y="2"/>
                    <a:pt x="14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8" y="2"/>
                    <a:pt x="6" y="3"/>
                  </a:cubicBezTo>
                  <a:cubicBezTo>
                    <a:pt x="3" y="5"/>
                    <a:pt x="1" y="7"/>
                    <a:pt x="0" y="7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9" name="Freeform 640">
              <a:extLst>
                <a:ext uri="{FF2B5EF4-FFF2-40B4-BE49-F238E27FC236}">
                  <a16:creationId xmlns:a16="http://schemas.microsoft.com/office/drawing/2014/main" id="{D299C292-8AD0-446D-A7A9-BEE4E603E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457"/>
              <a:ext cx="37" cy="19"/>
            </a:xfrm>
            <a:custGeom>
              <a:avLst/>
              <a:gdLst>
                <a:gd name="T0" fmla="*/ 634 w 15"/>
                <a:gd name="T1" fmla="*/ 2342 h 7"/>
                <a:gd name="T2" fmla="*/ 2294 w 15"/>
                <a:gd name="T3" fmla="*/ 2063 h 7"/>
                <a:gd name="T4" fmla="*/ 3365 w 15"/>
                <a:gd name="T5" fmla="*/ 760 h 7"/>
                <a:gd name="T6" fmla="*/ 2925 w 15"/>
                <a:gd name="T7" fmla="*/ 442 h 7"/>
                <a:gd name="T8" fmla="*/ 1564 w 15"/>
                <a:gd name="T9" fmla="*/ 1200 h 7"/>
                <a:gd name="T10" fmla="*/ 0 w 15"/>
                <a:gd name="T11" fmla="*/ 1620 h 7"/>
                <a:gd name="T12" fmla="*/ 634 w 15"/>
                <a:gd name="T13" fmla="*/ 2342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7">
                  <a:moveTo>
                    <a:pt x="3" y="6"/>
                  </a:moveTo>
                  <a:cubicBezTo>
                    <a:pt x="4" y="7"/>
                    <a:pt x="7" y="6"/>
                    <a:pt x="10" y="5"/>
                  </a:cubicBezTo>
                  <a:cubicBezTo>
                    <a:pt x="12" y="4"/>
                    <a:pt x="15" y="2"/>
                    <a:pt x="15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0"/>
                    <a:pt x="10" y="2"/>
                    <a:pt x="7" y="3"/>
                  </a:cubicBezTo>
                  <a:cubicBezTo>
                    <a:pt x="4" y="4"/>
                    <a:pt x="0" y="5"/>
                    <a:pt x="0" y="4"/>
                  </a:cubicBezTo>
                  <a:lnTo>
                    <a:pt x="3" y="6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0" name="Freeform 641">
              <a:extLst>
                <a:ext uri="{FF2B5EF4-FFF2-40B4-BE49-F238E27FC236}">
                  <a16:creationId xmlns:a16="http://schemas.microsoft.com/office/drawing/2014/main" id="{F5CBCADA-3340-4A1F-B588-81BC705A6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462"/>
              <a:ext cx="15" cy="35"/>
            </a:xfrm>
            <a:custGeom>
              <a:avLst/>
              <a:gdLst>
                <a:gd name="T0" fmla="*/ 0 w 6"/>
                <a:gd name="T1" fmla="*/ 0 h 13"/>
                <a:gd name="T2" fmla="*/ 520 w 6"/>
                <a:gd name="T3" fmla="*/ 4531 h 13"/>
                <a:gd name="T4" fmla="*/ 1300 w 6"/>
                <a:gd name="T5" fmla="*/ 4935 h 13"/>
                <a:gd name="T6" fmla="*/ 783 w 6"/>
                <a:gd name="T7" fmla="*/ 681 h 13"/>
                <a:gd name="T8" fmla="*/ 0 w 6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3" y="1"/>
                    <a:pt x="1" y="12"/>
                    <a:pt x="2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6" y="3"/>
                    <a:pt x="3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1" name="Freeform 642">
              <a:extLst>
                <a:ext uri="{FF2B5EF4-FFF2-40B4-BE49-F238E27FC236}">
                  <a16:creationId xmlns:a16="http://schemas.microsoft.com/office/drawing/2014/main" id="{D0AB7470-AE01-43E0-A869-0C017E55C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457"/>
              <a:ext cx="15" cy="35"/>
            </a:xfrm>
            <a:custGeom>
              <a:avLst/>
              <a:gdLst>
                <a:gd name="T0" fmla="*/ 0 w 6"/>
                <a:gd name="T1" fmla="*/ 0 h 13"/>
                <a:gd name="T2" fmla="*/ 313 w 6"/>
                <a:gd name="T3" fmla="*/ 4531 h 13"/>
                <a:gd name="T4" fmla="*/ 1300 w 6"/>
                <a:gd name="T5" fmla="*/ 4935 h 13"/>
                <a:gd name="T6" fmla="*/ 783 w 6"/>
                <a:gd name="T7" fmla="*/ 681 h 13"/>
                <a:gd name="T8" fmla="*/ 0 w 6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3" y="1"/>
                    <a:pt x="1" y="12"/>
                    <a:pt x="1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6" y="3"/>
                    <a:pt x="3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2" name="Freeform 643">
              <a:extLst>
                <a:ext uri="{FF2B5EF4-FFF2-40B4-BE49-F238E27FC236}">
                  <a16:creationId xmlns:a16="http://schemas.microsoft.com/office/drawing/2014/main" id="{A00AE93B-CB7C-47D5-B01B-CA14176BB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462"/>
              <a:ext cx="2" cy="24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2184 h 9"/>
                <a:gd name="T4" fmla="*/ 0 w 1"/>
                <a:gd name="T5" fmla="*/ 3243 h 9"/>
                <a:gd name="T6" fmla="*/ 0 w 1"/>
                <a:gd name="T7" fmla="*/ 3243 h 9"/>
                <a:gd name="T8" fmla="*/ 64 w 1"/>
                <a:gd name="T9" fmla="*/ 1763 h 9"/>
                <a:gd name="T10" fmla="*/ 0 w 1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7"/>
                    <a:pt x="1" y="5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3" name="Freeform 644">
              <a:extLst>
                <a:ext uri="{FF2B5EF4-FFF2-40B4-BE49-F238E27FC236}">
                  <a16:creationId xmlns:a16="http://schemas.microsoft.com/office/drawing/2014/main" id="{B311DF01-D555-47A2-9A5C-176D225E2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465"/>
              <a:ext cx="3" cy="27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2719 h 10"/>
                <a:gd name="T4" fmla="*/ 0 w 1"/>
                <a:gd name="T5" fmla="*/ 3877 h 10"/>
                <a:gd name="T6" fmla="*/ 0 w 1"/>
                <a:gd name="T7" fmla="*/ 3877 h 10"/>
                <a:gd name="T8" fmla="*/ 729 w 1"/>
                <a:gd name="T9" fmla="*/ 2028 h 10"/>
                <a:gd name="T10" fmla="*/ 0 w 1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7"/>
                    <a:pt x="1" y="5"/>
                  </a:cubicBezTo>
                  <a:cubicBezTo>
                    <a:pt x="1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4" name="Freeform 645">
              <a:extLst>
                <a:ext uri="{FF2B5EF4-FFF2-40B4-BE49-F238E27FC236}">
                  <a16:creationId xmlns:a16="http://schemas.microsoft.com/office/drawing/2014/main" id="{5B3ABB7C-1CA5-48FC-A40C-6C9571DA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446"/>
              <a:ext cx="12" cy="38"/>
            </a:xfrm>
            <a:custGeom>
              <a:avLst/>
              <a:gdLst>
                <a:gd name="T0" fmla="*/ 0 w 5"/>
                <a:gd name="T1" fmla="*/ 0 h 14"/>
                <a:gd name="T2" fmla="*/ 168 w 5"/>
                <a:gd name="T3" fmla="*/ 5157 h 14"/>
                <a:gd name="T4" fmla="*/ 802 w 5"/>
                <a:gd name="T5" fmla="*/ 5600 h 14"/>
                <a:gd name="T6" fmla="*/ 564 w 5"/>
                <a:gd name="T7" fmla="*/ 760 h 14"/>
                <a:gd name="T8" fmla="*/ 0 w 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2" y="1"/>
                    <a:pt x="0" y="13"/>
                    <a:pt x="1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3" y="14"/>
                    <a:pt x="5" y="3"/>
                    <a:pt x="3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5" name="Freeform 646">
              <a:extLst>
                <a:ext uri="{FF2B5EF4-FFF2-40B4-BE49-F238E27FC236}">
                  <a16:creationId xmlns:a16="http://schemas.microsoft.com/office/drawing/2014/main" id="{B59A1AEC-2B60-445C-A883-403244344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452"/>
              <a:ext cx="3" cy="26"/>
            </a:xfrm>
            <a:custGeom>
              <a:avLst/>
              <a:gdLst>
                <a:gd name="T0" fmla="*/ 729 w 1"/>
                <a:gd name="T1" fmla="*/ 0 h 10"/>
                <a:gd name="T2" fmla="*/ 0 w 1"/>
                <a:gd name="T3" fmla="*/ 2142 h 10"/>
                <a:gd name="T4" fmla="*/ 0 w 1"/>
                <a:gd name="T5" fmla="*/ 3110 h 10"/>
                <a:gd name="T6" fmla="*/ 0 w 1"/>
                <a:gd name="T7" fmla="*/ 3110 h 10"/>
                <a:gd name="T8" fmla="*/ 729 w 1"/>
                <a:gd name="T9" fmla="*/ 1547 h 10"/>
                <a:gd name="T10" fmla="*/ 729 w 1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1" y="2"/>
                    <a:pt x="1" y="4"/>
                    <a:pt x="0" y="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7"/>
                    <a:pt x="1" y="5"/>
                  </a:cubicBezTo>
                  <a:cubicBezTo>
                    <a:pt x="1" y="3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6" name="Freeform 647">
              <a:extLst>
                <a:ext uri="{FF2B5EF4-FFF2-40B4-BE49-F238E27FC236}">
                  <a16:creationId xmlns:a16="http://schemas.microsoft.com/office/drawing/2014/main" id="{2B291CA8-2702-41D6-8365-3A534C62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438"/>
              <a:ext cx="20" cy="38"/>
            </a:xfrm>
            <a:custGeom>
              <a:avLst/>
              <a:gdLst>
                <a:gd name="T0" fmla="*/ 988 w 8"/>
                <a:gd name="T1" fmla="*/ 0 h 14"/>
                <a:gd name="T2" fmla="*/ 313 w 8"/>
                <a:gd name="T3" fmla="*/ 4878 h 14"/>
                <a:gd name="T4" fmla="*/ 988 w 8"/>
                <a:gd name="T5" fmla="*/ 5600 h 14"/>
                <a:gd name="T6" fmla="*/ 1488 w 8"/>
                <a:gd name="T7" fmla="*/ 760 h 14"/>
                <a:gd name="T8" fmla="*/ 988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4" y="0"/>
                  </a:moveTo>
                  <a:cubicBezTo>
                    <a:pt x="6" y="2"/>
                    <a:pt x="0" y="11"/>
                    <a:pt x="1" y="12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3" y="13"/>
                    <a:pt x="8" y="4"/>
                    <a:pt x="6" y="2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7" name="Freeform 648">
              <a:extLst>
                <a:ext uri="{FF2B5EF4-FFF2-40B4-BE49-F238E27FC236}">
                  <a16:creationId xmlns:a16="http://schemas.microsoft.com/office/drawing/2014/main" id="{70C65008-E106-4336-AD4B-09DDC4EB0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444"/>
              <a:ext cx="8" cy="24"/>
            </a:xfrm>
            <a:custGeom>
              <a:avLst/>
              <a:gdLst>
                <a:gd name="T0" fmla="*/ 1059 w 3"/>
                <a:gd name="T1" fmla="*/ 0 h 9"/>
                <a:gd name="T2" fmla="*/ 397 w 3"/>
                <a:gd name="T3" fmla="*/ 2184 h 9"/>
                <a:gd name="T4" fmla="*/ 0 w 3"/>
                <a:gd name="T5" fmla="*/ 3243 h 9"/>
                <a:gd name="T6" fmla="*/ 0 w 3"/>
                <a:gd name="T7" fmla="*/ 3243 h 9"/>
                <a:gd name="T8" fmla="*/ 661 w 3"/>
                <a:gd name="T9" fmla="*/ 1763 h 9"/>
                <a:gd name="T10" fmla="*/ 1059 w 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3" y="2"/>
                    <a:pt x="2" y="4"/>
                    <a:pt x="1" y="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7"/>
                    <a:pt x="2" y="5"/>
                  </a:cubicBezTo>
                  <a:cubicBezTo>
                    <a:pt x="3" y="3"/>
                    <a:pt x="3" y="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8" name="Freeform 649">
              <a:extLst>
                <a:ext uri="{FF2B5EF4-FFF2-40B4-BE49-F238E27FC236}">
                  <a16:creationId xmlns:a16="http://schemas.microsoft.com/office/drawing/2014/main" id="{9ED4661C-A0EB-486B-9834-F1362277A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1473"/>
              <a:ext cx="25" cy="27"/>
            </a:xfrm>
            <a:custGeom>
              <a:avLst/>
              <a:gdLst>
                <a:gd name="T0" fmla="*/ 783 w 10"/>
                <a:gd name="T1" fmla="*/ 3877 h 10"/>
                <a:gd name="T2" fmla="*/ 1770 w 10"/>
                <a:gd name="T3" fmla="*/ 2028 h 10"/>
                <a:gd name="T4" fmla="*/ 2470 w 10"/>
                <a:gd name="T5" fmla="*/ 0 h 10"/>
                <a:gd name="T6" fmla="*/ 1770 w 10"/>
                <a:gd name="T7" fmla="*/ 0 h 10"/>
                <a:gd name="T8" fmla="*/ 988 w 10"/>
                <a:gd name="T9" fmla="*/ 1596 h 10"/>
                <a:gd name="T10" fmla="*/ 0 w 10"/>
                <a:gd name="T11" fmla="*/ 3877 h 10"/>
                <a:gd name="T12" fmla="*/ 783 w 10"/>
                <a:gd name="T13" fmla="*/ 387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0">
                  <a:moveTo>
                    <a:pt x="3" y="10"/>
                  </a:moveTo>
                  <a:cubicBezTo>
                    <a:pt x="4" y="10"/>
                    <a:pt x="5" y="8"/>
                    <a:pt x="7" y="5"/>
                  </a:cubicBezTo>
                  <a:cubicBezTo>
                    <a:pt x="8" y="3"/>
                    <a:pt x="10" y="0"/>
                    <a:pt x="1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2"/>
                    <a:pt x="4" y="4"/>
                  </a:cubicBezTo>
                  <a:cubicBezTo>
                    <a:pt x="2" y="8"/>
                    <a:pt x="1" y="10"/>
                    <a:pt x="0" y="10"/>
                  </a:cubicBezTo>
                  <a:lnTo>
                    <a:pt x="3" y="10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9" name="Freeform 650">
              <a:extLst>
                <a:ext uri="{FF2B5EF4-FFF2-40B4-BE49-F238E27FC236}">
                  <a16:creationId xmlns:a16="http://schemas.microsoft.com/office/drawing/2014/main" id="{B519E6C1-DCB1-4D6C-AAA3-BD359C401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473"/>
              <a:ext cx="30" cy="29"/>
            </a:xfrm>
            <a:custGeom>
              <a:avLst/>
              <a:gdLst>
                <a:gd name="T0" fmla="*/ 783 w 12"/>
                <a:gd name="T1" fmla="*/ 3662 h 11"/>
                <a:gd name="T2" fmla="*/ 2270 w 12"/>
                <a:gd name="T3" fmla="*/ 2035 h 11"/>
                <a:gd name="T4" fmla="*/ 2938 w 12"/>
                <a:gd name="T5" fmla="*/ 382 h 11"/>
                <a:gd name="T6" fmla="*/ 2270 w 12"/>
                <a:gd name="T7" fmla="*/ 382 h 11"/>
                <a:gd name="T8" fmla="*/ 1488 w 12"/>
                <a:gd name="T9" fmla="*/ 1648 h 11"/>
                <a:gd name="T10" fmla="*/ 0 w 12"/>
                <a:gd name="T11" fmla="*/ 3335 h 11"/>
                <a:gd name="T12" fmla="*/ 783 w 12"/>
                <a:gd name="T13" fmla="*/ 366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3" y="11"/>
                  </a:moveTo>
                  <a:cubicBezTo>
                    <a:pt x="5" y="11"/>
                    <a:pt x="7" y="8"/>
                    <a:pt x="9" y="6"/>
                  </a:cubicBezTo>
                  <a:cubicBezTo>
                    <a:pt x="10" y="4"/>
                    <a:pt x="12" y="1"/>
                    <a:pt x="12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0"/>
                    <a:pt x="7" y="3"/>
                    <a:pt x="6" y="5"/>
                  </a:cubicBezTo>
                  <a:cubicBezTo>
                    <a:pt x="3" y="8"/>
                    <a:pt x="1" y="10"/>
                    <a:pt x="0" y="10"/>
                  </a:cubicBezTo>
                  <a:lnTo>
                    <a:pt x="3" y="11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0" name="Freeform 651">
              <a:extLst>
                <a:ext uri="{FF2B5EF4-FFF2-40B4-BE49-F238E27FC236}">
                  <a16:creationId xmlns:a16="http://schemas.microsoft.com/office/drawing/2014/main" id="{0F420DB3-2B26-4D7D-A296-78D97C772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468"/>
              <a:ext cx="20" cy="29"/>
            </a:xfrm>
            <a:custGeom>
              <a:avLst/>
              <a:gdLst>
                <a:gd name="T0" fmla="*/ 783 w 8"/>
                <a:gd name="T1" fmla="*/ 3335 h 11"/>
                <a:gd name="T2" fmla="*/ 1488 w 8"/>
                <a:gd name="T3" fmla="*/ 2035 h 11"/>
                <a:gd name="T4" fmla="*/ 1958 w 8"/>
                <a:gd name="T5" fmla="*/ 0 h 11"/>
                <a:gd name="T6" fmla="*/ 1300 w 8"/>
                <a:gd name="T7" fmla="*/ 0 h 11"/>
                <a:gd name="T8" fmla="*/ 783 w 8"/>
                <a:gd name="T9" fmla="*/ 1648 h 11"/>
                <a:gd name="T10" fmla="*/ 0 w 8"/>
                <a:gd name="T11" fmla="*/ 3662 h 11"/>
                <a:gd name="T12" fmla="*/ 783 w 8"/>
                <a:gd name="T13" fmla="*/ 333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1">
                  <a:moveTo>
                    <a:pt x="3" y="10"/>
                  </a:moveTo>
                  <a:cubicBezTo>
                    <a:pt x="4" y="10"/>
                    <a:pt x="5" y="8"/>
                    <a:pt x="6" y="6"/>
                  </a:cubicBezTo>
                  <a:cubicBezTo>
                    <a:pt x="7" y="3"/>
                    <a:pt x="8" y="0"/>
                    <a:pt x="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3"/>
                    <a:pt x="3" y="5"/>
                  </a:cubicBezTo>
                  <a:cubicBezTo>
                    <a:pt x="1" y="9"/>
                    <a:pt x="1" y="11"/>
                    <a:pt x="0" y="11"/>
                  </a:cubicBezTo>
                  <a:lnTo>
                    <a:pt x="3" y="10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1" name="Freeform 652">
              <a:extLst>
                <a:ext uri="{FF2B5EF4-FFF2-40B4-BE49-F238E27FC236}">
                  <a16:creationId xmlns:a16="http://schemas.microsoft.com/office/drawing/2014/main" id="{C4BB5C5A-4BE1-4934-9A3E-3EC9FA026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470"/>
              <a:ext cx="28" cy="30"/>
            </a:xfrm>
            <a:custGeom>
              <a:avLst/>
              <a:gdLst>
                <a:gd name="T0" fmla="*/ 1056 w 11"/>
                <a:gd name="T1" fmla="*/ 4544 h 11"/>
                <a:gd name="T2" fmla="*/ 2146 w 11"/>
                <a:gd name="T3" fmla="*/ 2114 h 11"/>
                <a:gd name="T4" fmla="*/ 2986 w 11"/>
                <a:gd name="T5" fmla="*/ 0 h 11"/>
                <a:gd name="T6" fmla="*/ 2146 w 11"/>
                <a:gd name="T7" fmla="*/ 0 h 11"/>
                <a:gd name="T8" fmla="*/ 1387 w 11"/>
                <a:gd name="T9" fmla="*/ 2114 h 11"/>
                <a:gd name="T10" fmla="*/ 0 w 11"/>
                <a:gd name="T11" fmla="*/ 4544 h 11"/>
                <a:gd name="T12" fmla="*/ 1056 w 11"/>
                <a:gd name="T13" fmla="*/ 454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1">
                  <a:moveTo>
                    <a:pt x="4" y="11"/>
                  </a:moveTo>
                  <a:cubicBezTo>
                    <a:pt x="5" y="10"/>
                    <a:pt x="7" y="8"/>
                    <a:pt x="8" y="5"/>
                  </a:cubicBezTo>
                  <a:cubicBezTo>
                    <a:pt x="9" y="3"/>
                    <a:pt x="11" y="0"/>
                    <a:pt x="1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6" y="2"/>
                    <a:pt x="5" y="5"/>
                  </a:cubicBezTo>
                  <a:cubicBezTo>
                    <a:pt x="3" y="8"/>
                    <a:pt x="1" y="11"/>
                    <a:pt x="0" y="11"/>
                  </a:cubicBezTo>
                  <a:lnTo>
                    <a:pt x="4" y="11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2" name="Freeform 653">
              <a:extLst>
                <a:ext uri="{FF2B5EF4-FFF2-40B4-BE49-F238E27FC236}">
                  <a16:creationId xmlns:a16="http://schemas.microsoft.com/office/drawing/2014/main" id="{F1DE729A-1791-419B-BB81-3E81E254C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470"/>
              <a:ext cx="25" cy="27"/>
            </a:xfrm>
            <a:custGeom>
              <a:avLst/>
              <a:gdLst>
                <a:gd name="T0" fmla="*/ 0 w 10"/>
                <a:gd name="T1" fmla="*/ 429 h 10"/>
                <a:gd name="T2" fmla="*/ 1770 w 10"/>
                <a:gd name="T3" fmla="*/ 3877 h 10"/>
                <a:gd name="T4" fmla="*/ 2470 w 10"/>
                <a:gd name="T5" fmla="*/ 3877 h 10"/>
                <a:gd name="T6" fmla="*/ 783 w 10"/>
                <a:gd name="T7" fmla="*/ 0 h 10"/>
                <a:gd name="T8" fmla="*/ 0 w 10"/>
                <a:gd name="T9" fmla="*/ 4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1"/>
                  </a:moveTo>
                  <a:cubicBezTo>
                    <a:pt x="3" y="0"/>
                    <a:pt x="6" y="10"/>
                    <a:pt x="7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0"/>
                    <a:pt x="6" y="0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3" name="Freeform 654">
              <a:extLst>
                <a:ext uri="{FF2B5EF4-FFF2-40B4-BE49-F238E27FC236}">
                  <a16:creationId xmlns:a16="http://schemas.microsoft.com/office/drawing/2014/main" id="{1DD5FAD3-8539-4C7C-93B9-F3FD70CD2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473"/>
              <a:ext cx="25" cy="27"/>
            </a:xfrm>
            <a:custGeom>
              <a:avLst/>
              <a:gdLst>
                <a:gd name="T0" fmla="*/ 0 w 10"/>
                <a:gd name="T1" fmla="*/ 429 h 10"/>
                <a:gd name="T2" fmla="*/ 1770 w 10"/>
                <a:gd name="T3" fmla="*/ 3877 h 10"/>
                <a:gd name="T4" fmla="*/ 2470 w 10"/>
                <a:gd name="T5" fmla="*/ 3464 h 10"/>
                <a:gd name="T6" fmla="*/ 783 w 10"/>
                <a:gd name="T7" fmla="*/ 0 h 10"/>
                <a:gd name="T8" fmla="*/ 0 w 10"/>
                <a:gd name="T9" fmla="*/ 4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1"/>
                  </a:moveTo>
                  <a:cubicBezTo>
                    <a:pt x="2" y="0"/>
                    <a:pt x="6" y="10"/>
                    <a:pt x="7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10"/>
                    <a:pt x="6" y="0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4" name="Freeform 655">
              <a:extLst>
                <a:ext uri="{FF2B5EF4-FFF2-40B4-BE49-F238E27FC236}">
                  <a16:creationId xmlns:a16="http://schemas.microsoft.com/office/drawing/2014/main" id="{201F99C0-2737-4AC8-84AD-E3C27E9FE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476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783 w 4"/>
                <a:gd name="T3" fmla="*/ 1992 h 8"/>
                <a:gd name="T4" fmla="*/ 988 w 4"/>
                <a:gd name="T5" fmla="*/ 2604 h 8"/>
                <a:gd name="T6" fmla="*/ 988 w 4"/>
                <a:gd name="T7" fmla="*/ 2604 h 8"/>
                <a:gd name="T8" fmla="*/ 783 w 4"/>
                <a:gd name="T9" fmla="*/ 1378 h 8"/>
                <a:gd name="T10" fmla="*/ 0 w 4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1"/>
                    <a:pt x="2" y="4"/>
                    <a:pt x="3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6"/>
                    <a:pt x="3" y="4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5" name="Freeform 656">
              <a:extLst>
                <a:ext uri="{FF2B5EF4-FFF2-40B4-BE49-F238E27FC236}">
                  <a16:creationId xmlns:a16="http://schemas.microsoft.com/office/drawing/2014/main" id="{40E6E4D5-3812-4575-8334-D7790DEA1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473"/>
              <a:ext cx="12" cy="21"/>
            </a:xfrm>
            <a:custGeom>
              <a:avLst/>
              <a:gdLst>
                <a:gd name="T0" fmla="*/ 0 w 5"/>
                <a:gd name="T1" fmla="*/ 0 h 8"/>
                <a:gd name="T2" fmla="*/ 564 w 5"/>
                <a:gd name="T3" fmla="*/ 1612 h 8"/>
                <a:gd name="T4" fmla="*/ 967 w 5"/>
                <a:gd name="T5" fmla="*/ 2604 h 8"/>
                <a:gd name="T6" fmla="*/ 967 w 5"/>
                <a:gd name="T7" fmla="*/ 2604 h 8"/>
                <a:gd name="T8" fmla="*/ 564 w 5"/>
                <a:gd name="T9" fmla="*/ 992 h 8"/>
                <a:gd name="T10" fmla="*/ 0 w 5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1"/>
                    <a:pt x="2" y="3"/>
                    <a:pt x="3" y="5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4" y="5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6" name="Freeform 657">
              <a:extLst>
                <a:ext uri="{FF2B5EF4-FFF2-40B4-BE49-F238E27FC236}">
                  <a16:creationId xmlns:a16="http://schemas.microsoft.com/office/drawing/2014/main" id="{A2804FDC-DB34-45E1-99B4-7D6B46976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473"/>
              <a:ext cx="25" cy="27"/>
            </a:xfrm>
            <a:custGeom>
              <a:avLst/>
              <a:gdLst>
                <a:gd name="T0" fmla="*/ 0 w 10"/>
                <a:gd name="T1" fmla="*/ 429 h 10"/>
                <a:gd name="T2" fmla="*/ 1770 w 10"/>
                <a:gd name="T3" fmla="*/ 3877 h 10"/>
                <a:gd name="T4" fmla="*/ 2470 w 10"/>
                <a:gd name="T5" fmla="*/ 3877 h 10"/>
                <a:gd name="T6" fmla="*/ 783 w 10"/>
                <a:gd name="T7" fmla="*/ 0 h 10"/>
                <a:gd name="T8" fmla="*/ 0 w 10"/>
                <a:gd name="T9" fmla="*/ 4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1"/>
                  </a:moveTo>
                  <a:cubicBezTo>
                    <a:pt x="2" y="0"/>
                    <a:pt x="6" y="10"/>
                    <a:pt x="7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0"/>
                    <a:pt x="6" y="0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7" name="Freeform 658">
              <a:extLst>
                <a:ext uri="{FF2B5EF4-FFF2-40B4-BE49-F238E27FC236}">
                  <a16:creationId xmlns:a16="http://schemas.microsoft.com/office/drawing/2014/main" id="{9E3FA640-65FF-4AB4-94D5-72FD229D2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476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783 w 4"/>
                <a:gd name="T3" fmla="*/ 1992 h 8"/>
                <a:gd name="T4" fmla="*/ 988 w 4"/>
                <a:gd name="T5" fmla="*/ 2604 h 8"/>
                <a:gd name="T6" fmla="*/ 988 w 4"/>
                <a:gd name="T7" fmla="*/ 2604 h 8"/>
                <a:gd name="T8" fmla="*/ 520 w 4"/>
                <a:gd name="T9" fmla="*/ 1378 h 8"/>
                <a:gd name="T10" fmla="*/ 0 w 4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1"/>
                    <a:pt x="2" y="4"/>
                    <a:pt x="3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3" y="6"/>
                    <a:pt x="2" y="4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8" name="Freeform 659">
              <a:extLst>
                <a:ext uri="{FF2B5EF4-FFF2-40B4-BE49-F238E27FC236}">
                  <a16:creationId xmlns:a16="http://schemas.microsoft.com/office/drawing/2014/main" id="{0870A2C7-7AF9-4D57-80C0-22FC6DDED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470"/>
              <a:ext cx="18" cy="32"/>
            </a:xfrm>
            <a:custGeom>
              <a:avLst/>
              <a:gdLst>
                <a:gd name="T0" fmla="*/ 0 w 7"/>
                <a:gd name="T1" fmla="*/ 0 h 12"/>
                <a:gd name="T2" fmla="*/ 918 w 7"/>
                <a:gd name="T3" fmla="*/ 3891 h 12"/>
                <a:gd name="T4" fmla="*/ 2003 w 7"/>
                <a:gd name="T5" fmla="*/ 4301 h 12"/>
                <a:gd name="T6" fmla="*/ 918 w 7"/>
                <a:gd name="T7" fmla="*/ 397 h 12"/>
                <a:gd name="T8" fmla="*/ 0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1"/>
                    <a:pt x="2" y="11"/>
                    <a:pt x="3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2"/>
                    <a:pt x="6" y="1"/>
                    <a:pt x="3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9" name="Freeform 660">
              <a:extLst>
                <a:ext uri="{FF2B5EF4-FFF2-40B4-BE49-F238E27FC236}">
                  <a16:creationId xmlns:a16="http://schemas.microsoft.com/office/drawing/2014/main" id="{A32D18BA-E027-46B8-8EAF-6F2A2D16E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473"/>
              <a:ext cx="5" cy="27"/>
            </a:xfrm>
            <a:custGeom>
              <a:avLst/>
              <a:gdLst>
                <a:gd name="T0" fmla="*/ 0 w 2"/>
                <a:gd name="T1" fmla="*/ 0 h 10"/>
                <a:gd name="T2" fmla="*/ 313 w 2"/>
                <a:gd name="T3" fmla="*/ 2719 h 10"/>
                <a:gd name="T4" fmla="*/ 313 w 2"/>
                <a:gd name="T5" fmla="*/ 3877 h 10"/>
                <a:gd name="T6" fmla="*/ 313 w 2"/>
                <a:gd name="T7" fmla="*/ 3464 h 10"/>
                <a:gd name="T8" fmla="*/ 313 w 2"/>
                <a:gd name="T9" fmla="*/ 2028 h 10"/>
                <a:gd name="T10" fmla="*/ 0 w 2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1" y="2"/>
                    <a:pt x="1" y="4"/>
                    <a:pt x="1" y="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2" y="7"/>
                    <a:pt x="1" y="5"/>
                  </a:cubicBezTo>
                  <a:cubicBezTo>
                    <a:pt x="1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0" name="Freeform 661">
              <a:extLst>
                <a:ext uri="{FF2B5EF4-FFF2-40B4-BE49-F238E27FC236}">
                  <a16:creationId xmlns:a16="http://schemas.microsoft.com/office/drawing/2014/main" id="{128967B1-D618-4AC1-952D-21DFC0393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433"/>
              <a:ext cx="10" cy="40"/>
            </a:xfrm>
            <a:custGeom>
              <a:avLst/>
              <a:gdLst>
                <a:gd name="T0" fmla="*/ 783 w 4"/>
                <a:gd name="T1" fmla="*/ 4701 h 15"/>
                <a:gd name="T2" fmla="*/ 988 w 4"/>
                <a:gd name="T3" fmla="*/ 2184 h 15"/>
                <a:gd name="T4" fmla="*/ 988 w 4"/>
                <a:gd name="T5" fmla="*/ 0 h 15"/>
                <a:gd name="T6" fmla="*/ 313 w 4"/>
                <a:gd name="T7" fmla="*/ 661 h 15"/>
                <a:gd name="T8" fmla="*/ 313 w 4"/>
                <a:gd name="T9" fmla="*/ 2581 h 15"/>
                <a:gd name="T10" fmla="*/ 0 w 4"/>
                <a:gd name="T11" fmla="*/ 5405 h 15"/>
                <a:gd name="T12" fmla="*/ 783 w 4"/>
                <a:gd name="T13" fmla="*/ 470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5">
                  <a:moveTo>
                    <a:pt x="3" y="13"/>
                  </a:moveTo>
                  <a:cubicBezTo>
                    <a:pt x="3" y="13"/>
                    <a:pt x="4" y="9"/>
                    <a:pt x="4" y="6"/>
                  </a:cubicBezTo>
                  <a:cubicBezTo>
                    <a:pt x="4" y="4"/>
                    <a:pt x="3" y="0"/>
                    <a:pt x="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1" y="5"/>
                    <a:pt x="1" y="7"/>
                  </a:cubicBezTo>
                  <a:cubicBezTo>
                    <a:pt x="1" y="11"/>
                    <a:pt x="1" y="14"/>
                    <a:pt x="0" y="15"/>
                  </a:cubicBezTo>
                  <a:lnTo>
                    <a:pt x="3" y="1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1" name="Freeform 662">
              <a:extLst>
                <a:ext uri="{FF2B5EF4-FFF2-40B4-BE49-F238E27FC236}">
                  <a16:creationId xmlns:a16="http://schemas.microsoft.com/office/drawing/2014/main" id="{5A22B676-994F-48F7-B3C7-A45794267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441"/>
              <a:ext cx="13" cy="40"/>
            </a:xfrm>
            <a:custGeom>
              <a:avLst/>
              <a:gdLst>
                <a:gd name="T0" fmla="*/ 967 w 5"/>
                <a:gd name="T1" fmla="*/ 4701 h 15"/>
                <a:gd name="T2" fmla="*/ 1196 w 5"/>
                <a:gd name="T3" fmla="*/ 2581 h 15"/>
                <a:gd name="T4" fmla="*/ 1196 w 5"/>
                <a:gd name="T5" fmla="*/ 0 h 15"/>
                <a:gd name="T6" fmla="*/ 595 w 5"/>
                <a:gd name="T7" fmla="*/ 661 h 15"/>
                <a:gd name="T8" fmla="*/ 372 w 5"/>
                <a:gd name="T9" fmla="*/ 2824 h 15"/>
                <a:gd name="T10" fmla="*/ 0 w 5"/>
                <a:gd name="T11" fmla="*/ 5405 h 15"/>
                <a:gd name="T12" fmla="*/ 967 w 5"/>
                <a:gd name="T13" fmla="*/ 470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5">
                  <a:moveTo>
                    <a:pt x="3" y="13"/>
                  </a:moveTo>
                  <a:cubicBezTo>
                    <a:pt x="4" y="12"/>
                    <a:pt x="5" y="10"/>
                    <a:pt x="4" y="7"/>
                  </a:cubicBezTo>
                  <a:cubicBezTo>
                    <a:pt x="4" y="4"/>
                    <a:pt x="4" y="0"/>
                    <a:pt x="4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3"/>
                    <a:pt x="1" y="5"/>
                    <a:pt x="1" y="8"/>
                  </a:cubicBezTo>
                  <a:cubicBezTo>
                    <a:pt x="2" y="12"/>
                    <a:pt x="1" y="14"/>
                    <a:pt x="0" y="15"/>
                  </a:cubicBezTo>
                  <a:lnTo>
                    <a:pt x="3" y="1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2" name="Freeform 663">
              <a:extLst>
                <a:ext uri="{FF2B5EF4-FFF2-40B4-BE49-F238E27FC236}">
                  <a16:creationId xmlns:a16="http://schemas.microsoft.com/office/drawing/2014/main" id="{7259C17A-9B6B-4B85-A33F-8D5051DEB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452"/>
              <a:ext cx="12" cy="37"/>
            </a:xfrm>
            <a:custGeom>
              <a:avLst/>
              <a:gdLst>
                <a:gd name="T0" fmla="*/ 564 w 5"/>
                <a:gd name="T1" fmla="*/ 4392 h 14"/>
                <a:gd name="T2" fmla="*/ 802 w 5"/>
                <a:gd name="T3" fmla="*/ 2437 h 14"/>
                <a:gd name="T4" fmla="*/ 967 w 5"/>
                <a:gd name="T5" fmla="*/ 0 h 14"/>
                <a:gd name="T6" fmla="*/ 403 w 5"/>
                <a:gd name="T7" fmla="*/ 629 h 14"/>
                <a:gd name="T8" fmla="*/ 168 w 5"/>
                <a:gd name="T9" fmla="*/ 2437 h 14"/>
                <a:gd name="T10" fmla="*/ 0 w 5"/>
                <a:gd name="T11" fmla="*/ 4784 h 14"/>
                <a:gd name="T12" fmla="*/ 564 w 5"/>
                <a:gd name="T13" fmla="*/ 439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4">
                  <a:moveTo>
                    <a:pt x="3" y="13"/>
                  </a:moveTo>
                  <a:cubicBezTo>
                    <a:pt x="4" y="12"/>
                    <a:pt x="3" y="10"/>
                    <a:pt x="4" y="7"/>
                  </a:cubicBezTo>
                  <a:cubicBezTo>
                    <a:pt x="4" y="5"/>
                    <a:pt x="5" y="0"/>
                    <a:pt x="5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5"/>
                    <a:pt x="1" y="7"/>
                  </a:cubicBezTo>
                  <a:cubicBezTo>
                    <a:pt x="0" y="11"/>
                    <a:pt x="1" y="13"/>
                    <a:pt x="0" y="14"/>
                  </a:cubicBezTo>
                  <a:lnTo>
                    <a:pt x="3" y="1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3" name="Freeform 664">
              <a:extLst>
                <a:ext uri="{FF2B5EF4-FFF2-40B4-BE49-F238E27FC236}">
                  <a16:creationId xmlns:a16="http://schemas.microsoft.com/office/drawing/2014/main" id="{9065CE44-B280-4D2D-9FBA-A2E654D2E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460"/>
              <a:ext cx="22" cy="34"/>
            </a:xfrm>
            <a:custGeom>
              <a:avLst/>
              <a:gdLst>
                <a:gd name="T0" fmla="*/ 860 w 9"/>
                <a:gd name="T1" fmla="*/ 3790 h 13"/>
                <a:gd name="T2" fmla="*/ 1506 w 9"/>
                <a:gd name="T3" fmla="*/ 1969 h 13"/>
                <a:gd name="T4" fmla="*/ 1931 w 9"/>
                <a:gd name="T5" fmla="*/ 0 h 13"/>
                <a:gd name="T6" fmla="*/ 1315 w 9"/>
                <a:gd name="T7" fmla="*/ 377 h 13"/>
                <a:gd name="T8" fmla="*/ 860 w 9"/>
                <a:gd name="T9" fmla="*/ 1969 h 13"/>
                <a:gd name="T10" fmla="*/ 0 w 9"/>
                <a:gd name="T11" fmla="*/ 4166 h 13"/>
                <a:gd name="T12" fmla="*/ 860 w 9"/>
                <a:gd name="T13" fmla="*/ 379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3">
                  <a:moveTo>
                    <a:pt x="4" y="12"/>
                  </a:moveTo>
                  <a:cubicBezTo>
                    <a:pt x="5" y="12"/>
                    <a:pt x="6" y="9"/>
                    <a:pt x="7" y="6"/>
                  </a:cubicBezTo>
                  <a:cubicBezTo>
                    <a:pt x="8" y="4"/>
                    <a:pt x="9" y="0"/>
                    <a:pt x="9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4"/>
                    <a:pt x="4" y="6"/>
                  </a:cubicBezTo>
                  <a:cubicBezTo>
                    <a:pt x="3" y="10"/>
                    <a:pt x="1" y="13"/>
                    <a:pt x="0" y="13"/>
                  </a:cubicBezTo>
                  <a:lnTo>
                    <a:pt x="4" y="12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4" name="Freeform 665">
              <a:extLst>
                <a:ext uri="{FF2B5EF4-FFF2-40B4-BE49-F238E27FC236}">
                  <a16:creationId xmlns:a16="http://schemas.microsoft.com/office/drawing/2014/main" id="{D49E2B28-2508-45E5-8B39-D7AC939D9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446"/>
              <a:ext cx="32" cy="27"/>
            </a:xfrm>
            <a:custGeom>
              <a:avLst/>
              <a:gdLst>
                <a:gd name="T0" fmla="*/ 0 w 13"/>
                <a:gd name="T1" fmla="*/ 1158 h 10"/>
                <a:gd name="T2" fmla="*/ 2284 w 13"/>
                <a:gd name="T3" fmla="*/ 3877 h 10"/>
                <a:gd name="T4" fmla="*/ 2897 w 13"/>
                <a:gd name="T5" fmla="*/ 3127 h 10"/>
                <a:gd name="T6" fmla="*/ 625 w 13"/>
                <a:gd name="T7" fmla="*/ 751 h 10"/>
                <a:gd name="T8" fmla="*/ 0 w 13"/>
                <a:gd name="T9" fmla="*/ 115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0" y="3"/>
                  </a:moveTo>
                  <a:cubicBezTo>
                    <a:pt x="2" y="2"/>
                    <a:pt x="9" y="10"/>
                    <a:pt x="10" y="10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9"/>
                    <a:pt x="5" y="0"/>
                    <a:pt x="3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5" name="Freeform 666">
              <a:extLst>
                <a:ext uri="{FF2B5EF4-FFF2-40B4-BE49-F238E27FC236}">
                  <a16:creationId xmlns:a16="http://schemas.microsoft.com/office/drawing/2014/main" id="{DE6335CA-4195-4A8D-A20D-7E102ADB0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454"/>
              <a:ext cx="33" cy="27"/>
            </a:xfrm>
            <a:custGeom>
              <a:avLst/>
              <a:gdLst>
                <a:gd name="T0" fmla="*/ 0 w 13"/>
                <a:gd name="T1" fmla="*/ 1158 h 10"/>
                <a:gd name="T2" fmla="*/ 2617 w 13"/>
                <a:gd name="T3" fmla="*/ 3877 h 10"/>
                <a:gd name="T4" fmla="*/ 3485 w 13"/>
                <a:gd name="T5" fmla="*/ 3127 h 10"/>
                <a:gd name="T6" fmla="*/ 830 w 13"/>
                <a:gd name="T7" fmla="*/ 751 h 10"/>
                <a:gd name="T8" fmla="*/ 0 w 13"/>
                <a:gd name="T9" fmla="*/ 115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0" y="3"/>
                  </a:moveTo>
                  <a:cubicBezTo>
                    <a:pt x="3" y="2"/>
                    <a:pt x="9" y="10"/>
                    <a:pt x="10" y="10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6" y="0"/>
                    <a:pt x="3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6" name="Freeform 667">
              <a:extLst>
                <a:ext uri="{FF2B5EF4-FFF2-40B4-BE49-F238E27FC236}">
                  <a16:creationId xmlns:a16="http://schemas.microsoft.com/office/drawing/2014/main" id="{92DACB00-102A-4922-8EAB-824C8E30A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462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003 w 7"/>
                <a:gd name="T3" fmla="*/ 1459 h 6"/>
                <a:gd name="T4" fmla="*/ 1433 w 7"/>
                <a:gd name="T5" fmla="*/ 2184 h 6"/>
                <a:gd name="T6" fmla="*/ 1433 w 7"/>
                <a:gd name="T7" fmla="*/ 2184 h 6"/>
                <a:gd name="T8" fmla="*/ 831 w 7"/>
                <a:gd name="T9" fmla="*/ 661 h 6"/>
                <a:gd name="T10" fmla="*/ 0 w 7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1"/>
                    <a:pt x="3" y="2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5" y="4"/>
                    <a:pt x="4" y="2"/>
                  </a:cubicBezTo>
                  <a:cubicBezTo>
                    <a:pt x="2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7" name="Freeform 668">
              <a:extLst>
                <a:ext uri="{FF2B5EF4-FFF2-40B4-BE49-F238E27FC236}">
                  <a16:creationId xmlns:a16="http://schemas.microsoft.com/office/drawing/2014/main" id="{09D20BD8-021D-4C10-88BC-BD1829E3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454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003 w 7"/>
                <a:gd name="T3" fmla="*/ 1459 h 6"/>
                <a:gd name="T4" fmla="*/ 1433 w 7"/>
                <a:gd name="T5" fmla="*/ 2184 h 6"/>
                <a:gd name="T6" fmla="*/ 1433 w 7"/>
                <a:gd name="T7" fmla="*/ 2184 h 6"/>
                <a:gd name="T8" fmla="*/ 831 w 7"/>
                <a:gd name="T9" fmla="*/ 661 h 6"/>
                <a:gd name="T10" fmla="*/ 0 w 7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0"/>
                    <a:pt x="3" y="2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5" y="4"/>
                    <a:pt x="4" y="2"/>
                  </a:cubicBezTo>
                  <a:cubicBezTo>
                    <a:pt x="3" y="1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8" name="Freeform 669">
              <a:extLst>
                <a:ext uri="{FF2B5EF4-FFF2-40B4-BE49-F238E27FC236}">
                  <a16:creationId xmlns:a16="http://schemas.microsoft.com/office/drawing/2014/main" id="{57BA2A46-4393-4F28-A25F-F20AE1AE4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462"/>
              <a:ext cx="35" cy="27"/>
            </a:xfrm>
            <a:custGeom>
              <a:avLst/>
              <a:gdLst>
                <a:gd name="T0" fmla="*/ 0 w 14"/>
                <a:gd name="T1" fmla="*/ 751 h 10"/>
                <a:gd name="T2" fmla="*/ 2738 w 14"/>
                <a:gd name="T3" fmla="*/ 3877 h 10"/>
                <a:gd name="T4" fmla="*/ 3438 w 14"/>
                <a:gd name="T5" fmla="*/ 3127 h 10"/>
                <a:gd name="T6" fmla="*/ 988 w 14"/>
                <a:gd name="T7" fmla="*/ 429 h 10"/>
                <a:gd name="T8" fmla="*/ 0 w 14"/>
                <a:gd name="T9" fmla="*/ 75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0" y="2"/>
                  </a:moveTo>
                  <a:cubicBezTo>
                    <a:pt x="3" y="1"/>
                    <a:pt x="10" y="10"/>
                    <a:pt x="11" y="10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9"/>
                    <a:pt x="6" y="0"/>
                    <a:pt x="4" y="1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9" name="Freeform 670">
              <a:extLst>
                <a:ext uri="{FF2B5EF4-FFF2-40B4-BE49-F238E27FC236}">
                  <a16:creationId xmlns:a16="http://schemas.microsoft.com/office/drawing/2014/main" id="{0858349D-BAFC-4389-A961-58D6C7BFC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470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300 w 8"/>
                <a:gd name="T3" fmla="*/ 1459 h 6"/>
                <a:gd name="T4" fmla="*/ 1958 w 8"/>
                <a:gd name="T5" fmla="*/ 2184 h 6"/>
                <a:gd name="T6" fmla="*/ 1958 w 8"/>
                <a:gd name="T7" fmla="*/ 2184 h 6"/>
                <a:gd name="T8" fmla="*/ 988 w 8"/>
                <a:gd name="T9" fmla="*/ 661 h 6"/>
                <a:gd name="T10" fmla="*/ 0 w 8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1" y="0"/>
                    <a:pt x="3" y="2"/>
                    <a:pt x="5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5" y="3"/>
                    <a:pt x="4" y="2"/>
                  </a:cubicBezTo>
                  <a:cubicBezTo>
                    <a:pt x="2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0" name="Freeform 671">
              <a:extLst>
                <a:ext uri="{FF2B5EF4-FFF2-40B4-BE49-F238E27FC236}">
                  <a16:creationId xmlns:a16="http://schemas.microsoft.com/office/drawing/2014/main" id="{E49DDDD2-F064-44C0-B459-DB75F5BD0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468"/>
              <a:ext cx="25" cy="29"/>
            </a:xfrm>
            <a:custGeom>
              <a:avLst/>
              <a:gdLst>
                <a:gd name="T0" fmla="*/ 0 w 10"/>
                <a:gd name="T1" fmla="*/ 382 h 11"/>
                <a:gd name="T2" fmla="*/ 1770 w 10"/>
                <a:gd name="T3" fmla="*/ 3335 h 11"/>
                <a:gd name="T4" fmla="*/ 2470 w 10"/>
                <a:gd name="T5" fmla="*/ 3335 h 11"/>
                <a:gd name="T6" fmla="*/ 783 w 10"/>
                <a:gd name="T7" fmla="*/ 0 h 11"/>
                <a:gd name="T8" fmla="*/ 0 w 10"/>
                <a:gd name="T9" fmla="*/ 38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1"/>
                  </a:moveTo>
                  <a:cubicBezTo>
                    <a:pt x="2" y="1"/>
                    <a:pt x="6" y="11"/>
                    <a:pt x="7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0"/>
                    <a:pt x="6" y="0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1" name="Freeform 672">
              <a:extLst>
                <a:ext uri="{FF2B5EF4-FFF2-40B4-BE49-F238E27FC236}">
                  <a16:creationId xmlns:a16="http://schemas.microsoft.com/office/drawing/2014/main" id="{6398D6A5-ADDE-4065-A075-9E4E1A6C8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470"/>
              <a:ext cx="12" cy="24"/>
            </a:xfrm>
            <a:custGeom>
              <a:avLst/>
              <a:gdLst>
                <a:gd name="T0" fmla="*/ 0 w 5"/>
                <a:gd name="T1" fmla="*/ 0 h 9"/>
                <a:gd name="T2" fmla="*/ 564 w 5"/>
                <a:gd name="T3" fmla="*/ 2184 h 9"/>
                <a:gd name="T4" fmla="*/ 967 w 5"/>
                <a:gd name="T5" fmla="*/ 3243 h 9"/>
                <a:gd name="T6" fmla="*/ 967 w 5"/>
                <a:gd name="T7" fmla="*/ 2824 h 9"/>
                <a:gd name="T8" fmla="*/ 564 w 5"/>
                <a:gd name="T9" fmla="*/ 1459 h 9"/>
                <a:gd name="T10" fmla="*/ 0 w 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4" y="6"/>
                    <a:pt x="3" y="4"/>
                  </a:cubicBezTo>
                  <a:cubicBezTo>
                    <a:pt x="2" y="2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2" name="Freeform 673">
              <a:extLst>
                <a:ext uri="{FF2B5EF4-FFF2-40B4-BE49-F238E27FC236}">
                  <a16:creationId xmlns:a16="http://schemas.microsoft.com/office/drawing/2014/main" id="{A125F834-7794-4D7F-8A34-855CBA1A2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409"/>
              <a:ext cx="17" cy="37"/>
            </a:xfrm>
            <a:custGeom>
              <a:avLst/>
              <a:gdLst>
                <a:gd name="T0" fmla="*/ 1243 w 7"/>
                <a:gd name="T1" fmla="*/ 3766 h 14"/>
                <a:gd name="T2" fmla="*/ 1003 w 7"/>
                <a:gd name="T3" fmla="*/ 2046 h 14"/>
                <a:gd name="T4" fmla="*/ 590 w 7"/>
                <a:gd name="T5" fmla="*/ 0 h 14"/>
                <a:gd name="T6" fmla="*/ 170 w 7"/>
                <a:gd name="T7" fmla="*/ 629 h 14"/>
                <a:gd name="T8" fmla="*/ 590 w 7"/>
                <a:gd name="T9" fmla="*/ 2730 h 14"/>
                <a:gd name="T10" fmla="*/ 831 w 7"/>
                <a:gd name="T11" fmla="*/ 4784 h 14"/>
                <a:gd name="T12" fmla="*/ 1243 w 7"/>
                <a:gd name="T13" fmla="*/ 376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4">
                  <a:moveTo>
                    <a:pt x="6" y="11"/>
                  </a:moveTo>
                  <a:cubicBezTo>
                    <a:pt x="7" y="10"/>
                    <a:pt x="6" y="8"/>
                    <a:pt x="5" y="6"/>
                  </a:cubicBezTo>
                  <a:cubicBezTo>
                    <a:pt x="4" y="3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2" y="5"/>
                    <a:pt x="3" y="8"/>
                  </a:cubicBezTo>
                  <a:cubicBezTo>
                    <a:pt x="4" y="11"/>
                    <a:pt x="5" y="13"/>
                    <a:pt x="4" y="14"/>
                  </a:cubicBezTo>
                  <a:lnTo>
                    <a:pt x="6" y="11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3" name="Freeform 674">
              <a:extLst>
                <a:ext uri="{FF2B5EF4-FFF2-40B4-BE49-F238E27FC236}">
                  <a16:creationId xmlns:a16="http://schemas.microsoft.com/office/drawing/2014/main" id="{3173875A-C1FC-42EB-8FFC-F3B15D477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420"/>
              <a:ext cx="15" cy="42"/>
            </a:xfrm>
            <a:custGeom>
              <a:avLst/>
              <a:gdLst>
                <a:gd name="T0" fmla="*/ 1300 w 6"/>
                <a:gd name="T1" fmla="*/ 4232 h 16"/>
                <a:gd name="T2" fmla="*/ 988 w 6"/>
                <a:gd name="T3" fmla="*/ 1992 h 16"/>
                <a:gd name="T4" fmla="*/ 783 w 6"/>
                <a:gd name="T5" fmla="*/ 0 h 16"/>
                <a:gd name="T6" fmla="*/ 313 w 6"/>
                <a:gd name="T7" fmla="*/ 614 h 16"/>
                <a:gd name="T8" fmla="*/ 520 w 6"/>
                <a:gd name="T9" fmla="*/ 2604 h 16"/>
                <a:gd name="T10" fmla="*/ 520 w 6"/>
                <a:gd name="T11" fmla="*/ 5229 h 16"/>
                <a:gd name="T12" fmla="*/ 1300 w 6"/>
                <a:gd name="T13" fmla="*/ 423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6">
                  <a:moveTo>
                    <a:pt x="5" y="13"/>
                  </a:moveTo>
                  <a:cubicBezTo>
                    <a:pt x="6" y="12"/>
                    <a:pt x="5" y="9"/>
                    <a:pt x="4" y="6"/>
                  </a:cubicBezTo>
                  <a:cubicBezTo>
                    <a:pt x="4" y="4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1" y="5"/>
                    <a:pt x="2" y="8"/>
                  </a:cubicBezTo>
                  <a:cubicBezTo>
                    <a:pt x="3" y="12"/>
                    <a:pt x="3" y="15"/>
                    <a:pt x="2" y="16"/>
                  </a:cubicBezTo>
                  <a:lnTo>
                    <a:pt x="5" y="1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4" name="Freeform 675">
              <a:extLst>
                <a:ext uri="{FF2B5EF4-FFF2-40B4-BE49-F238E27FC236}">
                  <a16:creationId xmlns:a16="http://schemas.microsoft.com/office/drawing/2014/main" id="{B8ADED8A-A078-47CD-83C8-68987D207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401"/>
              <a:ext cx="33" cy="16"/>
            </a:xfrm>
            <a:custGeom>
              <a:avLst/>
              <a:gdLst>
                <a:gd name="T0" fmla="*/ 0 w 13"/>
                <a:gd name="T1" fmla="*/ 1763 h 6"/>
                <a:gd name="T2" fmla="*/ 3158 w 13"/>
                <a:gd name="T3" fmla="*/ 1763 h 6"/>
                <a:gd name="T4" fmla="*/ 3485 w 13"/>
                <a:gd name="T5" fmla="*/ 1059 h 6"/>
                <a:gd name="T6" fmla="*/ 541 w 13"/>
                <a:gd name="T7" fmla="*/ 661 h 6"/>
                <a:gd name="T8" fmla="*/ 0 w 13"/>
                <a:gd name="T9" fmla="*/ 17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0" y="5"/>
                  </a:moveTo>
                  <a:cubicBezTo>
                    <a:pt x="1" y="3"/>
                    <a:pt x="11" y="6"/>
                    <a:pt x="12" y="5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3" y="0"/>
                    <a:pt x="2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5" name="Freeform 676">
              <a:extLst>
                <a:ext uri="{FF2B5EF4-FFF2-40B4-BE49-F238E27FC236}">
                  <a16:creationId xmlns:a16="http://schemas.microsoft.com/office/drawing/2014/main" id="{DD1B7202-CCFF-48C4-B24C-F3EE75B6F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412"/>
              <a:ext cx="35" cy="18"/>
            </a:xfrm>
            <a:custGeom>
              <a:avLst/>
              <a:gdLst>
                <a:gd name="T0" fmla="*/ 0 w 14"/>
                <a:gd name="T1" fmla="*/ 1700 h 7"/>
                <a:gd name="T2" fmla="*/ 2938 w 14"/>
                <a:gd name="T3" fmla="*/ 1700 h 7"/>
                <a:gd name="T4" fmla="*/ 3438 w 14"/>
                <a:gd name="T5" fmla="*/ 918 h 7"/>
                <a:gd name="T6" fmla="*/ 520 w 14"/>
                <a:gd name="T7" fmla="*/ 918 h 7"/>
                <a:gd name="T8" fmla="*/ 0 w 14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0" y="6"/>
                  </a:moveTo>
                  <a:cubicBezTo>
                    <a:pt x="2" y="3"/>
                    <a:pt x="11" y="7"/>
                    <a:pt x="12" y="6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4"/>
                    <a:pt x="3" y="0"/>
                    <a:pt x="2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6" name="Freeform 677">
              <a:extLst>
                <a:ext uri="{FF2B5EF4-FFF2-40B4-BE49-F238E27FC236}">
                  <a16:creationId xmlns:a16="http://schemas.microsoft.com/office/drawing/2014/main" id="{1B1A088B-F60E-4D0C-AA0A-EF50DC61E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422"/>
              <a:ext cx="22" cy="6"/>
            </a:xfrm>
            <a:custGeom>
              <a:avLst/>
              <a:gdLst>
                <a:gd name="T0" fmla="*/ 0 w 9"/>
                <a:gd name="T1" fmla="*/ 0 h 2"/>
                <a:gd name="T2" fmla="*/ 1315 w 9"/>
                <a:gd name="T3" fmla="*/ 729 h 2"/>
                <a:gd name="T4" fmla="*/ 1931 w 9"/>
                <a:gd name="T5" fmla="*/ 1458 h 2"/>
                <a:gd name="T6" fmla="*/ 1931 w 9"/>
                <a:gd name="T7" fmla="*/ 1458 h 2"/>
                <a:gd name="T8" fmla="*/ 1039 w 9"/>
                <a:gd name="T9" fmla="*/ 0 h 2"/>
                <a:gd name="T10" fmla="*/ 0 w 9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2" y="0"/>
                    <a:pt x="4" y="1"/>
                    <a:pt x="6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7" y="1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7" name="Freeform 678">
              <a:extLst>
                <a:ext uri="{FF2B5EF4-FFF2-40B4-BE49-F238E27FC236}">
                  <a16:creationId xmlns:a16="http://schemas.microsoft.com/office/drawing/2014/main" id="{D7AF6A69-2A76-4A66-99E4-3B09C26E7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409"/>
              <a:ext cx="22" cy="5"/>
            </a:xfrm>
            <a:custGeom>
              <a:avLst/>
              <a:gdLst>
                <a:gd name="T0" fmla="*/ 0 w 9"/>
                <a:gd name="T1" fmla="*/ 0 h 2"/>
                <a:gd name="T2" fmla="*/ 1506 w 9"/>
                <a:gd name="T3" fmla="*/ 313 h 2"/>
                <a:gd name="T4" fmla="*/ 1931 w 9"/>
                <a:gd name="T5" fmla="*/ 520 h 2"/>
                <a:gd name="T6" fmla="*/ 1931 w 9"/>
                <a:gd name="T7" fmla="*/ 520 h 2"/>
                <a:gd name="T8" fmla="*/ 1039 w 9"/>
                <a:gd name="T9" fmla="*/ 0 h 2"/>
                <a:gd name="T10" fmla="*/ 0 w 9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2" y="0"/>
                    <a:pt x="4" y="1"/>
                    <a:pt x="7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7" y="1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8" name="Freeform 679">
              <a:extLst>
                <a:ext uri="{FF2B5EF4-FFF2-40B4-BE49-F238E27FC236}">
                  <a16:creationId xmlns:a16="http://schemas.microsoft.com/office/drawing/2014/main" id="{2F4D725F-29F0-4EC8-9901-24FA22F99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428"/>
              <a:ext cx="35" cy="18"/>
            </a:xfrm>
            <a:custGeom>
              <a:avLst/>
              <a:gdLst>
                <a:gd name="T0" fmla="*/ 0 w 14"/>
                <a:gd name="T1" fmla="*/ 1700 h 7"/>
                <a:gd name="T2" fmla="*/ 2938 w 14"/>
                <a:gd name="T3" fmla="*/ 1700 h 7"/>
                <a:gd name="T4" fmla="*/ 3438 w 14"/>
                <a:gd name="T5" fmla="*/ 918 h 7"/>
                <a:gd name="T6" fmla="*/ 520 w 14"/>
                <a:gd name="T7" fmla="*/ 918 h 7"/>
                <a:gd name="T8" fmla="*/ 0 w 14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0" y="6"/>
                  </a:moveTo>
                  <a:cubicBezTo>
                    <a:pt x="2" y="4"/>
                    <a:pt x="12" y="7"/>
                    <a:pt x="12" y="6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4"/>
                    <a:pt x="3" y="0"/>
                    <a:pt x="2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9" name="Freeform 680">
              <a:extLst>
                <a:ext uri="{FF2B5EF4-FFF2-40B4-BE49-F238E27FC236}">
                  <a16:creationId xmlns:a16="http://schemas.microsoft.com/office/drawing/2014/main" id="{D18BD0E1-42C7-4BBD-991A-BCDFEE74D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438"/>
              <a:ext cx="25" cy="6"/>
            </a:xfrm>
            <a:custGeom>
              <a:avLst/>
              <a:gdLst>
                <a:gd name="T0" fmla="*/ 0 w 10"/>
                <a:gd name="T1" fmla="*/ 0 h 2"/>
                <a:gd name="T2" fmla="*/ 1770 w 10"/>
                <a:gd name="T3" fmla="*/ 729 h 2"/>
                <a:gd name="T4" fmla="*/ 2470 w 10"/>
                <a:gd name="T5" fmla="*/ 1458 h 2"/>
                <a:gd name="T6" fmla="*/ 2470 w 10"/>
                <a:gd name="T7" fmla="*/ 1458 h 2"/>
                <a:gd name="T8" fmla="*/ 1300 w 10"/>
                <a:gd name="T9" fmla="*/ 0 h 2"/>
                <a:gd name="T10" fmla="*/ 0 w 10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2" y="0"/>
                    <a:pt x="4" y="1"/>
                    <a:pt x="7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7" y="1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0" name="Freeform 681">
              <a:extLst>
                <a:ext uri="{FF2B5EF4-FFF2-40B4-BE49-F238E27FC236}">
                  <a16:creationId xmlns:a16="http://schemas.microsoft.com/office/drawing/2014/main" id="{CAFC07B8-D397-4F42-AF53-F8B4CBE3B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438"/>
              <a:ext cx="32" cy="24"/>
            </a:xfrm>
            <a:custGeom>
              <a:avLst/>
              <a:gdLst>
                <a:gd name="T0" fmla="*/ 0 w 13"/>
                <a:gd name="T1" fmla="*/ 1459 h 9"/>
                <a:gd name="T2" fmla="*/ 2417 w 13"/>
                <a:gd name="T3" fmla="*/ 2824 h 9"/>
                <a:gd name="T4" fmla="*/ 2897 w 13"/>
                <a:gd name="T5" fmla="*/ 2184 h 9"/>
                <a:gd name="T6" fmla="*/ 448 w 13"/>
                <a:gd name="T7" fmla="*/ 661 h 9"/>
                <a:gd name="T8" fmla="*/ 0 w 13"/>
                <a:gd name="T9" fmla="*/ 14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4"/>
                  </a:moveTo>
                  <a:cubicBezTo>
                    <a:pt x="2" y="2"/>
                    <a:pt x="10" y="9"/>
                    <a:pt x="11" y="8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7"/>
                    <a:pt x="4" y="0"/>
                    <a:pt x="2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1" name="Freeform 682">
              <a:extLst>
                <a:ext uri="{FF2B5EF4-FFF2-40B4-BE49-F238E27FC236}">
                  <a16:creationId xmlns:a16="http://schemas.microsoft.com/office/drawing/2014/main" id="{D837E8CD-8167-4DDA-BE84-C7A610915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446"/>
              <a:ext cx="20" cy="14"/>
            </a:xfrm>
            <a:custGeom>
              <a:avLst/>
              <a:gdLst>
                <a:gd name="T0" fmla="*/ 0 w 8"/>
                <a:gd name="T1" fmla="*/ 0 h 5"/>
                <a:gd name="T2" fmla="*/ 1300 w 8"/>
                <a:gd name="T3" fmla="*/ 1364 h 5"/>
                <a:gd name="T4" fmla="*/ 1958 w 8"/>
                <a:gd name="T5" fmla="*/ 2391 h 5"/>
                <a:gd name="T6" fmla="*/ 1958 w 8"/>
                <a:gd name="T7" fmla="*/ 2391 h 5"/>
                <a:gd name="T8" fmla="*/ 988 w 8"/>
                <a:gd name="T9" fmla="*/ 1050 h 5"/>
                <a:gd name="T10" fmla="*/ 0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0"/>
                    <a:pt x="4" y="2"/>
                    <a:pt x="5" y="3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6" y="3"/>
                    <a:pt x="4" y="2"/>
                  </a:cubicBezTo>
                  <a:cubicBezTo>
                    <a:pt x="3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2" name="Freeform 683">
              <a:extLst>
                <a:ext uri="{FF2B5EF4-FFF2-40B4-BE49-F238E27FC236}">
                  <a16:creationId xmlns:a16="http://schemas.microsoft.com/office/drawing/2014/main" id="{1F963FE5-F469-4692-86DB-C2E4D28EE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382"/>
              <a:ext cx="47" cy="24"/>
            </a:xfrm>
            <a:custGeom>
              <a:avLst/>
              <a:gdLst>
                <a:gd name="T0" fmla="*/ 3708 w 19"/>
                <a:gd name="T1" fmla="*/ 397 h 9"/>
                <a:gd name="T2" fmla="*/ 1831 w 19"/>
                <a:gd name="T3" fmla="*/ 661 h 9"/>
                <a:gd name="T4" fmla="*/ 0 w 19"/>
                <a:gd name="T5" fmla="*/ 1763 h 9"/>
                <a:gd name="T6" fmla="*/ 935 w 19"/>
                <a:gd name="T7" fmla="*/ 2824 h 9"/>
                <a:gd name="T8" fmla="*/ 2313 w 19"/>
                <a:gd name="T9" fmla="*/ 1763 h 9"/>
                <a:gd name="T10" fmla="*/ 4344 w 19"/>
                <a:gd name="T11" fmla="*/ 1459 h 9"/>
                <a:gd name="T12" fmla="*/ 3708 w 19"/>
                <a:gd name="T13" fmla="*/ 39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9">
                  <a:moveTo>
                    <a:pt x="16" y="1"/>
                  </a:moveTo>
                  <a:cubicBezTo>
                    <a:pt x="15" y="0"/>
                    <a:pt x="11" y="1"/>
                    <a:pt x="8" y="2"/>
                  </a:cubicBezTo>
                  <a:cubicBezTo>
                    <a:pt x="5" y="3"/>
                    <a:pt x="1" y="5"/>
                    <a:pt x="0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8" y="7"/>
                    <a:pt x="10" y="5"/>
                  </a:cubicBezTo>
                  <a:cubicBezTo>
                    <a:pt x="15" y="4"/>
                    <a:pt x="18" y="3"/>
                    <a:pt x="19" y="4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3" name="Freeform 684">
              <a:extLst>
                <a:ext uri="{FF2B5EF4-FFF2-40B4-BE49-F238E27FC236}">
                  <a16:creationId xmlns:a16="http://schemas.microsoft.com/office/drawing/2014/main" id="{E4DDDD4B-06AF-4941-B777-4ADCF7952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350"/>
              <a:ext cx="40" cy="32"/>
            </a:xfrm>
            <a:custGeom>
              <a:avLst/>
              <a:gdLst>
                <a:gd name="T0" fmla="*/ 3250 w 16"/>
                <a:gd name="T1" fmla="*/ 0 h 12"/>
                <a:gd name="T2" fmla="*/ 1488 w 16"/>
                <a:gd name="T3" fmla="*/ 1763 h 12"/>
                <a:gd name="T4" fmla="*/ 0 w 16"/>
                <a:gd name="T5" fmla="*/ 3891 h 12"/>
                <a:gd name="T6" fmla="*/ 988 w 16"/>
                <a:gd name="T7" fmla="*/ 4301 h 12"/>
                <a:gd name="T8" fmla="*/ 2270 w 16"/>
                <a:gd name="T9" fmla="*/ 2581 h 12"/>
                <a:gd name="T10" fmla="*/ 3908 w 16"/>
                <a:gd name="T11" fmla="*/ 397 h 12"/>
                <a:gd name="T12" fmla="*/ 3250 w 16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2">
                  <a:moveTo>
                    <a:pt x="13" y="0"/>
                  </a:moveTo>
                  <a:cubicBezTo>
                    <a:pt x="11" y="0"/>
                    <a:pt x="8" y="3"/>
                    <a:pt x="6" y="5"/>
                  </a:cubicBezTo>
                  <a:cubicBezTo>
                    <a:pt x="4" y="7"/>
                    <a:pt x="1" y="11"/>
                    <a:pt x="0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6" y="12"/>
                    <a:pt x="7" y="9"/>
                    <a:pt x="9" y="7"/>
                  </a:cubicBezTo>
                  <a:cubicBezTo>
                    <a:pt x="12" y="3"/>
                    <a:pt x="15" y="1"/>
                    <a:pt x="16" y="1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4" name="Freeform 685">
              <a:extLst>
                <a:ext uri="{FF2B5EF4-FFF2-40B4-BE49-F238E27FC236}">
                  <a16:creationId xmlns:a16="http://schemas.microsoft.com/office/drawing/2014/main" id="{2E3959C3-39AB-4CE8-A6AC-F8975A874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353"/>
              <a:ext cx="40" cy="32"/>
            </a:xfrm>
            <a:custGeom>
              <a:avLst/>
              <a:gdLst>
                <a:gd name="T0" fmla="*/ 2938 w 16"/>
                <a:gd name="T1" fmla="*/ 397 h 12"/>
                <a:gd name="T2" fmla="*/ 1300 w 16"/>
                <a:gd name="T3" fmla="*/ 1763 h 12"/>
                <a:gd name="T4" fmla="*/ 0 w 16"/>
                <a:gd name="T5" fmla="*/ 3891 h 12"/>
                <a:gd name="T6" fmla="*/ 988 w 16"/>
                <a:gd name="T7" fmla="*/ 3891 h 12"/>
                <a:gd name="T8" fmla="*/ 2270 w 16"/>
                <a:gd name="T9" fmla="*/ 2184 h 12"/>
                <a:gd name="T10" fmla="*/ 3908 w 16"/>
                <a:gd name="T11" fmla="*/ 661 h 12"/>
                <a:gd name="T12" fmla="*/ 2938 w 16"/>
                <a:gd name="T13" fmla="*/ 39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2">
                  <a:moveTo>
                    <a:pt x="12" y="1"/>
                  </a:moveTo>
                  <a:cubicBezTo>
                    <a:pt x="10" y="0"/>
                    <a:pt x="8" y="2"/>
                    <a:pt x="5" y="5"/>
                  </a:cubicBezTo>
                  <a:cubicBezTo>
                    <a:pt x="4" y="7"/>
                    <a:pt x="0" y="11"/>
                    <a:pt x="0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6" y="12"/>
                    <a:pt x="7" y="9"/>
                    <a:pt x="9" y="6"/>
                  </a:cubicBezTo>
                  <a:cubicBezTo>
                    <a:pt x="12" y="2"/>
                    <a:pt x="15" y="1"/>
                    <a:pt x="16" y="2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5" name="Freeform 686">
              <a:extLst>
                <a:ext uri="{FF2B5EF4-FFF2-40B4-BE49-F238E27FC236}">
                  <a16:creationId xmlns:a16="http://schemas.microsoft.com/office/drawing/2014/main" id="{FA039FB6-0D89-4C2D-A36D-19FA9A70A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361"/>
              <a:ext cx="40" cy="29"/>
            </a:xfrm>
            <a:custGeom>
              <a:avLst/>
              <a:gdLst>
                <a:gd name="T0" fmla="*/ 3250 w 16"/>
                <a:gd name="T1" fmla="*/ 0 h 11"/>
                <a:gd name="T2" fmla="*/ 1770 w 16"/>
                <a:gd name="T3" fmla="*/ 1648 h 11"/>
                <a:gd name="T4" fmla="*/ 0 w 16"/>
                <a:gd name="T5" fmla="*/ 3045 h 11"/>
                <a:gd name="T6" fmla="*/ 988 w 16"/>
                <a:gd name="T7" fmla="*/ 3662 h 11"/>
                <a:gd name="T8" fmla="*/ 2470 w 16"/>
                <a:gd name="T9" fmla="*/ 2273 h 11"/>
                <a:gd name="T10" fmla="*/ 3908 w 16"/>
                <a:gd name="T11" fmla="*/ 625 h 11"/>
                <a:gd name="T12" fmla="*/ 3250 w 1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1">
                  <a:moveTo>
                    <a:pt x="13" y="0"/>
                  </a:moveTo>
                  <a:cubicBezTo>
                    <a:pt x="11" y="0"/>
                    <a:pt x="9" y="3"/>
                    <a:pt x="7" y="5"/>
                  </a:cubicBezTo>
                  <a:cubicBezTo>
                    <a:pt x="4" y="6"/>
                    <a:pt x="0" y="9"/>
                    <a:pt x="0" y="9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1"/>
                    <a:pt x="8" y="9"/>
                    <a:pt x="10" y="7"/>
                  </a:cubicBezTo>
                  <a:cubicBezTo>
                    <a:pt x="14" y="4"/>
                    <a:pt x="15" y="1"/>
                    <a:pt x="16" y="2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6" name="Freeform 687">
              <a:extLst>
                <a:ext uri="{FF2B5EF4-FFF2-40B4-BE49-F238E27FC236}">
                  <a16:creationId xmlns:a16="http://schemas.microsoft.com/office/drawing/2014/main" id="{90CD8CC1-C920-40F3-A5DD-123004A27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1369"/>
              <a:ext cx="47" cy="27"/>
            </a:xfrm>
            <a:custGeom>
              <a:avLst/>
              <a:gdLst>
                <a:gd name="T0" fmla="*/ 3451 w 19"/>
                <a:gd name="T1" fmla="*/ 429 h 10"/>
                <a:gd name="T2" fmla="*/ 1573 w 19"/>
                <a:gd name="T3" fmla="*/ 1158 h 10"/>
                <a:gd name="T4" fmla="*/ 0 w 19"/>
                <a:gd name="T5" fmla="*/ 2719 h 10"/>
                <a:gd name="T6" fmla="*/ 935 w 19"/>
                <a:gd name="T7" fmla="*/ 3464 h 10"/>
                <a:gd name="T8" fmla="*/ 2313 w 19"/>
                <a:gd name="T9" fmla="*/ 2282 h 10"/>
                <a:gd name="T10" fmla="*/ 4344 w 19"/>
                <a:gd name="T11" fmla="*/ 1158 h 10"/>
                <a:gd name="T12" fmla="*/ 3451 w 19"/>
                <a:gd name="T13" fmla="*/ 42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0">
                  <a:moveTo>
                    <a:pt x="15" y="1"/>
                  </a:moveTo>
                  <a:cubicBezTo>
                    <a:pt x="13" y="0"/>
                    <a:pt x="10" y="2"/>
                    <a:pt x="7" y="3"/>
                  </a:cubicBezTo>
                  <a:cubicBezTo>
                    <a:pt x="4" y="5"/>
                    <a:pt x="0" y="7"/>
                    <a:pt x="0" y="7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0"/>
                    <a:pt x="7" y="8"/>
                    <a:pt x="10" y="6"/>
                  </a:cubicBezTo>
                  <a:cubicBezTo>
                    <a:pt x="14" y="3"/>
                    <a:pt x="18" y="2"/>
                    <a:pt x="19" y="3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7" name="Freeform 688">
              <a:extLst>
                <a:ext uri="{FF2B5EF4-FFF2-40B4-BE49-F238E27FC236}">
                  <a16:creationId xmlns:a16="http://schemas.microsoft.com/office/drawing/2014/main" id="{B5EC82A3-B38A-4D0D-94CD-F76D6E1E2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50"/>
              <a:ext cx="20" cy="40"/>
            </a:xfrm>
            <a:custGeom>
              <a:avLst/>
              <a:gdLst>
                <a:gd name="T0" fmla="*/ 1958 w 8"/>
                <a:gd name="T1" fmla="*/ 5405 h 15"/>
                <a:gd name="T2" fmla="*/ 988 w 8"/>
                <a:gd name="T3" fmla="*/ 397 h 15"/>
                <a:gd name="T4" fmla="*/ 0 w 8"/>
                <a:gd name="T5" fmla="*/ 0 h 15"/>
                <a:gd name="T6" fmla="*/ 988 w 8"/>
                <a:gd name="T7" fmla="*/ 5005 h 15"/>
                <a:gd name="T8" fmla="*/ 1958 w 8"/>
                <a:gd name="T9" fmla="*/ 54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8" y="15"/>
                  </a:moveTo>
                  <a:cubicBezTo>
                    <a:pt x="5" y="14"/>
                    <a:pt x="5" y="1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13"/>
                    <a:pt x="4" y="14"/>
                  </a:cubicBezTo>
                  <a:lnTo>
                    <a:pt x="8" y="1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8" name="Freeform 689">
              <a:extLst>
                <a:ext uri="{FF2B5EF4-FFF2-40B4-BE49-F238E27FC236}">
                  <a16:creationId xmlns:a16="http://schemas.microsoft.com/office/drawing/2014/main" id="{274BBFD8-1A18-4BF6-9678-E503E5673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356"/>
              <a:ext cx="18" cy="37"/>
            </a:xfrm>
            <a:custGeom>
              <a:avLst/>
              <a:gdLst>
                <a:gd name="T0" fmla="*/ 2003 w 7"/>
                <a:gd name="T1" fmla="*/ 4784 h 14"/>
                <a:gd name="T2" fmla="*/ 1137 w 7"/>
                <a:gd name="T3" fmla="*/ 0 h 14"/>
                <a:gd name="T4" fmla="*/ 0 w 7"/>
                <a:gd name="T5" fmla="*/ 0 h 14"/>
                <a:gd name="T6" fmla="*/ 918 w 7"/>
                <a:gd name="T7" fmla="*/ 4392 h 14"/>
                <a:gd name="T8" fmla="*/ 2003 w 7"/>
                <a:gd name="T9" fmla="*/ 478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4">
                  <a:moveTo>
                    <a:pt x="7" y="14"/>
                  </a:moveTo>
                  <a:cubicBezTo>
                    <a:pt x="4" y="14"/>
                    <a:pt x="5" y="1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13"/>
                    <a:pt x="3" y="13"/>
                  </a:cubicBezTo>
                  <a:lnTo>
                    <a:pt x="7" y="14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9" name="Freeform 690">
              <a:extLst>
                <a:ext uri="{FF2B5EF4-FFF2-40B4-BE49-F238E27FC236}">
                  <a16:creationId xmlns:a16="http://schemas.microsoft.com/office/drawing/2014/main" id="{EC7A1211-CEEE-4C2F-9198-8B7F840E7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1358"/>
              <a:ext cx="5" cy="32"/>
            </a:xfrm>
            <a:custGeom>
              <a:avLst/>
              <a:gdLst>
                <a:gd name="T0" fmla="*/ 520 w 2"/>
                <a:gd name="T1" fmla="*/ 4301 h 12"/>
                <a:gd name="T2" fmla="*/ 313 w 2"/>
                <a:gd name="T3" fmla="*/ 1459 h 12"/>
                <a:gd name="T4" fmla="*/ 313 w 2"/>
                <a:gd name="T5" fmla="*/ 0 h 12"/>
                <a:gd name="T6" fmla="*/ 313 w 2"/>
                <a:gd name="T7" fmla="*/ 397 h 12"/>
                <a:gd name="T8" fmla="*/ 0 w 2"/>
                <a:gd name="T9" fmla="*/ 2184 h 12"/>
                <a:gd name="T10" fmla="*/ 520 w 2"/>
                <a:gd name="T11" fmla="*/ 430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2">
                  <a:moveTo>
                    <a:pt x="2" y="12"/>
                  </a:moveTo>
                  <a:cubicBezTo>
                    <a:pt x="1" y="10"/>
                    <a:pt x="1" y="7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4"/>
                    <a:pt x="0" y="6"/>
                  </a:cubicBezTo>
                  <a:cubicBezTo>
                    <a:pt x="0" y="9"/>
                    <a:pt x="1" y="10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0" name="Freeform 691">
              <a:extLst>
                <a:ext uri="{FF2B5EF4-FFF2-40B4-BE49-F238E27FC236}">
                  <a16:creationId xmlns:a16="http://schemas.microsoft.com/office/drawing/2014/main" id="{DD728A5C-B6B3-423F-96B8-09F3488DD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358"/>
              <a:ext cx="2" cy="30"/>
            </a:xfrm>
            <a:custGeom>
              <a:avLst/>
              <a:gdLst>
                <a:gd name="T0" fmla="*/ 64 w 1"/>
                <a:gd name="T1" fmla="*/ 4544 h 11"/>
                <a:gd name="T2" fmla="*/ 0 w 1"/>
                <a:gd name="T3" fmla="*/ 1219 h 11"/>
                <a:gd name="T4" fmla="*/ 0 w 1"/>
                <a:gd name="T5" fmla="*/ 0 h 11"/>
                <a:gd name="T6" fmla="*/ 0 w 1"/>
                <a:gd name="T7" fmla="*/ 0 h 11"/>
                <a:gd name="T8" fmla="*/ 0 w 1"/>
                <a:gd name="T9" fmla="*/ 2114 h 11"/>
                <a:gd name="T10" fmla="*/ 64 w 1"/>
                <a:gd name="T11" fmla="*/ 454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1">
                  <a:moveTo>
                    <a:pt x="1" y="11"/>
                  </a:moveTo>
                  <a:cubicBezTo>
                    <a:pt x="1" y="9"/>
                    <a:pt x="0" y="6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3"/>
                    <a:pt x="0" y="5"/>
                  </a:cubicBezTo>
                  <a:cubicBezTo>
                    <a:pt x="0" y="8"/>
                    <a:pt x="1" y="9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1" name="Freeform 692">
              <a:extLst>
                <a:ext uri="{FF2B5EF4-FFF2-40B4-BE49-F238E27FC236}">
                  <a16:creationId xmlns:a16="http://schemas.microsoft.com/office/drawing/2014/main" id="{A2977A75-9FD3-49E5-98A4-33D19D2E8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1361"/>
              <a:ext cx="18" cy="43"/>
            </a:xfrm>
            <a:custGeom>
              <a:avLst/>
              <a:gdLst>
                <a:gd name="T0" fmla="*/ 2003 w 7"/>
                <a:gd name="T1" fmla="*/ 6060 h 16"/>
                <a:gd name="T2" fmla="*/ 1137 w 7"/>
                <a:gd name="T3" fmla="*/ 427 h 16"/>
                <a:gd name="T4" fmla="*/ 0 w 7"/>
                <a:gd name="T5" fmla="*/ 0 h 16"/>
                <a:gd name="T6" fmla="*/ 1137 w 7"/>
                <a:gd name="T7" fmla="*/ 5628 h 16"/>
                <a:gd name="T8" fmla="*/ 2003 w 7"/>
                <a:gd name="T9" fmla="*/ 606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7" y="16"/>
                  </a:moveTo>
                  <a:cubicBezTo>
                    <a:pt x="4" y="16"/>
                    <a:pt x="5" y="1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4"/>
                    <a:pt x="4" y="15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2" name="Freeform 693">
              <a:extLst>
                <a:ext uri="{FF2B5EF4-FFF2-40B4-BE49-F238E27FC236}">
                  <a16:creationId xmlns:a16="http://schemas.microsoft.com/office/drawing/2014/main" id="{53B5BDD1-9020-43D5-B89F-E5BAA5EBF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1366"/>
              <a:ext cx="3" cy="32"/>
            </a:xfrm>
            <a:custGeom>
              <a:avLst/>
              <a:gdLst>
                <a:gd name="T0" fmla="*/ 729 w 1"/>
                <a:gd name="T1" fmla="*/ 4301 h 12"/>
                <a:gd name="T2" fmla="*/ 0 w 1"/>
                <a:gd name="T3" fmla="*/ 1459 h 12"/>
                <a:gd name="T4" fmla="*/ 0 w 1"/>
                <a:gd name="T5" fmla="*/ 0 h 12"/>
                <a:gd name="T6" fmla="*/ 0 w 1"/>
                <a:gd name="T7" fmla="*/ 0 h 12"/>
                <a:gd name="T8" fmla="*/ 0 w 1"/>
                <a:gd name="T9" fmla="*/ 2581 h 12"/>
                <a:gd name="T10" fmla="*/ 729 w 1"/>
                <a:gd name="T11" fmla="*/ 430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2">
                  <a:moveTo>
                    <a:pt x="1" y="12"/>
                  </a:moveTo>
                  <a:cubicBezTo>
                    <a:pt x="1" y="10"/>
                    <a:pt x="1" y="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4"/>
                    <a:pt x="0" y="7"/>
                  </a:cubicBezTo>
                  <a:cubicBezTo>
                    <a:pt x="0" y="9"/>
                    <a:pt x="1" y="10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3" name="Freeform 694">
              <a:extLst>
                <a:ext uri="{FF2B5EF4-FFF2-40B4-BE49-F238E27FC236}">
                  <a16:creationId xmlns:a16="http://schemas.microsoft.com/office/drawing/2014/main" id="{27DC7911-F598-4999-902C-FAF7DC607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497"/>
              <a:ext cx="35" cy="32"/>
            </a:xfrm>
            <a:custGeom>
              <a:avLst/>
              <a:gdLst>
                <a:gd name="T0" fmla="*/ 3438 w 14"/>
                <a:gd name="T1" fmla="*/ 2824 h 12"/>
                <a:gd name="T2" fmla="*/ 1770 w 14"/>
                <a:gd name="T3" fmla="*/ 1059 h 12"/>
                <a:gd name="T4" fmla="*/ 0 w 14"/>
                <a:gd name="T5" fmla="*/ 0 h 12"/>
                <a:gd name="T6" fmla="*/ 313 w 14"/>
                <a:gd name="T7" fmla="*/ 1459 h 12"/>
                <a:gd name="T8" fmla="*/ 1770 w 14"/>
                <a:gd name="T9" fmla="*/ 2581 h 12"/>
                <a:gd name="T10" fmla="*/ 3438 w 14"/>
                <a:gd name="T11" fmla="*/ 4301 h 12"/>
                <a:gd name="T12" fmla="*/ 3438 w 14"/>
                <a:gd name="T13" fmla="*/ 282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14" y="8"/>
                  </a:moveTo>
                  <a:cubicBezTo>
                    <a:pt x="14" y="7"/>
                    <a:pt x="10" y="5"/>
                    <a:pt x="7" y="3"/>
                  </a:cubicBezTo>
                  <a:cubicBezTo>
                    <a:pt x="5" y="2"/>
                    <a:pt x="0" y="0"/>
                    <a:pt x="0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4" y="6"/>
                    <a:pt x="7" y="7"/>
                  </a:cubicBezTo>
                  <a:cubicBezTo>
                    <a:pt x="11" y="9"/>
                    <a:pt x="14" y="11"/>
                    <a:pt x="14" y="12"/>
                  </a:cubicBezTo>
                  <a:lnTo>
                    <a:pt x="14" y="8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4" name="Freeform 695">
              <a:extLst>
                <a:ext uri="{FF2B5EF4-FFF2-40B4-BE49-F238E27FC236}">
                  <a16:creationId xmlns:a16="http://schemas.microsoft.com/office/drawing/2014/main" id="{4B367B17-C809-4BD5-AA9B-99CBCC86D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398"/>
              <a:ext cx="50" cy="16"/>
            </a:xfrm>
            <a:custGeom>
              <a:avLst/>
              <a:gdLst>
                <a:gd name="T0" fmla="*/ 4220 w 20"/>
                <a:gd name="T1" fmla="*/ 397 h 6"/>
                <a:gd name="T2" fmla="*/ 1958 w 20"/>
                <a:gd name="T3" fmla="*/ 397 h 6"/>
                <a:gd name="T4" fmla="*/ 0 w 20"/>
                <a:gd name="T5" fmla="*/ 661 h 6"/>
                <a:gd name="T6" fmla="*/ 783 w 20"/>
                <a:gd name="T7" fmla="*/ 1763 h 6"/>
                <a:gd name="T8" fmla="*/ 2470 w 20"/>
                <a:gd name="T9" fmla="*/ 1459 h 6"/>
                <a:gd name="T10" fmla="*/ 4895 w 20"/>
                <a:gd name="T11" fmla="*/ 1459 h 6"/>
                <a:gd name="T12" fmla="*/ 4220 w 20"/>
                <a:gd name="T13" fmla="*/ 397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">
                  <a:moveTo>
                    <a:pt x="17" y="1"/>
                  </a:moveTo>
                  <a:cubicBezTo>
                    <a:pt x="16" y="0"/>
                    <a:pt x="12" y="0"/>
                    <a:pt x="8" y="1"/>
                  </a:cubicBezTo>
                  <a:cubicBezTo>
                    <a:pt x="5" y="1"/>
                    <a:pt x="1" y="2"/>
                    <a:pt x="0" y="2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6"/>
                    <a:pt x="7" y="5"/>
                    <a:pt x="10" y="4"/>
                  </a:cubicBezTo>
                  <a:cubicBezTo>
                    <a:pt x="15" y="3"/>
                    <a:pt x="19" y="3"/>
                    <a:pt x="20" y="4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5" name="Freeform 696">
              <a:extLst>
                <a:ext uri="{FF2B5EF4-FFF2-40B4-BE49-F238E27FC236}">
                  <a16:creationId xmlns:a16="http://schemas.microsoft.com/office/drawing/2014/main" id="{DE0367BD-BAC1-439B-9743-4DA96E710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369"/>
              <a:ext cx="20" cy="43"/>
            </a:xfrm>
            <a:custGeom>
              <a:avLst/>
              <a:gdLst>
                <a:gd name="T0" fmla="*/ 1488 w 8"/>
                <a:gd name="T1" fmla="*/ 6060 h 16"/>
                <a:gd name="T2" fmla="*/ 1770 w 8"/>
                <a:gd name="T3" fmla="*/ 680 h 16"/>
                <a:gd name="T4" fmla="*/ 988 w 8"/>
                <a:gd name="T5" fmla="*/ 0 h 16"/>
                <a:gd name="T6" fmla="*/ 520 w 8"/>
                <a:gd name="T7" fmla="*/ 5316 h 16"/>
                <a:gd name="T8" fmla="*/ 1488 w 8"/>
                <a:gd name="T9" fmla="*/ 606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6" y="16"/>
                  </a:moveTo>
                  <a:cubicBezTo>
                    <a:pt x="3" y="15"/>
                    <a:pt x="8" y="3"/>
                    <a:pt x="7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1"/>
                    <a:pt x="0" y="12"/>
                    <a:pt x="2" y="14"/>
                  </a:cubicBezTo>
                  <a:lnTo>
                    <a:pt x="6" y="1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6" name="Freeform 697">
              <a:extLst>
                <a:ext uri="{FF2B5EF4-FFF2-40B4-BE49-F238E27FC236}">
                  <a16:creationId xmlns:a16="http://schemas.microsoft.com/office/drawing/2014/main" id="{9957967B-1D11-40F1-AEB2-D6A2DAFC9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414"/>
              <a:ext cx="47" cy="19"/>
            </a:xfrm>
            <a:custGeom>
              <a:avLst/>
              <a:gdLst>
                <a:gd name="T0" fmla="*/ 3708 w 19"/>
                <a:gd name="T1" fmla="*/ 442 h 7"/>
                <a:gd name="T2" fmla="*/ 1831 w 19"/>
                <a:gd name="T3" fmla="*/ 442 h 7"/>
                <a:gd name="T4" fmla="*/ 0 w 19"/>
                <a:gd name="T5" fmla="*/ 1200 h 7"/>
                <a:gd name="T6" fmla="*/ 636 w 19"/>
                <a:gd name="T7" fmla="*/ 2342 h 7"/>
                <a:gd name="T8" fmla="*/ 2313 w 19"/>
                <a:gd name="T9" fmla="*/ 2063 h 7"/>
                <a:gd name="T10" fmla="*/ 4344 w 19"/>
                <a:gd name="T11" fmla="*/ 2063 h 7"/>
                <a:gd name="T12" fmla="*/ 3708 w 19"/>
                <a:gd name="T13" fmla="*/ 442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7">
                  <a:moveTo>
                    <a:pt x="16" y="1"/>
                  </a:moveTo>
                  <a:cubicBezTo>
                    <a:pt x="15" y="0"/>
                    <a:pt x="11" y="1"/>
                    <a:pt x="8" y="1"/>
                  </a:cubicBezTo>
                  <a:cubicBezTo>
                    <a:pt x="5" y="2"/>
                    <a:pt x="0" y="3"/>
                    <a:pt x="0" y="3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7" y="6"/>
                    <a:pt x="10" y="5"/>
                  </a:cubicBezTo>
                  <a:cubicBezTo>
                    <a:pt x="14" y="4"/>
                    <a:pt x="18" y="4"/>
                    <a:pt x="19" y="5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7" name="Freeform 698">
              <a:extLst>
                <a:ext uri="{FF2B5EF4-FFF2-40B4-BE49-F238E27FC236}">
                  <a16:creationId xmlns:a16="http://schemas.microsoft.com/office/drawing/2014/main" id="{C604B950-7A9D-4A8F-851A-8576C91D8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428"/>
              <a:ext cx="45" cy="18"/>
            </a:xfrm>
            <a:custGeom>
              <a:avLst/>
              <a:gdLst>
                <a:gd name="T0" fmla="*/ 3720 w 18"/>
                <a:gd name="T1" fmla="*/ 563 h 7"/>
                <a:gd name="T2" fmla="*/ 1958 w 18"/>
                <a:gd name="T3" fmla="*/ 357 h 7"/>
                <a:gd name="T4" fmla="*/ 0 w 18"/>
                <a:gd name="T5" fmla="*/ 918 h 7"/>
                <a:gd name="T6" fmla="*/ 783 w 18"/>
                <a:gd name="T7" fmla="*/ 1700 h 7"/>
                <a:gd name="T8" fmla="*/ 2470 w 18"/>
                <a:gd name="T9" fmla="*/ 1448 h 7"/>
                <a:gd name="T10" fmla="*/ 4425 w 18"/>
                <a:gd name="T11" fmla="*/ 1448 h 7"/>
                <a:gd name="T12" fmla="*/ 3720 w 18"/>
                <a:gd name="T13" fmla="*/ 56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">
                  <a:moveTo>
                    <a:pt x="15" y="2"/>
                  </a:moveTo>
                  <a:cubicBezTo>
                    <a:pt x="14" y="0"/>
                    <a:pt x="11" y="1"/>
                    <a:pt x="8" y="1"/>
                  </a:cubicBezTo>
                  <a:cubicBezTo>
                    <a:pt x="5" y="2"/>
                    <a:pt x="0" y="3"/>
                    <a:pt x="0" y="3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7" y="6"/>
                    <a:pt x="10" y="5"/>
                  </a:cubicBezTo>
                  <a:cubicBezTo>
                    <a:pt x="15" y="4"/>
                    <a:pt x="17" y="4"/>
                    <a:pt x="18" y="5"/>
                  </a:cubicBezTo>
                  <a:lnTo>
                    <a:pt x="15" y="2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8" name="Freeform 699">
              <a:extLst>
                <a:ext uri="{FF2B5EF4-FFF2-40B4-BE49-F238E27FC236}">
                  <a16:creationId xmlns:a16="http://schemas.microsoft.com/office/drawing/2014/main" id="{29CEB067-CFE2-4529-8006-6C64A79A3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388"/>
              <a:ext cx="27" cy="42"/>
            </a:xfrm>
            <a:custGeom>
              <a:avLst/>
              <a:gdLst>
                <a:gd name="T0" fmla="*/ 1048 w 11"/>
                <a:gd name="T1" fmla="*/ 5229 h 16"/>
                <a:gd name="T2" fmla="*/ 2216 w 11"/>
                <a:gd name="T3" fmla="*/ 992 h 16"/>
                <a:gd name="T4" fmla="*/ 1524 w 11"/>
                <a:gd name="T5" fmla="*/ 0 h 16"/>
                <a:gd name="T6" fmla="*/ 427 w 11"/>
                <a:gd name="T7" fmla="*/ 4232 h 16"/>
                <a:gd name="T8" fmla="*/ 1048 w 11"/>
                <a:gd name="T9" fmla="*/ 522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5" y="16"/>
                  </a:moveTo>
                  <a:cubicBezTo>
                    <a:pt x="3" y="14"/>
                    <a:pt x="11" y="4"/>
                    <a:pt x="10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1"/>
                    <a:pt x="0" y="11"/>
                    <a:pt x="2" y="13"/>
                  </a:cubicBezTo>
                  <a:lnTo>
                    <a:pt x="5" y="1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9" name="Freeform 700">
              <a:extLst>
                <a:ext uri="{FF2B5EF4-FFF2-40B4-BE49-F238E27FC236}">
                  <a16:creationId xmlns:a16="http://schemas.microsoft.com/office/drawing/2014/main" id="{829608B9-CE52-4323-93BC-94886B233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1401"/>
              <a:ext cx="25" cy="43"/>
            </a:xfrm>
            <a:custGeom>
              <a:avLst/>
              <a:gdLst>
                <a:gd name="T0" fmla="*/ 1300 w 10"/>
                <a:gd name="T1" fmla="*/ 6060 h 16"/>
                <a:gd name="T2" fmla="*/ 2470 w 10"/>
                <a:gd name="T3" fmla="*/ 1148 h 16"/>
                <a:gd name="T4" fmla="*/ 1770 w 10"/>
                <a:gd name="T5" fmla="*/ 0 h 16"/>
                <a:gd name="T6" fmla="*/ 520 w 10"/>
                <a:gd name="T7" fmla="*/ 4913 h 16"/>
                <a:gd name="T8" fmla="*/ 1300 w 10"/>
                <a:gd name="T9" fmla="*/ 606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5" y="16"/>
                  </a:moveTo>
                  <a:cubicBezTo>
                    <a:pt x="3" y="14"/>
                    <a:pt x="10" y="3"/>
                    <a:pt x="10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0" y="11"/>
                    <a:pt x="2" y="13"/>
                  </a:cubicBezTo>
                  <a:lnTo>
                    <a:pt x="5" y="1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0" name="Freeform 701">
              <a:extLst>
                <a:ext uri="{FF2B5EF4-FFF2-40B4-BE49-F238E27FC236}">
                  <a16:creationId xmlns:a16="http://schemas.microsoft.com/office/drawing/2014/main" id="{FA46D6BD-4F53-4802-83C6-7AF4BE7EB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449"/>
              <a:ext cx="45" cy="13"/>
            </a:xfrm>
            <a:custGeom>
              <a:avLst/>
              <a:gdLst>
                <a:gd name="T0" fmla="*/ 3908 w 18"/>
                <a:gd name="T1" fmla="*/ 595 h 5"/>
                <a:gd name="T2" fmla="*/ 1958 w 18"/>
                <a:gd name="T3" fmla="*/ 0 h 5"/>
                <a:gd name="T4" fmla="*/ 0 w 18"/>
                <a:gd name="T5" fmla="*/ 0 h 5"/>
                <a:gd name="T6" fmla="*/ 520 w 18"/>
                <a:gd name="T7" fmla="*/ 1196 h 5"/>
                <a:gd name="T8" fmla="*/ 2270 w 18"/>
                <a:gd name="T9" fmla="*/ 1196 h 5"/>
                <a:gd name="T10" fmla="*/ 4425 w 18"/>
                <a:gd name="T11" fmla="*/ 1547 h 5"/>
                <a:gd name="T12" fmla="*/ 3908 w 18"/>
                <a:gd name="T13" fmla="*/ 595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">
                  <a:moveTo>
                    <a:pt x="16" y="2"/>
                  </a:moveTo>
                  <a:cubicBezTo>
                    <a:pt x="16" y="1"/>
                    <a:pt x="11" y="0"/>
                    <a:pt x="8" y="0"/>
                  </a:cubicBezTo>
                  <a:cubicBezTo>
                    <a:pt x="5" y="0"/>
                    <a:pt x="0" y="0"/>
                    <a:pt x="0" y="0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5"/>
                    <a:pt x="6" y="4"/>
                    <a:pt x="9" y="4"/>
                  </a:cubicBezTo>
                  <a:cubicBezTo>
                    <a:pt x="14" y="4"/>
                    <a:pt x="18" y="4"/>
                    <a:pt x="18" y="5"/>
                  </a:cubicBezTo>
                  <a:lnTo>
                    <a:pt x="16" y="2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1" name="Freeform 702">
              <a:extLst>
                <a:ext uri="{FF2B5EF4-FFF2-40B4-BE49-F238E27FC236}">
                  <a16:creationId xmlns:a16="http://schemas.microsoft.com/office/drawing/2014/main" id="{D8544BDB-DF66-48AD-885C-2E83FF6A3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465"/>
              <a:ext cx="45" cy="13"/>
            </a:xfrm>
            <a:custGeom>
              <a:avLst/>
              <a:gdLst>
                <a:gd name="T0" fmla="*/ 3908 w 18"/>
                <a:gd name="T1" fmla="*/ 595 h 5"/>
                <a:gd name="T2" fmla="*/ 1958 w 18"/>
                <a:gd name="T3" fmla="*/ 0 h 5"/>
                <a:gd name="T4" fmla="*/ 0 w 18"/>
                <a:gd name="T5" fmla="*/ 0 h 5"/>
                <a:gd name="T6" fmla="*/ 783 w 18"/>
                <a:gd name="T7" fmla="*/ 967 h 5"/>
                <a:gd name="T8" fmla="*/ 2270 w 18"/>
                <a:gd name="T9" fmla="*/ 967 h 5"/>
                <a:gd name="T10" fmla="*/ 4425 w 18"/>
                <a:gd name="T11" fmla="*/ 1547 h 5"/>
                <a:gd name="T12" fmla="*/ 3908 w 18"/>
                <a:gd name="T13" fmla="*/ 595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">
                  <a:moveTo>
                    <a:pt x="16" y="2"/>
                  </a:moveTo>
                  <a:cubicBezTo>
                    <a:pt x="15" y="0"/>
                    <a:pt x="12" y="0"/>
                    <a:pt x="8" y="0"/>
                  </a:cubicBezTo>
                  <a:cubicBezTo>
                    <a:pt x="5" y="0"/>
                    <a:pt x="0" y="0"/>
                    <a:pt x="0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7" y="4"/>
                    <a:pt x="9" y="3"/>
                  </a:cubicBezTo>
                  <a:cubicBezTo>
                    <a:pt x="15" y="3"/>
                    <a:pt x="17" y="4"/>
                    <a:pt x="18" y="5"/>
                  </a:cubicBezTo>
                  <a:lnTo>
                    <a:pt x="16" y="2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2" name="Freeform 703">
              <a:extLst>
                <a:ext uri="{FF2B5EF4-FFF2-40B4-BE49-F238E27FC236}">
                  <a16:creationId xmlns:a16="http://schemas.microsoft.com/office/drawing/2014/main" id="{8A69080E-5A07-40C4-B02F-7FC3249DD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417"/>
              <a:ext cx="27" cy="43"/>
            </a:xfrm>
            <a:custGeom>
              <a:avLst/>
              <a:gdLst>
                <a:gd name="T0" fmla="*/ 1048 w 11"/>
                <a:gd name="T1" fmla="*/ 6060 h 16"/>
                <a:gd name="T2" fmla="*/ 2398 w 11"/>
                <a:gd name="T3" fmla="*/ 1148 h 16"/>
                <a:gd name="T4" fmla="*/ 1777 w 11"/>
                <a:gd name="T5" fmla="*/ 0 h 16"/>
                <a:gd name="T6" fmla="*/ 427 w 11"/>
                <a:gd name="T7" fmla="*/ 4913 h 16"/>
                <a:gd name="T8" fmla="*/ 1048 w 11"/>
                <a:gd name="T9" fmla="*/ 606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5" y="16"/>
                  </a:moveTo>
                  <a:cubicBezTo>
                    <a:pt x="3" y="14"/>
                    <a:pt x="11" y="4"/>
                    <a:pt x="11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1"/>
                    <a:pt x="0" y="11"/>
                    <a:pt x="2" y="13"/>
                  </a:cubicBezTo>
                  <a:lnTo>
                    <a:pt x="5" y="1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3" name="Freeform 704">
              <a:extLst>
                <a:ext uri="{FF2B5EF4-FFF2-40B4-BE49-F238E27FC236}">
                  <a16:creationId xmlns:a16="http://schemas.microsoft.com/office/drawing/2014/main" id="{086FFCAD-3F65-478F-9439-4A24E1418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430"/>
              <a:ext cx="30" cy="46"/>
            </a:xfrm>
            <a:custGeom>
              <a:avLst/>
              <a:gdLst>
                <a:gd name="T0" fmla="*/ 1300 w 12"/>
                <a:gd name="T1" fmla="*/ 6656 h 17"/>
                <a:gd name="T2" fmla="*/ 2738 w 12"/>
                <a:gd name="T3" fmla="*/ 1605 h 17"/>
                <a:gd name="T4" fmla="*/ 1958 w 12"/>
                <a:gd name="T5" fmla="*/ 0 h 17"/>
                <a:gd name="T6" fmla="*/ 783 w 12"/>
                <a:gd name="T7" fmla="*/ 5528 h 17"/>
                <a:gd name="T8" fmla="*/ 1300 w 12"/>
                <a:gd name="T9" fmla="*/ 665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5" y="17"/>
                  </a:moveTo>
                  <a:cubicBezTo>
                    <a:pt x="3" y="14"/>
                    <a:pt x="12" y="5"/>
                    <a:pt x="11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1"/>
                    <a:pt x="0" y="11"/>
                    <a:pt x="3" y="14"/>
                  </a:cubicBezTo>
                  <a:lnTo>
                    <a:pt x="5" y="1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4" name="Freeform 705">
              <a:extLst>
                <a:ext uri="{FF2B5EF4-FFF2-40B4-BE49-F238E27FC236}">
                  <a16:creationId xmlns:a16="http://schemas.microsoft.com/office/drawing/2014/main" id="{EDC98EC7-F169-41FD-9E1E-DAEAB5D39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484"/>
              <a:ext cx="42" cy="21"/>
            </a:xfrm>
            <a:custGeom>
              <a:avLst/>
              <a:gdLst>
                <a:gd name="T0" fmla="*/ 3694 w 17"/>
                <a:gd name="T1" fmla="*/ 1378 h 8"/>
                <a:gd name="T2" fmla="*/ 1826 w 17"/>
                <a:gd name="T3" fmla="*/ 378 h 8"/>
                <a:gd name="T4" fmla="*/ 0 w 17"/>
                <a:gd name="T5" fmla="*/ 0 h 8"/>
                <a:gd name="T6" fmla="*/ 452 w 17"/>
                <a:gd name="T7" fmla="*/ 992 h 8"/>
                <a:gd name="T8" fmla="*/ 2009 w 17"/>
                <a:gd name="T9" fmla="*/ 1612 h 8"/>
                <a:gd name="T10" fmla="*/ 3876 w 17"/>
                <a:gd name="T11" fmla="*/ 2604 h 8"/>
                <a:gd name="T12" fmla="*/ 3694 w 17"/>
                <a:gd name="T13" fmla="*/ 137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">
                  <a:moveTo>
                    <a:pt x="16" y="4"/>
                  </a:moveTo>
                  <a:cubicBezTo>
                    <a:pt x="16" y="3"/>
                    <a:pt x="12" y="1"/>
                    <a:pt x="8" y="1"/>
                  </a:cubicBezTo>
                  <a:cubicBezTo>
                    <a:pt x="5" y="0"/>
                    <a:pt x="0" y="0"/>
                    <a:pt x="0" y="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5"/>
                    <a:pt x="6" y="4"/>
                    <a:pt x="9" y="5"/>
                  </a:cubicBezTo>
                  <a:cubicBezTo>
                    <a:pt x="14" y="5"/>
                    <a:pt x="17" y="6"/>
                    <a:pt x="17" y="8"/>
                  </a:cubicBezTo>
                  <a:lnTo>
                    <a:pt x="16" y="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5" name="Freeform 706">
              <a:extLst>
                <a:ext uri="{FF2B5EF4-FFF2-40B4-BE49-F238E27FC236}">
                  <a16:creationId xmlns:a16="http://schemas.microsoft.com/office/drawing/2014/main" id="{7641C9C8-8455-4CB4-A090-06FCF70D9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454"/>
              <a:ext cx="30" cy="40"/>
            </a:xfrm>
            <a:custGeom>
              <a:avLst/>
              <a:gdLst>
                <a:gd name="T0" fmla="*/ 783 w 12"/>
                <a:gd name="T1" fmla="*/ 5405 h 15"/>
                <a:gd name="T2" fmla="*/ 2738 w 12"/>
                <a:gd name="T3" fmla="*/ 1059 h 15"/>
                <a:gd name="T4" fmla="*/ 2270 w 12"/>
                <a:gd name="T5" fmla="*/ 0 h 15"/>
                <a:gd name="T6" fmla="*/ 313 w 12"/>
                <a:gd name="T7" fmla="*/ 4301 h 15"/>
                <a:gd name="T8" fmla="*/ 783 w 12"/>
                <a:gd name="T9" fmla="*/ 54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3" y="15"/>
                  </a:moveTo>
                  <a:cubicBezTo>
                    <a:pt x="2" y="12"/>
                    <a:pt x="12" y="4"/>
                    <a:pt x="11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1"/>
                    <a:pt x="0" y="9"/>
                    <a:pt x="1" y="12"/>
                  </a:cubicBezTo>
                  <a:lnTo>
                    <a:pt x="3" y="1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6" name="Freeform 707">
              <a:extLst>
                <a:ext uri="{FF2B5EF4-FFF2-40B4-BE49-F238E27FC236}">
                  <a16:creationId xmlns:a16="http://schemas.microsoft.com/office/drawing/2014/main" id="{F727B3F2-786C-4566-8344-057CB9E5B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468"/>
              <a:ext cx="30" cy="42"/>
            </a:xfrm>
            <a:custGeom>
              <a:avLst/>
              <a:gdLst>
                <a:gd name="T0" fmla="*/ 988 w 12"/>
                <a:gd name="T1" fmla="*/ 5229 h 16"/>
                <a:gd name="T2" fmla="*/ 2938 w 12"/>
                <a:gd name="T3" fmla="*/ 1378 h 16"/>
                <a:gd name="T4" fmla="*/ 2470 w 12"/>
                <a:gd name="T5" fmla="*/ 0 h 16"/>
                <a:gd name="T6" fmla="*/ 520 w 12"/>
                <a:gd name="T7" fmla="*/ 3998 h 16"/>
                <a:gd name="T8" fmla="*/ 988 w 12"/>
                <a:gd name="T9" fmla="*/ 522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4" y="16"/>
                  </a:moveTo>
                  <a:cubicBezTo>
                    <a:pt x="2" y="13"/>
                    <a:pt x="12" y="5"/>
                    <a:pt x="12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0" y="9"/>
                    <a:pt x="2" y="12"/>
                  </a:cubicBezTo>
                  <a:lnTo>
                    <a:pt x="4" y="1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7" name="Freeform 708">
              <a:extLst>
                <a:ext uri="{FF2B5EF4-FFF2-40B4-BE49-F238E27FC236}">
                  <a16:creationId xmlns:a16="http://schemas.microsoft.com/office/drawing/2014/main" id="{A58E943A-6692-4835-9DAC-CC1FC312F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409"/>
              <a:ext cx="10" cy="27"/>
            </a:xfrm>
            <a:custGeom>
              <a:avLst/>
              <a:gdLst>
                <a:gd name="T0" fmla="*/ 0 w 4"/>
                <a:gd name="T1" fmla="*/ 3877 h 10"/>
                <a:gd name="T2" fmla="*/ 783 w 4"/>
                <a:gd name="T3" fmla="*/ 1158 h 10"/>
                <a:gd name="T4" fmla="*/ 988 w 4"/>
                <a:gd name="T5" fmla="*/ 0 h 10"/>
                <a:gd name="T6" fmla="*/ 988 w 4"/>
                <a:gd name="T7" fmla="*/ 0 h 10"/>
                <a:gd name="T8" fmla="*/ 313 w 4"/>
                <a:gd name="T9" fmla="*/ 2028 h 10"/>
                <a:gd name="T10" fmla="*/ 0 w 4"/>
                <a:gd name="T11" fmla="*/ 3877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0" y="8"/>
                    <a:pt x="2" y="6"/>
                    <a:pt x="3" y="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2" y="3"/>
                    <a:pt x="1" y="5"/>
                  </a:cubicBezTo>
                  <a:cubicBezTo>
                    <a:pt x="0" y="7"/>
                    <a:pt x="0" y="8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8" name="Freeform 709">
              <a:extLst>
                <a:ext uri="{FF2B5EF4-FFF2-40B4-BE49-F238E27FC236}">
                  <a16:creationId xmlns:a16="http://schemas.microsoft.com/office/drawing/2014/main" id="{12ACD1F4-AE8F-452A-90AD-C94C2C9F8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428"/>
              <a:ext cx="15" cy="26"/>
            </a:xfrm>
            <a:custGeom>
              <a:avLst/>
              <a:gdLst>
                <a:gd name="T0" fmla="*/ 0 w 6"/>
                <a:gd name="T1" fmla="*/ 3110 h 10"/>
                <a:gd name="T2" fmla="*/ 988 w 6"/>
                <a:gd name="T3" fmla="*/ 967 h 10"/>
                <a:gd name="T4" fmla="*/ 1488 w 6"/>
                <a:gd name="T5" fmla="*/ 0 h 10"/>
                <a:gd name="T6" fmla="*/ 1488 w 6"/>
                <a:gd name="T7" fmla="*/ 0 h 10"/>
                <a:gd name="T8" fmla="*/ 520 w 6"/>
                <a:gd name="T9" fmla="*/ 1196 h 10"/>
                <a:gd name="T10" fmla="*/ 0 w 6"/>
                <a:gd name="T11" fmla="*/ 311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0" y="8"/>
                    <a:pt x="2" y="5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3" y="2"/>
                    <a:pt x="2" y="4"/>
                  </a:cubicBezTo>
                  <a:cubicBezTo>
                    <a:pt x="1" y="6"/>
                    <a:pt x="0" y="8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9" name="Freeform 710">
              <a:extLst>
                <a:ext uri="{FF2B5EF4-FFF2-40B4-BE49-F238E27FC236}">
                  <a16:creationId xmlns:a16="http://schemas.microsoft.com/office/drawing/2014/main" id="{A58F9431-2DE0-4485-8745-ACCC2A55A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441"/>
              <a:ext cx="15" cy="27"/>
            </a:xfrm>
            <a:custGeom>
              <a:avLst/>
              <a:gdLst>
                <a:gd name="T0" fmla="*/ 0 w 6"/>
                <a:gd name="T1" fmla="*/ 3877 h 10"/>
                <a:gd name="T2" fmla="*/ 988 w 6"/>
                <a:gd name="T3" fmla="*/ 1158 h 10"/>
                <a:gd name="T4" fmla="*/ 1488 w 6"/>
                <a:gd name="T5" fmla="*/ 0 h 10"/>
                <a:gd name="T6" fmla="*/ 1488 w 6"/>
                <a:gd name="T7" fmla="*/ 0 h 10"/>
                <a:gd name="T8" fmla="*/ 520 w 6"/>
                <a:gd name="T9" fmla="*/ 1596 h 10"/>
                <a:gd name="T10" fmla="*/ 0 w 6"/>
                <a:gd name="T11" fmla="*/ 3877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1" y="8"/>
                    <a:pt x="2" y="5"/>
                    <a:pt x="4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3" y="2"/>
                    <a:pt x="2" y="4"/>
                  </a:cubicBezTo>
                  <a:cubicBezTo>
                    <a:pt x="1" y="6"/>
                    <a:pt x="1" y="8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0" name="Freeform 711">
              <a:extLst>
                <a:ext uri="{FF2B5EF4-FFF2-40B4-BE49-F238E27FC236}">
                  <a16:creationId xmlns:a16="http://schemas.microsoft.com/office/drawing/2014/main" id="{CBD8E8B2-BB66-4A3A-A210-67E220F4E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465"/>
              <a:ext cx="17" cy="21"/>
            </a:xfrm>
            <a:custGeom>
              <a:avLst/>
              <a:gdLst>
                <a:gd name="T0" fmla="*/ 0 w 7"/>
                <a:gd name="T1" fmla="*/ 2604 h 8"/>
                <a:gd name="T2" fmla="*/ 1003 w 7"/>
                <a:gd name="T3" fmla="*/ 614 h 8"/>
                <a:gd name="T4" fmla="*/ 1433 w 7"/>
                <a:gd name="T5" fmla="*/ 0 h 8"/>
                <a:gd name="T6" fmla="*/ 1433 w 7"/>
                <a:gd name="T7" fmla="*/ 0 h 8"/>
                <a:gd name="T8" fmla="*/ 590 w 7"/>
                <a:gd name="T9" fmla="*/ 992 h 8"/>
                <a:gd name="T10" fmla="*/ 0 w 7"/>
                <a:gd name="T11" fmla="*/ 260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1" y="7"/>
                    <a:pt x="3" y="4"/>
                    <a:pt x="5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2"/>
                    <a:pt x="3" y="3"/>
                  </a:cubicBezTo>
                  <a:cubicBezTo>
                    <a:pt x="1" y="5"/>
                    <a:pt x="1" y="7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1" name="Freeform 712">
              <a:extLst>
                <a:ext uri="{FF2B5EF4-FFF2-40B4-BE49-F238E27FC236}">
                  <a16:creationId xmlns:a16="http://schemas.microsoft.com/office/drawing/2014/main" id="{87CFECE3-D9B9-438C-8EE3-0934084F4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481"/>
              <a:ext cx="18" cy="21"/>
            </a:xfrm>
            <a:custGeom>
              <a:avLst/>
              <a:gdLst>
                <a:gd name="T0" fmla="*/ 0 w 7"/>
                <a:gd name="T1" fmla="*/ 2604 h 8"/>
                <a:gd name="T2" fmla="*/ 1448 w 7"/>
                <a:gd name="T3" fmla="*/ 614 h 8"/>
                <a:gd name="T4" fmla="*/ 2003 w 7"/>
                <a:gd name="T5" fmla="*/ 0 h 8"/>
                <a:gd name="T6" fmla="*/ 2003 w 7"/>
                <a:gd name="T7" fmla="*/ 0 h 8"/>
                <a:gd name="T8" fmla="*/ 918 w 7"/>
                <a:gd name="T9" fmla="*/ 992 h 8"/>
                <a:gd name="T10" fmla="*/ 0 w 7"/>
                <a:gd name="T11" fmla="*/ 260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1" y="6"/>
                    <a:pt x="3" y="4"/>
                    <a:pt x="5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2"/>
                    <a:pt x="3" y="3"/>
                  </a:cubicBezTo>
                  <a:cubicBezTo>
                    <a:pt x="1" y="5"/>
                    <a:pt x="1" y="6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2" name="Freeform 713">
              <a:extLst>
                <a:ext uri="{FF2B5EF4-FFF2-40B4-BE49-F238E27FC236}">
                  <a16:creationId xmlns:a16="http://schemas.microsoft.com/office/drawing/2014/main" id="{FFDD2993-4E79-458B-B9D7-85D38EA92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396"/>
              <a:ext cx="12" cy="29"/>
            </a:xfrm>
            <a:custGeom>
              <a:avLst/>
              <a:gdLst>
                <a:gd name="T0" fmla="*/ 0 w 5"/>
                <a:gd name="T1" fmla="*/ 3662 h 11"/>
                <a:gd name="T2" fmla="*/ 564 w 5"/>
                <a:gd name="T3" fmla="*/ 1389 h 11"/>
                <a:gd name="T4" fmla="*/ 967 w 5"/>
                <a:gd name="T5" fmla="*/ 0 h 11"/>
                <a:gd name="T6" fmla="*/ 967 w 5"/>
                <a:gd name="T7" fmla="*/ 0 h 11"/>
                <a:gd name="T8" fmla="*/ 403 w 5"/>
                <a:gd name="T9" fmla="*/ 1648 h 11"/>
                <a:gd name="T10" fmla="*/ 0 w 5"/>
                <a:gd name="T11" fmla="*/ 3662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1" y="9"/>
                    <a:pt x="2" y="6"/>
                    <a:pt x="3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3" y="3"/>
                    <a:pt x="2" y="5"/>
                  </a:cubicBezTo>
                  <a:cubicBezTo>
                    <a:pt x="1" y="7"/>
                    <a:pt x="1" y="9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3" name="Freeform 714">
              <a:extLst>
                <a:ext uri="{FF2B5EF4-FFF2-40B4-BE49-F238E27FC236}">
                  <a16:creationId xmlns:a16="http://schemas.microsoft.com/office/drawing/2014/main" id="{7CEB0E8F-19BA-4EBF-8A2D-D8FB32442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377"/>
              <a:ext cx="8" cy="29"/>
            </a:xfrm>
            <a:custGeom>
              <a:avLst/>
              <a:gdLst>
                <a:gd name="T0" fmla="*/ 0 w 3"/>
                <a:gd name="T1" fmla="*/ 3662 h 11"/>
                <a:gd name="T2" fmla="*/ 661 w 3"/>
                <a:gd name="T3" fmla="*/ 1389 h 11"/>
                <a:gd name="T4" fmla="*/ 1059 w 3"/>
                <a:gd name="T5" fmla="*/ 0 h 11"/>
                <a:gd name="T6" fmla="*/ 1059 w 3"/>
                <a:gd name="T7" fmla="*/ 0 h 11"/>
                <a:gd name="T8" fmla="*/ 397 w 3"/>
                <a:gd name="T9" fmla="*/ 1648 h 11"/>
                <a:gd name="T10" fmla="*/ 0 w 3"/>
                <a:gd name="T11" fmla="*/ 3662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1">
                  <a:moveTo>
                    <a:pt x="0" y="11"/>
                  </a:moveTo>
                  <a:cubicBezTo>
                    <a:pt x="0" y="9"/>
                    <a:pt x="1" y="6"/>
                    <a:pt x="2" y="4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1" y="3"/>
                    <a:pt x="1" y="5"/>
                  </a:cubicBezTo>
                  <a:cubicBezTo>
                    <a:pt x="0" y="8"/>
                    <a:pt x="0" y="9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4" name="Freeform 715">
              <a:extLst>
                <a:ext uri="{FF2B5EF4-FFF2-40B4-BE49-F238E27FC236}">
                  <a16:creationId xmlns:a16="http://schemas.microsoft.com/office/drawing/2014/main" id="{461991CA-538F-4631-AE1D-DB45B3231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361"/>
              <a:ext cx="23" cy="45"/>
            </a:xfrm>
            <a:custGeom>
              <a:avLst/>
              <a:gdLst>
                <a:gd name="T0" fmla="*/ 1403 w 9"/>
                <a:gd name="T1" fmla="*/ 630 h 17"/>
                <a:gd name="T2" fmla="*/ 549 w 9"/>
                <a:gd name="T3" fmla="*/ 3131 h 17"/>
                <a:gd name="T4" fmla="*/ 0 w 9"/>
                <a:gd name="T5" fmla="*/ 5845 h 17"/>
                <a:gd name="T6" fmla="*/ 1104 w 9"/>
                <a:gd name="T7" fmla="*/ 5845 h 17"/>
                <a:gd name="T8" fmla="*/ 1620 w 9"/>
                <a:gd name="T9" fmla="*/ 3131 h 17"/>
                <a:gd name="T10" fmla="*/ 2520 w 9"/>
                <a:gd name="T11" fmla="*/ 0 h 17"/>
                <a:gd name="T12" fmla="*/ 1403 w 9"/>
                <a:gd name="T13" fmla="*/ 63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7">
                  <a:moveTo>
                    <a:pt x="5" y="2"/>
                  </a:moveTo>
                  <a:cubicBezTo>
                    <a:pt x="4" y="2"/>
                    <a:pt x="2" y="6"/>
                    <a:pt x="2" y="9"/>
                  </a:cubicBezTo>
                  <a:cubicBezTo>
                    <a:pt x="1" y="12"/>
                    <a:pt x="0" y="17"/>
                    <a:pt x="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5" y="16"/>
                    <a:pt x="5" y="12"/>
                    <a:pt x="6" y="9"/>
                  </a:cubicBezTo>
                  <a:cubicBezTo>
                    <a:pt x="6" y="4"/>
                    <a:pt x="8" y="1"/>
                    <a:pt x="9" y="0"/>
                  </a:cubicBezTo>
                  <a:lnTo>
                    <a:pt x="5" y="2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5" name="Freeform 716">
              <a:extLst>
                <a:ext uri="{FF2B5EF4-FFF2-40B4-BE49-F238E27FC236}">
                  <a16:creationId xmlns:a16="http://schemas.microsoft.com/office/drawing/2014/main" id="{C1586219-D0A0-4231-ADE6-D867FBAD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356"/>
              <a:ext cx="23" cy="42"/>
            </a:xfrm>
            <a:custGeom>
              <a:avLst/>
              <a:gdLst>
                <a:gd name="T0" fmla="*/ 1403 w 9"/>
                <a:gd name="T1" fmla="*/ 614 h 16"/>
                <a:gd name="T2" fmla="*/ 549 w 9"/>
                <a:gd name="T3" fmla="*/ 2985 h 16"/>
                <a:gd name="T4" fmla="*/ 0 w 9"/>
                <a:gd name="T5" fmla="*/ 5229 h 16"/>
                <a:gd name="T6" fmla="*/ 1104 w 9"/>
                <a:gd name="T7" fmla="*/ 4851 h 16"/>
                <a:gd name="T8" fmla="*/ 1620 w 9"/>
                <a:gd name="T9" fmla="*/ 2604 h 16"/>
                <a:gd name="T10" fmla="*/ 2520 w 9"/>
                <a:gd name="T11" fmla="*/ 0 h 16"/>
                <a:gd name="T12" fmla="*/ 1403 w 9"/>
                <a:gd name="T13" fmla="*/ 61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6">
                  <a:moveTo>
                    <a:pt x="5" y="2"/>
                  </a:moveTo>
                  <a:cubicBezTo>
                    <a:pt x="4" y="2"/>
                    <a:pt x="2" y="5"/>
                    <a:pt x="2" y="9"/>
                  </a:cubicBezTo>
                  <a:cubicBezTo>
                    <a:pt x="1" y="11"/>
                    <a:pt x="0" y="16"/>
                    <a:pt x="0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4"/>
                    <a:pt x="5" y="11"/>
                    <a:pt x="6" y="8"/>
                  </a:cubicBezTo>
                  <a:cubicBezTo>
                    <a:pt x="7" y="3"/>
                    <a:pt x="8" y="1"/>
                    <a:pt x="9" y="0"/>
                  </a:cubicBezTo>
                  <a:lnTo>
                    <a:pt x="5" y="2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6" name="Freeform 717">
              <a:extLst>
                <a:ext uri="{FF2B5EF4-FFF2-40B4-BE49-F238E27FC236}">
                  <a16:creationId xmlns:a16="http://schemas.microsoft.com/office/drawing/2014/main" id="{788438BD-22CB-46F3-9162-2042E7D0A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353"/>
              <a:ext cx="25" cy="37"/>
            </a:xfrm>
            <a:custGeom>
              <a:avLst/>
              <a:gdLst>
                <a:gd name="T0" fmla="*/ 1770 w 10"/>
                <a:gd name="T1" fmla="*/ 391 h 14"/>
                <a:gd name="T2" fmla="*/ 783 w 10"/>
                <a:gd name="T3" fmla="*/ 2437 h 14"/>
                <a:gd name="T4" fmla="*/ 0 w 10"/>
                <a:gd name="T5" fmla="*/ 4784 h 14"/>
                <a:gd name="T6" fmla="*/ 988 w 10"/>
                <a:gd name="T7" fmla="*/ 4392 h 14"/>
                <a:gd name="T8" fmla="*/ 1770 w 10"/>
                <a:gd name="T9" fmla="*/ 2437 h 14"/>
                <a:gd name="T10" fmla="*/ 2470 w 10"/>
                <a:gd name="T11" fmla="*/ 0 h 14"/>
                <a:gd name="T12" fmla="*/ 1770 w 10"/>
                <a:gd name="T13" fmla="*/ 39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4">
                  <a:moveTo>
                    <a:pt x="7" y="1"/>
                  </a:moveTo>
                  <a:cubicBezTo>
                    <a:pt x="6" y="1"/>
                    <a:pt x="4" y="4"/>
                    <a:pt x="3" y="7"/>
                  </a:cubicBezTo>
                  <a:cubicBezTo>
                    <a:pt x="2" y="9"/>
                    <a:pt x="0" y="14"/>
                    <a:pt x="0" y="14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3"/>
                    <a:pt x="6" y="10"/>
                    <a:pt x="7" y="7"/>
                  </a:cubicBezTo>
                  <a:cubicBezTo>
                    <a:pt x="9" y="3"/>
                    <a:pt x="9" y="1"/>
                    <a:pt x="10" y="0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7" name="Freeform 718">
              <a:extLst>
                <a:ext uri="{FF2B5EF4-FFF2-40B4-BE49-F238E27FC236}">
                  <a16:creationId xmlns:a16="http://schemas.microsoft.com/office/drawing/2014/main" id="{02E13311-C08E-4723-9199-A00A92F7C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350"/>
              <a:ext cx="35" cy="35"/>
            </a:xfrm>
            <a:custGeom>
              <a:avLst/>
              <a:gdLst>
                <a:gd name="T0" fmla="*/ 2470 w 14"/>
                <a:gd name="T1" fmla="*/ 0 h 13"/>
                <a:gd name="T2" fmla="*/ 988 w 14"/>
                <a:gd name="T3" fmla="*/ 2262 h 13"/>
                <a:gd name="T4" fmla="*/ 0 w 14"/>
                <a:gd name="T5" fmla="*/ 4935 h 13"/>
                <a:gd name="T6" fmla="*/ 988 w 14"/>
                <a:gd name="T7" fmla="*/ 4935 h 13"/>
                <a:gd name="T8" fmla="*/ 1958 w 14"/>
                <a:gd name="T9" fmla="*/ 2673 h 13"/>
                <a:gd name="T10" fmla="*/ 3438 w 14"/>
                <a:gd name="T11" fmla="*/ 0 h 13"/>
                <a:gd name="T12" fmla="*/ 2470 w 1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10" y="0"/>
                  </a:moveTo>
                  <a:cubicBezTo>
                    <a:pt x="8" y="0"/>
                    <a:pt x="6" y="3"/>
                    <a:pt x="4" y="6"/>
                  </a:cubicBezTo>
                  <a:cubicBezTo>
                    <a:pt x="3" y="9"/>
                    <a:pt x="0" y="13"/>
                    <a:pt x="0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3"/>
                    <a:pt x="7" y="10"/>
                    <a:pt x="8" y="7"/>
                  </a:cubicBezTo>
                  <a:cubicBezTo>
                    <a:pt x="10" y="2"/>
                    <a:pt x="13" y="0"/>
                    <a:pt x="14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8" name="Freeform 719">
              <a:extLst>
                <a:ext uri="{FF2B5EF4-FFF2-40B4-BE49-F238E27FC236}">
                  <a16:creationId xmlns:a16="http://schemas.microsoft.com/office/drawing/2014/main" id="{46B4D99D-B483-4E47-A350-30F239133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361"/>
              <a:ext cx="35" cy="35"/>
            </a:xfrm>
            <a:custGeom>
              <a:avLst/>
              <a:gdLst>
                <a:gd name="T0" fmla="*/ 3438 w 14"/>
                <a:gd name="T1" fmla="*/ 4254 h 13"/>
                <a:gd name="T2" fmla="*/ 988 w 14"/>
                <a:gd name="T3" fmla="*/ 0 h 13"/>
                <a:gd name="T4" fmla="*/ 0 w 14"/>
                <a:gd name="T5" fmla="*/ 681 h 13"/>
                <a:gd name="T6" fmla="*/ 2470 w 14"/>
                <a:gd name="T7" fmla="*/ 4531 h 13"/>
                <a:gd name="T8" fmla="*/ 3438 w 14"/>
                <a:gd name="T9" fmla="*/ 425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4" y="11"/>
                  </a:moveTo>
                  <a:cubicBezTo>
                    <a:pt x="11" y="12"/>
                    <a:pt x="5" y="0"/>
                    <a:pt x="4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6" y="13"/>
                    <a:pt x="10" y="12"/>
                  </a:cubicBezTo>
                  <a:lnTo>
                    <a:pt x="14" y="11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9" name="Freeform 720">
              <a:extLst>
                <a:ext uri="{FF2B5EF4-FFF2-40B4-BE49-F238E27FC236}">
                  <a16:creationId xmlns:a16="http://schemas.microsoft.com/office/drawing/2014/main" id="{C762377F-CBA6-438C-9DD7-4485808DB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356"/>
              <a:ext cx="35" cy="34"/>
            </a:xfrm>
            <a:custGeom>
              <a:avLst/>
              <a:gdLst>
                <a:gd name="T0" fmla="*/ 3438 w 14"/>
                <a:gd name="T1" fmla="*/ 3557 h 13"/>
                <a:gd name="T2" fmla="*/ 988 w 14"/>
                <a:gd name="T3" fmla="*/ 0 h 13"/>
                <a:gd name="T4" fmla="*/ 0 w 14"/>
                <a:gd name="T5" fmla="*/ 609 h 13"/>
                <a:gd name="T6" fmla="*/ 2470 w 14"/>
                <a:gd name="T7" fmla="*/ 3790 h 13"/>
                <a:gd name="T8" fmla="*/ 3438 w 14"/>
                <a:gd name="T9" fmla="*/ 355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4" y="11"/>
                  </a:moveTo>
                  <a:cubicBezTo>
                    <a:pt x="11" y="12"/>
                    <a:pt x="5" y="0"/>
                    <a:pt x="4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7" y="13"/>
                    <a:pt x="10" y="12"/>
                  </a:cubicBezTo>
                  <a:lnTo>
                    <a:pt x="14" y="11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0" name="Freeform 721">
              <a:extLst>
                <a:ext uri="{FF2B5EF4-FFF2-40B4-BE49-F238E27FC236}">
                  <a16:creationId xmlns:a16="http://schemas.microsoft.com/office/drawing/2014/main" id="{992C8513-9E12-4273-9004-39B3F3144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358"/>
              <a:ext cx="17" cy="27"/>
            </a:xfrm>
            <a:custGeom>
              <a:avLst/>
              <a:gdLst>
                <a:gd name="T0" fmla="*/ 1433 w 7"/>
                <a:gd name="T1" fmla="*/ 3877 h 10"/>
                <a:gd name="T2" fmla="*/ 413 w 7"/>
                <a:gd name="T3" fmla="*/ 1158 h 10"/>
                <a:gd name="T4" fmla="*/ 0 w 7"/>
                <a:gd name="T5" fmla="*/ 0 h 10"/>
                <a:gd name="T6" fmla="*/ 0 w 7"/>
                <a:gd name="T7" fmla="*/ 0 h 10"/>
                <a:gd name="T8" fmla="*/ 590 w 7"/>
                <a:gd name="T9" fmla="*/ 2028 h 10"/>
                <a:gd name="T10" fmla="*/ 1433 w 7"/>
                <a:gd name="T11" fmla="*/ 3877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6" y="8"/>
                    <a:pt x="4" y="6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3"/>
                    <a:pt x="3" y="5"/>
                  </a:cubicBezTo>
                  <a:cubicBezTo>
                    <a:pt x="4" y="7"/>
                    <a:pt x="5" y="8"/>
                    <a:pt x="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1" name="Freeform 722">
              <a:extLst>
                <a:ext uri="{FF2B5EF4-FFF2-40B4-BE49-F238E27FC236}">
                  <a16:creationId xmlns:a16="http://schemas.microsoft.com/office/drawing/2014/main" id="{A9739BA7-40B1-4593-91D1-260A70AD0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366"/>
              <a:ext cx="17" cy="24"/>
            </a:xfrm>
            <a:custGeom>
              <a:avLst/>
              <a:gdLst>
                <a:gd name="T0" fmla="*/ 1433 w 7"/>
                <a:gd name="T1" fmla="*/ 3243 h 9"/>
                <a:gd name="T2" fmla="*/ 413 w 7"/>
                <a:gd name="T3" fmla="*/ 1059 h 9"/>
                <a:gd name="T4" fmla="*/ 0 w 7"/>
                <a:gd name="T5" fmla="*/ 0 h 9"/>
                <a:gd name="T6" fmla="*/ 0 w 7"/>
                <a:gd name="T7" fmla="*/ 0 h 9"/>
                <a:gd name="T8" fmla="*/ 590 w 7"/>
                <a:gd name="T9" fmla="*/ 1763 h 9"/>
                <a:gd name="T10" fmla="*/ 1433 w 7"/>
                <a:gd name="T11" fmla="*/ 324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6" y="8"/>
                    <a:pt x="4" y="5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3"/>
                    <a:pt x="3" y="5"/>
                  </a:cubicBezTo>
                  <a:cubicBezTo>
                    <a:pt x="4" y="7"/>
                    <a:pt x="5" y="8"/>
                    <a:pt x="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2" name="Freeform 723">
              <a:extLst>
                <a:ext uri="{FF2B5EF4-FFF2-40B4-BE49-F238E27FC236}">
                  <a16:creationId xmlns:a16="http://schemas.microsoft.com/office/drawing/2014/main" id="{8CE3E2B8-9F49-45D3-BE74-9B379120E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353"/>
              <a:ext cx="32" cy="35"/>
            </a:xfrm>
            <a:custGeom>
              <a:avLst/>
              <a:gdLst>
                <a:gd name="T0" fmla="*/ 2897 w 13"/>
                <a:gd name="T1" fmla="*/ 3842 h 13"/>
                <a:gd name="T2" fmla="*/ 625 w 13"/>
                <a:gd name="T3" fmla="*/ 0 h 13"/>
                <a:gd name="T4" fmla="*/ 0 w 13"/>
                <a:gd name="T5" fmla="*/ 428 h 13"/>
                <a:gd name="T6" fmla="*/ 2284 w 13"/>
                <a:gd name="T7" fmla="*/ 4254 h 13"/>
                <a:gd name="T8" fmla="*/ 2897 w 13"/>
                <a:gd name="T9" fmla="*/ 384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10"/>
                  </a:moveTo>
                  <a:cubicBezTo>
                    <a:pt x="10" y="11"/>
                    <a:pt x="5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6" y="13"/>
                    <a:pt x="10" y="11"/>
                  </a:cubicBezTo>
                  <a:lnTo>
                    <a:pt x="13" y="1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3" name="Freeform 724">
              <a:extLst>
                <a:ext uri="{FF2B5EF4-FFF2-40B4-BE49-F238E27FC236}">
                  <a16:creationId xmlns:a16="http://schemas.microsoft.com/office/drawing/2014/main" id="{7A6A7933-48A3-446E-9D42-057B73557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356"/>
              <a:ext cx="18" cy="24"/>
            </a:xfrm>
            <a:custGeom>
              <a:avLst/>
              <a:gdLst>
                <a:gd name="T0" fmla="*/ 2003 w 7"/>
                <a:gd name="T1" fmla="*/ 3243 h 9"/>
                <a:gd name="T2" fmla="*/ 563 w 7"/>
                <a:gd name="T3" fmla="*/ 1059 h 9"/>
                <a:gd name="T4" fmla="*/ 0 w 7"/>
                <a:gd name="T5" fmla="*/ 0 h 9"/>
                <a:gd name="T6" fmla="*/ 0 w 7"/>
                <a:gd name="T7" fmla="*/ 0 h 9"/>
                <a:gd name="T8" fmla="*/ 918 w 7"/>
                <a:gd name="T9" fmla="*/ 1763 h 9"/>
                <a:gd name="T10" fmla="*/ 2003 w 7"/>
                <a:gd name="T11" fmla="*/ 324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6" y="8"/>
                    <a:pt x="4" y="5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3"/>
                    <a:pt x="3" y="5"/>
                  </a:cubicBezTo>
                  <a:cubicBezTo>
                    <a:pt x="4" y="7"/>
                    <a:pt x="6" y="8"/>
                    <a:pt x="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4" name="Freeform 725">
              <a:extLst>
                <a:ext uri="{FF2B5EF4-FFF2-40B4-BE49-F238E27FC236}">
                  <a16:creationId xmlns:a16="http://schemas.microsoft.com/office/drawing/2014/main" id="{E70A8F3F-DBB3-4532-94C0-E039BC69E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348"/>
              <a:ext cx="25" cy="37"/>
            </a:xfrm>
            <a:custGeom>
              <a:avLst/>
              <a:gdLst>
                <a:gd name="T0" fmla="*/ 2470 w 10"/>
                <a:gd name="T1" fmla="*/ 4784 h 14"/>
                <a:gd name="T2" fmla="*/ 1300 w 10"/>
                <a:gd name="T3" fmla="*/ 0 h 14"/>
                <a:gd name="T4" fmla="*/ 0 w 10"/>
                <a:gd name="T5" fmla="*/ 0 h 14"/>
                <a:gd name="T6" fmla="*/ 1488 w 10"/>
                <a:gd name="T7" fmla="*/ 4392 h 14"/>
                <a:gd name="T8" fmla="*/ 2470 w 10"/>
                <a:gd name="T9" fmla="*/ 478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4">
                  <a:moveTo>
                    <a:pt x="10" y="14"/>
                  </a:moveTo>
                  <a:cubicBezTo>
                    <a:pt x="7" y="13"/>
                    <a:pt x="6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3" y="13"/>
                    <a:pt x="6" y="13"/>
                  </a:cubicBezTo>
                  <a:lnTo>
                    <a:pt x="10" y="14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5" name="Freeform 726">
              <a:extLst>
                <a:ext uri="{FF2B5EF4-FFF2-40B4-BE49-F238E27FC236}">
                  <a16:creationId xmlns:a16="http://schemas.microsoft.com/office/drawing/2014/main" id="{C4B8D34C-4725-4751-962E-80061F1E9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350"/>
              <a:ext cx="8" cy="30"/>
            </a:xfrm>
            <a:custGeom>
              <a:avLst/>
              <a:gdLst>
                <a:gd name="T0" fmla="*/ 1059 w 3"/>
                <a:gd name="T1" fmla="*/ 4544 h 11"/>
                <a:gd name="T2" fmla="*/ 0 w 3"/>
                <a:gd name="T3" fmla="*/ 1666 h 11"/>
                <a:gd name="T4" fmla="*/ 0 w 3"/>
                <a:gd name="T5" fmla="*/ 0 h 11"/>
                <a:gd name="T6" fmla="*/ 0 w 3"/>
                <a:gd name="T7" fmla="*/ 447 h 11"/>
                <a:gd name="T8" fmla="*/ 0 w 3"/>
                <a:gd name="T9" fmla="*/ 2433 h 11"/>
                <a:gd name="T10" fmla="*/ 1059 w 3"/>
                <a:gd name="T11" fmla="*/ 454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1">
                  <a:moveTo>
                    <a:pt x="3" y="11"/>
                  </a:moveTo>
                  <a:cubicBezTo>
                    <a:pt x="2" y="10"/>
                    <a:pt x="1" y="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4"/>
                    <a:pt x="0" y="6"/>
                  </a:cubicBezTo>
                  <a:cubicBezTo>
                    <a:pt x="1" y="8"/>
                    <a:pt x="2" y="10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6" name="Freeform 727">
              <a:extLst>
                <a:ext uri="{FF2B5EF4-FFF2-40B4-BE49-F238E27FC236}">
                  <a16:creationId xmlns:a16="http://schemas.microsoft.com/office/drawing/2014/main" id="{56634AC6-8BA3-451C-A1BF-B158C7EE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388"/>
              <a:ext cx="15" cy="50"/>
            </a:xfrm>
            <a:custGeom>
              <a:avLst/>
              <a:gdLst>
                <a:gd name="T0" fmla="*/ 313 w 6"/>
                <a:gd name="T1" fmla="*/ 616 h 19"/>
                <a:gd name="T2" fmla="*/ 313 w 6"/>
                <a:gd name="T3" fmla="*/ 3642 h 19"/>
                <a:gd name="T4" fmla="*/ 520 w 6"/>
                <a:gd name="T5" fmla="*/ 6324 h 19"/>
                <a:gd name="T6" fmla="*/ 1300 w 6"/>
                <a:gd name="T7" fmla="*/ 5318 h 19"/>
                <a:gd name="T8" fmla="*/ 988 w 6"/>
                <a:gd name="T9" fmla="*/ 3026 h 19"/>
                <a:gd name="T10" fmla="*/ 988 w 6"/>
                <a:gd name="T11" fmla="*/ 0 h 19"/>
                <a:gd name="T12" fmla="*/ 313 w 6"/>
                <a:gd name="T13" fmla="*/ 61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1" y="2"/>
                  </a:moveTo>
                  <a:cubicBezTo>
                    <a:pt x="0" y="3"/>
                    <a:pt x="0" y="8"/>
                    <a:pt x="1" y="11"/>
                  </a:cubicBezTo>
                  <a:cubicBezTo>
                    <a:pt x="1" y="14"/>
                    <a:pt x="2" y="19"/>
                    <a:pt x="2" y="19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5"/>
                    <a:pt x="5" y="12"/>
                    <a:pt x="4" y="9"/>
                  </a:cubicBezTo>
                  <a:cubicBezTo>
                    <a:pt x="3" y="4"/>
                    <a:pt x="3" y="1"/>
                    <a:pt x="4" y="0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7" name="Freeform 728">
              <a:extLst>
                <a:ext uri="{FF2B5EF4-FFF2-40B4-BE49-F238E27FC236}">
                  <a16:creationId xmlns:a16="http://schemas.microsoft.com/office/drawing/2014/main" id="{B6FDF5CC-FBE1-4FC2-B329-0AB9E04A2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374"/>
              <a:ext cx="15" cy="51"/>
            </a:xfrm>
            <a:custGeom>
              <a:avLst/>
              <a:gdLst>
                <a:gd name="T0" fmla="*/ 313 w 6"/>
                <a:gd name="T1" fmla="*/ 1082 h 19"/>
                <a:gd name="T2" fmla="*/ 0 w 6"/>
                <a:gd name="T3" fmla="*/ 4193 h 19"/>
                <a:gd name="T4" fmla="*/ 520 w 6"/>
                <a:gd name="T5" fmla="*/ 7119 h 19"/>
                <a:gd name="T6" fmla="*/ 1300 w 6"/>
                <a:gd name="T7" fmla="*/ 5972 h 19"/>
                <a:gd name="T8" fmla="*/ 988 w 6"/>
                <a:gd name="T9" fmla="*/ 3328 h 19"/>
                <a:gd name="T10" fmla="*/ 988 w 6"/>
                <a:gd name="T11" fmla="*/ 0 h 19"/>
                <a:gd name="T12" fmla="*/ 313 w 6"/>
                <a:gd name="T13" fmla="*/ 108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1" y="3"/>
                  </a:moveTo>
                  <a:cubicBezTo>
                    <a:pt x="0" y="4"/>
                    <a:pt x="0" y="8"/>
                    <a:pt x="0" y="11"/>
                  </a:cubicBezTo>
                  <a:cubicBezTo>
                    <a:pt x="1" y="14"/>
                    <a:pt x="2" y="19"/>
                    <a:pt x="2" y="19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5"/>
                    <a:pt x="4" y="12"/>
                    <a:pt x="4" y="9"/>
                  </a:cubicBezTo>
                  <a:cubicBezTo>
                    <a:pt x="3" y="4"/>
                    <a:pt x="4" y="1"/>
                    <a:pt x="4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8" name="Freeform 729">
              <a:extLst>
                <a:ext uri="{FF2B5EF4-FFF2-40B4-BE49-F238E27FC236}">
                  <a16:creationId xmlns:a16="http://schemas.microsoft.com/office/drawing/2014/main" id="{7ED8BFF0-7327-4107-AB88-650A37950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385"/>
              <a:ext cx="40" cy="32"/>
            </a:xfrm>
            <a:custGeom>
              <a:avLst/>
              <a:gdLst>
                <a:gd name="T0" fmla="*/ 3908 w 16"/>
                <a:gd name="T1" fmla="*/ 2581 h 12"/>
                <a:gd name="T2" fmla="*/ 783 w 16"/>
                <a:gd name="T3" fmla="*/ 397 h 12"/>
                <a:gd name="T4" fmla="*/ 0 w 16"/>
                <a:gd name="T5" fmla="*/ 1459 h 12"/>
                <a:gd name="T6" fmla="*/ 3250 w 16"/>
                <a:gd name="T7" fmla="*/ 3243 h 12"/>
                <a:gd name="T8" fmla="*/ 3908 w 16"/>
                <a:gd name="T9" fmla="*/ 258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16" y="7"/>
                  </a:moveTo>
                  <a:cubicBezTo>
                    <a:pt x="13" y="9"/>
                    <a:pt x="4" y="0"/>
                    <a:pt x="3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0" y="12"/>
                    <a:pt x="13" y="9"/>
                  </a:cubicBezTo>
                  <a:lnTo>
                    <a:pt x="16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9" name="Freeform 730">
              <a:extLst>
                <a:ext uri="{FF2B5EF4-FFF2-40B4-BE49-F238E27FC236}">
                  <a16:creationId xmlns:a16="http://schemas.microsoft.com/office/drawing/2014/main" id="{01ED05F7-E781-4335-8E66-19748EEC7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374"/>
              <a:ext cx="40" cy="30"/>
            </a:xfrm>
            <a:custGeom>
              <a:avLst/>
              <a:gdLst>
                <a:gd name="T0" fmla="*/ 3908 w 16"/>
                <a:gd name="T1" fmla="*/ 2877 h 11"/>
                <a:gd name="T2" fmla="*/ 783 w 16"/>
                <a:gd name="T3" fmla="*/ 447 h 11"/>
                <a:gd name="T4" fmla="*/ 0 w 16"/>
                <a:gd name="T5" fmla="*/ 1219 h 11"/>
                <a:gd name="T6" fmla="*/ 3250 w 16"/>
                <a:gd name="T7" fmla="*/ 3755 h 11"/>
                <a:gd name="T8" fmla="*/ 3908 w 16"/>
                <a:gd name="T9" fmla="*/ 287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16" y="7"/>
                  </a:moveTo>
                  <a:cubicBezTo>
                    <a:pt x="14" y="9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0" y="11"/>
                    <a:pt x="13" y="9"/>
                  </a:cubicBezTo>
                  <a:lnTo>
                    <a:pt x="16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0" name="Freeform 731">
              <a:extLst>
                <a:ext uri="{FF2B5EF4-FFF2-40B4-BE49-F238E27FC236}">
                  <a16:creationId xmlns:a16="http://schemas.microsoft.com/office/drawing/2014/main" id="{6A64DEBC-E015-438E-A5EE-1DC145A26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377"/>
              <a:ext cx="22" cy="19"/>
            </a:xfrm>
            <a:custGeom>
              <a:avLst/>
              <a:gdLst>
                <a:gd name="T0" fmla="*/ 1931 w 9"/>
                <a:gd name="T1" fmla="*/ 2823 h 7"/>
                <a:gd name="T2" fmla="*/ 616 w 9"/>
                <a:gd name="T3" fmla="*/ 1200 h 7"/>
                <a:gd name="T4" fmla="*/ 0 w 9"/>
                <a:gd name="T5" fmla="*/ 0 h 7"/>
                <a:gd name="T6" fmla="*/ 0 w 9"/>
                <a:gd name="T7" fmla="*/ 442 h 7"/>
                <a:gd name="T8" fmla="*/ 860 w 9"/>
                <a:gd name="T9" fmla="*/ 1620 h 7"/>
                <a:gd name="T10" fmla="*/ 1931 w 9"/>
                <a:gd name="T11" fmla="*/ 2823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">
                  <a:moveTo>
                    <a:pt x="9" y="7"/>
                  </a:moveTo>
                  <a:cubicBezTo>
                    <a:pt x="7" y="6"/>
                    <a:pt x="5" y="4"/>
                    <a:pt x="3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2" y="3"/>
                    <a:pt x="4" y="4"/>
                  </a:cubicBezTo>
                  <a:cubicBezTo>
                    <a:pt x="6" y="6"/>
                    <a:pt x="7" y="6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1" name="Freeform 732">
              <a:extLst>
                <a:ext uri="{FF2B5EF4-FFF2-40B4-BE49-F238E27FC236}">
                  <a16:creationId xmlns:a16="http://schemas.microsoft.com/office/drawing/2014/main" id="{80584AF9-C5E2-4C37-AC85-44B7F6C23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390"/>
              <a:ext cx="25" cy="16"/>
            </a:xfrm>
            <a:custGeom>
              <a:avLst/>
              <a:gdLst>
                <a:gd name="T0" fmla="*/ 2470 w 10"/>
                <a:gd name="T1" fmla="*/ 2184 h 6"/>
                <a:gd name="T2" fmla="*/ 783 w 10"/>
                <a:gd name="T3" fmla="*/ 661 h 6"/>
                <a:gd name="T4" fmla="*/ 0 w 10"/>
                <a:gd name="T5" fmla="*/ 0 h 6"/>
                <a:gd name="T6" fmla="*/ 0 w 10"/>
                <a:gd name="T7" fmla="*/ 0 h 6"/>
                <a:gd name="T8" fmla="*/ 988 w 10"/>
                <a:gd name="T9" fmla="*/ 1459 h 6"/>
                <a:gd name="T10" fmla="*/ 2470 w 10"/>
                <a:gd name="T11" fmla="*/ 218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">
                  <a:moveTo>
                    <a:pt x="10" y="6"/>
                  </a:moveTo>
                  <a:cubicBezTo>
                    <a:pt x="8" y="5"/>
                    <a:pt x="5" y="4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2"/>
                    <a:pt x="4" y="4"/>
                  </a:cubicBezTo>
                  <a:cubicBezTo>
                    <a:pt x="6" y="5"/>
                    <a:pt x="8" y="5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2" name="Freeform 733">
              <a:extLst>
                <a:ext uri="{FF2B5EF4-FFF2-40B4-BE49-F238E27FC236}">
                  <a16:creationId xmlns:a16="http://schemas.microsoft.com/office/drawing/2014/main" id="{FB464D7E-28A2-4170-ADE6-3922F21D5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465"/>
              <a:ext cx="28" cy="45"/>
            </a:xfrm>
            <a:custGeom>
              <a:avLst/>
              <a:gdLst>
                <a:gd name="T0" fmla="*/ 331 w 11"/>
                <a:gd name="T1" fmla="*/ 1429 h 17"/>
                <a:gd name="T2" fmla="*/ 1387 w 11"/>
                <a:gd name="T3" fmla="*/ 3783 h 17"/>
                <a:gd name="T4" fmla="*/ 2688 w 11"/>
                <a:gd name="T5" fmla="*/ 5845 h 17"/>
                <a:gd name="T6" fmla="*/ 2986 w 11"/>
                <a:gd name="T7" fmla="*/ 4415 h 17"/>
                <a:gd name="T8" fmla="*/ 1932 w 11"/>
                <a:gd name="T9" fmla="*/ 2748 h 17"/>
                <a:gd name="T10" fmla="*/ 545 w 11"/>
                <a:gd name="T11" fmla="*/ 0 h 17"/>
                <a:gd name="T12" fmla="*/ 331 w 11"/>
                <a:gd name="T13" fmla="*/ 142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7">
                  <a:moveTo>
                    <a:pt x="1" y="4"/>
                  </a:moveTo>
                  <a:cubicBezTo>
                    <a:pt x="0" y="5"/>
                    <a:pt x="2" y="9"/>
                    <a:pt x="5" y="11"/>
                  </a:cubicBezTo>
                  <a:cubicBezTo>
                    <a:pt x="6" y="13"/>
                    <a:pt x="10" y="17"/>
                    <a:pt x="10" y="17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9" y="10"/>
                    <a:pt x="7" y="8"/>
                  </a:cubicBezTo>
                  <a:cubicBezTo>
                    <a:pt x="3" y="4"/>
                    <a:pt x="2" y="1"/>
                    <a:pt x="2" y="0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3" name="Freeform 734">
              <a:extLst>
                <a:ext uri="{FF2B5EF4-FFF2-40B4-BE49-F238E27FC236}">
                  <a16:creationId xmlns:a16="http://schemas.microsoft.com/office/drawing/2014/main" id="{3AEA9AFF-652E-4E22-BABC-B7ED42DCA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446"/>
              <a:ext cx="28" cy="48"/>
            </a:xfrm>
            <a:custGeom>
              <a:avLst/>
              <a:gdLst>
                <a:gd name="T0" fmla="*/ 331 w 11"/>
                <a:gd name="T1" fmla="*/ 1459 h 18"/>
                <a:gd name="T2" fmla="*/ 1056 w 11"/>
                <a:gd name="T3" fmla="*/ 4301 h 18"/>
                <a:gd name="T4" fmla="*/ 2474 w 11"/>
                <a:gd name="T5" fmla="*/ 6464 h 18"/>
                <a:gd name="T6" fmla="*/ 2986 w 11"/>
                <a:gd name="T7" fmla="*/ 5005 h 18"/>
                <a:gd name="T8" fmla="*/ 1601 w 11"/>
                <a:gd name="T9" fmla="*/ 2824 h 18"/>
                <a:gd name="T10" fmla="*/ 843 w 11"/>
                <a:gd name="T11" fmla="*/ 0 h 18"/>
                <a:gd name="T12" fmla="*/ 331 w 11"/>
                <a:gd name="T13" fmla="*/ 14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8">
                  <a:moveTo>
                    <a:pt x="1" y="4"/>
                  </a:moveTo>
                  <a:cubicBezTo>
                    <a:pt x="0" y="6"/>
                    <a:pt x="2" y="9"/>
                    <a:pt x="4" y="12"/>
                  </a:cubicBezTo>
                  <a:cubicBezTo>
                    <a:pt x="6" y="14"/>
                    <a:pt x="9" y="17"/>
                    <a:pt x="9" y="18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2"/>
                    <a:pt x="8" y="10"/>
                    <a:pt x="6" y="8"/>
                  </a:cubicBezTo>
                  <a:cubicBezTo>
                    <a:pt x="3" y="4"/>
                    <a:pt x="2" y="2"/>
                    <a:pt x="3" y="0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4" name="Freeform 735">
              <a:extLst>
                <a:ext uri="{FF2B5EF4-FFF2-40B4-BE49-F238E27FC236}">
                  <a16:creationId xmlns:a16="http://schemas.microsoft.com/office/drawing/2014/main" id="{77DB3A43-39EB-418C-94A8-E21B0BB50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425"/>
              <a:ext cx="23" cy="45"/>
            </a:xfrm>
            <a:custGeom>
              <a:avLst/>
              <a:gdLst>
                <a:gd name="T0" fmla="*/ 0 w 9"/>
                <a:gd name="T1" fmla="*/ 1038 h 17"/>
                <a:gd name="T2" fmla="*/ 549 w 9"/>
                <a:gd name="T3" fmla="*/ 3391 h 17"/>
                <a:gd name="T4" fmla="*/ 1620 w 9"/>
                <a:gd name="T5" fmla="*/ 5845 h 17"/>
                <a:gd name="T6" fmla="*/ 2167 w 9"/>
                <a:gd name="T7" fmla="*/ 4415 h 17"/>
                <a:gd name="T8" fmla="*/ 1403 w 9"/>
                <a:gd name="T9" fmla="*/ 2446 h 17"/>
                <a:gd name="T10" fmla="*/ 549 w 9"/>
                <a:gd name="T11" fmla="*/ 0 h 17"/>
                <a:gd name="T12" fmla="*/ 0 w 9"/>
                <a:gd name="T13" fmla="*/ 103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7">
                  <a:moveTo>
                    <a:pt x="0" y="3"/>
                  </a:moveTo>
                  <a:cubicBezTo>
                    <a:pt x="0" y="4"/>
                    <a:pt x="1" y="7"/>
                    <a:pt x="2" y="10"/>
                  </a:cubicBezTo>
                  <a:cubicBezTo>
                    <a:pt x="4" y="12"/>
                    <a:pt x="6" y="17"/>
                    <a:pt x="6" y="17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2"/>
                    <a:pt x="7" y="10"/>
                    <a:pt x="5" y="7"/>
                  </a:cubicBezTo>
                  <a:cubicBezTo>
                    <a:pt x="3" y="3"/>
                    <a:pt x="1" y="1"/>
                    <a:pt x="2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5" name="Freeform 736">
              <a:extLst>
                <a:ext uri="{FF2B5EF4-FFF2-40B4-BE49-F238E27FC236}">
                  <a16:creationId xmlns:a16="http://schemas.microsoft.com/office/drawing/2014/main" id="{6BB7FD4C-4226-4792-8E19-849964A49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404"/>
              <a:ext cx="23" cy="50"/>
            </a:xfrm>
            <a:custGeom>
              <a:avLst/>
              <a:gdLst>
                <a:gd name="T0" fmla="*/ 332 w 9"/>
                <a:gd name="T1" fmla="*/ 1384 h 19"/>
                <a:gd name="T2" fmla="*/ 848 w 9"/>
                <a:gd name="T3" fmla="*/ 4032 h 19"/>
                <a:gd name="T4" fmla="*/ 1620 w 9"/>
                <a:gd name="T5" fmla="*/ 6324 h 19"/>
                <a:gd name="T6" fmla="*/ 2167 w 9"/>
                <a:gd name="T7" fmla="*/ 5318 h 19"/>
                <a:gd name="T8" fmla="*/ 1620 w 9"/>
                <a:gd name="T9" fmla="*/ 3261 h 19"/>
                <a:gd name="T10" fmla="*/ 1104 w 9"/>
                <a:gd name="T11" fmla="*/ 0 h 19"/>
                <a:gd name="T12" fmla="*/ 332 w 9"/>
                <a:gd name="T13" fmla="*/ 138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9">
                  <a:moveTo>
                    <a:pt x="1" y="4"/>
                  </a:moveTo>
                  <a:cubicBezTo>
                    <a:pt x="0" y="5"/>
                    <a:pt x="2" y="9"/>
                    <a:pt x="3" y="12"/>
                  </a:cubicBezTo>
                  <a:cubicBezTo>
                    <a:pt x="4" y="15"/>
                    <a:pt x="6" y="19"/>
                    <a:pt x="6" y="19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9" y="15"/>
                    <a:pt x="7" y="12"/>
                    <a:pt x="6" y="10"/>
                  </a:cubicBezTo>
                  <a:cubicBezTo>
                    <a:pt x="4" y="5"/>
                    <a:pt x="3" y="1"/>
                    <a:pt x="4" y="0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6" name="Freeform 737">
              <a:extLst>
                <a:ext uri="{FF2B5EF4-FFF2-40B4-BE49-F238E27FC236}">
                  <a16:creationId xmlns:a16="http://schemas.microsoft.com/office/drawing/2014/main" id="{8E4AC68D-CCE8-4BAF-8F4C-82BA2C000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462"/>
              <a:ext cx="40" cy="19"/>
            </a:xfrm>
            <a:custGeom>
              <a:avLst/>
              <a:gdLst>
                <a:gd name="T0" fmla="*/ 3908 w 16"/>
                <a:gd name="T1" fmla="*/ 0 h 7"/>
                <a:gd name="T2" fmla="*/ 520 w 16"/>
                <a:gd name="T3" fmla="*/ 442 h 7"/>
                <a:gd name="T4" fmla="*/ 0 w 16"/>
                <a:gd name="T5" fmla="*/ 2063 h 7"/>
                <a:gd name="T6" fmla="*/ 3720 w 16"/>
                <a:gd name="T7" fmla="*/ 1200 h 7"/>
                <a:gd name="T8" fmla="*/ 3908 w 1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0"/>
                  </a:moveTo>
                  <a:cubicBezTo>
                    <a:pt x="15" y="3"/>
                    <a:pt x="2" y="0"/>
                    <a:pt x="2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3" y="7"/>
                    <a:pt x="15" y="3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7" name="Freeform 738">
              <a:extLst>
                <a:ext uri="{FF2B5EF4-FFF2-40B4-BE49-F238E27FC236}">
                  <a16:creationId xmlns:a16="http://schemas.microsoft.com/office/drawing/2014/main" id="{6F5FA29B-A6F3-4FDB-AB77-E0ACDC304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444"/>
              <a:ext cx="40" cy="18"/>
            </a:xfrm>
            <a:custGeom>
              <a:avLst/>
              <a:gdLst>
                <a:gd name="T0" fmla="*/ 3908 w 16"/>
                <a:gd name="T1" fmla="*/ 0 h 7"/>
                <a:gd name="T2" fmla="*/ 313 w 16"/>
                <a:gd name="T3" fmla="*/ 563 h 7"/>
                <a:gd name="T4" fmla="*/ 0 w 16"/>
                <a:gd name="T5" fmla="*/ 1700 h 7"/>
                <a:gd name="T6" fmla="*/ 3438 w 16"/>
                <a:gd name="T7" fmla="*/ 1137 h 7"/>
                <a:gd name="T8" fmla="*/ 3908 w 1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0"/>
                  </a:moveTo>
                  <a:cubicBezTo>
                    <a:pt x="14" y="3"/>
                    <a:pt x="2" y="1"/>
                    <a:pt x="1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3" y="7"/>
                    <a:pt x="14" y="4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8" name="Freeform 739">
              <a:extLst>
                <a:ext uri="{FF2B5EF4-FFF2-40B4-BE49-F238E27FC236}">
                  <a16:creationId xmlns:a16="http://schemas.microsoft.com/office/drawing/2014/main" id="{D87CB153-04DC-43DB-AA7D-FBEA4C0CB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449"/>
              <a:ext cx="30" cy="5"/>
            </a:xfrm>
            <a:custGeom>
              <a:avLst/>
              <a:gdLst>
                <a:gd name="T0" fmla="*/ 2938 w 12"/>
                <a:gd name="T1" fmla="*/ 313 h 2"/>
                <a:gd name="T2" fmla="*/ 988 w 12"/>
                <a:gd name="T3" fmla="*/ 0 h 2"/>
                <a:gd name="T4" fmla="*/ 0 w 12"/>
                <a:gd name="T5" fmla="*/ 0 h 2"/>
                <a:gd name="T6" fmla="*/ 0 w 12"/>
                <a:gd name="T7" fmla="*/ 0 h 2"/>
                <a:gd name="T8" fmla="*/ 1488 w 12"/>
                <a:gd name="T9" fmla="*/ 313 h 2"/>
                <a:gd name="T10" fmla="*/ 2938 w 12"/>
                <a:gd name="T11" fmla="*/ 313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">
                  <a:moveTo>
                    <a:pt x="12" y="1"/>
                  </a:moveTo>
                  <a:cubicBezTo>
                    <a:pt x="10" y="1"/>
                    <a:pt x="7" y="1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" y="1"/>
                    <a:pt x="6" y="1"/>
                  </a:cubicBezTo>
                  <a:cubicBezTo>
                    <a:pt x="8" y="2"/>
                    <a:pt x="10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9" name="Freeform 740">
              <a:extLst>
                <a:ext uri="{FF2B5EF4-FFF2-40B4-BE49-F238E27FC236}">
                  <a16:creationId xmlns:a16="http://schemas.microsoft.com/office/drawing/2014/main" id="{C0A2D05C-0B57-40AD-8E68-CAB73775D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465"/>
              <a:ext cx="28" cy="5"/>
            </a:xfrm>
            <a:custGeom>
              <a:avLst/>
              <a:gdLst>
                <a:gd name="T0" fmla="*/ 2986 w 11"/>
                <a:gd name="T1" fmla="*/ 313 h 2"/>
                <a:gd name="T2" fmla="*/ 843 w 11"/>
                <a:gd name="T3" fmla="*/ 313 h 2"/>
                <a:gd name="T4" fmla="*/ 0 w 11"/>
                <a:gd name="T5" fmla="*/ 0 h 2"/>
                <a:gd name="T6" fmla="*/ 0 w 11"/>
                <a:gd name="T7" fmla="*/ 313 h 2"/>
                <a:gd name="T8" fmla="*/ 1387 w 11"/>
                <a:gd name="T9" fmla="*/ 520 h 2"/>
                <a:gd name="T10" fmla="*/ 2986 w 11"/>
                <a:gd name="T11" fmla="*/ 313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11" y="1"/>
                  </a:moveTo>
                  <a:cubicBezTo>
                    <a:pt x="9" y="1"/>
                    <a:pt x="6" y="1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3" y="1"/>
                    <a:pt x="5" y="2"/>
                  </a:cubicBezTo>
                  <a:cubicBezTo>
                    <a:pt x="7" y="2"/>
                    <a:pt x="9" y="1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0" name="Freeform 741">
              <a:extLst>
                <a:ext uri="{FF2B5EF4-FFF2-40B4-BE49-F238E27FC236}">
                  <a16:creationId xmlns:a16="http://schemas.microsoft.com/office/drawing/2014/main" id="{62DDE6C9-EF0F-42A0-8A26-CE01719DD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422"/>
              <a:ext cx="38" cy="19"/>
            </a:xfrm>
            <a:custGeom>
              <a:avLst/>
              <a:gdLst>
                <a:gd name="T0" fmla="*/ 3955 w 15"/>
                <a:gd name="T1" fmla="*/ 0 h 7"/>
                <a:gd name="T2" fmla="*/ 327 w 15"/>
                <a:gd name="T3" fmla="*/ 760 h 7"/>
                <a:gd name="T4" fmla="*/ 0 w 15"/>
                <a:gd name="T5" fmla="*/ 2063 h 7"/>
                <a:gd name="T6" fmla="*/ 3658 w 15"/>
                <a:gd name="T7" fmla="*/ 1620 h 7"/>
                <a:gd name="T8" fmla="*/ 3955 w 1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14" y="3"/>
                    <a:pt x="2" y="0"/>
                    <a:pt x="1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13" y="7"/>
                    <a:pt x="14" y="4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1" name="Freeform 742">
              <a:extLst>
                <a:ext uri="{FF2B5EF4-FFF2-40B4-BE49-F238E27FC236}">
                  <a16:creationId xmlns:a16="http://schemas.microsoft.com/office/drawing/2014/main" id="{DFE7FE29-2C9C-4F0D-927C-0BD5590B0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428"/>
              <a:ext cx="28" cy="5"/>
            </a:xfrm>
            <a:custGeom>
              <a:avLst/>
              <a:gdLst>
                <a:gd name="T0" fmla="*/ 2986 w 11"/>
                <a:gd name="T1" fmla="*/ 313 h 2"/>
                <a:gd name="T2" fmla="*/ 843 w 11"/>
                <a:gd name="T3" fmla="*/ 313 h 2"/>
                <a:gd name="T4" fmla="*/ 0 w 11"/>
                <a:gd name="T5" fmla="*/ 0 h 2"/>
                <a:gd name="T6" fmla="*/ 0 w 11"/>
                <a:gd name="T7" fmla="*/ 0 h 2"/>
                <a:gd name="T8" fmla="*/ 1601 w 11"/>
                <a:gd name="T9" fmla="*/ 313 h 2"/>
                <a:gd name="T10" fmla="*/ 2986 w 11"/>
                <a:gd name="T11" fmla="*/ 313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11" y="1"/>
                  </a:moveTo>
                  <a:cubicBezTo>
                    <a:pt x="9" y="1"/>
                    <a:pt x="6" y="1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1"/>
                    <a:pt x="6" y="1"/>
                  </a:cubicBezTo>
                  <a:cubicBezTo>
                    <a:pt x="8" y="2"/>
                    <a:pt x="9" y="1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2" name="Freeform 743">
              <a:extLst>
                <a:ext uri="{FF2B5EF4-FFF2-40B4-BE49-F238E27FC236}">
                  <a16:creationId xmlns:a16="http://schemas.microsoft.com/office/drawing/2014/main" id="{CEA2FCC8-30C9-4484-AEEB-13C0CA493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404"/>
              <a:ext cx="40" cy="26"/>
            </a:xfrm>
            <a:custGeom>
              <a:avLst/>
              <a:gdLst>
                <a:gd name="T0" fmla="*/ 3908 w 16"/>
                <a:gd name="T1" fmla="*/ 1196 h 10"/>
                <a:gd name="T2" fmla="*/ 783 w 16"/>
                <a:gd name="T3" fmla="*/ 0 h 10"/>
                <a:gd name="T4" fmla="*/ 0 w 16"/>
                <a:gd name="T5" fmla="*/ 1196 h 10"/>
                <a:gd name="T6" fmla="*/ 3438 w 16"/>
                <a:gd name="T7" fmla="*/ 2142 h 10"/>
                <a:gd name="T8" fmla="*/ 3908 w 16"/>
                <a:gd name="T9" fmla="*/ 119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4"/>
                  </a:moveTo>
                  <a:cubicBezTo>
                    <a:pt x="14" y="6"/>
                    <a:pt x="3" y="0"/>
                    <a:pt x="3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2" y="10"/>
                    <a:pt x="14" y="7"/>
                  </a:cubicBezTo>
                  <a:lnTo>
                    <a:pt x="16" y="4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3" name="Freeform 744">
              <a:extLst>
                <a:ext uri="{FF2B5EF4-FFF2-40B4-BE49-F238E27FC236}">
                  <a16:creationId xmlns:a16="http://schemas.microsoft.com/office/drawing/2014/main" id="{00FA9168-E6EB-4328-8731-807852E5B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406"/>
              <a:ext cx="28" cy="14"/>
            </a:xfrm>
            <a:custGeom>
              <a:avLst/>
              <a:gdLst>
                <a:gd name="T0" fmla="*/ 2986 w 11"/>
                <a:gd name="T1" fmla="*/ 2391 h 5"/>
                <a:gd name="T2" fmla="*/ 1056 w 11"/>
                <a:gd name="T3" fmla="*/ 1050 h 5"/>
                <a:gd name="T4" fmla="*/ 0 w 11"/>
                <a:gd name="T5" fmla="*/ 0 h 5"/>
                <a:gd name="T6" fmla="*/ 0 w 11"/>
                <a:gd name="T7" fmla="*/ 0 h 5"/>
                <a:gd name="T8" fmla="*/ 1387 w 11"/>
                <a:gd name="T9" fmla="*/ 1364 h 5"/>
                <a:gd name="T10" fmla="*/ 2986 w 11"/>
                <a:gd name="T11" fmla="*/ 2391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5">
                  <a:moveTo>
                    <a:pt x="11" y="5"/>
                  </a:moveTo>
                  <a:cubicBezTo>
                    <a:pt x="9" y="4"/>
                    <a:pt x="6" y="3"/>
                    <a:pt x="4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2"/>
                    <a:pt x="5" y="3"/>
                  </a:cubicBezTo>
                  <a:cubicBezTo>
                    <a:pt x="7" y="4"/>
                    <a:pt x="9" y="4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4" name="Freeform 745">
              <a:extLst>
                <a:ext uri="{FF2B5EF4-FFF2-40B4-BE49-F238E27FC236}">
                  <a16:creationId xmlns:a16="http://schemas.microsoft.com/office/drawing/2014/main" id="{B9317CA2-C9FB-486E-9B72-5B908E0E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561"/>
              <a:ext cx="42" cy="21"/>
            </a:xfrm>
            <a:custGeom>
              <a:avLst/>
              <a:gdLst>
                <a:gd name="T0" fmla="*/ 183 w 17"/>
                <a:gd name="T1" fmla="*/ 992 h 8"/>
                <a:gd name="T2" fmla="*/ 2009 w 17"/>
                <a:gd name="T3" fmla="*/ 2226 h 8"/>
                <a:gd name="T4" fmla="*/ 3876 w 17"/>
                <a:gd name="T5" fmla="*/ 2604 h 8"/>
                <a:gd name="T6" fmla="*/ 3395 w 17"/>
                <a:gd name="T7" fmla="*/ 1612 h 8"/>
                <a:gd name="T8" fmla="*/ 1826 w 17"/>
                <a:gd name="T9" fmla="*/ 992 h 8"/>
                <a:gd name="T10" fmla="*/ 0 w 17"/>
                <a:gd name="T11" fmla="*/ 0 h 8"/>
                <a:gd name="T12" fmla="*/ 183 w 17"/>
                <a:gd name="T13" fmla="*/ 99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">
                  <a:moveTo>
                    <a:pt x="1" y="3"/>
                  </a:moveTo>
                  <a:cubicBezTo>
                    <a:pt x="1" y="5"/>
                    <a:pt x="6" y="6"/>
                    <a:pt x="9" y="7"/>
                  </a:cubicBezTo>
                  <a:cubicBezTo>
                    <a:pt x="12" y="7"/>
                    <a:pt x="17" y="8"/>
                    <a:pt x="17" y="8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3"/>
                    <a:pt x="11" y="3"/>
                    <a:pt x="8" y="3"/>
                  </a:cubicBezTo>
                  <a:cubicBezTo>
                    <a:pt x="4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5" name="Freeform 746">
              <a:extLst>
                <a:ext uri="{FF2B5EF4-FFF2-40B4-BE49-F238E27FC236}">
                  <a16:creationId xmlns:a16="http://schemas.microsoft.com/office/drawing/2014/main" id="{97156231-476D-4377-A5CA-DB1CACE72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542"/>
              <a:ext cx="40" cy="24"/>
            </a:xfrm>
            <a:custGeom>
              <a:avLst/>
              <a:gdLst>
                <a:gd name="T0" fmla="*/ 313 w 16"/>
                <a:gd name="T1" fmla="*/ 1459 h 9"/>
                <a:gd name="T2" fmla="*/ 1958 w 16"/>
                <a:gd name="T3" fmla="*/ 2824 h 9"/>
                <a:gd name="T4" fmla="*/ 3908 w 16"/>
                <a:gd name="T5" fmla="*/ 3243 h 9"/>
                <a:gd name="T6" fmla="*/ 3438 w 16"/>
                <a:gd name="T7" fmla="*/ 1763 h 9"/>
                <a:gd name="T8" fmla="*/ 1770 w 16"/>
                <a:gd name="T9" fmla="*/ 1459 h 9"/>
                <a:gd name="T10" fmla="*/ 0 w 16"/>
                <a:gd name="T11" fmla="*/ 0 h 9"/>
                <a:gd name="T12" fmla="*/ 313 w 16"/>
                <a:gd name="T13" fmla="*/ 145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9">
                  <a:moveTo>
                    <a:pt x="1" y="4"/>
                  </a:moveTo>
                  <a:cubicBezTo>
                    <a:pt x="1" y="6"/>
                    <a:pt x="4" y="7"/>
                    <a:pt x="8" y="8"/>
                  </a:cubicBezTo>
                  <a:cubicBezTo>
                    <a:pt x="11" y="8"/>
                    <a:pt x="16" y="9"/>
                    <a:pt x="16" y="9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0" y="4"/>
                    <a:pt x="7" y="4"/>
                  </a:cubicBezTo>
                  <a:cubicBezTo>
                    <a:pt x="2" y="3"/>
                    <a:pt x="0" y="1"/>
                    <a:pt x="0" y="0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6" name="Freeform 747">
              <a:extLst>
                <a:ext uri="{FF2B5EF4-FFF2-40B4-BE49-F238E27FC236}">
                  <a16:creationId xmlns:a16="http://schemas.microsoft.com/office/drawing/2014/main" id="{62DD1E79-09E2-4510-8C9A-53C32D480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518"/>
              <a:ext cx="35" cy="24"/>
            </a:xfrm>
            <a:custGeom>
              <a:avLst/>
              <a:gdLst>
                <a:gd name="T0" fmla="*/ 0 w 14"/>
                <a:gd name="T1" fmla="*/ 1459 h 9"/>
                <a:gd name="T2" fmla="*/ 1770 w 14"/>
                <a:gd name="T3" fmla="*/ 2184 h 9"/>
                <a:gd name="T4" fmla="*/ 3438 w 14"/>
                <a:gd name="T5" fmla="*/ 3243 h 9"/>
                <a:gd name="T6" fmla="*/ 3438 w 14"/>
                <a:gd name="T7" fmla="*/ 2184 h 9"/>
                <a:gd name="T8" fmla="*/ 1770 w 14"/>
                <a:gd name="T9" fmla="*/ 1059 h 9"/>
                <a:gd name="T10" fmla="*/ 0 w 14"/>
                <a:gd name="T11" fmla="*/ 0 h 9"/>
                <a:gd name="T12" fmla="*/ 0 w 14"/>
                <a:gd name="T13" fmla="*/ 145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9">
                  <a:moveTo>
                    <a:pt x="0" y="4"/>
                  </a:moveTo>
                  <a:cubicBezTo>
                    <a:pt x="1" y="5"/>
                    <a:pt x="4" y="5"/>
                    <a:pt x="7" y="6"/>
                  </a:cubicBezTo>
                  <a:cubicBezTo>
                    <a:pt x="10" y="8"/>
                    <a:pt x="14" y="9"/>
                    <a:pt x="14" y="9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4"/>
                    <a:pt x="10" y="4"/>
                    <a:pt x="7" y="3"/>
                  </a:cubicBezTo>
                  <a:cubicBezTo>
                    <a:pt x="3" y="1"/>
                    <a:pt x="0" y="1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7" name="Freeform 748">
              <a:extLst>
                <a:ext uri="{FF2B5EF4-FFF2-40B4-BE49-F238E27FC236}">
                  <a16:creationId xmlns:a16="http://schemas.microsoft.com/office/drawing/2014/main" id="{5176342A-807D-4AD5-A7EA-617F0F9E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492"/>
              <a:ext cx="33" cy="37"/>
            </a:xfrm>
            <a:custGeom>
              <a:avLst/>
              <a:gdLst>
                <a:gd name="T0" fmla="*/ 0 w 13"/>
                <a:gd name="T1" fmla="*/ 1662 h 14"/>
                <a:gd name="T2" fmla="*/ 1571 w 13"/>
                <a:gd name="T3" fmla="*/ 3359 h 14"/>
                <a:gd name="T4" fmla="*/ 3485 w 13"/>
                <a:gd name="T5" fmla="*/ 4784 h 14"/>
                <a:gd name="T6" fmla="*/ 3485 w 13"/>
                <a:gd name="T7" fmla="*/ 3359 h 14"/>
                <a:gd name="T8" fmla="*/ 1914 w 13"/>
                <a:gd name="T9" fmla="*/ 2046 h 14"/>
                <a:gd name="T10" fmla="*/ 0 w 13"/>
                <a:gd name="T11" fmla="*/ 0 h 14"/>
                <a:gd name="T12" fmla="*/ 0 w 13"/>
                <a:gd name="T13" fmla="*/ 166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0" y="5"/>
                  </a:moveTo>
                  <a:cubicBezTo>
                    <a:pt x="0" y="6"/>
                    <a:pt x="3" y="9"/>
                    <a:pt x="6" y="10"/>
                  </a:cubicBezTo>
                  <a:cubicBezTo>
                    <a:pt x="9" y="12"/>
                    <a:pt x="13" y="14"/>
                    <a:pt x="13" y="14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9"/>
                    <a:pt x="10" y="8"/>
                    <a:pt x="7" y="6"/>
                  </a:cubicBezTo>
                  <a:cubicBezTo>
                    <a:pt x="3" y="4"/>
                    <a:pt x="0" y="1"/>
                    <a:pt x="0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8" name="Freeform 749">
              <a:extLst>
                <a:ext uri="{FF2B5EF4-FFF2-40B4-BE49-F238E27FC236}">
                  <a16:creationId xmlns:a16="http://schemas.microsoft.com/office/drawing/2014/main" id="{4C8FD769-2EAF-4B10-8157-0B1DF3D78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534"/>
              <a:ext cx="33" cy="38"/>
            </a:xfrm>
            <a:custGeom>
              <a:avLst/>
              <a:gdLst>
                <a:gd name="T0" fmla="*/ 2945 w 13"/>
                <a:gd name="T1" fmla="*/ 0 h 14"/>
                <a:gd name="T2" fmla="*/ 327 w 13"/>
                <a:gd name="T3" fmla="*/ 3957 h 14"/>
                <a:gd name="T4" fmla="*/ 541 w 13"/>
                <a:gd name="T5" fmla="*/ 5600 h 14"/>
                <a:gd name="T6" fmla="*/ 3158 w 13"/>
                <a:gd name="T7" fmla="*/ 1620 h 14"/>
                <a:gd name="T8" fmla="*/ 2945 w 1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1" y="0"/>
                  </a:moveTo>
                  <a:cubicBezTo>
                    <a:pt x="12" y="3"/>
                    <a:pt x="0" y="9"/>
                    <a:pt x="1" y="10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3"/>
                    <a:pt x="13" y="7"/>
                    <a:pt x="12" y="4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9" name="Freeform 750">
              <a:extLst>
                <a:ext uri="{FF2B5EF4-FFF2-40B4-BE49-F238E27FC236}">
                  <a16:creationId xmlns:a16="http://schemas.microsoft.com/office/drawing/2014/main" id="{EA80C587-1675-4A2F-8E89-C3B0A7560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516"/>
              <a:ext cx="33" cy="37"/>
            </a:xfrm>
            <a:custGeom>
              <a:avLst/>
              <a:gdLst>
                <a:gd name="T0" fmla="*/ 2945 w 13"/>
                <a:gd name="T1" fmla="*/ 0 h 14"/>
                <a:gd name="T2" fmla="*/ 327 w 13"/>
                <a:gd name="T3" fmla="*/ 3766 h 14"/>
                <a:gd name="T4" fmla="*/ 541 w 13"/>
                <a:gd name="T5" fmla="*/ 4784 h 14"/>
                <a:gd name="T6" fmla="*/ 3158 w 13"/>
                <a:gd name="T7" fmla="*/ 1425 h 14"/>
                <a:gd name="T8" fmla="*/ 2945 w 1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1" y="0"/>
                  </a:moveTo>
                  <a:cubicBezTo>
                    <a:pt x="12" y="3"/>
                    <a:pt x="0" y="9"/>
                    <a:pt x="1" y="11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3"/>
                    <a:pt x="13" y="8"/>
                    <a:pt x="12" y="4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0" name="Freeform 751">
              <a:extLst>
                <a:ext uri="{FF2B5EF4-FFF2-40B4-BE49-F238E27FC236}">
                  <a16:creationId xmlns:a16="http://schemas.microsoft.com/office/drawing/2014/main" id="{6DFC5050-2A0B-4C77-B0E6-CD7FA98E4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524"/>
              <a:ext cx="23" cy="18"/>
            </a:xfrm>
            <a:custGeom>
              <a:avLst/>
              <a:gdLst>
                <a:gd name="T0" fmla="*/ 2520 w 9"/>
                <a:gd name="T1" fmla="*/ 0 h 7"/>
                <a:gd name="T2" fmla="*/ 848 w 9"/>
                <a:gd name="T3" fmla="*/ 1448 h 7"/>
                <a:gd name="T4" fmla="*/ 0 w 9"/>
                <a:gd name="T5" fmla="*/ 2003 h 7"/>
                <a:gd name="T6" fmla="*/ 0 w 9"/>
                <a:gd name="T7" fmla="*/ 2003 h 7"/>
                <a:gd name="T8" fmla="*/ 1403 w 9"/>
                <a:gd name="T9" fmla="*/ 1448 h 7"/>
                <a:gd name="T10" fmla="*/ 2520 w 9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7" y="2"/>
                    <a:pt x="5" y="4"/>
                    <a:pt x="3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" y="6"/>
                    <a:pt x="5" y="5"/>
                  </a:cubicBezTo>
                  <a:cubicBezTo>
                    <a:pt x="7" y="3"/>
                    <a:pt x="7" y="2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1" name="Freeform 752">
              <a:extLst>
                <a:ext uri="{FF2B5EF4-FFF2-40B4-BE49-F238E27FC236}">
                  <a16:creationId xmlns:a16="http://schemas.microsoft.com/office/drawing/2014/main" id="{F11D946F-9E9B-4563-A81F-911FDF530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540"/>
              <a:ext cx="23" cy="18"/>
            </a:xfrm>
            <a:custGeom>
              <a:avLst/>
              <a:gdLst>
                <a:gd name="T0" fmla="*/ 2520 w 9"/>
                <a:gd name="T1" fmla="*/ 0 h 7"/>
                <a:gd name="T2" fmla="*/ 848 w 9"/>
                <a:gd name="T3" fmla="*/ 1448 h 7"/>
                <a:gd name="T4" fmla="*/ 0 w 9"/>
                <a:gd name="T5" fmla="*/ 2003 h 7"/>
                <a:gd name="T6" fmla="*/ 0 w 9"/>
                <a:gd name="T7" fmla="*/ 2003 h 7"/>
                <a:gd name="T8" fmla="*/ 1403 w 9"/>
                <a:gd name="T9" fmla="*/ 1448 h 7"/>
                <a:gd name="T10" fmla="*/ 2520 w 9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8" y="2"/>
                    <a:pt x="5" y="4"/>
                    <a:pt x="3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" y="6"/>
                    <a:pt x="5" y="5"/>
                  </a:cubicBezTo>
                  <a:cubicBezTo>
                    <a:pt x="7" y="3"/>
                    <a:pt x="8" y="2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2" name="Freeform 753">
              <a:extLst>
                <a:ext uri="{FF2B5EF4-FFF2-40B4-BE49-F238E27FC236}">
                  <a16:creationId xmlns:a16="http://schemas.microsoft.com/office/drawing/2014/main" id="{29CDA605-117B-4BD6-B139-C7442FA1A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492"/>
              <a:ext cx="35" cy="40"/>
            </a:xfrm>
            <a:custGeom>
              <a:avLst/>
              <a:gdLst>
                <a:gd name="T0" fmla="*/ 2938 w 14"/>
                <a:gd name="T1" fmla="*/ 0 h 15"/>
                <a:gd name="T2" fmla="*/ 0 w 14"/>
                <a:gd name="T3" fmla="*/ 3891 h 15"/>
                <a:gd name="T4" fmla="*/ 520 w 14"/>
                <a:gd name="T5" fmla="*/ 5405 h 15"/>
                <a:gd name="T6" fmla="*/ 3250 w 14"/>
                <a:gd name="T7" fmla="*/ 1459 h 15"/>
                <a:gd name="T8" fmla="*/ 2938 w 14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0"/>
                  </a:moveTo>
                  <a:cubicBezTo>
                    <a:pt x="13" y="3"/>
                    <a:pt x="0" y="10"/>
                    <a:pt x="0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4"/>
                    <a:pt x="14" y="7"/>
                    <a:pt x="13" y="4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3" name="Freeform 754">
              <a:extLst>
                <a:ext uri="{FF2B5EF4-FFF2-40B4-BE49-F238E27FC236}">
                  <a16:creationId xmlns:a16="http://schemas.microsoft.com/office/drawing/2014/main" id="{B01F1889-9E49-4B8E-9FD3-71A13A496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500"/>
              <a:ext cx="25" cy="21"/>
            </a:xfrm>
            <a:custGeom>
              <a:avLst/>
              <a:gdLst>
                <a:gd name="T0" fmla="*/ 2470 w 10"/>
                <a:gd name="T1" fmla="*/ 0 h 8"/>
                <a:gd name="T2" fmla="*/ 988 w 10"/>
                <a:gd name="T3" fmla="*/ 1612 h 8"/>
                <a:gd name="T4" fmla="*/ 0 w 10"/>
                <a:gd name="T5" fmla="*/ 2604 h 8"/>
                <a:gd name="T6" fmla="*/ 313 w 10"/>
                <a:gd name="T7" fmla="*/ 2604 h 8"/>
                <a:gd name="T8" fmla="*/ 1488 w 10"/>
                <a:gd name="T9" fmla="*/ 1378 h 8"/>
                <a:gd name="T10" fmla="*/ 2470 w 10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6" y="4"/>
                    <a:pt x="4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6"/>
                    <a:pt x="6" y="4"/>
                  </a:cubicBezTo>
                  <a:cubicBezTo>
                    <a:pt x="8" y="3"/>
                    <a:pt x="9" y="2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4" name="Freeform 755">
              <a:extLst>
                <a:ext uri="{FF2B5EF4-FFF2-40B4-BE49-F238E27FC236}">
                  <a16:creationId xmlns:a16="http://schemas.microsoft.com/office/drawing/2014/main" id="{86FE48C8-FA5A-4D3B-9154-82BFC3347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478"/>
              <a:ext cx="35" cy="27"/>
            </a:xfrm>
            <a:custGeom>
              <a:avLst/>
              <a:gdLst>
                <a:gd name="T0" fmla="*/ 3438 w 14"/>
                <a:gd name="T1" fmla="*/ 0 h 10"/>
                <a:gd name="T2" fmla="*/ 0 w 14"/>
                <a:gd name="T3" fmla="*/ 2282 h 10"/>
                <a:gd name="T4" fmla="*/ 0 w 14"/>
                <a:gd name="T5" fmla="*/ 3877 h 10"/>
                <a:gd name="T6" fmla="*/ 3250 w 14"/>
                <a:gd name="T7" fmla="*/ 1596 h 10"/>
                <a:gd name="T8" fmla="*/ 3438 w 1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cubicBezTo>
                    <a:pt x="13" y="3"/>
                    <a:pt x="0" y="5"/>
                    <a:pt x="0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13" y="7"/>
                    <a:pt x="13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5" name="Freeform 756">
              <a:extLst>
                <a:ext uri="{FF2B5EF4-FFF2-40B4-BE49-F238E27FC236}">
                  <a16:creationId xmlns:a16="http://schemas.microsoft.com/office/drawing/2014/main" id="{376E0A46-CBE8-401B-87DD-2207FC3E0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486"/>
              <a:ext cx="28" cy="8"/>
            </a:xfrm>
            <a:custGeom>
              <a:avLst/>
              <a:gdLst>
                <a:gd name="T0" fmla="*/ 2986 w 11"/>
                <a:gd name="T1" fmla="*/ 0 h 3"/>
                <a:gd name="T2" fmla="*/ 1056 w 11"/>
                <a:gd name="T3" fmla="*/ 661 h 3"/>
                <a:gd name="T4" fmla="*/ 0 w 11"/>
                <a:gd name="T5" fmla="*/ 1059 h 3"/>
                <a:gd name="T6" fmla="*/ 331 w 11"/>
                <a:gd name="T7" fmla="*/ 1059 h 3"/>
                <a:gd name="T8" fmla="*/ 1601 w 11"/>
                <a:gd name="T9" fmla="*/ 661 h 3"/>
                <a:gd name="T10" fmla="*/ 2986 w 11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cubicBezTo>
                    <a:pt x="10" y="1"/>
                    <a:pt x="7" y="1"/>
                    <a:pt x="4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4" y="3"/>
                    <a:pt x="6" y="2"/>
                  </a:cubicBezTo>
                  <a:cubicBezTo>
                    <a:pt x="9" y="2"/>
                    <a:pt x="10" y="1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6" name="Freeform 757">
              <a:extLst>
                <a:ext uri="{FF2B5EF4-FFF2-40B4-BE49-F238E27FC236}">
                  <a16:creationId xmlns:a16="http://schemas.microsoft.com/office/drawing/2014/main" id="{2359DD51-D57A-487C-9F9A-8690453D2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622"/>
              <a:ext cx="47" cy="22"/>
            </a:xfrm>
            <a:custGeom>
              <a:avLst/>
              <a:gdLst>
                <a:gd name="T0" fmla="*/ 636 w 19"/>
                <a:gd name="T1" fmla="*/ 2973 h 8"/>
                <a:gd name="T2" fmla="*/ 2773 w 19"/>
                <a:gd name="T3" fmla="*/ 2684 h 8"/>
                <a:gd name="T4" fmla="*/ 4344 w 19"/>
                <a:gd name="T5" fmla="*/ 1724 h 8"/>
                <a:gd name="T6" fmla="*/ 3891 w 19"/>
                <a:gd name="T7" fmla="*/ 462 h 8"/>
                <a:gd name="T8" fmla="*/ 2026 w 19"/>
                <a:gd name="T9" fmla="*/ 1271 h 8"/>
                <a:gd name="T10" fmla="*/ 0 w 19"/>
                <a:gd name="T11" fmla="*/ 2225 h 8"/>
                <a:gd name="T12" fmla="*/ 636 w 19"/>
                <a:gd name="T13" fmla="*/ 2973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3" y="7"/>
                  </a:moveTo>
                  <a:cubicBezTo>
                    <a:pt x="4" y="8"/>
                    <a:pt x="9" y="7"/>
                    <a:pt x="12" y="6"/>
                  </a:cubicBezTo>
                  <a:cubicBezTo>
                    <a:pt x="14" y="5"/>
                    <a:pt x="19" y="3"/>
                    <a:pt x="19" y="4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0"/>
                    <a:pt x="12" y="2"/>
                    <a:pt x="9" y="3"/>
                  </a:cubicBezTo>
                  <a:cubicBezTo>
                    <a:pt x="5" y="5"/>
                    <a:pt x="1" y="6"/>
                    <a:pt x="0" y="5"/>
                  </a:cubicBezTo>
                  <a:lnTo>
                    <a:pt x="3" y="7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7" name="Freeform 758">
              <a:extLst>
                <a:ext uri="{FF2B5EF4-FFF2-40B4-BE49-F238E27FC236}">
                  <a16:creationId xmlns:a16="http://schemas.microsoft.com/office/drawing/2014/main" id="{ADB3FA65-E815-4457-9550-3CB76998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612"/>
              <a:ext cx="45" cy="21"/>
            </a:xfrm>
            <a:custGeom>
              <a:avLst/>
              <a:gdLst>
                <a:gd name="T0" fmla="*/ 783 w 18"/>
                <a:gd name="T1" fmla="*/ 2226 h 8"/>
                <a:gd name="T2" fmla="*/ 2738 w 18"/>
                <a:gd name="T3" fmla="*/ 2226 h 8"/>
                <a:gd name="T4" fmla="*/ 4425 w 18"/>
                <a:gd name="T5" fmla="*/ 1378 h 8"/>
                <a:gd name="T6" fmla="*/ 3720 w 18"/>
                <a:gd name="T7" fmla="*/ 378 h 8"/>
                <a:gd name="T8" fmla="*/ 2270 w 18"/>
                <a:gd name="T9" fmla="*/ 992 h 8"/>
                <a:gd name="T10" fmla="*/ 0 w 18"/>
                <a:gd name="T11" fmla="*/ 1378 h 8"/>
                <a:gd name="T12" fmla="*/ 783 w 18"/>
                <a:gd name="T13" fmla="*/ 222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8">
                  <a:moveTo>
                    <a:pt x="3" y="7"/>
                  </a:moveTo>
                  <a:cubicBezTo>
                    <a:pt x="5" y="8"/>
                    <a:pt x="8" y="8"/>
                    <a:pt x="11" y="7"/>
                  </a:cubicBezTo>
                  <a:cubicBezTo>
                    <a:pt x="14" y="6"/>
                    <a:pt x="18" y="4"/>
                    <a:pt x="18" y="4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2"/>
                    <a:pt x="9" y="3"/>
                  </a:cubicBezTo>
                  <a:cubicBezTo>
                    <a:pt x="4" y="5"/>
                    <a:pt x="1" y="5"/>
                    <a:pt x="0" y="4"/>
                  </a:cubicBezTo>
                  <a:lnTo>
                    <a:pt x="3" y="7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8" name="Freeform 759">
              <a:extLst>
                <a:ext uri="{FF2B5EF4-FFF2-40B4-BE49-F238E27FC236}">
                  <a16:creationId xmlns:a16="http://schemas.microsoft.com/office/drawing/2014/main" id="{688D2F7A-767E-4C13-BECF-7C0D1872F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596"/>
              <a:ext cx="43" cy="16"/>
            </a:xfrm>
            <a:custGeom>
              <a:avLst/>
              <a:gdLst>
                <a:gd name="T0" fmla="*/ 825 w 17"/>
                <a:gd name="T1" fmla="*/ 1763 h 6"/>
                <a:gd name="T2" fmla="*/ 2572 w 17"/>
                <a:gd name="T3" fmla="*/ 1763 h 6"/>
                <a:gd name="T4" fmla="*/ 4467 w 17"/>
                <a:gd name="T5" fmla="*/ 1459 h 6"/>
                <a:gd name="T6" fmla="*/ 3936 w 17"/>
                <a:gd name="T7" fmla="*/ 397 h 6"/>
                <a:gd name="T8" fmla="*/ 2087 w 17"/>
                <a:gd name="T9" fmla="*/ 397 h 6"/>
                <a:gd name="T10" fmla="*/ 0 w 17"/>
                <a:gd name="T11" fmla="*/ 661 h 6"/>
                <a:gd name="T12" fmla="*/ 825 w 17"/>
                <a:gd name="T13" fmla="*/ 176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">
                  <a:moveTo>
                    <a:pt x="3" y="5"/>
                  </a:moveTo>
                  <a:cubicBezTo>
                    <a:pt x="3" y="6"/>
                    <a:pt x="6" y="6"/>
                    <a:pt x="10" y="5"/>
                  </a:cubicBezTo>
                  <a:cubicBezTo>
                    <a:pt x="12" y="5"/>
                    <a:pt x="17" y="4"/>
                    <a:pt x="17" y="4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8" y="1"/>
                  </a:cubicBezTo>
                  <a:cubicBezTo>
                    <a:pt x="3" y="2"/>
                    <a:pt x="1" y="3"/>
                    <a:pt x="0" y="2"/>
                  </a:cubicBezTo>
                  <a:lnTo>
                    <a:pt x="3" y="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9" name="Freeform 760">
              <a:extLst>
                <a:ext uri="{FF2B5EF4-FFF2-40B4-BE49-F238E27FC236}">
                  <a16:creationId xmlns:a16="http://schemas.microsoft.com/office/drawing/2014/main" id="{1B1ADDA0-2188-4F9E-807C-8E79A9D87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582"/>
              <a:ext cx="48" cy="16"/>
            </a:xfrm>
            <a:custGeom>
              <a:avLst/>
              <a:gdLst>
                <a:gd name="T0" fmla="*/ 531 w 19"/>
                <a:gd name="T1" fmla="*/ 1459 h 6"/>
                <a:gd name="T2" fmla="*/ 2885 w 19"/>
                <a:gd name="T3" fmla="*/ 2184 h 6"/>
                <a:gd name="T4" fmla="*/ 4934 w 19"/>
                <a:gd name="T5" fmla="*/ 1763 h 6"/>
                <a:gd name="T6" fmla="*/ 4436 w 19"/>
                <a:gd name="T7" fmla="*/ 661 h 6"/>
                <a:gd name="T8" fmla="*/ 2567 w 19"/>
                <a:gd name="T9" fmla="*/ 661 h 6"/>
                <a:gd name="T10" fmla="*/ 0 w 19"/>
                <a:gd name="T11" fmla="*/ 0 h 6"/>
                <a:gd name="T12" fmla="*/ 531 w 19"/>
                <a:gd name="T13" fmla="*/ 1459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2" y="4"/>
                  </a:moveTo>
                  <a:cubicBezTo>
                    <a:pt x="3" y="6"/>
                    <a:pt x="8" y="6"/>
                    <a:pt x="11" y="6"/>
                  </a:cubicBezTo>
                  <a:cubicBezTo>
                    <a:pt x="14" y="6"/>
                    <a:pt x="19" y="5"/>
                    <a:pt x="19" y="5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3" y="2"/>
                    <a:pt x="10" y="2"/>
                  </a:cubicBezTo>
                  <a:cubicBezTo>
                    <a:pt x="4" y="2"/>
                    <a:pt x="1" y="1"/>
                    <a:pt x="0" y="0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80" name="Freeform 761">
              <a:extLst>
                <a:ext uri="{FF2B5EF4-FFF2-40B4-BE49-F238E27FC236}">
                  <a16:creationId xmlns:a16="http://schemas.microsoft.com/office/drawing/2014/main" id="{C080CD5F-BF48-4E77-9267-58417AF43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598"/>
              <a:ext cx="28" cy="46"/>
            </a:xfrm>
            <a:custGeom>
              <a:avLst/>
              <a:gdLst>
                <a:gd name="T0" fmla="*/ 1387 w 11"/>
                <a:gd name="T1" fmla="*/ 0 h 17"/>
                <a:gd name="T2" fmla="*/ 331 w 11"/>
                <a:gd name="T3" fmla="*/ 5528 h 17"/>
                <a:gd name="T4" fmla="*/ 1056 w 11"/>
                <a:gd name="T5" fmla="*/ 6656 h 17"/>
                <a:gd name="T6" fmla="*/ 2146 w 11"/>
                <a:gd name="T7" fmla="*/ 1185 h 17"/>
                <a:gd name="T8" fmla="*/ 1387 w 1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5" y="0"/>
                  </a:moveTo>
                  <a:cubicBezTo>
                    <a:pt x="7" y="2"/>
                    <a:pt x="0" y="13"/>
                    <a:pt x="1" y="1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6"/>
                    <a:pt x="11" y="5"/>
                    <a:pt x="8" y="3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81" name="Freeform 762">
              <a:extLst>
                <a:ext uri="{FF2B5EF4-FFF2-40B4-BE49-F238E27FC236}">
                  <a16:creationId xmlns:a16="http://schemas.microsoft.com/office/drawing/2014/main" id="{576C5E46-0D86-419A-8D49-34DDF1480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588"/>
              <a:ext cx="27" cy="42"/>
            </a:xfrm>
            <a:custGeom>
              <a:avLst/>
              <a:gdLst>
                <a:gd name="T0" fmla="*/ 1048 w 11"/>
                <a:gd name="T1" fmla="*/ 0 h 16"/>
                <a:gd name="T2" fmla="*/ 174 w 11"/>
                <a:gd name="T3" fmla="*/ 4232 h 16"/>
                <a:gd name="T4" fmla="*/ 903 w 11"/>
                <a:gd name="T5" fmla="*/ 5229 h 16"/>
                <a:gd name="T6" fmla="*/ 1777 w 11"/>
                <a:gd name="T7" fmla="*/ 614 h 16"/>
                <a:gd name="T8" fmla="*/ 1048 w 1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5" y="0"/>
                  </a:moveTo>
                  <a:cubicBezTo>
                    <a:pt x="7" y="2"/>
                    <a:pt x="0" y="13"/>
                    <a:pt x="1" y="1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11" y="5"/>
                    <a:pt x="8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82" name="Freeform 763">
              <a:extLst>
                <a:ext uri="{FF2B5EF4-FFF2-40B4-BE49-F238E27FC236}">
                  <a16:creationId xmlns:a16="http://schemas.microsoft.com/office/drawing/2014/main" id="{B7E554DD-C63D-4E3D-B10C-F967186D2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593"/>
              <a:ext cx="10" cy="29"/>
            </a:xfrm>
            <a:custGeom>
              <a:avLst/>
              <a:gdLst>
                <a:gd name="T0" fmla="*/ 988 w 4"/>
                <a:gd name="T1" fmla="*/ 0 h 11"/>
                <a:gd name="T2" fmla="*/ 520 w 4"/>
                <a:gd name="T3" fmla="*/ 2273 h 11"/>
                <a:gd name="T4" fmla="*/ 0 w 4"/>
                <a:gd name="T5" fmla="*/ 3662 h 11"/>
                <a:gd name="T6" fmla="*/ 0 w 4"/>
                <a:gd name="T7" fmla="*/ 3662 h 11"/>
                <a:gd name="T8" fmla="*/ 783 w 4"/>
                <a:gd name="T9" fmla="*/ 2035 h 11"/>
                <a:gd name="T10" fmla="*/ 988 w 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4" y="2"/>
                    <a:pt x="3" y="5"/>
                    <a:pt x="2" y="7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2" y="8"/>
                    <a:pt x="3" y="6"/>
                  </a:cubicBezTo>
                  <a:cubicBezTo>
                    <a:pt x="4" y="4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83" name="Freeform 764">
              <a:extLst>
                <a:ext uri="{FF2B5EF4-FFF2-40B4-BE49-F238E27FC236}">
                  <a16:creationId xmlns:a16="http://schemas.microsoft.com/office/drawing/2014/main" id="{762C3DED-C417-4B7B-B47F-435B4015A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604"/>
              <a:ext cx="13" cy="29"/>
            </a:xfrm>
            <a:custGeom>
              <a:avLst/>
              <a:gdLst>
                <a:gd name="T0" fmla="*/ 1547 w 5"/>
                <a:gd name="T1" fmla="*/ 0 h 11"/>
                <a:gd name="T2" fmla="*/ 595 w 5"/>
                <a:gd name="T3" fmla="*/ 2273 h 11"/>
                <a:gd name="T4" fmla="*/ 0 w 5"/>
                <a:gd name="T5" fmla="*/ 3662 h 11"/>
                <a:gd name="T6" fmla="*/ 0 w 5"/>
                <a:gd name="T7" fmla="*/ 3662 h 11"/>
                <a:gd name="T8" fmla="*/ 967 w 5"/>
                <a:gd name="T9" fmla="*/ 2035 h 11"/>
                <a:gd name="T10" fmla="*/ 1547 w 5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2"/>
                    <a:pt x="3" y="5"/>
                    <a:pt x="2" y="7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2" y="8"/>
                    <a:pt x="3" y="6"/>
                  </a:cubicBezTo>
                  <a:cubicBezTo>
                    <a:pt x="4" y="4"/>
                    <a:pt x="4" y="2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84" name="Freeform 765">
              <a:extLst>
                <a:ext uri="{FF2B5EF4-FFF2-40B4-BE49-F238E27FC236}">
                  <a16:creationId xmlns:a16="http://schemas.microsoft.com/office/drawing/2014/main" id="{FE08238E-59B0-4966-9B03-C5CB8BE5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566"/>
              <a:ext cx="27" cy="46"/>
            </a:xfrm>
            <a:custGeom>
              <a:avLst/>
              <a:gdLst>
                <a:gd name="T0" fmla="*/ 1048 w 11"/>
                <a:gd name="T1" fmla="*/ 0 h 17"/>
                <a:gd name="T2" fmla="*/ 174 w 11"/>
                <a:gd name="T3" fmla="*/ 5528 h 17"/>
                <a:gd name="T4" fmla="*/ 903 w 11"/>
                <a:gd name="T5" fmla="*/ 6656 h 17"/>
                <a:gd name="T6" fmla="*/ 1777 w 11"/>
                <a:gd name="T7" fmla="*/ 1185 h 17"/>
                <a:gd name="T8" fmla="*/ 1048 w 1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5" y="0"/>
                  </a:moveTo>
                  <a:cubicBezTo>
                    <a:pt x="7" y="2"/>
                    <a:pt x="0" y="13"/>
                    <a:pt x="1" y="1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6"/>
                    <a:pt x="11" y="5"/>
                    <a:pt x="8" y="3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85" name="Freeform 766">
              <a:extLst>
                <a:ext uri="{FF2B5EF4-FFF2-40B4-BE49-F238E27FC236}">
                  <a16:creationId xmlns:a16="http://schemas.microsoft.com/office/drawing/2014/main" id="{0CC07AF0-1FF8-4D88-9164-DD63688BA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574"/>
              <a:ext cx="12" cy="30"/>
            </a:xfrm>
            <a:custGeom>
              <a:avLst/>
              <a:gdLst>
                <a:gd name="T0" fmla="*/ 967 w 5"/>
                <a:gd name="T1" fmla="*/ 0 h 11"/>
                <a:gd name="T2" fmla="*/ 403 w 5"/>
                <a:gd name="T3" fmla="*/ 2877 h 11"/>
                <a:gd name="T4" fmla="*/ 0 w 5"/>
                <a:gd name="T5" fmla="*/ 4544 h 11"/>
                <a:gd name="T6" fmla="*/ 0 w 5"/>
                <a:gd name="T7" fmla="*/ 4099 h 11"/>
                <a:gd name="T8" fmla="*/ 564 w 5"/>
                <a:gd name="T9" fmla="*/ 2433 h 11"/>
                <a:gd name="T10" fmla="*/ 967 w 5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2"/>
                    <a:pt x="3" y="5"/>
                    <a:pt x="2" y="7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2" y="8"/>
                    <a:pt x="3" y="6"/>
                  </a:cubicBezTo>
                  <a:cubicBezTo>
                    <a:pt x="4" y="4"/>
                    <a:pt x="4" y="2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86" name="Freeform 767">
              <a:extLst>
                <a:ext uri="{FF2B5EF4-FFF2-40B4-BE49-F238E27FC236}">
                  <a16:creationId xmlns:a16="http://schemas.microsoft.com/office/drawing/2014/main" id="{82C5F52E-DA9C-4331-9AD2-87F0BD677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553"/>
              <a:ext cx="30" cy="43"/>
            </a:xfrm>
            <a:custGeom>
              <a:avLst/>
              <a:gdLst>
                <a:gd name="T0" fmla="*/ 2270 w 12"/>
                <a:gd name="T1" fmla="*/ 0 h 16"/>
                <a:gd name="T2" fmla="*/ 0 w 12"/>
                <a:gd name="T3" fmla="*/ 4485 h 16"/>
                <a:gd name="T4" fmla="*/ 520 w 12"/>
                <a:gd name="T5" fmla="*/ 6060 h 16"/>
                <a:gd name="T6" fmla="*/ 2470 w 12"/>
                <a:gd name="T7" fmla="*/ 1575 h 16"/>
                <a:gd name="T8" fmla="*/ 2270 w 1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9" y="0"/>
                  </a:moveTo>
                  <a:cubicBezTo>
                    <a:pt x="10" y="3"/>
                    <a:pt x="0" y="11"/>
                    <a:pt x="0" y="12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5"/>
                    <a:pt x="12" y="7"/>
                    <a:pt x="10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87" name="Freeform 768">
              <a:extLst>
                <a:ext uri="{FF2B5EF4-FFF2-40B4-BE49-F238E27FC236}">
                  <a16:creationId xmlns:a16="http://schemas.microsoft.com/office/drawing/2014/main" id="{25A57682-09C7-4C21-A37B-C0BEB2515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561"/>
              <a:ext cx="20" cy="21"/>
            </a:xfrm>
            <a:custGeom>
              <a:avLst/>
              <a:gdLst>
                <a:gd name="T0" fmla="*/ 1958 w 8"/>
                <a:gd name="T1" fmla="*/ 0 h 8"/>
                <a:gd name="T2" fmla="*/ 783 w 8"/>
                <a:gd name="T3" fmla="*/ 1992 h 8"/>
                <a:gd name="T4" fmla="*/ 0 w 8"/>
                <a:gd name="T5" fmla="*/ 2604 h 8"/>
                <a:gd name="T6" fmla="*/ 0 w 8"/>
                <a:gd name="T7" fmla="*/ 2604 h 8"/>
                <a:gd name="T8" fmla="*/ 1300 w 8"/>
                <a:gd name="T9" fmla="*/ 1612 h 8"/>
                <a:gd name="T10" fmla="*/ 1958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7" y="2"/>
                    <a:pt x="5" y="4"/>
                    <a:pt x="3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3" y="7"/>
                    <a:pt x="5" y="5"/>
                  </a:cubicBezTo>
                  <a:cubicBezTo>
                    <a:pt x="7" y="3"/>
                    <a:pt x="7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88" name="Freeform 769">
              <a:extLst>
                <a:ext uri="{FF2B5EF4-FFF2-40B4-BE49-F238E27FC236}">
                  <a16:creationId xmlns:a16="http://schemas.microsoft.com/office/drawing/2014/main" id="{AD141070-EBEE-4153-9661-BCF85333F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633"/>
              <a:ext cx="45" cy="29"/>
            </a:xfrm>
            <a:custGeom>
              <a:avLst/>
              <a:gdLst>
                <a:gd name="T0" fmla="*/ 988 w 18"/>
                <a:gd name="T1" fmla="*/ 3662 h 11"/>
                <a:gd name="T2" fmla="*/ 2938 w 18"/>
                <a:gd name="T3" fmla="*/ 2273 h 11"/>
                <a:gd name="T4" fmla="*/ 4425 w 18"/>
                <a:gd name="T5" fmla="*/ 625 h 11"/>
                <a:gd name="T6" fmla="*/ 3438 w 18"/>
                <a:gd name="T7" fmla="*/ 0 h 11"/>
                <a:gd name="T8" fmla="*/ 1958 w 18"/>
                <a:gd name="T9" fmla="*/ 1648 h 11"/>
                <a:gd name="T10" fmla="*/ 0 w 18"/>
                <a:gd name="T11" fmla="*/ 3335 h 11"/>
                <a:gd name="T12" fmla="*/ 988 w 18"/>
                <a:gd name="T13" fmla="*/ 366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4" y="11"/>
                  </a:moveTo>
                  <a:cubicBezTo>
                    <a:pt x="5" y="11"/>
                    <a:pt x="9" y="9"/>
                    <a:pt x="12" y="7"/>
                  </a:cubicBezTo>
                  <a:cubicBezTo>
                    <a:pt x="14" y="5"/>
                    <a:pt x="18" y="2"/>
                    <a:pt x="18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0"/>
                    <a:pt x="11" y="3"/>
                    <a:pt x="8" y="5"/>
                  </a:cubicBezTo>
                  <a:cubicBezTo>
                    <a:pt x="5" y="8"/>
                    <a:pt x="2" y="10"/>
                    <a:pt x="0" y="10"/>
                  </a:cubicBezTo>
                  <a:lnTo>
                    <a:pt x="4" y="11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89" name="Freeform 770">
              <a:extLst>
                <a:ext uri="{FF2B5EF4-FFF2-40B4-BE49-F238E27FC236}">
                  <a16:creationId xmlns:a16="http://schemas.microsoft.com/office/drawing/2014/main" id="{E632FB98-5CA0-43EF-95BF-3F3FC686B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630"/>
              <a:ext cx="42" cy="27"/>
            </a:xfrm>
            <a:custGeom>
              <a:avLst/>
              <a:gdLst>
                <a:gd name="T0" fmla="*/ 934 w 17"/>
                <a:gd name="T1" fmla="*/ 3877 h 10"/>
                <a:gd name="T2" fmla="*/ 2503 w 17"/>
                <a:gd name="T3" fmla="*/ 2282 h 10"/>
                <a:gd name="T4" fmla="*/ 3876 w 17"/>
                <a:gd name="T5" fmla="*/ 429 h 10"/>
                <a:gd name="T6" fmla="*/ 2942 w 17"/>
                <a:gd name="T7" fmla="*/ 0 h 10"/>
                <a:gd name="T8" fmla="*/ 1826 w 17"/>
                <a:gd name="T9" fmla="*/ 1596 h 10"/>
                <a:gd name="T10" fmla="*/ 0 w 17"/>
                <a:gd name="T11" fmla="*/ 3127 h 10"/>
                <a:gd name="T12" fmla="*/ 934 w 17"/>
                <a:gd name="T13" fmla="*/ 387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">
                  <a:moveTo>
                    <a:pt x="4" y="10"/>
                  </a:moveTo>
                  <a:cubicBezTo>
                    <a:pt x="6" y="10"/>
                    <a:pt x="8" y="9"/>
                    <a:pt x="11" y="6"/>
                  </a:cubicBezTo>
                  <a:cubicBezTo>
                    <a:pt x="13" y="4"/>
                    <a:pt x="17" y="1"/>
                    <a:pt x="17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0" y="2"/>
                    <a:pt x="8" y="4"/>
                  </a:cubicBezTo>
                  <a:cubicBezTo>
                    <a:pt x="4" y="8"/>
                    <a:pt x="1" y="8"/>
                    <a:pt x="0" y="8"/>
                  </a:cubicBezTo>
                  <a:lnTo>
                    <a:pt x="4" y="10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0" name="Freeform 771">
              <a:extLst>
                <a:ext uri="{FF2B5EF4-FFF2-40B4-BE49-F238E27FC236}">
                  <a16:creationId xmlns:a16="http://schemas.microsoft.com/office/drawing/2014/main" id="{C0C03AF8-6B9D-46B8-A5BF-17F3FDDA0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620"/>
              <a:ext cx="18" cy="42"/>
            </a:xfrm>
            <a:custGeom>
              <a:avLst/>
              <a:gdLst>
                <a:gd name="T0" fmla="*/ 0 w 7"/>
                <a:gd name="T1" fmla="*/ 0 h 16"/>
                <a:gd name="T2" fmla="*/ 563 w 7"/>
                <a:gd name="T3" fmla="*/ 4851 h 16"/>
                <a:gd name="T4" fmla="*/ 1448 w 7"/>
                <a:gd name="T5" fmla="*/ 5229 h 16"/>
                <a:gd name="T6" fmla="*/ 1137 w 7"/>
                <a:gd name="T7" fmla="*/ 614 h 16"/>
                <a:gd name="T8" fmla="*/ 0 w 7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3" y="2"/>
                    <a:pt x="1" y="14"/>
                    <a:pt x="2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7" y="3"/>
                    <a:pt x="4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1" name="Freeform 772">
              <a:extLst>
                <a:ext uri="{FF2B5EF4-FFF2-40B4-BE49-F238E27FC236}">
                  <a16:creationId xmlns:a16="http://schemas.microsoft.com/office/drawing/2014/main" id="{03948273-50D3-4B1E-A5B1-5E2372462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614"/>
              <a:ext cx="18" cy="43"/>
            </a:xfrm>
            <a:custGeom>
              <a:avLst/>
              <a:gdLst>
                <a:gd name="T0" fmla="*/ 0 w 7"/>
                <a:gd name="T1" fmla="*/ 0 h 16"/>
                <a:gd name="T2" fmla="*/ 357 w 7"/>
                <a:gd name="T3" fmla="*/ 5316 h 16"/>
                <a:gd name="T4" fmla="*/ 1448 w 7"/>
                <a:gd name="T5" fmla="*/ 6060 h 16"/>
                <a:gd name="T6" fmla="*/ 918 w 7"/>
                <a:gd name="T7" fmla="*/ 427 h 16"/>
                <a:gd name="T8" fmla="*/ 0 w 7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3" y="1"/>
                    <a:pt x="0" y="14"/>
                    <a:pt x="1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5"/>
                    <a:pt x="7" y="3"/>
                    <a:pt x="3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2" name="Freeform 773">
              <a:extLst>
                <a:ext uri="{FF2B5EF4-FFF2-40B4-BE49-F238E27FC236}">
                  <a16:creationId xmlns:a16="http://schemas.microsoft.com/office/drawing/2014/main" id="{443942B7-F34D-4E73-8F66-9345CDDFA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620"/>
              <a:ext cx="3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655 h 11"/>
                <a:gd name="T4" fmla="*/ 0 w 1"/>
                <a:gd name="T5" fmla="*/ 3662 h 11"/>
                <a:gd name="T6" fmla="*/ 0 w 1"/>
                <a:gd name="T7" fmla="*/ 3662 h 11"/>
                <a:gd name="T8" fmla="*/ 729 w 1"/>
                <a:gd name="T9" fmla="*/ 2035 h 11"/>
                <a:gd name="T10" fmla="*/ 0 w 1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2"/>
                    <a:pt x="0" y="5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8"/>
                    <a:pt x="1" y="6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3" name="Freeform 774">
              <a:extLst>
                <a:ext uri="{FF2B5EF4-FFF2-40B4-BE49-F238E27FC236}">
                  <a16:creationId xmlns:a16="http://schemas.microsoft.com/office/drawing/2014/main" id="{54392B72-BF87-412D-8372-D0CD5E8EC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625"/>
              <a:ext cx="3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273 h 11"/>
                <a:gd name="T4" fmla="*/ 0 w 1"/>
                <a:gd name="T5" fmla="*/ 3662 h 11"/>
                <a:gd name="T6" fmla="*/ 0 w 1"/>
                <a:gd name="T7" fmla="*/ 3662 h 11"/>
                <a:gd name="T8" fmla="*/ 729 w 1"/>
                <a:gd name="T9" fmla="*/ 1648 h 11"/>
                <a:gd name="T10" fmla="*/ 0 w 1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1" y="8"/>
                    <a:pt x="1" y="5"/>
                  </a:cubicBezTo>
                  <a:cubicBezTo>
                    <a:pt x="1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4" name="Freeform 775">
              <a:extLst>
                <a:ext uri="{FF2B5EF4-FFF2-40B4-BE49-F238E27FC236}">
                  <a16:creationId xmlns:a16="http://schemas.microsoft.com/office/drawing/2014/main" id="{385111D8-C474-4689-94D6-14F0AFC46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1620"/>
              <a:ext cx="28" cy="42"/>
            </a:xfrm>
            <a:custGeom>
              <a:avLst/>
              <a:gdLst>
                <a:gd name="T0" fmla="*/ 1056 w 11"/>
                <a:gd name="T1" fmla="*/ 4851 h 16"/>
                <a:gd name="T2" fmla="*/ 2474 w 11"/>
                <a:gd name="T3" fmla="*/ 2604 h 16"/>
                <a:gd name="T4" fmla="*/ 2986 w 11"/>
                <a:gd name="T5" fmla="*/ 0 h 16"/>
                <a:gd name="T6" fmla="*/ 1932 w 11"/>
                <a:gd name="T7" fmla="*/ 378 h 16"/>
                <a:gd name="T8" fmla="*/ 1387 w 11"/>
                <a:gd name="T9" fmla="*/ 2604 h 16"/>
                <a:gd name="T10" fmla="*/ 0 w 11"/>
                <a:gd name="T11" fmla="*/ 5229 h 16"/>
                <a:gd name="T12" fmla="*/ 1056 w 11"/>
                <a:gd name="T13" fmla="*/ 485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6">
                  <a:moveTo>
                    <a:pt x="4" y="15"/>
                  </a:moveTo>
                  <a:cubicBezTo>
                    <a:pt x="5" y="15"/>
                    <a:pt x="8" y="11"/>
                    <a:pt x="9" y="8"/>
                  </a:cubicBezTo>
                  <a:cubicBezTo>
                    <a:pt x="10" y="5"/>
                    <a:pt x="11" y="0"/>
                    <a:pt x="11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2"/>
                    <a:pt x="5" y="5"/>
                    <a:pt x="5" y="8"/>
                  </a:cubicBezTo>
                  <a:cubicBezTo>
                    <a:pt x="3" y="12"/>
                    <a:pt x="1" y="16"/>
                    <a:pt x="0" y="16"/>
                  </a:cubicBezTo>
                  <a:lnTo>
                    <a:pt x="4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5" name="Freeform 776">
              <a:extLst>
                <a:ext uri="{FF2B5EF4-FFF2-40B4-BE49-F238E27FC236}">
                  <a16:creationId xmlns:a16="http://schemas.microsoft.com/office/drawing/2014/main" id="{661E3805-07C7-4F48-9B4D-B6D893712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625"/>
              <a:ext cx="27" cy="40"/>
            </a:xfrm>
            <a:custGeom>
              <a:avLst/>
              <a:gdLst>
                <a:gd name="T0" fmla="*/ 1048 w 11"/>
                <a:gd name="T1" fmla="*/ 5005 h 15"/>
                <a:gd name="T2" fmla="*/ 1964 w 11"/>
                <a:gd name="T3" fmla="*/ 2824 h 15"/>
                <a:gd name="T4" fmla="*/ 2398 w 11"/>
                <a:gd name="T5" fmla="*/ 0 h 15"/>
                <a:gd name="T6" fmla="*/ 1777 w 11"/>
                <a:gd name="T7" fmla="*/ 397 h 15"/>
                <a:gd name="T8" fmla="*/ 1048 w 11"/>
                <a:gd name="T9" fmla="*/ 2824 h 15"/>
                <a:gd name="T10" fmla="*/ 0 w 11"/>
                <a:gd name="T11" fmla="*/ 5405 h 15"/>
                <a:gd name="T12" fmla="*/ 1048 w 11"/>
                <a:gd name="T13" fmla="*/ 500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5">
                  <a:moveTo>
                    <a:pt x="5" y="14"/>
                  </a:moveTo>
                  <a:cubicBezTo>
                    <a:pt x="6" y="14"/>
                    <a:pt x="8" y="11"/>
                    <a:pt x="9" y="8"/>
                  </a:cubicBezTo>
                  <a:cubicBezTo>
                    <a:pt x="10" y="5"/>
                    <a:pt x="11" y="1"/>
                    <a:pt x="11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2"/>
                    <a:pt x="6" y="5"/>
                    <a:pt x="5" y="8"/>
                  </a:cubicBezTo>
                  <a:cubicBezTo>
                    <a:pt x="4" y="13"/>
                    <a:pt x="1" y="15"/>
                    <a:pt x="0" y="15"/>
                  </a:cubicBezTo>
                  <a:lnTo>
                    <a:pt x="5" y="1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6" name="Freeform 777">
              <a:extLst>
                <a:ext uri="{FF2B5EF4-FFF2-40B4-BE49-F238E27FC236}">
                  <a16:creationId xmlns:a16="http://schemas.microsoft.com/office/drawing/2014/main" id="{7EAFBB1E-5FBA-4C66-92E2-C68E292D4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630"/>
              <a:ext cx="32" cy="35"/>
            </a:xfrm>
            <a:custGeom>
              <a:avLst/>
              <a:gdLst>
                <a:gd name="T0" fmla="*/ 928 w 13"/>
                <a:gd name="T1" fmla="*/ 4935 h 13"/>
                <a:gd name="T2" fmla="*/ 1982 w 13"/>
                <a:gd name="T3" fmla="*/ 2673 h 13"/>
                <a:gd name="T4" fmla="*/ 2897 w 13"/>
                <a:gd name="T5" fmla="*/ 0 h 13"/>
                <a:gd name="T6" fmla="*/ 1982 w 13"/>
                <a:gd name="T7" fmla="*/ 428 h 13"/>
                <a:gd name="T8" fmla="*/ 1103 w 13"/>
                <a:gd name="T9" fmla="*/ 2262 h 13"/>
                <a:gd name="T10" fmla="*/ 0 w 13"/>
                <a:gd name="T11" fmla="*/ 4935 h 13"/>
                <a:gd name="T12" fmla="*/ 928 w 13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3">
                  <a:moveTo>
                    <a:pt x="4" y="13"/>
                  </a:moveTo>
                  <a:cubicBezTo>
                    <a:pt x="5" y="13"/>
                    <a:pt x="7" y="10"/>
                    <a:pt x="9" y="7"/>
                  </a:cubicBezTo>
                  <a:cubicBezTo>
                    <a:pt x="10" y="5"/>
                    <a:pt x="12" y="0"/>
                    <a:pt x="13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1"/>
                    <a:pt x="6" y="4"/>
                    <a:pt x="5" y="6"/>
                  </a:cubicBezTo>
                  <a:cubicBezTo>
                    <a:pt x="2" y="11"/>
                    <a:pt x="2" y="13"/>
                    <a:pt x="0" y="13"/>
                  </a:cubicBezTo>
                  <a:lnTo>
                    <a:pt x="4" y="1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7" name="Freeform 778">
              <a:extLst>
                <a:ext uri="{FF2B5EF4-FFF2-40B4-BE49-F238E27FC236}">
                  <a16:creationId xmlns:a16="http://schemas.microsoft.com/office/drawing/2014/main" id="{6F2B304F-EC27-4CD9-97DA-9B332B05F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633"/>
              <a:ext cx="40" cy="35"/>
            </a:xfrm>
            <a:custGeom>
              <a:avLst/>
              <a:gdLst>
                <a:gd name="T0" fmla="*/ 1300 w 16"/>
                <a:gd name="T1" fmla="*/ 4935 h 13"/>
                <a:gd name="T2" fmla="*/ 2738 w 16"/>
                <a:gd name="T3" fmla="*/ 2673 h 13"/>
                <a:gd name="T4" fmla="*/ 3908 w 16"/>
                <a:gd name="T5" fmla="*/ 428 h 13"/>
                <a:gd name="T6" fmla="*/ 2938 w 16"/>
                <a:gd name="T7" fmla="*/ 0 h 13"/>
                <a:gd name="T8" fmla="*/ 1770 w 16"/>
                <a:gd name="T9" fmla="*/ 2262 h 13"/>
                <a:gd name="T10" fmla="*/ 0 w 16"/>
                <a:gd name="T11" fmla="*/ 4531 h 13"/>
                <a:gd name="T12" fmla="*/ 1300 w 16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3">
                  <a:moveTo>
                    <a:pt x="5" y="13"/>
                  </a:moveTo>
                  <a:cubicBezTo>
                    <a:pt x="6" y="13"/>
                    <a:pt x="9" y="10"/>
                    <a:pt x="11" y="7"/>
                  </a:cubicBezTo>
                  <a:cubicBezTo>
                    <a:pt x="13" y="5"/>
                    <a:pt x="16" y="1"/>
                    <a:pt x="16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0"/>
                    <a:pt x="9" y="3"/>
                    <a:pt x="7" y="6"/>
                  </a:cubicBezTo>
                  <a:cubicBezTo>
                    <a:pt x="4" y="10"/>
                    <a:pt x="2" y="12"/>
                    <a:pt x="0" y="12"/>
                  </a:cubicBezTo>
                  <a:lnTo>
                    <a:pt x="5" y="1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8" name="Freeform 779">
              <a:extLst>
                <a:ext uri="{FF2B5EF4-FFF2-40B4-BE49-F238E27FC236}">
                  <a16:creationId xmlns:a16="http://schemas.microsoft.com/office/drawing/2014/main" id="{A85105BC-B68F-4E8A-B4B7-F0AAD0DAA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628"/>
              <a:ext cx="30" cy="34"/>
            </a:xfrm>
            <a:custGeom>
              <a:avLst/>
              <a:gdLst>
                <a:gd name="T0" fmla="*/ 0 w 12"/>
                <a:gd name="T1" fmla="*/ 377 h 13"/>
                <a:gd name="T2" fmla="*/ 1958 w 12"/>
                <a:gd name="T3" fmla="*/ 4166 h 13"/>
                <a:gd name="T4" fmla="*/ 2938 w 12"/>
                <a:gd name="T5" fmla="*/ 3790 h 13"/>
                <a:gd name="T6" fmla="*/ 988 w 12"/>
                <a:gd name="T7" fmla="*/ 377 h 13"/>
                <a:gd name="T8" fmla="*/ 0 w 12"/>
                <a:gd name="T9" fmla="*/ 37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3" y="1"/>
                    <a:pt x="7" y="13"/>
                    <a:pt x="8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2"/>
                    <a:pt x="7" y="0"/>
                    <a:pt x="4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9" name="Freeform 780">
              <a:extLst>
                <a:ext uri="{FF2B5EF4-FFF2-40B4-BE49-F238E27FC236}">
                  <a16:creationId xmlns:a16="http://schemas.microsoft.com/office/drawing/2014/main" id="{0C5B15FF-06EA-4346-971C-A7EA2813D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630"/>
              <a:ext cx="32" cy="35"/>
            </a:xfrm>
            <a:custGeom>
              <a:avLst/>
              <a:gdLst>
                <a:gd name="T0" fmla="*/ 0 w 13"/>
                <a:gd name="T1" fmla="*/ 681 h 13"/>
                <a:gd name="T2" fmla="*/ 1982 w 13"/>
                <a:gd name="T3" fmla="*/ 4935 h 13"/>
                <a:gd name="T4" fmla="*/ 2897 w 13"/>
                <a:gd name="T5" fmla="*/ 4531 h 13"/>
                <a:gd name="T6" fmla="*/ 928 w 13"/>
                <a:gd name="T7" fmla="*/ 428 h 13"/>
                <a:gd name="T8" fmla="*/ 0 w 13"/>
                <a:gd name="T9" fmla="*/ 68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2"/>
                  </a:moveTo>
                  <a:cubicBezTo>
                    <a:pt x="3" y="1"/>
                    <a:pt x="8" y="13"/>
                    <a:pt x="9" y="13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8" y="0"/>
                    <a:pt x="4" y="1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0" name="Freeform 781">
              <a:extLst>
                <a:ext uri="{FF2B5EF4-FFF2-40B4-BE49-F238E27FC236}">
                  <a16:creationId xmlns:a16="http://schemas.microsoft.com/office/drawing/2014/main" id="{FA90294D-9CE0-47A8-8DF8-5222BE1C1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636"/>
              <a:ext cx="15" cy="26"/>
            </a:xfrm>
            <a:custGeom>
              <a:avLst/>
              <a:gdLst>
                <a:gd name="T0" fmla="*/ 0 w 6"/>
                <a:gd name="T1" fmla="*/ 0 h 10"/>
                <a:gd name="T2" fmla="*/ 988 w 6"/>
                <a:gd name="T3" fmla="*/ 2142 h 10"/>
                <a:gd name="T4" fmla="*/ 1488 w 6"/>
                <a:gd name="T5" fmla="*/ 3110 h 10"/>
                <a:gd name="T6" fmla="*/ 1488 w 6"/>
                <a:gd name="T7" fmla="*/ 3110 h 10"/>
                <a:gd name="T8" fmla="*/ 988 w 6"/>
                <a:gd name="T9" fmla="*/ 1547 h 10"/>
                <a:gd name="T10" fmla="*/ 0 w 6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2"/>
                    <a:pt x="3" y="4"/>
                    <a:pt x="4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7"/>
                    <a:pt x="4" y="5"/>
                  </a:cubicBezTo>
                  <a:cubicBezTo>
                    <a:pt x="3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1" name="Freeform 782">
              <a:extLst>
                <a:ext uri="{FF2B5EF4-FFF2-40B4-BE49-F238E27FC236}">
                  <a16:creationId xmlns:a16="http://schemas.microsoft.com/office/drawing/2014/main" id="{8284C371-D1DE-4C82-A1D3-69521E560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630"/>
              <a:ext cx="12" cy="27"/>
            </a:xfrm>
            <a:custGeom>
              <a:avLst/>
              <a:gdLst>
                <a:gd name="T0" fmla="*/ 0 w 5"/>
                <a:gd name="T1" fmla="*/ 0 h 10"/>
                <a:gd name="T2" fmla="*/ 564 w 5"/>
                <a:gd name="T3" fmla="*/ 2719 h 10"/>
                <a:gd name="T4" fmla="*/ 967 w 5"/>
                <a:gd name="T5" fmla="*/ 3877 h 10"/>
                <a:gd name="T6" fmla="*/ 967 w 5"/>
                <a:gd name="T7" fmla="*/ 3877 h 10"/>
                <a:gd name="T8" fmla="*/ 564 w 5"/>
                <a:gd name="T9" fmla="*/ 2028 h 10"/>
                <a:gd name="T10" fmla="*/ 0 w 5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4" y="7"/>
                    <a:pt x="3" y="5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2" name="Freeform 783">
              <a:extLst>
                <a:ext uri="{FF2B5EF4-FFF2-40B4-BE49-F238E27FC236}">
                  <a16:creationId xmlns:a16="http://schemas.microsoft.com/office/drawing/2014/main" id="{B162B7B6-EA95-464A-8B51-1C6CB577B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630"/>
              <a:ext cx="30" cy="35"/>
            </a:xfrm>
            <a:custGeom>
              <a:avLst/>
              <a:gdLst>
                <a:gd name="T0" fmla="*/ 0 w 12"/>
                <a:gd name="T1" fmla="*/ 681 h 13"/>
                <a:gd name="T2" fmla="*/ 1958 w 12"/>
                <a:gd name="T3" fmla="*/ 4935 h 13"/>
                <a:gd name="T4" fmla="*/ 2938 w 12"/>
                <a:gd name="T5" fmla="*/ 4935 h 13"/>
                <a:gd name="T6" fmla="*/ 988 w 12"/>
                <a:gd name="T7" fmla="*/ 428 h 13"/>
                <a:gd name="T8" fmla="*/ 0 w 12"/>
                <a:gd name="T9" fmla="*/ 68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2"/>
                  </a:moveTo>
                  <a:cubicBezTo>
                    <a:pt x="3" y="1"/>
                    <a:pt x="7" y="13"/>
                    <a:pt x="8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3"/>
                    <a:pt x="7" y="0"/>
                    <a:pt x="4" y="1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3" name="Freeform 784">
              <a:extLst>
                <a:ext uri="{FF2B5EF4-FFF2-40B4-BE49-F238E27FC236}">
                  <a16:creationId xmlns:a16="http://schemas.microsoft.com/office/drawing/2014/main" id="{5E5C4D1E-B5BE-4473-BE3D-C159D1962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636"/>
              <a:ext cx="12" cy="26"/>
            </a:xfrm>
            <a:custGeom>
              <a:avLst/>
              <a:gdLst>
                <a:gd name="T0" fmla="*/ 0 w 5"/>
                <a:gd name="T1" fmla="*/ 0 h 10"/>
                <a:gd name="T2" fmla="*/ 802 w 5"/>
                <a:gd name="T3" fmla="*/ 2142 h 10"/>
                <a:gd name="T4" fmla="*/ 967 w 5"/>
                <a:gd name="T5" fmla="*/ 3110 h 10"/>
                <a:gd name="T6" fmla="*/ 967 w 5"/>
                <a:gd name="T7" fmla="*/ 3110 h 10"/>
                <a:gd name="T8" fmla="*/ 802 w 5"/>
                <a:gd name="T9" fmla="*/ 1547 h 10"/>
                <a:gd name="T10" fmla="*/ 0 w 5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1" y="2"/>
                    <a:pt x="3" y="4"/>
                    <a:pt x="4" y="7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4" y="7"/>
                    <a:pt x="4" y="5"/>
                  </a:cubicBezTo>
                  <a:cubicBezTo>
                    <a:pt x="3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4" name="Freeform 785">
              <a:extLst>
                <a:ext uri="{FF2B5EF4-FFF2-40B4-BE49-F238E27FC236}">
                  <a16:creationId xmlns:a16="http://schemas.microsoft.com/office/drawing/2014/main" id="{8D986809-2A94-43B9-B9F3-C87F5CEAC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630"/>
              <a:ext cx="20" cy="38"/>
            </a:xfrm>
            <a:custGeom>
              <a:avLst/>
              <a:gdLst>
                <a:gd name="T0" fmla="*/ 0 w 8"/>
                <a:gd name="T1" fmla="*/ 0 h 14"/>
                <a:gd name="T2" fmla="*/ 988 w 8"/>
                <a:gd name="T3" fmla="*/ 5600 h 14"/>
                <a:gd name="T4" fmla="*/ 1958 w 8"/>
                <a:gd name="T5" fmla="*/ 5600 h 14"/>
                <a:gd name="T6" fmla="*/ 988 w 8"/>
                <a:gd name="T7" fmla="*/ 0 h 14"/>
                <a:gd name="T8" fmla="*/ 0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3" y="0"/>
                    <a:pt x="3" y="13"/>
                    <a:pt x="4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4"/>
                    <a:pt x="7" y="1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5" name="Freeform 786">
              <a:extLst>
                <a:ext uri="{FF2B5EF4-FFF2-40B4-BE49-F238E27FC236}">
                  <a16:creationId xmlns:a16="http://schemas.microsoft.com/office/drawing/2014/main" id="{A7877FD3-C278-4A2D-8CC1-7748BFDC9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633"/>
              <a:ext cx="3" cy="29"/>
            </a:xfrm>
            <a:custGeom>
              <a:avLst/>
              <a:gdLst>
                <a:gd name="T0" fmla="*/ 0 w 1"/>
                <a:gd name="T1" fmla="*/ 0 h 11"/>
                <a:gd name="T2" fmla="*/ 729 w 1"/>
                <a:gd name="T3" fmla="*/ 2655 h 11"/>
                <a:gd name="T4" fmla="*/ 729 w 1"/>
                <a:gd name="T5" fmla="*/ 3662 h 11"/>
                <a:gd name="T6" fmla="*/ 729 w 1"/>
                <a:gd name="T7" fmla="*/ 3662 h 11"/>
                <a:gd name="T8" fmla="*/ 729 w 1"/>
                <a:gd name="T9" fmla="*/ 2035 h 11"/>
                <a:gd name="T10" fmla="*/ 0 w 1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2"/>
                    <a:pt x="0" y="5"/>
                    <a:pt x="1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8"/>
                    <a:pt x="1" y="6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6" name="Freeform 787">
              <a:extLst>
                <a:ext uri="{FF2B5EF4-FFF2-40B4-BE49-F238E27FC236}">
                  <a16:creationId xmlns:a16="http://schemas.microsoft.com/office/drawing/2014/main" id="{5DF973C4-5974-4245-8421-3A9CB18DC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516"/>
              <a:ext cx="35" cy="32"/>
            </a:xfrm>
            <a:custGeom>
              <a:avLst/>
              <a:gdLst>
                <a:gd name="T0" fmla="*/ 3250 w 14"/>
                <a:gd name="T1" fmla="*/ 2824 h 12"/>
                <a:gd name="T2" fmla="*/ 1958 w 14"/>
                <a:gd name="T3" fmla="*/ 1059 h 12"/>
                <a:gd name="T4" fmla="*/ 0 w 14"/>
                <a:gd name="T5" fmla="*/ 0 h 12"/>
                <a:gd name="T6" fmla="*/ 313 w 14"/>
                <a:gd name="T7" fmla="*/ 1059 h 12"/>
                <a:gd name="T8" fmla="*/ 1770 w 14"/>
                <a:gd name="T9" fmla="*/ 2581 h 12"/>
                <a:gd name="T10" fmla="*/ 3438 w 14"/>
                <a:gd name="T11" fmla="*/ 4301 h 12"/>
                <a:gd name="T12" fmla="*/ 3250 w 14"/>
                <a:gd name="T13" fmla="*/ 282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13" y="8"/>
                  </a:moveTo>
                  <a:cubicBezTo>
                    <a:pt x="13" y="6"/>
                    <a:pt x="11" y="4"/>
                    <a:pt x="8" y="3"/>
                  </a:cubicBezTo>
                  <a:cubicBezTo>
                    <a:pt x="5" y="2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5"/>
                    <a:pt x="4" y="6"/>
                    <a:pt x="7" y="7"/>
                  </a:cubicBezTo>
                  <a:cubicBezTo>
                    <a:pt x="12" y="9"/>
                    <a:pt x="13" y="11"/>
                    <a:pt x="14" y="12"/>
                  </a:cubicBezTo>
                  <a:lnTo>
                    <a:pt x="13" y="8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7" name="Freeform 788">
              <a:extLst>
                <a:ext uri="{FF2B5EF4-FFF2-40B4-BE49-F238E27FC236}">
                  <a16:creationId xmlns:a16="http://schemas.microsoft.com/office/drawing/2014/main" id="{91E666FD-E1E2-4415-BE3B-10FF828AE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492"/>
              <a:ext cx="32" cy="34"/>
            </a:xfrm>
            <a:custGeom>
              <a:avLst/>
              <a:gdLst>
                <a:gd name="T0" fmla="*/ 448 w 13"/>
                <a:gd name="T1" fmla="*/ 4166 h 13"/>
                <a:gd name="T2" fmla="*/ 2897 w 13"/>
                <a:gd name="T3" fmla="*/ 1219 h 13"/>
                <a:gd name="T4" fmla="*/ 2715 w 13"/>
                <a:gd name="T5" fmla="*/ 0 h 13"/>
                <a:gd name="T6" fmla="*/ 182 w 13"/>
                <a:gd name="T7" fmla="*/ 2955 h 13"/>
                <a:gd name="T8" fmla="*/ 448 w 13"/>
                <a:gd name="T9" fmla="*/ 416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2" y="13"/>
                  </a:moveTo>
                  <a:cubicBezTo>
                    <a:pt x="1" y="10"/>
                    <a:pt x="13" y="5"/>
                    <a:pt x="13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1"/>
                    <a:pt x="0" y="6"/>
                    <a:pt x="1" y="9"/>
                  </a:cubicBezTo>
                  <a:lnTo>
                    <a:pt x="2" y="13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8" name="Freeform 789">
              <a:extLst>
                <a:ext uri="{FF2B5EF4-FFF2-40B4-BE49-F238E27FC236}">
                  <a16:creationId xmlns:a16="http://schemas.microsoft.com/office/drawing/2014/main" id="{B21BFB21-AD76-4BAB-B4C9-48A01B5AD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34"/>
              <a:ext cx="32" cy="40"/>
            </a:xfrm>
            <a:custGeom>
              <a:avLst/>
              <a:gdLst>
                <a:gd name="T0" fmla="*/ 2715 w 13"/>
                <a:gd name="T1" fmla="*/ 3891 h 15"/>
                <a:gd name="T2" fmla="*/ 1538 w 13"/>
                <a:gd name="T3" fmla="*/ 1763 h 15"/>
                <a:gd name="T4" fmla="*/ 0 w 13"/>
                <a:gd name="T5" fmla="*/ 0 h 15"/>
                <a:gd name="T6" fmla="*/ 0 w 13"/>
                <a:gd name="T7" fmla="*/ 1459 h 15"/>
                <a:gd name="T8" fmla="*/ 1103 w 13"/>
                <a:gd name="T9" fmla="*/ 3243 h 15"/>
                <a:gd name="T10" fmla="*/ 2715 w 13"/>
                <a:gd name="T11" fmla="*/ 5405 h 15"/>
                <a:gd name="T12" fmla="*/ 2715 w 13"/>
                <a:gd name="T13" fmla="*/ 389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5">
                  <a:moveTo>
                    <a:pt x="12" y="11"/>
                  </a:moveTo>
                  <a:cubicBezTo>
                    <a:pt x="13" y="10"/>
                    <a:pt x="9" y="7"/>
                    <a:pt x="7" y="5"/>
                  </a:cubicBezTo>
                  <a:cubicBezTo>
                    <a:pt x="4" y="3"/>
                    <a:pt x="0" y="1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3" y="7"/>
                    <a:pt x="5" y="9"/>
                  </a:cubicBezTo>
                  <a:cubicBezTo>
                    <a:pt x="9" y="11"/>
                    <a:pt x="12" y="14"/>
                    <a:pt x="12" y="15"/>
                  </a:cubicBezTo>
                  <a:lnTo>
                    <a:pt x="12" y="11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9" name="Freeform 790">
              <a:extLst>
                <a:ext uri="{FF2B5EF4-FFF2-40B4-BE49-F238E27FC236}">
                  <a16:creationId xmlns:a16="http://schemas.microsoft.com/office/drawing/2014/main" id="{D0DEA783-591B-42EA-A459-D4D1B4E6B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53"/>
              <a:ext cx="32" cy="40"/>
            </a:xfrm>
            <a:custGeom>
              <a:avLst/>
              <a:gdLst>
                <a:gd name="T0" fmla="*/ 2897 w 13"/>
                <a:gd name="T1" fmla="*/ 3891 h 15"/>
                <a:gd name="T2" fmla="*/ 1538 w 13"/>
                <a:gd name="T3" fmla="*/ 1763 h 15"/>
                <a:gd name="T4" fmla="*/ 0 w 13"/>
                <a:gd name="T5" fmla="*/ 0 h 15"/>
                <a:gd name="T6" fmla="*/ 0 w 13"/>
                <a:gd name="T7" fmla="*/ 1459 h 15"/>
                <a:gd name="T8" fmla="*/ 1356 w 13"/>
                <a:gd name="T9" fmla="*/ 3243 h 15"/>
                <a:gd name="T10" fmla="*/ 2715 w 13"/>
                <a:gd name="T11" fmla="*/ 5405 h 15"/>
                <a:gd name="T12" fmla="*/ 2897 w 13"/>
                <a:gd name="T13" fmla="*/ 389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5">
                  <a:moveTo>
                    <a:pt x="13" y="11"/>
                  </a:moveTo>
                  <a:cubicBezTo>
                    <a:pt x="13" y="9"/>
                    <a:pt x="10" y="7"/>
                    <a:pt x="7" y="5"/>
                  </a:cubicBezTo>
                  <a:cubicBezTo>
                    <a:pt x="4" y="3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3" y="7"/>
                    <a:pt x="6" y="9"/>
                  </a:cubicBezTo>
                  <a:cubicBezTo>
                    <a:pt x="10" y="11"/>
                    <a:pt x="12" y="14"/>
                    <a:pt x="12" y="15"/>
                  </a:cubicBezTo>
                  <a:lnTo>
                    <a:pt x="13" y="11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0" name="Freeform 791">
              <a:extLst>
                <a:ext uri="{FF2B5EF4-FFF2-40B4-BE49-F238E27FC236}">
                  <a16:creationId xmlns:a16="http://schemas.microsoft.com/office/drawing/2014/main" id="{D39B3BF8-F408-480E-BDB8-070A5A3D1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518"/>
              <a:ext cx="33" cy="30"/>
            </a:xfrm>
            <a:custGeom>
              <a:avLst/>
              <a:gdLst>
                <a:gd name="T0" fmla="*/ 327 w 13"/>
                <a:gd name="T1" fmla="*/ 4544 h 11"/>
                <a:gd name="T2" fmla="*/ 3485 w 13"/>
                <a:gd name="T3" fmla="*/ 1666 h 11"/>
                <a:gd name="T4" fmla="*/ 3485 w 13"/>
                <a:gd name="T5" fmla="*/ 0 h 11"/>
                <a:gd name="T6" fmla="*/ 327 w 13"/>
                <a:gd name="T7" fmla="*/ 2877 h 11"/>
                <a:gd name="T8" fmla="*/ 327 w 13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" y="11"/>
                  </a:moveTo>
                  <a:cubicBezTo>
                    <a:pt x="1" y="8"/>
                    <a:pt x="13" y="5"/>
                    <a:pt x="13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0" y="4"/>
                    <a:pt x="1" y="7"/>
                  </a:cubicBezTo>
                  <a:lnTo>
                    <a:pt x="1" y="11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1" name="Freeform 792">
              <a:extLst>
                <a:ext uri="{FF2B5EF4-FFF2-40B4-BE49-F238E27FC236}">
                  <a16:creationId xmlns:a16="http://schemas.microsoft.com/office/drawing/2014/main" id="{309F415F-DC6F-4A6F-98F6-D8ED97C90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37"/>
              <a:ext cx="32" cy="29"/>
            </a:xfrm>
            <a:custGeom>
              <a:avLst/>
              <a:gdLst>
                <a:gd name="T0" fmla="*/ 0 w 13"/>
                <a:gd name="T1" fmla="*/ 3662 h 11"/>
                <a:gd name="T2" fmla="*/ 2897 w 13"/>
                <a:gd name="T3" fmla="*/ 1389 h 11"/>
                <a:gd name="T4" fmla="*/ 2715 w 13"/>
                <a:gd name="T5" fmla="*/ 0 h 11"/>
                <a:gd name="T6" fmla="*/ 0 w 13"/>
                <a:gd name="T7" fmla="*/ 2273 h 11"/>
                <a:gd name="T8" fmla="*/ 0 w 13"/>
                <a:gd name="T9" fmla="*/ 36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0" y="8"/>
                    <a:pt x="13" y="5"/>
                    <a:pt x="13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"/>
                    <a:pt x="0" y="4"/>
                    <a:pt x="0" y="7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2" name="Freeform 793">
              <a:extLst>
                <a:ext uri="{FF2B5EF4-FFF2-40B4-BE49-F238E27FC236}">
                  <a16:creationId xmlns:a16="http://schemas.microsoft.com/office/drawing/2014/main" id="{473F58BB-6A49-4E40-9A24-95BB89E87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80"/>
              <a:ext cx="32" cy="37"/>
            </a:xfrm>
            <a:custGeom>
              <a:avLst/>
              <a:gdLst>
                <a:gd name="T0" fmla="*/ 2897 w 13"/>
                <a:gd name="T1" fmla="*/ 3359 h 14"/>
                <a:gd name="T2" fmla="*/ 1538 w 13"/>
                <a:gd name="T3" fmla="*/ 1425 h 14"/>
                <a:gd name="T4" fmla="*/ 0 w 13"/>
                <a:gd name="T5" fmla="*/ 0 h 14"/>
                <a:gd name="T6" fmla="*/ 0 w 13"/>
                <a:gd name="T7" fmla="*/ 1425 h 14"/>
                <a:gd name="T8" fmla="*/ 1103 w 13"/>
                <a:gd name="T9" fmla="*/ 2730 h 14"/>
                <a:gd name="T10" fmla="*/ 2715 w 13"/>
                <a:gd name="T11" fmla="*/ 4784 h 14"/>
                <a:gd name="T12" fmla="*/ 2897 w 13"/>
                <a:gd name="T13" fmla="*/ 335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13" y="10"/>
                  </a:moveTo>
                  <a:cubicBezTo>
                    <a:pt x="13" y="9"/>
                    <a:pt x="9" y="6"/>
                    <a:pt x="7" y="4"/>
                  </a:cubicBezTo>
                  <a:cubicBezTo>
                    <a:pt x="4" y="2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3" y="6"/>
                    <a:pt x="5" y="8"/>
                  </a:cubicBezTo>
                  <a:cubicBezTo>
                    <a:pt x="10" y="10"/>
                    <a:pt x="12" y="13"/>
                    <a:pt x="12" y="14"/>
                  </a:cubicBezTo>
                  <a:lnTo>
                    <a:pt x="13" y="10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3" name="Freeform 794">
              <a:extLst>
                <a:ext uri="{FF2B5EF4-FFF2-40B4-BE49-F238E27FC236}">
                  <a16:creationId xmlns:a16="http://schemas.microsoft.com/office/drawing/2014/main" id="{51A0ED67-6929-4F69-8090-03B774D6D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98"/>
              <a:ext cx="30" cy="38"/>
            </a:xfrm>
            <a:custGeom>
              <a:avLst/>
              <a:gdLst>
                <a:gd name="T0" fmla="*/ 2938 w 12"/>
                <a:gd name="T1" fmla="*/ 3957 h 14"/>
                <a:gd name="T2" fmla="*/ 1770 w 12"/>
                <a:gd name="T3" fmla="*/ 1620 h 14"/>
                <a:gd name="T4" fmla="*/ 0 w 12"/>
                <a:gd name="T5" fmla="*/ 0 h 14"/>
                <a:gd name="T6" fmla="*/ 0 w 12"/>
                <a:gd name="T7" fmla="*/ 1620 h 14"/>
                <a:gd name="T8" fmla="*/ 1300 w 12"/>
                <a:gd name="T9" fmla="*/ 3257 h 14"/>
                <a:gd name="T10" fmla="*/ 2738 w 12"/>
                <a:gd name="T11" fmla="*/ 5600 h 14"/>
                <a:gd name="T12" fmla="*/ 2938 w 12"/>
                <a:gd name="T13" fmla="*/ 395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12" y="10"/>
                  </a:moveTo>
                  <a:cubicBezTo>
                    <a:pt x="12" y="8"/>
                    <a:pt x="9" y="6"/>
                    <a:pt x="7" y="4"/>
                  </a:cubicBezTo>
                  <a:cubicBezTo>
                    <a:pt x="4" y="3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3" y="7"/>
                    <a:pt x="5" y="8"/>
                  </a:cubicBezTo>
                  <a:cubicBezTo>
                    <a:pt x="10" y="11"/>
                    <a:pt x="11" y="13"/>
                    <a:pt x="11" y="14"/>
                  </a:cubicBezTo>
                  <a:lnTo>
                    <a:pt x="12" y="10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4" name="Freeform 795">
              <a:extLst>
                <a:ext uri="{FF2B5EF4-FFF2-40B4-BE49-F238E27FC236}">
                  <a16:creationId xmlns:a16="http://schemas.microsoft.com/office/drawing/2014/main" id="{2A088127-B9E6-43CA-B32C-A0A63D3DC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64"/>
              <a:ext cx="32" cy="26"/>
            </a:xfrm>
            <a:custGeom>
              <a:avLst/>
              <a:gdLst>
                <a:gd name="T0" fmla="*/ 0 w 13"/>
                <a:gd name="T1" fmla="*/ 3110 h 10"/>
                <a:gd name="T2" fmla="*/ 2897 w 13"/>
                <a:gd name="T3" fmla="*/ 1196 h 10"/>
                <a:gd name="T4" fmla="*/ 2897 w 13"/>
                <a:gd name="T5" fmla="*/ 0 h 10"/>
                <a:gd name="T6" fmla="*/ 0 w 13"/>
                <a:gd name="T7" fmla="*/ 1914 h 10"/>
                <a:gd name="T8" fmla="*/ 0 w 13"/>
                <a:gd name="T9" fmla="*/ 31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0" y="7"/>
                    <a:pt x="13" y="5"/>
                    <a:pt x="13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0" y="3"/>
                    <a:pt x="0" y="6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5" name="Freeform 796">
              <a:extLst>
                <a:ext uri="{FF2B5EF4-FFF2-40B4-BE49-F238E27FC236}">
                  <a16:creationId xmlns:a16="http://schemas.microsoft.com/office/drawing/2014/main" id="{7920515C-16BA-4D00-B904-24A4DD67C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82"/>
              <a:ext cx="32" cy="27"/>
            </a:xfrm>
            <a:custGeom>
              <a:avLst/>
              <a:gdLst>
                <a:gd name="T0" fmla="*/ 0 w 13"/>
                <a:gd name="T1" fmla="*/ 3877 h 10"/>
                <a:gd name="T2" fmla="*/ 2897 w 13"/>
                <a:gd name="T3" fmla="*/ 1596 h 10"/>
                <a:gd name="T4" fmla="*/ 2897 w 13"/>
                <a:gd name="T5" fmla="*/ 0 h 10"/>
                <a:gd name="T6" fmla="*/ 0 w 13"/>
                <a:gd name="T7" fmla="*/ 2282 h 10"/>
                <a:gd name="T8" fmla="*/ 0 w 13"/>
                <a:gd name="T9" fmla="*/ 38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0" y="7"/>
                    <a:pt x="13" y="5"/>
                    <a:pt x="13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0" y="3"/>
                    <a:pt x="0" y="6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6" name="Freeform 797">
              <a:extLst>
                <a:ext uri="{FF2B5EF4-FFF2-40B4-BE49-F238E27FC236}">
                  <a16:creationId xmlns:a16="http://schemas.microsoft.com/office/drawing/2014/main" id="{0C547C97-1FD4-4658-A755-79D98EA5B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617"/>
              <a:ext cx="30" cy="45"/>
            </a:xfrm>
            <a:custGeom>
              <a:avLst/>
              <a:gdLst>
                <a:gd name="T0" fmla="*/ 2738 w 12"/>
                <a:gd name="T1" fmla="*/ 4415 h 17"/>
                <a:gd name="T2" fmla="*/ 1770 w 12"/>
                <a:gd name="T3" fmla="*/ 2059 h 17"/>
                <a:gd name="T4" fmla="*/ 313 w 12"/>
                <a:gd name="T5" fmla="*/ 0 h 17"/>
                <a:gd name="T6" fmla="*/ 0 w 12"/>
                <a:gd name="T7" fmla="*/ 1429 h 17"/>
                <a:gd name="T8" fmla="*/ 1300 w 12"/>
                <a:gd name="T9" fmla="*/ 3131 h 17"/>
                <a:gd name="T10" fmla="*/ 2470 w 12"/>
                <a:gd name="T11" fmla="*/ 5845 h 17"/>
                <a:gd name="T12" fmla="*/ 2738 w 12"/>
                <a:gd name="T13" fmla="*/ 441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11" y="13"/>
                  </a:moveTo>
                  <a:cubicBezTo>
                    <a:pt x="12" y="12"/>
                    <a:pt x="9" y="8"/>
                    <a:pt x="7" y="6"/>
                  </a:cubicBezTo>
                  <a:cubicBezTo>
                    <a:pt x="5" y="4"/>
                    <a:pt x="1" y="0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3" y="7"/>
                    <a:pt x="5" y="9"/>
                  </a:cubicBezTo>
                  <a:cubicBezTo>
                    <a:pt x="8" y="13"/>
                    <a:pt x="11" y="16"/>
                    <a:pt x="10" y="17"/>
                  </a:cubicBezTo>
                  <a:lnTo>
                    <a:pt x="11" y="1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7" name="Freeform 798">
              <a:extLst>
                <a:ext uri="{FF2B5EF4-FFF2-40B4-BE49-F238E27FC236}">
                  <a16:creationId xmlns:a16="http://schemas.microsoft.com/office/drawing/2014/main" id="{D9CA9B8A-F2A5-46B2-93CD-B60E49410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636"/>
              <a:ext cx="27" cy="42"/>
            </a:xfrm>
            <a:custGeom>
              <a:avLst/>
              <a:gdLst>
                <a:gd name="T0" fmla="*/ 2398 w 11"/>
                <a:gd name="T1" fmla="*/ 3998 h 16"/>
                <a:gd name="T2" fmla="*/ 1524 w 11"/>
                <a:gd name="T3" fmla="*/ 1992 h 16"/>
                <a:gd name="T4" fmla="*/ 174 w 11"/>
                <a:gd name="T5" fmla="*/ 0 h 16"/>
                <a:gd name="T6" fmla="*/ 0 w 11"/>
                <a:gd name="T7" fmla="*/ 1378 h 16"/>
                <a:gd name="T8" fmla="*/ 1048 w 11"/>
                <a:gd name="T9" fmla="*/ 2985 h 16"/>
                <a:gd name="T10" fmla="*/ 1964 w 11"/>
                <a:gd name="T11" fmla="*/ 5229 h 16"/>
                <a:gd name="T12" fmla="*/ 2398 w 11"/>
                <a:gd name="T13" fmla="*/ 399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6">
                  <a:moveTo>
                    <a:pt x="11" y="12"/>
                  </a:moveTo>
                  <a:cubicBezTo>
                    <a:pt x="11" y="11"/>
                    <a:pt x="9" y="8"/>
                    <a:pt x="7" y="6"/>
                  </a:cubicBezTo>
                  <a:cubicBezTo>
                    <a:pt x="5" y="4"/>
                    <a:pt x="1" y="0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3" y="7"/>
                    <a:pt x="5" y="9"/>
                  </a:cubicBezTo>
                  <a:cubicBezTo>
                    <a:pt x="9" y="13"/>
                    <a:pt x="10" y="15"/>
                    <a:pt x="9" y="16"/>
                  </a:cubicBezTo>
                  <a:lnTo>
                    <a:pt x="11" y="12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8" name="Freeform 799">
              <a:extLst>
                <a:ext uri="{FF2B5EF4-FFF2-40B4-BE49-F238E27FC236}">
                  <a16:creationId xmlns:a16="http://schemas.microsoft.com/office/drawing/2014/main" id="{9130F3BA-0FFE-434D-B037-5B210AA41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606"/>
              <a:ext cx="35" cy="24"/>
            </a:xfrm>
            <a:custGeom>
              <a:avLst/>
              <a:gdLst>
                <a:gd name="T0" fmla="*/ 0 w 14"/>
                <a:gd name="T1" fmla="*/ 3243 h 9"/>
                <a:gd name="T2" fmla="*/ 3250 w 14"/>
                <a:gd name="T3" fmla="*/ 1459 h 9"/>
                <a:gd name="T4" fmla="*/ 3438 w 14"/>
                <a:gd name="T5" fmla="*/ 0 h 9"/>
                <a:gd name="T6" fmla="*/ 0 w 14"/>
                <a:gd name="T7" fmla="*/ 1763 h 9"/>
                <a:gd name="T8" fmla="*/ 0 w 14"/>
                <a:gd name="T9" fmla="*/ 324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0" y="6"/>
                    <a:pt x="13" y="5"/>
                    <a:pt x="13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" y="2"/>
                    <a:pt x="0" y="5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9" name="Freeform 800">
              <a:extLst>
                <a:ext uri="{FF2B5EF4-FFF2-40B4-BE49-F238E27FC236}">
                  <a16:creationId xmlns:a16="http://schemas.microsoft.com/office/drawing/2014/main" id="{8FF1D176-51A5-4AA6-A5F4-41CEF5E39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625"/>
              <a:ext cx="35" cy="24"/>
            </a:xfrm>
            <a:custGeom>
              <a:avLst/>
              <a:gdLst>
                <a:gd name="T0" fmla="*/ 0 w 14"/>
                <a:gd name="T1" fmla="*/ 3243 h 9"/>
                <a:gd name="T2" fmla="*/ 3438 w 14"/>
                <a:gd name="T3" fmla="*/ 1459 h 9"/>
                <a:gd name="T4" fmla="*/ 3438 w 14"/>
                <a:gd name="T5" fmla="*/ 0 h 9"/>
                <a:gd name="T6" fmla="*/ 313 w 14"/>
                <a:gd name="T7" fmla="*/ 1763 h 9"/>
                <a:gd name="T8" fmla="*/ 0 w 14"/>
                <a:gd name="T9" fmla="*/ 324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0" y="6"/>
                    <a:pt x="13" y="5"/>
                    <a:pt x="14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" y="1"/>
                    <a:pt x="1" y="5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0" name="Freeform 801">
              <a:extLst>
                <a:ext uri="{FF2B5EF4-FFF2-40B4-BE49-F238E27FC236}">
                  <a16:creationId xmlns:a16="http://schemas.microsoft.com/office/drawing/2014/main" id="{4E0E2361-1563-4208-98AD-2078824C9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657"/>
              <a:ext cx="28" cy="45"/>
            </a:xfrm>
            <a:custGeom>
              <a:avLst/>
              <a:gdLst>
                <a:gd name="T0" fmla="*/ 2688 w 11"/>
                <a:gd name="T1" fmla="*/ 4807 h 17"/>
                <a:gd name="T2" fmla="*/ 1932 w 11"/>
                <a:gd name="T3" fmla="*/ 2059 h 17"/>
                <a:gd name="T4" fmla="*/ 545 w 11"/>
                <a:gd name="T5" fmla="*/ 0 h 17"/>
                <a:gd name="T6" fmla="*/ 331 w 11"/>
                <a:gd name="T7" fmla="*/ 1429 h 17"/>
                <a:gd name="T8" fmla="*/ 1056 w 11"/>
                <a:gd name="T9" fmla="*/ 3131 h 17"/>
                <a:gd name="T10" fmla="*/ 2146 w 11"/>
                <a:gd name="T11" fmla="*/ 5845 h 17"/>
                <a:gd name="T12" fmla="*/ 2688 w 11"/>
                <a:gd name="T13" fmla="*/ 480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7">
                  <a:moveTo>
                    <a:pt x="10" y="14"/>
                  </a:moveTo>
                  <a:cubicBezTo>
                    <a:pt x="11" y="13"/>
                    <a:pt x="9" y="9"/>
                    <a:pt x="7" y="6"/>
                  </a:cubicBezTo>
                  <a:cubicBezTo>
                    <a:pt x="5" y="4"/>
                    <a:pt x="2" y="0"/>
                    <a:pt x="2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3" y="7"/>
                    <a:pt x="4" y="9"/>
                  </a:cubicBezTo>
                  <a:cubicBezTo>
                    <a:pt x="7" y="13"/>
                    <a:pt x="9" y="16"/>
                    <a:pt x="8" y="17"/>
                  </a:cubicBezTo>
                  <a:lnTo>
                    <a:pt x="10" y="1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1" name="Freeform 802">
              <a:extLst>
                <a:ext uri="{FF2B5EF4-FFF2-40B4-BE49-F238E27FC236}">
                  <a16:creationId xmlns:a16="http://schemas.microsoft.com/office/drawing/2014/main" id="{96286906-2713-481E-A959-793C573D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673"/>
              <a:ext cx="28" cy="51"/>
            </a:xfrm>
            <a:custGeom>
              <a:avLst/>
              <a:gdLst>
                <a:gd name="T0" fmla="*/ 2688 w 11"/>
                <a:gd name="T1" fmla="*/ 5548 h 19"/>
                <a:gd name="T2" fmla="*/ 1932 w 11"/>
                <a:gd name="T3" fmla="*/ 2652 h 19"/>
                <a:gd name="T4" fmla="*/ 545 w 11"/>
                <a:gd name="T5" fmla="*/ 0 h 19"/>
                <a:gd name="T6" fmla="*/ 331 w 11"/>
                <a:gd name="T7" fmla="*/ 1562 h 19"/>
                <a:gd name="T8" fmla="*/ 1056 w 11"/>
                <a:gd name="T9" fmla="*/ 3731 h 19"/>
                <a:gd name="T10" fmla="*/ 2474 w 11"/>
                <a:gd name="T11" fmla="*/ 7119 h 19"/>
                <a:gd name="T12" fmla="*/ 2688 w 11"/>
                <a:gd name="T13" fmla="*/ 5548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9">
                  <a:moveTo>
                    <a:pt x="10" y="15"/>
                  </a:moveTo>
                  <a:cubicBezTo>
                    <a:pt x="11" y="13"/>
                    <a:pt x="9" y="9"/>
                    <a:pt x="7" y="7"/>
                  </a:cubicBezTo>
                  <a:cubicBezTo>
                    <a:pt x="5" y="4"/>
                    <a:pt x="2" y="1"/>
                    <a:pt x="2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3" y="8"/>
                    <a:pt x="4" y="10"/>
                  </a:cubicBezTo>
                  <a:cubicBezTo>
                    <a:pt x="8" y="14"/>
                    <a:pt x="9" y="18"/>
                    <a:pt x="9" y="19"/>
                  </a:cubicBezTo>
                  <a:lnTo>
                    <a:pt x="10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2" name="Freeform 803">
              <a:extLst>
                <a:ext uri="{FF2B5EF4-FFF2-40B4-BE49-F238E27FC236}">
                  <a16:creationId xmlns:a16="http://schemas.microsoft.com/office/drawing/2014/main" id="{B3121E30-4BAF-4EB9-89AF-3458FC39C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649"/>
              <a:ext cx="40" cy="19"/>
            </a:xfrm>
            <a:custGeom>
              <a:avLst/>
              <a:gdLst>
                <a:gd name="T0" fmla="*/ 0 w 16"/>
                <a:gd name="T1" fmla="*/ 2823 h 7"/>
                <a:gd name="T2" fmla="*/ 3438 w 16"/>
                <a:gd name="T3" fmla="*/ 2063 h 7"/>
                <a:gd name="T4" fmla="*/ 3908 w 16"/>
                <a:gd name="T5" fmla="*/ 442 h 7"/>
                <a:gd name="T6" fmla="*/ 313 w 16"/>
                <a:gd name="T7" fmla="*/ 1620 h 7"/>
                <a:gd name="T8" fmla="*/ 0 w 16"/>
                <a:gd name="T9" fmla="*/ 282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1" y="4"/>
                    <a:pt x="14" y="6"/>
                    <a:pt x="14" y="5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2"/>
                    <a:pt x="2" y="0"/>
                    <a:pt x="1" y="4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3" name="Freeform 804">
              <a:extLst>
                <a:ext uri="{FF2B5EF4-FFF2-40B4-BE49-F238E27FC236}">
                  <a16:creationId xmlns:a16="http://schemas.microsoft.com/office/drawing/2014/main" id="{7885CA08-4C60-4540-AC77-43601946F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668"/>
              <a:ext cx="40" cy="18"/>
            </a:xfrm>
            <a:custGeom>
              <a:avLst/>
              <a:gdLst>
                <a:gd name="T0" fmla="*/ 0 w 16"/>
                <a:gd name="T1" fmla="*/ 2003 h 7"/>
                <a:gd name="T2" fmla="*/ 3720 w 16"/>
                <a:gd name="T3" fmla="*/ 1137 h 7"/>
                <a:gd name="T4" fmla="*/ 3908 w 16"/>
                <a:gd name="T5" fmla="*/ 0 h 7"/>
                <a:gd name="T6" fmla="*/ 520 w 16"/>
                <a:gd name="T7" fmla="*/ 918 h 7"/>
                <a:gd name="T8" fmla="*/ 0 w 16"/>
                <a:gd name="T9" fmla="*/ 20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1" y="4"/>
                    <a:pt x="14" y="5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1"/>
                    <a:pt x="2" y="0"/>
                    <a:pt x="2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4" name="Freeform 805">
              <a:extLst>
                <a:ext uri="{FF2B5EF4-FFF2-40B4-BE49-F238E27FC236}">
                  <a16:creationId xmlns:a16="http://schemas.microsoft.com/office/drawing/2014/main" id="{CF74E4BD-13D0-4EBB-8D68-8DC4A8782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694"/>
              <a:ext cx="25" cy="51"/>
            </a:xfrm>
            <a:custGeom>
              <a:avLst/>
              <a:gdLst>
                <a:gd name="T0" fmla="*/ 2270 w 10"/>
                <a:gd name="T1" fmla="*/ 5548 h 19"/>
                <a:gd name="T2" fmla="*/ 1770 w 10"/>
                <a:gd name="T3" fmla="*/ 2652 h 19"/>
                <a:gd name="T4" fmla="*/ 783 w 10"/>
                <a:gd name="T5" fmla="*/ 0 h 19"/>
                <a:gd name="T6" fmla="*/ 313 w 10"/>
                <a:gd name="T7" fmla="*/ 1082 h 19"/>
                <a:gd name="T8" fmla="*/ 988 w 10"/>
                <a:gd name="T9" fmla="*/ 3328 h 19"/>
                <a:gd name="T10" fmla="*/ 1488 w 10"/>
                <a:gd name="T11" fmla="*/ 7119 h 19"/>
                <a:gd name="T12" fmla="*/ 2270 w 10"/>
                <a:gd name="T13" fmla="*/ 5548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9">
                  <a:moveTo>
                    <a:pt x="9" y="15"/>
                  </a:moveTo>
                  <a:cubicBezTo>
                    <a:pt x="10" y="14"/>
                    <a:pt x="8" y="10"/>
                    <a:pt x="7" y="7"/>
                  </a:cubicBezTo>
                  <a:cubicBezTo>
                    <a:pt x="5" y="4"/>
                    <a:pt x="3" y="0"/>
                    <a:pt x="3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2" y="7"/>
                    <a:pt x="4" y="9"/>
                  </a:cubicBezTo>
                  <a:cubicBezTo>
                    <a:pt x="6" y="14"/>
                    <a:pt x="7" y="18"/>
                    <a:pt x="6" y="19"/>
                  </a:cubicBezTo>
                  <a:lnTo>
                    <a:pt x="9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5" name="Freeform 806">
              <a:extLst>
                <a:ext uri="{FF2B5EF4-FFF2-40B4-BE49-F238E27FC236}">
                  <a16:creationId xmlns:a16="http://schemas.microsoft.com/office/drawing/2014/main" id="{1464B174-666A-4783-9984-C3D83B20C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686"/>
              <a:ext cx="40" cy="19"/>
            </a:xfrm>
            <a:custGeom>
              <a:avLst/>
              <a:gdLst>
                <a:gd name="T0" fmla="*/ 0 w 16"/>
                <a:gd name="T1" fmla="*/ 2823 h 7"/>
                <a:gd name="T2" fmla="*/ 3438 w 16"/>
                <a:gd name="T3" fmla="*/ 2342 h 7"/>
                <a:gd name="T4" fmla="*/ 3908 w 16"/>
                <a:gd name="T5" fmla="*/ 1200 h 7"/>
                <a:gd name="T6" fmla="*/ 313 w 16"/>
                <a:gd name="T7" fmla="*/ 1200 h 7"/>
                <a:gd name="T8" fmla="*/ 0 w 16"/>
                <a:gd name="T9" fmla="*/ 282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1" y="4"/>
                    <a:pt x="13" y="7"/>
                    <a:pt x="14" y="6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4"/>
                    <a:pt x="3" y="0"/>
                    <a:pt x="1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6" name="Freeform 807">
              <a:extLst>
                <a:ext uri="{FF2B5EF4-FFF2-40B4-BE49-F238E27FC236}">
                  <a16:creationId xmlns:a16="http://schemas.microsoft.com/office/drawing/2014/main" id="{4E9E0479-09E3-4F91-9980-D7D946B4E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590"/>
              <a:ext cx="28" cy="11"/>
            </a:xfrm>
            <a:custGeom>
              <a:avLst/>
              <a:gdLst>
                <a:gd name="T0" fmla="*/ 0 w 11"/>
                <a:gd name="T1" fmla="*/ 1724 h 4"/>
                <a:gd name="T2" fmla="*/ 1932 w 11"/>
                <a:gd name="T3" fmla="*/ 462 h 4"/>
                <a:gd name="T4" fmla="*/ 2986 w 11"/>
                <a:gd name="T5" fmla="*/ 0 h 4"/>
                <a:gd name="T6" fmla="*/ 2688 w 11"/>
                <a:gd name="T7" fmla="*/ 0 h 4"/>
                <a:gd name="T8" fmla="*/ 1387 w 11"/>
                <a:gd name="T9" fmla="*/ 462 h 4"/>
                <a:gd name="T10" fmla="*/ 0 w 11"/>
                <a:gd name="T11" fmla="*/ 172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2" y="3"/>
                    <a:pt x="5" y="2"/>
                    <a:pt x="7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7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7" name="Freeform 808">
              <a:extLst>
                <a:ext uri="{FF2B5EF4-FFF2-40B4-BE49-F238E27FC236}">
                  <a16:creationId xmlns:a16="http://schemas.microsoft.com/office/drawing/2014/main" id="{CB2C8095-49D4-4023-B366-EC82C739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614"/>
              <a:ext cx="27" cy="8"/>
            </a:xfrm>
            <a:custGeom>
              <a:avLst/>
              <a:gdLst>
                <a:gd name="T0" fmla="*/ 0 w 11"/>
                <a:gd name="T1" fmla="*/ 1059 h 3"/>
                <a:gd name="T2" fmla="*/ 1777 w 11"/>
                <a:gd name="T3" fmla="*/ 397 h 3"/>
                <a:gd name="T4" fmla="*/ 2398 w 11"/>
                <a:gd name="T5" fmla="*/ 397 h 3"/>
                <a:gd name="T6" fmla="*/ 2398 w 11"/>
                <a:gd name="T7" fmla="*/ 0 h 3"/>
                <a:gd name="T8" fmla="*/ 1343 w 11"/>
                <a:gd name="T9" fmla="*/ 397 h 3"/>
                <a:gd name="T10" fmla="*/ 0 w 11"/>
                <a:gd name="T11" fmla="*/ 105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2" y="2"/>
                    <a:pt x="5" y="2"/>
                    <a:pt x="8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8" y="1"/>
                    <a:pt x="6" y="1"/>
                  </a:cubicBezTo>
                  <a:cubicBezTo>
                    <a:pt x="3" y="1"/>
                    <a:pt x="2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8" name="Freeform 809">
              <a:extLst>
                <a:ext uri="{FF2B5EF4-FFF2-40B4-BE49-F238E27FC236}">
                  <a16:creationId xmlns:a16="http://schemas.microsoft.com/office/drawing/2014/main" id="{CA074169-19FB-4FC6-98AD-7E6F3D159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633"/>
              <a:ext cx="28" cy="8"/>
            </a:xfrm>
            <a:custGeom>
              <a:avLst/>
              <a:gdLst>
                <a:gd name="T0" fmla="*/ 0 w 11"/>
                <a:gd name="T1" fmla="*/ 1059 h 3"/>
                <a:gd name="T2" fmla="*/ 2146 w 11"/>
                <a:gd name="T3" fmla="*/ 397 h 3"/>
                <a:gd name="T4" fmla="*/ 2986 w 11"/>
                <a:gd name="T5" fmla="*/ 0 h 3"/>
                <a:gd name="T6" fmla="*/ 2986 w 11"/>
                <a:gd name="T7" fmla="*/ 0 h 3"/>
                <a:gd name="T8" fmla="*/ 1601 w 11"/>
                <a:gd name="T9" fmla="*/ 397 h 3"/>
                <a:gd name="T10" fmla="*/ 0 w 11"/>
                <a:gd name="T11" fmla="*/ 105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2" y="2"/>
                    <a:pt x="5" y="1"/>
                    <a:pt x="8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8" y="0"/>
                    <a:pt x="6" y="1"/>
                  </a:cubicBezTo>
                  <a:cubicBezTo>
                    <a:pt x="3" y="1"/>
                    <a:pt x="2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9" name="Freeform 810">
              <a:extLst>
                <a:ext uri="{FF2B5EF4-FFF2-40B4-BE49-F238E27FC236}">
                  <a16:creationId xmlns:a16="http://schemas.microsoft.com/office/drawing/2014/main" id="{120E40C9-7EC5-498B-A8F7-8A6FABAF4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660"/>
              <a:ext cx="28" cy="2"/>
            </a:xfrm>
            <a:custGeom>
              <a:avLst/>
              <a:gdLst>
                <a:gd name="T0" fmla="*/ 0 w 11"/>
                <a:gd name="T1" fmla="*/ 64 h 1"/>
                <a:gd name="T2" fmla="*/ 2146 w 11"/>
                <a:gd name="T3" fmla="*/ 0 h 1"/>
                <a:gd name="T4" fmla="*/ 2986 w 11"/>
                <a:gd name="T5" fmla="*/ 0 h 1"/>
                <a:gd name="T6" fmla="*/ 2986 w 11"/>
                <a:gd name="T7" fmla="*/ 0 h 1"/>
                <a:gd name="T8" fmla="*/ 1387 w 11"/>
                <a:gd name="T9" fmla="*/ 0 h 1"/>
                <a:gd name="T10" fmla="*/ 0 w 11"/>
                <a:gd name="T11" fmla="*/ 64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2" y="0"/>
                    <a:pt x="5" y="0"/>
                    <a:pt x="8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8" y="0"/>
                    <a:pt x="5" y="0"/>
                  </a:cubicBezTo>
                  <a:cubicBezTo>
                    <a:pt x="3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0" name="Freeform 811">
              <a:extLst>
                <a:ext uri="{FF2B5EF4-FFF2-40B4-BE49-F238E27FC236}">
                  <a16:creationId xmlns:a16="http://schemas.microsoft.com/office/drawing/2014/main" id="{07B258F5-120D-4C5C-AE54-5B02AE30D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676"/>
              <a:ext cx="28" cy="2"/>
            </a:xfrm>
            <a:custGeom>
              <a:avLst/>
              <a:gdLst>
                <a:gd name="T0" fmla="*/ 0 w 11"/>
                <a:gd name="T1" fmla="*/ 64 h 1"/>
                <a:gd name="T2" fmla="*/ 2146 w 11"/>
                <a:gd name="T3" fmla="*/ 64 h 1"/>
                <a:gd name="T4" fmla="*/ 2986 w 11"/>
                <a:gd name="T5" fmla="*/ 64 h 1"/>
                <a:gd name="T6" fmla="*/ 2986 w 11"/>
                <a:gd name="T7" fmla="*/ 64 h 1"/>
                <a:gd name="T8" fmla="*/ 1601 w 11"/>
                <a:gd name="T9" fmla="*/ 0 h 1"/>
                <a:gd name="T10" fmla="*/ 0 w 11"/>
                <a:gd name="T11" fmla="*/ 64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2" y="1"/>
                    <a:pt x="5" y="1"/>
                    <a:pt x="8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8" y="0"/>
                    <a:pt x="6" y="0"/>
                  </a:cubicBezTo>
                  <a:cubicBezTo>
                    <a:pt x="3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1" name="Freeform 812">
              <a:extLst>
                <a:ext uri="{FF2B5EF4-FFF2-40B4-BE49-F238E27FC236}">
                  <a16:creationId xmlns:a16="http://schemas.microsoft.com/office/drawing/2014/main" id="{6BE5C200-FCAD-4965-AD82-B4E18D989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697"/>
              <a:ext cx="27" cy="5"/>
            </a:xfrm>
            <a:custGeom>
              <a:avLst/>
              <a:gdLst>
                <a:gd name="T0" fmla="*/ 0 w 11"/>
                <a:gd name="T1" fmla="*/ 313 h 2"/>
                <a:gd name="T2" fmla="*/ 1524 w 11"/>
                <a:gd name="T3" fmla="*/ 313 h 2"/>
                <a:gd name="T4" fmla="*/ 2398 w 11"/>
                <a:gd name="T5" fmla="*/ 520 h 2"/>
                <a:gd name="T6" fmla="*/ 2398 w 11"/>
                <a:gd name="T7" fmla="*/ 520 h 2"/>
                <a:gd name="T8" fmla="*/ 1048 w 11"/>
                <a:gd name="T9" fmla="*/ 0 h 2"/>
                <a:gd name="T10" fmla="*/ 0 w 11"/>
                <a:gd name="T11" fmla="*/ 313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2" y="1"/>
                    <a:pt x="5" y="1"/>
                    <a:pt x="7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8" y="1"/>
                    <a:pt x="5" y="0"/>
                  </a:cubicBezTo>
                  <a:cubicBezTo>
                    <a:pt x="3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2" name="Freeform 813">
              <a:extLst>
                <a:ext uri="{FF2B5EF4-FFF2-40B4-BE49-F238E27FC236}">
                  <a16:creationId xmlns:a16="http://schemas.microsoft.com/office/drawing/2014/main" id="{49D1E4F8-9C5E-4D3A-8770-6479A051A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574"/>
              <a:ext cx="28" cy="11"/>
            </a:xfrm>
            <a:custGeom>
              <a:avLst/>
              <a:gdLst>
                <a:gd name="T0" fmla="*/ 0 w 11"/>
                <a:gd name="T1" fmla="*/ 1724 h 4"/>
                <a:gd name="T2" fmla="*/ 1932 w 11"/>
                <a:gd name="T3" fmla="*/ 462 h 4"/>
                <a:gd name="T4" fmla="*/ 2986 w 11"/>
                <a:gd name="T5" fmla="*/ 0 h 4"/>
                <a:gd name="T6" fmla="*/ 2986 w 11"/>
                <a:gd name="T7" fmla="*/ 0 h 4"/>
                <a:gd name="T8" fmla="*/ 1387 w 11"/>
                <a:gd name="T9" fmla="*/ 462 h 4"/>
                <a:gd name="T10" fmla="*/ 0 w 11"/>
                <a:gd name="T11" fmla="*/ 172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2" y="3"/>
                    <a:pt x="5" y="2"/>
                    <a:pt x="7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7" y="0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3" name="Freeform 814">
              <a:extLst>
                <a:ext uri="{FF2B5EF4-FFF2-40B4-BE49-F238E27FC236}">
                  <a16:creationId xmlns:a16="http://schemas.microsoft.com/office/drawing/2014/main" id="{F72FA29D-3F42-41EA-A102-F724D003D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548"/>
              <a:ext cx="28" cy="10"/>
            </a:xfrm>
            <a:custGeom>
              <a:avLst/>
              <a:gdLst>
                <a:gd name="T0" fmla="*/ 0 w 11"/>
                <a:gd name="T1" fmla="*/ 988 h 4"/>
                <a:gd name="T2" fmla="*/ 1932 w 11"/>
                <a:gd name="T3" fmla="*/ 313 h 4"/>
                <a:gd name="T4" fmla="*/ 2986 w 11"/>
                <a:gd name="T5" fmla="*/ 0 h 4"/>
                <a:gd name="T6" fmla="*/ 2986 w 11"/>
                <a:gd name="T7" fmla="*/ 0 h 4"/>
                <a:gd name="T8" fmla="*/ 1387 w 11"/>
                <a:gd name="T9" fmla="*/ 313 h 4"/>
                <a:gd name="T10" fmla="*/ 0 w 11"/>
                <a:gd name="T11" fmla="*/ 98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2" y="3"/>
                    <a:pt x="5" y="2"/>
                    <a:pt x="7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7" y="0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4" name="Freeform 815">
              <a:extLst>
                <a:ext uri="{FF2B5EF4-FFF2-40B4-BE49-F238E27FC236}">
                  <a16:creationId xmlns:a16="http://schemas.microsoft.com/office/drawing/2014/main" id="{7BD01ACB-09D9-4438-B8E6-A5C45C864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32"/>
              <a:ext cx="27" cy="10"/>
            </a:xfrm>
            <a:custGeom>
              <a:avLst/>
              <a:gdLst>
                <a:gd name="T0" fmla="*/ 0 w 11"/>
                <a:gd name="T1" fmla="*/ 988 h 4"/>
                <a:gd name="T2" fmla="*/ 1524 w 11"/>
                <a:gd name="T3" fmla="*/ 313 h 4"/>
                <a:gd name="T4" fmla="*/ 2398 w 11"/>
                <a:gd name="T5" fmla="*/ 0 h 4"/>
                <a:gd name="T6" fmla="*/ 2398 w 11"/>
                <a:gd name="T7" fmla="*/ 0 h 4"/>
                <a:gd name="T8" fmla="*/ 1048 w 11"/>
                <a:gd name="T9" fmla="*/ 313 h 4"/>
                <a:gd name="T10" fmla="*/ 0 w 11"/>
                <a:gd name="T11" fmla="*/ 98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2" y="3"/>
                    <a:pt x="5" y="2"/>
                    <a:pt x="7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7" y="0"/>
                    <a:pt x="5" y="1"/>
                  </a:cubicBezTo>
                  <a:cubicBezTo>
                    <a:pt x="3" y="1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5" name="Freeform 816">
              <a:extLst>
                <a:ext uri="{FF2B5EF4-FFF2-40B4-BE49-F238E27FC236}">
                  <a16:creationId xmlns:a16="http://schemas.microsoft.com/office/drawing/2014/main" id="{17825E92-1E68-4D0E-8982-3EA7E3DC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02"/>
              <a:ext cx="25" cy="16"/>
            </a:xfrm>
            <a:custGeom>
              <a:avLst/>
              <a:gdLst>
                <a:gd name="T0" fmla="*/ 0 w 10"/>
                <a:gd name="T1" fmla="*/ 2184 h 6"/>
                <a:gd name="T2" fmla="*/ 1770 w 10"/>
                <a:gd name="T3" fmla="*/ 661 h 6"/>
                <a:gd name="T4" fmla="*/ 2470 w 10"/>
                <a:gd name="T5" fmla="*/ 0 h 6"/>
                <a:gd name="T6" fmla="*/ 2470 w 10"/>
                <a:gd name="T7" fmla="*/ 0 h 6"/>
                <a:gd name="T8" fmla="*/ 1300 w 10"/>
                <a:gd name="T9" fmla="*/ 661 h 6"/>
                <a:gd name="T10" fmla="*/ 0 w 10"/>
                <a:gd name="T11" fmla="*/ 218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2" y="5"/>
                    <a:pt x="5" y="3"/>
                    <a:pt x="7" y="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7" y="1"/>
                    <a:pt x="5" y="2"/>
                  </a:cubicBezTo>
                  <a:cubicBezTo>
                    <a:pt x="3" y="3"/>
                    <a:pt x="2" y="4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6" name="Freeform 817">
              <a:extLst>
                <a:ext uri="{FF2B5EF4-FFF2-40B4-BE49-F238E27FC236}">
                  <a16:creationId xmlns:a16="http://schemas.microsoft.com/office/drawing/2014/main" id="{C5051502-4616-490B-8317-B20CB2969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710"/>
              <a:ext cx="25" cy="51"/>
            </a:xfrm>
            <a:custGeom>
              <a:avLst/>
              <a:gdLst>
                <a:gd name="T0" fmla="*/ 2270 w 10"/>
                <a:gd name="T1" fmla="*/ 5548 h 19"/>
                <a:gd name="T2" fmla="*/ 1770 w 10"/>
                <a:gd name="T3" fmla="*/ 2652 h 19"/>
                <a:gd name="T4" fmla="*/ 783 w 10"/>
                <a:gd name="T5" fmla="*/ 0 h 19"/>
                <a:gd name="T6" fmla="*/ 313 w 10"/>
                <a:gd name="T7" fmla="*/ 1562 h 19"/>
                <a:gd name="T8" fmla="*/ 988 w 10"/>
                <a:gd name="T9" fmla="*/ 3731 h 19"/>
                <a:gd name="T10" fmla="*/ 1770 w 10"/>
                <a:gd name="T11" fmla="*/ 7119 h 19"/>
                <a:gd name="T12" fmla="*/ 2270 w 10"/>
                <a:gd name="T13" fmla="*/ 5548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9">
                  <a:moveTo>
                    <a:pt x="9" y="15"/>
                  </a:moveTo>
                  <a:cubicBezTo>
                    <a:pt x="10" y="14"/>
                    <a:pt x="8" y="10"/>
                    <a:pt x="7" y="7"/>
                  </a:cubicBezTo>
                  <a:cubicBezTo>
                    <a:pt x="5" y="5"/>
                    <a:pt x="3" y="0"/>
                    <a:pt x="3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2" y="7"/>
                    <a:pt x="4" y="10"/>
                  </a:cubicBezTo>
                  <a:cubicBezTo>
                    <a:pt x="6" y="14"/>
                    <a:pt x="8" y="18"/>
                    <a:pt x="7" y="19"/>
                  </a:cubicBezTo>
                  <a:lnTo>
                    <a:pt x="9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7" name="Freeform 818">
              <a:extLst>
                <a:ext uri="{FF2B5EF4-FFF2-40B4-BE49-F238E27FC236}">
                  <a16:creationId xmlns:a16="http://schemas.microsoft.com/office/drawing/2014/main" id="{DFB24620-0C80-4963-812B-28ADF8D5D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726"/>
              <a:ext cx="23" cy="51"/>
            </a:xfrm>
            <a:custGeom>
              <a:avLst/>
              <a:gdLst>
                <a:gd name="T0" fmla="*/ 2167 w 9"/>
                <a:gd name="T1" fmla="*/ 5548 h 19"/>
                <a:gd name="T2" fmla="*/ 1973 w 9"/>
                <a:gd name="T3" fmla="*/ 2652 h 19"/>
                <a:gd name="T4" fmla="*/ 848 w 9"/>
                <a:gd name="T5" fmla="*/ 0 h 19"/>
                <a:gd name="T6" fmla="*/ 332 w 9"/>
                <a:gd name="T7" fmla="*/ 1562 h 19"/>
                <a:gd name="T8" fmla="*/ 1104 w 9"/>
                <a:gd name="T9" fmla="*/ 3731 h 19"/>
                <a:gd name="T10" fmla="*/ 1620 w 9"/>
                <a:gd name="T11" fmla="*/ 7119 h 19"/>
                <a:gd name="T12" fmla="*/ 2167 w 9"/>
                <a:gd name="T13" fmla="*/ 5548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9">
                  <a:moveTo>
                    <a:pt x="8" y="15"/>
                  </a:moveTo>
                  <a:cubicBezTo>
                    <a:pt x="9" y="13"/>
                    <a:pt x="8" y="10"/>
                    <a:pt x="7" y="7"/>
                  </a:cubicBezTo>
                  <a:cubicBezTo>
                    <a:pt x="5" y="5"/>
                    <a:pt x="3" y="1"/>
                    <a:pt x="3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2" y="8"/>
                    <a:pt x="4" y="10"/>
                  </a:cubicBezTo>
                  <a:cubicBezTo>
                    <a:pt x="7" y="15"/>
                    <a:pt x="7" y="17"/>
                    <a:pt x="6" y="19"/>
                  </a:cubicBezTo>
                  <a:lnTo>
                    <a:pt x="8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8" name="Freeform 819">
              <a:extLst>
                <a:ext uri="{FF2B5EF4-FFF2-40B4-BE49-F238E27FC236}">
                  <a16:creationId xmlns:a16="http://schemas.microsoft.com/office/drawing/2014/main" id="{CCE97133-35CC-48B0-B752-226D77F39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721"/>
              <a:ext cx="40" cy="19"/>
            </a:xfrm>
            <a:custGeom>
              <a:avLst/>
              <a:gdLst>
                <a:gd name="T0" fmla="*/ 0 w 16"/>
                <a:gd name="T1" fmla="*/ 2823 h 7"/>
                <a:gd name="T2" fmla="*/ 3438 w 16"/>
                <a:gd name="T3" fmla="*/ 2342 h 7"/>
                <a:gd name="T4" fmla="*/ 3908 w 16"/>
                <a:gd name="T5" fmla="*/ 760 h 7"/>
                <a:gd name="T6" fmla="*/ 313 w 16"/>
                <a:gd name="T7" fmla="*/ 1200 h 7"/>
                <a:gd name="T8" fmla="*/ 0 w 16"/>
                <a:gd name="T9" fmla="*/ 282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1" y="4"/>
                    <a:pt x="14" y="7"/>
                    <a:pt x="14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3"/>
                    <a:pt x="3" y="0"/>
                    <a:pt x="1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9" name="Freeform 820">
              <a:extLst>
                <a:ext uri="{FF2B5EF4-FFF2-40B4-BE49-F238E27FC236}">
                  <a16:creationId xmlns:a16="http://schemas.microsoft.com/office/drawing/2014/main" id="{E9F6CDF2-E572-45C0-9BA8-785CA8C5A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745"/>
              <a:ext cx="20" cy="51"/>
            </a:xfrm>
            <a:custGeom>
              <a:avLst/>
              <a:gdLst>
                <a:gd name="T0" fmla="*/ 1958 w 8"/>
                <a:gd name="T1" fmla="*/ 5972 h 19"/>
                <a:gd name="T2" fmla="*/ 1488 w 8"/>
                <a:gd name="T3" fmla="*/ 2904 h 19"/>
                <a:gd name="T4" fmla="*/ 988 w 8"/>
                <a:gd name="T5" fmla="*/ 0 h 19"/>
                <a:gd name="T6" fmla="*/ 313 w 8"/>
                <a:gd name="T7" fmla="*/ 1082 h 19"/>
                <a:gd name="T8" fmla="*/ 783 w 8"/>
                <a:gd name="T9" fmla="*/ 3731 h 19"/>
                <a:gd name="T10" fmla="*/ 1300 w 8"/>
                <a:gd name="T11" fmla="*/ 7119 h 19"/>
                <a:gd name="T12" fmla="*/ 1958 w 8"/>
                <a:gd name="T13" fmla="*/ 597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9">
                  <a:moveTo>
                    <a:pt x="8" y="16"/>
                  </a:moveTo>
                  <a:cubicBezTo>
                    <a:pt x="8" y="15"/>
                    <a:pt x="8" y="11"/>
                    <a:pt x="6" y="8"/>
                  </a:cubicBezTo>
                  <a:cubicBezTo>
                    <a:pt x="6" y="5"/>
                    <a:pt x="4" y="0"/>
                    <a:pt x="4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2" y="7"/>
                    <a:pt x="3" y="10"/>
                  </a:cubicBezTo>
                  <a:cubicBezTo>
                    <a:pt x="5" y="15"/>
                    <a:pt x="5" y="18"/>
                    <a:pt x="5" y="19"/>
                  </a:cubicBezTo>
                  <a:lnTo>
                    <a:pt x="8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40" name="Freeform 821">
              <a:extLst>
                <a:ext uri="{FF2B5EF4-FFF2-40B4-BE49-F238E27FC236}">
                  <a16:creationId xmlns:a16="http://schemas.microsoft.com/office/drawing/2014/main" id="{DADCF9EB-34DA-470D-9D97-272866B95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761"/>
              <a:ext cx="22" cy="51"/>
            </a:xfrm>
            <a:custGeom>
              <a:avLst/>
              <a:gdLst>
                <a:gd name="T0" fmla="*/ 1750 w 9"/>
                <a:gd name="T1" fmla="*/ 5972 h 19"/>
                <a:gd name="T2" fmla="*/ 1506 w 9"/>
                <a:gd name="T3" fmla="*/ 2652 h 19"/>
                <a:gd name="T4" fmla="*/ 860 w 9"/>
                <a:gd name="T5" fmla="*/ 0 h 19"/>
                <a:gd name="T6" fmla="*/ 174 w 9"/>
                <a:gd name="T7" fmla="*/ 1082 h 19"/>
                <a:gd name="T8" fmla="*/ 616 w 9"/>
                <a:gd name="T9" fmla="*/ 3731 h 19"/>
                <a:gd name="T10" fmla="*/ 1039 w 9"/>
                <a:gd name="T11" fmla="*/ 7119 h 19"/>
                <a:gd name="T12" fmla="*/ 1750 w 9"/>
                <a:gd name="T13" fmla="*/ 597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9">
                  <a:moveTo>
                    <a:pt x="8" y="16"/>
                  </a:moveTo>
                  <a:cubicBezTo>
                    <a:pt x="9" y="14"/>
                    <a:pt x="8" y="11"/>
                    <a:pt x="7" y="7"/>
                  </a:cubicBezTo>
                  <a:cubicBezTo>
                    <a:pt x="6" y="5"/>
                    <a:pt x="4" y="0"/>
                    <a:pt x="4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2" y="7"/>
                    <a:pt x="3" y="10"/>
                  </a:cubicBezTo>
                  <a:cubicBezTo>
                    <a:pt x="5" y="15"/>
                    <a:pt x="6" y="18"/>
                    <a:pt x="5" y="19"/>
                  </a:cubicBezTo>
                  <a:lnTo>
                    <a:pt x="8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41" name="Freeform 822">
              <a:extLst>
                <a:ext uri="{FF2B5EF4-FFF2-40B4-BE49-F238E27FC236}">
                  <a16:creationId xmlns:a16="http://schemas.microsoft.com/office/drawing/2014/main" id="{14C17183-B6AD-4AB9-93DF-D58BF1508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1740"/>
              <a:ext cx="40" cy="24"/>
            </a:xfrm>
            <a:custGeom>
              <a:avLst/>
              <a:gdLst>
                <a:gd name="T0" fmla="*/ 0 w 16"/>
                <a:gd name="T1" fmla="*/ 2184 h 9"/>
                <a:gd name="T2" fmla="*/ 3438 w 16"/>
                <a:gd name="T3" fmla="*/ 2824 h 9"/>
                <a:gd name="T4" fmla="*/ 3908 w 16"/>
                <a:gd name="T5" fmla="*/ 1459 h 9"/>
                <a:gd name="T6" fmla="*/ 520 w 16"/>
                <a:gd name="T7" fmla="*/ 1059 h 9"/>
                <a:gd name="T8" fmla="*/ 0 w 16"/>
                <a:gd name="T9" fmla="*/ 21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6"/>
                  </a:moveTo>
                  <a:cubicBezTo>
                    <a:pt x="1" y="3"/>
                    <a:pt x="13" y="9"/>
                    <a:pt x="14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4" y="0"/>
                    <a:pt x="2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42" name="Freeform 823">
              <a:extLst>
                <a:ext uri="{FF2B5EF4-FFF2-40B4-BE49-F238E27FC236}">
                  <a16:creationId xmlns:a16="http://schemas.microsoft.com/office/drawing/2014/main" id="{4E494752-3162-4196-89D4-C2A663E5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753"/>
              <a:ext cx="43" cy="24"/>
            </a:xfrm>
            <a:custGeom>
              <a:avLst/>
              <a:gdLst>
                <a:gd name="T0" fmla="*/ 0 w 17"/>
                <a:gd name="T1" fmla="*/ 2581 h 9"/>
                <a:gd name="T2" fmla="*/ 3640 w 17"/>
                <a:gd name="T3" fmla="*/ 2824 h 9"/>
                <a:gd name="T4" fmla="*/ 4467 w 17"/>
                <a:gd name="T5" fmla="*/ 1763 h 9"/>
                <a:gd name="T6" fmla="*/ 531 w 17"/>
                <a:gd name="T7" fmla="*/ 1059 h 9"/>
                <a:gd name="T8" fmla="*/ 0 w 17"/>
                <a:gd name="T9" fmla="*/ 258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0" y="7"/>
                  </a:moveTo>
                  <a:cubicBezTo>
                    <a:pt x="2" y="4"/>
                    <a:pt x="14" y="9"/>
                    <a:pt x="14" y="8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4" y="0"/>
                    <a:pt x="2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43" name="Freeform 824">
              <a:extLst>
                <a:ext uri="{FF2B5EF4-FFF2-40B4-BE49-F238E27FC236}">
                  <a16:creationId xmlns:a16="http://schemas.microsoft.com/office/drawing/2014/main" id="{AD18FD79-1591-468A-AA69-AB44D74AA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780"/>
              <a:ext cx="20" cy="50"/>
            </a:xfrm>
            <a:custGeom>
              <a:avLst/>
              <a:gdLst>
                <a:gd name="T0" fmla="*/ 1770 w 8"/>
                <a:gd name="T1" fmla="*/ 5318 h 19"/>
                <a:gd name="T2" fmla="*/ 1488 w 8"/>
                <a:gd name="T3" fmla="*/ 2645 h 19"/>
                <a:gd name="T4" fmla="*/ 783 w 8"/>
                <a:gd name="T5" fmla="*/ 0 h 19"/>
                <a:gd name="T6" fmla="*/ 313 w 8"/>
                <a:gd name="T7" fmla="*/ 1005 h 19"/>
                <a:gd name="T8" fmla="*/ 783 w 8"/>
                <a:gd name="T9" fmla="*/ 3261 h 19"/>
                <a:gd name="T10" fmla="*/ 988 w 8"/>
                <a:gd name="T11" fmla="*/ 6324 h 19"/>
                <a:gd name="T12" fmla="*/ 1770 w 8"/>
                <a:gd name="T13" fmla="*/ 5318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9">
                  <a:moveTo>
                    <a:pt x="7" y="16"/>
                  </a:moveTo>
                  <a:cubicBezTo>
                    <a:pt x="8" y="15"/>
                    <a:pt x="7" y="11"/>
                    <a:pt x="6" y="8"/>
                  </a:cubicBezTo>
                  <a:cubicBezTo>
                    <a:pt x="5" y="5"/>
                    <a:pt x="3" y="0"/>
                    <a:pt x="3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2" y="7"/>
                    <a:pt x="3" y="10"/>
                  </a:cubicBezTo>
                  <a:cubicBezTo>
                    <a:pt x="5" y="15"/>
                    <a:pt x="5" y="18"/>
                    <a:pt x="4" y="19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44" name="Freeform 825">
              <a:extLst>
                <a:ext uri="{FF2B5EF4-FFF2-40B4-BE49-F238E27FC236}">
                  <a16:creationId xmlns:a16="http://schemas.microsoft.com/office/drawing/2014/main" id="{C4CD137B-76A1-4591-8325-E4124B0EB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1796"/>
              <a:ext cx="20" cy="48"/>
            </a:xfrm>
            <a:custGeom>
              <a:avLst/>
              <a:gdLst>
                <a:gd name="T0" fmla="*/ 1770 w 8"/>
                <a:gd name="T1" fmla="*/ 5405 h 18"/>
                <a:gd name="T2" fmla="*/ 1488 w 8"/>
                <a:gd name="T3" fmla="*/ 2581 h 18"/>
                <a:gd name="T4" fmla="*/ 783 w 8"/>
                <a:gd name="T5" fmla="*/ 0 h 18"/>
                <a:gd name="T6" fmla="*/ 313 w 8"/>
                <a:gd name="T7" fmla="*/ 1059 h 18"/>
                <a:gd name="T8" fmla="*/ 783 w 8"/>
                <a:gd name="T9" fmla="*/ 3640 h 18"/>
                <a:gd name="T10" fmla="*/ 988 w 8"/>
                <a:gd name="T11" fmla="*/ 6464 h 18"/>
                <a:gd name="T12" fmla="*/ 1770 w 8"/>
                <a:gd name="T13" fmla="*/ 540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8">
                  <a:moveTo>
                    <a:pt x="7" y="15"/>
                  </a:moveTo>
                  <a:cubicBezTo>
                    <a:pt x="8" y="14"/>
                    <a:pt x="7" y="11"/>
                    <a:pt x="6" y="7"/>
                  </a:cubicBezTo>
                  <a:cubicBezTo>
                    <a:pt x="5" y="5"/>
                    <a:pt x="3" y="0"/>
                    <a:pt x="3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1" y="7"/>
                    <a:pt x="3" y="10"/>
                  </a:cubicBezTo>
                  <a:cubicBezTo>
                    <a:pt x="5" y="15"/>
                    <a:pt x="5" y="17"/>
                    <a:pt x="4" y="18"/>
                  </a:cubicBezTo>
                  <a:lnTo>
                    <a:pt x="7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45" name="Freeform 826">
              <a:extLst>
                <a:ext uri="{FF2B5EF4-FFF2-40B4-BE49-F238E27FC236}">
                  <a16:creationId xmlns:a16="http://schemas.microsoft.com/office/drawing/2014/main" id="{94A5BDA5-FD58-48AB-9E40-872C123D4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774"/>
              <a:ext cx="43" cy="24"/>
            </a:xfrm>
            <a:custGeom>
              <a:avLst/>
              <a:gdLst>
                <a:gd name="T0" fmla="*/ 0 w 17"/>
                <a:gd name="T1" fmla="*/ 2184 h 9"/>
                <a:gd name="T2" fmla="*/ 3936 w 17"/>
                <a:gd name="T3" fmla="*/ 2824 h 9"/>
                <a:gd name="T4" fmla="*/ 4467 w 17"/>
                <a:gd name="T5" fmla="*/ 1763 h 9"/>
                <a:gd name="T6" fmla="*/ 825 w 17"/>
                <a:gd name="T7" fmla="*/ 1059 h 9"/>
                <a:gd name="T8" fmla="*/ 0 w 17"/>
                <a:gd name="T9" fmla="*/ 21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0" y="6"/>
                  </a:moveTo>
                  <a:cubicBezTo>
                    <a:pt x="2" y="4"/>
                    <a:pt x="14" y="9"/>
                    <a:pt x="15" y="8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5" y="0"/>
                    <a:pt x="3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46" name="Freeform 827">
              <a:extLst>
                <a:ext uri="{FF2B5EF4-FFF2-40B4-BE49-F238E27FC236}">
                  <a16:creationId xmlns:a16="http://schemas.microsoft.com/office/drawing/2014/main" id="{AAB3D30D-874B-4242-AED4-565D135BA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1788"/>
              <a:ext cx="43" cy="26"/>
            </a:xfrm>
            <a:custGeom>
              <a:avLst/>
              <a:gdLst>
                <a:gd name="T0" fmla="*/ 0 w 17"/>
                <a:gd name="T1" fmla="*/ 1914 h 10"/>
                <a:gd name="T2" fmla="*/ 3640 w 17"/>
                <a:gd name="T3" fmla="*/ 2746 h 10"/>
                <a:gd name="T4" fmla="*/ 4467 w 17"/>
                <a:gd name="T5" fmla="*/ 1914 h 10"/>
                <a:gd name="T6" fmla="*/ 825 w 17"/>
                <a:gd name="T7" fmla="*/ 967 h 10"/>
                <a:gd name="T8" fmla="*/ 0 w 17"/>
                <a:gd name="T9" fmla="*/ 19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2" y="4"/>
                    <a:pt x="14" y="10"/>
                    <a:pt x="14" y="9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7"/>
                    <a:pt x="5" y="0"/>
                    <a:pt x="3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47" name="Freeform 828">
              <a:extLst>
                <a:ext uri="{FF2B5EF4-FFF2-40B4-BE49-F238E27FC236}">
                  <a16:creationId xmlns:a16="http://schemas.microsoft.com/office/drawing/2014/main" id="{3ED06B2F-4927-4F12-8B89-D1330DB5F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812"/>
              <a:ext cx="15" cy="50"/>
            </a:xfrm>
            <a:custGeom>
              <a:avLst/>
              <a:gdLst>
                <a:gd name="T0" fmla="*/ 1300 w 6"/>
                <a:gd name="T1" fmla="*/ 5318 h 19"/>
                <a:gd name="T2" fmla="*/ 1488 w 6"/>
                <a:gd name="T3" fmla="*/ 2645 h 19"/>
                <a:gd name="T4" fmla="*/ 988 w 6"/>
                <a:gd name="T5" fmla="*/ 0 h 19"/>
                <a:gd name="T6" fmla="*/ 520 w 6"/>
                <a:gd name="T7" fmla="*/ 1005 h 19"/>
                <a:gd name="T8" fmla="*/ 520 w 6"/>
                <a:gd name="T9" fmla="*/ 3261 h 19"/>
                <a:gd name="T10" fmla="*/ 520 w 6"/>
                <a:gd name="T11" fmla="*/ 6324 h 19"/>
                <a:gd name="T12" fmla="*/ 1300 w 6"/>
                <a:gd name="T13" fmla="*/ 5318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5" y="16"/>
                  </a:moveTo>
                  <a:cubicBezTo>
                    <a:pt x="6" y="16"/>
                    <a:pt x="6" y="11"/>
                    <a:pt x="6" y="8"/>
                  </a:cubicBezTo>
                  <a:cubicBezTo>
                    <a:pt x="5" y="5"/>
                    <a:pt x="4" y="0"/>
                    <a:pt x="4" y="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4"/>
                    <a:pt x="2" y="7"/>
                    <a:pt x="2" y="10"/>
                  </a:cubicBezTo>
                  <a:cubicBezTo>
                    <a:pt x="3" y="14"/>
                    <a:pt x="3" y="18"/>
                    <a:pt x="2" y="19"/>
                  </a:cubicBezTo>
                  <a:lnTo>
                    <a:pt x="5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48" name="Freeform 829">
              <a:extLst>
                <a:ext uri="{FF2B5EF4-FFF2-40B4-BE49-F238E27FC236}">
                  <a16:creationId xmlns:a16="http://schemas.microsoft.com/office/drawing/2014/main" id="{223ADC42-F7C8-4210-B6AF-7BD33A632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1825"/>
              <a:ext cx="15" cy="48"/>
            </a:xfrm>
            <a:custGeom>
              <a:avLst/>
              <a:gdLst>
                <a:gd name="T0" fmla="*/ 988 w 6"/>
                <a:gd name="T1" fmla="*/ 5824 h 18"/>
                <a:gd name="T2" fmla="*/ 1300 w 6"/>
                <a:gd name="T3" fmla="*/ 2824 h 18"/>
                <a:gd name="T4" fmla="*/ 988 w 6"/>
                <a:gd name="T5" fmla="*/ 0 h 18"/>
                <a:gd name="T6" fmla="*/ 313 w 6"/>
                <a:gd name="T7" fmla="*/ 1059 h 18"/>
                <a:gd name="T8" fmla="*/ 520 w 6"/>
                <a:gd name="T9" fmla="*/ 3640 h 18"/>
                <a:gd name="T10" fmla="*/ 313 w 6"/>
                <a:gd name="T11" fmla="*/ 6464 h 18"/>
                <a:gd name="T12" fmla="*/ 988 w 6"/>
                <a:gd name="T13" fmla="*/ 582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8">
                  <a:moveTo>
                    <a:pt x="4" y="16"/>
                  </a:moveTo>
                  <a:cubicBezTo>
                    <a:pt x="6" y="14"/>
                    <a:pt x="6" y="11"/>
                    <a:pt x="5" y="8"/>
                  </a:cubicBezTo>
                  <a:cubicBezTo>
                    <a:pt x="5" y="5"/>
                    <a:pt x="4" y="0"/>
                    <a:pt x="4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1" y="7"/>
                    <a:pt x="2" y="10"/>
                  </a:cubicBezTo>
                  <a:cubicBezTo>
                    <a:pt x="3" y="15"/>
                    <a:pt x="2" y="17"/>
                    <a:pt x="1" y="18"/>
                  </a:cubicBezTo>
                  <a:lnTo>
                    <a:pt x="4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49" name="Freeform 830">
              <a:extLst>
                <a:ext uri="{FF2B5EF4-FFF2-40B4-BE49-F238E27FC236}">
                  <a16:creationId xmlns:a16="http://schemas.microsoft.com/office/drawing/2014/main" id="{73523A9F-0272-44DB-9D0D-EDDA81D0D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806"/>
              <a:ext cx="42" cy="27"/>
            </a:xfrm>
            <a:custGeom>
              <a:avLst/>
              <a:gdLst>
                <a:gd name="T0" fmla="*/ 0 w 17"/>
                <a:gd name="T1" fmla="*/ 2028 h 10"/>
                <a:gd name="T2" fmla="*/ 3199 w 17"/>
                <a:gd name="T3" fmla="*/ 3464 h 10"/>
                <a:gd name="T4" fmla="*/ 3876 w 17"/>
                <a:gd name="T5" fmla="*/ 2282 h 10"/>
                <a:gd name="T6" fmla="*/ 635 w 17"/>
                <a:gd name="T7" fmla="*/ 751 h 10"/>
                <a:gd name="T8" fmla="*/ 0 w 17"/>
                <a:gd name="T9" fmla="*/ 20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2" y="3"/>
                    <a:pt x="13" y="10"/>
                    <a:pt x="14" y="9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7"/>
                    <a:pt x="5" y="0"/>
                    <a:pt x="3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0" name="Freeform 831">
              <a:extLst>
                <a:ext uri="{FF2B5EF4-FFF2-40B4-BE49-F238E27FC236}">
                  <a16:creationId xmlns:a16="http://schemas.microsoft.com/office/drawing/2014/main" id="{0646A1C6-1751-4AA7-AC24-E85EF7517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1820"/>
              <a:ext cx="43" cy="26"/>
            </a:xfrm>
            <a:custGeom>
              <a:avLst/>
              <a:gdLst>
                <a:gd name="T0" fmla="*/ 0 w 17"/>
                <a:gd name="T1" fmla="*/ 1547 h 10"/>
                <a:gd name="T2" fmla="*/ 3640 w 17"/>
                <a:gd name="T3" fmla="*/ 2746 h 10"/>
                <a:gd name="T4" fmla="*/ 4467 w 17"/>
                <a:gd name="T5" fmla="*/ 1914 h 10"/>
                <a:gd name="T6" fmla="*/ 825 w 17"/>
                <a:gd name="T7" fmla="*/ 595 h 10"/>
                <a:gd name="T8" fmla="*/ 0 w 17"/>
                <a:gd name="T9" fmla="*/ 154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2" y="3"/>
                    <a:pt x="13" y="10"/>
                    <a:pt x="14" y="9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7"/>
                    <a:pt x="5" y="0"/>
                    <a:pt x="3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1" name="Freeform 832">
              <a:extLst>
                <a:ext uri="{FF2B5EF4-FFF2-40B4-BE49-F238E27FC236}">
                  <a16:creationId xmlns:a16="http://schemas.microsoft.com/office/drawing/2014/main" id="{507ECF01-A492-4EA7-9A3C-31DCB714F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38"/>
              <a:ext cx="15" cy="48"/>
            </a:xfrm>
            <a:custGeom>
              <a:avLst/>
              <a:gdLst>
                <a:gd name="T0" fmla="*/ 988 w 6"/>
                <a:gd name="T1" fmla="*/ 5824 h 18"/>
                <a:gd name="T2" fmla="*/ 1488 w 6"/>
                <a:gd name="T3" fmla="*/ 2824 h 18"/>
                <a:gd name="T4" fmla="*/ 1488 w 6"/>
                <a:gd name="T5" fmla="*/ 0 h 18"/>
                <a:gd name="T6" fmla="*/ 520 w 6"/>
                <a:gd name="T7" fmla="*/ 661 h 18"/>
                <a:gd name="T8" fmla="*/ 520 w 6"/>
                <a:gd name="T9" fmla="*/ 3243 h 18"/>
                <a:gd name="T10" fmla="*/ 0 w 6"/>
                <a:gd name="T11" fmla="*/ 6464 h 18"/>
                <a:gd name="T12" fmla="*/ 988 w 6"/>
                <a:gd name="T13" fmla="*/ 582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8">
                  <a:moveTo>
                    <a:pt x="4" y="16"/>
                  </a:moveTo>
                  <a:cubicBezTo>
                    <a:pt x="5" y="16"/>
                    <a:pt x="6" y="11"/>
                    <a:pt x="6" y="8"/>
                  </a:cubicBezTo>
                  <a:cubicBezTo>
                    <a:pt x="6" y="5"/>
                    <a:pt x="6" y="0"/>
                    <a:pt x="6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2" y="6"/>
                    <a:pt x="2" y="9"/>
                  </a:cubicBezTo>
                  <a:cubicBezTo>
                    <a:pt x="2" y="14"/>
                    <a:pt x="1" y="17"/>
                    <a:pt x="0" y="18"/>
                  </a:cubicBezTo>
                  <a:lnTo>
                    <a:pt x="4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2" name="Freeform 833">
              <a:extLst>
                <a:ext uri="{FF2B5EF4-FFF2-40B4-BE49-F238E27FC236}">
                  <a16:creationId xmlns:a16="http://schemas.microsoft.com/office/drawing/2014/main" id="{4048A90C-500B-4015-BCD3-2A998807A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1849"/>
              <a:ext cx="12" cy="51"/>
            </a:xfrm>
            <a:custGeom>
              <a:avLst/>
              <a:gdLst>
                <a:gd name="T0" fmla="*/ 802 w 5"/>
                <a:gd name="T1" fmla="*/ 6383 h 19"/>
                <a:gd name="T2" fmla="*/ 967 w 5"/>
                <a:gd name="T3" fmla="*/ 2904 h 19"/>
                <a:gd name="T4" fmla="*/ 967 w 5"/>
                <a:gd name="T5" fmla="*/ 0 h 19"/>
                <a:gd name="T6" fmla="*/ 403 w 5"/>
                <a:gd name="T7" fmla="*/ 676 h 19"/>
                <a:gd name="T8" fmla="*/ 168 w 5"/>
                <a:gd name="T9" fmla="*/ 3328 h 19"/>
                <a:gd name="T10" fmla="*/ 0 w 5"/>
                <a:gd name="T11" fmla="*/ 7119 h 19"/>
                <a:gd name="T12" fmla="*/ 802 w 5"/>
                <a:gd name="T13" fmla="*/ 638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9">
                  <a:moveTo>
                    <a:pt x="4" y="17"/>
                  </a:moveTo>
                  <a:cubicBezTo>
                    <a:pt x="5" y="16"/>
                    <a:pt x="5" y="12"/>
                    <a:pt x="5" y="8"/>
                  </a:cubicBezTo>
                  <a:cubicBezTo>
                    <a:pt x="5" y="5"/>
                    <a:pt x="5" y="0"/>
                    <a:pt x="5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6"/>
                    <a:pt x="1" y="9"/>
                  </a:cubicBezTo>
                  <a:cubicBezTo>
                    <a:pt x="2" y="14"/>
                    <a:pt x="1" y="18"/>
                    <a:pt x="0" y="19"/>
                  </a:cubicBezTo>
                  <a:lnTo>
                    <a:pt x="4" y="17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3" name="Freeform 834">
              <a:extLst>
                <a:ext uri="{FF2B5EF4-FFF2-40B4-BE49-F238E27FC236}">
                  <a16:creationId xmlns:a16="http://schemas.microsoft.com/office/drawing/2014/main" id="{DD3EE141-2240-4F6D-BAC7-50CA7D92F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833"/>
              <a:ext cx="40" cy="32"/>
            </a:xfrm>
            <a:custGeom>
              <a:avLst/>
              <a:gdLst>
                <a:gd name="T0" fmla="*/ 0 w 16"/>
                <a:gd name="T1" fmla="*/ 1763 h 12"/>
                <a:gd name="T2" fmla="*/ 3250 w 16"/>
                <a:gd name="T3" fmla="*/ 3891 h 12"/>
                <a:gd name="T4" fmla="*/ 3908 w 16"/>
                <a:gd name="T5" fmla="*/ 2824 h 12"/>
                <a:gd name="T6" fmla="*/ 783 w 16"/>
                <a:gd name="T7" fmla="*/ 661 h 12"/>
                <a:gd name="T8" fmla="*/ 0 w 16"/>
                <a:gd name="T9" fmla="*/ 176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0" y="5"/>
                  </a:moveTo>
                  <a:cubicBezTo>
                    <a:pt x="2" y="3"/>
                    <a:pt x="12" y="12"/>
                    <a:pt x="1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9"/>
                    <a:pt x="5" y="0"/>
                    <a:pt x="3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4" name="Freeform 835">
              <a:extLst>
                <a:ext uri="{FF2B5EF4-FFF2-40B4-BE49-F238E27FC236}">
                  <a16:creationId xmlns:a16="http://schemas.microsoft.com/office/drawing/2014/main" id="{64771525-D27C-467D-A38E-6E220F775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844"/>
              <a:ext cx="43" cy="32"/>
            </a:xfrm>
            <a:custGeom>
              <a:avLst/>
              <a:gdLst>
                <a:gd name="T0" fmla="*/ 0 w 17"/>
                <a:gd name="T1" fmla="*/ 1763 h 12"/>
                <a:gd name="T2" fmla="*/ 3397 w 17"/>
                <a:gd name="T3" fmla="*/ 3891 h 12"/>
                <a:gd name="T4" fmla="*/ 4467 w 17"/>
                <a:gd name="T5" fmla="*/ 2824 h 12"/>
                <a:gd name="T6" fmla="*/ 825 w 17"/>
                <a:gd name="T7" fmla="*/ 661 h 12"/>
                <a:gd name="T8" fmla="*/ 0 w 17"/>
                <a:gd name="T9" fmla="*/ 176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0" y="5"/>
                  </a:moveTo>
                  <a:cubicBezTo>
                    <a:pt x="3" y="3"/>
                    <a:pt x="12" y="12"/>
                    <a:pt x="13" y="11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9"/>
                    <a:pt x="6" y="0"/>
                    <a:pt x="3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5" name="Freeform 836">
              <a:extLst>
                <a:ext uri="{FF2B5EF4-FFF2-40B4-BE49-F238E27FC236}">
                  <a16:creationId xmlns:a16="http://schemas.microsoft.com/office/drawing/2014/main" id="{750DB196-92B6-478E-8564-D649E9AB1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60"/>
              <a:ext cx="13" cy="40"/>
            </a:xfrm>
            <a:custGeom>
              <a:avLst/>
              <a:gdLst>
                <a:gd name="T0" fmla="*/ 595 w 5"/>
                <a:gd name="T1" fmla="*/ 661 h 15"/>
                <a:gd name="T2" fmla="*/ 0 w 5"/>
                <a:gd name="T3" fmla="*/ 3243 h 15"/>
                <a:gd name="T4" fmla="*/ 0 w 5"/>
                <a:gd name="T5" fmla="*/ 3891 h 15"/>
                <a:gd name="T6" fmla="*/ 595 w 5"/>
                <a:gd name="T7" fmla="*/ 5405 h 15"/>
                <a:gd name="T8" fmla="*/ 1196 w 5"/>
                <a:gd name="T9" fmla="*/ 2824 h 15"/>
                <a:gd name="T10" fmla="*/ 1547 w 5"/>
                <a:gd name="T11" fmla="*/ 0 h 15"/>
                <a:gd name="T12" fmla="*/ 595 w 5"/>
                <a:gd name="T13" fmla="*/ 66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5">
                  <a:moveTo>
                    <a:pt x="2" y="2"/>
                  </a:moveTo>
                  <a:cubicBezTo>
                    <a:pt x="0" y="2"/>
                    <a:pt x="1" y="6"/>
                    <a:pt x="0" y="9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3" y="14"/>
                    <a:pt x="4" y="11"/>
                    <a:pt x="4" y="8"/>
                  </a:cubicBezTo>
                  <a:cubicBezTo>
                    <a:pt x="5" y="5"/>
                    <a:pt x="5" y="0"/>
                    <a:pt x="5" y="0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6" name="Freeform 837">
              <a:extLst>
                <a:ext uri="{FF2B5EF4-FFF2-40B4-BE49-F238E27FC236}">
                  <a16:creationId xmlns:a16="http://schemas.microsoft.com/office/drawing/2014/main" id="{C8737CAF-248C-45CA-9017-B78D2AA63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857"/>
              <a:ext cx="37" cy="32"/>
            </a:xfrm>
            <a:custGeom>
              <a:avLst/>
              <a:gdLst>
                <a:gd name="T0" fmla="*/ 0 w 15"/>
                <a:gd name="T1" fmla="*/ 1059 h 12"/>
                <a:gd name="T2" fmla="*/ 2743 w 15"/>
                <a:gd name="T3" fmla="*/ 3891 h 12"/>
                <a:gd name="T4" fmla="*/ 3365 w 15"/>
                <a:gd name="T5" fmla="*/ 3243 h 12"/>
                <a:gd name="T6" fmla="*/ 930 w 15"/>
                <a:gd name="T7" fmla="*/ 397 h 12"/>
                <a:gd name="T8" fmla="*/ 0 w 15"/>
                <a:gd name="T9" fmla="*/ 105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3"/>
                  </a:moveTo>
                  <a:cubicBezTo>
                    <a:pt x="3" y="2"/>
                    <a:pt x="11" y="12"/>
                    <a:pt x="12" y="11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10"/>
                    <a:pt x="7" y="0"/>
                    <a:pt x="4" y="1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7" name="Freeform 838">
              <a:extLst>
                <a:ext uri="{FF2B5EF4-FFF2-40B4-BE49-F238E27FC236}">
                  <a16:creationId xmlns:a16="http://schemas.microsoft.com/office/drawing/2014/main" id="{B471E9CC-672E-4C98-9DD3-6D1DF5DB4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65"/>
              <a:ext cx="35" cy="35"/>
            </a:xfrm>
            <a:custGeom>
              <a:avLst/>
              <a:gdLst>
                <a:gd name="T0" fmla="*/ 2470 w 14"/>
                <a:gd name="T1" fmla="*/ 4935 h 13"/>
                <a:gd name="T2" fmla="*/ 3438 w 14"/>
                <a:gd name="T3" fmla="*/ 3842 h 13"/>
                <a:gd name="T4" fmla="*/ 520 w 14"/>
                <a:gd name="T5" fmla="*/ 428 h 13"/>
                <a:gd name="T6" fmla="*/ 0 w 14"/>
                <a:gd name="T7" fmla="*/ 681 h 13"/>
                <a:gd name="T8" fmla="*/ 313 w 14"/>
                <a:gd name="T9" fmla="*/ 1580 h 13"/>
                <a:gd name="T10" fmla="*/ 2470 w 14"/>
                <a:gd name="T11" fmla="*/ 493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3">
                  <a:moveTo>
                    <a:pt x="10" y="13"/>
                  </a:moveTo>
                  <a:cubicBezTo>
                    <a:pt x="14" y="10"/>
                    <a:pt x="14" y="10"/>
                    <a:pt x="14" y="10"/>
                  </a:cubicBezTo>
                  <a:cubicBezTo>
                    <a:pt x="13" y="11"/>
                    <a:pt x="5" y="0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7"/>
                    <a:pt x="9" y="13"/>
                    <a:pt x="10" y="13"/>
                  </a:cubicBez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8" name="Freeform 839">
              <a:extLst>
                <a:ext uri="{FF2B5EF4-FFF2-40B4-BE49-F238E27FC236}">
                  <a16:creationId xmlns:a16="http://schemas.microsoft.com/office/drawing/2014/main" id="{BF89F9F9-F52D-499F-97C9-77BE54792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801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1524 w 11"/>
                <a:gd name="T3" fmla="*/ 661 h 3"/>
                <a:gd name="T4" fmla="*/ 2398 w 11"/>
                <a:gd name="T5" fmla="*/ 1059 h 3"/>
                <a:gd name="T6" fmla="*/ 2398 w 11"/>
                <a:gd name="T7" fmla="*/ 1059 h 3"/>
                <a:gd name="T8" fmla="*/ 1343 w 11"/>
                <a:gd name="T9" fmla="*/ 0 h 3"/>
                <a:gd name="T10" fmla="*/ 0 w 11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8" y="1"/>
                    <a:pt x="6" y="0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9" name="Freeform 840">
              <a:extLst>
                <a:ext uri="{FF2B5EF4-FFF2-40B4-BE49-F238E27FC236}">
                  <a16:creationId xmlns:a16="http://schemas.microsoft.com/office/drawing/2014/main" id="{DDBB81F1-B0A2-4F5C-A5DE-132919382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817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1770 w 10"/>
                <a:gd name="T3" fmla="*/ 1271 h 4"/>
                <a:gd name="T4" fmla="*/ 2470 w 10"/>
                <a:gd name="T5" fmla="*/ 1724 h 4"/>
                <a:gd name="T6" fmla="*/ 2470 w 10"/>
                <a:gd name="T7" fmla="*/ 1724 h 4"/>
                <a:gd name="T8" fmla="*/ 1300 w 10"/>
                <a:gd name="T9" fmla="*/ 462 h 4"/>
                <a:gd name="T10" fmla="*/ 0 w 10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2" y="0"/>
                    <a:pt x="4" y="1"/>
                    <a:pt x="7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7" y="2"/>
                    <a:pt x="5" y="1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60" name="Freeform 841">
              <a:extLst>
                <a:ext uri="{FF2B5EF4-FFF2-40B4-BE49-F238E27FC236}">
                  <a16:creationId xmlns:a16="http://schemas.microsoft.com/office/drawing/2014/main" id="{E9EB49B5-54B4-499A-8CF4-454F0DE12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830"/>
              <a:ext cx="27" cy="11"/>
            </a:xfrm>
            <a:custGeom>
              <a:avLst/>
              <a:gdLst>
                <a:gd name="T0" fmla="*/ 0 w 11"/>
                <a:gd name="T1" fmla="*/ 0 h 4"/>
                <a:gd name="T2" fmla="*/ 1524 w 11"/>
                <a:gd name="T3" fmla="*/ 976 h 4"/>
                <a:gd name="T4" fmla="*/ 2398 w 11"/>
                <a:gd name="T5" fmla="*/ 1724 h 4"/>
                <a:gd name="T6" fmla="*/ 2398 w 11"/>
                <a:gd name="T7" fmla="*/ 1724 h 4"/>
                <a:gd name="T8" fmla="*/ 1343 w 11"/>
                <a:gd name="T9" fmla="*/ 462 h 4"/>
                <a:gd name="T10" fmla="*/ 0 w 11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8" y="2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61" name="Freeform 842">
              <a:extLst>
                <a:ext uri="{FF2B5EF4-FFF2-40B4-BE49-F238E27FC236}">
                  <a16:creationId xmlns:a16="http://schemas.microsoft.com/office/drawing/2014/main" id="{B628F15E-7931-4490-BFF1-5D5F48766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844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770 w 10"/>
                <a:gd name="T3" fmla="*/ 1459 h 6"/>
                <a:gd name="T4" fmla="*/ 2470 w 10"/>
                <a:gd name="T5" fmla="*/ 2184 h 6"/>
                <a:gd name="T6" fmla="*/ 2470 w 10"/>
                <a:gd name="T7" fmla="*/ 2184 h 6"/>
                <a:gd name="T8" fmla="*/ 1300 w 10"/>
                <a:gd name="T9" fmla="*/ 661 h 6"/>
                <a:gd name="T10" fmla="*/ 0 w 10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2" y="0"/>
                    <a:pt x="5" y="2"/>
                    <a:pt x="7" y="4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7" y="3"/>
                    <a:pt x="5" y="2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62" name="Freeform 843">
              <a:extLst>
                <a:ext uri="{FF2B5EF4-FFF2-40B4-BE49-F238E27FC236}">
                  <a16:creationId xmlns:a16="http://schemas.microsoft.com/office/drawing/2014/main" id="{1742461F-EDA0-47D6-A463-893CFB753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54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770 w 10"/>
                <a:gd name="T3" fmla="*/ 1459 h 6"/>
                <a:gd name="T4" fmla="*/ 2470 w 10"/>
                <a:gd name="T5" fmla="*/ 2184 h 6"/>
                <a:gd name="T6" fmla="*/ 2470 w 10"/>
                <a:gd name="T7" fmla="*/ 2184 h 6"/>
                <a:gd name="T8" fmla="*/ 1300 w 10"/>
                <a:gd name="T9" fmla="*/ 661 h 6"/>
                <a:gd name="T10" fmla="*/ 0 w 10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2" y="0"/>
                    <a:pt x="4" y="2"/>
                    <a:pt x="7" y="4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7" y="3"/>
                    <a:pt x="5" y="2"/>
                  </a:cubicBezTo>
                  <a:cubicBezTo>
                    <a:pt x="3" y="1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63" name="Freeform 844">
              <a:extLst>
                <a:ext uri="{FF2B5EF4-FFF2-40B4-BE49-F238E27FC236}">
                  <a16:creationId xmlns:a16="http://schemas.microsoft.com/office/drawing/2014/main" id="{2DEDE731-6FCA-42BF-9F19-98E450556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865"/>
              <a:ext cx="23" cy="19"/>
            </a:xfrm>
            <a:custGeom>
              <a:avLst/>
              <a:gdLst>
                <a:gd name="T0" fmla="*/ 0 w 9"/>
                <a:gd name="T1" fmla="*/ 0 h 7"/>
                <a:gd name="T2" fmla="*/ 1620 w 9"/>
                <a:gd name="T3" fmla="*/ 2063 h 7"/>
                <a:gd name="T4" fmla="*/ 2520 w 9"/>
                <a:gd name="T5" fmla="*/ 2823 h 7"/>
                <a:gd name="T6" fmla="*/ 2520 w 9"/>
                <a:gd name="T7" fmla="*/ 2823 h 7"/>
                <a:gd name="T8" fmla="*/ 1403 w 9"/>
                <a:gd name="T9" fmla="*/ 1200 h 7"/>
                <a:gd name="T10" fmla="*/ 0 w 9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1" y="1"/>
                    <a:pt x="4" y="3"/>
                    <a:pt x="6" y="5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6" y="4"/>
                    <a:pt x="5" y="3"/>
                  </a:cubicBezTo>
                  <a:cubicBezTo>
                    <a:pt x="3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64" name="Freeform 845">
              <a:extLst>
                <a:ext uri="{FF2B5EF4-FFF2-40B4-BE49-F238E27FC236}">
                  <a16:creationId xmlns:a16="http://schemas.microsoft.com/office/drawing/2014/main" id="{DCF1B0F4-4253-4E12-8747-9548EFE43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73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300 w 8"/>
                <a:gd name="T3" fmla="*/ 1992 h 8"/>
                <a:gd name="T4" fmla="*/ 1958 w 8"/>
                <a:gd name="T5" fmla="*/ 2604 h 8"/>
                <a:gd name="T6" fmla="*/ 1958 w 8"/>
                <a:gd name="T7" fmla="*/ 2604 h 8"/>
                <a:gd name="T8" fmla="*/ 1300 w 8"/>
                <a:gd name="T9" fmla="*/ 992 h 8"/>
                <a:gd name="T10" fmla="*/ 0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1"/>
                    <a:pt x="4" y="4"/>
                    <a:pt x="5" y="6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6" y="5"/>
                    <a:pt x="5" y="3"/>
                  </a:cubicBezTo>
                  <a:cubicBezTo>
                    <a:pt x="3" y="2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65" name="Freeform 846">
              <a:extLst>
                <a:ext uri="{FF2B5EF4-FFF2-40B4-BE49-F238E27FC236}">
                  <a16:creationId xmlns:a16="http://schemas.microsoft.com/office/drawing/2014/main" id="{549A5F85-964C-4B32-B328-C4DB3AF60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788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1524 w 11"/>
                <a:gd name="T3" fmla="*/ 661 h 3"/>
                <a:gd name="T4" fmla="*/ 2398 w 11"/>
                <a:gd name="T5" fmla="*/ 1059 h 3"/>
                <a:gd name="T6" fmla="*/ 2398 w 11"/>
                <a:gd name="T7" fmla="*/ 1059 h 3"/>
                <a:gd name="T8" fmla="*/ 1048 w 11"/>
                <a:gd name="T9" fmla="*/ 0 h 3"/>
                <a:gd name="T10" fmla="*/ 0 w 11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8" y="1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66" name="Freeform 847">
              <a:extLst>
                <a:ext uri="{FF2B5EF4-FFF2-40B4-BE49-F238E27FC236}">
                  <a16:creationId xmlns:a16="http://schemas.microsoft.com/office/drawing/2014/main" id="{587A9BAC-24DB-4BCA-9D52-47A387B0B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766"/>
              <a:ext cx="28" cy="8"/>
            </a:xfrm>
            <a:custGeom>
              <a:avLst/>
              <a:gdLst>
                <a:gd name="T0" fmla="*/ 331 w 11"/>
                <a:gd name="T1" fmla="*/ 0 h 3"/>
                <a:gd name="T2" fmla="*/ 2146 w 11"/>
                <a:gd name="T3" fmla="*/ 661 h 3"/>
                <a:gd name="T4" fmla="*/ 2986 w 11"/>
                <a:gd name="T5" fmla="*/ 1059 h 3"/>
                <a:gd name="T6" fmla="*/ 2986 w 11"/>
                <a:gd name="T7" fmla="*/ 1059 h 3"/>
                <a:gd name="T8" fmla="*/ 1601 w 11"/>
                <a:gd name="T9" fmla="*/ 0 h 3"/>
                <a:gd name="T10" fmla="*/ 0 w 11"/>
                <a:gd name="T11" fmla="*/ 0 h 3"/>
                <a:gd name="T12" fmla="*/ 331 w 11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">
                  <a:moveTo>
                    <a:pt x="1" y="0"/>
                  </a:moveTo>
                  <a:cubicBezTo>
                    <a:pt x="2" y="0"/>
                    <a:pt x="5" y="1"/>
                    <a:pt x="8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8" y="1"/>
                    <a:pt x="6" y="0"/>
                  </a:cubicBezTo>
                  <a:cubicBezTo>
                    <a:pt x="4" y="0"/>
                    <a:pt x="3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67" name="Freeform 848">
              <a:extLst>
                <a:ext uri="{FF2B5EF4-FFF2-40B4-BE49-F238E27FC236}">
                  <a16:creationId xmlns:a16="http://schemas.microsoft.com/office/drawing/2014/main" id="{737D1B17-10A2-44EC-B411-F4EBDA7C4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750"/>
              <a:ext cx="25" cy="8"/>
            </a:xfrm>
            <a:custGeom>
              <a:avLst/>
              <a:gdLst>
                <a:gd name="T0" fmla="*/ 0 w 10"/>
                <a:gd name="T1" fmla="*/ 0 h 3"/>
                <a:gd name="T2" fmla="*/ 1770 w 10"/>
                <a:gd name="T3" fmla="*/ 661 h 3"/>
                <a:gd name="T4" fmla="*/ 2470 w 10"/>
                <a:gd name="T5" fmla="*/ 1059 h 3"/>
                <a:gd name="T6" fmla="*/ 2470 w 10"/>
                <a:gd name="T7" fmla="*/ 1059 h 3"/>
                <a:gd name="T8" fmla="*/ 1300 w 10"/>
                <a:gd name="T9" fmla="*/ 397 h 3"/>
                <a:gd name="T10" fmla="*/ 0 w 10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2" y="0"/>
                    <a:pt x="4" y="1"/>
                    <a:pt x="7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8" y="1"/>
                    <a:pt x="5" y="1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68" name="Freeform 849">
              <a:extLst>
                <a:ext uri="{FF2B5EF4-FFF2-40B4-BE49-F238E27FC236}">
                  <a16:creationId xmlns:a16="http://schemas.microsoft.com/office/drawing/2014/main" id="{3FBAF91C-856A-4013-933D-C2E4DFDF9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729"/>
              <a:ext cx="27" cy="5"/>
            </a:xfrm>
            <a:custGeom>
              <a:avLst/>
              <a:gdLst>
                <a:gd name="T0" fmla="*/ 0 w 11"/>
                <a:gd name="T1" fmla="*/ 313 h 2"/>
                <a:gd name="T2" fmla="*/ 1777 w 11"/>
                <a:gd name="T3" fmla="*/ 520 h 2"/>
                <a:gd name="T4" fmla="*/ 2398 w 11"/>
                <a:gd name="T5" fmla="*/ 520 h 2"/>
                <a:gd name="T6" fmla="*/ 2398 w 11"/>
                <a:gd name="T7" fmla="*/ 520 h 2"/>
                <a:gd name="T8" fmla="*/ 1343 w 11"/>
                <a:gd name="T9" fmla="*/ 313 h 2"/>
                <a:gd name="T10" fmla="*/ 0 w 11"/>
                <a:gd name="T11" fmla="*/ 313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2" y="1"/>
                    <a:pt x="5" y="1"/>
                    <a:pt x="8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8" y="1"/>
                    <a:pt x="6" y="1"/>
                  </a:cubicBezTo>
                  <a:cubicBezTo>
                    <a:pt x="3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69" name="Freeform 850">
              <a:extLst>
                <a:ext uri="{FF2B5EF4-FFF2-40B4-BE49-F238E27FC236}">
                  <a16:creationId xmlns:a16="http://schemas.microsoft.com/office/drawing/2014/main" id="{8AAE2990-4321-4A51-9C98-BF5CE5B75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702"/>
              <a:ext cx="43" cy="24"/>
            </a:xfrm>
            <a:custGeom>
              <a:avLst/>
              <a:gdLst>
                <a:gd name="T0" fmla="*/ 0 w 17"/>
                <a:gd name="T1" fmla="*/ 2581 h 9"/>
                <a:gd name="T2" fmla="*/ 3936 w 17"/>
                <a:gd name="T3" fmla="*/ 2824 h 9"/>
                <a:gd name="T4" fmla="*/ 4467 w 17"/>
                <a:gd name="T5" fmla="*/ 1059 h 9"/>
                <a:gd name="T6" fmla="*/ 326 w 17"/>
                <a:gd name="T7" fmla="*/ 1059 h 9"/>
                <a:gd name="T8" fmla="*/ 0 w 17"/>
                <a:gd name="T9" fmla="*/ 258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0" y="7"/>
                  </a:moveTo>
                  <a:cubicBezTo>
                    <a:pt x="1" y="4"/>
                    <a:pt x="14" y="9"/>
                    <a:pt x="15" y="8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4"/>
                    <a:pt x="3" y="0"/>
                    <a:pt x="1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70" name="Freeform 851">
              <a:extLst>
                <a:ext uri="{FF2B5EF4-FFF2-40B4-BE49-F238E27FC236}">
                  <a16:creationId xmlns:a16="http://schemas.microsoft.com/office/drawing/2014/main" id="{3B800FD2-6171-48DD-83E3-B192CA93B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713"/>
              <a:ext cx="28" cy="8"/>
            </a:xfrm>
            <a:custGeom>
              <a:avLst/>
              <a:gdLst>
                <a:gd name="T0" fmla="*/ 0 w 11"/>
                <a:gd name="T1" fmla="*/ 397 h 3"/>
                <a:gd name="T2" fmla="*/ 1932 w 11"/>
                <a:gd name="T3" fmla="*/ 661 h 3"/>
                <a:gd name="T4" fmla="*/ 2986 w 11"/>
                <a:gd name="T5" fmla="*/ 1059 h 3"/>
                <a:gd name="T6" fmla="*/ 2986 w 11"/>
                <a:gd name="T7" fmla="*/ 1059 h 3"/>
                <a:gd name="T8" fmla="*/ 1601 w 11"/>
                <a:gd name="T9" fmla="*/ 397 h 3"/>
                <a:gd name="T10" fmla="*/ 0 w 11"/>
                <a:gd name="T11" fmla="*/ 397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0" y="1"/>
                  </a:moveTo>
                  <a:cubicBezTo>
                    <a:pt x="2" y="1"/>
                    <a:pt x="5" y="2"/>
                    <a:pt x="7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8" y="1"/>
                    <a:pt x="6" y="1"/>
                  </a:cubicBezTo>
                  <a:cubicBezTo>
                    <a:pt x="3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71" name="Freeform 852">
              <a:extLst>
                <a:ext uri="{FF2B5EF4-FFF2-40B4-BE49-F238E27FC236}">
                  <a16:creationId xmlns:a16="http://schemas.microsoft.com/office/drawing/2014/main" id="{7D091404-285A-47B7-92AF-775599E1D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518"/>
              <a:ext cx="25" cy="48"/>
            </a:xfrm>
            <a:custGeom>
              <a:avLst/>
              <a:gdLst>
                <a:gd name="T0" fmla="*/ 313 w 10"/>
                <a:gd name="T1" fmla="*/ 1059 h 18"/>
                <a:gd name="T2" fmla="*/ 783 w 10"/>
                <a:gd name="T3" fmla="*/ 3891 h 18"/>
                <a:gd name="T4" fmla="*/ 1770 w 10"/>
                <a:gd name="T5" fmla="*/ 6464 h 18"/>
                <a:gd name="T6" fmla="*/ 2270 w 10"/>
                <a:gd name="T7" fmla="*/ 5005 h 18"/>
                <a:gd name="T8" fmla="*/ 1488 w 10"/>
                <a:gd name="T9" fmla="*/ 2824 h 18"/>
                <a:gd name="T10" fmla="*/ 783 w 10"/>
                <a:gd name="T11" fmla="*/ 0 h 18"/>
                <a:gd name="T12" fmla="*/ 313 w 10"/>
                <a:gd name="T13" fmla="*/ 10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8">
                  <a:moveTo>
                    <a:pt x="1" y="3"/>
                  </a:moveTo>
                  <a:cubicBezTo>
                    <a:pt x="0" y="4"/>
                    <a:pt x="2" y="8"/>
                    <a:pt x="3" y="11"/>
                  </a:cubicBezTo>
                  <a:cubicBezTo>
                    <a:pt x="5" y="14"/>
                    <a:pt x="8" y="18"/>
                    <a:pt x="7" y="18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0" y="13"/>
                    <a:pt x="8" y="11"/>
                    <a:pt x="6" y="8"/>
                  </a:cubicBezTo>
                  <a:cubicBezTo>
                    <a:pt x="3" y="4"/>
                    <a:pt x="2" y="1"/>
                    <a:pt x="3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72" name="Freeform 853">
              <a:extLst>
                <a:ext uri="{FF2B5EF4-FFF2-40B4-BE49-F238E27FC236}">
                  <a16:creationId xmlns:a16="http://schemas.microsoft.com/office/drawing/2014/main" id="{6BE0290A-7EC9-4458-89AE-6DE7E87F8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00"/>
              <a:ext cx="25" cy="50"/>
            </a:xfrm>
            <a:custGeom>
              <a:avLst/>
              <a:gdLst>
                <a:gd name="T0" fmla="*/ 0 w 10"/>
                <a:gd name="T1" fmla="*/ 1384 h 19"/>
                <a:gd name="T2" fmla="*/ 783 w 10"/>
                <a:gd name="T3" fmla="*/ 4032 h 19"/>
                <a:gd name="T4" fmla="*/ 1770 w 10"/>
                <a:gd name="T5" fmla="*/ 6324 h 19"/>
                <a:gd name="T6" fmla="*/ 2270 w 10"/>
                <a:gd name="T7" fmla="*/ 4937 h 19"/>
                <a:gd name="T8" fmla="*/ 1488 w 10"/>
                <a:gd name="T9" fmla="*/ 3026 h 19"/>
                <a:gd name="T10" fmla="*/ 520 w 10"/>
                <a:gd name="T11" fmla="*/ 0 h 19"/>
                <a:gd name="T12" fmla="*/ 0 w 10"/>
                <a:gd name="T13" fmla="*/ 138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9">
                  <a:moveTo>
                    <a:pt x="0" y="4"/>
                  </a:moveTo>
                  <a:cubicBezTo>
                    <a:pt x="0" y="5"/>
                    <a:pt x="1" y="9"/>
                    <a:pt x="3" y="12"/>
                  </a:cubicBezTo>
                  <a:cubicBezTo>
                    <a:pt x="5" y="14"/>
                    <a:pt x="7" y="18"/>
                    <a:pt x="7" y="19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7" y="11"/>
                    <a:pt x="6" y="9"/>
                  </a:cubicBezTo>
                  <a:cubicBezTo>
                    <a:pt x="3" y="4"/>
                    <a:pt x="2" y="1"/>
                    <a:pt x="2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73" name="Freeform 854">
              <a:extLst>
                <a:ext uri="{FF2B5EF4-FFF2-40B4-BE49-F238E27FC236}">
                  <a16:creationId xmlns:a16="http://schemas.microsoft.com/office/drawing/2014/main" id="{E06D9854-EBBC-487B-8398-A11C06C0C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478"/>
              <a:ext cx="25" cy="48"/>
            </a:xfrm>
            <a:custGeom>
              <a:avLst/>
              <a:gdLst>
                <a:gd name="T0" fmla="*/ 0 w 10"/>
                <a:gd name="T1" fmla="*/ 1059 h 18"/>
                <a:gd name="T2" fmla="*/ 783 w 10"/>
                <a:gd name="T3" fmla="*/ 3891 h 18"/>
                <a:gd name="T4" fmla="*/ 1770 w 10"/>
                <a:gd name="T5" fmla="*/ 6464 h 18"/>
                <a:gd name="T6" fmla="*/ 2270 w 10"/>
                <a:gd name="T7" fmla="*/ 5405 h 18"/>
                <a:gd name="T8" fmla="*/ 1488 w 10"/>
                <a:gd name="T9" fmla="*/ 3243 h 18"/>
                <a:gd name="T10" fmla="*/ 783 w 10"/>
                <a:gd name="T11" fmla="*/ 0 h 18"/>
                <a:gd name="T12" fmla="*/ 0 w 10"/>
                <a:gd name="T13" fmla="*/ 10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8">
                  <a:moveTo>
                    <a:pt x="0" y="3"/>
                  </a:moveTo>
                  <a:cubicBezTo>
                    <a:pt x="0" y="4"/>
                    <a:pt x="1" y="9"/>
                    <a:pt x="3" y="11"/>
                  </a:cubicBezTo>
                  <a:cubicBezTo>
                    <a:pt x="5" y="14"/>
                    <a:pt x="7" y="18"/>
                    <a:pt x="7" y="18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3"/>
                    <a:pt x="7" y="11"/>
                    <a:pt x="6" y="9"/>
                  </a:cubicBezTo>
                  <a:cubicBezTo>
                    <a:pt x="3" y="4"/>
                    <a:pt x="2" y="1"/>
                    <a:pt x="3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74" name="Freeform 855">
              <a:extLst>
                <a:ext uri="{FF2B5EF4-FFF2-40B4-BE49-F238E27FC236}">
                  <a16:creationId xmlns:a16="http://schemas.microsoft.com/office/drawing/2014/main" id="{E6E9F8ED-D7AE-41CD-BAEF-75B72FDC6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462"/>
              <a:ext cx="25" cy="48"/>
            </a:xfrm>
            <a:custGeom>
              <a:avLst/>
              <a:gdLst>
                <a:gd name="T0" fmla="*/ 313 w 10"/>
                <a:gd name="T1" fmla="*/ 1459 h 18"/>
                <a:gd name="T2" fmla="*/ 783 w 10"/>
                <a:gd name="T3" fmla="*/ 3891 h 18"/>
                <a:gd name="T4" fmla="*/ 1770 w 10"/>
                <a:gd name="T5" fmla="*/ 6464 h 18"/>
                <a:gd name="T6" fmla="*/ 2270 w 10"/>
                <a:gd name="T7" fmla="*/ 5005 h 18"/>
                <a:gd name="T8" fmla="*/ 1488 w 10"/>
                <a:gd name="T9" fmla="*/ 2824 h 18"/>
                <a:gd name="T10" fmla="*/ 783 w 10"/>
                <a:gd name="T11" fmla="*/ 0 h 18"/>
                <a:gd name="T12" fmla="*/ 313 w 10"/>
                <a:gd name="T13" fmla="*/ 14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8">
                  <a:moveTo>
                    <a:pt x="1" y="4"/>
                  </a:moveTo>
                  <a:cubicBezTo>
                    <a:pt x="0" y="5"/>
                    <a:pt x="1" y="8"/>
                    <a:pt x="3" y="11"/>
                  </a:cubicBezTo>
                  <a:cubicBezTo>
                    <a:pt x="5" y="13"/>
                    <a:pt x="8" y="18"/>
                    <a:pt x="7" y="18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0" y="13"/>
                    <a:pt x="7" y="10"/>
                    <a:pt x="6" y="8"/>
                  </a:cubicBezTo>
                  <a:cubicBezTo>
                    <a:pt x="3" y="4"/>
                    <a:pt x="2" y="1"/>
                    <a:pt x="3" y="0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75" name="Freeform 856">
              <a:extLst>
                <a:ext uri="{FF2B5EF4-FFF2-40B4-BE49-F238E27FC236}">
                  <a16:creationId xmlns:a16="http://schemas.microsoft.com/office/drawing/2014/main" id="{0D3D87BB-5711-425C-A5DC-CDED741FB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513"/>
              <a:ext cx="40" cy="21"/>
            </a:xfrm>
            <a:custGeom>
              <a:avLst/>
              <a:gdLst>
                <a:gd name="T0" fmla="*/ 3908 w 16"/>
                <a:gd name="T1" fmla="*/ 378 h 8"/>
                <a:gd name="T2" fmla="*/ 520 w 16"/>
                <a:gd name="T3" fmla="*/ 378 h 8"/>
                <a:gd name="T4" fmla="*/ 0 w 16"/>
                <a:gd name="T5" fmla="*/ 1612 h 8"/>
                <a:gd name="T6" fmla="*/ 3720 w 16"/>
                <a:gd name="T7" fmla="*/ 1612 h 8"/>
                <a:gd name="T8" fmla="*/ 3908 w 16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6" y="1"/>
                  </a:moveTo>
                  <a:cubicBezTo>
                    <a:pt x="15" y="4"/>
                    <a:pt x="3" y="0"/>
                    <a:pt x="2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3" y="8"/>
                    <a:pt x="15" y="5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76" name="Freeform 857">
              <a:extLst>
                <a:ext uri="{FF2B5EF4-FFF2-40B4-BE49-F238E27FC236}">
                  <a16:creationId xmlns:a16="http://schemas.microsoft.com/office/drawing/2014/main" id="{0F0CEB16-4C59-4E0E-A8D0-0141519B3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497"/>
              <a:ext cx="40" cy="21"/>
            </a:xfrm>
            <a:custGeom>
              <a:avLst/>
              <a:gdLst>
                <a:gd name="T0" fmla="*/ 3908 w 16"/>
                <a:gd name="T1" fmla="*/ 378 h 8"/>
                <a:gd name="T2" fmla="*/ 520 w 16"/>
                <a:gd name="T3" fmla="*/ 378 h 8"/>
                <a:gd name="T4" fmla="*/ 0 w 16"/>
                <a:gd name="T5" fmla="*/ 1612 h 8"/>
                <a:gd name="T6" fmla="*/ 3720 w 16"/>
                <a:gd name="T7" fmla="*/ 1378 h 8"/>
                <a:gd name="T8" fmla="*/ 3908 w 16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6" y="1"/>
                  </a:moveTo>
                  <a:cubicBezTo>
                    <a:pt x="15" y="4"/>
                    <a:pt x="2" y="0"/>
                    <a:pt x="2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3" y="8"/>
                    <a:pt x="15" y="4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77" name="Freeform 858">
              <a:extLst>
                <a:ext uri="{FF2B5EF4-FFF2-40B4-BE49-F238E27FC236}">
                  <a16:creationId xmlns:a16="http://schemas.microsoft.com/office/drawing/2014/main" id="{4BEC2E63-4EEB-4FC9-A68C-CC1911CC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441"/>
              <a:ext cx="20" cy="51"/>
            </a:xfrm>
            <a:custGeom>
              <a:avLst/>
              <a:gdLst>
                <a:gd name="T0" fmla="*/ 0 w 8"/>
                <a:gd name="T1" fmla="*/ 1082 h 19"/>
                <a:gd name="T2" fmla="*/ 520 w 8"/>
                <a:gd name="T3" fmla="*/ 4467 h 19"/>
                <a:gd name="T4" fmla="*/ 1300 w 8"/>
                <a:gd name="T5" fmla="*/ 7119 h 19"/>
                <a:gd name="T6" fmla="*/ 1770 w 8"/>
                <a:gd name="T7" fmla="*/ 5972 h 19"/>
                <a:gd name="T8" fmla="*/ 1300 w 8"/>
                <a:gd name="T9" fmla="*/ 3328 h 19"/>
                <a:gd name="T10" fmla="*/ 783 w 8"/>
                <a:gd name="T11" fmla="*/ 0 h 19"/>
                <a:gd name="T12" fmla="*/ 0 w 8"/>
                <a:gd name="T13" fmla="*/ 108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9">
                  <a:moveTo>
                    <a:pt x="0" y="3"/>
                  </a:moveTo>
                  <a:cubicBezTo>
                    <a:pt x="0" y="4"/>
                    <a:pt x="0" y="9"/>
                    <a:pt x="2" y="12"/>
                  </a:cubicBezTo>
                  <a:cubicBezTo>
                    <a:pt x="3" y="14"/>
                    <a:pt x="5" y="19"/>
                    <a:pt x="5" y="19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8" y="15"/>
                    <a:pt x="6" y="12"/>
                    <a:pt x="5" y="9"/>
                  </a:cubicBezTo>
                  <a:cubicBezTo>
                    <a:pt x="3" y="5"/>
                    <a:pt x="2" y="1"/>
                    <a:pt x="3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78" name="Freeform 859">
              <a:extLst>
                <a:ext uri="{FF2B5EF4-FFF2-40B4-BE49-F238E27FC236}">
                  <a16:creationId xmlns:a16="http://schemas.microsoft.com/office/drawing/2014/main" id="{02EDE3AB-0264-40CC-BB15-1762DD34C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428"/>
              <a:ext cx="20" cy="48"/>
            </a:xfrm>
            <a:custGeom>
              <a:avLst/>
              <a:gdLst>
                <a:gd name="T0" fmla="*/ 313 w 8"/>
                <a:gd name="T1" fmla="*/ 1059 h 18"/>
                <a:gd name="T2" fmla="*/ 313 w 8"/>
                <a:gd name="T3" fmla="*/ 3891 h 18"/>
                <a:gd name="T4" fmla="*/ 988 w 8"/>
                <a:gd name="T5" fmla="*/ 6464 h 18"/>
                <a:gd name="T6" fmla="*/ 1770 w 8"/>
                <a:gd name="T7" fmla="*/ 5405 h 18"/>
                <a:gd name="T8" fmla="*/ 1300 w 8"/>
                <a:gd name="T9" fmla="*/ 2824 h 18"/>
                <a:gd name="T10" fmla="*/ 988 w 8"/>
                <a:gd name="T11" fmla="*/ 0 h 18"/>
                <a:gd name="T12" fmla="*/ 313 w 8"/>
                <a:gd name="T13" fmla="*/ 10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8">
                  <a:moveTo>
                    <a:pt x="1" y="3"/>
                  </a:moveTo>
                  <a:cubicBezTo>
                    <a:pt x="0" y="4"/>
                    <a:pt x="0" y="8"/>
                    <a:pt x="1" y="11"/>
                  </a:cubicBezTo>
                  <a:cubicBezTo>
                    <a:pt x="2" y="14"/>
                    <a:pt x="4" y="18"/>
                    <a:pt x="4" y="18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4"/>
                    <a:pt x="6" y="11"/>
                    <a:pt x="5" y="8"/>
                  </a:cubicBezTo>
                  <a:cubicBezTo>
                    <a:pt x="2" y="4"/>
                    <a:pt x="3" y="1"/>
                    <a:pt x="4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79" name="Freeform 860">
              <a:extLst>
                <a:ext uri="{FF2B5EF4-FFF2-40B4-BE49-F238E27FC236}">
                  <a16:creationId xmlns:a16="http://schemas.microsoft.com/office/drawing/2014/main" id="{46FEB727-4A4B-4403-AF37-83D4CDD8D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476"/>
              <a:ext cx="40" cy="24"/>
            </a:xfrm>
            <a:custGeom>
              <a:avLst/>
              <a:gdLst>
                <a:gd name="T0" fmla="*/ 3908 w 16"/>
                <a:gd name="T1" fmla="*/ 661 h 9"/>
                <a:gd name="T2" fmla="*/ 520 w 16"/>
                <a:gd name="T3" fmla="*/ 397 h 9"/>
                <a:gd name="T4" fmla="*/ 0 w 16"/>
                <a:gd name="T5" fmla="*/ 1763 h 9"/>
                <a:gd name="T6" fmla="*/ 3438 w 16"/>
                <a:gd name="T7" fmla="*/ 2184 h 9"/>
                <a:gd name="T8" fmla="*/ 3908 w 16"/>
                <a:gd name="T9" fmla="*/ 66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16" y="2"/>
                  </a:moveTo>
                  <a:cubicBezTo>
                    <a:pt x="15" y="5"/>
                    <a:pt x="3" y="0"/>
                    <a:pt x="2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3" y="9"/>
                    <a:pt x="14" y="6"/>
                  </a:cubicBezTo>
                  <a:lnTo>
                    <a:pt x="16" y="2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80" name="Freeform 861">
              <a:extLst>
                <a:ext uri="{FF2B5EF4-FFF2-40B4-BE49-F238E27FC236}">
                  <a16:creationId xmlns:a16="http://schemas.microsoft.com/office/drawing/2014/main" id="{1891FADA-7DF1-4601-A64F-5777F019B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460"/>
              <a:ext cx="40" cy="24"/>
            </a:xfrm>
            <a:custGeom>
              <a:avLst/>
              <a:gdLst>
                <a:gd name="T0" fmla="*/ 3908 w 16"/>
                <a:gd name="T1" fmla="*/ 661 h 9"/>
                <a:gd name="T2" fmla="*/ 520 w 16"/>
                <a:gd name="T3" fmla="*/ 397 h 9"/>
                <a:gd name="T4" fmla="*/ 0 w 16"/>
                <a:gd name="T5" fmla="*/ 1763 h 9"/>
                <a:gd name="T6" fmla="*/ 3438 w 16"/>
                <a:gd name="T7" fmla="*/ 2184 h 9"/>
                <a:gd name="T8" fmla="*/ 3908 w 16"/>
                <a:gd name="T9" fmla="*/ 66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16" y="2"/>
                  </a:moveTo>
                  <a:cubicBezTo>
                    <a:pt x="14" y="5"/>
                    <a:pt x="2" y="0"/>
                    <a:pt x="2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12" y="9"/>
                    <a:pt x="14" y="6"/>
                  </a:cubicBezTo>
                  <a:lnTo>
                    <a:pt x="16" y="2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81" name="Freeform 862">
              <a:extLst>
                <a:ext uri="{FF2B5EF4-FFF2-40B4-BE49-F238E27FC236}">
                  <a16:creationId xmlns:a16="http://schemas.microsoft.com/office/drawing/2014/main" id="{6BB75C4F-57AD-4308-BD69-D1E441732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412"/>
              <a:ext cx="15" cy="48"/>
            </a:xfrm>
            <a:custGeom>
              <a:avLst/>
              <a:gdLst>
                <a:gd name="T0" fmla="*/ 313 w 6"/>
                <a:gd name="T1" fmla="*/ 661 h 18"/>
                <a:gd name="T2" fmla="*/ 313 w 6"/>
                <a:gd name="T3" fmla="*/ 3640 h 18"/>
                <a:gd name="T4" fmla="*/ 520 w 6"/>
                <a:gd name="T5" fmla="*/ 6464 h 18"/>
                <a:gd name="T6" fmla="*/ 1300 w 6"/>
                <a:gd name="T7" fmla="*/ 5405 h 18"/>
                <a:gd name="T8" fmla="*/ 988 w 6"/>
                <a:gd name="T9" fmla="*/ 2824 h 18"/>
                <a:gd name="T10" fmla="*/ 988 w 6"/>
                <a:gd name="T11" fmla="*/ 0 h 18"/>
                <a:gd name="T12" fmla="*/ 313 w 6"/>
                <a:gd name="T13" fmla="*/ 66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8">
                  <a:moveTo>
                    <a:pt x="1" y="2"/>
                  </a:moveTo>
                  <a:cubicBezTo>
                    <a:pt x="0" y="3"/>
                    <a:pt x="0" y="7"/>
                    <a:pt x="1" y="10"/>
                  </a:cubicBezTo>
                  <a:cubicBezTo>
                    <a:pt x="1" y="13"/>
                    <a:pt x="2" y="18"/>
                    <a:pt x="2" y="18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4"/>
                    <a:pt x="5" y="11"/>
                    <a:pt x="4" y="8"/>
                  </a:cubicBezTo>
                  <a:cubicBezTo>
                    <a:pt x="3" y="4"/>
                    <a:pt x="3" y="0"/>
                    <a:pt x="4" y="0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82" name="Freeform 863">
              <a:extLst>
                <a:ext uri="{FF2B5EF4-FFF2-40B4-BE49-F238E27FC236}">
                  <a16:creationId xmlns:a16="http://schemas.microsoft.com/office/drawing/2014/main" id="{8B41B853-1753-4E3D-8977-C50335C87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396"/>
              <a:ext cx="17" cy="50"/>
            </a:xfrm>
            <a:custGeom>
              <a:avLst/>
              <a:gdLst>
                <a:gd name="T0" fmla="*/ 170 w 7"/>
                <a:gd name="T1" fmla="*/ 1005 h 19"/>
                <a:gd name="T2" fmla="*/ 170 w 7"/>
                <a:gd name="T3" fmla="*/ 3642 h 19"/>
                <a:gd name="T4" fmla="*/ 590 w 7"/>
                <a:gd name="T5" fmla="*/ 6324 h 19"/>
                <a:gd name="T6" fmla="*/ 1243 w 7"/>
                <a:gd name="T7" fmla="*/ 5318 h 19"/>
                <a:gd name="T8" fmla="*/ 1003 w 7"/>
                <a:gd name="T9" fmla="*/ 3026 h 19"/>
                <a:gd name="T10" fmla="*/ 1003 w 7"/>
                <a:gd name="T11" fmla="*/ 0 h 19"/>
                <a:gd name="T12" fmla="*/ 170 w 7"/>
                <a:gd name="T13" fmla="*/ 100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9">
                  <a:moveTo>
                    <a:pt x="1" y="3"/>
                  </a:moveTo>
                  <a:cubicBezTo>
                    <a:pt x="0" y="4"/>
                    <a:pt x="1" y="8"/>
                    <a:pt x="1" y="11"/>
                  </a:cubicBezTo>
                  <a:cubicBezTo>
                    <a:pt x="2" y="14"/>
                    <a:pt x="3" y="19"/>
                    <a:pt x="3" y="19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5"/>
                    <a:pt x="5" y="12"/>
                    <a:pt x="5" y="9"/>
                  </a:cubicBezTo>
                  <a:cubicBezTo>
                    <a:pt x="4" y="4"/>
                    <a:pt x="4" y="0"/>
                    <a:pt x="5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83" name="Freeform 864">
              <a:extLst>
                <a:ext uri="{FF2B5EF4-FFF2-40B4-BE49-F238E27FC236}">
                  <a16:creationId xmlns:a16="http://schemas.microsoft.com/office/drawing/2014/main" id="{4FFD1A2A-0D87-4A1C-96C0-6E4CC3273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438"/>
              <a:ext cx="43" cy="27"/>
            </a:xfrm>
            <a:custGeom>
              <a:avLst/>
              <a:gdLst>
                <a:gd name="T0" fmla="*/ 4467 w 17"/>
                <a:gd name="T1" fmla="*/ 2028 h 10"/>
                <a:gd name="T2" fmla="*/ 825 w 17"/>
                <a:gd name="T3" fmla="*/ 429 h 10"/>
                <a:gd name="T4" fmla="*/ 0 w 17"/>
                <a:gd name="T5" fmla="*/ 1596 h 10"/>
                <a:gd name="T6" fmla="*/ 3640 w 17"/>
                <a:gd name="T7" fmla="*/ 3127 h 10"/>
                <a:gd name="T8" fmla="*/ 4467 w 17"/>
                <a:gd name="T9" fmla="*/ 20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17" y="5"/>
                  </a:moveTo>
                  <a:cubicBezTo>
                    <a:pt x="15" y="7"/>
                    <a:pt x="4" y="0"/>
                    <a:pt x="3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2" y="10"/>
                    <a:pt x="14" y="8"/>
                  </a:cubicBezTo>
                  <a:lnTo>
                    <a:pt x="17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84" name="Freeform 865">
              <a:extLst>
                <a:ext uri="{FF2B5EF4-FFF2-40B4-BE49-F238E27FC236}">
                  <a16:creationId xmlns:a16="http://schemas.microsoft.com/office/drawing/2014/main" id="{7CBAAEB4-EEEB-4C51-A41A-2F65A22AF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425"/>
              <a:ext cx="40" cy="27"/>
            </a:xfrm>
            <a:custGeom>
              <a:avLst/>
              <a:gdLst>
                <a:gd name="T0" fmla="*/ 3908 w 16"/>
                <a:gd name="T1" fmla="*/ 2028 h 10"/>
                <a:gd name="T2" fmla="*/ 520 w 16"/>
                <a:gd name="T3" fmla="*/ 429 h 10"/>
                <a:gd name="T4" fmla="*/ 0 w 16"/>
                <a:gd name="T5" fmla="*/ 1596 h 10"/>
                <a:gd name="T6" fmla="*/ 3438 w 16"/>
                <a:gd name="T7" fmla="*/ 3127 h 10"/>
                <a:gd name="T8" fmla="*/ 3908 w 16"/>
                <a:gd name="T9" fmla="*/ 20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5"/>
                  </a:moveTo>
                  <a:cubicBezTo>
                    <a:pt x="14" y="7"/>
                    <a:pt x="3" y="0"/>
                    <a:pt x="2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1" y="10"/>
                    <a:pt x="14" y="8"/>
                  </a:cubicBezTo>
                  <a:lnTo>
                    <a:pt x="16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85" name="Freeform 866">
              <a:extLst>
                <a:ext uri="{FF2B5EF4-FFF2-40B4-BE49-F238E27FC236}">
                  <a16:creationId xmlns:a16="http://schemas.microsoft.com/office/drawing/2014/main" id="{CE760C64-CC21-4F9C-B08A-48268ACB4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1382"/>
              <a:ext cx="15" cy="51"/>
            </a:xfrm>
            <a:custGeom>
              <a:avLst/>
              <a:gdLst>
                <a:gd name="T0" fmla="*/ 520 w 6"/>
                <a:gd name="T1" fmla="*/ 676 h 19"/>
                <a:gd name="T2" fmla="*/ 0 w 6"/>
                <a:gd name="T3" fmla="*/ 4193 h 19"/>
                <a:gd name="T4" fmla="*/ 313 w 6"/>
                <a:gd name="T5" fmla="*/ 7119 h 19"/>
                <a:gd name="T6" fmla="*/ 988 w 6"/>
                <a:gd name="T7" fmla="*/ 5972 h 19"/>
                <a:gd name="T8" fmla="*/ 988 w 6"/>
                <a:gd name="T9" fmla="*/ 3731 h 19"/>
                <a:gd name="T10" fmla="*/ 1488 w 6"/>
                <a:gd name="T11" fmla="*/ 0 h 19"/>
                <a:gd name="T12" fmla="*/ 520 w 6"/>
                <a:gd name="T13" fmla="*/ 67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2" y="2"/>
                  </a:moveTo>
                  <a:cubicBezTo>
                    <a:pt x="1" y="3"/>
                    <a:pt x="0" y="7"/>
                    <a:pt x="0" y="11"/>
                  </a:cubicBezTo>
                  <a:cubicBezTo>
                    <a:pt x="0" y="14"/>
                    <a:pt x="1" y="19"/>
                    <a:pt x="1" y="19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4" y="12"/>
                    <a:pt x="4" y="10"/>
                  </a:cubicBezTo>
                  <a:cubicBezTo>
                    <a:pt x="4" y="5"/>
                    <a:pt x="5" y="0"/>
                    <a:pt x="6" y="0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86" name="Freeform 867">
              <a:extLst>
                <a:ext uri="{FF2B5EF4-FFF2-40B4-BE49-F238E27FC236}">
                  <a16:creationId xmlns:a16="http://schemas.microsoft.com/office/drawing/2014/main" id="{A20DE0D4-3193-4A99-A534-BB0FF09A9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372"/>
              <a:ext cx="15" cy="50"/>
            </a:xfrm>
            <a:custGeom>
              <a:avLst/>
              <a:gdLst>
                <a:gd name="T0" fmla="*/ 520 w 6"/>
                <a:gd name="T1" fmla="*/ 1005 h 19"/>
                <a:gd name="T2" fmla="*/ 0 w 6"/>
                <a:gd name="T3" fmla="*/ 3642 h 19"/>
                <a:gd name="T4" fmla="*/ 313 w 6"/>
                <a:gd name="T5" fmla="*/ 6324 h 19"/>
                <a:gd name="T6" fmla="*/ 988 w 6"/>
                <a:gd name="T7" fmla="*/ 5666 h 19"/>
                <a:gd name="T8" fmla="*/ 988 w 6"/>
                <a:gd name="T9" fmla="*/ 3261 h 19"/>
                <a:gd name="T10" fmla="*/ 1488 w 6"/>
                <a:gd name="T11" fmla="*/ 0 h 19"/>
                <a:gd name="T12" fmla="*/ 520 w 6"/>
                <a:gd name="T13" fmla="*/ 100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2" y="3"/>
                  </a:moveTo>
                  <a:cubicBezTo>
                    <a:pt x="1" y="3"/>
                    <a:pt x="0" y="8"/>
                    <a:pt x="0" y="11"/>
                  </a:cubicBezTo>
                  <a:cubicBezTo>
                    <a:pt x="0" y="14"/>
                    <a:pt x="1" y="19"/>
                    <a:pt x="1" y="19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5" y="16"/>
                    <a:pt x="4" y="13"/>
                    <a:pt x="4" y="10"/>
                  </a:cubicBezTo>
                  <a:cubicBezTo>
                    <a:pt x="4" y="5"/>
                    <a:pt x="5" y="1"/>
                    <a:pt x="6" y="0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87" name="Freeform 868">
              <a:extLst>
                <a:ext uri="{FF2B5EF4-FFF2-40B4-BE49-F238E27FC236}">
                  <a16:creationId xmlns:a16="http://schemas.microsoft.com/office/drawing/2014/main" id="{D4594961-7ECF-471C-8DA1-F28220AA6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406"/>
              <a:ext cx="42" cy="32"/>
            </a:xfrm>
            <a:custGeom>
              <a:avLst/>
              <a:gdLst>
                <a:gd name="T0" fmla="*/ 3876 w 17"/>
                <a:gd name="T1" fmla="*/ 2581 h 12"/>
                <a:gd name="T2" fmla="*/ 635 w 17"/>
                <a:gd name="T3" fmla="*/ 397 h 12"/>
                <a:gd name="T4" fmla="*/ 0 w 17"/>
                <a:gd name="T5" fmla="*/ 1459 h 12"/>
                <a:gd name="T6" fmla="*/ 3199 w 17"/>
                <a:gd name="T7" fmla="*/ 3243 h 12"/>
                <a:gd name="T8" fmla="*/ 3876 w 17"/>
                <a:gd name="T9" fmla="*/ 258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7" y="7"/>
                  </a:moveTo>
                  <a:cubicBezTo>
                    <a:pt x="14" y="9"/>
                    <a:pt x="4" y="0"/>
                    <a:pt x="3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1" y="12"/>
                    <a:pt x="14" y="9"/>
                  </a:cubicBezTo>
                  <a:lnTo>
                    <a:pt x="17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88" name="Freeform 869">
              <a:extLst>
                <a:ext uri="{FF2B5EF4-FFF2-40B4-BE49-F238E27FC236}">
                  <a16:creationId xmlns:a16="http://schemas.microsoft.com/office/drawing/2014/main" id="{001EC1BD-A9DB-4F13-89E0-17C1262E0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393"/>
              <a:ext cx="43" cy="32"/>
            </a:xfrm>
            <a:custGeom>
              <a:avLst/>
              <a:gdLst>
                <a:gd name="T0" fmla="*/ 4467 w 17"/>
                <a:gd name="T1" fmla="*/ 2824 h 12"/>
                <a:gd name="T2" fmla="*/ 825 w 17"/>
                <a:gd name="T3" fmla="*/ 397 h 12"/>
                <a:gd name="T4" fmla="*/ 0 w 17"/>
                <a:gd name="T5" fmla="*/ 1459 h 12"/>
                <a:gd name="T6" fmla="*/ 3640 w 17"/>
                <a:gd name="T7" fmla="*/ 3640 h 12"/>
                <a:gd name="T8" fmla="*/ 4467 w 17"/>
                <a:gd name="T9" fmla="*/ 282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7" y="8"/>
                  </a:moveTo>
                  <a:cubicBezTo>
                    <a:pt x="14" y="10"/>
                    <a:pt x="5" y="0"/>
                    <a:pt x="3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1" y="12"/>
                    <a:pt x="14" y="10"/>
                  </a:cubicBezTo>
                  <a:lnTo>
                    <a:pt x="17" y="8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89" name="Freeform 870">
              <a:extLst>
                <a:ext uri="{FF2B5EF4-FFF2-40B4-BE49-F238E27FC236}">
                  <a16:creationId xmlns:a16="http://schemas.microsoft.com/office/drawing/2014/main" id="{6A583DC7-9554-4BB6-9914-0EB60EF7A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502"/>
              <a:ext cx="28" cy="6"/>
            </a:xfrm>
            <a:custGeom>
              <a:avLst/>
              <a:gdLst>
                <a:gd name="T0" fmla="*/ 2986 w 11"/>
                <a:gd name="T1" fmla="*/ 729 h 2"/>
                <a:gd name="T2" fmla="*/ 843 w 11"/>
                <a:gd name="T3" fmla="*/ 729 h 2"/>
                <a:gd name="T4" fmla="*/ 0 w 11"/>
                <a:gd name="T5" fmla="*/ 0 h 2"/>
                <a:gd name="T6" fmla="*/ 0 w 11"/>
                <a:gd name="T7" fmla="*/ 0 h 2"/>
                <a:gd name="T8" fmla="*/ 1387 w 11"/>
                <a:gd name="T9" fmla="*/ 729 h 2"/>
                <a:gd name="T10" fmla="*/ 2986 w 11"/>
                <a:gd name="T11" fmla="*/ 729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11" y="1"/>
                  </a:moveTo>
                  <a:cubicBezTo>
                    <a:pt x="9" y="1"/>
                    <a:pt x="6" y="1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1"/>
                    <a:pt x="5" y="1"/>
                  </a:cubicBezTo>
                  <a:cubicBezTo>
                    <a:pt x="8" y="2"/>
                    <a:pt x="9" y="1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90" name="Freeform 871">
              <a:extLst>
                <a:ext uri="{FF2B5EF4-FFF2-40B4-BE49-F238E27FC236}">
                  <a16:creationId xmlns:a16="http://schemas.microsoft.com/office/drawing/2014/main" id="{839D0B20-1357-46E3-BCEC-C0905E20C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481"/>
              <a:ext cx="28" cy="5"/>
            </a:xfrm>
            <a:custGeom>
              <a:avLst/>
              <a:gdLst>
                <a:gd name="T0" fmla="*/ 2986 w 11"/>
                <a:gd name="T1" fmla="*/ 520 h 2"/>
                <a:gd name="T2" fmla="*/ 843 w 11"/>
                <a:gd name="T3" fmla="*/ 313 h 2"/>
                <a:gd name="T4" fmla="*/ 0 w 11"/>
                <a:gd name="T5" fmla="*/ 0 h 2"/>
                <a:gd name="T6" fmla="*/ 0 w 11"/>
                <a:gd name="T7" fmla="*/ 0 h 2"/>
                <a:gd name="T8" fmla="*/ 1387 w 11"/>
                <a:gd name="T9" fmla="*/ 520 h 2"/>
                <a:gd name="T10" fmla="*/ 2986 w 11"/>
                <a:gd name="T11" fmla="*/ 5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9" y="2"/>
                    <a:pt x="6" y="1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1"/>
                    <a:pt x="5" y="2"/>
                  </a:cubicBezTo>
                  <a:cubicBezTo>
                    <a:pt x="8" y="2"/>
                    <a:pt x="9" y="2"/>
                    <a:pt x="1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91" name="Freeform 872">
              <a:extLst>
                <a:ext uri="{FF2B5EF4-FFF2-40B4-BE49-F238E27FC236}">
                  <a16:creationId xmlns:a16="http://schemas.microsoft.com/office/drawing/2014/main" id="{4618E56E-AA8C-484C-95AF-E09EC99DB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465"/>
              <a:ext cx="30" cy="8"/>
            </a:xfrm>
            <a:custGeom>
              <a:avLst/>
              <a:gdLst>
                <a:gd name="T0" fmla="*/ 2938 w 12"/>
                <a:gd name="T1" fmla="*/ 661 h 3"/>
                <a:gd name="T2" fmla="*/ 988 w 12"/>
                <a:gd name="T3" fmla="*/ 397 h 3"/>
                <a:gd name="T4" fmla="*/ 0 w 12"/>
                <a:gd name="T5" fmla="*/ 0 h 3"/>
                <a:gd name="T6" fmla="*/ 0 w 12"/>
                <a:gd name="T7" fmla="*/ 0 h 3"/>
                <a:gd name="T8" fmla="*/ 1488 w 12"/>
                <a:gd name="T9" fmla="*/ 661 h 3"/>
                <a:gd name="T10" fmla="*/ 2938 w 12"/>
                <a:gd name="T11" fmla="*/ 661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3">
                  <a:moveTo>
                    <a:pt x="12" y="2"/>
                  </a:moveTo>
                  <a:cubicBezTo>
                    <a:pt x="10" y="2"/>
                    <a:pt x="7" y="2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" y="2"/>
                    <a:pt x="6" y="2"/>
                  </a:cubicBezTo>
                  <a:cubicBezTo>
                    <a:pt x="8" y="3"/>
                    <a:pt x="10" y="2"/>
                    <a:pt x="1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92" name="Freeform 873">
              <a:extLst>
                <a:ext uri="{FF2B5EF4-FFF2-40B4-BE49-F238E27FC236}">
                  <a16:creationId xmlns:a16="http://schemas.microsoft.com/office/drawing/2014/main" id="{7FD3FAD6-3AA9-4834-BAB0-3096317E4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444"/>
              <a:ext cx="25" cy="10"/>
            </a:xfrm>
            <a:custGeom>
              <a:avLst/>
              <a:gdLst>
                <a:gd name="T0" fmla="*/ 2470 w 10"/>
                <a:gd name="T1" fmla="*/ 988 h 4"/>
                <a:gd name="T2" fmla="*/ 783 w 10"/>
                <a:gd name="T3" fmla="*/ 313 h 4"/>
                <a:gd name="T4" fmla="*/ 0 w 10"/>
                <a:gd name="T5" fmla="*/ 0 h 4"/>
                <a:gd name="T6" fmla="*/ 0 w 10"/>
                <a:gd name="T7" fmla="*/ 0 h 4"/>
                <a:gd name="T8" fmla="*/ 1300 w 10"/>
                <a:gd name="T9" fmla="*/ 783 h 4"/>
                <a:gd name="T10" fmla="*/ 2470 w 10"/>
                <a:gd name="T11" fmla="*/ 98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8" y="4"/>
                    <a:pt x="6" y="3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2"/>
                    <a:pt x="5" y="3"/>
                  </a:cubicBezTo>
                  <a:cubicBezTo>
                    <a:pt x="7" y="4"/>
                    <a:pt x="8" y="4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93" name="Freeform 874">
              <a:extLst>
                <a:ext uri="{FF2B5EF4-FFF2-40B4-BE49-F238E27FC236}">
                  <a16:creationId xmlns:a16="http://schemas.microsoft.com/office/drawing/2014/main" id="{C27C2942-8992-4BDF-8F19-F316A97C2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1430"/>
              <a:ext cx="28" cy="11"/>
            </a:xfrm>
            <a:custGeom>
              <a:avLst/>
              <a:gdLst>
                <a:gd name="T0" fmla="*/ 2986 w 11"/>
                <a:gd name="T1" fmla="*/ 1724 h 4"/>
                <a:gd name="T2" fmla="*/ 843 w 11"/>
                <a:gd name="T3" fmla="*/ 976 h 4"/>
                <a:gd name="T4" fmla="*/ 0 w 11"/>
                <a:gd name="T5" fmla="*/ 0 h 4"/>
                <a:gd name="T6" fmla="*/ 0 w 11"/>
                <a:gd name="T7" fmla="*/ 0 h 4"/>
                <a:gd name="T8" fmla="*/ 1387 w 11"/>
                <a:gd name="T9" fmla="*/ 1271 h 4"/>
                <a:gd name="T10" fmla="*/ 2986 w 11"/>
                <a:gd name="T11" fmla="*/ 172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cubicBezTo>
                    <a:pt x="9" y="4"/>
                    <a:pt x="6" y="3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2"/>
                    <a:pt x="5" y="3"/>
                  </a:cubicBezTo>
                  <a:cubicBezTo>
                    <a:pt x="7" y="4"/>
                    <a:pt x="9" y="4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94" name="Freeform 875">
              <a:extLst>
                <a:ext uri="{FF2B5EF4-FFF2-40B4-BE49-F238E27FC236}">
                  <a16:creationId xmlns:a16="http://schemas.microsoft.com/office/drawing/2014/main" id="{0D5EAD7D-0EF3-41E4-A7F3-9F84E1AD4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412"/>
              <a:ext cx="25" cy="16"/>
            </a:xfrm>
            <a:custGeom>
              <a:avLst/>
              <a:gdLst>
                <a:gd name="T0" fmla="*/ 2470 w 10"/>
                <a:gd name="T1" fmla="*/ 2184 h 6"/>
                <a:gd name="T2" fmla="*/ 783 w 10"/>
                <a:gd name="T3" fmla="*/ 661 h 6"/>
                <a:gd name="T4" fmla="*/ 0 w 10"/>
                <a:gd name="T5" fmla="*/ 0 h 6"/>
                <a:gd name="T6" fmla="*/ 0 w 10"/>
                <a:gd name="T7" fmla="*/ 0 h 6"/>
                <a:gd name="T8" fmla="*/ 1300 w 10"/>
                <a:gd name="T9" fmla="*/ 1459 h 6"/>
                <a:gd name="T10" fmla="*/ 2470 w 10"/>
                <a:gd name="T11" fmla="*/ 218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">
                  <a:moveTo>
                    <a:pt x="10" y="6"/>
                  </a:moveTo>
                  <a:cubicBezTo>
                    <a:pt x="8" y="5"/>
                    <a:pt x="5" y="3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3"/>
                    <a:pt x="5" y="4"/>
                  </a:cubicBezTo>
                  <a:cubicBezTo>
                    <a:pt x="7" y="5"/>
                    <a:pt x="8" y="5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95" name="Freeform 876">
              <a:extLst>
                <a:ext uri="{FF2B5EF4-FFF2-40B4-BE49-F238E27FC236}">
                  <a16:creationId xmlns:a16="http://schemas.microsoft.com/office/drawing/2014/main" id="{D16067F3-2355-46EC-BED0-4AF44E471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398"/>
              <a:ext cx="22" cy="16"/>
            </a:xfrm>
            <a:custGeom>
              <a:avLst/>
              <a:gdLst>
                <a:gd name="T0" fmla="*/ 1931 w 9"/>
                <a:gd name="T1" fmla="*/ 2184 h 6"/>
                <a:gd name="T2" fmla="*/ 616 w 9"/>
                <a:gd name="T3" fmla="*/ 661 h 6"/>
                <a:gd name="T4" fmla="*/ 0 w 9"/>
                <a:gd name="T5" fmla="*/ 0 h 6"/>
                <a:gd name="T6" fmla="*/ 0 w 9"/>
                <a:gd name="T7" fmla="*/ 0 h 6"/>
                <a:gd name="T8" fmla="*/ 860 w 9"/>
                <a:gd name="T9" fmla="*/ 1459 h 6"/>
                <a:gd name="T10" fmla="*/ 1931 w 9"/>
                <a:gd name="T11" fmla="*/ 218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7" y="6"/>
                    <a:pt x="5" y="4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3"/>
                    <a:pt x="4" y="4"/>
                  </a:cubicBezTo>
                  <a:cubicBezTo>
                    <a:pt x="6" y="5"/>
                    <a:pt x="7" y="6"/>
                    <a:pt x="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96" name="Freeform 877">
              <a:extLst>
                <a:ext uri="{FF2B5EF4-FFF2-40B4-BE49-F238E27FC236}">
                  <a16:creationId xmlns:a16="http://schemas.microsoft.com/office/drawing/2014/main" id="{BAB5B8B9-210B-463D-9333-AC1AB830B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18"/>
              <a:ext cx="27" cy="6"/>
            </a:xfrm>
            <a:custGeom>
              <a:avLst/>
              <a:gdLst>
                <a:gd name="T0" fmla="*/ 2398 w 11"/>
                <a:gd name="T1" fmla="*/ 729 h 2"/>
                <a:gd name="T2" fmla="*/ 903 w 11"/>
                <a:gd name="T3" fmla="*/ 0 h 2"/>
                <a:gd name="T4" fmla="*/ 0 w 11"/>
                <a:gd name="T5" fmla="*/ 0 h 2"/>
                <a:gd name="T6" fmla="*/ 0 w 11"/>
                <a:gd name="T7" fmla="*/ 0 h 2"/>
                <a:gd name="T8" fmla="*/ 1343 w 11"/>
                <a:gd name="T9" fmla="*/ 729 h 2"/>
                <a:gd name="T10" fmla="*/ 2398 w 11"/>
                <a:gd name="T11" fmla="*/ 729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11" y="1"/>
                  </a:moveTo>
                  <a:cubicBezTo>
                    <a:pt x="9" y="1"/>
                    <a:pt x="6" y="1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1"/>
                    <a:pt x="6" y="1"/>
                  </a:cubicBezTo>
                  <a:cubicBezTo>
                    <a:pt x="8" y="2"/>
                    <a:pt x="9" y="1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97" name="Freeform 878">
              <a:extLst>
                <a:ext uri="{FF2B5EF4-FFF2-40B4-BE49-F238E27FC236}">
                  <a16:creationId xmlns:a16="http://schemas.microsoft.com/office/drawing/2014/main" id="{AF093F0D-E2D5-4246-B73F-46046B2F6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574"/>
              <a:ext cx="15" cy="48"/>
            </a:xfrm>
            <a:custGeom>
              <a:avLst/>
              <a:gdLst>
                <a:gd name="T0" fmla="*/ 988 w 6"/>
                <a:gd name="T1" fmla="*/ 5824 h 18"/>
                <a:gd name="T2" fmla="*/ 1300 w 6"/>
                <a:gd name="T3" fmla="*/ 2824 h 18"/>
                <a:gd name="T4" fmla="*/ 988 w 6"/>
                <a:gd name="T5" fmla="*/ 0 h 18"/>
                <a:gd name="T6" fmla="*/ 313 w 6"/>
                <a:gd name="T7" fmla="*/ 661 h 18"/>
                <a:gd name="T8" fmla="*/ 313 w 6"/>
                <a:gd name="T9" fmla="*/ 3243 h 18"/>
                <a:gd name="T10" fmla="*/ 313 w 6"/>
                <a:gd name="T11" fmla="*/ 6464 h 18"/>
                <a:gd name="T12" fmla="*/ 988 w 6"/>
                <a:gd name="T13" fmla="*/ 582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8">
                  <a:moveTo>
                    <a:pt x="4" y="16"/>
                  </a:moveTo>
                  <a:cubicBezTo>
                    <a:pt x="5" y="15"/>
                    <a:pt x="6" y="11"/>
                    <a:pt x="5" y="8"/>
                  </a:cubicBezTo>
                  <a:cubicBezTo>
                    <a:pt x="5" y="5"/>
                    <a:pt x="4" y="0"/>
                    <a:pt x="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1" y="6"/>
                    <a:pt x="1" y="9"/>
                  </a:cubicBezTo>
                  <a:cubicBezTo>
                    <a:pt x="2" y="14"/>
                    <a:pt x="2" y="18"/>
                    <a:pt x="1" y="18"/>
                  </a:cubicBezTo>
                  <a:lnTo>
                    <a:pt x="4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98" name="Freeform 879">
              <a:extLst>
                <a:ext uri="{FF2B5EF4-FFF2-40B4-BE49-F238E27FC236}">
                  <a16:creationId xmlns:a16="http://schemas.microsoft.com/office/drawing/2014/main" id="{F31EF765-CFBE-4215-BBAF-E173A1AFE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585"/>
              <a:ext cx="15" cy="48"/>
            </a:xfrm>
            <a:custGeom>
              <a:avLst/>
              <a:gdLst>
                <a:gd name="T0" fmla="*/ 988 w 6"/>
                <a:gd name="T1" fmla="*/ 5824 h 18"/>
                <a:gd name="T2" fmla="*/ 1300 w 6"/>
                <a:gd name="T3" fmla="*/ 2824 h 18"/>
                <a:gd name="T4" fmla="*/ 988 w 6"/>
                <a:gd name="T5" fmla="*/ 0 h 18"/>
                <a:gd name="T6" fmla="*/ 313 w 6"/>
                <a:gd name="T7" fmla="*/ 1059 h 18"/>
                <a:gd name="T8" fmla="*/ 313 w 6"/>
                <a:gd name="T9" fmla="*/ 3640 h 18"/>
                <a:gd name="T10" fmla="*/ 0 w 6"/>
                <a:gd name="T11" fmla="*/ 6464 h 18"/>
                <a:gd name="T12" fmla="*/ 988 w 6"/>
                <a:gd name="T13" fmla="*/ 582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8">
                  <a:moveTo>
                    <a:pt x="4" y="16"/>
                  </a:moveTo>
                  <a:cubicBezTo>
                    <a:pt x="5" y="15"/>
                    <a:pt x="6" y="12"/>
                    <a:pt x="5" y="8"/>
                  </a:cubicBezTo>
                  <a:cubicBezTo>
                    <a:pt x="5" y="5"/>
                    <a:pt x="4" y="1"/>
                    <a:pt x="4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1" y="7"/>
                    <a:pt x="1" y="10"/>
                  </a:cubicBezTo>
                  <a:cubicBezTo>
                    <a:pt x="2" y="15"/>
                    <a:pt x="1" y="18"/>
                    <a:pt x="0" y="18"/>
                  </a:cubicBezTo>
                  <a:lnTo>
                    <a:pt x="4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99" name="Freeform 880">
              <a:extLst>
                <a:ext uri="{FF2B5EF4-FFF2-40B4-BE49-F238E27FC236}">
                  <a16:creationId xmlns:a16="http://schemas.microsoft.com/office/drawing/2014/main" id="{AAE536AD-3233-4B38-9EF0-13FFC8F2F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601"/>
              <a:ext cx="13" cy="45"/>
            </a:xfrm>
            <a:custGeom>
              <a:avLst/>
              <a:gdLst>
                <a:gd name="T0" fmla="*/ 967 w 5"/>
                <a:gd name="T1" fmla="*/ 5212 h 17"/>
                <a:gd name="T2" fmla="*/ 1196 w 5"/>
                <a:gd name="T3" fmla="*/ 2748 h 17"/>
                <a:gd name="T4" fmla="*/ 1547 w 5"/>
                <a:gd name="T5" fmla="*/ 0 h 17"/>
                <a:gd name="T6" fmla="*/ 372 w 5"/>
                <a:gd name="T7" fmla="*/ 630 h 17"/>
                <a:gd name="T8" fmla="*/ 0 w 5"/>
                <a:gd name="T9" fmla="*/ 3131 h 17"/>
                <a:gd name="T10" fmla="*/ 0 w 5"/>
                <a:gd name="T11" fmla="*/ 5845 h 17"/>
                <a:gd name="T12" fmla="*/ 967 w 5"/>
                <a:gd name="T13" fmla="*/ 521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7">
                  <a:moveTo>
                    <a:pt x="3" y="15"/>
                  </a:moveTo>
                  <a:cubicBezTo>
                    <a:pt x="5" y="15"/>
                    <a:pt x="4" y="11"/>
                    <a:pt x="4" y="8"/>
                  </a:cubicBezTo>
                  <a:cubicBezTo>
                    <a:pt x="5" y="5"/>
                    <a:pt x="5" y="0"/>
                    <a:pt x="5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1" y="6"/>
                    <a:pt x="0" y="9"/>
                  </a:cubicBezTo>
                  <a:cubicBezTo>
                    <a:pt x="0" y="14"/>
                    <a:pt x="1" y="16"/>
                    <a:pt x="0" y="17"/>
                  </a:cubicBezTo>
                  <a:lnTo>
                    <a:pt x="3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00" name="Freeform 881">
              <a:extLst>
                <a:ext uri="{FF2B5EF4-FFF2-40B4-BE49-F238E27FC236}">
                  <a16:creationId xmlns:a16="http://schemas.microsoft.com/office/drawing/2014/main" id="{3F92CDD5-CB98-424E-8854-A02CF6675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612"/>
              <a:ext cx="22" cy="45"/>
            </a:xfrm>
            <a:custGeom>
              <a:avLst/>
              <a:gdLst>
                <a:gd name="T0" fmla="*/ 1039 w 9"/>
                <a:gd name="T1" fmla="*/ 5212 h 17"/>
                <a:gd name="T2" fmla="*/ 1750 w 9"/>
                <a:gd name="T3" fmla="*/ 2748 h 17"/>
                <a:gd name="T4" fmla="*/ 1931 w 9"/>
                <a:gd name="T5" fmla="*/ 0 h 17"/>
                <a:gd name="T6" fmla="*/ 1315 w 9"/>
                <a:gd name="T7" fmla="*/ 392 h 17"/>
                <a:gd name="T8" fmla="*/ 860 w 9"/>
                <a:gd name="T9" fmla="*/ 2748 h 17"/>
                <a:gd name="T10" fmla="*/ 0 w 9"/>
                <a:gd name="T11" fmla="*/ 5845 h 17"/>
                <a:gd name="T12" fmla="*/ 1039 w 9"/>
                <a:gd name="T13" fmla="*/ 521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7">
                  <a:moveTo>
                    <a:pt x="5" y="15"/>
                  </a:moveTo>
                  <a:cubicBezTo>
                    <a:pt x="6" y="15"/>
                    <a:pt x="7" y="11"/>
                    <a:pt x="8" y="8"/>
                  </a:cubicBezTo>
                  <a:cubicBezTo>
                    <a:pt x="8" y="5"/>
                    <a:pt x="9" y="0"/>
                    <a:pt x="9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4" y="5"/>
                    <a:pt x="4" y="8"/>
                  </a:cubicBezTo>
                  <a:cubicBezTo>
                    <a:pt x="3" y="13"/>
                    <a:pt x="1" y="17"/>
                    <a:pt x="0" y="17"/>
                  </a:cubicBezTo>
                  <a:lnTo>
                    <a:pt x="5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01" name="Freeform 882">
              <a:extLst>
                <a:ext uri="{FF2B5EF4-FFF2-40B4-BE49-F238E27FC236}">
                  <a16:creationId xmlns:a16="http://schemas.microsoft.com/office/drawing/2014/main" id="{A2CD2355-50DB-4AB3-823A-B5F81E344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593"/>
              <a:ext cx="40" cy="32"/>
            </a:xfrm>
            <a:custGeom>
              <a:avLst/>
              <a:gdLst>
                <a:gd name="T0" fmla="*/ 0 w 16"/>
                <a:gd name="T1" fmla="*/ 1763 h 12"/>
                <a:gd name="T2" fmla="*/ 2938 w 16"/>
                <a:gd name="T3" fmla="*/ 3891 h 12"/>
                <a:gd name="T4" fmla="*/ 3908 w 16"/>
                <a:gd name="T5" fmla="*/ 3243 h 12"/>
                <a:gd name="T6" fmla="*/ 783 w 16"/>
                <a:gd name="T7" fmla="*/ 661 h 12"/>
                <a:gd name="T8" fmla="*/ 0 w 16"/>
                <a:gd name="T9" fmla="*/ 176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0" y="5"/>
                  </a:moveTo>
                  <a:cubicBezTo>
                    <a:pt x="2" y="3"/>
                    <a:pt x="11" y="12"/>
                    <a:pt x="12" y="11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10"/>
                    <a:pt x="6" y="0"/>
                    <a:pt x="3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02" name="Freeform 883">
              <a:extLst>
                <a:ext uri="{FF2B5EF4-FFF2-40B4-BE49-F238E27FC236}">
                  <a16:creationId xmlns:a16="http://schemas.microsoft.com/office/drawing/2014/main" id="{AF5B7EBE-5D56-4E81-8B37-4A167B4B2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604"/>
              <a:ext cx="40" cy="32"/>
            </a:xfrm>
            <a:custGeom>
              <a:avLst/>
              <a:gdLst>
                <a:gd name="T0" fmla="*/ 0 w 16"/>
                <a:gd name="T1" fmla="*/ 1763 h 12"/>
                <a:gd name="T2" fmla="*/ 3250 w 16"/>
                <a:gd name="T3" fmla="*/ 3891 h 12"/>
                <a:gd name="T4" fmla="*/ 3908 w 16"/>
                <a:gd name="T5" fmla="*/ 3243 h 12"/>
                <a:gd name="T6" fmla="*/ 783 w 16"/>
                <a:gd name="T7" fmla="*/ 661 h 12"/>
                <a:gd name="T8" fmla="*/ 0 w 16"/>
                <a:gd name="T9" fmla="*/ 176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0" y="5"/>
                  </a:moveTo>
                  <a:cubicBezTo>
                    <a:pt x="3" y="3"/>
                    <a:pt x="12" y="12"/>
                    <a:pt x="13" y="11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10"/>
                    <a:pt x="6" y="0"/>
                    <a:pt x="3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03" name="Freeform 884">
              <a:extLst>
                <a:ext uri="{FF2B5EF4-FFF2-40B4-BE49-F238E27FC236}">
                  <a16:creationId xmlns:a16="http://schemas.microsoft.com/office/drawing/2014/main" id="{CB87D3E7-A314-4CA3-82F4-891E82917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614"/>
              <a:ext cx="22" cy="16"/>
            </a:xfrm>
            <a:custGeom>
              <a:avLst/>
              <a:gdLst>
                <a:gd name="T0" fmla="*/ 0 w 9"/>
                <a:gd name="T1" fmla="*/ 0 h 6"/>
                <a:gd name="T2" fmla="*/ 1315 w 9"/>
                <a:gd name="T3" fmla="*/ 1459 h 6"/>
                <a:gd name="T4" fmla="*/ 1931 w 9"/>
                <a:gd name="T5" fmla="*/ 2184 h 6"/>
                <a:gd name="T6" fmla="*/ 1931 w 9"/>
                <a:gd name="T7" fmla="*/ 2184 h 6"/>
                <a:gd name="T8" fmla="*/ 1039 w 9"/>
                <a:gd name="T9" fmla="*/ 661 h 6"/>
                <a:gd name="T10" fmla="*/ 0 w 9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2" y="1"/>
                    <a:pt x="4" y="3"/>
                    <a:pt x="6" y="4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7" y="4"/>
                    <a:pt x="5" y="2"/>
                  </a:cubicBezTo>
                  <a:cubicBezTo>
                    <a:pt x="3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04" name="Freeform 885">
              <a:extLst>
                <a:ext uri="{FF2B5EF4-FFF2-40B4-BE49-F238E27FC236}">
                  <a16:creationId xmlns:a16="http://schemas.microsoft.com/office/drawing/2014/main" id="{DA884B66-A9C6-48E7-9516-3FBE4711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604"/>
              <a:ext cx="23" cy="16"/>
            </a:xfrm>
            <a:custGeom>
              <a:avLst/>
              <a:gdLst>
                <a:gd name="T0" fmla="*/ 0 w 9"/>
                <a:gd name="T1" fmla="*/ 0 h 6"/>
                <a:gd name="T2" fmla="*/ 1620 w 9"/>
                <a:gd name="T3" fmla="*/ 1459 h 6"/>
                <a:gd name="T4" fmla="*/ 2520 w 9"/>
                <a:gd name="T5" fmla="*/ 2184 h 6"/>
                <a:gd name="T6" fmla="*/ 2520 w 9"/>
                <a:gd name="T7" fmla="*/ 2184 h 6"/>
                <a:gd name="T8" fmla="*/ 1403 w 9"/>
                <a:gd name="T9" fmla="*/ 661 h 6"/>
                <a:gd name="T10" fmla="*/ 0 w 9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2" y="0"/>
                    <a:pt x="4" y="2"/>
                    <a:pt x="6" y="4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7" y="4"/>
                    <a:pt x="5" y="2"/>
                  </a:cubicBezTo>
                  <a:cubicBezTo>
                    <a:pt x="3" y="1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05" name="Freeform 886">
              <a:extLst>
                <a:ext uri="{FF2B5EF4-FFF2-40B4-BE49-F238E27FC236}">
                  <a16:creationId xmlns:a16="http://schemas.microsoft.com/office/drawing/2014/main" id="{012E92EC-CFC8-4012-BA17-0817EE73C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1617"/>
              <a:ext cx="43" cy="32"/>
            </a:xfrm>
            <a:custGeom>
              <a:avLst/>
              <a:gdLst>
                <a:gd name="T0" fmla="*/ 0 w 17"/>
                <a:gd name="T1" fmla="*/ 1059 h 12"/>
                <a:gd name="T2" fmla="*/ 3397 w 17"/>
                <a:gd name="T3" fmla="*/ 3891 h 12"/>
                <a:gd name="T4" fmla="*/ 4467 w 17"/>
                <a:gd name="T5" fmla="*/ 3243 h 12"/>
                <a:gd name="T6" fmla="*/ 825 w 17"/>
                <a:gd name="T7" fmla="*/ 661 h 12"/>
                <a:gd name="T8" fmla="*/ 0 w 17"/>
                <a:gd name="T9" fmla="*/ 105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0" y="3"/>
                  </a:moveTo>
                  <a:cubicBezTo>
                    <a:pt x="2" y="1"/>
                    <a:pt x="12" y="12"/>
                    <a:pt x="13" y="11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9"/>
                    <a:pt x="6" y="0"/>
                    <a:pt x="3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06" name="Freeform 887">
              <a:extLst>
                <a:ext uri="{FF2B5EF4-FFF2-40B4-BE49-F238E27FC236}">
                  <a16:creationId xmlns:a16="http://schemas.microsoft.com/office/drawing/2014/main" id="{F7A199E3-46B6-4FE5-BA99-5397DE406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625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1488 w 10"/>
                <a:gd name="T3" fmla="*/ 1620 h 7"/>
                <a:gd name="T4" fmla="*/ 2470 w 10"/>
                <a:gd name="T5" fmla="*/ 2823 h 7"/>
                <a:gd name="T6" fmla="*/ 2470 w 10"/>
                <a:gd name="T7" fmla="*/ 2823 h 7"/>
                <a:gd name="T8" fmla="*/ 1300 w 10"/>
                <a:gd name="T9" fmla="*/ 760 h 7"/>
                <a:gd name="T10" fmla="*/ 0 w 10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2" y="1"/>
                    <a:pt x="4" y="3"/>
                    <a:pt x="6" y="4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7" y="4"/>
                    <a:pt x="5" y="2"/>
                  </a:cubicBezTo>
                  <a:cubicBezTo>
                    <a:pt x="3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07" name="Freeform 888">
              <a:extLst>
                <a:ext uri="{FF2B5EF4-FFF2-40B4-BE49-F238E27FC236}">
                  <a16:creationId xmlns:a16="http://schemas.microsoft.com/office/drawing/2014/main" id="{233E2AC2-0EC1-40BB-B073-960FD98D4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1622"/>
              <a:ext cx="35" cy="35"/>
            </a:xfrm>
            <a:custGeom>
              <a:avLst/>
              <a:gdLst>
                <a:gd name="T0" fmla="*/ 0 w 14"/>
                <a:gd name="T1" fmla="*/ 681 h 13"/>
                <a:gd name="T2" fmla="*/ 2470 w 14"/>
                <a:gd name="T3" fmla="*/ 4935 h 13"/>
                <a:gd name="T4" fmla="*/ 3438 w 14"/>
                <a:gd name="T5" fmla="*/ 4531 h 13"/>
                <a:gd name="T6" fmla="*/ 988 w 14"/>
                <a:gd name="T7" fmla="*/ 428 h 13"/>
                <a:gd name="T8" fmla="*/ 0 w 14"/>
                <a:gd name="T9" fmla="*/ 68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0" y="2"/>
                  </a:moveTo>
                  <a:cubicBezTo>
                    <a:pt x="3" y="1"/>
                    <a:pt x="9" y="13"/>
                    <a:pt x="10" y="13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3" y="12"/>
                    <a:pt x="8" y="0"/>
                    <a:pt x="4" y="1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08" name="Freeform 889">
              <a:extLst>
                <a:ext uri="{FF2B5EF4-FFF2-40B4-BE49-F238E27FC236}">
                  <a16:creationId xmlns:a16="http://schemas.microsoft.com/office/drawing/2014/main" id="{D2683A6C-2B4A-48C3-BCDA-4FA168D3A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628"/>
              <a:ext cx="17" cy="26"/>
            </a:xfrm>
            <a:custGeom>
              <a:avLst/>
              <a:gdLst>
                <a:gd name="T0" fmla="*/ 0 w 7"/>
                <a:gd name="T1" fmla="*/ 0 h 10"/>
                <a:gd name="T2" fmla="*/ 1003 w 7"/>
                <a:gd name="T3" fmla="*/ 2142 h 10"/>
                <a:gd name="T4" fmla="*/ 1433 w 7"/>
                <a:gd name="T5" fmla="*/ 3110 h 10"/>
                <a:gd name="T6" fmla="*/ 1433 w 7"/>
                <a:gd name="T7" fmla="*/ 3110 h 10"/>
                <a:gd name="T8" fmla="*/ 831 w 7"/>
                <a:gd name="T9" fmla="*/ 1547 h 10"/>
                <a:gd name="T10" fmla="*/ 0 w 7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5" y="7"/>
                    <a:pt x="4" y="5"/>
                  </a:cubicBezTo>
                  <a:cubicBezTo>
                    <a:pt x="3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09" name="Freeform 890">
              <a:extLst>
                <a:ext uri="{FF2B5EF4-FFF2-40B4-BE49-F238E27FC236}">
                  <a16:creationId xmlns:a16="http://schemas.microsoft.com/office/drawing/2014/main" id="{16E679A5-C43C-43DA-97DF-4AD13E917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542"/>
              <a:ext cx="20" cy="46"/>
            </a:xfrm>
            <a:custGeom>
              <a:avLst/>
              <a:gdLst>
                <a:gd name="T0" fmla="*/ 1958 w 8"/>
                <a:gd name="T1" fmla="*/ 5528 h 17"/>
                <a:gd name="T2" fmla="*/ 1488 w 8"/>
                <a:gd name="T3" fmla="*/ 2730 h 17"/>
                <a:gd name="T4" fmla="*/ 783 w 8"/>
                <a:gd name="T5" fmla="*/ 0 h 17"/>
                <a:gd name="T6" fmla="*/ 0 w 8"/>
                <a:gd name="T7" fmla="*/ 1185 h 17"/>
                <a:gd name="T8" fmla="*/ 783 w 8"/>
                <a:gd name="T9" fmla="*/ 3924 h 17"/>
                <a:gd name="T10" fmla="*/ 1488 w 8"/>
                <a:gd name="T11" fmla="*/ 6656 h 17"/>
                <a:gd name="T12" fmla="*/ 1958 w 8"/>
                <a:gd name="T13" fmla="*/ 552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7">
                  <a:moveTo>
                    <a:pt x="8" y="14"/>
                  </a:moveTo>
                  <a:cubicBezTo>
                    <a:pt x="8" y="13"/>
                    <a:pt x="7" y="10"/>
                    <a:pt x="6" y="7"/>
                  </a:cubicBezTo>
                  <a:cubicBezTo>
                    <a:pt x="5" y="4"/>
                    <a:pt x="2" y="0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2" y="7"/>
                    <a:pt x="3" y="10"/>
                  </a:cubicBezTo>
                  <a:cubicBezTo>
                    <a:pt x="5" y="14"/>
                    <a:pt x="7" y="16"/>
                    <a:pt x="6" y="17"/>
                  </a:cubicBezTo>
                  <a:lnTo>
                    <a:pt x="8" y="1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10" name="Freeform 891">
              <a:extLst>
                <a:ext uri="{FF2B5EF4-FFF2-40B4-BE49-F238E27FC236}">
                  <a16:creationId xmlns:a16="http://schemas.microsoft.com/office/drawing/2014/main" id="{D8B9ADB5-6706-4BA0-9558-92424CAFC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556"/>
              <a:ext cx="20" cy="53"/>
            </a:xfrm>
            <a:custGeom>
              <a:avLst/>
              <a:gdLst>
                <a:gd name="T0" fmla="*/ 1770 w 8"/>
                <a:gd name="T1" fmla="*/ 5470 h 20"/>
                <a:gd name="T2" fmla="*/ 1488 w 8"/>
                <a:gd name="T3" fmla="*/ 2753 h 20"/>
                <a:gd name="T4" fmla="*/ 783 w 8"/>
                <a:gd name="T5" fmla="*/ 0 h 20"/>
                <a:gd name="T6" fmla="*/ 313 w 8"/>
                <a:gd name="T7" fmla="*/ 1039 h 20"/>
                <a:gd name="T8" fmla="*/ 783 w 8"/>
                <a:gd name="T9" fmla="*/ 3554 h 20"/>
                <a:gd name="T10" fmla="*/ 988 w 8"/>
                <a:gd name="T11" fmla="*/ 6903 h 20"/>
                <a:gd name="T12" fmla="*/ 1770 w 8"/>
                <a:gd name="T13" fmla="*/ 547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0">
                  <a:moveTo>
                    <a:pt x="7" y="16"/>
                  </a:moveTo>
                  <a:cubicBezTo>
                    <a:pt x="8" y="15"/>
                    <a:pt x="7" y="11"/>
                    <a:pt x="6" y="8"/>
                  </a:cubicBezTo>
                  <a:cubicBezTo>
                    <a:pt x="5" y="5"/>
                    <a:pt x="3" y="0"/>
                    <a:pt x="3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2" y="7"/>
                    <a:pt x="3" y="10"/>
                  </a:cubicBezTo>
                  <a:cubicBezTo>
                    <a:pt x="5" y="15"/>
                    <a:pt x="5" y="19"/>
                    <a:pt x="4" y="20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11" name="Freeform 892">
              <a:extLst>
                <a:ext uri="{FF2B5EF4-FFF2-40B4-BE49-F238E27FC236}">
                  <a16:creationId xmlns:a16="http://schemas.microsoft.com/office/drawing/2014/main" id="{B962B7E5-5428-4C18-BD8C-A3E79D05A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532"/>
              <a:ext cx="40" cy="18"/>
            </a:xfrm>
            <a:custGeom>
              <a:avLst/>
              <a:gdLst>
                <a:gd name="T0" fmla="*/ 0 w 16"/>
                <a:gd name="T1" fmla="*/ 2003 h 7"/>
                <a:gd name="T2" fmla="*/ 3720 w 16"/>
                <a:gd name="T3" fmla="*/ 1700 h 7"/>
                <a:gd name="T4" fmla="*/ 3908 w 16"/>
                <a:gd name="T5" fmla="*/ 563 h 7"/>
                <a:gd name="T6" fmla="*/ 520 w 16"/>
                <a:gd name="T7" fmla="*/ 918 h 7"/>
                <a:gd name="T8" fmla="*/ 0 w 16"/>
                <a:gd name="T9" fmla="*/ 20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2" y="4"/>
                    <a:pt x="14" y="7"/>
                    <a:pt x="15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4"/>
                    <a:pt x="3" y="0"/>
                    <a:pt x="2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12" name="Freeform 893">
              <a:extLst>
                <a:ext uri="{FF2B5EF4-FFF2-40B4-BE49-F238E27FC236}">
                  <a16:creationId xmlns:a16="http://schemas.microsoft.com/office/drawing/2014/main" id="{B40D1C6B-4244-4693-84EB-B8F33AC26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548"/>
              <a:ext cx="40" cy="18"/>
            </a:xfrm>
            <a:custGeom>
              <a:avLst/>
              <a:gdLst>
                <a:gd name="T0" fmla="*/ 0 w 16"/>
                <a:gd name="T1" fmla="*/ 2003 h 7"/>
                <a:gd name="T2" fmla="*/ 3438 w 16"/>
                <a:gd name="T3" fmla="*/ 1700 h 7"/>
                <a:gd name="T4" fmla="*/ 3908 w 16"/>
                <a:gd name="T5" fmla="*/ 918 h 7"/>
                <a:gd name="T6" fmla="*/ 313 w 16"/>
                <a:gd name="T7" fmla="*/ 918 h 7"/>
                <a:gd name="T8" fmla="*/ 0 w 16"/>
                <a:gd name="T9" fmla="*/ 20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1" y="4"/>
                    <a:pt x="13" y="7"/>
                    <a:pt x="14" y="6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4"/>
                    <a:pt x="3" y="0"/>
                    <a:pt x="1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13" name="Freeform 894">
              <a:extLst>
                <a:ext uri="{FF2B5EF4-FFF2-40B4-BE49-F238E27FC236}">
                  <a16:creationId xmlns:a16="http://schemas.microsoft.com/office/drawing/2014/main" id="{0BF5D09E-87C8-48F8-809D-B32D3ACBC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558"/>
              <a:ext cx="28" cy="6"/>
            </a:xfrm>
            <a:custGeom>
              <a:avLst/>
              <a:gdLst>
                <a:gd name="T0" fmla="*/ 0 w 11"/>
                <a:gd name="T1" fmla="*/ 729 h 2"/>
                <a:gd name="T2" fmla="*/ 1932 w 11"/>
                <a:gd name="T3" fmla="*/ 1458 h 2"/>
                <a:gd name="T4" fmla="*/ 2986 w 11"/>
                <a:gd name="T5" fmla="*/ 1458 h 2"/>
                <a:gd name="T6" fmla="*/ 2986 w 11"/>
                <a:gd name="T7" fmla="*/ 1458 h 2"/>
                <a:gd name="T8" fmla="*/ 1601 w 11"/>
                <a:gd name="T9" fmla="*/ 729 h 2"/>
                <a:gd name="T10" fmla="*/ 0 w 11"/>
                <a:gd name="T11" fmla="*/ 729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2" y="1"/>
                    <a:pt x="5" y="1"/>
                    <a:pt x="7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8" y="1"/>
                    <a:pt x="6" y="1"/>
                  </a:cubicBezTo>
                  <a:cubicBezTo>
                    <a:pt x="3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14" name="Freeform 895">
              <a:extLst>
                <a:ext uri="{FF2B5EF4-FFF2-40B4-BE49-F238E27FC236}">
                  <a16:creationId xmlns:a16="http://schemas.microsoft.com/office/drawing/2014/main" id="{654EDF15-2C9C-47EF-9096-900CAD2A8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542"/>
              <a:ext cx="28" cy="6"/>
            </a:xfrm>
            <a:custGeom>
              <a:avLst/>
              <a:gdLst>
                <a:gd name="T0" fmla="*/ 0 w 11"/>
                <a:gd name="T1" fmla="*/ 729 h 2"/>
                <a:gd name="T2" fmla="*/ 2146 w 11"/>
                <a:gd name="T3" fmla="*/ 729 h 2"/>
                <a:gd name="T4" fmla="*/ 2986 w 11"/>
                <a:gd name="T5" fmla="*/ 1458 h 2"/>
                <a:gd name="T6" fmla="*/ 2986 w 11"/>
                <a:gd name="T7" fmla="*/ 1458 h 2"/>
                <a:gd name="T8" fmla="*/ 1601 w 11"/>
                <a:gd name="T9" fmla="*/ 0 h 2"/>
                <a:gd name="T10" fmla="*/ 0 w 11"/>
                <a:gd name="T11" fmla="*/ 729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2" y="0"/>
                    <a:pt x="5" y="1"/>
                    <a:pt x="8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8" y="1"/>
                    <a:pt x="6" y="0"/>
                  </a:cubicBezTo>
                  <a:cubicBezTo>
                    <a:pt x="3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15" name="Freeform 896">
              <a:extLst>
                <a:ext uri="{FF2B5EF4-FFF2-40B4-BE49-F238E27FC236}">
                  <a16:creationId xmlns:a16="http://schemas.microsoft.com/office/drawing/2014/main" id="{CC94B765-6329-4468-BE73-829A23822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569"/>
              <a:ext cx="40" cy="19"/>
            </a:xfrm>
            <a:custGeom>
              <a:avLst/>
              <a:gdLst>
                <a:gd name="T0" fmla="*/ 0 w 16"/>
                <a:gd name="T1" fmla="*/ 2823 h 7"/>
                <a:gd name="T2" fmla="*/ 3720 w 16"/>
                <a:gd name="T3" fmla="*/ 2342 h 7"/>
                <a:gd name="T4" fmla="*/ 3908 w 16"/>
                <a:gd name="T5" fmla="*/ 1200 h 7"/>
                <a:gd name="T6" fmla="*/ 520 w 16"/>
                <a:gd name="T7" fmla="*/ 1200 h 7"/>
                <a:gd name="T8" fmla="*/ 0 w 16"/>
                <a:gd name="T9" fmla="*/ 282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2" y="4"/>
                    <a:pt x="14" y="7"/>
                    <a:pt x="15" y="6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4"/>
                    <a:pt x="3" y="0"/>
                    <a:pt x="2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16" name="Freeform 897">
              <a:extLst>
                <a:ext uri="{FF2B5EF4-FFF2-40B4-BE49-F238E27FC236}">
                  <a16:creationId xmlns:a16="http://schemas.microsoft.com/office/drawing/2014/main" id="{DA1824CF-7722-40AB-83BB-D6E52A4B2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580"/>
              <a:ext cx="27" cy="5"/>
            </a:xfrm>
            <a:custGeom>
              <a:avLst/>
              <a:gdLst>
                <a:gd name="T0" fmla="*/ 0 w 11"/>
                <a:gd name="T1" fmla="*/ 313 h 2"/>
                <a:gd name="T2" fmla="*/ 1524 w 11"/>
                <a:gd name="T3" fmla="*/ 313 h 2"/>
                <a:gd name="T4" fmla="*/ 2398 w 11"/>
                <a:gd name="T5" fmla="*/ 520 h 2"/>
                <a:gd name="T6" fmla="*/ 2398 w 11"/>
                <a:gd name="T7" fmla="*/ 520 h 2"/>
                <a:gd name="T8" fmla="*/ 1048 w 11"/>
                <a:gd name="T9" fmla="*/ 0 h 2"/>
                <a:gd name="T10" fmla="*/ 0 w 11"/>
                <a:gd name="T11" fmla="*/ 313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2" y="0"/>
                    <a:pt x="5" y="1"/>
                    <a:pt x="7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8" y="1"/>
                    <a:pt x="5" y="0"/>
                  </a:cubicBezTo>
                  <a:cubicBezTo>
                    <a:pt x="3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17" name="Freeform 898">
              <a:extLst>
                <a:ext uri="{FF2B5EF4-FFF2-40B4-BE49-F238E27FC236}">
                  <a16:creationId xmlns:a16="http://schemas.microsoft.com/office/drawing/2014/main" id="{63626962-72E4-4CEB-827A-A79AD01CC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582"/>
              <a:ext cx="43" cy="27"/>
            </a:xfrm>
            <a:custGeom>
              <a:avLst/>
              <a:gdLst>
                <a:gd name="T0" fmla="*/ 0 w 17"/>
                <a:gd name="T1" fmla="*/ 2028 h 10"/>
                <a:gd name="T2" fmla="*/ 3640 w 17"/>
                <a:gd name="T3" fmla="*/ 3464 h 10"/>
                <a:gd name="T4" fmla="*/ 4467 w 17"/>
                <a:gd name="T5" fmla="*/ 2282 h 10"/>
                <a:gd name="T6" fmla="*/ 825 w 17"/>
                <a:gd name="T7" fmla="*/ 751 h 10"/>
                <a:gd name="T8" fmla="*/ 0 w 17"/>
                <a:gd name="T9" fmla="*/ 20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2" y="3"/>
                    <a:pt x="13" y="10"/>
                    <a:pt x="14" y="9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7"/>
                    <a:pt x="5" y="0"/>
                    <a:pt x="3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18" name="Freeform 899">
              <a:extLst>
                <a:ext uri="{FF2B5EF4-FFF2-40B4-BE49-F238E27FC236}">
                  <a16:creationId xmlns:a16="http://schemas.microsoft.com/office/drawing/2014/main" id="{179F63A4-095F-4A4B-9B55-FC583BA01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593"/>
              <a:ext cx="25" cy="13"/>
            </a:xfrm>
            <a:custGeom>
              <a:avLst/>
              <a:gdLst>
                <a:gd name="T0" fmla="*/ 0 w 10"/>
                <a:gd name="T1" fmla="*/ 0 h 5"/>
                <a:gd name="T2" fmla="*/ 1770 w 10"/>
                <a:gd name="T3" fmla="*/ 967 h 5"/>
                <a:gd name="T4" fmla="*/ 2470 w 10"/>
                <a:gd name="T5" fmla="*/ 1547 h 5"/>
                <a:gd name="T6" fmla="*/ 2470 w 10"/>
                <a:gd name="T7" fmla="*/ 1196 h 5"/>
                <a:gd name="T8" fmla="*/ 1300 w 10"/>
                <a:gd name="T9" fmla="*/ 372 h 5"/>
                <a:gd name="T10" fmla="*/ 0 w 10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2" y="0"/>
                    <a:pt x="4" y="2"/>
                    <a:pt x="7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7" y="2"/>
                    <a:pt x="5" y="1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19" name="Freeform 900">
              <a:extLst>
                <a:ext uri="{FF2B5EF4-FFF2-40B4-BE49-F238E27FC236}">
                  <a16:creationId xmlns:a16="http://schemas.microsoft.com/office/drawing/2014/main" id="{59A44C5F-F0BA-473B-902D-A40060AB1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310"/>
              <a:ext cx="20" cy="51"/>
            </a:xfrm>
            <a:custGeom>
              <a:avLst/>
              <a:gdLst>
                <a:gd name="T0" fmla="*/ 1770 w 8"/>
                <a:gd name="T1" fmla="*/ 5972 h 19"/>
                <a:gd name="T2" fmla="*/ 1488 w 8"/>
                <a:gd name="T3" fmla="*/ 2652 h 19"/>
                <a:gd name="T4" fmla="*/ 783 w 8"/>
                <a:gd name="T5" fmla="*/ 0 h 19"/>
                <a:gd name="T6" fmla="*/ 313 w 8"/>
                <a:gd name="T7" fmla="*/ 1082 h 19"/>
                <a:gd name="T8" fmla="*/ 783 w 8"/>
                <a:gd name="T9" fmla="*/ 3731 h 19"/>
                <a:gd name="T10" fmla="*/ 1300 w 8"/>
                <a:gd name="T11" fmla="*/ 7119 h 19"/>
                <a:gd name="T12" fmla="*/ 1770 w 8"/>
                <a:gd name="T13" fmla="*/ 597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9">
                  <a:moveTo>
                    <a:pt x="7" y="16"/>
                  </a:moveTo>
                  <a:cubicBezTo>
                    <a:pt x="8" y="15"/>
                    <a:pt x="7" y="11"/>
                    <a:pt x="6" y="7"/>
                  </a:cubicBezTo>
                  <a:cubicBezTo>
                    <a:pt x="5" y="5"/>
                    <a:pt x="3" y="0"/>
                    <a:pt x="3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2" y="7"/>
                    <a:pt x="3" y="10"/>
                  </a:cubicBezTo>
                  <a:cubicBezTo>
                    <a:pt x="5" y="14"/>
                    <a:pt x="6" y="18"/>
                    <a:pt x="5" y="19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0" name="Freeform 901">
              <a:extLst>
                <a:ext uri="{FF2B5EF4-FFF2-40B4-BE49-F238E27FC236}">
                  <a16:creationId xmlns:a16="http://schemas.microsoft.com/office/drawing/2014/main" id="{49812B12-BD23-4923-A706-B9459CBC6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326"/>
              <a:ext cx="20" cy="48"/>
            </a:xfrm>
            <a:custGeom>
              <a:avLst/>
              <a:gdLst>
                <a:gd name="T0" fmla="*/ 1770 w 8"/>
                <a:gd name="T1" fmla="*/ 5405 h 18"/>
                <a:gd name="T2" fmla="*/ 1488 w 8"/>
                <a:gd name="T3" fmla="*/ 2581 h 18"/>
                <a:gd name="T4" fmla="*/ 783 w 8"/>
                <a:gd name="T5" fmla="*/ 0 h 18"/>
                <a:gd name="T6" fmla="*/ 313 w 8"/>
                <a:gd name="T7" fmla="*/ 1059 h 18"/>
                <a:gd name="T8" fmla="*/ 783 w 8"/>
                <a:gd name="T9" fmla="*/ 3640 h 18"/>
                <a:gd name="T10" fmla="*/ 988 w 8"/>
                <a:gd name="T11" fmla="*/ 6464 h 18"/>
                <a:gd name="T12" fmla="*/ 1770 w 8"/>
                <a:gd name="T13" fmla="*/ 540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8">
                  <a:moveTo>
                    <a:pt x="7" y="15"/>
                  </a:moveTo>
                  <a:cubicBezTo>
                    <a:pt x="8" y="14"/>
                    <a:pt x="8" y="11"/>
                    <a:pt x="6" y="7"/>
                  </a:cubicBezTo>
                  <a:cubicBezTo>
                    <a:pt x="5" y="5"/>
                    <a:pt x="3" y="0"/>
                    <a:pt x="3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2" y="7"/>
                    <a:pt x="3" y="10"/>
                  </a:cubicBezTo>
                  <a:cubicBezTo>
                    <a:pt x="5" y="15"/>
                    <a:pt x="5" y="17"/>
                    <a:pt x="4" y="18"/>
                  </a:cubicBezTo>
                  <a:lnTo>
                    <a:pt x="7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1" name="Freeform 902">
              <a:extLst>
                <a:ext uri="{FF2B5EF4-FFF2-40B4-BE49-F238E27FC236}">
                  <a16:creationId xmlns:a16="http://schemas.microsoft.com/office/drawing/2014/main" id="{02C8CB8E-5884-4F26-82BC-49839DF12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345"/>
              <a:ext cx="18" cy="48"/>
            </a:xfrm>
            <a:custGeom>
              <a:avLst/>
              <a:gdLst>
                <a:gd name="T0" fmla="*/ 1700 w 7"/>
                <a:gd name="T1" fmla="*/ 5405 h 18"/>
                <a:gd name="T2" fmla="*/ 1448 w 7"/>
                <a:gd name="T3" fmla="*/ 2824 h 18"/>
                <a:gd name="T4" fmla="*/ 1137 w 7"/>
                <a:gd name="T5" fmla="*/ 0 h 18"/>
                <a:gd name="T6" fmla="*/ 357 w 7"/>
                <a:gd name="T7" fmla="*/ 1059 h 18"/>
                <a:gd name="T8" fmla="*/ 563 w 7"/>
                <a:gd name="T9" fmla="*/ 3640 h 18"/>
                <a:gd name="T10" fmla="*/ 1137 w 7"/>
                <a:gd name="T11" fmla="*/ 6464 h 18"/>
                <a:gd name="T12" fmla="*/ 1700 w 7"/>
                <a:gd name="T13" fmla="*/ 540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8">
                  <a:moveTo>
                    <a:pt x="6" y="15"/>
                  </a:moveTo>
                  <a:cubicBezTo>
                    <a:pt x="7" y="14"/>
                    <a:pt x="6" y="11"/>
                    <a:pt x="5" y="8"/>
                  </a:cubicBezTo>
                  <a:cubicBezTo>
                    <a:pt x="5" y="5"/>
                    <a:pt x="4" y="0"/>
                    <a:pt x="4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1" y="7"/>
                    <a:pt x="2" y="10"/>
                  </a:cubicBezTo>
                  <a:cubicBezTo>
                    <a:pt x="3" y="15"/>
                    <a:pt x="5" y="17"/>
                    <a:pt x="4" y="18"/>
                  </a:cubicBezTo>
                  <a:lnTo>
                    <a:pt x="6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2" name="Freeform 903">
              <a:extLst>
                <a:ext uri="{FF2B5EF4-FFF2-40B4-BE49-F238E27FC236}">
                  <a16:creationId xmlns:a16="http://schemas.microsoft.com/office/drawing/2014/main" id="{EB32FAA4-ED37-429C-AD1A-E461CEA9E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358"/>
              <a:ext cx="13" cy="51"/>
            </a:xfrm>
            <a:custGeom>
              <a:avLst/>
              <a:gdLst>
                <a:gd name="T0" fmla="*/ 1196 w 5"/>
                <a:gd name="T1" fmla="*/ 5972 h 19"/>
                <a:gd name="T2" fmla="*/ 1547 w 5"/>
                <a:gd name="T3" fmla="*/ 2904 h 19"/>
                <a:gd name="T4" fmla="*/ 1196 w 5"/>
                <a:gd name="T5" fmla="*/ 0 h 19"/>
                <a:gd name="T6" fmla="*/ 372 w 5"/>
                <a:gd name="T7" fmla="*/ 676 h 19"/>
                <a:gd name="T8" fmla="*/ 372 w 5"/>
                <a:gd name="T9" fmla="*/ 3328 h 19"/>
                <a:gd name="T10" fmla="*/ 0 w 5"/>
                <a:gd name="T11" fmla="*/ 7119 h 19"/>
                <a:gd name="T12" fmla="*/ 1196 w 5"/>
                <a:gd name="T13" fmla="*/ 597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9">
                  <a:moveTo>
                    <a:pt x="4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4" y="0"/>
                    <a:pt x="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1" y="6"/>
                    <a:pt x="1" y="9"/>
                  </a:cubicBezTo>
                  <a:cubicBezTo>
                    <a:pt x="2" y="14"/>
                    <a:pt x="1" y="18"/>
                    <a:pt x="0" y="19"/>
                  </a:cubicBezTo>
                  <a:lnTo>
                    <a:pt x="4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3" name="Freeform 904">
              <a:extLst>
                <a:ext uri="{FF2B5EF4-FFF2-40B4-BE49-F238E27FC236}">
                  <a16:creationId xmlns:a16="http://schemas.microsoft.com/office/drawing/2014/main" id="{C607B6C1-B876-4BEC-8E93-FA5B9B2CB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337"/>
              <a:ext cx="42" cy="27"/>
            </a:xfrm>
            <a:custGeom>
              <a:avLst/>
              <a:gdLst>
                <a:gd name="T0" fmla="*/ 0 w 17"/>
                <a:gd name="T1" fmla="*/ 2282 h 10"/>
                <a:gd name="T2" fmla="*/ 3199 w 17"/>
                <a:gd name="T3" fmla="*/ 3464 h 10"/>
                <a:gd name="T4" fmla="*/ 3876 w 17"/>
                <a:gd name="T5" fmla="*/ 2282 h 10"/>
                <a:gd name="T6" fmla="*/ 635 w 17"/>
                <a:gd name="T7" fmla="*/ 1158 h 10"/>
                <a:gd name="T8" fmla="*/ 0 w 17"/>
                <a:gd name="T9" fmla="*/ 228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2" y="3"/>
                    <a:pt x="13" y="10"/>
                    <a:pt x="14" y="9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7"/>
                    <a:pt x="5" y="0"/>
                    <a:pt x="3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4" name="Freeform 905">
              <a:extLst>
                <a:ext uri="{FF2B5EF4-FFF2-40B4-BE49-F238E27FC236}">
                  <a16:creationId xmlns:a16="http://schemas.microsoft.com/office/drawing/2014/main" id="{AB2E1B8F-A1E5-4A0C-B058-D38FF8FC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350"/>
              <a:ext cx="40" cy="27"/>
            </a:xfrm>
            <a:custGeom>
              <a:avLst/>
              <a:gdLst>
                <a:gd name="T0" fmla="*/ 0 w 16"/>
                <a:gd name="T1" fmla="*/ 2282 h 10"/>
                <a:gd name="T2" fmla="*/ 3438 w 16"/>
                <a:gd name="T3" fmla="*/ 3464 h 10"/>
                <a:gd name="T4" fmla="*/ 3908 w 16"/>
                <a:gd name="T5" fmla="*/ 2282 h 10"/>
                <a:gd name="T6" fmla="*/ 520 w 16"/>
                <a:gd name="T7" fmla="*/ 1158 h 10"/>
                <a:gd name="T8" fmla="*/ 0 w 16"/>
                <a:gd name="T9" fmla="*/ 228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0" y="6"/>
                  </a:moveTo>
                  <a:cubicBezTo>
                    <a:pt x="2" y="4"/>
                    <a:pt x="13" y="10"/>
                    <a:pt x="14" y="9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4" y="0"/>
                    <a:pt x="2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5" name="Freeform 906">
              <a:extLst>
                <a:ext uri="{FF2B5EF4-FFF2-40B4-BE49-F238E27FC236}">
                  <a16:creationId xmlns:a16="http://schemas.microsoft.com/office/drawing/2014/main" id="{31ED19BE-9783-4680-AFFF-25CB75872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361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1777 w 11"/>
                <a:gd name="T3" fmla="*/ 967 h 5"/>
                <a:gd name="T4" fmla="*/ 2398 w 11"/>
                <a:gd name="T5" fmla="*/ 1547 h 5"/>
                <a:gd name="T6" fmla="*/ 2398 w 11"/>
                <a:gd name="T7" fmla="*/ 1196 h 5"/>
                <a:gd name="T8" fmla="*/ 1343 w 11"/>
                <a:gd name="T9" fmla="*/ 595 h 5"/>
                <a:gd name="T10" fmla="*/ 0 w 11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2" y="1"/>
                    <a:pt x="5" y="2"/>
                    <a:pt x="8" y="3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8" y="3"/>
                    <a:pt x="6" y="2"/>
                  </a:cubicBezTo>
                  <a:cubicBezTo>
                    <a:pt x="4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6" name="Freeform 907">
              <a:extLst>
                <a:ext uri="{FF2B5EF4-FFF2-40B4-BE49-F238E27FC236}">
                  <a16:creationId xmlns:a16="http://schemas.microsoft.com/office/drawing/2014/main" id="{F5BA05A5-598B-46AD-9FF6-024C9E33D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348"/>
              <a:ext cx="27" cy="10"/>
            </a:xfrm>
            <a:custGeom>
              <a:avLst/>
              <a:gdLst>
                <a:gd name="T0" fmla="*/ 0 w 11"/>
                <a:gd name="T1" fmla="*/ 0 h 4"/>
                <a:gd name="T2" fmla="*/ 1524 w 11"/>
                <a:gd name="T3" fmla="*/ 783 h 4"/>
                <a:gd name="T4" fmla="*/ 2398 w 11"/>
                <a:gd name="T5" fmla="*/ 988 h 4"/>
                <a:gd name="T6" fmla="*/ 2216 w 11"/>
                <a:gd name="T7" fmla="*/ 988 h 4"/>
                <a:gd name="T8" fmla="*/ 1343 w 11"/>
                <a:gd name="T9" fmla="*/ 313 h 4"/>
                <a:gd name="T10" fmla="*/ 0 w 11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2" y="0"/>
                    <a:pt x="5" y="2"/>
                    <a:pt x="7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8" y="2"/>
                    <a:pt x="6" y="1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7" name="Freeform 908">
              <a:extLst>
                <a:ext uri="{FF2B5EF4-FFF2-40B4-BE49-F238E27FC236}">
                  <a16:creationId xmlns:a16="http://schemas.microsoft.com/office/drawing/2014/main" id="{3191A85B-BAE6-4808-8DB8-D89F8E8FB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366"/>
              <a:ext cx="43" cy="30"/>
            </a:xfrm>
            <a:custGeom>
              <a:avLst/>
              <a:gdLst>
                <a:gd name="T0" fmla="*/ 0 w 17"/>
                <a:gd name="T1" fmla="*/ 2114 h 11"/>
                <a:gd name="T2" fmla="*/ 3936 w 17"/>
                <a:gd name="T3" fmla="*/ 4099 h 11"/>
                <a:gd name="T4" fmla="*/ 4467 w 17"/>
                <a:gd name="T5" fmla="*/ 2433 h 11"/>
                <a:gd name="T6" fmla="*/ 825 w 17"/>
                <a:gd name="T7" fmla="*/ 1219 h 11"/>
                <a:gd name="T8" fmla="*/ 0 w 17"/>
                <a:gd name="T9" fmla="*/ 211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0" y="5"/>
                  </a:moveTo>
                  <a:cubicBezTo>
                    <a:pt x="1" y="3"/>
                    <a:pt x="14" y="11"/>
                    <a:pt x="15" y="10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7"/>
                    <a:pt x="5" y="0"/>
                    <a:pt x="3" y="3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8" name="Freeform 909">
              <a:extLst>
                <a:ext uri="{FF2B5EF4-FFF2-40B4-BE49-F238E27FC236}">
                  <a16:creationId xmlns:a16="http://schemas.microsoft.com/office/drawing/2014/main" id="{6076172C-1F6C-445B-97CB-44B1A332D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377"/>
              <a:ext cx="30" cy="13"/>
            </a:xfrm>
            <a:custGeom>
              <a:avLst/>
              <a:gdLst>
                <a:gd name="T0" fmla="*/ 0 w 12"/>
                <a:gd name="T1" fmla="*/ 0 h 5"/>
                <a:gd name="T2" fmla="*/ 1958 w 12"/>
                <a:gd name="T3" fmla="*/ 967 h 5"/>
                <a:gd name="T4" fmla="*/ 2938 w 12"/>
                <a:gd name="T5" fmla="*/ 1547 h 5"/>
                <a:gd name="T6" fmla="*/ 2938 w 12"/>
                <a:gd name="T7" fmla="*/ 1547 h 5"/>
                <a:gd name="T8" fmla="*/ 1488 w 12"/>
                <a:gd name="T9" fmla="*/ 595 h 5"/>
                <a:gd name="T10" fmla="*/ 0 w 12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2" y="1"/>
                    <a:pt x="5" y="2"/>
                    <a:pt x="8" y="3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8" y="3"/>
                    <a:pt x="6" y="2"/>
                  </a:cubicBezTo>
                  <a:cubicBezTo>
                    <a:pt x="4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9" name="Freeform 910">
              <a:extLst>
                <a:ext uri="{FF2B5EF4-FFF2-40B4-BE49-F238E27FC236}">
                  <a16:creationId xmlns:a16="http://schemas.microsoft.com/office/drawing/2014/main" id="{AC46F6C2-34B3-4DB5-85A8-9867652D1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377"/>
              <a:ext cx="37" cy="32"/>
            </a:xfrm>
            <a:custGeom>
              <a:avLst/>
              <a:gdLst>
                <a:gd name="T0" fmla="*/ 0 w 15"/>
                <a:gd name="T1" fmla="*/ 1459 h 12"/>
                <a:gd name="T2" fmla="*/ 2743 w 15"/>
                <a:gd name="T3" fmla="*/ 4301 h 12"/>
                <a:gd name="T4" fmla="*/ 3365 w 15"/>
                <a:gd name="T5" fmla="*/ 3640 h 12"/>
                <a:gd name="T6" fmla="*/ 634 w 15"/>
                <a:gd name="T7" fmla="*/ 661 h 12"/>
                <a:gd name="T8" fmla="*/ 0 w 15"/>
                <a:gd name="T9" fmla="*/ 145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4"/>
                  </a:moveTo>
                  <a:cubicBezTo>
                    <a:pt x="2" y="2"/>
                    <a:pt x="11" y="12"/>
                    <a:pt x="12" y="12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0"/>
                    <a:pt x="6" y="0"/>
                    <a:pt x="3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30" name="Freeform 911">
              <a:extLst>
                <a:ext uri="{FF2B5EF4-FFF2-40B4-BE49-F238E27FC236}">
                  <a16:creationId xmlns:a16="http://schemas.microsoft.com/office/drawing/2014/main" id="{AF7FB0E5-5310-4420-AFF6-0505B6D87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385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300 w 8"/>
                <a:gd name="T3" fmla="*/ 1612 h 8"/>
                <a:gd name="T4" fmla="*/ 1958 w 8"/>
                <a:gd name="T5" fmla="*/ 2604 h 8"/>
                <a:gd name="T6" fmla="*/ 1958 w 8"/>
                <a:gd name="T7" fmla="*/ 2604 h 8"/>
                <a:gd name="T8" fmla="*/ 988 w 8"/>
                <a:gd name="T9" fmla="*/ 992 h 8"/>
                <a:gd name="T10" fmla="*/ 0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1" y="1"/>
                    <a:pt x="4" y="3"/>
                    <a:pt x="5" y="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6" y="5"/>
                    <a:pt x="4" y="3"/>
                  </a:cubicBezTo>
                  <a:cubicBezTo>
                    <a:pt x="3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31" name="Freeform 912">
              <a:extLst>
                <a:ext uri="{FF2B5EF4-FFF2-40B4-BE49-F238E27FC236}">
                  <a16:creationId xmlns:a16="http://schemas.microsoft.com/office/drawing/2014/main" id="{8D13D151-F476-4EB4-BC8E-05A456D27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276"/>
              <a:ext cx="25" cy="42"/>
            </a:xfrm>
            <a:custGeom>
              <a:avLst/>
              <a:gdLst>
                <a:gd name="T0" fmla="*/ 2470 w 10"/>
                <a:gd name="T1" fmla="*/ 3998 h 16"/>
                <a:gd name="T2" fmla="*/ 1488 w 10"/>
                <a:gd name="T3" fmla="*/ 1992 h 16"/>
                <a:gd name="T4" fmla="*/ 313 w 10"/>
                <a:gd name="T5" fmla="*/ 0 h 16"/>
                <a:gd name="T6" fmla="*/ 0 w 10"/>
                <a:gd name="T7" fmla="*/ 1378 h 16"/>
                <a:gd name="T8" fmla="*/ 988 w 10"/>
                <a:gd name="T9" fmla="*/ 3239 h 16"/>
                <a:gd name="T10" fmla="*/ 2270 w 10"/>
                <a:gd name="T11" fmla="*/ 5229 h 16"/>
                <a:gd name="T12" fmla="*/ 2470 w 10"/>
                <a:gd name="T13" fmla="*/ 399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6">
                  <a:moveTo>
                    <a:pt x="10" y="12"/>
                  </a:moveTo>
                  <a:cubicBezTo>
                    <a:pt x="10" y="11"/>
                    <a:pt x="8" y="9"/>
                    <a:pt x="6" y="6"/>
                  </a:cubicBezTo>
                  <a:cubicBezTo>
                    <a:pt x="5" y="4"/>
                    <a:pt x="1" y="0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" y="7"/>
                    <a:pt x="4" y="10"/>
                  </a:cubicBezTo>
                  <a:cubicBezTo>
                    <a:pt x="7" y="13"/>
                    <a:pt x="9" y="15"/>
                    <a:pt x="9" y="16"/>
                  </a:cubicBezTo>
                  <a:lnTo>
                    <a:pt x="10" y="12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32" name="Freeform 913">
              <a:extLst>
                <a:ext uri="{FF2B5EF4-FFF2-40B4-BE49-F238E27FC236}">
                  <a16:creationId xmlns:a16="http://schemas.microsoft.com/office/drawing/2014/main" id="{3AE02668-5FEB-407C-8539-8505AF62A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292"/>
              <a:ext cx="28" cy="50"/>
            </a:xfrm>
            <a:custGeom>
              <a:avLst/>
              <a:gdLst>
                <a:gd name="T0" fmla="*/ 2688 w 11"/>
                <a:gd name="T1" fmla="*/ 4937 h 19"/>
                <a:gd name="T2" fmla="*/ 1932 w 11"/>
                <a:gd name="T3" fmla="*/ 2258 h 19"/>
                <a:gd name="T4" fmla="*/ 843 w 11"/>
                <a:gd name="T5" fmla="*/ 0 h 19"/>
                <a:gd name="T6" fmla="*/ 331 w 11"/>
                <a:gd name="T7" fmla="*/ 1384 h 19"/>
                <a:gd name="T8" fmla="*/ 1056 w 11"/>
                <a:gd name="T9" fmla="*/ 3261 h 19"/>
                <a:gd name="T10" fmla="*/ 2146 w 11"/>
                <a:gd name="T11" fmla="*/ 6324 h 19"/>
                <a:gd name="T12" fmla="*/ 2688 w 11"/>
                <a:gd name="T13" fmla="*/ 493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9">
                  <a:moveTo>
                    <a:pt x="10" y="15"/>
                  </a:moveTo>
                  <a:cubicBezTo>
                    <a:pt x="11" y="13"/>
                    <a:pt x="9" y="9"/>
                    <a:pt x="7" y="7"/>
                  </a:cubicBezTo>
                  <a:cubicBezTo>
                    <a:pt x="5" y="4"/>
                    <a:pt x="2" y="0"/>
                    <a:pt x="3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3" y="7"/>
                    <a:pt x="4" y="10"/>
                  </a:cubicBezTo>
                  <a:cubicBezTo>
                    <a:pt x="8" y="14"/>
                    <a:pt x="9" y="17"/>
                    <a:pt x="8" y="19"/>
                  </a:cubicBezTo>
                  <a:lnTo>
                    <a:pt x="10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33" name="Freeform 914">
              <a:extLst>
                <a:ext uri="{FF2B5EF4-FFF2-40B4-BE49-F238E27FC236}">
                  <a16:creationId xmlns:a16="http://schemas.microsoft.com/office/drawing/2014/main" id="{C77F6BE4-1529-4BC8-AA80-D3C49C6E4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281"/>
              <a:ext cx="35" cy="21"/>
            </a:xfrm>
            <a:custGeom>
              <a:avLst/>
              <a:gdLst>
                <a:gd name="T0" fmla="*/ 0 w 14"/>
                <a:gd name="T1" fmla="*/ 2604 h 8"/>
                <a:gd name="T2" fmla="*/ 3438 w 14"/>
                <a:gd name="T3" fmla="*/ 1378 h 8"/>
                <a:gd name="T4" fmla="*/ 3438 w 14"/>
                <a:gd name="T5" fmla="*/ 0 h 8"/>
                <a:gd name="T6" fmla="*/ 0 w 14"/>
                <a:gd name="T7" fmla="*/ 1612 h 8"/>
                <a:gd name="T8" fmla="*/ 0 w 14"/>
                <a:gd name="T9" fmla="*/ 260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0" y="5"/>
                    <a:pt x="13" y="5"/>
                    <a:pt x="14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" y="1"/>
                    <a:pt x="0" y="5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34" name="Freeform 915">
              <a:extLst>
                <a:ext uri="{FF2B5EF4-FFF2-40B4-BE49-F238E27FC236}">
                  <a16:creationId xmlns:a16="http://schemas.microsoft.com/office/drawing/2014/main" id="{DB4BEABF-C134-4067-A006-9EEE176C2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292"/>
              <a:ext cx="30" cy="5"/>
            </a:xfrm>
            <a:custGeom>
              <a:avLst/>
              <a:gdLst>
                <a:gd name="T0" fmla="*/ 0 w 12"/>
                <a:gd name="T1" fmla="*/ 520 h 2"/>
                <a:gd name="T2" fmla="*/ 1958 w 12"/>
                <a:gd name="T3" fmla="*/ 0 h 2"/>
                <a:gd name="T4" fmla="*/ 2938 w 12"/>
                <a:gd name="T5" fmla="*/ 0 h 2"/>
                <a:gd name="T6" fmla="*/ 2738 w 12"/>
                <a:gd name="T7" fmla="*/ 0 h 2"/>
                <a:gd name="T8" fmla="*/ 1488 w 12"/>
                <a:gd name="T9" fmla="*/ 0 h 2"/>
                <a:gd name="T10" fmla="*/ 0 w 12"/>
                <a:gd name="T11" fmla="*/ 5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2" y="1"/>
                    <a:pt x="5" y="1"/>
                    <a:pt x="8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8" y="0"/>
                    <a:pt x="6" y="0"/>
                  </a:cubicBezTo>
                  <a:cubicBezTo>
                    <a:pt x="3" y="0"/>
                    <a:pt x="2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35" name="Freeform 916">
              <a:extLst>
                <a:ext uri="{FF2B5EF4-FFF2-40B4-BE49-F238E27FC236}">
                  <a16:creationId xmlns:a16="http://schemas.microsoft.com/office/drawing/2014/main" id="{91E13279-65CA-4893-A37D-EE4AD49F4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305"/>
              <a:ext cx="35" cy="21"/>
            </a:xfrm>
            <a:custGeom>
              <a:avLst/>
              <a:gdLst>
                <a:gd name="T0" fmla="*/ 0 w 14"/>
                <a:gd name="T1" fmla="*/ 2604 h 8"/>
                <a:gd name="T2" fmla="*/ 3250 w 14"/>
                <a:gd name="T3" fmla="*/ 1378 h 8"/>
                <a:gd name="T4" fmla="*/ 3438 w 14"/>
                <a:gd name="T5" fmla="*/ 0 h 8"/>
                <a:gd name="T6" fmla="*/ 0 w 14"/>
                <a:gd name="T7" fmla="*/ 1612 h 8"/>
                <a:gd name="T8" fmla="*/ 0 w 14"/>
                <a:gd name="T9" fmla="*/ 260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0" y="5"/>
                    <a:pt x="13" y="5"/>
                    <a:pt x="13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" y="1"/>
                    <a:pt x="0" y="5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36" name="Freeform 917">
              <a:extLst>
                <a:ext uri="{FF2B5EF4-FFF2-40B4-BE49-F238E27FC236}">
                  <a16:creationId xmlns:a16="http://schemas.microsoft.com/office/drawing/2014/main" id="{A4065AA3-CF76-45D4-8623-042CD3D9D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313"/>
              <a:ext cx="30" cy="8"/>
            </a:xfrm>
            <a:custGeom>
              <a:avLst/>
              <a:gdLst>
                <a:gd name="T0" fmla="*/ 0 w 12"/>
                <a:gd name="T1" fmla="*/ 1059 h 3"/>
                <a:gd name="T2" fmla="*/ 1958 w 12"/>
                <a:gd name="T3" fmla="*/ 397 h 3"/>
                <a:gd name="T4" fmla="*/ 2938 w 12"/>
                <a:gd name="T5" fmla="*/ 397 h 3"/>
                <a:gd name="T6" fmla="*/ 2738 w 12"/>
                <a:gd name="T7" fmla="*/ 397 h 3"/>
                <a:gd name="T8" fmla="*/ 1488 w 12"/>
                <a:gd name="T9" fmla="*/ 397 h 3"/>
                <a:gd name="T10" fmla="*/ 0 w 12"/>
                <a:gd name="T11" fmla="*/ 105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2" y="2"/>
                    <a:pt x="5" y="1"/>
                    <a:pt x="8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8" y="0"/>
                    <a:pt x="6" y="1"/>
                  </a:cubicBezTo>
                  <a:cubicBezTo>
                    <a:pt x="3" y="1"/>
                    <a:pt x="2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37" name="Freeform 918">
              <a:extLst>
                <a:ext uri="{FF2B5EF4-FFF2-40B4-BE49-F238E27FC236}">
                  <a16:creationId xmlns:a16="http://schemas.microsoft.com/office/drawing/2014/main" id="{4CB90585-906B-4CF1-98D2-C93878093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321"/>
              <a:ext cx="43" cy="21"/>
            </a:xfrm>
            <a:custGeom>
              <a:avLst/>
              <a:gdLst>
                <a:gd name="T0" fmla="*/ 0 w 17"/>
                <a:gd name="T1" fmla="*/ 1992 h 8"/>
                <a:gd name="T2" fmla="*/ 3936 w 17"/>
                <a:gd name="T3" fmla="*/ 2226 h 8"/>
                <a:gd name="T4" fmla="*/ 4467 w 17"/>
                <a:gd name="T5" fmla="*/ 1378 h 8"/>
                <a:gd name="T6" fmla="*/ 531 w 17"/>
                <a:gd name="T7" fmla="*/ 992 h 8"/>
                <a:gd name="T8" fmla="*/ 0 w 1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0" y="6"/>
                  </a:moveTo>
                  <a:cubicBezTo>
                    <a:pt x="2" y="4"/>
                    <a:pt x="14" y="8"/>
                    <a:pt x="15" y="7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5"/>
                    <a:pt x="4" y="0"/>
                    <a:pt x="2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38" name="Freeform 919">
              <a:extLst>
                <a:ext uri="{FF2B5EF4-FFF2-40B4-BE49-F238E27FC236}">
                  <a16:creationId xmlns:a16="http://schemas.microsoft.com/office/drawing/2014/main" id="{0E1D2858-DC11-4E3A-B460-5874B5A13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332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1524 w 11"/>
                <a:gd name="T3" fmla="*/ 661 h 3"/>
                <a:gd name="T4" fmla="*/ 2398 w 11"/>
                <a:gd name="T5" fmla="*/ 1059 h 3"/>
                <a:gd name="T6" fmla="*/ 2398 w 11"/>
                <a:gd name="T7" fmla="*/ 1059 h 3"/>
                <a:gd name="T8" fmla="*/ 1048 w 11"/>
                <a:gd name="T9" fmla="*/ 397 h 3"/>
                <a:gd name="T10" fmla="*/ 0 w 11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8" y="1"/>
                    <a:pt x="5" y="1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39" name="Freeform 920">
              <a:extLst>
                <a:ext uri="{FF2B5EF4-FFF2-40B4-BE49-F238E27FC236}">
                  <a16:creationId xmlns:a16="http://schemas.microsoft.com/office/drawing/2014/main" id="{A7296DD7-70D6-4162-A906-6DD3523AA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278"/>
              <a:ext cx="630" cy="779"/>
            </a:xfrm>
            <a:custGeom>
              <a:avLst/>
              <a:gdLst>
                <a:gd name="T0" fmla="*/ 315 w 630"/>
                <a:gd name="T1" fmla="*/ 779 h 779"/>
                <a:gd name="T2" fmla="*/ 630 w 630"/>
                <a:gd name="T3" fmla="*/ 0 h 779"/>
                <a:gd name="T4" fmla="*/ 0 w 630"/>
                <a:gd name="T5" fmla="*/ 0 h 779"/>
                <a:gd name="T6" fmla="*/ 315 w 630"/>
                <a:gd name="T7" fmla="*/ 779 h 779"/>
                <a:gd name="T8" fmla="*/ 315 w 630"/>
                <a:gd name="T9" fmla="*/ 779 h 779"/>
                <a:gd name="T10" fmla="*/ 315 w 630"/>
                <a:gd name="T11" fmla="*/ 779 h 779"/>
                <a:gd name="T12" fmla="*/ 315 w 630"/>
                <a:gd name="T13" fmla="*/ 779 h 779"/>
                <a:gd name="T14" fmla="*/ 315 w 630"/>
                <a:gd name="T15" fmla="*/ 779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779">
                  <a:moveTo>
                    <a:pt x="315" y="779"/>
                  </a:moveTo>
                  <a:lnTo>
                    <a:pt x="630" y="0"/>
                  </a:lnTo>
                  <a:lnTo>
                    <a:pt x="0" y="0"/>
                  </a:lnTo>
                  <a:lnTo>
                    <a:pt x="315" y="779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40" name="Oval 921">
              <a:extLst>
                <a:ext uri="{FF2B5EF4-FFF2-40B4-BE49-F238E27FC236}">
                  <a16:creationId xmlns:a16="http://schemas.microsoft.com/office/drawing/2014/main" id="{CB1DB699-330E-40E2-9622-10F563C22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" y="1588"/>
              <a:ext cx="35" cy="40"/>
            </a:xfrm>
            <a:prstGeom prst="ellipse">
              <a:avLst/>
            </a:prstGeom>
            <a:solidFill>
              <a:srgbClr val="EE8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241" name="Oval 922">
              <a:extLst>
                <a:ext uri="{FF2B5EF4-FFF2-40B4-BE49-F238E27FC236}">
                  <a16:creationId xmlns:a16="http://schemas.microsoft.com/office/drawing/2014/main" id="{D50DF345-ABC6-47C0-A120-983EB50B9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8" y="159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242" name="Oval 923">
              <a:extLst>
                <a:ext uri="{FF2B5EF4-FFF2-40B4-BE49-F238E27FC236}">
                  <a16:creationId xmlns:a16="http://schemas.microsoft.com/office/drawing/2014/main" id="{5084C015-9C05-470C-9E3A-89B7B5D15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484"/>
              <a:ext cx="37" cy="40"/>
            </a:xfrm>
            <a:prstGeom prst="ellipse">
              <a:avLst/>
            </a:prstGeom>
            <a:solidFill>
              <a:srgbClr val="EE8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243" name="Oval 924">
              <a:extLst>
                <a:ext uri="{FF2B5EF4-FFF2-40B4-BE49-F238E27FC236}">
                  <a16:creationId xmlns:a16="http://schemas.microsoft.com/office/drawing/2014/main" id="{2F670247-2FBE-417C-9613-64E62A460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149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244" name="Oval 925">
              <a:extLst>
                <a:ext uri="{FF2B5EF4-FFF2-40B4-BE49-F238E27FC236}">
                  <a16:creationId xmlns:a16="http://schemas.microsoft.com/office/drawing/2014/main" id="{2768ECE6-DBB0-45A4-AC7C-77AC4244C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" y="1342"/>
              <a:ext cx="32" cy="35"/>
            </a:xfrm>
            <a:prstGeom prst="ellipse">
              <a:avLst/>
            </a:prstGeom>
            <a:solidFill>
              <a:srgbClr val="E0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245" name="Oval 926">
              <a:extLst>
                <a:ext uri="{FF2B5EF4-FFF2-40B4-BE49-F238E27FC236}">
                  <a16:creationId xmlns:a16="http://schemas.microsoft.com/office/drawing/2014/main" id="{371B7330-C3DB-4791-AD9C-47F554A3E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" y="135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246" name="Oval 927">
              <a:extLst>
                <a:ext uri="{FF2B5EF4-FFF2-40B4-BE49-F238E27FC236}">
                  <a16:creationId xmlns:a16="http://schemas.microsoft.com/office/drawing/2014/main" id="{BA411898-79C5-4F49-832A-6B344B942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1" y="1428"/>
              <a:ext cx="17" cy="18"/>
            </a:xfrm>
            <a:prstGeom prst="ellipse">
              <a:avLst/>
            </a:prstGeom>
            <a:solidFill>
              <a:srgbClr val="D78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247" name="Oval 928">
              <a:extLst>
                <a:ext uri="{FF2B5EF4-FFF2-40B4-BE49-F238E27FC236}">
                  <a16:creationId xmlns:a16="http://schemas.microsoft.com/office/drawing/2014/main" id="{6CAC73E6-BFDF-40B2-A0F2-61ABB07BE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6" y="1430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248" name="Oval 929">
              <a:extLst>
                <a:ext uri="{FF2B5EF4-FFF2-40B4-BE49-F238E27FC236}">
                  <a16:creationId xmlns:a16="http://schemas.microsoft.com/office/drawing/2014/main" id="{6990AF3B-946E-40B8-B6A0-A6A1E7B8A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6" y="1585"/>
              <a:ext cx="22" cy="24"/>
            </a:xfrm>
            <a:prstGeom prst="ellipse">
              <a:avLst/>
            </a:prstGeom>
            <a:solidFill>
              <a:srgbClr val="EE8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249" name="Oval 930">
              <a:extLst>
                <a:ext uri="{FF2B5EF4-FFF2-40B4-BE49-F238E27FC236}">
                  <a16:creationId xmlns:a16="http://schemas.microsoft.com/office/drawing/2014/main" id="{BFE126E0-3863-4D13-8DCD-401BF7A4E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" y="159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250" name="Freeform 931">
              <a:extLst>
                <a:ext uri="{FF2B5EF4-FFF2-40B4-BE49-F238E27FC236}">
                  <a16:creationId xmlns:a16="http://schemas.microsoft.com/office/drawing/2014/main" id="{E9FFA29A-4EE6-4542-8885-F55191576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278"/>
              <a:ext cx="630" cy="779"/>
            </a:xfrm>
            <a:custGeom>
              <a:avLst/>
              <a:gdLst>
                <a:gd name="T0" fmla="*/ 315 w 630"/>
                <a:gd name="T1" fmla="*/ 779 h 779"/>
                <a:gd name="T2" fmla="*/ 630 w 630"/>
                <a:gd name="T3" fmla="*/ 0 h 779"/>
                <a:gd name="T4" fmla="*/ 0 w 630"/>
                <a:gd name="T5" fmla="*/ 0 h 779"/>
                <a:gd name="T6" fmla="*/ 315 w 630"/>
                <a:gd name="T7" fmla="*/ 779 h 779"/>
                <a:gd name="T8" fmla="*/ 315 w 630"/>
                <a:gd name="T9" fmla="*/ 779 h 779"/>
                <a:gd name="T10" fmla="*/ 315 w 630"/>
                <a:gd name="T11" fmla="*/ 779 h 779"/>
                <a:gd name="T12" fmla="*/ 315 w 630"/>
                <a:gd name="T13" fmla="*/ 779 h 779"/>
                <a:gd name="T14" fmla="*/ 315 w 630"/>
                <a:gd name="T15" fmla="*/ 779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779">
                  <a:moveTo>
                    <a:pt x="315" y="779"/>
                  </a:moveTo>
                  <a:lnTo>
                    <a:pt x="630" y="0"/>
                  </a:lnTo>
                  <a:lnTo>
                    <a:pt x="0" y="0"/>
                  </a:lnTo>
                  <a:lnTo>
                    <a:pt x="315" y="779"/>
                  </a:lnTo>
                  <a:close/>
                </a:path>
              </a:pathLst>
            </a:custGeom>
            <a:solidFill>
              <a:srgbClr val="9CC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51" name="Freeform 932">
              <a:extLst>
                <a:ext uri="{FF2B5EF4-FFF2-40B4-BE49-F238E27FC236}">
                  <a16:creationId xmlns:a16="http://schemas.microsoft.com/office/drawing/2014/main" id="{9A00DEE5-5C1B-4D0A-8367-E3E8E5D6E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300"/>
              <a:ext cx="575" cy="712"/>
            </a:xfrm>
            <a:custGeom>
              <a:avLst/>
              <a:gdLst>
                <a:gd name="T0" fmla="*/ 0 w 575"/>
                <a:gd name="T1" fmla="*/ 0 h 712"/>
                <a:gd name="T2" fmla="*/ 290 w 575"/>
                <a:gd name="T3" fmla="*/ 712 h 712"/>
                <a:gd name="T4" fmla="*/ 50 w 575"/>
                <a:gd name="T5" fmla="*/ 29 h 712"/>
                <a:gd name="T6" fmla="*/ 575 w 575"/>
                <a:gd name="T7" fmla="*/ 2 h 712"/>
                <a:gd name="T8" fmla="*/ 0 w 575"/>
                <a:gd name="T9" fmla="*/ 0 h 7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5" h="712">
                  <a:moveTo>
                    <a:pt x="0" y="0"/>
                  </a:moveTo>
                  <a:lnTo>
                    <a:pt x="290" y="712"/>
                  </a:lnTo>
                  <a:lnTo>
                    <a:pt x="50" y="29"/>
                  </a:lnTo>
                  <a:lnTo>
                    <a:pt x="57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6A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52" name="Freeform 933">
              <a:extLst>
                <a:ext uri="{FF2B5EF4-FFF2-40B4-BE49-F238E27FC236}">
                  <a16:creationId xmlns:a16="http://schemas.microsoft.com/office/drawing/2014/main" id="{E1D1D7B5-4A16-4E1F-9D2B-553C77BD6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300"/>
              <a:ext cx="575" cy="712"/>
            </a:xfrm>
            <a:custGeom>
              <a:avLst/>
              <a:gdLst>
                <a:gd name="T0" fmla="*/ 0 w 575"/>
                <a:gd name="T1" fmla="*/ 0 h 712"/>
                <a:gd name="T2" fmla="*/ 290 w 575"/>
                <a:gd name="T3" fmla="*/ 712 h 712"/>
                <a:gd name="T4" fmla="*/ 50 w 575"/>
                <a:gd name="T5" fmla="*/ 29 h 712"/>
                <a:gd name="T6" fmla="*/ 575 w 575"/>
                <a:gd name="T7" fmla="*/ 2 h 7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5" h="712">
                  <a:moveTo>
                    <a:pt x="0" y="0"/>
                  </a:moveTo>
                  <a:lnTo>
                    <a:pt x="290" y="712"/>
                  </a:lnTo>
                  <a:lnTo>
                    <a:pt x="50" y="29"/>
                  </a:lnTo>
                  <a:lnTo>
                    <a:pt x="575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53" name="Freeform 934">
              <a:extLst>
                <a:ext uri="{FF2B5EF4-FFF2-40B4-BE49-F238E27FC236}">
                  <a16:creationId xmlns:a16="http://schemas.microsoft.com/office/drawing/2014/main" id="{2760649C-ABE1-453E-B1BF-945ED26AC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321"/>
              <a:ext cx="270" cy="667"/>
            </a:xfrm>
            <a:custGeom>
              <a:avLst/>
              <a:gdLst>
                <a:gd name="T0" fmla="*/ 0 w 108"/>
                <a:gd name="T1" fmla="*/ 90189 h 250"/>
                <a:gd name="T2" fmla="*/ 26375 w 108"/>
                <a:gd name="T3" fmla="*/ 0 h 250"/>
                <a:gd name="T4" fmla="*/ 0 w 108"/>
                <a:gd name="T5" fmla="*/ 90189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50">
                  <a:moveTo>
                    <a:pt x="0" y="250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92" y="18"/>
                    <a:pt x="5" y="218"/>
                    <a:pt x="0" y="250"/>
                  </a:cubicBezTo>
                  <a:close/>
                </a:path>
              </a:pathLst>
            </a:custGeom>
            <a:solidFill>
              <a:srgbClr val="EA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54" name="Freeform 935">
              <a:extLst>
                <a:ext uri="{FF2B5EF4-FFF2-40B4-BE49-F238E27FC236}">
                  <a16:creationId xmlns:a16="http://schemas.microsoft.com/office/drawing/2014/main" id="{5B12FD0B-1C32-4400-BDDF-B85E786D7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278"/>
              <a:ext cx="630" cy="779"/>
            </a:xfrm>
            <a:custGeom>
              <a:avLst/>
              <a:gdLst>
                <a:gd name="T0" fmla="*/ 315 w 630"/>
                <a:gd name="T1" fmla="*/ 779 h 779"/>
                <a:gd name="T2" fmla="*/ 630 w 630"/>
                <a:gd name="T3" fmla="*/ 0 h 779"/>
                <a:gd name="T4" fmla="*/ 0 w 630"/>
                <a:gd name="T5" fmla="*/ 0 h 779"/>
                <a:gd name="T6" fmla="*/ 315 w 630"/>
                <a:gd name="T7" fmla="*/ 779 h 779"/>
                <a:gd name="T8" fmla="*/ 315 w 630"/>
                <a:gd name="T9" fmla="*/ 779 h 779"/>
                <a:gd name="T10" fmla="*/ 315 w 630"/>
                <a:gd name="T11" fmla="*/ 779 h 779"/>
                <a:gd name="T12" fmla="*/ 315 w 630"/>
                <a:gd name="T13" fmla="*/ 779 h 779"/>
                <a:gd name="T14" fmla="*/ 315 w 630"/>
                <a:gd name="T15" fmla="*/ 779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779">
                  <a:moveTo>
                    <a:pt x="315" y="779"/>
                  </a:moveTo>
                  <a:lnTo>
                    <a:pt x="630" y="0"/>
                  </a:lnTo>
                  <a:lnTo>
                    <a:pt x="0" y="0"/>
                  </a:lnTo>
                  <a:lnTo>
                    <a:pt x="315" y="779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8" name="bacteriophage-virus-structure-illustration">
            <a:extLst>
              <a:ext uri="{FF2B5EF4-FFF2-40B4-BE49-F238E27FC236}">
                <a16:creationId xmlns:a16="http://schemas.microsoft.com/office/drawing/2014/main" id="{1592644B-3077-482F-A2F6-0603277F87C9}"/>
              </a:ext>
            </a:extLst>
          </p:cNvPr>
          <p:cNvGrpSpPr>
            <a:grpSpLocks/>
          </p:cNvGrpSpPr>
          <p:nvPr/>
        </p:nvGrpSpPr>
        <p:grpSpPr bwMode="auto">
          <a:xfrm>
            <a:off x="7231063" y="1465263"/>
            <a:ext cx="2636837" cy="4627562"/>
            <a:chOff x="3595" y="856"/>
            <a:chExt cx="1661" cy="2915"/>
          </a:xfrm>
        </p:grpSpPr>
        <p:sp>
          <p:nvSpPr>
            <p:cNvPr id="16395" name="Freeform 937">
              <a:extLst>
                <a:ext uri="{FF2B5EF4-FFF2-40B4-BE49-F238E27FC236}">
                  <a16:creationId xmlns:a16="http://schemas.microsoft.com/office/drawing/2014/main" id="{E65FDF3D-942D-4CE2-9BCB-AD2215C50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942"/>
              <a:ext cx="283" cy="229"/>
            </a:xfrm>
            <a:custGeom>
              <a:avLst/>
              <a:gdLst>
                <a:gd name="T0" fmla="*/ 6692 w 113"/>
                <a:gd name="T1" fmla="*/ 660 h 86"/>
                <a:gd name="T2" fmla="*/ 5437 w 113"/>
                <a:gd name="T3" fmla="*/ 397 h 86"/>
                <a:gd name="T4" fmla="*/ 4448 w 113"/>
                <a:gd name="T5" fmla="*/ 1454 h 86"/>
                <a:gd name="T6" fmla="*/ 0 w 113"/>
                <a:gd name="T7" fmla="*/ 14579 h 86"/>
                <a:gd name="T8" fmla="*/ 2484 w 113"/>
                <a:gd name="T9" fmla="*/ 16089 h 86"/>
                <a:gd name="T10" fmla="*/ 6221 w 113"/>
                <a:gd name="T11" fmla="*/ 5778 h 86"/>
                <a:gd name="T12" fmla="*/ 23952 w 113"/>
                <a:gd name="T13" fmla="*/ 28114 h 86"/>
                <a:gd name="T14" fmla="*/ 27899 w 113"/>
                <a:gd name="T15" fmla="*/ 30659 h 86"/>
                <a:gd name="T16" fmla="*/ 27899 w 113"/>
                <a:gd name="T17" fmla="*/ 28114 h 86"/>
                <a:gd name="T18" fmla="*/ 6692 w 113"/>
                <a:gd name="T19" fmla="*/ 66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86">
                  <a:moveTo>
                    <a:pt x="27" y="2"/>
                  </a:moveTo>
                  <a:cubicBezTo>
                    <a:pt x="26" y="1"/>
                    <a:pt x="24" y="0"/>
                    <a:pt x="22" y="1"/>
                  </a:cubicBezTo>
                  <a:cubicBezTo>
                    <a:pt x="21" y="1"/>
                    <a:pt x="19" y="2"/>
                    <a:pt x="18" y="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8" y="31"/>
                    <a:pt x="23" y="19"/>
                    <a:pt x="25" y="16"/>
                  </a:cubicBezTo>
                  <a:cubicBezTo>
                    <a:pt x="32" y="22"/>
                    <a:pt x="75" y="59"/>
                    <a:pt x="97" y="79"/>
                  </a:cubicBezTo>
                  <a:cubicBezTo>
                    <a:pt x="113" y="86"/>
                    <a:pt x="113" y="86"/>
                    <a:pt x="113" y="86"/>
                  </a:cubicBezTo>
                  <a:cubicBezTo>
                    <a:pt x="113" y="79"/>
                    <a:pt x="113" y="79"/>
                    <a:pt x="113" y="79"/>
                  </a:cubicBezTo>
                  <a:lnTo>
                    <a:pt x="27" y="2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6" name="Freeform 938">
              <a:extLst>
                <a:ext uri="{FF2B5EF4-FFF2-40B4-BE49-F238E27FC236}">
                  <a16:creationId xmlns:a16="http://schemas.microsoft.com/office/drawing/2014/main" id="{CE35EF04-6003-48D5-B9AE-C145A042F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3139"/>
              <a:ext cx="107" cy="184"/>
            </a:xfrm>
            <a:custGeom>
              <a:avLst/>
              <a:gdLst>
                <a:gd name="T0" fmla="*/ 465 w 43"/>
                <a:gd name="T1" fmla="*/ 21597 h 69"/>
                <a:gd name="T2" fmla="*/ 953 w 43"/>
                <a:gd name="T3" fmla="*/ 24427 h 69"/>
                <a:gd name="T4" fmla="*/ 2879 w 43"/>
                <a:gd name="T5" fmla="*/ 23304 h 69"/>
                <a:gd name="T6" fmla="*/ 10197 w 43"/>
                <a:gd name="T7" fmla="*/ 1059 h 69"/>
                <a:gd name="T8" fmla="*/ 7629 w 43"/>
                <a:gd name="T9" fmla="*/ 0 h 69"/>
                <a:gd name="T10" fmla="*/ 465 w 43"/>
                <a:gd name="T11" fmla="*/ 21597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9">
                  <a:moveTo>
                    <a:pt x="2" y="60"/>
                  </a:moveTo>
                  <a:cubicBezTo>
                    <a:pt x="0" y="63"/>
                    <a:pt x="1" y="66"/>
                    <a:pt x="4" y="68"/>
                  </a:cubicBezTo>
                  <a:cubicBezTo>
                    <a:pt x="7" y="69"/>
                    <a:pt x="11" y="68"/>
                    <a:pt x="12" y="65"/>
                  </a:cubicBezTo>
                  <a:cubicBezTo>
                    <a:pt x="12" y="65"/>
                    <a:pt x="28" y="34"/>
                    <a:pt x="43" y="3"/>
                  </a:cubicBezTo>
                  <a:cubicBezTo>
                    <a:pt x="39" y="2"/>
                    <a:pt x="35" y="1"/>
                    <a:pt x="32" y="0"/>
                  </a:cubicBezTo>
                  <a:lnTo>
                    <a:pt x="2" y="60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7" name="Freeform 939">
              <a:extLst>
                <a:ext uri="{FF2B5EF4-FFF2-40B4-BE49-F238E27FC236}">
                  <a16:creationId xmlns:a16="http://schemas.microsoft.com/office/drawing/2014/main" id="{05B2E2B4-CB8C-4196-B595-D6A5CB121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3078"/>
              <a:ext cx="43" cy="40"/>
            </a:xfrm>
            <a:custGeom>
              <a:avLst/>
              <a:gdLst>
                <a:gd name="T0" fmla="*/ 0 w 17"/>
                <a:gd name="T1" fmla="*/ 4701 h 15"/>
                <a:gd name="T2" fmla="*/ 3109 w 17"/>
                <a:gd name="T3" fmla="*/ 5405 h 15"/>
                <a:gd name="T4" fmla="*/ 4467 w 17"/>
                <a:gd name="T5" fmla="*/ 1763 h 15"/>
                <a:gd name="T6" fmla="*/ 1556 w 17"/>
                <a:gd name="T7" fmla="*/ 0 h 15"/>
                <a:gd name="T8" fmla="*/ 0 w 17"/>
                <a:gd name="T9" fmla="*/ 470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13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4" y="12"/>
                    <a:pt x="15" y="8"/>
                    <a:pt x="17" y="5"/>
                  </a:cubicBezTo>
                  <a:cubicBezTo>
                    <a:pt x="13" y="3"/>
                    <a:pt x="10" y="2"/>
                    <a:pt x="6" y="0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8" name="Freeform 940">
              <a:extLst>
                <a:ext uri="{FF2B5EF4-FFF2-40B4-BE49-F238E27FC236}">
                  <a16:creationId xmlns:a16="http://schemas.microsoft.com/office/drawing/2014/main" id="{417D3BA2-C178-4D0A-85FD-6D2F0FAD1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099"/>
              <a:ext cx="623" cy="672"/>
            </a:xfrm>
            <a:custGeom>
              <a:avLst/>
              <a:gdLst>
                <a:gd name="T0" fmla="*/ 60784 w 249"/>
                <a:gd name="T1" fmla="*/ 16589 h 252"/>
                <a:gd name="T2" fmla="*/ 60784 w 249"/>
                <a:gd name="T3" fmla="*/ 12288 h 252"/>
                <a:gd name="T4" fmla="*/ 25986 w 249"/>
                <a:gd name="T5" fmla="*/ 0 h 252"/>
                <a:gd name="T6" fmla="*/ 24294 w 249"/>
                <a:gd name="T7" fmla="*/ 1059 h 252"/>
                <a:gd name="T8" fmla="*/ 313 w 249"/>
                <a:gd name="T9" fmla="*/ 87381 h 252"/>
                <a:gd name="T10" fmla="*/ 988 w 249"/>
                <a:gd name="T11" fmla="*/ 90205 h 252"/>
                <a:gd name="T12" fmla="*/ 2942 w 249"/>
                <a:gd name="T13" fmla="*/ 89144 h 252"/>
                <a:gd name="T14" fmla="*/ 26486 w 249"/>
                <a:gd name="T15" fmla="*/ 4701 h 252"/>
                <a:gd name="T16" fmla="*/ 60584 w 249"/>
                <a:gd name="T17" fmla="*/ 16589 h 252"/>
                <a:gd name="T18" fmla="*/ 61099 w 249"/>
                <a:gd name="T19" fmla="*/ 16589 h 252"/>
                <a:gd name="T20" fmla="*/ 60784 w 249"/>
                <a:gd name="T21" fmla="*/ 16589 h 2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9" h="252">
                  <a:moveTo>
                    <a:pt x="248" y="46"/>
                  </a:moveTo>
                  <a:cubicBezTo>
                    <a:pt x="248" y="34"/>
                    <a:pt x="248" y="34"/>
                    <a:pt x="248" y="34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3" y="0"/>
                    <a:pt x="100" y="1"/>
                    <a:pt x="99" y="3"/>
                  </a:cubicBezTo>
                  <a:cubicBezTo>
                    <a:pt x="1" y="243"/>
                    <a:pt x="1" y="243"/>
                    <a:pt x="1" y="243"/>
                  </a:cubicBezTo>
                  <a:cubicBezTo>
                    <a:pt x="0" y="246"/>
                    <a:pt x="1" y="250"/>
                    <a:pt x="4" y="251"/>
                  </a:cubicBezTo>
                  <a:cubicBezTo>
                    <a:pt x="7" y="252"/>
                    <a:pt x="11" y="251"/>
                    <a:pt x="12" y="248"/>
                  </a:cubicBezTo>
                  <a:cubicBezTo>
                    <a:pt x="12" y="248"/>
                    <a:pt x="104" y="20"/>
                    <a:pt x="108" y="13"/>
                  </a:cubicBezTo>
                  <a:cubicBezTo>
                    <a:pt x="116" y="15"/>
                    <a:pt x="247" y="46"/>
                    <a:pt x="247" y="46"/>
                  </a:cubicBezTo>
                  <a:cubicBezTo>
                    <a:pt x="248" y="46"/>
                    <a:pt x="248" y="46"/>
                    <a:pt x="249" y="46"/>
                  </a:cubicBezTo>
                  <a:cubicBezTo>
                    <a:pt x="249" y="46"/>
                    <a:pt x="248" y="46"/>
                    <a:pt x="248" y="46"/>
                  </a:cubicBez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9" name="Freeform 941">
              <a:extLst>
                <a:ext uri="{FF2B5EF4-FFF2-40B4-BE49-F238E27FC236}">
                  <a16:creationId xmlns:a16="http://schemas.microsoft.com/office/drawing/2014/main" id="{C36436BE-F61C-408F-B872-DC913A859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3254"/>
              <a:ext cx="15" cy="53"/>
            </a:xfrm>
            <a:custGeom>
              <a:avLst/>
              <a:gdLst>
                <a:gd name="T0" fmla="*/ 783 w 6"/>
                <a:gd name="T1" fmla="*/ 0 h 20"/>
                <a:gd name="T2" fmla="*/ 0 w 6"/>
                <a:gd name="T3" fmla="*/ 0 h 20"/>
                <a:gd name="T4" fmla="*/ 0 w 6"/>
                <a:gd name="T5" fmla="*/ 0 h 20"/>
                <a:gd name="T6" fmla="*/ 0 w 6"/>
                <a:gd name="T7" fmla="*/ 5864 h 20"/>
                <a:gd name="T8" fmla="*/ 783 w 6"/>
                <a:gd name="T9" fmla="*/ 6903 h 20"/>
                <a:gd name="T10" fmla="*/ 1488 w 6"/>
                <a:gd name="T11" fmla="*/ 5864 h 20"/>
                <a:gd name="T12" fmla="*/ 1488 w 6"/>
                <a:gd name="T13" fmla="*/ 0 h 20"/>
                <a:gd name="T14" fmla="*/ 1488 w 6"/>
                <a:gd name="T15" fmla="*/ 0 h 20"/>
                <a:gd name="T16" fmla="*/ 783 w 6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20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3" y="20"/>
                  </a:cubicBezTo>
                  <a:cubicBezTo>
                    <a:pt x="5" y="20"/>
                    <a:pt x="6" y="19"/>
                    <a:pt x="6" y="17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0" name="Freeform 942">
              <a:extLst>
                <a:ext uri="{FF2B5EF4-FFF2-40B4-BE49-F238E27FC236}">
                  <a16:creationId xmlns:a16="http://schemas.microsoft.com/office/drawing/2014/main" id="{5A78AC52-2D95-4AB9-8C92-AEDE2E300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248"/>
              <a:ext cx="22" cy="54"/>
            </a:xfrm>
            <a:custGeom>
              <a:avLst/>
              <a:gdLst>
                <a:gd name="T0" fmla="*/ 616 w 9"/>
                <a:gd name="T1" fmla="*/ 0 h 20"/>
                <a:gd name="T2" fmla="*/ 0 w 9"/>
                <a:gd name="T3" fmla="*/ 6161 h 20"/>
                <a:gd name="T4" fmla="*/ 425 w 9"/>
                <a:gd name="T5" fmla="*/ 7757 h 20"/>
                <a:gd name="T6" fmla="*/ 1315 w 9"/>
                <a:gd name="T7" fmla="*/ 7007 h 20"/>
                <a:gd name="T8" fmla="*/ 1931 w 9"/>
                <a:gd name="T9" fmla="*/ 429 h 20"/>
                <a:gd name="T10" fmla="*/ 1931 w 9"/>
                <a:gd name="T11" fmla="*/ 429 h 20"/>
                <a:gd name="T12" fmla="*/ 616 w 9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3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8"/>
                    <a:pt x="1" y="19"/>
                    <a:pt x="2" y="20"/>
                  </a:cubicBezTo>
                  <a:cubicBezTo>
                    <a:pt x="4" y="20"/>
                    <a:pt x="5" y="19"/>
                    <a:pt x="6" y="18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1"/>
                    <a:pt x="5" y="1"/>
                    <a:pt x="3" y="0"/>
                  </a:cubicBez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1" name="Freeform 943">
              <a:extLst>
                <a:ext uri="{FF2B5EF4-FFF2-40B4-BE49-F238E27FC236}">
                  <a16:creationId xmlns:a16="http://schemas.microsoft.com/office/drawing/2014/main" id="{E2ABD1E9-A2C4-478B-8490-9ACD05339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3227"/>
              <a:ext cx="33" cy="53"/>
            </a:xfrm>
            <a:custGeom>
              <a:avLst/>
              <a:gdLst>
                <a:gd name="T0" fmla="*/ 2107 w 13"/>
                <a:gd name="T1" fmla="*/ 0 h 20"/>
                <a:gd name="T2" fmla="*/ 2107 w 13"/>
                <a:gd name="T3" fmla="*/ 392 h 20"/>
                <a:gd name="T4" fmla="*/ 327 w 13"/>
                <a:gd name="T5" fmla="*/ 5470 h 20"/>
                <a:gd name="T6" fmla="*/ 830 w 13"/>
                <a:gd name="T7" fmla="*/ 6903 h 20"/>
                <a:gd name="T8" fmla="*/ 1571 w 13"/>
                <a:gd name="T9" fmla="*/ 6270 h 20"/>
                <a:gd name="T10" fmla="*/ 3485 w 13"/>
                <a:gd name="T11" fmla="*/ 1039 h 20"/>
                <a:gd name="T12" fmla="*/ 2107 w 13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1" y="19"/>
                    <a:pt x="3" y="20"/>
                  </a:cubicBezTo>
                  <a:cubicBezTo>
                    <a:pt x="4" y="20"/>
                    <a:pt x="6" y="20"/>
                    <a:pt x="6" y="18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2"/>
                    <a:pt x="9" y="1"/>
                    <a:pt x="8" y="0"/>
                  </a:cubicBez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2" name="Freeform 944">
              <a:extLst>
                <a:ext uri="{FF2B5EF4-FFF2-40B4-BE49-F238E27FC236}">
                  <a16:creationId xmlns:a16="http://schemas.microsoft.com/office/drawing/2014/main" id="{D25F7E5C-2C31-4307-8B7D-1E9E176DB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011"/>
              <a:ext cx="691" cy="488"/>
            </a:xfrm>
            <a:custGeom>
              <a:avLst/>
              <a:gdLst>
                <a:gd name="T0" fmla="*/ 67966 w 276"/>
                <a:gd name="T1" fmla="*/ 21597 h 183"/>
                <a:gd name="T2" fmla="*/ 30995 w 276"/>
                <a:gd name="T3" fmla="*/ 397 h 183"/>
                <a:gd name="T4" fmla="*/ 29315 w 276"/>
                <a:gd name="T5" fmla="*/ 661 h 183"/>
                <a:gd name="T6" fmla="*/ 521 w 276"/>
                <a:gd name="T7" fmla="*/ 62144 h 183"/>
                <a:gd name="T8" fmla="*/ 784 w 276"/>
                <a:gd name="T9" fmla="*/ 65139 h 183"/>
                <a:gd name="T10" fmla="*/ 2746 w 276"/>
                <a:gd name="T11" fmla="*/ 64717 h 183"/>
                <a:gd name="T12" fmla="*/ 30807 w 276"/>
                <a:gd name="T13" fmla="*/ 4701 h 183"/>
                <a:gd name="T14" fmla="*/ 60588 w 276"/>
                <a:gd name="T15" fmla="*/ 21597 h 183"/>
                <a:gd name="T16" fmla="*/ 67966 w 276"/>
                <a:gd name="T17" fmla="*/ 24120 h 183"/>
                <a:gd name="T18" fmla="*/ 67966 w 276"/>
                <a:gd name="T19" fmla="*/ 21597 h 1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183">
                  <a:moveTo>
                    <a:pt x="276" y="60"/>
                  </a:moveTo>
                  <a:cubicBezTo>
                    <a:pt x="126" y="1"/>
                    <a:pt x="126" y="1"/>
                    <a:pt x="126" y="1"/>
                  </a:cubicBezTo>
                  <a:cubicBezTo>
                    <a:pt x="123" y="0"/>
                    <a:pt x="121" y="0"/>
                    <a:pt x="119" y="2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0" y="176"/>
                    <a:pt x="0" y="179"/>
                    <a:pt x="3" y="181"/>
                  </a:cubicBezTo>
                  <a:cubicBezTo>
                    <a:pt x="6" y="183"/>
                    <a:pt x="9" y="182"/>
                    <a:pt x="11" y="180"/>
                  </a:cubicBezTo>
                  <a:cubicBezTo>
                    <a:pt x="11" y="180"/>
                    <a:pt x="120" y="19"/>
                    <a:pt x="125" y="13"/>
                  </a:cubicBezTo>
                  <a:cubicBezTo>
                    <a:pt x="131" y="15"/>
                    <a:pt x="205" y="44"/>
                    <a:pt x="246" y="60"/>
                  </a:cubicBezTo>
                  <a:cubicBezTo>
                    <a:pt x="276" y="67"/>
                    <a:pt x="276" y="67"/>
                    <a:pt x="276" y="67"/>
                  </a:cubicBezTo>
                  <a:lnTo>
                    <a:pt x="276" y="60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3" name="Freeform 945">
              <a:extLst>
                <a:ext uri="{FF2B5EF4-FFF2-40B4-BE49-F238E27FC236}">
                  <a16:creationId xmlns:a16="http://schemas.microsoft.com/office/drawing/2014/main" id="{DEAE7414-83A5-4ECC-BF73-CDA8251D0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856"/>
              <a:ext cx="438" cy="496"/>
            </a:xfrm>
            <a:custGeom>
              <a:avLst/>
              <a:gdLst>
                <a:gd name="T0" fmla="*/ 438 w 438"/>
                <a:gd name="T1" fmla="*/ 0 h 496"/>
                <a:gd name="T2" fmla="*/ 123 w 438"/>
                <a:gd name="T3" fmla="*/ 496 h 496"/>
                <a:gd name="T4" fmla="*/ 0 w 438"/>
                <a:gd name="T5" fmla="*/ 235 h 496"/>
                <a:gd name="T6" fmla="*/ 438 w 438"/>
                <a:gd name="T7" fmla="*/ 0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496">
                  <a:moveTo>
                    <a:pt x="438" y="0"/>
                  </a:moveTo>
                  <a:lnTo>
                    <a:pt x="123" y="496"/>
                  </a:lnTo>
                  <a:lnTo>
                    <a:pt x="0" y="235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4" name="Freeform 946">
              <a:extLst>
                <a:ext uri="{FF2B5EF4-FFF2-40B4-BE49-F238E27FC236}">
                  <a16:creationId xmlns:a16="http://schemas.microsoft.com/office/drawing/2014/main" id="{142D7BA8-E199-4677-AEDC-5821BE26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091"/>
              <a:ext cx="123" cy="747"/>
            </a:xfrm>
            <a:custGeom>
              <a:avLst/>
              <a:gdLst>
                <a:gd name="T0" fmla="*/ 0 w 123"/>
                <a:gd name="T1" fmla="*/ 747 h 747"/>
                <a:gd name="T2" fmla="*/ 0 w 123"/>
                <a:gd name="T3" fmla="*/ 0 h 747"/>
                <a:gd name="T4" fmla="*/ 123 w 123"/>
                <a:gd name="T5" fmla="*/ 261 h 747"/>
                <a:gd name="T6" fmla="*/ 0 w 123"/>
                <a:gd name="T7" fmla="*/ 747 h 7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747">
                  <a:moveTo>
                    <a:pt x="0" y="747"/>
                  </a:moveTo>
                  <a:lnTo>
                    <a:pt x="0" y="0"/>
                  </a:lnTo>
                  <a:lnTo>
                    <a:pt x="123" y="261"/>
                  </a:lnTo>
                  <a:lnTo>
                    <a:pt x="0" y="747"/>
                  </a:lnTo>
                  <a:close/>
                </a:path>
              </a:pathLst>
            </a:custGeom>
            <a:solidFill>
              <a:srgbClr val="D8E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5" name="Freeform 947">
              <a:extLst>
                <a:ext uri="{FF2B5EF4-FFF2-40B4-BE49-F238E27FC236}">
                  <a16:creationId xmlns:a16="http://schemas.microsoft.com/office/drawing/2014/main" id="{4017ADE8-3948-4F70-9B36-E318A5BFA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352"/>
              <a:ext cx="438" cy="779"/>
            </a:xfrm>
            <a:custGeom>
              <a:avLst/>
              <a:gdLst>
                <a:gd name="T0" fmla="*/ 123 w 438"/>
                <a:gd name="T1" fmla="*/ 0 h 779"/>
                <a:gd name="T2" fmla="*/ 123 w 438"/>
                <a:gd name="T3" fmla="*/ 0 h 779"/>
                <a:gd name="T4" fmla="*/ 3 w 438"/>
                <a:gd name="T5" fmla="*/ 483 h 779"/>
                <a:gd name="T6" fmla="*/ 0 w 438"/>
                <a:gd name="T7" fmla="*/ 486 h 779"/>
                <a:gd name="T8" fmla="*/ 438 w 438"/>
                <a:gd name="T9" fmla="*/ 779 h 779"/>
                <a:gd name="T10" fmla="*/ 123 w 438"/>
                <a:gd name="T11" fmla="*/ 0 h 7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8" h="779">
                  <a:moveTo>
                    <a:pt x="123" y="0"/>
                  </a:moveTo>
                  <a:lnTo>
                    <a:pt x="123" y="0"/>
                  </a:lnTo>
                  <a:lnTo>
                    <a:pt x="3" y="483"/>
                  </a:lnTo>
                  <a:lnTo>
                    <a:pt x="0" y="486"/>
                  </a:lnTo>
                  <a:lnTo>
                    <a:pt x="438" y="779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B4D2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6" name="Freeform 948">
              <a:extLst>
                <a:ext uri="{FF2B5EF4-FFF2-40B4-BE49-F238E27FC236}">
                  <a16:creationId xmlns:a16="http://schemas.microsoft.com/office/drawing/2014/main" id="{BA532F9D-F47E-42F9-A8A8-AC1A56494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856"/>
              <a:ext cx="437" cy="496"/>
            </a:xfrm>
            <a:custGeom>
              <a:avLst/>
              <a:gdLst>
                <a:gd name="T0" fmla="*/ 0 w 437"/>
                <a:gd name="T1" fmla="*/ 0 h 496"/>
                <a:gd name="T2" fmla="*/ 315 w 437"/>
                <a:gd name="T3" fmla="*/ 496 h 496"/>
                <a:gd name="T4" fmla="*/ 437 w 437"/>
                <a:gd name="T5" fmla="*/ 235 h 496"/>
                <a:gd name="T6" fmla="*/ 0 w 437"/>
                <a:gd name="T7" fmla="*/ 0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7" h="496">
                  <a:moveTo>
                    <a:pt x="0" y="0"/>
                  </a:moveTo>
                  <a:lnTo>
                    <a:pt x="315" y="496"/>
                  </a:lnTo>
                  <a:lnTo>
                    <a:pt x="437" y="2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D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7" name="Freeform 949">
              <a:extLst>
                <a:ext uri="{FF2B5EF4-FFF2-40B4-BE49-F238E27FC236}">
                  <a16:creationId xmlns:a16="http://schemas.microsoft.com/office/drawing/2014/main" id="{400D1CC8-AAE0-49FC-9868-5771A268F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856"/>
              <a:ext cx="630" cy="496"/>
            </a:xfrm>
            <a:custGeom>
              <a:avLst/>
              <a:gdLst>
                <a:gd name="T0" fmla="*/ 315 w 630"/>
                <a:gd name="T1" fmla="*/ 0 h 496"/>
                <a:gd name="T2" fmla="*/ 315 w 630"/>
                <a:gd name="T3" fmla="*/ 0 h 496"/>
                <a:gd name="T4" fmla="*/ 315 w 630"/>
                <a:gd name="T5" fmla="*/ 0 h 496"/>
                <a:gd name="T6" fmla="*/ 315 w 630"/>
                <a:gd name="T7" fmla="*/ 0 h 496"/>
                <a:gd name="T8" fmla="*/ 315 w 630"/>
                <a:gd name="T9" fmla="*/ 0 h 496"/>
                <a:gd name="T10" fmla="*/ 0 w 630"/>
                <a:gd name="T11" fmla="*/ 496 h 496"/>
                <a:gd name="T12" fmla="*/ 630 w 630"/>
                <a:gd name="T13" fmla="*/ 496 h 496"/>
                <a:gd name="T14" fmla="*/ 315 w 630"/>
                <a:gd name="T15" fmla="*/ 0 h 4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496">
                  <a:moveTo>
                    <a:pt x="315" y="0"/>
                  </a:moveTo>
                  <a:lnTo>
                    <a:pt x="315" y="0"/>
                  </a:lnTo>
                  <a:lnTo>
                    <a:pt x="0" y="496"/>
                  </a:lnTo>
                  <a:lnTo>
                    <a:pt x="630" y="496"/>
                  </a:lnTo>
                  <a:lnTo>
                    <a:pt x="315" y="0"/>
                  </a:lnTo>
                  <a:close/>
                </a:path>
              </a:pathLst>
            </a:custGeom>
            <a:solidFill>
              <a:srgbClr val="D8E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8" name="Freeform 950">
              <a:extLst>
                <a:ext uri="{FF2B5EF4-FFF2-40B4-BE49-F238E27FC236}">
                  <a16:creationId xmlns:a16="http://schemas.microsoft.com/office/drawing/2014/main" id="{EBF9B151-46DE-421F-9AE5-4448A1F2F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352"/>
              <a:ext cx="630" cy="779"/>
            </a:xfrm>
            <a:custGeom>
              <a:avLst/>
              <a:gdLst>
                <a:gd name="T0" fmla="*/ 315 w 630"/>
                <a:gd name="T1" fmla="*/ 776 h 779"/>
                <a:gd name="T2" fmla="*/ 630 w 630"/>
                <a:gd name="T3" fmla="*/ 0 h 779"/>
                <a:gd name="T4" fmla="*/ 0 w 630"/>
                <a:gd name="T5" fmla="*/ 0 h 779"/>
                <a:gd name="T6" fmla="*/ 315 w 630"/>
                <a:gd name="T7" fmla="*/ 776 h 779"/>
                <a:gd name="T8" fmla="*/ 315 w 630"/>
                <a:gd name="T9" fmla="*/ 779 h 779"/>
                <a:gd name="T10" fmla="*/ 315 w 630"/>
                <a:gd name="T11" fmla="*/ 779 h 779"/>
                <a:gd name="T12" fmla="*/ 315 w 630"/>
                <a:gd name="T13" fmla="*/ 779 h 779"/>
                <a:gd name="T14" fmla="*/ 315 w 630"/>
                <a:gd name="T15" fmla="*/ 776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779">
                  <a:moveTo>
                    <a:pt x="315" y="776"/>
                  </a:moveTo>
                  <a:lnTo>
                    <a:pt x="630" y="0"/>
                  </a:lnTo>
                  <a:lnTo>
                    <a:pt x="0" y="0"/>
                  </a:lnTo>
                  <a:lnTo>
                    <a:pt x="315" y="776"/>
                  </a:lnTo>
                  <a:lnTo>
                    <a:pt x="315" y="779"/>
                  </a:lnTo>
                  <a:lnTo>
                    <a:pt x="315" y="776"/>
                  </a:lnTo>
                  <a:close/>
                </a:path>
              </a:pathLst>
            </a:custGeom>
            <a:solidFill>
              <a:srgbClr val="9CC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9" name="Freeform 951">
              <a:extLst>
                <a:ext uri="{FF2B5EF4-FFF2-40B4-BE49-F238E27FC236}">
                  <a16:creationId xmlns:a16="http://schemas.microsoft.com/office/drawing/2014/main" id="{06ACDA4B-6216-4436-89E6-02223C65E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091"/>
              <a:ext cx="122" cy="747"/>
            </a:xfrm>
            <a:custGeom>
              <a:avLst/>
              <a:gdLst>
                <a:gd name="T0" fmla="*/ 122 w 122"/>
                <a:gd name="T1" fmla="*/ 747 h 747"/>
                <a:gd name="T2" fmla="*/ 122 w 122"/>
                <a:gd name="T3" fmla="*/ 0 h 747"/>
                <a:gd name="T4" fmla="*/ 0 w 122"/>
                <a:gd name="T5" fmla="*/ 261 h 747"/>
                <a:gd name="T6" fmla="*/ 122 w 122"/>
                <a:gd name="T7" fmla="*/ 747 h 7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747">
                  <a:moveTo>
                    <a:pt x="122" y="747"/>
                  </a:moveTo>
                  <a:lnTo>
                    <a:pt x="122" y="0"/>
                  </a:lnTo>
                  <a:lnTo>
                    <a:pt x="0" y="261"/>
                  </a:lnTo>
                  <a:lnTo>
                    <a:pt x="122" y="747"/>
                  </a:lnTo>
                  <a:close/>
                </a:path>
              </a:pathLst>
            </a:custGeom>
            <a:solidFill>
              <a:srgbClr val="72B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0" name="Freeform 952">
              <a:extLst>
                <a:ext uri="{FF2B5EF4-FFF2-40B4-BE49-F238E27FC236}">
                  <a16:creationId xmlns:a16="http://schemas.microsoft.com/office/drawing/2014/main" id="{75EFAA8F-9E80-47F3-BE90-9F6D5903E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352"/>
              <a:ext cx="437" cy="779"/>
            </a:xfrm>
            <a:custGeom>
              <a:avLst/>
              <a:gdLst>
                <a:gd name="T0" fmla="*/ 315 w 437"/>
                <a:gd name="T1" fmla="*/ 0 h 779"/>
                <a:gd name="T2" fmla="*/ 315 w 437"/>
                <a:gd name="T3" fmla="*/ 0 h 779"/>
                <a:gd name="T4" fmla="*/ 435 w 437"/>
                <a:gd name="T5" fmla="*/ 483 h 779"/>
                <a:gd name="T6" fmla="*/ 437 w 437"/>
                <a:gd name="T7" fmla="*/ 486 h 779"/>
                <a:gd name="T8" fmla="*/ 0 w 437"/>
                <a:gd name="T9" fmla="*/ 779 h 779"/>
                <a:gd name="T10" fmla="*/ 315 w 437"/>
                <a:gd name="T11" fmla="*/ 0 h 7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7" h="779">
                  <a:moveTo>
                    <a:pt x="315" y="0"/>
                  </a:moveTo>
                  <a:lnTo>
                    <a:pt x="315" y="0"/>
                  </a:lnTo>
                  <a:lnTo>
                    <a:pt x="435" y="483"/>
                  </a:lnTo>
                  <a:lnTo>
                    <a:pt x="437" y="486"/>
                  </a:lnTo>
                  <a:lnTo>
                    <a:pt x="0" y="779"/>
                  </a:lnTo>
                  <a:lnTo>
                    <a:pt x="315" y="0"/>
                  </a:lnTo>
                  <a:close/>
                </a:path>
              </a:pathLst>
            </a:custGeom>
            <a:solidFill>
              <a:srgbClr val="87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1" name="Freeform 953">
              <a:extLst>
                <a:ext uri="{FF2B5EF4-FFF2-40B4-BE49-F238E27FC236}">
                  <a16:creationId xmlns:a16="http://schemas.microsoft.com/office/drawing/2014/main" id="{0A1FA9B5-C60A-4BE0-A2CF-FE29B1108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083"/>
              <a:ext cx="280" cy="64"/>
            </a:xfrm>
            <a:custGeom>
              <a:avLst/>
              <a:gdLst>
                <a:gd name="T0" fmla="*/ 20520 w 112"/>
                <a:gd name="T1" fmla="*/ 0 h 24"/>
                <a:gd name="T2" fmla="*/ 13675 w 112"/>
                <a:gd name="T3" fmla="*/ 6464 h 24"/>
                <a:gd name="T4" fmla="*/ 13675 w 112"/>
                <a:gd name="T5" fmla="*/ 6464 h 24"/>
                <a:gd name="T6" fmla="*/ 13675 w 112"/>
                <a:gd name="T7" fmla="*/ 6464 h 24"/>
                <a:gd name="T8" fmla="*/ 13675 w 112"/>
                <a:gd name="T9" fmla="*/ 6464 h 24"/>
                <a:gd name="T10" fmla="*/ 13675 w 112"/>
                <a:gd name="T11" fmla="*/ 6464 h 24"/>
                <a:gd name="T12" fmla="*/ 13675 w 112"/>
                <a:gd name="T13" fmla="*/ 6464 h 24"/>
                <a:gd name="T14" fmla="*/ 13675 w 112"/>
                <a:gd name="T15" fmla="*/ 6464 h 24"/>
                <a:gd name="T16" fmla="*/ 13675 w 112"/>
                <a:gd name="T17" fmla="*/ 6464 h 24"/>
                <a:gd name="T18" fmla="*/ 13675 w 112"/>
                <a:gd name="T19" fmla="*/ 6464 h 24"/>
                <a:gd name="T20" fmla="*/ 13675 w 112"/>
                <a:gd name="T21" fmla="*/ 6464 h 24"/>
                <a:gd name="T22" fmla="*/ 13675 w 112"/>
                <a:gd name="T23" fmla="*/ 6464 h 24"/>
                <a:gd name="T24" fmla="*/ 13675 w 112"/>
                <a:gd name="T25" fmla="*/ 6464 h 24"/>
                <a:gd name="T26" fmla="*/ 13675 w 112"/>
                <a:gd name="T27" fmla="*/ 6464 h 24"/>
                <a:gd name="T28" fmla="*/ 6845 w 112"/>
                <a:gd name="T29" fmla="*/ 0 h 24"/>
                <a:gd name="T30" fmla="*/ 0 w 112"/>
                <a:gd name="T31" fmla="*/ 3891 h 24"/>
                <a:gd name="T32" fmla="*/ 13675 w 112"/>
                <a:gd name="T33" fmla="*/ 8648 h 24"/>
                <a:gd name="T34" fmla="*/ 27345 w 112"/>
                <a:gd name="T35" fmla="*/ 3891 h 24"/>
                <a:gd name="T36" fmla="*/ 20520 w 112"/>
                <a:gd name="T37" fmla="*/ 0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2" h="24">
                  <a:moveTo>
                    <a:pt x="84" y="0"/>
                  </a:move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12" y="2"/>
                    <a:pt x="0" y="6"/>
                    <a:pt x="0" y="11"/>
                  </a:cubicBezTo>
                  <a:cubicBezTo>
                    <a:pt x="0" y="18"/>
                    <a:pt x="25" y="24"/>
                    <a:pt x="56" y="24"/>
                  </a:cubicBezTo>
                  <a:cubicBezTo>
                    <a:pt x="87" y="24"/>
                    <a:pt x="112" y="18"/>
                    <a:pt x="112" y="11"/>
                  </a:cubicBezTo>
                  <a:cubicBezTo>
                    <a:pt x="112" y="6"/>
                    <a:pt x="101" y="2"/>
                    <a:pt x="84" y="0"/>
                  </a:cubicBezTo>
                  <a:close/>
                </a:path>
              </a:pathLst>
            </a:custGeom>
            <a:solidFill>
              <a:srgbClr val="9B8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2" name="Freeform 954">
              <a:extLst>
                <a:ext uri="{FF2B5EF4-FFF2-40B4-BE49-F238E27FC236}">
                  <a16:creationId xmlns:a16="http://schemas.microsoft.com/office/drawing/2014/main" id="{E34A1086-B4E2-4B13-87B5-88DABC009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112"/>
              <a:ext cx="280" cy="72"/>
            </a:xfrm>
            <a:custGeom>
              <a:avLst/>
              <a:gdLst>
                <a:gd name="T0" fmla="*/ 27345 w 112"/>
                <a:gd name="T1" fmla="*/ 5005 h 27"/>
                <a:gd name="T2" fmla="*/ 13675 w 112"/>
                <a:gd name="T3" fmla="*/ 9707 h 27"/>
                <a:gd name="T4" fmla="*/ 0 w 112"/>
                <a:gd name="T5" fmla="*/ 5005 h 27"/>
                <a:gd name="T6" fmla="*/ 0 w 112"/>
                <a:gd name="T7" fmla="*/ 0 h 27"/>
                <a:gd name="T8" fmla="*/ 13675 w 112"/>
                <a:gd name="T9" fmla="*/ 4701 h 27"/>
                <a:gd name="T10" fmla="*/ 27345 w 112"/>
                <a:gd name="T11" fmla="*/ 0 h 27"/>
                <a:gd name="T12" fmla="*/ 27345 w 112"/>
                <a:gd name="T13" fmla="*/ 500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27">
                  <a:moveTo>
                    <a:pt x="112" y="14"/>
                  </a:moveTo>
                  <a:cubicBezTo>
                    <a:pt x="112" y="21"/>
                    <a:pt x="87" y="27"/>
                    <a:pt x="56" y="27"/>
                  </a:cubicBezTo>
                  <a:cubicBezTo>
                    <a:pt x="25" y="27"/>
                    <a:pt x="0" y="21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25" y="13"/>
                    <a:pt x="56" y="13"/>
                  </a:cubicBezTo>
                  <a:cubicBezTo>
                    <a:pt x="87" y="13"/>
                    <a:pt x="112" y="7"/>
                    <a:pt x="112" y="0"/>
                  </a:cubicBezTo>
                  <a:lnTo>
                    <a:pt x="112" y="14"/>
                  </a:lnTo>
                  <a:close/>
                </a:path>
              </a:pathLst>
            </a:custGeom>
            <a:solidFill>
              <a:srgbClr val="C1B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3" name="Freeform 955">
              <a:extLst>
                <a:ext uri="{FF2B5EF4-FFF2-40B4-BE49-F238E27FC236}">
                  <a16:creationId xmlns:a16="http://schemas.microsoft.com/office/drawing/2014/main" id="{C3682844-1F8D-477C-A97B-16DAA54E0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174"/>
              <a:ext cx="240" cy="42"/>
            </a:xfrm>
            <a:custGeom>
              <a:avLst/>
              <a:gdLst>
                <a:gd name="T0" fmla="*/ 22270 w 96"/>
                <a:gd name="T1" fmla="*/ 0 h 16"/>
                <a:gd name="T2" fmla="*/ 11720 w 96"/>
                <a:gd name="T3" fmla="*/ 1378 h 16"/>
                <a:gd name="T4" fmla="*/ 1488 w 96"/>
                <a:gd name="T5" fmla="*/ 0 h 16"/>
                <a:gd name="T6" fmla="*/ 0 w 96"/>
                <a:gd name="T7" fmla="*/ 1612 h 16"/>
                <a:gd name="T8" fmla="*/ 11720 w 96"/>
                <a:gd name="T9" fmla="*/ 5229 h 16"/>
                <a:gd name="T10" fmla="*/ 23438 w 96"/>
                <a:gd name="T11" fmla="*/ 1612 h 16"/>
                <a:gd name="T12" fmla="*/ 22270 w 96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6">
                  <a:moveTo>
                    <a:pt x="91" y="0"/>
                  </a:moveTo>
                  <a:cubicBezTo>
                    <a:pt x="80" y="2"/>
                    <a:pt x="65" y="4"/>
                    <a:pt x="48" y="4"/>
                  </a:cubicBezTo>
                  <a:cubicBezTo>
                    <a:pt x="31" y="4"/>
                    <a:pt x="16" y="2"/>
                    <a:pt x="6" y="0"/>
                  </a:cubicBezTo>
                  <a:cubicBezTo>
                    <a:pt x="2" y="1"/>
                    <a:pt x="0" y="3"/>
                    <a:pt x="0" y="5"/>
                  </a:cubicBezTo>
                  <a:cubicBezTo>
                    <a:pt x="0" y="11"/>
                    <a:pt x="21" y="16"/>
                    <a:pt x="48" y="16"/>
                  </a:cubicBezTo>
                  <a:cubicBezTo>
                    <a:pt x="75" y="16"/>
                    <a:pt x="96" y="11"/>
                    <a:pt x="96" y="5"/>
                  </a:cubicBezTo>
                  <a:cubicBezTo>
                    <a:pt x="96" y="3"/>
                    <a:pt x="94" y="1"/>
                    <a:pt x="91" y="0"/>
                  </a:cubicBezTo>
                  <a:close/>
                </a:path>
              </a:pathLst>
            </a:custGeom>
            <a:solidFill>
              <a:srgbClr val="9B8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4" name="Freeform 956">
              <a:extLst>
                <a:ext uri="{FF2B5EF4-FFF2-40B4-BE49-F238E27FC236}">
                  <a16:creationId xmlns:a16="http://schemas.microsoft.com/office/drawing/2014/main" id="{5EBCF311-6937-4109-9022-5FC8D58AA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187"/>
              <a:ext cx="240" cy="109"/>
            </a:xfrm>
            <a:custGeom>
              <a:avLst/>
              <a:gdLst>
                <a:gd name="T0" fmla="*/ 0 w 96"/>
                <a:gd name="T1" fmla="*/ 10637 h 41"/>
                <a:gd name="T2" fmla="*/ 11720 w 96"/>
                <a:gd name="T3" fmla="*/ 14489 h 41"/>
                <a:gd name="T4" fmla="*/ 23438 w 96"/>
                <a:gd name="T5" fmla="*/ 10637 h 41"/>
                <a:gd name="T6" fmla="*/ 23438 w 96"/>
                <a:gd name="T7" fmla="*/ 0 h 41"/>
                <a:gd name="T8" fmla="*/ 11720 w 96"/>
                <a:gd name="T9" fmla="*/ 3852 h 41"/>
                <a:gd name="T10" fmla="*/ 0 w 96"/>
                <a:gd name="T11" fmla="*/ 0 h 41"/>
                <a:gd name="T12" fmla="*/ 0 w 96"/>
                <a:gd name="T13" fmla="*/ 10637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41">
                  <a:moveTo>
                    <a:pt x="0" y="30"/>
                  </a:moveTo>
                  <a:cubicBezTo>
                    <a:pt x="0" y="36"/>
                    <a:pt x="21" y="41"/>
                    <a:pt x="48" y="41"/>
                  </a:cubicBezTo>
                  <a:cubicBezTo>
                    <a:pt x="75" y="41"/>
                    <a:pt x="96" y="36"/>
                    <a:pt x="96" y="3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6"/>
                    <a:pt x="75" y="11"/>
                    <a:pt x="48" y="11"/>
                  </a:cubicBezTo>
                  <a:cubicBezTo>
                    <a:pt x="21" y="11"/>
                    <a:pt x="0" y="6"/>
                    <a:pt x="0" y="0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C1B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5" name="Oval 957">
              <a:extLst>
                <a:ext uri="{FF2B5EF4-FFF2-40B4-BE49-F238E27FC236}">
                  <a16:creationId xmlns:a16="http://schemas.microsoft.com/office/drawing/2014/main" id="{A6E059BE-609E-40E6-AA0C-B2216C556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6" y="3112"/>
              <a:ext cx="280" cy="67"/>
            </a:xfrm>
            <a:prstGeom prst="ellipse">
              <a:avLst/>
            </a:prstGeom>
            <a:solidFill>
              <a:srgbClr val="9B8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16" name="Freeform 958">
              <a:extLst>
                <a:ext uri="{FF2B5EF4-FFF2-40B4-BE49-F238E27FC236}">
                  <a16:creationId xmlns:a16="http://schemas.microsoft.com/office/drawing/2014/main" id="{B9637917-7DD4-4A3F-AC7C-5E2485B37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110"/>
              <a:ext cx="250" cy="80"/>
            </a:xfrm>
            <a:custGeom>
              <a:avLst/>
              <a:gdLst>
                <a:gd name="T0" fmla="*/ 0 w 100"/>
                <a:gd name="T1" fmla="*/ 5005 h 30"/>
                <a:gd name="T2" fmla="*/ 24425 w 100"/>
                <a:gd name="T3" fmla="*/ 5005 h 30"/>
                <a:gd name="T4" fmla="*/ 11250 w 10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30">
                  <a:moveTo>
                    <a:pt x="0" y="14"/>
                  </a:moveTo>
                  <a:cubicBezTo>
                    <a:pt x="4" y="22"/>
                    <a:pt x="70" y="30"/>
                    <a:pt x="100" y="14"/>
                  </a:cubicBezTo>
                  <a:cubicBezTo>
                    <a:pt x="46" y="0"/>
                    <a:pt x="46" y="0"/>
                    <a:pt x="46" y="0"/>
                  </a:cubicBezTo>
                </a:path>
              </a:pathLst>
            </a:custGeom>
            <a:solidFill>
              <a:srgbClr val="7C5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7" name="Freeform 959">
              <a:extLst>
                <a:ext uri="{FF2B5EF4-FFF2-40B4-BE49-F238E27FC236}">
                  <a16:creationId xmlns:a16="http://schemas.microsoft.com/office/drawing/2014/main" id="{483FC744-7585-4116-B94A-E48BB8E5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267"/>
              <a:ext cx="240" cy="891"/>
            </a:xfrm>
            <a:custGeom>
              <a:avLst/>
              <a:gdLst>
                <a:gd name="T0" fmla="*/ 0 w 96"/>
                <a:gd name="T1" fmla="*/ 0 h 334"/>
                <a:gd name="T2" fmla="*/ 11720 w 96"/>
                <a:gd name="T3" fmla="*/ 3892 h 334"/>
                <a:gd name="T4" fmla="*/ 23438 w 96"/>
                <a:gd name="T5" fmla="*/ 0 h 334"/>
                <a:gd name="T6" fmla="*/ 23438 w 96"/>
                <a:gd name="T7" fmla="*/ 116489 h 334"/>
                <a:gd name="T8" fmla="*/ 11720 w 96"/>
                <a:gd name="T9" fmla="*/ 120381 h 334"/>
                <a:gd name="T10" fmla="*/ 0 w 96"/>
                <a:gd name="T11" fmla="*/ 116489 h 3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334">
                  <a:moveTo>
                    <a:pt x="0" y="0"/>
                  </a:moveTo>
                  <a:cubicBezTo>
                    <a:pt x="0" y="6"/>
                    <a:pt x="21" y="11"/>
                    <a:pt x="48" y="11"/>
                  </a:cubicBezTo>
                  <a:cubicBezTo>
                    <a:pt x="75" y="11"/>
                    <a:pt x="96" y="6"/>
                    <a:pt x="96" y="0"/>
                  </a:cubicBezTo>
                  <a:cubicBezTo>
                    <a:pt x="96" y="323"/>
                    <a:pt x="96" y="323"/>
                    <a:pt x="96" y="323"/>
                  </a:cubicBezTo>
                  <a:cubicBezTo>
                    <a:pt x="96" y="329"/>
                    <a:pt x="75" y="334"/>
                    <a:pt x="48" y="334"/>
                  </a:cubicBezTo>
                  <a:cubicBezTo>
                    <a:pt x="21" y="334"/>
                    <a:pt x="0" y="329"/>
                    <a:pt x="0" y="32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8" name="Freeform 960">
              <a:extLst>
                <a:ext uri="{FF2B5EF4-FFF2-40B4-BE49-F238E27FC236}">
                  <a16:creationId xmlns:a16="http://schemas.microsoft.com/office/drawing/2014/main" id="{1D45444A-9D3C-465D-9399-FB68C05D9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3144"/>
              <a:ext cx="280" cy="110"/>
            </a:xfrm>
            <a:custGeom>
              <a:avLst/>
              <a:gdLst>
                <a:gd name="T0" fmla="*/ 27345 w 112"/>
                <a:gd name="T1" fmla="*/ 10834 h 41"/>
                <a:gd name="T2" fmla="*/ 13675 w 112"/>
                <a:gd name="T3" fmla="*/ 15274 h 41"/>
                <a:gd name="T4" fmla="*/ 0 w 112"/>
                <a:gd name="T5" fmla="*/ 10834 h 41"/>
                <a:gd name="T6" fmla="*/ 0 w 112"/>
                <a:gd name="T7" fmla="*/ 0 h 41"/>
                <a:gd name="T8" fmla="*/ 13675 w 112"/>
                <a:gd name="T9" fmla="*/ 4867 h 41"/>
                <a:gd name="T10" fmla="*/ 27345 w 112"/>
                <a:gd name="T11" fmla="*/ 0 h 41"/>
                <a:gd name="T12" fmla="*/ 27345 w 112"/>
                <a:gd name="T13" fmla="*/ 10834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41">
                  <a:moveTo>
                    <a:pt x="112" y="29"/>
                  </a:moveTo>
                  <a:cubicBezTo>
                    <a:pt x="112" y="36"/>
                    <a:pt x="87" y="41"/>
                    <a:pt x="56" y="41"/>
                  </a:cubicBezTo>
                  <a:cubicBezTo>
                    <a:pt x="25" y="41"/>
                    <a:pt x="0" y="36"/>
                    <a:pt x="0" y="2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25" y="13"/>
                    <a:pt x="56" y="13"/>
                  </a:cubicBezTo>
                  <a:cubicBezTo>
                    <a:pt x="87" y="13"/>
                    <a:pt x="112" y="8"/>
                    <a:pt x="112" y="0"/>
                  </a:cubicBezTo>
                  <a:lnTo>
                    <a:pt x="112" y="29"/>
                  </a:lnTo>
                  <a:close/>
                </a:path>
              </a:pathLst>
            </a:custGeom>
            <a:solidFill>
              <a:srgbClr val="C1B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9" name="Freeform 961">
              <a:extLst>
                <a:ext uri="{FF2B5EF4-FFF2-40B4-BE49-F238E27FC236}">
                  <a16:creationId xmlns:a16="http://schemas.microsoft.com/office/drawing/2014/main" id="{6D1E1BC9-DA9D-476B-87C0-F1EAC87FC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3168"/>
              <a:ext cx="233" cy="54"/>
            </a:xfrm>
            <a:custGeom>
              <a:avLst/>
              <a:gdLst>
                <a:gd name="T0" fmla="*/ 0 w 93"/>
                <a:gd name="T1" fmla="*/ 7757 h 20"/>
                <a:gd name="T2" fmla="*/ 2277 w 93"/>
                <a:gd name="T3" fmla="*/ 4563 h 20"/>
                <a:gd name="T4" fmla="*/ 23004 w 93"/>
                <a:gd name="T5" fmla="*/ 1596 h 20"/>
                <a:gd name="T6" fmla="*/ 12642 w 93"/>
                <a:gd name="T7" fmla="*/ 3127 h 20"/>
                <a:gd name="T8" fmla="*/ 0 w 93"/>
                <a:gd name="T9" fmla="*/ 0 h 20"/>
                <a:gd name="T10" fmla="*/ 0 w 93"/>
                <a:gd name="T11" fmla="*/ 6599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20">
                  <a:moveTo>
                    <a:pt x="0" y="20"/>
                  </a:moveTo>
                  <a:cubicBezTo>
                    <a:pt x="0" y="20"/>
                    <a:pt x="1" y="11"/>
                    <a:pt x="9" y="12"/>
                  </a:cubicBezTo>
                  <a:cubicBezTo>
                    <a:pt x="18" y="13"/>
                    <a:pt x="76" y="13"/>
                    <a:pt x="93" y="4"/>
                  </a:cubicBezTo>
                  <a:cubicBezTo>
                    <a:pt x="83" y="6"/>
                    <a:pt x="68" y="8"/>
                    <a:pt x="51" y="8"/>
                  </a:cubicBezTo>
                  <a:cubicBezTo>
                    <a:pt x="28" y="8"/>
                    <a:pt x="8" y="5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</a:path>
              </a:pathLst>
            </a:custGeom>
            <a:solidFill>
              <a:srgbClr val="EAE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0" name="Freeform 962">
              <a:extLst>
                <a:ext uri="{FF2B5EF4-FFF2-40B4-BE49-F238E27FC236}">
                  <a16:creationId xmlns:a16="http://schemas.microsoft.com/office/drawing/2014/main" id="{6FB4EC38-8FBF-45BB-A675-6E099091D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3190"/>
              <a:ext cx="225" cy="56"/>
            </a:xfrm>
            <a:custGeom>
              <a:avLst/>
              <a:gdLst>
                <a:gd name="T0" fmla="*/ 0 w 90"/>
                <a:gd name="T1" fmla="*/ 6464 h 21"/>
                <a:gd name="T2" fmla="*/ 9300 w 90"/>
                <a:gd name="T3" fmla="*/ 7531 h 21"/>
                <a:gd name="T4" fmla="*/ 22000 w 90"/>
                <a:gd name="T5" fmla="*/ 4701 h 21"/>
                <a:gd name="T6" fmla="*/ 22000 w 90"/>
                <a:gd name="T7" fmla="*/ 397 h 21"/>
                <a:gd name="T8" fmla="*/ 11533 w 90"/>
                <a:gd name="T9" fmla="*/ 5824 h 21"/>
                <a:gd name="T10" fmla="*/ 0 w 90"/>
                <a:gd name="T11" fmla="*/ 6464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1">
                  <a:moveTo>
                    <a:pt x="0" y="18"/>
                  </a:moveTo>
                  <a:cubicBezTo>
                    <a:pt x="10" y="20"/>
                    <a:pt x="23" y="21"/>
                    <a:pt x="38" y="21"/>
                  </a:cubicBezTo>
                  <a:cubicBezTo>
                    <a:pt x="61" y="21"/>
                    <a:pt x="82" y="18"/>
                    <a:pt x="90" y="13"/>
                  </a:cubicBezTo>
                  <a:cubicBezTo>
                    <a:pt x="90" y="13"/>
                    <a:pt x="90" y="0"/>
                    <a:pt x="90" y="1"/>
                  </a:cubicBezTo>
                  <a:cubicBezTo>
                    <a:pt x="84" y="6"/>
                    <a:pt x="64" y="14"/>
                    <a:pt x="47" y="16"/>
                  </a:cubicBezTo>
                  <a:cubicBezTo>
                    <a:pt x="27" y="19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9E8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1" name="Freeform 963">
              <a:extLst>
                <a:ext uri="{FF2B5EF4-FFF2-40B4-BE49-F238E27FC236}">
                  <a16:creationId xmlns:a16="http://schemas.microsoft.com/office/drawing/2014/main" id="{A69238CA-BDE7-4F09-9A04-011E9BB03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206"/>
              <a:ext cx="218" cy="53"/>
            </a:xfrm>
            <a:custGeom>
              <a:avLst/>
              <a:gdLst>
                <a:gd name="T0" fmla="*/ 0 w 87"/>
                <a:gd name="T1" fmla="*/ 6903 h 20"/>
                <a:gd name="T2" fmla="*/ 2280 w 87"/>
                <a:gd name="T3" fmla="*/ 4184 h 20"/>
                <a:gd name="T4" fmla="*/ 21524 w 87"/>
                <a:gd name="T5" fmla="*/ 1434 h 20"/>
                <a:gd name="T6" fmla="*/ 11158 w 87"/>
                <a:gd name="T7" fmla="*/ 2753 h 20"/>
                <a:gd name="T8" fmla="*/ 0 w 87"/>
                <a:gd name="T9" fmla="*/ 0 h 20"/>
                <a:gd name="T10" fmla="*/ 0 w 87"/>
                <a:gd name="T11" fmla="*/ 586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20">
                  <a:moveTo>
                    <a:pt x="0" y="20"/>
                  </a:moveTo>
                  <a:cubicBezTo>
                    <a:pt x="0" y="20"/>
                    <a:pt x="1" y="11"/>
                    <a:pt x="9" y="12"/>
                  </a:cubicBezTo>
                  <a:cubicBezTo>
                    <a:pt x="18" y="13"/>
                    <a:pt x="70" y="13"/>
                    <a:pt x="87" y="4"/>
                  </a:cubicBezTo>
                  <a:cubicBezTo>
                    <a:pt x="77" y="6"/>
                    <a:pt x="62" y="8"/>
                    <a:pt x="45" y="8"/>
                  </a:cubicBezTo>
                  <a:cubicBezTo>
                    <a:pt x="22" y="8"/>
                    <a:pt x="8" y="5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</a:path>
              </a:pathLst>
            </a:custGeom>
            <a:solidFill>
              <a:srgbClr val="EAE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2" name="Freeform 964">
              <a:extLst>
                <a:ext uri="{FF2B5EF4-FFF2-40B4-BE49-F238E27FC236}">
                  <a16:creationId xmlns:a16="http://schemas.microsoft.com/office/drawing/2014/main" id="{B8E955C9-F922-4891-A1C7-F2AF8CE98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131"/>
              <a:ext cx="228" cy="37"/>
            </a:xfrm>
            <a:custGeom>
              <a:avLst/>
              <a:gdLst>
                <a:gd name="T0" fmla="*/ 0 w 91"/>
                <a:gd name="T1" fmla="*/ 2730 h 14"/>
                <a:gd name="T2" fmla="*/ 0 w 91"/>
                <a:gd name="T3" fmla="*/ 0 h 14"/>
                <a:gd name="T4" fmla="*/ 12142 w 91"/>
                <a:gd name="T5" fmla="*/ 3082 h 14"/>
                <a:gd name="T6" fmla="*/ 22504 w 91"/>
                <a:gd name="T7" fmla="*/ 1662 h 14"/>
                <a:gd name="T8" fmla="*/ 3741 w 91"/>
                <a:gd name="T9" fmla="*/ 2730 h 14"/>
                <a:gd name="T10" fmla="*/ 0 w 91"/>
                <a:gd name="T11" fmla="*/ 273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14">
                  <a:moveTo>
                    <a:pt x="0" y="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5"/>
                    <a:pt x="26" y="9"/>
                    <a:pt x="49" y="9"/>
                  </a:cubicBezTo>
                  <a:cubicBezTo>
                    <a:pt x="66" y="9"/>
                    <a:pt x="81" y="8"/>
                    <a:pt x="91" y="5"/>
                  </a:cubicBezTo>
                  <a:cubicBezTo>
                    <a:pt x="75" y="14"/>
                    <a:pt x="27" y="11"/>
                    <a:pt x="15" y="8"/>
                  </a:cubicBezTo>
                  <a:cubicBezTo>
                    <a:pt x="8" y="7"/>
                    <a:pt x="0" y="4"/>
                    <a:pt x="0" y="8"/>
                  </a:cubicBezTo>
                  <a:close/>
                </a:path>
              </a:pathLst>
            </a:custGeom>
            <a:solidFill>
              <a:srgbClr val="EAE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3" name="Freeform 965">
              <a:extLst>
                <a:ext uri="{FF2B5EF4-FFF2-40B4-BE49-F238E27FC236}">
                  <a16:creationId xmlns:a16="http://schemas.microsoft.com/office/drawing/2014/main" id="{6BFF5B37-81DF-4818-8469-882B58693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230"/>
              <a:ext cx="210" cy="56"/>
            </a:xfrm>
            <a:custGeom>
              <a:avLst/>
              <a:gdLst>
                <a:gd name="T0" fmla="*/ 0 w 84"/>
                <a:gd name="T1" fmla="*/ 6464 h 21"/>
                <a:gd name="T2" fmla="*/ 9300 w 84"/>
                <a:gd name="T3" fmla="*/ 7531 h 21"/>
                <a:gd name="T4" fmla="*/ 20520 w 84"/>
                <a:gd name="T5" fmla="*/ 4701 h 21"/>
                <a:gd name="T6" fmla="*/ 20520 w 84"/>
                <a:gd name="T7" fmla="*/ 397 h 21"/>
                <a:gd name="T8" fmla="*/ 11533 w 84"/>
                <a:gd name="T9" fmla="*/ 5824 h 21"/>
                <a:gd name="T10" fmla="*/ 0 w 84"/>
                <a:gd name="T11" fmla="*/ 6464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21">
                  <a:moveTo>
                    <a:pt x="0" y="18"/>
                  </a:moveTo>
                  <a:cubicBezTo>
                    <a:pt x="10" y="20"/>
                    <a:pt x="23" y="21"/>
                    <a:pt x="38" y="21"/>
                  </a:cubicBezTo>
                  <a:cubicBezTo>
                    <a:pt x="61" y="21"/>
                    <a:pt x="76" y="18"/>
                    <a:pt x="84" y="13"/>
                  </a:cubicBezTo>
                  <a:cubicBezTo>
                    <a:pt x="84" y="13"/>
                    <a:pt x="84" y="0"/>
                    <a:pt x="84" y="1"/>
                  </a:cubicBezTo>
                  <a:cubicBezTo>
                    <a:pt x="79" y="6"/>
                    <a:pt x="64" y="14"/>
                    <a:pt x="47" y="16"/>
                  </a:cubicBezTo>
                  <a:cubicBezTo>
                    <a:pt x="27" y="19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9E8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4" name="Freeform 966">
              <a:extLst>
                <a:ext uri="{FF2B5EF4-FFF2-40B4-BE49-F238E27FC236}">
                  <a16:creationId xmlns:a16="http://schemas.microsoft.com/office/drawing/2014/main" id="{9C149E8F-D84C-403B-9380-F7274B901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131"/>
              <a:ext cx="220" cy="45"/>
            </a:xfrm>
            <a:custGeom>
              <a:avLst/>
              <a:gdLst>
                <a:gd name="T0" fmla="*/ 0 w 88"/>
                <a:gd name="T1" fmla="*/ 4807 h 17"/>
                <a:gd name="T2" fmla="*/ 9300 w 88"/>
                <a:gd name="T3" fmla="*/ 5845 h 17"/>
                <a:gd name="T4" fmla="*/ 21488 w 88"/>
                <a:gd name="T5" fmla="*/ 2748 h 17"/>
                <a:gd name="T6" fmla="*/ 21488 w 88"/>
                <a:gd name="T7" fmla="*/ 0 h 17"/>
                <a:gd name="T8" fmla="*/ 12033 w 88"/>
                <a:gd name="T9" fmla="*/ 4415 h 17"/>
                <a:gd name="T10" fmla="*/ 0 w 88"/>
                <a:gd name="T11" fmla="*/ 480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7">
                  <a:moveTo>
                    <a:pt x="0" y="14"/>
                  </a:moveTo>
                  <a:cubicBezTo>
                    <a:pt x="10" y="16"/>
                    <a:pt x="23" y="17"/>
                    <a:pt x="38" y="17"/>
                  </a:cubicBezTo>
                  <a:cubicBezTo>
                    <a:pt x="61" y="17"/>
                    <a:pt x="79" y="13"/>
                    <a:pt x="88" y="8"/>
                  </a:cubicBezTo>
                  <a:cubicBezTo>
                    <a:pt x="88" y="8"/>
                    <a:pt x="88" y="0"/>
                    <a:pt x="88" y="0"/>
                  </a:cubicBezTo>
                  <a:cubicBezTo>
                    <a:pt x="82" y="5"/>
                    <a:pt x="67" y="11"/>
                    <a:pt x="49" y="13"/>
                  </a:cubicBezTo>
                  <a:cubicBezTo>
                    <a:pt x="30" y="16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9E8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5" name="Oval 967">
              <a:extLst>
                <a:ext uri="{FF2B5EF4-FFF2-40B4-BE49-F238E27FC236}">
                  <a16:creationId xmlns:a16="http://schemas.microsoft.com/office/drawing/2014/main" id="{92A1DD0C-C5C8-4081-BBD9-28098AC0C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280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6" name="Oval 968">
              <a:extLst>
                <a:ext uri="{FF2B5EF4-FFF2-40B4-BE49-F238E27FC236}">
                  <a16:creationId xmlns:a16="http://schemas.microsoft.com/office/drawing/2014/main" id="{971A9573-E01E-4E47-B71F-3899F245D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291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7" name="Oval 969">
              <a:extLst>
                <a:ext uri="{FF2B5EF4-FFF2-40B4-BE49-F238E27FC236}">
                  <a16:creationId xmlns:a16="http://schemas.microsoft.com/office/drawing/2014/main" id="{E1E678E1-BF0A-41C5-B429-93FD1D2CF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29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8" name="Oval 970">
              <a:extLst>
                <a:ext uri="{FF2B5EF4-FFF2-40B4-BE49-F238E27FC236}">
                  <a16:creationId xmlns:a16="http://schemas.microsoft.com/office/drawing/2014/main" id="{8B1E28B9-D230-4C57-8796-E9C05C37E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299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9" name="Oval 971">
              <a:extLst>
                <a:ext uri="{FF2B5EF4-FFF2-40B4-BE49-F238E27FC236}">
                  <a16:creationId xmlns:a16="http://schemas.microsoft.com/office/drawing/2014/main" id="{BF126317-5219-4618-BE15-CECDED443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280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0" name="Oval 972">
              <a:extLst>
                <a:ext uri="{FF2B5EF4-FFF2-40B4-BE49-F238E27FC236}">
                  <a16:creationId xmlns:a16="http://schemas.microsoft.com/office/drawing/2014/main" id="{7050FB56-9A82-4AB8-A651-74A96B2CD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291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1" name="Oval 973">
              <a:extLst>
                <a:ext uri="{FF2B5EF4-FFF2-40B4-BE49-F238E27FC236}">
                  <a16:creationId xmlns:a16="http://schemas.microsoft.com/office/drawing/2014/main" id="{A372010D-31A1-466A-AB48-6D5C2345C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296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2" name="Oval 974">
              <a:extLst>
                <a:ext uri="{FF2B5EF4-FFF2-40B4-BE49-F238E27FC236}">
                  <a16:creationId xmlns:a16="http://schemas.microsoft.com/office/drawing/2014/main" id="{47059F72-0BFF-4A88-B9BB-2A67CF301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299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3" name="Oval 975">
              <a:extLst>
                <a:ext uri="{FF2B5EF4-FFF2-40B4-BE49-F238E27FC236}">
                  <a16:creationId xmlns:a16="http://schemas.microsoft.com/office/drawing/2014/main" id="{5CFA0303-8616-45EF-96BF-69D751E60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302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4" name="Oval 976">
              <a:extLst>
                <a:ext uri="{FF2B5EF4-FFF2-40B4-BE49-F238E27FC236}">
                  <a16:creationId xmlns:a16="http://schemas.microsoft.com/office/drawing/2014/main" id="{32651E45-58EB-474E-89DF-976F74112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307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5" name="Oval 977">
              <a:extLst>
                <a:ext uri="{FF2B5EF4-FFF2-40B4-BE49-F238E27FC236}">
                  <a16:creationId xmlns:a16="http://schemas.microsoft.com/office/drawing/2014/main" id="{6F2C276E-650C-483A-B498-D98255BB5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31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6" name="Oval 978">
              <a:extLst>
                <a:ext uri="{FF2B5EF4-FFF2-40B4-BE49-F238E27FC236}">
                  <a16:creationId xmlns:a16="http://schemas.microsoft.com/office/drawing/2014/main" id="{EF03E0FD-F38D-4B45-A0BD-A3ADCB716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31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7" name="Oval 979">
              <a:extLst>
                <a:ext uri="{FF2B5EF4-FFF2-40B4-BE49-F238E27FC236}">
                  <a16:creationId xmlns:a16="http://schemas.microsoft.com/office/drawing/2014/main" id="{AF80A7EE-9ADF-4406-A290-A967AAFCC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307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8" name="Oval 980">
              <a:extLst>
                <a:ext uri="{FF2B5EF4-FFF2-40B4-BE49-F238E27FC236}">
                  <a16:creationId xmlns:a16="http://schemas.microsoft.com/office/drawing/2014/main" id="{0313D6D5-FF20-48DC-B140-115787035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304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9" name="Oval 981">
              <a:extLst>
                <a:ext uri="{FF2B5EF4-FFF2-40B4-BE49-F238E27FC236}">
                  <a16:creationId xmlns:a16="http://schemas.microsoft.com/office/drawing/2014/main" id="{FD59572A-9366-4BE7-B930-5162020C6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291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0" name="Oval 982">
              <a:extLst>
                <a:ext uri="{FF2B5EF4-FFF2-40B4-BE49-F238E27FC236}">
                  <a16:creationId xmlns:a16="http://schemas.microsoft.com/office/drawing/2014/main" id="{97A87DD0-1098-464D-BDD9-CEB9C2B83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320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1" name="Oval 983">
              <a:extLst>
                <a:ext uri="{FF2B5EF4-FFF2-40B4-BE49-F238E27FC236}">
                  <a16:creationId xmlns:a16="http://schemas.microsoft.com/office/drawing/2014/main" id="{E5DE3518-BDE4-47DE-B054-36B208217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331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2" name="Oval 984">
              <a:extLst>
                <a:ext uri="{FF2B5EF4-FFF2-40B4-BE49-F238E27FC236}">
                  <a16:creationId xmlns:a16="http://schemas.microsoft.com/office/drawing/2014/main" id="{15707FD9-7F5E-49F0-8721-3898FE76F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33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3" name="Oval 985">
              <a:extLst>
                <a:ext uri="{FF2B5EF4-FFF2-40B4-BE49-F238E27FC236}">
                  <a16:creationId xmlns:a16="http://schemas.microsoft.com/office/drawing/2014/main" id="{B3953419-7BB9-497F-B9FE-D50EF4F34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339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4" name="Oval 986">
              <a:extLst>
                <a:ext uri="{FF2B5EF4-FFF2-40B4-BE49-F238E27FC236}">
                  <a16:creationId xmlns:a16="http://schemas.microsoft.com/office/drawing/2014/main" id="{9D2F2B35-17B5-463A-B3E3-3CA2F0AEE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320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5" name="Oval 987">
              <a:extLst>
                <a:ext uri="{FF2B5EF4-FFF2-40B4-BE49-F238E27FC236}">
                  <a16:creationId xmlns:a16="http://schemas.microsoft.com/office/drawing/2014/main" id="{757B15C7-E1E1-44E3-ADCD-972E53A53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331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6" name="Oval 988">
              <a:extLst>
                <a:ext uri="{FF2B5EF4-FFF2-40B4-BE49-F238E27FC236}">
                  <a16:creationId xmlns:a16="http://schemas.microsoft.com/office/drawing/2014/main" id="{EB891AF9-6C0A-4429-A2AD-4547271FA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336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7" name="Oval 989">
              <a:extLst>
                <a:ext uri="{FF2B5EF4-FFF2-40B4-BE49-F238E27FC236}">
                  <a16:creationId xmlns:a16="http://schemas.microsoft.com/office/drawing/2014/main" id="{ADCF8B40-7174-4556-856E-8549BD0A2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339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8" name="Oval 990">
              <a:extLst>
                <a:ext uri="{FF2B5EF4-FFF2-40B4-BE49-F238E27FC236}">
                  <a16:creationId xmlns:a16="http://schemas.microsoft.com/office/drawing/2014/main" id="{620CEDA4-39FC-45D1-A6D5-18B452765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342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49" name="Oval 991">
              <a:extLst>
                <a:ext uri="{FF2B5EF4-FFF2-40B4-BE49-F238E27FC236}">
                  <a16:creationId xmlns:a16="http://schemas.microsoft.com/office/drawing/2014/main" id="{2C3E04A8-6C97-4EAC-ABFA-225541AD1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347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0" name="Oval 992">
              <a:extLst>
                <a:ext uri="{FF2B5EF4-FFF2-40B4-BE49-F238E27FC236}">
                  <a16:creationId xmlns:a16="http://schemas.microsoft.com/office/drawing/2014/main" id="{0CE7F0B1-8DB8-4AAE-8057-13F3D45AE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350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1" name="Oval 993">
              <a:extLst>
                <a:ext uri="{FF2B5EF4-FFF2-40B4-BE49-F238E27FC236}">
                  <a16:creationId xmlns:a16="http://schemas.microsoft.com/office/drawing/2014/main" id="{E9935482-2103-4314-AEFE-EB4ECAB71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35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2" name="Oval 994">
              <a:extLst>
                <a:ext uri="{FF2B5EF4-FFF2-40B4-BE49-F238E27FC236}">
                  <a16:creationId xmlns:a16="http://schemas.microsoft.com/office/drawing/2014/main" id="{506105E4-B4FE-4708-BD99-B9F71E585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347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3" name="Oval 995">
              <a:extLst>
                <a:ext uri="{FF2B5EF4-FFF2-40B4-BE49-F238E27FC236}">
                  <a16:creationId xmlns:a16="http://schemas.microsoft.com/office/drawing/2014/main" id="{42F46EA7-ED80-416A-9B60-09FF842F9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34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4" name="Oval 996">
              <a:extLst>
                <a:ext uri="{FF2B5EF4-FFF2-40B4-BE49-F238E27FC236}">
                  <a16:creationId xmlns:a16="http://schemas.microsoft.com/office/drawing/2014/main" id="{053A17E8-BDC0-4DAB-B64F-E28892312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331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5" name="Oval 997">
              <a:extLst>
                <a:ext uri="{FF2B5EF4-FFF2-40B4-BE49-F238E27FC236}">
                  <a16:creationId xmlns:a16="http://schemas.microsoft.com/office/drawing/2014/main" id="{D33A9FB3-B46F-43E6-B8B7-7EF9557A8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28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6" name="Oval 998">
              <a:extLst>
                <a:ext uri="{FF2B5EF4-FFF2-40B4-BE49-F238E27FC236}">
                  <a16:creationId xmlns:a16="http://schemas.microsoft.com/office/drawing/2014/main" id="{ECAB5281-E965-4E3A-AEE2-C13489590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32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7" name="Oval 999">
              <a:extLst>
                <a:ext uri="{FF2B5EF4-FFF2-40B4-BE49-F238E27FC236}">
                  <a16:creationId xmlns:a16="http://schemas.microsoft.com/office/drawing/2014/main" id="{A1367F40-59B0-4B63-9B43-4EB9E100F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35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8" name="Oval 1000">
              <a:extLst>
                <a:ext uri="{FF2B5EF4-FFF2-40B4-BE49-F238E27FC236}">
                  <a16:creationId xmlns:a16="http://schemas.microsoft.com/office/drawing/2014/main" id="{8BA3390F-C4D3-4A06-B5B9-DBE48FDEC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36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9" name="Oval 1001">
              <a:extLst>
                <a:ext uri="{FF2B5EF4-FFF2-40B4-BE49-F238E27FC236}">
                  <a16:creationId xmlns:a16="http://schemas.microsoft.com/office/drawing/2014/main" id="{C2B87AF3-63FB-4BFD-8B31-082F757FF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376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0" name="Oval 1002">
              <a:extLst>
                <a:ext uri="{FF2B5EF4-FFF2-40B4-BE49-F238E27FC236}">
                  <a16:creationId xmlns:a16="http://schemas.microsoft.com/office/drawing/2014/main" id="{3DDDBAD6-C56C-4727-8C19-3767044B7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37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1" name="Oval 1003">
              <a:extLst>
                <a:ext uri="{FF2B5EF4-FFF2-40B4-BE49-F238E27FC236}">
                  <a16:creationId xmlns:a16="http://schemas.microsoft.com/office/drawing/2014/main" id="{59954A2F-2D44-4B9C-840A-6245A6FDE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35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2" name="Oval 1004">
              <a:extLst>
                <a:ext uri="{FF2B5EF4-FFF2-40B4-BE49-F238E27FC236}">
                  <a16:creationId xmlns:a16="http://schemas.microsoft.com/office/drawing/2014/main" id="{71458866-A5EA-40F9-A4D7-3705D633F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36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3" name="Oval 1005">
              <a:extLst>
                <a:ext uri="{FF2B5EF4-FFF2-40B4-BE49-F238E27FC236}">
                  <a16:creationId xmlns:a16="http://schemas.microsoft.com/office/drawing/2014/main" id="{1D1BE363-619F-444D-A0FB-C281CD3C2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376"/>
              <a:ext cx="35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4" name="Oval 1006">
              <a:extLst>
                <a:ext uri="{FF2B5EF4-FFF2-40B4-BE49-F238E27FC236}">
                  <a16:creationId xmlns:a16="http://schemas.microsoft.com/office/drawing/2014/main" id="{F5C28C27-5D61-4E9E-ABF6-68F0291E2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37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5" name="Oval 1007">
              <a:extLst>
                <a:ext uri="{FF2B5EF4-FFF2-40B4-BE49-F238E27FC236}">
                  <a16:creationId xmlns:a16="http://schemas.microsoft.com/office/drawing/2014/main" id="{3B8B87F8-7C29-4BF0-AAF9-1BEEC4EAD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37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6" name="Oval 1008">
              <a:extLst>
                <a:ext uri="{FF2B5EF4-FFF2-40B4-BE49-F238E27FC236}">
                  <a16:creationId xmlns:a16="http://schemas.microsoft.com/office/drawing/2014/main" id="{192ACF80-537D-4B5A-AAC9-3DB8C8BFA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38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7" name="Oval 1009">
              <a:extLst>
                <a:ext uri="{FF2B5EF4-FFF2-40B4-BE49-F238E27FC236}">
                  <a16:creationId xmlns:a16="http://schemas.microsoft.com/office/drawing/2014/main" id="{004B8E5F-C4C3-430A-A7BC-D738F3BCE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38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8" name="Oval 1010">
              <a:extLst>
                <a:ext uri="{FF2B5EF4-FFF2-40B4-BE49-F238E27FC236}">
                  <a16:creationId xmlns:a16="http://schemas.microsoft.com/office/drawing/2014/main" id="{040E7210-F584-4049-8631-7F83DA315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390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69" name="Oval 1011">
              <a:extLst>
                <a:ext uri="{FF2B5EF4-FFF2-40B4-BE49-F238E27FC236}">
                  <a16:creationId xmlns:a16="http://schemas.microsoft.com/office/drawing/2014/main" id="{FB567A77-E869-4401-818B-600EA71E5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387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0" name="Oval 1012">
              <a:extLst>
                <a:ext uri="{FF2B5EF4-FFF2-40B4-BE49-F238E27FC236}">
                  <a16:creationId xmlns:a16="http://schemas.microsoft.com/office/drawing/2014/main" id="{0AA9C0BE-B4DA-4C06-AEB9-58E8A8687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382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1" name="Oval 1013">
              <a:extLst>
                <a:ext uri="{FF2B5EF4-FFF2-40B4-BE49-F238E27FC236}">
                  <a16:creationId xmlns:a16="http://schemas.microsoft.com/office/drawing/2014/main" id="{CF2D23DC-6383-411A-B324-A435A70E5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368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2" name="Oval 1014">
              <a:extLst>
                <a:ext uri="{FF2B5EF4-FFF2-40B4-BE49-F238E27FC236}">
                  <a16:creationId xmlns:a16="http://schemas.microsoft.com/office/drawing/2014/main" id="{08B0C77D-020D-4B7B-9237-BF81F2774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39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3" name="Oval 1015">
              <a:extLst>
                <a:ext uri="{FF2B5EF4-FFF2-40B4-BE49-F238E27FC236}">
                  <a16:creationId xmlns:a16="http://schemas.microsoft.com/office/drawing/2014/main" id="{E3E45697-D58A-486E-855F-D3BDA7A3A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40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4" name="Oval 1016">
              <a:extLst>
                <a:ext uri="{FF2B5EF4-FFF2-40B4-BE49-F238E27FC236}">
                  <a16:creationId xmlns:a16="http://schemas.microsoft.com/office/drawing/2014/main" id="{7AD93705-F49F-4CA8-A031-300B79096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414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5" name="Oval 1017">
              <a:extLst>
                <a:ext uri="{FF2B5EF4-FFF2-40B4-BE49-F238E27FC236}">
                  <a16:creationId xmlns:a16="http://schemas.microsoft.com/office/drawing/2014/main" id="{F74196C5-6B69-45DB-A04C-ED0AE0B5C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41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6" name="Oval 1018">
              <a:extLst>
                <a:ext uri="{FF2B5EF4-FFF2-40B4-BE49-F238E27FC236}">
                  <a16:creationId xmlns:a16="http://schemas.microsoft.com/office/drawing/2014/main" id="{18A2B2B2-56A7-4439-9CFF-589AA59C8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39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7" name="Oval 1019">
              <a:extLst>
                <a:ext uri="{FF2B5EF4-FFF2-40B4-BE49-F238E27FC236}">
                  <a16:creationId xmlns:a16="http://schemas.microsoft.com/office/drawing/2014/main" id="{24541559-DC20-4C3A-8372-61F12EF5A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40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8" name="Oval 1020">
              <a:extLst>
                <a:ext uri="{FF2B5EF4-FFF2-40B4-BE49-F238E27FC236}">
                  <a16:creationId xmlns:a16="http://schemas.microsoft.com/office/drawing/2014/main" id="{85DB538C-C888-4E04-B099-ECF0D08AC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414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9" name="Oval 1021">
              <a:extLst>
                <a:ext uri="{FF2B5EF4-FFF2-40B4-BE49-F238E27FC236}">
                  <a16:creationId xmlns:a16="http://schemas.microsoft.com/office/drawing/2014/main" id="{C51914B5-C2E1-4227-8D34-897D3EEE4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41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0" name="Oval 1022">
              <a:extLst>
                <a:ext uri="{FF2B5EF4-FFF2-40B4-BE49-F238E27FC236}">
                  <a16:creationId xmlns:a16="http://schemas.microsoft.com/office/drawing/2014/main" id="{2835F6C2-A7EC-4076-9062-D0EDEC656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41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1" name="Oval 1023">
              <a:extLst>
                <a:ext uri="{FF2B5EF4-FFF2-40B4-BE49-F238E27FC236}">
                  <a16:creationId xmlns:a16="http://schemas.microsoft.com/office/drawing/2014/main" id="{3B397D13-D57B-418B-BC81-B2BE5D13B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42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2" name="Oval 1024">
              <a:extLst>
                <a:ext uri="{FF2B5EF4-FFF2-40B4-BE49-F238E27FC236}">
                  <a16:creationId xmlns:a16="http://schemas.microsoft.com/office/drawing/2014/main" id="{E9380648-F4AF-4959-9735-B0E8F2F83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42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3" name="Oval 1025">
              <a:extLst>
                <a:ext uri="{FF2B5EF4-FFF2-40B4-BE49-F238E27FC236}">
                  <a16:creationId xmlns:a16="http://schemas.microsoft.com/office/drawing/2014/main" id="{47C9E34F-86F2-4677-8589-B9ADBDA84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42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4" name="Oval 1026">
              <a:extLst>
                <a:ext uri="{FF2B5EF4-FFF2-40B4-BE49-F238E27FC236}">
                  <a16:creationId xmlns:a16="http://schemas.microsoft.com/office/drawing/2014/main" id="{2DB85E70-2557-407A-ADDA-5A5DD3DD7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427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5" name="Oval 1027">
              <a:extLst>
                <a:ext uri="{FF2B5EF4-FFF2-40B4-BE49-F238E27FC236}">
                  <a16:creationId xmlns:a16="http://schemas.microsoft.com/office/drawing/2014/main" id="{0B77A0F1-FBC3-4AF2-9619-98F42DF29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422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6" name="Oval 1028">
              <a:extLst>
                <a:ext uri="{FF2B5EF4-FFF2-40B4-BE49-F238E27FC236}">
                  <a16:creationId xmlns:a16="http://schemas.microsoft.com/office/drawing/2014/main" id="{C3069098-C670-4807-9563-56B327271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40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7" name="Oval 1029">
              <a:extLst>
                <a:ext uri="{FF2B5EF4-FFF2-40B4-BE49-F238E27FC236}">
                  <a16:creationId xmlns:a16="http://schemas.microsoft.com/office/drawing/2014/main" id="{96BDBCB0-BDD2-44D4-B7D8-627F11EAD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36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8" name="Oval 1030">
              <a:extLst>
                <a:ext uri="{FF2B5EF4-FFF2-40B4-BE49-F238E27FC236}">
                  <a16:creationId xmlns:a16="http://schemas.microsoft.com/office/drawing/2014/main" id="{8B75D807-3F51-4239-913A-0C7B715C4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40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9" name="Oval 1031">
              <a:extLst>
                <a:ext uri="{FF2B5EF4-FFF2-40B4-BE49-F238E27FC236}">
                  <a16:creationId xmlns:a16="http://schemas.microsoft.com/office/drawing/2014/main" id="{27A76F39-C3F1-4A6D-AF60-298B726EA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43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0" name="Oval 1032">
              <a:extLst>
                <a:ext uri="{FF2B5EF4-FFF2-40B4-BE49-F238E27FC236}">
                  <a16:creationId xmlns:a16="http://schemas.microsoft.com/office/drawing/2014/main" id="{144AACB1-5A67-42D0-98A9-4577AA30A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44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1" name="Oval 1033">
              <a:extLst>
                <a:ext uri="{FF2B5EF4-FFF2-40B4-BE49-F238E27FC236}">
                  <a16:creationId xmlns:a16="http://schemas.microsoft.com/office/drawing/2014/main" id="{367B57F4-0EC0-488E-8A1F-C45C85FBB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454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2" name="Oval 1034">
              <a:extLst>
                <a:ext uri="{FF2B5EF4-FFF2-40B4-BE49-F238E27FC236}">
                  <a16:creationId xmlns:a16="http://schemas.microsoft.com/office/drawing/2014/main" id="{C5C08C72-97D0-4279-8C3D-3E52FD02D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45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3" name="Oval 1035">
              <a:extLst>
                <a:ext uri="{FF2B5EF4-FFF2-40B4-BE49-F238E27FC236}">
                  <a16:creationId xmlns:a16="http://schemas.microsoft.com/office/drawing/2014/main" id="{A9EEA817-27FB-4DFD-B054-25EA7D652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43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4" name="Oval 1036">
              <a:extLst>
                <a:ext uri="{FF2B5EF4-FFF2-40B4-BE49-F238E27FC236}">
                  <a16:creationId xmlns:a16="http://schemas.microsoft.com/office/drawing/2014/main" id="{B62A461C-0EF8-4E7D-A08D-AABF6B009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44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5" name="Oval 1037">
              <a:extLst>
                <a:ext uri="{FF2B5EF4-FFF2-40B4-BE49-F238E27FC236}">
                  <a16:creationId xmlns:a16="http://schemas.microsoft.com/office/drawing/2014/main" id="{6A3BB67B-2EB4-44D3-B064-200F397C5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454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6" name="Oval 1038">
              <a:extLst>
                <a:ext uri="{FF2B5EF4-FFF2-40B4-BE49-F238E27FC236}">
                  <a16:creationId xmlns:a16="http://schemas.microsoft.com/office/drawing/2014/main" id="{437B6E0F-2C28-4D03-AC01-3EA25AFCA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45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7" name="Oval 1039">
              <a:extLst>
                <a:ext uri="{FF2B5EF4-FFF2-40B4-BE49-F238E27FC236}">
                  <a16:creationId xmlns:a16="http://schemas.microsoft.com/office/drawing/2014/main" id="{E2E799DB-B373-40E8-8544-1E00D850A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45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8" name="Oval 1040">
              <a:extLst>
                <a:ext uri="{FF2B5EF4-FFF2-40B4-BE49-F238E27FC236}">
                  <a16:creationId xmlns:a16="http://schemas.microsoft.com/office/drawing/2014/main" id="{CA0B9425-65D4-4868-9227-A0AEB92CA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46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99" name="Oval 1041">
              <a:extLst>
                <a:ext uri="{FF2B5EF4-FFF2-40B4-BE49-F238E27FC236}">
                  <a16:creationId xmlns:a16="http://schemas.microsoft.com/office/drawing/2014/main" id="{F90ED4F6-EF73-497E-AEAD-0E9B132DF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46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0" name="Oval 1042">
              <a:extLst>
                <a:ext uri="{FF2B5EF4-FFF2-40B4-BE49-F238E27FC236}">
                  <a16:creationId xmlns:a16="http://schemas.microsoft.com/office/drawing/2014/main" id="{62A56DDC-B2C4-4016-A28F-4141F1EF8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46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1" name="Oval 1043">
              <a:extLst>
                <a:ext uri="{FF2B5EF4-FFF2-40B4-BE49-F238E27FC236}">
                  <a16:creationId xmlns:a16="http://schemas.microsoft.com/office/drawing/2014/main" id="{3F07433C-4D71-469B-922C-9A0AC8AA5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467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2" name="Oval 1044">
              <a:extLst>
                <a:ext uri="{FF2B5EF4-FFF2-40B4-BE49-F238E27FC236}">
                  <a16:creationId xmlns:a16="http://schemas.microsoft.com/office/drawing/2014/main" id="{DEF176DF-24C0-43F0-9515-DECB9B57E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462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3" name="Oval 1045">
              <a:extLst>
                <a:ext uri="{FF2B5EF4-FFF2-40B4-BE49-F238E27FC236}">
                  <a16:creationId xmlns:a16="http://schemas.microsoft.com/office/drawing/2014/main" id="{E5D0B6D7-BB6F-4E67-964F-484574346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44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4" name="Oval 1046">
              <a:extLst>
                <a:ext uri="{FF2B5EF4-FFF2-40B4-BE49-F238E27FC236}">
                  <a16:creationId xmlns:a16="http://schemas.microsoft.com/office/drawing/2014/main" id="{1CF4759F-72E1-4AB5-8949-2E53D142A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478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5" name="Oval 1047">
              <a:extLst>
                <a:ext uri="{FF2B5EF4-FFF2-40B4-BE49-F238E27FC236}">
                  <a16:creationId xmlns:a16="http://schemas.microsoft.com/office/drawing/2014/main" id="{2E2A4E31-9893-4864-A35E-2CF62AD51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48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6" name="Oval 1048">
              <a:extLst>
                <a:ext uri="{FF2B5EF4-FFF2-40B4-BE49-F238E27FC236}">
                  <a16:creationId xmlns:a16="http://schemas.microsoft.com/office/drawing/2014/main" id="{C3E34B5E-CD6F-41C0-99D3-751990B78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494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7" name="Oval 1049">
              <a:extLst>
                <a:ext uri="{FF2B5EF4-FFF2-40B4-BE49-F238E27FC236}">
                  <a16:creationId xmlns:a16="http://schemas.microsoft.com/office/drawing/2014/main" id="{AFB9D734-2C4B-462B-9158-C6DBF43ED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49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8" name="Oval 1050">
              <a:extLst>
                <a:ext uri="{FF2B5EF4-FFF2-40B4-BE49-F238E27FC236}">
                  <a16:creationId xmlns:a16="http://schemas.microsoft.com/office/drawing/2014/main" id="{433E2F31-32E0-4239-BF40-C84C8779C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478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09" name="Oval 1051">
              <a:extLst>
                <a:ext uri="{FF2B5EF4-FFF2-40B4-BE49-F238E27FC236}">
                  <a16:creationId xmlns:a16="http://schemas.microsoft.com/office/drawing/2014/main" id="{1856E79B-71BB-43C2-84F1-678D214D3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48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0" name="Oval 1052">
              <a:extLst>
                <a:ext uri="{FF2B5EF4-FFF2-40B4-BE49-F238E27FC236}">
                  <a16:creationId xmlns:a16="http://schemas.microsoft.com/office/drawing/2014/main" id="{A1E48EA7-1602-4698-BB0C-75DCCA745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494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1" name="Oval 1053">
              <a:extLst>
                <a:ext uri="{FF2B5EF4-FFF2-40B4-BE49-F238E27FC236}">
                  <a16:creationId xmlns:a16="http://schemas.microsoft.com/office/drawing/2014/main" id="{EEEBE791-E55D-45DA-8676-0E19B46D4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49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2" name="Oval 1054">
              <a:extLst>
                <a:ext uri="{FF2B5EF4-FFF2-40B4-BE49-F238E27FC236}">
                  <a16:creationId xmlns:a16="http://schemas.microsoft.com/office/drawing/2014/main" id="{508051FB-A9A5-4FF4-B0D9-0F68FC286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499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3" name="Oval 1055">
              <a:extLst>
                <a:ext uri="{FF2B5EF4-FFF2-40B4-BE49-F238E27FC236}">
                  <a16:creationId xmlns:a16="http://schemas.microsoft.com/office/drawing/2014/main" id="{C2FBD754-6ED3-40B1-A774-ABB14C190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50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4" name="Oval 1056">
              <a:extLst>
                <a:ext uri="{FF2B5EF4-FFF2-40B4-BE49-F238E27FC236}">
                  <a16:creationId xmlns:a16="http://schemas.microsoft.com/office/drawing/2014/main" id="{42CC3B2F-C8C5-48BC-8075-4DAAD0A5E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49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5" name="Oval 1057">
              <a:extLst>
                <a:ext uri="{FF2B5EF4-FFF2-40B4-BE49-F238E27FC236}">
                  <a16:creationId xmlns:a16="http://schemas.microsoft.com/office/drawing/2014/main" id="{CD9BFAF0-A36C-4210-A4BD-B4A8112A0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48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6" name="Oval 1058">
              <a:extLst>
                <a:ext uri="{FF2B5EF4-FFF2-40B4-BE49-F238E27FC236}">
                  <a16:creationId xmlns:a16="http://schemas.microsoft.com/office/drawing/2014/main" id="{EA0E73EE-86AE-40DB-B8CF-5D7158BBF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44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7" name="Oval 1059">
              <a:extLst>
                <a:ext uri="{FF2B5EF4-FFF2-40B4-BE49-F238E27FC236}">
                  <a16:creationId xmlns:a16="http://schemas.microsoft.com/office/drawing/2014/main" id="{39D14480-A00C-4D27-9C4D-3A1384210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48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8" name="Oval 1060">
              <a:extLst>
                <a:ext uri="{FF2B5EF4-FFF2-40B4-BE49-F238E27FC236}">
                  <a16:creationId xmlns:a16="http://schemas.microsoft.com/office/drawing/2014/main" id="{3417A74A-1FE7-45BB-95F6-797CE183F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515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9" name="Oval 1061">
              <a:extLst>
                <a:ext uri="{FF2B5EF4-FFF2-40B4-BE49-F238E27FC236}">
                  <a16:creationId xmlns:a16="http://schemas.microsoft.com/office/drawing/2014/main" id="{43D46D27-09DA-4E1C-91C7-D5435102E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52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0" name="Oval 1062">
              <a:extLst>
                <a:ext uri="{FF2B5EF4-FFF2-40B4-BE49-F238E27FC236}">
                  <a16:creationId xmlns:a16="http://schemas.microsoft.com/office/drawing/2014/main" id="{0E248478-6898-4448-B0F3-23F09D25F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534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1" name="Oval 1063">
              <a:extLst>
                <a:ext uri="{FF2B5EF4-FFF2-40B4-BE49-F238E27FC236}">
                  <a16:creationId xmlns:a16="http://schemas.microsoft.com/office/drawing/2014/main" id="{B772BB3D-9087-4548-B091-E85289855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536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2" name="Oval 1064">
              <a:extLst>
                <a:ext uri="{FF2B5EF4-FFF2-40B4-BE49-F238E27FC236}">
                  <a16:creationId xmlns:a16="http://schemas.microsoft.com/office/drawing/2014/main" id="{D7B5A99E-0542-44D8-A032-2F9FB1E5A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515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3" name="Oval 1065">
              <a:extLst>
                <a:ext uri="{FF2B5EF4-FFF2-40B4-BE49-F238E27FC236}">
                  <a16:creationId xmlns:a16="http://schemas.microsoft.com/office/drawing/2014/main" id="{CF0A9EB6-CDB7-4AF9-9A5E-DD1352EE6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52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4" name="Oval 1066">
              <a:extLst>
                <a:ext uri="{FF2B5EF4-FFF2-40B4-BE49-F238E27FC236}">
                  <a16:creationId xmlns:a16="http://schemas.microsoft.com/office/drawing/2014/main" id="{71B1307E-FA51-460C-B7BB-A25361378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534"/>
              <a:ext cx="35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5" name="Oval 1067">
              <a:extLst>
                <a:ext uri="{FF2B5EF4-FFF2-40B4-BE49-F238E27FC236}">
                  <a16:creationId xmlns:a16="http://schemas.microsoft.com/office/drawing/2014/main" id="{559AB99C-32AD-4DED-8111-8845B8ACE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536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6" name="Oval 1068">
              <a:extLst>
                <a:ext uri="{FF2B5EF4-FFF2-40B4-BE49-F238E27FC236}">
                  <a16:creationId xmlns:a16="http://schemas.microsoft.com/office/drawing/2014/main" id="{965355AF-041B-44F8-8809-4A6A7D8ED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536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7" name="Oval 1069">
              <a:extLst>
                <a:ext uri="{FF2B5EF4-FFF2-40B4-BE49-F238E27FC236}">
                  <a16:creationId xmlns:a16="http://schemas.microsoft.com/office/drawing/2014/main" id="{CF1AF27E-462B-4718-A5DD-9AC2CD5E0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54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8" name="Oval 1070">
              <a:extLst>
                <a:ext uri="{FF2B5EF4-FFF2-40B4-BE49-F238E27FC236}">
                  <a16:creationId xmlns:a16="http://schemas.microsoft.com/office/drawing/2014/main" id="{687CB124-8B61-409B-AA1A-6BEC52666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54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9" name="Oval 1071">
              <a:extLst>
                <a:ext uri="{FF2B5EF4-FFF2-40B4-BE49-F238E27FC236}">
                  <a16:creationId xmlns:a16="http://schemas.microsoft.com/office/drawing/2014/main" id="{2210D6B0-B94D-4D20-8CDF-716FC8C27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54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0" name="Oval 1072">
              <a:extLst>
                <a:ext uri="{FF2B5EF4-FFF2-40B4-BE49-F238E27FC236}">
                  <a16:creationId xmlns:a16="http://schemas.microsoft.com/office/drawing/2014/main" id="{3B2F3986-14D7-4AB2-A71F-B53B54C0A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54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1" name="Oval 1073">
              <a:extLst>
                <a:ext uri="{FF2B5EF4-FFF2-40B4-BE49-F238E27FC236}">
                  <a16:creationId xmlns:a16="http://schemas.microsoft.com/office/drawing/2014/main" id="{4BF5B5A2-05A3-4B04-A30F-F044F29EF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539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2" name="Oval 1074">
              <a:extLst>
                <a:ext uri="{FF2B5EF4-FFF2-40B4-BE49-F238E27FC236}">
                  <a16:creationId xmlns:a16="http://schemas.microsoft.com/office/drawing/2014/main" id="{C2E5B5ED-C6C0-4882-81D3-974246FB6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52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3" name="Oval 1075">
              <a:extLst>
                <a:ext uri="{FF2B5EF4-FFF2-40B4-BE49-F238E27FC236}">
                  <a16:creationId xmlns:a16="http://schemas.microsoft.com/office/drawing/2014/main" id="{AD64F95F-2719-4F8C-9F38-5A9FF8961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555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4" name="Oval 1076">
              <a:extLst>
                <a:ext uri="{FF2B5EF4-FFF2-40B4-BE49-F238E27FC236}">
                  <a16:creationId xmlns:a16="http://schemas.microsoft.com/office/drawing/2014/main" id="{D4687C76-8E07-406B-B77D-894E1083F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56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5" name="Oval 1077">
              <a:extLst>
                <a:ext uri="{FF2B5EF4-FFF2-40B4-BE49-F238E27FC236}">
                  <a16:creationId xmlns:a16="http://schemas.microsoft.com/office/drawing/2014/main" id="{1512A629-FC87-4A70-883E-621A18011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571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6" name="Oval 1078">
              <a:extLst>
                <a:ext uri="{FF2B5EF4-FFF2-40B4-BE49-F238E27FC236}">
                  <a16:creationId xmlns:a16="http://schemas.microsoft.com/office/drawing/2014/main" id="{A8FB1A4E-4D26-4E79-8DA3-34A0C82C6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574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7" name="Oval 1079">
              <a:extLst>
                <a:ext uri="{FF2B5EF4-FFF2-40B4-BE49-F238E27FC236}">
                  <a16:creationId xmlns:a16="http://schemas.microsoft.com/office/drawing/2014/main" id="{69D736C3-DA09-4B18-A9A1-5D021A715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555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8" name="Oval 1080">
              <a:extLst>
                <a:ext uri="{FF2B5EF4-FFF2-40B4-BE49-F238E27FC236}">
                  <a16:creationId xmlns:a16="http://schemas.microsoft.com/office/drawing/2014/main" id="{690F5F71-437B-406C-9890-32B608210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56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9" name="Oval 1081">
              <a:extLst>
                <a:ext uri="{FF2B5EF4-FFF2-40B4-BE49-F238E27FC236}">
                  <a16:creationId xmlns:a16="http://schemas.microsoft.com/office/drawing/2014/main" id="{441BD503-E213-4725-A9BB-CB41AF05E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571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0" name="Oval 1082">
              <a:extLst>
                <a:ext uri="{FF2B5EF4-FFF2-40B4-BE49-F238E27FC236}">
                  <a16:creationId xmlns:a16="http://schemas.microsoft.com/office/drawing/2014/main" id="{620FBA75-5ABD-4C39-B67F-E5AC23893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574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1" name="Oval 1083">
              <a:extLst>
                <a:ext uri="{FF2B5EF4-FFF2-40B4-BE49-F238E27FC236}">
                  <a16:creationId xmlns:a16="http://schemas.microsoft.com/office/drawing/2014/main" id="{0BDBA2FB-9318-44EE-BCEE-AF0231E51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576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2" name="Oval 1084">
              <a:extLst>
                <a:ext uri="{FF2B5EF4-FFF2-40B4-BE49-F238E27FC236}">
                  <a16:creationId xmlns:a16="http://schemas.microsoft.com/office/drawing/2014/main" id="{DA0B547D-A819-46A2-8F23-8394DBA16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58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3" name="Oval 1085">
              <a:extLst>
                <a:ext uri="{FF2B5EF4-FFF2-40B4-BE49-F238E27FC236}">
                  <a16:creationId xmlns:a16="http://schemas.microsoft.com/office/drawing/2014/main" id="{23F78828-2C0E-4006-9049-399A0BD8B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58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4" name="Oval 1086">
              <a:extLst>
                <a:ext uri="{FF2B5EF4-FFF2-40B4-BE49-F238E27FC236}">
                  <a16:creationId xmlns:a16="http://schemas.microsoft.com/office/drawing/2014/main" id="{1588EBC8-CAA8-45F5-ACC1-4020E257D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58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5" name="Oval 1087">
              <a:extLst>
                <a:ext uri="{FF2B5EF4-FFF2-40B4-BE49-F238E27FC236}">
                  <a16:creationId xmlns:a16="http://schemas.microsoft.com/office/drawing/2014/main" id="{9A033A6D-F5C6-43D8-ABB9-91AC22688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58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6" name="Oval 1088">
              <a:extLst>
                <a:ext uri="{FF2B5EF4-FFF2-40B4-BE49-F238E27FC236}">
                  <a16:creationId xmlns:a16="http://schemas.microsoft.com/office/drawing/2014/main" id="{0E29E878-D281-4A0E-BF8C-CE446768A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579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7" name="Oval 1089">
              <a:extLst>
                <a:ext uri="{FF2B5EF4-FFF2-40B4-BE49-F238E27FC236}">
                  <a16:creationId xmlns:a16="http://schemas.microsoft.com/office/drawing/2014/main" id="{A4D16ED5-5623-4DB4-B6A6-6D17FB892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56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8" name="Oval 1090">
              <a:extLst>
                <a:ext uri="{FF2B5EF4-FFF2-40B4-BE49-F238E27FC236}">
                  <a16:creationId xmlns:a16="http://schemas.microsoft.com/office/drawing/2014/main" id="{1B5D2207-377D-4C5A-90C6-9A720371E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52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9" name="Oval 1091">
              <a:extLst>
                <a:ext uri="{FF2B5EF4-FFF2-40B4-BE49-F238E27FC236}">
                  <a16:creationId xmlns:a16="http://schemas.microsoft.com/office/drawing/2014/main" id="{5B1F5F2A-2B06-4E5D-B3D1-FFABC4AA7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563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0" name="Oval 1092">
              <a:extLst>
                <a:ext uri="{FF2B5EF4-FFF2-40B4-BE49-F238E27FC236}">
                  <a16:creationId xmlns:a16="http://schemas.microsoft.com/office/drawing/2014/main" id="{27C7067B-9B1A-4E2F-A49A-222F5CFC8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50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1" name="Oval 1093">
              <a:extLst>
                <a:ext uri="{FF2B5EF4-FFF2-40B4-BE49-F238E27FC236}">
                  <a16:creationId xmlns:a16="http://schemas.microsoft.com/office/drawing/2014/main" id="{CCBD12BE-8140-498A-B643-F78E31BA1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50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2" name="Oval 1094">
              <a:extLst>
                <a:ext uri="{FF2B5EF4-FFF2-40B4-BE49-F238E27FC236}">
                  <a16:creationId xmlns:a16="http://schemas.microsoft.com/office/drawing/2014/main" id="{334D2B3A-4803-420D-8918-CBCBB4FF1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504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3" name="Oval 1095">
              <a:extLst>
                <a:ext uri="{FF2B5EF4-FFF2-40B4-BE49-F238E27FC236}">
                  <a16:creationId xmlns:a16="http://schemas.microsoft.com/office/drawing/2014/main" id="{35C5B193-97F2-4966-9661-2C8C1A602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595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4" name="Oval 1096">
              <a:extLst>
                <a:ext uri="{FF2B5EF4-FFF2-40B4-BE49-F238E27FC236}">
                  <a16:creationId xmlns:a16="http://schemas.microsoft.com/office/drawing/2014/main" id="{53D66F49-4CFE-492C-A8C8-B5845F758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60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5" name="Oval 1097">
              <a:extLst>
                <a:ext uri="{FF2B5EF4-FFF2-40B4-BE49-F238E27FC236}">
                  <a16:creationId xmlns:a16="http://schemas.microsoft.com/office/drawing/2014/main" id="{81DDA78C-667B-47E2-BBFA-0FF0C261E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611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6" name="Oval 1098">
              <a:extLst>
                <a:ext uri="{FF2B5EF4-FFF2-40B4-BE49-F238E27FC236}">
                  <a16:creationId xmlns:a16="http://schemas.microsoft.com/office/drawing/2014/main" id="{3DB40409-09AE-459A-ACBA-4A8FBED0D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614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7" name="Oval 1099">
              <a:extLst>
                <a:ext uri="{FF2B5EF4-FFF2-40B4-BE49-F238E27FC236}">
                  <a16:creationId xmlns:a16="http://schemas.microsoft.com/office/drawing/2014/main" id="{17070E42-C244-4F2F-ACF5-4DA7EBBFA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595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8" name="Oval 1100">
              <a:extLst>
                <a:ext uri="{FF2B5EF4-FFF2-40B4-BE49-F238E27FC236}">
                  <a16:creationId xmlns:a16="http://schemas.microsoft.com/office/drawing/2014/main" id="{BC7BFE68-7363-4C68-BFF9-20429E3F1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60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9" name="Oval 1101">
              <a:extLst>
                <a:ext uri="{FF2B5EF4-FFF2-40B4-BE49-F238E27FC236}">
                  <a16:creationId xmlns:a16="http://schemas.microsoft.com/office/drawing/2014/main" id="{D23E2E01-992F-4879-BB45-1611E3E45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611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0" name="Oval 1102">
              <a:extLst>
                <a:ext uri="{FF2B5EF4-FFF2-40B4-BE49-F238E27FC236}">
                  <a16:creationId xmlns:a16="http://schemas.microsoft.com/office/drawing/2014/main" id="{B3C08FA6-9289-45FA-BD5B-6F0573BDD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614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1" name="Oval 1103">
              <a:extLst>
                <a:ext uri="{FF2B5EF4-FFF2-40B4-BE49-F238E27FC236}">
                  <a16:creationId xmlns:a16="http://schemas.microsoft.com/office/drawing/2014/main" id="{2A3F180E-B62C-4D1F-B525-BD66C47D2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616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2" name="Oval 1104">
              <a:extLst>
                <a:ext uri="{FF2B5EF4-FFF2-40B4-BE49-F238E27FC236}">
                  <a16:creationId xmlns:a16="http://schemas.microsoft.com/office/drawing/2014/main" id="{9AF171E5-C442-44DF-AA0A-C65CE74DB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62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3" name="Oval 1105">
              <a:extLst>
                <a:ext uri="{FF2B5EF4-FFF2-40B4-BE49-F238E27FC236}">
                  <a16:creationId xmlns:a16="http://schemas.microsoft.com/office/drawing/2014/main" id="{911594C7-4CC1-4878-935A-BC6169A7D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624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4" name="Oval 1106">
              <a:extLst>
                <a:ext uri="{FF2B5EF4-FFF2-40B4-BE49-F238E27FC236}">
                  <a16:creationId xmlns:a16="http://schemas.microsoft.com/office/drawing/2014/main" id="{515B7763-372D-47CD-9011-1A2A84B27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62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5" name="Oval 1107">
              <a:extLst>
                <a:ext uri="{FF2B5EF4-FFF2-40B4-BE49-F238E27FC236}">
                  <a16:creationId xmlns:a16="http://schemas.microsoft.com/office/drawing/2014/main" id="{F340B248-927B-4163-B31B-DC45A4710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622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6" name="Oval 1108">
              <a:extLst>
                <a:ext uri="{FF2B5EF4-FFF2-40B4-BE49-F238E27FC236}">
                  <a16:creationId xmlns:a16="http://schemas.microsoft.com/office/drawing/2014/main" id="{0B183F1F-6B33-4DCD-A36E-8CB96C001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61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7" name="Oval 1109">
              <a:extLst>
                <a:ext uri="{FF2B5EF4-FFF2-40B4-BE49-F238E27FC236}">
                  <a16:creationId xmlns:a16="http://schemas.microsoft.com/office/drawing/2014/main" id="{F588126F-456E-4509-8442-276908FA0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60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8" name="Oval 1110">
              <a:extLst>
                <a:ext uri="{FF2B5EF4-FFF2-40B4-BE49-F238E27FC236}">
                  <a16:creationId xmlns:a16="http://schemas.microsoft.com/office/drawing/2014/main" id="{C3C298F3-C18C-4BDD-AA11-AC0AA89EA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635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9" name="Oval 1111">
              <a:extLst>
                <a:ext uri="{FF2B5EF4-FFF2-40B4-BE49-F238E27FC236}">
                  <a16:creationId xmlns:a16="http://schemas.microsoft.com/office/drawing/2014/main" id="{50591E9F-C586-4B6F-88BF-832C0A0A9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64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0" name="Oval 1112">
              <a:extLst>
                <a:ext uri="{FF2B5EF4-FFF2-40B4-BE49-F238E27FC236}">
                  <a16:creationId xmlns:a16="http://schemas.microsoft.com/office/drawing/2014/main" id="{DA5A99AD-6C4B-4A4A-AF7E-4603B2FD6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651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1" name="Oval 1113">
              <a:extLst>
                <a:ext uri="{FF2B5EF4-FFF2-40B4-BE49-F238E27FC236}">
                  <a16:creationId xmlns:a16="http://schemas.microsoft.com/office/drawing/2014/main" id="{B64117FE-4028-4763-B594-6BA4A03E3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654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2" name="Oval 1114">
              <a:extLst>
                <a:ext uri="{FF2B5EF4-FFF2-40B4-BE49-F238E27FC236}">
                  <a16:creationId xmlns:a16="http://schemas.microsoft.com/office/drawing/2014/main" id="{E6834A8C-8DCC-45EC-8E06-677CD0D54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635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3" name="Oval 1115">
              <a:extLst>
                <a:ext uri="{FF2B5EF4-FFF2-40B4-BE49-F238E27FC236}">
                  <a16:creationId xmlns:a16="http://schemas.microsoft.com/office/drawing/2014/main" id="{983A5202-DC73-4BCD-8E99-B27EFF90D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64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4" name="Oval 1116">
              <a:extLst>
                <a:ext uri="{FF2B5EF4-FFF2-40B4-BE49-F238E27FC236}">
                  <a16:creationId xmlns:a16="http://schemas.microsoft.com/office/drawing/2014/main" id="{BB30C749-13A6-4C17-A3EF-B30F597D3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651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5" name="Oval 1117">
              <a:extLst>
                <a:ext uri="{FF2B5EF4-FFF2-40B4-BE49-F238E27FC236}">
                  <a16:creationId xmlns:a16="http://schemas.microsoft.com/office/drawing/2014/main" id="{E13CF606-5CCE-49CF-9668-876B803D1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654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6" name="Oval 1118">
              <a:extLst>
                <a:ext uri="{FF2B5EF4-FFF2-40B4-BE49-F238E27FC236}">
                  <a16:creationId xmlns:a16="http://schemas.microsoft.com/office/drawing/2014/main" id="{3A1D3C71-4DC6-43AC-BFC5-259FACDC9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656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7" name="Oval 1119">
              <a:extLst>
                <a:ext uri="{FF2B5EF4-FFF2-40B4-BE49-F238E27FC236}">
                  <a16:creationId xmlns:a16="http://schemas.microsoft.com/office/drawing/2014/main" id="{C4CEDF9C-24A0-44BF-BDBA-E3D048CD1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66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8" name="Oval 1120">
              <a:extLst>
                <a:ext uri="{FF2B5EF4-FFF2-40B4-BE49-F238E27FC236}">
                  <a16:creationId xmlns:a16="http://schemas.microsoft.com/office/drawing/2014/main" id="{125FE76C-9E91-46B5-91D0-A1153E8C3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664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9" name="Oval 1121">
              <a:extLst>
                <a:ext uri="{FF2B5EF4-FFF2-40B4-BE49-F238E27FC236}">
                  <a16:creationId xmlns:a16="http://schemas.microsoft.com/office/drawing/2014/main" id="{71AE0152-1F40-4496-A8D2-C468FEE11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66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0" name="Oval 1122">
              <a:extLst>
                <a:ext uri="{FF2B5EF4-FFF2-40B4-BE49-F238E27FC236}">
                  <a16:creationId xmlns:a16="http://schemas.microsoft.com/office/drawing/2014/main" id="{7A2FFFD8-3309-4951-A583-522DB2108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662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1" name="Oval 1123">
              <a:extLst>
                <a:ext uri="{FF2B5EF4-FFF2-40B4-BE49-F238E27FC236}">
                  <a16:creationId xmlns:a16="http://schemas.microsoft.com/office/drawing/2014/main" id="{29B2EE8B-1F2E-4887-A7DF-0AA442D18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65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2" name="Oval 1124">
              <a:extLst>
                <a:ext uri="{FF2B5EF4-FFF2-40B4-BE49-F238E27FC236}">
                  <a16:creationId xmlns:a16="http://schemas.microsoft.com/office/drawing/2014/main" id="{F955CF0B-92C5-400C-96A5-0CCD4881B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64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3" name="Oval 1125">
              <a:extLst>
                <a:ext uri="{FF2B5EF4-FFF2-40B4-BE49-F238E27FC236}">
                  <a16:creationId xmlns:a16="http://schemas.microsoft.com/office/drawing/2014/main" id="{F45F4F6E-6C60-4BC0-A670-FF0F1F1BC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603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4" name="Oval 1126">
              <a:extLst>
                <a:ext uri="{FF2B5EF4-FFF2-40B4-BE49-F238E27FC236}">
                  <a16:creationId xmlns:a16="http://schemas.microsoft.com/office/drawing/2014/main" id="{08B3C724-1E28-407B-B3C1-1C2FB1B0E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64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5" name="Oval 1127">
              <a:extLst>
                <a:ext uri="{FF2B5EF4-FFF2-40B4-BE49-F238E27FC236}">
                  <a16:creationId xmlns:a16="http://schemas.microsoft.com/office/drawing/2014/main" id="{CD07BDF1-690D-44AC-8544-12D1BCC96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672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6" name="Oval 1128">
              <a:extLst>
                <a:ext uri="{FF2B5EF4-FFF2-40B4-BE49-F238E27FC236}">
                  <a16:creationId xmlns:a16="http://schemas.microsoft.com/office/drawing/2014/main" id="{E2A32548-ACDD-45D4-B7A8-ACF8F64F0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683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7" name="Oval 1129">
              <a:extLst>
                <a:ext uri="{FF2B5EF4-FFF2-40B4-BE49-F238E27FC236}">
                  <a16:creationId xmlns:a16="http://schemas.microsoft.com/office/drawing/2014/main" id="{0E10FBEF-97E9-4072-B184-A20351239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68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8" name="Oval 1130">
              <a:extLst>
                <a:ext uri="{FF2B5EF4-FFF2-40B4-BE49-F238E27FC236}">
                  <a16:creationId xmlns:a16="http://schemas.microsoft.com/office/drawing/2014/main" id="{5EFABAF3-3ADF-431A-8607-FD03D2457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691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9" name="Oval 1131">
              <a:extLst>
                <a:ext uri="{FF2B5EF4-FFF2-40B4-BE49-F238E27FC236}">
                  <a16:creationId xmlns:a16="http://schemas.microsoft.com/office/drawing/2014/main" id="{BB390564-C97B-4720-BEA7-3C52C039C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672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0" name="Oval 1132">
              <a:extLst>
                <a:ext uri="{FF2B5EF4-FFF2-40B4-BE49-F238E27FC236}">
                  <a16:creationId xmlns:a16="http://schemas.microsoft.com/office/drawing/2014/main" id="{C9B48CE4-C06C-4A4F-9B9B-6B36E018D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683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1" name="Oval 1133">
              <a:extLst>
                <a:ext uri="{FF2B5EF4-FFF2-40B4-BE49-F238E27FC236}">
                  <a16:creationId xmlns:a16="http://schemas.microsoft.com/office/drawing/2014/main" id="{15F88F30-CB7E-482E-B61B-27282D1F5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688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2" name="Oval 1134">
              <a:extLst>
                <a:ext uri="{FF2B5EF4-FFF2-40B4-BE49-F238E27FC236}">
                  <a16:creationId xmlns:a16="http://schemas.microsoft.com/office/drawing/2014/main" id="{55CB9758-8AE4-45AA-81F5-0779C7355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691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3" name="Oval 1135">
              <a:extLst>
                <a:ext uri="{FF2B5EF4-FFF2-40B4-BE49-F238E27FC236}">
                  <a16:creationId xmlns:a16="http://schemas.microsoft.com/office/drawing/2014/main" id="{F2148AEC-27D4-472E-A425-D33F1D7FA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69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4" name="Oval 1136">
              <a:extLst>
                <a:ext uri="{FF2B5EF4-FFF2-40B4-BE49-F238E27FC236}">
                  <a16:creationId xmlns:a16="http://schemas.microsoft.com/office/drawing/2014/main" id="{24848A99-95E7-4303-8DE9-95353499D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69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5" name="Oval 1137">
              <a:extLst>
                <a:ext uri="{FF2B5EF4-FFF2-40B4-BE49-F238E27FC236}">
                  <a16:creationId xmlns:a16="http://schemas.microsoft.com/office/drawing/2014/main" id="{BB15D55E-4A01-4365-AB20-40873C0AE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70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6" name="Oval 1138">
              <a:extLst>
                <a:ext uri="{FF2B5EF4-FFF2-40B4-BE49-F238E27FC236}">
                  <a16:creationId xmlns:a16="http://schemas.microsoft.com/office/drawing/2014/main" id="{D1AB6DB0-307D-44F4-8200-3043A1B1A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704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7" name="Oval 1139">
              <a:extLst>
                <a:ext uri="{FF2B5EF4-FFF2-40B4-BE49-F238E27FC236}">
                  <a16:creationId xmlns:a16="http://schemas.microsoft.com/office/drawing/2014/main" id="{87E1042B-C5EA-45AE-9DF6-45E3B2005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70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8" name="Oval 1140">
              <a:extLst>
                <a:ext uri="{FF2B5EF4-FFF2-40B4-BE49-F238E27FC236}">
                  <a16:creationId xmlns:a16="http://schemas.microsoft.com/office/drawing/2014/main" id="{79D25837-F786-43C1-ADB3-BE7092B1D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696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9" name="Oval 1141">
              <a:extLst>
                <a:ext uri="{FF2B5EF4-FFF2-40B4-BE49-F238E27FC236}">
                  <a16:creationId xmlns:a16="http://schemas.microsoft.com/office/drawing/2014/main" id="{62C54699-D7DF-4631-9CA4-07FD33085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683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0" name="Oval 1142">
              <a:extLst>
                <a:ext uri="{FF2B5EF4-FFF2-40B4-BE49-F238E27FC236}">
                  <a16:creationId xmlns:a16="http://schemas.microsoft.com/office/drawing/2014/main" id="{EB497135-1707-47C4-B97C-A61985911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712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1" name="Oval 1143">
              <a:extLst>
                <a:ext uri="{FF2B5EF4-FFF2-40B4-BE49-F238E27FC236}">
                  <a16:creationId xmlns:a16="http://schemas.microsoft.com/office/drawing/2014/main" id="{E381C747-90C1-49C9-A6B7-5F2399E8D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723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2" name="Oval 1144">
              <a:extLst>
                <a:ext uri="{FF2B5EF4-FFF2-40B4-BE49-F238E27FC236}">
                  <a16:creationId xmlns:a16="http://schemas.microsoft.com/office/drawing/2014/main" id="{AAA413D9-FC77-4FA3-BA3C-38D8898FD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72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3" name="Oval 1145">
              <a:extLst>
                <a:ext uri="{FF2B5EF4-FFF2-40B4-BE49-F238E27FC236}">
                  <a16:creationId xmlns:a16="http://schemas.microsoft.com/office/drawing/2014/main" id="{376133A0-24EF-4E59-9C1D-3C869F65B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731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4" name="Oval 1146">
              <a:extLst>
                <a:ext uri="{FF2B5EF4-FFF2-40B4-BE49-F238E27FC236}">
                  <a16:creationId xmlns:a16="http://schemas.microsoft.com/office/drawing/2014/main" id="{4977A433-894E-4929-B4B2-2A8C53FA2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712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5" name="Oval 1147">
              <a:extLst>
                <a:ext uri="{FF2B5EF4-FFF2-40B4-BE49-F238E27FC236}">
                  <a16:creationId xmlns:a16="http://schemas.microsoft.com/office/drawing/2014/main" id="{298F5FD5-2B3A-4B28-87F4-2E805170B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723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6" name="Oval 1148">
              <a:extLst>
                <a:ext uri="{FF2B5EF4-FFF2-40B4-BE49-F238E27FC236}">
                  <a16:creationId xmlns:a16="http://schemas.microsoft.com/office/drawing/2014/main" id="{AEB247EC-17DE-4820-9ABC-3488CFFC85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728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7" name="Oval 1149">
              <a:extLst>
                <a:ext uri="{FF2B5EF4-FFF2-40B4-BE49-F238E27FC236}">
                  <a16:creationId xmlns:a16="http://schemas.microsoft.com/office/drawing/2014/main" id="{9246A5A4-2FEB-4BF7-8212-E91064877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731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8" name="Oval 1150">
              <a:extLst>
                <a:ext uri="{FF2B5EF4-FFF2-40B4-BE49-F238E27FC236}">
                  <a16:creationId xmlns:a16="http://schemas.microsoft.com/office/drawing/2014/main" id="{52FBEEF6-C469-4E9D-BACF-E90AA180A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734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9" name="Oval 1151">
              <a:extLst>
                <a:ext uri="{FF2B5EF4-FFF2-40B4-BE49-F238E27FC236}">
                  <a16:creationId xmlns:a16="http://schemas.microsoft.com/office/drawing/2014/main" id="{3EE49FAC-E170-4CB9-9DAA-8852E950C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73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0" name="Oval 1152">
              <a:extLst>
                <a:ext uri="{FF2B5EF4-FFF2-40B4-BE49-F238E27FC236}">
                  <a16:creationId xmlns:a16="http://schemas.microsoft.com/office/drawing/2014/main" id="{79A637E7-1E0F-4E31-8AA4-4C7F3F35F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74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1" name="Oval 1153">
              <a:extLst>
                <a:ext uri="{FF2B5EF4-FFF2-40B4-BE49-F238E27FC236}">
                  <a16:creationId xmlns:a16="http://schemas.microsoft.com/office/drawing/2014/main" id="{954A346C-1BEB-4FA7-AB46-5321A01C4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74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2" name="Oval 1154">
              <a:extLst>
                <a:ext uri="{FF2B5EF4-FFF2-40B4-BE49-F238E27FC236}">
                  <a16:creationId xmlns:a16="http://schemas.microsoft.com/office/drawing/2014/main" id="{8490B9A6-E763-4892-9DBE-F96FEEF6F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739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3" name="Oval 1155">
              <a:extLst>
                <a:ext uri="{FF2B5EF4-FFF2-40B4-BE49-F238E27FC236}">
                  <a16:creationId xmlns:a16="http://schemas.microsoft.com/office/drawing/2014/main" id="{8FB32A4F-EF4E-4C20-9826-6371E776B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736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4" name="Oval 1156">
              <a:extLst>
                <a:ext uri="{FF2B5EF4-FFF2-40B4-BE49-F238E27FC236}">
                  <a16:creationId xmlns:a16="http://schemas.microsoft.com/office/drawing/2014/main" id="{424DE668-60D8-4F8F-83CB-DE6081C98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723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5" name="Oval 1157">
              <a:extLst>
                <a:ext uri="{FF2B5EF4-FFF2-40B4-BE49-F238E27FC236}">
                  <a16:creationId xmlns:a16="http://schemas.microsoft.com/office/drawing/2014/main" id="{09A91775-A123-410F-9551-62DA34CCB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68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6" name="Oval 1158">
              <a:extLst>
                <a:ext uri="{FF2B5EF4-FFF2-40B4-BE49-F238E27FC236}">
                  <a16:creationId xmlns:a16="http://schemas.microsoft.com/office/drawing/2014/main" id="{6B0D20B8-503E-4AC0-ABF7-70990AE56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72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7" name="Oval 1159">
              <a:extLst>
                <a:ext uri="{FF2B5EF4-FFF2-40B4-BE49-F238E27FC236}">
                  <a16:creationId xmlns:a16="http://schemas.microsoft.com/office/drawing/2014/main" id="{1A07A445-A219-4405-AC49-A4ACA79C7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752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8" name="Oval 1160">
              <a:extLst>
                <a:ext uri="{FF2B5EF4-FFF2-40B4-BE49-F238E27FC236}">
                  <a16:creationId xmlns:a16="http://schemas.microsoft.com/office/drawing/2014/main" id="{A3034BB1-A38B-44E6-A73D-7D08BEA57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763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19" name="Oval 1161">
              <a:extLst>
                <a:ext uri="{FF2B5EF4-FFF2-40B4-BE49-F238E27FC236}">
                  <a16:creationId xmlns:a16="http://schemas.microsoft.com/office/drawing/2014/main" id="{8335D054-2441-492D-979B-FF9F335E6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76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0" name="Oval 1162">
              <a:extLst>
                <a:ext uri="{FF2B5EF4-FFF2-40B4-BE49-F238E27FC236}">
                  <a16:creationId xmlns:a16="http://schemas.microsoft.com/office/drawing/2014/main" id="{F3CDF4DF-4291-4C67-9754-196CA1785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771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1" name="Oval 1163">
              <a:extLst>
                <a:ext uri="{FF2B5EF4-FFF2-40B4-BE49-F238E27FC236}">
                  <a16:creationId xmlns:a16="http://schemas.microsoft.com/office/drawing/2014/main" id="{75175410-CF2C-4C7A-A1C7-AF4CB04A7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752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2" name="Oval 1164">
              <a:extLst>
                <a:ext uri="{FF2B5EF4-FFF2-40B4-BE49-F238E27FC236}">
                  <a16:creationId xmlns:a16="http://schemas.microsoft.com/office/drawing/2014/main" id="{9924F069-BF04-4205-9B7D-15B088988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763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3" name="Oval 1165">
              <a:extLst>
                <a:ext uri="{FF2B5EF4-FFF2-40B4-BE49-F238E27FC236}">
                  <a16:creationId xmlns:a16="http://schemas.microsoft.com/office/drawing/2014/main" id="{DB3A2F70-D29F-40AB-A708-00206C21F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768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4" name="Oval 1166">
              <a:extLst>
                <a:ext uri="{FF2B5EF4-FFF2-40B4-BE49-F238E27FC236}">
                  <a16:creationId xmlns:a16="http://schemas.microsoft.com/office/drawing/2014/main" id="{9BAE0524-5CD6-4943-B697-71F71FAAC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771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5" name="Oval 1167">
              <a:extLst>
                <a:ext uri="{FF2B5EF4-FFF2-40B4-BE49-F238E27FC236}">
                  <a16:creationId xmlns:a16="http://schemas.microsoft.com/office/drawing/2014/main" id="{6B4056EB-D75B-41B1-A302-0D38423B6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774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6" name="Oval 1168">
              <a:extLst>
                <a:ext uri="{FF2B5EF4-FFF2-40B4-BE49-F238E27FC236}">
                  <a16:creationId xmlns:a16="http://schemas.microsoft.com/office/drawing/2014/main" id="{0A7FE74D-D38A-4452-B9EB-B9E3C97C1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77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7" name="Oval 1169">
              <a:extLst>
                <a:ext uri="{FF2B5EF4-FFF2-40B4-BE49-F238E27FC236}">
                  <a16:creationId xmlns:a16="http://schemas.microsoft.com/office/drawing/2014/main" id="{3A0D86C4-975D-45F1-8D56-18735C642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78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8" name="Oval 1170">
              <a:extLst>
                <a:ext uri="{FF2B5EF4-FFF2-40B4-BE49-F238E27FC236}">
                  <a16:creationId xmlns:a16="http://schemas.microsoft.com/office/drawing/2014/main" id="{B449F005-B2B5-4FF8-926B-F43EA4CB4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78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29" name="Oval 1171">
              <a:extLst>
                <a:ext uri="{FF2B5EF4-FFF2-40B4-BE49-F238E27FC236}">
                  <a16:creationId xmlns:a16="http://schemas.microsoft.com/office/drawing/2014/main" id="{91822AA9-49A7-4994-AE90-1427577F9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779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0" name="Oval 1172">
              <a:extLst>
                <a:ext uri="{FF2B5EF4-FFF2-40B4-BE49-F238E27FC236}">
                  <a16:creationId xmlns:a16="http://schemas.microsoft.com/office/drawing/2014/main" id="{798F1698-7D4C-4710-B7D2-2B21CC430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776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1" name="Oval 1173">
              <a:extLst>
                <a:ext uri="{FF2B5EF4-FFF2-40B4-BE49-F238E27FC236}">
                  <a16:creationId xmlns:a16="http://schemas.microsoft.com/office/drawing/2014/main" id="{9A1A9584-AAE8-4010-AD25-90D4D1664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763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2" name="Oval 1174">
              <a:extLst>
                <a:ext uri="{FF2B5EF4-FFF2-40B4-BE49-F238E27FC236}">
                  <a16:creationId xmlns:a16="http://schemas.microsoft.com/office/drawing/2014/main" id="{21B17759-4A5C-4D4D-B9F8-50A02E53E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792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3" name="Oval 1175">
              <a:extLst>
                <a:ext uri="{FF2B5EF4-FFF2-40B4-BE49-F238E27FC236}">
                  <a16:creationId xmlns:a16="http://schemas.microsoft.com/office/drawing/2014/main" id="{7FD45983-91F5-4534-A03F-EB201DFBA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803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4" name="Oval 1176">
              <a:extLst>
                <a:ext uri="{FF2B5EF4-FFF2-40B4-BE49-F238E27FC236}">
                  <a16:creationId xmlns:a16="http://schemas.microsoft.com/office/drawing/2014/main" id="{59BD41C5-A006-473D-A209-3E6041331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80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5" name="Oval 1177">
              <a:extLst>
                <a:ext uri="{FF2B5EF4-FFF2-40B4-BE49-F238E27FC236}">
                  <a16:creationId xmlns:a16="http://schemas.microsoft.com/office/drawing/2014/main" id="{36249235-F4AD-42C9-B9D8-383D7EBF8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811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6" name="Oval 1178">
              <a:extLst>
                <a:ext uri="{FF2B5EF4-FFF2-40B4-BE49-F238E27FC236}">
                  <a16:creationId xmlns:a16="http://schemas.microsoft.com/office/drawing/2014/main" id="{79490081-E722-495D-8A22-7DA79FD48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792"/>
              <a:ext cx="38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7" name="Oval 1179">
              <a:extLst>
                <a:ext uri="{FF2B5EF4-FFF2-40B4-BE49-F238E27FC236}">
                  <a16:creationId xmlns:a16="http://schemas.microsoft.com/office/drawing/2014/main" id="{B20802A6-A591-44B9-85C9-1E6C3A004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803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8" name="Oval 1180">
              <a:extLst>
                <a:ext uri="{FF2B5EF4-FFF2-40B4-BE49-F238E27FC236}">
                  <a16:creationId xmlns:a16="http://schemas.microsoft.com/office/drawing/2014/main" id="{2387CF73-70A3-490C-B290-856A6E494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808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39" name="Oval 1181">
              <a:extLst>
                <a:ext uri="{FF2B5EF4-FFF2-40B4-BE49-F238E27FC236}">
                  <a16:creationId xmlns:a16="http://schemas.microsoft.com/office/drawing/2014/main" id="{95CAD544-C89A-4782-9DF1-656FDFA8A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811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0" name="Oval 1182">
              <a:extLst>
                <a:ext uri="{FF2B5EF4-FFF2-40B4-BE49-F238E27FC236}">
                  <a16:creationId xmlns:a16="http://schemas.microsoft.com/office/drawing/2014/main" id="{D629737E-256A-4BC0-A1E3-BAF1B0279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814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1" name="Oval 1183">
              <a:extLst>
                <a:ext uri="{FF2B5EF4-FFF2-40B4-BE49-F238E27FC236}">
                  <a16:creationId xmlns:a16="http://schemas.microsoft.com/office/drawing/2014/main" id="{234ED179-D933-4B2B-B245-F4F6FF1CF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81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2" name="Oval 1184">
              <a:extLst>
                <a:ext uri="{FF2B5EF4-FFF2-40B4-BE49-F238E27FC236}">
                  <a16:creationId xmlns:a16="http://schemas.microsoft.com/office/drawing/2014/main" id="{8C9DBB77-9FB4-417C-8869-1D76F2E21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81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3" name="Oval 1185">
              <a:extLst>
                <a:ext uri="{FF2B5EF4-FFF2-40B4-BE49-F238E27FC236}">
                  <a16:creationId xmlns:a16="http://schemas.microsoft.com/office/drawing/2014/main" id="{296D53F0-820E-4242-8F6A-64F78163D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803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4" name="Oval 1186">
              <a:extLst>
                <a:ext uri="{FF2B5EF4-FFF2-40B4-BE49-F238E27FC236}">
                  <a16:creationId xmlns:a16="http://schemas.microsoft.com/office/drawing/2014/main" id="{E94DEE42-AD6A-4872-A3A0-1499246E6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76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5" name="Oval 1187">
              <a:extLst>
                <a:ext uri="{FF2B5EF4-FFF2-40B4-BE49-F238E27FC236}">
                  <a16:creationId xmlns:a16="http://schemas.microsoft.com/office/drawing/2014/main" id="{54B93756-FCCA-4D88-B387-20E8E27C4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79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6" name="Oval 1188">
              <a:extLst>
                <a:ext uri="{FF2B5EF4-FFF2-40B4-BE49-F238E27FC236}">
                  <a16:creationId xmlns:a16="http://schemas.microsoft.com/office/drawing/2014/main" id="{522805F5-0501-4420-9B4F-C682FBCBF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830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7" name="Oval 1189">
              <a:extLst>
                <a:ext uri="{FF2B5EF4-FFF2-40B4-BE49-F238E27FC236}">
                  <a16:creationId xmlns:a16="http://schemas.microsoft.com/office/drawing/2014/main" id="{196177EC-B2E3-4674-B496-F958E4E11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840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8" name="Oval 1190">
              <a:extLst>
                <a:ext uri="{FF2B5EF4-FFF2-40B4-BE49-F238E27FC236}">
                  <a16:creationId xmlns:a16="http://schemas.microsoft.com/office/drawing/2014/main" id="{D672B74A-6E63-42F4-ACB3-6C3425DFD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848"/>
              <a:ext cx="37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49" name="Oval 1191">
              <a:extLst>
                <a:ext uri="{FF2B5EF4-FFF2-40B4-BE49-F238E27FC236}">
                  <a16:creationId xmlns:a16="http://schemas.microsoft.com/office/drawing/2014/main" id="{DB3DF966-FAE2-4AF6-AF2C-ABB240E4A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84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0" name="Oval 1192">
              <a:extLst>
                <a:ext uri="{FF2B5EF4-FFF2-40B4-BE49-F238E27FC236}">
                  <a16:creationId xmlns:a16="http://schemas.microsoft.com/office/drawing/2014/main" id="{433E738B-AC7A-46C2-B88C-4ED001AE7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830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1" name="Oval 1193">
              <a:extLst>
                <a:ext uri="{FF2B5EF4-FFF2-40B4-BE49-F238E27FC236}">
                  <a16:creationId xmlns:a16="http://schemas.microsoft.com/office/drawing/2014/main" id="{2E9CA3A5-8C15-46E0-A7FD-0178C6491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840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2" name="Oval 1194">
              <a:extLst>
                <a:ext uri="{FF2B5EF4-FFF2-40B4-BE49-F238E27FC236}">
                  <a16:creationId xmlns:a16="http://schemas.microsoft.com/office/drawing/2014/main" id="{6C863248-5DB7-4C3D-B74E-71896DF4A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848"/>
              <a:ext cx="35" cy="38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3" name="Oval 1195">
              <a:extLst>
                <a:ext uri="{FF2B5EF4-FFF2-40B4-BE49-F238E27FC236}">
                  <a16:creationId xmlns:a16="http://schemas.microsoft.com/office/drawing/2014/main" id="{7E325A77-9762-4A4D-9CF7-D417D0172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84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4" name="Oval 1196">
              <a:extLst>
                <a:ext uri="{FF2B5EF4-FFF2-40B4-BE49-F238E27FC236}">
                  <a16:creationId xmlns:a16="http://schemas.microsoft.com/office/drawing/2014/main" id="{F8EEED8E-9F7E-488B-AD09-DEFCEB23B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85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5" name="Oval 1197">
              <a:extLst>
                <a:ext uri="{FF2B5EF4-FFF2-40B4-BE49-F238E27FC236}">
                  <a16:creationId xmlns:a16="http://schemas.microsoft.com/office/drawing/2014/main" id="{DBE7868E-5F25-49E2-9237-A23AE788F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85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6" name="Oval 1198">
              <a:extLst>
                <a:ext uri="{FF2B5EF4-FFF2-40B4-BE49-F238E27FC236}">
                  <a16:creationId xmlns:a16="http://schemas.microsoft.com/office/drawing/2014/main" id="{383C7207-5877-4EB0-9CA6-8607F20A2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85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7" name="Oval 1199">
              <a:extLst>
                <a:ext uri="{FF2B5EF4-FFF2-40B4-BE49-F238E27FC236}">
                  <a16:creationId xmlns:a16="http://schemas.microsoft.com/office/drawing/2014/main" id="{67CCDE87-497E-4C4C-843C-6505CDCE1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862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8" name="Oval 1200">
              <a:extLst>
                <a:ext uri="{FF2B5EF4-FFF2-40B4-BE49-F238E27FC236}">
                  <a16:creationId xmlns:a16="http://schemas.microsoft.com/office/drawing/2014/main" id="{8C4F81C9-B4AF-4031-98BD-1B837F2BD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85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59" name="Oval 1201">
              <a:extLst>
                <a:ext uri="{FF2B5EF4-FFF2-40B4-BE49-F238E27FC236}">
                  <a16:creationId xmlns:a16="http://schemas.microsoft.com/office/drawing/2014/main" id="{C182BB30-E6BF-43A4-BFF0-EFD5787E4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854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60" name="Oval 1202">
              <a:extLst>
                <a:ext uri="{FF2B5EF4-FFF2-40B4-BE49-F238E27FC236}">
                  <a16:creationId xmlns:a16="http://schemas.microsoft.com/office/drawing/2014/main" id="{D788A9A7-FB08-4E15-9FE5-6B49B726D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84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61" name="Oval 1203">
              <a:extLst>
                <a:ext uri="{FF2B5EF4-FFF2-40B4-BE49-F238E27FC236}">
                  <a16:creationId xmlns:a16="http://schemas.microsoft.com/office/drawing/2014/main" id="{80CE0EF4-3F4C-4534-B2AD-71650F9B6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870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62" name="Oval 1204">
              <a:extLst>
                <a:ext uri="{FF2B5EF4-FFF2-40B4-BE49-F238E27FC236}">
                  <a16:creationId xmlns:a16="http://schemas.microsoft.com/office/drawing/2014/main" id="{273CB138-6D38-4C87-8E80-B3B135AE0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880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63" name="Oval 1205">
              <a:extLst>
                <a:ext uri="{FF2B5EF4-FFF2-40B4-BE49-F238E27FC236}">
                  <a16:creationId xmlns:a16="http://schemas.microsoft.com/office/drawing/2014/main" id="{91F7F358-8DF5-450A-8235-3B3F81E26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88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64" name="Oval 1206">
              <a:extLst>
                <a:ext uri="{FF2B5EF4-FFF2-40B4-BE49-F238E27FC236}">
                  <a16:creationId xmlns:a16="http://schemas.microsoft.com/office/drawing/2014/main" id="{AE0B0C90-56FF-4E11-8398-6B9BA123B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88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65" name="Oval 1207">
              <a:extLst>
                <a:ext uri="{FF2B5EF4-FFF2-40B4-BE49-F238E27FC236}">
                  <a16:creationId xmlns:a16="http://schemas.microsoft.com/office/drawing/2014/main" id="{E23E2182-E23C-497A-BA7D-74AFA47E5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870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66" name="Oval 1208">
              <a:extLst>
                <a:ext uri="{FF2B5EF4-FFF2-40B4-BE49-F238E27FC236}">
                  <a16:creationId xmlns:a16="http://schemas.microsoft.com/office/drawing/2014/main" id="{7364ACBD-BEB4-498C-96B0-61E65A413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880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67" name="Oval 1209">
              <a:extLst>
                <a:ext uri="{FF2B5EF4-FFF2-40B4-BE49-F238E27FC236}">
                  <a16:creationId xmlns:a16="http://schemas.microsoft.com/office/drawing/2014/main" id="{F2E47742-0F9D-4DD5-A591-175C3028E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886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68" name="Oval 1210">
              <a:extLst>
                <a:ext uri="{FF2B5EF4-FFF2-40B4-BE49-F238E27FC236}">
                  <a16:creationId xmlns:a16="http://schemas.microsoft.com/office/drawing/2014/main" id="{6B475AB5-9D93-414F-99A1-31FFE77AD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88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69" name="Oval 1211">
              <a:extLst>
                <a:ext uri="{FF2B5EF4-FFF2-40B4-BE49-F238E27FC236}">
                  <a16:creationId xmlns:a16="http://schemas.microsoft.com/office/drawing/2014/main" id="{661567C3-437E-4917-B2D7-08EF90A65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891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70" name="Oval 1212">
              <a:extLst>
                <a:ext uri="{FF2B5EF4-FFF2-40B4-BE49-F238E27FC236}">
                  <a16:creationId xmlns:a16="http://schemas.microsoft.com/office/drawing/2014/main" id="{71951BD7-D5BC-44C7-9E7D-92305ED5F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89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71" name="Oval 1213">
              <a:extLst>
                <a:ext uri="{FF2B5EF4-FFF2-40B4-BE49-F238E27FC236}">
                  <a16:creationId xmlns:a16="http://schemas.microsoft.com/office/drawing/2014/main" id="{CAF0AE00-7A80-4ABC-9C10-8FF781EDF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89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72" name="Oval 1214">
              <a:extLst>
                <a:ext uri="{FF2B5EF4-FFF2-40B4-BE49-F238E27FC236}">
                  <a16:creationId xmlns:a16="http://schemas.microsoft.com/office/drawing/2014/main" id="{6EB1B9D9-049E-4C5F-98EA-7DE8BE418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89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73" name="Oval 1215">
              <a:extLst>
                <a:ext uri="{FF2B5EF4-FFF2-40B4-BE49-F238E27FC236}">
                  <a16:creationId xmlns:a16="http://schemas.microsoft.com/office/drawing/2014/main" id="{7569A5B9-4669-4F1E-9917-29856F71C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896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74" name="Oval 1216">
              <a:extLst>
                <a:ext uri="{FF2B5EF4-FFF2-40B4-BE49-F238E27FC236}">
                  <a16:creationId xmlns:a16="http://schemas.microsoft.com/office/drawing/2014/main" id="{86098D95-1584-4F05-BE7D-F22030FBA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894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75" name="Oval 1217">
              <a:extLst>
                <a:ext uri="{FF2B5EF4-FFF2-40B4-BE49-F238E27FC236}">
                  <a16:creationId xmlns:a16="http://schemas.microsoft.com/office/drawing/2014/main" id="{CD6DCF2F-3CC9-43BE-9BC0-55A8323AB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88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76" name="Oval 1218">
              <a:extLst>
                <a:ext uri="{FF2B5EF4-FFF2-40B4-BE49-F238E27FC236}">
                  <a16:creationId xmlns:a16="http://schemas.microsoft.com/office/drawing/2014/main" id="{8F771B32-5BBD-4704-B3C1-28074B62B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83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77" name="Oval 1219">
              <a:extLst>
                <a:ext uri="{FF2B5EF4-FFF2-40B4-BE49-F238E27FC236}">
                  <a16:creationId xmlns:a16="http://schemas.microsoft.com/office/drawing/2014/main" id="{C91C5A7C-4857-4EA5-BF07-4423B5E97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87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78" name="Oval 1220">
              <a:extLst>
                <a:ext uri="{FF2B5EF4-FFF2-40B4-BE49-F238E27FC236}">
                  <a16:creationId xmlns:a16="http://schemas.microsoft.com/office/drawing/2014/main" id="{C157DC91-F51F-419A-BB62-17E32B6D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822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79" name="Oval 1221">
              <a:extLst>
                <a:ext uri="{FF2B5EF4-FFF2-40B4-BE49-F238E27FC236}">
                  <a16:creationId xmlns:a16="http://schemas.microsoft.com/office/drawing/2014/main" id="{A9981189-C8C2-4E5D-9AD3-88DA7F2A3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82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80" name="Oval 1222">
              <a:extLst>
                <a:ext uri="{FF2B5EF4-FFF2-40B4-BE49-F238E27FC236}">
                  <a16:creationId xmlns:a16="http://schemas.microsoft.com/office/drawing/2014/main" id="{49FE96F6-8809-454C-B955-0B46A42B4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819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81" name="Oval 1223">
              <a:extLst>
                <a:ext uri="{FF2B5EF4-FFF2-40B4-BE49-F238E27FC236}">
                  <a16:creationId xmlns:a16="http://schemas.microsoft.com/office/drawing/2014/main" id="{3B4583F9-2C45-4EBA-879A-900733873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910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82" name="Oval 1224">
              <a:extLst>
                <a:ext uri="{FF2B5EF4-FFF2-40B4-BE49-F238E27FC236}">
                  <a16:creationId xmlns:a16="http://schemas.microsoft.com/office/drawing/2014/main" id="{0B850F4C-E2AC-42E8-9697-A420938C9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920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83" name="Oval 1225">
              <a:extLst>
                <a:ext uri="{FF2B5EF4-FFF2-40B4-BE49-F238E27FC236}">
                  <a16:creationId xmlns:a16="http://schemas.microsoft.com/office/drawing/2014/main" id="{57632195-AD0E-4445-926A-DCCA8E920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92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84" name="Oval 1226">
              <a:extLst>
                <a:ext uri="{FF2B5EF4-FFF2-40B4-BE49-F238E27FC236}">
                  <a16:creationId xmlns:a16="http://schemas.microsoft.com/office/drawing/2014/main" id="{CF584A35-8EDB-49D4-8A58-EBAFDDD3F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92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85" name="Oval 1227">
              <a:extLst>
                <a:ext uri="{FF2B5EF4-FFF2-40B4-BE49-F238E27FC236}">
                  <a16:creationId xmlns:a16="http://schemas.microsoft.com/office/drawing/2014/main" id="{51A0614E-CC88-4205-ADF3-B3D8C32E1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910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86" name="Oval 1228">
              <a:extLst>
                <a:ext uri="{FF2B5EF4-FFF2-40B4-BE49-F238E27FC236}">
                  <a16:creationId xmlns:a16="http://schemas.microsoft.com/office/drawing/2014/main" id="{86D0D9B5-142E-42F6-9F58-C60651359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920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87" name="Oval 1229">
              <a:extLst>
                <a:ext uri="{FF2B5EF4-FFF2-40B4-BE49-F238E27FC236}">
                  <a16:creationId xmlns:a16="http://schemas.microsoft.com/office/drawing/2014/main" id="{97F6BE7B-7F05-4E18-BE9D-44AA631CA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926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88" name="Oval 1230">
              <a:extLst>
                <a:ext uri="{FF2B5EF4-FFF2-40B4-BE49-F238E27FC236}">
                  <a16:creationId xmlns:a16="http://schemas.microsoft.com/office/drawing/2014/main" id="{0D81F6F6-7286-43CE-A242-97E87FEC4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92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89" name="Oval 1231">
              <a:extLst>
                <a:ext uri="{FF2B5EF4-FFF2-40B4-BE49-F238E27FC236}">
                  <a16:creationId xmlns:a16="http://schemas.microsoft.com/office/drawing/2014/main" id="{86862A14-41AD-4EA9-8FB9-A959E010E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931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90" name="Oval 1232">
              <a:extLst>
                <a:ext uri="{FF2B5EF4-FFF2-40B4-BE49-F238E27FC236}">
                  <a16:creationId xmlns:a16="http://schemas.microsoft.com/office/drawing/2014/main" id="{BA76FA04-21FF-41D0-97E1-BC29EDD49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93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91" name="Oval 1233">
              <a:extLst>
                <a:ext uri="{FF2B5EF4-FFF2-40B4-BE49-F238E27FC236}">
                  <a16:creationId xmlns:a16="http://schemas.microsoft.com/office/drawing/2014/main" id="{A65701A5-CCF8-426E-ABB3-43F08570C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93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92" name="Oval 1234">
              <a:extLst>
                <a:ext uri="{FF2B5EF4-FFF2-40B4-BE49-F238E27FC236}">
                  <a16:creationId xmlns:a16="http://schemas.microsoft.com/office/drawing/2014/main" id="{A3ED79CD-6926-4B36-BD7B-9D859911B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93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93" name="Oval 1235">
              <a:extLst>
                <a:ext uri="{FF2B5EF4-FFF2-40B4-BE49-F238E27FC236}">
                  <a16:creationId xmlns:a16="http://schemas.microsoft.com/office/drawing/2014/main" id="{1AF61BDC-6F50-4132-8391-6F8BD881F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936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94" name="Oval 1236">
              <a:extLst>
                <a:ext uri="{FF2B5EF4-FFF2-40B4-BE49-F238E27FC236}">
                  <a16:creationId xmlns:a16="http://schemas.microsoft.com/office/drawing/2014/main" id="{C7189E84-A01C-4E52-BEF0-DCB4565F9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934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95" name="Oval 1237">
              <a:extLst>
                <a:ext uri="{FF2B5EF4-FFF2-40B4-BE49-F238E27FC236}">
                  <a16:creationId xmlns:a16="http://schemas.microsoft.com/office/drawing/2014/main" id="{99A15A7D-41BB-47FC-9CD0-EECC898C2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92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96" name="Oval 1238">
              <a:extLst>
                <a:ext uri="{FF2B5EF4-FFF2-40B4-BE49-F238E27FC236}">
                  <a16:creationId xmlns:a16="http://schemas.microsoft.com/office/drawing/2014/main" id="{16E93534-F670-4E8F-AABB-7726DF91F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950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97" name="Oval 1239">
              <a:extLst>
                <a:ext uri="{FF2B5EF4-FFF2-40B4-BE49-F238E27FC236}">
                  <a16:creationId xmlns:a16="http://schemas.microsoft.com/office/drawing/2014/main" id="{A756C1D1-6EBD-4D52-9D69-7BF9A9F75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960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98" name="Oval 1240">
              <a:extLst>
                <a:ext uri="{FF2B5EF4-FFF2-40B4-BE49-F238E27FC236}">
                  <a16:creationId xmlns:a16="http://schemas.microsoft.com/office/drawing/2014/main" id="{2D86F796-074C-4D68-8BD9-4CFB4A918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96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99" name="Oval 1241">
              <a:extLst>
                <a:ext uri="{FF2B5EF4-FFF2-40B4-BE49-F238E27FC236}">
                  <a16:creationId xmlns:a16="http://schemas.microsoft.com/office/drawing/2014/main" id="{156E3E82-555C-4ABE-BB39-47A33CBFD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96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00" name="Oval 1242">
              <a:extLst>
                <a:ext uri="{FF2B5EF4-FFF2-40B4-BE49-F238E27FC236}">
                  <a16:creationId xmlns:a16="http://schemas.microsoft.com/office/drawing/2014/main" id="{2AAA9DB8-C4D2-45B2-B133-40C55C206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950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01" name="Oval 1243">
              <a:extLst>
                <a:ext uri="{FF2B5EF4-FFF2-40B4-BE49-F238E27FC236}">
                  <a16:creationId xmlns:a16="http://schemas.microsoft.com/office/drawing/2014/main" id="{02798565-7AE3-41AB-B256-91F55E3AF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960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02" name="Oval 1244">
              <a:extLst>
                <a:ext uri="{FF2B5EF4-FFF2-40B4-BE49-F238E27FC236}">
                  <a16:creationId xmlns:a16="http://schemas.microsoft.com/office/drawing/2014/main" id="{AF5A1028-770A-4E09-8A49-E99DAF25B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966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03" name="Oval 1245">
              <a:extLst>
                <a:ext uri="{FF2B5EF4-FFF2-40B4-BE49-F238E27FC236}">
                  <a16:creationId xmlns:a16="http://schemas.microsoft.com/office/drawing/2014/main" id="{7791D810-35D2-47EE-B7C1-324B61B4A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96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04" name="Oval 1246">
              <a:extLst>
                <a:ext uri="{FF2B5EF4-FFF2-40B4-BE49-F238E27FC236}">
                  <a16:creationId xmlns:a16="http://schemas.microsoft.com/office/drawing/2014/main" id="{64EA6002-A447-4213-87E4-F74D9F55C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971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05" name="Oval 1247">
              <a:extLst>
                <a:ext uri="{FF2B5EF4-FFF2-40B4-BE49-F238E27FC236}">
                  <a16:creationId xmlns:a16="http://schemas.microsoft.com/office/drawing/2014/main" id="{012B64BC-FD8F-4867-B421-21D8E4FAA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97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06" name="Oval 1248">
              <a:extLst>
                <a:ext uri="{FF2B5EF4-FFF2-40B4-BE49-F238E27FC236}">
                  <a16:creationId xmlns:a16="http://schemas.microsoft.com/office/drawing/2014/main" id="{03AFD60A-4279-458C-BA97-567334CAB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979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07" name="Oval 1249">
              <a:extLst>
                <a:ext uri="{FF2B5EF4-FFF2-40B4-BE49-F238E27FC236}">
                  <a16:creationId xmlns:a16="http://schemas.microsoft.com/office/drawing/2014/main" id="{A8FFF563-31E0-42B2-9D9C-0A6080249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297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08" name="Oval 1250">
              <a:extLst>
                <a:ext uri="{FF2B5EF4-FFF2-40B4-BE49-F238E27FC236}">
                  <a16:creationId xmlns:a16="http://schemas.microsoft.com/office/drawing/2014/main" id="{37EC2A89-66AA-4BAB-87A8-0F3F6E695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976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09" name="Oval 1251">
              <a:extLst>
                <a:ext uri="{FF2B5EF4-FFF2-40B4-BE49-F238E27FC236}">
                  <a16:creationId xmlns:a16="http://schemas.microsoft.com/office/drawing/2014/main" id="{B7D97D24-93A9-49A7-AC88-CA15CA0C8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2971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10" name="Oval 1252">
              <a:extLst>
                <a:ext uri="{FF2B5EF4-FFF2-40B4-BE49-F238E27FC236}">
                  <a16:creationId xmlns:a16="http://schemas.microsoft.com/office/drawing/2014/main" id="{538F1CE5-8E74-4AFA-847A-236D7E540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96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11" name="Oval 1253">
              <a:extLst>
                <a:ext uri="{FF2B5EF4-FFF2-40B4-BE49-F238E27FC236}">
                  <a16:creationId xmlns:a16="http://schemas.microsoft.com/office/drawing/2014/main" id="{9FE8FB8C-6920-4D97-80BB-FFCED8C35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91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12" name="Oval 1254">
              <a:extLst>
                <a:ext uri="{FF2B5EF4-FFF2-40B4-BE49-F238E27FC236}">
                  <a16:creationId xmlns:a16="http://schemas.microsoft.com/office/drawing/2014/main" id="{DD45D09E-5975-4439-BC21-C1A59F6F5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95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13" name="Oval 1255">
              <a:extLst>
                <a:ext uri="{FF2B5EF4-FFF2-40B4-BE49-F238E27FC236}">
                  <a16:creationId xmlns:a16="http://schemas.microsoft.com/office/drawing/2014/main" id="{4466D54C-CBB4-4FE5-B37F-24EB33877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2987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14" name="Oval 1256">
              <a:extLst>
                <a:ext uri="{FF2B5EF4-FFF2-40B4-BE49-F238E27FC236}">
                  <a16:creationId xmlns:a16="http://schemas.microsoft.com/office/drawing/2014/main" id="{4F5C7041-622D-4416-85B5-2338EF2AC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99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15" name="Oval 1257">
              <a:extLst>
                <a:ext uri="{FF2B5EF4-FFF2-40B4-BE49-F238E27FC236}">
                  <a16:creationId xmlns:a16="http://schemas.microsoft.com/office/drawing/2014/main" id="{ECBBEF76-FDAB-424C-9059-93751ACF0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006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16" name="Oval 1258">
              <a:extLst>
                <a:ext uri="{FF2B5EF4-FFF2-40B4-BE49-F238E27FC236}">
                  <a16:creationId xmlns:a16="http://schemas.microsoft.com/office/drawing/2014/main" id="{1F03FD81-7265-45AB-B43F-D067AF744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300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17" name="Oval 1259">
              <a:extLst>
                <a:ext uri="{FF2B5EF4-FFF2-40B4-BE49-F238E27FC236}">
                  <a16:creationId xmlns:a16="http://schemas.microsoft.com/office/drawing/2014/main" id="{95ED23BC-197D-4D64-9C0C-A1810C95A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987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18" name="Oval 1260">
              <a:extLst>
                <a:ext uri="{FF2B5EF4-FFF2-40B4-BE49-F238E27FC236}">
                  <a16:creationId xmlns:a16="http://schemas.microsoft.com/office/drawing/2014/main" id="{A1F5BAF1-8FAB-4976-8B8A-2B6CF983D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99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19" name="Oval 1261">
              <a:extLst>
                <a:ext uri="{FF2B5EF4-FFF2-40B4-BE49-F238E27FC236}">
                  <a16:creationId xmlns:a16="http://schemas.microsoft.com/office/drawing/2014/main" id="{B56BF21B-28FB-4AA8-8091-A7BE5CBC8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3006"/>
              <a:ext cx="35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20" name="Oval 1262">
              <a:extLst>
                <a:ext uri="{FF2B5EF4-FFF2-40B4-BE49-F238E27FC236}">
                  <a16:creationId xmlns:a16="http://schemas.microsoft.com/office/drawing/2014/main" id="{1E507985-7ABD-4DC6-8EAA-784A53C95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300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21" name="Oval 1263">
              <a:extLst>
                <a:ext uri="{FF2B5EF4-FFF2-40B4-BE49-F238E27FC236}">
                  <a16:creationId xmlns:a16="http://schemas.microsoft.com/office/drawing/2014/main" id="{821B0DAE-2110-4BE8-9625-A88B48549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300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22" name="Oval 1264">
              <a:extLst>
                <a:ext uri="{FF2B5EF4-FFF2-40B4-BE49-F238E27FC236}">
                  <a16:creationId xmlns:a16="http://schemas.microsoft.com/office/drawing/2014/main" id="{AE82ABCD-9D1E-4088-A7A6-3536E6534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3014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23" name="Oval 1265">
              <a:extLst>
                <a:ext uri="{FF2B5EF4-FFF2-40B4-BE49-F238E27FC236}">
                  <a16:creationId xmlns:a16="http://schemas.microsoft.com/office/drawing/2014/main" id="{397A93BC-FB93-4365-860C-C10BEE66E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301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24" name="Oval 1266">
              <a:extLst>
                <a:ext uri="{FF2B5EF4-FFF2-40B4-BE49-F238E27FC236}">
                  <a16:creationId xmlns:a16="http://schemas.microsoft.com/office/drawing/2014/main" id="{9D4B3B3E-2A62-4C47-A9EE-E63BCED9A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3019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25" name="Oval 1267">
              <a:extLst>
                <a:ext uri="{FF2B5EF4-FFF2-40B4-BE49-F238E27FC236}">
                  <a16:creationId xmlns:a16="http://schemas.microsoft.com/office/drawing/2014/main" id="{1CAF5DA7-E533-45BC-8E66-82CFC2C6B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301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26" name="Oval 1268">
              <a:extLst>
                <a:ext uri="{FF2B5EF4-FFF2-40B4-BE49-F238E27FC236}">
                  <a16:creationId xmlns:a16="http://schemas.microsoft.com/office/drawing/2014/main" id="{E8C07A34-61E8-4BF3-A046-FB99DAAF6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3011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27" name="Oval 1269">
              <a:extLst>
                <a:ext uri="{FF2B5EF4-FFF2-40B4-BE49-F238E27FC236}">
                  <a16:creationId xmlns:a16="http://schemas.microsoft.com/office/drawing/2014/main" id="{29858FCC-30AB-4E7A-B43B-F8F54DD41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99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28" name="Oval 1270">
              <a:extLst>
                <a:ext uri="{FF2B5EF4-FFF2-40B4-BE49-F238E27FC236}">
                  <a16:creationId xmlns:a16="http://schemas.microsoft.com/office/drawing/2014/main" id="{DA094218-5FE0-4FEB-A4BC-12D0ED7E1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3027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29" name="Oval 1271">
              <a:extLst>
                <a:ext uri="{FF2B5EF4-FFF2-40B4-BE49-F238E27FC236}">
                  <a16:creationId xmlns:a16="http://schemas.microsoft.com/office/drawing/2014/main" id="{3285E793-6CEA-455D-923E-6A9B15113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303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30" name="Oval 1272">
              <a:extLst>
                <a:ext uri="{FF2B5EF4-FFF2-40B4-BE49-F238E27FC236}">
                  <a16:creationId xmlns:a16="http://schemas.microsoft.com/office/drawing/2014/main" id="{91A71B7F-DBE4-4179-A548-BA0C9F03B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043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31" name="Oval 1273">
              <a:extLst>
                <a:ext uri="{FF2B5EF4-FFF2-40B4-BE49-F238E27FC236}">
                  <a16:creationId xmlns:a16="http://schemas.microsoft.com/office/drawing/2014/main" id="{5F7E5901-B7AF-4EA0-96FE-D1C27E0D4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304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32" name="Oval 1274">
              <a:extLst>
                <a:ext uri="{FF2B5EF4-FFF2-40B4-BE49-F238E27FC236}">
                  <a16:creationId xmlns:a16="http://schemas.microsoft.com/office/drawing/2014/main" id="{264424B6-1514-4FB0-97F8-B90E2BE80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3027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33" name="Oval 1275">
              <a:extLst>
                <a:ext uri="{FF2B5EF4-FFF2-40B4-BE49-F238E27FC236}">
                  <a16:creationId xmlns:a16="http://schemas.microsoft.com/office/drawing/2014/main" id="{87A038E1-1720-4CFE-B06D-E20D1642A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303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34" name="Oval 1276">
              <a:extLst>
                <a:ext uri="{FF2B5EF4-FFF2-40B4-BE49-F238E27FC236}">
                  <a16:creationId xmlns:a16="http://schemas.microsoft.com/office/drawing/2014/main" id="{DDF05C68-4927-4D65-A10C-E770B8C12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3043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35" name="Oval 1277">
              <a:extLst>
                <a:ext uri="{FF2B5EF4-FFF2-40B4-BE49-F238E27FC236}">
                  <a16:creationId xmlns:a16="http://schemas.microsoft.com/office/drawing/2014/main" id="{8C58E1E3-FD29-42DD-9630-51013C515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304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36" name="Oval 1278">
              <a:extLst>
                <a:ext uri="{FF2B5EF4-FFF2-40B4-BE49-F238E27FC236}">
                  <a16:creationId xmlns:a16="http://schemas.microsoft.com/office/drawing/2014/main" id="{1A2991E1-86F1-4700-B389-944587E16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304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37" name="Oval 1279">
              <a:extLst>
                <a:ext uri="{FF2B5EF4-FFF2-40B4-BE49-F238E27FC236}">
                  <a16:creationId xmlns:a16="http://schemas.microsoft.com/office/drawing/2014/main" id="{D0D38207-60F0-40B1-9DC8-DEEFA3690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3054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38" name="Oval 1280">
              <a:extLst>
                <a:ext uri="{FF2B5EF4-FFF2-40B4-BE49-F238E27FC236}">
                  <a16:creationId xmlns:a16="http://schemas.microsoft.com/office/drawing/2014/main" id="{566B6BE1-419A-47FC-A1EF-5FE8F4E1A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305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39" name="Oval 1281">
              <a:extLst>
                <a:ext uri="{FF2B5EF4-FFF2-40B4-BE49-F238E27FC236}">
                  <a16:creationId xmlns:a16="http://schemas.microsoft.com/office/drawing/2014/main" id="{093A7A90-8CAD-4D23-991D-D5FF68946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305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40" name="Oval 1282">
              <a:extLst>
                <a:ext uri="{FF2B5EF4-FFF2-40B4-BE49-F238E27FC236}">
                  <a16:creationId xmlns:a16="http://schemas.microsoft.com/office/drawing/2014/main" id="{F19461B0-BA82-4AC9-95BC-F9969976A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305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41" name="Oval 1283">
              <a:extLst>
                <a:ext uri="{FF2B5EF4-FFF2-40B4-BE49-F238E27FC236}">
                  <a16:creationId xmlns:a16="http://schemas.microsoft.com/office/drawing/2014/main" id="{AAA1DEE3-357D-4B2D-9BB3-7F893F603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3051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42" name="Oval 1284">
              <a:extLst>
                <a:ext uri="{FF2B5EF4-FFF2-40B4-BE49-F238E27FC236}">
                  <a16:creationId xmlns:a16="http://schemas.microsoft.com/office/drawing/2014/main" id="{D531E0DE-33B2-4F70-A84B-05D1FD531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303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43" name="Oval 1285">
              <a:extLst>
                <a:ext uri="{FF2B5EF4-FFF2-40B4-BE49-F238E27FC236}">
                  <a16:creationId xmlns:a16="http://schemas.microsoft.com/office/drawing/2014/main" id="{DD2B5A42-1133-40BC-88DD-88D3B1234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99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44" name="Oval 1286">
              <a:extLst>
                <a:ext uri="{FF2B5EF4-FFF2-40B4-BE49-F238E27FC236}">
                  <a16:creationId xmlns:a16="http://schemas.microsoft.com/office/drawing/2014/main" id="{E665BFCA-8CE3-40CE-8ADB-81826CC09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3035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45" name="Oval 1287">
              <a:extLst>
                <a:ext uri="{FF2B5EF4-FFF2-40B4-BE49-F238E27FC236}">
                  <a16:creationId xmlns:a16="http://schemas.microsoft.com/office/drawing/2014/main" id="{69B66A42-A5D7-47BD-A720-3719488E1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3067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46" name="Oval 1288">
              <a:extLst>
                <a:ext uri="{FF2B5EF4-FFF2-40B4-BE49-F238E27FC236}">
                  <a16:creationId xmlns:a16="http://schemas.microsoft.com/office/drawing/2014/main" id="{E4786B0E-BE5F-4CC9-9691-5D22F15EF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307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47" name="Oval 1289">
              <a:extLst>
                <a:ext uri="{FF2B5EF4-FFF2-40B4-BE49-F238E27FC236}">
                  <a16:creationId xmlns:a16="http://schemas.microsoft.com/office/drawing/2014/main" id="{DF1F3D7B-E57A-4769-8110-FFD0B4573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083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48" name="Oval 1290">
              <a:extLst>
                <a:ext uri="{FF2B5EF4-FFF2-40B4-BE49-F238E27FC236}">
                  <a16:creationId xmlns:a16="http://schemas.microsoft.com/office/drawing/2014/main" id="{B9480FC8-E7CB-4C01-A49C-991A0BC2F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308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49" name="Oval 1291">
              <a:extLst>
                <a:ext uri="{FF2B5EF4-FFF2-40B4-BE49-F238E27FC236}">
                  <a16:creationId xmlns:a16="http://schemas.microsoft.com/office/drawing/2014/main" id="{F5358C9D-0B09-47E6-BA47-A2C4D2C21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3067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50" name="Oval 1292">
              <a:extLst>
                <a:ext uri="{FF2B5EF4-FFF2-40B4-BE49-F238E27FC236}">
                  <a16:creationId xmlns:a16="http://schemas.microsoft.com/office/drawing/2014/main" id="{0641301D-FAD5-4943-98CE-6F82CEFB3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307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51" name="Oval 1293">
              <a:extLst>
                <a:ext uri="{FF2B5EF4-FFF2-40B4-BE49-F238E27FC236}">
                  <a16:creationId xmlns:a16="http://schemas.microsoft.com/office/drawing/2014/main" id="{611FFD94-50A6-4A31-9451-8F2EFDC1D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3083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52" name="Oval 1294">
              <a:extLst>
                <a:ext uri="{FF2B5EF4-FFF2-40B4-BE49-F238E27FC236}">
                  <a16:creationId xmlns:a16="http://schemas.microsoft.com/office/drawing/2014/main" id="{76D1DE4F-DE97-4759-9C98-42E26EEF9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308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53" name="Oval 1295">
              <a:extLst>
                <a:ext uri="{FF2B5EF4-FFF2-40B4-BE49-F238E27FC236}">
                  <a16:creationId xmlns:a16="http://schemas.microsoft.com/office/drawing/2014/main" id="{24AE4BE4-D480-4708-8061-5DD365A02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308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54" name="Oval 1296">
              <a:extLst>
                <a:ext uri="{FF2B5EF4-FFF2-40B4-BE49-F238E27FC236}">
                  <a16:creationId xmlns:a16="http://schemas.microsoft.com/office/drawing/2014/main" id="{3C67C272-9C16-4B1B-A2FD-0A7F4466E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3094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55" name="Oval 1297">
              <a:extLst>
                <a:ext uri="{FF2B5EF4-FFF2-40B4-BE49-F238E27FC236}">
                  <a16:creationId xmlns:a16="http://schemas.microsoft.com/office/drawing/2014/main" id="{B6DCFE79-031B-458E-94A4-DCAF0E8DF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309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56" name="Oval 1298">
              <a:extLst>
                <a:ext uri="{FF2B5EF4-FFF2-40B4-BE49-F238E27FC236}">
                  <a16:creationId xmlns:a16="http://schemas.microsoft.com/office/drawing/2014/main" id="{D8705973-29A8-4F54-AAD9-D865D9AAE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309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57" name="Oval 1299">
              <a:extLst>
                <a:ext uri="{FF2B5EF4-FFF2-40B4-BE49-F238E27FC236}">
                  <a16:creationId xmlns:a16="http://schemas.microsoft.com/office/drawing/2014/main" id="{DD3FF75C-6D71-4B46-B450-31D1B9C16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309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58" name="Oval 1300">
              <a:extLst>
                <a:ext uri="{FF2B5EF4-FFF2-40B4-BE49-F238E27FC236}">
                  <a16:creationId xmlns:a16="http://schemas.microsoft.com/office/drawing/2014/main" id="{13E57D2A-0B7E-45B3-AE41-ACE162D9B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3091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59" name="Oval 1301">
              <a:extLst>
                <a:ext uri="{FF2B5EF4-FFF2-40B4-BE49-F238E27FC236}">
                  <a16:creationId xmlns:a16="http://schemas.microsoft.com/office/drawing/2014/main" id="{9922EB27-0043-4536-B9AC-90A8C8C45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307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60" name="Oval 1302">
              <a:extLst>
                <a:ext uri="{FF2B5EF4-FFF2-40B4-BE49-F238E27FC236}">
                  <a16:creationId xmlns:a16="http://schemas.microsoft.com/office/drawing/2014/main" id="{3184AD00-C42C-43DB-A622-57898E8B9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3107"/>
              <a:ext cx="37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61" name="Oval 1303">
              <a:extLst>
                <a:ext uri="{FF2B5EF4-FFF2-40B4-BE49-F238E27FC236}">
                  <a16:creationId xmlns:a16="http://schemas.microsoft.com/office/drawing/2014/main" id="{5E85908A-F082-4216-BCF6-C7D49FA6C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3118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62" name="Oval 1304">
              <a:extLst>
                <a:ext uri="{FF2B5EF4-FFF2-40B4-BE49-F238E27FC236}">
                  <a16:creationId xmlns:a16="http://schemas.microsoft.com/office/drawing/2014/main" id="{3D8C2FDA-609F-4C13-B486-1931E39BB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123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63" name="Oval 1305">
              <a:extLst>
                <a:ext uri="{FF2B5EF4-FFF2-40B4-BE49-F238E27FC236}">
                  <a16:creationId xmlns:a16="http://schemas.microsoft.com/office/drawing/2014/main" id="{A171502E-6306-468B-9DF3-017B43FA9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3126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64" name="Oval 1306">
              <a:extLst>
                <a:ext uri="{FF2B5EF4-FFF2-40B4-BE49-F238E27FC236}">
                  <a16:creationId xmlns:a16="http://schemas.microsoft.com/office/drawing/2014/main" id="{4BC689E1-4628-4D06-B735-B57B3E321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3107"/>
              <a:ext cx="38" cy="37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65" name="Oval 1307">
              <a:extLst>
                <a:ext uri="{FF2B5EF4-FFF2-40B4-BE49-F238E27FC236}">
                  <a16:creationId xmlns:a16="http://schemas.microsoft.com/office/drawing/2014/main" id="{3436DA13-0C91-4E2F-973A-81BF4A0C3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3118"/>
              <a:ext cx="38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66" name="Oval 1308">
              <a:extLst>
                <a:ext uri="{FF2B5EF4-FFF2-40B4-BE49-F238E27FC236}">
                  <a16:creationId xmlns:a16="http://schemas.microsoft.com/office/drawing/2014/main" id="{3EC11DD0-18AC-43AC-BFA9-079957D82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3123"/>
              <a:ext cx="35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67" name="Oval 1309">
              <a:extLst>
                <a:ext uri="{FF2B5EF4-FFF2-40B4-BE49-F238E27FC236}">
                  <a16:creationId xmlns:a16="http://schemas.microsoft.com/office/drawing/2014/main" id="{B30B067D-ECEF-4EB2-8A85-BD5BC565D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3126"/>
              <a:ext cx="37" cy="40"/>
            </a:xfrm>
            <a:prstGeom prst="ellipse">
              <a:avLst/>
            </a:prstGeom>
            <a:solidFill>
              <a:srgbClr val="FB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68" name="Oval 1310">
              <a:extLst>
                <a:ext uri="{FF2B5EF4-FFF2-40B4-BE49-F238E27FC236}">
                  <a16:creationId xmlns:a16="http://schemas.microsoft.com/office/drawing/2014/main" id="{A0385FCA-AADD-4086-8043-2747077BE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3128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69" name="Oval 1311">
              <a:extLst>
                <a:ext uri="{FF2B5EF4-FFF2-40B4-BE49-F238E27FC236}">
                  <a16:creationId xmlns:a16="http://schemas.microsoft.com/office/drawing/2014/main" id="{7B22CCBB-D609-4DE4-B953-74C7609CB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3134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70" name="Oval 1312">
              <a:extLst>
                <a:ext uri="{FF2B5EF4-FFF2-40B4-BE49-F238E27FC236}">
                  <a16:creationId xmlns:a16="http://schemas.microsoft.com/office/drawing/2014/main" id="{3DB81A6D-A0A2-4259-BE62-7454B3374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3128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71" name="Oval 1313">
              <a:extLst>
                <a:ext uri="{FF2B5EF4-FFF2-40B4-BE49-F238E27FC236}">
                  <a16:creationId xmlns:a16="http://schemas.microsoft.com/office/drawing/2014/main" id="{42079987-311A-4B25-AF83-E66B050C1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3118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72" name="Oval 1314">
              <a:extLst>
                <a:ext uri="{FF2B5EF4-FFF2-40B4-BE49-F238E27FC236}">
                  <a16:creationId xmlns:a16="http://schemas.microsoft.com/office/drawing/2014/main" id="{C6D391F0-B14F-46D8-A743-47D062482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3075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73" name="Oval 1315">
              <a:extLst>
                <a:ext uri="{FF2B5EF4-FFF2-40B4-BE49-F238E27FC236}">
                  <a16:creationId xmlns:a16="http://schemas.microsoft.com/office/drawing/2014/main" id="{D96E6C3D-180D-4B1E-BD75-D876A61C3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3115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74" name="Oval 1316">
              <a:extLst>
                <a:ext uri="{FF2B5EF4-FFF2-40B4-BE49-F238E27FC236}">
                  <a16:creationId xmlns:a16="http://schemas.microsoft.com/office/drawing/2014/main" id="{4FC9DB93-7D42-4775-8243-05FA6AF0C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3136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75" name="Oval 1317">
              <a:extLst>
                <a:ext uri="{FF2B5EF4-FFF2-40B4-BE49-F238E27FC236}">
                  <a16:creationId xmlns:a16="http://schemas.microsoft.com/office/drawing/2014/main" id="{29138537-E452-4E11-A21F-DD9456C33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313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76" name="Oval 1318">
              <a:extLst>
                <a:ext uri="{FF2B5EF4-FFF2-40B4-BE49-F238E27FC236}">
                  <a16:creationId xmlns:a16="http://schemas.microsoft.com/office/drawing/2014/main" id="{27A8A0AD-4D7A-4646-9A89-BA3068CD3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3134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77" name="Freeform 1319">
              <a:extLst>
                <a:ext uri="{FF2B5EF4-FFF2-40B4-BE49-F238E27FC236}">
                  <a16:creationId xmlns:a16="http://schemas.microsoft.com/office/drawing/2014/main" id="{8121773F-E9A0-4A8C-8D93-7E96A0135F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81" y="2280"/>
              <a:ext cx="290" cy="886"/>
            </a:xfrm>
            <a:custGeom>
              <a:avLst/>
              <a:gdLst>
                <a:gd name="T0" fmla="*/ 26875 w 116"/>
                <a:gd name="T1" fmla="*/ 5020 h 332"/>
                <a:gd name="T2" fmla="*/ 24738 w 116"/>
                <a:gd name="T3" fmla="*/ 2586 h 332"/>
                <a:gd name="T4" fmla="*/ 23250 w 116"/>
                <a:gd name="T5" fmla="*/ 1460 h 332"/>
                <a:gd name="T6" fmla="*/ 21300 w 116"/>
                <a:gd name="T7" fmla="*/ 4315 h 332"/>
                <a:gd name="T8" fmla="*/ 17583 w 116"/>
                <a:gd name="T9" fmla="*/ 5020 h 332"/>
                <a:gd name="T10" fmla="*/ 14188 w 116"/>
                <a:gd name="T11" fmla="*/ 5020 h 332"/>
                <a:gd name="T12" fmla="*/ 10550 w 116"/>
                <a:gd name="T13" fmla="*/ 5020 h 332"/>
                <a:gd name="T14" fmla="*/ 6845 w 116"/>
                <a:gd name="T15" fmla="*/ 4716 h 332"/>
                <a:gd name="T16" fmla="*/ 3438 w 116"/>
                <a:gd name="T17" fmla="*/ 3248 h 332"/>
                <a:gd name="T18" fmla="*/ 1770 w 116"/>
                <a:gd name="T19" fmla="*/ 0 h 332"/>
                <a:gd name="T20" fmla="*/ 1770 w 116"/>
                <a:gd name="T21" fmla="*/ 5433 h 332"/>
                <a:gd name="T22" fmla="*/ 0 w 116"/>
                <a:gd name="T23" fmla="*/ 12983 h 332"/>
                <a:gd name="T24" fmla="*/ 0 w 116"/>
                <a:gd name="T25" fmla="*/ 18417 h 332"/>
                <a:gd name="T26" fmla="*/ 0 w 116"/>
                <a:gd name="T27" fmla="*/ 23837 h 332"/>
                <a:gd name="T28" fmla="*/ 0 w 116"/>
                <a:gd name="T29" fmla="*/ 29214 h 332"/>
                <a:gd name="T30" fmla="*/ 1770 w 116"/>
                <a:gd name="T31" fmla="*/ 37233 h 332"/>
                <a:gd name="T32" fmla="*/ 1770 w 116"/>
                <a:gd name="T33" fmla="*/ 42653 h 332"/>
                <a:gd name="T34" fmla="*/ 1770 w 116"/>
                <a:gd name="T35" fmla="*/ 47631 h 332"/>
                <a:gd name="T36" fmla="*/ 1488 w 116"/>
                <a:gd name="T37" fmla="*/ 53043 h 332"/>
                <a:gd name="T38" fmla="*/ 1770 w 116"/>
                <a:gd name="T39" fmla="*/ 58484 h 332"/>
                <a:gd name="T40" fmla="*/ 1770 w 116"/>
                <a:gd name="T41" fmla="*/ 63917 h 332"/>
                <a:gd name="T42" fmla="*/ 1770 w 116"/>
                <a:gd name="T43" fmla="*/ 69273 h 332"/>
                <a:gd name="T44" fmla="*/ 0 w 116"/>
                <a:gd name="T45" fmla="*/ 76895 h 332"/>
                <a:gd name="T46" fmla="*/ 0 w 116"/>
                <a:gd name="T47" fmla="*/ 82315 h 332"/>
                <a:gd name="T48" fmla="*/ 0 w 116"/>
                <a:gd name="T49" fmla="*/ 87690 h 332"/>
                <a:gd name="T50" fmla="*/ 0 w 116"/>
                <a:gd name="T51" fmla="*/ 93281 h 332"/>
                <a:gd name="T52" fmla="*/ 1488 w 116"/>
                <a:gd name="T53" fmla="*/ 101129 h 332"/>
                <a:gd name="T54" fmla="*/ 1488 w 116"/>
                <a:gd name="T55" fmla="*/ 106264 h 332"/>
                <a:gd name="T56" fmla="*/ 1488 w 116"/>
                <a:gd name="T57" fmla="*/ 111676 h 332"/>
                <a:gd name="T58" fmla="*/ 1770 w 116"/>
                <a:gd name="T59" fmla="*/ 117053 h 332"/>
                <a:gd name="T60" fmla="*/ 3438 w 116"/>
                <a:gd name="T61" fmla="*/ 116255 h 332"/>
                <a:gd name="T62" fmla="*/ 6845 w 116"/>
                <a:gd name="T63" fmla="*/ 117053 h 332"/>
                <a:gd name="T64" fmla="*/ 10550 w 116"/>
                <a:gd name="T65" fmla="*/ 117053 h 332"/>
                <a:gd name="T66" fmla="*/ 14188 w 116"/>
                <a:gd name="T67" fmla="*/ 117360 h 332"/>
                <a:gd name="T68" fmla="*/ 17583 w 116"/>
                <a:gd name="T69" fmla="*/ 117053 h 332"/>
                <a:gd name="T70" fmla="*/ 21300 w 116"/>
                <a:gd name="T71" fmla="*/ 117053 h 332"/>
                <a:gd name="T72" fmla="*/ 24925 w 116"/>
                <a:gd name="T73" fmla="*/ 116255 h 332"/>
                <a:gd name="T74" fmla="*/ 26688 w 116"/>
                <a:gd name="T75" fmla="*/ 117053 h 332"/>
                <a:gd name="T76" fmla="*/ 26875 w 116"/>
                <a:gd name="T77" fmla="*/ 111676 h 332"/>
                <a:gd name="T78" fmla="*/ 26875 w 116"/>
                <a:gd name="T79" fmla="*/ 106264 h 332"/>
                <a:gd name="T80" fmla="*/ 26875 w 116"/>
                <a:gd name="T81" fmla="*/ 100823 h 332"/>
                <a:gd name="T82" fmla="*/ 26875 w 116"/>
                <a:gd name="T83" fmla="*/ 95709 h 332"/>
                <a:gd name="T84" fmla="*/ 26875 w 116"/>
                <a:gd name="T85" fmla="*/ 90276 h 332"/>
                <a:gd name="T86" fmla="*/ 26875 w 116"/>
                <a:gd name="T87" fmla="*/ 84864 h 332"/>
                <a:gd name="T88" fmla="*/ 26875 w 116"/>
                <a:gd name="T89" fmla="*/ 79478 h 332"/>
                <a:gd name="T90" fmla="*/ 26875 w 116"/>
                <a:gd name="T91" fmla="*/ 74467 h 332"/>
                <a:gd name="T92" fmla="*/ 26875 w 116"/>
                <a:gd name="T93" fmla="*/ 69031 h 332"/>
                <a:gd name="T94" fmla="*/ 26875 w 116"/>
                <a:gd name="T95" fmla="*/ 63613 h 332"/>
                <a:gd name="T96" fmla="*/ 26875 w 116"/>
                <a:gd name="T97" fmla="*/ 58236 h 332"/>
                <a:gd name="T98" fmla="*/ 26875 w 116"/>
                <a:gd name="T99" fmla="*/ 53043 h 332"/>
                <a:gd name="T100" fmla="*/ 26875 w 116"/>
                <a:gd name="T101" fmla="*/ 47631 h 332"/>
                <a:gd name="T102" fmla="*/ 26875 w 116"/>
                <a:gd name="T103" fmla="*/ 42248 h 332"/>
                <a:gd name="T104" fmla="*/ 26875 w 116"/>
                <a:gd name="T105" fmla="*/ 36812 h 332"/>
                <a:gd name="T106" fmla="*/ 26875 w 116"/>
                <a:gd name="T107" fmla="*/ 31800 h 332"/>
                <a:gd name="T108" fmla="*/ 26875 w 116"/>
                <a:gd name="T109" fmla="*/ 26380 h 332"/>
                <a:gd name="T110" fmla="*/ 26875 w 116"/>
                <a:gd name="T111" fmla="*/ 21002 h 332"/>
                <a:gd name="T112" fmla="*/ 26875 w 116"/>
                <a:gd name="T113" fmla="*/ 15569 h 332"/>
                <a:gd name="T114" fmla="*/ 26875 w 116"/>
                <a:gd name="T115" fmla="*/ 10397 h 332"/>
                <a:gd name="T116" fmla="*/ 14188 w 116"/>
                <a:gd name="T117" fmla="*/ 117053 h 3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6" h="332">
                  <a:moveTo>
                    <a:pt x="116" y="22"/>
                  </a:moveTo>
                  <a:cubicBezTo>
                    <a:pt x="116" y="19"/>
                    <a:pt x="113" y="16"/>
                    <a:pt x="110" y="15"/>
                  </a:cubicBezTo>
                  <a:cubicBezTo>
                    <a:pt x="110" y="14"/>
                    <a:pt x="110" y="14"/>
                    <a:pt x="110" y="14"/>
                  </a:cubicBezTo>
                  <a:cubicBezTo>
                    <a:pt x="113" y="14"/>
                    <a:pt x="116" y="11"/>
                    <a:pt x="116" y="7"/>
                  </a:cubicBezTo>
                  <a:cubicBezTo>
                    <a:pt x="116" y="3"/>
                    <a:pt x="113" y="0"/>
                    <a:pt x="109" y="0"/>
                  </a:cubicBezTo>
                  <a:cubicBezTo>
                    <a:pt x="105" y="0"/>
                    <a:pt x="101" y="3"/>
                    <a:pt x="101" y="7"/>
                  </a:cubicBezTo>
                  <a:cubicBezTo>
                    <a:pt x="101" y="8"/>
                    <a:pt x="102" y="9"/>
                    <a:pt x="102" y="10"/>
                  </a:cubicBezTo>
                  <a:cubicBezTo>
                    <a:pt x="102" y="10"/>
                    <a:pt x="102" y="10"/>
                    <a:pt x="102" y="10"/>
                  </a:cubicBezTo>
                  <a:cubicBezTo>
                    <a:pt x="101" y="7"/>
                    <a:pt x="98" y="4"/>
                    <a:pt x="95" y="4"/>
                  </a:cubicBezTo>
                  <a:cubicBezTo>
                    <a:pt x="91" y="4"/>
                    <a:pt x="87" y="8"/>
                    <a:pt x="87" y="12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6" y="9"/>
                    <a:pt x="84" y="6"/>
                    <a:pt x="80" y="6"/>
                  </a:cubicBezTo>
                  <a:cubicBezTo>
                    <a:pt x="76" y="6"/>
                    <a:pt x="73" y="10"/>
                    <a:pt x="73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2" y="10"/>
                    <a:pt x="69" y="7"/>
                    <a:pt x="65" y="7"/>
                  </a:cubicBezTo>
                  <a:cubicBezTo>
                    <a:pt x="61" y="7"/>
                    <a:pt x="58" y="10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0"/>
                    <a:pt x="55" y="7"/>
                    <a:pt x="51" y="7"/>
                  </a:cubicBezTo>
                  <a:cubicBezTo>
                    <a:pt x="47" y="7"/>
                    <a:pt x="44" y="10"/>
                    <a:pt x="44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3" y="10"/>
                    <a:pt x="40" y="6"/>
                    <a:pt x="36" y="6"/>
                  </a:cubicBezTo>
                  <a:cubicBezTo>
                    <a:pt x="32" y="6"/>
                    <a:pt x="29" y="9"/>
                    <a:pt x="29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2"/>
                    <a:pt x="29" y="12"/>
                    <a:pt x="29" y="12"/>
                  </a:cubicBezTo>
                  <a:cubicBezTo>
                    <a:pt x="29" y="8"/>
                    <a:pt x="25" y="4"/>
                    <a:pt x="21" y="4"/>
                  </a:cubicBezTo>
                  <a:cubicBezTo>
                    <a:pt x="18" y="4"/>
                    <a:pt x="15" y="6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5" y="8"/>
                    <a:pt x="15" y="7"/>
                  </a:cubicBezTo>
                  <a:cubicBezTo>
                    <a:pt x="15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3" y="15"/>
                    <a:pt x="0" y="18"/>
                    <a:pt x="0" y="22"/>
                  </a:cubicBezTo>
                  <a:cubicBezTo>
                    <a:pt x="0" y="26"/>
                    <a:pt x="3" y="29"/>
                    <a:pt x="6" y="29"/>
                  </a:cubicBezTo>
                  <a:cubicBezTo>
                    <a:pt x="3" y="30"/>
                    <a:pt x="0" y="33"/>
                    <a:pt x="0" y="36"/>
                  </a:cubicBezTo>
                  <a:cubicBezTo>
                    <a:pt x="0" y="40"/>
                    <a:pt x="3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3" y="44"/>
                    <a:pt x="0" y="47"/>
                    <a:pt x="0" y="51"/>
                  </a:cubicBezTo>
                  <a:cubicBezTo>
                    <a:pt x="0" y="55"/>
                    <a:pt x="3" y="58"/>
                    <a:pt x="7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3" y="59"/>
                    <a:pt x="0" y="62"/>
                    <a:pt x="0" y="66"/>
                  </a:cubicBezTo>
                  <a:cubicBezTo>
                    <a:pt x="0" y="70"/>
                    <a:pt x="3" y="73"/>
                    <a:pt x="7" y="74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3" y="74"/>
                    <a:pt x="0" y="77"/>
                    <a:pt x="0" y="81"/>
                  </a:cubicBezTo>
                  <a:cubicBezTo>
                    <a:pt x="0" y="85"/>
                    <a:pt x="3" y="88"/>
                    <a:pt x="6" y="88"/>
                  </a:cubicBezTo>
                  <a:cubicBezTo>
                    <a:pt x="3" y="89"/>
                    <a:pt x="0" y="92"/>
                    <a:pt x="0" y="95"/>
                  </a:cubicBezTo>
                  <a:cubicBezTo>
                    <a:pt x="0" y="99"/>
                    <a:pt x="3" y="103"/>
                    <a:pt x="7" y="103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3" y="103"/>
                    <a:pt x="0" y="106"/>
                    <a:pt x="0" y="110"/>
                  </a:cubicBezTo>
                  <a:cubicBezTo>
                    <a:pt x="0" y="114"/>
                    <a:pt x="3" y="117"/>
                    <a:pt x="7" y="118"/>
                  </a:cubicBezTo>
                  <a:cubicBezTo>
                    <a:pt x="7" y="118"/>
                    <a:pt x="7" y="118"/>
                    <a:pt x="7" y="118"/>
                  </a:cubicBezTo>
                  <a:cubicBezTo>
                    <a:pt x="3" y="118"/>
                    <a:pt x="0" y="121"/>
                    <a:pt x="0" y="125"/>
                  </a:cubicBezTo>
                  <a:cubicBezTo>
                    <a:pt x="0" y="129"/>
                    <a:pt x="3" y="132"/>
                    <a:pt x="7" y="132"/>
                  </a:cubicBezTo>
                  <a:cubicBezTo>
                    <a:pt x="7" y="133"/>
                    <a:pt x="7" y="133"/>
                    <a:pt x="7" y="133"/>
                  </a:cubicBezTo>
                  <a:cubicBezTo>
                    <a:pt x="3" y="133"/>
                    <a:pt x="0" y="136"/>
                    <a:pt x="0" y="140"/>
                  </a:cubicBezTo>
                  <a:cubicBezTo>
                    <a:pt x="0" y="144"/>
                    <a:pt x="3" y="147"/>
                    <a:pt x="6" y="147"/>
                  </a:cubicBezTo>
                  <a:cubicBezTo>
                    <a:pt x="3" y="148"/>
                    <a:pt x="0" y="151"/>
                    <a:pt x="0" y="154"/>
                  </a:cubicBezTo>
                  <a:cubicBezTo>
                    <a:pt x="0" y="158"/>
                    <a:pt x="3" y="161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3" y="162"/>
                    <a:pt x="0" y="165"/>
                    <a:pt x="0" y="169"/>
                  </a:cubicBezTo>
                  <a:cubicBezTo>
                    <a:pt x="0" y="173"/>
                    <a:pt x="3" y="176"/>
                    <a:pt x="7" y="176"/>
                  </a:cubicBezTo>
                  <a:cubicBezTo>
                    <a:pt x="7" y="177"/>
                    <a:pt x="7" y="177"/>
                    <a:pt x="7" y="177"/>
                  </a:cubicBezTo>
                  <a:cubicBezTo>
                    <a:pt x="3" y="177"/>
                    <a:pt x="0" y="180"/>
                    <a:pt x="0" y="184"/>
                  </a:cubicBezTo>
                  <a:cubicBezTo>
                    <a:pt x="0" y="188"/>
                    <a:pt x="3" y="191"/>
                    <a:pt x="7" y="191"/>
                  </a:cubicBezTo>
                  <a:cubicBezTo>
                    <a:pt x="7" y="192"/>
                    <a:pt x="7" y="192"/>
                    <a:pt x="7" y="192"/>
                  </a:cubicBezTo>
                  <a:cubicBezTo>
                    <a:pt x="3" y="192"/>
                    <a:pt x="0" y="195"/>
                    <a:pt x="0" y="199"/>
                  </a:cubicBezTo>
                  <a:cubicBezTo>
                    <a:pt x="0" y="203"/>
                    <a:pt x="3" y="206"/>
                    <a:pt x="6" y="206"/>
                  </a:cubicBezTo>
                  <a:cubicBezTo>
                    <a:pt x="3" y="207"/>
                    <a:pt x="0" y="210"/>
                    <a:pt x="0" y="213"/>
                  </a:cubicBezTo>
                  <a:cubicBezTo>
                    <a:pt x="0" y="217"/>
                    <a:pt x="3" y="220"/>
                    <a:pt x="7" y="221"/>
                  </a:cubicBezTo>
                  <a:cubicBezTo>
                    <a:pt x="7" y="221"/>
                    <a:pt x="7" y="221"/>
                    <a:pt x="7" y="221"/>
                  </a:cubicBezTo>
                  <a:cubicBezTo>
                    <a:pt x="3" y="221"/>
                    <a:pt x="0" y="224"/>
                    <a:pt x="0" y="228"/>
                  </a:cubicBezTo>
                  <a:cubicBezTo>
                    <a:pt x="0" y="232"/>
                    <a:pt x="3" y="235"/>
                    <a:pt x="7" y="235"/>
                  </a:cubicBezTo>
                  <a:cubicBezTo>
                    <a:pt x="7" y="236"/>
                    <a:pt x="7" y="236"/>
                    <a:pt x="7" y="236"/>
                  </a:cubicBezTo>
                  <a:cubicBezTo>
                    <a:pt x="3" y="236"/>
                    <a:pt x="0" y="239"/>
                    <a:pt x="0" y="243"/>
                  </a:cubicBezTo>
                  <a:cubicBezTo>
                    <a:pt x="0" y="247"/>
                    <a:pt x="3" y="250"/>
                    <a:pt x="7" y="250"/>
                  </a:cubicBezTo>
                  <a:cubicBezTo>
                    <a:pt x="7" y="251"/>
                    <a:pt x="7" y="251"/>
                    <a:pt x="7" y="251"/>
                  </a:cubicBezTo>
                  <a:cubicBezTo>
                    <a:pt x="3" y="251"/>
                    <a:pt x="0" y="254"/>
                    <a:pt x="0" y="258"/>
                  </a:cubicBezTo>
                  <a:cubicBezTo>
                    <a:pt x="0" y="262"/>
                    <a:pt x="3" y="265"/>
                    <a:pt x="6" y="265"/>
                  </a:cubicBezTo>
                  <a:cubicBezTo>
                    <a:pt x="3" y="266"/>
                    <a:pt x="0" y="269"/>
                    <a:pt x="0" y="272"/>
                  </a:cubicBezTo>
                  <a:cubicBezTo>
                    <a:pt x="0" y="276"/>
                    <a:pt x="3" y="279"/>
                    <a:pt x="6" y="280"/>
                  </a:cubicBezTo>
                  <a:cubicBezTo>
                    <a:pt x="6" y="280"/>
                    <a:pt x="6" y="280"/>
                    <a:pt x="6" y="280"/>
                  </a:cubicBezTo>
                  <a:cubicBezTo>
                    <a:pt x="3" y="280"/>
                    <a:pt x="0" y="283"/>
                    <a:pt x="0" y="287"/>
                  </a:cubicBezTo>
                  <a:cubicBezTo>
                    <a:pt x="0" y="291"/>
                    <a:pt x="3" y="294"/>
                    <a:pt x="6" y="294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3" y="295"/>
                    <a:pt x="0" y="298"/>
                    <a:pt x="0" y="302"/>
                  </a:cubicBezTo>
                  <a:cubicBezTo>
                    <a:pt x="0" y="306"/>
                    <a:pt x="3" y="309"/>
                    <a:pt x="6" y="309"/>
                  </a:cubicBezTo>
                  <a:cubicBezTo>
                    <a:pt x="6" y="310"/>
                    <a:pt x="6" y="310"/>
                    <a:pt x="6" y="310"/>
                  </a:cubicBezTo>
                  <a:cubicBezTo>
                    <a:pt x="3" y="310"/>
                    <a:pt x="0" y="313"/>
                    <a:pt x="0" y="317"/>
                  </a:cubicBezTo>
                  <a:cubicBezTo>
                    <a:pt x="0" y="321"/>
                    <a:pt x="3" y="324"/>
                    <a:pt x="7" y="324"/>
                  </a:cubicBezTo>
                  <a:cubicBezTo>
                    <a:pt x="11" y="324"/>
                    <a:pt x="13" y="322"/>
                    <a:pt x="14" y="319"/>
                  </a:cubicBezTo>
                  <a:cubicBezTo>
                    <a:pt x="14" y="319"/>
                    <a:pt x="14" y="319"/>
                    <a:pt x="14" y="319"/>
                  </a:cubicBezTo>
                  <a:cubicBezTo>
                    <a:pt x="14" y="320"/>
                    <a:pt x="14" y="321"/>
                    <a:pt x="14" y="322"/>
                  </a:cubicBezTo>
                  <a:cubicBezTo>
                    <a:pt x="14" y="326"/>
                    <a:pt x="17" y="329"/>
                    <a:pt x="21" y="329"/>
                  </a:cubicBezTo>
                  <a:cubicBezTo>
                    <a:pt x="25" y="329"/>
                    <a:pt x="27" y="327"/>
                    <a:pt x="28" y="324"/>
                  </a:cubicBezTo>
                  <a:cubicBezTo>
                    <a:pt x="28" y="324"/>
                    <a:pt x="28" y="324"/>
                    <a:pt x="28" y="324"/>
                  </a:cubicBezTo>
                  <a:cubicBezTo>
                    <a:pt x="28" y="328"/>
                    <a:pt x="32" y="331"/>
                    <a:pt x="36" y="331"/>
                  </a:cubicBezTo>
                  <a:cubicBezTo>
                    <a:pt x="40" y="331"/>
                    <a:pt x="43" y="328"/>
                    <a:pt x="43" y="324"/>
                  </a:cubicBezTo>
                  <a:cubicBezTo>
                    <a:pt x="43" y="324"/>
                    <a:pt x="43" y="324"/>
                    <a:pt x="43" y="324"/>
                  </a:cubicBezTo>
                  <a:cubicBezTo>
                    <a:pt x="43" y="324"/>
                    <a:pt x="43" y="324"/>
                    <a:pt x="43" y="325"/>
                  </a:cubicBezTo>
                  <a:cubicBezTo>
                    <a:pt x="43" y="329"/>
                    <a:pt x="47" y="332"/>
                    <a:pt x="51" y="332"/>
                  </a:cubicBezTo>
                  <a:cubicBezTo>
                    <a:pt x="55" y="332"/>
                    <a:pt x="58" y="329"/>
                    <a:pt x="58" y="325"/>
                  </a:cubicBezTo>
                  <a:cubicBezTo>
                    <a:pt x="58" y="329"/>
                    <a:pt x="61" y="332"/>
                    <a:pt x="65" y="332"/>
                  </a:cubicBezTo>
                  <a:cubicBezTo>
                    <a:pt x="69" y="332"/>
                    <a:pt x="73" y="329"/>
                    <a:pt x="73" y="325"/>
                  </a:cubicBezTo>
                  <a:cubicBezTo>
                    <a:pt x="73" y="324"/>
                    <a:pt x="72" y="324"/>
                    <a:pt x="72" y="324"/>
                  </a:cubicBezTo>
                  <a:cubicBezTo>
                    <a:pt x="73" y="324"/>
                    <a:pt x="73" y="324"/>
                    <a:pt x="73" y="324"/>
                  </a:cubicBezTo>
                  <a:cubicBezTo>
                    <a:pt x="73" y="328"/>
                    <a:pt x="76" y="331"/>
                    <a:pt x="80" y="331"/>
                  </a:cubicBezTo>
                  <a:cubicBezTo>
                    <a:pt x="84" y="331"/>
                    <a:pt x="87" y="328"/>
                    <a:pt x="87" y="324"/>
                  </a:cubicBezTo>
                  <a:cubicBezTo>
                    <a:pt x="88" y="324"/>
                    <a:pt x="88" y="324"/>
                    <a:pt x="88" y="324"/>
                  </a:cubicBezTo>
                  <a:cubicBezTo>
                    <a:pt x="89" y="327"/>
                    <a:pt x="91" y="329"/>
                    <a:pt x="95" y="329"/>
                  </a:cubicBezTo>
                  <a:cubicBezTo>
                    <a:pt x="99" y="329"/>
                    <a:pt x="102" y="326"/>
                    <a:pt x="102" y="322"/>
                  </a:cubicBezTo>
                  <a:cubicBezTo>
                    <a:pt x="102" y="321"/>
                    <a:pt x="102" y="320"/>
                    <a:pt x="101" y="319"/>
                  </a:cubicBezTo>
                  <a:cubicBezTo>
                    <a:pt x="102" y="319"/>
                    <a:pt x="102" y="319"/>
                    <a:pt x="102" y="319"/>
                  </a:cubicBezTo>
                  <a:cubicBezTo>
                    <a:pt x="102" y="322"/>
                    <a:pt x="105" y="324"/>
                    <a:pt x="109" y="324"/>
                  </a:cubicBezTo>
                  <a:cubicBezTo>
                    <a:pt x="113" y="324"/>
                    <a:pt x="116" y="321"/>
                    <a:pt x="116" y="317"/>
                  </a:cubicBezTo>
                  <a:cubicBezTo>
                    <a:pt x="116" y="314"/>
                    <a:pt x="113" y="311"/>
                    <a:pt x="110" y="310"/>
                  </a:cubicBezTo>
                  <a:cubicBezTo>
                    <a:pt x="110" y="309"/>
                    <a:pt x="110" y="309"/>
                    <a:pt x="110" y="309"/>
                  </a:cubicBezTo>
                  <a:cubicBezTo>
                    <a:pt x="113" y="309"/>
                    <a:pt x="116" y="306"/>
                    <a:pt x="116" y="302"/>
                  </a:cubicBezTo>
                  <a:cubicBezTo>
                    <a:pt x="116" y="299"/>
                    <a:pt x="113" y="296"/>
                    <a:pt x="110" y="295"/>
                  </a:cubicBezTo>
                  <a:cubicBezTo>
                    <a:pt x="110" y="294"/>
                    <a:pt x="110" y="294"/>
                    <a:pt x="110" y="294"/>
                  </a:cubicBezTo>
                  <a:cubicBezTo>
                    <a:pt x="113" y="294"/>
                    <a:pt x="116" y="291"/>
                    <a:pt x="116" y="287"/>
                  </a:cubicBezTo>
                  <a:cubicBezTo>
                    <a:pt x="116" y="284"/>
                    <a:pt x="113" y="281"/>
                    <a:pt x="110" y="280"/>
                  </a:cubicBezTo>
                  <a:cubicBezTo>
                    <a:pt x="110" y="279"/>
                    <a:pt x="110" y="279"/>
                    <a:pt x="110" y="279"/>
                  </a:cubicBezTo>
                  <a:cubicBezTo>
                    <a:pt x="113" y="279"/>
                    <a:pt x="116" y="276"/>
                    <a:pt x="116" y="272"/>
                  </a:cubicBezTo>
                  <a:cubicBezTo>
                    <a:pt x="116" y="269"/>
                    <a:pt x="113" y="266"/>
                    <a:pt x="110" y="265"/>
                  </a:cubicBezTo>
                  <a:cubicBezTo>
                    <a:pt x="110" y="265"/>
                    <a:pt x="110" y="265"/>
                    <a:pt x="110" y="265"/>
                  </a:cubicBezTo>
                  <a:cubicBezTo>
                    <a:pt x="113" y="264"/>
                    <a:pt x="116" y="262"/>
                    <a:pt x="116" y="258"/>
                  </a:cubicBezTo>
                  <a:cubicBezTo>
                    <a:pt x="116" y="255"/>
                    <a:pt x="113" y="252"/>
                    <a:pt x="110" y="251"/>
                  </a:cubicBezTo>
                  <a:cubicBezTo>
                    <a:pt x="110" y="250"/>
                    <a:pt x="110" y="250"/>
                    <a:pt x="110" y="250"/>
                  </a:cubicBezTo>
                  <a:cubicBezTo>
                    <a:pt x="113" y="250"/>
                    <a:pt x="116" y="247"/>
                    <a:pt x="116" y="243"/>
                  </a:cubicBezTo>
                  <a:cubicBezTo>
                    <a:pt x="116" y="240"/>
                    <a:pt x="113" y="237"/>
                    <a:pt x="110" y="236"/>
                  </a:cubicBezTo>
                  <a:cubicBezTo>
                    <a:pt x="110" y="235"/>
                    <a:pt x="110" y="235"/>
                    <a:pt x="110" y="235"/>
                  </a:cubicBezTo>
                  <a:cubicBezTo>
                    <a:pt x="113" y="235"/>
                    <a:pt x="116" y="232"/>
                    <a:pt x="116" y="228"/>
                  </a:cubicBezTo>
                  <a:cubicBezTo>
                    <a:pt x="116" y="225"/>
                    <a:pt x="113" y="222"/>
                    <a:pt x="110" y="221"/>
                  </a:cubicBezTo>
                  <a:cubicBezTo>
                    <a:pt x="110" y="220"/>
                    <a:pt x="110" y="220"/>
                    <a:pt x="110" y="220"/>
                  </a:cubicBezTo>
                  <a:cubicBezTo>
                    <a:pt x="113" y="220"/>
                    <a:pt x="116" y="217"/>
                    <a:pt x="116" y="213"/>
                  </a:cubicBezTo>
                  <a:cubicBezTo>
                    <a:pt x="116" y="210"/>
                    <a:pt x="113" y="207"/>
                    <a:pt x="110" y="206"/>
                  </a:cubicBezTo>
                  <a:cubicBezTo>
                    <a:pt x="110" y="206"/>
                    <a:pt x="110" y="206"/>
                    <a:pt x="110" y="206"/>
                  </a:cubicBezTo>
                  <a:cubicBezTo>
                    <a:pt x="113" y="205"/>
                    <a:pt x="116" y="203"/>
                    <a:pt x="116" y="199"/>
                  </a:cubicBezTo>
                  <a:cubicBezTo>
                    <a:pt x="116" y="195"/>
                    <a:pt x="113" y="193"/>
                    <a:pt x="110" y="192"/>
                  </a:cubicBezTo>
                  <a:cubicBezTo>
                    <a:pt x="110" y="191"/>
                    <a:pt x="110" y="191"/>
                    <a:pt x="110" y="191"/>
                  </a:cubicBezTo>
                  <a:cubicBezTo>
                    <a:pt x="113" y="191"/>
                    <a:pt x="116" y="188"/>
                    <a:pt x="116" y="184"/>
                  </a:cubicBezTo>
                  <a:cubicBezTo>
                    <a:pt x="116" y="181"/>
                    <a:pt x="113" y="178"/>
                    <a:pt x="110" y="177"/>
                  </a:cubicBezTo>
                  <a:cubicBezTo>
                    <a:pt x="110" y="176"/>
                    <a:pt x="110" y="176"/>
                    <a:pt x="110" y="176"/>
                  </a:cubicBezTo>
                  <a:cubicBezTo>
                    <a:pt x="113" y="176"/>
                    <a:pt x="116" y="173"/>
                    <a:pt x="116" y="169"/>
                  </a:cubicBezTo>
                  <a:cubicBezTo>
                    <a:pt x="116" y="166"/>
                    <a:pt x="113" y="163"/>
                    <a:pt x="110" y="162"/>
                  </a:cubicBezTo>
                  <a:cubicBezTo>
                    <a:pt x="110" y="161"/>
                    <a:pt x="110" y="161"/>
                    <a:pt x="110" y="161"/>
                  </a:cubicBezTo>
                  <a:cubicBezTo>
                    <a:pt x="113" y="161"/>
                    <a:pt x="116" y="158"/>
                    <a:pt x="116" y="154"/>
                  </a:cubicBezTo>
                  <a:cubicBezTo>
                    <a:pt x="116" y="151"/>
                    <a:pt x="113" y="148"/>
                    <a:pt x="110" y="147"/>
                  </a:cubicBezTo>
                  <a:cubicBezTo>
                    <a:pt x="110" y="147"/>
                    <a:pt x="110" y="147"/>
                    <a:pt x="110" y="147"/>
                  </a:cubicBezTo>
                  <a:cubicBezTo>
                    <a:pt x="113" y="146"/>
                    <a:pt x="116" y="144"/>
                    <a:pt x="116" y="140"/>
                  </a:cubicBezTo>
                  <a:cubicBezTo>
                    <a:pt x="116" y="136"/>
                    <a:pt x="113" y="134"/>
                    <a:pt x="110" y="133"/>
                  </a:cubicBezTo>
                  <a:cubicBezTo>
                    <a:pt x="110" y="132"/>
                    <a:pt x="110" y="132"/>
                    <a:pt x="110" y="132"/>
                  </a:cubicBezTo>
                  <a:cubicBezTo>
                    <a:pt x="113" y="132"/>
                    <a:pt x="116" y="129"/>
                    <a:pt x="116" y="125"/>
                  </a:cubicBezTo>
                  <a:cubicBezTo>
                    <a:pt x="116" y="122"/>
                    <a:pt x="113" y="119"/>
                    <a:pt x="110" y="118"/>
                  </a:cubicBezTo>
                  <a:cubicBezTo>
                    <a:pt x="110" y="117"/>
                    <a:pt x="110" y="117"/>
                    <a:pt x="110" y="117"/>
                  </a:cubicBezTo>
                  <a:cubicBezTo>
                    <a:pt x="113" y="117"/>
                    <a:pt x="116" y="114"/>
                    <a:pt x="116" y="110"/>
                  </a:cubicBezTo>
                  <a:cubicBezTo>
                    <a:pt x="116" y="107"/>
                    <a:pt x="113" y="104"/>
                    <a:pt x="110" y="103"/>
                  </a:cubicBezTo>
                  <a:cubicBezTo>
                    <a:pt x="110" y="102"/>
                    <a:pt x="110" y="102"/>
                    <a:pt x="110" y="102"/>
                  </a:cubicBezTo>
                  <a:cubicBezTo>
                    <a:pt x="113" y="102"/>
                    <a:pt x="116" y="99"/>
                    <a:pt x="116" y="95"/>
                  </a:cubicBezTo>
                  <a:cubicBezTo>
                    <a:pt x="116" y="92"/>
                    <a:pt x="113" y="89"/>
                    <a:pt x="110" y="88"/>
                  </a:cubicBezTo>
                  <a:cubicBezTo>
                    <a:pt x="110" y="88"/>
                    <a:pt x="110" y="88"/>
                    <a:pt x="110" y="88"/>
                  </a:cubicBezTo>
                  <a:cubicBezTo>
                    <a:pt x="113" y="87"/>
                    <a:pt x="116" y="85"/>
                    <a:pt x="116" y="81"/>
                  </a:cubicBezTo>
                  <a:cubicBezTo>
                    <a:pt x="116" y="78"/>
                    <a:pt x="113" y="75"/>
                    <a:pt x="110" y="74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3" y="73"/>
                    <a:pt x="116" y="70"/>
                    <a:pt x="116" y="66"/>
                  </a:cubicBezTo>
                  <a:cubicBezTo>
                    <a:pt x="116" y="63"/>
                    <a:pt x="113" y="60"/>
                    <a:pt x="110" y="59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3" y="58"/>
                    <a:pt x="116" y="55"/>
                    <a:pt x="116" y="51"/>
                  </a:cubicBezTo>
                  <a:cubicBezTo>
                    <a:pt x="116" y="48"/>
                    <a:pt x="113" y="45"/>
                    <a:pt x="110" y="44"/>
                  </a:cubicBezTo>
                  <a:cubicBezTo>
                    <a:pt x="110" y="43"/>
                    <a:pt x="110" y="43"/>
                    <a:pt x="110" y="43"/>
                  </a:cubicBezTo>
                  <a:cubicBezTo>
                    <a:pt x="113" y="43"/>
                    <a:pt x="116" y="40"/>
                    <a:pt x="116" y="36"/>
                  </a:cubicBezTo>
                  <a:cubicBezTo>
                    <a:pt x="116" y="33"/>
                    <a:pt x="113" y="30"/>
                    <a:pt x="110" y="29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113" y="28"/>
                    <a:pt x="116" y="26"/>
                    <a:pt x="116" y="22"/>
                  </a:cubicBezTo>
                  <a:close/>
                  <a:moveTo>
                    <a:pt x="58" y="324"/>
                  </a:moveTo>
                  <a:cubicBezTo>
                    <a:pt x="58" y="324"/>
                    <a:pt x="58" y="324"/>
                    <a:pt x="58" y="324"/>
                  </a:cubicBezTo>
                  <a:cubicBezTo>
                    <a:pt x="58" y="324"/>
                    <a:pt x="58" y="324"/>
                    <a:pt x="58" y="324"/>
                  </a:cubicBezTo>
                  <a:cubicBezTo>
                    <a:pt x="58" y="324"/>
                    <a:pt x="58" y="324"/>
                    <a:pt x="58" y="32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8" name="Freeform 1320">
              <a:extLst>
                <a:ext uri="{FF2B5EF4-FFF2-40B4-BE49-F238E27FC236}">
                  <a16:creationId xmlns:a16="http://schemas.microsoft.com/office/drawing/2014/main" id="{B3FE26AE-CA74-4564-94E4-CB20E30B8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091"/>
              <a:ext cx="117" cy="43"/>
            </a:xfrm>
            <a:custGeom>
              <a:avLst/>
              <a:gdLst>
                <a:gd name="T0" fmla="*/ 0 w 47"/>
                <a:gd name="T1" fmla="*/ 6060 h 16"/>
                <a:gd name="T2" fmla="*/ 5905 w 47"/>
                <a:gd name="T3" fmla="*/ 0 h 16"/>
                <a:gd name="T4" fmla="*/ 11167 w 47"/>
                <a:gd name="T5" fmla="*/ 3085 h 16"/>
                <a:gd name="T6" fmla="*/ 0 w 47"/>
                <a:gd name="T7" fmla="*/ 606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46" y="4"/>
                    <a:pt x="47" y="8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7C5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9" name="Freeform 1321">
              <a:extLst>
                <a:ext uri="{FF2B5EF4-FFF2-40B4-BE49-F238E27FC236}">
                  <a16:creationId xmlns:a16="http://schemas.microsoft.com/office/drawing/2014/main" id="{A2306B65-1694-45DA-97BF-92EA94E0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174"/>
              <a:ext cx="175" cy="26"/>
            </a:xfrm>
            <a:custGeom>
              <a:avLst/>
              <a:gdLst>
                <a:gd name="T0" fmla="*/ 15938 w 70"/>
                <a:gd name="T1" fmla="*/ 0 h 10"/>
                <a:gd name="T2" fmla="*/ 5395 w 70"/>
                <a:gd name="T3" fmla="*/ 1196 h 10"/>
                <a:gd name="T4" fmla="*/ 1488 w 70"/>
                <a:gd name="T5" fmla="*/ 1196 h 10"/>
                <a:gd name="T6" fmla="*/ 0 w 70"/>
                <a:gd name="T7" fmla="*/ 1196 h 10"/>
                <a:gd name="T8" fmla="*/ 16145 w 70"/>
                <a:gd name="T9" fmla="*/ 2514 h 10"/>
                <a:gd name="T10" fmla="*/ 17113 w 70"/>
                <a:gd name="T11" fmla="*/ 1196 h 10"/>
                <a:gd name="T12" fmla="*/ 15938 w 70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0">
                  <a:moveTo>
                    <a:pt x="65" y="0"/>
                  </a:moveTo>
                  <a:cubicBezTo>
                    <a:pt x="54" y="2"/>
                    <a:pt x="39" y="4"/>
                    <a:pt x="22" y="4"/>
                  </a:cubicBezTo>
                  <a:cubicBezTo>
                    <a:pt x="17" y="4"/>
                    <a:pt x="11" y="4"/>
                    <a:pt x="6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9"/>
                    <a:pt x="59" y="10"/>
                    <a:pt x="66" y="8"/>
                  </a:cubicBezTo>
                  <a:cubicBezTo>
                    <a:pt x="69" y="7"/>
                    <a:pt x="70" y="5"/>
                    <a:pt x="70" y="4"/>
                  </a:cubicBezTo>
                  <a:cubicBezTo>
                    <a:pt x="69" y="2"/>
                    <a:pt x="67" y="1"/>
                    <a:pt x="65" y="0"/>
                  </a:cubicBezTo>
                  <a:close/>
                </a:path>
              </a:pathLst>
            </a:custGeom>
            <a:solidFill>
              <a:srgbClr val="7C5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0" name="Freeform 1322">
              <a:extLst>
                <a:ext uri="{FF2B5EF4-FFF2-40B4-BE49-F238E27FC236}">
                  <a16:creationId xmlns:a16="http://schemas.microsoft.com/office/drawing/2014/main" id="{4E26F613-DC38-4AEB-B815-0A0FAEE52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2091"/>
              <a:ext cx="93" cy="40"/>
            </a:xfrm>
            <a:custGeom>
              <a:avLst/>
              <a:gdLst>
                <a:gd name="T0" fmla="*/ 28 w 93"/>
                <a:gd name="T1" fmla="*/ 0 h 40"/>
                <a:gd name="T2" fmla="*/ 93 w 93"/>
                <a:gd name="T3" fmla="*/ 40 h 40"/>
                <a:gd name="T4" fmla="*/ 0 w 93"/>
                <a:gd name="T5" fmla="*/ 5 h 40"/>
                <a:gd name="T6" fmla="*/ 28 w 93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40">
                  <a:moveTo>
                    <a:pt x="28" y="0"/>
                  </a:moveTo>
                  <a:lnTo>
                    <a:pt x="93" y="40"/>
                  </a:lnTo>
                  <a:lnTo>
                    <a:pt x="0" y="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7C5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1" name="Freeform 1323">
              <a:extLst>
                <a:ext uri="{FF2B5EF4-FFF2-40B4-BE49-F238E27FC236}">
                  <a16:creationId xmlns:a16="http://schemas.microsoft.com/office/drawing/2014/main" id="{820B57EC-3BBE-46D3-80F6-D33A27396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2091"/>
              <a:ext cx="93" cy="40"/>
            </a:xfrm>
            <a:custGeom>
              <a:avLst/>
              <a:gdLst>
                <a:gd name="T0" fmla="*/ 28 w 93"/>
                <a:gd name="T1" fmla="*/ 0 h 40"/>
                <a:gd name="T2" fmla="*/ 93 w 93"/>
                <a:gd name="T3" fmla="*/ 40 h 40"/>
                <a:gd name="T4" fmla="*/ 0 w 93"/>
                <a:gd name="T5" fmla="*/ 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40">
                  <a:moveTo>
                    <a:pt x="28" y="0"/>
                  </a:moveTo>
                  <a:lnTo>
                    <a:pt x="93" y="40"/>
                  </a:lnTo>
                  <a:lnTo>
                    <a:pt x="0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2" name="Freeform 1324">
              <a:extLst>
                <a:ext uri="{FF2B5EF4-FFF2-40B4-BE49-F238E27FC236}">
                  <a16:creationId xmlns:a16="http://schemas.microsoft.com/office/drawing/2014/main" id="{AD146902-0127-4B73-9E30-B314F6EE8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040"/>
              <a:ext cx="278" cy="432"/>
            </a:xfrm>
            <a:custGeom>
              <a:avLst/>
              <a:gdLst>
                <a:gd name="T0" fmla="*/ 0 w 111"/>
                <a:gd name="T1" fmla="*/ 58253 h 162"/>
                <a:gd name="T2" fmla="*/ 27379 w 111"/>
                <a:gd name="T3" fmla="*/ 0 h 1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162">
                  <a:moveTo>
                    <a:pt x="0" y="162"/>
                  </a:moveTo>
                  <a:cubicBezTo>
                    <a:pt x="6" y="157"/>
                    <a:pt x="107" y="14"/>
                    <a:pt x="111" y="0"/>
                  </a:cubicBezTo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3" name="Freeform 1325">
              <a:extLst>
                <a:ext uri="{FF2B5EF4-FFF2-40B4-BE49-F238E27FC236}">
                  <a16:creationId xmlns:a16="http://schemas.microsoft.com/office/drawing/2014/main" id="{131E0FB1-770C-41B0-8249-4E498871C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032"/>
              <a:ext cx="295" cy="123"/>
            </a:xfrm>
            <a:custGeom>
              <a:avLst/>
              <a:gdLst>
                <a:gd name="T0" fmla="*/ 0 w 118"/>
                <a:gd name="T1" fmla="*/ 0 h 46"/>
                <a:gd name="T2" fmla="*/ 28833 w 118"/>
                <a:gd name="T3" fmla="*/ 168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8" h="46">
                  <a:moveTo>
                    <a:pt x="0" y="0"/>
                  </a:moveTo>
                  <a:cubicBezTo>
                    <a:pt x="9" y="5"/>
                    <a:pt x="105" y="43"/>
                    <a:pt x="118" y="46"/>
                  </a:cubicBezTo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4" name="Freeform 1326">
              <a:extLst>
                <a:ext uri="{FF2B5EF4-FFF2-40B4-BE49-F238E27FC236}">
                  <a16:creationId xmlns:a16="http://schemas.microsoft.com/office/drawing/2014/main" id="{2B183A46-B51A-4A44-82F4-00103D39C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942"/>
              <a:ext cx="113" cy="90"/>
            </a:xfrm>
            <a:custGeom>
              <a:avLst/>
              <a:gdLst>
                <a:gd name="T0" fmla="*/ 4495 w 45"/>
                <a:gd name="T1" fmla="*/ 3131 h 34"/>
                <a:gd name="T2" fmla="*/ 11287 w 45"/>
                <a:gd name="T3" fmla="*/ 9236 h 34"/>
                <a:gd name="T4" fmla="*/ 5492 w 45"/>
                <a:gd name="T5" fmla="*/ 2446 h 34"/>
                <a:gd name="T6" fmla="*/ 2976 w 45"/>
                <a:gd name="T7" fmla="*/ 3131 h 34"/>
                <a:gd name="T8" fmla="*/ 0 w 45"/>
                <a:gd name="T9" fmla="*/ 11687 h 34"/>
                <a:gd name="T10" fmla="*/ 4495 w 45"/>
                <a:gd name="T11" fmla="*/ 313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4">
                  <a:moveTo>
                    <a:pt x="18" y="9"/>
                  </a:moveTo>
                  <a:cubicBezTo>
                    <a:pt x="23" y="8"/>
                    <a:pt x="38" y="22"/>
                    <a:pt x="45" y="27"/>
                  </a:cubicBezTo>
                  <a:cubicBezTo>
                    <a:pt x="45" y="27"/>
                    <a:pt x="30" y="13"/>
                    <a:pt x="22" y="7"/>
                  </a:cubicBezTo>
                  <a:cubicBezTo>
                    <a:pt x="15" y="0"/>
                    <a:pt x="12" y="9"/>
                    <a:pt x="12" y="9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4" y="28"/>
                    <a:pt x="13" y="10"/>
                    <a:pt x="18" y="9"/>
                  </a:cubicBezTo>
                  <a:close/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5" name="Freeform 1327">
              <a:extLst>
                <a:ext uri="{FF2B5EF4-FFF2-40B4-BE49-F238E27FC236}">
                  <a16:creationId xmlns:a16="http://schemas.microsoft.com/office/drawing/2014/main" id="{DD8C59BF-ED54-4543-B9ED-52E44360F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104"/>
              <a:ext cx="170" cy="88"/>
            </a:xfrm>
            <a:custGeom>
              <a:avLst/>
              <a:gdLst>
                <a:gd name="T0" fmla="*/ 0 w 68"/>
                <a:gd name="T1" fmla="*/ 11891 h 33"/>
                <a:gd name="T2" fmla="*/ 2738 w 68"/>
                <a:gd name="T3" fmla="*/ 1459 h 33"/>
                <a:gd name="T4" fmla="*/ 4220 w 68"/>
                <a:gd name="T5" fmla="*/ 397 h 33"/>
                <a:gd name="T6" fmla="*/ 16613 w 68"/>
                <a:gd name="T7" fmla="*/ 4701 h 33"/>
                <a:gd name="T8" fmla="*/ 4688 w 68"/>
                <a:gd name="T9" fmla="*/ 1459 h 33"/>
                <a:gd name="T10" fmla="*/ 2938 w 68"/>
                <a:gd name="T11" fmla="*/ 2581 h 33"/>
                <a:gd name="T12" fmla="*/ 0 w 68"/>
                <a:gd name="T13" fmla="*/ 1189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33">
                  <a:moveTo>
                    <a:pt x="0" y="33"/>
                  </a:moveTo>
                  <a:cubicBezTo>
                    <a:pt x="0" y="33"/>
                    <a:pt x="10" y="5"/>
                    <a:pt x="11" y="4"/>
                  </a:cubicBezTo>
                  <a:cubicBezTo>
                    <a:pt x="11" y="3"/>
                    <a:pt x="12" y="0"/>
                    <a:pt x="17" y="1"/>
                  </a:cubicBezTo>
                  <a:cubicBezTo>
                    <a:pt x="22" y="2"/>
                    <a:pt x="68" y="13"/>
                    <a:pt x="68" y="13"/>
                  </a:cubicBezTo>
                  <a:cubicBezTo>
                    <a:pt x="68" y="13"/>
                    <a:pt x="23" y="5"/>
                    <a:pt x="19" y="4"/>
                  </a:cubicBezTo>
                  <a:cubicBezTo>
                    <a:pt x="15" y="4"/>
                    <a:pt x="14" y="4"/>
                    <a:pt x="12" y="7"/>
                  </a:cubicBezTo>
                  <a:cubicBezTo>
                    <a:pt x="11" y="10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6" name="Freeform 1328">
              <a:extLst>
                <a:ext uri="{FF2B5EF4-FFF2-40B4-BE49-F238E27FC236}">
                  <a16:creationId xmlns:a16="http://schemas.microsoft.com/office/drawing/2014/main" id="{A3731C17-01B4-4538-807A-335DED840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195"/>
              <a:ext cx="50" cy="19"/>
            </a:xfrm>
            <a:custGeom>
              <a:avLst/>
              <a:gdLst>
                <a:gd name="T0" fmla="*/ 0 w 20"/>
                <a:gd name="T1" fmla="*/ 760 h 7"/>
                <a:gd name="T2" fmla="*/ 4895 w 20"/>
                <a:gd name="T3" fmla="*/ 2823 h 7"/>
                <a:gd name="T4" fmla="*/ 4895 w 20"/>
                <a:gd name="T5" fmla="*/ 0 h 7"/>
                <a:gd name="T6" fmla="*/ 0 w 20"/>
                <a:gd name="T7" fmla="*/ 7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0" y="2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3"/>
                    <a:pt x="3" y="3"/>
                    <a:pt x="0" y="2"/>
                  </a:cubicBezTo>
                  <a:close/>
                </a:path>
              </a:pathLst>
            </a:custGeom>
            <a:solidFill>
              <a:srgbClr val="7E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7" name="Freeform 1329">
              <a:extLst>
                <a:ext uri="{FF2B5EF4-FFF2-40B4-BE49-F238E27FC236}">
                  <a16:creationId xmlns:a16="http://schemas.microsoft.com/office/drawing/2014/main" id="{F27A2ADA-89C9-49D2-8397-65BB1F2DD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3174"/>
              <a:ext cx="22" cy="8"/>
            </a:xfrm>
            <a:custGeom>
              <a:avLst/>
              <a:gdLst>
                <a:gd name="T0" fmla="*/ 0 w 9"/>
                <a:gd name="T1" fmla="*/ 397 h 3"/>
                <a:gd name="T2" fmla="*/ 1931 w 9"/>
                <a:gd name="T3" fmla="*/ 1059 h 3"/>
                <a:gd name="T4" fmla="*/ 1931 w 9"/>
                <a:gd name="T5" fmla="*/ 0 h 3"/>
                <a:gd name="T6" fmla="*/ 0 w 9"/>
                <a:gd name="T7" fmla="*/ 39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4" y="2"/>
                    <a:pt x="0" y="1"/>
                  </a:cubicBezTo>
                  <a:close/>
                </a:path>
              </a:pathLst>
            </a:custGeom>
            <a:solidFill>
              <a:srgbClr val="7E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8" name="Freeform 1330">
              <a:extLst>
                <a:ext uri="{FF2B5EF4-FFF2-40B4-BE49-F238E27FC236}">
                  <a16:creationId xmlns:a16="http://schemas.microsoft.com/office/drawing/2014/main" id="{817C3BC6-C5DB-4DD9-8751-7155F34B4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3147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2738 w 12"/>
                <a:gd name="T3" fmla="*/ 1724 h 4"/>
                <a:gd name="T4" fmla="*/ 2938 w 12"/>
                <a:gd name="T5" fmla="*/ 976 h 4"/>
                <a:gd name="T6" fmla="*/ 0 w 1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7E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9" name="Freeform 1331">
              <a:extLst>
                <a:ext uri="{FF2B5EF4-FFF2-40B4-BE49-F238E27FC236}">
                  <a16:creationId xmlns:a16="http://schemas.microsoft.com/office/drawing/2014/main" id="{AB6F6575-7164-45B5-A103-5CAEA4B0D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942"/>
              <a:ext cx="285" cy="229"/>
            </a:xfrm>
            <a:custGeom>
              <a:avLst/>
              <a:gdLst>
                <a:gd name="T0" fmla="*/ 0 w 114"/>
                <a:gd name="T1" fmla="*/ 28114 h 86"/>
                <a:gd name="T2" fmla="*/ 0 w 114"/>
                <a:gd name="T3" fmla="*/ 30659 h 86"/>
                <a:gd name="T4" fmla="*/ 4220 w 114"/>
                <a:gd name="T5" fmla="*/ 28114 h 86"/>
                <a:gd name="T6" fmla="*/ 21488 w 114"/>
                <a:gd name="T7" fmla="*/ 5778 h 86"/>
                <a:gd name="T8" fmla="*/ 25208 w 114"/>
                <a:gd name="T9" fmla="*/ 16089 h 86"/>
                <a:gd name="T10" fmla="*/ 27863 w 114"/>
                <a:gd name="T11" fmla="*/ 14579 h 86"/>
                <a:gd name="T12" fmla="*/ 23250 w 114"/>
                <a:gd name="T13" fmla="*/ 1454 h 86"/>
                <a:gd name="T14" fmla="*/ 22270 w 114"/>
                <a:gd name="T15" fmla="*/ 397 h 86"/>
                <a:gd name="T16" fmla="*/ 21020 w 114"/>
                <a:gd name="T17" fmla="*/ 660 h 86"/>
                <a:gd name="T18" fmla="*/ 0 w 114"/>
                <a:gd name="T19" fmla="*/ 28114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86">
                  <a:moveTo>
                    <a:pt x="0" y="79"/>
                  </a:moveTo>
                  <a:cubicBezTo>
                    <a:pt x="0" y="86"/>
                    <a:pt x="0" y="86"/>
                    <a:pt x="0" y="86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39" y="59"/>
                    <a:pt x="81" y="22"/>
                    <a:pt x="88" y="16"/>
                  </a:cubicBezTo>
                  <a:cubicBezTo>
                    <a:pt x="90" y="19"/>
                    <a:pt x="95" y="31"/>
                    <a:pt x="103" y="45"/>
                  </a:cubicBezTo>
                  <a:cubicBezTo>
                    <a:pt x="114" y="41"/>
                    <a:pt x="114" y="41"/>
                    <a:pt x="114" y="41"/>
                  </a:cubicBezTo>
                  <a:cubicBezTo>
                    <a:pt x="95" y="4"/>
                    <a:pt x="95" y="4"/>
                    <a:pt x="95" y="4"/>
                  </a:cubicBezTo>
                  <a:cubicBezTo>
                    <a:pt x="94" y="2"/>
                    <a:pt x="93" y="1"/>
                    <a:pt x="91" y="1"/>
                  </a:cubicBezTo>
                  <a:cubicBezTo>
                    <a:pt x="89" y="0"/>
                    <a:pt x="87" y="1"/>
                    <a:pt x="86" y="2"/>
                  </a:cubicBezTo>
                  <a:lnTo>
                    <a:pt x="0" y="79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0" name="Freeform 1332">
              <a:extLst>
                <a:ext uri="{FF2B5EF4-FFF2-40B4-BE49-F238E27FC236}">
                  <a16:creationId xmlns:a16="http://schemas.microsoft.com/office/drawing/2014/main" id="{16253C8B-3976-4F5D-8591-02827D423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3139"/>
              <a:ext cx="108" cy="184"/>
            </a:xfrm>
            <a:custGeom>
              <a:avLst/>
              <a:gdLst>
                <a:gd name="T0" fmla="*/ 2788 w 43"/>
                <a:gd name="T1" fmla="*/ 0 h 69"/>
                <a:gd name="T2" fmla="*/ 0 w 43"/>
                <a:gd name="T3" fmla="*/ 1059 h 69"/>
                <a:gd name="T4" fmla="*/ 7796 w 43"/>
                <a:gd name="T5" fmla="*/ 23304 h 69"/>
                <a:gd name="T6" fmla="*/ 9790 w 43"/>
                <a:gd name="T7" fmla="*/ 24427 h 69"/>
                <a:gd name="T8" fmla="*/ 10315 w 43"/>
                <a:gd name="T9" fmla="*/ 21597 h 69"/>
                <a:gd name="T10" fmla="*/ 2788 w 43"/>
                <a:gd name="T11" fmla="*/ 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9">
                  <a:moveTo>
                    <a:pt x="11" y="0"/>
                  </a:moveTo>
                  <a:cubicBezTo>
                    <a:pt x="8" y="1"/>
                    <a:pt x="4" y="2"/>
                    <a:pt x="0" y="3"/>
                  </a:cubicBezTo>
                  <a:cubicBezTo>
                    <a:pt x="15" y="34"/>
                    <a:pt x="31" y="65"/>
                    <a:pt x="31" y="65"/>
                  </a:cubicBezTo>
                  <a:cubicBezTo>
                    <a:pt x="33" y="68"/>
                    <a:pt x="36" y="69"/>
                    <a:pt x="39" y="68"/>
                  </a:cubicBezTo>
                  <a:cubicBezTo>
                    <a:pt x="42" y="66"/>
                    <a:pt x="43" y="63"/>
                    <a:pt x="41" y="60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1" name="Freeform 1333">
              <a:extLst>
                <a:ext uri="{FF2B5EF4-FFF2-40B4-BE49-F238E27FC236}">
                  <a16:creationId xmlns:a16="http://schemas.microsoft.com/office/drawing/2014/main" id="{91906A0A-A88B-4A76-87AA-FB13BC816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3078"/>
              <a:ext cx="42" cy="40"/>
            </a:xfrm>
            <a:custGeom>
              <a:avLst/>
              <a:gdLst>
                <a:gd name="T0" fmla="*/ 2503 w 17"/>
                <a:gd name="T1" fmla="*/ 0 h 15"/>
                <a:gd name="T2" fmla="*/ 0 w 17"/>
                <a:gd name="T3" fmla="*/ 1763 h 15"/>
                <a:gd name="T4" fmla="*/ 1117 w 17"/>
                <a:gd name="T5" fmla="*/ 5405 h 15"/>
                <a:gd name="T6" fmla="*/ 3876 w 17"/>
                <a:gd name="T7" fmla="*/ 4701 h 15"/>
                <a:gd name="T8" fmla="*/ 2503 w 1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1" y="0"/>
                  </a:moveTo>
                  <a:cubicBezTo>
                    <a:pt x="7" y="2"/>
                    <a:pt x="4" y="3"/>
                    <a:pt x="0" y="5"/>
                  </a:cubicBezTo>
                  <a:cubicBezTo>
                    <a:pt x="2" y="8"/>
                    <a:pt x="4" y="12"/>
                    <a:pt x="5" y="15"/>
                  </a:cubicBezTo>
                  <a:cubicBezTo>
                    <a:pt x="17" y="13"/>
                    <a:pt x="17" y="13"/>
                    <a:pt x="17" y="13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2" name="Freeform 1334">
              <a:extLst>
                <a:ext uri="{FF2B5EF4-FFF2-40B4-BE49-F238E27FC236}">
                  <a16:creationId xmlns:a16="http://schemas.microsoft.com/office/drawing/2014/main" id="{7402CA27-79E6-4956-9CE7-95ED0E786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3099"/>
              <a:ext cx="620" cy="672"/>
            </a:xfrm>
            <a:custGeom>
              <a:avLst/>
              <a:gdLst>
                <a:gd name="T0" fmla="*/ 0 w 248"/>
                <a:gd name="T1" fmla="*/ 16589 h 252"/>
                <a:gd name="T2" fmla="*/ 0 w 248"/>
                <a:gd name="T3" fmla="*/ 12288 h 252"/>
                <a:gd name="T4" fmla="*/ 34688 w 248"/>
                <a:gd name="T5" fmla="*/ 0 h 252"/>
                <a:gd name="T6" fmla="*/ 36458 w 248"/>
                <a:gd name="T7" fmla="*/ 1059 h 252"/>
                <a:gd name="T8" fmla="*/ 60363 w 248"/>
                <a:gd name="T9" fmla="*/ 87381 h 252"/>
                <a:gd name="T10" fmla="*/ 59583 w 248"/>
                <a:gd name="T11" fmla="*/ 90205 h 252"/>
                <a:gd name="T12" fmla="*/ 57625 w 248"/>
                <a:gd name="T13" fmla="*/ 89144 h 252"/>
                <a:gd name="T14" fmla="*/ 34500 w 248"/>
                <a:gd name="T15" fmla="*/ 4701 h 252"/>
                <a:gd name="T16" fmla="*/ 313 w 248"/>
                <a:gd name="T17" fmla="*/ 16589 h 252"/>
                <a:gd name="T18" fmla="*/ 0 w 248"/>
                <a:gd name="T19" fmla="*/ 16589 h 252"/>
                <a:gd name="T20" fmla="*/ 0 w 248"/>
                <a:gd name="T21" fmla="*/ 16589 h 2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8" h="252">
                  <a:moveTo>
                    <a:pt x="0" y="46"/>
                  </a:moveTo>
                  <a:cubicBezTo>
                    <a:pt x="0" y="34"/>
                    <a:pt x="0" y="34"/>
                    <a:pt x="0" y="34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5" y="0"/>
                    <a:pt x="148" y="1"/>
                    <a:pt x="149" y="3"/>
                  </a:cubicBezTo>
                  <a:cubicBezTo>
                    <a:pt x="247" y="243"/>
                    <a:pt x="247" y="243"/>
                    <a:pt x="247" y="243"/>
                  </a:cubicBezTo>
                  <a:cubicBezTo>
                    <a:pt x="248" y="246"/>
                    <a:pt x="247" y="250"/>
                    <a:pt x="244" y="251"/>
                  </a:cubicBezTo>
                  <a:cubicBezTo>
                    <a:pt x="241" y="252"/>
                    <a:pt x="238" y="251"/>
                    <a:pt x="236" y="248"/>
                  </a:cubicBezTo>
                  <a:cubicBezTo>
                    <a:pt x="236" y="248"/>
                    <a:pt x="145" y="20"/>
                    <a:pt x="141" y="13"/>
                  </a:cubicBezTo>
                  <a:cubicBezTo>
                    <a:pt x="132" y="15"/>
                    <a:pt x="1" y="46"/>
                    <a:pt x="1" y="46"/>
                  </a:cubicBezTo>
                  <a:cubicBezTo>
                    <a:pt x="1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3" name="Freeform 1335">
              <a:extLst>
                <a:ext uri="{FF2B5EF4-FFF2-40B4-BE49-F238E27FC236}">
                  <a16:creationId xmlns:a16="http://schemas.microsoft.com/office/drawing/2014/main" id="{860A6F9B-E6A6-4527-BB6E-EC8E5CC8B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248"/>
              <a:ext cx="23" cy="54"/>
            </a:xfrm>
            <a:custGeom>
              <a:avLst/>
              <a:gdLst>
                <a:gd name="T0" fmla="*/ 1620 w 9"/>
                <a:gd name="T1" fmla="*/ 0 h 20"/>
                <a:gd name="T2" fmla="*/ 2520 w 9"/>
                <a:gd name="T3" fmla="*/ 6161 h 20"/>
                <a:gd name="T4" fmla="*/ 1973 w 9"/>
                <a:gd name="T5" fmla="*/ 7757 h 20"/>
                <a:gd name="T6" fmla="*/ 848 w 9"/>
                <a:gd name="T7" fmla="*/ 7007 h 20"/>
                <a:gd name="T8" fmla="*/ 0 w 9"/>
                <a:gd name="T9" fmla="*/ 429 h 20"/>
                <a:gd name="T10" fmla="*/ 0 w 9"/>
                <a:gd name="T11" fmla="*/ 429 h 20"/>
                <a:gd name="T12" fmla="*/ 1620 w 9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6" y="0"/>
                  </a:moveTo>
                  <a:cubicBezTo>
                    <a:pt x="9" y="16"/>
                    <a:pt x="9" y="16"/>
                    <a:pt x="9" y="16"/>
                  </a:cubicBezTo>
                  <a:cubicBezTo>
                    <a:pt x="9" y="18"/>
                    <a:pt x="8" y="19"/>
                    <a:pt x="7" y="20"/>
                  </a:cubicBezTo>
                  <a:cubicBezTo>
                    <a:pt x="5" y="20"/>
                    <a:pt x="4" y="19"/>
                    <a:pt x="3" y="18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4" name="Freeform 1336">
              <a:extLst>
                <a:ext uri="{FF2B5EF4-FFF2-40B4-BE49-F238E27FC236}">
                  <a16:creationId xmlns:a16="http://schemas.microsoft.com/office/drawing/2014/main" id="{11D8DB30-E6B7-44EF-BD47-ACCB0B3C1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3227"/>
              <a:ext cx="32" cy="53"/>
            </a:xfrm>
            <a:custGeom>
              <a:avLst/>
              <a:gdLst>
                <a:gd name="T0" fmla="*/ 1103 w 13"/>
                <a:gd name="T1" fmla="*/ 0 h 20"/>
                <a:gd name="T2" fmla="*/ 1103 w 13"/>
                <a:gd name="T3" fmla="*/ 392 h 20"/>
                <a:gd name="T4" fmla="*/ 2715 w 13"/>
                <a:gd name="T5" fmla="*/ 5470 h 20"/>
                <a:gd name="T6" fmla="*/ 2417 w 13"/>
                <a:gd name="T7" fmla="*/ 6903 h 20"/>
                <a:gd name="T8" fmla="*/ 1538 w 13"/>
                <a:gd name="T9" fmla="*/ 6270 h 20"/>
                <a:gd name="T10" fmla="*/ 0 w 13"/>
                <a:gd name="T11" fmla="*/ 1039 h 20"/>
                <a:gd name="T12" fmla="*/ 1103 w 13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5" y="0"/>
                  </a:moveTo>
                  <a:cubicBezTo>
                    <a:pt x="5" y="0"/>
                    <a:pt x="5" y="0"/>
                    <a:pt x="5" y="1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3" y="17"/>
                    <a:pt x="12" y="19"/>
                    <a:pt x="11" y="20"/>
                  </a:cubicBezTo>
                  <a:cubicBezTo>
                    <a:pt x="9" y="20"/>
                    <a:pt x="7" y="20"/>
                    <a:pt x="7" y="1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" name="Freeform 1337">
              <a:extLst>
                <a:ext uri="{FF2B5EF4-FFF2-40B4-BE49-F238E27FC236}">
                  <a16:creationId xmlns:a16="http://schemas.microsoft.com/office/drawing/2014/main" id="{99FE9E8A-8616-4EDA-A677-4635E89DC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3011"/>
              <a:ext cx="690" cy="488"/>
            </a:xfrm>
            <a:custGeom>
              <a:avLst/>
              <a:gdLst>
                <a:gd name="T0" fmla="*/ 0 w 276"/>
                <a:gd name="T1" fmla="*/ 21597 h 183"/>
                <a:gd name="T2" fmla="*/ 36645 w 276"/>
                <a:gd name="T3" fmla="*/ 397 h 183"/>
                <a:gd name="T4" fmla="*/ 38408 w 276"/>
                <a:gd name="T5" fmla="*/ 661 h 183"/>
                <a:gd name="T6" fmla="*/ 67188 w 276"/>
                <a:gd name="T7" fmla="*/ 62144 h 183"/>
                <a:gd name="T8" fmla="*/ 66720 w 276"/>
                <a:gd name="T9" fmla="*/ 65139 h 183"/>
                <a:gd name="T10" fmla="*/ 64770 w 276"/>
                <a:gd name="T11" fmla="*/ 64717 h 183"/>
                <a:gd name="T12" fmla="*/ 36925 w 276"/>
                <a:gd name="T13" fmla="*/ 4701 h 183"/>
                <a:gd name="T14" fmla="*/ 7345 w 276"/>
                <a:gd name="T15" fmla="*/ 21597 h 183"/>
                <a:gd name="T16" fmla="*/ 0 w 276"/>
                <a:gd name="T17" fmla="*/ 24120 h 183"/>
                <a:gd name="T18" fmla="*/ 0 w 276"/>
                <a:gd name="T19" fmla="*/ 21597 h 1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183">
                  <a:moveTo>
                    <a:pt x="0" y="60"/>
                  </a:moveTo>
                  <a:cubicBezTo>
                    <a:pt x="150" y="1"/>
                    <a:pt x="150" y="1"/>
                    <a:pt x="150" y="1"/>
                  </a:cubicBezTo>
                  <a:cubicBezTo>
                    <a:pt x="153" y="0"/>
                    <a:pt x="155" y="0"/>
                    <a:pt x="157" y="2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6" y="176"/>
                    <a:pt x="276" y="179"/>
                    <a:pt x="273" y="181"/>
                  </a:cubicBezTo>
                  <a:cubicBezTo>
                    <a:pt x="270" y="183"/>
                    <a:pt x="267" y="182"/>
                    <a:pt x="265" y="180"/>
                  </a:cubicBezTo>
                  <a:cubicBezTo>
                    <a:pt x="265" y="180"/>
                    <a:pt x="156" y="19"/>
                    <a:pt x="151" y="13"/>
                  </a:cubicBezTo>
                  <a:cubicBezTo>
                    <a:pt x="145" y="15"/>
                    <a:pt x="71" y="44"/>
                    <a:pt x="30" y="60"/>
                  </a:cubicBezTo>
                  <a:cubicBezTo>
                    <a:pt x="0" y="67"/>
                    <a:pt x="0" y="67"/>
                    <a:pt x="0" y="67"/>
                  </a:cubicBezTo>
                  <a:lnTo>
                    <a:pt x="0" y="60"/>
                  </a:lnTo>
                  <a:close/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" name="Freeform 1338">
              <a:extLst>
                <a:ext uri="{FF2B5EF4-FFF2-40B4-BE49-F238E27FC236}">
                  <a16:creationId xmlns:a16="http://schemas.microsoft.com/office/drawing/2014/main" id="{11A1D911-3CD8-4B2A-94C6-F0BD47402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3040"/>
              <a:ext cx="278" cy="432"/>
            </a:xfrm>
            <a:custGeom>
              <a:avLst/>
              <a:gdLst>
                <a:gd name="T0" fmla="*/ 27379 w 111"/>
                <a:gd name="T1" fmla="*/ 58253 h 162"/>
                <a:gd name="T2" fmla="*/ 0 w 111"/>
                <a:gd name="T3" fmla="*/ 0 h 1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162">
                  <a:moveTo>
                    <a:pt x="111" y="162"/>
                  </a:moveTo>
                  <a:cubicBezTo>
                    <a:pt x="105" y="157"/>
                    <a:pt x="4" y="14"/>
                    <a:pt x="0" y="0"/>
                  </a:cubicBezTo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7" name="Freeform 1339">
              <a:extLst>
                <a:ext uri="{FF2B5EF4-FFF2-40B4-BE49-F238E27FC236}">
                  <a16:creationId xmlns:a16="http://schemas.microsoft.com/office/drawing/2014/main" id="{4C2A0AE7-B52D-42DC-A733-DFFB2D16E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3032"/>
              <a:ext cx="295" cy="123"/>
            </a:xfrm>
            <a:custGeom>
              <a:avLst/>
              <a:gdLst>
                <a:gd name="T0" fmla="*/ 28833 w 118"/>
                <a:gd name="T1" fmla="*/ 0 h 46"/>
                <a:gd name="T2" fmla="*/ 0 w 118"/>
                <a:gd name="T3" fmla="*/ 168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8" h="46">
                  <a:moveTo>
                    <a:pt x="118" y="0"/>
                  </a:moveTo>
                  <a:cubicBezTo>
                    <a:pt x="110" y="5"/>
                    <a:pt x="13" y="43"/>
                    <a:pt x="0" y="46"/>
                  </a:cubicBezTo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" name="Freeform 1340">
              <a:extLst>
                <a:ext uri="{FF2B5EF4-FFF2-40B4-BE49-F238E27FC236}">
                  <a16:creationId xmlns:a16="http://schemas.microsoft.com/office/drawing/2014/main" id="{6A8B2D29-6645-4B08-AD8B-15CD9739F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2942"/>
              <a:ext cx="112" cy="90"/>
            </a:xfrm>
            <a:custGeom>
              <a:avLst/>
              <a:gdLst>
                <a:gd name="T0" fmla="*/ 6411 w 45"/>
                <a:gd name="T1" fmla="*/ 3131 h 34"/>
                <a:gd name="T2" fmla="*/ 0 w 45"/>
                <a:gd name="T3" fmla="*/ 9236 h 34"/>
                <a:gd name="T4" fmla="*/ 5446 w 45"/>
                <a:gd name="T5" fmla="*/ 2446 h 34"/>
                <a:gd name="T6" fmla="*/ 7830 w 45"/>
                <a:gd name="T7" fmla="*/ 3131 h 34"/>
                <a:gd name="T8" fmla="*/ 10697 w 45"/>
                <a:gd name="T9" fmla="*/ 11687 h 34"/>
                <a:gd name="T10" fmla="*/ 6411 w 45"/>
                <a:gd name="T11" fmla="*/ 313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4">
                  <a:moveTo>
                    <a:pt x="27" y="9"/>
                  </a:moveTo>
                  <a:cubicBezTo>
                    <a:pt x="22" y="8"/>
                    <a:pt x="7" y="22"/>
                    <a:pt x="0" y="27"/>
                  </a:cubicBezTo>
                  <a:cubicBezTo>
                    <a:pt x="0" y="27"/>
                    <a:pt x="15" y="13"/>
                    <a:pt x="23" y="7"/>
                  </a:cubicBezTo>
                  <a:cubicBezTo>
                    <a:pt x="31" y="0"/>
                    <a:pt x="33" y="9"/>
                    <a:pt x="33" y="9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1" y="28"/>
                    <a:pt x="32" y="10"/>
                    <a:pt x="27" y="9"/>
                  </a:cubicBezTo>
                  <a:close/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" name="Freeform 1341">
              <a:extLst>
                <a:ext uri="{FF2B5EF4-FFF2-40B4-BE49-F238E27FC236}">
                  <a16:creationId xmlns:a16="http://schemas.microsoft.com/office/drawing/2014/main" id="{439FD213-8621-41E9-8B9A-3B1C039BC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104"/>
              <a:ext cx="172" cy="88"/>
            </a:xfrm>
            <a:custGeom>
              <a:avLst/>
              <a:gdLst>
                <a:gd name="T0" fmla="*/ 16559 w 69"/>
                <a:gd name="T1" fmla="*/ 11891 h 33"/>
                <a:gd name="T2" fmla="*/ 13937 w 69"/>
                <a:gd name="T3" fmla="*/ 1459 h 33"/>
                <a:gd name="T4" fmla="*/ 12234 w 69"/>
                <a:gd name="T5" fmla="*/ 397 h 33"/>
                <a:gd name="T6" fmla="*/ 0 w 69"/>
                <a:gd name="T7" fmla="*/ 4701 h 33"/>
                <a:gd name="T8" fmla="*/ 11743 w 69"/>
                <a:gd name="T9" fmla="*/ 1459 h 33"/>
                <a:gd name="T10" fmla="*/ 13478 w 69"/>
                <a:gd name="T11" fmla="*/ 2581 h 33"/>
                <a:gd name="T12" fmla="*/ 16559 w 69"/>
                <a:gd name="T13" fmla="*/ 1189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3">
                  <a:moveTo>
                    <a:pt x="69" y="33"/>
                  </a:moveTo>
                  <a:cubicBezTo>
                    <a:pt x="69" y="33"/>
                    <a:pt x="58" y="5"/>
                    <a:pt x="58" y="4"/>
                  </a:cubicBezTo>
                  <a:cubicBezTo>
                    <a:pt x="57" y="3"/>
                    <a:pt x="56" y="0"/>
                    <a:pt x="51" y="1"/>
                  </a:cubicBezTo>
                  <a:cubicBezTo>
                    <a:pt x="46" y="2"/>
                    <a:pt x="0" y="13"/>
                    <a:pt x="0" y="13"/>
                  </a:cubicBezTo>
                  <a:cubicBezTo>
                    <a:pt x="0" y="13"/>
                    <a:pt x="45" y="5"/>
                    <a:pt x="49" y="4"/>
                  </a:cubicBezTo>
                  <a:cubicBezTo>
                    <a:pt x="53" y="4"/>
                    <a:pt x="54" y="4"/>
                    <a:pt x="56" y="7"/>
                  </a:cubicBezTo>
                  <a:cubicBezTo>
                    <a:pt x="57" y="10"/>
                    <a:pt x="69" y="33"/>
                    <a:pt x="69" y="33"/>
                  </a:cubicBezTo>
                  <a:close/>
                </a:path>
              </a:pathLst>
            </a:custGeom>
            <a:solidFill>
              <a:srgbClr val="E8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0" name="Freeform 1342">
              <a:extLst>
                <a:ext uri="{FF2B5EF4-FFF2-40B4-BE49-F238E27FC236}">
                  <a16:creationId xmlns:a16="http://schemas.microsoft.com/office/drawing/2014/main" id="{12B91155-99AF-4540-BDBA-254EBAD4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3195"/>
              <a:ext cx="50" cy="19"/>
            </a:xfrm>
            <a:custGeom>
              <a:avLst/>
              <a:gdLst>
                <a:gd name="T0" fmla="*/ 4895 w 20"/>
                <a:gd name="T1" fmla="*/ 760 h 7"/>
                <a:gd name="T2" fmla="*/ 0 w 20"/>
                <a:gd name="T3" fmla="*/ 2823 h 7"/>
                <a:gd name="T4" fmla="*/ 0 w 20"/>
                <a:gd name="T5" fmla="*/ 0 h 7"/>
                <a:gd name="T6" fmla="*/ 4895 w 20"/>
                <a:gd name="T7" fmla="*/ 7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20" y="2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7" y="3"/>
                    <a:pt x="20" y="2"/>
                  </a:cubicBezTo>
                  <a:close/>
                </a:path>
              </a:pathLst>
            </a:custGeom>
            <a:solidFill>
              <a:srgbClr val="7E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1" name="Freeform 1343">
              <a:extLst>
                <a:ext uri="{FF2B5EF4-FFF2-40B4-BE49-F238E27FC236}">
                  <a16:creationId xmlns:a16="http://schemas.microsoft.com/office/drawing/2014/main" id="{08DED366-4041-474E-8CF8-EDA882CB5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3174"/>
              <a:ext cx="23" cy="8"/>
            </a:xfrm>
            <a:custGeom>
              <a:avLst/>
              <a:gdLst>
                <a:gd name="T0" fmla="*/ 2520 w 9"/>
                <a:gd name="T1" fmla="*/ 397 h 3"/>
                <a:gd name="T2" fmla="*/ 0 w 9"/>
                <a:gd name="T3" fmla="*/ 1059 h 3"/>
                <a:gd name="T4" fmla="*/ 0 w 9"/>
                <a:gd name="T5" fmla="*/ 0 h 3"/>
                <a:gd name="T6" fmla="*/ 2520 w 9"/>
                <a:gd name="T7" fmla="*/ 39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">
                  <a:moveTo>
                    <a:pt x="9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2"/>
                    <a:pt x="9" y="1"/>
                  </a:cubicBezTo>
                  <a:close/>
                </a:path>
              </a:pathLst>
            </a:custGeom>
            <a:solidFill>
              <a:srgbClr val="7E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2" name="Freeform 1344">
              <a:extLst>
                <a:ext uri="{FF2B5EF4-FFF2-40B4-BE49-F238E27FC236}">
                  <a16:creationId xmlns:a16="http://schemas.microsoft.com/office/drawing/2014/main" id="{79425609-6BDE-43B9-B900-12939B08C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3147"/>
              <a:ext cx="30" cy="11"/>
            </a:xfrm>
            <a:custGeom>
              <a:avLst/>
              <a:gdLst>
                <a:gd name="T0" fmla="*/ 2938 w 12"/>
                <a:gd name="T1" fmla="*/ 0 h 4"/>
                <a:gd name="T2" fmla="*/ 313 w 12"/>
                <a:gd name="T3" fmla="*/ 1724 h 4"/>
                <a:gd name="T4" fmla="*/ 0 w 12"/>
                <a:gd name="T5" fmla="*/ 976 h 4"/>
                <a:gd name="T6" fmla="*/ 2938 w 1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12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9" y="1"/>
                    <a:pt x="12" y="0"/>
                  </a:cubicBezTo>
                  <a:close/>
                </a:path>
              </a:pathLst>
            </a:custGeom>
            <a:solidFill>
              <a:srgbClr val="7E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" name="Freeform 1345">
              <a:extLst>
                <a:ext uri="{FF2B5EF4-FFF2-40B4-BE49-F238E27FC236}">
                  <a16:creationId xmlns:a16="http://schemas.microsoft.com/office/drawing/2014/main" id="{2355FC18-913C-452E-9B1F-94358287D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894"/>
              <a:ext cx="370" cy="426"/>
            </a:xfrm>
            <a:custGeom>
              <a:avLst/>
              <a:gdLst>
                <a:gd name="T0" fmla="*/ 0 w 370"/>
                <a:gd name="T1" fmla="*/ 205 h 426"/>
                <a:gd name="T2" fmla="*/ 370 w 370"/>
                <a:gd name="T3" fmla="*/ 0 h 426"/>
                <a:gd name="T4" fmla="*/ 38 w 370"/>
                <a:gd name="T5" fmla="*/ 221 h 426"/>
                <a:gd name="T6" fmla="*/ 95 w 370"/>
                <a:gd name="T7" fmla="*/ 426 h 426"/>
                <a:gd name="T8" fmla="*/ 0 w 370"/>
                <a:gd name="T9" fmla="*/ 205 h 4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0" h="426">
                  <a:moveTo>
                    <a:pt x="0" y="205"/>
                  </a:moveTo>
                  <a:lnTo>
                    <a:pt x="370" y="0"/>
                  </a:lnTo>
                  <a:lnTo>
                    <a:pt x="38" y="221"/>
                  </a:lnTo>
                  <a:lnTo>
                    <a:pt x="95" y="426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4" name="Freeform 1346">
              <a:extLst>
                <a:ext uri="{FF2B5EF4-FFF2-40B4-BE49-F238E27FC236}">
                  <a16:creationId xmlns:a16="http://schemas.microsoft.com/office/drawing/2014/main" id="{A850743B-6999-4EFA-9332-F2598C926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894"/>
              <a:ext cx="370" cy="426"/>
            </a:xfrm>
            <a:custGeom>
              <a:avLst/>
              <a:gdLst>
                <a:gd name="T0" fmla="*/ 0 w 370"/>
                <a:gd name="T1" fmla="*/ 205 h 426"/>
                <a:gd name="T2" fmla="*/ 370 w 370"/>
                <a:gd name="T3" fmla="*/ 0 h 426"/>
                <a:gd name="T4" fmla="*/ 38 w 370"/>
                <a:gd name="T5" fmla="*/ 221 h 426"/>
                <a:gd name="T6" fmla="*/ 95 w 370"/>
                <a:gd name="T7" fmla="*/ 426 h 4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0" h="426">
                  <a:moveTo>
                    <a:pt x="0" y="205"/>
                  </a:moveTo>
                  <a:lnTo>
                    <a:pt x="370" y="0"/>
                  </a:lnTo>
                  <a:lnTo>
                    <a:pt x="38" y="221"/>
                  </a:lnTo>
                  <a:lnTo>
                    <a:pt x="95" y="4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5" name="Freeform 1347">
              <a:extLst>
                <a:ext uri="{FF2B5EF4-FFF2-40B4-BE49-F238E27FC236}">
                  <a16:creationId xmlns:a16="http://schemas.microsoft.com/office/drawing/2014/main" id="{1DBA45C7-ED25-405E-8974-AC4FD221B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915"/>
              <a:ext cx="565" cy="419"/>
            </a:xfrm>
            <a:custGeom>
              <a:avLst/>
              <a:gdLst>
                <a:gd name="T0" fmla="*/ 267 w 565"/>
                <a:gd name="T1" fmla="*/ 0 h 419"/>
                <a:gd name="T2" fmla="*/ 0 w 565"/>
                <a:gd name="T3" fmla="*/ 419 h 419"/>
                <a:gd name="T4" fmla="*/ 565 w 565"/>
                <a:gd name="T5" fmla="*/ 419 h 419"/>
                <a:gd name="T6" fmla="*/ 62 w 565"/>
                <a:gd name="T7" fmla="*/ 389 h 419"/>
                <a:gd name="T8" fmla="*/ 267 w 565"/>
                <a:gd name="T9" fmla="*/ 0 h 4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5" h="419">
                  <a:moveTo>
                    <a:pt x="267" y="0"/>
                  </a:moveTo>
                  <a:lnTo>
                    <a:pt x="0" y="419"/>
                  </a:lnTo>
                  <a:lnTo>
                    <a:pt x="565" y="419"/>
                  </a:lnTo>
                  <a:lnTo>
                    <a:pt x="62" y="389"/>
                  </a:lnTo>
                  <a:lnTo>
                    <a:pt x="26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6" name="Freeform 1348">
              <a:extLst>
                <a:ext uri="{FF2B5EF4-FFF2-40B4-BE49-F238E27FC236}">
                  <a16:creationId xmlns:a16="http://schemas.microsoft.com/office/drawing/2014/main" id="{AAC70571-5B74-47FF-AE67-BC71873A0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915"/>
              <a:ext cx="565" cy="419"/>
            </a:xfrm>
            <a:custGeom>
              <a:avLst/>
              <a:gdLst>
                <a:gd name="T0" fmla="*/ 267 w 565"/>
                <a:gd name="T1" fmla="*/ 0 h 419"/>
                <a:gd name="T2" fmla="*/ 0 w 565"/>
                <a:gd name="T3" fmla="*/ 419 h 419"/>
                <a:gd name="T4" fmla="*/ 565 w 565"/>
                <a:gd name="T5" fmla="*/ 419 h 419"/>
                <a:gd name="T6" fmla="*/ 62 w 565"/>
                <a:gd name="T7" fmla="*/ 389 h 4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5" h="419">
                  <a:moveTo>
                    <a:pt x="267" y="0"/>
                  </a:moveTo>
                  <a:lnTo>
                    <a:pt x="0" y="419"/>
                  </a:lnTo>
                  <a:lnTo>
                    <a:pt x="565" y="419"/>
                  </a:lnTo>
                  <a:lnTo>
                    <a:pt x="62" y="3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7" name="Freeform 1349">
              <a:extLst>
                <a:ext uri="{FF2B5EF4-FFF2-40B4-BE49-F238E27FC236}">
                  <a16:creationId xmlns:a16="http://schemas.microsoft.com/office/drawing/2014/main" id="{B4D1C08F-122D-46C0-B5CD-0E14AF63B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894"/>
              <a:ext cx="373" cy="266"/>
            </a:xfrm>
            <a:custGeom>
              <a:avLst/>
              <a:gdLst>
                <a:gd name="T0" fmla="*/ 0 w 373"/>
                <a:gd name="T1" fmla="*/ 0 h 266"/>
                <a:gd name="T2" fmla="*/ 373 w 373"/>
                <a:gd name="T3" fmla="*/ 202 h 266"/>
                <a:gd name="T4" fmla="*/ 343 w 373"/>
                <a:gd name="T5" fmla="*/ 266 h 266"/>
                <a:gd name="T6" fmla="*/ 350 w 373"/>
                <a:gd name="T7" fmla="*/ 213 h 266"/>
                <a:gd name="T8" fmla="*/ 0 w 373"/>
                <a:gd name="T9" fmla="*/ 0 h 2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3" h="266">
                  <a:moveTo>
                    <a:pt x="0" y="0"/>
                  </a:moveTo>
                  <a:lnTo>
                    <a:pt x="373" y="202"/>
                  </a:lnTo>
                  <a:lnTo>
                    <a:pt x="343" y="266"/>
                  </a:lnTo>
                  <a:lnTo>
                    <a:pt x="350" y="2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8" name="Freeform 1350">
              <a:extLst>
                <a:ext uri="{FF2B5EF4-FFF2-40B4-BE49-F238E27FC236}">
                  <a16:creationId xmlns:a16="http://schemas.microsoft.com/office/drawing/2014/main" id="{A521261F-203D-4B9D-A3D1-D6A2D5F63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894"/>
              <a:ext cx="373" cy="266"/>
            </a:xfrm>
            <a:custGeom>
              <a:avLst/>
              <a:gdLst>
                <a:gd name="T0" fmla="*/ 0 w 373"/>
                <a:gd name="T1" fmla="*/ 0 h 266"/>
                <a:gd name="T2" fmla="*/ 373 w 373"/>
                <a:gd name="T3" fmla="*/ 202 h 266"/>
                <a:gd name="T4" fmla="*/ 343 w 373"/>
                <a:gd name="T5" fmla="*/ 266 h 266"/>
                <a:gd name="T6" fmla="*/ 350 w 373"/>
                <a:gd name="T7" fmla="*/ 213 h 2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266">
                  <a:moveTo>
                    <a:pt x="0" y="0"/>
                  </a:moveTo>
                  <a:lnTo>
                    <a:pt x="373" y="202"/>
                  </a:lnTo>
                  <a:lnTo>
                    <a:pt x="343" y="266"/>
                  </a:lnTo>
                  <a:lnTo>
                    <a:pt x="350" y="2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9" name="Freeform 1351">
              <a:extLst>
                <a:ext uri="{FF2B5EF4-FFF2-40B4-BE49-F238E27FC236}">
                  <a16:creationId xmlns:a16="http://schemas.microsoft.com/office/drawing/2014/main" id="{9CD3ED65-22DC-47B1-91CD-036A9508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926"/>
              <a:ext cx="320" cy="402"/>
            </a:xfrm>
            <a:custGeom>
              <a:avLst/>
              <a:gdLst>
                <a:gd name="T0" fmla="*/ 0 w 320"/>
                <a:gd name="T1" fmla="*/ 0 h 402"/>
                <a:gd name="T2" fmla="*/ 255 w 320"/>
                <a:gd name="T3" fmla="*/ 402 h 402"/>
                <a:gd name="T4" fmla="*/ 320 w 320"/>
                <a:gd name="T5" fmla="*/ 256 h 402"/>
                <a:gd name="T6" fmla="*/ 255 w 320"/>
                <a:gd name="T7" fmla="*/ 346 h 402"/>
                <a:gd name="T8" fmla="*/ 0 w 320"/>
                <a:gd name="T9" fmla="*/ 0 h 4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0" h="402">
                  <a:moveTo>
                    <a:pt x="0" y="0"/>
                  </a:moveTo>
                  <a:lnTo>
                    <a:pt x="255" y="402"/>
                  </a:lnTo>
                  <a:lnTo>
                    <a:pt x="320" y="256"/>
                  </a:lnTo>
                  <a:lnTo>
                    <a:pt x="255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C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0" name="Freeform 1352">
              <a:extLst>
                <a:ext uri="{FF2B5EF4-FFF2-40B4-BE49-F238E27FC236}">
                  <a16:creationId xmlns:a16="http://schemas.microsoft.com/office/drawing/2014/main" id="{F835C4BE-5018-491C-82C9-3CF0C2ACE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200"/>
              <a:ext cx="95" cy="552"/>
            </a:xfrm>
            <a:custGeom>
              <a:avLst/>
              <a:gdLst>
                <a:gd name="T0" fmla="*/ 20 w 95"/>
                <a:gd name="T1" fmla="*/ 0 h 552"/>
                <a:gd name="T2" fmla="*/ 95 w 95"/>
                <a:gd name="T3" fmla="*/ 152 h 552"/>
                <a:gd name="T4" fmla="*/ 0 w 95"/>
                <a:gd name="T5" fmla="*/ 552 h 552"/>
                <a:gd name="T6" fmla="*/ 75 w 95"/>
                <a:gd name="T7" fmla="*/ 166 h 552"/>
                <a:gd name="T8" fmla="*/ 20 w 95"/>
                <a:gd name="T9" fmla="*/ 0 h 5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52">
                  <a:moveTo>
                    <a:pt x="20" y="0"/>
                  </a:moveTo>
                  <a:lnTo>
                    <a:pt x="95" y="152"/>
                  </a:lnTo>
                  <a:lnTo>
                    <a:pt x="0" y="552"/>
                  </a:lnTo>
                  <a:lnTo>
                    <a:pt x="75" y="166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1" name="Freeform 1353">
              <a:extLst>
                <a:ext uri="{FF2B5EF4-FFF2-40B4-BE49-F238E27FC236}">
                  <a16:creationId xmlns:a16="http://schemas.microsoft.com/office/drawing/2014/main" id="{18A43C00-728E-4E3F-B4DE-88A6FE01C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200"/>
              <a:ext cx="95" cy="552"/>
            </a:xfrm>
            <a:custGeom>
              <a:avLst/>
              <a:gdLst>
                <a:gd name="T0" fmla="*/ 20 w 95"/>
                <a:gd name="T1" fmla="*/ 0 h 552"/>
                <a:gd name="T2" fmla="*/ 95 w 95"/>
                <a:gd name="T3" fmla="*/ 152 h 552"/>
                <a:gd name="T4" fmla="*/ 0 w 95"/>
                <a:gd name="T5" fmla="*/ 552 h 552"/>
                <a:gd name="T6" fmla="*/ 75 w 95"/>
                <a:gd name="T7" fmla="*/ 166 h 5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552">
                  <a:moveTo>
                    <a:pt x="20" y="0"/>
                  </a:moveTo>
                  <a:lnTo>
                    <a:pt x="95" y="152"/>
                  </a:lnTo>
                  <a:lnTo>
                    <a:pt x="0" y="552"/>
                  </a:lnTo>
                  <a:lnTo>
                    <a:pt x="75" y="1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2" name="Freeform 1354">
              <a:extLst>
                <a:ext uri="{FF2B5EF4-FFF2-40B4-BE49-F238E27FC236}">
                  <a16:creationId xmlns:a16="http://schemas.microsoft.com/office/drawing/2014/main" id="{9C0673E5-D1E3-42F0-90C4-2D95928E3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392"/>
              <a:ext cx="400" cy="704"/>
            </a:xfrm>
            <a:custGeom>
              <a:avLst/>
              <a:gdLst>
                <a:gd name="T0" fmla="*/ 0 w 400"/>
                <a:gd name="T1" fmla="*/ 430 h 704"/>
                <a:gd name="T2" fmla="*/ 107 w 400"/>
                <a:gd name="T3" fmla="*/ 0 h 704"/>
                <a:gd name="T4" fmla="*/ 25 w 400"/>
                <a:gd name="T5" fmla="*/ 422 h 704"/>
                <a:gd name="T6" fmla="*/ 400 w 400"/>
                <a:gd name="T7" fmla="*/ 704 h 704"/>
                <a:gd name="T8" fmla="*/ 0 w 400"/>
                <a:gd name="T9" fmla="*/ 430 h 7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0" h="704">
                  <a:moveTo>
                    <a:pt x="0" y="430"/>
                  </a:moveTo>
                  <a:lnTo>
                    <a:pt x="107" y="0"/>
                  </a:lnTo>
                  <a:lnTo>
                    <a:pt x="25" y="422"/>
                  </a:lnTo>
                  <a:lnTo>
                    <a:pt x="400" y="704"/>
                  </a:lnTo>
                  <a:lnTo>
                    <a:pt x="0" y="430"/>
                  </a:lnTo>
                  <a:close/>
                </a:path>
              </a:pathLst>
            </a:custGeom>
            <a:solidFill>
              <a:srgbClr val="72B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3" name="Freeform 1355">
              <a:extLst>
                <a:ext uri="{FF2B5EF4-FFF2-40B4-BE49-F238E27FC236}">
                  <a16:creationId xmlns:a16="http://schemas.microsoft.com/office/drawing/2014/main" id="{787C306A-F69E-4E6A-A044-72B8E7090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392"/>
              <a:ext cx="400" cy="704"/>
            </a:xfrm>
            <a:custGeom>
              <a:avLst/>
              <a:gdLst>
                <a:gd name="T0" fmla="*/ 0 w 400"/>
                <a:gd name="T1" fmla="*/ 430 h 704"/>
                <a:gd name="T2" fmla="*/ 107 w 400"/>
                <a:gd name="T3" fmla="*/ 0 h 704"/>
                <a:gd name="T4" fmla="*/ 25 w 400"/>
                <a:gd name="T5" fmla="*/ 422 h 704"/>
                <a:gd name="T6" fmla="*/ 400 w 400"/>
                <a:gd name="T7" fmla="*/ 704 h 7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04">
                  <a:moveTo>
                    <a:pt x="0" y="430"/>
                  </a:moveTo>
                  <a:lnTo>
                    <a:pt x="107" y="0"/>
                  </a:lnTo>
                  <a:lnTo>
                    <a:pt x="25" y="422"/>
                  </a:lnTo>
                  <a:lnTo>
                    <a:pt x="400" y="70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4" name="Freeform 1356">
              <a:extLst>
                <a:ext uri="{FF2B5EF4-FFF2-40B4-BE49-F238E27FC236}">
                  <a16:creationId xmlns:a16="http://schemas.microsoft.com/office/drawing/2014/main" id="{EB3A01B2-9C31-4F86-810C-67D7E7306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1374"/>
              <a:ext cx="575" cy="709"/>
            </a:xfrm>
            <a:custGeom>
              <a:avLst/>
              <a:gdLst>
                <a:gd name="T0" fmla="*/ 0 w 575"/>
                <a:gd name="T1" fmla="*/ 0 h 709"/>
                <a:gd name="T2" fmla="*/ 290 w 575"/>
                <a:gd name="T3" fmla="*/ 709 h 709"/>
                <a:gd name="T4" fmla="*/ 50 w 575"/>
                <a:gd name="T5" fmla="*/ 26 h 709"/>
                <a:gd name="T6" fmla="*/ 575 w 575"/>
                <a:gd name="T7" fmla="*/ 0 h 709"/>
                <a:gd name="T8" fmla="*/ 0 w 575"/>
                <a:gd name="T9" fmla="*/ 0 h 7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5" h="709">
                  <a:moveTo>
                    <a:pt x="0" y="0"/>
                  </a:moveTo>
                  <a:lnTo>
                    <a:pt x="290" y="709"/>
                  </a:lnTo>
                  <a:lnTo>
                    <a:pt x="50" y="26"/>
                  </a:lnTo>
                  <a:lnTo>
                    <a:pt x="5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6A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5" name="Freeform 1357">
              <a:extLst>
                <a:ext uri="{FF2B5EF4-FFF2-40B4-BE49-F238E27FC236}">
                  <a16:creationId xmlns:a16="http://schemas.microsoft.com/office/drawing/2014/main" id="{C71EC97E-73F1-40E9-82D1-D727D4730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1374"/>
              <a:ext cx="575" cy="709"/>
            </a:xfrm>
            <a:custGeom>
              <a:avLst/>
              <a:gdLst>
                <a:gd name="T0" fmla="*/ 0 w 575"/>
                <a:gd name="T1" fmla="*/ 0 h 709"/>
                <a:gd name="T2" fmla="*/ 290 w 575"/>
                <a:gd name="T3" fmla="*/ 709 h 709"/>
                <a:gd name="T4" fmla="*/ 50 w 575"/>
                <a:gd name="T5" fmla="*/ 26 h 709"/>
                <a:gd name="T6" fmla="*/ 575 w 575"/>
                <a:gd name="T7" fmla="*/ 0 h 7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5" h="709">
                  <a:moveTo>
                    <a:pt x="0" y="0"/>
                  </a:moveTo>
                  <a:lnTo>
                    <a:pt x="290" y="709"/>
                  </a:lnTo>
                  <a:lnTo>
                    <a:pt x="50" y="26"/>
                  </a:lnTo>
                  <a:lnTo>
                    <a:pt x="5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6" name="Freeform 1358">
              <a:extLst>
                <a:ext uri="{FF2B5EF4-FFF2-40B4-BE49-F238E27FC236}">
                  <a16:creationId xmlns:a16="http://schemas.microsoft.com/office/drawing/2014/main" id="{BC180C47-32A9-47D8-B9A5-5973653FA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398"/>
              <a:ext cx="293" cy="696"/>
            </a:xfrm>
            <a:custGeom>
              <a:avLst/>
              <a:gdLst>
                <a:gd name="T0" fmla="*/ 283 w 293"/>
                <a:gd name="T1" fmla="*/ 0 h 696"/>
                <a:gd name="T2" fmla="*/ 0 w 293"/>
                <a:gd name="T3" fmla="*/ 696 h 696"/>
                <a:gd name="T4" fmla="*/ 293 w 293"/>
                <a:gd name="T5" fmla="*/ 504 h 696"/>
                <a:gd name="T6" fmla="*/ 48 w 293"/>
                <a:gd name="T7" fmla="*/ 645 h 696"/>
                <a:gd name="T8" fmla="*/ 283 w 293"/>
                <a:gd name="T9" fmla="*/ 0 h 6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3" h="696">
                  <a:moveTo>
                    <a:pt x="283" y="0"/>
                  </a:moveTo>
                  <a:lnTo>
                    <a:pt x="0" y="696"/>
                  </a:lnTo>
                  <a:lnTo>
                    <a:pt x="293" y="504"/>
                  </a:lnTo>
                  <a:lnTo>
                    <a:pt x="48" y="645"/>
                  </a:lnTo>
                  <a:lnTo>
                    <a:pt x="283" y="0"/>
                  </a:lnTo>
                  <a:close/>
                </a:path>
              </a:pathLst>
            </a:custGeom>
            <a:solidFill>
              <a:srgbClr val="029A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7" name="Freeform 1359">
              <a:extLst>
                <a:ext uri="{FF2B5EF4-FFF2-40B4-BE49-F238E27FC236}">
                  <a16:creationId xmlns:a16="http://schemas.microsoft.com/office/drawing/2014/main" id="{6F0C4490-3E00-4BE8-BC36-041165112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144"/>
              <a:ext cx="100" cy="624"/>
            </a:xfrm>
            <a:custGeom>
              <a:avLst/>
              <a:gdLst>
                <a:gd name="T0" fmla="*/ 100 w 100"/>
                <a:gd name="T1" fmla="*/ 0 h 624"/>
                <a:gd name="T2" fmla="*/ 0 w 100"/>
                <a:gd name="T3" fmla="*/ 206 h 624"/>
                <a:gd name="T4" fmla="*/ 100 w 100"/>
                <a:gd name="T5" fmla="*/ 624 h 624"/>
                <a:gd name="T6" fmla="*/ 25 w 100"/>
                <a:gd name="T7" fmla="*/ 203 h 624"/>
                <a:gd name="T8" fmla="*/ 100 w 100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624">
                  <a:moveTo>
                    <a:pt x="100" y="0"/>
                  </a:moveTo>
                  <a:lnTo>
                    <a:pt x="0" y="206"/>
                  </a:lnTo>
                  <a:lnTo>
                    <a:pt x="100" y="624"/>
                  </a:lnTo>
                  <a:lnTo>
                    <a:pt x="25" y="203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29A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8" name="Freeform 1360">
              <a:extLst>
                <a:ext uri="{FF2B5EF4-FFF2-40B4-BE49-F238E27FC236}">
                  <a16:creationId xmlns:a16="http://schemas.microsoft.com/office/drawing/2014/main" id="{B669A8AB-811E-41BA-86EC-622AF4254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144"/>
              <a:ext cx="100" cy="624"/>
            </a:xfrm>
            <a:custGeom>
              <a:avLst/>
              <a:gdLst>
                <a:gd name="T0" fmla="*/ 100 w 100"/>
                <a:gd name="T1" fmla="*/ 0 h 624"/>
                <a:gd name="T2" fmla="*/ 0 w 100"/>
                <a:gd name="T3" fmla="*/ 206 h 624"/>
                <a:gd name="T4" fmla="*/ 100 w 100"/>
                <a:gd name="T5" fmla="*/ 624 h 624"/>
                <a:gd name="T6" fmla="*/ 25 w 100"/>
                <a:gd name="T7" fmla="*/ 203 h 6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624">
                  <a:moveTo>
                    <a:pt x="100" y="0"/>
                  </a:moveTo>
                  <a:lnTo>
                    <a:pt x="0" y="206"/>
                  </a:lnTo>
                  <a:lnTo>
                    <a:pt x="100" y="624"/>
                  </a:lnTo>
                  <a:lnTo>
                    <a:pt x="25" y="20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19" name="Freeform 1361">
              <a:extLst>
                <a:ext uri="{FF2B5EF4-FFF2-40B4-BE49-F238E27FC236}">
                  <a16:creationId xmlns:a16="http://schemas.microsoft.com/office/drawing/2014/main" id="{0C14ADF5-1760-4F44-88E0-B68DDA0D0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424"/>
              <a:ext cx="103" cy="448"/>
            </a:xfrm>
            <a:custGeom>
              <a:avLst/>
              <a:gdLst>
                <a:gd name="T0" fmla="*/ 40 w 103"/>
                <a:gd name="T1" fmla="*/ 448 h 448"/>
                <a:gd name="T2" fmla="*/ 103 w 103"/>
                <a:gd name="T3" fmla="*/ 408 h 448"/>
                <a:gd name="T4" fmla="*/ 0 w 103"/>
                <a:gd name="T5" fmla="*/ 0 h 448"/>
                <a:gd name="T6" fmla="*/ 88 w 103"/>
                <a:gd name="T7" fmla="*/ 400 h 448"/>
                <a:gd name="T8" fmla="*/ 40 w 103"/>
                <a:gd name="T9" fmla="*/ 448 h 4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48">
                  <a:moveTo>
                    <a:pt x="40" y="448"/>
                  </a:moveTo>
                  <a:lnTo>
                    <a:pt x="103" y="408"/>
                  </a:lnTo>
                  <a:lnTo>
                    <a:pt x="0" y="0"/>
                  </a:lnTo>
                  <a:lnTo>
                    <a:pt x="88" y="400"/>
                  </a:lnTo>
                  <a:lnTo>
                    <a:pt x="40" y="448"/>
                  </a:lnTo>
                  <a:close/>
                </a:path>
              </a:pathLst>
            </a:custGeom>
            <a:solidFill>
              <a:srgbClr val="DFEB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0" name="Freeform 1362">
              <a:extLst>
                <a:ext uri="{FF2B5EF4-FFF2-40B4-BE49-F238E27FC236}">
                  <a16:creationId xmlns:a16="http://schemas.microsoft.com/office/drawing/2014/main" id="{F3D666F1-0F2E-41C2-A9A5-611D6D52F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392"/>
              <a:ext cx="270" cy="667"/>
            </a:xfrm>
            <a:custGeom>
              <a:avLst/>
              <a:gdLst>
                <a:gd name="T0" fmla="*/ 0 w 108"/>
                <a:gd name="T1" fmla="*/ 90189 h 250"/>
                <a:gd name="T2" fmla="*/ 26375 w 108"/>
                <a:gd name="T3" fmla="*/ 0 h 250"/>
                <a:gd name="T4" fmla="*/ 0 w 108"/>
                <a:gd name="T5" fmla="*/ 90189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50">
                  <a:moveTo>
                    <a:pt x="0" y="250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92" y="18"/>
                    <a:pt x="5" y="219"/>
                    <a:pt x="0" y="250"/>
                  </a:cubicBezTo>
                  <a:close/>
                </a:path>
              </a:pathLst>
            </a:custGeom>
            <a:solidFill>
              <a:srgbClr val="EA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1" name="Freeform 1363">
              <a:extLst>
                <a:ext uri="{FF2B5EF4-FFF2-40B4-BE49-F238E27FC236}">
                  <a16:creationId xmlns:a16="http://schemas.microsoft.com/office/drawing/2014/main" id="{8C3D0F23-7143-45E6-9FC1-5FEB6C03F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440"/>
              <a:ext cx="255" cy="619"/>
            </a:xfrm>
            <a:custGeom>
              <a:avLst/>
              <a:gdLst>
                <a:gd name="T0" fmla="*/ 0 w 102"/>
                <a:gd name="T1" fmla="*/ 0 h 232"/>
                <a:gd name="T2" fmla="*/ 24925 w 102"/>
                <a:gd name="T3" fmla="*/ 83725 h 232"/>
                <a:gd name="T4" fmla="*/ 0 w 102"/>
                <a:gd name="T5" fmla="*/ 0 h 2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32">
                  <a:moveTo>
                    <a:pt x="0" y="0"/>
                  </a:moveTo>
                  <a:cubicBezTo>
                    <a:pt x="102" y="232"/>
                    <a:pt x="102" y="232"/>
                    <a:pt x="102" y="232"/>
                  </a:cubicBezTo>
                  <a:cubicBezTo>
                    <a:pt x="87" y="213"/>
                    <a:pt x="9" y="4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2" name="Freeform 1364">
              <a:extLst>
                <a:ext uri="{FF2B5EF4-FFF2-40B4-BE49-F238E27FC236}">
                  <a16:creationId xmlns:a16="http://schemas.microsoft.com/office/drawing/2014/main" id="{4A08EBF1-7DCD-436F-9ED5-B97033574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942"/>
              <a:ext cx="283" cy="229"/>
            </a:xfrm>
            <a:custGeom>
              <a:avLst/>
              <a:gdLst>
                <a:gd name="T0" fmla="*/ 6692 w 113"/>
                <a:gd name="T1" fmla="*/ 660 h 86"/>
                <a:gd name="T2" fmla="*/ 5437 w 113"/>
                <a:gd name="T3" fmla="*/ 397 h 86"/>
                <a:gd name="T4" fmla="*/ 4448 w 113"/>
                <a:gd name="T5" fmla="*/ 1454 h 86"/>
                <a:gd name="T6" fmla="*/ 0 w 113"/>
                <a:gd name="T7" fmla="*/ 14579 h 86"/>
                <a:gd name="T8" fmla="*/ 2484 w 113"/>
                <a:gd name="T9" fmla="*/ 16089 h 86"/>
                <a:gd name="T10" fmla="*/ 6221 w 113"/>
                <a:gd name="T11" fmla="*/ 5778 h 86"/>
                <a:gd name="T12" fmla="*/ 23952 w 113"/>
                <a:gd name="T13" fmla="*/ 28114 h 86"/>
                <a:gd name="T14" fmla="*/ 27899 w 113"/>
                <a:gd name="T15" fmla="*/ 30659 h 86"/>
                <a:gd name="T16" fmla="*/ 27899 w 113"/>
                <a:gd name="T17" fmla="*/ 28114 h 86"/>
                <a:gd name="T18" fmla="*/ 6692 w 113"/>
                <a:gd name="T19" fmla="*/ 66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86">
                  <a:moveTo>
                    <a:pt x="27" y="2"/>
                  </a:moveTo>
                  <a:cubicBezTo>
                    <a:pt x="26" y="1"/>
                    <a:pt x="24" y="0"/>
                    <a:pt x="22" y="1"/>
                  </a:cubicBezTo>
                  <a:cubicBezTo>
                    <a:pt x="21" y="1"/>
                    <a:pt x="19" y="2"/>
                    <a:pt x="18" y="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8" y="31"/>
                    <a:pt x="23" y="19"/>
                    <a:pt x="25" y="16"/>
                  </a:cubicBezTo>
                  <a:cubicBezTo>
                    <a:pt x="32" y="22"/>
                    <a:pt x="75" y="59"/>
                    <a:pt x="97" y="79"/>
                  </a:cubicBezTo>
                  <a:cubicBezTo>
                    <a:pt x="113" y="86"/>
                    <a:pt x="113" y="86"/>
                    <a:pt x="113" y="86"/>
                  </a:cubicBezTo>
                  <a:cubicBezTo>
                    <a:pt x="113" y="79"/>
                    <a:pt x="113" y="79"/>
                    <a:pt x="113" y="79"/>
                  </a:cubicBezTo>
                  <a:lnTo>
                    <a:pt x="27" y="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3" name="Freeform 1365">
              <a:extLst>
                <a:ext uri="{FF2B5EF4-FFF2-40B4-BE49-F238E27FC236}">
                  <a16:creationId xmlns:a16="http://schemas.microsoft.com/office/drawing/2014/main" id="{A904FECB-D8CF-4195-9434-D90EDE22D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3139"/>
              <a:ext cx="107" cy="184"/>
            </a:xfrm>
            <a:custGeom>
              <a:avLst/>
              <a:gdLst>
                <a:gd name="T0" fmla="*/ 465 w 43"/>
                <a:gd name="T1" fmla="*/ 21597 h 69"/>
                <a:gd name="T2" fmla="*/ 953 w 43"/>
                <a:gd name="T3" fmla="*/ 24427 h 69"/>
                <a:gd name="T4" fmla="*/ 2879 w 43"/>
                <a:gd name="T5" fmla="*/ 23304 h 69"/>
                <a:gd name="T6" fmla="*/ 10197 w 43"/>
                <a:gd name="T7" fmla="*/ 1059 h 69"/>
                <a:gd name="T8" fmla="*/ 7629 w 43"/>
                <a:gd name="T9" fmla="*/ 0 h 69"/>
                <a:gd name="T10" fmla="*/ 465 w 43"/>
                <a:gd name="T11" fmla="*/ 21597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9">
                  <a:moveTo>
                    <a:pt x="2" y="60"/>
                  </a:moveTo>
                  <a:cubicBezTo>
                    <a:pt x="0" y="63"/>
                    <a:pt x="1" y="66"/>
                    <a:pt x="4" y="68"/>
                  </a:cubicBezTo>
                  <a:cubicBezTo>
                    <a:pt x="7" y="69"/>
                    <a:pt x="11" y="68"/>
                    <a:pt x="12" y="65"/>
                  </a:cubicBezTo>
                  <a:cubicBezTo>
                    <a:pt x="12" y="65"/>
                    <a:pt x="28" y="34"/>
                    <a:pt x="43" y="3"/>
                  </a:cubicBezTo>
                  <a:cubicBezTo>
                    <a:pt x="39" y="2"/>
                    <a:pt x="35" y="1"/>
                    <a:pt x="32" y="0"/>
                  </a:cubicBezTo>
                  <a:lnTo>
                    <a:pt x="2" y="6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4" name="Freeform 1366">
              <a:extLst>
                <a:ext uri="{FF2B5EF4-FFF2-40B4-BE49-F238E27FC236}">
                  <a16:creationId xmlns:a16="http://schemas.microsoft.com/office/drawing/2014/main" id="{76080CE6-7201-4D4D-9200-164581B8C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3078"/>
              <a:ext cx="43" cy="40"/>
            </a:xfrm>
            <a:custGeom>
              <a:avLst/>
              <a:gdLst>
                <a:gd name="T0" fmla="*/ 0 w 17"/>
                <a:gd name="T1" fmla="*/ 4701 h 15"/>
                <a:gd name="T2" fmla="*/ 3109 w 17"/>
                <a:gd name="T3" fmla="*/ 5405 h 15"/>
                <a:gd name="T4" fmla="*/ 4467 w 17"/>
                <a:gd name="T5" fmla="*/ 1763 h 15"/>
                <a:gd name="T6" fmla="*/ 1556 w 17"/>
                <a:gd name="T7" fmla="*/ 0 h 15"/>
                <a:gd name="T8" fmla="*/ 0 w 17"/>
                <a:gd name="T9" fmla="*/ 470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13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4" y="12"/>
                    <a:pt x="15" y="8"/>
                    <a:pt x="17" y="5"/>
                  </a:cubicBezTo>
                  <a:cubicBezTo>
                    <a:pt x="13" y="3"/>
                    <a:pt x="10" y="2"/>
                    <a:pt x="6" y="0"/>
                  </a:cubicBezTo>
                  <a:lnTo>
                    <a:pt x="0" y="1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5" name="Freeform 1367">
              <a:extLst>
                <a:ext uri="{FF2B5EF4-FFF2-40B4-BE49-F238E27FC236}">
                  <a16:creationId xmlns:a16="http://schemas.microsoft.com/office/drawing/2014/main" id="{0D96B283-4B85-4A48-9CF6-26E12B4E6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856"/>
              <a:ext cx="438" cy="496"/>
            </a:xfrm>
            <a:custGeom>
              <a:avLst/>
              <a:gdLst>
                <a:gd name="T0" fmla="*/ 438 w 438"/>
                <a:gd name="T1" fmla="*/ 0 h 496"/>
                <a:gd name="T2" fmla="*/ 123 w 438"/>
                <a:gd name="T3" fmla="*/ 496 h 496"/>
                <a:gd name="T4" fmla="*/ 0 w 438"/>
                <a:gd name="T5" fmla="*/ 235 h 496"/>
                <a:gd name="T6" fmla="*/ 438 w 438"/>
                <a:gd name="T7" fmla="*/ 0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496">
                  <a:moveTo>
                    <a:pt x="438" y="0"/>
                  </a:moveTo>
                  <a:lnTo>
                    <a:pt x="123" y="496"/>
                  </a:lnTo>
                  <a:lnTo>
                    <a:pt x="0" y="235"/>
                  </a:lnTo>
                  <a:lnTo>
                    <a:pt x="438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6" name="Freeform 1368">
              <a:extLst>
                <a:ext uri="{FF2B5EF4-FFF2-40B4-BE49-F238E27FC236}">
                  <a16:creationId xmlns:a16="http://schemas.microsoft.com/office/drawing/2014/main" id="{7FD2D096-442B-4344-998D-6F7BA0C6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091"/>
              <a:ext cx="123" cy="747"/>
            </a:xfrm>
            <a:custGeom>
              <a:avLst/>
              <a:gdLst>
                <a:gd name="T0" fmla="*/ 0 w 123"/>
                <a:gd name="T1" fmla="*/ 747 h 747"/>
                <a:gd name="T2" fmla="*/ 0 w 123"/>
                <a:gd name="T3" fmla="*/ 0 h 747"/>
                <a:gd name="T4" fmla="*/ 123 w 123"/>
                <a:gd name="T5" fmla="*/ 261 h 747"/>
                <a:gd name="T6" fmla="*/ 0 w 123"/>
                <a:gd name="T7" fmla="*/ 747 h 7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747">
                  <a:moveTo>
                    <a:pt x="0" y="747"/>
                  </a:moveTo>
                  <a:lnTo>
                    <a:pt x="0" y="0"/>
                  </a:lnTo>
                  <a:lnTo>
                    <a:pt x="123" y="261"/>
                  </a:lnTo>
                  <a:lnTo>
                    <a:pt x="0" y="74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7" name="Freeform 1369">
              <a:extLst>
                <a:ext uri="{FF2B5EF4-FFF2-40B4-BE49-F238E27FC236}">
                  <a16:creationId xmlns:a16="http://schemas.microsoft.com/office/drawing/2014/main" id="{D3F18D8B-F7AA-4B0E-A914-65CFD07EA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352"/>
              <a:ext cx="438" cy="779"/>
            </a:xfrm>
            <a:custGeom>
              <a:avLst/>
              <a:gdLst>
                <a:gd name="T0" fmla="*/ 123 w 438"/>
                <a:gd name="T1" fmla="*/ 0 h 779"/>
                <a:gd name="T2" fmla="*/ 123 w 438"/>
                <a:gd name="T3" fmla="*/ 0 h 779"/>
                <a:gd name="T4" fmla="*/ 3 w 438"/>
                <a:gd name="T5" fmla="*/ 483 h 779"/>
                <a:gd name="T6" fmla="*/ 0 w 438"/>
                <a:gd name="T7" fmla="*/ 486 h 779"/>
                <a:gd name="T8" fmla="*/ 438 w 438"/>
                <a:gd name="T9" fmla="*/ 779 h 779"/>
                <a:gd name="T10" fmla="*/ 123 w 438"/>
                <a:gd name="T11" fmla="*/ 0 h 7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8" h="779">
                  <a:moveTo>
                    <a:pt x="123" y="0"/>
                  </a:moveTo>
                  <a:lnTo>
                    <a:pt x="123" y="0"/>
                  </a:lnTo>
                  <a:lnTo>
                    <a:pt x="3" y="483"/>
                  </a:lnTo>
                  <a:lnTo>
                    <a:pt x="0" y="486"/>
                  </a:lnTo>
                  <a:lnTo>
                    <a:pt x="438" y="779"/>
                  </a:lnTo>
                  <a:lnTo>
                    <a:pt x="123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8" name="Freeform 1370">
              <a:extLst>
                <a:ext uri="{FF2B5EF4-FFF2-40B4-BE49-F238E27FC236}">
                  <a16:creationId xmlns:a16="http://schemas.microsoft.com/office/drawing/2014/main" id="{898D04E2-BFC0-4E0A-8870-8467608C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856"/>
              <a:ext cx="437" cy="496"/>
            </a:xfrm>
            <a:custGeom>
              <a:avLst/>
              <a:gdLst>
                <a:gd name="T0" fmla="*/ 0 w 437"/>
                <a:gd name="T1" fmla="*/ 0 h 496"/>
                <a:gd name="T2" fmla="*/ 315 w 437"/>
                <a:gd name="T3" fmla="*/ 496 h 496"/>
                <a:gd name="T4" fmla="*/ 437 w 437"/>
                <a:gd name="T5" fmla="*/ 235 h 496"/>
                <a:gd name="T6" fmla="*/ 0 w 437"/>
                <a:gd name="T7" fmla="*/ 0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7" h="496">
                  <a:moveTo>
                    <a:pt x="0" y="0"/>
                  </a:moveTo>
                  <a:lnTo>
                    <a:pt x="315" y="496"/>
                  </a:lnTo>
                  <a:lnTo>
                    <a:pt x="437" y="23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29" name="Freeform 1371">
              <a:extLst>
                <a:ext uri="{FF2B5EF4-FFF2-40B4-BE49-F238E27FC236}">
                  <a16:creationId xmlns:a16="http://schemas.microsoft.com/office/drawing/2014/main" id="{3E3FFA13-8BF9-49BE-BD24-EF47D07F2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856"/>
              <a:ext cx="630" cy="496"/>
            </a:xfrm>
            <a:custGeom>
              <a:avLst/>
              <a:gdLst>
                <a:gd name="T0" fmla="*/ 315 w 630"/>
                <a:gd name="T1" fmla="*/ 0 h 496"/>
                <a:gd name="T2" fmla="*/ 315 w 630"/>
                <a:gd name="T3" fmla="*/ 0 h 496"/>
                <a:gd name="T4" fmla="*/ 315 w 630"/>
                <a:gd name="T5" fmla="*/ 0 h 496"/>
                <a:gd name="T6" fmla="*/ 315 w 630"/>
                <a:gd name="T7" fmla="*/ 0 h 496"/>
                <a:gd name="T8" fmla="*/ 315 w 630"/>
                <a:gd name="T9" fmla="*/ 0 h 496"/>
                <a:gd name="T10" fmla="*/ 0 w 630"/>
                <a:gd name="T11" fmla="*/ 496 h 496"/>
                <a:gd name="T12" fmla="*/ 630 w 630"/>
                <a:gd name="T13" fmla="*/ 496 h 496"/>
                <a:gd name="T14" fmla="*/ 315 w 630"/>
                <a:gd name="T15" fmla="*/ 0 h 4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496">
                  <a:moveTo>
                    <a:pt x="315" y="0"/>
                  </a:moveTo>
                  <a:lnTo>
                    <a:pt x="315" y="0"/>
                  </a:lnTo>
                  <a:lnTo>
                    <a:pt x="0" y="496"/>
                  </a:lnTo>
                  <a:lnTo>
                    <a:pt x="630" y="496"/>
                  </a:lnTo>
                  <a:lnTo>
                    <a:pt x="315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0" name="Freeform 1372">
              <a:extLst>
                <a:ext uri="{FF2B5EF4-FFF2-40B4-BE49-F238E27FC236}">
                  <a16:creationId xmlns:a16="http://schemas.microsoft.com/office/drawing/2014/main" id="{079496AD-3BAB-4A55-8527-58BE8E30B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352"/>
              <a:ext cx="630" cy="779"/>
            </a:xfrm>
            <a:custGeom>
              <a:avLst/>
              <a:gdLst>
                <a:gd name="T0" fmla="*/ 315 w 630"/>
                <a:gd name="T1" fmla="*/ 776 h 779"/>
                <a:gd name="T2" fmla="*/ 630 w 630"/>
                <a:gd name="T3" fmla="*/ 0 h 779"/>
                <a:gd name="T4" fmla="*/ 0 w 630"/>
                <a:gd name="T5" fmla="*/ 0 h 779"/>
                <a:gd name="T6" fmla="*/ 315 w 630"/>
                <a:gd name="T7" fmla="*/ 776 h 779"/>
                <a:gd name="T8" fmla="*/ 315 w 630"/>
                <a:gd name="T9" fmla="*/ 779 h 779"/>
                <a:gd name="T10" fmla="*/ 315 w 630"/>
                <a:gd name="T11" fmla="*/ 779 h 779"/>
                <a:gd name="T12" fmla="*/ 315 w 630"/>
                <a:gd name="T13" fmla="*/ 779 h 779"/>
                <a:gd name="T14" fmla="*/ 315 w 630"/>
                <a:gd name="T15" fmla="*/ 776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779">
                  <a:moveTo>
                    <a:pt x="315" y="776"/>
                  </a:moveTo>
                  <a:lnTo>
                    <a:pt x="630" y="0"/>
                  </a:lnTo>
                  <a:lnTo>
                    <a:pt x="0" y="0"/>
                  </a:lnTo>
                  <a:lnTo>
                    <a:pt x="315" y="776"/>
                  </a:lnTo>
                  <a:lnTo>
                    <a:pt x="315" y="779"/>
                  </a:lnTo>
                  <a:lnTo>
                    <a:pt x="315" y="776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1" name="Freeform 1373">
              <a:extLst>
                <a:ext uri="{FF2B5EF4-FFF2-40B4-BE49-F238E27FC236}">
                  <a16:creationId xmlns:a16="http://schemas.microsoft.com/office/drawing/2014/main" id="{CB13FD8A-1078-4AE6-ACF3-78ACAB18D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091"/>
              <a:ext cx="122" cy="747"/>
            </a:xfrm>
            <a:custGeom>
              <a:avLst/>
              <a:gdLst>
                <a:gd name="T0" fmla="*/ 122 w 122"/>
                <a:gd name="T1" fmla="*/ 747 h 747"/>
                <a:gd name="T2" fmla="*/ 122 w 122"/>
                <a:gd name="T3" fmla="*/ 0 h 747"/>
                <a:gd name="T4" fmla="*/ 0 w 122"/>
                <a:gd name="T5" fmla="*/ 261 h 747"/>
                <a:gd name="T6" fmla="*/ 122 w 122"/>
                <a:gd name="T7" fmla="*/ 747 h 7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747">
                  <a:moveTo>
                    <a:pt x="122" y="747"/>
                  </a:moveTo>
                  <a:lnTo>
                    <a:pt x="122" y="0"/>
                  </a:lnTo>
                  <a:lnTo>
                    <a:pt x="0" y="261"/>
                  </a:lnTo>
                  <a:lnTo>
                    <a:pt x="122" y="74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2" name="Freeform 1374">
              <a:extLst>
                <a:ext uri="{FF2B5EF4-FFF2-40B4-BE49-F238E27FC236}">
                  <a16:creationId xmlns:a16="http://schemas.microsoft.com/office/drawing/2014/main" id="{07BB4A61-0A68-4938-A11B-91FB83E6D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352"/>
              <a:ext cx="437" cy="779"/>
            </a:xfrm>
            <a:custGeom>
              <a:avLst/>
              <a:gdLst>
                <a:gd name="T0" fmla="*/ 315 w 437"/>
                <a:gd name="T1" fmla="*/ 0 h 779"/>
                <a:gd name="T2" fmla="*/ 315 w 437"/>
                <a:gd name="T3" fmla="*/ 0 h 779"/>
                <a:gd name="T4" fmla="*/ 435 w 437"/>
                <a:gd name="T5" fmla="*/ 483 h 779"/>
                <a:gd name="T6" fmla="*/ 437 w 437"/>
                <a:gd name="T7" fmla="*/ 486 h 779"/>
                <a:gd name="T8" fmla="*/ 0 w 437"/>
                <a:gd name="T9" fmla="*/ 779 h 779"/>
                <a:gd name="T10" fmla="*/ 315 w 437"/>
                <a:gd name="T11" fmla="*/ 0 h 7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7" h="779">
                  <a:moveTo>
                    <a:pt x="315" y="0"/>
                  </a:moveTo>
                  <a:lnTo>
                    <a:pt x="315" y="0"/>
                  </a:lnTo>
                  <a:lnTo>
                    <a:pt x="435" y="483"/>
                  </a:lnTo>
                  <a:lnTo>
                    <a:pt x="437" y="486"/>
                  </a:lnTo>
                  <a:lnTo>
                    <a:pt x="0" y="779"/>
                  </a:lnTo>
                  <a:lnTo>
                    <a:pt x="315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3" name="Freeform 1375">
              <a:extLst>
                <a:ext uri="{FF2B5EF4-FFF2-40B4-BE49-F238E27FC236}">
                  <a16:creationId xmlns:a16="http://schemas.microsoft.com/office/drawing/2014/main" id="{89BF8E54-7CFD-4DAF-94D7-4A10E424B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083"/>
              <a:ext cx="280" cy="64"/>
            </a:xfrm>
            <a:custGeom>
              <a:avLst/>
              <a:gdLst>
                <a:gd name="T0" fmla="*/ 20520 w 112"/>
                <a:gd name="T1" fmla="*/ 0 h 24"/>
                <a:gd name="T2" fmla="*/ 13675 w 112"/>
                <a:gd name="T3" fmla="*/ 6464 h 24"/>
                <a:gd name="T4" fmla="*/ 13675 w 112"/>
                <a:gd name="T5" fmla="*/ 6464 h 24"/>
                <a:gd name="T6" fmla="*/ 13675 w 112"/>
                <a:gd name="T7" fmla="*/ 6464 h 24"/>
                <a:gd name="T8" fmla="*/ 13675 w 112"/>
                <a:gd name="T9" fmla="*/ 6464 h 24"/>
                <a:gd name="T10" fmla="*/ 13675 w 112"/>
                <a:gd name="T11" fmla="*/ 6464 h 24"/>
                <a:gd name="T12" fmla="*/ 13675 w 112"/>
                <a:gd name="T13" fmla="*/ 6464 h 24"/>
                <a:gd name="T14" fmla="*/ 13675 w 112"/>
                <a:gd name="T15" fmla="*/ 6464 h 24"/>
                <a:gd name="T16" fmla="*/ 13675 w 112"/>
                <a:gd name="T17" fmla="*/ 6464 h 24"/>
                <a:gd name="T18" fmla="*/ 13675 w 112"/>
                <a:gd name="T19" fmla="*/ 6464 h 24"/>
                <a:gd name="T20" fmla="*/ 13675 w 112"/>
                <a:gd name="T21" fmla="*/ 6464 h 24"/>
                <a:gd name="T22" fmla="*/ 13675 w 112"/>
                <a:gd name="T23" fmla="*/ 6464 h 24"/>
                <a:gd name="T24" fmla="*/ 13675 w 112"/>
                <a:gd name="T25" fmla="*/ 6464 h 24"/>
                <a:gd name="T26" fmla="*/ 13675 w 112"/>
                <a:gd name="T27" fmla="*/ 6464 h 24"/>
                <a:gd name="T28" fmla="*/ 6845 w 112"/>
                <a:gd name="T29" fmla="*/ 0 h 24"/>
                <a:gd name="T30" fmla="*/ 0 w 112"/>
                <a:gd name="T31" fmla="*/ 3891 h 24"/>
                <a:gd name="T32" fmla="*/ 13675 w 112"/>
                <a:gd name="T33" fmla="*/ 8648 h 24"/>
                <a:gd name="T34" fmla="*/ 27345 w 112"/>
                <a:gd name="T35" fmla="*/ 3891 h 24"/>
                <a:gd name="T36" fmla="*/ 20520 w 112"/>
                <a:gd name="T37" fmla="*/ 0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2" h="24">
                  <a:moveTo>
                    <a:pt x="84" y="0"/>
                  </a:move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12" y="2"/>
                    <a:pt x="0" y="6"/>
                    <a:pt x="0" y="11"/>
                  </a:cubicBezTo>
                  <a:cubicBezTo>
                    <a:pt x="0" y="18"/>
                    <a:pt x="25" y="24"/>
                    <a:pt x="56" y="24"/>
                  </a:cubicBezTo>
                  <a:cubicBezTo>
                    <a:pt x="87" y="24"/>
                    <a:pt x="112" y="18"/>
                    <a:pt x="112" y="11"/>
                  </a:cubicBezTo>
                  <a:cubicBezTo>
                    <a:pt x="112" y="6"/>
                    <a:pt x="101" y="2"/>
                    <a:pt x="8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4" name="Freeform 1376">
              <a:extLst>
                <a:ext uri="{FF2B5EF4-FFF2-40B4-BE49-F238E27FC236}">
                  <a16:creationId xmlns:a16="http://schemas.microsoft.com/office/drawing/2014/main" id="{87905B87-C07E-4EF8-8CE9-4E4F3D54A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112"/>
              <a:ext cx="280" cy="72"/>
            </a:xfrm>
            <a:custGeom>
              <a:avLst/>
              <a:gdLst>
                <a:gd name="T0" fmla="*/ 27345 w 112"/>
                <a:gd name="T1" fmla="*/ 5005 h 27"/>
                <a:gd name="T2" fmla="*/ 13675 w 112"/>
                <a:gd name="T3" fmla="*/ 9707 h 27"/>
                <a:gd name="T4" fmla="*/ 0 w 112"/>
                <a:gd name="T5" fmla="*/ 5005 h 27"/>
                <a:gd name="T6" fmla="*/ 0 w 112"/>
                <a:gd name="T7" fmla="*/ 0 h 27"/>
                <a:gd name="T8" fmla="*/ 13675 w 112"/>
                <a:gd name="T9" fmla="*/ 4701 h 27"/>
                <a:gd name="T10" fmla="*/ 27345 w 112"/>
                <a:gd name="T11" fmla="*/ 0 h 27"/>
                <a:gd name="T12" fmla="*/ 27345 w 112"/>
                <a:gd name="T13" fmla="*/ 500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27">
                  <a:moveTo>
                    <a:pt x="112" y="14"/>
                  </a:moveTo>
                  <a:cubicBezTo>
                    <a:pt x="112" y="21"/>
                    <a:pt x="87" y="27"/>
                    <a:pt x="56" y="27"/>
                  </a:cubicBezTo>
                  <a:cubicBezTo>
                    <a:pt x="25" y="27"/>
                    <a:pt x="0" y="21"/>
                    <a:pt x="0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25" y="13"/>
                    <a:pt x="56" y="13"/>
                  </a:cubicBezTo>
                  <a:cubicBezTo>
                    <a:pt x="87" y="13"/>
                    <a:pt x="112" y="7"/>
                    <a:pt x="112" y="0"/>
                  </a:cubicBezTo>
                  <a:lnTo>
                    <a:pt x="112" y="1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5" name="Freeform 1377">
              <a:extLst>
                <a:ext uri="{FF2B5EF4-FFF2-40B4-BE49-F238E27FC236}">
                  <a16:creationId xmlns:a16="http://schemas.microsoft.com/office/drawing/2014/main" id="{53371833-9706-4294-B9FB-2D69E0177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174"/>
              <a:ext cx="240" cy="42"/>
            </a:xfrm>
            <a:custGeom>
              <a:avLst/>
              <a:gdLst>
                <a:gd name="T0" fmla="*/ 22270 w 96"/>
                <a:gd name="T1" fmla="*/ 0 h 16"/>
                <a:gd name="T2" fmla="*/ 11720 w 96"/>
                <a:gd name="T3" fmla="*/ 1378 h 16"/>
                <a:gd name="T4" fmla="*/ 1488 w 96"/>
                <a:gd name="T5" fmla="*/ 0 h 16"/>
                <a:gd name="T6" fmla="*/ 0 w 96"/>
                <a:gd name="T7" fmla="*/ 1612 h 16"/>
                <a:gd name="T8" fmla="*/ 11720 w 96"/>
                <a:gd name="T9" fmla="*/ 5229 h 16"/>
                <a:gd name="T10" fmla="*/ 23438 w 96"/>
                <a:gd name="T11" fmla="*/ 1612 h 16"/>
                <a:gd name="T12" fmla="*/ 22270 w 96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6">
                  <a:moveTo>
                    <a:pt x="91" y="0"/>
                  </a:moveTo>
                  <a:cubicBezTo>
                    <a:pt x="80" y="2"/>
                    <a:pt x="65" y="4"/>
                    <a:pt x="48" y="4"/>
                  </a:cubicBezTo>
                  <a:cubicBezTo>
                    <a:pt x="31" y="4"/>
                    <a:pt x="16" y="2"/>
                    <a:pt x="6" y="0"/>
                  </a:cubicBezTo>
                  <a:cubicBezTo>
                    <a:pt x="2" y="1"/>
                    <a:pt x="0" y="3"/>
                    <a:pt x="0" y="5"/>
                  </a:cubicBezTo>
                  <a:cubicBezTo>
                    <a:pt x="0" y="11"/>
                    <a:pt x="21" y="16"/>
                    <a:pt x="48" y="16"/>
                  </a:cubicBezTo>
                  <a:cubicBezTo>
                    <a:pt x="75" y="16"/>
                    <a:pt x="96" y="11"/>
                    <a:pt x="96" y="5"/>
                  </a:cubicBezTo>
                  <a:cubicBezTo>
                    <a:pt x="96" y="3"/>
                    <a:pt x="94" y="1"/>
                    <a:pt x="9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6" name="Freeform 1378">
              <a:extLst>
                <a:ext uri="{FF2B5EF4-FFF2-40B4-BE49-F238E27FC236}">
                  <a16:creationId xmlns:a16="http://schemas.microsoft.com/office/drawing/2014/main" id="{BC130B41-956F-43D2-A175-EAC8B7E5A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187"/>
              <a:ext cx="240" cy="109"/>
            </a:xfrm>
            <a:custGeom>
              <a:avLst/>
              <a:gdLst>
                <a:gd name="T0" fmla="*/ 0 w 96"/>
                <a:gd name="T1" fmla="*/ 10637 h 41"/>
                <a:gd name="T2" fmla="*/ 11720 w 96"/>
                <a:gd name="T3" fmla="*/ 14489 h 41"/>
                <a:gd name="T4" fmla="*/ 23438 w 96"/>
                <a:gd name="T5" fmla="*/ 10637 h 41"/>
                <a:gd name="T6" fmla="*/ 23438 w 96"/>
                <a:gd name="T7" fmla="*/ 0 h 41"/>
                <a:gd name="T8" fmla="*/ 11720 w 96"/>
                <a:gd name="T9" fmla="*/ 3852 h 41"/>
                <a:gd name="T10" fmla="*/ 0 w 96"/>
                <a:gd name="T11" fmla="*/ 0 h 41"/>
                <a:gd name="T12" fmla="*/ 0 w 96"/>
                <a:gd name="T13" fmla="*/ 10637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41">
                  <a:moveTo>
                    <a:pt x="0" y="30"/>
                  </a:moveTo>
                  <a:cubicBezTo>
                    <a:pt x="0" y="36"/>
                    <a:pt x="21" y="41"/>
                    <a:pt x="48" y="41"/>
                  </a:cubicBezTo>
                  <a:cubicBezTo>
                    <a:pt x="75" y="41"/>
                    <a:pt x="96" y="36"/>
                    <a:pt x="96" y="3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6"/>
                    <a:pt x="75" y="11"/>
                    <a:pt x="48" y="11"/>
                  </a:cubicBezTo>
                  <a:cubicBezTo>
                    <a:pt x="21" y="11"/>
                    <a:pt x="0" y="6"/>
                    <a:pt x="0" y="0"/>
                  </a:cubicBezTo>
                  <a:lnTo>
                    <a:pt x="0" y="3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7" name="Freeform 1379">
              <a:extLst>
                <a:ext uri="{FF2B5EF4-FFF2-40B4-BE49-F238E27FC236}">
                  <a16:creationId xmlns:a16="http://schemas.microsoft.com/office/drawing/2014/main" id="{F67A09C1-5846-45A5-B503-71F4F214E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3144"/>
              <a:ext cx="280" cy="110"/>
            </a:xfrm>
            <a:custGeom>
              <a:avLst/>
              <a:gdLst>
                <a:gd name="T0" fmla="*/ 27345 w 112"/>
                <a:gd name="T1" fmla="*/ 10834 h 41"/>
                <a:gd name="T2" fmla="*/ 13675 w 112"/>
                <a:gd name="T3" fmla="*/ 15274 h 41"/>
                <a:gd name="T4" fmla="*/ 0 w 112"/>
                <a:gd name="T5" fmla="*/ 10834 h 41"/>
                <a:gd name="T6" fmla="*/ 0 w 112"/>
                <a:gd name="T7" fmla="*/ 0 h 41"/>
                <a:gd name="T8" fmla="*/ 13675 w 112"/>
                <a:gd name="T9" fmla="*/ 4867 h 41"/>
                <a:gd name="T10" fmla="*/ 27345 w 112"/>
                <a:gd name="T11" fmla="*/ 0 h 41"/>
                <a:gd name="T12" fmla="*/ 27345 w 112"/>
                <a:gd name="T13" fmla="*/ 10834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41">
                  <a:moveTo>
                    <a:pt x="112" y="29"/>
                  </a:moveTo>
                  <a:cubicBezTo>
                    <a:pt x="112" y="36"/>
                    <a:pt x="87" y="41"/>
                    <a:pt x="56" y="41"/>
                  </a:cubicBezTo>
                  <a:cubicBezTo>
                    <a:pt x="25" y="41"/>
                    <a:pt x="0" y="36"/>
                    <a:pt x="0" y="2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25" y="13"/>
                    <a:pt x="56" y="13"/>
                  </a:cubicBezTo>
                  <a:cubicBezTo>
                    <a:pt x="87" y="13"/>
                    <a:pt x="112" y="8"/>
                    <a:pt x="112" y="0"/>
                  </a:cubicBezTo>
                  <a:lnTo>
                    <a:pt x="112" y="29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8" name="Freeform 1380">
              <a:extLst>
                <a:ext uri="{FF2B5EF4-FFF2-40B4-BE49-F238E27FC236}">
                  <a16:creationId xmlns:a16="http://schemas.microsoft.com/office/drawing/2014/main" id="{3B1541C7-4C42-4CAA-A049-DC445E6A0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099"/>
              <a:ext cx="623" cy="672"/>
            </a:xfrm>
            <a:custGeom>
              <a:avLst/>
              <a:gdLst>
                <a:gd name="T0" fmla="*/ 60784 w 249"/>
                <a:gd name="T1" fmla="*/ 16589 h 252"/>
                <a:gd name="T2" fmla="*/ 60784 w 249"/>
                <a:gd name="T3" fmla="*/ 12288 h 252"/>
                <a:gd name="T4" fmla="*/ 25986 w 249"/>
                <a:gd name="T5" fmla="*/ 0 h 252"/>
                <a:gd name="T6" fmla="*/ 24294 w 249"/>
                <a:gd name="T7" fmla="*/ 1059 h 252"/>
                <a:gd name="T8" fmla="*/ 313 w 249"/>
                <a:gd name="T9" fmla="*/ 87381 h 252"/>
                <a:gd name="T10" fmla="*/ 988 w 249"/>
                <a:gd name="T11" fmla="*/ 90205 h 252"/>
                <a:gd name="T12" fmla="*/ 2942 w 249"/>
                <a:gd name="T13" fmla="*/ 89144 h 252"/>
                <a:gd name="T14" fmla="*/ 26486 w 249"/>
                <a:gd name="T15" fmla="*/ 4701 h 252"/>
                <a:gd name="T16" fmla="*/ 60584 w 249"/>
                <a:gd name="T17" fmla="*/ 16589 h 252"/>
                <a:gd name="T18" fmla="*/ 61099 w 249"/>
                <a:gd name="T19" fmla="*/ 16589 h 252"/>
                <a:gd name="T20" fmla="*/ 60784 w 249"/>
                <a:gd name="T21" fmla="*/ 16589 h 2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9" h="252">
                  <a:moveTo>
                    <a:pt x="248" y="46"/>
                  </a:moveTo>
                  <a:cubicBezTo>
                    <a:pt x="248" y="34"/>
                    <a:pt x="248" y="34"/>
                    <a:pt x="248" y="34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3" y="0"/>
                    <a:pt x="100" y="1"/>
                    <a:pt x="99" y="3"/>
                  </a:cubicBezTo>
                  <a:cubicBezTo>
                    <a:pt x="1" y="243"/>
                    <a:pt x="1" y="243"/>
                    <a:pt x="1" y="243"/>
                  </a:cubicBezTo>
                  <a:cubicBezTo>
                    <a:pt x="0" y="246"/>
                    <a:pt x="1" y="250"/>
                    <a:pt x="4" y="251"/>
                  </a:cubicBezTo>
                  <a:cubicBezTo>
                    <a:pt x="7" y="252"/>
                    <a:pt x="11" y="251"/>
                    <a:pt x="12" y="248"/>
                  </a:cubicBezTo>
                  <a:cubicBezTo>
                    <a:pt x="12" y="248"/>
                    <a:pt x="104" y="20"/>
                    <a:pt x="108" y="13"/>
                  </a:cubicBezTo>
                  <a:cubicBezTo>
                    <a:pt x="116" y="15"/>
                    <a:pt x="247" y="46"/>
                    <a:pt x="247" y="46"/>
                  </a:cubicBezTo>
                  <a:cubicBezTo>
                    <a:pt x="248" y="46"/>
                    <a:pt x="248" y="46"/>
                    <a:pt x="249" y="46"/>
                  </a:cubicBezTo>
                  <a:cubicBezTo>
                    <a:pt x="249" y="46"/>
                    <a:pt x="248" y="46"/>
                    <a:pt x="248" y="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9" name="Freeform 1381">
              <a:extLst>
                <a:ext uri="{FF2B5EF4-FFF2-40B4-BE49-F238E27FC236}">
                  <a16:creationId xmlns:a16="http://schemas.microsoft.com/office/drawing/2014/main" id="{87988380-4A93-4383-81B6-CC0049C8A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3254"/>
              <a:ext cx="15" cy="53"/>
            </a:xfrm>
            <a:custGeom>
              <a:avLst/>
              <a:gdLst>
                <a:gd name="T0" fmla="*/ 783 w 6"/>
                <a:gd name="T1" fmla="*/ 0 h 20"/>
                <a:gd name="T2" fmla="*/ 0 w 6"/>
                <a:gd name="T3" fmla="*/ 0 h 20"/>
                <a:gd name="T4" fmla="*/ 0 w 6"/>
                <a:gd name="T5" fmla="*/ 0 h 20"/>
                <a:gd name="T6" fmla="*/ 0 w 6"/>
                <a:gd name="T7" fmla="*/ 5864 h 20"/>
                <a:gd name="T8" fmla="*/ 783 w 6"/>
                <a:gd name="T9" fmla="*/ 6903 h 20"/>
                <a:gd name="T10" fmla="*/ 1488 w 6"/>
                <a:gd name="T11" fmla="*/ 5864 h 20"/>
                <a:gd name="T12" fmla="*/ 1488 w 6"/>
                <a:gd name="T13" fmla="*/ 0 h 20"/>
                <a:gd name="T14" fmla="*/ 1488 w 6"/>
                <a:gd name="T15" fmla="*/ 0 h 20"/>
                <a:gd name="T16" fmla="*/ 783 w 6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20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3" y="20"/>
                  </a:cubicBezTo>
                  <a:cubicBezTo>
                    <a:pt x="5" y="20"/>
                    <a:pt x="6" y="19"/>
                    <a:pt x="6" y="17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0" name="Freeform 1382">
              <a:extLst>
                <a:ext uri="{FF2B5EF4-FFF2-40B4-BE49-F238E27FC236}">
                  <a16:creationId xmlns:a16="http://schemas.microsoft.com/office/drawing/2014/main" id="{3A27BE35-FD92-4127-9E3A-FDD3300DD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248"/>
              <a:ext cx="22" cy="54"/>
            </a:xfrm>
            <a:custGeom>
              <a:avLst/>
              <a:gdLst>
                <a:gd name="T0" fmla="*/ 616 w 9"/>
                <a:gd name="T1" fmla="*/ 0 h 20"/>
                <a:gd name="T2" fmla="*/ 0 w 9"/>
                <a:gd name="T3" fmla="*/ 6161 h 20"/>
                <a:gd name="T4" fmla="*/ 425 w 9"/>
                <a:gd name="T5" fmla="*/ 7757 h 20"/>
                <a:gd name="T6" fmla="*/ 1315 w 9"/>
                <a:gd name="T7" fmla="*/ 7007 h 20"/>
                <a:gd name="T8" fmla="*/ 1931 w 9"/>
                <a:gd name="T9" fmla="*/ 429 h 20"/>
                <a:gd name="T10" fmla="*/ 1931 w 9"/>
                <a:gd name="T11" fmla="*/ 429 h 20"/>
                <a:gd name="T12" fmla="*/ 616 w 9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3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8"/>
                    <a:pt x="1" y="19"/>
                    <a:pt x="2" y="20"/>
                  </a:cubicBezTo>
                  <a:cubicBezTo>
                    <a:pt x="4" y="20"/>
                    <a:pt x="5" y="19"/>
                    <a:pt x="6" y="18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1"/>
                    <a:pt x="5" y="1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1" name="Freeform 1383">
              <a:extLst>
                <a:ext uri="{FF2B5EF4-FFF2-40B4-BE49-F238E27FC236}">
                  <a16:creationId xmlns:a16="http://schemas.microsoft.com/office/drawing/2014/main" id="{0FFA320F-80A0-439A-88CF-8600F830B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3227"/>
              <a:ext cx="33" cy="53"/>
            </a:xfrm>
            <a:custGeom>
              <a:avLst/>
              <a:gdLst>
                <a:gd name="T0" fmla="*/ 2107 w 13"/>
                <a:gd name="T1" fmla="*/ 0 h 20"/>
                <a:gd name="T2" fmla="*/ 2107 w 13"/>
                <a:gd name="T3" fmla="*/ 392 h 20"/>
                <a:gd name="T4" fmla="*/ 327 w 13"/>
                <a:gd name="T5" fmla="*/ 5470 h 20"/>
                <a:gd name="T6" fmla="*/ 830 w 13"/>
                <a:gd name="T7" fmla="*/ 6903 h 20"/>
                <a:gd name="T8" fmla="*/ 1571 w 13"/>
                <a:gd name="T9" fmla="*/ 6270 h 20"/>
                <a:gd name="T10" fmla="*/ 3485 w 13"/>
                <a:gd name="T11" fmla="*/ 1039 h 20"/>
                <a:gd name="T12" fmla="*/ 2107 w 13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1" y="19"/>
                    <a:pt x="3" y="20"/>
                  </a:cubicBezTo>
                  <a:cubicBezTo>
                    <a:pt x="4" y="20"/>
                    <a:pt x="6" y="20"/>
                    <a:pt x="6" y="18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2"/>
                    <a:pt x="9" y="1"/>
                    <a:pt x="8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2" name="Freeform 1384">
              <a:extLst>
                <a:ext uri="{FF2B5EF4-FFF2-40B4-BE49-F238E27FC236}">
                  <a16:creationId xmlns:a16="http://schemas.microsoft.com/office/drawing/2014/main" id="{5E2CF8F6-96CE-4357-9A13-0C3DAA50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011"/>
              <a:ext cx="691" cy="488"/>
            </a:xfrm>
            <a:custGeom>
              <a:avLst/>
              <a:gdLst>
                <a:gd name="T0" fmla="*/ 67966 w 276"/>
                <a:gd name="T1" fmla="*/ 21597 h 183"/>
                <a:gd name="T2" fmla="*/ 30995 w 276"/>
                <a:gd name="T3" fmla="*/ 397 h 183"/>
                <a:gd name="T4" fmla="*/ 29315 w 276"/>
                <a:gd name="T5" fmla="*/ 661 h 183"/>
                <a:gd name="T6" fmla="*/ 521 w 276"/>
                <a:gd name="T7" fmla="*/ 62144 h 183"/>
                <a:gd name="T8" fmla="*/ 784 w 276"/>
                <a:gd name="T9" fmla="*/ 65139 h 183"/>
                <a:gd name="T10" fmla="*/ 2746 w 276"/>
                <a:gd name="T11" fmla="*/ 64717 h 183"/>
                <a:gd name="T12" fmla="*/ 30807 w 276"/>
                <a:gd name="T13" fmla="*/ 4701 h 183"/>
                <a:gd name="T14" fmla="*/ 60588 w 276"/>
                <a:gd name="T15" fmla="*/ 21597 h 183"/>
                <a:gd name="T16" fmla="*/ 67966 w 276"/>
                <a:gd name="T17" fmla="*/ 24120 h 183"/>
                <a:gd name="T18" fmla="*/ 67966 w 276"/>
                <a:gd name="T19" fmla="*/ 21597 h 1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183">
                  <a:moveTo>
                    <a:pt x="276" y="60"/>
                  </a:moveTo>
                  <a:cubicBezTo>
                    <a:pt x="126" y="1"/>
                    <a:pt x="126" y="1"/>
                    <a:pt x="126" y="1"/>
                  </a:cubicBezTo>
                  <a:cubicBezTo>
                    <a:pt x="123" y="0"/>
                    <a:pt x="121" y="0"/>
                    <a:pt x="119" y="2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0" y="176"/>
                    <a:pt x="0" y="179"/>
                    <a:pt x="3" y="181"/>
                  </a:cubicBezTo>
                  <a:cubicBezTo>
                    <a:pt x="6" y="183"/>
                    <a:pt x="9" y="182"/>
                    <a:pt x="11" y="180"/>
                  </a:cubicBezTo>
                  <a:cubicBezTo>
                    <a:pt x="11" y="180"/>
                    <a:pt x="120" y="19"/>
                    <a:pt x="125" y="13"/>
                  </a:cubicBezTo>
                  <a:cubicBezTo>
                    <a:pt x="131" y="15"/>
                    <a:pt x="205" y="44"/>
                    <a:pt x="246" y="60"/>
                  </a:cubicBezTo>
                  <a:cubicBezTo>
                    <a:pt x="276" y="67"/>
                    <a:pt x="276" y="67"/>
                    <a:pt x="276" y="67"/>
                  </a:cubicBezTo>
                  <a:lnTo>
                    <a:pt x="276" y="6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3" name="Freeform 1385">
              <a:extLst>
                <a:ext uri="{FF2B5EF4-FFF2-40B4-BE49-F238E27FC236}">
                  <a16:creationId xmlns:a16="http://schemas.microsoft.com/office/drawing/2014/main" id="{40F65A34-1C53-4C8F-A10F-1A1028EB3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942"/>
              <a:ext cx="285" cy="229"/>
            </a:xfrm>
            <a:custGeom>
              <a:avLst/>
              <a:gdLst>
                <a:gd name="T0" fmla="*/ 0 w 114"/>
                <a:gd name="T1" fmla="*/ 28114 h 86"/>
                <a:gd name="T2" fmla="*/ 0 w 114"/>
                <a:gd name="T3" fmla="*/ 30659 h 86"/>
                <a:gd name="T4" fmla="*/ 4220 w 114"/>
                <a:gd name="T5" fmla="*/ 28114 h 86"/>
                <a:gd name="T6" fmla="*/ 21488 w 114"/>
                <a:gd name="T7" fmla="*/ 5778 h 86"/>
                <a:gd name="T8" fmla="*/ 25208 w 114"/>
                <a:gd name="T9" fmla="*/ 16089 h 86"/>
                <a:gd name="T10" fmla="*/ 27863 w 114"/>
                <a:gd name="T11" fmla="*/ 14579 h 86"/>
                <a:gd name="T12" fmla="*/ 23250 w 114"/>
                <a:gd name="T13" fmla="*/ 1454 h 86"/>
                <a:gd name="T14" fmla="*/ 22270 w 114"/>
                <a:gd name="T15" fmla="*/ 397 h 86"/>
                <a:gd name="T16" fmla="*/ 21020 w 114"/>
                <a:gd name="T17" fmla="*/ 660 h 86"/>
                <a:gd name="T18" fmla="*/ 0 w 114"/>
                <a:gd name="T19" fmla="*/ 28114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86">
                  <a:moveTo>
                    <a:pt x="0" y="79"/>
                  </a:moveTo>
                  <a:cubicBezTo>
                    <a:pt x="0" y="86"/>
                    <a:pt x="0" y="86"/>
                    <a:pt x="0" y="86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39" y="59"/>
                    <a:pt x="81" y="22"/>
                    <a:pt x="88" y="16"/>
                  </a:cubicBezTo>
                  <a:cubicBezTo>
                    <a:pt x="90" y="19"/>
                    <a:pt x="95" y="31"/>
                    <a:pt x="103" y="45"/>
                  </a:cubicBezTo>
                  <a:cubicBezTo>
                    <a:pt x="114" y="41"/>
                    <a:pt x="114" y="41"/>
                    <a:pt x="114" y="41"/>
                  </a:cubicBezTo>
                  <a:cubicBezTo>
                    <a:pt x="95" y="4"/>
                    <a:pt x="95" y="4"/>
                    <a:pt x="95" y="4"/>
                  </a:cubicBezTo>
                  <a:cubicBezTo>
                    <a:pt x="94" y="2"/>
                    <a:pt x="93" y="1"/>
                    <a:pt x="91" y="1"/>
                  </a:cubicBezTo>
                  <a:cubicBezTo>
                    <a:pt x="89" y="0"/>
                    <a:pt x="87" y="1"/>
                    <a:pt x="86" y="2"/>
                  </a:cubicBezTo>
                  <a:lnTo>
                    <a:pt x="0" y="79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4" name="Freeform 1386">
              <a:extLst>
                <a:ext uri="{FF2B5EF4-FFF2-40B4-BE49-F238E27FC236}">
                  <a16:creationId xmlns:a16="http://schemas.microsoft.com/office/drawing/2014/main" id="{4D799B90-D03B-4101-AE4D-2831E1E7C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3139"/>
              <a:ext cx="108" cy="184"/>
            </a:xfrm>
            <a:custGeom>
              <a:avLst/>
              <a:gdLst>
                <a:gd name="T0" fmla="*/ 2788 w 43"/>
                <a:gd name="T1" fmla="*/ 0 h 69"/>
                <a:gd name="T2" fmla="*/ 0 w 43"/>
                <a:gd name="T3" fmla="*/ 1059 h 69"/>
                <a:gd name="T4" fmla="*/ 7796 w 43"/>
                <a:gd name="T5" fmla="*/ 23304 h 69"/>
                <a:gd name="T6" fmla="*/ 9790 w 43"/>
                <a:gd name="T7" fmla="*/ 24427 h 69"/>
                <a:gd name="T8" fmla="*/ 10315 w 43"/>
                <a:gd name="T9" fmla="*/ 21597 h 69"/>
                <a:gd name="T10" fmla="*/ 2788 w 43"/>
                <a:gd name="T11" fmla="*/ 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9">
                  <a:moveTo>
                    <a:pt x="11" y="0"/>
                  </a:moveTo>
                  <a:cubicBezTo>
                    <a:pt x="8" y="1"/>
                    <a:pt x="4" y="2"/>
                    <a:pt x="0" y="3"/>
                  </a:cubicBezTo>
                  <a:cubicBezTo>
                    <a:pt x="15" y="34"/>
                    <a:pt x="31" y="65"/>
                    <a:pt x="31" y="65"/>
                  </a:cubicBezTo>
                  <a:cubicBezTo>
                    <a:pt x="33" y="68"/>
                    <a:pt x="36" y="69"/>
                    <a:pt x="39" y="68"/>
                  </a:cubicBezTo>
                  <a:cubicBezTo>
                    <a:pt x="42" y="66"/>
                    <a:pt x="43" y="63"/>
                    <a:pt x="41" y="60"/>
                  </a:cubicBezTo>
                  <a:lnTo>
                    <a:pt x="11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5" name="Freeform 1387">
              <a:extLst>
                <a:ext uri="{FF2B5EF4-FFF2-40B4-BE49-F238E27FC236}">
                  <a16:creationId xmlns:a16="http://schemas.microsoft.com/office/drawing/2014/main" id="{62FE0BDC-3A4C-47B5-B12A-9ED2D2772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3078"/>
              <a:ext cx="42" cy="40"/>
            </a:xfrm>
            <a:custGeom>
              <a:avLst/>
              <a:gdLst>
                <a:gd name="T0" fmla="*/ 2503 w 17"/>
                <a:gd name="T1" fmla="*/ 0 h 15"/>
                <a:gd name="T2" fmla="*/ 0 w 17"/>
                <a:gd name="T3" fmla="*/ 1763 h 15"/>
                <a:gd name="T4" fmla="*/ 1117 w 17"/>
                <a:gd name="T5" fmla="*/ 5405 h 15"/>
                <a:gd name="T6" fmla="*/ 3876 w 17"/>
                <a:gd name="T7" fmla="*/ 4701 h 15"/>
                <a:gd name="T8" fmla="*/ 2503 w 1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1" y="0"/>
                  </a:moveTo>
                  <a:cubicBezTo>
                    <a:pt x="7" y="2"/>
                    <a:pt x="4" y="3"/>
                    <a:pt x="0" y="5"/>
                  </a:cubicBezTo>
                  <a:cubicBezTo>
                    <a:pt x="2" y="8"/>
                    <a:pt x="4" y="12"/>
                    <a:pt x="5" y="15"/>
                  </a:cubicBezTo>
                  <a:cubicBezTo>
                    <a:pt x="17" y="13"/>
                    <a:pt x="17" y="13"/>
                    <a:pt x="17" y="13"/>
                  </a:cubicBezTo>
                  <a:lnTo>
                    <a:pt x="11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6" name="Freeform 1388">
              <a:extLst>
                <a:ext uri="{FF2B5EF4-FFF2-40B4-BE49-F238E27FC236}">
                  <a16:creationId xmlns:a16="http://schemas.microsoft.com/office/drawing/2014/main" id="{51C14E7A-27CD-4C2F-8516-1143576A1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3099"/>
              <a:ext cx="620" cy="672"/>
            </a:xfrm>
            <a:custGeom>
              <a:avLst/>
              <a:gdLst>
                <a:gd name="T0" fmla="*/ 0 w 248"/>
                <a:gd name="T1" fmla="*/ 16589 h 252"/>
                <a:gd name="T2" fmla="*/ 0 w 248"/>
                <a:gd name="T3" fmla="*/ 12288 h 252"/>
                <a:gd name="T4" fmla="*/ 34688 w 248"/>
                <a:gd name="T5" fmla="*/ 0 h 252"/>
                <a:gd name="T6" fmla="*/ 36458 w 248"/>
                <a:gd name="T7" fmla="*/ 1059 h 252"/>
                <a:gd name="T8" fmla="*/ 60363 w 248"/>
                <a:gd name="T9" fmla="*/ 87381 h 252"/>
                <a:gd name="T10" fmla="*/ 59583 w 248"/>
                <a:gd name="T11" fmla="*/ 90205 h 252"/>
                <a:gd name="T12" fmla="*/ 57625 w 248"/>
                <a:gd name="T13" fmla="*/ 89144 h 252"/>
                <a:gd name="T14" fmla="*/ 34500 w 248"/>
                <a:gd name="T15" fmla="*/ 4701 h 252"/>
                <a:gd name="T16" fmla="*/ 313 w 248"/>
                <a:gd name="T17" fmla="*/ 16589 h 252"/>
                <a:gd name="T18" fmla="*/ 0 w 248"/>
                <a:gd name="T19" fmla="*/ 16589 h 252"/>
                <a:gd name="T20" fmla="*/ 0 w 248"/>
                <a:gd name="T21" fmla="*/ 16589 h 2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8" h="252">
                  <a:moveTo>
                    <a:pt x="0" y="46"/>
                  </a:moveTo>
                  <a:cubicBezTo>
                    <a:pt x="0" y="34"/>
                    <a:pt x="0" y="34"/>
                    <a:pt x="0" y="34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5" y="0"/>
                    <a:pt x="148" y="1"/>
                    <a:pt x="149" y="3"/>
                  </a:cubicBezTo>
                  <a:cubicBezTo>
                    <a:pt x="247" y="243"/>
                    <a:pt x="247" y="243"/>
                    <a:pt x="247" y="243"/>
                  </a:cubicBezTo>
                  <a:cubicBezTo>
                    <a:pt x="248" y="246"/>
                    <a:pt x="247" y="250"/>
                    <a:pt x="244" y="251"/>
                  </a:cubicBezTo>
                  <a:cubicBezTo>
                    <a:pt x="241" y="252"/>
                    <a:pt x="238" y="251"/>
                    <a:pt x="236" y="248"/>
                  </a:cubicBezTo>
                  <a:cubicBezTo>
                    <a:pt x="236" y="248"/>
                    <a:pt x="145" y="20"/>
                    <a:pt x="141" y="13"/>
                  </a:cubicBezTo>
                  <a:cubicBezTo>
                    <a:pt x="132" y="15"/>
                    <a:pt x="1" y="46"/>
                    <a:pt x="1" y="46"/>
                  </a:cubicBezTo>
                  <a:cubicBezTo>
                    <a:pt x="1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7" name="Freeform 1389">
              <a:extLst>
                <a:ext uri="{FF2B5EF4-FFF2-40B4-BE49-F238E27FC236}">
                  <a16:creationId xmlns:a16="http://schemas.microsoft.com/office/drawing/2014/main" id="{4A67C4E1-6F9D-4FA1-9BBB-9276162E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248"/>
              <a:ext cx="23" cy="54"/>
            </a:xfrm>
            <a:custGeom>
              <a:avLst/>
              <a:gdLst>
                <a:gd name="T0" fmla="*/ 1620 w 9"/>
                <a:gd name="T1" fmla="*/ 0 h 20"/>
                <a:gd name="T2" fmla="*/ 2520 w 9"/>
                <a:gd name="T3" fmla="*/ 6161 h 20"/>
                <a:gd name="T4" fmla="*/ 1973 w 9"/>
                <a:gd name="T5" fmla="*/ 7757 h 20"/>
                <a:gd name="T6" fmla="*/ 848 w 9"/>
                <a:gd name="T7" fmla="*/ 7007 h 20"/>
                <a:gd name="T8" fmla="*/ 0 w 9"/>
                <a:gd name="T9" fmla="*/ 429 h 20"/>
                <a:gd name="T10" fmla="*/ 0 w 9"/>
                <a:gd name="T11" fmla="*/ 429 h 20"/>
                <a:gd name="T12" fmla="*/ 1620 w 9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6" y="0"/>
                  </a:moveTo>
                  <a:cubicBezTo>
                    <a:pt x="9" y="16"/>
                    <a:pt x="9" y="16"/>
                    <a:pt x="9" y="16"/>
                  </a:cubicBezTo>
                  <a:cubicBezTo>
                    <a:pt x="9" y="18"/>
                    <a:pt x="8" y="19"/>
                    <a:pt x="7" y="20"/>
                  </a:cubicBezTo>
                  <a:cubicBezTo>
                    <a:pt x="5" y="20"/>
                    <a:pt x="4" y="19"/>
                    <a:pt x="3" y="18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4" y="1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8" name="Freeform 1390">
              <a:extLst>
                <a:ext uri="{FF2B5EF4-FFF2-40B4-BE49-F238E27FC236}">
                  <a16:creationId xmlns:a16="http://schemas.microsoft.com/office/drawing/2014/main" id="{735B13F3-E204-484F-8ACA-482FE46C1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3227"/>
              <a:ext cx="32" cy="53"/>
            </a:xfrm>
            <a:custGeom>
              <a:avLst/>
              <a:gdLst>
                <a:gd name="T0" fmla="*/ 1103 w 13"/>
                <a:gd name="T1" fmla="*/ 0 h 20"/>
                <a:gd name="T2" fmla="*/ 1103 w 13"/>
                <a:gd name="T3" fmla="*/ 392 h 20"/>
                <a:gd name="T4" fmla="*/ 2715 w 13"/>
                <a:gd name="T5" fmla="*/ 5470 h 20"/>
                <a:gd name="T6" fmla="*/ 2417 w 13"/>
                <a:gd name="T7" fmla="*/ 6903 h 20"/>
                <a:gd name="T8" fmla="*/ 1538 w 13"/>
                <a:gd name="T9" fmla="*/ 6270 h 20"/>
                <a:gd name="T10" fmla="*/ 0 w 13"/>
                <a:gd name="T11" fmla="*/ 1039 h 20"/>
                <a:gd name="T12" fmla="*/ 1103 w 13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5" y="0"/>
                  </a:moveTo>
                  <a:cubicBezTo>
                    <a:pt x="5" y="0"/>
                    <a:pt x="5" y="0"/>
                    <a:pt x="5" y="1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3" y="17"/>
                    <a:pt x="12" y="19"/>
                    <a:pt x="11" y="20"/>
                  </a:cubicBezTo>
                  <a:cubicBezTo>
                    <a:pt x="9" y="20"/>
                    <a:pt x="7" y="20"/>
                    <a:pt x="7" y="1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9" name="Freeform 1391">
              <a:extLst>
                <a:ext uri="{FF2B5EF4-FFF2-40B4-BE49-F238E27FC236}">
                  <a16:creationId xmlns:a16="http://schemas.microsoft.com/office/drawing/2014/main" id="{F2961BDB-1885-4979-BBFD-64EA5ABBD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3011"/>
              <a:ext cx="690" cy="488"/>
            </a:xfrm>
            <a:custGeom>
              <a:avLst/>
              <a:gdLst>
                <a:gd name="T0" fmla="*/ 0 w 276"/>
                <a:gd name="T1" fmla="*/ 21597 h 183"/>
                <a:gd name="T2" fmla="*/ 36645 w 276"/>
                <a:gd name="T3" fmla="*/ 397 h 183"/>
                <a:gd name="T4" fmla="*/ 38408 w 276"/>
                <a:gd name="T5" fmla="*/ 661 h 183"/>
                <a:gd name="T6" fmla="*/ 67188 w 276"/>
                <a:gd name="T7" fmla="*/ 62144 h 183"/>
                <a:gd name="T8" fmla="*/ 66720 w 276"/>
                <a:gd name="T9" fmla="*/ 65139 h 183"/>
                <a:gd name="T10" fmla="*/ 64770 w 276"/>
                <a:gd name="T11" fmla="*/ 64717 h 183"/>
                <a:gd name="T12" fmla="*/ 36925 w 276"/>
                <a:gd name="T13" fmla="*/ 4701 h 183"/>
                <a:gd name="T14" fmla="*/ 7345 w 276"/>
                <a:gd name="T15" fmla="*/ 21597 h 183"/>
                <a:gd name="T16" fmla="*/ 0 w 276"/>
                <a:gd name="T17" fmla="*/ 24120 h 183"/>
                <a:gd name="T18" fmla="*/ 0 w 276"/>
                <a:gd name="T19" fmla="*/ 21597 h 1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183">
                  <a:moveTo>
                    <a:pt x="0" y="60"/>
                  </a:moveTo>
                  <a:cubicBezTo>
                    <a:pt x="150" y="1"/>
                    <a:pt x="150" y="1"/>
                    <a:pt x="150" y="1"/>
                  </a:cubicBezTo>
                  <a:cubicBezTo>
                    <a:pt x="153" y="0"/>
                    <a:pt x="155" y="0"/>
                    <a:pt x="157" y="2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6" y="176"/>
                    <a:pt x="276" y="179"/>
                    <a:pt x="273" y="181"/>
                  </a:cubicBezTo>
                  <a:cubicBezTo>
                    <a:pt x="270" y="183"/>
                    <a:pt x="267" y="182"/>
                    <a:pt x="265" y="180"/>
                  </a:cubicBezTo>
                  <a:cubicBezTo>
                    <a:pt x="265" y="180"/>
                    <a:pt x="156" y="19"/>
                    <a:pt x="151" y="13"/>
                  </a:cubicBezTo>
                  <a:cubicBezTo>
                    <a:pt x="145" y="15"/>
                    <a:pt x="71" y="44"/>
                    <a:pt x="30" y="60"/>
                  </a:cubicBezTo>
                  <a:cubicBezTo>
                    <a:pt x="0" y="67"/>
                    <a:pt x="0" y="67"/>
                    <a:pt x="0" y="67"/>
                  </a:cubicBezTo>
                  <a:lnTo>
                    <a:pt x="0" y="6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0" name="Freeform 1392">
              <a:extLst>
                <a:ext uri="{FF2B5EF4-FFF2-40B4-BE49-F238E27FC236}">
                  <a16:creationId xmlns:a16="http://schemas.microsoft.com/office/drawing/2014/main" id="{1C9A37BB-D8F8-47AB-A40A-99C4450BC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352"/>
              <a:ext cx="630" cy="779"/>
            </a:xfrm>
            <a:custGeom>
              <a:avLst/>
              <a:gdLst>
                <a:gd name="T0" fmla="*/ 315 w 630"/>
                <a:gd name="T1" fmla="*/ 776 h 779"/>
                <a:gd name="T2" fmla="*/ 630 w 630"/>
                <a:gd name="T3" fmla="*/ 0 h 779"/>
                <a:gd name="T4" fmla="*/ 0 w 630"/>
                <a:gd name="T5" fmla="*/ 0 h 779"/>
                <a:gd name="T6" fmla="*/ 315 w 630"/>
                <a:gd name="T7" fmla="*/ 776 h 779"/>
                <a:gd name="T8" fmla="*/ 315 w 630"/>
                <a:gd name="T9" fmla="*/ 779 h 779"/>
                <a:gd name="T10" fmla="*/ 315 w 630"/>
                <a:gd name="T11" fmla="*/ 779 h 779"/>
                <a:gd name="T12" fmla="*/ 315 w 630"/>
                <a:gd name="T13" fmla="*/ 779 h 779"/>
                <a:gd name="T14" fmla="*/ 315 w 630"/>
                <a:gd name="T15" fmla="*/ 776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779">
                  <a:moveTo>
                    <a:pt x="315" y="776"/>
                  </a:moveTo>
                  <a:lnTo>
                    <a:pt x="630" y="0"/>
                  </a:lnTo>
                  <a:lnTo>
                    <a:pt x="0" y="0"/>
                  </a:lnTo>
                  <a:lnTo>
                    <a:pt x="315" y="776"/>
                  </a:lnTo>
                  <a:lnTo>
                    <a:pt x="315" y="779"/>
                  </a:lnTo>
                  <a:lnTo>
                    <a:pt x="315" y="776"/>
                  </a:lnTo>
                  <a:close/>
                </a:path>
              </a:pathLst>
            </a:custGeom>
            <a:solidFill>
              <a:srgbClr val="005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1" name="Freeform 1393">
              <a:extLst>
                <a:ext uri="{FF2B5EF4-FFF2-40B4-BE49-F238E27FC236}">
                  <a16:creationId xmlns:a16="http://schemas.microsoft.com/office/drawing/2014/main" id="{76284DD4-A8F9-452E-ADFC-41E9A6C5A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352"/>
              <a:ext cx="630" cy="779"/>
            </a:xfrm>
            <a:custGeom>
              <a:avLst/>
              <a:gdLst>
                <a:gd name="T0" fmla="*/ 315 w 630"/>
                <a:gd name="T1" fmla="*/ 776 h 779"/>
                <a:gd name="T2" fmla="*/ 630 w 630"/>
                <a:gd name="T3" fmla="*/ 0 h 779"/>
                <a:gd name="T4" fmla="*/ 0 w 630"/>
                <a:gd name="T5" fmla="*/ 0 h 779"/>
                <a:gd name="T6" fmla="*/ 315 w 630"/>
                <a:gd name="T7" fmla="*/ 776 h 779"/>
                <a:gd name="T8" fmla="*/ 315 w 630"/>
                <a:gd name="T9" fmla="*/ 779 h 779"/>
                <a:gd name="T10" fmla="*/ 315 w 630"/>
                <a:gd name="T11" fmla="*/ 779 h 779"/>
                <a:gd name="T12" fmla="*/ 315 w 630"/>
                <a:gd name="T13" fmla="*/ 779 h 779"/>
                <a:gd name="T14" fmla="*/ 315 w 630"/>
                <a:gd name="T15" fmla="*/ 776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779">
                  <a:moveTo>
                    <a:pt x="315" y="776"/>
                  </a:moveTo>
                  <a:lnTo>
                    <a:pt x="630" y="0"/>
                  </a:lnTo>
                  <a:lnTo>
                    <a:pt x="0" y="0"/>
                  </a:lnTo>
                  <a:lnTo>
                    <a:pt x="315" y="776"/>
                  </a:lnTo>
                  <a:lnTo>
                    <a:pt x="315" y="779"/>
                  </a:lnTo>
                  <a:lnTo>
                    <a:pt x="315" y="776"/>
                  </a:lnTo>
                  <a:close/>
                </a:path>
              </a:pathLst>
            </a:custGeom>
            <a:solidFill>
              <a:srgbClr val="006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2" name="Freeform 1394">
              <a:extLst>
                <a:ext uri="{FF2B5EF4-FFF2-40B4-BE49-F238E27FC236}">
                  <a16:creationId xmlns:a16="http://schemas.microsoft.com/office/drawing/2014/main" id="{CD906118-04DB-4BDC-A57F-5F83BE9D4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352"/>
              <a:ext cx="622" cy="758"/>
            </a:xfrm>
            <a:custGeom>
              <a:avLst/>
              <a:gdLst>
                <a:gd name="T0" fmla="*/ 615 w 622"/>
                <a:gd name="T1" fmla="*/ 0 h 758"/>
                <a:gd name="T2" fmla="*/ 0 w 622"/>
                <a:gd name="T3" fmla="*/ 0 h 758"/>
                <a:gd name="T4" fmla="*/ 307 w 622"/>
                <a:gd name="T5" fmla="*/ 758 h 758"/>
                <a:gd name="T6" fmla="*/ 212 w 622"/>
                <a:gd name="T7" fmla="*/ 131 h 758"/>
                <a:gd name="T8" fmla="*/ 622 w 622"/>
                <a:gd name="T9" fmla="*/ 6 h 758"/>
                <a:gd name="T10" fmla="*/ 615 w 622"/>
                <a:gd name="T11" fmla="*/ 0 h 7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2" h="758">
                  <a:moveTo>
                    <a:pt x="615" y="0"/>
                  </a:moveTo>
                  <a:lnTo>
                    <a:pt x="0" y="0"/>
                  </a:lnTo>
                  <a:lnTo>
                    <a:pt x="307" y="758"/>
                  </a:lnTo>
                  <a:lnTo>
                    <a:pt x="212" y="131"/>
                  </a:lnTo>
                  <a:lnTo>
                    <a:pt x="622" y="6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005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3" name="Oval 1395">
              <a:extLst>
                <a:ext uri="{FF2B5EF4-FFF2-40B4-BE49-F238E27FC236}">
                  <a16:creationId xmlns:a16="http://schemas.microsoft.com/office/drawing/2014/main" id="{FA86C592-CA7D-481C-81C1-5182FDB40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1843"/>
              <a:ext cx="23" cy="24"/>
            </a:xfrm>
            <a:prstGeom prst="ellipse">
              <a:avLst/>
            </a:prstGeom>
            <a:solidFill>
              <a:srgbClr val="D78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54" name="Oval 1396">
              <a:extLst>
                <a:ext uri="{FF2B5EF4-FFF2-40B4-BE49-F238E27FC236}">
                  <a16:creationId xmlns:a16="http://schemas.microsoft.com/office/drawing/2014/main" id="{FA3D915E-3BE5-485C-BEB7-72FAD937D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8" y="184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55" name="Oval 1397">
              <a:extLst>
                <a:ext uri="{FF2B5EF4-FFF2-40B4-BE49-F238E27FC236}">
                  <a16:creationId xmlns:a16="http://schemas.microsoft.com/office/drawing/2014/main" id="{930F95E1-DD6D-4A08-BB5E-B2E5B208C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6" y="1979"/>
              <a:ext cx="27" cy="27"/>
            </a:xfrm>
            <a:prstGeom prst="ellipse">
              <a:avLst/>
            </a:prstGeom>
            <a:solidFill>
              <a:srgbClr val="EE8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56" name="Oval 1398">
              <a:extLst>
                <a:ext uri="{FF2B5EF4-FFF2-40B4-BE49-F238E27FC236}">
                  <a16:creationId xmlns:a16="http://schemas.microsoft.com/office/drawing/2014/main" id="{25A7A285-23A6-42BC-ADB8-95FC944CE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1" y="1984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857" name="Freeform 1399">
              <a:extLst>
                <a:ext uri="{FF2B5EF4-FFF2-40B4-BE49-F238E27FC236}">
                  <a16:creationId xmlns:a16="http://schemas.microsoft.com/office/drawing/2014/main" id="{15864C10-BC2A-4B01-94EE-2C142C7BE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758"/>
              <a:ext cx="10" cy="34"/>
            </a:xfrm>
            <a:custGeom>
              <a:avLst/>
              <a:gdLst>
                <a:gd name="T0" fmla="*/ 520 w 4"/>
                <a:gd name="T1" fmla="*/ 377 h 13"/>
                <a:gd name="T2" fmla="*/ 988 w 4"/>
                <a:gd name="T3" fmla="*/ 2202 h 13"/>
                <a:gd name="T4" fmla="*/ 783 w 4"/>
                <a:gd name="T5" fmla="*/ 4166 h 13"/>
                <a:gd name="T6" fmla="*/ 313 w 4"/>
                <a:gd name="T7" fmla="*/ 3790 h 13"/>
                <a:gd name="T8" fmla="*/ 313 w 4"/>
                <a:gd name="T9" fmla="*/ 2202 h 13"/>
                <a:gd name="T10" fmla="*/ 0 w 4"/>
                <a:gd name="T11" fmla="*/ 0 h 13"/>
                <a:gd name="T12" fmla="*/ 520 w 4"/>
                <a:gd name="T13" fmla="*/ 37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3">
                  <a:moveTo>
                    <a:pt x="2" y="1"/>
                  </a:moveTo>
                  <a:cubicBezTo>
                    <a:pt x="3" y="2"/>
                    <a:pt x="3" y="5"/>
                    <a:pt x="4" y="7"/>
                  </a:cubicBezTo>
                  <a:cubicBezTo>
                    <a:pt x="4" y="10"/>
                    <a:pt x="3" y="13"/>
                    <a:pt x="3" y="13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1"/>
                    <a:pt x="1" y="9"/>
                    <a:pt x="1" y="7"/>
                  </a:cubicBezTo>
                  <a:cubicBezTo>
                    <a:pt x="1" y="3"/>
                    <a:pt x="0" y="1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8" name="Freeform 1400">
              <a:extLst>
                <a:ext uri="{FF2B5EF4-FFF2-40B4-BE49-F238E27FC236}">
                  <a16:creationId xmlns:a16="http://schemas.microsoft.com/office/drawing/2014/main" id="{B2C4A9AC-8E9F-408B-9644-CC9A80E54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808"/>
              <a:ext cx="18" cy="35"/>
            </a:xfrm>
            <a:custGeom>
              <a:avLst/>
              <a:gdLst>
                <a:gd name="T0" fmla="*/ 2003 w 7"/>
                <a:gd name="T1" fmla="*/ 681 h 13"/>
                <a:gd name="T2" fmla="*/ 1448 w 7"/>
                <a:gd name="T3" fmla="*/ 3102 h 13"/>
                <a:gd name="T4" fmla="*/ 563 w 7"/>
                <a:gd name="T5" fmla="*/ 4935 h 13"/>
                <a:gd name="T6" fmla="*/ 357 w 7"/>
                <a:gd name="T7" fmla="*/ 4254 h 13"/>
                <a:gd name="T8" fmla="*/ 918 w 7"/>
                <a:gd name="T9" fmla="*/ 2262 h 13"/>
                <a:gd name="T10" fmla="*/ 1448 w 7"/>
                <a:gd name="T11" fmla="*/ 0 h 13"/>
                <a:gd name="T12" fmla="*/ 2003 w 7"/>
                <a:gd name="T13" fmla="*/ 68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7" y="2"/>
                  </a:moveTo>
                  <a:cubicBezTo>
                    <a:pt x="7" y="3"/>
                    <a:pt x="6" y="6"/>
                    <a:pt x="5" y="8"/>
                  </a:cubicBezTo>
                  <a:cubicBezTo>
                    <a:pt x="4" y="10"/>
                    <a:pt x="2" y="13"/>
                    <a:pt x="2" y="1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0"/>
                    <a:pt x="2" y="8"/>
                    <a:pt x="3" y="6"/>
                  </a:cubicBezTo>
                  <a:cubicBezTo>
                    <a:pt x="5" y="3"/>
                    <a:pt x="6" y="0"/>
                    <a:pt x="5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9" name="Freeform 1401">
              <a:extLst>
                <a:ext uri="{FF2B5EF4-FFF2-40B4-BE49-F238E27FC236}">
                  <a16:creationId xmlns:a16="http://schemas.microsoft.com/office/drawing/2014/main" id="{1B5FE9A4-BE81-457B-94C4-50B42AB2C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795"/>
              <a:ext cx="18" cy="37"/>
            </a:xfrm>
            <a:custGeom>
              <a:avLst/>
              <a:gdLst>
                <a:gd name="T0" fmla="*/ 1700 w 7"/>
                <a:gd name="T1" fmla="*/ 1033 h 14"/>
                <a:gd name="T2" fmla="*/ 1448 w 7"/>
                <a:gd name="T3" fmla="*/ 3082 h 14"/>
                <a:gd name="T4" fmla="*/ 563 w 7"/>
                <a:gd name="T5" fmla="*/ 4784 h 14"/>
                <a:gd name="T6" fmla="*/ 357 w 7"/>
                <a:gd name="T7" fmla="*/ 3766 h 14"/>
                <a:gd name="T8" fmla="*/ 918 w 7"/>
                <a:gd name="T9" fmla="*/ 2437 h 14"/>
                <a:gd name="T10" fmla="*/ 1137 w 7"/>
                <a:gd name="T11" fmla="*/ 0 h 14"/>
                <a:gd name="T12" fmla="*/ 1700 w 7"/>
                <a:gd name="T13" fmla="*/ 103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4">
                  <a:moveTo>
                    <a:pt x="6" y="3"/>
                  </a:moveTo>
                  <a:cubicBezTo>
                    <a:pt x="7" y="4"/>
                    <a:pt x="6" y="6"/>
                    <a:pt x="5" y="9"/>
                  </a:cubicBezTo>
                  <a:cubicBezTo>
                    <a:pt x="4" y="10"/>
                    <a:pt x="2" y="14"/>
                    <a:pt x="2" y="14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0"/>
                    <a:pt x="2" y="8"/>
                    <a:pt x="3" y="7"/>
                  </a:cubicBezTo>
                  <a:cubicBezTo>
                    <a:pt x="5" y="3"/>
                    <a:pt x="5" y="1"/>
                    <a:pt x="4" y="0"/>
                  </a:cubicBezTo>
                  <a:lnTo>
                    <a:pt x="6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0" name="Freeform 1402">
              <a:extLst>
                <a:ext uri="{FF2B5EF4-FFF2-40B4-BE49-F238E27FC236}">
                  <a16:creationId xmlns:a16="http://schemas.microsoft.com/office/drawing/2014/main" id="{3C748474-B677-4607-A4F1-5449E4974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782"/>
              <a:ext cx="15" cy="34"/>
            </a:xfrm>
            <a:custGeom>
              <a:avLst/>
              <a:gdLst>
                <a:gd name="T0" fmla="*/ 1488 w 6"/>
                <a:gd name="T1" fmla="*/ 609 h 13"/>
                <a:gd name="T2" fmla="*/ 988 w 6"/>
                <a:gd name="T3" fmla="*/ 2202 h 13"/>
                <a:gd name="T4" fmla="*/ 783 w 6"/>
                <a:gd name="T5" fmla="*/ 4166 h 13"/>
                <a:gd name="T6" fmla="*/ 313 w 6"/>
                <a:gd name="T7" fmla="*/ 3557 h 13"/>
                <a:gd name="T8" fmla="*/ 520 w 6"/>
                <a:gd name="T9" fmla="*/ 1969 h 13"/>
                <a:gd name="T10" fmla="*/ 988 w 6"/>
                <a:gd name="T11" fmla="*/ 0 h 13"/>
                <a:gd name="T12" fmla="*/ 1488 w 6"/>
                <a:gd name="T13" fmla="*/ 60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3">
                  <a:moveTo>
                    <a:pt x="6" y="2"/>
                  </a:moveTo>
                  <a:cubicBezTo>
                    <a:pt x="6" y="3"/>
                    <a:pt x="5" y="5"/>
                    <a:pt x="4" y="7"/>
                  </a:cubicBezTo>
                  <a:cubicBezTo>
                    <a:pt x="4" y="9"/>
                    <a:pt x="3" y="13"/>
                    <a:pt x="3" y="1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0"/>
                    <a:pt x="1" y="8"/>
                    <a:pt x="2" y="6"/>
                  </a:cubicBezTo>
                  <a:cubicBezTo>
                    <a:pt x="3" y="2"/>
                    <a:pt x="5" y="1"/>
                    <a:pt x="4" y="0"/>
                  </a:cubicBezTo>
                  <a:lnTo>
                    <a:pt x="6" y="2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1" name="Freeform 1403">
              <a:extLst>
                <a:ext uri="{FF2B5EF4-FFF2-40B4-BE49-F238E27FC236}">
                  <a16:creationId xmlns:a16="http://schemas.microsoft.com/office/drawing/2014/main" id="{964631EB-13E4-4730-9ABF-4B0D290E3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768"/>
              <a:ext cx="10" cy="38"/>
            </a:xfrm>
            <a:custGeom>
              <a:avLst/>
              <a:gdLst>
                <a:gd name="T0" fmla="*/ 783 w 4"/>
                <a:gd name="T1" fmla="*/ 760 h 14"/>
                <a:gd name="T2" fmla="*/ 988 w 4"/>
                <a:gd name="T3" fmla="*/ 3520 h 14"/>
                <a:gd name="T4" fmla="*/ 783 w 4"/>
                <a:gd name="T5" fmla="*/ 5600 h 14"/>
                <a:gd name="T6" fmla="*/ 0 w 4"/>
                <a:gd name="T7" fmla="*/ 4878 h 14"/>
                <a:gd name="T8" fmla="*/ 313 w 4"/>
                <a:gd name="T9" fmla="*/ 2823 h 14"/>
                <a:gd name="T10" fmla="*/ 313 w 4"/>
                <a:gd name="T11" fmla="*/ 0 h 14"/>
                <a:gd name="T12" fmla="*/ 783 w 4"/>
                <a:gd name="T13" fmla="*/ 76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4">
                  <a:moveTo>
                    <a:pt x="3" y="2"/>
                  </a:moveTo>
                  <a:cubicBezTo>
                    <a:pt x="4" y="3"/>
                    <a:pt x="4" y="6"/>
                    <a:pt x="4" y="9"/>
                  </a:cubicBezTo>
                  <a:cubicBezTo>
                    <a:pt x="3" y="11"/>
                    <a:pt x="3" y="14"/>
                    <a:pt x="3" y="1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1" y="9"/>
                    <a:pt x="1" y="7"/>
                  </a:cubicBezTo>
                  <a:cubicBezTo>
                    <a:pt x="2" y="4"/>
                    <a:pt x="2" y="1"/>
                    <a:pt x="1" y="0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2" name="Freeform 1404">
              <a:extLst>
                <a:ext uri="{FF2B5EF4-FFF2-40B4-BE49-F238E27FC236}">
                  <a16:creationId xmlns:a16="http://schemas.microsoft.com/office/drawing/2014/main" id="{A5130340-A5D5-4285-BAFB-7E4A83C31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806"/>
              <a:ext cx="30" cy="18"/>
            </a:xfrm>
            <a:custGeom>
              <a:avLst/>
              <a:gdLst>
                <a:gd name="T0" fmla="*/ 0 w 12"/>
                <a:gd name="T1" fmla="*/ 563 h 7"/>
                <a:gd name="T2" fmla="*/ 2470 w 12"/>
                <a:gd name="T3" fmla="*/ 357 h 7"/>
                <a:gd name="T4" fmla="*/ 2938 w 12"/>
                <a:gd name="T5" fmla="*/ 918 h 7"/>
                <a:gd name="T6" fmla="*/ 520 w 12"/>
                <a:gd name="T7" fmla="*/ 1137 h 7"/>
                <a:gd name="T8" fmla="*/ 0 w 12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0" y="2"/>
                  </a:moveTo>
                  <a:cubicBezTo>
                    <a:pt x="1" y="4"/>
                    <a:pt x="10" y="0"/>
                    <a:pt x="10" y="1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3" y="7"/>
                    <a:pt x="2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3" name="Freeform 1405">
              <a:extLst>
                <a:ext uri="{FF2B5EF4-FFF2-40B4-BE49-F238E27FC236}">
                  <a16:creationId xmlns:a16="http://schemas.microsoft.com/office/drawing/2014/main" id="{B43DCE1E-F31C-4D61-84BA-19DD253E0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795"/>
              <a:ext cx="30" cy="16"/>
            </a:xfrm>
            <a:custGeom>
              <a:avLst/>
              <a:gdLst>
                <a:gd name="T0" fmla="*/ 0 w 12"/>
                <a:gd name="T1" fmla="*/ 661 h 6"/>
                <a:gd name="T2" fmla="*/ 2738 w 12"/>
                <a:gd name="T3" fmla="*/ 397 h 6"/>
                <a:gd name="T4" fmla="*/ 2938 w 12"/>
                <a:gd name="T5" fmla="*/ 1059 h 6"/>
                <a:gd name="T6" fmla="*/ 520 w 12"/>
                <a:gd name="T7" fmla="*/ 1459 h 6"/>
                <a:gd name="T8" fmla="*/ 0 w 12"/>
                <a:gd name="T9" fmla="*/ 66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4"/>
                    <a:pt x="10" y="0"/>
                    <a:pt x="11" y="1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3" y="6"/>
                    <a:pt x="2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4" name="Freeform 1406">
              <a:extLst>
                <a:ext uri="{FF2B5EF4-FFF2-40B4-BE49-F238E27FC236}">
                  <a16:creationId xmlns:a16="http://schemas.microsoft.com/office/drawing/2014/main" id="{187FCCC8-07AF-4766-BE48-F36DA8A99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798"/>
              <a:ext cx="20" cy="5"/>
            </a:xfrm>
            <a:custGeom>
              <a:avLst/>
              <a:gdLst>
                <a:gd name="T0" fmla="*/ 0 w 8"/>
                <a:gd name="T1" fmla="*/ 520 h 2"/>
                <a:gd name="T2" fmla="*/ 1300 w 8"/>
                <a:gd name="T3" fmla="*/ 313 h 2"/>
                <a:gd name="T4" fmla="*/ 1958 w 8"/>
                <a:gd name="T5" fmla="*/ 0 h 2"/>
                <a:gd name="T6" fmla="*/ 1958 w 8"/>
                <a:gd name="T7" fmla="*/ 0 h 2"/>
                <a:gd name="T8" fmla="*/ 988 w 8"/>
                <a:gd name="T9" fmla="*/ 520 h 2"/>
                <a:gd name="T10" fmla="*/ 0 w 8"/>
                <a:gd name="T11" fmla="*/ 5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1" y="2"/>
                    <a:pt x="4" y="1"/>
                    <a:pt x="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6" y="1"/>
                    <a:pt x="4" y="2"/>
                  </a:cubicBezTo>
                  <a:cubicBezTo>
                    <a:pt x="3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5" name="Freeform 1407">
              <a:extLst>
                <a:ext uri="{FF2B5EF4-FFF2-40B4-BE49-F238E27FC236}">
                  <a16:creationId xmlns:a16="http://schemas.microsoft.com/office/drawing/2014/main" id="{F477A7CB-6BE9-449D-88BF-54B794379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808"/>
              <a:ext cx="20" cy="8"/>
            </a:xfrm>
            <a:custGeom>
              <a:avLst/>
              <a:gdLst>
                <a:gd name="T0" fmla="*/ 0 w 8"/>
                <a:gd name="T1" fmla="*/ 661 h 3"/>
                <a:gd name="T2" fmla="*/ 1488 w 8"/>
                <a:gd name="T3" fmla="*/ 397 h 3"/>
                <a:gd name="T4" fmla="*/ 1958 w 8"/>
                <a:gd name="T5" fmla="*/ 0 h 3"/>
                <a:gd name="T6" fmla="*/ 1958 w 8"/>
                <a:gd name="T7" fmla="*/ 0 h 3"/>
                <a:gd name="T8" fmla="*/ 988 w 8"/>
                <a:gd name="T9" fmla="*/ 661 h 3"/>
                <a:gd name="T10" fmla="*/ 0 w 8"/>
                <a:gd name="T11" fmla="*/ 661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2" y="2"/>
                    <a:pt x="4" y="2"/>
                    <a:pt x="6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6" y="1"/>
                    <a:pt x="4" y="2"/>
                  </a:cubicBezTo>
                  <a:cubicBezTo>
                    <a:pt x="3" y="3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6" name="Freeform 1408">
              <a:extLst>
                <a:ext uri="{FF2B5EF4-FFF2-40B4-BE49-F238E27FC236}">
                  <a16:creationId xmlns:a16="http://schemas.microsoft.com/office/drawing/2014/main" id="{8EF0E2B6-DFEF-43CD-83AC-582474410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782"/>
              <a:ext cx="32" cy="16"/>
            </a:xfrm>
            <a:custGeom>
              <a:avLst/>
              <a:gdLst>
                <a:gd name="T0" fmla="*/ 0 w 13"/>
                <a:gd name="T1" fmla="*/ 661 h 6"/>
                <a:gd name="T2" fmla="*/ 2715 w 13"/>
                <a:gd name="T3" fmla="*/ 0 h 6"/>
                <a:gd name="T4" fmla="*/ 2897 w 13"/>
                <a:gd name="T5" fmla="*/ 1059 h 6"/>
                <a:gd name="T6" fmla="*/ 448 w 13"/>
                <a:gd name="T7" fmla="*/ 1459 h 6"/>
                <a:gd name="T8" fmla="*/ 0 w 13"/>
                <a:gd name="T9" fmla="*/ 66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0" y="2"/>
                  </a:moveTo>
                  <a:cubicBezTo>
                    <a:pt x="2" y="4"/>
                    <a:pt x="11" y="0"/>
                    <a:pt x="12" y="0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2"/>
                    <a:pt x="3" y="6"/>
                    <a:pt x="2" y="4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7" name="Freeform 1409">
              <a:extLst>
                <a:ext uri="{FF2B5EF4-FFF2-40B4-BE49-F238E27FC236}">
                  <a16:creationId xmlns:a16="http://schemas.microsoft.com/office/drawing/2014/main" id="{212B7A05-3A35-485E-A15F-C5DE2E3C6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1784"/>
              <a:ext cx="22" cy="6"/>
            </a:xfrm>
            <a:custGeom>
              <a:avLst/>
              <a:gdLst>
                <a:gd name="T0" fmla="*/ 0 w 9"/>
                <a:gd name="T1" fmla="*/ 1458 h 2"/>
                <a:gd name="T2" fmla="*/ 1315 w 9"/>
                <a:gd name="T3" fmla="*/ 729 h 2"/>
                <a:gd name="T4" fmla="*/ 1931 w 9"/>
                <a:gd name="T5" fmla="*/ 0 h 2"/>
                <a:gd name="T6" fmla="*/ 1931 w 9"/>
                <a:gd name="T7" fmla="*/ 0 h 2"/>
                <a:gd name="T8" fmla="*/ 1039 w 9"/>
                <a:gd name="T9" fmla="*/ 1458 h 2"/>
                <a:gd name="T10" fmla="*/ 0 w 9"/>
                <a:gd name="T11" fmla="*/ 1458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2" y="2"/>
                    <a:pt x="4" y="1"/>
                    <a:pt x="6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6" y="1"/>
                    <a:pt x="5" y="2"/>
                  </a:cubicBezTo>
                  <a:cubicBezTo>
                    <a:pt x="3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8" name="Freeform 1410">
              <a:extLst>
                <a:ext uri="{FF2B5EF4-FFF2-40B4-BE49-F238E27FC236}">
                  <a16:creationId xmlns:a16="http://schemas.microsoft.com/office/drawing/2014/main" id="{7BE03A77-18CF-4894-8511-3F3593233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752"/>
              <a:ext cx="15" cy="35"/>
            </a:xfrm>
            <a:custGeom>
              <a:avLst/>
              <a:gdLst>
                <a:gd name="T0" fmla="*/ 783 w 6"/>
                <a:gd name="T1" fmla="*/ 428 h 13"/>
                <a:gd name="T2" fmla="*/ 1300 w 6"/>
                <a:gd name="T3" fmla="*/ 2673 h 13"/>
                <a:gd name="T4" fmla="*/ 1488 w 6"/>
                <a:gd name="T5" fmla="*/ 4935 h 13"/>
                <a:gd name="T6" fmla="*/ 783 w 6"/>
                <a:gd name="T7" fmla="*/ 4531 h 13"/>
                <a:gd name="T8" fmla="*/ 520 w 6"/>
                <a:gd name="T9" fmla="*/ 2673 h 13"/>
                <a:gd name="T10" fmla="*/ 0 w 6"/>
                <a:gd name="T11" fmla="*/ 0 h 13"/>
                <a:gd name="T12" fmla="*/ 783 w 6"/>
                <a:gd name="T13" fmla="*/ 42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3">
                  <a:moveTo>
                    <a:pt x="3" y="1"/>
                  </a:moveTo>
                  <a:cubicBezTo>
                    <a:pt x="4" y="2"/>
                    <a:pt x="5" y="4"/>
                    <a:pt x="5" y="7"/>
                  </a:cubicBezTo>
                  <a:cubicBezTo>
                    <a:pt x="5" y="9"/>
                    <a:pt x="6" y="13"/>
                    <a:pt x="6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2" y="3"/>
                    <a:pt x="0" y="0"/>
                    <a:pt x="0" y="0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9" name="Freeform 1411">
              <a:extLst>
                <a:ext uri="{FF2B5EF4-FFF2-40B4-BE49-F238E27FC236}">
                  <a16:creationId xmlns:a16="http://schemas.microsoft.com/office/drawing/2014/main" id="{F86AC497-1D1D-4BB5-B79D-1F30B0AB2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768"/>
              <a:ext cx="30" cy="22"/>
            </a:xfrm>
            <a:custGeom>
              <a:avLst/>
              <a:gdLst>
                <a:gd name="T0" fmla="*/ 0 w 12"/>
                <a:gd name="T1" fmla="*/ 2225 h 8"/>
                <a:gd name="T2" fmla="*/ 2270 w 12"/>
                <a:gd name="T3" fmla="*/ 0 h 8"/>
                <a:gd name="T4" fmla="*/ 2938 w 12"/>
                <a:gd name="T5" fmla="*/ 976 h 8"/>
                <a:gd name="T6" fmla="*/ 520 w 12"/>
                <a:gd name="T7" fmla="*/ 2973 h 8"/>
                <a:gd name="T8" fmla="*/ 0 w 12"/>
                <a:gd name="T9" fmla="*/ 22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0" y="5"/>
                  </a:moveTo>
                  <a:cubicBezTo>
                    <a:pt x="2" y="7"/>
                    <a:pt x="9" y="0"/>
                    <a:pt x="9" y="0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2"/>
                    <a:pt x="4" y="8"/>
                    <a:pt x="2" y="7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0" name="Freeform 1412">
              <a:extLst>
                <a:ext uri="{FF2B5EF4-FFF2-40B4-BE49-F238E27FC236}">
                  <a16:creationId xmlns:a16="http://schemas.microsoft.com/office/drawing/2014/main" id="{31EF2AA1-A568-4922-9F37-055F1FFD9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744"/>
              <a:ext cx="18" cy="35"/>
            </a:xfrm>
            <a:custGeom>
              <a:avLst/>
              <a:gdLst>
                <a:gd name="T0" fmla="*/ 1137 w 7"/>
                <a:gd name="T1" fmla="*/ 428 h 13"/>
                <a:gd name="T2" fmla="*/ 1700 w 7"/>
                <a:gd name="T3" fmla="*/ 2673 h 13"/>
                <a:gd name="T4" fmla="*/ 2003 w 7"/>
                <a:gd name="T5" fmla="*/ 4935 h 13"/>
                <a:gd name="T6" fmla="*/ 1137 w 7"/>
                <a:gd name="T7" fmla="*/ 4531 h 13"/>
                <a:gd name="T8" fmla="*/ 918 w 7"/>
                <a:gd name="T9" fmla="*/ 2673 h 13"/>
                <a:gd name="T10" fmla="*/ 0 w 7"/>
                <a:gd name="T11" fmla="*/ 0 h 13"/>
                <a:gd name="T12" fmla="*/ 1137 w 7"/>
                <a:gd name="T13" fmla="*/ 42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4" y="1"/>
                  </a:moveTo>
                  <a:cubicBezTo>
                    <a:pt x="4" y="2"/>
                    <a:pt x="5" y="5"/>
                    <a:pt x="6" y="7"/>
                  </a:cubicBezTo>
                  <a:cubicBezTo>
                    <a:pt x="6" y="9"/>
                    <a:pt x="7" y="13"/>
                    <a:pt x="7" y="13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1"/>
                    <a:pt x="3" y="9"/>
                    <a:pt x="3" y="7"/>
                  </a:cubicBezTo>
                  <a:cubicBezTo>
                    <a:pt x="2" y="3"/>
                    <a:pt x="1" y="1"/>
                    <a:pt x="0" y="0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1" name="Freeform 1413">
              <a:extLst>
                <a:ext uri="{FF2B5EF4-FFF2-40B4-BE49-F238E27FC236}">
                  <a16:creationId xmlns:a16="http://schemas.microsoft.com/office/drawing/2014/main" id="{0A532825-4CEC-4FDE-9CD0-CB2EC9D93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742"/>
              <a:ext cx="15" cy="32"/>
            </a:xfrm>
            <a:custGeom>
              <a:avLst/>
              <a:gdLst>
                <a:gd name="T0" fmla="*/ 783 w 6"/>
                <a:gd name="T1" fmla="*/ 397 h 12"/>
                <a:gd name="T2" fmla="*/ 1300 w 6"/>
                <a:gd name="T3" fmla="*/ 2184 h 12"/>
                <a:gd name="T4" fmla="*/ 1488 w 6"/>
                <a:gd name="T5" fmla="*/ 4301 h 12"/>
                <a:gd name="T6" fmla="*/ 783 w 6"/>
                <a:gd name="T7" fmla="*/ 3891 h 12"/>
                <a:gd name="T8" fmla="*/ 520 w 6"/>
                <a:gd name="T9" fmla="*/ 2184 h 12"/>
                <a:gd name="T10" fmla="*/ 0 w 6"/>
                <a:gd name="T11" fmla="*/ 0 h 12"/>
                <a:gd name="T12" fmla="*/ 783 w 6"/>
                <a:gd name="T13" fmla="*/ 39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2">
                  <a:moveTo>
                    <a:pt x="3" y="1"/>
                  </a:moveTo>
                  <a:cubicBezTo>
                    <a:pt x="4" y="1"/>
                    <a:pt x="5" y="4"/>
                    <a:pt x="5" y="6"/>
                  </a:cubicBezTo>
                  <a:cubicBezTo>
                    <a:pt x="5" y="8"/>
                    <a:pt x="6" y="12"/>
                    <a:pt x="6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0"/>
                    <a:pt x="2" y="8"/>
                    <a:pt x="2" y="6"/>
                  </a:cubicBezTo>
                  <a:cubicBezTo>
                    <a:pt x="2" y="2"/>
                    <a:pt x="1" y="0"/>
                    <a:pt x="0" y="0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2" name="Freeform 1414">
              <a:extLst>
                <a:ext uri="{FF2B5EF4-FFF2-40B4-BE49-F238E27FC236}">
                  <a16:creationId xmlns:a16="http://schemas.microsoft.com/office/drawing/2014/main" id="{EBDB1CBC-D953-4A87-A022-2DBF3FCC2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758"/>
              <a:ext cx="28" cy="24"/>
            </a:xfrm>
            <a:custGeom>
              <a:avLst/>
              <a:gdLst>
                <a:gd name="T0" fmla="*/ 0 w 11"/>
                <a:gd name="T1" fmla="*/ 2581 h 9"/>
                <a:gd name="T2" fmla="*/ 2146 w 11"/>
                <a:gd name="T3" fmla="*/ 0 h 9"/>
                <a:gd name="T4" fmla="*/ 2986 w 11"/>
                <a:gd name="T5" fmla="*/ 397 h 9"/>
                <a:gd name="T6" fmla="*/ 545 w 11"/>
                <a:gd name="T7" fmla="*/ 2824 h 9"/>
                <a:gd name="T8" fmla="*/ 0 w 11"/>
                <a:gd name="T9" fmla="*/ 258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2" y="8"/>
                    <a:pt x="7" y="0"/>
                    <a:pt x="8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5" y="9"/>
                    <a:pt x="2" y="8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3" name="Freeform 1415">
              <a:extLst>
                <a:ext uri="{FF2B5EF4-FFF2-40B4-BE49-F238E27FC236}">
                  <a16:creationId xmlns:a16="http://schemas.microsoft.com/office/drawing/2014/main" id="{AE7BC038-095F-45E5-9DC1-145875FC3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752"/>
              <a:ext cx="27" cy="24"/>
            </a:xfrm>
            <a:custGeom>
              <a:avLst/>
              <a:gdLst>
                <a:gd name="T0" fmla="*/ 0 w 11"/>
                <a:gd name="T1" fmla="*/ 2581 h 9"/>
                <a:gd name="T2" fmla="*/ 1777 w 11"/>
                <a:gd name="T3" fmla="*/ 0 h 9"/>
                <a:gd name="T4" fmla="*/ 2398 w 11"/>
                <a:gd name="T5" fmla="*/ 397 h 9"/>
                <a:gd name="T6" fmla="*/ 621 w 11"/>
                <a:gd name="T7" fmla="*/ 2824 h 9"/>
                <a:gd name="T8" fmla="*/ 0 w 11"/>
                <a:gd name="T9" fmla="*/ 258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2" y="8"/>
                    <a:pt x="7" y="0"/>
                    <a:pt x="8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5" y="9"/>
                    <a:pt x="3" y="8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4" name="Freeform 1416">
              <a:extLst>
                <a:ext uri="{FF2B5EF4-FFF2-40B4-BE49-F238E27FC236}">
                  <a16:creationId xmlns:a16="http://schemas.microsoft.com/office/drawing/2014/main" id="{F2218895-EDB1-4A3A-8CFF-8F93DDBA2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736"/>
              <a:ext cx="20" cy="32"/>
            </a:xfrm>
            <a:custGeom>
              <a:avLst/>
              <a:gdLst>
                <a:gd name="T0" fmla="*/ 783 w 8"/>
                <a:gd name="T1" fmla="*/ 397 h 12"/>
                <a:gd name="T2" fmla="*/ 1488 w 8"/>
                <a:gd name="T3" fmla="*/ 2184 h 12"/>
                <a:gd name="T4" fmla="*/ 1958 w 8"/>
                <a:gd name="T5" fmla="*/ 4301 h 12"/>
                <a:gd name="T6" fmla="*/ 1300 w 8"/>
                <a:gd name="T7" fmla="*/ 3891 h 12"/>
                <a:gd name="T8" fmla="*/ 783 w 8"/>
                <a:gd name="T9" fmla="*/ 2184 h 12"/>
                <a:gd name="T10" fmla="*/ 0 w 8"/>
                <a:gd name="T11" fmla="*/ 0 h 12"/>
                <a:gd name="T12" fmla="*/ 783 w 8"/>
                <a:gd name="T13" fmla="*/ 39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2">
                  <a:moveTo>
                    <a:pt x="3" y="1"/>
                  </a:moveTo>
                  <a:cubicBezTo>
                    <a:pt x="3" y="1"/>
                    <a:pt x="5" y="4"/>
                    <a:pt x="6" y="6"/>
                  </a:cubicBezTo>
                  <a:cubicBezTo>
                    <a:pt x="7" y="8"/>
                    <a:pt x="8" y="12"/>
                    <a:pt x="8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4" y="8"/>
                    <a:pt x="3" y="6"/>
                  </a:cubicBezTo>
                  <a:cubicBezTo>
                    <a:pt x="2" y="3"/>
                    <a:pt x="1" y="1"/>
                    <a:pt x="0" y="0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5" name="Freeform 1417">
              <a:extLst>
                <a:ext uri="{FF2B5EF4-FFF2-40B4-BE49-F238E27FC236}">
                  <a16:creationId xmlns:a16="http://schemas.microsoft.com/office/drawing/2014/main" id="{0C40A749-FAC8-47DF-B1B0-5743ADD27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744"/>
              <a:ext cx="27" cy="27"/>
            </a:xfrm>
            <a:custGeom>
              <a:avLst/>
              <a:gdLst>
                <a:gd name="T0" fmla="*/ 0 w 11"/>
                <a:gd name="T1" fmla="*/ 3127 h 10"/>
                <a:gd name="T2" fmla="*/ 1777 w 11"/>
                <a:gd name="T3" fmla="*/ 0 h 10"/>
                <a:gd name="T4" fmla="*/ 2398 w 11"/>
                <a:gd name="T5" fmla="*/ 429 h 10"/>
                <a:gd name="T6" fmla="*/ 621 w 11"/>
                <a:gd name="T7" fmla="*/ 3464 h 10"/>
                <a:gd name="T8" fmla="*/ 0 w 11"/>
                <a:gd name="T9" fmla="*/ 312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0" y="8"/>
                  </a:moveTo>
                  <a:cubicBezTo>
                    <a:pt x="3" y="9"/>
                    <a:pt x="7" y="0"/>
                    <a:pt x="8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6" y="10"/>
                    <a:pt x="3" y="9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6" name="Freeform 1418">
              <a:extLst>
                <a:ext uri="{FF2B5EF4-FFF2-40B4-BE49-F238E27FC236}">
                  <a16:creationId xmlns:a16="http://schemas.microsoft.com/office/drawing/2014/main" id="{B33C80E6-AF8E-4497-9C90-54F79DFA3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742"/>
              <a:ext cx="20" cy="21"/>
            </a:xfrm>
            <a:custGeom>
              <a:avLst/>
              <a:gdLst>
                <a:gd name="T0" fmla="*/ 1958 w 8"/>
                <a:gd name="T1" fmla="*/ 378 h 8"/>
                <a:gd name="T2" fmla="*/ 1300 w 8"/>
                <a:gd name="T3" fmla="*/ 0 h 8"/>
                <a:gd name="T4" fmla="*/ 0 w 8"/>
                <a:gd name="T5" fmla="*/ 1992 h 8"/>
                <a:gd name="T6" fmla="*/ 313 w 8"/>
                <a:gd name="T7" fmla="*/ 2604 h 8"/>
                <a:gd name="T8" fmla="*/ 1958 w 8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8" y="1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2" y="4"/>
                    <a:pt x="0" y="6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8"/>
                    <a:pt x="7" y="1"/>
                    <a:pt x="8" y="1"/>
                  </a:cubicBez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7" name="Freeform 1419">
              <a:extLst>
                <a:ext uri="{FF2B5EF4-FFF2-40B4-BE49-F238E27FC236}">
                  <a16:creationId xmlns:a16="http://schemas.microsoft.com/office/drawing/2014/main" id="{EAA5F94C-9E8D-4540-8CBD-8FE95A589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1736"/>
              <a:ext cx="10" cy="14"/>
            </a:xfrm>
            <a:custGeom>
              <a:avLst/>
              <a:gdLst>
                <a:gd name="T0" fmla="*/ 313 w 4"/>
                <a:gd name="T1" fmla="*/ 0 h 5"/>
                <a:gd name="T2" fmla="*/ 0 w 4"/>
                <a:gd name="T3" fmla="*/ 1050 h 5"/>
                <a:gd name="T4" fmla="*/ 520 w 4"/>
                <a:gd name="T5" fmla="*/ 2391 h 5"/>
                <a:gd name="T6" fmla="*/ 988 w 4"/>
                <a:gd name="T7" fmla="*/ 487 h 5"/>
                <a:gd name="T8" fmla="*/ 313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3"/>
                    <a:pt x="3" y="1"/>
                    <a:pt x="4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8" name="Freeform 1420">
              <a:extLst>
                <a:ext uri="{FF2B5EF4-FFF2-40B4-BE49-F238E27FC236}">
                  <a16:creationId xmlns:a16="http://schemas.microsoft.com/office/drawing/2014/main" id="{085AA252-54AC-49B9-BD5F-07CD2E012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755"/>
              <a:ext cx="15" cy="16"/>
            </a:xfrm>
            <a:custGeom>
              <a:avLst/>
              <a:gdLst>
                <a:gd name="T0" fmla="*/ 0 w 6"/>
                <a:gd name="T1" fmla="*/ 2184 h 6"/>
                <a:gd name="T2" fmla="*/ 988 w 6"/>
                <a:gd name="T3" fmla="*/ 661 h 6"/>
                <a:gd name="T4" fmla="*/ 1488 w 6"/>
                <a:gd name="T5" fmla="*/ 0 h 6"/>
                <a:gd name="T6" fmla="*/ 1488 w 6"/>
                <a:gd name="T7" fmla="*/ 0 h 6"/>
                <a:gd name="T8" fmla="*/ 988 w 6"/>
                <a:gd name="T9" fmla="*/ 1059 h 6"/>
                <a:gd name="T10" fmla="*/ 0 w 6"/>
                <a:gd name="T11" fmla="*/ 218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5"/>
                    <a:pt x="3" y="3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2"/>
                    <a:pt x="4" y="3"/>
                  </a:cubicBezTo>
                  <a:cubicBezTo>
                    <a:pt x="3" y="5"/>
                    <a:pt x="2" y="5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9" name="Freeform 1421">
              <a:extLst>
                <a:ext uri="{FF2B5EF4-FFF2-40B4-BE49-F238E27FC236}">
                  <a16:creationId xmlns:a16="http://schemas.microsoft.com/office/drawing/2014/main" id="{004ADFB3-89EE-4A8D-A2CC-06366080D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747"/>
              <a:ext cx="13" cy="19"/>
            </a:xfrm>
            <a:custGeom>
              <a:avLst/>
              <a:gdLst>
                <a:gd name="T0" fmla="*/ 0 w 5"/>
                <a:gd name="T1" fmla="*/ 2823 h 7"/>
                <a:gd name="T2" fmla="*/ 967 w 5"/>
                <a:gd name="T3" fmla="*/ 760 h 7"/>
                <a:gd name="T4" fmla="*/ 1547 w 5"/>
                <a:gd name="T5" fmla="*/ 0 h 7"/>
                <a:gd name="T6" fmla="*/ 1547 w 5"/>
                <a:gd name="T7" fmla="*/ 0 h 7"/>
                <a:gd name="T8" fmla="*/ 967 w 5"/>
                <a:gd name="T9" fmla="*/ 1620 h 7"/>
                <a:gd name="T10" fmla="*/ 0 w 5"/>
                <a:gd name="T11" fmla="*/ 2823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1" y="6"/>
                    <a:pt x="2" y="4"/>
                    <a:pt x="3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3"/>
                    <a:pt x="3" y="4"/>
                  </a:cubicBezTo>
                  <a:cubicBezTo>
                    <a:pt x="2" y="5"/>
                    <a:pt x="1" y="6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0" name="Freeform 1422">
              <a:extLst>
                <a:ext uri="{FF2B5EF4-FFF2-40B4-BE49-F238E27FC236}">
                  <a16:creationId xmlns:a16="http://schemas.microsoft.com/office/drawing/2014/main" id="{ECC2F424-43E4-4FEC-B1C5-F68A4FB03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744"/>
              <a:ext cx="12" cy="16"/>
            </a:xfrm>
            <a:custGeom>
              <a:avLst/>
              <a:gdLst>
                <a:gd name="T0" fmla="*/ 0 w 5"/>
                <a:gd name="T1" fmla="*/ 2184 h 6"/>
                <a:gd name="T2" fmla="*/ 802 w 5"/>
                <a:gd name="T3" fmla="*/ 661 h 6"/>
                <a:gd name="T4" fmla="*/ 967 w 5"/>
                <a:gd name="T5" fmla="*/ 0 h 6"/>
                <a:gd name="T6" fmla="*/ 967 w 5"/>
                <a:gd name="T7" fmla="*/ 0 h 6"/>
                <a:gd name="T8" fmla="*/ 564 w 5"/>
                <a:gd name="T9" fmla="*/ 1459 h 6"/>
                <a:gd name="T10" fmla="*/ 0 w 5"/>
                <a:gd name="T11" fmla="*/ 218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5"/>
                    <a:pt x="2" y="4"/>
                    <a:pt x="4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2"/>
                    <a:pt x="3" y="4"/>
                  </a:cubicBezTo>
                  <a:cubicBezTo>
                    <a:pt x="2" y="5"/>
                    <a:pt x="1" y="5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1" name="Freeform 1423">
              <a:extLst>
                <a:ext uri="{FF2B5EF4-FFF2-40B4-BE49-F238E27FC236}">
                  <a16:creationId xmlns:a16="http://schemas.microsoft.com/office/drawing/2014/main" id="{A5C7E99E-57D0-43F0-90CC-330BB7C5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760"/>
              <a:ext cx="13" cy="16"/>
            </a:xfrm>
            <a:custGeom>
              <a:avLst/>
              <a:gdLst>
                <a:gd name="T0" fmla="*/ 0 w 5"/>
                <a:gd name="T1" fmla="*/ 2184 h 6"/>
                <a:gd name="T2" fmla="*/ 1196 w 5"/>
                <a:gd name="T3" fmla="*/ 661 h 6"/>
                <a:gd name="T4" fmla="*/ 1547 w 5"/>
                <a:gd name="T5" fmla="*/ 0 h 6"/>
                <a:gd name="T6" fmla="*/ 1547 w 5"/>
                <a:gd name="T7" fmla="*/ 0 h 6"/>
                <a:gd name="T8" fmla="*/ 967 w 5"/>
                <a:gd name="T9" fmla="*/ 1059 h 6"/>
                <a:gd name="T10" fmla="*/ 0 w 5"/>
                <a:gd name="T11" fmla="*/ 218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5"/>
                    <a:pt x="2" y="3"/>
                    <a:pt x="4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2"/>
                    <a:pt x="3" y="3"/>
                  </a:cubicBezTo>
                  <a:cubicBezTo>
                    <a:pt x="2" y="4"/>
                    <a:pt x="1" y="5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2" name="Freeform 1424">
              <a:extLst>
                <a:ext uri="{FF2B5EF4-FFF2-40B4-BE49-F238E27FC236}">
                  <a16:creationId xmlns:a16="http://schemas.microsoft.com/office/drawing/2014/main" id="{02A8B659-FF50-48E4-83DE-A91B8C436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771"/>
              <a:ext cx="18" cy="13"/>
            </a:xfrm>
            <a:custGeom>
              <a:avLst/>
              <a:gdLst>
                <a:gd name="T0" fmla="*/ 0 w 7"/>
                <a:gd name="T1" fmla="*/ 1547 h 5"/>
                <a:gd name="T2" fmla="*/ 1448 w 7"/>
                <a:gd name="T3" fmla="*/ 595 h 5"/>
                <a:gd name="T4" fmla="*/ 2003 w 7"/>
                <a:gd name="T5" fmla="*/ 0 h 5"/>
                <a:gd name="T6" fmla="*/ 2003 w 7"/>
                <a:gd name="T7" fmla="*/ 0 h 5"/>
                <a:gd name="T8" fmla="*/ 1137 w 7"/>
                <a:gd name="T9" fmla="*/ 967 h 5"/>
                <a:gd name="T10" fmla="*/ 0 w 7"/>
                <a:gd name="T11" fmla="*/ 154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1" y="4"/>
                    <a:pt x="3" y="3"/>
                    <a:pt x="5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2"/>
                    <a:pt x="4" y="3"/>
                  </a:cubicBezTo>
                  <a:cubicBezTo>
                    <a:pt x="3" y="4"/>
                    <a:pt x="1" y="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3" name="Freeform 1425">
              <a:extLst>
                <a:ext uri="{FF2B5EF4-FFF2-40B4-BE49-F238E27FC236}">
                  <a16:creationId xmlns:a16="http://schemas.microsoft.com/office/drawing/2014/main" id="{8FEB5727-B02D-4EEC-99F0-0096C51F0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72"/>
              <a:ext cx="25" cy="30"/>
            </a:xfrm>
            <a:custGeom>
              <a:avLst/>
              <a:gdLst>
                <a:gd name="T0" fmla="*/ 2470 w 10"/>
                <a:gd name="T1" fmla="*/ 1219 h 11"/>
                <a:gd name="T2" fmla="*/ 1488 w 10"/>
                <a:gd name="T3" fmla="*/ 3325 h 11"/>
                <a:gd name="T4" fmla="*/ 313 w 10"/>
                <a:gd name="T5" fmla="*/ 4544 h 11"/>
                <a:gd name="T6" fmla="*/ 0 w 10"/>
                <a:gd name="T7" fmla="*/ 3325 h 11"/>
                <a:gd name="T8" fmla="*/ 1300 w 10"/>
                <a:gd name="T9" fmla="*/ 2114 h 11"/>
                <a:gd name="T10" fmla="*/ 2470 w 10"/>
                <a:gd name="T11" fmla="*/ 0 h 11"/>
                <a:gd name="T12" fmla="*/ 2470 w 10"/>
                <a:gd name="T13" fmla="*/ 1219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1">
                  <a:moveTo>
                    <a:pt x="10" y="3"/>
                  </a:moveTo>
                  <a:cubicBezTo>
                    <a:pt x="10" y="4"/>
                    <a:pt x="8" y="6"/>
                    <a:pt x="6" y="8"/>
                  </a:cubicBezTo>
                  <a:cubicBezTo>
                    <a:pt x="4" y="9"/>
                    <a:pt x="1" y="11"/>
                    <a:pt x="1" y="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7"/>
                    <a:pt x="3" y="6"/>
                    <a:pt x="5" y="5"/>
                  </a:cubicBezTo>
                  <a:cubicBezTo>
                    <a:pt x="8" y="3"/>
                    <a:pt x="10" y="1"/>
                    <a:pt x="10" y="0"/>
                  </a:cubicBezTo>
                  <a:lnTo>
                    <a:pt x="10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4" name="Freeform 1426">
              <a:extLst>
                <a:ext uri="{FF2B5EF4-FFF2-40B4-BE49-F238E27FC236}">
                  <a16:creationId xmlns:a16="http://schemas.microsoft.com/office/drawing/2014/main" id="{E042649F-E5DA-462E-BF11-B6DD76210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859"/>
              <a:ext cx="22" cy="29"/>
            </a:xfrm>
            <a:custGeom>
              <a:avLst/>
              <a:gdLst>
                <a:gd name="T0" fmla="*/ 1931 w 9"/>
                <a:gd name="T1" fmla="*/ 1007 h 11"/>
                <a:gd name="T2" fmla="*/ 1039 w 9"/>
                <a:gd name="T3" fmla="*/ 2655 h 11"/>
                <a:gd name="T4" fmla="*/ 0 w 9"/>
                <a:gd name="T5" fmla="*/ 3662 h 11"/>
                <a:gd name="T6" fmla="*/ 0 w 9"/>
                <a:gd name="T7" fmla="*/ 2655 h 11"/>
                <a:gd name="T8" fmla="*/ 860 w 9"/>
                <a:gd name="T9" fmla="*/ 1648 h 11"/>
                <a:gd name="T10" fmla="*/ 1931 w 9"/>
                <a:gd name="T11" fmla="*/ 0 h 11"/>
                <a:gd name="T12" fmla="*/ 1931 w 9"/>
                <a:gd name="T13" fmla="*/ 100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9" y="3"/>
                  </a:moveTo>
                  <a:cubicBezTo>
                    <a:pt x="9" y="5"/>
                    <a:pt x="7" y="6"/>
                    <a:pt x="5" y="8"/>
                  </a:cubicBezTo>
                  <a:cubicBezTo>
                    <a:pt x="3" y="9"/>
                    <a:pt x="0" y="11"/>
                    <a:pt x="0" y="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7"/>
                    <a:pt x="3" y="6"/>
                    <a:pt x="4" y="5"/>
                  </a:cubicBezTo>
                  <a:cubicBezTo>
                    <a:pt x="8" y="3"/>
                    <a:pt x="9" y="1"/>
                    <a:pt x="9" y="0"/>
                  </a:cubicBezTo>
                  <a:lnTo>
                    <a:pt x="9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5" name="Freeform 1427">
              <a:extLst>
                <a:ext uri="{FF2B5EF4-FFF2-40B4-BE49-F238E27FC236}">
                  <a16:creationId xmlns:a16="http://schemas.microsoft.com/office/drawing/2014/main" id="{28E8A37C-1E81-4AD9-900E-3D223BC2C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40"/>
              <a:ext cx="23" cy="30"/>
            </a:xfrm>
            <a:custGeom>
              <a:avLst/>
              <a:gdLst>
                <a:gd name="T0" fmla="*/ 2167 w 9"/>
                <a:gd name="T1" fmla="*/ 1219 h 11"/>
                <a:gd name="T2" fmla="*/ 1403 w 9"/>
                <a:gd name="T3" fmla="*/ 2877 h 11"/>
                <a:gd name="T4" fmla="*/ 332 w 9"/>
                <a:gd name="T5" fmla="*/ 4544 h 11"/>
                <a:gd name="T6" fmla="*/ 332 w 9"/>
                <a:gd name="T7" fmla="*/ 3325 h 11"/>
                <a:gd name="T8" fmla="*/ 1104 w 9"/>
                <a:gd name="T9" fmla="*/ 1666 h 11"/>
                <a:gd name="T10" fmla="*/ 2167 w 9"/>
                <a:gd name="T11" fmla="*/ 0 h 11"/>
                <a:gd name="T12" fmla="*/ 2167 w 9"/>
                <a:gd name="T13" fmla="*/ 1219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8" y="3"/>
                  </a:moveTo>
                  <a:cubicBezTo>
                    <a:pt x="9" y="4"/>
                    <a:pt x="7" y="5"/>
                    <a:pt x="5" y="7"/>
                  </a:cubicBezTo>
                  <a:cubicBezTo>
                    <a:pt x="4" y="8"/>
                    <a:pt x="1" y="11"/>
                    <a:pt x="1" y="11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7"/>
                    <a:pt x="2" y="6"/>
                    <a:pt x="4" y="4"/>
                  </a:cubicBezTo>
                  <a:cubicBezTo>
                    <a:pt x="7" y="2"/>
                    <a:pt x="8" y="1"/>
                    <a:pt x="8" y="0"/>
                  </a:cubicBezTo>
                  <a:lnTo>
                    <a:pt x="8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6" name="Freeform 1428">
              <a:extLst>
                <a:ext uri="{FF2B5EF4-FFF2-40B4-BE49-F238E27FC236}">
                  <a16:creationId xmlns:a16="http://schemas.microsoft.com/office/drawing/2014/main" id="{24FF35A1-15F6-4D62-9FA1-DC3722BCF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24"/>
              <a:ext cx="20" cy="35"/>
            </a:xfrm>
            <a:custGeom>
              <a:avLst/>
              <a:gdLst>
                <a:gd name="T0" fmla="*/ 1958 w 8"/>
                <a:gd name="T1" fmla="*/ 1152 h 13"/>
                <a:gd name="T2" fmla="*/ 1300 w 8"/>
                <a:gd name="T3" fmla="*/ 3102 h 13"/>
                <a:gd name="T4" fmla="*/ 313 w 8"/>
                <a:gd name="T5" fmla="*/ 4935 h 13"/>
                <a:gd name="T6" fmla="*/ 0 w 8"/>
                <a:gd name="T7" fmla="*/ 3842 h 13"/>
                <a:gd name="T8" fmla="*/ 783 w 8"/>
                <a:gd name="T9" fmla="*/ 2262 h 13"/>
                <a:gd name="T10" fmla="*/ 1770 w 8"/>
                <a:gd name="T11" fmla="*/ 0 h 13"/>
                <a:gd name="T12" fmla="*/ 1958 w 8"/>
                <a:gd name="T13" fmla="*/ 115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3">
                  <a:moveTo>
                    <a:pt x="8" y="3"/>
                  </a:moveTo>
                  <a:cubicBezTo>
                    <a:pt x="8" y="4"/>
                    <a:pt x="6" y="6"/>
                    <a:pt x="5" y="8"/>
                  </a:cubicBezTo>
                  <a:cubicBezTo>
                    <a:pt x="4" y="10"/>
                    <a:pt x="1" y="13"/>
                    <a:pt x="1" y="1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2" y="7"/>
                    <a:pt x="3" y="6"/>
                  </a:cubicBezTo>
                  <a:cubicBezTo>
                    <a:pt x="6" y="3"/>
                    <a:pt x="7" y="0"/>
                    <a:pt x="7" y="0"/>
                  </a:cubicBezTo>
                  <a:lnTo>
                    <a:pt x="8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7" name="Freeform 1429">
              <a:extLst>
                <a:ext uri="{FF2B5EF4-FFF2-40B4-BE49-F238E27FC236}">
                  <a16:creationId xmlns:a16="http://schemas.microsoft.com/office/drawing/2014/main" id="{9358F8CD-24BF-4B3C-9AFB-B335246CA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62"/>
              <a:ext cx="25" cy="18"/>
            </a:xfrm>
            <a:custGeom>
              <a:avLst/>
              <a:gdLst>
                <a:gd name="T0" fmla="*/ 0 w 10"/>
                <a:gd name="T1" fmla="*/ 0 h 7"/>
                <a:gd name="T2" fmla="*/ 2470 w 10"/>
                <a:gd name="T3" fmla="*/ 1137 h 7"/>
                <a:gd name="T4" fmla="*/ 2470 w 10"/>
                <a:gd name="T5" fmla="*/ 2003 h 7"/>
                <a:gd name="T6" fmla="*/ 313 w 10"/>
                <a:gd name="T7" fmla="*/ 918 h 7"/>
                <a:gd name="T8" fmla="*/ 0 w 1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1" y="3"/>
                    <a:pt x="10" y="4"/>
                    <a:pt x="10" y="4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" y="6"/>
                    <a:pt x="1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8" name="Freeform 1430">
              <a:extLst>
                <a:ext uri="{FF2B5EF4-FFF2-40B4-BE49-F238E27FC236}">
                  <a16:creationId xmlns:a16="http://schemas.microsoft.com/office/drawing/2014/main" id="{5E75A9AF-A486-429B-B8CB-ED317AE44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48"/>
              <a:ext cx="25" cy="22"/>
            </a:xfrm>
            <a:custGeom>
              <a:avLst/>
              <a:gdLst>
                <a:gd name="T0" fmla="*/ 0 w 10"/>
                <a:gd name="T1" fmla="*/ 0 h 8"/>
                <a:gd name="T2" fmla="*/ 2470 w 10"/>
                <a:gd name="T3" fmla="*/ 1724 h 8"/>
                <a:gd name="T4" fmla="*/ 2470 w 10"/>
                <a:gd name="T5" fmla="*/ 3495 h 8"/>
                <a:gd name="T6" fmla="*/ 0 w 10"/>
                <a:gd name="T7" fmla="*/ 1271 h 8"/>
                <a:gd name="T8" fmla="*/ 0 w 1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0" y="3"/>
                    <a:pt x="10" y="4"/>
                    <a:pt x="10" y="4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" y="6"/>
                    <a:pt x="0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9" name="Freeform 1431">
              <a:extLst>
                <a:ext uri="{FF2B5EF4-FFF2-40B4-BE49-F238E27FC236}">
                  <a16:creationId xmlns:a16="http://schemas.microsoft.com/office/drawing/2014/main" id="{C109E4F2-51DF-45DF-B221-B8FFBF68D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854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488 w 8"/>
                <a:gd name="T3" fmla="*/ 661 h 3"/>
                <a:gd name="T4" fmla="*/ 1958 w 8"/>
                <a:gd name="T5" fmla="*/ 661 h 3"/>
                <a:gd name="T6" fmla="*/ 1958 w 8"/>
                <a:gd name="T7" fmla="*/ 1059 h 3"/>
                <a:gd name="T8" fmla="*/ 988 w 8"/>
                <a:gd name="T9" fmla="*/ 661 h 3"/>
                <a:gd name="T10" fmla="*/ 0 w 8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1" y="1"/>
                    <a:pt x="4" y="1"/>
                    <a:pt x="6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6" y="2"/>
                    <a:pt x="4" y="2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0" name="Freeform 1432">
              <a:extLst>
                <a:ext uri="{FF2B5EF4-FFF2-40B4-BE49-F238E27FC236}">
                  <a16:creationId xmlns:a16="http://schemas.microsoft.com/office/drawing/2014/main" id="{61CE06C9-7BE4-4A00-9C20-9F028150B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867"/>
              <a:ext cx="20" cy="5"/>
            </a:xfrm>
            <a:custGeom>
              <a:avLst/>
              <a:gdLst>
                <a:gd name="T0" fmla="*/ 0 w 8"/>
                <a:gd name="T1" fmla="*/ 0 h 2"/>
                <a:gd name="T2" fmla="*/ 1300 w 8"/>
                <a:gd name="T3" fmla="*/ 520 h 2"/>
                <a:gd name="T4" fmla="*/ 1958 w 8"/>
                <a:gd name="T5" fmla="*/ 520 h 2"/>
                <a:gd name="T6" fmla="*/ 1958 w 8"/>
                <a:gd name="T7" fmla="*/ 520 h 2"/>
                <a:gd name="T8" fmla="*/ 988 w 8"/>
                <a:gd name="T9" fmla="*/ 520 h 2"/>
                <a:gd name="T10" fmla="*/ 0 w 8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1" y="1"/>
                    <a:pt x="3" y="1"/>
                    <a:pt x="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2"/>
                    <a:pt x="4" y="2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1" name="Freeform 1433">
              <a:extLst>
                <a:ext uri="{FF2B5EF4-FFF2-40B4-BE49-F238E27FC236}">
                  <a16:creationId xmlns:a16="http://schemas.microsoft.com/office/drawing/2014/main" id="{37118E35-F312-4264-9E19-FD4EE743E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832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2270 w 10"/>
                <a:gd name="T3" fmla="*/ 1620 h 7"/>
                <a:gd name="T4" fmla="*/ 2470 w 10"/>
                <a:gd name="T5" fmla="*/ 2823 h 7"/>
                <a:gd name="T6" fmla="*/ 0 w 10"/>
                <a:gd name="T7" fmla="*/ 760 h 7"/>
                <a:gd name="T8" fmla="*/ 0 w 1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0" y="2"/>
                    <a:pt x="9" y="3"/>
                    <a:pt x="9" y="4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6"/>
                    <a:pt x="0" y="5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2" name="Freeform 1434">
              <a:extLst>
                <a:ext uri="{FF2B5EF4-FFF2-40B4-BE49-F238E27FC236}">
                  <a16:creationId xmlns:a16="http://schemas.microsoft.com/office/drawing/2014/main" id="{0906DC7D-C3C3-4847-8EDE-8A27BE900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38"/>
              <a:ext cx="20" cy="5"/>
            </a:xfrm>
            <a:custGeom>
              <a:avLst/>
              <a:gdLst>
                <a:gd name="T0" fmla="*/ 0 w 8"/>
                <a:gd name="T1" fmla="*/ 0 h 2"/>
                <a:gd name="T2" fmla="*/ 1300 w 8"/>
                <a:gd name="T3" fmla="*/ 313 h 2"/>
                <a:gd name="T4" fmla="*/ 1958 w 8"/>
                <a:gd name="T5" fmla="*/ 520 h 2"/>
                <a:gd name="T6" fmla="*/ 1958 w 8"/>
                <a:gd name="T7" fmla="*/ 520 h 2"/>
                <a:gd name="T8" fmla="*/ 783 w 8"/>
                <a:gd name="T9" fmla="*/ 520 h 2"/>
                <a:gd name="T10" fmla="*/ 0 w 8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1" y="0"/>
                    <a:pt x="3" y="1"/>
                    <a:pt x="5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2"/>
                    <a:pt x="3" y="2"/>
                  </a:cubicBezTo>
                  <a:cubicBezTo>
                    <a:pt x="2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3" name="Freeform 1435">
              <a:extLst>
                <a:ext uri="{FF2B5EF4-FFF2-40B4-BE49-F238E27FC236}">
                  <a16:creationId xmlns:a16="http://schemas.microsoft.com/office/drawing/2014/main" id="{746CA457-FC7A-4E4C-8A19-F4AA4E318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822"/>
              <a:ext cx="30" cy="13"/>
            </a:xfrm>
            <a:custGeom>
              <a:avLst/>
              <a:gdLst>
                <a:gd name="T0" fmla="*/ 0 w 12"/>
                <a:gd name="T1" fmla="*/ 0 h 5"/>
                <a:gd name="T2" fmla="*/ 2738 w 12"/>
                <a:gd name="T3" fmla="*/ 372 h 5"/>
                <a:gd name="T4" fmla="*/ 2938 w 12"/>
                <a:gd name="T5" fmla="*/ 1196 h 5"/>
                <a:gd name="T6" fmla="*/ 520 w 12"/>
                <a:gd name="T7" fmla="*/ 967 h 5"/>
                <a:gd name="T8" fmla="*/ 0 w 1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1" y="3"/>
                    <a:pt x="11" y="0"/>
                    <a:pt x="11" y="1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3" y="5"/>
                    <a:pt x="2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4" name="Freeform 1436">
              <a:extLst>
                <a:ext uri="{FF2B5EF4-FFF2-40B4-BE49-F238E27FC236}">
                  <a16:creationId xmlns:a16="http://schemas.microsoft.com/office/drawing/2014/main" id="{64BB3B58-E3FE-41EC-AA3E-2024D3F78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824"/>
              <a:ext cx="20" cy="6"/>
            </a:xfrm>
            <a:custGeom>
              <a:avLst/>
              <a:gdLst>
                <a:gd name="T0" fmla="*/ 0 w 8"/>
                <a:gd name="T1" fmla="*/ 729 h 2"/>
                <a:gd name="T2" fmla="*/ 1488 w 8"/>
                <a:gd name="T3" fmla="*/ 729 h 2"/>
                <a:gd name="T4" fmla="*/ 1958 w 8"/>
                <a:gd name="T5" fmla="*/ 0 h 2"/>
                <a:gd name="T6" fmla="*/ 1958 w 8"/>
                <a:gd name="T7" fmla="*/ 0 h 2"/>
                <a:gd name="T8" fmla="*/ 988 w 8"/>
                <a:gd name="T9" fmla="*/ 729 h 2"/>
                <a:gd name="T10" fmla="*/ 0 w 8"/>
                <a:gd name="T11" fmla="*/ 729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1" y="1"/>
                    <a:pt x="4" y="1"/>
                    <a:pt x="6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6" y="1"/>
                    <a:pt x="4" y="1"/>
                  </a:cubicBezTo>
                  <a:cubicBezTo>
                    <a:pt x="2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5" name="Freeform 1437">
              <a:extLst>
                <a:ext uri="{FF2B5EF4-FFF2-40B4-BE49-F238E27FC236}">
                  <a16:creationId xmlns:a16="http://schemas.microsoft.com/office/drawing/2014/main" id="{2E355685-142D-4B9C-B0EF-7EA7A4054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910"/>
              <a:ext cx="32" cy="16"/>
            </a:xfrm>
            <a:custGeom>
              <a:avLst/>
              <a:gdLst>
                <a:gd name="T0" fmla="*/ 2715 w 13"/>
                <a:gd name="T1" fmla="*/ 661 h 6"/>
                <a:gd name="T2" fmla="*/ 1356 w 13"/>
                <a:gd name="T3" fmla="*/ 1763 h 6"/>
                <a:gd name="T4" fmla="*/ 0 w 13"/>
                <a:gd name="T5" fmla="*/ 2184 h 6"/>
                <a:gd name="T6" fmla="*/ 182 w 13"/>
                <a:gd name="T7" fmla="*/ 1059 h 6"/>
                <a:gd name="T8" fmla="*/ 1356 w 13"/>
                <a:gd name="T9" fmla="*/ 661 h 6"/>
                <a:gd name="T10" fmla="*/ 2897 w 13"/>
                <a:gd name="T11" fmla="*/ 0 h 6"/>
                <a:gd name="T12" fmla="*/ 2715 w 13"/>
                <a:gd name="T13" fmla="*/ 66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">
                  <a:moveTo>
                    <a:pt x="12" y="2"/>
                  </a:moveTo>
                  <a:cubicBezTo>
                    <a:pt x="12" y="3"/>
                    <a:pt x="9" y="4"/>
                    <a:pt x="6" y="5"/>
                  </a:cubicBezTo>
                  <a:cubicBezTo>
                    <a:pt x="4" y="5"/>
                    <a:pt x="0" y="6"/>
                    <a:pt x="0" y="6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4" y="2"/>
                    <a:pt x="6" y="2"/>
                  </a:cubicBezTo>
                  <a:cubicBezTo>
                    <a:pt x="10" y="1"/>
                    <a:pt x="12" y="0"/>
                    <a:pt x="13" y="0"/>
                  </a:cubicBezTo>
                  <a:lnTo>
                    <a:pt x="12" y="2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6" name="Freeform 1438">
              <a:extLst>
                <a:ext uri="{FF2B5EF4-FFF2-40B4-BE49-F238E27FC236}">
                  <a16:creationId xmlns:a16="http://schemas.microsoft.com/office/drawing/2014/main" id="{16154DAD-4B0B-4A5D-98B8-38160020F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896"/>
              <a:ext cx="28" cy="16"/>
            </a:xfrm>
            <a:custGeom>
              <a:avLst/>
              <a:gdLst>
                <a:gd name="T0" fmla="*/ 2688 w 11"/>
                <a:gd name="T1" fmla="*/ 1059 h 6"/>
                <a:gd name="T2" fmla="*/ 1387 w 11"/>
                <a:gd name="T3" fmla="*/ 1763 h 6"/>
                <a:gd name="T4" fmla="*/ 0 w 11"/>
                <a:gd name="T5" fmla="*/ 2184 h 6"/>
                <a:gd name="T6" fmla="*/ 331 w 11"/>
                <a:gd name="T7" fmla="*/ 1459 h 6"/>
                <a:gd name="T8" fmla="*/ 1601 w 11"/>
                <a:gd name="T9" fmla="*/ 661 h 6"/>
                <a:gd name="T10" fmla="*/ 2986 w 11"/>
                <a:gd name="T11" fmla="*/ 0 h 6"/>
                <a:gd name="T12" fmla="*/ 2688 w 11"/>
                <a:gd name="T13" fmla="*/ 1059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6">
                  <a:moveTo>
                    <a:pt x="10" y="3"/>
                  </a:moveTo>
                  <a:cubicBezTo>
                    <a:pt x="10" y="4"/>
                    <a:pt x="8" y="5"/>
                    <a:pt x="5" y="5"/>
                  </a:cubicBezTo>
                  <a:cubicBezTo>
                    <a:pt x="3" y="6"/>
                    <a:pt x="0" y="6"/>
                    <a:pt x="0" y="6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3" y="3"/>
                    <a:pt x="6" y="2"/>
                  </a:cubicBezTo>
                  <a:cubicBezTo>
                    <a:pt x="9" y="2"/>
                    <a:pt x="11" y="1"/>
                    <a:pt x="11" y="0"/>
                  </a:cubicBezTo>
                  <a:lnTo>
                    <a:pt x="10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" name="Freeform 1439">
              <a:extLst>
                <a:ext uri="{FF2B5EF4-FFF2-40B4-BE49-F238E27FC236}">
                  <a16:creationId xmlns:a16="http://schemas.microsoft.com/office/drawing/2014/main" id="{2BFDBE09-5407-49D3-8995-A85AD3D40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888"/>
              <a:ext cx="22" cy="30"/>
            </a:xfrm>
            <a:custGeom>
              <a:avLst/>
              <a:gdLst>
                <a:gd name="T0" fmla="*/ 174 w 9"/>
                <a:gd name="T1" fmla="*/ 0 h 11"/>
                <a:gd name="T2" fmla="*/ 1931 w 9"/>
                <a:gd name="T3" fmla="*/ 3325 h 11"/>
                <a:gd name="T4" fmla="*/ 1750 w 9"/>
                <a:gd name="T5" fmla="*/ 4544 h 11"/>
                <a:gd name="T6" fmla="*/ 0 w 9"/>
                <a:gd name="T7" fmla="*/ 1219 h 11"/>
                <a:gd name="T8" fmla="*/ 174 w 9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cubicBezTo>
                    <a:pt x="1" y="3"/>
                    <a:pt x="9" y="7"/>
                    <a:pt x="9" y="8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0"/>
                    <a:pt x="0" y="6"/>
                    <a:pt x="0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" name="Freeform 1440">
              <a:extLst>
                <a:ext uri="{FF2B5EF4-FFF2-40B4-BE49-F238E27FC236}">
                  <a16:creationId xmlns:a16="http://schemas.microsoft.com/office/drawing/2014/main" id="{A6276FC3-2FCE-4A63-BCD6-330F94DFC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78"/>
              <a:ext cx="25" cy="26"/>
            </a:xfrm>
            <a:custGeom>
              <a:avLst/>
              <a:gdLst>
                <a:gd name="T0" fmla="*/ 520 w 10"/>
                <a:gd name="T1" fmla="*/ 0 h 10"/>
                <a:gd name="T2" fmla="*/ 2270 w 10"/>
                <a:gd name="T3" fmla="*/ 2142 h 10"/>
                <a:gd name="T4" fmla="*/ 1958 w 10"/>
                <a:gd name="T5" fmla="*/ 3110 h 10"/>
                <a:gd name="T6" fmla="*/ 313 w 10"/>
                <a:gd name="T7" fmla="*/ 595 h 10"/>
                <a:gd name="T8" fmla="*/ 520 w 10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1" y="2"/>
                    <a:pt x="10" y="6"/>
                    <a:pt x="9" y="7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9"/>
                    <a:pt x="0" y="5"/>
                    <a:pt x="1" y="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" name="Freeform 1441">
              <a:extLst>
                <a:ext uri="{FF2B5EF4-FFF2-40B4-BE49-F238E27FC236}">
                  <a16:creationId xmlns:a16="http://schemas.microsoft.com/office/drawing/2014/main" id="{CC958726-16F9-46B6-A262-FB8C60D79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1883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1137 w 7"/>
                <a:gd name="T3" fmla="*/ 967 h 5"/>
                <a:gd name="T4" fmla="*/ 2003 w 7"/>
                <a:gd name="T5" fmla="*/ 1547 h 5"/>
                <a:gd name="T6" fmla="*/ 2003 w 7"/>
                <a:gd name="T7" fmla="*/ 1547 h 5"/>
                <a:gd name="T8" fmla="*/ 918 w 7"/>
                <a:gd name="T9" fmla="*/ 967 h 5"/>
                <a:gd name="T10" fmla="*/ 0 w 7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4" y="4"/>
                    <a:pt x="3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" name="Freeform 1442">
              <a:extLst>
                <a:ext uri="{FF2B5EF4-FFF2-40B4-BE49-F238E27FC236}">
                  <a16:creationId xmlns:a16="http://schemas.microsoft.com/office/drawing/2014/main" id="{276D5F08-4AEA-44CC-9D66-B0986CC0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94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1448 w 7"/>
                <a:gd name="T3" fmla="*/ 1196 h 5"/>
                <a:gd name="T4" fmla="*/ 2003 w 7"/>
                <a:gd name="T5" fmla="*/ 1547 h 5"/>
                <a:gd name="T6" fmla="*/ 2003 w 7"/>
                <a:gd name="T7" fmla="*/ 1547 h 5"/>
                <a:gd name="T8" fmla="*/ 918 w 7"/>
                <a:gd name="T9" fmla="*/ 967 h 5"/>
                <a:gd name="T10" fmla="*/ 0 w 7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1"/>
                    <a:pt x="3" y="3"/>
                    <a:pt x="5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4" y="4"/>
                    <a:pt x="3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" name="Freeform 1443">
              <a:extLst>
                <a:ext uri="{FF2B5EF4-FFF2-40B4-BE49-F238E27FC236}">
                  <a16:creationId xmlns:a16="http://schemas.microsoft.com/office/drawing/2014/main" id="{E2BAC6DE-8C63-401B-B87A-65682DEAF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936"/>
              <a:ext cx="23" cy="11"/>
            </a:xfrm>
            <a:custGeom>
              <a:avLst/>
              <a:gdLst>
                <a:gd name="T0" fmla="*/ 1973 w 9"/>
                <a:gd name="T1" fmla="*/ 1271 h 4"/>
                <a:gd name="T2" fmla="*/ 2520 w 9"/>
                <a:gd name="T3" fmla="*/ 462 h 4"/>
                <a:gd name="T4" fmla="*/ 848 w 9"/>
                <a:gd name="T5" fmla="*/ 462 h 4"/>
                <a:gd name="T6" fmla="*/ 0 w 9"/>
                <a:gd name="T7" fmla="*/ 0 h 4"/>
                <a:gd name="T8" fmla="*/ 332 w 9"/>
                <a:gd name="T9" fmla="*/ 1271 h 4"/>
                <a:gd name="T10" fmla="*/ 549 w 9"/>
                <a:gd name="T11" fmla="*/ 1271 h 4"/>
                <a:gd name="T12" fmla="*/ 1973 w 9"/>
                <a:gd name="T13" fmla="*/ 1271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4">
                  <a:moveTo>
                    <a:pt x="7" y="3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8" y="2"/>
                    <a:pt x="7" y="1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4" y="4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" name="Freeform 1444">
              <a:extLst>
                <a:ext uri="{FF2B5EF4-FFF2-40B4-BE49-F238E27FC236}">
                  <a16:creationId xmlns:a16="http://schemas.microsoft.com/office/drawing/2014/main" id="{0C3DB373-1552-41E6-9B4F-F33C9657E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926"/>
              <a:ext cx="33" cy="10"/>
            </a:xfrm>
            <a:custGeom>
              <a:avLst/>
              <a:gdLst>
                <a:gd name="T0" fmla="*/ 3158 w 13"/>
                <a:gd name="T1" fmla="*/ 783 h 4"/>
                <a:gd name="T2" fmla="*/ 1373 w 13"/>
                <a:gd name="T3" fmla="*/ 988 h 4"/>
                <a:gd name="T4" fmla="*/ 0 w 13"/>
                <a:gd name="T5" fmla="*/ 988 h 4"/>
                <a:gd name="T6" fmla="*/ 327 w 13"/>
                <a:gd name="T7" fmla="*/ 313 h 4"/>
                <a:gd name="T8" fmla="*/ 1571 w 13"/>
                <a:gd name="T9" fmla="*/ 313 h 4"/>
                <a:gd name="T10" fmla="*/ 3485 w 13"/>
                <a:gd name="T11" fmla="*/ 0 h 4"/>
                <a:gd name="T12" fmla="*/ 3158 w 13"/>
                <a:gd name="T13" fmla="*/ 783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">
                  <a:moveTo>
                    <a:pt x="12" y="3"/>
                  </a:moveTo>
                  <a:cubicBezTo>
                    <a:pt x="11" y="4"/>
                    <a:pt x="8" y="4"/>
                    <a:pt x="5" y="4"/>
                  </a:cubicBezTo>
                  <a:cubicBezTo>
                    <a:pt x="3" y="4"/>
                    <a:pt x="0" y="4"/>
                    <a:pt x="0" y="4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10" y="1"/>
                    <a:pt x="13" y="1"/>
                    <a:pt x="13" y="0"/>
                  </a:cubicBezTo>
                  <a:lnTo>
                    <a:pt x="12" y="3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" name="Freeform 1445">
              <a:extLst>
                <a:ext uri="{FF2B5EF4-FFF2-40B4-BE49-F238E27FC236}">
                  <a16:creationId xmlns:a16="http://schemas.microsoft.com/office/drawing/2014/main" id="{06790590-12D5-4A80-B4F9-5968E4E12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928"/>
              <a:ext cx="18" cy="32"/>
            </a:xfrm>
            <a:custGeom>
              <a:avLst/>
              <a:gdLst>
                <a:gd name="T0" fmla="*/ 1137 w 7"/>
                <a:gd name="T1" fmla="*/ 0 h 12"/>
                <a:gd name="T2" fmla="*/ 1700 w 7"/>
                <a:gd name="T3" fmla="*/ 3640 h 12"/>
                <a:gd name="T4" fmla="*/ 1137 w 7"/>
                <a:gd name="T5" fmla="*/ 4301 h 12"/>
                <a:gd name="T6" fmla="*/ 357 w 7"/>
                <a:gd name="T7" fmla="*/ 661 h 12"/>
                <a:gd name="T8" fmla="*/ 1137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4" y="0"/>
                  </a:moveTo>
                  <a:cubicBezTo>
                    <a:pt x="2" y="1"/>
                    <a:pt x="7" y="10"/>
                    <a:pt x="6" y="10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2"/>
                    <a:pt x="0" y="4"/>
                    <a:pt x="1" y="2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" name="Freeform 1446">
              <a:extLst>
                <a:ext uri="{FF2B5EF4-FFF2-40B4-BE49-F238E27FC236}">
                  <a16:creationId xmlns:a16="http://schemas.microsoft.com/office/drawing/2014/main" id="{5E341729-7E43-46BE-BB0D-10A440827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934"/>
              <a:ext cx="7" cy="21"/>
            </a:xfrm>
            <a:custGeom>
              <a:avLst/>
              <a:gdLst>
                <a:gd name="T0" fmla="*/ 0 w 3"/>
                <a:gd name="T1" fmla="*/ 0 h 8"/>
                <a:gd name="T2" fmla="*/ 355 w 3"/>
                <a:gd name="T3" fmla="*/ 1612 h 8"/>
                <a:gd name="T4" fmla="*/ 469 w 3"/>
                <a:gd name="T5" fmla="*/ 2604 h 8"/>
                <a:gd name="T6" fmla="*/ 469 w 3"/>
                <a:gd name="T7" fmla="*/ 2604 h 8"/>
                <a:gd name="T8" fmla="*/ 152 w 3"/>
                <a:gd name="T9" fmla="*/ 1378 h 8"/>
                <a:gd name="T10" fmla="*/ 0 w 3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0" y="1"/>
                    <a:pt x="1" y="3"/>
                    <a:pt x="2" y="5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1" y="6"/>
                    <a:pt x="1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" name="Freeform 1447">
              <a:extLst>
                <a:ext uri="{FF2B5EF4-FFF2-40B4-BE49-F238E27FC236}">
                  <a16:creationId xmlns:a16="http://schemas.microsoft.com/office/drawing/2014/main" id="{18076F56-0D2A-48ED-BA3A-158755ADD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915"/>
              <a:ext cx="18" cy="32"/>
            </a:xfrm>
            <a:custGeom>
              <a:avLst/>
              <a:gdLst>
                <a:gd name="T0" fmla="*/ 1137 w 7"/>
                <a:gd name="T1" fmla="*/ 0 h 12"/>
                <a:gd name="T2" fmla="*/ 2003 w 7"/>
                <a:gd name="T3" fmla="*/ 3640 h 12"/>
                <a:gd name="T4" fmla="*/ 1448 w 7"/>
                <a:gd name="T5" fmla="*/ 4301 h 12"/>
                <a:gd name="T6" fmla="*/ 563 w 7"/>
                <a:gd name="T7" fmla="*/ 397 h 12"/>
                <a:gd name="T8" fmla="*/ 1137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4" y="0"/>
                  </a:moveTo>
                  <a:cubicBezTo>
                    <a:pt x="2" y="1"/>
                    <a:pt x="7" y="9"/>
                    <a:pt x="7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1"/>
                    <a:pt x="0" y="3"/>
                    <a:pt x="2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" name="Freeform 1448">
              <a:extLst>
                <a:ext uri="{FF2B5EF4-FFF2-40B4-BE49-F238E27FC236}">
                  <a16:creationId xmlns:a16="http://schemas.microsoft.com/office/drawing/2014/main" id="{D4988953-B237-4D75-8336-D087820F4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920"/>
              <a:ext cx="7" cy="19"/>
            </a:xfrm>
            <a:custGeom>
              <a:avLst/>
              <a:gdLst>
                <a:gd name="T0" fmla="*/ 0 w 3"/>
                <a:gd name="T1" fmla="*/ 0 h 7"/>
                <a:gd name="T2" fmla="*/ 355 w 3"/>
                <a:gd name="T3" fmla="*/ 2063 h 7"/>
                <a:gd name="T4" fmla="*/ 469 w 3"/>
                <a:gd name="T5" fmla="*/ 2823 h 7"/>
                <a:gd name="T6" fmla="*/ 469 w 3"/>
                <a:gd name="T7" fmla="*/ 2823 h 7"/>
                <a:gd name="T8" fmla="*/ 152 w 3"/>
                <a:gd name="T9" fmla="*/ 1620 h 7"/>
                <a:gd name="T10" fmla="*/ 0 w 3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1"/>
                    <a:pt x="1" y="3"/>
                    <a:pt x="2" y="5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2" y="5"/>
                    <a:pt x="1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" name="Freeform 1449">
              <a:extLst>
                <a:ext uri="{FF2B5EF4-FFF2-40B4-BE49-F238E27FC236}">
                  <a16:creationId xmlns:a16="http://schemas.microsoft.com/office/drawing/2014/main" id="{61B7D210-4B95-4F58-B2BE-8809418B1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904"/>
              <a:ext cx="25" cy="30"/>
            </a:xfrm>
            <a:custGeom>
              <a:avLst/>
              <a:gdLst>
                <a:gd name="T0" fmla="*/ 783 w 10"/>
                <a:gd name="T1" fmla="*/ 0 h 11"/>
                <a:gd name="T2" fmla="*/ 2270 w 10"/>
                <a:gd name="T3" fmla="*/ 3325 h 11"/>
                <a:gd name="T4" fmla="*/ 1958 w 10"/>
                <a:gd name="T5" fmla="*/ 4544 h 11"/>
                <a:gd name="T6" fmla="*/ 520 w 10"/>
                <a:gd name="T7" fmla="*/ 775 h 11"/>
                <a:gd name="T8" fmla="*/ 783 w 10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3" y="0"/>
                  </a:moveTo>
                  <a:cubicBezTo>
                    <a:pt x="2" y="2"/>
                    <a:pt x="10" y="8"/>
                    <a:pt x="9" y="8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0"/>
                    <a:pt x="0" y="5"/>
                    <a:pt x="2" y="2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" name="Freeform 1450">
              <a:extLst>
                <a:ext uri="{FF2B5EF4-FFF2-40B4-BE49-F238E27FC236}">
                  <a16:creationId xmlns:a16="http://schemas.microsoft.com/office/drawing/2014/main" id="{BCC512D4-8B2F-47B6-8BDB-7C1EE4AFC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910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88 w 6"/>
                <a:gd name="T3" fmla="*/ 1459 h 6"/>
                <a:gd name="T4" fmla="*/ 1488 w 6"/>
                <a:gd name="T5" fmla="*/ 2184 h 6"/>
                <a:gd name="T6" fmla="*/ 1300 w 6"/>
                <a:gd name="T7" fmla="*/ 2184 h 6"/>
                <a:gd name="T8" fmla="*/ 520 w 6"/>
                <a:gd name="T9" fmla="*/ 1459 h 6"/>
                <a:gd name="T10" fmla="*/ 0 w 6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1"/>
                    <a:pt x="2" y="3"/>
                    <a:pt x="4" y="4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3" y="5"/>
                    <a:pt x="2" y="4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9" name="Freeform 1451">
              <a:extLst>
                <a:ext uri="{FF2B5EF4-FFF2-40B4-BE49-F238E27FC236}">
                  <a16:creationId xmlns:a16="http://schemas.microsoft.com/office/drawing/2014/main" id="{41CD7702-05EA-4FA3-BCBB-D66F180DB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352"/>
              <a:ext cx="8" cy="11"/>
            </a:xfrm>
            <a:custGeom>
              <a:avLst/>
              <a:gdLst>
                <a:gd name="T0" fmla="*/ 397 w 3"/>
                <a:gd name="T1" fmla="*/ 1271 h 4"/>
                <a:gd name="T2" fmla="*/ 1059 w 3"/>
                <a:gd name="T3" fmla="*/ 1724 h 4"/>
                <a:gd name="T4" fmla="*/ 661 w 3"/>
                <a:gd name="T5" fmla="*/ 0 h 4"/>
                <a:gd name="T6" fmla="*/ 0 w 3"/>
                <a:gd name="T7" fmla="*/ 0 h 4"/>
                <a:gd name="T8" fmla="*/ 397 w 3"/>
                <a:gd name="T9" fmla="*/ 127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2" y="2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0" name="Freeform 1452">
              <a:extLst>
                <a:ext uri="{FF2B5EF4-FFF2-40B4-BE49-F238E27FC236}">
                  <a16:creationId xmlns:a16="http://schemas.microsoft.com/office/drawing/2014/main" id="{1547884D-5244-4351-A70C-A3675F493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352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397 h 6"/>
                <a:gd name="T4" fmla="*/ 520 w 4"/>
                <a:gd name="T5" fmla="*/ 1763 h 6"/>
                <a:gd name="T6" fmla="*/ 988 w 4"/>
                <a:gd name="T7" fmla="*/ 2184 h 6"/>
                <a:gd name="T8" fmla="*/ 783 w 4"/>
                <a:gd name="T9" fmla="*/ 397 h 6"/>
                <a:gd name="T10" fmla="*/ 783 w 4"/>
                <a:gd name="T11" fmla="*/ 0 h 6"/>
                <a:gd name="T12" fmla="*/ 0 w 4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2" y="4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1" name="Freeform 1453">
              <a:extLst>
                <a:ext uri="{FF2B5EF4-FFF2-40B4-BE49-F238E27FC236}">
                  <a16:creationId xmlns:a16="http://schemas.microsoft.com/office/drawing/2014/main" id="{6746B0FC-F4C3-472D-90C9-3F4931402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350"/>
              <a:ext cx="12" cy="24"/>
            </a:xfrm>
            <a:custGeom>
              <a:avLst/>
              <a:gdLst>
                <a:gd name="T0" fmla="*/ 564 w 5"/>
                <a:gd name="T1" fmla="*/ 3243 h 9"/>
                <a:gd name="T2" fmla="*/ 168 w 5"/>
                <a:gd name="T3" fmla="*/ 1459 h 9"/>
                <a:gd name="T4" fmla="*/ 0 w 5"/>
                <a:gd name="T5" fmla="*/ 0 h 9"/>
                <a:gd name="T6" fmla="*/ 403 w 5"/>
                <a:gd name="T7" fmla="*/ 0 h 9"/>
                <a:gd name="T8" fmla="*/ 564 w 5"/>
                <a:gd name="T9" fmla="*/ 1459 h 9"/>
                <a:gd name="T10" fmla="*/ 967 w 5"/>
                <a:gd name="T11" fmla="*/ 3243 h 9"/>
                <a:gd name="T12" fmla="*/ 564 w 5"/>
                <a:gd name="T13" fmla="*/ 324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3" y="9"/>
                  </a:moveTo>
                  <a:cubicBezTo>
                    <a:pt x="2" y="8"/>
                    <a:pt x="1" y="6"/>
                    <a:pt x="1" y="4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3"/>
                    <a:pt x="3" y="4"/>
                  </a:cubicBezTo>
                  <a:cubicBezTo>
                    <a:pt x="4" y="7"/>
                    <a:pt x="4" y="9"/>
                    <a:pt x="5" y="9"/>
                  </a:cubicBezTo>
                  <a:lnTo>
                    <a:pt x="3" y="9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2" name="Freeform 1454">
              <a:extLst>
                <a:ext uri="{FF2B5EF4-FFF2-40B4-BE49-F238E27FC236}">
                  <a16:creationId xmlns:a16="http://schemas.microsoft.com/office/drawing/2014/main" id="{94EF126A-6AAB-4407-9F55-FF2AAEFCF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352"/>
              <a:ext cx="12" cy="27"/>
            </a:xfrm>
            <a:custGeom>
              <a:avLst/>
              <a:gdLst>
                <a:gd name="T0" fmla="*/ 403 w 5"/>
                <a:gd name="T1" fmla="*/ 3464 h 10"/>
                <a:gd name="T2" fmla="*/ 168 w 5"/>
                <a:gd name="T3" fmla="*/ 2028 h 10"/>
                <a:gd name="T4" fmla="*/ 0 w 5"/>
                <a:gd name="T5" fmla="*/ 0 h 10"/>
                <a:gd name="T6" fmla="*/ 403 w 5"/>
                <a:gd name="T7" fmla="*/ 429 h 10"/>
                <a:gd name="T8" fmla="*/ 564 w 5"/>
                <a:gd name="T9" fmla="*/ 2028 h 10"/>
                <a:gd name="T10" fmla="*/ 967 w 5"/>
                <a:gd name="T11" fmla="*/ 3877 h 10"/>
                <a:gd name="T12" fmla="*/ 403 w 5"/>
                <a:gd name="T13" fmla="*/ 346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0">
                  <a:moveTo>
                    <a:pt x="2" y="9"/>
                  </a:moveTo>
                  <a:cubicBezTo>
                    <a:pt x="1" y="9"/>
                    <a:pt x="1" y="7"/>
                    <a:pt x="1" y="5"/>
                  </a:cubicBezTo>
                  <a:cubicBezTo>
                    <a:pt x="0" y="3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3"/>
                    <a:pt x="3" y="5"/>
                  </a:cubicBezTo>
                  <a:cubicBezTo>
                    <a:pt x="3" y="8"/>
                    <a:pt x="4" y="10"/>
                    <a:pt x="5" y="10"/>
                  </a:cubicBezTo>
                  <a:lnTo>
                    <a:pt x="2" y="9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3" name="Freeform 1455">
              <a:extLst>
                <a:ext uri="{FF2B5EF4-FFF2-40B4-BE49-F238E27FC236}">
                  <a16:creationId xmlns:a16="http://schemas.microsoft.com/office/drawing/2014/main" id="{B21FE1E0-C0F6-42BF-B7C6-7DFFABDEF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347"/>
              <a:ext cx="22" cy="19"/>
            </a:xfrm>
            <a:custGeom>
              <a:avLst/>
              <a:gdLst>
                <a:gd name="T0" fmla="*/ 1931 w 9"/>
                <a:gd name="T1" fmla="*/ 760 h 7"/>
                <a:gd name="T2" fmla="*/ 425 w 9"/>
                <a:gd name="T3" fmla="*/ 2342 h 7"/>
                <a:gd name="T4" fmla="*/ 0 w 9"/>
                <a:gd name="T5" fmla="*/ 2063 h 7"/>
                <a:gd name="T6" fmla="*/ 1506 w 9"/>
                <a:gd name="T7" fmla="*/ 442 h 7"/>
                <a:gd name="T8" fmla="*/ 1931 w 9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2"/>
                  </a:moveTo>
                  <a:cubicBezTo>
                    <a:pt x="7" y="1"/>
                    <a:pt x="3" y="7"/>
                    <a:pt x="2" y="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5" y="0"/>
                    <a:pt x="7" y="1"/>
                  </a:cubicBezTo>
                  <a:lnTo>
                    <a:pt x="9" y="2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4" name="Freeform 1456">
              <a:extLst>
                <a:ext uri="{FF2B5EF4-FFF2-40B4-BE49-F238E27FC236}">
                  <a16:creationId xmlns:a16="http://schemas.microsoft.com/office/drawing/2014/main" id="{9C5881D8-5906-4819-9B92-45807D27F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350"/>
              <a:ext cx="23" cy="18"/>
            </a:xfrm>
            <a:custGeom>
              <a:avLst/>
              <a:gdLst>
                <a:gd name="T0" fmla="*/ 2520 w 9"/>
                <a:gd name="T1" fmla="*/ 563 h 7"/>
                <a:gd name="T2" fmla="*/ 848 w 9"/>
                <a:gd name="T3" fmla="*/ 2003 h 7"/>
                <a:gd name="T4" fmla="*/ 0 w 9"/>
                <a:gd name="T5" fmla="*/ 1700 h 7"/>
                <a:gd name="T6" fmla="*/ 1973 w 9"/>
                <a:gd name="T7" fmla="*/ 357 h 7"/>
                <a:gd name="T8" fmla="*/ 2520 w 9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2"/>
                  </a:moveTo>
                  <a:cubicBezTo>
                    <a:pt x="8" y="2"/>
                    <a:pt x="3" y="7"/>
                    <a:pt x="3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5" y="0"/>
                    <a:pt x="7" y="1"/>
                  </a:cubicBezTo>
                  <a:lnTo>
                    <a:pt x="9" y="2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5" name="Freeform 1457">
              <a:extLst>
                <a:ext uri="{FF2B5EF4-FFF2-40B4-BE49-F238E27FC236}">
                  <a16:creationId xmlns:a16="http://schemas.microsoft.com/office/drawing/2014/main" id="{18578B3D-D7F2-435E-B036-AAF12577F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1358"/>
              <a:ext cx="10" cy="26"/>
            </a:xfrm>
            <a:custGeom>
              <a:avLst/>
              <a:gdLst>
                <a:gd name="T0" fmla="*/ 520 w 4"/>
                <a:gd name="T1" fmla="*/ 2746 h 10"/>
                <a:gd name="T2" fmla="*/ 0 w 4"/>
                <a:gd name="T3" fmla="*/ 1547 h 10"/>
                <a:gd name="T4" fmla="*/ 0 w 4"/>
                <a:gd name="T5" fmla="*/ 0 h 10"/>
                <a:gd name="T6" fmla="*/ 520 w 4"/>
                <a:gd name="T7" fmla="*/ 372 h 10"/>
                <a:gd name="T8" fmla="*/ 783 w 4"/>
                <a:gd name="T9" fmla="*/ 1547 h 10"/>
                <a:gd name="T10" fmla="*/ 988 w 4"/>
                <a:gd name="T11" fmla="*/ 3110 h 10"/>
                <a:gd name="T12" fmla="*/ 520 w 4"/>
                <a:gd name="T13" fmla="*/ 274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0">
                  <a:moveTo>
                    <a:pt x="2" y="9"/>
                  </a:moveTo>
                  <a:cubicBezTo>
                    <a:pt x="1" y="9"/>
                    <a:pt x="1" y="7"/>
                    <a:pt x="0" y="5"/>
                  </a:cubicBezTo>
                  <a:cubicBezTo>
                    <a:pt x="0" y="3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2" y="3"/>
                    <a:pt x="3" y="5"/>
                  </a:cubicBezTo>
                  <a:cubicBezTo>
                    <a:pt x="3" y="8"/>
                    <a:pt x="4" y="10"/>
                    <a:pt x="4" y="10"/>
                  </a:cubicBezTo>
                  <a:lnTo>
                    <a:pt x="2" y="9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6" name="Freeform 1458">
              <a:extLst>
                <a:ext uri="{FF2B5EF4-FFF2-40B4-BE49-F238E27FC236}">
                  <a16:creationId xmlns:a16="http://schemas.microsoft.com/office/drawing/2014/main" id="{F82409FF-C7FB-4A31-B103-9D1C89818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363"/>
              <a:ext cx="12" cy="24"/>
            </a:xfrm>
            <a:custGeom>
              <a:avLst/>
              <a:gdLst>
                <a:gd name="T0" fmla="*/ 564 w 5"/>
                <a:gd name="T1" fmla="*/ 3243 h 9"/>
                <a:gd name="T2" fmla="*/ 168 w 5"/>
                <a:gd name="T3" fmla="*/ 1459 h 9"/>
                <a:gd name="T4" fmla="*/ 0 w 5"/>
                <a:gd name="T5" fmla="*/ 0 h 9"/>
                <a:gd name="T6" fmla="*/ 403 w 5"/>
                <a:gd name="T7" fmla="*/ 397 h 9"/>
                <a:gd name="T8" fmla="*/ 564 w 5"/>
                <a:gd name="T9" fmla="*/ 1763 h 9"/>
                <a:gd name="T10" fmla="*/ 967 w 5"/>
                <a:gd name="T11" fmla="*/ 3243 h 9"/>
                <a:gd name="T12" fmla="*/ 564 w 5"/>
                <a:gd name="T13" fmla="*/ 324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3" y="9"/>
                  </a:moveTo>
                  <a:cubicBezTo>
                    <a:pt x="2" y="8"/>
                    <a:pt x="1" y="6"/>
                    <a:pt x="1" y="4"/>
                  </a:cubicBezTo>
                  <a:cubicBezTo>
                    <a:pt x="1" y="3"/>
                    <a:pt x="1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3"/>
                    <a:pt x="3" y="5"/>
                  </a:cubicBezTo>
                  <a:cubicBezTo>
                    <a:pt x="4" y="8"/>
                    <a:pt x="4" y="9"/>
                    <a:pt x="5" y="9"/>
                  </a:cubicBezTo>
                  <a:lnTo>
                    <a:pt x="3" y="9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7" name="Freeform 1459">
              <a:extLst>
                <a:ext uri="{FF2B5EF4-FFF2-40B4-BE49-F238E27FC236}">
                  <a16:creationId xmlns:a16="http://schemas.microsoft.com/office/drawing/2014/main" id="{C61C3CB3-525A-4322-8DC7-8CD816A0C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358"/>
              <a:ext cx="20" cy="18"/>
            </a:xfrm>
            <a:custGeom>
              <a:avLst/>
              <a:gdLst>
                <a:gd name="T0" fmla="*/ 1958 w 8"/>
                <a:gd name="T1" fmla="*/ 357 h 7"/>
                <a:gd name="T2" fmla="*/ 520 w 8"/>
                <a:gd name="T3" fmla="*/ 2003 h 7"/>
                <a:gd name="T4" fmla="*/ 0 w 8"/>
                <a:gd name="T5" fmla="*/ 1700 h 7"/>
                <a:gd name="T6" fmla="*/ 1488 w 8"/>
                <a:gd name="T7" fmla="*/ 357 h 7"/>
                <a:gd name="T8" fmla="*/ 1958 w 8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6" y="1"/>
                    <a:pt x="2" y="7"/>
                    <a:pt x="2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4" y="0"/>
                    <a:pt x="6" y="1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8" name="Freeform 1460">
              <a:extLst>
                <a:ext uri="{FF2B5EF4-FFF2-40B4-BE49-F238E27FC236}">
                  <a16:creationId xmlns:a16="http://schemas.microsoft.com/office/drawing/2014/main" id="{D24B966D-38B3-4E49-9E5D-79BA10BC5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360"/>
              <a:ext cx="22" cy="19"/>
            </a:xfrm>
            <a:custGeom>
              <a:avLst/>
              <a:gdLst>
                <a:gd name="T0" fmla="*/ 1931 w 9"/>
                <a:gd name="T1" fmla="*/ 760 h 7"/>
                <a:gd name="T2" fmla="*/ 425 w 9"/>
                <a:gd name="T3" fmla="*/ 2823 h 7"/>
                <a:gd name="T4" fmla="*/ 0 w 9"/>
                <a:gd name="T5" fmla="*/ 2342 h 7"/>
                <a:gd name="T6" fmla="*/ 1506 w 9"/>
                <a:gd name="T7" fmla="*/ 442 h 7"/>
                <a:gd name="T8" fmla="*/ 1931 w 9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2"/>
                  </a:moveTo>
                  <a:cubicBezTo>
                    <a:pt x="7" y="1"/>
                    <a:pt x="3" y="7"/>
                    <a:pt x="2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5" y="0"/>
                    <a:pt x="7" y="1"/>
                  </a:cubicBezTo>
                  <a:lnTo>
                    <a:pt x="9" y="2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9" name="Freeform 1461">
              <a:extLst>
                <a:ext uri="{FF2B5EF4-FFF2-40B4-BE49-F238E27FC236}">
                  <a16:creationId xmlns:a16="http://schemas.microsoft.com/office/drawing/2014/main" id="{4716047B-E48D-4738-8F16-16924AC5D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368"/>
              <a:ext cx="17" cy="22"/>
            </a:xfrm>
            <a:custGeom>
              <a:avLst/>
              <a:gdLst>
                <a:gd name="T0" fmla="*/ 831 w 7"/>
                <a:gd name="T1" fmla="*/ 3495 h 8"/>
                <a:gd name="T2" fmla="*/ 413 w 7"/>
                <a:gd name="T3" fmla="*/ 1724 h 8"/>
                <a:gd name="T4" fmla="*/ 0 w 7"/>
                <a:gd name="T5" fmla="*/ 0 h 8"/>
                <a:gd name="T6" fmla="*/ 413 w 7"/>
                <a:gd name="T7" fmla="*/ 0 h 8"/>
                <a:gd name="T8" fmla="*/ 831 w 7"/>
                <a:gd name="T9" fmla="*/ 1724 h 8"/>
                <a:gd name="T10" fmla="*/ 1433 w 7"/>
                <a:gd name="T11" fmla="*/ 3495 h 8"/>
                <a:gd name="T12" fmla="*/ 831 w 7"/>
                <a:gd name="T13" fmla="*/ 3495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4" y="8"/>
                  </a:moveTo>
                  <a:cubicBezTo>
                    <a:pt x="4" y="8"/>
                    <a:pt x="2" y="6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2"/>
                    <a:pt x="4" y="4"/>
                  </a:cubicBezTo>
                  <a:cubicBezTo>
                    <a:pt x="5" y="7"/>
                    <a:pt x="6" y="8"/>
                    <a:pt x="7" y="8"/>
                  </a:cubicBezTo>
                  <a:lnTo>
                    <a:pt x="4" y="8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0" name="Freeform 1462">
              <a:extLst>
                <a:ext uri="{FF2B5EF4-FFF2-40B4-BE49-F238E27FC236}">
                  <a16:creationId xmlns:a16="http://schemas.microsoft.com/office/drawing/2014/main" id="{2EAFA40B-2A9F-43BE-B58F-BE20F9B04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371"/>
              <a:ext cx="17" cy="21"/>
            </a:xfrm>
            <a:custGeom>
              <a:avLst/>
              <a:gdLst>
                <a:gd name="T0" fmla="*/ 831 w 7"/>
                <a:gd name="T1" fmla="*/ 2604 h 8"/>
                <a:gd name="T2" fmla="*/ 170 w 7"/>
                <a:gd name="T3" fmla="*/ 1378 h 8"/>
                <a:gd name="T4" fmla="*/ 0 w 7"/>
                <a:gd name="T5" fmla="*/ 0 h 8"/>
                <a:gd name="T6" fmla="*/ 413 w 7"/>
                <a:gd name="T7" fmla="*/ 0 h 8"/>
                <a:gd name="T8" fmla="*/ 831 w 7"/>
                <a:gd name="T9" fmla="*/ 1378 h 8"/>
                <a:gd name="T10" fmla="*/ 1433 w 7"/>
                <a:gd name="T11" fmla="*/ 2604 h 8"/>
                <a:gd name="T12" fmla="*/ 831 w 7"/>
                <a:gd name="T13" fmla="*/ 2604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4" y="8"/>
                  </a:moveTo>
                  <a:cubicBezTo>
                    <a:pt x="3" y="8"/>
                    <a:pt x="2" y="6"/>
                    <a:pt x="1" y="4"/>
                  </a:cubicBezTo>
                  <a:cubicBezTo>
                    <a:pt x="1" y="3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2"/>
                    <a:pt x="4" y="4"/>
                  </a:cubicBezTo>
                  <a:cubicBezTo>
                    <a:pt x="5" y="7"/>
                    <a:pt x="6" y="8"/>
                    <a:pt x="7" y="8"/>
                  </a:cubicBezTo>
                  <a:lnTo>
                    <a:pt x="4" y="8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1" name="Freeform 1463">
              <a:extLst>
                <a:ext uri="{FF2B5EF4-FFF2-40B4-BE49-F238E27FC236}">
                  <a16:creationId xmlns:a16="http://schemas.microsoft.com/office/drawing/2014/main" id="{271814A7-8F5C-4938-9F1F-FA8F02BCB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366"/>
              <a:ext cx="20" cy="18"/>
            </a:xfrm>
            <a:custGeom>
              <a:avLst/>
              <a:gdLst>
                <a:gd name="T0" fmla="*/ 1958 w 8"/>
                <a:gd name="T1" fmla="*/ 357 h 7"/>
                <a:gd name="T2" fmla="*/ 520 w 8"/>
                <a:gd name="T3" fmla="*/ 2003 h 7"/>
                <a:gd name="T4" fmla="*/ 0 w 8"/>
                <a:gd name="T5" fmla="*/ 1700 h 7"/>
                <a:gd name="T6" fmla="*/ 1488 w 8"/>
                <a:gd name="T7" fmla="*/ 357 h 7"/>
                <a:gd name="T8" fmla="*/ 1958 w 8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6" y="1"/>
                    <a:pt x="3" y="7"/>
                    <a:pt x="2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4" y="0"/>
                    <a:pt x="6" y="1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2" name="Freeform 1464">
              <a:extLst>
                <a:ext uri="{FF2B5EF4-FFF2-40B4-BE49-F238E27FC236}">
                  <a16:creationId xmlns:a16="http://schemas.microsoft.com/office/drawing/2014/main" id="{59FC5FD5-AC32-4F39-B6C4-232EF9B59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368"/>
              <a:ext cx="20" cy="22"/>
            </a:xfrm>
            <a:custGeom>
              <a:avLst/>
              <a:gdLst>
                <a:gd name="T0" fmla="*/ 1958 w 8"/>
                <a:gd name="T1" fmla="*/ 976 h 8"/>
                <a:gd name="T2" fmla="*/ 520 w 8"/>
                <a:gd name="T3" fmla="*/ 2973 h 8"/>
                <a:gd name="T4" fmla="*/ 0 w 8"/>
                <a:gd name="T5" fmla="*/ 2973 h 8"/>
                <a:gd name="T6" fmla="*/ 1300 w 8"/>
                <a:gd name="T7" fmla="*/ 462 h 8"/>
                <a:gd name="T8" fmla="*/ 1958 w 8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8" y="2"/>
                  </a:moveTo>
                  <a:cubicBezTo>
                    <a:pt x="6" y="1"/>
                    <a:pt x="2" y="8"/>
                    <a:pt x="2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4" y="0"/>
                    <a:pt x="5" y="1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3" name="Freeform 1465">
              <a:extLst>
                <a:ext uri="{FF2B5EF4-FFF2-40B4-BE49-F238E27FC236}">
                  <a16:creationId xmlns:a16="http://schemas.microsoft.com/office/drawing/2014/main" id="{C6D93005-76D5-4C59-BCF5-36D95F85D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374"/>
              <a:ext cx="20" cy="18"/>
            </a:xfrm>
            <a:custGeom>
              <a:avLst/>
              <a:gdLst>
                <a:gd name="T0" fmla="*/ 1488 w 8"/>
                <a:gd name="T1" fmla="*/ 2003 h 7"/>
                <a:gd name="T2" fmla="*/ 783 w 8"/>
                <a:gd name="T3" fmla="*/ 1137 h 7"/>
                <a:gd name="T4" fmla="*/ 0 w 8"/>
                <a:gd name="T5" fmla="*/ 0 h 7"/>
                <a:gd name="T6" fmla="*/ 783 w 8"/>
                <a:gd name="T7" fmla="*/ 0 h 7"/>
                <a:gd name="T8" fmla="*/ 1300 w 8"/>
                <a:gd name="T9" fmla="*/ 918 h 7"/>
                <a:gd name="T10" fmla="*/ 1958 w 8"/>
                <a:gd name="T11" fmla="*/ 2003 h 7"/>
                <a:gd name="T12" fmla="*/ 1488 w 8"/>
                <a:gd name="T13" fmla="*/ 200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6" y="7"/>
                  </a:moveTo>
                  <a:cubicBezTo>
                    <a:pt x="5" y="7"/>
                    <a:pt x="4" y="5"/>
                    <a:pt x="3" y="4"/>
                  </a:cubicBezTo>
                  <a:cubicBezTo>
                    <a:pt x="2" y="2"/>
                    <a:pt x="1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2"/>
                    <a:pt x="5" y="3"/>
                  </a:cubicBezTo>
                  <a:cubicBezTo>
                    <a:pt x="6" y="6"/>
                    <a:pt x="7" y="7"/>
                    <a:pt x="8" y="7"/>
                  </a:cubicBezTo>
                  <a:lnTo>
                    <a:pt x="6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4" name="Freeform 1466">
              <a:extLst>
                <a:ext uri="{FF2B5EF4-FFF2-40B4-BE49-F238E27FC236}">
                  <a16:creationId xmlns:a16="http://schemas.microsoft.com/office/drawing/2014/main" id="{5079CC4E-2023-4AF0-B162-3B19A16DB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374"/>
              <a:ext cx="20" cy="21"/>
            </a:xfrm>
            <a:custGeom>
              <a:avLst/>
              <a:gdLst>
                <a:gd name="T0" fmla="*/ 1488 w 8"/>
                <a:gd name="T1" fmla="*/ 2604 h 8"/>
                <a:gd name="T2" fmla="*/ 520 w 8"/>
                <a:gd name="T3" fmla="*/ 1378 h 8"/>
                <a:gd name="T4" fmla="*/ 0 w 8"/>
                <a:gd name="T5" fmla="*/ 0 h 8"/>
                <a:gd name="T6" fmla="*/ 783 w 8"/>
                <a:gd name="T7" fmla="*/ 0 h 8"/>
                <a:gd name="T8" fmla="*/ 1300 w 8"/>
                <a:gd name="T9" fmla="*/ 1378 h 8"/>
                <a:gd name="T10" fmla="*/ 1958 w 8"/>
                <a:gd name="T11" fmla="*/ 2604 h 8"/>
                <a:gd name="T12" fmla="*/ 1488 w 8"/>
                <a:gd name="T13" fmla="*/ 2604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6" y="8"/>
                  </a:moveTo>
                  <a:cubicBezTo>
                    <a:pt x="5" y="8"/>
                    <a:pt x="3" y="6"/>
                    <a:pt x="2" y="4"/>
                  </a:cubicBezTo>
                  <a:cubicBezTo>
                    <a:pt x="2" y="3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2"/>
                    <a:pt x="5" y="4"/>
                  </a:cubicBezTo>
                  <a:cubicBezTo>
                    <a:pt x="6" y="6"/>
                    <a:pt x="8" y="8"/>
                    <a:pt x="8" y="8"/>
                  </a:cubicBezTo>
                  <a:lnTo>
                    <a:pt x="6" y="8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5" name="Freeform 1467">
              <a:extLst>
                <a:ext uri="{FF2B5EF4-FFF2-40B4-BE49-F238E27FC236}">
                  <a16:creationId xmlns:a16="http://schemas.microsoft.com/office/drawing/2014/main" id="{455435DD-055E-4D91-809C-86087F0F6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371"/>
              <a:ext cx="17" cy="21"/>
            </a:xfrm>
            <a:custGeom>
              <a:avLst/>
              <a:gdLst>
                <a:gd name="T0" fmla="*/ 1433 w 7"/>
                <a:gd name="T1" fmla="*/ 378 h 8"/>
                <a:gd name="T2" fmla="*/ 413 w 7"/>
                <a:gd name="T3" fmla="*/ 2226 h 8"/>
                <a:gd name="T4" fmla="*/ 0 w 7"/>
                <a:gd name="T5" fmla="*/ 2226 h 8"/>
                <a:gd name="T6" fmla="*/ 1003 w 7"/>
                <a:gd name="T7" fmla="*/ 378 h 8"/>
                <a:gd name="T8" fmla="*/ 1433 w 7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1"/>
                  </a:moveTo>
                  <a:cubicBezTo>
                    <a:pt x="5" y="1"/>
                    <a:pt x="3" y="8"/>
                    <a:pt x="2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0"/>
                    <a:pt x="5" y="1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6" name="Freeform 1468">
              <a:extLst>
                <a:ext uri="{FF2B5EF4-FFF2-40B4-BE49-F238E27FC236}">
                  <a16:creationId xmlns:a16="http://schemas.microsoft.com/office/drawing/2014/main" id="{D7DE493C-295D-41A7-90EB-F7D2218B5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374"/>
              <a:ext cx="17" cy="18"/>
            </a:xfrm>
            <a:custGeom>
              <a:avLst/>
              <a:gdLst>
                <a:gd name="T0" fmla="*/ 1433 w 7"/>
                <a:gd name="T1" fmla="*/ 0 h 7"/>
                <a:gd name="T2" fmla="*/ 413 w 7"/>
                <a:gd name="T3" fmla="*/ 2003 h 7"/>
                <a:gd name="T4" fmla="*/ 0 w 7"/>
                <a:gd name="T5" fmla="*/ 2003 h 7"/>
                <a:gd name="T6" fmla="*/ 1003 w 7"/>
                <a:gd name="T7" fmla="*/ 0 h 7"/>
                <a:gd name="T8" fmla="*/ 143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0"/>
                    <a:pt x="3" y="7"/>
                    <a:pt x="2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0"/>
                    <a:pt x="5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7" name="Freeform 1469">
              <a:extLst>
                <a:ext uri="{FF2B5EF4-FFF2-40B4-BE49-F238E27FC236}">
                  <a16:creationId xmlns:a16="http://schemas.microsoft.com/office/drawing/2014/main" id="{8CFD3B0F-07E7-4A16-8A05-96726CBBB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374"/>
              <a:ext cx="23" cy="18"/>
            </a:xfrm>
            <a:custGeom>
              <a:avLst/>
              <a:gdLst>
                <a:gd name="T0" fmla="*/ 1620 w 9"/>
                <a:gd name="T1" fmla="*/ 2003 h 7"/>
                <a:gd name="T2" fmla="*/ 848 w 9"/>
                <a:gd name="T3" fmla="*/ 1137 h 7"/>
                <a:gd name="T4" fmla="*/ 0 w 9"/>
                <a:gd name="T5" fmla="*/ 0 h 7"/>
                <a:gd name="T6" fmla="*/ 549 w 9"/>
                <a:gd name="T7" fmla="*/ 0 h 7"/>
                <a:gd name="T8" fmla="*/ 1403 w 9"/>
                <a:gd name="T9" fmla="*/ 918 h 7"/>
                <a:gd name="T10" fmla="*/ 2520 w 9"/>
                <a:gd name="T11" fmla="*/ 2003 h 7"/>
                <a:gd name="T12" fmla="*/ 1620 w 9"/>
                <a:gd name="T13" fmla="*/ 200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6" y="7"/>
                  </a:moveTo>
                  <a:cubicBezTo>
                    <a:pt x="6" y="7"/>
                    <a:pt x="4" y="5"/>
                    <a:pt x="3" y="4"/>
                  </a:cubicBezTo>
                  <a:cubicBezTo>
                    <a:pt x="2" y="3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2"/>
                    <a:pt x="5" y="3"/>
                  </a:cubicBezTo>
                  <a:cubicBezTo>
                    <a:pt x="6" y="5"/>
                    <a:pt x="8" y="7"/>
                    <a:pt x="9" y="7"/>
                  </a:cubicBezTo>
                  <a:lnTo>
                    <a:pt x="6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8" name="Freeform 1470">
              <a:extLst>
                <a:ext uri="{FF2B5EF4-FFF2-40B4-BE49-F238E27FC236}">
                  <a16:creationId xmlns:a16="http://schemas.microsoft.com/office/drawing/2014/main" id="{6AA27EA4-01F3-4C00-B845-D7294ABF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374"/>
              <a:ext cx="12" cy="18"/>
            </a:xfrm>
            <a:custGeom>
              <a:avLst/>
              <a:gdLst>
                <a:gd name="T0" fmla="*/ 967 w 5"/>
                <a:gd name="T1" fmla="*/ 0 h 7"/>
                <a:gd name="T2" fmla="*/ 403 w 5"/>
                <a:gd name="T3" fmla="*/ 2003 h 7"/>
                <a:gd name="T4" fmla="*/ 0 w 5"/>
                <a:gd name="T5" fmla="*/ 2003 h 7"/>
                <a:gd name="T6" fmla="*/ 564 w 5"/>
                <a:gd name="T7" fmla="*/ 0 h 7"/>
                <a:gd name="T8" fmla="*/ 967 w 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4" y="0"/>
                    <a:pt x="3" y="7"/>
                    <a:pt x="2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0"/>
                    <a:pt x="3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9" name="Freeform 1471">
              <a:extLst>
                <a:ext uri="{FF2B5EF4-FFF2-40B4-BE49-F238E27FC236}">
                  <a16:creationId xmlns:a16="http://schemas.microsoft.com/office/drawing/2014/main" id="{5299832B-5573-48EB-B6A6-F9FA51523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366"/>
              <a:ext cx="12" cy="10"/>
            </a:xfrm>
            <a:custGeom>
              <a:avLst/>
              <a:gdLst>
                <a:gd name="T0" fmla="*/ 967 w 5"/>
                <a:gd name="T1" fmla="*/ 0 h 4"/>
                <a:gd name="T2" fmla="*/ 403 w 5"/>
                <a:gd name="T3" fmla="*/ 783 h 4"/>
                <a:gd name="T4" fmla="*/ 0 w 5"/>
                <a:gd name="T5" fmla="*/ 988 h 4"/>
                <a:gd name="T6" fmla="*/ 0 w 5"/>
                <a:gd name="T7" fmla="*/ 988 h 4"/>
                <a:gd name="T8" fmla="*/ 403 w 5"/>
                <a:gd name="T9" fmla="*/ 520 h 4"/>
                <a:gd name="T10" fmla="*/ 967 w 5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1"/>
                    <a:pt x="3" y="2"/>
                    <a:pt x="2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3" y="1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0" name="Freeform 1472">
              <a:extLst>
                <a:ext uri="{FF2B5EF4-FFF2-40B4-BE49-F238E27FC236}">
                  <a16:creationId xmlns:a16="http://schemas.microsoft.com/office/drawing/2014/main" id="{0F768FC3-A7B0-4130-B239-B6ACC8994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368"/>
              <a:ext cx="10" cy="14"/>
            </a:xfrm>
            <a:custGeom>
              <a:avLst/>
              <a:gdLst>
                <a:gd name="T0" fmla="*/ 988 w 4"/>
                <a:gd name="T1" fmla="*/ 0 h 5"/>
                <a:gd name="T2" fmla="*/ 313 w 4"/>
                <a:gd name="T3" fmla="*/ 1912 h 5"/>
                <a:gd name="T4" fmla="*/ 0 w 4"/>
                <a:gd name="T5" fmla="*/ 2391 h 5"/>
                <a:gd name="T6" fmla="*/ 0 w 4"/>
                <a:gd name="T7" fmla="*/ 2391 h 5"/>
                <a:gd name="T8" fmla="*/ 520 w 4"/>
                <a:gd name="T9" fmla="*/ 1364 h 5"/>
                <a:gd name="T10" fmla="*/ 988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2" y="3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3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1" name="Freeform 1473">
              <a:extLst>
                <a:ext uri="{FF2B5EF4-FFF2-40B4-BE49-F238E27FC236}">
                  <a16:creationId xmlns:a16="http://schemas.microsoft.com/office/drawing/2014/main" id="{FEDEA37C-5DD0-4EE3-885D-00DFBC940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374"/>
              <a:ext cx="10" cy="13"/>
            </a:xfrm>
            <a:custGeom>
              <a:avLst/>
              <a:gdLst>
                <a:gd name="T0" fmla="*/ 988 w 4"/>
                <a:gd name="T1" fmla="*/ 0 h 5"/>
                <a:gd name="T2" fmla="*/ 313 w 4"/>
                <a:gd name="T3" fmla="*/ 967 h 5"/>
                <a:gd name="T4" fmla="*/ 0 w 4"/>
                <a:gd name="T5" fmla="*/ 1547 h 5"/>
                <a:gd name="T6" fmla="*/ 0 w 4"/>
                <a:gd name="T7" fmla="*/ 1547 h 5"/>
                <a:gd name="T8" fmla="*/ 313 w 4"/>
                <a:gd name="T9" fmla="*/ 595 h 5"/>
                <a:gd name="T10" fmla="*/ 988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0"/>
                    <a:pt x="2" y="2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2" name="Freeform 1474">
              <a:extLst>
                <a:ext uri="{FF2B5EF4-FFF2-40B4-BE49-F238E27FC236}">
                  <a16:creationId xmlns:a16="http://schemas.microsoft.com/office/drawing/2014/main" id="{23C6F83F-D9CD-4864-B70D-BB96FD5E8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374"/>
              <a:ext cx="8" cy="16"/>
            </a:xfrm>
            <a:custGeom>
              <a:avLst/>
              <a:gdLst>
                <a:gd name="T0" fmla="*/ 1059 w 3"/>
                <a:gd name="T1" fmla="*/ 0 h 6"/>
                <a:gd name="T2" fmla="*/ 0 w 3"/>
                <a:gd name="T3" fmla="*/ 1459 h 6"/>
                <a:gd name="T4" fmla="*/ 0 w 3"/>
                <a:gd name="T5" fmla="*/ 2184 h 6"/>
                <a:gd name="T6" fmla="*/ 0 w 3"/>
                <a:gd name="T7" fmla="*/ 2184 h 6"/>
                <a:gd name="T8" fmla="*/ 397 w 3"/>
                <a:gd name="T9" fmla="*/ 1059 h 6"/>
                <a:gd name="T10" fmla="*/ 1059 w 3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3" name="Freeform 1475">
              <a:extLst>
                <a:ext uri="{FF2B5EF4-FFF2-40B4-BE49-F238E27FC236}">
                  <a16:creationId xmlns:a16="http://schemas.microsoft.com/office/drawing/2014/main" id="{3D7D2E5E-0E73-418E-8AB1-F4F8F4EA4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376"/>
              <a:ext cx="7" cy="14"/>
            </a:xfrm>
            <a:custGeom>
              <a:avLst/>
              <a:gdLst>
                <a:gd name="T0" fmla="*/ 469 w 3"/>
                <a:gd name="T1" fmla="*/ 0 h 5"/>
                <a:gd name="T2" fmla="*/ 152 w 3"/>
                <a:gd name="T3" fmla="*/ 1364 h 5"/>
                <a:gd name="T4" fmla="*/ 0 w 3"/>
                <a:gd name="T5" fmla="*/ 2391 h 5"/>
                <a:gd name="T6" fmla="*/ 0 w 3"/>
                <a:gd name="T7" fmla="*/ 2391 h 5"/>
                <a:gd name="T8" fmla="*/ 152 w 3"/>
                <a:gd name="T9" fmla="*/ 1050 h 5"/>
                <a:gd name="T10" fmla="*/ 469 w 3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0"/>
                    <a:pt x="2" y="2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4" name="Freeform 1476">
              <a:extLst>
                <a:ext uri="{FF2B5EF4-FFF2-40B4-BE49-F238E27FC236}">
                  <a16:creationId xmlns:a16="http://schemas.microsoft.com/office/drawing/2014/main" id="{6ABCCE73-EEF1-48F9-B56E-FABC39999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376"/>
              <a:ext cx="5" cy="16"/>
            </a:xfrm>
            <a:custGeom>
              <a:avLst/>
              <a:gdLst>
                <a:gd name="T0" fmla="*/ 520 w 2"/>
                <a:gd name="T1" fmla="*/ 0 h 6"/>
                <a:gd name="T2" fmla="*/ 0 w 2"/>
                <a:gd name="T3" fmla="*/ 1459 h 6"/>
                <a:gd name="T4" fmla="*/ 0 w 2"/>
                <a:gd name="T5" fmla="*/ 2184 h 6"/>
                <a:gd name="T6" fmla="*/ 0 w 2"/>
                <a:gd name="T7" fmla="*/ 2184 h 6"/>
                <a:gd name="T8" fmla="*/ 0 w 2"/>
                <a:gd name="T9" fmla="*/ 1059 h 6"/>
                <a:gd name="T10" fmla="*/ 520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1" y="2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5" name="Freeform 1477">
              <a:extLst>
                <a:ext uri="{FF2B5EF4-FFF2-40B4-BE49-F238E27FC236}">
                  <a16:creationId xmlns:a16="http://schemas.microsoft.com/office/drawing/2014/main" id="{573DA4E0-620E-41BF-A497-0D1A352B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360"/>
              <a:ext cx="13" cy="14"/>
            </a:xfrm>
            <a:custGeom>
              <a:avLst/>
              <a:gdLst>
                <a:gd name="T0" fmla="*/ 1547 w 5"/>
                <a:gd name="T1" fmla="*/ 0 h 5"/>
                <a:gd name="T2" fmla="*/ 372 w 5"/>
                <a:gd name="T3" fmla="*/ 1364 h 5"/>
                <a:gd name="T4" fmla="*/ 0 w 5"/>
                <a:gd name="T5" fmla="*/ 2391 h 5"/>
                <a:gd name="T6" fmla="*/ 0 w 5"/>
                <a:gd name="T7" fmla="*/ 2391 h 5"/>
                <a:gd name="T8" fmla="*/ 595 w 5"/>
                <a:gd name="T9" fmla="*/ 1050 h 5"/>
                <a:gd name="T10" fmla="*/ 1547 w 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4" y="1"/>
                    <a:pt x="2" y="2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1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6" name="Freeform 1478">
              <a:extLst>
                <a:ext uri="{FF2B5EF4-FFF2-40B4-BE49-F238E27FC236}">
                  <a16:creationId xmlns:a16="http://schemas.microsoft.com/office/drawing/2014/main" id="{88AF0B2D-9794-403B-BA48-4B01DC3D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355"/>
              <a:ext cx="12" cy="13"/>
            </a:xfrm>
            <a:custGeom>
              <a:avLst/>
              <a:gdLst>
                <a:gd name="T0" fmla="*/ 802 w 5"/>
                <a:gd name="T1" fmla="*/ 0 h 5"/>
                <a:gd name="T2" fmla="*/ 168 w 5"/>
                <a:gd name="T3" fmla="*/ 967 h 5"/>
                <a:gd name="T4" fmla="*/ 0 w 5"/>
                <a:gd name="T5" fmla="*/ 1547 h 5"/>
                <a:gd name="T6" fmla="*/ 0 w 5"/>
                <a:gd name="T7" fmla="*/ 1547 h 5"/>
                <a:gd name="T8" fmla="*/ 403 w 5"/>
                <a:gd name="T9" fmla="*/ 595 h 5"/>
                <a:gd name="T10" fmla="*/ 967 w 5"/>
                <a:gd name="T11" fmla="*/ 0 h 5"/>
                <a:gd name="T12" fmla="*/ 802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4" y="1"/>
                    <a:pt x="2" y="2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1"/>
                    <a:pt x="3" y="1"/>
                    <a:pt x="5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7" name="Freeform 1479">
              <a:extLst>
                <a:ext uri="{FF2B5EF4-FFF2-40B4-BE49-F238E27FC236}">
                  <a16:creationId xmlns:a16="http://schemas.microsoft.com/office/drawing/2014/main" id="{97440D36-1935-45FC-9BD1-154507D5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350"/>
              <a:ext cx="10" cy="13"/>
            </a:xfrm>
            <a:custGeom>
              <a:avLst/>
              <a:gdLst>
                <a:gd name="T0" fmla="*/ 988 w 4"/>
                <a:gd name="T1" fmla="*/ 0 h 5"/>
                <a:gd name="T2" fmla="*/ 313 w 4"/>
                <a:gd name="T3" fmla="*/ 967 h 5"/>
                <a:gd name="T4" fmla="*/ 0 w 4"/>
                <a:gd name="T5" fmla="*/ 1547 h 5"/>
                <a:gd name="T6" fmla="*/ 0 w 4"/>
                <a:gd name="T7" fmla="*/ 1547 h 5"/>
                <a:gd name="T8" fmla="*/ 520 w 4"/>
                <a:gd name="T9" fmla="*/ 595 h 5"/>
                <a:gd name="T10" fmla="*/ 988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8" name="Freeform 1480">
              <a:extLst>
                <a:ext uri="{FF2B5EF4-FFF2-40B4-BE49-F238E27FC236}">
                  <a16:creationId xmlns:a16="http://schemas.microsoft.com/office/drawing/2014/main" id="{7AF6D21F-581F-4D39-A927-293F7D557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374"/>
              <a:ext cx="23" cy="18"/>
            </a:xfrm>
            <a:custGeom>
              <a:avLst/>
              <a:gdLst>
                <a:gd name="T0" fmla="*/ 1620 w 9"/>
                <a:gd name="T1" fmla="*/ 2003 h 7"/>
                <a:gd name="T2" fmla="*/ 848 w 9"/>
                <a:gd name="T3" fmla="*/ 1137 h 7"/>
                <a:gd name="T4" fmla="*/ 0 w 9"/>
                <a:gd name="T5" fmla="*/ 0 h 7"/>
                <a:gd name="T6" fmla="*/ 549 w 9"/>
                <a:gd name="T7" fmla="*/ 0 h 7"/>
                <a:gd name="T8" fmla="*/ 1403 w 9"/>
                <a:gd name="T9" fmla="*/ 918 h 7"/>
                <a:gd name="T10" fmla="*/ 2520 w 9"/>
                <a:gd name="T11" fmla="*/ 2003 h 7"/>
                <a:gd name="T12" fmla="*/ 1620 w 9"/>
                <a:gd name="T13" fmla="*/ 200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6" y="7"/>
                  </a:moveTo>
                  <a:cubicBezTo>
                    <a:pt x="6" y="7"/>
                    <a:pt x="4" y="5"/>
                    <a:pt x="3" y="4"/>
                  </a:cubicBezTo>
                  <a:cubicBezTo>
                    <a:pt x="2" y="3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2"/>
                    <a:pt x="5" y="3"/>
                  </a:cubicBezTo>
                  <a:cubicBezTo>
                    <a:pt x="6" y="5"/>
                    <a:pt x="8" y="7"/>
                    <a:pt x="9" y="7"/>
                  </a:cubicBezTo>
                  <a:lnTo>
                    <a:pt x="6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9" name="Freeform 1481">
              <a:extLst>
                <a:ext uri="{FF2B5EF4-FFF2-40B4-BE49-F238E27FC236}">
                  <a16:creationId xmlns:a16="http://schemas.microsoft.com/office/drawing/2014/main" id="{92E02989-EB83-443E-BAC3-09AE8724E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374"/>
              <a:ext cx="23" cy="18"/>
            </a:xfrm>
            <a:custGeom>
              <a:avLst/>
              <a:gdLst>
                <a:gd name="T0" fmla="*/ 1620 w 9"/>
                <a:gd name="T1" fmla="*/ 1700 h 7"/>
                <a:gd name="T2" fmla="*/ 848 w 9"/>
                <a:gd name="T3" fmla="*/ 1137 h 7"/>
                <a:gd name="T4" fmla="*/ 0 w 9"/>
                <a:gd name="T5" fmla="*/ 0 h 7"/>
                <a:gd name="T6" fmla="*/ 549 w 9"/>
                <a:gd name="T7" fmla="*/ 0 h 7"/>
                <a:gd name="T8" fmla="*/ 1403 w 9"/>
                <a:gd name="T9" fmla="*/ 918 h 7"/>
                <a:gd name="T10" fmla="*/ 2520 w 9"/>
                <a:gd name="T11" fmla="*/ 1700 h 7"/>
                <a:gd name="T12" fmla="*/ 1620 w 9"/>
                <a:gd name="T13" fmla="*/ 170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6" y="6"/>
                  </a:moveTo>
                  <a:cubicBezTo>
                    <a:pt x="5" y="7"/>
                    <a:pt x="4" y="5"/>
                    <a:pt x="3" y="4"/>
                  </a:cubicBezTo>
                  <a:cubicBezTo>
                    <a:pt x="2" y="2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2"/>
                    <a:pt x="5" y="3"/>
                  </a:cubicBezTo>
                  <a:cubicBezTo>
                    <a:pt x="6" y="5"/>
                    <a:pt x="8" y="6"/>
                    <a:pt x="9" y="6"/>
                  </a:cubicBezTo>
                  <a:lnTo>
                    <a:pt x="6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0" name="Freeform 1482">
              <a:extLst>
                <a:ext uri="{FF2B5EF4-FFF2-40B4-BE49-F238E27FC236}">
                  <a16:creationId xmlns:a16="http://schemas.microsoft.com/office/drawing/2014/main" id="{88C32D1F-B3D1-4769-9149-0A91C60F0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374"/>
              <a:ext cx="15" cy="18"/>
            </a:xfrm>
            <a:custGeom>
              <a:avLst/>
              <a:gdLst>
                <a:gd name="T0" fmla="*/ 1488 w 6"/>
                <a:gd name="T1" fmla="*/ 0 h 7"/>
                <a:gd name="T2" fmla="*/ 783 w 6"/>
                <a:gd name="T3" fmla="*/ 2003 h 7"/>
                <a:gd name="T4" fmla="*/ 0 w 6"/>
                <a:gd name="T5" fmla="*/ 2003 h 7"/>
                <a:gd name="T6" fmla="*/ 988 w 6"/>
                <a:gd name="T7" fmla="*/ 0 h 7"/>
                <a:gd name="T8" fmla="*/ 1488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5" y="0"/>
                    <a:pt x="3" y="7"/>
                    <a:pt x="3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0"/>
                    <a:pt x="4" y="0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1" name="Freeform 1483">
              <a:extLst>
                <a:ext uri="{FF2B5EF4-FFF2-40B4-BE49-F238E27FC236}">
                  <a16:creationId xmlns:a16="http://schemas.microsoft.com/office/drawing/2014/main" id="{1150FB32-1B4C-4CCC-B703-0A6F01BB0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371"/>
              <a:ext cx="25" cy="16"/>
            </a:xfrm>
            <a:custGeom>
              <a:avLst/>
              <a:gdLst>
                <a:gd name="T0" fmla="*/ 1958 w 10"/>
                <a:gd name="T1" fmla="*/ 2184 h 6"/>
                <a:gd name="T2" fmla="*/ 988 w 10"/>
                <a:gd name="T3" fmla="*/ 1459 h 6"/>
                <a:gd name="T4" fmla="*/ 0 w 10"/>
                <a:gd name="T5" fmla="*/ 397 h 6"/>
                <a:gd name="T6" fmla="*/ 783 w 10"/>
                <a:gd name="T7" fmla="*/ 0 h 6"/>
                <a:gd name="T8" fmla="*/ 1488 w 10"/>
                <a:gd name="T9" fmla="*/ 1059 h 6"/>
                <a:gd name="T10" fmla="*/ 2470 w 10"/>
                <a:gd name="T11" fmla="*/ 1763 h 6"/>
                <a:gd name="T12" fmla="*/ 1958 w 10"/>
                <a:gd name="T13" fmla="*/ 2184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6">
                  <a:moveTo>
                    <a:pt x="8" y="6"/>
                  </a:moveTo>
                  <a:cubicBezTo>
                    <a:pt x="7" y="6"/>
                    <a:pt x="5" y="5"/>
                    <a:pt x="4" y="4"/>
                  </a:cubicBezTo>
                  <a:cubicBezTo>
                    <a:pt x="2" y="3"/>
                    <a:pt x="0" y="1"/>
                    <a:pt x="0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1"/>
                    <a:pt x="6" y="3"/>
                  </a:cubicBezTo>
                  <a:cubicBezTo>
                    <a:pt x="7" y="5"/>
                    <a:pt x="9" y="6"/>
                    <a:pt x="10" y="5"/>
                  </a:cubicBezTo>
                  <a:lnTo>
                    <a:pt x="8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2" name="Freeform 1484">
              <a:extLst>
                <a:ext uri="{FF2B5EF4-FFF2-40B4-BE49-F238E27FC236}">
                  <a16:creationId xmlns:a16="http://schemas.microsoft.com/office/drawing/2014/main" id="{5A6FA3D2-DF4E-4635-AB51-E37BD0381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368"/>
              <a:ext cx="25" cy="19"/>
            </a:xfrm>
            <a:custGeom>
              <a:avLst/>
              <a:gdLst>
                <a:gd name="T0" fmla="*/ 1958 w 10"/>
                <a:gd name="T1" fmla="*/ 2823 h 7"/>
                <a:gd name="T2" fmla="*/ 783 w 10"/>
                <a:gd name="T3" fmla="*/ 1620 h 7"/>
                <a:gd name="T4" fmla="*/ 0 w 10"/>
                <a:gd name="T5" fmla="*/ 442 h 7"/>
                <a:gd name="T6" fmla="*/ 520 w 10"/>
                <a:gd name="T7" fmla="*/ 0 h 7"/>
                <a:gd name="T8" fmla="*/ 1300 w 10"/>
                <a:gd name="T9" fmla="*/ 1200 h 7"/>
                <a:gd name="T10" fmla="*/ 2470 w 10"/>
                <a:gd name="T11" fmla="*/ 2342 h 7"/>
                <a:gd name="T12" fmla="*/ 1958 w 10"/>
                <a:gd name="T13" fmla="*/ 282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7">
                  <a:moveTo>
                    <a:pt x="8" y="7"/>
                  </a:moveTo>
                  <a:cubicBezTo>
                    <a:pt x="7" y="7"/>
                    <a:pt x="5" y="5"/>
                    <a:pt x="3" y="4"/>
                  </a:cubicBezTo>
                  <a:cubicBezTo>
                    <a:pt x="2" y="3"/>
                    <a:pt x="0" y="1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2"/>
                    <a:pt x="5" y="3"/>
                  </a:cubicBezTo>
                  <a:cubicBezTo>
                    <a:pt x="7" y="5"/>
                    <a:pt x="9" y="6"/>
                    <a:pt x="10" y="6"/>
                  </a:cubicBezTo>
                  <a:lnTo>
                    <a:pt x="8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3" name="Freeform 1485">
              <a:extLst>
                <a:ext uri="{FF2B5EF4-FFF2-40B4-BE49-F238E27FC236}">
                  <a16:creationId xmlns:a16="http://schemas.microsoft.com/office/drawing/2014/main" id="{248054D1-142B-49A4-9957-030ADE56E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371"/>
              <a:ext cx="13" cy="21"/>
            </a:xfrm>
            <a:custGeom>
              <a:avLst/>
              <a:gdLst>
                <a:gd name="T0" fmla="*/ 1547 w 5"/>
                <a:gd name="T1" fmla="*/ 0 h 8"/>
                <a:gd name="T2" fmla="*/ 595 w 5"/>
                <a:gd name="T3" fmla="*/ 2604 h 8"/>
                <a:gd name="T4" fmla="*/ 0 w 5"/>
                <a:gd name="T5" fmla="*/ 2604 h 8"/>
                <a:gd name="T6" fmla="*/ 967 w 5"/>
                <a:gd name="T7" fmla="*/ 0 h 8"/>
                <a:gd name="T8" fmla="*/ 1547 w 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0"/>
                    <a:pt x="3" y="8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1"/>
                    <a:pt x="3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4" name="Freeform 1486">
              <a:extLst>
                <a:ext uri="{FF2B5EF4-FFF2-40B4-BE49-F238E27FC236}">
                  <a16:creationId xmlns:a16="http://schemas.microsoft.com/office/drawing/2014/main" id="{750F8C18-A20E-4EC6-958A-310CE922E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368"/>
              <a:ext cx="13" cy="22"/>
            </a:xfrm>
            <a:custGeom>
              <a:avLst/>
              <a:gdLst>
                <a:gd name="T0" fmla="*/ 1547 w 5"/>
                <a:gd name="T1" fmla="*/ 0 h 8"/>
                <a:gd name="T2" fmla="*/ 595 w 5"/>
                <a:gd name="T3" fmla="*/ 3495 h 8"/>
                <a:gd name="T4" fmla="*/ 0 w 5"/>
                <a:gd name="T5" fmla="*/ 3495 h 8"/>
                <a:gd name="T6" fmla="*/ 967 w 5"/>
                <a:gd name="T7" fmla="*/ 462 h 8"/>
                <a:gd name="T8" fmla="*/ 1547 w 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1"/>
                    <a:pt x="3" y="8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1"/>
                    <a:pt x="3" y="1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5" name="Freeform 1487">
              <a:extLst>
                <a:ext uri="{FF2B5EF4-FFF2-40B4-BE49-F238E27FC236}">
                  <a16:creationId xmlns:a16="http://schemas.microsoft.com/office/drawing/2014/main" id="{DF52B726-E7CF-496B-8996-1DF2B1FD7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366"/>
              <a:ext cx="25" cy="18"/>
            </a:xfrm>
            <a:custGeom>
              <a:avLst/>
              <a:gdLst>
                <a:gd name="T0" fmla="*/ 1958 w 10"/>
                <a:gd name="T1" fmla="*/ 2003 h 7"/>
                <a:gd name="T2" fmla="*/ 988 w 10"/>
                <a:gd name="T3" fmla="*/ 1137 h 7"/>
                <a:gd name="T4" fmla="*/ 0 w 10"/>
                <a:gd name="T5" fmla="*/ 357 h 7"/>
                <a:gd name="T6" fmla="*/ 783 w 10"/>
                <a:gd name="T7" fmla="*/ 0 h 7"/>
                <a:gd name="T8" fmla="*/ 1488 w 10"/>
                <a:gd name="T9" fmla="*/ 918 h 7"/>
                <a:gd name="T10" fmla="*/ 2470 w 10"/>
                <a:gd name="T11" fmla="*/ 1700 h 7"/>
                <a:gd name="T12" fmla="*/ 1958 w 10"/>
                <a:gd name="T13" fmla="*/ 200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7">
                  <a:moveTo>
                    <a:pt x="8" y="7"/>
                  </a:moveTo>
                  <a:cubicBezTo>
                    <a:pt x="7" y="7"/>
                    <a:pt x="5" y="5"/>
                    <a:pt x="4" y="4"/>
                  </a:cubicBezTo>
                  <a:cubicBezTo>
                    <a:pt x="2" y="3"/>
                    <a:pt x="0" y="1"/>
                    <a:pt x="0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2"/>
                    <a:pt x="6" y="3"/>
                  </a:cubicBezTo>
                  <a:cubicBezTo>
                    <a:pt x="7" y="5"/>
                    <a:pt x="9" y="6"/>
                    <a:pt x="10" y="6"/>
                  </a:cubicBezTo>
                  <a:lnTo>
                    <a:pt x="8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6" name="Freeform 1488">
              <a:extLst>
                <a:ext uri="{FF2B5EF4-FFF2-40B4-BE49-F238E27FC236}">
                  <a16:creationId xmlns:a16="http://schemas.microsoft.com/office/drawing/2014/main" id="{4A3092EF-3087-4882-8EAE-E654BAA97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363"/>
              <a:ext cx="25" cy="19"/>
            </a:xfrm>
            <a:custGeom>
              <a:avLst/>
              <a:gdLst>
                <a:gd name="T0" fmla="*/ 1770 w 10"/>
                <a:gd name="T1" fmla="*/ 2342 h 7"/>
                <a:gd name="T2" fmla="*/ 988 w 10"/>
                <a:gd name="T3" fmla="*/ 1620 h 7"/>
                <a:gd name="T4" fmla="*/ 0 w 10"/>
                <a:gd name="T5" fmla="*/ 442 h 7"/>
                <a:gd name="T6" fmla="*/ 783 w 10"/>
                <a:gd name="T7" fmla="*/ 0 h 7"/>
                <a:gd name="T8" fmla="*/ 1488 w 10"/>
                <a:gd name="T9" fmla="*/ 1200 h 7"/>
                <a:gd name="T10" fmla="*/ 2470 w 10"/>
                <a:gd name="T11" fmla="*/ 2342 h 7"/>
                <a:gd name="T12" fmla="*/ 1770 w 10"/>
                <a:gd name="T13" fmla="*/ 2342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7">
                  <a:moveTo>
                    <a:pt x="7" y="6"/>
                  </a:moveTo>
                  <a:cubicBezTo>
                    <a:pt x="6" y="7"/>
                    <a:pt x="5" y="5"/>
                    <a:pt x="4" y="4"/>
                  </a:cubicBezTo>
                  <a:cubicBezTo>
                    <a:pt x="2" y="3"/>
                    <a:pt x="0" y="1"/>
                    <a:pt x="0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2"/>
                    <a:pt x="6" y="3"/>
                  </a:cubicBezTo>
                  <a:cubicBezTo>
                    <a:pt x="8" y="5"/>
                    <a:pt x="9" y="6"/>
                    <a:pt x="10" y="6"/>
                  </a:cubicBezTo>
                  <a:lnTo>
                    <a:pt x="7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7" name="Freeform 1489">
              <a:extLst>
                <a:ext uri="{FF2B5EF4-FFF2-40B4-BE49-F238E27FC236}">
                  <a16:creationId xmlns:a16="http://schemas.microsoft.com/office/drawing/2014/main" id="{91A3B514-BD83-4B1D-A12A-9E3B2F98E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366"/>
              <a:ext cx="10" cy="24"/>
            </a:xfrm>
            <a:custGeom>
              <a:avLst/>
              <a:gdLst>
                <a:gd name="T0" fmla="*/ 988 w 4"/>
                <a:gd name="T1" fmla="*/ 0 h 9"/>
                <a:gd name="T2" fmla="*/ 520 w 4"/>
                <a:gd name="T3" fmla="*/ 2824 h 9"/>
                <a:gd name="T4" fmla="*/ 0 w 4"/>
                <a:gd name="T5" fmla="*/ 3243 h 9"/>
                <a:gd name="T6" fmla="*/ 520 w 4"/>
                <a:gd name="T7" fmla="*/ 397 h 9"/>
                <a:gd name="T8" fmla="*/ 988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1"/>
                    <a:pt x="3" y="8"/>
                    <a:pt x="2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1"/>
                    <a:pt x="2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8" name="Freeform 1490">
              <a:extLst>
                <a:ext uri="{FF2B5EF4-FFF2-40B4-BE49-F238E27FC236}">
                  <a16:creationId xmlns:a16="http://schemas.microsoft.com/office/drawing/2014/main" id="{AB42F44E-3A1C-49C2-B24C-1A11692B6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363"/>
              <a:ext cx="12" cy="24"/>
            </a:xfrm>
            <a:custGeom>
              <a:avLst/>
              <a:gdLst>
                <a:gd name="T0" fmla="*/ 967 w 5"/>
                <a:gd name="T1" fmla="*/ 0 h 9"/>
                <a:gd name="T2" fmla="*/ 564 w 5"/>
                <a:gd name="T3" fmla="*/ 2824 h 9"/>
                <a:gd name="T4" fmla="*/ 0 w 5"/>
                <a:gd name="T5" fmla="*/ 3243 h 9"/>
                <a:gd name="T6" fmla="*/ 564 w 5"/>
                <a:gd name="T7" fmla="*/ 397 h 9"/>
                <a:gd name="T8" fmla="*/ 967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1"/>
                    <a:pt x="3" y="8"/>
                    <a:pt x="3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1" y="1"/>
                    <a:pt x="3" y="1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9" name="Freeform 1491">
              <a:extLst>
                <a:ext uri="{FF2B5EF4-FFF2-40B4-BE49-F238E27FC236}">
                  <a16:creationId xmlns:a16="http://schemas.microsoft.com/office/drawing/2014/main" id="{C5402CC7-35BD-4805-A8B3-13B5428C1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360"/>
              <a:ext cx="25" cy="16"/>
            </a:xfrm>
            <a:custGeom>
              <a:avLst/>
              <a:gdLst>
                <a:gd name="T0" fmla="*/ 1958 w 10"/>
                <a:gd name="T1" fmla="*/ 1763 h 6"/>
                <a:gd name="T2" fmla="*/ 783 w 10"/>
                <a:gd name="T3" fmla="*/ 1459 h 6"/>
                <a:gd name="T4" fmla="*/ 0 w 10"/>
                <a:gd name="T5" fmla="*/ 397 h 6"/>
                <a:gd name="T6" fmla="*/ 520 w 10"/>
                <a:gd name="T7" fmla="*/ 0 h 6"/>
                <a:gd name="T8" fmla="*/ 1300 w 10"/>
                <a:gd name="T9" fmla="*/ 661 h 6"/>
                <a:gd name="T10" fmla="*/ 2470 w 10"/>
                <a:gd name="T11" fmla="*/ 1459 h 6"/>
                <a:gd name="T12" fmla="*/ 1958 w 10"/>
                <a:gd name="T13" fmla="*/ 176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6">
                  <a:moveTo>
                    <a:pt x="8" y="5"/>
                  </a:moveTo>
                  <a:cubicBezTo>
                    <a:pt x="7" y="6"/>
                    <a:pt x="5" y="5"/>
                    <a:pt x="3" y="4"/>
                  </a:cubicBezTo>
                  <a:cubicBezTo>
                    <a:pt x="2" y="3"/>
                    <a:pt x="0" y="1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4" y="1"/>
                    <a:pt x="5" y="2"/>
                  </a:cubicBezTo>
                  <a:cubicBezTo>
                    <a:pt x="7" y="4"/>
                    <a:pt x="9" y="5"/>
                    <a:pt x="10" y="4"/>
                  </a:cubicBezTo>
                  <a:lnTo>
                    <a:pt x="8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0" name="Freeform 1492">
              <a:extLst>
                <a:ext uri="{FF2B5EF4-FFF2-40B4-BE49-F238E27FC236}">
                  <a16:creationId xmlns:a16="http://schemas.microsoft.com/office/drawing/2014/main" id="{9ECAE169-8B1C-4C8E-BF5D-4CA628754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355"/>
              <a:ext cx="25" cy="16"/>
            </a:xfrm>
            <a:custGeom>
              <a:avLst/>
              <a:gdLst>
                <a:gd name="T0" fmla="*/ 1958 w 10"/>
                <a:gd name="T1" fmla="*/ 2184 h 6"/>
                <a:gd name="T2" fmla="*/ 988 w 10"/>
                <a:gd name="T3" fmla="*/ 1459 h 6"/>
                <a:gd name="T4" fmla="*/ 0 w 10"/>
                <a:gd name="T5" fmla="*/ 661 h 6"/>
                <a:gd name="T6" fmla="*/ 520 w 10"/>
                <a:gd name="T7" fmla="*/ 397 h 6"/>
                <a:gd name="T8" fmla="*/ 1488 w 10"/>
                <a:gd name="T9" fmla="*/ 1059 h 6"/>
                <a:gd name="T10" fmla="*/ 2470 w 10"/>
                <a:gd name="T11" fmla="*/ 1459 h 6"/>
                <a:gd name="T12" fmla="*/ 1958 w 10"/>
                <a:gd name="T13" fmla="*/ 2184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6">
                  <a:moveTo>
                    <a:pt x="8" y="6"/>
                  </a:moveTo>
                  <a:cubicBezTo>
                    <a:pt x="7" y="6"/>
                    <a:pt x="6" y="5"/>
                    <a:pt x="4" y="4"/>
                  </a:cubicBezTo>
                  <a:cubicBezTo>
                    <a:pt x="3" y="3"/>
                    <a:pt x="0" y="2"/>
                    <a:pt x="0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4" y="2"/>
                    <a:pt x="6" y="3"/>
                  </a:cubicBezTo>
                  <a:cubicBezTo>
                    <a:pt x="8" y="5"/>
                    <a:pt x="10" y="5"/>
                    <a:pt x="10" y="4"/>
                  </a:cubicBezTo>
                  <a:lnTo>
                    <a:pt x="8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1" name="Freeform 1493">
              <a:extLst>
                <a:ext uri="{FF2B5EF4-FFF2-40B4-BE49-F238E27FC236}">
                  <a16:creationId xmlns:a16="http://schemas.microsoft.com/office/drawing/2014/main" id="{E3FED55F-8646-47E8-A9E9-A695A965D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1360"/>
              <a:ext cx="10" cy="24"/>
            </a:xfrm>
            <a:custGeom>
              <a:avLst/>
              <a:gdLst>
                <a:gd name="T0" fmla="*/ 988 w 4"/>
                <a:gd name="T1" fmla="*/ 0 h 9"/>
                <a:gd name="T2" fmla="*/ 783 w 4"/>
                <a:gd name="T3" fmla="*/ 2824 h 9"/>
                <a:gd name="T4" fmla="*/ 313 w 4"/>
                <a:gd name="T5" fmla="*/ 3243 h 9"/>
                <a:gd name="T6" fmla="*/ 520 w 4"/>
                <a:gd name="T7" fmla="*/ 397 h 9"/>
                <a:gd name="T8" fmla="*/ 988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0"/>
                    <a:pt x="3" y="8"/>
                    <a:pt x="3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8"/>
                    <a:pt x="0" y="1"/>
                    <a:pt x="2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2" name="Freeform 1494">
              <a:extLst>
                <a:ext uri="{FF2B5EF4-FFF2-40B4-BE49-F238E27FC236}">
                  <a16:creationId xmlns:a16="http://schemas.microsoft.com/office/drawing/2014/main" id="{E3948A3A-9689-42F4-A0F1-3468CAA4F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1358"/>
              <a:ext cx="10" cy="24"/>
            </a:xfrm>
            <a:custGeom>
              <a:avLst/>
              <a:gdLst>
                <a:gd name="T0" fmla="*/ 988 w 4"/>
                <a:gd name="T1" fmla="*/ 0 h 9"/>
                <a:gd name="T2" fmla="*/ 520 w 4"/>
                <a:gd name="T3" fmla="*/ 2824 h 9"/>
                <a:gd name="T4" fmla="*/ 0 w 4"/>
                <a:gd name="T5" fmla="*/ 3243 h 9"/>
                <a:gd name="T6" fmla="*/ 520 w 4"/>
                <a:gd name="T7" fmla="*/ 0 h 9"/>
                <a:gd name="T8" fmla="*/ 988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0"/>
                    <a:pt x="3" y="8"/>
                    <a:pt x="2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8"/>
                    <a:pt x="0" y="1"/>
                    <a:pt x="2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3" name="Freeform 1495">
              <a:extLst>
                <a:ext uri="{FF2B5EF4-FFF2-40B4-BE49-F238E27FC236}">
                  <a16:creationId xmlns:a16="http://schemas.microsoft.com/office/drawing/2014/main" id="{0088E8F3-E3D9-486B-911C-940FDD1D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1350"/>
              <a:ext cx="27" cy="13"/>
            </a:xfrm>
            <a:custGeom>
              <a:avLst/>
              <a:gdLst>
                <a:gd name="T0" fmla="*/ 1964 w 11"/>
                <a:gd name="T1" fmla="*/ 1547 h 5"/>
                <a:gd name="T2" fmla="*/ 903 w 11"/>
                <a:gd name="T3" fmla="*/ 1196 h 5"/>
                <a:gd name="T4" fmla="*/ 0 w 11"/>
                <a:gd name="T5" fmla="*/ 595 h 5"/>
                <a:gd name="T6" fmla="*/ 427 w 11"/>
                <a:gd name="T7" fmla="*/ 372 h 5"/>
                <a:gd name="T8" fmla="*/ 1343 w 11"/>
                <a:gd name="T9" fmla="*/ 595 h 5"/>
                <a:gd name="T10" fmla="*/ 2398 w 11"/>
                <a:gd name="T11" fmla="*/ 967 h 5"/>
                <a:gd name="T12" fmla="*/ 1964 w 11"/>
                <a:gd name="T13" fmla="*/ 1547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">
                  <a:moveTo>
                    <a:pt x="9" y="5"/>
                  </a:moveTo>
                  <a:cubicBezTo>
                    <a:pt x="9" y="5"/>
                    <a:pt x="6" y="4"/>
                    <a:pt x="4" y="4"/>
                  </a:cubicBezTo>
                  <a:cubicBezTo>
                    <a:pt x="3" y="3"/>
                    <a:pt x="0" y="2"/>
                    <a:pt x="0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4" y="1"/>
                    <a:pt x="6" y="2"/>
                  </a:cubicBezTo>
                  <a:cubicBezTo>
                    <a:pt x="8" y="3"/>
                    <a:pt x="10" y="4"/>
                    <a:pt x="11" y="3"/>
                  </a:cubicBezTo>
                  <a:lnTo>
                    <a:pt x="9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4" name="Freeform 1496">
              <a:extLst>
                <a:ext uri="{FF2B5EF4-FFF2-40B4-BE49-F238E27FC236}">
                  <a16:creationId xmlns:a16="http://schemas.microsoft.com/office/drawing/2014/main" id="{A4BB0391-C8E5-44CE-A2D9-8FE1866A5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352"/>
              <a:ext cx="22" cy="6"/>
            </a:xfrm>
            <a:custGeom>
              <a:avLst/>
              <a:gdLst>
                <a:gd name="T0" fmla="*/ 1931 w 9"/>
                <a:gd name="T1" fmla="*/ 0 h 2"/>
                <a:gd name="T2" fmla="*/ 1039 w 9"/>
                <a:gd name="T3" fmla="*/ 0 h 2"/>
                <a:gd name="T4" fmla="*/ 0 w 9"/>
                <a:gd name="T5" fmla="*/ 0 h 2"/>
                <a:gd name="T6" fmla="*/ 425 w 9"/>
                <a:gd name="T7" fmla="*/ 729 h 2"/>
                <a:gd name="T8" fmla="*/ 1506 w 9"/>
                <a:gd name="T9" fmla="*/ 1458 h 2"/>
                <a:gd name="T10" fmla="*/ 1931 w 9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8" y="1"/>
                    <a:pt x="7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4" y="2"/>
                    <a:pt x="6" y="2"/>
                    <a:pt x="7" y="2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5" name="Freeform 1497">
              <a:extLst>
                <a:ext uri="{FF2B5EF4-FFF2-40B4-BE49-F238E27FC236}">
                  <a16:creationId xmlns:a16="http://schemas.microsoft.com/office/drawing/2014/main" id="{436BFC7C-E466-456D-ABA7-5C13A489D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350"/>
              <a:ext cx="10" cy="24"/>
            </a:xfrm>
            <a:custGeom>
              <a:avLst/>
              <a:gdLst>
                <a:gd name="T0" fmla="*/ 988 w 4"/>
                <a:gd name="T1" fmla="*/ 0 h 9"/>
                <a:gd name="T2" fmla="*/ 988 w 4"/>
                <a:gd name="T3" fmla="*/ 2824 h 9"/>
                <a:gd name="T4" fmla="*/ 520 w 4"/>
                <a:gd name="T5" fmla="*/ 3243 h 9"/>
                <a:gd name="T6" fmla="*/ 520 w 4"/>
                <a:gd name="T7" fmla="*/ 397 h 9"/>
                <a:gd name="T8" fmla="*/ 988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1"/>
                    <a:pt x="4" y="8"/>
                    <a:pt x="4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0" y="2"/>
                    <a:pt x="2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6" name="Freeform 1498">
              <a:extLst>
                <a:ext uri="{FF2B5EF4-FFF2-40B4-BE49-F238E27FC236}">
                  <a16:creationId xmlns:a16="http://schemas.microsoft.com/office/drawing/2014/main" id="{A3821180-D301-4088-B59B-509386869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1352"/>
              <a:ext cx="8" cy="19"/>
            </a:xfrm>
            <a:custGeom>
              <a:avLst/>
              <a:gdLst>
                <a:gd name="T0" fmla="*/ 397 w 3"/>
                <a:gd name="T1" fmla="*/ 2823 h 7"/>
                <a:gd name="T2" fmla="*/ 1059 w 3"/>
                <a:gd name="T3" fmla="*/ 2342 h 7"/>
                <a:gd name="T4" fmla="*/ 661 w 3"/>
                <a:gd name="T5" fmla="*/ 0 h 7"/>
                <a:gd name="T6" fmla="*/ 0 w 3"/>
                <a:gd name="T7" fmla="*/ 0 h 7"/>
                <a:gd name="T8" fmla="*/ 397 w 3"/>
                <a:gd name="T9" fmla="*/ 282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1" y="7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5"/>
                    <a:pt x="3" y="2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6"/>
                    <a:pt x="1" y="7"/>
                  </a:cubicBez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7" name="Freeform 1499">
              <a:extLst>
                <a:ext uri="{FF2B5EF4-FFF2-40B4-BE49-F238E27FC236}">
                  <a16:creationId xmlns:a16="http://schemas.microsoft.com/office/drawing/2014/main" id="{44C2BF20-0DB3-45D2-B933-35CE01370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352"/>
              <a:ext cx="7" cy="11"/>
            </a:xfrm>
            <a:custGeom>
              <a:avLst/>
              <a:gdLst>
                <a:gd name="T0" fmla="*/ 152 w 3"/>
                <a:gd name="T1" fmla="*/ 1724 h 4"/>
                <a:gd name="T2" fmla="*/ 469 w 3"/>
                <a:gd name="T3" fmla="*/ 1271 h 4"/>
                <a:gd name="T4" fmla="*/ 355 w 3"/>
                <a:gd name="T5" fmla="*/ 0 h 4"/>
                <a:gd name="T6" fmla="*/ 0 w 3"/>
                <a:gd name="T7" fmla="*/ 0 h 4"/>
                <a:gd name="T8" fmla="*/ 152 w 3"/>
                <a:gd name="T9" fmla="*/ 172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8" name="Freeform 1500">
              <a:extLst>
                <a:ext uri="{FF2B5EF4-FFF2-40B4-BE49-F238E27FC236}">
                  <a16:creationId xmlns:a16="http://schemas.microsoft.com/office/drawing/2014/main" id="{A0B7A1E0-9593-4A83-9036-6E9B53AC4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366"/>
              <a:ext cx="2" cy="18"/>
            </a:xfrm>
            <a:custGeom>
              <a:avLst/>
              <a:gdLst>
                <a:gd name="T0" fmla="*/ 64 w 1"/>
                <a:gd name="T1" fmla="*/ 0 h 7"/>
                <a:gd name="T2" fmla="*/ 64 w 1"/>
                <a:gd name="T3" fmla="*/ 1448 h 7"/>
                <a:gd name="T4" fmla="*/ 0 w 1"/>
                <a:gd name="T5" fmla="*/ 2003 h 7"/>
                <a:gd name="T6" fmla="*/ 0 w 1"/>
                <a:gd name="T7" fmla="*/ 2003 h 7"/>
                <a:gd name="T8" fmla="*/ 0 w 1"/>
                <a:gd name="T9" fmla="*/ 918 h 7"/>
                <a:gd name="T10" fmla="*/ 64 w 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1"/>
                    <a:pt x="1" y="3"/>
                    <a:pt x="1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9" name="Freeform 1501">
              <a:extLst>
                <a:ext uri="{FF2B5EF4-FFF2-40B4-BE49-F238E27FC236}">
                  <a16:creationId xmlns:a16="http://schemas.microsoft.com/office/drawing/2014/main" id="{DF07612C-7101-4531-8CE9-D744A8DEC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363"/>
              <a:ext cx="3" cy="16"/>
            </a:xfrm>
            <a:custGeom>
              <a:avLst/>
              <a:gdLst>
                <a:gd name="T0" fmla="*/ 729 w 1"/>
                <a:gd name="T1" fmla="*/ 0 h 6"/>
                <a:gd name="T2" fmla="*/ 0 w 1"/>
                <a:gd name="T3" fmla="*/ 1459 h 6"/>
                <a:gd name="T4" fmla="*/ 0 w 1"/>
                <a:gd name="T5" fmla="*/ 2184 h 6"/>
                <a:gd name="T6" fmla="*/ 0 w 1"/>
                <a:gd name="T7" fmla="*/ 2184 h 6"/>
                <a:gd name="T8" fmla="*/ 0 w 1"/>
                <a:gd name="T9" fmla="*/ 1059 h 6"/>
                <a:gd name="T10" fmla="*/ 729 w 1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0" name="Freeform 1502">
              <a:extLst>
                <a:ext uri="{FF2B5EF4-FFF2-40B4-BE49-F238E27FC236}">
                  <a16:creationId xmlns:a16="http://schemas.microsoft.com/office/drawing/2014/main" id="{B84F30A0-2837-41DC-9778-E2D5306DD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360"/>
              <a:ext cx="1" cy="1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459 h 6"/>
                <a:gd name="T4" fmla="*/ 0 w 1"/>
                <a:gd name="T5" fmla="*/ 2184 h 6"/>
                <a:gd name="T6" fmla="*/ 0 w 1"/>
                <a:gd name="T7" fmla="*/ 2184 h 6"/>
                <a:gd name="T8" fmla="*/ 0 w 1"/>
                <a:gd name="T9" fmla="*/ 1059 h 6"/>
                <a:gd name="T10" fmla="*/ 0 w 1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1" name="Freeform 1503">
              <a:extLst>
                <a:ext uri="{FF2B5EF4-FFF2-40B4-BE49-F238E27FC236}">
                  <a16:creationId xmlns:a16="http://schemas.microsoft.com/office/drawing/2014/main" id="{5A759886-85C5-478B-B4A4-4C730D872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352"/>
              <a:ext cx="3" cy="19"/>
            </a:xfrm>
            <a:custGeom>
              <a:avLst/>
              <a:gdLst>
                <a:gd name="T0" fmla="*/ 0 w 1"/>
                <a:gd name="T1" fmla="*/ 0 h 7"/>
                <a:gd name="T2" fmla="*/ 729 w 1"/>
                <a:gd name="T3" fmla="*/ 2063 h 7"/>
                <a:gd name="T4" fmla="*/ 729 w 1"/>
                <a:gd name="T5" fmla="*/ 2823 h 7"/>
                <a:gd name="T6" fmla="*/ 729 w 1"/>
                <a:gd name="T7" fmla="*/ 2823 h 7"/>
                <a:gd name="T8" fmla="*/ 0 w 1"/>
                <a:gd name="T9" fmla="*/ 1620 h 7"/>
                <a:gd name="T10" fmla="*/ 0 w 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1"/>
                    <a:pt x="1" y="3"/>
                    <a:pt x="1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5"/>
                    <a:pt x="0" y="4"/>
                  </a:cubicBezTo>
                  <a:cubicBezTo>
                    <a:pt x="0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2" name="Freeform 1504">
              <a:extLst>
                <a:ext uri="{FF2B5EF4-FFF2-40B4-BE49-F238E27FC236}">
                  <a16:creationId xmlns:a16="http://schemas.microsoft.com/office/drawing/2014/main" id="{615CCAD8-875F-484D-8B2C-DB74F1C02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1350"/>
              <a:ext cx="5" cy="16"/>
            </a:xfrm>
            <a:custGeom>
              <a:avLst/>
              <a:gdLst>
                <a:gd name="T0" fmla="*/ 313 w 2"/>
                <a:gd name="T1" fmla="*/ 0 h 6"/>
                <a:gd name="T2" fmla="*/ 313 w 2"/>
                <a:gd name="T3" fmla="*/ 1459 h 6"/>
                <a:gd name="T4" fmla="*/ 520 w 2"/>
                <a:gd name="T5" fmla="*/ 2184 h 6"/>
                <a:gd name="T6" fmla="*/ 520 w 2"/>
                <a:gd name="T7" fmla="*/ 2184 h 6"/>
                <a:gd name="T8" fmla="*/ 313 w 2"/>
                <a:gd name="T9" fmla="*/ 1059 h 6"/>
                <a:gd name="T10" fmla="*/ 313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1" y="1"/>
                    <a:pt x="1" y="2"/>
                    <a:pt x="1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1" y="4"/>
                    <a:pt x="1" y="3"/>
                  </a:cubicBezTo>
                  <a:cubicBezTo>
                    <a:pt x="0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3" name="Freeform 1505">
              <a:extLst>
                <a:ext uri="{FF2B5EF4-FFF2-40B4-BE49-F238E27FC236}">
                  <a16:creationId xmlns:a16="http://schemas.microsoft.com/office/drawing/2014/main" id="{BD7E8EFD-5567-45DE-AA86-B1DEB0002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368"/>
              <a:ext cx="3" cy="16"/>
            </a:xfrm>
            <a:custGeom>
              <a:avLst/>
              <a:gdLst>
                <a:gd name="T0" fmla="*/ 729 w 1"/>
                <a:gd name="T1" fmla="*/ 0 h 6"/>
                <a:gd name="T2" fmla="*/ 0 w 1"/>
                <a:gd name="T3" fmla="*/ 1459 h 6"/>
                <a:gd name="T4" fmla="*/ 0 w 1"/>
                <a:gd name="T5" fmla="*/ 2184 h 6"/>
                <a:gd name="T6" fmla="*/ 0 w 1"/>
                <a:gd name="T7" fmla="*/ 2184 h 6"/>
                <a:gd name="T8" fmla="*/ 0 w 1"/>
                <a:gd name="T9" fmla="*/ 1059 h 6"/>
                <a:gd name="T10" fmla="*/ 729 w 1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4" name="Freeform 1506">
              <a:extLst>
                <a:ext uri="{FF2B5EF4-FFF2-40B4-BE49-F238E27FC236}">
                  <a16:creationId xmlns:a16="http://schemas.microsoft.com/office/drawing/2014/main" id="{80D51CF2-4585-44ED-BC0D-4363DC9C4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371"/>
              <a:ext cx="3" cy="19"/>
            </a:xfrm>
            <a:custGeom>
              <a:avLst/>
              <a:gdLst>
                <a:gd name="T0" fmla="*/ 729 w 1"/>
                <a:gd name="T1" fmla="*/ 0 h 7"/>
                <a:gd name="T2" fmla="*/ 0 w 1"/>
                <a:gd name="T3" fmla="*/ 2063 h 7"/>
                <a:gd name="T4" fmla="*/ 0 w 1"/>
                <a:gd name="T5" fmla="*/ 2823 h 7"/>
                <a:gd name="T6" fmla="*/ 0 w 1"/>
                <a:gd name="T7" fmla="*/ 2823 h 7"/>
                <a:gd name="T8" fmla="*/ 0 w 1"/>
                <a:gd name="T9" fmla="*/ 1200 h 7"/>
                <a:gd name="T10" fmla="*/ 729 w 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1"/>
                    <a:pt x="1" y="3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5" name="Freeform 1507">
              <a:extLst>
                <a:ext uri="{FF2B5EF4-FFF2-40B4-BE49-F238E27FC236}">
                  <a16:creationId xmlns:a16="http://schemas.microsoft.com/office/drawing/2014/main" id="{F4BF1727-3D77-494F-A713-73A164707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371"/>
              <a:ext cx="5" cy="19"/>
            </a:xfrm>
            <a:custGeom>
              <a:avLst/>
              <a:gdLst>
                <a:gd name="T0" fmla="*/ 520 w 2"/>
                <a:gd name="T1" fmla="*/ 0 h 7"/>
                <a:gd name="T2" fmla="*/ 313 w 2"/>
                <a:gd name="T3" fmla="*/ 2063 h 7"/>
                <a:gd name="T4" fmla="*/ 0 w 2"/>
                <a:gd name="T5" fmla="*/ 2823 h 7"/>
                <a:gd name="T6" fmla="*/ 0 w 2"/>
                <a:gd name="T7" fmla="*/ 2823 h 7"/>
                <a:gd name="T8" fmla="*/ 313 w 2"/>
                <a:gd name="T9" fmla="*/ 1620 h 7"/>
                <a:gd name="T10" fmla="*/ 520 w 2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1"/>
                    <a:pt x="1" y="3"/>
                    <a:pt x="1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6" name="Freeform 1508">
              <a:extLst>
                <a:ext uri="{FF2B5EF4-FFF2-40B4-BE49-F238E27FC236}">
                  <a16:creationId xmlns:a16="http://schemas.microsoft.com/office/drawing/2014/main" id="{06D86F8D-3AB9-4550-832B-B95E9AA82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376"/>
              <a:ext cx="5" cy="16"/>
            </a:xfrm>
            <a:custGeom>
              <a:avLst/>
              <a:gdLst>
                <a:gd name="T0" fmla="*/ 520 w 2"/>
                <a:gd name="T1" fmla="*/ 0 h 6"/>
                <a:gd name="T2" fmla="*/ 0 w 2"/>
                <a:gd name="T3" fmla="*/ 1459 h 6"/>
                <a:gd name="T4" fmla="*/ 0 w 2"/>
                <a:gd name="T5" fmla="*/ 2184 h 6"/>
                <a:gd name="T6" fmla="*/ 0 w 2"/>
                <a:gd name="T7" fmla="*/ 2184 h 6"/>
                <a:gd name="T8" fmla="*/ 0 w 2"/>
                <a:gd name="T9" fmla="*/ 1059 h 6"/>
                <a:gd name="T10" fmla="*/ 520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1" y="2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7" name="Freeform 1509">
              <a:extLst>
                <a:ext uri="{FF2B5EF4-FFF2-40B4-BE49-F238E27FC236}">
                  <a16:creationId xmlns:a16="http://schemas.microsoft.com/office/drawing/2014/main" id="{AA134FE7-2946-4C78-A3C6-B21CBA694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374"/>
              <a:ext cx="15" cy="21"/>
            </a:xfrm>
            <a:custGeom>
              <a:avLst/>
              <a:gdLst>
                <a:gd name="T0" fmla="*/ 1488 w 6"/>
                <a:gd name="T1" fmla="*/ 0 h 8"/>
                <a:gd name="T2" fmla="*/ 783 w 6"/>
                <a:gd name="T3" fmla="*/ 2604 h 8"/>
                <a:gd name="T4" fmla="*/ 0 w 6"/>
                <a:gd name="T5" fmla="*/ 2604 h 8"/>
                <a:gd name="T6" fmla="*/ 988 w 6"/>
                <a:gd name="T7" fmla="*/ 0 h 8"/>
                <a:gd name="T8" fmla="*/ 1488 w 6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4" y="0"/>
                    <a:pt x="4" y="8"/>
                    <a:pt x="3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0"/>
                    <a:pt x="4" y="0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DBE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8" name="Freeform 1510">
              <a:extLst>
                <a:ext uri="{FF2B5EF4-FFF2-40B4-BE49-F238E27FC236}">
                  <a16:creationId xmlns:a16="http://schemas.microsoft.com/office/drawing/2014/main" id="{85CC32D8-61C8-4251-833A-9288DDB64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376"/>
              <a:ext cx="5" cy="16"/>
            </a:xfrm>
            <a:custGeom>
              <a:avLst/>
              <a:gdLst>
                <a:gd name="T0" fmla="*/ 520 w 2"/>
                <a:gd name="T1" fmla="*/ 0 h 6"/>
                <a:gd name="T2" fmla="*/ 313 w 2"/>
                <a:gd name="T3" fmla="*/ 1459 h 6"/>
                <a:gd name="T4" fmla="*/ 0 w 2"/>
                <a:gd name="T5" fmla="*/ 2184 h 6"/>
                <a:gd name="T6" fmla="*/ 0 w 2"/>
                <a:gd name="T7" fmla="*/ 2184 h 6"/>
                <a:gd name="T8" fmla="*/ 313 w 2"/>
                <a:gd name="T9" fmla="*/ 1059 h 6"/>
                <a:gd name="T10" fmla="*/ 520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1" y="2"/>
                    <a:pt x="1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9" name="Freeform 1511">
              <a:extLst>
                <a:ext uri="{FF2B5EF4-FFF2-40B4-BE49-F238E27FC236}">
                  <a16:creationId xmlns:a16="http://schemas.microsoft.com/office/drawing/2014/main" id="{05A1BC2B-E402-4258-9A01-AC2F64727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352"/>
              <a:ext cx="13" cy="14"/>
            </a:xfrm>
            <a:custGeom>
              <a:avLst/>
              <a:gdLst>
                <a:gd name="T0" fmla="*/ 1547 w 5"/>
                <a:gd name="T1" fmla="*/ 2391 h 5"/>
                <a:gd name="T2" fmla="*/ 1547 w 5"/>
                <a:gd name="T3" fmla="*/ 487 h 5"/>
                <a:gd name="T4" fmla="*/ 1196 w 5"/>
                <a:gd name="T5" fmla="*/ 0 h 5"/>
                <a:gd name="T6" fmla="*/ 0 w 5"/>
                <a:gd name="T7" fmla="*/ 0 h 5"/>
                <a:gd name="T8" fmla="*/ 1547 w 5"/>
                <a:gd name="T9" fmla="*/ 239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5" y="4"/>
                    <a:pt x="5" y="5"/>
                  </a:cubicBez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0" name="Freeform 1512">
              <a:extLst>
                <a:ext uri="{FF2B5EF4-FFF2-40B4-BE49-F238E27FC236}">
                  <a16:creationId xmlns:a16="http://schemas.microsoft.com/office/drawing/2014/main" id="{32B722EE-74EE-4FD8-9787-ADD7E7307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352"/>
              <a:ext cx="25" cy="32"/>
            </a:xfrm>
            <a:custGeom>
              <a:avLst/>
              <a:gdLst>
                <a:gd name="T0" fmla="*/ 2470 w 10"/>
                <a:gd name="T1" fmla="*/ 3243 h 12"/>
                <a:gd name="T2" fmla="*/ 1300 w 10"/>
                <a:gd name="T3" fmla="*/ 1459 h 12"/>
                <a:gd name="T4" fmla="*/ 0 w 10"/>
                <a:gd name="T5" fmla="*/ 0 h 12"/>
                <a:gd name="T6" fmla="*/ 0 w 10"/>
                <a:gd name="T7" fmla="*/ 1059 h 12"/>
                <a:gd name="T8" fmla="*/ 988 w 10"/>
                <a:gd name="T9" fmla="*/ 2581 h 12"/>
                <a:gd name="T10" fmla="*/ 2470 w 10"/>
                <a:gd name="T11" fmla="*/ 4301 h 12"/>
                <a:gd name="T12" fmla="*/ 2470 w 10"/>
                <a:gd name="T13" fmla="*/ 3243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2">
                  <a:moveTo>
                    <a:pt x="10" y="9"/>
                  </a:moveTo>
                  <a:cubicBezTo>
                    <a:pt x="10" y="8"/>
                    <a:pt x="7" y="5"/>
                    <a:pt x="5" y="4"/>
                  </a:cubicBezTo>
                  <a:cubicBezTo>
                    <a:pt x="3" y="2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2" y="6"/>
                    <a:pt x="4" y="7"/>
                  </a:cubicBezTo>
                  <a:cubicBezTo>
                    <a:pt x="8" y="9"/>
                    <a:pt x="10" y="11"/>
                    <a:pt x="10" y="12"/>
                  </a:cubicBezTo>
                  <a:lnTo>
                    <a:pt x="10" y="9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1" name="Freeform 1513">
              <a:extLst>
                <a:ext uri="{FF2B5EF4-FFF2-40B4-BE49-F238E27FC236}">
                  <a16:creationId xmlns:a16="http://schemas.microsoft.com/office/drawing/2014/main" id="{88D6A288-5C17-457B-B133-3CDCCBA51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368"/>
              <a:ext cx="25" cy="32"/>
            </a:xfrm>
            <a:custGeom>
              <a:avLst/>
              <a:gdLst>
                <a:gd name="T0" fmla="*/ 2470 w 10"/>
                <a:gd name="T1" fmla="*/ 2824 h 12"/>
                <a:gd name="T2" fmla="*/ 1300 w 10"/>
                <a:gd name="T3" fmla="*/ 1459 h 12"/>
                <a:gd name="T4" fmla="*/ 0 w 10"/>
                <a:gd name="T5" fmla="*/ 0 h 12"/>
                <a:gd name="T6" fmla="*/ 0 w 10"/>
                <a:gd name="T7" fmla="*/ 1059 h 12"/>
                <a:gd name="T8" fmla="*/ 988 w 10"/>
                <a:gd name="T9" fmla="*/ 2581 h 12"/>
                <a:gd name="T10" fmla="*/ 2270 w 10"/>
                <a:gd name="T11" fmla="*/ 4301 h 12"/>
                <a:gd name="T12" fmla="*/ 2470 w 10"/>
                <a:gd name="T13" fmla="*/ 282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7"/>
                    <a:pt x="7" y="5"/>
                    <a:pt x="5" y="4"/>
                  </a:cubicBezTo>
                  <a:cubicBezTo>
                    <a:pt x="3" y="2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2" y="5"/>
                    <a:pt x="4" y="7"/>
                  </a:cubicBezTo>
                  <a:cubicBezTo>
                    <a:pt x="8" y="9"/>
                    <a:pt x="9" y="11"/>
                    <a:pt x="9" y="12"/>
                  </a:cubicBezTo>
                  <a:lnTo>
                    <a:pt x="10" y="8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2" name="Freeform 1514">
              <a:extLst>
                <a:ext uri="{FF2B5EF4-FFF2-40B4-BE49-F238E27FC236}">
                  <a16:creationId xmlns:a16="http://schemas.microsoft.com/office/drawing/2014/main" id="{29CA206F-A0AD-47EE-ABD4-D15C48F58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352"/>
              <a:ext cx="20" cy="11"/>
            </a:xfrm>
            <a:custGeom>
              <a:avLst/>
              <a:gdLst>
                <a:gd name="T0" fmla="*/ 1958 w 8"/>
                <a:gd name="T1" fmla="*/ 0 h 4"/>
                <a:gd name="T2" fmla="*/ 0 w 8"/>
                <a:gd name="T3" fmla="*/ 0 h 4"/>
                <a:gd name="T4" fmla="*/ 0 w 8"/>
                <a:gd name="T5" fmla="*/ 462 h 4"/>
                <a:gd name="T6" fmla="*/ 0 w 8"/>
                <a:gd name="T7" fmla="*/ 1724 h 4"/>
                <a:gd name="T8" fmla="*/ 1958 w 8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5" y="1"/>
                    <a:pt x="8" y="0"/>
                  </a:cubicBez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3" name="Freeform 1515">
              <a:extLst>
                <a:ext uri="{FF2B5EF4-FFF2-40B4-BE49-F238E27FC236}">
                  <a16:creationId xmlns:a16="http://schemas.microsoft.com/office/drawing/2014/main" id="{B9F1EF51-EBF5-4C34-982C-38B5C39BF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355"/>
              <a:ext cx="25" cy="21"/>
            </a:xfrm>
            <a:custGeom>
              <a:avLst/>
              <a:gdLst>
                <a:gd name="T0" fmla="*/ 0 w 10"/>
                <a:gd name="T1" fmla="*/ 2604 h 8"/>
                <a:gd name="T2" fmla="*/ 2470 w 10"/>
                <a:gd name="T3" fmla="*/ 992 h 8"/>
                <a:gd name="T4" fmla="*/ 2470 w 10"/>
                <a:gd name="T5" fmla="*/ 0 h 8"/>
                <a:gd name="T6" fmla="*/ 0 w 10"/>
                <a:gd name="T7" fmla="*/ 1612 h 8"/>
                <a:gd name="T8" fmla="*/ 0 w 10"/>
                <a:gd name="T9" fmla="*/ 260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0" y="6"/>
                    <a:pt x="10" y="4"/>
                    <a:pt x="10" y="3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0" y="2"/>
                    <a:pt x="0" y="5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4" name="Freeform 1516">
              <a:extLst>
                <a:ext uri="{FF2B5EF4-FFF2-40B4-BE49-F238E27FC236}">
                  <a16:creationId xmlns:a16="http://schemas.microsoft.com/office/drawing/2014/main" id="{A06B4592-1247-49FF-B1FF-4285E6526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84"/>
              <a:ext cx="23" cy="38"/>
            </a:xfrm>
            <a:custGeom>
              <a:avLst/>
              <a:gdLst>
                <a:gd name="T0" fmla="*/ 2520 w 9"/>
                <a:gd name="T1" fmla="*/ 3957 h 14"/>
                <a:gd name="T2" fmla="*/ 1403 w 9"/>
                <a:gd name="T3" fmla="*/ 2063 h 14"/>
                <a:gd name="T4" fmla="*/ 332 w 9"/>
                <a:gd name="T5" fmla="*/ 0 h 14"/>
                <a:gd name="T6" fmla="*/ 0 w 9"/>
                <a:gd name="T7" fmla="*/ 1200 h 14"/>
                <a:gd name="T8" fmla="*/ 1104 w 9"/>
                <a:gd name="T9" fmla="*/ 2823 h 14"/>
                <a:gd name="T10" fmla="*/ 2167 w 9"/>
                <a:gd name="T11" fmla="*/ 5600 h 14"/>
                <a:gd name="T12" fmla="*/ 2520 w 9"/>
                <a:gd name="T13" fmla="*/ 395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4">
                  <a:moveTo>
                    <a:pt x="9" y="10"/>
                  </a:moveTo>
                  <a:cubicBezTo>
                    <a:pt x="9" y="9"/>
                    <a:pt x="7" y="6"/>
                    <a:pt x="5" y="5"/>
                  </a:cubicBezTo>
                  <a:cubicBezTo>
                    <a:pt x="4" y="3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2" y="6"/>
                    <a:pt x="4" y="7"/>
                  </a:cubicBezTo>
                  <a:cubicBezTo>
                    <a:pt x="7" y="10"/>
                    <a:pt x="9" y="13"/>
                    <a:pt x="8" y="14"/>
                  </a:cubicBezTo>
                  <a:lnTo>
                    <a:pt x="9" y="10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5" name="Freeform 1517">
              <a:extLst>
                <a:ext uri="{FF2B5EF4-FFF2-40B4-BE49-F238E27FC236}">
                  <a16:creationId xmlns:a16="http://schemas.microsoft.com/office/drawing/2014/main" id="{167A8C55-9DAA-412C-97C7-AE09356B6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1400"/>
              <a:ext cx="22" cy="35"/>
            </a:xfrm>
            <a:custGeom>
              <a:avLst/>
              <a:gdLst>
                <a:gd name="T0" fmla="*/ 1931 w 9"/>
                <a:gd name="T1" fmla="*/ 3842 h 13"/>
                <a:gd name="T2" fmla="*/ 1315 w 9"/>
                <a:gd name="T3" fmla="*/ 1580 h 13"/>
                <a:gd name="T4" fmla="*/ 174 w 9"/>
                <a:gd name="T5" fmla="*/ 0 h 13"/>
                <a:gd name="T6" fmla="*/ 0 w 9"/>
                <a:gd name="T7" fmla="*/ 1152 h 13"/>
                <a:gd name="T8" fmla="*/ 860 w 9"/>
                <a:gd name="T9" fmla="*/ 2673 h 13"/>
                <a:gd name="T10" fmla="*/ 1750 w 9"/>
                <a:gd name="T11" fmla="*/ 4935 h 13"/>
                <a:gd name="T12" fmla="*/ 1931 w 9"/>
                <a:gd name="T13" fmla="*/ 384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3">
                  <a:moveTo>
                    <a:pt x="9" y="10"/>
                  </a:moveTo>
                  <a:cubicBezTo>
                    <a:pt x="9" y="8"/>
                    <a:pt x="8" y="6"/>
                    <a:pt x="6" y="4"/>
                  </a:cubicBezTo>
                  <a:cubicBezTo>
                    <a:pt x="4" y="3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2" y="5"/>
                    <a:pt x="4" y="7"/>
                  </a:cubicBezTo>
                  <a:cubicBezTo>
                    <a:pt x="7" y="10"/>
                    <a:pt x="8" y="12"/>
                    <a:pt x="8" y="13"/>
                  </a:cubicBezTo>
                  <a:lnTo>
                    <a:pt x="9" y="10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6" name="Freeform 1518">
              <a:extLst>
                <a:ext uri="{FF2B5EF4-FFF2-40B4-BE49-F238E27FC236}">
                  <a16:creationId xmlns:a16="http://schemas.microsoft.com/office/drawing/2014/main" id="{F54BDAAC-BE9E-44F0-A293-FB5432062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74"/>
              <a:ext cx="28" cy="21"/>
            </a:xfrm>
            <a:custGeom>
              <a:avLst/>
              <a:gdLst>
                <a:gd name="T0" fmla="*/ 0 w 11"/>
                <a:gd name="T1" fmla="*/ 2604 h 8"/>
                <a:gd name="T2" fmla="*/ 2986 w 11"/>
                <a:gd name="T3" fmla="*/ 1378 h 8"/>
                <a:gd name="T4" fmla="*/ 2986 w 11"/>
                <a:gd name="T5" fmla="*/ 0 h 8"/>
                <a:gd name="T6" fmla="*/ 0 w 11"/>
                <a:gd name="T7" fmla="*/ 1612 h 8"/>
                <a:gd name="T8" fmla="*/ 0 w 11"/>
                <a:gd name="T9" fmla="*/ 260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0" y="5"/>
                    <a:pt x="11" y="5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" y="2"/>
                    <a:pt x="0" y="5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7" name="Freeform 1519">
              <a:extLst>
                <a:ext uri="{FF2B5EF4-FFF2-40B4-BE49-F238E27FC236}">
                  <a16:creationId xmlns:a16="http://schemas.microsoft.com/office/drawing/2014/main" id="{65DC8558-7223-4F42-B27B-555BEBF3B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1390"/>
              <a:ext cx="30" cy="18"/>
            </a:xfrm>
            <a:custGeom>
              <a:avLst/>
              <a:gdLst>
                <a:gd name="T0" fmla="*/ 0 w 12"/>
                <a:gd name="T1" fmla="*/ 2003 h 7"/>
                <a:gd name="T2" fmla="*/ 2738 w 12"/>
                <a:gd name="T3" fmla="*/ 918 h 7"/>
                <a:gd name="T4" fmla="*/ 2938 w 12"/>
                <a:gd name="T5" fmla="*/ 0 h 7"/>
                <a:gd name="T6" fmla="*/ 313 w 12"/>
                <a:gd name="T7" fmla="*/ 1137 h 7"/>
                <a:gd name="T8" fmla="*/ 0 w 12"/>
                <a:gd name="T9" fmla="*/ 20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1" y="5"/>
                    <a:pt x="11" y="4"/>
                    <a:pt x="11" y="3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"/>
                    <a:pt x="1" y="1"/>
                    <a:pt x="1" y="4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C3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8" name="Freeform 1520">
              <a:extLst>
                <a:ext uri="{FF2B5EF4-FFF2-40B4-BE49-F238E27FC236}">
                  <a16:creationId xmlns:a16="http://schemas.microsoft.com/office/drawing/2014/main" id="{F4D28B11-492F-4573-981A-5083A7F33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1416"/>
              <a:ext cx="22" cy="38"/>
            </a:xfrm>
            <a:custGeom>
              <a:avLst/>
              <a:gdLst>
                <a:gd name="T0" fmla="*/ 1750 w 9"/>
                <a:gd name="T1" fmla="*/ 4397 h 14"/>
                <a:gd name="T2" fmla="*/ 1039 w 9"/>
                <a:gd name="T3" fmla="*/ 2063 h 14"/>
                <a:gd name="T4" fmla="*/ 174 w 9"/>
                <a:gd name="T5" fmla="*/ 0 h 14"/>
                <a:gd name="T6" fmla="*/ 0 w 9"/>
                <a:gd name="T7" fmla="*/ 1200 h 14"/>
                <a:gd name="T8" fmla="*/ 616 w 9"/>
                <a:gd name="T9" fmla="*/ 3257 h 14"/>
                <a:gd name="T10" fmla="*/ 1506 w 9"/>
                <a:gd name="T11" fmla="*/ 5600 h 14"/>
                <a:gd name="T12" fmla="*/ 1750 w 9"/>
                <a:gd name="T13" fmla="*/ 439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4">
                  <a:moveTo>
                    <a:pt x="8" y="11"/>
                  </a:moveTo>
                  <a:cubicBezTo>
                    <a:pt x="9" y="11"/>
                    <a:pt x="7" y="7"/>
                    <a:pt x="5" y="5"/>
                  </a:cubicBezTo>
                  <a:cubicBezTo>
                    <a:pt x="4" y="3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2" y="6"/>
                    <a:pt x="3" y="8"/>
                  </a:cubicBezTo>
                  <a:cubicBezTo>
                    <a:pt x="6" y="11"/>
                    <a:pt x="7" y="13"/>
                    <a:pt x="7" y="14"/>
                  </a:cubicBezTo>
                  <a:lnTo>
                    <a:pt x="8" y="11"/>
                  </a:lnTo>
                  <a:close/>
                </a:path>
              </a:pathLst>
            </a:custGeom>
            <a:solidFill>
              <a:srgbClr val="70A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979" name="Group 1521">
              <a:extLst>
                <a:ext uri="{FF2B5EF4-FFF2-40B4-BE49-F238E27FC236}">
                  <a16:creationId xmlns:a16="http://schemas.microsoft.com/office/drawing/2014/main" id="{9E2A74F3-3955-4C32-9C2F-624B37841A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16" y="1347"/>
              <a:ext cx="372" cy="395"/>
              <a:chOff x="4216" y="1347"/>
              <a:chExt cx="372" cy="395"/>
            </a:xfrm>
          </p:grpSpPr>
          <p:sp>
            <p:nvSpPr>
              <p:cNvPr id="17123" name="Freeform 1522">
                <a:extLst>
                  <a:ext uri="{FF2B5EF4-FFF2-40B4-BE49-F238E27FC236}">
                    <a16:creationId xmlns:a16="http://schemas.microsoft.com/office/drawing/2014/main" id="{5ABA50E7-7147-4B1E-A136-F1EDC05B9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430"/>
                <a:ext cx="22" cy="40"/>
              </a:xfrm>
              <a:custGeom>
                <a:avLst/>
                <a:gdLst>
                  <a:gd name="T0" fmla="*/ 1931 w 9"/>
                  <a:gd name="T1" fmla="*/ 4301 h 15"/>
                  <a:gd name="T2" fmla="*/ 1315 w 9"/>
                  <a:gd name="T3" fmla="*/ 2184 h 15"/>
                  <a:gd name="T4" fmla="*/ 425 w 9"/>
                  <a:gd name="T5" fmla="*/ 0 h 15"/>
                  <a:gd name="T6" fmla="*/ 174 w 9"/>
                  <a:gd name="T7" fmla="*/ 1059 h 15"/>
                  <a:gd name="T8" fmla="*/ 860 w 9"/>
                  <a:gd name="T9" fmla="*/ 2824 h 15"/>
                  <a:gd name="T10" fmla="*/ 1506 w 9"/>
                  <a:gd name="T11" fmla="*/ 5405 h 15"/>
                  <a:gd name="T12" fmla="*/ 1931 w 9"/>
                  <a:gd name="T13" fmla="*/ 430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9" y="12"/>
                    </a:moveTo>
                    <a:cubicBezTo>
                      <a:pt x="9" y="11"/>
                      <a:pt x="7" y="8"/>
                      <a:pt x="6" y="6"/>
                    </a:cubicBezTo>
                    <a:cubicBezTo>
                      <a:pt x="4" y="4"/>
                      <a:pt x="2" y="0"/>
                      <a:pt x="2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2" y="6"/>
                      <a:pt x="4" y="8"/>
                    </a:cubicBezTo>
                    <a:cubicBezTo>
                      <a:pt x="6" y="11"/>
                      <a:pt x="8" y="14"/>
                      <a:pt x="7" y="15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4" name="Freeform 1523">
                <a:extLst>
                  <a:ext uri="{FF2B5EF4-FFF2-40B4-BE49-F238E27FC236}">
                    <a16:creationId xmlns:a16="http://schemas.microsoft.com/office/drawing/2014/main" id="{1F5CE673-BD42-4EAA-A41D-A29E803D0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411"/>
                <a:ext cx="30" cy="16"/>
              </a:xfrm>
              <a:custGeom>
                <a:avLst/>
                <a:gdLst>
                  <a:gd name="T0" fmla="*/ 0 w 12"/>
                  <a:gd name="T1" fmla="*/ 2184 h 6"/>
                  <a:gd name="T2" fmla="*/ 2738 w 12"/>
                  <a:gd name="T3" fmla="*/ 1059 h 6"/>
                  <a:gd name="T4" fmla="*/ 2938 w 12"/>
                  <a:gd name="T5" fmla="*/ 0 h 6"/>
                  <a:gd name="T6" fmla="*/ 313 w 12"/>
                  <a:gd name="T7" fmla="*/ 1059 h 6"/>
                  <a:gd name="T8" fmla="*/ 0 w 12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0" y="6"/>
                    </a:moveTo>
                    <a:cubicBezTo>
                      <a:pt x="1" y="3"/>
                      <a:pt x="11" y="4"/>
                      <a:pt x="11" y="3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2" y="0"/>
                      <a:pt x="1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5" name="Freeform 1524">
                <a:extLst>
                  <a:ext uri="{FF2B5EF4-FFF2-40B4-BE49-F238E27FC236}">
                    <a16:creationId xmlns:a16="http://schemas.microsoft.com/office/drawing/2014/main" id="{2C7FC381-767F-443B-A044-79BC977A0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424"/>
                <a:ext cx="30" cy="16"/>
              </a:xfrm>
              <a:custGeom>
                <a:avLst/>
                <a:gdLst>
                  <a:gd name="T0" fmla="*/ 0 w 12"/>
                  <a:gd name="T1" fmla="*/ 2184 h 6"/>
                  <a:gd name="T2" fmla="*/ 2738 w 12"/>
                  <a:gd name="T3" fmla="*/ 1459 h 6"/>
                  <a:gd name="T4" fmla="*/ 2938 w 12"/>
                  <a:gd name="T5" fmla="*/ 0 h 6"/>
                  <a:gd name="T6" fmla="*/ 0 w 12"/>
                  <a:gd name="T7" fmla="*/ 1059 h 6"/>
                  <a:gd name="T8" fmla="*/ 0 w 12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0" y="6"/>
                    </a:moveTo>
                    <a:cubicBezTo>
                      <a:pt x="0" y="4"/>
                      <a:pt x="11" y="5"/>
                      <a:pt x="11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" y="0"/>
                      <a:pt x="0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6" name="Freeform 1525">
                <a:extLst>
                  <a:ext uri="{FF2B5EF4-FFF2-40B4-BE49-F238E27FC236}">
                    <a16:creationId xmlns:a16="http://schemas.microsoft.com/office/drawing/2014/main" id="{9617E7B4-292D-4B87-BE05-F4A58C140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446"/>
                <a:ext cx="20" cy="42"/>
              </a:xfrm>
              <a:custGeom>
                <a:avLst/>
                <a:gdLst>
                  <a:gd name="T0" fmla="*/ 1770 w 8"/>
                  <a:gd name="T1" fmla="*/ 4232 h 16"/>
                  <a:gd name="T2" fmla="*/ 1300 w 8"/>
                  <a:gd name="T3" fmla="*/ 1992 h 16"/>
                  <a:gd name="T4" fmla="*/ 520 w 8"/>
                  <a:gd name="T5" fmla="*/ 0 h 16"/>
                  <a:gd name="T6" fmla="*/ 313 w 8"/>
                  <a:gd name="T7" fmla="*/ 992 h 16"/>
                  <a:gd name="T8" fmla="*/ 783 w 8"/>
                  <a:gd name="T9" fmla="*/ 2604 h 16"/>
                  <a:gd name="T10" fmla="*/ 1300 w 8"/>
                  <a:gd name="T11" fmla="*/ 5229 h 16"/>
                  <a:gd name="T12" fmla="*/ 1770 w 8"/>
                  <a:gd name="T13" fmla="*/ 423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6">
                    <a:moveTo>
                      <a:pt x="7" y="13"/>
                    </a:moveTo>
                    <a:cubicBezTo>
                      <a:pt x="8" y="12"/>
                      <a:pt x="7" y="8"/>
                      <a:pt x="5" y="6"/>
                    </a:cubicBezTo>
                    <a:cubicBezTo>
                      <a:pt x="4" y="4"/>
                      <a:pt x="2" y="0"/>
                      <a:pt x="2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2" y="6"/>
                      <a:pt x="3" y="8"/>
                    </a:cubicBezTo>
                    <a:cubicBezTo>
                      <a:pt x="5" y="12"/>
                      <a:pt x="6" y="15"/>
                      <a:pt x="5" y="16"/>
                    </a:cubicBezTo>
                    <a:lnTo>
                      <a:pt x="7" y="1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7" name="Freeform 1526">
                <a:extLst>
                  <a:ext uri="{FF2B5EF4-FFF2-40B4-BE49-F238E27FC236}">
                    <a16:creationId xmlns:a16="http://schemas.microsoft.com/office/drawing/2014/main" id="{EA12635F-80F1-496B-9AD7-7B07636BE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1459"/>
                <a:ext cx="18" cy="43"/>
              </a:xfrm>
              <a:custGeom>
                <a:avLst/>
                <a:gdLst>
                  <a:gd name="T0" fmla="*/ 2003 w 7"/>
                  <a:gd name="T1" fmla="*/ 4485 h 16"/>
                  <a:gd name="T2" fmla="*/ 1448 w 7"/>
                  <a:gd name="T3" fmla="*/ 1828 h 16"/>
                  <a:gd name="T4" fmla="*/ 563 w 7"/>
                  <a:gd name="T5" fmla="*/ 0 h 16"/>
                  <a:gd name="T6" fmla="*/ 0 w 7"/>
                  <a:gd name="T7" fmla="*/ 680 h 16"/>
                  <a:gd name="T8" fmla="*/ 918 w 7"/>
                  <a:gd name="T9" fmla="*/ 3085 h 16"/>
                  <a:gd name="T10" fmla="*/ 1448 w 7"/>
                  <a:gd name="T11" fmla="*/ 6060 h 16"/>
                  <a:gd name="T12" fmla="*/ 2003 w 7"/>
                  <a:gd name="T13" fmla="*/ 448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7" y="12"/>
                    </a:moveTo>
                    <a:cubicBezTo>
                      <a:pt x="7" y="11"/>
                      <a:pt x="6" y="8"/>
                      <a:pt x="5" y="5"/>
                    </a:cubicBezTo>
                    <a:cubicBezTo>
                      <a:pt x="4" y="3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1" y="6"/>
                      <a:pt x="3" y="8"/>
                    </a:cubicBezTo>
                    <a:cubicBezTo>
                      <a:pt x="5" y="11"/>
                      <a:pt x="5" y="15"/>
                      <a:pt x="5" y="16"/>
                    </a:cubicBezTo>
                    <a:lnTo>
                      <a:pt x="7" y="12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8" name="Freeform 1527">
                <a:extLst>
                  <a:ext uri="{FF2B5EF4-FFF2-40B4-BE49-F238E27FC236}">
                    <a16:creationId xmlns:a16="http://schemas.microsoft.com/office/drawing/2014/main" id="{FEAFCBF5-1680-4D01-BEBA-2762D8D29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440"/>
                <a:ext cx="35" cy="16"/>
              </a:xfrm>
              <a:custGeom>
                <a:avLst/>
                <a:gdLst>
                  <a:gd name="T0" fmla="*/ 0 w 14"/>
                  <a:gd name="T1" fmla="*/ 2184 h 6"/>
                  <a:gd name="T2" fmla="*/ 2938 w 14"/>
                  <a:gd name="T3" fmla="*/ 1763 h 6"/>
                  <a:gd name="T4" fmla="*/ 3438 w 14"/>
                  <a:gd name="T5" fmla="*/ 661 h 6"/>
                  <a:gd name="T6" fmla="*/ 520 w 14"/>
                  <a:gd name="T7" fmla="*/ 1059 h 6"/>
                  <a:gd name="T8" fmla="*/ 0 w 14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cubicBezTo>
                      <a:pt x="1" y="3"/>
                      <a:pt x="12" y="6"/>
                      <a:pt x="12" y="5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3"/>
                      <a:pt x="3" y="0"/>
                      <a:pt x="2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9" name="Freeform 1528">
                <a:extLst>
                  <a:ext uri="{FF2B5EF4-FFF2-40B4-BE49-F238E27FC236}">
                    <a16:creationId xmlns:a16="http://schemas.microsoft.com/office/drawing/2014/main" id="{A360B6C7-31BD-46D5-B67F-42097939A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1454"/>
                <a:ext cx="35" cy="18"/>
              </a:xfrm>
              <a:custGeom>
                <a:avLst/>
                <a:gdLst>
                  <a:gd name="T0" fmla="*/ 0 w 14"/>
                  <a:gd name="T1" fmla="*/ 1700 h 7"/>
                  <a:gd name="T2" fmla="*/ 2938 w 14"/>
                  <a:gd name="T3" fmla="*/ 1700 h 7"/>
                  <a:gd name="T4" fmla="*/ 3438 w 14"/>
                  <a:gd name="T5" fmla="*/ 918 h 7"/>
                  <a:gd name="T6" fmla="*/ 313 w 14"/>
                  <a:gd name="T7" fmla="*/ 918 h 7"/>
                  <a:gd name="T8" fmla="*/ 0 w 14"/>
                  <a:gd name="T9" fmla="*/ 17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0" y="6"/>
                    </a:moveTo>
                    <a:cubicBezTo>
                      <a:pt x="1" y="3"/>
                      <a:pt x="12" y="7"/>
                      <a:pt x="12" y="6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3" y="0"/>
                      <a:pt x="1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0" name="Freeform 1529">
                <a:extLst>
                  <a:ext uri="{FF2B5EF4-FFF2-40B4-BE49-F238E27FC236}">
                    <a16:creationId xmlns:a16="http://schemas.microsoft.com/office/drawing/2014/main" id="{B73B9006-3E67-476F-9E68-2638487DF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363"/>
                <a:ext cx="20" cy="8"/>
              </a:xfrm>
              <a:custGeom>
                <a:avLst/>
                <a:gdLst>
                  <a:gd name="T0" fmla="*/ 0 w 8"/>
                  <a:gd name="T1" fmla="*/ 1059 h 3"/>
                  <a:gd name="T2" fmla="*/ 1300 w 8"/>
                  <a:gd name="T3" fmla="*/ 397 h 3"/>
                  <a:gd name="T4" fmla="*/ 1958 w 8"/>
                  <a:gd name="T5" fmla="*/ 0 h 3"/>
                  <a:gd name="T6" fmla="*/ 1958 w 8"/>
                  <a:gd name="T7" fmla="*/ 0 h 3"/>
                  <a:gd name="T8" fmla="*/ 988 w 8"/>
                  <a:gd name="T9" fmla="*/ 397 h 3"/>
                  <a:gd name="T10" fmla="*/ 0 w 8"/>
                  <a:gd name="T11" fmla="*/ 1059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1" y="2"/>
                      <a:pt x="3" y="2"/>
                      <a:pt x="5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5" y="0"/>
                      <a:pt x="4" y="1"/>
                    </a:cubicBezTo>
                    <a:cubicBezTo>
                      <a:pt x="2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1" name="Freeform 1530">
                <a:extLst>
                  <a:ext uri="{FF2B5EF4-FFF2-40B4-BE49-F238E27FC236}">
                    <a16:creationId xmlns:a16="http://schemas.microsoft.com/office/drawing/2014/main" id="{7FA988A6-DBB4-42F4-899B-DC04EEF91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382"/>
                <a:ext cx="22" cy="8"/>
              </a:xfrm>
              <a:custGeom>
                <a:avLst/>
                <a:gdLst>
                  <a:gd name="T0" fmla="*/ 0 w 9"/>
                  <a:gd name="T1" fmla="*/ 1059 h 3"/>
                  <a:gd name="T2" fmla="*/ 1315 w 9"/>
                  <a:gd name="T3" fmla="*/ 397 h 3"/>
                  <a:gd name="T4" fmla="*/ 1931 w 9"/>
                  <a:gd name="T5" fmla="*/ 0 h 3"/>
                  <a:gd name="T6" fmla="*/ 1931 w 9"/>
                  <a:gd name="T7" fmla="*/ 0 h 3"/>
                  <a:gd name="T8" fmla="*/ 860 w 9"/>
                  <a:gd name="T9" fmla="*/ 397 h 3"/>
                  <a:gd name="T10" fmla="*/ 0 w 9"/>
                  <a:gd name="T11" fmla="*/ 1059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1" y="2"/>
                      <a:pt x="4" y="2"/>
                      <a:pt x="6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1"/>
                      <a:pt x="4" y="1"/>
                    </a:cubicBezTo>
                    <a:cubicBezTo>
                      <a:pt x="2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2" name="Freeform 1531">
                <a:extLst>
                  <a:ext uri="{FF2B5EF4-FFF2-40B4-BE49-F238E27FC236}">
                    <a16:creationId xmlns:a16="http://schemas.microsoft.com/office/drawing/2014/main" id="{17783FC0-487B-4CFF-8786-B858BE797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398"/>
                <a:ext cx="23" cy="5"/>
              </a:xfrm>
              <a:custGeom>
                <a:avLst/>
                <a:gdLst>
                  <a:gd name="T0" fmla="*/ 0 w 9"/>
                  <a:gd name="T1" fmla="*/ 520 h 2"/>
                  <a:gd name="T2" fmla="*/ 1620 w 9"/>
                  <a:gd name="T3" fmla="*/ 0 h 2"/>
                  <a:gd name="T4" fmla="*/ 2520 w 9"/>
                  <a:gd name="T5" fmla="*/ 0 h 2"/>
                  <a:gd name="T6" fmla="*/ 2520 w 9"/>
                  <a:gd name="T7" fmla="*/ 0 h 2"/>
                  <a:gd name="T8" fmla="*/ 1403 w 9"/>
                  <a:gd name="T9" fmla="*/ 0 h 2"/>
                  <a:gd name="T10" fmla="*/ 0 w 9"/>
                  <a:gd name="T11" fmla="*/ 52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2" y="1"/>
                      <a:pt x="4" y="1"/>
                      <a:pt x="6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7" y="0"/>
                      <a:pt x="5" y="0"/>
                    </a:cubicBezTo>
                    <a:cubicBezTo>
                      <a:pt x="3" y="1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3" name="Freeform 1532">
                <a:extLst>
                  <a:ext uri="{FF2B5EF4-FFF2-40B4-BE49-F238E27FC236}">
                    <a16:creationId xmlns:a16="http://schemas.microsoft.com/office/drawing/2014/main" id="{9608E06F-AF86-4F4B-A9F0-BCC9EAABB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1419"/>
                <a:ext cx="23" cy="3"/>
              </a:xfrm>
              <a:custGeom>
                <a:avLst/>
                <a:gdLst>
                  <a:gd name="T0" fmla="*/ 0 w 9"/>
                  <a:gd name="T1" fmla="*/ 729 h 1"/>
                  <a:gd name="T2" fmla="*/ 1973 w 9"/>
                  <a:gd name="T3" fmla="*/ 0 h 1"/>
                  <a:gd name="T4" fmla="*/ 2520 w 9"/>
                  <a:gd name="T5" fmla="*/ 0 h 1"/>
                  <a:gd name="T6" fmla="*/ 2520 w 9"/>
                  <a:gd name="T7" fmla="*/ 0 h 1"/>
                  <a:gd name="T8" fmla="*/ 1403 w 9"/>
                  <a:gd name="T9" fmla="*/ 0 h 1"/>
                  <a:gd name="T10" fmla="*/ 0 w 9"/>
                  <a:gd name="T11" fmla="*/ 729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2" y="0"/>
                      <a:pt x="4" y="0"/>
                      <a:pt x="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7" y="0"/>
                      <a:pt x="5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4" name="Freeform 1533">
                <a:extLst>
                  <a:ext uri="{FF2B5EF4-FFF2-40B4-BE49-F238E27FC236}">
                    <a16:creationId xmlns:a16="http://schemas.microsoft.com/office/drawing/2014/main" id="{2AE52502-8A2C-42F2-8112-72F29627D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432"/>
                <a:ext cx="22" cy="3"/>
              </a:xfrm>
              <a:custGeom>
                <a:avLst/>
                <a:gdLst>
                  <a:gd name="T0" fmla="*/ 0 w 9"/>
                  <a:gd name="T1" fmla="*/ 729 h 1"/>
                  <a:gd name="T2" fmla="*/ 1315 w 9"/>
                  <a:gd name="T3" fmla="*/ 0 h 1"/>
                  <a:gd name="T4" fmla="*/ 1931 w 9"/>
                  <a:gd name="T5" fmla="*/ 0 h 1"/>
                  <a:gd name="T6" fmla="*/ 1931 w 9"/>
                  <a:gd name="T7" fmla="*/ 0 h 1"/>
                  <a:gd name="T8" fmla="*/ 860 w 9"/>
                  <a:gd name="T9" fmla="*/ 0 h 1"/>
                  <a:gd name="T10" fmla="*/ 0 w 9"/>
                  <a:gd name="T11" fmla="*/ 729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1" y="0"/>
                      <a:pt x="4" y="0"/>
                      <a:pt x="6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0"/>
                      <a:pt x="4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5" name="Freeform 1534">
                <a:extLst>
                  <a:ext uri="{FF2B5EF4-FFF2-40B4-BE49-F238E27FC236}">
                    <a16:creationId xmlns:a16="http://schemas.microsoft.com/office/drawing/2014/main" id="{ECC47E6B-BB45-4CC2-B4FD-E83FA720A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448"/>
                <a:ext cx="23" cy="6"/>
              </a:xfrm>
              <a:custGeom>
                <a:avLst/>
                <a:gdLst>
                  <a:gd name="T0" fmla="*/ 0 w 9"/>
                  <a:gd name="T1" fmla="*/ 729 h 2"/>
                  <a:gd name="T2" fmla="*/ 1620 w 9"/>
                  <a:gd name="T3" fmla="*/ 729 h 2"/>
                  <a:gd name="T4" fmla="*/ 2520 w 9"/>
                  <a:gd name="T5" fmla="*/ 1458 h 2"/>
                  <a:gd name="T6" fmla="*/ 2520 w 9"/>
                  <a:gd name="T7" fmla="*/ 1458 h 2"/>
                  <a:gd name="T8" fmla="*/ 1403 w 9"/>
                  <a:gd name="T9" fmla="*/ 729 h 2"/>
                  <a:gd name="T10" fmla="*/ 0 w 9"/>
                  <a:gd name="T11" fmla="*/ 729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2" y="1"/>
                      <a:pt x="4" y="1"/>
                      <a:pt x="6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7" y="1"/>
                      <a:pt x="5" y="1"/>
                    </a:cubicBezTo>
                    <a:cubicBezTo>
                      <a:pt x="3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6" name="Freeform 1535">
                <a:extLst>
                  <a:ext uri="{FF2B5EF4-FFF2-40B4-BE49-F238E27FC236}">
                    <a16:creationId xmlns:a16="http://schemas.microsoft.com/office/drawing/2014/main" id="{64B40FDF-B0FB-4DD7-9FBD-41236BFDF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464"/>
                <a:ext cx="23" cy="3"/>
              </a:xfrm>
              <a:custGeom>
                <a:avLst/>
                <a:gdLst>
                  <a:gd name="T0" fmla="*/ 0 w 9"/>
                  <a:gd name="T1" fmla="*/ 0 h 1"/>
                  <a:gd name="T2" fmla="*/ 1620 w 9"/>
                  <a:gd name="T3" fmla="*/ 729 h 1"/>
                  <a:gd name="T4" fmla="*/ 2520 w 9"/>
                  <a:gd name="T5" fmla="*/ 729 h 1"/>
                  <a:gd name="T6" fmla="*/ 2520 w 9"/>
                  <a:gd name="T7" fmla="*/ 729 h 1"/>
                  <a:gd name="T8" fmla="*/ 1104 w 9"/>
                  <a:gd name="T9" fmla="*/ 0 h 1"/>
                  <a:gd name="T10" fmla="*/ 0 w 9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1" y="0"/>
                      <a:pt x="4" y="1"/>
                      <a:pt x="6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6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7" name="Freeform 1536">
                <a:extLst>
                  <a:ext uri="{FF2B5EF4-FFF2-40B4-BE49-F238E27FC236}">
                    <a16:creationId xmlns:a16="http://schemas.microsoft.com/office/drawing/2014/main" id="{27498531-A050-4204-B2F6-DBCD645F0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350"/>
                <a:ext cx="17" cy="40"/>
              </a:xfrm>
              <a:custGeom>
                <a:avLst/>
                <a:gdLst>
                  <a:gd name="T0" fmla="*/ 170 w 7"/>
                  <a:gd name="T1" fmla="*/ 661 h 15"/>
                  <a:gd name="T2" fmla="*/ 413 w 7"/>
                  <a:gd name="T3" fmla="*/ 3243 h 15"/>
                  <a:gd name="T4" fmla="*/ 831 w 7"/>
                  <a:gd name="T5" fmla="*/ 5405 h 15"/>
                  <a:gd name="T6" fmla="*/ 1243 w 7"/>
                  <a:gd name="T7" fmla="*/ 4701 h 15"/>
                  <a:gd name="T8" fmla="*/ 831 w 7"/>
                  <a:gd name="T9" fmla="*/ 2581 h 15"/>
                  <a:gd name="T10" fmla="*/ 590 w 7"/>
                  <a:gd name="T11" fmla="*/ 0 h 15"/>
                  <a:gd name="T12" fmla="*/ 170 w 7"/>
                  <a:gd name="T13" fmla="*/ 66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5">
                    <a:moveTo>
                      <a:pt x="1" y="2"/>
                    </a:moveTo>
                    <a:cubicBezTo>
                      <a:pt x="0" y="3"/>
                      <a:pt x="1" y="7"/>
                      <a:pt x="2" y="9"/>
                    </a:cubicBezTo>
                    <a:cubicBezTo>
                      <a:pt x="3" y="11"/>
                      <a:pt x="4" y="15"/>
                      <a:pt x="4" y="15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2"/>
                      <a:pt x="5" y="10"/>
                      <a:pt x="4" y="7"/>
                    </a:cubicBezTo>
                    <a:cubicBezTo>
                      <a:pt x="3" y="4"/>
                      <a:pt x="3" y="1"/>
                      <a:pt x="3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8" name="Freeform 1537">
                <a:extLst>
                  <a:ext uri="{FF2B5EF4-FFF2-40B4-BE49-F238E27FC236}">
                    <a16:creationId xmlns:a16="http://schemas.microsoft.com/office/drawing/2014/main" id="{70517FB9-FB63-49DB-9F7E-F913D1D1E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352"/>
                <a:ext cx="15" cy="27"/>
              </a:xfrm>
              <a:custGeom>
                <a:avLst/>
                <a:gdLst>
                  <a:gd name="T0" fmla="*/ 313 w 6"/>
                  <a:gd name="T1" fmla="*/ 1596 h 10"/>
                  <a:gd name="T2" fmla="*/ 783 w 6"/>
                  <a:gd name="T3" fmla="*/ 3877 h 10"/>
                  <a:gd name="T4" fmla="*/ 1300 w 6"/>
                  <a:gd name="T5" fmla="*/ 2719 h 10"/>
                  <a:gd name="T6" fmla="*/ 988 w 6"/>
                  <a:gd name="T7" fmla="*/ 751 h 10"/>
                  <a:gd name="T8" fmla="*/ 783 w 6"/>
                  <a:gd name="T9" fmla="*/ 0 h 10"/>
                  <a:gd name="T10" fmla="*/ 0 w 6"/>
                  <a:gd name="T11" fmla="*/ 0 h 10"/>
                  <a:gd name="T12" fmla="*/ 313 w 6"/>
                  <a:gd name="T13" fmla="*/ 159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1" y="4"/>
                    </a:moveTo>
                    <a:cubicBezTo>
                      <a:pt x="2" y="6"/>
                      <a:pt x="3" y="10"/>
                      <a:pt x="3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5" y="4"/>
                      <a:pt x="4" y="2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9" name="Freeform 1538">
                <a:extLst>
                  <a:ext uri="{FF2B5EF4-FFF2-40B4-BE49-F238E27FC236}">
                    <a16:creationId xmlns:a16="http://schemas.microsoft.com/office/drawing/2014/main" id="{AF6A0F2A-1152-4566-A9B1-13FA0CB07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352"/>
                <a:ext cx="10" cy="11"/>
              </a:xfrm>
              <a:custGeom>
                <a:avLst/>
                <a:gdLst>
                  <a:gd name="T0" fmla="*/ 313 w 4"/>
                  <a:gd name="T1" fmla="*/ 1724 h 4"/>
                  <a:gd name="T2" fmla="*/ 783 w 4"/>
                  <a:gd name="T3" fmla="*/ 976 h 4"/>
                  <a:gd name="T4" fmla="*/ 988 w 4"/>
                  <a:gd name="T5" fmla="*/ 0 h 4"/>
                  <a:gd name="T6" fmla="*/ 0 w 4"/>
                  <a:gd name="T7" fmla="*/ 0 h 4"/>
                  <a:gd name="T8" fmla="*/ 313 w 4"/>
                  <a:gd name="T9" fmla="*/ 17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0" name="Freeform 1539">
                <a:extLst>
                  <a:ext uri="{FF2B5EF4-FFF2-40B4-BE49-F238E27FC236}">
                    <a16:creationId xmlns:a16="http://schemas.microsoft.com/office/drawing/2014/main" id="{BCE020E1-6CB5-4B1B-AED5-8A9F70608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347"/>
                <a:ext cx="33" cy="24"/>
              </a:xfrm>
              <a:custGeom>
                <a:avLst/>
                <a:gdLst>
                  <a:gd name="T0" fmla="*/ 3485 w 13"/>
                  <a:gd name="T1" fmla="*/ 1459 h 9"/>
                  <a:gd name="T2" fmla="*/ 541 w 13"/>
                  <a:gd name="T3" fmla="*/ 397 h 9"/>
                  <a:gd name="T4" fmla="*/ 0 w 13"/>
                  <a:gd name="T5" fmla="*/ 1059 h 9"/>
                  <a:gd name="T6" fmla="*/ 2945 w 13"/>
                  <a:gd name="T7" fmla="*/ 2581 h 9"/>
                  <a:gd name="T8" fmla="*/ 3485 w 13"/>
                  <a:gd name="T9" fmla="*/ 145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3" y="4"/>
                    </a:moveTo>
                    <a:cubicBezTo>
                      <a:pt x="12" y="6"/>
                      <a:pt x="3" y="0"/>
                      <a:pt x="2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9" y="9"/>
                      <a:pt x="11" y="7"/>
                    </a:cubicBezTo>
                    <a:lnTo>
                      <a:pt x="13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1" name="Freeform 1540">
                <a:extLst>
                  <a:ext uri="{FF2B5EF4-FFF2-40B4-BE49-F238E27FC236}">
                    <a16:creationId xmlns:a16="http://schemas.microsoft.com/office/drawing/2014/main" id="{19BDB11B-CB9B-4F1E-AF3C-D32D725C1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352"/>
                <a:ext cx="22" cy="8"/>
              </a:xfrm>
              <a:custGeom>
                <a:avLst/>
                <a:gdLst>
                  <a:gd name="T0" fmla="*/ 1931 w 9"/>
                  <a:gd name="T1" fmla="*/ 1059 h 3"/>
                  <a:gd name="T2" fmla="*/ 616 w 9"/>
                  <a:gd name="T3" fmla="*/ 397 h 3"/>
                  <a:gd name="T4" fmla="*/ 0 w 9"/>
                  <a:gd name="T5" fmla="*/ 0 h 3"/>
                  <a:gd name="T6" fmla="*/ 0 w 9"/>
                  <a:gd name="T7" fmla="*/ 0 h 3"/>
                  <a:gd name="T8" fmla="*/ 860 w 9"/>
                  <a:gd name="T9" fmla="*/ 661 h 3"/>
                  <a:gd name="T10" fmla="*/ 1931 w 9"/>
                  <a:gd name="T11" fmla="*/ 1059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">
                    <a:moveTo>
                      <a:pt x="9" y="3"/>
                    </a:moveTo>
                    <a:cubicBezTo>
                      <a:pt x="7" y="3"/>
                      <a:pt x="5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4" y="2"/>
                    </a:cubicBezTo>
                    <a:cubicBezTo>
                      <a:pt x="6" y="3"/>
                      <a:pt x="7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2" name="Freeform 1541">
                <a:extLst>
                  <a:ext uri="{FF2B5EF4-FFF2-40B4-BE49-F238E27FC236}">
                    <a16:creationId xmlns:a16="http://schemas.microsoft.com/office/drawing/2014/main" id="{76062A64-ED09-4BAD-B831-C354245AD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419"/>
                <a:ext cx="25" cy="35"/>
              </a:xfrm>
              <a:custGeom>
                <a:avLst/>
                <a:gdLst>
                  <a:gd name="T0" fmla="*/ 0 w 10"/>
                  <a:gd name="T1" fmla="*/ 1152 h 13"/>
                  <a:gd name="T2" fmla="*/ 988 w 10"/>
                  <a:gd name="T3" fmla="*/ 3414 h 13"/>
                  <a:gd name="T4" fmla="*/ 2270 w 10"/>
                  <a:gd name="T5" fmla="*/ 4935 h 13"/>
                  <a:gd name="T6" fmla="*/ 2470 w 10"/>
                  <a:gd name="T7" fmla="*/ 3842 h 13"/>
                  <a:gd name="T8" fmla="*/ 1300 w 10"/>
                  <a:gd name="T9" fmla="*/ 2262 h 13"/>
                  <a:gd name="T10" fmla="*/ 0 w 10"/>
                  <a:gd name="T11" fmla="*/ 0 h 13"/>
                  <a:gd name="T12" fmla="*/ 0 w 10"/>
                  <a:gd name="T13" fmla="*/ 115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0" y="3"/>
                    </a:moveTo>
                    <a:cubicBezTo>
                      <a:pt x="0" y="4"/>
                      <a:pt x="2" y="7"/>
                      <a:pt x="4" y="9"/>
                    </a:cubicBezTo>
                    <a:cubicBezTo>
                      <a:pt x="6" y="10"/>
                      <a:pt x="9" y="13"/>
                      <a:pt x="9" y="13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8"/>
                      <a:pt x="7" y="7"/>
                      <a:pt x="5" y="6"/>
                    </a:cubicBezTo>
                    <a:cubicBezTo>
                      <a:pt x="2" y="3"/>
                      <a:pt x="0" y="1"/>
                      <a:pt x="0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3" name="Freeform 1542">
                <a:extLst>
                  <a:ext uri="{FF2B5EF4-FFF2-40B4-BE49-F238E27FC236}">
                    <a16:creationId xmlns:a16="http://schemas.microsoft.com/office/drawing/2014/main" id="{C6D35CE1-E0A3-4323-81E3-8A10FFFC7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403"/>
                <a:ext cx="22" cy="35"/>
              </a:xfrm>
              <a:custGeom>
                <a:avLst/>
                <a:gdLst>
                  <a:gd name="T0" fmla="*/ 0 w 9"/>
                  <a:gd name="T1" fmla="*/ 1580 h 13"/>
                  <a:gd name="T2" fmla="*/ 616 w 9"/>
                  <a:gd name="T3" fmla="*/ 3414 h 13"/>
                  <a:gd name="T4" fmla="*/ 1750 w 9"/>
                  <a:gd name="T5" fmla="*/ 4935 h 13"/>
                  <a:gd name="T6" fmla="*/ 1931 w 9"/>
                  <a:gd name="T7" fmla="*/ 3842 h 13"/>
                  <a:gd name="T8" fmla="*/ 1039 w 9"/>
                  <a:gd name="T9" fmla="*/ 2262 h 13"/>
                  <a:gd name="T10" fmla="*/ 174 w 9"/>
                  <a:gd name="T11" fmla="*/ 0 h 13"/>
                  <a:gd name="T12" fmla="*/ 0 w 9"/>
                  <a:gd name="T13" fmla="*/ 15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0" y="4"/>
                    </a:moveTo>
                    <a:cubicBezTo>
                      <a:pt x="0" y="5"/>
                      <a:pt x="1" y="7"/>
                      <a:pt x="3" y="9"/>
                    </a:cubicBezTo>
                    <a:cubicBezTo>
                      <a:pt x="5" y="10"/>
                      <a:pt x="8" y="13"/>
                      <a:pt x="8" y="13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7" y="7"/>
                      <a:pt x="5" y="6"/>
                    </a:cubicBezTo>
                    <a:cubicBezTo>
                      <a:pt x="1" y="3"/>
                      <a:pt x="1" y="1"/>
                      <a:pt x="1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4" name="Freeform 1543">
                <a:extLst>
                  <a:ext uri="{FF2B5EF4-FFF2-40B4-BE49-F238E27FC236}">
                    <a16:creationId xmlns:a16="http://schemas.microsoft.com/office/drawing/2014/main" id="{80B8BC1F-C4F9-445D-A3C7-166D768BA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384"/>
                <a:ext cx="20" cy="35"/>
              </a:xfrm>
              <a:custGeom>
                <a:avLst/>
                <a:gdLst>
                  <a:gd name="T0" fmla="*/ 0 w 8"/>
                  <a:gd name="T1" fmla="*/ 681 h 13"/>
                  <a:gd name="T2" fmla="*/ 783 w 8"/>
                  <a:gd name="T3" fmla="*/ 3102 h 13"/>
                  <a:gd name="T4" fmla="*/ 1770 w 8"/>
                  <a:gd name="T5" fmla="*/ 4935 h 13"/>
                  <a:gd name="T6" fmla="*/ 1958 w 8"/>
                  <a:gd name="T7" fmla="*/ 3842 h 13"/>
                  <a:gd name="T8" fmla="*/ 1300 w 8"/>
                  <a:gd name="T9" fmla="*/ 1833 h 13"/>
                  <a:gd name="T10" fmla="*/ 313 w 8"/>
                  <a:gd name="T11" fmla="*/ 0 h 13"/>
                  <a:gd name="T12" fmla="*/ 0 w 8"/>
                  <a:gd name="T13" fmla="*/ 681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0" y="2"/>
                    </a:moveTo>
                    <a:cubicBezTo>
                      <a:pt x="0" y="3"/>
                      <a:pt x="1" y="5"/>
                      <a:pt x="3" y="8"/>
                    </a:cubicBezTo>
                    <a:cubicBezTo>
                      <a:pt x="4" y="9"/>
                      <a:pt x="7" y="13"/>
                      <a:pt x="7" y="1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6" y="7"/>
                      <a:pt x="5" y="5"/>
                    </a:cubicBezTo>
                    <a:cubicBezTo>
                      <a:pt x="2" y="2"/>
                      <a:pt x="1" y="1"/>
                      <a:pt x="1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5" name="Freeform 1544">
                <a:extLst>
                  <a:ext uri="{FF2B5EF4-FFF2-40B4-BE49-F238E27FC236}">
                    <a16:creationId xmlns:a16="http://schemas.microsoft.com/office/drawing/2014/main" id="{E6107064-F3F5-4C99-AFBE-91F038AF1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366"/>
                <a:ext cx="20" cy="40"/>
              </a:xfrm>
              <a:custGeom>
                <a:avLst/>
                <a:gdLst>
                  <a:gd name="T0" fmla="*/ 313 w 8"/>
                  <a:gd name="T1" fmla="*/ 1059 h 15"/>
                  <a:gd name="T2" fmla="*/ 783 w 8"/>
                  <a:gd name="T3" fmla="*/ 3640 h 15"/>
                  <a:gd name="T4" fmla="*/ 1488 w 8"/>
                  <a:gd name="T5" fmla="*/ 5405 h 15"/>
                  <a:gd name="T6" fmla="*/ 1958 w 8"/>
                  <a:gd name="T7" fmla="*/ 4301 h 15"/>
                  <a:gd name="T8" fmla="*/ 1300 w 8"/>
                  <a:gd name="T9" fmla="*/ 2581 h 15"/>
                  <a:gd name="T10" fmla="*/ 520 w 8"/>
                  <a:gd name="T11" fmla="*/ 0 h 15"/>
                  <a:gd name="T12" fmla="*/ 313 w 8"/>
                  <a:gd name="T13" fmla="*/ 1059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5">
                    <a:moveTo>
                      <a:pt x="1" y="3"/>
                    </a:moveTo>
                    <a:cubicBezTo>
                      <a:pt x="0" y="4"/>
                      <a:pt x="2" y="7"/>
                      <a:pt x="3" y="10"/>
                    </a:cubicBezTo>
                    <a:cubicBezTo>
                      <a:pt x="4" y="12"/>
                      <a:pt x="6" y="15"/>
                      <a:pt x="6" y="15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7" y="9"/>
                      <a:pt x="5" y="7"/>
                    </a:cubicBezTo>
                    <a:cubicBezTo>
                      <a:pt x="3" y="4"/>
                      <a:pt x="2" y="1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6" name="Freeform 1545">
                <a:extLst>
                  <a:ext uri="{FF2B5EF4-FFF2-40B4-BE49-F238E27FC236}">
                    <a16:creationId xmlns:a16="http://schemas.microsoft.com/office/drawing/2014/main" id="{483DD4AD-FA01-4E7F-ABDF-0335A5CF4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411"/>
                <a:ext cx="30" cy="16"/>
              </a:xfrm>
              <a:custGeom>
                <a:avLst/>
                <a:gdLst>
                  <a:gd name="T0" fmla="*/ 2938 w 12"/>
                  <a:gd name="T1" fmla="*/ 0 h 6"/>
                  <a:gd name="T2" fmla="*/ 0 w 12"/>
                  <a:gd name="T3" fmla="*/ 1059 h 6"/>
                  <a:gd name="T4" fmla="*/ 0 w 12"/>
                  <a:gd name="T5" fmla="*/ 2184 h 6"/>
                  <a:gd name="T6" fmla="*/ 2738 w 12"/>
                  <a:gd name="T7" fmla="*/ 1059 h 6"/>
                  <a:gd name="T8" fmla="*/ 2938 w 1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12" y="0"/>
                    </a:moveTo>
                    <a:cubicBezTo>
                      <a:pt x="11" y="2"/>
                      <a:pt x="1" y="2"/>
                      <a:pt x="0" y="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0" y="6"/>
                      <a:pt x="11" y="3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7" name="Freeform 1546">
                <a:extLst>
                  <a:ext uri="{FF2B5EF4-FFF2-40B4-BE49-F238E27FC236}">
                    <a16:creationId xmlns:a16="http://schemas.microsoft.com/office/drawing/2014/main" id="{5EC02408-3E4D-421A-9815-DAED02174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398"/>
                <a:ext cx="30" cy="16"/>
              </a:xfrm>
              <a:custGeom>
                <a:avLst/>
                <a:gdLst>
                  <a:gd name="T0" fmla="*/ 2938 w 12"/>
                  <a:gd name="T1" fmla="*/ 0 h 6"/>
                  <a:gd name="T2" fmla="*/ 313 w 12"/>
                  <a:gd name="T3" fmla="*/ 661 h 6"/>
                  <a:gd name="T4" fmla="*/ 0 w 12"/>
                  <a:gd name="T5" fmla="*/ 2184 h 6"/>
                  <a:gd name="T6" fmla="*/ 2738 w 12"/>
                  <a:gd name="T7" fmla="*/ 1059 h 6"/>
                  <a:gd name="T8" fmla="*/ 2938 w 1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12" y="0"/>
                    </a:moveTo>
                    <a:cubicBezTo>
                      <a:pt x="11" y="2"/>
                      <a:pt x="1" y="2"/>
                      <a:pt x="1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1" y="6"/>
                      <a:pt x="11" y="3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8" name="Freeform 1547">
                <a:extLst>
                  <a:ext uri="{FF2B5EF4-FFF2-40B4-BE49-F238E27FC236}">
                    <a16:creationId xmlns:a16="http://schemas.microsoft.com/office/drawing/2014/main" id="{57579A1A-11FB-44ED-989A-24FF89734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403"/>
                <a:ext cx="25" cy="3"/>
              </a:xfrm>
              <a:custGeom>
                <a:avLst/>
                <a:gdLst>
                  <a:gd name="T0" fmla="*/ 2470 w 10"/>
                  <a:gd name="T1" fmla="*/ 0 h 1"/>
                  <a:gd name="T2" fmla="*/ 783 w 10"/>
                  <a:gd name="T3" fmla="*/ 0 h 1"/>
                  <a:gd name="T4" fmla="*/ 0 w 10"/>
                  <a:gd name="T5" fmla="*/ 729 h 1"/>
                  <a:gd name="T6" fmla="*/ 313 w 10"/>
                  <a:gd name="T7" fmla="*/ 729 h 1"/>
                  <a:gd name="T8" fmla="*/ 1300 w 10"/>
                  <a:gd name="T9" fmla="*/ 729 h 1"/>
                  <a:gd name="T10" fmla="*/ 2470 w 10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">
                    <a:moveTo>
                      <a:pt x="10" y="0"/>
                    </a:moveTo>
                    <a:cubicBezTo>
                      <a:pt x="8" y="0"/>
                      <a:pt x="6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1"/>
                      <a:pt x="5" y="1"/>
                    </a:cubicBezTo>
                    <a:cubicBezTo>
                      <a:pt x="7" y="1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9" name="Freeform 1548">
                <a:extLst>
                  <a:ext uri="{FF2B5EF4-FFF2-40B4-BE49-F238E27FC236}">
                    <a16:creationId xmlns:a16="http://schemas.microsoft.com/office/drawing/2014/main" id="{C1E40B49-005A-48E8-9EAA-244F555D9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416"/>
                <a:ext cx="23" cy="3"/>
              </a:xfrm>
              <a:custGeom>
                <a:avLst/>
                <a:gdLst>
                  <a:gd name="T0" fmla="*/ 2520 w 9"/>
                  <a:gd name="T1" fmla="*/ 0 h 1"/>
                  <a:gd name="T2" fmla="*/ 848 w 9"/>
                  <a:gd name="T3" fmla="*/ 729 h 1"/>
                  <a:gd name="T4" fmla="*/ 0 w 9"/>
                  <a:gd name="T5" fmla="*/ 729 h 1"/>
                  <a:gd name="T6" fmla="*/ 0 w 9"/>
                  <a:gd name="T7" fmla="*/ 729 h 1"/>
                  <a:gd name="T8" fmla="*/ 1104 w 9"/>
                  <a:gd name="T9" fmla="*/ 729 h 1"/>
                  <a:gd name="T10" fmla="*/ 2520 w 9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7" y="0"/>
                      <a:pt x="5" y="1"/>
                      <a:pt x="3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3" y="1"/>
                      <a:pt x="4" y="1"/>
                    </a:cubicBezTo>
                    <a:cubicBezTo>
                      <a:pt x="6" y="1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0" name="Freeform 1549">
                <a:extLst>
                  <a:ext uri="{FF2B5EF4-FFF2-40B4-BE49-F238E27FC236}">
                    <a16:creationId xmlns:a16="http://schemas.microsoft.com/office/drawing/2014/main" id="{1A20BD34-AEE1-4B1C-8EBA-A6846721A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376"/>
                <a:ext cx="30" cy="16"/>
              </a:xfrm>
              <a:custGeom>
                <a:avLst/>
                <a:gdLst>
                  <a:gd name="T0" fmla="*/ 2938 w 12"/>
                  <a:gd name="T1" fmla="*/ 0 h 6"/>
                  <a:gd name="T2" fmla="*/ 313 w 12"/>
                  <a:gd name="T3" fmla="*/ 1059 h 6"/>
                  <a:gd name="T4" fmla="*/ 0 w 12"/>
                  <a:gd name="T5" fmla="*/ 2184 h 6"/>
                  <a:gd name="T6" fmla="*/ 2738 w 12"/>
                  <a:gd name="T7" fmla="*/ 1459 h 6"/>
                  <a:gd name="T8" fmla="*/ 2938 w 1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12" y="0"/>
                    </a:moveTo>
                    <a:cubicBezTo>
                      <a:pt x="11" y="3"/>
                      <a:pt x="1" y="2"/>
                      <a:pt x="1" y="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1" y="6"/>
                      <a:pt x="11" y="4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1" name="Freeform 1550">
                <a:extLst>
                  <a:ext uri="{FF2B5EF4-FFF2-40B4-BE49-F238E27FC236}">
                    <a16:creationId xmlns:a16="http://schemas.microsoft.com/office/drawing/2014/main" id="{009B9FAD-2C5A-4CE0-A624-806850AB9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384"/>
                <a:ext cx="22" cy="3"/>
              </a:xfrm>
              <a:custGeom>
                <a:avLst/>
                <a:gdLst>
                  <a:gd name="T0" fmla="*/ 1931 w 9"/>
                  <a:gd name="T1" fmla="*/ 0 h 1"/>
                  <a:gd name="T2" fmla="*/ 616 w 9"/>
                  <a:gd name="T3" fmla="*/ 0 h 1"/>
                  <a:gd name="T4" fmla="*/ 0 w 9"/>
                  <a:gd name="T5" fmla="*/ 729 h 1"/>
                  <a:gd name="T6" fmla="*/ 0 w 9"/>
                  <a:gd name="T7" fmla="*/ 729 h 1"/>
                  <a:gd name="T8" fmla="*/ 1039 w 9"/>
                  <a:gd name="T9" fmla="*/ 729 h 1"/>
                  <a:gd name="T10" fmla="*/ 1931 w 9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8" y="0"/>
                      <a:pt x="5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3" y="1"/>
                      <a:pt x="5" y="1"/>
                    </a:cubicBezTo>
                    <a:cubicBezTo>
                      <a:pt x="7" y="1"/>
                      <a:pt x="8" y="0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2" name="Freeform 1551">
                <a:extLst>
                  <a:ext uri="{FF2B5EF4-FFF2-40B4-BE49-F238E27FC236}">
                    <a16:creationId xmlns:a16="http://schemas.microsoft.com/office/drawing/2014/main" id="{C7D606C1-2DE7-4AA2-8654-992F4ED20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363"/>
                <a:ext cx="35" cy="19"/>
              </a:xfrm>
              <a:custGeom>
                <a:avLst/>
                <a:gdLst>
                  <a:gd name="T0" fmla="*/ 3438 w 14"/>
                  <a:gd name="T1" fmla="*/ 760 h 7"/>
                  <a:gd name="T2" fmla="*/ 520 w 14"/>
                  <a:gd name="T3" fmla="*/ 442 h 7"/>
                  <a:gd name="T4" fmla="*/ 0 w 14"/>
                  <a:gd name="T5" fmla="*/ 1620 h 7"/>
                  <a:gd name="T6" fmla="*/ 2938 w 14"/>
                  <a:gd name="T7" fmla="*/ 2063 h 7"/>
                  <a:gd name="T8" fmla="*/ 3438 w 14"/>
                  <a:gd name="T9" fmla="*/ 7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4" y="2"/>
                    </a:moveTo>
                    <a:cubicBezTo>
                      <a:pt x="12" y="4"/>
                      <a:pt x="3" y="0"/>
                      <a:pt x="2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0" y="7"/>
                      <a:pt x="12" y="5"/>
                    </a:cubicBez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3" name="Freeform 1552">
                <a:extLst>
                  <a:ext uri="{FF2B5EF4-FFF2-40B4-BE49-F238E27FC236}">
                    <a16:creationId xmlns:a16="http://schemas.microsoft.com/office/drawing/2014/main" id="{AAE06CF2-B536-42C0-9528-06AF9026F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368"/>
                <a:ext cx="23" cy="6"/>
              </a:xfrm>
              <a:custGeom>
                <a:avLst/>
                <a:gdLst>
                  <a:gd name="T0" fmla="*/ 2520 w 9"/>
                  <a:gd name="T1" fmla="*/ 1458 h 2"/>
                  <a:gd name="T2" fmla="*/ 848 w 9"/>
                  <a:gd name="T3" fmla="*/ 0 h 2"/>
                  <a:gd name="T4" fmla="*/ 0 w 9"/>
                  <a:gd name="T5" fmla="*/ 0 h 2"/>
                  <a:gd name="T6" fmla="*/ 0 w 9"/>
                  <a:gd name="T7" fmla="*/ 0 h 2"/>
                  <a:gd name="T8" fmla="*/ 1104 w 9"/>
                  <a:gd name="T9" fmla="*/ 729 h 2"/>
                  <a:gd name="T10" fmla="*/ 2520 w 9"/>
                  <a:gd name="T11" fmla="*/ 1458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9" y="2"/>
                    </a:moveTo>
                    <a:cubicBezTo>
                      <a:pt x="7" y="2"/>
                      <a:pt x="5" y="1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4" y="1"/>
                    </a:cubicBezTo>
                    <a:cubicBezTo>
                      <a:pt x="6" y="2"/>
                      <a:pt x="7" y="2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4" name="Freeform 1553">
                <a:extLst>
                  <a:ext uri="{FF2B5EF4-FFF2-40B4-BE49-F238E27FC236}">
                    <a16:creationId xmlns:a16="http://schemas.microsoft.com/office/drawing/2014/main" id="{77ED321D-C4E4-47B6-8446-1815B0BA7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459"/>
                <a:ext cx="30" cy="24"/>
              </a:xfrm>
              <a:custGeom>
                <a:avLst/>
                <a:gdLst>
                  <a:gd name="T0" fmla="*/ 0 w 12"/>
                  <a:gd name="T1" fmla="*/ 1059 h 9"/>
                  <a:gd name="T2" fmla="*/ 1488 w 12"/>
                  <a:gd name="T3" fmla="*/ 2581 h 9"/>
                  <a:gd name="T4" fmla="*/ 2938 w 12"/>
                  <a:gd name="T5" fmla="*/ 3243 h 9"/>
                  <a:gd name="T6" fmla="*/ 2938 w 12"/>
                  <a:gd name="T7" fmla="*/ 2184 h 9"/>
                  <a:gd name="T8" fmla="*/ 1488 w 12"/>
                  <a:gd name="T9" fmla="*/ 1059 h 9"/>
                  <a:gd name="T10" fmla="*/ 0 w 12"/>
                  <a:gd name="T11" fmla="*/ 0 h 9"/>
                  <a:gd name="T12" fmla="*/ 0 w 12"/>
                  <a:gd name="T13" fmla="*/ 105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0" y="3"/>
                    </a:moveTo>
                    <a:cubicBezTo>
                      <a:pt x="1" y="4"/>
                      <a:pt x="4" y="6"/>
                      <a:pt x="6" y="7"/>
                    </a:cubicBezTo>
                    <a:cubicBezTo>
                      <a:pt x="8" y="7"/>
                      <a:pt x="12" y="9"/>
                      <a:pt x="12" y="9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9" y="4"/>
                      <a:pt x="6" y="3"/>
                    </a:cubicBezTo>
                    <a:cubicBezTo>
                      <a:pt x="3" y="2"/>
                      <a:pt x="0" y="1"/>
                      <a:pt x="0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5" name="Freeform 1554">
                <a:extLst>
                  <a:ext uri="{FF2B5EF4-FFF2-40B4-BE49-F238E27FC236}">
                    <a16:creationId xmlns:a16="http://schemas.microsoft.com/office/drawing/2014/main" id="{2D5A8909-9CEE-4CC4-B1AB-99228A801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443"/>
                <a:ext cx="30" cy="24"/>
              </a:xfrm>
              <a:custGeom>
                <a:avLst/>
                <a:gdLst>
                  <a:gd name="T0" fmla="*/ 0 w 12"/>
                  <a:gd name="T1" fmla="*/ 1459 h 9"/>
                  <a:gd name="T2" fmla="*/ 1488 w 12"/>
                  <a:gd name="T3" fmla="*/ 2581 h 9"/>
                  <a:gd name="T4" fmla="*/ 2938 w 12"/>
                  <a:gd name="T5" fmla="*/ 3243 h 9"/>
                  <a:gd name="T6" fmla="*/ 2738 w 12"/>
                  <a:gd name="T7" fmla="*/ 2184 h 9"/>
                  <a:gd name="T8" fmla="*/ 1488 w 12"/>
                  <a:gd name="T9" fmla="*/ 1459 h 9"/>
                  <a:gd name="T10" fmla="*/ 0 w 12"/>
                  <a:gd name="T11" fmla="*/ 0 h 9"/>
                  <a:gd name="T12" fmla="*/ 0 w 12"/>
                  <a:gd name="T13" fmla="*/ 145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1" y="5"/>
                      <a:pt x="3" y="6"/>
                      <a:pt x="6" y="7"/>
                    </a:cubicBezTo>
                    <a:cubicBezTo>
                      <a:pt x="8" y="8"/>
                      <a:pt x="12" y="9"/>
                      <a:pt x="12" y="9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8" y="5"/>
                      <a:pt x="6" y="4"/>
                    </a:cubicBezTo>
                    <a:cubicBezTo>
                      <a:pt x="2" y="3"/>
                      <a:pt x="0" y="1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6" name="Freeform 1555">
                <a:extLst>
                  <a:ext uri="{FF2B5EF4-FFF2-40B4-BE49-F238E27FC236}">
                    <a16:creationId xmlns:a16="http://schemas.microsoft.com/office/drawing/2014/main" id="{BDB2610F-70F4-4E21-91BA-FD760EB77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440"/>
                <a:ext cx="25" cy="27"/>
              </a:xfrm>
              <a:custGeom>
                <a:avLst/>
                <a:gdLst>
                  <a:gd name="T0" fmla="*/ 2270 w 10"/>
                  <a:gd name="T1" fmla="*/ 0 h 10"/>
                  <a:gd name="T2" fmla="*/ 0 w 10"/>
                  <a:gd name="T3" fmla="*/ 2719 h 10"/>
                  <a:gd name="T4" fmla="*/ 0 w 10"/>
                  <a:gd name="T5" fmla="*/ 3877 h 10"/>
                  <a:gd name="T6" fmla="*/ 2470 w 10"/>
                  <a:gd name="T7" fmla="*/ 1158 h 10"/>
                  <a:gd name="T8" fmla="*/ 2270 w 10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0"/>
                    </a:moveTo>
                    <a:cubicBezTo>
                      <a:pt x="10" y="3"/>
                      <a:pt x="0" y="6"/>
                      <a:pt x="0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0" y="6"/>
                      <a:pt x="10" y="3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7" name="Freeform 1556">
                <a:extLst>
                  <a:ext uri="{FF2B5EF4-FFF2-40B4-BE49-F238E27FC236}">
                    <a16:creationId xmlns:a16="http://schemas.microsoft.com/office/drawing/2014/main" id="{7458B4E0-0E7D-45A7-8F24-0B01976B6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427"/>
                <a:ext cx="25" cy="27"/>
              </a:xfrm>
              <a:custGeom>
                <a:avLst/>
                <a:gdLst>
                  <a:gd name="T0" fmla="*/ 2270 w 10"/>
                  <a:gd name="T1" fmla="*/ 0 h 10"/>
                  <a:gd name="T2" fmla="*/ 0 w 10"/>
                  <a:gd name="T3" fmla="*/ 2282 h 10"/>
                  <a:gd name="T4" fmla="*/ 0 w 10"/>
                  <a:gd name="T5" fmla="*/ 3877 h 10"/>
                  <a:gd name="T6" fmla="*/ 2470 w 10"/>
                  <a:gd name="T7" fmla="*/ 1158 h 10"/>
                  <a:gd name="T8" fmla="*/ 2270 w 10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0"/>
                    </a:moveTo>
                    <a:cubicBezTo>
                      <a:pt x="10" y="2"/>
                      <a:pt x="0" y="6"/>
                      <a:pt x="0" y="6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0" y="6"/>
                      <a:pt x="10" y="3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8" name="Freeform 1557">
                <a:extLst>
                  <a:ext uri="{FF2B5EF4-FFF2-40B4-BE49-F238E27FC236}">
                    <a16:creationId xmlns:a16="http://schemas.microsoft.com/office/drawing/2014/main" id="{D6B3348B-7007-4342-A5D9-CF15E7769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432"/>
                <a:ext cx="20" cy="11"/>
              </a:xfrm>
              <a:custGeom>
                <a:avLst/>
                <a:gdLst>
                  <a:gd name="T0" fmla="*/ 1958 w 8"/>
                  <a:gd name="T1" fmla="*/ 0 h 4"/>
                  <a:gd name="T2" fmla="*/ 520 w 8"/>
                  <a:gd name="T3" fmla="*/ 1271 h 4"/>
                  <a:gd name="T4" fmla="*/ 0 w 8"/>
                  <a:gd name="T5" fmla="*/ 1724 h 4"/>
                  <a:gd name="T6" fmla="*/ 0 w 8"/>
                  <a:gd name="T7" fmla="*/ 1724 h 4"/>
                  <a:gd name="T8" fmla="*/ 988 w 8"/>
                  <a:gd name="T9" fmla="*/ 1271 h 4"/>
                  <a:gd name="T10" fmla="*/ 1958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7" y="1"/>
                      <a:pt x="4" y="2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2" y="4"/>
                      <a:pt x="4" y="3"/>
                    </a:cubicBezTo>
                    <a:cubicBezTo>
                      <a:pt x="6" y="2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9" name="Freeform 1558">
                <a:extLst>
                  <a:ext uri="{FF2B5EF4-FFF2-40B4-BE49-F238E27FC236}">
                    <a16:creationId xmlns:a16="http://schemas.microsoft.com/office/drawing/2014/main" id="{D79C0656-F410-406E-B34B-55333DD66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446"/>
                <a:ext cx="20" cy="10"/>
              </a:xfrm>
              <a:custGeom>
                <a:avLst/>
                <a:gdLst>
                  <a:gd name="T0" fmla="*/ 1958 w 8"/>
                  <a:gd name="T1" fmla="*/ 0 h 4"/>
                  <a:gd name="T2" fmla="*/ 783 w 8"/>
                  <a:gd name="T3" fmla="*/ 783 h 4"/>
                  <a:gd name="T4" fmla="*/ 0 w 8"/>
                  <a:gd name="T5" fmla="*/ 988 h 4"/>
                  <a:gd name="T6" fmla="*/ 0 w 8"/>
                  <a:gd name="T7" fmla="*/ 988 h 4"/>
                  <a:gd name="T8" fmla="*/ 988 w 8"/>
                  <a:gd name="T9" fmla="*/ 783 h 4"/>
                  <a:gd name="T10" fmla="*/ 1958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7" y="1"/>
                      <a:pt x="5" y="2"/>
                      <a:pt x="3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3" y="4"/>
                      <a:pt x="4" y="3"/>
                    </a:cubicBezTo>
                    <a:cubicBezTo>
                      <a:pt x="6" y="2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0" name="Freeform 1559">
                <a:extLst>
                  <a:ext uri="{FF2B5EF4-FFF2-40B4-BE49-F238E27FC236}">
                    <a16:creationId xmlns:a16="http://schemas.microsoft.com/office/drawing/2014/main" id="{60C1F433-E5DD-4E32-BC47-C57D1F1EB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520"/>
                <a:ext cx="38" cy="14"/>
              </a:xfrm>
              <a:custGeom>
                <a:avLst/>
                <a:gdLst>
                  <a:gd name="T0" fmla="*/ 540 w 15"/>
                  <a:gd name="T1" fmla="*/ 2391 h 5"/>
                  <a:gd name="T2" fmla="*/ 2386 w 15"/>
                  <a:gd name="T3" fmla="*/ 2391 h 5"/>
                  <a:gd name="T4" fmla="*/ 3955 w 15"/>
                  <a:gd name="T5" fmla="*/ 1364 h 5"/>
                  <a:gd name="T6" fmla="*/ 3466 w 15"/>
                  <a:gd name="T7" fmla="*/ 487 h 5"/>
                  <a:gd name="T8" fmla="*/ 1900 w 15"/>
                  <a:gd name="T9" fmla="*/ 1050 h 5"/>
                  <a:gd name="T10" fmla="*/ 0 w 15"/>
                  <a:gd name="T11" fmla="*/ 1050 h 5"/>
                  <a:gd name="T12" fmla="*/ 540 w 15"/>
                  <a:gd name="T13" fmla="*/ 2391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2" y="5"/>
                    </a:moveTo>
                    <a:cubicBezTo>
                      <a:pt x="2" y="5"/>
                      <a:pt x="6" y="5"/>
                      <a:pt x="9" y="5"/>
                    </a:cubicBezTo>
                    <a:cubicBezTo>
                      <a:pt x="11" y="4"/>
                      <a:pt x="15" y="3"/>
                      <a:pt x="15" y="3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0" y="1"/>
                      <a:pt x="7" y="2"/>
                    </a:cubicBezTo>
                    <a:cubicBezTo>
                      <a:pt x="3" y="3"/>
                      <a:pt x="0" y="3"/>
                      <a:pt x="0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1" name="Freeform 1560">
                <a:extLst>
                  <a:ext uri="{FF2B5EF4-FFF2-40B4-BE49-F238E27FC236}">
                    <a16:creationId xmlns:a16="http://schemas.microsoft.com/office/drawing/2014/main" id="{93D2E532-CAE7-400A-A139-FF5C01A1C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10"/>
                <a:ext cx="38" cy="13"/>
              </a:xfrm>
              <a:custGeom>
                <a:avLst/>
                <a:gdLst>
                  <a:gd name="T0" fmla="*/ 540 w 15"/>
                  <a:gd name="T1" fmla="*/ 1196 h 5"/>
                  <a:gd name="T2" fmla="*/ 2386 w 15"/>
                  <a:gd name="T3" fmla="*/ 1547 h 5"/>
                  <a:gd name="T4" fmla="*/ 3955 w 15"/>
                  <a:gd name="T5" fmla="*/ 1196 h 5"/>
                  <a:gd name="T6" fmla="*/ 3466 w 15"/>
                  <a:gd name="T7" fmla="*/ 372 h 5"/>
                  <a:gd name="T8" fmla="*/ 1900 w 15"/>
                  <a:gd name="T9" fmla="*/ 595 h 5"/>
                  <a:gd name="T10" fmla="*/ 0 w 15"/>
                  <a:gd name="T11" fmla="*/ 595 h 5"/>
                  <a:gd name="T12" fmla="*/ 540 w 15"/>
                  <a:gd name="T13" fmla="*/ 1196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2" y="4"/>
                    </a:moveTo>
                    <a:cubicBezTo>
                      <a:pt x="3" y="5"/>
                      <a:pt x="6" y="5"/>
                      <a:pt x="9" y="5"/>
                    </a:cubicBezTo>
                    <a:cubicBezTo>
                      <a:pt x="11" y="5"/>
                      <a:pt x="15" y="4"/>
                      <a:pt x="15" y="4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9" y="2"/>
                      <a:pt x="7" y="2"/>
                    </a:cubicBezTo>
                    <a:cubicBezTo>
                      <a:pt x="3" y="3"/>
                      <a:pt x="1" y="2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2" name="Freeform 1561">
                <a:extLst>
                  <a:ext uri="{FF2B5EF4-FFF2-40B4-BE49-F238E27FC236}">
                    <a16:creationId xmlns:a16="http://schemas.microsoft.com/office/drawing/2014/main" id="{FF7BCCC1-2F84-4C29-B5B2-83A51691B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494"/>
                <a:ext cx="35" cy="10"/>
              </a:xfrm>
              <a:custGeom>
                <a:avLst/>
                <a:gdLst>
                  <a:gd name="T0" fmla="*/ 520 w 14"/>
                  <a:gd name="T1" fmla="*/ 783 h 4"/>
                  <a:gd name="T2" fmla="*/ 1958 w 14"/>
                  <a:gd name="T3" fmla="*/ 988 h 4"/>
                  <a:gd name="T4" fmla="*/ 3438 w 14"/>
                  <a:gd name="T5" fmla="*/ 988 h 4"/>
                  <a:gd name="T6" fmla="*/ 2938 w 14"/>
                  <a:gd name="T7" fmla="*/ 313 h 4"/>
                  <a:gd name="T8" fmla="*/ 1770 w 14"/>
                  <a:gd name="T9" fmla="*/ 313 h 4"/>
                  <a:gd name="T10" fmla="*/ 0 w 14"/>
                  <a:gd name="T11" fmla="*/ 0 h 4"/>
                  <a:gd name="T12" fmla="*/ 520 w 14"/>
                  <a:gd name="T13" fmla="*/ 783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">
                    <a:moveTo>
                      <a:pt x="2" y="3"/>
                    </a:moveTo>
                    <a:cubicBezTo>
                      <a:pt x="2" y="4"/>
                      <a:pt x="5" y="4"/>
                      <a:pt x="8" y="4"/>
                    </a:cubicBezTo>
                    <a:cubicBezTo>
                      <a:pt x="10" y="4"/>
                      <a:pt x="14" y="4"/>
                      <a:pt x="14" y="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9" y="1"/>
                      <a:pt x="7" y="1"/>
                    </a:cubicBezTo>
                    <a:cubicBezTo>
                      <a:pt x="3" y="1"/>
                      <a:pt x="1" y="1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3" name="Freeform 1562">
                <a:extLst>
                  <a:ext uri="{FF2B5EF4-FFF2-40B4-BE49-F238E27FC236}">
                    <a16:creationId xmlns:a16="http://schemas.microsoft.com/office/drawing/2014/main" id="{60D42A02-27D6-483C-A3A2-3C2E3E68C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478"/>
                <a:ext cx="38" cy="18"/>
              </a:xfrm>
              <a:custGeom>
                <a:avLst/>
                <a:gdLst>
                  <a:gd name="T0" fmla="*/ 540 w 15"/>
                  <a:gd name="T1" fmla="*/ 918 h 7"/>
                  <a:gd name="T2" fmla="*/ 2098 w 15"/>
                  <a:gd name="T3" fmla="*/ 1700 h 7"/>
                  <a:gd name="T4" fmla="*/ 3955 w 15"/>
                  <a:gd name="T5" fmla="*/ 2003 h 7"/>
                  <a:gd name="T6" fmla="*/ 3466 w 15"/>
                  <a:gd name="T7" fmla="*/ 1137 h 7"/>
                  <a:gd name="T8" fmla="*/ 2098 w 15"/>
                  <a:gd name="T9" fmla="*/ 918 h 7"/>
                  <a:gd name="T10" fmla="*/ 0 w 15"/>
                  <a:gd name="T11" fmla="*/ 0 h 7"/>
                  <a:gd name="T12" fmla="*/ 540 w 15"/>
                  <a:gd name="T13" fmla="*/ 91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7">
                    <a:moveTo>
                      <a:pt x="2" y="3"/>
                    </a:moveTo>
                    <a:cubicBezTo>
                      <a:pt x="2" y="5"/>
                      <a:pt x="6" y="5"/>
                      <a:pt x="8" y="6"/>
                    </a:cubicBezTo>
                    <a:cubicBezTo>
                      <a:pt x="11" y="6"/>
                      <a:pt x="15" y="7"/>
                      <a:pt x="15" y="7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0" y="3"/>
                      <a:pt x="8" y="3"/>
                    </a:cubicBezTo>
                    <a:cubicBezTo>
                      <a:pt x="4" y="2"/>
                      <a:pt x="1" y="1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4" name="Freeform 1563">
                <a:extLst>
                  <a:ext uri="{FF2B5EF4-FFF2-40B4-BE49-F238E27FC236}">
                    <a16:creationId xmlns:a16="http://schemas.microsoft.com/office/drawing/2014/main" id="{C61E609D-2056-4A20-B212-8B6255F93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499"/>
                <a:ext cx="22" cy="35"/>
              </a:xfrm>
              <a:custGeom>
                <a:avLst/>
                <a:gdLst>
                  <a:gd name="T0" fmla="*/ 1315 w 9"/>
                  <a:gd name="T1" fmla="*/ 0 h 13"/>
                  <a:gd name="T2" fmla="*/ 174 w 9"/>
                  <a:gd name="T3" fmla="*/ 3842 h 13"/>
                  <a:gd name="T4" fmla="*/ 616 w 9"/>
                  <a:gd name="T5" fmla="*/ 4935 h 13"/>
                  <a:gd name="T6" fmla="*/ 1750 w 9"/>
                  <a:gd name="T7" fmla="*/ 681 h 13"/>
                  <a:gd name="T8" fmla="*/ 1315 w 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6" y="0"/>
                    </a:moveTo>
                    <a:cubicBezTo>
                      <a:pt x="7" y="1"/>
                      <a:pt x="0" y="9"/>
                      <a:pt x="1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2"/>
                      <a:pt x="9" y="4"/>
                      <a:pt x="8" y="2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5" name="Freeform 1564">
                <a:extLst>
                  <a:ext uri="{FF2B5EF4-FFF2-40B4-BE49-F238E27FC236}">
                    <a16:creationId xmlns:a16="http://schemas.microsoft.com/office/drawing/2014/main" id="{CFAD7388-8157-44F2-B24B-7DC1336DE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486"/>
                <a:ext cx="23" cy="37"/>
              </a:xfrm>
              <a:custGeom>
                <a:avLst/>
                <a:gdLst>
                  <a:gd name="T0" fmla="*/ 1403 w 9"/>
                  <a:gd name="T1" fmla="*/ 0 h 14"/>
                  <a:gd name="T2" fmla="*/ 0 w 9"/>
                  <a:gd name="T3" fmla="*/ 3766 h 14"/>
                  <a:gd name="T4" fmla="*/ 549 w 9"/>
                  <a:gd name="T5" fmla="*/ 4784 h 14"/>
                  <a:gd name="T6" fmla="*/ 1973 w 9"/>
                  <a:gd name="T7" fmla="*/ 1033 h 14"/>
                  <a:gd name="T8" fmla="*/ 1403 w 9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5" y="0"/>
                    </a:moveTo>
                    <a:cubicBezTo>
                      <a:pt x="7" y="2"/>
                      <a:pt x="0" y="10"/>
                      <a:pt x="0" y="11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9" y="5"/>
                      <a:pt x="7" y="3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6" name="Freeform 1565">
                <a:extLst>
                  <a:ext uri="{FF2B5EF4-FFF2-40B4-BE49-F238E27FC236}">
                    <a16:creationId xmlns:a16="http://schemas.microsoft.com/office/drawing/2014/main" id="{00D56CFF-1033-4CBA-9885-BB09A43A3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494"/>
                <a:ext cx="12" cy="18"/>
              </a:xfrm>
              <a:custGeom>
                <a:avLst/>
                <a:gdLst>
                  <a:gd name="T0" fmla="*/ 967 w 5"/>
                  <a:gd name="T1" fmla="*/ 0 h 7"/>
                  <a:gd name="T2" fmla="*/ 403 w 5"/>
                  <a:gd name="T3" fmla="*/ 1448 h 7"/>
                  <a:gd name="T4" fmla="*/ 0 w 5"/>
                  <a:gd name="T5" fmla="*/ 2003 h 7"/>
                  <a:gd name="T6" fmla="*/ 0 w 5"/>
                  <a:gd name="T7" fmla="*/ 2003 h 7"/>
                  <a:gd name="T8" fmla="*/ 564 w 5"/>
                  <a:gd name="T9" fmla="*/ 1137 h 7"/>
                  <a:gd name="T10" fmla="*/ 967 w 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1"/>
                      <a:pt x="3" y="3"/>
                      <a:pt x="2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2" y="5"/>
                      <a:pt x="3" y="4"/>
                    </a:cubicBezTo>
                    <a:cubicBezTo>
                      <a:pt x="4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7" name="Freeform 1566">
                <a:extLst>
                  <a:ext uri="{FF2B5EF4-FFF2-40B4-BE49-F238E27FC236}">
                    <a16:creationId xmlns:a16="http://schemas.microsoft.com/office/drawing/2014/main" id="{E64597D6-67B2-40DB-A382-B256E4A47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02"/>
                <a:ext cx="12" cy="21"/>
              </a:xfrm>
              <a:custGeom>
                <a:avLst/>
                <a:gdLst>
                  <a:gd name="T0" fmla="*/ 967 w 5"/>
                  <a:gd name="T1" fmla="*/ 0 h 8"/>
                  <a:gd name="T2" fmla="*/ 168 w 5"/>
                  <a:gd name="T3" fmla="*/ 1992 h 8"/>
                  <a:gd name="T4" fmla="*/ 0 w 5"/>
                  <a:gd name="T5" fmla="*/ 2604 h 8"/>
                  <a:gd name="T6" fmla="*/ 0 w 5"/>
                  <a:gd name="T7" fmla="*/ 2604 h 8"/>
                  <a:gd name="T8" fmla="*/ 564 w 5"/>
                  <a:gd name="T9" fmla="*/ 1612 h 8"/>
                  <a:gd name="T10" fmla="*/ 967 w 5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4" y="2"/>
                      <a:pt x="3" y="4"/>
                      <a:pt x="1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2" y="6"/>
                      <a:pt x="3" y="5"/>
                    </a:cubicBezTo>
                    <a:cubicBezTo>
                      <a:pt x="4" y="3"/>
                      <a:pt x="4" y="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8" name="Freeform 1567">
                <a:extLst>
                  <a:ext uri="{FF2B5EF4-FFF2-40B4-BE49-F238E27FC236}">
                    <a16:creationId xmlns:a16="http://schemas.microsoft.com/office/drawing/2014/main" id="{36488CF6-3129-4256-BB97-7FA20DA34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467"/>
                <a:ext cx="23" cy="37"/>
              </a:xfrm>
              <a:custGeom>
                <a:avLst/>
                <a:gdLst>
                  <a:gd name="T0" fmla="*/ 1403 w 9"/>
                  <a:gd name="T1" fmla="*/ 0 h 14"/>
                  <a:gd name="T2" fmla="*/ 0 w 9"/>
                  <a:gd name="T3" fmla="*/ 3766 h 14"/>
                  <a:gd name="T4" fmla="*/ 549 w 9"/>
                  <a:gd name="T5" fmla="*/ 4784 h 14"/>
                  <a:gd name="T6" fmla="*/ 1973 w 9"/>
                  <a:gd name="T7" fmla="*/ 1033 h 14"/>
                  <a:gd name="T8" fmla="*/ 1403 w 9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5" y="0"/>
                    </a:moveTo>
                    <a:cubicBezTo>
                      <a:pt x="7" y="2"/>
                      <a:pt x="0" y="10"/>
                      <a:pt x="0" y="11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9" y="5"/>
                      <a:pt x="7" y="3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9" name="Freeform 1568">
                <a:extLst>
                  <a:ext uri="{FF2B5EF4-FFF2-40B4-BE49-F238E27FC236}">
                    <a16:creationId xmlns:a16="http://schemas.microsoft.com/office/drawing/2014/main" id="{C9F2FD69-3227-47D7-9A37-CBA9CDB9F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475"/>
                <a:ext cx="12" cy="21"/>
              </a:xfrm>
              <a:custGeom>
                <a:avLst/>
                <a:gdLst>
                  <a:gd name="T0" fmla="*/ 967 w 5"/>
                  <a:gd name="T1" fmla="*/ 0 h 8"/>
                  <a:gd name="T2" fmla="*/ 403 w 5"/>
                  <a:gd name="T3" fmla="*/ 1612 h 8"/>
                  <a:gd name="T4" fmla="*/ 0 w 5"/>
                  <a:gd name="T5" fmla="*/ 2604 h 8"/>
                  <a:gd name="T6" fmla="*/ 0 w 5"/>
                  <a:gd name="T7" fmla="*/ 2604 h 8"/>
                  <a:gd name="T8" fmla="*/ 564 w 5"/>
                  <a:gd name="T9" fmla="*/ 1378 h 8"/>
                  <a:gd name="T10" fmla="*/ 967 w 5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5" y="2"/>
                      <a:pt x="3" y="4"/>
                      <a:pt x="2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2" y="6"/>
                      <a:pt x="3" y="4"/>
                    </a:cubicBezTo>
                    <a:cubicBezTo>
                      <a:pt x="4" y="3"/>
                      <a:pt x="5" y="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0" name="Freeform 1569">
                <a:extLst>
                  <a:ext uri="{FF2B5EF4-FFF2-40B4-BE49-F238E27FC236}">
                    <a16:creationId xmlns:a16="http://schemas.microsoft.com/office/drawing/2014/main" id="{0693D1A0-E50C-4915-8008-877447908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456"/>
                <a:ext cx="28" cy="32"/>
              </a:xfrm>
              <a:custGeom>
                <a:avLst/>
                <a:gdLst>
                  <a:gd name="T0" fmla="*/ 2474 w 11"/>
                  <a:gd name="T1" fmla="*/ 0 h 12"/>
                  <a:gd name="T2" fmla="*/ 0 w 11"/>
                  <a:gd name="T3" fmla="*/ 3243 h 12"/>
                  <a:gd name="T4" fmla="*/ 545 w 11"/>
                  <a:gd name="T5" fmla="*/ 4301 h 12"/>
                  <a:gd name="T6" fmla="*/ 2688 w 11"/>
                  <a:gd name="T7" fmla="*/ 1059 h 12"/>
                  <a:gd name="T8" fmla="*/ 2474 w 1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9" y="0"/>
                    </a:moveTo>
                    <a:cubicBezTo>
                      <a:pt x="9" y="3"/>
                      <a:pt x="0" y="8"/>
                      <a:pt x="0" y="9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1" y="6"/>
                      <a:pt x="10" y="3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1" name="Freeform 1570">
                <a:extLst>
                  <a:ext uri="{FF2B5EF4-FFF2-40B4-BE49-F238E27FC236}">
                    <a16:creationId xmlns:a16="http://schemas.microsoft.com/office/drawing/2014/main" id="{DB4317CB-DECC-4DB3-AAC6-367006376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464"/>
                <a:ext cx="20" cy="14"/>
              </a:xfrm>
              <a:custGeom>
                <a:avLst/>
                <a:gdLst>
                  <a:gd name="T0" fmla="*/ 1958 w 8"/>
                  <a:gd name="T1" fmla="*/ 0 h 5"/>
                  <a:gd name="T2" fmla="*/ 783 w 8"/>
                  <a:gd name="T3" fmla="*/ 1912 h 5"/>
                  <a:gd name="T4" fmla="*/ 0 w 8"/>
                  <a:gd name="T5" fmla="*/ 2391 h 5"/>
                  <a:gd name="T6" fmla="*/ 0 w 8"/>
                  <a:gd name="T7" fmla="*/ 2391 h 5"/>
                  <a:gd name="T8" fmla="*/ 988 w 8"/>
                  <a:gd name="T9" fmla="*/ 1364 h 5"/>
                  <a:gd name="T10" fmla="*/ 1958 w 8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cubicBezTo>
                      <a:pt x="7" y="1"/>
                      <a:pt x="4" y="2"/>
                      <a:pt x="3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3" y="4"/>
                      <a:pt x="4" y="3"/>
                    </a:cubicBezTo>
                    <a:cubicBezTo>
                      <a:pt x="6" y="2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2" name="Freeform 1571">
                <a:extLst>
                  <a:ext uri="{FF2B5EF4-FFF2-40B4-BE49-F238E27FC236}">
                    <a16:creationId xmlns:a16="http://schemas.microsoft.com/office/drawing/2014/main" id="{D3D5AE31-CF3D-48D7-823A-A2A878C51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547"/>
                <a:ext cx="35" cy="24"/>
              </a:xfrm>
              <a:custGeom>
                <a:avLst/>
                <a:gdLst>
                  <a:gd name="T0" fmla="*/ 783 w 14"/>
                  <a:gd name="T1" fmla="*/ 3243 h 9"/>
                  <a:gd name="T2" fmla="*/ 2470 w 14"/>
                  <a:gd name="T3" fmla="*/ 1763 h 9"/>
                  <a:gd name="T4" fmla="*/ 3438 w 14"/>
                  <a:gd name="T5" fmla="*/ 397 h 9"/>
                  <a:gd name="T6" fmla="*/ 2738 w 14"/>
                  <a:gd name="T7" fmla="*/ 0 h 9"/>
                  <a:gd name="T8" fmla="*/ 1770 w 14"/>
                  <a:gd name="T9" fmla="*/ 1459 h 9"/>
                  <a:gd name="T10" fmla="*/ 0 w 14"/>
                  <a:gd name="T11" fmla="*/ 2824 h 9"/>
                  <a:gd name="T12" fmla="*/ 783 w 14"/>
                  <a:gd name="T13" fmla="*/ 324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9">
                    <a:moveTo>
                      <a:pt x="3" y="9"/>
                    </a:moveTo>
                    <a:cubicBezTo>
                      <a:pt x="4" y="9"/>
                      <a:pt x="8" y="7"/>
                      <a:pt x="10" y="5"/>
                    </a:cubicBezTo>
                    <a:cubicBezTo>
                      <a:pt x="11" y="4"/>
                      <a:pt x="14" y="1"/>
                      <a:pt x="14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2"/>
                      <a:pt x="7" y="4"/>
                    </a:cubicBezTo>
                    <a:cubicBezTo>
                      <a:pt x="4" y="6"/>
                      <a:pt x="1" y="8"/>
                      <a:pt x="0" y="8"/>
                    </a:cubicBez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3" name="Freeform 1572">
                <a:extLst>
                  <a:ext uri="{FF2B5EF4-FFF2-40B4-BE49-F238E27FC236}">
                    <a16:creationId xmlns:a16="http://schemas.microsoft.com/office/drawing/2014/main" id="{C9998F96-5BBA-47AD-8710-0594B2E52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1544"/>
                <a:ext cx="35" cy="22"/>
              </a:xfrm>
              <a:custGeom>
                <a:avLst/>
                <a:gdLst>
                  <a:gd name="T0" fmla="*/ 783 w 14"/>
                  <a:gd name="T1" fmla="*/ 3495 h 8"/>
                  <a:gd name="T2" fmla="*/ 2270 w 14"/>
                  <a:gd name="T3" fmla="*/ 2225 h 8"/>
                  <a:gd name="T4" fmla="*/ 3438 w 14"/>
                  <a:gd name="T5" fmla="*/ 462 h 8"/>
                  <a:gd name="T6" fmla="*/ 2738 w 14"/>
                  <a:gd name="T7" fmla="*/ 0 h 8"/>
                  <a:gd name="T8" fmla="*/ 1488 w 14"/>
                  <a:gd name="T9" fmla="*/ 1271 h 8"/>
                  <a:gd name="T10" fmla="*/ 0 w 14"/>
                  <a:gd name="T11" fmla="*/ 2684 h 8"/>
                  <a:gd name="T12" fmla="*/ 783 w 14"/>
                  <a:gd name="T13" fmla="*/ 349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3" y="8"/>
                    </a:moveTo>
                    <a:cubicBezTo>
                      <a:pt x="5" y="8"/>
                      <a:pt x="7" y="7"/>
                      <a:pt x="9" y="5"/>
                    </a:cubicBezTo>
                    <a:cubicBezTo>
                      <a:pt x="11" y="4"/>
                      <a:pt x="14" y="1"/>
                      <a:pt x="14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8" y="2"/>
                      <a:pt x="6" y="3"/>
                    </a:cubicBezTo>
                    <a:cubicBezTo>
                      <a:pt x="3" y="6"/>
                      <a:pt x="1" y="7"/>
                      <a:pt x="0" y="6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4" name="Freeform 1573">
                <a:extLst>
                  <a:ext uri="{FF2B5EF4-FFF2-40B4-BE49-F238E27FC236}">
                    <a16:creationId xmlns:a16="http://schemas.microsoft.com/office/drawing/2014/main" id="{23281A12-B0AB-492A-B63C-CADB90F67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534"/>
                <a:ext cx="35" cy="24"/>
              </a:xfrm>
              <a:custGeom>
                <a:avLst/>
                <a:gdLst>
                  <a:gd name="T0" fmla="*/ 783 w 14"/>
                  <a:gd name="T1" fmla="*/ 2824 h 9"/>
                  <a:gd name="T2" fmla="*/ 1958 w 14"/>
                  <a:gd name="T3" fmla="*/ 2184 h 9"/>
                  <a:gd name="T4" fmla="*/ 3438 w 14"/>
                  <a:gd name="T5" fmla="*/ 661 h 9"/>
                  <a:gd name="T6" fmla="*/ 2738 w 14"/>
                  <a:gd name="T7" fmla="*/ 397 h 9"/>
                  <a:gd name="T8" fmla="*/ 1488 w 14"/>
                  <a:gd name="T9" fmla="*/ 1059 h 9"/>
                  <a:gd name="T10" fmla="*/ 0 w 14"/>
                  <a:gd name="T11" fmla="*/ 2581 h 9"/>
                  <a:gd name="T12" fmla="*/ 783 w 14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9">
                    <a:moveTo>
                      <a:pt x="3" y="8"/>
                    </a:moveTo>
                    <a:cubicBezTo>
                      <a:pt x="4" y="9"/>
                      <a:pt x="6" y="7"/>
                      <a:pt x="8" y="6"/>
                    </a:cubicBezTo>
                    <a:cubicBezTo>
                      <a:pt x="10" y="5"/>
                      <a:pt x="14" y="2"/>
                      <a:pt x="14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8" y="2"/>
                      <a:pt x="6" y="3"/>
                    </a:cubicBezTo>
                    <a:cubicBezTo>
                      <a:pt x="3" y="5"/>
                      <a:pt x="1" y="8"/>
                      <a:pt x="0" y="7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5" name="Freeform 1574">
                <a:extLst>
                  <a:ext uri="{FF2B5EF4-FFF2-40B4-BE49-F238E27FC236}">
                    <a16:creationId xmlns:a16="http://schemas.microsoft.com/office/drawing/2014/main" id="{F52E0F88-1C92-4883-9B41-C3FE67D4F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31"/>
                <a:ext cx="37" cy="19"/>
              </a:xfrm>
              <a:custGeom>
                <a:avLst/>
                <a:gdLst>
                  <a:gd name="T0" fmla="*/ 634 w 15"/>
                  <a:gd name="T1" fmla="*/ 2342 h 7"/>
                  <a:gd name="T2" fmla="*/ 1996 w 15"/>
                  <a:gd name="T3" fmla="*/ 2063 h 7"/>
                  <a:gd name="T4" fmla="*/ 3365 w 15"/>
                  <a:gd name="T5" fmla="*/ 760 h 7"/>
                  <a:gd name="T6" fmla="*/ 2925 w 15"/>
                  <a:gd name="T7" fmla="*/ 0 h 7"/>
                  <a:gd name="T8" fmla="*/ 1564 w 15"/>
                  <a:gd name="T9" fmla="*/ 760 h 7"/>
                  <a:gd name="T10" fmla="*/ 0 w 15"/>
                  <a:gd name="T11" fmla="*/ 1620 h 7"/>
                  <a:gd name="T12" fmla="*/ 634 w 15"/>
                  <a:gd name="T13" fmla="*/ 234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7">
                    <a:moveTo>
                      <a:pt x="3" y="6"/>
                    </a:moveTo>
                    <a:cubicBezTo>
                      <a:pt x="4" y="7"/>
                      <a:pt x="7" y="6"/>
                      <a:pt x="9" y="5"/>
                    </a:cubicBezTo>
                    <a:cubicBezTo>
                      <a:pt x="12" y="4"/>
                      <a:pt x="15" y="2"/>
                      <a:pt x="15" y="2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0" y="1"/>
                      <a:pt x="7" y="2"/>
                    </a:cubicBezTo>
                    <a:cubicBezTo>
                      <a:pt x="4" y="4"/>
                      <a:pt x="0" y="4"/>
                      <a:pt x="0" y="4"/>
                    </a:cubicBez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6" name="Freeform 1575">
                <a:extLst>
                  <a:ext uri="{FF2B5EF4-FFF2-40B4-BE49-F238E27FC236}">
                    <a16:creationId xmlns:a16="http://schemas.microsoft.com/office/drawing/2014/main" id="{6DFEEE1F-00F3-415B-8D56-A44E0035D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536"/>
                <a:ext cx="15" cy="35"/>
              </a:xfrm>
              <a:custGeom>
                <a:avLst/>
                <a:gdLst>
                  <a:gd name="T0" fmla="*/ 0 w 6"/>
                  <a:gd name="T1" fmla="*/ 0 h 13"/>
                  <a:gd name="T2" fmla="*/ 520 w 6"/>
                  <a:gd name="T3" fmla="*/ 4531 h 13"/>
                  <a:gd name="T4" fmla="*/ 1300 w 6"/>
                  <a:gd name="T5" fmla="*/ 4935 h 13"/>
                  <a:gd name="T6" fmla="*/ 783 w 6"/>
                  <a:gd name="T7" fmla="*/ 428 h 13"/>
                  <a:gd name="T8" fmla="*/ 0 w 6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0" y="0"/>
                    </a:moveTo>
                    <a:cubicBezTo>
                      <a:pt x="3" y="1"/>
                      <a:pt x="1" y="11"/>
                      <a:pt x="2" y="12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2"/>
                      <a:pt x="6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7" name="Freeform 1576">
                <a:extLst>
                  <a:ext uri="{FF2B5EF4-FFF2-40B4-BE49-F238E27FC236}">
                    <a16:creationId xmlns:a16="http://schemas.microsoft.com/office/drawing/2014/main" id="{868C6465-8B89-428A-8DA4-CD581345C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531"/>
                <a:ext cx="15" cy="35"/>
              </a:xfrm>
              <a:custGeom>
                <a:avLst/>
                <a:gdLst>
                  <a:gd name="T0" fmla="*/ 0 w 6"/>
                  <a:gd name="T1" fmla="*/ 0 h 13"/>
                  <a:gd name="T2" fmla="*/ 313 w 6"/>
                  <a:gd name="T3" fmla="*/ 4531 h 13"/>
                  <a:gd name="T4" fmla="*/ 1300 w 6"/>
                  <a:gd name="T5" fmla="*/ 4935 h 13"/>
                  <a:gd name="T6" fmla="*/ 783 w 6"/>
                  <a:gd name="T7" fmla="*/ 428 h 13"/>
                  <a:gd name="T8" fmla="*/ 0 w 6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0" y="0"/>
                    </a:moveTo>
                    <a:cubicBezTo>
                      <a:pt x="3" y="1"/>
                      <a:pt x="1" y="11"/>
                      <a:pt x="1" y="12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2"/>
                      <a:pt x="6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8" name="Freeform 1577">
                <a:extLst>
                  <a:ext uri="{FF2B5EF4-FFF2-40B4-BE49-F238E27FC236}">
                    <a16:creationId xmlns:a16="http://schemas.microsoft.com/office/drawing/2014/main" id="{72CEE8A4-D0C3-44A5-BF75-D4C47DB02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1536"/>
                <a:ext cx="2" cy="24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2184 h 9"/>
                  <a:gd name="T4" fmla="*/ 0 w 1"/>
                  <a:gd name="T5" fmla="*/ 3243 h 9"/>
                  <a:gd name="T6" fmla="*/ 0 w 1"/>
                  <a:gd name="T7" fmla="*/ 3243 h 9"/>
                  <a:gd name="T8" fmla="*/ 64 w 1"/>
                  <a:gd name="T9" fmla="*/ 1459 h 9"/>
                  <a:gd name="T10" fmla="*/ 0 w 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1"/>
                      <a:pt x="0" y="4"/>
                      <a:pt x="0" y="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9" name="Freeform 1578">
                <a:extLst>
                  <a:ext uri="{FF2B5EF4-FFF2-40B4-BE49-F238E27FC236}">
                    <a16:creationId xmlns:a16="http://schemas.microsoft.com/office/drawing/2014/main" id="{880DF88D-9A37-4D9B-AE86-6995D4CC0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1539"/>
                <a:ext cx="3" cy="24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2184 h 9"/>
                  <a:gd name="T4" fmla="*/ 0 w 1"/>
                  <a:gd name="T5" fmla="*/ 3243 h 9"/>
                  <a:gd name="T6" fmla="*/ 0 w 1"/>
                  <a:gd name="T7" fmla="*/ 3243 h 9"/>
                  <a:gd name="T8" fmla="*/ 729 w 1"/>
                  <a:gd name="T9" fmla="*/ 1763 h 9"/>
                  <a:gd name="T10" fmla="*/ 0 w 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7"/>
                      <a:pt x="1" y="5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0" name="Freeform 1579">
                <a:extLst>
                  <a:ext uri="{FF2B5EF4-FFF2-40B4-BE49-F238E27FC236}">
                    <a16:creationId xmlns:a16="http://schemas.microsoft.com/office/drawing/2014/main" id="{499EFB90-B385-4514-A79B-2B378B22E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520"/>
                <a:ext cx="12" cy="38"/>
              </a:xfrm>
              <a:custGeom>
                <a:avLst/>
                <a:gdLst>
                  <a:gd name="T0" fmla="*/ 0 w 5"/>
                  <a:gd name="T1" fmla="*/ 0 h 14"/>
                  <a:gd name="T2" fmla="*/ 168 w 5"/>
                  <a:gd name="T3" fmla="*/ 5157 h 14"/>
                  <a:gd name="T4" fmla="*/ 802 w 5"/>
                  <a:gd name="T5" fmla="*/ 5600 h 14"/>
                  <a:gd name="T6" fmla="*/ 403 w 5"/>
                  <a:gd name="T7" fmla="*/ 442 h 14"/>
                  <a:gd name="T8" fmla="*/ 0 w 5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2" y="1"/>
                      <a:pt x="0" y="12"/>
                      <a:pt x="1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5" y="2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1" name="Freeform 1580">
                <a:extLst>
                  <a:ext uri="{FF2B5EF4-FFF2-40B4-BE49-F238E27FC236}">
                    <a16:creationId xmlns:a16="http://schemas.microsoft.com/office/drawing/2014/main" id="{C9F167C1-9799-4E1E-BA6D-892C54ECC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526"/>
                <a:ext cx="3" cy="26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1914 h 10"/>
                  <a:gd name="T4" fmla="*/ 0 w 1"/>
                  <a:gd name="T5" fmla="*/ 3110 h 10"/>
                  <a:gd name="T6" fmla="*/ 0 w 1"/>
                  <a:gd name="T7" fmla="*/ 3110 h 10"/>
                  <a:gd name="T8" fmla="*/ 729 w 1"/>
                  <a:gd name="T9" fmla="*/ 1547 h 10"/>
                  <a:gd name="T10" fmla="*/ 0 w 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1" y="1"/>
                      <a:pt x="1" y="4"/>
                      <a:pt x="0" y="6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6"/>
                      <a:pt x="1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2" name="Freeform 1581">
                <a:extLst>
                  <a:ext uri="{FF2B5EF4-FFF2-40B4-BE49-F238E27FC236}">
                    <a16:creationId xmlns:a16="http://schemas.microsoft.com/office/drawing/2014/main" id="{2EE64782-B892-4E7B-9CCA-D0A0262B1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12"/>
                <a:ext cx="20" cy="35"/>
              </a:xfrm>
              <a:custGeom>
                <a:avLst/>
                <a:gdLst>
                  <a:gd name="T0" fmla="*/ 988 w 8"/>
                  <a:gd name="T1" fmla="*/ 0 h 13"/>
                  <a:gd name="T2" fmla="*/ 313 w 8"/>
                  <a:gd name="T3" fmla="*/ 4254 h 13"/>
                  <a:gd name="T4" fmla="*/ 783 w 8"/>
                  <a:gd name="T5" fmla="*/ 4935 h 13"/>
                  <a:gd name="T6" fmla="*/ 1488 w 8"/>
                  <a:gd name="T7" fmla="*/ 681 h 13"/>
                  <a:gd name="T8" fmla="*/ 988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4" y="0"/>
                    </a:moveTo>
                    <a:cubicBezTo>
                      <a:pt x="6" y="2"/>
                      <a:pt x="0" y="11"/>
                      <a:pt x="1" y="11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8" y="4"/>
                      <a:pt x="6" y="2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3" name="Freeform 1582">
                <a:extLst>
                  <a:ext uri="{FF2B5EF4-FFF2-40B4-BE49-F238E27FC236}">
                    <a16:creationId xmlns:a16="http://schemas.microsoft.com/office/drawing/2014/main" id="{738AF33B-A279-4DF2-A997-C6981B2D7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18"/>
                <a:ext cx="10" cy="24"/>
              </a:xfrm>
              <a:custGeom>
                <a:avLst/>
                <a:gdLst>
                  <a:gd name="T0" fmla="*/ 988 w 4"/>
                  <a:gd name="T1" fmla="*/ 0 h 9"/>
                  <a:gd name="T2" fmla="*/ 520 w 4"/>
                  <a:gd name="T3" fmla="*/ 2184 h 9"/>
                  <a:gd name="T4" fmla="*/ 0 w 4"/>
                  <a:gd name="T5" fmla="*/ 3243 h 9"/>
                  <a:gd name="T6" fmla="*/ 0 w 4"/>
                  <a:gd name="T7" fmla="*/ 3243 h 9"/>
                  <a:gd name="T8" fmla="*/ 783 w 4"/>
                  <a:gd name="T9" fmla="*/ 1763 h 9"/>
                  <a:gd name="T10" fmla="*/ 988 w 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4" y="2"/>
                      <a:pt x="3" y="4"/>
                      <a:pt x="2" y="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2" y="6"/>
                      <a:pt x="3" y="5"/>
                    </a:cubicBezTo>
                    <a:cubicBezTo>
                      <a:pt x="4" y="3"/>
                      <a:pt x="4" y="2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4" name="Freeform 1583">
                <a:extLst>
                  <a:ext uri="{FF2B5EF4-FFF2-40B4-BE49-F238E27FC236}">
                    <a16:creationId xmlns:a16="http://schemas.microsoft.com/office/drawing/2014/main" id="{00244B9E-97DA-4D3E-9740-B80B82D0A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1544"/>
                <a:ext cx="25" cy="27"/>
              </a:xfrm>
              <a:custGeom>
                <a:avLst/>
                <a:gdLst>
                  <a:gd name="T0" fmla="*/ 783 w 10"/>
                  <a:gd name="T1" fmla="*/ 3877 h 10"/>
                  <a:gd name="T2" fmla="*/ 1770 w 10"/>
                  <a:gd name="T3" fmla="*/ 2282 h 10"/>
                  <a:gd name="T4" fmla="*/ 2470 w 10"/>
                  <a:gd name="T5" fmla="*/ 0 h 10"/>
                  <a:gd name="T6" fmla="*/ 1770 w 10"/>
                  <a:gd name="T7" fmla="*/ 0 h 10"/>
                  <a:gd name="T8" fmla="*/ 988 w 10"/>
                  <a:gd name="T9" fmla="*/ 2028 h 10"/>
                  <a:gd name="T10" fmla="*/ 0 w 10"/>
                  <a:gd name="T11" fmla="*/ 3877 h 10"/>
                  <a:gd name="T12" fmla="*/ 783 w 10"/>
                  <a:gd name="T13" fmla="*/ 387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3" y="10"/>
                    </a:moveTo>
                    <a:cubicBezTo>
                      <a:pt x="4" y="10"/>
                      <a:pt x="5" y="8"/>
                      <a:pt x="7" y="6"/>
                    </a:cubicBezTo>
                    <a:cubicBezTo>
                      <a:pt x="8" y="4"/>
                      <a:pt x="10" y="0"/>
                      <a:pt x="10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3"/>
                      <a:pt x="4" y="5"/>
                    </a:cubicBezTo>
                    <a:cubicBezTo>
                      <a:pt x="2" y="9"/>
                      <a:pt x="1" y="10"/>
                      <a:pt x="0" y="10"/>
                    </a:cubicBez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5" name="Freeform 1584">
                <a:extLst>
                  <a:ext uri="{FF2B5EF4-FFF2-40B4-BE49-F238E27FC236}">
                    <a16:creationId xmlns:a16="http://schemas.microsoft.com/office/drawing/2014/main" id="{6C127D8F-788B-469E-84C9-183DE452F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1547"/>
                <a:ext cx="30" cy="27"/>
              </a:xfrm>
              <a:custGeom>
                <a:avLst/>
                <a:gdLst>
                  <a:gd name="T0" fmla="*/ 783 w 12"/>
                  <a:gd name="T1" fmla="*/ 3877 h 10"/>
                  <a:gd name="T2" fmla="*/ 2270 w 12"/>
                  <a:gd name="T3" fmla="*/ 2028 h 10"/>
                  <a:gd name="T4" fmla="*/ 2938 w 12"/>
                  <a:gd name="T5" fmla="*/ 0 h 10"/>
                  <a:gd name="T6" fmla="*/ 2270 w 12"/>
                  <a:gd name="T7" fmla="*/ 0 h 10"/>
                  <a:gd name="T8" fmla="*/ 1488 w 12"/>
                  <a:gd name="T9" fmla="*/ 1596 h 10"/>
                  <a:gd name="T10" fmla="*/ 0 w 12"/>
                  <a:gd name="T11" fmla="*/ 3877 h 10"/>
                  <a:gd name="T12" fmla="*/ 783 w 12"/>
                  <a:gd name="T13" fmla="*/ 387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10"/>
                    </a:moveTo>
                    <a:cubicBezTo>
                      <a:pt x="5" y="10"/>
                      <a:pt x="7" y="8"/>
                      <a:pt x="9" y="5"/>
                    </a:cubicBezTo>
                    <a:cubicBezTo>
                      <a:pt x="10" y="4"/>
                      <a:pt x="12" y="0"/>
                      <a:pt x="1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2"/>
                      <a:pt x="6" y="4"/>
                    </a:cubicBezTo>
                    <a:cubicBezTo>
                      <a:pt x="3" y="8"/>
                      <a:pt x="1" y="10"/>
                      <a:pt x="0" y="10"/>
                    </a:cubicBez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6" name="Freeform 1585">
                <a:extLst>
                  <a:ext uri="{FF2B5EF4-FFF2-40B4-BE49-F238E27FC236}">
                    <a16:creationId xmlns:a16="http://schemas.microsoft.com/office/drawing/2014/main" id="{E4511E79-7E91-49BC-A154-E5A2B91F5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539"/>
                <a:ext cx="20" cy="29"/>
              </a:xfrm>
              <a:custGeom>
                <a:avLst/>
                <a:gdLst>
                  <a:gd name="T0" fmla="*/ 783 w 8"/>
                  <a:gd name="T1" fmla="*/ 3662 h 11"/>
                  <a:gd name="T2" fmla="*/ 1488 w 8"/>
                  <a:gd name="T3" fmla="*/ 2035 h 11"/>
                  <a:gd name="T4" fmla="*/ 1958 w 8"/>
                  <a:gd name="T5" fmla="*/ 0 h 11"/>
                  <a:gd name="T6" fmla="*/ 1300 w 8"/>
                  <a:gd name="T7" fmla="*/ 382 h 11"/>
                  <a:gd name="T8" fmla="*/ 783 w 8"/>
                  <a:gd name="T9" fmla="*/ 2035 h 11"/>
                  <a:gd name="T10" fmla="*/ 0 w 8"/>
                  <a:gd name="T11" fmla="*/ 3662 h 11"/>
                  <a:gd name="T12" fmla="*/ 783 w 8"/>
                  <a:gd name="T13" fmla="*/ 366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4" y="11"/>
                      <a:pt x="5" y="9"/>
                      <a:pt x="6" y="6"/>
                    </a:cubicBezTo>
                    <a:cubicBezTo>
                      <a:pt x="7" y="4"/>
                      <a:pt x="8" y="0"/>
                      <a:pt x="8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3"/>
                      <a:pt x="3" y="6"/>
                    </a:cubicBezTo>
                    <a:cubicBezTo>
                      <a:pt x="1" y="9"/>
                      <a:pt x="1" y="11"/>
                      <a:pt x="0" y="11"/>
                    </a:cubicBez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7" name="Freeform 1586">
                <a:extLst>
                  <a:ext uri="{FF2B5EF4-FFF2-40B4-BE49-F238E27FC236}">
                    <a16:creationId xmlns:a16="http://schemas.microsoft.com/office/drawing/2014/main" id="{A3FB8AB7-81A3-41F0-BAEA-0599502B9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542"/>
                <a:ext cx="28" cy="29"/>
              </a:xfrm>
              <a:custGeom>
                <a:avLst/>
                <a:gdLst>
                  <a:gd name="T0" fmla="*/ 1056 w 11"/>
                  <a:gd name="T1" fmla="*/ 3662 h 11"/>
                  <a:gd name="T2" fmla="*/ 2146 w 11"/>
                  <a:gd name="T3" fmla="*/ 2035 h 11"/>
                  <a:gd name="T4" fmla="*/ 2986 w 11"/>
                  <a:gd name="T5" fmla="*/ 0 h 11"/>
                  <a:gd name="T6" fmla="*/ 2146 w 11"/>
                  <a:gd name="T7" fmla="*/ 0 h 11"/>
                  <a:gd name="T8" fmla="*/ 1387 w 11"/>
                  <a:gd name="T9" fmla="*/ 1648 h 11"/>
                  <a:gd name="T10" fmla="*/ 0 w 11"/>
                  <a:gd name="T11" fmla="*/ 3662 h 11"/>
                  <a:gd name="T12" fmla="*/ 1056 w 11"/>
                  <a:gd name="T13" fmla="*/ 366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4" y="11"/>
                    </a:moveTo>
                    <a:cubicBezTo>
                      <a:pt x="5" y="11"/>
                      <a:pt x="7" y="8"/>
                      <a:pt x="8" y="6"/>
                    </a:cubicBezTo>
                    <a:cubicBezTo>
                      <a:pt x="9" y="4"/>
                      <a:pt x="11" y="0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3"/>
                      <a:pt x="5" y="5"/>
                    </a:cubicBezTo>
                    <a:cubicBezTo>
                      <a:pt x="3" y="9"/>
                      <a:pt x="1" y="11"/>
                      <a:pt x="0" y="11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8" name="Freeform 1587">
                <a:extLst>
                  <a:ext uri="{FF2B5EF4-FFF2-40B4-BE49-F238E27FC236}">
                    <a16:creationId xmlns:a16="http://schemas.microsoft.com/office/drawing/2014/main" id="{7B55DD81-1FF0-4ED1-9475-26C04CC12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542"/>
                <a:ext cx="25" cy="29"/>
              </a:xfrm>
              <a:custGeom>
                <a:avLst/>
                <a:gdLst>
                  <a:gd name="T0" fmla="*/ 0 w 10"/>
                  <a:gd name="T1" fmla="*/ 382 h 11"/>
                  <a:gd name="T2" fmla="*/ 1770 w 10"/>
                  <a:gd name="T3" fmla="*/ 3662 h 11"/>
                  <a:gd name="T4" fmla="*/ 2470 w 10"/>
                  <a:gd name="T5" fmla="*/ 3335 h 11"/>
                  <a:gd name="T6" fmla="*/ 783 w 10"/>
                  <a:gd name="T7" fmla="*/ 382 h 11"/>
                  <a:gd name="T8" fmla="*/ 0 w 10"/>
                  <a:gd name="T9" fmla="*/ 38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1"/>
                    </a:moveTo>
                    <a:cubicBezTo>
                      <a:pt x="3" y="1"/>
                      <a:pt x="6" y="11"/>
                      <a:pt x="7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0"/>
                      <a:pt x="6" y="0"/>
                      <a:pt x="3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9" name="Freeform 1588">
                <a:extLst>
                  <a:ext uri="{FF2B5EF4-FFF2-40B4-BE49-F238E27FC236}">
                    <a16:creationId xmlns:a16="http://schemas.microsoft.com/office/drawing/2014/main" id="{042A4711-3C62-4F97-AB37-CFC273ED1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544"/>
                <a:ext cx="25" cy="30"/>
              </a:xfrm>
              <a:custGeom>
                <a:avLst/>
                <a:gdLst>
                  <a:gd name="T0" fmla="*/ 0 w 10"/>
                  <a:gd name="T1" fmla="*/ 447 h 11"/>
                  <a:gd name="T2" fmla="*/ 1770 w 10"/>
                  <a:gd name="T3" fmla="*/ 4544 h 11"/>
                  <a:gd name="T4" fmla="*/ 2470 w 10"/>
                  <a:gd name="T5" fmla="*/ 4099 h 11"/>
                  <a:gd name="T6" fmla="*/ 783 w 10"/>
                  <a:gd name="T7" fmla="*/ 447 h 11"/>
                  <a:gd name="T8" fmla="*/ 0 w 10"/>
                  <a:gd name="T9" fmla="*/ 44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1"/>
                    </a:moveTo>
                    <a:cubicBezTo>
                      <a:pt x="2" y="1"/>
                      <a:pt x="6" y="11"/>
                      <a:pt x="7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0"/>
                      <a:pt x="6" y="0"/>
                      <a:pt x="3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0" name="Freeform 1589">
                <a:extLst>
                  <a:ext uri="{FF2B5EF4-FFF2-40B4-BE49-F238E27FC236}">
                    <a16:creationId xmlns:a16="http://schemas.microsoft.com/office/drawing/2014/main" id="{18EE69C4-C7E9-4050-A27F-78C4CE49C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550"/>
                <a:ext cx="10" cy="21"/>
              </a:xfrm>
              <a:custGeom>
                <a:avLst/>
                <a:gdLst>
                  <a:gd name="T0" fmla="*/ 0 w 4"/>
                  <a:gd name="T1" fmla="*/ 0 h 8"/>
                  <a:gd name="T2" fmla="*/ 783 w 4"/>
                  <a:gd name="T3" fmla="*/ 1612 h 8"/>
                  <a:gd name="T4" fmla="*/ 988 w 4"/>
                  <a:gd name="T5" fmla="*/ 2604 h 8"/>
                  <a:gd name="T6" fmla="*/ 988 w 4"/>
                  <a:gd name="T7" fmla="*/ 2604 h 8"/>
                  <a:gd name="T8" fmla="*/ 783 w 4"/>
                  <a:gd name="T9" fmla="*/ 992 h 8"/>
                  <a:gd name="T10" fmla="*/ 0 w 4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1"/>
                      <a:pt x="2" y="3"/>
                      <a:pt x="3" y="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5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1" name="Freeform 1590">
                <a:extLst>
                  <a:ext uri="{FF2B5EF4-FFF2-40B4-BE49-F238E27FC236}">
                    <a16:creationId xmlns:a16="http://schemas.microsoft.com/office/drawing/2014/main" id="{A696DAE9-D55F-4FD0-945A-AE1766CBA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544"/>
                <a:ext cx="12" cy="22"/>
              </a:xfrm>
              <a:custGeom>
                <a:avLst/>
                <a:gdLst>
                  <a:gd name="T0" fmla="*/ 0 w 5"/>
                  <a:gd name="T1" fmla="*/ 0 h 8"/>
                  <a:gd name="T2" fmla="*/ 564 w 5"/>
                  <a:gd name="T3" fmla="*/ 2684 h 8"/>
                  <a:gd name="T4" fmla="*/ 967 w 5"/>
                  <a:gd name="T5" fmla="*/ 3495 h 8"/>
                  <a:gd name="T6" fmla="*/ 967 w 5"/>
                  <a:gd name="T7" fmla="*/ 3495 h 8"/>
                  <a:gd name="T8" fmla="*/ 564 w 5"/>
                  <a:gd name="T9" fmla="*/ 1724 h 8"/>
                  <a:gd name="T10" fmla="*/ 0 w 5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1"/>
                      <a:pt x="2" y="4"/>
                      <a:pt x="3" y="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4" y="6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2" name="Freeform 1591">
                <a:extLst>
                  <a:ext uri="{FF2B5EF4-FFF2-40B4-BE49-F238E27FC236}">
                    <a16:creationId xmlns:a16="http://schemas.microsoft.com/office/drawing/2014/main" id="{287C5A2F-0AAA-4AE2-A174-BC8770C3F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44"/>
                <a:ext cx="25" cy="30"/>
              </a:xfrm>
              <a:custGeom>
                <a:avLst/>
                <a:gdLst>
                  <a:gd name="T0" fmla="*/ 0 w 10"/>
                  <a:gd name="T1" fmla="*/ 447 h 11"/>
                  <a:gd name="T2" fmla="*/ 1770 w 10"/>
                  <a:gd name="T3" fmla="*/ 4544 h 11"/>
                  <a:gd name="T4" fmla="*/ 2470 w 10"/>
                  <a:gd name="T5" fmla="*/ 4099 h 11"/>
                  <a:gd name="T6" fmla="*/ 783 w 10"/>
                  <a:gd name="T7" fmla="*/ 447 h 11"/>
                  <a:gd name="T8" fmla="*/ 0 w 10"/>
                  <a:gd name="T9" fmla="*/ 44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1"/>
                    </a:moveTo>
                    <a:cubicBezTo>
                      <a:pt x="2" y="1"/>
                      <a:pt x="6" y="11"/>
                      <a:pt x="7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0"/>
                      <a:pt x="6" y="0"/>
                      <a:pt x="3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3" name="Freeform 1592">
                <a:extLst>
                  <a:ext uri="{FF2B5EF4-FFF2-40B4-BE49-F238E27FC236}">
                    <a16:creationId xmlns:a16="http://schemas.microsoft.com/office/drawing/2014/main" id="{38E46A0C-1133-4AD7-A1EA-E3B9AF27B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550"/>
                <a:ext cx="13" cy="21"/>
              </a:xfrm>
              <a:custGeom>
                <a:avLst/>
                <a:gdLst>
                  <a:gd name="T0" fmla="*/ 0 w 5"/>
                  <a:gd name="T1" fmla="*/ 0 h 8"/>
                  <a:gd name="T2" fmla="*/ 1196 w 5"/>
                  <a:gd name="T3" fmla="*/ 1612 h 8"/>
                  <a:gd name="T4" fmla="*/ 1547 w 5"/>
                  <a:gd name="T5" fmla="*/ 2604 h 8"/>
                  <a:gd name="T6" fmla="*/ 1547 w 5"/>
                  <a:gd name="T7" fmla="*/ 2604 h 8"/>
                  <a:gd name="T8" fmla="*/ 967 w 5"/>
                  <a:gd name="T9" fmla="*/ 992 h 8"/>
                  <a:gd name="T10" fmla="*/ 0 w 5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2" y="1"/>
                      <a:pt x="3" y="3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4" y="5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4" name="Freeform 1593">
                <a:extLst>
                  <a:ext uri="{FF2B5EF4-FFF2-40B4-BE49-F238E27FC236}">
                    <a16:creationId xmlns:a16="http://schemas.microsoft.com/office/drawing/2014/main" id="{6F0168DB-3827-4088-8D06-60249AD08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1544"/>
                <a:ext cx="15" cy="32"/>
              </a:xfrm>
              <a:custGeom>
                <a:avLst/>
                <a:gdLst>
                  <a:gd name="T0" fmla="*/ 0 w 6"/>
                  <a:gd name="T1" fmla="*/ 0 h 12"/>
                  <a:gd name="T2" fmla="*/ 783 w 6"/>
                  <a:gd name="T3" fmla="*/ 3891 h 12"/>
                  <a:gd name="T4" fmla="*/ 1488 w 6"/>
                  <a:gd name="T5" fmla="*/ 4301 h 12"/>
                  <a:gd name="T6" fmla="*/ 783 w 6"/>
                  <a:gd name="T7" fmla="*/ 0 h 12"/>
                  <a:gd name="T8" fmla="*/ 0 w 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2" y="0"/>
                      <a:pt x="2" y="11"/>
                      <a:pt x="3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6" y="1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5" name="Freeform 1594">
                <a:extLst>
                  <a:ext uri="{FF2B5EF4-FFF2-40B4-BE49-F238E27FC236}">
                    <a16:creationId xmlns:a16="http://schemas.microsoft.com/office/drawing/2014/main" id="{C72D603B-38E4-4127-8648-92D22CF5B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547"/>
                <a:ext cx="5" cy="24"/>
              </a:xfrm>
              <a:custGeom>
                <a:avLst/>
                <a:gdLst>
                  <a:gd name="T0" fmla="*/ 0 w 2"/>
                  <a:gd name="T1" fmla="*/ 0 h 9"/>
                  <a:gd name="T2" fmla="*/ 313 w 2"/>
                  <a:gd name="T3" fmla="*/ 2184 h 9"/>
                  <a:gd name="T4" fmla="*/ 313 w 2"/>
                  <a:gd name="T5" fmla="*/ 3243 h 9"/>
                  <a:gd name="T6" fmla="*/ 313 w 2"/>
                  <a:gd name="T7" fmla="*/ 3243 h 9"/>
                  <a:gd name="T8" fmla="*/ 313 w 2"/>
                  <a:gd name="T9" fmla="*/ 1459 h 9"/>
                  <a:gd name="T10" fmla="*/ 0 w 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1" y="1"/>
                      <a:pt x="1" y="4"/>
                      <a:pt x="1" y="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6"/>
                      <a:pt x="1" y="4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6" name="Freeform 1595">
                <a:extLst>
                  <a:ext uri="{FF2B5EF4-FFF2-40B4-BE49-F238E27FC236}">
                    <a16:creationId xmlns:a16="http://schemas.microsoft.com/office/drawing/2014/main" id="{4FB544B3-0038-4F72-8947-D99EB1EF8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1504"/>
                <a:ext cx="10" cy="40"/>
              </a:xfrm>
              <a:custGeom>
                <a:avLst/>
                <a:gdLst>
                  <a:gd name="T0" fmla="*/ 783 w 4"/>
                  <a:gd name="T1" fmla="*/ 5005 h 15"/>
                  <a:gd name="T2" fmla="*/ 988 w 4"/>
                  <a:gd name="T3" fmla="*/ 2581 h 15"/>
                  <a:gd name="T4" fmla="*/ 988 w 4"/>
                  <a:gd name="T5" fmla="*/ 0 h 15"/>
                  <a:gd name="T6" fmla="*/ 313 w 4"/>
                  <a:gd name="T7" fmla="*/ 661 h 15"/>
                  <a:gd name="T8" fmla="*/ 313 w 4"/>
                  <a:gd name="T9" fmla="*/ 2824 h 15"/>
                  <a:gd name="T10" fmla="*/ 0 w 4"/>
                  <a:gd name="T11" fmla="*/ 5405 h 15"/>
                  <a:gd name="T12" fmla="*/ 783 w 4"/>
                  <a:gd name="T13" fmla="*/ 50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5">
                    <a:moveTo>
                      <a:pt x="3" y="14"/>
                    </a:moveTo>
                    <a:cubicBezTo>
                      <a:pt x="3" y="13"/>
                      <a:pt x="4" y="10"/>
                      <a:pt x="4" y="7"/>
                    </a:cubicBezTo>
                    <a:cubicBezTo>
                      <a:pt x="4" y="5"/>
                      <a:pt x="3" y="0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1" y="6"/>
                      <a:pt x="1" y="8"/>
                    </a:cubicBezTo>
                    <a:cubicBezTo>
                      <a:pt x="1" y="12"/>
                      <a:pt x="1" y="15"/>
                      <a:pt x="0" y="15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7" name="Freeform 1596">
                <a:extLst>
                  <a:ext uri="{FF2B5EF4-FFF2-40B4-BE49-F238E27FC236}">
                    <a16:creationId xmlns:a16="http://schemas.microsoft.com/office/drawing/2014/main" id="{20885FA7-6DFB-45B9-AD2D-0C90BF1F1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1515"/>
                <a:ext cx="10" cy="37"/>
              </a:xfrm>
              <a:custGeom>
                <a:avLst/>
                <a:gdLst>
                  <a:gd name="T0" fmla="*/ 783 w 4"/>
                  <a:gd name="T1" fmla="*/ 4392 h 14"/>
                  <a:gd name="T2" fmla="*/ 988 w 4"/>
                  <a:gd name="T3" fmla="*/ 2046 h 14"/>
                  <a:gd name="T4" fmla="*/ 988 w 4"/>
                  <a:gd name="T5" fmla="*/ 0 h 14"/>
                  <a:gd name="T6" fmla="*/ 313 w 4"/>
                  <a:gd name="T7" fmla="*/ 629 h 14"/>
                  <a:gd name="T8" fmla="*/ 313 w 4"/>
                  <a:gd name="T9" fmla="*/ 2437 h 14"/>
                  <a:gd name="T10" fmla="*/ 0 w 4"/>
                  <a:gd name="T11" fmla="*/ 4784 h 14"/>
                  <a:gd name="T12" fmla="*/ 783 w 4"/>
                  <a:gd name="T13" fmla="*/ 439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4">
                    <a:moveTo>
                      <a:pt x="3" y="13"/>
                    </a:moveTo>
                    <a:cubicBezTo>
                      <a:pt x="4" y="12"/>
                      <a:pt x="4" y="9"/>
                      <a:pt x="4" y="6"/>
                    </a:cubicBezTo>
                    <a:cubicBezTo>
                      <a:pt x="4" y="4"/>
                      <a:pt x="4" y="0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5"/>
                      <a:pt x="1" y="7"/>
                    </a:cubicBezTo>
                    <a:cubicBezTo>
                      <a:pt x="2" y="12"/>
                      <a:pt x="1" y="14"/>
                      <a:pt x="0" y="14"/>
                    </a:cubicBezTo>
                    <a:lnTo>
                      <a:pt x="3" y="1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8" name="Freeform 1597">
                <a:extLst>
                  <a:ext uri="{FF2B5EF4-FFF2-40B4-BE49-F238E27FC236}">
                    <a16:creationId xmlns:a16="http://schemas.microsoft.com/office/drawing/2014/main" id="{E210A9EE-128F-4262-8F46-01FF6C6B6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526"/>
                <a:ext cx="12" cy="34"/>
              </a:xfrm>
              <a:custGeom>
                <a:avLst/>
                <a:gdLst>
                  <a:gd name="T0" fmla="*/ 564 w 5"/>
                  <a:gd name="T1" fmla="*/ 3790 h 13"/>
                  <a:gd name="T2" fmla="*/ 802 w 5"/>
                  <a:gd name="T3" fmla="*/ 1969 h 13"/>
                  <a:gd name="T4" fmla="*/ 967 w 5"/>
                  <a:gd name="T5" fmla="*/ 0 h 13"/>
                  <a:gd name="T6" fmla="*/ 403 w 5"/>
                  <a:gd name="T7" fmla="*/ 377 h 13"/>
                  <a:gd name="T8" fmla="*/ 168 w 5"/>
                  <a:gd name="T9" fmla="*/ 2202 h 13"/>
                  <a:gd name="T10" fmla="*/ 0 w 5"/>
                  <a:gd name="T11" fmla="*/ 4166 h 13"/>
                  <a:gd name="T12" fmla="*/ 564 w 5"/>
                  <a:gd name="T13" fmla="*/ 379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3" y="12"/>
                    </a:moveTo>
                    <a:cubicBezTo>
                      <a:pt x="4" y="12"/>
                      <a:pt x="3" y="9"/>
                      <a:pt x="4" y="6"/>
                    </a:cubicBezTo>
                    <a:cubicBezTo>
                      <a:pt x="4" y="4"/>
                      <a:pt x="5" y="0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4"/>
                      <a:pt x="1" y="7"/>
                    </a:cubicBezTo>
                    <a:cubicBezTo>
                      <a:pt x="0" y="11"/>
                      <a:pt x="1" y="13"/>
                      <a:pt x="0" y="13"/>
                    </a:cubicBez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9" name="Freeform 1598">
                <a:extLst>
                  <a:ext uri="{FF2B5EF4-FFF2-40B4-BE49-F238E27FC236}">
                    <a16:creationId xmlns:a16="http://schemas.microsoft.com/office/drawing/2014/main" id="{7CB19FC3-E125-4E47-A459-3994174B6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534"/>
                <a:ext cx="22" cy="34"/>
              </a:xfrm>
              <a:custGeom>
                <a:avLst/>
                <a:gdLst>
                  <a:gd name="T0" fmla="*/ 860 w 9"/>
                  <a:gd name="T1" fmla="*/ 3790 h 13"/>
                  <a:gd name="T2" fmla="*/ 1506 w 9"/>
                  <a:gd name="T3" fmla="*/ 1969 h 13"/>
                  <a:gd name="T4" fmla="*/ 1931 w 9"/>
                  <a:gd name="T5" fmla="*/ 0 h 13"/>
                  <a:gd name="T6" fmla="*/ 1315 w 9"/>
                  <a:gd name="T7" fmla="*/ 0 h 13"/>
                  <a:gd name="T8" fmla="*/ 860 w 9"/>
                  <a:gd name="T9" fmla="*/ 1969 h 13"/>
                  <a:gd name="T10" fmla="*/ 0 w 9"/>
                  <a:gd name="T11" fmla="*/ 4166 h 13"/>
                  <a:gd name="T12" fmla="*/ 860 w 9"/>
                  <a:gd name="T13" fmla="*/ 379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4" y="12"/>
                    </a:moveTo>
                    <a:cubicBezTo>
                      <a:pt x="5" y="12"/>
                      <a:pt x="6" y="8"/>
                      <a:pt x="7" y="6"/>
                    </a:cubicBezTo>
                    <a:cubicBezTo>
                      <a:pt x="8" y="4"/>
                      <a:pt x="9" y="0"/>
                      <a:pt x="9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3"/>
                      <a:pt x="4" y="6"/>
                    </a:cubicBezTo>
                    <a:cubicBezTo>
                      <a:pt x="3" y="10"/>
                      <a:pt x="1" y="13"/>
                      <a:pt x="0" y="13"/>
                    </a:cubicBez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0" name="Freeform 1599">
                <a:extLst>
                  <a:ext uri="{FF2B5EF4-FFF2-40B4-BE49-F238E27FC236}">
                    <a16:creationId xmlns:a16="http://schemas.microsoft.com/office/drawing/2014/main" id="{58E38EC5-FCF8-47A6-99D3-76FA622D2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520"/>
                <a:ext cx="32" cy="27"/>
              </a:xfrm>
              <a:custGeom>
                <a:avLst/>
                <a:gdLst>
                  <a:gd name="T0" fmla="*/ 0 w 13"/>
                  <a:gd name="T1" fmla="*/ 1158 h 10"/>
                  <a:gd name="T2" fmla="*/ 2284 w 13"/>
                  <a:gd name="T3" fmla="*/ 3464 h 10"/>
                  <a:gd name="T4" fmla="*/ 2897 w 13"/>
                  <a:gd name="T5" fmla="*/ 3127 h 10"/>
                  <a:gd name="T6" fmla="*/ 625 w 13"/>
                  <a:gd name="T7" fmla="*/ 429 h 10"/>
                  <a:gd name="T8" fmla="*/ 0 w 13"/>
                  <a:gd name="T9" fmla="*/ 1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3"/>
                    </a:moveTo>
                    <a:cubicBezTo>
                      <a:pt x="2" y="2"/>
                      <a:pt x="9" y="10"/>
                      <a:pt x="10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5" y="0"/>
                      <a:pt x="3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1" name="Freeform 1600">
                <a:extLst>
                  <a:ext uri="{FF2B5EF4-FFF2-40B4-BE49-F238E27FC236}">
                    <a16:creationId xmlns:a16="http://schemas.microsoft.com/office/drawing/2014/main" id="{17F39376-8EAD-4B08-9A91-D809723A4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528"/>
                <a:ext cx="33" cy="27"/>
              </a:xfrm>
              <a:custGeom>
                <a:avLst/>
                <a:gdLst>
                  <a:gd name="T0" fmla="*/ 0 w 13"/>
                  <a:gd name="T1" fmla="*/ 1158 h 10"/>
                  <a:gd name="T2" fmla="*/ 2617 w 13"/>
                  <a:gd name="T3" fmla="*/ 3464 h 10"/>
                  <a:gd name="T4" fmla="*/ 3485 w 13"/>
                  <a:gd name="T5" fmla="*/ 2719 h 10"/>
                  <a:gd name="T6" fmla="*/ 830 w 13"/>
                  <a:gd name="T7" fmla="*/ 429 h 10"/>
                  <a:gd name="T8" fmla="*/ 0 w 13"/>
                  <a:gd name="T9" fmla="*/ 1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3"/>
                    </a:moveTo>
                    <a:cubicBezTo>
                      <a:pt x="2" y="1"/>
                      <a:pt x="9" y="10"/>
                      <a:pt x="10" y="9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8"/>
                      <a:pt x="6" y="0"/>
                      <a:pt x="3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2" name="Freeform 1601">
                <a:extLst>
                  <a:ext uri="{FF2B5EF4-FFF2-40B4-BE49-F238E27FC236}">
                    <a16:creationId xmlns:a16="http://schemas.microsoft.com/office/drawing/2014/main" id="{A0F7BB34-9389-405B-A8D9-EA2D0FDA3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534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1003 w 7"/>
                  <a:gd name="T3" fmla="*/ 1459 h 6"/>
                  <a:gd name="T4" fmla="*/ 1433 w 7"/>
                  <a:gd name="T5" fmla="*/ 2184 h 6"/>
                  <a:gd name="T6" fmla="*/ 1433 w 7"/>
                  <a:gd name="T7" fmla="*/ 2184 h 6"/>
                  <a:gd name="T8" fmla="*/ 831 w 7"/>
                  <a:gd name="T9" fmla="*/ 1059 h 6"/>
                  <a:gd name="T10" fmla="*/ 0 w 7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1" y="1"/>
                      <a:pt x="3" y="3"/>
                      <a:pt x="5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5" y="4"/>
                      <a:pt x="4" y="3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3" name="Freeform 1602">
                <a:extLst>
                  <a:ext uri="{FF2B5EF4-FFF2-40B4-BE49-F238E27FC236}">
                    <a16:creationId xmlns:a16="http://schemas.microsoft.com/office/drawing/2014/main" id="{8F88754A-1E4D-46C1-AE43-218987F41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1526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1003 w 7"/>
                  <a:gd name="T3" fmla="*/ 1459 h 6"/>
                  <a:gd name="T4" fmla="*/ 1433 w 7"/>
                  <a:gd name="T5" fmla="*/ 2184 h 6"/>
                  <a:gd name="T6" fmla="*/ 1433 w 7"/>
                  <a:gd name="T7" fmla="*/ 2184 h 6"/>
                  <a:gd name="T8" fmla="*/ 831 w 7"/>
                  <a:gd name="T9" fmla="*/ 1059 h 6"/>
                  <a:gd name="T10" fmla="*/ 0 w 7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1" y="1"/>
                      <a:pt x="3" y="3"/>
                      <a:pt x="5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5" y="4"/>
                      <a:pt x="4" y="3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4" name="Freeform 1603">
                <a:extLst>
                  <a:ext uri="{FF2B5EF4-FFF2-40B4-BE49-F238E27FC236}">
                    <a16:creationId xmlns:a16="http://schemas.microsoft.com/office/drawing/2014/main" id="{8B42A506-C137-496C-A183-DF8FCA263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1534"/>
                <a:ext cx="35" cy="29"/>
              </a:xfrm>
              <a:custGeom>
                <a:avLst/>
                <a:gdLst>
                  <a:gd name="T0" fmla="*/ 0 w 14"/>
                  <a:gd name="T1" fmla="*/ 1007 h 11"/>
                  <a:gd name="T2" fmla="*/ 2738 w 14"/>
                  <a:gd name="T3" fmla="*/ 3335 h 11"/>
                  <a:gd name="T4" fmla="*/ 3438 w 14"/>
                  <a:gd name="T5" fmla="*/ 3045 h 11"/>
                  <a:gd name="T6" fmla="*/ 783 w 14"/>
                  <a:gd name="T7" fmla="*/ 625 h 11"/>
                  <a:gd name="T8" fmla="*/ 0 w 14"/>
                  <a:gd name="T9" fmla="*/ 100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0" y="3"/>
                    </a:moveTo>
                    <a:cubicBezTo>
                      <a:pt x="3" y="1"/>
                      <a:pt x="10" y="11"/>
                      <a:pt x="11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6" y="0"/>
                      <a:pt x="3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5" name="Freeform 1604">
                <a:extLst>
                  <a:ext uri="{FF2B5EF4-FFF2-40B4-BE49-F238E27FC236}">
                    <a16:creationId xmlns:a16="http://schemas.microsoft.com/office/drawing/2014/main" id="{0B21F211-EC4F-4A33-A46C-617A9D475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542"/>
                <a:ext cx="18" cy="18"/>
              </a:xfrm>
              <a:custGeom>
                <a:avLst/>
                <a:gdLst>
                  <a:gd name="T0" fmla="*/ 0 w 7"/>
                  <a:gd name="T1" fmla="*/ 0 h 7"/>
                  <a:gd name="T2" fmla="*/ 1448 w 7"/>
                  <a:gd name="T3" fmla="*/ 1137 h 7"/>
                  <a:gd name="T4" fmla="*/ 2003 w 7"/>
                  <a:gd name="T5" fmla="*/ 2003 h 7"/>
                  <a:gd name="T6" fmla="*/ 2003 w 7"/>
                  <a:gd name="T7" fmla="*/ 2003 h 7"/>
                  <a:gd name="T8" fmla="*/ 1137 w 7"/>
                  <a:gd name="T9" fmla="*/ 918 h 7"/>
                  <a:gd name="T10" fmla="*/ 0 w 7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1"/>
                      <a:pt x="3" y="3"/>
                      <a:pt x="5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5" y="4"/>
                      <a:pt x="4" y="3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6" name="Freeform 1605">
                <a:extLst>
                  <a:ext uri="{FF2B5EF4-FFF2-40B4-BE49-F238E27FC236}">
                    <a16:creationId xmlns:a16="http://schemas.microsoft.com/office/drawing/2014/main" id="{5888D4C2-8B64-4179-B93F-F93714D31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1539"/>
                <a:ext cx="25" cy="29"/>
              </a:xfrm>
              <a:custGeom>
                <a:avLst/>
                <a:gdLst>
                  <a:gd name="T0" fmla="*/ 0 w 10"/>
                  <a:gd name="T1" fmla="*/ 382 h 11"/>
                  <a:gd name="T2" fmla="*/ 1770 w 10"/>
                  <a:gd name="T3" fmla="*/ 3662 h 11"/>
                  <a:gd name="T4" fmla="*/ 2470 w 10"/>
                  <a:gd name="T5" fmla="*/ 3335 h 11"/>
                  <a:gd name="T6" fmla="*/ 783 w 10"/>
                  <a:gd name="T7" fmla="*/ 382 h 11"/>
                  <a:gd name="T8" fmla="*/ 0 w 10"/>
                  <a:gd name="T9" fmla="*/ 38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1"/>
                    </a:moveTo>
                    <a:cubicBezTo>
                      <a:pt x="2" y="1"/>
                      <a:pt x="6" y="11"/>
                      <a:pt x="7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1"/>
                      <a:pt x="6" y="0"/>
                      <a:pt x="3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7" name="Freeform 1606">
                <a:extLst>
                  <a:ext uri="{FF2B5EF4-FFF2-40B4-BE49-F238E27FC236}">
                    <a16:creationId xmlns:a16="http://schemas.microsoft.com/office/drawing/2014/main" id="{C648A5A3-B12F-403E-8EBA-9EA82D1DA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1544"/>
                <a:ext cx="12" cy="22"/>
              </a:xfrm>
              <a:custGeom>
                <a:avLst/>
                <a:gdLst>
                  <a:gd name="T0" fmla="*/ 0 w 5"/>
                  <a:gd name="T1" fmla="*/ 0 h 8"/>
                  <a:gd name="T2" fmla="*/ 564 w 5"/>
                  <a:gd name="T3" fmla="*/ 2225 h 8"/>
                  <a:gd name="T4" fmla="*/ 967 w 5"/>
                  <a:gd name="T5" fmla="*/ 3495 h 8"/>
                  <a:gd name="T6" fmla="*/ 967 w 5"/>
                  <a:gd name="T7" fmla="*/ 3495 h 8"/>
                  <a:gd name="T8" fmla="*/ 564 w 5"/>
                  <a:gd name="T9" fmla="*/ 1724 h 8"/>
                  <a:gd name="T10" fmla="*/ 0 w 5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1"/>
                      <a:pt x="2" y="3"/>
                      <a:pt x="3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4" y="5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8" name="Freeform 1607">
                <a:extLst>
                  <a:ext uri="{FF2B5EF4-FFF2-40B4-BE49-F238E27FC236}">
                    <a16:creationId xmlns:a16="http://schemas.microsoft.com/office/drawing/2014/main" id="{65923746-6B45-4A34-9389-B550B36C4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480"/>
                <a:ext cx="17" cy="38"/>
              </a:xfrm>
              <a:custGeom>
                <a:avLst/>
                <a:gdLst>
                  <a:gd name="T0" fmla="*/ 1243 w 7"/>
                  <a:gd name="T1" fmla="*/ 4878 h 14"/>
                  <a:gd name="T2" fmla="*/ 1003 w 7"/>
                  <a:gd name="T3" fmla="*/ 2342 h 14"/>
                  <a:gd name="T4" fmla="*/ 590 w 7"/>
                  <a:gd name="T5" fmla="*/ 0 h 14"/>
                  <a:gd name="T6" fmla="*/ 170 w 7"/>
                  <a:gd name="T7" fmla="*/ 1200 h 14"/>
                  <a:gd name="T8" fmla="*/ 413 w 7"/>
                  <a:gd name="T9" fmla="*/ 3257 h 14"/>
                  <a:gd name="T10" fmla="*/ 831 w 7"/>
                  <a:gd name="T11" fmla="*/ 5600 h 14"/>
                  <a:gd name="T12" fmla="*/ 1243 w 7"/>
                  <a:gd name="T13" fmla="*/ 487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4">
                    <a:moveTo>
                      <a:pt x="6" y="12"/>
                    </a:moveTo>
                    <a:cubicBezTo>
                      <a:pt x="7" y="11"/>
                      <a:pt x="6" y="9"/>
                      <a:pt x="5" y="6"/>
                    </a:cubicBezTo>
                    <a:cubicBezTo>
                      <a:pt x="4" y="4"/>
                      <a:pt x="3" y="0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2" y="6"/>
                      <a:pt x="2" y="8"/>
                    </a:cubicBezTo>
                    <a:cubicBezTo>
                      <a:pt x="4" y="12"/>
                      <a:pt x="5" y="13"/>
                      <a:pt x="4" y="14"/>
                    </a:cubicBez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9" name="Freeform 1608">
                <a:extLst>
                  <a:ext uri="{FF2B5EF4-FFF2-40B4-BE49-F238E27FC236}">
                    <a16:creationId xmlns:a16="http://schemas.microsoft.com/office/drawing/2014/main" id="{58E645BD-C01B-47B4-A781-A5877BB0F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491"/>
                <a:ext cx="15" cy="43"/>
              </a:xfrm>
              <a:custGeom>
                <a:avLst/>
                <a:gdLst>
                  <a:gd name="T0" fmla="*/ 1300 w 6"/>
                  <a:gd name="T1" fmla="*/ 5316 h 16"/>
                  <a:gd name="T2" fmla="*/ 988 w 6"/>
                  <a:gd name="T3" fmla="*/ 2658 h 16"/>
                  <a:gd name="T4" fmla="*/ 783 w 6"/>
                  <a:gd name="T5" fmla="*/ 0 h 16"/>
                  <a:gd name="T6" fmla="*/ 313 w 6"/>
                  <a:gd name="T7" fmla="*/ 1148 h 16"/>
                  <a:gd name="T8" fmla="*/ 520 w 6"/>
                  <a:gd name="T9" fmla="*/ 3085 h 16"/>
                  <a:gd name="T10" fmla="*/ 520 w 6"/>
                  <a:gd name="T11" fmla="*/ 6060 h 16"/>
                  <a:gd name="T12" fmla="*/ 1300 w 6"/>
                  <a:gd name="T13" fmla="*/ 53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6">
                    <a:moveTo>
                      <a:pt x="5" y="14"/>
                    </a:moveTo>
                    <a:cubicBezTo>
                      <a:pt x="6" y="13"/>
                      <a:pt x="5" y="9"/>
                      <a:pt x="4" y="7"/>
                    </a:cubicBezTo>
                    <a:cubicBezTo>
                      <a:pt x="4" y="4"/>
                      <a:pt x="3" y="0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6"/>
                      <a:pt x="2" y="8"/>
                    </a:cubicBezTo>
                    <a:cubicBezTo>
                      <a:pt x="3" y="12"/>
                      <a:pt x="3" y="16"/>
                      <a:pt x="2" y="16"/>
                    </a:cubicBezTo>
                    <a:lnTo>
                      <a:pt x="5" y="1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0" name="Freeform 1609">
                <a:extLst>
                  <a:ext uri="{FF2B5EF4-FFF2-40B4-BE49-F238E27FC236}">
                    <a16:creationId xmlns:a16="http://schemas.microsoft.com/office/drawing/2014/main" id="{2587C0DD-8F93-438B-BE2F-748F8CB63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1472"/>
                <a:ext cx="33" cy="19"/>
              </a:xfrm>
              <a:custGeom>
                <a:avLst/>
                <a:gdLst>
                  <a:gd name="T0" fmla="*/ 0 w 13"/>
                  <a:gd name="T1" fmla="*/ 2063 h 7"/>
                  <a:gd name="T2" fmla="*/ 3158 w 13"/>
                  <a:gd name="T3" fmla="*/ 2342 h 7"/>
                  <a:gd name="T4" fmla="*/ 3485 w 13"/>
                  <a:gd name="T5" fmla="*/ 1200 h 7"/>
                  <a:gd name="T6" fmla="*/ 541 w 13"/>
                  <a:gd name="T7" fmla="*/ 1200 h 7"/>
                  <a:gd name="T8" fmla="*/ 0 w 13"/>
                  <a:gd name="T9" fmla="*/ 206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0" y="5"/>
                    </a:moveTo>
                    <a:cubicBezTo>
                      <a:pt x="1" y="3"/>
                      <a:pt x="11" y="7"/>
                      <a:pt x="12" y="6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3" y="0"/>
                      <a:pt x="2" y="3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1" name="Freeform 1610">
                <a:extLst>
                  <a:ext uri="{FF2B5EF4-FFF2-40B4-BE49-F238E27FC236}">
                    <a16:creationId xmlns:a16="http://schemas.microsoft.com/office/drawing/2014/main" id="{CB07F85E-A135-465E-9A0B-440A14B35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486"/>
                <a:ext cx="35" cy="18"/>
              </a:xfrm>
              <a:custGeom>
                <a:avLst/>
                <a:gdLst>
                  <a:gd name="T0" fmla="*/ 0 w 14"/>
                  <a:gd name="T1" fmla="*/ 1448 h 7"/>
                  <a:gd name="T2" fmla="*/ 2938 w 14"/>
                  <a:gd name="T3" fmla="*/ 1700 h 7"/>
                  <a:gd name="T4" fmla="*/ 3438 w 14"/>
                  <a:gd name="T5" fmla="*/ 918 h 7"/>
                  <a:gd name="T6" fmla="*/ 520 w 14"/>
                  <a:gd name="T7" fmla="*/ 563 h 7"/>
                  <a:gd name="T8" fmla="*/ 0 w 14"/>
                  <a:gd name="T9" fmla="*/ 144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0" y="5"/>
                    </a:moveTo>
                    <a:cubicBezTo>
                      <a:pt x="1" y="3"/>
                      <a:pt x="11" y="7"/>
                      <a:pt x="12" y="6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4"/>
                      <a:pt x="3" y="0"/>
                      <a:pt x="2" y="2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2" name="Freeform 1611">
                <a:extLst>
                  <a:ext uri="{FF2B5EF4-FFF2-40B4-BE49-F238E27FC236}">
                    <a16:creationId xmlns:a16="http://schemas.microsoft.com/office/drawing/2014/main" id="{EC344B4B-79B7-4EE8-9C03-91A98ABB8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494"/>
                <a:ext cx="22" cy="5"/>
              </a:xfrm>
              <a:custGeom>
                <a:avLst/>
                <a:gdLst>
                  <a:gd name="T0" fmla="*/ 0 w 9"/>
                  <a:gd name="T1" fmla="*/ 313 h 2"/>
                  <a:gd name="T2" fmla="*/ 1315 w 9"/>
                  <a:gd name="T3" fmla="*/ 520 h 2"/>
                  <a:gd name="T4" fmla="*/ 1931 w 9"/>
                  <a:gd name="T5" fmla="*/ 520 h 2"/>
                  <a:gd name="T6" fmla="*/ 1931 w 9"/>
                  <a:gd name="T7" fmla="*/ 520 h 2"/>
                  <a:gd name="T8" fmla="*/ 1039 w 9"/>
                  <a:gd name="T9" fmla="*/ 313 h 2"/>
                  <a:gd name="T10" fmla="*/ 0 w 9"/>
                  <a:gd name="T11" fmla="*/ 31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2" y="1"/>
                      <a:pt x="4" y="1"/>
                      <a:pt x="6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7" y="1"/>
                      <a:pt x="5" y="1"/>
                    </a:cubicBezTo>
                    <a:cubicBezTo>
                      <a:pt x="3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3" name="Freeform 1612">
                <a:extLst>
                  <a:ext uri="{FF2B5EF4-FFF2-40B4-BE49-F238E27FC236}">
                    <a16:creationId xmlns:a16="http://schemas.microsoft.com/office/drawing/2014/main" id="{5AD4B58A-2911-4F10-8FD5-7A29B9CB6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480"/>
                <a:ext cx="22" cy="8"/>
              </a:xfrm>
              <a:custGeom>
                <a:avLst/>
                <a:gdLst>
                  <a:gd name="T0" fmla="*/ 0 w 9"/>
                  <a:gd name="T1" fmla="*/ 397 h 3"/>
                  <a:gd name="T2" fmla="*/ 1315 w 9"/>
                  <a:gd name="T3" fmla="*/ 661 h 3"/>
                  <a:gd name="T4" fmla="*/ 1931 w 9"/>
                  <a:gd name="T5" fmla="*/ 1059 h 3"/>
                  <a:gd name="T6" fmla="*/ 1931 w 9"/>
                  <a:gd name="T7" fmla="*/ 1059 h 3"/>
                  <a:gd name="T8" fmla="*/ 1039 w 9"/>
                  <a:gd name="T9" fmla="*/ 397 h 3"/>
                  <a:gd name="T10" fmla="*/ 0 w 9"/>
                  <a:gd name="T11" fmla="*/ 39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">
                    <a:moveTo>
                      <a:pt x="0" y="1"/>
                    </a:moveTo>
                    <a:cubicBezTo>
                      <a:pt x="2" y="1"/>
                      <a:pt x="4" y="1"/>
                      <a:pt x="6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7" y="1"/>
                      <a:pt x="5" y="1"/>
                    </a:cubicBezTo>
                    <a:cubicBezTo>
                      <a:pt x="3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4" name="Freeform 1613">
                <a:extLst>
                  <a:ext uri="{FF2B5EF4-FFF2-40B4-BE49-F238E27FC236}">
                    <a16:creationId xmlns:a16="http://schemas.microsoft.com/office/drawing/2014/main" id="{F4928952-6511-406F-BE79-50487B41C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502"/>
                <a:ext cx="35" cy="18"/>
              </a:xfrm>
              <a:custGeom>
                <a:avLst/>
                <a:gdLst>
                  <a:gd name="T0" fmla="*/ 0 w 14"/>
                  <a:gd name="T1" fmla="*/ 1448 h 7"/>
                  <a:gd name="T2" fmla="*/ 2938 w 14"/>
                  <a:gd name="T3" fmla="*/ 1700 h 7"/>
                  <a:gd name="T4" fmla="*/ 3438 w 14"/>
                  <a:gd name="T5" fmla="*/ 918 h 7"/>
                  <a:gd name="T6" fmla="*/ 520 w 14"/>
                  <a:gd name="T7" fmla="*/ 563 h 7"/>
                  <a:gd name="T8" fmla="*/ 0 w 14"/>
                  <a:gd name="T9" fmla="*/ 144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0" y="5"/>
                    </a:moveTo>
                    <a:cubicBezTo>
                      <a:pt x="2" y="3"/>
                      <a:pt x="12" y="7"/>
                      <a:pt x="12" y="6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4"/>
                      <a:pt x="3" y="0"/>
                      <a:pt x="2" y="2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5" name="Freeform 1614">
                <a:extLst>
                  <a:ext uri="{FF2B5EF4-FFF2-40B4-BE49-F238E27FC236}">
                    <a16:creationId xmlns:a16="http://schemas.microsoft.com/office/drawing/2014/main" id="{2D9DC723-C440-4901-BEDA-F2790940C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1510"/>
                <a:ext cx="23" cy="5"/>
              </a:xfrm>
              <a:custGeom>
                <a:avLst/>
                <a:gdLst>
                  <a:gd name="T0" fmla="*/ 0 w 9"/>
                  <a:gd name="T1" fmla="*/ 313 h 2"/>
                  <a:gd name="T2" fmla="*/ 1973 w 9"/>
                  <a:gd name="T3" fmla="*/ 520 h 2"/>
                  <a:gd name="T4" fmla="*/ 2520 w 9"/>
                  <a:gd name="T5" fmla="*/ 520 h 2"/>
                  <a:gd name="T6" fmla="*/ 2520 w 9"/>
                  <a:gd name="T7" fmla="*/ 520 h 2"/>
                  <a:gd name="T8" fmla="*/ 1403 w 9"/>
                  <a:gd name="T9" fmla="*/ 313 h 2"/>
                  <a:gd name="T10" fmla="*/ 0 w 9"/>
                  <a:gd name="T11" fmla="*/ 31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2" y="0"/>
                      <a:pt x="4" y="1"/>
                      <a:pt x="7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7" y="1"/>
                      <a:pt x="5" y="1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6" name="Freeform 1615">
                <a:extLst>
                  <a:ext uri="{FF2B5EF4-FFF2-40B4-BE49-F238E27FC236}">
                    <a16:creationId xmlns:a16="http://schemas.microsoft.com/office/drawing/2014/main" id="{F8140BCB-69F7-4FD7-BF8B-EE0068B8A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510"/>
                <a:ext cx="32" cy="26"/>
              </a:xfrm>
              <a:custGeom>
                <a:avLst/>
                <a:gdLst>
                  <a:gd name="T0" fmla="*/ 0 w 13"/>
                  <a:gd name="T1" fmla="*/ 1196 h 10"/>
                  <a:gd name="T2" fmla="*/ 2284 w 13"/>
                  <a:gd name="T3" fmla="*/ 2746 h 10"/>
                  <a:gd name="T4" fmla="*/ 2897 w 13"/>
                  <a:gd name="T5" fmla="*/ 2142 h 10"/>
                  <a:gd name="T6" fmla="*/ 448 w 13"/>
                  <a:gd name="T7" fmla="*/ 595 h 10"/>
                  <a:gd name="T8" fmla="*/ 0 w 13"/>
                  <a:gd name="T9" fmla="*/ 119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2" y="3"/>
                      <a:pt x="10" y="10"/>
                      <a:pt x="10" y="9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4" y="0"/>
                      <a:pt x="2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7" name="Freeform 1616">
                <a:extLst>
                  <a:ext uri="{FF2B5EF4-FFF2-40B4-BE49-F238E27FC236}">
                    <a16:creationId xmlns:a16="http://schemas.microsoft.com/office/drawing/2014/main" id="{33F660E5-5FC4-4928-91C9-A1DD00D3C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1518"/>
                <a:ext cx="20" cy="13"/>
              </a:xfrm>
              <a:custGeom>
                <a:avLst/>
                <a:gdLst>
                  <a:gd name="T0" fmla="*/ 0 w 8"/>
                  <a:gd name="T1" fmla="*/ 372 h 5"/>
                  <a:gd name="T2" fmla="*/ 1300 w 8"/>
                  <a:gd name="T3" fmla="*/ 1196 h 5"/>
                  <a:gd name="T4" fmla="*/ 1958 w 8"/>
                  <a:gd name="T5" fmla="*/ 1547 h 5"/>
                  <a:gd name="T6" fmla="*/ 1958 w 8"/>
                  <a:gd name="T7" fmla="*/ 1547 h 5"/>
                  <a:gd name="T8" fmla="*/ 988 w 8"/>
                  <a:gd name="T9" fmla="*/ 595 h 5"/>
                  <a:gd name="T10" fmla="*/ 0 w 8"/>
                  <a:gd name="T11" fmla="*/ 0 h 5"/>
                  <a:gd name="T12" fmla="*/ 0 w 8"/>
                  <a:gd name="T13" fmla="*/ 37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2" y="1"/>
                      <a:pt x="4" y="2"/>
                      <a:pt x="5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6" y="3"/>
                      <a:pt x="4" y="2"/>
                    </a:cubicBezTo>
                    <a:cubicBezTo>
                      <a:pt x="3" y="1"/>
                      <a:pt x="2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8" name="Freeform 1617">
                <a:extLst>
                  <a:ext uri="{FF2B5EF4-FFF2-40B4-BE49-F238E27FC236}">
                    <a16:creationId xmlns:a16="http://schemas.microsoft.com/office/drawing/2014/main" id="{081B96D7-42EA-4E91-BA6C-031C49121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456"/>
                <a:ext cx="47" cy="22"/>
              </a:xfrm>
              <a:custGeom>
                <a:avLst/>
                <a:gdLst>
                  <a:gd name="T0" fmla="*/ 3708 w 19"/>
                  <a:gd name="T1" fmla="*/ 0 h 8"/>
                  <a:gd name="T2" fmla="*/ 1831 w 19"/>
                  <a:gd name="T3" fmla="*/ 976 h 8"/>
                  <a:gd name="T4" fmla="*/ 0 w 19"/>
                  <a:gd name="T5" fmla="*/ 2225 h 8"/>
                  <a:gd name="T6" fmla="*/ 935 w 19"/>
                  <a:gd name="T7" fmla="*/ 2973 h 8"/>
                  <a:gd name="T8" fmla="*/ 2313 w 19"/>
                  <a:gd name="T9" fmla="*/ 2225 h 8"/>
                  <a:gd name="T10" fmla="*/ 4344 w 19"/>
                  <a:gd name="T11" fmla="*/ 1271 h 8"/>
                  <a:gd name="T12" fmla="*/ 3708 w 19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">
                    <a:moveTo>
                      <a:pt x="16" y="0"/>
                    </a:moveTo>
                    <a:cubicBezTo>
                      <a:pt x="15" y="0"/>
                      <a:pt x="11" y="1"/>
                      <a:pt x="8" y="2"/>
                    </a:cubicBezTo>
                    <a:cubicBezTo>
                      <a:pt x="5" y="3"/>
                      <a:pt x="0" y="5"/>
                      <a:pt x="0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8" y="6"/>
                      <a:pt x="10" y="5"/>
                    </a:cubicBezTo>
                    <a:cubicBezTo>
                      <a:pt x="15" y="3"/>
                      <a:pt x="18" y="3"/>
                      <a:pt x="19" y="3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9" name="Freeform 1618">
                <a:extLst>
                  <a:ext uri="{FF2B5EF4-FFF2-40B4-BE49-F238E27FC236}">
                    <a16:creationId xmlns:a16="http://schemas.microsoft.com/office/drawing/2014/main" id="{6CA9D7C4-27C8-46E5-A0F5-D09FEFDB8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424"/>
                <a:ext cx="40" cy="32"/>
              </a:xfrm>
              <a:custGeom>
                <a:avLst/>
                <a:gdLst>
                  <a:gd name="T0" fmla="*/ 2938 w 16"/>
                  <a:gd name="T1" fmla="*/ 0 h 12"/>
                  <a:gd name="T2" fmla="*/ 1488 w 16"/>
                  <a:gd name="T3" fmla="*/ 1763 h 12"/>
                  <a:gd name="T4" fmla="*/ 0 w 16"/>
                  <a:gd name="T5" fmla="*/ 3891 h 12"/>
                  <a:gd name="T6" fmla="*/ 988 w 16"/>
                  <a:gd name="T7" fmla="*/ 3891 h 12"/>
                  <a:gd name="T8" fmla="*/ 2270 w 16"/>
                  <a:gd name="T9" fmla="*/ 2184 h 12"/>
                  <a:gd name="T10" fmla="*/ 3908 w 16"/>
                  <a:gd name="T11" fmla="*/ 397 h 12"/>
                  <a:gd name="T12" fmla="*/ 2938 w 1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12" y="0"/>
                    </a:moveTo>
                    <a:cubicBezTo>
                      <a:pt x="11" y="0"/>
                      <a:pt x="8" y="2"/>
                      <a:pt x="6" y="5"/>
                    </a:cubicBezTo>
                    <a:cubicBezTo>
                      <a:pt x="4" y="7"/>
                      <a:pt x="1" y="11"/>
                      <a:pt x="0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2"/>
                      <a:pt x="7" y="9"/>
                      <a:pt x="9" y="6"/>
                    </a:cubicBezTo>
                    <a:cubicBezTo>
                      <a:pt x="12" y="3"/>
                      <a:pt x="15" y="0"/>
                      <a:pt x="16" y="1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0" name="Freeform 1619">
                <a:extLst>
                  <a:ext uri="{FF2B5EF4-FFF2-40B4-BE49-F238E27FC236}">
                    <a16:creationId xmlns:a16="http://schemas.microsoft.com/office/drawing/2014/main" id="{C55C8A14-B9B3-4DE8-9D73-752219AA9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1427"/>
                <a:ext cx="40" cy="29"/>
              </a:xfrm>
              <a:custGeom>
                <a:avLst/>
                <a:gdLst>
                  <a:gd name="T0" fmla="*/ 2938 w 16"/>
                  <a:gd name="T1" fmla="*/ 0 h 11"/>
                  <a:gd name="T2" fmla="*/ 1300 w 16"/>
                  <a:gd name="T3" fmla="*/ 1389 h 11"/>
                  <a:gd name="T4" fmla="*/ 0 w 16"/>
                  <a:gd name="T5" fmla="*/ 3335 h 11"/>
                  <a:gd name="T6" fmla="*/ 988 w 16"/>
                  <a:gd name="T7" fmla="*/ 3662 h 11"/>
                  <a:gd name="T8" fmla="*/ 2270 w 16"/>
                  <a:gd name="T9" fmla="*/ 2035 h 11"/>
                  <a:gd name="T10" fmla="*/ 3908 w 16"/>
                  <a:gd name="T11" fmla="*/ 382 h 11"/>
                  <a:gd name="T12" fmla="*/ 2938 w 16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2" y="0"/>
                    </a:moveTo>
                    <a:cubicBezTo>
                      <a:pt x="10" y="0"/>
                      <a:pt x="8" y="2"/>
                      <a:pt x="5" y="4"/>
                    </a:cubicBezTo>
                    <a:cubicBezTo>
                      <a:pt x="4" y="7"/>
                      <a:pt x="0" y="10"/>
                      <a:pt x="0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1"/>
                      <a:pt x="7" y="8"/>
                      <a:pt x="9" y="6"/>
                    </a:cubicBezTo>
                    <a:cubicBezTo>
                      <a:pt x="12" y="2"/>
                      <a:pt x="15" y="1"/>
                      <a:pt x="16" y="1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1" name="Freeform 1620">
                <a:extLst>
                  <a:ext uri="{FF2B5EF4-FFF2-40B4-BE49-F238E27FC236}">
                    <a16:creationId xmlns:a16="http://schemas.microsoft.com/office/drawing/2014/main" id="{F6C2EE73-6F18-46E3-9EBB-49A51B40A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435"/>
                <a:ext cx="40" cy="29"/>
              </a:xfrm>
              <a:custGeom>
                <a:avLst/>
                <a:gdLst>
                  <a:gd name="T0" fmla="*/ 2938 w 16"/>
                  <a:gd name="T1" fmla="*/ 0 h 11"/>
                  <a:gd name="T2" fmla="*/ 1770 w 16"/>
                  <a:gd name="T3" fmla="*/ 1389 h 11"/>
                  <a:gd name="T4" fmla="*/ 0 w 16"/>
                  <a:gd name="T5" fmla="*/ 3045 h 11"/>
                  <a:gd name="T6" fmla="*/ 988 w 16"/>
                  <a:gd name="T7" fmla="*/ 3335 h 11"/>
                  <a:gd name="T8" fmla="*/ 2470 w 16"/>
                  <a:gd name="T9" fmla="*/ 2273 h 11"/>
                  <a:gd name="T10" fmla="*/ 3908 w 16"/>
                  <a:gd name="T11" fmla="*/ 382 h 11"/>
                  <a:gd name="T12" fmla="*/ 2938 w 16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2" y="0"/>
                    </a:moveTo>
                    <a:cubicBezTo>
                      <a:pt x="11" y="0"/>
                      <a:pt x="9" y="2"/>
                      <a:pt x="7" y="4"/>
                    </a:cubicBezTo>
                    <a:cubicBezTo>
                      <a:pt x="4" y="6"/>
                      <a:pt x="0" y="9"/>
                      <a:pt x="0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7" y="8"/>
                      <a:pt x="10" y="7"/>
                    </a:cubicBezTo>
                    <a:cubicBezTo>
                      <a:pt x="14" y="4"/>
                      <a:pt x="15" y="1"/>
                      <a:pt x="16" y="1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2" name="Freeform 1621">
                <a:extLst>
                  <a:ext uri="{FF2B5EF4-FFF2-40B4-BE49-F238E27FC236}">
                    <a16:creationId xmlns:a16="http://schemas.microsoft.com/office/drawing/2014/main" id="{DC8BAFD3-DF23-4098-9868-77514D12B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440"/>
                <a:ext cx="47" cy="27"/>
              </a:xfrm>
              <a:custGeom>
                <a:avLst/>
                <a:gdLst>
                  <a:gd name="T0" fmla="*/ 3451 w 19"/>
                  <a:gd name="T1" fmla="*/ 429 h 10"/>
                  <a:gd name="T2" fmla="*/ 1573 w 19"/>
                  <a:gd name="T3" fmla="*/ 1596 h 10"/>
                  <a:gd name="T4" fmla="*/ 0 w 19"/>
                  <a:gd name="T5" fmla="*/ 3127 h 10"/>
                  <a:gd name="T6" fmla="*/ 636 w 19"/>
                  <a:gd name="T7" fmla="*/ 3877 h 10"/>
                  <a:gd name="T8" fmla="*/ 2313 w 19"/>
                  <a:gd name="T9" fmla="*/ 2719 h 10"/>
                  <a:gd name="T10" fmla="*/ 4344 w 19"/>
                  <a:gd name="T11" fmla="*/ 1158 h 10"/>
                  <a:gd name="T12" fmla="*/ 3451 w 19"/>
                  <a:gd name="T13" fmla="*/ 42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0">
                    <a:moveTo>
                      <a:pt x="15" y="1"/>
                    </a:moveTo>
                    <a:cubicBezTo>
                      <a:pt x="13" y="0"/>
                      <a:pt x="10" y="2"/>
                      <a:pt x="7" y="4"/>
                    </a:cubicBezTo>
                    <a:cubicBezTo>
                      <a:pt x="4" y="5"/>
                      <a:pt x="0" y="8"/>
                      <a:pt x="0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5" y="10"/>
                      <a:pt x="7" y="8"/>
                      <a:pt x="10" y="7"/>
                    </a:cubicBezTo>
                    <a:cubicBezTo>
                      <a:pt x="14" y="4"/>
                      <a:pt x="18" y="3"/>
                      <a:pt x="19" y="3"/>
                    </a:cubicBez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3" name="Freeform 1622">
                <a:extLst>
                  <a:ext uri="{FF2B5EF4-FFF2-40B4-BE49-F238E27FC236}">
                    <a16:creationId xmlns:a16="http://schemas.microsoft.com/office/drawing/2014/main" id="{04024223-2DB8-4787-8C59-B82B7345F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424"/>
                <a:ext cx="20" cy="38"/>
              </a:xfrm>
              <a:custGeom>
                <a:avLst/>
                <a:gdLst>
                  <a:gd name="T0" fmla="*/ 1958 w 8"/>
                  <a:gd name="T1" fmla="*/ 5600 h 14"/>
                  <a:gd name="T2" fmla="*/ 988 w 8"/>
                  <a:gd name="T3" fmla="*/ 442 h 14"/>
                  <a:gd name="T4" fmla="*/ 0 w 8"/>
                  <a:gd name="T5" fmla="*/ 0 h 14"/>
                  <a:gd name="T6" fmla="*/ 988 w 8"/>
                  <a:gd name="T7" fmla="*/ 5600 h 14"/>
                  <a:gd name="T8" fmla="*/ 1958 w 8"/>
                  <a:gd name="T9" fmla="*/ 560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8" y="14"/>
                    </a:moveTo>
                    <a:cubicBezTo>
                      <a:pt x="5" y="14"/>
                      <a:pt x="5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13"/>
                      <a:pt x="4" y="14"/>
                    </a:cubicBez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4" name="Freeform 1623">
                <a:extLst>
                  <a:ext uri="{FF2B5EF4-FFF2-40B4-BE49-F238E27FC236}">
                    <a16:creationId xmlns:a16="http://schemas.microsoft.com/office/drawing/2014/main" id="{3ECCA407-F92D-4DA0-978D-F1888414A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427"/>
                <a:ext cx="18" cy="40"/>
              </a:xfrm>
              <a:custGeom>
                <a:avLst/>
                <a:gdLst>
                  <a:gd name="T0" fmla="*/ 2003 w 7"/>
                  <a:gd name="T1" fmla="*/ 5405 h 15"/>
                  <a:gd name="T2" fmla="*/ 1137 w 7"/>
                  <a:gd name="T3" fmla="*/ 397 h 15"/>
                  <a:gd name="T4" fmla="*/ 0 w 7"/>
                  <a:gd name="T5" fmla="*/ 0 h 15"/>
                  <a:gd name="T6" fmla="*/ 918 w 7"/>
                  <a:gd name="T7" fmla="*/ 5005 h 15"/>
                  <a:gd name="T8" fmla="*/ 2003 w 7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4" y="14"/>
                      <a:pt x="5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13"/>
                      <a:pt x="3" y="14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5" name="Freeform 1624">
                <a:extLst>
                  <a:ext uri="{FF2B5EF4-FFF2-40B4-BE49-F238E27FC236}">
                    <a16:creationId xmlns:a16="http://schemas.microsoft.com/office/drawing/2014/main" id="{C0A811C9-AB48-45D8-B4B2-B52FF3E73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432"/>
                <a:ext cx="5" cy="30"/>
              </a:xfrm>
              <a:custGeom>
                <a:avLst/>
                <a:gdLst>
                  <a:gd name="T0" fmla="*/ 520 w 2"/>
                  <a:gd name="T1" fmla="*/ 4544 h 11"/>
                  <a:gd name="T2" fmla="*/ 313 w 2"/>
                  <a:gd name="T3" fmla="*/ 1666 h 11"/>
                  <a:gd name="T4" fmla="*/ 313 w 2"/>
                  <a:gd name="T5" fmla="*/ 0 h 11"/>
                  <a:gd name="T6" fmla="*/ 313 w 2"/>
                  <a:gd name="T7" fmla="*/ 0 h 11"/>
                  <a:gd name="T8" fmla="*/ 0 w 2"/>
                  <a:gd name="T9" fmla="*/ 2433 h 11"/>
                  <a:gd name="T10" fmla="*/ 520 w 2"/>
                  <a:gd name="T11" fmla="*/ 454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1">
                    <a:moveTo>
                      <a:pt x="2" y="11"/>
                    </a:moveTo>
                    <a:cubicBezTo>
                      <a:pt x="1" y="9"/>
                      <a:pt x="1" y="6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3"/>
                      <a:pt x="0" y="6"/>
                    </a:cubicBezTo>
                    <a:cubicBezTo>
                      <a:pt x="0" y="8"/>
                      <a:pt x="1" y="9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6" name="Freeform 1625">
                <a:extLst>
                  <a:ext uri="{FF2B5EF4-FFF2-40B4-BE49-F238E27FC236}">
                    <a16:creationId xmlns:a16="http://schemas.microsoft.com/office/drawing/2014/main" id="{1D4C9A8F-BA0D-4D41-9EA5-1FC1BC59B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430"/>
                <a:ext cx="2" cy="29"/>
              </a:xfrm>
              <a:custGeom>
                <a:avLst/>
                <a:gdLst>
                  <a:gd name="T0" fmla="*/ 64 w 1"/>
                  <a:gd name="T1" fmla="*/ 3662 h 11"/>
                  <a:gd name="T2" fmla="*/ 0 w 1"/>
                  <a:gd name="T3" fmla="*/ 1389 h 11"/>
                  <a:gd name="T4" fmla="*/ 0 w 1"/>
                  <a:gd name="T5" fmla="*/ 0 h 11"/>
                  <a:gd name="T6" fmla="*/ 0 w 1"/>
                  <a:gd name="T7" fmla="*/ 0 h 11"/>
                  <a:gd name="T8" fmla="*/ 0 w 1"/>
                  <a:gd name="T9" fmla="*/ 2035 h 11"/>
                  <a:gd name="T10" fmla="*/ 64 w 1"/>
                  <a:gd name="T11" fmla="*/ 366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1">
                    <a:moveTo>
                      <a:pt x="1" y="11"/>
                    </a:moveTo>
                    <a:cubicBezTo>
                      <a:pt x="1" y="10"/>
                      <a:pt x="0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4"/>
                      <a:pt x="0" y="6"/>
                    </a:cubicBezTo>
                    <a:cubicBezTo>
                      <a:pt x="0" y="8"/>
                      <a:pt x="1" y="9"/>
                      <a:pt x="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7" name="Freeform 1626">
                <a:extLst>
                  <a:ext uri="{FF2B5EF4-FFF2-40B4-BE49-F238E27FC236}">
                    <a16:creationId xmlns:a16="http://schemas.microsoft.com/office/drawing/2014/main" id="{7E2C8EA6-4CB5-4845-909F-9633EE48A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1435"/>
                <a:ext cx="18" cy="43"/>
              </a:xfrm>
              <a:custGeom>
                <a:avLst/>
                <a:gdLst>
                  <a:gd name="T0" fmla="*/ 2003 w 7"/>
                  <a:gd name="T1" fmla="*/ 6060 h 16"/>
                  <a:gd name="T2" fmla="*/ 1137 w 7"/>
                  <a:gd name="T3" fmla="*/ 0 h 16"/>
                  <a:gd name="T4" fmla="*/ 0 w 7"/>
                  <a:gd name="T5" fmla="*/ 0 h 16"/>
                  <a:gd name="T6" fmla="*/ 1137 w 7"/>
                  <a:gd name="T7" fmla="*/ 5628 h 16"/>
                  <a:gd name="T8" fmla="*/ 2003 w 7"/>
                  <a:gd name="T9" fmla="*/ 60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7" y="16"/>
                    </a:moveTo>
                    <a:cubicBezTo>
                      <a:pt x="4" y="15"/>
                      <a:pt x="5" y="1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4"/>
                      <a:pt x="4" y="15"/>
                    </a:cubicBezTo>
                    <a:lnTo>
                      <a:pt x="7" y="1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8" name="Freeform 1627">
                <a:extLst>
                  <a:ext uri="{FF2B5EF4-FFF2-40B4-BE49-F238E27FC236}">
                    <a16:creationId xmlns:a16="http://schemas.microsoft.com/office/drawing/2014/main" id="{2079F6B0-B065-4A8A-A366-A3BFB2D91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438"/>
                <a:ext cx="3" cy="34"/>
              </a:xfrm>
              <a:custGeom>
                <a:avLst/>
                <a:gdLst>
                  <a:gd name="T0" fmla="*/ 729 w 1"/>
                  <a:gd name="T1" fmla="*/ 4166 h 13"/>
                  <a:gd name="T2" fmla="*/ 0 w 1"/>
                  <a:gd name="T3" fmla="*/ 1593 h 13"/>
                  <a:gd name="T4" fmla="*/ 0 w 1"/>
                  <a:gd name="T5" fmla="*/ 0 h 13"/>
                  <a:gd name="T6" fmla="*/ 0 w 1"/>
                  <a:gd name="T7" fmla="*/ 0 h 13"/>
                  <a:gd name="T8" fmla="*/ 0 w 1"/>
                  <a:gd name="T9" fmla="*/ 2202 h 13"/>
                  <a:gd name="T10" fmla="*/ 729 w 1"/>
                  <a:gd name="T11" fmla="*/ 4166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3">
                    <a:moveTo>
                      <a:pt x="1" y="13"/>
                    </a:moveTo>
                    <a:cubicBezTo>
                      <a:pt x="1" y="11"/>
                      <a:pt x="0" y="8"/>
                      <a:pt x="0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5"/>
                      <a:pt x="0" y="7"/>
                    </a:cubicBezTo>
                    <a:cubicBezTo>
                      <a:pt x="0" y="10"/>
                      <a:pt x="1" y="11"/>
                      <a:pt x="1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9" name="Freeform 1628">
                <a:extLst>
                  <a:ext uri="{FF2B5EF4-FFF2-40B4-BE49-F238E27FC236}">
                    <a16:creationId xmlns:a16="http://schemas.microsoft.com/office/drawing/2014/main" id="{1CE3A5E6-1863-48FD-99A7-4CC009C9B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568"/>
                <a:ext cx="35" cy="35"/>
              </a:xfrm>
              <a:custGeom>
                <a:avLst/>
                <a:gdLst>
                  <a:gd name="T0" fmla="*/ 3438 w 14"/>
                  <a:gd name="T1" fmla="*/ 3414 h 13"/>
                  <a:gd name="T2" fmla="*/ 1770 w 14"/>
                  <a:gd name="T3" fmla="*/ 1580 h 13"/>
                  <a:gd name="T4" fmla="*/ 0 w 14"/>
                  <a:gd name="T5" fmla="*/ 0 h 13"/>
                  <a:gd name="T6" fmla="*/ 0 w 14"/>
                  <a:gd name="T7" fmla="*/ 1580 h 13"/>
                  <a:gd name="T8" fmla="*/ 1770 w 14"/>
                  <a:gd name="T9" fmla="*/ 3102 h 13"/>
                  <a:gd name="T10" fmla="*/ 3438 w 14"/>
                  <a:gd name="T11" fmla="*/ 4935 h 13"/>
                  <a:gd name="T12" fmla="*/ 3438 w 14"/>
                  <a:gd name="T13" fmla="*/ 341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14" y="9"/>
                    </a:moveTo>
                    <a:cubicBezTo>
                      <a:pt x="14" y="8"/>
                      <a:pt x="10" y="5"/>
                      <a:pt x="7" y="4"/>
                    </a:cubicBezTo>
                    <a:cubicBezTo>
                      <a:pt x="5" y="2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4" y="6"/>
                      <a:pt x="7" y="8"/>
                    </a:cubicBezTo>
                    <a:cubicBezTo>
                      <a:pt x="11" y="10"/>
                      <a:pt x="14" y="12"/>
                      <a:pt x="14" y="13"/>
                    </a:cubicBezTo>
                    <a:lnTo>
                      <a:pt x="14" y="9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0" name="Freeform 1629">
                <a:extLst>
                  <a:ext uri="{FF2B5EF4-FFF2-40B4-BE49-F238E27FC236}">
                    <a16:creationId xmlns:a16="http://schemas.microsoft.com/office/drawing/2014/main" id="{F68B0DE3-1561-4941-BFD8-9BBAD27FE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1470"/>
                <a:ext cx="50" cy="18"/>
              </a:xfrm>
              <a:custGeom>
                <a:avLst/>
                <a:gdLst>
                  <a:gd name="T0" fmla="*/ 4220 w 20"/>
                  <a:gd name="T1" fmla="*/ 357 h 7"/>
                  <a:gd name="T2" fmla="*/ 1958 w 20"/>
                  <a:gd name="T3" fmla="*/ 357 h 7"/>
                  <a:gd name="T4" fmla="*/ 0 w 20"/>
                  <a:gd name="T5" fmla="*/ 918 h 7"/>
                  <a:gd name="T6" fmla="*/ 783 w 20"/>
                  <a:gd name="T7" fmla="*/ 1700 h 7"/>
                  <a:gd name="T8" fmla="*/ 2470 w 20"/>
                  <a:gd name="T9" fmla="*/ 1448 h 7"/>
                  <a:gd name="T10" fmla="*/ 4895 w 20"/>
                  <a:gd name="T11" fmla="*/ 1448 h 7"/>
                  <a:gd name="T12" fmla="*/ 4220 w 20"/>
                  <a:gd name="T13" fmla="*/ 35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7" y="1"/>
                    </a:moveTo>
                    <a:cubicBezTo>
                      <a:pt x="16" y="0"/>
                      <a:pt x="12" y="1"/>
                      <a:pt x="8" y="1"/>
                    </a:cubicBezTo>
                    <a:cubicBezTo>
                      <a:pt x="5" y="2"/>
                      <a:pt x="1" y="3"/>
                      <a:pt x="0" y="3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7" y="5"/>
                      <a:pt x="10" y="5"/>
                    </a:cubicBezTo>
                    <a:cubicBezTo>
                      <a:pt x="15" y="4"/>
                      <a:pt x="19" y="4"/>
                      <a:pt x="20" y="5"/>
                    </a:cubicBezTo>
                    <a:lnTo>
                      <a:pt x="17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1" name="Freeform 1630">
                <a:extLst>
                  <a:ext uri="{FF2B5EF4-FFF2-40B4-BE49-F238E27FC236}">
                    <a16:creationId xmlns:a16="http://schemas.microsoft.com/office/drawing/2014/main" id="{983D23A0-44C0-46B6-891A-68BF12C92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1443"/>
                <a:ext cx="22" cy="43"/>
              </a:xfrm>
              <a:custGeom>
                <a:avLst/>
                <a:gdLst>
                  <a:gd name="T0" fmla="*/ 1506 w 9"/>
                  <a:gd name="T1" fmla="*/ 6060 h 16"/>
                  <a:gd name="T2" fmla="*/ 1750 w 9"/>
                  <a:gd name="T3" fmla="*/ 680 h 16"/>
                  <a:gd name="T4" fmla="*/ 1039 w 9"/>
                  <a:gd name="T5" fmla="*/ 0 h 16"/>
                  <a:gd name="T6" fmla="*/ 616 w 9"/>
                  <a:gd name="T7" fmla="*/ 5316 h 16"/>
                  <a:gd name="T8" fmla="*/ 1506 w 9"/>
                  <a:gd name="T9" fmla="*/ 60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7" y="16"/>
                    </a:moveTo>
                    <a:cubicBezTo>
                      <a:pt x="4" y="14"/>
                      <a:pt x="9" y="2"/>
                      <a:pt x="8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0" y="12"/>
                      <a:pt x="3" y="14"/>
                    </a:cubicBezTo>
                    <a:lnTo>
                      <a:pt x="7" y="1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2" name="Freeform 1631">
                <a:extLst>
                  <a:ext uri="{FF2B5EF4-FFF2-40B4-BE49-F238E27FC236}">
                    <a16:creationId xmlns:a16="http://schemas.microsoft.com/office/drawing/2014/main" id="{08A15005-6BAA-452C-9747-98BBF9911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488"/>
                <a:ext cx="47" cy="16"/>
              </a:xfrm>
              <a:custGeom>
                <a:avLst/>
                <a:gdLst>
                  <a:gd name="T0" fmla="*/ 3708 w 19"/>
                  <a:gd name="T1" fmla="*/ 397 h 6"/>
                  <a:gd name="T2" fmla="*/ 1831 w 19"/>
                  <a:gd name="T3" fmla="*/ 397 h 6"/>
                  <a:gd name="T4" fmla="*/ 0 w 19"/>
                  <a:gd name="T5" fmla="*/ 1059 h 6"/>
                  <a:gd name="T6" fmla="*/ 636 w 19"/>
                  <a:gd name="T7" fmla="*/ 1763 h 6"/>
                  <a:gd name="T8" fmla="*/ 2313 w 19"/>
                  <a:gd name="T9" fmla="*/ 1459 h 6"/>
                  <a:gd name="T10" fmla="*/ 4344 w 19"/>
                  <a:gd name="T11" fmla="*/ 1459 h 6"/>
                  <a:gd name="T12" fmla="*/ 3708 w 19"/>
                  <a:gd name="T13" fmla="*/ 397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16" y="1"/>
                    </a:moveTo>
                    <a:cubicBezTo>
                      <a:pt x="15" y="0"/>
                      <a:pt x="11" y="0"/>
                      <a:pt x="8" y="1"/>
                    </a:cubicBezTo>
                    <a:cubicBezTo>
                      <a:pt x="5" y="1"/>
                      <a:pt x="0" y="3"/>
                      <a:pt x="0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7" y="5"/>
                      <a:pt x="10" y="4"/>
                    </a:cubicBezTo>
                    <a:cubicBezTo>
                      <a:pt x="14" y="3"/>
                      <a:pt x="18" y="4"/>
                      <a:pt x="19" y="4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3" name="Freeform 1632">
                <a:extLst>
                  <a:ext uri="{FF2B5EF4-FFF2-40B4-BE49-F238E27FC236}">
                    <a16:creationId xmlns:a16="http://schemas.microsoft.com/office/drawing/2014/main" id="{7896B0EC-886D-4749-B232-8CE87AF45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502"/>
                <a:ext cx="45" cy="18"/>
              </a:xfrm>
              <a:custGeom>
                <a:avLst/>
                <a:gdLst>
                  <a:gd name="T0" fmla="*/ 3720 w 18"/>
                  <a:gd name="T1" fmla="*/ 357 h 7"/>
                  <a:gd name="T2" fmla="*/ 1958 w 18"/>
                  <a:gd name="T3" fmla="*/ 357 h 7"/>
                  <a:gd name="T4" fmla="*/ 0 w 18"/>
                  <a:gd name="T5" fmla="*/ 918 h 7"/>
                  <a:gd name="T6" fmla="*/ 783 w 18"/>
                  <a:gd name="T7" fmla="*/ 1700 h 7"/>
                  <a:gd name="T8" fmla="*/ 2470 w 18"/>
                  <a:gd name="T9" fmla="*/ 1448 h 7"/>
                  <a:gd name="T10" fmla="*/ 4425 w 18"/>
                  <a:gd name="T11" fmla="*/ 1448 h 7"/>
                  <a:gd name="T12" fmla="*/ 3720 w 18"/>
                  <a:gd name="T13" fmla="*/ 35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15" y="1"/>
                    </a:moveTo>
                    <a:cubicBezTo>
                      <a:pt x="14" y="0"/>
                      <a:pt x="11" y="0"/>
                      <a:pt x="8" y="1"/>
                    </a:cubicBezTo>
                    <a:cubicBezTo>
                      <a:pt x="5" y="2"/>
                      <a:pt x="0" y="3"/>
                      <a:pt x="0" y="3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7" y="5"/>
                      <a:pt x="10" y="5"/>
                    </a:cubicBezTo>
                    <a:cubicBezTo>
                      <a:pt x="15" y="3"/>
                      <a:pt x="17" y="4"/>
                      <a:pt x="18" y="5"/>
                    </a:cubicBez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4" name="Freeform 1633">
                <a:extLst>
                  <a:ext uri="{FF2B5EF4-FFF2-40B4-BE49-F238E27FC236}">
                    <a16:creationId xmlns:a16="http://schemas.microsoft.com/office/drawing/2014/main" id="{3D48D209-7168-49F8-A5D6-3490CDEB8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1459"/>
                <a:ext cx="27" cy="45"/>
              </a:xfrm>
              <a:custGeom>
                <a:avLst/>
                <a:gdLst>
                  <a:gd name="T0" fmla="*/ 1048 w 11"/>
                  <a:gd name="T1" fmla="*/ 5845 h 17"/>
                  <a:gd name="T2" fmla="*/ 2216 w 11"/>
                  <a:gd name="T3" fmla="*/ 1038 h 17"/>
                  <a:gd name="T4" fmla="*/ 1524 w 11"/>
                  <a:gd name="T5" fmla="*/ 0 h 17"/>
                  <a:gd name="T6" fmla="*/ 427 w 11"/>
                  <a:gd name="T7" fmla="*/ 4807 h 17"/>
                  <a:gd name="T8" fmla="*/ 1048 w 11"/>
                  <a:gd name="T9" fmla="*/ 584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5" y="17"/>
                    </a:moveTo>
                    <a:cubicBezTo>
                      <a:pt x="3" y="15"/>
                      <a:pt x="11" y="4"/>
                      <a:pt x="10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1"/>
                      <a:pt x="0" y="12"/>
                      <a:pt x="2" y="14"/>
                    </a:cubicBezTo>
                    <a:lnTo>
                      <a:pt x="5" y="17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5" name="Freeform 1634">
                <a:extLst>
                  <a:ext uri="{FF2B5EF4-FFF2-40B4-BE49-F238E27FC236}">
                    <a16:creationId xmlns:a16="http://schemas.microsoft.com/office/drawing/2014/main" id="{716941E0-25BF-4865-9A57-C1106311F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472"/>
                <a:ext cx="25" cy="46"/>
              </a:xfrm>
              <a:custGeom>
                <a:avLst/>
                <a:gdLst>
                  <a:gd name="T0" fmla="*/ 1300 w 10"/>
                  <a:gd name="T1" fmla="*/ 6656 h 17"/>
                  <a:gd name="T2" fmla="*/ 2270 w 10"/>
                  <a:gd name="T3" fmla="*/ 1185 h 17"/>
                  <a:gd name="T4" fmla="*/ 1770 w 10"/>
                  <a:gd name="T5" fmla="*/ 0 h 17"/>
                  <a:gd name="T6" fmla="*/ 520 w 10"/>
                  <a:gd name="T7" fmla="*/ 5528 h 17"/>
                  <a:gd name="T8" fmla="*/ 1300 w 10"/>
                  <a:gd name="T9" fmla="*/ 665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5" y="17"/>
                    </a:moveTo>
                    <a:cubicBezTo>
                      <a:pt x="3" y="14"/>
                      <a:pt x="10" y="4"/>
                      <a:pt x="9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0" y="11"/>
                      <a:pt x="2" y="14"/>
                    </a:cubicBezTo>
                    <a:lnTo>
                      <a:pt x="5" y="17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6" name="Freeform 1635">
                <a:extLst>
                  <a:ext uri="{FF2B5EF4-FFF2-40B4-BE49-F238E27FC236}">
                    <a16:creationId xmlns:a16="http://schemas.microsoft.com/office/drawing/2014/main" id="{16375067-FCDA-44D4-86E3-60BD7728D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523"/>
                <a:ext cx="45" cy="13"/>
              </a:xfrm>
              <a:custGeom>
                <a:avLst/>
                <a:gdLst>
                  <a:gd name="T0" fmla="*/ 3908 w 18"/>
                  <a:gd name="T1" fmla="*/ 372 h 5"/>
                  <a:gd name="T2" fmla="*/ 1958 w 18"/>
                  <a:gd name="T3" fmla="*/ 0 h 5"/>
                  <a:gd name="T4" fmla="*/ 0 w 18"/>
                  <a:gd name="T5" fmla="*/ 0 h 5"/>
                  <a:gd name="T6" fmla="*/ 520 w 18"/>
                  <a:gd name="T7" fmla="*/ 967 h 5"/>
                  <a:gd name="T8" fmla="*/ 2270 w 18"/>
                  <a:gd name="T9" fmla="*/ 1196 h 5"/>
                  <a:gd name="T10" fmla="*/ 4425 w 18"/>
                  <a:gd name="T11" fmla="*/ 1547 h 5"/>
                  <a:gd name="T12" fmla="*/ 3908 w 18"/>
                  <a:gd name="T13" fmla="*/ 37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16" y="1"/>
                    </a:moveTo>
                    <a:cubicBezTo>
                      <a:pt x="16" y="0"/>
                      <a:pt x="11" y="0"/>
                      <a:pt x="8" y="0"/>
                    </a:cubicBezTo>
                    <a:cubicBezTo>
                      <a:pt x="5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9" y="4"/>
                    </a:cubicBezTo>
                    <a:cubicBezTo>
                      <a:pt x="14" y="3"/>
                      <a:pt x="18" y="4"/>
                      <a:pt x="18" y="5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7" name="Freeform 1636">
                <a:extLst>
                  <a:ext uri="{FF2B5EF4-FFF2-40B4-BE49-F238E27FC236}">
                    <a16:creationId xmlns:a16="http://schemas.microsoft.com/office/drawing/2014/main" id="{EAF095F2-96FA-4F27-83F4-8D6166741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1536"/>
                <a:ext cx="45" cy="16"/>
              </a:xfrm>
              <a:custGeom>
                <a:avLst/>
                <a:gdLst>
                  <a:gd name="T0" fmla="*/ 3908 w 18"/>
                  <a:gd name="T1" fmla="*/ 661 h 6"/>
                  <a:gd name="T2" fmla="*/ 1958 w 18"/>
                  <a:gd name="T3" fmla="*/ 0 h 6"/>
                  <a:gd name="T4" fmla="*/ 0 w 18"/>
                  <a:gd name="T5" fmla="*/ 0 h 6"/>
                  <a:gd name="T6" fmla="*/ 520 w 18"/>
                  <a:gd name="T7" fmla="*/ 1459 h 6"/>
                  <a:gd name="T8" fmla="*/ 2270 w 18"/>
                  <a:gd name="T9" fmla="*/ 1459 h 6"/>
                  <a:gd name="T10" fmla="*/ 4425 w 18"/>
                  <a:gd name="T11" fmla="*/ 2184 h 6"/>
                  <a:gd name="T12" fmla="*/ 3908 w 18"/>
                  <a:gd name="T13" fmla="*/ 66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16" y="2"/>
                    </a:moveTo>
                    <a:cubicBezTo>
                      <a:pt x="15" y="1"/>
                      <a:pt x="12" y="0"/>
                      <a:pt x="8" y="0"/>
                    </a:cubicBezTo>
                    <a:cubicBezTo>
                      <a:pt x="5" y="0"/>
                      <a:pt x="0" y="1"/>
                      <a:pt x="0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6" y="4"/>
                      <a:pt x="9" y="4"/>
                    </a:cubicBezTo>
                    <a:cubicBezTo>
                      <a:pt x="15" y="4"/>
                      <a:pt x="17" y="5"/>
                      <a:pt x="18" y="6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8" name="Freeform 1637">
                <a:extLst>
                  <a:ext uri="{FF2B5EF4-FFF2-40B4-BE49-F238E27FC236}">
                    <a16:creationId xmlns:a16="http://schemas.microsoft.com/office/drawing/2014/main" id="{E949588A-2205-48C6-9F23-2225B4776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491"/>
                <a:ext cx="27" cy="43"/>
              </a:xfrm>
              <a:custGeom>
                <a:avLst/>
                <a:gdLst>
                  <a:gd name="T0" fmla="*/ 1048 w 11"/>
                  <a:gd name="T1" fmla="*/ 6060 h 16"/>
                  <a:gd name="T2" fmla="*/ 2398 w 11"/>
                  <a:gd name="T3" fmla="*/ 1148 h 16"/>
                  <a:gd name="T4" fmla="*/ 1777 w 11"/>
                  <a:gd name="T5" fmla="*/ 0 h 16"/>
                  <a:gd name="T6" fmla="*/ 427 w 11"/>
                  <a:gd name="T7" fmla="*/ 4913 h 16"/>
                  <a:gd name="T8" fmla="*/ 1048 w 11"/>
                  <a:gd name="T9" fmla="*/ 60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5" y="16"/>
                    </a:moveTo>
                    <a:cubicBezTo>
                      <a:pt x="3" y="14"/>
                      <a:pt x="11" y="4"/>
                      <a:pt x="11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0" y="10"/>
                      <a:pt x="2" y="13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9" name="Freeform 1638">
                <a:extLst>
                  <a:ext uri="{FF2B5EF4-FFF2-40B4-BE49-F238E27FC236}">
                    <a16:creationId xmlns:a16="http://schemas.microsoft.com/office/drawing/2014/main" id="{58511E92-5432-4676-BCC7-1BBAABAEF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1504"/>
                <a:ext cx="30" cy="43"/>
              </a:xfrm>
              <a:custGeom>
                <a:avLst/>
                <a:gdLst>
                  <a:gd name="T0" fmla="*/ 1300 w 12"/>
                  <a:gd name="T1" fmla="*/ 6060 h 16"/>
                  <a:gd name="T2" fmla="*/ 2738 w 12"/>
                  <a:gd name="T3" fmla="*/ 1148 h 16"/>
                  <a:gd name="T4" fmla="*/ 1958 w 12"/>
                  <a:gd name="T5" fmla="*/ 0 h 16"/>
                  <a:gd name="T6" fmla="*/ 520 w 12"/>
                  <a:gd name="T7" fmla="*/ 4913 h 16"/>
                  <a:gd name="T8" fmla="*/ 1300 w 12"/>
                  <a:gd name="T9" fmla="*/ 60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5" y="16"/>
                    </a:moveTo>
                    <a:cubicBezTo>
                      <a:pt x="3" y="14"/>
                      <a:pt x="12" y="4"/>
                      <a:pt x="11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0" y="10"/>
                      <a:pt x="2" y="13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0" name="Freeform 1639">
                <a:extLst>
                  <a:ext uri="{FF2B5EF4-FFF2-40B4-BE49-F238E27FC236}">
                    <a16:creationId xmlns:a16="http://schemas.microsoft.com/office/drawing/2014/main" id="{39973AB4-3D70-4EB6-AC36-18CF819A3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1555"/>
                <a:ext cx="42" cy="21"/>
              </a:xfrm>
              <a:custGeom>
                <a:avLst/>
                <a:gdLst>
                  <a:gd name="T0" fmla="*/ 3694 w 17"/>
                  <a:gd name="T1" fmla="*/ 1378 h 8"/>
                  <a:gd name="T2" fmla="*/ 1826 w 17"/>
                  <a:gd name="T3" fmla="*/ 378 h 8"/>
                  <a:gd name="T4" fmla="*/ 0 w 17"/>
                  <a:gd name="T5" fmla="*/ 0 h 8"/>
                  <a:gd name="T6" fmla="*/ 452 w 17"/>
                  <a:gd name="T7" fmla="*/ 1378 h 8"/>
                  <a:gd name="T8" fmla="*/ 2009 w 17"/>
                  <a:gd name="T9" fmla="*/ 1612 h 8"/>
                  <a:gd name="T10" fmla="*/ 3876 w 17"/>
                  <a:gd name="T11" fmla="*/ 2604 h 8"/>
                  <a:gd name="T12" fmla="*/ 3694 w 17"/>
                  <a:gd name="T13" fmla="*/ 137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16" y="4"/>
                    </a:moveTo>
                    <a:cubicBezTo>
                      <a:pt x="16" y="3"/>
                      <a:pt x="12" y="2"/>
                      <a:pt x="8" y="1"/>
                    </a:cubicBezTo>
                    <a:cubicBezTo>
                      <a:pt x="5" y="1"/>
                      <a:pt x="0" y="0"/>
                      <a:pt x="0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6" y="5"/>
                      <a:pt x="9" y="5"/>
                    </a:cubicBezTo>
                    <a:cubicBezTo>
                      <a:pt x="14" y="6"/>
                      <a:pt x="17" y="7"/>
                      <a:pt x="17" y="8"/>
                    </a:cubicBezTo>
                    <a:lnTo>
                      <a:pt x="16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1" name="Freeform 1640">
                <a:extLst>
                  <a:ext uri="{FF2B5EF4-FFF2-40B4-BE49-F238E27FC236}">
                    <a16:creationId xmlns:a16="http://schemas.microsoft.com/office/drawing/2014/main" id="{B3211072-A3C9-4FB0-AD31-510E94116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1526"/>
                <a:ext cx="30" cy="42"/>
              </a:xfrm>
              <a:custGeom>
                <a:avLst/>
                <a:gdLst>
                  <a:gd name="T0" fmla="*/ 783 w 12"/>
                  <a:gd name="T1" fmla="*/ 5229 h 16"/>
                  <a:gd name="T2" fmla="*/ 2738 w 12"/>
                  <a:gd name="T3" fmla="*/ 1378 h 16"/>
                  <a:gd name="T4" fmla="*/ 2270 w 12"/>
                  <a:gd name="T5" fmla="*/ 0 h 16"/>
                  <a:gd name="T6" fmla="*/ 313 w 12"/>
                  <a:gd name="T7" fmla="*/ 3998 h 16"/>
                  <a:gd name="T8" fmla="*/ 783 w 12"/>
                  <a:gd name="T9" fmla="*/ 522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3" y="16"/>
                    </a:moveTo>
                    <a:cubicBezTo>
                      <a:pt x="2" y="13"/>
                      <a:pt x="12" y="5"/>
                      <a:pt x="11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"/>
                      <a:pt x="0" y="9"/>
                      <a:pt x="1" y="12"/>
                    </a:cubicBez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2" name="Freeform 1641">
                <a:extLst>
                  <a:ext uri="{FF2B5EF4-FFF2-40B4-BE49-F238E27FC236}">
                    <a16:creationId xmlns:a16="http://schemas.microsoft.com/office/drawing/2014/main" id="{CDD0C875-C7C9-40E8-928A-26BA7251B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1542"/>
                <a:ext cx="30" cy="40"/>
              </a:xfrm>
              <a:custGeom>
                <a:avLst/>
                <a:gdLst>
                  <a:gd name="T0" fmla="*/ 988 w 12"/>
                  <a:gd name="T1" fmla="*/ 5405 h 15"/>
                  <a:gd name="T2" fmla="*/ 2938 w 12"/>
                  <a:gd name="T3" fmla="*/ 1459 h 15"/>
                  <a:gd name="T4" fmla="*/ 2470 w 12"/>
                  <a:gd name="T5" fmla="*/ 0 h 15"/>
                  <a:gd name="T6" fmla="*/ 520 w 12"/>
                  <a:gd name="T7" fmla="*/ 4301 h 15"/>
                  <a:gd name="T8" fmla="*/ 988 w 12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3"/>
                      <a:pt x="12" y="5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0" y="9"/>
                      <a:pt x="2" y="12"/>
                    </a:cubicBez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3" name="Freeform 1642">
                <a:extLst>
                  <a:ext uri="{FF2B5EF4-FFF2-40B4-BE49-F238E27FC236}">
                    <a16:creationId xmlns:a16="http://schemas.microsoft.com/office/drawing/2014/main" id="{FB0B0D6D-CE2C-4748-9BC1-31F454545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1483"/>
                <a:ext cx="10" cy="27"/>
              </a:xfrm>
              <a:custGeom>
                <a:avLst/>
                <a:gdLst>
                  <a:gd name="T0" fmla="*/ 0 w 4"/>
                  <a:gd name="T1" fmla="*/ 3877 h 10"/>
                  <a:gd name="T2" fmla="*/ 783 w 4"/>
                  <a:gd name="T3" fmla="*/ 1158 h 10"/>
                  <a:gd name="T4" fmla="*/ 988 w 4"/>
                  <a:gd name="T5" fmla="*/ 0 h 10"/>
                  <a:gd name="T6" fmla="*/ 988 w 4"/>
                  <a:gd name="T7" fmla="*/ 0 h 10"/>
                  <a:gd name="T8" fmla="*/ 313 w 4"/>
                  <a:gd name="T9" fmla="*/ 1596 h 10"/>
                  <a:gd name="T10" fmla="*/ 0 w 4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0" y="10"/>
                    </a:moveTo>
                    <a:cubicBezTo>
                      <a:pt x="0" y="8"/>
                      <a:pt x="1" y="5"/>
                      <a:pt x="3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2" y="2"/>
                      <a:pt x="1" y="4"/>
                    </a:cubicBezTo>
                    <a:cubicBezTo>
                      <a:pt x="0" y="6"/>
                      <a:pt x="0" y="8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4" name="Freeform 1643">
                <a:extLst>
                  <a:ext uri="{FF2B5EF4-FFF2-40B4-BE49-F238E27FC236}">
                    <a16:creationId xmlns:a16="http://schemas.microsoft.com/office/drawing/2014/main" id="{8880D76A-DF62-463B-9AF1-002CD509C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1499"/>
                <a:ext cx="15" cy="27"/>
              </a:xfrm>
              <a:custGeom>
                <a:avLst/>
                <a:gdLst>
                  <a:gd name="T0" fmla="*/ 0 w 6"/>
                  <a:gd name="T1" fmla="*/ 3877 h 10"/>
                  <a:gd name="T2" fmla="*/ 988 w 6"/>
                  <a:gd name="T3" fmla="*/ 1158 h 10"/>
                  <a:gd name="T4" fmla="*/ 1488 w 6"/>
                  <a:gd name="T5" fmla="*/ 0 h 10"/>
                  <a:gd name="T6" fmla="*/ 1488 w 6"/>
                  <a:gd name="T7" fmla="*/ 0 h 10"/>
                  <a:gd name="T8" fmla="*/ 520 w 6"/>
                  <a:gd name="T9" fmla="*/ 2028 h 10"/>
                  <a:gd name="T10" fmla="*/ 0 w 6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0" y="8"/>
                      <a:pt x="2" y="6"/>
                      <a:pt x="4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3" y="3"/>
                      <a:pt x="2" y="5"/>
                    </a:cubicBezTo>
                    <a:cubicBezTo>
                      <a:pt x="1" y="7"/>
                      <a:pt x="0" y="8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5" name="Freeform 1644">
                <a:extLst>
                  <a:ext uri="{FF2B5EF4-FFF2-40B4-BE49-F238E27FC236}">
                    <a16:creationId xmlns:a16="http://schemas.microsoft.com/office/drawing/2014/main" id="{D0F03CC1-6F12-4CD4-935D-6DE7F7458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515"/>
                <a:ext cx="15" cy="24"/>
              </a:xfrm>
              <a:custGeom>
                <a:avLst/>
                <a:gdLst>
                  <a:gd name="T0" fmla="*/ 0 w 6"/>
                  <a:gd name="T1" fmla="*/ 3243 h 9"/>
                  <a:gd name="T2" fmla="*/ 988 w 6"/>
                  <a:gd name="T3" fmla="*/ 1059 h 9"/>
                  <a:gd name="T4" fmla="*/ 1488 w 6"/>
                  <a:gd name="T5" fmla="*/ 0 h 9"/>
                  <a:gd name="T6" fmla="*/ 1488 w 6"/>
                  <a:gd name="T7" fmla="*/ 0 h 9"/>
                  <a:gd name="T8" fmla="*/ 520 w 6"/>
                  <a:gd name="T9" fmla="*/ 1459 h 9"/>
                  <a:gd name="T10" fmla="*/ 0 w 6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0" y="7"/>
                      <a:pt x="2" y="5"/>
                      <a:pt x="4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3" y="2"/>
                      <a:pt x="2" y="4"/>
                    </a:cubicBezTo>
                    <a:cubicBezTo>
                      <a:pt x="1" y="6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6" name="Freeform 1645">
                <a:extLst>
                  <a:ext uri="{FF2B5EF4-FFF2-40B4-BE49-F238E27FC236}">
                    <a16:creationId xmlns:a16="http://schemas.microsoft.com/office/drawing/2014/main" id="{26654F8B-8534-4E42-B2D7-9D19609F3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1536"/>
                <a:ext cx="17" cy="24"/>
              </a:xfrm>
              <a:custGeom>
                <a:avLst/>
                <a:gdLst>
                  <a:gd name="T0" fmla="*/ 0 w 7"/>
                  <a:gd name="T1" fmla="*/ 3243 h 9"/>
                  <a:gd name="T2" fmla="*/ 1003 w 7"/>
                  <a:gd name="T3" fmla="*/ 1059 h 9"/>
                  <a:gd name="T4" fmla="*/ 1433 w 7"/>
                  <a:gd name="T5" fmla="*/ 0 h 9"/>
                  <a:gd name="T6" fmla="*/ 1433 w 7"/>
                  <a:gd name="T7" fmla="*/ 0 h 9"/>
                  <a:gd name="T8" fmla="*/ 590 w 7"/>
                  <a:gd name="T9" fmla="*/ 1459 h 9"/>
                  <a:gd name="T10" fmla="*/ 0 w 7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1" y="7"/>
                      <a:pt x="3" y="5"/>
                      <a:pt x="5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4" y="2"/>
                      <a:pt x="3" y="4"/>
                    </a:cubicBezTo>
                    <a:cubicBezTo>
                      <a:pt x="1" y="6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7" name="Freeform 1646">
                <a:extLst>
                  <a:ext uri="{FF2B5EF4-FFF2-40B4-BE49-F238E27FC236}">
                    <a16:creationId xmlns:a16="http://schemas.microsoft.com/office/drawing/2014/main" id="{0E84C2B1-423B-4972-9410-8898AEBD6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552"/>
                <a:ext cx="18" cy="24"/>
              </a:xfrm>
              <a:custGeom>
                <a:avLst/>
                <a:gdLst>
                  <a:gd name="T0" fmla="*/ 0 w 7"/>
                  <a:gd name="T1" fmla="*/ 3243 h 9"/>
                  <a:gd name="T2" fmla="*/ 1448 w 7"/>
                  <a:gd name="T3" fmla="*/ 1059 h 9"/>
                  <a:gd name="T4" fmla="*/ 2003 w 7"/>
                  <a:gd name="T5" fmla="*/ 0 h 9"/>
                  <a:gd name="T6" fmla="*/ 2003 w 7"/>
                  <a:gd name="T7" fmla="*/ 0 h 9"/>
                  <a:gd name="T8" fmla="*/ 918 w 7"/>
                  <a:gd name="T9" fmla="*/ 1459 h 9"/>
                  <a:gd name="T10" fmla="*/ 0 w 7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1" y="7"/>
                      <a:pt x="3" y="5"/>
                      <a:pt x="5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5" y="2"/>
                      <a:pt x="3" y="4"/>
                    </a:cubicBezTo>
                    <a:cubicBezTo>
                      <a:pt x="1" y="5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8" name="Freeform 1647">
                <a:extLst>
                  <a:ext uri="{FF2B5EF4-FFF2-40B4-BE49-F238E27FC236}">
                    <a16:creationId xmlns:a16="http://schemas.microsoft.com/office/drawing/2014/main" id="{52026012-8E9C-47A1-B6EC-FF68F65BA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470"/>
                <a:ext cx="12" cy="26"/>
              </a:xfrm>
              <a:custGeom>
                <a:avLst/>
                <a:gdLst>
                  <a:gd name="T0" fmla="*/ 0 w 5"/>
                  <a:gd name="T1" fmla="*/ 3110 h 10"/>
                  <a:gd name="T2" fmla="*/ 564 w 5"/>
                  <a:gd name="T3" fmla="*/ 967 h 10"/>
                  <a:gd name="T4" fmla="*/ 967 w 5"/>
                  <a:gd name="T5" fmla="*/ 0 h 10"/>
                  <a:gd name="T6" fmla="*/ 967 w 5"/>
                  <a:gd name="T7" fmla="*/ 0 h 10"/>
                  <a:gd name="T8" fmla="*/ 403 w 5"/>
                  <a:gd name="T9" fmla="*/ 1547 h 10"/>
                  <a:gd name="T10" fmla="*/ 0 w 5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cubicBezTo>
                      <a:pt x="1" y="8"/>
                      <a:pt x="2" y="6"/>
                      <a:pt x="3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3" y="3"/>
                      <a:pt x="2" y="5"/>
                    </a:cubicBezTo>
                    <a:cubicBezTo>
                      <a:pt x="1" y="7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9" name="Freeform 1648">
                <a:extLst>
                  <a:ext uri="{FF2B5EF4-FFF2-40B4-BE49-F238E27FC236}">
                    <a16:creationId xmlns:a16="http://schemas.microsoft.com/office/drawing/2014/main" id="{379F3D35-7E8A-4768-9937-9128F1EC2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451"/>
                <a:ext cx="8" cy="29"/>
              </a:xfrm>
              <a:custGeom>
                <a:avLst/>
                <a:gdLst>
                  <a:gd name="T0" fmla="*/ 0 w 3"/>
                  <a:gd name="T1" fmla="*/ 3662 h 11"/>
                  <a:gd name="T2" fmla="*/ 661 w 3"/>
                  <a:gd name="T3" fmla="*/ 1007 h 11"/>
                  <a:gd name="T4" fmla="*/ 1059 w 3"/>
                  <a:gd name="T5" fmla="*/ 0 h 11"/>
                  <a:gd name="T6" fmla="*/ 1059 w 3"/>
                  <a:gd name="T7" fmla="*/ 0 h 11"/>
                  <a:gd name="T8" fmla="*/ 0 w 3"/>
                  <a:gd name="T9" fmla="*/ 1648 h 11"/>
                  <a:gd name="T10" fmla="*/ 0 w 3"/>
                  <a:gd name="T11" fmla="*/ 366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1">
                    <a:moveTo>
                      <a:pt x="0" y="11"/>
                    </a:moveTo>
                    <a:cubicBezTo>
                      <a:pt x="0" y="9"/>
                      <a:pt x="1" y="6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3"/>
                      <a:pt x="0" y="5"/>
                    </a:cubicBezTo>
                    <a:cubicBezTo>
                      <a:pt x="0" y="7"/>
                      <a:pt x="0" y="9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0" name="Freeform 1649">
                <a:extLst>
                  <a:ext uri="{FF2B5EF4-FFF2-40B4-BE49-F238E27FC236}">
                    <a16:creationId xmlns:a16="http://schemas.microsoft.com/office/drawing/2014/main" id="{03757909-87AF-4B3B-B9EA-45F18CD28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435"/>
                <a:ext cx="23" cy="45"/>
              </a:xfrm>
              <a:custGeom>
                <a:avLst/>
                <a:gdLst>
                  <a:gd name="T0" fmla="*/ 1403 w 9"/>
                  <a:gd name="T1" fmla="*/ 392 h 17"/>
                  <a:gd name="T2" fmla="*/ 332 w 9"/>
                  <a:gd name="T3" fmla="*/ 3131 h 17"/>
                  <a:gd name="T4" fmla="*/ 0 w 9"/>
                  <a:gd name="T5" fmla="*/ 5845 h 17"/>
                  <a:gd name="T6" fmla="*/ 1104 w 9"/>
                  <a:gd name="T7" fmla="*/ 5450 h 17"/>
                  <a:gd name="T8" fmla="*/ 1403 w 9"/>
                  <a:gd name="T9" fmla="*/ 3131 h 17"/>
                  <a:gd name="T10" fmla="*/ 2520 w 9"/>
                  <a:gd name="T11" fmla="*/ 0 h 17"/>
                  <a:gd name="T12" fmla="*/ 1403 w 9"/>
                  <a:gd name="T13" fmla="*/ 392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5" y="1"/>
                    </a:moveTo>
                    <a:cubicBezTo>
                      <a:pt x="4" y="2"/>
                      <a:pt x="2" y="6"/>
                      <a:pt x="1" y="9"/>
                    </a:cubicBezTo>
                    <a:cubicBezTo>
                      <a:pt x="1" y="12"/>
                      <a:pt x="0" y="17"/>
                      <a:pt x="0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2"/>
                      <a:pt x="5" y="9"/>
                    </a:cubicBezTo>
                    <a:cubicBezTo>
                      <a:pt x="6" y="4"/>
                      <a:pt x="8" y="0"/>
                      <a:pt x="9" y="0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1" name="Freeform 1650">
                <a:extLst>
                  <a:ext uri="{FF2B5EF4-FFF2-40B4-BE49-F238E27FC236}">
                    <a16:creationId xmlns:a16="http://schemas.microsoft.com/office/drawing/2014/main" id="{C9DA7AE7-9A1F-4FF2-A171-5EC90047A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430"/>
                <a:ext cx="23" cy="42"/>
              </a:xfrm>
              <a:custGeom>
                <a:avLst/>
                <a:gdLst>
                  <a:gd name="T0" fmla="*/ 1403 w 9"/>
                  <a:gd name="T1" fmla="*/ 378 h 16"/>
                  <a:gd name="T2" fmla="*/ 549 w 9"/>
                  <a:gd name="T3" fmla="*/ 2604 h 16"/>
                  <a:gd name="T4" fmla="*/ 0 w 9"/>
                  <a:gd name="T5" fmla="*/ 5229 h 16"/>
                  <a:gd name="T6" fmla="*/ 1104 w 9"/>
                  <a:gd name="T7" fmla="*/ 4610 h 16"/>
                  <a:gd name="T8" fmla="*/ 1620 w 9"/>
                  <a:gd name="T9" fmla="*/ 2604 h 16"/>
                  <a:gd name="T10" fmla="*/ 2520 w 9"/>
                  <a:gd name="T11" fmla="*/ 0 h 16"/>
                  <a:gd name="T12" fmla="*/ 1403 w 9"/>
                  <a:gd name="T13" fmla="*/ 37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6">
                    <a:moveTo>
                      <a:pt x="5" y="1"/>
                    </a:moveTo>
                    <a:cubicBezTo>
                      <a:pt x="4" y="2"/>
                      <a:pt x="2" y="5"/>
                      <a:pt x="2" y="8"/>
                    </a:cubicBezTo>
                    <a:cubicBezTo>
                      <a:pt x="1" y="11"/>
                      <a:pt x="0" y="16"/>
                      <a:pt x="0" y="1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4"/>
                      <a:pt x="5" y="11"/>
                      <a:pt x="6" y="8"/>
                    </a:cubicBezTo>
                    <a:cubicBezTo>
                      <a:pt x="6" y="3"/>
                      <a:pt x="8" y="0"/>
                      <a:pt x="9" y="0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2" name="Freeform 1651">
                <a:extLst>
                  <a:ext uri="{FF2B5EF4-FFF2-40B4-BE49-F238E27FC236}">
                    <a16:creationId xmlns:a16="http://schemas.microsoft.com/office/drawing/2014/main" id="{843119B0-322C-4E2C-A560-2E1879090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427"/>
                <a:ext cx="25" cy="37"/>
              </a:xfrm>
              <a:custGeom>
                <a:avLst/>
                <a:gdLst>
                  <a:gd name="T0" fmla="*/ 1770 w 10"/>
                  <a:gd name="T1" fmla="*/ 391 h 14"/>
                  <a:gd name="T2" fmla="*/ 783 w 10"/>
                  <a:gd name="T3" fmla="*/ 2046 h 14"/>
                  <a:gd name="T4" fmla="*/ 0 w 10"/>
                  <a:gd name="T5" fmla="*/ 4784 h 14"/>
                  <a:gd name="T6" fmla="*/ 988 w 10"/>
                  <a:gd name="T7" fmla="*/ 4392 h 14"/>
                  <a:gd name="T8" fmla="*/ 1770 w 10"/>
                  <a:gd name="T9" fmla="*/ 2437 h 14"/>
                  <a:gd name="T10" fmla="*/ 2470 w 10"/>
                  <a:gd name="T11" fmla="*/ 0 h 14"/>
                  <a:gd name="T12" fmla="*/ 1770 w 10"/>
                  <a:gd name="T13" fmla="*/ 39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7" y="1"/>
                    </a:moveTo>
                    <a:cubicBezTo>
                      <a:pt x="6" y="1"/>
                      <a:pt x="4" y="3"/>
                      <a:pt x="3" y="6"/>
                    </a:cubicBezTo>
                    <a:cubicBezTo>
                      <a:pt x="2" y="9"/>
                      <a:pt x="0" y="14"/>
                      <a:pt x="0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3"/>
                      <a:pt x="6" y="10"/>
                      <a:pt x="7" y="7"/>
                    </a:cubicBezTo>
                    <a:cubicBezTo>
                      <a:pt x="9" y="2"/>
                      <a:pt x="9" y="0"/>
                      <a:pt x="10" y="0"/>
                    </a:cubicBez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3" name="Freeform 1652">
                <a:extLst>
                  <a:ext uri="{FF2B5EF4-FFF2-40B4-BE49-F238E27FC236}">
                    <a16:creationId xmlns:a16="http://schemas.microsoft.com/office/drawing/2014/main" id="{1D5E8754-A73A-440C-838F-954CBCC19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422"/>
                <a:ext cx="35" cy="37"/>
              </a:xfrm>
              <a:custGeom>
                <a:avLst/>
                <a:gdLst>
                  <a:gd name="T0" fmla="*/ 2470 w 14"/>
                  <a:gd name="T1" fmla="*/ 0 h 14"/>
                  <a:gd name="T2" fmla="*/ 988 w 14"/>
                  <a:gd name="T3" fmla="*/ 2437 h 14"/>
                  <a:gd name="T4" fmla="*/ 0 w 14"/>
                  <a:gd name="T5" fmla="*/ 4784 h 14"/>
                  <a:gd name="T6" fmla="*/ 988 w 14"/>
                  <a:gd name="T7" fmla="*/ 4392 h 14"/>
                  <a:gd name="T8" fmla="*/ 1958 w 14"/>
                  <a:gd name="T9" fmla="*/ 2730 h 14"/>
                  <a:gd name="T10" fmla="*/ 3438 w 14"/>
                  <a:gd name="T11" fmla="*/ 0 h 14"/>
                  <a:gd name="T12" fmla="*/ 2470 w 1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0" y="0"/>
                    </a:moveTo>
                    <a:cubicBezTo>
                      <a:pt x="8" y="0"/>
                      <a:pt x="6" y="4"/>
                      <a:pt x="4" y="7"/>
                    </a:cubicBezTo>
                    <a:cubicBezTo>
                      <a:pt x="3" y="9"/>
                      <a:pt x="0" y="14"/>
                      <a:pt x="0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10" y="3"/>
                      <a:pt x="13" y="0"/>
                      <a:pt x="14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4" name="Freeform 1653">
                <a:extLst>
                  <a:ext uri="{FF2B5EF4-FFF2-40B4-BE49-F238E27FC236}">
                    <a16:creationId xmlns:a16="http://schemas.microsoft.com/office/drawing/2014/main" id="{505649FA-9A25-4C10-88AD-856505B28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435"/>
                <a:ext cx="32" cy="32"/>
              </a:xfrm>
              <a:custGeom>
                <a:avLst/>
                <a:gdLst>
                  <a:gd name="T0" fmla="*/ 2897 w 13"/>
                  <a:gd name="T1" fmla="*/ 3640 h 12"/>
                  <a:gd name="T2" fmla="*/ 928 w 13"/>
                  <a:gd name="T3" fmla="*/ 0 h 12"/>
                  <a:gd name="T4" fmla="*/ 0 w 13"/>
                  <a:gd name="T5" fmla="*/ 397 h 12"/>
                  <a:gd name="T6" fmla="*/ 2284 w 13"/>
                  <a:gd name="T7" fmla="*/ 3891 h 12"/>
                  <a:gd name="T8" fmla="*/ 2897 w 13"/>
                  <a:gd name="T9" fmla="*/ 364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10"/>
                    </a:moveTo>
                    <a:cubicBezTo>
                      <a:pt x="11" y="11"/>
                      <a:pt x="5" y="0"/>
                      <a:pt x="4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6" y="12"/>
                      <a:pt x="10" y="11"/>
                    </a:cubicBezTo>
                    <a:lnTo>
                      <a:pt x="13" y="1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5" name="Freeform 1654">
                <a:extLst>
                  <a:ext uri="{FF2B5EF4-FFF2-40B4-BE49-F238E27FC236}">
                    <a16:creationId xmlns:a16="http://schemas.microsoft.com/office/drawing/2014/main" id="{CFC34D0E-D65A-428F-BC7E-6F1690434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430"/>
                <a:ext cx="35" cy="32"/>
              </a:xfrm>
              <a:custGeom>
                <a:avLst/>
                <a:gdLst>
                  <a:gd name="T0" fmla="*/ 3438 w 14"/>
                  <a:gd name="T1" fmla="*/ 3640 h 12"/>
                  <a:gd name="T2" fmla="*/ 988 w 14"/>
                  <a:gd name="T3" fmla="*/ 0 h 12"/>
                  <a:gd name="T4" fmla="*/ 0 w 14"/>
                  <a:gd name="T5" fmla="*/ 397 h 12"/>
                  <a:gd name="T6" fmla="*/ 2470 w 14"/>
                  <a:gd name="T7" fmla="*/ 3891 h 12"/>
                  <a:gd name="T8" fmla="*/ 3438 w 14"/>
                  <a:gd name="T9" fmla="*/ 364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14" y="10"/>
                    </a:moveTo>
                    <a:cubicBezTo>
                      <a:pt x="11" y="11"/>
                      <a:pt x="5" y="0"/>
                      <a:pt x="4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7" y="12"/>
                      <a:pt x="10" y="11"/>
                    </a:cubicBezTo>
                    <a:lnTo>
                      <a:pt x="14" y="1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6" name="Freeform 1655">
                <a:extLst>
                  <a:ext uri="{FF2B5EF4-FFF2-40B4-BE49-F238E27FC236}">
                    <a16:creationId xmlns:a16="http://schemas.microsoft.com/office/drawing/2014/main" id="{BF663443-AB99-45B4-B079-86F7BA617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432"/>
                <a:ext cx="17" cy="24"/>
              </a:xfrm>
              <a:custGeom>
                <a:avLst/>
                <a:gdLst>
                  <a:gd name="T0" fmla="*/ 1433 w 7"/>
                  <a:gd name="T1" fmla="*/ 3243 h 9"/>
                  <a:gd name="T2" fmla="*/ 413 w 7"/>
                  <a:gd name="T3" fmla="*/ 1059 h 9"/>
                  <a:gd name="T4" fmla="*/ 0 w 7"/>
                  <a:gd name="T5" fmla="*/ 0 h 9"/>
                  <a:gd name="T6" fmla="*/ 0 w 7"/>
                  <a:gd name="T7" fmla="*/ 0 h 9"/>
                  <a:gd name="T8" fmla="*/ 590 w 7"/>
                  <a:gd name="T9" fmla="*/ 1763 h 9"/>
                  <a:gd name="T10" fmla="*/ 1433 w 7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5" y="8"/>
                      <a:pt x="4" y="5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3"/>
                      <a:pt x="3" y="5"/>
                    </a:cubicBezTo>
                    <a:cubicBezTo>
                      <a:pt x="4" y="7"/>
                      <a:pt x="5" y="8"/>
                      <a:pt x="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7" name="Freeform 1656">
                <a:extLst>
                  <a:ext uri="{FF2B5EF4-FFF2-40B4-BE49-F238E27FC236}">
                    <a16:creationId xmlns:a16="http://schemas.microsoft.com/office/drawing/2014/main" id="{B31CCBB5-254C-4F53-AF83-6F62C14F4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438"/>
                <a:ext cx="17" cy="26"/>
              </a:xfrm>
              <a:custGeom>
                <a:avLst/>
                <a:gdLst>
                  <a:gd name="T0" fmla="*/ 1433 w 7"/>
                  <a:gd name="T1" fmla="*/ 3110 h 10"/>
                  <a:gd name="T2" fmla="*/ 413 w 7"/>
                  <a:gd name="T3" fmla="*/ 967 h 10"/>
                  <a:gd name="T4" fmla="*/ 0 w 7"/>
                  <a:gd name="T5" fmla="*/ 0 h 10"/>
                  <a:gd name="T6" fmla="*/ 0 w 7"/>
                  <a:gd name="T7" fmla="*/ 0 h 10"/>
                  <a:gd name="T8" fmla="*/ 590 w 7"/>
                  <a:gd name="T9" fmla="*/ 1914 h 10"/>
                  <a:gd name="T10" fmla="*/ 1433 w 7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7" y="10"/>
                    </a:moveTo>
                    <a:cubicBezTo>
                      <a:pt x="5" y="8"/>
                      <a:pt x="4" y="6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4"/>
                      <a:pt x="3" y="6"/>
                    </a:cubicBezTo>
                    <a:cubicBezTo>
                      <a:pt x="4" y="8"/>
                      <a:pt x="5" y="8"/>
                      <a:pt x="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8" name="Freeform 1657">
                <a:extLst>
                  <a:ext uri="{FF2B5EF4-FFF2-40B4-BE49-F238E27FC236}">
                    <a16:creationId xmlns:a16="http://schemas.microsoft.com/office/drawing/2014/main" id="{326B448F-13BC-45C8-9EE0-590C6F5E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424"/>
                <a:ext cx="35" cy="35"/>
              </a:xfrm>
              <a:custGeom>
                <a:avLst/>
                <a:gdLst>
                  <a:gd name="T0" fmla="*/ 3438 w 14"/>
                  <a:gd name="T1" fmla="*/ 4254 h 13"/>
                  <a:gd name="T2" fmla="*/ 988 w 14"/>
                  <a:gd name="T3" fmla="*/ 428 h 13"/>
                  <a:gd name="T4" fmla="*/ 0 w 14"/>
                  <a:gd name="T5" fmla="*/ 681 h 13"/>
                  <a:gd name="T6" fmla="*/ 2738 w 14"/>
                  <a:gd name="T7" fmla="*/ 4531 h 13"/>
                  <a:gd name="T8" fmla="*/ 3438 w 14"/>
                  <a:gd name="T9" fmla="*/ 425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4" y="11"/>
                    </a:moveTo>
                    <a:cubicBezTo>
                      <a:pt x="11" y="12"/>
                      <a:pt x="6" y="0"/>
                      <a:pt x="4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7" y="13"/>
                      <a:pt x="11" y="12"/>
                    </a:cubicBezTo>
                    <a:lnTo>
                      <a:pt x="14" y="1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9" name="Freeform 1658">
                <a:extLst>
                  <a:ext uri="{FF2B5EF4-FFF2-40B4-BE49-F238E27FC236}">
                    <a16:creationId xmlns:a16="http://schemas.microsoft.com/office/drawing/2014/main" id="{347B9D08-A3D2-47A3-A453-F76A312D8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1430"/>
                <a:ext cx="18" cy="24"/>
              </a:xfrm>
              <a:custGeom>
                <a:avLst/>
                <a:gdLst>
                  <a:gd name="T0" fmla="*/ 2003 w 7"/>
                  <a:gd name="T1" fmla="*/ 3243 h 9"/>
                  <a:gd name="T2" fmla="*/ 563 w 7"/>
                  <a:gd name="T3" fmla="*/ 1059 h 9"/>
                  <a:gd name="T4" fmla="*/ 0 w 7"/>
                  <a:gd name="T5" fmla="*/ 0 h 9"/>
                  <a:gd name="T6" fmla="*/ 0 w 7"/>
                  <a:gd name="T7" fmla="*/ 0 h 9"/>
                  <a:gd name="T8" fmla="*/ 918 w 7"/>
                  <a:gd name="T9" fmla="*/ 1763 h 9"/>
                  <a:gd name="T10" fmla="*/ 2003 w 7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6" y="7"/>
                      <a:pt x="4" y="5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3"/>
                      <a:pt x="3" y="5"/>
                    </a:cubicBezTo>
                    <a:cubicBezTo>
                      <a:pt x="4" y="7"/>
                      <a:pt x="6" y="7"/>
                      <a:pt x="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0" name="Freeform 1659">
                <a:extLst>
                  <a:ext uri="{FF2B5EF4-FFF2-40B4-BE49-F238E27FC236}">
                    <a16:creationId xmlns:a16="http://schemas.microsoft.com/office/drawing/2014/main" id="{98E84B5D-C87F-49A4-9C68-B26680FD4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1422"/>
                <a:ext cx="25" cy="34"/>
              </a:xfrm>
              <a:custGeom>
                <a:avLst/>
                <a:gdLst>
                  <a:gd name="T0" fmla="*/ 2470 w 10"/>
                  <a:gd name="T1" fmla="*/ 4166 h 13"/>
                  <a:gd name="T2" fmla="*/ 1300 w 10"/>
                  <a:gd name="T3" fmla="*/ 0 h 13"/>
                  <a:gd name="T4" fmla="*/ 0 w 10"/>
                  <a:gd name="T5" fmla="*/ 0 h 13"/>
                  <a:gd name="T6" fmla="*/ 1488 w 10"/>
                  <a:gd name="T7" fmla="*/ 4166 h 13"/>
                  <a:gd name="T8" fmla="*/ 2470 w 10"/>
                  <a:gd name="T9" fmla="*/ 416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10" y="13"/>
                    </a:moveTo>
                    <a:cubicBezTo>
                      <a:pt x="7" y="13"/>
                      <a:pt x="6" y="0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13"/>
                      <a:pt x="6" y="13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1" name="Freeform 1660">
                <a:extLst>
                  <a:ext uri="{FF2B5EF4-FFF2-40B4-BE49-F238E27FC236}">
                    <a16:creationId xmlns:a16="http://schemas.microsoft.com/office/drawing/2014/main" id="{1B86D6CE-567D-4317-A91A-1DA563852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1424"/>
                <a:ext cx="8" cy="30"/>
              </a:xfrm>
              <a:custGeom>
                <a:avLst/>
                <a:gdLst>
                  <a:gd name="T0" fmla="*/ 1059 w 3"/>
                  <a:gd name="T1" fmla="*/ 4544 h 11"/>
                  <a:gd name="T2" fmla="*/ 0 w 3"/>
                  <a:gd name="T3" fmla="*/ 1219 h 11"/>
                  <a:gd name="T4" fmla="*/ 0 w 3"/>
                  <a:gd name="T5" fmla="*/ 0 h 11"/>
                  <a:gd name="T6" fmla="*/ 0 w 3"/>
                  <a:gd name="T7" fmla="*/ 0 h 11"/>
                  <a:gd name="T8" fmla="*/ 0 w 3"/>
                  <a:gd name="T9" fmla="*/ 2433 h 11"/>
                  <a:gd name="T10" fmla="*/ 1059 w 3"/>
                  <a:gd name="T11" fmla="*/ 454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1">
                    <a:moveTo>
                      <a:pt x="3" y="11"/>
                    </a:moveTo>
                    <a:cubicBezTo>
                      <a:pt x="2" y="9"/>
                      <a:pt x="1" y="6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6"/>
                    </a:cubicBezTo>
                    <a:cubicBezTo>
                      <a:pt x="1" y="8"/>
                      <a:pt x="2" y="9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2" name="Freeform 1661">
                <a:extLst>
                  <a:ext uri="{FF2B5EF4-FFF2-40B4-BE49-F238E27FC236}">
                    <a16:creationId xmlns:a16="http://schemas.microsoft.com/office/drawing/2014/main" id="{C6E9B673-2577-484C-8440-C75F3191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459"/>
                <a:ext cx="15" cy="51"/>
              </a:xfrm>
              <a:custGeom>
                <a:avLst/>
                <a:gdLst>
                  <a:gd name="T0" fmla="*/ 313 w 6"/>
                  <a:gd name="T1" fmla="*/ 1082 h 19"/>
                  <a:gd name="T2" fmla="*/ 0 w 6"/>
                  <a:gd name="T3" fmla="*/ 4467 h 19"/>
                  <a:gd name="T4" fmla="*/ 520 w 6"/>
                  <a:gd name="T5" fmla="*/ 7119 h 19"/>
                  <a:gd name="T6" fmla="*/ 1300 w 6"/>
                  <a:gd name="T7" fmla="*/ 6383 h 19"/>
                  <a:gd name="T8" fmla="*/ 988 w 6"/>
                  <a:gd name="T9" fmla="*/ 3731 h 19"/>
                  <a:gd name="T10" fmla="*/ 988 w 6"/>
                  <a:gd name="T11" fmla="*/ 0 h 19"/>
                  <a:gd name="T12" fmla="*/ 313 w 6"/>
                  <a:gd name="T13" fmla="*/ 108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9">
                    <a:moveTo>
                      <a:pt x="1" y="3"/>
                    </a:moveTo>
                    <a:cubicBezTo>
                      <a:pt x="0" y="4"/>
                      <a:pt x="0" y="8"/>
                      <a:pt x="0" y="12"/>
                    </a:cubicBezTo>
                    <a:cubicBezTo>
                      <a:pt x="1" y="14"/>
                      <a:pt x="2" y="19"/>
                      <a:pt x="2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5"/>
                      <a:pt x="5" y="13"/>
                      <a:pt x="4" y="10"/>
                    </a:cubicBezTo>
                    <a:cubicBezTo>
                      <a:pt x="3" y="5"/>
                      <a:pt x="3" y="1"/>
                      <a:pt x="4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3" name="Freeform 1662">
                <a:extLst>
                  <a:ext uri="{FF2B5EF4-FFF2-40B4-BE49-F238E27FC236}">
                    <a16:creationId xmlns:a16="http://schemas.microsoft.com/office/drawing/2014/main" id="{F854ABDE-5A68-4B6D-A02D-6B222B7DB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448"/>
                <a:ext cx="15" cy="48"/>
              </a:xfrm>
              <a:custGeom>
                <a:avLst/>
                <a:gdLst>
                  <a:gd name="T0" fmla="*/ 313 w 6"/>
                  <a:gd name="T1" fmla="*/ 1059 h 18"/>
                  <a:gd name="T2" fmla="*/ 0 w 6"/>
                  <a:gd name="T3" fmla="*/ 3640 h 18"/>
                  <a:gd name="T4" fmla="*/ 520 w 6"/>
                  <a:gd name="T5" fmla="*/ 6464 h 18"/>
                  <a:gd name="T6" fmla="*/ 1300 w 6"/>
                  <a:gd name="T7" fmla="*/ 5824 h 18"/>
                  <a:gd name="T8" fmla="*/ 988 w 6"/>
                  <a:gd name="T9" fmla="*/ 3243 h 18"/>
                  <a:gd name="T10" fmla="*/ 988 w 6"/>
                  <a:gd name="T11" fmla="*/ 0 h 18"/>
                  <a:gd name="T12" fmla="*/ 313 w 6"/>
                  <a:gd name="T13" fmla="*/ 1059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8">
                    <a:moveTo>
                      <a:pt x="1" y="3"/>
                    </a:moveTo>
                    <a:cubicBezTo>
                      <a:pt x="0" y="4"/>
                      <a:pt x="0" y="7"/>
                      <a:pt x="0" y="10"/>
                    </a:cubicBezTo>
                    <a:cubicBezTo>
                      <a:pt x="1" y="13"/>
                      <a:pt x="2" y="18"/>
                      <a:pt x="2" y="18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4"/>
                      <a:pt x="4" y="12"/>
                      <a:pt x="4" y="9"/>
                    </a:cubicBezTo>
                    <a:cubicBezTo>
                      <a:pt x="3" y="4"/>
                      <a:pt x="3" y="1"/>
                      <a:pt x="4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4" name="Freeform 1663">
                <a:extLst>
                  <a:ext uri="{FF2B5EF4-FFF2-40B4-BE49-F238E27FC236}">
                    <a16:creationId xmlns:a16="http://schemas.microsoft.com/office/drawing/2014/main" id="{CB012714-7852-42BF-8B87-413D7EB1D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459"/>
                <a:ext cx="42" cy="29"/>
              </a:xfrm>
              <a:custGeom>
                <a:avLst/>
                <a:gdLst>
                  <a:gd name="T0" fmla="*/ 3876 w 17"/>
                  <a:gd name="T1" fmla="*/ 2035 h 11"/>
                  <a:gd name="T2" fmla="*/ 934 w 17"/>
                  <a:gd name="T3" fmla="*/ 0 h 11"/>
                  <a:gd name="T4" fmla="*/ 0 w 17"/>
                  <a:gd name="T5" fmla="*/ 1007 h 11"/>
                  <a:gd name="T6" fmla="*/ 3199 w 17"/>
                  <a:gd name="T7" fmla="*/ 3045 h 11"/>
                  <a:gd name="T8" fmla="*/ 3876 w 17"/>
                  <a:gd name="T9" fmla="*/ 203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1">
                    <a:moveTo>
                      <a:pt x="17" y="6"/>
                    </a:moveTo>
                    <a:cubicBezTo>
                      <a:pt x="14" y="8"/>
                      <a:pt x="5" y="0"/>
                      <a:pt x="4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1" y="11"/>
                      <a:pt x="14" y="9"/>
                    </a:cubicBezTo>
                    <a:lnTo>
                      <a:pt x="17" y="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5" name="Freeform 1664">
                <a:extLst>
                  <a:ext uri="{FF2B5EF4-FFF2-40B4-BE49-F238E27FC236}">
                    <a16:creationId xmlns:a16="http://schemas.microsoft.com/office/drawing/2014/main" id="{AAE66F6D-ABA1-41CC-AE10-256A24CCE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448"/>
                <a:ext cx="40" cy="30"/>
              </a:xfrm>
              <a:custGeom>
                <a:avLst/>
                <a:gdLst>
                  <a:gd name="T0" fmla="*/ 3908 w 16"/>
                  <a:gd name="T1" fmla="*/ 2433 h 11"/>
                  <a:gd name="T2" fmla="*/ 783 w 16"/>
                  <a:gd name="T3" fmla="*/ 0 h 11"/>
                  <a:gd name="T4" fmla="*/ 0 w 16"/>
                  <a:gd name="T5" fmla="*/ 1219 h 11"/>
                  <a:gd name="T6" fmla="*/ 3250 w 16"/>
                  <a:gd name="T7" fmla="*/ 3755 h 11"/>
                  <a:gd name="T8" fmla="*/ 3908 w 16"/>
                  <a:gd name="T9" fmla="*/ 243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1">
                    <a:moveTo>
                      <a:pt x="16" y="6"/>
                    </a:moveTo>
                    <a:cubicBezTo>
                      <a:pt x="14" y="8"/>
                      <a:pt x="4" y="0"/>
                      <a:pt x="3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0" y="11"/>
                      <a:pt x="13" y="9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6" name="Freeform 1665">
                <a:extLst>
                  <a:ext uri="{FF2B5EF4-FFF2-40B4-BE49-F238E27FC236}">
                    <a16:creationId xmlns:a16="http://schemas.microsoft.com/office/drawing/2014/main" id="{3ECFC34A-B320-43E5-B3F4-1D56D4359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451"/>
                <a:ext cx="22" cy="16"/>
              </a:xfrm>
              <a:custGeom>
                <a:avLst/>
                <a:gdLst>
                  <a:gd name="T0" fmla="*/ 1931 w 9"/>
                  <a:gd name="T1" fmla="*/ 2184 h 6"/>
                  <a:gd name="T2" fmla="*/ 616 w 9"/>
                  <a:gd name="T3" fmla="*/ 661 h 6"/>
                  <a:gd name="T4" fmla="*/ 0 w 9"/>
                  <a:gd name="T5" fmla="*/ 0 h 6"/>
                  <a:gd name="T6" fmla="*/ 0 w 9"/>
                  <a:gd name="T7" fmla="*/ 0 h 6"/>
                  <a:gd name="T8" fmla="*/ 860 w 9"/>
                  <a:gd name="T9" fmla="*/ 1459 h 6"/>
                  <a:gd name="T10" fmla="*/ 1931 w 9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cubicBezTo>
                      <a:pt x="7" y="5"/>
                      <a:pt x="5" y="4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4" y="4"/>
                    </a:cubicBezTo>
                    <a:cubicBezTo>
                      <a:pt x="6" y="5"/>
                      <a:pt x="7" y="5"/>
                      <a:pt x="9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7" name="Freeform 1666">
                <a:extLst>
                  <a:ext uri="{FF2B5EF4-FFF2-40B4-BE49-F238E27FC236}">
                    <a16:creationId xmlns:a16="http://schemas.microsoft.com/office/drawing/2014/main" id="{0A6BC43D-C6DA-430A-B8E1-CBC315C82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464"/>
                <a:ext cx="23" cy="16"/>
              </a:xfrm>
              <a:custGeom>
                <a:avLst/>
                <a:gdLst>
                  <a:gd name="T0" fmla="*/ 2520 w 9"/>
                  <a:gd name="T1" fmla="*/ 2184 h 6"/>
                  <a:gd name="T2" fmla="*/ 848 w 9"/>
                  <a:gd name="T3" fmla="*/ 661 h 6"/>
                  <a:gd name="T4" fmla="*/ 0 w 9"/>
                  <a:gd name="T5" fmla="*/ 0 h 6"/>
                  <a:gd name="T6" fmla="*/ 0 w 9"/>
                  <a:gd name="T7" fmla="*/ 0 h 6"/>
                  <a:gd name="T8" fmla="*/ 1104 w 9"/>
                  <a:gd name="T9" fmla="*/ 1059 h 6"/>
                  <a:gd name="T10" fmla="*/ 2520 w 9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cubicBezTo>
                      <a:pt x="8" y="5"/>
                      <a:pt x="5" y="3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4" y="3"/>
                    </a:cubicBezTo>
                    <a:cubicBezTo>
                      <a:pt x="6" y="5"/>
                      <a:pt x="8" y="5"/>
                      <a:pt x="9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8" name="Freeform 1667">
                <a:extLst>
                  <a:ext uri="{FF2B5EF4-FFF2-40B4-BE49-F238E27FC236}">
                    <a16:creationId xmlns:a16="http://schemas.microsoft.com/office/drawing/2014/main" id="{60312E2A-FD33-404E-9E89-E7604E82E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39"/>
                <a:ext cx="28" cy="45"/>
              </a:xfrm>
              <a:custGeom>
                <a:avLst/>
                <a:gdLst>
                  <a:gd name="T0" fmla="*/ 331 w 11"/>
                  <a:gd name="T1" fmla="*/ 1038 h 17"/>
                  <a:gd name="T2" fmla="*/ 1387 w 11"/>
                  <a:gd name="T3" fmla="*/ 3783 h 17"/>
                  <a:gd name="T4" fmla="*/ 2688 w 11"/>
                  <a:gd name="T5" fmla="*/ 5845 h 17"/>
                  <a:gd name="T6" fmla="*/ 2986 w 11"/>
                  <a:gd name="T7" fmla="*/ 4415 h 17"/>
                  <a:gd name="T8" fmla="*/ 1932 w 11"/>
                  <a:gd name="T9" fmla="*/ 2748 h 17"/>
                  <a:gd name="T10" fmla="*/ 545 w 11"/>
                  <a:gd name="T11" fmla="*/ 0 h 17"/>
                  <a:gd name="T12" fmla="*/ 331 w 11"/>
                  <a:gd name="T13" fmla="*/ 103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7">
                    <a:moveTo>
                      <a:pt x="1" y="3"/>
                    </a:moveTo>
                    <a:cubicBezTo>
                      <a:pt x="0" y="4"/>
                      <a:pt x="2" y="8"/>
                      <a:pt x="5" y="11"/>
                    </a:cubicBezTo>
                    <a:cubicBezTo>
                      <a:pt x="6" y="13"/>
                      <a:pt x="10" y="17"/>
                      <a:pt x="10" y="17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2"/>
                      <a:pt x="9" y="10"/>
                      <a:pt x="7" y="8"/>
                    </a:cubicBezTo>
                    <a:cubicBezTo>
                      <a:pt x="3" y="4"/>
                      <a:pt x="2" y="1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9" name="Freeform 1668">
                <a:extLst>
                  <a:ext uri="{FF2B5EF4-FFF2-40B4-BE49-F238E27FC236}">
                    <a16:creationId xmlns:a16="http://schemas.microsoft.com/office/drawing/2014/main" id="{398625B1-401E-4D54-B1F0-0FB72F0CC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20"/>
                <a:ext cx="28" cy="46"/>
              </a:xfrm>
              <a:custGeom>
                <a:avLst/>
                <a:gdLst>
                  <a:gd name="T0" fmla="*/ 331 w 11"/>
                  <a:gd name="T1" fmla="*/ 1605 h 17"/>
                  <a:gd name="T2" fmla="*/ 1056 w 11"/>
                  <a:gd name="T3" fmla="*/ 4343 h 17"/>
                  <a:gd name="T4" fmla="*/ 2474 w 11"/>
                  <a:gd name="T5" fmla="*/ 6656 h 17"/>
                  <a:gd name="T6" fmla="*/ 2688 w 11"/>
                  <a:gd name="T7" fmla="*/ 5090 h 17"/>
                  <a:gd name="T8" fmla="*/ 1601 w 11"/>
                  <a:gd name="T9" fmla="*/ 3206 h 17"/>
                  <a:gd name="T10" fmla="*/ 545 w 11"/>
                  <a:gd name="T11" fmla="*/ 0 h 17"/>
                  <a:gd name="T12" fmla="*/ 331 w 11"/>
                  <a:gd name="T13" fmla="*/ 160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7">
                    <a:moveTo>
                      <a:pt x="1" y="4"/>
                    </a:moveTo>
                    <a:cubicBezTo>
                      <a:pt x="0" y="6"/>
                      <a:pt x="2" y="9"/>
                      <a:pt x="4" y="11"/>
                    </a:cubicBezTo>
                    <a:cubicBezTo>
                      <a:pt x="6" y="13"/>
                      <a:pt x="9" y="17"/>
                      <a:pt x="9" y="17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2"/>
                      <a:pt x="8" y="10"/>
                      <a:pt x="6" y="8"/>
                    </a:cubicBezTo>
                    <a:cubicBezTo>
                      <a:pt x="3" y="4"/>
                      <a:pt x="2" y="1"/>
                      <a:pt x="2" y="0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0" name="Freeform 1669">
                <a:extLst>
                  <a:ext uri="{FF2B5EF4-FFF2-40B4-BE49-F238E27FC236}">
                    <a16:creationId xmlns:a16="http://schemas.microsoft.com/office/drawing/2014/main" id="{7CB7D2E0-2276-4EC5-A555-D53036649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499"/>
                <a:ext cx="23" cy="43"/>
              </a:xfrm>
              <a:custGeom>
                <a:avLst/>
                <a:gdLst>
                  <a:gd name="T0" fmla="*/ 0 w 9"/>
                  <a:gd name="T1" fmla="*/ 1148 h 16"/>
                  <a:gd name="T2" fmla="*/ 549 w 9"/>
                  <a:gd name="T3" fmla="*/ 3806 h 16"/>
                  <a:gd name="T4" fmla="*/ 1620 w 9"/>
                  <a:gd name="T5" fmla="*/ 6060 h 16"/>
                  <a:gd name="T6" fmla="*/ 2167 w 9"/>
                  <a:gd name="T7" fmla="*/ 4913 h 16"/>
                  <a:gd name="T8" fmla="*/ 1403 w 9"/>
                  <a:gd name="T9" fmla="*/ 2658 h 16"/>
                  <a:gd name="T10" fmla="*/ 549 w 9"/>
                  <a:gd name="T11" fmla="*/ 0 h 16"/>
                  <a:gd name="T12" fmla="*/ 0 w 9"/>
                  <a:gd name="T13" fmla="*/ 114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6">
                    <a:moveTo>
                      <a:pt x="0" y="3"/>
                    </a:moveTo>
                    <a:cubicBezTo>
                      <a:pt x="0" y="4"/>
                      <a:pt x="1" y="7"/>
                      <a:pt x="2" y="10"/>
                    </a:cubicBezTo>
                    <a:cubicBezTo>
                      <a:pt x="4" y="12"/>
                      <a:pt x="6" y="16"/>
                      <a:pt x="6" y="16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2"/>
                      <a:pt x="7" y="9"/>
                      <a:pt x="5" y="7"/>
                    </a:cubicBezTo>
                    <a:cubicBezTo>
                      <a:pt x="3" y="2"/>
                      <a:pt x="1" y="1"/>
                      <a:pt x="2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1" name="Freeform 1670">
                <a:extLst>
                  <a:ext uri="{FF2B5EF4-FFF2-40B4-BE49-F238E27FC236}">
                    <a16:creationId xmlns:a16="http://schemas.microsoft.com/office/drawing/2014/main" id="{E6ED5209-571D-492A-A4D4-F3836F705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478"/>
                <a:ext cx="23" cy="50"/>
              </a:xfrm>
              <a:custGeom>
                <a:avLst/>
                <a:gdLst>
                  <a:gd name="T0" fmla="*/ 332 w 9"/>
                  <a:gd name="T1" fmla="*/ 1005 h 19"/>
                  <a:gd name="T2" fmla="*/ 848 w 9"/>
                  <a:gd name="T3" fmla="*/ 4032 h 19"/>
                  <a:gd name="T4" fmla="*/ 1620 w 9"/>
                  <a:gd name="T5" fmla="*/ 6324 h 19"/>
                  <a:gd name="T6" fmla="*/ 2167 w 9"/>
                  <a:gd name="T7" fmla="*/ 5318 h 19"/>
                  <a:gd name="T8" fmla="*/ 1620 w 9"/>
                  <a:gd name="T9" fmla="*/ 3026 h 19"/>
                  <a:gd name="T10" fmla="*/ 1104 w 9"/>
                  <a:gd name="T11" fmla="*/ 0 h 19"/>
                  <a:gd name="T12" fmla="*/ 332 w 9"/>
                  <a:gd name="T13" fmla="*/ 100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">
                    <a:moveTo>
                      <a:pt x="1" y="3"/>
                    </a:moveTo>
                    <a:cubicBezTo>
                      <a:pt x="0" y="5"/>
                      <a:pt x="2" y="8"/>
                      <a:pt x="3" y="12"/>
                    </a:cubicBezTo>
                    <a:cubicBezTo>
                      <a:pt x="4" y="14"/>
                      <a:pt x="6" y="19"/>
                      <a:pt x="6" y="19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4"/>
                      <a:pt x="7" y="12"/>
                      <a:pt x="6" y="9"/>
                    </a:cubicBezTo>
                    <a:cubicBezTo>
                      <a:pt x="4" y="4"/>
                      <a:pt x="3" y="1"/>
                      <a:pt x="4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2" name="Freeform 1671">
                <a:extLst>
                  <a:ext uri="{FF2B5EF4-FFF2-40B4-BE49-F238E27FC236}">
                    <a16:creationId xmlns:a16="http://schemas.microsoft.com/office/drawing/2014/main" id="{81433AA9-6DD6-41CB-91E7-01F4C4DDE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34"/>
                <a:ext cx="40" cy="18"/>
              </a:xfrm>
              <a:custGeom>
                <a:avLst/>
                <a:gdLst>
                  <a:gd name="T0" fmla="*/ 3908 w 16"/>
                  <a:gd name="T1" fmla="*/ 0 h 7"/>
                  <a:gd name="T2" fmla="*/ 520 w 16"/>
                  <a:gd name="T3" fmla="*/ 563 h 7"/>
                  <a:gd name="T4" fmla="*/ 0 w 16"/>
                  <a:gd name="T5" fmla="*/ 1700 h 7"/>
                  <a:gd name="T6" fmla="*/ 3720 w 16"/>
                  <a:gd name="T7" fmla="*/ 1137 h 7"/>
                  <a:gd name="T8" fmla="*/ 3908 w 1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7">
                    <a:moveTo>
                      <a:pt x="16" y="0"/>
                    </a:moveTo>
                    <a:cubicBezTo>
                      <a:pt x="15" y="3"/>
                      <a:pt x="2" y="1"/>
                      <a:pt x="2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13" y="7"/>
                      <a:pt x="15" y="4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3" name="Freeform 1672">
                <a:extLst>
                  <a:ext uri="{FF2B5EF4-FFF2-40B4-BE49-F238E27FC236}">
                    <a16:creationId xmlns:a16="http://schemas.microsoft.com/office/drawing/2014/main" id="{FDC03BB7-FD27-4D8F-8B24-D207C9AA9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18"/>
                <a:ext cx="40" cy="18"/>
              </a:xfrm>
              <a:custGeom>
                <a:avLst/>
                <a:gdLst>
                  <a:gd name="T0" fmla="*/ 3908 w 16"/>
                  <a:gd name="T1" fmla="*/ 0 h 7"/>
                  <a:gd name="T2" fmla="*/ 313 w 16"/>
                  <a:gd name="T3" fmla="*/ 357 h 7"/>
                  <a:gd name="T4" fmla="*/ 0 w 16"/>
                  <a:gd name="T5" fmla="*/ 1448 h 7"/>
                  <a:gd name="T6" fmla="*/ 3438 w 16"/>
                  <a:gd name="T7" fmla="*/ 1137 h 7"/>
                  <a:gd name="T8" fmla="*/ 3908 w 1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7">
                    <a:moveTo>
                      <a:pt x="16" y="0"/>
                    </a:moveTo>
                    <a:cubicBezTo>
                      <a:pt x="14" y="3"/>
                      <a:pt x="2" y="0"/>
                      <a:pt x="1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3" y="7"/>
                      <a:pt x="14" y="4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4" name="Freeform 1673">
                <a:extLst>
                  <a:ext uri="{FF2B5EF4-FFF2-40B4-BE49-F238E27FC236}">
                    <a16:creationId xmlns:a16="http://schemas.microsoft.com/office/drawing/2014/main" id="{E3EB5575-1DBD-4CCF-B87E-FA02702AF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23"/>
                <a:ext cx="30" cy="3"/>
              </a:xfrm>
              <a:custGeom>
                <a:avLst/>
                <a:gdLst>
                  <a:gd name="T0" fmla="*/ 2938 w 12"/>
                  <a:gd name="T1" fmla="*/ 0 h 1"/>
                  <a:gd name="T2" fmla="*/ 988 w 12"/>
                  <a:gd name="T3" fmla="*/ 0 h 1"/>
                  <a:gd name="T4" fmla="*/ 0 w 12"/>
                  <a:gd name="T5" fmla="*/ 0 h 1"/>
                  <a:gd name="T6" fmla="*/ 0 w 12"/>
                  <a:gd name="T7" fmla="*/ 0 h 1"/>
                  <a:gd name="T8" fmla="*/ 1488 w 12"/>
                  <a:gd name="T9" fmla="*/ 729 h 1"/>
                  <a:gd name="T10" fmla="*/ 2938 w 1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">
                    <a:moveTo>
                      <a:pt x="12" y="0"/>
                    </a:moveTo>
                    <a:cubicBezTo>
                      <a:pt x="10" y="1"/>
                      <a:pt x="7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1"/>
                      <a:pt x="6" y="1"/>
                    </a:cubicBezTo>
                    <a:cubicBezTo>
                      <a:pt x="8" y="1"/>
                      <a:pt x="10" y="1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5" name="Freeform 1674">
                <a:extLst>
                  <a:ext uri="{FF2B5EF4-FFF2-40B4-BE49-F238E27FC236}">
                    <a16:creationId xmlns:a16="http://schemas.microsoft.com/office/drawing/2014/main" id="{A46E0F2F-248C-4A1B-BDF3-E165B4C53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39"/>
                <a:ext cx="30" cy="5"/>
              </a:xfrm>
              <a:custGeom>
                <a:avLst/>
                <a:gdLst>
                  <a:gd name="T0" fmla="*/ 2938 w 12"/>
                  <a:gd name="T1" fmla="*/ 313 h 2"/>
                  <a:gd name="T2" fmla="*/ 988 w 12"/>
                  <a:gd name="T3" fmla="*/ 0 h 2"/>
                  <a:gd name="T4" fmla="*/ 0 w 12"/>
                  <a:gd name="T5" fmla="*/ 0 h 2"/>
                  <a:gd name="T6" fmla="*/ 313 w 12"/>
                  <a:gd name="T7" fmla="*/ 0 h 2"/>
                  <a:gd name="T8" fmla="*/ 1488 w 12"/>
                  <a:gd name="T9" fmla="*/ 313 h 2"/>
                  <a:gd name="T10" fmla="*/ 2938 w 12"/>
                  <a:gd name="T11" fmla="*/ 31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">
                    <a:moveTo>
                      <a:pt x="12" y="1"/>
                    </a:moveTo>
                    <a:cubicBezTo>
                      <a:pt x="10" y="1"/>
                      <a:pt x="7" y="1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4" y="1"/>
                      <a:pt x="6" y="1"/>
                    </a:cubicBezTo>
                    <a:cubicBezTo>
                      <a:pt x="8" y="2"/>
                      <a:pt x="10" y="1"/>
                      <a:pt x="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6" name="Freeform 1675">
                <a:extLst>
                  <a:ext uri="{FF2B5EF4-FFF2-40B4-BE49-F238E27FC236}">
                    <a16:creationId xmlns:a16="http://schemas.microsoft.com/office/drawing/2014/main" id="{871DDBCF-8C84-488D-8126-33C9CE5AF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496"/>
                <a:ext cx="38" cy="19"/>
              </a:xfrm>
              <a:custGeom>
                <a:avLst/>
                <a:gdLst>
                  <a:gd name="T0" fmla="*/ 3955 w 15"/>
                  <a:gd name="T1" fmla="*/ 0 h 7"/>
                  <a:gd name="T2" fmla="*/ 327 w 15"/>
                  <a:gd name="T3" fmla="*/ 442 h 7"/>
                  <a:gd name="T4" fmla="*/ 0 w 15"/>
                  <a:gd name="T5" fmla="*/ 2063 h 7"/>
                  <a:gd name="T6" fmla="*/ 3658 w 15"/>
                  <a:gd name="T7" fmla="*/ 1200 h 7"/>
                  <a:gd name="T8" fmla="*/ 3955 w 1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cubicBezTo>
                      <a:pt x="14" y="3"/>
                      <a:pt x="1" y="0"/>
                      <a:pt x="1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3" y="7"/>
                      <a:pt x="14" y="3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7" name="Freeform 1676">
                <a:extLst>
                  <a:ext uri="{FF2B5EF4-FFF2-40B4-BE49-F238E27FC236}">
                    <a16:creationId xmlns:a16="http://schemas.microsoft.com/office/drawing/2014/main" id="{F388BF28-9015-4FE3-B0CA-149E0D3D0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502"/>
                <a:ext cx="28" cy="2"/>
              </a:xfrm>
              <a:custGeom>
                <a:avLst/>
                <a:gdLst>
                  <a:gd name="T0" fmla="*/ 2986 w 11"/>
                  <a:gd name="T1" fmla="*/ 0 h 1"/>
                  <a:gd name="T2" fmla="*/ 843 w 11"/>
                  <a:gd name="T3" fmla="*/ 0 h 1"/>
                  <a:gd name="T4" fmla="*/ 0 w 11"/>
                  <a:gd name="T5" fmla="*/ 0 h 1"/>
                  <a:gd name="T6" fmla="*/ 0 w 11"/>
                  <a:gd name="T7" fmla="*/ 0 h 1"/>
                  <a:gd name="T8" fmla="*/ 1387 w 11"/>
                  <a:gd name="T9" fmla="*/ 64 h 1"/>
                  <a:gd name="T10" fmla="*/ 2986 w 1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">
                    <a:moveTo>
                      <a:pt x="11" y="0"/>
                    </a:moveTo>
                    <a:cubicBezTo>
                      <a:pt x="9" y="1"/>
                      <a:pt x="6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1"/>
                      <a:pt x="5" y="1"/>
                    </a:cubicBezTo>
                    <a:cubicBezTo>
                      <a:pt x="8" y="1"/>
                      <a:pt x="9" y="1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8" name="Freeform 1677">
                <a:extLst>
                  <a:ext uri="{FF2B5EF4-FFF2-40B4-BE49-F238E27FC236}">
                    <a16:creationId xmlns:a16="http://schemas.microsoft.com/office/drawing/2014/main" id="{96403FC2-ABB9-417C-BBBB-D714A7410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475"/>
                <a:ext cx="40" cy="27"/>
              </a:xfrm>
              <a:custGeom>
                <a:avLst/>
                <a:gdLst>
                  <a:gd name="T0" fmla="*/ 3908 w 16"/>
                  <a:gd name="T1" fmla="*/ 2028 h 10"/>
                  <a:gd name="T2" fmla="*/ 783 w 16"/>
                  <a:gd name="T3" fmla="*/ 429 h 10"/>
                  <a:gd name="T4" fmla="*/ 0 w 16"/>
                  <a:gd name="T5" fmla="*/ 1596 h 10"/>
                  <a:gd name="T6" fmla="*/ 3438 w 16"/>
                  <a:gd name="T7" fmla="*/ 3127 h 10"/>
                  <a:gd name="T8" fmla="*/ 3908 w 16"/>
                  <a:gd name="T9" fmla="*/ 202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16" y="5"/>
                    </a:moveTo>
                    <a:cubicBezTo>
                      <a:pt x="14" y="7"/>
                      <a:pt x="3" y="0"/>
                      <a:pt x="3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1" y="10"/>
                      <a:pt x="14" y="8"/>
                    </a:cubicBezTo>
                    <a:lnTo>
                      <a:pt x="16" y="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9" name="Freeform 1678">
                <a:extLst>
                  <a:ext uri="{FF2B5EF4-FFF2-40B4-BE49-F238E27FC236}">
                    <a16:creationId xmlns:a16="http://schemas.microsoft.com/office/drawing/2014/main" id="{B904D796-406F-4A13-B5A4-250B60CE4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480"/>
                <a:ext cx="28" cy="11"/>
              </a:xfrm>
              <a:custGeom>
                <a:avLst/>
                <a:gdLst>
                  <a:gd name="T0" fmla="*/ 2986 w 11"/>
                  <a:gd name="T1" fmla="*/ 1724 h 4"/>
                  <a:gd name="T2" fmla="*/ 1056 w 11"/>
                  <a:gd name="T3" fmla="*/ 462 h 4"/>
                  <a:gd name="T4" fmla="*/ 0 w 11"/>
                  <a:gd name="T5" fmla="*/ 0 h 4"/>
                  <a:gd name="T6" fmla="*/ 0 w 11"/>
                  <a:gd name="T7" fmla="*/ 0 h 4"/>
                  <a:gd name="T8" fmla="*/ 1387 w 11"/>
                  <a:gd name="T9" fmla="*/ 1271 h 4"/>
                  <a:gd name="T10" fmla="*/ 2986 w 11"/>
                  <a:gd name="T11" fmla="*/ 17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9" y="4"/>
                      <a:pt x="6" y="2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2"/>
                      <a:pt x="5" y="3"/>
                    </a:cubicBezTo>
                    <a:cubicBezTo>
                      <a:pt x="7" y="4"/>
                      <a:pt x="9" y="4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0" name="Freeform 1679">
                <a:extLst>
                  <a:ext uri="{FF2B5EF4-FFF2-40B4-BE49-F238E27FC236}">
                    <a16:creationId xmlns:a16="http://schemas.microsoft.com/office/drawing/2014/main" id="{32B55CC1-1156-450B-BC2A-28D14CCEB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632"/>
                <a:ext cx="42" cy="24"/>
              </a:xfrm>
              <a:custGeom>
                <a:avLst/>
                <a:gdLst>
                  <a:gd name="T0" fmla="*/ 183 w 17"/>
                  <a:gd name="T1" fmla="*/ 1459 h 9"/>
                  <a:gd name="T2" fmla="*/ 2009 w 17"/>
                  <a:gd name="T3" fmla="*/ 2581 h 9"/>
                  <a:gd name="T4" fmla="*/ 3876 w 17"/>
                  <a:gd name="T5" fmla="*/ 3243 h 9"/>
                  <a:gd name="T6" fmla="*/ 3395 w 17"/>
                  <a:gd name="T7" fmla="*/ 1763 h 9"/>
                  <a:gd name="T8" fmla="*/ 1826 w 17"/>
                  <a:gd name="T9" fmla="*/ 1059 h 9"/>
                  <a:gd name="T10" fmla="*/ 0 w 17"/>
                  <a:gd name="T11" fmla="*/ 0 h 9"/>
                  <a:gd name="T12" fmla="*/ 183 w 17"/>
                  <a:gd name="T13" fmla="*/ 145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1" y="4"/>
                    </a:moveTo>
                    <a:cubicBezTo>
                      <a:pt x="1" y="5"/>
                      <a:pt x="5" y="7"/>
                      <a:pt x="9" y="7"/>
                    </a:cubicBezTo>
                    <a:cubicBezTo>
                      <a:pt x="12" y="8"/>
                      <a:pt x="17" y="9"/>
                      <a:pt x="17" y="9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1" y="4"/>
                      <a:pt x="8" y="3"/>
                    </a:cubicBezTo>
                    <a:cubicBezTo>
                      <a:pt x="4" y="3"/>
                      <a:pt x="0" y="1"/>
                      <a:pt x="0" y="0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1" name="Freeform 1680">
                <a:extLst>
                  <a:ext uri="{FF2B5EF4-FFF2-40B4-BE49-F238E27FC236}">
                    <a16:creationId xmlns:a16="http://schemas.microsoft.com/office/drawing/2014/main" id="{0448A955-CC0D-40D1-B472-29A795D79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616"/>
                <a:ext cx="40" cy="24"/>
              </a:xfrm>
              <a:custGeom>
                <a:avLst/>
                <a:gdLst>
                  <a:gd name="T0" fmla="*/ 313 w 16"/>
                  <a:gd name="T1" fmla="*/ 1459 h 9"/>
                  <a:gd name="T2" fmla="*/ 1958 w 16"/>
                  <a:gd name="T3" fmla="*/ 2581 h 9"/>
                  <a:gd name="T4" fmla="*/ 3908 w 16"/>
                  <a:gd name="T5" fmla="*/ 3243 h 9"/>
                  <a:gd name="T6" fmla="*/ 3438 w 16"/>
                  <a:gd name="T7" fmla="*/ 1763 h 9"/>
                  <a:gd name="T8" fmla="*/ 1770 w 16"/>
                  <a:gd name="T9" fmla="*/ 1059 h 9"/>
                  <a:gd name="T10" fmla="*/ 0 w 16"/>
                  <a:gd name="T11" fmla="*/ 0 h 9"/>
                  <a:gd name="T12" fmla="*/ 313 w 16"/>
                  <a:gd name="T13" fmla="*/ 145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1" y="4"/>
                    </a:moveTo>
                    <a:cubicBezTo>
                      <a:pt x="1" y="5"/>
                      <a:pt x="4" y="7"/>
                      <a:pt x="8" y="7"/>
                    </a:cubicBezTo>
                    <a:cubicBezTo>
                      <a:pt x="11" y="8"/>
                      <a:pt x="16" y="8"/>
                      <a:pt x="16" y="9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3"/>
                      <a:pt x="10" y="4"/>
                      <a:pt x="7" y="3"/>
                    </a:cubicBezTo>
                    <a:cubicBezTo>
                      <a:pt x="2" y="3"/>
                      <a:pt x="0" y="1"/>
                      <a:pt x="0" y="0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2" name="Freeform 1681">
                <a:extLst>
                  <a:ext uri="{FF2B5EF4-FFF2-40B4-BE49-F238E27FC236}">
                    <a16:creationId xmlns:a16="http://schemas.microsoft.com/office/drawing/2014/main" id="{9E1E9A84-48DB-46A9-B5B9-69F5A4AF2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92"/>
                <a:ext cx="35" cy="24"/>
              </a:xfrm>
              <a:custGeom>
                <a:avLst/>
                <a:gdLst>
                  <a:gd name="T0" fmla="*/ 0 w 14"/>
                  <a:gd name="T1" fmla="*/ 1059 h 9"/>
                  <a:gd name="T2" fmla="*/ 1770 w 14"/>
                  <a:gd name="T3" fmla="*/ 2184 h 9"/>
                  <a:gd name="T4" fmla="*/ 3438 w 14"/>
                  <a:gd name="T5" fmla="*/ 3243 h 9"/>
                  <a:gd name="T6" fmla="*/ 3438 w 14"/>
                  <a:gd name="T7" fmla="*/ 1763 h 9"/>
                  <a:gd name="T8" fmla="*/ 1770 w 14"/>
                  <a:gd name="T9" fmla="*/ 661 h 9"/>
                  <a:gd name="T10" fmla="*/ 0 w 14"/>
                  <a:gd name="T11" fmla="*/ 0 h 9"/>
                  <a:gd name="T12" fmla="*/ 0 w 14"/>
                  <a:gd name="T13" fmla="*/ 105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9">
                    <a:moveTo>
                      <a:pt x="0" y="3"/>
                    </a:moveTo>
                    <a:cubicBezTo>
                      <a:pt x="1" y="4"/>
                      <a:pt x="4" y="5"/>
                      <a:pt x="7" y="6"/>
                    </a:cubicBezTo>
                    <a:cubicBezTo>
                      <a:pt x="10" y="7"/>
                      <a:pt x="14" y="9"/>
                      <a:pt x="14" y="9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4"/>
                      <a:pt x="10" y="3"/>
                      <a:pt x="7" y="2"/>
                    </a:cubicBezTo>
                    <a:cubicBezTo>
                      <a:pt x="3" y="0"/>
                      <a:pt x="0" y="1"/>
                      <a:pt x="0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3" name="Freeform 1682">
                <a:extLst>
                  <a:ext uri="{FF2B5EF4-FFF2-40B4-BE49-F238E27FC236}">
                    <a16:creationId xmlns:a16="http://schemas.microsoft.com/office/drawing/2014/main" id="{9147CCCC-30FA-43D5-8815-4FF93AB0E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66"/>
                <a:ext cx="35" cy="37"/>
              </a:xfrm>
              <a:custGeom>
                <a:avLst/>
                <a:gdLst>
                  <a:gd name="T0" fmla="*/ 313 w 14"/>
                  <a:gd name="T1" fmla="*/ 1425 h 14"/>
                  <a:gd name="T2" fmla="*/ 1770 w 14"/>
                  <a:gd name="T3" fmla="*/ 3359 h 14"/>
                  <a:gd name="T4" fmla="*/ 3438 w 14"/>
                  <a:gd name="T5" fmla="*/ 4784 h 14"/>
                  <a:gd name="T6" fmla="*/ 3438 w 14"/>
                  <a:gd name="T7" fmla="*/ 3359 h 14"/>
                  <a:gd name="T8" fmla="*/ 1958 w 14"/>
                  <a:gd name="T9" fmla="*/ 2046 h 14"/>
                  <a:gd name="T10" fmla="*/ 0 w 14"/>
                  <a:gd name="T11" fmla="*/ 0 h 14"/>
                  <a:gd name="T12" fmla="*/ 313 w 14"/>
                  <a:gd name="T13" fmla="*/ 142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" y="4"/>
                    </a:moveTo>
                    <a:cubicBezTo>
                      <a:pt x="1" y="6"/>
                      <a:pt x="4" y="8"/>
                      <a:pt x="7" y="10"/>
                    </a:cubicBezTo>
                    <a:cubicBezTo>
                      <a:pt x="10" y="11"/>
                      <a:pt x="14" y="13"/>
                      <a:pt x="14" y="14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8"/>
                      <a:pt x="11" y="7"/>
                      <a:pt x="8" y="6"/>
                    </a:cubicBezTo>
                    <a:cubicBezTo>
                      <a:pt x="3" y="4"/>
                      <a:pt x="1" y="1"/>
                      <a:pt x="0" y="0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4" name="Freeform 1683">
                <a:extLst>
                  <a:ext uri="{FF2B5EF4-FFF2-40B4-BE49-F238E27FC236}">
                    <a16:creationId xmlns:a16="http://schemas.microsoft.com/office/drawing/2014/main" id="{F7091018-FAF9-4D12-8957-BFE445E6E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606"/>
                <a:ext cx="33" cy="37"/>
              </a:xfrm>
              <a:custGeom>
                <a:avLst/>
                <a:gdLst>
                  <a:gd name="T0" fmla="*/ 2945 w 13"/>
                  <a:gd name="T1" fmla="*/ 0 h 14"/>
                  <a:gd name="T2" fmla="*/ 327 w 13"/>
                  <a:gd name="T3" fmla="*/ 3359 h 14"/>
                  <a:gd name="T4" fmla="*/ 541 w 13"/>
                  <a:gd name="T5" fmla="*/ 4784 h 14"/>
                  <a:gd name="T6" fmla="*/ 3158 w 13"/>
                  <a:gd name="T7" fmla="*/ 1425 h 14"/>
                  <a:gd name="T8" fmla="*/ 2945 w 13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1" y="0"/>
                    </a:moveTo>
                    <a:cubicBezTo>
                      <a:pt x="12" y="3"/>
                      <a:pt x="0" y="9"/>
                      <a:pt x="1" y="1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13" y="7"/>
                      <a:pt x="12" y="4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5" name="Freeform 1684">
                <a:extLst>
                  <a:ext uri="{FF2B5EF4-FFF2-40B4-BE49-F238E27FC236}">
                    <a16:creationId xmlns:a16="http://schemas.microsoft.com/office/drawing/2014/main" id="{1B6053C4-3352-4399-B504-1892BA8C0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90"/>
                <a:ext cx="33" cy="37"/>
              </a:xfrm>
              <a:custGeom>
                <a:avLst/>
                <a:gdLst>
                  <a:gd name="T0" fmla="*/ 2945 w 13"/>
                  <a:gd name="T1" fmla="*/ 0 h 14"/>
                  <a:gd name="T2" fmla="*/ 327 w 13"/>
                  <a:gd name="T3" fmla="*/ 3359 h 14"/>
                  <a:gd name="T4" fmla="*/ 541 w 13"/>
                  <a:gd name="T5" fmla="*/ 4784 h 14"/>
                  <a:gd name="T6" fmla="*/ 3158 w 13"/>
                  <a:gd name="T7" fmla="*/ 1425 h 14"/>
                  <a:gd name="T8" fmla="*/ 2945 w 13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1" y="0"/>
                    </a:moveTo>
                    <a:cubicBezTo>
                      <a:pt x="12" y="3"/>
                      <a:pt x="0" y="9"/>
                      <a:pt x="1" y="1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13" y="7"/>
                      <a:pt x="12" y="4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6" name="Freeform 1685">
                <a:extLst>
                  <a:ext uri="{FF2B5EF4-FFF2-40B4-BE49-F238E27FC236}">
                    <a16:creationId xmlns:a16="http://schemas.microsoft.com/office/drawing/2014/main" id="{C2D4FD8B-CF29-4C0E-AE15-0DE798617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98"/>
                <a:ext cx="23" cy="18"/>
              </a:xfrm>
              <a:custGeom>
                <a:avLst/>
                <a:gdLst>
                  <a:gd name="T0" fmla="*/ 2520 w 9"/>
                  <a:gd name="T1" fmla="*/ 0 h 7"/>
                  <a:gd name="T2" fmla="*/ 549 w 9"/>
                  <a:gd name="T3" fmla="*/ 1448 h 7"/>
                  <a:gd name="T4" fmla="*/ 0 w 9"/>
                  <a:gd name="T5" fmla="*/ 2003 h 7"/>
                  <a:gd name="T6" fmla="*/ 0 w 9"/>
                  <a:gd name="T7" fmla="*/ 2003 h 7"/>
                  <a:gd name="T8" fmla="*/ 1403 w 9"/>
                  <a:gd name="T9" fmla="*/ 1137 h 7"/>
                  <a:gd name="T10" fmla="*/ 2520 w 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7" y="1"/>
                      <a:pt x="5" y="3"/>
                      <a:pt x="2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3" y="5"/>
                      <a:pt x="5" y="4"/>
                    </a:cubicBezTo>
                    <a:cubicBezTo>
                      <a:pt x="7" y="3"/>
                      <a:pt x="7" y="2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7" name="Freeform 1686">
                <a:extLst>
                  <a:ext uri="{FF2B5EF4-FFF2-40B4-BE49-F238E27FC236}">
                    <a16:creationId xmlns:a16="http://schemas.microsoft.com/office/drawing/2014/main" id="{37888F2C-6B03-4A37-8E7C-E2659811C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14"/>
                <a:ext cx="23" cy="18"/>
              </a:xfrm>
              <a:custGeom>
                <a:avLst/>
                <a:gdLst>
                  <a:gd name="T0" fmla="*/ 2520 w 9"/>
                  <a:gd name="T1" fmla="*/ 0 h 7"/>
                  <a:gd name="T2" fmla="*/ 848 w 9"/>
                  <a:gd name="T3" fmla="*/ 1448 h 7"/>
                  <a:gd name="T4" fmla="*/ 0 w 9"/>
                  <a:gd name="T5" fmla="*/ 2003 h 7"/>
                  <a:gd name="T6" fmla="*/ 0 w 9"/>
                  <a:gd name="T7" fmla="*/ 2003 h 7"/>
                  <a:gd name="T8" fmla="*/ 1403 w 9"/>
                  <a:gd name="T9" fmla="*/ 1137 h 7"/>
                  <a:gd name="T10" fmla="*/ 2520 w 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8" y="1"/>
                      <a:pt x="5" y="3"/>
                      <a:pt x="3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3" y="5"/>
                      <a:pt x="5" y="4"/>
                    </a:cubicBezTo>
                    <a:cubicBezTo>
                      <a:pt x="7" y="3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8" name="Freeform 1687">
                <a:extLst>
                  <a:ext uri="{FF2B5EF4-FFF2-40B4-BE49-F238E27FC236}">
                    <a16:creationId xmlns:a16="http://schemas.microsoft.com/office/drawing/2014/main" id="{BB7EA822-5566-4002-89ED-C08203F39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66"/>
                <a:ext cx="35" cy="37"/>
              </a:xfrm>
              <a:custGeom>
                <a:avLst/>
                <a:gdLst>
                  <a:gd name="T0" fmla="*/ 2938 w 14"/>
                  <a:gd name="T1" fmla="*/ 0 h 14"/>
                  <a:gd name="T2" fmla="*/ 0 w 14"/>
                  <a:gd name="T3" fmla="*/ 3359 h 14"/>
                  <a:gd name="T4" fmla="*/ 520 w 14"/>
                  <a:gd name="T5" fmla="*/ 4784 h 14"/>
                  <a:gd name="T6" fmla="*/ 3250 w 14"/>
                  <a:gd name="T7" fmla="*/ 1033 h 14"/>
                  <a:gd name="T8" fmla="*/ 2938 w 1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2" y="0"/>
                    </a:moveTo>
                    <a:cubicBezTo>
                      <a:pt x="13" y="3"/>
                      <a:pt x="0" y="9"/>
                      <a:pt x="0" y="1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14" y="7"/>
                      <a:pt x="13" y="3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9" name="Freeform 1688">
                <a:extLst>
                  <a:ext uri="{FF2B5EF4-FFF2-40B4-BE49-F238E27FC236}">
                    <a16:creationId xmlns:a16="http://schemas.microsoft.com/office/drawing/2014/main" id="{4E615C0C-7C3D-467D-8D41-573FE3674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74"/>
                <a:ext cx="25" cy="21"/>
              </a:xfrm>
              <a:custGeom>
                <a:avLst/>
                <a:gdLst>
                  <a:gd name="T0" fmla="*/ 2470 w 10"/>
                  <a:gd name="T1" fmla="*/ 0 h 8"/>
                  <a:gd name="T2" fmla="*/ 988 w 10"/>
                  <a:gd name="T3" fmla="*/ 1612 h 8"/>
                  <a:gd name="T4" fmla="*/ 0 w 10"/>
                  <a:gd name="T5" fmla="*/ 2226 h 8"/>
                  <a:gd name="T6" fmla="*/ 0 w 10"/>
                  <a:gd name="T7" fmla="*/ 2604 h 8"/>
                  <a:gd name="T8" fmla="*/ 1488 w 10"/>
                  <a:gd name="T9" fmla="*/ 1378 h 8"/>
                  <a:gd name="T10" fmla="*/ 2470 w 1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10" y="0"/>
                    </a:moveTo>
                    <a:cubicBezTo>
                      <a:pt x="9" y="1"/>
                      <a:pt x="6" y="3"/>
                      <a:pt x="4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4" y="5"/>
                      <a:pt x="6" y="4"/>
                    </a:cubicBezTo>
                    <a:cubicBezTo>
                      <a:pt x="8" y="3"/>
                      <a:pt x="9" y="1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0" name="Freeform 1689">
                <a:extLst>
                  <a:ext uri="{FF2B5EF4-FFF2-40B4-BE49-F238E27FC236}">
                    <a16:creationId xmlns:a16="http://schemas.microsoft.com/office/drawing/2014/main" id="{70EA6A2F-ED8C-4709-890E-2F1F9F994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52"/>
                <a:ext cx="35" cy="27"/>
              </a:xfrm>
              <a:custGeom>
                <a:avLst/>
                <a:gdLst>
                  <a:gd name="T0" fmla="*/ 3438 w 14"/>
                  <a:gd name="T1" fmla="*/ 0 h 10"/>
                  <a:gd name="T2" fmla="*/ 0 w 14"/>
                  <a:gd name="T3" fmla="*/ 2028 h 10"/>
                  <a:gd name="T4" fmla="*/ 0 w 14"/>
                  <a:gd name="T5" fmla="*/ 3877 h 10"/>
                  <a:gd name="T6" fmla="*/ 3250 w 14"/>
                  <a:gd name="T7" fmla="*/ 1158 h 10"/>
                  <a:gd name="T8" fmla="*/ 3438 w 14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cubicBezTo>
                      <a:pt x="13" y="3"/>
                      <a:pt x="0" y="4"/>
                      <a:pt x="0" y="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8"/>
                      <a:pt x="13" y="7"/>
                      <a:pt x="13" y="3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1" name="Freeform 1690">
                <a:extLst>
                  <a:ext uri="{FF2B5EF4-FFF2-40B4-BE49-F238E27FC236}">
                    <a16:creationId xmlns:a16="http://schemas.microsoft.com/office/drawing/2014/main" id="{95F0CC4D-B255-4771-AB53-55C35E818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58"/>
                <a:ext cx="28" cy="8"/>
              </a:xfrm>
              <a:custGeom>
                <a:avLst/>
                <a:gdLst>
                  <a:gd name="T0" fmla="*/ 2986 w 11"/>
                  <a:gd name="T1" fmla="*/ 0 h 3"/>
                  <a:gd name="T2" fmla="*/ 1056 w 11"/>
                  <a:gd name="T3" fmla="*/ 1059 h 3"/>
                  <a:gd name="T4" fmla="*/ 0 w 11"/>
                  <a:gd name="T5" fmla="*/ 1059 h 3"/>
                  <a:gd name="T6" fmla="*/ 0 w 11"/>
                  <a:gd name="T7" fmla="*/ 1059 h 3"/>
                  <a:gd name="T8" fmla="*/ 1601 w 11"/>
                  <a:gd name="T9" fmla="*/ 1059 h 3"/>
                  <a:gd name="T10" fmla="*/ 2986 w 11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10" y="1"/>
                      <a:pt x="7" y="2"/>
                      <a:pt x="4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4" y="3"/>
                      <a:pt x="6" y="3"/>
                    </a:cubicBezTo>
                    <a:cubicBezTo>
                      <a:pt x="8" y="2"/>
                      <a:pt x="10" y="1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2" name="Freeform 1691">
                <a:extLst>
                  <a:ext uri="{FF2B5EF4-FFF2-40B4-BE49-F238E27FC236}">
                    <a16:creationId xmlns:a16="http://schemas.microsoft.com/office/drawing/2014/main" id="{76014A5E-5785-4C7F-8B21-B4C89866E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694"/>
                <a:ext cx="47" cy="24"/>
              </a:xfrm>
              <a:custGeom>
                <a:avLst/>
                <a:gdLst>
                  <a:gd name="T0" fmla="*/ 636 w 19"/>
                  <a:gd name="T1" fmla="*/ 2824 h 9"/>
                  <a:gd name="T2" fmla="*/ 2773 w 19"/>
                  <a:gd name="T3" fmla="*/ 2581 h 9"/>
                  <a:gd name="T4" fmla="*/ 4344 w 19"/>
                  <a:gd name="T5" fmla="*/ 1459 h 9"/>
                  <a:gd name="T6" fmla="*/ 3891 w 19"/>
                  <a:gd name="T7" fmla="*/ 397 h 9"/>
                  <a:gd name="T8" fmla="*/ 2026 w 19"/>
                  <a:gd name="T9" fmla="*/ 1459 h 9"/>
                  <a:gd name="T10" fmla="*/ 0 w 19"/>
                  <a:gd name="T11" fmla="*/ 1763 h 9"/>
                  <a:gd name="T12" fmla="*/ 636 w 19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9">
                    <a:moveTo>
                      <a:pt x="3" y="8"/>
                    </a:moveTo>
                    <a:cubicBezTo>
                      <a:pt x="4" y="9"/>
                      <a:pt x="9" y="8"/>
                      <a:pt x="12" y="7"/>
                    </a:cubicBezTo>
                    <a:cubicBezTo>
                      <a:pt x="14" y="6"/>
                      <a:pt x="19" y="4"/>
                      <a:pt x="19" y="4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0"/>
                      <a:pt x="12" y="3"/>
                      <a:pt x="9" y="4"/>
                    </a:cubicBezTo>
                    <a:cubicBezTo>
                      <a:pt x="5" y="6"/>
                      <a:pt x="1" y="6"/>
                      <a:pt x="0" y="5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3" name="Freeform 1692">
                <a:extLst>
                  <a:ext uri="{FF2B5EF4-FFF2-40B4-BE49-F238E27FC236}">
                    <a16:creationId xmlns:a16="http://schemas.microsoft.com/office/drawing/2014/main" id="{B9B80772-90A6-4862-B6E2-FAA01F805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1686"/>
                <a:ext cx="45" cy="21"/>
              </a:xfrm>
              <a:custGeom>
                <a:avLst/>
                <a:gdLst>
                  <a:gd name="T0" fmla="*/ 783 w 18"/>
                  <a:gd name="T1" fmla="*/ 2226 h 8"/>
                  <a:gd name="T2" fmla="*/ 2738 w 18"/>
                  <a:gd name="T3" fmla="*/ 1992 h 8"/>
                  <a:gd name="T4" fmla="*/ 4425 w 18"/>
                  <a:gd name="T5" fmla="*/ 992 h 8"/>
                  <a:gd name="T6" fmla="*/ 3720 w 18"/>
                  <a:gd name="T7" fmla="*/ 378 h 8"/>
                  <a:gd name="T8" fmla="*/ 2270 w 18"/>
                  <a:gd name="T9" fmla="*/ 992 h 8"/>
                  <a:gd name="T10" fmla="*/ 0 w 18"/>
                  <a:gd name="T11" fmla="*/ 1378 h 8"/>
                  <a:gd name="T12" fmla="*/ 783 w 18"/>
                  <a:gd name="T13" fmla="*/ 22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3" y="7"/>
                    </a:moveTo>
                    <a:cubicBezTo>
                      <a:pt x="5" y="8"/>
                      <a:pt x="8" y="7"/>
                      <a:pt x="11" y="6"/>
                    </a:cubicBezTo>
                    <a:cubicBezTo>
                      <a:pt x="14" y="5"/>
                      <a:pt x="18" y="3"/>
                      <a:pt x="18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1" y="2"/>
                      <a:pt x="9" y="3"/>
                    </a:cubicBezTo>
                    <a:cubicBezTo>
                      <a:pt x="4" y="5"/>
                      <a:pt x="1" y="4"/>
                      <a:pt x="0" y="4"/>
                    </a:cubicBez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4" name="Freeform 1693">
                <a:extLst>
                  <a:ext uri="{FF2B5EF4-FFF2-40B4-BE49-F238E27FC236}">
                    <a16:creationId xmlns:a16="http://schemas.microsoft.com/office/drawing/2014/main" id="{650AC7A2-C5AD-4D83-BFAA-434505F40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667"/>
                <a:ext cx="43" cy="16"/>
              </a:xfrm>
              <a:custGeom>
                <a:avLst/>
                <a:gdLst>
                  <a:gd name="T0" fmla="*/ 531 w 17"/>
                  <a:gd name="T1" fmla="*/ 1763 h 6"/>
                  <a:gd name="T2" fmla="*/ 2380 w 17"/>
                  <a:gd name="T3" fmla="*/ 2184 h 6"/>
                  <a:gd name="T4" fmla="*/ 4467 w 17"/>
                  <a:gd name="T5" fmla="*/ 1763 h 6"/>
                  <a:gd name="T6" fmla="*/ 3936 w 17"/>
                  <a:gd name="T7" fmla="*/ 661 h 6"/>
                  <a:gd name="T8" fmla="*/ 2087 w 17"/>
                  <a:gd name="T9" fmla="*/ 661 h 6"/>
                  <a:gd name="T10" fmla="*/ 0 w 17"/>
                  <a:gd name="T11" fmla="*/ 1059 h 6"/>
                  <a:gd name="T12" fmla="*/ 531 w 17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2" y="5"/>
                    </a:moveTo>
                    <a:cubicBezTo>
                      <a:pt x="3" y="6"/>
                      <a:pt x="6" y="6"/>
                      <a:pt x="9" y="6"/>
                    </a:cubicBezTo>
                    <a:cubicBezTo>
                      <a:pt x="12" y="5"/>
                      <a:pt x="17" y="4"/>
                      <a:pt x="17" y="5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0"/>
                      <a:pt x="11" y="2"/>
                      <a:pt x="8" y="2"/>
                    </a:cubicBezTo>
                    <a:cubicBezTo>
                      <a:pt x="3" y="3"/>
                      <a:pt x="1" y="4"/>
                      <a:pt x="0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5" name="Freeform 1694">
                <a:extLst>
                  <a:ext uri="{FF2B5EF4-FFF2-40B4-BE49-F238E27FC236}">
                    <a16:creationId xmlns:a16="http://schemas.microsoft.com/office/drawing/2014/main" id="{2E0FA648-F13A-49F5-AB21-E9F8EEE50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656"/>
                <a:ext cx="48" cy="14"/>
              </a:xfrm>
              <a:custGeom>
                <a:avLst/>
                <a:gdLst>
                  <a:gd name="T0" fmla="*/ 531 w 19"/>
                  <a:gd name="T1" fmla="*/ 1912 h 5"/>
                  <a:gd name="T2" fmla="*/ 2885 w 19"/>
                  <a:gd name="T3" fmla="*/ 2391 h 5"/>
                  <a:gd name="T4" fmla="*/ 4934 w 19"/>
                  <a:gd name="T5" fmla="*/ 2391 h 5"/>
                  <a:gd name="T6" fmla="*/ 4436 w 19"/>
                  <a:gd name="T7" fmla="*/ 1050 h 5"/>
                  <a:gd name="T8" fmla="*/ 2567 w 19"/>
                  <a:gd name="T9" fmla="*/ 487 h 5"/>
                  <a:gd name="T10" fmla="*/ 0 w 19"/>
                  <a:gd name="T11" fmla="*/ 0 h 5"/>
                  <a:gd name="T12" fmla="*/ 531 w 19"/>
                  <a:gd name="T13" fmla="*/ 191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4"/>
                    </a:moveTo>
                    <a:cubicBezTo>
                      <a:pt x="3" y="5"/>
                      <a:pt x="7" y="5"/>
                      <a:pt x="11" y="5"/>
                    </a:cubicBezTo>
                    <a:cubicBezTo>
                      <a:pt x="14" y="5"/>
                      <a:pt x="19" y="5"/>
                      <a:pt x="19" y="5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0"/>
                      <a:pt x="13" y="1"/>
                      <a:pt x="10" y="1"/>
                    </a:cubicBezTo>
                    <a:cubicBezTo>
                      <a:pt x="4" y="2"/>
                      <a:pt x="1" y="1"/>
                      <a:pt x="0" y="0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6" name="Freeform 1695">
                <a:extLst>
                  <a:ext uri="{FF2B5EF4-FFF2-40B4-BE49-F238E27FC236}">
                    <a16:creationId xmlns:a16="http://schemas.microsoft.com/office/drawing/2014/main" id="{34DE5D0F-DB17-4458-8259-4C72FECB7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672"/>
                <a:ext cx="28" cy="43"/>
              </a:xfrm>
              <a:custGeom>
                <a:avLst/>
                <a:gdLst>
                  <a:gd name="T0" fmla="*/ 1387 w 11"/>
                  <a:gd name="T1" fmla="*/ 0 h 16"/>
                  <a:gd name="T2" fmla="*/ 331 w 11"/>
                  <a:gd name="T3" fmla="*/ 5316 h 16"/>
                  <a:gd name="T4" fmla="*/ 1056 w 11"/>
                  <a:gd name="T5" fmla="*/ 6060 h 16"/>
                  <a:gd name="T6" fmla="*/ 2146 w 11"/>
                  <a:gd name="T7" fmla="*/ 680 h 16"/>
                  <a:gd name="T8" fmla="*/ 1387 w 1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5" y="0"/>
                    </a:moveTo>
                    <a:cubicBezTo>
                      <a:pt x="7" y="2"/>
                      <a:pt x="0" y="13"/>
                      <a:pt x="1" y="14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11" y="5"/>
                      <a:pt x="8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7" name="Freeform 1696">
                <a:extLst>
                  <a:ext uri="{FF2B5EF4-FFF2-40B4-BE49-F238E27FC236}">
                    <a16:creationId xmlns:a16="http://schemas.microsoft.com/office/drawing/2014/main" id="{33B029F1-BA88-4727-B3D9-491917D90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659"/>
                <a:ext cx="27" cy="45"/>
              </a:xfrm>
              <a:custGeom>
                <a:avLst/>
                <a:gdLst>
                  <a:gd name="T0" fmla="*/ 1048 w 11"/>
                  <a:gd name="T1" fmla="*/ 0 h 17"/>
                  <a:gd name="T2" fmla="*/ 174 w 11"/>
                  <a:gd name="T3" fmla="*/ 4807 h 17"/>
                  <a:gd name="T4" fmla="*/ 903 w 11"/>
                  <a:gd name="T5" fmla="*/ 5845 h 17"/>
                  <a:gd name="T6" fmla="*/ 1777 w 11"/>
                  <a:gd name="T7" fmla="*/ 1038 h 17"/>
                  <a:gd name="T8" fmla="*/ 1048 w 11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5" y="0"/>
                    </a:moveTo>
                    <a:cubicBezTo>
                      <a:pt x="7" y="2"/>
                      <a:pt x="0" y="13"/>
                      <a:pt x="1" y="14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6"/>
                      <a:pt x="11" y="5"/>
                      <a:pt x="8" y="3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8" name="Freeform 1697">
                <a:extLst>
                  <a:ext uri="{FF2B5EF4-FFF2-40B4-BE49-F238E27FC236}">
                    <a16:creationId xmlns:a16="http://schemas.microsoft.com/office/drawing/2014/main" id="{7AB0582B-7ABD-4C0B-BE6D-D64E6F1E9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667"/>
                <a:ext cx="10" cy="27"/>
              </a:xfrm>
              <a:custGeom>
                <a:avLst/>
                <a:gdLst>
                  <a:gd name="T0" fmla="*/ 988 w 4"/>
                  <a:gd name="T1" fmla="*/ 0 h 10"/>
                  <a:gd name="T2" fmla="*/ 313 w 4"/>
                  <a:gd name="T3" fmla="*/ 2719 h 10"/>
                  <a:gd name="T4" fmla="*/ 0 w 4"/>
                  <a:gd name="T5" fmla="*/ 3877 h 10"/>
                  <a:gd name="T6" fmla="*/ 0 w 4"/>
                  <a:gd name="T7" fmla="*/ 3877 h 10"/>
                  <a:gd name="T8" fmla="*/ 783 w 4"/>
                  <a:gd name="T9" fmla="*/ 2028 h 10"/>
                  <a:gd name="T10" fmla="*/ 988 w 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4" y="2"/>
                      <a:pt x="3" y="5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2" y="7"/>
                      <a:pt x="3" y="5"/>
                    </a:cubicBezTo>
                    <a:cubicBezTo>
                      <a:pt x="4" y="3"/>
                      <a:pt x="4" y="2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9" name="Freeform 1698">
                <a:extLst>
                  <a:ext uri="{FF2B5EF4-FFF2-40B4-BE49-F238E27FC236}">
                    <a16:creationId xmlns:a16="http://schemas.microsoft.com/office/drawing/2014/main" id="{9D8414C0-1105-4F42-A73E-2D94F6DB1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678"/>
                <a:ext cx="13" cy="26"/>
              </a:xfrm>
              <a:custGeom>
                <a:avLst/>
                <a:gdLst>
                  <a:gd name="T0" fmla="*/ 1547 w 5"/>
                  <a:gd name="T1" fmla="*/ 0 h 10"/>
                  <a:gd name="T2" fmla="*/ 595 w 5"/>
                  <a:gd name="T3" fmla="*/ 2142 h 10"/>
                  <a:gd name="T4" fmla="*/ 0 w 5"/>
                  <a:gd name="T5" fmla="*/ 3110 h 10"/>
                  <a:gd name="T6" fmla="*/ 0 w 5"/>
                  <a:gd name="T7" fmla="*/ 3110 h 10"/>
                  <a:gd name="T8" fmla="*/ 967 w 5"/>
                  <a:gd name="T9" fmla="*/ 1547 h 10"/>
                  <a:gd name="T10" fmla="*/ 1547 w 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4" y="2"/>
                      <a:pt x="3" y="4"/>
                      <a:pt x="2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2" y="7"/>
                      <a:pt x="3" y="5"/>
                    </a:cubicBezTo>
                    <a:cubicBezTo>
                      <a:pt x="4" y="3"/>
                      <a:pt x="4" y="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0" name="Freeform 1699">
                <a:extLst>
                  <a:ext uri="{FF2B5EF4-FFF2-40B4-BE49-F238E27FC236}">
                    <a16:creationId xmlns:a16="http://schemas.microsoft.com/office/drawing/2014/main" id="{B4788D71-5AB9-43B7-81EA-9DF9D43BB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640"/>
                <a:ext cx="27" cy="43"/>
              </a:xfrm>
              <a:custGeom>
                <a:avLst/>
                <a:gdLst>
                  <a:gd name="T0" fmla="*/ 1048 w 11"/>
                  <a:gd name="T1" fmla="*/ 0 h 16"/>
                  <a:gd name="T2" fmla="*/ 174 w 11"/>
                  <a:gd name="T3" fmla="*/ 5316 h 16"/>
                  <a:gd name="T4" fmla="*/ 903 w 11"/>
                  <a:gd name="T5" fmla="*/ 6060 h 16"/>
                  <a:gd name="T6" fmla="*/ 1777 w 11"/>
                  <a:gd name="T7" fmla="*/ 680 h 16"/>
                  <a:gd name="T8" fmla="*/ 1048 w 1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5" y="0"/>
                    </a:moveTo>
                    <a:cubicBezTo>
                      <a:pt x="7" y="2"/>
                      <a:pt x="0" y="13"/>
                      <a:pt x="1" y="14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6"/>
                      <a:pt x="11" y="5"/>
                      <a:pt x="8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1" name="Freeform 1700">
                <a:extLst>
                  <a:ext uri="{FF2B5EF4-FFF2-40B4-BE49-F238E27FC236}">
                    <a16:creationId xmlns:a16="http://schemas.microsoft.com/office/drawing/2014/main" id="{B04F7009-EC64-4E56-8968-962DC39BD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648"/>
                <a:ext cx="12" cy="27"/>
              </a:xfrm>
              <a:custGeom>
                <a:avLst/>
                <a:gdLst>
                  <a:gd name="T0" fmla="*/ 967 w 5"/>
                  <a:gd name="T1" fmla="*/ 0 h 10"/>
                  <a:gd name="T2" fmla="*/ 403 w 5"/>
                  <a:gd name="T3" fmla="*/ 2719 h 10"/>
                  <a:gd name="T4" fmla="*/ 0 w 5"/>
                  <a:gd name="T5" fmla="*/ 3877 h 10"/>
                  <a:gd name="T6" fmla="*/ 0 w 5"/>
                  <a:gd name="T7" fmla="*/ 3877 h 10"/>
                  <a:gd name="T8" fmla="*/ 564 w 5"/>
                  <a:gd name="T9" fmla="*/ 2028 h 10"/>
                  <a:gd name="T10" fmla="*/ 967 w 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4" y="2"/>
                      <a:pt x="3" y="4"/>
                      <a:pt x="2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2" y="7"/>
                      <a:pt x="3" y="5"/>
                    </a:cubicBezTo>
                    <a:cubicBezTo>
                      <a:pt x="4" y="3"/>
                      <a:pt x="4" y="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2" name="Freeform 1701">
                <a:extLst>
                  <a:ext uri="{FF2B5EF4-FFF2-40B4-BE49-F238E27FC236}">
                    <a16:creationId xmlns:a16="http://schemas.microsoft.com/office/drawing/2014/main" id="{3CE71E93-79A3-4B9E-BB4A-ABF5A33F6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627"/>
                <a:ext cx="30" cy="40"/>
              </a:xfrm>
              <a:custGeom>
                <a:avLst/>
                <a:gdLst>
                  <a:gd name="T0" fmla="*/ 2270 w 12"/>
                  <a:gd name="T1" fmla="*/ 0 h 15"/>
                  <a:gd name="T2" fmla="*/ 0 w 12"/>
                  <a:gd name="T3" fmla="*/ 4301 h 15"/>
                  <a:gd name="T4" fmla="*/ 520 w 12"/>
                  <a:gd name="T5" fmla="*/ 5405 h 15"/>
                  <a:gd name="T6" fmla="*/ 2470 w 12"/>
                  <a:gd name="T7" fmla="*/ 1059 h 15"/>
                  <a:gd name="T8" fmla="*/ 2270 w 1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9" y="0"/>
                    </a:moveTo>
                    <a:cubicBezTo>
                      <a:pt x="10" y="3"/>
                      <a:pt x="0" y="10"/>
                      <a:pt x="0" y="12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12" y="6"/>
                      <a:pt x="10" y="3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3" name="Freeform 1702">
                <a:extLst>
                  <a:ext uri="{FF2B5EF4-FFF2-40B4-BE49-F238E27FC236}">
                    <a16:creationId xmlns:a16="http://schemas.microsoft.com/office/drawing/2014/main" id="{E697EEEB-3899-4FED-AFE8-9EF7954B1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635"/>
                <a:ext cx="20" cy="21"/>
              </a:xfrm>
              <a:custGeom>
                <a:avLst/>
                <a:gdLst>
                  <a:gd name="T0" fmla="*/ 1958 w 8"/>
                  <a:gd name="T1" fmla="*/ 0 h 8"/>
                  <a:gd name="T2" fmla="*/ 783 w 8"/>
                  <a:gd name="T3" fmla="*/ 1612 h 8"/>
                  <a:gd name="T4" fmla="*/ 0 w 8"/>
                  <a:gd name="T5" fmla="*/ 2604 h 8"/>
                  <a:gd name="T6" fmla="*/ 0 w 8"/>
                  <a:gd name="T7" fmla="*/ 2604 h 8"/>
                  <a:gd name="T8" fmla="*/ 1300 w 8"/>
                  <a:gd name="T9" fmla="*/ 1612 h 8"/>
                  <a:gd name="T10" fmla="*/ 1958 w 8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cubicBezTo>
                      <a:pt x="7" y="2"/>
                      <a:pt x="5" y="4"/>
                      <a:pt x="3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3" y="6"/>
                      <a:pt x="5" y="5"/>
                    </a:cubicBezTo>
                    <a:cubicBezTo>
                      <a:pt x="6" y="3"/>
                      <a:pt x="7" y="2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4" name="Freeform 1703">
                <a:extLst>
                  <a:ext uri="{FF2B5EF4-FFF2-40B4-BE49-F238E27FC236}">
                    <a16:creationId xmlns:a16="http://schemas.microsoft.com/office/drawing/2014/main" id="{D290B27F-878C-440D-A804-2CE2263DD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707"/>
                <a:ext cx="45" cy="29"/>
              </a:xfrm>
              <a:custGeom>
                <a:avLst/>
                <a:gdLst>
                  <a:gd name="T0" fmla="*/ 988 w 18"/>
                  <a:gd name="T1" fmla="*/ 3335 h 11"/>
                  <a:gd name="T2" fmla="*/ 2938 w 18"/>
                  <a:gd name="T3" fmla="*/ 2035 h 11"/>
                  <a:gd name="T4" fmla="*/ 4425 w 18"/>
                  <a:gd name="T5" fmla="*/ 382 h 11"/>
                  <a:gd name="T6" fmla="*/ 3438 w 18"/>
                  <a:gd name="T7" fmla="*/ 0 h 11"/>
                  <a:gd name="T8" fmla="*/ 1958 w 18"/>
                  <a:gd name="T9" fmla="*/ 1389 h 11"/>
                  <a:gd name="T10" fmla="*/ 0 w 18"/>
                  <a:gd name="T11" fmla="*/ 3045 h 11"/>
                  <a:gd name="T12" fmla="*/ 988 w 18"/>
                  <a:gd name="T13" fmla="*/ 333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1">
                    <a:moveTo>
                      <a:pt x="4" y="10"/>
                    </a:moveTo>
                    <a:cubicBezTo>
                      <a:pt x="5" y="11"/>
                      <a:pt x="9" y="9"/>
                      <a:pt x="12" y="6"/>
                    </a:cubicBezTo>
                    <a:cubicBezTo>
                      <a:pt x="14" y="5"/>
                      <a:pt x="17" y="1"/>
                      <a:pt x="18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0" y="2"/>
                      <a:pt x="8" y="4"/>
                    </a:cubicBezTo>
                    <a:cubicBezTo>
                      <a:pt x="5" y="8"/>
                      <a:pt x="2" y="9"/>
                      <a:pt x="0" y="9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5" name="Freeform 1704">
                <a:extLst>
                  <a:ext uri="{FF2B5EF4-FFF2-40B4-BE49-F238E27FC236}">
                    <a16:creationId xmlns:a16="http://schemas.microsoft.com/office/drawing/2014/main" id="{2BE9D924-440B-4DD3-8974-AD661890C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702"/>
                <a:ext cx="42" cy="29"/>
              </a:xfrm>
              <a:custGeom>
                <a:avLst/>
                <a:gdLst>
                  <a:gd name="T0" fmla="*/ 934 w 17"/>
                  <a:gd name="T1" fmla="*/ 3335 h 11"/>
                  <a:gd name="T2" fmla="*/ 2503 w 17"/>
                  <a:gd name="T3" fmla="*/ 2273 h 11"/>
                  <a:gd name="T4" fmla="*/ 3876 w 17"/>
                  <a:gd name="T5" fmla="*/ 625 h 11"/>
                  <a:gd name="T6" fmla="*/ 2942 w 17"/>
                  <a:gd name="T7" fmla="*/ 382 h 11"/>
                  <a:gd name="T8" fmla="*/ 1826 w 17"/>
                  <a:gd name="T9" fmla="*/ 1648 h 11"/>
                  <a:gd name="T10" fmla="*/ 0 w 17"/>
                  <a:gd name="T11" fmla="*/ 3045 h 11"/>
                  <a:gd name="T12" fmla="*/ 934 w 17"/>
                  <a:gd name="T13" fmla="*/ 333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4" y="10"/>
                    </a:moveTo>
                    <a:cubicBezTo>
                      <a:pt x="6" y="11"/>
                      <a:pt x="8" y="9"/>
                      <a:pt x="11" y="7"/>
                    </a:cubicBezTo>
                    <a:cubicBezTo>
                      <a:pt x="13" y="5"/>
                      <a:pt x="17" y="2"/>
                      <a:pt x="17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0" y="3"/>
                      <a:pt x="8" y="5"/>
                    </a:cubicBezTo>
                    <a:cubicBezTo>
                      <a:pt x="4" y="8"/>
                      <a:pt x="1" y="9"/>
                      <a:pt x="0" y="9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6" name="Freeform 1705">
                <a:extLst>
                  <a:ext uri="{FF2B5EF4-FFF2-40B4-BE49-F238E27FC236}">
                    <a16:creationId xmlns:a16="http://schemas.microsoft.com/office/drawing/2014/main" id="{1844E641-C09D-4B5A-87DA-C2013CEC8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694"/>
                <a:ext cx="18" cy="42"/>
              </a:xfrm>
              <a:custGeom>
                <a:avLst/>
                <a:gdLst>
                  <a:gd name="T0" fmla="*/ 0 w 7"/>
                  <a:gd name="T1" fmla="*/ 0 h 16"/>
                  <a:gd name="T2" fmla="*/ 563 w 7"/>
                  <a:gd name="T3" fmla="*/ 4610 h 16"/>
                  <a:gd name="T4" fmla="*/ 1448 w 7"/>
                  <a:gd name="T5" fmla="*/ 5229 h 16"/>
                  <a:gd name="T6" fmla="*/ 1137 w 7"/>
                  <a:gd name="T7" fmla="*/ 378 h 16"/>
                  <a:gd name="T8" fmla="*/ 0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3" y="1"/>
                      <a:pt x="0" y="14"/>
                      <a:pt x="2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5"/>
                      <a:pt x="7" y="3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7" name="Freeform 1706">
                <a:extLst>
                  <a:ext uri="{FF2B5EF4-FFF2-40B4-BE49-F238E27FC236}">
                    <a16:creationId xmlns:a16="http://schemas.microsoft.com/office/drawing/2014/main" id="{D18D7D33-E5F1-4391-A47C-85F13957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688"/>
                <a:ext cx="18" cy="40"/>
              </a:xfrm>
              <a:custGeom>
                <a:avLst/>
                <a:gdLst>
                  <a:gd name="T0" fmla="*/ 0 w 7"/>
                  <a:gd name="T1" fmla="*/ 0 h 15"/>
                  <a:gd name="T2" fmla="*/ 357 w 7"/>
                  <a:gd name="T3" fmla="*/ 5005 h 15"/>
                  <a:gd name="T4" fmla="*/ 1448 w 7"/>
                  <a:gd name="T5" fmla="*/ 5405 h 15"/>
                  <a:gd name="T6" fmla="*/ 918 w 7"/>
                  <a:gd name="T7" fmla="*/ 397 h 15"/>
                  <a:gd name="T8" fmla="*/ 0 w 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3" y="1"/>
                      <a:pt x="0" y="13"/>
                      <a:pt x="1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5"/>
                      <a:pt x="7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8" name="Freeform 1707">
                <a:extLst>
                  <a:ext uri="{FF2B5EF4-FFF2-40B4-BE49-F238E27FC236}">
                    <a16:creationId xmlns:a16="http://schemas.microsoft.com/office/drawing/2014/main" id="{9F887E0A-26E0-4239-8E36-5FF5BB340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694"/>
                <a:ext cx="3" cy="29"/>
              </a:xfrm>
              <a:custGeom>
                <a:avLst/>
                <a:gdLst>
                  <a:gd name="T0" fmla="*/ 0 w 1"/>
                  <a:gd name="T1" fmla="*/ 0 h 11"/>
                  <a:gd name="T2" fmla="*/ 0 w 1"/>
                  <a:gd name="T3" fmla="*/ 2273 h 11"/>
                  <a:gd name="T4" fmla="*/ 0 w 1"/>
                  <a:gd name="T5" fmla="*/ 3662 h 11"/>
                  <a:gd name="T6" fmla="*/ 0 w 1"/>
                  <a:gd name="T7" fmla="*/ 3662 h 11"/>
                  <a:gd name="T8" fmla="*/ 729 w 1"/>
                  <a:gd name="T9" fmla="*/ 1648 h 11"/>
                  <a:gd name="T10" fmla="*/ 0 w 1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0" y="1"/>
                      <a:pt x="0" y="5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8"/>
                      <a:pt x="1" y="5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9" name="Freeform 1708">
                <a:extLst>
                  <a:ext uri="{FF2B5EF4-FFF2-40B4-BE49-F238E27FC236}">
                    <a16:creationId xmlns:a16="http://schemas.microsoft.com/office/drawing/2014/main" id="{D288D06C-B5F0-42F1-AEB8-78B8D742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696"/>
                <a:ext cx="3" cy="32"/>
              </a:xfrm>
              <a:custGeom>
                <a:avLst/>
                <a:gdLst>
                  <a:gd name="T0" fmla="*/ 0 w 1"/>
                  <a:gd name="T1" fmla="*/ 0 h 12"/>
                  <a:gd name="T2" fmla="*/ 0 w 1"/>
                  <a:gd name="T3" fmla="*/ 2824 h 12"/>
                  <a:gd name="T4" fmla="*/ 0 w 1"/>
                  <a:gd name="T5" fmla="*/ 4301 h 12"/>
                  <a:gd name="T6" fmla="*/ 0 w 1"/>
                  <a:gd name="T7" fmla="*/ 4301 h 12"/>
                  <a:gd name="T8" fmla="*/ 729 w 1"/>
                  <a:gd name="T9" fmla="*/ 2184 h 12"/>
                  <a:gd name="T10" fmla="*/ 0 w 1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1" y="2"/>
                      <a:pt x="0" y="5"/>
                      <a:pt x="0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8"/>
                      <a:pt x="1" y="6"/>
                    </a:cubicBezTo>
                    <a:cubicBezTo>
                      <a:pt x="1" y="4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0" name="Freeform 1709">
                <a:extLst>
                  <a:ext uri="{FF2B5EF4-FFF2-40B4-BE49-F238E27FC236}">
                    <a16:creationId xmlns:a16="http://schemas.microsoft.com/office/drawing/2014/main" id="{F503728E-35E1-4DFD-BA9F-C05178312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1694"/>
                <a:ext cx="28" cy="42"/>
              </a:xfrm>
              <a:custGeom>
                <a:avLst/>
                <a:gdLst>
                  <a:gd name="T0" fmla="*/ 1056 w 11"/>
                  <a:gd name="T1" fmla="*/ 4851 h 16"/>
                  <a:gd name="T2" fmla="*/ 2474 w 11"/>
                  <a:gd name="T3" fmla="*/ 2226 h 16"/>
                  <a:gd name="T4" fmla="*/ 2986 w 11"/>
                  <a:gd name="T5" fmla="*/ 0 h 16"/>
                  <a:gd name="T6" fmla="*/ 1932 w 11"/>
                  <a:gd name="T7" fmla="*/ 378 h 16"/>
                  <a:gd name="T8" fmla="*/ 1387 w 11"/>
                  <a:gd name="T9" fmla="*/ 2226 h 16"/>
                  <a:gd name="T10" fmla="*/ 0 w 11"/>
                  <a:gd name="T11" fmla="*/ 5229 h 16"/>
                  <a:gd name="T12" fmla="*/ 1056 w 11"/>
                  <a:gd name="T13" fmla="*/ 485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6">
                    <a:moveTo>
                      <a:pt x="4" y="15"/>
                    </a:moveTo>
                    <a:cubicBezTo>
                      <a:pt x="5" y="15"/>
                      <a:pt x="7" y="11"/>
                      <a:pt x="9" y="7"/>
                    </a:cubicBezTo>
                    <a:cubicBezTo>
                      <a:pt x="9" y="5"/>
                      <a:pt x="11" y="0"/>
                      <a:pt x="11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5"/>
                      <a:pt x="5" y="7"/>
                    </a:cubicBezTo>
                    <a:cubicBezTo>
                      <a:pt x="3" y="12"/>
                      <a:pt x="1" y="15"/>
                      <a:pt x="0" y="16"/>
                    </a:cubicBez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1" name="Freeform 1710">
                <a:extLst>
                  <a:ext uri="{FF2B5EF4-FFF2-40B4-BE49-F238E27FC236}">
                    <a16:creationId xmlns:a16="http://schemas.microsoft.com/office/drawing/2014/main" id="{840E6890-9600-485F-A193-A6EF0D4D2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1699"/>
                <a:ext cx="27" cy="40"/>
              </a:xfrm>
              <a:custGeom>
                <a:avLst/>
                <a:gdLst>
                  <a:gd name="T0" fmla="*/ 1048 w 11"/>
                  <a:gd name="T1" fmla="*/ 5005 h 15"/>
                  <a:gd name="T2" fmla="*/ 1964 w 11"/>
                  <a:gd name="T3" fmla="*/ 2824 h 15"/>
                  <a:gd name="T4" fmla="*/ 2398 w 11"/>
                  <a:gd name="T5" fmla="*/ 0 h 15"/>
                  <a:gd name="T6" fmla="*/ 1777 w 11"/>
                  <a:gd name="T7" fmla="*/ 397 h 15"/>
                  <a:gd name="T8" fmla="*/ 1048 w 11"/>
                  <a:gd name="T9" fmla="*/ 2581 h 15"/>
                  <a:gd name="T10" fmla="*/ 0 w 11"/>
                  <a:gd name="T11" fmla="*/ 5405 h 15"/>
                  <a:gd name="T12" fmla="*/ 1048 w 11"/>
                  <a:gd name="T13" fmla="*/ 50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5" y="14"/>
                    </a:moveTo>
                    <a:cubicBezTo>
                      <a:pt x="6" y="14"/>
                      <a:pt x="8" y="11"/>
                      <a:pt x="9" y="8"/>
                    </a:cubicBezTo>
                    <a:cubicBezTo>
                      <a:pt x="10" y="5"/>
                      <a:pt x="11" y="0"/>
                      <a:pt x="11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6" y="5"/>
                      <a:pt x="5" y="7"/>
                    </a:cubicBezTo>
                    <a:cubicBezTo>
                      <a:pt x="4" y="12"/>
                      <a:pt x="1" y="14"/>
                      <a:pt x="0" y="15"/>
                    </a:cubicBezTo>
                    <a:lnTo>
                      <a:pt x="5" y="1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2" name="Freeform 1711">
                <a:extLst>
                  <a:ext uri="{FF2B5EF4-FFF2-40B4-BE49-F238E27FC236}">
                    <a16:creationId xmlns:a16="http://schemas.microsoft.com/office/drawing/2014/main" id="{ECD34BA6-C297-4055-B8A3-284044A3E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704"/>
                <a:ext cx="32" cy="32"/>
              </a:xfrm>
              <a:custGeom>
                <a:avLst/>
                <a:gdLst>
                  <a:gd name="T0" fmla="*/ 928 w 13"/>
                  <a:gd name="T1" fmla="*/ 4301 h 12"/>
                  <a:gd name="T2" fmla="*/ 1982 w 13"/>
                  <a:gd name="T3" fmla="*/ 2581 h 12"/>
                  <a:gd name="T4" fmla="*/ 2897 w 13"/>
                  <a:gd name="T5" fmla="*/ 0 h 12"/>
                  <a:gd name="T6" fmla="*/ 1982 w 13"/>
                  <a:gd name="T7" fmla="*/ 0 h 12"/>
                  <a:gd name="T8" fmla="*/ 1103 w 13"/>
                  <a:gd name="T9" fmla="*/ 2184 h 12"/>
                  <a:gd name="T10" fmla="*/ 0 w 13"/>
                  <a:gd name="T11" fmla="*/ 4301 h 12"/>
                  <a:gd name="T12" fmla="*/ 928 w 13"/>
                  <a:gd name="T13" fmla="*/ 430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4" y="12"/>
                    </a:moveTo>
                    <a:cubicBezTo>
                      <a:pt x="5" y="12"/>
                      <a:pt x="7" y="10"/>
                      <a:pt x="9" y="7"/>
                    </a:cubicBezTo>
                    <a:cubicBezTo>
                      <a:pt x="10" y="4"/>
                      <a:pt x="12" y="0"/>
                      <a:pt x="1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6" y="3"/>
                      <a:pt x="5" y="6"/>
                    </a:cubicBezTo>
                    <a:cubicBezTo>
                      <a:pt x="2" y="10"/>
                      <a:pt x="2" y="12"/>
                      <a:pt x="0" y="12"/>
                    </a:cubicBez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3" name="Freeform 1712">
                <a:extLst>
                  <a:ext uri="{FF2B5EF4-FFF2-40B4-BE49-F238E27FC236}">
                    <a16:creationId xmlns:a16="http://schemas.microsoft.com/office/drawing/2014/main" id="{94CCD20E-2395-4654-9A14-64473B109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707"/>
                <a:ext cx="40" cy="32"/>
              </a:xfrm>
              <a:custGeom>
                <a:avLst/>
                <a:gdLst>
                  <a:gd name="T0" fmla="*/ 1300 w 16"/>
                  <a:gd name="T1" fmla="*/ 4301 h 12"/>
                  <a:gd name="T2" fmla="*/ 2738 w 16"/>
                  <a:gd name="T3" fmla="*/ 2581 h 12"/>
                  <a:gd name="T4" fmla="*/ 3908 w 16"/>
                  <a:gd name="T5" fmla="*/ 0 h 12"/>
                  <a:gd name="T6" fmla="*/ 2938 w 16"/>
                  <a:gd name="T7" fmla="*/ 0 h 12"/>
                  <a:gd name="T8" fmla="*/ 1770 w 16"/>
                  <a:gd name="T9" fmla="*/ 1763 h 12"/>
                  <a:gd name="T10" fmla="*/ 0 w 16"/>
                  <a:gd name="T11" fmla="*/ 4301 h 12"/>
                  <a:gd name="T12" fmla="*/ 1300 w 16"/>
                  <a:gd name="T13" fmla="*/ 430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5" y="12"/>
                    </a:moveTo>
                    <a:cubicBezTo>
                      <a:pt x="6" y="12"/>
                      <a:pt x="9" y="9"/>
                      <a:pt x="11" y="7"/>
                    </a:cubicBezTo>
                    <a:cubicBezTo>
                      <a:pt x="13" y="4"/>
                      <a:pt x="16" y="0"/>
                      <a:pt x="16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9" y="3"/>
                      <a:pt x="7" y="5"/>
                    </a:cubicBezTo>
                    <a:cubicBezTo>
                      <a:pt x="4" y="10"/>
                      <a:pt x="1" y="12"/>
                      <a:pt x="0" y="12"/>
                    </a:cubicBez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4" name="Freeform 1713">
                <a:extLst>
                  <a:ext uri="{FF2B5EF4-FFF2-40B4-BE49-F238E27FC236}">
                    <a16:creationId xmlns:a16="http://schemas.microsoft.com/office/drawing/2014/main" id="{B3D79CFE-9028-41C1-9B71-47AC5D1C4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702"/>
                <a:ext cx="30" cy="34"/>
              </a:xfrm>
              <a:custGeom>
                <a:avLst/>
                <a:gdLst>
                  <a:gd name="T0" fmla="*/ 0 w 12"/>
                  <a:gd name="T1" fmla="*/ 377 h 13"/>
                  <a:gd name="T2" fmla="*/ 1958 w 12"/>
                  <a:gd name="T3" fmla="*/ 4166 h 13"/>
                  <a:gd name="T4" fmla="*/ 2938 w 12"/>
                  <a:gd name="T5" fmla="*/ 3790 h 13"/>
                  <a:gd name="T6" fmla="*/ 988 w 12"/>
                  <a:gd name="T7" fmla="*/ 0 h 13"/>
                  <a:gd name="T8" fmla="*/ 0 w 12"/>
                  <a:gd name="T9" fmla="*/ 3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3" y="0"/>
                      <a:pt x="7" y="13"/>
                      <a:pt x="8" y="13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7" y="0"/>
                      <a:pt x="4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5" name="Freeform 1714">
                <a:extLst>
                  <a:ext uri="{FF2B5EF4-FFF2-40B4-BE49-F238E27FC236}">
                    <a16:creationId xmlns:a16="http://schemas.microsoft.com/office/drawing/2014/main" id="{475DB915-BC4F-467D-B4C1-A7813E4F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704"/>
                <a:ext cx="32" cy="35"/>
              </a:xfrm>
              <a:custGeom>
                <a:avLst/>
                <a:gdLst>
                  <a:gd name="T0" fmla="*/ 0 w 13"/>
                  <a:gd name="T1" fmla="*/ 428 h 13"/>
                  <a:gd name="T2" fmla="*/ 1982 w 13"/>
                  <a:gd name="T3" fmla="*/ 4935 h 13"/>
                  <a:gd name="T4" fmla="*/ 2897 w 13"/>
                  <a:gd name="T5" fmla="*/ 4531 h 13"/>
                  <a:gd name="T6" fmla="*/ 928 w 13"/>
                  <a:gd name="T7" fmla="*/ 0 h 13"/>
                  <a:gd name="T8" fmla="*/ 0 w 13"/>
                  <a:gd name="T9" fmla="*/ 42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1"/>
                    </a:moveTo>
                    <a:cubicBezTo>
                      <a:pt x="3" y="1"/>
                      <a:pt x="8" y="13"/>
                      <a:pt x="9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8" y="0"/>
                      <a:pt x="4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6" name="Freeform 1715">
                <a:extLst>
                  <a:ext uri="{FF2B5EF4-FFF2-40B4-BE49-F238E27FC236}">
                    <a16:creationId xmlns:a16="http://schemas.microsoft.com/office/drawing/2014/main" id="{2857CC33-4E23-48CC-A30D-82670E61C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710"/>
                <a:ext cx="15" cy="26"/>
              </a:xfrm>
              <a:custGeom>
                <a:avLst/>
                <a:gdLst>
                  <a:gd name="T0" fmla="*/ 0 w 6"/>
                  <a:gd name="T1" fmla="*/ 0 h 10"/>
                  <a:gd name="T2" fmla="*/ 988 w 6"/>
                  <a:gd name="T3" fmla="*/ 1914 h 10"/>
                  <a:gd name="T4" fmla="*/ 1300 w 6"/>
                  <a:gd name="T5" fmla="*/ 3110 h 10"/>
                  <a:gd name="T6" fmla="*/ 1488 w 6"/>
                  <a:gd name="T7" fmla="*/ 3110 h 10"/>
                  <a:gd name="T8" fmla="*/ 988 w 6"/>
                  <a:gd name="T9" fmla="*/ 1196 h 10"/>
                  <a:gd name="T10" fmla="*/ 0 w 6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1" y="1"/>
                      <a:pt x="3" y="4"/>
                      <a:pt x="4" y="6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5" y="6"/>
                      <a:pt x="4" y="4"/>
                    </a:cubicBezTo>
                    <a:cubicBezTo>
                      <a:pt x="3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7" name="Freeform 1716">
                <a:extLst>
                  <a:ext uri="{FF2B5EF4-FFF2-40B4-BE49-F238E27FC236}">
                    <a16:creationId xmlns:a16="http://schemas.microsoft.com/office/drawing/2014/main" id="{169C09BE-D5BC-4D60-A81E-6CD26DED0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704"/>
                <a:ext cx="15" cy="27"/>
              </a:xfrm>
              <a:custGeom>
                <a:avLst/>
                <a:gdLst>
                  <a:gd name="T0" fmla="*/ 0 w 6"/>
                  <a:gd name="T1" fmla="*/ 0 h 10"/>
                  <a:gd name="T2" fmla="*/ 988 w 6"/>
                  <a:gd name="T3" fmla="*/ 2719 h 10"/>
                  <a:gd name="T4" fmla="*/ 1488 w 6"/>
                  <a:gd name="T5" fmla="*/ 3877 h 10"/>
                  <a:gd name="T6" fmla="*/ 1488 w 6"/>
                  <a:gd name="T7" fmla="*/ 3877 h 10"/>
                  <a:gd name="T8" fmla="*/ 988 w 6"/>
                  <a:gd name="T9" fmla="*/ 2028 h 10"/>
                  <a:gd name="T10" fmla="*/ 0 w 6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2" y="1"/>
                      <a:pt x="3" y="4"/>
                      <a:pt x="4" y="7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5" y="7"/>
                      <a:pt x="4" y="5"/>
                    </a:cubicBezTo>
                    <a:cubicBezTo>
                      <a:pt x="3" y="2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" name="Freeform 1717">
                <a:extLst>
                  <a:ext uri="{FF2B5EF4-FFF2-40B4-BE49-F238E27FC236}">
                    <a16:creationId xmlns:a16="http://schemas.microsoft.com/office/drawing/2014/main" id="{50F125C9-0433-4D0B-B8E4-F8426379F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1704"/>
                <a:ext cx="30" cy="35"/>
              </a:xfrm>
              <a:custGeom>
                <a:avLst/>
                <a:gdLst>
                  <a:gd name="T0" fmla="*/ 0 w 12"/>
                  <a:gd name="T1" fmla="*/ 428 h 13"/>
                  <a:gd name="T2" fmla="*/ 1958 w 12"/>
                  <a:gd name="T3" fmla="*/ 4935 h 13"/>
                  <a:gd name="T4" fmla="*/ 2938 w 12"/>
                  <a:gd name="T5" fmla="*/ 4531 h 13"/>
                  <a:gd name="T6" fmla="*/ 988 w 12"/>
                  <a:gd name="T7" fmla="*/ 0 h 13"/>
                  <a:gd name="T8" fmla="*/ 0 w 12"/>
                  <a:gd name="T9" fmla="*/ 42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"/>
                    </a:moveTo>
                    <a:cubicBezTo>
                      <a:pt x="3" y="1"/>
                      <a:pt x="7" y="13"/>
                      <a:pt x="8" y="13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7" y="0"/>
                      <a:pt x="4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" name="Freeform 1718">
                <a:extLst>
                  <a:ext uri="{FF2B5EF4-FFF2-40B4-BE49-F238E27FC236}">
                    <a16:creationId xmlns:a16="http://schemas.microsoft.com/office/drawing/2014/main" id="{2602931A-988C-4D4B-8FE0-8DE289044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710"/>
                <a:ext cx="12" cy="26"/>
              </a:xfrm>
              <a:custGeom>
                <a:avLst/>
                <a:gdLst>
                  <a:gd name="T0" fmla="*/ 0 w 5"/>
                  <a:gd name="T1" fmla="*/ 0 h 10"/>
                  <a:gd name="T2" fmla="*/ 802 w 5"/>
                  <a:gd name="T3" fmla="*/ 1914 h 10"/>
                  <a:gd name="T4" fmla="*/ 967 w 5"/>
                  <a:gd name="T5" fmla="*/ 3110 h 10"/>
                  <a:gd name="T6" fmla="*/ 967 w 5"/>
                  <a:gd name="T7" fmla="*/ 3110 h 10"/>
                  <a:gd name="T8" fmla="*/ 564 w 5"/>
                  <a:gd name="T9" fmla="*/ 1196 h 10"/>
                  <a:gd name="T10" fmla="*/ 0 w 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1"/>
                      <a:pt x="3" y="4"/>
                      <a:pt x="4" y="6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4" y="6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" name="Freeform 1719">
                <a:extLst>
                  <a:ext uri="{FF2B5EF4-FFF2-40B4-BE49-F238E27FC236}">
                    <a16:creationId xmlns:a16="http://schemas.microsoft.com/office/drawing/2014/main" id="{4D3C8BBD-DB89-4F9D-8774-EB388C35B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02"/>
                <a:ext cx="20" cy="40"/>
              </a:xfrm>
              <a:custGeom>
                <a:avLst/>
                <a:gdLst>
                  <a:gd name="T0" fmla="*/ 0 w 8"/>
                  <a:gd name="T1" fmla="*/ 0 h 15"/>
                  <a:gd name="T2" fmla="*/ 988 w 8"/>
                  <a:gd name="T3" fmla="*/ 5005 h 15"/>
                  <a:gd name="T4" fmla="*/ 1958 w 8"/>
                  <a:gd name="T5" fmla="*/ 5405 h 15"/>
                  <a:gd name="T6" fmla="*/ 988 w 8"/>
                  <a:gd name="T7" fmla="*/ 397 h 15"/>
                  <a:gd name="T8" fmla="*/ 0 w 8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3" y="1"/>
                      <a:pt x="3" y="14"/>
                      <a:pt x="4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2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" name="Freeform 1720">
                <a:extLst>
                  <a:ext uri="{FF2B5EF4-FFF2-40B4-BE49-F238E27FC236}">
                    <a16:creationId xmlns:a16="http://schemas.microsoft.com/office/drawing/2014/main" id="{074CEC76-96EC-4EC5-8394-3A7C926B4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707"/>
                <a:ext cx="5" cy="29"/>
              </a:xfrm>
              <a:custGeom>
                <a:avLst/>
                <a:gdLst>
                  <a:gd name="T0" fmla="*/ 313 w 2"/>
                  <a:gd name="T1" fmla="*/ 0 h 11"/>
                  <a:gd name="T2" fmla="*/ 520 w 2"/>
                  <a:gd name="T3" fmla="*/ 2273 h 11"/>
                  <a:gd name="T4" fmla="*/ 520 w 2"/>
                  <a:gd name="T5" fmla="*/ 3662 h 11"/>
                  <a:gd name="T6" fmla="*/ 520 w 2"/>
                  <a:gd name="T7" fmla="*/ 3662 h 11"/>
                  <a:gd name="T8" fmla="*/ 520 w 2"/>
                  <a:gd name="T9" fmla="*/ 1648 h 11"/>
                  <a:gd name="T10" fmla="*/ 0 w 2"/>
                  <a:gd name="T11" fmla="*/ 0 h 11"/>
                  <a:gd name="T12" fmla="*/ 313 w 2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1" y="2"/>
                      <a:pt x="1" y="5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8"/>
                      <a:pt x="2" y="5"/>
                    </a:cubicBezTo>
                    <a:cubicBezTo>
                      <a:pt x="2" y="3"/>
                      <a:pt x="1" y="2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2" name="Freeform 1721">
                <a:extLst>
                  <a:ext uri="{FF2B5EF4-FFF2-40B4-BE49-F238E27FC236}">
                    <a16:creationId xmlns:a16="http://schemas.microsoft.com/office/drawing/2014/main" id="{42AC1427-9C50-4676-9785-BF3D9EBCC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587"/>
                <a:ext cx="33" cy="35"/>
              </a:xfrm>
              <a:custGeom>
                <a:avLst/>
                <a:gdLst>
                  <a:gd name="T0" fmla="*/ 3485 w 13"/>
                  <a:gd name="T1" fmla="*/ 3414 h 13"/>
                  <a:gd name="T2" fmla="*/ 1914 w 13"/>
                  <a:gd name="T3" fmla="*/ 1152 h 13"/>
                  <a:gd name="T4" fmla="*/ 0 w 13"/>
                  <a:gd name="T5" fmla="*/ 0 h 13"/>
                  <a:gd name="T6" fmla="*/ 327 w 13"/>
                  <a:gd name="T7" fmla="*/ 1580 h 13"/>
                  <a:gd name="T8" fmla="*/ 1914 w 13"/>
                  <a:gd name="T9" fmla="*/ 2673 h 13"/>
                  <a:gd name="T10" fmla="*/ 3485 w 13"/>
                  <a:gd name="T11" fmla="*/ 4935 h 13"/>
                  <a:gd name="T12" fmla="*/ 3485 w 13"/>
                  <a:gd name="T13" fmla="*/ 341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13" y="9"/>
                    </a:moveTo>
                    <a:cubicBezTo>
                      <a:pt x="13" y="7"/>
                      <a:pt x="11" y="5"/>
                      <a:pt x="7" y="3"/>
                    </a:cubicBezTo>
                    <a:cubicBezTo>
                      <a:pt x="5" y="2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6"/>
                      <a:pt x="4" y="6"/>
                      <a:pt x="7" y="7"/>
                    </a:cubicBezTo>
                    <a:cubicBezTo>
                      <a:pt x="12" y="9"/>
                      <a:pt x="13" y="12"/>
                      <a:pt x="13" y="13"/>
                    </a:cubicBezTo>
                    <a:lnTo>
                      <a:pt x="13" y="9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980" name="Freeform 1722">
              <a:extLst>
                <a:ext uri="{FF2B5EF4-FFF2-40B4-BE49-F238E27FC236}">
                  <a16:creationId xmlns:a16="http://schemas.microsoft.com/office/drawing/2014/main" id="{21276E07-43A4-4D01-8083-3837E96C6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566"/>
              <a:ext cx="32" cy="34"/>
            </a:xfrm>
            <a:custGeom>
              <a:avLst/>
              <a:gdLst>
                <a:gd name="T0" fmla="*/ 448 w 13"/>
                <a:gd name="T1" fmla="*/ 4166 h 13"/>
                <a:gd name="T2" fmla="*/ 2897 w 13"/>
                <a:gd name="T3" fmla="*/ 1219 h 13"/>
                <a:gd name="T4" fmla="*/ 2715 w 13"/>
                <a:gd name="T5" fmla="*/ 0 h 13"/>
                <a:gd name="T6" fmla="*/ 182 w 13"/>
                <a:gd name="T7" fmla="*/ 2955 h 13"/>
                <a:gd name="T8" fmla="*/ 448 w 13"/>
                <a:gd name="T9" fmla="*/ 416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2" y="13"/>
                  </a:moveTo>
                  <a:cubicBezTo>
                    <a:pt x="1" y="10"/>
                    <a:pt x="13" y="5"/>
                    <a:pt x="13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"/>
                    <a:pt x="0" y="5"/>
                    <a:pt x="1" y="9"/>
                  </a:cubicBezTo>
                  <a:lnTo>
                    <a:pt x="2" y="13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1" name="Freeform 1723">
              <a:extLst>
                <a:ext uri="{FF2B5EF4-FFF2-40B4-BE49-F238E27FC236}">
                  <a16:creationId xmlns:a16="http://schemas.microsoft.com/office/drawing/2014/main" id="{C0CF8C59-3931-491F-AA76-7F9113E00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608"/>
              <a:ext cx="30" cy="40"/>
            </a:xfrm>
            <a:custGeom>
              <a:avLst/>
              <a:gdLst>
                <a:gd name="T0" fmla="*/ 2938 w 12"/>
                <a:gd name="T1" fmla="*/ 3891 h 15"/>
                <a:gd name="T2" fmla="*/ 1488 w 12"/>
                <a:gd name="T3" fmla="*/ 1459 h 15"/>
                <a:gd name="T4" fmla="*/ 0 w 12"/>
                <a:gd name="T5" fmla="*/ 0 h 15"/>
                <a:gd name="T6" fmla="*/ 0 w 12"/>
                <a:gd name="T7" fmla="*/ 1459 h 15"/>
                <a:gd name="T8" fmla="*/ 1300 w 12"/>
                <a:gd name="T9" fmla="*/ 2824 h 15"/>
                <a:gd name="T10" fmla="*/ 2938 w 12"/>
                <a:gd name="T11" fmla="*/ 5405 h 15"/>
                <a:gd name="T12" fmla="*/ 2938 w 12"/>
                <a:gd name="T13" fmla="*/ 389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5">
                  <a:moveTo>
                    <a:pt x="12" y="11"/>
                  </a:moveTo>
                  <a:cubicBezTo>
                    <a:pt x="12" y="9"/>
                    <a:pt x="9" y="6"/>
                    <a:pt x="6" y="4"/>
                  </a:cubicBezTo>
                  <a:cubicBezTo>
                    <a:pt x="4" y="3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3" y="7"/>
                    <a:pt x="5" y="8"/>
                  </a:cubicBezTo>
                  <a:cubicBezTo>
                    <a:pt x="9" y="11"/>
                    <a:pt x="12" y="13"/>
                    <a:pt x="12" y="15"/>
                  </a:cubicBezTo>
                  <a:lnTo>
                    <a:pt x="12" y="11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2" name="Freeform 1724">
              <a:extLst>
                <a:ext uri="{FF2B5EF4-FFF2-40B4-BE49-F238E27FC236}">
                  <a16:creationId xmlns:a16="http://schemas.microsoft.com/office/drawing/2014/main" id="{7B1DDBBB-0327-4AC6-A324-49A7A62E6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627"/>
              <a:ext cx="32" cy="40"/>
            </a:xfrm>
            <a:custGeom>
              <a:avLst/>
              <a:gdLst>
                <a:gd name="T0" fmla="*/ 2897 w 13"/>
                <a:gd name="T1" fmla="*/ 3891 h 15"/>
                <a:gd name="T2" fmla="*/ 1538 w 13"/>
                <a:gd name="T3" fmla="*/ 1459 h 15"/>
                <a:gd name="T4" fmla="*/ 0 w 13"/>
                <a:gd name="T5" fmla="*/ 0 h 15"/>
                <a:gd name="T6" fmla="*/ 0 w 13"/>
                <a:gd name="T7" fmla="*/ 1459 h 15"/>
                <a:gd name="T8" fmla="*/ 1103 w 13"/>
                <a:gd name="T9" fmla="*/ 2824 h 15"/>
                <a:gd name="T10" fmla="*/ 2715 w 13"/>
                <a:gd name="T11" fmla="*/ 5405 h 15"/>
                <a:gd name="T12" fmla="*/ 2897 w 13"/>
                <a:gd name="T13" fmla="*/ 389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5">
                  <a:moveTo>
                    <a:pt x="13" y="11"/>
                  </a:moveTo>
                  <a:cubicBezTo>
                    <a:pt x="13" y="9"/>
                    <a:pt x="9" y="6"/>
                    <a:pt x="7" y="4"/>
                  </a:cubicBezTo>
                  <a:cubicBezTo>
                    <a:pt x="4" y="3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3" y="7"/>
                    <a:pt x="5" y="8"/>
                  </a:cubicBezTo>
                  <a:cubicBezTo>
                    <a:pt x="10" y="11"/>
                    <a:pt x="12" y="14"/>
                    <a:pt x="12" y="15"/>
                  </a:cubicBezTo>
                  <a:lnTo>
                    <a:pt x="13" y="11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3" name="Freeform 1725">
              <a:extLst>
                <a:ext uri="{FF2B5EF4-FFF2-40B4-BE49-F238E27FC236}">
                  <a16:creationId xmlns:a16="http://schemas.microsoft.com/office/drawing/2014/main" id="{DD7F1B2A-61D6-4969-AC91-0684805B6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592"/>
              <a:ext cx="33" cy="30"/>
            </a:xfrm>
            <a:custGeom>
              <a:avLst/>
              <a:gdLst>
                <a:gd name="T0" fmla="*/ 327 w 13"/>
                <a:gd name="T1" fmla="*/ 4544 h 11"/>
                <a:gd name="T2" fmla="*/ 3485 w 13"/>
                <a:gd name="T3" fmla="*/ 1666 h 11"/>
                <a:gd name="T4" fmla="*/ 3485 w 13"/>
                <a:gd name="T5" fmla="*/ 0 h 11"/>
                <a:gd name="T6" fmla="*/ 327 w 13"/>
                <a:gd name="T7" fmla="*/ 2877 h 11"/>
                <a:gd name="T8" fmla="*/ 327 w 13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" y="11"/>
                  </a:moveTo>
                  <a:cubicBezTo>
                    <a:pt x="1" y="8"/>
                    <a:pt x="13" y="5"/>
                    <a:pt x="13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0" y="3"/>
                    <a:pt x="1" y="7"/>
                  </a:cubicBezTo>
                  <a:lnTo>
                    <a:pt x="1" y="11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4" name="Freeform 1726">
              <a:extLst>
                <a:ext uri="{FF2B5EF4-FFF2-40B4-BE49-F238E27FC236}">
                  <a16:creationId xmlns:a16="http://schemas.microsoft.com/office/drawing/2014/main" id="{380635AF-08F7-463A-B4E8-93C9EF58D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608"/>
              <a:ext cx="32" cy="32"/>
            </a:xfrm>
            <a:custGeom>
              <a:avLst/>
              <a:gdLst>
                <a:gd name="T0" fmla="*/ 0 w 13"/>
                <a:gd name="T1" fmla="*/ 4301 h 12"/>
                <a:gd name="T2" fmla="*/ 2897 w 13"/>
                <a:gd name="T3" fmla="*/ 1459 h 12"/>
                <a:gd name="T4" fmla="*/ 2715 w 13"/>
                <a:gd name="T5" fmla="*/ 0 h 12"/>
                <a:gd name="T6" fmla="*/ 0 w 13"/>
                <a:gd name="T7" fmla="*/ 2824 h 12"/>
                <a:gd name="T8" fmla="*/ 0 w 13"/>
                <a:gd name="T9" fmla="*/ 430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0" y="12"/>
                  </a:moveTo>
                  <a:cubicBezTo>
                    <a:pt x="0" y="8"/>
                    <a:pt x="13" y="6"/>
                    <a:pt x="13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"/>
                    <a:pt x="0" y="4"/>
                    <a:pt x="0" y="8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5" name="Freeform 1727">
              <a:extLst>
                <a:ext uri="{FF2B5EF4-FFF2-40B4-BE49-F238E27FC236}">
                  <a16:creationId xmlns:a16="http://schemas.microsoft.com/office/drawing/2014/main" id="{E35429DB-0381-4B8C-9148-5FA543BB2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651"/>
              <a:ext cx="32" cy="40"/>
            </a:xfrm>
            <a:custGeom>
              <a:avLst/>
              <a:gdLst>
                <a:gd name="T0" fmla="*/ 2897 w 13"/>
                <a:gd name="T1" fmla="*/ 3891 h 15"/>
                <a:gd name="T2" fmla="*/ 1538 w 13"/>
                <a:gd name="T3" fmla="*/ 1763 h 15"/>
                <a:gd name="T4" fmla="*/ 0 w 13"/>
                <a:gd name="T5" fmla="*/ 0 h 15"/>
                <a:gd name="T6" fmla="*/ 0 w 13"/>
                <a:gd name="T7" fmla="*/ 1459 h 15"/>
                <a:gd name="T8" fmla="*/ 1103 w 13"/>
                <a:gd name="T9" fmla="*/ 2824 h 15"/>
                <a:gd name="T10" fmla="*/ 2715 w 13"/>
                <a:gd name="T11" fmla="*/ 5405 h 15"/>
                <a:gd name="T12" fmla="*/ 2897 w 13"/>
                <a:gd name="T13" fmla="*/ 389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5">
                  <a:moveTo>
                    <a:pt x="13" y="11"/>
                  </a:moveTo>
                  <a:cubicBezTo>
                    <a:pt x="13" y="9"/>
                    <a:pt x="9" y="6"/>
                    <a:pt x="7" y="5"/>
                  </a:cubicBezTo>
                  <a:cubicBezTo>
                    <a:pt x="4" y="3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3" y="7"/>
                    <a:pt x="5" y="8"/>
                  </a:cubicBezTo>
                  <a:cubicBezTo>
                    <a:pt x="10" y="11"/>
                    <a:pt x="12" y="14"/>
                    <a:pt x="12" y="15"/>
                  </a:cubicBezTo>
                  <a:lnTo>
                    <a:pt x="13" y="11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6" name="Freeform 1728">
              <a:extLst>
                <a:ext uri="{FF2B5EF4-FFF2-40B4-BE49-F238E27FC236}">
                  <a16:creationId xmlns:a16="http://schemas.microsoft.com/office/drawing/2014/main" id="{EAE7C912-BDDE-4DD0-9594-1686EFD13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670"/>
              <a:ext cx="30" cy="40"/>
            </a:xfrm>
            <a:custGeom>
              <a:avLst/>
              <a:gdLst>
                <a:gd name="T0" fmla="*/ 2938 w 12"/>
                <a:gd name="T1" fmla="*/ 3640 h 15"/>
                <a:gd name="T2" fmla="*/ 1488 w 12"/>
                <a:gd name="T3" fmla="*/ 1763 h 15"/>
                <a:gd name="T4" fmla="*/ 0 w 12"/>
                <a:gd name="T5" fmla="*/ 0 h 15"/>
                <a:gd name="T6" fmla="*/ 0 w 12"/>
                <a:gd name="T7" fmla="*/ 1459 h 15"/>
                <a:gd name="T8" fmla="*/ 1300 w 12"/>
                <a:gd name="T9" fmla="*/ 3243 h 15"/>
                <a:gd name="T10" fmla="*/ 2738 w 12"/>
                <a:gd name="T11" fmla="*/ 5405 h 15"/>
                <a:gd name="T12" fmla="*/ 2938 w 12"/>
                <a:gd name="T13" fmla="*/ 364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5">
                  <a:moveTo>
                    <a:pt x="12" y="10"/>
                  </a:moveTo>
                  <a:cubicBezTo>
                    <a:pt x="12" y="8"/>
                    <a:pt x="9" y="7"/>
                    <a:pt x="6" y="5"/>
                  </a:cubicBezTo>
                  <a:cubicBezTo>
                    <a:pt x="4" y="3"/>
                    <a:pt x="0" y="1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3" y="7"/>
                    <a:pt x="5" y="9"/>
                  </a:cubicBezTo>
                  <a:cubicBezTo>
                    <a:pt x="10" y="11"/>
                    <a:pt x="11" y="13"/>
                    <a:pt x="11" y="15"/>
                  </a:cubicBezTo>
                  <a:lnTo>
                    <a:pt x="12" y="10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7" name="Freeform 1729">
              <a:extLst>
                <a:ext uri="{FF2B5EF4-FFF2-40B4-BE49-F238E27FC236}">
                  <a16:creationId xmlns:a16="http://schemas.microsoft.com/office/drawing/2014/main" id="{9D3DB849-1243-41F3-869B-12B6D9CCC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635"/>
              <a:ext cx="32" cy="29"/>
            </a:xfrm>
            <a:custGeom>
              <a:avLst/>
              <a:gdLst>
                <a:gd name="T0" fmla="*/ 0 w 13"/>
                <a:gd name="T1" fmla="*/ 3662 h 11"/>
                <a:gd name="T2" fmla="*/ 2897 w 13"/>
                <a:gd name="T3" fmla="*/ 1648 h 11"/>
                <a:gd name="T4" fmla="*/ 2897 w 13"/>
                <a:gd name="T5" fmla="*/ 0 h 11"/>
                <a:gd name="T6" fmla="*/ 0 w 13"/>
                <a:gd name="T7" fmla="*/ 2273 h 11"/>
                <a:gd name="T8" fmla="*/ 0 w 13"/>
                <a:gd name="T9" fmla="*/ 36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0" y="8"/>
                    <a:pt x="13" y="6"/>
                    <a:pt x="13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2"/>
                    <a:pt x="0" y="3"/>
                    <a:pt x="0" y="7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8" name="Freeform 1730">
              <a:extLst>
                <a:ext uri="{FF2B5EF4-FFF2-40B4-BE49-F238E27FC236}">
                  <a16:creationId xmlns:a16="http://schemas.microsoft.com/office/drawing/2014/main" id="{5B187489-9495-42E0-9D13-83E0F004E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654"/>
              <a:ext cx="32" cy="29"/>
            </a:xfrm>
            <a:custGeom>
              <a:avLst/>
              <a:gdLst>
                <a:gd name="T0" fmla="*/ 0 w 13"/>
                <a:gd name="T1" fmla="*/ 3662 h 11"/>
                <a:gd name="T2" fmla="*/ 2897 w 13"/>
                <a:gd name="T3" fmla="*/ 1389 h 11"/>
                <a:gd name="T4" fmla="*/ 2897 w 13"/>
                <a:gd name="T5" fmla="*/ 0 h 11"/>
                <a:gd name="T6" fmla="*/ 0 w 13"/>
                <a:gd name="T7" fmla="*/ 2273 h 11"/>
                <a:gd name="T8" fmla="*/ 0 w 13"/>
                <a:gd name="T9" fmla="*/ 36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0" y="8"/>
                    <a:pt x="13" y="6"/>
                    <a:pt x="13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0" y="3"/>
                    <a:pt x="0" y="7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9" name="Freeform 1731">
              <a:extLst>
                <a:ext uri="{FF2B5EF4-FFF2-40B4-BE49-F238E27FC236}">
                  <a16:creationId xmlns:a16="http://schemas.microsoft.com/office/drawing/2014/main" id="{BA1B5A11-1692-4873-9EA4-C18DE6099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691"/>
              <a:ext cx="30" cy="43"/>
            </a:xfrm>
            <a:custGeom>
              <a:avLst/>
              <a:gdLst>
                <a:gd name="T0" fmla="*/ 2738 w 12"/>
                <a:gd name="T1" fmla="*/ 4485 h 16"/>
                <a:gd name="T2" fmla="*/ 1770 w 12"/>
                <a:gd name="T3" fmla="*/ 1828 h 16"/>
                <a:gd name="T4" fmla="*/ 313 w 12"/>
                <a:gd name="T5" fmla="*/ 0 h 16"/>
                <a:gd name="T6" fmla="*/ 0 w 12"/>
                <a:gd name="T7" fmla="*/ 1575 h 16"/>
                <a:gd name="T8" fmla="*/ 1300 w 12"/>
                <a:gd name="T9" fmla="*/ 3394 h 16"/>
                <a:gd name="T10" fmla="*/ 2470 w 12"/>
                <a:gd name="T11" fmla="*/ 6060 h 16"/>
                <a:gd name="T12" fmla="*/ 2738 w 12"/>
                <a:gd name="T13" fmla="*/ 448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6">
                  <a:moveTo>
                    <a:pt x="11" y="12"/>
                  </a:moveTo>
                  <a:cubicBezTo>
                    <a:pt x="12" y="11"/>
                    <a:pt x="9" y="8"/>
                    <a:pt x="7" y="5"/>
                  </a:cubicBezTo>
                  <a:cubicBezTo>
                    <a:pt x="5" y="3"/>
                    <a:pt x="1" y="0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3" y="7"/>
                    <a:pt x="5" y="9"/>
                  </a:cubicBezTo>
                  <a:cubicBezTo>
                    <a:pt x="8" y="12"/>
                    <a:pt x="10" y="15"/>
                    <a:pt x="10" y="16"/>
                  </a:cubicBezTo>
                  <a:lnTo>
                    <a:pt x="11" y="12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0" name="Freeform 1732">
              <a:extLst>
                <a:ext uri="{FF2B5EF4-FFF2-40B4-BE49-F238E27FC236}">
                  <a16:creationId xmlns:a16="http://schemas.microsoft.com/office/drawing/2014/main" id="{BA45A62F-CC52-4501-B0FE-2A8EBEE9A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710"/>
              <a:ext cx="27" cy="42"/>
            </a:xfrm>
            <a:custGeom>
              <a:avLst/>
              <a:gdLst>
                <a:gd name="T0" fmla="*/ 2398 w 11"/>
                <a:gd name="T1" fmla="*/ 3998 h 16"/>
                <a:gd name="T2" fmla="*/ 1524 w 11"/>
                <a:gd name="T3" fmla="*/ 1612 h 16"/>
                <a:gd name="T4" fmla="*/ 174 w 11"/>
                <a:gd name="T5" fmla="*/ 0 h 16"/>
                <a:gd name="T6" fmla="*/ 0 w 11"/>
                <a:gd name="T7" fmla="*/ 1378 h 16"/>
                <a:gd name="T8" fmla="*/ 1048 w 11"/>
                <a:gd name="T9" fmla="*/ 2985 h 16"/>
                <a:gd name="T10" fmla="*/ 1964 w 11"/>
                <a:gd name="T11" fmla="*/ 5229 h 16"/>
                <a:gd name="T12" fmla="*/ 2398 w 11"/>
                <a:gd name="T13" fmla="*/ 399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6">
                  <a:moveTo>
                    <a:pt x="11" y="12"/>
                  </a:moveTo>
                  <a:cubicBezTo>
                    <a:pt x="11" y="10"/>
                    <a:pt x="9" y="7"/>
                    <a:pt x="7" y="5"/>
                  </a:cubicBezTo>
                  <a:cubicBezTo>
                    <a:pt x="5" y="3"/>
                    <a:pt x="1" y="0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3" y="7"/>
                    <a:pt x="5" y="9"/>
                  </a:cubicBezTo>
                  <a:cubicBezTo>
                    <a:pt x="9" y="12"/>
                    <a:pt x="10" y="15"/>
                    <a:pt x="9" y="16"/>
                  </a:cubicBezTo>
                  <a:lnTo>
                    <a:pt x="11" y="12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1" name="Freeform 1733">
              <a:extLst>
                <a:ext uri="{FF2B5EF4-FFF2-40B4-BE49-F238E27FC236}">
                  <a16:creationId xmlns:a16="http://schemas.microsoft.com/office/drawing/2014/main" id="{7CD88018-54CA-4A6E-AB5E-B298199D3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678"/>
              <a:ext cx="35" cy="26"/>
            </a:xfrm>
            <a:custGeom>
              <a:avLst/>
              <a:gdLst>
                <a:gd name="T0" fmla="*/ 0 w 14"/>
                <a:gd name="T1" fmla="*/ 3110 h 10"/>
                <a:gd name="T2" fmla="*/ 3250 w 14"/>
                <a:gd name="T3" fmla="*/ 1547 h 10"/>
                <a:gd name="T4" fmla="*/ 3438 w 14"/>
                <a:gd name="T5" fmla="*/ 0 h 10"/>
                <a:gd name="T6" fmla="*/ 0 w 14"/>
                <a:gd name="T7" fmla="*/ 1914 h 10"/>
                <a:gd name="T8" fmla="*/ 0 w 14"/>
                <a:gd name="T9" fmla="*/ 31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cubicBezTo>
                    <a:pt x="0" y="6"/>
                    <a:pt x="13" y="6"/>
                    <a:pt x="13" y="5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2"/>
                    <a:pt x="1" y="2"/>
                    <a:pt x="0" y="6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2" name="Freeform 1734">
              <a:extLst>
                <a:ext uri="{FF2B5EF4-FFF2-40B4-BE49-F238E27FC236}">
                  <a16:creationId xmlns:a16="http://schemas.microsoft.com/office/drawing/2014/main" id="{43486389-946E-4B1E-B2E9-49E49ADEB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696"/>
              <a:ext cx="35" cy="24"/>
            </a:xfrm>
            <a:custGeom>
              <a:avLst/>
              <a:gdLst>
                <a:gd name="T0" fmla="*/ 0 w 14"/>
                <a:gd name="T1" fmla="*/ 3243 h 9"/>
                <a:gd name="T2" fmla="*/ 3438 w 14"/>
                <a:gd name="T3" fmla="*/ 1459 h 9"/>
                <a:gd name="T4" fmla="*/ 3438 w 14"/>
                <a:gd name="T5" fmla="*/ 0 h 9"/>
                <a:gd name="T6" fmla="*/ 313 w 14"/>
                <a:gd name="T7" fmla="*/ 1763 h 9"/>
                <a:gd name="T8" fmla="*/ 0 w 14"/>
                <a:gd name="T9" fmla="*/ 324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0" y="6"/>
                    <a:pt x="13" y="5"/>
                    <a:pt x="14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" y="2"/>
                    <a:pt x="1" y="5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3" name="Freeform 1735">
              <a:extLst>
                <a:ext uri="{FF2B5EF4-FFF2-40B4-BE49-F238E27FC236}">
                  <a16:creationId xmlns:a16="http://schemas.microsoft.com/office/drawing/2014/main" id="{3E8D44FD-4BD6-44F7-A761-65A4A538E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728"/>
              <a:ext cx="28" cy="48"/>
            </a:xfrm>
            <a:custGeom>
              <a:avLst/>
              <a:gdLst>
                <a:gd name="T0" fmla="*/ 2688 w 11"/>
                <a:gd name="T1" fmla="*/ 5005 h 18"/>
                <a:gd name="T2" fmla="*/ 1932 w 11"/>
                <a:gd name="T3" fmla="*/ 2581 h 18"/>
                <a:gd name="T4" fmla="*/ 545 w 11"/>
                <a:gd name="T5" fmla="*/ 0 h 18"/>
                <a:gd name="T6" fmla="*/ 331 w 11"/>
                <a:gd name="T7" fmla="*/ 1459 h 18"/>
                <a:gd name="T8" fmla="*/ 1056 w 11"/>
                <a:gd name="T9" fmla="*/ 3640 h 18"/>
                <a:gd name="T10" fmla="*/ 2146 w 11"/>
                <a:gd name="T11" fmla="*/ 6464 h 18"/>
                <a:gd name="T12" fmla="*/ 2688 w 11"/>
                <a:gd name="T13" fmla="*/ 500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8">
                  <a:moveTo>
                    <a:pt x="10" y="14"/>
                  </a:moveTo>
                  <a:cubicBezTo>
                    <a:pt x="11" y="13"/>
                    <a:pt x="9" y="9"/>
                    <a:pt x="7" y="7"/>
                  </a:cubicBezTo>
                  <a:cubicBezTo>
                    <a:pt x="5" y="4"/>
                    <a:pt x="2" y="0"/>
                    <a:pt x="2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3" y="8"/>
                    <a:pt x="4" y="10"/>
                  </a:cubicBezTo>
                  <a:cubicBezTo>
                    <a:pt x="7" y="14"/>
                    <a:pt x="9" y="17"/>
                    <a:pt x="8" y="18"/>
                  </a:cubicBezTo>
                  <a:lnTo>
                    <a:pt x="10" y="1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4" name="Freeform 1736">
              <a:extLst>
                <a:ext uri="{FF2B5EF4-FFF2-40B4-BE49-F238E27FC236}">
                  <a16:creationId xmlns:a16="http://schemas.microsoft.com/office/drawing/2014/main" id="{A1881101-7E50-4457-8969-C5C10D003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747"/>
              <a:ext cx="28" cy="48"/>
            </a:xfrm>
            <a:custGeom>
              <a:avLst/>
              <a:gdLst>
                <a:gd name="T0" fmla="*/ 2688 w 11"/>
                <a:gd name="T1" fmla="*/ 5005 h 18"/>
                <a:gd name="T2" fmla="*/ 1932 w 11"/>
                <a:gd name="T3" fmla="*/ 2184 h 18"/>
                <a:gd name="T4" fmla="*/ 545 w 11"/>
                <a:gd name="T5" fmla="*/ 0 h 18"/>
                <a:gd name="T6" fmla="*/ 331 w 11"/>
                <a:gd name="T7" fmla="*/ 1459 h 18"/>
                <a:gd name="T8" fmla="*/ 1056 w 11"/>
                <a:gd name="T9" fmla="*/ 3243 h 18"/>
                <a:gd name="T10" fmla="*/ 2474 w 11"/>
                <a:gd name="T11" fmla="*/ 6464 h 18"/>
                <a:gd name="T12" fmla="*/ 2688 w 11"/>
                <a:gd name="T13" fmla="*/ 500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8">
                  <a:moveTo>
                    <a:pt x="10" y="14"/>
                  </a:moveTo>
                  <a:cubicBezTo>
                    <a:pt x="11" y="12"/>
                    <a:pt x="9" y="9"/>
                    <a:pt x="7" y="6"/>
                  </a:cubicBezTo>
                  <a:cubicBezTo>
                    <a:pt x="5" y="4"/>
                    <a:pt x="2" y="0"/>
                    <a:pt x="2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3" y="7"/>
                    <a:pt x="4" y="9"/>
                  </a:cubicBezTo>
                  <a:cubicBezTo>
                    <a:pt x="8" y="14"/>
                    <a:pt x="9" y="17"/>
                    <a:pt x="9" y="18"/>
                  </a:cubicBezTo>
                  <a:lnTo>
                    <a:pt x="10" y="1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5" name="Freeform 1737">
              <a:extLst>
                <a:ext uri="{FF2B5EF4-FFF2-40B4-BE49-F238E27FC236}">
                  <a16:creationId xmlns:a16="http://schemas.microsoft.com/office/drawing/2014/main" id="{1DB42DC3-2C77-4270-A160-84E1B6E9F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723"/>
              <a:ext cx="38" cy="19"/>
            </a:xfrm>
            <a:custGeom>
              <a:avLst/>
              <a:gdLst>
                <a:gd name="T0" fmla="*/ 0 w 15"/>
                <a:gd name="T1" fmla="*/ 2823 h 7"/>
                <a:gd name="T2" fmla="*/ 3658 w 15"/>
                <a:gd name="T3" fmla="*/ 1620 h 7"/>
                <a:gd name="T4" fmla="*/ 3955 w 15"/>
                <a:gd name="T5" fmla="*/ 0 h 7"/>
                <a:gd name="T6" fmla="*/ 327 w 15"/>
                <a:gd name="T7" fmla="*/ 1200 h 7"/>
                <a:gd name="T8" fmla="*/ 0 w 15"/>
                <a:gd name="T9" fmla="*/ 282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1" y="4"/>
                    <a:pt x="14" y="5"/>
                    <a:pt x="14" y="4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1"/>
                    <a:pt x="2" y="0"/>
                    <a:pt x="1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6" name="Freeform 1738">
              <a:extLst>
                <a:ext uri="{FF2B5EF4-FFF2-40B4-BE49-F238E27FC236}">
                  <a16:creationId xmlns:a16="http://schemas.microsoft.com/office/drawing/2014/main" id="{77ED7465-0B02-4C81-B0AF-E732A7D47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739"/>
              <a:ext cx="40" cy="19"/>
            </a:xfrm>
            <a:custGeom>
              <a:avLst/>
              <a:gdLst>
                <a:gd name="T0" fmla="*/ 0 w 16"/>
                <a:gd name="T1" fmla="*/ 2823 h 7"/>
                <a:gd name="T2" fmla="*/ 3720 w 16"/>
                <a:gd name="T3" fmla="*/ 2063 h 7"/>
                <a:gd name="T4" fmla="*/ 3908 w 16"/>
                <a:gd name="T5" fmla="*/ 442 h 7"/>
                <a:gd name="T6" fmla="*/ 313 w 16"/>
                <a:gd name="T7" fmla="*/ 1620 h 7"/>
                <a:gd name="T8" fmla="*/ 0 w 16"/>
                <a:gd name="T9" fmla="*/ 282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1" y="4"/>
                    <a:pt x="14" y="6"/>
                    <a:pt x="15" y="5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2"/>
                    <a:pt x="2" y="0"/>
                    <a:pt x="1" y="4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7" name="Freeform 1739">
              <a:extLst>
                <a:ext uri="{FF2B5EF4-FFF2-40B4-BE49-F238E27FC236}">
                  <a16:creationId xmlns:a16="http://schemas.microsoft.com/office/drawing/2014/main" id="{7ACE5A00-60D3-4784-AEFA-E1A4B5892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766"/>
              <a:ext cx="23" cy="53"/>
            </a:xfrm>
            <a:custGeom>
              <a:avLst/>
              <a:gdLst>
                <a:gd name="T0" fmla="*/ 2520 w 9"/>
                <a:gd name="T1" fmla="*/ 5231 h 20"/>
                <a:gd name="T2" fmla="*/ 1973 w 9"/>
                <a:gd name="T3" fmla="*/ 2472 h 20"/>
                <a:gd name="T4" fmla="*/ 848 w 9"/>
                <a:gd name="T5" fmla="*/ 0 h 20"/>
                <a:gd name="T6" fmla="*/ 332 w 9"/>
                <a:gd name="T7" fmla="*/ 1434 h 20"/>
                <a:gd name="T8" fmla="*/ 1104 w 9"/>
                <a:gd name="T9" fmla="*/ 3554 h 20"/>
                <a:gd name="T10" fmla="*/ 1620 w 9"/>
                <a:gd name="T11" fmla="*/ 6903 h 20"/>
                <a:gd name="T12" fmla="*/ 2520 w 9"/>
                <a:gd name="T13" fmla="*/ 523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9" y="15"/>
                  </a:moveTo>
                  <a:cubicBezTo>
                    <a:pt x="9" y="14"/>
                    <a:pt x="8" y="10"/>
                    <a:pt x="7" y="7"/>
                  </a:cubicBezTo>
                  <a:cubicBezTo>
                    <a:pt x="5" y="5"/>
                    <a:pt x="3" y="0"/>
                    <a:pt x="3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2" y="7"/>
                    <a:pt x="4" y="10"/>
                  </a:cubicBezTo>
                  <a:cubicBezTo>
                    <a:pt x="6" y="14"/>
                    <a:pt x="7" y="19"/>
                    <a:pt x="6" y="20"/>
                  </a:cubicBezTo>
                  <a:lnTo>
                    <a:pt x="9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8" name="Freeform 1740">
              <a:extLst>
                <a:ext uri="{FF2B5EF4-FFF2-40B4-BE49-F238E27FC236}">
                  <a16:creationId xmlns:a16="http://schemas.microsoft.com/office/drawing/2014/main" id="{775A9E28-8BB7-49AE-9909-47EB7554C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760"/>
              <a:ext cx="40" cy="19"/>
            </a:xfrm>
            <a:custGeom>
              <a:avLst/>
              <a:gdLst>
                <a:gd name="T0" fmla="*/ 0 w 16"/>
                <a:gd name="T1" fmla="*/ 2342 h 7"/>
                <a:gd name="T2" fmla="*/ 3438 w 16"/>
                <a:gd name="T3" fmla="*/ 2342 h 7"/>
                <a:gd name="T4" fmla="*/ 3908 w 16"/>
                <a:gd name="T5" fmla="*/ 760 h 7"/>
                <a:gd name="T6" fmla="*/ 313 w 16"/>
                <a:gd name="T7" fmla="*/ 1200 h 7"/>
                <a:gd name="T8" fmla="*/ 0 w 16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6"/>
                  </a:moveTo>
                  <a:cubicBezTo>
                    <a:pt x="1" y="3"/>
                    <a:pt x="13" y="7"/>
                    <a:pt x="14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3"/>
                    <a:pt x="3" y="0"/>
                    <a:pt x="1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9" name="Freeform 1741">
              <a:extLst>
                <a:ext uri="{FF2B5EF4-FFF2-40B4-BE49-F238E27FC236}">
                  <a16:creationId xmlns:a16="http://schemas.microsoft.com/office/drawing/2014/main" id="{6FAF0048-6074-4E16-A97D-CB36BCE00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664"/>
              <a:ext cx="25" cy="11"/>
            </a:xfrm>
            <a:custGeom>
              <a:avLst/>
              <a:gdLst>
                <a:gd name="T0" fmla="*/ 0 w 10"/>
                <a:gd name="T1" fmla="*/ 1724 h 4"/>
                <a:gd name="T2" fmla="*/ 1770 w 10"/>
                <a:gd name="T3" fmla="*/ 462 h 4"/>
                <a:gd name="T4" fmla="*/ 2470 w 10"/>
                <a:gd name="T5" fmla="*/ 0 h 4"/>
                <a:gd name="T6" fmla="*/ 2470 w 10"/>
                <a:gd name="T7" fmla="*/ 0 h 4"/>
                <a:gd name="T8" fmla="*/ 1300 w 10"/>
                <a:gd name="T9" fmla="*/ 462 h 4"/>
                <a:gd name="T10" fmla="*/ 0 w 10"/>
                <a:gd name="T11" fmla="*/ 172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2" y="3"/>
                    <a:pt x="5" y="2"/>
                    <a:pt x="7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" name="Freeform 1742">
              <a:extLst>
                <a:ext uri="{FF2B5EF4-FFF2-40B4-BE49-F238E27FC236}">
                  <a16:creationId xmlns:a16="http://schemas.microsoft.com/office/drawing/2014/main" id="{899517B3-F3E4-453E-9377-875E450F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688"/>
              <a:ext cx="27" cy="8"/>
            </a:xfrm>
            <a:custGeom>
              <a:avLst/>
              <a:gdLst>
                <a:gd name="T0" fmla="*/ 0 w 11"/>
                <a:gd name="T1" fmla="*/ 1059 h 3"/>
                <a:gd name="T2" fmla="*/ 1777 w 11"/>
                <a:gd name="T3" fmla="*/ 397 h 3"/>
                <a:gd name="T4" fmla="*/ 2398 w 11"/>
                <a:gd name="T5" fmla="*/ 0 h 3"/>
                <a:gd name="T6" fmla="*/ 2398 w 11"/>
                <a:gd name="T7" fmla="*/ 0 h 3"/>
                <a:gd name="T8" fmla="*/ 1048 w 11"/>
                <a:gd name="T9" fmla="*/ 397 h 3"/>
                <a:gd name="T10" fmla="*/ 0 w 11"/>
                <a:gd name="T11" fmla="*/ 105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2" y="2"/>
                    <a:pt x="5" y="1"/>
                    <a:pt x="8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8" y="0"/>
                    <a:pt x="5" y="1"/>
                  </a:cubicBezTo>
                  <a:cubicBezTo>
                    <a:pt x="3" y="1"/>
                    <a:pt x="2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" name="Freeform 1743">
              <a:extLst>
                <a:ext uri="{FF2B5EF4-FFF2-40B4-BE49-F238E27FC236}">
                  <a16:creationId xmlns:a16="http://schemas.microsoft.com/office/drawing/2014/main" id="{E2F7F023-282E-4822-A729-9C7D344EB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707"/>
              <a:ext cx="28" cy="5"/>
            </a:xfrm>
            <a:custGeom>
              <a:avLst/>
              <a:gdLst>
                <a:gd name="T0" fmla="*/ 0 w 11"/>
                <a:gd name="T1" fmla="*/ 520 h 2"/>
                <a:gd name="T2" fmla="*/ 2146 w 11"/>
                <a:gd name="T3" fmla="*/ 0 h 2"/>
                <a:gd name="T4" fmla="*/ 2986 w 11"/>
                <a:gd name="T5" fmla="*/ 0 h 2"/>
                <a:gd name="T6" fmla="*/ 2986 w 11"/>
                <a:gd name="T7" fmla="*/ 0 h 2"/>
                <a:gd name="T8" fmla="*/ 1601 w 11"/>
                <a:gd name="T9" fmla="*/ 0 h 2"/>
                <a:gd name="T10" fmla="*/ 0 w 11"/>
                <a:gd name="T11" fmla="*/ 5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2" y="2"/>
                    <a:pt x="5" y="1"/>
                    <a:pt x="8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8" y="0"/>
                    <a:pt x="6" y="0"/>
                  </a:cubicBezTo>
                  <a:cubicBezTo>
                    <a:pt x="3" y="1"/>
                    <a:pt x="2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" name="Freeform 1744">
              <a:extLst>
                <a:ext uri="{FF2B5EF4-FFF2-40B4-BE49-F238E27FC236}">
                  <a16:creationId xmlns:a16="http://schemas.microsoft.com/office/drawing/2014/main" id="{7B5007E1-8DC5-44BE-82B2-DDCD1AD3C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731"/>
              <a:ext cx="28" cy="5"/>
            </a:xfrm>
            <a:custGeom>
              <a:avLst/>
              <a:gdLst>
                <a:gd name="T0" fmla="*/ 0 w 11"/>
                <a:gd name="T1" fmla="*/ 520 h 2"/>
                <a:gd name="T2" fmla="*/ 1932 w 11"/>
                <a:gd name="T3" fmla="*/ 313 h 2"/>
                <a:gd name="T4" fmla="*/ 2986 w 11"/>
                <a:gd name="T5" fmla="*/ 313 h 2"/>
                <a:gd name="T6" fmla="*/ 2986 w 11"/>
                <a:gd name="T7" fmla="*/ 313 h 2"/>
                <a:gd name="T8" fmla="*/ 1387 w 11"/>
                <a:gd name="T9" fmla="*/ 0 h 2"/>
                <a:gd name="T10" fmla="*/ 0 w 11"/>
                <a:gd name="T11" fmla="*/ 5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2" y="1"/>
                    <a:pt x="5" y="1"/>
                    <a:pt x="7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8" y="0"/>
                    <a:pt x="5" y="0"/>
                  </a:cubicBezTo>
                  <a:cubicBezTo>
                    <a:pt x="3" y="0"/>
                    <a:pt x="2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3" name="Freeform 1745">
              <a:extLst>
                <a:ext uri="{FF2B5EF4-FFF2-40B4-BE49-F238E27FC236}">
                  <a16:creationId xmlns:a16="http://schemas.microsoft.com/office/drawing/2014/main" id="{42485360-6EE3-4AF4-BBBF-455EDF0A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750"/>
              <a:ext cx="28" cy="2"/>
            </a:xfrm>
            <a:custGeom>
              <a:avLst/>
              <a:gdLst>
                <a:gd name="T0" fmla="*/ 0 w 11"/>
                <a:gd name="T1" fmla="*/ 64 h 1"/>
                <a:gd name="T2" fmla="*/ 2146 w 11"/>
                <a:gd name="T3" fmla="*/ 0 h 1"/>
                <a:gd name="T4" fmla="*/ 2986 w 11"/>
                <a:gd name="T5" fmla="*/ 0 h 1"/>
                <a:gd name="T6" fmla="*/ 2986 w 11"/>
                <a:gd name="T7" fmla="*/ 0 h 1"/>
                <a:gd name="T8" fmla="*/ 1601 w 11"/>
                <a:gd name="T9" fmla="*/ 0 h 1"/>
                <a:gd name="T10" fmla="*/ 0 w 11"/>
                <a:gd name="T11" fmla="*/ 64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2" y="0"/>
                    <a:pt x="5" y="0"/>
                    <a:pt x="8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8" y="0"/>
                    <a:pt x="6" y="0"/>
                  </a:cubicBezTo>
                  <a:cubicBezTo>
                    <a:pt x="3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4" name="Freeform 1746">
              <a:extLst>
                <a:ext uri="{FF2B5EF4-FFF2-40B4-BE49-F238E27FC236}">
                  <a16:creationId xmlns:a16="http://schemas.microsoft.com/office/drawing/2014/main" id="{1EC9E7B7-C084-46AC-AE5D-C62A53011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771"/>
              <a:ext cx="27" cy="3"/>
            </a:xfrm>
            <a:custGeom>
              <a:avLst/>
              <a:gdLst>
                <a:gd name="T0" fmla="*/ 0 w 11"/>
                <a:gd name="T1" fmla="*/ 729 h 1"/>
                <a:gd name="T2" fmla="*/ 1524 w 11"/>
                <a:gd name="T3" fmla="*/ 729 h 1"/>
                <a:gd name="T4" fmla="*/ 2398 w 11"/>
                <a:gd name="T5" fmla="*/ 729 h 1"/>
                <a:gd name="T6" fmla="*/ 2398 w 11"/>
                <a:gd name="T7" fmla="*/ 729 h 1"/>
                <a:gd name="T8" fmla="*/ 1048 w 11"/>
                <a:gd name="T9" fmla="*/ 0 h 1"/>
                <a:gd name="T10" fmla="*/ 0 w 11"/>
                <a:gd name="T11" fmla="*/ 729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2" y="0"/>
                    <a:pt x="5" y="1"/>
                    <a:pt x="7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8" y="0"/>
                    <a:pt x="5" y="0"/>
                  </a:cubicBezTo>
                  <a:cubicBezTo>
                    <a:pt x="3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5" name="Freeform 1747">
              <a:extLst>
                <a:ext uri="{FF2B5EF4-FFF2-40B4-BE49-F238E27FC236}">
                  <a16:creationId xmlns:a16="http://schemas.microsoft.com/office/drawing/2014/main" id="{CA7C415F-937C-4990-8BA6-EDE3FD516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646"/>
              <a:ext cx="28" cy="13"/>
            </a:xfrm>
            <a:custGeom>
              <a:avLst/>
              <a:gdLst>
                <a:gd name="T0" fmla="*/ 0 w 11"/>
                <a:gd name="T1" fmla="*/ 1547 h 5"/>
                <a:gd name="T2" fmla="*/ 1932 w 11"/>
                <a:gd name="T3" fmla="*/ 595 h 5"/>
                <a:gd name="T4" fmla="*/ 2986 w 11"/>
                <a:gd name="T5" fmla="*/ 0 h 5"/>
                <a:gd name="T6" fmla="*/ 2986 w 11"/>
                <a:gd name="T7" fmla="*/ 0 h 5"/>
                <a:gd name="T8" fmla="*/ 1387 w 11"/>
                <a:gd name="T9" fmla="*/ 595 h 5"/>
                <a:gd name="T10" fmla="*/ 0 w 11"/>
                <a:gd name="T11" fmla="*/ 154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2" y="3"/>
                    <a:pt x="5" y="2"/>
                    <a:pt x="7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7" y="1"/>
                    <a:pt x="5" y="2"/>
                  </a:cubicBezTo>
                  <a:cubicBezTo>
                    <a:pt x="3" y="2"/>
                    <a:pt x="2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6" name="Freeform 1748">
              <a:extLst>
                <a:ext uri="{FF2B5EF4-FFF2-40B4-BE49-F238E27FC236}">
                  <a16:creationId xmlns:a16="http://schemas.microsoft.com/office/drawing/2014/main" id="{7AB2CA0A-8991-460D-9DF7-8E7AA0EFD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622"/>
              <a:ext cx="28" cy="10"/>
            </a:xfrm>
            <a:custGeom>
              <a:avLst/>
              <a:gdLst>
                <a:gd name="T0" fmla="*/ 0 w 11"/>
                <a:gd name="T1" fmla="*/ 988 h 4"/>
                <a:gd name="T2" fmla="*/ 1932 w 11"/>
                <a:gd name="T3" fmla="*/ 313 h 4"/>
                <a:gd name="T4" fmla="*/ 2986 w 11"/>
                <a:gd name="T5" fmla="*/ 0 h 4"/>
                <a:gd name="T6" fmla="*/ 2688 w 11"/>
                <a:gd name="T7" fmla="*/ 0 h 4"/>
                <a:gd name="T8" fmla="*/ 1387 w 11"/>
                <a:gd name="T9" fmla="*/ 313 h 4"/>
                <a:gd name="T10" fmla="*/ 0 w 11"/>
                <a:gd name="T11" fmla="*/ 98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2" y="3"/>
                    <a:pt x="5" y="2"/>
                    <a:pt x="7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3" y="1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7" name="Freeform 1749">
              <a:extLst>
                <a:ext uri="{FF2B5EF4-FFF2-40B4-BE49-F238E27FC236}">
                  <a16:creationId xmlns:a16="http://schemas.microsoft.com/office/drawing/2014/main" id="{4854AC4D-BCFB-49F8-8120-84B3ADEA9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603"/>
              <a:ext cx="27" cy="11"/>
            </a:xfrm>
            <a:custGeom>
              <a:avLst/>
              <a:gdLst>
                <a:gd name="T0" fmla="*/ 0 w 11"/>
                <a:gd name="T1" fmla="*/ 1724 h 4"/>
                <a:gd name="T2" fmla="*/ 1524 w 11"/>
                <a:gd name="T3" fmla="*/ 462 h 4"/>
                <a:gd name="T4" fmla="*/ 2398 w 11"/>
                <a:gd name="T5" fmla="*/ 0 h 4"/>
                <a:gd name="T6" fmla="*/ 2398 w 11"/>
                <a:gd name="T7" fmla="*/ 0 h 4"/>
                <a:gd name="T8" fmla="*/ 1048 w 11"/>
                <a:gd name="T9" fmla="*/ 462 h 4"/>
                <a:gd name="T10" fmla="*/ 0 w 11"/>
                <a:gd name="T11" fmla="*/ 172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2" y="3"/>
                    <a:pt x="5" y="2"/>
                    <a:pt x="7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7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8" name="Freeform 1750">
              <a:extLst>
                <a:ext uri="{FF2B5EF4-FFF2-40B4-BE49-F238E27FC236}">
                  <a16:creationId xmlns:a16="http://schemas.microsoft.com/office/drawing/2014/main" id="{90D69238-0002-45B2-848D-CE7833E4F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574"/>
              <a:ext cx="25" cy="16"/>
            </a:xfrm>
            <a:custGeom>
              <a:avLst/>
              <a:gdLst>
                <a:gd name="T0" fmla="*/ 0 w 10"/>
                <a:gd name="T1" fmla="*/ 2184 h 6"/>
                <a:gd name="T2" fmla="*/ 1770 w 10"/>
                <a:gd name="T3" fmla="*/ 661 h 6"/>
                <a:gd name="T4" fmla="*/ 2470 w 10"/>
                <a:gd name="T5" fmla="*/ 0 h 6"/>
                <a:gd name="T6" fmla="*/ 2470 w 10"/>
                <a:gd name="T7" fmla="*/ 0 h 6"/>
                <a:gd name="T8" fmla="*/ 1300 w 10"/>
                <a:gd name="T9" fmla="*/ 1059 h 6"/>
                <a:gd name="T10" fmla="*/ 0 w 10"/>
                <a:gd name="T11" fmla="*/ 218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2" y="5"/>
                    <a:pt x="5" y="4"/>
                    <a:pt x="7" y="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7" y="2"/>
                    <a:pt x="5" y="3"/>
                  </a:cubicBezTo>
                  <a:cubicBezTo>
                    <a:pt x="3" y="4"/>
                    <a:pt x="2" y="5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9" name="Freeform 1751">
              <a:extLst>
                <a:ext uri="{FF2B5EF4-FFF2-40B4-BE49-F238E27FC236}">
                  <a16:creationId xmlns:a16="http://schemas.microsoft.com/office/drawing/2014/main" id="{14CA481B-3A34-4326-AA51-7C745A8E1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784"/>
              <a:ext cx="25" cy="48"/>
            </a:xfrm>
            <a:custGeom>
              <a:avLst/>
              <a:gdLst>
                <a:gd name="T0" fmla="*/ 2270 w 10"/>
                <a:gd name="T1" fmla="*/ 5405 h 18"/>
                <a:gd name="T2" fmla="*/ 1770 w 10"/>
                <a:gd name="T3" fmla="*/ 2581 h 18"/>
                <a:gd name="T4" fmla="*/ 783 w 10"/>
                <a:gd name="T5" fmla="*/ 0 h 18"/>
                <a:gd name="T6" fmla="*/ 313 w 10"/>
                <a:gd name="T7" fmla="*/ 1059 h 18"/>
                <a:gd name="T8" fmla="*/ 988 w 10"/>
                <a:gd name="T9" fmla="*/ 3243 h 18"/>
                <a:gd name="T10" fmla="*/ 1770 w 10"/>
                <a:gd name="T11" fmla="*/ 6464 h 18"/>
                <a:gd name="T12" fmla="*/ 2270 w 10"/>
                <a:gd name="T13" fmla="*/ 540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8">
                  <a:moveTo>
                    <a:pt x="9" y="15"/>
                  </a:moveTo>
                  <a:cubicBezTo>
                    <a:pt x="10" y="14"/>
                    <a:pt x="8" y="10"/>
                    <a:pt x="7" y="7"/>
                  </a:cubicBezTo>
                  <a:cubicBezTo>
                    <a:pt x="5" y="4"/>
                    <a:pt x="3" y="0"/>
                    <a:pt x="3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2" y="7"/>
                    <a:pt x="4" y="9"/>
                  </a:cubicBezTo>
                  <a:cubicBezTo>
                    <a:pt x="6" y="14"/>
                    <a:pt x="7" y="17"/>
                    <a:pt x="7" y="18"/>
                  </a:cubicBezTo>
                  <a:lnTo>
                    <a:pt x="9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0" name="Freeform 1752">
              <a:extLst>
                <a:ext uri="{FF2B5EF4-FFF2-40B4-BE49-F238E27FC236}">
                  <a16:creationId xmlns:a16="http://schemas.microsoft.com/office/drawing/2014/main" id="{CF83926B-9820-4C30-A40C-04352D171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800"/>
              <a:ext cx="23" cy="48"/>
            </a:xfrm>
            <a:custGeom>
              <a:avLst/>
              <a:gdLst>
                <a:gd name="T0" fmla="*/ 2167 w 9"/>
                <a:gd name="T1" fmla="*/ 5405 h 18"/>
                <a:gd name="T2" fmla="*/ 1973 w 9"/>
                <a:gd name="T3" fmla="*/ 2581 h 18"/>
                <a:gd name="T4" fmla="*/ 848 w 9"/>
                <a:gd name="T5" fmla="*/ 0 h 18"/>
                <a:gd name="T6" fmla="*/ 332 w 9"/>
                <a:gd name="T7" fmla="*/ 1059 h 18"/>
                <a:gd name="T8" fmla="*/ 1104 w 9"/>
                <a:gd name="T9" fmla="*/ 3640 h 18"/>
                <a:gd name="T10" fmla="*/ 1620 w 9"/>
                <a:gd name="T11" fmla="*/ 6464 h 18"/>
                <a:gd name="T12" fmla="*/ 2167 w 9"/>
                <a:gd name="T13" fmla="*/ 540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8">
                  <a:moveTo>
                    <a:pt x="8" y="15"/>
                  </a:moveTo>
                  <a:cubicBezTo>
                    <a:pt x="9" y="13"/>
                    <a:pt x="8" y="10"/>
                    <a:pt x="7" y="7"/>
                  </a:cubicBezTo>
                  <a:cubicBezTo>
                    <a:pt x="5" y="4"/>
                    <a:pt x="3" y="0"/>
                    <a:pt x="3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2" y="7"/>
                    <a:pt x="4" y="10"/>
                  </a:cubicBezTo>
                  <a:cubicBezTo>
                    <a:pt x="7" y="14"/>
                    <a:pt x="7" y="17"/>
                    <a:pt x="6" y="18"/>
                  </a:cubicBezTo>
                  <a:lnTo>
                    <a:pt x="8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1" name="Freeform 1753">
              <a:extLst>
                <a:ext uri="{FF2B5EF4-FFF2-40B4-BE49-F238E27FC236}">
                  <a16:creationId xmlns:a16="http://schemas.microsoft.com/office/drawing/2014/main" id="{2F94EB0C-427A-4C41-A72F-4ED0B3A62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792"/>
              <a:ext cx="40" cy="19"/>
            </a:xfrm>
            <a:custGeom>
              <a:avLst/>
              <a:gdLst>
                <a:gd name="T0" fmla="*/ 0 w 16"/>
                <a:gd name="T1" fmla="*/ 2823 h 7"/>
                <a:gd name="T2" fmla="*/ 3438 w 16"/>
                <a:gd name="T3" fmla="*/ 2342 h 7"/>
                <a:gd name="T4" fmla="*/ 3908 w 16"/>
                <a:gd name="T5" fmla="*/ 1200 h 7"/>
                <a:gd name="T6" fmla="*/ 313 w 16"/>
                <a:gd name="T7" fmla="*/ 1200 h 7"/>
                <a:gd name="T8" fmla="*/ 0 w 16"/>
                <a:gd name="T9" fmla="*/ 282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1" y="4"/>
                    <a:pt x="14" y="7"/>
                    <a:pt x="14" y="6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4"/>
                    <a:pt x="3" y="0"/>
                    <a:pt x="1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2" name="Freeform 1754">
              <a:extLst>
                <a:ext uri="{FF2B5EF4-FFF2-40B4-BE49-F238E27FC236}">
                  <a16:creationId xmlns:a16="http://schemas.microsoft.com/office/drawing/2014/main" id="{29A3C0B2-D249-40AF-8B80-314211F30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819"/>
              <a:ext cx="20" cy="48"/>
            </a:xfrm>
            <a:custGeom>
              <a:avLst/>
              <a:gdLst>
                <a:gd name="T0" fmla="*/ 1958 w 8"/>
                <a:gd name="T1" fmla="*/ 5824 h 18"/>
                <a:gd name="T2" fmla="*/ 1488 w 8"/>
                <a:gd name="T3" fmla="*/ 2581 h 18"/>
                <a:gd name="T4" fmla="*/ 988 w 8"/>
                <a:gd name="T5" fmla="*/ 0 h 18"/>
                <a:gd name="T6" fmla="*/ 313 w 8"/>
                <a:gd name="T7" fmla="*/ 1059 h 18"/>
                <a:gd name="T8" fmla="*/ 783 w 8"/>
                <a:gd name="T9" fmla="*/ 3640 h 18"/>
                <a:gd name="T10" fmla="*/ 1300 w 8"/>
                <a:gd name="T11" fmla="*/ 6464 h 18"/>
                <a:gd name="T12" fmla="*/ 1958 w 8"/>
                <a:gd name="T13" fmla="*/ 582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8">
                  <a:moveTo>
                    <a:pt x="8" y="16"/>
                  </a:moveTo>
                  <a:cubicBezTo>
                    <a:pt x="8" y="15"/>
                    <a:pt x="7" y="10"/>
                    <a:pt x="6" y="7"/>
                  </a:cubicBezTo>
                  <a:cubicBezTo>
                    <a:pt x="5" y="4"/>
                    <a:pt x="4" y="0"/>
                    <a:pt x="4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2" y="7"/>
                    <a:pt x="3" y="10"/>
                  </a:cubicBezTo>
                  <a:cubicBezTo>
                    <a:pt x="5" y="14"/>
                    <a:pt x="5" y="17"/>
                    <a:pt x="5" y="18"/>
                  </a:cubicBezTo>
                  <a:lnTo>
                    <a:pt x="8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3" name="Freeform 1755">
              <a:extLst>
                <a:ext uri="{FF2B5EF4-FFF2-40B4-BE49-F238E27FC236}">
                  <a16:creationId xmlns:a16="http://schemas.microsoft.com/office/drawing/2014/main" id="{EFBE1A7C-082B-4470-B5C0-2EDAFF187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832"/>
              <a:ext cx="22" cy="54"/>
            </a:xfrm>
            <a:custGeom>
              <a:avLst/>
              <a:gdLst>
                <a:gd name="T0" fmla="*/ 1750 w 9"/>
                <a:gd name="T1" fmla="*/ 6161 h 20"/>
                <a:gd name="T2" fmla="*/ 1315 w 9"/>
                <a:gd name="T3" fmla="*/ 3127 h 20"/>
                <a:gd name="T4" fmla="*/ 860 w 9"/>
                <a:gd name="T5" fmla="*/ 0 h 20"/>
                <a:gd name="T6" fmla="*/ 174 w 9"/>
                <a:gd name="T7" fmla="*/ 1596 h 20"/>
                <a:gd name="T8" fmla="*/ 616 w 9"/>
                <a:gd name="T9" fmla="*/ 3877 h 20"/>
                <a:gd name="T10" fmla="*/ 1039 w 9"/>
                <a:gd name="T11" fmla="*/ 7757 h 20"/>
                <a:gd name="T12" fmla="*/ 1750 w 9"/>
                <a:gd name="T13" fmla="*/ 616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8" y="16"/>
                  </a:moveTo>
                  <a:cubicBezTo>
                    <a:pt x="9" y="15"/>
                    <a:pt x="8" y="11"/>
                    <a:pt x="6" y="8"/>
                  </a:cubicBezTo>
                  <a:cubicBezTo>
                    <a:pt x="6" y="5"/>
                    <a:pt x="4" y="1"/>
                    <a:pt x="4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2" y="7"/>
                    <a:pt x="3" y="10"/>
                  </a:cubicBezTo>
                  <a:cubicBezTo>
                    <a:pt x="5" y="15"/>
                    <a:pt x="5" y="19"/>
                    <a:pt x="5" y="20"/>
                  </a:cubicBezTo>
                  <a:lnTo>
                    <a:pt x="8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4" name="Freeform 1756">
              <a:extLst>
                <a:ext uri="{FF2B5EF4-FFF2-40B4-BE49-F238E27FC236}">
                  <a16:creationId xmlns:a16="http://schemas.microsoft.com/office/drawing/2014/main" id="{14890102-346D-4D3A-B0B1-5D4D343C9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1811"/>
              <a:ext cx="40" cy="24"/>
            </a:xfrm>
            <a:custGeom>
              <a:avLst/>
              <a:gdLst>
                <a:gd name="T0" fmla="*/ 0 w 16"/>
                <a:gd name="T1" fmla="*/ 2184 h 9"/>
                <a:gd name="T2" fmla="*/ 3438 w 16"/>
                <a:gd name="T3" fmla="*/ 2824 h 9"/>
                <a:gd name="T4" fmla="*/ 3908 w 16"/>
                <a:gd name="T5" fmla="*/ 1763 h 9"/>
                <a:gd name="T6" fmla="*/ 520 w 16"/>
                <a:gd name="T7" fmla="*/ 1059 h 9"/>
                <a:gd name="T8" fmla="*/ 0 w 16"/>
                <a:gd name="T9" fmla="*/ 21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6"/>
                  </a:moveTo>
                  <a:cubicBezTo>
                    <a:pt x="1" y="4"/>
                    <a:pt x="13" y="9"/>
                    <a:pt x="14" y="8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6"/>
                    <a:pt x="4" y="0"/>
                    <a:pt x="2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5" name="Freeform 1757">
              <a:extLst>
                <a:ext uri="{FF2B5EF4-FFF2-40B4-BE49-F238E27FC236}">
                  <a16:creationId xmlns:a16="http://schemas.microsoft.com/office/drawing/2014/main" id="{2859D8A0-9144-4CE2-AC3E-C6B083ADA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827"/>
              <a:ext cx="43" cy="24"/>
            </a:xfrm>
            <a:custGeom>
              <a:avLst/>
              <a:gdLst>
                <a:gd name="T0" fmla="*/ 0 w 17"/>
                <a:gd name="T1" fmla="*/ 2184 h 9"/>
                <a:gd name="T2" fmla="*/ 3640 w 17"/>
                <a:gd name="T3" fmla="*/ 2824 h 9"/>
                <a:gd name="T4" fmla="*/ 4467 w 17"/>
                <a:gd name="T5" fmla="*/ 1459 h 9"/>
                <a:gd name="T6" fmla="*/ 531 w 17"/>
                <a:gd name="T7" fmla="*/ 1059 h 9"/>
                <a:gd name="T8" fmla="*/ 0 w 17"/>
                <a:gd name="T9" fmla="*/ 21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0" y="6"/>
                  </a:moveTo>
                  <a:cubicBezTo>
                    <a:pt x="2" y="4"/>
                    <a:pt x="14" y="9"/>
                    <a:pt x="14" y="8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5"/>
                    <a:pt x="4" y="0"/>
                    <a:pt x="2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6" name="Freeform 1758">
              <a:extLst>
                <a:ext uri="{FF2B5EF4-FFF2-40B4-BE49-F238E27FC236}">
                  <a16:creationId xmlns:a16="http://schemas.microsoft.com/office/drawing/2014/main" id="{373B6606-4B1D-4A9E-9699-233852A0B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854"/>
              <a:ext cx="20" cy="50"/>
            </a:xfrm>
            <a:custGeom>
              <a:avLst/>
              <a:gdLst>
                <a:gd name="T0" fmla="*/ 1770 w 8"/>
                <a:gd name="T1" fmla="*/ 5318 h 19"/>
                <a:gd name="T2" fmla="*/ 1488 w 8"/>
                <a:gd name="T3" fmla="*/ 2258 h 19"/>
                <a:gd name="T4" fmla="*/ 783 w 8"/>
                <a:gd name="T5" fmla="*/ 0 h 19"/>
                <a:gd name="T6" fmla="*/ 313 w 8"/>
                <a:gd name="T7" fmla="*/ 1005 h 19"/>
                <a:gd name="T8" fmla="*/ 783 w 8"/>
                <a:gd name="T9" fmla="*/ 3261 h 19"/>
                <a:gd name="T10" fmla="*/ 988 w 8"/>
                <a:gd name="T11" fmla="*/ 6324 h 19"/>
                <a:gd name="T12" fmla="*/ 1770 w 8"/>
                <a:gd name="T13" fmla="*/ 5318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9">
                  <a:moveTo>
                    <a:pt x="7" y="16"/>
                  </a:moveTo>
                  <a:cubicBezTo>
                    <a:pt x="8" y="15"/>
                    <a:pt x="7" y="10"/>
                    <a:pt x="6" y="7"/>
                  </a:cubicBezTo>
                  <a:cubicBezTo>
                    <a:pt x="5" y="5"/>
                    <a:pt x="3" y="0"/>
                    <a:pt x="3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2" y="7"/>
                    <a:pt x="3" y="10"/>
                  </a:cubicBezTo>
                  <a:cubicBezTo>
                    <a:pt x="5" y="14"/>
                    <a:pt x="5" y="18"/>
                    <a:pt x="4" y="19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7" name="Freeform 1759">
              <a:extLst>
                <a:ext uri="{FF2B5EF4-FFF2-40B4-BE49-F238E27FC236}">
                  <a16:creationId xmlns:a16="http://schemas.microsoft.com/office/drawing/2014/main" id="{46F66C41-1404-4880-9A5F-0CE32BAA6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870"/>
              <a:ext cx="20" cy="48"/>
            </a:xfrm>
            <a:custGeom>
              <a:avLst/>
              <a:gdLst>
                <a:gd name="T0" fmla="*/ 1770 w 8"/>
                <a:gd name="T1" fmla="*/ 5405 h 18"/>
                <a:gd name="T2" fmla="*/ 1488 w 8"/>
                <a:gd name="T3" fmla="*/ 2581 h 18"/>
                <a:gd name="T4" fmla="*/ 783 w 8"/>
                <a:gd name="T5" fmla="*/ 0 h 18"/>
                <a:gd name="T6" fmla="*/ 0 w 8"/>
                <a:gd name="T7" fmla="*/ 1059 h 18"/>
                <a:gd name="T8" fmla="*/ 520 w 8"/>
                <a:gd name="T9" fmla="*/ 3243 h 18"/>
                <a:gd name="T10" fmla="*/ 988 w 8"/>
                <a:gd name="T11" fmla="*/ 6464 h 18"/>
                <a:gd name="T12" fmla="*/ 1770 w 8"/>
                <a:gd name="T13" fmla="*/ 540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8">
                  <a:moveTo>
                    <a:pt x="7" y="15"/>
                  </a:moveTo>
                  <a:cubicBezTo>
                    <a:pt x="8" y="13"/>
                    <a:pt x="7" y="10"/>
                    <a:pt x="6" y="7"/>
                  </a:cubicBezTo>
                  <a:cubicBezTo>
                    <a:pt x="5" y="4"/>
                    <a:pt x="3" y="0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7"/>
                    <a:pt x="2" y="9"/>
                  </a:cubicBezTo>
                  <a:cubicBezTo>
                    <a:pt x="4" y="14"/>
                    <a:pt x="5" y="17"/>
                    <a:pt x="4" y="18"/>
                  </a:cubicBezTo>
                  <a:lnTo>
                    <a:pt x="7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8" name="Freeform 1760">
              <a:extLst>
                <a:ext uri="{FF2B5EF4-FFF2-40B4-BE49-F238E27FC236}">
                  <a16:creationId xmlns:a16="http://schemas.microsoft.com/office/drawing/2014/main" id="{DA932A20-4407-41AE-987D-6F6000F93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848"/>
              <a:ext cx="43" cy="24"/>
            </a:xfrm>
            <a:custGeom>
              <a:avLst/>
              <a:gdLst>
                <a:gd name="T0" fmla="*/ 0 w 17"/>
                <a:gd name="T1" fmla="*/ 2184 h 9"/>
                <a:gd name="T2" fmla="*/ 3640 w 17"/>
                <a:gd name="T3" fmla="*/ 2824 h 9"/>
                <a:gd name="T4" fmla="*/ 4467 w 17"/>
                <a:gd name="T5" fmla="*/ 1763 h 9"/>
                <a:gd name="T6" fmla="*/ 825 w 17"/>
                <a:gd name="T7" fmla="*/ 661 h 9"/>
                <a:gd name="T8" fmla="*/ 0 w 17"/>
                <a:gd name="T9" fmla="*/ 21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0" y="6"/>
                  </a:moveTo>
                  <a:cubicBezTo>
                    <a:pt x="2" y="3"/>
                    <a:pt x="14" y="9"/>
                    <a:pt x="14" y="8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5" y="0"/>
                    <a:pt x="3" y="2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9" name="Freeform 1761">
              <a:extLst>
                <a:ext uri="{FF2B5EF4-FFF2-40B4-BE49-F238E27FC236}">
                  <a16:creationId xmlns:a16="http://schemas.microsoft.com/office/drawing/2014/main" id="{D9621907-7E94-4A52-9DCD-B3EC28180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862"/>
              <a:ext cx="43" cy="24"/>
            </a:xfrm>
            <a:custGeom>
              <a:avLst/>
              <a:gdLst>
                <a:gd name="T0" fmla="*/ 0 w 17"/>
                <a:gd name="T1" fmla="*/ 2184 h 9"/>
                <a:gd name="T2" fmla="*/ 3640 w 17"/>
                <a:gd name="T3" fmla="*/ 2824 h 9"/>
                <a:gd name="T4" fmla="*/ 4467 w 17"/>
                <a:gd name="T5" fmla="*/ 1763 h 9"/>
                <a:gd name="T6" fmla="*/ 825 w 17"/>
                <a:gd name="T7" fmla="*/ 1059 h 9"/>
                <a:gd name="T8" fmla="*/ 0 w 17"/>
                <a:gd name="T9" fmla="*/ 21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0" y="6"/>
                  </a:moveTo>
                  <a:cubicBezTo>
                    <a:pt x="2" y="3"/>
                    <a:pt x="14" y="9"/>
                    <a:pt x="14" y="8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5" y="0"/>
                    <a:pt x="3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0" name="Freeform 1762">
              <a:extLst>
                <a:ext uri="{FF2B5EF4-FFF2-40B4-BE49-F238E27FC236}">
                  <a16:creationId xmlns:a16="http://schemas.microsoft.com/office/drawing/2014/main" id="{CA9F44B0-034E-4540-8C8E-B4801139C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886"/>
              <a:ext cx="15" cy="48"/>
            </a:xfrm>
            <a:custGeom>
              <a:avLst/>
              <a:gdLst>
                <a:gd name="T0" fmla="*/ 1300 w 6"/>
                <a:gd name="T1" fmla="*/ 5824 h 18"/>
                <a:gd name="T2" fmla="*/ 1488 w 6"/>
                <a:gd name="T3" fmla="*/ 2581 h 18"/>
                <a:gd name="T4" fmla="*/ 988 w 6"/>
                <a:gd name="T5" fmla="*/ 0 h 18"/>
                <a:gd name="T6" fmla="*/ 520 w 6"/>
                <a:gd name="T7" fmla="*/ 661 h 18"/>
                <a:gd name="T8" fmla="*/ 520 w 6"/>
                <a:gd name="T9" fmla="*/ 3243 h 18"/>
                <a:gd name="T10" fmla="*/ 520 w 6"/>
                <a:gd name="T11" fmla="*/ 6464 h 18"/>
                <a:gd name="T12" fmla="*/ 1300 w 6"/>
                <a:gd name="T13" fmla="*/ 582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8">
                  <a:moveTo>
                    <a:pt x="5" y="16"/>
                  </a:moveTo>
                  <a:cubicBezTo>
                    <a:pt x="6" y="15"/>
                    <a:pt x="6" y="11"/>
                    <a:pt x="6" y="7"/>
                  </a:cubicBezTo>
                  <a:cubicBezTo>
                    <a:pt x="5" y="5"/>
                    <a:pt x="4" y="0"/>
                    <a:pt x="4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3"/>
                    <a:pt x="2" y="6"/>
                    <a:pt x="2" y="9"/>
                  </a:cubicBezTo>
                  <a:cubicBezTo>
                    <a:pt x="3" y="14"/>
                    <a:pt x="3" y="18"/>
                    <a:pt x="2" y="18"/>
                  </a:cubicBezTo>
                  <a:lnTo>
                    <a:pt x="5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1" name="Freeform 1763">
              <a:extLst>
                <a:ext uri="{FF2B5EF4-FFF2-40B4-BE49-F238E27FC236}">
                  <a16:creationId xmlns:a16="http://schemas.microsoft.com/office/drawing/2014/main" id="{C55A78ED-A29E-4A86-B3F6-10A9AD73E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899"/>
              <a:ext cx="15" cy="48"/>
            </a:xfrm>
            <a:custGeom>
              <a:avLst/>
              <a:gdLst>
                <a:gd name="T0" fmla="*/ 988 w 6"/>
                <a:gd name="T1" fmla="*/ 5405 h 18"/>
                <a:gd name="T2" fmla="*/ 1300 w 6"/>
                <a:gd name="T3" fmla="*/ 2581 h 18"/>
                <a:gd name="T4" fmla="*/ 988 w 6"/>
                <a:gd name="T5" fmla="*/ 0 h 18"/>
                <a:gd name="T6" fmla="*/ 313 w 6"/>
                <a:gd name="T7" fmla="*/ 661 h 18"/>
                <a:gd name="T8" fmla="*/ 520 w 6"/>
                <a:gd name="T9" fmla="*/ 3243 h 18"/>
                <a:gd name="T10" fmla="*/ 313 w 6"/>
                <a:gd name="T11" fmla="*/ 6464 h 18"/>
                <a:gd name="T12" fmla="*/ 988 w 6"/>
                <a:gd name="T13" fmla="*/ 540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8">
                  <a:moveTo>
                    <a:pt x="4" y="15"/>
                  </a:moveTo>
                  <a:cubicBezTo>
                    <a:pt x="6" y="14"/>
                    <a:pt x="6" y="11"/>
                    <a:pt x="5" y="7"/>
                  </a:cubicBezTo>
                  <a:cubicBezTo>
                    <a:pt x="5" y="5"/>
                    <a:pt x="4" y="0"/>
                    <a:pt x="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1" y="6"/>
                    <a:pt x="2" y="9"/>
                  </a:cubicBezTo>
                  <a:cubicBezTo>
                    <a:pt x="3" y="14"/>
                    <a:pt x="2" y="17"/>
                    <a:pt x="1" y="18"/>
                  </a:cubicBezTo>
                  <a:lnTo>
                    <a:pt x="4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2" name="Freeform 1764">
              <a:extLst>
                <a:ext uri="{FF2B5EF4-FFF2-40B4-BE49-F238E27FC236}">
                  <a16:creationId xmlns:a16="http://schemas.microsoft.com/office/drawing/2014/main" id="{DE2724EC-D3AC-4560-A2DC-1D6F509EE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878"/>
              <a:ext cx="40" cy="29"/>
            </a:xfrm>
            <a:custGeom>
              <a:avLst/>
              <a:gdLst>
                <a:gd name="T0" fmla="*/ 0 w 16"/>
                <a:gd name="T1" fmla="*/ 2035 h 11"/>
                <a:gd name="T2" fmla="*/ 3438 w 16"/>
                <a:gd name="T3" fmla="*/ 3335 h 11"/>
                <a:gd name="T4" fmla="*/ 3908 w 16"/>
                <a:gd name="T5" fmla="*/ 2273 h 11"/>
                <a:gd name="T6" fmla="*/ 783 w 16"/>
                <a:gd name="T7" fmla="*/ 1007 h 11"/>
                <a:gd name="T8" fmla="*/ 0 w 16"/>
                <a:gd name="T9" fmla="*/ 20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0" y="6"/>
                  </a:moveTo>
                  <a:cubicBezTo>
                    <a:pt x="2" y="4"/>
                    <a:pt x="13" y="11"/>
                    <a:pt x="14" y="10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5" y="0"/>
                    <a:pt x="3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3" name="Freeform 1765">
              <a:extLst>
                <a:ext uri="{FF2B5EF4-FFF2-40B4-BE49-F238E27FC236}">
                  <a16:creationId xmlns:a16="http://schemas.microsoft.com/office/drawing/2014/main" id="{A8C7A863-1D8C-4497-8A75-4CE4BAB2D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891"/>
              <a:ext cx="43" cy="29"/>
            </a:xfrm>
            <a:custGeom>
              <a:avLst/>
              <a:gdLst>
                <a:gd name="T0" fmla="*/ 0 w 17"/>
                <a:gd name="T1" fmla="*/ 2035 h 11"/>
                <a:gd name="T2" fmla="*/ 3640 w 17"/>
                <a:gd name="T3" fmla="*/ 3335 h 11"/>
                <a:gd name="T4" fmla="*/ 4467 w 17"/>
                <a:gd name="T5" fmla="*/ 2273 h 11"/>
                <a:gd name="T6" fmla="*/ 825 w 17"/>
                <a:gd name="T7" fmla="*/ 1007 h 11"/>
                <a:gd name="T8" fmla="*/ 0 w 17"/>
                <a:gd name="T9" fmla="*/ 20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0" y="6"/>
                  </a:moveTo>
                  <a:cubicBezTo>
                    <a:pt x="2" y="3"/>
                    <a:pt x="13" y="11"/>
                    <a:pt x="14" y="1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7"/>
                    <a:pt x="5" y="0"/>
                    <a:pt x="3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4" name="Freeform 1766">
              <a:extLst>
                <a:ext uri="{FF2B5EF4-FFF2-40B4-BE49-F238E27FC236}">
                  <a16:creationId xmlns:a16="http://schemas.microsoft.com/office/drawing/2014/main" id="{4A96D726-85FD-4CB8-B779-24F48A7C5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912"/>
              <a:ext cx="15" cy="46"/>
            </a:xfrm>
            <a:custGeom>
              <a:avLst/>
              <a:gdLst>
                <a:gd name="T0" fmla="*/ 988 w 6"/>
                <a:gd name="T1" fmla="*/ 6224 h 17"/>
                <a:gd name="T2" fmla="*/ 1488 w 6"/>
                <a:gd name="T3" fmla="*/ 3206 h 17"/>
                <a:gd name="T4" fmla="*/ 1488 w 6"/>
                <a:gd name="T5" fmla="*/ 0 h 17"/>
                <a:gd name="T6" fmla="*/ 520 w 6"/>
                <a:gd name="T7" fmla="*/ 755 h 17"/>
                <a:gd name="T8" fmla="*/ 520 w 6"/>
                <a:gd name="T9" fmla="*/ 3485 h 17"/>
                <a:gd name="T10" fmla="*/ 0 w 6"/>
                <a:gd name="T11" fmla="*/ 6656 h 17"/>
                <a:gd name="T12" fmla="*/ 988 w 6"/>
                <a:gd name="T13" fmla="*/ 622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7">
                  <a:moveTo>
                    <a:pt x="4" y="16"/>
                  </a:moveTo>
                  <a:cubicBezTo>
                    <a:pt x="5" y="15"/>
                    <a:pt x="6" y="11"/>
                    <a:pt x="6" y="8"/>
                  </a:cubicBezTo>
                  <a:cubicBezTo>
                    <a:pt x="6" y="5"/>
                    <a:pt x="5" y="0"/>
                    <a:pt x="6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2" y="6"/>
                    <a:pt x="2" y="9"/>
                  </a:cubicBezTo>
                  <a:cubicBezTo>
                    <a:pt x="2" y="14"/>
                    <a:pt x="1" y="17"/>
                    <a:pt x="0" y="17"/>
                  </a:cubicBezTo>
                  <a:lnTo>
                    <a:pt x="4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5" name="Freeform 1767">
              <a:extLst>
                <a:ext uri="{FF2B5EF4-FFF2-40B4-BE49-F238E27FC236}">
                  <a16:creationId xmlns:a16="http://schemas.microsoft.com/office/drawing/2014/main" id="{B5860B45-E732-4DA9-ADEB-3FB721061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923"/>
              <a:ext cx="12" cy="48"/>
            </a:xfrm>
            <a:custGeom>
              <a:avLst/>
              <a:gdLst>
                <a:gd name="T0" fmla="*/ 564 w 5"/>
                <a:gd name="T1" fmla="*/ 5824 h 18"/>
                <a:gd name="T2" fmla="*/ 967 w 5"/>
                <a:gd name="T3" fmla="*/ 2824 h 18"/>
                <a:gd name="T4" fmla="*/ 967 w 5"/>
                <a:gd name="T5" fmla="*/ 0 h 18"/>
                <a:gd name="T6" fmla="*/ 403 w 5"/>
                <a:gd name="T7" fmla="*/ 661 h 18"/>
                <a:gd name="T8" fmla="*/ 168 w 5"/>
                <a:gd name="T9" fmla="*/ 3243 h 18"/>
                <a:gd name="T10" fmla="*/ 0 w 5"/>
                <a:gd name="T11" fmla="*/ 6464 h 18"/>
                <a:gd name="T12" fmla="*/ 564 w 5"/>
                <a:gd name="T13" fmla="*/ 582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8">
                  <a:moveTo>
                    <a:pt x="3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5" y="0"/>
                    <a:pt x="5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3"/>
                    <a:pt x="1" y="6"/>
                    <a:pt x="1" y="9"/>
                  </a:cubicBezTo>
                  <a:cubicBezTo>
                    <a:pt x="2" y="14"/>
                    <a:pt x="1" y="18"/>
                    <a:pt x="0" y="18"/>
                  </a:cubicBezTo>
                  <a:lnTo>
                    <a:pt x="3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6" name="Freeform 1768">
              <a:extLst>
                <a:ext uri="{FF2B5EF4-FFF2-40B4-BE49-F238E27FC236}">
                  <a16:creationId xmlns:a16="http://schemas.microsoft.com/office/drawing/2014/main" id="{31AC0B3C-4D4A-4D99-A547-B13330096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907"/>
              <a:ext cx="40" cy="29"/>
            </a:xfrm>
            <a:custGeom>
              <a:avLst/>
              <a:gdLst>
                <a:gd name="T0" fmla="*/ 0 w 16"/>
                <a:gd name="T1" fmla="*/ 1389 h 11"/>
                <a:gd name="T2" fmla="*/ 3250 w 16"/>
                <a:gd name="T3" fmla="*/ 3335 h 11"/>
                <a:gd name="T4" fmla="*/ 3908 w 16"/>
                <a:gd name="T5" fmla="*/ 2655 h 11"/>
                <a:gd name="T6" fmla="*/ 783 w 16"/>
                <a:gd name="T7" fmla="*/ 625 h 11"/>
                <a:gd name="T8" fmla="*/ 0 w 16"/>
                <a:gd name="T9" fmla="*/ 138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0" y="4"/>
                  </a:moveTo>
                  <a:cubicBezTo>
                    <a:pt x="2" y="2"/>
                    <a:pt x="12" y="11"/>
                    <a:pt x="13" y="10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5" y="0"/>
                    <a:pt x="3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7" name="Freeform 1769">
              <a:extLst>
                <a:ext uri="{FF2B5EF4-FFF2-40B4-BE49-F238E27FC236}">
                  <a16:creationId xmlns:a16="http://schemas.microsoft.com/office/drawing/2014/main" id="{3477DEC2-0486-4E8C-AFE6-7EC13241B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918"/>
              <a:ext cx="40" cy="29"/>
            </a:xfrm>
            <a:custGeom>
              <a:avLst/>
              <a:gdLst>
                <a:gd name="T0" fmla="*/ 0 w 16"/>
                <a:gd name="T1" fmla="*/ 1389 h 11"/>
                <a:gd name="T2" fmla="*/ 3250 w 16"/>
                <a:gd name="T3" fmla="*/ 3335 h 11"/>
                <a:gd name="T4" fmla="*/ 3908 w 16"/>
                <a:gd name="T5" fmla="*/ 2655 h 11"/>
                <a:gd name="T6" fmla="*/ 783 w 16"/>
                <a:gd name="T7" fmla="*/ 625 h 11"/>
                <a:gd name="T8" fmla="*/ 0 w 16"/>
                <a:gd name="T9" fmla="*/ 138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0" y="4"/>
                  </a:moveTo>
                  <a:cubicBezTo>
                    <a:pt x="3" y="2"/>
                    <a:pt x="12" y="11"/>
                    <a:pt x="13" y="10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6" y="0"/>
                    <a:pt x="3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8" name="Freeform 1770">
              <a:extLst>
                <a:ext uri="{FF2B5EF4-FFF2-40B4-BE49-F238E27FC236}">
                  <a16:creationId xmlns:a16="http://schemas.microsoft.com/office/drawing/2014/main" id="{1FF14BA4-4A5A-4CEF-9BC9-02BC40D48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934"/>
              <a:ext cx="13" cy="40"/>
            </a:xfrm>
            <a:custGeom>
              <a:avLst/>
              <a:gdLst>
                <a:gd name="T0" fmla="*/ 595 w 5"/>
                <a:gd name="T1" fmla="*/ 397 h 15"/>
                <a:gd name="T2" fmla="*/ 0 w 5"/>
                <a:gd name="T3" fmla="*/ 2824 h 15"/>
                <a:gd name="T4" fmla="*/ 0 w 5"/>
                <a:gd name="T5" fmla="*/ 3891 h 15"/>
                <a:gd name="T6" fmla="*/ 595 w 5"/>
                <a:gd name="T7" fmla="*/ 5405 h 15"/>
                <a:gd name="T8" fmla="*/ 1196 w 5"/>
                <a:gd name="T9" fmla="*/ 2824 h 15"/>
                <a:gd name="T10" fmla="*/ 1547 w 5"/>
                <a:gd name="T11" fmla="*/ 0 h 15"/>
                <a:gd name="T12" fmla="*/ 595 w 5"/>
                <a:gd name="T13" fmla="*/ 39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5">
                  <a:moveTo>
                    <a:pt x="2" y="1"/>
                  </a:moveTo>
                  <a:cubicBezTo>
                    <a:pt x="0" y="2"/>
                    <a:pt x="1" y="5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3" y="14"/>
                    <a:pt x="4" y="10"/>
                    <a:pt x="4" y="8"/>
                  </a:cubicBezTo>
                  <a:cubicBezTo>
                    <a:pt x="5" y="5"/>
                    <a:pt x="5" y="0"/>
                    <a:pt x="5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9" name="Freeform 1771">
              <a:extLst>
                <a:ext uri="{FF2B5EF4-FFF2-40B4-BE49-F238E27FC236}">
                  <a16:creationId xmlns:a16="http://schemas.microsoft.com/office/drawing/2014/main" id="{EA4886DD-8703-4866-A574-3DB97293F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928"/>
              <a:ext cx="37" cy="32"/>
            </a:xfrm>
            <a:custGeom>
              <a:avLst/>
              <a:gdLst>
                <a:gd name="T0" fmla="*/ 0 w 15"/>
                <a:gd name="T1" fmla="*/ 1459 h 12"/>
                <a:gd name="T2" fmla="*/ 2743 w 15"/>
                <a:gd name="T3" fmla="*/ 4301 h 12"/>
                <a:gd name="T4" fmla="*/ 3365 w 15"/>
                <a:gd name="T5" fmla="*/ 3640 h 12"/>
                <a:gd name="T6" fmla="*/ 634 w 15"/>
                <a:gd name="T7" fmla="*/ 661 h 12"/>
                <a:gd name="T8" fmla="*/ 0 w 15"/>
                <a:gd name="T9" fmla="*/ 145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4"/>
                  </a:moveTo>
                  <a:cubicBezTo>
                    <a:pt x="3" y="2"/>
                    <a:pt x="11" y="12"/>
                    <a:pt x="12" y="12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0"/>
                    <a:pt x="7" y="0"/>
                    <a:pt x="3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0" name="Freeform 1772">
              <a:extLst>
                <a:ext uri="{FF2B5EF4-FFF2-40B4-BE49-F238E27FC236}">
                  <a16:creationId xmlns:a16="http://schemas.microsoft.com/office/drawing/2014/main" id="{198F65BB-8E2B-4A98-8DBB-5BD82A6A6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936"/>
              <a:ext cx="35" cy="38"/>
            </a:xfrm>
            <a:custGeom>
              <a:avLst/>
              <a:gdLst>
                <a:gd name="T0" fmla="*/ 2470 w 14"/>
                <a:gd name="T1" fmla="*/ 5157 h 14"/>
                <a:gd name="T2" fmla="*/ 3438 w 14"/>
                <a:gd name="T3" fmla="*/ 4397 h 14"/>
                <a:gd name="T4" fmla="*/ 520 w 14"/>
                <a:gd name="T5" fmla="*/ 760 h 14"/>
                <a:gd name="T6" fmla="*/ 0 w 14"/>
                <a:gd name="T7" fmla="*/ 1200 h 14"/>
                <a:gd name="T8" fmla="*/ 313 w 14"/>
                <a:gd name="T9" fmla="*/ 2063 h 14"/>
                <a:gd name="T10" fmla="*/ 2470 w 14"/>
                <a:gd name="T11" fmla="*/ 515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4">
                  <a:moveTo>
                    <a:pt x="10" y="13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5" y="0"/>
                    <a:pt x="2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4" y="7"/>
                    <a:pt x="9" y="14"/>
                    <a:pt x="10" y="13"/>
                  </a:cubicBez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1" name="Freeform 1773">
              <a:extLst>
                <a:ext uri="{FF2B5EF4-FFF2-40B4-BE49-F238E27FC236}">
                  <a16:creationId xmlns:a16="http://schemas.microsoft.com/office/drawing/2014/main" id="{0B8FDD19-9EF6-46E2-AC0B-D18B353F0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872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1524 w 11"/>
                <a:gd name="T3" fmla="*/ 661 h 3"/>
                <a:gd name="T4" fmla="*/ 2398 w 11"/>
                <a:gd name="T5" fmla="*/ 1059 h 3"/>
                <a:gd name="T6" fmla="*/ 2398 w 11"/>
                <a:gd name="T7" fmla="*/ 1059 h 3"/>
                <a:gd name="T8" fmla="*/ 1343 w 11"/>
                <a:gd name="T9" fmla="*/ 397 h 3"/>
                <a:gd name="T10" fmla="*/ 0 w 11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2" y="1"/>
                    <a:pt x="5" y="1"/>
                    <a:pt x="7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8" y="2"/>
                    <a:pt x="6" y="1"/>
                  </a:cubicBezTo>
                  <a:cubicBezTo>
                    <a:pt x="3" y="0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2" name="Freeform 1774">
              <a:extLst>
                <a:ext uri="{FF2B5EF4-FFF2-40B4-BE49-F238E27FC236}">
                  <a16:creationId xmlns:a16="http://schemas.microsoft.com/office/drawing/2014/main" id="{FB324464-8614-4263-A367-0054E58B2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888"/>
              <a:ext cx="25" cy="14"/>
            </a:xfrm>
            <a:custGeom>
              <a:avLst/>
              <a:gdLst>
                <a:gd name="T0" fmla="*/ 0 w 10"/>
                <a:gd name="T1" fmla="*/ 0 h 5"/>
                <a:gd name="T2" fmla="*/ 1770 w 10"/>
                <a:gd name="T3" fmla="*/ 1364 h 5"/>
                <a:gd name="T4" fmla="*/ 2470 w 10"/>
                <a:gd name="T5" fmla="*/ 2391 h 5"/>
                <a:gd name="T6" fmla="*/ 2470 w 10"/>
                <a:gd name="T7" fmla="*/ 2391 h 5"/>
                <a:gd name="T8" fmla="*/ 1300 w 10"/>
                <a:gd name="T9" fmla="*/ 1050 h 5"/>
                <a:gd name="T10" fmla="*/ 0 w 10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1" y="1"/>
                    <a:pt x="4" y="2"/>
                    <a:pt x="7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7" y="3"/>
                    <a:pt x="5" y="2"/>
                  </a:cubicBezTo>
                  <a:cubicBezTo>
                    <a:pt x="3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3" name="Freeform 1775">
              <a:extLst>
                <a:ext uri="{FF2B5EF4-FFF2-40B4-BE49-F238E27FC236}">
                  <a16:creationId xmlns:a16="http://schemas.microsoft.com/office/drawing/2014/main" id="{2C05767C-E47C-4EB9-AE1C-E7D829E37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902"/>
              <a:ext cx="27" cy="10"/>
            </a:xfrm>
            <a:custGeom>
              <a:avLst/>
              <a:gdLst>
                <a:gd name="T0" fmla="*/ 0 w 11"/>
                <a:gd name="T1" fmla="*/ 0 h 4"/>
                <a:gd name="T2" fmla="*/ 1524 w 11"/>
                <a:gd name="T3" fmla="*/ 783 h 4"/>
                <a:gd name="T4" fmla="*/ 2398 w 11"/>
                <a:gd name="T5" fmla="*/ 988 h 4"/>
                <a:gd name="T6" fmla="*/ 2398 w 11"/>
                <a:gd name="T7" fmla="*/ 988 h 4"/>
                <a:gd name="T8" fmla="*/ 1343 w 11"/>
                <a:gd name="T9" fmla="*/ 313 h 4"/>
                <a:gd name="T10" fmla="*/ 0 w 11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2" y="1"/>
                    <a:pt x="5" y="2"/>
                    <a:pt x="7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8" y="3"/>
                    <a:pt x="6" y="1"/>
                  </a:cubicBezTo>
                  <a:cubicBezTo>
                    <a:pt x="4" y="0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4" name="Freeform 1776">
              <a:extLst>
                <a:ext uri="{FF2B5EF4-FFF2-40B4-BE49-F238E27FC236}">
                  <a16:creationId xmlns:a16="http://schemas.microsoft.com/office/drawing/2014/main" id="{8C6F07C5-AB3C-4643-BC41-35D4B506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915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770 w 10"/>
                <a:gd name="T3" fmla="*/ 1459 h 6"/>
                <a:gd name="T4" fmla="*/ 2470 w 10"/>
                <a:gd name="T5" fmla="*/ 2184 h 6"/>
                <a:gd name="T6" fmla="*/ 2470 w 10"/>
                <a:gd name="T7" fmla="*/ 2184 h 6"/>
                <a:gd name="T8" fmla="*/ 1300 w 10"/>
                <a:gd name="T9" fmla="*/ 1059 h 6"/>
                <a:gd name="T10" fmla="*/ 0 w 10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2" y="1"/>
                    <a:pt x="4" y="3"/>
                    <a:pt x="7" y="4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7" y="4"/>
                    <a:pt x="5" y="3"/>
                  </a:cubicBezTo>
                  <a:cubicBezTo>
                    <a:pt x="4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5" name="Freeform 1777">
              <a:extLst>
                <a:ext uri="{FF2B5EF4-FFF2-40B4-BE49-F238E27FC236}">
                  <a16:creationId xmlns:a16="http://schemas.microsoft.com/office/drawing/2014/main" id="{32AAD905-04BA-4978-AFF0-0B1B6D1FF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926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770 w 10"/>
                <a:gd name="T3" fmla="*/ 1459 h 6"/>
                <a:gd name="T4" fmla="*/ 2470 w 10"/>
                <a:gd name="T5" fmla="*/ 2184 h 6"/>
                <a:gd name="T6" fmla="*/ 2270 w 10"/>
                <a:gd name="T7" fmla="*/ 2184 h 6"/>
                <a:gd name="T8" fmla="*/ 1300 w 10"/>
                <a:gd name="T9" fmla="*/ 1059 h 6"/>
                <a:gd name="T10" fmla="*/ 0 w 10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2" y="1"/>
                    <a:pt x="4" y="3"/>
                    <a:pt x="7" y="4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7" y="4"/>
                    <a:pt x="5" y="3"/>
                  </a:cubicBezTo>
                  <a:cubicBezTo>
                    <a:pt x="3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6" name="Freeform 1778">
              <a:extLst>
                <a:ext uri="{FF2B5EF4-FFF2-40B4-BE49-F238E27FC236}">
                  <a16:creationId xmlns:a16="http://schemas.microsoft.com/office/drawing/2014/main" id="{422BDB47-5C57-41CB-83BC-BA3D3D443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939"/>
              <a:ext cx="20" cy="19"/>
            </a:xfrm>
            <a:custGeom>
              <a:avLst/>
              <a:gdLst>
                <a:gd name="T0" fmla="*/ 0 w 8"/>
                <a:gd name="T1" fmla="*/ 0 h 7"/>
                <a:gd name="T2" fmla="*/ 1488 w 8"/>
                <a:gd name="T3" fmla="*/ 1620 h 7"/>
                <a:gd name="T4" fmla="*/ 1958 w 8"/>
                <a:gd name="T5" fmla="*/ 2823 h 7"/>
                <a:gd name="T6" fmla="*/ 1958 w 8"/>
                <a:gd name="T7" fmla="*/ 2823 h 7"/>
                <a:gd name="T8" fmla="*/ 1300 w 8"/>
                <a:gd name="T9" fmla="*/ 760 h 7"/>
                <a:gd name="T10" fmla="*/ 0 w 8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1" y="0"/>
                    <a:pt x="4" y="3"/>
                    <a:pt x="6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6" y="4"/>
                    <a:pt x="5" y="2"/>
                  </a:cubicBezTo>
                  <a:cubicBezTo>
                    <a:pt x="3" y="1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7" name="Freeform 1779">
              <a:extLst>
                <a:ext uri="{FF2B5EF4-FFF2-40B4-BE49-F238E27FC236}">
                  <a16:creationId xmlns:a16="http://schemas.microsoft.com/office/drawing/2014/main" id="{96E52989-0707-466F-A601-22DA20037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947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300 w 8"/>
                <a:gd name="T3" fmla="*/ 1612 h 8"/>
                <a:gd name="T4" fmla="*/ 1958 w 8"/>
                <a:gd name="T5" fmla="*/ 2604 h 8"/>
                <a:gd name="T6" fmla="*/ 1958 w 8"/>
                <a:gd name="T7" fmla="*/ 2604 h 8"/>
                <a:gd name="T8" fmla="*/ 1300 w 8"/>
                <a:gd name="T9" fmla="*/ 992 h 8"/>
                <a:gd name="T10" fmla="*/ 0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1" y="1"/>
                    <a:pt x="4" y="3"/>
                    <a:pt x="5" y="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6" y="5"/>
                    <a:pt x="5" y="3"/>
                  </a:cubicBezTo>
                  <a:cubicBezTo>
                    <a:pt x="3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8" name="Freeform 1780">
              <a:extLst>
                <a:ext uri="{FF2B5EF4-FFF2-40B4-BE49-F238E27FC236}">
                  <a16:creationId xmlns:a16="http://schemas.microsoft.com/office/drawing/2014/main" id="{203A6438-261C-45BF-99FF-841D93878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859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1524 w 11"/>
                <a:gd name="T3" fmla="*/ 661 h 3"/>
                <a:gd name="T4" fmla="*/ 2398 w 11"/>
                <a:gd name="T5" fmla="*/ 1059 h 3"/>
                <a:gd name="T6" fmla="*/ 2398 w 11"/>
                <a:gd name="T7" fmla="*/ 1059 h 3"/>
                <a:gd name="T8" fmla="*/ 1048 w 11"/>
                <a:gd name="T9" fmla="*/ 397 h 3"/>
                <a:gd name="T10" fmla="*/ 0 w 11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8" y="2"/>
                    <a:pt x="5" y="1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9" name="Freeform 1781">
              <a:extLst>
                <a:ext uri="{FF2B5EF4-FFF2-40B4-BE49-F238E27FC236}">
                  <a16:creationId xmlns:a16="http://schemas.microsoft.com/office/drawing/2014/main" id="{6036AF16-448C-4D05-9CD1-4A6F430F6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838"/>
              <a:ext cx="28" cy="8"/>
            </a:xfrm>
            <a:custGeom>
              <a:avLst/>
              <a:gdLst>
                <a:gd name="T0" fmla="*/ 0 w 11"/>
                <a:gd name="T1" fmla="*/ 0 h 3"/>
                <a:gd name="T2" fmla="*/ 2146 w 11"/>
                <a:gd name="T3" fmla="*/ 661 h 3"/>
                <a:gd name="T4" fmla="*/ 2986 w 11"/>
                <a:gd name="T5" fmla="*/ 1059 h 3"/>
                <a:gd name="T6" fmla="*/ 2986 w 11"/>
                <a:gd name="T7" fmla="*/ 1059 h 3"/>
                <a:gd name="T8" fmla="*/ 1601 w 11"/>
                <a:gd name="T9" fmla="*/ 397 h 3"/>
                <a:gd name="T10" fmla="*/ 0 w 11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2" y="0"/>
                    <a:pt x="5" y="1"/>
                    <a:pt x="8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8" y="2"/>
                    <a:pt x="6" y="1"/>
                  </a:cubicBezTo>
                  <a:cubicBezTo>
                    <a:pt x="4" y="0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0" name="Freeform 1782">
              <a:extLst>
                <a:ext uri="{FF2B5EF4-FFF2-40B4-BE49-F238E27FC236}">
                  <a16:creationId xmlns:a16="http://schemas.microsoft.com/office/drawing/2014/main" id="{F48A6B1B-24B4-4B13-9AFB-5E6FE7B03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822"/>
              <a:ext cx="27" cy="8"/>
            </a:xfrm>
            <a:custGeom>
              <a:avLst/>
              <a:gdLst>
                <a:gd name="T0" fmla="*/ 174 w 11"/>
                <a:gd name="T1" fmla="*/ 397 h 3"/>
                <a:gd name="T2" fmla="*/ 1777 w 11"/>
                <a:gd name="T3" fmla="*/ 661 h 3"/>
                <a:gd name="T4" fmla="*/ 2398 w 11"/>
                <a:gd name="T5" fmla="*/ 1059 h 3"/>
                <a:gd name="T6" fmla="*/ 2398 w 11"/>
                <a:gd name="T7" fmla="*/ 1059 h 3"/>
                <a:gd name="T8" fmla="*/ 1343 w 11"/>
                <a:gd name="T9" fmla="*/ 397 h 3"/>
                <a:gd name="T10" fmla="*/ 0 w 11"/>
                <a:gd name="T11" fmla="*/ 397 h 3"/>
                <a:gd name="T12" fmla="*/ 174 w 11"/>
                <a:gd name="T13" fmla="*/ 397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">
                  <a:moveTo>
                    <a:pt x="1" y="1"/>
                  </a:moveTo>
                  <a:cubicBezTo>
                    <a:pt x="2" y="1"/>
                    <a:pt x="5" y="2"/>
                    <a:pt x="8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8" y="2"/>
                    <a:pt x="6" y="1"/>
                  </a:cubicBezTo>
                  <a:cubicBezTo>
                    <a:pt x="4" y="0"/>
                    <a:pt x="3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1" name="Freeform 1783">
              <a:extLst>
                <a:ext uri="{FF2B5EF4-FFF2-40B4-BE49-F238E27FC236}">
                  <a16:creationId xmlns:a16="http://schemas.microsoft.com/office/drawing/2014/main" id="{20509336-13E5-4F0C-9765-FDEA1E29A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803"/>
              <a:ext cx="27" cy="5"/>
            </a:xfrm>
            <a:custGeom>
              <a:avLst/>
              <a:gdLst>
                <a:gd name="T0" fmla="*/ 0 w 11"/>
                <a:gd name="T1" fmla="*/ 313 h 2"/>
                <a:gd name="T2" fmla="*/ 1777 w 11"/>
                <a:gd name="T3" fmla="*/ 313 h 2"/>
                <a:gd name="T4" fmla="*/ 2398 w 11"/>
                <a:gd name="T5" fmla="*/ 520 h 2"/>
                <a:gd name="T6" fmla="*/ 2398 w 11"/>
                <a:gd name="T7" fmla="*/ 520 h 2"/>
                <a:gd name="T8" fmla="*/ 1343 w 11"/>
                <a:gd name="T9" fmla="*/ 0 h 2"/>
                <a:gd name="T10" fmla="*/ 0 w 11"/>
                <a:gd name="T11" fmla="*/ 313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2" y="0"/>
                    <a:pt x="5" y="1"/>
                    <a:pt x="8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8" y="1"/>
                    <a:pt x="6" y="0"/>
                  </a:cubicBezTo>
                  <a:cubicBezTo>
                    <a:pt x="3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2" name="Freeform 1784">
              <a:extLst>
                <a:ext uri="{FF2B5EF4-FFF2-40B4-BE49-F238E27FC236}">
                  <a16:creationId xmlns:a16="http://schemas.microsoft.com/office/drawing/2014/main" id="{70E91D89-592D-4E02-895A-594BEA43C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776"/>
              <a:ext cx="43" cy="22"/>
            </a:xfrm>
            <a:custGeom>
              <a:avLst/>
              <a:gdLst>
                <a:gd name="T0" fmla="*/ 0 w 17"/>
                <a:gd name="T1" fmla="*/ 2684 h 8"/>
                <a:gd name="T2" fmla="*/ 3936 w 17"/>
                <a:gd name="T3" fmla="*/ 2973 h 8"/>
                <a:gd name="T4" fmla="*/ 4467 w 17"/>
                <a:gd name="T5" fmla="*/ 1271 h 8"/>
                <a:gd name="T6" fmla="*/ 326 w 17"/>
                <a:gd name="T7" fmla="*/ 1271 h 8"/>
                <a:gd name="T8" fmla="*/ 0 w 17"/>
                <a:gd name="T9" fmla="*/ 268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0" y="6"/>
                  </a:moveTo>
                  <a:cubicBezTo>
                    <a:pt x="1" y="3"/>
                    <a:pt x="14" y="8"/>
                    <a:pt x="15" y="7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4"/>
                    <a:pt x="3" y="0"/>
                    <a:pt x="1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3" name="Freeform 1785">
              <a:extLst>
                <a:ext uri="{FF2B5EF4-FFF2-40B4-BE49-F238E27FC236}">
                  <a16:creationId xmlns:a16="http://schemas.microsoft.com/office/drawing/2014/main" id="{93464E15-8C66-47F9-AFD7-20D8A4297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787"/>
              <a:ext cx="28" cy="5"/>
            </a:xfrm>
            <a:custGeom>
              <a:avLst/>
              <a:gdLst>
                <a:gd name="T0" fmla="*/ 0 w 11"/>
                <a:gd name="T1" fmla="*/ 313 h 2"/>
                <a:gd name="T2" fmla="*/ 1932 w 11"/>
                <a:gd name="T3" fmla="*/ 520 h 2"/>
                <a:gd name="T4" fmla="*/ 2986 w 11"/>
                <a:gd name="T5" fmla="*/ 520 h 2"/>
                <a:gd name="T6" fmla="*/ 2986 w 11"/>
                <a:gd name="T7" fmla="*/ 520 h 2"/>
                <a:gd name="T8" fmla="*/ 1601 w 11"/>
                <a:gd name="T9" fmla="*/ 313 h 2"/>
                <a:gd name="T10" fmla="*/ 0 w 11"/>
                <a:gd name="T11" fmla="*/ 313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2" y="1"/>
                    <a:pt x="5" y="1"/>
                    <a:pt x="7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8" y="1"/>
                    <a:pt x="6" y="1"/>
                  </a:cubicBezTo>
                  <a:cubicBezTo>
                    <a:pt x="3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4" name="Freeform 1786">
              <a:extLst>
                <a:ext uri="{FF2B5EF4-FFF2-40B4-BE49-F238E27FC236}">
                  <a16:creationId xmlns:a16="http://schemas.microsoft.com/office/drawing/2014/main" id="{A2C3CD54-A178-4E59-97F6-BE9AEAD87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590"/>
              <a:ext cx="25" cy="48"/>
            </a:xfrm>
            <a:custGeom>
              <a:avLst/>
              <a:gdLst>
                <a:gd name="T0" fmla="*/ 313 w 10"/>
                <a:gd name="T1" fmla="*/ 1459 h 18"/>
                <a:gd name="T2" fmla="*/ 783 w 10"/>
                <a:gd name="T3" fmla="*/ 4301 h 18"/>
                <a:gd name="T4" fmla="*/ 1770 w 10"/>
                <a:gd name="T5" fmla="*/ 6464 h 18"/>
                <a:gd name="T6" fmla="*/ 2270 w 10"/>
                <a:gd name="T7" fmla="*/ 5405 h 18"/>
                <a:gd name="T8" fmla="*/ 1488 w 10"/>
                <a:gd name="T9" fmla="*/ 3243 h 18"/>
                <a:gd name="T10" fmla="*/ 783 w 10"/>
                <a:gd name="T11" fmla="*/ 0 h 18"/>
                <a:gd name="T12" fmla="*/ 313 w 10"/>
                <a:gd name="T13" fmla="*/ 14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8">
                  <a:moveTo>
                    <a:pt x="1" y="4"/>
                  </a:moveTo>
                  <a:cubicBezTo>
                    <a:pt x="0" y="5"/>
                    <a:pt x="2" y="9"/>
                    <a:pt x="3" y="12"/>
                  </a:cubicBezTo>
                  <a:cubicBezTo>
                    <a:pt x="5" y="14"/>
                    <a:pt x="7" y="18"/>
                    <a:pt x="7" y="18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8" y="11"/>
                    <a:pt x="6" y="9"/>
                  </a:cubicBezTo>
                  <a:cubicBezTo>
                    <a:pt x="3" y="5"/>
                    <a:pt x="2" y="1"/>
                    <a:pt x="3" y="0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5" name="Freeform 1787">
              <a:extLst>
                <a:ext uri="{FF2B5EF4-FFF2-40B4-BE49-F238E27FC236}">
                  <a16:creationId xmlns:a16="http://schemas.microsoft.com/office/drawing/2014/main" id="{A24A5F06-4404-42C4-8618-01607748F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571"/>
              <a:ext cx="25" cy="51"/>
            </a:xfrm>
            <a:custGeom>
              <a:avLst/>
              <a:gdLst>
                <a:gd name="T0" fmla="*/ 0 w 10"/>
                <a:gd name="T1" fmla="*/ 1562 h 19"/>
                <a:gd name="T2" fmla="*/ 783 w 10"/>
                <a:gd name="T3" fmla="*/ 4467 h 19"/>
                <a:gd name="T4" fmla="*/ 1770 w 10"/>
                <a:gd name="T5" fmla="*/ 7119 h 19"/>
                <a:gd name="T6" fmla="*/ 2270 w 10"/>
                <a:gd name="T7" fmla="*/ 5972 h 19"/>
                <a:gd name="T8" fmla="*/ 1488 w 10"/>
                <a:gd name="T9" fmla="*/ 3328 h 19"/>
                <a:gd name="T10" fmla="*/ 520 w 10"/>
                <a:gd name="T11" fmla="*/ 0 h 19"/>
                <a:gd name="T12" fmla="*/ 0 w 10"/>
                <a:gd name="T13" fmla="*/ 156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9">
                  <a:moveTo>
                    <a:pt x="0" y="4"/>
                  </a:moveTo>
                  <a:cubicBezTo>
                    <a:pt x="0" y="6"/>
                    <a:pt x="1" y="9"/>
                    <a:pt x="3" y="12"/>
                  </a:cubicBezTo>
                  <a:cubicBezTo>
                    <a:pt x="4" y="15"/>
                    <a:pt x="7" y="19"/>
                    <a:pt x="7" y="19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4"/>
                    <a:pt x="7" y="12"/>
                    <a:pt x="6" y="9"/>
                  </a:cubicBezTo>
                  <a:cubicBezTo>
                    <a:pt x="3" y="5"/>
                    <a:pt x="2" y="1"/>
                    <a:pt x="2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6" name="Freeform 1788">
              <a:extLst>
                <a:ext uri="{FF2B5EF4-FFF2-40B4-BE49-F238E27FC236}">
                  <a16:creationId xmlns:a16="http://schemas.microsoft.com/office/drawing/2014/main" id="{D7336A1A-66A1-44CD-990B-2EA0279C1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550"/>
              <a:ext cx="25" cy="50"/>
            </a:xfrm>
            <a:custGeom>
              <a:avLst/>
              <a:gdLst>
                <a:gd name="T0" fmla="*/ 0 w 10"/>
                <a:gd name="T1" fmla="*/ 1384 h 19"/>
                <a:gd name="T2" fmla="*/ 783 w 10"/>
                <a:gd name="T3" fmla="*/ 4032 h 19"/>
                <a:gd name="T4" fmla="*/ 1770 w 10"/>
                <a:gd name="T5" fmla="*/ 6324 h 19"/>
                <a:gd name="T6" fmla="*/ 2270 w 10"/>
                <a:gd name="T7" fmla="*/ 4937 h 19"/>
                <a:gd name="T8" fmla="*/ 1488 w 10"/>
                <a:gd name="T9" fmla="*/ 3026 h 19"/>
                <a:gd name="T10" fmla="*/ 520 w 10"/>
                <a:gd name="T11" fmla="*/ 0 h 19"/>
                <a:gd name="T12" fmla="*/ 0 w 10"/>
                <a:gd name="T13" fmla="*/ 138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9">
                  <a:moveTo>
                    <a:pt x="0" y="4"/>
                  </a:moveTo>
                  <a:cubicBezTo>
                    <a:pt x="0" y="5"/>
                    <a:pt x="1" y="9"/>
                    <a:pt x="3" y="12"/>
                  </a:cubicBezTo>
                  <a:cubicBezTo>
                    <a:pt x="5" y="14"/>
                    <a:pt x="7" y="19"/>
                    <a:pt x="7" y="19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7" y="12"/>
                    <a:pt x="6" y="9"/>
                  </a:cubicBezTo>
                  <a:cubicBezTo>
                    <a:pt x="3" y="5"/>
                    <a:pt x="2" y="1"/>
                    <a:pt x="2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7" name="Freeform 1789">
              <a:extLst>
                <a:ext uri="{FF2B5EF4-FFF2-40B4-BE49-F238E27FC236}">
                  <a16:creationId xmlns:a16="http://schemas.microsoft.com/office/drawing/2014/main" id="{F03CA904-8784-414E-AF20-384FEF2DF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1536"/>
              <a:ext cx="25" cy="46"/>
            </a:xfrm>
            <a:custGeom>
              <a:avLst/>
              <a:gdLst>
                <a:gd name="T0" fmla="*/ 313 w 10"/>
                <a:gd name="T1" fmla="*/ 1185 h 17"/>
                <a:gd name="T2" fmla="*/ 783 w 10"/>
                <a:gd name="T3" fmla="*/ 4343 h 17"/>
                <a:gd name="T4" fmla="*/ 1770 w 10"/>
                <a:gd name="T5" fmla="*/ 6656 h 17"/>
                <a:gd name="T6" fmla="*/ 2270 w 10"/>
                <a:gd name="T7" fmla="*/ 5528 h 17"/>
                <a:gd name="T8" fmla="*/ 1488 w 10"/>
                <a:gd name="T9" fmla="*/ 3206 h 17"/>
                <a:gd name="T10" fmla="*/ 783 w 10"/>
                <a:gd name="T11" fmla="*/ 0 h 17"/>
                <a:gd name="T12" fmla="*/ 313 w 10"/>
                <a:gd name="T13" fmla="*/ 118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1" y="3"/>
                  </a:moveTo>
                  <a:cubicBezTo>
                    <a:pt x="0" y="5"/>
                    <a:pt x="1" y="8"/>
                    <a:pt x="3" y="11"/>
                  </a:cubicBezTo>
                  <a:cubicBezTo>
                    <a:pt x="5" y="13"/>
                    <a:pt x="7" y="17"/>
                    <a:pt x="7" y="17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0" y="12"/>
                    <a:pt x="7" y="10"/>
                    <a:pt x="6" y="8"/>
                  </a:cubicBezTo>
                  <a:cubicBezTo>
                    <a:pt x="3" y="3"/>
                    <a:pt x="2" y="1"/>
                    <a:pt x="3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8" name="Freeform 1790">
              <a:extLst>
                <a:ext uri="{FF2B5EF4-FFF2-40B4-BE49-F238E27FC236}">
                  <a16:creationId xmlns:a16="http://schemas.microsoft.com/office/drawing/2014/main" id="{AD1660C4-C4BB-4BF2-811F-042C1980E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587"/>
              <a:ext cx="40" cy="19"/>
            </a:xfrm>
            <a:custGeom>
              <a:avLst/>
              <a:gdLst>
                <a:gd name="T0" fmla="*/ 3908 w 16"/>
                <a:gd name="T1" fmla="*/ 442 h 7"/>
                <a:gd name="T2" fmla="*/ 520 w 16"/>
                <a:gd name="T3" fmla="*/ 442 h 7"/>
                <a:gd name="T4" fmla="*/ 0 w 16"/>
                <a:gd name="T5" fmla="*/ 2063 h 7"/>
                <a:gd name="T6" fmla="*/ 3720 w 16"/>
                <a:gd name="T7" fmla="*/ 1620 h 7"/>
                <a:gd name="T8" fmla="*/ 3908 w 16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1"/>
                  </a:moveTo>
                  <a:cubicBezTo>
                    <a:pt x="15" y="3"/>
                    <a:pt x="2" y="0"/>
                    <a:pt x="2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3" y="7"/>
                    <a:pt x="15" y="4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9" name="Freeform 1791">
              <a:extLst>
                <a:ext uri="{FF2B5EF4-FFF2-40B4-BE49-F238E27FC236}">
                  <a16:creationId xmlns:a16="http://schemas.microsoft.com/office/drawing/2014/main" id="{24B5A910-8855-45DD-9A12-F98D1452E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571"/>
              <a:ext cx="40" cy="19"/>
            </a:xfrm>
            <a:custGeom>
              <a:avLst/>
              <a:gdLst>
                <a:gd name="T0" fmla="*/ 3908 w 16"/>
                <a:gd name="T1" fmla="*/ 442 h 7"/>
                <a:gd name="T2" fmla="*/ 520 w 16"/>
                <a:gd name="T3" fmla="*/ 442 h 7"/>
                <a:gd name="T4" fmla="*/ 0 w 16"/>
                <a:gd name="T5" fmla="*/ 2063 h 7"/>
                <a:gd name="T6" fmla="*/ 3438 w 16"/>
                <a:gd name="T7" fmla="*/ 1620 h 7"/>
                <a:gd name="T8" fmla="*/ 3908 w 16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1"/>
                  </a:moveTo>
                  <a:cubicBezTo>
                    <a:pt x="15" y="3"/>
                    <a:pt x="2" y="0"/>
                    <a:pt x="2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3"/>
                    <a:pt x="13" y="7"/>
                    <a:pt x="14" y="4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0" name="Freeform 1792">
              <a:extLst>
                <a:ext uri="{FF2B5EF4-FFF2-40B4-BE49-F238E27FC236}">
                  <a16:creationId xmlns:a16="http://schemas.microsoft.com/office/drawing/2014/main" id="{B627D0CB-16E0-4E6F-88BB-322286F8A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515"/>
              <a:ext cx="20" cy="51"/>
            </a:xfrm>
            <a:custGeom>
              <a:avLst/>
              <a:gdLst>
                <a:gd name="T0" fmla="*/ 0 w 8"/>
                <a:gd name="T1" fmla="*/ 1082 h 19"/>
                <a:gd name="T2" fmla="*/ 520 w 8"/>
                <a:gd name="T3" fmla="*/ 4193 h 19"/>
                <a:gd name="T4" fmla="*/ 1300 w 8"/>
                <a:gd name="T5" fmla="*/ 7119 h 19"/>
                <a:gd name="T6" fmla="*/ 1770 w 8"/>
                <a:gd name="T7" fmla="*/ 5548 h 19"/>
                <a:gd name="T8" fmla="*/ 1300 w 8"/>
                <a:gd name="T9" fmla="*/ 3328 h 19"/>
                <a:gd name="T10" fmla="*/ 783 w 8"/>
                <a:gd name="T11" fmla="*/ 0 h 19"/>
                <a:gd name="T12" fmla="*/ 0 w 8"/>
                <a:gd name="T13" fmla="*/ 108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9">
                  <a:moveTo>
                    <a:pt x="0" y="3"/>
                  </a:moveTo>
                  <a:cubicBezTo>
                    <a:pt x="0" y="4"/>
                    <a:pt x="0" y="8"/>
                    <a:pt x="2" y="11"/>
                  </a:cubicBezTo>
                  <a:cubicBezTo>
                    <a:pt x="3" y="14"/>
                    <a:pt x="5" y="18"/>
                    <a:pt x="5" y="19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4"/>
                    <a:pt x="6" y="11"/>
                    <a:pt x="5" y="9"/>
                  </a:cubicBezTo>
                  <a:cubicBezTo>
                    <a:pt x="3" y="4"/>
                    <a:pt x="2" y="1"/>
                    <a:pt x="3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1" name="Freeform 1793">
              <a:extLst>
                <a:ext uri="{FF2B5EF4-FFF2-40B4-BE49-F238E27FC236}">
                  <a16:creationId xmlns:a16="http://schemas.microsoft.com/office/drawing/2014/main" id="{D4EEB831-51DE-4120-A6FA-5DA8B1CBE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499"/>
              <a:ext cx="18" cy="51"/>
            </a:xfrm>
            <a:custGeom>
              <a:avLst/>
              <a:gdLst>
                <a:gd name="T0" fmla="*/ 357 w 7"/>
                <a:gd name="T1" fmla="*/ 1562 h 19"/>
                <a:gd name="T2" fmla="*/ 357 w 7"/>
                <a:gd name="T3" fmla="*/ 4193 h 19"/>
                <a:gd name="T4" fmla="*/ 1137 w 7"/>
                <a:gd name="T5" fmla="*/ 7119 h 19"/>
                <a:gd name="T6" fmla="*/ 2003 w 7"/>
                <a:gd name="T7" fmla="*/ 5972 h 19"/>
                <a:gd name="T8" fmla="*/ 1137 w 7"/>
                <a:gd name="T9" fmla="*/ 3328 h 19"/>
                <a:gd name="T10" fmla="*/ 1137 w 7"/>
                <a:gd name="T11" fmla="*/ 0 h 19"/>
                <a:gd name="T12" fmla="*/ 357 w 7"/>
                <a:gd name="T13" fmla="*/ 156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9">
                  <a:moveTo>
                    <a:pt x="1" y="4"/>
                  </a:moveTo>
                  <a:cubicBezTo>
                    <a:pt x="0" y="5"/>
                    <a:pt x="0" y="8"/>
                    <a:pt x="1" y="11"/>
                  </a:cubicBezTo>
                  <a:cubicBezTo>
                    <a:pt x="2" y="14"/>
                    <a:pt x="4" y="19"/>
                    <a:pt x="4" y="19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4"/>
                    <a:pt x="6" y="12"/>
                    <a:pt x="4" y="9"/>
                  </a:cubicBezTo>
                  <a:cubicBezTo>
                    <a:pt x="2" y="4"/>
                    <a:pt x="3" y="1"/>
                    <a:pt x="4" y="0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2" name="Freeform 1794">
              <a:extLst>
                <a:ext uri="{FF2B5EF4-FFF2-40B4-BE49-F238E27FC236}">
                  <a16:creationId xmlns:a16="http://schemas.microsoft.com/office/drawing/2014/main" id="{A9AC407F-2305-496C-9B52-D6C941A34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550"/>
              <a:ext cx="40" cy="21"/>
            </a:xfrm>
            <a:custGeom>
              <a:avLst/>
              <a:gdLst>
                <a:gd name="T0" fmla="*/ 3908 w 16"/>
                <a:gd name="T1" fmla="*/ 614 h 8"/>
                <a:gd name="T2" fmla="*/ 520 w 16"/>
                <a:gd name="T3" fmla="*/ 378 h 8"/>
                <a:gd name="T4" fmla="*/ 0 w 16"/>
                <a:gd name="T5" fmla="*/ 1378 h 8"/>
                <a:gd name="T6" fmla="*/ 3438 w 16"/>
                <a:gd name="T7" fmla="*/ 1612 h 8"/>
                <a:gd name="T8" fmla="*/ 3908 w 16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6" y="2"/>
                  </a:moveTo>
                  <a:cubicBezTo>
                    <a:pt x="15" y="4"/>
                    <a:pt x="3" y="0"/>
                    <a:pt x="2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3" y="8"/>
                    <a:pt x="14" y="5"/>
                  </a:cubicBezTo>
                  <a:lnTo>
                    <a:pt x="16" y="2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3" name="Freeform 1795">
              <a:extLst>
                <a:ext uri="{FF2B5EF4-FFF2-40B4-BE49-F238E27FC236}">
                  <a16:creationId xmlns:a16="http://schemas.microsoft.com/office/drawing/2014/main" id="{2E78FB46-055E-4D01-AE6F-527FE0DC4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1534"/>
              <a:ext cx="43" cy="21"/>
            </a:xfrm>
            <a:custGeom>
              <a:avLst/>
              <a:gdLst>
                <a:gd name="T0" fmla="*/ 4467 w 17"/>
                <a:gd name="T1" fmla="*/ 614 h 8"/>
                <a:gd name="T2" fmla="*/ 825 w 17"/>
                <a:gd name="T3" fmla="*/ 378 h 8"/>
                <a:gd name="T4" fmla="*/ 0 w 17"/>
                <a:gd name="T5" fmla="*/ 1378 h 8"/>
                <a:gd name="T6" fmla="*/ 3936 w 17"/>
                <a:gd name="T7" fmla="*/ 1612 h 8"/>
                <a:gd name="T8" fmla="*/ 4467 w 1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7" y="2"/>
                  </a:moveTo>
                  <a:cubicBezTo>
                    <a:pt x="15" y="5"/>
                    <a:pt x="3" y="0"/>
                    <a:pt x="3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3" y="8"/>
                    <a:pt x="15" y="5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4" name="Freeform 1796">
              <a:extLst>
                <a:ext uri="{FF2B5EF4-FFF2-40B4-BE49-F238E27FC236}">
                  <a16:creationId xmlns:a16="http://schemas.microsoft.com/office/drawing/2014/main" id="{F4435D2D-1829-4428-92AF-BFE815406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483"/>
              <a:ext cx="15" cy="51"/>
            </a:xfrm>
            <a:custGeom>
              <a:avLst/>
              <a:gdLst>
                <a:gd name="T0" fmla="*/ 313 w 6"/>
                <a:gd name="T1" fmla="*/ 676 h 19"/>
                <a:gd name="T2" fmla="*/ 313 w 6"/>
                <a:gd name="T3" fmla="*/ 4193 h 19"/>
                <a:gd name="T4" fmla="*/ 520 w 6"/>
                <a:gd name="T5" fmla="*/ 7119 h 19"/>
                <a:gd name="T6" fmla="*/ 1300 w 6"/>
                <a:gd name="T7" fmla="*/ 5972 h 19"/>
                <a:gd name="T8" fmla="*/ 988 w 6"/>
                <a:gd name="T9" fmla="*/ 3328 h 19"/>
                <a:gd name="T10" fmla="*/ 988 w 6"/>
                <a:gd name="T11" fmla="*/ 0 h 19"/>
                <a:gd name="T12" fmla="*/ 313 w 6"/>
                <a:gd name="T13" fmla="*/ 67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1" y="2"/>
                  </a:moveTo>
                  <a:cubicBezTo>
                    <a:pt x="0" y="3"/>
                    <a:pt x="0" y="8"/>
                    <a:pt x="1" y="11"/>
                  </a:cubicBezTo>
                  <a:cubicBezTo>
                    <a:pt x="1" y="14"/>
                    <a:pt x="2" y="19"/>
                    <a:pt x="2" y="19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5"/>
                    <a:pt x="5" y="12"/>
                    <a:pt x="4" y="9"/>
                  </a:cubicBezTo>
                  <a:cubicBezTo>
                    <a:pt x="3" y="4"/>
                    <a:pt x="3" y="1"/>
                    <a:pt x="4" y="0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5" name="Freeform 1797">
              <a:extLst>
                <a:ext uri="{FF2B5EF4-FFF2-40B4-BE49-F238E27FC236}">
                  <a16:creationId xmlns:a16="http://schemas.microsoft.com/office/drawing/2014/main" id="{E9DAF8E6-3671-49A0-B346-2D2A93B57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467"/>
              <a:ext cx="17" cy="51"/>
            </a:xfrm>
            <a:custGeom>
              <a:avLst/>
              <a:gdLst>
                <a:gd name="T0" fmla="*/ 170 w 7"/>
                <a:gd name="T1" fmla="*/ 1082 h 19"/>
                <a:gd name="T2" fmla="*/ 170 w 7"/>
                <a:gd name="T3" fmla="*/ 4467 h 19"/>
                <a:gd name="T4" fmla="*/ 590 w 7"/>
                <a:gd name="T5" fmla="*/ 7119 h 19"/>
                <a:gd name="T6" fmla="*/ 1243 w 7"/>
                <a:gd name="T7" fmla="*/ 6383 h 19"/>
                <a:gd name="T8" fmla="*/ 1003 w 7"/>
                <a:gd name="T9" fmla="*/ 3731 h 19"/>
                <a:gd name="T10" fmla="*/ 831 w 7"/>
                <a:gd name="T11" fmla="*/ 0 h 19"/>
                <a:gd name="T12" fmla="*/ 170 w 7"/>
                <a:gd name="T13" fmla="*/ 108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9">
                  <a:moveTo>
                    <a:pt x="1" y="3"/>
                  </a:moveTo>
                  <a:cubicBezTo>
                    <a:pt x="0" y="4"/>
                    <a:pt x="1" y="8"/>
                    <a:pt x="1" y="12"/>
                  </a:cubicBezTo>
                  <a:cubicBezTo>
                    <a:pt x="2" y="15"/>
                    <a:pt x="3" y="19"/>
                    <a:pt x="3" y="1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6"/>
                    <a:pt x="5" y="13"/>
                    <a:pt x="5" y="10"/>
                  </a:cubicBezTo>
                  <a:cubicBezTo>
                    <a:pt x="3" y="5"/>
                    <a:pt x="4" y="1"/>
                    <a:pt x="4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6" name="Freeform 1798">
              <a:extLst>
                <a:ext uri="{FF2B5EF4-FFF2-40B4-BE49-F238E27FC236}">
                  <a16:creationId xmlns:a16="http://schemas.microsoft.com/office/drawing/2014/main" id="{10EE7AB6-64EA-4DC1-ABBF-BD56ED3E4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512"/>
              <a:ext cx="43" cy="27"/>
            </a:xfrm>
            <a:custGeom>
              <a:avLst/>
              <a:gdLst>
                <a:gd name="T0" fmla="*/ 4467 w 17"/>
                <a:gd name="T1" fmla="*/ 1596 h 10"/>
                <a:gd name="T2" fmla="*/ 825 w 17"/>
                <a:gd name="T3" fmla="*/ 429 h 10"/>
                <a:gd name="T4" fmla="*/ 0 w 17"/>
                <a:gd name="T5" fmla="*/ 1596 h 10"/>
                <a:gd name="T6" fmla="*/ 3640 w 17"/>
                <a:gd name="T7" fmla="*/ 2719 h 10"/>
                <a:gd name="T8" fmla="*/ 4467 w 17"/>
                <a:gd name="T9" fmla="*/ 159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17" y="4"/>
                  </a:moveTo>
                  <a:cubicBezTo>
                    <a:pt x="15" y="7"/>
                    <a:pt x="4" y="0"/>
                    <a:pt x="3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2" y="10"/>
                    <a:pt x="14" y="7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7" name="Freeform 1799">
              <a:extLst>
                <a:ext uri="{FF2B5EF4-FFF2-40B4-BE49-F238E27FC236}">
                  <a16:creationId xmlns:a16="http://schemas.microsoft.com/office/drawing/2014/main" id="{D0FC2AE6-85C2-4C48-B99C-5A516CF1B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499"/>
              <a:ext cx="43" cy="27"/>
            </a:xfrm>
            <a:custGeom>
              <a:avLst/>
              <a:gdLst>
                <a:gd name="T0" fmla="*/ 4467 w 17"/>
                <a:gd name="T1" fmla="*/ 1596 h 10"/>
                <a:gd name="T2" fmla="*/ 825 w 17"/>
                <a:gd name="T3" fmla="*/ 429 h 10"/>
                <a:gd name="T4" fmla="*/ 0 w 17"/>
                <a:gd name="T5" fmla="*/ 1596 h 10"/>
                <a:gd name="T6" fmla="*/ 3936 w 17"/>
                <a:gd name="T7" fmla="*/ 2719 h 10"/>
                <a:gd name="T8" fmla="*/ 4467 w 17"/>
                <a:gd name="T9" fmla="*/ 159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17" y="4"/>
                  </a:moveTo>
                  <a:cubicBezTo>
                    <a:pt x="15" y="6"/>
                    <a:pt x="4" y="0"/>
                    <a:pt x="3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2" y="10"/>
                    <a:pt x="15" y="7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8" name="Freeform 1800">
              <a:extLst>
                <a:ext uri="{FF2B5EF4-FFF2-40B4-BE49-F238E27FC236}">
                  <a16:creationId xmlns:a16="http://schemas.microsoft.com/office/drawing/2014/main" id="{5DD48017-74F1-4524-9CB4-7D37B04F7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454"/>
              <a:ext cx="15" cy="50"/>
            </a:xfrm>
            <a:custGeom>
              <a:avLst/>
              <a:gdLst>
                <a:gd name="T0" fmla="*/ 520 w 6"/>
                <a:gd name="T1" fmla="*/ 1005 h 19"/>
                <a:gd name="T2" fmla="*/ 0 w 6"/>
                <a:gd name="T3" fmla="*/ 3642 h 19"/>
                <a:gd name="T4" fmla="*/ 313 w 6"/>
                <a:gd name="T5" fmla="*/ 6324 h 19"/>
                <a:gd name="T6" fmla="*/ 988 w 6"/>
                <a:gd name="T7" fmla="*/ 5666 h 19"/>
                <a:gd name="T8" fmla="*/ 988 w 6"/>
                <a:gd name="T9" fmla="*/ 3261 h 19"/>
                <a:gd name="T10" fmla="*/ 1488 w 6"/>
                <a:gd name="T11" fmla="*/ 0 h 19"/>
                <a:gd name="T12" fmla="*/ 520 w 6"/>
                <a:gd name="T13" fmla="*/ 100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2" y="3"/>
                  </a:moveTo>
                  <a:cubicBezTo>
                    <a:pt x="1" y="4"/>
                    <a:pt x="0" y="8"/>
                    <a:pt x="0" y="11"/>
                  </a:cubicBezTo>
                  <a:cubicBezTo>
                    <a:pt x="0" y="14"/>
                    <a:pt x="1" y="19"/>
                    <a:pt x="1" y="19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5" y="16"/>
                    <a:pt x="4" y="13"/>
                    <a:pt x="4" y="10"/>
                  </a:cubicBezTo>
                  <a:cubicBezTo>
                    <a:pt x="4" y="5"/>
                    <a:pt x="5" y="1"/>
                    <a:pt x="6" y="0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9" name="Freeform 1801">
              <a:extLst>
                <a:ext uri="{FF2B5EF4-FFF2-40B4-BE49-F238E27FC236}">
                  <a16:creationId xmlns:a16="http://schemas.microsoft.com/office/drawing/2014/main" id="{B0D7F51C-A1A1-4494-BC74-681772E0C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443"/>
              <a:ext cx="15" cy="53"/>
            </a:xfrm>
            <a:custGeom>
              <a:avLst/>
              <a:gdLst>
                <a:gd name="T0" fmla="*/ 520 w 6"/>
                <a:gd name="T1" fmla="*/ 1039 h 20"/>
                <a:gd name="T2" fmla="*/ 0 w 6"/>
                <a:gd name="T3" fmla="*/ 4184 h 20"/>
                <a:gd name="T4" fmla="*/ 0 w 6"/>
                <a:gd name="T5" fmla="*/ 6903 h 20"/>
                <a:gd name="T6" fmla="*/ 988 w 6"/>
                <a:gd name="T7" fmla="*/ 5864 h 20"/>
                <a:gd name="T8" fmla="*/ 988 w 6"/>
                <a:gd name="T9" fmla="*/ 3554 h 20"/>
                <a:gd name="T10" fmla="*/ 1488 w 6"/>
                <a:gd name="T11" fmla="*/ 0 h 20"/>
                <a:gd name="T12" fmla="*/ 520 w 6"/>
                <a:gd name="T13" fmla="*/ 103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0">
                  <a:moveTo>
                    <a:pt x="2" y="3"/>
                  </a:moveTo>
                  <a:cubicBezTo>
                    <a:pt x="1" y="4"/>
                    <a:pt x="0" y="8"/>
                    <a:pt x="0" y="12"/>
                  </a:cubicBezTo>
                  <a:cubicBezTo>
                    <a:pt x="0" y="15"/>
                    <a:pt x="1" y="19"/>
                    <a:pt x="0" y="20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5" y="16"/>
                    <a:pt x="4" y="13"/>
                    <a:pt x="4" y="10"/>
                  </a:cubicBezTo>
                  <a:cubicBezTo>
                    <a:pt x="4" y="6"/>
                    <a:pt x="5" y="1"/>
                    <a:pt x="6" y="0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0" name="Freeform 1802">
              <a:extLst>
                <a:ext uri="{FF2B5EF4-FFF2-40B4-BE49-F238E27FC236}">
                  <a16:creationId xmlns:a16="http://schemas.microsoft.com/office/drawing/2014/main" id="{E799DB83-F200-43E0-9203-751BBF9B5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480"/>
              <a:ext cx="42" cy="30"/>
            </a:xfrm>
            <a:custGeom>
              <a:avLst/>
              <a:gdLst>
                <a:gd name="T0" fmla="*/ 3876 w 17"/>
                <a:gd name="T1" fmla="*/ 2877 h 11"/>
                <a:gd name="T2" fmla="*/ 635 w 17"/>
                <a:gd name="T3" fmla="*/ 447 h 11"/>
                <a:gd name="T4" fmla="*/ 0 w 17"/>
                <a:gd name="T5" fmla="*/ 1219 h 11"/>
                <a:gd name="T6" fmla="*/ 3199 w 17"/>
                <a:gd name="T7" fmla="*/ 3755 h 11"/>
                <a:gd name="T8" fmla="*/ 3876 w 17"/>
                <a:gd name="T9" fmla="*/ 287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17" y="7"/>
                  </a:moveTo>
                  <a:cubicBezTo>
                    <a:pt x="14" y="8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1" y="11"/>
                    <a:pt x="14" y="9"/>
                  </a:cubicBezTo>
                  <a:lnTo>
                    <a:pt x="17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1" name="Freeform 1803">
              <a:extLst>
                <a:ext uri="{FF2B5EF4-FFF2-40B4-BE49-F238E27FC236}">
                  <a16:creationId xmlns:a16="http://schemas.microsoft.com/office/drawing/2014/main" id="{F61AF4A1-49C9-4849-A9B8-660032F74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464"/>
              <a:ext cx="43" cy="35"/>
            </a:xfrm>
            <a:custGeom>
              <a:avLst/>
              <a:gdLst>
                <a:gd name="T0" fmla="*/ 4467 w 17"/>
                <a:gd name="T1" fmla="*/ 3102 h 13"/>
                <a:gd name="T2" fmla="*/ 825 w 17"/>
                <a:gd name="T3" fmla="*/ 428 h 13"/>
                <a:gd name="T4" fmla="*/ 0 w 17"/>
                <a:gd name="T5" fmla="*/ 1580 h 13"/>
                <a:gd name="T6" fmla="*/ 3640 w 17"/>
                <a:gd name="T7" fmla="*/ 4254 h 13"/>
                <a:gd name="T8" fmla="*/ 4467 w 17"/>
                <a:gd name="T9" fmla="*/ 310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7" y="8"/>
                  </a:moveTo>
                  <a:cubicBezTo>
                    <a:pt x="14" y="10"/>
                    <a:pt x="4" y="0"/>
                    <a:pt x="3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1" y="13"/>
                    <a:pt x="14" y="11"/>
                  </a:cubicBezTo>
                  <a:lnTo>
                    <a:pt x="17" y="8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2" name="Freeform 1804">
              <a:extLst>
                <a:ext uri="{FF2B5EF4-FFF2-40B4-BE49-F238E27FC236}">
                  <a16:creationId xmlns:a16="http://schemas.microsoft.com/office/drawing/2014/main" id="{1608AC30-57BE-4081-8834-7E349530D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576"/>
              <a:ext cx="28" cy="3"/>
            </a:xfrm>
            <a:custGeom>
              <a:avLst/>
              <a:gdLst>
                <a:gd name="T0" fmla="*/ 2986 w 11"/>
                <a:gd name="T1" fmla="*/ 0 h 1"/>
                <a:gd name="T2" fmla="*/ 843 w 11"/>
                <a:gd name="T3" fmla="*/ 0 h 1"/>
                <a:gd name="T4" fmla="*/ 0 w 11"/>
                <a:gd name="T5" fmla="*/ 0 h 1"/>
                <a:gd name="T6" fmla="*/ 0 w 11"/>
                <a:gd name="T7" fmla="*/ 0 h 1"/>
                <a:gd name="T8" fmla="*/ 1387 w 11"/>
                <a:gd name="T9" fmla="*/ 729 h 1"/>
                <a:gd name="T10" fmla="*/ 2986 w 11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9" y="1"/>
                    <a:pt x="6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1"/>
                    <a:pt x="5" y="1"/>
                  </a:cubicBezTo>
                  <a:cubicBezTo>
                    <a:pt x="8" y="1"/>
                    <a:pt x="9" y="1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3" name="Freeform 1805">
              <a:extLst>
                <a:ext uri="{FF2B5EF4-FFF2-40B4-BE49-F238E27FC236}">
                  <a16:creationId xmlns:a16="http://schemas.microsoft.com/office/drawing/2014/main" id="{3E812170-CBF9-4704-ADF3-30FA4FBC0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1552"/>
              <a:ext cx="28" cy="8"/>
            </a:xfrm>
            <a:custGeom>
              <a:avLst/>
              <a:gdLst>
                <a:gd name="T0" fmla="*/ 2986 w 11"/>
                <a:gd name="T1" fmla="*/ 1059 h 3"/>
                <a:gd name="T2" fmla="*/ 843 w 11"/>
                <a:gd name="T3" fmla="*/ 397 h 3"/>
                <a:gd name="T4" fmla="*/ 0 w 11"/>
                <a:gd name="T5" fmla="*/ 0 h 3"/>
                <a:gd name="T6" fmla="*/ 0 w 11"/>
                <a:gd name="T7" fmla="*/ 397 h 3"/>
                <a:gd name="T8" fmla="*/ 1387 w 11"/>
                <a:gd name="T9" fmla="*/ 661 h 3"/>
                <a:gd name="T10" fmla="*/ 2986 w 11"/>
                <a:gd name="T11" fmla="*/ 105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9" y="3"/>
                    <a:pt x="6" y="2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3" y="2"/>
                    <a:pt x="5" y="2"/>
                  </a:cubicBezTo>
                  <a:cubicBezTo>
                    <a:pt x="8" y="3"/>
                    <a:pt x="9" y="3"/>
                    <a:pt x="1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4" name="Freeform 1806">
              <a:extLst>
                <a:ext uri="{FF2B5EF4-FFF2-40B4-BE49-F238E27FC236}">
                  <a16:creationId xmlns:a16="http://schemas.microsoft.com/office/drawing/2014/main" id="{9437DA14-161F-4BF1-A910-13CF68472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1539"/>
              <a:ext cx="30" cy="5"/>
            </a:xfrm>
            <a:custGeom>
              <a:avLst/>
              <a:gdLst>
                <a:gd name="T0" fmla="*/ 2738 w 12"/>
                <a:gd name="T1" fmla="*/ 520 h 2"/>
                <a:gd name="T2" fmla="*/ 988 w 12"/>
                <a:gd name="T3" fmla="*/ 313 h 2"/>
                <a:gd name="T4" fmla="*/ 0 w 12"/>
                <a:gd name="T5" fmla="*/ 0 h 2"/>
                <a:gd name="T6" fmla="*/ 0 w 12"/>
                <a:gd name="T7" fmla="*/ 0 h 2"/>
                <a:gd name="T8" fmla="*/ 1488 w 12"/>
                <a:gd name="T9" fmla="*/ 520 h 2"/>
                <a:gd name="T10" fmla="*/ 2938 w 12"/>
                <a:gd name="T11" fmla="*/ 520 h 2"/>
                <a:gd name="T12" fmla="*/ 2738 w 12"/>
                <a:gd name="T13" fmla="*/ 52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">
                  <a:moveTo>
                    <a:pt x="11" y="2"/>
                  </a:moveTo>
                  <a:cubicBezTo>
                    <a:pt x="10" y="2"/>
                    <a:pt x="7" y="1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1"/>
                    <a:pt x="6" y="2"/>
                  </a:cubicBezTo>
                  <a:cubicBezTo>
                    <a:pt x="8" y="2"/>
                    <a:pt x="9" y="2"/>
                    <a:pt x="12" y="2"/>
                  </a:cubicBezTo>
                  <a:lnTo>
                    <a:pt x="1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5" name="Freeform 1807">
              <a:extLst>
                <a:ext uri="{FF2B5EF4-FFF2-40B4-BE49-F238E27FC236}">
                  <a16:creationId xmlns:a16="http://schemas.microsoft.com/office/drawing/2014/main" id="{2B140613-AAF0-41E1-BCC7-F6B895E8C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518"/>
              <a:ext cx="25" cy="10"/>
            </a:xfrm>
            <a:custGeom>
              <a:avLst/>
              <a:gdLst>
                <a:gd name="T0" fmla="*/ 2470 w 10"/>
                <a:gd name="T1" fmla="*/ 988 h 4"/>
                <a:gd name="T2" fmla="*/ 783 w 10"/>
                <a:gd name="T3" fmla="*/ 313 h 4"/>
                <a:gd name="T4" fmla="*/ 0 w 10"/>
                <a:gd name="T5" fmla="*/ 0 h 4"/>
                <a:gd name="T6" fmla="*/ 0 w 10"/>
                <a:gd name="T7" fmla="*/ 0 h 4"/>
                <a:gd name="T8" fmla="*/ 1300 w 10"/>
                <a:gd name="T9" fmla="*/ 783 h 4"/>
                <a:gd name="T10" fmla="*/ 2470 w 10"/>
                <a:gd name="T11" fmla="*/ 98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8" y="3"/>
                    <a:pt x="6" y="2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2"/>
                    <a:pt x="5" y="3"/>
                  </a:cubicBezTo>
                  <a:cubicBezTo>
                    <a:pt x="7" y="4"/>
                    <a:pt x="8" y="3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6" name="Freeform 1808">
              <a:extLst>
                <a:ext uri="{FF2B5EF4-FFF2-40B4-BE49-F238E27FC236}">
                  <a16:creationId xmlns:a16="http://schemas.microsoft.com/office/drawing/2014/main" id="{FDA614F6-1DE2-4668-8295-8F0DB5D12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504"/>
              <a:ext cx="28" cy="11"/>
            </a:xfrm>
            <a:custGeom>
              <a:avLst/>
              <a:gdLst>
                <a:gd name="T0" fmla="*/ 2986 w 11"/>
                <a:gd name="T1" fmla="*/ 1724 h 4"/>
                <a:gd name="T2" fmla="*/ 843 w 11"/>
                <a:gd name="T3" fmla="*/ 462 h 4"/>
                <a:gd name="T4" fmla="*/ 0 w 11"/>
                <a:gd name="T5" fmla="*/ 0 h 4"/>
                <a:gd name="T6" fmla="*/ 0 w 11"/>
                <a:gd name="T7" fmla="*/ 0 h 4"/>
                <a:gd name="T8" fmla="*/ 1387 w 11"/>
                <a:gd name="T9" fmla="*/ 1271 h 4"/>
                <a:gd name="T10" fmla="*/ 2986 w 11"/>
                <a:gd name="T11" fmla="*/ 172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cubicBezTo>
                    <a:pt x="9" y="4"/>
                    <a:pt x="6" y="2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2"/>
                    <a:pt x="5" y="3"/>
                  </a:cubicBezTo>
                  <a:cubicBezTo>
                    <a:pt x="7" y="4"/>
                    <a:pt x="9" y="3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7" name="Freeform 1809">
              <a:extLst>
                <a:ext uri="{FF2B5EF4-FFF2-40B4-BE49-F238E27FC236}">
                  <a16:creationId xmlns:a16="http://schemas.microsoft.com/office/drawing/2014/main" id="{A8F7CC00-1843-4A01-A56F-92A7DAC52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486"/>
              <a:ext cx="25" cy="13"/>
            </a:xfrm>
            <a:custGeom>
              <a:avLst/>
              <a:gdLst>
                <a:gd name="T0" fmla="*/ 2470 w 10"/>
                <a:gd name="T1" fmla="*/ 1547 h 5"/>
                <a:gd name="T2" fmla="*/ 783 w 10"/>
                <a:gd name="T3" fmla="*/ 595 h 5"/>
                <a:gd name="T4" fmla="*/ 0 w 10"/>
                <a:gd name="T5" fmla="*/ 0 h 5"/>
                <a:gd name="T6" fmla="*/ 0 w 10"/>
                <a:gd name="T7" fmla="*/ 0 h 5"/>
                <a:gd name="T8" fmla="*/ 988 w 10"/>
                <a:gd name="T9" fmla="*/ 967 h 5"/>
                <a:gd name="T10" fmla="*/ 2470 w 10"/>
                <a:gd name="T11" fmla="*/ 154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8" y="5"/>
                    <a:pt x="5" y="3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2"/>
                    <a:pt x="4" y="3"/>
                  </a:cubicBezTo>
                  <a:cubicBezTo>
                    <a:pt x="6" y="5"/>
                    <a:pt x="8" y="5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8" name="Freeform 1810">
              <a:extLst>
                <a:ext uri="{FF2B5EF4-FFF2-40B4-BE49-F238E27FC236}">
                  <a16:creationId xmlns:a16="http://schemas.microsoft.com/office/drawing/2014/main" id="{85ADFC86-CDC9-45F7-8DF9-0A35F6B59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472"/>
              <a:ext cx="22" cy="16"/>
            </a:xfrm>
            <a:custGeom>
              <a:avLst/>
              <a:gdLst>
                <a:gd name="T0" fmla="*/ 1931 w 9"/>
                <a:gd name="T1" fmla="*/ 2184 h 6"/>
                <a:gd name="T2" fmla="*/ 616 w 9"/>
                <a:gd name="T3" fmla="*/ 661 h 6"/>
                <a:gd name="T4" fmla="*/ 0 w 9"/>
                <a:gd name="T5" fmla="*/ 0 h 6"/>
                <a:gd name="T6" fmla="*/ 0 w 9"/>
                <a:gd name="T7" fmla="*/ 0 h 6"/>
                <a:gd name="T8" fmla="*/ 860 w 9"/>
                <a:gd name="T9" fmla="*/ 1459 h 6"/>
                <a:gd name="T10" fmla="*/ 1931 w 9"/>
                <a:gd name="T11" fmla="*/ 218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7" y="5"/>
                    <a:pt x="5" y="3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2"/>
                    <a:pt x="4" y="4"/>
                  </a:cubicBezTo>
                  <a:cubicBezTo>
                    <a:pt x="6" y="5"/>
                    <a:pt x="7" y="5"/>
                    <a:pt x="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9" name="Freeform 1811">
              <a:extLst>
                <a:ext uri="{FF2B5EF4-FFF2-40B4-BE49-F238E27FC236}">
                  <a16:creationId xmlns:a16="http://schemas.microsoft.com/office/drawing/2014/main" id="{B5ABD610-69FC-4751-901E-142938F5B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592"/>
              <a:ext cx="27" cy="3"/>
            </a:xfrm>
            <a:custGeom>
              <a:avLst/>
              <a:gdLst>
                <a:gd name="T0" fmla="*/ 2398 w 11"/>
                <a:gd name="T1" fmla="*/ 0 h 1"/>
                <a:gd name="T2" fmla="*/ 621 w 11"/>
                <a:gd name="T3" fmla="*/ 0 h 1"/>
                <a:gd name="T4" fmla="*/ 0 w 11"/>
                <a:gd name="T5" fmla="*/ 0 h 1"/>
                <a:gd name="T6" fmla="*/ 0 w 11"/>
                <a:gd name="T7" fmla="*/ 0 h 1"/>
                <a:gd name="T8" fmla="*/ 1048 w 11"/>
                <a:gd name="T9" fmla="*/ 729 h 1"/>
                <a:gd name="T10" fmla="*/ 2398 w 11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9" y="1"/>
                    <a:pt x="6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0"/>
                    <a:pt x="5" y="1"/>
                  </a:cubicBezTo>
                  <a:cubicBezTo>
                    <a:pt x="8" y="1"/>
                    <a:pt x="9" y="1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0" name="Freeform 1812">
              <a:extLst>
                <a:ext uri="{FF2B5EF4-FFF2-40B4-BE49-F238E27FC236}">
                  <a16:creationId xmlns:a16="http://schemas.microsoft.com/office/drawing/2014/main" id="{E8072923-7EBE-4311-9EDE-FE6657908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646"/>
              <a:ext cx="12" cy="50"/>
            </a:xfrm>
            <a:custGeom>
              <a:avLst/>
              <a:gdLst>
                <a:gd name="T0" fmla="*/ 802 w 5"/>
                <a:gd name="T1" fmla="*/ 5666 h 19"/>
                <a:gd name="T2" fmla="*/ 967 w 5"/>
                <a:gd name="T3" fmla="*/ 2645 h 19"/>
                <a:gd name="T4" fmla="*/ 802 w 5"/>
                <a:gd name="T5" fmla="*/ 0 h 19"/>
                <a:gd name="T6" fmla="*/ 168 w 5"/>
                <a:gd name="T7" fmla="*/ 1005 h 19"/>
                <a:gd name="T8" fmla="*/ 168 w 5"/>
                <a:gd name="T9" fmla="*/ 3261 h 19"/>
                <a:gd name="T10" fmla="*/ 168 w 5"/>
                <a:gd name="T11" fmla="*/ 6324 h 19"/>
                <a:gd name="T12" fmla="*/ 802 w 5"/>
                <a:gd name="T13" fmla="*/ 566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9">
                  <a:moveTo>
                    <a:pt x="4" y="17"/>
                  </a:moveTo>
                  <a:cubicBezTo>
                    <a:pt x="5" y="16"/>
                    <a:pt x="5" y="11"/>
                    <a:pt x="5" y="8"/>
                  </a:cubicBezTo>
                  <a:cubicBezTo>
                    <a:pt x="5" y="5"/>
                    <a:pt x="4" y="0"/>
                    <a:pt x="4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1" y="7"/>
                    <a:pt x="1" y="10"/>
                  </a:cubicBezTo>
                  <a:cubicBezTo>
                    <a:pt x="2" y="15"/>
                    <a:pt x="2" y="18"/>
                    <a:pt x="1" y="19"/>
                  </a:cubicBezTo>
                  <a:lnTo>
                    <a:pt x="4" y="17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1" name="Freeform 1813">
              <a:extLst>
                <a:ext uri="{FF2B5EF4-FFF2-40B4-BE49-F238E27FC236}">
                  <a16:creationId xmlns:a16="http://schemas.microsoft.com/office/drawing/2014/main" id="{73E793B7-1132-49F7-8709-C22D7BFE1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659"/>
              <a:ext cx="13" cy="48"/>
            </a:xfrm>
            <a:custGeom>
              <a:avLst/>
              <a:gdLst>
                <a:gd name="T0" fmla="*/ 1196 w 5"/>
                <a:gd name="T1" fmla="*/ 5824 h 18"/>
                <a:gd name="T2" fmla="*/ 1547 w 5"/>
                <a:gd name="T3" fmla="*/ 2824 h 18"/>
                <a:gd name="T4" fmla="*/ 1196 w 5"/>
                <a:gd name="T5" fmla="*/ 0 h 18"/>
                <a:gd name="T6" fmla="*/ 372 w 5"/>
                <a:gd name="T7" fmla="*/ 1059 h 18"/>
                <a:gd name="T8" fmla="*/ 372 w 5"/>
                <a:gd name="T9" fmla="*/ 3640 h 18"/>
                <a:gd name="T10" fmla="*/ 0 w 5"/>
                <a:gd name="T11" fmla="*/ 6464 h 18"/>
                <a:gd name="T12" fmla="*/ 1196 w 5"/>
                <a:gd name="T13" fmla="*/ 582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8">
                  <a:moveTo>
                    <a:pt x="4" y="16"/>
                  </a:moveTo>
                  <a:cubicBezTo>
                    <a:pt x="5" y="14"/>
                    <a:pt x="5" y="11"/>
                    <a:pt x="5" y="8"/>
                  </a:cubicBezTo>
                  <a:cubicBezTo>
                    <a:pt x="5" y="5"/>
                    <a:pt x="4" y="0"/>
                    <a:pt x="4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1" y="7"/>
                    <a:pt x="1" y="10"/>
                  </a:cubicBezTo>
                  <a:cubicBezTo>
                    <a:pt x="2" y="15"/>
                    <a:pt x="1" y="17"/>
                    <a:pt x="0" y="18"/>
                  </a:cubicBezTo>
                  <a:lnTo>
                    <a:pt x="4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2" name="Freeform 1814">
              <a:extLst>
                <a:ext uri="{FF2B5EF4-FFF2-40B4-BE49-F238E27FC236}">
                  <a16:creationId xmlns:a16="http://schemas.microsoft.com/office/drawing/2014/main" id="{5BF16B85-1819-4159-8BC0-3F5141E89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675"/>
              <a:ext cx="13" cy="45"/>
            </a:xfrm>
            <a:custGeom>
              <a:avLst/>
              <a:gdLst>
                <a:gd name="T0" fmla="*/ 967 w 5"/>
                <a:gd name="T1" fmla="*/ 5212 h 17"/>
                <a:gd name="T2" fmla="*/ 1196 w 5"/>
                <a:gd name="T3" fmla="*/ 2748 h 17"/>
                <a:gd name="T4" fmla="*/ 1547 w 5"/>
                <a:gd name="T5" fmla="*/ 0 h 17"/>
                <a:gd name="T6" fmla="*/ 372 w 5"/>
                <a:gd name="T7" fmla="*/ 630 h 17"/>
                <a:gd name="T8" fmla="*/ 0 w 5"/>
                <a:gd name="T9" fmla="*/ 2748 h 17"/>
                <a:gd name="T10" fmla="*/ 0 w 5"/>
                <a:gd name="T11" fmla="*/ 5845 h 17"/>
                <a:gd name="T12" fmla="*/ 967 w 5"/>
                <a:gd name="T13" fmla="*/ 521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7">
                  <a:moveTo>
                    <a:pt x="3" y="15"/>
                  </a:moveTo>
                  <a:cubicBezTo>
                    <a:pt x="5" y="14"/>
                    <a:pt x="4" y="11"/>
                    <a:pt x="4" y="8"/>
                  </a:cubicBezTo>
                  <a:cubicBezTo>
                    <a:pt x="4" y="5"/>
                    <a:pt x="5" y="0"/>
                    <a:pt x="5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5"/>
                    <a:pt x="0" y="8"/>
                  </a:cubicBezTo>
                  <a:cubicBezTo>
                    <a:pt x="0" y="13"/>
                    <a:pt x="1" y="16"/>
                    <a:pt x="0" y="17"/>
                  </a:cubicBezTo>
                  <a:lnTo>
                    <a:pt x="3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3" name="Freeform 1815">
              <a:extLst>
                <a:ext uri="{FF2B5EF4-FFF2-40B4-BE49-F238E27FC236}">
                  <a16:creationId xmlns:a16="http://schemas.microsoft.com/office/drawing/2014/main" id="{6DA95BB2-5A8A-42D9-A9F8-8B4E8C049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683"/>
              <a:ext cx="22" cy="48"/>
            </a:xfrm>
            <a:custGeom>
              <a:avLst/>
              <a:gdLst>
                <a:gd name="T0" fmla="*/ 860 w 9"/>
                <a:gd name="T1" fmla="*/ 5824 h 18"/>
                <a:gd name="T2" fmla="*/ 1750 w 9"/>
                <a:gd name="T3" fmla="*/ 2824 h 18"/>
                <a:gd name="T4" fmla="*/ 1931 w 9"/>
                <a:gd name="T5" fmla="*/ 0 h 18"/>
                <a:gd name="T6" fmla="*/ 1315 w 9"/>
                <a:gd name="T7" fmla="*/ 661 h 18"/>
                <a:gd name="T8" fmla="*/ 860 w 9"/>
                <a:gd name="T9" fmla="*/ 2824 h 18"/>
                <a:gd name="T10" fmla="*/ 0 w 9"/>
                <a:gd name="T11" fmla="*/ 6464 h 18"/>
                <a:gd name="T12" fmla="*/ 860 w 9"/>
                <a:gd name="T13" fmla="*/ 582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8">
                  <a:moveTo>
                    <a:pt x="4" y="16"/>
                  </a:moveTo>
                  <a:cubicBezTo>
                    <a:pt x="6" y="15"/>
                    <a:pt x="7" y="11"/>
                    <a:pt x="8" y="8"/>
                  </a:cubicBezTo>
                  <a:cubicBezTo>
                    <a:pt x="8" y="5"/>
                    <a:pt x="9" y="0"/>
                    <a:pt x="9" y="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2"/>
                    <a:pt x="4" y="6"/>
                    <a:pt x="4" y="8"/>
                  </a:cubicBezTo>
                  <a:cubicBezTo>
                    <a:pt x="3" y="14"/>
                    <a:pt x="1" y="17"/>
                    <a:pt x="0" y="18"/>
                  </a:cubicBezTo>
                  <a:lnTo>
                    <a:pt x="4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4" name="Freeform 1816">
              <a:extLst>
                <a:ext uri="{FF2B5EF4-FFF2-40B4-BE49-F238E27FC236}">
                  <a16:creationId xmlns:a16="http://schemas.microsoft.com/office/drawing/2014/main" id="{5C204CA2-AB12-4E75-A77D-E79E268DE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667"/>
              <a:ext cx="40" cy="32"/>
            </a:xfrm>
            <a:custGeom>
              <a:avLst/>
              <a:gdLst>
                <a:gd name="T0" fmla="*/ 0 w 16"/>
                <a:gd name="T1" fmla="*/ 1459 h 12"/>
                <a:gd name="T2" fmla="*/ 2938 w 16"/>
                <a:gd name="T3" fmla="*/ 3891 h 12"/>
                <a:gd name="T4" fmla="*/ 3908 w 16"/>
                <a:gd name="T5" fmla="*/ 3243 h 12"/>
                <a:gd name="T6" fmla="*/ 783 w 16"/>
                <a:gd name="T7" fmla="*/ 661 h 12"/>
                <a:gd name="T8" fmla="*/ 0 w 16"/>
                <a:gd name="T9" fmla="*/ 145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0" y="4"/>
                  </a:moveTo>
                  <a:cubicBezTo>
                    <a:pt x="2" y="2"/>
                    <a:pt x="11" y="12"/>
                    <a:pt x="12" y="11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9"/>
                    <a:pt x="6" y="0"/>
                    <a:pt x="3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5" name="Freeform 1817">
              <a:extLst>
                <a:ext uri="{FF2B5EF4-FFF2-40B4-BE49-F238E27FC236}">
                  <a16:creationId xmlns:a16="http://schemas.microsoft.com/office/drawing/2014/main" id="{9E455321-7CFE-41B3-B8E8-E0EA711E4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678"/>
              <a:ext cx="40" cy="32"/>
            </a:xfrm>
            <a:custGeom>
              <a:avLst/>
              <a:gdLst>
                <a:gd name="T0" fmla="*/ 0 w 16"/>
                <a:gd name="T1" fmla="*/ 1459 h 12"/>
                <a:gd name="T2" fmla="*/ 3250 w 16"/>
                <a:gd name="T3" fmla="*/ 3891 h 12"/>
                <a:gd name="T4" fmla="*/ 3908 w 16"/>
                <a:gd name="T5" fmla="*/ 2824 h 12"/>
                <a:gd name="T6" fmla="*/ 783 w 16"/>
                <a:gd name="T7" fmla="*/ 661 h 12"/>
                <a:gd name="T8" fmla="*/ 0 w 16"/>
                <a:gd name="T9" fmla="*/ 145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0" y="4"/>
                  </a:moveTo>
                  <a:cubicBezTo>
                    <a:pt x="3" y="2"/>
                    <a:pt x="12" y="12"/>
                    <a:pt x="1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9"/>
                    <a:pt x="6" y="0"/>
                    <a:pt x="3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6" name="Freeform 1818">
              <a:extLst>
                <a:ext uri="{FF2B5EF4-FFF2-40B4-BE49-F238E27FC236}">
                  <a16:creationId xmlns:a16="http://schemas.microsoft.com/office/drawing/2014/main" id="{278D62CD-A25A-4B2E-A717-727BD52E6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686"/>
              <a:ext cx="22" cy="18"/>
            </a:xfrm>
            <a:custGeom>
              <a:avLst/>
              <a:gdLst>
                <a:gd name="T0" fmla="*/ 0 w 9"/>
                <a:gd name="T1" fmla="*/ 0 h 7"/>
                <a:gd name="T2" fmla="*/ 1315 w 9"/>
                <a:gd name="T3" fmla="*/ 1448 h 7"/>
                <a:gd name="T4" fmla="*/ 1931 w 9"/>
                <a:gd name="T5" fmla="*/ 2003 h 7"/>
                <a:gd name="T6" fmla="*/ 1931 w 9"/>
                <a:gd name="T7" fmla="*/ 2003 h 7"/>
                <a:gd name="T8" fmla="*/ 1039 w 9"/>
                <a:gd name="T9" fmla="*/ 918 h 7"/>
                <a:gd name="T10" fmla="*/ 0 w 9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2" y="1"/>
                    <a:pt x="4" y="3"/>
                    <a:pt x="6" y="5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7" y="5"/>
                    <a:pt x="5" y="3"/>
                  </a:cubicBezTo>
                  <a:cubicBezTo>
                    <a:pt x="3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7" name="Freeform 1819">
              <a:extLst>
                <a:ext uri="{FF2B5EF4-FFF2-40B4-BE49-F238E27FC236}">
                  <a16:creationId xmlns:a16="http://schemas.microsoft.com/office/drawing/2014/main" id="{A27AB15C-63EC-47DE-8534-FC02A173F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675"/>
              <a:ext cx="23" cy="19"/>
            </a:xfrm>
            <a:custGeom>
              <a:avLst/>
              <a:gdLst>
                <a:gd name="T0" fmla="*/ 0 w 9"/>
                <a:gd name="T1" fmla="*/ 0 h 7"/>
                <a:gd name="T2" fmla="*/ 1620 w 9"/>
                <a:gd name="T3" fmla="*/ 2063 h 7"/>
                <a:gd name="T4" fmla="*/ 2520 w 9"/>
                <a:gd name="T5" fmla="*/ 2823 h 7"/>
                <a:gd name="T6" fmla="*/ 2520 w 9"/>
                <a:gd name="T7" fmla="*/ 2823 h 7"/>
                <a:gd name="T8" fmla="*/ 1403 w 9"/>
                <a:gd name="T9" fmla="*/ 1200 h 7"/>
                <a:gd name="T10" fmla="*/ 0 w 9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2" y="1"/>
                    <a:pt x="4" y="3"/>
                    <a:pt x="6" y="5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7" y="4"/>
                    <a:pt x="5" y="3"/>
                  </a:cubicBezTo>
                  <a:cubicBezTo>
                    <a:pt x="3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8" name="Freeform 1820">
              <a:extLst>
                <a:ext uri="{FF2B5EF4-FFF2-40B4-BE49-F238E27FC236}">
                  <a16:creationId xmlns:a16="http://schemas.microsoft.com/office/drawing/2014/main" id="{3EE9B6FF-67AE-4AE1-B145-D50871F9B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688"/>
              <a:ext cx="43" cy="32"/>
            </a:xfrm>
            <a:custGeom>
              <a:avLst/>
              <a:gdLst>
                <a:gd name="T0" fmla="*/ 0 w 17"/>
                <a:gd name="T1" fmla="*/ 1459 h 12"/>
                <a:gd name="T2" fmla="*/ 3397 w 17"/>
                <a:gd name="T3" fmla="*/ 4301 h 12"/>
                <a:gd name="T4" fmla="*/ 4467 w 17"/>
                <a:gd name="T5" fmla="*/ 3243 h 12"/>
                <a:gd name="T6" fmla="*/ 825 w 17"/>
                <a:gd name="T7" fmla="*/ 661 h 12"/>
                <a:gd name="T8" fmla="*/ 0 w 17"/>
                <a:gd name="T9" fmla="*/ 145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0" y="4"/>
                  </a:moveTo>
                  <a:cubicBezTo>
                    <a:pt x="2" y="2"/>
                    <a:pt x="12" y="12"/>
                    <a:pt x="13" y="12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0"/>
                    <a:pt x="6" y="0"/>
                    <a:pt x="3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9" name="Freeform 1821">
              <a:extLst>
                <a:ext uri="{FF2B5EF4-FFF2-40B4-BE49-F238E27FC236}">
                  <a16:creationId xmlns:a16="http://schemas.microsoft.com/office/drawing/2014/main" id="{838EFFF3-56C4-468C-B949-EDD56F3E7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696"/>
              <a:ext cx="25" cy="22"/>
            </a:xfrm>
            <a:custGeom>
              <a:avLst/>
              <a:gdLst>
                <a:gd name="T0" fmla="*/ 0 w 10"/>
                <a:gd name="T1" fmla="*/ 0 h 8"/>
                <a:gd name="T2" fmla="*/ 1488 w 10"/>
                <a:gd name="T3" fmla="*/ 2225 h 8"/>
                <a:gd name="T4" fmla="*/ 2470 w 10"/>
                <a:gd name="T5" fmla="*/ 3495 h 8"/>
                <a:gd name="T6" fmla="*/ 2470 w 10"/>
                <a:gd name="T7" fmla="*/ 2973 h 8"/>
                <a:gd name="T8" fmla="*/ 1300 w 10"/>
                <a:gd name="T9" fmla="*/ 1271 h 8"/>
                <a:gd name="T10" fmla="*/ 0 w 10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1" y="1"/>
                    <a:pt x="4" y="3"/>
                    <a:pt x="6" y="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7" y="5"/>
                    <a:pt x="5" y="3"/>
                  </a:cubicBezTo>
                  <a:cubicBezTo>
                    <a:pt x="3" y="2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0" name="Freeform 1822">
              <a:extLst>
                <a:ext uri="{FF2B5EF4-FFF2-40B4-BE49-F238E27FC236}">
                  <a16:creationId xmlns:a16="http://schemas.microsoft.com/office/drawing/2014/main" id="{7CFF10FB-364F-4F5C-BEC1-3A7903C3F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696"/>
              <a:ext cx="35" cy="35"/>
            </a:xfrm>
            <a:custGeom>
              <a:avLst/>
              <a:gdLst>
                <a:gd name="T0" fmla="*/ 0 w 14"/>
                <a:gd name="T1" fmla="*/ 681 h 13"/>
                <a:gd name="T2" fmla="*/ 2470 w 14"/>
                <a:gd name="T3" fmla="*/ 4531 h 13"/>
                <a:gd name="T4" fmla="*/ 3438 w 14"/>
                <a:gd name="T5" fmla="*/ 4254 h 13"/>
                <a:gd name="T6" fmla="*/ 988 w 14"/>
                <a:gd name="T7" fmla="*/ 428 h 13"/>
                <a:gd name="T8" fmla="*/ 0 w 14"/>
                <a:gd name="T9" fmla="*/ 68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0" y="2"/>
                  </a:moveTo>
                  <a:cubicBezTo>
                    <a:pt x="3" y="1"/>
                    <a:pt x="9" y="13"/>
                    <a:pt x="10" y="12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2"/>
                    <a:pt x="8" y="0"/>
                    <a:pt x="4" y="1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1" name="Freeform 1823">
              <a:extLst>
                <a:ext uri="{FF2B5EF4-FFF2-40B4-BE49-F238E27FC236}">
                  <a16:creationId xmlns:a16="http://schemas.microsoft.com/office/drawing/2014/main" id="{26D4C4DD-D470-485E-A431-F7E33D29D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702"/>
              <a:ext cx="17" cy="26"/>
            </a:xfrm>
            <a:custGeom>
              <a:avLst/>
              <a:gdLst>
                <a:gd name="T0" fmla="*/ 0 w 7"/>
                <a:gd name="T1" fmla="*/ 0 h 10"/>
                <a:gd name="T2" fmla="*/ 1003 w 7"/>
                <a:gd name="T3" fmla="*/ 1914 h 10"/>
                <a:gd name="T4" fmla="*/ 1433 w 7"/>
                <a:gd name="T5" fmla="*/ 3110 h 10"/>
                <a:gd name="T6" fmla="*/ 1433 w 7"/>
                <a:gd name="T7" fmla="*/ 2746 h 10"/>
                <a:gd name="T8" fmla="*/ 831 w 7"/>
                <a:gd name="T9" fmla="*/ 1196 h 10"/>
                <a:gd name="T10" fmla="*/ 0 w 7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2" y="1"/>
                    <a:pt x="3" y="4"/>
                    <a:pt x="5" y="6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5" y="6"/>
                    <a:pt x="4" y="4"/>
                  </a:cubicBezTo>
                  <a:cubicBezTo>
                    <a:pt x="3" y="2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2" name="Freeform 1824">
              <a:extLst>
                <a:ext uri="{FF2B5EF4-FFF2-40B4-BE49-F238E27FC236}">
                  <a16:creationId xmlns:a16="http://schemas.microsoft.com/office/drawing/2014/main" id="{D5E47A81-34AF-4F47-8597-D005E75B5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614"/>
              <a:ext cx="20" cy="45"/>
            </a:xfrm>
            <a:custGeom>
              <a:avLst/>
              <a:gdLst>
                <a:gd name="T0" fmla="*/ 1958 w 8"/>
                <a:gd name="T1" fmla="*/ 4807 h 17"/>
                <a:gd name="T2" fmla="*/ 1488 w 8"/>
                <a:gd name="T3" fmla="*/ 2748 h 17"/>
                <a:gd name="T4" fmla="*/ 520 w 8"/>
                <a:gd name="T5" fmla="*/ 0 h 17"/>
                <a:gd name="T6" fmla="*/ 0 w 8"/>
                <a:gd name="T7" fmla="*/ 1429 h 17"/>
                <a:gd name="T8" fmla="*/ 783 w 8"/>
                <a:gd name="T9" fmla="*/ 3391 h 17"/>
                <a:gd name="T10" fmla="*/ 1488 w 8"/>
                <a:gd name="T11" fmla="*/ 5845 h 17"/>
                <a:gd name="T12" fmla="*/ 1958 w 8"/>
                <a:gd name="T13" fmla="*/ 480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7">
                  <a:moveTo>
                    <a:pt x="8" y="14"/>
                  </a:moveTo>
                  <a:cubicBezTo>
                    <a:pt x="8" y="13"/>
                    <a:pt x="7" y="11"/>
                    <a:pt x="6" y="8"/>
                  </a:cubicBezTo>
                  <a:cubicBezTo>
                    <a:pt x="5" y="5"/>
                    <a:pt x="2" y="0"/>
                    <a:pt x="2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2" y="8"/>
                    <a:pt x="3" y="10"/>
                  </a:cubicBezTo>
                  <a:cubicBezTo>
                    <a:pt x="5" y="15"/>
                    <a:pt x="7" y="16"/>
                    <a:pt x="6" y="17"/>
                  </a:cubicBezTo>
                  <a:lnTo>
                    <a:pt x="8" y="1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3" name="Freeform 1825">
              <a:extLst>
                <a:ext uri="{FF2B5EF4-FFF2-40B4-BE49-F238E27FC236}">
                  <a16:creationId xmlns:a16="http://schemas.microsoft.com/office/drawing/2014/main" id="{422A3451-0721-4174-82EB-9E33A34BD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630"/>
              <a:ext cx="20" cy="50"/>
            </a:xfrm>
            <a:custGeom>
              <a:avLst/>
              <a:gdLst>
                <a:gd name="T0" fmla="*/ 1770 w 8"/>
                <a:gd name="T1" fmla="*/ 5318 h 19"/>
                <a:gd name="T2" fmla="*/ 1488 w 8"/>
                <a:gd name="T3" fmla="*/ 2258 h 19"/>
                <a:gd name="T4" fmla="*/ 783 w 8"/>
                <a:gd name="T5" fmla="*/ 0 h 19"/>
                <a:gd name="T6" fmla="*/ 313 w 8"/>
                <a:gd name="T7" fmla="*/ 1005 h 19"/>
                <a:gd name="T8" fmla="*/ 783 w 8"/>
                <a:gd name="T9" fmla="*/ 3261 h 19"/>
                <a:gd name="T10" fmla="*/ 988 w 8"/>
                <a:gd name="T11" fmla="*/ 6324 h 19"/>
                <a:gd name="T12" fmla="*/ 1770 w 8"/>
                <a:gd name="T13" fmla="*/ 5318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9">
                  <a:moveTo>
                    <a:pt x="7" y="16"/>
                  </a:moveTo>
                  <a:cubicBezTo>
                    <a:pt x="8" y="14"/>
                    <a:pt x="7" y="10"/>
                    <a:pt x="6" y="7"/>
                  </a:cubicBezTo>
                  <a:cubicBezTo>
                    <a:pt x="5" y="5"/>
                    <a:pt x="3" y="0"/>
                    <a:pt x="3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2" y="7"/>
                    <a:pt x="3" y="10"/>
                  </a:cubicBezTo>
                  <a:cubicBezTo>
                    <a:pt x="5" y="14"/>
                    <a:pt x="5" y="18"/>
                    <a:pt x="4" y="19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4" name="Freeform 1826">
              <a:extLst>
                <a:ext uri="{FF2B5EF4-FFF2-40B4-BE49-F238E27FC236}">
                  <a16:creationId xmlns:a16="http://schemas.microsoft.com/office/drawing/2014/main" id="{7F45AA65-5D97-44EC-8979-FA7DC4187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606"/>
              <a:ext cx="40" cy="18"/>
            </a:xfrm>
            <a:custGeom>
              <a:avLst/>
              <a:gdLst>
                <a:gd name="T0" fmla="*/ 0 w 16"/>
                <a:gd name="T1" fmla="*/ 1700 h 7"/>
                <a:gd name="T2" fmla="*/ 3720 w 16"/>
                <a:gd name="T3" fmla="*/ 1700 h 7"/>
                <a:gd name="T4" fmla="*/ 3908 w 16"/>
                <a:gd name="T5" fmla="*/ 563 h 7"/>
                <a:gd name="T6" fmla="*/ 520 w 16"/>
                <a:gd name="T7" fmla="*/ 918 h 7"/>
                <a:gd name="T8" fmla="*/ 0 w 16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6"/>
                  </a:moveTo>
                  <a:cubicBezTo>
                    <a:pt x="2" y="4"/>
                    <a:pt x="14" y="7"/>
                    <a:pt x="15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3"/>
                    <a:pt x="3" y="0"/>
                    <a:pt x="2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5" name="Freeform 1827">
              <a:extLst>
                <a:ext uri="{FF2B5EF4-FFF2-40B4-BE49-F238E27FC236}">
                  <a16:creationId xmlns:a16="http://schemas.microsoft.com/office/drawing/2014/main" id="{CB781C6B-07B3-41E2-8B27-26F4B3E64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1622"/>
              <a:ext cx="40" cy="18"/>
            </a:xfrm>
            <a:custGeom>
              <a:avLst/>
              <a:gdLst>
                <a:gd name="T0" fmla="*/ 0 w 16"/>
                <a:gd name="T1" fmla="*/ 2003 h 7"/>
                <a:gd name="T2" fmla="*/ 3438 w 16"/>
                <a:gd name="T3" fmla="*/ 1700 h 7"/>
                <a:gd name="T4" fmla="*/ 3908 w 16"/>
                <a:gd name="T5" fmla="*/ 563 h 7"/>
                <a:gd name="T6" fmla="*/ 313 w 16"/>
                <a:gd name="T7" fmla="*/ 918 h 7"/>
                <a:gd name="T8" fmla="*/ 0 w 16"/>
                <a:gd name="T9" fmla="*/ 20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1" y="4"/>
                    <a:pt x="13" y="7"/>
                    <a:pt x="14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3"/>
                    <a:pt x="3" y="0"/>
                    <a:pt x="1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6" name="Freeform 1828">
              <a:extLst>
                <a:ext uri="{FF2B5EF4-FFF2-40B4-BE49-F238E27FC236}">
                  <a16:creationId xmlns:a16="http://schemas.microsoft.com/office/drawing/2014/main" id="{8D26FC82-5452-45AE-AAD0-24DBF2900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632"/>
              <a:ext cx="28" cy="6"/>
            </a:xfrm>
            <a:custGeom>
              <a:avLst/>
              <a:gdLst>
                <a:gd name="T0" fmla="*/ 0 w 11"/>
                <a:gd name="T1" fmla="*/ 0 h 2"/>
                <a:gd name="T2" fmla="*/ 1932 w 11"/>
                <a:gd name="T3" fmla="*/ 729 h 2"/>
                <a:gd name="T4" fmla="*/ 2986 w 11"/>
                <a:gd name="T5" fmla="*/ 1458 h 2"/>
                <a:gd name="T6" fmla="*/ 2986 w 11"/>
                <a:gd name="T7" fmla="*/ 1458 h 2"/>
                <a:gd name="T8" fmla="*/ 1387 w 11"/>
                <a:gd name="T9" fmla="*/ 0 h 2"/>
                <a:gd name="T10" fmla="*/ 0 w 11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2" y="0"/>
                    <a:pt x="5" y="1"/>
                    <a:pt x="7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7" name="Freeform 1829">
              <a:extLst>
                <a:ext uri="{FF2B5EF4-FFF2-40B4-BE49-F238E27FC236}">
                  <a16:creationId xmlns:a16="http://schemas.microsoft.com/office/drawing/2014/main" id="{FDD8162A-58B2-4170-B25F-A70AE242E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614"/>
              <a:ext cx="28" cy="5"/>
            </a:xfrm>
            <a:custGeom>
              <a:avLst/>
              <a:gdLst>
                <a:gd name="T0" fmla="*/ 0 w 11"/>
                <a:gd name="T1" fmla="*/ 313 h 2"/>
                <a:gd name="T2" fmla="*/ 2146 w 11"/>
                <a:gd name="T3" fmla="*/ 520 h 2"/>
                <a:gd name="T4" fmla="*/ 2986 w 11"/>
                <a:gd name="T5" fmla="*/ 520 h 2"/>
                <a:gd name="T6" fmla="*/ 2986 w 11"/>
                <a:gd name="T7" fmla="*/ 520 h 2"/>
                <a:gd name="T8" fmla="*/ 1601 w 11"/>
                <a:gd name="T9" fmla="*/ 313 h 2"/>
                <a:gd name="T10" fmla="*/ 0 w 11"/>
                <a:gd name="T11" fmla="*/ 313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2" y="1"/>
                    <a:pt x="5" y="1"/>
                    <a:pt x="8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8" y="1"/>
                    <a:pt x="6" y="1"/>
                  </a:cubicBezTo>
                  <a:cubicBezTo>
                    <a:pt x="3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8" name="Freeform 1830">
              <a:extLst>
                <a:ext uri="{FF2B5EF4-FFF2-40B4-BE49-F238E27FC236}">
                  <a16:creationId xmlns:a16="http://schemas.microsoft.com/office/drawing/2014/main" id="{C34FF050-22FB-4100-8634-C66A1B874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643"/>
              <a:ext cx="40" cy="19"/>
            </a:xfrm>
            <a:custGeom>
              <a:avLst/>
              <a:gdLst>
                <a:gd name="T0" fmla="*/ 0 w 16"/>
                <a:gd name="T1" fmla="*/ 2342 h 7"/>
                <a:gd name="T2" fmla="*/ 3720 w 16"/>
                <a:gd name="T3" fmla="*/ 2342 h 7"/>
                <a:gd name="T4" fmla="*/ 3908 w 16"/>
                <a:gd name="T5" fmla="*/ 760 h 7"/>
                <a:gd name="T6" fmla="*/ 520 w 16"/>
                <a:gd name="T7" fmla="*/ 1200 h 7"/>
                <a:gd name="T8" fmla="*/ 0 w 16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6"/>
                  </a:moveTo>
                  <a:cubicBezTo>
                    <a:pt x="2" y="4"/>
                    <a:pt x="14" y="7"/>
                    <a:pt x="15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3"/>
                    <a:pt x="3" y="0"/>
                    <a:pt x="2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9" name="Freeform 1831">
              <a:extLst>
                <a:ext uri="{FF2B5EF4-FFF2-40B4-BE49-F238E27FC236}">
                  <a16:creationId xmlns:a16="http://schemas.microsoft.com/office/drawing/2014/main" id="{74A51895-32FA-4B14-B394-2EAC72E03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651"/>
              <a:ext cx="27" cy="5"/>
            </a:xfrm>
            <a:custGeom>
              <a:avLst/>
              <a:gdLst>
                <a:gd name="T0" fmla="*/ 0 w 11"/>
                <a:gd name="T1" fmla="*/ 313 h 2"/>
                <a:gd name="T2" fmla="*/ 1524 w 11"/>
                <a:gd name="T3" fmla="*/ 520 h 2"/>
                <a:gd name="T4" fmla="*/ 2398 w 11"/>
                <a:gd name="T5" fmla="*/ 520 h 2"/>
                <a:gd name="T6" fmla="*/ 2398 w 11"/>
                <a:gd name="T7" fmla="*/ 520 h 2"/>
                <a:gd name="T8" fmla="*/ 1048 w 11"/>
                <a:gd name="T9" fmla="*/ 313 h 2"/>
                <a:gd name="T10" fmla="*/ 0 w 11"/>
                <a:gd name="T11" fmla="*/ 313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2" y="1"/>
                    <a:pt x="5" y="1"/>
                    <a:pt x="7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8" y="1"/>
                    <a:pt x="5" y="1"/>
                  </a:cubicBezTo>
                  <a:cubicBezTo>
                    <a:pt x="3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0" name="Freeform 1832">
              <a:extLst>
                <a:ext uri="{FF2B5EF4-FFF2-40B4-BE49-F238E27FC236}">
                  <a16:creationId xmlns:a16="http://schemas.microsoft.com/office/drawing/2014/main" id="{0005744E-0EB2-4B08-97C6-1473BF67D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654"/>
              <a:ext cx="43" cy="29"/>
            </a:xfrm>
            <a:custGeom>
              <a:avLst/>
              <a:gdLst>
                <a:gd name="T0" fmla="*/ 0 w 17"/>
                <a:gd name="T1" fmla="*/ 1648 h 11"/>
                <a:gd name="T2" fmla="*/ 3640 w 17"/>
                <a:gd name="T3" fmla="*/ 3335 h 11"/>
                <a:gd name="T4" fmla="*/ 4467 w 17"/>
                <a:gd name="T5" fmla="*/ 2273 h 11"/>
                <a:gd name="T6" fmla="*/ 825 w 17"/>
                <a:gd name="T7" fmla="*/ 1007 h 11"/>
                <a:gd name="T8" fmla="*/ 0 w 17"/>
                <a:gd name="T9" fmla="*/ 164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0" y="5"/>
                  </a:moveTo>
                  <a:cubicBezTo>
                    <a:pt x="2" y="3"/>
                    <a:pt x="13" y="11"/>
                    <a:pt x="14" y="1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8"/>
                    <a:pt x="5" y="0"/>
                    <a:pt x="3" y="3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1" name="Freeform 1833">
              <a:extLst>
                <a:ext uri="{FF2B5EF4-FFF2-40B4-BE49-F238E27FC236}">
                  <a16:creationId xmlns:a16="http://schemas.microsoft.com/office/drawing/2014/main" id="{BDFDB1CC-9863-48CF-8131-06DBEA5C2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664"/>
              <a:ext cx="25" cy="14"/>
            </a:xfrm>
            <a:custGeom>
              <a:avLst/>
              <a:gdLst>
                <a:gd name="T0" fmla="*/ 0 w 10"/>
                <a:gd name="T1" fmla="*/ 0 h 5"/>
                <a:gd name="T2" fmla="*/ 1770 w 10"/>
                <a:gd name="T3" fmla="*/ 1364 h 5"/>
                <a:gd name="T4" fmla="*/ 2470 w 10"/>
                <a:gd name="T5" fmla="*/ 2391 h 5"/>
                <a:gd name="T6" fmla="*/ 2470 w 10"/>
                <a:gd name="T7" fmla="*/ 2391 h 5"/>
                <a:gd name="T8" fmla="*/ 1300 w 10"/>
                <a:gd name="T9" fmla="*/ 1050 h 5"/>
                <a:gd name="T10" fmla="*/ 0 w 10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2" y="1"/>
                    <a:pt x="4" y="2"/>
                    <a:pt x="7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7" y="3"/>
                    <a:pt x="5" y="2"/>
                  </a:cubicBezTo>
                  <a:cubicBezTo>
                    <a:pt x="3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2" name="Freeform 1834">
              <a:extLst>
                <a:ext uri="{FF2B5EF4-FFF2-40B4-BE49-F238E27FC236}">
                  <a16:creationId xmlns:a16="http://schemas.microsoft.com/office/drawing/2014/main" id="{5187E5B7-6457-41C0-AEE0-349FF06A6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384"/>
              <a:ext cx="20" cy="51"/>
            </a:xfrm>
            <a:custGeom>
              <a:avLst/>
              <a:gdLst>
                <a:gd name="T0" fmla="*/ 1770 w 8"/>
                <a:gd name="T1" fmla="*/ 5972 h 19"/>
                <a:gd name="T2" fmla="*/ 1488 w 8"/>
                <a:gd name="T3" fmla="*/ 2652 h 19"/>
                <a:gd name="T4" fmla="*/ 783 w 8"/>
                <a:gd name="T5" fmla="*/ 0 h 19"/>
                <a:gd name="T6" fmla="*/ 313 w 8"/>
                <a:gd name="T7" fmla="*/ 1082 h 19"/>
                <a:gd name="T8" fmla="*/ 783 w 8"/>
                <a:gd name="T9" fmla="*/ 3731 h 19"/>
                <a:gd name="T10" fmla="*/ 1300 w 8"/>
                <a:gd name="T11" fmla="*/ 7119 h 19"/>
                <a:gd name="T12" fmla="*/ 1770 w 8"/>
                <a:gd name="T13" fmla="*/ 597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9">
                  <a:moveTo>
                    <a:pt x="7" y="16"/>
                  </a:moveTo>
                  <a:cubicBezTo>
                    <a:pt x="8" y="15"/>
                    <a:pt x="7" y="10"/>
                    <a:pt x="6" y="7"/>
                  </a:cubicBezTo>
                  <a:cubicBezTo>
                    <a:pt x="5" y="4"/>
                    <a:pt x="3" y="0"/>
                    <a:pt x="3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2" y="7"/>
                    <a:pt x="3" y="10"/>
                  </a:cubicBezTo>
                  <a:cubicBezTo>
                    <a:pt x="5" y="14"/>
                    <a:pt x="5" y="18"/>
                    <a:pt x="5" y="19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3" name="Freeform 1835">
              <a:extLst>
                <a:ext uri="{FF2B5EF4-FFF2-40B4-BE49-F238E27FC236}">
                  <a16:creationId xmlns:a16="http://schemas.microsoft.com/office/drawing/2014/main" id="{03D5B7EA-4A27-439A-A4C4-D1988866C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400"/>
              <a:ext cx="20" cy="48"/>
            </a:xfrm>
            <a:custGeom>
              <a:avLst/>
              <a:gdLst>
                <a:gd name="T0" fmla="*/ 1770 w 8"/>
                <a:gd name="T1" fmla="*/ 5405 h 18"/>
                <a:gd name="T2" fmla="*/ 1488 w 8"/>
                <a:gd name="T3" fmla="*/ 2581 h 18"/>
                <a:gd name="T4" fmla="*/ 783 w 8"/>
                <a:gd name="T5" fmla="*/ 0 h 18"/>
                <a:gd name="T6" fmla="*/ 313 w 8"/>
                <a:gd name="T7" fmla="*/ 1059 h 18"/>
                <a:gd name="T8" fmla="*/ 783 w 8"/>
                <a:gd name="T9" fmla="*/ 3243 h 18"/>
                <a:gd name="T10" fmla="*/ 988 w 8"/>
                <a:gd name="T11" fmla="*/ 6464 h 18"/>
                <a:gd name="T12" fmla="*/ 1770 w 8"/>
                <a:gd name="T13" fmla="*/ 540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8">
                  <a:moveTo>
                    <a:pt x="7" y="15"/>
                  </a:moveTo>
                  <a:cubicBezTo>
                    <a:pt x="8" y="13"/>
                    <a:pt x="8" y="10"/>
                    <a:pt x="6" y="7"/>
                  </a:cubicBezTo>
                  <a:cubicBezTo>
                    <a:pt x="5" y="4"/>
                    <a:pt x="3" y="0"/>
                    <a:pt x="3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2" y="7"/>
                    <a:pt x="3" y="9"/>
                  </a:cubicBezTo>
                  <a:cubicBezTo>
                    <a:pt x="5" y="14"/>
                    <a:pt x="5" y="17"/>
                    <a:pt x="4" y="18"/>
                  </a:cubicBezTo>
                  <a:lnTo>
                    <a:pt x="7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4" name="Freeform 1836">
              <a:extLst>
                <a:ext uri="{FF2B5EF4-FFF2-40B4-BE49-F238E27FC236}">
                  <a16:creationId xmlns:a16="http://schemas.microsoft.com/office/drawing/2014/main" id="{5FC736AE-520A-4000-8FF4-5A0FB1B71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419"/>
              <a:ext cx="18" cy="45"/>
            </a:xfrm>
            <a:custGeom>
              <a:avLst/>
              <a:gdLst>
                <a:gd name="T0" fmla="*/ 1700 w 7"/>
                <a:gd name="T1" fmla="*/ 5212 h 17"/>
                <a:gd name="T2" fmla="*/ 1448 w 7"/>
                <a:gd name="T3" fmla="*/ 2748 h 17"/>
                <a:gd name="T4" fmla="*/ 1137 w 7"/>
                <a:gd name="T5" fmla="*/ 0 h 17"/>
                <a:gd name="T6" fmla="*/ 357 w 7"/>
                <a:gd name="T7" fmla="*/ 1038 h 17"/>
                <a:gd name="T8" fmla="*/ 563 w 7"/>
                <a:gd name="T9" fmla="*/ 3131 h 17"/>
                <a:gd name="T10" fmla="*/ 1137 w 7"/>
                <a:gd name="T11" fmla="*/ 5845 h 17"/>
                <a:gd name="T12" fmla="*/ 1700 w 7"/>
                <a:gd name="T13" fmla="*/ 521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7">
                  <a:moveTo>
                    <a:pt x="6" y="15"/>
                  </a:moveTo>
                  <a:cubicBezTo>
                    <a:pt x="7" y="14"/>
                    <a:pt x="6" y="11"/>
                    <a:pt x="5" y="8"/>
                  </a:cubicBezTo>
                  <a:cubicBezTo>
                    <a:pt x="5" y="5"/>
                    <a:pt x="4" y="0"/>
                    <a:pt x="4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1" y="7"/>
                    <a:pt x="2" y="9"/>
                  </a:cubicBezTo>
                  <a:cubicBezTo>
                    <a:pt x="3" y="14"/>
                    <a:pt x="5" y="16"/>
                    <a:pt x="4" y="17"/>
                  </a:cubicBezTo>
                  <a:lnTo>
                    <a:pt x="6" y="15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5" name="Freeform 1837">
              <a:extLst>
                <a:ext uri="{FF2B5EF4-FFF2-40B4-BE49-F238E27FC236}">
                  <a16:creationId xmlns:a16="http://schemas.microsoft.com/office/drawing/2014/main" id="{6003EAE4-8C8E-4F8C-B114-BDCCF6E59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432"/>
              <a:ext cx="13" cy="51"/>
            </a:xfrm>
            <a:custGeom>
              <a:avLst/>
              <a:gdLst>
                <a:gd name="T0" fmla="*/ 1196 w 5"/>
                <a:gd name="T1" fmla="*/ 5972 h 19"/>
                <a:gd name="T2" fmla="*/ 1547 w 5"/>
                <a:gd name="T3" fmla="*/ 2652 h 19"/>
                <a:gd name="T4" fmla="*/ 1196 w 5"/>
                <a:gd name="T5" fmla="*/ 0 h 19"/>
                <a:gd name="T6" fmla="*/ 372 w 5"/>
                <a:gd name="T7" fmla="*/ 676 h 19"/>
                <a:gd name="T8" fmla="*/ 372 w 5"/>
                <a:gd name="T9" fmla="*/ 3328 h 19"/>
                <a:gd name="T10" fmla="*/ 0 w 5"/>
                <a:gd name="T11" fmla="*/ 7119 h 19"/>
                <a:gd name="T12" fmla="*/ 1196 w 5"/>
                <a:gd name="T13" fmla="*/ 597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9">
                  <a:moveTo>
                    <a:pt x="4" y="16"/>
                  </a:moveTo>
                  <a:cubicBezTo>
                    <a:pt x="5" y="15"/>
                    <a:pt x="5" y="11"/>
                    <a:pt x="5" y="7"/>
                  </a:cubicBezTo>
                  <a:cubicBezTo>
                    <a:pt x="5" y="5"/>
                    <a:pt x="4" y="0"/>
                    <a:pt x="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1" y="6"/>
                    <a:pt x="1" y="9"/>
                  </a:cubicBezTo>
                  <a:cubicBezTo>
                    <a:pt x="2" y="14"/>
                    <a:pt x="1" y="18"/>
                    <a:pt x="0" y="19"/>
                  </a:cubicBezTo>
                  <a:lnTo>
                    <a:pt x="4" y="16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6" name="Freeform 1838">
              <a:extLst>
                <a:ext uri="{FF2B5EF4-FFF2-40B4-BE49-F238E27FC236}">
                  <a16:creationId xmlns:a16="http://schemas.microsoft.com/office/drawing/2014/main" id="{8360B852-E5FD-4533-B89F-5D665D53C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411"/>
              <a:ext cx="42" cy="24"/>
            </a:xfrm>
            <a:custGeom>
              <a:avLst/>
              <a:gdLst>
                <a:gd name="T0" fmla="*/ 0 w 17"/>
                <a:gd name="T1" fmla="*/ 1763 h 9"/>
                <a:gd name="T2" fmla="*/ 3199 w 17"/>
                <a:gd name="T3" fmla="*/ 3243 h 9"/>
                <a:gd name="T4" fmla="*/ 3876 w 17"/>
                <a:gd name="T5" fmla="*/ 1763 h 9"/>
                <a:gd name="T6" fmla="*/ 452 w 17"/>
                <a:gd name="T7" fmla="*/ 661 h 9"/>
                <a:gd name="T8" fmla="*/ 0 w 17"/>
                <a:gd name="T9" fmla="*/ 176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0" y="5"/>
                  </a:moveTo>
                  <a:cubicBezTo>
                    <a:pt x="2" y="3"/>
                    <a:pt x="13" y="9"/>
                    <a:pt x="14" y="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5" y="0"/>
                    <a:pt x="2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7" name="Freeform 1839">
              <a:extLst>
                <a:ext uri="{FF2B5EF4-FFF2-40B4-BE49-F238E27FC236}">
                  <a16:creationId xmlns:a16="http://schemas.microsoft.com/office/drawing/2014/main" id="{DFE03BB8-DEC0-4D18-8EA2-B7A7006A7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424"/>
              <a:ext cx="40" cy="27"/>
            </a:xfrm>
            <a:custGeom>
              <a:avLst/>
              <a:gdLst>
                <a:gd name="T0" fmla="*/ 0 w 16"/>
                <a:gd name="T1" fmla="*/ 2028 h 10"/>
                <a:gd name="T2" fmla="*/ 3438 w 16"/>
                <a:gd name="T3" fmla="*/ 3464 h 10"/>
                <a:gd name="T4" fmla="*/ 3908 w 16"/>
                <a:gd name="T5" fmla="*/ 2282 h 10"/>
                <a:gd name="T6" fmla="*/ 520 w 16"/>
                <a:gd name="T7" fmla="*/ 751 h 10"/>
                <a:gd name="T8" fmla="*/ 0 w 16"/>
                <a:gd name="T9" fmla="*/ 20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0" y="5"/>
                  </a:moveTo>
                  <a:cubicBezTo>
                    <a:pt x="2" y="3"/>
                    <a:pt x="13" y="10"/>
                    <a:pt x="14" y="9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4" y="0"/>
                    <a:pt x="2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8" name="Freeform 1840">
              <a:extLst>
                <a:ext uri="{FF2B5EF4-FFF2-40B4-BE49-F238E27FC236}">
                  <a16:creationId xmlns:a16="http://schemas.microsoft.com/office/drawing/2014/main" id="{345027B2-916E-4EF0-AB65-EBE71B154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435"/>
              <a:ext cx="27" cy="11"/>
            </a:xfrm>
            <a:custGeom>
              <a:avLst/>
              <a:gdLst>
                <a:gd name="T0" fmla="*/ 0 w 11"/>
                <a:gd name="T1" fmla="*/ 0 h 4"/>
                <a:gd name="T2" fmla="*/ 1524 w 11"/>
                <a:gd name="T3" fmla="*/ 1271 h 4"/>
                <a:gd name="T4" fmla="*/ 2398 w 11"/>
                <a:gd name="T5" fmla="*/ 1724 h 4"/>
                <a:gd name="T6" fmla="*/ 2398 w 11"/>
                <a:gd name="T7" fmla="*/ 1724 h 4"/>
                <a:gd name="T8" fmla="*/ 1343 w 11"/>
                <a:gd name="T9" fmla="*/ 462 h 4"/>
                <a:gd name="T10" fmla="*/ 0 w 11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2" y="0"/>
                    <a:pt x="5" y="2"/>
                    <a:pt x="7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8" y="2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9" name="Freeform 1841">
              <a:extLst>
                <a:ext uri="{FF2B5EF4-FFF2-40B4-BE49-F238E27FC236}">
                  <a16:creationId xmlns:a16="http://schemas.microsoft.com/office/drawing/2014/main" id="{5D901FB2-0C9A-4302-9E0E-0EF6D6CE6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422"/>
              <a:ext cx="25" cy="10"/>
            </a:xfrm>
            <a:custGeom>
              <a:avLst/>
              <a:gdLst>
                <a:gd name="T0" fmla="*/ 0 w 10"/>
                <a:gd name="T1" fmla="*/ 0 h 4"/>
                <a:gd name="T2" fmla="*/ 1770 w 10"/>
                <a:gd name="T3" fmla="*/ 520 h 4"/>
                <a:gd name="T4" fmla="*/ 2470 w 10"/>
                <a:gd name="T5" fmla="*/ 988 h 4"/>
                <a:gd name="T6" fmla="*/ 2470 w 10"/>
                <a:gd name="T7" fmla="*/ 988 h 4"/>
                <a:gd name="T8" fmla="*/ 1488 w 10"/>
                <a:gd name="T9" fmla="*/ 313 h 4"/>
                <a:gd name="T10" fmla="*/ 0 w 10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8" y="2"/>
                    <a:pt x="6" y="1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0" name="Freeform 1842">
              <a:extLst>
                <a:ext uri="{FF2B5EF4-FFF2-40B4-BE49-F238E27FC236}">
                  <a16:creationId xmlns:a16="http://schemas.microsoft.com/office/drawing/2014/main" id="{BE68E01D-5453-4B36-A67A-87C5C02E5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438"/>
              <a:ext cx="45" cy="29"/>
            </a:xfrm>
            <a:custGeom>
              <a:avLst/>
              <a:gdLst>
                <a:gd name="T0" fmla="*/ 0 w 18"/>
                <a:gd name="T1" fmla="*/ 1648 h 11"/>
                <a:gd name="T2" fmla="*/ 3908 w 18"/>
                <a:gd name="T3" fmla="*/ 3335 h 11"/>
                <a:gd name="T4" fmla="*/ 4425 w 18"/>
                <a:gd name="T5" fmla="*/ 2273 h 11"/>
                <a:gd name="T6" fmla="*/ 988 w 18"/>
                <a:gd name="T7" fmla="*/ 1007 h 11"/>
                <a:gd name="T8" fmla="*/ 0 w 18"/>
                <a:gd name="T9" fmla="*/ 164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0" y="5"/>
                  </a:moveTo>
                  <a:cubicBezTo>
                    <a:pt x="2" y="3"/>
                    <a:pt x="15" y="11"/>
                    <a:pt x="16" y="10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8"/>
                    <a:pt x="6" y="0"/>
                    <a:pt x="4" y="3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1" name="Freeform 1843">
              <a:extLst>
                <a:ext uri="{FF2B5EF4-FFF2-40B4-BE49-F238E27FC236}">
                  <a16:creationId xmlns:a16="http://schemas.microsoft.com/office/drawing/2014/main" id="{C838FAB4-A6DF-4451-81DD-6A38C181E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1451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1958 w 12"/>
                <a:gd name="T3" fmla="*/ 1271 h 4"/>
                <a:gd name="T4" fmla="*/ 2938 w 12"/>
                <a:gd name="T5" fmla="*/ 1724 h 4"/>
                <a:gd name="T6" fmla="*/ 2938 w 12"/>
                <a:gd name="T7" fmla="*/ 1724 h 4"/>
                <a:gd name="T8" fmla="*/ 1488 w 12"/>
                <a:gd name="T9" fmla="*/ 462 h 4"/>
                <a:gd name="T10" fmla="*/ 0 w 1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2" y="0"/>
                    <a:pt x="5" y="2"/>
                    <a:pt x="8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8" y="2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" name="Freeform 1844">
              <a:extLst>
                <a:ext uri="{FF2B5EF4-FFF2-40B4-BE49-F238E27FC236}">
                  <a16:creationId xmlns:a16="http://schemas.microsoft.com/office/drawing/2014/main" id="{6329557E-269F-423D-80E6-1A9BE06D3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451"/>
              <a:ext cx="37" cy="32"/>
            </a:xfrm>
            <a:custGeom>
              <a:avLst/>
              <a:gdLst>
                <a:gd name="T0" fmla="*/ 0 w 15"/>
                <a:gd name="T1" fmla="*/ 1059 h 12"/>
                <a:gd name="T2" fmla="*/ 2743 w 15"/>
                <a:gd name="T3" fmla="*/ 3891 h 12"/>
                <a:gd name="T4" fmla="*/ 3365 w 15"/>
                <a:gd name="T5" fmla="*/ 3243 h 12"/>
                <a:gd name="T6" fmla="*/ 634 w 15"/>
                <a:gd name="T7" fmla="*/ 397 h 12"/>
                <a:gd name="T8" fmla="*/ 0 w 15"/>
                <a:gd name="T9" fmla="*/ 105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3"/>
                  </a:moveTo>
                  <a:cubicBezTo>
                    <a:pt x="2" y="2"/>
                    <a:pt x="11" y="12"/>
                    <a:pt x="12" y="11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10"/>
                    <a:pt x="6" y="0"/>
                    <a:pt x="3" y="1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" name="Freeform 1845">
              <a:extLst>
                <a:ext uri="{FF2B5EF4-FFF2-40B4-BE49-F238E27FC236}">
                  <a16:creationId xmlns:a16="http://schemas.microsoft.com/office/drawing/2014/main" id="{FDF619CE-EF46-4463-B4DA-0CC49B648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459"/>
              <a:ext cx="20" cy="19"/>
            </a:xfrm>
            <a:custGeom>
              <a:avLst/>
              <a:gdLst>
                <a:gd name="T0" fmla="*/ 0 w 8"/>
                <a:gd name="T1" fmla="*/ 0 h 7"/>
                <a:gd name="T2" fmla="*/ 1300 w 8"/>
                <a:gd name="T3" fmla="*/ 2063 h 7"/>
                <a:gd name="T4" fmla="*/ 1958 w 8"/>
                <a:gd name="T5" fmla="*/ 2823 h 7"/>
                <a:gd name="T6" fmla="*/ 1958 w 8"/>
                <a:gd name="T7" fmla="*/ 2823 h 7"/>
                <a:gd name="T8" fmla="*/ 988 w 8"/>
                <a:gd name="T9" fmla="*/ 1200 h 7"/>
                <a:gd name="T10" fmla="*/ 0 w 8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1" y="1"/>
                    <a:pt x="3" y="3"/>
                    <a:pt x="5" y="5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6" y="5"/>
                    <a:pt x="4" y="3"/>
                  </a:cubicBezTo>
                  <a:cubicBezTo>
                    <a:pt x="3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" name="Freeform 1846">
              <a:extLst>
                <a:ext uri="{FF2B5EF4-FFF2-40B4-BE49-F238E27FC236}">
                  <a16:creationId xmlns:a16="http://schemas.microsoft.com/office/drawing/2014/main" id="{5C9FF57A-C6C1-4C13-B22F-427F6B4F1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1350"/>
              <a:ext cx="25" cy="40"/>
            </a:xfrm>
            <a:custGeom>
              <a:avLst/>
              <a:gdLst>
                <a:gd name="T0" fmla="*/ 2470 w 10"/>
                <a:gd name="T1" fmla="*/ 4301 h 15"/>
                <a:gd name="T2" fmla="*/ 1488 w 10"/>
                <a:gd name="T3" fmla="*/ 2184 h 15"/>
                <a:gd name="T4" fmla="*/ 313 w 10"/>
                <a:gd name="T5" fmla="*/ 0 h 15"/>
                <a:gd name="T6" fmla="*/ 0 w 10"/>
                <a:gd name="T7" fmla="*/ 1459 h 15"/>
                <a:gd name="T8" fmla="*/ 988 w 10"/>
                <a:gd name="T9" fmla="*/ 3243 h 15"/>
                <a:gd name="T10" fmla="*/ 2270 w 10"/>
                <a:gd name="T11" fmla="*/ 5405 h 15"/>
                <a:gd name="T12" fmla="*/ 2470 w 10"/>
                <a:gd name="T13" fmla="*/ 430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5">
                  <a:moveTo>
                    <a:pt x="10" y="12"/>
                  </a:moveTo>
                  <a:cubicBezTo>
                    <a:pt x="10" y="11"/>
                    <a:pt x="8" y="9"/>
                    <a:pt x="6" y="6"/>
                  </a:cubicBezTo>
                  <a:cubicBezTo>
                    <a:pt x="4" y="4"/>
                    <a:pt x="1" y="0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2" y="7"/>
                    <a:pt x="4" y="9"/>
                  </a:cubicBezTo>
                  <a:cubicBezTo>
                    <a:pt x="7" y="13"/>
                    <a:pt x="9" y="14"/>
                    <a:pt x="9" y="15"/>
                  </a:cubicBezTo>
                  <a:lnTo>
                    <a:pt x="10" y="12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5" name="Freeform 1847">
              <a:extLst>
                <a:ext uri="{FF2B5EF4-FFF2-40B4-BE49-F238E27FC236}">
                  <a16:creationId xmlns:a16="http://schemas.microsoft.com/office/drawing/2014/main" id="{7E5633A6-31F6-4297-81FD-FE2AC1917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366"/>
              <a:ext cx="28" cy="48"/>
            </a:xfrm>
            <a:custGeom>
              <a:avLst/>
              <a:gdLst>
                <a:gd name="T0" fmla="*/ 2688 w 11"/>
                <a:gd name="T1" fmla="*/ 5005 h 18"/>
                <a:gd name="T2" fmla="*/ 1932 w 11"/>
                <a:gd name="T3" fmla="*/ 2184 h 18"/>
                <a:gd name="T4" fmla="*/ 545 w 11"/>
                <a:gd name="T5" fmla="*/ 0 h 18"/>
                <a:gd name="T6" fmla="*/ 331 w 11"/>
                <a:gd name="T7" fmla="*/ 1059 h 18"/>
                <a:gd name="T8" fmla="*/ 1056 w 11"/>
                <a:gd name="T9" fmla="*/ 3243 h 18"/>
                <a:gd name="T10" fmla="*/ 2146 w 11"/>
                <a:gd name="T11" fmla="*/ 6464 h 18"/>
                <a:gd name="T12" fmla="*/ 2688 w 11"/>
                <a:gd name="T13" fmla="*/ 500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8">
                  <a:moveTo>
                    <a:pt x="10" y="14"/>
                  </a:moveTo>
                  <a:cubicBezTo>
                    <a:pt x="11" y="13"/>
                    <a:pt x="9" y="9"/>
                    <a:pt x="7" y="6"/>
                  </a:cubicBezTo>
                  <a:cubicBezTo>
                    <a:pt x="5" y="4"/>
                    <a:pt x="2" y="0"/>
                    <a:pt x="2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3" y="7"/>
                    <a:pt x="4" y="9"/>
                  </a:cubicBezTo>
                  <a:cubicBezTo>
                    <a:pt x="7" y="13"/>
                    <a:pt x="9" y="17"/>
                    <a:pt x="8" y="18"/>
                  </a:cubicBezTo>
                  <a:lnTo>
                    <a:pt x="10" y="14"/>
                  </a:lnTo>
                  <a:close/>
                </a:path>
              </a:pathLst>
            </a:custGeom>
            <a:solidFill>
              <a:srgbClr val="25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6" name="Freeform 1848">
              <a:extLst>
                <a:ext uri="{FF2B5EF4-FFF2-40B4-BE49-F238E27FC236}">
                  <a16:creationId xmlns:a16="http://schemas.microsoft.com/office/drawing/2014/main" id="{26D0D46B-6ACD-4E92-8CA5-B9462C5FA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355"/>
              <a:ext cx="35" cy="21"/>
            </a:xfrm>
            <a:custGeom>
              <a:avLst/>
              <a:gdLst>
                <a:gd name="T0" fmla="*/ 0 w 14"/>
                <a:gd name="T1" fmla="*/ 2604 h 8"/>
                <a:gd name="T2" fmla="*/ 3250 w 14"/>
                <a:gd name="T3" fmla="*/ 1378 h 8"/>
                <a:gd name="T4" fmla="*/ 3438 w 14"/>
                <a:gd name="T5" fmla="*/ 0 h 8"/>
                <a:gd name="T6" fmla="*/ 0 w 14"/>
                <a:gd name="T7" fmla="*/ 1378 h 8"/>
                <a:gd name="T8" fmla="*/ 0 w 14"/>
                <a:gd name="T9" fmla="*/ 260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0" y="5"/>
                    <a:pt x="13" y="5"/>
                    <a:pt x="13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" y="1"/>
                    <a:pt x="0" y="4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7" name="Freeform 1849">
              <a:extLst>
                <a:ext uri="{FF2B5EF4-FFF2-40B4-BE49-F238E27FC236}">
                  <a16:creationId xmlns:a16="http://schemas.microsoft.com/office/drawing/2014/main" id="{C5C2DF24-9FFD-4C47-B0AE-F02C544A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1363"/>
              <a:ext cx="28" cy="5"/>
            </a:xfrm>
            <a:custGeom>
              <a:avLst/>
              <a:gdLst>
                <a:gd name="T0" fmla="*/ 0 w 11"/>
                <a:gd name="T1" fmla="*/ 520 h 2"/>
                <a:gd name="T2" fmla="*/ 2146 w 11"/>
                <a:gd name="T3" fmla="*/ 313 h 2"/>
                <a:gd name="T4" fmla="*/ 2986 w 11"/>
                <a:gd name="T5" fmla="*/ 313 h 2"/>
                <a:gd name="T6" fmla="*/ 2986 w 11"/>
                <a:gd name="T7" fmla="*/ 313 h 2"/>
                <a:gd name="T8" fmla="*/ 1601 w 11"/>
                <a:gd name="T9" fmla="*/ 313 h 2"/>
                <a:gd name="T10" fmla="*/ 0 w 11"/>
                <a:gd name="T11" fmla="*/ 5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2" y="2"/>
                    <a:pt x="5" y="1"/>
                    <a:pt x="8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8" y="0"/>
                    <a:pt x="6" y="1"/>
                  </a:cubicBezTo>
                  <a:cubicBezTo>
                    <a:pt x="3" y="1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8" name="Freeform 1850">
              <a:extLst>
                <a:ext uri="{FF2B5EF4-FFF2-40B4-BE49-F238E27FC236}">
                  <a16:creationId xmlns:a16="http://schemas.microsoft.com/office/drawing/2014/main" id="{42E37A25-CB98-45D6-BEF8-454E1F9B4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379"/>
              <a:ext cx="35" cy="21"/>
            </a:xfrm>
            <a:custGeom>
              <a:avLst/>
              <a:gdLst>
                <a:gd name="T0" fmla="*/ 0 w 14"/>
                <a:gd name="T1" fmla="*/ 2604 h 8"/>
                <a:gd name="T2" fmla="*/ 3250 w 14"/>
                <a:gd name="T3" fmla="*/ 1378 h 8"/>
                <a:gd name="T4" fmla="*/ 3438 w 14"/>
                <a:gd name="T5" fmla="*/ 0 h 8"/>
                <a:gd name="T6" fmla="*/ 0 w 14"/>
                <a:gd name="T7" fmla="*/ 1378 h 8"/>
                <a:gd name="T8" fmla="*/ 0 w 14"/>
                <a:gd name="T9" fmla="*/ 260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0" y="5"/>
                    <a:pt x="13" y="5"/>
                    <a:pt x="13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" y="1"/>
                    <a:pt x="0" y="4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9" name="Freeform 1851">
              <a:extLst>
                <a:ext uri="{FF2B5EF4-FFF2-40B4-BE49-F238E27FC236}">
                  <a16:creationId xmlns:a16="http://schemas.microsoft.com/office/drawing/2014/main" id="{E77BA598-031C-49CD-BD62-8FD8D52CC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387"/>
              <a:ext cx="27" cy="5"/>
            </a:xfrm>
            <a:custGeom>
              <a:avLst/>
              <a:gdLst>
                <a:gd name="T0" fmla="*/ 0 w 11"/>
                <a:gd name="T1" fmla="*/ 520 h 2"/>
                <a:gd name="T2" fmla="*/ 1777 w 11"/>
                <a:gd name="T3" fmla="*/ 313 h 2"/>
                <a:gd name="T4" fmla="*/ 2398 w 11"/>
                <a:gd name="T5" fmla="*/ 0 h 2"/>
                <a:gd name="T6" fmla="*/ 2398 w 11"/>
                <a:gd name="T7" fmla="*/ 0 h 2"/>
                <a:gd name="T8" fmla="*/ 1343 w 11"/>
                <a:gd name="T9" fmla="*/ 0 h 2"/>
                <a:gd name="T10" fmla="*/ 0 w 11"/>
                <a:gd name="T11" fmla="*/ 5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2" y="1"/>
                    <a:pt x="5" y="1"/>
                    <a:pt x="8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8" y="0"/>
                    <a:pt x="6" y="0"/>
                  </a:cubicBezTo>
                  <a:cubicBezTo>
                    <a:pt x="3" y="0"/>
                    <a:pt x="2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0" name="Freeform 1852">
              <a:extLst>
                <a:ext uri="{FF2B5EF4-FFF2-40B4-BE49-F238E27FC236}">
                  <a16:creationId xmlns:a16="http://schemas.microsoft.com/office/drawing/2014/main" id="{9FFBE5DD-6E16-4B70-8128-7F43BBFDB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392"/>
              <a:ext cx="43" cy="24"/>
            </a:xfrm>
            <a:custGeom>
              <a:avLst/>
              <a:gdLst>
                <a:gd name="T0" fmla="*/ 0 w 17"/>
                <a:gd name="T1" fmla="*/ 2581 h 9"/>
                <a:gd name="T2" fmla="*/ 3936 w 17"/>
                <a:gd name="T3" fmla="*/ 2824 h 9"/>
                <a:gd name="T4" fmla="*/ 4467 w 17"/>
                <a:gd name="T5" fmla="*/ 1459 h 9"/>
                <a:gd name="T6" fmla="*/ 531 w 17"/>
                <a:gd name="T7" fmla="*/ 1059 h 9"/>
                <a:gd name="T8" fmla="*/ 0 w 17"/>
                <a:gd name="T9" fmla="*/ 258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0" y="7"/>
                  </a:moveTo>
                  <a:cubicBezTo>
                    <a:pt x="2" y="4"/>
                    <a:pt x="14" y="9"/>
                    <a:pt x="15" y="8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5"/>
                    <a:pt x="4" y="0"/>
                    <a:pt x="2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95C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1" name="Freeform 1853">
              <a:extLst>
                <a:ext uri="{FF2B5EF4-FFF2-40B4-BE49-F238E27FC236}">
                  <a16:creationId xmlns:a16="http://schemas.microsoft.com/office/drawing/2014/main" id="{B3B5B350-0508-4381-8D26-187A86244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403"/>
              <a:ext cx="27" cy="8"/>
            </a:xfrm>
            <a:custGeom>
              <a:avLst/>
              <a:gdLst>
                <a:gd name="T0" fmla="*/ 0 w 11"/>
                <a:gd name="T1" fmla="*/ 397 h 3"/>
                <a:gd name="T2" fmla="*/ 1524 w 11"/>
                <a:gd name="T3" fmla="*/ 661 h 3"/>
                <a:gd name="T4" fmla="*/ 2398 w 11"/>
                <a:gd name="T5" fmla="*/ 1059 h 3"/>
                <a:gd name="T6" fmla="*/ 2398 w 11"/>
                <a:gd name="T7" fmla="*/ 1059 h 3"/>
                <a:gd name="T8" fmla="*/ 1048 w 11"/>
                <a:gd name="T9" fmla="*/ 397 h 3"/>
                <a:gd name="T10" fmla="*/ 0 w 11"/>
                <a:gd name="T11" fmla="*/ 397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">
                  <a:moveTo>
                    <a:pt x="0" y="1"/>
                  </a:moveTo>
                  <a:cubicBezTo>
                    <a:pt x="2" y="1"/>
                    <a:pt x="5" y="2"/>
                    <a:pt x="7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8" y="2"/>
                    <a:pt x="5" y="1"/>
                  </a:cubicBezTo>
                  <a:cubicBezTo>
                    <a:pt x="3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2" name="Freeform 1854">
              <a:extLst>
                <a:ext uri="{FF2B5EF4-FFF2-40B4-BE49-F238E27FC236}">
                  <a16:creationId xmlns:a16="http://schemas.microsoft.com/office/drawing/2014/main" id="{8F8DC455-ED8B-443E-A9F3-2D7D234A2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352"/>
              <a:ext cx="630" cy="779"/>
            </a:xfrm>
            <a:custGeom>
              <a:avLst/>
              <a:gdLst>
                <a:gd name="T0" fmla="*/ 315 w 630"/>
                <a:gd name="T1" fmla="*/ 776 h 779"/>
                <a:gd name="T2" fmla="*/ 630 w 630"/>
                <a:gd name="T3" fmla="*/ 0 h 779"/>
                <a:gd name="T4" fmla="*/ 0 w 630"/>
                <a:gd name="T5" fmla="*/ 0 h 779"/>
                <a:gd name="T6" fmla="*/ 315 w 630"/>
                <a:gd name="T7" fmla="*/ 776 h 779"/>
                <a:gd name="T8" fmla="*/ 315 w 630"/>
                <a:gd name="T9" fmla="*/ 779 h 779"/>
                <a:gd name="T10" fmla="*/ 315 w 630"/>
                <a:gd name="T11" fmla="*/ 779 h 779"/>
                <a:gd name="T12" fmla="*/ 315 w 630"/>
                <a:gd name="T13" fmla="*/ 779 h 779"/>
                <a:gd name="T14" fmla="*/ 315 w 630"/>
                <a:gd name="T15" fmla="*/ 776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779">
                  <a:moveTo>
                    <a:pt x="315" y="776"/>
                  </a:moveTo>
                  <a:lnTo>
                    <a:pt x="630" y="0"/>
                  </a:lnTo>
                  <a:lnTo>
                    <a:pt x="0" y="0"/>
                  </a:lnTo>
                  <a:lnTo>
                    <a:pt x="315" y="776"/>
                  </a:lnTo>
                  <a:lnTo>
                    <a:pt x="315" y="779"/>
                  </a:lnTo>
                  <a:lnTo>
                    <a:pt x="315" y="776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3" name="Oval 1855">
              <a:extLst>
                <a:ext uri="{FF2B5EF4-FFF2-40B4-BE49-F238E27FC236}">
                  <a16:creationId xmlns:a16="http://schemas.microsoft.com/office/drawing/2014/main" id="{E3C4404F-98AF-4773-B387-0A57E7975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1" y="1662"/>
              <a:ext cx="35" cy="40"/>
            </a:xfrm>
            <a:prstGeom prst="ellipse">
              <a:avLst/>
            </a:prstGeom>
            <a:solidFill>
              <a:srgbClr val="EE8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4" name="Oval 1856">
              <a:extLst>
                <a:ext uri="{FF2B5EF4-FFF2-40B4-BE49-F238E27FC236}">
                  <a16:creationId xmlns:a16="http://schemas.microsoft.com/office/drawing/2014/main" id="{B2327381-CC7B-40ED-BA85-F0FB87ADD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" y="1670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5" name="Oval 1857">
              <a:extLst>
                <a:ext uri="{FF2B5EF4-FFF2-40B4-BE49-F238E27FC236}">
                  <a16:creationId xmlns:a16="http://schemas.microsoft.com/office/drawing/2014/main" id="{49793420-8D00-4D6A-9E18-941BBCBF6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1558"/>
              <a:ext cx="37" cy="37"/>
            </a:xfrm>
            <a:prstGeom prst="ellipse">
              <a:avLst/>
            </a:prstGeom>
            <a:solidFill>
              <a:srgbClr val="EE8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6" name="Oval 1858">
              <a:extLst>
                <a:ext uri="{FF2B5EF4-FFF2-40B4-BE49-F238E27FC236}">
                  <a16:creationId xmlns:a16="http://schemas.microsoft.com/office/drawing/2014/main" id="{4B775D8F-B0A5-4ED5-AC62-51C69661D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3" y="156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7" name="Oval 1859">
              <a:extLst>
                <a:ext uri="{FF2B5EF4-FFF2-40B4-BE49-F238E27FC236}">
                  <a16:creationId xmlns:a16="http://schemas.microsoft.com/office/drawing/2014/main" id="{E51AFCD5-E9BB-48A4-9107-BFA85B1DB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1416"/>
              <a:ext cx="32" cy="35"/>
            </a:xfrm>
            <a:prstGeom prst="ellipse">
              <a:avLst/>
            </a:prstGeom>
            <a:solidFill>
              <a:srgbClr val="E0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8" name="Oval 1860">
              <a:extLst>
                <a:ext uri="{FF2B5EF4-FFF2-40B4-BE49-F238E27FC236}">
                  <a16:creationId xmlns:a16="http://schemas.microsoft.com/office/drawing/2014/main" id="{6D80052D-8629-492D-89DD-79BA91079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142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19" name="Oval 1861">
              <a:extLst>
                <a:ext uri="{FF2B5EF4-FFF2-40B4-BE49-F238E27FC236}">
                  <a16:creationId xmlns:a16="http://schemas.microsoft.com/office/drawing/2014/main" id="{C8BE17F5-0F69-47EB-AF1C-03DAE1439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1502"/>
              <a:ext cx="17" cy="16"/>
            </a:xfrm>
            <a:prstGeom prst="ellipse">
              <a:avLst/>
            </a:prstGeom>
            <a:solidFill>
              <a:srgbClr val="D78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20" name="Oval 1862">
              <a:extLst>
                <a:ext uri="{FF2B5EF4-FFF2-40B4-BE49-F238E27FC236}">
                  <a16:creationId xmlns:a16="http://schemas.microsoft.com/office/drawing/2014/main" id="{05B973F5-5D45-402E-80B8-AD6AD10DB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150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21" name="Oval 1863">
              <a:extLst>
                <a:ext uri="{FF2B5EF4-FFF2-40B4-BE49-F238E27FC236}">
                  <a16:creationId xmlns:a16="http://schemas.microsoft.com/office/drawing/2014/main" id="{585CF85A-2111-4582-8499-5994CF439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1659"/>
              <a:ext cx="22" cy="24"/>
            </a:xfrm>
            <a:prstGeom prst="ellipse">
              <a:avLst/>
            </a:prstGeom>
            <a:solidFill>
              <a:srgbClr val="EE8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122" name="Oval 1864">
              <a:extLst>
                <a:ext uri="{FF2B5EF4-FFF2-40B4-BE49-F238E27FC236}">
                  <a16:creationId xmlns:a16="http://schemas.microsoft.com/office/drawing/2014/main" id="{FC34AC1A-7A4C-495A-B6DB-C5A504111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166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6389" name="bacteriophage-inverted-blue-triangle-component">
            <a:extLst>
              <a:ext uri="{FF2B5EF4-FFF2-40B4-BE49-F238E27FC236}">
                <a16:creationId xmlns:a16="http://schemas.microsoft.com/office/drawing/2014/main" id="{DC861426-CF0A-4F8A-B677-0EA9079EC655}"/>
              </a:ext>
            </a:extLst>
          </p:cNvPr>
          <p:cNvGrpSpPr>
            <a:grpSpLocks/>
          </p:cNvGrpSpPr>
          <p:nvPr/>
        </p:nvGrpSpPr>
        <p:grpSpPr bwMode="auto">
          <a:xfrm>
            <a:off x="6461125" y="3303588"/>
            <a:ext cx="1000125" cy="1236662"/>
            <a:chOff x="3152" y="2044"/>
            <a:chExt cx="630" cy="779"/>
          </a:xfrm>
        </p:grpSpPr>
        <p:sp>
          <p:nvSpPr>
            <p:cNvPr id="16390" name="Freeform 1866">
              <a:extLst>
                <a:ext uri="{FF2B5EF4-FFF2-40B4-BE49-F238E27FC236}">
                  <a16:creationId xmlns:a16="http://schemas.microsoft.com/office/drawing/2014/main" id="{E200A6E0-F73B-48EA-8CB8-A0ECA0E30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044"/>
              <a:ext cx="630" cy="779"/>
            </a:xfrm>
            <a:custGeom>
              <a:avLst/>
              <a:gdLst>
                <a:gd name="T0" fmla="*/ 315 w 630"/>
                <a:gd name="T1" fmla="*/ 776 h 779"/>
                <a:gd name="T2" fmla="*/ 630 w 630"/>
                <a:gd name="T3" fmla="*/ 0 h 779"/>
                <a:gd name="T4" fmla="*/ 0 w 630"/>
                <a:gd name="T5" fmla="*/ 0 h 779"/>
                <a:gd name="T6" fmla="*/ 315 w 630"/>
                <a:gd name="T7" fmla="*/ 776 h 779"/>
                <a:gd name="T8" fmla="*/ 315 w 630"/>
                <a:gd name="T9" fmla="*/ 779 h 779"/>
                <a:gd name="T10" fmla="*/ 315 w 630"/>
                <a:gd name="T11" fmla="*/ 779 h 779"/>
                <a:gd name="T12" fmla="*/ 315 w 630"/>
                <a:gd name="T13" fmla="*/ 779 h 779"/>
                <a:gd name="T14" fmla="*/ 315 w 630"/>
                <a:gd name="T15" fmla="*/ 776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779">
                  <a:moveTo>
                    <a:pt x="315" y="776"/>
                  </a:moveTo>
                  <a:lnTo>
                    <a:pt x="630" y="0"/>
                  </a:lnTo>
                  <a:lnTo>
                    <a:pt x="0" y="0"/>
                  </a:lnTo>
                  <a:lnTo>
                    <a:pt x="315" y="776"/>
                  </a:lnTo>
                  <a:lnTo>
                    <a:pt x="315" y="779"/>
                  </a:lnTo>
                  <a:lnTo>
                    <a:pt x="315" y="776"/>
                  </a:lnTo>
                  <a:close/>
                </a:path>
              </a:pathLst>
            </a:custGeom>
            <a:solidFill>
              <a:srgbClr val="9CC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1" name="Freeform 1867">
              <a:extLst>
                <a:ext uri="{FF2B5EF4-FFF2-40B4-BE49-F238E27FC236}">
                  <a16:creationId xmlns:a16="http://schemas.microsoft.com/office/drawing/2014/main" id="{0C933CE3-9FA4-4821-82B4-1D77375CA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065"/>
              <a:ext cx="575" cy="710"/>
            </a:xfrm>
            <a:custGeom>
              <a:avLst/>
              <a:gdLst>
                <a:gd name="T0" fmla="*/ 0 w 575"/>
                <a:gd name="T1" fmla="*/ 0 h 710"/>
                <a:gd name="T2" fmla="*/ 290 w 575"/>
                <a:gd name="T3" fmla="*/ 710 h 710"/>
                <a:gd name="T4" fmla="*/ 50 w 575"/>
                <a:gd name="T5" fmla="*/ 27 h 710"/>
                <a:gd name="T6" fmla="*/ 575 w 575"/>
                <a:gd name="T7" fmla="*/ 0 h 710"/>
                <a:gd name="T8" fmla="*/ 0 w 575"/>
                <a:gd name="T9" fmla="*/ 0 h 7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5" h="710">
                  <a:moveTo>
                    <a:pt x="0" y="0"/>
                  </a:moveTo>
                  <a:lnTo>
                    <a:pt x="290" y="710"/>
                  </a:lnTo>
                  <a:lnTo>
                    <a:pt x="50" y="27"/>
                  </a:lnTo>
                  <a:lnTo>
                    <a:pt x="5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6A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" name="Freeform 1868">
              <a:extLst>
                <a:ext uri="{FF2B5EF4-FFF2-40B4-BE49-F238E27FC236}">
                  <a16:creationId xmlns:a16="http://schemas.microsoft.com/office/drawing/2014/main" id="{ABFA3DC8-490E-4A4E-8645-C0CEBCED3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065"/>
              <a:ext cx="575" cy="710"/>
            </a:xfrm>
            <a:custGeom>
              <a:avLst/>
              <a:gdLst>
                <a:gd name="T0" fmla="*/ 0 w 575"/>
                <a:gd name="T1" fmla="*/ 0 h 710"/>
                <a:gd name="T2" fmla="*/ 290 w 575"/>
                <a:gd name="T3" fmla="*/ 710 h 710"/>
                <a:gd name="T4" fmla="*/ 50 w 575"/>
                <a:gd name="T5" fmla="*/ 27 h 710"/>
                <a:gd name="T6" fmla="*/ 575 w 575"/>
                <a:gd name="T7" fmla="*/ 0 h 7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5" h="710">
                  <a:moveTo>
                    <a:pt x="0" y="0"/>
                  </a:moveTo>
                  <a:lnTo>
                    <a:pt x="290" y="710"/>
                  </a:lnTo>
                  <a:lnTo>
                    <a:pt x="50" y="27"/>
                  </a:lnTo>
                  <a:lnTo>
                    <a:pt x="5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" name="Freeform 1869">
              <a:extLst>
                <a:ext uri="{FF2B5EF4-FFF2-40B4-BE49-F238E27FC236}">
                  <a16:creationId xmlns:a16="http://schemas.microsoft.com/office/drawing/2014/main" id="{FBE74929-55A9-4CD0-B435-A5D027C53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084"/>
              <a:ext cx="270" cy="667"/>
            </a:xfrm>
            <a:custGeom>
              <a:avLst/>
              <a:gdLst>
                <a:gd name="T0" fmla="*/ 0 w 108"/>
                <a:gd name="T1" fmla="*/ 90189 h 250"/>
                <a:gd name="T2" fmla="*/ 26375 w 108"/>
                <a:gd name="T3" fmla="*/ 0 h 250"/>
                <a:gd name="T4" fmla="*/ 0 w 108"/>
                <a:gd name="T5" fmla="*/ 90189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50">
                  <a:moveTo>
                    <a:pt x="0" y="250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92" y="18"/>
                    <a:pt x="5" y="219"/>
                    <a:pt x="0" y="250"/>
                  </a:cubicBezTo>
                  <a:close/>
                </a:path>
              </a:pathLst>
            </a:custGeom>
            <a:solidFill>
              <a:srgbClr val="EA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4" name="Freeform 1870">
              <a:extLst>
                <a:ext uri="{FF2B5EF4-FFF2-40B4-BE49-F238E27FC236}">
                  <a16:creationId xmlns:a16="http://schemas.microsoft.com/office/drawing/2014/main" id="{61601BD7-9657-4AF5-B8DF-F4F765746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044"/>
              <a:ext cx="630" cy="779"/>
            </a:xfrm>
            <a:custGeom>
              <a:avLst/>
              <a:gdLst>
                <a:gd name="T0" fmla="*/ 315 w 630"/>
                <a:gd name="T1" fmla="*/ 776 h 779"/>
                <a:gd name="T2" fmla="*/ 630 w 630"/>
                <a:gd name="T3" fmla="*/ 0 h 779"/>
                <a:gd name="T4" fmla="*/ 0 w 630"/>
                <a:gd name="T5" fmla="*/ 0 h 779"/>
                <a:gd name="T6" fmla="*/ 315 w 630"/>
                <a:gd name="T7" fmla="*/ 776 h 779"/>
                <a:gd name="T8" fmla="*/ 315 w 630"/>
                <a:gd name="T9" fmla="*/ 779 h 779"/>
                <a:gd name="T10" fmla="*/ 315 w 630"/>
                <a:gd name="T11" fmla="*/ 779 h 779"/>
                <a:gd name="T12" fmla="*/ 315 w 630"/>
                <a:gd name="T13" fmla="*/ 779 h 779"/>
                <a:gd name="T14" fmla="*/ 315 w 630"/>
                <a:gd name="T15" fmla="*/ 776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0" h="779">
                  <a:moveTo>
                    <a:pt x="315" y="776"/>
                  </a:moveTo>
                  <a:lnTo>
                    <a:pt x="630" y="0"/>
                  </a:lnTo>
                  <a:lnTo>
                    <a:pt x="0" y="0"/>
                  </a:lnTo>
                  <a:lnTo>
                    <a:pt x="315" y="776"/>
                  </a:lnTo>
                  <a:lnTo>
                    <a:pt x="315" y="779"/>
                  </a:lnTo>
                  <a:lnTo>
                    <a:pt x="315" y="776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281EB0EE-5C6C-4190-B381-92D61159151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Adenovirus</a:t>
            </a:r>
          </a:p>
        </p:txBody>
      </p:sp>
      <p:grpSp>
        <p:nvGrpSpPr>
          <p:cNvPr id="18435" name="Adenovirus-Capsid-Structure-Illustration">
            <a:extLst>
              <a:ext uri="{FF2B5EF4-FFF2-40B4-BE49-F238E27FC236}">
                <a16:creationId xmlns:a16="http://schemas.microsoft.com/office/drawing/2014/main" id="{FF4F3707-F44A-42CE-ABEA-F770CDABDBFC}"/>
              </a:ext>
            </a:extLst>
          </p:cNvPr>
          <p:cNvGrpSpPr>
            <a:grpSpLocks/>
          </p:cNvGrpSpPr>
          <p:nvPr/>
        </p:nvGrpSpPr>
        <p:grpSpPr bwMode="auto">
          <a:xfrm>
            <a:off x="2232025" y="1571625"/>
            <a:ext cx="3103563" cy="3954463"/>
            <a:chOff x="344" y="732"/>
            <a:chExt cx="1955" cy="2491"/>
          </a:xfrm>
        </p:grpSpPr>
        <p:grpSp>
          <p:nvGrpSpPr>
            <p:cNvPr id="20222" name="Group 4">
              <a:extLst>
                <a:ext uri="{FF2B5EF4-FFF2-40B4-BE49-F238E27FC236}">
                  <a16:creationId xmlns:a16="http://schemas.microsoft.com/office/drawing/2014/main" id="{4821777A-2208-4402-BE37-385D358302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9" y="1249"/>
              <a:ext cx="868" cy="1480"/>
              <a:chOff x="889" y="1249"/>
              <a:chExt cx="868" cy="1480"/>
            </a:xfrm>
          </p:grpSpPr>
          <p:sp>
            <p:nvSpPr>
              <p:cNvPr id="21806" name="Freeform 5">
                <a:extLst>
                  <a:ext uri="{FF2B5EF4-FFF2-40B4-BE49-F238E27FC236}">
                    <a16:creationId xmlns:a16="http://schemas.microsoft.com/office/drawing/2014/main" id="{D9BDB08D-6464-402B-BF92-62F96F940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329"/>
                <a:ext cx="58" cy="54"/>
              </a:xfrm>
              <a:custGeom>
                <a:avLst/>
                <a:gdLst>
                  <a:gd name="T0" fmla="*/ 2022 w 23"/>
                  <a:gd name="T1" fmla="*/ 0 h 20"/>
                  <a:gd name="T2" fmla="*/ 3561 w 23"/>
                  <a:gd name="T3" fmla="*/ 2719 h 20"/>
                  <a:gd name="T4" fmla="*/ 5629 w 23"/>
                  <a:gd name="T5" fmla="*/ 3127 h 20"/>
                  <a:gd name="T6" fmla="*/ 5629 w 23"/>
                  <a:gd name="T7" fmla="*/ 5476 h 20"/>
                  <a:gd name="T8" fmla="*/ 2022 w 23"/>
                  <a:gd name="T9" fmla="*/ 6599 h 20"/>
                  <a:gd name="T10" fmla="*/ 802 w 23"/>
                  <a:gd name="T11" fmla="*/ 1158 h 20"/>
                  <a:gd name="T12" fmla="*/ 2022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9" y="2"/>
                      <a:pt x="11" y="5"/>
                      <a:pt x="14" y="7"/>
                    </a:cubicBezTo>
                    <a:cubicBezTo>
                      <a:pt x="16" y="8"/>
                      <a:pt x="20" y="9"/>
                      <a:pt x="22" y="8"/>
                    </a:cubicBezTo>
                    <a:cubicBezTo>
                      <a:pt x="23" y="10"/>
                      <a:pt x="23" y="12"/>
                      <a:pt x="22" y="14"/>
                    </a:cubicBezTo>
                    <a:cubicBezTo>
                      <a:pt x="19" y="19"/>
                      <a:pt x="13" y="20"/>
                      <a:pt x="8" y="17"/>
                    </a:cubicBezTo>
                    <a:cubicBezTo>
                      <a:pt x="3" y="14"/>
                      <a:pt x="0" y="8"/>
                      <a:pt x="3" y="3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7" name="Freeform 6">
                <a:extLst>
                  <a:ext uri="{FF2B5EF4-FFF2-40B4-BE49-F238E27FC236}">
                    <a16:creationId xmlns:a16="http://schemas.microsoft.com/office/drawing/2014/main" id="{456F7CEF-EB77-409E-840D-768C18063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356"/>
                <a:ext cx="55" cy="53"/>
              </a:xfrm>
              <a:custGeom>
                <a:avLst/>
                <a:gdLst>
                  <a:gd name="T0" fmla="*/ 1770 w 22"/>
                  <a:gd name="T1" fmla="*/ 0 h 20"/>
                  <a:gd name="T2" fmla="*/ 3250 w 22"/>
                  <a:gd name="T3" fmla="*/ 2472 h 20"/>
                  <a:gd name="T4" fmla="*/ 5395 w 22"/>
                  <a:gd name="T5" fmla="*/ 2753 h 20"/>
                  <a:gd name="T6" fmla="*/ 5208 w 22"/>
                  <a:gd name="T7" fmla="*/ 4839 h 20"/>
                  <a:gd name="T8" fmla="*/ 1770 w 22"/>
                  <a:gd name="T9" fmla="*/ 5864 h 20"/>
                  <a:gd name="T10" fmla="*/ 520 w 22"/>
                  <a:gd name="T11" fmla="*/ 1039 h 20"/>
                  <a:gd name="T12" fmla="*/ 1770 w 22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7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2" y="10"/>
                      <a:pt x="22" y="12"/>
                      <a:pt x="21" y="14"/>
                    </a:cubicBezTo>
                    <a:cubicBezTo>
                      <a:pt x="19" y="19"/>
                      <a:pt x="12" y="20"/>
                      <a:pt x="7" y="17"/>
                    </a:cubicBezTo>
                    <a:cubicBezTo>
                      <a:pt x="2" y="14"/>
                      <a:pt x="0" y="8"/>
                      <a:pt x="2" y="3"/>
                    </a:cubicBezTo>
                    <a:cubicBezTo>
                      <a:pt x="3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8" name="Freeform 7">
                <a:extLst>
                  <a:ext uri="{FF2B5EF4-FFF2-40B4-BE49-F238E27FC236}">
                    <a16:creationId xmlns:a16="http://schemas.microsoft.com/office/drawing/2014/main" id="{69C9D578-935A-4559-99B0-7F065C4FC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383"/>
                <a:ext cx="57" cy="53"/>
              </a:xfrm>
              <a:custGeom>
                <a:avLst/>
                <a:gdLst>
                  <a:gd name="T0" fmla="*/ 1584 w 23"/>
                  <a:gd name="T1" fmla="*/ 0 h 20"/>
                  <a:gd name="T2" fmla="*/ 2984 w 23"/>
                  <a:gd name="T3" fmla="*/ 2472 h 20"/>
                  <a:gd name="T4" fmla="*/ 5128 w 23"/>
                  <a:gd name="T5" fmla="*/ 2753 h 20"/>
                  <a:gd name="T6" fmla="*/ 4870 w 23"/>
                  <a:gd name="T7" fmla="*/ 4839 h 20"/>
                  <a:gd name="T8" fmla="*/ 1584 w 23"/>
                  <a:gd name="T9" fmla="*/ 5864 h 20"/>
                  <a:gd name="T10" fmla="*/ 454 w 23"/>
                  <a:gd name="T11" fmla="*/ 1039 h 20"/>
                  <a:gd name="T12" fmla="*/ 1584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7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9"/>
                      <a:pt x="19" y="9"/>
                      <a:pt x="22" y="8"/>
                    </a:cubicBezTo>
                    <a:cubicBezTo>
                      <a:pt x="23" y="10"/>
                      <a:pt x="22" y="12"/>
                      <a:pt x="21" y="14"/>
                    </a:cubicBezTo>
                    <a:cubicBezTo>
                      <a:pt x="19" y="19"/>
                      <a:pt x="13" y="20"/>
                      <a:pt x="7" y="17"/>
                    </a:cubicBezTo>
                    <a:cubicBezTo>
                      <a:pt x="2" y="14"/>
                      <a:pt x="0" y="8"/>
                      <a:pt x="2" y="3"/>
                    </a:cubicBezTo>
                    <a:cubicBezTo>
                      <a:pt x="3" y="2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9" name="Freeform 8">
                <a:extLst>
                  <a:ext uri="{FF2B5EF4-FFF2-40B4-BE49-F238E27FC236}">
                    <a16:creationId xmlns:a16="http://schemas.microsoft.com/office/drawing/2014/main" id="{24BB129D-6166-4B8F-A137-AF2175A77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409"/>
                <a:ext cx="57" cy="54"/>
              </a:xfrm>
              <a:custGeom>
                <a:avLst/>
                <a:gdLst>
                  <a:gd name="T0" fmla="*/ 1886 w 23"/>
                  <a:gd name="T1" fmla="*/ 0 h 20"/>
                  <a:gd name="T2" fmla="*/ 2984 w 23"/>
                  <a:gd name="T3" fmla="*/ 2719 h 20"/>
                  <a:gd name="T4" fmla="*/ 5128 w 23"/>
                  <a:gd name="T5" fmla="*/ 3127 h 20"/>
                  <a:gd name="T6" fmla="*/ 5128 w 23"/>
                  <a:gd name="T7" fmla="*/ 5476 h 20"/>
                  <a:gd name="T8" fmla="*/ 1584 w 23"/>
                  <a:gd name="T9" fmla="*/ 6599 h 20"/>
                  <a:gd name="T10" fmla="*/ 639 w 23"/>
                  <a:gd name="T11" fmla="*/ 1158 h 20"/>
                  <a:gd name="T12" fmla="*/ 1886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3" y="10"/>
                      <a:pt x="23" y="12"/>
                      <a:pt x="22" y="14"/>
                    </a:cubicBezTo>
                    <a:cubicBezTo>
                      <a:pt x="19" y="19"/>
                      <a:pt x="13" y="20"/>
                      <a:pt x="7" y="17"/>
                    </a:cubicBezTo>
                    <a:cubicBezTo>
                      <a:pt x="2" y="14"/>
                      <a:pt x="0" y="8"/>
                      <a:pt x="3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0" name="Freeform 9">
                <a:extLst>
                  <a:ext uri="{FF2B5EF4-FFF2-40B4-BE49-F238E27FC236}">
                    <a16:creationId xmlns:a16="http://schemas.microsoft.com/office/drawing/2014/main" id="{BBFF68B2-16D6-442A-AD18-C24094263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436"/>
                <a:ext cx="57" cy="53"/>
              </a:xfrm>
              <a:custGeom>
                <a:avLst/>
                <a:gdLst>
                  <a:gd name="T0" fmla="*/ 1886 w 23"/>
                  <a:gd name="T1" fmla="*/ 0 h 20"/>
                  <a:gd name="T2" fmla="*/ 2984 w 23"/>
                  <a:gd name="T3" fmla="*/ 2472 h 20"/>
                  <a:gd name="T4" fmla="*/ 5128 w 23"/>
                  <a:gd name="T5" fmla="*/ 2753 h 20"/>
                  <a:gd name="T6" fmla="*/ 5128 w 23"/>
                  <a:gd name="T7" fmla="*/ 4839 h 20"/>
                  <a:gd name="T8" fmla="*/ 1886 w 23"/>
                  <a:gd name="T9" fmla="*/ 5864 h 20"/>
                  <a:gd name="T10" fmla="*/ 639 w 23"/>
                  <a:gd name="T11" fmla="*/ 1039 h 20"/>
                  <a:gd name="T12" fmla="*/ 1886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9" y="2"/>
                      <a:pt x="11" y="5"/>
                      <a:pt x="13" y="7"/>
                    </a:cubicBezTo>
                    <a:cubicBezTo>
                      <a:pt x="16" y="8"/>
                      <a:pt x="20" y="9"/>
                      <a:pt x="22" y="8"/>
                    </a:cubicBezTo>
                    <a:cubicBezTo>
                      <a:pt x="23" y="10"/>
                      <a:pt x="23" y="12"/>
                      <a:pt x="22" y="14"/>
                    </a:cubicBezTo>
                    <a:cubicBezTo>
                      <a:pt x="19" y="19"/>
                      <a:pt x="13" y="20"/>
                      <a:pt x="8" y="17"/>
                    </a:cubicBezTo>
                    <a:cubicBezTo>
                      <a:pt x="2" y="14"/>
                      <a:pt x="0" y="8"/>
                      <a:pt x="3" y="3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1" name="Freeform 10">
                <a:extLst>
                  <a:ext uri="{FF2B5EF4-FFF2-40B4-BE49-F238E27FC236}">
                    <a16:creationId xmlns:a16="http://schemas.microsoft.com/office/drawing/2014/main" id="{D425EDB8-D27D-4950-B204-100918BBD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463"/>
                <a:ext cx="55" cy="53"/>
              </a:xfrm>
              <a:custGeom>
                <a:avLst/>
                <a:gdLst>
                  <a:gd name="T0" fmla="*/ 1770 w 22"/>
                  <a:gd name="T1" fmla="*/ 0 h 20"/>
                  <a:gd name="T2" fmla="*/ 3250 w 22"/>
                  <a:gd name="T3" fmla="*/ 2472 h 20"/>
                  <a:gd name="T4" fmla="*/ 5395 w 22"/>
                  <a:gd name="T5" fmla="*/ 2753 h 20"/>
                  <a:gd name="T6" fmla="*/ 5208 w 22"/>
                  <a:gd name="T7" fmla="*/ 4839 h 20"/>
                  <a:gd name="T8" fmla="*/ 1770 w 22"/>
                  <a:gd name="T9" fmla="*/ 5864 h 20"/>
                  <a:gd name="T10" fmla="*/ 520 w 22"/>
                  <a:gd name="T11" fmla="*/ 1039 h 20"/>
                  <a:gd name="T12" fmla="*/ 1770 w 22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7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2" y="10"/>
                      <a:pt x="22" y="12"/>
                      <a:pt x="21" y="14"/>
                    </a:cubicBezTo>
                    <a:cubicBezTo>
                      <a:pt x="19" y="19"/>
                      <a:pt x="12" y="20"/>
                      <a:pt x="7" y="17"/>
                    </a:cubicBezTo>
                    <a:cubicBezTo>
                      <a:pt x="2" y="14"/>
                      <a:pt x="0" y="8"/>
                      <a:pt x="2" y="3"/>
                    </a:cubicBezTo>
                    <a:cubicBezTo>
                      <a:pt x="3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2" name="Freeform 11">
                <a:extLst>
                  <a:ext uri="{FF2B5EF4-FFF2-40B4-BE49-F238E27FC236}">
                    <a16:creationId xmlns:a16="http://schemas.microsoft.com/office/drawing/2014/main" id="{6FAF7264-136E-4BE1-A99D-23C88646A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489"/>
                <a:ext cx="58" cy="54"/>
              </a:xfrm>
              <a:custGeom>
                <a:avLst/>
                <a:gdLst>
                  <a:gd name="T0" fmla="*/ 1813 w 23"/>
                  <a:gd name="T1" fmla="*/ 0 h 20"/>
                  <a:gd name="T2" fmla="*/ 3351 w 23"/>
                  <a:gd name="T3" fmla="*/ 2719 h 20"/>
                  <a:gd name="T4" fmla="*/ 5629 w 23"/>
                  <a:gd name="T5" fmla="*/ 3127 h 20"/>
                  <a:gd name="T6" fmla="*/ 5419 w 23"/>
                  <a:gd name="T7" fmla="*/ 5476 h 20"/>
                  <a:gd name="T8" fmla="*/ 1813 w 23"/>
                  <a:gd name="T9" fmla="*/ 6599 h 20"/>
                  <a:gd name="T10" fmla="*/ 527 w 23"/>
                  <a:gd name="T11" fmla="*/ 1158 h 20"/>
                  <a:gd name="T12" fmla="*/ 1813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7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3" y="10"/>
                      <a:pt x="22" y="12"/>
                      <a:pt x="21" y="14"/>
                    </a:cubicBezTo>
                    <a:cubicBezTo>
                      <a:pt x="19" y="19"/>
                      <a:pt x="12" y="20"/>
                      <a:pt x="7" y="17"/>
                    </a:cubicBezTo>
                    <a:cubicBezTo>
                      <a:pt x="2" y="14"/>
                      <a:pt x="0" y="8"/>
                      <a:pt x="2" y="3"/>
                    </a:cubicBezTo>
                    <a:cubicBezTo>
                      <a:pt x="3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" name="Freeform 12">
                <a:extLst>
                  <a:ext uri="{FF2B5EF4-FFF2-40B4-BE49-F238E27FC236}">
                    <a16:creationId xmlns:a16="http://schemas.microsoft.com/office/drawing/2014/main" id="{3F7A662A-6D34-49AC-BECF-9F9D93093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516"/>
                <a:ext cx="58" cy="53"/>
              </a:xfrm>
              <a:custGeom>
                <a:avLst/>
                <a:gdLst>
                  <a:gd name="T0" fmla="*/ 2022 w 23"/>
                  <a:gd name="T1" fmla="*/ 0 h 20"/>
                  <a:gd name="T2" fmla="*/ 3351 w 23"/>
                  <a:gd name="T3" fmla="*/ 2472 h 20"/>
                  <a:gd name="T4" fmla="*/ 5629 w 23"/>
                  <a:gd name="T5" fmla="*/ 2753 h 20"/>
                  <a:gd name="T6" fmla="*/ 5629 w 23"/>
                  <a:gd name="T7" fmla="*/ 4839 h 20"/>
                  <a:gd name="T8" fmla="*/ 1813 w 23"/>
                  <a:gd name="T9" fmla="*/ 5864 h 20"/>
                  <a:gd name="T10" fmla="*/ 527 w 23"/>
                  <a:gd name="T11" fmla="*/ 1039 h 20"/>
                  <a:gd name="T12" fmla="*/ 2022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3" y="10"/>
                      <a:pt x="23" y="12"/>
                      <a:pt x="22" y="14"/>
                    </a:cubicBezTo>
                    <a:cubicBezTo>
                      <a:pt x="19" y="19"/>
                      <a:pt x="13" y="20"/>
                      <a:pt x="7" y="17"/>
                    </a:cubicBezTo>
                    <a:cubicBezTo>
                      <a:pt x="2" y="14"/>
                      <a:pt x="0" y="8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4" name="Freeform 13">
                <a:extLst>
                  <a:ext uri="{FF2B5EF4-FFF2-40B4-BE49-F238E27FC236}">
                    <a16:creationId xmlns:a16="http://schemas.microsoft.com/office/drawing/2014/main" id="{E49FD23A-3154-4E9B-94F4-EE1683993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543"/>
                <a:ext cx="58" cy="53"/>
              </a:xfrm>
              <a:custGeom>
                <a:avLst/>
                <a:gdLst>
                  <a:gd name="T0" fmla="*/ 2022 w 23"/>
                  <a:gd name="T1" fmla="*/ 0 h 20"/>
                  <a:gd name="T2" fmla="*/ 3351 w 23"/>
                  <a:gd name="T3" fmla="*/ 2472 h 20"/>
                  <a:gd name="T4" fmla="*/ 5629 w 23"/>
                  <a:gd name="T5" fmla="*/ 2753 h 20"/>
                  <a:gd name="T6" fmla="*/ 5629 w 23"/>
                  <a:gd name="T7" fmla="*/ 4839 h 20"/>
                  <a:gd name="T8" fmla="*/ 2022 w 23"/>
                  <a:gd name="T9" fmla="*/ 5864 h 20"/>
                  <a:gd name="T10" fmla="*/ 802 w 23"/>
                  <a:gd name="T11" fmla="*/ 1039 h 20"/>
                  <a:gd name="T12" fmla="*/ 2022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9" y="2"/>
                      <a:pt x="11" y="5"/>
                      <a:pt x="13" y="7"/>
                    </a:cubicBezTo>
                    <a:cubicBezTo>
                      <a:pt x="16" y="8"/>
                      <a:pt x="20" y="9"/>
                      <a:pt x="22" y="8"/>
                    </a:cubicBezTo>
                    <a:cubicBezTo>
                      <a:pt x="23" y="10"/>
                      <a:pt x="23" y="12"/>
                      <a:pt x="22" y="14"/>
                    </a:cubicBezTo>
                    <a:cubicBezTo>
                      <a:pt x="19" y="19"/>
                      <a:pt x="13" y="20"/>
                      <a:pt x="8" y="17"/>
                    </a:cubicBezTo>
                    <a:cubicBezTo>
                      <a:pt x="2" y="14"/>
                      <a:pt x="0" y="8"/>
                      <a:pt x="3" y="3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" name="Freeform 14">
                <a:extLst>
                  <a:ext uri="{FF2B5EF4-FFF2-40B4-BE49-F238E27FC236}">
                    <a16:creationId xmlns:a16="http://schemas.microsoft.com/office/drawing/2014/main" id="{C84C1324-DECF-44A2-BB71-EE71F2CD2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569"/>
                <a:ext cx="55" cy="54"/>
              </a:xfrm>
              <a:custGeom>
                <a:avLst/>
                <a:gdLst>
                  <a:gd name="T0" fmla="*/ 1770 w 22"/>
                  <a:gd name="T1" fmla="*/ 0 h 20"/>
                  <a:gd name="T2" fmla="*/ 3250 w 22"/>
                  <a:gd name="T3" fmla="*/ 2719 h 20"/>
                  <a:gd name="T4" fmla="*/ 5395 w 22"/>
                  <a:gd name="T5" fmla="*/ 3127 h 20"/>
                  <a:gd name="T6" fmla="*/ 5208 w 22"/>
                  <a:gd name="T7" fmla="*/ 5476 h 20"/>
                  <a:gd name="T8" fmla="*/ 1770 w 22"/>
                  <a:gd name="T9" fmla="*/ 6599 h 20"/>
                  <a:gd name="T10" fmla="*/ 520 w 22"/>
                  <a:gd name="T11" fmla="*/ 1158 h 20"/>
                  <a:gd name="T12" fmla="*/ 1770 w 22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7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2" y="10"/>
                      <a:pt x="22" y="12"/>
                      <a:pt x="21" y="14"/>
                    </a:cubicBezTo>
                    <a:cubicBezTo>
                      <a:pt x="19" y="19"/>
                      <a:pt x="12" y="20"/>
                      <a:pt x="7" y="17"/>
                    </a:cubicBezTo>
                    <a:cubicBezTo>
                      <a:pt x="2" y="14"/>
                      <a:pt x="0" y="8"/>
                      <a:pt x="2" y="3"/>
                    </a:cubicBezTo>
                    <a:cubicBezTo>
                      <a:pt x="3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" name="Freeform 15">
                <a:extLst>
                  <a:ext uri="{FF2B5EF4-FFF2-40B4-BE49-F238E27FC236}">
                    <a16:creationId xmlns:a16="http://schemas.microsoft.com/office/drawing/2014/main" id="{A2A7899E-476A-47C9-BB9F-BB1E1B6E4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577"/>
                <a:ext cx="142" cy="152"/>
              </a:xfrm>
              <a:custGeom>
                <a:avLst/>
                <a:gdLst>
                  <a:gd name="T0" fmla="*/ 3849 w 57"/>
                  <a:gd name="T1" fmla="*/ 17955 h 57"/>
                  <a:gd name="T2" fmla="*/ 1627 w 57"/>
                  <a:gd name="T3" fmla="*/ 5005 h 57"/>
                  <a:gd name="T4" fmla="*/ 7670 w 57"/>
                  <a:gd name="T5" fmla="*/ 397 h 57"/>
                  <a:gd name="T6" fmla="*/ 8814 w 57"/>
                  <a:gd name="T7" fmla="*/ 5005 h 57"/>
                  <a:gd name="T8" fmla="*/ 11985 w 57"/>
                  <a:gd name="T9" fmla="*/ 4301 h 57"/>
                  <a:gd name="T10" fmla="*/ 12474 w 57"/>
                  <a:gd name="T11" fmla="*/ 14413 h 57"/>
                  <a:gd name="T12" fmla="*/ 3849 w 57"/>
                  <a:gd name="T13" fmla="*/ 17955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7">
                    <a:moveTo>
                      <a:pt x="16" y="50"/>
                    </a:moveTo>
                    <a:cubicBezTo>
                      <a:pt x="4" y="42"/>
                      <a:pt x="0" y="26"/>
                      <a:pt x="7" y="14"/>
                    </a:cubicBezTo>
                    <a:cubicBezTo>
                      <a:pt x="12" y="5"/>
                      <a:pt x="22" y="0"/>
                      <a:pt x="32" y="1"/>
                    </a:cubicBezTo>
                    <a:cubicBezTo>
                      <a:pt x="30" y="5"/>
                      <a:pt x="32" y="11"/>
                      <a:pt x="37" y="14"/>
                    </a:cubicBezTo>
                    <a:cubicBezTo>
                      <a:pt x="42" y="16"/>
                      <a:pt x="48" y="16"/>
                      <a:pt x="50" y="12"/>
                    </a:cubicBezTo>
                    <a:cubicBezTo>
                      <a:pt x="56" y="20"/>
                      <a:pt x="57" y="31"/>
                      <a:pt x="52" y="40"/>
                    </a:cubicBezTo>
                    <a:cubicBezTo>
                      <a:pt x="45" y="52"/>
                      <a:pt x="29" y="57"/>
                      <a:pt x="16" y="50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7" name="Freeform 16">
                <a:extLst>
                  <a:ext uri="{FF2B5EF4-FFF2-40B4-BE49-F238E27FC236}">
                    <a16:creationId xmlns:a16="http://schemas.microsoft.com/office/drawing/2014/main" id="{F1B17A45-BE24-4813-86B7-0BD727E6E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575"/>
                <a:ext cx="33" cy="37"/>
              </a:xfrm>
              <a:custGeom>
                <a:avLst/>
                <a:gdLst>
                  <a:gd name="T0" fmla="*/ 1571 w 13"/>
                  <a:gd name="T1" fmla="*/ 4157 h 14"/>
                  <a:gd name="T2" fmla="*/ 1031 w 13"/>
                  <a:gd name="T3" fmla="*/ 0 h 14"/>
                  <a:gd name="T4" fmla="*/ 3485 w 13"/>
                  <a:gd name="T5" fmla="*/ 4784 h 14"/>
                  <a:gd name="T6" fmla="*/ 1571 w 13"/>
                  <a:gd name="T7" fmla="*/ 415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6" y="12"/>
                    </a:moveTo>
                    <a:cubicBezTo>
                      <a:pt x="3" y="10"/>
                      <a:pt x="0" y="4"/>
                      <a:pt x="4" y="0"/>
                    </a:cubicBezTo>
                    <a:cubicBezTo>
                      <a:pt x="4" y="4"/>
                      <a:pt x="6" y="12"/>
                      <a:pt x="13" y="14"/>
                    </a:cubicBezTo>
                    <a:cubicBezTo>
                      <a:pt x="11" y="14"/>
                      <a:pt x="9" y="14"/>
                      <a:pt x="6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" name="Freeform 17">
                <a:extLst>
                  <a:ext uri="{FF2B5EF4-FFF2-40B4-BE49-F238E27FC236}">
                    <a16:creationId xmlns:a16="http://schemas.microsoft.com/office/drawing/2014/main" id="{67DA1E6F-2567-43A6-87AE-EA25B1A75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548"/>
                <a:ext cx="30" cy="37"/>
              </a:xfrm>
              <a:custGeom>
                <a:avLst/>
                <a:gdLst>
                  <a:gd name="T0" fmla="*/ 1488 w 12"/>
                  <a:gd name="T1" fmla="*/ 4157 h 14"/>
                  <a:gd name="T2" fmla="*/ 988 w 12"/>
                  <a:gd name="T3" fmla="*/ 0 h 14"/>
                  <a:gd name="T4" fmla="*/ 2938 w 12"/>
                  <a:gd name="T5" fmla="*/ 4784 h 14"/>
                  <a:gd name="T6" fmla="*/ 1488 w 12"/>
                  <a:gd name="T7" fmla="*/ 415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6" y="12"/>
                    </a:moveTo>
                    <a:cubicBezTo>
                      <a:pt x="2" y="10"/>
                      <a:pt x="0" y="4"/>
                      <a:pt x="4" y="0"/>
                    </a:cubicBezTo>
                    <a:cubicBezTo>
                      <a:pt x="3" y="4"/>
                      <a:pt x="6" y="12"/>
                      <a:pt x="12" y="14"/>
                    </a:cubicBezTo>
                    <a:cubicBezTo>
                      <a:pt x="10" y="14"/>
                      <a:pt x="8" y="13"/>
                      <a:pt x="6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9" name="Freeform 18">
                <a:extLst>
                  <a:ext uri="{FF2B5EF4-FFF2-40B4-BE49-F238E27FC236}">
                    <a16:creationId xmlns:a16="http://schemas.microsoft.com/office/drawing/2014/main" id="{A57E6703-208C-4C8A-8AAB-BD66836D4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524"/>
                <a:ext cx="30" cy="35"/>
              </a:xfrm>
              <a:custGeom>
                <a:avLst/>
                <a:gdLst>
                  <a:gd name="T0" fmla="*/ 1488 w 12"/>
                  <a:gd name="T1" fmla="*/ 4254 h 13"/>
                  <a:gd name="T2" fmla="*/ 988 w 12"/>
                  <a:gd name="T3" fmla="*/ 0 h 13"/>
                  <a:gd name="T4" fmla="*/ 2938 w 12"/>
                  <a:gd name="T5" fmla="*/ 4935 h 13"/>
                  <a:gd name="T6" fmla="*/ 1488 w 12"/>
                  <a:gd name="T7" fmla="*/ 425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6" y="11"/>
                    </a:moveTo>
                    <a:cubicBezTo>
                      <a:pt x="2" y="9"/>
                      <a:pt x="0" y="3"/>
                      <a:pt x="4" y="0"/>
                    </a:cubicBezTo>
                    <a:cubicBezTo>
                      <a:pt x="3" y="3"/>
                      <a:pt x="6" y="11"/>
                      <a:pt x="12" y="13"/>
                    </a:cubicBezTo>
                    <a:cubicBezTo>
                      <a:pt x="10" y="13"/>
                      <a:pt x="8" y="13"/>
                      <a:pt x="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0" name="Freeform 19">
                <a:extLst>
                  <a:ext uri="{FF2B5EF4-FFF2-40B4-BE49-F238E27FC236}">
                    <a16:creationId xmlns:a16="http://schemas.microsoft.com/office/drawing/2014/main" id="{A1AC988E-E65B-4B2F-867F-E4BE86050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495"/>
                <a:ext cx="30" cy="37"/>
              </a:xfrm>
              <a:custGeom>
                <a:avLst/>
                <a:gdLst>
                  <a:gd name="T0" fmla="*/ 1488 w 12"/>
                  <a:gd name="T1" fmla="*/ 4157 h 14"/>
                  <a:gd name="T2" fmla="*/ 988 w 12"/>
                  <a:gd name="T3" fmla="*/ 0 h 14"/>
                  <a:gd name="T4" fmla="*/ 2938 w 12"/>
                  <a:gd name="T5" fmla="*/ 4392 h 14"/>
                  <a:gd name="T6" fmla="*/ 1488 w 12"/>
                  <a:gd name="T7" fmla="*/ 415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6" y="12"/>
                    </a:moveTo>
                    <a:cubicBezTo>
                      <a:pt x="2" y="10"/>
                      <a:pt x="0" y="4"/>
                      <a:pt x="4" y="0"/>
                    </a:cubicBezTo>
                    <a:cubicBezTo>
                      <a:pt x="3" y="4"/>
                      <a:pt x="6" y="12"/>
                      <a:pt x="12" y="13"/>
                    </a:cubicBezTo>
                    <a:cubicBezTo>
                      <a:pt x="10" y="14"/>
                      <a:pt x="8" y="13"/>
                      <a:pt x="6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1" name="Freeform 20">
                <a:extLst>
                  <a:ext uri="{FF2B5EF4-FFF2-40B4-BE49-F238E27FC236}">
                    <a16:creationId xmlns:a16="http://schemas.microsoft.com/office/drawing/2014/main" id="{7A99354D-0F19-43F5-8B98-32B3A72B4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2471"/>
                <a:ext cx="32" cy="34"/>
              </a:xfrm>
              <a:custGeom>
                <a:avLst/>
                <a:gdLst>
                  <a:gd name="T0" fmla="*/ 1538 w 13"/>
                  <a:gd name="T1" fmla="*/ 3557 h 13"/>
                  <a:gd name="T2" fmla="*/ 928 w 13"/>
                  <a:gd name="T3" fmla="*/ 0 h 13"/>
                  <a:gd name="T4" fmla="*/ 2897 w 13"/>
                  <a:gd name="T5" fmla="*/ 4166 h 13"/>
                  <a:gd name="T6" fmla="*/ 1538 w 13"/>
                  <a:gd name="T7" fmla="*/ 355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7" y="11"/>
                    </a:moveTo>
                    <a:cubicBezTo>
                      <a:pt x="3" y="9"/>
                      <a:pt x="0" y="3"/>
                      <a:pt x="4" y="0"/>
                    </a:cubicBezTo>
                    <a:cubicBezTo>
                      <a:pt x="4" y="3"/>
                      <a:pt x="6" y="11"/>
                      <a:pt x="13" y="13"/>
                    </a:cubicBezTo>
                    <a:cubicBezTo>
                      <a:pt x="11" y="13"/>
                      <a:pt x="9" y="13"/>
                      <a:pt x="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" name="Freeform 21">
                <a:extLst>
                  <a:ext uri="{FF2B5EF4-FFF2-40B4-BE49-F238E27FC236}">
                    <a16:creationId xmlns:a16="http://schemas.microsoft.com/office/drawing/2014/main" id="{FCD72916-16DF-4B22-A99A-AF5A27D42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2441"/>
                <a:ext cx="30" cy="38"/>
              </a:xfrm>
              <a:custGeom>
                <a:avLst/>
                <a:gdLst>
                  <a:gd name="T0" fmla="*/ 1488 w 12"/>
                  <a:gd name="T1" fmla="*/ 4878 h 14"/>
                  <a:gd name="T2" fmla="*/ 988 w 12"/>
                  <a:gd name="T3" fmla="*/ 0 h 14"/>
                  <a:gd name="T4" fmla="*/ 2938 w 12"/>
                  <a:gd name="T5" fmla="*/ 5600 h 14"/>
                  <a:gd name="T6" fmla="*/ 1488 w 12"/>
                  <a:gd name="T7" fmla="*/ 487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6" y="12"/>
                    </a:moveTo>
                    <a:cubicBezTo>
                      <a:pt x="2" y="10"/>
                      <a:pt x="0" y="4"/>
                      <a:pt x="4" y="0"/>
                    </a:cubicBezTo>
                    <a:cubicBezTo>
                      <a:pt x="3" y="4"/>
                      <a:pt x="6" y="12"/>
                      <a:pt x="12" y="14"/>
                    </a:cubicBezTo>
                    <a:cubicBezTo>
                      <a:pt x="10" y="14"/>
                      <a:pt x="8" y="13"/>
                      <a:pt x="6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" name="Freeform 22">
                <a:extLst>
                  <a:ext uri="{FF2B5EF4-FFF2-40B4-BE49-F238E27FC236}">
                    <a16:creationId xmlns:a16="http://schemas.microsoft.com/office/drawing/2014/main" id="{3166CDE6-36A9-4536-98F5-D6E987550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417"/>
                <a:ext cx="30" cy="35"/>
              </a:xfrm>
              <a:custGeom>
                <a:avLst/>
                <a:gdLst>
                  <a:gd name="T0" fmla="*/ 1488 w 12"/>
                  <a:gd name="T1" fmla="*/ 4254 h 13"/>
                  <a:gd name="T2" fmla="*/ 988 w 12"/>
                  <a:gd name="T3" fmla="*/ 0 h 13"/>
                  <a:gd name="T4" fmla="*/ 2938 w 12"/>
                  <a:gd name="T5" fmla="*/ 4935 h 13"/>
                  <a:gd name="T6" fmla="*/ 1488 w 12"/>
                  <a:gd name="T7" fmla="*/ 425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6" y="11"/>
                    </a:moveTo>
                    <a:cubicBezTo>
                      <a:pt x="2" y="9"/>
                      <a:pt x="0" y="3"/>
                      <a:pt x="4" y="0"/>
                    </a:cubicBezTo>
                    <a:cubicBezTo>
                      <a:pt x="3" y="3"/>
                      <a:pt x="6" y="11"/>
                      <a:pt x="12" y="13"/>
                    </a:cubicBezTo>
                    <a:cubicBezTo>
                      <a:pt x="10" y="13"/>
                      <a:pt x="8" y="13"/>
                      <a:pt x="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4" name="Freeform 23">
                <a:extLst>
                  <a:ext uri="{FF2B5EF4-FFF2-40B4-BE49-F238E27FC236}">
                    <a16:creationId xmlns:a16="http://schemas.microsoft.com/office/drawing/2014/main" id="{95766EA3-237D-450E-B1E0-E6C9E8C83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391"/>
                <a:ext cx="33" cy="37"/>
              </a:xfrm>
              <a:custGeom>
                <a:avLst/>
                <a:gdLst>
                  <a:gd name="T0" fmla="*/ 1914 w 13"/>
                  <a:gd name="T1" fmla="*/ 3766 h 14"/>
                  <a:gd name="T2" fmla="*/ 1373 w 13"/>
                  <a:gd name="T3" fmla="*/ 0 h 14"/>
                  <a:gd name="T4" fmla="*/ 3485 w 13"/>
                  <a:gd name="T5" fmla="*/ 4392 h 14"/>
                  <a:gd name="T6" fmla="*/ 1914 w 13"/>
                  <a:gd name="T7" fmla="*/ 376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7" y="11"/>
                    </a:moveTo>
                    <a:cubicBezTo>
                      <a:pt x="3" y="9"/>
                      <a:pt x="0" y="3"/>
                      <a:pt x="5" y="0"/>
                    </a:cubicBezTo>
                    <a:cubicBezTo>
                      <a:pt x="4" y="4"/>
                      <a:pt x="6" y="11"/>
                      <a:pt x="13" y="13"/>
                    </a:cubicBezTo>
                    <a:cubicBezTo>
                      <a:pt x="11" y="14"/>
                      <a:pt x="9" y="13"/>
                      <a:pt x="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5" name="Freeform 24">
                <a:extLst>
                  <a:ext uri="{FF2B5EF4-FFF2-40B4-BE49-F238E27FC236}">
                    <a16:creationId xmlns:a16="http://schemas.microsoft.com/office/drawing/2014/main" id="{69F33EF6-5F95-4E3D-821E-F8347B63D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361"/>
                <a:ext cx="33" cy="38"/>
              </a:xfrm>
              <a:custGeom>
                <a:avLst/>
                <a:gdLst>
                  <a:gd name="T0" fmla="*/ 1914 w 13"/>
                  <a:gd name="T1" fmla="*/ 4878 h 14"/>
                  <a:gd name="T2" fmla="*/ 1373 w 13"/>
                  <a:gd name="T3" fmla="*/ 0 h 14"/>
                  <a:gd name="T4" fmla="*/ 3485 w 13"/>
                  <a:gd name="T5" fmla="*/ 5600 h 14"/>
                  <a:gd name="T6" fmla="*/ 1914 w 13"/>
                  <a:gd name="T7" fmla="*/ 487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7" y="12"/>
                    </a:moveTo>
                    <a:cubicBezTo>
                      <a:pt x="3" y="10"/>
                      <a:pt x="0" y="4"/>
                      <a:pt x="5" y="0"/>
                    </a:cubicBezTo>
                    <a:cubicBezTo>
                      <a:pt x="4" y="4"/>
                      <a:pt x="7" y="12"/>
                      <a:pt x="13" y="14"/>
                    </a:cubicBezTo>
                    <a:cubicBezTo>
                      <a:pt x="11" y="14"/>
                      <a:pt x="9" y="13"/>
                      <a:pt x="7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6" name="Freeform 25">
                <a:extLst>
                  <a:ext uri="{FF2B5EF4-FFF2-40B4-BE49-F238E27FC236}">
                    <a16:creationId xmlns:a16="http://schemas.microsoft.com/office/drawing/2014/main" id="{1AD040E4-BDEB-4DF2-B13D-404D9B93F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335"/>
                <a:ext cx="30" cy="37"/>
              </a:xfrm>
              <a:custGeom>
                <a:avLst/>
                <a:gdLst>
                  <a:gd name="T0" fmla="*/ 1488 w 12"/>
                  <a:gd name="T1" fmla="*/ 4157 h 14"/>
                  <a:gd name="T2" fmla="*/ 988 w 12"/>
                  <a:gd name="T3" fmla="*/ 0 h 14"/>
                  <a:gd name="T4" fmla="*/ 2938 w 12"/>
                  <a:gd name="T5" fmla="*/ 4392 h 14"/>
                  <a:gd name="T6" fmla="*/ 1488 w 12"/>
                  <a:gd name="T7" fmla="*/ 415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6" y="12"/>
                    </a:moveTo>
                    <a:cubicBezTo>
                      <a:pt x="3" y="9"/>
                      <a:pt x="0" y="3"/>
                      <a:pt x="4" y="0"/>
                    </a:cubicBezTo>
                    <a:cubicBezTo>
                      <a:pt x="4" y="4"/>
                      <a:pt x="6" y="12"/>
                      <a:pt x="12" y="13"/>
                    </a:cubicBezTo>
                    <a:cubicBezTo>
                      <a:pt x="11" y="14"/>
                      <a:pt x="9" y="13"/>
                      <a:pt x="6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7" name="Freeform 26">
                <a:extLst>
                  <a:ext uri="{FF2B5EF4-FFF2-40B4-BE49-F238E27FC236}">
                    <a16:creationId xmlns:a16="http://schemas.microsoft.com/office/drawing/2014/main" id="{355A1CA3-AFFC-4F50-B957-20964D737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329"/>
                <a:ext cx="58" cy="54"/>
              </a:xfrm>
              <a:custGeom>
                <a:avLst/>
                <a:gdLst>
                  <a:gd name="T0" fmla="*/ 2022 w 23"/>
                  <a:gd name="T1" fmla="*/ 0 h 20"/>
                  <a:gd name="T2" fmla="*/ 3561 w 23"/>
                  <a:gd name="T3" fmla="*/ 2719 h 20"/>
                  <a:gd name="T4" fmla="*/ 5629 w 23"/>
                  <a:gd name="T5" fmla="*/ 3127 h 20"/>
                  <a:gd name="T6" fmla="*/ 5629 w 23"/>
                  <a:gd name="T7" fmla="*/ 5476 h 20"/>
                  <a:gd name="T8" fmla="*/ 2022 w 23"/>
                  <a:gd name="T9" fmla="*/ 6599 h 20"/>
                  <a:gd name="T10" fmla="*/ 802 w 23"/>
                  <a:gd name="T11" fmla="*/ 1158 h 20"/>
                  <a:gd name="T12" fmla="*/ 2022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9" y="2"/>
                      <a:pt x="11" y="5"/>
                      <a:pt x="14" y="7"/>
                    </a:cubicBezTo>
                    <a:cubicBezTo>
                      <a:pt x="16" y="8"/>
                      <a:pt x="20" y="9"/>
                      <a:pt x="22" y="8"/>
                    </a:cubicBezTo>
                    <a:cubicBezTo>
                      <a:pt x="23" y="10"/>
                      <a:pt x="23" y="12"/>
                      <a:pt x="22" y="14"/>
                    </a:cubicBezTo>
                    <a:cubicBezTo>
                      <a:pt x="19" y="19"/>
                      <a:pt x="13" y="20"/>
                      <a:pt x="8" y="17"/>
                    </a:cubicBezTo>
                    <a:cubicBezTo>
                      <a:pt x="3" y="14"/>
                      <a:pt x="0" y="8"/>
                      <a:pt x="3" y="3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8" name="Freeform 27">
                <a:extLst>
                  <a:ext uri="{FF2B5EF4-FFF2-40B4-BE49-F238E27FC236}">
                    <a16:creationId xmlns:a16="http://schemas.microsoft.com/office/drawing/2014/main" id="{F7C4C13D-624E-4F30-9332-EE0A1CB00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356"/>
                <a:ext cx="55" cy="53"/>
              </a:xfrm>
              <a:custGeom>
                <a:avLst/>
                <a:gdLst>
                  <a:gd name="T0" fmla="*/ 1770 w 22"/>
                  <a:gd name="T1" fmla="*/ 0 h 20"/>
                  <a:gd name="T2" fmla="*/ 3250 w 22"/>
                  <a:gd name="T3" fmla="*/ 2472 h 20"/>
                  <a:gd name="T4" fmla="*/ 5395 w 22"/>
                  <a:gd name="T5" fmla="*/ 2753 h 20"/>
                  <a:gd name="T6" fmla="*/ 5208 w 22"/>
                  <a:gd name="T7" fmla="*/ 4839 h 20"/>
                  <a:gd name="T8" fmla="*/ 1770 w 22"/>
                  <a:gd name="T9" fmla="*/ 5864 h 20"/>
                  <a:gd name="T10" fmla="*/ 520 w 22"/>
                  <a:gd name="T11" fmla="*/ 1039 h 20"/>
                  <a:gd name="T12" fmla="*/ 1770 w 22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7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2" y="10"/>
                      <a:pt x="22" y="12"/>
                      <a:pt x="21" y="14"/>
                    </a:cubicBezTo>
                    <a:cubicBezTo>
                      <a:pt x="19" y="19"/>
                      <a:pt x="12" y="20"/>
                      <a:pt x="7" y="17"/>
                    </a:cubicBezTo>
                    <a:cubicBezTo>
                      <a:pt x="2" y="14"/>
                      <a:pt x="0" y="8"/>
                      <a:pt x="2" y="3"/>
                    </a:cubicBezTo>
                    <a:cubicBezTo>
                      <a:pt x="3" y="1"/>
                      <a:pt x="5" y="0"/>
                      <a:pt x="7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9" name="Freeform 28">
                <a:extLst>
                  <a:ext uri="{FF2B5EF4-FFF2-40B4-BE49-F238E27FC236}">
                    <a16:creationId xmlns:a16="http://schemas.microsoft.com/office/drawing/2014/main" id="{89B8812F-CDCB-48E3-93E5-1C81BF498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383"/>
                <a:ext cx="57" cy="53"/>
              </a:xfrm>
              <a:custGeom>
                <a:avLst/>
                <a:gdLst>
                  <a:gd name="T0" fmla="*/ 1584 w 23"/>
                  <a:gd name="T1" fmla="*/ 0 h 20"/>
                  <a:gd name="T2" fmla="*/ 2984 w 23"/>
                  <a:gd name="T3" fmla="*/ 2472 h 20"/>
                  <a:gd name="T4" fmla="*/ 5128 w 23"/>
                  <a:gd name="T5" fmla="*/ 2753 h 20"/>
                  <a:gd name="T6" fmla="*/ 4870 w 23"/>
                  <a:gd name="T7" fmla="*/ 4839 h 20"/>
                  <a:gd name="T8" fmla="*/ 1584 w 23"/>
                  <a:gd name="T9" fmla="*/ 5864 h 20"/>
                  <a:gd name="T10" fmla="*/ 454 w 23"/>
                  <a:gd name="T11" fmla="*/ 1039 h 20"/>
                  <a:gd name="T12" fmla="*/ 1584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7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9"/>
                      <a:pt x="19" y="9"/>
                      <a:pt x="22" y="8"/>
                    </a:cubicBezTo>
                    <a:cubicBezTo>
                      <a:pt x="23" y="10"/>
                      <a:pt x="22" y="12"/>
                      <a:pt x="21" y="14"/>
                    </a:cubicBezTo>
                    <a:cubicBezTo>
                      <a:pt x="19" y="19"/>
                      <a:pt x="13" y="20"/>
                      <a:pt x="7" y="17"/>
                    </a:cubicBezTo>
                    <a:cubicBezTo>
                      <a:pt x="2" y="14"/>
                      <a:pt x="0" y="8"/>
                      <a:pt x="2" y="3"/>
                    </a:cubicBezTo>
                    <a:cubicBezTo>
                      <a:pt x="3" y="2"/>
                      <a:pt x="5" y="0"/>
                      <a:pt x="7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0" name="Freeform 29">
                <a:extLst>
                  <a:ext uri="{FF2B5EF4-FFF2-40B4-BE49-F238E27FC236}">
                    <a16:creationId xmlns:a16="http://schemas.microsoft.com/office/drawing/2014/main" id="{704F94D0-5A6D-4A98-A3E4-2A39257EF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409"/>
                <a:ext cx="57" cy="54"/>
              </a:xfrm>
              <a:custGeom>
                <a:avLst/>
                <a:gdLst>
                  <a:gd name="T0" fmla="*/ 1886 w 23"/>
                  <a:gd name="T1" fmla="*/ 0 h 20"/>
                  <a:gd name="T2" fmla="*/ 2984 w 23"/>
                  <a:gd name="T3" fmla="*/ 2719 h 20"/>
                  <a:gd name="T4" fmla="*/ 5128 w 23"/>
                  <a:gd name="T5" fmla="*/ 3127 h 20"/>
                  <a:gd name="T6" fmla="*/ 5128 w 23"/>
                  <a:gd name="T7" fmla="*/ 5476 h 20"/>
                  <a:gd name="T8" fmla="*/ 1584 w 23"/>
                  <a:gd name="T9" fmla="*/ 6599 h 20"/>
                  <a:gd name="T10" fmla="*/ 639 w 23"/>
                  <a:gd name="T11" fmla="*/ 1158 h 20"/>
                  <a:gd name="T12" fmla="*/ 1886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3" y="10"/>
                      <a:pt x="23" y="12"/>
                      <a:pt x="22" y="14"/>
                    </a:cubicBezTo>
                    <a:cubicBezTo>
                      <a:pt x="19" y="19"/>
                      <a:pt x="13" y="20"/>
                      <a:pt x="7" y="17"/>
                    </a:cubicBezTo>
                    <a:cubicBezTo>
                      <a:pt x="2" y="14"/>
                      <a:pt x="0" y="8"/>
                      <a:pt x="3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1" name="Freeform 30">
                <a:extLst>
                  <a:ext uri="{FF2B5EF4-FFF2-40B4-BE49-F238E27FC236}">
                    <a16:creationId xmlns:a16="http://schemas.microsoft.com/office/drawing/2014/main" id="{AB9D565D-784B-416D-94FA-11511F578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436"/>
                <a:ext cx="57" cy="53"/>
              </a:xfrm>
              <a:custGeom>
                <a:avLst/>
                <a:gdLst>
                  <a:gd name="T0" fmla="*/ 1886 w 23"/>
                  <a:gd name="T1" fmla="*/ 0 h 20"/>
                  <a:gd name="T2" fmla="*/ 2984 w 23"/>
                  <a:gd name="T3" fmla="*/ 2472 h 20"/>
                  <a:gd name="T4" fmla="*/ 5128 w 23"/>
                  <a:gd name="T5" fmla="*/ 2753 h 20"/>
                  <a:gd name="T6" fmla="*/ 5128 w 23"/>
                  <a:gd name="T7" fmla="*/ 4839 h 20"/>
                  <a:gd name="T8" fmla="*/ 1886 w 23"/>
                  <a:gd name="T9" fmla="*/ 5864 h 20"/>
                  <a:gd name="T10" fmla="*/ 639 w 23"/>
                  <a:gd name="T11" fmla="*/ 1039 h 20"/>
                  <a:gd name="T12" fmla="*/ 1886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9" y="2"/>
                      <a:pt x="11" y="5"/>
                      <a:pt x="13" y="7"/>
                    </a:cubicBezTo>
                    <a:cubicBezTo>
                      <a:pt x="16" y="8"/>
                      <a:pt x="20" y="9"/>
                      <a:pt x="22" y="8"/>
                    </a:cubicBezTo>
                    <a:cubicBezTo>
                      <a:pt x="23" y="10"/>
                      <a:pt x="23" y="12"/>
                      <a:pt x="22" y="14"/>
                    </a:cubicBezTo>
                    <a:cubicBezTo>
                      <a:pt x="19" y="19"/>
                      <a:pt x="13" y="20"/>
                      <a:pt x="8" y="17"/>
                    </a:cubicBezTo>
                    <a:cubicBezTo>
                      <a:pt x="2" y="14"/>
                      <a:pt x="0" y="8"/>
                      <a:pt x="3" y="3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2" name="Freeform 31">
                <a:extLst>
                  <a:ext uri="{FF2B5EF4-FFF2-40B4-BE49-F238E27FC236}">
                    <a16:creationId xmlns:a16="http://schemas.microsoft.com/office/drawing/2014/main" id="{E22AAAE5-2032-4EAB-82FD-E0BC54759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463"/>
                <a:ext cx="55" cy="53"/>
              </a:xfrm>
              <a:custGeom>
                <a:avLst/>
                <a:gdLst>
                  <a:gd name="T0" fmla="*/ 1770 w 22"/>
                  <a:gd name="T1" fmla="*/ 0 h 20"/>
                  <a:gd name="T2" fmla="*/ 3250 w 22"/>
                  <a:gd name="T3" fmla="*/ 2472 h 20"/>
                  <a:gd name="T4" fmla="*/ 5395 w 22"/>
                  <a:gd name="T5" fmla="*/ 2753 h 20"/>
                  <a:gd name="T6" fmla="*/ 5208 w 22"/>
                  <a:gd name="T7" fmla="*/ 4839 h 20"/>
                  <a:gd name="T8" fmla="*/ 1770 w 22"/>
                  <a:gd name="T9" fmla="*/ 5864 h 20"/>
                  <a:gd name="T10" fmla="*/ 520 w 22"/>
                  <a:gd name="T11" fmla="*/ 1039 h 20"/>
                  <a:gd name="T12" fmla="*/ 1770 w 22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7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2" y="10"/>
                      <a:pt x="22" y="12"/>
                      <a:pt x="21" y="14"/>
                    </a:cubicBezTo>
                    <a:cubicBezTo>
                      <a:pt x="19" y="19"/>
                      <a:pt x="12" y="20"/>
                      <a:pt x="7" y="17"/>
                    </a:cubicBezTo>
                    <a:cubicBezTo>
                      <a:pt x="2" y="14"/>
                      <a:pt x="0" y="8"/>
                      <a:pt x="2" y="3"/>
                    </a:cubicBezTo>
                    <a:cubicBezTo>
                      <a:pt x="3" y="1"/>
                      <a:pt x="5" y="0"/>
                      <a:pt x="7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3" name="Freeform 32">
                <a:extLst>
                  <a:ext uri="{FF2B5EF4-FFF2-40B4-BE49-F238E27FC236}">
                    <a16:creationId xmlns:a16="http://schemas.microsoft.com/office/drawing/2014/main" id="{EE048888-0E6F-4514-BF72-38FE86AF8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489"/>
                <a:ext cx="58" cy="54"/>
              </a:xfrm>
              <a:custGeom>
                <a:avLst/>
                <a:gdLst>
                  <a:gd name="T0" fmla="*/ 1813 w 23"/>
                  <a:gd name="T1" fmla="*/ 0 h 20"/>
                  <a:gd name="T2" fmla="*/ 3351 w 23"/>
                  <a:gd name="T3" fmla="*/ 2719 h 20"/>
                  <a:gd name="T4" fmla="*/ 5629 w 23"/>
                  <a:gd name="T5" fmla="*/ 3127 h 20"/>
                  <a:gd name="T6" fmla="*/ 5419 w 23"/>
                  <a:gd name="T7" fmla="*/ 5476 h 20"/>
                  <a:gd name="T8" fmla="*/ 1813 w 23"/>
                  <a:gd name="T9" fmla="*/ 6599 h 20"/>
                  <a:gd name="T10" fmla="*/ 527 w 23"/>
                  <a:gd name="T11" fmla="*/ 1158 h 20"/>
                  <a:gd name="T12" fmla="*/ 1813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7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3" y="10"/>
                      <a:pt x="22" y="12"/>
                      <a:pt x="21" y="14"/>
                    </a:cubicBezTo>
                    <a:cubicBezTo>
                      <a:pt x="19" y="19"/>
                      <a:pt x="12" y="20"/>
                      <a:pt x="7" y="17"/>
                    </a:cubicBezTo>
                    <a:cubicBezTo>
                      <a:pt x="2" y="14"/>
                      <a:pt x="0" y="8"/>
                      <a:pt x="2" y="3"/>
                    </a:cubicBezTo>
                    <a:cubicBezTo>
                      <a:pt x="3" y="1"/>
                      <a:pt x="5" y="0"/>
                      <a:pt x="7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4" name="Freeform 33">
                <a:extLst>
                  <a:ext uri="{FF2B5EF4-FFF2-40B4-BE49-F238E27FC236}">
                    <a16:creationId xmlns:a16="http://schemas.microsoft.com/office/drawing/2014/main" id="{EE68BD19-F408-4429-B54C-527E4E3BB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516"/>
                <a:ext cx="58" cy="53"/>
              </a:xfrm>
              <a:custGeom>
                <a:avLst/>
                <a:gdLst>
                  <a:gd name="T0" fmla="*/ 2022 w 23"/>
                  <a:gd name="T1" fmla="*/ 0 h 20"/>
                  <a:gd name="T2" fmla="*/ 3351 w 23"/>
                  <a:gd name="T3" fmla="*/ 2472 h 20"/>
                  <a:gd name="T4" fmla="*/ 5629 w 23"/>
                  <a:gd name="T5" fmla="*/ 2753 h 20"/>
                  <a:gd name="T6" fmla="*/ 5629 w 23"/>
                  <a:gd name="T7" fmla="*/ 4839 h 20"/>
                  <a:gd name="T8" fmla="*/ 1813 w 23"/>
                  <a:gd name="T9" fmla="*/ 5864 h 20"/>
                  <a:gd name="T10" fmla="*/ 527 w 23"/>
                  <a:gd name="T11" fmla="*/ 1039 h 20"/>
                  <a:gd name="T12" fmla="*/ 2022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3" y="10"/>
                      <a:pt x="23" y="12"/>
                      <a:pt x="22" y="14"/>
                    </a:cubicBezTo>
                    <a:cubicBezTo>
                      <a:pt x="19" y="19"/>
                      <a:pt x="13" y="20"/>
                      <a:pt x="7" y="17"/>
                    </a:cubicBezTo>
                    <a:cubicBezTo>
                      <a:pt x="2" y="14"/>
                      <a:pt x="0" y="8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5" name="Freeform 34">
                <a:extLst>
                  <a:ext uri="{FF2B5EF4-FFF2-40B4-BE49-F238E27FC236}">
                    <a16:creationId xmlns:a16="http://schemas.microsoft.com/office/drawing/2014/main" id="{21898BBA-94F9-4FEE-85D2-23A1F1BD4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543"/>
                <a:ext cx="58" cy="53"/>
              </a:xfrm>
              <a:custGeom>
                <a:avLst/>
                <a:gdLst>
                  <a:gd name="T0" fmla="*/ 2022 w 23"/>
                  <a:gd name="T1" fmla="*/ 0 h 20"/>
                  <a:gd name="T2" fmla="*/ 3351 w 23"/>
                  <a:gd name="T3" fmla="*/ 2472 h 20"/>
                  <a:gd name="T4" fmla="*/ 5629 w 23"/>
                  <a:gd name="T5" fmla="*/ 2753 h 20"/>
                  <a:gd name="T6" fmla="*/ 5629 w 23"/>
                  <a:gd name="T7" fmla="*/ 4839 h 20"/>
                  <a:gd name="T8" fmla="*/ 2022 w 23"/>
                  <a:gd name="T9" fmla="*/ 5864 h 20"/>
                  <a:gd name="T10" fmla="*/ 802 w 23"/>
                  <a:gd name="T11" fmla="*/ 1039 h 20"/>
                  <a:gd name="T12" fmla="*/ 2022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9" y="2"/>
                      <a:pt x="11" y="5"/>
                      <a:pt x="13" y="7"/>
                    </a:cubicBezTo>
                    <a:cubicBezTo>
                      <a:pt x="16" y="8"/>
                      <a:pt x="20" y="9"/>
                      <a:pt x="22" y="8"/>
                    </a:cubicBezTo>
                    <a:cubicBezTo>
                      <a:pt x="23" y="10"/>
                      <a:pt x="23" y="12"/>
                      <a:pt x="22" y="14"/>
                    </a:cubicBezTo>
                    <a:cubicBezTo>
                      <a:pt x="19" y="19"/>
                      <a:pt x="13" y="20"/>
                      <a:pt x="8" y="17"/>
                    </a:cubicBezTo>
                    <a:cubicBezTo>
                      <a:pt x="2" y="14"/>
                      <a:pt x="0" y="8"/>
                      <a:pt x="3" y="3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6" name="Freeform 35">
                <a:extLst>
                  <a:ext uri="{FF2B5EF4-FFF2-40B4-BE49-F238E27FC236}">
                    <a16:creationId xmlns:a16="http://schemas.microsoft.com/office/drawing/2014/main" id="{7341AAE0-8F51-4A1F-AAD3-B310B55F9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569"/>
                <a:ext cx="55" cy="54"/>
              </a:xfrm>
              <a:custGeom>
                <a:avLst/>
                <a:gdLst>
                  <a:gd name="T0" fmla="*/ 1770 w 22"/>
                  <a:gd name="T1" fmla="*/ 0 h 20"/>
                  <a:gd name="T2" fmla="*/ 3250 w 22"/>
                  <a:gd name="T3" fmla="*/ 2719 h 20"/>
                  <a:gd name="T4" fmla="*/ 5395 w 22"/>
                  <a:gd name="T5" fmla="*/ 3127 h 20"/>
                  <a:gd name="T6" fmla="*/ 5208 w 22"/>
                  <a:gd name="T7" fmla="*/ 5476 h 20"/>
                  <a:gd name="T8" fmla="*/ 1770 w 22"/>
                  <a:gd name="T9" fmla="*/ 6599 h 20"/>
                  <a:gd name="T10" fmla="*/ 520 w 22"/>
                  <a:gd name="T11" fmla="*/ 1158 h 20"/>
                  <a:gd name="T12" fmla="*/ 1770 w 22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7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2" y="10"/>
                      <a:pt x="22" y="12"/>
                      <a:pt x="21" y="14"/>
                    </a:cubicBezTo>
                    <a:cubicBezTo>
                      <a:pt x="19" y="19"/>
                      <a:pt x="12" y="20"/>
                      <a:pt x="7" y="17"/>
                    </a:cubicBezTo>
                    <a:cubicBezTo>
                      <a:pt x="2" y="14"/>
                      <a:pt x="0" y="8"/>
                      <a:pt x="2" y="3"/>
                    </a:cubicBezTo>
                    <a:cubicBezTo>
                      <a:pt x="3" y="1"/>
                      <a:pt x="5" y="0"/>
                      <a:pt x="7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7" name="Freeform 36">
                <a:extLst>
                  <a:ext uri="{FF2B5EF4-FFF2-40B4-BE49-F238E27FC236}">
                    <a16:creationId xmlns:a16="http://schemas.microsoft.com/office/drawing/2014/main" id="{8D3B7421-25D6-4CFA-9D20-5B144862A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577"/>
                <a:ext cx="142" cy="152"/>
              </a:xfrm>
              <a:custGeom>
                <a:avLst/>
                <a:gdLst>
                  <a:gd name="T0" fmla="*/ 3849 w 57"/>
                  <a:gd name="T1" fmla="*/ 17955 h 57"/>
                  <a:gd name="T2" fmla="*/ 1627 w 57"/>
                  <a:gd name="T3" fmla="*/ 5005 h 57"/>
                  <a:gd name="T4" fmla="*/ 7670 w 57"/>
                  <a:gd name="T5" fmla="*/ 397 h 57"/>
                  <a:gd name="T6" fmla="*/ 8814 w 57"/>
                  <a:gd name="T7" fmla="*/ 5005 h 57"/>
                  <a:gd name="T8" fmla="*/ 11985 w 57"/>
                  <a:gd name="T9" fmla="*/ 4301 h 57"/>
                  <a:gd name="T10" fmla="*/ 12474 w 57"/>
                  <a:gd name="T11" fmla="*/ 14413 h 57"/>
                  <a:gd name="T12" fmla="*/ 3849 w 57"/>
                  <a:gd name="T13" fmla="*/ 17955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7">
                    <a:moveTo>
                      <a:pt x="16" y="50"/>
                    </a:moveTo>
                    <a:cubicBezTo>
                      <a:pt x="4" y="42"/>
                      <a:pt x="0" y="26"/>
                      <a:pt x="7" y="14"/>
                    </a:cubicBezTo>
                    <a:cubicBezTo>
                      <a:pt x="12" y="5"/>
                      <a:pt x="22" y="0"/>
                      <a:pt x="32" y="1"/>
                    </a:cubicBezTo>
                    <a:cubicBezTo>
                      <a:pt x="30" y="5"/>
                      <a:pt x="32" y="11"/>
                      <a:pt x="37" y="14"/>
                    </a:cubicBezTo>
                    <a:cubicBezTo>
                      <a:pt x="42" y="16"/>
                      <a:pt x="48" y="16"/>
                      <a:pt x="50" y="12"/>
                    </a:cubicBezTo>
                    <a:cubicBezTo>
                      <a:pt x="56" y="20"/>
                      <a:pt x="57" y="31"/>
                      <a:pt x="52" y="40"/>
                    </a:cubicBezTo>
                    <a:cubicBezTo>
                      <a:pt x="45" y="52"/>
                      <a:pt x="29" y="57"/>
                      <a:pt x="16" y="5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8" name="Freeform 37">
                <a:extLst>
                  <a:ext uri="{FF2B5EF4-FFF2-40B4-BE49-F238E27FC236}">
                    <a16:creationId xmlns:a16="http://schemas.microsoft.com/office/drawing/2014/main" id="{D4612CBB-224B-4217-BA30-86376BD4B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1599"/>
                <a:ext cx="57" cy="53"/>
              </a:xfrm>
              <a:custGeom>
                <a:avLst/>
                <a:gdLst>
                  <a:gd name="T0" fmla="*/ 183 w 23"/>
                  <a:gd name="T1" fmla="*/ 3800 h 20"/>
                  <a:gd name="T2" fmla="*/ 2347 w 23"/>
                  <a:gd name="T3" fmla="*/ 4444 h 20"/>
                  <a:gd name="T4" fmla="*/ 3470 w 23"/>
                  <a:gd name="T5" fmla="*/ 6903 h 20"/>
                  <a:gd name="T6" fmla="*/ 4674 w 23"/>
                  <a:gd name="T7" fmla="*/ 5470 h 20"/>
                  <a:gd name="T8" fmla="*/ 3470 w 23"/>
                  <a:gd name="T9" fmla="*/ 1039 h 20"/>
                  <a:gd name="T10" fmla="*/ 183 w 23"/>
                  <a:gd name="T11" fmla="*/ 1677 h 20"/>
                  <a:gd name="T12" fmla="*/ 183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1"/>
                    </a:moveTo>
                    <a:cubicBezTo>
                      <a:pt x="3" y="11"/>
                      <a:pt x="7" y="11"/>
                      <a:pt x="10" y="13"/>
                    </a:cubicBezTo>
                    <a:cubicBezTo>
                      <a:pt x="13" y="14"/>
                      <a:pt x="15" y="17"/>
                      <a:pt x="15" y="20"/>
                    </a:cubicBezTo>
                    <a:cubicBezTo>
                      <a:pt x="17" y="19"/>
                      <a:pt x="19" y="18"/>
                      <a:pt x="20" y="16"/>
                    </a:cubicBezTo>
                    <a:cubicBezTo>
                      <a:pt x="23" y="12"/>
                      <a:pt x="20" y="6"/>
                      <a:pt x="15" y="3"/>
                    </a:cubicBezTo>
                    <a:cubicBezTo>
                      <a:pt x="10" y="0"/>
                      <a:pt x="4" y="1"/>
                      <a:pt x="1" y="5"/>
                    </a:cubicBezTo>
                    <a:cubicBezTo>
                      <a:pt x="0" y="7"/>
                      <a:pt x="0" y="9"/>
                      <a:pt x="1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9" name="Freeform 38">
                <a:extLst>
                  <a:ext uri="{FF2B5EF4-FFF2-40B4-BE49-F238E27FC236}">
                    <a16:creationId xmlns:a16="http://schemas.microsoft.com/office/drawing/2014/main" id="{AB755110-A4D7-415D-9396-7772DDCF1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572"/>
                <a:ext cx="55" cy="53"/>
              </a:xfrm>
              <a:custGeom>
                <a:avLst/>
                <a:gdLst>
                  <a:gd name="T0" fmla="*/ 0 w 22"/>
                  <a:gd name="T1" fmla="*/ 3800 h 20"/>
                  <a:gd name="T2" fmla="*/ 2270 w 22"/>
                  <a:gd name="T3" fmla="*/ 4444 h 20"/>
                  <a:gd name="T4" fmla="*/ 3720 w 22"/>
                  <a:gd name="T5" fmla="*/ 6903 h 20"/>
                  <a:gd name="T6" fmla="*/ 4895 w 22"/>
                  <a:gd name="T7" fmla="*/ 5470 h 20"/>
                  <a:gd name="T8" fmla="*/ 3720 w 22"/>
                  <a:gd name="T9" fmla="*/ 1039 h 20"/>
                  <a:gd name="T10" fmla="*/ 313 w 22"/>
                  <a:gd name="T11" fmla="*/ 1677 h 20"/>
                  <a:gd name="T12" fmla="*/ 0 w 22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1"/>
                    </a:moveTo>
                    <a:cubicBezTo>
                      <a:pt x="3" y="11"/>
                      <a:pt x="6" y="11"/>
                      <a:pt x="9" y="13"/>
                    </a:cubicBezTo>
                    <a:cubicBezTo>
                      <a:pt x="12" y="14"/>
                      <a:pt x="14" y="17"/>
                      <a:pt x="15" y="20"/>
                    </a:cubicBezTo>
                    <a:cubicBezTo>
                      <a:pt x="17" y="19"/>
                      <a:pt x="19" y="18"/>
                      <a:pt x="20" y="16"/>
                    </a:cubicBezTo>
                    <a:cubicBezTo>
                      <a:pt x="22" y="12"/>
                      <a:pt x="20" y="6"/>
                      <a:pt x="15" y="3"/>
                    </a:cubicBezTo>
                    <a:cubicBezTo>
                      <a:pt x="10" y="0"/>
                      <a:pt x="3" y="1"/>
                      <a:pt x="1" y="5"/>
                    </a:cubicBezTo>
                    <a:cubicBezTo>
                      <a:pt x="0" y="7"/>
                      <a:pt x="0" y="9"/>
                      <a:pt x="0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0" name="Freeform 39">
                <a:extLst>
                  <a:ext uri="{FF2B5EF4-FFF2-40B4-BE49-F238E27FC236}">
                    <a16:creationId xmlns:a16="http://schemas.microsoft.com/office/drawing/2014/main" id="{95EF4101-2BDF-47DA-819A-2CD47A401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545"/>
                <a:ext cx="58" cy="54"/>
              </a:xfrm>
              <a:custGeom>
                <a:avLst/>
                <a:gdLst>
                  <a:gd name="T0" fmla="*/ 318 w 23"/>
                  <a:gd name="T1" fmla="*/ 4309 h 20"/>
                  <a:gd name="T2" fmla="*/ 2549 w 23"/>
                  <a:gd name="T3" fmla="*/ 5060 h 20"/>
                  <a:gd name="T4" fmla="*/ 4088 w 23"/>
                  <a:gd name="T5" fmla="*/ 7757 h 20"/>
                  <a:gd name="T6" fmla="*/ 5419 w 23"/>
                  <a:gd name="T7" fmla="*/ 6161 h 20"/>
                  <a:gd name="T8" fmla="*/ 4088 w 23"/>
                  <a:gd name="T9" fmla="*/ 751 h 20"/>
                  <a:gd name="T10" fmla="*/ 318 w 23"/>
                  <a:gd name="T11" fmla="*/ 2028 h 20"/>
                  <a:gd name="T12" fmla="*/ 318 w 23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1"/>
                    </a:moveTo>
                    <a:cubicBezTo>
                      <a:pt x="4" y="11"/>
                      <a:pt x="7" y="11"/>
                      <a:pt x="10" y="13"/>
                    </a:cubicBezTo>
                    <a:cubicBezTo>
                      <a:pt x="13" y="14"/>
                      <a:pt x="15" y="17"/>
                      <a:pt x="16" y="20"/>
                    </a:cubicBezTo>
                    <a:cubicBezTo>
                      <a:pt x="18" y="19"/>
                      <a:pt x="20" y="18"/>
                      <a:pt x="21" y="16"/>
                    </a:cubicBezTo>
                    <a:cubicBezTo>
                      <a:pt x="23" y="11"/>
                      <a:pt x="21" y="5"/>
                      <a:pt x="16" y="2"/>
                    </a:cubicBezTo>
                    <a:cubicBezTo>
                      <a:pt x="10" y="0"/>
                      <a:pt x="4" y="1"/>
                      <a:pt x="1" y="5"/>
                    </a:cubicBezTo>
                    <a:cubicBezTo>
                      <a:pt x="0" y="7"/>
                      <a:pt x="0" y="9"/>
                      <a:pt x="1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1" name="Freeform 40">
                <a:extLst>
                  <a:ext uri="{FF2B5EF4-FFF2-40B4-BE49-F238E27FC236}">
                    <a16:creationId xmlns:a16="http://schemas.microsoft.com/office/drawing/2014/main" id="{9EF32855-4C13-4727-9E0D-53C99D8B9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1516"/>
                <a:ext cx="58" cy="53"/>
              </a:xfrm>
              <a:custGeom>
                <a:avLst/>
                <a:gdLst>
                  <a:gd name="T0" fmla="*/ 318 w 23"/>
                  <a:gd name="T1" fmla="*/ 4184 h 20"/>
                  <a:gd name="T2" fmla="*/ 2549 w 23"/>
                  <a:gd name="T3" fmla="*/ 4444 h 20"/>
                  <a:gd name="T4" fmla="*/ 3878 w 23"/>
                  <a:gd name="T5" fmla="*/ 6903 h 20"/>
                  <a:gd name="T6" fmla="*/ 5099 w 23"/>
                  <a:gd name="T7" fmla="*/ 5864 h 20"/>
                  <a:gd name="T8" fmla="*/ 3878 w 23"/>
                  <a:gd name="T9" fmla="*/ 1039 h 20"/>
                  <a:gd name="T10" fmla="*/ 318 w 23"/>
                  <a:gd name="T11" fmla="*/ 2064 h 20"/>
                  <a:gd name="T12" fmla="*/ 318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3" y="11"/>
                      <a:pt x="7" y="12"/>
                      <a:pt x="10" y="13"/>
                    </a:cubicBezTo>
                    <a:cubicBezTo>
                      <a:pt x="12" y="15"/>
                      <a:pt x="14" y="18"/>
                      <a:pt x="15" y="20"/>
                    </a:cubicBezTo>
                    <a:cubicBezTo>
                      <a:pt x="17" y="20"/>
                      <a:pt x="19" y="19"/>
                      <a:pt x="20" y="17"/>
                    </a:cubicBezTo>
                    <a:cubicBezTo>
                      <a:pt x="23" y="12"/>
                      <a:pt x="20" y="6"/>
                      <a:pt x="15" y="3"/>
                    </a:cubicBezTo>
                    <a:cubicBezTo>
                      <a:pt x="10" y="0"/>
                      <a:pt x="4" y="2"/>
                      <a:pt x="1" y="6"/>
                    </a:cubicBezTo>
                    <a:cubicBezTo>
                      <a:pt x="0" y="8"/>
                      <a:pt x="0" y="10"/>
                      <a:pt x="1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2" name="Freeform 41">
                <a:extLst>
                  <a:ext uri="{FF2B5EF4-FFF2-40B4-BE49-F238E27FC236}">
                    <a16:creationId xmlns:a16="http://schemas.microsoft.com/office/drawing/2014/main" id="{EBACF0A1-3250-4156-8A55-03B0ED5BC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489"/>
                <a:ext cx="55" cy="54"/>
              </a:xfrm>
              <a:custGeom>
                <a:avLst/>
                <a:gdLst>
                  <a:gd name="T0" fmla="*/ 0 w 22"/>
                  <a:gd name="T1" fmla="*/ 4563 h 20"/>
                  <a:gd name="T2" fmla="*/ 2270 w 22"/>
                  <a:gd name="T3" fmla="*/ 5060 h 20"/>
                  <a:gd name="T4" fmla="*/ 3720 w 22"/>
                  <a:gd name="T5" fmla="*/ 7757 h 20"/>
                  <a:gd name="T6" fmla="*/ 4895 w 22"/>
                  <a:gd name="T7" fmla="*/ 6599 h 20"/>
                  <a:gd name="T8" fmla="*/ 3720 w 22"/>
                  <a:gd name="T9" fmla="*/ 1158 h 20"/>
                  <a:gd name="T10" fmla="*/ 313 w 22"/>
                  <a:gd name="T11" fmla="*/ 2282 h 20"/>
                  <a:gd name="T12" fmla="*/ 0 w 22"/>
                  <a:gd name="T13" fmla="*/ 456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2"/>
                    </a:moveTo>
                    <a:cubicBezTo>
                      <a:pt x="3" y="11"/>
                      <a:pt x="6" y="12"/>
                      <a:pt x="9" y="13"/>
                    </a:cubicBezTo>
                    <a:cubicBezTo>
                      <a:pt x="12" y="15"/>
                      <a:pt x="14" y="18"/>
                      <a:pt x="15" y="20"/>
                    </a:cubicBezTo>
                    <a:cubicBezTo>
                      <a:pt x="17" y="20"/>
                      <a:pt x="19" y="19"/>
                      <a:pt x="20" y="17"/>
                    </a:cubicBezTo>
                    <a:cubicBezTo>
                      <a:pt x="22" y="12"/>
                      <a:pt x="20" y="6"/>
                      <a:pt x="15" y="3"/>
                    </a:cubicBezTo>
                    <a:cubicBezTo>
                      <a:pt x="9" y="0"/>
                      <a:pt x="3" y="2"/>
                      <a:pt x="1" y="6"/>
                    </a:cubicBezTo>
                    <a:cubicBezTo>
                      <a:pt x="0" y="8"/>
                      <a:pt x="0" y="10"/>
                      <a:pt x="0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3" name="Freeform 42">
                <a:extLst>
                  <a:ext uri="{FF2B5EF4-FFF2-40B4-BE49-F238E27FC236}">
                    <a16:creationId xmlns:a16="http://schemas.microsoft.com/office/drawing/2014/main" id="{F130E4FE-0C82-430E-9D68-855C1041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463"/>
                <a:ext cx="57" cy="53"/>
              </a:xfrm>
              <a:custGeom>
                <a:avLst/>
                <a:gdLst>
                  <a:gd name="T0" fmla="*/ 183 w 23"/>
                  <a:gd name="T1" fmla="*/ 4184 h 20"/>
                  <a:gd name="T2" fmla="*/ 2347 w 23"/>
                  <a:gd name="T3" fmla="*/ 4444 h 20"/>
                  <a:gd name="T4" fmla="*/ 3727 w 23"/>
                  <a:gd name="T5" fmla="*/ 6903 h 20"/>
                  <a:gd name="T6" fmla="*/ 4870 w 23"/>
                  <a:gd name="T7" fmla="*/ 5864 h 20"/>
                  <a:gd name="T8" fmla="*/ 3470 w 23"/>
                  <a:gd name="T9" fmla="*/ 1039 h 20"/>
                  <a:gd name="T10" fmla="*/ 183 w 23"/>
                  <a:gd name="T11" fmla="*/ 2064 h 20"/>
                  <a:gd name="T12" fmla="*/ 183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4" y="11"/>
                      <a:pt x="7" y="12"/>
                      <a:pt x="10" y="13"/>
                    </a:cubicBezTo>
                    <a:cubicBezTo>
                      <a:pt x="13" y="15"/>
                      <a:pt x="15" y="18"/>
                      <a:pt x="16" y="20"/>
                    </a:cubicBezTo>
                    <a:cubicBezTo>
                      <a:pt x="18" y="20"/>
                      <a:pt x="19" y="19"/>
                      <a:pt x="21" y="17"/>
                    </a:cubicBezTo>
                    <a:cubicBezTo>
                      <a:pt x="23" y="12"/>
                      <a:pt x="21" y="6"/>
                      <a:pt x="15" y="3"/>
                    </a:cubicBezTo>
                    <a:cubicBezTo>
                      <a:pt x="10" y="0"/>
                      <a:pt x="4" y="2"/>
                      <a:pt x="1" y="6"/>
                    </a:cubicBezTo>
                    <a:cubicBezTo>
                      <a:pt x="0" y="8"/>
                      <a:pt x="0" y="10"/>
                      <a:pt x="1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4" name="Freeform 43">
                <a:extLst>
                  <a:ext uri="{FF2B5EF4-FFF2-40B4-BE49-F238E27FC236}">
                    <a16:creationId xmlns:a16="http://schemas.microsoft.com/office/drawing/2014/main" id="{848F9FE7-7F47-4613-8B08-A543F75D8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1436"/>
                <a:ext cx="57" cy="53"/>
              </a:xfrm>
              <a:custGeom>
                <a:avLst/>
                <a:gdLst>
                  <a:gd name="T0" fmla="*/ 0 w 23"/>
                  <a:gd name="T1" fmla="*/ 4184 h 20"/>
                  <a:gd name="T2" fmla="*/ 2069 w 23"/>
                  <a:gd name="T3" fmla="*/ 4444 h 20"/>
                  <a:gd name="T4" fmla="*/ 3470 w 23"/>
                  <a:gd name="T5" fmla="*/ 6903 h 20"/>
                  <a:gd name="T6" fmla="*/ 4674 w 23"/>
                  <a:gd name="T7" fmla="*/ 5864 h 20"/>
                  <a:gd name="T8" fmla="*/ 3470 w 23"/>
                  <a:gd name="T9" fmla="*/ 1039 h 20"/>
                  <a:gd name="T10" fmla="*/ 183 w 23"/>
                  <a:gd name="T11" fmla="*/ 2064 h 20"/>
                  <a:gd name="T12" fmla="*/ 0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12"/>
                    </a:moveTo>
                    <a:cubicBezTo>
                      <a:pt x="3" y="11"/>
                      <a:pt x="6" y="12"/>
                      <a:pt x="9" y="13"/>
                    </a:cubicBezTo>
                    <a:cubicBezTo>
                      <a:pt x="12" y="15"/>
                      <a:pt x="14" y="18"/>
                      <a:pt x="15" y="20"/>
                    </a:cubicBezTo>
                    <a:cubicBezTo>
                      <a:pt x="17" y="20"/>
                      <a:pt x="19" y="19"/>
                      <a:pt x="20" y="17"/>
                    </a:cubicBezTo>
                    <a:cubicBezTo>
                      <a:pt x="23" y="12"/>
                      <a:pt x="20" y="6"/>
                      <a:pt x="15" y="3"/>
                    </a:cubicBezTo>
                    <a:cubicBezTo>
                      <a:pt x="10" y="0"/>
                      <a:pt x="3" y="1"/>
                      <a:pt x="1" y="6"/>
                    </a:cubicBezTo>
                    <a:cubicBezTo>
                      <a:pt x="0" y="8"/>
                      <a:pt x="0" y="10"/>
                      <a:pt x="0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5" name="Freeform 44">
                <a:extLst>
                  <a:ext uri="{FF2B5EF4-FFF2-40B4-BE49-F238E27FC236}">
                    <a16:creationId xmlns:a16="http://schemas.microsoft.com/office/drawing/2014/main" id="{357C2683-FC9C-4F86-AF7D-29DDCC25B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1409"/>
                <a:ext cx="58" cy="54"/>
              </a:xfrm>
              <a:custGeom>
                <a:avLst/>
                <a:gdLst>
                  <a:gd name="T0" fmla="*/ 318 w 23"/>
                  <a:gd name="T1" fmla="*/ 4563 h 20"/>
                  <a:gd name="T2" fmla="*/ 2549 w 23"/>
                  <a:gd name="T3" fmla="*/ 5060 h 20"/>
                  <a:gd name="T4" fmla="*/ 4088 w 23"/>
                  <a:gd name="T5" fmla="*/ 7757 h 20"/>
                  <a:gd name="T6" fmla="*/ 5419 w 23"/>
                  <a:gd name="T7" fmla="*/ 6599 h 20"/>
                  <a:gd name="T8" fmla="*/ 4088 w 23"/>
                  <a:gd name="T9" fmla="*/ 1158 h 20"/>
                  <a:gd name="T10" fmla="*/ 527 w 23"/>
                  <a:gd name="T11" fmla="*/ 2282 h 20"/>
                  <a:gd name="T12" fmla="*/ 318 w 23"/>
                  <a:gd name="T13" fmla="*/ 456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4" y="11"/>
                      <a:pt x="7" y="12"/>
                      <a:pt x="10" y="13"/>
                    </a:cubicBezTo>
                    <a:cubicBezTo>
                      <a:pt x="13" y="15"/>
                      <a:pt x="15" y="18"/>
                      <a:pt x="16" y="20"/>
                    </a:cubicBezTo>
                    <a:cubicBezTo>
                      <a:pt x="18" y="20"/>
                      <a:pt x="20" y="19"/>
                      <a:pt x="21" y="17"/>
                    </a:cubicBezTo>
                    <a:cubicBezTo>
                      <a:pt x="23" y="12"/>
                      <a:pt x="21" y="6"/>
                      <a:pt x="16" y="3"/>
                    </a:cubicBezTo>
                    <a:cubicBezTo>
                      <a:pt x="10" y="0"/>
                      <a:pt x="4" y="1"/>
                      <a:pt x="2" y="6"/>
                    </a:cubicBezTo>
                    <a:cubicBezTo>
                      <a:pt x="1" y="8"/>
                      <a:pt x="0" y="10"/>
                      <a:pt x="1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6" name="Freeform 45">
                <a:extLst>
                  <a:ext uri="{FF2B5EF4-FFF2-40B4-BE49-F238E27FC236}">
                    <a16:creationId xmlns:a16="http://schemas.microsoft.com/office/drawing/2014/main" id="{9F170134-3E08-4B5F-B282-0736FE53E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383"/>
                <a:ext cx="58" cy="53"/>
              </a:xfrm>
              <a:custGeom>
                <a:avLst/>
                <a:gdLst>
                  <a:gd name="T0" fmla="*/ 318 w 23"/>
                  <a:gd name="T1" fmla="*/ 4184 h 20"/>
                  <a:gd name="T2" fmla="*/ 2549 w 23"/>
                  <a:gd name="T3" fmla="*/ 4444 h 20"/>
                  <a:gd name="T4" fmla="*/ 3878 w 23"/>
                  <a:gd name="T5" fmla="*/ 6903 h 20"/>
                  <a:gd name="T6" fmla="*/ 5099 w 23"/>
                  <a:gd name="T7" fmla="*/ 5864 h 20"/>
                  <a:gd name="T8" fmla="*/ 3878 w 23"/>
                  <a:gd name="T9" fmla="*/ 1039 h 20"/>
                  <a:gd name="T10" fmla="*/ 318 w 23"/>
                  <a:gd name="T11" fmla="*/ 2064 h 20"/>
                  <a:gd name="T12" fmla="*/ 318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3" y="11"/>
                      <a:pt x="7" y="12"/>
                      <a:pt x="10" y="13"/>
                    </a:cubicBezTo>
                    <a:cubicBezTo>
                      <a:pt x="13" y="15"/>
                      <a:pt x="15" y="18"/>
                      <a:pt x="15" y="20"/>
                    </a:cubicBezTo>
                    <a:cubicBezTo>
                      <a:pt x="18" y="20"/>
                      <a:pt x="19" y="18"/>
                      <a:pt x="20" y="17"/>
                    </a:cubicBezTo>
                    <a:cubicBezTo>
                      <a:pt x="23" y="12"/>
                      <a:pt x="21" y="6"/>
                      <a:pt x="15" y="3"/>
                    </a:cubicBezTo>
                    <a:cubicBezTo>
                      <a:pt x="10" y="0"/>
                      <a:pt x="4" y="1"/>
                      <a:pt x="1" y="6"/>
                    </a:cubicBezTo>
                    <a:cubicBezTo>
                      <a:pt x="0" y="8"/>
                      <a:pt x="0" y="10"/>
                      <a:pt x="1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7" name="Freeform 46">
                <a:extLst>
                  <a:ext uri="{FF2B5EF4-FFF2-40B4-BE49-F238E27FC236}">
                    <a16:creationId xmlns:a16="http://schemas.microsoft.com/office/drawing/2014/main" id="{C3C94DD5-2AA3-4BE4-B265-B039E5710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356"/>
                <a:ext cx="58" cy="53"/>
              </a:xfrm>
              <a:custGeom>
                <a:avLst/>
                <a:gdLst>
                  <a:gd name="T0" fmla="*/ 0 w 23"/>
                  <a:gd name="T1" fmla="*/ 4184 h 20"/>
                  <a:gd name="T2" fmla="*/ 2340 w 23"/>
                  <a:gd name="T3" fmla="*/ 4444 h 20"/>
                  <a:gd name="T4" fmla="*/ 3878 w 23"/>
                  <a:gd name="T5" fmla="*/ 6903 h 20"/>
                  <a:gd name="T6" fmla="*/ 5099 w 23"/>
                  <a:gd name="T7" fmla="*/ 5864 h 20"/>
                  <a:gd name="T8" fmla="*/ 3878 w 23"/>
                  <a:gd name="T9" fmla="*/ 1039 h 20"/>
                  <a:gd name="T10" fmla="*/ 318 w 23"/>
                  <a:gd name="T11" fmla="*/ 2064 h 20"/>
                  <a:gd name="T12" fmla="*/ 0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12"/>
                    </a:moveTo>
                    <a:cubicBezTo>
                      <a:pt x="3" y="11"/>
                      <a:pt x="6" y="12"/>
                      <a:pt x="9" y="13"/>
                    </a:cubicBezTo>
                    <a:cubicBezTo>
                      <a:pt x="12" y="15"/>
                      <a:pt x="14" y="18"/>
                      <a:pt x="15" y="20"/>
                    </a:cubicBezTo>
                    <a:cubicBezTo>
                      <a:pt x="17" y="20"/>
                      <a:pt x="19" y="18"/>
                      <a:pt x="20" y="17"/>
                    </a:cubicBezTo>
                    <a:cubicBezTo>
                      <a:pt x="23" y="12"/>
                      <a:pt x="20" y="6"/>
                      <a:pt x="15" y="3"/>
                    </a:cubicBezTo>
                    <a:cubicBezTo>
                      <a:pt x="10" y="0"/>
                      <a:pt x="3" y="1"/>
                      <a:pt x="1" y="6"/>
                    </a:cubicBezTo>
                    <a:cubicBezTo>
                      <a:pt x="0" y="8"/>
                      <a:pt x="0" y="10"/>
                      <a:pt x="0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8" name="Freeform 47">
                <a:extLst>
                  <a:ext uri="{FF2B5EF4-FFF2-40B4-BE49-F238E27FC236}">
                    <a16:creationId xmlns:a16="http://schemas.microsoft.com/office/drawing/2014/main" id="{38C4E2AE-9F09-4D91-A2AF-7EDC8A3CD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249"/>
                <a:ext cx="142" cy="150"/>
              </a:xfrm>
              <a:custGeom>
                <a:avLst/>
                <a:gdLst>
                  <a:gd name="T0" fmla="*/ 9589 w 57"/>
                  <a:gd name="T1" fmla="*/ 2633 h 56"/>
                  <a:gd name="T2" fmla="*/ 1161 w 57"/>
                  <a:gd name="T3" fmla="*/ 6321 h 56"/>
                  <a:gd name="T4" fmla="*/ 1627 w 57"/>
                  <a:gd name="T5" fmla="*/ 16682 h 56"/>
                  <a:gd name="T6" fmla="*/ 4811 w 57"/>
                  <a:gd name="T7" fmla="*/ 15857 h 56"/>
                  <a:gd name="T8" fmla="*/ 5939 w 57"/>
                  <a:gd name="T9" fmla="*/ 20700 h 56"/>
                  <a:gd name="T10" fmla="*/ 11985 w 57"/>
                  <a:gd name="T11" fmla="*/ 15455 h 56"/>
                  <a:gd name="T12" fmla="*/ 9589 w 57"/>
                  <a:gd name="T13" fmla="*/ 2633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6">
                    <a:moveTo>
                      <a:pt x="40" y="7"/>
                    </a:moveTo>
                    <a:cubicBezTo>
                      <a:pt x="28" y="0"/>
                      <a:pt x="12" y="4"/>
                      <a:pt x="5" y="17"/>
                    </a:cubicBezTo>
                    <a:cubicBezTo>
                      <a:pt x="0" y="26"/>
                      <a:pt x="1" y="37"/>
                      <a:pt x="7" y="45"/>
                    </a:cubicBezTo>
                    <a:cubicBezTo>
                      <a:pt x="9" y="41"/>
                      <a:pt x="15" y="40"/>
                      <a:pt x="20" y="43"/>
                    </a:cubicBezTo>
                    <a:cubicBezTo>
                      <a:pt x="25" y="46"/>
                      <a:pt x="27" y="51"/>
                      <a:pt x="25" y="56"/>
                    </a:cubicBezTo>
                    <a:cubicBezTo>
                      <a:pt x="35" y="56"/>
                      <a:pt x="45" y="52"/>
                      <a:pt x="50" y="42"/>
                    </a:cubicBezTo>
                    <a:cubicBezTo>
                      <a:pt x="57" y="30"/>
                      <a:pt x="53" y="14"/>
                      <a:pt x="40" y="7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9" name="Freeform 48">
                <a:extLst>
                  <a:ext uri="{FF2B5EF4-FFF2-40B4-BE49-F238E27FC236}">
                    <a16:creationId xmlns:a16="http://schemas.microsoft.com/office/drawing/2014/main" id="{CFAAD835-793A-416E-91AB-52CF3F9DD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1268"/>
                <a:ext cx="75" cy="64"/>
              </a:xfrm>
              <a:custGeom>
                <a:avLst/>
                <a:gdLst>
                  <a:gd name="T0" fmla="*/ 3250 w 30"/>
                  <a:gd name="T1" fmla="*/ 397 h 24"/>
                  <a:gd name="T2" fmla="*/ 520 w 30"/>
                  <a:gd name="T3" fmla="*/ 6067 h 24"/>
                  <a:gd name="T4" fmla="*/ 3908 w 30"/>
                  <a:gd name="T5" fmla="*/ 6883 h 24"/>
                  <a:gd name="T6" fmla="*/ 6845 w 30"/>
                  <a:gd name="T7" fmla="*/ 4301 h 24"/>
                  <a:gd name="T8" fmla="*/ 3250 w 30"/>
                  <a:gd name="T9" fmla="*/ 39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4">
                    <a:moveTo>
                      <a:pt x="13" y="1"/>
                    </a:moveTo>
                    <a:cubicBezTo>
                      <a:pt x="5" y="2"/>
                      <a:pt x="0" y="10"/>
                      <a:pt x="2" y="17"/>
                    </a:cubicBezTo>
                    <a:cubicBezTo>
                      <a:pt x="3" y="24"/>
                      <a:pt x="8" y="21"/>
                      <a:pt x="16" y="19"/>
                    </a:cubicBezTo>
                    <a:cubicBezTo>
                      <a:pt x="23" y="18"/>
                      <a:pt x="30" y="19"/>
                      <a:pt x="28" y="12"/>
                    </a:cubicBezTo>
                    <a:cubicBezTo>
                      <a:pt x="27" y="5"/>
                      <a:pt x="20" y="0"/>
                      <a:pt x="13" y="1"/>
                    </a:cubicBezTo>
                    <a:close/>
                  </a:path>
                </a:pathLst>
              </a:cu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0" name="Freeform 49">
                <a:extLst>
                  <a:ext uri="{FF2B5EF4-FFF2-40B4-BE49-F238E27FC236}">
                    <a16:creationId xmlns:a16="http://schemas.microsoft.com/office/drawing/2014/main" id="{492B5875-CFC9-4BB6-A37F-80EF2DE1D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281"/>
                <a:ext cx="28" cy="27"/>
              </a:xfrm>
              <a:custGeom>
                <a:avLst/>
                <a:gdLst>
                  <a:gd name="T0" fmla="*/ 2146 w 11"/>
                  <a:gd name="T1" fmla="*/ 429 h 10"/>
                  <a:gd name="T2" fmla="*/ 331 w 11"/>
                  <a:gd name="T3" fmla="*/ 1158 h 10"/>
                  <a:gd name="T4" fmla="*/ 843 w 11"/>
                  <a:gd name="T5" fmla="*/ 3464 h 10"/>
                  <a:gd name="T6" fmla="*/ 2474 w 11"/>
                  <a:gd name="T7" fmla="*/ 2719 h 10"/>
                  <a:gd name="T8" fmla="*/ 2146 w 11"/>
                  <a:gd name="T9" fmla="*/ 4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8" y="1"/>
                    </a:moveTo>
                    <a:cubicBezTo>
                      <a:pt x="5" y="0"/>
                      <a:pt x="2" y="1"/>
                      <a:pt x="1" y="3"/>
                    </a:cubicBezTo>
                    <a:cubicBezTo>
                      <a:pt x="0" y="5"/>
                      <a:pt x="1" y="8"/>
                      <a:pt x="3" y="9"/>
                    </a:cubicBezTo>
                    <a:cubicBezTo>
                      <a:pt x="5" y="10"/>
                      <a:pt x="8" y="10"/>
                      <a:pt x="9" y="7"/>
                    </a:cubicBezTo>
                    <a:cubicBezTo>
                      <a:pt x="11" y="5"/>
                      <a:pt x="10" y="2"/>
                      <a:pt x="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1" name="Freeform 50">
                <a:extLst>
                  <a:ext uri="{FF2B5EF4-FFF2-40B4-BE49-F238E27FC236}">
                    <a16:creationId xmlns:a16="http://schemas.microsoft.com/office/drawing/2014/main" id="{5AF18B39-16DF-4DE2-ADE5-A687FA8B0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305"/>
                <a:ext cx="120" cy="83"/>
              </a:xfrm>
              <a:custGeom>
                <a:avLst/>
                <a:gdLst>
                  <a:gd name="T0" fmla="*/ 6845 w 48"/>
                  <a:gd name="T1" fmla="*/ 10996 h 31"/>
                  <a:gd name="T2" fmla="*/ 10750 w 48"/>
                  <a:gd name="T3" fmla="*/ 7047 h 31"/>
                  <a:gd name="T4" fmla="*/ 11250 w 48"/>
                  <a:gd name="T5" fmla="*/ 0 h 31"/>
                  <a:gd name="T6" fmla="*/ 10750 w 48"/>
                  <a:gd name="T7" fmla="*/ 4415 h 31"/>
                  <a:gd name="T8" fmla="*/ 7345 w 48"/>
                  <a:gd name="T9" fmla="*/ 8123 h 31"/>
                  <a:gd name="T10" fmla="*/ 3438 w 48"/>
                  <a:gd name="T11" fmla="*/ 5491 h 31"/>
                  <a:gd name="T12" fmla="*/ 520 w 48"/>
                  <a:gd name="T13" fmla="*/ 2632 h 31"/>
                  <a:gd name="T14" fmla="*/ 1300 w 48"/>
                  <a:gd name="T15" fmla="*/ 6624 h 31"/>
                  <a:gd name="T16" fmla="*/ 4688 w 48"/>
                  <a:gd name="T17" fmla="*/ 7714 h 31"/>
                  <a:gd name="T18" fmla="*/ 6845 w 48"/>
                  <a:gd name="T19" fmla="*/ 10996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31">
                    <a:moveTo>
                      <a:pt x="28" y="30"/>
                    </a:moveTo>
                    <a:cubicBezTo>
                      <a:pt x="35" y="29"/>
                      <a:pt x="41" y="25"/>
                      <a:pt x="44" y="19"/>
                    </a:cubicBezTo>
                    <a:cubicBezTo>
                      <a:pt x="48" y="13"/>
                      <a:pt x="48" y="6"/>
                      <a:pt x="46" y="0"/>
                    </a:cubicBezTo>
                    <a:cubicBezTo>
                      <a:pt x="46" y="4"/>
                      <a:pt x="45" y="9"/>
                      <a:pt x="44" y="12"/>
                    </a:cubicBezTo>
                    <a:cubicBezTo>
                      <a:pt x="40" y="19"/>
                      <a:pt x="37" y="21"/>
                      <a:pt x="30" y="22"/>
                    </a:cubicBezTo>
                    <a:cubicBezTo>
                      <a:pt x="25" y="22"/>
                      <a:pt x="20" y="16"/>
                      <a:pt x="14" y="15"/>
                    </a:cubicBezTo>
                    <a:cubicBezTo>
                      <a:pt x="8" y="14"/>
                      <a:pt x="1" y="12"/>
                      <a:pt x="2" y="7"/>
                    </a:cubicBezTo>
                    <a:cubicBezTo>
                      <a:pt x="0" y="11"/>
                      <a:pt x="2" y="17"/>
                      <a:pt x="5" y="18"/>
                    </a:cubicBezTo>
                    <a:cubicBezTo>
                      <a:pt x="8" y="19"/>
                      <a:pt x="12" y="17"/>
                      <a:pt x="19" y="21"/>
                    </a:cubicBezTo>
                    <a:cubicBezTo>
                      <a:pt x="25" y="25"/>
                      <a:pt x="25" y="31"/>
                      <a:pt x="28" y="30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2" name="Freeform 51">
                <a:extLst>
                  <a:ext uri="{FF2B5EF4-FFF2-40B4-BE49-F238E27FC236}">
                    <a16:creationId xmlns:a16="http://schemas.microsoft.com/office/drawing/2014/main" id="{B1D7B31D-2812-451F-B0D1-08458898D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364"/>
                <a:ext cx="40" cy="16"/>
              </a:xfrm>
              <a:custGeom>
                <a:avLst/>
                <a:gdLst>
                  <a:gd name="T0" fmla="*/ 2738 w 16"/>
                  <a:gd name="T1" fmla="*/ 661 h 6"/>
                  <a:gd name="T2" fmla="*/ 0 w 16"/>
                  <a:gd name="T3" fmla="*/ 2184 h 6"/>
                  <a:gd name="T4" fmla="*/ 3908 w 16"/>
                  <a:gd name="T5" fmla="*/ 2184 h 6"/>
                  <a:gd name="T6" fmla="*/ 2738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1" y="2"/>
                    </a:moveTo>
                    <a:cubicBezTo>
                      <a:pt x="7" y="0"/>
                      <a:pt x="1" y="1"/>
                      <a:pt x="0" y="6"/>
                    </a:cubicBezTo>
                    <a:cubicBezTo>
                      <a:pt x="3" y="4"/>
                      <a:pt x="11" y="2"/>
                      <a:pt x="16" y="6"/>
                    </a:cubicBezTo>
                    <a:cubicBezTo>
                      <a:pt x="15" y="5"/>
                      <a:pt x="14" y="3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3" name="Freeform 52">
                <a:extLst>
                  <a:ext uri="{FF2B5EF4-FFF2-40B4-BE49-F238E27FC236}">
                    <a16:creationId xmlns:a16="http://schemas.microsoft.com/office/drawing/2014/main" id="{5519CC42-2527-4D73-8ED0-DF97B39F4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391"/>
                <a:ext cx="40" cy="16"/>
              </a:xfrm>
              <a:custGeom>
                <a:avLst/>
                <a:gdLst>
                  <a:gd name="T0" fmla="*/ 2738 w 16"/>
                  <a:gd name="T1" fmla="*/ 661 h 6"/>
                  <a:gd name="T2" fmla="*/ 0 w 16"/>
                  <a:gd name="T3" fmla="*/ 2184 h 6"/>
                  <a:gd name="T4" fmla="*/ 3908 w 16"/>
                  <a:gd name="T5" fmla="*/ 2184 h 6"/>
                  <a:gd name="T6" fmla="*/ 2738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1" y="2"/>
                    </a:moveTo>
                    <a:cubicBezTo>
                      <a:pt x="7" y="0"/>
                      <a:pt x="1" y="1"/>
                      <a:pt x="0" y="6"/>
                    </a:cubicBezTo>
                    <a:cubicBezTo>
                      <a:pt x="3" y="4"/>
                      <a:pt x="11" y="2"/>
                      <a:pt x="16" y="6"/>
                    </a:cubicBezTo>
                    <a:cubicBezTo>
                      <a:pt x="15" y="5"/>
                      <a:pt x="14" y="3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4" name="Freeform 53">
                <a:extLst>
                  <a:ext uri="{FF2B5EF4-FFF2-40B4-BE49-F238E27FC236}">
                    <a16:creationId xmlns:a16="http://schemas.microsoft.com/office/drawing/2014/main" id="{EC02384D-1036-4BA4-AB25-5C523F5D2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417"/>
                <a:ext cx="37" cy="16"/>
              </a:xfrm>
              <a:custGeom>
                <a:avLst/>
                <a:gdLst>
                  <a:gd name="T0" fmla="*/ 2477 w 15"/>
                  <a:gd name="T1" fmla="*/ 661 h 6"/>
                  <a:gd name="T2" fmla="*/ 0 w 15"/>
                  <a:gd name="T3" fmla="*/ 2184 h 6"/>
                  <a:gd name="T4" fmla="*/ 3365 w 15"/>
                  <a:gd name="T5" fmla="*/ 2184 h 6"/>
                  <a:gd name="T6" fmla="*/ 2477 w 15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1" y="2"/>
                    </a:moveTo>
                    <a:cubicBezTo>
                      <a:pt x="7" y="0"/>
                      <a:pt x="1" y="1"/>
                      <a:pt x="0" y="6"/>
                    </a:cubicBezTo>
                    <a:cubicBezTo>
                      <a:pt x="3" y="4"/>
                      <a:pt x="11" y="2"/>
                      <a:pt x="15" y="6"/>
                    </a:cubicBezTo>
                    <a:cubicBezTo>
                      <a:pt x="15" y="5"/>
                      <a:pt x="13" y="3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5" name="Freeform 54">
                <a:extLst>
                  <a:ext uri="{FF2B5EF4-FFF2-40B4-BE49-F238E27FC236}">
                    <a16:creationId xmlns:a16="http://schemas.microsoft.com/office/drawing/2014/main" id="{34E869ED-6D48-497E-A788-31F0ECAF3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1444"/>
                <a:ext cx="37" cy="19"/>
              </a:xfrm>
              <a:custGeom>
                <a:avLst/>
                <a:gdLst>
                  <a:gd name="T0" fmla="*/ 2477 w 15"/>
                  <a:gd name="T1" fmla="*/ 760 h 7"/>
                  <a:gd name="T2" fmla="*/ 0 w 15"/>
                  <a:gd name="T3" fmla="*/ 2823 h 7"/>
                  <a:gd name="T4" fmla="*/ 3365 w 15"/>
                  <a:gd name="T5" fmla="*/ 2823 h 7"/>
                  <a:gd name="T6" fmla="*/ 2477 w 15"/>
                  <a:gd name="T7" fmla="*/ 76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1" y="2"/>
                    </a:moveTo>
                    <a:cubicBezTo>
                      <a:pt x="7" y="0"/>
                      <a:pt x="1" y="1"/>
                      <a:pt x="0" y="7"/>
                    </a:cubicBezTo>
                    <a:cubicBezTo>
                      <a:pt x="3" y="4"/>
                      <a:pt x="11" y="2"/>
                      <a:pt x="15" y="7"/>
                    </a:cubicBezTo>
                    <a:cubicBezTo>
                      <a:pt x="15" y="5"/>
                      <a:pt x="13" y="4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6" name="Freeform 55">
                <a:extLst>
                  <a:ext uri="{FF2B5EF4-FFF2-40B4-BE49-F238E27FC236}">
                    <a16:creationId xmlns:a16="http://schemas.microsoft.com/office/drawing/2014/main" id="{5E30089A-5A08-4BC0-943D-44D840503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471"/>
                <a:ext cx="40" cy="16"/>
              </a:xfrm>
              <a:custGeom>
                <a:avLst/>
                <a:gdLst>
                  <a:gd name="T0" fmla="*/ 2938 w 16"/>
                  <a:gd name="T1" fmla="*/ 661 h 6"/>
                  <a:gd name="T2" fmla="*/ 0 w 16"/>
                  <a:gd name="T3" fmla="*/ 2184 h 6"/>
                  <a:gd name="T4" fmla="*/ 3908 w 16"/>
                  <a:gd name="T5" fmla="*/ 2184 h 6"/>
                  <a:gd name="T6" fmla="*/ 2938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2" y="2"/>
                    </a:moveTo>
                    <a:cubicBezTo>
                      <a:pt x="8" y="0"/>
                      <a:pt x="1" y="1"/>
                      <a:pt x="0" y="6"/>
                    </a:cubicBezTo>
                    <a:cubicBezTo>
                      <a:pt x="4" y="4"/>
                      <a:pt x="11" y="2"/>
                      <a:pt x="16" y="6"/>
                    </a:cubicBezTo>
                    <a:cubicBezTo>
                      <a:pt x="16" y="5"/>
                      <a:pt x="14" y="3"/>
                      <a:pt x="1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7" name="Freeform 56">
                <a:extLst>
                  <a:ext uri="{FF2B5EF4-FFF2-40B4-BE49-F238E27FC236}">
                    <a16:creationId xmlns:a16="http://schemas.microsoft.com/office/drawing/2014/main" id="{BE4E2AC3-D7A5-409C-9C3D-3157DA570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497"/>
                <a:ext cx="40" cy="16"/>
              </a:xfrm>
              <a:custGeom>
                <a:avLst/>
                <a:gdLst>
                  <a:gd name="T0" fmla="*/ 2938 w 16"/>
                  <a:gd name="T1" fmla="*/ 661 h 6"/>
                  <a:gd name="T2" fmla="*/ 0 w 16"/>
                  <a:gd name="T3" fmla="*/ 2184 h 6"/>
                  <a:gd name="T4" fmla="*/ 3908 w 16"/>
                  <a:gd name="T5" fmla="*/ 2184 h 6"/>
                  <a:gd name="T6" fmla="*/ 2938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2" y="2"/>
                    </a:moveTo>
                    <a:cubicBezTo>
                      <a:pt x="8" y="0"/>
                      <a:pt x="1" y="1"/>
                      <a:pt x="0" y="6"/>
                    </a:cubicBezTo>
                    <a:cubicBezTo>
                      <a:pt x="4" y="4"/>
                      <a:pt x="11" y="2"/>
                      <a:pt x="16" y="6"/>
                    </a:cubicBezTo>
                    <a:cubicBezTo>
                      <a:pt x="16" y="5"/>
                      <a:pt x="14" y="3"/>
                      <a:pt x="1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8" name="Freeform 57">
                <a:extLst>
                  <a:ext uri="{FF2B5EF4-FFF2-40B4-BE49-F238E27FC236}">
                    <a16:creationId xmlns:a16="http://schemas.microsoft.com/office/drawing/2014/main" id="{0EB7B837-2C5C-4C52-9A34-DCFAC68DB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524"/>
                <a:ext cx="40" cy="19"/>
              </a:xfrm>
              <a:custGeom>
                <a:avLst/>
                <a:gdLst>
                  <a:gd name="T0" fmla="*/ 2738 w 16"/>
                  <a:gd name="T1" fmla="*/ 760 h 7"/>
                  <a:gd name="T2" fmla="*/ 0 w 16"/>
                  <a:gd name="T3" fmla="*/ 2342 h 7"/>
                  <a:gd name="T4" fmla="*/ 3908 w 16"/>
                  <a:gd name="T5" fmla="*/ 2823 h 7"/>
                  <a:gd name="T6" fmla="*/ 2738 w 16"/>
                  <a:gd name="T7" fmla="*/ 76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1" y="2"/>
                    </a:moveTo>
                    <a:cubicBezTo>
                      <a:pt x="7" y="0"/>
                      <a:pt x="1" y="1"/>
                      <a:pt x="0" y="6"/>
                    </a:cubicBezTo>
                    <a:cubicBezTo>
                      <a:pt x="3" y="4"/>
                      <a:pt x="11" y="2"/>
                      <a:pt x="16" y="7"/>
                    </a:cubicBezTo>
                    <a:cubicBezTo>
                      <a:pt x="15" y="5"/>
                      <a:pt x="14" y="3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9" name="Freeform 58">
                <a:extLst>
                  <a:ext uri="{FF2B5EF4-FFF2-40B4-BE49-F238E27FC236}">
                    <a16:creationId xmlns:a16="http://schemas.microsoft.com/office/drawing/2014/main" id="{2A41D197-E841-4681-B3F7-BFB372423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551"/>
                <a:ext cx="37" cy="16"/>
              </a:xfrm>
              <a:custGeom>
                <a:avLst/>
                <a:gdLst>
                  <a:gd name="T0" fmla="*/ 2477 w 15"/>
                  <a:gd name="T1" fmla="*/ 661 h 6"/>
                  <a:gd name="T2" fmla="*/ 0 w 15"/>
                  <a:gd name="T3" fmla="*/ 2184 h 6"/>
                  <a:gd name="T4" fmla="*/ 3365 w 15"/>
                  <a:gd name="T5" fmla="*/ 2184 h 6"/>
                  <a:gd name="T6" fmla="*/ 2477 w 15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1" y="2"/>
                    </a:moveTo>
                    <a:cubicBezTo>
                      <a:pt x="7" y="0"/>
                      <a:pt x="0" y="1"/>
                      <a:pt x="0" y="6"/>
                    </a:cubicBezTo>
                    <a:cubicBezTo>
                      <a:pt x="3" y="4"/>
                      <a:pt x="11" y="2"/>
                      <a:pt x="15" y="6"/>
                    </a:cubicBezTo>
                    <a:cubicBezTo>
                      <a:pt x="15" y="5"/>
                      <a:pt x="13" y="3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0" name="Freeform 59">
                <a:extLst>
                  <a:ext uri="{FF2B5EF4-FFF2-40B4-BE49-F238E27FC236}">
                    <a16:creationId xmlns:a16="http://schemas.microsoft.com/office/drawing/2014/main" id="{2C7F4BCE-C005-4DB9-B6C6-386382DDA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580"/>
                <a:ext cx="37" cy="16"/>
              </a:xfrm>
              <a:custGeom>
                <a:avLst/>
                <a:gdLst>
                  <a:gd name="T0" fmla="*/ 2477 w 15"/>
                  <a:gd name="T1" fmla="*/ 661 h 6"/>
                  <a:gd name="T2" fmla="*/ 0 w 15"/>
                  <a:gd name="T3" fmla="*/ 2184 h 6"/>
                  <a:gd name="T4" fmla="*/ 3365 w 15"/>
                  <a:gd name="T5" fmla="*/ 2184 h 6"/>
                  <a:gd name="T6" fmla="*/ 2477 w 15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1" y="2"/>
                    </a:moveTo>
                    <a:cubicBezTo>
                      <a:pt x="7" y="0"/>
                      <a:pt x="0" y="0"/>
                      <a:pt x="0" y="6"/>
                    </a:cubicBezTo>
                    <a:cubicBezTo>
                      <a:pt x="3" y="3"/>
                      <a:pt x="11" y="1"/>
                      <a:pt x="15" y="6"/>
                    </a:cubicBezTo>
                    <a:cubicBezTo>
                      <a:pt x="15" y="4"/>
                      <a:pt x="13" y="3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1" name="Freeform 60">
                <a:extLst>
                  <a:ext uri="{FF2B5EF4-FFF2-40B4-BE49-F238E27FC236}">
                    <a16:creationId xmlns:a16="http://schemas.microsoft.com/office/drawing/2014/main" id="{7D6684BD-A395-463D-B5FA-8A71AEFD3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1607"/>
                <a:ext cx="37" cy="16"/>
              </a:xfrm>
              <a:custGeom>
                <a:avLst/>
                <a:gdLst>
                  <a:gd name="T0" fmla="*/ 2477 w 15"/>
                  <a:gd name="T1" fmla="*/ 661 h 6"/>
                  <a:gd name="T2" fmla="*/ 0 w 15"/>
                  <a:gd name="T3" fmla="*/ 2184 h 6"/>
                  <a:gd name="T4" fmla="*/ 3365 w 15"/>
                  <a:gd name="T5" fmla="*/ 2184 h 6"/>
                  <a:gd name="T6" fmla="*/ 2477 w 15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1" y="2"/>
                    </a:moveTo>
                    <a:cubicBezTo>
                      <a:pt x="7" y="0"/>
                      <a:pt x="0" y="0"/>
                      <a:pt x="0" y="6"/>
                    </a:cubicBezTo>
                    <a:cubicBezTo>
                      <a:pt x="3" y="3"/>
                      <a:pt x="11" y="2"/>
                      <a:pt x="15" y="6"/>
                    </a:cubicBezTo>
                    <a:cubicBezTo>
                      <a:pt x="15" y="4"/>
                      <a:pt x="13" y="3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2" name="Freeform 61">
                <a:extLst>
                  <a:ext uri="{FF2B5EF4-FFF2-40B4-BE49-F238E27FC236}">
                    <a16:creationId xmlns:a16="http://schemas.microsoft.com/office/drawing/2014/main" id="{3DE4490F-E68F-491F-8FB2-869595E73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1599"/>
                <a:ext cx="57" cy="53"/>
              </a:xfrm>
              <a:custGeom>
                <a:avLst/>
                <a:gdLst>
                  <a:gd name="T0" fmla="*/ 183 w 23"/>
                  <a:gd name="T1" fmla="*/ 3800 h 20"/>
                  <a:gd name="T2" fmla="*/ 2347 w 23"/>
                  <a:gd name="T3" fmla="*/ 4444 h 20"/>
                  <a:gd name="T4" fmla="*/ 3470 w 23"/>
                  <a:gd name="T5" fmla="*/ 6903 h 20"/>
                  <a:gd name="T6" fmla="*/ 4674 w 23"/>
                  <a:gd name="T7" fmla="*/ 5470 h 20"/>
                  <a:gd name="T8" fmla="*/ 3470 w 23"/>
                  <a:gd name="T9" fmla="*/ 1039 h 20"/>
                  <a:gd name="T10" fmla="*/ 183 w 23"/>
                  <a:gd name="T11" fmla="*/ 1677 h 20"/>
                  <a:gd name="T12" fmla="*/ 183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1"/>
                    </a:moveTo>
                    <a:cubicBezTo>
                      <a:pt x="3" y="11"/>
                      <a:pt x="7" y="11"/>
                      <a:pt x="10" y="13"/>
                    </a:cubicBezTo>
                    <a:cubicBezTo>
                      <a:pt x="13" y="14"/>
                      <a:pt x="15" y="17"/>
                      <a:pt x="15" y="20"/>
                    </a:cubicBezTo>
                    <a:cubicBezTo>
                      <a:pt x="17" y="19"/>
                      <a:pt x="19" y="18"/>
                      <a:pt x="20" y="16"/>
                    </a:cubicBezTo>
                    <a:cubicBezTo>
                      <a:pt x="23" y="12"/>
                      <a:pt x="20" y="6"/>
                      <a:pt x="15" y="3"/>
                    </a:cubicBezTo>
                    <a:cubicBezTo>
                      <a:pt x="10" y="0"/>
                      <a:pt x="4" y="1"/>
                      <a:pt x="1" y="5"/>
                    </a:cubicBezTo>
                    <a:cubicBezTo>
                      <a:pt x="0" y="7"/>
                      <a:pt x="0" y="9"/>
                      <a:pt x="1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3" name="Freeform 62">
                <a:extLst>
                  <a:ext uri="{FF2B5EF4-FFF2-40B4-BE49-F238E27FC236}">
                    <a16:creationId xmlns:a16="http://schemas.microsoft.com/office/drawing/2014/main" id="{093FE3F5-E0F7-469B-893E-9D579F839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572"/>
                <a:ext cx="55" cy="53"/>
              </a:xfrm>
              <a:custGeom>
                <a:avLst/>
                <a:gdLst>
                  <a:gd name="T0" fmla="*/ 0 w 22"/>
                  <a:gd name="T1" fmla="*/ 3800 h 20"/>
                  <a:gd name="T2" fmla="*/ 2270 w 22"/>
                  <a:gd name="T3" fmla="*/ 4444 h 20"/>
                  <a:gd name="T4" fmla="*/ 3720 w 22"/>
                  <a:gd name="T5" fmla="*/ 6903 h 20"/>
                  <a:gd name="T6" fmla="*/ 4895 w 22"/>
                  <a:gd name="T7" fmla="*/ 5470 h 20"/>
                  <a:gd name="T8" fmla="*/ 3720 w 22"/>
                  <a:gd name="T9" fmla="*/ 1039 h 20"/>
                  <a:gd name="T10" fmla="*/ 313 w 22"/>
                  <a:gd name="T11" fmla="*/ 1677 h 20"/>
                  <a:gd name="T12" fmla="*/ 0 w 22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1"/>
                    </a:moveTo>
                    <a:cubicBezTo>
                      <a:pt x="3" y="11"/>
                      <a:pt x="6" y="11"/>
                      <a:pt x="9" y="13"/>
                    </a:cubicBezTo>
                    <a:cubicBezTo>
                      <a:pt x="12" y="14"/>
                      <a:pt x="14" y="17"/>
                      <a:pt x="15" y="20"/>
                    </a:cubicBezTo>
                    <a:cubicBezTo>
                      <a:pt x="17" y="19"/>
                      <a:pt x="19" y="18"/>
                      <a:pt x="20" y="16"/>
                    </a:cubicBezTo>
                    <a:cubicBezTo>
                      <a:pt x="22" y="12"/>
                      <a:pt x="20" y="6"/>
                      <a:pt x="15" y="3"/>
                    </a:cubicBezTo>
                    <a:cubicBezTo>
                      <a:pt x="10" y="0"/>
                      <a:pt x="3" y="1"/>
                      <a:pt x="1" y="5"/>
                    </a:cubicBezTo>
                    <a:cubicBezTo>
                      <a:pt x="0" y="7"/>
                      <a:pt x="0" y="9"/>
                      <a:pt x="0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4" name="Freeform 63">
                <a:extLst>
                  <a:ext uri="{FF2B5EF4-FFF2-40B4-BE49-F238E27FC236}">
                    <a16:creationId xmlns:a16="http://schemas.microsoft.com/office/drawing/2014/main" id="{3BDF76EC-F0C6-47A3-B664-654BD9C9D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545"/>
                <a:ext cx="58" cy="54"/>
              </a:xfrm>
              <a:custGeom>
                <a:avLst/>
                <a:gdLst>
                  <a:gd name="T0" fmla="*/ 318 w 23"/>
                  <a:gd name="T1" fmla="*/ 4309 h 20"/>
                  <a:gd name="T2" fmla="*/ 2549 w 23"/>
                  <a:gd name="T3" fmla="*/ 5060 h 20"/>
                  <a:gd name="T4" fmla="*/ 4088 w 23"/>
                  <a:gd name="T5" fmla="*/ 7757 h 20"/>
                  <a:gd name="T6" fmla="*/ 5419 w 23"/>
                  <a:gd name="T7" fmla="*/ 6161 h 20"/>
                  <a:gd name="T8" fmla="*/ 4088 w 23"/>
                  <a:gd name="T9" fmla="*/ 751 h 20"/>
                  <a:gd name="T10" fmla="*/ 318 w 23"/>
                  <a:gd name="T11" fmla="*/ 2028 h 20"/>
                  <a:gd name="T12" fmla="*/ 318 w 23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1"/>
                    </a:moveTo>
                    <a:cubicBezTo>
                      <a:pt x="4" y="11"/>
                      <a:pt x="7" y="11"/>
                      <a:pt x="10" y="13"/>
                    </a:cubicBezTo>
                    <a:cubicBezTo>
                      <a:pt x="13" y="14"/>
                      <a:pt x="15" y="17"/>
                      <a:pt x="16" y="20"/>
                    </a:cubicBezTo>
                    <a:cubicBezTo>
                      <a:pt x="18" y="19"/>
                      <a:pt x="20" y="18"/>
                      <a:pt x="21" y="16"/>
                    </a:cubicBezTo>
                    <a:cubicBezTo>
                      <a:pt x="23" y="11"/>
                      <a:pt x="21" y="5"/>
                      <a:pt x="16" y="2"/>
                    </a:cubicBezTo>
                    <a:cubicBezTo>
                      <a:pt x="10" y="0"/>
                      <a:pt x="4" y="1"/>
                      <a:pt x="1" y="5"/>
                    </a:cubicBezTo>
                    <a:cubicBezTo>
                      <a:pt x="0" y="7"/>
                      <a:pt x="0" y="9"/>
                      <a:pt x="1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5" name="Freeform 64">
                <a:extLst>
                  <a:ext uri="{FF2B5EF4-FFF2-40B4-BE49-F238E27FC236}">
                    <a16:creationId xmlns:a16="http://schemas.microsoft.com/office/drawing/2014/main" id="{9B045EBA-5926-402F-BD52-D04000821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1516"/>
                <a:ext cx="58" cy="53"/>
              </a:xfrm>
              <a:custGeom>
                <a:avLst/>
                <a:gdLst>
                  <a:gd name="T0" fmla="*/ 318 w 23"/>
                  <a:gd name="T1" fmla="*/ 4184 h 20"/>
                  <a:gd name="T2" fmla="*/ 2549 w 23"/>
                  <a:gd name="T3" fmla="*/ 4444 h 20"/>
                  <a:gd name="T4" fmla="*/ 3878 w 23"/>
                  <a:gd name="T5" fmla="*/ 6903 h 20"/>
                  <a:gd name="T6" fmla="*/ 5099 w 23"/>
                  <a:gd name="T7" fmla="*/ 5864 h 20"/>
                  <a:gd name="T8" fmla="*/ 3878 w 23"/>
                  <a:gd name="T9" fmla="*/ 1039 h 20"/>
                  <a:gd name="T10" fmla="*/ 318 w 23"/>
                  <a:gd name="T11" fmla="*/ 2064 h 20"/>
                  <a:gd name="T12" fmla="*/ 318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3" y="11"/>
                      <a:pt x="7" y="12"/>
                      <a:pt x="10" y="13"/>
                    </a:cubicBezTo>
                    <a:cubicBezTo>
                      <a:pt x="12" y="15"/>
                      <a:pt x="14" y="18"/>
                      <a:pt x="15" y="20"/>
                    </a:cubicBezTo>
                    <a:cubicBezTo>
                      <a:pt x="17" y="20"/>
                      <a:pt x="19" y="19"/>
                      <a:pt x="20" y="17"/>
                    </a:cubicBezTo>
                    <a:cubicBezTo>
                      <a:pt x="23" y="12"/>
                      <a:pt x="20" y="6"/>
                      <a:pt x="15" y="3"/>
                    </a:cubicBezTo>
                    <a:cubicBezTo>
                      <a:pt x="10" y="0"/>
                      <a:pt x="4" y="2"/>
                      <a:pt x="1" y="6"/>
                    </a:cubicBezTo>
                    <a:cubicBezTo>
                      <a:pt x="0" y="8"/>
                      <a:pt x="0" y="10"/>
                      <a:pt x="1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6" name="Freeform 65">
                <a:extLst>
                  <a:ext uri="{FF2B5EF4-FFF2-40B4-BE49-F238E27FC236}">
                    <a16:creationId xmlns:a16="http://schemas.microsoft.com/office/drawing/2014/main" id="{5D47D6DE-8334-4B9F-848C-5FEC93235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489"/>
                <a:ext cx="55" cy="54"/>
              </a:xfrm>
              <a:custGeom>
                <a:avLst/>
                <a:gdLst>
                  <a:gd name="T0" fmla="*/ 0 w 22"/>
                  <a:gd name="T1" fmla="*/ 4563 h 20"/>
                  <a:gd name="T2" fmla="*/ 2270 w 22"/>
                  <a:gd name="T3" fmla="*/ 5060 h 20"/>
                  <a:gd name="T4" fmla="*/ 3720 w 22"/>
                  <a:gd name="T5" fmla="*/ 7757 h 20"/>
                  <a:gd name="T6" fmla="*/ 4895 w 22"/>
                  <a:gd name="T7" fmla="*/ 6599 h 20"/>
                  <a:gd name="T8" fmla="*/ 3720 w 22"/>
                  <a:gd name="T9" fmla="*/ 1158 h 20"/>
                  <a:gd name="T10" fmla="*/ 313 w 22"/>
                  <a:gd name="T11" fmla="*/ 2282 h 20"/>
                  <a:gd name="T12" fmla="*/ 0 w 22"/>
                  <a:gd name="T13" fmla="*/ 456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2"/>
                    </a:moveTo>
                    <a:cubicBezTo>
                      <a:pt x="3" y="11"/>
                      <a:pt x="6" y="12"/>
                      <a:pt x="9" y="13"/>
                    </a:cubicBezTo>
                    <a:cubicBezTo>
                      <a:pt x="12" y="15"/>
                      <a:pt x="14" y="18"/>
                      <a:pt x="15" y="20"/>
                    </a:cubicBezTo>
                    <a:cubicBezTo>
                      <a:pt x="17" y="20"/>
                      <a:pt x="19" y="19"/>
                      <a:pt x="20" y="17"/>
                    </a:cubicBezTo>
                    <a:cubicBezTo>
                      <a:pt x="22" y="12"/>
                      <a:pt x="20" y="6"/>
                      <a:pt x="15" y="3"/>
                    </a:cubicBezTo>
                    <a:cubicBezTo>
                      <a:pt x="9" y="0"/>
                      <a:pt x="3" y="2"/>
                      <a:pt x="1" y="6"/>
                    </a:cubicBezTo>
                    <a:cubicBezTo>
                      <a:pt x="0" y="8"/>
                      <a:pt x="0" y="10"/>
                      <a:pt x="0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7" name="Freeform 66">
                <a:extLst>
                  <a:ext uri="{FF2B5EF4-FFF2-40B4-BE49-F238E27FC236}">
                    <a16:creationId xmlns:a16="http://schemas.microsoft.com/office/drawing/2014/main" id="{8544B855-0F74-469C-80CC-73E91033D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463"/>
                <a:ext cx="57" cy="53"/>
              </a:xfrm>
              <a:custGeom>
                <a:avLst/>
                <a:gdLst>
                  <a:gd name="T0" fmla="*/ 183 w 23"/>
                  <a:gd name="T1" fmla="*/ 4184 h 20"/>
                  <a:gd name="T2" fmla="*/ 2347 w 23"/>
                  <a:gd name="T3" fmla="*/ 4444 h 20"/>
                  <a:gd name="T4" fmla="*/ 3727 w 23"/>
                  <a:gd name="T5" fmla="*/ 6903 h 20"/>
                  <a:gd name="T6" fmla="*/ 4870 w 23"/>
                  <a:gd name="T7" fmla="*/ 5864 h 20"/>
                  <a:gd name="T8" fmla="*/ 3470 w 23"/>
                  <a:gd name="T9" fmla="*/ 1039 h 20"/>
                  <a:gd name="T10" fmla="*/ 183 w 23"/>
                  <a:gd name="T11" fmla="*/ 2064 h 20"/>
                  <a:gd name="T12" fmla="*/ 183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4" y="11"/>
                      <a:pt x="7" y="12"/>
                      <a:pt x="10" y="13"/>
                    </a:cubicBezTo>
                    <a:cubicBezTo>
                      <a:pt x="13" y="15"/>
                      <a:pt x="15" y="18"/>
                      <a:pt x="16" y="20"/>
                    </a:cubicBezTo>
                    <a:cubicBezTo>
                      <a:pt x="18" y="20"/>
                      <a:pt x="19" y="19"/>
                      <a:pt x="21" y="17"/>
                    </a:cubicBezTo>
                    <a:cubicBezTo>
                      <a:pt x="23" y="12"/>
                      <a:pt x="21" y="6"/>
                      <a:pt x="15" y="3"/>
                    </a:cubicBezTo>
                    <a:cubicBezTo>
                      <a:pt x="10" y="0"/>
                      <a:pt x="4" y="2"/>
                      <a:pt x="1" y="6"/>
                    </a:cubicBezTo>
                    <a:cubicBezTo>
                      <a:pt x="0" y="8"/>
                      <a:pt x="0" y="10"/>
                      <a:pt x="1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8" name="Freeform 67">
                <a:extLst>
                  <a:ext uri="{FF2B5EF4-FFF2-40B4-BE49-F238E27FC236}">
                    <a16:creationId xmlns:a16="http://schemas.microsoft.com/office/drawing/2014/main" id="{F89953F4-D924-4EAF-9916-C6607D17F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1436"/>
                <a:ext cx="57" cy="53"/>
              </a:xfrm>
              <a:custGeom>
                <a:avLst/>
                <a:gdLst>
                  <a:gd name="T0" fmla="*/ 0 w 23"/>
                  <a:gd name="T1" fmla="*/ 4184 h 20"/>
                  <a:gd name="T2" fmla="*/ 2069 w 23"/>
                  <a:gd name="T3" fmla="*/ 4444 h 20"/>
                  <a:gd name="T4" fmla="*/ 3470 w 23"/>
                  <a:gd name="T5" fmla="*/ 6903 h 20"/>
                  <a:gd name="T6" fmla="*/ 4674 w 23"/>
                  <a:gd name="T7" fmla="*/ 5864 h 20"/>
                  <a:gd name="T8" fmla="*/ 3470 w 23"/>
                  <a:gd name="T9" fmla="*/ 1039 h 20"/>
                  <a:gd name="T10" fmla="*/ 183 w 23"/>
                  <a:gd name="T11" fmla="*/ 2064 h 20"/>
                  <a:gd name="T12" fmla="*/ 0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12"/>
                    </a:moveTo>
                    <a:cubicBezTo>
                      <a:pt x="3" y="11"/>
                      <a:pt x="6" y="12"/>
                      <a:pt x="9" y="13"/>
                    </a:cubicBezTo>
                    <a:cubicBezTo>
                      <a:pt x="12" y="15"/>
                      <a:pt x="14" y="18"/>
                      <a:pt x="15" y="20"/>
                    </a:cubicBezTo>
                    <a:cubicBezTo>
                      <a:pt x="17" y="20"/>
                      <a:pt x="19" y="19"/>
                      <a:pt x="20" y="17"/>
                    </a:cubicBezTo>
                    <a:cubicBezTo>
                      <a:pt x="23" y="12"/>
                      <a:pt x="20" y="6"/>
                      <a:pt x="15" y="3"/>
                    </a:cubicBezTo>
                    <a:cubicBezTo>
                      <a:pt x="10" y="0"/>
                      <a:pt x="3" y="1"/>
                      <a:pt x="1" y="6"/>
                    </a:cubicBezTo>
                    <a:cubicBezTo>
                      <a:pt x="0" y="8"/>
                      <a:pt x="0" y="10"/>
                      <a:pt x="0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9" name="Freeform 68">
                <a:extLst>
                  <a:ext uri="{FF2B5EF4-FFF2-40B4-BE49-F238E27FC236}">
                    <a16:creationId xmlns:a16="http://schemas.microsoft.com/office/drawing/2014/main" id="{5541AACF-D5DA-4E2E-B983-2DC13200D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1409"/>
                <a:ext cx="58" cy="54"/>
              </a:xfrm>
              <a:custGeom>
                <a:avLst/>
                <a:gdLst>
                  <a:gd name="T0" fmla="*/ 318 w 23"/>
                  <a:gd name="T1" fmla="*/ 4563 h 20"/>
                  <a:gd name="T2" fmla="*/ 2549 w 23"/>
                  <a:gd name="T3" fmla="*/ 5060 h 20"/>
                  <a:gd name="T4" fmla="*/ 4088 w 23"/>
                  <a:gd name="T5" fmla="*/ 7757 h 20"/>
                  <a:gd name="T6" fmla="*/ 5419 w 23"/>
                  <a:gd name="T7" fmla="*/ 6599 h 20"/>
                  <a:gd name="T8" fmla="*/ 4088 w 23"/>
                  <a:gd name="T9" fmla="*/ 1158 h 20"/>
                  <a:gd name="T10" fmla="*/ 527 w 23"/>
                  <a:gd name="T11" fmla="*/ 2282 h 20"/>
                  <a:gd name="T12" fmla="*/ 318 w 23"/>
                  <a:gd name="T13" fmla="*/ 456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4" y="11"/>
                      <a:pt x="7" y="12"/>
                      <a:pt x="10" y="13"/>
                    </a:cubicBezTo>
                    <a:cubicBezTo>
                      <a:pt x="13" y="15"/>
                      <a:pt x="15" y="18"/>
                      <a:pt x="16" y="20"/>
                    </a:cubicBezTo>
                    <a:cubicBezTo>
                      <a:pt x="18" y="20"/>
                      <a:pt x="20" y="19"/>
                      <a:pt x="21" y="17"/>
                    </a:cubicBezTo>
                    <a:cubicBezTo>
                      <a:pt x="23" y="12"/>
                      <a:pt x="21" y="6"/>
                      <a:pt x="16" y="3"/>
                    </a:cubicBezTo>
                    <a:cubicBezTo>
                      <a:pt x="10" y="0"/>
                      <a:pt x="4" y="1"/>
                      <a:pt x="2" y="6"/>
                    </a:cubicBezTo>
                    <a:cubicBezTo>
                      <a:pt x="1" y="8"/>
                      <a:pt x="0" y="10"/>
                      <a:pt x="1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0" name="Freeform 69">
                <a:extLst>
                  <a:ext uri="{FF2B5EF4-FFF2-40B4-BE49-F238E27FC236}">
                    <a16:creationId xmlns:a16="http://schemas.microsoft.com/office/drawing/2014/main" id="{D3983C45-782D-4618-AE41-F9BADA661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383"/>
                <a:ext cx="58" cy="53"/>
              </a:xfrm>
              <a:custGeom>
                <a:avLst/>
                <a:gdLst>
                  <a:gd name="T0" fmla="*/ 318 w 23"/>
                  <a:gd name="T1" fmla="*/ 4184 h 20"/>
                  <a:gd name="T2" fmla="*/ 2549 w 23"/>
                  <a:gd name="T3" fmla="*/ 4444 h 20"/>
                  <a:gd name="T4" fmla="*/ 3878 w 23"/>
                  <a:gd name="T5" fmla="*/ 6903 h 20"/>
                  <a:gd name="T6" fmla="*/ 5099 w 23"/>
                  <a:gd name="T7" fmla="*/ 5864 h 20"/>
                  <a:gd name="T8" fmla="*/ 3878 w 23"/>
                  <a:gd name="T9" fmla="*/ 1039 h 20"/>
                  <a:gd name="T10" fmla="*/ 318 w 23"/>
                  <a:gd name="T11" fmla="*/ 2064 h 20"/>
                  <a:gd name="T12" fmla="*/ 318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3" y="11"/>
                      <a:pt x="7" y="12"/>
                      <a:pt x="10" y="13"/>
                    </a:cubicBezTo>
                    <a:cubicBezTo>
                      <a:pt x="13" y="15"/>
                      <a:pt x="15" y="18"/>
                      <a:pt x="15" y="20"/>
                    </a:cubicBezTo>
                    <a:cubicBezTo>
                      <a:pt x="18" y="20"/>
                      <a:pt x="19" y="18"/>
                      <a:pt x="20" y="17"/>
                    </a:cubicBezTo>
                    <a:cubicBezTo>
                      <a:pt x="23" y="12"/>
                      <a:pt x="21" y="6"/>
                      <a:pt x="15" y="3"/>
                    </a:cubicBezTo>
                    <a:cubicBezTo>
                      <a:pt x="10" y="0"/>
                      <a:pt x="4" y="1"/>
                      <a:pt x="1" y="6"/>
                    </a:cubicBezTo>
                    <a:cubicBezTo>
                      <a:pt x="0" y="8"/>
                      <a:pt x="0" y="10"/>
                      <a:pt x="1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1" name="Freeform 70">
                <a:extLst>
                  <a:ext uri="{FF2B5EF4-FFF2-40B4-BE49-F238E27FC236}">
                    <a16:creationId xmlns:a16="http://schemas.microsoft.com/office/drawing/2014/main" id="{C038354F-12AB-49A5-9A74-D7BEC6CF0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356"/>
                <a:ext cx="58" cy="53"/>
              </a:xfrm>
              <a:custGeom>
                <a:avLst/>
                <a:gdLst>
                  <a:gd name="T0" fmla="*/ 0 w 23"/>
                  <a:gd name="T1" fmla="*/ 4184 h 20"/>
                  <a:gd name="T2" fmla="*/ 2340 w 23"/>
                  <a:gd name="T3" fmla="*/ 4444 h 20"/>
                  <a:gd name="T4" fmla="*/ 3878 w 23"/>
                  <a:gd name="T5" fmla="*/ 6903 h 20"/>
                  <a:gd name="T6" fmla="*/ 5099 w 23"/>
                  <a:gd name="T7" fmla="*/ 5864 h 20"/>
                  <a:gd name="T8" fmla="*/ 3878 w 23"/>
                  <a:gd name="T9" fmla="*/ 1039 h 20"/>
                  <a:gd name="T10" fmla="*/ 318 w 23"/>
                  <a:gd name="T11" fmla="*/ 2064 h 20"/>
                  <a:gd name="T12" fmla="*/ 0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12"/>
                    </a:moveTo>
                    <a:cubicBezTo>
                      <a:pt x="3" y="11"/>
                      <a:pt x="6" y="12"/>
                      <a:pt x="9" y="13"/>
                    </a:cubicBezTo>
                    <a:cubicBezTo>
                      <a:pt x="12" y="15"/>
                      <a:pt x="14" y="18"/>
                      <a:pt x="15" y="20"/>
                    </a:cubicBezTo>
                    <a:cubicBezTo>
                      <a:pt x="17" y="20"/>
                      <a:pt x="19" y="18"/>
                      <a:pt x="20" y="17"/>
                    </a:cubicBezTo>
                    <a:cubicBezTo>
                      <a:pt x="23" y="12"/>
                      <a:pt x="20" y="6"/>
                      <a:pt x="15" y="3"/>
                    </a:cubicBezTo>
                    <a:cubicBezTo>
                      <a:pt x="10" y="0"/>
                      <a:pt x="3" y="1"/>
                      <a:pt x="1" y="6"/>
                    </a:cubicBezTo>
                    <a:cubicBezTo>
                      <a:pt x="0" y="8"/>
                      <a:pt x="0" y="10"/>
                      <a:pt x="0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2" name="Freeform 71">
                <a:extLst>
                  <a:ext uri="{FF2B5EF4-FFF2-40B4-BE49-F238E27FC236}">
                    <a16:creationId xmlns:a16="http://schemas.microsoft.com/office/drawing/2014/main" id="{F154D6F0-15F0-4325-B37B-754B64099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249"/>
                <a:ext cx="142" cy="150"/>
              </a:xfrm>
              <a:custGeom>
                <a:avLst/>
                <a:gdLst>
                  <a:gd name="T0" fmla="*/ 9589 w 57"/>
                  <a:gd name="T1" fmla="*/ 2633 h 56"/>
                  <a:gd name="T2" fmla="*/ 1161 w 57"/>
                  <a:gd name="T3" fmla="*/ 6321 h 56"/>
                  <a:gd name="T4" fmla="*/ 1627 w 57"/>
                  <a:gd name="T5" fmla="*/ 16682 h 56"/>
                  <a:gd name="T6" fmla="*/ 4811 w 57"/>
                  <a:gd name="T7" fmla="*/ 15857 h 56"/>
                  <a:gd name="T8" fmla="*/ 5939 w 57"/>
                  <a:gd name="T9" fmla="*/ 20700 h 56"/>
                  <a:gd name="T10" fmla="*/ 11985 w 57"/>
                  <a:gd name="T11" fmla="*/ 15455 h 56"/>
                  <a:gd name="T12" fmla="*/ 9589 w 57"/>
                  <a:gd name="T13" fmla="*/ 2633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6">
                    <a:moveTo>
                      <a:pt x="40" y="7"/>
                    </a:moveTo>
                    <a:cubicBezTo>
                      <a:pt x="28" y="0"/>
                      <a:pt x="12" y="4"/>
                      <a:pt x="5" y="17"/>
                    </a:cubicBezTo>
                    <a:cubicBezTo>
                      <a:pt x="0" y="26"/>
                      <a:pt x="1" y="37"/>
                      <a:pt x="7" y="45"/>
                    </a:cubicBezTo>
                    <a:cubicBezTo>
                      <a:pt x="9" y="41"/>
                      <a:pt x="15" y="40"/>
                      <a:pt x="20" y="43"/>
                    </a:cubicBezTo>
                    <a:cubicBezTo>
                      <a:pt x="25" y="46"/>
                      <a:pt x="27" y="51"/>
                      <a:pt x="25" y="56"/>
                    </a:cubicBezTo>
                    <a:cubicBezTo>
                      <a:pt x="35" y="56"/>
                      <a:pt x="45" y="52"/>
                      <a:pt x="50" y="42"/>
                    </a:cubicBezTo>
                    <a:cubicBezTo>
                      <a:pt x="57" y="30"/>
                      <a:pt x="53" y="14"/>
                      <a:pt x="40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3" name="Freeform 72">
                <a:extLst>
                  <a:ext uri="{FF2B5EF4-FFF2-40B4-BE49-F238E27FC236}">
                    <a16:creationId xmlns:a16="http://schemas.microsoft.com/office/drawing/2014/main" id="{4DA93980-721D-4A90-8D40-63D8D2AB4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599"/>
                <a:ext cx="58" cy="53"/>
              </a:xfrm>
              <a:custGeom>
                <a:avLst/>
                <a:gdLst>
                  <a:gd name="T0" fmla="*/ 5629 w 23"/>
                  <a:gd name="T1" fmla="*/ 3800 h 20"/>
                  <a:gd name="T2" fmla="*/ 3351 w 23"/>
                  <a:gd name="T3" fmla="*/ 4444 h 20"/>
                  <a:gd name="T4" fmla="*/ 1813 w 23"/>
                  <a:gd name="T5" fmla="*/ 6903 h 20"/>
                  <a:gd name="T6" fmla="*/ 527 w 23"/>
                  <a:gd name="T7" fmla="*/ 5470 h 20"/>
                  <a:gd name="T8" fmla="*/ 2022 w 23"/>
                  <a:gd name="T9" fmla="*/ 1039 h 20"/>
                  <a:gd name="T10" fmla="*/ 5629 w 23"/>
                  <a:gd name="T11" fmla="*/ 1677 h 20"/>
                  <a:gd name="T12" fmla="*/ 5629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1"/>
                    </a:moveTo>
                    <a:cubicBezTo>
                      <a:pt x="19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7" y="20"/>
                    </a:cubicBezTo>
                    <a:cubicBezTo>
                      <a:pt x="5" y="19"/>
                      <a:pt x="3" y="18"/>
                      <a:pt x="2" y="16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3" y="0"/>
                      <a:pt x="19" y="1"/>
                      <a:pt x="22" y="5"/>
                    </a:cubicBezTo>
                    <a:cubicBezTo>
                      <a:pt x="23" y="7"/>
                      <a:pt x="23" y="9"/>
                      <a:pt x="22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4" name="Freeform 73">
                <a:extLst>
                  <a:ext uri="{FF2B5EF4-FFF2-40B4-BE49-F238E27FC236}">
                    <a16:creationId xmlns:a16="http://schemas.microsoft.com/office/drawing/2014/main" id="{285B2561-F652-47AA-BC8D-692E76394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572"/>
                <a:ext cx="58" cy="53"/>
              </a:xfrm>
              <a:custGeom>
                <a:avLst/>
                <a:gdLst>
                  <a:gd name="T0" fmla="*/ 5629 w 23"/>
                  <a:gd name="T1" fmla="*/ 3800 h 20"/>
                  <a:gd name="T2" fmla="*/ 3561 w 23"/>
                  <a:gd name="T3" fmla="*/ 4444 h 20"/>
                  <a:gd name="T4" fmla="*/ 2022 w 23"/>
                  <a:gd name="T5" fmla="*/ 6903 h 20"/>
                  <a:gd name="T6" fmla="*/ 802 w 23"/>
                  <a:gd name="T7" fmla="*/ 5470 h 20"/>
                  <a:gd name="T8" fmla="*/ 2022 w 23"/>
                  <a:gd name="T9" fmla="*/ 1039 h 20"/>
                  <a:gd name="T10" fmla="*/ 5629 w 23"/>
                  <a:gd name="T11" fmla="*/ 1677 h 20"/>
                  <a:gd name="T12" fmla="*/ 5629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1"/>
                    </a:moveTo>
                    <a:cubicBezTo>
                      <a:pt x="20" y="11"/>
                      <a:pt x="16" y="11"/>
                      <a:pt x="14" y="13"/>
                    </a:cubicBezTo>
                    <a:cubicBezTo>
                      <a:pt x="11" y="14"/>
                      <a:pt x="9" y="17"/>
                      <a:pt x="8" y="20"/>
                    </a:cubicBezTo>
                    <a:cubicBezTo>
                      <a:pt x="6" y="19"/>
                      <a:pt x="4" y="18"/>
                      <a:pt x="3" y="16"/>
                    </a:cubicBezTo>
                    <a:cubicBezTo>
                      <a:pt x="0" y="12"/>
                      <a:pt x="3" y="6"/>
                      <a:pt x="8" y="3"/>
                    </a:cubicBezTo>
                    <a:cubicBezTo>
                      <a:pt x="13" y="0"/>
                      <a:pt x="19" y="1"/>
                      <a:pt x="22" y="5"/>
                    </a:cubicBezTo>
                    <a:cubicBezTo>
                      <a:pt x="23" y="7"/>
                      <a:pt x="23" y="9"/>
                      <a:pt x="22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5" name="Freeform 74">
                <a:extLst>
                  <a:ext uri="{FF2B5EF4-FFF2-40B4-BE49-F238E27FC236}">
                    <a16:creationId xmlns:a16="http://schemas.microsoft.com/office/drawing/2014/main" id="{93261132-4D11-4E36-ABFD-41A10941F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545"/>
                <a:ext cx="55" cy="54"/>
              </a:xfrm>
              <a:custGeom>
                <a:avLst/>
                <a:gdLst>
                  <a:gd name="T0" fmla="*/ 5395 w 22"/>
                  <a:gd name="T1" fmla="*/ 4309 h 20"/>
                  <a:gd name="T2" fmla="*/ 3250 w 22"/>
                  <a:gd name="T3" fmla="*/ 5060 h 20"/>
                  <a:gd name="T4" fmla="*/ 1770 w 22"/>
                  <a:gd name="T5" fmla="*/ 7757 h 20"/>
                  <a:gd name="T6" fmla="*/ 520 w 22"/>
                  <a:gd name="T7" fmla="*/ 6161 h 20"/>
                  <a:gd name="T8" fmla="*/ 1770 w 22"/>
                  <a:gd name="T9" fmla="*/ 751 h 20"/>
                  <a:gd name="T10" fmla="*/ 5208 w 22"/>
                  <a:gd name="T11" fmla="*/ 2028 h 20"/>
                  <a:gd name="T12" fmla="*/ 5395 w 22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22" y="11"/>
                    </a:moveTo>
                    <a:cubicBezTo>
                      <a:pt x="19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7" y="20"/>
                    </a:cubicBezTo>
                    <a:cubicBezTo>
                      <a:pt x="5" y="19"/>
                      <a:pt x="3" y="18"/>
                      <a:pt x="2" y="16"/>
                    </a:cubicBezTo>
                    <a:cubicBezTo>
                      <a:pt x="0" y="11"/>
                      <a:pt x="2" y="5"/>
                      <a:pt x="7" y="2"/>
                    </a:cubicBezTo>
                    <a:cubicBezTo>
                      <a:pt x="12" y="0"/>
                      <a:pt x="19" y="1"/>
                      <a:pt x="21" y="5"/>
                    </a:cubicBezTo>
                    <a:cubicBezTo>
                      <a:pt x="22" y="7"/>
                      <a:pt x="22" y="9"/>
                      <a:pt x="22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6" name="Freeform 75">
                <a:extLst>
                  <a:ext uri="{FF2B5EF4-FFF2-40B4-BE49-F238E27FC236}">
                    <a16:creationId xmlns:a16="http://schemas.microsoft.com/office/drawing/2014/main" id="{0E2A2496-F7CB-4D9A-8038-EAA5F9F87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516"/>
                <a:ext cx="57" cy="53"/>
              </a:xfrm>
              <a:custGeom>
                <a:avLst/>
                <a:gdLst>
                  <a:gd name="T0" fmla="*/ 5128 w 23"/>
                  <a:gd name="T1" fmla="*/ 4184 h 20"/>
                  <a:gd name="T2" fmla="*/ 2984 w 23"/>
                  <a:gd name="T3" fmla="*/ 4444 h 20"/>
                  <a:gd name="T4" fmla="*/ 1584 w 23"/>
                  <a:gd name="T5" fmla="*/ 6903 h 20"/>
                  <a:gd name="T6" fmla="*/ 454 w 23"/>
                  <a:gd name="T7" fmla="*/ 5864 h 20"/>
                  <a:gd name="T8" fmla="*/ 1886 w 23"/>
                  <a:gd name="T9" fmla="*/ 1039 h 20"/>
                  <a:gd name="T10" fmla="*/ 5128 w 23"/>
                  <a:gd name="T11" fmla="*/ 2064 h 20"/>
                  <a:gd name="T12" fmla="*/ 5128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2"/>
                    </a:moveTo>
                    <a:cubicBezTo>
                      <a:pt x="19" y="11"/>
                      <a:pt x="16" y="12"/>
                      <a:pt x="13" y="13"/>
                    </a:cubicBezTo>
                    <a:cubicBezTo>
                      <a:pt x="10" y="15"/>
                      <a:pt x="8" y="18"/>
                      <a:pt x="7" y="20"/>
                    </a:cubicBezTo>
                    <a:cubicBezTo>
                      <a:pt x="5" y="20"/>
                      <a:pt x="3" y="19"/>
                      <a:pt x="2" y="17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3" y="0"/>
                      <a:pt x="19" y="2"/>
                      <a:pt x="22" y="6"/>
                    </a:cubicBezTo>
                    <a:cubicBezTo>
                      <a:pt x="23" y="8"/>
                      <a:pt x="23" y="10"/>
                      <a:pt x="22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7" name="Freeform 76">
                <a:extLst>
                  <a:ext uri="{FF2B5EF4-FFF2-40B4-BE49-F238E27FC236}">
                    <a16:creationId xmlns:a16="http://schemas.microsoft.com/office/drawing/2014/main" id="{BE275EFE-9341-41D8-ABC3-4FF50F44F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489"/>
                <a:ext cx="57" cy="54"/>
              </a:xfrm>
              <a:custGeom>
                <a:avLst/>
                <a:gdLst>
                  <a:gd name="T0" fmla="*/ 5313 w 23"/>
                  <a:gd name="T1" fmla="*/ 4563 h 20"/>
                  <a:gd name="T2" fmla="*/ 3286 w 23"/>
                  <a:gd name="T3" fmla="*/ 5060 h 20"/>
                  <a:gd name="T4" fmla="*/ 1886 w 23"/>
                  <a:gd name="T5" fmla="*/ 7757 h 20"/>
                  <a:gd name="T6" fmla="*/ 639 w 23"/>
                  <a:gd name="T7" fmla="*/ 6599 h 20"/>
                  <a:gd name="T8" fmla="*/ 1886 w 23"/>
                  <a:gd name="T9" fmla="*/ 1158 h 20"/>
                  <a:gd name="T10" fmla="*/ 5128 w 23"/>
                  <a:gd name="T11" fmla="*/ 2282 h 20"/>
                  <a:gd name="T12" fmla="*/ 5313 w 23"/>
                  <a:gd name="T13" fmla="*/ 456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3" y="12"/>
                    </a:moveTo>
                    <a:cubicBezTo>
                      <a:pt x="20" y="11"/>
                      <a:pt x="17" y="12"/>
                      <a:pt x="14" y="13"/>
                    </a:cubicBezTo>
                    <a:cubicBezTo>
                      <a:pt x="11" y="15"/>
                      <a:pt x="9" y="18"/>
                      <a:pt x="8" y="20"/>
                    </a:cubicBezTo>
                    <a:cubicBezTo>
                      <a:pt x="6" y="20"/>
                      <a:pt x="4" y="19"/>
                      <a:pt x="3" y="17"/>
                    </a:cubicBezTo>
                    <a:cubicBezTo>
                      <a:pt x="0" y="12"/>
                      <a:pt x="3" y="6"/>
                      <a:pt x="8" y="3"/>
                    </a:cubicBezTo>
                    <a:cubicBezTo>
                      <a:pt x="13" y="0"/>
                      <a:pt x="19" y="2"/>
                      <a:pt x="22" y="6"/>
                    </a:cubicBezTo>
                    <a:cubicBezTo>
                      <a:pt x="23" y="8"/>
                      <a:pt x="23" y="10"/>
                      <a:pt x="23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8" name="Freeform 77">
                <a:extLst>
                  <a:ext uri="{FF2B5EF4-FFF2-40B4-BE49-F238E27FC236}">
                    <a16:creationId xmlns:a16="http://schemas.microsoft.com/office/drawing/2014/main" id="{21E40F16-E7CC-4F55-9578-FA205631E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1463"/>
                <a:ext cx="55" cy="53"/>
              </a:xfrm>
              <a:custGeom>
                <a:avLst/>
                <a:gdLst>
                  <a:gd name="T0" fmla="*/ 5395 w 22"/>
                  <a:gd name="T1" fmla="*/ 4184 h 20"/>
                  <a:gd name="T2" fmla="*/ 3250 w 22"/>
                  <a:gd name="T3" fmla="*/ 4444 h 20"/>
                  <a:gd name="T4" fmla="*/ 1770 w 22"/>
                  <a:gd name="T5" fmla="*/ 6903 h 20"/>
                  <a:gd name="T6" fmla="*/ 520 w 22"/>
                  <a:gd name="T7" fmla="*/ 5864 h 20"/>
                  <a:gd name="T8" fmla="*/ 1770 w 22"/>
                  <a:gd name="T9" fmla="*/ 1039 h 20"/>
                  <a:gd name="T10" fmla="*/ 5208 w 22"/>
                  <a:gd name="T11" fmla="*/ 2064 h 20"/>
                  <a:gd name="T12" fmla="*/ 5395 w 22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22" y="12"/>
                    </a:moveTo>
                    <a:cubicBezTo>
                      <a:pt x="19" y="11"/>
                      <a:pt x="16" y="12"/>
                      <a:pt x="13" y="13"/>
                    </a:cubicBezTo>
                    <a:cubicBezTo>
                      <a:pt x="10" y="15"/>
                      <a:pt x="8" y="18"/>
                      <a:pt x="7" y="20"/>
                    </a:cubicBezTo>
                    <a:cubicBezTo>
                      <a:pt x="5" y="20"/>
                      <a:pt x="3" y="19"/>
                      <a:pt x="2" y="17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3" y="0"/>
                      <a:pt x="19" y="2"/>
                      <a:pt x="21" y="6"/>
                    </a:cubicBezTo>
                    <a:cubicBezTo>
                      <a:pt x="22" y="8"/>
                      <a:pt x="22" y="10"/>
                      <a:pt x="22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9" name="Freeform 78">
                <a:extLst>
                  <a:ext uri="{FF2B5EF4-FFF2-40B4-BE49-F238E27FC236}">
                    <a16:creationId xmlns:a16="http://schemas.microsoft.com/office/drawing/2014/main" id="{095DD6D7-A006-42CA-900D-079F03205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1436"/>
                <a:ext cx="58" cy="53"/>
              </a:xfrm>
              <a:custGeom>
                <a:avLst/>
                <a:gdLst>
                  <a:gd name="T0" fmla="*/ 5629 w 23"/>
                  <a:gd name="T1" fmla="*/ 4184 h 20"/>
                  <a:gd name="T2" fmla="*/ 3351 w 23"/>
                  <a:gd name="T3" fmla="*/ 4444 h 20"/>
                  <a:gd name="T4" fmla="*/ 2022 w 23"/>
                  <a:gd name="T5" fmla="*/ 6903 h 20"/>
                  <a:gd name="T6" fmla="*/ 527 w 23"/>
                  <a:gd name="T7" fmla="*/ 5864 h 20"/>
                  <a:gd name="T8" fmla="*/ 2022 w 23"/>
                  <a:gd name="T9" fmla="*/ 1039 h 20"/>
                  <a:gd name="T10" fmla="*/ 5629 w 23"/>
                  <a:gd name="T11" fmla="*/ 2064 h 20"/>
                  <a:gd name="T12" fmla="*/ 5629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2"/>
                    </a:moveTo>
                    <a:cubicBezTo>
                      <a:pt x="19" y="11"/>
                      <a:pt x="16" y="12"/>
                      <a:pt x="13" y="13"/>
                    </a:cubicBezTo>
                    <a:cubicBezTo>
                      <a:pt x="10" y="15"/>
                      <a:pt x="8" y="18"/>
                      <a:pt x="8" y="20"/>
                    </a:cubicBezTo>
                    <a:cubicBezTo>
                      <a:pt x="5" y="20"/>
                      <a:pt x="4" y="19"/>
                      <a:pt x="2" y="17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3" y="0"/>
                      <a:pt x="19" y="1"/>
                      <a:pt x="22" y="6"/>
                    </a:cubicBezTo>
                    <a:cubicBezTo>
                      <a:pt x="23" y="8"/>
                      <a:pt x="23" y="10"/>
                      <a:pt x="22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0" name="Freeform 79">
                <a:extLst>
                  <a:ext uri="{FF2B5EF4-FFF2-40B4-BE49-F238E27FC236}">
                    <a16:creationId xmlns:a16="http://schemas.microsoft.com/office/drawing/2014/main" id="{E2617BD2-05F9-4CA5-BAC3-7A873B53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409"/>
                <a:ext cx="58" cy="54"/>
              </a:xfrm>
              <a:custGeom>
                <a:avLst/>
                <a:gdLst>
                  <a:gd name="T0" fmla="*/ 5901 w 23"/>
                  <a:gd name="T1" fmla="*/ 4563 h 20"/>
                  <a:gd name="T2" fmla="*/ 3561 w 23"/>
                  <a:gd name="T3" fmla="*/ 5060 h 20"/>
                  <a:gd name="T4" fmla="*/ 2022 w 23"/>
                  <a:gd name="T5" fmla="*/ 7757 h 20"/>
                  <a:gd name="T6" fmla="*/ 802 w 23"/>
                  <a:gd name="T7" fmla="*/ 6599 h 20"/>
                  <a:gd name="T8" fmla="*/ 2022 w 23"/>
                  <a:gd name="T9" fmla="*/ 1158 h 20"/>
                  <a:gd name="T10" fmla="*/ 5629 w 23"/>
                  <a:gd name="T11" fmla="*/ 2282 h 20"/>
                  <a:gd name="T12" fmla="*/ 5901 w 23"/>
                  <a:gd name="T13" fmla="*/ 456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3" y="12"/>
                    </a:moveTo>
                    <a:cubicBezTo>
                      <a:pt x="20" y="11"/>
                      <a:pt x="17" y="12"/>
                      <a:pt x="14" y="13"/>
                    </a:cubicBezTo>
                    <a:cubicBezTo>
                      <a:pt x="11" y="15"/>
                      <a:pt x="9" y="18"/>
                      <a:pt x="8" y="20"/>
                    </a:cubicBezTo>
                    <a:cubicBezTo>
                      <a:pt x="6" y="20"/>
                      <a:pt x="4" y="19"/>
                      <a:pt x="3" y="17"/>
                    </a:cubicBezTo>
                    <a:cubicBezTo>
                      <a:pt x="0" y="12"/>
                      <a:pt x="3" y="6"/>
                      <a:pt x="8" y="3"/>
                    </a:cubicBezTo>
                    <a:cubicBezTo>
                      <a:pt x="13" y="0"/>
                      <a:pt x="20" y="1"/>
                      <a:pt x="22" y="6"/>
                    </a:cubicBezTo>
                    <a:cubicBezTo>
                      <a:pt x="23" y="8"/>
                      <a:pt x="23" y="10"/>
                      <a:pt x="23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1" name="Freeform 80">
                <a:extLst>
                  <a:ext uri="{FF2B5EF4-FFF2-40B4-BE49-F238E27FC236}">
                    <a16:creationId xmlns:a16="http://schemas.microsoft.com/office/drawing/2014/main" id="{9EBA225E-FAD2-49D7-A02D-1AA6465B3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383"/>
                <a:ext cx="57" cy="53"/>
              </a:xfrm>
              <a:custGeom>
                <a:avLst/>
                <a:gdLst>
                  <a:gd name="T0" fmla="*/ 5128 w 23"/>
                  <a:gd name="T1" fmla="*/ 4184 h 20"/>
                  <a:gd name="T2" fmla="*/ 2984 w 23"/>
                  <a:gd name="T3" fmla="*/ 4444 h 20"/>
                  <a:gd name="T4" fmla="*/ 1584 w 23"/>
                  <a:gd name="T5" fmla="*/ 6903 h 20"/>
                  <a:gd name="T6" fmla="*/ 454 w 23"/>
                  <a:gd name="T7" fmla="*/ 5864 h 20"/>
                  <a:gd name="T8" fmla="*/ 1584 w 23"/>
                  <a:gd name="T9" fmla="*/ 1039 h 20"/>
                  <a:gd name="T10" fmla="*/ 4870 w 23"/>
                  <a:gd name="T11" fmla="*/ 2064 h 20"/>
                  <a:gd name="T12" fmla="*/ 5128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2"/>
                    </a:moveTo>
                    <a:cubicBezTo>
                      <a:pt x="19" y="11"/>
                      <a:pt x="16" y="12"/>
                      <a:pt x="13" y="13"/>
                    </a:cubicBezTo>
                    <a:cubicBezTo>
                      <a:pt x="10" y="15"/>
                      <a:pt x="8" y="18"/>
                      <a:pt x="7" y="20"/>
                    </a:cubicBezTo>
                    <a:cubicBezTo>
                      <a:pt x="5" y="20"/>
                      <a:pt x="3" y="18"/>
                      <a:pt x="2" y="17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3" y="0"/>
                      <a:pt x="19" y="1"/>
                      <a:pt x="21" y="6"/>
                    </a:cubicBezTo>
                    <a:cubicBezTo>
                      <a:pt x="22" y="8"/>
                      <a:pt x="23" y="10"/>
                      <a:pt x="22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2" name="Freeform 81">
                <a:extLst>
                  <a:ext uri="{FF2B5EF4-FFF2-40B4-BE49-F238E27FC236}">
                    <a16:creationId xmlns:a16="http://schemas.microsoft.com/office/drawing/2014/main" id="{5384E527-3490-4D15-B9BA-5AA8BC70D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356"/>
                <a:ext cx="57" cy="53"/>
              </a:xfrm>
              <a:custGeom>
                <a:avLst/>
                <a:gdLst>
                  <a:gd name="T0" fmla="*/ 5128 w 23"/>
                  <a:gd name="T1" fmla="*/ 4184 h 20"/>
                  <a:gd name="T2" fmla="*/ 2984 w 23"/>
                  <a:gd name="T3" fmla="*/ 4444 h 20"/>
                  <a:gd name="T4" fmla="*/ 1886 w 23"/>
                  <a:gd name="T5" fmla="*/ 6903 h 20"/>
                  <a:gd name="T6" fmla="*/ 639 w 23"/>
                  <a:gd name="T7" fmla="*/ 5864 h 20"/>
                  <a:gd name="T8" fmla="*/ 1886 w 23"/>
                  <a:gd name="T9" fmla="*/ 1039 h 20"/>
                  <a:gd name="T10" fmla="*/ 5128 w 23"/>
                  <a:gd name="T11" fmla="*/ 2064 h 20"/>
                  <a:gd name="T12" fmla="*/ 5128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2"/>
                    </a:moveTo>
                    <a:cubicBezTo>
                      <a:pt x="20" y="11"/>
                      <a:pt x="16" y="12"/>
                      <a:pt x="13" y="13"/>
                    </a:cubicBezTo>
                    <a:cubicBezTo>
                      <a:pt x="10" y="15"/>
                      <a:pt x="8" y="18"/>
                      <a:pt x="8" y="20"/>
                    </a:cubicBezTo>
                    <a:cubicBezTo>
                      <a:pt x="5" y="20"/>
                      <a:pt x="4" y="18"/>
                      <a:pt x="3" y="17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3" y="0"/>
                      <a:pt x="19" y="1"/>
                      <a:pt x="22" y="6"/>
                    </a:cubicBezTo>
                    <a:cubicBezTo>
                      <a:pt x="23" y="8"/>
                      <a:pt x="23" y="10"/>
                      <a:pt x="22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3" name="Freeform 82">
                <a:extLst>
                  <a:ext uri="{FF2B5EF4-FFF2-40B4-BE49-F238E27FC236}">
                    <a16:creationId xmlns:a16="http://schemas.microsoft.com/office/drawing/2014/main" id="{551C766B-92EC-4EB2-BDDA-B7AD3D59B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249"/>
                <a:ext cx="145" cy="150"/>
              </a:xfrm>
              <a:custGeom>
                <a:avLst/>
                <a:gdLst>
                  <a:gd name="T0" fmla="*/ 4220 w 58"/>
                  <a:gd name="T1" fmla="*/ 2633 h 56"/>
                  <a:gd name="T2" fmla="*/ 13020 w 58"/>
                  <a:gd name="T3" fmla="*/ 6321 h 56"/>
                  <a:gd name="T4" fmla="*/ 12500 w 58"/>
                  <a:gd name="T5" fmla="*/ 16682 h 56"/>
                  <a:gd name="T6" fmla="*/ 9300 w 58"/>
                  <a:gd name="T7" fmla="*/ 15857 h 56"/>
                  <a:gd name="T8" fmla="*/ 7813 w 58"/>
                  <a:gd name="T9" fmla="*/ 20700 h 56"/>
                  <a:gd name="T10" fmla="*/ 1770 w 58"/>
                  <a:gd name="T11" fmla="*/ 15455 h 56"/>
                  <a:gd name="T12" fmla="*/ 4220 w 58"/>
                  <a:gd name="T13" fmla="*/ 2633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56">
                    <a:moveTo>
                      <a:pt x="17" y="7"/>
                    </a:moveTo>
                    <a:cubicBezTo>
                      <a:pt x="30" y="0"/>
                      <a:pt x="46" y="4"/>
                      <a:pt x="53" y="17"/>
                    </a:cubicBezTo>
                    <a:cubicBezTo>
                      <a:pt x="58" y="26"/>
                      <a:pt x="57" y="37"/>
                      <a:pt x="51" y="45"/>
                    </a:cubicBezTo>
                    <a:cubicBezTo>
                      <a:pt x="48" y="41"/>
                      <a:pt x="43" y="40"/>
                      <a:pt x="38" y="43"/>
                    </a:cubicBezTo>
                    <a:cubicBezTo>
                      <a:pt x="33" y="46"/>
                      <a:pt x="31" y="51"/>
                      <a:pt x="32" y="56"/>
                    </a:cubicBezTo>
                    <a:cubicBezTo>
                      <a:pt x="22" y="56"/>
                      <a:pt x="13" y="52"/>
                      <a:pt x="7" y="42"/>
                    </a:cubicBezTo>
                    <a:cubicBezTo>
                      <a:pt x="0" y="30"/>
                      <a:pt x="5" y="14"/>
                      <a:pt x="17" y="7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4" name="Freeform 83">
                <a:extLst>
                  <a:ext uri="{FF2B5EF4-FFF2-40B4-BE49-F238E27FC236}">
                    <a16:creationId xmlns:a16="http://schemas.microsoft.com/office/drawing/2014/main" id="{CFA44243-58EE-4045-8A59-91DBAC5C5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268"/>
                <a:ext cx="75" cy="64"/>
              </a:xfrm>
              <a:custGeom>
                <a:avLst/>
                <a:gdLst>
                  <a:gd name="T0" fmla="*/ 4220 w 30"/>
                  <a:gd name="T1" fmla="*/ 397 h 24"/>
                  <a:gd name="T2" fmla="*/ 6845 w 30"/>
                  <a:gd name="T3" fmla="*/ 6067 h 24"/>
                  <a:gd name="T4" fmla="*/ 3438 w 30"/>
                  <a:gd name="T5" fmla="*/ 6883 h 24"/>
                  <a:gd name="T6" fmla="*/ 313 w 30"/>
                  <a:gd name="T7" fmla="*/ 4301 h 24"/>
                  <a:gd name="T8" fmla="*/ 4220 w 30"/>
                  <a:gd name="T9" fmla="*/ 39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4">
                    <a:moveTo>
                      <a:pt x="17" y="1"/>
                    </a:moveTo>
                    <a:cubicBezTo>
                      <a:pt x="25" y="2"/>
                      <a:pt x="30" y="10"/>
                      <a:pt x="28" y="17"/>
                    </a:cubicBezTo>
                    <a:cubicBezTo>
                      <a:pt x="27" y="24"/>
                      <a:pt x="21" y="21"/>
                      <a:pt x="14" y="19"/>
                    </a:cubicBezTo>
                    <a:cubicBezTo>
                      <a:pt x="7" y="18"/>
                      <a:pt x="0" y="19"/>
                      <a:pt x="1" y="12"/>
                    </a:cubicBezTo>
                    <a:cubicBezTo>
                      <a:pt x="3" y="5"/>
                      <a:pt x="10" y="0"/>
                      <a:pt x="17" y="1"/>
                    </a:cubicBezTo>
                    <a:close/>
                  </a:path>
                </a:pathLst>
              </a:cu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5" name="Freeform 84">
                <a:extLst>
                  <a:ext uri="{FF2B5EF4-FFF2-40B4-BE49-F238E27FC236}">
                    <a16:creationId xmlns:a16="http://schemas.microsoft.com/office/drawing/2014/main" id="{F957FEDA-C2D0-466E-90D4-235EAF4DA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1281"/>
                <a:ext cx="27" cy="27"/>
              </a:xfrm>
              <a:custGeom>
                <a:avLst/>
                <a:gdLst>
                  <a:gd name="T0" fmla="*/ 621 w 11"/>
                  <a:gd name="T1" fmla="*/ 429 h 10"/>
                  <a:gd name="T2" fmla="*/ 1964 w 11"/>
                  <a:gd name="T3" fmla="*/ 1158 h 10"/>
                  <a:gd name="T4" fmla="*/ 1777 w 11"/>
                  <a:gd name="T5" fmla="*/ 3464 h 10"/>
                  <a:gd name="T6" fmla="*/ 174 w 11"/>
                  <a:gd name="T7" fmla="*/ 2719 h 10"/>
                  <a:gd name="T8" fmla="*/ 621 w 11"/>
                  <a:gd name="T9" fmla="*/ 4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3" y="1"/>
                    </a:moveTo>
                    <a:cubicBezTo>
                      <a:pt x="5" y="0"/>
                      <a:pt x="8" y="1"/>
                      <a:pt x="9" y="3"/>
                    </a:cubicBezTo>
                    <a:cubicBezTo>
                      <a:pt x="11" y="5"/>
                      <a:pt x="10" y="8"/>
                      <a:pt x="8" y="9"/>
                    </a:cubicBezTo>
                    <a:cubicBezTo>
                      <a:pt x="5" y="10"/>
                      <a:pt x="3" y="10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6" name="Freeform 85">
                <a:extLst>
                  <a:ext uri="{FF2B5EF4-FFF2-40B4-BE49-F238E27FC236}">
                    <a16:creationId xmlns:a16="http://schemas.microsoft.com/office/drawing/2014/main" id="{0F93BD2E-C639-4118-8BD7-17B42CD87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305"/>
                <a:ext cx="120" cy="83"/>
              </a:xfrm>
              <a:custGeom>
                <a:avLst/>
                <a:gdLst>
                  <a:gd name="T0" fmla="*/ 4688 w 48"/>
                  <a:gd name="T1" fmla="*/ 10996 h 31"/>
                  <a:gd name="T2" fmla="*/ 783 w 48"/>
                  <a:gd name="T3" fmla="*/ 7047 h 31"/>
                  <a:gd name="T4" fmla="*/ 520 w 48"/>
                  <a:gd name="T5" fmla="*/ 0 h 31"/>
                  <a:gd name="T6" fmla="*/ 988 w 48"/>
                  <a:gd name="T7" fmla="*/ 4415 h 31"/>
                  <a:gd name="T8" fmla="*/ 4220 w 48"/>
                  <a:gd name="T9" fmla="*/ 8123 h 31"/>
                  <a:gd name="T10" fmla="*/ 8333 w 48"/>
                  <a:gd name="T11" fmla="*/ 5491 h 31"/>
                  <a:gd name="T12" fmla="*/ 11250 w 48"/>
                  <a:gd name="T13" fmla="*/ 2632 h 31"/>
                  <a:gd name="T14" fmla="*/ 10283 w 48"/>
                  <a:gd name="T15" fmla="*/ 6624 h 31"/>
                  <a:gd name="T16" fmla="*/ 7158 w 48"/>
                  <a:gd name="T17" fmla="*/ 7714 h 31"/>
                  <a:gd name="T18" fmla="*/ 4688 w 48"/>
                  <a:gd name="T19" fmla="*/ 10996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31">
                    <a:moveTo>
                      <a:pt x="19" y="30"/>
                    </a:moveTo>
                    <a:cubicBezTo>
                      <a:pt x="13" y="29"/>
                      <a:pt x="7" y="25"/>
                      <a:pt x="3" y="19"/>
                    </a:cubicBezTo>
                    <a:cubicBezTo>
                      <a:pt x="0" y="13"/>
                      <a:pt x="0" y="6"/>
                      <a:pt x="2" y="0"/>
                    </a:cubicBezTo>
                    <a:cubicBezTo>
                      <a:pt x="2" y="4"/>
                      <a:pt x="2" y="9"/>
                      <a:pt x="4" y="12"/>
                    </a:cubicBezTo>
                    <a:cubicBezTo>
                      <a:pt x="8" y="19"/>
                      <a:pt x="10" y="21"/>
                      <a:pt x="17" y="22"/>
                    </a:cubicBezTo>
                    <a:cubicBezTo>
                      <a:pt x="22" y="22"/>
                      <a:pt x="27" y="16"/>
                      <a:pt x="34" y="15"/>
                    </a:cubicBezTo>
                    <a:cubicBezTo>
                      <a:pt x="40" y="14"/>
                      <a:pt x="46" y="12"/>
                      <a:pt x="46" y="7"/>
                    </a:cubicBezTo>
                    <a:cubicBezTo>
                      <a:pt x="48" y="11"/>
                      <a:pt x="45" y="17"/>
                      <a:pt x="42" y="18"/>
                    </a:cubicBezTo>
                    <a:cubicBezTo>
                      <a:pt x="40" y="19"/>
                      <a:pt x="35" y="17"/>
                      <a:pt x="29" y="21"/>
                    </a:cubicBezTo>
                    <a:cubicBezTo>
                      <a:pt x="23" y="25"/>
                      <a:pt x="23" y="31"/>
                      <a:pt x="19" y="30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7" name="Freeform 86">
                <a:extLst>
                  <a:ext uri="{FF2B5EF4-FFF2-40B4-BE49-F238E27FC236}">
                    <a16:creationId xmlns:a16="http://schemas.microsoft.com/office/drawing/2014/main" id="{DC91F991-4D73-49E2-ADF4-2E3E30581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364"/>
                <a:ext cx="40" cy="16"/>
              </a:xfrm>
              <a:custGeom>
                <a:avLst/>
                <a:gdLst>
                  <a:gd name="T0" fmla="*/ 1300 w 16"/>
                  <a:gd name="T1" fmla="*/ 661 h 6"/>
                  <a:gd name="T2" fmla="*/ 3908 w 16"/>
                  <a:gd name="T3" fmla="*/ 2184 h 6"/>
                  <a:gd name="T4" fmla="*/ 0 w 16"/>
                  <a:gd name="T5" fmla="*/ 2184 h 6"/>
                  <a:gd name="T6" fmla="*/ 1300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5" y="2"/>
                    </a:moveTo>
                    <a:cubicBezTo>
                      <a:pt x="8" y="0"/>
                      <a:pt x="15" y="1"/>
                      <a:pt x="16" y="6"/>
                    </a:cubicBezTo>
                    <a:cubicBezTo>
                      <a:pt x="13" y="4"/>
                      <a:pt x="5" y="2"/>
                      <a:pt x="0" y="6"/>
                    </a:cubicBezTo>
                    <a:cubicBezTo>
                      <a:pt x="1" y="5"/>
                      <a:pt x="2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8" name="Freeform 87">
                <a:extLst>
                  <a:ext uri="{FF2B5EF4-FFF2-40B4-BE49-F238E27FC236}">
                    <a16:creationId xmlns:a16="http://schemas.microsoft.com/office/drawing/2014/main" id="{BA7FE49B-6642-4321-99CC-94F7F7702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391"/>
                <a:ext cx="40" cy="16"/>
              </a:xfrm>
              <a:custGeom>
                <a:avLst/>
                <a:gdLst>
                  <a:gd name="T0" fmla="*/ 1300 w 16"/>
                  <a:gd name="T1" fmla="*/ 661 h 6"/>
                  <a:gd name="T2" fmla="*/ 3908 w 16"/>
                  <a:gd name="T3" fmla="*/ 2184 h 6"/>
                  <a:gd name="T4" fmla="*/ 0 w 16"/>
                  <a:gd name="T5" fmla="*/ 2184 h 6"/>
                  <a:gd name="T6" fmla="*/ 1300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5" y="2"/>
                    </a:moveTo>
                    <a:cubicBezTo>
                      <a:pt x="8" y="0"/>
                      <a:pt x="15" y="1"/>
                      <a:pt x="16" y="6"/>
                    </a:cubicBezTo>
                    <a:cubicBezTo>
                      <a:pt x="13" y="4"/>
                      <a:pt x="5" y="2"/>
                      <a:pt x="0" y="6"/>
                    </a:cubicBezTo>
                    <a:cubicBezTo>
                      <a:pt x="1" y="5"/>
                      <a:pt x="2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9" name="Freeform 88">
                <a:extLst>
                  <a:ext uri="{FF2B5EF4-FFF2-40B4-BE49-F238E27FC236}">
                    <a16:creationId xmlns:a16="http://schemas.microsoft.com/office/drawing/2014/main" id="{B2921847-C1F6-4C08-B556-C2202968F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417"/>
                <a:ext cx="40" cy="16"/>
              </a:xfrm>
              <a:custGeom>
                <a:avLst/>
                <a:gdLst>
                  <a:gd name="T0" fmla="*/ 1300 w 16"/>
                  <a:gd name="T1" fmla="*/ 661 h 6"/>
                  <a:gd name="T2" fmla="*/ 3908 w 16"/>
                  <a:gd name="T3" fmla="*/ 2184 h 6"/>
                  <a:gd name="T4" fmla="*/ 0 w 16"/>
                  <a:gd name="T5" fmla="*/ 2184 h 6"/>
                  <a:gd name="T6" fmla="*/ 1300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5" y="2"/>
                    </a:moveTo>
                    <a:cubicBezTo>
                      <a:pt x="9" y="0"/>
                      <a:pt x="15" y="1"/>
                      <a:pt x="16" y="6"/>
                    </a:cubicBezTo>
                    <a:cubicBezTo>
                      <a:pt x="13" y="4"/>
                      <a:pt x="5" y="2"/>
                      <a:pt x="0" y="6"/>
                    </a:cubicBezTo>
                    <a:cubicBezTo>
                      <a:pt x="1" y="5"/>
                      <a:pt x="2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0" name="Freeform 89">
                <a:extLst>
                  <a:ext uri="{FF2B5EF4-FFF2-40B4-BE49-F238E27FC236}">
                    <a16:creationId xmlns:a16="http://schemas.microsoft.com/office/drawing/2014/main" id="{65ED1574-1CB8-4004-A3C8-555A7D3CA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444"/>
                <a:ext cx="40" cy="19"/>
              </a:xfrm>
              <a:custGeom>
                <a:avLst/>
                <a:gdLst>
                  <a:gd name="T0" fmla="*/ 1300 w 16"/>
                  <a:gd name="T1" fmla="*/ 760 h 7"/>
                  <a:gd name="T2" fmla="*/ 3908 w 16"/>
                  <a:gd name="T3" fmla="*/ 2823 h 7"/>
                  <a:gd name="T4" fmla="*/ 0 w 16"/>
                  <a:gd name="T5" fmla="*/ 2823 h 7"/>
                  <a:gd name="T6" fmla="*/ 1300 w 16"/>
                  <a:gd name="T7" fmla="*/ 76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5" y="2"/>
                    </a:moveTo>
                    <a:cubicBezTo>
                      <a:pt x="9" y="0"/>
                      <a:pt x="15" y="1"/>
                      <a:pt x="16" y="7"/>
                    </a:cubicBezTo>
                    <a:cubicBezTo>
                      <a:pt x="13" y="4"/>
                      <a:pt x="5" y="2"/>
                      <a:pt x="0" y="7"/>
                    </a:cubicBezTo>
                    <a:cubicBezTo>
                      <a:pt x="1" y="5"/>
                      <a:pt x="2" y="4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1" name="Freeform 90">
                <a:extLst>
                  <a:ext uri="{FF2B5EF4-FFF2-40B4-BE49-F238E27FC236}">
                    <a16:creationId xmlns:a16="http://schemas.microsoft.com/office/drawing/2014/main" id="{C0407D7C-592E-4CA4-B32B-637ECDB6A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471"/>
                <a:ext cx="37" cy="16"/>
              </a:xfrm>
              <a:custGeom>
                <a:avLst/>
                <a:gdLst>
                  <a:gd name="T0" fmla="*/ 930 w 15"/>
                  <a:gd name="T1" fmla="*/ 661 h 6"/>
                  <a:gd name="T2" fmla="*/ 3365 w 15"/>
                  <a:gd name="T3" fmla="*/ 2184 h 6"/>
                  <a:gd name="T4" fmla="*/ 0 w 15"/>
                  <a:gd name="T5" fmla="*/ 2184 h 6"/>
                  <a:gd name="T6" fmla="*/ 930 w 15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4" y="2"/>
                    </a:moveTo>
                    <a:cubicBezTo>
                      <a:pt x="8" y="0"/>
                      <a:pt x="14" y="1"/>
                      <a:pt x="15" y="6"/>
                    </a:cubicBezTo>
                    <a:cubicBezTo>
                      <a:pt x="12" y="4"/>
                      <a:pt x="4" y="2"/>
                      <a:pt x="0" y="6"/>
                    </a:cubicBezTo>
                    <a:cubicBezTo>
                      <a:pt x="0" y="5"/>
                      <a:pt x="2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2" name="Freeform 91">
                <a:extLst>
                  <a:ext uri="{FF2B5EF4-FFF2-40B4-BE49-F238E27FC236}">
                    <a16:creationId xmlns:a16="http://schemas.microsoft.com/office/drawing/2014/main" id="{C1698917-3BFE-4EDD-959F-98A89AE62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497"/>
                <a:ext cx="37" cy="16"/>
              </a:xfrm>
              <a:custGeom>
                <a:avLst/>
                <a:gdLst>
                  <a:gd name="T0" fmla="*/ 930 w 15"/>
                  <a:gd name="T1" fmla="*/ 661 h 6"/>
                  <a:gd name="T2" fmla="*/ 3365 w 15"/>
                  <a:gd name="T3" fmla="*/ 2184 h 6"/>
                  <a:gd name="T4" fmla="*/ 0 w 15"/>
                  <a:gd name="T5" fmla="*/ 2184 h 6"/>
                  <a:gd name="T6" fmla="*/ 930 w 15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4" y="2"/>
                    </a:moveTo>
                    <a:cubicBezTo>
                      <a:pt x="8" y="0"/>
                      <a:pt x="14" y="1"/>
                      <a:pt x="15" y="6"/>
                    </a:cubicBezTo>
                    <a:cubicBezTo>
                      <a:pt x="12" y="4"/>
                      <a:pt x="4" y="2"/>
                      <a:pt x="0" y="6"/>
                    </a:cubicBezTo>
                    <a:cubicBezTo>
                      <a:pt x="0" y="5"/>
                      <a:pt x="2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3" name="Freeform 92">
                <a:extLst>
                  <a:ext uri="{FF2B5EF4-FFF2-40B4-BE49-F238E27FC236}">
                    <a16:creationId xmlns:a16="http://schemas.microsoft.com/office/drawing/2014/main" id="{149281A1-18A8-4365-9DD4-9C6A2EFD0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524"/>
                <a:ext cx="40" cy="19"/>
              </a:xfrm>
              <a:custGeom>
                <a:avLst/>
                <a:gdLst>
                  <a:gd name="T0" fmla="*/ 988 w 16"/>
                  <a:gd name="T1" fmla="*/ 760 h 7"/>
                  <a:gd name="T2" fmla="*/ 3908 w 16"/>
                  <a:gd name="T3" fmla="*/ 2342 h 7"/>
                  <a:gd name="T4" fmla="*/ 0 w 16"/>
                  <a:gd name="T5" fmla="*/ 2823 h 7"/>
                  <a:gd name="T6" fmla="*/ 988 w 16"/>
                  <a:gd name="T7" fmla="*/ 76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4" y="2"/>
                    </a:moveTo>
                    <a:cubicBezTo>
                      <a:pt x="8" y="0"/>
                      <a:pt x="15" y="1"/>
                      <a:pt x="16" y="6"/>
                    </a:cubicBezTo>
                    <a:cubicBezTo>
                      <a:pt x="12" y="4"/>
                      <a:pt x="5" y="2"/>
                      <a:pt x="0" y="7"/>
                    </a:cubicBezTo>
                    <a:cubicBezTo>
                      <a:pt x="0" y="5"/>
                      <a:pt x="2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4" name="Freeform 93">
                <a:extLst>
                  <a:ext uri="{FF2B5EF4-FFF2-40B4-BE49-F238E27FC236}">
                    <a16:creationId xmlns:a16="http://schemas.microsoft.com/office/drawing/2014/main" id="{7C6CF658-3CAF-4BFF-A5F7-3ACE7D0E4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551"/>
                <a:ext cx="40" cy="16"/>
              </a:xfrm>
              <a:custGeom>
                <a:avLst/>
                <a:gdLst>
                  <a:gd name="T0" fmla="*/ 1300 w 16"/>
                  <a:gd name="T1" fmla="*/ 661 h 6"/>
                  <a:gd name="T2" fmla="*/ 3908 w 16"/>
                  <a:gd name="T3" fmla="*/ 2184 h 6"/>
                  <a:gd name="T4" fmla="*/ 0 w 16"/>
                  <a:gd name="T5" fmla="*/ 2184 h 6"/>
                  <a:gd name="T6" fmla="*/ 1300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5" y="2"/>
                    </a:moveTo>
                    <a:cubicBezTo>
                      <a:pt x="9" y="0"/>
                      <a:pt x="15" y="1"/>
                      <a:pt x="16" y="6"/>
                    </a:cubicBezTo>
                    <a:cubicBezTo>
                      <a:pt x="13" y="4"/>
                      <a:pt x="5" y="2"/>
                      <a:pt x="0" y="6"/>
                    </a:cubicBezTo>
                    <a:cubicBezTo>
                      <a:pt x="1" y="5"/>
                      <a:pt x="2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5" name="Freeform 94">
                <a:extLst>
                  <a:ext uri="{FF2B5EF4-FFF2-40B4-BE49-F238E27FC236}">
                    <a16:creationId xmlns:a16="http://schemas.microsoft.com/office/drawing/2014/main" id="{2CC59E24-B303-4508-91D3-8FD83C492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580"/>
                <a:ext cx="40" cy="16"/>
              </a:xfrm>
              <a:custGeom>
                <a:avLst/>
                <a:gdLst>
                  <a:gd name="T0" fmla="*/ 1300 w 16"/>
                  <a:gd name="T1" fmla="*/ 661 h 6"/>
                  <a:gd name="T2" fmla="*/ 3908 w 16"/>
                  <a:gd name="T3" fmla="*/ 2184 h 6"/>
                  <a:gd name="T4" fmla="*/ 0 w 16"/>
                  <a:gd name="T5" fmla="*/ 2184 h 6"/>
                  <a:gd name="T6" fmla="*/ 1300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5" y="2"/>
                    </a:moveTo>
                    <a:cubicBezTo>
                      <a:pt x="9" y="0"/>
                      <a:pt x="15" y="0"/>
                      <a:pt x="16" y="6"/>
                    </a:cubicBezTo>
                    <a:cubicBezTo>
                      <a:pt x="13" y="3"/>
                      <a:pt x="5" y="1"/>
                      <a:pt x="0" y="6"/>
                    </a:cubicBezTo>
                    <a:cubicBezTo>
                      <a:pt x="1" y="4"/>
                      <a:pt x="2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6" name="Freeform 95">
                <a:extLst>
                  <a:ext uri="{FF2B5EF4-FFF2-40B4-BE49-F238E27FC236}">
                    <a16:creationId xmlns:a16="http://schemas.microsoft.com/office/drawing/2014/main" id="{A5EEDF24-F27C-4D64-AAA9-378B8BC20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1607"/>
                <a:ext cx="40" cy="16"/>
              </a:xfrm>
              <a:custGeom>
                <a:avLst/>
                <a:gdLst>
                  <a:gd name="T0" fmla="*/ 1300 w 16"/>
                  <a:gd name="T1" fmla="*/ 661 h 6"/>
                  <a:gd name="T2" fmla="*/ 3908 w 16"/>
                  <a:gd name="T3" fmla="*/ 2184 h 6"/>
                  <a:gd name="T4" fmla="*/ 0 w 16"/>
                  <a:gd name="T5" fmla="*/ 2184 h 6"/>
                  <a:gd name="T6" fmla="*/ 1300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5" y="2"/>
                    </a:moveTo>
                    <a:cubicBezTo>
                      <a:pt x="9" y="0"/>
                      <a:pt x="15" y="0"/>
                      <a:pt x="16" y="6"/>
                    </a:cubicBezTo>
                    <a:cubicBezTo>
                      <a:pt x="13" y="3"/>
                      <a:pt x="5" y="2"/>
                      <a:pt x="0" y="6"/>
                    </a:cubicBezTo>
                    <a:cubicBezTo>
                      <a:pt x="1" y="4"/>
                      <a:pt x="2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7" name="Freeform 96">
                <a:extLst>
                  <a:ext uri="{FF2B5EF4-FFF2-40B4-BE49-F238E27FC236}">
                    <a16:creationId xmlns:a16="http://schemas.microsoft.com/office/drawing/2014/main" id="{B49A0809-5739-4A02-A02D-55F845F8D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599"/>
                <a:ext cx="58" cy="53"/>
              </a:xfrm>
              <a:custGeom>
                <a:avLst/>
                <a:gdLst>
                  <a:gd name="T0" fmla="*/ 5629 w 23"/>
                  <a:gd name="T1" fmla="*/ 3800 h 20"/>
                  <a:gd name="T2" fmla="*/ 3351 w 23"/>
                  <a:gd name="T3" fmla="*/ 4444 h 20"/>
                  <a:gd name="T4" fmla="*/ 1813 w 23"/>
                  <a:gd name="T5" fmla="*/ 6903 h 20"/>
                  <a:gd name="T6" fmla="*/ 527 w 23"/>
                  <a:gd name="T7" fmla="*/ 5470 h 20"/>
                  <a:gd name="T8" fmla="*/ 2022 w 23"/>
                  <a:gd name="T9" fmla="*/ 1039 h 20"/>
                  <a:gd name="T10" fmla="*/ 5629 w 23"/>
                  <a:gd name="T11" fmla="*/ 1677 h 20"/>
                  <a:gd name="T12" fmla="*/ 5629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1"/>
                    </a:moveTo>
                    <a:cubicBezTo>
                      <a:pt x="19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7" y="20"/>
                    </a:cubicBezTo>
                    <a:cubicBezTo>
                      <a:pt x="5" y="19"/>
                      <a:pt x="3" y="18"/>
                      <a:pt x="2" y="16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3" y="0"/>
                      <a:pt x="19" y="1"/>
                      <a:pt x="22" y="5"/>
                    </a:cubicBezTo>
                    <a:cubicBezTo>
                      <a:pt x="23" y="7"/>
                      <a:pt x="23" y="9"/>
                      <a:pt x="22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8" name="Freeform 97">
                <a:extLst>
                  <a:ext uri="{FF2B5EF4-FFF2-40B4-BE49-F238E27FC236}">
                    <a16:creationId xmlns:a16="http://schemas.microsoft.com/office/drawing/2014/main" id="{4F24C295-C2F1-4E6F-8B39-716DF244A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572"/>
                <a:ext cx="58" cy="53"/>
              </a:xfrm>
              <a:custGeom>
                <a:avLst/>
                <a:gdLst>
                  <a:gd name="T0" fmla="*/ 5629 w 23"/>
                  <a:gd name="T1" fmla="*/ 3800 h 20"/>
                  <a:gd name="T2" fmla="*/ 3561 w 23"/>
                  <a:gd name="T3" fmla="*/ 4444 h 20"/>
                  <a:gd name="T4" fmla="*/ 2022 w 23"/>
                  <a:gd name="T5" fmla="*/ 6903 h 20"/>
                  <a:gd name="T6" fmla="*/ 802 w 23"/>
                  <a:gd name="T7" fmla="*/ 5470 h 20"/>
                  <a:gd name="T8" fmla="*/ 2022 w 23"/>
                  <a:gd name="T9" fmla="*/ 1039 h 20"/>
                  <a:gd name="T10" fmla="*/ 5629 w 23"/>
                  <a:gd name="T11" fmla="*/ 1677 h 20"/>
                  <a:gd name="T12" fmla="*/ 5629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1"/>
                    </a:moveTo>
                    <a:cubicBezTo>
                      <a:pt x="20" y="11"/>
                      <a:pt x="16" y="11"/>
                      <a:pt x="14" y="13"/>
                    </a:cubicBezTo>
                    <a:cubicBezTo>
                      <a:pt x="11" y="14"/>
                      <a:pt x="9" y="17"/>
                      <a:pt x="8" y="20"/>
                    </a:cubicBezTo>
                    <a:cubicBezTo>
                      <a:pt x="6" y="19"/>
                      <a:pt x="4" y="18"/>
                      <a:pt x="3" y="16"/>
                    </a:cubicBezTo>
                    <a:cubicBezTo>
                      <a:pt x="0" y="12"/>
                      <a:pt x="3" y="6"/>
                      <a:pt x="8" y="3"/>
                    </a:cubicBezTo>
                    <a:cubicBezTo>
                      <a:pt x="13" y="0"/>
                      <a:pt x="19" y="1"/>
                      <a:pt x="22" y="5"/>
                    </a:cubicBezTo>
                    <a:cubicBezTo>
                      <a:pt x="23" y="7"/>
                      <a:pt x="23" y="9"/>
                      <a:pt x="22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9" name="Freeform 98">
                <a:extLst>
                  <a:ext uri="{FF2B5EF4-FFF2-40B4-BE49-F238E27FC236}">
                    <a16:creationId xmlns:a16="http://schemas.microsoft.com/office/drawing/2014/main" id="{AC080FA9-2BA6-46B2-B0BB-A2677FB87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545"/>
                <a:ext cx="55" cy="54"/>
              </a:xfrm>
              <a:custGeom>
                <a:avLst/>
                <a:gdLst>
                  <a:gd name="T0" fmla="*/ 5395 w 22"/>
                  <a:gd name="T1" fmla="*/ 4309 h 20"/>
                  <a:gd name="T2" fmla="*/ 3250 w 22"/>
                  <a:gd name="T3" fmla="*/ 5060 h 20"/>
                  <a:gd name="T4" fmla="*/ 1770 w 22"/>
                  <a:gd name="T5" fmla="*/ 7757 h 20"/>
                  <a:gd name="T6" fmla="*/ 520 w 22"/>
                  <a:gd name="T7" fmla="*/ 6161 h 20"/>
                  <a:gd name="T8" fmla="*/ 1770 w 22"/>
                  <a:gd name="T9" fmla="*/ 751 h 20"/>
                  <a:gd name="T10" fmla="*/ 5208 w 22"/>
                  <a:gd name="T11" fmla="*/ 2028 h 20"/>
                  <a:gd name="T12" fmla="*/ 5395 w 22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22" y="11"/>
                    </a:moveTo>
                    <a:cubicBezTo>
                      <a:pt x="19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7" y="20"/>
                    </a:cubicBezTo>
                    <a:cubicBezTo>
                      <a:pt x="5" y="19"/>
                      <a:pt x="3" y="18"/>
                      <a:pt x="2" y="16"/>
                    </a:cubicBezTo>
                    <a:cubicBezTo>
                      <a:pt x="0" y="11"/>
                      <a:pt x="2" y="5"/>
                      <a:pt x="7" y="2"/>
                    </a:cubicBezTo>
                    <a:cubicBezTo>
                      <a:pt x="12" y="0"/>
                      <a:pt x="19" y="1"/>
                      <a:pt x="21" y="5"/>
                    </a:cubicBezTo>
                    <a:cubicBezTo>
                      <a:pt x="22" y="7"/>
                      <a:pt x="22" y="9"/>
                      <a:pt x="22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0" name="Freeform 99">
                <a:extLst>
                  <a:ext uri="{FF2B5EF4-FFF2-40B4-BE49-F238E27FC236}">
                    <a16:creationId xmlns:a16="http://schemas.microsoft.com/office/drawing/2014/main" id="{BB4BA284-06D8-4C56-BE57-14BFEF9F8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516"/>
                <a:ext cx="57" cy="53"/>
              </a:xfrm>
              <a:custGeom>
                <a:avLst/>
                <a:gdLst>
                  <a:gd name="T0" fmla="*/ 5128 w 23"/>
                  <a:gd name="T1" fmla="*/ 4184 h 20"/>
                  <a:gd name="T2" fmla="*/ 2984 w 23"/>
                  <a:gd name="T3" fmla="*/ 4444 h 20"/>
                  <a:gd name="T4" fmla="*/ 1584 w 23"/>
                  <a:gd name="T5" fmla="*/ 6903 h 20"/>
                  <a:gd name="T6" fmla="*/ 454 w 23"/>
                  <a:gd name="T7" fmla="*/ 5864 h 20"/>
                  <a:gd name="T8" fmla="*/ 1886 w 23"/>
                  <a:gd name="T9" fmla="*/ 1039 h 20"/>
                  <a:gd name="T10" fmla="*/ 5128 w 23"/>
                  <a:gd name="T11" fmla="*/ 2064 h 20"/>
                  <a:gd name="T12" fmla="*/ 5128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2"/>
                    </a:moveTo>
                    <a:cubicBezTo>
                      <a:pt x="19" y="11"/>
                      <a:pt x="16" y="12"/>
                      <a:pt x="13" y="13"/>
                    </a:cubicBezTo>
                    <a:cubicBezTo>
                      <a:pt x="10" y="15"/>
                      <a:pt x="8" y="18"/>
                      <a:pt x="7" y="20"/>
                    </a:cubicBezTo>
                    <a:cubicBezTo>
                      <a:pt x="5" y="20"/>
                      <a:pt x="3" y="19"/>
                      <a:pt x="2" y="17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3" y="0"/>
                      <a:pt x="19" y="2"/>
                      <a:pt x="22" y="6"/>
                    </a:cubicBezTo>
                    <a:cubicBezTo>
                      <a:pt x="23" y="8"/>
                      <a:pt x="23" y="10"/>
                      <a:pt x="22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1" name="Freeform 100">
                <a:extLst>
                  <a:ext uri="{FF2B5EF4-FFF2-40B4-BE49-F238E27FC236}">
                    <a16:creationId xmlns:a16="http://schemas.microsoft.com/office/drawing/2014/main" id="{49E71A98-D632-43C7-AC37-D8B1CA4DB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489"/>
                <a:ext cx="57" cy="54"/>
              </a:xfrm>
              <a:custGeom>
                <a:avLst/>
                <a:gdLst>
                  <a:gd name="T0" fmla="*/ 5313 w 23"/>
                  <a:gd name="T1" fmla="*/ 4563 h 20"/>
                  <a:gd name="T2" fmla="*/ 3286 w 23"/>
                  <a:gd name="T3" fmla="*/ 5060 h 20"/>
                  <a:gd name="T4" fmla="*/ 1886 w 23"/>
                  <a:gd name="T5" fmla="*/ 7757 h 20"/>
                  <a:gd name="T6" fmla="*/ 639 w 23"/>
                  <a:gd name="T7" fmla="*/ 6599 h 20"/>
                  <a:gd name="T8" fmla="*/ 1886 w 23"/>
                  <a:gd name="T9" fmla="*/ 1158 h 20"/>
                  <a:gd name="T10" fmla="*/ 5128 w 23"/>
                  <a:gd name="T11" fmla="*/ 2282 h 20"/>
                  <a:gd name="T12" fmla="*/ 5313 w 23"/>
                  <a:gd name="T13" fmla="*/ 456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3" y="12"/>
                    </a:moveTo>
                    <a:cubicBezTo>
                      <a:pt x="20" y="11"/>
                      <a:pt x="17" y="12"/>
                      <a:pt x="14" y="13"/>
                    </a:cubicBezTo>
                    <a:cubicBezTo>
                      <a:pt x="11" y="15"/>
                      <a:pt x="9" y="18"/>
                      <a:pt x="8" y="20"/>
                    </a:cubicBezTo>
                    <a:cubicBezTo>
                      <a:pt x="6" y="20"/>
                      <a:pt x="4" y="19"/>
                      <a:pt x="3" y="17"/>
                    </a:cubicBezTo>
                    <a:cubicBezTo>
                      <a:pt x="0" y="12"/>
                      <a:pt x="3" y="6"/>
                      <a:pt x="8" y="3"/>
                    </a:cubicBezTo>
                    <a:cubicBezTo>
                      <a:pt x="13" y="0"/>
                      <a:pt x="19" y="2"/>
                      <a:pt x="22" y="6"/>
                    </a:cubicBezTo>
                    <a:cubicBezTo>
                      <a:pt x="23" y="8"/>
                      <a:pt x="23" y="10"/>
                      <a:pt x="23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2" name="Freeform 101">
                <a:extLst>
                  <a:ext uri="{FF2B5EF4-FFF2-40B4-BE49-F238E27FC236}">
                    <a16:creationId xmlns:a16="http://schemas.microsoft.com/office/drawing/2014/main" id="{EB3A9081-3978-4ACC-ABAC-935B226A3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1463"/>
                <a:ext cx="55" cy="53"/>
              </a:xfrm>
              <a:custGeom>
                <a:avLst/>
                <a:gdLst>
                  <a:gd name="T0" fmla="*/ 5395 w 22"/>
                  <a:gd name="T1" fmla="*/ 4184 h 20"/>
                  <a:gd name="T2" fmla="*/ 3250 w 22"/>
                  <a:gd name="T3" fmla="*/ 4444 h 20"/>
                  <a:gd name="T4" fmla="*/ 1770 w 22"/>
                  <a:gd name="T5" fmla="*/ 6903 h 20"/>
                  <a:gd name="T6" fmla="*/ 520 w 22"/>
                  <a:gd name="T7" fmla="*/ 5864 h 20"/>
                  <a:gd name="T8" fmla="*/ 1770 w 22"/>
                  <a:gd name="T9" fmla="*/ 1039 h 20"/>
                  <a:gd name="T10" fmla="*/ 5208 w 22"/>
                  <a:gd name="T11" fmla="*/ 2064 h 20"/>
                  <a:gd name="T12" fmla="*/ 5395 w 22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22" y="12"/>
                    </a:moveTo>
                    <a:cubicBezTo>
                      <a:pt x="19" y="11"/>
                      <a:pt x="16" y="12"/>
                      <a:pt x="13" y="13"/>
                    </a:cubicBezTo>
                    <a:cubicBezTo>
                      <a:pt x="10" y="15"/>
                      <a:pt x="8" y="18"/>
                      <a:pt x="7" y="20"/>
                    </a:cubicBezTo>
                    <a:cubicBezTo>
                      <a:pt x="5" y="20"/>
                      <a:pt x="3" y="19"/>
                      <a:pt x="2" y="17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3" y="0"/>
                      <a:pt x="19" y="2"/>
                      <a:pt x="21" y="6"/>
                    </a:cubicBezTo>
                    <a:cubicBezTo>
                      <a:pt x="22" y="8"/>
                      <a:pt x="22" y="10"/>
                      <a:pt x="22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3" name="Freeform 102">
                <a:extLst>
                  <a:ext uri="{FF2B5EF4-FFF2-40B4-BE49-F238E27FC236}">
                    <a16:creationId xmlns:a16="http://schemas.microsoft.com/office/drawing/2014/main" id="{4BEE78D7-B18B-4541-87F4-4B99E3C5E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1436"/>
                <a:ext cx="58" cy="53"/>
              </a:xfrm>
              <a:custGeom>
                <a:avLst/>
                <a:gdLst>
                  <a:gd name="T0" fmla="*/ 5629 w 23"/>
                  <a:gd name="T1" fmla="*/ 4184 h 20"/>
                  <a:gd name="T2" fmla="*/ 3351 w 23"/>
                  <a:gd name="T3" fmla="*/ 4444 h 20"/>
                  <a:gd name="T4" fmla="*/ 2022 w 23"/>
                  <a:gd name="T5" fmla="*/ 6903 h 20"/>
                  <a:gd name="T6" fmla="*/ 527 w 23"/>
                  <a:gd name="T7" fmla="*/ 5864 h 20"/>
                  <a:gd name="T8" fmla="*/ 2022 w 23"/>
                  <a:gd name="T9" fmla="*/ 1039 h 20"/>
                  <a:gd name="T10" fmla="*/ 5629 w 23"/>
                  <a:gd name="T11" fmla="*/ 2064 h 20"/>
                  <a:gd name="T12" fmla="*/ 5629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2"/>
                    </a:moveTo>
                    <a:cubicBezTo>
                      <a:pt x="19" y="11"/>
                      <a:pt x="16" y="12"/>
                      <a:pt x="13" y="13"/>
                    </a:cubicBezTo>
                    <a:cubicBezTo>
                      <a:pt x="10" y="15"/>
                      <a:pt x="8" y="18"/>
                      <a:pt x="8" y="20"/>
                    </a:cubicBezTo>
                    <a:cubicBezTo>
                      <a:pt x="5" y="20"/>
                      <a:pt x="4" y="19"/>
                      <a:pt x="2" y="17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3" y="0"/>
                      <a:pt x="19" y="1"/>
                      <a:pt x="22" y="6"/>
                    </a:cubicBezTo>
                    <a:cubicBezTo>
                      <a:pt x="23" y="8"/>
                      <a:pt x="23" y="10"/>
                      <a:pt x="22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4" name="Freeform 103">
                <a:extLst>
                  <a:ext uri="{FF2B5EF4-FFF2-40B4-BE49-F238E27FC236}">
                    <a16:creationId xmlns:a16="http://schemas.microsoft.com/office/drawing/2014/main" id="{E47B86B5-A272-4F57-837A-FF126378C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409"/>
                <a:ext cx="58" cy="54"/>
              </a:xfrm>
              <a:custGeom>
                <a:avLst/>
                <a:gdLst>
                  <a:gd name="T0" fmla="*/ 5901 w 23"/>
                  <a:gd name="T1" fmla="*/ 4563 h 20"/>
                  <a:gd name="T2" fmla="*/ 3561 w 23"/>
                  <a:gd name="T3" fmla="*/ 5060 h 20"/>
                  <a:gd name="T4" fmla="*/ 2022 w 23"/>
                  <a:gd name="T5" fmla="*/ 7757 h 20"/>
                  <a:gd name="T6" fmla="*/ 802 w 23"/>
                  <a:gd name="T7" fmla="*/ 6599 h 20"/>
                  <a:gd name="T8" fmla="*/ 2022 w 23"/>
                  <a:gd name="T9" fmla="*/ 1158 h 20"/>
                  <a:gd name="T10" fmla="*/ 5629 w 23"/>
                  <a:gd name="T11" fmla="*/ 2282 h 20"/>
                  <a:gd name="T12" fmla="*/ 5901 w 23"/>
                  <a:gd name="T13" fmla="*/ 456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3" y="12"/>
                    </a:moveTo>
                    <a:cubicBezTo>
                      <a:pt x="20" y="11"/>
                      <a:pt x="17" y="12"/>
                      <a:pt x="14" y="13"/>
                    </a:cubicBezTo>
                    <a:cubicBezTo>
                      <a:pt x="11" y="15"/>
                      <a:pt x="9" y="18"/>
                      <a:pt x="8" y="20"/>
                    </a:cubicBezTo>
                    <a:cubicBezTo>
                      <a:pt x="6" y="20"/>
                      <a:pt x="4" y="19"/>
                      <a:pt x="3" y="17"/>
                    </a:cubicBezTo>
                    <a:cubicBezTo>
                      <a:pt x="0" y="12"/>
                      <a:pt x="3" y="6"/>
                      <a:pt x="8" y="3"/>
                    </a:cubicBezTo>
                    <a:cubicBezTo>
                      <a:pt x="13" y="0"/>
                      <a:pt x="20" y="1"/>
                      <a:pt x="22" y="6"/>
                    </a:cubicBezTo>
                    <a:cubicBezTo>
                      <a:pt x="23" y="8"/>
                      <a:pt x="23" y="10"/>
                      <a:pt x="23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Freeform 104">
                <a:extLst>
                  <a:ext uri="{FF2B5EF4-FFF2-40B4-BE49-F238E27FC236}">
                    <a16:creationId xmlns:a16="http://schemas.microsoft.com/office/drawing/2014/main" id="{D64CA505-C34A-4064-9F66-F490FA473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383"/>
                <a:ext cx="57" cy="53"/>
              </a:xfrm>
              <a:custGeom>
                <a:avLst/>
                <a:gdLst>
                  <a:gd name="T0" fmla="*/ 5128 w 23"/>
                  <a:gd name="T1" fmla="*/ 4184 h 20"/>
                  <a:gd name="T2" fmla="*/ 2984 w 23"/>
                  <a:gd name="T3" fmla="*/ 4444 h 20"/>
                  <a:gd name="T4" fmla="*/ 1584 w 23"/>
                  <a:gd name="T5" fmla="*/ 6903 h 20"/>
                  <a:gd name="T6" fmla="*/ 454 w 23"/>
                  <a:gd name="T7" fmla="*/ 5864 h 20"/>
                  <a:gd name="T8" fmla="*/ 1584 w 23"/>
                  <a:gd name="T9" fmla="*/ 1039 h 20"/>
                  <a:gd name="T10" fmla="*/ 4870 w 23"/>
                  <a:gd name="T11" fmla="*/ 2064 h 20"/>
                  <a:gd name="T12" fmla="*/ 5128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2"/>
                    </a:moveTo>
                    <a:cubicBezTo>
                      <a:pt x="19" y="11"/>
                      <a:pt x="16" y="12"/>
                      <a:pt x="13" y="13"/>
                    </a:cubicBezTo>
                    <a:cubicBezTo>
                      <a:pt x="10" y="15"/>
                      <a:pt x="8" y="18"/>
                      <a:pt x="7" y="20"/>
                    </a:cubicBezTo>
                    <a:cubicBezTo>
                      <a:pt x="5" y="20"/>
                      <a:pt x="3" y="18"/>
                      <a:pt x="2" y="17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3" y="0"/>
                      <a:pt x="19" y="1"/>
                      <a:pt x="21" y="6"/>
                    </a:cubicBezTo>
                    <a:cubicBezTo>
                      <a:pt x="22" y="8"/>
                      <a:pt x="23" y="10"/>
                      <a:pt x="22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6" name="Freeform 105">
                <a:extLst>
                  <a:ext uri="{FF2B5EF4-FFF2-40B4-BE49-F238E27FC236}">
                    <a16:creationId xmlns:a16="http://schemas.microsoft.com/office/drawing/2014/main" id="{341E6841-FD3B-4FBD-BDD0-2A4FC6B60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356"/>
                <a:ext cx="57" cy="53"/>
              </a:xfrm>
              <a:custGeom>
                <a:avLst/>
                <a:gdLst>
                  <a:gd name="T0" fmla="*/ 5128 w 23"/>
                  <a:gd name="T1" fmla="*/ 4184 h 20"/>
                  <a:gd name="T2" fmla="*/ 2984 w 23"/>
                  <a:gd name="T3" fmla="*/ 4444 h 20"/>
                  <a:gd name="T4" fmla="*/ 1886 w 23"/>
                  <a:gd name="T5" fmla="*/ 6903 h 20"/>
                  <a:gd name="T6" fmla="*/ 639 w 23"/>
                  <a:gd name="T7" fmla="*/ 5864 h 20"/>
                  <a:gd name="T8" fmla="*/ 1886 w 23"/>
                  <a:gd name="T9" fmla="*/ 1039 h 20"/>
                  <a:gd name="T10" fmla="*/ 5128 w 23"/>
                  <a:gd name="T11" fmla="*/ 2064 h 20"/>
                  <a:gd name="T12" fmla="*/ 5128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2"/>
                    </a:moveTo>
                    <a:cubicBezTo>
                      <a:pt x="20" y="11"/>
                      <a:pt x="16" y="12"/>
                      <a:pt x="13" y="13"/>
                    </a:cubicBezTo>
                    <a:cubicBezTo>
                      <a:pt x="10" y="15"/>
                      <a:pt x="8" y="18"/>
                      <a:pt x="8" y="20"/>
                    </a:cubicBezTo>
                    <a:cubicBezTo>
                      <a:pt x="5" y="20"/>
                      <a:pt x="4" y="18"/>
                      <a:pt x="3" y="17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3" y="0"/>
                      <a:pt x="19" y="1"/>
                      <a:pt x="22" y="6"/>
                    </a:cubicBezTo>
                    <a:cubicBezTo>
                      <a:pt x="23" y="8"/>
                      <a:pt x="23" y="10"/>
                      <a:pt x="22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7" name="Freeform 106">
                <a:extLst>
                  <a:ext uri="{FF2B5EF4-FFF2-40B4-BE49-F238E27FC236}">
                    <a16:creationId xmlns:a16="http://schemas.microsoft.com/office/drawing/2014/main" id="{3DB47DC3-B3DB-4071-ADFF-6A19CC03E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249"/>
                <a:ext cx="145" cy="150"/>
              </a:xfrm>
              <a:custGeom>
                <a:avLst/>
                <a:gdLst>
                  <a:gd name="T0" fmla="*/ 4220 w 58"/>
                  <a:gd name="T1" fmla="*/ 2633 h 56"/>
                  <a:gd name="T2" fmla="*/ 13020 w 58"/>
                  <a:gd name="T3" fmla="*/ 6321 h 56"/>
                  <a:gd name="T4" fmla="*/ 12500 w 58"/>
                  <a:gd name="T5" fmla="*/ 16682 h 56"/>
                  <a:gd name="T6" fmla="*/ 9300 w 58"/>
                  <a:gd name="T7" fmla="*/ 15857 h 56"/>
                  <a:gd name="T8" fmla="*/ 7813 w 58"/>
                  <a:gd name="T9" fmla="*/ 20700 h 56"/>
                  <a:gd name="T10" fmla="*/ 1770 w 58"/>
                  <a:gd name="T11" fmla="*/ 15455 h 56"/>
                  <a:gd name="T12" fmla="*/ 4220 w 58"/>
                  <a:gd name="T13" fmla="*/ 2633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56">
                    <a:moveTo>
                      <a:pt x="17" y="7"/>
                    </a:moveTo>
                    <a:cubicBezTo>
                      <a:pt x="30" y="0"/>
                      <a:pt x="46" y="4"/>
                      <a:pt x="53" y="17"/>
                    </a:cubicBezTo>
                    <a:cubicBezTo>
                      <a:pt x="58" y="26"/>
                      <a:pt x="57" y="37"/>
                      <a:pt x="51" y="45"/>
                    </a:cubicBezTo>
                    <a:cubicBezTo>
                      <a:pt x="48" y="41"/>
                      <a:pt x="43" y="40"/>
                      <a:pt x="38" y="43"/>
                    </a:cubicBezTo>
                    <a:cubicBezTo>
                      <a:pt x="33" y="46"/>
                      <a:pt x="31" y="51"/>
                      <a:pt x="32" y="56"/>
                    </a:cubicBezTo>
                    <a:cubicBezTo>
                      <a:pt x="22" y="56"/>
                      <a:pt x="13" y="52"/>
                      <a:pt x="7" y="42"/>
                    </a:cubicBezTo>
                    <a:cubicBezTo>
                      <a:pt x="0" y="30"/>
                      <a:pt x="5" y="14"/>
                      <a:pt x="17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8" name="Freeform 107">
                <a:extLst>
                  <a:ext uri="{FF2B5EF4-FFF2-40B4-BE49-F238E27FC236}">
                    <a16:creationId xmlns:a16="http://schemas.microsoft.com/office/drawing/2014/main" id="{77EA3DF7-8134-4849-84EF-37C668764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327"/>
                <a:ext cx="57" cy="53"/>
              </a:xfrm>
              <a:custGeom>
                <a:avLst/>
                <a:gdLst>
                  <a:gd name="T0" fmla="*/ 183 w 23"/>
                  <a:gd name="T1" fmla="*/ 2753 h 20"/>
                  <a:gd name="T2" fmla="*/ 2347 w 23"/>
                  <a:gd name="T3" fmla="*/ 2472 h 20"/>
                  <a:gd name="T4" fmla="*/ 3470 w 23"/>
                  <a:gd name="T5" fmla="*/ 0 h 20"/>
                  <a:gd name="T6" fmla="*/ 4674 w 23"/>
                  <a:gd name="T7" fmla="*/ 1434 h 20"/>
                  <a:gd name="T8" fmla="*/ 3470 w 23"/>
                  <a:gd name="T9" fmla="*/ 5864 h 20"/>
                  <a:gd name="T10" fmla="*/ 183 w 23"/>
                  <a:gd name="T11" fmla="*/ 5231 h 20"/>
                  <a:gd name="T12" fmla="*/ 183 w 23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3" y="9"/>
                      <a:pt x="7" y="9"/>
                      <a:pt x="10" y="7"/>
                    </a:cubicBezTo>
                    <a:cubicBezTo>
                      <a:pt x="13" y="6"/>
                      <a:pt x="15" y="3"/>
                      <a:pt x="15" y="0"/>
                    </a:cubicBezTo>
                    <a:cubicBezTo>
                      <a:pt x="17" y="1"/>
                      <a:pt x="19" y="2"/>
                      <a:pt x="20" y="4"/>
                    </a:cubicBezTo>
                    <a:cubicBezTo>
                      <a:pt x="23" y="8"/>
                      <a:pt x="20" y="14"/>
                      <a:pt x="15" y="17"/>
                    </a:cubicBezTo>
                    <a:cubicBezTo>
                      <a:pt x="10" y="20"/>
                      <a:pt x="4" y="19"/>
                      <a:pt x="1" y="15"/>
                    </a:cubicBezTo>
                    <a:cubicBezTo>
                      <a:pt x="0" y="13"/>
                      <a:pt x="0" y="11"/>
                      <a:pt x="1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9" name="Freeform 108">
                <a:extLst>
                  <a:ext uri="{FF2B5EF4-FFF2-40B4-BE49-F238E27FC236}">
                    <a16:creationId xmlns:a16="http://schemas.microsoft.com/office/drawing/2014/main" id="{28269090-42F6-4C32-A910-6A15ACF47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353"/>
                <a:ext cx="55" cy="54"/>
              </a:xfrm>
              <a:custGeom>
                <a:avLst/>
                <a:gdLst>
                  <a:gd name="T0" fmla="*/ 0 w 22"/>
                  <a:gd name="T1" fmla="*/ 3127 h 20"/>
                  <a:gd name="T2" fmla="*/ 2270 w 22"/>
                  <a:gd name="T3" fmla="*/ 2719 h 20"/>
                  <a:gd name="T4" fmla="*/ 3720 w 22"/>
                  <a:gd name="T5" fmla="*/ 0 h 20"/>
                  <a:gd name="T6" fmla="*/ 4895 w 22"/>
                  <a:gd name="T7" fmla="*/ 1596 h 20"/>
                  <a:gd name="T8" fmla="*/ 3720 w 22"/>
                  <a:gd name="T9" fmla="*/ 6599 h 20"/>
                  <a:gd name="T10" fmla="*/ 313 w 22"/>
                  <a:gd name="T11" fmla="*/ 5905 h 20"/>
                  <a:gd name="T12" fmla="*/ 0 w 22"/>
                  <a:gd name="T13" fmla="*/ 312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8"/>
                    </a:moveTo>
                    <a:cubicBezTo>
                      <a:pt x="3" y="9"/>
                      <a:pt x="6" y="9"/>
                      <a:pt x="9" y="7"/>
                    </a:cubicBezTo>
                    <a:cubicBezTo>
                      <a:pt x="12" y="6"/>
                      <a:pt x="14" y="3"/>
                      <a:pt x="15" y="0"/>
                    </a:cubicBezTo>
                    <a:cubicBezTo>
                      <a:pt x="17" y="1"/>
                      <a:pt x="19" y="2"/>
                      <a:pt x="20" y="4"/>
                    </a:cubicBezTo>
                    <a:cubicBezTo>
                      <a:pt x="22" y="8"/>
                      <a:pt x="20" y="14"/>
                      <a:pt x="15" y="17"/>
                    </a:cubicBezTo>
                    <a:cubicBezTo>
                      <a:pt x="10" y="20"/>
                      <a:pt x="3" y="19"/>
                      <a:pt x="1" y="15"/>
                    </a:cubicBezTo>
                    <a:cubicBezTo>
                      <a:pt x="0" y="13"/>
                      <a:pt x="0" y="11"/>
                      <a:pt x="0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0" name="Freeform 109">
                <a:extLst>
                  <a:ext uri="{FF2B5EF4-FFF2-40B4-BE49-F238E27FC236}">
                    <a16:creationId xmlns:a16="http://schemas.microsoft.com/office/drawing/2014/main" id="{B15275F3-C142-4E84-84FC-0D8FF5B37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380"/>
                <a:ext cx="58" cy="53"/>
              </a:xfrm>
              <a:custGeom>
                <a:avLst/>
                <a:gdLst>
                  <a:gd name="T0" fmla="*/ 318 w 23"/>
                  <a:gd name="T1" fmla="*/ 3167 h 20"/>
                  <a:gd name="T2" fmla="*/ 2549 w 23"/>
                  <a:gd name="T3" fmla="*/ 2472 h 20"/>
                  <a:gd name="T4" fmla="*/ 4088 w 23"/>
                  <a:gd name="T5" fmla="*/ 0 h 20"/>
                  <a:gd name="T6" fmla="*/ 5419 w 23"/>
                  <a:gd name="T7" fmla="*/ 1434 h 20"/>
                  <a:gd name="T8" fmla="*/ 4088 w 23"/>
                  <a:gd name="T9" fmla="*/ 5864 h 20"/>
                  <a:gd name="T10" fmla="*/ 318 w 23"/>
                  <a:gd name="T11" fmla="*/ 5231 h 20"/>
                  <a:gd name="T12" fmla="*/ 318 w 23"/>
                  <a:gd name="T13" fmla="*/ 316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9"/>
                    </a:moveTo>
                    <a:cubicBezTo>
                      <a:pt x="4" y="9"/>
                      <a:pt x="7" y="9"/>
                      <a:pt x="10" y="7"/>
                    </a:cubicBezTo>
                    <a:cubicBezTo>
                      <a:pt x="13" y="6"/>
                      <a:pt x="15" y="3"/>
                      <a:pt x="16" y="0"/>
                    </a:cubicBezTo>
                    <a:cubicBezTo>
                      <a:pt x="18" y="1"/>
                      <a:pt x="20" y="2"/>
                      <a:pt x="21" y="4"/>
                    </a:cubicBezTo>
                    <a:cubicBezTo>
                      <a:pt x="23" y="8"/>
                      <a:pt x="21" y="14"/>
                      <a:pt x="16" y="17"/>
                    </a:cubicBezTo>
                    <a:cubicBezTo>
                      <a:pt x="10" y="20"/>
                      <a:pt x="4" y="19"/>
                      <a:pt x="1" y="15"/>
                    </a:cubicBezTo>
                    <a:cubicBezTo>
                      <a:pt x="0" y="13"/>
                      <a:pt x="0" y="11"/>
                      <a:pt x="1" y="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1" name="Freeform 110">
                <a:extLst>
                  <a:ext uri="{FF2B5EF4-FFF2-40B4-BE49-F238E27FC236}">
                    <a16:creationId xmlns:a16="http://schemas.microsoft.com/office/drawing/2014/main" id="{D5EFD500-94F4-4E98-B87E-75D6E9355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407"/>
                <a:ext cx="58" cy="53"/>
              </a:xfrm>
              <a:custGeom>
                <a:avLst/>
                <a:gdLst>
                  <a:gd name="T0" fmla="*/ 318 w 23"/>
                  <a:gd name="T1" fmla="*/ 3167 h 20"/>
                  <a:gd name="T2" fmla="*/ 2549 w 23"/>
                  <a:gd name="T3" fmla="*/ 2472 h 20"/>
                  <a:gd name="T4" fmla="*/ 3878 w 23"/>
                  <a:gd name="T5" fmla="*/ 0 h 20"/>
                  <a:gd name="T6" fmla="*/ 5099 w 23"/>
                  <a:gd name="T7" fmla="*/ 1434 h 20"/>
                  <a:gd name="T8" fmla="*/ 3878 w 23"/>
                  <a:gd name="T9" fmla="*/ 5864 h 20"/>
                  <a:gd name="T10" fmla="*/ 318 w 23"/>
                  <a:gd name="T11" fmla="*/ 5231 h 20"/>
                  <a:gd name="T12" fmla="*/ 318 w 23"/>
                  <a:gd name="T13" fmla="*/ 316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9"/>
                    </a:moveTo>
                    <a:cubicBezTo>
                      <a:pt x="3" y="9"/>
                      <a:pt x="7" y="9"/>
                      <a:pt x="10" y="7"/>
                    </a:cubicBezTo>
                    <a:cubicBezTo>
                      <a:pt x="12" y="6"/>
                      <a:pt x="14" y="3"/>
                      <a:pt x="15" y="0"/>
                    </a:cubicBezTo>
                    <a:cubicBezTo>
                      <a:pt x="17" y="1"/>
                      <a:pt x="19" y="2"/>
                      <a:pt x="20" y="4"/>
                    </a:cubicBezTo>
                    <a:cubicBezTo>
                      <a:pt x="23" y="9"/>
                      <a:pt x="20" y="14"/>
                      <a:pt x="15" y="17"/>
                    </a:cubicBezTo>
                    <a:cubicBezTo>
                      <a:pt x="10" y="20"/>
                      <a:pt x="4" y="19"/>
                      <a:pt x="1" y="15"/>
                    </a:cubicBezTo>
                    <a:cubicBezTo>
                      <a:pt x="0" y="13"/>
                      <a:pt x="0" y="11"/>
                      <a:pt x="1" y="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2" name="Freeform 111">
                <a:extLst>
                  <a:ext uri="{FF2B5EF4-FFF2-40B4-BE49-F238E27FC236}">
                    <a16:creationId xmlns:a16="http://schemas.microsoft.com/office/drawing/2014/main" id="{FF30FDAE-5BD8-43EE-9C58-A4A7E36E7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433"/>
                <a:ext cx="55" cy="54"/>
              </a:xfrm>
              <a:custGeom>
                <a:avLst/>
                <a:gdLst>
                  <a:gd name="T0" fmla="*/ 0 w 22"/>
                  <a:gd name="T1" fmla="*/ 3464 h 20"/>
                  <a:gd name="T2" fmla="*/ 2270 w 22"/>
                  <a:gd name="T3" fmla="*/ 2719 h 20"/>
                  <a:gd name="T4" fmla="*/ 3720 w 22"/>
                  <a:gd name="T5" fmla="*/ 0 h 20"/>
                  <a:gd name="T6" fmla="*/ 4895 w 22"/>
                  <a:gd name="T7" fmla="*/ 1596 h 20"/>
                  <a:gd name="T8" fmla="*/ 3720 w 22"/>
                  <a:gd name="T9" fmla="*/ 6599 h 20"/>
                  <a:gd name="T10" fmla="*/ 313 w 22"/>
                  <a:gd name="T11" fmla="*/ 5905 h 20"/>
                  <a:gd name="T12" fmla="*/ 0 w 22"/>
                  <a:gd name="T13" fmla="*/ 346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9"/>
                    </a:moveTo>
                    <a:cubicBezTo>
                      <a:pt x="3" y="9"/>
                      <a:pt x="6" y="9"/>
                      <a:pt x="9" y="7"/>
                    </a:cubicBezTo>
                    <a:cubicBezTo>
                      <a:pt x="12" y="6"/>
                      <a:pt x="14" y="3"/>
                      <a:pt x="15" y="0"/>
                    </a:cubicBezTo>
                    <a:cubicBezTo>
                      <a:pt x="17" y="1"/>
                      <a:pt x="19" y="2"/>
                      <a:pt x="20" y="4"/>
                    </a:cubicBezTo>
                    <a:cubicBezTo>
                      <a:pt x="22" y="9"/>
                      <a:pt x="20" y="14"/>
                      <a:pt x="15" y="17"/>
                    </a:cubicBezTo>
                    <a:cubicBezTo>
                      <a:pt x="9" y="20"/>
                      <a:pt x="3" y="19"/>
                      <a:pt x="1" y="15"/>
                    </a:cubicBezTo>
                    <a:cubicBezTo>
                      <a:pt x="0" y="13"/>
                      <a:pt x="0" y="11"/>
                      <a:pt x="0" y="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Freeform 112">
                <a:extLst>
                  <a:ext uri="{FF2B5EF4-FFF2-40B4-BE49-F238E27FC236}">
                    <a16:creationId xmlns:a16="http://schemas.microsoft.com/office/drawing/2014/main" id="{4ABF5F09-FBD2-4687-8D4C-E7C68E74E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460"/>
                <a:ext cx="57" cy="53"/>
              </a:xfrm>
              <a:custGeom>
                <a:avLst/>
                <a:gdLst>
                  <a:gd name="T0" fmla="*/ 183 w 23"/>
                  <a:gd name="T1" fmla="*/ 3167 h 20"/>
                  <a:gd name="T2" fmla="*/ 2347 w 23"/>
                  <a:gd name="T3" fmla="*/ 2472 h 20"/>
                  <a:gd name="T4" fmla="*/ 3727 w 23"/>
                  <a:gd name="T5" fmla="*/ 0 h 20"/>
                  <a:gd name="T6" fmla="*/ 4870 w 23"/>
                  <a:gd name="T7" fmla="*/ 1434 h 20"/>
                  <a:gd name="T8" fmla="*/ 3470 w 23"/>
                  <a:gd name="T9" fmla="*/ 5864 h 20"/>
                  <a:gd name="T10" fmla="*/ 183 w 23"/>
                  <a:gd name="T11" fmla="*/ 5231 h 20"/>
                  <a:gd name="T12" fmla="*/ 183 w 23"/>
                  <a:gd name="T13" fmla="*/ 316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9"/>
                    </a:moveTo>
                    <a:cubicBezTo>
                      <a:pt x="4" y="9"/>
                      <a:pt x="7" y="9"/>
                      <a:pt x="10" y="7"/>
                    </a:cubicBezTo>
                    <a:cubicBezTo>
                      <a:pt x="13" y="6"/>
                      <a:pt x="15" y="3"/>
                      <a:pt x="16" y="0"/>
                    </a:cubicBezTo>
                    <a:cubicBezTo>
                      <a:pt x="18" y="1"/>
                      <a:pt x="19" y="2"/>
                      <a:pt x="21" y="4"/>
                    </a:cubicBezTo>
                    <a:cubicBezTo>
                      <a:pt x="23" y="9"/>
                      <a:pt x="21" y="15"/>
                      <a:pt x="15" y="17"/>
                    </a:cubicBezTo>
                    <a:cubicBezTo>
                      <a:pt x="10" y="20"/>
                      <a:pt x="4" y="19"/>
                      <a:pt x="1" y="15"/>
                    </a:cubicBezTo>
                    <a:cubicBezTo>
                      <a:pt x="0" y="13"/>
                      <a:pt x="0" y="11"/>
                      <a:pt x="1" y="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4" name="Freeform 113">
                <a:extLst>
                  <a:ext uri="{FF2B5EF4-FFF2-40B4-BE49-F238E27FC236}">
                    <a16:creationId xmlns:a16="http://schemas.microsoft.com/office/drawing/2014/main" id="{455D4139-C4AD-4BB3-BCDC-6A9B722BE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489"/>
                <a:ext cx="57" cy="54"/>
              </a:xfrm>
              <a:custGeom>
                <a:avLst/>
                <a:gdLst>
                  <a:gd name="T0" fmla="*/ 0 w 23"/>
                  <a:gd name="T1" fmla="*/ 3127 h 20"/>
                  <a:gd name="T2" fmla="*/ 2069 w 23"/>
                  <a:gd name="T3" fmla="*/ 2719 h 20"/>
                  <a:gd name="T4" fmla="*/ 3470 w 23"/>
                  <a:gd name="T5" fmla="*/ 0 h 20"/>
                  <a:gd name="T6" fmla="*/ 4674 w 23"/>
                  <a:gd name="T7" fmla="*/ 1158 h 20"/>
                  <a:gd name="T8" fmla="*/ 3470 w 23"/>
                  <a:gd name="T9" fmla="*/ 6599 h 20"/>
                  <a:gd name="T10" fmla="*/ 183 w 23"/>
                  <a:gd name="T11" fmla="*/ 5476 h 20"/>
                  <a:gd name="T12" fmla="*/ 0 w 23"/>
                  <a:gd name="T13" fmla="*/ 312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8"/>
                    </a:moveTo>
                    <a:cubicBezTo>
                      <a:pt x="3" y="9"/>
                      <a:pt x="6" y="8"/>
                      <a:pt x="9" y="7"/>
                    </a:cubicBezTo>
                    <a:cubicBezTo>
                      <a:pt x="12" y="5"/>
                      <a:pt x="14" y="2"/>
                      <a:pt x="15" y="0"/>
                    </a:cubicBezTo>
                    <a:cubicBezTo>
                      <a:pt x="17" y="0"/>
                      <a:pt x="19" y="1"/>
                      <a:pt x="20" y="3"/>
                    </a:cubicBezTo>
                    <a:cubicBezTo>
                      <a:pt x="23" y="8"/>
                      <a:pt x="20" y="14"/>
                      <a:pt x="15" y="17"/>
                    </a:cubicBezTo>
                    <a:cubicBezTo>
                      <a:pt x="10" y="20"/>
                      <a:pt x="3" y="18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5" name="Freeform 114">
                <a:extLst>
                  <a:ext uri="{FF2B5EF4-FFF2-40B4-BE49-F238E27FC236}">
                    <a16:creationId xmlns:a16="http://schemas.microsoft.com/office/drawing/2014/main" id="{770EE22F-0C3C-4749-8C19-AD79B558D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516"/>
                <a:ext cx="58" cy="53"/>
              </a:xfrm>
              <a:custGeom>
                <a:avLst/>
                <a:gdLst>
                  <a:gd name="T0" fmla="*/ 318 w 23"/>
                  <a:gd name="T1" fmla="*/ 2753 h 20"/>
                  <a:gd name="T2" fmla="*/ 2549 w 23"/>
                  <a:gd name="T3" fmla="*/ 2472 h 20"/>
                  <a:gd name="T4" fmla="*/ 4088 w 23"/>
                  <a:gd name="T5" fmla="*/ 0 h 20"/>
                  <a:gd name="T6" fmla="*/ 5419 w 23"/>
                  <a:gd name="T7" fmla="*/ 1039 h 20"/>
                  <a:gd name="T8" fmla="*/ 4088 w 23"/>
                  <a:gd name="T9" fmla="*/ 5864 h 20"/>
                  <a:gd name="T10" fmla="*/ 527 w 23"/>
                  <a:gd name="T11" fmla="*/ 4839 h 20"/>
                  <a:gd name="T12" fmla="*/ 318 w 23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4" y="9"/>
                      <a:pt x="7" y="8"/>
                      <a:pt x="10" y="7"/>
                    </a:cubicBezTo>
                    <a:cubicBezTo>
                      <a:pt x="13" y="5"/>
                      <a:pt x="15" y="2"/>
                      <a:pt x="16" y="0"/>
                    </a:cubicBezTo>
                    <a:cubicBezTo>
                      <a:pt x="18" y="0"/>
                      <a:pt x="20" y="1"/>
                      <a:pt x="21" y="3"/>
                    </a:cubicBezTo>
                    <a:cubicBezTo>
                      <a:pt x="23" y="8"/>
                      <a:pt x="21" y="14"/>
                      <a:pt x="16" y="17"/>
                    </a:cubicBezTo>
                    <a:cubicBezTo>
                      <a:pt x="10" y="20"/>
                      <a:pt x="4" y="18"/>
                      <a:pt x="2" y="14"/>
                    </a:cubicBezTo>
                    <a:cubicBezTo>
                      <a:pt x="1" y="12"/>
                      <a:pt x="0" y="10"/>
                      <a:pt x="1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6" name="Freeform 115">
                <a:extLst>
                  <a:ext uri="{FF2B5EF4-FFF2-40B4-BE49-F238E27FC236}">
                    <a16:creationId xmlns:a16="http://schemas.microsoft.com/office/drawing/2014/main" id="{43EB2BAE-1916-4CCD-904F-7735DBA15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543"/>
                <a:ext cx="58" cy="53"/>
              </a:xfrm>
              <a:custGeom>
                <a:avLst/>
                <a:gdLst>
                  <a:gd name="T0" fmla="*/ 318 w 23"/>
                  <a:gd name="T1" fmla="*/ 2753 h 20"/>
                  <a:gd name="T2" fmla="*/ 2549 w 23"/>
                  <a:gd name="T3" fmla="*/ 2472 h 20"/>
                  <a:gd name="T4" fmla="*/ 3878 w 23"/>
                  <a:gd name="T5" fmla="*/ 0 h 20"/>
                  <a:gd name="T6" fmla="*/ 5099 w 23"/>
                  <a:gd name="T7" fmla="*/ 1039 h 20"/>
                  <a:gd name="T8" fmla="*/ 3878 w 23"/>
                  <a:gd name="T9" fmla="*/ 5864 h 20"/>
                  <a:gd name="T10" fmla="*/ 318 w 23"/>
                  <a:gd name="T11" fmla="*/ 4839 h 20"/>
                  <a:gd name="T12" fmla="*/ 318 w 23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3" y="9"/>
                      <a:pt x="7" y="8"/>
                      <a:pt x="10" y="7"/>
                    </a:cubicBezTo>
                    <a:cubicBezTo>
                      <a:pt x="13" y="5"/>
                      <a:pt x="15" y="2"/>
                      <a:pt x="15" y="0"/>
                    </a:cubicBezTo>
                    <a:cubicBezTo>
                      <a:pt x="18" y="0"/>
                      <a:pt x="19" y="1"/>
                      <a:pt x="20" y="3"/>
                    </a:cubicBezTo>
                    <a:cubicBezTo>
                      <a:pt x="23" y="8"/>
                      <a:pt x="21" y="14"/>
                      <a:pt x="15" y="17"/>
                    </a:cubicBezTo>
                    <a:cubicBezTo>
                      <a:pt x="10" y="20"/>
                      <a:pt x="4" y="18"/>
                      <a:pt x="1" y="14"/>
                    </a:cubicBezTo>
                    <a:cubicBezTo>
                      <a:pt x="0" y="12"/>
                      <a:pt x="0" y="10"/>
                      <a:pt x="1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7" name="Freeform 116">
                <a:extLst>
                  <a:ext uri="{FF2B5EF4-FFF2-40B4-BE49-F238E27FC236}">
                    <a16:creationId xmlns:a16="http://schemas.microsoft.com/office/drawing/2014/main" id="{C006435B-CCAE-446D-8E9F-ABE92AADB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2569"/>
                <a:ext cx="58" cy="54"/>
              </a:xfrm>
              <a:custGeom>
                <a:avLst/>
                <a:gdLst>
                  <a:gd name="T0" fmla="*/ 0 w 23"/>
                  <a:gd name="T1" fmla="*/ 3127 h 20"/>
                  <a:gd name="T2" fmla="*/ 2340 w 23"/>
                  <a:gd name="T3" fmla="*/ 2719 h 20"/>
                  <a:gd name="T4" fmla="*/ 3878 w 23"/>
                  <a:gd name="T5" fmla="*/ 0 h 20"/>
                  <a:gd name="T6" fmla="*/ 5099 w 23"/>
                  <a:gd name="T7" fmla="*/ 1158 h 20"/>
                  <a:gd name="T8" fmla="*/ 3878 w 23"/>
                  <a:gd name="T9" fmla="*/ 6599 h 20"/>
                  <a:gd name="T10" fmla="*/ 318 w 23"/>
                  <a:gd name="T11" fmla="*/ 5476 h 20"/>
                  <a:gd name="T12" fmla="*/ 0 w 23"/>
                  <a:gd name="T13" fmla="*/ 312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8"/>
                    </a:moveTo>
                    <a:cubicBezTo>
                      <a:pt x="3" y="9"/>
                      <a:pt x="6" y="8"/>
                      <a:pt x="9" y="7"/>
                    </a:cubicBezTo>
                    <a:cubicBezTo>
                      <a:pt x="12" y="5"/>
                      <a:pt x="14" y="2"/>
                      <a:pt x="15" y="0"/>
                    </a:cubicBezTo>
                    <a:cubicBezTo>
                      <a:pt x="17" y="0"/>
                      <a:pt x="19" y="1"/>
                      <a:pt x="20" y="3"/>
                    </a:cubicBezTo>
                    <a:cubicBezTo>
                      <a:pt x="23" y="8"/>
                      <a:pt x="20" y="14"/>
                      <a:pt x="15" y="17"/>
                    </a:cubicBezTo>
                    <a:cubicBezTo>
                      <a:pt x="10" y="20"/>
                      <a:pt x="3" y="18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8" name="Freeform 117">
                <a:extLst>
                  <a:ext uri="{FF2B5EF4-FFF2-40B4-BE49-F238E27FC236}">
                    <a16:creationId xmlns:a16="http://schemas.microsoft.com/office/drawing/2014/main" id="{925C3AC1-7005-4FD7-B54B-3ADE4D9F4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580"/>
                <a:ext cx="142" cy="149"/>
              </a:xfrm>
              <a:custGeom>
                <a:avLst/>
                <a:gdLst>
                  <a:gd name="T0" fmla="*/ 9589 w 57"/>
                  <a:gd name="T1" fmla="*/ 17351 h 56"/>
                  <a:gd name="T2" fmla="*/ 1161 w 57"/>
                  <a:gd name="T3" fmla="*/ 13884 h 56"/>
                  <a:gd name="T4" fmla="*/ 1627 w 57"/>
                  <a:gd name="T5" fmla="*/ 3858 h 56"/>
                  <a:gd name="T6" fmla="*/ 4811 w 57"/>
                  <a:gd name="T7" fmla="*/ 4651 h 56"/>
                  <a:gd name="T8" fmla="*/ 5939 w 57"/>
                  <a:gd name="T9" fmla="*/ 0 h 56"/>
                  <a:gd name="T10" fmla="*/ 11985 w 57"/>
                  <a:gd name="T11" fmla="*/ 4651 h 56"/>
                  <a:gd name="T12" fmla="*/ 9589 w 57"/>
                  <a:gd name="T13" fmla="*/ 17351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6">
                    <a:moveTo>
                      <a:pt x="40" y="49"/>
                    </a:moveTo>
                    <a:cubicBezTo>
                      <a:pt x="28" y="56"/>
                      <a:pt x="12" y="51"/>
                      <a:pt x="5" y="39"/>
                    </a:cubicBezTo>
                    <a:cubicBezTo>
                      <a:pt x="0" y="30"/>
                      <a:pt x="1" y="19"/>
                      <a:pt x="7" y="11"/>
                    </a:cubicBezTo>
                    <a:cubicBezTo>
                      <a:pt x="9" y="15"/>
                      <a:pt x="15" y="15"/>
                      <a:pt x="20" y="13"/>
                    </a:cubicBezTo>
                    <a:cubicBezTo>
                      <a:pt x="25" y="10"/>
                      <a:pt x="27" y="5"/>
                      <a:pt x="25" y="0"/>
                    </a:cubicBezTo>
                    <a:cubicBezTo>
                      <a:pt x="35" y="0"/>
                      <a:pt x="45" y="4"/>
                      <a:pt x="50" y="13"/>
                    </a:cubicBezTo>
                    <a:cubicBezTo>
                      <a:pt x="57" y="26"/>
                      <a:pt x="53" y="42"/>
                      <a:pt x="40" y="49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9" name="Freeform 118">
                <a:extLst>
                  <a:ext uri="{FF2B5EF4-FFF2-40B4-BE49-F238E27FC236}">
                    <a16:creationId xmlns:a16="http://schemas.microsoft.com/office/drawing/2014/main" id="{178C6E7D-C020-403B-8D61-991245261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591"/>
                <a:ext cx="110" cy="64"/>
              </a:xfrm>
              <a:custGeom>
                <a:avLst/>
                <a:gdLst>
                  <a:gd name="T0" fmla="*/ 10750 w 44"/>
                  <a:gd name="T1" fmla="*/ 4301 h 24"/>
                  <a:gd name="T2" fmla="*/ 7625 w 44"/>
                  <a:gd name="T3" fmla="*/ 2184 h 24"/>
                  <a:gd name="T4" fmla="*/ 3438 w 44"/>
                  <a:gd name="T5" fmla="*/ 5824 h 24"/>
                  <a:gd name="T6" fmla="*/ 520 w 44"/>
                  <a:gd name="T7" fmla="*/ 8648 h 24"/>
                  <a:gd name="T8" fmla="*/ 1300 w 44"/>
                  <a:gd name="T9" fmla="*/ 4701 h 24"/>
                  <a:gd name="T10" fmla="*/ 4688 w 44"/>
                  <a:gd name="T11" fmla="*/ 3640 h 24"/>
                  <a:gd name="T12" fmla="*/ 6845 w 44"/>
                  <a:gd name="T13" fmla="*/ 397 h 24"/>
                  <a:gd name="T14" fmla="*/ 10750 w 44"/>
                  <a:gd name="T15" fmla="*/ 4301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4">
                    <a:moveTo>
                      <a:pt x="44" y="12"/>
                    </a:moveTo>
                    <a:cubicBezTo>
                      <a:pt x="41" y="5"/>
                      <a:pt x="35" y="7"/>
                      <a:pt x="31" y="6"/>
                    </a:cubicBezTo>
                    <a:cubicBezTo>
                      <a:pt x="26" y="6"/>
                      <a:pt x="20" y="15"/>
                      <a:pt x="14" y="16"/>
                    </a:cubicBezTo>
                    <a:cubicBezTo>
                      <a:pt x="8" y="17"/>
                      <a:pt x="1" y="19"/>
                      <a:pt x="2" y="24"/>
                    </a:cubicBezTo>
                    <a:cubicBezTo>
                      <a:pt x="0" y="20"/>
                      <a:pt x="2" y="14"/>
                      <a:pt x="5" y="13"/>
                    </a:cubicBezTo>
                    <a:cubicBezTo>
                      <a:pt x="8" y="12"/>
                      <a:pt x="12" y="14"/>
                      <a:pt x="19" y="10"/>
                    </a:cubicBezTo>
                    <a:cubicBezTo>
                      <a:pt x="25" y="6"/>
                      <a:pt x="25" y="0"/>
                      <a:pt x="28" y="1"/>
                    </a:cubicBezTo>
                    <a:cubicBezTo>
                      <a:pt x="35" y="2"/>
                      <a:pt x="41" y="6"/>
                      <a:pt x="4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0" name="Freeform 119">
                <a:extLst>
                  <a:ext uri="{FF2B5EF4-FFF2-40B4-BE49-F238E27FC236}">
                    <a16:creationId xmlns:a16="http://schemas.microsoft.com/office/drawing/2014/main" id="{A4833E57-DA30-422C-890F-8D7778074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591"/>
                <a:ext cx="110" cy="64"/>
              </a:xfrm>
              <a:custGeom>
                <a:avLst/>
                <a:gdLst>
                  <a:gd name="T0" fmla="*/ 0 w 44"/>
                  <a:gd name="T1" fmla="*/ 4301 h 24"/>
                  <a:gd name="T2" fmla="*/ 3250 w 44"/>
                  <a:gd name="T3" fmla="*/ 2184 h 24"/>
                  <a:gd name="T4" fmla="*/ 7345 w 44"/>
                  <a:gd name="T5" fmla="*/ 5824 h 24"/>
                  <a:gd name="T6" fmla="*/ 10283 w 44"/>
                  <a:gd name="T7" fmla="*/ 8648 h 24"/>
                  <a:gd name="T8" fmla="*/ 9583 w 44"/>
                  <a:gd name="T9" fmla="*/ 4701 h 24"/>
                  <a:gd name="T10" fmla="*/ 6375 w 44"/>
                  <a:gd name="T11" fmla="*/ 3640 h 24"/>
                  <a:gd name="T12" fmla="*/ 3908 w 44"/>
                  <a:gd name="T13" fmla="*/ 397 h 24"/>
                  <a:gd name="T14" fmla="*/ 0 w 44"/>
                  <a:gd name="T15" fmla="*/ 4301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4">
                    <a:moveTo>
                      <a:pt x="0" y="12"/>
                    </a:moveTo>
                    <a:cubicBezTo>
                      <a:pt x="4" y="5"/>
                      <a:pt x="9" y="7"/>
                      <a:pt x="13" y="6"/>
                    </a:cubicBezTo>
                    <a:cubicBezTo>
                      <a:pt x="18" y="6"/>
                      <a:pt x="24" y="15"/>
                      <a:pt x="30" y="16"/>
                    </a:cubicBezTo>
                    <a:cubicBezTo>
                      <a:pt x="36" y="17"/>
                      <a:pt x="43" y="19"/>
                      <a:pt x="42" y="24"/>
                    </a:cubicBezTo>
                    <a:cubicBezTo>
                      <a:pt x="44" y="20"/>
                      <a:pt x="42" y="14"/>
                      <a:pt x="39" y="13"/>
                    </a:cubicBezTo>
                    <a:cubicBezTo>
                      <a:pt x="36" y="12"/>
                      <a:pt x="32" y="14"/>
                      <a:pt x="26" y="10"/>
                    </a:cubicBezTo>
                    <a:cubicBezTo>
                      <a:pt x="19" y="6"/>
                      <a:pt x="19" y="0"/>
                      <a:pt x="16" y="1"/>
                    </a:cubicBezTo>
                    <a:cubicBezTo>
                      <a:pt x="9" y="2"/>
                      <a:pt x="3" y="6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Freeform 120">
                <a:extLst>
                  <a:ext uri="{FF2B5EF4-FFF2-40B4-BE49-F238E27FC236}">
                    <a16:creationId xmlns:a16="http://schemas.microsoft.com/office/drawing/2014/main" id="{C61A0987-FABC-40E8-B8A9-63B4BD565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599"/>
                <a:ext cx="40" cy="16"/>
              </a:xfrm>
              <a:custGeom>
                <a:avLst/>
                <a:gdLst>
                  <a:gd name="T0" fmla="*/ 2738 w 16"/>
                  <a:gd name="T1" fmla="*/ 1459 h 6"/>
                  <a:gd name="T2" fmla="*/ 0 w 16"/>
                  <a:gd name="T3" fmla="*/ 0 h 6"/>
                  <a:gd name="T4" fmla="*/ 3908 w 16"/>
                  <a:gd name="T5" fmla="*/ 0 h 6"/>
                  <a:gd name="T6" fmla="*/ 2738 w 16"/>
                  <a:gd name="T7" fmla="*/ 145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1" y="4"/>
                    </a:moveTo>
                    <a:cubicBezTo>
                      <a:pt x="7" y="6"/>
                      <a:pt x="1" y="5"/>
                      <a:pt x="0" y="0"/>
                    </a:cubicBezTo>
                    <a:cubicBezTo>
                      <a:pt x="3" y="2"/>
                      <a:pt x="11" y="4"/>
                      <a:pt x="16" y="0"/>
                    </a:cubicBezTo>
                    <a:cubicBezTo>
                      <a:pt x="15" y="1"/>
                      <a:pt x="14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2" name="Freeform 121">
                <a:extLst>
                  <a:ext uri="{FF2B5EF4-FFF2-40B4-BE49-F238E27FC236}">
                    <a16:creationId xmlns:a16="http://schemas.microsoft.com/office/drawing/2014/main" id="{972C4A3E-FDEC-4F0D-B653-4B90EDB20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572"/>
                <a:ext cx="40" cy="16"/>
              </a:xfrm>
              <a:custGeom>
                <a:avLst/>
                <a:gdLst>
                  <a:gd name="T0" fmla="*/ 2738 w 16"/>
                  <a:gd name="T1" fmla="*/ 1459 h 6"/>
                  <a:gd name="T2" fmla="*/ 0 w 16"/>
                  <a:gd name="T3" fmla="*/ 0 h 6"/>
                  <a:gd name="T4" fmla="*/ 3908 w 16"/>
                  <a:gd name="T5" fmla="*/ 0 h 6"/>
                  <a:gd name="T6" fmla="*/ 2738 w 16"/>
                  <a:gd name="T7" fmla="*/ 145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1" y="4"/>
                    </a:moveTo>
                    <a:cubicBezTo>
                      <a:pt x="7" y="6"/>
                      <a:pt x="1" y="5"/>
                      <a:pt x="0" y="0"/>
                    </a:cubicBezTo>
                    <a:cubicBezTo>
                      <a:pt x="3" y="2"/>
                      <a:pt x="11" y="4"/>
                      <a:pt x="16" y="0"/>
                    </a:cubicBezTo>
                    <a:cubicBezTo>
                      <a:pt x="15" y="1"/>
                      <a:pt x="14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3" name="Freeform 122">
                <a:extLst>
                  <a:ext uri="{FF2B5EF4-FFF2-40B4-BE49-F238E27FC236}">
                    <a16:creationId xmlns:a16="http://schemas.microsoft.com/office/drawing/2014/main" id="{C42B6CCB-0C8A-4E65-BE13-5C7547990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545"/>
                <a:ext cx="37" cy="16"/>
              </a:xfrm>
              <a:custGeom>
                <a:avLst/>
                <a:gdLst>
                  <a:gd name="T0" fmla="*/ 2477 w 15"/>
                  <a:gd name="T1" fmla="*/ 1459 h 6"/>
                  <a:gd name="T2" fmla="*/ 0 w 15"/>
                  <a:gd name="T3" fmla="*/ 0 h 6"/>
                  <a:gd name="T4" fmla="*/ 3365 w 15"/>
                  <a:gd name="T5" fmla="*/ 0 h 6"/>
                  <a:gd name="T6" fmla="*/ 2477 w 15"/>
                  <a:gd name="T7" fmla="*/ 145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1" y="4"/>
                    </a:moveTo>
                    <a:cubicBezTo>
                      <a:pt x="7" y="6"/>
                      <a:pt x="1" y="5"/>
                      <a:pt x="0" y="0"/>
                    </a:cubicBezTo>
                    <a:cubicBezTo>
                      <a:pt x="3" y="2"/>
                      <a:pt x="11" y="4"/>
                      <a:pt x="15" y="0"/>
                    </a:cubicBezTo>
                    <a:cubicBezTo>
                      <a:pt x="15" y="1"/>
                      <a:pt x="13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4" name="Freeform 123">
                <a:extLst>
                  <a:ext uri="{FF2B5EF4-FFF2-40B4-BE49-F238E27FC236}">
                    <a16:creationId xmlns:a16="http://schemas.microsoft.com/office/drawing/2014/main" id="{B4F64E84-817A-47C7-ACAA-83CA5ABD1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516"/>
                <a:ext cx="37" cy="19"/>
              </a:xfrm>
              <a:custGeom>
                <a:avLst/>
                <a:gdLst>
                  <a:gd name="T0" fmla="*/ 2477 w 15"/>
                  <a:gd name="T1" fmla="*/ 1620 h 7"/>
                  <a:gd name="T2" fmla="*/ 0 w 15"/>
                  <a:gd name="T3" fmla="*/ 0 h 7"/>
                  <a:gd name="T4" fmla="*/ 3365 w 15"/>
                  <a:gd name="T5" fmla="*/ 0 h 7"/>
                  <a:gd name="T6" fmla="*/ 2477 w 15"/>
                  <a:gd name="T7" fmla="*/ 162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1" y="4"/>
                    </a:moveTo>
                    <a:cubicBezTo>
                      <a:pt x="7" y="7"/>
                      <a:pt x="1" y="6"/>
                      <a:pt x="0" y="0"/>
                    </a:cubicBezTo>
                    <a:cubicBezTo>
                      <a:pt x="3" y="3"/>
                      <a:pt x="11" y="5"/>
                      <a:pt x="15" y="0"/>
                    </a:cubicBezTo>
                    <a:cubicBezTo>
                      <a:pt x="15" y="2"/>
                      <a:pt x="13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5" name="Freeform 124">
                <a:extLst>
                  <a:ext uri="{FF2B5EF4-FFF2-40B4-BE49-F238E27FC236}">
                    <a16:creationId xmlns:a16="http://schemas.microsoft.com/office/drawing/2014/main" id="{B9E7462B-31AE-4F44-8E2E-DE1EEE9CB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489"/>
                <a:ext cx="40" cy="19"/>
              </a:xfrm>
              <a:custGeom>
                <a:avLst/>
                <a:gdLst>
                  <a:gd name="T0" fmla="*/ 2938 w 16"/>
                  <a:gd name="T1" fmla="*/ 2063 h 7"/>
                  <a:gd name="T2" fmla="*/ 0 w 16"/>
                  <a:gd name="T3" fmla="*/ 442 h 7"/>
                  <a:gd name="T4" fmla="*/ 3908 w 16"/>
                  <a:gd name="T5" fmla="*/ 0 h 7"/>
                  <a:gd name="T6" fmla="*/ 2938 w 16"/>
                  <a:gd name="T7" fmla="*/ 206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2" y="5"/>
                    </a:moveTo>
                    <a:cubicBezTo>
                      <a:pt x="8" y="7"/>
                      <a:pt x="1" y="6"/>
                      <a:pt x="0" y="1"/>
                    </a:cubicBezTo>
                    <a:cubicBezTo>
                      <a:pt x="4" y="3"/>
                      <a:pt x="11" y="5"/>
                      <a:pt x="16" y="0"/>
                    </a:cubicBezTo>
                    <a:cubicBezTo>
                      <a:pt x="16" y="2"/>
                      <a:pt x="14" y="4"/>
                      <a:pt x="1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6" name="Freeform 125">
                <a:extLst>
                  <a:ext uri="{FF2B5EF4-FFF2-40B4-BE49-F238E27FC236}">
                    <a16:creationId xmlns:a16="http://schemas.microsoft.com/office/drawing/2014/main" id="{BAA05FC8-0479-47F6-BC74-39E2180F4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463"/>
                <a:ext cx="40" cy="18"/>
              </a:xfrm>
              <a:custGeom>
                <a:avLst/>
                <a:gdLst>
                  <a:gd name="T0" fmla="*/ 2938 w 16"/>
                  <a:gd name="T1" fmla="*/ 1448 h 7"/>
                  <a:gd name="T2" fmla="*/ 0 w 16"/>
                  <a:gd name="T3" fmla="*/ 357 h 7"/>
                  <a:gd name="T4" fmla="*/ 3908 w 16"/>
                  <a:gd name="T5" fmla="*/ 0 h 7"/>
                  <a:gd name="T6" fmla="*/ 2938 w 16"/>
                  <a:gd name="T7" fmla="*/ 144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2" y="5"/>
                    </a:moveTo>
                    <a:cubicBezTo>
                      <a:pt x="8" y="7"/>
                      <a:pt x="1" y="6"/>
                      <a:pt x="0" y="1"/>
                    </a:cubicBezTo>
                    <a:cubicBezTo>
                      <a:pt x="4" y="3"/>
                      <a:pt x="11" y="5"/>
                      <a:pt x="16" y="0"/>
                    </a:cubicBezTo>
                    <a:cubicBezTo>
                      <a:pt x="16" y="2"/>
                      <a:pt x="14" y="3"/>
                      <a:pt x="1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7" name="Freeform 126">
                <a:extLst>
                  <a:ext uri="{FF2B5EF4-FFF2-40B4-BE49-F238E27FC236}">
                    <a16:creationId xmlns:a16="http://schemas.microsoft.com/office/drawing/2014/main" id="{4BCE95A8-999B-46CF-A807-445AD50D4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436"/>
                <a:ext cx="40" cy="19"/>
              </a:xfrm>
              <a:custGeom>
                <a:avLst/>
                <a:gdLst>
                  <a:gd name="T0" fmla="*/ 2738 w 16"/>
                  <a:gd name="T1" fmla="*/ 2063 h 7"/>
                  <a:gd name="T2" fmla="*/ 0 w 16"/>
                  <a:gd name="T3" fmla="*/ 442 h 7"/>
                  <a:gd name="T4" fmla="*/ 3908 w 16"/>
                  <a:gd name="T5" fmla="*/ 0 h 7"/>
                  <a:gd name="T6" fmla="*/ 2738 w 16"/>
                  <a:gd name="T7" fmla="*/ 206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1" y="5"/>
                    </a:moveTo>
                    <a:cubicBezTo>
                      <a:pt x="7" y="7"/>
                      <a:pt x="1" y="6"/>
                      <a:pt x="0" y="1"/>
                    </a:cubicBezTo>
                    <a:cubicBezTo>
                      <a:pt x="3" y="3"/>
                      <a:pt x="11" y="5"/>
                      <a:pt x="16" y="0"/>
                    </a:cubicBezTo>
                    <a:cubicBezTo>
                      <a:pt x="15" y="2"/>
                      <a:pt x="14" y="3"/>
                      <a:pt x="1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8" name="Freeform 127">
                <a:extLst>
                  <a:ext uri="{FF2B5EF4-FFF2-40B4-BE49-F238E27FC236}">
                    <a16:creationId xmlns:a16="http://schemas.microsoft.com/office/drawing/2014/main" id="{9AA7B2B4-5FC6-43B3-AC34-4DCB4F204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412"/>
                <a:ext cx="37" cy="16"/>
              </a:xfrm>
              <a:custGeom>
                <a:avLst/>
                <a:gdLst>
                  <a:gd name="T0" fmla="*/ 2477 w 15"/>
                  <a:gd name="T1" fmla="*/ 1459 h 6"/>
                  <a:gd name="T2" fmla="*/ 0 w 15"/>
                  <a:gd name="T3" fmla="*/ 0 h 6"/>
                  <a:gd name="T4" fmla="*/ 3365 w 15"/>
                  <a:gd name="T5" fmla="*/ 0 h 6"/>
                  <a:gd name="T6" fmla="*/ 2477 w 15"/>
                  <a:gd name="T7" fmla="*/ 145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1" y="4"/>
                    </a:moveTo>
                    <a:cubicBezTo>
                      <a:pt x="7" y="6"/>
                      <a:pt x="0" y="5"/>
                      <a:pt x="0" y="0"/>
                    </a:cubicBezTo>
                    <a:cubicBezTo>
                      <a:pt x="3" y="2"/>
                      <a:pt x="11" y="4"/>
                      <a:pt x="15" y="0"/>
                    </a:cubicBezTo>
                    <a:cubicBezTo>
                      <a:pt x="15" y="1"/>
                      <a:pt x="13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Freeform 128">
                <a:extLst>
                  <a:ext uri="{FF2B5EF4-FFF2-40B4-BE49-F238E27FC236}">
                    <a16:creationId xmlns:a16="http://schemas.microsoft.com/office/drawing/2014/main" id="{60FA2C5B-ED29-457A-B945-C35919F0A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383"/>
                <a:ext cx="37" cy="16"/>
              </a:xfrm>
              <a:custGeom>
                <a:avLst/>
                <a:gdLst>
                  <a:gd name="T0" fmla="*/ 2477 w 15"/>
                  <a:gd name="T1" fmla="*/ 1459 h 6"/>
                  <a:gd name="T2" fmla="*/ 0 w 15"/>
                  <a:gd name="T3" fmla="*/ 0 h 6"/>
                  <a:gd name="T4" fmla="*/ 3365 w 15"/>
                  <a:gd name="T5" fmla="*/ 0 h 6"/>
                  <a:gd name="T6" fmla="*/ 2477 w 15"/>
                  <a:gd name="T7" fmla="*/ 145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1" y="4"/>
                    </a:moveTo>
                    <a:cubicBezTo>
                      <a:pt x="7" y="6"/>
                      <a:pt x="0" y="6"/>
                      <a:pt x="0" y="0"/>
                    </a:cubicBezTo>
                    <a:cubicBezTo>
                      <a:pt x="3" y="2"/>
                      <a:pt x="11" y="4"/>
                      <a:pt x="15" y="0"/>
                    </a:cubicBezTo>
                    <a:cubicBezTo>
                      <a:pt x="15" y="1"/>
                      <a:pt x="13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0" name="Freeform 129">
                <a:extLst>
                  <a:ext uri="{FF2B5EF4-FFF2-40B4-BE49-F238E27FC236}">
                    <a16:creationId xmlns:a16="http://schemas.microsoft.com/office/drawing/2014/main" id="{75FB3959-7758-48CE-A118-4BFBD6CAE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356"/>
                <a:ext cx="37" cy="16"/>
              </a:xfrm>
              <a:custGeom>
                <a:avLst/>
                <a:gdLst>
                  <a:gd name="T0" fmla="*/ 2477 w 15"/>
                  <a:gd name="T1" fmla="*/ 1459 h 6"/>
                  <a:gd name="T2" fmla="*/ 0 w 15"/>
                  <a:gd name="T3" fmla="*/ 0 h 6"/>
                  <a:gd name="T4" fmla="*/ 3365 w 15"/>
                  <a:gd name="T5" fmla="*/ 0 h 6"/>
                  <a:gd name="T6" fmla="*/ 2477 w 15"/>
                  <a:gd name="T7" fmla="*/ 145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1" y="4"/>
                    </a:moveTo>
                    <a:cubicBezTo>
                      <a:pt x="7" y="6"/>
                      <a:pt x="0" y="5"/>
                      <a:pt x="0" y="0"/>
                    </a:cubicBezTo>
                    <a:cubicBezTo>
                      <a:pt x="3" y="2"/>
                      <a:pt x="11" y="4"/>
                      <a:pt x="15" y="0"/>
                    </a:cubicBezTo>
                    <a:cubicBezTo>
                      <a:pt x="15" y="1"/>
                      <a:pt x="13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1" name="Freeform 130">
                <a:extLst>
                  <a:ext uri="{FF2B5EF4-FFF2-40B4-BE49-F238E27FC236}">
                    <a16:creationId xmlns:a16="http://schemas.microsoft.com/office/drawing/2014/main" id="{551E1D45-C457-4472-9659-F4171C840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327"/>
                <a:ext cx="57" cy="53"/>
              </a:xfrm>
              <a:custGeom>
                <a:avLst/>
                <a:gdLst>
                  <a:gd name="T0" fmla="*/ 183 w 23"/>
                  <a:gd name="T1" fmla="*/ 2753 h 20"/>
                  <a:gd name="T2" fmla="*/ 2347 w 23"/>
                  <a:gd name="T3" fmla="*/ 2472 h 20"/>
                  <a:gd name="T4" fmla="*/ 3470 w 23"/>
                  <a:gd name="T5" fmla="*/ 0 h 20"/>
                  <a:gd name="T6" fmla="*/ 4674 w 23"/>
                  <a:gd name="T7" fmla="*/ 1434 h 20"/>
                  <a:gd name="T8" fmla="*/ 3470 w 23"/>
                  <a:gd name="T9" fmla="*/ 5864 h 20"/>
                  <a:gd name="T10" fmla="*/ 183 w 23"/>
                  <a:gd name="T11" fmla="*/ 5231 h 20"/>
                  <a:gd name="T12" fmla="*/ 183 w 23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3" y="9"/>
                      <a:pt x="7" y="9"/>
                      <a:pt x="10" y="7"/>
                    </a:cubicBezTo>
                    <a:cubicBezTo>
                      <a:pt x="13" y="6"/>
                      <a:pt x="15" y="3"/>
                      <a:pt x="15" y="0"/>
                    </a:cubicBezTo>
                    <a:cubicBezTo>
                      <a:pt x="17" y="1"/>
                      <a:pt x="19" y="2"/>
                      <a:pt x="20" y="4"/>
                    </a:cubicBezTo>
                    <a:cubicBezTo>
                      <a:pt x="23" y="8"/>
                      <a:pt x="20" y="14"/>
                      <a:pt x="15" y="17"/>
                    </a:cubicBezTo>
                    <a:cubicBezTo>
                      <a:pt x="10" y="20"/>
                      <a:pt x="4" y="19"/>
                      <a:pt x="1" y="15"/>
                    </a:cubicBezTo>
                    <a:cubicBezTo>
                      <a:pt x="0" y="13"/>
                      <a:pt x="0" y="11"/>
                      <a:pt x="1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2" name="Freeform 131">
                <a:extLst>
                  <a:ext uri="{FF2B5EF4-FFF2-40B4-BE49-F238E27FC236}">
                    <a16:creationId xmlns:a16="http://schemas.microsoft.com/office/drawing/2014/main" id="{87F80D84-2294-4FF6-BDC3-AE00CCA79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353"/>
                <a:ext cx="55" cy="54"/>
              </a:xfrm>
              <a:custGeom>
                <a:avLst/>
                <a:gdLst>
                  <a:gd name="T0" fmla="*/ 0 w 22"/>
                  <a:gd name="T1" fmla="*/ 3127 h 20"/>
                  <a:gd name="T2" fmla="*/ 2270 w 22"/>
                  <a:gd name="T3" fmla="*/ 2719 h 20"/>
                  <a:gd name="T4" fmla="*/ 3720 w 22"/>
                  <a:gd name="T5" fmla="*/ 0 h 20"/>
                  <a:gd name="T6" fmla="*/ 4895 w 22"/>
                  <a:gd name="T7" fmla="*/ 1596 h 20"/>
                  <a:gd name="T8" fmla="*/ 3720 w 22"/>
                  <a:gd name="T9" fmla="*/ 6599 h 20"/>
                  <a:gd name="T10" fmla="*/ 313 w 22"/>
                  <a:gd name="T11" fmla="*/ 5905 h 20"/>
                  <a:gd name="T12" fmla="*/ 0 w 22"/>
                  <a:gd name="T13" fmla="*/ 312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8"/>
                    </a:moveTo>
                    <a:cubicBezTo>
                      <a:pt x="3" y="9"/>
                      <a:pt x="6" y="9"/>
                      <a:pt x="9" y="7"/>
                    </a:cubicBezTo>
                    <a:cubicBezTo>
                      <a:pt x="12" y="6"/>
                      <a:pt x="14" y="3"/>
                      <a:pt x="15" y="0"/>
                    </a:cubicBezTo>
                    <a:cubicBezTo>
                      <a:pt x="17" y="1"/>
                      <a:pt x="19" y="2"/>
                      <a:pt x="20" y="4"/>
                    </a:cubicBezTo>
                    <a:cubicBezTo>
                      <a:pt x="22" y="8"/>
                      <a:pt x="20" y="14"/>
                      <a:pt x="15" y="17"/>
                    </a:cubicBezTo>
                    <a:cubicBezTo>
                      <a:pt x="10" y="20"/>
                      <a:pt x="3" y="19"/>
                      <a:pt x="1" y="15"/>
                    </a:cubicBezTo>
                    <a:cubicBezTo>
                      <a:pt x="0" y="13"/>
                      <a:pt x="0" y="11"/>
                      <a:pt x="0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3" name="Freeform 132">
                <a:extLst>
                  <a:ext uri="{FF2B5EF4-FFF2-40B4-BE49-F238E27FC236}">
                    <a16:creationId xmlns:a16="http://schemas.microsoft.com/office/drawing/2014/main" id="{07E69042-80EE-4B92-80C6-77BB9CC23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380"/>
                <a:ext cx="58" cy="53"/>
              </a:xfrm>
              <a:custGeom>
                <a:avLst/>
                <a:gdLst>
                  <a:gd name="T0" fmla="*/ 318 w 23"/>
                  <a:gd name="T1" fmla="*/ 3167 h 20"/>
                  <a:gd name="T2" fmla="*/ 2549 w 23"/>
                  <a:gd name="T3" fmla="*/ 2472 h 20"/>
                  <a:gd name="T4" fmla="*/ 4088 w 23"/>
                  <a:gd name="T5" fmla="*/ 0 h 20"/>
                  <a:gd name="T6" fmla="*/ 5419 w 23"/>
                  <a:gd name="T7" fmla="*/ 1434 h 20"/>
                  <a:gd name="T8" fmla="*/ 4088 w 23"/>
                  <a:gd name="T9" fmla="*/ 5864 h 20"/>
                  <a:gd name="T10" fmla="*/ 318 w 23"/>
                  <a:gd name="T11" fmla="*/ 5231 h 20"/>
                  <a:gd name="T12" fmla="*/ 318 w 23"/>
                  <a:gd name="T13" fmla="*/ 316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9"/>
                    </a:moveTo>
                    <a:cubicBezTo>
                      <a:pt x="4" y="9"/>
                      <a:pt x="7" y="9"/>
                      <a:pt x="10" y="7"/>
                    </a:cubicBezTo>
                    <a:cubicBezTo>
                      <a:pt x="13" y="6"/>
                      <a:pt x="15" y="3"/>
                      <a:pt x="16" y="0"/>
                    </a:cubicBezTo>
                    <a:cubicBezTo>
                      <a:pt x="18" y="1"/>
                      <a:pt x="20" y="2"/>
                      <a:pt x="21" y="4"/>
                    </a:cubicBezTo>
                    <a:cubicBezTo>
                      <a:pt x="23" y="8"/>
                      <a:pt x="21" y="14"/>
                      <a:pt x="16" y="17"/>
                    </a:cubicBezTo>
                    <a:cubicBezTo>
                      <a:pt x="10" y="20"/>
                      <a:pt x="4" y="19"/>
                      <a:pt x="1" y="15"/>
                    </a:cubicBezTo>
                    <a:cubicBezTo>
                      <a:pt x="0" y="13"/>
                      <a:pt x="0" y="11"/>
                      <a:pt x="1" y="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4" name="Freeform 133">
                <a:extLst>
                  <a:ext uri="{FF2B5EF4-FFF2-40B4-BE49-F238E27FC236}">
                    <a16:creationId xmlns:a16="http://schemas.microsoft.com/office/drawing/2014/main" id="{55CC06B2-22B0-49F9-8E95-75DB67F14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407"/>
                <a:ext cx="58" cy="53"/>
              </a:xfrm>
              <a:custGeom>
                <a:avLst/>
                <a:gdLst>
                  <a:gd name="T0" fmla="*/ 318 w 23"/>
                  <a:gd name="T1" fmla="*/ 3167 h 20"/>
                  <a:gd name="T2" fmla="*/ 2549 w 23"/>
                  <a:gd name="T3" fmla="*/ 2472 h 20"/>
                  <a:gd name="T4" fmla="*/ 3878 w 23"/>
                  <a:gd name="T5" fmla="*/ 0 h 20"/>
                  <a:gd name="T6" fmla="*/ 5099 w 23"/>
                  <a:gd name="T7" fmla="*/ 1434 h 20"/>
                  <a:gd name="T8" fmla="*/ 3878 w 23"/>
                  <a:gd name="T9" fmla="*/ 5864 h 20"/>
                  <a:gd name="T10" fmla="*/ 318 w 23"/>
                  <a:gd name="T11" fmla="*/ 5231 h 20"/>
                  <a:gd name="T12" fmla="*/ 318 w 23"/>
                  <a:gd name="T13" fmla="*/ 316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9"/>
                    </a:moveTo>
                    <a:cubicBezTo>
                      <a:pt x="3" y="9"/>
                      <a:pt x="7" y="9"/>
                      <a:pt x="10" y="7"/>
                    </a:cubicBezTo>
                    <a:cubicBezTo>
                      <a:pt x="12" y="6"/>
                      <a:pt x="14" y="3"/>
                      <a:pt x="15" y="0"/>
                    </a:cubicBezTo>
                    <a:cubicBezTo>
                      <a:pt x="17" y="1"/>
                      <a:pt x="19" y="2"/>
                      <a:pt x="20" y="4"/>
                    </a:cubicBezTo>
                    <a:cubicBezTo>
                      <a:pt x="23" y="9"/>
                      <a:pt x="20" y="14"/>
                      <a:pt x="15" y="17"/>
                    </a:cubicBezTo>
                    <a:cubicBezTo>
                      <a:pt x="10" y="20"/>
                      <a:pt x="4" y="19"/>
                      <a:pt x="1" y="15"/>
                    </a:cubicBezTo>
                    <a:cubicBezTo>
                      <a:pt x="0" y="13"/>
                      <a:pt x="0" y="11"/>
                      <a:pt x="1" y="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5" name="Freeform 134">
                <a:extLst>
                  <a:ext uri="{FF2B5EF4-FFF2-40B4-BE49-F238E27FC236}">
                    <a16:creationId xmlns:a16="http://schemas.microsoft.com/office/drawing/2014/main" id="{F55DF2D4-C392-4830-8DD7-8CF8EFE36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433"/>
                <a:ext cx="55" cy="54"/>
              </a:xfrm>
              <a:custGeom>
                <a:avLst/>
                <a:gdLst>
                  <a:gd name="T0" fmla="*/ 0 w 22"/>
                  <a:gd name="T1" fmla="*/ 3464 h 20"/>
                  <a:gd name="T2" fmla="*/ 2270 w 22"/>
                  <a:gd name="T3" fmla="*/ 2719 h 20"/>
                  <a:gd name="T4" fmla="*/ 3720 w 22"/>
                  <a:gd name="T5" fmla="*/ 0 h 20"/>
                  <a:gd name="T6" fmla="*/ 4895 w 22"/>
                  <a:gd name="T7" fmla="*/ 1596 h 20"/>
                  <a:gd name="T8" fmla="*/ 3720 w 22"/>
                  <a:gd name="T9" fmla="*/ 6599 h 20"/>
                  <a:gd name="T10" fmla="*/ 313 w 22"/>
                  <a:gd name="T11" fmla="*/ 5905 h 20"/>
                  <a:gd name="T12" fmla="*/ 0 w 22"/>
                  <a:gd name="T13" fmla="*/ 346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9"/>
                    </a:moveTo>
                    <a:cubicBezTo>
                      <a:pt x="3" y="9"/>
                      <a:pt x="6" y="9"/>
                      <a:pt x="9" y="7"/>
                    </a:cubicBezTo>
                    <a:cubicBezTo>
                      <a:pt x="12" y="6"/>
                      <a:pt x="14" y="3"/>
                      <a:pt x="15" y="0"/>
                    </a:cubicBezTo>
                    <a:cubicBezTo>
                      <a:pt x="17" y="1"/>
                      <a:pt x="19" y="2"/>
                      <a:pt x="20" y="4"/>
                    </a:cubicBezTo>
                    <a:cubicBezTo>
                      <a:pt x="22" y="9"/>
                      <a:pt x="20" y="14"/>
                      <a:pt x="15" y="17"/>
                    </a:cubicBezTo>
                    <a:cubicBezTo>
                      <a:pt x="9" y="20"/>
                      <a:pt x="3" y="19"/>
                      <a:pt x="1" y="15"/>
                    </a:cubicBezTo>
                    <a:cubicBezTo>
                      <a:pt x="0" y="13"/>
                      <a:pt x="0" y="11"/>
                      <a:pt x="0" y="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6" name="Freeform 135">
                <a:extLst>
                  <a:ext uri="{FF2B5EF4-FFF2-40B4-BE49-F238E27FC236}">
                    <a16:creationId xmlns:a16="http://schemas.microsoft.com/office/drawing/2014/main" id="{5C301FA0-7AD4-47D3-B2BE-10580A61A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460"/>
                <a:ext cx="57" cy="53"/>
              </a:xfrm>
              <a:custGeom>
                <a:avLst/>
                <a:gdLst>
                  <a:gd name="T0" fmla="*/ 183 w 23"/>
                  <a:gd name="T1" fmla="*/ 3167 h 20"/>
                  <a:gd name="T2" fmla="*/ 2347 w 23"/>
                  <a:gd name="T3" fmla="*/ 2472 h 20"/>
                  <a:gd name="T4" fmla="*/ 3727 w 23"/>
                  <a:gd name="T5" fmla="*/ 0 h 20"/>
                  <a:gd name="T6" fmla="*/ 4870 w 23"/>
                  <a:gd name="T7" fmla="*/ 1434 h 20"/>
                  <a:gd name="T8" fmla="*/ 3470 w 23"/>
                  <a:gd name="T9" fmla="*/ 5864 h 20"/>
                  <a:gd name="T10" fmla="*/ 183 w 23"/>
                  <a:gd name="T11" fmla="*/ 5231 h 20"/>
                  <a:gd name="T12" fmla="*/ 183 w 23"/>
                  <a:gd name="T13" fmla="*/ 316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9"/>
                    </a:moveTo>
                    <a:cubicBezTo>
                      <a:pt x="4" y="9"/>
                      <a:pt x="7" y="9"/>
                      <a:pt x="10" y="7"/>
                    </a:cubicBezTo>
                    <a:cubicBezTo>
                      <a:pt x="13" y="6"/>
                      <a:pt x="15" y="3"/>
                      <a:pt x="16" y="0"/>
                    </a:cubicBezTo>
                    <a:cubicBezTo>
                      <a:pt x="18" y="1"/>
                      <a:pt x="19" y="2"/>
                      <a:pt x="21" y="4"/>
                    </a:cubicBezTo>
                    <a:cubicBezTo>
                      <a:pt x="23" y="9"/>
                      <a:pt x="21" y="15"/>
                      <a:pt x="15" y="17"/>
                    </a:cubicBezTo>
                    <a:cubicBezTo>
                      <a:pt x="10" y="20"/>
                      <a:pt x="4" y="19"/>
                      <a:pt x="1" y="15"/>
                    </a:cubicBezTo>
                    <a:cubicBezTo>
                      <a:pt x="0" y="13"/>
                      <a:pt x="0" y="11"/>
                      <a:pt x="1" y="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7" name="Freeform 136">
                <a:extLst>
                  <a:ext uri="{FF2B5EF4-FFF2-40B4-BE49-F238E27FC236}">
                    <a16:creationId xmlns:a16="http://schemas.microsoft.com/office/drawing/2014/main" id="{AB2355AF-EFF7-4A73-BDAC-DA7476244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489"/>
                <a:ext cx="57" cy="54"/>
              </a:xfrm>
              <a:custGeom>
                <a:avLst/>
                <a:gdLst>
                  <a:gd name="T0" fmla="*/ 0 w 23"/>
                  <a:gd name="T1" fmla="*/ 3127 h 20"/>
                  <a:gd name="T2" fmla="*/ 2069 w 23"/>
                  <a:gd name="T3" fmla="*/ 2719 h 20"/>
                  <a:gd name="T4" fmla="*/ 3470 w 23"/>
                  <a:gd name="T5" fmla="*/ 0 h 20"/>
                  <a:gd name="T6" fmla="*/ 4674 w 23"/>
                  <a:gd name="T7" fmla="*/ 1158 h 20"/>
                  <a:gd name="T8" fmla="*/ 3470 w 23"/>
                  <a:gd name="T9" fmla="*/ 6599 h 20"/>
                  <a:gd name="T10" fmla="*/ 183 w 23"/>
                  <a:gd name="T11" fmla="*/ 5476 h 20"/>
                  <a:gd name="T12" fmla="*/ 0 w 23"/>
                  <a:gd name="T13" fmla="*/ 312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8"/>
                    </a:moveTo>
                    <a:cubicBezTo>
                      <a:pt x="3" y="9"/>
                      <a:pt x="6" y="8"/>
                      <a:pt x="9" y="7"/>
                    </a:cubicBezTo>
                    <a:cubicBezTo>
                      <a:pt x="12" y="5"/>
                      <a:pt x="14" y="2"/>
                      <a:pt x="15" y="0"/>
                    </a:cubicBezTo>
                    <a:cubicBezTo>
                      <a:pt x="17" y="0"/>
                      <a:pt x="19" y="1"/>
                      <a:pt x="20" y="3"/>
                    </a:cubicBezTo>
                    <a:cubicBezTo>
                      <a:pt x="23" y="8"/>
                      <a:pt x="20" y="14"/>
                      <a:pt x="15" y="17"/>
                    </a:cubicBezTo>
                    <a:cubicBezTo>
                      <a:pt x="10" y="20"/>
                      <a:pt x="3" y="18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8" name="Freeform 137">
                <a:extLst>
                  <a:ext uri="{FF2B5EF4-FFF2-40B4-BE49-F238E27FC236}">
                    <a16:creationId xmlns:a16="http://schemas.microsoft.com/office/drawing/2014/main" id="{BEB9B302-AA94-4890-8A54-8610A6431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516"/>
                <a:ext cx="58" cy="53"/>
              </a:xfrm>
              <a:custGeom>
                <a:avLst/>
                <a:gdLst>
                  <a:gd name="T0" fmla="*/ 318 w 23"/>
                  <a:gd name="T1" fmla="*/ 2753 h 20"/>
                  <a:gd name="T2" fmla="*/ 2549 w 23"/>
                  <a:gd name="T3" fmla="*/ 2472 h 20"/>
                  <a:gd name="T4" fmla="*/ 4088 w 23"/>
                  <a:gd name="T5" fmla="*/ 0 h 20"/>
                  <a:gd name="T6" fmla="*/ 5419 w 23"/>
                  <a:gd name="T7" fmla="*/ 1039 h 20"/>
                  <a:gd name="T8" fmla="*/ 4088 w 23"/>
                  <a:gd name="T9" fmla="*/ 5864 h 20"/>
                  <a:gd name="T10" fmla="*/ 527 w 23"/>
                  <a:gd name="T11" fmla="*/ 4839 h 20"/>
                  <a:gd name="T12" fmla="*/ 318 w 23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4" y="9"/>
                      <a:pt x="7" y="8"/>
                      <a:pt x="10" y="7"/>
                    </a:cubicBezTo>
                    <a:cubicBezTo>
                      <a:pt x="13" y="5"/>
                      <a:pt x="15" y="2"/>
                      <a:pt x="16" y="0"/>
                    </a:cubicBezTo>
                    <a:cubicBezTo>
                      <a:pt x="18" y="0"/>
                      <a:pt x="20" y="1"/>
                      <a:pt x="21" y="3"/>
                    </a:cubicBezTo>
                    <a:cubicBezTo>
                      <a:pt x="23" y="8"/>
                      <a:pt x="21" y="14"/>
                      <a:pt x="16" y="17"/>
                    </a:cubicBezTo>
                    <a:cubicBezTo>
                      <a:pt x="10" y="20"/>
                      <a:pt x="4" y="18"/>
                      <a:pt x="2" y="14"/>
                    </a:cubicBezTo>
                    <a:cubicBezTo>
                      <a:pt x="1" y="12"/>
                      <a:pt x="0" y="10"/>
                      <a:pt x="1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9" name="Freeform 138">
                <a:extLst>
                  <a:ext uri="{FF2B5EF4-FFF2-40B4-BE49-F238E27FC236}">
                    <a16:creationId xmlns:a16="http://schemas.microsoft.com/office/drawing/2014/main" id="{6840C2CE-3149-4207-B698-B4DBC1568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543"/>
                <a:ext cx="58" cy="53"/>
              </a:xfrm>
              <a:custGeom>
                <a:avLst/>
                <a:gdLst>
                  <a:gd name="T0" fmla="*/ 318 w 23"/>
                  <a:gd name="T1" fmla="*/ 2753 h 20"/>
                  <a:gd name="T2" fmla="*/ 2549 w 23"/>
                  <a:gd name="T3" fmla="*/ 2472 h 20"/>
                  <a:gd name="T4" fmla="*/ 3878 w 23"/>
                  <a:gd name="T5" fmla="*/ 0 h 20"/>
                  <a:gd name="T6" fmla="*/ 5099 w 23"/>
                  <a:gd name="T7" fmla="*/ 1039 h 20"/>
                  <a:gd name="T8" fmla="*/ 3878 w 23"/>
                  <a:gd name="T9" fmla="*/ 5864 h 20"/>
                  <a:gd name="T10" fmla="*/ 318 w 23"/>
                  <a:gd name="T11" fmla="*/ 4839 h 20"/>
                  <a:gd name="T12" fmla="*/ 318 w 23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3" y="9"/>
                      <a:pt x="7" y="8"/>
                      <a:pt x="10" y="7"/>
                    </a:cubicBezTo>
                    <a:cubicBezTo>
                      <a:pt x="13" y="5"/>
                      <a:pt x="15" y="2"/>
                      <a:pt x="15" y="0"/>
                    </a:cubicBezTo>
                    <a:cubicBezTo>
                      <a:pt x="18" y="0"/>
                      <a:pt x="19" y="1"/>
                      <a:pt x="20" y="3"/>
                    </a:cubicBezTo>
                    <a:cubicBezTo>
                      <a:pt x="23" y="8"/>
                      <a:pt x="21" y="14"/>
                      <a:pt x="15" y="17"/>
                    </a:cubicBezTo>
                    <a:cubicBezTo>
                      <a:pt x="10" y="20"/>
                      <a:pt x="4" y="18"/>
                      <a:pt x="1" y="14"/>
                    </a:cubicBezTo>
                    <a:cubicBezTo>
                      <a:pt x="0" y="12"/>
                      <a:pt x="0" y="10"/>
                      <a:pt x="1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0" name="Freeform 139">
                <a:extLst>
                  <a:ext uri="{FF2B5EF4-FFF2-40B4-BE49-F238E27FC236}">
                    <a16:creationId xmlns:a16="http://schemas.microsoft.com/office/drawing/2014/main" id="{E8264BF7-2BF2-4D26-9432-3F612BF27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2569"/>
                <a:ext cx="58" cy="54"/>
              </a:xfrm>
              <a:custGeom>
                <a:avLst/>
                <a:gdLst>
                  <a:gd name="T0" fmla="*/ 0 w 23"/>
                  <a:gd name="T1" fmla="*/ 3127 h 20"/>
                  <a:gd name="T2" fmla="*/ 2340 w 23"/>
                  <a:gd name="T3" fmla="*/ 2719 h 20"/>
                  <a:gd name="T4" fmla="*/ 3878 w 23"/>
                  <a:gd name="T5" fmla="*/ 0 h 20"/>
                  <a:gd name="T6" fmla="*/ 5099 w 23"/>
                  <a:gd name="T7" fmla="*/ 1158 h 20"/>
                  <a:gd name="T8" fmla="*/ 3878 w 23"/>
                  <a:gd name="T9" fmla="*/ 6599 h 20"/>
                  <a:gd name="T10" fmla="*/ 318 w 23"/>
                  <a:gd name="T11" fmla="*/ 5476 h 20"/>
                  <a:gd name="T12" fmla="*/ 0 w 23"/>
                  <a:gd name="T13" fmla="*/ 312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8"/>
                    </a:moveTo>
                    <a:cubicBezTo>
                      <a:pt x="3" y="9"/>
                      <a:pt x="6" y="8"/>
                      <a:pt x="9" y="7"/>
                    </a:cubicBezTo>
                    <a:cubicBezTo>
                      <a:pt x="12" y="5"/>
                      <a:pt x="14" y="2"/>
                      <a:pt x="15" y="0"/>
                    </a:cubicBezTo>
                    <a:cubicBezTo>
                      <a:pt x="17" y="0"/>
                      <a:pt x="19" y="1"/>
                      <a:pt x="20" y="3"/>
                    </a:cubicBezTo>
                    <a:cubicBezTo>
                      <a:pt x="23" y="8"/>
                      <a:pt x="20" y="14"/>
                      <a:pt x="15" y="17"/>
                    </a:cubicBezTo>
                    <a:cubicBezTo>
                      <a:pt x="10" y="20"/>
                      <a:pt x="3" y="18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1" name="Freeform 140">
                <a:extLst>
                  <a:ext uri="{FF2B5EF4-FFF2-40B4-BE49-F238E27FC236}">
                    <a16:creationId xmlns:a16="http://schemas.microsoft.com/office/drawing/2014/main" id="{62373F7D-7788-49FE-AA96-8541A8197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580"/>
                <a:ext cx="142" cy="149"/>
              </a:xfrm>
              <a:custGeom>
                <a:avLst/>
                <a:gdLst>
                  <a:gd name="T0" fmla="*/ 9589 w 57"/>
                  <a:gd name="T1" fmla="*/ 17351 h 56"/>
                  <a:gd name="T2" fmla="*/ 1161 w 57"/>
                  <a:gd name="T3" fmla="*/ 13884 h 56"/>
                  <a:gd name="T4" fmla="*/ 1627 w 57"/>
                  <a:gd name="T5" fmla="*/ 3858 h 56"/>
                  <a:gd name="T6" fmla="*/ 4811 w 57"/>
                  <a:gd name="T7" fmla="*/ 4651 h 56"/>
                  <a:gd name="T8" fmla="*/ 5939 w 57"/>
                  <a:gd name="T9" fmla="*/ 0 h 56"/>
                  <a:gd name="T10" fmla="*/ 11985 w 57"/>
                  <a:gd name="T11" fmla="*/ 4651 h 56"/>
                  <a:gd name="T12" fmla="*/ 9589 w 57"/>
                  <a:gd name="T13" fmla="*/ 17351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6">
                    <a:moveTo>
                      <a:pt x="40" y="49"/>
                    </a:moveTo>
                    <a:cubicBezTo>
                      <a:pt x="28" y="56"/>
                      <a:pt x="12" y="51"/>
                      <a:pt x="5" y="39"/>
                    </a:cubicBezTo>
                    <a:cubicBezTo>
                      <a:pt x="0" y="30"/>
                      <a:pt x="1" y="19"/>
                      <a:pt x="7" y="11"/>
                    </a:cubicBezTo>
                    <a:cubicBezTo>
                      <a:pt x="9" y="15"/>
                      <a:pt x="15" y="15"/>
                      <a:pt x="20" y="13"/>
                    </a:cubicBezTo>
                    <a:cubicBezTo>
                      <a:pt x="25" y="10"/>
                      <a:pt x="27" y="5"/>
                      <a:pt x="25" y="0"/>
                    </a:cubicBezTo>
                    <a:cubicBezTo>
                      <a:pt x="35" y="0"/>
                      <a:pt x="45" y="4"/>
                      <a:pt x="50" y="13"/>
                    </a:cubicBezTo>
                    <a:cubicBezTo>
                      <a:pt x="57" y="26"/>
                      <a:pt x="53" y="42"/>
                      <a:pt x="40" y="4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2" name="Freeform 141">
                <a:extLst>
                  <a:ext uri="{FF2B5EF4-FFF2-40B4-BE49-F238E27FC236}">
                    <a16:creationId xmlns:a16="http://schemas.microsoft.com/office/drawing/2014/main" id="{45F00E8A-BD3B-425E-83BD-DC8C8E92D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465"/>
                <a:ext cx="868" cy="1032"/>
              </a:xfrm>
              <a:custGeom>
                <a:avLst/>
                <a:gdLst>
                  <a:gd name="T0" fmla="*/ 0 w 868"/>
                  <a:gd name="T1" fmla="*/ 248 h 1032"/>
                  <a:gd name="T2" fmla="*/ 433 w 868"/>
                  <a:gd name="T3" fmla="*/ 0 h 1032"/>
                  <a:gd name="T4" fmla="*/ 868 w 868"/>
                  <a:gd name="T5" fmla="*/ 248 h 1032"/>
                  <a:gd name="T6" fmla="*/ 868 w 868"/>
                  <a:gd name="T7" fmla="*/ 782 h 1032"/>
                  <a:gd name="T8" fmla="*/ 433 w 868"/>
                  <a:gd name="T9" fmla="*/ 1032 h 1032"/>
                  <a:gd name="T10" fmla="*/ 0 w 868"/>
                  <a:gd name="T11" fmla="*/ 782 h 1032"/>
                  <a:gd name="T12" fmla="*/ 0 w 868"/>
                  <a:gd name="T13" fmla="*/ 248 h 10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8" h="1032">
                    <a:moveTo>
                      <a:pt x="0" y="248"/>
                    </a:moveTo>
                    <a:lnTo>
                      <a:pt x="433" y="0"/>
                    </a:lnTo>
                    <a:lnTo>
                      <a:pt x="868" y="248"/>
                    </a:lnTo>
                    <a:lnTo>
                      <a:pt x="868" y="782"/>
                    </a:lnTo>
                    <a:lnTo>
                      <a:pt x="433" y="1032"/>
                    </a:lnTo>
                    <a:lnTo>
                      <a:pt x="0" y="782"/>
                    </a:lnTo>
                    <a:lnTo>
                      <a:pt x="0" y="248"/>
                    </a:lnTo>
                    <a:close/>
                  </a:path>
                </a:pathLst>
              </a:custGeom>
              <a:solidFill>
                <a:srgbClr val="76B31F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3" name="Freeform 142">
                <a:extLst>
                  <a:ext uri="{FF2B5EF4-FFF2-40B4-BE49-F238E27FC236}">
                    <a16:creationId xmlns:a16="http://schemas.microsoft.com/office/drawing/2014/main" id="{C0361CD9-4637-46A2-9BEA-B52EE8AF4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1980"/>
                <a:ext cx="560" cy="517"/>
              </a:xfrm>
              <a:custGeom>
                <a:avLst/>
                <a:gdLst>
                  <a:gd name="T0" fmla="*/ 280 w 560"/>
                  <a:gd name="T1" fmla="*/ 517 h 517"/>
                  <a:gd name="T2" fmla="*/ 0 w 560"/>
                  <a:gd name="T3" fmla="*/ 0 h 517"/>
                  <a:gd name="T4" fmla="*/ 560 w 560"/>
                  <a:gd name="T5" fmla="*/ 0 h 517"/>
                  <a:gd name="T6" fmla="*/ 280 w 560"/>
                  <a:gd name="T7" fmla="*/ 517 h 5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0" h="517">
                    <a:moveTo>
                      <a:pt x="280" y="517"/>
                    </a:moveTo>
                    <a:lnTo>
                      <a:pt x="0" y="0"/>
                    </a:lnTo>
                    <a:lnTo>
                      <a:pt x="560" y="0"/>
                    </a:lnTo>
                    <a:lnTo>
                      <a:pt x="280" y="517"/>
                    </a:lnTo>
                    <a:close/>
                  </a:path>
                </a:pathLst>
              </a:custGeom>
              <a:solidFill>
                <a:srgbClr val="4C4B02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4" name="Freeform 143">
                <a:extLst>
                  <a:ext uri="{FF2B5EF4-FFF2-40B4-BE49-F238E27FC236}">
                    <a16:creationId xmlns:a16="http://schemas.microsoft.com/office/drawing/2014/main" id="{098F39BD-510B-465A-AAD7-FF959B20F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1465"/>
                <a:ext cx="560" cy="515"/>
              </a:xfrm>
              <a:custGeom>
                <a:avLst/>
                <a:gdLst>
                  <a:gd name="T0" fmla="*/ 280 w 560"/>
                  <a:gd name="T1" fmla="*/ 0 h 515"/>
                  <a:gd name="T2" fmla="*/ 0 w 560"/>
                  <a:gd name="T3" fmla="*/ 515 h 515"/>
                  <a:gd name="T4" fmla="*/ 560 w 560"/>
                  <a:gd name="T5" fmla="*/ 515 h 515"/>
                  <a:gd name="T6" fmla="*/ 280 w 560"/>
                  <a:gd name="T7" fmla="*/ 0 h 5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0" h="515">
                    <a:moveTo>
                      <a:pt x="280" y="0"/>
                    </a:moveTo>
                    <a:lnTo>
                      <a:pt x="0" y="515"/>
                    </a:lnTo>
                    <a:lnTo>
                      <a:pt x="560" y="515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rgbClr val="E3E8A3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5" name="Freeform 144">
                <a:extLst>
                  <a:ext uri="{FF2B5EF4-FFF2-40B4-BE49-F238E27FC236}">
                    <a16:creationId xmlns:a16="http://schemas.microsoft.com/office/drawing/2014/main" id="{BA30C513-C685-4054-970B-D2B3F3F80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465"/>
                <a:ext cx="435" cy="515"/>
              </a:xfrm>
              <a:custGeom>
                <a:avLst/>
                <a:gdLst>
                  <a:gd name="T0" fmla="*/ 0 w 435"/>
                  <a:gd name="T1" fmla="*/ 0 h 515"/>
                  <a:gd name="T2" fmla="*/ 280 w 435"/>
                  <a:gd name="T3" fmla="*/ 515 h 515"/>
                  <a:gd name="T4" fmla="*/ 435 w 435"/>
                  <a:gd name="T5" fmla="*/ 248 h 515"/>
                  <a:gd name="T6" fmla="*/ 0 w 435"/>
                  <a:gd name="T7" fmla="*/ 0 h 5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5" h="515">
                    <a:moveTo>
                      <a:pt x="0" y="0"/>
                    </a:moveTo>
                    <a:lnTo>
                      <a:pt x="280" y="515"/>
                    </a:lnTo>
                    <a:lnTo>
                      <a:pt x="435" y="2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6" name="Freeform 145">
                <a:extLst>
                  <a:ext uri="{FF2B5EF4-FFF2-40B4-BE49-F238E27FC236}">
                    <a16:creationId xmlns:a16="http://schemas.microsoft.com/office/drawing/2014/main" id="{4E38BA9A-D168-4A3C-AB04-A72EC75D5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465"/>
                <a:ext cx="435" cy="515"/>
              </a:xfrm>
              <a:custGeom>
                <a:avLst/>
                <a:gdLst>
                  <a:gd name="T0" fmla="*/ 0 w 435"/>
                  <a:gd name="T1" fmla="*/ 0 h 515"/>
                  <a:gd name="T2" fmla="*/ 280 w 435"/>
                  <a:gd name="T3" fmla="*/ 515 h 515"/>
                  <a:gd name="T4" fmla="*/ 435 w 435"/>
                  <a:gd name="T5" fmla="*/ 248 h 5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5" h="515">
                    <a:moveTo>
                      <a:pt x="0" y="0"/>
                    </a:moveTo>
                    <a:lnTo>
                      <a:pt x="280" y="515"/>
                    </a:lnTo>
                    <a:lnTo>
                      <a:pt x="435" y="248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7" name="Freeform 146">
                <a:extLst>
                  <a:ext uri="{FF2B5EF4-FFF2-40B4-BE49-F238E27FC236}">
                    <a16:creationId xmlns:a16="http://schemas.microsoft.com/office/drawing/2014/main" id="{2B00E8DB-45CC-4354-9EC9-3D7C2AF2B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980"/>
                <a:ext cx="435" cy="517"/>
              </a:xfrm>
              <a:custGeom>
                <a:avLst/>
                <a:gdLst>
                  <a:gd name="T0" fmla="*/ 0 w 435"/>
                  <a:gd name="T1" fmla="*/ 517 h 517"/>
                  <a:gd name="T2" fmla="*/ 280 w 435"/>
                  <a:gd name="T3" fmla="*/ 0 h 517"/>
                  <a:gd name="T4" fmla="*/ 435 w 435"/>
                  <a:gd name="T5" fmla="*/ 267 h 517"/>
                  <a:gd name="T6" fmla="*/ 0 w 435"/>
                  <a:gd name="T7" fmla="*/ 517 h 5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5" h="517">
                    <a:moveTo>
                      <a:pt x="0" y="517"/>
                    </a:moveTo>
                    <a:lnTo>
                      <a:pt x="280" y="0"/>
                    </a:lnTo>
                    <a:lnTo>
                      <a:pt x="435" y="267"/>
                    </a:lnTo>
                    <a:lnTo>
                      <a:pt x="0" y="517"/>
                    </a:lnTo>
                    <a:close/>
                  </a:path>
                </a:pathLst>
              </a:custGeom>
              <a:solidFill>
                <a:srgbClr val="538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8" name="Freeform 147">
                <a:extLst>
                  <a:ext uri="{FF2B5EF4-FFF2-40B4-BE49-F238E27FC236}">
                    <a16:creationId xmlns:a16="http://schemas.microsoft.com/office/drawing/2014/main" id="{A66F0151-1CB8-43BF-8C52-568D2FD77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980"/>
                <a:ext cx="435" cy="517"/>
              </a:xfrm>
              <a:custGeom>
                <a:avLst/>
                <a:gdLst>
                  <a:gd name="T0" fmla="*/ 0 w 435"/>
                  <a:gd name="T1" fmla="*/ 517 h 517"/>
                  <a:gd name="T2" fmla="*/ 280 w 435"/>
                  <a:gd name="T3" fmla="*/ 0 h 517"/>
                  <a:gd name="T4" fmla="*/ 435 w 435"/>
                  <a:gd name="T5" fmla="*/ 267 h 5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5" h="517">
                    <a:moveTo>
                      <a:pt x="0" y="517"/>
                    </a:moveTo>
                    <a:lnTo>
                      <a:pt x="280" y="0"/>
                    </a:lnTo>
                    <a:lnTo>
                      <a:pt x="435" y="267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9" name="Freeform 148">
                <a:extLst>
                  <a:ext uri="{FF2B5EF4-FFF2-40B4-BE49-F238E27FC236}">
                    <a16:creationId xmlns:a16="http://schemas.microsoft.com/office/drawing/2014/main" id="{4328B586-DFFD-4B9F-B334-294376092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465"/>
                <a:ext cx="433" cy="515"/>
              </a:xfrm>
              <a:custGeom>
                <a:avLst/>
                <a:gdLst>
                  <a:gd name="T0" fmla="*/ 0 w 433"/>
                  <a:gd name="T1" fmla="*/ 248 h 515"/>
                  <a:gd name="T2" fmla="*/ 153 w 433"/>
                  <a:gd name="T3" fmla="*/ 515 h 515"/>
                  <a:gd name="T4" fmla="*/ 433 w 433"/>
                  <a:gd name="T5" fmla="*/ 0 h 515"/>
                  <a:gd name="T6" fmla="*/ 0 w 433"/>
                  <a:gd name="T7" fmla="*/ 248 h 5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3" h="515">
                    <a:moveTo>
                      <a:pt x="0" y="248"/>
                    </a:moveTo>
                    <a:lnTo>
                      <a:pt x="153" y="515"/>
                    </a:lnTo>
                    <a:lnTo>
                      <a:pt x="433" y="0"/>
                    </a:lnTo>
                    <a:lnTo>
                      <a:pt x="0" y="248"/>
                    </a:lnTo>
                    <a:close/>
                  </a:path>
                </a:pathLst>
              </a:custGeom>
              <a:solidFill>
                <a:srgbClr val="F1F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0" name="Freeform 149">
                <a:extLst>
                  <a:ext uri="{FF2B5EF4-FFF2-40B4-BE49-F238E27FC236}">
                    <a16:creationId xmlns:a16="http://schemas.microsoft.com/office/drawing/2014/main" id="{53950E78-DC16-4535-814B-37B421B5C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465"/>
                <a:ext cx="433" cy="515"/>
              </a:xfrm>
              <a:custGeom>
                <a:avLst/>
                <a:gdLst>
                  <a:gd name="T0" fmla="*/ 0 w 433"/>
                  <a:gd name="T1" fmla="*/ 248 h 515"/>
                  <a:gd name="T2" fmla="*/ 153 w 433"/>
                  <a:gd name="T3" fmla="*/ 515 h 515"/>
                  <a:gd name="T4" fmla="*/ 433 w 433"/>
                  <a:gd name="T5" fmla="*/ 0 h 5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3" h="515">
                    <a:moveTo>
                      <a:pt x="0" y="248"/>
                    </a:moveTo>
                    <a:lnTo>
                      <a:pt x="153" y="515"/>
                    </a:lnTo>
                    <a:lnTo>
                      <a:pt x="433" y="0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1" name="Freeform 150">
                <a:extLst>
                  <a:ext uri="{FF2B5EF4-FFF2-40B4-BE49-F238E27FC236}">
                    <a16:creationId xmlns:a16="http://schemas.microsoft.com/office/drawing/2014/main" id="{7B72103F-2811-4B54-A2CD-3E3AFB7A5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980"/>
                <a:ext cx="433" cy="517"/>
              </a:xfrm>
              <a:custGeom>
                <a:avLst/>
                <a:gdLst>
                  <a:gd name="T0" fmla="*/ 433 w 433"/>
                  <a:gd name="T1" fmla="*/ 517 h 517"/>
                  <a:gd name="T2" fmla="*/ 153 w 433"/>
                  <a:gd name="T3" fmla="*/ 0 h 517"/>
                  <a:gd name="T4" fmla="*/ 0 w 433"/>
                  <a:gd name="T5" fmla="*/ 267 h 517"/>
                  <a:gd name="T6" fmla="*/ 433 w 433"/>
                  <a:gd name="T7" fmla="*/ 517 h 5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3" h="517">
                    <a:moveTo>
                      <a:pt x="433" y="517"/>
                    </a:moveTo>
                    <a:lnTo>
                      <a:pt x="153" y="0"/>
                    </a:lnTo>
                    <a:lnTo>
                      <a:pt x="0" y="267"/>
                    </a:lnTo>
                    <a:lnTo>
                      <a:pt x="433" y="517"/>
                    </a:lnTo>
                    <a:close/>
                  </a:path>
                </a:pathLst>
              </a:custGeom>
              <a:solidFill>
                <a:srgbClr val="538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2" name="Freeform 151">
                <a:extLst>
                  <a:ext uri="{FF2B5EF4-FFF2-40B4-BE49-F238E27FC236}">
                    <a16:creationId xmlns:a16="http://schemas.microsoft.com/office/drawing/2014/main" id="{F7EF2621-BC03-46A0-92B2-F1385F07D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980"/>
                <a:ext cx="433" cy="517"/>
              </a:xfrm>
              <a:custGeom>
                <a:avLst/>
                <a:gdLst>
                  <a:gd name="T0" fmla="*/ 433 w 433"/>
                  <a:gd name="T1" fmla="*/ 517 h 517"/>
                  <a:gd name="T2" fmla="*/ 153 w 433"/>
                  <a:gd name="T3" fmla="*/ 0 h 517"/>
                  <a:gd name="T4" fmla="*/ 0 w 433"/>
                  <a:gd name="T5" fmla="*/ 267 h 5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3" h="517">
                    <a:moveTo>
                      <a:pt x="433" y="517"/>
                    </a:moveTo>
                    <a:lnTo>
                      <a:pt x="153" y="0"/>
                    </a:lnTo>
                    <a:lnTo>
                      <a:pt x="0" y="267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3" name="Freeform 152">
                <a:extLst>
                  <a:ext uri="{FF2B5EF4-FFF2-40B4-BE49-F238E27FC236}">
                    <a16:creationId xmlns:a16="http://schemas.microsoft.com/office/drawing/2014/main" id="{3580D095-DACA-4234-AAB9-E4C3BBA05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273"/>
                <a:ext cx="23" cy="11"/>
              </a:xfrm>
              <a:custGeom>
                <a:avLst/>
                <a:gdLst>
                  <a:gd name="T0" fmla="*/ 2167 w 9"/>
                  <a:gd name="T1" fmla="*/ 0 h 4"/>
                  <a:gd name="T2" fmla="*/ 1104 w 9"/>
                  <a:gd name="T3" fmla="*/ 462 h 4"/>
                  <a:gd name="T4" fmla="*/ 0 w 9"/>
                  <a:gd name="T5" fmla="*/ 976 h 4"/>
                  <a:gd name="T6" fmla="*/ 332 w 9"/>
                  <a:gd name="T7" fmla="*/ 1271 h 4"/>
                  <a:gd name="T8" fmla="*/ 1403 w 9"/>
                  <a:gd name="T9" fmla="*/ 976 h 4"/>
                  <a:gd name="T10" fmla="*/ 2520 w 9"/>
                  <a:gd name="T11" fmla="*/ 976 h 4"/>
                  <a:gd name="T12" fmla="*/ 2167 w 9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">
                    <a:moveTo>
                      <a:pt x="8" y="0"/>
                    </a:moveTo>
                    <a:cubicBezTo>
                      <a:pt x="7" y="0"/>
                      <a:pt x="5" y="0"/>
                      <a:pt x="4" y="1"/>
                    </a:cubicBezTo>
                    <a:cubicBezTo>
                      <a:pt x="2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3" y="3"/>
                      <a:pt x="5" y="2"/>
                    </a:cubicBezTo>
                    <a:cubicBezTo>
                      <a:pt x="7" y="2"/>
                      <a:pt x="8" y="1"/>
                      <a:pt x="9" y="2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4" name="Freeform 153">
                <a:extLst>
                  <a:ext uri="{FF2B5EF4-FFF2-40B4-BE49-F238E27FC236}">
                    <a16:creationId xmlns:a16="http://schemas.microsoft.com/office/drawing/2014/main" id="{AC714B57-8F86-4D72-83A9-BC15C776A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2255"/>
                <a:ext cx="20" cy="16"/>
              </a:xfrm>
              <a:custGeom>
                <a:avLst/>
                <a:gdLst>
                  <a:gd name="T0" fmla="*/ 1488 w 8"/>
                  <a:gd name="T1" fmla="*/ 0 h 6"/>
                  <a:gd name="T2" fmla="*/ 520 w 8"/>
                  <a:gd name="T3" fmla="*/ 1059 h 6"/>
                  <a:gd name="T4" fmla="*/ 0 w 8"/>
                  <a:gd name="T5" fmla="*/ 1763 h 6"/>
                  <a:gd name="T6" fmla="*/ 313 w 8"/>
                  <a:gd name="T7" fmla="*/ 2184 h 6"/>
                  <a:gd name="T8" fmla="*/ 988 w 8"/>
                  <a:gd name="T9" fmla="*/ 1059 h 6"/>
                  <a:gd name="T10" fmla="*/ 1958 w 8"/>
                  <a:gd name="T11" fmla="*/ 397 h 6"/>
                  <a:gd name="T12" fmla="*/ 1488 w 8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cubicBezTo>
                      <a:pt x="5" y="0"/>
                      <a:pt x="3" y="1"/>
                      <a:pt x="2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3" y="4"/>
                      <a:pt x="4" y="3"/>
                    </a:cubicBezTo>
                    <a:cubicBezTo>
                      <a:pt x="6" y="2"/>
                      <a:pt x="7" y="1"/>
                      <a:pt x="8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5" name="Freeform 154">
                <a:extLst>
                  <a:ext uri="{FF2B5EF4-FFF2-40B4-BE49-F238E27FC236}">
                    <a16:creationId xmlns:a16="http://schemas.microsoft.com/office/drawing/2014/main" id="{14B053AF-1D70-4E13-84E1-E51B8CBD4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257"/>
                <a:ext cx="20" cy="14"/>
              </a:xfrm>
              <a:custGeom>
                <a:avLst/>
                <a:gdLst>
                  <a:gd name="T0" fmla="*/ 1488 w 8"/>
                  <a:gd name="T1" fmla="*/ 0 h 5"/>
                  <a:gd name="T2" fmla="*/ 783 w 8"/>
                  <a:gd name="T3" fmla="*/ 1050 h 5"/>
                  <a:gd name="T4" fmla="*/ 0 w 8"/>
                  <a:gd name="T5" fmla="*/ 2391 h 5"/>
                  <a:gd name="T6" fmla="*/ 520 w 8"/>
                  <a:gd name="T7" fmla="*/ 2391 h 5"/>
                  <a:gd name="T8" fmla="*/ 988 w 8"/>
                  <a:gd name="T9" fmla="*/ 1364 h 5"/>
                  <a:gd name="T10" fmla="*/ 1958 w 8"/>
                  <a:gd name="T11" fmla="*/ 487 h 5"/>
                  <a:gd name="T12" fmla="*/ 1488 w 8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6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2" y="3"/>
                      <a:pt x="0" y="5"/>
                      <a:pt x="0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6" y="1"/>
                      <a:pt x="7" y="1"/>
                      <a:pt x="8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6" name="Freeform 155">
                <a:extLst>
                  <a:ext uri="{FF2B5EF4-FFF2-40B4-BE49-F238E27FC236}">
                    <a16:creationId xmlns:a16="http://schemas.microsoft.com/office/drawing/2014/main" id="{3370BFBD-0AFD-4BD0-8063-97A11469E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260"/>
                <a:ext cx="20" cy="16"/>
              </a:xfrm>
              <a:custGeom>
                <a:avLst/>
                <a:gdLst>
                  <a:gd name="T0" fmla="*/ 1488 w 8"/>
                  <a:gd name="T1" fmla="*/ 397 h 6"/>
                  <a:gd name="T2" fmla="*/ 783 w 8"/>
                  <a:gd name="T3" fmla="*/ 1059 h 6"/>
                  <a:gd name="T4" fmla="*/ 0 w 8"/>
                  <a:gd name="T5" fmla="*/ 1763 h 6"/>
                  <a:gd name="T6" fmla="*/ 520 w 8"/>
                  <a:gd name="T7" fmla="*/ 2184 h 6"/>
                  <a:gd name="T8" fmla="*/ 1300 w 8"/>
                  <a:gd name="T9" fmla="*/ 1459 h 6"/>
                  <a:gd name="T10" fmla="*/ 1958 w 8"/>
                  <a:gd name="T11" fmla="*/ 397 h 6"/>
                  <a:gd name="T12" fmla="*/ 1488 w 8"/>
                  <a:gd name="T13" fmla="*/ 397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6" y="1"/>
                    </a:moveTo>
                    <a:cubicBezTo>
                      <a:pt x="6" y="0"/>
                      <a:pt x="5" y="2"/>
                      <a:pt x="3" y="3"/>
                    </a:cubicBezTo>
                    <a:cubicBezTo>
                      <a:pt x="2" y="3"/>
                      <a:pt x="0" y="5"/>
                      <a:pt x="0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4" y="5"/>
                      <a:pt x="5" y="4"/>
                    </a:cubicBezTo>
                    <a:cubicBezTo>
                      <a:pt x="7" y="2"/>
                      <a:pt x="7" y="1"/>
                      <a:pt x="8" y="1"/>
                    </a:cubicBez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7" name="Freeform 156">
                <a:extLst>
                  <a:ext uri="{FF2B5EF4-FFF2-40B4-BE49-F238E27FC236}">
                    <a16:creationId xmlns:a16="http://schemas.microsoft.com/office/drawing/2014/main" id="{E625AF3F-13E7-4302-8DF7-94720DC8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265"/>
                <a:ext cx="23" cy="14"/>
              </a:xfrm>
              <a:custGeom>
                <a:avLst/>
                <a:gdLst>
                  <a:gd name="T0" fmla="*/ 1973 w 9"/>
                  <a:gd name="T1" fmla="*/ 0 h 5"/>
                  <a:gd name="T2" fmla="*/ 848 w 9"/>
                  <a:gd name="T3" fmla="*/ 1050 h 5"/>
                  <a:gd name="T4" fmla="*/ 0 w 9"/>
                  <a:gd name="T5" fmla="*/ 1364 h 5"/>
                  <a:gd name="T6" fmla="*/ 549 w 9"/>
                  <a:gd name="T7" fmla="*/ 1912 h 5"/>
                  <a:gd name="T8" fmla="*/ 1403 w 9"/>
                  <a:gd name="T9" fmla="*/ 1364 h 5"/>
                  <a:gd name="T10" fmla="*/ 2520 w 9"/>
                  <a:gd name="T11" fmla="*/ 1050 h 5"/>
                  <a:gd name="T12" fmla="*/ 1973 w 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7" y="0"/>
                    </a:moveTo>
                    <a:cubicBezTo>
                      <a:pt x="7" y="0"/>
                      <a:pt x="5" y="1"/>
                      <a:pt x="3" y="2"/>
                    </a:cubicBezTo>
                    <a:cubicBezTo>
                      <a:pt x="2" y="2"/>
                      <a:pt x="0" y="3"/>
                      <a:pt x="0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3" y="4"/>
                      <a:pt x="5" y="3"/>
                    </a:cubicBezTo>
                    <a:cubicBezTo>
                      <a:pt x="7" y="2"/>
                      <a:pt x="9" y="1"/>
                      <a:pt x="9" y="2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8" name="Freeform 157">
                <a:extLst>
                  <a:ext uri="{FF2B5EF4-FFF2-40B4-BE49-F238E27FC236}">
                    <a16:creationId xmlns:a16="http://schemas.microsoft.com/office/drawing/2014/main" id="{4EC97C76-E13E-4044-B12C-B8CEA7C66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255"/>
                <a:ext cx="10" cy="21"/>
              </a:xfrm>
              <a:custGeom>
                <a:avLst/>
                <a:gdLst>
                  <a:gd name="T0" fmla="*/ 988 w 4"/>
                  <a:gd name="T1" fmla="*/ 2604 h 8"/>
                  <a:gd name="T2" fmla="*/ 520 w 4"/>
                  <a:gd name="T3" fmla="*/ 378 h 8"/>
                  <a:gd name="T4" fmla="*/ 313 w 4"/>
                  <a:gd name="T5" fmla="*/ 0 h 8"/>
                  <a:gd name="T6" fmla="*/ 520 w 4"/>
                  <a:gd name="T7" fmla="*/ 2226 h 8"/>
                  <a:gd name="T8" fmla="*/ 988 w 4"/>
                  <a:gd name="T9" fmla="*/ 260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4" y="8"/>
                    </a:moveTo>
                    <a:cubicBezTo>
                      <a:pt x="2" y="7"/>
                      <a:pt x="3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7"/>
                      <a:pt x="2" y="7"/>
                    </a:cubicBez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9" name="Freeform 158">
                <a:extLst>
                  <a:ext uri="{FF2B5EF4-FFF2-40B4-BE49-F238E27FC236}">
                    <a16:creationId xmlns:a16="http://schemas.microsoft.com/office/drawing/2014/main" id="{86DEAC93-F00D-4861-A1DC-3D5707EEE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257"/>
                <a:ext cx="10" cy="19"/>
              </a:xfrm>
              <a:custGeom>
                <a:avLst/>
                <a:gdLst>
                  <a:gd name="T0" fmla="*/ 988 w 4"/>
                  <a:gd name="T1" fmla="*/ 2823 h 7"/>
                  <a:gd name="T2" fmla="*/ 783 w 4"/>
                  <a:gd name="T3" fmla="*/ 442 h 7"/>
                  <a:gd name="T4" fmla="*/ 313 w 4"/>
                  <a:gd name="T5" fmla="*/ 0 h 7"/>
                  <a:gd name="T6" fmla="*/ 520 w 4"/>
                  <a:gd name="T7" fmla="*/ 2823 h 7"/>
                  <a:gd name="T8" fmla="*/ 988 w 4"/>
                  <a:gd name="T9" fmla="*/ 282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cubicBezTo>
                      <a:pt x="2" y="7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6"/>
                      <a:pt x="2" y="7"/>
                    </a:cubicBez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0" name="Freeform 159">
                <a:extLst>
                  <a:ext uri="{FF2B5EF4-FFF2-40B4-BE49-F238E27FC236}">
                    <a16:creationId xmlns:a16="http://schemas.microsoft.com/office/drawing/2014/main" id="{EA2B6D47-F12D-486A-9DB6-0AC8F5962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260"/>
                <a:ext cx="3" cy="16"/>
              </a:xfrm>
              <a:custGeom>
                <a:avLst/>
                <a:gdLst>
                  <a:gd name="T0" fmla="*/ 729 w 1"/>
                  <a:gd name="T1" fmla="*/ 2184 h 6"/>
                  <a:gd name="T2" fmla="*/ 729 w 1"/>
                  <a:gd name="T3" fmla="*/ 661 h 6"/>
                  <a:gd name="T4" fmla="*/ 0 w 1"/>
                  <a:gd name="T5" fmla="*/ 0 h 6"/>
                  <a:gd name="T6" fmla="*/ 0 w 1"/>
                  <a:gd name="T7" fmla="*/ 0 h 6"/>
                  <a:gd name="T8" fmla="*/ 0 w 1"/>
                  <a:gd name="T9" fmla="*/ 1059 h 6"/>
                  <a:gd name="T10" fmla="*/ 729 w 1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4"/>
                      <a:pt x="0" y="5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1" name="Freeform 160">
                <a:extLst>
                  <a:ext uri="{FF2B5EF4-FFF2-40B4-BE49-F238E27FC236}">
                    <a16:creationId xmlns:a16="http://schemas.microsoft.com/office/drawing/2014/main" id="{1DA1A815-E17A-4A02-AA59-9EEA6D53A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260"/>
                <a:ext cx="2" cy="13"/>
              </a:xfrm>
              <a:custGeom>
                <a:avLst/>
                <a:gdLst>
                  <a:gd name="T0" fmla="*/ 64 w 1"/>
                  <a:gd name="T1" fmla="*/ 1547 h 5"/>
                  <a:gd name="T2" fmla="*/ 0 w 1"/>
                  <a:gd name="T3" fmla="*/ 372 h 5"/>
                  <a:gd name="T4" fmla="*/ 0 w 1"/>
                  <a:gd name="T5" fmla="*/ 0 h 5"/>
                  <a:gd name="T6" fmla="*/ 0 w 1"/>
                  <a:gd name="T7" fmla="*/ 0 h 5"/>
                  <a:gd name="T8" fmla="*/ 0 w 1"/>
                  <a:gd name="T9" fmla="*/ 595 h 5"/>
                  <a:gd name="T10" fmla="*/ 64 w 1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4"/>
                      <a:pt x="0" y="3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2" name="Freeform 161">
                <a:extLst>
                  <a:ext uri="{FF2B5EF4-FFF2-40B4-BE49-F238E27FC236}">
                    <a16:creationId xmlns:a16="http://schemas.microsoft.com/office/drawing/2014/main" id="{2A48D097-0AA1-429C-A5AD-340186FFB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260"/>
                <a:ext cx="7" cy="24"/>
              </a:xfrm>
              <a:custGeom>
                <a:avLst/>
                <a:gdLst>
                  <a:gd name="T0" fmla="*/ 469 w 3"/>
                  <a:gd name="T1" fmla="*/ 3243 h 9"/>
                  <a:gd name="T2" fmla="*/ 355 w 3"/>
                  <a:gd name="T3" fmla="*/ 397 h 9"/>
                  <a:gd name="T4" fmla="*/ 0 w 3"/>
                  <a:gd name="T5" fmla="*/ 0 h 9"/>
                  <a:gd name="T6" fmla="*/ 152 w 3"/>
                  <a:gd name="T7" fmla="*/ 2824 h 9"/>
                  <a:gd name="T8" fmla="*/ 469 w 3"/>
                  <a:gd name="T9" fmla="*/ 324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1" y="8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7"/>
                      <a:pt x="1" y="8"/>
                    </a:cubicBez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3" name="Freeform 162">
                <a:extLst>
                  <a:ext uri="{FF2B5EF4-FFF2-40B4-BE49-F238E27FC236}">
                    <a16:creationId xmlns:a16="http://schemas.microsoft.com/office/drawing/2014/main" id="{188091AD-4EB4-4726-A913-A08DD356F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263"/>
                <a:ext cx="3" cy="16"/>
              </a:xfrm>
              <a:custGeom>
                <a:avLst/>
                <a:gdLst>
                  <a:gd name="T0" fmla="*/ 729 w 1"/>
                  <a:gd name="T1" fmla="*/ 2184 h 6"/>
                  <a:gd name="T2" fmla="*/ 729 w 1"/>
                  <a:gd name="T3" fmla="*/ 1059 h 6"/>
                  <a:gd name="T4" fmla="*/ 0 w 1"/>
                  <a:gd name="T5" fmla="*/ 0 h 6"/>
                  <a:gd name="T6" fmla="*/ 0 w 1"/>
                  <a:gd name="T7" fmla="*/ 0 h 6"/>
                  <a:gd name="T8" fmla="*/ 0 w 1"/>
                  <a:gd name="T9" fmla="*/ 1459 h 6"/>
                  <a:gd name="T10" fmla="*/ 729 w 1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6"/>
                      <a:pt x="1" y="4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4"/>
                    </a:cubicBezTo>
                    <a:cubicBezTo>
                      <a:pt x="0" y="5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4" name="Freeform 163">
                <a:extLst>
                  <a:ext uri="{FF2B5EF4-FFF2-40B4-BE49-F238E27FC236}">
                    <a16:creationId xmlns:a16="http://schemas.microsoft.com/office/drawing/2014/main" id="{A4D4F97E-319E-4464-8204-B596FA740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281"/>
                <a:ext cx="25" cy="8"/>
              </a:xfrm>
              <a:custGeom>
                <a:avLst/>
                <a:gdLst>
                  <a:gd name="T0" fmla="*/ 1958 w 10"/>
                  <a:gd name="T1" fmla="*/ 0 h 3"/>
                  <a:gd name="T2" fmla="*/ 988 w 10"/>
                  <a:gd name="T3" fmla="*/ 0 h 3"/>
                  <a:gd name="T4" fmla="*/ 0 w 10"/>
                  <a:gd name="T5" fmla="*/ 397 h 3"/>
                  <a:gd name="T6" fmla="*/ 313 w 10"/>
                  <a:gd name="T7" fmla="*/ 661 h 3"/>
                  <a:gd name="T8" fmla="*/ 1300 w 10"/>
                  <a:gd name="T9" fmla="*/ 661 h 3"/>
                  <a:gd name="T10" fmla="*/ 2470 w 10"/>
                  <a:gd name="T11" fmla="*/ 661 h 3"/>
                  <a:gd name="T12" fmla="*/ 1958 w 10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">
                    <a:moveTo>
                      <a:pt x="8" y="0"/>
                    </a:moveTo>
                    <a:cubicBezTo>
                      <a:pt x="8" y="0"/>
                      <a:pt x="6" y="0"/>
                      <a:pt x="4" y="0"/>
                    </a:cubicBezTo>
                    <a:cubicBezTo>
                      <a:pt x="3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3" y="2"/>
                      <a:pt x="5" y="2"/>
                    </a:cubicBezTo>
                    <a:cubicBezTo>
                      <a:pt x="7" y="1"/>
                      <a:pt x="9" y="2"/>
                      <a:pt x="10" y="2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5" name="Freeform 164">
                <a:extLst>
                  <a:ext uri="{FF2B5EF4-FFF2-40B4-BE49-F238E27FC236}">
                    <a16:creationId xmlns:a16="http://schemas.microsoft.com/office/drawing/2014/main" id="{B83243E6-340E-413B-8C7C-E1C7DEA0A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265"/>
                <a:ext cx="10" cy="22"/>
              </a:xfrm>
              <a:custGeom>
                <a:avLst/>
                <a:gdLst>
                  <a:gd name="T0" fmla="*/ 783 w 4"/>
                  <a:gd name="T1" fmla="*/ 3495 h 8"/>
                  <a:gd name="T2" fmla="*/ 988 w 4"/>
                  <a:gd name="T3" fmla="*/ 462 h 8"/>
                  <a:gd name="T4" fmla="*/ 520 w 4"/>
                  <a:gd name="T5" fmla="*/ 0 h 8"/>
                  <a:gd name="T6" fmla="*/ 313 w 4"/>
                  <a:gd name="T7" fmla="*/ 2973 h 8"/>
                  <a:gd name="T8" fmla="*/ 783 w 4"/>
                  <a:gd name="T9" fmla="*/ 34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8"/>
                    </a:moveTo>
                    <a:cubicBezTo>
                      <a:pt x="2" y="7"/>
                      <a:pt x="4" y="2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0" y="6"/>
                      <a:pt x="1" y="7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6" name="Freeform 165">
                <a:extLst>
                  <a:ext uri="{FF2B5EF4-FFF2-40B4-BE49-F238E27FC236}">
                    <a16:creationId xmlns:a16="http://schemas.microsoft.com/office/drawing/2014/main" id="{9AA3BF07-AB42-4BF1-8F56-DEE3FF379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289"/>
                <a:ext cx="22" cy="8"/>
              </a:xfrm>
              <a:custGeom>
                <a:avLst/>
                <a:gdLst>
                  <a:gd name="T0" fmla="*/ 1750 w 9"/>
                  <a:gd name="T1" fmla="*/ 397 h 3"/>
                  <a:gd name="T2" fmla="*/ 860 w 9"/>
                  <a:gd name="T3" fmla="*/ 0 h 3"/>
                  <a:gd name="T4" fmla="*/ 0 w 9"/>
                  <a:gd name="T5" fmla="*/ 397 h 3"/>
                  <a:gd name="T6" fmla="*/ 174 w 9"/>
                  <a:gd name="T7" fmla="*/ 661 h 3"/>
                  <a:gd name="T8" fmla="*/ 1039 w 9"/>
                  <a:gd name="T9" fmla="*/ 661 h 3"/>
                  <a:gd name="T10" fmla="*/ 1931 w 9"/>
                  <a:gd name="T11" fmla="*/ 661 h 3"/>
                  <a:gd name="T12" fmla="*/ 1750 w 9"/>
                  <a:gd name="T13" fmla="*/ 397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8" y="1"/>
                    </a:moveTo>
                    <a:cubicBezTo>
                      <a:pt x="8" y="0"/>
                      <a:pt x="6" y="0"/>
                      <a:pt x="4" y="0"/>
                    </a:cubicBezTo>
                    <a:cubicBezTo>
                      <a:pt x="3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3" y="2"/>
                      <a:pt x="5" y="2"/>
                    </a:cubicBezTo>
                    <a:cubicBezTo>
                      <a:pt x="7" y="2"/>
                      <a:pt x="9" y="2"/>
                      <a:pt x="9" y="2"/>
                    </a:cubicBez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7" name="Freeform 166">
                <a:extLst>
                  <a:ext uri="{FF2B5EF4-FFF2-40B4-BE49-F238E27FC236}">
                    <a16:creationId xmlns:a16="http://schemas.microsoft.com/office/drawing/2014/main" id="{C579FB87-335E-4782-972C-52EBC4F17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297"/>
                <a:ext cx="22" cy="8"/>
              </a:xfrm>
              <a:custGeom>
                <a:avLst/>
                <a:gdLst>
                  <a:gd name="T0" fmla="*/ 1750 w 9"/>
                  <a:gd name="T1" fmla="*/ 0 h 3"/>
                  <a:gd name="T2" fmla="*/ 860 w 9"/>
                  <a:gd name="T3" fmla="*/ 0 h 3"/>
                  <a:gd name="T4" fmla="*/ 0 w 9"/>
                  <a:gd name="T5" fmla="*/ 397 h 3"/>
                  <a:gd name="T6" fmla="*/ 425 w 9"/>
                  <a:gd name="T7" fmla="*/ 661 h 3"/>
                  <a:gd name="T8" fmla="*/ 1039 w 9"/>
                  <a:gd name="T9" fmla="*/ 661 h 3"/>
                  <a:gd name="T10" fmla="*/ 1931 w 9"/>
                  <a:gd name="T11" fmla="*/ 661 h 3"/>
                  <a:gd name="T12" fmla="*/ 1750 w 9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8" y="0"/>
                    </a:moveTo>
                    <a:cubicBezTo>
                      <a:pt x="7" y="0"/>
                      <a:pt x="6" y="0"/>
                      <a:pt x="4" y="0"/>
                    </a:cubicBezTo>
                    <a:cubicBezTo>
                      <a:pt x="3" y="0"/>
                      <a:pt x="1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4" y="2"/>
                      <a:pt x="5" y="2"/>
                    </a:cubicBezTo>
                    <a:cubicBezTo>
                      <a:pt x="8" y="1"/>
                      <a:pt x="9" y="2"/>
                      <a:pt x="9" y="2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8" name="Freeform 167">
                <a:extLst>
                  <a:ext uri="{FF2B5EF4-FFF2-40B4-BE49-F238E27FC236}">
                    <a16:creationId xmlns:a16="http://schemas.microsoft.com/office/drawing/2014/main" id="{ECFDE84D-295F-4EE9-9145-91C04D63B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276"/>
                <a:ext cx="15" cy="21"/>
              </a:xfrm>
              <a:custGeom>
                <a:avLst/>
                <a:gdLst>
                  <a:gd name="T0" fmla="*/ 783 w 6"/>
                  <a:gd name="T1" fmla="*/ 2604 h 8"/>
                  <a:gd name="T2" fmla="*/ 1300 w 6"/>
                  <a:gd name="T3" fmla="*/ 378 h 8"/>
                  <a:gd name="T4" fmla="*/ 988 w 6"/>
                  <a:gd name="T5" fmla="*/ 0 h 8"/>
                  <a:gd name="T6" fmla="*/ 313 w 6"/>
                  <a:gd name="T7" fmla="*/ 1992 h 8"/>
                  <a:gd name="T8" fmla="*/ 783 w 6"/>
                  <a:gd name="T9" fmla="*/ 260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cubicBezTo>
                      <a:pt x="2" y="7"/>
                      <a:pt x="6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0" y="5"/>
                      <a:pt x="1" y="6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9" name="Freeform 168">
                <a:extLst>
                  <a:ext uri="{FF2B5EF4-FFF2-40B4-BE49-F238E27FC236}">
                    <a16:creationId xmlns:a16="http://schemas.microsoft.com/office/drawing/2014/main" id="{72514289-C65E-4A28-B659-4D8B73B87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281"/>
                <a:ext cx="15" cy="22"/>
              </a:xfrm>
              <a:custGeom>
                <a:avLst/>
                <a:gdLst>
                  <a:gd name="T0" fmla="*/ 783 w 6"/>
                  <a:gd name="T1" fmla="*/ 3495 h 8"/>
                  <a:gd name="T2" fmla="*/ 1300 w 6"/>
                  <a:gd name="T3" fmla="*/ 976 h 8"/>
                  <a:gd name="T4" fmla="*/ 988 w 6"/>
                  <a:gd name="T5" fmla="*/ 0 h 8"/>
                  <a:gd name="T6" fmla="*/ 520 w 6"/>
                  <a:gd name="T7" fmla="*/ 2973 h 8"/>
                  <a:gd name="T8" fmla="*/ 783 w 6"/>
                  <a:gd name="T9" fmla="*/ 34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cubicBezTo>
                      <a:pt x="2" y="7"/>
                      <a:pt x="6" y="2"/>
                      <a:pt x="5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0" y="5"/>
                      <a:pt x="2" y="7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0" name="Freeform 169">
                <a:extLst>
                  <a:ext uri="{FF2B5EF4-FFF2-40B4-BE49-F238E27FC236}">
                    <a16:creationId xmlns:a16="http://schemas.microsoft.com/office/drawing/2014/main" id="{56F7A539-C5E0-4E5F-A092-484978539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305"/>
                <a:ext cx="23" cy="8"/>
              </a:xfrm>
              <a:custGeom>
                <a:avLst/>
                <a:gdLst>
                  <a:gd name="T0" fmla="*/ 2167 w 9"/>
                  <a:gd name="T1" fmla="*/ 397 h 3"/>
                  <a:gd name="T2" fmla="*/ 1104 w 9"/>
                  <a:gd name="T3" fmla="*/ 0 h 3"/>
                  <a:gd name="T4" fmla="*/ 0 w 9"/>
                  <a:gd name="T5" fmla="*/ 0 h 3"/>
                  <a:gd name="T6" fmla="*/ 332 w 9"/>
                  <a:gd name="T7" fmla="*/ 661 h 3"/>
                  <a:gd name="T8" fmla="*/ 1104 w 9"/>
                  <a:gd name="T9" fmla="*/ 661 h 3"/>
                  <a:gd name="T10" fmla="*/ 2520 w 9"/>
                  <a:gd name="T11" fmla="*/ 1059 h 3"/>
                  <a:gd name="T12" fmla="*/ 2167 w 9"/>
                  <a:gd name="T13" fmla="*/ 397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8" y="1"/>
                    </a:moveTo>
                    <a:cubicBezTo>
                      <a:pt x="7" y="1"/>
                      <a:pt x="5" y="0"/>
                      <a:pt x="4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3" y="2"/>
                      <a:pt x="4" y="2"/>
                    </a:cubicBezTo>
                    <a:cubicBezTo>
                      <a:pt x="6" y="2"/>
                      <a:pt x="8" y="3"/>
                      <a:pt x="9" y="3"/>
                    </a:cubicBez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1" name="Freeform 170">
                <a:extLst>
                  <a:ext uri="{FF2B5EF4-FFF2-40B4-BE49-F238E27FC236}">
                    <a16:creationId xmlns:a16="http://schemas.microsoft.com/office/drawing/2014/main" id="{FB0F0613-9FA3-4668-AE62-9592BDCC8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292"/>
                <a:ext cx="15" cy="19"/>
              </a:xfrm>
              <a:custGeom>
                <a:avLst/>
                <a:gdLst>
                  <a:gd name="T0" fmla="*/ 520 w 6"/>
                  <a:gd name="T1" fmla="*/ 2823 h 7"/>
                  <a:gd name="T2" fmla="*/ 1300 w 6"/>
                  <a:gd name="T3" fmla="*/ 442 h 7"/>
                  <a:gd name="T4" fmla="*/ 988 w 6"/>
                  <a:gd name="T5" fmla="*/ 0 h 7"/>
                  <a:gd name="T6" fmla="*/ 313 w 6"/>
                  <a:gd name="T7" fmla="*/ 2342 h 7"/>
                  <a:gd name="T8" fmla="*/ 520 w 6"/>
                  <a:gd name="T9" fmla="*/ 282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7"/>
                    </a:moveTo>
                    <a:cubicBezTo>
                      <a:pt x="1" y="6"/>
                      <a:pt x="6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0" y="4"/>
                      <a:pt x="1" y="6"/>
                    </a:cubicBez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2" name="Freeform 171">
                <a:extLst>
                  <a:ext uri="{FF2B5EF4-FFF2-40B4-BE49-F238E27FC236}">
                    <a16:creationId xmlns:a16="http://schemas.microsoft.com/office/drawing/2014/main" id="{ECCAAB90-5B45-4058-A1D7-1C974C408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297"/>
                <a:ext cx="12" cy="16"/>
              </a:xfrm>
              <a:custGeom>
                <a:avLst/>
                <a:gdLst>
                  <a:gd name="T0" fmla="*/ 802 w 5"/>
                  <a:gd name="T1" fmla="*/ 0 h 6"/>
                  <a:gd name="T2" fmla="*/ 967 w 5"/>
                  <a:gd name="T3" fmla="*/ 661 h 6"/>
                  <a:gd name="T4" fmla="*/ 403 w 5"/>
                  <a:gd name="T5" fmla="*/ 2184 h 6"/>
                  <a:gd name="T6" fmla="*/ 168 w 5"/>
                  <a:gd name="T7" fmla="*/ 2184 h 6"/>
                  <a:gd name="T8" fmla="*/ 802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3" y="5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3" name="Freeform 172">
                <a:extLst>
                  <a:ext uri="{FF2B5EF4-FFF2-40B4-BE49-F238E27FC236}">
                    <a16:creationId xmlns:a16="http://schemas.microsoft.com/office/drawing/2014/main" id="{E96E6789-1A2B-41CC-ABC5-943703462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308"/>
                <a:ext cx="10" cy="8"/>
              </a:xfrm>
              <a:custGeom>
                <a:avLst/>
                <a:gdLst>
                  <a:gd name="T0" fmla="*/ 988 w 4"/>
                  <a:gd name="T1" fmla="*/ 661 h 3"/>
                  <a:gd name="T2" fmla="*/ 783 w 4"/>
                  <a:gd name="T3" fmla="*/ 1059 h 3"/>
                  <a:gd name="T4" fmla="*/ 0 w 4"/>
                  <a:gd name="T5" fmla="*/ 1059 h 3"/>
                  <a:gd name="T6" fmla="*/ 783 w 4"/>
                  <a:gd name="T7" fmla="*/ 0 h 3"/>
                  <a:gd name="T8" fmla="*/ 988 w 4"/>
                  <a:gd name="T9" fmla="*/ 66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1"/>
                      <a:pt x="3" y="1"/>
                      <a:pt x="3" y="0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4" name="Freeform 173">
                <a:extLst>
                  <a:ext uri="{FF2B5EF4-FFF2-40B4-BE49-F238E27FC236}">
                    <a16:creationId xmlns:a16="http://schemas.microsoft.com/office/drawing/2014/main" id="{A803DD75-6116-456C-BBE4-8FACC0409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287"/>
                <a:ext cx="8" cy="13"/>
              </a:xfrm>
              <a:custGeom>
                <a:avLst/>
                <a:gdLst>
                  <a:gd name="T0" fmla="*/ 0 w 3"/>
                  <a:gd name="T1" fmla="*/ 1547 h 5"/>
                  <a:gd name="T2" fmla="*/ 661 w 3"/>
                  <a:gd name="T3" fmla="*/ 372 h 5"/>
                  <a:gd name="T4" fmla="*/ 1059 w 3"/>
                  <a:gd name="T5" fmla="*/ 0 h 5"/>
                  <a:gd name="T6" fmla="*/ 1059 w 3"/>
                  <a:gd name="T7" fmla="*/ 0 h 5"/>
                  <a:gd name="T8" fmla="*/ 397 w 3"/>
                  <a:gd name="T9" fmla="*/ 595 h 5"/>
                  <a:gd name="T10" fmla="*/ 0 w 3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4"/>
                      <a:pt x="1" y="3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5" name="Freeform 174">
                <a:extLst>
                  <a:ext uri="{FF2B5EF4-FFF2-40B4-BE49-F238E27FC236}">
                    <a16:creationId xmlns:a16="http://schemas.microsoft.com/office/drawing/2014/main" id="{B245EB01-299C-4185-A579-FE1EFDBC0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295"/>
                <a:ext cx="7" cy="13"/>
              </a:xfrm>
              <a:custGeom>
                <a:avLst/>
                <a:gdLst>
                  <a:gd name="T0" fmla="*/ 0 w 3"/>
                  <a:gd name="T1" fmla="*/ 1547 h 5"/>
                  <a:gd name="T2" fmla="*/ 355 w 3"/>
                  <a:gd name="T3" fmla="*/ 595 h 5"/>
                  <a:gd name="T4" fmla="*/ 469 w 3"/>
                  <a:gd name="T5" fmla="*/ 0 h 5"/>
                  <a:gd name="T6" fmla="*/ 469 w 3"/>
                  <a:gd name="T7" fmla="*/ 0 h 5"/>
                  <a:gd name="T8" fmla="*/ 152 w 3"/>
                  <a:gd name="T9" fmla="*/ 595 h 5"/>
                  <a:gd name="T10" fmla="*/ 0 w 3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4"/>
                      <a:pt x="1" y="3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6" name="Freeform 175">
                <a:extLst>
                  <a:ext uri="{FF2B5EF4-FFF2-40B4-BE49-F238E27FC236}">
                    <a16:creationId xmlns:a16="http://schemas.microsoft.com/office/drawing/2014/main" id="{8E0FE55B-C4D4-45C3-937A-C0E60A11A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303"/>
                <a:ext cx="8" cy="13"/>
              </a:xfrm>
              <a:custGeom>
                <a:avLst/>
                <a:gdLst>
                  <a:gd name="T0" fmla="*/ 0 w 3"/>
                  <a:gd name="T1" fmla="*/ 1196 h 5"/>
                  <a:gd name="T2" fmla="*/ 661 w 3"/>
                  <a:gd name="T3" fmla="*/ 372 h 5"/>
                  <a:gd name="T4" fmla="*/ 1059 w 3"/>
                  <a:gd name="T5" fmla="*/ 0 h 5"/>
                  <a:gd name="T6" fmla="*/ 1059 w 3"/>
                  <a:gd name="T7" fmla="*/ 0 h 5"/>
                  <a:gd name="T8" fmla="*/ 661 w 3"/>
                  <a:gd name="T9" fmla="*/ 595 h 5"/>
                  <a:gd name="T10" fmla="*/ 0 w 3"/>
                  <a:gd name="T11" fmla="*/ 1547 h 5"/>
                  <a:gd name="T12" fmla="*/ 0 w 3"/>
                  <a:gd name="T13" fmla="*/ 1196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1" y="4"/>
                      <a:pt x="2" y="2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7" name="Freeform 176">
                <a:extLst>
                  <a:ext uri="{FF2B5EF4-FFF2-40B4-BE49-F238E27FC236}">
                    <a16:creationId xmlns:a16="http://schemas.microsoft.com/office/drawing/2014/main" id="{B71D6087-9221-444D-A270-D25666BDD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281"/>
                <a:ext cx="8" cy="11"/>
              </a:xfrm>
              <a:custGeom>
                <a:avLst/>
                <a:gdLst>
                  <a:gd name="T0" fmla="*/ 0 w 3"/>
                  <a:gd name="T1" fmla="*/ 1724 h 4"/>
                  <a:gd name="T2" fmla="*/ 661 w 3"/>
                  <a:gd name="T3" fmla="*/ 462 h 4"/>
                  <a:gd name="T4" fmla="*/ 1059 w 3"/>
                  <a:gd name="T5" fmla="*/ 0 h 4"/>
                  <a:gd name="T6" fmla="*/ 1059 w 3"/>
                  <a:gd name="T7" fmla="*/ 0 h 4"/>
                  <a:gd name="T8" fmla="*/ 397 w 3"/>
                  <a:gd name="T9" fmla="*/ 976 h 4"/>
                  <a:gd name="T10" fmla="*/ 0 w 3"/>
                  <a:gd name="T11" fmla="*/ 17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4"/>
                      <a:pt x="1" y="2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8" name="Freeform 177">
                <a:extLst>
                  <a:ext uri="{FF2B5EF4-FFF2-40B4-BE49-F238E27FC236}">
                    <a16:creationId xmlns:a16="http://schemas.microsoft.com/office/drawing/2014/main" id="{90C4921C-AB76-4767-847E-3F1EA12CA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271"/>
                <a:ext cx="5" cy="13"/>
              </a:xfrm>
              <a:custGeom>
                <a:avLst/>
                <a:gdLst>
                  <a:gd name="T0" fmla="*/ 0 w 2"/>
                  <a:gd name="T1" fmla="*/ 1547 h 5"/>
                  <a:gd name="T2" fmla="*/ 313 w 2"/>
                  <a:gd name="T3" fmla="*/ 372 h 5"/>
                  <a:gd name="T4" fmla="*/ 520 w 2"/>
                  <a:gd name="T5" fmla="*/ 0 h 5"/>
                  <a:gd name="T6" fmla="*/ 520 w 2"/>
                  <a:gd name="T7" fmla="*/ 0 h 5"/>
                  <a:gd name="T8" fmla="*/ 0 w 2"/>
                  <a:gd name="T9" fmla="*/ 595 h 5"/>
                  <a:gd name="T10" fmla="*/ 0 w 2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4"/>
                      <a:pt x="1" y="3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9" name="Freeform 178">
                <a:extLst>
                  <a:ext uri="{FF2B5EF4-FFF2-40B4-BE49-F238E27FC236}">
                    <a16:creationId xmlns:a16="http://schemas.microsoft.com/office/drawing/2014/main" id="{867BEA6A-2E31-4ED6-952E-8372940BD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257"/>
                <a:ext cx="13" cy="22"/>
              </a:xfrm>
              <a:custGeom>
                <a:avLst/>
                <a:gdLst>
                  <a:gd name="T0" fmla="*/ 967 w 5"/>
                  <a:gd name="T1" fmla="*/ 462 h 8"/>
                  <a:gd name="T2" fmla="*/ 372 w 5"/>
                  <a:gd name="T3" fmla="*/ 2225 h 8"/>
                  <a:gd name="T4" fmla="*/ 0 w 5"/>
                  <a:gd name="T5" fmla="*/ 3495 h 8"/>
                  <a:gd name="T6" fmla="*/ 595 w 5"/>
                  <a:gd name="T7" fmla="*/ 3495 h 8"/>
                  <a:gd name="T8" fmla="*/ 967 w 5"/>
                  <a:gd name="T9" fmla="*/ 2225 h 8"/>
                  <a:gd name="T10" fmla="*/ 1547 w 5"/>
                  <a:gd name="T11" fmla="*/ 0 h 8"/>
                  <a:gd name="T12" fmla="*/ 967 w 5"/>
                  <a:gd name="T13" fmla="*/ 46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3" y="1"/>
                    </a:moveTo>
                    <a:cubicBezTo>
                      <a:pt x="2" y="1"/>
                      <a:pt x="1" y="3"/>
                      <a:pt x="1" y="5"/>
                    </a:cubicBezTo>
                    <a:cubicBezTo>
                      <a:pt x="1" y="6"/>
                      <a:pt x="0" y="8"/>
                      <a:pt x="0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6"/>
                      <a:pt x="3" y="5"/>
                    </a:cubicBezTo>
                    <a:cubicBezTo>
                      <a:pt x="3" y="2"/>
                      <a:pt x="4" y="1"/>
                      <a:pt x="5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0" name="Freeform 179">
                <a:extLst>
                  <a:ext uri="{FF2B5EF4-FFF2-40B4-BE49-F238E27FC236}">
                    <a16:creationId xmlns:a16="http://schemas.microsoft.com/office/drawing/2014/main" id="{7C319834-8B23-4A72-9929-9B769DE8A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2257"/>
                <a:ext cx="12" cy="19"/>
              </a:xfrm>
              <a:custGeom>
                <a:avLst/>
                <a:gdLst>
                  <a:gd name="T0" fmla="*/ 564 w 5"/>
                  <a:gd name="T1" fmla="*/ 0 h 7"/>
                  <a:gd name="T2" fmla="*/ 168 w 5"/>
                  <a:gd name="T3" fmla="*/ 1200 h 7"/>
                  <a:gd name="T4" fmla="*/ 0 w 5"/>
                  <a:gd name="T5" fmla="*/ 2823 h 7"/>
                  <a:gd name="T6" fmla="*/ 403 w 5"/>
                  <a:gd name="T7" fmla="*/ 2342 h 7"/>
                  <a:gd name="T8" fmla="*/ 564 w 5"/>
                  <a:gd name="T9" fmla="*/ 1200 h 7"/>
                  <a:gd name="T10" fmla="*/ 967 w 5"/>
                  <a:gd name="T11" fmla="*/ 0 h 7"/>
                  <a:gd name="T12" fmla="*/ 564 w 5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2" y="0"/>
                      <a:pt x="1" y="2"/>
                      <a:pt x="1" y="3"/>
                    </a:cubicBezTo>
                    <a:cubicBezTo>
                      <a:pt x="1" y="5"/>
                      <a:pt x="0" y="7"/>
                      <a:pt x="0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cubicBezTo>
                      <a:pt x="4" y="1"/>
                      <a:pt x="4" y="0"/>
                      <a:pt x="5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1" name="Freeform 180">
                <a:extLst>
                  <a:ext uri="{FF2B5EF4-FFF2-40B4-BE49-F238E27FC236}">
                    <a16:creationId xmlns:a16="http://schemas.microsoft.com/office/drawing/2014/main" id="{8B4EAF3C-A014-438C-B3FA-A66B31E7E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255"/>
                <a:ext cx="15" cy="18"/>
              </a:xfrm>
              <a:custGeom>
                <a:avLst/>
                <a:gdLst>
                  <a:gd name="T0" fmla="*/ 988 w 6"/>
                  <a:gd name="T1" fmla="*/ 357 h 7"/>
                  <a:gd name="T2" fmla="*/ 520 w 6"/>
                  <a:gd name="T3" fmla="*/ 918 h 7"/>
                  <a:gd name="T4" fmla="*/ 0 w 6"/>
                  <a:gd name="T5" fmla="*/ 2003 h 7"/>
                  <a:gd name="T6" fmla="*/ 520 w 6"/>
                  <a:gd name="T7" fmla="*/ 2003 h 7"/>
                  <a:gd name="T8" fmla="*/ 988 w 6"/>
                  <a:gd name="T9" fmla="*/ 1137 h 7"/>
                  <a:gd name="T10" fmla="*/ 1488 w 6"/>
                  <a:gd name="T11" fmla="*/ 0 h 7"/>
                  <a:gd name="T12" fmla="*/ 988 w 6"/>
                  <a:gd name="T13" fmla="*/ 35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4" y="1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1" y="5"/>
                      <a:pt x="0" y="7"/>
                      <a:pt x="0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5"/>
                      <a:pt x="4" y="4"/>
                    </a:cubicBezTo>
                    <a:cubicBezTo>
                      <a:pt x="5" y="2"/>
                      <a:pt x="5" y="0"/>
                      <a:pt x="6" y="0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2" name="Freeform 181">
                <a:extLst>
                  <a:ext uri="{FF2B5EF4-FFF2-40B4-BE49-F238E27FC236}">
                    <a16:creationId xmlns:a16="http://schemas.microsoft.com/office/drawing/2014/main" id="{0CB91B21-C5F5-423B-91A1-BC518A051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255"/>
                <a:ext cx="18" cy="16"/>
              </a:xfrm>
              <a:custGeom>
                <a:avLst/>
                <a:gdLst>
                  <a:gd name="T0" fmla="*/ 1448 w 7"/>
                  <a:gd name="T1" fmla="*/ 0 h 6"/>
                  <a:gd name="T2" fmla="*/ 563 w 7"/>
                  <a:gd name="T3" fmla="*/ 1059 h 6"/>
                  <a:gd name="T4" fmla="*/ 0 w 7"/>
                  <a:gd name="T5" fmla="*/ 2184 h 6"/>
                  <a:gd name="T6" fmla="*/ 563 w 7"/>
                  <a:gd name="T7" fmla="*/ 2184 h 6"/>
                  <a:gd name="T8" fmla="*/ 1137 w 7"/>
                  <a:gd name="T9" fmla="*/ 1059 h 6"/>
                  <a:gd name="T10" fmla="*/ 2003 w 7"/>
                  <a:gd name="T11" fmla="*/ 0 h 6"/>
                  <a:gd name="T12" fmla="*/ 1448 w 7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4" y="0"/>
                      <a:pt x="3" y="1"/>
                      <a:pt x="2" y="3"/>
                    </a:cubicBezTo>
                    <a:cubicBezTo>
                      <a:pt x="1" y="4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5" y="1"/>
                      <a:pt x="7" y="0"/>
                      <a:pt x="7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3" name="Freeform 182">
                <a:extLst>
                  <a:ext uri="{FF2B5EF4-FFF2-40B4-BE49-F238E27FC236}">
                    <a16:creationId xmlns:a16="http://schemas.microsoft.com/office/drawing/2014/main" id="{0AE1E43D-36CE-460F-81DC-54531F7D0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2257"/>
                <a:ext cx="15" cy="19"/>
              </a:xfrm>
              <a:custGeom>
                <a:avLst/>
                <a:gdLst>
                  <a:gd name="T0" fmla="*/ 1488 w 6"/>
                  <a:gd name="T1" fmla="*/ 2342 h 7"/>
                  <a:gd name="T2" fmla="*/ 520 w 6"/>
                  <a:gd name="T3" fmla="*/ 0 h 7"/>
                  <a:gd name="T4" fmla="*/ 0 w 6"/>
                  <a:gd name="T5" fmla="*/ 442 h 7"/>
                  <a:gd name="T6" fmla="*/ 988 w 6"/>
                  <a:gd name="T7" fmla="*/ 2342 h 7"/>
                  <a:gd name="T8" fmla="*/ 1488 w 6"/>
                  <a:gd name="T9" fmla="*/ 234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6"/>
                    </a:moveTo>
                    <a:cubicBezTo>
                      <a:pt x="5" y="6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3" y="7"/>
                      <a:pt x="4" y="6"/>
                    </a:cubicBez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4" name="Freeform 183">
                <a:extLst>
                  <a:ext uri="{FF2B5EF4-FFF2-40B4-BE49-F238E27FC236}">
                    <a16:creationId xmlns:a16="http://schemas.microsoft.com/office/drawing/2014/main" id="{C4297B58-4317-4D55-B5B2-8C71EF395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2255"/>
                <a:ext cx="15" cy="18"/>
              </a:xfrm>
              <a:custGeom>
                <a:avLst/>
                <a:gdLst>
                  <a:gd name="T0" fmla="*/ 1488 w 6"/>
                  <a:gd name="T1" fmla="*/ 1700 h 7"/>
                  <a:gd name="T2" fmla="*/ 520 w 6"/>
                  <a:gd name="T3" fmla="*/ 357 h 7"/>
                  <a:gd name="T4" fmla="*/ 0 w 6"/>
                  <a:gd name="T5" fmla="*/ 357 h 7"/>
                  <a:gd name="T6" fmla="*/ 1300 w 6"/>
                  <a:gd name="T7" fmla="*/ 1700 h 7"/>
                  <a:gd name="T8" fmla="*/ 1488 w 6"/>
                  <a:gd name="T9" fmla="*/ 17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6"/>
                    </a:moveTo>
                    <a:cubicBezTo>
                      <a:pt x="5" y="6"/>
                      <a:pt x="2" y="0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3" y="7"/>
                      <a:pt x="5" y="6"/>
                    </a:cubicBez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5" name="Freeform 184">
                <a:extLst>
                  <a:ext uri="{FF2B5EF4-FFF2-40B4-BE49-F238E27FC236}">
                    <a16:creationId xmlns:a16="http://schemas.microsoft.com/office/drawing/2014/main" id="{2B0128CF-8E24-4BBA-896F-6C1BB0B67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257"/>
                <a:ext cx="8" cy="14"/>
              </a:xfrm>
              <a:custGeom>
                <a:avLst/>
                <a:gdLst>
                  <a:gd name="T0" fmla="*/ 1059 w 3"/>
                  <a:gd name="T1" fmla="*/ 2391 h 5"/>
                  <a:gd name="T2" fmla="*/ 397 w 3"/>
                  <a:gd name="T3" fmla="*/ 1050 h 5"/>
                  <a:gd name="T4" fmla="*/ 0 w 3"/>
                  <a:gd name="T5" fmla="*/ 0 h 5"/>
                  <a:gd name="T6" fmla="*/ 0 w 3"/>
                  <a:gd name="T7" fmla="*/ 0 h 5"/>
                  <a:gd name="T8" fmla="*/ 397 w 3"/>
                  <a:gd name="T9" fmla="*/ 1364 h 5"/>
                  <a:gd name="T10" fmla="*/ 1059 w 3"/>
                  <a:gd name="T11" fmla="*/ 239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6" name="Freeform 185">
                <a:extLst>
                  <a:ext uri="{FF2B5EF4-FFF2-40B4-BE49-F238E27FC236}">
                    <a16:creationId xmlns:a16="http://schemas.microsoft.com/office/drawing/2014/main" id="{518ADDD3-C500-472A-AB30-5CE3550A5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2260"/>
                <a:ext cx="7" cy="13"/>
              </a:xfrm>
              <a:custGeom>
                <a:avLst/>
                <a:gdLst>
                  <a:gd name="T0" fmla="*/ 469 w 3"/>
                  <a:gd name="T1" fmla="*/ 1547 h 5"/>
                  <a:gd name="T2" fmla="*/ 152 w 3"/>
                  <a:gd name="T3" fmla="*/ 595 h 5"/>
                  <a:gd name="T4" fmla="*/ 0 w 3"/>
                  <a:gd name="T5" fmla="*/ 0 h 5"/>
                  <a:gd name="T6" fmla="*/ 0 w 3"/>
                  <a:gd name="T7" fmla="*/ 0 h 5"/>
                  <a:gd name="T8" fmla="*/ 152 w 3"/>
                  <a:gd name="T9" fmla="*/ 967 h 5"/>
                  <a:gd name="T10" fmla="*/ 469 w 3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7" name="Freeform 186">
                <a:extLst>
                  <a:ext uri="{FF2B5EF4-FFF2-40B4-BE49-F238E27FC236}">
                    <a16:creationId xmlns:a16="http://schemas.microsoft.com/office/drawing/2014/main" id="{5A6D0726-1EE8-4078-92E0-6FE854062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255"/>
                <a:ext cx="18" cy="16"/>
              </a:xfrm>
              <a:custGeom>
                <a:avLst/>
                <a:gdLst>
                  <a:gd name="T0" fmla="*/ 2003 w 7"/>
                  <a:gd name="T1" fmla="*/ 1763 h 6"/>
                  <a:gd name="T2" fmla="*/ 563 w 7"/>
                  <a:gd name="T3" fmla="*/ 0 h 6"/>
                  <a:gd name="T4" fmla="*/ 0 w 7"/>
                  <a:gd name="T5" fmla="*/ 397 h 6"/>
                  <a:gd name="T6" fmla="*/ 1448 w 7"/>
                  <a:gd name="T7" fmla="*/ 2184 h 6"/>
                  <a:gd name="T8" fmla="*/ 2003 w 7"/>
                  <a:gd name="T9" fmla="*/ 176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5"/>
                    </a:moveTo>
                    <a:cubicBezTo>
                      <a:pt x="5" y="6"/>
                      <a:pt x="3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6"/>
                      <a:pt x="5" y="6"/>
                    </a:cubicBez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8" name="Freeform 187">
                <a:extLst>
                  <a:ext uri="{FF2B5EF4-FFF2-40B4-BE49-F238E27FC236}">
                    <a16:creationId xmlns:a16="http://schemas.microsoft.com/office/drawing/2014/main" id="{16F3CEA0-EEC6-42AE-BC79-E9F96A0E9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257"/>
                <a:ext cx="8" cy="11"/>
              </a:xfrm>
              <a:custGeom>
                <a:avLst/>
                <a:gdLst>
                  <a:gd name="T0" fmla="*/ 1059 w 3"/>
                  <a:gd name="T1" fmla="*/ 1724 h 4"/>
                  <a:gd name="T2" fmla="*/ 397 w 3"/>
                  <a:gd name="T3" fmla="*/ 462 h 4"/>
                  <a:gd name="T4" fmla="*/ 0 w 3"/>
                  <a:gd name="T5" fmla="*/ 0 h 4"/>
                  <a:gd name="T6" fmla="*/ 0 w 3"/>
                  <a:gd name="T7" fmla="*/ 0 h 4"/>
                  <a:gd name="T8" fmla="*/ 397 w 3"/>
                  <a:gd name="T9" fmla="*/ 976 h 4"/>
                  <a:gd name="T10" fmla="*/ 1059 w 3"/>
                  <a:gd name="T11" fmla="*/ 17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2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9" name="Freeform 188">
                <a:extLst>
                  <a:ext uri="{FF2B5EF4-FFF2-40B4-BE49-F238E27FC236}">
                    <a16:creationId xmlns:a16="http://schemas.microsoft.com/office/drawing/2014/main" id="{EFF573C6-9275-415B-89CB-B514B5929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252"/>
                <a:ext cx="10" cy="19"/>
              </a:xfrm>
              <a:custGeom>
                <a:avLst/>
                <a:gdLst>
                  <a:gd name="T0" fmla="*/ 988 w 4"/>
                  <a:gd name="T1" fmla="*/ 2823 h 7"/>
                  <a:gd name="T2" fmla="*/ 520 w 4"/>
                  <a:gd name="T3" fmla="*/ 442 h 7"/>
                  <a:gd name="T4" fmla="*/ 0 w 4"/>
                  <a:gd name="T5" fmla="*/ 0 h 7"/>
                  <a:gd name="T6" fmla="*/ 520 w 4"/>
                  <a:gd name="T7" fmla="*/ 2823 h 7"/>
                  <a:gd name="T8" fmla="*/ 988 w 4"/>
                  <a:gd name="T9" fmla="*/ 282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cubicBezTo>
                      <a:pt x="3" y="7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7"/>
                      <a:pt x="2" y="7"/>
                    </a:cubicBez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0" name="Freeform 189">
                <a:extLst>
                  <a:ext uri="{FF2B5EF4-FFF2-40B4-BE49-F238E27FC236}">
                    <a16:creationId xmlns:a16="http://schemas.microsoft.com/office/drawing/2014/main" id="{7A953A60-AF90-4A59-B3FD-1BCC87EA5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255"/>
                <a:ext cx="2" cy="16"/>
              </a:xfrm>
              <a:custGeom>
                <a:avLst/>
                <a:gdLst>
                  <a:gd name="T0" fmla="*/ 64 w 1"/>
                  <a:gd name="T1" fmla="*/ 2184 h 6"/>
                  <a:gd name="T2" fmla="*/ 0 w 1"/>
                  <a:gd name="T3" fmla="*/ 661 h 6"/>
                  <a:gd name="T4" fmla="*/ 0 w 1"/>
                  <a:gd name="T5" fmla="*/ 0 h 6"/>
                  <a:gd name="T6" fmla="*/ 0 w 1"/>
                  <a:gd name="T7" fmla="*/ 0 h 6"/>
                  <a:gd name="T8" fmla="*/ 0 w 1"/>
                  <a:gd name="T9" fmla="*/ 1059 h 6"/>
                  <a:gd name="T10" fmla="*/ 64 w 1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4"/>
                      <a:pt x="1" y="5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1" name="Freeform 190">
                <a:extLst>
                  <a:ext uri="{FF2B5EF4-FFF2-40B4-BE49-F238E27FC236}">
                    <a16:creationId xmlns:a16="http://schemas.microsoft.com/office/drawing/2014/main" id="{4EA331A1-AF85-4683-93F2-FCD5AEEE2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271"/>
                <a:ext cx="5" cy="24"/>
              </a:xfrm>
              <a:custGeom>
                <a:avLst/>
                <a:gdLst>
                  <a:gd name="T0" fmla="*/ 0 w 2"/>
                  <a:gd name="T1" fmla="*/ 397 h 9"/>
                  <a:gd name="T2" fmla="*/ 0 w 2"/>
                  <a:gd name="T3" fmla="*/ 1763 h 9"/>
                  <a:gd name="T4" fmla="*/ 0 w 2"/>
                  <a:gd name="T5" fmla="*/ 3243 h 9"/>
                  <a:gd name="T6" fmla="*/ 520 w 2"/>
                  <a:gd name="T7" fmla="*/ 2581 h 9"/>
                  <a:gd name="T8" fmla="*/ 520 w 2"/>
                  <a:gd name="T9" fmla="*/ 1459 h 9"/>
                  <a:gd name="T10" fmla="*/ 520 w 2"/>
                  <a:gd name="T11" fmla="*/ 0 h 9"/>
                  <a:gd name="T12" fmla="*/ 0 w 2"/>
                  <a:gd name="T13" fmla="*/ 39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9">
                    <a:moveTo>
                      <a:pt x="0" y="1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0" y="6"/>
                      <a:pt x="0" y="9"/>
                      <a:pt x="0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5"/>
                      <a:pt x="2" y="4"/>
                    </a:cubicBezTo>
                    <a:cubicBezTo>
                      <a:pt x="1" y="2"/>
                      <a:pt x="1" y="0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2" name="Freeform 191">
                <a:extLst>
                  <a:ext uri="{FF2B5EF4-FFF2-40B4-BE49-F238E27FC236}">
                    <a16:creationId xmlns:a16="http://schemas.microsoft.com/office/drawing/2014/main" id="{C0D48C67-CC67-4C23-B462-BCDE6997D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265"/>
                <a:ext cx="7" cy="22"/>
              </a:xfrm>
              <a:custGeom>
                <a:avLst/>
                <a:gdLst>
                  <a:gd name="T0" fmla="*/ 152 w 3"/>
                  <a:gd name="T1" fmla="*/ 462 h 8"/>
                  <a:gd name="T2" fmla="*/ 0 w 3"/>
                  <a:gd name="T3" fmla="*/ 2225 h 8"/>
                  <a:gd name="T4" fmla="*/ 152 w 3"/>
                  <a:gd name="T5" fmla="*/ 3495 h 8"/>
                  <a:gd name="T6" fmla="*/ 355 w 3"/>
                  <a:gd name="T7" fmla="*/ 2973 h 8"/>
                  <a:gd name="T8" fmla="*/ 355 w 3"/>
                  <a:gd name="T9" fmla="*/ 1724 h 8"/>
                  <a:gd name="T10" fmla="*/ 469 w 3"/>
                  <a:gd name="T11" fmla="*/ 0 h 8"/>
                  <a:gd name="T12" fmla="*/ 152 w 3"/>
                  <a:gd name="T13" fmla="*/ 46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8">
                    <a:moveTo>
                      <a:pt x="1" y="1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0" y="6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2" y="5"/>
                      <a:pt x="2" y="4"/>
                    </a:cubicBezTo>
                    <a:cubicBezTo>
                      <a:pt x="2" y="1"/>
                      <a:pt x="2" y="0"/>
                      <a:pt x="3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3" name="Freeform 192">
                <a:extLst>
                  <a:ext uri="{FF2B5EF4-FFF2-40B4-BE49-F238E27FC236}">
                    <a16:creationId xmlns:a16="http://schemas.microsoft.com/office/drawing/2014/main" id="{AF458513-CBDF-46CC-8320-546ED1F81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268"/>
                <a:ext cx="20" cy="16"/>
              </a:xfrm>
              <a:custGeom>
                <a:avLst/>
                <a:gdLst>
                  <a:gd name="T0" fmla="*/ 1958 w 8"/>
                  <a:gd name="T1" fmla="*/ 1459 h 6"/>
                  <a:gd name="T2" fmla="*/ 520 w 8"/>
                  <a:gd name="T3" fmla="*/ 397 h 6"/>
                  <a:gd name="T4" fmla="*/ 0 w 8"/>
                  <a:gd name="T5" fmla="*/ 661 h 6"/>
                  <a:gd name="T6" fmla="*/ 1488 w 8"/>
                  <a:gd name="T7" fmla="*/ 1763 h 6"/>
                  <a:gd name="T8" fmla="*/ 1958 w 8"/>
                  <a:gd name="T9" fmla="*/ 145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7" y="5"/>
                      <a:pt x="2" y="0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5" y="6"/>
                      <a:pt x="6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4" name="Freeform 193">
                <a:extLst>
                  <a:ext uri="{FF2B5EF4-FFF2-40B4-BE49-F238E27FC236}">
                    <a16:creationId xmlns:a16="http://schemas.microsoft.com/office/drawing/2014/main" id="{5E098B02-A4D7-4D3E-B75C-D0FAC2071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263"/>
                <a:ext cx="20" cy="16"/>
              </a:xfrm>
              <a:custGeom>
                <a:avLst/>
                <a:gdLst>
                  <a:gd name="T0" fmla="*/ 1958 w 8"/>
                  <a:gd name="T1" fmla="*/ 1459 h 6"/>
                  <a:gd name="T2" fmla="*/ 313 w 8"/>
                  <a:gd name="T3" fmla="*/ 397 h 6"/>
                  <a:gd name="T4" fmla="*/ 0 w 8"/>
                  <a:gd name="T5" fmla="*/ 661 h 6"/>
                  <a:gd name="T6" fmla="*/ 1488 w 8"/>
                  <a:gd name="T7" fmla="*/ 1763 h 6"/>
                  <a:gd name="T8" fmla="*/ 1958 w 8"/>
                  <a:gd name="T9" fmla="*/ 145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6" y="5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5" y="6"/>
                      <a:pt x="6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5" name="Freeform 194">
                <a:extLst>
                  <a:ext uri="{FF2B5EF4-FFF2-40B4-BE49-F238E27FC236}">
                    <a16:creationId xmlns:a16="http://schemas.microsoft.com/office/drawing/2014/main" id="{46591C6A-0F33-4BB1-AA9B-32EFDC2FC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265"/>
                <a:ext cx="10" cy="8"/>
              </a:xfrm>
              <a:custGeom>
                <a:avLst/>
                <a:gdLst>
                  <a:gd name="T0" fmla="*/ 988 w 4"/>
                  <a:gd name="T1" fmla="*/ 1059 h 3"/>
                  <a:gd name="T2" fmla="*/ 313 w 4"/>
                  <a:gd name="T3" fmla="*/ 397 h 3"/>
                  <a:gd name="T4" fmla="*/ 0 w 4"/>
                  <a:gd name="T5" fmla="*/ 0 h 3"/>
                  <a:gd name="T6" fmla="*/ 0 w 4"/>
                  <a:gd name="T7" fmla="*/ 0 h 3"/>
                  <a:gd name="T8" fmla="*/ 520 w 4"/>
                  <a:gd name="T9" fmla="*/ 661 h 3"/>
                  <a:gd name="T10" fmla="*/ 988 w 4"/>
                  <a:gd name="T11" fmla="*/ 1059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3"/>
                      <a:pt x="2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ubicBezTo>
                      <a:pt x="3" y="3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6" name="Freeform 195">
                <a:extLst>
                  <a:ext uri="{FF2B5EF4-FFF2-40B4-BE49-F238E27FC236}">
                    <a16:creationId xmlns:a16="http://schemas.microsoft.com/office/drawing/2014/main" id="{6C08021F-7200-498D-8794-ABF4C5D70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271"/>
                <a:ext cx="12" cy="8"/>
              </a:xfrm>
              <a:custGeom>
                <a:avLst/>
                <a:gdLst>
                  <a:gd name="T0" fmla="*/ 967 w 5"/>
                  <a:gd name="T1" fmla="*/ 1059 h 3"/>
                  <a:gd name="T2" fmla="*/ 403 w 5"/>
                  <a:gd name="T3" fmla="*/ 397 h 3"/>
                  <a:gd name="T4" fmla="*/ 0 w 5"/>
                  <a:gd name="T5" fmla="*/ 0 h 3"/>
                  <a:gd name="T6" fmla="*/ 0 w 5"/>
                  <a:gd name="T7" fmla="*/ 0 h 3"/>
                  <a:gd name="T8" fmla="*/ 403 w 5"/>
                  <a:gd name="T9" fmla="*/ 661 h 3"/>
                  <a:gd name="T10" fmla="*/ 967 w 5"/>
                  <a:gd name="T11" fmla="*/ 1059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3"/>
                      <a:pt x="3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ubicBezTo>
                      <a:pt x="3" y="3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7" name="Freeform 196">
                <a:extLst>
                  <a:ext uri="{FF2B5EF4-FFF2-40B4-BE49-F238E27FC236}">
                    <a16:creationId xmlns:a16="http://schemas.microsoft.com/office/drawing/2014/main" id="{957CD75E-23A2-4F82-A8C9-A3F24D9F9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276"/>
                <a:ext cx="20" cy="13"/>
              </a:xfrm>
              <a:custGeom>
                <a:avLst/>
                <a:gdLst>
                  <a:gd name="T0" fmla="*/ 1958 w 8"/>
                  <a:gd name="T1" fmla="*/ 967 h 5"/>
                  <a:gd name="T2" fmla="*/ 313 w 8"/>
                  <a:gd name="T3" fmla="*/ 372 h 5"/>
                  <a:gd name="T4" fmla="*/ 0 w 8"/>
                  <a:gd name="T5" fmla="*/ 595 h 5"/>
                  <a:gd name="T6" fmla="*/ 1488 w 8"/>
                  <a:gd name="T7" fmla="*/ 1196 h 5"/>
                  <a:gd name="T8" fmla="*/ 1958 w 8"/>
                  <a:gd name="T9" fmla="*/ 96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7" y="4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5" y="5"/>
                      <a:pt x="6" y="4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8" name="Freeform 197">
                <a:extLst>
                  <a:ext uri="{FF2B5EF4-FFF2-40B4-BE49-F238E27FC236}">
                    <a16:creationId xmlns:a16="http://schemas.microsoft.com/office/drawing/2014/main" id="{0514FB6C-5F4C-4FA3-B70C-D44379BBE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047"/>
                <a:ext cx="18" cy="16"/>
              </a:xfrm>
              <a:custGeom>
                <a:avLst/>
                <a:gdLst>
                  <a:gd name="T0" fmla="*/ 563 w 7"/>
                  <a:gd name="T1" fmla="*/ 2184 h 6"/>
                  <a:gd name="T2" fmla="*/ 1448 w 7"/>
                  <a:gd name="T3" fmla="*/ 1459 h 6"/>
                  <a:gd name="T4" fmla="*/ 2003 w 7"/>
                  <a:gd name="T5" fmla="*/ 0 h 6"/>
                  <a:gd name="T6" fmla="*/ 1448 w 7"/>
                  <a:gd name="T7" fmla="*/ 0 h 6"/>
                  <a:gd name="T8" fmla="*/ 918 w 7"/>
                  <a:gd name="T9" fmla="*/ 1059 h 6"/>
                  <a:gd name="T10" fmla="*/ 0 w 7"/>
                  <a:gd name="T11" fmla="*/ 2184 h 6"/>
                  <a:gd name="T12" fmla="*/ 563 w 7"/>
                  <a:gd name="T13" fmla="*/ 218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6"/>
                    </a:moveTo>
                    <a:cubicBezTo>
                      <a:pt x="3" y="6"/>
                      <a:pt x="4" y="5"/>
                      <a:pt x="5" y="4"/>
                    </a:cubicBezTo>
                    <a:cubicBezTo>
                      <a:pt x="6" y="2"/>
                      <a:pt x="7" y="0"/>
                      <a:pt x="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2"/>
                      <a:pt x="3" y="3"/>
                    </a:cubicBezTo>
                    <a:cubicBezTo>
                      <a:pt x="2" y="5"/>
                      <a:pt x="1" y="6"/>
                      <a:pt x="0" y="6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9" name="Freeform 198">
                <a:extLst>
                  <a:ext uri="{FF2B5EF4-FFF2-40B4-BE49-F238E27FC236}">
                    <a16:creationId xmlns:a16="http://schemas.microsoft.com/office/drawing/2014/main" id="{D57ED150-A676-49C3-BE04-22895C288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033"/>
                <a:ext cx="10" cy="24"/>
              </a:xfrm>
              <a:custGeom>
                <a:avLst/>
                <a:gdLst>
                  <a:gd name="T0" fmla="*/ 520 w 4"/>
                  <a:gd name="T1" fmla="*/ 2824 h 9"/>
                  <a:gd name="T2" fmla="*/ 988 w 4"/>
                  <a:gd name="T3" fmla="*/ 1459 h 9"/>
                  <a:gd name="T4" fmla="*/ 988 w 4"/>
                  <a:gd name="T5" fmla="*/ 0 h 9"/>
                  <a:gd name="T6" fmla="*/ 520 w 4"/>
                  <a:gd name="T7" fmla="*/ 397 h 9"/>
                  <a:gd name="T8" fmla="*/ 520 w 4"/>
                  <a:gd name="T9" fmla="*/ 1459 h 9"/>
                  <a:gd name="T10" fmla="*/ 0 w 4"/>
                  <a:gd name="T11" fmla="*/ 3243 h 9"/>
                  <a:gd name="T12" fmla="*/ 520 w 4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2" y="8"/>
                    </a:moveTo>
                    <a:cubicBezTo>
                      <a:pt x="3" y="8"/>
                      <a:pt x="3" y="6"/>
                      <a:pt x="4" y="4"/>
                    </a:cubicBezTo>
                    <a:cubicBezTo>
                      <a:pt x="4" y="3"/>
                      <a:pt x="4" y="0"/>
                      <a:pt x="4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1" y="7"/>
                      <a:pt x="1" y="8"/>
                      <a:pt x="0" y="9"/>
                    </a:cubicBez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0" name="Freeform 199">
                <a:extLst>
                  <a:ext uri="{FF2B5EF4-FFF2-40B4-BE49-F238E27FC236}">
                    <a16:creationId xmlns:a16="http://schemas.microsoft.com/office/drawing/2014/main" id="{504B8C7B-CD21-4B23-86BA-EBDB69253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39"/>
                <a:ext cx="10" cy="21"/>
              </a:xfrm>
              <a:custGeom>
                <a:avLst/>
                <a:gdLst>
                  <a:gd name="T0" fmla="*/ 520 w 4"/>
                  <a:gd name="T1" fmla="*/ 2226 h 8"/>
                  <a:gd name="T2" fmla="*/ 988 w 4"/>
                  <a:gd name="T3" fmla="*/ 1378 h 8"/>
                  <a:gd name="T4" fmla="*/ 988 w 4"/>
                  <a:gd name="T5" fmla="*/ 0 h 8"/>
                  <a:gd name="T6" fmla="*/ 520 w 4"/>
                  <a:gd name="T7" fmla="*/ 378 h 8"/>
                  <a:gd name="T8" fmla="*/ 520 w 4"/>
                  <a:gd name="T9" fmla="*/ 1378 h 8"/>
                  <a:gd name="T10" fmla="*/ 0 w 4"/>
                  <a:gd name="T11" fmla="*/ 2604 h 8"/>
                  <a:gd name="T12" fmla="*/ 520 w 4"/>
                  <a:gd name="T13" fmla="*/ 22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2" y="7"/>
                    </a:moveTo>
                    <a:cubicBezTo>
                      <a:pt x="3" y="7"/>
                      <a:pt x="3" y="5"/>
                      <a:pt x="4" y="4"/>
                    </a:cubicBezTo>
                    <a:cubicBezTo>
                      <a:pt x="4" y="2"/>
                      <a:pt x="4" y="0"/>
                      <a:pt x="4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4"/>
                    </a:cubicBezTo>
                    <a:cubicBezTo>
                      <a:pt x="1" y="6"/>
                      <a:pt x="1" y="7"/>
                      <a:pt x="0" y="8"/>
                    </a:cubicBez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1" name="Freeform 200">
                <a:extLst>
                  <a:ext uri="{FF2B5EF4-FFF2-40B4-BE49-F238E27FC236}">
                    <a16:creationId xmlns:a16="http://schemas.microsoft.com/office/drawing/2014/main" id="{69C41E79-AFA6-461B-8637-F42B7EF95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041"/>
                <a:ext cx="10" cy="22"/>
              </a:xfrm>
              <a:custGeom>
                <a:avLst/>
                <a:gdLst>
                  <a:gd name="T0" fmla="*/ 313 w 4"/>
                  <a:gd name="T1" fmla="*/ 2973 h 8"/>
                  <a:gd name="T2" fmla="*/ 783 w 4"/>
                  <a:gd name="T3" fmla="*/ 1724 h 8"/>
                  <a:gd name="T4" fmla="*/ 988 w 4"/>
                  <a:gd name="T5" fmla="*/ 0 h 8"/>
                  <a:gd name="T6" fmla="*/ 520 w 4"/>
                  <a:gd name="T7" fmla="*/ 462 h 8"/>
                  <a:gd name="T8" fmla="*/ 313 w 4"/>
                  <a:gd name="T9" fmla="*/ 1724 h 8"/>
                  <a:gd name="T10" fmla="*/ 0 w 4"/>
                  <a:gd name="T11" fmla="*/ 3495 h 8"/>
                  <a:gd name="T12" fmla="*/ 313 w 4"/>
                  <a:gd name="T13" fmla="*/ 2973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1" y="7"/>
                    </a:moveTo>
                    <a:cubicBezTo>
                      <a:pt x="2" y="7"/>
                      <a:pt x="2" y="6"/>
                      <a:pt x="3" y="4"/>
                    </a:cubicBezTo>
                    <a:cubicBezTo>
                      <a:pt x="3" y="3"/>
                      <a:pt x="4" y="0"/>
                      <a:pt x="4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4"/>
                    </a:cubicBezTo>
                    <a:cubicBezTo>
                      <a:pt x="0" y="6"/>
                      <a:pt x="0" y="7"/>
                      <a:pt x="0" y="8"/>
                    </a:cubicBez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2" name="Freeform 201">
                <a:extLst>
                  <a:ext uri="{FF2B5EF4-FFF2-40B4-BE49-F238E27FC236}">
                    <a16:creationId xmlns:a16="http://schemas.microsoft.com/office/drawing/2014/main" id="{B41936EE-3F2D-435B-84A2-0C6A91EED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044"/>
                <a:ext cx="15" cy="19"/>
              </a:xfrm>
              <a:custGeom>
                <a:avLst/>
                <a:gdLst>
                  <a:gd name="T0" fmla="*/ 520 w 6"/>
                  <a:gd name="T1" fmla="*/ 2823 h 7"/>
                  <a:gd name="T2" fmla="*/ 1300 w 6"/>
                  <a:gd name="T3" fmla="*/ 1620 h 7"/>
                  <a:gd name="T4" fmla="*/ 1488 w 6"/>
                  <a:gd name="T5" fmla="*/ 0 h 7"/>
                  <a:gd name="T6" fmla="*/ 1300 w 6"/>
                  <a:gd name="T7" fmla="*/ 442 h 7"/>
                  <a:gd name="T8" fmla="*/ 783 w 6"/>
                  <a:gd name="T9" fmla="*/ 1620 h 7"/>
                  <a:gd name="T10" fmla="*/ 0 w 6"/>
                  <a:gd name="T11" fmla="*/ 2823 h 7"/>
                  <a:gd name="T12" fmla="*/ 520 w 6"/>
                  <a:gd name="T13" fmla="*/ 282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2" y="7"/>
                    </a:moveTo>
                    <a:cubicBezTo>
                      <a:pt x="3" y="7"/>
                      <a:pt x="4" y="5"/>
                      <a:pt x="5" y="4"/>
                    </a:cubicBezTo>
                    <a:cubicBezTo>
                      <a:pt x="5" y="3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2"/>
                      <a:pt x="3" y="4"/>
                    </a:cubicBezTo>
                    <a:cubicBezTo>
                      <a:pt x="2" y="6"/>
                      <a:pt x="1" y="7"/>
                      <a:pt x="0" y="7"/>
                    </a:cubicBez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3" name="Freeform 202">
                <a:extLst>
                  <a:ext uri="{FF2B5EF4-FFF2-40B4-BE49-F238E27FC236}">
                    <a16:creationId xmlns:a16="http://schemas.microsoft.com/office/drawing/2014/main" id="{0744E843-C8EB-4461-A94F-3F84B7D88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039"/>
                <a:ext cx="18" cy="18"/>
              </a:xfrm>
              <a:custGeom>
                <a:avLst/>
                <a:gdLst>
                  <a:gd name="T0" fmla="*/ 0 w 7"/>
                  <a:gd name="T1" fmla="*/ 563 h 7"/>
                  <a:gd name="T2" fmla="*/ 1448 w 7"/>
                  <a:gd name="T3" fmla="*/ 1700 h 7"/>
                  <a:gd name="T4" fmla="*/ 2003 w 7"/>
                  <a:gd name="T5" fmla="*/ 1700 h 7"/>
                  <a:gd name="T6" fmla="*/ 563 w 7"/>
                  <a:gd name="T7" fmla="*/ 357 h 7"/>
                  <a:gd name="T8" fmla="*/ 0 w 7"/>
                  <a:gd name="T9" fmla="*/ 56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2" y="1"/>
                      <a:pt x="5" y="7"/>
                      <a:pt x="5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4" y="0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4" name="Freeform 203">
                <a:extLst>
                  <a:ext uri="{FF2B5EF4-FFF2-40B4-BE49-F238E27FC236}">
                    <a16:creationId xmlns:a16="http://schemas.microsoft.com/office/drawing/2014/main" id="{7CB49E99-5CDF-43E4-8867-FA6511DAB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044"/>
                <a:ext cx="17" cy="16"/>
              </a:xfrm>
              <a:custGeom>
                <a:avLst/>
                <a:gdLst>
                  <a:gd name="T0" fmla="*/ 0 w 7"/>
                  <a:gd name="T1" fmla="*/ 397 h 6"/>
                  <a:gd name="T2" fmla="*/ 1003 w 7"/>
                  <a:gd name="T3" fmla="*/ 2184 h 6"/>
                  <a:gd name="T4" fmla="*/ 1433 w 7"/>
                  <a:gd name="T5" fmla="*/ 1763 h 6"/>
                  <a:gd name="T6" fmla="*/ 413 w 7"/>
                  <a:gd name="T7" fmla="*/ 0 h 6"/>
                  <a:gd name="T8" fmla="*/ 0 w 7"/>
                  <a:gd name="T9" fmla="*/ 39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2" y="0"/>
                      <a:pt x="5" y="6"/>
                      <a:pt x="5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4" y="0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5" name="Freeform 204">
                <a:extLst>
                  <a:ext uri="{FF2B5EF4-FFF2-40B4-BE49-F238E27FC236}">
                    <a16:creationId xmlns:a16="http://schemas.microsoft.com/office/drawing/2014/main" id="{68269C66-7ABC-4499-82ED-D60AC2DEF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047"/>
                <a:ext cx="7" cy="10"/>
              </a:xfrm>
              <a:custGeom>
                <a:avLst/>
                <a:gdLst>
                  <a:gd name="T0" fmla="*/ 0 w 3"/>
                  <a:gd name="T1" fmla="*/ 0 h 4"/>
                  <a:gd name="T2" fmla="*/ 355 w 3"/>
                  <a:gd name="T3" fmla="*/ 783 h 4"/>
                  <a:gd name="T4" fmla="*/ 469 w 3"/>
                  <a:gd name="T5" fmla="*/ 988 h 4"/>
                  <a:gd name="T6" fmla="*/ 469 w 3"/>
                  <a:gd name="T7" fmla="*/ 988 h 4"/>
                  <a:gd name="T8" fmla="*/ 355 w 3"/>
                  <a:gd name="T9" fmla="*/ 520 h 4"/>
                  <a:gd name="T10" fmla="*/ 0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2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223" name="Group 205">
              <a:extLst>
                <a:ext uri="{FF2B5EF4-FFF2-40B4-BE49-F238E27FC236}">
                  <a16:creationId xmlns:a16="http://schemas.microsoft.com/office/drawing/2014/main" id="{ECBE454E-F6C2-49BF-8B7B-97AD5FCECB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04" y="1863"/>
              <a:ext cx="530" cy="330"/>
              <a:chOff x="1104" y="1863"/>
              <a:chExt cx="530" cy="330"/>
            </a:xfrm>
          </p:grpSpPr>
          <p:sp>
            <p:nvSpPr>
              <p:cNvPr id="21606" name="Freeform 206">
                <a:extLst>
                  <a:ext uri="{FF2B5EF4-FFF2-40B4-BE49-F238E27FC236}">
                    <a16:creationId xmlns:a16="http://schemas.microsoft.com/office/drawing/2014/main" id="{21EA0960-570E-4944-B980-D155057A0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41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661 w 3"/>
                  <a:gd name="T3" fmla="*/ 1364 h 5"/>
                  <a:gd name="T4" fmla="*/ 1059 w 3"/>
                  <a:gd name="T5" fmla="*/ 2391 h 5"/>
                  <a:gd name="T6" fmla="*/ 1059 w 3"/>
                  <a:gd name="T7" fmla="*/ 2391 h 5"/>
                  <a:gd name="T8" fmla="*/ 661 w 3"/>
                  <a:gd name="T9" fmla="*/ 1050 h 5"/>
                  <a:gd name="T10" fmla="*/ 0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3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7" name="Freeform 207">
                <a:extLst>
                  <a:ext uri="{FF2B5EF4-FFF2-40B4-BE49-F238E27FC236}">
                    <a16:creationId xmlns:a16="http://schemas.microsoft.com/office/drawing/2014/main" id="{5F22FF83-10D8-4CA7-852B-77233CB9D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044"/>
                <a:ext cx="17" cy="19"/>
              </a:xfrm>
              <a:custGeom>
                <a:avLst/>
                <a:gdLst>
                  <a:gd name="T0" fmla="*/ 0 w 7"/>
                  <a:gd name="T1" fmla="*/ 442 h 7"/>
                  <a:gd name="T2" fmla="*/ 1003 w 7"/>
                  <a:gd name="T3" fmla="*/ 2823 h 7"/>
                  <a:gd name="T4" fmla="*/ 1433 w 7"/>
                  <a:gd name="T5" fmla="*/ 2342 h 7"/>
                  <a:gd name="T6" fmla="*/ 413 w 7"/>
                  <a:gd name="T7" fmla="*/ 442 h 7"/>
                  <a:gd name="T8" fmla="*/ 0 w 7"/>
                  <a:gd name="T9" fmla="*/ 44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1"/>
                    </a:moveTo>
                    <a:cubicBezTo>
                      <a:pt x="1" y="1"/>
                      <a:pt x="5" y="7"/>
                      <a:pt x="5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3" y="0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8" name="Freeform 208">
                <a:extLst>
                  <a:ext uri="{FF2B5EF4-FFF2-40B4-BE49-F238E27FC236}">
                    <a16:creationId xmlns:a16="http://schemas.microsoft.com/office/drawing/2014/main" id="{47F2882F-0C77-4B70-9D83-923B73B41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049"/>
                <a:ext cx="10" cy="11"/>
              </a:xfrm>
              <a:custGeom>
                <a:avLst/>
                <a:gdLst>
                  <a:gd name="T0" fmla="*/ 0 w 4"/>
                  <a:gd name="T1" fmla="*/ 0 h 4"/>
                  <a:gd name="T2" fmla="*/ 783 w 4"/>
                  <a:gd name="T3" fmla="*/ 976 h 4"/>
                  <a:gd name="T4" fmla="*/ 988 w 4"/>
                  <a:gd name="T5" fmla="*/ 1724 h 4"/>
                  <a:gd name="T6" fmla="*/ 988 w 4"/>
                  <a:gd name="T7" fmla="*/ 1724 h 4"/>
                  <a:gd name="T8" fmla="*/ 520 w 4"/>
                  <a:gd name="T9" fmla="*/ 462 h 4"/>
                  <a:gd name="T10" fmla="*/ 0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2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9" name="Freeform 209">
                <a:extLst>
                  <a:ext uri="{FF2B5EF4-FFF2-40B4-BE49-F238E27FC236}">
                    <a16:creationId xmlns:a16="http://schemas.microsoft.com/office/drawing/2014/main" id="{2804362E-3991-4061-9AE9-6E1007B04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047"/>
                <a:ext cx="20" cy="16"/>
              </a:xfrm>
              <a:custGeom>
                <a:avLst/>
                <a:gdLst>
                  <a:gd name="T0" fmla="*/ 520 w 8"/>
                  <a:gd name="T1" fmla="*/ 1763 h 6"/>
                  <a:gd name="T2" fmla="*/ 1488 w 8"/>
                  <a:gd name="T3" fmla="*/ 1059 h 6"/>
                  <a:gd name="T4" fmla="*/ 1958 w 8"/>
                  <a:gd name="T5" fmla="*/ 397 h 6"/>
                  <a:gd name="T6" fmla="*/ 1770 w 8"/>
                  <a:gd name="T7" fmla="*/ 0 h 6"/>
                  <a:gd name="T8" fmla="*/ 988 w 8"/>
                  <a:gd name="T9" fmla="*/ 661 h 6"/>
                  <a:gd name="T10" fmla="*/ 0 w 8"/>
                  <a:gd name="T11" fmla="*/ 1763 h 6"/>
                  <a:gd name="T12" fmla="*/ 520 w 8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2" y="5"/>
                    </a:moveTo>
                    <a:cubicBezTo>
                      <a:pt x="3" y="6"/>
                      <a:pt x="4" y="4"/>
                      <a:pt x="6" y="3"/>
                    </a:cubicBezTo>
                    <a:cubicBezTo>
                      <a:pt x="7" y="2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2" y="4"/>
                      <a:pt x="1" y="5"/>
                      <a:pt x="0" y="5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0" name="Freeform 210">
                <a:extLst>
                  <a:ext uri="{FF2B5EF4-FFF2-40B4-BE49-F238E27FC236}">
                    <a16:creationId xmlns:a16="http://schemas.microsoft.com/office/drawing/2014/main" id="{779696BD-6A10-4B23-A6D3-D49608A04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047"/>
                <a:ext cx="13" cy="16"/>
              </a:xfrm>
              <a:custGeom>
                <a:avLst/>
                <a:gdLst>
                  <a:gd name="T0" fmla="*/ 0 w 5"/>
                  <a:gd name="T1" fmla="*/ 0 h 6"/>
                  <a:gd name="T2" fmla="*/ 967 w 5"/>
                  <a:gd name="T3" fmla="*/ 2184 h 6"/>
                  <a:gd name="T4" fmla="*/ 1547 w 5"/>
                  <a:gd name="T5" fmla="*/ 2184 h 6"/>
                  <a:gd name="T6" fmla="*/ 595 w 5"/>
                  <a:gd name="T7" fmla="*/ 0 h 6"/>
                  <a:gd name="T8" fmla="*/ 0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2" y="0"/>
                      <a:pt x="3" y="6"/>
                      <a:pt x="3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1" name="Freeform 211">
                <a:extLst>
                  <a:ext uri="{FF2B5EF4-FFF2-40B4-BE49-F238E27FC236}">
                    <a16:creationId xmlns:a16="http://schemas.microsoft.com/office/drawing/2014/main" id="{1E8C50E4-BB5E-4258-98D6-44D1677E2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2044"/>
                <a:ext cx="20" cy="13"/>
              </a:xfrm>
              <a:custGeom>
                <a:avLst/>
                <a:gdLst>
                  <a:gd name="T0" fmla="*/ 520 w 8"/>
                  <a:gd name="T1" fmla="*/ 1547 h 5"/>
                  <a:gd name="T2" fmla="*/ 1300 w 8"/>
                  <a:gd name="T3" fmla="*/ 967 h 5"/>
                  <a:gd name="T4" fmla="*/ 1958 w 8"/>
                  <a:gd name="T5" fmla="*/ 0 h 5"/>
                  <a:gd name="T6" fmla="*/ 1488 w 8"/>
                  <a:gd name="T7" fmla="*/ 0 h 5"/>
                  <a:gd name="T8" fmla="*/ 988 w 8"/>
                  <a:gd name="T9" fmla="*/ 595 h 5"/>
                  <a:gd name="T10" fmla="*/ 0 w 8"/>
                  <a:gd name="T11" fmla="*/ 1547 h 5"/>
                  <a:gd name="T12" fmla="*/ 520 w 8"/>
                  <a:gd name="T13" fmla="*/ 1547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2" y="5"/>
                    </a:moveTo>
                    <a:cubicBezTo>
                      <a:pt x="2" y="5"/>
                      <a:pt x="4" y="4"/>
                      <a:pt x="5" y="3"/>
                    </a:cubicBezTo>
                    <a:cubicBezTo>
                      <a:pt x="6" y="2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2" y="4"/>
                      <a:pt x="0" y="5"/>
                      <a:pt x="0" y="5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2" name="Freeform 212">
                <a:extLst>
                  <a:ext uri="{FF2B5EF4-FFF2-40B4-BE49-F238E27FC236}">
                    <a16:creationId xmlns:a16="http://schemas.microsoft.com/office/drawing/2014/main" id="{B1FB84BF-E5CC-4FD2-9AD6-530F27AA6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041"/>
                <a:ext cx="20" cy="14"/>
              </a:xfrm>
              <a:custGeom>
                <a:avLst/>
                <a:gdLst>
                  <a:gd name="T0" fmla="*/ 520 w 8"/>
                  <a:gd name="T1" fmla="*/ 2391 h 5"/>
                  <a:gd name="T2" fmla="*/ 1300 w 8"/>
                  <a:gd name="T3" fmla="*/ 1364 h 5"/>
                  <a:gd name="T4" fmla="*/ 1958 w 8"/>
                  <a:gd name="T5" fmla="*/ 487 h 5"/>
                  <a:gd name="T6" fmla="*/ 1488 w 8"/>
                  <a:gd name="T7" fmla="*/ 0 h 5"/>
                  <a:gd name="T8" fmla="*/ 783 w 8"/>
                  <a:gd name="T9" fmla="*/ 1050 h 5"/>
                  <a:gd name="T10" fmla="*/ 0 w 8"/>
                  <a:gd name="T11" fmla="*/ 2391 h 5"/>
                  <a:gd name="T12" fmla="*/ 520 w 8"/>
                  <a:gd name="T13" fmla="*/ 2391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2" y="5"/>
                    </a:moveTo>
                    <a:cubicBezTo>
                      <a:pt x="3" y="5"/>
                      <a:pt x="4" y="4"/>
                      <a:pt x="5" y="3"/>
                    </a:cubicBezTo>
                    <a:cubicBezTo>
                      <a:pt x="6" y="2"/>
                      <a:pt x="8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2" y="4"/>
                      <a:pt x="0" y="5"/>
                      <a:pt x="0" y="5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3" name="Freeform 213">
                <a:extLst>
                  <a:ext uri="{FF2B5EF4-FFF2-40B4-BE49-F238E27FC236}">
                    <a16:creationId xmlns:a16="http://schemas.microsoft.com/office/drawing/2014/main" id="{AEAC9265-BCB7-4531-97C2-21B271E64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2044"/>
                <a:ext cx="8" cy="19"/>
              </a:xfrm>
              <a:custGeom>
                <a:avLst/>
                <a:gdLst>
                  <a:gd name="T0" fmla="*/ 0 w 3"/>
                  <a:gd name="T1" fmla="*/ 0 h 7"/>
                  <a:gd name="T2" fmla="*/ 661 w 3"/>
                  <a:gd name="T3" fmla="*/ 2823 h 7"/>
                  <a:gd name="T4" fmla="*/ 1059 w 3"/>
                  <a:gd name="T5" fmla="*/ 2823 h 7"/>
                  <a:gd name="T6" fmla="*/ 661 w 3"/>
                  <a:gd name="T7" fmla="*/ 0 h 7"/>
                  <a:gd name="T8" fmla="*/ 0 w 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0"/>
                      <a:pt x="1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4" name="Freeform 214">
                <a:extLst>
                  <a:ext uri="{FF2B5EF4-FFF2-40B4-BE49-F238E27FC236}">
                    <a16:creationId xmlns:a16="http://schemas.microsoft.com/office/drawing/2014/main" id="{3FBF170F-87FF-44F7-B517-1EF2DE063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041"/>
                <a:ext cx="7" cy="19"/>
              </a:xfrm>
              <a:custGeom>
                <a:avLst/>
                <a:gdLst>
                  <a:gd name="T0" fmla="*/ 0 w 3"/>
                  <a:gd name="T1" fmla="*/ 0 h 7"/>
                  <a:gd name="T2" fmla="*/ 152 w 3"/>
                  <a:gd name="T3" fmla="*/ 2823 h 7"/>
                  <a:gd name="T4" fmla="*/ 469 w 3"/>
                  <a:gd name="T5" fmla="*/ 2823 h 7"/>
                  <a:gd name="T6" fmla="*/ 355 w 3"/>
                  <a:gd name="T7" fmla="*/ 442 h 7"/>
                  <a:gd name="T8" fmla="*/ 0 w 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1"/>
                      <a:pt x="1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5" name="Freeform 215">
                <a:extLst>
                  <a:ext uri="{FF2B5EF4-FFF2-40B4-BE49-F238E27FC236}">
                    <a16:creationId xmlns:a16="http://schemas.microsoft.com/office/drawing/2014/main" id="{5C523728-8FE1-4E4A-B179-2EAB2440D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039"/>
                <a:ext cx="23" cy="13"/>
              </a:xfrm>
              <a:custGeom>
                <a:avLst/>
                <a:gdLst>
                  <a:gd name="T0" fmla="*/ 549 w 9"/>
                  <a:gd name="T1" fmla="*/ 1196 h 5"/>
                  <a:gd name="T2" fmla="*/ 1620 w 9"/>
                  <a:gd name="T3" fmla="*/ 967 h 5"/>
                  <a:gd name="T4" fmla="*/ 2520 w 9"/>
                  <a:gd name="T5" fmla="*/ 372 h 5"/>
                  <a:gd name="T6" fmla="*/ 2167 w 9"/>
                  <a:gd name="T7" fmla="*/ 0 h 5"/>
                  <a:gd name="T8" fmla="*/ 1403 w 9"/>
                  <a:gd name="T9" fmla="*/ 595 h 5"/>
                  <a:gd name="T10" fmla="*/ 0 w 9"/>
                  <a:gd name="T11" fmla="*/ 967 h 5"/>
                  <a:gd name="T12" fmla="*/ 549 w 9"/>
                  <a:gd name="T13" fmla="*/ 1196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2" y="4"/>
                    </a:moveTo>
                    <a:cubicBezTo>
                      <a:pt x="3" y="5"/>
                      <a:pt x="5" y="4"/>
                      <a:pt x="6" y="3"/>
                    </a:cubicBezTo>
                    <a:cubicBezTo>
                      <a:pt x="7" y="2"/>
                      <a:pt x="9" y="1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1"/>
                      <a:pt x="5" y="2"/>
                    </a:cubicBezTo>
                    <a:cubicBezTo>
                      <a:pt x="3" y="3"/>
                      <a:pt x="1" y="4"/>
                      <a:pt x="0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6" name="Freeform 216">
                <a:extLst>
                  <a:ext uri="{FF2B5EF4-FFF2-40B4-BE49-F238E27FC236}">
                    <a16:creationId xmlns:a16="http://schemas.microsoft.com/office/drawing/2014/main" id="{32269832-1665-419B-8FF4-890DAF8F1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039"/>
                <a:ext cx="10" cy="18"/>
              </a:xfrm>
              <a:custGeom>
                <a:avLst/>
                <a:gdLst>
                  <a:gd name="T0" fmla="*/ 0 w 4"/>
                  <a:gd name="T1" fmla="*/ 0 h 7"/>
                  <a:gd name="T2" fmla="*/ 313 w 4"/>
                  <a:gd name="T3" fmla="*/ 2003 h 7"/>
                  <a:gd name="T4" fmla="*/ 783 w 4"/>
                  <a:gd name="T5" fmla="*/ 2003 h 7"/>
                  <a:gd name="T6" fmla="*/ 520 w 4"/>
                  <a:gd name="T7" fmla="*/ 0 h 7"/>
                  <a:gd name="T8" fmla="*/ 0 w 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2" y="0"/>
                      <a:pt x="1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4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7" name="Freeform 217">
                <a:extLst>
                  <a:ext uri="{FF2B5EF4-FFF2-40B4-BE49-F238E27FC236}">
                    <a16:creationId xmlns:a16="http://schemas.microsoft.com/office/drawing/2014/main" id="{BFE4BEDE-D6DA-47B0-B0C6-4D6A48A1F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039"/>
                <a:ext cx="5" cy="16"/>
              </a:xfrm>
              <a:custGeom>
                <a:avLst/>
                <a:gdLst>
                  <a:gd name="T0" fmla="*/ 520 w 2"/>
                  <a:gd name="T1" fmla="*/ 2184 h 6"/>
                  <a:gd name="T2" fmla="*/ 0 w 2"/>
                  <a:gd name="T3" fmla="*/ 2184 h 6"/>
                  <a:gd name="T4" fmla="*/ 0 w 2"/>
                  <a:gd name="T5" fmla="*/ 0 h 6"/>
                  <a:gd name="T6" fmla="*/ 313 w 2"/>
                  <a:gd name="T7" fmla="*/ 0 h 6"/>
                  <a:gd name="T8" fmla="*/ 520 w 2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6"/>
                      <a:pt x="2" y="6"/>
                    </a:cubicBez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8" name="Freeform 218">
                <a:extLst>
                  <a:ext uri="{FF2B5EF4-FFF2-40B4-BE49-F238E27FC236}">
                    <a16:creationId xmlns:a16="http://schemas.microsoft.com/office/drawing/2014/main" id="{E3B4E5FB-EB7E-4F3B-B356-871116B44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041"/>
                <a:ext cx="8" cy="11"/>
              </a:xfrm>
              <a:custGeom>
                <a:avLst/>
                <a:gdLst>
                  <a:gd name="T0" fmla="*/ 397 w 3"/>
                  <a:gd name="T1" fmla="*/ 1271 h 4"/>
                  <a:gd name="T2" fmla="*/ 397 w 3"/>
                  <a:gd name="T3" fmla="*/ 976 h 4"/>
                  <a:gd name="T4" fmla="*/ 1059 w 3"/>
                  <a:gd name="T5" fmla="*/ 0 h 4"/>
                  <a:gd name="T6" fmla="*/ 661 w 3"/>
                  <a:gd name="T7" fmla="*/ 1724 h 4"/>
                  <a:gd name="T8" fmla="*/ 397 w 3"/>
                  <a:gd name="T9" fmla="*/ 127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3"/>
                      <a:pt x="2" y="4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9" name="Freeform 219">
                <a:extLst>
                  <a:ext uri="{FF2B5EF4-FFF2-40B4-BE49-F238E27FC236}">
                    <a16:creationId xmlns:a16="http://schemas.microsoft.com/office/drawing/2014/main" id="{0175AF29-53C4-4489-BEBB-09107E060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044"/>
                <a:ext cx="3" cy="13"/>
              </a:xfrm>
              <a:custGeom>
                <a:avLst/>
                <a:gdLst>
                  <a:gd name="T0" fmla="*/ 0 w 1"/>
                  <a:gd name="T1" fmla="*/ 0 h 5"/>
                  <a:gd name="T2" fmla="*/ 729 w 1"/>
                  <a:gd name="T3" fmla="*/ 1196 h 5"/>
                  <a:gd name="T4" fmla="*/ 729 w 1"/>
                  <a:gd name="T5" fmla="*/ 1547 h 5"/>
                  <a:gd name="T6" fmla="*/ 729 w 1"/>
                  <a:gd name="T7" fmla="*/ 1547 h 5"/>
                  <a:gd name="T8" fmla="*/ 729 w 1"/>
                  <a:gd name="T9" fmla="*/ 967 h 5"/>
                  <a:gd name="T10" fmla="*/ 0 w 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2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0" name="Freeform 220">
                <a:extLst>
                  <a:ext uri="{FF2B5EF4-FFF2-40B4-BE49-F238E27FC236}">
                    <a16:creationId xmlns:a16="http://schemas.microsoft.com/office/drawing/2014/main" id="{8B7ABDE7-77FE-44F6-8B00-16BFF57E9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2041"/>
                <a:ext cx="3" cy="14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912 h 5"/>
                  <a:gd name="T4" fmla="*/ 0 w 1"/>
                  <a:gd name="T5" fmla="*/ 2391 h 5"/>
                  <a:gd name="T6" fmla="*/ 0 w 1"/>
                  <a:gd name="T7" fmla="*/ 2391 h 5"/>
                  <a:gd name="T8" fmla="*/ 729 w 1"/>
                  <a:gd name="T9" fmla="*/ 1364 h 5"/>
                  <a:gd name="T10" fmla="*/ 0 w 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1" name="Freeform 221">
                <a:extLst>
                  <a:ext uri="{FF2B5EF4-FFF2-40B4-BE49-F238E27FC236}">
                    <a16:creationId xmlns:a16="http://schemas.microsoft.com/office/drawing/2014/main" id="{F691CBD0-3D8A-4FC7-A77A-AF9CD9AB1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039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967 h 5"/>
                  <a:gd name="T4" fmla="*/ 0 w 1"/>
                  <a:gd name="T5" fmla="*/ 1547 h 5"/>
                  <a:gd name="T6" fmla="*/ 0 w 1"/>
                  <a:gd name="T7" fmla="*/ 1547 h 5"/>
                  <a:gd name="T8" fmla="*/ 64 w 1"/>
                  <a:gd name="T9" fmla="*/ 595 h 5"/>
                  <a:gd name="T10" fmla="*/ 0 w 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2" name="Freeform 222">
                <a:extLst>
                  <a:ext uri="{FF2B5EF4-FFF2-40B4-BE49-F238E27FC236}">
                    <a16:creationId xmlns:a16="http://schemas.microsoft.com/office/drawing/2014/main" id="{391223E7-B447-48D2-A211-87BF18616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047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64 w 1"/>
                  <a:gd name="T3" fmla="*/ 967 h 5"/>
                  <a:gd name="T4" fmla="*/ 64 w 1"/>
                  <a:gd name="T5" fmla="*/ 1547 h 5"/>
                  <a:gd name="T6" fmla="*/ 64 w 1"/>
                  <a:gd name="T7" fmla="*/ 1547 h 5"/>
                  <a:gd name="T8" fmla="*/ 64 w 1"/>
                  <a:gd name="T9" fmla="*/ 595 h 5"/>
                  <a:gd name="T10" fmla="*/ 0 w 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3" name="Freeform 223">
                <a:extLst>
                  <a:ext uri="{FF2B5EF4-FFF2-40B4-BE49-F238E27FC236}">
                    <a16:creationId xmlns:a16="http://schemas.microsoft.com/office/drawing/2014/main" id="{13F4C07A-4939-4CA6-9C91-68ECD2DF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049"/>
                <a:ext cx="3" cy="14"/>
              </a:xfrm>
              <a:custGeom>
                <a:avLst/>
                <a:gdLst>
                  <a:gd name="T0" fmla="*/ 0 w 1"/>
                  <a:gd name="T1" fmla="*/ 0 h 5"/>
                  <a:gd name="T2" fmla="*/ 729 w 1"/>
                  <a:gd name="T3" fmla="*/ 1364 h 5"/>
                  <a:gd name="T4" fmla="*/ 729 w 1"/>
                  <a:gd name="T5" fmla="*/ 2391 h 5"/>
                  <a:gd name="T6" fmla="*/ 729 w 1"/>
                  <a:gd name="T7" fmla="*/ 2391 h 5"/>
                  <a:gd name="T8" fmla="*/ 729 w 1"/>
                  <a:gd name="T9" fmla="*/ 1050 h 5"/>
                  <a:gd name="T10" fmla="*/ 0 w 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4" name="Freeform 224">
                <a:extLst>
                  <a:ext uri="{FF2B5EF4-FFF2-40B4-BE49-F238E27FC236}">
                    <a16:creationId xmlns:a16="http://schemas.microsoft.com/office/drawing/2014/main" id="{B6A837EB-CE6A-4BAC-9C4F-87D16079A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004"/>
                <a:ext cx="10" cy="24"/>
              </a:xfrm>
              <a:custGeom>
                <a:avLst/>
                <a:gdLst>
                  <a:gd name="T0" fmla="*/ 988 w 4"/>
                  <a:gd name="T1" fmla="*/ 2824 h 9"/>
                  <a:gd name="T2" fmla="*/ 783 w 4"/>
                  <a:gd name="T3" fmla="*/ 1459 h 9"/>
                  <a:gd name="T4" fmla="*/ 520 w 4"/>
                  <a:gd name="T5" fmla="*/ 0 h 9"/>
                  <a:gd name="T6" fmla="*/ 0 w 4"/>
                  <a:gd name="T7" fmla="*/ 397 h 9"/>
                  <a:gd name="T8" fmla="*/ 520 w 4"/>
                  <a:gd name="T9" fmla="*/ 1763 h 9"/>
                  <a:gd name="T10" fmla="*/ 783 w 4"/>
                  <a:gd name="T11" fmla="*/ 3243 h 9"/>
                  <a:gd name="T12" fmla="*/ 988 w 4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4" y="8"/>
                    </a:moveTo>
                    <a:cubicBezTo>
                      <a:pt x="4" y="7"/>
                      <a:pt x="4" y="5"/>
                      <a:pt x="3" y="4"/>
                    </a:cubicBezTo>
                    <a:cubicBezTo>
                      <a:pt x="3" y="2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5"/>
                    </a:cubicBezTo>
                    <a:cubicBezTo>
                      <a:pt x="3" y="7"/>
                      <a:pt x="3" y="9"/>
                      <a:pt x="3" y="9"/>
                    </a:cubicBez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5" name="Freeform 225">
                <a:extLst>
                  <a:ext uri="{FF2B5EF4-FFF2-40B4-BE49-F238E27FC236}">
                    <a16:creationId xmlns:a16="http://schemas.microsoft.com/office/drawing/2014/main" id="{0433ACEA-4346-466D-8D0A-6A8A35FEF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012"/>
                <a:ext cx="10" cy="24"/>
              </a:xfrm>
              <a:custGeom>
                <a:avLst/>
                <a:gdLst>
                  <a:gd name="T0" fmla="*/ 988 w 4"/>
                  <a:gd name="T1" fmla="*/ 2581 h 9"/>
                  <a:gd name="T2" fmla="*/ 783 w 4"/>
                  <a:gd name="T3" fmla="*/ 1059 h 9"/>
                  <a:gd name="T4" fmla="*/ 520 w 4"/>
                  <a:gd name="T5" fmla="*/ 0 h 9"/>
                  <a:gd name="T6" fmla="*/ 313 w 4"/>
                  <a:gd name="T7" fmla="*/ 397 h 9"/>
                  <a:gd name="T8" fmla="*/ 520 w 4"/>
                  <a:gd name="T9" fmla="*/ 1763 h 9"/>
                  <a:gd name="T10" fmla="*/ 520 w 4"/>
                  <a:gd name="T11" fmla="*/ 3243 h 9"/>
                  <a:gd name="T12" fmla="*/ 988 w 4"/>
                  <a:gd name="T13" fmla="*/ 258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4" y="7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2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3"/>
                      <a:pt x="2" y="5"/>
                    </a:cubicBezTo>
                    <a:cubicBezTo>
                      <a:pt x="3" y="7"/>
                      <a:pt x="3" y="8"/>
                      <a:pt x="2" y="9"/>
                    </a:cubicBez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6" name="Freeform 226">
                <a:extLst>
                  <a:ext uri="{FF2B5EF4-FFF2-40B4-BE49-F238E27FC236}">
                    <a16:creationId xmlns:a16="http://schemas.microsoft.com/office/drawing/2014/main" id="{90718945-EDFA-48EF-B80E-94555500C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2020"/>
                <a:ext cx="7" cy="24"/>
              </a:xfrm>
              <a:custGeom>
                <a:avLst/>
                <a:gdLst>
                  <a:gd name="T0" fmla="*/ 469 w 3"/>
                  <a:gd name="T1" fmla="*/ 2824 h 9"/>
                  <a:gd name="T2" fmla="*/ 469 w 3"/>
                  <a:gd name="T3" fmla="*/ 1459 h 9"/>
                  <a:gd name="T4" fmla="*/ 355 w 3"/>
                  <a:gd name="T5" fmla="*/ 0 h 9"/>
                  <a:gd name="T6" fmla="*/ 152 w 3"/>
                  <a:gd name="T7" fmla="*/ 661 h 9"/>
                  <a:gd name="T8" fmla="*/ 152 w 3"/>
                  <a:gd name="T9" fmla="*/ 1763 h 9"/>
                  <a:gd name="T10" fmla="*/ 355 w 3"/>
                  <a:gd name="T11" fmla="*/ 3243 h 9"/>
                  <a:gd name="T12" fmla="*/ 469 w 3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9">
                    <a:moveTo>
                      <a:pt x="3" y="8"/>
                    </a:moveTo>
                    <a:cubicBezTo>
                      <a:pt x="3" y="7"/>
                      <a:pt x="3" y="6"/>
                      <a:pt x="3" y="4"/>
                    </a:cubicBezTo>
                    <a:cubicBezTo>
                      <a:pt x="3" y="3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4"/>
                      <a:pt x="1" y="5"/>
                    </a:cubicBezTo>
                    <a:cubicBezTo>
                      <a:pt x="2" y="7"/>
                      <a:pt x="2" y="8"/>
                      <a:pt x="2" y="9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7" name="Freeform 227">
                <a:extLst>
                  <a:ext uri="{FF2B5EF4-FFF2-40B4-BE49-F238E27FC236}">
                    <a16:creationId xmlns:a16="http://schemas.microsoft.com/office/drawing/2014/main" id="{A88D0327-3B37-42BC-8A8C-27E56A4E3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028"/>
                <a:ext cx="7" cy="24"/>
              </a:xfrm>
              <a:custGeom>
                <a:avLst/>
                <a:gdLst>
                  <a:gd name="T0" fmla="*/ 355 w 3"/>
                  <a:gd name="T1" fmla="*/ 2824 h 9"/>
                  <a:gd name="T2" fmla="*/ 469 w 3"/>
                  <a:gd name="T3" fmla="*/ 1059 h 9"/>
                  <a:gd name="T4" fmla="*/ 469 w 3"/>
                  <a:gd name="T5" fmla="*/ 0 h 9"/>
                  <a:gd name="T6" fmla="*/ 152 w 3"/>
                  <a:gd name="T7" fmla="*/ 397 h 9"/>
                  <a:gd name="T8" fmla="*/ 152 w 3"/>
                  <a:gd name="T9" fmla="*/ 1459 h 9"/>
                  <a:gd name="T10" fmla="*/ 0 w 3"/>
                  <a:gd name="T11" fmla="*/ 3243 h 9"/>
                  <a:gd name="T12" fmla="*/ 355 w 3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9">
                    <a:moveTo>
                      <a:pt x="2" y="8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3" y="2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3"/>
                      <a:pt x="1" y="4"/>
                    </a:cubicBezTo>
                    <a:cubicBezTo>
                      <a:pt x="1" y="7"/>
                      <a:pt x="1" y="8"/>
                      <a:pt x="0" y="9"/>
                    </a:cubicBez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8" name="Freeform 228">
                <a:extLst>
                  <a:ext uri="{FF2B5EF4-FFF2-40B4-BE49-F238E27FC236}">
                    <a16:creationId xmlns:a16="http://schemas.microsoft.com/office/drawing/2014/main" id="{944C47A5-CD3D-403F-BC3B-3F5DB82C5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017"/>
                <a:ext cx="20" cy="14"/>
              </a:xfrm>
              <a:custGeom>
                <a:avLst/>
                <a:gdLst>
                  <a:gd name="T0" fmla="*/ 0 w 8"/>
                  <a:gd name="T1" fmla="*/ 1364 h 5"/>
                  <a:gd name="T2" fmla="*/ 1770 w 8"/>
                  <a:gd name="T3" fmla="*/ 1912 h 5"/>
                  <a:gd name="T4" fmla="*/ 1958 w 8"/>
                  <a:gd name="T5" fmla="*/ 1364 h 5"/>
                  <a:gd name="T6" fmla="*/ 313 w 8"/>
                  <a:gd name="T7" fmla="*/ 487 h 5"/>
                  <a:gd name="T8" fmla="*/ 0 w 8"/>
                  <a:gd name="T9" fmla="*/ 136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3"/>
                    </a:moveTo>
                    <a:cubicBezTo>
                      <a:pt x="1" y="1"/>
                      <a:pt x="6" y="5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2" y="0"/>
                      <a:pt x="1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9" name="Freeform 229">
                <a:extLst>
                  <a:ext uri="{FF2B5EF4-FFF2-40B4-BE49-F238E27FC236}">
                    <a16:creationId xmlns:a16="http://schemas.microsoft.com/office/drawing/2014/main" id="{C677F050-0082-4D07-8583-8F4A39DC2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023"/>
                <a:ext cx="20" cy="13"/>
              </a:xfrm>
              <a:custGeom>
                <a:avLst/>
                <a:gdLst>
                  <a:gd name="T0" fmla="*/ 0 w 8"/>
                  <a:gd name="T1" fmla="*/ 967 h 5"/>
                  <a:gd name="T2" fmla="*/ 1770 w 8"/>
                  <a:gd name="T3" fmla="*/ 1547 h 5"/>
                  <a:gd name="T4" fmla="*/ 1958 w 8"/>
                  <a:gd name="T5" fmla="*/ 967 h 5"/>
                  <a:gd name="T6" fmla="*/ 313 w 8"/>
                  <a:gd name="T7" fmla="*/ 595 h 5"/>
                  <a:gd name="T8" fmla="*/ 0 w 8"/>
                  <a:gd name="T9" fmla="*/ 96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3"/>
                    </a:moveTo>
                    <a:cubicBezTo>
                      <a:pt x="1" y="2"/>
                      <a:pt x="6" y="5"/>
                      <a:pt x="7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4"/>
                      <a:pt x="2" y="0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0" name="Freeform 230">
                <a:extLst>
                  <a:ext uri="{FF2B5EF4-FFF2-40B4-BE49-F238E27FC236}">
                    <a16:creationId xmlns:a16="http://schemas.microsoft.com/office/drawing/2014/main" id="{19CAC01B-B9CC-4EFD-9CD9-D1A160A01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2028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802 w 5"/>
                  <a:gd name="T3" fmla="*/ 520 h 2"/>
                  <a:gd name="T4" fmla="*/ 967 w 5"/>
                  <a:gd name="T5" fmla="*/ 520 h 2"/>
                  <a:gd name="T6" fmla="*/ 967 w 5"/>
                  <a:gd name="T7" fmla="*/ 520 h 2"/>
                  <a:gd name="T8" fmla="*/ 564 w 5"/>
                  <a:gd name="T9" fmla="*/ 313 h 2"/>
                  <a:gd name="T10" fmla="*/ 0 w 5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2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1" name="Freeform 231">
                <a:extLst>
                  <a:ext uri="{FF2B5EF4-FFF2-40B4-BE49-F238E27FC236}">
                    <a16:creationId xmlns:a16="http://schemas.microsoft.com/office/drawing/2014/main" id="{99AA599D-4CC2-47A3-B1F2-71A50342F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023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564 w 5"/>
                  <a:gd name="T3" fmla="*/ 313 h 2"/>
                  <a:gd name="T4" fmla="*/ 967 w 5"/>
                  <a:gd name="T5" fmla="*/ 520 h 2"/>
                  <a:gd name="T6" fmla="*/ 967 w 5"/>
                  <a:gd name="T7" fmla="*/ 520 h 2"/>
                  <a:gd name="T8" fmla="*/ 564 w 5"/>
                  <a:gd name="T9" fmla="*/ 0 h 2"/>
                  <a:gd name="T10" fmla="*/ 0 w 5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2" name="Freeform 232">
                <a:extLst>
                  <a:ext uri="{FF2B5EF4-FFF2-40B4-BE49-F238E27FC236}">
                    <a16:creationId xmlns:a16="http://schemas.microsoft.com/office/drawing/2014/main" id="{D2C36F32-433C-4A3F-83F2-62F314753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031"/>
                <a:ext cx="20" cy="13"/>
              </a:xfrm>
              <a:custGeom>
                <a:avLst/>
                <a:gdLst>
                  <a:gd name="T0" fmla="*/ 0 w 8"/>
                  <a:gd name="T1" fmla="*/ 967 h 5"/>
                  <a:gd name="T2" fmla="*/ 1770 w 8"/>
                  <a:gd name="T3" fmla="*/ 1547 h 5"/>
                  <a:gd name="T4" fmla="*/ 1958 w 8"/>
                  <a:gd name="T5" fmla="*/ 967 h 5"/>
                  <a:gd name="T6" fmla="*/ 520 w 8"/>
                  <a:gd name="T7" fmla="*/ 595 h 5"/>
                  <a:gd name="T8" fmla="*/ 0 w 8"/>
                  <a:gd name="T9" fmla="*/ 96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3"/>
                    </a:moveTo>
                    <a:cubicBezTo>
                      <a:pt x="1" y="2"/>
                      <a:pt x="7" y="5"/>
                      <a:pt x="7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3" y="0"/>
                      <a:pt x="2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3" name="Freeform 233">
                <a:extLst>
                  <a:ext uri="{FF2B5EF4-FFF2-40B4-BE49-F238E27FC236}">
                    <a16:creationId xmlns:a16="http://schemas.microsoft.com/office/drawing/2014/main" id="{2CDA47C6-D2AE-422E-BC9A-EAB887E5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036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967 w 5"/>
                  <a:gd name="T3" fmla="*/ 520 h 2"/>
                  <a:gd name="T4" fmla="*/ 1547 w 5"/>
                  <a:gd name="T5" fmla="*/ 520 h 2"/>
                  <a:gd name="T6" fmla="*/ 1547 w 5"/>
                  <a:gd name="T7" fmla="*/ 520 h 2"/>
                  <a:gd name="T8" fmla="*/ 595 w 5"/>
                  <a:gd name="T9" fmla="*/ 313 h 2"/>
                  <a:gd name="T10" fmla="*/ 0 w 5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3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4" name="Freeform 234">
                <a:extLst>
                  <a:ext uri="{FF2B5EF4-FFF2-40B4-BE49-F238E27FC236}">
                    <a16:creationId xmlns:a16="http://schemas.microsoft.com/office/drawing/2014/main" id="{EA734165-6B50-4039-BE77-7C7DBD48D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036"/>
                <a:ext cx="18" cy="16"/>
              </a:xfrm>
              <a:custGeom>
                <a:avLst/>
                <a:gdLst>
                  <a:gd name="T0" fmla="*/ 0 w 7"/>
                  <a:gd name="T1" fmla="*/ 661 h 6"/>
                  <a:gd name="T2" fmla="*/ 1700 w 7"/>
                  <a:gd name="T3" fmla="*/ 2184 h 6"/>
                  <a:gd name="T4" fmla="*/ 2003 w 7"/>
                  <a:gd name="T5" fmla="*/ 1763 h 6"/>
                  <a:gd name="T6" fmla="*/ 563 w 7"/>
                  <a:gd name="T7" fmla="*/ 397 h 6"/>
                  <a:gd name="T8" fmla="*/ 0 w 7"/>
                  <a:gd name="T9" fmla="*/ 66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1"/>
                      <a:pt x="5" y="6"/>
                      <a:pt x="6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3" y="0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5" name="Freeform 235">
                <a:extLst>
                  <a:ext uri="{FF2B5EF4-FFF2-40B4-BE49-F238E27FC236}">
                    <a16:creationId xmlns:a16="http://schemas.microsoft.com/office/drawing/2014/main" id="{D8AC3013-8FA2-424F-BCF7-6C22BEE83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041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783 w 4"/>
                  <a:gd name="T3" fmla="*/ 661 h 3"/>
                  <a:gd name="T4" fmla="*/ 988 w 4"/>
                  <a:gd name="T5" fmla="*/ 1059 h 3"/>
                  <a:gd name="T6" fmla="*/ 988 w 4"/>
                  <a:gd name="T7" fmla="*/ 1059 h 3"/>
                  <a:gd name="T8" fmla="*/ 783 w 4"/>
                  <a:gd name="T9" fmla="*/ 397 h 3"/>
                  <a:gd name="T10" fmla="*/ 0 w 4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6" name="Freeform 236">
                <a:extLst>
                  <a:ext uri="{FF2B5EF4-FFF2-40B4-BE49-F238E27FC236}">
                    <a16:creationId xmlns:a16="http://schemas.microsoft.com/office/drawing/2014/main" id="{0B76BCA9-89F0-4083-A6EA-133F670CA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1985"/>
                <a:ext cx="13" cy="22"/>
              </a:xfrm>
              <a:custGeom>
                <a:avLst/>
                <a:gdLst>
                  <a:gd name="T0" fmla="*/ 1547 w 5"/>
                  <a:gd name="T1" fmla="*/ 2684 h 8"/>
                  <a:gd name="T2" fmla="*/ 967 w 5"/>
                  <a:gd name="T3" fmla="*/ 1271 h 8"/>
                  <a:gd name="T4" fmla="*/ 372 w 5"/>
                  <a:gd name="T5" fmla="*/ 0 h 8"/>
                  <a:gd name="T6" fmla="*/ 0 w 5"/>
                  <a:gd name="T7" fmla="*/ 976 h 8"/>
                  <a:gd name="T8" fmla="*/ 595 w 5"/>
                  <a:gd name="T9" fmla="*/ 2225 h 8"/>
                  <a:gd name="T10" fmla="*/ 1547 w 5"/>
                  <a:gd name="T11" fmla="*/ 3495 h 8"/>
                  <a:gd name="T12" fmla="*/ 1547 w 5"/>
                  <a:gd name="T13" fmla="*/ 2684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5" y="6"/>
                    </a:moveTo>
                    <a:cubicBezTo>
                      <a:pt x="5" y="6"/>
                      <a:pt x="4" y="4"/>
                      <a:pt x="3" y="3"/>
                    </a:cubicBezTo>
                    <a:cubicBezTo>
                      <a:pt x="2" y="2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4" y="6"/>
                      <a:pt x="5" y="8"/>
                      <a:pt x="5" y="8"/>
                    </a:cubicBez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7" name="Freeform 237">
                <a:extLst>
                  <a:ext uri="{FF2B5EF4-FFF2-40B4-BE49-F238E27FC236}">
                    <a16:creationId xmlns:a16="http://schemas.microsoft.com/office/drawing/2014/main" id="{EDD98AAF-6FEE-4478-BDF3-D3C862EE2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993"/>
                <a:ext cx="12" cy="22"/>
              </a:xfrm>
              <a:custGeom>
                <a:avLst/>
                <a:gdLst>
                  <a:gd name="T0" fmla="*/ 967 w 5"/>
                  <a:gd name="T1" fmla="*/ 2973 h 8"/>
                  <a:gd name="T2" fmla="*/ 802 w 5"/>
                  <a:gd name="T3" fmla="*/ 1271 h 8"/>
                  <a:gd name="T4" fmla="*/ 168 w 5"/>
                  <a:gd name="T5" fmla="*/ 0 h 8"/>
                  <a:gd name="T6" fmla="*/ 0 w 5"/>
                  <a:gd name="T7" fmla="*/ 976 h 8"/>
                  <a:gd name="T8" fmla="*/ 564 w 5"/>
                  <a:gd name="T9" fmla="*/ 2225 h 8"/>
                  <a:gd name="T10" fmla="*/ 802 w 5"/>
                  <a:gd name="T11" fmla="*/ 3495 h 8"/>
                  <a:gd name="T12" fmla="*/ 967 w 5"/>
                  <a:gd name="T13" fmla="*/ 2973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5" y="7"/>
                    </a:moveTo>
                    <a:cubicBezTo>
                      <a:pt x="5" y="6"/>
                      <a:pt x="5" y="4"/>
                      <a:pt x="4" y="3"/>
                    </a:cubicBezTo>
                    <a:cubicBezTo>
                      <a:pt x="3" y="2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2" y="4"/>
                      <a:pt x="3" y="5"/>
                    </a:cubicBezTo>
                    <a:cubicBezTo>
                      <a:pt x="4" y="7"/>
                      <a:pt x="5" y="8"/>
                      <a:pt x="4" y="8"/>
                    </a:cubicBezTo>
                    <a:lnTo>
                      <a:pt x="5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8" name="Freeform 238">
                <a:extLst>
                  <a:ext uri="{FF2B5EF4-FFF2-40B4-BE49-F238E27FC236}">
                    <a16:creationId xmlns:a16="http://schemas.microsoft.com/office/drawing/2014/main" id="{AFBEE248-3699-4788-BFE6-08F2C4371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001"/>
                <a:ext cx="18" cy="8"/>
              </a:xfrm>
              <a:custGeom>
                <a:avLst/>
                <a:gdLst>
                  <a:gd name="T0" fmla="*/ 0 w 7"/>
                  <a:gd name="T1" fmla="*/ 1059 h 3"/>
                  <a:gd name="T2" fmla="*/ 2003 w 7"/>
                  <a:gd name="T3" fmla="*/ 661 h 3"/>
                  <a:gd name="T4" fmla="*/ 2003 w 7"/>
                  <a:gd name="T5" fmla="*/ 0 h 3"/>
                  <a:gd name="T6" fmla="*/ 0 w 7"/>
                  <a:gd name="T7" fmla="*/ 397 h 3"/>
                  <a:gd name="T8" fmla="*/ 0 w 7"/>
                  <a:gd name="T9" fmla="*/ 1059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0" y="2"/>
                      <a:pt x="6" y="3"/>
                      <a:pt x="7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1" y="0"/>
                      <a:pt x="0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9" name="Freeform 239">
                <a:extLst>
                  <a:ext uri="{FF2B5EF4-FFF2-40B4-BE49-F238E27FC236}">
                    <a16:creationId xmlns:a16="http://schemas.microsoft.com/office/drawing/2014/main" id="{429B91D8-F17C-489A-BE71-95062661A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009"/>
                <a:ext cx="17" cy="8"/>
              </a:xfrm>
              <a:custGeom>
                <a:avLst/>
                <a:gdLst>
                  <a:gd name="T0" fmla="*/ 0 w 7"/>
                  <a:gd name="T1" fmla="*/ 1059 h 3"/>
                  <a:gd name="T2" fmla="*/ 1433 w 7"/>
                  <a:gd name="T3" fmla="*/ 661 h 3"/>
                  <a:gd name="T4" fmla="*/ 1433 w 7"/>
                  <a:gd name="T5" fmla="*/ 0 h 3"/>
                  <a:gd name="T6" fmla="*/ 0 w 7"/>
                  <a:gd name="T7" fmla="*/ 397 h 3"/>
                  <a:gd name="T8" fmla="*/ 0 w 7"/>
                  <a:gd name="T9" fmla="*/ 1059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0" y="2"/>
                      <a:pt x="6" y="3"/>
                      <a:pt x="7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1" y="0"/>
                      <a:pt x="0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0" name="Freeform 240">
                <a:extLst>
                  <a:ext uri="{FF2B5EF4-FFF2-40B4-BE49-F238E27FC236}">
                    <a16:creationId xmlns:a16="http://schemas.microsoft.com/office/drawing/2014/main" id="{0BBADE26-0DFA-452C-AAB4-30547C8DA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015"/>
                <a:ext cx="13" cy="1"/>
              </a:xfrm>
              <a:custGeom>
                <a:avLst/>
                <a:gdLst>
                  <a:gd name="T0" fmla="*/ 0 w 5"/>
                  <a:gd name="T1" fmla="*/ 0 h 1"/>
                  <a:gd name="T2" fmla="*/ 967 w 5"/>
                  <a:gd name="T3" fmla="*/ 0 h 1"/>
                  <a:gd name="T4" fmla="*/ 1547 w 5"/>
                  <a:gd name="T5" fmla="*/ 0 h 1"/>
                  <a:gd name="T6" fmla="*/ 1547 w 5"/>
                  <a:gd name="T7" fmla="*/ 0 h 1"/>
                  <a:gd name="T8" fmla="*/ 595 w 5"/>
                  <a:gd name="T9" fmla="*/ 0 h 1"/>
                  <a:gd name="T10" fmla="*/ 0 w 5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1" name="Freeform 241">
                <a:extLst>
                  <a:ext uri="{FF2B5EF4-FFF2-40B4-BE49-F238E27FC236}">
                    <a16:creationId xmlns:a16="http://schemas.microsoft.com/office/drawing/2014/main" id="{20FD4D58-E29A-49F3-AD20-999097161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004"/>
                <a:ext cx="15" cy="3"/>
              </a:xfrm>
              <a:custGeom>
                <a:avLst/>
                <a:gdLst>
                  <a:gd name="T0" fmla="*/ 0 w 6"/>
                  <a:gd name="T1" fmla="*/ 729 h 1"/>
                  <a:gd name="T2" fmla="*/ 988 w 6"/>
                  <a:gd name="T3" fmla="*/ 729 h 1"/>
                  <a:gd name="T4" fmla="*/ 1488 w 6"/>
                  <a:gd name="T5" fmla="*/ 729 h 1"/>
                  <a:gd name="T6" fmla="*/ 1488 w 6"/>
                  <a:gd name="T7" fmla="*/ 729 h 1"/>
                  <a:gd name="T8" fmla="*/ 783 w 6"/>
                  <a:gd name="T9" fmla="*/ 729 h 1"/>
                  <a:gd name="T10" fmla="*/ 0 w 6"/>
                  <a:gd name="T11" fmla="*/ 729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2" name="Freeform 242">
                <a:extLst>
                  <a:ext uri="{FF2B5EF4-FFF2-40B4-BE49-F238E27FC236}">
                    <a16:creationId xmlns:a16="http://schemas.microsoft.com/office/drawing/2014/main" id="{B003FB4C-8F5C-4F2C-A171-551E7C197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991"/>
                <a:ext cx="17" cy="10"/>
              </a:xfrm>
              <a:custGeom>
                <a:avLst/>
                <a:gdLst>
                  <a:gd name="T0" fmla="*/ 0 w 7"/>
                  <a:gd name="T1" fmla="*/ 988 h 4"/>
                  <a:gd name="T2" fmla="*/ 1433 w 7"/>
                  <a:gd name="T3" fmla="*/ 520 h 4"/>
                  <a:gd name="T4" fmla="*/ 1433 w 7"/>
                  <a:gd name="T5" fmla="*/ 0 h 4"/>
                  <a:gd name="T6" fmla="*/ 170 w 7"/>
                  <a:gd name="T7" fmla="*/ 520 h 4"/>
                  <a:gd name="T8" fmla="*/ 0 w 7"/>
                  <a:gd name="T9" fmla="*/ 98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1" y="2"/>
                      <a:pt x="7" y="2"/>
                      <a:pt x="7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1" y="0"/>
                      <a:pt x="1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3" name="Freeform 243">
                <a:extLst>
                  <a:ext uri="{FF2B5EF4-FFF2-40B4-BE49-F238E27FC236}">
                    <a16:creationId xmlns:a16="http://schemas.microsoft.com/office/drawing/2014/main" id="{44E2EAA3-6031-416D-BF68-3C962ECE1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863"/>
                <a:ext cx="18" cy="10"/>
              </a:xfrm>
              <a:custGeom>
                <a:avLst/>
                <a:gdLst>
                  <a:gd name="T0" fmla="*/ 0 w 7"/>
                  <a:gd name="T1" fmla="*/ 988 h 4"/>
                  <a:gd name="T2" fmla="*/ 563 w 7"/>
                  <a:gd name="T3" fmla="*/ 313 h 4"/>
                  <a:gd name="T4" fmla="*/ 918 w 7"/>
                  <a:gd name="T5" fmla="*/ 0 h 4"/>
                  <a:gd name="T6" fmla="*/ 2003 w 7"/>
                  <a:gd name="T7" fmla="*/ 783 h 4"/>
                  <a:gd name="T8" fmla="*/ 0 w 7"/>
                  <a:gd name="T9" fmla="*/ 98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4" name="Freeform 244">
                <a:extLst>
                  <a:ext uri="{FF2B5EF4-FFF2-40B4-BE49-F238E27FC236}">
                    <a16:creationId xmlns:a16="http://schemas.microsoft.com/office/drawing/2014/main" id="{B3853201-666F-4234-8120-067E8E3E9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879"/>
                <a:ext cx="38" cy="10"/>
              </a:xfrm>
              <a:custGeom>
                <a:avLst/>
                <a:gdLst>
                  <a:gd name="T0" fmla="*/ 327 w 15"/>
                  <a:gd name="T1" fmla="*/ 313 h 4"/>
                  <a:gd name="T2" fmla="*/ 2098 w 15"/>
                  <a:gd name="T3" fmla="*/ 0 h 4"/>
                  <a:gd name="T4" fmla="*/ 3955 w 15"/>
                  <a:gd name="T5" fmla="*/ 0 h 4"/>
                  <a:gd name="T6" fmla="*/ 3466 w 15"/>
                  <a:gd name="T7" fmla="*/ 783 h 4"/>
                  <a:gd name="T8" fmla="*/ 1900 w 15"/>
                  <a:gd name="T9" fmla="*/ 783 h 4"/>
                  <a:gd name="T10" fmla="*/ 0 w 15"/>
                  <a:gd name="T11" fmla="*/ 988 h 4"/>
                  <a:gd name="T12" fmla="*/ 327 w 15"/>
                  <a:gd name="T13" fmla="*/ 313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">
                    <a:moveTo>
                      <a:pt x="1" y="1"/>
                    </a:moveTo>
                    <a:cubicBezTo>
                      <a:pt x="2" y="0"/>
                      <a:pt x="5" y="0"/>
                      <a:pt x="8" y="0"/>
                    </a:cubicBezTo>
                    <a:cubicBezTo>
                      <a:pt x="10" y="0"/>
                      <a:pt x="15" y="0"/>
                      <a:pt x="15" y="0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4"/>
                      <a:pt x="9" y="3"/>
                      <a:pt x="7" y="3"/>
                    </a:cubicBezTo>
                    <a:cubicBezTo>
                      <a:pt x="3" y="3"/>
                      <a:pt x="0" y="3"/>
                      <a:pt x="0" y="4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5" name="Freeform 245">
                <a:extLst>
                  <a:ext uri="{FF2B5EF4-FFF2-40B4-BE49-F238E27FC236}">
                    <a16:creationId xmlns:a16="http://schemas.microsoft.com/office/drawing/2014/main" id="{9A45161A-C3E3-463A-8864-412C4BD16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1892"/>
                <a:ext cx="35" cy="11"/>
              </a:xfrm>
              <a:custGeom>
                <a:avLst/>
                <a:gdLst>
                  <a:gd name="T0" fmla="*/ 520 w 14"/>
                  <a:gd name="T1" fmla="*/ 462 h 4"/>
                  <a:gd name="T2" fmla="*/ 1958 w 14"/>
                  <a:gd name="T3" fmla="*/ 0 h 4"/>
                  <a:gd name="T4" fmla="*/ 3438 w 14"/>
                  <a:gd name="T5" fmla="*/ 0 h 4"/>
                  <a:gd name="T6" fmla="*/ 2938 w 14"/>
                  <a:gd name="T7" fmla="*/ 1271 h 4"/>
                  <a:gd name="T8" fmla="*/ 1770 w 14"/>
                  <a:gd name="T9" fmla="*/ 1271 h 4"/>
                  <a:gd name="T10" fmla="*/ 0 w 14"/>
                  <a:gd name="T11" fmla="*/ 1724 h 4"/>
                  <a:gd name="T12" fmla="*/ 520 w 14"/>
                  <a:gd name="T13" fmla="*/ 46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">
                    <a:moveTo>
                      <a:pt x="2" y="1"/>
                    </a:moveTo>
                    <a:cubicBezTo>
                      <a:pt x="2" y="0"/>
                      <a:pt x="5" y="0"/>
                      <a:pt x="8" y="0"/>
                    </a:cubicBezTo>
                    <a:cubicBezTo>
                      <a:pt x="10" y="0"/>
                      <a:pt x="14" y="0"/>
                      <a:pt x="14" y="0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9" y="3"/>
                      <a:pt x="7" y="3"/>
                    </a:cubicBezTo>
                    <a:cubicBezTo>
                      <a:pt x="2" y="2"/>
                      <a:pt x="0" y="3"/>
                      <a:pt x="0" y="4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6" name="Freeform 246">
                <a:extLst>
                  <a:ext uri="{FF2B5EF4-FFF2-40B4-BE49-F238E27FC236}">
                    <a16:creationId xmlns:a16="http://schemas.microsoft.com/office/drawing/2014/main" id="{D4012CC5-9FC5-45B5-9290-075D1FB4B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865"/>
                <a:ext cx="18" cy="22"/>
              </a:xfrm>
              <a:custGeom>
                <a:avLst/>
                <a:gdLst>
                  <a:gd name="T0" fmla="*/ 0 w 7"/>
                  <a:gd name="T1" fmla="*/ 0 h 8"/>
                  <a:gd name="T2" fmla="*/ 2003 w 7"/>
                  <a:gd name="T3" fmla="*/ 2225 h 8"/>
                  <a:gd name="T4" fmla="*/ 1700 w 7"/>
                  <a:gd name="T5" fmla="*/ 2684 h 8"/>
                  <a:gd name="T6" fmla="*/ 1137 w 7"/>
                  <a:gd name="T7" fmla="*/ 3495 h 8"/>
                  <a:gd name="T8" fmla="*/ 0 w 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5"/>
                      <a:pt x="6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7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7" name="Freeform 247">
                <a:extLst>
                  <a:ext uri="{FF2B5EF4-FFF2-40B4-BE49-F238E27FC236}">
                    <a16:creationId xmlns:a16="http://schemas.microsoft.com/office/drawing/2014/main" id="{BD491464-34EA-4876-AF5E-3E4C5E702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865"/>
                <a:ext cx="25" cy="35"/>
              </a:xfrm>
              <a:custGeom>
                <a:avLst/>
                <a:gdLst>
                  <a:gd name="T0" fmla="*/ 1488 w 10"/>
                  <a:gd name="T1" fmla="*/ 4935 h 13"/>
                  <a:gd name="T2" fmla="*/ 313 w 10"/>
                  <a:gd name="T3" fmla="*/ 681 h 13"/>
                  <a:gd name="T4" fmla="*/ 783 w 10"/>
                  <a:gd name="T5" fmla="*/ 0 h 13"/>
                  <a:gd name="T6" fmla="*/ 1958 w 10"/>
                  <a:gd name="T7" fmla="*/ 3842 h 13"/>
                  <a:gd name="T8" fmla="*/ 1488 w 10"/>
                  <a:gd name="T9" fmla="*/ 49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6" y="13"/>
                    </a:moveTo>
                    <a:cubicBezTo>
                      <a:pt x="8" y="11"/>
                      <a:pt x="0" y="3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0" y="8"/>
                      <a:pt x="8" y="10"/>
                    </a:cubicBezTo>
                    <a:lnTo>
                      <a:pt x="6" y="1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8" name="Freeform 248">
                <a:extLst>
                  <a:ext uri="{FF2B5EF4-FFF2-40B4-BE49-F238E27FC236}">
                    <a16:creationId xmlns:a16="http://schemas.microsoft.com/office/drawing/2014/main" id="{33C06890-7BFE-4E5F-AF62-3527B471C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905"/>
                <a:ext cx="35" cy="16"/>
              </a:xfrm>
              <a:custGeom>
                <a:avLst/>
                <a:gdLst>
                  <a:gd name="T0" fmla="*/ 313 w 14"/>
                  <a:gd name="T1" fmla="*/ 1059 h 6"/>
                  <a:gd name="T2" fmla="*/ 1770 w 14"/>
                  <a:gd name="T3" fmla="*/ 397 h 6"/>
                  <a:gd name="T4" fmla="*/ 3438 w 14"/>
                  <a:gd name="T5" fmla="*/ 0 h 6"/>
                  <a:gd name="T6" fmla="*/ 2938 w 14"/>
                  <a:gd name="T7" fmla="*/ 1059 h 6"/>
                  <a:gd name="T8" fmla="*/ 1770 w 14"/>
                  <a:gd name="T9" fmla="*/ 1459 h 6"/>
                  <a:gd name="T10" fmla="*/ 0 w 14"/>
                  <a:gd name="T11" fmla="*/ 2184 h 6"/>
                  <a:gd name="T12" fmla="*/ 313 w 14"/>
                  <a:gd name="T13" fmla="*/ 105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1" y="3"/>
                    </a:moveTo>
                    <a:cubicBezTo>
                      <a:pt x="1" y="2"/>
                      <a:pt x="5" y="1"/>
                      <a:pt x="7" y="1"/>
                    </a:cubicBezTo>
                    <a:cubicBezTo>
                      <a:pt x="10" y="0"/>
                      <a:pt x="14" y="0"/>
                      <a:pt x="14" y="0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9" y="4"/>
                      <a:pt x="7" y="4"/>
                    </a:cubicBezTo>
                    <a:cubicBezTo>
                      <a:pt x="3" y="4"/>
                      <a:pt x="0" y="5"/>
                      <a:pt x="0" y="6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9" name="Freeform 249">
                <a:extLst>
                  <a:ext uri="{FF2B5EF4-FFF2-40B4-BE49-F238E27FC236}">
                    <a16:creationId xmlns:a16="http://schemas.microsoft.com/office/drawing/2014/main" id="{57A11858-7359-4391-9938-58F3A23AF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919"/>
                <a:ext cx="33" cy="18"/>
              </a:xfrm>
              <a:custGeom>
                <a:avLst/>
                <a:gdLst>
                  <a:gd name="T0" fmla="*/ 327 w 13"/>
                  <a:gd name="T1" fmla="*/ 918 h 7"/>
                  <a:gd name="T2" fmla="*/ 1914 w 13"/>
                  <a:gd name="T3" fmla="*/ 357 h 7"/>
                  <a:gd name="T4" fmla="*/ 3485 w 13"/>
                  <a:gd name="T5" fmla="*/ 0 h 7"/>
                  <a:gd name="T6" fmla="*/ 3158 w 13"/>
                  <a:gd name="T7" fmla="*/ 918 h 7"/>
                  <a:gd name="T8" fmla="*/ 1571 w 13"/>
                  <a:gd name="T9" fmla="*/ 1137 h 7"/>
                  <a:gd name="T10" fmla="*/ 0 w 13"/>
                  <a:gd name="T11" fmla="*/ 2003 h 7"/>
                  <a:gd name="T12" fmla="*/ 327 w 13"/>
                  <a:gd name="T13" fmla="*/ 91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1" y="3"/>
                    </a:moveTo>
                    <a:cubicBezTo>
                      <a:pt x="1" y="2"/>
                      <a:pt x="4" y="1"/>
                      <a:pt x="7" y="1"/>
                    </a:cubicBezTo>
                    <a:cubicBezTo>
                      <a:pt x="9" y="0"/>
                      <a:pt x="13" y="0"/>
                      <a:pt x="13" y="0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8" y="4"/>
                      <a:pt x="6" y="4"/>
                    </a:cubicBezTo>
                    <a:cubicBezTo>
                      <a:pt x="2" y="4"/>
                      <a:pt x="0" y="6"/>
                      <a:pt x="0" y="7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0" name="Freeform 250">
                <a:extLst>
                  <a:ext uri="{FF2B5EF4-FFF2-40B4-BE49-F238E27FC236}">
                    <a16:creationId xmlns:a16="http://schemas.microsoft.com/office/drawing/2014/main" id="{90C74C3C-7AD8-43F8-92FC-239256C70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1881"/>
                <a:ext cx="25" cy="32"/>
              </a:xfrm>
              <a:custGeom>
                <a:avLst/>
                <a:gdLst>
                  <a:gd name="T0" fmla="*/ 1770 w 10"/>
                  <a:gd name="T1" fmla="*/ 4301 h 12"/>
                  <a:gd name="T2" fmla="*/ 313 w 10"/>
                  <a:gd name="T3" fmla="*/ 1059 h 12"/>
                  <a:gd name="T4" fmla="*/ 520 w 10"/>
                  <a:gd name="T5" fmla="*/ 0 h 12"/>
                  <a:gd name="T6" fmla="*/ 2270 w 10"/>
                  <a:gd name="T7" fmla="*/ 3640 h 12"/>
                  <a:gd name="T8" fmla="*/ 1770 w 10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7" y="12"/>
                    </a:moveTo>
                    <a:cubicBezTo>
                      <a:pt x="8" y="10"/>
                      <a:pt x="0" y="4"/>
                      <a:pt x="1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0" y="7"/>
                      <a:pt x="9" y="10"/>
                    </a:cubicBezTo>
                    <a:lnTo>
                      <a:pt x="7" y="1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1" name="Freeform 251">
                <a:extLst>
                  <a:ext uri="{FF2B5EF4-FFF2-40B4-BE49-F238E27FC236}">
                    <a16:creationId xmlns:a16="http://schemas.microsoft.com/office/drawing/2014/main" id="{A327EC14-647A-417B-BAF6-E50936DDC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895"/>
                <a:ext cx="25" cy="32"/>
              </a:xfrm>
              <a:custGeom>
                <a:avLst/>
                <a:gdLst>
                  <a:gd name="T0" fmla="*/ 1770 w 10"/>
                  <a:gd name="T1" fmla="*/ 4301 h 12"/>
                  <a:gd name="T2" fmla="*/ 313 w 10"/>
                  <a:gd name="T3" fmla="*/ 1059 h 12"/>
                  <a:gd name="T4" fmla="*/ 783 w 10"/>
                  <a:gd name="T5" fmla="*/ 0 h 12"/>
                  <a:gd name="T6" fmla="*/ 2270 w 10"/>
                  <a:gd name="T7" fmla="*/ 3243 h 12"/>
                  <a:gd name="T8" fmla="*/ 1770 w 10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7" y="12"/>
                    </a:moveTo>
                    <a:cubicBezTo>
                      <a:pt x="9" y="10"/>
                      <a:pt x="0" y="3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0" y="7"/>
                      <a:pt x="9" y="9"/>
                    </a:cubicBezTo>
                    <a:lnTo>
                      <a:pt x="7" y="1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2" name="Freeform 252">
                <a:extLst>
                  <a:ext uri="{FF2B5EF4-FFF2-40B4-BE49-F238E27FC236}">
                    <a16:creationId xmlns:a16="http://schemas.microsoft.com/office/drawing/2014/main" id="{7CA787BD-7D25-4437-8158-BED517FF8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935"/>
                <a:ext cx="33" cy="21"/>
              </a:xfrm>
              <a:custGeom>
                <a:avLst/>
                <a:gdLst>
                  <a:gd name="T0" fmla="*/ 0 w 13"/>
                  <a:gd name="T1" fmla="*/ 1612 h 8"/>
                  <a:gd name="T2" fmla="*/ 1571 w 13"/>
                  <a:gd name="T3" fmla="*/ 614 h 8"/>
                  <a:gd name="T4" fmla="*/ 3485 w 13"/>
                  <a:gd name="T5" fmla="*/ 0 h 8"/>
                  <a:gd name="T6" fmla="*/ 3158 w 13"/>
                  <a:gd name="T7" fmla="*/ 992 h 8"/>
                  <a:gd name="T8" fmla="*/ 1571 w 13"/>
                  <a:gd name="T9" fmla="*/ 1612 h 8"/>
                  <a:gd name="T10" fmla="*/ 0 w 13"/>
                  <a:gd name="T11" fmla="*/ 2604 h 8"/>
                  <a:gd name="T12" fmla="*/ 0 w 13"/>
                  <a:gd name="T13" fmla="*/ 161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0" y="5"/>
                    </a:moveTo>
                    <a:cubicBezTo>
                      <a:pt x="0" y="4"/>
                      <a:pt x="4" y="3"/>
                      <a:pt x="6" y="2"/>
                    </a:cubicBezTo>
                    <a:cubicBezTo>
                      <a:pt x="9" y="1"/>
                      <a:pt x="13" y="0"/>
                      <a:pt x="13" y="0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9" y="4"/>
                      <a:pt x="6" y="5"/>
                    </a:cubicBezTo>
                    <a:cubicBezTo>
                      <a:pt x="3" y="6"/>
                      <a:pt x="0" y="7"/>
                      <a:pt x="0" y="8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3" name="Freeform 253">
                <a:extLst>
                  <a:ext uri="{FF2B5EF4-FFF2-40B4-BE49-F238E27FC236}">
                    <a16:creationId xmlns:a16="http://schemas.microsoft.com/office/drawing/2014/main" id="{49CE829E-345F-4D9B-929E-9B6E04915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948"/>
                <a:ext cx="33" cy="24"/>
              </a:xfrm>
              <a:custGeom>
                <a:avLst/>
                <a:gdLst>
                  <a:gd name="T0" fmla="*/ 0 w 13"/>
                  <a:gd name="T1" fmla="*/ 1763 h 9"/>
                  <a:gd name="T2" fmla="*/ 1914 w 13"/>
                  <a:gd name="T3" fmla="*/ 661 h 9"/>
                  <a:gd name="T4" fmla="*/ 3485 w 13"/>
                  <a:gd name="T5" fmla="*/ 0 h 9"/>
                  <a:gd name="T6" fmla="*/ 3158 w 13"/>
                  <a:gd name="T7" fmla="*/ 1059 h 9"/>
                  <a:gd name="T8" fmla="*/ 1914 w 13"/>
                  <a:gd name="T9" fmla="*/ 1763 h 9"/>
                  <a:gd name="T10" fmla="*/ 0 w 13"/>
                  <a:gd name="T11" fmla="*/ 3243 h 9"/>
                  <a:gd name="T12" fmla="*/ 0 w 13"/>
                  <a:gd name="T13" fmla="*/ 176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0" y="5"/>
                    </a:moveTo>
                    <a:cubicBezTo>
                      <a:pt x="1" y="4"/>
                      <a:pt x="4" y="3"/>
                      <a:pt x="7" y="2"/>
                    </a:cubicBezTo>
                    <a:cubicBezTo>
                      <a:pt x="9" y="1"/>
                      <a:pt x="13" y="0"/>
                      <a:pt x="13" y="0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5"/>
                      <a:pt x="9" y="5"/>
                      <a:pt x="7" y="5"/>
                    </a:cubicBezTo>
                    <a:cubicBezTo>
                      <a:pt x="2" y="6"/>
                      <a:pt x="0" y="8"/>
                      <a:pt x="0" y="9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4" name="Freeform 254">
                <a:extLst>
                  <a:ext uri="{FF2B5EF4-FFF2-40B4-BE49-F238E27FC236}">
                    <a16:creationId xmlns:a16="http://schemas.microsoft.com/office/drawing/2014/main" id="{7148605B-8DE8-4F6B-A159-ACA251829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913"/>
                <a:ext cx="27" cy="32"/>
              </a:xfrm>
              <a:custGeom>
                <a:avLst/>
                <a:gdLst>
                  <a:gd name="T0" fmla="*/ 1964 w 11"/>
                  <a:gd name="T1" fmla="*/ 4301 h 12"/>
                  <a:gd name="T2" fmla="*/ 174 w 11"/>
                  <a:gd name="T3" fmla="*/ 1059 h 12"/>
                  <a:gd name="T4" fmla="*/ 427 w 11"/>
                  <a:gd name="T5" fmla="*/ 0 h 12"/>
                  <a:gd name="T6" fmla="*/ 2216 w 11"/>
                  <a:gd name="T7" fmla="*/ 3243 h 12"/>
                  <a:gd name="T8" fmla="*/ 1964 w 11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9" y="12"/>
                    </a:moveTo>
                    <a:cubicBezTo>
                      <a:pt x="9" y="9"/>
                      <a:pt x="0" y="4"/>
                      <a:pt x="1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1" y="6"/>
                      <a:pt x="10" y="9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5" name="Freeform 255">
                <a:extLst>
                  <a:ext uri="{FF2B5EF4-FFF2-40B4-BE49-F238E27FC236}">
                    <a16:creationId xmlns:a16="http://schemas.microsoft.com/office/drawing/2014/main" id="{51A1EA5F-099F-4D40-A6D8-82B4FAB48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927"/>
                <a:ext cx="27" cy="32"/>
              </a:xfrm>
              <a:custGeom>
                <a:avLst/>
                <a:gdLst>
                  <a:gd name="T0" fmla="*/ 1964 w 11"/>
                  <a:gd name="T1" fmla="*/ 4301 h 12"/>
                  <a:gd name="T2" fmla="*/ 174 w 11"/>
                  <a:gd name="T3" fmla="*/ 1059 h 12"/>
                  <a:gd name="T4" fmla="*/ 427 w 11"/>
                  <a:gd name="T5" fmla="*/ 0 h 12"/>
                  <a:gd name="T6" fmla="*/ 2216 w 11"/>
                  <a:gd name="T7" fmla="*/ 3243 h 12"/>
                  <a:gd name="T8" fmla="*/ 1964 w 11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9" y="12"/>
                    </a:moveTo>
                    <a:cubicBezTo>
                      <a:pt x="9" y="9"/>
                      <a:pt x="0" y="4"/>
                      <a:pt x="1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1" y="6"/>
                      <a:pt x="10" y="9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6" name="Freeform 256">
                <a:extLst>
                  <a:ext uri="{FF2B5EF4-FFF2-40B4-BE49-F238E27FC236}">
                    <a16:creationId xmlns:a16="http://schemas.microsoft.com/office/drawing/2014/main" id="{64ACF375-8B64-41A7-AB12-836AFAAA4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964"/>
                <a:ext cx="28" cy="32"/>
              </a:xfrm>
              <a:custGeom>
                <a:avLst/>
                <a:gdLst>
                  <a:gd name="T0" fmla="*/ 0 w 11"/>
                  <a:gd name="T1" fmla="*/ 2824 h 12"/>
                  <a:gd name="T2" fmla="*/ 1387 w 11"/>
                  <a:gd name="T3" fmla="*/ 1059 h 12"/>
                  <a:gd name="T4" fmla="*/ 2986 w 11"/>
                  <a:gd name="T5" fmla="*/ 0 h 12"/>
                  <a:gd name="T6" fmla="*/ 2986 w 11"/>
                  <a:gd name="T7" fmla="*/ 1459 h 12"/>
                  <a:gd name="T8" fmla="*/ 1601 w 11"/>
                  <a:gd name="T9" fmla="*/ 2184 h 12"/>
                  <a:gd name="T10" fmla="*/ 0 w 11"/>
                  <a:gd name="T11" fmla="*/ 4301 h 12"/>
                  <a:gd name="T12" fmla="*/ 0 w 11"/>
                  <a:gd name="T13" fmla="*/ 2824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0" y="8"/>
                    </a:moveTo>
                    <a:cubicBezTo>
                      <a:pt x="0" y="7"/>
                      <a:pt x="3" y="4"/>
                      <a:pt x="5" y="3"/>
                    </a:cubicBezTo>
                    <a:cubicBezTo>
                      <a:pt x="8" y="2"/>
                      <a:pt x="11" y="0"/>
                      <a:pt x="11" y="0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8" y="5"/>
                      <a:pt x="6" y="6"/>
                    </a:cubicBezTo>
                    <a:cubicBezTo>
                      <a:pt x="2" y="8"/>
                      <a:pt x="0" y="11"/>
                      <a:pt x="0" y="12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7" name="Freeform 257">
                <a:extLst>
                  <a:ext uri="{FF2B5EF4-FFF2-40B4-BE49-F238E27FC236}">
                    <a16:creationId xmlns:a16="http://schemas.microsoft.com/office/drawing/2014/main" id="{7813AEA3-FEAE-4D3F-B697-ACD5BB35F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977"/>
                <a:ext cx="30" cy="32"/>
              </a:xfrm>
              <a:custGeom>
                <a:avLst/>
                <a:gdLst>
                  <a:gd name="T0" fmla="*/ 0 w 12"/>
                  <a:gd name="T1" fmla="*/ 2824 h 12"/>
                  <a:gd name="T2" fmla="*/ 1488 w 12"/>
                  <a:gd name="T3" fmla="*/ 1059 h 12"/>
                  <a:gd name="T4" fmla="*/ 2938 w 12"/>
                  <a:gd name="T5" fmla="*/ 0 h 12"/>
                  <a:gd name="T6" fmla="*/ 2738 w 12"/>
                  <a:gd name="T7" fmla="*/ 1459 h 12"/>
                  <a:gd name="T8" fmla="*/ 1488 w 12"/>
                  <a:gd name="T9" fmla="*/ 2184 h 12"/>
                  <a:gd name="T10" fmla="*/ 0 w 12"/>
                  <a:gd name="T11" fmla="*/ 4301 h 12"/>
                  <a:gd name="T12" fmla="*/ 0 w 12"/>
                  <a:gd name="T13" fmla="*/ 2824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0" y="7"/>
                      <a:pt x="3" y="4"/>
                      <a:pt x="6" y="3"/>
                    </a:cubicBezTo>
                    <a:cubicBezTo>
                      <a:pt x="8" y="2"/>
                      <a:pt x="12" y="0"/>
                      <a:pt x="12" y="0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9" y="5"/>
                      <a:pt x="6" y="6"/>
                    </a:cubicBezTo>
                    <a:cubicBezTo>
                      <a:pt x="3" y="8"/>
                      <a:pt x="0" y="11"/>
                      <a:pt x="0" y="12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8" name="Freeform 258">
                <a:extLst>
                  <a:ext uri="{FF2B5EF4-FFF2-40B4-BE49-F238E27FC236}">
                    <a16:creationId xmlns:a16="http://schemas.microsoft.com/office/drawing/2014/main" id="{A978B819-87FA-40AC-85F4-2A94E2E19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948"/>
                <a:ext cx="27" cy="27"/>
              </a:xfrm>
              <a:custGeom>
                <a:avLst/>
                <a:gdLst>
                  <a:gd name="T0" fmla="*/ 2216 w 11"/>
                  <a:gd name="T1" fmla="*/ 3877 h 10"/>
                  <a:gd name="T2" fmla="*/ 174 w 11"/>
                  <a:gd name="T3" fmla="*/ 1158 h 10"/>
                  <a:gd name="T4" fmla="*/ 174 w 11"/>
                  <a:gd name="T5" fmla="*/ 0 h 10"/>
                  <a:gd name="T6" fmla="*/ 2216 w 11"/>
                  <a:gd name="T7" fmla="*/ 2719 h 10"/>
                  <a:gd name="T8" fmla="*/ 2216 w 11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0" y="10"/>
                    </a:moveTo>
                    <a:cubicBezTo>
                      <a:pt x="10" y="8"/>
                      <a:pt x="0" y="4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1" y="4"/>
                      <a:pt x="10" y="7"/>
                    </a:cubicBez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9" name="Freeform 259">
                <a:extLst>
                  <a:ext uri="{FF2B5EF4-FFF2-40B4-BE49-F238E27FC236}">
                    <a16:creationId xmlns:a16="http://schemas.microsoft.com/office/drawing/2014/main" id="{789A6594-AEA2-4884-B5CE-1C8E2FA4E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961"/>
                <a:ext cx="30" cy="30"/>
              </a:xfrm>
              <a:custGeom>
                <a:avLst/>
                <a:gdLst>
                  <a:gd name="T0" fmla="*/ 2738 w 12"/>
                  <a:gd name="T1" fmla="*/ 4544 h 11"/>
                  <a:gd name="T2" fmla="*/ 313 w 12"/>
                  <a:gd name="T3" fmla="*/ 1666 h 11"/>
                  <a:gd name="T4" fmla="*/ 313 w 12"/>
                  <a:gd name="T5" fmla="*/ 0 h 11"/>
                  <a:gd name="T6" fmla="*/ 2738 w 12"/>
                  <a:gd name="T7" fmla="*/ 3325 h 11"/>
                  <a:gd name="T8" fmla="*/ 2738 w 12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1" y="11"/>
                    </a:moveTo>
                    <a:cubicBezTo>
                      <a:pt x="11" y="8"/>
                      <a:pt x="0" y="5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2" y="5"/>
                      <a:pt x="11" y="8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0" name="Freeform 260">
                <a:extLst>
                  <a:ext uri="{FF2B5EF4-FFF2-40B4-BE49-F238E27FC236}">
                    <a16:creationId xmlns:a16="http://schemas.microsoft.com/office/drawing/2014/main" id="{026EFB65-09B6-4C2E-A4A1-68B1B71F8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873"/>
                <a:ext cx="12" cy="19"/>
              </a:xfrm>
              <a:custGeom>
                <a:avLst/>
                <a:gdLst>
                  <a:gd name="T0" fmla="*/ 967 w 5"/>
                  <a:gd name="T1" fmla="*/ 2823 h 7"/>
                  <a:gd name="T2" fmla="*/ 168 w 5"/>
                  <a:gd name="T3" fmla="*/ 760 h 7"/>
                  <a:gd name="T4" fmla="*/ 0 w 5"/>
                  <a:gd name="T5" fmla="*/ 0 h 7"/>
                  <a:gd name="T6" fmla="*/ 0 w 5"/>
                  <a:gd name="T7" fmla="*/ 0 h 7"/>
                  <a:gd name="T8" fmla="*/ 564 w 5"/>
                  <a:gd name="T9" fmla="*/ 1200 h 7"/>
                  <a:gd name="T10" fmla="*/ 967 w 5"/>
                  <a:gd name="T11" fmla="*/ 282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4" y="6"/>
                      <a:pt x="3" y="4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1" name="Freeform 261">
                <a:extLst>
                  <a:ext uri="{FF2B5EF4-FFF2-40B4-BE49-F238E27FC236}">
                    <a16:creationId xmlns:a16="http://schemas.microsoft.com/office/drawing/2014/main" id="{DC0D391D-36BB-4CAD-8CB6-64A08C795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889"/>
                <a:ext cx="12" cy="19"/>
              </a:xfrm>
              <a:custGeom>
                <a:avLst/>
                <a:gdLst>
                  <a:gd name="T0" fmla="*/ 967 w 5"/>
                  <a:gd name="T1" fmla="*/ 2823 h 7"/>
                  <a:gd name="T2" fmla="*/ 403 w 5"/>
                  <a:gd name="T3" fmla="*/ 760 h 7"/>
                  <a:gd name="T4" fmla="*/ 0 w 5"/>
                  <a:gd name="T5" fmla="*/ 0 h 7"/>
                  <a:gd name="T6" fmla="*/ 0 w 5"/>
                  <a:gd name="T7" fmla="*/ 0 h 7"/>
                  <a:gd name="T8" fmla="*/ 564 w 5"/>
                  <a:gd name="T9" fmla="*/ 1200 h 7"/>
                  <a:gd name="T10" fmla="*/ 967 w 5"/>
                  <a:gd name="T11" fmla="*/ 282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5" y="6"/>
                      <a:pt x="3" y="4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3"/>
                    </a:cubicBezTo>
                    <a:cubicBezTo>
                      <a:pt x="4" y="4"/>
                      <a:pt x="5" y="6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2" name="Freeform 262">
                <a:extLst>
                  <a:ext uri="{FF2B5EF4-FFF2-40B4-BE49-F238E27FC236}">
                    <a16:creationId xmlns:a16="http://schemas.microsoft.com/office/drawing/2014/main" id="{ACCCB17F-5E66-4085-AECD-B96A615A2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903"/>
                <a:ext cx="15" cy="18"/>
              </a:xfrm>
              <a:custGeom>
                <a:avLst/>
                <a:gdLst>
                  <a:gd name="T0" fmla="*/ 1488 w 6"/>
                  <a:gd name="T1" fmla="*/ 2003 h 7"/>
                  <a:gd name="T2" fmla="*/ 520 w 6"/>
                  <a:gd name="T3" fmla="*/ 563 h 7"/>
                  <a:gd name="T4" fmla="*/ 0 w 6"/>
                  <a:gd name="T5" fmla="*/ 0 h 7"/>
                  <a:gd name="T6" fmla="*/ 0 w 6"/>
                  <a:gd name="T7" fmla="*/ 0 h 7"/>
                  <a:gd name="T8" fmla="*/ 783 w 6"/>
                  <a:gd name="T9" fmla="*/ 918 h 7"/>
                  <a:gd name="T10" fmla="*/ 1488 w 6"/>
                  <a:gd name="T11" fmla="*/ 200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5" y="5"/>
                      <a:pt x="3" y="3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3" y="3"/>
                    </a:cubicBezTo>
                    <a:cubicBezTo>
                      <a:pt x="5" y="4"/>
                      <a:pt x="5" y="5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3" name="Freeform 263">
                <a:extLst>
                  <a:ext uri="{FF2B5EF4-FFF2-40B4-BE49-F238E27FC236}">
                    <a16:creationId xmlns:a16="http://schemas.microsoft.com/office/drawing/2014/main" id="{3D4C156B-F891-453A-9EA7-F8F49BC34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924"/>
                <a:ext cx="17" cy="13"/>
              </a:xfrm>
              <a:custGeom>
                <a:avLst/>
                <a:gdLst>
                  <a:gd name="T0" fmla="*/ 1433 w 7"/>
                  <a:gd name="T1" fmla="*/ 1547 h 5"/>
                  <a:gd name="T2" fmla="*/ 413 w 7"/>
                  <a:gd name="T3" fmla="*/ 372 h 5"/>
                  <a:gd name="T4" fmla="*/ 0 w 7"/>
                  <a:gd name="T5" fmla="*/ 0 h 5"/>
                  <a:gd name="T6" fmla="*/ 0 w 7"/>
                  <a:gd name="T7" fmla="*/ 0 h 5"/>
                  <a:gd name="T8" fmla="*/ 831 w 7"/>
                  <a:gd name="T9" fmla="*/ 595 h 5"/>
                  <a:gd name="T10" fmla="*/ 1433 w 7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cubicBezTo>
                      <a:pt x="6" y="4"/>
                      <a:pt x="4" y="3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4" y="2"/>
                    </a:cubicBezTo>
                    <a:cubicBezTo>
                      <a:pt x="5" y="3"/>
                      <a:pt x="6" y="4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4" name="Freeform 264">
                <a:extLst>
                  <a:ext uri="{FF2B5EF4-FFF2-40B4-BE49-F238E27FC236}">
                    <a16:creationId xmlns:a16="http://schemas.microsoft.com/office/drawing/2014/main" id="{22527FAA-5986-4EB5-B3F6-492C09A13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935"/>
                <a:ext cx="17" cy="16"/>
              </a:xfrm>
              <a:custGeom>
                <a:avLst/>
                <a:gdLst>
                  <a:gd name="T0" fmla="*/ 1433 w 7"/>
                  <a:gd name="T1" fmla="*/ 2184 h 6"/>
                  <a:gd name="T2" fmla="*/ 413 w 7"/>
                  <a:gd name="T3" fmla="*/ 661 h 6"/>
                  <a:gd name="T4" fmla="*/ 0 w 7"/>
                  <a:gd name="T5" fmla="*/ 397 h 6"/>
                  <a:gd name="T6" fmla="*/ 0 w 7"/>
                  <a:gd name="T7" fmla="*/ 0 h 6"/>
                  <a:gd name="T8" fmla="*/ 831 w 7"/>
                  <a:gd name="T9" fmla="*/ 1059 h 6"/>
                  <a:gd name="T10" fmla="*/ 1433 w 7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6" y="5"/>
                      <a:pt x="4" y="4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4" y="3"/>
                    </a:cubicBezTo>
                    <a:cubicBezTo>
                      <a:pt x="5" y="4"/>
                      <a:pt x="6" y="5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5" name="Freeform 265">
                <a:extLst>
                  <a:ext uri="{FF2B5EF4-FFF2-40B4-BE49-F238E27FC236}">
                    <a16:creationId xmlns:a16="http://schemas.microsoft.com/office/drawing/2014/main" id="{2D9377AF-5CB5-4E27-BABA-E6C5910BD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956"/>
                <a:ext cx="17" cy="13"/>
              </a:xfrm>
              <a:custGeom>
                <a:avLst/>
                <a:gdLst>
                  <a:gd name="T0" fmla="*/ 1433 w 7"/>
                  <a:gd name="T1" fmla="*/ 1547 h 5"/>
                  <a:gd name="T2" fmla="*/ 413 w 7"/>
                  <a:gd name="T3" fmla="*/ 595 h 5"/>
                  <a:gd name="T4" fmla="*/ 0 w 7"/>
                  <a:gd name="T5" fmla="*/ 0 h 5"/>
                  <a:gd name="T6" fmla="*/ 0 w 7"/>
                  <a:gd name="T7" fmla="*/ 0 h 5"/>
                  <a:gd name="T8" fmla="*/ 831 w 7"/>
                  <a:gd name="T9" fmla="*/ 595 h 5"/>
                  <a:gd name="T10" fmla="*/ 1433 w 7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cubicBezTo>
                      <a:pt x="6" y="4"/>
                      <a:pt x="4" y="3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4" y="2"/>
                    </a:cubicBezTo>
                    <a:cubicBezTo>
                      <a:pt x="6" y="3"/>
                      <a:pt x="6" y="4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6" name="Freeform 266">
                <a:extLst>
                  <a:ext uri="{FF2B5EF4-FFF2-40B4-BE49-F238E27FC236}">
                    <a16:creationId xmlns:a16="http://schemas.microsoft.com/office/drawing/2014/main" id="{807262A4-ABFE-4A8B-838C-6521F6653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972"/>
                <a:ext cx="20" cy="13"/>
              </a:xfrm>
              <a:custGeom>
                <a:avLst/>
                <a:gdLst>
                  <a:gd name="T0" fmla="*/ 1958 w 8"/>
                  <a:gd name="T1" fmla="*/ 1547 h 5"/>
                  <a:gd name="T2" fmla="*/ 783 w 8"/>
                  <a:gd name="T3" fmla="*/ 372 h 5"/>
                  <a:gd name="T4" fmla="*/ 0 w 8"/>
                  <a:gd name="T5" fmla="*/ 0 h 5"/>
                  <a:gd name="T6" fmla="*/ 0 w 8"/>
                  <a:gd name="T7" fmla="*/ 0 h 5"/>
                  <a:gd name="T8" fmla="*/ 1300 w 8"/>
                  <a:gd name="T9" fmla="*/ 595 h 5"/>
                  <a:gd name="T10" fmla="*/ 1958 w 8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7" y="3"/>
                      <a:pt x="5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1"/>
                      <a:pt x="5" y="2"/>
                    </a:cubicBezTo>
                    <a:cubicBezTo>
                      <a:pt x="6" y="2"/>
                      <a:pt x="7" y="3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7" name="Freeform 267">
                <a:extLst>
                  <a:ext uri="{FF2B5EF4-FFF2-40B4-BE49-F238E27FC236}">
                    <a16:creationId xmlns:a16="http://schemas.microsoft.com/office/drawing/2014/main" id="{7D5DF185-17C8-48BC-9439-DEB6322B0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036"/>
                <a:ext cx="25" cy="32"/>
              </a:xfrm>
              <a:custGeom>
                <a:avLst/>
                <a:gdLst>
                  <a:gd name="T0" fmla="*/ 2470 w 10"/>
                  <a:gd name="T1" fmla="*/ 1059 h 12"/>
                  <a:gd name="T2" fmla="*/ 1300 w 10"/>
                  <a:gd name="T3" fmla="*/ 3243 h 12"/>
                  <a:gd name="T4" fmla="*/ 0 w 10"/>
                  <a:gd name="T5" fmla="*/ 4301 h 12"/>
                  <a:gd name="T6" fmla="*/ 0 w 10"/>
                  <a:gd name="T7" fmla="*/ 3243 h 12"/>
                  <a:gd name="T8" fmla="*/ 988 w 10"/>
                  <a:gd name="T9" fmla="*/ 2184 h 12"/>
                  <a:gd name="T10" fmla="*/ 2270 w 10"/>
                  <a:gd name="T11" fmla="*/ 0 h 12"/>
                  <a:gd name="T12" fmla="*/ 2470 w 10"/>
                  <a:gd name="T13" fmla="*/ 105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10" y="3"/>
                    </a:moveTo>
                    <a:cubicBezTo>
                      <a:pt x="10" y="4"/>
                      <a:pt x="7" y="7"/>
                      <a:pt x="5" y="9"/>
                    </a:cubicBezTo>
                    <a:cubicBezTo>
                      <a:pt x="3" y="10"/>
                      <a:pt x="0" y="12"/>
                      <a:pt x="0" y="12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2" y="7"/>
                      <a:pt x="4" y="6"/>
                    </a:cubicBezTo>
                    <a:cubicBezTo>
                      <a:pt x="7" y="3"/>
                      <a:pt x="9" y="1"/>
                      <a:pt x="9" y="0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8" name="Freeform 268">
                <a:extLst>
                  <a:ext uri="{FF2B5EF4-FFF2-40B4-BE49-F238E27FC236}">
                    <a16:creationId xmlns:a16="http://schemas.microsoft.com/office/drawing/2014/main" id="{AB8D99AC-7E2C-4802-95E5-0A6F40401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033"/>
                <a:ext cx="20" cy="22"/>
              </a:xfrm>
              <a:custGeom>
                <a:avLst/>
                <a:gdLst>
                  <a:gd name="T0" fmla="*/ 1300 w 8"/>
                  <a:gd name="T1" fmla="*/ 1724 h 8"/>
                  <a:gd name="T2" fmla="*/ 0 w 8"/>
                  <a:gd name="T3" fmla="*/ 3495 h 8"/>
                  <a:gd name="T4" fmla="*/ 0 w 8"/>
                  <a:gd name="T5" fmla="*/ 1724 h 8"/>
                  <a:gd name="T6" fmla="*/ 988 w 8"/>
                  <a:gd name="T7" fmla="*/ 462 h 8"/>
                  <a:gd name="T8" fmla="*/ 1488 w 8"/>
                  <a:gd name="T9" fmla="*/ 0 h 8"/>
                  <a:gd name="T10" fmla="*/ 1958 w 8"/>
                  <a:gd name="T11" fmla="*/ 462 h 8"/>
                  <a:gd name="T12" fmla="*/ 1300 w 8"/>
                  <a:gd name="T13" fmla="*/ 1724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5" y="4"/>
                    </a:moveTo>
                    <a:cubicBezTo>
                      <a:pt x="3" y="5"/>
                      <a:pt x="0" y="8"/>
                      <a:pt x="0" y="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9" name="Freeform 269">
                <a:extLst>
                  <a:ext uri="{FF2B5EF4-FFF2-40B4-BE49-F238E27FC236}">
                    <a16:creationId xmlns:a16="http://schemas.microsoft.com/office/drawing/2014/main" id="{F20646C9-5388-4479-B81D-C68E14692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020"/>
                <a:ext cx="10" cy="13"/>
              </a:xfrm>
              <a:custGeom>
                <a:avLst/>
                <a:gdLst>
                  <a:gd name="T0" fmla="*/ 313 w 4"/>
                  <a:gd name="T1" fmla="*/ 1547 h 5"/>
                  <a:gd name="T2" fmla="*/ 313 w 4"/>
                  <a:gd name="T3" fmla="*/ 595 h 5"/>
                  <a:gd name="T4" fmla="*/ 520 w 4"/>
                  <a:gd name="T5" fmla="*/ 0 h 5"/>
                  <a:gd name="T6" fmla="*/ 988 w 4"/>
                  <a:gd name="T7" fmla="*/ 595 h 5"/>
                  <a:gd name="T8" fmla="*/ 313 w 4"/>
                  <a:gd name="T9" fmla="*/ 154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4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0" name="Freeform 270">
                <a:extLst>
                  <a:ext uri="{FF2B5EF4-FFF2-40B4-BE49-F238E27FC236}">
                    <a16:creationId xmlns:a16="http://schemas.microsoft.com/office/drawing/2014/main" id="{17F33A7B-BDE7-4FB4-BFC5-4486609B3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025"/>
                <a:ext cx="30" cy="22"/>
              </a:xfrm>
              <a:custGeom>
                <a:avLst/>
                <a:gdLst>
                  <a:gd name="T0" fmla="*/ 0 w 12"/>
                  <a:gd name="T1" fmla="*/ 0 h 8"/>
                  <a:gd name="T2" fmla="*/ 2738 w 12"/>
                  <a:gd name="T3" fmla="*/ 1724 h 8"/>
                  <a:gd name="T4" fmla="*/ 2938 w 12"/>
                  <a:gd name="T5" fmla="*/ 3495 h 8"/>
                  <a:gd name="T6" fmla="*/ 313 w 12"/>
                  <a:gd name="T7" fmla="*/ 1724 h 8"/>
                  <a:gd name="T8" fmla="*/ 0 w 1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1" y="3"/>
                      <a:pt x="11" y="3"/>
                      <a:pt x="11" y="4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" y="6"/>
                      <a:pt x="1" y="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1" name="Freeform 271">
                <a:extLst>
                  <a:ext uri="{FF2B5EF4-FFF2-40B4-BE49-F238E27FC236}">
                    <a16:creationId xmlns:a16="http://schemas.microsoft.com/office/drawing/2014/main" id="{867C7726-43DB-4A0B-84A2-354C1DE43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031"/>
                <a:ext cx="23" cy="5"/>
              </a:xfrm>
              <a:custGeom>
                <a:avLst/>
                <a:gdLst>
                  <a:gd name="T0" fmla="*/ 0 w 9"/>
                  <a:gd name="T1" fmla="*/ 0 h 2"/>
                  <a:gd name="T2" fmla="*/ 1620 w 9"/>
                  <a:gd name="T3" fmla="*/ 520 h 2"/>
                  <a:gd name="T4" fmla="*/ 2520 w 9"/>
                  <a:gd name="T5" fmla="*/ 520 h 2"/>
                  <a:gd name="T6" fmla="*/ 2520 w 9"/>
                  <a:gd name="T7" fmla="*/ 520 h 2"/>
                  <a:gd name="T8" fmla="*/ 1104 w 9"/>
                  <a:gd name="T9" fmla="*/ 520 h 2"/>
                  <a:gd name="T10" fmla="*/ 0 w 9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2" y="1"/>
                      <a:pt x="4" y="1"/>
                      <a:pt x="6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2"/>
                      <a:pt x="4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2" name="Freeform 272">
                <a:extLst>
                  <a:ext uri="{FF2B5EF4-FFF2-40B4-BE49-F238E27FC236}">
                    <a16:creationId xmlns:a16="http://schemas.microsoft.com/office/drawing/2014/main" id="{94914B96-515F-4EB2-8DE8-1F609F7EB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111"/>
                <a:ext cx="38" cy="16"/>
              </a:xfrm>
              <a:custGeom>
                <a:avLst/>
                <a:gdLst>
                  <a:gd name="T0" fmla="*/ 3466 w 15"/>
                  <a:gd name="T1" fmla="*/ 1059 h 6"/>
                  <a:gd name="T2" fmla="*/ 1900 w 15"/>
                  <a:gd name="T3" fmla="*/ 1763 h 6"/>
                  <a:gd name="T4" fmla="*/ 0 w 15"/>
                  <a:gd name="T5" fmla="*/ 2184 h 6"/>
                  <a:gd name="T6" fmla="*/ 327 w 15"/>
                  <a:gd name="T7" fmla="*/ 1059 h 6"/>
                  <a:gd name="T8" fmla="*/ 1900 w 15"/>
                  <a:gd name="T9" fmla="*/ 661 h 6"/>
                  <a:gd name="T10" fmla="*/ 3955 w 15"/>
                  <a:gd name="T11" fmla="*/ 0 h 6"/>
                  <a:gd name="T12" fmla="*/ 3466 w 15"/>
                  <a:gd name="T13" fmla="*/ 105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13" y="3"/>
                    </a:moveTo>
                    <a:cubicBezTo>
                      <a:pt x="13" y="4"/>
                      <a:pt x="10" y="5"/>
                      <a:pt x="7" y="5"/>
                    </a:cubicBezTo>
                    <a:cubicBezTo>
                      <a:pt x="4" y="5"/>
                      <a:pt x="0" y="6"/>
                      <a:pt x="0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5" y="2"/>
                      <a:pt x="7" y="2"/>
                    </a:cubicBezTo>
                    <a:cubicBezTo>
                      <a:pt x="11" y="2"/>
                      <a:pt x="14" y="1"/>
                      <a:pt x="15" y="0"/>
                    </a:cubicBez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3" name="Freeform 273">
                <a:extLst>
                  <a:ext uri="{FF2B5EF4-FFF2-40B4-BE49-F238E27FC236}">
                    <a16:creationId xmlns:a16="http://schemas.microsoft.com/office/drawing/2014/main" id="{C1ADFAC9-D367-4D36-95C2-309C15CF4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097"/>
                <a:ext cx="35" cy="16"/>
              </a:xfrm>
              <a:custGeom>
                <a:avLst/>
                <a:gdLst>
                  <a:gd name="T0" fmla="*/ 3250 w 14"/>
                  <a:gd name="T1" fmla="*/ 1059 h 6"/>
                  <a:gd name="T2" fmla="*/ 1770 w 14"/>
                  <a:gd name="T3" fmla="*/ 1763 h 6"/>
                  <a:gd name="T4" fmla="*/ 0 w 14"/>
                  <a:gd name="T5" fmla="*/ 2184 h 6"/>
                  <a:gd name="T6" fmla="*/ 520 w 14"/>
                  <a:gd name="T7" fmla="*/ 1059 h 6"/>
                  <a:gd name="T8" fmla="*/ 1770 w 14"/>
                  <a:gd name="T9" fmla="*/ 661 h 6"/>
                  <a:gd name="T10" fmla="*/ 3438 w 14"/>
                  <a:gd name="T11" fmla="*/ 0 h 6"/>
                  <a:gd name="T12" fmla="*/ 3250 w 14"/>
                  <a:gd name="T13" fmla="*/ 105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13" y="3"/>
                    </a:moveTo>
                    <a:cubicBezTo>
                      <a:pt x="12" y="4"/>
                      <a:pt x="9" y="5"/>
                      <a:pt x="7" y="5"/>
                    </a:cubicBezTo>
                    <a:cubicBezTo>
                      <a:pt x="4" y="6"/>
                      <a:pt x="0" y="6"/>
                      <a:pt x="0" y="6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5" y="2"/>
                      <a:pt x="7" y="2"/>
                    </a:cubicBezTo>
                    <a:cubicBezTo>
                      <a:pt x="12" y="2"/>
                      <a:pt x="14" y="1"/>
                      <a:pt x="14" y="0"/>
                    </a:cubicBez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4" name="Freeform 274">
                <a:extLst>
                  <a:ext uri="{FF2B5EF4-FFF2-40B4-BE49-F238E27FC236}">
                    <a16:creationId xmlns:a16="http://schemas.microsoft.com/office/drawing/2014/main" id="{DB52C24C-D300-4EF0-B6EF-2C7843D1D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076"/>
                <a:ext cx="30" cy="19"/>
              </a:xfrm>
              <a:custGeom>
                <a:avLst/>
                <a:gdLst>
                  <a:gd name="T0" fmla="*/ 2738 w 12"/>
                  <a:gd name="T1" fmla="*/ 1200 h 7"/>
                  <a:gd name="T2" fmla="*/ 1488 w 12"/>
                  <a:gd name="T3" fmla="*/ 2063 h 7"/>
                  <a:gd name="T4" fmla="*/ 0 w 12"/>
                  <a:gd name="T5" fmla="*/ 2823 h 7"/>
                  <a:gd name="T6" fmla="*/ 0 w 12"/>
                  <a:gd name="T7" fmla="*/ 1620 h 7"/>
                  <a:gd name="T8" fmla="*/ 1488 w 12"/>
                  <a:gd name="T9" fmla="*/ 760 h 7"/>
                  <a:gd name="T10" fmla="*/ 2938 w 12"/>
                  <a:gd name="T11" fmla="*/ 0 h 7"/>
                  <a:gd name="T12" fmla="*/ 2738 w 12"/>
                  <a:gd name="T13" fmla="*/ 120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1" y="3"/>
                    </a:moveTo>
                    <a:cubicBezTo>
                      <a:pt x="11" y="4"/>
                      <a:pt x="8" y="4"/>
                      <a:pt x="6" y="5"/>
                    </a:cubicBezTo>
                    <a:cubicBezTo>
                      <a:pt x="4" y="6"/>
                      <a:pt x="0" y="7"/>
                      <a:pt x="0" y="7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6" y="2"/>
                    </a:cubicBezTo>
                    <a:cubicBezTo>
                      <a:pt x="10" y="1"/>
                      <a:pt x="11" y="1"/>
                      <a:pt x="12" y="0"/>
                    </a:cubicBez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5" name="Freeform 275">
                <a:extLst>
                  <a:ext uri="{FF2B5EF4-FFF2-40B4-BE49-F238E27FC236}">
                    <a16:creationId xmlns:a16="http://schemas.microsoft.com/office/drawing/2014/main" id="{E8C61971-A88B-4095-A585-7B78761B0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057"/>
                <a:ext cx="30" cy="27"/>
              </a:xfrm>
              <a:custGeom>
                <a:avLst/>
                <a:gdLst>
                  <a:gd name="T0" fmla="*/ 2738 w 12"/>
                  <a:gd name="T1" fmla="*/ 1158 h 10"/>
                  <a:gd name="T2" fmla="*/ 1488 w 12"/>
                  <a:gd name="T3" fmla="*/ 2719 h 10"/>
                  <a:gd name="T4" fmla="*/ 0 w 12"/>
                  <a:gd name="T5" fmla="*/ 3877 h 10"/>
                  <a:gd name="T6" fmla="*/ 0 w 12"/>
                  <a:gd name="T7" fmla="*/ 2719 h 10"/>
                  <a:gd name="T8" fmla="*/ 1300 w 12"/>
                  <a:gd name="T9" fmla="*/ 1596 h 10"/>
                  <a:gd name="T10" fmla="*/ 2938 w 12"/>
                  <a:gd name="T11" fmla="*/ 0 h 10"/>
                  <a:gd name="T12" fmla="*/ 2738 w 12"/>
                  <a:gd name="T13" fmla="*/ 115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11" y="3"/>
                    </a:moveTo>
                    <a:cubicBezTo>
                      <a:pt x="11" y="5"/>
                      <a:pt x="8" y="6"/>
                      <a:pt x="6" y="7"/>
                    </a:cubicBezTo>
                    <a:cubicBezTo>
                      <a:pt x="4" y="8"/>
                      <a:pt x="0" y="10"/>
                      <a:pt x="0" y="1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5"/>
                      <a:pt x="3" y="5"/>
                      <a:pt x="5" y="4"/>
                    </a:cubicBezTo>
                    <a:cubicBezTo>
                      <a:pt x="9" y="3"/>
                      <a:pt x="12" y="1"/>
                      <a:pt x="12" y="0"/>
                    </a:cubicBez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6" name="Freeform 276">
                <a:extLst>
                  <a:ext uri="{FF2B5EF4-FFF2-40B4-BE49-F238E27FC236}">
                    <a16:creationId xmlns:a16="http://schemas.microsoft.com/office/drawing/2014/main" id="{D2DDBE2C-99D8-4E6A-81B9-B778707F2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087"/>
                <a:ext cx="25" cy="32"/>
              </a:xfrm>
              <a:custGeom>
                <a:avLst/>
                <a:gdLst>
                  <a:gd name="T0" fmla="*/ 520 w 10"/>
                  <a:gd name="T1" fmla="*/ 0 h 12"/>
                  <a:gd name="T2" fmla="*/ 2470 w 10"/>
                  <a:gd name="T3" fmla="*/ 3243 h 12"/>
                  <a:gd name="T4" fmla="*/ 1958 w 10"/>
                  <a:gd name="T5" fmla="*/ 4301 h 12"/>
                  <a:gd name="T6" fmla="*/ 313 w 10"/>
                  <a:gd name="T7" fmla="*/ 1059 h 12"/>
                  <a:gd name="T8" fmla="*/ 520 w 1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cubicBezTo>
                      <a:pt x="1" y="3"/>
                      <a:pt x="10" y="8"/>
                      <a:pt x="10" y="9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1"/>
                      <a:pt x="0" y="6"/>
                      <a:pt x="1" y="3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7" name="Freeform 277">
                <a:extLst>
                  <a:ext uri="{FF2B5EF4-FFF2-40B4-BE49-F238E27FC236}">
                    <a16:creationId xmlns:a16="http://schemas.microsoft.com/office/drawing/2014/main" id="{C2DA7F72-8DE0-4414-9C3A-229737118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073"/>
                <a:ext cx="25" cy="32"/>
              </a:xfrm>
              <a:custGeom>
                <a:avLst/>
                <a:gdLst>
                  <a:gd name="T0" fmla="*/ 520 w 10"/>
                  <a:gd name="T1" fmla="*/ 0 h 12"/>
                  <a:gd name="T2" fmla="*/ 2470 w 10"/>
                  <a:gd name="T3" fmla="*/ 3243 h 12"/>
                  <a:gd name="T4" fmla="*/ 2270 w 10"/>
                  <a:gd name="T5" fmla="*/ 4301 h 12"/>
                  <a:gd name="T6" fmla="*/ 313 w 10"/>
                  <a:gd name="T7" fmla="*/ 1059 h 12"/>
                  <a:gd name="T8" fmla="*/ 520 w 1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cubicBezTo>
                      <a:pt x="1" y="2"/>
                      <a:pt x="10" y="8"/>
                      <a:pt x="10" y="9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0" y="6"/>
                      <a:pt x="1" y="3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8" name="Freeform 278">
                <a:extLst>
                  <a:ext uri="{FF2B5EF4-FFF2-40B4-BE49-F238E27FC236}">
                    <a16:creationId xmlns:a16="http://schemas.microsoft.com/office/drawing/2014/main" id="{703EB4E2-C380-4BF7-8365-38C788CC5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081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1003 w 7"/>
                  <a:gd name="T3" fmla="*/ 1459 h 6"/>
                  <a:gd name="T4" fmla="*/ 1433 w 7"/>
                  <a:gd name="T5" fmla="*/ 2184 h 6"/>
                  <a:gd name="T6" fmla="*/ 1433 w 7"/>
                  <a:gd name="T7" fmla="*/ 2184 h 6"/>
                  <a:gd name="T8" fmla="*/ 590 w 7"/>
                  <a:gd name="T9" fmla="*/ 1059 h 6"/>
                  <a:gd name="T10" fmla="*/ 0 w 7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1" y="1"/>
                      <a:pt x="3" y="2"/>
                      <a:pt x="5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5" y="4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9" name="Freeform 279">
                <a:extLst>
                  <a:ext uri="{FF2B5EF4-FFF2-40B4-BE49-F238E27FC236}">
                    <a16:creationId xmlns:a16="http://schemas.microsoft.com/office/drawing/2014/main" id="{53802151-0D66-426C-BACC-9886797C3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092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831 w 7"/>
                  <a:gd name="T3" fmla="*/ 1763 h 6"/>
                  <a:gd name="T4" fmla="*/ 1433 w 7"/>
                  <a:gd name="T5" fmla="*/ 2184 h 6"/>
                  <a:gd name="T6" fmla="*/ 1433 w 7"/>
                  <a:gd name="T7" fmla="*/ 2184 h 6"/>
                  <a:gd name="T8" fmla="*/ 590 w 7"/>
                  <a:gd name="T9" fmla="*/ 1459 h 6"/>
                  <a:gd name="T10" fmla="*/ 0 w 7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1" y="2"/>
                      <a:pt x="3" y="3"/>
                      <a:pt x="4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4" y="5"/>
                      <a:pt x="3" y="4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0" name="Freeform 280">
                <a:extLst>
                  <a:ext uri="{FF2B5EF4-FFF2-40B4-BE49-F238E27FC236}">
                    <a16:creationId xmlns:a16="http://schemas.microsoft.com/office/drawing/2014/main" id="{80B6FE7F-7345-4254-878B-A5B34F744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055"/>
                <a:ext cx="25" cy="32"/>
              </a:xfrm>
              <a:custGeom>
                <a:avLst/>
                <a:gdLst>
                  <a:gd name="T0" fmla="*/ 520 w 10"/>
                  <a:gd name="T1" fmla="*/ 0 h 12"/>
                  <a:gd name="T2" fmla="*/ 2470 w 10"/>
                  <a:gd name="T3" fmla="*/ 3243 h 12"/>
                  <a:gd name="T4" fmla="*/ 2270 w 10"/>
                  <a:gd name="T5" fmla="*/ 4301 h 12"/>
                  <a:gd name="T6" fmla="*/ 313 w 10"/>
                  <a:gd name="T7" fmla="*/ 1059 h 12"/>
                  <a:gd name="T8" fmla="*/ 520 w 1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cubicBezTo>
                      <a:pt x="1" y="2"/>
                      <a:pt x="10" y="8"/>
                      <a:pt x="10" y="9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0" y="5"/>
                      <a:pt x="1" y="3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1" name="Freeform 281">
                <a:extLst>
                  <a:ext uri="{FF2B5EF4-FFF2-40B4-BE49-F238E27FC236}">
                    <a16:creationId xmlns:a16="http://schemas.microsoft.com/office/drawing/2014/main" id="{B728A6D4-D20E-4A7F-B2D6-D28A436CF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060"/>
                <a:ext cx="17" cy="19"/>
              </a:xfrm>
              <a:custGeom>
                <a:avLst/>
                <a:gdLst>
                  <a:gd name="T0" fmla="*/ 0 w 7"/>
                  <a:gd name="T1" fmla="*/ 0 h 7"/>
                  <a:gd name="T2" fmla="*/ 1003 w 7"/>
                  <a:gd name="T3" fmla="*/ 2063 h 7"/>
                  <a:gd name="T4" fmla="*/ 1433 w 7"/>
                  <a:gd name="T5" fmla="*/ 2823 h 7"/>
                  <a:gd name="T6" fmla="*/ 1433 w 7"/>
                  <a:gd name="T7" fmla="*/ 2823 h 7"/>
                  <a:gd name="T8" fmla="*/ 590 w 7"/>
                  <a:gd name="T9" fmla="*/ 1620 h 7"/>
                  <a:gd name="T10" fmla="*/ 0 w 7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2"/>
                      <a:pt x="3" y="3"/>
                      <a:pt x="5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5" y="5"/>
                      <a:pt x="3" y="4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2" name="Freeform 282">
                <a:extLst>
                  <a:ext uri="{FF2B5EF4-FFF2-40B4-BE49-F238E27FC236}">
                    <a16:creationId xmlns:a16="http://schemas.microsoft.com/office/drawing/2014/main" id="{E8FC4729-9535-422E-8A25-0DA2D65C0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044"/>
                <a:ext cx="28" cy="24"/>
              </a:xfrm>
              <a:custGeom>
                <a:avLst/>
                <a:gdLst>
                  <a:gd name="T0" fmla="*/ 331 w 11"/>
                  <a:gd name="T1" fmla="*/ 0 h 9"/>
                  <a:gd name="T2" fmla="*/ 2986 w 11"/>
                  <a:gd name="T3" fmla="*/ 1763 h 9"/>
                  <a:gd name="T4" fmla="*/ 2986 w 11"/>
                  <a:gd name="T5" fmla="*/ 3243 h 9"/>
                  <a:gd name="T6" fmla="*/ 331 w 11"/>
                  <a:gd name="T7" fmla="*/ 1059 h 9"/>
                  <a:gd name="T8" fmla="*/ 331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" y="0"/>
                    </a:moveTo>
                    <a:cubicBezTo>
                      <a:pt x="1" y="2"/>
                      <a:pt x="11" y="4"/>
                      <a:pt x="11" y="5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0" y="6"/>
                      <a:pt x="1" y="3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3" name="Freeform 283">
                <a:extLst>
                  <a:ext uri="{FF2B5EF4-FFF2-40B4-BE49-F238E27FC236}">
                    <a16:creationId xmlns:a16="http://schemas.microsoft.com/office/drawing/2014/main" id="{96B9B386-49E7-4BB5-9D5E-B21A16686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049"/>
                <a:ext cx="22" cy="8"/>
              </a:xfrm>
              <a:custGeom>
                <a:avLst/>
                <a:gdLst>
                  <a:gd name="T0" fmla="*/ 0 w 9"/>
                  <a:gd name="T1" fmla="*/ 0 h 3"/>
                  <a:gd name="T2" fmla="*/ 1315 w 9"/>
                  <a:gd name="T3" fmla="*/ 661 h 3"/>
                  <a:gd name="T4" fmla="*/ 1931 w 9"/>
                  <a:gd name="T5" fmla="*/ 1059 h 3"/>
                  <a:gd name="T6" fmla="*/ 1931 w 9"/>
                  <a:gd name="T7" fmla="*/ 1059 h 3"/>
                  <a:gd name="T8" fmla="*/ 1039 w 9"/>
                  <a:gd name="T9" fmla="*/ 661 h 3"/>
                  <a:gd name="T10" fmla="*/ 0 w 9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2" y="1"/>
                      <a:pt x="4" y="2"/>
                      <a:pt x="6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6" y="3"/>
                      <a:pt x="5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4" name="Freeform 284">
                <a:extLst>
                  <a:ext uri="{FF2B5EF4-FFF2-40B4-BE49-F238E27FC236}">
                    <a16:creationId xmlns:a16="http://schemas.microsoft.com/office/drawing/2014/main" id="{775B5E67-A6BF-4474-BDF6-FB2DBF60B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135"/>
                <a:ext cx="40" cy="16"/>
              </a:xfrm>
              <a:custGeom>
                <a:avLst/>
                <a:gdLst>
                  <a:gd name="T0" fmla="*/ 3250 w 16"/>
                  <a:gd name="T1" fmla="*/ 1763 h 6"/>
                  <a:gd name="T2" fmla="*/ 1488 w 16"/>
                  <a:gd name="T3" fmla="*/ 1763 h 6"/>
                  <a:gd name="T4" fmla="*/ 0 w 16"/>
                  <a:gd name="T5" fmla="*/ 1059 h 6"/>
                  <a:gd name="T6" fmla="*/ 783 w 16"/>
                  <a:gd name="T7" fmla="*/ 397 h 6"/>
                  <a:gd name="T8" fmla="*/ 1958 w 16"/>
                  <a:gd name="T9" fmla="*/ 661 h 6"/>
                  <a:gd name="T10" fmla="*/ 3908 w 16"/>
                  <a:gd name="T11" fmla="*/ 1059 h 6"/>
                  <a:gd name="T12" fmla="*/ 3250 w 16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3" y="5"/>
                    </a:moveTo>
                    <a:cubicBezTo>
                      <a:pt x="13" y="6"/>
                      <a:pt x="9" y="6"/>
                      <a:pt x="6" y="5"/>
                    </a:cubicBezTo>
                    <a:cubicBezTo>
                      <a:pt x="4" y="4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12" y="3"/>
                      <a:pt x="15" y="4"/>
                      <a:pt x="16" y="3"/>
                    </a:cubicBez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5" name="Freeform 285">
                <a:extLst>
                  <a:ext uri="{FF2B5EF4-FFF2-40B4-BE49-F238E27FC236}">
                    <a16:creationId xmlns:a16="http://schemas.microsoft.com/office/drawing/2014/main" id="{FDC713F4-3B17-4C7F-8A1B-35B8FAA05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127"/>
                <a:ext cx="37" cy="13"/>
              </a:xfrm>
              <a:custGeom>
                <a:avLst/>
                <a:gdLst>
                  <a:gd name="T0" fmla="*/ 2743 w 15"/>
                  <a:gd name="T1" fmla="*/ 1547 h 5"/>
                  <a:gd name="T2" fmla="*/ 1364 w 15"/>
                  <a:gd name="T3" fmla="*/ 1547 h 5"/>
                  <a:gd name="T4" fmla="*/ 0 w 15"/>
                  <a:gd name="T5" fmla="*/ 967 h 5"/>
                  <a:gd name="T6" fmla="*/ 451 w 15"/>
                  <a:gd name="T7" fmla="*/ 372 h 5"/>
                  <a:gd name="T8" fmla="*/ 1813 w 15"/>
                  <a:gd name="T9" fmla="*/ 595 h 5"/>
                  <a:gd name="T10" fmla="*/ 3365 w 15"/>
                  <a:gd name="T11" fmla="*/ 595 h 5"/>
                  <a:gd name="T12" fmla="*/ 2743 w 15"/>
                  <a:gd name="T13" fmla="*/ 1547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12" y="5"/>
                    </a:moveTo>
                    <a:cubicBezTo>
                      <a:pt x="11" y="5"/>
                      <a:pt x="9" y="5"/>
                      <a:pt x="6" y="5"/>
                    </a:cubicBezTo>
                    <a:cubicBezTo>
                      <a:pt x="4" y="4"/>
                      <a:pt x="0" y="3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5" y="1"/>
                      <a:pt x="8" y="2"/>
                    </a:cubicBezTo>
                    <a:cubicBezTo>
                      <a:pt x="12" y="3"/>
                      <a:pt x="14" y="3"/>
                      <a:pt x="15" y="2"/>
                    </a:cubicBezTo>
                    <a:lnTo>
                      <a:pt x="12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6" name="Freeform 286">
                <a:extLst>
                  <a:ext uri="{FF2B5EF4-FFF2-40B4-BE49-F238E27FC236}">
                    <a16:creationId xmlns:a16="http://schemas.microsoft.com/office/drawing/2014/main" id="{D6F42845-BCA2-4229-B9C6-E2608AF1E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113"/>
                <a:ext cx="20" cy="38"/>
              </a:xfrm>
              <a:custGeom>
                <a:avLst/>
                <a:gdLst>
                  <a:gd name="T0" fmla="*/ 988 w 8"/>
                  <a:gd name="T1" fmla="*/ 0 h 14"/>
                  <a:gd name="T2" fmla="*/ 1958 w 8"/>
                  <a:gd name="T3" fmla="*/ 4397 h 14"/>
                  <a:gd name="T4" fmla="*/ 1300 w 8"/>
                  <a:gd name="T5" fmla="*/ 5600 h 14"/>
                  <a:gd name="T6" fmla="*/ 520 w 8"/>
                  <a:gd name="T7" fmla="*/ 760 h 14"/>
                  <a:gd name="T8" fmla="*/ 988 w 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4" y="0"/>
                    </a:moveTo>
                    <a:cubicBezTo>
                      <a:pt x="2" y="2"/>
                      <a:pt x="8" y="11"/>
                      <a:pt x="8" y="11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3"/>
                      <a:pt x="0" y="4"/>
                      <a:pt x="2" y="2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7" name="Freeform 287">
                <a:extLst>
                  <a:ext uri="{FF2B5EF4-FFF2-40B4-BE49-F238E27FC236}">
                    <a16:creationId xmlns:a16="http://schemas.microsoft.com/office/drawing/2014/main" id="{B0B3DAB4-E9E1-4630-B46E-F50847DCB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103"/>
                <a:ext cx="20" cy="37"/>
              </a:xfrm>
              <a:custGeom>
                <a:avLst/>
                <a:gdLst>
                  <a:gd name="T0" fmla="*/ 988 w 8"/>
                  <a:gd name="T1" fmla="*/ 0 h 14"/>
                  <a:gd name="T2" fmla="*/ 1958 w 8"/>
                  <a:gd name="T3" fmla="*/ 3766 h 14"/>
                  <a:gd name="T4" fmla="*/ 1300 w 8"/>
                  <a:gd name="T5" fmla="*/ 4784 h 14"/>
                  <a:gd name="T6" fmla="*/ 520 w 8"/>
                  <a:gd name="T7" fmla="*/ 629 h 14"/>
                  <a:gd name="T8" fmla="*/ 988 w 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4" y="0"/>
                    </a:moveTo>
                    <a:cubicBezTo>
                      <a:pt x="2" y="2"/>
                      <a:pt x="8" y="11"/>
                      <a:pt x="8" y="11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3"/>
                      <a:pt x="0" y="5"/>
                      <a:pt x="2" y="2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8" name="Freeform 288">
                <a:extLst>
                  <a:ext uri="{FF2B5EF4-FFF2-40B4-BE49-F238E27FC236}">
                    <a16:creationId xmlns:a16="http://schemas.microsoft.com/office/drawing/2014/main" id="{5759CE8B-2F93-4693-B9B4-DD43E4937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108"/>
                <a:ext cx="10" cy="24"/>
              </a:xfrm>
              <a:custGeom>
                <a:avLst/>
                <a:gdLst>
                  <a:gd name="T0" fmla="*/ 0 w 4"/>
                  <a:gd name="T1" fmla="*/ 0 h 9"/>
                  <a:gd name="T2" fmla="*/ 783 w 4"/>
                  <a:gd name="T3" fmla="*/ 2184 h 9"/>
                  <a:gd name="T4" fmla="*/ 988 w 4"/>
                  <a:gd name="T5" fmla="*/ 3243 h 9"/>
                  <a:gd name="T6" fmla="*/ 988 w 4"/>
                  <a:gd name="T7" fmla="*/ 3243 h 9"/>
                  <a:gd name="T8" fmla="*/ 313 w 4"/>
                  <a:gd name="T9" fmla="*/ 1763 h 9"/>
                  <a:gd name="T10" fmla="*/ 0 w 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0" y="2"/>
                      <a:pt x="1" y="4"/>
                      <a:pt x="3" y="6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2" y="7"/>
                      <a:pt x="1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9" name="Freeform 289">
                <a:extLst>
                  <a:ext uri="{FF2B5EF4-FFF2-40B4-BE49-F238E27FC236}">
                    <a16:creationId xmlns:a16="http://schemas.microsoft.com/office/drawing/2014/main" id="{5D2A17E7-9C63-4588-8720-8E9D14E38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119"/>
                <a:ext cx="10" cy="21"/>
              </a:xfrm>
              <a:custGeom>
                <a:avLst/>
                <a:gdLst>
                  <a:gd name="T0" fmla="*/ 0 w 4"/>
                  <a:gd name="T1" fmla="*/ 0 h 8"/>
                  <a:gd name="T2" fmla="*/ 520 w 4"/>
                  <a:gd name="T3" fmla="*/ 1992 h 8"/>
                  <a:gd name="T4" fmla="*/ 988 w 4"/>
                  <a:gd name="T5" fmla="*/ 2604 h 8"/>
                  <a:gd name="T6" fmla="*/ 988 w 4"/>
                  <a:gd name="T7" fmla="*/ 2604 h 8"/>
                  <a:gd name="T8" fmla="*/ 313 w 4"/>
                  <a:gd name="T9" fmla="*/ 1378 h 8"/>
                  <a:gd name="T10" fmla="*/ 0 w 4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0" y="1"/>
                      <a:pt x="1" y="4"/>
                      <a:pt x="2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2" y="6"/>
                      <a:pt x="1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0" name="Freeform 290">
                <a:extLst>
                  <a:ext uri="{FF2B5EF4-FFF2-40B4-BE49-F238E27FC236}">
                    <a16:creationId xmlns:a16="http://schemas.microsoft.com/office/drawing/2014/main" id="{763CEB2D-708E-4C4F-8CC6-6D726FED4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153"/>
                <a:ext cx="32" cy="27"/>
              </a:xfrm>
              <a:custGeom>
                <a:avLst/>
                <a:gdLst>
                  <a:gd name="T0" fmla="*/ 2284 w 13"/>
                  <a:gd name="T1" fmla="*/ 3877 h 10"/>
                  <a:gd name="T2" fmla="*/ 1103 w 13"/>
                  <a:gd name="T3" fmla="*/ 2282 h 10"/>
                  <a:gd name="T4" fmla="*/ 0 w 13"/>
                  <a:gd name="T5" fmla="*/ 429 h 10"/>
                  <a:gd name="T6" fmla="*/ 625 w 13"/>
                  <a:gd name="T7" fmla="*/ 429 h 10"/>
                  <a:gd name="T8" fmla="*/ 1538 w 13"/>
                  <a:gd name="T9" fmla="*/ 1596 h 10"/>
                  <a:gd name="T10" fmla="*/ 2897 w 13"/>
                  <a:gd name="T11" fmla="*/ 3464 h 10"/>
                  <a:gd name="T12" fmla="*/ 2284 w 13"/>
                  <a:gd name="T13" fmla="*/ 387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10" y="10"/>
                    </a:moveTo>
                    <a:cubicBezTo>
                      <a:pt x="9" y="10"/>
                      <a:pt x="6" y="8"/>
                      <a:pt x="5" y="6"/>
                    </a:cubicBezTo>
                    <a:cubicBezTo>
                      <a:pt x="3" y="4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6" y="3"/>
                      <a:pt x="7" y="4"/>
                    </a:cubicBezTo>
                    <a:cubicBezTo>
                      <a:pt x="10" y="7"/>
                      <a:pt x="12" y="9"/>
                      <a:pt x="13" y="9"/>
                    </a:cubicBez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1" name="Freeform 291">
                <a:extLst>
                  <a:ext uri="{FF2B5EF4-FFF2-40B4-BE49-F238E27FC236}">
                    <a16:creationId xmlns:a16="http://schemas.microsoft.com/office/drawing/2014/main" id="{D68FD8C0-4ED4-43B3-9774-7544FCB72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153"/>
                <a:ext cx="32" cy="24"/>
              </a:xfrm>
              <a:custGeom>
                <a:avLst/>
                <a:gdLst>
                  <a:gd name="T0" fmla="*/ 2284 w 13"/>
                  <a:gd name="T1" fmla="*/ 2824 h 9"/>
                  <a:gd name="T2" fmla="*/ 928 w 13"/>
                  <a:gd name="T3" fmla="*/ 1763 h 9"/>
                  <a:gd name="T4" fmla="*/ 0 w 13"/>
                  <a:gd name="T5" fmla="*/ 0 h 9"/>
                  <a:gd name="T6" fmla="*/ 625 w 13"/>
                  <a:gd name="T7" fmla="*/ 0 h 9"/>
                  <a:gd name="T8" fmla="*/ 1538 w 13"/>
                  <a:gd name="T9" fmla="*/ 1459 h 9"/>
                  <a:gd name="T10" fmla="*/ 2897 w 13"/>
                  <a:gd name="T11" fmla="*/ 2581 h 9"/>
                  <a:gd name="T12" fmla="*/ 2284 w 13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10" y="8"/>
                    </a:moveTo>
                    <a:cubicBezTo>
                      <a:pt x="8" y="9"/>
                      <a:pt x="6" y="7"/>
                      <a:pt x="4" y="5"/>
                    </a:cubicBezTo>
                    <a:cubicBezTo>
                      <a:pt x="3" y="4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5" y="2"/>
                      <a:pt x="7" y="4"/>
                    </a:cubicBezTo>
                    <a:cubicBezTo>
                      <a:pt x="10" y="7"/>
                      <a:pt x="12" y="8"/>
                      <a:pt x="13" y="7"/>
                    </a:cubicBezTo>
                    <a:lnTo>
                      <a:pt x="10" y="8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2" name="Freeform 292">
                <a:extLst>
                  <a:ext uri="{FF2B5EF4-FFF2-40B4-BE49-F238E27FC236}">
                    <a16:creationId xmlns:a16="http://schemas.microsoft.com/office/drawing/2014/main" id="{445C0277-B6A3-4F7F-8D76-C50EBC720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145"/>
                <a:ext cx="33" cy="22"/>
              </a:xfrm>
              <a:custGeom>
                <a:avLst/>
                <a:gdLst>
                  <a:gd name="T0" fmla="*/ 2945 w 13"/>
                  <a:gd name="T1" fmla="*/ 3495 h 8"/>
                  <a:gd name="T2" fmla="*/ 1373 w 13"/>
                  <a:gd name="T3" fmla="*/ 2684 h 8"/>
                  <a:gd name="T4" fmla="*/ 0 w 13"/>
                  <a:gd name="T5" fmla="*/ 976 h 8"/>
                  <a:gd name="T6" fmla="*/ 830 w 13"/>
                  <a:gd name="T7" fmla="*/ 462 h 8"/>
                  <a:gd name="T8" fmla="*/ 2107 w 13"/>
                  <a:gd name="T9" fmla="*/ 1724 h 8"/>
                  <a:gd name="T10" fmla="*/ 3485 w 13"/>
                  <a:gd name="T11" fmla="*/ 2973 h 8"/>
                  <a:gd name="T12" fmla="*/ 2945 w 13"/>
                  <a:gd name="T13" fmla="*/ 349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11" y="8"/>
                    </a:moveTo>
                    <a:cubicBezTo>
                      <a:pt x="10" y="8"/>
                      <a:pt x="8" y="7"/>
                      <a:pt x="5" y="6"/>
                    </a:cubicBezTo>
                    <a:cubicBezTo>
                      <a:pt x="3" y="4"/>
                      <a:pt x="0" y="2"/>
                      <a:pt x="0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6" y="2"/>
                      <a:pt x="8" y="4"/>
                    </a:cubicBezTo>
                    <a:cubicBezTo>
                      <a:pt x="11" y="6"/>
                      <a:pt x="12" y="7"/>
                      <a:pt x="13" y="7"/>
                    </a:cubicBez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3" name="Freeform 293">
                <a:extLst>
                  <a:ext uri="{FF2B5EF4-FFF2-40B4-BE49-F238E27FC236}">
                    <a16:creationId xmlns:a16="http://schemas.microsoft.com/office/drawing/2014/main" id="{7B82CEE5-4C8A-4AA2-946F-36C7BD37F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143"/>
                <a:ext cx="37" cy="21"/>
              </a:xfrm>
              <a:custGeom>
                <a:avLst/>
                <a:gdLst>
                  <a:gd name="T0" fmla="*/ 2743 w 15"/>
                  <a:gd name="T1" fmla="*/ 2226 h 8"/>
                  <a:gd name="T2" fmla="*/ 1112 w 15"/>
                  <a:gd name="T3" fmla="*/ 1612 h 8"/>
                  <a:gd name="T4" fmla="*/ 0 w 15"/>
                  <a:gd name="T5" fmla="*/ 614 h 8"/>
                  <a:gd name="T6" fmla="*/ 451 w 15"/>
                  <a:gd name="T7" fmla="*/ 0 h 8"/>
                  <a:gd name="T8" fmla="*/ 1813 w 15"/>
                  <a:gd name="T9" fmla="*/ 992 h 8"/>
                  <a:gd name="T10" fmla="*/ 3365 w 15"/>
                  <a:gd name="T11" fmla="*/ 1612 h 8"/>
                  <a:gd name="T12" fmla="*/ 2743 w 15"/>
                  <a:gd name="T13" fmla="*/ 22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8">
                    <a:moveTo>
                      <a:pt x="12" y="7"/>
                    </a:moveTo>
                    <a:cubicBezTo>
                      <a:pt x="11" y="8"/>
                      <a:pt x="8" y="6"/>
                      <a:pt x="5" y="5"/>
                    </a:cubicBezTo>
                    <a:cubicBezTo>
                      <a:pt x="3" y="4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0"/>
                      <a:pt x="6" y="2"/>
                      <a:pt x="8" y="3"/>
                    </a:cubicBezTo>
                    <a:cubicBezTo>
                      <a:pt x="11" y="5"/>
                      <a:pt x="14" y="6"/>
                      <a:pt x="15" y="5"/>
                    </a:cubicBez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4" name="Freeform 294">
                <a:extLst>
                  <a:ext uri="{FF2B5EF4-FFF2-40B4-BE49-F238E27FC236}">
                    <a16:creationId xmlns:a16="http://schemas.microsoft.com/office/drawing/2014/main" id="{B6D9BC1A-509E-444A-AEC8-AAA92BCD7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148"/>
                <a:ext cx="15" cy="32"/>
              </a:xfrm>
              <a:custGeom>
                <a:avLst/>
                <a:gdLst>
                  <a:gd name="T0" fmla="*/ 1488 w 6"/>
                  <a:gd name="T1" fmla="*/ 0 h 12"/>
                  <a:gd name="T2" fmla="*/ 783 w 6"/>
                  <a:gd name="T3" fmla="*/ 3891 h 12"/>
                  <a:gd name="T4" fmla="*/ 0 w 6"/>
                  <a:gd name="T5" fmla="*/ 4301 h 12"/>
                  <a:gd name="T6" fmla="*/ 783 w 6"/>
                  <a:gd name="T7" fmla="*/ 0 h 12"/>
                  <a:gd name="T8" fmla="*/ 1488 w 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cubicBezTo>
                      <a:pt x="3" y="0"/>
                      <a:pt x="4" y="11"/>
                      <a:pt x="3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0" y="1"/>
                      <a:pt x="3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5" name="Freeform 295">
                <a:extLst>
                  <a:ext uri="{FF2B5EF4-FFF2-40B4-BE49-F238E27FC236}">
                    <a16:creationId xmlns:a16="http://schemas.microsoft.com/office/drawing/2014/main" id="{4ED80608-9BE1-499E-8EE6-1E112B1E3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143"/>
                <a:ext cx="15" cy="34"/>
              </a:xfrm>
              <a:custGeom>
                <a:avLst/>
                <a:gdLst>
                  <a:gd name="T0" fmla="*/ 1488 w 6"/>
                  <a:gd name="T1" fmla="*/ 0 h 13"/>
                  <a:gd name="T2" fmla="*/ 988 w 6"/>
                  <a:gd name="T3" fmla="*/ 3790 h 13"/>
                  <a:gd name="T4" fmla="*/ 0 w 6"/>
                  <a:gd name="T5" fmla="*/ 4166 h 13"/>
                  <a:gd name="T6" fmla="*/ 783 w 6"/>
                  <a:gd name="T7" fmla="*/ 377 h 13"/>
                  <a:gd name="T8" fmla="*/ 1488 w 6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4" y="1"/>
                      <a:pt x="5" y="11"/>
                      <a:pt x="4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0" y="2"/>
                      <a:pt x="3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6" name="Freeform 296">
                <a:extLst>
                  <a:ext uri="{FF2B5EF4-FFF2-40B4-BE49-F238E27FC236}">
                    <a16:creationId xmlns:a16="http://schemas.microsoft.com/office/drawing/2014/main" id="{8D37D6C9-6B27-443F-BA21-DE2A89884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148"/>
                <a:ext cx="2" cy="24"/>
              </a:xfrm>
              <a:custGeom>
                <a:avLst/>
                <a:gdLst>
                  <a:gd name="T0" fmla="*/ 64 w 1"/>
                  <a:gd name="T1" fmla="*/ 0 h 9"/>
                  <a:gd name="T2" fmla="*/ 64 w 1"/>
                  <a:gd name="T3" fmla="*/ 2184 h 9"/>
                  <a:gd name="T4" fmla="*/ 0 w 1"/>
                  <a:gd name="T5" fmla="*/ 3243 h 9"/>
                  <a:gd name="T6" fmla="*/ 0 w 1"/>
                  <a:gd name="T7" fmla="*/ 3243 h 9"/>
                  <a:gd name="T8" fmla="*/ 0 w 1"/>
                  <a:gd name="T9" fmla="*/ 1459 h 9"/>
                  <a:gd name="T10" fmla="*/ 64 w 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1"/>
                      <a:pt x="1" y="4"/>
                      <a:pt x="1" y="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6"/>
                      <a:pt x="0" y="4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7" name="Freeform 297">
                <a:extLst>
                  <a:ext uri="{FF2B5EF4-FFF2-40B4-BE49-F238E27FC236}">
                    <a16:creationId xmlns:a16="http://schemas.microsoft.com/office/drawing/2014/main" id="{9157D36B-86D9-4C31-A247-31D2FEE76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148"/>
                <a:ext cx="3" cy="27"/>
              </a:xfrm>
              <a:custGeom>
                <a:avLst/>
                <a:gdLst>
                  <a:gd name="T0" fmla="*/ 729 w 1"/>
                  <a:gd name="T1" fmla="*/ 429 h 10"/>
                  <a:gd name="T2" fmla="*/ 0 w 1"/>
                  <a:gd name="T3" fmla="*/ 2719 h 10"/>
                  <a:gd name="T4" fmla="*/ 0 w 1"/>
                  <a:gd name="T5" fmla="*/ 3877 h 10"/>
                  <a:gd name="T6" fmla="*/ 0 w 1"/>
                  <a:gd name="T7" fmla="*/ 3877 h 10"/>
                  <a:gd name="T8" fmla="*/ 0 w 1"/>
                  <a:gd name="T9" fmla="*/ 2028 h 10"/>
                  <a:gd name="T10" fmla="*/ 729 w 1"/>
                  <a:gd name="T11" fmla="*/ 0 h 10"/>
                  <a:gd name="T12" fmla="*/ 729 w 1"/>
                  <a:gd name="T13" fmla="*/ 42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10">
                    <a:moveTo>
                      <a:pt x="1" y="1"/>
                    </a:moveTo>
                    <a:cubicBezTo>
                      <a:pt x="0" y="2"/>
                      <a:pt x="0" y="5"/>
                      <a:pt x="0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7"/>
                      <a:pt x="0" y="5"/>
                    </a:cubicBezTo>
                    <a:cubicBezTo>
                      <a:pt x="0" y="3"/>
                      <a:pt x="0" y="2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8" name="Freeform 298">
                <a:extLst>
                  <a:ext uri="{FF2B5EF4-FFF2-40B4-BE49-F238E27FC236}">
                    <a16:creationId xmlns:a16="http://schemas.microsoft.com/office/drawing/2014/main" id="{438A8770-4336-4C9F-B9C1-22A49F898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135"/>
                <a:ext cx="15" cy="32"/>
              </a:xfrm>
              <a:custGeom>
                <a:avLst/>
                <a:gdLst>
                  <a:gd name="T0" fmla="*/ 1488 w 6"/>
                  <a:gd name="T1" fmla="*/ 0 h 12"/>
                  <a:gd name="T2" fmla="*/ 988 w 6"/>
                  <a:gd name="T3" fmla="*/ 3891 h 12"/>
                  <a:gd name="T4" fmla="*/ 313 w 6"/>
                  <a:gd name="T5" fmla="*/ 4301 h 12"/>
                  <a:gd name="T6" fmla="*/ 783 w 6"/>
                  <a:gd name="T7" fmla="*/ 397 h 12"/>
                  <a:gd name="T8" fmla="*/ 1488 w 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cubicBezTo>
                      <a:pt x="4" y="1"/>
                      <a:pt x="5" y="11"/>
                      <a:pt x="4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0" y="2"/>
                      <a:pt x="3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9" name="Freeform 299">
                <a:extLst>
                  <a:ext uri="{FF2B5EF4-FFF2-40B4-BE49-F238E27FC236}">
                    <a16:creationId xmlns:a16="http://schemas.microsoft.com/office/drawing/2014/main" id="{ED8C2A28-F612-4166-A96C-0456D7366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137"/>
                <a:ext cx="3" cy="27"/>
              </a:xfrm>
              <a:custGeom>
                <a:avLst/>
                <a:gdLst>
                  <a:gd name="T0" fmla="*/ 729 w 1"/>
                  <a:gd name="T1" fmla="*/ 429 h 10"/>
                  <a:gd name="T2" fmla="*/ 0 w 1"/>
                  <a:gd name="T3" fmla="*/ 2719 h 10"/>
                  <a:gd name="T4" fmla="*/ 0 w 1"/>
                  <a:gd name="T5" fmla="*/ 3877 h 10"/>
                  <a:gd name="T6" fmla="*/ 0 w 1"/>
                  <a:gd name="T7" fmla="*/ 3877 h 10"/>
                  <a:gd name="T8" fmla="*/ 0 w 1"/>
                  <a:gd name="T9" fmla="*/ 2028 h 10"/>
                  <a:gd name="T10" fmla="*/ 729 w 1"/>
                  <a:gd name="T11" fmla="*/ 0 h 10"/>
                  <a:gd name="T12" fmla="*/ 729 w 1"/>
                  <a:gd name="T13" fmla="*/ 42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10">
                    <a:moveTo>
                      <a:pt x="1" y="1"/>
                    </a:moveTo>
                    <a:cubicBezTo>
                      <a:pt x="0" y="2"/>
                      <a:pt x="0" y="5"/>
                      <a:pt x="0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7"/>
                      <a:pt x="0" y="5"/>
                    </a:cubicBezTo>
                    <a:cubicBezTo>
                      <a:pt x="0" y="3"/>
                      <a:pt x="0" y="2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0" name="Freeform 300">
                <a:extLst>
                  <a:ext uri="{FF2B5EF4-FFF2-40B4-BE49-F238E27FC236}">
                    <a16:creationId xmlns:a16="http://schemas.microsoft.com/office/drawing/2014/main" id="{FFEC72B8-371C-4972-949E-F291CCD72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127"/>
                <a:ext cx="20" cy="34"/>
              </a:xfrm>
              <a:custGeom>
                <a:avLst/>
                <a:gdLst>
                  <a:gd name="T0" fmla="*/ 1300 w 8"/>
                  <a:gd name="T1" fmla="*/ 0 h 13"/>
                  <a:gd name="T2" fmla="*/ 1770 w 8"/>
                  <a:gd name="T3" fmla="*/ 3790 h 13"/>
                  <a:gd name="T4" fmla="*/ 988 w 8"/>
                  <a:gd name="T5" fmla="*/ 4166 h 13"/>
                  <a:gd name="T6" fmla="*/ 520 w 8"/>
                  <a:gd name="T7" fmla="*/ 609 h 13"/>
                  <a:gd name="T8" fmla="*/ 1300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5" y="0"/>
                    </a:moveTo>
                    <a:cubicBezTo>
                      <a:pt x="3" y="1"/>
                      <a:pt x="8" y="11"/>
                      <a:pt x="7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3"/>
                      <a:pt x="0" y="3"/>
                      <a:pt x="2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1" name="Freeform 301">
                <a:extLst>
                  <a:ext uri="{FF2B5EF4-FFF2-40B4-BE49-F238E27FC236}">
                    <a16:creationId xmlns:a16="http://schemas.microsoft.com/office/drawing/2014/main" id="{16053777-D458-429B-BF5A-86AA0E125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132"/>
                <a:ext cx="5" cy="24"/>
              </a:xfrm>
              <a:custGeom>
                <a:avLst/>
                <a:gdLst>
                  <a:gd name="T0" fmla="*/ 0 w 2"/>
                  <a:gd name="T1" fmla="*/ 0 h 9"/>
                  <a:gd name="T2" fmla="*/ 313 w 2"/>
                  <a:gd name="T3" fmla="*/ 2184 h 9"/>
                  <a:gd name="T4" fmla="*/ 520 w 2"/>
                  <a:gd name="T5" fmla="*/ 3243 h 9"/>
                  <a:gd name="T6" fmla="*/ 520 w 2"/>
                  <a:gd name="T7" fmla="*/ 3243 h 9"/>
                  <a:gd name="T8" fmla="*/ 0 w 2"/>
                  <a:gd name="T9" fmla="*/ 1763 h 9"/>
                  <a:gd name="T10" fmla="*/ 0 w 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0" y="2"/>
                      <a:pt x="1" y="4"/>
                      <a:pt x="1" y="6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1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2" name="Freeform 302">
                <a:extLst>
                  <a:ext uri="{FF2B5EF4-FFF2-40B4-BE49-F238E27FC236}">
                    <a16:creationId xmlns:a16="http://schemas.microsoft.com/office/drawing/2014/main" id="{836F021B-9382-450B-B964-B43B692CF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137"/>
                <a:ext cx="17" cy="38"/>
              </a:xfrm>
              <a:custGeom>
                <a:avLst/>
                <a:gdLst>
                  <a:gd name="T0" fmla="*/ 831 w 7"/>
                  <a:gd name="T1" fmla="*/ 5157 h 14"/>
                  <a:gd name="T2" fmla="*/ 170 w 7"/>
                  <a:gd name="T3" fmla="*/ 2342 h 14"/>
                  <a:gd name="T4" fmla="*/ 0 w 7"/>
                  <a:gd name="T5" fmla="*/ 0 h 14"/>
                  <a:gd name="T6" fmla="*/ 590 w 7"/>
                  <a:gd name="T7" fmla="*/ 442 h 14"/>
                  <a:gd name="T8" fmla="*/ 831 w 7"/>
                  <a:gd name="T9" fmla="*/ 2823 h 14"/>
                  <a:gd name="T10" fmla="*/ 1433 w 7"/>
                  <a:gd name="T11" fmla="*/ 5600 h 14"/>
                  <a:gd name="T12" fmla="*/ 831 w 7"/>
                  <a:gd name="T13" fmla="*/ 515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4">
                    <a:moveTo>
                      <a:pt x="4" y="13"/>
                    </a:moveTo>
                    <a:cubicBezTo>
                      <a:pt x="3" y="12"/>
                      <a:pt x="2" y="9"/>
                      <a:pt x="1" y="6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4"/>
                      <a:pt x="4" y="7"/>
                    </a:cubicBezTo>
                    <a:cubicBezTo>
                      <a:pt x="5" y="11"/>
                      <a:pt x="6" y="13"/>
                      <a:pt x="7" y="14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3" name="Freeform 303">
                <a:extLst>
                  <a:ext uri="{FF2B5EF4-FFF2-40B4-BE49-F238E27FC236}">
                    <a16:creationId xmlns:a16="http://schemas.microsoft.com/office/drawing/2014/main" id="{2F950593-3BE8-43BD-A876-225C02012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143"/>
                <a:ext cx="20" cy="34"/>
              </a:xfrm>
              <a:custGeom>
                <a:avLst/>
                <a:gdLst>
                  <a:gd name="T0" fmla="*/ 988 w 8"/>
                  <a:gd name="T1" fmla="*/ 3790 h 13"/>
                  <a:gd name="T2" fmla="*/ 313 w 8"/>
                  <a:gd name="T3" fmla="*/ 2202 h 13"/>
                  <a:gd name="T4" fmla="*/ 0 w 8"/>
                  <a:gd name="T5" fmla="*/ 0 h 13"/>
                  <a:gd name="T6" fmla="*/ 783 w 8"/>
                  <a:gd name="T7" fmla="*/ 377 h 13"/>
                  <a:gd name="T8" fmla="*/ 988 w 8"/>
                  <a:gd name="T9" fmla="*/ 2202 h 13"/>
                  <a:gd name="T10" fmla="*/ 1958 w 8"/>
                  <a:gd name="T11" fmla="*/ 4166 h 13"/>
                  <a:gd name="T12" fmla="*/ 988 w 8"/>
                  <a:gd name="T13" fmla="*/ 379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4" y="12"/>
                    </a:moveTo>
                    <a:cubicBezTo>
                      <a:pt x="3" y="12"/>
                      <a:pt x="2" y="9"/>
                      <a:pt x="1" y="7"/>
                    </a:cubicBezTo>
                    <a:cubicBezTo>
                      <a:pt x="1" y="4"/>
                      <a:pt x="0" y="0"/>
                      <a:pt x="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4"/>
                      <a:pt x="4" y="7"/>
                    </a:cubicBezTo>
                    <a:cubicBezTo>
                      <a:pt x="5" y="11"/>
                      <a:pt x="7" y="13"/>
                      <a:pt x="8" y="13"/>
                    </a:cubicBez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4" name="Freeform 304">
                <a:extLst>
                  <a:ext uri="{FF2B5EF4-FFF2-40B4-BE49-F238E27FC236}">
                    <a16:creationId xmlns:a16="http://schemas.microsoft.com/office/drawing/2014/main" id="{C8423411-4703-4D44-AE32-0FC60CDC0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151"/>
                <a:ext cx="20" cy="29"/>
              </a:xfrm>
              <a:custGeom>
                <a:avLst/>
                <a:gdLst>
                  <a:gd name="T0" fmla="*/ 1300 w 8"/>
                  <a:gd name="T1" fmla="*/ 3662 h 11"/>
                  <a:gd name="T2" fmla="*/ 783 w 8"/>
                  <a:gd name="T3" fmla="*/ 2035 h 11"/>
                  <a:gd name="T4" fmla="*/ 0 w 8"/>
                  <a:gd name="T5" fmla="*/ 0 h 11"/>
                  <a:gd name="T6" fmla="*/ 783 w 8"/>
                  <a:gd name="T7" fmla="*/ 0 h 11"/>
                  <a:gd name="T8" fmla="*/ 1488 w 8"/>
                  <a:gd name="T9" fmla="*/ 1648 h 11"/>
                  <a:gd name="T10" fmla="*/ 1958 w 8"/>
                  <a:gd name="T11" fmla="*/ 3662 h 11"/>
                  <a:gd name="T12" fmla="*/ 1300 w 8"/>
                  <a:gd name="T13" fmla="*/ 366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1">
                    <a:moveTo>
                      <a:pt x="5" y="11"/>
                    </a:moveTo>
                    <a:cubicBezTo>
                      <a:pt x="4" y="11"/>
                      <a:pt x="4" y="8"/>
                      <a:pt x="3" y="6"/>
                    </a:cubicBezTo>
                    <a:cubicBezTo>
                      <a:pt x="2" y="3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5" y="3"/>
                      <a:pt x="6" y="5"/>
                    </a:cubicBezTo>
                    <a:cubicBezTo>
                      <a:pt x="7" y="9"/>
                      <a:pt x="7" y="11"/>
                      <a:pt x="8" y="11"/>
                    </a:cubicBez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5" name="Freeform 305">
                <a:extLst>
                  <a:ext uri="{FF2B5EF4-FFF2-40B4-BE49-F238E27FC236}">
                    <a16:creationId xmlns:a16="http://schemas.microsoft.com/office/drawing/2014/main" id="{6398E3D3-0117-4C85-B3FF-7BD0F340D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153"/>
                <a:ext cx="30" cy="30"/>
              </a:xfrm>
              <a:custGeom>
                <a:avLst/>
                <a:gdLst>
                  <a:gd name="T0" fmla="*/ 1958 w 12"/>
                  <a:gd name="T1" fmla="*/ 4544 h 11"/>
                  <a:gd name="T2" fmla="*/ 988 w 12"/>
                  <a:gd name="T3" fmla="*/ 2433 h 11"/>
                  <a:gd name="T4" fmla="*/ 0 w 12"/>
                  <a:gd name="T5" fmla="*/ 0 h 11"/>
                  <a:gd name="T6" fmla="*/ 988 w 12"/>
                  <a:gd name="T7" fmla="*/ 0 h 11"/>
                  <a:gd name="T8" fmla="*/ 1770 w 12"/>
                  <a:gd name="T9" fmla="*/ 2114 h 11"/>
                  <a:gd name="T10" fmla="*/ 2938 w 12"/>
                  <a:gd name="T11" fmla="*/ 4544 h 11"/>
                  <a:gd name="T12" fmla="*/ 1958 w 12"/>
                  <a:gd name="T13" fmla="*/ 454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8" y="11"/>
                    </a:moveTo>
                    <a:cubicBezTo>
                      <a:pt x="7" y="11"/>
                      <a:pt x="5" y="8"/>
                      <a:pt x="4" y="6"/>
                    </a:cubicBezTo>
                    <a:cubicBezTo>
                      <a:pt x="2" y="4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6" y="3"/>
                      <a:pt x="7" y="5"/>
                    </a:cubicBezTo>
                    <a:cubicBezTo>
                      <a:pt x="9" y="9"/>
                      <a:pt x="11" y="11"/>
                      <a:pt x="12" y="11"/>
                    </a:cubicBezTo>
                    <a:lnTo>
                      <a:pt x="8" y="1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6" name="Freeform 306">
                <a:extLst>
                  <a:ext uri="{FF2B5EF4-FFF2-40B4-BE49-F238E27FC236}">
                    <a16:creationId xmlns:a16="http://schemas.microsoft.com/office/drawing/2014/main" id="{E4205378-21CA-4D72-B286-43C23702B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145"/>
                <a:ext cx="27" cy="30"/>
              </a:xfrm>
              <a:custGeom>
                <a:avLst/>
                <a:gdLst>
                  <a:gd name="T0" fmla="*/ 2398 w 11"/>
                  <a:gd name="T1" fmla="*/ 775 h 11"/>
                  <a:gd name="T2" fmla="*/ 621 w 11"/>
                  <a:gd name="T3" fmla="*/ 4544 h 11"/>
                  <a:gd name="T4" fmla="*/ 0 w 11"/>
                  <a:gd name="T5" fmla="*/ 4099 h 11"/>
                  <a:gd name="T6" fmla="*/ 1777 w 11"/>
                  <a:gd name="T7" fmla="*/ 447 h 11"/>
                  <a:gd name="T8" fmla="*/ 2398 w 11"/>
                  <a:gd name="T9" fmla="*/ 77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2"/>
                    </a:moveTo>
                    <a:cubicBezTo>
                      <a:pt x="8" y="1"/>
                      <a:pt x="4" y="11"/>
                      <a:pt x="3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5" y="0"/>
                      <a:pt x="8" y="1"/>
                    </a:cubicBez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7" name="Freeform 307">
                <a:extLst>
                  <a:ext uri="{FF2B5EF4-FFF2-40B4-BE49-F238E27FC236}">
                    <a16:creationId xmlns:a16="http://schemas.microsoft.com/office/drawing/2014/main" id="{4175ADA2-9031-4D28-AA99-5B0D73E0B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151"/>
                <a:ext cx="28" cy="26"/>
              </a:xfrm>
              <a:custGeom>
                <a:avLst/>
                <a:gdLst>
                  <a:gd name="T0" fmla="*/ 2986 w 11"/>
                  <a:gd name="T1" fmla="*/ 372 h 10"/>
                  <a:gd name="T2" fmla="*/ 843 w 11"/>
                  <a:gd name="T3" fmla="*/ 3110 h 10"/>
                  <a:gd name="T4" fmla="*/ 0 w 11"/>
                  <a:gd name="T5" fmla="*/ 2746 h 10"/>
                  <a:gd name="T6" fmla="*/ 2146 w 11"/>
                  <a:gd name="T7" fmla="*/ 372 h 10"/>
                  <a:gd name="T8" fmla="*/ 2986 w 11"/>
                  <a:gd name="T9" fmla="*/ 37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1" y="1"/>
                    </a:moveTo>
                    <a:cubicBezTo>
                      <a:pt x="9" y="1"/>
                      <a:pt x="4" y="10"/>
                      <a:pt x="3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5" y="0"/>
                      <a:pt x="8" y="1"/>
                    </a:cubicBez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8" name="Freeform 308">
                <a:extLst>
                  <a:ext uri="{FF2B5EF4-FFF2-40B4-BE49-F238E27FC236}">
                    <a16:creationId xmlns:a16="http://schemas.microsoft.com/office/drawing/2014/main" id="{C9FF6562-E0D7-444A-9009-1F925A842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56"/>
                <a:ext cx="13" cy="19"/>
              </a:xfrm>
              <a:custGeom>
                <a:avLst/>
                <a:gdLst>
                  <a:gd name="T0" fmla="*/ 1547 w 5"/>
                  <a:gd name="T1" fmla="*/ 0 h 7"/>
                  <a:gd name="T2" fmla="*/ 372 w 5"/>
                  <a:gd name="T3" fmla="*/ 2063 h 7"/>
                  <a:gd name="T4" fmla="*/ 0 w 5"/>
                  <a:gd name="T5" fmla="*/ 2823 h 7"/>
                  <a:gd name="T6" fmla="*/ 0 w 5"/>
                  <a:gd name="T7" fmla="*/ 2823 h 7"/>
                  <a:gd name="T8" fmla="*/ 372 w 5"/>
                  <a:gd name="T9" fmla="*/ 1200 h 7"/>
                  <a:gd name="T10" fmla="*/ 1547 w 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1"/>
                      <a:pt x="2" y="3"/>
                      <a:pt x="1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5"/>
                      <a:pt x="1" y="3"/>
                    </a:cubicBezTo>
                    <a:cubicBezTo>
                      <a:pt x="2" y="1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9" name="Freeform 309">
                <a:extLst>
                  <a:ext uri="{FF2B5EF4-FFF2-40B4-BE49-F238E27FC236}">
                    <a16:creationId xmlns:a16="http://schemas.microsoft.com/office/drawing/2014/main" id="{EE869DCA-13DE-46EB-8FE1-21B36607A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151"/>
                <a:ext cx="12" cy="18"/>
              </a:xfrm>
              <a:custGeom>
                <a:avLst/>
                <a:gdLst>
                  <a:gd name="T0" fmla="*/ 967 w 5"/>
                  <a:gd name="T1" fmla="*/ 0 h 7"/>
                  <a:gd name="T2" fmla="*/ 168 w 5"/>
                  <a:gd name="T3" fmla="*/ 1448 h 7"/>
                  <a:gd name="T4" fmla="*/ 0 w 5"/>
                  <a:gd name="T5" fmla="*/ 2003 h 7"/>
                  <a:gd name="T6" fmla="*/ 0 w 5"/>
                  <a:gd name="T7" fmla="*/ 2003 h 7"/>
                  <a:gd name="T8" fmla="*/ 403 w 5"/>
                  <a:gd name="T9" fmla="*/ 918 h 7"/>
                  <a:gd name="T10" fmla="*/ 967 w 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1"/>
                      <a:pt x="2" y="3"/>
                      <a:pt x="1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5"/>
                      <a:pt x="2" y="3"/>
                    </a:cubicBezTo>
                    <a:cubicBezTo>
                      <a:pt x="2" y="1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0" name="Freeform 310">
                <a:extLst>
                  <a:ext uri="{FF2B5EF4-FFF2-40B4-BE49-F238E27FC236}">
                    <a16:creationId xmlns:a16="http://schemas.microsoft.com/office/drawing/2014/main" id="{AEB1832D-0F94-440B-989A-1CA7CBB3E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153"/>
                <a:ext cx="30" cy="30"/>
              </a:xfrm>
              <a:custGeom>
                <a:avLst/>
                <a:gdLst>
                  <a:gd name="T0" fmla="*/ 2938 w 12"/>
                  <a:gd name="T1" fmla="*/ 447 h 11"/>
                  <a:gd name="T2" fmla="*/ 783 w 12"/>
                  <a:gd name="T3" fmla="*/ 4544 h 11"/>
                  <a:gd name="T4" fmla="*/ 0 w 12"/>
                  <a:gd name="T5" fmla="*/ 4099 h 11"/>
                  <a:gd name="T6" fmla="*/ 2270 w 12"/>
                  <a:gd name="T7" fmla="*/ 0 h 11"/>
                  <a:gd name="T8" fmla="*/ 2938 w 12"/>
                  <a:gd name="T9" fmla="*/ 44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1"/>
                    </a:moveTo>
                    <a:cubicBezTo>
                      <a:pt x="9" y="0"/>
                      <a:pt x="4" y="11"/>
                      <a:pt x="3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6" y="0"/>
                      <a:pt x="9" y="0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1" name="Freeform 311">
                <a:extLst>
                  <a:ext uri="{FF2B5EF4-FFF2-40B4-BE49-F238E27FC236}">
                    <a16:creationId xmlns:a16="http://schemas.microsoft.com/office/drawing/2014/main" id="{D354F573-1D0D-4E6B-BB4C-15AE2C98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156"/>
                <a:ext cx="15" cy="24"/>
              </a:xfrm>
              <a:custGeom>
                <a:avLst/>
                <a:gdLst>
                  <a:gd name="T0" fmla="*/ 1488 w 6"/>
                  <a:gd name="T1" fmla="*/ 0 h 9"/>
                  <a:gd name="T2" fmla="*/ 783 w 6"/>
                  <a:gd name="T3" fmla="*/ 2184 h 9"/>
                  <a:gd name="T4" fmla="*/ 0 w 6"/>
                  <a:gd name="T5" fmla="*/ 3243 h 9"/>
                  <a:gd name="T6" fmla="*/ 0 w 6"/>
                  <a:gd name="T7" fmla="*/ 3243 h 9"/>
                  <a:gd name="T8" fmla="*/ 783 w 6"/>
                  <a:gd name="T9" fmla="*/ 1459 h 9"/>
                  <a:gd name="T10" fmla="*/ 1488 w 6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5" y="1"/>
                      <a:pt x="4" y="4"/>
                      <a:pt x="3" y="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2" y="5"/>
                      <a:pt x="3" y="4"/>
                    </a:cubicBezTo>
                    <a:cubicBezTo>
                      <a:pt x="4" y="2"/>
                      <a:pt x="5" y="2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2" name="Freeform 312">
                <a:extLst>
                  <a:ext uri="{FF2B5EF4-FFF2-40B4-BE49-F238E27FC236}">
                    <a16:creationId xmlns:a16="http://schemas.microsoft.com/office/drawing/2014/main" id="{B973A78A-D5F9-442A-8D8C-01B7E8983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2153"/>
                <a:ext cx="20" cy="30"/>
              </a:xfrm>
              <a:custGeom>
                <a:avLst/>
                <a:gdLst>
                  <a:gd name="T0" fmla="*/ 1958 w 8"/>
                  <a:gd name="T1" fmla="*/ 0 h 11"/>
                  <a:gd name="T2" fmla="*/ 988 w 8"/>
                  <a:gd name="T3" fmla="*/ 4544 h 11"/>
                  <a:gd name="T4" fmla="*/ 0 w 8"/>
                  <a:gd name="T5" fmla="*/ 4544 h 11"/>
                  <a:gd name="T6" fmla="*/ 1300 w 8"/>
                  <a:gd name="T7" fmla="*/ 0 h 11"/>
                  <a:gd name="T8" fmla="*/ 1958 w 8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5" y="0"/>
                      <a:pt x="5" y="11"/>
                      <a:pt x="4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1"/>
                      <a:pt x="5" y="0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3" name="Freeform 313">
                <a:extLst>
                  <a:ext uri="{FF2B5EF4-FFF2-40B4-BE49-F238E27FC236}">
                    <a16:creationId xmlns:a16="http://schemas.microsoft.com/office/drawing/2014/main" id="{ABB56C75-2958-4E4F-998D-27FB89E12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156"/>
                <a:ext cx="5" cy="24"/>
              </a:xfrm>
              <a:custGeom>
                <a:avLst/>
                <a:gdLst>
                  <a:gd name="T0" fmla="*/ 520 w 2"/>
                  <a:gd name="T1" fmla="*/ 0 h 9"/>
                  <a:gd name="T2" fmla="*/ 0 w 2"/>
                  <a:gd name="T3" fmla="*/ 2184 h 9"/>
                  <a:gd name="T4" fmla="*/ 0 w 2"/>
                  <a:gd name="T5" fmla="*/ 3243 h 9"/>
                  <a:gd name="T6" fmla="*/ 0 w 2"/>
                  <a:gd name="T7" fmla="*/ 3243 h 9"/>
                  <a:gd name="T8" fmla="*/ 0 w 2"/>
                  <a:gd name="T9" fmla="*/ 1459 h 9"/>
                  <a:gd name="T10" fmla="*/ 520 w 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6"/>
                      <a:pt x="0" y="4"/>
                    </a:cubicBezTo>
                    <a:cubicBezTo>
                      <a:pt x="0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4" name="Freeform 314">
                <a:extLst>
                  <a:ext uri="{FF2B5EF4-FFF2-40B4-BE49-F238E27FC236}">
                    <a16:creationId xmlns:a16="http://schemas.microsoft.com/office/drawing/2014/main" id="{3F3265EC-438B-4A10-B44A-09BF75903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119"/>
                <a:ext cx="13" cy="34"/>
              </a:xfrm>
              <a:custGeom>
                <a:avLst/>
                <a:gdLst>
                  <a:gd name="T0" fmla="*/ 372 w 5"/>
                  <a:gd name="T1" fmla="*/ 3790 h 13"/>
                  <a:gd name="T2" fmla="*/ 0 w 5"/>
                  <a:gd name="T3" fmla="*/ 1969 h 13"/>
                  <a:gd name="T4" fmla="*/ 372 w 5"/>
                  <a:gd name="T5" fmla="*/ 0 h 13"/>
                  <a:gd name="T6" fmla="*/ 1196 w 5"/>
                  <a:gd name="T7" fmla="*/ 377 h 13"/>
                  <a:gd name="T8" fmla="*/ 967 w 5"/>
                  <a:gd name="T9" fmla="*/ 2202 h 13"/>
                  <a:gd name="T10" fmla="*/ 967 w 5"/>
                  <a:gd name="T11" fmla="*/ 4166 h 13"/>
                  <a:gd name="T12" fmla="*/ 372 w 5"/>
                  <a:gd name="T13" fmla="*/ 379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1" y="12"/>
                    </a:moveTo>
                    <a:cubicBezTo>
                      <a:pt x="0" y="11"/>
                      <a:pt x="0" y="9"/>
                      <a:pt x="0" y="6"/>
                    </a:cubicBezTo>
                    <a:cubicBezTo>
                      <a:pt x="1" y="4"/>
                      <a:pt x="1" y="0"/>
                      <a:pt x="1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4" y="5"/>
                      <a:pt x="3" y="7"/>
                    </a:cubicBezTo>
                    <a:cubicBezTo>
                      <a:pt x="3" y="11"/>
                      <a:pt x="2" y="13"/>
                      <a:pt x="3" y="13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5" name="Freeform 315">
                <a:extLst>
                  <a:ext uri="{FF2B5EF4-FFF2-40B4-BE49-F238E27FC236}">
                    <a16:creationId xmlns:a16="http://schemas.microsoft.com/office/drawing/2014/main" id="{6B86F9BC-9135-4522-939C-33E0E3D4F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127"/>
                <a:ext cx="13" cy="40"/>
              </a:xfrm>
              <a:custGeom>
                <a:avLst/>
                <a:gdLst>
                  <a:gd name="T0" fmla="*/ 595 w 5"/>
                  <a:gd name="T1" fmla="*/ 4701 h 15"/>
                  <a:gd name="T2" fmla="*/ 0 w 5"/>
                  <a:gd name="T3" fmla="*/ 2581 h 15"/>
                  <a:gd name="T4" fmla="*/ 0 w 5"/>
                  <a:gd name="T5" fmla="*/ 0 h 15"/>
                  <a:gd name="T6" fmla="*/ 967 w 5"/>
                  <a:gd name="T7" fmla="*/ 661 h 15"/>
                  <a:gd name="T8" fmla="*/ 967 w 5"/>
                  <a:gd name="T9" fmla="*/ 2581 h 15"/>
                  <a:gd name="T10" fmla="*/ 1547 w 5"/>
                  <a:gd name="T11" fmla="*/ 5405 h 15"/>
                  <a:gd name="T12" fmla="*/ 595 w 5"/>
                  <a:gd name="T13" fmla="*/ 470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5">
                    <a:moveTo>
                      <a:pt x="2" y="13"/>
                    </a:moveTo>
                    <a:cubicBezTo>
                      <a:pt x="1" y="13"/>
                      <a:pt x="0" y="9"/>
                      <a:pt x="0" y="7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5"/>
                      <a:pt x="3" y="7"/>
                    </a:cubicBezTo>
                    <a:cubicBezTo>
                      <a:pt x="3" y="12"/>
                      <a:pt x="4" y="15"/>
                      <a:pt x="5" y="15"/>
                    </a:cubicBez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6" name="Freeform 316">
                <a:extLst>
                  <a:ext uri="{FF2B5EF4-FFF2-40B4-BE49-F238E27FC236}">
                    <a16:creationId xmlns:a16="http://schemas.microsoft.com/office/drawing/2014/main" id="{197BFE76-458F-4CEA-B0AC-6DC1FF807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089"/>
                <a:ext cx="15" cy="38"/>
              </a:xfrm>
              <a:custGeom>
                <a:avLst/>
                <a:gdLst>
                  <a:gd name="T0" fmla="*/ 313 w 6"/>
                  <a:gd name="T1" fmla="*/ 4878 h 14"/>
                  <a:gd name="T2" fmla="*/ 313 w 6"/>
                  <a:gd name="T3" fmla="*/ 2823 h 14"/>
                  <a:gd name="T4" fmla="*/ 783 w 6"/>
                  <a:gd name="T5" fmla="*/ 0 h 14"/>
                  <a:gd name="T6" fmla="*/ 1300 w 6"/>
                  <a:gd name="T7" fmla="*/ 1200 h 14"/>
                  <a:gd name="T8" fmla="*/ 988 w 6"/>
                  <a:gd name="T9" fmla="*/ 3257 h 14"/>
                  <a:gd name="T10" fmla="*/ 783 w 6"/>
                  <a:gd name="T11" fmla="*/ 5600 h 14"/>
                  <a:gd name="T12" fmla="*/ 313 w 6"/>
                  <a:gd name="T13" fmla="*/ 487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4">
                    <a:moveTo>
                      <a:pt x="1" y="12"/>
                    </a:moveTo>
                    <a:cubicBezTo>
                      <a:pt x="0" y="12"/>
                      <a:pt x="1" y="9"/>
                      <a:pt x="1" y="7"/>
                    </a:cubicBezTo>
                    <a:cubicBezTo>
                      <a:pt x="2" y="4"/>
                      <a:pt x="3" y="0"/>
                      <a:pt x="3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5" y="6"/>
                      <a:pt x="4" y="8"/>
                    </a:cubicBezTo>
                    <a:cubicBezTo>
                      <a:pt x="3" y="12"/>
                      <a:pt x="2" y="14"/>
                      <a:pt x="3" y="14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7" name="Freeform 317">
                <a:extLst>
                  <a:ext uri="{FF2B5EF4-FFF2-40B4-BE49-F238E27FC236}">
                    <a16:creationId xmlns:a16="http://schemas.microsoft.com/office/drawing/2014/main" id="{013D5FD3-825B-43FB-BE1E-7FB2929CF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100"/>
                <a:ext cx="12" cy="43"/>
              </a:xfrm>
              <a:custGeom>
                <a:avLst/>
                <a:gdLst>
                  <a:gd name="T0" fmla="*/ 168 w 5"/>
                  <a:gd name="T1" fmla="*/ 5316 h 16"/>
                  <a:gd name="T2" fmla="*/ 0 w 5"/>
                  <a:gd name="T3" fmla="*/ 2658 h 16"/>
                  <a:gd name="T4" fmla="*/ 168 w 5"/>
                  <a:gd name="T5" fmla="*/ 0 h 16"/>
                  <a:gd name="T6" fmla="*/ 802 w 5"/>
                  <a:gd name="T7" fmla="*/ 680 h 16"/>
                  <a:gd name="T8" fmla="*/ 564 w 5"/>
                  <a:gd name="T9" fmla="*/ 3085 h 16"/>
                  <a:gd name="T10" fmla="*/ 802 w 5"/>
                  <a:gd name="T11" fmla="*/ 6060 h 16"/>
                  <a:gd name="T12" fmla="*/ 168 w 5"/>
                  <a:gd name="T13" fmla="*/ 53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6">
                    <a:moveTo>
                      <a:pt x="1" y="14"/>
                    </a:moveTo>
                    <a:cubicBezTo>
                      <a:pt x="0" y="13"/>
                      <a:pt x="0" y="9"/>
                      <a:pt x="0" y="7"/>
                    </a:cubicBezTo>
                    <a:cubicBezTo>
                      <a:pt x="1" y="4"/>
                      <a:pt x="1" y="0"/>
                      <a:pt x="1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4" y="6"/>
                      <a:pt x="3" y="8"/>
                    </a:cubicBezTo>
                    <a:cubicBezTo>
                      <a:pt x="3" y="12"/>
                      <a:pt x="3" y="15"/>
                      <a:pt x="4" y="16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8" name="Freeform 318">
                <a:extLst>
                  <a:ext uri="{FF2B5EF4-FFF2-40B4-BE49-F238E27FC236}">
                    <a16:creationId xmlns:a16="http://schemas.microsoft.com/office/drawing/2014/main" id="{71B77D5F-4290-4383-BC5B-AF56C5C94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111"/>
                <a:ext cx="33" cy="24"/>
              </a:xfrm>
              <a:custGeom>
                <a:avLst/>
                <a:gdLst>
                  <a:gd name="T0" fmla="*/ 3485 w 13"/>
                  <a:gd name="T1" fmla="*/ 1459 h 9"/>
                  <a:gd name="T2" fmla="*/ 541 w 13"/>
                  <a:gd name="T3" fmla="*/ 2824 h 9"/>
                  <a:gd name="T4" fmla="*/ 0 w 13"/>
                  <a:gd name="T5" fmla="*/ 1763 h 9"/>
                  <a:gd name="T6" fmla="*/ 2945 w 13"/>
                  <a:gd name="T7" fmla="*/ 661 h 9"/>
                  <a:gd name="T8" fmla="*/ 3485 w 13"/>
                  <a:gd name="T9" fmla="*/ 145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3" y="4"/>
                    </a:moveTo>
                    <a:cubicBezTo>
                      <a:pt x="12" y="2"/>
                      <a:pt x="3" y="9"/>
                      <a:pt x="2" y="8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9" y="0"/>
                      <a:pt x="11" y="2"/>
                    </a:cubicBezTo>
                    <a:lnTo>
                      <a:pt x="13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9" name="Freeform 319">
                <a:extLst>
                  <a:ext uri="{FF2B5EF4-FFF2-40B4-BE49-F238E27FC236}">
                    <a16:creationId xmlns:a16="http://schemas.microsoft.com/office/drawing/2014/main" id="{4565EA03-0A36-48C7-A050-EE6D8A076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121"/>
                <a:ext cx="33" cy="22"/>
              </a:xfrm>
              <a:custGeom>
                <a:avLst/>
                <a:gdLst>
                  <a:gd name="T0" fmla="*/ 3485 w 13"/>
                  <a:gd name="T1" fmla="*/ 1724 h 8"/>
                  <a:gd name="T2" fmla="*/ 541 w 13"/>
                  <a:gd name="T3" fmla="*/ 3495 h 8"/>
                  <a:gd name="T4" fmla="*/ 0 w 13"/>
                  <a:gd name="T5" fmla="*/ 2225 h 8"/>
                  <a:gd name="T6" fmla="*/ 2945 w 13"/>
                  <a:gd name="T7" fmla="*/ 976 h 8"/>
                  <a:gd name="T8" fmla="*/ 3485 w 13"/>
                  <a:gd name="T9" fmla="*/ 172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13" y="4"/>
                    </a:moveTo>
                    <a:cubicBezTo>
                      <a:pt x="12" y="2"/>
                      <a:pt x="3" y="8"/>
                      <a:pt x="2" y="8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9" y="0"/>
                      <a:pt x="11" y="2"/>
                    </a:cubicBezTo>
                    <a:lnTo>
                      <a:pt x="13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0" name="Freeform 320">
                <a:extLst>
                  <a:ext uri="{FF2B5EF4-FFF2-40B4-BE49-F238E27FC236}">
                    <a16:creationId xmlns:a16="http://schemas.microsoft.com/office/drawing/2014/main" id="{ABFC9C1B-3F74-4643-8E46-547227A37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29"/>
                <a:ext cx="20" cy="11"/>
              </a:xfrm>
              <a:custGeom>
                <a:avLst/>
                <a:gdLst>
                  <a:gd name="T0" fmla="*/ 1958 w 8"/>
                  <a:gd name="T1" fmla="*/ 0 h 4"/>
                  <a:gd name="T2" fmla="*/ 520 w 8"/>
                  <a:gd name="T3" fmla="*/ 1271 h 4"/>
                  <a:gd name="T4" fmla="*/ 0 w 8"/>
                  <a:gd name="T5" fmla="*/ 1724 h 4"/>
                  <a:gd name="T6" fmla="*/ 0 w 8"/>
                  <a:gd name="T7" fmla="*/ 1724 h 4"/>
                  <a:gd name="T8" fmla="*/ 988 w 8"/>
                  <a:gd name="T9" fmla="*/ 462 h 4"/>
                  <a:gd name="T10" fmla="*/ 1958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7" y="0"/>
                      <a:pt x="4" y="2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5" y="0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1" name="Freeform 321">
                <a:extLst>
                  <a:ext uri="{FF2B5EF4-FFF2-40B4-BE49-F238E27FC236}">
                    <a16:creationId xmlns:a16="http://schemas.microsoft.com/office/drawing/2014/main" id="{7BE3F743-A60D-4693-B9B6-A3423E43C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119"/>
                <a:ext cx="22" cy="10"/>
              </a:xfrm>
              <a:custGeom>
                <a:avLst/>
                <a:gdLst>
                  <a:gd name="T0" fmla="*/ 1931 w 9"/>
                  <a:gd name="T1" fmla="*/ 0 h 4"/>
                  <a:gd name="T2" fmla="*/ 616 w 9"/>
                  <a:gd name="T3" fmla="*/ 783 h 4"/>
                  <a:gd name="T4" fmla="*/ 0 w 9"/>
                  <a:gd name="T5" fmla="*/ 988 h 4"/>
                  <a:gd name="T6" fmla="*/ 174 w 9"/>
                  <a:gd name="T7" fmla="*/ 988 h 4"/>
                  <a:gd name="T8" fmla="*/ 860 w 9"/>
                  <a:gd name="T9" fmla="*/ 313 h 4"/>
                  <a:gd name="T10" fmla="*/ 1931 w 9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7" y="0"/>
                      <a:pt x="5" y="2"/>
                      <a:pt x="3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3" y="2"/>
                      <a:pt x="4" y="1"/>
                    </a:cubicBezTo>
                    <a:cubicBezTo>
                      <a:pt x="6" y="0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2" name="Freeform 322">
                <a:extLst>
                  <a:ext uri="{FF2B5EF4-FFF2-40B4-BE49-F238E27FC236}">
                    <a16:creationId xmlns:a16="http://schemas.microsoft.com/office/drawing/2014/main" id="{101962C1-2E88-4150-9080-426FBA5DF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132"/>
                <a:ext cx="35" cy="24"/>
              </a:xfrm>
              <a:custGeom>
                <a:avLst/>
                <a:gdLst>
                  <a:gd name="T0" fmla="*/ 3438 w 14"/>
                  <a:gd name="T1" fmla="*/ 1763 h 9"/>
                  <a:gd name="T2" fmla="*/ 783 w 14"/>
                  <a:gd name="T3" fmla="*/ 2824 h 9"/>
                  <a:gd name="T4" fmla="*/ 0 w 14"/>
                  <a:gd name="T5" fmla="*/ 2184 h 9"/>
                  <a:gd name="T6" fmla="*/ 2738 w 14"/>
                  <a:gd name="T7" fmla="*/ 661 h 9"/>
                  <a:gd name="T8" fmla="*/ 3438 w 14"/>
                  <a:gd name="T9" fmla="*/ 176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2" y="3"/>
                      <a:pt x="3" y="9"/>
                      <a:pt x="3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9" y="0"/>
                      <a:pt x="11" y="2"/>
                    </a:cubicBez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3" name="Freeform 323">
                <a:extLst>
                  <a:ext uri="{FF2B5EF4-FFF2-40B4-BE49-F238E27FC236}">
                    <a16:creationId xmlns:a16="http://schemas.microsoft.com/office/drawing/2014/main" id="{D0773AF7-B8C1-48DB-8E94-256537142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143"/>
                <a:ext cx="20" cy="10"/>
              </a:xfrm>
              <a:custGeom>
                <a:avLst/>
                <a:gdLst>
                  <a:gd name="T0" fmla="*/ 1958 w 8"/>
                  <a:gd name="T1" fmla="*/ 0 h 4"/>
                  <a:gd name="T2" fmla="*/ 520 w 8"/>
                  <a:gd name="T3" fmla="*/ 520 h 4"/>
                  <a:gd name="T4" fmla="*/ 0 w 8"/>
                  <a:gd name="T5" fmla="*/ 988 h 4"/>
                  <a:gd name="T6" fmla="*/ 0 w 8"/>
                  <a:gd name="T7" fmla="*/ 988 h 4"/>
                  <a:gd name="T8" fmla="*/ 988 w 8"/>
                  <a:gd name="T9" fmla="*/ 313 h 4"/>
                  <a:gd name="T10" fmla="*/ 1958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7" y="0"/>
                      <a:pt x="4" y="1"/>
                      <a:pt x="2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5" y="0"/>
                      <a:pt x="7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4" name="Freeform 324">
                <a:extLst>
                  <a:ext uri="{FF2B5EF4-FFF2-40B4-BE49-F238E27FC236}">
                    <a16:creationId xmlns:a16="http://schemas.microsoft.com/office/drawing/2014/main" id="{E4C2830F-7542-4E83-89CE-C57B88FAD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140"/>
                <a:ext cx="32" cy="27"/>
              </a:xfrm>
              <a:custGeom>
                <a:avLst/>
                <a:gdLst>
                  <a:gd name="T0" fmla="*/ 2897 w 13"/>
                  <a:gd name="T1" fmla="*/ 1158 h 10"/>
                  <a:gd name="T2" fmla="*/ 625 w 13"/>
                  <a:gd name="T3" fmla="*/ 3877 h 10"/>
                  <a:gd name="T4" fmla="*/ 0 w 13"/>
                  <a:gd name="T5" fmla="*/ 3464 h 10"/>
                  <a:gd name="T6" fmla="*/ 2284 w 13"/>
                  <a:gd name="T7" fmla="*/ 429 h 10"/>
                  <a:gd name="T8" fmla="*/ 2897 w 13"/>
                  <a:gd name="T9" fmla="*/ 1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3" y="3"/>
                    </a:moveTo>
                    <a:cubicBezTo>
                      <a:pt x="10" y="2"/>
                      <a:pt x="4" y="10"/>
                      <a:pt x="3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7" y="0"/>
                      <a:pt x="10" y="1"/>
                    </a:cubicBez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5" name="Freeform 325">
                <a:extLst>
                  <a:ext uri="{FF2B5EF4-FFF2-40B4-BE49-F238E27FC236}">
                    <a16:creationId xmlns:a16="http://schemas.microsoft.com/office/drawing/2014/main" id="{A4E573A0-D005-4DBF-BBDD-49AFCD8D2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148"/>
                <a:ext cx="15" cy="16"/>
              </a:xfrm>
              <a:custGeom>
                <a:avLst/>
                <a:gdLst>
                  <a:gd name="T0" fmla="*/ 1488 w 6"/>
                  <a:gd name="T1" fmla="*/ 0 h 6"/>
                  <a:gd name="T2" fmla="*/ 520 w 6"/>
                  <a:gd name="T3" fmla="*/ 1459 h 6"/>
                  <a:gd name="T4" fmla="*/ 0 w 6"/>
                  <a:gd name="T5" fmla="*/ 2184 h 6"/>
                  <a:gd name="T6" fmla="*/ 0 w 6"/>
                  <a:gd name="T7" fmla="*/ 2184 h 6"/>
                  <a:gd name="T8" fmla="*/ 783 w 6"/>
                  <a:gd name="T9" fmla="*/ 661 h 6"/>
                  <a:gd name="T10" fmla="*/ 1488 w 6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5" y="0"/>
                      <a:pt x="3" y="2"/>
                      <a:pt x="2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4" y="1"/>
                      <a:pt x="5" y="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6" name="Freeform 326">
                <a:extLst>
                  <a:ext uri="{FF2B5EF4-FFF2-40B4-BE49-F238E27FC236}">
                    <a16:creationId xmlns:a16="http://schemas.microsoft.com/office/drawing/2014/main" id="{17B2E146-637B-4055-A24E-67472F116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31"/>
                <a:ext cx="23" cy="40"/>
              </a:xfrm>
              <a:custGeom>
                <a:avLst/>
                <a:gdLst>
                  <a:gd name="T0" fmla="*/ 332 w 9"/>
                  <a:gd name="T1" fmla="*/ 4301 h 15"/>
                  <a:gd name="T2" fmla="*/ 1104 w 9"/>
                  <a:gd name="T3" fmla="*/ 1763 h 15"/>
                  <a:gd name="T4" fmla="*/ 2167 w 9"/>
                  <a:gd name="T5" fmla="*/ 0 h 15"/>
                  <a:gd name="T6" fmla="*/ 2520 w 9"/>
                  <a:gd name="T7" fmla="*/ 1059 h 15"/>
                  <a:gd name="T8" fmla="*/ 1620 w 9"/>
                  <a:gd name="T9" fmla="*/ 2824 h 15"/>
                  <a:gd name="T10" fmla="*/ 549 w 9"/>
                  <a:gd name="T11" fmla="*/ 5405 h 15"/>
                  <a:gd name="T12" fmla="*/ 332 w 9"/>
                  <a:gd name="T13" fmla="*/ 430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1" y="12"/>
                    </a:moveTo>
                    <a:cubicBezTo>
                      <a:pt x="0" y="11"/>
                      <a:pt x="2" y="8"/>
                      <a:pt x="4" y="5"/>
                    </a:cubicBezTo>
                    <a:cubicBezTo>
                      <a:pt x="5" y="3"/>
                      <a:pt x="8" y="0"/>
                      <a:pt x="8" y="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7" y="6"/>
                      <a:pt x="6" y="8"/>
                    </a:cubicBezTo>
                    <a:cubicBezTo>
                      <a:pt x="3" y="11"/>
                      <a:pt x="2" y="14"/>
                      <a:pt x="2" y="15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7" name="Freeform 327">
                <a:extLst>
                  <a:ext uri="{FF2B5EF4-FFF2-40B4-BE49-F238E27FC236}">
                    <a16:creationId xmlns:a16="http://schemas.microsoft.com/office/drawing/2014/main" id="{24EA1161-0B8F-4DC8-8112-BFA22CE9F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7"/>
                <a:ext cx="23" cy="37"/>
              </a:xfrm>
              <a:custGeom>
                <a:avLst/>
                <a:gdLst>
                  <a:gd name="T0" fmla="*/ 332 w 9"/>
                  <a:gd name="T1" fmla="*/ 3766 h 14"/>
                  <a:gd name="T2" fmla="*/ 848 w 9"/>
                  <a:gd name="T3" fmla="*/ 1662 h 14"/>
                  <a:gd name="T4" fmla="*/ 1973 w 9"/>
                  <a:gd name="T5" fmla="*/ 0 h 14"/>
                  <a:gd name="T6" fmla="*/ 2167 w 9"/>
                  <a:gd name="T7" fmla="*/ 1033 h 14"/>
                  <a:gd name="T8" fmla="*/ 1403 w 9"/>
                  <a:gd name="T9" fmla="*/ 2437 h 14"/>
                  <a:gd name="T10" fmla="*/ 549 w 9"/>
                  <a:gd name="T11" fmla="*/ 4784 h 14"/>
                  <a:gd name="T12" fmla="*/ 332 w 9"/>
                  <a:gd name="T13" fmla="*/ 376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1" y="11"/>
                    </a:moveTo>
                    <a:cubicBezTo>
                      <a:pt x="0" y="9"/>
                      <a:pt x="2" y="7"/>
                      <a:pt x="3" y="5"/>
                    </a:cubicBezTo>
                    <a:cubicBezTo>
                      <a:pt x="5" y="3"/>
                      <a:pt x="7" y="0"/>
                      <a:pt x="7" y="0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7" y="6"/>
                      <a:pt x="5" y="7"/>
                    </a:cubicBezTo>
                    <a:cubicBezTo>
                      <a:pt x="2" y="11"/>
                      <a:pt x="2" y="13"/>
                      <a:pt x="2" y="14"/>
                    </a:cubicBez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8" name="Freeform 328">
                <a:extLst>
                  <a:ext uri="{FF2B5EF4-FFF2-40B4-BE49-F238E27FC236}">
                    <a16:creationId xmlns:a16="http://schemas.microsoft.com/office/drawing/2014/main" id="{93EAA01D-6D8B-4A5E-ACA7-65FEA0293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65"/>
                <a:ext cx="20" cy="35"/>
              </a:xfrm>
              <a:custGeom>
                <a:avLst/>
                <a:gdLst>
                  <a:gd name="T0" fmla="*/ 313 w 8"/>
                  <a:gd name="T1" fmla="*/ 4254 h 13"/>
                  <a:gd name="T2" fmla="*/ 783 w 8"/>
                  <a:gd name="T3" fmla="*/ 1833 h 13"/>
                  <a:gd name="T4" fmla="*/ 1488 w 8"/>
                  <a:gd name="T5" fmla="*/ 0 h 13"/>
                  <a:gd name="T6" fmla="*/ 1958 w 8"/>
                  <a:gd name="T7" fmla="*/ 681 h 13"/>
                  <a:gd name="T8" fmla="*/ 1488 w 8"/>
                  <a:gd name="T9" fmla="*/ 3102 h 13"/>
                  <a:gd name="T10" fmla="*/ 520 w 8"/>
                  <a:gd name="T11" fmla="*/ 4935 h 13"/>
                  <a:gd name="T12" fmla="*/ 313 w 8"/>
                  <a:gd name="T13" fmla="*/ 425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1" y="11"/>
                    </a:moveTo>
                    <a:cubicBezTo>
                      <a:pt x="0" y="10"/>
                      <a:pt x="2" y="8"/>
                      <a:pt x="3" y="5"/>
                    </a:cubicBezTo>
                    <a:cubicBezTo>
                      <a:pt x="4" y="3"/>
                      <a:pt x="6" y="0"/>
                      <a:pt x="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7" y="6"/>
                      <a:pt x="6" y="8"/>
                    </a:cubicBezTo>
                    <a:cubicBezTo>
                      <a:pt x="4" y="11"/>
                      <a:pt x="2" y="12"/>
                      <a:pt x="2" y="13"/>
                    </a:cubicBez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9" name="Freeform 329">
                <a:extLst>
                  <a:ext uri="{FF2B5EF4-FFF2-40B4-BE49-F238E27FC236}">
                    <a16:creationId xmlns:a16="http://schemas.microsoft.com/office/drawing/2014/main" id="{4BE0BC6B-2BB6-4053-9AD4-818BBA2AB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076"/>
                <a:ext cx="15" cy="43"/>
              </a:xfrm>
              <a:custGeom>
                <a:avLst/>
                <a:gdLst>
                  <a:gd name="T0" fmla="*/ 313 w 6"/>
                  <a:gd name="T1" fmla="*/ 4913 h 16"/>
                  <a:gd name="T2" fmla="*/ 313 w 6"/>
                  <a:gd name="T3" fmla="*/ 2255 h 16"/>
                  <a:gd name="T4" fmla="*/ 988 w 6"/>
                  <a:gd name="T5" fmla="*/ 0 h 16"/>
                  <a:gd name="T6" fmla="*/ 1488 w 6"/>
                  <a:gd name="T7" fmla="*/ 1148 h 16"/>
                  <a:gd name="T8" fmla="*/ 988 w 6"/>
                  <a:gd name="T9" fmla="*/ 3085 h 16"/>
                  <a:gd name="T10" fmla="*/ 783 w 6"/>
                  <a:gd name="T11" fmla="*/ 6060 h 16"/>
                  <a:gd name="T12" fmla="*/ 313 w 6"/>
                  <a:gd name="T13" fmla="*/ 4913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6">
                    <a:moveTo>
                      <a:pt x="1" y="13"/>
                    </a:moveTo>
                    <a:cubicBezTo>
                      <a:pt x="0" y="12"/>
                      <a:pt x="1" y="9"/>
                      <a:pt x="1" y="6"/>
                    </a:cubicBezTo>
                    <a:cubicBezTo>
                      <a:pt x="2" y="4"/>
                      <a:pt x="4" y="0"/>
                      <a:pt x="4" y="0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5" y="6"/>
                      <a:pt x="4" y="8"/>
                    </a:cubicBezTo>
                    <a:cubicBezTo>
                      <a:pt x="3" y="12"/>
                      <a:pt x="2" y="15"/>
                      <a:pt x="3" y="16"/>
                    </a:cubicBezTo>
                    <a:lnTo>
                      <a:pt x="1" y="1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0" name="Freeform 330">
                <a:extLst>
                  <a:ext uri="{FF2B5EF4-FFF2-40B4-BE49-F238E27FC236}">
                    <a16:creationId xmlns:a16="http://schemas.microsoft.com/office/drawing/2014/main" id="{BFBD0D4A-3923-4995-B63C-FBB112DE8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57"/>
                <a:ext cx="32" cy="14"/>
              </a:xfrm>
              <a:custGeom>
                <a:avLst/>
                <a:gdLst>
                  <a:gd name="T0" fmla="*/ 2897 w 13"/>
                  <a:gd name="T1" fmla="*/ 2391 h 5"/>
                  <a:gd name="T2" fmla="*/ 182 w 13"/>
                  <a:gd name="T3" fmla="*/ 2391 h 5"/>
                  <a:gd name="T4" fmla="*/ 0 w 13"/>
                  <a:gd name="T5" fmla="*/ 487 h 5"/>
                  <a:gd name="T6" fmla="*/ 2417 w 13"/>
                  <a:gd name="T7" fmla="*/ 1050 h 5"/>
                  <a:gd name="T8" fmla="*/ 2897 w 13"/>
                  <a:gd name="T9" fmla="*/ 239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13" y="5"/>
                    </a:moveTo>
                    <a:cubicBezTo>
                      <a:pt x="12" y="3"/>
                      <a:pt x="1" y="5"/>
                      <a:pt x="1" y="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0" y="0"/>
                      <a:pt x="11" y="2"/>
                    </a:cubicBez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1" name="Freeform 331">
                <a:extLst>
                  <a:ext uri="{FF2B5EF4-FFF2-40B4-BE49-F238E27FC236}">
                    <a16:creationId xmlns:a16="http://schemas.microsoft.com/office/drawing/2014/main" id="{BFC82C15-2E31-4D77-ADB1-AFB9A7A2D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71"/>
                <a:ext cx="32" cy="13"/>
              </a:xfrm>
              <a:custGeom>
                <a:avLst/>
                <a:gdLst>
                  <a:gd name="T0" fmla="*/ 2897 w 13"/>
                  <a:gd name="T1" fmla="*/ 1547 h 5"/>
                  <a:gd name="T2" fmla="*/ 182 w 13"/>
                  <a:gd name="T3" fmla="*/ 1547 h 5"/>
                  <a:gd name="T4" fmla="*/ 0 w 13"/>
                  <a:gd name="T5" fmla="*/ 372 h 5"/>
                  <a:gd name="T6" fmla="*/ 2715 w 13"/>
                  <a:gd name="T7" fmla="*/ 595 h 5"/>
                  <a:gd name="T8" fmla="*/ 2897 w 13"/>
                  <a:gd name="T9" fmla="*/ 154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13" y="5"/>
                    </a:moveTo>
                    <a:cubicBezTo>
                      <a:pt x="12" y="3"/>
                      <a:pt x="2" y="5"/>
                      <a:pt x="1" y="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0" y="0"/>
                      <a:pt x="12" y="2"/>
                    </a:cubicBez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2" name="Freeform 332">
                <a:extLst>
                  <a:ext uri="{FF2B5EF4-FFF2-40B4-BE49-F238E27FC236}">
                    <a16:creationId xmlns:a16="http://schemas.microsoft.com/office/drawing/2014/main" id="{077BDA51-A76D-4921-A832-99E4C507A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79"/>
                <a:ext cx="22" cy="2"/>
              </a:xfrm>
              <a:custGeom>
                <a:avLst/>
                <a:gdLst>
                  <a:gd name="T0" fmla="*/ 1931 w 9"/>
                  <a:gd name="T1" fmla="*/ 0 h 1"/>
                  <a:gd name="T2" fmla="*/ 616 w 9"/>
                  <a:gd name="T3" fmla="*/ 64 h 1"/>
                  <a:gd name="T4" fmla="*/ 0 w 9"/>
                  <a:gd name="T5" fmla="*/ 64 h 1"/>
                  <a:gd name="T6" fmla="*/ 0 w 9"/>
                  <a:gd name="T7" fmla="*/ 64 h 1"/>
                  <a:gd name="T8" fmla="*/ 1039 w 9"/>
                  <a:gd name="T9" fmla="*/ 0 h 1"/>
                  <a:gd name="T10" fmla="*/ 1931 w 9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8" y="0"/>
                      <a:pt x="5" y="1"/>
                      <a:pt x="3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3" name="Freeform 333">
                <a:extLst>
                  <a:ext uri="{FF2B5EF4-FFF2-40B4-BE49-F238E27FC236}">
                    <a16:creationId xmlns:a16="http://schemas.microsoft.com/office/drawing/2014/main" id="{8D051C2D-DCAC-4E08-BDB8-10DAADF9F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65"/>
                <a:ext cx="25" cy="3"/>
              </a:xfrm>
              <a:custGeom>
                <a:avLst/>
                <a:gdLst>
                  <a:gd name="T0" fmla="*/ 2470 w 10"/>
                  <a:gd name="T1" fmla="*/ 0 h 1"/>
                  <a:gd name="T2" fmla="*/ 783 w 10"/>
                  <a:gd name="T3" fmla="*/ 729 h 1"/>
                  <a:gd name="T4" fmla="*/ 0 w 10"/>
                  <a:gd name="T5" fmla="*/ 729 h 1"/>
                  <a:gd name="T6" fmla="*/ 0 w 10"/>
                  <a:gd name="T7" fmla="*/ 729 h 1"/>
                  <a:gd name="T8" fmla="*/ 1300 w 10"/>
                  <a:gd name="T9" fmla="*/ 0 h 1"/>
                  <a:gd name="T10" fmla="*/ 2470 w 10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">
                    <a:moveTo>
                      <a:pt x="10" y="0"/>
                    </a:moveTo>
                    <a:cubicBezTo>
                      <a:pt x="8" y="0"/>
                      <a:pt x="5" y="1"/>
                      <a:pt x="3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7" y="0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4" name="Freeform 334">
                <a:extLst>
                  <a:ext uri="{FF2B5EF4-FFF2-40B4-BE49-F238E27FC236}">
                    <a16:creationId xmlns:a16="http://schemas.microsoft.com/office/drawing/2014/main" id="{C426A905-C35D-4660-A5B3-D0E0EB2D0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87"/>
                <a:ext cx="35" cy="16"/>
              </a:xfrm>
              <a:custGeom>
                <a:avLst/>
                <a:gdLst>
                  <a:gd name="T0" fmla="*/ 3438 w 14"/>
                  <a:gd name="T1" fmla="*/ 1763 h 6"/>
                  <a:gd name="T2" fmla="*/ 520 w 14"/>
                  <a:gd name="T3" fmla="*/ 1763 h 6"/>
                  <a:gd name="T4" fmla="*/ 0 w 14"/>
                  <a:gd name="T5" fmla="*/ 661 h 6"/>
                  <a:gd name="T6" fmla="*/ 2938 w 14"/>
                  <a:gd name="T7" fmla="*/ 661 h 6"/>
                  <a:gd name="T8" fmla="*/ 3438 w 14"/>
                  <a:gd name="T9" fmla="*/ 176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14" y="5"/>
                    </a:moveTo>
                    <a:cubicBezTo>
                      <a:pt x="13" y="2"/>
                      <a:pt x="2" y="6"/>
                      <a:pt x="2" y="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1" y="0"/>
                      <a:pt x="12" y="2"/>
                    </a:cubicBez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5" name="Freeform 335">
                <a:extLst>
                  <a:ext uri="{FF2B5EF4-FFF2-40B4-BE49-F238E27FC236}">
                    <a16:creationId xmlns:a16="http://schemas.microsoft.com/office/drawing/2014/main" id="{A7A79361-CCFE-420A-9B43-1E8ED6D5F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095"/>
                <a:ext cx="25" cy="2"/>
              </a:xfrm>
              <a:custGeom>
                <a:avLst/>
                <a:gdLst>
                  <a:gd name="T0" fmla="*/ 2470 w 10"/>
                  <a:gd name="T1" fmla="*/ 64 h 1"/>
                  <a:gd name="T2" fmla="*/ 988 w 10"/>
                  <a:gd name="T3" fmla="*/ 64 h 1"/>
                  <a:gd name="T4" fmla="*/ 0 w 10"/>
                  <a:gd name="T5" fmla="*/ 64 h 1"/>
                  <a:gd name="T6" fmla="*/ 0 w 10"/>
                  <a:gd name="T7" fmla="*/ 64 h 1"/>
                  <a:gd name="T8" fmla="*/ 1488 w 10"/>
                  <a:gd name="T9" fmla="*/ 0 h 1"/>
                  <a:gd name="T10" fmla="*/ 2470 w 10"/>
                  <a:gd name="T11" fmla="*/ 64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9" y="0"/>
                      <a:pt x="6" y="1"/>
                      <a:pt x="4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" y="1"/>
                      <a:pt x="6" y="0"/>
                    </a:cubicBezTo>
                    <a:cubicBezTo>
                      <a:pt x="8" y="0"/>
                      <a:pt x="9" y="0"/>
                      <a:pt x="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6" name="Freeform 336">
                <a:extLst>
                  <a:ext uri="{FF2B5EF4-FFF2-40B4-BE49-F238E27FC236}">
                    <a16:creationId xmlns:a16="http://schemas.microsoft.com/office/drawing/2014/main" id="{003A6F38-CEF6-4B0B-B3E1-5ED940B88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097"/>
                <a:ext cx="35" cy="22"/>
              </a:xfrm>
              <a:custGeom>
                <a:avLst/>
                <a:gdLst>
                  <a:gd name="T0" fmla="*/ 3438 w 14"/>
                  <a:gd name="T1" fmla="*/ 1724 h 8"/>
                  <a:gd name="T2" fmla="*/ 520 w 14"/>
                  <a:gd name="T3" fmla="*/ 3495 h 8"/>
                  <a:gd name="T4" fmla="*/ 0 w 14"/>
                  <a:gd name="T5" fmla="*/ 2225 h 8"/>
                  <a:gd name="T6" fmla="*/ 2738 w 14"/>
                  <a:gd name="T7" fmla="*/ 976 h 8"/>
                  <a:gd name="T8" fmla="*/ 3438 w 14"/>
                  <a:gd name="T9" fmla="*/ 172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4"/>
                    </a:moveTo>
                    <a:cubicBezTo>
                      <a:pt x="12" y="2"/>
                      <a:pt x="3" y="8"/>
                      <a:pt x="2" y="8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9" y="0"/>
                      <a:pt x="11" y="2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7" name="Freeform 337">
                <a:extLst>
                  <a:ext uri="{FF2B5EF4-FFF2-40B4-BE49-F238E27FC236}">
                    <a16:creationId xmlns:a16="http://schemas.microsoft.com/office/drawing/2014/main" id="{B25E4083-1FFE-4DEA-A339-3E47E6521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105"/>
                <a:ext cx="20" cy="11"/>
              </a:xfrm>
              <a:custGeom>
                <a:avLst/>
                <a:gdLst>
                  <a:gd name="T0" fmla="*/ 1958 w 8"/>
                  <a:gd name="T1" fmla="*/ 0 h 4"/>
                  <a:gd name="T2" fmla="*/ 783 w 8"/>
                  <a:gd name="T3" fmla="*/ 1271 h 4"/>
                  <a:gd name="T4" fmla="*/ 0 w 8"/>
                  <a:gd name="T5" fmla="*/ 1724 h 4"/>
                  <a:gd name="T6" fmla="*/ 0 w 8"/>
                  <a:gd name="T7" fmla="*/ 1724 h 4"/>
                  <a:gd name="T8" fmla="*/ 988 w 8"/>
                  <a:gd name="T9" fmla="*/ 462 h 4"/>
                  <a:gd name="T10" fmla="*/ 1958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7" y="0"/>
                      <a:pt x="5" y="2"/>
                      <a:pt x="3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6" y="0"/>
                      <a:pt x="7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8" name="Freeform 338">
                <a:extLst>
                  <a:ext uri="{FF2B5EF4-FFF2-40B4-BE49-F238E27FC236}">
                    <a16:creationId xmlns:a16="http://schemas.microsoft.com/office/drawing/2014/main" id="{8B5688D5-F685-4D72-BACB-1CFAAB03B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04"/>
                <a:ext cx="25" cy="27"/>
              </a:xfrm>
              <a:custGeom>
                <a:avLst/>
                <a:gdLst>
                  <a:gd name="T0" fmla="*/ 0 w 10"/>
                  <a:gd name="T1" fmla="*/ 2719 h 10"/>
                  <a:gd name="T2" fmla="*/ 1300 w 10"/>
                  <a:gd name="T3" fmla="*/ 1158 h 10"/>
                  <a:gd name="T4" fmla="*/ 2470 w 10"/>
                  <a:gd name="T5" fmla="*/ 0 h 10"/>
                  <a:gd name="T6" fmla="*/ 2470 w 10"/>
                  <a:gd name="T7" fmla="*/ 1158 h 10"/>
                  <a:gd name="T8" fmla="*/ 1488 w 10"/>
                  <a:gd name="T9" fmla="*/ 2282 h 10"/>
                  <a:gd name="T10" fmla="*/ 0 w 10"/>
                  <a:gd name="T11" fmla="*/ 3877 h 10"/>
                  <a:gd name="T12" fmla="*/ 0 w 10"/>
                  <a:gd name="T13" fmla="*/ 271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0" y="6"/>
                      <a:pt x="2" y="5"/>
                      <a:pt x="5" y="3"/>
                    </a:cubicBezTo>
                    <a:cubicBezTo>
                      <a:pt x="6" y="2"/>
                      <a:pt x="10" y="0"/>
                      <a:pt x="10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8" y="5"/>
                      <a:pt x="6" y="6"/>
                    </a:cubicBezTo>
                    <a:cubicBezTo>
                      <a:pt x="2" y="8"/>
                      <a:pt x="0" y="9"/>
                      <a:pt x="0" y="10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9" name="Freeform 339">
                <a:extLst>
                  <a:ext uri="{FF2B5EF4-FFF2-40B4-BE49-F238E27FC236}">
                    <a16:creationId xmlns:a16="http://schemas.microsoft.com/office/drawing/2014/main" id="{69A747C6-A005-4125-B3D4-EDD55D916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15"/>
                <a:ext cx="25" cy="37"/>
              </a:xfrm>
              <a:custGeom>
                <a:avLst/>
                <a:gdLst>
                  <a:gd name="T0" fmla="*/ 0 w 10"/>
                  <a:gd name="T1" fmla="*/ 3359 h 14"/>
                  <a:gd name="T2" fmla="*/ 988 w 10"/>
                  <a:gd name="T3" fmla="*/ 1425 h 14"/>
                  <a:gd name="T4" fmla="*/ 2270 w 10"/>
                  <a:gd name="T5" fmla="*/ 0 h 14"/>
                  <a:gd name="T6" fmla="*/ 2470 w 10"/>
                  <a:gd name="T7" fmla="*/ 1033 h 14"/>
                  <a:gd name="T8" fmla="*/ 1300 w 10"/>
                  <a:gd name="T9" fmla="*/ 2437 h 14"/>
                  <a:gd name="T10" fmla="*/ 0 w 10"/>
                  <a:gd name="T11" fmla="*/ 4784 h 14"/>
                  <a:gd name="T12" fmla="*/ 0 w 10"/>
                  <a:gd name="T13" fmla="*/ 335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0" y="10"/>
                    </a:moveTo>
                    <a:cubicBezTo>
                      <a:pt x="0" y="9"/>
                      <a:pt x="2" y="6"/>
                      <a:pt x="4" y="4"/>
                    </a:cubicBezTo>
                    <a:cubicBezTo>
                      <a:pt x="6" y="3"/>
                      <a:pt x="9" y="0"/>
                      <a:pt x="9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5"/>
                      <a:pt x="7" y="6"/>
                      <a:pt x="5" y="7"/>
                    </a:cubicBezTo>
                    <a:cubicBezTo>
                      <a:pt x="2" y="10"/>
                      <a:pt x="0" y="13"/>
                      <a:pt x="0" y="14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0" name="Freeform 340">
                <a:extLst>
                  <a:ext uri="{FF2B5EF4-FFF2-40B4-BE49-F238E27FC236}">
                    <a16:creationId xmlns:a16="http://schemas.microsoft.com/office/drawing/2014/main" id="{72CC24E6-8646-4DB4-BD1F-EE5F9D8E7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985"/>
                <a:ext cx="27" cy="27"/>
              </a:xfrm>
              <a:custGeom>
                <a:avLst/>
                <a:gdLst>
                  <a:gd name="T0" fmla="*/ 2216 w 11"/>
                  <a:gd name="T1" fmla="*/ 3877 h 10"/>
                  <a:gd name="T2" fmla="*/ 0 w 11"/>
                  <a:gd name="T3" fmla="*/ 1158 h 10"/>
                  <a:gd name="T4" fmla="*/ 174 w 11"/>
                  <a:gd name="T5" fmla="*/ 0 h 10"/>
                  <a:gd name="T6" fmla="*/ 2216 w 11"/>
                  <a:gd name="T7" fmla="*/ 2282 h 10"/>
                  <a:gd name="T8" fmla="*/ 2216 w 11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0" y="10"/>
                    </a:moveTo>
                    <a:cubicBezTo>
                      <a:pt x="10" y="7"/>
                      <a:pt x="0" y="4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1" y="4"/>
                      <a:pt x="10" y="6"/>
                    </a:cubicBez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1" name="Freeform 341">
                <a:extLst>
                  <a:ext uri="{FF2B5EF4-FFF2-40B4-BE49-F238E27FC236}">
                    <a16:creationId xmlns:a16="http://schemas.microsoft.com/office/drawing/2014/main" id="{125172BA-B08F-4F15-A9D1-5FBD4ADEC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999"/>
                <a:ext cx="25" cy="26"/>
              </a:xfrm>
              <a:custGeom>
                <a:avLst/>
                <a:gdLst>
                  <a:gd name="T0" fmla="*/ 2470 w 10"/>
                  <a:gd name="T1" fmla="*/ 3110 h 10"/>
                  <a:gd name="T2" fmla="*/ 0 w 10"/>
                  <a:gd name="T3" fmla="*/ 1196 h 10"/>
                  <a:gd name="T4" fmla="*/ 0 w 10"/>
                  <a:gd name="T5" fmla="*/ 0 h 10"/>
                  <a:gd name="T6" fmla="*/ 2470 w 10"/>
                  <a:gd name="T7" fmla="*/ 2142 h 10"/>
                  <a:gd name="T8" fmla="*/ 2470 w 10"/>
                  <a:gd name="T9" fmla="*/ 31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10"/>
                    </a:moveTo>
                    <a:cubicBezTo>
                      <a:pt x="10" y="8"/>
                      <a:pt x="0" y="5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0" y="4"/>
                      <a:pt x="10" y="7"/>
                    </a:cubicBez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2" name="Freeform 342">
                <a:extLst>
                  <a:ext uri="{FF2B5EF4-FFF2-40B4-BE49-F238E27FC236}">
                    <a16:creationId xmlns:a16="http://schemas.microsoft.com/office/drawing/2014/main" id="{5D1C5685-57B4-436A-83CD-DF39D0B66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09"/>
                <a:ext cx="20" cy="11"/>
              </a:xfrm>
              <a:custGeom>
                <a:avLst/>
                <a:gdLst>
                  <a:gd name="T0" fmla="*/ 1958 w 8"/>
                  <a:gd name="T1" fmla="*/ 1724 h 4"/>
                  <a:gd name="T2" fmla="*/ 520 w 8"/>
                  <a:gd name="T3" fmla="*/ 462 h 4"/>
                  <a:gd name="T4" fmla="*/ 0 w 8"/>
                  <a:gd name="T5" fmla="*/ 0 h 4"/>
                  <a:gd name="T6" fmla="*/ 0 w 8"/>
                  <a:gd name="T7" fmla="*/ 0 h 4"/>
                  <a:gd name="T8" fmla="*/ 988 w 8"/>
                  <a:gd name="T9" fmla="*/ 462 h 4"/>
                  <a:gd name="T10" fmla="*/ 1958 w 8"/>
                  <a:gd name="T11" fmla="*/ 17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7" y="3"/>
                      <a:pt x="4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4" y="1"/>
                    </a:cubicBezTo>
                    <a:cubicBezTo>
                      <a:pt x="6" y="2"/>
                      <a:pt x="7" y="3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3" name="Freeform 343">
                <a:extLst>
                  <a:ext uri="{FF2B5EF4-FFF2-40B4-BE49-F238E27FC236}">
                    <a16:creationId xmlns:a16="http://schemas.microsoft.com/office/drawing/2014/main" id="{475F5925-1C32-421B-A6A1-DEDE7BD94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996"/>
                <a:ext cx="20" cy="11"/>
              </a:xfrm>
              <a:custGeom>
                <a:avLst/>
                <a:gdLst>
                  <a:gd name="T0" fmla="*/ 1958 w 8"/>
                  <a:gd name="T1" fmla="*/ 1271 h 4"/>
                  <a:gd name="T2" fmla="*/ 520 w 8"/>
                  <a:gd name="T3" fmla="*/ 462 h 4"/>
                  <a:gd name="T4" fmla="*/ 0 w 8"/>
                  <a:gd name="T5" fmla="*/ 0 h 4"/>
                  <a:gd name="T6" fmla="*/ 0 w 8"/>
                  <a:gd name="T7" fmla="*/ 0 h 4"/>
                  <a:gd name="T8" fmla="*/ 988 w 8"/>
                  <a:gd name="T9" fmla="*/ 462 h 4"/>
                  <a:gd name="T10" fmla="*/ 1958 w 8"/>
                  <a:gd name="T11" fmla="*/ 1724 h 4"/>
                  <a:gd name="T12" fmla="*/ 1958 w 8"/>
                  <a:gd name="T13" fmla="*/ 127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8" y="3"/>
                    </a:moveTo>
                    <a:cubicBezTo>
                      <a:pt x="7" y="3"/>
                      <a:pt x="4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4" y="1"/>
                    </a:cubicBezTo>
                    <a:cubicBezTo>
                      <a:pt x="6" y="2"/>
                      <a:pt x="7" y="2"/>
                      <a:pt x="8" y="4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4" name="Freeform 344">
                <a:extLst>
                  <a:ext uri="{FF2B5EF4-FFF2-40B4-BE49-F238E27FC236}">
                    <a16:creationId xmlns:a16="http://schemas.microsoft.com/office/drawing/2014/main" id="{265FD692-3925-4AD0-892E-0BA91B22B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20"/>
                <a:ext cx="27" cy="27"/>
              </a:xfrm>
              <a:custGeom>
                <a:avLst/>
                <a:gdLst>
                  <a:gd name="T0" fmla="*/ 2216 w 11"/>
                  <a:gd name="T1" fmla="*/ 3877 h 10"/>
                  <a:gd name="T2" fmla="*/ 0 w 11"/>
                  <a:gd name="T3" fmla="*/ 1596 h 10"/>
                  <a:gd name="T4" fmla="*/ 0 w 11"/>
                  <a:gd name="T5" fmla="*/ 0 h 10"/>
                  <a:gd name="T6" fmla="*/ 2216 w 11"/>
                  <a:gd name="T7" fmla="*/ 2719 h 10"/>
                  <a:gd name="T8" fmla="*/ 2216 w 11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0" y="10"/>
                    </a:moveTo>
                    <a:cubicBezTo>
                      <a:pt x="10" y="7"/>
                      <a:pt x="0" y="4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1" y="4"/>
                      <a:pt x="10" y="7"/>
                    </a:cubicBez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5" name="Freeform 345">
                <a:extLst>
                  <a:ext uri="{FF2B5EF4-FFF2-40B4-BE49-F238E27FC236}">
                    <a16:creationId xmlns:a16="http://schemas.microsoft.com/office/drawing/2014/main" id="{F4D1B84F-84FC-4093-B283-3494DC97D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28"/>
                <a:ext cx="20" cy="11"/>
              </a:xfrm>
              <a:custGeom>
                <a:avLst/>
                <a:gdLst>
                  <a:gd name="T0" fmla="*/ 1958 w 8"/>
                  <a:gd name="T1" fmla="*/ 1724 h 4"/>
                  <a:gd name="T2" fmla="*/ 783 w 8"/>
                  <a:gd name="T3" fmla="*/ 462 h 4"/>
                  <a:gd name="T4" fmla="*/ 0 w 8"/>
                  <a:gd name="T5" fmla="*/ 0 h 4"/>
                  <a:gd name="T6" fmla="*/ 0 w 8"/>
                  <a:gd name="T7" fmla="*/ 0 h 4"/>
                  <a:gd name="T8" fmla="*/ 988 w 8"/>
                  <a:gd name="T9" fmla="*/ 976 h 4"/>
                  <a:gd name="T10" fmla="*/ 1958 w 8"/>
                  <a:gd name="T11" fmla="*/ 17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7" y="3"/>
                      <a:pt x="5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1"/>
                      <a:pt x="4" y="2"/>
                    </a:cubicBezTo>
                    <a:cubicBezTo>
                      <a:pt x="6" y="2"/>
                      <a:pt x="7" y="3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6" name="Freeform 346">
                <a:extLst>
                  <a:ext uri="{FF2B5EF4-FFF2-40B4-BE49-F238E27FC236}">
                    <a16:creationId xmlns:a16="http://schemas.microsoft.com/office/drawing/2014/main" id="{DA859A7E-A48A-45A8-BC40-2E94EDE7C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2041"/>
                <a:ext cx="33" cy="16"/>
              </a:xfrm>
              <a:custGeom>
                <a:avLst/>
                <a:gdLst>
                  <a:gd name="T0" fmla="*/ 3485 w 13"/>
                  <a:gd name="T1" fmla="*/ 2184 h 6"/>
                  <a:gd name="T2" fmla="*/ 327 w 13"/>
                  <a:gd name="T3" fmla="*/ 1059 h 6"/>
                  <a:gd name="T4" fmla="*/ 0 w 13"/>
                  <a:gd name="T5" fmla="*/ 0 h 6"/>
                  <a:gd name="T6" fmla="*/ 3158 w 13"/>
                  <a:gd name="T7" fmla="*/ 1059 h 6"/>
                  <a:gd name="T8" fmla="*/ 3485 w 13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12" y="3"/>
                      <a:pt x="2" y="4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1" y="0"/>
                      <a:pt x="12" y="3"/>
                    </a:cubicBez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7" name="Freeform 347">
                <a:extLst>
                  <a:ext uri="{FF2B5EF4-FFF2-40B4-BE49-F238E27FC236}">
                    <a16:creationId xmlns:a16="http://schemas.microsoft.com/office/drawing/2014/main" id="{E14912DE-C2F3-49EC-9CF5-4096AFDC9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7"/>
                <a:ext cx="23" cy="5"/>
              </a:xfrm>
              <a:custGeom>
                <a:avLst/>
                <a:gdLst>
                  <a:gd name="T0" fmla="*/ 2520 w 9"/>
                  <a:gd name="T1" fmla="*/ 520 h 2"/>
                  <a:gd name="T2" fmla="*/ 848 w 9"/>
                  <a:gd name="T3" fmla="*/ 313 h 2"/>
                  <a:gd name="T4" fmla="*/ 0 w 9"/>
                  <a:gd name="T5" fmla="*/ 313 h 2"/>
                  <a:gd name="T6" fmla="*/ 0 w 9"/>
                  <a:gd name="T7" fmla="*/ 313 h 2"/>
                  <a:gd name="T8" fmla="*/ 1403 w 9"/>
                  <a:gd name="T9" fmla="*/ 313 h 2"/>
                  <a:gd name="T10" fmla="*/ 2520 w 9"/>
                  <a:gd name="T11" fmla="*/ 52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9" y="2"/>
                    </a:moveTo>
                    <a:cubicBezTo>
                      <a:pt x="8" y="1"/>
                      <a:pt x="5" y="1"/>
                      <a:pt x="3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3" y="0"/>
                      <a:pt x="5" y="1"/>
                    </a:cubicBezTo>
                    <a:cubicBezTo>
                      <a:pt x="7" y="1"/>
                      <a:pt x="8" y="1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8" name="Freeform 348">
                <a:extLst>
                  <a:ext uri="{FF2B5EF4-FFF2-40B4-BE49-F238E27FC236}">
                    <a16:creationId xmlns:a16="http://schemas.microsoft.com/office/drawing/2014/main" id="{07AD666A-2541-45A6-82CF-533292F71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119"/>
                <a:ext cx="15" cy="45"/>
              </a:xfrm>
              <a:custGeom>
                <a:avLst/>
                <a:gdLst>
                  <a:gd name="T0" fmla="*/ 988 w 6"/>
                  <a:gd name="T1" fmla="*/ 5450 h 17"/>
                  <a:gd name="T2" fmla="*/ 1488 w 6"/>
                  <a:gd name="T3" fmla="*/ 2748 h 17"/>
                  <a:gd name="T4" fmla="*/ 1300 w 6"/>
                  <a:gd name="T5" fmla="*/ 0 h 17"/>
                  <a:gd name="T6" fmla="*/ 520 w 6"/>
                  <a:gd name="T7" fmla="*/ 630 h 17"/>
                  <a:gd name="T8" fmla="*/ 520 w 6"/>
                  <a:gd name="T9" fmla="*/ 3131 h 17"/>
                  <a:gd name="T10" fmla="*/ 0 w 6"/>
                  <a:gd name="T11" fmla="*/ 5845 h 17"/>
                  <a:gd name="T12" fmla="*/ 988 w 6"/>
                  <a:gd name="T13" fmla="*/ 545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7">
                    <a:moveTo>
                      <a:pt x="4" y="16"/>
                    </a:moveTo>
                    <a:cubicBezTo>
                      <a:pt x="5" y="15"/>
                      <a:pt x="6" y="11"/>
                      <a:pt x="6" y="8"/>
                    </a:cubicBezTo>
                    <a:cubicBezTo>
                      <a:pt x="6" y="5"/>
                      <a:pt x="5" y="0"/>
                      <a:pt x="5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2" y="6"/>
                      <a:pt x="2" y="9"/>
                    </a:cubicBezTo>
                    <a:cubicBezTo>
                      <a:pt x="2" y="13"/>
                      <a:pt x="1" y="17"/>
                      <a:pt x="0" y="17"/>
                    </a:cubicBez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9" name="Freeform 349">
                <a:extLst>
                  <a:ext uri="{FF2B5EF4-FFF2-40B4-BE49-F238E27FC236}">
                    <a16:creationId xmlns:a16="http://schemas.microsoft.com/office/drawing/2014/main" id="{6AC4E948-C0E3-4C0D-B6FD-A79D8D1E3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049"/>
                <a:ext cx="23" cy="48"/>
              </a:xfrm>
              <a:custGeom>
                <a:avLst/>
                <a:gdLst>
                  <a:gd name="T0" fmla="*/ 2520 w 9"/>
                  <a:gd name="T1" fmla="*/ 5405 h 18"/>
                  <a:gd name="T2" fmla="*/ 1620 w 9"/>
                  <a:gd name="T3" fmla="*/ 2581 h 18"/>
                  <a:gd name="T4" fmla="*/ 848 w 9"/>
                  <a:gd name="T5" fmla="*/ 0 h 18"/>
                  <a:gd name="T6" fmla="*/ 332 w 9"/>
                  <a:gd name="T7" fmla="*/ 1059 h 18"/>
                  <a:gd name="T8" fmla="*/ 1104 w 9"/>
                  <a:gd name="T9" fmla="*/ 3640 h 18"/>
                  <a:gd name="T10" fmla="*/ 1973 w 9"/>
                  <a:gd name="T11" fmla="*/ 6464 h 18"/>
                  <a:gd name="T12" fmla="*/ 2520 w 9"/>
                  <a:gd name="T13" fmla="*/ 540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8">
                    <a:moveTo>
                      <a:pt x="9" y="15"/>
                    </a:moveTo>
                    <a:cubicBezTo>
                      <a:pt x="9" y="14"/>
                      <a:pt x="8" y="10"/>
                      <a:pt x="6" y="7"/>
                    </a:cubicBezTo>
                    <a:cubicBezTo>
                      <a:pt x="5" y="4"/>
                      <a:pt x="3" y="0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2" y="7"/>
                      <a:pt x="4" y="10"/>
                    </a:cubicBezTo>
                    <a:cubicBezTo>
                      <a:pt x="6" y="14"/>
                      <a:pt x="7" y="17"/>
                      <a:pt x="7" y="18"/>
                    </a:cubicBezTo>
                    <a:lnTo>
                      <a:pt x="9" y="1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0" name="Freeform 350">
                <a:extLst>
                  <a:ext uri="{FF2B5EF4-FFF2-40B4-BE49-F238E27FC236}">
                    <a16:creationId xmlns:a16="http://schemas.microsoft.com/office/drawing/2014/main" id="{16CB84FF-6BDE-48D2-8D2C-F4A4E84BF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065"/>
                <a:ext cx="22" cy="48"/>
              </a:xfrm>
              <a:custGeom>
                <a:avLst/>
                <a:gdLst>
                  <a:gd name="T0" fmla="*/ 1750 w 9"/>
                  <a:gd name="T1" fmla="*/ 5405 h 18"/>
                  <a:gd name="T2" fmla="*/ 1315 w 9"/>
                  <a:gd name="T3" fmla="*/ 2581 h 18"/>
                  <a:gd name="T4" fmla="*/ 616 w 9"/>
                  <a:gd name="T5" fmla="*/ 0 h 18"/>
                  <a:gd name="T6" fmla="*/ 174 w 9"/>
                  <a:gd name="T7" fmla="*/ 1459 h 18"/>
                  <a:gd name="T8" fmla="*/ 860 w 9"/>
                  <a:gd name="T9" fmla="*/ 3640 h 18"/>
                  <a:gd name="T10" fmla="*/ 1315 w 9"/>
                  <a:gd name="T11" fmla="*/ 6464 h 18"/>
                  <a:gd name="T12" fmla="*/ 1750 w 9"/>
                  <a:gd name="T13" fmla="*/ 540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8">
                    <a:moveTo>
                      <a:pt x="8" y="15"/>
                    </a:moveTo>
                    <a:cubicBezTo>
                      <a:pt x="9" y="13"/>
                      <a:pt x="8" y="10"/>
                      <a:pt x="6" y="7"/>
                    </a:cubicBezTo>
                    <a:cubicBezTo>
                      <a:pt x="5" y="5"/>
                      <a:pt x="3" y="0"/>
                      <a:pt x="3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2" y="7"/>
                      <a:pt x="4" y="10"/>
                    </a:cubicBezTo>
                    <a:cubicBezTo>
                      <a:pt x="6" y="14"/>
                      <a:pt x="6" y="17"/>
                      <a:pt x="6" y="18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1" name="Freeform 351">
                <a:extLst>
                  <a:ext uri="{FF2B5EF4-FFF2-40B4-BE49-F238E27FC236}">
                    <a16:creationId xmlns:a16="http://schemas.microsoft.com/office/drawing/2014/main" id="{822DA14E-AD75-4937-8CA9-B87997B5B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087"/>
                <a:ext cx="22" cy="45"/>
              </a:xfrm>
              <a:custGeom>
                <a:avLst/>
                <a:gdLst>
                  <a:gd name="T0" fmla="*/ 1750 w 9"/>
                  <a:gd name="T1" fmla="*/ 4807 h 17"/>
                  <a:gd name="T2" fmla="*/ 1315 w 9"/>
                  <a:gd name="T3" fmla="*/ 2446 h 17"/>
                  <a:gd name="T4" fmla="*/ 860 w 9"/>
                  <a:gd name="T5" fmla="*/ 0 h 17"/>
                  <a:gd name="T6" fmla="*/ 174 w 9"/>
                  <a:gd name="T7" fmla="*/ 1038 h 17"/>
                  <a:gd name="T8" fmla="*/ 616 w 9"/>
                  <a:gd name="T9" fmla="*/ 3391 h 17"/>
                  <a:gd name="T10" fmla="*/ 1315 w 9"/>
                  <a:gd name="T11" fmla="*/ 5845 h 17"/>
                  <a:gd name="T12" fmla="*/ 1750 w 9"/>
                  <a:gd name="T13" fmla="*/ 480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8" y="14"/>
                    </a:moveTo>
                    <a:cubicBezTo>
                      <a:pt x="9" y="14"/>
                      <a:pt x="7" y="11"/>
                      <a:pt x="6" y="7"/>
                    </a:cubicBezTo>
                    <a:cubicBezTo>
                      <a:pt x="6" y="5"/>
                      <a:pt x="4" y="0"/>
                      <a:pt x="4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2" y="7"/>
                      <a:pt x="3" y="10"/>
                    </a:cubicBezTo>
                    <a:cubicBezTo>
                      <a:pt x="4" y="14"/>
                      <a:pt x="7" y="16"/>
                      <a:pt x="6" y="17"/>
                    </a:cubicBez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2" name="Freeform 352">
                <a:extLst>
                  <a:ext uri="{FF2B5EF4-FFF2-40B4-BE49-F238E27FC236}">
                    <a16:creationId xmlns:a16="http://schemas.microsoft.com/office/drawing/2014/main" id="{6208708E-4C51-4FD4-8001-D8042EA22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100"/>
                <a:ext cx="15" cy="51"/>
              </a:xfrm>
              <a:custGeom>
                <a:avLst/>
                <a:gdLst>
                  <a:gd name="T0" fmla="*/ 1300 w 6"/>
                  <a:gd name="T1" fmla="*/ 5972 h 19"/>
                  <a:gd name="T2" fmla="*/ 1488 w 6"/>
                  <a:gd name="T3" fmla="*/ 2904 h 19"/>
                  <a:gd name="T4" fmla="*/ 988 w 6"/>
                  <a:gd name="T5" fmla="*/ 0 h 19"/>
                  <a:gd name="T6" fmla="*/ 313 w 6"/>
                  <a:gd name="T7" fmla="*/ 1082 h 19"/>
                  <a:gd name="T8" fmla="*/ 520 w 6"/>
                  <a:gd name="T9" fmla="*/ 3328 h 19"/>
                  <a:gd name="T10" fmla="*/ 520 w 6"/>
                  <a:gd name="T11" fmla="*/ 7119 h 19"/>
                  <a:gd name="T12" fmla="*/ 1300 w 6"/>
                  <a:gd name="T13" fmla="*/ 597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9">
                    <a:moveTo>
                      <a:pt x="5" y="16"/>
                    </a:moveTo>
                    <a:cubicBezTo>
                      <a:pt x="6" y="15"/>
                      <a:pt x="6" y="11"/>
                      <a:pt x="6" y="8"/>
                    </a:cubicBezTo>
                    <a:cubicBezTo>
                      <a:pt x="5" y="5"/>
                      <a:pt x="4" y="0"/>
                      <a:pt x="4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7"/>
                      <a:pt x="2" y="9"/>
                    </a:cubicBezTo>
                    <a:cubicBezTo>
                      <a:pt x="3" y="14"/>
                      <a:pt x="3" y="18"/>
                      <a:pt x="2" y="19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3" name="Freeform 353">
                <a:extLst>
                  <a:ext uri="{FF2B5EF4-FFF2-40B4-BE49-F238E27FC236}">
                    <a16:creationId xmlns:a16="http://schemas.microsoft.com/office/drawing/2014/main" id="{4AEF69B0-39F7-4B2F-883D-59B217AB6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076"/>
                <a:ext cx="40" cy="24"/>
              </a:xfrm>
              <a:custGeom>
                <a:avLst/>
                <a:gdLst>
                  <a:gd name="T0" fmla="*/ 0 w 16"/>
                  <a:gd name="T1" fmla="*/ 2581 h 9"/>
                  <a:gd name="T2" fmla="*/ 3438 w 16"/>
                  <a:gd name="T3" fmla="*/ 2824 h 9"/>
                  <a:gd name="T4" fmla="*/ 3908 w 16"/>
                  <a:gd name="T5" fmla="*/ 1763 h 9"/>
                  <a:gd name="T6" fmla="*/ 520 w 16"/>
                  <a:gd name="T7" fmla="*/ 1059 h 9"/>
                  <a:gd name="T8" fmla="*/ 0 w 16"/>
                  <a:gd name="T9" fmla="*/ 258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0" y="7"/>
                    </a:moveTo>
                    <a:cubicBezTo>
                      <a:pt x="1" y="4"/>
                      <a:pt x="13" y="9"/>
                      <a:pt x="14" y="8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4" y="0"/>
                      <a:pt x="2" y="3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4" name="Freeform 354">
                <a:extLst>
                  <a:ext uri="{FF2B5EF4-FFF2-40B4-BE49-F238E27FC236}">
                    <a16:creationId xmlns:a16="http://schemas.microsoft.com/office/drawing/2014/main" id="{5B509891-7990-4144-98E1-69DFD6D5E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092"/>
                <a:ext cx="40" cy="24"/>
              </a:xfrm>
              <a:custGeom>
                <a:avLst/>
                <a:gdLst>
                  <a:gd name="T0" fmla="*/ 0 w 16"/>
                  <a:gd name="T1" fmla="*/ 2184 h 9"/>
                  <a:gd name="T2" fmla="*/ 3438 w 16"/>
                  <a:gd name="T3" fmla="*/ 2824 h 9"/>
                  <a:gd name="T4" fmla="*/ 3908 w 16"/>
                  <a:gd name="T5" fmla="*/ 1459 h 9"/>
                  <a:gd name="T6" fmla="*/ 520 w 16"/>
                  <a:gd name="T7" fmla="*/ 1059 h 9"/>
                  <a:gd name="T8" fmla="*/ 0 w 16"/>
                  <a:gd name="T9" fmla="*/ 21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0" y="6"/>
                    </a:moveTo>
                    <a:cubicBezTo>
                      <a:pt x="2" y="4"/>
                      <a:pt x="13" y="9"/>
                      <a:pt x="14" y="8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4" y="0"/>
                      <a:pt x="2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5" name="Freeform 355">
                <a:extLst>
                  <a:ext uri="{FF2B5EF4-FFF2-40B4-BE49-F238E27FC236}">
                    <a16:creationId xmlns:a16="http://schemas.microsoft.com/office/drawing/2014/main" id="{7EB81048-3334-4549-9617-232F166CE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103"/>
                <a:ext cx="27" cy="8"/>
              </a:xfrm>
              <a:custGeom>
                <a:avLst/>
                <a:gdLst>
                  <a:gd name="T0" fmla="*/ 0 w 11"/>
                  <a:gd name="T1" fmla="*/ 0 h 3"/>
                  <a:gd name="T2" fmla="*/ 1777 w 11"/>
                  <a:gd name="T3" fmla="*/ 661 h 3"/>
                  <a:gd name="T4" fmla="*/ 2398 w 11"/>
                  <a:gd name="T5" fmla="*/ 1059 h 3"/>
                  <a:gd name="T6" fmla="*/ 2398 w 11"/>
                  <a:gd name="T7" fmla="*/ 1059 h 3"/>
                  <a:gd name="T8" fmla="*/ 1343 w 11"/>
                  <a:gd name="T9" fmla="*/ 397 h 3"/>
                  <a:gd name="T10" fmla="*/ 0 w 11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2" y="0"/>
                      <a:pt x="5" y="1"/>
                      <a:pt x="8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8" y="2"/>
                      <a:pt x="6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6" name="Freeform 356">
                <a:extLst>
                  <a:ext uri="{FF2B5EF4-FFF2-40B4-BE49-F238E27FC236}">
                    <a16:creationId xmlns:a16="http://schemas.microsoft.com/office/drawing/2014/main" id="{D58A9FB0-956E-4394-A6CF-3A7718674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089"/>
                <a:ext cx="28" cy="8"/>
              </a:xfrm>
              <a:custGeom>
                <a:avLst/>
                <a:gdLst>
                  <a:gd name="T0" fmla="*/ 0 w 11"/>
                  <a:gd name="T1" fmla="*/ 0 h 3"/>
                  <a:gd name="T2" fmla="*/ 2146 w 11"/>
                  <a:gd name="T3" fmla="*/ 661 h 3"/>
                  <a:gd name="T4" fmla="*/ 2986 w 11"/>
                  <a:gd name="T5" fmla="*/ 1059 h 3"/>
                  <a:gd name="T6" fmla="*/ 2986 w 11"/>
                  <a:gd name="T7" fmla="*/ 1059 h 3"/>
                  <a:gd name="T8" fmla="*/ 1601 w 11"/>
                  <a:gd name="T9" fmla="*/ 0 h 3"/>
                  <a:gd name="T10" fmla="*/ 0 w 11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2" y="0"/>
                      <a:pt x="5" y="1"/>
                      <a:pt x="8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8" y="1"/>
                      <a:pt x="6" y="0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7" name="Freeform 357">
                <a:extLst>
                  <a:ext uri="{FF2B5EF4-FFF2-40B4-BE49-F238E27FC236}">
                    <a16:creationId xmlns:a16="http://schemas.microsoft.com/office/drawing/2014/main" id="{C67B0F89-2EE2-4798-9972-BB91B0DA0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111"/>
                <a:ext cx="45" cy="24"/>
              </a:xfrm>
              <a:custGeom>
                <a:avLst/>
                <a:gdLst>
                  <a:gd name="T0" fmla="*/ 0 w 18"/>
                  <a:gd name="T1" fmla="*/ 1763 h 9"/>
                  <a:gd name="T2" fmla="*/ 3908 w 18"/>
                  <a:gd name="T3" fmla="*/ 2824 h 9"/>
                  <a:gd name="T4" fmla="*/ 4425 w 18"/>
                  <a:gd name="T5" fmla="*/ 1459 h 9"/>
                  <a:gd name="T6" fmla="*/ 783 w 18"/>
                  <a:gd name="T7" fmla="*/ 1059 h 9"/>
                  <a:gd name="T8" fmla="*/ 0 w 18"/>
                  <a:gd name="T9" fmla="*/ 176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0" y="5"/>
                    </a:moveTo>
                    <a:cubicBezTo>
                      <a:pt x="2" y="3"/>
                      <a:pt x="15" y="9"/>
                      <a:pt x="16" y="8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7" y="5"/>
                      <a:pt x="5" y="0"/>
                      <a:pt x="3" y="3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8" name="Freeform 358">
                <a:extLst>
                  <a:ext uri="{FF2B5EF4-FFF2-40B4-BE49-F238E27FC236}">
                    <a16:creationId xmlns:a16="http://schemas.microsoft.com/office/drawing/2014/main" id="{62EDD107-B342-45B8-9575-9B6DC816B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121"/>
                <a:ext cx="30" cy="8"/>
              </a:xfrm>
              <a:custGeom>
                <a:avLst/>
                <a:gdLst>
                  <a:gd name="T0" fmla="*/ 0 w 12"/>
                  <a:gd name="T1" fmla="*/ 0 h 3"/>
                  <a:gd name="T2" fmla="*/ 1770 w 12"/>
                  <a:gd name="T3" fmla="*/ 661 h 3"/>
                  <a:gd name="T4" fmla="*/ 2938 w 12"/>
                  <a:gd name="T5" fmla="*/ 1059 h 3"/>
                  <a:gd name="T6" fmla="*/ 2938 w 12"/>
                  <a:gd name="T7" fmla="*/ 1059 h 3"/>
                  <a:gd name="T8" fmla="*/ 1488 w 12"/>
                  <a:gd name="T9" fmla="*/ 397 h 3"/>
                  <a:gd name="T10" fmla="*/ 0 w 12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2" y="0"/>
                      <a:pt x="5" y="1"/>
                      <a:pt x="7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8" y="1"/>
                      <a:pt x="6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9" name="Freeform 359">
                <a:extLst>
                  <a:ext uri="{FF2B5EF4-FFF2-40B4-BE49-F238E27FC236}">
                    <a16:creationId xmlns:a16="http://schemas.microsoft.com/office/drawing/2014/main" id="{9FFE98A7-CCF2-4F23-B1C0-CFC90A4A2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127"/>
                <a:ext cx="22" cy="45"/>
              </a:xfrm>
              <a:custGeom>
                <a:avLst/>
                <a:gdLst>
                  <a:gd name="T0" fmla="*/ 860 w 9"/>
                  <a:gd name="T1" fmla="*/ 5450 h 17"/>
                  <a:gd name="T2" fmla="*/ 1750 w 9"/>
                  <a:gd name="T3" fmla="*/ 2748 h 17"/>
                  <a:gd name="T4" fmla="*/ 1931 w 9"/>
                  <a:gd name="T5" fmla="*/ 0 h 17"/>
                  <a:gd name="T6" fmla="*/ 1039 w 9"/>
                  <a:gd name="T7" fmla="*/ 630 h 17"/>
                  <a:gd name="T8" fmla="*/ 860 w 9"/>
                  <a:gd name="T9" fmla="*/ 2748 h 17"/>
                  <a:gd name="T10" fmla="*/ 0 w 9"/>
                  <a:gd name="T11" fmla="*/ 5845 h 17"/>
                  <a:gd name="T12" fmla="*/ 860 w 9"/>
                  <a:gd name="T13" fmla="*/ 545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4" y="16"/>
                    </a:moveTo>
                    <a:cubicBezTo>
                      <a:pt x="6" y="15"/>
                      <a:pt x="7" y="11"/>
                      <a:pt x="8" y="8"/>
                    </a:cubicBezTo>
                    <a:cubicBezTo>
                      <a:pt x="8" y="5"/>
                      <a:pt x="9" y="0"/>
                      <a:pt x="9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6"/>
                      <a:pt x="4" y="8"/>
                    </a:cubicBezTo>
                    <a:cubicBezTo>
                      <a:pt x="3" y="13"/>
                      <a:pt x="1" y="17"/>
                      <a:pt x="0" y="17"/>
                    </a:cubicBez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0" name="Freeform 360">
                <a:extLst>
                  <a:ext uri="{FF2B5EF4-FFF2-40B4-BE49-F238E27FC236}">
                    <a16:creationId xmlns:a16="http://schemas.microsoft.com/office/drawing/2014/main" id="{932906C1-1C40-45C3-BD77-041BC259B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121"/>
                <a:ext cx="40" cy="30"/>
              </a:xfrm>
              <a:custGeom>
                <a:avLst/>
                <a:gdLst>
                  <a:gd name="T0" fmla="*/ 0 w 16"/>
                  <a:gd name="T1" fmla="*/ 1666 h 11"/>
                  <a:gd name="T2" fmla="*/ 2938 w 16"/>
                  <a:gd name="T3" fmla="*/ 4544 h 11"/>
                  <a:gd name="T4" fmla="*/ 3908 w 16"/>
                  <a:gd name="T5" fmla="*/ 3325 h 11"/>
                  <a:gd name="T6" fmla="*/ 783 w 16"/>
                  <a:gd name="T7" fmla="*/ 775 h 11"/>
                  <a:gd name="T8" fmla="*/ 0 w 16"/>
                  <a:gd name="T9" fmla="*/ 166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1">
                    <a:moveTo>
                      <a:pt x="0" y="4"/>
                    </a:moveTo>
                    <a:cubicBezTo>
                      <a:pt x="2" y="2"/>
                      <a:pt x="11" y="11"/>
                      <a:pt x="12" y="11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9"/>
                      <a:pt x="6" y="0"/>
                      <a:pt x="3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1" name="Freeform 361">
                <a:extLst>
                  <a:ext uri="{FF2B5EF4-FFF2-40B4-BE49-F238E27FC236}">
                    <a16:creationId xmlns:a16="http://schemas.microsoft.com/office/drawing/2014/main" id="{A733C416-EAC8-4542-BD49-A21282148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137"/>
                <a:ext cx="20" cy="46"/>
              </a:xfrm>
              <a:custGeom>
                <a:avLst/>
                <a:gdLst>
                  <a:gd name="T0" fmla="*/ 988 w 8"/>
                  <a:gd name="T1" fmla="*/ 5945 h 17"/>
                  <a:gd name="T2" fmla="*/ 1770 w 8"/>
                  <a:gd name="T3" fmla="*/ 3206 h 17"/>
                  <a:gd name="T4" fmla="*/ 1958 w 8"/>
                  <a:gd name="T5" fmla="*/ 0 h 17"/>
                  <a:gd name="T6" fmla="*/ 1300 w 8"/>
                  <a:gd name="T7" fmla="*/ 438 h 17"/>
                  <a:gd name="T8" fmla="*/ 783 w 8"/>
                  <a:gd name="T9" fmla="*/ 3206 h 17"/>
                  <a:gd name="T10" fmla="*/ 0 w 8"/>
                  <a:gd name="T11" fmla="*/ 6656 h 17"/>
                  <a:gd name="T12" fmla="*/ 988 w 8"/>
                  <a:gd name="T13" fmla="*/ 594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7">
                    <a:moveTo>
                      <a:pt x="4" y="15"/>
                    </a:moveTo>
                    <a:cubicBezTo>
                      <a:pt x="5" y="15"/>
                      <a:pt x="7" y="11"/>
                      <a:pt x="7" y="8"/>
                    </a:cubicBezTo>
                    <a:cubicBezTo>
                      <a:pt x="8" y="5"/>
                      <a:pt x="8" y="0"/>
                      <a:pt x="8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4" y="5"/>
                      <a:pt x="3" y="8"/>
                    </a:cubicBezTo>
                    <a:cubicBezTo>
                      <a:pt x="3" y="13"/>
                      <a:pt x="1" y="16"/>
                      <a:pt x="0" y="17"/>
                    </a:cubicBez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2" name="Freeform 362">
                <a:extLst>
                  <a:ext uri="{FF2B5EF4-FFF2-40B4-BE49-F238E27FC236}">
                    <a16:creationId xmlns:a16="http://schemas.microsoft.com/office/drawing/2014/main" id="{8F79472F-AA17-47E8-8511-65D6B3092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145"/>
                <a:ext cx="20" cy="43"/>
              </a:xfrm>
              <a:custGeom>
                <a:avLst/>
                <a:gdLst>
                  <a:gd name="T0" fmla="*/ 988 w 8"/>
                  <a:gd name="T1" fmla="*/ 5316 h 16"/>
                  <a:gd name="T2" fmla="*/ 1770 w 8"/>
                  <a:gd name="T3" fmla="*/ 2658 h 16"/>
                  <a:gd name="T4" fmla="*/ 1958 w 8"/>
                  <a:gd name="T5" fmla="*/ 0 h 16"/>
                  <a:gd name="T6" fmla="*/ 988 w 8"/>
                  <a:gd name="T7" fmla="*/ 427 h 16"/>
                  <a:gd name="T8" fmla="*/ 783 w 8"/>
                  <a:gd name="T9" fmla="*/ 3085 h 16"/>
                  <a:gd name="T10" fmla="*/ 0 w 8"/>
                  <a:gd name="T11" fmla="*/ 6060 h 16"/>
                  <a:gd name="T12" fmla="*/ 988 w 8"/>
                  <a:gd name="T13" fmla="*/ 53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6">
                    <a:moveTo>
                      <a:pt x="4" y="14"/>
                    </a:moveTo>
                    <a:cubicBezTo>
                      <a:pt x="6" y="14"/>
                      <a:pt x="6" y="11"/>
                      <a:pt x="7" y="7"/>
                    </a:cubicBezTo>
                    <a:cubicBezTo>
                      <a:pt x="7" y="5"/>
                      <a:pt x="8" y="0"/>
                      <a:pt x="8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5"/>
                      <a:pt x="3" y="8"/>
                    </a:cubicBezTo>
                    <a:cubicBezTo>
                      <a:pt x="2" y="13"/>
                      <a:pt x="1" y="15"/>
                      <a:pt x="0" y="16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3" name="Freeform 363">
                <a:extLst>
                  <a:ext uri="{FF2B5EF4-FFF2-40B4-BE49-F238E27FC236}">
                    <a16:creationId xmlns:a16="http://schemas.microsoft.com/office/drawing/2014/main" id="{8CA4DD7C-B206-413E-8985-25E02D1CD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135"/>
                <a:ext cx="37" cy="32"/>
              </a:xfrm>
              <a:custGeom>
                <a:avLst/>
                <a:gdLst>
                  <a:gd name="T0" fmla="*/ 0 w 15"/>
                  <a:gd name="T1" fmla="*/ 1059 h 12"/>
                  <a:gd name="T2" fmla="*/ 2477 w 15"/>
                  <a:gd name="T3" fmla="*/ 4301 h 12"/>
                  <a:gd name="T4" fmla="*/ 3365 w 15"/>
                  <a:gd name="T5" fmla="*/ 3640 h 12"/>
                  <a:gd name="T6" fmla="*/ 930 w 15"/>
                  <a:gd name="T7" fmla="*/ 397 h 12"/>
                  <a:gd name="T8" fmla="*/ 0 w 15"/>
                  <a:gd name="T9" fmla="*/ 105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3"/>
                    </a:moveTo>
                    <a:cubicBezTo>
                      <a:pt x="3" y="1"/>
                      <a:pt x="10" y="12"/>
                      <a:pt x="11" y="12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1"/>
                      <a:pt x="7" y="0"/>
                      <a:pt x="4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4" name="Freeform 364">
                <a:extLst>
                  <a:ext uri="{FF2B5EF4-FFF2-40B4-BE49-F238E27FC236}">
                    <a16:creationId xmlns:a16="http://schemas.microsoft.com/office/drawing/2014/main" id="{5AE41218-E737-4503-9853-382CD77E5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140"/>
                <a:ext cx="37" cy="35"/>
              </a:xfrm>
              <a:custGeom>
                <a:avLst/>
                <a:gdLst>
                  <a:gd name="T0" fmla="*/ 0 w 15"/>
                  <a:gd name="T1" fmla="*/ 1152 h 13"/>
                  <a:gd name="T2" fmla="*/ 2477 w 15"/>
                  <a:gd name="T3" fmla="*/ 4531 h 13"/>
                  <a:gd name="T4" fmla="*/ 3365 w 15"/>
                  <a:gd name="T5" fmla="*/ 4254 h 13"/>
                  <a:gd name="T6" fmla="*/ 930 w 15"/>
                  <a:gd name="T7" fmla="*/ 681 h 13"/>
                  <a:gd name="T8" fmla="*/ 0 w 15"/>
                  <a:gd name="T9" fmla="*/ 115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0" y="3"/>
                    </a:moveTo>
                    <a:cubicBezTo>
                      <a:pt x="3" y="2"/>
                      <a:pt x="10" y="13"/>
                      <a:pt x="11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7" y="0"/>
                      <a:pt x="4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5" name="Freeform 365">
                <a:extLst>
                  <a:ext uri="{FF2B5EF4-FFF2-40B4-BE49-F238E27FC236}">
                    <a16:creationId xmlns:a16="http://schemas.microsoft.com/office/drawing/2014/main" id="{9D080B75-5D15-4FE0-992E-D90C62CD8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153"/>
                <a:ext cx="27" cy="40"/>
              </a:xfrm>
              <a:custGeom>
                <a:avLst/>
                <a:gdLst>
                  <a:gd name="T0" fmla="*/ 903 w 11"/>
                  <a:gd name="T1" fmla="*/ 5005 h 15"/>
                  <a:gd name="T2" fmla="*/ 1964 w 11"/>
                  <a:gd name="T3" fmla="*/ 2581 h 15"/>
                  <a:gd name="T4" fmla="*/ 2398 w 11"/>
                  <a:gd name="T5" fmla="*/ 0 h 15"/>
                  <a:gd name="T6" fmla="*/ 1524 w 11"/>
                  <a:gd name="T7" fmla="*/ 0 h 15"/>
                  <a:gd name="T8" fmla="*/ 1048 w 11"/>
                  <a:gd name="T9" fmla="*/ 2581 h 15"/>
                  <a:gd name="T10" fmla="*/ 0 w 11"/>
                  <a:gd name="T11" fmla="*/ 5405 h 15"/>
                  <a:gd name="T12" fmla="*/ 903 w 11"/>
                  <a:gd name="T13" fmla="*/ 50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4" y="14"/>
                    </a:moveTo>
                    <a:cubicBezTo>
                      <a:pt x="5" y="14"/>
                      <a:pt x="7" y="10"/>
                      <a:pt x="9" y="7"/>
                    </a:cubicBezTo>
                    <a:cubicBezTo>
                      <a:pt x="10" y="4"/>
                      <a:pt x="11" y="0"/>
                      <a:pt x="11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4"/>
                      <a:pt x="5" y="7"/>
                    </a:cubicBezTo>
                    <a:cubicBezTo>
                      <a:pt x="3" y="11"/>
                      <a:pt x="1" y="14"/>
                      <a:pt x="0" y="15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6" name="Freeform 366">
                <a:extLst>
                  <a:ext uri="{FF2B5EF4-FFF2-40B4-BE49-F238E27FC236}">
                    <a16:creationId xmlns:a16="http://schemas.microsoft.com/office/drawing/2014/main" id="{0009A1AF-294A-4F9F-B21E-3E32C4279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148"/>
                <a:ext cx="33" cy="35"/>
              </a:xfrm>
              <a:custGeom>
                <a:avLst/>
                <a:gdLst>
                  <a:gd name="T0" fmla="*/ 0 w 13"/>
                  <a:gd name="T1" fmla="*/ 1152 h 13"/>
                  <a:gd name="T2" fmla="*/ 2617 w 13"/>
                  <a:gd name="T3" fmla="*/ 4935 h 13"/>
                  <a:gd name="T4" fmla="*/ 3485 w 13"/>
                  <a:gd name="T5" fmla="*/ 4254 h 13"/>
                  <a:gd name="T6" fmla="*/ 830 w 13"/>
                  <a:gd name="T7" fmla="*/ 428 h 13"/>
                  <a:gd name="T8" fmla="*/ 0 w 13"/>
                  <a:gd name="T9" fmla="*/ 115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3"/>
                    </a:moveTo>
                    <a:cubicBezTo>
                      <a:pt x="3" y="2"/>
                      <a:pt x="8" y="13"/>
                      <a:pt x="10" y="13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2"/>
                      <a:pt x="7" y="0"/>
                      <a:pt x="3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7" name="Freeform 367">
                <a:extLst>
                  <a:ext uri="{FF2B5EF4-FFF2-40B4-BE49-F238E27FC236}">
                    <a16:creationId xmlns:a16="http://schemas.microsoft.com/office/drawing/2014/main" id="{2FB275D4-3356-4AB2-9A28-BED297342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2156"/>
                <a:ext cx="28" cy="32"/>
              </a:xfrm>
              <a:custGeom>
                <a:avLst/>
                <a:gdLst>
                  <a:gd name="T0" fmla="*/ 2986 w 11"/>
                  <a:gd name="T1" fmla="*/ 3891 h 12"/>
                  <a:gd name="T2" fmla="*/ 1932 w 11"/>
                  <a:gd name="T3" fmla="*/ 4301 h 12"/>
                  <a:gd name="T4" fmla="*/ 0 w 11"/>
                  <a:gd name="T5" fmla="*/ 1059 h 12"/>
                  <a:gd name="T6" fmla="*/ 331 w 11"/>
                  <a:gd name="T7" fmla="*/ 0 h 12"/>
                  <a:gd name="T8" fmla="*/ 2986 w 11"/>
                  <a:gd name="T9" fmla="*/ 389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1" y="11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3" y="6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0"/>
                      <a:pt x="10" y="11"/>
                      <a:pt x="11" y="11"/>
                    </a:cubicBez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8" name="Freeform 368">
                <a:extLst>
                  <a:ext uri="{FF2B5EF4-FFF2-40B4-BE49-F238E27FC236}">
                    <a16:creationId xmlns:a16="http://schemas.microsoft.com/office/drawing/2014/main" id="{792BD092-449F-451C-96B4-54BC2E7F3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177"/>
                <a:ext cx="13" cy="16"/>
              </a:xfrm>
              <a:custGeom>
                <a:avLst/>
                <a:gdLst>
                  <a:gd name="T0" fmla="*/ 372 w 5"/>
                  <a:gd name="T1" fmla="*/ 2184 h 6"/>
                  <a:gd name="T2" fmla="*/ 0 w 5"/>
                  <a:gd name="T3" fmla="*/ 1459 h 6"/>
                  <a:gd name="T4" fmla="*/ 595 w 5"/>
                  <a:gd name="T5" fmla="*/ 0 h 6"/>
                  <a:gd name="T6" fmla="*/ 1547 w 5"/>
                  <a:gd name="T7" fmla="*/ 1763 h 6"/>
                  <a:gd name="T8" fmla="*/ 372 w 5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1" y="6"/>
                      <a:pt x="1" y="5"/>
                      <a:pt x="0" y="4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2"/>
                      <a:pt x="5" y="5"/>
                      <a:pt x="5" y="5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9" name="Freeform 369">
                <a:extLst>
                  <a:ext uri="{FF2B5EF4-FFF2-40B4-BE49-F238E27FC236}">
                    <a16:creationId xmlns:a16="http://schemas.microsoft.com/office/drawing/2014/main" id="{142D8EF7-6ABB-426E-AE8D-6413A72FB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148"/>
                <a:ext cx="20" cy="21"/>
              </a:xfrm>
              <a:custGeom>
                <a:avLst/>
                <a:gdLst>
                  <a:gd name="T0" fmla="*/ 0 w 8"/>
                  <a:gd name="T1" fmla="*/ 0 h 8"/>
                  <a:gd name="T2" fmla="*/ 1488 w 8"/>
                  <a:gd name="T3" fmla="*/ 1992 h 8"/>
                  <a:gd name="T4" fmla="*/ 1958 w 8"/>
                  <a:gd name="T5" fmla="*/ 2604 h 8"/>
                  <a:gd name="T6" fmla="*/ 1958 w 8"/>
                  <a:gd name="T7" fmla="*/ 2604 h 8"/>
                  <a:gd name="T8" fmla="*/ 1300 w 8"/>
                  <a:gd name="T9" fmla="*/ 1378 h 8"/>
                  <a:gd name="T10" fmla="*/ 0 w 8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2" y="1"/>
                      <a:pt x="4" y="4"/>
                      <a:pt x="6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6" y="5"/>
                      <a:pt x="5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0" name="Freeform 370">
                <a:extLst>
                  <a:ext uri="{FF2B5EF4-FFF2-40B4-BE49-F238E27FC236}">
                    <a16:creationId xmlns:a16="http://schemas.microsoft.com/office/drawing/2014/main" id="{4EC5AE0A-D7ED-4293-BB9A-C511C38DC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156"/>
                <a:ext cx="17" cy="24"/>
              </a:xfrm>
              <a:custGeom>
                <a:avLst/>
                <a:gdLst>
                  <a:gd name="T0" fmla="*/ 0 w 7"/>
                  <a:gd name="T1" fmla="*/ 0 h 9"/>
                  <a:gd name="T2" fmla="*/ 831 w 7"/>
                  <a:gd name="T3" fmla="*/ 2184 h 9"/>
                  <a:gd name="T4" fmla="*/ 1433 w 7"/>
                  <a:gd name="T5" fmla="*/ 3243 h 9"/>
                  <a:gd name="T6" fmla="*/ 1433 w 7"/>
                  <a:gd name="T7" fmla="*/ 2824 h 9"/>
                  <a:gd name="T8" fmla="*/ 831 w 7"/>
                  <a:gd name="T9" fmla="*/ 1459 h 9"/>
                  <a:gd name="T10" fmla="*/ 0 w 7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1" y="1"/>
                      <a:pt x="3" y="3"/>
                      <a:pt x="4" y="6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5" y="6"/>
                      <a:pt x="4" y="4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1" name="Freeform 371">
                <a:extLst>
                  <a:ext uri="{FF2B5EF4-FFF2-40B4-BE49-F238E27FC236}">
                    <a16:creationId xmlns:a16="http://schemas.microsoft.com/office/drawing/2014/main" id="{458EDE84-C630-44AF-977E-245D7BFFF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2161"/>
                <a:ext cx="18" cy="22"/>
              </a:xfrm>
              <a:custGeom>
                <a:avLst/>
                <a:gdLst>
                  <a:gd name="T0" fmla="*/ 0 w 7"/>
                  <a:gd name="T1" fmla="*/ 0 h 8"/>
                  <a:gd name="T2" fmla="*/ 1448 w 7"/>
                  <a:gd name="T3" fmla="*/ 2684 h 8"/>
                  <a:gd name="T4" fmla="*/ 2003 w 7"/>
                  <a:gd name="T5" fmla="*/ 3495 h 8"/>
                  <a:gd name="T6" fmla="*/ 2003 w 7"/>
                  <a:gd name="T7" fmla="*/ 3495 h 8"/>
                  <a:gd name="T8" fmla="*/ 1448 w 7"/>
                  <a:gd name="T9" fmla="*/ 1724 h 8"/>
                  <a:gd name="T10" fmla="*/ 0 w 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2" y="1"/>
                      <a:pt x="4" y="3"/>
                      <a:pt x="5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5"/>
                      <a:pt x="5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2" name="Freeform 372">
                <a:extLst>
                  <a:ext uri="{FF2B5EF4-FFF2-40B4-BE49-F238E27FC236}">
                    <a16:creationId xmlns:a16="http://schemas.microsoft.com/office/drawing/2014/main" id="{2AB49604-92E0-439A-8E34-8B5FD94F8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143"/>
                <a:ext cx="20" cy="21"/>
              </a:xfrm>
              <a:custGeom>
                <a:avLst/>
                <a:gdLst>
                  <a:gd name="T0" fmla="*/ 0 w 8"/>
                  <a:gd name="T1" fmla="*/ 0 h 8"/>
                  <a:gd name="T2" fmla="*/ 1300 w 8"/>
                  <a:gd name="T3" fmla="*/ 1612 h 8"/>
                  <a:gd name="T4" fmla="*/ 1958 w 8"/>
                  <a:gd name="T5" fmla="*/ 2604 h 8"/>
                  <a:gd name="T6" fmla="*/ 1958 w 8"/>
                  <a:gd name="T7" fmla="*/ 2604 h 8"/>
                  <a:gd name="T8" fmla="*/ 1300 w 8"/>
                  <a:gd name="T9" fmla="*/ 992 h 8"/>
                  <a:gd name="T10" fmla="*/ 0 w 8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2" y="1"/>
                      <a:pt x="4" y="3"/>
                      <a:pt x="5" y="5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6" y="5"/>
                      <a:pt x="5" y="3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3" name="Freeform 373">
                <a:extLst>
                  <a:ext uri="{FF2B5EF4-FFF2-40B4-BE49-F238E27FC236}">
                    <a16:creationId xmlns:a16="http://schemas.microsoft.com/office/drawing/2014/main" id="{23850511-F7EF-4FE3-8C7B-F8A5C1E5A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129"/>
                <a:ext cx="22" cy="19"/>
              </a:xfrm>
              <a:custGeom>
                <a:avLst/>
                <a:gdLst>
                  <a:gd name="T0" fmla="*/ 0 w 9"/>
                  <a:gd name="T1" fmla="*/ 0 h 7"/>
                  <a:gd name="T2" fmla="*/ 1315 w 9"/>
                  <a:gd name="T3" fmla="*/ 2063 h 7"/>
                  <a:gd name="T4" fmla="*/ 1931 w 9"/>
                  <a:gd name="T5" fmla="*/ 2823 h 7"/>
                  <a:gd name="T6" fmla="*/ 1931 w 9"/>
                  <a:gd name="T7" fmla="*/ 2823 h 7"/>
                  <a:gd name="T8" fmla="*/ 1039 w 9"/>
                  <a:gd name="T9" fmla="*/ 1200 h 7"/>
                  <a:gd name="T10" fmla="*/ 0 w 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1" y="1"/>
                      <a:pt x="4" y="3"/>
                      <a:pt x="6" y="5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7" y="4"/>
                      <a:pt x="5" y="3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4" name="Freeform 374">
                <a:extLst>
                  <a:ext uri="{FF2B5EF4-FFF2-40B4-BE49-F238E27FC236}">
                    <a16:creationId xmlns:a16="http://schemas.microsoft.com/office/drawing/2014/main" id="{05F0EF9E-C49E-4E74-95DB-5C2D1A269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972"/>
                <a:ext cx="35" cy="37"/>
              </a:xfrm>
              <a:custGeom>
                <a:avLst/>
                <a:gdLst>
                  <a:gd name="T0" fmla="*/ 3438 w 14"/>
                  <a:gd name="T1" fmla="*/ 3359 h 14"/>
                  <a:gd name="T2" fmla="*/ 1958 w 14"/>
                  <a:gd name="T3" fmla="*/ 1425 h 14"/>
                  <a:gd name="T4" fmla="*/ 313 w 14"/>
                  <a:gd name="T5" fmla="*/ 0 h 14"/>
                  <a:gd name="T6" fmla="*/ 0 w 14"/>
                  <a:gd name="T7" fmla="*/ 1425 h 14"/>
                  <a:gd name="T8" fmla="*/ 1770 w 14"/>
                  <a:gd name="T9" fmla="*/ 2730 h 14"/>
                  <a:gd name="T10" fmla="*/ 3438 w 14"/>
                  <a:gd name="T11" fmla="*/ 4784 h 14"/>
                  <a:gd name="T12" fmla="*/ 3438 w 14"/>
                  <a:gd name="T13" fmla="*/ 335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4" y="10"/>
                    </a:moveTo>
                    <a:cubicBezTo>
                      <a:pt x="14" y="9"/>
                      <a:pt x="11" y="6"/>
                      <a:pt x="8" y="4"/>
                    </a:cubicBezTo>
                    <a:cubicBezTo>
                      <a:pt x="5" y="3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4" y="7"/>
                      <a:pt x="7" y="8"/>
                    </a:cubicBezTo>
                    <a:cubicBezTo>
                      <a:pt x="11" y="11"/>
                      <a:pt x="14" y="13"/>
                      <a:pt x="14" y="14"/>
                    </a:cubicBezTo>
                    <a:lnTo>
                      <a:pt x="14" y="1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5" name="Freeform 375">
                <a:extLst>
                  <a:ext uri="{FF2B5EF4-FFF2-40B4-BE49-F238E27FC236}">
                    <a16:creationId xmlns:a16="http://schemas.microsoft.com/office/drawing/2014/main" id="{EF0991F2-C219-49D4-9B12-2AA0E1604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991"/>
                <a:ext cx="30" cy="37"/>
              </a:xfrm>
              <a:custGeom>
                <a:avLst/>
                <a:gdLst>
                  <a:gd name="T0" fmla="*/ 2938 w 12"/>
                  <a:gd name="T1" fmla="*/ 3359 h 14"/>
                  <a:gd name="T2" fmla="*/ 1488 w 12"/>
                  <a:gd name="T3" fmla="*/ 1425 h 14"/>
                  <a:gd name="T4" fmla="*/ 0 w 12"/>
                  <a:gd name="T5" fmla="*/ 0 h 14"/>
                  <a:gd name="T6" fmla="*/ 0 w 12"/>
                  <a:gd name="T7" fmla="*/ 1425 h 14"/>
                  <a:gd name="T8" fmla="*/ 1300 w 12"/>
                  <a:gd name="T9" fmla="*/ 2730 h 14"/>
                  <a:gd name="T10" fmla="*/ 2738 w 12"/>
                  <a:gd name="T11" fmla="*/ 4784 h 14"/>
                  <a:gd name="T12" fmla="*/ 2938 w 12"/>
                  <a:gd name="T13" fmla="*/ 335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4">
                    <a:moveTo>
                      <a:pt x="12" y="10"/>
                    </a:moveTo>
                    <a:cubicBezTo>
                      <a:pt x="12" y="8"/>
                      <a:pt x="9" y="6"/>
                      <a:pt x="6" y="4"/>
                    </a:cubicBezTo>
                    <a:cubicBezTo>
                      <a:pt x="4" y="3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3" y="7"/>
                      <a:pt x="5" y="8"/>
                    </a:cubicBezTo>
                    <a:cubicBezTo>
                      <a:pt x="10" y="11"/>
                      <a:pt x="11" y="13"/>
                      <a:pt x="11" y="14"/>
                    </a:cubicBezTo>
                    <a:lnTo>
                      <a:pt x="12" y="1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6" name="Freeform 376">
                <a:extLst>
                  <a:ext uri="{FF2B5EF4-FFF2-40B4-BE49-F238E27FC236}">
                    <a16:creationId xmlns:a16="http://schemas.microsoft.com/office/drawing/2014/main" id="{E708AE1B-ED35-4709-8E6B-01102E0E6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015"/>
                <a:ext cx="30" cy="40"/>
              </a:xfrm>
              <a:custGeom>
                <a:avLst/>
                <a:gdLst>
                  <a:gd name="T0" fmla="*/ 2738 w 12"/>
                  <a:gd name="T1" fmla="*/ 3891 h 15"/>
                  <a:gd name="T2" fmla="*/ 1770 w 12"/>
                  <a:gd name="T3" fmla="*/ 2184 h 15"/>
                  <a:gd name="T4" fmla="*/ 520 w 12"/>
                  <a:gd name="T5" fmla="*/ 0 h 15"/>
                  <a:gd name="T6" fmla="*/ 313 w 12"/>
                  <a:gd name="T7" fmla="*/ 1459 h 15"/>
                  <a:gd name="T8" fmla="*/ 1300 w 12"/>
                  <a:gd name="T9" fmla="*/ 3243 h 15"/>
                  <a:gd name="T10" fmla="*/ 2738 w 12"/>
                  <a:gd name="T11" fmla="*/ 5405 h 15"/>
                  <a:gd name="T12" fmla="*/ 2738 w 12"/>
                  <a:gd name="T13" fmla="*/ 389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5">
                    <a:moveTo>
                      <a:pt x="11" y="11"/>
                    </a:moveTo>
                    <a:cubicBezTo>
                      <a:pt x="12" y="10"/>
                      <a:pt x="10" y="8"/>
                      <a:pt x="7" y="6"/>
                    </a:cubicBezTo>
                    <a:cubicBezTo>
                      <a:pt x="5" y="4"/>
                      <a:pt x="2" y="0"/>
                      <a:pt x="2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3" y="7"/>
                      <a:pt x="5" y="9"/>
                    </a:cubicBezTo>
                    <a:cubicBezTo>
                      <a:pt x="9" y="12"/>
                      <a:pt x="11" y="13"/>
                      <a:pt x="11" y="15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7" name="Freeform 377">
                <a:extLst>
                  <a:ext uri="{FF2B5EF4-FFF2-40B4-BE49-F238E27FC236}">
                    <a16:creationId xmlns:a16="http://schemas.microsoft.com/office/drawing/2014/main" id="{AE3316F5-E43E-47DB-BB1D-3C58611E5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031"/>
                <a:ext cx="28" cy="48"/>
              </a:xfrm>
              <a:custGeom>
                <a:avLst/>
                <a:gdLst>
                  <a:gd name="T0" fmla="*/ 2986 w 11"/>
                  <a:gd name="T1" fmla="*/ 4701 h 18"/>
                  <a:gd name="T2" fmla="*/ 1932 w 11"/>
                  <a:gd name="T3" fmla="*/ 2184 h 18"/>
                  <a:gd name="T4" fmla="*/ 545 w 11"/>
                  <a:gd name="T5" fmla="*/ 0 h 18"/>
                  <a:gd name="T6" fmla="*/ 0 w 11"/>
                  <a:gd name="T7" fmla="*/ 1459 h 18"/>
                  <a:gd name="T8" fmla="*/ 1056 w 11"/>
                  <a:gd name="T9" fmla="*/ 3243 h 18"/>
                  <a:gd name="T10" fmla="*/ 2474 w 11"/>
                  <a:gd name="T11" fmla="*/ 6464 h 18"/>
                  <a:gd name="T12" fmla="*/ 2986 w 11"/>
                  <a:gd name="T13" fmla="*/ 470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8">
                    <a:moveTo>
                      <a:pt x="11" y="13"/>
                    </a:moveTo>
                    <a:cubicBezTo>
                      <a:pt x="11" y="12"/>
                      <a:pt x="9" y="8"/>
                      <a:pt x="7" y="6"/>
                    </a:cubicBezTo>
                    <a:cubicBezTo>
                      <a:pt x="5" y="4"/>
                      <a:pt x="1" y="0"/>
                      <a:pt x="2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2" y="7"/>
                      <a:pt x="4" y="9"/>
                    </a:cubicBezTo>
                    <a:cubicBezTo>
                      <a:pt x="8" y="13"/>
                      <a:pt x="9" y="16"/>
                      <a:pt x="9" y="18"/>
                    </a:cubicBezTo>
                    <a:lnTo>
                      <a:pt x="11" y="1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8" name="Freeform 378">
                <a:extLst>
                  <a:ext uri="{FF2B5EF4-FFF2-40B4-BE49-F238E27FC236}">
                    <a16:creationId xmlns:a16="http://schemas.microsoft.com/office/drawing/2014/main" id="{9F7B108C-198B-495E-8F65-73B7016A7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999"/>
                <a:ext cx="32" cy="26"/>
              </a:xfrm>
              <a:custGeom>
                <a:avLst/>
                <a:gdLst>
                  <a:gd name="T0" fmla="*/ 0 w 13"/>
                  <a:gd name="T1" fmla="*/ 3110 h 10"/>
                  <a:gd name="T2" fmla="*/ 2897 w 13"/>
                  <a:gd name="T3" fmla="*/ 1196 h 10"/>
                  <a:gd name="T4" fmla="*/ 2897 w 13"/>
                  <a:gd name="T5" fmla="*/ 0 h 10"/>
                  <a:gd name="T6" fmla="*/ 0 w 13"/>
                  <a:gd name="T7" fmla="*/ 1914 h 10"/>
                  <a:gd name="T8" fmla="*/ 0 w 13"/>
                  <a:gd name="T9" fmla="*/ 31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0" y="7"/>
                      <a:pt x="13" y="5"/>
                      <a:pt x="13" y="4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0" y="2"/>
                      <a:pt x="0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9" name="Freeform 379">
                <a:extLst>
                  <a:ext uri="{FF2B5EF4-FFF2-40B4-BE49-F238E27FC236}">
                    <a16:creationId xmlns:a16="http://schemas.microsoft.com/office/drawing/2014/main" id="{423876F4-B6B9-4FC5-96A9-DCF00690D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017"/>
                <a:ext cx="35" cy="24"/>
              </a:xfrm>
              <a:custGeom>
                <a:avLst/>
                <a:gdLst>
                  <a:gd name="T0" fmla="*/ 0 w 14"/>
                  <a:gd name="T1" fmla="*/ 3243 h 9"/>
                  <a:gd name="T2" fmla="*/ 3250 w 14"/>
                  <a:gd name="T3" fmla="*/ 1459 h 9"/>
                  <a:gd name="T4" fmla="*/ 3438 w 14"/>
                  <a:gd name="T5" fmla="*/ 0 h 9"/>
                  <a:gd name="T6" fmla="*/ 313 w 14"/>
                  <a:gd name="T7" fmla="*/ 1763 h 9"/>
                  <a:gd name="T8" fmla="*/ 0 w 14"/>
                  <a:gd name="T9" fmla="*/ 324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0" y="6"/>
                      <a:pt x="13" y="5"/>
                      <a:pt x="13" y="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1"/>
                      <a:pt x="1" y="2"/>
                      <a:pt x="1" y="5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0" name="Freeform 380">
                <a:extLst>
                  <a:ext uri="{FF2B5EF4-FFF2-40B4-BE49-F238E27FC236}">
                    <a16:creationId xmlns:a16="http://schemas.microsoft.com/office/drawing/2014/main" id="{057A3298-971E-40E8-95AD-8079B3A85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028"/>
                <a:ext cx="27" cy="8"/>
              </a:xfrm>
              <a:custGeom>
                <a:avLst/>
                <a:gdLst>
                  <a:gd name="T0" fmla="*/ 0 w 11"/>
                  <a:gd name="T1" fmla="*/ 1059 h 3"/>
                  <a:gd name="T2" fmla="*/ 1777 w 11"/>
                  <a:gd name="T3" fmla="*/ 397 h 3"/>
                  <a:gd name="T4" fmla="*/ 2398 w 11"/>
                  <a:gd name="T5" fmla="*/ 0 h 3"/>
                  <a:gd name="T6" fmla="*/ 2398 w 11"/>
                  <a:gd name="T7" fmla="*/ 0 h 3"/>
                  <a:gd name="T8" fmla="*/ 1343 w 11"/>
                  <a:gd name="T9" fmla="*/ 0 h 3"/>
                  <a:gd name="T10" fmla="*/ 0 w 11"/>
                  <a:gd name="T11" fmla="*/ 1059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2" y="2"/>
                      <a:pt x="5" y="1"/>
                      <a:pt x="8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8" y="0"/>
                      <a:pt x="6" y="0"/>
                    </a:cubicBezTo>
                    <a:cubicBezTo>
                      <a:pt x="3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1" name="Freeform 381">
                <a:extLst>
                  <a:ext uri="{FF2B5EF4-FFF2-40B4-BE49-F238E27FC236}">
                    <a16:creationId xmlns:a16="http://schemas.microsoft.com/office/drawing/2014/main" id="{604329A3-D652-459A-B519-FF432664B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009"/>
                <a:ext cx="27" cy="8"/>
              </a:xfrm>
              <a:custGeom>
                <a:avLst/>
                <a:gdLst>
                  <a:gd name="T0" fmla="*/ 0 w 11"/>
                  <a:gd name="T1" fmla="*/ 1059 h 3"/>
                  <a:gd name="T2" fmla="*/ 1777 w 11"/>
                  <a:gd name="T3" fmla="*/ 397 h 3"/>
                  <a:gd name="T4" fmla="*/ 2398 w 11"/>
                  <a:gd name="T5" fmla="*/ 0 h 3"/>
                  <a:gd name="T6" fmla="*/ 2398 w 11"/>
                  <a:gd name="T7" fmla="*/ 0 h 3"/>
                  <a:gd name="T8" fmla="*/ 1048 w 11"/>
                  <a:gd name="T9" fmla="*/ 397 h 3"/>
                  <a:gd name="T10" fmla="*/ 0 w 11"/>
                  <a:gd name="T11" fmla="*/ 1059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2" y="2"/>
                      <a:pt x="5" y="2"/>
                      <a:pt x="8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8" y="0"/>
                      <a:pt x="5" y="1"/>
                    </a:cubicBezTo>
                    <a:cubicBezTo>
                      <a:pt x="3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2" name="Freeform 382">
                <a:extLst>
                  <a:ext uri="{FF2B5EF4-FFF2-40B4-BE49-F238E27FC236}">
                    <a16:creationId xmlns:a16="http://schemas.microsoft.com/office/drawing/2014/main" id="{B35E48A4-9C67-4102-B3DB-0130D8494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041"/>
                <a:ext cx="35" cy="24"/>
              </a:xfrm>
              <a:custGeom>
                <a:avLst/>
                <a:gdLst>
                  <a:gd name="T0" fmla="*/ 0 w 14"/>
                  <a:gd name="T1" fmla="*/ 3243 h 9"/>
                  <a:gd name="T2" fmla="*/ 3250 w 14"/>
                  <a:gd name="T3" fmla="*/ 1459 h 9"/>
                  <a:gd name="T4" fmla="*/ 3438 w 14"/>
                  <a:gd name="T5" fmla="*/ 0 h 9"/>
                  <a:gd name="T6" fmla="*/ 0 w 14"/>
                  <a:gd name="T7" fmla="*/ 2184 h 9"/>
                  <a:gd name="T8" fmla="*/ 0 w 14"/>
                  <a:gd name="T9" fmla="*/ 324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0" y="6"/>
                      <a:pt x="13" y="5"/>
                      <a:pt x="13" y="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" y="2"/>
                      <a:pt x="0" y="6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3" name="Freeform 383">
                <a:extLst>
                  <a:ext uri="{FF2B5EF4-FFF2-40B4-BE49-F238E27FC236}">
                    <a16:creationId xmlns:a16="http://schemas.microsoft.com/office/drawing/2014/main" id="{C3FB5B36-BC4D-4689-B56A-23D025B8F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052"/>
                <a:ext cx="27" cy="8"/>
              </a:xfrm>
              <a:custGeom>
                <a:avLst/>
                <a:gdLst>
                  <a:gd name="T0" fmla="*/ 0 w 11"/>
                  <a:gd name="T1" fmla="*/ 1059 h 3"/>
                  <a:gd name="T2" fmla="*/ 1777 w 11"/>
                  <a:gd name="T3" fmla="*/ 0 h 3"/>
                  <a:gd name="T4" fmla="*/ 2398 w 11"/>
                  <a:gd name="T5" fmla="*/ 0 h 3"/>
                  <a:gd name="T6" fmla="*/ 2398 w 11"/>
                  <a:gd name="T7" fmla="*/ 0 h 3"/>
                  <a:gd name="T8" fmla="*/ 1343 w 11"/>
                  <a:gd name="T9" fmla="*/ 0 h 3"/>
                  <a:gd name="T10" fmla="*/ 0 w 11"/>
                  <a:gd name="T11" fmla="*/ 1059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2" y="2"/>
                      <a:pt x="5" y="1"/>
                      <a:pt x="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8" y="0"/>
                      <a:pt x="6" y="0"/>
                    </a:cubicBezTo>
                    <a:cubicBezTo>
                      <a:pt x="3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4" name="Freeform 384">
                <a:extLst>
                  <a:ext uri="{FF2B5EF4-FFF2-40B4-BE49-F238E27FC236}">
                    <a16:creationId xmlns:a16="http://schemas.microsoft.com/office/drawing/2014/main" id="{66F17EEB-65A2-4A99-B552-A92EC4B9E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060"/>
                <a:ext cx="40" cy="19"/>
              </a:xfrm>
              <a:custGeom>
                <a:avLst/>
                <a:gdLst>
                  <a:gd name="T0" fmla="*/ 0 w 16"/>
                  <a:gd name="T1" fmla="*/ 2823 h 7"/>
                  <a:gd name="T2" fmla="*/ 3438 w 16"/>
                  <a:gd name="T3" fmla="*/ 2342 h 7"/>
                  <a:gd name="T4" fmla="*/ 3908 w 16"/>
                  <a:gd name="T5" fmla="*/ 760 h 7"/>
                  <a:gd name="T6" fmla="*/ 520 w 16"/>
                  <a:gd name="T7" fmla="*/ 1200 h 7"/>
                  <a:gd name="T8" fmla="*/ 0 w 16"/>
                  <a:gd name="T9" fmla="*/ 282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7">
                    <a:moveTo>
                      <a:pt x="0" y="7"/>
                    </a:moveTo>
                    <a:cubicBezTo>
                      <a:pt x="2" y="4"/>
                      <a:pt x="14" y="7"/>
                      <a:pt x="14" y="6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3" y="0"/>
                      <a:pt x="2" y="3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5" name="Freeform 385">
                <a:extLst>
                  <a:ext uri="{FF2B5EF4-FFF2-40B4-BE49-F238E27FC236}">
                    <a16:creationId xmlns:a16="http://schemas.microsoft.com/office/drawing/2014/main" id="{6D0C4C65-F0B9-4DD5-A0B1-40C9A1327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071"/>
                <a:ext cx="30" cy="5"/>
              </a:xfrm>
              <a:custGeom>
                <a:avLst/>
                <a:gdLst>
                  <a:gd name="T0" fmla="*/ 0 w 12"/>
                  <a:gd name="T1" fmla="*/ 313 h 2"/>
                  <a:gd name="T2" fmla="*/ 1958 w 12"/>
                  <a:gd name="T3" fmla="*/ 313 h 2"/>
                  <a:gd name="T4" fmla="*/ 2938 w 12"/>
                  <a:gd name="T5" fmla="*/ 520 h 2"/>
                  <a:gd name="T6" fmla="*/ 2738 w 12"/>
                  <a:gd name="T7" fmla="*/ 520 h 2"/>
                  <a:gd name="T8" fmla="*/ 1488 w 12"/>
                  <a:gd name="T9" fmla="*/ 0 h 2"/>
                  <a:gd name="T10" fmla="*/ 0 w 12"/>
                  <a:gd name="T11" fmla="*/ 31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">
                    <a:moveTo>
                      <a:pt x="0" y="1"/>
                    </a:moveTo>
                    <a:cubicBezTo>
                      <a:pt x="2" y="0"/>
                      <a:pt x="5" y="1"/>
                      <a:pt x="8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8" y="1"/>
                      <a:pt x="6" y="0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6" name="Freeform 386">
                <a:extLst>
                  <a:ext uri="{FF2B5EF4-FFF2-40B4-BE49-F238E27FC236}">
                    <a16:creationId xmlns:a16="http://schemas.microsoft.com/office/drawing/2014/main" id="{0E6245B4-CF2D-4B41-964A-819C1A39F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940"/>
                <a:ext cx="43" cy="21"/>
              </a:xfrm>
              <a:custGeom>
                <a:avLst/>
                <a:gdLst>
                  <a:gd name="T0" fmla="*/ 3936 w 17"/>
                  <a:gd name="T1" fmla="*/ 1612 h 8"/>
                  <a:gd name="T2" fmla="*/ 2087 w 17"/>
                  <a:gd name="T3" fmla="*/ 378 h 8"/>
                  <a:gd name="T4" fmla="*/ 0 w 17"/>
                  <a:gd name="T5" fmla="*/ 0 h 8"/>
                  <a:gd name="T6" fmla="*/ 326 w 17"/>
                  <a:gd name="T7" fmla="*/ 992 h 8"/>
                  <a:gd name="T8" fmla="*/ 2087 w 17"/>
                  <a:gd name="T9" fmla="*/ 1612 h 8"/>
                  <a:gd name="T10" fmla="*/ 4467 w 17"/>
                  <a:gd name="T11" fmla="*/ 2604 h 8"/>
                  <a:gd name="T12" fmla="*/ 3936 w 17"/>
                  <a:gd name="T13" fmla="*/ 161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15" y="5"/>
                    </a:moveTo>
                    <a:cubicBezTo>
                      <a:pt x="15" y="3"/>
                      <a:pt x="11" y="2"/>
                      <a:pt x="8" y="1"/>
                    </a:cubicBezTo>
                    <a:cubicBezTo>
                      <a:pt x="5" y="1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5" y="5"/>
                      <a:pt x="8" y="5"/>
                    </a:cubicBezTo>
                    <a:cubicBezTo>
                      <a:pt x="13" y="6"/>
                      <a:pt x="16" y="7"/>
                      <a:pt x="17" y="8"/>
                    </a:cubicBez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7" name="Freeform 387">
                <a:extLst>
                  <a:ext uri="{FF2B5EF4-FFF2-40B4-BE49-F238E27FC236}">
                    <a16:creationId xmlns:a16="http://schemas.microsoft.com/office/drawing/2014/main" id="{534C9C2E-0F82-4A66-92AC-9C3DBA0CB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956"/>
                <a:ext cx="40" cy="24"/>
              </a:xfrm>
              <a:custGeom>
                <a:avLst/>
                <a:gdLst>
                  <a:gd name="T0" fmla="*/ 3438 w 16"/>
                  <a:gd name="T1" fmla="*/ 1763 h 9"/>
                  <a:gd name="T2" fmla="*/ 1770 w 16"/>
                  <a:gd name="T3" fmla="*/ 397 h 9"/>
                  <a:gd name="T4" fmla="*/ 0 w 16"/>
                  <a:gd name="T5" fmla="*/ 0 h 9"/>
                  <a:gd name="T6" fmla="*/ 313 w 16"/>
                  <a:gd name="T7" fmla="*/ 1459 h 9"/>
                  <a:gd name="T8" fmla="*/ 1958 w 16"/>
                  <a:gd name="T9" fmla="*/ 1763 h 9"/>
                  <a:gd name="T10" fmla="*/ 3908 w 16"/>
                  <a:gd name="T11" fmla="*/ 3243 h 9"/>
                  <a:gd name="T12" fmla="*/ 3438 w 16"/>
                  <a:gd name="T13" fmla="*/ 176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14" y="5"/>
                    </a:moveTo>
                    <a:cubicBezTo>
                      <a:pt x="14" y="3"/>
                      <a:pt x="11" y="2"/>
                      <a:pt x="7" y="1"/>
                    </a:cubicBezTo>
                    <a:cubicBezTo>
                      <a:pt x="5" y="1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5" y="5"/>
                      <a:pt x="8" y="5"/>
                    </a:cubicBezTo>
                    <a:cubicBezTo>
                      <a:pt x="13" y="6"/>
                      <a:pt x="15" y="8"/>
                      <a:pt x="16" y="9"/>
                    </a:cubicBez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8" name="Freeform 388">
                <a:extLst>
                  <a:ext uri="{FF2B5EF4-FFF2-40B4-BE49-F238E27FC236}">
                    <a16:creationId xmlns:a16="http://schemas.microsoft.com/office/drawing/2014/main" id="{3A938A53-23E0-424A-9BD3-46070359E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951"/>
                <a:ext cx="33" cy="37"/>
              </a:xfrm>
              <a:custGeom>
                <a:avLst/>
                <a:gdLst>
                  <a:gd name="T0" fmla="*/ 541 w 13"/>
                  <a:gd name="T1" fmla="*/ 4784 h 14"/>
                  <a:gd name="T2" fmla="*/ 3485 w 13"/>
                  <a:gd name="T3" fmla="*/ 1425 h 14"/>
                  <a:gd name="T4" fmla="*/ 2945 w 13"/>
                  <a:gd name="T5" fmla="*/ 0 h 14"/>
                  <a:gd name="T6" fmla="*/ 327 w 13"/>
                  <a:gd name="T7" fmla="*/ 3359 h 14"/>
                  <a:gd name="T8" fmla="*/ 541 w 13"/>
                  <a:gd name="T9" fmla="*/ 478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2" y="14"/>
                    </a:moveTo>
                    <a:cubicBezTo>
                      <a:pt x="1" y="11"/>
                      <a:pt x="13" y="5"/>
                      <a:pt x="13" y="4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1"/>
                      <a:pt x="0" y="7"/>
                      <a:pt x="1" y="10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9" name="Freeform 389">
                <a:extLst>
                  <a:ext uri="{FF2B5EF4-FFF2-40B4-BE49-F238E27FC236}">
                    <a16:creationId xmlns:a16="http://schemas.microsoft.com/office/drawing/2014/main" id="{ADE8984D-FE82-4E7A-B4D0-5EB66590F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969"/>
                <a:ext cx="33" cy="35"/>
              </a:xfrm>
              <a:custGeom>
                <a:avLst/>
                <a:gdLst>
                  <a:gd name="T0" fmla="*/ 541 w 13"/>
                  <a:gd name="T1" fmla="*/ 4935 h 13"/>
                  <a:gd name="T2" fmla="*/ 3485 w 13"/>
                  <a:gd name="T3" fmla="*/ 1152 h 13"/>
                  <a:gd name="T4" fmla="*/ 2945 w 13"/>
                  <a:gd name="T5" fmla="*/ 0 h 13"/>
                  <a:gd name="T6" fmla="*/ 327 w 13"/>
                  <a:gd name="T7" fmla="*/ 3842 h 13"/>
                  <a:gd name="T8" fmla="*/ 541 w 13"/>
                  <a:gd name="T9" fmla="*/ 49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2" y="13"/>
                    </a:moveTo>
                    <a:cubicBezTo>
                      <a:pt x="2" y="10"/>
                      <a:pt x="13" y="5"/>
                      <a:pt x="13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1"/>
                      <a:pt x="0" y="6"/>
                      <a:pt x="1" y="10"/>
                    </a:cubicBez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0" name="Freeform 390">
                <a:extLst>
                  <a:ext uri="{FF2B5EF4-FFF2-40B4-BE49-F238E27FC236}">
                    <a16:creationId xmlns:a16="http://schemas.microsoft.com/office/drawing/2014/main" id="{67835844-3243-47BC-8E71-A3AE663AE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980"/>
                <a:ext cx="22" cy="16"/>
              </a:xfrm>
              <a:custGeom>
                <a:avLst/>
                <a:gdLst>
                  <a:gd name="T0" fmla="*/ 0 w 9"/>
                  <a:gd name="T1" fmla="*/ 2184 h 6"/>
                  <a:gd name="T2" fmla="*/ 1315 w 9"/>
                  <a:gd name="T3" fmla="*/ 661 h 6"/>
                  <a:gd name="T4" fmla="*/ 1931 w 9"/>
                  <a:gd name="T5" fmla="*/ 0 h 6"/>
                  <a:gd name="T6" fmla="*/ 1931 w 9"/>
                  <a:gd name="T7" fmla="*/ 0 h 6"/>
                  <a:gd name="T8" fmla="*/ 860 w 9"/>
                  <a:gd name="T9" fmla="*/ 661 h 6"/>
                  <a:gd name="T10" fmla="*/ 0 w 9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3" y="3"/>
                      <a:pt x="6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1"/>
                      <a:pt x="4" y="2"/>
                    </a:cubicBezTo>
                    <a:cubicBezTo>
                      <a:pt x="2" y="4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1" name="Freeform 391">
                <a:extLst>
                  <a:ext uri="{FF2B5EF4-FFF2-40B4-BE49-F238E27FC236}">
                    <a16:creationId xmlns:a16="http://schemas.microsoft.com/office/drawing/2014/main" id="{4B1C472B-81E5-48CF-A413-C20737754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964"/>
                <a:ext cx="23" cy="19"/>
              </a:xfrm>
              <a:custGeom>
                <a:avLst/>
                <a:gdLst>
                  <a:gd name="T0" fmla="*/ 0 w 9"/>
                  <a:gd name="T1" fmla="*/ 2342 h 7"/>
                  <a:gd name="T2" fmla="*/ 1620 w 9"/>
                  <a:gd name="T3" fmla="*/ 760 h 7"/>
                  <a:gd name="T4" fmla="*/ 2520 w 9"/>
                  <a:gd name="T5" fmla="*/ 0 h 7"/>
                  <a:gd name="T6" fmla="*/ 2520 w 9"/>
                  <a:gd name="T7" fmla="*/ 0 h 7"/>
                  <a:gd name="T8" fmla="*/ 1104 w 9"/>
                  <a:gd name="T9" fmla="*/ 760 h 7"/>
                  <a:gd name="T10" fmla="*/ 0 w 9"/>
                  <a:gd name="T11" fmla="*/ 2823 h 7"/>
                  <a:gd name="T12" fmla="*/ 0 w 9"/>
                  <a:gd name="T13" fmla="*/ 234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0" y="6"/>
                    </a:moveTo>
                    <a:cubicBezTo>
                      <a:pt x="1" y="5"/>
                      <a:pt x="4" y="3"/>
                      <a:pt x="6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1"/>
                      <a:pt x="4" y="2"/>
                    </a:cubicBezTo>
                    <a:cubicBezTo>
                      <a:pt x="2" y="4"/>
                      <a:pt x="1" y="5"/>
                      <a:pt x="0" y="7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2" name="Freeform 392">
                <a:extLst>
                  <a:ext uri="{FF2B5EF4-FFF2-40B4-BE49-F238E27FC236}">
                    <a16:creationId xmlns:a16="http://schemas.microsoft.com/office/drawing/2014/main" id="{5390B5D8-382E-40D8-B977-9733FE9C9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929"/>
                <a:ext cx="32" cy="40"/>
              </a:xfrm>
              <a:custGeom>
                <a:avLst/>
                <a:gdLst>
                  <a:gd name="T0" fmla="*/ 928 w 13"/>
                  <a:gd name="T1" fmla="*/ 5405 h 15"/>
                  <a:gd name="T2" fmla="*/ 2715 w 13"/>
                  <a:gd name="T3" fmla="*/ 1059 h 15"/>
                  <a:gd name="T4" fmla="*/ 2284 w 13"/>
                  <a:gd name="T5" fmla="*/ 0 h 15"/>
                  <a:gd name="T6" fmla="*/ 448 w 13"/>
                  <a:gd name="T7" fmla="*/ 3891 h 15"/>
                  <a:gd name="T8" fmla="*/ 928 w 13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4" y="15"/>
                    </a:moveTo>
                    <a:cubicBezTo>
                      <a:pt x="2" y="12"/>
                      <a:pt x="13" y="4"/>
                      <a:pt x="12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0" y="8"/>
                      <a:pt x="2" y="11"/>
                    </a:cubicBez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3" name="Freeform 393">
                <a:extLst>
                  <a:ext uri="{FF2B5EF4-FFF2-40B4-BE49-F238E27FC236}">
                    <a16:creationId xmlns:a16="http://schemas.microsoft.com/office/drawing/2014/main" id="{562BBBCD-E36F-4B79-B5D5-2058A5BC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980"/>
                <a:ext cx="10" cy="21"/>
              </a:xfrm>
              <a:custGeom>
                <a:avLst/>
                <a:gdLst>
                  <a:gd name="T0" fmla="*/ 783 w 4"/>
                  <a:gd name="T1" fmla="*/ 1992 h 8"/>
                  <a:gd name="T2" fmla="*/ 520 w 4"/>
                  <a:gd name="T3" fmla="*/ 2604 h 8"/>
                  <a:gd name="T4" fmla="*/ 0 w 4"/>
                  <a:gd name="T5" fmla="*/ 992 h 8"/>
                  <a:gd name="T6" fmla="*/ 0 w 4"/>
                  <a:gd name="T7" fmla="*/ 0 h 8"/>
                  <a:gd name="T8" fmla="*/ 783 w 4"/>
                  <a:gd name="T9" fmla="*/ 378 h 8"/>
                  <a:gd name="T10" fmla="*/ 783 w 4"/>
                  <a:gd name="T11" fmla="*/ 614 h 8"/>
                  <a:gd name="T12" fmla="*/ 783 w 4"/>
                  <a:gd name="T13" fmla="*/ 199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3" y="6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1" y="6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4"/>
                      <a:pt x="4" y="6"/>
                      <a:pt x="3" y="6"/>
                    </a:cubicBez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4" name="Freeform 394">
                <a:extLst>
                  <a:ext uri="{FF2B5EF4-FFF2-40B4-BE49-F238E27FC236}">
                    <a16:creationId xmlns:a16="http://schemas.microsoft.com/office/drawing/2014/main" id="{49542438-8BE0-4D2B-A399-0FC722228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980"/>
                <a:ext cx="10" cy="35"/>
              </a:xfrm>
              <a:custGeom>
                <a:avLst/>
                <a:gdLst>
                  <a:gd name="T0" fmla="*/ 783 w 4"/>
                  <a:gd name="T1" fmla="*/ 4254 h 13"/>
                  <a:gd name="T2" fmla="*/ 783 w 4"/>
                  <a:gd name="T3" fmla="*/ 1833 h 13"/>
                  <a:gd name="T4" fmla="*/ 520 w 4"/>
                  <a:gd name="T5" fmla="*/ 0 h 13"/>
                  <a:gd name="T6" fmla="*/ 0 w 4"/>
                  <a:gd name="T7" fmla="*/ 681 h 13"/>
                  <a:gd name="T8" fmla="*/ 313 w 4"/>
                  <a:gd name="T9" fmla="*/ 2262 h 13"/>
                  <a:gd name="T10" fmla="*/ 0 w 4"/>
                  <a:gd name="T11" fmla="*/ 4935 h 13"/>
                  <a:gd name="T12" fmla="*/ 783 w 4"/>
                  <a:gd name="T13" fmla="*/ 425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3">
                    <a:moveTo>
                      <a:pt x="3" y="11"/>
                    </a:moveTo>
                    <a:cubicBezTo>
                      <a:pt x="4" y="10"/>
                      <a:pt x="3" y="7"/>
                      <a:pt x="3" y="5"/>
                    </a:cubicBezTo>
                    <a:cubicBezTo>
                      <a:pt x="3" y="3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1" y="10"/>
                      <a:pt x="1" y="12"/>
                      <a:pt x="0" y="13"/>
                    </a:cubicBez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5" name="Freeform 395">
                <a:extLst>
                  <a:ext uri="{FF2B5EF4-FFF2-40B4-BE49-F238E27FC236}">
                    <a16:creationId xmlns:a16="http://schemas.microsoft.com/office/drawing/2014/main" id="{D048A162-DDB6-4E40-AC5F-CCB5506B1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975"/>
                <a:ext cx="27" cy="16"/>
              </a:xfrm>
              <a:custGeom>
                <a:avLst/>
                <a:gdLst>
                  <a:gd name="T0" fmla="*/ 0 w 11"/>
                  <a:gd name="T1" fmla="*/ 1459 h 6"/>
                  <a:gd name="T2" fmla="*/ 2216 w 11"/>
                  <a:gd name="T3" fmla="*/ 1763 h 6"/>
                  <a:gd name="T4" fmla="*/ 2398 w 11"/>
                  <a:gd name="T5" fmla="*/ 1059 h 6"/>
                  <a:gd name="T6" fmla="*/ 427 w 11"/>
                  <a:gd name="T7" fmla="*/ 661 h 6"/>
                  <a:gd name="T8" fmla="*/ 0 w 11"/>
                  <a:gd name="T9" fmla="*/ 145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0" y="4"/>
                    </a:moveTo>
                    <a:cubicBezTo>
                      <a:pt x="1" y="2"/>
                      <a:pt x="9" y="6"/>
                      <a:pt x="10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3" y="0"/>
                      <a:pt x="2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6" name="Freeform 396">
                <a:extLst>
                  <a:ext uri="{FF2B5EF4-FFF2-40B4-BE49-F238E27FC236}">
                    <a16:creationId xmlns:a16="http://schemas.microsoft.com/office/drawing/2014/main" id="{1752E12E-7246-4BEA-8AF8-80A0D1E5C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1983"/>
                <a:ext cx="17" cy="5"/>
              </a:xfrm>
              <a:custGeom>
                <a:avLst/>
                <a:gdLst>
                  <a:gd name="T0" fmla="*/ 0 w 7"/>
                  <a:gd name="T1" fmla="*/ 0 h 2"/>
                  <a:gd name="T2" fmla="*/ 1003 w 7"/>
                  <a:gd name="T3" fmla="*/ 313 h 2"/>
                  <a:gd name="T4" fmla="*/ 1433 w 7"/>
                  <a:gd name="T5" fmla="*/ 520 h 2"/>
                  <a:gd name="T6" fmla="*/ 1433 w 7"/>
                  <a:gd name="T7" fmla="*/ 520 h 2"/>
                  <a:gd name="T8" fmla="*/ 831 w 7"/>
                  <a:gd name="T9" fmla="*/ 0 h 2"/>
                  <a:gd name="T10" fmla="*/ 0 w 7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1" y="0"/>
                      <a:pt x="3" y="1"/>
                      <a:pt x="5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5" y="1"/>
                      <a:pt x="4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7" name="Freeform 397">
                <a:extLst>
                  <a:ext uri="{FF2B5EF4-FFF2-40B4-BE49-F238E27FC236}">
                    <a16:creationId xmlns:a16="http://schemas.microsoft.com/office/drawing/2014/main" id="{8AB99E81-3106-4527-B028-2D63D9C3F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985"/>
                <a:ext cx="27" cy="19"/>
              </a:xfrm>
              <a:custGeom>
                <a:avLst/>
                <a:gdLst>
                  <a:gd name="T0" fmla="*/ 0 w 11"/>
                  <a:gd name="T1" fmla="*/ 1620 h 7"/>
                  <a:gd name="T2" fmla="*/ 1964 w 11"/>
                  <a:gd name="T3" fmla="*/ 2342 h 7"/>
                  <a:gd name="T4" fmla="*/ 2398 w 11"/>
                  <a:gd name="T5" fmla="*/ 1620 h 7"/>
                  <a:gd name="T6" fmla="*/ 174 w 11"/>
                  <a:gd name="T7" fmla="*/ 760 h 7"/>
                  <a:gd name="T8" fmla="*/ 0 w 11"/>
                  <a:gd name="T9" fmla="*/ 162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4"/>
                    </a:moveTo>
                    <a:cubicBezTo>
                      <a:pt x="1" y="3"/>
                      <a:pt x="9" y="7"/>
                      <a:pt x="9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2" y="0"/>
                      <a:pt x="1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8" name="Freeform 398">
                <a:extLst>
                  <a:ext uri="{FF2B5EF4-FFF2-40B4-BE49-F238E27FC236}">
                    <a16:creationId xmlns:a16="http://schemas.microsoft.com/office/drawing/2014/main" id="{91DAADBD-CD6C-413D-A589-BB599E3B9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993"/>
                <a:ext cx="20" cy="6"/>
              </a:xfrm>
              <a:custGeom>
                <a:avLst/>
                <a:gdLst>
                  <a:gd name="T0" fmla="*/ 0 w 8"/>
                  <a:gd name="T1" fmla="*/ 0 h 2"/>
                  <a:gd name="T2" fmla="*/ 1300 w 8"/>
                  <a:gd name="T3" fmla="*/ 1458 h 2"/>
                  <a:gd name="T4" fmla="*/ 1958 w 8"/>
                  <a:gd name="T5" fmla="*/ 1458 h 2"/>
                  <a:gd name="T6" fmla="*/ 1958 w 8"/>
                  <a:gd name="T7" fmla="*/ 1458 h 2"/>
                  <a:gd name="T8" fmla="*/ 988 w 8"/>
                  <a:gd name="T9" fmla="*/ 729 h 2"/>
                  <a:gd name="T10" fmla="*/ 0 w 8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0"/>
                      <a:pt x="4" y="1"/>
                      <a:pt x="5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9" name="Freeform 399">
                <a:extLst>
                  <a:ext uri="{FF2B5EF4-FFF2-40B4-BE49-F238E27FC236}">
                    <a16:creationId xmlns:a16="http://schemas.microsoft.com/office/drawing/2014/main" id="{F53CA60E-0DDC-45DA-8015-33BC372BE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999"/>
                <a:ext cx="15" cy="13"/>
              </a:xfrm>
              <a:custGeom>
                <a:avLst/>
                <a:gdLst>
                  <a:gd name="T0" fmla="*/ 0 w 6"/>
                  <a:gd name="T1" fmla="*/ 0 h 5"/>
                  <a:gd name="T2" fmla="*/ 1300 w 6"/>
                  <a:gd name="T3" fmla="*/ 967 h 5"/>
                  <a:gd name="T4" fmla="*/ 1488 w 6"/>
                  <a:gd name="T5" fmla="*/ 1547 h 5"/>
                  <a:gd name="T6" fmla="*/ 1488 w 6"/>
                  <a:gd name="T7" fmla="*/ 1547 h 5"/>
                  <a:gd name="T8" fmla="*/ 988 w 6"/>
                  <a:gd name="T9" fmla="*/ 595 h 5"/>
                  <a:gd name="T10" fmla="*/ 0 w 6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3"/>
                      <a:pt x="4" y="2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0" name="Freeform 400">
                <a:extLst>
                  <a:ext uri="{FF2B5EF4-FFF2-40B4-BE49-F238E27FC236}">
                    <a16:creationId xmlns:a16="http://schemas.microsoft.com/office/drawing/2014/main" id="{515DCE70-6B44-401A-B792-5AB5A767E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111"/>
                <a:ext cx="15" cy="45"/>
              </a:xfrm>
              <a:custGeom>
                <a:avLst/>
                <a:gdLst>
                  <a:gd name="T0" fmla="*/ 0 w 6"/>
                  <a:gd name="T1" fmla="*/ 5212 h 17"/>
                  <a:gd name="T2" fmla="*/ 313 w 6"/>
                  <a:gd name="T3" fmla="*/ 2446 h 17"/>
                  <a:gd name="T4" fmla="*/ 783 w 6"/>
                  <a:gd name="T5" fmla="*/ 0 h 17"/>
                  <a:gd name="T6" fmla="*/ 1300 w 6"/>
                  <a:gd name="T7" fmla="*/ 1038 h 17"/>
                  <a:gd name="T8" fmla="*/ 988 w 6"/>
                  <a:gd name="T9" fmla="*/ 3131 h 17"/>
                  <a:gd name="T10" fmla="*/ 783 w 6"/>
                  <a:gd name="T11" fmla="*/ 5845 h 17"/>
                  <a:gd name="T12" fmla="*/ 0 w 6"/>
                  <a:gd name="T13" fmla="*/ 5212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7">
                    <a:moveTo>
                      <a:pt x="0" y="15"/>
                    </a:moveTo>
                    <a:cubicBezTo>
                      <a:pt x="0" y="14"/>
                      <a:pt x="0" y="10"/>
                      <a:pt x="1" y="7"/>
                    </a:cubicBezTo>
                    <a:cubicBezTo>
                      <a:pt x="1" y="4"/>
                      <a:pt x="3" y="0"/>
                      <a:pt x="3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5" y="6"/>
                      <a:pt x="4" y="9"/>
                    </a:cubicBezTo>
                    <a:cubicBezTo>
                      <a:pt x="3" y="13"/>
                      <a:pt x="2" y="16"/>
                      <a:pt x="3" y="17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1" name="Freeform 401">
                <a:extLst>
                  <a:ext uri="{FF2B5EF4-FFF2-40B4-BE49-F238E27FC236}">
                    <a16:creationId xmlns:a16="http://schemas.microsoft.com/office/drawing/2014/main" id="{7F4B5388-A6D0-4DDB-8C1D-D9CC14911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39"/>
                <a:ext cx="25" cy="42"/>
              </a:xfrm>
              <a:custGeom>
                <a:avLst/>
                <a:gdLst>
                  <a:gd name="T0" fmla="*/ 0 w 10"/>
                  <a:gd name="T1" fmla="*/ 3998 h 16"/>
                  <a:gd name="T2" fmla="*/ 988 w 10"/>
                  <a:gd name="T3" fmla="*/ 1992 h 16"/>
                  <a:gd name="T4" fmla="*/ 2270 w 10"/>
                  <a:gd name="T5" fmla="*/ 0 h 16"/>
                  <a:gd name="T6" fmla="*/ 2470 w 10"/>
                  <a:gd name="T7" fmla="*/ 1378 h 16"/>
                  <a:gd name="T8" fmla="*/ 1488 w 10"/>
                  <a:gd name="T9" fmla="*/ 2985 h 16"/>
                  <a:gd name="T10" fmla="*/ 313 w 10"/>
                  <a:gd name="T11" fmla="*/ 5229 h 16"/>
                  <a:gd name="T12" fmla="*/ 0 w 10"/>
                  <a:gd name="T13" fmla="*/ 399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0" y="12"/>
                    </a:moveTo>
                    <a:cubicBezTo>
                      <a:pt x="0" y="11"/>
                      <a:pt x="2" y="8"/>
                      <a:pt x="4" y="6"/>
                    </a:cubicBezTo>
                    <a:cubicBezTo>
                      <a:pt x="6" y="4"/>
                      <a:pt x="9" y="0"/>
                      <a:pt x="9" y="0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8" y="7"/>
                      <a:pt x="6" y="9"/>
                    </a:cubicBezTo>
                    <a:cubicBezTo>
                      <a:pt x="3" y="12"/>
                      <a:pt x="1" y="15"/>
                      <a:pt x="1" y="16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2" name="Freeform 402">
                <a:extLst>
                  <a:ext uri="{FF2B5EF4-FFF2-40B4-BE49-F238E27FC236}">
                    <a16:creationId xmlns:a16="http://schemas.microsoft.com/office/drawing/2014/main" id="{B560F170-8C21-4276-B7E4-C92EF86B4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057"/>
                <a:ext cx="25" cy="40"/>
              </a:xfrm>
              <a:custGeom>
                <a:avLst/>
                <a:gdLst>
                  <a:gd name="T0" fmla="*/ 0 w 10"/>
                  <a:gd name="T1" fmla="*/ 3891 h 15"/>
                  <a:gd name="T2" fmla="*/ 783 w 10"/>
                  <a:gd name="T3" fmla="*/ 1763 h 15"/>
                  <a:gd name="T4" fmla="*/ 1958 w 10"/>
                  <a:gd name="T5" fmla="*/ 0 h 15"/>
                  <a:gd name="T6" fmla="*/ 2270 w 10"/>
                  <a:gd name="T7" fmla="*/ 1059 h 15"/>
                  <a:gd name="T8" fmla="*/ 1300 w 10"/>
                  <a:gd name="T9" fmla="*/ 2824 h 15"/>
                  <a:gd name="T10" fmla="*/ 313 w 10"/>
                  <a:gd name="T11" fmla="*/ 5405 h 15"/>
                  <a:gd name="T12" fmla="*/ 0 w 10"/>
                  <a:gd name="T13" fmla="*/ 389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0" y="11"/>
                    </a:moveTo>
                    <a:cubicBezTo>
                      <a:pt x="0" y="10"/>
                      <a:pt x="1" y="7"/>
                      <a:pt x="3" y="5"/>
                    </a:cubicBezTo>
                    <a:cubicBezTo>
                      <a:pt x="5" y="3"/>
                      <a:pt x="8" y="0"/>
                      <a:pt x="8" y="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7" y="6"/>
                      <a:pt x="5" y="8"/>
                    </a:cubicBezTo>
                    <a:cubicBezTo>
                      <a:pt x="2" y="11"/>
                      <a:pt x="1" y="14"/>
                      <a:pt x="1" y="15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3" name="Freeform 403">
                <a:extLst>
                  <a:ext uri="{FF2B5EF4-FFF2-40B4-BE49-F238E27FC236}">
                    <a16:creationId xmlns:a16="http://schemas.microsoft.com/office/drawing/2014/main" id="{81EC3C31-CDD7-4A1A-B491-45300D867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079"/>
                <a:ext cx="25" cy="40"/>
              </a:xfrm>
              <a:custGeom>
                <a:avLst/>
                <a:gdLst>
                  <a:gd name="T0" fmla="*/ 313 w 10"/>
                  <a:gd name="T1" fmla="*/ 4301 h 15"/>
                  <a:gd name="T2" fmla="*/ 988 w 10"/>
                  <a:gd name="T3" fmla="*/ 2184 h 15"/>
                  <a:gd name="T4" fmla="*/ 1958 w 10"/>
                  <a:gd name="T5" fmla="*/ 0 h 15"/>
                  <a:gd name="T6" fmla="*/ 2270 w 10"/>
                  <a:gd name="T7" fmla="*/ 1059 h 15"/>
                  <a:gd name="T8" fmla="*/ 1488 w 10"/>
                  <a:gd name="T9" fmla="*/ 2824 h 15"/>
                  <a:gd name="T10" fmla="*/ 520 w 10"/>
                  <a:gd name="T11" fmla="*/ 5405 h 15"/>
                  <a:gd name="T12" fmla="*/ 313 w 10"/>
                  <a:gd name="T13" fmla="*/ 430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1" y="12"/>
                    </a:moveTo>
                    <a:cubicBezTo>
                      <a:pt x="0" y="11"/>
                      <a:pt x="2" y="8"/>
                      <a:pt x="4" y="6"/>
                    </a:cubicBezTo>
                    <a:cubicBezTo>
                      <a:pt x="5" y="4"/>
                      <a:pt x="8" y="0"/>
                      <a:pt x="8" y="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8" y="6"/>
                      <a:pt x="6" y="8"/>
                    </a:cubicBezTo>
                    <a:cubicBezTo>
                      <a:pt x="4" y="12"/>
                      <a:pt x="2" y="14"/>
                      <a:pt x="2" y="15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4" name="Freeform 404">
                <a:extLst>
                  <a:ext uri="{FF2B5EF4-FFF2-40B4-BE49-F238E27FC236}">
                    <a16:creationId xmlns:a16="http://schemas.microsoft.com/office/drawing/2014/main" id="{5DDC2365-6987-4D8C-976B-1F49A889B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2092"/>
                <a:ext cx="20" cy="45"/>
              </a:xfrm>
              <a:custGeom>
                <a:avLst/>
                <a:gdLst>
                  <a:gd name="T0" fmla="*/ 0 w 8"/>
                  <a:gd name="T1" fmla="*/ 4807 h 17"/>
                  <a:gd name="T2" fmla="*/ 520 w 8"/>
                  <a:gd name="T3" fmla="*/ 2059 h 17"/>
                  <a:gd name="T4" fmla="*/ 1300 w 8"/>
                  <a:gd name="T5" fmla="*/ 0 h 17"/>
                  <a:gd name="T6" fmla="*/ 1770 w 8"/>
                  <a:gd name="T7" fmla="*/ 1038 h 17"/>
                  <a:gd name="T8" fmla="*/ 1300 w 8"/>
                  <a:gd name="T9" fmla="*/ 3131 h 17"/>
                  <a:gd name="T10" fmla="*/ 783 w 8"/>
                  <a:gd name="T11" fmla="*/ 5845 h 17"/>
                  <a:gd name="T12" fmla="*/ 0 w 8"/>
                  <a:gd name="T13" fmla="*/ 480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7">
                    <a:moveTo>
                      <a:pt x="0" y="14"/>
                    </a:moveTo>
                    <a:cubicBezTo>
                      <a:pt x="0" y="13"/>
                      <a:pt x="1" y="9"/>
                      <a:pt x="2" y="6"/>
                    </a:cubicBezTo>
                    <a:cubicBezTo>
                      <a:pt x="3" y="4"/>
                      <a:pt x="5" y="0"/>
                      <a:pt x="5" y="0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6" y="6"/>
                      <a:pt x="5" y="9"/>
                    </a:cubicBezTo>
                    <a:cubicBezTo>
                      <a:pt x="3" y="13"/>
                      <a:pt x="2" y="16"/>
                      <a:pt x="3" y="17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5" name="Freeform 405">
                <a:extLst>
                  <a:ext uri="{FF2B5EF4-FFF2-40B4-BE49-F238E27FC236}">
                    <a16:creationId xmlns:a16="http://schemas.microsoft.com/office/drawing/2014/main" id="{B35CE5A0-22A3-4235-918D-CE44CFD72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68"/>
                <a:ext cx="35" cy="16"/>
              </a:xfrm>
              <a:custGeom>
                <a:avLst/>
                <a:gdLst>
                  <a:gd name="T0" fmla="*/ 3438 w 14"/>
                  <a:gd name="T1" fmla="*/ 2184 h 6"/>
                  <a:gd name="T2" fmla="*/ 313 w 14"/>
                  <a:gd name="T3" fmla="*/ 1763 h 6"/>
                  <a:gd name="T4" fmla="*/ 0 w 14"/>
                  <a:gd name="T5" fmla="*/ 397 h 6"/>
                  <a:gd name="T6" fmla="*/ 3250 w 14"/>
                  <a:gd name="T7" fmla="*/ 1059 h 6"/>
                  <a:gd name="T8" fmla="*/ 3438 w 14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cubicBezTo>
                      <a:pt x="13" y="4"/>
                      <a:pt x="2" y="6"/>
                      <a:pt x="1" y="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2" y="0"/>
                      <a:pt x="13" y="3"/>
                    </a:cubicBez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224" name="Group 406">
              <a:extLst>
                <a:ext uri="{FF2B5EF4-FFF2-40B4-BE49-F238E27FC236}">
                  <a16:creationId xmlns:a16="http://schemas.microsoft.com/office/drawing/2014/main" id="{220AD21B-0537-4DCD-AFAE-81830AFD65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4" y="1889"/>
              <a:ext cx="473" cy="424"/>
              <a:chOff x="1174" y="1889"/>
              <a:chExt cx="473" cy="424"/>
            </a:xfrm>
          </p:grpSpPr>
          <p:sp>
            <p:nvSpPr>
              <p:cNvPr id="21406" name="Freeform 407">
                <a:extLst>
                  <a:ext uri="{FF2B5EF4-FFF2-40B4-BE49-F238E27FC236}">
                    <a16:creationId xmlns:a16="http://schemas.microsoft.com/office/drawing/2014/main" id="{9D3BB98F-03E7-483E-B08C-71AF4AD13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084"/>
                <a:ext cx="35" cy="16"/>
              </a:xfrm>
              <a:custGeom>
                <a:avLst/>
                <a:gdLst>
                  <a:gd name="T0" fmla="*/ 3438 w 14"/>
                  <a:gd name="T1" fmla="*/ 2184 h 6"/>
                  <a:gd name="T2" fmla="*/ 313 w 14"/>
                  <a:gd name="T3" fmla="*/ 1763 h 6"/>
                  <a:gd name="T4" fmla="*/ 0 w 14"/>
                  <a:gd name="T5" fmla="*/ 397 h 6"/>
                  <a:gd name="T6" fmla="*/ 3250 w 14"/>
                  <a:gd name="T7" fmla="*/ 1059 h 6"/>
                  <a:gd name="T8" fmla="*/ 3438 w 14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cubicBezTo>
                      <a:pt x="13" y="4"/>
                      <a:pt x="2" y="6"/>
                      <a:pt x="1" y="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2" y="0"/>
                      <a:pt x="13" y="3"/>
                    </a:cubicBez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7" name="Freeform 408">
                <a:extLst>
                  <a:ext uri="{FF2B5EF4-FFF2-40B4-BE49-F238E27FC236}">
                    <a16:creationId xmlns:a16="http://schemas.microsoft.com/office/drawing/2014/main" id="{95AA9EF4-6B37-425D-B454-439D415B4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092"/>
                <a:ext cx="28" cy="3"/>
              </a:xfrm>
              <a:custGeom>
                <a:avLst/>
                <a:gdLst>
                  <a:gd name="T0" fmla="*/ 2986 w 11"/>
                  <a:gd name="T1" fmla="*/ 729 h 1"/>
                  <a:gd name="T2" fmla="*/ 843 w 11"/>
                  <a:gd name="T3" fmla="*/ 729 h 1"/>
                  <a:gd name="T4" fmla="*/ 0 w 11"/>
                  <a:gd name="T5" fmla="*/ 729 h 1"/>
                  <a:gd name="T6" fmla="*/ 0 w 11"/>
                  <a:gd name="T7" fmla="*/ 729 h 1"/>
                  <a:gd name="T8" fmla="*/ 1387 w 11"/>
                  <a:gd name="T9" fmla="*/ 0 h 1"/>
                  <a:gd name="T10" fmla="*/ 2986 w 11"/>
                  <a:gd name="T11" fmla="*/ 729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">
                    <a:moveTo>
                      <a:pt x="11" y="1"/>
                    </a:moveTo>
                    <a:cubicBezTo>
                      <a:pt x="9" y="1"/>
                      <a:pt x="6" y="1"/>
                      <a:pt x="3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3" y="1"/>
                      <a:pt x="5" y="0"/>
                    </a:cubicBezTo>
                    <a:cubicBezTo>
                      <a:pt x="7" y="0"/>
                      <a:pt x="9" y="1"/>
                      <a:pt x="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8" name="Freeform 409">
                <a:extLst>
                  <a:ext uri="{FF2B5EF4-FFF2-40B4-BE49-F238E27FC236}">
                    <a16:creationId xmlns:a16="http://schemas.microsoft.com/office/drawing/2014/main" id="{37DFDB11-6EA6-4B84-BD8A-BAC95B46B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076"/>
                <a:ext cx="25" cy="5"/>
              </a:xfrm>
              <a:custGeom>
                <a:avLst/>
                <a:gdLst>
                  <a:gd name="T0" fmla="*/ 2470 w 10"/>
                  <a:gd name="T1" fmla="*/ 313 h 2"/>
                  <a:gd name="T2" fmla="*/ 783 w 10"/>
                  <a:gd name="T3" fmla="*/ 313 h 2"/>
                  <a:gd name="T4" fmla="*/ 0 w 10"/>
                  <a:gd name="T5" fmla="*/ 520 h 2"/>
                  <a:gd name="T6" fmla="*/ 0 w 10"/>
                  <a:gd name="T7" fmla="*/ 313 h 2"/>
                  <a:gd name="T8" fmla="*/ 1300 w 10"/>
                  <a:gd name="T9" fmla="*/ 313 h 2"/>
                  <a:gd name="T10" fmla="*/ 2470 w 10"/>
                  <a:gd name="T11" fmla="*/ 31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8" y="1"/>
                      <a:pt x="6" y="1"/>
                      <a:pt x="3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3" y="1"/>
                      <a:pt x="5" y="1"/>
                    </a:cubicBezTo>
                    <a:cubicBezTo>
                      <a:pt x="7" y="0"/>
                      <a:pt x="8" y="1"/>
                      <a:pt x="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9" name="Freeform 410">
                <a:extLst>
                  <a:ext uri="{FF2B5EF4-FFF2-40B4-BE49-F238E27FC236}">
                    <a16:creationId xmlns:a16="http://schemas.microsoft.com/office/drawing/2014/main" id="{3DB78B58-C4BC-492E-8739-95E616E70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103"/>
                <a:ext cx="40" cy="16"/>
              </a:xfrm>
              <a:custGeom>
                <a:avLst/>
                <a:gdLst>
                  <a:gd name="T0" fmla="*/ 3908 w 16"/>
                  <a:gd name="T1" fmla="*/ 2184 h 6"/>
                  <a:gd name="T2" fmla="*/ 313 w 16"/>
                  <a:gd name="T3" fmla="*/ 1763 h 6"/>
                  <a:gd name="T4" fmla="*/ 0 w 16"/>
                  <a:gd name="T5" fmla="*/ 661 h 6"/>
                  <a:gd name="T6" fmla="*/ 3438 w 16"/>
                  <a:gd name="T7" fmla="*/ 1459 h 6"/>
                  <a:gd name="T8" fmla="*/ 3908 w 16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6">
                    <a:moveTo>
                      <a:pt x="16" y="6"/>
                    </a:moveTo>
                    <a:cubicBezTo>
                      <a:pt x="15" y="4"/>
                      <a:pt x="2" y="6"/>
                      <a:pt x="1" y="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3" y="0"/>
                      <a:pt x="14" y="4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0" name="Freeform 411">
                <a:extLst>
                  <a:ext uri="{FF2B5EF4-FFF2-40B4-BE49-F238E27FC236}">
                    <a16:creationId xmlns:a16="http://schemas.microsoft.com/office/drawing/2014/main" id="{A2B72C1E-0609-459E-9A9F-7B40CEAA9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113"/>
                <a:ext cx="30" cy="3"/>
              </a:xfrm>
              <a:custGeom>
                <a:avLst/>
                <a:gdLst>
                  <a:gd name="T0" fmla="*/ 2938 w 12"/>
                  <a:gd name="T1" fmla="*/ 729 h 1"/>
                  <a:gd name="T2" fmla="*/ 988 w 12"/>
                  <a:gd name="T3" fmla="*/ 729 h 1"/>
                  <a:gd name="T4" fmla="*/ 0 w 12"/>
                  <a:gd name="T5" fmla="*/ 0 h 1"/>
                  <a:gd name="T6" fmla="*/ 0 w 12"/>
                  <a:gd name="T7" fmla="*/ 0 h 1"/>
                  <a:gd name="T8" fmla="*/ 1488 w 12"/>
                  <a:gd name="T9" fmla="*/ 0 h 1"/>
                  <a:gd name="T10" fmla="*/ 2938 w 12"/>
                  <a:gd name="T11" fmla="*/ 729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">
                    <a:moveTo>
                      <a:pt x="12" y="1"/>
                    </a:moveTo>
                    <a:cubicBezTo>
                      <a:pt x="10" y="0"/>
                      <a:pt x="7" y="0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" y="0"/>
                      <a:pt x="6" y="0"/>
                    </a:cubicBezTo>
                    <a:cubicBezTo>
                      <a:pt x="9" y="0"/>
                      <a:pt x="10" y="0"/>
                      <a:pt x="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1" name="Freeform 412">
                <a:extLst>
                  <a:ext uri="{FF2B5EF4-FFF2-40B4-BE49-F238E27FC236}">
                    <a16:creationId xmlns:a16="http://schemas.microsoft.com/office/drawing/2014/main" id="{585ED6F2-7E95-409E-B329-C343DD14B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183"/>
                <a:ext cx="32" cy="29"/>
              </a:xfrm>
              <a:custGeom>
                <a:avLst/>
                <a:gdLst>
                  <a:gd name="T0" fmla="*/ 2284 w 13"/>
                  <a:gd name="T1" fmla="*/ 3662 h 11"/>
                  <a:gd name="T2" fmla="*/ 928 w 13"/>
                  <a:gd name="T3" fmla="*/ 2035 h 11"/>
                  <a:gd name="T4" fmla="*/ 0 w 13"/>
                  <a:gd name="T5" fmla="*/ 0 h 11"/>
                  <a:gd name="T6" fmla="*/ 928 w 13"/>
                  <a:gd name="T7" fmla="*/ 0 h 11"/>
                  <a:gd name="T8" fmla="*/ 1807 w 13"/>
                  <a:gd name="T9" fmla="*/ 1648 h 11"/>
                  <a:gd name="T10" fmla="*/ 2897 w 13"/>
                  <a:gd name="T11" fmla="*/ 3662 h 11"/>
                  <a:gd name="T12" fmla="*/ 2284 w 13"/>
                  <a:gd name="T13" fmla="*/ 366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10" y="11"/>
                    </a:moveTo>
                    <a:cubicBezTo>
                      <a:pt x="8" y="11"/>
                      <a:pt x="6" y="8"/>
                      <a:pt x="4" y="6"/>
                    </a:cubicBezTo>
                    <a:cubicBezTo>
                      <a:pt x="3" y="4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6" y="3"/>
                      <a:pt x="8" y="5"/>
                    </a:cubicBezTo>
                    <a:cubicBezTo>
                      <a:pt x="10" y="9"/>
                      <a:pt x="12" y="11"/>
                      <a:pt x="13" y="11"/>
                    </a:cubicBez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2" name="Freeform 413">
                <a:extLst>
                  <a:ext uri="{FF2B5EF4-FFF2-40B4-BE49-F238E27FC236}">
                    <a16:creationId xmlns:a16="http://schemas.microsoft.com/office/drawing/2014/main" id="{FEC9A1C6-75AF-491F-A208-4484F01BA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121"/>
                <a:ext cx="13" cy="48"/>
              </a:xfrm>
              <a:custGeom>
                <a:avLst/>
                <a:gdLst>
                  <a:gd name="T0" fmla="*/ 372 w 5"/>
                  <a:gd name="T1" fmla="*/ 5405 h 18"/>
                  <a:gd name="T2" fmla="*/ 0 w 5"/>
                  <a:gd name="T3" fmla="*/ 2824 h 18"/>
                  <a:gd name="T4" fmla="*/ 372 w 5"/>
                  <a:gd name="T5" fmla="*/ 0 h 18"/>
                  <a:gd name="T6" fmla="*/ 1196 w 5"/>
                  <a:gd name="T7" fmla="*/ 661 h 18"/>
                  <a:gd name="T8" fmla="*/ 1196 w 5"/>
                  <a:gd name="T9" fmla="*/ 3243 h 18"/>
                  <a:gd name="T10" fmla="*/ 1547 w 5"/>
                  <a:gd name="T11" fmla="*/ 6464 h 18"/>
                  <a:gd name="T12" fmla="*/ 372 w 5"/>
                  <a:gd name="T13" fmla="*/ 540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1" y="15"/>
                    </a:moveTo>
                    <a:cubicBezTo>
                      <a:pt x="0" y="14"/>
                      <a:pt x="0" y="11"/>
                      <a:pt x="0" y="8"/>
                    </a:cubicBezTo>
                    <a:cubicBezTo>
                      <a:pt x="0" y="5"/>
                      <a:pt x="1" y="0"/>
                      <a:pt x="1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4" y="6"/>
                      <a:pt x="4" y="9"/>
                    </a:cubicBezTo>
                    <a:cubicBezTo>
                      <a:pt x="3" y="14"/>
                      <a:pt x="4" y="17"/>
                      <a:pt x="5" y="18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3" name="Freeform 414">
                <a:extLst>
                  <a:ext uri="{FF2B5EF4-FFF2-40B4-BE49-F238E27FC236}">
                    <a16:creationId xmlns:a16="http://schemas.microsoft.com/office/drawing/2014/main" id="{2CE30AC0-0C0A-4FBF-AE9C-853C66242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2116"/>
                <a:ext cx="37" cy="24"/>
              </a:xfrm>
              <a:custGeom>
                <a:avLst/>
                <a:gdLst>
                  <a:gd name="T0" fmla="*/ 3365 w 15"/>
                  <a:gd name="T1" fmla="*/ 1763 h 9"/>
                  <a:gd name="T2" fmla="*/ 451 w 15"/>
                  <a:gd name="T3" fmla="*/ 2824 h 9"/>
                  <a:gd name="T4" fmla="*/ 0 w 15"/>
                  <a:gd name="T5" fmla="*/ 1763 h 9"/>
                  <a:gd name="T6" fmla="*/ 2925 w 15"/>
                  <a:gd name="T7" fmla="*/ 661 h 9"/>
                  <a:gd name="T8" fmla="*/ 3365 w 15"/>
                  <a:gd name="T9" fmla="*/ 176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5"/>
                    </a:moveTo>
                    <a:cubicBezTo>
                      <a:pt x="13" y="3"/>
                      <a:pt x="3" y="9"/>
                      <a:pt x="2" y="8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1" y="0"/>
                      <a:pt x="13" y="2"/>
                    </a:cubicBez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4" name="Freeform 415">
                <a:extLst>
                  <a:ext uri="{FF2B5EF4-FFF2-40B4-BE49-F238E27FC236}">
                    <a16:creationId xmlns:a16="http://schemas.microsoft.com/office/drawing/2014/main" id="{AD748EDD-97A5-43BB-96A3-40EDC4933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135"/>
                <a:ext cx="12" cy="48"/>
              </a:xfrm>
              <a:custGeom>
                <a:avLst/>
                <a:gdLst>
                  <a:gd name="T0" fmla="*/ 168 w 5"/>
                  <a:gd name="T1" fmla="*/ 5824 h 18"/>
                  <a:gd name="T2" fmla="*/ 0 w 5"/>
                  <a:gd name="T3" fmla="*/ 2824 h 18"/>
                  <a:gd name="T4" fmla="*/ 168 w 5"/>
                  <a:gd name="T5" fmla="*/ 0 h 18"/>
                  <a:gd name="T6" fmla="*/ 802 w 5"/>
                  <a:gd name="T7" fmla="*/ 1059 h 18"/>
                  <a:gd name="T8" fmla="*/ 564 w 5"/>
                  <a:gd name="T9" fmla="*/ 3243 h 18"/>
                  <a:gd name="T10" fmla="*/ 802 w 5"/>
                  <a:gd name="T11" fmla="*/ 6464 h 18"/>
                  <a:gd name="T12" fmla="*/ 168 w 5"/>
                  <a:gd name="T13" fmla="*/ 582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1" y="16"/>
                    </a:moveTo>
                    <a:cubicBezTo>
                      <a:pt x="0" y="15"/>
                      <a:pt x="0" y="11"/>
                      <a:pt x="0" y="8"/>
                    </a:cubicBezTo>
                    <a:cubicBezTo>
                      <a:pt x="0" y="5"/>
                      <a:pt x="1" y="1"/>
                      <a:pt x="1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4" y="6"/>
                      <a:pt x="3" y="9"/>
                    </a:cubicBezTo>
                    <a:cubicBezTo>
                      <a:pt x="3" y="13"/>
                      <a:pt x="3" y="17"/>
                      <a:pt x="4" y="18"/>
                    </a:cubicBezTo>
                    <a:lnTo>
                      <a:pt x="1" y="16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5" name="Freeform 416">
                <a:extLst>
                  <a:ext uri="{FF2B5EF4-FFF2-40B4-BE49-F238E27FC236}">
                    <a16:creationId xmlns:a16="http://schemas.microsoft.com/office/drawing/2014/main" id="{3608FA8C-9549-4F0E-AABF-4C8E6BD37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148"/>
                <a:ext cx="13" cy="43"/>
              </a:xfrm>
              <a:custGeom>
                <a:avLst/>
                <a:gdLst>
                  <a:gd name="T0" fmla="*/ 372 w 5"/>
                  <a:gd name="T1" fmla="*/ 5316 h 16"/>
                  <a:gd name="T2" fmla="*/ 0 w 5"/>
                  <a:gd name="T3" fmla="*/ 2658 h 16"/>
                  <a:gd name="T4" fmla="*/ 372 w 5"/>
                  <a:gd name="T5" fmla="*/ 0 h 16"/>
                  <a:gd name="T6" fmla="*/ 1196 w 5"/>
                  <a:gd name="T7" fmla="*/ 680 h 16"/>
                  <a:gd name="T8" fmla="*/ 1196 w 5"/>
                  <a:gd name="T9" fmla="*/ 3085 h 16"/>
                  <a:gd name="T10" fmla="*/ 1196 w 5"/>
                  <a:gd name="T11" fmla="*/ 6060 h 16"/>
                  <a:gd name="T12" fmla="*/ 372 w 5"/>
                  <a:gd name="T13" fmla="*/ 53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6">
                    <a:moveTo>
                      <a:pt x="1" y="14"/>
                    </a:moveTo>
                    <a:cubicBezTo>
                      <a:pt x="0" y="13"/>
                      <a:pt x="0" y="10"/>
                      <a:pt x="0" y="7"/>
                    </a:cubicBezTo>
                    <a:cubicBezTo>
                      <a:pt x="0" y="4"/>
                      <a:pt x="1" y="0"/>
                      <a:pt x="1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4" y="5"/>
                      <a:pt x="4" y="8"/>
                    </a:cubicBezTo>
                    <a:cubicBezTo>
                      <a:pt x="3" y="13"/>
                      <a:pt x="4" y="15"/>
                      <a:pt x="4" y="16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6" name="Freeform 417">
                <a:extLst>
                  <a:ext uri="{FF2B5EF4-FFF2-40B4-BE49-F238E27FC236}">
                    <a16:creationId xmlns:a16="http://schemas.microsoft.com/office/drawing/2014/main" id="{16B7F0FA-26BD-460E-AF05-0F2212556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132"/>
                <a:ext cx="38" cy="27"/>
              </a:xfrm>
              <a:custGeom>
                <a:avLst/>
                <a:gdLst>
                  <a:gd name="T0" fmla="*/ 3955 w 15"/>
                  <a:gd name="T1" fmla="*/ 1596 h 10"/>
                  <a:gd name="T2" fmla="*/ 828 w 15"/>
                  <a:gd name="T3" fmla="*/ 3877 h 10"/>
                  <a:gd name="T4" fmla="*/ 0 w 15"/>
                  <a:gd name="T5" fmla="*/ 2719 h 10"/>
                  <a:gd name="T6" fmla="*/ 3139 w 15"/>
                  <a:gd name="T7" fmla="*/ 751 h 10"/>
                  <a:gd name="T8" fmla="*/ 3955 w 15"/>
                  <a:gd name="T9" fmla="*/ 159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5" y="4"/>
                    </a:moveTo>
                    <a:cubicBezTo>
                      <a:pt x="13" y="2"/>
                      <a:pt x="4" y="10"/>
                      <a:pt x="3" y="1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0" y="0"/>
                      <a:pt x="12" y="2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7" name="Freeform 418">
                <a:extLst>
                  <a:ext uri="{FF2B5EF4-FFF2-40B4-BE49-F238E27FC236}">
                    <a16:creationId xmlns:a16="http://schemas.microsoft.com/office/drawing/2014/main" id="{7B121607-01D5-422E-AD4F-8606187CF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143"/>
                <a:ext cx="37" cy="26"/>
              </a:xfrm>
              <a:custGeom>
                <a:avLst/>
                <a:gdLst>
                  <a:gd name="T0" fmla="*/ 3365 w 15"/>
                  <a:gd name="T1" fmla="*/ 1196 h 10"/>
                  <a:gd name="T2" fmla="*/ 634 w 15"/>
                  <a:gd name="T3" fmla="*/ 3110 h 10"/>
                  <a:gd name="T4" fmla="*/ 0 w 15"/>
                  <a:gd name="T5" fmla="*/ 2142 h 10"/>
                  <a:gd name="T6" fmla="*/ 2743 w 15"/>
                  <a:gd name="T7" fmla="*/ 595 h 10"/>
                  <a:gd name="T8" fmla="*/ 3365 w 15"/>
                  <a:gd name="T9" fmla="*/ 119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5" y="4"/>
                    </a:moveTo>
                    <a:cubicBezTo>
                      <a:pt x="13" y="2"/>
                      <a:pt x="4" y="10"/>
                      <a:pt x="3" y="1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9" y="0"/>
                      <a:pt x="12" y="2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8" name="Freeform 419">
                <a:extLst>
                  <a:ext uri="{FF2B5EF4-FFF2-40B4-BE49-F238E27FC236}">
                    <a16:creationId xmlns:a16="http://schemas.microsoft.com/office/drawing/2014/main" id="{FF129F21-596D-4B87-86BB-6FE19C411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159"/>
                <a:ext cx="18" cy="42"/>
              </a:xfrm>
              <a:custGeom>
                <a:avLst/>
                <a:gdLst>
                  <a:gd name="T0" fmla="*/ 918 w 7"/>
                  <a:gd name="T1" fmla="*/ 4610 h 16"/>
                  <a:gd name="T2" fmla="*/ 357 w 7"/>
                  <a:gd name="T3" fmla="*/ 2226 h 16"/>
                  <a:gd name="T4" fmla="*/ 0 w 7"/>
                  <a:gd name="T5" fmla="*/ 0 h 16"/>
                  <a:gd name="T6" fmla="*/ 918 w 7"/>
                  <a:gd name="T7" fmla="*/ 378 h 16"/>
                  <a:gd name="T8" fmla="*/ 1137 w 7"/>
                  <a:gd name="T9" fmla="*/ 2604 h 16"/>
                  <a:gd name="T10" fmla="*/ 2003 w 7"/>
                  <a:gd name="T11" fmla="*/ 5229 h 16"/>
                  <a:gd name="T12" fmla="*/ 918 w 7"/>
                  <a:gd name="T13" fmla="*/ 461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3" y="14"/>
                    </a:moveTo>
                    <a:cubicBezTo>
                      <a:pt x="2" y="14"/>
                      <a:pt x="1" y="10"/>
                      <a:pt x="1" y="7"/>
                    </a:cubicBezTo>
                    <a:cubicBezTo>
                      <a:pt x="1" y="4"/>
                      <a:pt x="0" y="0"/>
                      <a:pt x="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2"/>
                      <a:pt x="4" y="5"/>
                      <a:pt x="4" y="8"/>
                    </a:cubicBezTo>
                    <a:cubicBezTo>
                      <a:pt x="5" y="12"/>
                      <a:pt x="6" y="15"/>
                      <a:pt x="7" y="16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9" name="Freeform 420">
                <a:extLst>
                  <a:ext uri="{FF2B5EF4-FFF2-40B4-BE49-F238E27FC236}">
                    <a16:creationId xmlns:a16="http://schemas.microsoft.com/office/drawing/2014/main" id="{A406279D-0C4B-451D-9457-4A4FC96F7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2167"/>
                <a:ext cx="18" cy="40"/>
              </a:xfrm>
              <a:custGeom>
                <a:avLst/>
                <a:gdLst>
                  <a:gd name="T0" fmla="*/ 918 w 7"/>
                  <a:gd name="T1" fmla="*/ 5005 h 15"/>
                  <a:gd name="T2" fmla="*/ 0 w 7"/>
                  <a:gd name="T3" fmla="*/ 2581 h 15"/>
                  <a:gd name="T4" fmla="*/ 0 w 7"/>
                  <a:gd name="T5" fmla="*/ 0 h 15"/>
                  <a:gd name="T6" fmla="*/ 918 w 7"/>
                  <a:gd name="T7" fmla="*/ 661 h 15"/>
                  <a:gd name="T8" fmla="*/ 1137 w 7"/>
                  <a:gd name="T9" fmla="*/ 2824 h 15"/>
                  <a:gd name="T10" fmla="*/ 2003 w 7"/>
                  <a:gd name="T11" fmla="*/ 5405 h 15"/>
                  <a:gd name="T12" fmla="*/ 918 w 7"/>
                  <a:gd name="T13" fmla="*/ 50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5">
                    <a:moveTo>
                      <a:pt x="3" y="14"/>
                    </a:moveTo>
                    <a:cubicBezTo>
                      <a:pt x="1" y="13"/>
                      <a:pt x="1" y="10"/>
                      <a:pt x="0" y="7"/>
                    </a:cubicBezTo>
                    <a:cubicBezTo>
                      <a:pt x="0" y="5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5"/>
                      <a:pt x="4" y="8"/>
                    </a:cubicBezTo>
                    <a:cubicBezTo>
                      <a:pt x="4" y="13"/>
                      <a:pt x="6" y="15"/>
                      <a:pt x="7" y="15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0" name="Freeform 421">
                <a:extLst>
                  <a:ext uri="{FF2B5EF4-FFF2-40B4-BE49-F238E27FC236}">
                    <a16:creationId xmlns:a16="http://schemas.microsoft.com/office/drawing/2014/main" id="{E510F4C9-11EC-415A-848F-1F7B19BDA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153"/>
                <a:ext cx="35" cy="30"/>
              </a:xfrm>
              <a:custGeom>
                <a:avLst/>
                <a:gdLst>
                  <a:gd name="T0" fmla="*/ 3438 w 14"/>
                  <a:gd name="T1" fmla="*/ 1666 h 11"/>
                  <a:gd name="T2" fmla="*/ 783 w 14"/>
                  <a:gd name="T3" fmla="*/ 4099 h 11"/>
                  <a:gd name="T4" fmla="*/ 0 w 14"/>
                  <a:gd name="T5" fmla="*/ 3325 h 11"/>
                  <a:gd name="T6" fmla="*/ 2738 w 14"/>
                  <a:gd name="T7" fmla="*/ 775 h 11"/>
                  <a:gd name="T8" fmla="*/ 3438 w 14"/>
                  <a:gd name="T9" fmla="*/ 166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2" y="2"/>
                      <a:pt x="4" y="11"/>
                      <a:pt x="3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8" y="0"/>
                      <a:pt x="11" y="2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1" name="Freeform 422">
                <a:extLst>
                  <a:ext uri="{FF2B5EF4-FFF2-40B4-BE49-F238E27FC236}">
                    <a16:creationId xmlns:a16="http://schemas.microsoft.com/office/drawing/2014/main" id="{896F2000-20B4-4DB5-8DCB-D67C488E6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161"/>
                <a:ext cx="35" cy="30"/>
              </a:xfrm>
              <a:custGeom>
                <a:avLst/>
                <a:gdLst>
                  <a:gd name="T0" fmla="*/ 3438 w 14"/>
                  <a:gd name="T1" fmla="*/ 1666 h 11"/>
                  <a:gd name="T2" fmla="*/ 783 w 14"/>
                  <a:gd name="T3" fmla="*/ 4544 h 11"/>
                  <a:gd name="T4" fmla="*/ 0 w 14"/>
                  <a:gd name="T5" fmla="*/ 3755 h 11"/>
                  <a:gd name="T6" fmla="*/ 2738 w 14"/>
                  <a:gd name="T7" fmla="*/ 775 h 11"/>
                  <a:gd name="T8" fmla="*/ 3438 w 14"/>
                  <a:gd name="T9" fmla="*/ 166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2" y="2"/>
                      <a:pt x="4" y="11"/>
                      <a:pt x="3" y="1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9" y="0"/>
                      <a:pt x="11" y="2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2" name="Freeform 423">
                <a:extLst>
                  <a:ext uri="{FF2B5EF4-FFF2-40B4-BE49-F238E27FC236}">
                    <a16:creationId xmlns:a16="http://schemas.microsoft.com/office/drawing/2014/main" id="{67CD4071-502C-4703-9D61-CFFF9C832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175"/>
                <a:ext cx="23" cy="37"/>
              </a:xfrm>
              <a:custGeom>
                <a:avLst/>
                <a:gdLst>
                  <a:gd name="T0" fmla="*/ 1620 w 9"/>
                  <a:gd name="T1" fmla="*/ 4784 h 14"/>
                  <a:gd name="T2" fmla="*/ 549 w 9"/>
                  <a:gd name="T3" fmla="*/ 2437 h 14"/>
                  <a:gd name="T4" fmla="*/ 0 w 9"/>
                  <a:gd name="T5" fmla="*/ 0 h 14"/>
                  <a:gd name="T6" fmla="*/ 1104 w 9"/>
                  <a:gd name="T7" fmla="*/ 391 h 14"/>
                  <a:gd name="T8" fmla="*/ 1620 w 9"/>
                  <a:gd name="T9" fmla="*/ 2437 h 14"/>
                  <a:gd name="T10" fmla="*/ 2520 w 9"/>
                  <a:gd name="T11" fmla="*/ 4784 h 14"/>
                  <a:gd name="T12" fmla="*/ 1620 w 9"/>
                  <a:gd name="T13" fmla="*/ 478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6" y="14"/>
                    </a:moveTo>
                    <a:cubicBezTo>
                      <a:pt x="5" y="14"/>
                      <a:pt x="3" y="10"/>
                      <a:pt x="2" y="7"/>
                    </a:cubicBezTo>
                    <a:cubicBezTo>
                      <a:pt x="1" y="4"/>
                      <a:pt x="0" y="0"/>
                      <a:pt x="0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4"/>
                      <a:pt x="6" y="7"/>
                    </a:cubicBezTo>
                    <a:cubicBezTo>
                      <a:pt x="7" y="11"/>
                      <a:pt x="8" y="14"/>
                      <a:pt x="9" y="14"/>
                    </a:cubicBez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3" name="Freeform 424">
                <a:extLst>
                  <a:ext uri="{FF2B5EF4-FFF2-40B4-BE49-F238E27FC236}">
                    <a16:creationId xmlns:a16="http://schemas.microsoft.com/office/drawing/2014/main" id="{CED21BEB-2E6A-43E4-A90D-744F5570D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2172"/>
                <a:ext cx="32" cy="29"/>
              </a:xfrm>
              <a:custGeom>
                <a:avLst/>
                <a:gdLst>
                  <a:gd name="T0" fmla="*/ 2897 w 13"/>
                  <a:gd name="T1" fmla="*/ 625 h 11"/>
                  <a:gd name="T2" fmla="*/ 625 w 13"/>
                  <a:gd name="T3" fmla="*/ 3662 h 11"/>
                  <a:gd name="T4" fmla="*/ 0 w 13"/>
                  <a:gd name="T5" fmla="*/ 3045 h 11"/>
                  <a:gd name="T6" fmla="*/ 2284 w 13"/>
                  <a:gd name="T7" fmla="*/ 382 h 11"/>
                  <a:gd name="T8" fmla="*/ 2897 w 13"/>
                  <a:gd name="T9" fmla="*/ 62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13" y="2"/>
                    </a:moveTo>
                    <a:cubicBezTo>
                      <a:pt x="11" y="1"/>
                      <a:pt x="4" y="11"/>
                      <a:pt x="3" y="1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7" y="0"/>
                      <a:pt x="10" y="1"/>
                    </a:cubicBez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4" name="Freeform 425">
                <a:extLst>
                  <a:ext uri="{FF2B5EF4-FFF2-40B4-BE49-F238E27FC236}">
                    <a16:creationId xmlns:a16="http://schemas.microsoft.com/office/drawing/2014/main" id="{8FDEC774-6B6D-49A5-B284-9E6DDF14E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177"/>
                <a:ext cx="32" cy="32"/>
              </a:xfrm>
              <a:custGeom>
                <a:avLst/>
                <a:gdLst>
                  <a:gd name="T0" fmla="*/ 2897 w 13"/>
                  <a:gd name="T1" fmla="*/ 1059 h 12"/>
                  <a:gd name="T2" fmla="*/ 625 w 13"/>
                  <a:gd name="T3" fmla="*/ 3891 h 12"/>
                  <a:gd name="T4" fmla="*/ 0 w 13"/>
                  <a:gd name="T5" fmla="*/ 3640 h 12"/>
                  <a:gd name="T6" fmla="*/ 2284 w 13"/>
                  <a:gd name="T7" fmla="*/ 397 h 12"/>
                  <a:gd name="T8" fmla="*/ 2897 w 13"/>
                  <a:gd name="T9" fmla="*/ 105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3"/>
                    </a:moveTo>
                    <a:cubicBezTo>
                      <a:pt x="11" y="1"/>
                      <a:pt x="4" y="12"/>
                      <a:pt x="3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7" y="0"/>
                      <a:pt x="10" y="1"/>
                    </a:cubicBez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5" name="Freeform 426">
                <a:extLst>
                  <a:ext uri="{FF2B5EF4-FFF2-40B4-BE49-F238E27FC236}">
                    <a16:creationId xmlns:a16="http://schemas.microsoft.com/office/drawing/2014/main" id="{8EFF825C-169B-48F1-9500-867BFD27D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151"/>
                <a:ext cx="23" cy="13"/>
              </a:xfrm>
              <a:custGeom>
                <a:avLst/>
                <a:gdLst>
                  <a:gd name="T0" fmla="*/ 2520 w 9"/>
                  <a:gd name="T1" fmla="*/ 0 h 5"/>
                  <a:gd name="T2" fmla="*/ 848 w 9"/>
                  <a:gd name="T3" fmla="*/ 1196 h 5"/>
                  <a:gd name="T4" fmla="*/ 0 w 9"/>
                  <a:gd name="T5" fmla="*/ 1547 h 5"/>
                  <a:gd name="T6" fmla="*/ 0 w 9"/>
                  <a:gd name="T7" fmla="*/ 1547 h 5"/>
                  <a:gd name="T8" fmla="*/ 1104 w 9"/>
                  <a:gd name="T9" fmla="*/ 595 h 5"/>
                  <a:gd name="T10" fmla="*/ 2520 w 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cubicBezTo>
                      <a:pt x="8" y="1"/>
                      <a:pt x="5" y="2"/>
                      <a:pt x="3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3" y="3"/>
                      <a:pt x="4" y="2"/>
                    </a:cubicBezTo>
                    <a:cubicBezTo>
                      <a:pt x="6" y="1"/>
                      <a:pt x="7" y="1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6" name="Freeform 427">
                <a:extLst>
                  <a:ext uri="{FF2B5EF4-FFF2-40B4-BE49-F238E27FC236}">
                    <a16:creationId xmlns:a16="http://schemas.microsoft.com/office/drawing/2014/main" id="{2EEB4BBA-90EC-40CA-A498-BFA07D296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161"/>
                <a:ext cx="20" cy="16"/>
              </a:xfrm>
              <a:custGeom>
                <a:avLst/>
                <a:gdLst>
                  <a:gd name="T0" fmla="*/ 1958 w 8"/>
                  <a:gd name="T1" fmla="*/ 0 h 6"/>
                  <a:gd name="T2" fmla="*/ 783 w 8"/>
                  <a:gd name="T3" fmla="*/ 1459 h 6"/>
                  <a:gd name="T4" fmla="*/ 0 w 8"/>
                  <a:gd name="T5" fmla="*/ 2184 h 6"/>
                  <a:gd name="T6" fmla="*/ 0 w 8"/>
                  <a:gd name="T7" fmla="*/ 2184 h 6"/>
                  <a:gd name="T8" fmla="*/ 988 w 8"/>
                  <a:gd name="T9" fmla="*/ 1059 h 6"/>
                  <a:gd name="T10" fmla="*/ 1958 w 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cubicBezTo>
                      <a:pt x="7" y="1"/>
                      <a:pt x="5" y="3"/>
                      <a:pt x="3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2" y="4"/>
                      <a:pt x="4" y="3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7" name="Freeform 428">
                <a:extLst>
                  <a:ext uri="{FF2B5EF4-FFF2-40B4-BE49-F238E27FC236}">
                    <a16:creationId xmlns:a16="http://schemas.microsoft.com/office/drawing/2014/main" id="{26A023ED-CB93-4F8A-B2F0-9CA0CBACE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169"/>
                <a:ext cx="23" cy="19"/>
              </a:xfrm>
              <a:custGeom>
                <a:avLst/>
                <a:gdLst>
                  <a:gd name="T0" fmla="*/ 2520 w 9"/>
                  <a:gd name="T1" fmla="*/ 0 h 7"/>
                  <a:gd name="T2" fmla="*/ 848 w 9"/>
                  <a:gd name="T3" fmla="*/ 1620 h 7"/>
                  <a:gd name="T4" fmla="*/ 0 w 9"/>
                  <a:gd name="T5" fmla="*/ 2823 h 7"/>
                  <a:gd name="T6" fmla="*/ 0 w 9"/>
                  <a:gd name="T7" fmla="*/ 2342 h 7"/>
                  <a:gd name="T8" fmla="*/ 1104 w 9"/>
                  <a:gd name="T9" fmla="*/ 1200 h 7"/>
                  <a:gd name="T10" fmla="*/ 2520 w 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7" y="1"/>
                      <a:pt x="5" y="3"/>
                      <a:pt x="3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2" y="4"/>
                      <a:pt x="4" y="3"/>
                    </a:cubicBezTo>
                    <a:cubicBezTo>
                      <a:pt x="6" y="1"/>
                      <a:pt x="7" y="1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8" name="Freeform 429">
                <a:extLst>
                  <a:ext uri="{FF2B5EF4-FFF2-40B4-BE49-F238E27FC236}">
                    <a16:creationId xmlns:a16="http://schemas.microsoft.com/office/drawing/2014/main" id="{4DFD01DD-A08E-490C-B98A-F70406F33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177"/>
                <a:ext cx="17" cy="22"/>
              </a:xfrm>
              <a:custGeom>
                <a:avLst/>
                <a:gdLst>
                  <a:gd name="T0" fmla="*/ 1433 w 7"/>
                  <a:gd name="T1" fmla="*/ 0 h 8"/>
                  <a:gd name="T2" fmla="*/ 413 w 7"/>
                  <a:gd name="T3" fmla="*/ 2225 h 8"/>
                  <a:gd name="T4" fmla="*/ 0 w 7"/>
                  <a:gd name="T5" fmla="*/ 3495 h 8"/>
                  <a:gd name="T6" fmla="*/ 0 w 7"/>
                  <a:gd name="T7" fmla="*/ 3495 h 8"/>
                  <a:gd name="T8" fmla="*/ 590 w 7"/>
                  <a:gd name="T9" fmla="*/ 1271 h 8"/>
                  <a:gd name="T10" fmla="*/ 1433 w 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5" y="1"/>
                      <a:pt x="4" y="3"/>
                      <a:pt x="2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5"/>
                      <a:pt x="3" y="3"/>
                    </a:cubicBezTo>
                    <a:cubicBezTo>
                      <a:pt x="4" y="2"/>
                      <a:pt x="5" y="1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9" name="Freeform 430">
                <a:extLst>
                  <a:ext uri="{FF2B5EF4-FFF2-40B4-BE49-F238E27FC236}">
                    <a16:creationId xmlns:a16="http://schemas.microsoft.com/office/drawing/2014/main" id="{5C81EA70-D00C-4EDC-B4C8-5935C0876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183"/>
                <a:ext cx="15" cy="21"/>
              </a:xfrm>
              <a:custGeom>
                <a:avLst/>
                <a:gdLst>
                  <a:gd name="T0" fmla="*/ 1488 w 6"/>
                  <a:gd name="T1" fmla="*/ 0 h 8"/>
                  <a:gd name="T2" fmla="*/ 520 w 6"/>
                  <a:gd name="T3" fmla="*/ 1612 h 8"/>
                  <a:gd name="T4" fmla="*/ 0 w 6"/>
                  <a:gd name="T5" fmla="*/ 2604 h 8"/>
                  <a:gd name="T6" fmla="*/ 0 w 6"/>
                  <a:gd name="T7" fmla="*/ 2604 h 8"/>
                  <a:gd name="T8" fmla="*/ 520 w 6"/>
                  <a:gd name="T9" fmla="*/ 1378 h 8"/>
                  <a:gd name="T10" fmla="*/ 1488 w 6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5" y="1"/>
                      <a:pt x="3" y="3"/>
                      <a:pt x="2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5"/>
                      <a:pt x="2" y="4"/>
                    </a:cubicBezTo>
                    <a:cubicBezTo>
                      <a:pt x="4" y="2"/>
                      <a:pt x="5" y="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0" name="Freeform 431">
                <a:extLst>
                  <a:ext uri="{FF2B5EF4-FFF2-40B4-BE49-F238E27FC236}">
                    <a16:creationId xmlns:a16="http://schemas.microsoft.com/office/drawing/2014/main" id="{88B8DADC-875B-49E9-8DB6-BA7AE63F6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143"/>
                <a:ext cx="23" cy="13"/>
              </a:xfrm>
              <a:custGeom>
                <a:avLst/>
                <a:gdLst>
                  <a:gd name="T0" fmla="*/ 2520 w 9"/>
                  <a:gd name="T1" fmla="*/ 0 h 5"/>
                  <a:gd name="T2" fmla="*/ 549 w 9"/>
                  <a:gd name="T3" fmla="*/ 967 h 5"/>
                  <a:gd name="T4" fmla="*/ 0 w 9"/>
                  <a:gd name="T5" fmla="*/ 1547 h 5"/>
                  <a:gd name="T6" fmla="*/ 0 w 9"/>
                  <a:gd name="T7" fmla="*/ 1547 h 5"/>
                  <a:gd name="T8" fmla="*/ 1104 w 9"/>
                  <a:gd name="T9" fmla="*/ 372 h 5"/>
                  <a:gd name="T10" fmla="*/ 2520 w 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cubicBezTo>
                      <a:pt x="7" y="0"/>
                      <a:pt x="5" y="2"/>
                      <a:pt x="2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2" y="3"/>
                      <a:pt x="4" y="1"/>
                    </a:cubicBezTo>
                    <a:cubicBezTo>
                      <a:pt x="5" y="0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1" name="Freeform 432">
                <a:extLst>
                  <a:ext uri="{FF2B5EF4-FFF2-40B4-BE49-F238E27FC236}">
                    <a16:creationId xmlns:a16="http://schemas.microsoft.com/office/drawing/2014/main" id="{B800FB9D-9E73-48B1-8E01-776868BD0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127"/>
                <a:ext cx="25" cy="8"/>
              </a:xfrm>
              <a:custGeom>
                <a:avLst/>
                <a:gdLst>
                  <a:gd name="T0" fmla="*/ 2470 w 10"/>
                  <a:gd name="T1" fmla="*/ 0 h 3"/>
                  <a:gd name="T2" fmla="*/ 783 w 10"/>
                  <a:gd name="T3" fmla="*/ 661 h 3"/>
                  <a:gd name="T4" fmla="*/ 0 w 10"/>
                  <a:gd name="T5" fmla="*/ 1059 h 3"/>
                  <a:gd name="T6" fmla="*/ 0 w 10"/>
                  <a:gd name="T7" fmla="*/ 1059 h 3"/>
                  <a:gd name="T8" fmla="*/ 1300 w 10"/>
                  <a:gd name="T9" fmla="*/ 397 h 3"/>
                  <a:gd name="T10" fmla="*/ 2470 w 10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8" y="0"/>
                      <a:pt x="5" y="1"/>
                      <a:pt x="3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3" y="2"/>
                      <a:pt x="5" y="1"/>
                    </a:cubicBezTo>
                    <a:cubicBezTo>
                      <a:pt x="7" y="0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2" name="Freeform 433">
                <a:extLst>
                  <a:ext uri="{FF2B5EF4-FFF2-40B4-BE49-F238E27FC236}">
                    <a16:creationId xmlns:a16="http://schemas.microsoft.com/office/drawing/2014/main" id="{BF45A834-07B0-472C-B867-A56E92676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1969"/>
                <a:ext cx="35" cy="27"/>
              </a:xfrm>
              <a:custGeom>
                <a:avLst/>
                <a:gdLst>
                  <a:gd name="T0" fmla="*/ 0 w 14"/>
                  <a:gd name="T1" fmla="*/ 2282 h 10"/>
                  <a:gd name="T2" fmla="*/ 1770 w 14"/>
                  <a:gd name="T3" fmla="*/ 751 h 10"/>
                  <a:gd name="T4" fmla="*/ 3438 w 14"/>
                  <a:gd name="T5" fmla="*/ 0 h 10"/>
                  <a:gd name="T6" fmla="*/ 3438 w 14"/>
                  <a:gd name="T7" fmla="*/ 1596 h 10"/>
                  <a:gd name="T8" fmla="*/ 1770 w 14"/>
                  <a:gd name="T9" fmla="*/ 2282 h 10"/>
                  <a:gd name="T10" fmla="*/ 0 w 14"/>
                  <a:gd name="T11" fmla="*/ 3877 h 10"/>
                  <a:gd name="T12" fmla="*/ 0 w 14"/>
                  <a:gd name="T13" fmla="*/ 228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0" y="6"/>
                    </a:moveTo>
                    <a:cubicBezTo>
                      <a:pt x="1" y="5"/>
                      <a:pt x="4" y="3"/>
                      <a:pt x="7" y="2"/>
                    </a:cubicBezTo>
                    <a:cubicBezTo>
                      <a:pt x="10" y="2"/>
                      <a:pt x="14" y="1"/>
                      <a:pt x="14" y="0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5"/>
                      <a:pt x="10" y="5"/>
                      <a:pt x="7" y="6"/>
                    </a:cubicBezTo>
                    <a:cubicBezTo>
                      <a:pt x="3" y="7"/>
                      <a:pt x="0" y="9"/>
                      <a:pt x="0" y="1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3" name="Freeform 434">
                <a:extLst>
                  <a:ext uri="{FF2B5EF4-FFF2-40B4-BE49-F238E27FC236}">
                    <a16:creationId xmlns:a16="http://schemas.microsoft.com/office/drawing/2014/main" id="{4FF5AD3F-EAC7-4F4B-8A1E-6D9719B47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985"/>
                <a:ext cx="33" cy="27"/>
              </a:xfrm>
              <a:custGeom>
                <a:avLst/>
                <a:gdLst>
                  <a:gd name="T0" fmla="*/ 0 w 13"/>
                  <a:gd name="T1" fmla="*/ 2282 h 10"/>
                  <a:gd name="T2" fmla="*/ 1571 w 13"/>
                  <a:gd name="T3" fmla="*/ 751 h 10"/>
                  <a:gd name="T4" fmla="*/ 3485 w 13"/>
                  <a:gd name="T5" fmla="*/ 0 h 10"/>
                  <a:gd name="T6" fmla="*/ 3158 w 13"/>
                  <a:gd name="T7" fmla="*/ 1596 h 10"/>
                  <a:gd name="T8" fmla="*/ 1571 w 13"/>
                  <a:gd name="T9" fmla="*/ 2282 h 10"/>
                  <a:gd name="T10" fmla="*/ 0 w 13"/>
                  <a:gd name="T11" fmla="*/ 3877 h 10"/>
                  <a:gd name="T12" fmla="*/ 0 w 13"/>
                  <a:gd name="T13" fmla="*/ 228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0" y="6"/>
                    </a:moveTo>
                    <a:cubicBezTo>
                      <a:pt x="1" y="5"/>
                      <a:pt x="3" y="3"/>
                      <a:pt x="6" y="2"/>
                    </a:cubicBezTo>
                    <a:cubicBezTo>
                      <a:pt x="9" y="2"/>
                      <a:pt x="13" y="0"/>
                      <a:pt x="13" y="0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9" y="5"/>
                      <a:pt x="6" y="6"/>
                    </a:cubicBezTo>
                    <a:cubicBezTo>
                      <a:pt x="2" y="7"/>
                      <a:pt x="0" y="9"/>
                      <a:pt x="0" y="1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4" name="Freeform 435">
                <a:extLst>
                  <a:ext uri="{FF2B5EF4-FFF2-40B4-BE49-F238E27FC236}">
                    <a16:creationId xmlns:a16="http://schemas.microsoft.com/office/drawing/2014/main" id="{9F6C8214-DE2D-48D2-AA11-18C72337F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07"/>
                <a:ext cx="28" cy="29"/>
              </a:xfrm>
              <a:custGeom>
                <a:avLst/>
                <a:gdLst>
                  <a:gd name="T0" fmla="*/ 0 w 11"/>
                  <a:gd name="T1" fmla="*/ 2655 h 11"/>
                  <a:gd name="T2" fmla="*/ 1387 w 11"/>
                  <a:gd name="T3" fmla="*/ 1389 h 11"/>
                  <a:gd name="T4" fmla="*/ 2986 w 11"/>
                  <a:gd name="T5" fmla="*/ 0 h 11"/>
                  <a:gd name="T6" fmla="*/ 2986 w 11"/>
                  <a:gd name="T7" fmla="*/ 1389 h 11"/>
                  <a:gd name="T8" fmla="*/ 1601 w 11"/>
                  <a:gd name="T9" fmla="*/ 2655 h 11"/>
                  <a:gd name="T10" fmla="*/ 0 w 11"/>
                  <a:gd name="T11" fmla="*/ 3662 h 11"/>
                  <a:gd name="T12" fmla="*/ 0 w 11"/>
                  <a:gd name="T13" fmla="*/ 265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0" y="7"/>
                      <a:pt x="2" y="6"/>
                      <a:pt x="5" y="4"/>
                    </a:cubicBezTo>
                    <a:cubicBezTo>
                      <a:pt x="7" y="3"/>
                      <a:pt x="11" y="1"/>
                      <a:pt x="11" y="0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6"/>
                      <a:pt x="8" y="6"/>
                      <a:pt x="6" y="8"/>
                    </a:cubicBezTo>
                    <a:cubicBezTo>
                      <a:pt x="2" y="10"/>
                      <a:pt x="0" y="10"/>
                      <a:pt x="0" y="11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5" name="Freeform 436">
                <a:extLst>
                  <a:ext uri="{FF2B5EF4-FFF2-40B4-BE49-F238E27FC236}">
                    <a16:creationId xmlns:a16="http://schemas.microsoft.com/office/drawing/2014/main" id="{0AB22D93-315E-49A0-AAEC-3CDEA72BD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023"/>
                <a:ext cx="27" cy="37"/>
              </a:xfrm>
              <a:custGeom>
                <a:avLst/>
                <a:gdLst>
                  <a:gd name="T0" fmla="*/ 0 w 11"/>
                  <a:gd name="T1" fmla="*/ 3359 h 14"/>
                  <a:gd name="T2" fmla="*/ 1048 w 11"/>
                  <a:gd name="T3" fmla="*/ 1425 h 14"/>
                  <a:gd name="T4" fmla="*/ 2398 w 11"/>
                  <a:gd name="T5" fmla="*/ 0 h 14"/>
                  <a:gd name="T6" fmla="*/ 2398 w 11"/>
                  <a:gd name="T7" fmla="*/ 1033 h 14"/>
                  <a:gd name="T8" fmla="*/ 1343 w 11"/>
                  <a:gd name="T9" fmla="*/ 2437 h 14"/>
                  <a:gd name="T10" fmla="*/ 0 w 11"/>
                  <a:gd name="T11" fmla="*/ 4784 h 14"/>
                  <a:gd name="T12" fmla="*/ 0 w 11"/>
                  <a:gd name="T13" fmla="*/ 335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4">
                    <a:moveTo>
                      <a:pt x="0" y="10"/>
                    </a:moveTo>
                    <a:cubicBezTo>
                      <a:pt x="0" y="8"/>
                      <a:pt x="2" y="6"/>
                      <a:pt x="5" y="4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8" y="6"/>
                      <a:pt x="6" y="7"/>
                    </a:cubicBezTo>
                    <a:cubicBezTo>
                      <a:pt x="2" y="10"/>
                      <a:pt x="0" y="13"/>
                      <a:pt x="0" y="14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6" name="Freeform 437">
                <a:extLst>
                  <a:ext uri="{FF2B5EF4-FFF2-40B4-BE49-F238E27FC236}">
                    <a16:creationId xmlns:a16="http://schemas.microsoft.com/office/drawing/2014/main" id="{04EF4C5B-F1D2-4481-B3E1-A572A4EF4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985"/>
                <a:ext cx="30" cy="32"/>
              </a:xfrm>
              <a:custGeom>
                <a:avLst/>
                <a:gdLst>
                  <a:gd name="T0" fmla="*/ 2738 w 12"/>
                  <a:gd name="T1" fmla="*/ 4301 h 12"/>
                  <a:gd name="T2" fmla="*/ 313 w 12"/>
                  <a:gd name="T3" fmla="*/ 1459 h 12"/>
                  <a:gd name="T4" fmla="*/ 313 w 12"/>
                  <a:gd name="T5" fmla="*/ 0 h 12"/>
                  <a:gd name="T6" fmla="*/ 2938 w 12"/>
                  <a:gd name="T7" fmla="*/ 2824 h 12"/>
                  <a:gd name="T8" fmla="*/ 2738 w 12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12"/>
                    </a:moveTo>
                    <a:cubicBezTo>
                      <a:pt x="12" y="9"/>
                      <a:pt x="0" y="5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2" y="5"/>
                      <a:pt x="12" y="8"/>
                    </a:cubicBez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7" name="Freeform 438">
                <a:extLst>
                  <a:ext uri="{FF2B5EF4-FFF2-40B4-BE49-F238E27FC236}">
                    <a16:creationId xmlns:a16="http://schemas.microsoft.com/office/drawing/2014/main" id="{BF871861-EF43-488C-B190-76727496D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001"/>
                <a:ext cx="30" cy="32"/>
              </a:xfrm>
              <a:custGeom>
                <a:avLst/>
                <a:gdLst>
                  <a:gd name="T0" fmla="*/ 2738 w 12"/>
                  <a:gd name="T1" fmla="*/ 4301 h 12"/>
                  <a:gd name="T2" fmla="*/ 313 w 12"/>
                  <a:gd name="T3" fmla="*/ 1459 h 12"/>
                  <a:gd name="T4" fmla="*/ 313 w 12"/>
                  <a:gd name="T5" fmla="*/ 0 h 12"/>
                  <a:gd name="T6" fmla="*/ 2938 w 12"/>
                  <a:gd name="T7" fmla="*/ 2824 h 12"/>
                  <a:gd name="T8" fmla="*/ 2738 w 12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12"/>
                    </a:moveTo>
                    <a:cubicBezTo>
                      <a:pt x="12" y="9"/>
                      <a:pt x="0" y="5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2" y="5"/>
                      <a:pt x="12" y="8"/>
                    </a:cubicBez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8" name="Freeform 439">
                <a:extLst>
                  <a:ext uri="{FF2B5EF4-FFF2-40B4-BE49-F238E27FC236}">
                    <a16:creationId xmlns:a16="http://schemas.microsoft.com/office/drawing/2014/main" id="{136CA851-80A4-4FF1-B445-5CAC36460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12"/>
                <a:ext cx="25" cy="13"/>
              </a:xfrm>
              <a:custGeom>
                <a:avLst/>
                <a:gdLst>
                  <a:gd name="T0" fmla="*/ 2470 w 10"/>
                  <a:gd name="T1" fmla="*/ 1547 h 5"/>
                  <a:gd name="T2" fmla="*/ 783 w 10"/>
                  <a:gd name="T3" fmla="*/ 595 h 5"/>
                  <a:gd name="T4" fmla="*/ 0 w 10"/>
                  <a:gd name="T5" fmla="*/ 0 h 5"/>
                  <a:gd name="T6" fmla="*/ 313 w 10"/>
                  <a:gd name="T7" fmla="*/ 0 h 5"/>
                  <a:gd name="T8" fmla="*/ 1300 w 10"/>
                  <a:gd name="T9" fmla="*/ 595 h 5"/>
                  <a:gd name="T10" fmla="*/ 2470 w 10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10" y="5"/>
                    </a:moveTo>
                    <a:cubicBezTo>
                      <a:pt x="8" y="4"/>
                      <a:pt x="6" y="3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3" y="1"/>
                      <a:pt x="5" y="2"/>
                    </a:cubicBezTo>
                    <a:cubicBezTo>
                      <a:pt x="7" y="3"/>
                      <a:pt x="8" y="4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9" name="Freeform 440">
                <a:extLst>
                  <a:ext uri="{FF2B5EF4-FFF2-40B4-BE49-F238E27FC236}">
                    <a16:creationId xmlns:a16="http://schemas.microsoft.com/office/drawing/2014/main" id="{9FD9AE78-5059-4F31-A88E-D4B54BD4B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996"/>
                <a:ext cx="23" cy="13"/>
              </a:xfrm>
              <a:custGeom>
                <a:avLst/>
                <a:gdLst>
                  <a:gd name="T0" fmla="*/ 2520 w 9"/>
                  <a:gd name="T1" fmla="*/ 1547 h 5"/>
                  <a:gd name="T2" fmla="*/ 848 w 9"/>
                  <a:gd name="T3" fmla="*/ 595 h 5"/>
                  <a:gd name="T4" fmla="*/ 0 w 9"/>
                  <a:gd name="T5" fmla="*/ 0 h 5"/>
                  <a:gd name="T6" fmla="*/ 0 w 9"/>
                  <a:gd name="T7" fmla="*/ 0 h 5"/>
                  <a:gd name="T8" fmla="*/ 1403 w 9"/>
                  <a:gd name="T9" fmla="*/ 595 h 5"/>
                  <a:gd name="T10" fmla="*/ 2520 w 9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8" y="4"/>
                      <a:pt x="5" y="3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1"/>
                      <a:pt x="5" y="2"/>
                    </a:cubicBezTo>
                    <a:cubicBezTo>
                      <a:pt x="7" y="3"/>
                      <a:pt x="8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0" name="Freeform 441">
                <a:extLst>
                  <a:ext uri="{FF2B5EF4-FFF2-40B4-BE49-F238E27FC236}">
                    <a16:creationId xmlns:a16="http://schemas.microsoft.com/office/drawing/2014/main" id="{8FFEA20D-B8EE-422E-B905-54BCBAA8C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025"/>
                <a:ext cx="30" cy="32"/>
              </a:xfrm>
              <a:custGeom>
                <a:avLst/>
                <a:gdLst>
                  <a:gd name="T0" fmla="*/ 2738 w 12"/>
                  <a:gd name="T1" fmla="*/ 4301 h 12"/>
                  <a:gd name="T2" fmla="*/ 0 w 12"/>
                  <a:gd name="T3" fmla="*/ 1459 h 12"/>
                  <a:gd name="T4" fmla="*/ 313 w 12"/>
                  <a:gd name="T5" fmla="*/ 0 h 12"/>
                  <a:gd name="T6" fmla="*/ 2738 w 12"/>
                  <a:gd name="T7" fmla="*/ 2824 h 12"/>
                  <a:gd name="T8" fmla="*/ 2738 w 12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12"/>
                    </a:moveTo>
                    <a:cubicBezTo>
                      <a:pt x="11" y="9"/>
                      <a:pt x="0" y="5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2" y="5"/>
                      <a:pt x="11" y="8"/>
                    </a:cubicBez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1" name="Freeform 442">
                <a:extLst>
                  <a:ext uri="{FF2B5EF4-FFF2-40B4-BE49-F238E27FC236}">
                    <a16:creationId xmlns:a16="http://schemas.microsoft.com/office/drawing/2014/main" id="{E0D170F8-BA26-4B5E-903E-9514203D1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36"/>
                <a:ext cx="23" cy="13"/>
              </a:xfrm>
              <a:custGeom>
                <a:avLst/>
                <a:gdLst>
                  <a:gd name="T0" fmla="*/ 2520 w 9"/>
                  <a:gd name="T1" fmla="*/ 1547 h 5"/>
                  <a:gd name="T2" fmla="*/ 848 w 9"/>
                  <a:gd name="T3" fmla="*/ 372 h 5"/>
                  <a:gd name="T4" fmla="*/ 0 w 9"/>
                  <a:gd name="T5" fmla="*/ 0 h 5"/>
                  <a:gd name="T6" fmla="*/ 0 w 9"/>
                  <a:gd name="T7" fmla="*/ 0 h 5"/>
                  <a:gd name="T8" fmla="*/ 1403 w 9"/>
                  <a:gd name="T9" fmla="*/ 372 h 5"/>
                  <a:gd name="T10" fmla="*/ 2520 w 9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8" y="3"/>
                      <a:pt x="5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0"/>
                      <a:pt x="5" y="1"/>
                    </a:cubicBezTo>
                    <a:cubicBezTo>
                      <a:pt x="7" y="2"/>
                      <a:pt x="8" y="3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2" name="Freeform 443">
                <a:extLst>
                  <a:ext uri="{FF2B5EF4-FFF2-40B4-BE49-F238E27FC236}">
                    <a16:creationId xmlns:a16="http://schemas.microsoft.com/office/drawing/2014/main" id="{C8419506-E14B-49A6-AA33-38A9389AC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047"/>
                <a:ext cx="33" cy="21"/>
              </a:xfrm>
              <a:custGeom>
                <a:avLst/>
                <a:gdLst>
                  <a:gd name="T0" fmla="*/ 3485 w 13"/>
                  <a:gd name="T1" fmla="*/ 2604 h 8"/>
                  <a:gd name="T2" fmla="*/ 327 w 13"/>
                  <a:gd name="T3" fmla="*/ 1378 h 8"/>
                  <a:gd name="T4" fmla="*/ 0 w 13"/>
                  <a:gd name="T5" fmla="*/ 0 h 8"/>
                  <a:gd name="T6" fmla="*/ 3485 w 13"/>
                  <a:gd name="T7" fmla="*/ 1612 h 8"/>
                  <a:gd name="T8" fmla="*/ 3485 w 13"/>
                  <a:gd name="T9" fmla="*/ 260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13" y="8"/>
                    </a:moveTo>
                    <a:cubicBezTo>
                      <a:pt x="13" y="5"/>
                      <a:pt x="1" y="5"/>
                      <a:pt x="1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2" y="1"/>
                      <a:pt x="13" y="5"/>
                    </a:cubicBezTo>
                    <a:lnTo>
                      <a:pt x="13" y="8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3" name="Freeform 444">
                <a:extLst>
                  <a:ext uri="{FF2B5EF4-FFF2-40B4-BE49-F238E27FC236}">
                    <a16:creationId xmlns:a16="http://schemas.microsoft.com/office/drawing/2014/main" id="{F4C6476F-2893-4288-A0C8-835976EA5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57"/>
                <a:ext cx="25" cy="6"/>
              </a:xfrm>
              <a:custGeom>
                <a:avLst/>
                <a:gdLst>
                  <a:gd name="T0" fmla="*/ 2470 w 10"/>
                  <a:gd name="T1" fmla="*/ 1458 h 2"/>
                  <a:gd name="T2" fmla="*/ 783 w 10"/>
                  <a:gd name="T3" fmla="*/ 0 h 2"/>
                  <a:gd name="T4" fmla="*/ 0 w 10"/>
                  <a:gd name="T5" fmla="*/ 0 h 2"/>
                  <a:gd name="T6" fmla="*/ 0 w 10"/>
                  <a:gd name="T7" fmla="*/ 0 h 2"/>
                  <a:gd name="T8" fmla="*/ 1300 w 10"/>
                  <a:gd name="T9" fmla="*/ 0 h 2"/>
                  <a:gd name="T10" fmla="*/ 2470 w 10"/>
                  <a:gd name="T11" fmla="*/ 1458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10" y="2"/>
                    </a:moveTo>
                    <a:cubicBezTo>
                      <a:pt x="8" y="1"/>
                      <a:pt x="6" y="1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0"/>
                      <a:pt x="5" y="0"/>
                    </a:cubicBezTo>
                    <a:cubicBezTo>
                      <a:pt x="7" y="0"/>
                      <a:pt x="8" y="1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4" name="Freeform 445">
                <a:extLst>
                  <a:ext uri="{FF2B5EF4-FFF2-40B4-BE49-F238E27FC236}">
                    <a16:creationId xmlns:a16="http://schemas.microsoft.com/office/drawing/2014/main" id="{C1EA5B53-F77C-4305-8F01-B6BC2FE34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943"/>
                <a:ext cx="43" cy="13"/>
              </a:xfrm>
              <a:custGeom>
                <a:avLst/>
                <a:gdLst>
                  <a:gd name="T0" fmla="*/ 531 w 17"/>
                  <a:gd name="T1" fmla="*/ 595 h 5"/>
                  <a:gd name="T2" fmla="*/ 2380 w 17"/>
                  <a:gd name="T3" fmla="*/ 0 h 5"/>
                  <a:gd name="T4" fmla="*/ 4467 w 17"/>
                  <a:gd name="T5" fmla="*/ 372 h 5"/>
                  <a:gd name="T6" fmla="*/ 3936 w 17"/>
                  <a:gd name="T7" fmla="*/ 1196 h 5"/>
                  <a:gd name="T8" fmla="*/ 2087 w 17"/>
                  <a:gd name="T9" fmla="*/ 1196 h 5"/>
                  <a:gd name="T10" fmla="*/ 0 w 17"/>
                  <a:gd name="T11" fmla="*/ 1547 h 5"/>
                  <a:gd name="T12" fmla="*/ 531 w 17"/>
                  <a:gd name="T13" fmla="*/ 59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">
                    <a:moveTo>
                      <a:pt x="2" y="2"/>
                    </a:moveTo>
                    <a:cubicBezTo>
                      <a:pt x="2" y="1"/>
                      <a:pt x="6" y="0"/>
                      <a:pt x="9" y="0"/>
                    </a:cubicBezTo>
                    <a:cubicBezTo>
                      <a:pt x="12" y="0"/>
                      <a:pt x="17" y="1"/>
                      <a:pt x="17" y="1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5"/>
                      <a:pt x="11" y="4"/>
                      <a:pt x="8" y="4"/>
                    </a:cubicBezTo>
                    <a:cubicBezTo>
                      <a:pt x="4" y="3"/>
                      <a:pt x="0" y="4"/>
                      <a:pt x="0" y="5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5" name="Freeform 446">
                <a:extLst>
                  <a:ext uri="{FF2B5EF4-FFF2-40B4-BE49-F238E27FC236}">
                    <a16:creationId xmlns:a16="http://schemas.microsoft.com/office/drawing/2014/main" id="{FAA487A6-B291-4D62-9128-7BC9F9A48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956"/>
                <a:ext cx="43" cy="13"/>
              </a:xfrm>
              <a:custGeom>
                <a:avLst/>
                <a:gdLst>
                  <a:gd name="T0" fmla="*/ 531 w 17"/>
                  <a:gd name="T1" fmla="*/ 595 h 5"/>
                  <a:gd name="T2" fmla="*/ 2380 w 17"/>
                  <a:gd name="T3" fmla="*/ 0 h 5"/>
                  <a:gd name="T4" fmla="*/ 4467 w 17"/>
                  <a:gd name="T5" fmla="*/ 372 h 5"/>
                  <a:gd name="T6" fmla="*/ 3640 w 17"/>
                  <a:gd name="T7" fmla="*/ 1196 h 5"/>
                  <a:gd name="T8" fmla="*/ 2087 w 17"/>
                  <a:gd name="T9" fmla="*/ 1196 h 5"/>
                  <a:gd name="T10" fmla="*/ 0 w 17"/>
                  <a:gd name="T11" fmla="*/ 1547 h 5"/>
                  <a:gd name="T12" fmla="*/ 531 w 17"/>
                  <a:gd name="T13" fmla="*/ 59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">
                    <a:moveTo>
                      <a:pt x="2" y="2"/>
                    </a:moveTo>
                    <a:cubicBezTo>
                      <a:pt x="3" y="0"/>
                      <a:pt x="6" y="0"/>
                      <a:pt x="9" y="0"/>
                    </a:cubicBezTo>
                    <a:cubicBezTo>
                      <a:pt x="12" y="0"/>
                      <a:pt x="17" y="1"/>
                      <a:pt x="17" y="1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5"/>
                      <a:pt x="11" y="4"/>
                      <a:pt x="8" y="4"/>
                    </a:cubicBezTo>
                    <a:cubicBezTo>
                      <a:pt x="3" y="3"/>
                      <a:pt x="1" y="4"/>
                      <a:pt x="0" y="5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6" name="Freeform 447">
                <a:extLst>
                  <a:ext uri="{FF2B5EF4-FFF2-40B4-BE49-F238E27FC236}">
                    <a16:creationId xmlns:a16="http://schemas.microsoft.com/office/drawing/2014/main" id="{A15FF11F-1929-4306-ABD2-ADF167C71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945"/>
                <a:ext cx="27" cy="40"/>
              </a:xfrm>
              <a:custGeom>
                <a:avLst/>
                <a:gdLst>
                  <a:gd name="T0" fmla="*/ 1777 w 11"/>
                  <a:gd name="T1" fmla="*/ 5405 h 15"/>
                  <a:gd name="T2" fmla="*/ 174 w 11"/>
                  <a:gd name="T3" fmla="*/ 1059 h 15"/>
                  <a:gd name="T4" fmla="*/ 621 w 11"/>
                  <a:gd name="T5" fmla="*/ 0 h 15"/>
                  <a:gd name="T6" fmla="*/ 1964 w 11"/>
                  <a:gd name="T7" fmla="*/ 4301 h 15"/>
                  <a:gd name="T8" fmla="*/ 1777 w 11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8" y="15"/>
                    </a:moveTo>
                    <a:cubicBezTo>
                      <a:pt x="9" y="12"/>
                      <a:pt x="0" y="4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1" y="9"/>
                      <a:pt x="9" y="12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7" name="Freeform 448">
                <a:extLst>
                  <a:ext uri="{FF2B5EF4-FFF2-40B4-BE49-F238E27FC236}">
                    <a16:creationId xmlns:a16="http://schemas.microsoft.com/office/drawing/2014/main" id="{E800EDF2-BE7A-4433-8A83-34F77CBCB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959"/>
                <a:ext cx="28" cy="40"/>
              </a:xfrm>
              <a:custGeom>
                <a:avLst/>
                <a:gdLst>
                  <a:gd name="T0" fmla="*/ 1932 w 11"/>
                  <a:gd name="T1" fmla="*/ 5405 h 15"/>
                  <a:gd name="T2" fmla="*/ 0 w 11"/>
                  <a:gd name="T3" fmla="*/ 1459 h 15"/>
                  <a:gd name="T4" fmla="*/ 545 w 11"/>
                  <a:gd name="T5" fmla="*/ 0 h 15"/>
                  <a:gd name="T6" fmla="*/ 2474 w 11"/>
                  <a:gd name="T7" fmla="*/ 4301 h 15"/>
                  <a:gd name="T8" fmla="*/ 1932 w 11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7" y="15"/>
                    </a:moveTo>
                    <a:cubicBezTo>
                      <a:pt x="9" y="13"/>
                      <a:pt x="0" y="5"/>
                      <a:pt x="0" y="4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1" y="9"/>
                      <a:pt x="9" y="12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8" name="Freeform 449">
                <a:extLst>
                  <a:ext uri="{FF2B5EF4-FFF2-40B4-BE49-F238E27FC236}">
                    <a16:creationId xmlns:a16="http://schemas.microsoft.com/office/drawing/2014/main" id="{2D3FEF54-3CE8-4F22-86B2-A16203A00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969"/>
                <a:ext cx="17" cy="22"/>
              </a:xfrm>
              <a:custGeom>
                <a:avLst/>
                <a:gdLst>
                  <a:gd name="T0" fmla="*/ 1433 w 7"/>
                  <a:gd name="T1" fmla="*/ 3495 h 8"/>
                  <a:gd name="T2" fmla="*/ 413 w 7"/>
                  <a:gd name="T3" fmla="*/ 1271 h 8"/>
                  <a:gd name="T4" fmla="*/ 0 w 7"/>
                  <a:gd name="T5" fmla="*/ 0 h 8"/>
                  <a:gd name="T6" fmla="*/ 0 w 7"/>
                  <a:gd name="T7" fmla="*/ 0 h 8"/>
                  <a:gd name="T8" fmla="*/ 831 w 7"/>
                  <a:gd name="T9" fmla="*/ 1724 h 8"/>
                  <a:gd name="T10" fmla="*/ 1433 w 7"/>
                  <a:gd name="T11" fmla="*/ 349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cubicBezTo>
                      <a:pt x="6" y="7"/>
                      <a:pt x="4" y="5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2"/>
                      <a:pt x="4" y="4"/>
                    </a:cubicBezTo>
                    <a:cubicBezTo>
                      <a:pt x="6" y="5"/>
                      <a:pt x="6" y="7"/>
                      <a:pt x="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9" name="Freeform 450">
                <a:extLst>
                  <a:ext uri="{FF2B5EF4-FFF2-40B4-BE49-F238E27FC236}">
                    <a16:creationId xmlns:a16="http://schemas.microsoft.com/office/drawing/2014/main" id="{A43D9BDA-7BC1-496D-8BB7-F1F6EA487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1956"/>
                <a:ext cx="15" cy="24"/>
              </a:xfrm>
              <a:custGeom>
                <a:avLst/>
                <a:gdLst>
                  <a:gd name="T0" fmla="*/ 1488 w 6"/>
                  <a:gd name="T1" fmla="*/ 2824 h 9"/>
                  <a:gd name="T2" fmla="*/ 520 w 6"/>
                  <a:gd name="T3" fmla="*/ 1059 h 9"/>
                  <a:gd name="T4" fmla="*/ 0 w 6"/>
                  <a:gd name="T5" fmla="*/ 0 h 9"/>
                  <a:gd name="T6" fmla="*/ 0 w 6"/>
                  <a:gd name="T7" fmla="*/ 0 h 9"/>
                  <a:gd name="T8" fmla="*/ 988 w 6"/>
                  <a:gd name="T9" fmla="*/ 1459 h 9"/>
                  <a:gd name="T10" fmla="*/ 1488 w 6"/>
                  <a:gd name="T11" fmla="*/ 3243 h 9"/>
                  <a:gd name="T12" fmla="*/ 1488 w 6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8"/>
                    </a:moveTo>
                    <a:cubicBezTo>
                      <a:pt x="6" y="7"/>
                      <a:pt x="4" y="5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4" y="4"/>
                    </a:cubicBezTo>
                    <a:cubicBezTo>
                      <a:pt x="5" y="5"/>
                      <a:pt x="6" y="7"/>
                      <a:pt x="6" y="9"/>
                    </a:cubicBez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0" name="Freeform 451">
                <a:extLst>
                  <a:ext uri="{FF2B5EF4-FFF2-40B4-BE49-F238E27FC236}">
                    <a16:creationId xmlns:a16="http://schemas.microsoft.com/office/drawing/2014/main" id="{5F350372-B488-4974-9B75-54C0BBEA8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95"/>
                <a:ext cx="43" cy="26"/>
              </a:xfrm>
              <a:custGeom>
                <a:avLst/>
                <a:gdLst>
                  <a:gd name="T0" fmla="*/ 825 w 17"/>
                  <a:gd name="T1" fmla="*/ 372 h 10"/>
                  <a:gd name="T2" fmla="*/ 2911 w 17"/>
                  <a:gd name="T3" fmla="*/ 967 h 10"/>
                  <a:gd name="T4" fmla="*/ 4467 w 17"/>
                  <a:gd name="T5" fmla="*/ 2514 h 10"/>
                  <a:gd name="T6" fmla="*/ 3397 w 17"/>
                  <a:gd name="T7" fmla="*/ 2746 h 10"/>
                  <a:gd name="T8" fmla="*/ 2087 w 17"/>
                  <a:gd name="T9" fmla="*/ 1914 h 10"/>
                  <a:gd name="T10" fmla="*/ 0 w 17"/>
                  <a:gd name="T11" fmla="*/ 595 h 10"/>
                  <a:gd name="T12" fmla="*/ 825 w 17"/>
                  <a:gd name="T13" fmla="*/ 37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3" y="1"/>
                    </a:moveTo>
                    <a:cubicBezTo>
                      <a:pt x="5" y="0"/>
                      <a:pt x="8" y="2"/>
                      <a:pt x="11" y="3"/>
                    </a:cubicBezTo>
                    <a:cubicBezTo>
                      <a:pt x="13" y="5"/>
                      <a:pt x="17" y="8"/>
                      <a:pt x="17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0"/>
                      <a:pt x="10" y="7"/>
                      <a:pt x="8" y="6"/>
                    </a:cubicBezTo>
                    <a:cubicBezTo>
                      <a:pt x="4" y="3"/>
                      <a:pt x="1" y="2"/>
                      <a:pt x="0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1" name="Freeform 452">
                <a:extLst>
                  <a:ext uri="{FF2B5EF4-FFF2-40B4-BE49-F238E27FC236}">
                    <a16:creationId xmlns:a16="http://schemas.microsoft.com/office/drawing/2014/main" id="{B01FEE8F-39C7-419F-A017-DB822CBA8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903"/>
                <a:ext cx="40" cy="24"/>
              </a:xfrm>
              <a:custGeom>
                <a:avLst/>
                <a:gdLst>
                  <a:gd name="T0" fmla="*/ 783 w 16"/>
                  <a:gd name="T1" fmla="*/ 0 h 9"/>
                  <a:gd name="T2" fmla="*/ 2470 w 16"/>
                  <a:gd name="T3" fmla="*/ 1059 h 9"/>
                  <a:gd name="T4" fmla="*/ 3908 w 16"/>
                  <a:gd name="T5" fmla="*/ 2581 h 9"/>
                  <a:gd name="T6" fmla="*/ 3250 w 16"/>
                  <a:gd name="T7" fmla="*/ 2824 h 9"/>
                  <a:gd name="T8" fmla="*/ 1770 w 16"/>
                  <a:gd name="T9" fmla="*/ 1763 h 9"/>
                  <a:gd name="T10" fmla="*/ 0 w 16"/>
                  <a:gd name="T11" fmla="*/ 661 h 9"/>
                  <a:gd name="T12" fmla="*/ 783 w 16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3" y="0"/>
                    </a:moveTo>
                    <a:cubicBezTo>
                      <a:pt x="5" y="0"/>
                      <a:pt x="7" y="1"/>
                      <a:pt x="10" y="3"/>
                    </a:cubicBezTo>
                    <a:cubicBezTo>
                      <a:pt x="12" y="4"/>
                      <a:pt x="16" y="7"/>
                      <a:pt x="16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9" y="6"/>
                      <a:pt x="7" y="5"/>
                    </a:cubicBezTo>
                    <a:cubicBezTo>
                      <a:pt x="3" y="2"/>
                      <a:pt x="1" y="2"/>
                      <a:pt x="0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2" name="Freeform 453">
                <a:extLst>
                  <a:ext uri="{FF2B5EF4-FFF2-40B4-BE49-F238E27FC236}">
                    <a16:creationId xmlns:a16="http://schemas.microsoft.com/office/drawing/2014/main" id="{7E29C692-160E-4F5F-A09F-0D6E6DC4D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919"/>
                <a:ext cx="38" cy="18"/>
              </a:xfrm>
              <a:custGeom>
                <a:avLst/>
                <a:gdLst>
                  <a:gd name="T0" fmla="*/ 540 w 15"/>
                  <a:gd name="T1" fmla="*/ 0 h 7"/>
                  <a:gd name="T2" fmla="*/ 2386 w 15"/>
                  <a:gd name="T3" fmla="*/ 357 h 7"/>
                  <a:gd name="T4" fmla="*/ 3955 w 15"/>
                  <a:gd name="T5" fmla="*/ 1137 h 7"/>
                  <a:gd name="T6" fmla="*/ 3139 w 15"/>
                  <a:gd name="T7" fmla="*/ 1700 h 7"/>
                  <a:gd name="T8" fmla="*/ 1561 w 15"/>
                  <a:gd name="T9" fmla="*/ 1137 h 7"/>
                  <a:gd name="T10" fmla="*/ 0 w 15"/>
                  <a:gd name="T11" fmla="*/ 563 h 7"/>
                  <a:gd name="T12" fmla="*/ 540 w 15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7">
                    <a:moveTo>
                      <a:pt x="2" y="0"/>
                    </a:moveTo>
                    <a:cubicBezTo>
                      <a:pt x="3" y="0"/>
                      <a:pt x="6" y="0"/>
                      <a:pt x="9" y="1"/>
                    </a:cubicBezTo>
                    <a:cubicBezTo>
                      <a:pt x="11" y="2"/>
                      <a:pt x="15" y="4"/>
                      <a:pt x="15" y="4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7"/>
                      <a:pt x="9" y="5"/>
                      <a:pt x="6" y="4"/>
                    </a:cubicBezTo>
                    <a:cubicBezTo>
                      <a:pt x="2" y="3"/>
                      <a:pt x="0" y="1"/>
                      <a:pt x="0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3" name="Freeform 454">
                <a:extLst>
                  <a:ext uri="{FF2B5EF4-FFF2-40B4-BE49-F238E27FC236}">
                    <a16:creationId xmlns:a16="http://schemas.microsoft.com/office/drawing/2014/main" id="{ADF287FD-DF53-4F49-9FC7-84029B2B3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927"/>
                <a:ext cx="42" cy="18"/>
              </a:xfrm>
              <a:custGeom>
                <a:avLst/>
                <a:gdLst>
                  <a:gd name="T0" fmla="*/ 635 w 17"/>
                  <a:gd name="T1" fmla="*/ 357 h 7"/>
                  <a:gd name="T2" fmla="*/ 2308 w 17"/>
                  <a:gd name="T3" fmla="*/ 357 h 7"/>
                  <a:gd name="T4" fmla="*/ 3876 w 17"/>
                  <a:gd name="T5" fmla="*/ 918 h 7"/>
                  <a:gd name="T6" fmla="*/ 3395 w 17"/>
                  <a:gd name="T7" fmla="*/ 1700 h 7"/>
                  <a:gd name="T8" fmla="*/ 1826 w 17"/>
                  <a:gd name="T9" fmla="*/ 1448 h 7"/>
                  <a:gd name="T10" fmla="*/ 0 w 17"/>
                  <a:gd name="T11" fmla="*/ 1137 h 7"/>
                  <a:gd name="T12" fmla="*/ 635 w 17"/>
                  <a:gd name="T13" fmla="*/ 35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7">
                    <a:moveTo>
                      <a:pt x="3" y="1"/>
                    </a:moveTo>
                    <a:cubicBezTo>
                      <a:pt x="4" y="0"/>
                      <a:pt x="7" y="1"/>
                      <a:pt x="10" y="1"/>
                    </a:cubicBezTo>
                    <a:cubicBezTo>
                      <a:pt x="13" y="2"/>
                      <a:pt x="17" y="4"/>
                      <a:pt x="17" y="3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7"/>
                      <a:pt x="11" y="5"/>
                      <a:pt x="8" y="5"/>
                    </a:cubicBezTo>
                    <a:cubicBezTo>
                      <a:pt x="4" y="3"/>
                      <a:pt x="0" y="3"/>
                      <a:pt x="0" y="4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4" name="Freeform 455">
                <a:extLst>
                  <a:ext uri="{FF2B5EF4-FFF2-40B4-BE49-F238E27FC236}">
                    <a16:creationId xmlns:a16="http://schemas.microsoft.com/office/drawing/2014/main" id="{29A62CBB-D1F5-41C9-AE05-2824F6420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895"/>
                <a:ext cx="20" cy="40"/>
              </a:xfrm>
              <a:custGeom>
                <a:avLst/>
                <a:gdLst>
                  <a:gd name="T0" fmla="*/ 520 w 8"/>
                  <a:gd name="T1" fmla="*/ 5405 h 15"/>
                  <a:gd name="T2" fmla="*/ 313 w 8"/>
                  <a:gd name="T3" fmla="*/ 661 h 15"/>
                  <a:gd name="T4" fmla="*/ 1300 w 8"/>
                  <a:gd name="T5" fmla="*/ 0 h 15"/>
                  <a:gd name="T6" fmla="*/ 1300 w 8"/>
                  <a:gd name="T7" fmla="*/ 5005 h 15"/>
                  <a:gd name="T8" fmla="*/ 520 w 8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2" y="15"/>
                    </a:moveTo>
                    <a:cubicBezTo>
                      <a:pt x="4" y="14"/>
                      <a:pt x="0" y="3"/>
                      <a:pt x="1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8" y="12"/>
                      <a:pt x="5" y="14"/>
                    </a:cubicBez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5" name="Freeform 456">
                <a:extLst>
                  <a:ext uri="{FF2B5EF4-FFF2-40B4-BE49-F238E27FC236}">
                    <a16:creationId xmlns:a16="http://schemas.microsoft.com/office/drawing/2014/main" id="{F93C9ABF-1638-4AAC-B2B6-D65E18F25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903"/>
                <a:ext cx="18" cy="40"/>
              </a:xfrm>
              <a:custGeom>
                <a:avLst/>
                <a:gdLst>
                  <a:gd name="T0" fmla="*/ 357 w 7"/>
                  <a:gd name="T1" fmla="*/ 5405 h 15"/>
                  <a:gd name="T2" fmla="*/ 357 w 7"/>
                  <a:gd name="T3" fmla="*/ 661 h 15"/>
                  <a:gd name="T4" fmla="*/ 1137 w 7"/>
                  <a:gd name="T5" fmla="*/ 0 h 15"/>
                  <a:gd name="T6" fmla="*/ 1137 w 7"/>
                  <a:gd name="T7" fmla="*/ 5005 h 15"/>
                  <a:gd name="T8" fmla="*/ 357 w 7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1" y="15"/>
                    </a:moveTo>
                    <a:cubicBezTo>
                      <a:pt x="4" y="14"/>
                      <a:pt x="0" y="3"/>
                      <a:pt x="1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7" y="12"/>
                      <a:pt x="4" y="14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6" name="Freeform 457">
                <a:extLst>
                  <a:ext uri="{FF2B5EF4-FFF2-40B4-BE49-F238E27FC236}">
                    <a16:creationId xmlns:a16="http://schemas.microsoft.com/office/drawing/2014/main" id="{C021EF33-F9A6-48B4-8435-508708FD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911"/>
                <a:ext cx="5" cy="26"/>
              </a:xfrm>
              <a:custGeom>
                <a:avLst/>
                <a:gdLst>
                  <a:gd name="T0" fmla="*/ 520 w 2"/>
                  <a:gd name="T1" fmla="*/ 3110 h 10"/>
                  <a:gd name="T2" fmla="*/ 313 w 2"/>
                  <a:gd name="T3" fmla="*/ 967 h 10"/>
                  <a:gd name="T4" fmla="*/ 0 w 2"/>
                  <a:gd name="T5" fmla="*/ 0 h 10"/>
                  <a:gd name="T6" fmla="*/ 0 w 2"/>
                  <a:gd name="T7" fmla="*/ 0 h 10"/>
                  <a:gd name="T8" fmla="*/ 520 w 2"/>
                  <a:gd name="T9" fmla="*/ 1547 h 10"/>
                  <a:gd name="T10" fmla="*/ 520 w 2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8"/>
                      <a:pt x="1" y="6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2" y="5"/>
                    </a:cubicBezTo>
                    <a:cubicBezTo>
                      <a:pt x="2" y="7"/>
                      <a:pt x="2" y="8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7" name="Freeform 458">
                <a:extLst>
                  <a:ext uri="{FF2B5EF4-FFF2-40B4-BE49-F238E27FC236}">
                    <a16:creationId xmlns:a16="http://schemas.microsoft.com/office/drawing/2014/main" id="{FA7E74CA-F55E-42EA-BABA-4389A7F76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905"/>
                <a:ext cx="5" cy="27"/>
              </a:xfrm>
              <a:custGeom>
                <a:avLst/>
                <a:gdLst>
                  <a:gd name="T0" fmla="*/ 520 w 2"/>
                  <a:gd name="T1" fmla="*/ 3877 h 10"/>
                  <a:gd name="T2" fmla="*/ 0 w 2"/>
                  <a:gd name="T3" fmla="*/ 1158 h 10"/>
                  <a:gd name="T4" fmla="*/ 0 w 2"/>
                  <a:gd name="T5" fmla="*/ 0 h 10"/>
                  <a:gd name="T6" fmla="*/ 0 w 2"/>
                  <a:gd name="T7" fmla="*/ 0 h 10"/>
                  <a:gd name="T8" fmla="*/ 520 w 2"/>
                  <a:gd name="T9" fmla="*/ 2028 h 10"/>
                  <a:gd name="T10" fmla="*/ 520 w 2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8"/>
                      <a:pt x="1" y="5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2" y="5"/>
                    </a:cubicBezTo>
                    <a:cubicBezTo>
                      <a:pt x="2" y="7"/>
                      <a:pt x="2" y="8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8" name="Freeform 459">
                <a:extLst>
                  <a:ext uri="{FF2B5EF4-FFF2-40B4-BE49-F238E27FC236}">
                    <a16:creationId xmlns:a16="http://schemas.microsoft.com/office/drawing/2014/main" id="{44581947-5E3D-4F4E-9912-654B6ADE4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1919"/>
                <a:ext cx="17" cy="37"/>
              </a:xfrm>
              <a:custGeom>
                <a:avLst/>
                <a:gdLst>
                  <a:gd name="T0" fmla="*/ 170 w 7"/>
                  <a:gd name="T1" fmla="*/ 4784 h 14"/>
                  <a:gd name="T2" fmla="*/ 170 w 7"/>
                  <a:gd name="T3" fmla="*/ 391 h 14"/>
                  <a:gd name="T4" fmla="*/ 831 w 7"/>
                  <a:gd name="T5" fmla="*/ 0 h 14"/>
                  <a:gd name="T6" fmla="*/ 831 w 7"/>
                  <a:gd name="T7" fmla="*/ 4392 h 14"/>
                  <a:gd name="T8" fmla="*/ 170 w 7"/>
                  <a:gd name="T9" fmla="*/ 478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1" y="14"/>
                    </a:moveTo>
                    <a:cubicBezTo>
                      <a:pt x="4" y="13"/>
                      <a:pt x="0" y="2"/>
                      <a:pt x="1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7" y="11"/>
                      <a:pt x="4" y="13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9" name="Freeform 460">
                <a:extLst>
                  <a:ext uri="{FF2B5EF4-FFF2-40B4-BE49-F238E27FC236}">
                    <a16:creationId xmlns:a16="http://schemas.microsoft.com/office/drawing/2014/main" id="{80433428-AC80-4E9D-8F11-4C9DE3F9C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924"/>
                <a:ext cx="5" cy="27"/>
              </a:xfrm>
              <a:custGeom>
                <a:avLst/>
                <a:gdLst>
                  <a:gd name="T0" fmla="*/ 313 w 2"/>
                  <a:gd name="T1" fmla="*/ 3877 h 10"/>
                  <a:gd name="T2" fmla="*/ 0 w 2"/>
                  <a:gd name="T3" fmla="*/ 1158 h 10"/>
                  <a:gd name="T4" fmla="*/ 0 w 2"/>
                  <a:gd name="T5" fmla="*/ 0 h 10"/>
                  <a:gd name="T6" fmla="*/ 0 w 2"/>
                  <a:gd name="T7" fmla="*/ 0 h 10"/>
                  <a:gd name="T8" fmla="*/ 313 w 2"/>
                  <a:gd name="T9" fmla="*/ 2028 h 10"/>
                  <a:gd name="T10" fmla="*/ 313 w 2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1" y="10"/>
                    </a:moveTo>
                    <a:cubicBezTo>
                      <a:pt x="1" y="8"/>
                      <a:pt x="1" y="6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1" y="5"/>
                    </a:cubicBezTo>
                    <a:cubicBezTo>
                      <a:pt x="2" y="7"/>
                      <a:pt x="1" y="8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0" name="Freeform 461">
                <a:extLst>
                  <a:ext uri="{FF2B5EF4-FFF2-40B4-BE49-F238E27FC236}">
                    <a16:creationId xmlns:a16="http://schemas.microsoft.com/office/drawing/2014/main" id="{80F9D871-1FCB-4722-9350-787F431BF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927"/>
                <a:ext cx="25" cy="40"/>
              </a:xfrm>
              <a:custGeom>
                <a:avLst/>
                <a:gdLst>
                  <a:gd name="T0" fmla="*/ 1488 w 10"/>
                  <a:gd name="T1" fmla="*/ 5405 h 15"/>
                  <a:gd name="T2" fmla="*/ 313 w 10"/>
                  <a:gd name="T3" fmla="*/ 1059 h 15"/>
                  <a:gd name="T4" fmla="*/ 783 w 10"/>
                  <a:gd name="T5" fmla="*/ 0 h 15"/>
                  <a:gd name="T6" fmla="*/ 1958 w 10"/>
                  <a:gd name="T7" fmla="*/ 4701 h 15"/>
                  <a:gd name="T8" fmla="*/ 1488 w 10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6" y="15"/>
                    </a:moveTo>
                    <a:cubicBezTo>
                      <a:pt x="8" y="13"/>
                      <a:pt x="0" y="4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0" y="10"/>
                      <a:pt x="8" y="13"/>
                    </a:cubicBezTo>
                    <a:lnTo>
                      <a:pt x="6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1" name="Freeform 462">
                <a:extLst>
                  <a:ext uri="{FF2B5EF4-FFF2-40B4-BE49-F238E27FC236}">
                    <a16:creationId xmlns:a16="http://schemas.microsoft.com/office/drawing/2014/main" id="{7C45A967-4502-4F2B-828C-6EC015F51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937"/>
                <a:ext cx="13" cy="24"/>
              </a:xfrm>
              <a:custGeom>
                <a:avLst/>
                <a:gdLst>
                  <a:gd name="T0" fmla="*/ 1547 w 5"/>
                  <a:gd name="T1" fmla="*/ 3243 h 9"/>
                  <a:gd name="T2" fmla="*/ 372 w 5"/>
                  <a:gd name="T3" fmla="*/ 1059 h 9"/>
                  <a:gd name="T4" fmla="*/ 0 w 5"/>
                  <a:gd name="T5" fmla="*/ 0 h 9"/>
                  <a:gd name="T6" fmla="*/ 0 w 5"/>
                  <a:gd name="T7" fmla="*/ 0 h 9"/>
                  <a:gd name="T8" fmla="*/ 967 w 5"/>
                  <a:gd name="T9" fmla="*/ 1459 h 9"/>
                  <a:gd name="T10" fmla="*/ 1547 w 5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5" y="9"/>
                    </a:moveTo>
                    <a:cubicBezTo>
                      <a:pt x="4" y="7"/>
                      <a:pt x="3" y="5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4"/>
                    </a:cubicBezTo>
                    <a:cubicBezTo>
                      <a:pt x="4" y="6"/>
                      <a:pt x="4" y="7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2" name="Freeform 463">
                <a:extLst>
                  <a:ext uri="{FF2B5EF4-FFF2-40B4-BE49-F238E27FC236}">
                    <a16:creationId xmlns:a16="http://schemas.microsoft.com/office/drawing/2014/main" id="{43EB08C9-C30A-4227-849D-14E45A900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1897"/>
                <a:ext cx="25" cy="40"/>
              </a:xfrm>
              <a:custGeom>
                <a:avLst/>
                <a:gdLst>
                  <a:gd name="T0" fmla="*/ 988 w 10"/>
                  <a:gd name="T1" fmla="*/ 397 h 15"/>
                  <a:gd name="T2" fmla="*/ 1958 w 10"/>
                  <a:gd name="T3" fmla="*/ 2824 h 15"/>
                  <a:gd name="T4" fmla="*/ 2470 w 10"/>
                  <a:gd name="T5" fmla="*/ 5405 h 15"/>
                  <a:gd name="T6" fmla="*/ 1488 w 10"/>
                  <a:gd name="T7" fmla="*/ 5005 h 15"/>
                  <a:gd name="T8" fmla="*/ 988 w 10"/>
                  <a:gd name="T9" fmla="*/ 2824 h 15"/>
                  <a:gd name="T10" fmla="*/ 0 w 10"/>
                  <a:gd name="T11" fmla="*/ 0 h 15"/>
                  <a:gd name="T12" fmla="*/ 988 w 10"/>
                  <a:gd name="T13" fmla="*/ 397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4" y="1"/>
                    </a:moveTo>
                    <a:cubicBezTo>
                      <a:pt x="5" y="1"/>
                      <a:pt x="7" y="5"/>
                      <a:pt x="8" y="8"/>
                    </a:cubicBezTo>
                    <a:cubicBezTo>
                      <a:pt x="8" y="10"/>
                      <a:pt x="9" y="15"/>
                      <a:pt x="10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3"/>
                      <a:pt x="5" y="10"/>
                      <a:pt x="4" y="8"/>
                    </a:cubicBezTo>
                    <a:cubicBezTo>
                      <a:pt x="3" y="3"/>
                      <a:pt x="1" y="0"/>
                      <a:pt x="0" y="0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3" name="Freeform 464">
                <a:extLst>
                  <a:ext uri="{FF2B5EF4-FFF2-40B4-BE49-F238E27FC236}">
                    <a16:creationId xmlns:a16="http://schemas.microsoft.com/office/drawing/2014/main" id="{156AD19A-FB27-4774-92A9-5FA9A856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895"/>
                <a:ext cx="25" cy="34"/>
              </a:xfrm>
              <a:custGeom>
                <a:avLst/>
                <a:gdLst>
                  <a:gd name="T0" fmla="*/ 988 w 10"/>
                  <a:gd name="T1" fmla="*/ 0 h 13"/>
                  <a:gd name="T2" fmla="*/ 1958 w 10"/>
                  <a:gd name="T3" fmla="*/ 1969 h 13"/>
                  <a:gd name="T4" fmla="*/ 2470 w 10"/>
                  <a:gd name="T5" fmla="*/ 4166 h 13"/>
                  <a:gd name="T6" fmla="*/ 1488 w 10"/>
                  <a:gd name="T7" fmla="*/ 3790 h 13"/>
                  <a:gd name="T8" fmla="*/ 988 w 10"/>
                  <a:gd name="T9" fmla="*/ 1969 h 13"/>
                  <a:gd name="T10" fmla="*/ 0 w 10"/>
                  <a:gd name="T11" fmla="*/ 0 h 13"/>
                  <a:gd name="T12" fmla="*/ 988 w 10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4" y="0"/>
                    </a:moveTo>
                    <a:cubicBezTo>
                      <a:pt x="5" y="1"/>
                      <a:pt x="7" y="3"/>
                      <a:pt x="8" y="6"/>
                    </a:cubicBezTo>
                    <a:cubicBezTo>
                      <a:pt x="8" y="9"/>
                      <a:pt x="9" y="13"/>
                      <a:pt x="10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9"/>
                      <a:pt x="4" y="6"/>
                    </a:cubicBezTo>
                    <a:cubicBezTo>
                      <a:pt x="3" y="2"/>
                      <a:pt x="1" y="0"/>
                      <a:pt x="0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4" name="Freeform 465">
                <a:extLst>
                  <a:ext uri="{FF2B5EF4-FFF2-40B4-BE49-F238E27FC236}">
                    <a16:creationId xmlns:a16="http://schemas.microsoft.com/office/drawing/2014/main" id="{6570E7CE-06D8-4BA6-8668-CC3B6C57C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892"/>
                <a:ext cx="25" cy="32"/>
              </a:xfrm>
              <a:custGeom>
                <a:avLst/>
                <a:gdLst>
                  <a:gd name="T0" fmla="*/ 988 w 10"/>
                  <a:gd name="T1" fmla="*/ 0 h 12"/>
                  <a:gd name="T2" fmla="*/ 1770 w 10"/>
                  <a:gd name="T3" fmla="*/ 2184 h 12"/>
                  <a:gd name="T4" fmla="*/ 2470 w 10"/>
                  <a:gd name="T5" fmla="*/ 4301 h 12"/>
                  <a:gd name="T6" fmla="*/ 1770 w 10"/>
                  <a:gd name="T7" fmla="*/ 4301 h 12"/>
                  <a:gd name="T8" fmla="*/ 783 w 10"/>
                  <a:gd name="T9" fmla="*/ 2581 h 12"/>
                  <a:gd name="T10" fmla="*/ 0 w 10"/>
                  <a:gd name="T11" fmla="*/ 0 h 12"/>
                  <a:gd name="T12" fmla="*/ 988 w 10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cubicBezTo>
                      <a:pt x="5" y="0"/>
                      <a:pt x="5" y="3"/>
                      <a:pt x="7" y="6"/>
                    </a:cubicBezTo>
                    <a:cubicBezTo>
                      <a:pt x="8" y="8"/>
                      <a:pt x="10" y="12"/>
                      <a:pt x="10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2"/>
                      <a:pt x="5" y="9"/>
                      <a:pt x="3" y="7"/>
                    </a:cubicBezTo>
                    <a:cubicBezTo>
                      <a:pt x="1" y="3"/>
                      <a:pt x="2" y="0"/>
                      <a:pt x="0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5" name="Freeform 466">
                <a:extLst>
                  <a:ext uri="{FF2B5EF4-FFF2-40B4-BE49-F238E27FC236}">
                    <a16:creationId xmlns:a16="http://schemas.microsoft.com/office/drawing/2014/main" id="{764DC1E3-0609-4F99-B0A0-D7AD0EFD8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892"/>
                <a:ext cx="35" cy="29"/>
              </a:xfrm>
              <a:custGeom>
                <a:avLst/>
                <a:gdLst>
                  <a:gd name="T0" fmla="*/ 988 w 14"/>
                  <a:gd name="T1" fmla="*/ 0 h 11"/>
                  <a:gd name="T2" fmla="*/ 2470 w 14"/>
                  <a:gd name="T3" fmla="*/ 1648 h 11"/>
                  <a:gd name="T4" fmla="*/ 3438 w 14"/>
                  <a:gd name="T5" fmla="*/ 3662 h 11"/>
                  <a:gd name="T6" fmla="*/ 2738 w 14"/>
                  <a:gd name="T7" fmla="*/ 3662 h 11"/>
                  <a:gd name="T8" fmla="*/ 1770 w 14"/>
                  <a:gd name="T9" fmla="*/ 2035 h 11"/>
                  <a:gd name="T10" fmla="*/ 0 w 14"/>
                  <a:gd name="T11" fmla="*/ 0 h 11"/>
                  <a:gd name="T12" fmla="*/ 988 w 14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4" y="0"/>
                    </a:moveTo>
                    <a:cubicBezTo>
                      <a:pt x="6" y="0"/>
                      <a:pt x="8" y="3"/>
                      <a:pt x="10" y="5"/>
                    </a:cubicBezTo>
                    <a:cubicBezTo>
                      <a:pt x="12" y="7"/>
                      <a:pt x="14" y="11"/>
                      <a:pt x="14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1"/>
                      <a:pt x="8" y="9"/>
                      <a:pt x="7" y="6"/>
                    </a:cubicBezTo>
                    <a:cubicBezTo>
                      <a:pt x="4" y="2"/>
                      <a:pt x="1" y="0"/>
                      <a:pt x="0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6" name="Freeform 467">
                <a:extLst>
                  <a:ext uri="{FF2B5EF4-FFF2-40B4-BE49-F238E27FC236}">
                    <a16:creationId xmlns:a16="http://schemas.microsoft.com/office/drawing/2014/main" id="{B93030DC-329D-4AD2-B4CB-E2BBD1C1F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897"/>
                <a:ext cx="30" cy="32"/>
              </a:xfrm>
              <a:custGeom>
                <a:avLst/>
                <a:gdLst>
                  <a:gd name="T0" fmla="*/ 0 w 12"/>
                  <a:gd name="T1" fmla="*/ 3640 h 12"/>
                  <a:gd name="T2" fmla="*/ 1958 w 12"/>
                  <a:gd name="T3" fmla="*/ 0 h 12"/>
                  <a:gd name="T4" fmla="*/ 2938 w 12"/>
                  <a:gd name="T5" fmla="*/ 397 h 12"/>
                  <a:gd name="T6" fmla="*/ 988 w 12"/>
                  <a:gd name="T7" fmla="*/ 3891 h 12"/>
                  <a:gd name="T8" fmla="*/ 0 w 12"/>
                  <a:gd name="T9" fmla="*/ 364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3" y="11"/>
                      <a:pt x="7" y="0"/>
                      <a:pt x="8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7" y="12"/>
                      <a:pt x="4" y="11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7" name="Freeform 468">
                <a:extLst>
                  <a:ext uri="{FF2B5EF4-FFF2-40B4-BE49-F238E27FC236}">
                    <a16:creationId xmlns:a16="http://schemas.microsoft.com/office/drawing/2014/main" id="{B0CCD7BF-269B-42DE-A464-3A9DF9DB4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1895"/>
                <a:ext cx="30" cy="29"/>
              </a:xfrm>
              <a:custGeom>
                <a:avLst/>
                <a:gdLst>
                  <a:gd name="T0" fmla="*/ 0 w 12"/>
                  <a:gd name="T1" fmla="*/ 3335 h 11"/>
                  <a:gd name="T2" fmla="*/ 1958 w 12"/>
                  <a:gd name="T3" fmla="*/ 0 h 11"/>
                  <a:gd name="T4" fmla="*/ 2938 w 12"/>
                  <a:gd name="T5" fmla="*/ 0 h 11"/>
                  <a:gd name="T6" fmla="*/ 988 w 12"/>
                  <a:gd name="T7" fmla="*/ 3662 h 11"/>
                  <a:gd name="T8" fmla="*/ 0 w 12"/>
                  <a:gd name="T9" fmla="*/ 333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10"/>
                    </a:moveTo>
                    <a:cubicBezTo>
                      <a:pt x="3" y="11"/>
                      <a:pt x="7" y="0"/>
                      <a:pt x="8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7" y="11"/>
                      <a:pt x="4" y="11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8" name="Freeform 469">
                <a:extLst>
                  <a:ext uri="{FF2B5EF4-FFF2-40B4-BE49-F238E27FC236}">
                    <a16:creationId xmlns:a16="http://schemas.microsoft.com/office/drawing/2014/main" id="{29E27681-9AF6-4EE7-B2C8-F1272A586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897"/>
                <a:ext cx="13" cy="24"/>
              </a:xfrm>
              <a:custGeom>
                <a:avLst/>
                <a:gdLst>
                  <a:gd name="T0" fmla="*/ 0 w 5"/>
                  <a:gd name="T1" fmla="*/ 3243 h 9"/>
                  <a:gd name="T2" fmla="*/ 967 w 5"/>
                  <a:gd name="T3" fmla="*/ 1059 h 9"/>
                  <a:gd name="T4" fmla="*/ 1547 w 5"/>
                  <a:gd name="T5" fmla="*/ 0 h 9"/>
                  <a:gd name="T6" fmla="*/ 1547 w 5"/>
                  <a:gd name="T7" fmla="*/ 0 h 9"/>
                  <a:gd name="T8" fmla="*/ 967 w 5"/>
                  <a:gd name="T9" fmla="*/ 1763 h 9"/>
                  <a:gd name="T10" fmla="*/ 0 w 5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1" y="7"/>
                      <a:pt x="2" y="5"/>
                      <a:pt x="3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3"/>
                      <a:pt x="3" y="5"/>
                    </a:cubicBezTo>
                    <a:cubicBezTo>
                      <a:pt x="2" y="7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9" name="Freeform 470">
                <a:extLst>
                  <a:ext uri="{FF2B5EF4-FFF2-40B4-BE49-F238E27FC236}">
                    <a16:creationId xmlns:a16="http://schemas.microsoft.com/office/drawing/2014/main" id="{BA935817-6E7C-4076-8653-C7AFFFB6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900"/>
                <a:ext cx="13" cy="24"/>
              </a:xfrm>
              <a:custGeom>
                <a:avLst/>
                <a:gdLst>
                  <a:gd name="T0" fmla="*/ 0 w 5"/>
                  <a:gd name="T1" fmla="*/ 3243 h 9"/>
                  <a:gd name="T2" fmla="*/ 967 w 5"/>
                  <a:gd name="T3" fmla="*/ 1059 h 9"/>
                  <a:gd name="T4" fmla="*/ 1547 w 5"/>
                  <a:gd name="T5" fmla="*/ 0 h 9"/>
                  <a:gd name="T6" fmla="*/ 1547 w 5"/>
                  <a:gd name="T7" fmla="*/ 0 h 9"/>
                  <a:gd name="T8" fmla="*/ 967 w 5"/>
                  <a:gd name="T9" fmla="*/ 1763 h 9"/>
                  <a:gd name="T10" fmla="*/ 0 w 5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1" y="8"/>
                      <a:pt x="2" y="6"/>
                      <a:pt x="3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3"/>
                      <a:pt x="3" y="5"/>
                    </a:cubicBezTo>
                    <a:cubicBezTo>
                      <a:pt x="2" y="7"/>
                      <a:pt x="1" y="8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0" name="Freeform 471">
                <a:extLst>
                  <a:ext uri="{FF2B5EF4-FFF2-40B4-BE49-F238E27FC236}">
                    <a16:creationId xmlns:a16="http://schemas.microsoft.com/office/drawing/2014/main" id="{5D1D4699-6451-48F1-A3D6-5401C7231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889"/>
                <a:ext cx="30" cy="35"/>
              </a:xfrm>
              <a:custGeom>
                <a:avLst/>
                <a:gdLst>
                  <a:gd name="T0" fmla="*/ 0 w 12"/>
                  <a:gd name="T1" fmla="*/ 4531 h 13"/>
                  <a:gd name="T2" fmla="*/ 1958 w 12"/>
                  <a:gd name="T3" fmla="*/ 428 h 13"/>
                  <a:gd name="T4" fmla="*/ 2938 w 12"/>
                  <a:gd name="T5" fmla="*/ 428 h 13"/>
                  <a:gd name="T6" fmla="*/ 783 w 12"/>
                  <a:gd name="T7" fmla="*/ 4531 h 13"/>
                  <a:gd name="T8" fmla="*/ 0 w 12"/>
                  <a:gd name="T9" fmla="*/ 453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2"/>
                    </a:moveTo>
                    <a:cubicBezTo>
                      <a:pt x="3" y="13"/>
                      <a:pt x="7" y="0"/>
                      <a:pt x="8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6" y="13"/>
                      <a:pt x="3" y="12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1" name="Freeform 472">
                <a:extLst>
                  <a:ext uri="{FF2B5EF4-FFF2-40B4-BE49-F238E27FC236}">
                    <a16:creationId xmlns:a16="http://schemas.microsoft.com/office/drawing/2014/main" id="{EAFAB096-C18F-4616-97F5-CD019FF98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895"/>
                <a:ext cx="15" cy="24"/>
              </a:xfrm>
              <a:custGeom>
                <a:avLst/>
                <a:gdLst>
                  <a:gd name="T0" fmla="*/ 0 w 6"/>
                  <a:gd name="T1" fmla="*/ 3243 h 9"/>
                  <a:gd name="T2" fmla="*/ 988 w 6"/>
                  <a:gd name="T3" fmla="*/ 1059 h 9"/>
                  <a:gd name="T4" fmla="*/ 1488 w 6"/>
                  <a:gd name="T5" fmla="*/ 0 h 9"/>
                  <a:gd name="T6" fmla="*/ 1488 w 6"/>
                  <a:gd name="T7" fmla="*/ 0 h 9"/>
                  <a:gd name="T8" fmla="*/ 988 w 6"/>
                  <a:gd name="T9" fmla="*/ 1763 h 9"/>
                  <a:gd name="T10" fmla="*/ 0 w 6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8"/>
                      <a:pt x="3" y="5"/>
                      <a:pt x="4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3"/>
                      <a:pt x="4" y="5"/>
                    </a:cubicBezTo>
                    <a:cubicBezTo>
                      <a:pt x="3" y="7"/>
                      <a:pt x="2" y="8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2" name="Freeform 473">
                <a:extLst>
                  <a:ext uri="{FF2B5EF4-FFF2-40B4-BE49-F238E27FC236}">
                    <a16:creationId xmlns:a16="http://schemas.microsoft.com/office/drawing/2014/main" id="{B252992A-8DFF-4D6E-AC30-44E0211DF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889"/>
                <a:ext cx="20" cy="35"/>
              </a:xfrm>
              <a:custGeom>
                <a:avLst/>
                <a:gdLst>
                  <a:gd name="T0" fmla="*/ 0 w 8"/>
                  <a:gd name="T1" fmla="*/ 4935 h 13"/>
                  <a:gd name="T2" fmla="*/ 988 w 8"/>
                  <a:gd name="T3" fmla="*/ 428 h 13"/>
                  <a:gd name="T4" fmla="*/ 1958 w 8"/>
                  <a:gd name="T5" fmla="*/ 0 h 13"/>
                  <a:gd name="T6" fmla="*/ 783 w 8"/>
                  <a:gd name="T7" fmla="*/ 4935 h 13"/>
                  <a:gd name="T8" fmla="*/ 0 w 8"/>
                  <a:gd name="T9" fmla="*/ 49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0" y="13"/>
                    </a:moveTo>
                    <a:cubicBezTo>
                      <a:pt x="3" y="13"/>
                      <a:pt x="3" y="1"/>
                      <a:pt x="4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2"/>
                      <a:pt x="3" y="13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3" name="Freeform 474">
                <a:extLst>
                  <a:ext uri="{FF2B5EF4-FFF2-40B4-BE49-F238E27FC236}">
                    <a16:creationId xmlns:a16="http://schemas.microsoft.com/office/drawing/2014/main" id="{C5251ED2-4ED3-4F42-B5A9-262D23923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895"/>
                <a:ext cx="5" cy="26"/>
              </a:xfrm>
              <a:custGeom>
                <a:avLst/>
                <a:gdLst>
                  <a:gd name="T0" fmla="*/ 0 w 2"/>
                  <a:gd name="T1" fmla="*/ 3110 h 10"/>
                  <a:gd name="T2" fmla="*/ 520 w 2"/>
                  <a:gd name="T3" fmla="*/ 967 h 10"/>
                  <a:gd name="T4" fmla="*/ 520 w 2"/>
                  <a:gd name="T5" fmla="*/ 0 h 10"/>
                  <a:gd name="T6" fmla="*/ 520 w 2"/>
                  <a:gd name="T7" fmla="*/ 0 h 10"/>
                  <a:gd name="T8" fmla="*/ 520 w 2"/>
                  <a:gd name="T9" fmla="*/ 1547 h 10"/>
                  <a:gd name="T10" fmla="*/ 0 w 2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0" y="10"/>
                    </a:moveTo>
                    <a:cubicBezTo>
                      <a:pt x="1" y="8"/>
                      <a:pt x="1" y="6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3"/>
                      <a:pt x="2" y="5"/>
                    </a:cubicBezTo>
                    <a:cubicBezTo>
                      <a:pt x="2" y="7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4" name="Freeform 475">
                <a:extLst>
                  <a:ext uri="{FF2B5EF4-FFF2-40B4-BE49-F238E27FC236}">
                    <a16:creationId xmlns:a16="http://schemas.microsoft.com/office/drawing/2014/main" id="{F6A66284-C04E-4859-9F58-7CA8FAAC9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940"/>
                <a:ext cx="15" cy="45"/>
              </a:xfrm>
              <a:custGeom>
                <a:avLst/>
                <a:gdLst>
                  <a:gd name="T0" fmla="*/ 1300 w 6"/>
                  <a:gd name="T1" fmla="*/ 630 h 17"/>
                  <a:gd name="T2" fmla="*/ 1300 w 6"/>
                  <a:gd name="T3" fmla="*/ 3391 h 17"/>
                  <a:gd name="T4" fmla="*/ 988 w 6"/>
                  <a:gd name="T5" fmla="*/ 5845 h 17"/>
                  <a:gd name="T6" fmla="*/ 313 w 6"/>
                  <a:gd name="T7" fmla="*/ 5212 h 17"/>
                  <a:gd name="T8" fmla="*/ 520 w 6"/>
                  <a:gd name="T9" fmla="*/ 2748 h 17"/>
                  <a:gd name="T10" fmla="*/ 783 w 6"/>
                  <a:gd name="T11" fmla="*/ 0 h 17"/>
                  <a:gd name="T12" fmla="*/ 1300 w 6"/>
                  <a:gd name="T13" fmla="*/ 63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7">
                    <a:moveTo>
                      <a:pt x="5" y="2"/>
                    </a:moveTo>
                    <a:cubicBezTo>
                      <a:pt x="6" y="3"/>
                      <a:pt x="6" y="7"/>
                      <a:pt x="5" y="10"/>
                    </a:cubicBezTo>
                    <a:cubicBezTo>
                      <a:pt x="5" y="13"/>
                      <a:pt x="4" y="17"/>
                      <a:pt x="4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4"/>
                      <a:pt x="2" y="11"/>
                      <a:pt x="2" y="8"/>
                    </a:cubicBezTo>
                    <a:cubicBezTo>
                      <a:pt x="3" y="4"/>
                      <a:pt x="4" y="1"/>
                      <a:pt x="3" y="0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5" name="Freeform 476">
                <a:extLst>
                  <a:ext uri="{FF2B5EF4-FFF2-40B4-BE49-F238E27FC236}">
                    <a16:creationId xmlns:a16="http://schemas.microsoft.com/office/drawing/2014/main" id="{B919A01F-5B1E-4092-90BC-BF26ED7F3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929"/>
                <a:ext cx="15" cy="43"/>
              </a:xfrm>
              <a:custGeom>
                <a:avLst/>
                <a:gdLst>
                  <a:gd name="T0" fmla="*/ 1300 w 6"/>
                  <a:gd name="T1" fmla="*/ 680 h 16"/>
                  <a:gd name="T2" fmla="*/ 1300 w 6"/>
                  <a:gd name="T3" fmla="*/ 3394 h 16"/>
                  <a:gd name="T4" fmla="*/ 988 w 6"/>
                  <a:gd name="T5" fmla="*/ 6060 h 16"/>
                  <a:gd name="T6" fmla="*/ 313 w 6"/>
                  <a:gd name="T7" fmla="*/ 5316 h 16"/>
                  <a:gd name="T8" fmla="*/ 520 w 6"/>
                  <a:gd name="T9" fmla="*/ 2658 h 16"/>
                  <a:gd name="T10" fmla="*/ 520 w 6"/>
                  <a:gd name="T11" fmla="*/ 0 h 16"/>
                  <a:gd name="T12" fmla="*/ 1300 w 6"/>
                  <a:gd name="T13" fmla="*/ 68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6">
                    <a:moveTo>
                      <a:pt x="5" y="2"/>
                    </a:moveTo>
                    <a:cubicBezTo>
                      <a:pt x="6" y="3"/>
                      <a:pt x="6" y="6"/>
                      <a:pt x="5" y="9"/>
                    </a:cubicBezTo>
                    <a:cubicBezTo>
                      <a:pt x="5" y="12"/>
                      <a:pt x="3" y="16"/>
                      <a:pt x="4" y="16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3"/>
                      <a:pt x="1" y="10"/>
                      <a:pt x="2" y="7"/>
                    </a:cubicBezTo>
                    <a:cubicBezTo>
                      <a:pt x="3" y="3"/>
                      <a:pt x="3" y="0"/>
                      <a:pt x="2" y="0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6" name="Freeform 477">
                <a:extLst>
                  <a:ext uri="{FF2B5EF4-FFF2-40B4-BE49-F238E27FC236}">
                    <a16:creationId xmlns:a16="http://schemas.microsoft.com/office/drawing/2014/main" id="{B64DFFFF-E298-4FDF-B048-163E5BDC0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916"/>
                <a:ext cx="12" cy="40"/>
              </a:xfrm>
              <a:custGeom>
                <a:avLst/>
                <a:gdLst>
                  <a:gd name="T0" fmla="*/ 802 w 5"/>
                  <a:gd name="T1" fmla="*/ 661 h 15"/>
                  <a:gd name="T2" fmla="*/ 967 w 5"/>
                  <a:gd name="T3" fmla="*/ 2824 h 15"/>
                  <a:gd name="T4" fmla="*/ 967 w 5"/>
                  <a:gd name="T5" fmla="*/ 5405 h 15"/>
                  <a:gd name="T6" fmla="*/ 403 w 5"/>
                  <a:gd name="T7" fmla="*/ 4701 h 15"/>
                  <a:gd name="T8" fmla="*/ 168 w 5"/>
                  <a:gd name="T9" fmla="*/ 2581 h 15"/>
                  <a:gd name="T10" fmla="*/ 168 w 5"/>
                  <a:gd name="T11" fmla="*/ 0 h 15"/>
                  <a:gd name="T12" fmla="*/ 802 w 5"/>
                  <a:gd name="T13" fmla="*/ 66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5">
                    <a:moveTo>
                      <a:pt x="4" y="2"/>
                    </a:moveTo>
                    <a:cubicBezTo>
                      <a:pt x="5" y="2"/>
                      <a:pt x="5" y="5"/>
                      <a:pt x="5" y="8"/>
                    </a:cubicBezTo>
                    <a:cubicBezTo>
                      <a:pt x="5" y="11"/>
                      <a:pt x="5" y="15"/>
                      <a:pt x="5" y="15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13"/>
                      <a:pt x="1" y="10"/>
                      <a:pt x="1" y="7"/>
                    </a:cubicBezTo>
                    <a:cubicBezTo>
                      <a:pt x="2" y="3"/>
                      <a:pt x="2" y="1"/>
                      <a:pt x="1" y="0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7" name="Freeform 478">
                <a:extLst>
                  <a:ext uri="{FF2B5EF4-FFF2-40B4-BE49-F238E27FC236}">
                    <a16:creationId xmlns:a16="http://schemas.microsoft.com/office/drawing/2014/main" id="{3B0C7CD7-956A-40CE-9E6B-A35CA7CC8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1903"/>
                <a:ext cx="17" cy="45"/>
              </a:xfrm>
              <a:custGeom>
                <a:avLst/>
                <a:gdLst>
                  <a:gd name="T0" fmla="*/ 831 w 7"/>
                  <a:gd name="T1" fmla="*/ 630 h 17"/>
                  <a:gd name="T2" fmla="*/ 1243 w 7"/>
                  <a:gd name="T3" fmla="*/ 3131 h 17"/>
                  <a:gd name="T4" fmla="*/ 1433 w 7"/>
                  <a:gd name="T5" fmla="*/ 5845 h 17"/>
                  <a:gd name="T6" fmla="*/ 831 w 7"/>
                  <a:gd name="T7" fmla="*/ 5212 h 17"/>
                  <a:gd name="T8" fmla="*/ 590 w 7"/>
                  <a:gd name="T9" fmla="*/ 3131 h 17"/>
                  <a:gd name="T10" fmla="*/ 0 w 7"/>
                  <a:gd name="T11" fmla="*/ 0 h 17"/>
                  <a:gd name="T12" fmla="*/ 831 w 7"/>
                  <a:gd name="T13" fmla="*/ 63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7">
                    <a:moveTo>
                      <a:pt x="4" y="2"/>
                    </a:moveTo>
                    <a:cubicBezTo>
                      <a:pt x="5" y="3"/>
                      <a:pt x="6" y="6"/>
                      <a:pt x="6" y="9"/>
                    </a:cubicBezTo>
                    <a:cubicBezTo>
                      <a:pt x="6" y="12"/>
                      <a:pt x="7" y="17"/>
                      <a:pt x="7" y="17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2" y="14"/>
                      <a:pt x="3" y="11"/>
                      <a:pt x="3" y="9"/>
                    </a:cubicBezTo>
                    <a:cubicBezTo>
                      <a:pt x="2" y="4"/>
                      <a:pt x="1" y="1"/>
                      <a:pt x="0" y="0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8" name="Freeform 479">
                <a:extLst>
                  <a:ext uri="{FF2B5EF4-FFF2-40B4-BE49-F238E27FC236}">
                    <a16:creationId xmlns:a16="http://schemas.microsoft.com/office/drawing/2014/main" id="{9C109915-7533-4372-8708-94D340C4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1937"/>
                <a:ext cx="37" cy="27"/>
              </a:xfrm>
              <a:custGeom>
                <a:avLst/>
                <a:gdLst>
                  <a:gd name="T0" fmla="*/ 0 w 15"/>
                  <a:gd name="T1" fmla="*/ 2282 h 10"/>
                  <a:gd name="T2" fmla="*/ 2743 w 15"/>
                  <a:gd name="T3" fmla="*/ 429 h 10"/>
                  <a:gd name="T4" fmla="*/ 3365 w 15"/>
                  <a:gd name="T5" fmla="*/ 1158 h 10"/>
                  <a:gd name="T6" fmla="*/ 451 w 15"/>
                  <a:gd name="T7" fmla="*/ 3127 h 10"/>
                  <a:gd name="T8" fmla="*/ 0 w 15"/>
                  <a:gd name="T9" fmla="*/ 228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6"/>
                    </a:moveTo>
                    <a:cubicBezTo>
                      <a:pt x="2" y="8"/>
                      <a:pt x="11" y="0"/>
                      <a:pt x="12" y="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5" y="10"/>
                      <a:pt x="2" y="8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9" name="Freeform 480">
                <a:extLst>
                  <a:ext uri="{FF2B5EF4-FFF2-40B4-BE49-F238E27FC236}">
                    <a16:creationId xmlns:a16="http://schemas.microsoft.com/office/drawing/2014/main" id="{59192468-7DF3-4041-B882-3A26AE474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927"/>
                <a:ext cx="38" cy="26"/>
              </a:xfrm>
              <a:custGeom>
                <a:avLst/>
                <a:gdLst>
                  <a:gd name="T0" fmla="*/ 0 w 15"/>
                  <a:gd name="T1" fmla="*/ 1914 h 10"/>
                  <a:gd name="T2" fmla="*/ 3139 w 15"/>
                  <a:gd name="T3" fmla="*/ 372 h 10"/>
                  <a:gd name="T4" fmla="*/ 3955 w 15"/>
                  <a:gd name="T5" fmla="*/ 967 h 10"/>
                  <a:gd name="T6" fmla="*/ 828 w 15"/>
                  <a:gd name="T7" fmla="*/ 2514 h 10"/>
                  <a:gd name="T8" fmla="*/ 0 w 15"/>
                  <a:gd name="T9" fmla="*/ 19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6"/>
                    </a:moveTo>
                    <a:cubicBezTo>
                      <a:pt x="2" y="7"/>
                      <a:pt x="12" y="0"/>
                      <a:pt x="12" y="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5" y="10"/>
                      <a:pt x="3" y="8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0" name="Freeform 481">
                <a:extLst>
                  <a:ext uri="{FF2B5EF4-FFF2-40B4-BE49-F238E27FC236}">
                    <a16:creationId xmlns:a16="http://schemas.microsoft.com/office/drawing/2014/main" id="{02A430A4-5C91-4E31-B871-8814227BA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929"/>
                <a:ext cx="22" cy="16"/>
              </a:xfrm>
              <a:custGeom>
                <a:avLst/>
                <a:gdLst>
                  <a:gd name="T0" fmla="*/ 0 w 9"/>
                  <a:gd name="T1" fmla="*/ 2184 h 6"/>
                  <a:gd name="T2" fmla="*/ 1315 w 9"/>
                  <a:gd name="T3" fmla="*/ 661 h 6"/>
                  <a:gd name="T4" fmla="*/ 1931 w 9"/>
                  <a:gd name="T5" fmla="*/ 0 h 6"/>
                  <a:gd name="T6" fmla="*/ 1931 w 9"/>
                  <a:gd name="T7" fmla="*/ 0 h 6"/>
                  <a:gd name="T8" fmla="*/ 1039 w 9"/>
                  <a:gd name="T9" fmla="*/ 1459 h 6"/>
                  <a:gd name="T10" fmla="*/ 0 w 9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4" y="4"/>
                      <a:pt x="6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3"/>
                      <a:pt x="5" y="4"/>
                    </a:cubicBezTo>
                    <a:cubicBezTo>
                      <a:pt x="3" y="5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1" name="Freeform 482">
                <a:extLst>
                  <a:ext uri="{FF2B5EF4-FFF2-40B4-BE49-F238E27FC236}">
                    <a16:creationId xmlns:a16="http://schemas.microsoft.com/office/drawing/2014/main" id="{8B09F11F-B669-44ED-AD31-3303A889B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943"/>
                <a:ext cx="22" cy="13"/>
              </a:xfrm>
              <a:custGeom>
                <a:avLst/>
                <a:gdLst>
                  <a:gd name="T0" fmla="*/ 0 w 9"/>
                  <a:gd name="T1" fmla="*/ 1547 h 5"/>
                  <a:gd name="T2" fmla="*/ 1315 w 9"/>
                  <a:gd name="T3" fmla="*/ 595 h 5"/>
                  <a:gd name="T4" fmla="*/ 1931 w 9"/>
                  <a:gd name="T5" fmla="*/ 0 h 5"/>
                  <a:gd name="T6" fmla="*/ 1931 w 9"/>
                  <a:gd name="T7" fmla="*/ 0 h 5"/>
                  <a:gd name="T8" fmla="*/ 1039 w 9"/>
                  <a:gd name="T9" fmla="*/ 967 h 5"/>
                  <a:gd name="T10" fmla="*/ 0 w 9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1" y="4"/>
                      <a:pt x="4" y="3"/>
                      <a:pt x="6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2"/>
                      <a:pt x="5" y="3"/>
                    </a:cubicBezTo>
                    <a:cubicBezTo>
                      <a:pt x="3" y="4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2" name="Freeform 483">
                <a:extLst>
                  <a:ext uri="{FF2B5EF4-FFF2-40B4-BE49-F238E27FC236}">
                    <a16:creationId xmlns:a16="http://schemas.microsoft.com/office/drawing/2014/main" id="{D973648C-3E10-48C8-B27C-99BAD19DF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913"/>
                <a:ext cx="37" cy="27"/>
              </a:xfrm>
              <a:custGeom>
                <a:avLst/>
                <a:gdLst>
                  <a:gd name="T0" fmla="*/ 0 w 15"/>
                  <a:gd name="T1" fmla="*/ 2282 h 10"/>
                  <a:gd name="T2" fmla="*/ 2743 w 15"/>
                  <a:gd name="T3" fmla="*/ 429 h 10"/>
                  <a:gd name="T4" fmla="*/ 3365 w 15"/>
                  <a:gd name="T5" fmla="*/ 1596 h 10"/>
                  <a:gd name="T6" fmla="*/ 451 w 15"/>
                  <a:gd name="T7" fmla="*/ 3127 h 10"/>
                  <a:gd name="T8" fmla="*/ 0 w 15"/>
                  <a:gd name="T9" fmla="*/ 228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6"/>
                    </a:moveTo>
                    <a:cubicBezTo>
                      <a:pt x="2" y="8"/>
                      <a:pt x="11" y="0"/>
                      <a:pt x="12" y="1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3"/>
                      <a:pt x="5" y="10"/>
                      <a:pt x="2" y="8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3" name="Freeform 484">
                <a:extLst>
                  <a:ext uri="{FF2B5EF4-FFF2-40B4-BE49-F238E27FC236}">
                    <a16:creationId xmlns:a16="http://schemas.microsoft.com/office/drawing/2014/main" id="{49BE0D9F-C35E-4D9F-93DD-DF9E46449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1919"/>
                <a:ext cx="23" cy="13"/>
              </a:xfrm>
              <a:custGeom>
                <a:avLst/>
                <a:gdLst>
                  <a:gd name="T0" fmla="*/ 0 w 9"/>
                  <a:gd name="T1" fmla="*/ 1547 h 5"/>
                  <a:gd name="T2" fmla="*/ 1620 w 9"/>
                  <a:gd name="T3" fmla="*/ 595 h 5"/>
                  <a:gd name="T4" fmla="*/ 2520 w 9"/>
                  <a:gd name="T5" fmla="*/ 0 h 5"/>
                  <a:gd name="T6" fmla="*/ 2520 w 9"/>
                  <a:gd name="T7" fmla="*/ 0 h 5"/>
                  <a:gd name="T8" fmla="*/ 1104 w 9"/>
                  <a:gd name="T9" fmla="*/ 967 h 5"/>
                  <a:gd name="T10" fmla="*/ 0 w 9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1" y="5"/>
                      <a:pt x="4" y="3"/>
                      <a:pt x="6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2"/>
                      <a:pt x="4" y="3"/>
                    </a:cubicBezTo>
                    <a:cubicBezTo>
                      <a:pt x="3" y="4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4" name="Freeform 485">
                <a:extLst>
                  <a:ext uri="{FF2B5EF4-FFF2-40B4-BE49-F238E27FC236}">
                    <a16:creationId xmlns:a16="http://schemas.microsoft.com/office/drawing/2014/main" id="{ADAE5FA7-3DC2-4131-A43D-452168CA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903"/>
                <a:ext cx="33" cy="32"/>
              </a:xfrm>
              <a:custGeom>
                <a:avLst/>
                <a:gdLst>
                  <a:gd name="T0" fmla="*/ 0 w 13"/>
                  <a:gd name="T1" fmla="*/ 3243 h 12"/>
                  <a:gd name="T2" fmla="*/ 2617 w 13"/>
                  <a:gd name="T3" fmla="*/ 0 h 12"/>
                  <a:gd name="T4" fmla="*/ 3485 w 13"/>
                  <a:gd name="T5" fmla="*/ 661 h 12"/>
                  <a:gd name="T6" fmla="*/ 830 w 13"/>
                  <a:gd name="T7" fmla="*/ 3640 h 12"/>
                  <a:gd name="T8" fmla="*/ 0 w 13"/>
                  <a:gd name="T9" fmla="*/ 324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9"/>
                    </a:moveTo>
                    <a:cubicBezTo>
                      <a:pt x="3" y="10"/>
                      <a:pt x="9" y="0"/>
                      <a:pt x="10" y="0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6" y="12"/>
                      <a:pt x="3" y="10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5" name="Freeform 486">
                <a:extLst>
                  <a:ext uri="{FF2B5EF4-FFF2-40B4-BE49-F238E27FC236}">
                    <a16:creationId xmlns:a16="http://schemas.microsoft.com/office/drawing/2014/main" id="{B1510259-499A-4F44-A464-C41E084AC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905"/>
                <a:ext cx="15" cy="22"/>
              </a:xfrm>
              <a:custGeom>
                <a:avLst/>
                <a:gdLst>
                  <a:gd name="T0" fmla="*/ 0 w 6"/>
                  <a:gd name="T1" fmla="*/ 3495 h 8"/>
                  <a:gd name="T2" fmla="*/ 988 w 6"/>
                  <a:gd name="T3" fmla="*/ 1271 h 8"/>
                  <a:gd name="T4" fmla="*/ 1488 w 6"/>
                  <a:gd name="T5" fmla="*/ 0 h 8"/>
                  <a:gd name="T6" fmla="*/ 1488 w 6"/>
                  <a:gd name="T7" fmla="*/ 0 h 8"/>
                  <a:gd name="T8" fmla="*/ 988 w 6"/>
                  <a:gd name="T9" fmla="*/ 2225 h 8"/>
                  <a:gd name="T10" fmla="*/ 0 w 6"/>
                  <a:gd name="T11" fmla="*/ 349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1" y="7"/>
                      <a:pt x="3" y="5"/>
                      <a:pt x="4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3"/>
                      <a:pt x="4" y="5"/>
                    </a:cubicBezTo>
                    <a:cubicBezTo>
                      <a:pt x="3" y="6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6" name="Freeform 487">
                <a:extLst>
                  <a:ext uri="{FF2B5EF4-FFF2-40B4-BE49-F238E27FC236}">
                    <a16:creationId xmlns:a16="http://schemas.microsoft.com/office/drawing/2014/main" id="{23DC7FA6-DF66-44C7-AF05-B9F3A6A52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1977"/>
                <a:ext cx="25" cy="43"/>
              </a:xfrm>
              <a:custGeom>
                <a:avLst/>
                <a:gdLst>
                  <a:gd name="T0" fmla="*/ 2270 w 10"/>
                  <a:gd name="T1" fmla="*/ 1148 h 16"/>
                  <a:gd name="T2" fmla="*/ 1488 w 10"/>
                  <a:gd name="T3" fmla="*/ 3806 h 16"/>
                  <a:gd name="T4" fmla="*/ 520 w 10"/>
                  <a:gd name="T5" fmla="*/ 6060 h 16"/>
                  <a:gd name="T6" fmla="*/ 313 w 10"/>
                  <a:gd name="T7" fmla="*/ 4913 h 16"/>
                  <a:gd name="T8" fmla="*/ 988 w 10"/>
                  <a:gd name="T9" fmla="*/ 2658 h 16"/>
                  <a:gd name="T10" fmla="*/ 1958 w 10"/>
                  <a:gd name="T11" fmla="*/ 0 h 16"/>
                  <a:gd name="T12" fmla="*/ 2270 w 10"/>
                  <a:gd name="T13" fmla="*/ 114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9" y="3"/>
                    </a:moveTo>
                    <a:cubicBezTo>
                      <a:pt x="10" y="4"/>
                      <a:pt x="8" y="8"/>
                      <a:pt x="6" y="10"/>
                    </a:cubicBezTo>
                    <a:cubicBezTo>
                      <a:pt x="5" y="12"/>
                      <a:pt x="2" y="16"/>
                      <a:pt x="2" y="16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1"/>
                      <a:pt x="2" y="9"/>
                      <a:pt x="4" y="7"/>
                    </a:cubicBezTo>
                    <a:cubicBezTo>
                      <a:pt x="7" y="4"/>
                      <a:pt x="8" y="1"/>
                      <a:pt x="8" y="0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7" name="Freeform 488">
                <a:extLst>
                  <a:ext uri="{FF2B5EF4-FFF2-40B4-BE49-F238E27FC236}">
                    <a16:creationId xmlns:a16="http://schemas.microsoft.com/office/drawing/2014/main" id="{1CCFDEFB-D996-414F-8CA8-A0274E25D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961"/>
                <a:ext cx="22" cy="43"/>
              </a:xfrm>
              <a:custGeom>
                <a:avLst/>
                <a:gdLst>
                  <a:gd name="T0" fmla="*/ 1750 w 9"/>
                  <a:gd name="T1" fmla="*/ 1148 h 16"/>
                  <a:gd name="T2" fmla="*/ 1315 w 9"/>
                  <a:gd name="T3" fmla="*/ 3806 h 16"/>
                  <a:gd name="T4" fmla="*/ 425 w 9"/>
                  <a:gd name="T5" fmla="*/ 6060 h 16"/>
                  <a:gd name="T6" fmla="*/ 174 w 9"/>
                  <a:gd name="T7" fmla="*/ 4913 h 16"/>
                  <a:gd name="T8" fmla="*/ 860 w 9"/>
                  <a:gd name="T9" fmla="*/ 2658 h 16"/>
                  <a:gd name="T10" fmla="*/ 1506 w 9"/>
                  <a:gd name="T11" fmla="*/ 0 h 16"/>
                  <a:gd name="T12" fmla="*/ 1750 w 9"/>
                  <a:gd name="T13" fmla="*/ 114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6">
                    <a:moveTo>
                      <a:pt x="8" y="3"/>
                    </a:moveTo>
                    <a:cubicBezTo>
                      <a:pt x="9" y="5"/>
                      <a:pt x="8" y="8"/>
                      <a:pt x="6" y="10"/>
                    </a:cubicBezTo>
                    <a:cubicBezTo>
                      <a:pt x="5" y="12"/>
                      <a:pt x="2" y="16"/>
                      <a:pt x="2" y="16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1"/>
                      <a:pt x="2" y="9"/>
                      <a:pt x="4" y="7"/>
                    </a:cubicBezTo>
                    <a:cubicBezTo>
                      <a:pt x="7" y="3"/>
                      <a:pt x="7" y="1"/>
                      <a:pt x="7" y="0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8" name="Freeform 489">
                <a:extLst>
                  <a:ext uri="{FF2B5EF4-FFF2-40B4-BE49-F238E27FC236}">
                    <a16:creationId xmlns:a16="http://schemas.microsoft.com/office/drawing/2014/main" id="{70774DF3-0DE9-4BE3-A62C-20E9D60CC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975"/>
                <a:ext cx="37" cy="18"/>
              </a:xfrm>
              <a:custGeom>
                <a:avLst/>
                <a:gdLst>
                  <a:gd name="T0" fmla="*/ 0 w 15"/>
                  <a:gd name="T1" fmla="*/ 357 h 7"/>
                  <a:gd name="T2" fmla="*/ 3182 w 15"/>
                  <a:gd name="T3" fmla="*/ 357 h 7"/>
                  <a:gd name="T4" fmla="*/ 3365 w 15"/>
                  <a:gd name="T5" fmla="*/ 1137 h 7"/>
                  <a:gd name="T6" fmla="*/ 451 w 15"/>
                  <a:gd name="T7" fmla="*/ 1137 h 7"/>
                  <a:gd name="T8" fmla="*/ 0 w 15"/>
                  <a:gd name="T9" fmla="*/ 35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0" y="1"/>
                    </a:moveTo>
                    <a:cubicBezTo>
                      <a:pt x="2" y="3"/>
                      <a:pt x="13" y="0"/>
                      <a:pt x="14" y="1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4" y="7"/>
                      <a:pt x="2" y="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9" name="Freeform 490">
                <a:extLst>
                  <a:ext uri="{FF2B5EF4-FFF2-40B4-BE49-F238E27FC236}">
                    <a16:creationId xmlns:a16="http://schemas.microsoft.com/office/drawing/2014/main" id="{3894E47C-E2E7-4FC1-B6A2-8DCB76879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959"/>
                <a:ext cx="37" cy="18"/>
              </a:xfrm>
              <a:custGeom>
                <a:avLst/>
                <a:gdLst>
                  <a:gd name="T0" fmla="*/ 0 w 15"/>
                  <a:gd name="T1" fmla="*/ 357 h 7"/>
                  <a:gd name="T2" fmla="*/ 2925 w 15"/>
                  <a:gd name="T3" fmla="*/ 357 h 7"/>
                  <a:gd name="T4" fmla="*/ 3365 w 15"/>
                  <a:gd name="T5" fmla="*/ 1448 h 7"/>
                  <a:gd name="T6" fmla="*/ 183 w 15"/>
                  <a:gd name="T7" fmla="*/ 1448 h 7"/>
                  <a:gd name="T8" fmla="*/ 0 w 15"/>
                  <a:gd name="T9" fmla="*/ 35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0" y="1"/>
                    </a:moveTo>
                    <a:cubicBezTo>
                      <a:pt x="1" y="4"/>
                      <a:pt x="12" y="0"/>
                      <a:pt x="13" y="1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4"/>
                      <a:pt x="3" y="7"/>
                      <a:pt x="1" y="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0" name="Freeform 491">
                <a:extLst>
                  <a:ext uri="{FF2B5EF4-FFF2-40B4-BE49-F238E27FC236}">
                    <a16:creationId xmlns:a16="http://schemas.microsoft.com/office/drawing/2014/main" id="{B95816B8-B250-4B95-88CA-3787BEF3A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964"/>
                <a:ext cx="25" cy="5"/>
              </a:xfrm>
              <a:custGeom>
                <a:avLst/>
                <a:gdLst>
                  <a:gd name="T0" fmla="*/ 0 w 10"/>
                  <a:gd name="T1" fmla="*/ 313 h 2"/>
                  <a:gd name="T2" fmla="*/ 1770 w 10"/>
                  <a:gd name="T3" fmla="*/ 0 h 2"/>
                  <a:gd name="T4" fmla="*/ 2470 w 10"/>
                  <a:gd name="T5" fmla="*/ 0 h 2"/>
                  <a:gd name="T6" fmla="*/ 2470 w 10"/>
                  <a:gd name="T7" fmla="*/ 0 h 2"/>
                  <a:gd name="T8" fmla="*/ 1300 w 10"/>
                  <a:gd name="T9" fmla="*/ 313 h 2"/>
                  <a:gd name="T10" fmla="*/ 0 w 10"/>
                  <a:gd name="T11" fmla="*/ 31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1"/>
                    </a:moveTo>
                    <a:cubicBezTo>
                      <a:pt x="1" y="1"/>
                      <a:pt x="4" y="1"/>
                      <a:pt x="7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1"/>
                      <a:pt x="5" y="1"/>
                    </a:cubicBezTo>
                    <a:cubicBezTo>
                      <a:pt x="3" y="2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1" name="Freeform 492">
                <a:extLst>
                  <a:ext uri="{FF2B5EF4-FFF2-40B4-BE49-F238E27FC236}">
                    <a16:creationId xmlns:a16="http://schemas.microsoft.com/office/drawing/2014/main" id="{9BDA7634-4770-4D85-9D9B-162504D07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977"/>
                <a:ext cx="25" cy="6"/>
              </a:xfrm>
              <a:custGeom>
                <a:avLst/>
                <a:gdLst>
                  <a:gd name="T0" fmla="*/ 0 w 10"/>
                  <a:gd name="T1" fmla="*/ 1458 h 2"/>
                  <a:gd name="T2" fmla="*/ 1770 w 10"/>
                  <a:gd name="T3" fmla="*/ 729 h 2"/>
                  <a:gd name="T4" fmla="*/ 2470 w 10"/>
                  <a:gd name="T5" fmla="*/ 0 h 2"/>
                  <a:gd name="T6" fmla="*/ 2470 w 10"/>
                  <a:gd name="T7" fmla="*/ 0 h 2"/>
                  <a:gd name="T8" fmla="*/ 1300 w 10"/>
                  <a:gd name="T9" fmla="*/ 1458 h 2"/>
                  <a:gd name="T10" fmla="*/ 0 w 10"/>
                  <a:gd name="T11" fmla="*/ 1458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2" y="2"/>
                      <a:pt x="4" y="1"/>
                      <a:pt x="7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1"/>
                      <a:pt x="5" y="2"/>
                    </a:cubicBezTo>
                    <a:cubicBezTo>
                      <a:pt x="3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2" name="Freeform 493">
                <a:extLst>
                  <a:ext uri="{FF2B5EF4-FFF2-40B4-BE49-F238E27FC236}">
                    <a16:creationId xmlns:a16="http://schemas.microsoft.com/office/drawing/2014/main" id="{51AE319D-8085-4E2F-81DE-C218A6CD9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060"/>
                <a:ext cx="33" cy="32"/>
              </a:xfrm>
              <a:custGeom>
                <a:avLst/>
                <a:gdLst>
                  <a:gd name="T0" fmla="*/ 3485 w 13"/>
                  <a:gd name="T1" fmla="*/ 1459 h 12"/>
                  <a:gd name="T2" fmla="*/ 1914 w 13"/>
                  <a:gd name="T3" fmla="*/ 3243 h 12"/>
                  <a:gd name="T4" fmla="*/ 0 w 13"/>
                  <a:gd name="T5" fmla="*/ 4301 h 12"/>
                  <a:gd name="T6" fmla="*/ 327 w 13"/>
                  <a:gd name="T7" fmla="*/ 2824 h 12"/>
                  <a:gd name="T8" fmla="*/ 1571 w 13"/>
                  <a:gd name="T9" fmla="*/ 1763 h 12"/>
                  <a:gd name="T10" fmla="*/ 3485 w 13"/>
                  <a:gd name="T11" fmla="*/ 0 h 12"/>
                  <a:gd name="T12" fmla="*/ 3485 w 13"/>
                  <a:gd name="T13" fmla="*/ 145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13" y="4"/>
                    </a:moveTo>
                    <a:cubicBezTo>
                      <a:pt x="13" y="5"/>
                      <a:pt x="10" y="7"/>
                      <a:pt x="7" y="9"/>
                    </a:cubicBezTo>
                    <a:cubicBezTo>
                      <a:pt x="5" y="10"/>
                      <a:pt x="0" y="11"/>
                      <a:pt x="0" y="1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4" y="6"/>
                      <a:pt x="6" y="5"/>
                    </a:cubicBezTo>
                    <a:cubicBezTo>
                      <a:pt x="11" y="3"/>
                      <a:pt x="13" y="1"/>
                      <a:pt x="13" y="0"/>
                    </a:cubicBezTo>
                    <a:lnTo>
                      <a:pt x="13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3" name="Freeform 494">
                <a:extLst>
                  <a:ext uri="{FF2B5EF4-FFF2-40B4-BE49-F238E27FC236}">
                    <a16:creationId xmlns:a16="http://schemas.microsoft.com/office/drawing/2014/main" id="{95558201-71BD-48E0-9AE3-28B701D15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044"/>
                <a:ext cx="30" cy="29"/>
              </a:xfrm>
              <a:custGeom>
                <a:avLst/>
                <a:gdLst>
                  <a:gd name="T0" fmla="*/ 2938 w 12"/>
                  <a:gd name="T1" fmla="*/ 1389 h 11"/>
                  <a:gd name="T2" fmla="*/ 1488 w 12"/>
                  <a:gd name="T3" fmla="*/ 2655 h 11"/>
                  <a:gd name="T4" fmla="*/ 0 w 12"/>
                  <a:gd name="T5" fmla="*/ 3662 h 11"/>
                  <a:gd name="T6" fmla="*/ 0 w 12"/>
                  <a:gd name="T7" fmla="*/ 2655 h 11"/>
                  <a:gd name="T8" fmla="*/ 1488 w 12"/>
                  <a:gd name="T9" fmla="*/ 1648 h 11"/>
                  <a:gd name="T10" fmla="*/ 2938 w 12"/>
                  <a:gd name="T11" fmla="*/ 0 h 11"/>
                  <a:gd name="T12" fmla="*/ 2938 w 12"/>
                  <a:gd name="T13" fmla="*/ 1389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12" y="4"/>
                    </a:moveTo>
                    <a:cubicBezTo>
                      <a:pt x="11" y="5"/>
                      <a:pt x="9" y="7"/>
                      <a:pt x="6" y="8"/>
                    </a:cubicBezTo>
                    <a:cubicBezTo>
                      <a:pt x="4" y="10"/>
                      <a:pt x="0" y="11"/>
                      <a:pt x="0" y="11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6"/>
                      <a:pt x="3" y="6"/>
                      <a:pt x="6" y="5"/>
                    </a:cubicBezTo>
                    <a:cubicBezTo>
                      <a:pt x="10" y="3"/>
                      <a:pt x="12" y="1"/>
                      <a:pt x="12" y="0"/>
                    </a:cubicBez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4" name="Freeform 495">
                <a:extLst>
                  <a:ext uri="{FF2B5EF4-FFF2-40B4-BE49-F238E27FC236}">
                    <a16:creationId xmlns:a16="http://schemas.microsoft.com/office/drawing/2014/main" id="{59E6F67C-37B5-40E1-9118-17F2762E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020"/>
                <a:ext cx="28" cy="32"/>
              </a:xfrm>
              <a:custGeom>
                <a:avLst/>
                <a:gdLst>
                  <a:gd name="T0" fmla="*/ 2986 w 11"/>
                  <a:gd name="T1" fmla="*/ 1059 h 12"/>
                  <a:gd name="T2" fmla="*/ 1601 w 11"/>
                  <a:gd name="T3" fmla="*/ 2824 h 12"/>
                  <a:gd name="T4" fmla="*/ 0 w 11"/>
                  <a:gd name="T5" fmla="*/ 4301 h 12"/>
                  <a:gd name="T6" fmla="*/ 0 w 11"/>
                  <a:gd name="T7" fmla="*/ 2824 h 12"/>
                  <a:gd name="T8" fmla="*/ 1387 w 11"/>
                  <a:gd name="T9" fmla="*/ 1459 h 12"/>
                  <a:gd name="T10" fmla="*/ 2688 w 11"/>
                  <a:gd name="T11" fmla="*/ 0 h 12"/>
                  <a:gd name="T12" fmla="*/ 2986 w 11"/>
                  <a:gd name="T13" fmla="*/ 105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11" y="3"/>
                    </a:moveTo>
                    <a:cubicBezTo>
                      <a:pt x="11" y="4"/>
                      <a:pt x="9" y="6"/>
                      <a:pt x="6" y="8"/>
                    </a:cubicBezTo>
                    <a:cubicBezTo>
                      <a:pt x="4" y="9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3" y="6"/>
                      <a:pt x="5" y="4"/>
                    </a:cubicBezTo>
                    <a:cubicBezTo>
                      <a:pt x="9" y="2"/>
                      <a:pt x="10" y="1"/>
                      <a:pt x="10" y="0"/>
                    </a:cubicBez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5" name="Freeform 496">
                <a:extLst>
                  <a:ext uri="{FF2B5EF4-FFF2-40B4-BE49-F238E27FC236}">
                    <a16:creationId xmlns:a16="http://schemas.microsoft.com/office/drawing/2014/main" id="{12DE55A6-BC18-4790-BB64-35ED32D61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996"/>
                <a:ext cx="28" cy="43"/>
              </a:xfrm>
              <a:custGeom>
                <a:avLst/>
                <a:gdLst>
                  <a:gd name="T0" fmla="*/ 2986 w 11"/>
                  <a:gd name="T1" fmla="*/ 1575 h 16"/>
                  <a:gd name="T2" fmla="*/ 1601 w 11"/>
                  <a:gd name="T3" fmla="*/ 4233 h 16"/>
                  <a:gd name="T4" fmla="*/ 331 w 11"/>
                  <a:gd name="T5" fmla="*/ 6060 h 16"/>
                  <a:gd name="T6" fmla="*/ 0 w 11"/>
                  <a:gd name="T7" fmla="*/ 4485 h 16"/>
                  <a:gd name="T8" fmla="*/ 1387 w 11"/>
                  <a:gd name="T9" fmla="*/ 3085 h 16"/>
                  <a:gd name="T10" fmla="*/ 2688 w 11"/>
                  <a:gd name="T11" fmla="*/ 0 h 16"/>
                  <a:gd name="T12" fmla="*/ 2986 w 11"/>
                  <a:gd name="T13" fmla="*/ 157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6">
                    <a:moveTo>
                      <a:pt x="11" y="4"/>
                    </a:moveTo>
                    <a:cubicBezTo>
                      <a:pt x="11" y="6"/>
                      <a:pt x="9" y="9"/>
                      <a:pt x="6" y="11"/>
                    </a:cubicBezTo>
                    <a:cubicBezTo>
                      <a:pt x="4" y="13"/>
                      <a:pt x="1" y="16"/>
                      <a:pt x="1" y="16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3" y="9"/>
                      <a:pt x="5" y="8"/>
                    </a:cubicBezTo>
                    <a:cubicBezTo>
                      <a:pt x="8" y="4"/>
                      <a:pt x="10" y="1"/>
                      <a:pt x="10" y="0"/>
                    </a:cubicBez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6" name="Freeform 497">
                <a:extLst>
                  <a:ext uri="{FF2B5EF4-FFF2-40B4-BE49-F238E27FC236}">
                    <a16:creationId xmlns:a16="http://schemas.microsoft.com/office/drawing/2014/main" id="{47FCCDC0-A875-48A4-9B94-254855CCB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044"/>
                <a:ext cx="30" cy="27"/>
              </a:xfrm>
              <a:custGeom>
                <a:avLst/>
                <a:gdLst>
                  <a:gd name="T0" fmla="*/ 0 w 12"/>
                  <a:gd name="T1" fmla="*/ 0 h 10"/>
                  <a:gd name="T2" fmla="*/ 2738 w 12"/>
                  <a:gd name="T3" fmla="*/ 2282 h 10"/>
                  <a:gd name="T4" fmla="*/ 2738 w 12"/>
                  <a:gd name="T5" fmla="*/ 3877 h 10"/>
                  <a:gd name="T6" fmla="*/ 0 w 12"/>
                  <a:gd name="T7" fmla="*/ 1158 h 10"/>
                  <a:gd name="T8" fmla="*/ 0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0" y="3"/>
                      <a:pt x="12" y="5"/>
                      <a:pt x="11" y="6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9"/>
                      <a:pt x="0" y="7"/>
                      <a:pt x="0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7" name="Freeform 498">
                <a:extLst>
                  <a:ext uri="{FF2B5EF4-FFF2-40B4-BE49-F238E27FC236}">
                    <a16:creationId xmlns:a16="http://schemas.microsoft.com/office/drawing/2014/main" id="{6F2A3D61-A0D1-4E06-A585-81C34FFC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028"/>
                <a:ext cx="30" cy="27"/>
              </a:xfrm>
              <a:custGeom>
                <a:avLst/>
                <a:gdLst>
                  <a:gd name="T0" fmla="*/ 0 w 12"/>
                  <a:gd name="T1" fmla="*/ 0 h 10"/>
                  <a:gd name="T2" fmla="*/ 2938 w 12"/>
                  <a:gd name="T3" fmla="*/ 2282 h 10"/>
                  <a:gd name="T4" fmla="*/ 2938 w 12"/>
                  <a:gd name="T5" fmla="*/ 3877 h 10"/>
                  <a:gd name="T6" fmla="*/ 0 w 12"/>
                  <a:gd name="T7" fmla="*/ 1158 h 10"/>
                  <a:gd name="T8" fmla="*/ 0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0" y="2"/>
                      <a:pt x="12" y="5"/>
                      <a:pt x="12" y="6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0" y="6"/>
                      <a:pt x="0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8" name="Freeform 499">
                <a:extLst>
                  <a:ext uri="{FF2B5EF4-FFF2-40B4-BE49-F238E27FC236}">
                    <a16:creationId xmlns:a16="http://schemas.microsoft.com/office/drawing/2014/main" id="{57C88286-73B0-4457-BC10-91D2A4D2C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033"/>
                <a:ext cx="25" cy="11"/>
              </a:xfrm>
              <a:custGeom>
                <a:avLst/>
                <a:gdLst>
                  <a:gd name="T0" fmla="*/ 0 w 10"/>
                  <a:gd name="T1" fmla="*/ 0 h 4"/>
                  <a:gd name="T2" fmla="*/ 1770 w 10"/>
                  <a:gd name="T3" fmla="*/ 1271 h 4"/>
                  <a:gd name="T4" fmla="*/ 2470 w 10"/>
                  <a:gd name="T5" fmla="*/ 1724 h 4"/>
                  <a:gd name="T6" fmla="*/ 2470 w 10"/>
                  <a:gd name="T7" fmla="*/ 1724 h 4"/>
                  <a:gd name="T8" fmla="*/ 1300 w 10"/>
                  <a:gd name="T9" fmla="*/ 1271 h 4"/>
                  <a:gd name="T10" fmla="*/ 0 w 10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2" y="1"/>
                      <a:pt x="4" y="2"/>
                      <a:pt x="7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7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9" name="Freeform 500">
                <a:extLst>
                  <a:ext uri="{FF2B5EF4-FFF2-40B4-BE49-F238E27FC236}">
                    <a16:creationId xmlns:a16="http://schemas.microsoft.com/office/drawing/2014/main" id="{40B05925-058B-487F-9BAB-E8A7483AE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049"/>
                <a:ext cx="25" cy="11"/>
              </a:xfrm>
              <a:custGeom>
                <a:avLst/>
                <a:gdLst>
                  <a:gd name="T0" fmla="*/ 0 w 10"/>
                  <a:gd name="T1" fmla="*/ 0 h 4"/>
                  <a:gd name="T2" fmla="*/ 1770 w 10"/>
                  <a:gd name="T3" fmla="*/ 1271 h 4"/>
                  <a:gd name="T4" fmla="*/ 2470 w 10"/>
                  <a:gd name="T5" fmla="*/ 1724 h 4"/>
                  <a:gd name="T6" fmla="*/ 2470 w 10"/>
                  <a:gd name="T7" fmla="*/ 1724 h 4"/>
                  <a:gd name="T8" fmla="*/ 1300 w 10"/>
                  <a:gd name="T9" fmla="*/ 1271 h 4"/>
                  <a:gd name="T10" fmla="*/ 0 w 10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2" y="1"/>
                      <a:pt x="4" y="2"/>
                      <a:pt x="7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7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00" name="Freeform 501">
                <a:extLst>
                  <a:ext uri="{FF2B5EF4-FFF2-40B4-BE49-F238E27FC236}">
                    <a16:creationId xmlns:a16="http://schemas.microsoft.com/office/drawing/2014/main" id="{567A0D52-FEC1-4CA3-A412-185953009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004"/>
                <a:ext cx="30" cy="27"/>
              </a:xfrm>
              <a:custGeom>
                <a:avLst/>
                <a:gdLst>
                  <a:gd name="T0" fmla="*/ 0 w 12"/>
                  <a:gd name="T1" fmla="*/ 0 h 10"/>
                  <a:gd name="T2" fmla="*/ 2938 w 12"/>
                  <a:gd name="T3" fmla="*/ 2282 h 10"/>
                  <a:gd name="T4" fmla="*/ 2938 w 12"/>
                  <a:gd name="T5" fmla="*/ 3877 h 10"/>
                  <a:gd name="T6" fmla="*/ 0 w 12"/>
                  <a:gd name="T7" fmla="*/ 1596 h 10"/>
                  <a:gd name="T8" fmla="*/ 0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0" y="3"/>
                      <a:pt x="12" y="5"/>
                      <a:pt x="12" y="6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0" y="7"/>
                      <a:pt x="0" y="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01" name="Freeform 502">
                <a:extLst>
                  <a:ext uri="{FF2B5EF4-FFF2-40B4-BE49-F238E27FC236}">
                    <a16:creationId xmlns:a16="http://schemas.microsoft.com/office/drawing/2014/main" id="{418FB3D2-C887-4B96-9B94-8BF184E75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012"/>
                <a:ext cx="25" cy="11"/>
              </a:xfrm>
              <a:custGeom>
                <a:avLst/>
                <a:gdLst>
                  <a:gd name="T0" fmla="*/ 0 w 10"/>
                  <a:gd name="T1" fmla="*/ 0 h 4"/>
                  <a:gd name="T2" fmla="*/ 1770 w 10"/>
                  <a:gd name="T3" fmla="*/ 1271 h 4"/>
                  <a:gd name="T4" fmla="*/ 2470 w 10"/>
                  <a:gd name="T5" fmla="*/ 1724 h 4"/>
                  <a:gd name="T6" fmla="*/ 2470 w 10"/>
                  <a:gd name="T7" fmla="*/ 1724 h 4"/>
                  <a:gd name="T8" fmla="*/ 1300 w 10"/>
                  <a:gd name="T9" fmla="*/ 1271 h 4"/>
                  <a:gd name="T10" fmla="*/ 0 w 10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2" y="1"/>
                      <a:pt x="4" y="2"/>
                      <a:pt x="7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7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02" name="Freeform 503">
                <a:extLst>
                  <a:ext uri="{FF2B5EF4-FFF2-40B4-BE49-F238E27FC236}">
                    <a16:creationId xmlns:a16="http://schemas.microsoft.com/office/drawing/2014/main" id="{363753A2-2DC9-4D15-98BA-CA80E23D9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993"/>
                <a:ext cx="35" cy="16"/>
              </a:xfrm>
              <a:custGeom>
                <a:avLst/>
                <a:gdLst>
                  <a:gd name="T0" fmla="*/ 0 w 14"/>
                  <a:gd name="T1" fmla="*/ 0 h 6"/>
                  <a:gd name="T2" fmla="*/ 3250 w 14"/>
                  <a:gd name="T3" fmla="*/ 661 h 6"/>
                  <a:gd name="T4" fmla="*/ 3438 w 14"/>
                  <a:gd name="T5" fmla="*/ 2184 h 6"/>
                  <a:gd name="T6" fmla="*/ 313 w 14"/>
                  <a:gd name="T7" fmla="*/ 1059 h 6"/>
                  <a:gd name="T8" fmla="*/ 0 w 1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cubicBezTo>
                      <a:pt x="1" y="2"/>
                      <a:pt x="13" y="1"/>
                      <a:pt x="13" y="2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5"/>
                      <a:pt x="2" y="6"/>
                      <a:pt x="1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03" name="Freeform 504">
                <a:extLst>
                  <a:ext uri="{FF2B5EF4-FFF2-40B4-BE49-F238E27FC236}">
                    <a16:creationId xmlns:a16="http://schemas.microsoft.com/office/drawing/2014/main" id="{AD4C72B2-DCB1-4DB6-93F6-7FD08773C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1999"/>
                <a:ext cx="25" cy="2"/>
              </a:xfrm>
              <a:custGeom>
                <a:avLst/>
                <a:gdLst>
                  <a:gd name="T0" fmla="*/ 0 w 10"/>
                  <a:gd name="T1" fmla="*/ 0 h 1"/>
                  <a:gd name="T2" fmla="*/ 1770 w 10"/>
                  <a:gd name="T3" fmla="*/ 0 h 1"/>
                  <a:gd name="T4" fmla="*/ 2470 w 10"/>
                  <a:gd name="T5" fmla="*/ 0 h 1"/>
                  <a:gd name="T6" fmla="*/ 2470 w 10"/>
                  <a:gd name="T7" fmla="*/ 0 h 1"/>
                  <a:gd name="T8" fmla="*/ 1300 w 10"/>
                  <a:gd name="T9" fmla="*/ 64 h 1"/>
                  <a:gd name="T10" fmla="*/ 0 w 10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2" y="0"/>
                      <a:pt x="4" y="0"/>
                      <a:pt x="7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1"/>
                      <a:pt x="5" y="1"/>
                    </a:cubicBezTo>
                    <a:cubicBezTo>
                      <a:pt x="3" y="1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04" name="Freeform 505">
                <a:extLst>
                  <a:ext uri="{FF2B5EF4-FFF2-40B4-BE49-F238E27FC236}">
                    <a16:creationId xmlns:a16="http://schemas.microsoft.com/office/drawing/2014/main" id="{75281A64-50A0-473D-BB7A-A81C3D6FD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183"/>
                <a:ext cx="33" cy="29"/>
              </a:xfrm>
              <a:custGeom>
                <a:avLst/>
                <a:gdLst>
                  <a:gd name="T0" fmla="*/ 2404 w 13"/>
                  <a:gd name="T1" fmla="*/ 3662 h 11"/>
                  <a:gd name="T2" fmla="*/ 830 w 13"/>
                  <a:gd name="T3" fmla="*/ 2035 h 11"/>
                  <a:gd name="T4" fmla="*/ 0 w 13"/>
                  <a:gd name="T5" fmla="*/ 0 h 11"/>
                  <a:gd name="T6" fmla="*/ 830 w 13"/>
                  <a:gd name="T7" fmla="*/ 0 h 11"/>
                  <a:gd name="T8" fmla="*/ 1914 w 13"/>
                  <a:gd name="T9" fmla="*/ 1648 h 11"/>
                  <a:gd name="T10" fmla="*/ 3485 w 13"/>
                  <a:gd name="T11" fmla="*/ 3662 h 11"/>
                  <a:gd name="T12" fmla="*/ 2404 w 13"/>
                  <a:gd name="T13" fmla="*/ 366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9" y="11"/>
                    </a:moveTo>
                    <a:cubicBezTo>
                      <a:pt x="7" y="11"/>
                      <a:pt x="5" y="9"/>
                      <a:pt x="3" y="6"/>
                    </a:cubicBezTo>
                    <a:cubicBezTo>
                      <a:pt x="2" y="4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6" y="3"/>
                      <a:pt x="7" y="5"/>
                    </a:cubicBezTo>
                    <a:cubicBezTo>
                      <a:pt x="9" y="10"/>
                      <a:pt x="12" y="11"/>
                      <a:pt x="13" y="11"/>
                    </a:cubicBez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05" name="Freeform 506">
                <a:extLst>
                  <a:ext uri="{FF2B5EF4-FFF2-40B4-BE49-F238E27FC236}">
                    <a16:creationId xmlns:a16="http://schemas.microsoft.com/office/drawing/2014/main" id="{A09896DC-F27B-4249-8E3D-959A65635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183"/>
                <a:ext cx="27" cy="29"/>
              </a:xfrm>
              <a:custGeom>
                <a:avLst/>
                <a:gdLst>
                  <a:gd name="T0" fmla="*/ 2398 w 11"/>
                  <a:gd name="T1" fmla="*/ 0 h 11"/>
                  <a:gd name="T2" fmla="*/ 903 w 11"/>
                  <a:gd name="T3" fmla="*/ 3662 h 11"/>
                  <a:gd name="T4" fmla="*/ 0 w 11"/>
                  <a:gd name="T5" fmla="*/ 3662 h 11"/>
                  <a:gd name="T6" fmla="*/ 1524 w 11"/>
                  <a:gd name="T7" fmla="*/ 0 h 11"/>
                  <a:gd name="T8" fmla="*/ 2398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cubicBezTo>
                      <a:pt x="8" y="0"/>
                      <a:pt x="5" y="11"/>
                      <a:pt x="4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4" y="0"/>
                      <a:pt x="7" y="0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06" name="Freeform 507">
                <a:extLst>
                  <a:ext uri="{FF2B5EF4-FFF2-40B4-BE49-F238E27FC236}">
                    <a16:creationId xmlns:a16="http://schemas.microsoft.com/office/drawing/2014/main" id="{671344FE-30B6-4103-A2CD-01A14E077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180"/>
                <a:ext cx="35" cy="29"/>
              </a:xfrm>
              <a:custGeom>
                <a:avLst/>
                <a:gdLst>
                  <a:gd name="T0" fmla="*/ 2738 w 14"/>
                  <a:gd name="T1" fmla="*/ 3662 h 11"/>
                  <a:gd name="T2" fmla="*/ 1300 w 14"/>
                  <a:gd name="T3" fmla="*/ 2035 h 11"/>
                  <a:gd name="T4" fmla="*/ 0 w 14"/>
                  <a:gd name="T5" fmla="*/ 382 h 11"/>
                  <a:gd name="T6" fmla="*/ 783 w 14"/>
                  <a:gd name="T7" fmla="*/ 0 h 11"/>
                  <a:gd name="T8" fmla="*/ 1958 w 14"/>
                  <a:gd name="T9" fmla="*/ 1648 h 11"/>
                  <a:gd name="T10" fmla="*/ 3438 w 14"/>
                  <a:gd name="T11" fmla="*/ 3335 h 11"/>
                  <a:gd name="T12" fmla="*/ 2738 w 14"/>
                  <a:gd name="T13" fmla="*/ 366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11" y="11"/>
                    </a:moveTo>
                    <a:cubicBezTo>
                      <a:pt x="10" y="11"/>
                      <a:pt x="7" y="9"/>
                      <a:pt x="5" y="6"/>
                    </a:cubicBezTo>
                    <a:cubicBezTo>
                      <a:pt x="3" y="4"/>
                      <a:pt x="0" y="1"/>
                      <a:pt x="0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6" y="3"/>
                      <a:pt x="8" y="5"/>
                    </a:cubicBezTo>
                    <a:cubicBezTo>
                      <a:pt x="11" y="8"/>
                      <a:pt x="13" y="10"/>
                      <a:pt x="14" y="10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07" name="Freeform 508">
                <a:extLst>
                  <a:ext uri="{FF2B5EF4-FFF2-40B4-BE49-F238E27FC236}">
                    <a16:creationId xmlns:a16="http://schemas.microsoft.com/office/drawing/2014/main" id="{C94A92FE-7A2A-4FBE-A230-266BC7054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180"/>
                <a:ext cx="37" cy="29"/>
              </a:xfrm>
              <a:custGeom>
                <a:avLst/>
                <a:gdLst>
                  <a:gd name="T0" fmla="*/ 2477 w 15"/>
                  <a:gd name="T1" fmla="*/ 3662 h 11"/>
                  <a:gd name="T2" fmla="*/ 1112 w 15"/>
                  <a:gd name="T3" fmla="*/ 2035 h 11"/>
                  <a:gd name="T4" fmla="*/ 0 w 15"/>
                  <a:gd name="T5" fmla="*/ 0 h 11"/>
                  <a:gd name="T6" fmla="*/ 930 w 15"/>
                  <a:gd name="T7" fmla="*/ 0 h 11"/>
                  <a:gd name="T8" fmla="*/ 1813 w 15"/>
                  <a:gd name="T9" fmla="*/ 1389 h 11"/>
                  <a:gd name="T10" fmla="*/ 3365 w 15"/>
                  <a:gd name="T11" fmla="*/ 3335 h 11"/>
                  <a:gd name="T12" fmla="*/ 2477 w 15"/>
                  <a:gd name="T13" fmla="*/ 366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1" y="11"/>
                    </a:moveTo>
                    <a:cubicBezTo>
                      <a:pt x="10" y="11"/>
                      <a:pt x="7" y="8"/>
                      <a:pt x="5" y="6"/>
                    </a:cubicBezTo>
                    <a:cubicBezTo>
                      <a:pt x="3" y="4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7" y="2"/>
                      <a:pt x="8" y="4"/>
                    </a:cubicBezTo>
                    <a:cubicBezTo>
                      <a:pt x="11" y="8"/>
                      <a:pt x="14" y="10"/>
                      <a:pt x="15" y="10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08" name="Freeform 509">
                <a:extLst>
                  <a:ext uri="{FF2B5EF4-FFF2-40B4-BE49-F238E27FC236}">
                    <a16:creationId xmlns:a16="http://schemas.microsoft.com/office/drawing/2014/main" id="{C1F2B81A-0B88-472C-ACDA-E068EA318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180"/>
                <a:ext cx="23" cy="35"/>
              </a:xfrm>
              <a:custGeom>
                <a:avLst/>
                <a:gdLst>
                  <a:gd name="T0" fmla="*/ 2520 w 9"/>
                  <a:gd name="T1" fmla="*/ 0 h 13"/>
                  <a:gd name="T2" fmla="*/ 1104 w 9"/>
                  <a:gd name="T3" fmla="*/ 4531 h 13"/>
                  <a:gd name="T4" fmla="*/ 0 w 9"/>
                  <a:gd name="T5" fmla="*/ 4935 h 13"/>
                  <a:gd name="T6" fmla="*/ 1620 w 9"/>
                  <a:gd name="T7" fmla="*/ 0 h 13"/>
                  <a:gd name="T8" fmla="*/ 2520 w 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6" y="0"/>
                      <a:pt x="5" y="12"/>
                      <a:pt x="4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2" y="1"/>
                      <a:pt x="6" y="0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09" name="Freeform 510">
                <a:extLst>
                  <a:ext uri="{FF2B5EF4-FFF2-40B4-BE49-F238E27FC236}">
                    <a16:creationId xmlns:a16="http://schemas.microsoft.com/office/drawing/2014/main" id="{9687476C-242A-412B-8934-DB0DDD589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180"/>
                <a:ext cx="23" cy="32"/>
              </a:xfrm>
              <a:custGeom>
                <a:avLst/>
                <a:gdLst>
                  <a:gd name="T0" fmla="*/ 2520 w 9"/>
                  <a:gd name="T1" fmla="*/ 0 h 12"/>
                  <a:gd name="T2" fmla="*/ 1104 w 9"/>
                  <a:gd name="T3" fmla="*/ 4301 h 12"/>
                  <a:gd name="T4" fmla="*/ 0 w 9"/>
                  <a:gd name="T5" fmla="*/ 4301 h 12"/>
                  <a:gd name="T6" fmla="*/ 1620 w 9"/>
                  <a:gd name="T7" fmla="*/ 0 h 12"/>
                  <a:gd name="T8" fmla="*/ 2520 w 9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cubicBezTo>
                      <a:pt x="7" y="0"/>
                      <a:pt x="5" y="12"/>
                      <a:pt x="4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2"/>
                      <a:pt x="3" y="0"/>
                      <a:pt x="6" y="0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10" name="Freeform 511">
                <a:extLst>
                  <a:ext uri="{FF2B5EF4-FFF2-40B4-BE49-F238E27FC236}">
                    <a16:creationId xmlns:a16="http://schemas.microsoft.com/office/drawing/2014/main" id="{F258F9F7-FAD6-45E1-B3AD-3AE869929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177"/>
                <a:ext cx="35" cy="30"/>
              </a:xfrm>
              <a:custGeom>
                <a:avLst/>
                <a:gdLst>
                  <a:gd name="T0" fmla="*/ 2470 w 14"/>
                  <a:gd name="T1" fmla="*/ 4544 h 11"/>
                  <a:gd name="T2" fmla="*/ 988 w 14"/>
                  <a:gd name="T3" fmla="*/ 2433 h 11"/>
                  <a:gd name="T4" fmla="*/ 0 w 14"/>
                  <a:gd name="T5" fmla="*/ 0 h 11"/>
                  <a:gd name="T6" fmla="*/ 783 w 14"/>
                  <a:gd name="T7" fmla="*/ 0 h 11"/>
                  <a:gd name="T8" fmla="*/ 1958 w 14"/>
                  <a:gd name="T9" fmla="*/ 1666 h 11"/>
                  <a:gd name="T10" fmla="*/ 3438 w 14"/>
                  <a:gd name="T11" fmla="*/ 4099 h 11"/>
                  <a:gd name="T12" fmla="*/ 2470 w 14"/>
                  <a:gd name="T13" fmla="*/ 454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10" y="11"/>
                    </a:moveTo>
                    <a:cubicBezTo>
                      <a:pt x="9" y="11"/>
                      <a:pt x="6" y="8"/>
                      <a:pt x="4" y="6"/>
                    </a:cubicBezTo>
                    <a:cubicBezTo>
                      <a:pt x="3" y="4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6" y="2"/>
                      <a:pt x="8" y="4"/>
                    </a:cubicBezTo>
                    <a:cubicBezTo>
                      <a:pt x="10" y="8"/>
                      <a:pt x="13" y="10"/>
                      <a:pt x="14" y="10"/>
                    </a:cubicBez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11" name="Freeform 512">
                <a:extLst>
                  <a:ext uri="{FF2B5EF4-FFF2-40B4-BE49-F238E27FC236}">
                    <a16:creationId xmlns:a16="http://schemas.microsoft.com/office/drawing/2014/main" id="{CF31E12F-C25E-47BC-A9F4-19E4750CC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175"/>
                <a:ext cx="35" cy="29"/>
              </a:xfrm>
              <a:custGeom>
                <a:avLst/>
                <a:gdLst>
                  <a:gd name="T0" fmla="*/ 2470 w 14"/>
                  <a:gd name="T1" fmla="*/ 3335 h 11"/>
                  <a:gd name="T2" fmla="*/ 1300 w 14"/>
                  <a:gd name="T3" fmla="*/ 2035 h 11"/>
                  <a:gd name="T4" fmla="*/ 0 w 14"/>
                  <a:gd name="T5" fmla="*/ 0 h 11"/>
                  <a:gd name="T6" fmla="*/ 988 w 14"/>
                  <a:gd name="T7" fmla="*/ 0 h 11"/>
                  <a:gd name="T8" fmla="*/ 1958 w 14"/>
                  <a:gd name="T9" fmla="*/ 1648 h 11"/>
                  <a:gd name="T10" fmla="*/ 3438 w 14"/>
                  <a:gd name="T11" fmla="*/ 3045 h 11"/>
                  <a:gd name="T12" fmla="*/ 2470 w 14"/>
                  <a:gd name="T13" fmla="*/ 333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10" y="10"/>
                    </a:moveTo>
                    <a:cubicBezTo>
                      <a:pt x="9" y="11"/>
                      <a:pt x="7" y="8"/>
                      <a:pt x="5" y="6"/>
                    </a:cubicBezTo>
                    <a:cubicBezTo>
                      <a:pt x="3" y="4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7" y="2"/>
                      <a:pt x="8" y="5"/>
                    </a:cubicBezTo>
                    <a:cubicBezTo>
                      <a:pt x="11" y="8"/>
                      <a:pt x="13" y="10"/>
                      <a:pt x="14" y="9"/>
                    </a:cubicBez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12" name="Freeform 513">
                <a:extLst>
                  <a:ext uri="{FF2B5EF4-FFF2-40B4-BE49-F238E27FC236}">
                    <a16:creationId xmlns:a16="http://schemas.microsoft.com/office/drawing/2014/main" id="{DC2E4F49-8366-4B79-B8E9-03034ACD1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177"/>
                <a:ext cx="20" cy="35"/>
              </a:xfrm>
              <a:custGeom>
                <a:avLst/>
                <a:gdLst>
                  <a:gd name="T0" fmla="*/ 1958 w 8"/>
                  <a:gd name="T1" fmla="*/ 0 h 13"/>
                  <a:gd name="T2" fmla="*/ 783 w 8"/>
                  <a:gd name="T3" fmla="*/ 4531 h 13"/>
                  <a:gd name="T4" fmla="*/ 0 w 8"/>
                  <a:gd name="T5" fmla="*/ 4935 h 13"/>
                  <a:gd name="T6" fmla="*/ 988 w 8"/>
                  <a:gd name="T7" fmla="*/ 0 h 13"/>
                  <a:gd name="T8" fmla="*/ 1958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5" y="0"/>
                      <a:pt x="5" y="12"/>
                      <a:pt x="3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0"/>
                      <a:pt x="4" y="0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13" name="Freeform 514">
                <a:extLst>
                  <a:ext uri="{FF2B5EF4-FFF2-40B4-BE49-F238E27FC236}">
                    <a16:creationId xmlns:a16="http://schemas.microsoft.com/office/drawing/2014/main" id="{E999B756-B254-4444-A5A0-B5C748A12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175"/>
                <a:ext cx="20" cy="34"/>
              </a:xfrm>
              <a:custGeom>
                <a:avLst/>
                <a:gdLst>
                  <a:gd name="T0" fmla="*/ 1958 w 8"/>
                  <a:gd name="T1" fmla="*/ 0 h 13"/>
                  <a:gd name="T2" fmla="*/ 988 w 8"/>
                  <a:gd name="T3" fmla="*/ 3790 h 13"/>
                  <a:gd name="T4" fmla="*/ 0 w 8"/>
                  <a:gd name="T5" fmla="*/ 4166 h 13"/>
                  <a:gd name="T6" fmla="*/ 988 w 8"/>
                  <a:gd name="T7" fmla="*/ 0 h 13"/>
                  <a:gd name="T8" fmla="*/ 1958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5" y="0"/>
                      <a:pt x="5" y="12"/>
                      <a:pt x="4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1" y="1"/>
                      <a:pt x="4" y="0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14" name="Freeform 515">
                <a:extLst>
                  <a:ext uri="{FF2B5EF4-FFF2-40B4-BE49-F238E27FC236}">
                    <a16:creationId xmlns:a16="http://schemas.microsoft.com/office/drawing/2014/main" id="{9E3DE5DA-F8CE-45BC-B525-F6883003E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169"/>
                <a:ext cx="40" cy="27"/>
              </a:xfrm>
              <a:custGeom>
                <a:avLst/>
                <a:gdLst>
                  <a:gd name="T0" fmla="*/ 3250 w 16"/>
                  <a:gd name="T1" fmla="*/ 3877 h 10"/>
                  <a:gd name="T2" fmla="*/ 1300 w 16"/>
                  <a:gd name="T3" fmla="*/ 2282 h 10"/>
                  <a:gd name="T4" fmla="*/ 0 w 16"/>
                  <a:gd name="T5" fmla="*/ 751 h 10"/>
                  <a:gd name="T6" fmla="*/ 783 w 16"/>
                  <a:gd name="T7" fmla="*/ 0 h 10"/>
                  <a:gd name="T8" fmla="*/ 2270 w 16"/>
                  <a:gd name="T9" fmla="*/ 1596 h 10"/>
                  <a:gd name="T10" fmla="*/ 3908 w 16"/>
                  <a:gd name="T11" fmla="*/ 3127 h 10"/>
                  <a:gd name="T12" fmla="*/ 3250 w 16"/>
                  <a:gd name="T13" fmla="*/ 387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13" y="10"/>
                    </a:moveTo>
                    <a:cubicBezTo>
                      <a:pt x="11" y="10"/>
                      <a:pt x="8" y="8"/>
                      <a:pt x="5" y="6"/>
                    </a:cubicBezTo>
                    <a:cubicBezTo>
                      <a:pt x="3" y="5"/>
                      <a:pt x="0" y="1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2"/>
                      <a:pt x="9" y="4"/>
                    </a:cubicBezTo>
                    <a:cubicBezTo>
                      <a:pt x="12" y="7"/>
                      <a:pt x="15" y="9"/>
                      <a:pt x="16" y="8"/>
                    </a:cubicBezTo>
                    <a:lnTo>
                      <a:pt x="13" y="1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15" name="Freeform 516">
                <a:extLst>
                  <a:ext uri="{FF2B5EF4-FFF2-40B4-BE49-F238E27FC236}">
                    <a16:creationId xmlns:a16="http://schemas.microsoft.com/office/drawing/2014/main" id="{8A8A474A-1ED0-43B6-8B5B-6C37328F0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164"/>
                <a:ext cx="40" cy="27"/>
              </a:xfrm>
              <a:custGeom>
                <a:avLst/>
                <a:gdLst>
                  <a:gd name="T0" fmla="*/ 2938 w 16"/>
                  <a:gd name="T1" fmla="*/ 3464 h 10"/>
                  <a:gd name="T2" fmla="*/ 1488 w 16"/>
                  <a:gd name="T3" fmla="*/ 2719 h 10"/>
                  <a:gd name="T4" fmla="*/ 0 w 16"/>
                  <a:gd name="T5" fmla="*/ 751 h 10"/>
                  <a:gd name="T6" fmla="*/ 988 w 16"/>
                  <a:gd name="T7" fmla="*/ 429 h 10"/>
                  <a:gd name="T8" fmla="*/ 2270 w 16"/>
                  <a:gd name="T9" fmla="*/ 2028 h 10"/>
                  <a:gd name="T10" fmla="*/ 3908 w 16"/>
                  <a:gd name="T11" fmla="*/ 3127 h 10"/>
                  <a:gd name="T12" fmla="*/ 2938 w 16"/>
                  <a:gd name="T13" fmla="*/ 346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12" y="9"/>
                    </a:moveTo>
                    <a:cubicBezTo>
                      <a:pt x="11" y="10"/>
                      <a:pt x="8" y="9"/>
                      <a:pt x="6" y="7"/>
                    </a:cubicBezTo>
                    <a:cubicBezTo>
                      <a:pt x="4" y="5"/>
                      <a:pt x="0" y="2"/>
                      <a:pt x="0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7" y="3"/>
                      <a:pt x="9" y="5"/>
                    </a:cubicBezTo>
                    <a:cubicBezTo>
                      <a:pt x="12" y="8"/>
                      <a:pt x="15" y="8"/>
                      <a:pt x="16" y="8"/>
                    </a:cubicBezTo>
                    <a:lnTo>
                      <a:pt x="12" y="9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16" name="Freeform 517">
                <a:extLst>
                  <a:ext uri="{FF2B5EF4-FFF2-40B4-BE49-F238E27FC236}">
                    <a16:creationId xmlns:a16="http://schemas.microsoft.com/office/drawing/2014/main" id="{9CA95830-F1D9-48A0-A17A-E31C3F2BA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169"/>
                <a:ext cx="18" cy="38"/>
              </a:xfrm>
              <a:custGeom>
                <a:avLst/>
                <a:gdLst>
                  <a:gd name="T0" fmla="*/ 2003 w 7"/>
                  <a:gd name="T1" fmla="*/ 0 h 14"/>
                  <a:gd name="T2" fmla="*/ 1137 w 7"/>
                  <a:gd name="T3" fmla="*/ 5157 h 14"/>
                  <a:gd name="T4" fmla="*/ 0 w 7"/>
                  <a:gd name="T5" fmla="*/ 5600 h 14"/>
                  <a:gd name="T6" fmla="*/ 1137 w 7"/>
                  <a:gd name="T7" fmla="*/ 442 h 14"/>
                  <a:gd name="T8" fmla="*/ 2003 w 7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cubicBezTo>
                      <a:pt x="4" y="1"/>
                      <a:pt x="5" y="13"/>
                      <a:pt x="4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0" y="2"/>
                      <a:pt x="4" y="1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17" name="Freeform 518">
                <a:extLst>
                  <a:ext uri="{FF2B5EF4-FFF2-40B4-BE49-F238E27FC236}">
                    <a16:creationId xmlns:a16="http://schemas.microsoft.com/office/drawing/2014/main" id="{9C98E670-7917-49A5-862F-70901213F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167"/>
                <a:ext cx="18" cy="34"/>
              </a:xfrm>
              <a:custGeom>
                <a:avLst/>
                <a:gdLst>
                  <a:gd name="T0" fmla="*/ 2003 w 7"/>
                  <a:gd name="T1" fmla="*/ 0 h 13"/>
                  <a:gd name="T2" fmla="*/ 1137 w 7"/>
                  <a:gd name="T3" fmla="*/ 4166 h 13"/>
                  <a:gd name="T4" fmla="*/ 0 w 7"/>
                  <a:gd name="T5" fmla="*/ 4166 h 13"/>
                  <a:gd name="T6" fmla="*/ 1137 w 7"/>
                  <a:gd name="T7" fmla="*/ 377 h 13"/>
                  <a:gd name="T8" fmla="*/ 2003 w 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4" y="0"/>
                      <a:pt x="5" y="12"/>
                      <a:pt x="4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0" y="1"/>
                      <a:pt x="4" y="1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18" name="Freeform 519">
                <a:extLst>
                  <a:ext uri="{FF2B5EF4-FFF2-40B4-BE49-F238E27FC236}">
                    <a16:creationId xmlns:a16="http://schemas.microsoft.com/office/drawing/2014/main" id="{4FFD693C-A07B-43B3-8B72-29804C84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156"/>
                <a:ext cx="40" cy="24"/>
              </a:xfrm>
              <a:custGeom>
                <a:avLst/>
                <a:gdLst>
                  <a:gd name="T0" fmla="*/ 3438 w 16"/>
                  <a:gd name="T1" fmla="*/ 3243 h 9"/>
                  <a:gd name="T2" fmla="*/ 1488 w 16"/>
                  <a:gd name="T3" fmla="*/ 2184 h 9"/>
                  <a:gd name="T4" fmla="*/ 0 w 16"/>
                  <a:gd name="T5" fmla="*/ 661 h 9"/>
                  <a:gd name="T6" fmla="*/ 783 w 16"/>
                  <a:gd name="T7" fmla="*/ 397 h 9"/>
                  <a:gd name="T8" fmla="*/ 2270 w 16"/>
                  <a:gd name="T9" fmla="*/ 1459 h 9"/>
                  <a:gd name="T10" fmla="*/ 3908 w 16"/>
                  <a:gd name="T11" fmla="*/ 2184 h 9"/>
                  <a:gd name="T12" fmla="*/ 3438 w 16"/>
                  <a:gd name="T13" fmla="*/ 324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14" y="9"/>
                    </a:moveTo>
                    <a:cubicBezTo>
                      <a:pt x="13" y="9"/>
                      <a:pt x="9" y="8"/>
                      <a:pt x="6" y="6"/>
                    </a:cubicBezTo>
                    <a:cubicBezTo>
                      <a:pt x="4" y="5"/>
                      <a:pt x="0" y="2"/>
                      <a:pt x="0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7" y="2"/>
                      <a:pt x="9" y="4"/>
                    </a:cubicBezTo>
                    <a:cubicBezTo>
                      <a:pt x="13" y="6"/>
                      <a:pt x="15" y="7"/>
                      <a:pt x="16" y="6"/>
                    </a:cubicBezTo>
                    <a:lnTo>
                      <a:pt x="14" y="9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19" name="Freeform 520">
                <a:extLst>
                  <a:ext uri="{FF2B5EF4-FFF2-40B4-BE49-F238E27FC236}">
                    <a16:creationId xmlns:a16="http://schemas.microsoft.com/office/drawing/2014/main" id="{3FEF7660-3757-4DC4-A309-F8AB06B8B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151"/>
                <a:ext cx="43" cy="24"/>
              </a:xfrm>
              <a:custGeom>
                <a:avLst/>
                <a:gdLst>
                  <a:gd name="T0" fmla="*/ 3397 w 17"/>
                  <a:gd name="T1" fmla="*/ 2824 h 9"/>
                  <a:gd name="T2" fmla="*/ 1556 w 17"/>
                  <a:gd name="T3" fmla="*/ 2184 h 9"/>
                  <a:gd name="T4" fmla="*/ 0 w 17"/>
                  <a:gd name="T5" fmla="*/ 661 h 9"/>
                  <a:gd name="T6" fmla="*/ 825 w 17"/>
                  <a:gd name="T7" fmla="*/ 0 h 9"/>
                  <a:gd name="T8" fmla="*/ 2380 w 17"/>
                  <a:gd name="T9" fmla="*/ 1059 h 9"/>
                  <a:gd name="T10" fmla="*/ 4467 w 17"/>
                  <a:gd name="T11" fmla="*/ 2184 h 9"/>
                  <a:gd name="T12" fmla="*/ 3397 w 17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13" y="8"/>
                    </a:moveTo>
                    <a:cubicBezTo>
                      <a:pt x="12" y="9"/>
                      <a:pt x="9" y="7"/>
                      <a:pt x="6" y="6"/>
                    </a:cubicBezTo>
                    <a:cubicBezTo>
                      <a:pt x="4" y="4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6" y="2"/>
                      <a:pt x="9" y="3"/>
                    </a:cubicBezTo>
                    <a:cubicBezTo>
                      <a:pt x="13" y="6"/>
                      <a:pt x="16" y="7"/>
                      <a:pt x="17" y="6"/>
                    </a:cubicBezTo>
                    <a:lnTo>
                      <a:pt x="13" y="8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20" name="Freeform 521">
                <a:extLst>
                  <a:ext uri="{FF2B5EF4-FFF2-40B4-BE49-F238E27FC236}">
                    <a16:creationId xmlns:a16="http://schemas.microsoft.com/office/drawing/2014/main" id="{C6ED968C-3B31-4778-8FBF-24D88D005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156"/>
                <a:ext cx="17" cy="40"/>
              </a:xfrm>
              <a:custGeom>
                <a:avLst/>
                <a:gdLst>
                  <a:gd name="T0" fmla="*/ 1433 w 7"/>
                  <a:gd name="T1" fmla="*/ 0 h 15"/>
                  <a:gd name="T2" fmla="*/ 1243 w 7"/>
                  <a:gd name="T3" fmla="*/ 4701 h 15"/>
                  <a:gd name="T4" fmla="*/ 413 w 7"/>
                  <a:gd name="T5" fmla="*/ 5405 h 15"/>
                  <a:gd name="T6" fmla="*/ 590 w 7"/>
                  <a:gd name="T7" fmla="*/ 661 h 15"/>
                  <a:gd name="T8" fmla="*/ 1433 w 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4" y="1"/>
                      <a:pt x="7" y="13"/>
                      <a:pt x="6" y="13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0" y="3"/>
                      <a:pt x="3" y="2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21" name="Freeform 522">
                <a:extLst>
                  <a:ext uri="{FF2B5EF4-FFF2-40B4-BE49-F238E27FC236}">
                    <a16:creationId xmlns:a16="http://schemas.microsoft.com/office/drawing/2014/main" id="{4411185E-D109-47B4-82F1-1C1AABD35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2151"/>
                <a:ext cx="17" cy="40"/>
              </a:xfrm>
              <a:custGeom>
                <a:avLst/>
                <a:gdLst>
                  <a:gd name="T0" fmla="*/ 1243 w 7"/>
                  <a:gd name="T1" fmla="*/ 0 h 15"/>
                  <a:gd name="T2" fmla="*/ 1243 w 7"/>
                  <a:gd name="T3" fmla="*/ 4701 h 15"/>
                  <a:gd name="T4" fmla="*/ 413 w 7"/>
                  <a:gd name="T5" fmla="*/ 5405 h 15"/>
                  <a:gd name="T6" fmla="*/ 590 w 7"/>
                  <a:gd name="T7" fmla="*/ 397 h 15"/>
                  <a:gd name="T8" fmla="*/ 1243 w 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6" y="0"/>
                    </a:moveTo>
                    <a:cubicBezTo>
                      <a:pt x="4" y="1"/>
                      <a:pt x="7" y="13"/>
                      <a:pt x="6" y="13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4"/>
                      <a:pt x="0" y="3"/>
                      <a:pt x="3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22" name="Freeform 523">
                <a:extLst>
                  <a:ext uri="{FF2B5EF4-FFF2-40B4-BE49-F238E27FC236}">
                    <a16:creationId xmlns:a16="http://schemas.microsoft.com/office/drawing/2014/main" id="{570ACA98-2191-4AE9-AF03-7E28F8221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137"/>
                <a:ext cx="45" cy="22"/>
              </a:xfrm>
              <a:custGeom>
                <a:avLst/>
                <a:gdLst>
                  <a:gd name="T0" fmla="*/ 3438 w 18"/>
                  <a:gd name="T1" fmla="*/ 2973 h 8"/>
                  <a:gd name="T2" fmla="*/ 1770 w 18"/>
                  <a:gd name="T3" fmla="*/ 2684 h 8"/>
                  <a:gd name="T4" fmla="*/ 0 w 18"/>
                  <a:gd name="T5" fmla="*/ 1271 h 8"/>
                  <a:gd name="T6" fmla="*/ 783 w 18"/>
                  <a:gd name="T7" fmla="*/ 462 h 8"/>
                  <a:gd name="T8" fmla="*/ 2270 w 18"/>
                  <a:gd name="T9" fmla="*/ 1271 h 8"/>
                  <a:gd name="T10" fmla="*/ 4425 w 18"/>
                  <a:gd name="T11" fmla="*/ 2225 h 8"/>
                  <a:gd name="T12" fmla="*/ 3438 w 18"/>
                  <a:gd name="T13" fmla="*/ 2973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14" y="7"/>
                    </a:moveTo>
                    <a:cubicBezTo>
                      <a:pt x="14" y="8"/>
                      <a:pt x="10" y="7"/>
                      <a:pt x="7" y="6"/>
                    </a:cubicBezTo>
                    <a:cubicBezTo>
                      <a:pt x="4" y="5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6" y="2"/>
                      <a:pt x="9" y="3"/>
                    </a:cubicBezTo>
                    <a:cubicBezTo>
                      <a:pt x="13" y="5"/>
                      <a:pt x="17" y="5"/>
                      <a:pt x="18" y="5"/>
                    </a:cubicBez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23" name="Freeform 524">
                <a:extLst>
                  <a:ext uri="{FF2B5EF4-FFF2-40B4-BE49-F238E27FC236}">
                    <a16:creationId xmlns:a16="http://schemas.microsoft.com/office/drawing/2014/main" id="{D77D5083-1D75-47C4-A2E0-2058E9B64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140"/>
                <a:ext cx="20" cy="40"/>
              </a:xfrm>
              <a:custGeom>
                <a:avLst/>
                <a:gdLst>
                  <a:gd name="T0" fmla="*/ 1300 w 8"/>
                  <a:gd name="T1" fmla="*/ 0 h 15"/>
                  <a:gd name="T2" fmla="*/ 1770 w 8"/>
                  <a:gd name="T3" fmla="*/ 4701 h 15"/>
                  <a:gd name="T4" fmla="*/ 783 w 8"/>
                  <a:gd name="T5" fmla="*/ 5405 h 15"/>
                  <a:gd name="T6" fmla="*/ 520 w 8"/>
                  <a:gd name="T7" fmla="*/ 661 h 15"/>
                  <a:gd name="T8" fmla="*/ 1300 w 8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5" y="0"/>
                    </a:moveTo>
                    <a:cubicBezTo>
                      <a:pt x="3" y="1"/>
                      <a:pt x="8" y="12"/>
                      <a:pt x="7" y="1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4"/>
                      <a:pt x="0" y="3"/>
                      <a:pt x="2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24" name="Freeform 525">
                <a:extLst>
                  <a:ext uri="{FF2B5EF4-FFF2-40B4-BE49-F238E27FC236}">
                    <a16:creationId xmlns:a16="http://schemas.microsoft.com/office/drawing/2014/main" id="{CA2CEAFA-BD5F-46EC-AAFC-7302F2059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177"/>
                <a:ext cx="7" cy="27"/>
              </a:xfrm>
              <a:custGeom>
                <a:avLst/>
                <a:gdLst>
                  <a:gd name="T0" fmla="*/ 469 w 3"/>
                  <a:gd name="T1" fmla="*/ 0 h 10"/>
                  <a:gd name="T2" fmla="*/ 152 w 3"/>
                  <a:gd name="T3" fmla="*/ 2719 h 10"/>
                  <a:gd name="T4" fmla="*/ 0 w 3"/>
                  <a:gd name="T5" fmla="*/ 3877 h 10"/>
                  <a:gd name="T6" fmla="*/ 0 w 3"/>
                  <a:gd name="T7" fmla="*/ 3877 h 10"/>
                  <a:gd name="T8" fmla="*/ 152 w 3"/>
                  <a:gd name="T9" fmla="*/ 2028 h 10"/>
                  <a:gd name="T10" fmla="*/ 469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2"/>
                      <a:pt x="1" y="5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1" y="3"/>
                      <a:pt x="2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25" name="Freeform 526">
                <a:extLst>
                  <a:ext uri="{FF2B5EF4-FFF2-40B4-BE49-F238E27FC236}">
                    <a16:creationId xmlns:a16="http://schemas.microsoft.com/office/drawing/2014/main" id="{F4878ACA-AAD6-4890-BFE1-68EF6B298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175"/>
                <a:ext cx="5" cy="26"/>
              </a:xfrm>
              <a:custGeom>
                <a:avLst/>
                <a:gdLst>
                  <a:gd name="T0" fmla="*/ 520 w 2"/>
                  <a:gd name="T1" fmla="*/ 0 h 10"/>
                  <a:gd name="T2" fmla="*/ 313 w 2"/>
                  <a:gd name="T3" fmla="*/ 2142 h 10"/>
                  <a:gd name="T4" fmla="*/ 0 w 2"/>
                  <a:gd name="T5" fmla="*/ 3110 h 10"/>
                  <a:gd name="T6" fmla="*/ 0 w 2"/>
                  <a:gd name="T7" fmla="*/ 3110 h 10"/>
                  <a:gd name="T8" fmla="*/ 0 w 2"/>
                  <a:gd name="T9" fmla="*/ 1547 h 10"/>
                  <a:gd name="T10" fmla="*/ 520 w 2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1" y="1"/>
                      <a:pt x="1" y="4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7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26" name="Freeform 527">
                <a:extLst>
                  <a:ext uri="{FF2B5EF4-FFF2-40B4-BE49-F238E27FC236}">
                    <a16:creationId xmlns:a16="http://schemas.microsoft.com/office/drawing/2014/main" id="{0CF0731D-A14A-4B8E-B587-36A341B6C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169"/>
                <a:ext cx="5" cy="30"/>
              </a:xfrm>
              <a:custGeom>
                <a:avLst/>
                <a:gdLst>
                  <a:gd name="T0" fmla="*/ 520 w 2"/>
                  <a:gd name="T1" fmla="*/ 0 h 11"/>
                  <a:gd name="T2" fmla="*/ 313 w 2"/>
                  <a:gd name="T3" fmla="*/ 2877 h 11"/>
                  <a:gd name="T4" fmla="*/ 0 w 2"/>
                  <a:gd name="T5" fmla="*/ 4544 h 11"/>
                  <a:gd name="T6" fmla="*/ 0 w 2"/>
                  <a:gd name="T7" fmla="*/ 4544 h 11"/>
                  <a:gd name="T8" fmla="*/ 0 w 2"/>
                  <a:gd name="T9" fmla="*/ 2114 h 11"/>
                  <a:gd name="T10" fmla="*/ 520 w 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1" y="2"/>
                      <a:pt x="1" y="5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7"/>
                      <a:pt x="0" y="5"/>
                    </a:cubicBezTo>
                    <a:cubicBezTo>
                      <a:pt x="0" y="3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27" name="Freeform 528">
                <a:extLst>
                  <a:ext uri="{FF2B5EF4-FFF2-40B4-BE49-F238E27FC236}">
                    <a16:creationId xmlns:a16="http://schemas.microsoft.com/office/drawing/2014/main" id="{2C73FDE8-6F21-4DA3-839B-E4E5B8C91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161"/>
                <a:ext cx="2" cy="27"/>
              </a:xfrm>
              <a:custGeom>
                <a:avLst/>
                <a:gdLst>
                  <a:gd name="T0" fmla="*/ 64 w 1"/>
                  <a:gd name="T1" fmla="*/ 0 h 10"/>
                  <a:gd name="T2" fmla="*/ 64 w 1"/>
                  <a:gd name="T3" fmla="*/ 2719 h 10"/>
                  <a:gd name="T4" fmla="*/ 64 w 1"/>
                  <a:gd name="T5" fmla="*/ 3877 h 10"/>
                  <a:gd name="T6" fmla="*/ 64 w 1"/>
                  <a:gd name="T7" fmla="*/ 3877 h 10"/>
                  <a:gd name="T8" fmla="*/ 0 w 1"/>
                  <a:gd name="T9" fmla="*/ 2028 h 10"/>
                  <a:gd name="T10" fmla="*/ 64 w 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1" y="2"/>
                      <a:pt x="1" y="5"/>
                      <a:pt x="1" y="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7"/>
                      <a:pt x="0" y="5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28" name="Freeform 529">
                <a:extLst>
                  <a:ext uri="{FF2B5EF4-FFF2-40B4-BE49-F238E27FC236}">
                    <a16:creationId xmlns:a16="http://schemas.microsoft.com/office/drawing/2014/main" id="{BF40D940-4FAC-4E34-8F84-6DDEE512A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156"/>
                <a:ext cx="2" cy="27"/>
              </a:xfrm>
              <a:custGeom>
                <a:avLst/>
                <a:gdLst>
                  <a:gd name="T0" fmla="*/ 0 w 1"/>
                  <a:gd name="T1" fmla="*/ 0 h 10"/>
                  <a:gd name="T2" fmla="*/ 64 w 1"/>
                  <a:gd name="T3" fmla="*/ 2719 h 10"/>
                  <a:gd name="T4" fmla="*/ 64 w 1"/>
                  <a:gd name="T5" fmla="*/ 3877 h 10"/>
                  <a:gd name="T6" fmla="*/ 64 w 1"/>
                  <a:gd name="T7" fmla="*/ 3877 h 10"/>
                  <a:gd name="T8" fmla="*/ 0 w 1"/>
                  <a:gd name="T9" fmla="*/ 2028 h 10"/>
                  <a:gd name="T10" fmla="*/ 0 w 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1"/>
                      <a:pt x="0" y="4"/>
                      <a:pt x="1" y="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7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29" name="Freeform 530">
                <a:extLst>
                  <a:ext uri="{FF2B5EF4-FFF2-40B4-BE49-F238E27FC236}">
                    <a16:creationId xmlns:a16="http://schemas.microsoft.com/office/drawing/2014/main" id="{B382CE32-4454-4AB9-B711-0F4FFE3C8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145"/>
                <a:ext cx="5" cy="27"/>
              </a:xfrm>
              <a:custGeom>
                <a:avLst/>
                <a:gdLst>
                  <a:gd name="T0" fmla="*/ 0 w 2"/>
                  <a:gd name="T1" fmla="*/ 0 h 10"/>
                  <a:gd name="T2" fmla="*/ 313 w 2"/>
                  <a:gd name="T3" fmla="*/ 2719 h 10"/>
                  <a:gd name="T4" fmla="*/ 520 w 2"/>
                  <a:gd name="T5" fmla="*/ 3877 h 10"/>
                  <a:gd name="T6" fmla="*/ 520 w 2"/>
                  <a:gd name="T7" fmla="*/ 3877 h 10"/>
                  <a:gd name="T8" fmla="*/ 0 w 2"/>
                  <a:gd name="T9" fmla="*/ 2028 h 10"/>
                  <a:gd name="T10" fmla="*/ 0 w 2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0" y="2"/>
                      <a:pt x="1" y="4"/>
                      <a:pt x="1" y="7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7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30" name="Freeform 531">
                <a:extLst>
                  <a:ext uri="{FF2B5EF4-FFF2-40B4-BE49-F238E27FC236}">
                    <a16:creationId xmlns:a16="http://schemas.microsoft.com/office/drawing/2014/main" id="{0AFD4701-DD7D-4A34-AD7B-3C4633CD1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180"/>
                <a:ext cx="7" cy="27"/>
              </a:xfrm>
              <a:custGeom>
                <a:avLst/>
                <a:gdLst>
                  <a:gd name="T0" fmla="*/ 469 w 3"/>
                  <a:gd name="T1" fmla="*/ 0 h 10"/>
                  <a:gd name="T2" fmla="*/ 152 w 3"/>
                  <a:gd name="T3" fmla="*/ 2719 h 10"/>
                  <a:gd name="T4" fmla="*/ 0 w 3"/>
                  <a:gd name="T5" fmla="*/ 3877 h 10"/>
                  <a:gd name="T6" fmla="*/ 0 w 3"/>
                  <a:gd name="T7" fmla="*/ 3877 h 10"/>
                  <a:gd name="T8" fmla="*/ 152 w 3"/>
                  <a:gd name="T9" fmla="*/ 2028 h 10"/>
                  <a:gd name="T10" fmla="*/ 469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2"/>
                      <a:pt x="1" y="4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1" y="3"/>
                      <a:pt x="2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31" name="Freeform 532">
                <a:extLst>
                  <a:ext uri="{FF2B5EF4-FFF2-40B4-BE49-F238E27FC236}">
                    <a16:creationId xmlns:a16="http://schemas.microsoft.com/office/drawing/2014/main" id="{3D76AAB6-5DB0-41B0-8C3A-43F04591C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183"/>
                <a:ext cx="8" cy="26"/>
              </a:xfrm>
              <a:custGeom>
                <a:avLst/>
                <a:gdLst>
                  <a:gd name="T0" fmla="*/ 1059 w 3"/>
                  <a:gd name="T1" fmla="*/ 0 h 10"/>
                  <a:gd name="T2" fmla="*/ 397 w 3"/>
                  <a:gd name="T3" fmla="*/ 2142 h 10"/>
                  <a:gd name="T4" fmla="*/ 0 w 3"/>
                  <a:gd name="T5" fmla="*/ 3110 h 10"/>
                  <a:gd name="T6" fmla="*/ 0 w 3"/>
                  <a:gd name="T7" fmla="*/ 3110 h 10"/>
                  <a:gd name="T8" fmla="*/ 397 w 3"/>
                  <a:gd name="T9" fmla="*/ 1547 h 10"/>
                  <a:gd name="T10" fmla="*/ 1059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2"/>
                      <a:pt x="1" y="4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1" y="3"/>
                      <a:pt x="2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32" name="Freeform 533">
                <a:extLst>
                  <a:ext uri="{FF2B5EF4-FFF2-40B4-BE49-F238E27FC236}">
                    <a16:creationId xmlns:a16="http://schemas.microsoft.com/office/drawing/2014/main" id="{13C78C2F-B75A-4208-B8B2-F0A420572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183"/>
                <a:ext cx="8" cy="26"/>
              </a:xfrm>
              <a:custGeom>
                <a:avLst/>
                <a:gdLst>
                  <a:gd name="T0" fmla="*/ 1059 w 3"/>
                  <a:gd name="T1" fmla="*/ 0 h 10"/>
                  <a:gd name="T2" fmla="*/ 397 w 3"/>
                  <a:gd name="T3" fmla="*/ 2142 h 10"/>
                  <a:gd name="T4" fmla="*/ 0 w 3"/>
                  <a:gd name="T5" fmla="*/ 3110 h 10"/>
                  <a:gd name="T6" fmla="*/ 0 w 3"/>
                  <a:gd name="T7" fmla="*/ 3110 h 10"/>
                  <a:gd name="T8" fmla="*/ 397 w 3"/>
                  <a:gd name="T9" fmla="*/ 1547 h 10"/>
                  <a:gd name="T10" fmla="*/ 1059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1"/>
                      <a:pt x="1" y="4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33" name="Freeform 534">
                <a:extLst>
                  <a:ext uri="{FF2B5EF4-FFF2-40B4-BE49-F238E27FC236}">
                    <a16:creationId xmlns:a16="http://schemas.microsoft.com/office/drawing/2014/main" id="{090E88C0-999D-4661-9ACD-2BF214269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185"/>
                <a:ext cx="10" cy="24"/>
              </a:xfrm>
              <a:custGeom>
                <a:avLst/>
                <a:gdLst>
                  <a:gd name="T0" fmla="*/ 988 w 4"/>
                  <a:gd name="T1" fmla="*/ 0 h 9"/>
                  <a:gd name="T2" fmla="*/ 313 w 4"/>
                  <a:gd name="T3" fmla="*/ 2184 h 9"/>
                  <a:gd name="T4" fmla="*/ 0 w 4"/>
                  <a:gd name="T5" fmla="*/ 3243 h 9"/>
                  <a:gd name="T6" fmla="*/ 0 w 4"/>
                  <a:gd name="T7" fmla="*/ 3243 h 9"/>
                  <a:gd name="T8" fmla="*/ 313 w 4"/>
                  <a:gd name="T9" fmla="*/ 1459 h 9"/>
                  <a:gd name="T10" fmla="*/ 988 w 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3" y="1"/>
                      <a:pt x="2" y="4"/>
                      <a:pt x="1" y="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34" name="Freeform 535">
                <a:extLst>
                  <a:ext uri="{FF2B5EF4-FFF2-40B4-BE49-F238E27FC236}">
                    <a16:creationId xmlns:a16="http://schemas.microsoft.com/office/drawing/2014/main" id="{167467B7-A621-493E-9BE2-7E7473127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129"/>
                <a:ext cx="43" cy="22"/>
              </a:xfrm>
              <a:custGeom>
                <a:avLst/>
                <a:gdLst>
                  <a:gd name="T0" fmla="*/ 3640 w 17"/>
                  <a:gd name="T1" fmla="*/ 2973 h 8"/>
                  <a:gd name="T2" fmla="*/ 1556 w 17"/>
                  <a:gd name="T3" fmla="*/ 2684 h 8"/>
                  <a:gd name="T4" fmla="*/ 0 w 17"/>
                  <a:gd name="T5" fmla="*/ 1271 h 8"/>
                  <a:gd name="T6" fmla="*/ 825 w 17"/>
                  <a:gd name="T7" fmla="*/ 462 h 8"/>
                  <a:gd name="T8" fmla="*/ 2380 w 17"/>
                  <a:gd name="T9" fmla="*/ 1271 h 8"/>
                  <a:gd name="T10" fmla="*/ 4467 w 17"/>
                  <a:gd name="T11" fmla="*/ 2225 h 8"/>
                  <a:gd name="T12" fmla="*/ 3640 w 17"/>
                  <a:gd name="T13" fmla="*/ 2973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14" y="7"/>
                    </a:moveTo>
                    <a:cubicBezTo>
                      <a:pt x="13" y="8"/>
                      <a:pt x="9" y="7"/>
                      <a:pt x="6" y="6"/>
                    </a:cubicBezTo>
                    <a:cubicBezTo>
                      <a:pt x="4" y="5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6" y="2"/>
                      <a:pt x="9" y="3"/>
                    </a:cubicBezTo>
                    <a:cubicBezTo>
                      <a:pt x="13" y="5"/>
                      <a:pt x="16" y="5"/>
                      <a:pt x="17" y="5"/>
                    </a:cubicBez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35" name="Freeform 536">
                <a:extLst>
                  <a:ext uri="{FF2B5EF4-FFF2-40B4-BE49-F238E27FC236}">
                    <a16:creationId xmlns:a16="http://schemas.microsoft.com/office/drawing/2014/main" id="{F36991EE-A29B-4C02-840F-97BB30A2C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121"/>
                <a:ext cx="42" cy="19"/>
              </a:xfrm>
              <a:custGeom>
                <a:avLst/>
                <a:gdLst>
                  <a:gd name="T0" fmla="*/ 3199 w 17"/>
                  <a:gd name="T1" fmla="*/ 2342 h 7"/>
                  <a:gd name="T2" fmla="*/ 1569 w 17"/>
                  <a:gd name="T3" fmla="*/ 2063 h 7"/>
                  <a:gd name="T4" fmla="*/ 0 w 17"/>
                  <a:gd name="T5" fmla="*/ 760 h 7"/>
                  <a:gd name="T6" fmla="*/ 635 w 17"/>
                  <a:gd name="T7" fmla="*/ 0 h 7"/>
                  <a:gd name="T8" fmla="*/ 2009 w 17"/>
                  <a:gd name="T9" fmla="*/ 760 h 7"/>
                  <a:gd name="T10" fmla="*/ 3876 w 17"/>
                  <a:gd name="T11" fmla="*/ 1200 h 7"/>
                  <a:gd name="T12" fmla="*/ 3199 w 17"/>
                  <a:gd name="T13" fmla="*/ 234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7">
                    <a:moveTo>
                      <a:pt x="14" y="6"/>
                    </a:moveTo>
                    <a:cubicBezTo>
                      <a:pt x="12" y="7"/>
                      <a:pt x="10" y="6"/>
                      <a:pt x="7" y="5"/>
                    </a:cubicBezTo>
                    <a:cubicBezTo>
                      <a:pt x="4" y="4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6" y="1"/>
                      <a:pt x="9" y="2"/>
                    </a:cubicBezTo>
                    <a:cubicBezTo>
                      <a:pt x="13" y="4"/>
                      <a:pt x="16" y="4"/>
                      <a:pt x="17" y="3"/>
                    </a:cubicBez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36" name="Freeform 537">
                <a:extLst>
                  <a:ext uri="{FF2B5EF4-FFF2-40B4-BE49-F238E27FC236}">
                    <a16:creationId xmlns:a16="http://schemas.microsoft.com/office/drawing/2014/main" id="{4D768855-01C5-42AF-93E8-CE020D91E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121"/>
                <a:ext cx="17" cy="40"/>
              </a:xfrm>
              <a:custGeom>
                <a:avLst/>
                <a:gdLst>
                  <a:gd name="T0" fmla="*/ 1003 w 7"/>
                  <a:gd name="T1" fmla="*/ 0 h 15"/>
                  <a:gd name="T2" fmla="*/ 1243 w 7"/>
                  <a:gd name="T3" fmla="*/ 4701 h 15"/>
                  <a:gd name="T4" fmla="*/ 590 w 7"/>
                  <a:gd name="T5" fmla="*/ 5405 h 15"/>
                  <a:gd name="T6" fmla="*/ 413 w 7"/>
                  <a:gd name="T7" fmla="*/ 661 h 15"/>
                  <a:gd name="T8" fmla="*/ 1003 w 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5" y="0"/>
                    </a:moveTo>
                    <a:cubicBezTo>
                      <a:pt x="3" y="2"/>
                      <a:pt x="7" y="13"/>
                      <a:pt x="6" y="1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5"/>
                      <a:pt x="0" y="4"/>
                      <a:pt x="2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37" name="Freeform 538">
                <a:extLst>
                  <a:ext uri="{FF2B5EF4-FFF2-40B4-BE49-F238E27FC236}">
                    <a16:creationId xmlns:a16="http://schemas.microsoft.com/office/drawing/2014/main" id="{64FD0171-FE56-4AC1-A445-67F9AA99B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105"/>
                <a:ext cx="42" cy="19"/>
              </a:xfrm>
              <a:custGeom>
                <a:avLst/>
                <a:gdLst>
                  <a:gd name="T0" fmla="*/ 3395 w 17"/>
                  <a:gd name="T1" fmla="*/ 2342 h 7"/>
                  <a:gd name="T2" fmla="*/ 1569 w 17"/>
                  <a:gd name="T3" fmla="*/ 2342 h 7"/>
                  <a:gd name="T4" fmla="*/ 0 w 17"/>
                  <a:gd name="T5" fmla="*/ 1620 h 7"/>
                  <a:gd name="T6" fmla="*/ 452 w 17"/>
                  <a:gd name="T7" fmla="*/ 442 h 7"/>
                  <a:gd name="T8" fmla="*/ 2009 w 17"/>
                  <a:gd name="T9" fmla="*/ 760 h 7"/>
                  <a:gd name="T10" fmla="*/ 3876 w 17"/>
                  <a:gd name="T11" fmla="*/ 1200 h 7"/>
                  <a:gd name="T12" fmla="*/ 3395 w 17"/>
                  <a:gd name="T13" fmla="*/ 234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7">
                    <a:moveTo>
                      <a:pt x="15" y="6"/>
                    </a:moveTo>
                    <a:cubicBezTo>
                      <a:pt x="14" y="7"/>
                      <a:pt x="10" y="6"/>
                      <a:pt x="7" y="6"/>
                    </a:cubicBezTo>
                    <a:cubicBezTo>
                      <a:pt x="4" y="5"/>
                      <a:pt x="0" y="4"/>
                      <a:pt x="0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6" y="2"/>
                      <a:pt x="9" y="2"/>
                    </a:cubicBezTo>
                    <a:cubicBezTo>
                      <a:pt x="13" y="4"/>
                      <a:pt x="16" y="4"/>
                      <a:pt x="17" y="3"/>
                    </a:cubicBez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38" name="Freeform 539">
                <a:extLst>
                  <a:ext uri="{FF2B5EF4-FFF2-40B4-BE49-F238E27FC236}">
                    <a16:creationId xmlns:a16="http://schemas.microsoft.com/office/drawing/2014/main" id="{AE374AEF-4E20-4184-AB2C-CD13C0DCC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095"/>
                <a:ext cx="45" cy="18"/>
              </a:xfrm>
              <a:custGeom>
                <a:avLst/>
                <a:gdLst>
                  <a:gd name="T0" fmla="*/ 3720 w 18"/>
                  <a:gd name="T1" fmla="*/ 1700 h 7"/>
                  <a:gd name="T2" fmla="*/ 1958 w 18"/>
                  <a:gd name="T3" fmla="*/ 1700 h 7"/>
                  <a:gd name="T4" fmla="*/ 0 w 18"/>
                  <a:gd name="T5" fmla="*/ 1137 h 7"/>
                  <a:gd name="T6" fmla="*/ 783 w 18"/>
                  <a:gd name="T7" fmla="*/ 357 h 7"/>
                  <a:gd name="T8" fmla="*/ 2270 w 18"/>
                  <a:gd name="T9" fmla="*/ 563 h 7"/>
                  <a:gd name="T10" fmla="*/ 4425 w 18"/>
                  <a:gd name="T11" fmla="*/ 918 h 7"/>
                  <a:gd name="T12" fmla="*/ 3720 w 18"/>
                  <a:gd name="T13" fmla="*/ 170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15" y="6"/>
                    </a:moveTo>
                    <a:cubicBezTo>
                      <a:pt x="14" y="7"/>
                      <a:pt x="11" y="6"/>
                      <a:pt x="8" y="6"/>
                    </a:cubicBezTo>
                    <a:cubicBezTo>
                      <a:pt x="5" y="5"/>
                      <a:pt x="1" y="4"/>
                      <a:pt x="0" y="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7" y="2"/>
                      <a:pt x="9" y="2"/>
                    </a:cubicBezTo>
                    <a:cubicBezTo>
                      <a:pt x="14" y="4"/>
                      <a:pt x="17" y="3"/>
                      <a:pt x="18" y="3"/>
                    </a:cubicBez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39" name="Freeform 540">
                <a:extLst>
                  <a:ext uri="{FF2B5EF4-FFF2-40B4-BE49-F238E27FC236}">
                    <a16:creationId xmlns:a16="http://schemas.microsoft.com/office/drawing/2014/main" id="{3D59F881-44F7-4AB1-B999-265C2FD6A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108"/>
                <a:ext cx="22" cy="40"/>
              </a:xfrm>
              <a:custGeom>
                <a:avLst/>
                <a:gdLst>
                  <a:gd name="T0" fmla="*/ 1039 w 9"/>
                  <a:gd name="T1" fmla="*/ 0 h 15"/>
                  <a:gd name="T2" fmla="*/ 1750 w 9"/>
                  <a:gd name="T3" fmla="*/ 4701 h 15"/>
                  <a:gd name="T4" fmla="*/ 1039 w 9"/>
                  <a:gd name="T5" fmla="*/ 5405 h 15"/>
                  <a:gd name="T6" fmla="*/ 425 w 9"/>
                  <a:gd name="T7" fmla="*/ 661 h 15"/>
                  <a:gd name="T8" fmla="*/ 1039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3" y="2"/>
                      <a:pt x="9" y="12"/>
                      <a:pt x="8" y="13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0" y="4"/>
                      <a:pt x="2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40" name="Freeform 541">
                <a:extLst>
                  <a:ext uri="{FF2B5EF4-FFF2-40B4-BE49-F238E27FC236}">
                    <a16:creationId xmlns:a16="http://schemas.microsoft.com/office/drawing/2014/main" id="{0A5CC0E1-16DF-4292-8AF7-3AF36DC89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097"/>
                <a:ext cx="22" cy="40"/>
              </a:xfrm>
              <a:custGeom>
                <a:avLst/>
                <a:gdLst>
                  <a:gd name="T0" fmla="*/ 1315 w 9"/>
                  <a:gd name="T1" fmla="*/ 0 h 15"/>
                  <a:gd name="T2" fmla="*/ 1750 w 9"/>
                  <a:gd name="T3" fmla="*/ 4701 h 15"/>
                  <a:gd name="T4" fmla="*/ 1315 w 9"/>
                  <a:gd name="T5" fmla="*/ 5405 h 15"/>
                  <a:gd name="T6" fmla="*/ 616 w 9"/>
                  <a:gd name="T7" fmla="*/ 661 h 15"/>
                  <a:gd name="T8" fmla="*/ 1315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6" y="0"/>
                    </a:moveTo>
                    <a:cubicBezTo>
                      <a:pt x="3" y="2"/>
                      <a:pt x="9" y="12"/>
                      <a:pt x="8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0" y="4"/>
                      <a:pt x="3" y="2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41" name="Freeform 542">
                <a:extLst>
                  <a:ext uri="{FF2B5EF4-FFF2-40B4-BE49-F238E27FC236}">
                    <a16:creationId xmlns:a16="http://schemas.microsoft.com/office/drawing/2014/main" id="{EAC5CE37-658B-4C19-B37D-8A2EFC0D6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079"/>
                <a:ext cx="43" cy="18"/>
              </a:xfrm>
              <a:custGeom>
                <a:avLst/>
                <a:gdLst>
                  <a:gd name="T0" fmla="*/ 3936 w 17"/>
                  <a:gd name="T1" fmla="*/ 1700 h 7"/>
                  <a:gd name="T2" fmla="*/ 1874 w 17"/>
                  <a:gd name="T3" fmla="*/ 1700 h 7"/>
                  <a:gd name="T4" fmla="*/ 0 w 17"/>
                  <a:gd name="T5" fmla="*/ 1137 h 7"/>
                  <a:gd name="T6" fmla="*/ 531 w 17"/>
                  <a:gd name="T7" fmla="*/ 357 h 7"/>
                  <a:gd name="T8" fmla="*/ 2380 w 17"/>
                  <a:gd name="T9" fmla="*/ 918 h 7"/>
                  <a:gd name="T10" fmla="*/ 4467 w 17"/>
                  <a:gd name="T11" fmla="*/ 918 h 7"/>
                  <a:gd name="T12" fmla="*/ 3936 w 17"/>
                  <a:gd name="T13" fmla="*/ 170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7">
                    <a:moveTo>
                      <a:pt x="15" y="6"/>
                    </a:moveTo>
                    <a:cubicBezTo>
                      <a:pt x="14" y="7"/>
                      <a:pt x="10" y="6"/>
                      <a:pt x="7" y="6"/>
                    </a:cubicBezTo>
                    <a:cubicBezTo>
                      <a:pt x="4" y="5"/>
                      <a:pt x="0" y="4"/>
                      <a:pt x="0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6" y="2"/>
                      <a:pt x="9" y="3"/>
                    </a:cubicBezTo>
                    <a:cubicBezTo>
                      <a:pt x="13" y="4"/>
                      <a:pt x="16" y="4"/>
                      <a:pt x="17" y="3"/>
                    </a:cubicBez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42" name="Freeform 543">
                <a:extLst>
                  <a:ext uri="{FF2B5EF4-FFF2-40B4-BE49-F238E27FC236}">
                    <a16:creationId xmlns:a16="http://schemas.microsoft.com/office/drawing/2014/main" id="{6CBE29C1-4926-4CBF-A694-6E1BC75E8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068"/>
                <a:ext cx="43" cy="19"/>
              </a:xfrm>
              <a:custGeom>
                <a:avLst/>
                <a:gdLst>
                  <a:gd name="T0" fmla="*/ 3936 w 17"/>
                  <a:gd name="T1" fmla="*/ 2063 h 7"/>
                  <a:gd name="T2" fmla="*/ 1874 w 17"/>
                  <a:gd name="T3" fmla="*/ 2063 h 7"/>
                  <a:gd name="T4" fmla="*/ 0 w 17"/>
                  <a:gd name="T5" fmla="*/ 1200 h 7"/>
                  <a:gd name="T6" fmla="*/ 825 w 17"/>
                  <a:gd name="T7" fmla="*/ 442 h 7"/>
                  <a:gd name="T8" fmla="*/ 2380 w 17"/>
                  <a:gd name="T9" fmla="*/ 760 h 7"/>
                  <a:gd name="T10" fmla="*/ 4467 w 17"/>
                  <a:gd name="T11" fmla="*/ 760 h 7"/>
                  <a:gd name="T12" fmla="*/ 3936 w 17"/>
                  <a:gd name="T13" fmla="*/ 206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7">
                    <a:moveTo>
                      <a:pt x="15" y="5"/>
                    </a:moveTo>
                    <a:cubicBezTo>
                      <a:pt x="13" y="7"/>
                      <a:pt x="10" y="6"/>
                      <a:pt x="7" y="5"/>
                    </a:cubicBezTo>
                    <a:cubicBezTo>
                      <a:pt x="5" y="5"/>
                      <a:pt x="1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7" y="1"/>
                      <a:pt x="9" y="2"/>
                    </a:cubicBezTo>
                    <a:cubicBezTo>
                      <a:pt x="14" y="3"/>
                      <a:pt x="16" y="3"/>
                      <a:pt x="17" y="2"/>
                    </a:cubicBez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43" name="Freeform 544">
                <a:extLst>
                  <a:ext uri="{FF2B5EF4-FFF2-40B4-BE49-F238E27FC236}">
                    <a16:creationId xmlns:a16="http://schemas.microsoft.com/office/drawing/2014/main" id="{034B6AF3-2EFF-4985-9029-94510AB36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2081"/>
                <a:ext cx="23" cy="40"/>
              </a:xfrm>
              <a:custGeom>
                <a:avLst/>
                <a:gdLst>
                  <a:gd name="T0" fmla="*/ 1403 w 9"/>
                  <a:gd name="T1" fmla="*/ 0 h 15"/>
                  <a:gd name="T2" fmla="*/ 2167 w 9"/>
                  <a:gd name="T3" fmla="*/ 4701 h 15"/>
                  <a:gd name="T4" fmla="*/ 1620 w 9"/>
                  <a:gd name="T5" fmla="*/ 5405 h 15"/>
                  <a:gd name="T6" fmla="*/ 549 w 9"/>
                  <a:gd name="T7" fmla="*/ 661 h 15"/>
                  <a:gd name="T8" fmla="*/ 1403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3" y="2"/>
                      <a:pt x="9" y="12"/>
                      <a:pt x="8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0" y="5"/>
                      <a:pt x="2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44" name="Freeform 545">
                <a:extLst>
                  <a:ext uri="{FF2B5EF4-FFF2-40B4-BE49-F238E27FC236}">
                    <a16:creationId xmlns:a16="http://schemas.microsoft.com/office/drawing/2014/main" id="{B7A07B8F-1112-49CA-A4F4-D345B42F8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071"/>
                <a:ext cx="25" cy="40"/>
              </a:xfrm>
              <a:custGeom>
                <a:avLst/>
                <a:gdLst>
                  <a:gd name="T0" fmla="*/ 1300 w 10"/>
                  <a:gd name="T1" fmla="*/ 0 h 15"/>
                  <a:gd name="T2" fmla="*/ 2270 w 10"/>
                  <a:gd name="T3" fmla="*/ 4301 h 15"/>
                  <a:gd name="T4" fmla="*/ 1488 w 10"/>
                  <a:gd name="T5" fmla="*/ 5405 h 15"/>
                  <a:gd name="T6" fmla="*/ 783 w 10"/>
                  <a:gd name="T7" fmla="*/ 661 h 15"/>
                  <a:gd name="T8" fmla="*/ 1300 w 1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5" y="0"/>
                    </a:moveTo>
                    <a:cubicBezTo>
                      <a:pt x="3" y="2"/>
                      <a:pt x="10" y="12"/>
                      <a:pt x="9" y="12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0" y="4"/>
                      <a:pt x="3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45" name="Freeform 546">
                <a:extLst>
                  <a:ext uri="{FF2B5EF4-FFF2-40B4-BE49-F238E27FC236}">
                    <a16:creationId xmlns:a16="http://schemas.microsoft.com/office/drawing/2014/main" id="{7A927F9C-73E3-4FC6-A506-F5438568C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055"/>
                <a:ext cx="42" cy="10"/>
              </a:xfrm>
              <a:custGeom>
                <a:avLst/>
                <a:gdLst>
                  <a:gd name="T0" fmla="*/ 3395 w 17"/>
                  <a:gd name="T1" fmla="*/ 783 h 4"/>
                  <a:gd name="T2" fmla="*/ 1826 w 17"/>
                  <a:gd name="T3" fmla="*/ 988 h 4"/>
                  <a:gd name="T4" fmla="*/ 0 w 17"/>
                  <a:gd name="T5" fmla="*/ 988 h 4"/>
                  <a:gd name="T6" fmla="*/ 452 w 17"/>
                  <a:gd name="T7" fmla="*/ 313 h 4"/>
                  <a:gd name="T8" fmla="*/ 2009 w 17"/>
                  <a:gd name="T9" fmla="*/ 313 h 4"/>
                  <a:gd name="T10" fmla="*/ 3876 w 17"/>
                  <a:gd name="T11" fmla="*/ 0 h 4"/>
                  <a:gd name="T12" fmla="*/ 3395 w 17"/>
                  <a:gd name="T13" fmla="*/ 783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">
                    <a:moveTo>
                      <a:pt x="15" y="3"/>
                    </a:moveTo>
                    <a:cubicBezTo>
                      <a:pt x="15" y="4"/>
                      <a:pt x="11" y="4"/>
                      <a:pt x="8" y="4"/>
                    </a:cubicBezTo>
                    <a:cubicBezTo>
                      <a:pt x="5" y="4"/>
                      <a:pt x="0" y="4"/>
                      <a:pt x="0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6" y="1"/>
                      <a:pt x="9" y="1"/>
                    </a:cubicBezTo>
                    <a:cubicBezTo>
                      <a:pt x="13" y="1"/>
                      <a:pt x="17" y="1"/>
                      <a:pt x="17" y="0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46" name="Freeform 547">
                <a:extLst>
                  <a:ext uri="{FF2B5EF4-FFF2-40B4-BE49-F238E27FC236}">
                    <a16:creationId xmlns:a16="http://schemas.microsoft.com/office/drawing/2014/main" id="{D8E7BFE4-BCCB-43C8-8B76-58FFDB36C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039"/>
                <a:ext cx="42" cy="16"/>
              </a:xfrm>
              <a:custGeom>
                <a:avLst/>
                <a:gdLst>
                  <a:gd name="T0" fmla="*/ 3395 w 17"/>
                  <a:gd name="T1" fmla="*/ 1459 h 6"/>
                  <a:gd name="T2" fmla="*/ 1826 w 17"/>
                  <a:gd name="T3" fmla="*/ 1763 h 6"/>
                  <a:gd name="T4" fmla="*/ 0 w 17"/>
                  <a:gd name="T5" fmla="*/ 1763 h 6"/>
                  <a:gd name="T6" fmla="*/ 635 w 17"/>
                  <a:gd name="T7" fmla="*/ 661 h 6"/>
                  <a:gd name="T8" fmla="*/ 2009 w 17"/>
                  <a:gd name="T9" fmla="*/ 661 h 6"/>
                  <a:gd name="T10" fmla="*/ 3876 w 17"/>
                  <a:gd name="T11" fmla="*/ 0 h 6"/>
                  <a:gd name="T12" fmla="*/ 3395 w 17"/>
                  <a:gd name="T13" fmla="*/ 145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15" y="4"/>
                    </a:moveTo>
                    <a:cubicBezTo>
                      <a:pt x="14" y="5"/>
                      <a:pt x="11" y="6"/>
                      <a:pt x="8" y="5"/>
                    </a:cubicBezTo>
                    <a:cubicBezTo>
                      <a:pt x="5" y="5"/>
                      <a:pt x="0" y="5"/>
                      <a:pt x="0" y="5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6" y="2"/>
                      <a:pt x="9" y="2"/>
                    </a:cubicBezTo>
                    <a:cubicBezTo>
                      <a:pt x="14" y="2"/>
                      <a:pt x="16" y="1"/>
                      <a:pt x="17" y="0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47" name="Freeform 548">
                <a:extLst>
                  <a:ext uri="{FF2B5EF4-FFF2-40B4-BE49-F238E27FC236}">
                    <a16:creationId xmlns:a16="http://schemas.microsoft.com/office/drawing/2014/main" id="{68B0A870-3598-4815-906F-2A377EF3B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055"/>
                <a:ext cx="27" cy="40"/>
              </a:xfrm>
              <a:custGeom>
                <a:avLst/>
                <a:gdLst>
                  <a:gd name="T0" fmla="*/ 1048 w 11"/>
                  <a:gd name="T1" fmla="*/ 0 h 15"/>
                  <a:gd name="T2" fmla="*/ 2216 w 11"/>
                  <a:gd name="T3" fmla="*/ 4301 h 15"/>
                  <a:gd name="T4" fmla="*/ 1524 w 11"/>
                  <a:gd name="T5" fmla="*/ 5405 h 15"/>
                  <a:gd name="T6" fmla="*/ 621 w 11"/>
                  <a:gd name="T7" fmla="*/ 1059 h 15"/>
                  <a:gd name="T8" fmla="*/ 1048 w 1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cubicBezTo>
                      <a:pt x="3" y="2"/>
                      <a:pt x="11" y="12"/>
                      <a:pt x="10" y="12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4"/>
                      <a:pt x="0" y="5"/>
                      <a:pt x="3" y="3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48" name="Freeform 549">
                <a:extLst>
                  <a:ext uri="{FF2B5EF4-FFF2-40B4-BE49-F238E27FC236}">
                    <a16:creationId xmlns:a16="http://schemas.microsoft.com/office/drawing/2014/main" id="{0D006ABE-D68D-4CC6-8E51-C2EF2E552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044"/>
                <a:ext cx="27" cy="40"/>
              </a:xfrm>
              <a:custGeom>
                <a:avLst/>
                <a:gdLst>
                  <a:gd name="T0" fmla="*/ 1048 w 11"/>
                  <a:gd name="T1" fmla="*/ 0 h 15"/>
                  <a:gd name="T2" fmla="*/ 2216 w 11"/>
                  <a:gd name="T3" fmla="*/ 4301 h 15"/>
                  <a:gd name="T4" fmla="*/ 1524 w 11"/>
                  <a:gd name="T5" fmla="*/ 5405 h 15"/>
                  <a:gd name="T6" fmla="*/ 621 w 11"/>
                  <a:gd name="T7" fmla="*/ 661 h 15"/>
                  <a:gd name="T8" fmla="*/ 1048 w 1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cubicBezTo>
                      <a:pt x="3" y="2"/>
                      <a:pt x="11" y="11"/>
                      <a:pt x="10" y="12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4"/>
                      <a:pt x="0" y="5"/>
                      <a:pt x="3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49" name="Freeform 550">
                <a:extLst>
                  <a:ext uri="{FF2B5EF4-FFF2-40B4-BE49-F238E27FC236}">
                    <a16:creationId xmlns:a16="http://schemas.microsoft.com/office/drawing/2014/main" id="{DDB4D63A-47E8-40C7-9793-4A2CD2A34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017"/>
                <a:ext cx="40" cy="19"/>
              </a:xfrm>
              <a:custGeom>
                <a:avLst/>
                <a:gdLst>
                  <a:gd name="T0" fmla="*/ 3720 w 16"/>
                  <a:gd name="T1" fmla="*/ 1620 h 7"/>
                  <a:gd name="T2" fmla="*/ 1958 w 16"/>
                  <a:gd name="T3" fmla="*/ 2342 h 7"/>
                  <a:gd name="T4" fmla="*/ 0 w 16"/>
                  <a:gd name="T5" fmla="*/ 2823 h 7"/>
                  <a:gd name="T6" fmla="*/ 520 w 16"/>
                  <a:gd name="T7" fmla="*/ 1620 h 7"/>
                  <a:gd name="T8" fmla="*/ 1958 w 16"/>
                  <a:gd name="T9" fmla="*/ 760 h 7"/>
                  <a:gd name="T10" fmla="*/ 3908 w 16"/>
                  <a:gd name="T11" fmla="*/ 0 h 7"/>
                  <a:gd name="T12" fmla="*/ 3720 w 16"/>
                  <a:gd name="T13" fmla="*/ 162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7">
                    <a:moveTo>
                      <a:pt x="15" y="4"/>
                    </a:moveTo>
                    <a:cubicBezTo>
                      <a:pt x="15" y="5"/>
                      <a:pt x="11" y="6"/>
                      <a:pt x="8" y="6"/>
                    </a:cubicBezTo>
                    <a:cubicBezTo>
                      <a:pt x="5" y="6"/>
                      <a:pt x="0" y="7"/>
                      <a:pt x="0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2"/>
                      <a:pt x="6" y="3"/>
                      <a:pt x="8" y="2"/>
                    </a:cubicBezTo>
                    <a:cubicBezTo>
                      <a:pt x="13" y="2"/>
                      <a:pt x="16" y="1"/>
                      <a:pt x="16" y="0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50" name="Freeform 551">
                <a:extLst>
                  <a:ext uri="{FF2B5EF4-FFF2-40B4-BE49-F238E27FC236}">
                    <a16:creationId xmlns:a16="http://schemas.microsoft.com/office/drawing/2014/main" id="{4A8F9A78-7A06-4CA1-B210-6E577859B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001"/>
                <a:ext cx="40" cy="19"/>
              </a:xfrm>
              <a:custGeom>
                <a:avLst/>
                <a:gdLst>
                  <a:gd name="T0" fmla="*/ 3438 w 16"/>
                  <a:gd name="T1" fmla="*/ 1620 h 7"/>
                  <a:gd name="T2" fmla="*/ 1770 w 16"/>
                  <a:gd name="T3" fmla="*/ 2823 h 7"/>
                  <a:gd name="T4" fmla="*/ 0 w 16"/>
                  <a:gd name="T5" fmla="*/ 2823 h 7"/>
                  <a:gd name="T6" fmla="*/ 313 w 16"/>
                  <a:gd name="T7" fmla="*/ 1620 h 7"/>
                  <a:gd name="T8" fmla="*/ 1770 w 16"/>
                  <a:gd name="T9" fmla="*/ 1200 h 7"/>
                  <a:gd name="T10" fmla="*/ 3908 w 16"/>
                  <a:gd name="T11" fmla="*/ 0 h 7"/>
                  <a:gd name="T12" fmla="*/ 3438 w 16"/>
                  <a:gd name="T13" fmla="*/ 162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7">
                    <a:moveTo>
                      <a:pt x="14" y="4"/>
                    </a:moveTo>
                    <a:cubicBezTo>
                      <a:pt x="14" y="6"/>
                      <a:pt x="10" y="6"/>
                      <a:pt x="7" y="7"/>
                    </a:cubicBezTo>
                    <a:cubicBezTo>
                      <a:pt x="4" y="7"/>
                      <a:pt x="0" y="7"/>
                      <a:pt x="0" y="7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5" y="3"/>
                      <a:pt x="7" y="3"/>
                    </a:cubicBezTo>
                    <a:cubicBezTo>
                      <a:pt x="12" y="3"/>
                      <a:pt x="16" y="1"/>
                      <a:pt x="16" y="0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51" name="Freeform 552">
                <a:extLst>
                  <a:ext uri="{FF2B5EF4-FFF2-40B4-BE49-F238E27FC236}">
                    <a16:creationId xmlns:a16="http://schemas.microsoft.com/office/drawing/2014/main" id="{A2D911D2-A7C4-4234-938A-63BB2EF52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025"/>
                <a:ext cx="28" cy="38"/>
              </a:xfrm>
              <a:custGeom>
                <a:avLst/>
                <a:gdLst>
                  <a:gd name="T0" fmla="*/ 843 w 11"/>
                  <a:gd name="T1" fmla="*/ 0 h 14"/>
                  <a:gd name="T2" fmla="*/ 2688 w 11"/>
                  <a:gd name="T3" fmla="*/ 4397 h 14"/>
                  <a:gd name="T4" fmla="*/ 2146 w 11"/>
                  <a:gd name="T5" fmla="*/ 5600 h 14"/>
                  <a:gd name="T6" fmla="*/ 331 w 11"/>
                  <a:gd name="T7" fmla="*/ 1200 h 14"/>
                  <a:gd name="T8" fmla="*/ 843 w 1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3" y="0"/>
                    </a:moveTo>
                    <a:cubicBezTo>
                      <a:pt x="2" y="2"/>
                      <a:pt x="11" y="10"/>
                      <a:pt x="10" y="11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3"/>
                      <a:pt x="0" y="6"/>
                      <a:pt x="1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52" name="Freeform 553">
                <a:extLst>
                  <a:ext uri="{FF2B5EF4-FFF2-40B4-BE49-F238E27FC236}">
                    <a16:creationId xmlns:a16="http://schemas.microsoft.com/office/drawing/2014/main" id="{D70E6C77-7541-4638-85D2-4AC50BF1E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012"/>
                <a:ext cx="27" cy="37"/>
              </a:xfrm>
              <a:custGeom>
                <a:avLst/>
                <a:gdLst>
                  <a:gd name="T0" fmla="*/ 903 w 11"/>
                  <a:gd name="T1" fmla="*/ 0 h 14"/>
                  <a:gd name="T2" fmla="*/ 2216 w 11"/>
                  <a:gd name="T3" fmla="*/ 3766 h 14"/>
                  <a:gd name="T4" fmla="*/ 1777 w 11"/>
                  <a:gd name="T5" fmla="*/ 4784 h 14"/>
                  <a:gd name="T6" fmla="*/ 427 w 11"/>
                  <a:gd name="T7" fmla="*/ 1033 h 14"/>
                  <a:gd name="T8" fmla="*/ 903 w 1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4" y="0"/>
                    </a:moveTo>
                    <a:cubicBezTo>
                      <a:pt x="2" y="2"/>
                      <a:pt x="11" y="10"/>
                      <a:pt x="10" y="11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3"/>
                      <a:pt x="0" y="5"/>
                      <a:pt x="2" y="3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53" name="Freeform 554">
                <a:extLst>
                  <a:ext uri="{FF2B5EF4-FFF2-40B4-BE49-F238E27FC236}">
                    <a16:creationId xmlns:a16="http://schemas.microsoft.com/office/drawing/2014/main" id="{0510B8B0-F652-4EAD-931E-7F2982391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988"/>
                <a:ext cx="33" cy="16"/>
              </a:xfrm>
              <a:custGeom>
                <a:avLst/>
                <a:gdLst>
                  <a:gd name="T0" fmla="*/ 327 w 13"/>
                  <a:gd name="T1" fmla="*/ 661 h 6"/>
                  <a:gd name="T2" fmla="*/ 1914 w 13"/>
                  <a:gd name="T3" fmla="*/ 0 h 6"/>
                  <a:gd name="T4" fmla="*/ 2404 w 13"/>
                  <a:gd name="T5" fmla="*/ 0 h 6"/>
                  <a:gd name="T6" fmla="*/ 3485 w 13"/>
                  <a:gd name="T7" fmla="*/ 397 h 6"/>
                  <a:gd name="T8" fmla="*/ 1914 w 13"/>
                  <a:gd name="T9" fmla="*/ 1459 h 6"/>
                  <a:gd name="T10" fmla="*/ 0 w 13"/>
                  <a:gd name="T11" fmla="*/ 2184 h 6"/>
                  <a:gd name="T12" fmla="*/ 327 w 13"/>
                  <a:gd name="T13" fmla="*/ 66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" y="2"/>
                    </a:moveTo>
                    <a:cubicBezTo>
                      <a:pt x="1" y="1"/>
                      <a:pt x="4" y="1"/>
                      <a:pt x="7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2"/>
                      <a:pt x="9" y="3"/>
                      <a:pt x="7" y="4"/>
                    </a:cubicBezTo>
                    <a:cubicBezTo>
                      <a:pt x="4" y="5"/>
                      <a:pt x="0" y="6"/>
                      <a:pt x="0" y="6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54" name="Freeform 555">
                <a:extLst>
                  <a:ext uri="{FF2B5EF4-FFF2-40B4-BE49-F238E27FC236}">
                    <a16:creationId xmlns:a16="http://schemas.microsoft.com/office/drawing/2014/main" id="{66845F2F-94E0-4BBE-95D1-491AE3BFE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993"/>
                <a:ext cx="30" cy="35"/>
              </a:xfrm>
              <a:custGeom>
                <a:avLst/>
                <a:gdLst>
                  <a:gd name="T0" fmla="*/ 783 w 12"/>
                  <a:gd name="T1" fmla="*/ 0 h 13"/>
                  <a:gd name="T2" fmla="*/ 2938 w 12"/>
                  <a:gd name="T3" fmla="*/ 3414 h 13"/>
                  <a:gd name="T4" fmla="*/ 2470 w 12"/>
                  <a:gd name="T5" fmla="*/ 4935 h 13"/>
                  <a:gd name="T6" fmla="*/ 313 w 12"/>
                  <a:gd name="T7" fmla="*/ 1152 h 13"/>
                  <a:gd name="T8" fmla="*/ 783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3" y="0"/>
                    </a:moveTo>
                    <a:cubicBezTo>
                      <a:pt x="2" y="2"/>
                      <a:pt x="12" y="8"/>
                      <a:pt x="12" y="9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2"/>
                      <a:pt x="0" y="6"/>
                      <a:pt x="1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55" name="Freeform 556">
                <a:extLst>
                  <a:ext uri="{FF2B5EF4-FFF2-40B4-BE49-F238E27FC236}">
                    <a16:creationId xmlns:a16="http://schemas.microsoft.com/office/drawing/2014/main" id="{329797E2-4601-4E7D-95B3-C74419D2B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983"/>
                <a:ext cx="30" cy="32"/>
              </a:xfrm>
              <a:custGeom>
                <a:avLst/>
                <a:gdLst>
                  <a:gd name="T0" fmla="*/ 2938 w 12"/>
                  <a:gd name="T1" fmla="*/ 2824 h 12"/>
                  <a:gd name="T2" fmla="*/ 2470 w 12"/>
                  <a:gd name="T3" fmla="*/ 4301 h 12"/>
                  <a:gd name="T4" fmla="*/ 313 w 12"/>
                  <a:gd name="T5" fmla="*/ 397 h 12"/>
                  <a:gd name="T6" fmla="*/ 313 w 12"/>
                  <a:gd name="T7" fmla="*/ 0 h 12"/>
                  <a:gd name="T8" fmla="*/ 783 w 12"/>
                  <a:gd name="T9" fmla="*/ 0 h 12"/>
                  <a:gd name="T10" fmla="*/ 2938 w 12"/>
                  <a:gd name="T11" fmla="*/ 2824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12" y="8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1"/>
                      <a:pt x="0" y="4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6" y="3"/>
                      <a:pt x="12" y="7"/>
                      <a:pt x="12" y="8"/>
                    </a:cubicBez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56" name="Freeform 557">
                <a:extLst>
                  <a:ext uri="{FF2B5EF4-FFF2-40B4-BE49-F238E27FC236}">
                    <a16:creationId xmlns:a16="http://schemas.microsoft.com/office/drawing/2014/main" id="{78C84487-7C6C-466C-B2D3-54D6AD6C2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076"/>
                <a:ext cx="10" cy="27"/>
              </a:xfrm>
              <a:custGeom>
                <a:avLst/>
                <a:gdLst>
                  <a:gd name="T0" fmla="*/ 0 w 4"/>
                  <a:gd name="T1" fmla="*/ 0 h 10"/>
                  <a:gd name="T2" fmla="*/ 783 w 4"/>
                  <a:gd name="T3" fmla="*/ 2719 h 10"/>
                  <a:gd name="T4" fmla="*/ 988 w 4"/>
                  <a:gd name="T5" fmla="*/ 3877 h 10"/>
                  <a:gd name="T6" fmla="*/ 988 w 4"/>
                  <a:gd name="T7" fmla="*/ 3877 h 10"/>
                  <a:gd name="T8" fmla="*/ 313 w 4"/>
                  <a:gd name="T9" fmla="*/ 2028 h 10"/>
                  <a:gd name="T10" fmla="*/ 0 w 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2"/>
                      <a:pt x="2" y="5"/>
                      <a:pt x="3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2" y="7"/>
                      <a:pt x="1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57" name="Freeform 558">
                <a:extLst>
                  <a:ext uri="{FF2B5EF4-FFF2-40B4-BE49-F238E27FC236}">
                    <a16:creationId xmlns:a16="http://schemas.microsoft.com/office/drawing/2014/main" id="{0FF5707D-B05E-42AD-9B6B-06A7C0932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063"/>
                <a:ext cx="12" cy="24"/>
              </a:xfrm>
              <a:custGeom>
                <a:avLst/>
                <a:gdLst>
                  <a:gd name="T0" fmla="*/ 0 w 5"/>
                  <a:gd name="T1" fmla="*/ 0 h 9"/>
                  <a:gd name="T2" fmla="*/ 564 w 5"/>
                  <a:gd name="T3" fmla="*/ 2184 h 9"/>
                  <a:gd name="T4" fmla="*/ 967 w 5"/>
                  <a:gd name="T5" fmla="*/ 3243 h 9"/>
                  <a:gd name="T6" fmla="*/ 967 w 5"/>
                  <a:gd name="T7" fmla="*/ 3243 h 9"/>
                  <a:gd name="T8" fmla="*/ 403 w 5"/>
                  <a:gd name="T9" fmla="*/ 1763 h 9"/>
                  <a:gd name="T10" fmla="*/ 0 w 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0" y="1"/>
                      <a:pt x="2" y="4"/>
                      <a:pt x="3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3" y="7"/>
                      <a:pt x="2" y="5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58" name="Freeform 559">
                <a:extLst>
                  <a:ext uri="{FF2B5EF4-FFF2-40B4-BE49-F238E27FC236}">
                    <a16:creationId xmlns:a16="http://schemas.microsoft.com/office/drawing/2014/main" id="{9A5CE197-6C89-4F3F-B118-F910BC6A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049"/>
                <a:ext cx="12" cy="24"/>
              </a:xfrm>
              <a:custGeom>
                <a:avLst/>
                <a:gdLst>
                  <a:gd name="T0" fmla="*/ 0 w 5"/>
                  <a:gd name="T1" fmla="*/ 0 h 9"/>
                  <a:gd name="T2" fmla="*/ 564 w 5"/>
                  <a:gd name="T3" fmla="*/ 2184 h 9"/>
                  <a:gd name="T4" fmla="*/ 967 w 5"/>
                  <a:gd name="T5" fmla="*/ 3243 h 9"/>
                  <a:gd name="T6" fmla="*/ 967 w 5"/>
                  <a:gd name="T7" fmla="*/ 3243 h 9"/>
                  <a:gd name="T8" fmla="*/ 403 w 5"/>
                  <a:gd name="T9" fmla="*/ 1763 h 9"/>
                  <a:gd name="T10" fmla="*/ 0 w 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0" y="2"/>
                      <a:pt x="2" y="4"/>
                      <a:pt x="3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3" y="7"/>
                      <a:pt x="2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59" name="Freeform 560">
                <a:extLst>
                  <a:ext uri="{FF2B5EF4-FFF2-40B4-BE49-F238E27FC236}">
                    <a16:creationId xmlns:a16="http://schemas.microsoft.com/office/drawing/2014/main" id="{FDBE87AA-F53C-4E87-859C-669B382D8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031"/>
                <a:ext cx="15" cy="21"/>
              </a:xfrm>
              <a:custGeom>
                <a:avLst/>
                <a:gdLst>
                  <a:gd name="T0" fmla="*/ 0 w 6"/>
                  <a:gd name="T1" fmla="*/ 0 h 8"/>
                  <a:gd name="T2" fmla="*/ 988 w 6"/>
                  <a:gd name="T3" fmla="*/ 1992 h 8"/>
                  <a:gd name="T4" fmla="*/ 1488 w 6"/>
                  <a:gd name="T5" fmla="*/ 2604 h 8"/>
                  <a:gd name="T6" fmla="*/ 1488 w 6"/>
                  <a:gd name="T7" fmla="*/ 2604 h 8"/>
                  <a:gd name="T8" fmla="*/ 520 w 6"/>
                  <a:gd name="T9" fmla="*/ 1612 h 8"/>
                  <a:gd name="T10" fmla="*/ 0 w 6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4" y="6"/>
                      <a:pt x="2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60" name="Freeform 561">
                <a:extLst>
                  <a:ext uri="{FF2B5EF4-FFF2-40B4-BE49-F238E27FC236}">
                    <a16:creationId xmlns:a16="http://schemas.microsoft.com/office/drawing/2014/main" id="{564230BF-7E27-4623-AD74-AEB158F10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2017"/>
                <a:ext cx="15" cy="22"/>
              </a:xfrm>
              <a:custGeom>
                <a:avLst/>
                <a:gdLst>
                  <a:gd name="T0" fmla="*/ 0 w 6"/>
                  <a:gd name="T1" fmla="*/ 0 h 8"/>
                  <a:gd name="T2" fmla="*/ 988 w 6"/>
                  <a:gd name="T3" fmla="*/ 2684 h 8"/>
                  <a:gd name="T4" fmla="*/ 1488 w 6"/>
                  <a:gd name="T5" fmla="*/ 3495 h 8"/>
                  <a:gd name="T6" fmla="*/ 1488 w 6"/>
                  <a:gd name="T7" fmla="*/ 3495 h 8"/>
                  <a:gd name="T8" fmla="*/ 520 w 6"/>
                  <a:gd name="T9" fmla="*/ 2225 h 8"/>
                  <a:gd name="T10" fmla="*/ 0 w 6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2"/>
                      <a:pt x="3" y="4"/>
                      <a:pt x="4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4" y="6"/>
                      <a:pt x="2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61" name="Freeform 562">
                <a:extLst>
                  <a:ext uri="{FF2B5EF4-FFF2-40B4-BE49-F238E27FC236}">
                    <a16:creationId xmlns:a16="http://schemas.microsoft.com/office/drawing/2014/main" id="{F10048EE-5A6B-425B-8A83-AB9F86FCB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999"/>
                <a:ext cx="17" cy="18"/>
              </a:xfrm>
              <a:custGeom>
                <a:avLst/>
                <a:gdLst>
                  <a:gd name="T0" fmla="*/ 0 w 7"/>
                  <a:gd name="T1" fmla="*/ 0 h 7"/>
                  <a:gd name="T2" fmla="*/ 1003 w 7"/>
                  <a:gd name="T3" fmla="*/ 1448 h 7"/>
                  <a:gd name="T4" fmla="*/ 1433 w 7"/>
                  <a:gd name="T5" fmla="*/ 2003 h 7"/>
                  <a:gd name="T6" fmla="*/ 1433 w 7"/>
                  <a:gd name="T7" fmla="*/ 2003 h 7"/>
                  <a:gd name="T8" fmla="*/ 590 w 7"/>
                  <a:gd name="T9" fmla="*/ 1137 h 7"/>
                  <a:gd name="T10" fmla="*/ 0 w 7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2"/>
                      <a:pt x="3" y="3"/>
                      <a:pt x="5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5" y="6"/>
                      <a:pt x="3" y="4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62" name="Freeform 563">
                <a:extLst>
                  <a:ext uri="{FF2B5EF4-FFF2-40B4-BE49-F238E27FC236}">
                    <a16:creationId xmlns:a16="http://schemas.microsoft.com/office/drawing/2014/main" id="{73E29C78-9214-4BD7-AC19-ACB6553CC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983"/>
                <a:ext cx="20" cy="18"/>
              </a:xfrm>
              <a:custGeom>
                <a:avLst/>
                <a:gdLst>
                  <a:gd name="T0" fmla="*/ 0 w 8"/>
                  <a:gd name="T1" fmla="*/ 0 h 7"/>
                  <a:gd name="T2" fmla="*/ 1488 w 8"/>
                  <a:gd name="T3" fmla="*/ 1448 h 7"/>
                  <a:gd name="T4" fmla="*/ 1958 w 8"/>
                  <a:gd name="T5" fmla="*/ 2003 h 7"/>
                  <a:gd name="T6" fmla="*/ 1958 w 8"/>
                  <a:gd name="T7" fmla="*/ 2003 h 7"/>
                  <a:gd name="T8" fmla="*/ 988 w 8"/>
                  <a:gd name="T9" fmla="*/ 1137 h 7"/>
                  <a:gd name="T10" fmla="*/ 0 w 8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1" y="2"/>
                      <a:pt x="4" y="3"/>
                      <a:pt x="6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6" y="6"/>
                      <a:pt x="4" y="4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63" name="Freeform 564">
                <a:extLst>
                  <a:ext uri="{FF2B5EF4-FFF2-40B4-BE49-F238E27FC236}">
                    <a16:creationId xmlns:a16="http://schemas.microsoft.com/office/drawing/2014/main" id="{ADA31F4A-4FE9-48AD-A4BC-B1AEDFDC0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087"/>
                <a:ext cx="10" cy="26"/>
              </a:xfrm>
              <a:custGeom>
                <a:avLst/>
                <a:gdLst>
                  <a:gd name="T0" fmla="*/ 0 w 4"/>
                  <a:gd name="T1" fmla="*/ 0 h 10"/>
                  <a:gd name="T2" fmla="*/ 520 w 4"/>
                  <a:gd name="T3" fmla="*/ 2142 h 10"/>
                  <a:gd name="T4" fmla="*/ 988 w 4"/>
                  <a:gd name="T5" fmla="*/ 3110 h 10"/>
                  <a:gd name="T6" fmla="*/ 988 w 4"/>
                  <a:gd name="T7" fmla="*/ 3110 h 10"/>
                  <a:gd name="T8" fmla="*/ 313 w 4"/>
                  <a:gd name="T9" fmla="*/ 1547 h 10"/>
                  <a:gd name="T10" fmla="*/ 0 w 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2"/>
                      <a:pt x="1" y="5"/>
                      <a:pt x="2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2" y="7"/>
                      <a:pt x="1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64" name="Freeform 565">
                <a:extLst>
                  <a:ext uri="{FF2B5EF4-FFF2-40B4-BE49-F238E27FC236}">
                    <a16:creationId xmlns:a16="http://schemas.microsoft.com/office/drawing/2014/main" id="{A4102AF0-9580-4C8D-B0C3-E6B236385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103"/>
                <a:ext cx="10" cy="26"/>
              </a:xfrm>
              <a:custGeom>
                <a:avLst/>
                <a:gdLst>
                  <a:gd name="T0" fmla="*/ 0 w 4"/>
                  <a:gd name="T1" fmla="*/ 0 h 10"/>
                  <a:gd name="T2" fmla="*/ 783 w 4"/>
                  <a:gd name="T3" fmla="*/ 2142 h 10"/>
                  <a:gd name="T4" fmla="*/ 988 w 4"/>
                  <a:gd name="T5" fmla="*/ 3110 h 10"/>
                  <a:gd name="T6" fmla="*/ 988 w 4"/>
                  <a:gd name="T7" fmla="*/ 3110 h 10"/>
                  <a:gd name="T8" fmla="*/ 313 w 4"/>
                  <a:gd name="T9" fmla="*/ 1547 h 10"/>
                  <a:gd name="T10" fmla="*/ 0 w 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2"/>
                      <a:pt x="2" y="5"/>
                      <a:pt x="3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2" y="7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65" name="Freeform 566">
                <a:extLst>
                  <a:ext uri="{FF2B5EF4-FFF2-40B4-BE49-F238E27FC236}">
                    <a16:creationId xmlns:a16="http://schemas.microsoft.com/office/drawing/2014/main" id="{22569A04-793E-4A13-BB9A-13974DC97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113"/>
                <a:ext cx="10" cy="24"/>
              </a:xfrm>
              <a:custGeom>
                <a:avLst/>
                <a:gdLst>
                  <a:gd name="T0" fmla="*/ 0 w 4"/>
                  <a:gd name="T1" fmla="*/ 0 h 9"/>
                  <a:gd name="T2" fmla="*/ 783 w 4"/>
                  <a:gd name="T3" fmla="*/ 2184 h 9"/>
                  <a:gd name="T4" fmla="*/ 988 w 4"/>
                  <a:gd name="T5" fmla="*/ 3243 h 9"/>
                  <a:gd name="T6" fmla="*/ 988 w 4"/>
                  <a:gd name="T7" fmla="*/ 3243 h 9"/>
                  <a:gd name="T8" fmla="*/ 313 w 4"/>
                  <a:gd name="T9" fmla="*/ 1763 h 9"/>
                  <a:gd name="T10" fmla="*/ 0 w 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0" y="1"/>
                      <a:pt x="2" y="4"/>
                      <a:pt x="3" y="6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2" y="7"/>
                      <a:pt x="1" y="5"/>
                    </a:cubicBezTo>
                    <a:cubicBezTo>
                      <a:pt x="0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66" name="Freeform 567">
                <a:extLst>
                  <a:ext uri="{FF2B5EF4-FFF2-40B4-BE49-F238E27FC236}">
                    <a16:creationId xmlns:a16="http://schemas.microsoft.com/office/drawing/2014/main" id="{8A90CB7C-7B8E-489F-B34D-75F3D922A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127"/>
                <a:ext cx="8" cy="29"/>
              </a:xfrm>
              <a:custGeom>
                <a:avLst/>
                <a:gdLst>
                  <a:gd name="T0" fmla="*/ 397 w 3"/>
                  <a:gd name="T1" fmla="*/ 0 h 11"/>
                  <a:gd name="T2" fmla="*/ 661 w 3"/>
                  <a:gd name="T3" fmla="*/ 2273 h 11"/>
                  <a:gd name="T4" fmla="*/ 1059 w 3"/>
                  <a:gd name="T5" fmla="*/ 3662 h 11"/>
                  <a:gd name="T6" fmla="*/ 661 w 3"/>
                  <a:gd name="T7" fmla="*/ 3662 h 11"/>
                  <a:gd name="T8" fmla="*/ 397 w 3"/>
                  <a:gd name="T9" fmla="*/ 2035 h 11"/>
                  <a:gd name="T10" fmla="*/ 397 w 3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1">
                    <a:moveTo>
                      <a:pt x="1" y="0"/>
                    </a:moveTo>
                    <a:cubicBezTo>
                      <a:pt x="0" y="2"/>
                      <a:pt x="1" y="5"/>
                      <a:pt x="2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8"/>
                      <a:pt x="1" y="6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67" name="Freeform 568">
                <a:extLst>
                  <a:ext uri="{FF2B5EF4-FFF2-40B4-BE49-F238E27FC236}">
                    <a16:creationId xmlns:a16="http://schemas.microsoft.com/office/drawing/2014/main" id="{7C1BDBA8-6838-4B02-97DC-539C17C93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129"/>
                <a:ext cx="22" cy="43"/>
              </a:xfrm>
              <a:custGeom>
                <a:avLst/>
                <a:gdLst>
                  <a:gd name="T0" fmla="*/ 1315 w 9"/>
                  <a:gd name="T1" fmla="*/ 0 h 16"/>
                  <a:gd name="T2" fmla="*/ 1750 w 9"/>
                  <a:gd name="T3" fmla="*/ 5316 h 16"/>
                  <a:gd name="T4" fmla="*/ 860 w 9"/>
                  <a:gd name="T5" fmla="*/ 6060 h 16"/>
                  <a:gd name="T6" fmla="*/ 616 w 9"/>
                  <a:gd name="T7" fmla="*/ 680 h 16"/>
                  <a:gd name="T8" fmla="*/ 1315 w 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6" y="0"/>
                    </a:moveTo>
                    <a:cubicBezTo>
                      <a:pt x="3" y="2"/>
                      <a:pt x="9" y="13"/>
                      <a:pt x="8" y="14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0" y="4"/>
                      <a:pt x="3" y="2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68" name="Freeform 569">
                <a:extLst>
                  <a:ext uri="{FF2B5EF4-FFF2-40B4-BE49-F238E27FC236}">
                    <a16:creationId xmlns:a16="http://schemas.microsoft.com/office/drawing/2014/main" id="{1C227215-4966-4168-81F4-EA45171DA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137"/>
                <a:ext cx="7" cy="27"/>
              </a:xfrm>
              <a:custGeom>
                <a:avLst/>
                <a:gdLst>
                  <a:gd name="T0" fmla="*/ 0 w 3"/>
                  <a:gd name="T1" fmla="*/ 0 h 10"/>
                  <a:gd name="T2" fmla="*/ 355 w 3"/>
                  <a:gd name="T3" fmla="*/ 2282 h 10"/>
                  <a:gd name="T4" fmla="*/ 469 w 3"/>
                  <a:gd name="T5" fmla="*/ 3877 h 10"/>
                  <a:gd name="T6" fmla="*/ 469 w 3"/>
                  <a:gd name="T7" fmla="*/ 3877 h 10"/>
                  <a:gd name="T8" fmla="*/ 152 w 3"/>
                  <a:gd name="T9" fmla="*/ 2028 h 10"/>
                  <a:gd name="T10" fmla="*/ 0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0" y="1"/>
                      <a:pt x="1" y="4"/>
                      <a:pt x="2" y="6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1" y="7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69" name="Freeform 570">
                <a:extLst>
                  <a:ext uri="{FF2B5EF4-FFF2-40B4-BE49-F238E27FC236}">
                    <a16:creationId xmlns:a16="http://schemas.microsoft.com/office/drawing/2014/main" id="{4A1C56B4-EA1B-4423-90F0-F3DDCC7F2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177"/>
                <a:ext cx="42" cy="22"/>
              </a:xfrm>
              <a:custGeom>
                <a:avLst/>
                <a:gdLst>
                  <a:gd name="T0" fmla="*/ 452 w 17"/>
                  <a:gd name="T1" fmla="*/ 0 h 8"/>
                  <a:gd name="T2" fmla="*/ 2308 w 17"/>
                  <a:gd name="T3" fmla="*/ 976 h 8"/>
                  <a:gd name="T4" fmla="*/ 3876 w 17"/>
                  <a:gd name="T5" fmla="*/ 2225 h 8"/>
                  <a:gd name="T6" fmla="*/ 3199 w 17"/>
                  <a:gd name="T7" fmla="*/ 2973 h 8"/>
                  <a:gd name="T8" fmla="*/ 1826 w 17"/>
                  <a:gd name="T9" fmla="*/ 2225 h 8"/>
                  <a:gd name="T10" fmla="*/ 0 w 17"/>
                  <a:gd name="T11" fmla="*/ 1271 h 8"/>
                  <a:gd name="T12" fmla="*/ 452 w 17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2" y="0"/>
                    </a:moveTo>
                    <a:cubicBezTo>
                      <a:pt x="3" y="0"/>
                      <a:pt x="7" y="1"/>
                      <a:pt x="10" y="2"/>
                    </a:cubicBezTo>
                    <a:cubicBezTo>
                      <a:pt x="13" y="3"/>
                      <a:pt x="17" y="5"/>
                      <a:pt x="17" y="5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0" y="6"/>
                      <a:pt x="8" y="5"/>
                    </a:cubicBezTo>
                    <a:cubicBezTo>
                      <a:pt x="4" y="3"/>
                      <a:pt x="1" y="2"/>
                      <a:pt x="0" y="3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70" name="Freeform 571">
                <a:extLst>
                  <a:ext uri="{FF2B5EF4-FFF2-40B4-BE49-F238E27FC236}">
                    <a16:creationId xmlns:a16="http://schemas.microsoft.com/office/drawing/2014/main" id="{19460CCF-4ED6-4AD0-BAF2-39571E5C4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183"/>
                <a:ext cx="42" cy="24"/>
              </a:xfrm>
              <a:custGeom>
                <a:avLst/>
                <a:gdLst>
                  <a:gd name="T0" fmla="*/ 635 w 17"/>
                  <a:gd name="T1" fmla="*/ 397 h 9"/>
                  <a:gd name="T2" fmla="*/ 2503 w 17"/>
                  <a:gd name="T3" fmla="*/ 1059 h 9"/>
                  <a:gd name="T4" fmla="*/ 3876 w 17"/>
                  <a:gd name="T5" fmla="*/ 2184 h 9"/>
                  <a:gd name="T6" fmla="*/ 3199 w 17"/>
                  <a:gd name="T7" fmla="*/ 2824 h 9"/>
                  <a:gd name="T8" fmla="*/ 1826 w 17"/>
                  <a:gd name="T9" fmla="*/ 2184 h 9"/>
                  <a:gd name="T10" fmla="*/ 0 w 17"/>
                  <a:gd name="T11" fmla="*/ 1459 h 9"/>
                  <a:gd name="T12" fmla="*/ 635 w 17"/>
                  <a:gd name="T13" fmla="*/ 39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3" y="1"/>
                    </a:moveTo>
                    <a:cubicBezTo>
                      <a:pt x="4" y="0"/>
                      <a:pt x="8" y="2"/>
                      <a:pt x="11" y="3"/>
                    </a:cubicBezTo>
                    <a:cubicBezTo>
                      <a:pt x="13" y="4"/>
                      <a:pt x="17" y="6"/>
                      <a:pt x="1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9"/>
                      <a:pt x="11" y="7"/>
                      <a:pt x="8" y="6"/>
                    </a:cubicBezTo>
                    <a:cubicBezTo>
                      <a:pt x="4" y="4"/>
                      <a:pt x="1" y="3"/>
                      <a:pt x="0" y="4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71" name="Freeform 572">
                <a:extLst>
                  <a:ext uri="{FF2B5EF4-FFF2-40B4-BE49-F238E27FC236}">
                    <a16:creationId xmlns:a16="http://schemas.microsoft.com/office/drawing/2014/main" id="{D6F852D6-B5E2-4F1A-8784-15254D49E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196"/>
                <a:ext cx="43" cy="21"/>
              </a:xfrm>
              <a:custGeom>
                <a:avLst/>
                <a:gdLst>
                  <a:gd name="T0" fmla="*/ 825 w 17"/>
                  <a:gd name="T1" fmla="*/ 378 h 8"/>
                  <a:gd name="T2" fmla="*/ 2911 w 17"/>
                  <a:gd name="T3" fmla="*/ 614 h 8"/>
                  <a:gd name="T4" fmla="*/ 4467 w 17"/>
                  <a:gd name="T5" fmla="*/ 1992 h 8"/>
                  <a:gd name="T6" fmla="*/ 3640 w 17"/>
                  <a:gd name="T7" fmla="*/ 2604 h 8"/>
                  <a:gd name="T8" fmla="*/ 2087 w 17"/>
                  <a:gd name="T9" fmla="*/ 1612 h 8"/>
                  <a:gd name="T10" fmla="*/ 0 w 17"/>
                  <a:gd name="T11" fmla="*/ 992 h 8"/>
                  <a:gd name="T12" fmla="*/ 825 w 17"/>
                  <a:gd name="T13" fmla="*/ 37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3" y="1"/>
                    </a:moveTo>
                    <a:cubicBezTo>
                      <a:pt x="4" y="0"/>
                      <a:pt x="8" y="1"/>
                      <a:pt x="11" y="2"/>
                    </a:cubicBezTo>
                    <a:cubicBezTo>
                      <a:pt x="13" y="4"/>
                      <a:pt x="17" y="6"/>
                      <a:pt x="1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1" y="6"/>
                      <a:pt x="8" y="5"/>
                    </a:cubicBezTo>
                    <a:cubicBezTo>
                      <a:pt x="4" y="3"/>
                      <a:pt x="1" y="3"/>
                      <a:pt x="0" y="3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72" name="Freeform 573">
                <a:extLst>
                  <a:ext uri="{FF2B5EF4-FFF2-40B4-BE49-F238E27FC236}">
                    <a16:creationId xmlns:a16="http://schemas.microsoft.com/office/drawing/2014/main" id="{EAC31AF4-10F8-40FC-B310-2CF0701ED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204"/>
                <a:ext cx="40" cy="24"/>
              </a:xfrm>
              <a:custGeom>
                <a:avLst/>
                <a:gdLst>
                  <a:gd name="T0" fmla="*/ 783 w 16"/>
                  <a:gd name="T1" fmla="*/ 397 h 9"/>
                  <a:gd name="T2" fmla="*/ 2470 w 16"/>
                  <a:gd name="T3" fmla="*/ 1059 h 9"/>
                  <a:gd name="T4" fmla="*/ 3908 w 16"/>
                  <a:gd name="T5" fmla="*/ 2184 h 9"/>
                  <a:gd name="T6" fmla="*/ 3250 w 16"/>
                  <a:gd name="T7" fmla="*/ 2824 h 9"/>
                  <a:gd name="T8" fmla="*/ 1958 w 16"/>
                  <a:gd name="T9" fmla="*/ 2184 h 9"/>
                  <a:gd name="T10" fmla="*/ 0 w 16"/>
                  <a:gd name="T11" fmla="*/ 1459 h 9"/>
                  <a:gd name="T12" fmla="*/ 783 w 16"/>
                  <a:gd name="T13" fmla="*/ 39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3" y="1"/>
                    </a:moveTo>
                    <a:cubicBezTo>
                      <a:pt x="4" y="0"/>
                      <a:pt x="7" y="2"/>
                      <a:pt x="10" y="3"/>
                    </a:cubicBezTo>
                    <a:cubicBezTo>
                      <a:pt x="12" y="4"/>
                      <a:pt x="16" y="6"/>
                      <a:pt x="16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0" y="7"/>
                      <a:pt x="8" y="6"/>
                    </a:cubicBezTo>
                    <a:cubicBezTo>
                      <a:pt x="3" y="4"/>
                      <a:pt x="1" y="3"/>
                      <a:pt x="0" y="4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73" name="Freeform 574">
                <a:extLst>
                  <a:ext uri="{FF2B5EF4-FFF2-40B4-BE49-F238E27FC236}">
                    <a16:creationId xmlns:a16="http://schemas.microsoft.com/office/drawing/2014/main" id="{ADC5FAE1-628E-4431-B9C1-CFC990634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177"/>
                <a:ext cx="20" cy="40"/>
              </a:xfrm>
              <a:custGeom>
                <a:avLst/>
                <a:gdLst>
                  <a:gd name="T0" fmla="*/ 783 w 8"/>
                  <a:gd name="T1" fmla="*/ 5405 h 15"/>
                  <a:gd name="T2" fmla="*/ 313 w 8"/>
                  <a:gd name="T3" fmla="*/ 661 h 15"/>
                  <a:gd name="T4" fmla="*/ 988 w 8"/>
                  <a:gd name="T5" fmla="*/ 0 h 15"/>
                  <a:gd name="T6" fmla="*/ 1488 w 8"/>
                  <a:gd name="T7" fmla="*/ 4701 h 15"/>
                  <a:gd name="T8" fmla="*/ 783 w 8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3" y="15"/>
                    </a:moveTo>
                    <a:cubicBezTo>
                      <a:pt x="5" y="13"/>
                      <a:pt x="0" y="2"/>
                      <a:pt x="1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8" y="11"/>
                      <a:pt x="6" y="13"/>
                    </a:cubicBez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74" name="Freeform 575">
                <a:extLst>
                  <a:ext uri="{FF2B5EF4-FFF2-40B4-BE49-F238E27FC236}">
                    <a16:creationId xmlns:a16="http://schemas.microsoft.com/office/drawing/2014/main" id="{8954D583-79FF-4DC3-92CE-A0B19DB32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185"/>
                <a:ext cx="20" cy="40"/>
              </a:xfrm>
              <a:custGeom>
                <a:avLst/>
                <a:gdLst>
                  <a:gd name="T0" fmla="*/ 520 w 8"/>
                  <a:gd name="T1" fmla="*/ 5405 h 15"/>
                  <a:gd name="T2" fmla="*/ 313 w 8"/>
                  <a:gd name="T3" fmla="*/ 661 h 15"/>
                  <a:gd name="T4" fmla="*/ 988 w 8"/>
                  <a:gd name="T5" fmla="*/ 0 h 15"/>
                  <a:gd name="T6" fmla="*/ 1300 w 8"/>
                  <a:gd name="T7" fmla="*/ 4701 h 15"/>
                  <a:gd name="T8" fmla="*/ 520 w 8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2" y="15"/>
                    </a:moveTo>
                    <a:cubicBezTo>
                      <a:pt x="5" y="14"/>
                      <a:pt x="0" y="3"/>
                      <a:pt x="1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8" y="12"/>
                      <a:pt x="5" y="13"/>
                    </a:cubicBez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75" name="Freeform 576">
                <a:extLst>
                  <a:ext uri="{FF2B5EF4-FFF2-40B4-BE49-F238E27FC236}">
                    <a16:creationId xmlns:a16="http://schemas.microsoft.com/office/drawing/2014/main" id="{2D174209-FC22-4C9B-867B-B60018CE0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223"/>
                <a:ext cx="45" cy="16"/>
              </a:xfrm>
              <a:custGeom>
                <a:avLst/>
                <a:gdLst>
                  <a:gd name="T0" fmla="*/ 783 w 18"/>
                  <a:gd name="T1" fmla="*/ 397 h 6"/>
                  <a:gd name="T2" fmla="*/ 2738 w 18"/>
                  <a:gd name="T3" fmla="*/ 397 h 6"/>
                  <a:gd name="T4" fmla="*/ 4425 w 18"/>
                  <a:gd name="T5" fmla="*/ 1059 h 6"/>
                  <a:gd name="T6" fmla="*/ 3720 w 18"/>
                  <a:gd name="T7" fmla="*/ 1763 h 6"/>
                  <a:gd name="T8" fmla="*/ 2270 w 18"/>
                  <a:gd name="T9" fmla="*/ 1459 h 6"/>
                  <a:gd name="T10" fmla="*/ 0 w 18"/>
                  <a:gd name="T11" fmla="*/ 1059 h 6"/>
                  <a:gd name="T12" fmla="*/ 783 w 18"/>
                  <a:gd name="T13" fmla="*/ 397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3" y="1"/>
                    </a:moveTo>
                    <a:cubicBezTo>
                      <a:pt x="4" y="0"/>
                      <a:pt x="8" y="0"/>
                      <a:pt x="11" y="1"/>
                    </a:cubicBezTo>
                    <a:cubicBezTo>
                      <a:pt x="13" y="1"/>
                      <a:pt x="18" y="3"/>
                      <a:pt x="18" y="3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6"/>
                      <a:pt x="11" y="5"/>
                      <a:pt x="9" y="4"/>
                    </a:cubicBezTo>
                    <a:cubicBezTo>
                      <a:pt x="5" y="3"/>
                      <a:pt x="1" y="2"/>
                      <a:pt x="0" y="3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76" name="Freeform 577">
                <a:extLst>
                  <a:ext uri="{FF2B5EF4-FFF2-40B4-BE49-F238E27FC236}">
                    <a16:creationId xmlns:a16="http://schemas.microsoft.com/office/drawing/2014/main" id="{7FB6287F-D4B2-428A-8712-25AF6AD64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233"/>
                <a:ext cx="43" cy="16"/>
              </a:xfrm>
              <a:custGeom>
                <a:avLst/>
                <a:gdLst>
                  <a:gd name="T0" fmla="*/ 825 w 17"/>
                  <a:gd name="T1" fmla="*/ 397 h 6"/>
                  <a:gd name="T2" fmla="*/ 2572 w 17"/>
                  <a:gd name="T3" fmla="*/ 397 h 6"/>
                  <a:gd name="T4" fmla="*/ 4467 w 17"/>
                  <a:gd name="T5" fmla="*/ 1059 h 6"/>
                  <a:gd name="T6" fmla="*/ 3640 w 17"/>
                  <a:gd name="T7" fmla="*/ 1763 h 6"/>
                  <a:gd name="T8" fmla="*/ 2087 w 17"/>
                  <a:gd name="T9" fmla="*/ 1459 h 6"/>
                  <a:gd name="T10" fmla="*/ 0 w 17"/>
                  <a:gd name="T11" fmla="*/ 1459 h 6"/>
                  <a:gd name="T12" fmla="*/ 825 w 17"/>
                  <a:gd name="T13" fmla="*/ 397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3" y="1"/>
                    </a:moveTo>
                    <a:cubicBezTo>
                      <a:pt x="4" y="0"/>
                      <a:pt x="7" y="0"/>
                      <a:pt x="10" y="1"/>
                    </a:cubicBezTo>
                    <a:cubicBezTo>
                      <a:pt x="12" y="1"/>
                      <a:pt x="17" y="3"/>
                      <a:pt x="17" y="3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6"/>
                      <a:pt x="11" y="5"/>
                      <a:pt x="8" y="4"/>
                    </a:cubicBezTo>
                    <a:cubicBezTo>
                      <a:pt x="3" y="3"/>
                      <a:pt x="1" y="3"/>
                      <a:pt x="0" y="4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77" name="Freeform 578">
                <a:extLst>
                  <a:ext uri="{FF2B5EF4-FFF2-40B4-BE49-F238E27FC236}">
                    <a16:creationId xmlns:a16="http://schemas.microsoft.com/office/drawing/2014/main" id="{5DF258B9-B407-4A0A-B2D1-2C311039B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196"/>
                <a:ext cx="22" cy="43"/>
              </a:xfrm>
              <a:custGeom>
                <a:avLst/>
                <a:gdLst>
                  <a:gd name="T0" fmla="*/ 860 w 9"/>
                  <a:gd name="T1" fmla="*/ 6060 h 16"/>
                  <a:gd name="T2" fmla="*/ 174 w 9"/>
                  <a:gd name="T3" fmla="*/ 1148 h 16"/>
                  <a:gd name="T4" fmla="*/ 860 w 9"/>
                  <a:gd name="T5" fmla="*/ 0 h 16"/>
                  <a:gd name="T6" fmla="*/ 1315 w 9"/>
                  <a:gd name="T7" fmla="*/ 4913 h 16"/>
                  <a:gd name="T8" fmla="*/ 860 w 9"/>
                  <a:gd name="T9" fmla="*/ 60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4" y="16"/>
                    </a:moveTo>
                    <a:cubicBezTo>
                      <a:pt x="6" y="14"/>
                      <a:pt x="0" y="3"/>
                      <a:pt x="1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9" y="12"/>
                      <a:pt x="6" y="13"/>
                    </a:cubicBez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78" name="Freeform 579">
                <a:extLst>
                  <a:ext uri="{FF2B5EF4-FFF2-40B4-BE49-F238E27FC236}">
                    <a16:creationId xmlns:a16="http://schemas.microsoft.com/office/drawing/2014/main" id="{1F732385-619A-4102-BCC4-B5B67C8C0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2207"/>
                <a:ext cx="23" cy="40"/>
              </a:xfrm>
              <a:custGeom>
                <a:avLst/>
                <a:gdLst>
                  <a:gd name="T0" fmla="*/ 1104 w 9"/>
                  <a:gd name="T1" fmla="*/ 5405 h 15"/>
                  <a:gd name="T2" fmla="*/ 332 w 9"/>
                  <a:gd name="T3" fmla="*/ 1059 h 15"/>
                  <a:gd name="T4" fmla="*/ 1104 w 9"/>
                  <a:gd name="T5" fmla="*/ 0 h 15"/>
                  <a:gd name="T6" fmla="*/ 1973 w 9"/>
                  <a:gd name="T7" fmla="*/ 4701 h 15"/>
                  <a:gd name="T8" fmla="*/ 1104 w 9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4" y="15"/>
                    </a:moveTo>
                    <a:cubicBezTo>
                      <a:pt x="6" y="14"/>
                      <a:pt x="0" y="3"/>
                      <a:pt x="1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9" y="11"/>
                      <a:pt x="7" y="13"/>
                    </a:cubicBez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79" name="Freeform 580">
                <a:extLst>
                  <a:ext uri="{FF2B5EF4-FFF2-40B4-BE49-F238E27FC236}">
                    <a16:creationId xmlns:a16="http://schemas.microsoft.com/office/drawing/2014/main" id="{6F457ACC-360C-4260-8F38-32A2201E4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252"/>
                <a:ext cx="42" cy="13"/>
              </a:xfrm>
              <a:custGeom>
                <a:avLst/>
                <a:gdLst>
                  <a:gd name="T0" fmla="*/ 452 w 17"/>
                  <a:gd name="T1" fmla="*/ 372 h 5"/>
                  <a:gd name="T2" fmla="*/ 2308 w 17"/>
                  <a:gd name="T3" fmla="*/ 0 h 5"/>
                  <a:gd name="T4" fmla="*/ 3876 w 17"/>
                  <a:gd name="T5" fmla="*/ 372 h 5"/>
                  <a:gd name="T6" fmla="*/ 3395 w 17"/>
                  <a:gd name="T7" fmla="*/ 1196 h 5"/>
                  <a:gd name="T8" fmla="*/ 1826 w 17"/>
                  <a:gd name="T9" fmla="*/ 1196 h 5"/>
                  <a:gd name="T10" fmla="*/ 0 w 17"/>
                  <a:gd name="T11" fmla="*/ 1196 h 5"/>
                  <a:gd name="T12" fmla="*/ 452 w 17"/>
                  <a:gd name="T13" fmla="*/ 37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">
                    <a:moveTo>
                      <a:pt x="2" y="1"/>
                    </a:moveTo>
                    <a:cubicBezTo>
                      <a:pt x="2" y="0"/>
                      <a:pt x="6" y="0"/>
                      <a:pt x="10" y="0"/>
                    </a:cubicBezTo>
                    <a:cubicBezTo>
                      <a:pt x="12" y="0"/>
                      <a:pt x="17" y="1"/>
                      <a:pt x="17" y="1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5"/>
                      <a:pt x="11" y="4"/>
                      <a:pt x="8" y="4"/>
                    </a:cubicBezTo>
                    <a:cubicBezTo>
                      <a:pt x="4" y="3"/>
                      <a:pt x="1" y="3"/>
                      <a:pt x="0" y="4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0" name="Freeform 581">
                <a:extLst>
                  <a:ext uri="{FF2B5EF4-FFF2-40B4-BE49-F238E27FC236}">
                    <a16:creationId xmlns:a16="http://schemas.microsoft.com/office/drawing/2014/main" id="{2CBD3280-9D5C-4F15-B0BB-38937B4BC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265"/>
                <a:ext cx="45" cy="14"/>
              </a:xfrm>
              <a:custGeom>
                <a:avLst/>
                <a:gdLst>
                  <a:gd name="T0" fmla="*/ 783 w 18"/>
                  <a:gd name="T1" fmla="*/ 487 h 5"/>
                  <a:gd name="T2" fmla="*/ 2470 w 18"/>
                  <a:gd name="T3" fmla="*/ 0 h 5"/>
                  <a:gd name="T4" fmla="*/ 4425 w 18"/>
                  <a:gd name="T5" fmla="*/ 487 h 5"/>
                  <a:gd name="T6" fmla="*/ 3720 w 18"/>
                  <a:gd name="T7" fmla="*/ 1364 h 5"/>
                  <a:gd name="T8" fmla="*/ 2270 w 18"/>
                  <a:gd name="T9" fmla="*/ 1364 h 5"/>
                  <a:gd name="T10" fmla="*/ 0 w 18"/>
                  <a:gd name="T11" fmla="*/ 1912 h 5"/>
                  <a:gd name="T12" fmla="*/ 783 w 18"/>
                  <a:gd name="T13" fmla="*/ 487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3" y="1"/>
                    </a:moveTo>
                    <a:cubicBezTo>
                      <a:pt x="4" y="0"/>
                      <a:pt x="7" y="0"/>
                      <a:pt x="10" y="0"/>
                    </a:cubicBezTo>
                    <a:cubicBezTo>
                      <a:pt x="13" y="0"/>
                      <a:pt x="18" y="1"/>
                      <a:pt x="18" y="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5"/>
                      <a:pt x="12" y="4"/>
                      <a:pt x="9" y="3"/>
                    </a:cubicBezTo>
                    <a:cubicBezTo>
                      <a:pt x="4" y="3"/>
                      <a:pt x="1" y="3"/>
                      <a:pt x="0" y="4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1" name="Freeform 582">
                <a:extLst>
                  <a:ext uri="{FF2B5EF4-FFF2-40B4-BE49-F238E27FC236}">
                    <a16:creationId xmlns:a16="http://schemas.microsoft.com/office/drawing/2014/main" id="{F37D1C89-AE5D-41DD-A821-44D83AC4A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223"/>
                <a:ext cx="25" cy="40"/>
              </a:xfrm>
              <a:custGeom>
                <a:avLst/>
                <a:gdLst>
                  <a:gd name="T0" fmla="*/ 1300 w 10"/>
                  <a:gd name="T1" fmla="*/ 5405 h 15"/>
                  <a:gd name="T2" fmla="*/ 0 w 10"/>
                  <a:gd name="T3" fmla="*/ 1059 h 15"/>
                  <a:gd name="T4" fmla="*/ 783 w 10"/>
                  <a:gd name="T5" fmla="*/ 0 h 15"/>
                  <a:gd name="T6" fmla="*/ 1958 w 10"/>
                  <a:gd name="T7" fmla="*/ 4701 h 15"/>
                  <a:gd name="T8" fmla="*/ 1300 w 10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5" y="15"/>
                    </a:moveTo>
                    <a:cubicBezTo>
                      <a:pt x="7" y="13"/>
                      <a:pt x="0" y="4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0" y="10"/>
                      <a:pt x="8" y="13"/>
                    </a:cubicBez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2" name="Freeform 583">
                <a:extLst>
                  <a:ext uri="{FF2B5EF4-FFF2-40B4-BE49-F238E27FC236}">
                    <a16:creationId xmlns:a16="http://schemas.microsoft.com/office/drawing/2014/main" id="{7E9FFB7B-C9B0-4B3F-8593-A73C6E510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236"/>
                <a:ext cx="25" cy="40"/>
              </a:xfrm>
              <a:custGeom>
                <a:avLst/>
                <a:gdLst>
                  <a:gd name="T0" fmla="*/ 1300 w 10"/>
                  <a:gd name="T1" fmla="*/ 5405 h 15"/>
                  <a:gd name="T2" fmla="*/ 0 w 10"/>
                  <a:gd name="T3" fmla="*/ 1059 h 15"/>
                  <a:gd name="T4" fmla="*/ 783 w 10"/>
                  <a:gd name="T5" fmla="*/ 0 h 15"/>
                  <a:gd name="T6" fmla="*/ 1770 w 10"/>
                  <a:gd name="T7" fmla="*/ 4301 h 15"/>
                  <a:gd name="T8" fmla="*/ 1300 w 10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5" y="15"/>
                    </a:moveTo>
                    <a:cubicBezTo>
                      <a:pt x="7" y="13"/>
                      <a:pt x="0" y="3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0" y="10"/>
                      <a:pt x="7" y="12"/>
                    </a:cubicBez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3" name="Freeform 584">
                <a:extLst>
                  <a:ext uri="{FF2B5EF4-FFF2-40B4-BE49-F238E27FC236}">
                    <a16:creationId xmlns:a16="http://schemas.microsoft.com/office/drawing/2014/main" id="{C06BAF12-6AAC-4AE0-853E-500CD7B15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281"/>
                <a:ext cx="40" cy="19"/>
              </a:xfrm>
              <a:custGeom>
                <a:avLst/>
                <a:gdLst>
                  <a:gd name="T0" fmla="*/ 520 w 16"/>
                  <a:gd name="T1" fmla="*/ 1200 h 7"/>
                  <a:gd name="T2" fmla="*/ 2270 w 16"/>
                  <a:gd name="T3" fmla="*/ 442 h 7"/>
                  <a:gd name="T4" fmla="*/ 3908 w 16"/>
                  <a:gd name="T5" fmla="*/ 0 h 7"/>
                  <a:gd name="T6" fmla="*/ 3720 w 16"/>
                  <a:gd name="T7" fmla="*/ 1620 h 7"/>
                  <a:gd name="T8" fmla="*/ 1958 w 16"/>
                  <a:gd name="T9" fmla="*/ 1620 h 7"/>
                  <a:gd name="T10" fmla="*/ 0 w 16"/>
                  <a:gd name="T11" fmla="*/ 2823 h 7"/>
                  <a:gd name="T12" fmla="*/ 520 w 16"/>
                  <a:gd name="T13" fmla="*/ 120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7">
                    <a:moveTo>
                      <a:pt x="2" y="3"/>
                    </a:moveTo>
                    <a:cubicBezTo>
                      <a:pt x="2" y="2"/>
                      <a:pt x="6" y="1"/>
                      <a:pt x="9" y="1"/>
                    </a:cubicBezTo>
                    <a:cubicBezTo>
                      <a:pt x="12" y="1"/>
                      <a:pt x="16" y="0"/>
                      <a:pt x="16" y="0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5"/>
                      <a:pt x="11" y="4"/>
                      <a:pt x="8" y="4"/>
                    </a:cubicBezTo>
                    <a:cubicBezTo>
                      <a:pt x="4" y="5"/>
                      <a:pt x="0" y="6"/>
                      <a:pt x="0" y="7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4" name="Freeform 585">
                <a:extLst>
                  <a:ext uri="{FF2B5EF4-FFF2-40B4-BE49-F238E27FC236}">
                    <a16:creationId xmlns:a16="http://schemas.microsoft.com/office/drawing/2014/main" id="{53F27D51-CBDE-48DF-A052-CEC44ADC1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295"/>
                <a:ext cx="43" cy="18"/>
              </a:xfrm>
              <a:custGeom>
                <a:avLst/>
                <a:gdLst>
                  <a:gd name="T0" fmla="*/ 531 w 17"/>
                  <a:gd name="T1" fmla="*/ 918 h 7"/>
                  <a:gd name="T2" fmla="*/ 2380 w 17"/>
                  <a:gd name="T3" fmla="*/ 357 h 7"/>
                  <a:gd name="T4" fmla="*/ 4467 w 17"/>
                  <a:gd name="T5" fmla="*/ 0 h 7"/>
                  <a:gd name="T6" fmla="*/ 3936 w 17"/>
                  <a:gd name="T7" fmla="*/ 918 h 7"/>
                  <a:gd name="T8" fmla="*/ 2380 w 17"/>
                  <a:gd name="T9" fmla="*/ 1137 h 7"/>
                  <a:gd name="T10" fmla="*/ 0 w 17"/>
                  <a:gd name="T11" fmla="*/ 2003 h 7"/>
                  <a:gd name="T12" fmla="*/ 531 w 17"/>
                  <a:gd name="T13" fmla="*/ 91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7">
                    <a:moveTo>
                      <a:pt x="2" y="3"/>
                    </a:moveTo>
                    <a:cubicBezTo>
                      <a:pt x="2" y="2"/>
                      <a:pt x="6" y="1"/>
                      <a:pt x="9" y="1"/>
                    </a:cubicBezTo>
                    <a:cubicBezTo>
                      <a:pt x="12" y="1"/>
                      <a:pt x="17" y="0"/>
                      <a:pt x="17" y="0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5"/>
                      <a:pt x="11" y="4"/>
                      <a:pt x="9" y="4"/>
                    </a:cubicBezTo>
                    <a:cubicBezTo>
                      <a:pt x="4" y="5"/>
                      <a:pt x="0" y="6"/>
                      <a:pt x="0" y="7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5" name="Freeform 586">
                <a:extLst>
                  <a:ext uri="{FF2B5EF4-FFF2-40B4-BE49-F238E27FC236}">
                    <a16:creationId xmlns:a16="http://schemas.microsoft.com/office/drawing/2014/main" id="{D4461DE7-11DD-482E-AC03-0855BA26C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255"/>
                <a:ext cx="28" cy="37"/>
              </a:xfrm>
              <a:custGeom>
                <a:avLst/>
                <a:gdLst>
                  <a:gd name="T0" fmla="*/ 1932 w 11"/>
                  <a:gd name="T1" fmla="*/ 4784 h 14"/>
                  <a:gd name="T2" fmla="*/ 331 w 11"/>
                  <a:gd name="T3" fmla="*/ 1033 h 14"/>
                  <a:gd name="T4" fmla="*/ 843 w 11"/>
                  <a:gd name="T5" fmla="*/ 0 h 14"/>
                  <a:gd name="T6" fmla="*/ 2474 w 11"/>
                  <a:gd name="T7" fmla="*/ 3766 h 14"/>
                  <a:gd name="T8" fmla="*/ 1932 w 11"/>
                  <a:gd name="T9" fmla="*/ 478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7" y="14"/>
                    </a:moveTo>
                    <a:cubicBezTo>
                      <a:pt x="9" y="12"/>
                      <a:pt x="0" y="4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1" y="9"/>
                      <a:pt x="9" y="11"/>
                    </a:cubicBezTo>
                    <a:lnTo>
                      <a:pt x="7" y="1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6" name="Freeform 587">
                <a:extLst>
                  <a:ext uri="{FF2B5EF4-FFF2-40B4-BE49-F238E27FC236}">
                    <a16:creationId xmlns:a16="http://schemas.microsoft.com/office/drawing/2014/main" id="{2892B62E-9698-4F43-84B1-7466ECA26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265"/>
                <a:ext cx="32" cy="40"/>
              </a:xfrm>
              <a:custGeom>
                <a:avLst/>
                <a:gdLst>
                  <a:gd name="T0" fmla="*/ 1982 w 13"/>
                  <a:gd name="T1" fmla="*/ 5405 h 15"/>
                  <a:gd name="T2" fmla="*/ 182 w 13"/>
                  <a:gd name="T3" fmla="*/ 1459 h 15"/>
                  <a:gd name="T4" fmla="*/ 928 w 13"/>
                  <a:gd name="T5" fmla="*/ 0 h 15"/>
                  <a:gd name="T6" fmla="*/ 2417 w 13"/>
                  <a:gd name="T7" fmla="*/ 4301 h 15"/>
                  <a:gd name="T8" fmla="*/ 1982 w 13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9" y="15"/>
                    </a:moveTo>
                    <a:cubicBezTo>
                      <a:pt x="11" y="13"/>
                      <a:pt x="0" y="5"/>
                      <a:pt x="1" y="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3" y="10"/>
                      <a:pt x="11" y="12"/>
                    </a:cubicBezTo>
                    <a:lnTo>
                      <a:pt x="9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7" name="Freeform 588">
                <a:extLst>
                  <a:ext uri="{FF2B5EF4-FFF2-40B4-BE49-F238E27FC236}">
                    <a16:creationId xmlns:a16="http://schemas.microsoft.com/office/drawing/2014/main" id="{23A878E7-A25F-4318-9322-2393034FE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193"/>
                <a:ext cx="5" cy="27"/>
              </a:xfrm>
              <a:custGeom>
                <a:avLst/>
                <a:gdLst>
                  <a:gd name="T0" fmla="*/ 520 w 2"/>
                  <a:gd name="T1" fmla="*/ 3877 h 10"/>
                  <a:gd name="T2" fmla="*/ 313 w 2"/>
                  <a:gd name="T3" fmla="*/ 1158 h 10"/>
                  <a:gd name="T4" fmla="*/ 0 w 2"/>
                  <a:gd name="T5" fmla="*/ 0 h 10"/>
                  <a:gd name="T6" fmla="*/ 0 w 2"/>
                  <a:gd name="T7" fmla="*/ 0 h 10"/>
                  <a:gd name="T8" fmla="*/ 520 w 2"/>
                  <a:gd name="T9" fmla="*/ 2028 h 10"/>
                  <a:gd name="T10" fmla="*/ 520 w 2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8"/>
                      <a:pt x="1" y="5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2" y="5"/>
                    </a:cubicBezTo>
                    <a:cubicBezTo>
                      <a:pt x="2" y="7"/>
                      <a:pt x="2" y="8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8" name="Freeform 589">
                <a:extLst>
                  <a:ext uri="{FF2B5EF4-FFF2-40B4-BE49-F238E27FC236}">
                    <a16:creationId xmlns:a16="http://schemas.microsoft.com/office/drawing/2014/main" id="{C3080877-D317-40E2-8A91-AF50915C6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204"/>
                <a:ext cx="7" cy="27"/>
              </a:xfrm>
              <a:custGeom>
                <a:avLst/>
                <a:gdLst>
                  <a:gd name="T0" fmla="*/ 469 w 3"/>
                  <a:gd name="T1" fmla="*/ 3877 h 10"/>
                  <a:gd name="T2" fmla="*/ 152 w 3"/>
                  <a:gd name="T3" fmla="*/ 1596 h 10"/>
                  <a:gd name="T4" fmla="*/ 0 w 3"/>
                  <a:gd name="T5" fmla="*/ 0 h 10"/>
                  <a:gd name="T6" fmla="*/ 0 w 3"/>
                  <a:gd name="T7" fmla="*/ 0 h 10"/>
                  <a:gd name="T8" fmla="*/ 355 w 3"/>
                  <a:gd name="T9" fmla="*/ 2028 h 10"/>
                  <a:gd name="T10" fmla="*/ 469 w 3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9"/>
                      <a:pt x="2" y="6"/>
                      <a:pt x="1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2" y="5"/>
                    </a:cubicBezTo>
                    <a:cubicBezTo>
                      <a:pt x="3" y="7"/>
                      <a:pt x="3" y="8"/>
                      <a:pt x="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9" name="Freeform 590">
                <a:extLst>
                  <a:ext uri="{FF2B5EF4-FFF2-40B4-BE49-F238E27FC236}">
                    <a16:creationId xmlns:a16="http://schemas.microsoft.com/office/drawing/2014/main" id="{9E71695E-4E8A-4665-A551-7E67A5F7E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215"/>
                <a:ext cx="8" cy="26"/>
              </a:xfrm>
              <a:custGeom>
                <a:avLst/>
                <a:gdLst>
                  <a:gd name="T0" fmla="*/ 1059 w 3"/>
                  <a:gd name="T1" fmla="*/ 3110 h 10"/>
                  <a:gd name="T2" fmla="*/ 397 w 3"/>
                  <a:gd name="T3" fmla="*/ 967 h 10"/>
                  <a:gd name="T4" fmla="*/ 0 w 3"/>
                  <a:gd name="T5" fmla="*/ 0 h 10"/>
                  <a:gd name="T6" fmla="*/ 0 w 3"/>
                  <a:gd name="T7" fmla="*/ 0 h 10"/>
                  <a:gd name="T8" fmla="*/ 1059 w 3"/>
                  <a:gd name="T9" fmla="*/ 1547 h 10"/>
                  <a:gd name="T10" fmla="*/ 1059 w 3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8"/>
                      <a:pt x="2" y="6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3"/>
                      <a:pt x="3" y="5"/>
                    </a:cubicBezTo>
                    <a:cubicBezTo>
                      <a:pt x="3" y="7"/>
                      <a:pt x="3" y="8"/>
                      <a:pt x="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0" name="Freeform 591">
                <a:extLst>
                  <a:ext uri="{FF2B5EF4-FFF2-40B4-BE49-F238E27FC236}">
                    <a16:creationId xmlns:a16="http://schemas.microsoft.com/office/drawing/2014/main" id="{DEEC515E-7F13-47F8-B1B6-4AA67A38C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233"/>
                <a:ext cx="12" cy="24"/>
              </a:xfrm>
              <a:custGeom>
                <a:avLst/>
                <a:gdLst>
                  <a:gd name="T0" fmla="*/ 967 w 5"/>
                  <a:gd name="T1" fmla="*/ 3243 h 9"/>
                  <a:gd name="T2" fmla="*/ 403 w 5"/>
                  <a:gd name="T3" fmla="*/ 1059 h 9"/>
                  <a:gd name="T4" fmla="*/ 0 w 5"/>
                  <a:gd name="T5" fmla="*/ 0 h 9"/>
                  <a:gd name="T6" fmla="*/ 0 w 5"/>
                  <a:gd name="T7" fmla="*/ 0 h 9"/>
                  <a:gd name="T8" fmla="*/ 564 w 5"/>
                  <a:gd name="T9" fmla="*/ 1459 h 9"/>
                  <a:gd name="T10" fmla="*/ 967 w 5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5" y="9"/>
                    </a:moveTo>
                    <a:cubicBezTo>
                      <a:pt x="5" y="7"/>
                      <a:pt x="3" y="5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4"/>
                    </a:cubicBezTo>
                    <a:cubicBezTo>
                      <a:pt x="5" y="6"/>
                      <a:pt x="5" y="7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1" name="Freeform 592">
                <a:extLst>
                  <a:ext uri="{FF2B5EF4-FFF2-40B4-BE49-F238E27FC236}">
                    <a16:creationId xmlns:a16="http://schemas.microsoft.com/office/drawing/2014/main" id="{C593E289-A433-4E2E-95E0-8A1903D74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244"/>
                <a:ext cx="12" cy="27"/>
              </a:xfrm>
              <a:custGeom>
                <a:avLst/>
                <a:gdLst>
                  <a:gd name="T0" fmla="*/ 967 w 5"/>
                  <a:gd name="T1" fmla="*/ 3464 h 10"/>
                  <a:gd name="T2" fmla="*/ 403 w 5"/>
                  <a:gd name="T3" fmla="*/ 1158 h 10"/>
                  <a:gd name="T4" fmla="*/ 0 w 5"/>
                  <a:gd name="T5" fmla="*/ 0 h 10"/>
                  <a:gd name="T6" fmla="*/ 0 w 5"/>
                  <a:gd name="T7" fmla="*/ 0 h 10"/>
                  <a:gd name="T8" fmla="*/ 564 w 5"/>
                  <a:gd name="T9" fmla="*/ 1596 h 10"/>
                  <a:gd name="T10" fmla="*/ 967 w 5"/>
                  <a:gd name="T11" fmla="*/ 3877 h 10"/>
                  <a:gd name="T12" fmla="*/ 967 w 5"/>
                  <a:gd name="T13" fmla="*/ 346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5" y="9"/>
                    </a:moveTo>
                    <a:cubicBezTo>
                      <a:pt x="5" y="8"/>
                      <a:pt x="3" y="5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3"/>
                      <a:pt x="3" y="4"/>
                    </a:cubicBezTo>
                    <a:cubicBezTo>
                      <a:pt x="5" y="6"/>
                      <a:pt x="5" y="8"/>
                      <a:pt x="5" y="10"/>
                    </a:cubicBez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2" name="Freeform 593">
                <a:extLst>
                  <a:ext uri="{FF2B5EF4-FFF2-40B4-BE49-F238E27FC236}">
                    <a16:creationId xmlns:a16="http://schemas.microsoft.com/office/drawing/2014/main" id="{F8A39F5F-7D29-4017-BA35-7460CE0C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263"/>
                <a:ext cx="15" cy="24"/>
              </a:xfrm>
              <a:custGeom>
                <a:avLst/>
                <a:gdLst>
                  <a:gd name="T0" fmla="*/ 1488 w 6"/>
                  <a:gd name="T1" fmla="*/ 3243 h 9"/>
                  <a:gd name="T2" fmla="*/ 520 w 6"/>
                  <a:gd name="T3" fmla="*/ 1059 h 9"/>
                  <a:gd name="T4" fmla="*/ 0 w 6"/>
                  <a:gd name="T5" fmla="*/ 0 h 9"/>
                  <a:gd name="T6" fmla="*/ 0 w 6"/>
                  <a:gd name="T7" fmla="*/ 0 h 9"/>
                  <a:gd name="T8" fmla="*/ 783 w 6"/>
                  <a:gd name="T9" fmla="*/ 1459 h 9"/>
                  <a:gd name="T10" fmla="*/ 1488 w 6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cubicBezTo>
                      <a:pt x="5" y="7"/>
                      <a:pt x="3" y="5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4"/>
                    </a:cubicBezTo>
                    <a:cubicBezTo>
                      <a:pt x="5" y="6"/>
                      <a:pt x="5" y="7"/>
                      <a:pt x="6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3" name="Freeform 594">
                <a:extLst>
                  <a:ext uri="{FF2B5EF4-FFF2-40B4-BE49-F238E27FC236}">
                    <a16:creationId xmlns:a16="http://schemas.microsoft.com/office/drawing/2014/main" id="{0A539AA4-BD9E-4DBC-996C-A3B67464B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279"/>
                <a:ext cx="15" cy="21"/>
              </a:xfrm>
              <a:custGeom>
                <a:avLst/>
                <a:gdLst>
                  <a:gd name="T0" fmla="*/ 1488 w 6"/>
                  <a:gd name="T1" fmla="*/ 2604 h 8"/>
                  <a:gd name="T2" fmla="*/ 520 w 6"/>
                  <a:gd name="T3" fmla="*/ 614 h 8"/>
                  <a:gd name="T4" fmla="*/ 0 w 6"/>
                  <a:gd name="T5" fmla="*/ 0 h 8"/>
                  <a:gd name="T6" fmla="*/ 0 w 6"/>
                  <a:gd name="T7" fmla="*/ 0 h 8"/>
                  <a:gd name="T8" fmla="*/ 988 w 6"/>
                  <a:gd name="T9" fmla="*/ 992 h 8"/>
                  <a:gd name="T10" fmla="*/ 1488 w 6"/>
                  <a:gd name="T11" fmla="*/ 260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6" y="8"/>
                    </a:moveTo>
                    <a:cubicBezTo>
                      <a:pt x="5" y="6"/>
                      <a:pt x="4" y="4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4" y="3"/>
                    </a:cubicBezTo>
                    <a:cubicBezTo>
                      <a:pt x="5" y="5"/>
                      <a:pt x="5" y="6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4" name="Freeform 595">
                <a:extLst>
                  <a:ext uri="{FF2B5EF4-FFF2-40B4-BE49-F238E27FC236}">
                    <a16:creationId xmlns:a16="http://schemas.microsoft.com/office/drawing/2014/main" id="{26C65B0E-3B27-4A50-8E24-1104940B9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185"/>
                <a:ext cx="5" cy="27"/>
              </a:xfrm>
              <a:custGeom>
                <a:avLst/>
                <a:gdLst>
                  <a:gd name="T0" fmla="*/ 520 w 2"/>
                  <a:gd name="T1" fmla="*/ 3877 h 10"/>
                  <a:gd name="T2" fmla="*/ 313 w 2"/>
                  <a:gd name="T3" fmla="*/ 1158 h 10"/>
                  <a:gd name="T4" fmla="*/ 0 w 2"/>
                  <a:gd name="T5" fmla="*/ 0 h 10"/>
                  <a:gd name="T6" fmla="*/ 0 w 2"/>
                  <a:gd name="T7" fmla="*/ 0 h 10"/>
                  <a:gd name="T8" fmla="*/ 520 w 2"/>
                  <a:gd name="T9" fmla="*/ 2028 h 10"/>
                  <a:gd name="T10" fmla="*/ 520 w 2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8"/>
                      <a:pt x="1" y="5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2" y="5"/>
                    </a:cubicBezTo>
                    <a:cubicBezTo>
                      <a:pt x="2" y="7"/>
                      <a:pt x="2" y="8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5" name="Freeform 596">
                <a:extLst>
                  <a:ext uri="{FF2B5EF4-FFF2-40B4-BE49-F238E27FC236}">
                    <a16:creationId xmlns:a16="http://schemas.microsoft.com/office/drawing/2014/main" id="{E9425486-BBF5-4EB4-84E0-88A525C20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143"/>
                <a:ext cx="42" cy="10"/>
              </a:xfrm>
              <a:custGeom>
                <a:avLst/>
                <a:gdLst>
                  <a:gd name="T0" fmla="*/ 3395 w 17"/>
                  <a:gd name="T1" fmla="*/ 783 h 4"/>
                  <a:gd name="T2" fmla="*/ 1569 w 17"/>
                  <a:gd name="T3" fmla="*/ 988 h 4"/>
                  <a:gd name="T4" fmla="*/ 0 w 17"/>
                  <a:gd name="T5" fmla="*/ 988 h 4"/>
                  <a:gd name="T6" fmla="*/ 452 w 17"/>
                  <a:gd name="T7" fmla="*/ 313 h 4"/>
                  <a:gd name="T8" fmla="*/ 1826 w 17"/>
                  <a:gd name="T9" fmla="*/ 313 h 4"/>
                  <a:gd name="T10" fmla="*/ 3876 w 17"/>
                  <a:gd name="T11" fmla="*/ 0 h 4"/>
                  <a:gd name="T12" fmla="*/ 3395 w 17"/>
                  <a:gd name="T13" fmla="*/ 783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">
                    <a:moveTo>
                      <a:pt x="15" y="3"/>
                    </a:moveTo>
                    <a:cubicBezTo>
                      <a:pt x="14" y="4"/>
                      <a:pt x="10" y="4"/>
                      <a:pt x="7" y="4"/>
                    </a:cubicBezTo>
                    <a:cubicBezTo>
                      <a:pt x="4" y="4"/>
                      <a:pt x="0" y="4"/>
                      <a:pt x="0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5" y="1"/>
                      <a:pt x="8" y="1"/>
                    </a:cubicBezTo>
                    <a:cubicBezTo>
                      <a:pt x="13" y="1"/>
                      <a:pt x="16" y="1"/>
                      <a:pt x="17" y="0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6" name="Freeform 597">
                <a:extLst>
                  <a:ext uri="{FF2B5EF4-FFF2-40B4-BE49-F238E27FC236}">
                    <a16:creationId xmlns:a16="http://schemas.microsoft.com/office/drawing/2014/main" id="{6152E3D8-A9D4-413E-9868-53476A54B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127"/>
                <a:ext cx="40" cy="13"/>
              </a:xfrm>
              <a:custGeom>
                <a:avLst/>
                <a:gdLst>
                  <a:gd name="T0" fmla="*/ 3438 w 16"/>
                  <a:gd name="T1" fmla="*/ 1196 h 5"/>
                  <a:gd name="T2" fmla="*/ 1770 w 16"/>
                  <a:gd name="T3" fmla="*/ 1547 h 5"/>
                  <a:gd name="T4" fmla="*/ 0 w 16"/>
                  <a:gd name="T5" fmla="*/ 1547 h 5"/>
                  <a:gd name="T6" fmla="*/ 520 w 16"/>
                  <a:gd name="T7" fmla="*/ 595 h 5"/>
                  <a:gd name="T8" fmla="*/ 1958 w 16"/>
                  <a:gd name="T9" fmla="*/ 595 h 5"/>
                  <a:gd name="T10" fmla="*/ 3908 w 16"/>
                  <a:gd name="T11" fmla="*/ 0 h 5"/>
                  <a:gd name="T12" fmla="*/ 3438 w 16"/>
                  <a:gd name="T13" fmla="*/ 1196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">
                    <a:moveTo>
                      <a:pt x="14" y="4"/>
                    </a:moveTo>
                    <a:cubicBezTo>
                      <a:pt x="13" y="5"/>
                      <a:pt x="10" y="5"/>
                      <a:pt x="7" y="5"/>
                    </a:cubicBezTo>
                    <a:cubicBezTo>
                      <a:pt x="4" y="5"/>
                      <a:pt x="0" y="5"/>
                      <a:pt x="0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5" y="2"/>
                      <a:pt x="8" y="2"/>
                    </a:cubicBezTo>
                    <a:cubicBezTo>
                      <a:pt x="13" y="2"/>
                      <a:pt x="15" y="1"/>
                      <a:pt x="16" y="0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7" name="Freeform 598">
                <a:extLst>
                  <a:ext uri="{FF2B5EF4-FFF2-40B4-BE49-F238E27FC236}">
                    <a16:creationId xmlns:a16="http://schemas.microsoft.com/office/drawing/2014/main" id="{D56EBB4B-0C44-4EE1-8D50-066008731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105"/>
                <a:ext cx="37" cy="16"/>
              </a:xfrm>
              <a:custGeom>
                <a:avLst/>
                <a:gdLst>
                  <a:gd name="T0" fmla="*/ 3182 w 15"/>
                  <a:gd name="T1" fmla="*/ 1059 h 6"/>
                  <a:gd name="T2" fmla="*/ 1564 w 15"/>
                  <a:gd name="T3" fmla="*/ 1763 h 6"/>
                  <a:gd name="T4" fmla="*/ 0 w 15"/>
                  <a:gd name="T5" fmla="*/ 2184 h 6"/>
                  <a:gd name="T6" fmla="*/ 183 w 15"/>
                  <a:gd name="T7" fmla="*/ 1059 h 6"/>
                  <a:gd name="T8" fmla="*/ 1564 w 15"/>
                  <a:gd name="T9" fmla="*/ 397 h 6"/>
                  <a:gd name="T10" fmla="*/ 3365 w 15"/>
                  <a:gd name="T11" fmla="*/ 0 h 6"/>
                  <a:gd name="T12" fmla="*/ 3182 w 15"/>
                  <a:gd name="T13" fmla="*/ 105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14" y="3"/>
                    </a:moveTo>
                    <a:cubicBezTo>
                      <a:pt x="13" y="4"/>
                      <a:pt x="10" y="4"/>
                      <a:pt x="7" y="5"/>
                    </a:cubicBezTo>
                    <a:cubicBezTo>
                      <a:pt x="5" y="5"/>
                      <a:pt x="0" y="6"/>
                      <a:pt x="0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5" y="2"/>
                      <a:pt x="7" y="1"/>
                    </a:cubicBezTo>
                    <a:cubicBezTo>
                      <a:pt x="12" y="0"/>
                      <a:pt x="14" y="1"/>
                      <a:pt x="15" y="0"/>
                    </a:cubicBez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8" name="Freeform 599">
                <a:extLst>
                  <a:ext uri="{FF2B5EF4-FFF2-40B4-BE49-F238E27FC236}">
                    <a16:creationId xmlns:a16="http://schemas.microsoft.com/office/drawing/2014/main" id="{9104FDFA-B17A-4AA9-8F01-487C26B57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084"/>
                <a:ext cx="38" cy="27"/>
              </a:xfrm>
              <a:custGeom>
                <a:avLst/>
                <a:gdLst>
                  <a:gd name="T0" fmla="*/ 3658 w 15"/>
                  <a:gd name="T1" fmla="*/ 1596 h 10"/>
                  <a:gd name="T2" fmla="*/ 1900 w 15"/>
                  <a:gd name="T3" fmla="*/ 3127 h 10"/>
                  <a:gd name="T4" fmla="*/ 0 w 15"/>
                  <a:gd name="T5" fmla="*/ 3877 h 10"/>
                  <a:gd name="T6" fmla="*/ 327 w 15"/>
                  <a:gd name="T7" fmla="*/ 2282 h 10"/>
                  <a:gd name="T8" fmla="*/ 1900 w 15"/>
                  <a:gd name="T9" fmla="*/ 1596 h 10"/>
                  <a:gd name="T10" fmla="*/ 3955 w 15"/>
                  <a:gd name="T11" fmla="*/ 0 h 10"/>
                  <a:gd name="T12" fmla="*/ 3658 w 15"/>
                  <a:gd name="T13" fmla="*/ 159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0">
                    <a:moveTo>
                      <a:pt x="14" y="4"/>
                    </a:moveTo>
                    <a:cubicBezTo>
                      <a:pt x="13" y="5"/>
                      <a:pt x="10" y="7"/>
                      <a:pt x="7" y="8"/>
                    </a:cubicBezTo>
                    <a:cubicBezTo>
                      <a:pt x="4" y="8"/>
                      <a:pt x="0" y="10"/>
                      <a:pt x="0" y="10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4" y="5"/>
                      <a:pt x="7" y="4"/>
                    </a:cubicBezTo>
                    <a:cubicBezTo>
                      <a:pt x="11" y="3"/>
                      <a:pt x="14" y="1"/>
                      <a:pt x="15" y="0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9" name="Freeform 600">
                <a:extLst>
                  <a:ext uri="{FF2B5EF4-FFF2-40B4-BE49-F238E27FC236}">
                    <a16:creationId xmlns:a16="http://schemas.microsoft.com/office/drawing/2014/main" id="{A35F739E-E37C-48B6-BC77-84FE0AEBF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113"/>
                <a:ext cx="27" cy="38"/>
              </a:xfrm>
              <a:custGeom>
                <a:avLst/>
                <a:gdLst>
                  <a:gd name="T0" fmla="*/ 621 w 11"/>
                  <a:gd name="T1" fmla="*/ 0 h 14"/>
                  <a:gd name="T2" fmla="*/ 2398 w 11"/>
                  <a:gd name="T3" fmla="*/ 4397 h 14"/>
                  <a:gd name="T4" fmla="*/ 1964 w 11"/>
                  <a:gd name="T5" fmla="*/ 5600 h 14"/>
                  <a:gd name="T6" fmla="*/ 174 w 11"/>
                  <a:gd name="T7" fmla="*/ 1200 h 14"/>
                  <a:gd name="T8" fmla="*/ 621 w 1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3" y="0"/>
                    </a:moveTo>
                    <a:cubicBezTo>
                      <a:pt x="2" y="2"/>
                      <a:pt x="11" y="10"/>
                      <a:pt x="11" y="11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0" y="6"/>
                      <a:pt x="1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0" name="Freeform 601">
                <a:extLst>
                  <a:ext uri="{FF2B5EF4-FFF2-40B4-BE49-F238E27FC236}">
                    <a16:creationId xmlns:a16="http://schemas.microsoft.com/office/drawing/2014/main" id="{90F9C236-0DE2-4C15-8F08-DD74EFCE5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100"/>
                <a:ext cx="28" cy="37"/>
              </a:xfrm>
              <a:custGeom>
                <a:avLst/>
                <a:gdLst>
                  <a:gd name="T0" fmla="*/ 843 w 11"/>
                  <a:gd name="T1" fmla="*/ 0 h 14"/>
                  <a:gd name="T2" fmla="*/ 2986 w 11"/>
                  <a:gd name="T3" fmla="*/ 3359 h 14"/>
                  <a:gd name="T4" fmla="*/ 2474 w 11"/>
                  <a:gd name="T5" fmla="*/ 4784 h 14"/>
                  <a:gd name="T6" fmla="*/ 331 w 11"/>
                  <a:gd name="T7" fmla="*/ 1033 h 14"/>
                  <a:gd name="T8" fmla="*/ 843 w 1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3" y="0"/>
                    </a:moveTo>
                    <a:cubicBezTo>
                      <a:pt x="2" y="2"/>
                      <a:pt x="11" y="9"/>
                      <a:pt x="11" y="10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0" y="6"/>
                      <a:pt x="1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1" name="Freeform 602">
                <a:extLst>
                  <a:ext uri="{FF2B5EF4-FFF2-40B4-BE49-F238E27FC236}">
                    <a16:creationId xmlns:a16="http://schemas.microsoft.com/office/drawing/2014/main" id="{E564E429-1895-4B71-A332-8C15E2954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105"/>
                <a:ext cx="17" cy="22"/>
              </a:xfrm>
              <a:custGeom>
                <a:avLst/>
                <a:gdLst>
                  <a:gd name="T0" fmla="*/ 0 w 7"/>
                  <a:gd name="T1" fmla="*/ 0 h 8"/>
                  <a:gd name="T2" fmla="*/ 831 w 7"/>
                  <a:gd name="T3" fmla="*/ 2684 h 8"/>
                  <a:gd name="T4" fmla="*/ 1433 w 7"/>
                  <a:gd name="T5" fmla="*/ 3495 h 8"/>
                  <a:gd name="T6" fmla="*/ 1433 w 7"/>
                  <a:gd name="T7" fmla="*/ 3495 h 8"/>
                  <a:gd name="T8" fmla="*/ 590 w 7"/>
                  <a:gd name="T9" fmla="*/ 2225 h 8"/>
                  <a:gd name="T10" fmla="*/ 0 w 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1" y="2"/>
                      <a:pt x="3" y="4"/>
                      <a:pt x="4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4" y="6"/>
                      <a:pt x="3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2" name="Freeform 603">
                <a:extLst>
                  <a:ext uri="{FF2B5EF4-FFF2-40B4-BE49-F238E27FC236}">
                    <a16:creationId xmlns:a16="http://schemas.microsoft.com/office/drawing/2014/main" id="{2AC13544-04C5-409D-8D85-3C5A4F2D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119"/>
                <a:ext cx="17" cy="21"/>
              </a:xfrm>
              <a:custGeom>
                <a:avLst/>
                <a:gdLst>
                  <a:gd name="T0" fmla="*/ 0 w 7"/>
                  <a:gd name="T1" fmla="*/ 0 h 8"/>
                  <a:gd name="T2" fmla="*/ 1003 w 7"/>
                  <a:gd name="T3" fmla="*/ 1992 h 8"/>
                  <a:gd name="T4" fmla="*/ 1433 w 7"/>
                  <a:gd name="T5" fmla="*/ 2604 h 8"/>
                  <a:gd name="T6" fmla="*/ 1433 w 7"/>
                  <a:gd name="T7" fmla="*/ 2604 h 8"/>
                  <a:gd name="T8" fmla="*/ 590 w 7"/>
                  <a:gd name="T9" fmla="*/ 1612 h 8"/>
                  <a:gd name="T10" fmla="*/ 0 w 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1" y="2"/>
                      <a:pt x="3" y="4"/>
                      <a:pt x="5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5" y="6"/>
                      <a:pt x="3" y="5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3" name="Freeform 604">
                <a:extLst>
                  <a:ext uri="{FF2B5EF4-FFF2-40B4-BE49-F238E27FC236}">
                    <a16:creationId xmlns:a16="http://schemas.microsoft.com/office/drawing/2014/main" id="{F5DF7E72-3421-42B7-AFAF-76061C187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079"/>
                <a:ext cx="30" cy="37"/>
              </a:xfrm>
              <a:custGeom>
                <a:avLst/>
                <a:gdLst>
                  <a:gd name="T0" fmla="*/ 520 w 12"/>
                  <a:gd name="T1" fmla="*/ 0 h 14"/>
                  <a:gd name="T2" fmla="*/ 2738 w 12"/>
                  <a:gd name="T3" fmla="*/ 3766 h 14"/>
                  <a:gd name="T4" fmla="*/ 2270 w 12"/>
                  <a:gd name="T5" fmla="*/ 4784 h 14"/>
                  <a:gd name="T6" fmla="*/ 313 w 12"/>
                  <a:gd name="T7" fmla="*/ 1033 h 14"/>
                  <a:gd name="T8" fmla="*/ 520 w 12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2" y="0"/>
                    </a:moveTo>
                    <a:cubicBezTo>
                      <a:pt x="1" y="2"/>
                      <a:pt x="12" y="10"/>
                      <a:pt x="11" y="11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3"/>
                      <a:pt x="0" y="5"/>
                      <a:pt x="1" y="3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4" name="Freeform 605">
                <a:extLst>
                  <a:ext uri="{FF2B5EF4-FFF2-40B4-BE49-F238E27FC236}">
                    <a16:creationId xmlns:a16="http://schemas.microsoft.com/office/drawing/2014/main" id="{B4861042-AEF0-482B-9422-088EE2C41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084"/>
                <a:ext cx="18" cy="24"/>
              </a:xfrm>
              <a:custGeom>
                <a:avLst/>
                <a:gdLst>
                  <a:gd name="T0" fmla="*/ 0 w 7"/>
                  <a:gd name="T1" fmla="*/ 0 h 9"/>
                  <a:gd name="T2" fmla="*/ 1137 w 7"/>
                  <a:gd name="T3" fmla="*/ 2184 h 9"/>
                  <a:gd name="T4" fmla="*/ 2003 w 7"/>
                  <a:gd name="T5" fmla="*/ 3243 h 9"/>
                  <a:gd name="T6" fmla="*/ 2003 w 7"/>
                  <a:gd name="T7" fmla="*/ 3243 h 9"/>
                  <a:gd name="T8" fmla="*/ 563 w 7"/>
                  <a:gd name="T9" fmla="*/ 1763 h 9"/>
                  <a:gd name="T10" fmla="*/ 0 w 7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0" y="2"/>
                      <a:pt x="2" y="4"/>
                      <a:pt x="4" y="6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4" y="6"/>
                      <a:pt x="2" y="5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5" name="Freeform 606">
                <a:extLst>
                  <a:ext uri="{FF2B5EF4-FFF2-40B4-BE49-F238E27FC236}">
                    <a16:creationId xmlns:a16="http://schemas.microsoft.com/office/drawing/2014/main" id="{33D29915-55A1-4B71-B3A4-7912D4B83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065"/>
                <a:ext cx="30" cy="30"/>
              </a:xfrm>
              <a:custGeom>
                <a:avLst/>
                <a:gdLst>
                  <a:gd name="T0" fmla="*/ 313 w 12"/>
                  <a:gd name="T1" fmla="*/ 0 h 11"/>
                  <a:gd name="T2" fmla="*/ 2938 w 12"/>
                  <a:gd name="T3" fmla="*/ 2877 h 11"/>
                  <a:gd name="T4" fmla="*/ 2738 w 12"/>
                  <a:gd name="T5" fmla="*/ 4544 h 11"/>
                  <a:gd name="T6" fmla="*/ 0 w 12"/>
                  <a:gd name="T7" fmla="*/ 1219 h 11"/>
                  <a:gd name="T8" fmla="*/ 313 w 1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" y="0"/>
                    </a:moveTo>
                    <a:cubicBezTo>
                      <a:pt x="0" y="2"/>
                      <a:pt x="12" y="6"/>
                      <a:pt x="12" y="7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0"/>
                      <a:pt x="0" y="6"/>
                      <a:pt x="0" y="3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225" name="Group 607">
              <a:extLst>
                <a:ext uri="{FF2B5EF4-FFF2-40B4-BE49-F238E27FC236}">
                  <a16:creationId xmlns:a16="http://schemas.microsoft.com/office/drawing/2014/main" id="{22D93CB2-B767-43FD-9E76-A77B9F65B0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9" y="1895"/>
              <a:ext cx="638" cy="560"/>
              <a:chOff x="979" y="1895"/>
              <a:chExt cx="638" cy="560"/>
            </a:xfrm>
          </p:grpSpPr>
          <p:sp>
            <p:nvSpPr>
              <p:cNvPr id="21206" name="Freeform 608">
                <a:extLst>
                  <a:ext uri="{FF2B5EF4-FFF2-40B4-BE49-F238E27FC236}">
                    <a16:creationId xmlns:a16="http://schemas.microsoft.com/office/drawing/2014/main" id="{42FA2E26-B5DC-4CE2-A05E-0427C111A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071"/>
                <a:ext cx="25" cy="13"/>
              </a:xfrm>
              <a:custGeom>
                <a:avLst/>
                <a:gdLst>
                  <a:gd name="T0" fmla="*/ 0 w 10"/>
                  <a:gd name="T1" fmla="*/ 0 h 5"/>
                  <a:gd name="T2" fmla="*/ 1770 w 10"/>
                  <a:gd name="T3" fmla="*/ 1196 h 5"/>
                  <a:gd name="T4" fmla="*/ 2470 w 10"/>
                  <a:gd name="T5" fmla="*/ 1547 h 5"/>
                  <a:gd name="T6" fmla="*/ 2470 w 10"/>
                  <a:gd name="T7" fmla="*/ 1547 h 5"/>
                  <a:gd name="T8" fmla="*/ 1300 w 10"/>
                  <a:gd name="T9" fmla="*/ 967 h 5"/>
                  <a:gd name="T10" fmla="*/ 0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2" y="1"/>
                      <a:pt x="4" y="3"/>
                      <a:pt x="7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7" y="4"/>
                      <a:pt x="5" y="3"/>
                    </a:cubicBezTo>
                    <a:cubicBezTo>
                      <a:pt x="3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7" name="Freeform 609">
                <a:extLst>
                  <a:ext uri="{FF2B5EF4-FFF2-40B4-BE49-F238E27FC236}">
                    <a16:creationId xmlns:a16="http://schemas.microsoft.com/office/drawing/2014/main" id="{5F7841C1-8EC5-48FE-B5EF-5E12C7E4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161"/>
                <a:ext cx="37" cy="22"/>
              </a:xfrm>
              <a:custGeom>
                <a:avLst/>
                <a:gdLst>
                  <a:gd name="T0" fmla="*/ 2925 w 15"/>
                  <a:gd name="T1" fmla="*/ 2973 h 8"/>
                  <a:gd name="T2" fmla="*/ 1364 w 15"/>
                  <a:gd name="T3" fmla="*/ 2684 h 8"/>
                  <a:gd name="T4" fmla="*/ 0 w 15"/>
                  <a:gd name="T5" fmla="*/ 1724 h 8"/>
                  <a:gd name="T6" fmla="*/ 451 w 15"/>
                  <a:gd name="T7" fmla="*/ 462 h 8"/>
                  <a:gd name="T8" fmla="*/ 1996 w 15"/>
                  <a:gd name="T9" fmla="*/ 1271 h 8"/>
                  <a:gd name="T10" fmla="*/ 3365 w 15"/>
                  <a:gd name="T11" fmla="*/ 2225 h 8"/>
                  <a:gd name="T12" fmla="*/ 2925 w 15"/>
                  <a:gd name="T13" fmla="*/ 2973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8">
                    <a:moveTo>
                      <a:pt x="13" y="7"/>
                    </a:moveTo>
                    <a:cubicBezTo>
                      <a:pt x="12" y="8"/>
                      <a:pt x="9" y="7"/>
                      <a:pt x="6" y="6"/>
                    </a:cubicBezTo>
                    <a:cubicBezTo>
                      <a:pt x="4" y="5"/>
                      <a:pt x="0" y="4"/>
                      <a:pt x="0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6" y="2"/>
                      <a:pt x="9" y="3"/>
                    </a:cubicBezTo>
                    <a:cubicBezTo>
                      <a:pt x="13" y="5"/>
                      <a:pt x="14" y="6"/>
                      <a:pt x="15" y="5"/>
                    </a:cubicBez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8" name="Freeform 610">
                <a:extLst>
                  <a:ext uri="{FF2B5EF4-FFF2-40B4-BE49-F238E27FC236}">
                    <a16:creationId xmlns:a16="http://schemas.microsoft.com/office/drawing/2014/main" id="{D930C66A-4AA1-4D82-8197-ABC0EFF1C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156"/>
                <a:ext cx="45" cy="16"/>
              </a:xfrm>
              <a:custGeom>
                <a:avLst/>
                <a:gdLst>
                  <a:gd name="T0" fmla="*/ 3720 w 18"/>
                  <a:gd name="T1" fmla="*/ 1763 h 6"/>
                  <a:gd name="T2" fmla="*/ 1770 w 18"/>
                  <a:gd name="T3" fmla="*/ 1763 h 6"/>
                  <a:gd name="T4" fmla="*/ 0 w 18"/>
                  <a:gd name="T5" fmla="*/ 1059 h 6"/>
                  <a:gd name="T6" fmla="*/ 783 w 18"/>
                  <a:gd name="T7" fmla="*/ 397 h 6"/>
                  <a:gd name="T8" fmla="*/ 2270 w 18"/>
                  <a:gd name="T9" fmla="*/ 661 h 6"/>
                  <a:gd name="T10" fmla="*/ 4425 w 18"/>
                  <a:gd name="T11" fmla="*/ 661 h 6"/>
                  <a:gd name="T12" fmla="*/ 3720 w 18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15" y="5"/>
                    </a:moveTo>
                    <a:cubicBezTo>
                      <a:pt x="14" y="6"/>
                      <a:pt x="10" y="5"/>
                      <a:pt x="7" y="5"/>
                    </a:cubicBezTo>
                    <a:cubicBezTo>
                      <a:pt x="5" y="4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7" y="1"/>
                      <a:pt x="9" y="2"/>
                    </a:cubicBezTo>
                    <a:cubicBezTo>
                      <a:pt x="14" y="3"/>
                      <a:pt x="17" y="3"/>
                      <a:pt x="18" y="2"/>
                    </a:cubicBez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9" name="Freeform 611">
                <a:extLst>
                  <a:ext uri="{FF2B5EF4-FFF2-40B4-BE49-F238E27FC236}">
                    <a16:creationId xmlns:a16="http://schemas.microsoft.com/office/drawing/2014/main" id="{A38AF710-2849-46CA-8505-E9282AEB5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164"/>
                <a:ext cx="20" cy="40"/>
              </a:xfrm>
              <a:custGeom>
                <a:avLst/>
                <a:gdLst>
                  <a:gd name="T0" fmla="*/ 1488 w 8"/>
                  <a:gd name="T1" fmla="*/ 0 h 15"/>
                  <a:gd name="T2" fmla="*/ 1770 w 8"/>
                  <a:gd name="T3" fmla="*/ 4701 h 15"/>
                  <a:gd name="T4" fmla="*/ 988 w 8"/>
                  <a:gd name="T5" fmla="*/ 5405 h 15"/>
                  <a:gd name="T6" fmla="*/ 783 w 8"/>
                  <a:gd name="T7" fmla="*/ 661 h 15"/>
                  <a:gd name="T8" fmla="*/ 1488 w 8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6" y="0"/>
                    </a:moveTo>
                    <a:cubicBezTo>
                      <a:pt x="4" y="2"/>
                      <a:pt x="8" y="13"/>
                      <a:pt x="7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0" y="4"/>
                      <a:pt x="3" y="2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0" name="Freeform 612">
                <a:extLst>
                  <a:ext uri="{FF2B5EF4-FFF2-40B4-BE49-F238E27FC236}">
                    <a16:creationId xmlns:a16="http://schemas.microsoft.com/office/drawing/2014/main" id="{7A2A4042-D265-4EB1-B342-98CCBCBF8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156"/>
                <a:ext cx="17" cy="40"/>
              </a:xfrm>
              <a:custGeom>
                <a:avLst/>
                <a:gdLst>
                  <a:gd name="T0" fmla="*/ 1003 w 7"/>
                  <a:gd name="T1" fmla="*/ 0 h 15"/>
                  <a:gd name="T2" fmla="*/ 1243 w 7"/>
                  <a:gd name="T3" fmla="*/ 4701 h 15"/>
                  <a:gd name="T4" fmla="*/ 590 w 7"/>
                  <a:gd name="T5" fmla="*/ 5405 h 15"/>
                  <a:gd name="T6" fmla="*/ 413 w 7"/>
                  <a:gd name="T7" fmla="*/ 661 h 15"/>
                  <a:gd name="T8" fmla="*/ 1003 w 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5" y="0"/>
                    </a:moveTo>
                    <a:cubicBezTo>
                      <a:pt x="3" y="2"/>
                      <a:pt x="7" y="13"/>
                      <a:pt x="6" y="1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5"/>
                      <a:pt x="0" y="4"/>
                      <a:pt x="2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1" name="Freeform 613">
                <a:extLst>
                  <a:ext uri="{FF2B5EF4-FFF2-40B4-BE49-F238E27FC236}">
                    <a16:creationId xmlns:a16="http://schemas.microsoft.com/office/drawing/2014/main" id="{C3C14842-C85E-4371-9978-F5585F102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161"/>
                <a:ext cx="8" cy="27"/>
              </a:xfrm>
              <a:custGeom>
                <a:avLst/>
                <a:gdLst>
                  <a:gd name="T0" fmla="*/ 397 w 3"/>
                  <a:gd name="T1" fmla="*/ 0 h 10"/>
                  <a:gd name="T2" fmla="*/ 661 w 3"/>
                  <a:gd name="T3" fmla="*/ 2719 h 10"/>
                  <a:gd name="T4" fmla="*/ 1059 w 3"/>
                  <a:gd name="T5" fmla="*/ 3877 h 10"/>
                  <a:gd name="T6" fmla="*/ 1059 w 3"/>
                  <a:gd name="T7" fmla="*/ 3877 h 10"/>
                  <a:gd name="T8" fmla="*/ 397 w 3"/>
                  <a:gd name="T9" fmla="*/ 2282 h 10"/>
                  <a:gd name="T10" fmla="*/ 397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1" y="0"/>
                    </a:moveTo>
                    <a:cubicBezTo>
                      <a:pt x="1" y="2"/>
                      <a:pt x="1" y="5"/>
                      <a:pt x="2" y="7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2" y="8"/>
                      <a:pt x="1" y="6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2" name="Freeform 614">
                <a:extLst>
                  <a:ext uri="{FF2B5EF4-FFF2-40B4-BE49-F238E27FC236}">
                    <a16:creationId xmlns:a16="http://schemas.microsoft.com/office/drawing/2014/main" id="{720AF472-930C-4134-99F6-AE84BD0E3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169"/>
                <a:ext cx="7" cy="27"/>
              </a:xfrm>
              <a:custGeom>
                <a:avLst/>
                <a:gdLst>
                  <a:gd name="T0" fmla="*/ 0 w 3"/>
                  <a:gd name="T1" fmla="*/ 0 h 10"/>
                  <a:gd name="T2" fmla="*/ 355 w 3"/>
                  <a:gd name="T3" fmla="*/ 2719 h 10"/>
                  <a:gd name="T4" fmla="*/ 469 w 3"/>
                  <a:gd name="T5" fmla="*/ 3877 h 10"/>
                  <a:gd name="T6" fmla="*/ 355 w 3"/>
                  <a:gd name="T7" fmla="*/ 3877 h 10"/>
                  <a:gd name="T8" fmla="*/ 152 w 3"/>
                  <a:gd name="T9" fmla="*/ 2028 h 10"/>
                  <a:gd name="T10" fmla="*/ 0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0" y="2"/>
                      <a:pt x="1" y="4"/>
                      <a:pt x="2" y="7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7"/>
                      <a:pt x="1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3" name="Freeform 615">
                <a:extLst>
                  <a:ext uri="{FF2B5EF4-FFF2-40B4-BE49-F238E27FC236}">
                    <a16:creationId xmlns:a16="http://schemas.microsoft.com/office/drawing/2014/main" id="{864933B5-73CE-4AA0-999D-F936FF69B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143"/>
                <a:ext cx="20" cy="40"/>
              </a:xfrm>
              <a:custGeom>
                <a:avLst/>
                <a:gdLst>
                  <a:gd name="T0" fmla="*/ 1488 w 8"/>
                  <a:gd name="T1" fmla="*/ 0 h 15"/>
                  <a:gd name="T2" fmla="*/ 1770 w 8"/>
                  <a:gd name="T3" fmla="*/ 4701 h 15"/>
                  <a:gd name="T4" fmla="*/ 988 w 8"/>
                  <a:gd name="T5" fmla="*/ 5405 h 15"/>
                  <a:gd name="T6" fmla="*/ 783 w 8"/>
                  <a:gd name="T7" fmla="*/ 397 h 15"/>
                  <a:gd name="T8" fmla="*/ 1488 w 8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6" y="0"/>
                    </a:moveTo>
                    <a:cubicBezTo>
                      <a:pt x="4" y="1"/>
                      <a:pt x="8" y="12"/>
                      <a:pt x="7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4"/>
                      <a:pt x="0" y="3"/>
                      <a:pt x="3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4" name="Freeform 616">
                <a:extLst>
                  <a:ext uri="{FF2B5EF4-FFF2-40B4-BE49-F238E27FC236}">
                    <a16:creationId xmlns:a16="http://schemas.microsoft.com/office/drawing/2014/main" id="{9BFDD762-FF5C-4812-96DE-2796AE345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148"/>
                <a:ext cx="5" cy="27"/>
              </a:xfrm>
              <a:custGeom>
                <a:avLst/>
                <a:gdLst>
                  <a:gd name="T0" fmla="*/ 0 w 2"/>
                  <a:gd name="T1" fmla="*/ 0 h 10"/>
                  <a:gd name="T2" fmla="*/ 520 w 2"/>
                  <a:gd name="T3" fmla="*/ 2719 h 10"/>
                  <a:gd name="T4" fmla="*/ 520 w 2"/>
                  <a:gd name="T5" fmla="*/ 3877 h 10"/>
                  <a:gd name="T6" fmla="*/ 520 w 2"/>
                  <a:gd name="T7" fmla="*/ 3877 h 10"/>
                  <a:gd name="T8" fmla="*/ 0 w 2"/>
                  <a:gd name="T9" fmla="*/ 2028 h 10"/>
                  <a:gd name="T10" fmla="*/ 0 w 2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0" y="2"/>
                      <a:pt x="1" y="4"/>
                      <a:pt x="2" y="7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7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5" name="Freeform 617">
                <a:extLst>
                  <a:ext uri="{FF2B5EF4-FFF2-40B4-BE49-F238E27FC236}">
                    <a16:creationId xmlns:a16="http://schemas.microsoft.com/office/drawing/2014/main" id="{07D9CBBE-34B6-4AF2-BEEA-BE44AA007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129"/>
                <a:ext cx="25" cy="40"/>
              </a:xfrm>
              <a:custGeom>
                <a:avLst/>
                <a:gdLst>
                  <a:gd name="T0" fmla="*/ 988 w 10"/>
                  <a:gd name="T1" fmla="*/ 0 h 15"/>
                  <a:gd name="T2" fmla="*/ 2470 w 10"/>
                  <a:gd name="T3" fmla="*/ 4301 h 15"/>
                  <a:gd name="T4" fmla="*/ 1770 w 10"/>
                  <a:gd name="T5" fmla="*/ 5405 h 15"/>
                  <a:gd name="T6" fmla="*/ 520 w 10"/>
                  <a:gd name="T7" fmla="*/ 1059 h 15"/>
                  <a:gd name="T8" fmla="*/ 988 w 1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4" y="0"/>
                    </a:moveTo>
                    <a:cubicBezTo>
                      <a:pt x="2" y="3"/>
                      <a:pt x="10" y="11"/>
                      <a:pt x="10" y="12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4"/>
                      <a:pt x="0" y="6"/>
                      <a:pt x="2" y="3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6" name="Freeform 618">
                <a:extLst>
                  <a:ext uri="{FF2B5EF4-FFF2-40B4-BE49-F238E27FC236}">
                    <a16:creationId xmlns:a16="http://schemas.microsoft.com/office/drawing/2014/main" id="{D314A2CC-6FB1-4BAA-9D6A-273FE7C43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137"/>
                <a:ext cx="15" cy="24"/>
              </a:xfrm>
              <a:custGeom>
                <a:avLst/>
                <a:gdLst>
                  <a:gd name="T0" fmla="*/ 0 w 6"/>
                  <a:gd name="T1" fmla="*/ 0 h 9"/>
                  <a:gd name="T2" fmla="*/ 988 w 6"/>
                  <a:gd name="T3" fmla="*/ 2184 h 9"/>
                  <a:gd name="T4" fmla="*/ 1488 w 6"/>
                  <a:gd name="T5" fmla="*/ 3243 h 9"/>
                  <a:gd name="T6" fmla="*/ 1488 w 6"/>
                  <a:gd name="T7" fmla="*/ 3243 h 9"/>
                  <a:gd name="T8" fmla="*/ 520 w 6"/>
                  <a:gd name="T9" fmla="*/ 1763 h 9"/>
                  <a:gd name="T10" fmla="*/ 0 w 6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1" y="2"/>
                      <a:pt x="3" y="4"/>
                      <a:pt x="4" y="6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4" y="7"/>
                      <a:pt x="2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7" name="Freeform 619">
                <a:extLst>
                  <a:ext uri="{FF2B5EF4-FFF2-40B4-BE49-F238E27FC236}">
                    <a16:creationId xmlns:a16="http://schemas.microsoft.com/office/drawing/2014/main" id="{6E2732DA-FCC9-4F0E-B8EB-23EBF1069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356"/>
                <a:ext cx="42" cy="19"/>
              </a:xfrm>
              <a:custGeom>
                <a:avLst/>
                <a:gdLst>
                  <a:gd name="T0" fmla="*/ 3395 w 17"/>
                  <a:gd name="T1" fmla="*/ 2342 h 7"/>
                  <a:gd name="T2" fmla="*/ 1569 w 17"/>
                  <a:gd name="T3" fmla="*/ 2342 h 7"/>
                  <a:gd name="T4" fmla="*/ 0 w 17"/>
                  <a:gd name="T5" fmla="*/ 1620 h 7"/>
                  <a:gd name="T6" fmla="*/ 635 w 17"/>
                  <a:gd name="T7" fmla="*/ 442 h 7"/>
                  <a:gd name="T8" fmla="*/ 2009 w 17"/>
                  <a:gd name="T9" fmla="*/ 1200 h 7"/>
                  <a:gd name="T10" fmla="*/ 3876 w 17"/>
                  <a:gd name="T11" fmla="*/ 1620 h 7"/>
                  <a:gd name="T12" fmla="*/ 3395 w 17"/>
                  <a:gd name="T13" fmla="*/ 234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7">
                    <a:moveTo>
                      <a:pt x="15" y="6"/>
                    </a:moveTo>
                    <a:cubicBezTo>
                      <a:pt x="14" y="7"/>
                      <a:pt x="10" y="7"/>
                      <a:pt x="7" y="6"/>
                    </a:cubicBezTo>
                    <a:cubicBezTo>
                      <a:pt x="5" y="5"/>
                      <a:pt x="0" y="4"/>
                      <a:pt x="0" y="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6" y="2"/>
                      <a:pt x="9" y="3"/>
                    </a:cubicBezTo>
                    <a:cubicBezTo>
                      <a:pt x="13" y="4"/>
                      <a:pt x="17" y="4"/>
                      <a:pt x="17" y="4"/>
                    </a:cubicBez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8" name="Freeform 620">
                <a:extLst>
                  <a:ext uri="{FF2B5EF4-FFF2-40B4-BE49-F238E27FC236}">
                    <a16:creationId xmlns:a16="http://schemas.microsoft.com/office/drawing/2014/main" id="{02039F75-1BE8-423F-AB06-BC67F003B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348"/>
                <a:ext cx="43" cy="16"/>
              </a:xfrm>
              <a:custGeom>
                <a:avLst/>
                <a:gdLst>
                  <a:gd name="T0" fmla="*/ 3640 w 17"/>
                  <a:gd name="T1" fmla="*/ 1763 h 6"/>
                  <a:gd name="T2" fmla="*/ 1874 w 17"/>
                  <a:gd name="T3" fmla="*/ 1763 h 6"/>
                  <a:gd name="T4" fmla="*/ 0 w 17"/>
                  <a:gd name="T5" fmla="*/ 1059 h 6"/>
                  <a:gd name="T6" fmla="*/ 825 w 17"/>
                  <a:gd name="T7" fmla="*/ 397 h 6"/>
                  <a:gd name="T8" fmla="*/ 2380 w 17"/>
                  <a:gd name="T9" fmla="*/ 661 h 6"/>
                  <a:gd name="T10" fmla="*/ 4467 w 17"/>
                  <a:gd name="T11" fmla="*/ 661 h 6"/>
                  <a:gd name="T12" fmla="*/ 3640 w 17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14" y="5"/>
                    </a:moveTo>
                    <a:cubicBezTo>
                      <a:pt x="13" y="6"/>
                      <a:pt x="10" y="6"/>
                      <a:pt x="7" y="5"/>
                    </a:cubicBezTo>
                    <a:cubicBezTo>
                      <a:pt x="4" y="4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6" y="1"/>
                      <a:pt x="9" y="2"/>
                    </a:cubicBezTo>
                    <a:cubicBezTo>
                      <a:pt x="13" y="3"/>
                      <a:pt x="16" y="3"/>
                      <a:pt x="17" y="2"/>
                    </a:cubicBez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9" name="Freeform 621">
                <a:extLst>
                  <a:ext uri="{FF2B5EF4-FFF2-40B4-BE49-F238E27FC236}">
                    <a16:creationId xmlns:a16="http://schemas.microsoft.com/office/drawing/2014/main" id="{70F0D4A2-ED8A-4102-BF71-DE0CF2CE3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329"/>
                <a:ext cx="40" cy="16"/>
              </a:xfrm>
              <a:custGeom>
                <a:avLst/>
                <a:gdLst>
                  <a:gd name="T0" fmla="*/ 3438 w 16"/>
                  <a:gd name="T1" fmla="*/ 1763 h 6"/>
                  <a:gd name="T2" fmla="*/ 1770 w 16"/>
                  <a:gd name="T3" fmla="*/ 1763 h 6"/>
                  <a:gd name="T4" fmla="*/ 0 w 16"/>
                  <a:gd name="T5" fmla="*/ 1459 h 6"/>
                  <a:gd name="T6" fmla="*/ 520 w 16"/>
                  <a:gd name="T7" fmla="*/ 397 h 6"/>
                  <a:gd name="T8" fmla="*/ 2270 w 16"/>
                  <a:gd name="T9" fmla="*/ 397 h 6"/>
                  <a:gd name="T10" fmla="*/ 3908 w 16"/>
                  <a:gd name="T11" fmla="*/ 661 h 6"/>
                  <a:gd name="T12" fmla="*/ 3438 w 16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4" y="5"/>
                    </a:moveTo>
                    <a:cubicBezTo>
                      <a:pt x="13" y="6"/>
                      <a:pt x="10" y="5"/>
                      <a:pt x="7" y="5"/>
                    </a:cubicBezTo>
                    <a:cubicBezTo>
                      <a:pt x="5" y="4"/>
                      <a:pt x="0" y="4"/>
                      <a:pt x="0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6" y="1"/>
                      <a:pt x="9" y="1"/>
                    </a:cubicBezTo>
                    <a:cubicBezTo>
                      <a:pt x="13" y="2"/>
                      <a:pt x="15" y="3"/>
                      <a:pt x="16" y="2"/>
                    </a:cubicBez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0" name="Freeform 622">
                <a:extLst>
                  <a:ext uri="{FF2B5EF4-FFF2-40B4-BE49-F238E27FC236}">
                    <a16:creationId xmlns:a16="http://schemas.microsoft.com/office/drawing/2014/main" id="{56BCC273-21BA-4A6E-BE1A-77A81ECEA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316"/>
                <a:ext cx="43" cy="16"/>
              </a:xfrm>
              <a:custGeom>
                <a:avLst/>
                <a:gdLst>
                  <a:gd name="T0" fmla="*/ 3936 w 17"/>
                  <a:gd name="T1" fmla="*/ 1059 h 6"/>
                  <a:gd name="T2" fmla="*/ 1874 w 17"/>
                  <a:gd name="T3" fmla="*/ 1763 h 6"/>
                  <a:gd name="T4" fmla="*/ 0 w 17"/>
                  <a:gd name="T5" fmla="*/ 2184 h 6"/>
                  <a:gd name="T6" fmla="*/ 531 w 17"/>
                  <a:gd name="T7" fmla="*/ 661 h 6"/>
                  <a:gd name="T8" fmla="*/ 2087 w 17"/>
                  <a:gd name="T9" fmla="*/ 661 h 6"/>
                  <a:gd name="T10" fmla="*/ 4467 w 17"/>
                  <a:gd name="T11" fmla="*/ 0 h 6"/>
                  <a:gd name="T12" fmla="*/ 3936 w 17"/>
                  <a:gd name="T13" fmla="*/ 105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15" y="3"/>
                    </a:moveTo>
                    <a:cubicBezTo>
                      <a:pt x="14" y="5"/>
                      <a:pt x="10" y="5"/>
                      <a:pt x="7" y="5"/>
                    </a:cubicBezTo>
                    <a:cubicBezTo>
                      <a:pt x="5" y="5"/>
                      <a:pt x="0" y="5"/>
                      <a:pt x="0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5" y="2"/>
                      <a:pt x="8" y="2"/>
                    </a:cubicBezTo>
                    <a:cubicBezTo>
                      <a:pt x="13" y="2"/>
                      <a:pt x="16" y="1"/>
                      <a:pt x="17" y="0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1" name="Freeform 623">
                <a:extLst>
                  <a:ext uri="{FF2B5EF4-FFF2-40B4-BE49-F238E27FC236}">
                    <a16:creationId xmlns:a16="http://schemas.microsoft.com/office/drawing/2014/main" id="{88346460-6C6F-4252-A931-B65ABF279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332"/>
                <a:ext cx="25" cy="40"/>
              </a:xfrm>
              <a:custGeom>
                <a:avLst/>
                <a:gdLst>
                  <a:gd name="T0" fmla="*/ 1300 w 10"/>
                  <a:gd name="T1" fmla="*/ 0 h 15"/>
                  <a:gd name="T2" fmla="*/ 2270 w 10"/>
                  <a:gd name="T3" fmla="*/ 4701 h 15"/>
                  <a:gd name="T4" fmla="*/ 1770 w 10"/>
                  <a:gd name="T5" fmla="*/ 5405 h 15"/>
                  <a:gd name="T6" fmla="*/ 520 w 10"/>
                  <a:gd name="T7" fmla="*/ 1059 h 15"/>
                  <a:gd name="T8" fmla="*/ 1300 w 1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5" y="0"/>
                    </a:moveTo>
                    <a:cubicBezTo>
                      <a:pt x="3" y="2"/>
                      <a:pt x="10" y="12"/>
                      <a:pt x="9" y="13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0" y="5"/>
                      <a:pt x="2" y="3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2" name="Freeform 624">
                <a:extLst>
                  <a:ext uri="{FF2B5EF4-FFF2-40B4-BE49-F238E27FC236}">
                    <a16:creationId xmlns:a16="http://schemas.microsoft.com/office/drawing/2014/main" id="{7E2BEF3A-34D3-47B6-9C34-4D9A035B2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321"/>
                <a:ext cx="25" cy="40"/>
              </a:xfrm>
              <a:custGeom>
                <a:avLst/>
                <a:gdLst>
                  <a:gd name="T0" fmla="*/ 1300 w 10"/>
                  <a:gd name="T1" fmla="*/ 0 h 15"/>
                  <a:gd name="T2" fmla="*/ 2470 w 10"/>
                  <a:gd name="T3" fmla="*/ 4301 h 15"/>
                  <a:gd name="T4" fmla="*/ 1770 w 10"/>
                  <a:gd name="T5" fmla="*/ 5405 h 15"/>
                  <a:gd name="T6" fmla="*/ 783 w 10"/>
                  <a:gd name="T7" fmla="*/ 661 h 15"/>
                  <a:gd name="T8" fmla="*/ 1300 w 1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5" y="0"/>
                    </a:moveTo>
                    <a:cubicBezTo>
                      <a:pt x="3" y="2"/>
                      <a:pt x="10" y="11"/>
                      <a:pt x="10" y="12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4"/>
                      <a:pt x="0" y="5"/>
                      <a:pt x="3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3" name="Freeform 625">
                <a:extLst>
                  <a:ext uri="{FF2B5EF4-FFF2-40B4-BE49-F238E27FC236}">
                    <a16:creationId xmlns:a16="http://schemas.microsoft.com/office/drawing/2014/main" id="{FA0B79F8-1EF9-40E5-984E-6A4055856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327"/>
                <a:ext cx="12" cy="26"/>
              </a:xfrm>
              <a:custGeom>
                <a:avLst/>
                <a:gdLst>
                  <a:gd name="T0" fmla="*/ 0 w 5"/>
                  <a:gd name="T1" fmla="*/ 0 h 10"/>
                  <a:gd name="T2" fmla="*/ 564 w 5"/>
                  <a:gd name="T3" fmla="*/ 2142 h 10"/>
                  <a:gd name="T4" fmla="*/ 967 w 5"/>
                  <a:gd name="T5" fmla="*/ 3110 h 10"/>
                  <a:gd name="T6" fmla="*/ 967 w 5"/>
                  <a:gd name="T7" fmla="*/ 3110 h 10"/>
                  <a:gd name="T8" fmla="*/ 403 w 5"/>
                  <a:gd name="T9" fmla="*/ 1547 h 10"/>
                  <a:gd name="T10" fmla="*/ 0 w 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2"/>
                      <a:pt x="2" y="5"/>
                      <a:pt x="3" y="7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3" y="7"/>
                      <a:pt x="2" y="5"/>
                    </a:cubicBezTo>
                    <a:cubicBezTo>
                      <a:pt x="1" y="4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4" name="Freeform 626">
                <a:extLst>
                  <a:ext uri="{FF2B5EF4-FFF2-40B4-BE49-F238E27FC236}">
                    <a16:creationId xmlns:a16="http://schemas.microsoft.com/office/drawing/2014/main" id="{53D2493A-E704-4BBF-AC50-65A9EC1FF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337"/>
                <a:ext cx="10" cy="24"/>
              </a:xfrm>
              <a:custGeom>
                <a:avLst/>
                <a:gdLst>
                  <a:gd name="T0" fmla="*/ 0 w 4"/>
                  <a:gd name="T1" fmla="*/ 0 h 9"/>
                  <a:gd name="T2" fmla="*/ 783 w 4"/>
                  <a:gd name="T3" fmla="*/ 2581 h 9"/>
                  <a:gd name="T4" fmla="*/ 988 w 4"/>
                  <a:gd name="T5" fmla="*/ 3243 h 9"/>
                  <a:gd name="T6" fmla="*/ 988 w 4"/>
                  <a:gd name="T7" fmla="*/ 3243 h 9"/>
                  <a:gd name="T8" fmla="*/ 313 w 4"/>
                  <a:gd name="T9" fmla="*/ 1763 h 9"/>
                  <a:gd name="T10" fmla="*/ 0 w 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0" y="2"/>
                      <a:pt x="2" y="5"/>
                      <a:pt x="3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2" y="7"/>
                      <a:pt x="1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5" name="Freeform 627">
                <a:extLst>
                  <a:ext uri="{FF2B5EF4-FFF2-40B4-BE49-F238E27FC236}">
                    <a16:creationId xmlns:a16="http://schemas.microsoft.com/office/drawing/2014/main" id="{DD5A361E-4489-4894-B97A-D9A782B0D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303"/>
                <a:ext cx="28" cy="42"/>
              </a:xfrm>
              <a:custGeom>
                <a:avLst/>
                <a:gdLst>
                  <a:gd name="T0" fmla="*/ 1056 w 11"/>
                  <a:gd name="T1" fmla="*/ 0 h 16"/>
                  <a:gd name="T2" fmla="*/ 2688 w 11"/>
                  <a:gd name="T3" fmla="*/ 4232 h 16"/>
                  <a:gd name="T4" fmla="*/ 1932 w 11"/>
                  <a:gd name="T5" fmla="*/ 5229 h 16"/>
                  <a:gd name="T6" fmla="*/ 545 w 11"/>
                  <a:gd name="T7" fmla="*/ 992 h 16"/>
                  <a:gd name="T8" fmla="*/ 1056 w 1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4" y="0"/>
                    </a:moveTo>
                    <a:cubicBezTo>
                      <a:pt x="2" y="2"/>
                      <a:pt x="11" y="12"/>
                      <a:pt x="10" y="13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5"/>
                      <a:pt x="0" y="5"/>
                      <a:pt x="2" y="3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6" name="Freeform 628">
                <a:extLst>
                  <a:ext uri="{FF2B5EF4-FFF2-40B4-BE49-F238E27FC236}">
                    <a16:creationId xmlns:a16="http://schemas.microsoft.com/office/drawing/2014/main" id="{93362505-0AC2-431D-AD6C-321CADCED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308"/>
                <a:ext cx="13" cy="29"/>
              </a:xfrm>
              <a:custGeom>
                <a:avLst/>
                <a:gdLst>
                  <a:gd name="T0" fmla="*/ 0 w 5"/>
                  <a:gd name="T1" fmla="*/ 0 h 11"/>
                  <a:gd name="T2" fmla="*/ 967 w 5"/>
                  <a:gd name="T3" fmla="*/ 2273 h 11"/>
                  <a:gd name="T4" fmla="*/ 1547 w 5"/>
                  <a:gd name="T5" fmla="*/ 3662 h 11"/>
                  <a:gd name="T6" fmla="*/ 1547 w 5"/>
                  <a:gd name="T7" fmla="*/ 3662 h 11"/>
                  <a:gd name="T8" fmla="*/ 595 w 5"/>
                  <a:gd name="T9" fmla="*/ 1648 h 11"/>
                  <a:gd name="T10" fmla="*/ 0 w 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0" y="2"/>
                      <a:pt x="2" y="5"/>
                      <a:pt x="3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3" y="7"/>
                      <a:pt x="2" y="5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7" name="Freeform 629">
                <a:extLst>
                  <a:ext uri="{FF2B5EF4-FFF2-40B4-BE49-F238E27FC236}">
                    <a16:creationId xmlns:a16="http://schemas.microsoft.com/office/drawing/2014/main" id="{8C9A08BC-5122-465A-9A4C-A7BEABC28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289"/>
                <a:ext cx="30" cy="38"/>
              </a:xfrm>
              <a:custGeom>
                <a:avLst/>
                <a:gdLst>
                  <a:gd name="T0" fmla="*/ 783 w 12"/>
                  <a:gd name="T1" fmla="*/ 0 h 14"/>
                  <a:gd name="T2" fmla="*/ 2938 w 12"/>
                  <a:gd name="T3" fmla="*/ 3957 h 14"/>
                  <a:gd name="T4" fmla="*/ 2470 w 12"/>
                  <a:gd name="T5" fmla="*/ 5600 h 14"/>
                  <a:gd name="T6" fmla="*/ 520 w 12"/>
                  <a:gd name="T7" fmla="*/ 1200 h 14"/>
                  <a:gd name="T8" fmla="*/ 783 w 12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3" y="0"/>
                    </a:moveTo>
                    <a:cubicBezTo>
                      <a:pt x="2" y="3"/>
                      <a:pt x="12" y="9"/>
                      <a:pt x="12" y="10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3"/>
                      <a:pt x="0" y="6"/>
                      <a:pt x="2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8" name="Freeform 630">
                <a:extLst>
                  <a:ext uri="{FF2B5EF4-FFF2-40B4-BE49-F238E27FC236}">
                    <a16:creationId xmlns:a16="http://schemas.microsoft.com/office/drawing/2014/main" id="{47030A94-BA84-428E-B553-C3D89EE51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297"/>
                <a:ext cx="20" cy="19"/>
              </a:xfrm>
              <a:custGeom>
                <a:avLst/>
                <a:gdLst>
                  <a:gd name="T0" fmla="*/ 0 w 8"/>
                  <a:gd name="T1" fmla="*/ 0 h 7"/>
                  <a:gd name="T2" fmla="*/ 1300 w 8"/>
                  <a:gd name="T3" fmla="*/ 2063 h 7"/>
                  <a:gd name="T4" fmla="*/ 1958 w 8"/>
                  <a:gd name="T5" fmla="*/ 2823 h 7"/>
                  <a:gd name="T6" fmla="*/ 1958 w 8"/>
                  <a:gd name="T7" fmla="*/ 2823 h 7"/>
                  <a:gd name="T8" fmla="*/ 783 w 8"/>
                  <a:gd name="T9" fmla="*/ 1620 h 7"/>
                  <a:gd name="T10" fmla="*/ 0 w 8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1" y="1"/>
                      <a:pt x="3" y="3"/>
                      <a:pt x="5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5" y="5"/>
                      <a:pt x="3" y="4"/>
                    </a:cubicBezTo>
                    <a:cubicBezTo>
                      <a:pt x="2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9" name="Freeform 631">
                <a:extLst>
                  <a:ext uri="{FF2B5EF4-FFF2-40B4-BE49-F238E27FC236}">
                    <a16:creationId xmlns:a16="http://schemas.microsoft.com/office/drawing/2014/main" id="{C6DD4E6A-F02C-49BF-9FBD-462556807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369"/>
                <a:ext cx="35" cy="24"/>
              </a:xfrm>
              <a:custGeom>
                <a:avLst/>
                <a:gdLst>
                  <a:gd name="T0" fmla="*/ 2738 w 14"/>
                  <a:gd name="T1" fmla="*/ 3243 h 9"/>
                  <a:gd name="T2" fmla="*/ 1488 w 14"/>
                  <a:gd name="T3" fmla="*/ 2184 h 9"/>
                  <a:gd name="T4" fmla="*/ 0 w 14"/>
                  <a:gd name="T5" fmla="*/ 661 h 9"/>
                  <a:gd name="T6" fmla="*/ 783 w 14"/>
                  <a:gd name="T7" fmla="*/ 397 h 9"/>
                  <a:gd name="T8" fmla="*/ 1958 w 14"/>
                  <a:gd name="T9" fmla="*/ 1459 h 9"/>
                  <a:gd name="T10" fmla="*/ 3438 w 14"/>
                  <a:gd name="T11" fmla="*/ 2824 h 9"/>
                  <a:gd name="T12" fmla="*/ 2738 w 14"/>
                  <a:gd name="T13" fmla="*/ 324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9">
                    <a:moveTo>
                      <a:pt x="11" y="9"/>
                    </a:moveTo>
                    <a:cubicBezTo>
                      <a:pt x="10" y="9"/>
                      <a:pt x="8" y="8"/>
                      <a:pt x="6" y="6"/>
                    </a:cubicBezTo>
                    <a:cubicBezTo>
                      <a:pt x="3" y="5"/>
                      <a:pt x="0" y="2"/>
                      <a:pt x="0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6" y="2"/>
                      <a:pt x="8" y="4"/>
                    </a:cubicBezTo>
                    <a:cubicBezTo>
                      <a:pt x="12" y="7"/>
                      <a:pt x="13" y="8"/>
                      <a:pt x="14" y="8"/>
                    </a:cubicBez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0" name="Freeform 632">
                <a:extLst>
                  <a:ext uri="{FF2B5EF4-FFF2-40B4-BE49-F238E27FC236}">
                    <a16:creationId xmlns:a16="http://schemas.microsoft.com/office/drawing/2014/main" id="{0FE1D051-A425-4EA0-A1EA-20B88981A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367"/>
                <a:ext cx="42" cy="21"/>
              </a:xfrm>
              <a:custGeom>
                <a:avLst/>
                <a:gdLst>
                  <a:gd name="T0" fmla="*/ 3199 w 17"/>
                  <a:gd name="T1" fmla="*/ 2604 h 8"/>
                  <a:gd name="T2" fmla="*/ 1374 w 17"/>
                  <a:gd name="T3" fmla="*/ 1612 h 8"/>
                  <a:gd name="T4" fmla="*/ 0 w 17"/>
                  <a:gd name="T5" fmla="*/ 614 h 8"/>
                  <a:gd name="T6" fmla="*/ 635 w 17"/>
                  <a:gd name="T7" fmla="*/ 0 h 8"/>
                  <a:gd name="T8" fmla="*/ 2009 w 17"/>
                  <a:gd name="T9" fmla="*/ 992 h 8"/>
                  <a:gd name="T10" fmla="*/ 3876 w 17"/>
                  <a:gd name="T11" fmla="*/ 1612 h 8"/>
                  <a:gd name="T12" fmla="*/ 3199 w 17"/>
                  <a:gd name="T13" fmla="*/ 2604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14" y="8"/>
                    </a:moveTo>
                    <a:cubicBezTo>
                      <a:pt x="12" y="8"/>
                      <a:pt x="9" y="7"/>
                      <a:pt x="6" y="5"/>
                    </a:cubicBezTo>
                    <a:cubicBezTo>
                      <a:pt x="4" y="4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6" y="2"/>
                      <a:pt x="9" y="3"/>
                    </a:cubicBezTo>
                    <a:cubicBezTo>
                      <a:pt x="13" y="5"/>
                      <a:pt x="16" y="6"/>
                      <a:pt x="17" y="5"/>
                    </a:cubicBez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1" name="Freeform 633">
                <a:extLst>
                  <a:ext uri="{FF2B5EF4-FFF2-40B4-BE49-F238E27FC236}">
                    <a16:creationId xmlns:a16="http://schemas.microsoft.com/office/drawing/2014/main" id="{CBBA2D98-93B4-48D3-9D82-BD85F77E2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367"/>
                <a:ext cx="15" cy="37"/>
              </a:xfrm>
              <a:custGeom>
                <a:avLst/>
                <a:gdLst>
                  <a:gd name="T0" fmla="*/ 1488 w 6"/>
                  <a:gd name="T1" fmla="*/ 0 h 14"/>
                  <a:gd name="T2" fmla="*/ 988 w 6"/>
                  <a:gd name="T3" fmla="*/ 4392 h 14"/>
                  <a:gd name="T4" fmla="*/ 0 w 6"/>
                  <a:gd name="T5" fmla="*/ 4784 h 14"/>
                  <a:gd name="T6" fmla="*/ 783 w 6"/>
                  <a:gd name="T7" fmla="*/ 391 h 14"/>
                  <a:gd name="T8" fmla="*/ 1488 w 6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cubicBezTo>
                      <a:pt x="4" y="1"/>
                      <a:pt x="5" y="13"/>
                      <a:pt x="4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0" y="2"/>
                      <a:pt x="3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2" name="Freeform 634">
                <a:extLst>
                  <a:ext uri="{FF2B5EF4-FFF2-40B4-BE49-F238E27FC236}">
                    <a16:creationId xmlns:a16="http://schemas.microsoft.com/office/drawing/2014/main" id="{59F59EDD-B406-4127-9B24-ACCC8C2EA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372"/>
                <a:ext cx="2" cy="27"/>
              </a:xfrm>
              <a:custGeom>
                <a:avLst/>
                <a:gdLst>
                  <a:gd name="T0" fmla="*/ 64 w 1"/>
                  <a:gd name="T1" fmla="*/ 0 h 10"/>
                  <a:gd name="T2" fmla="*/ 64 w 1"/>
                  <a:gd name="T3" fmla="*/ 2719 h 10"/>
                  <a:gd name="T4" fmla="*/ 64 w 1"/>
                  <a:gd name="T5" fmla="*/ 3877 h 10"/>
                  <a:gd name="T6" fmla="*/ 64 w 1"/>
                  <a:gd name="T7" fmla="*/ 3877 h 10"/>
                  <a:gd name="T8" fmla="*/ 0 w 1"/>
                  <a:gd name="T9" fmla="*/ 2028 h 10"/>
                  <a:gd name="T10" fmla="*/ 64 w 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1" y="1"/>
                      <a:pt x="1" y="4"/>
                      <a:pt x="1" y="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7"/>
                      <a:pt x="0" y="5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3" name="Freeform 635">
                <a:extLst>
                  <a:ext uri="{FF2B5EF4-FFF2-40B4-BE49-F238E27FC236}">
                    <a16:creationId xmlns:a16="http://schemas.microsoft.com/office/drawing/2014/main" id="{BE5F342C-BBFA-4E29-9698-23D042C62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356"/>
                <a:ext cx="15" cy="37"/>
              </a:xfrm>
              <a:custGeom>
                <a:avLst/>
                <a:gdLst>
                  <a:gd name="T0" fmla="*/ 1488 w 6"/>
                  <a:gd name="T1" fmla="*/ 0 h 14"/>
                  <a:gd name="T2" fmla="*/ 988 w 6"/>
                  <a:gd name="T3" fmla="*/ 4392 h 14"/>
                  <a:gd name="T4" fmla="*/ 0 w 6"/>
                  <a:gd name="T5" fmla="*/ 4784 h 14"/>
                  <a:gd name="T6" fmla="*/ 783 w 6"/>
                  <a:gd name="T7" fmla="*/ 391 h 14"/>
                  <a:gd name="T8" fmla="*/ 1488 w 6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cubicBezTo>
                      <a:pt x="4" y="1"/>
                      <a:pt x="5" y="13"/>
                      <a:pt x="4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0" y="2"/>
                      <a:pt x="3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4" name="Freeform 636">
                <a:extLst>
                  <a:ext uri="{FF2B5EF4-FFF2-40B4-BE49-F238E27FC236}">
                    <a16:creationId xmlns:a16="http://schemas.microsoft.com/office/drawing/2014/main" id="{B798BE3E-D0E4-4E4D-A7E8-BCFC7C9AD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361"/>
                <a:ext cx="2" cy="27"/>
              </a:xfrm>
              <a:custGeom>
                <a:avLst/>
                <a:gdLst>
                  <a:gd name="T0" fmla="*/ 64 w 1"/>
                  <a:gd name="T1" fmla="*/ 0 h 10"/>
                  <a:gd name="T2" fmla="*/ 0 w 1"/>
                  <a:gd name="T3" fmla="*/ 2719 h 10"/>
                  <a:gd name="T4" fmla="*/ 0 w 1"/>
                  <a:gd name="T5" fmla="*/ 3877 h 10"/>
                  <a:gd name="T6" fmla="*/ 0 w 1"/>
                  <a:gd name="T7" fmla="*/ 3877 h 10"/>
                  <a:gd name="T8" fmla="*/ 0 w 1"/>
                  <a:gd name="T9" fmla="*/ 2028 h 10"/>
                  <a:gd name="T10" fmla="*/ 64 w 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5"/>
                      <a:pt x="0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7"/>
                      <a:pt x="0" y="5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5" name="Freeform 637">
                <a:extLst>
                  <a:ext uri="{FF2B5EF4-FFF2-40B4-BE49-F238E27FC236}">
                    <a16:creationId xmlns:a16="http://schemas.microsoft.com/office/drawing/2014/main" id="{D4F6B8AD-5F14-4EB6-998B-9FDF2D8FD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348"/>
                <a:ext cx="23" cy="40"/>
              </a:xfrm>
              <a:custGeom>
                <a:avLst/>
                <a:gdLst>
                  <a:gd name="T0" fmla="*/ 1620 w 9"/>
                  <a:gd name="T1" fmla="*/ 0 h 15"/>
                  <a:gd name="T2" fmla="*/ 2167 w 9"/>
                  <a:gd name="T3" fmla="*/ 4701 h 15"/>
                  <a:gd name="T4" fmla="*/ 1403 w 9"/>
                  <a:gd name="T5" fmla="*/ 5405 h 15"/>
                  <a:gd name="T6" fmla="*/ 848 w 9"/>
                  <a:gd name="T7" fmla="*/ 661 h 15"/>
                  <a:gd name="T8" fmla="*/ 1620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6" y="0"/>
                    </a:moveTo>
                    <a:cubicBezTo>
                      <a:pt x="3" y="2"/>
                      <a:pt x="9" y="12"/>
                      <a:pt x="8" y="13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0" y="4"/>
                      <a:pt x="3" y="2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6" name="Freeform 638">
                <a:extLst>
                  <a:ext uri="{FF2B5EF4-FFF2-40B4-BE49-F238E27FC236}">
                    <a16:creationId xmlns:a16="http://schemas.microsoft.com/office/drawing/2014/main" id="{26404EA5-9043-4417-9281-5EA4BF76D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353"/>
                <a:ext cx="8" cy="27"/>
              </a:xfrm>
              <a:custGeom>
                <a:avLst/>
                <a:gdLst>
                  <a:gd name="T0" fmla="*/ 0 w 3"/>
                  <a:gd name="T1" fmla="*/ 0 h 10"/>
                  <a:gd name="T2" fmla="*/ 661 w 3"/>
                  <a:gd name="T3" fmla="*/ 2719 h 10"/>
                  <a:gd name="T4" fmla="*/ 1059 w 3"/>
                  <a:gd name="T5" fmla="*/ 3877 h 10"/>
                  <a:gd name="T6" fmla="*/ 1059 w 3"/>
                  <a:gd name="T7" fmla="*/ 3877 h 10"/>
                  <a:gd name="T8" fmla="*/ 397 w 3"/>
                  <a:gd name="T9" fmla="*/ 2028 h 10"/>
                  <a:gd name="T10" fmla="*/ 0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0" y="2"/>
                      <a:pt x="1" y="5"/>
                      <a:pt x="2" y="7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2" y="7"/>
                      <a:pt x="1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7" name="Freeform 639">
                <a:extLst>
                  <a:ext uri="{FF2B5EF4-FFF2-40B4-BE49-F238E27FC236}">
                    <a16:creationId xmlns:a16="http://schemas.microsoft.com/office/drawing/2014/main" id="{1090F7EA-8F94-4C2C-8BFA-7E7A91BEC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153"/>
                <a:ext cx="22" cy="14"/>
              </a:xfrm>
              <a:custGeom>
                <a:avLst/>
                <a:gdLst>
                  <a:gd name="T0" fmla="*/ 1315 w 9"/>
                  <a:gd name="T1" fmla="*/ 0 h 5"/>
                  <a:gd name="T2" fmla="*/ 1931 w 9"/>
                  <a:gd name="T3" fmla="*/ 487 h 5"/>
                  <a:gd name="T4" fmla="*/ 616 w 9"/>
                  <a:gd name="T5" fmla="*/ 2391 h 5"/>
                  <a:gd name="T6" fmla="*/ 0 w 9"/>
                  <a:gd name="T7" fmla="*/ 1364 h 5"/>
                  <a:gd name="T8" fmla="*/ 1315 w 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6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6" y="2"/>
                      <a:pt x="3" y="5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1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8" name="Freeform 640">
                <a:extLst>
                  <a:ext uri="{FF2B5EF4-FFF2-40B4-BE49-F238E27FC236}">
                    <a16:creationId xmlns:a16="http://schemas.microsoft.com/office/drawing/2014/main" id="{2BC2E4F9-9856-48AB-BE81-B9F0D6BD0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156"/>
                <a:ext cx="30" cy="21"/>
              </a:xfrm>
              <a:custGeom>
                <a:avLst/>
                <a:gdLst>
                  <a:gd name="T0" fmla="*/ 0 w 12"/>
                  <a:gd name="T1" fmla="*/ 1612 h 8"/>
                  <a:gd name="T2" fmla="*/ 313 w 12"/>
                  <a:gd name="T3" fmla="*/ 1378 h 8"/>
                  <a:gd name="T4" fmla="*/ 1958 w 12"/>
                  <a:gd name="T5" fmla="*/ 378 h 8"/>
                  <a:gd name="T6" fmla="*/ 2938 w 12"/>
                  <a:gd name="T7" fmla="*/ 614 h 8"/>
                  <a:gd name="T8" fmla="*/ 988 w 12"/>
                  <a:gd name="T9" fmla="*/ 1992 h 8"/>
                  <a:gd name="T10" fmla="*/ 520 w 12"/>
                  <a:gd name="T11" fmla="*/ 2604 h 8"/>
                  <a:gd name="T12" fmla="*/ 0 w 12"/>
                  <a:gd name="T13" fmla="*/ 161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0" y="5"/>
                    </a:moveTo>
                    <a:cubicBezTo>
                      <a:pt x="0" y="5"/>
                      <a:pt x="1" y="4"/>
                      <a:pt x="1" y="4"/>
                    </a:cubicBezTo>
                    <a:cubicBezTo>
                      <a:pt x="3" y="2"/>
                      <a:pt x="6" y="0"/>
                      <a:pt x="8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2"/>
                      <a:pt x="8" y="3"/>
                      <a:pt x="4" y="6"/>
                    </a:cubicBezTo>
                    <a:cubicBezTo>
                      <a:pt x="4" y="7"/>
                      <a:pt x="3" y="7"/>
                      <a:pt x="2" y="8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9" name="Freeform 641">
                <a:extLst>
                  <a:ext uri="{FF2B5EF4-FFF2-40B4-BE49-F238E27FC236}">
                    <a16:creationId xmlns:a16="http://schemas.microsoft.com/office/drawing/2014/main" id="{D00D152E-0159-4EDF-B5D7-6D0678ED1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2167"/>
                <a:ext cx="43" cy="26"/>
              </a:xfrm>
              <a:custGeom>
                <a:avLst/>
                <a:gdLst>
                  <a:gd name="T0" fmla="*/ 3640 w 17"/>
                  <a:gd name="T1" fmla="*/ 0 h 10"/>
                  <a:gd name="T2" fmla="*/ 1556 w 17"/>
                  <a:gd name="T3" fmla="*/ 967 h 10"/>
                  <a:gd name="T4" fmla="*/ 0 w 17"/>
                  <a:gd name="T5" fmla="*/ 2514 h 10"/>
                  <a:gd name="T6" fmla="*/ 825 w 17"/>
                  <a:gd name="T7" fmla="*/ 2746 h 10"/>
                  <a:gd name="T8" fmla="*/ 2380 w 17"/>
                  <a:gd name="T9" fmla="*/ 1914 h 10"/>
                  <a:gd name="T10" fmla="*/ 4467 w 17"/>
                  <a:gd name="T11" fmla="*/ 967 h 10"/>
                  <a:gd name="T12" fmla="*/ 3640 w 17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14" y="0"/>
                    </a:moveTo>
                    <a:cubicBezTo>
                      <a:pt x="13" y="0"/>
                      <a:pt x="9" y="2"/>
                      <a:pt x="6" y="3"/>
                    </a:cubicBezTo>
                    <a:cubicBezTo>
                      <a:pt x="4" y="5"/>
                      <a:pt x="0" y="8"/>
                      <a:pt x="0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0"/>
                      <a:pt x="7" y="7"/>
                      <a:pt x="9" y="6"/>
                    </a:cubicBezTo>
                    <a:cubicBezTo>
                      <a:pt x="13" y="3"/>
                      <a:pt x="16" y="2"/>
                      <a:pt x="17" y="3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0" name="Freeform 642">
                <a:extLst>
                  <a:ext uri="{FF2B5EF4-FFF2-40B4-BE49-F238E27FC236}">
                    <a16:creationId xmlns:a16="http://schemas.microsoft.com/office/drawing/2014/main" id="{D3AB094D-7EE6-4A1C-857B-896254AE6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172"/>
                <a:ext cx="45" cy="27"/>
              </a:xfrm>
              <a:custGeom>
                <a:avLst/>
                <a:gdLst>
                  <a:gd name="T0" fmla="*/ 3438 w 18"/>
                  <a:gd name="T1" fmla="*/ 429 h 10"/>
                  <a:gd name="T2" fmla="*/ 1488 w 18"/>
                  <a:gd name="T3" fmla="*/ 1596 h 10"/>
                  <a:gd name="T4" fmla="*/ 0 w 18"/>
                  <a:gd name="T5" fmla="*/ 3127 h 10"/>
                  <a:gd name="T6" fmla="*/ 783 w 18"/>
                  <a:gd name="T7" fmla="*/ 3464 h 10"/>
                  <a:gd name="T8" fmla="*/ 2270 w 18"/>
                  <a:gd name="T9" fmla="*/ 2282 h 10"/>
                  <a:gd name="T10" fmla="*/ 4425 w 18"/>
                  <a:gd name="T11" fmla="*/ 1158 h 10"/>
                  <a:gd name="T12" fmla="*/ 3438 w 18"/>
                  <a:gd name="T13" fmla="*/ 42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0">
                    <a:moveTo>
                      <a:pt x="14" y="1"/>
                    </a:moveTo>
                    <a:cubicBezTo>
                      <a:pt x="12" y="0"/>
                      <a:pt x="9" y="2"/>
                      <a:pt x="6" y="4"/>
                    </a:cubicBezTo>
                    <a:cubicBezTo>
                      <a:pt x="4" y="5"/>
                      <a:pt x="0" y="8"/>
                      <a:pt x="0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0"/>
                      <a:pt x="7" y="8"/>
                      <a:pt x="9" y="6"/>
                    </a:cubicBezTo>
                    <a:cubicBezTo>
                      <a:pt x="13" y="3"/>
                      <a:pt x="16" y="2"/>
                      <a:pt x="18" y="3"/>
                    </a:cubicBez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1" name="Freeform 643">
                <a:extLst>
                  <a:ext uri="{FF2B5EF4-FFF2-40B4-BE49-F238E27FC236}">
                    <a16:creationId xmlns:a16="http://schemas.microsoft.com/office/drawing/2014/main" id="{88EDE953-8808-43F1-875A-DD90F944A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153"/>
                <a:ext cx="17" cy="38"/>
              </a:xfrm>
              <a:custGeom>
                <a:avLst/>
                <a:gdLst>
                  <a:gd name="T0" fmla="*/ 1433 w 7"/>
                  <a:gd name="T1" fmla="*/ 5600 h 14"/>
                  <a:gd name="T2" fmla="*/ 1003 w 7"/>
                  <a:gd name="T3" fmla="*/ 442 h 14"/>
                  <a:gd name="T4" fmla="*/ 170 w 7"/>
                  <a:gd name="T5" fmla="*/ 0 h 14"/>
                  <a:gd name="T6" fmla="*/ 590 w 7"/>
                  <a:gd name="T7" fmla="*/ 5157 h 14"/>
                  <a:gd name="T8" fmla="*/ 1433 w 7"/>
                  <a:gd name="T9" fmla="*/ 560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7" y="14"/>
                    </a:moveTo>
                    <a:cubicBezTo>
                      <a:pt x="4" y="13"/>
                      <a:pt x="6" y="1"/>
                      <a:pt x="5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0" y="12"/>
                      <a:pt x="3" y="13"/>
                    </a:cubicBezTo>
                    <a:lnTo>
                      <a:pt x="7" y="14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2" name="Freeform 644">
                <a:extLst>
                  <a:ext uri="{FF2B5EF4-FFF2-40B4-BE49-F238E27FC236}">
                    <a16:creationId xmlns:a16="http://schemas.microsoft.com/office/drawing/2014/main" id="{1BA8F4B8-7014-47E5-9029-5E18B8571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159"/>
                <a:ext cx="17" cy="40"/>
              </a:xfrm>
              <a:custGeom>
                <a:avLst/>
                <a:gdLst>
                  <a:gd name="T0" fmla="*/ 1433 w 7"/>
                  <a:gd name="T1" fmla="*/ 5405 h 15"/>
                  <a:gd name="T2" fmla="*/ 1003 w 7"/>
                  <a:gd name="T3" fmla="*/ 397 h 15"/>
                  <a:gd name="T4" fmla="*/ 170 w 7"/>
                  <a:gd name="T5" fmla="*/ 0 h 15"/>
                  <a:gd name="T6" fmla="*/ 590 w 7"/>
                  <a:gd name="T7" fmla="*/ 4701 h 15"/>
                  <a:gd name="T8" fmla="*/ 1433 w 7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4" y="14"/>
                      <a:pt x="6" y="1"/>
                      <a:pt x="5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0" y="12"/>
                      <a:pt x="3" y="13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3" name="Freeform 645">
                <a:extLst>
                  <a:ext uri="{FF2B5EF4-FFF2-40B4-BE49-F238E27FC236}">
                    <a16:creationId xmlns:a16="http://schemas.microsoft.com/office/drawing/2014/main" id="{9723F607-31FC-4FC7-87E9-CD4095FEA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183"/>
                <a:ext cx="43" cy="24"/>
              </a:xfrm>
              <a:custGeom>
                <a:avLst/>
                <a:gdLst>
                  <a:gd name="T0" fmla="*/ 3640 w 17"/>
                  <a:gd name="T1" fmla="*/ 0 h 9"/>
                  <a:gd name="T2" fmla="*/ 1556 w 17"/>
                  <a:gd name="T3" fmla="*/ 1059 h 9"/>
                  <a:gd name="T4" fmla="*/ 0 w 17"/>
                  <a:gd name="T5" fmla="*/ 2581 h 9"/>
                  <a:gd name="T6" fmla="*/ 825 w 17"/>
                  <a:gd name="T7" fmla="*/ 3243 h 9"/>
                  <a:gd name="T8" fmla="*/ 2380 w 17"/>
                  <a:gd name="T9" fmla="*/ 2184 h 9"/>
                  <a:gd name="T10" fmla="*/ 4467 w 17"/>
                  <a:gd name="T11" fmla="*/ 661 h 9"/>
                  <a:gd name="T12" fmla="*/ 3640 w 17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14" y="0"/>
                    </a:moveTo>
                    <a:cubicBezTo>
                      <a:pt x="13" y="0"/>
                      <a:pt x="9" y="1"/>
                      <a:pt x="6" y="3"/>
                    </a:cubicBezTo>
                    <a:cubicBezTo>
                      <a:pt x="4" y="5"/>
                      <a:pt x="0" y="7"/>
                      <a:pt x="0" y="7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7" y="7"/>
                      <a:pt x="9" y="6"/>
                    </a:cubicBezTo>
                    <a:cubicBezTo>
                      <a:pt x="13" y="3"/>
                      <a:pt x="16" y="2"/>
                      <a:pt x="17" y="2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4" name="Freeform 646">
                <a:extLst>
                  <a:ext uri="{FF2B5EF4-FFF2-40B4-BE49-F238E27FC236}">
                    <a16:creationId xmlns:a16="http://schemas.microsoft.com/office/drawing/2014/main" id="{8E6C4A92-F9DA-4BAA-9873-F672C5156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188"/>
                <a:ext cx="43" cy="27"/>
              </a:xfrm>
              <a:custGeom>
                <a:avLst/>
                <a:gdLst>
                  <a:gd name="T0" fmla="*/ 3397 w 17"/>
                  <a:gd name="T1" fmla="*/ 429 h 10"/>
                  <a:gd name="T2" fmla="*/ 1556 w 17"/>
                  <a:gd name="T3" fmla="*/ 1596 h 10"/>
                  <a:gd name="T4" fmla="*/ 0 w 17"/>
                  <a:gd name="T5" fmla="*/ 3127 h 10"/>
                  <a:gd name="T6" fmla="*/ 1017 w 17"/>
                  <a:gd name="T7" fmla="*/ 3877 h 10"/>
                  <a:gd name="T8" fmla="*/ 2380 w 17"/>
                  <a:gd name="T9" fmla="*/ 2282 h 10"/>
                  <a:gd name="T10" fmla="*/ 4467 w 17"/>
                  <a:gd name="T11" fmla="*/ 1158 h 10"/>
                  <a:gd name="T12" fmla="*/ 3397 w 17"/>
                  <a:gd name="T13" fmla="*/ 42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13" y="1"/>
                    </a:moveTo>
                    <a:cubicBezTo>
                      <a:pt x="12" y="0"/>
                      <a:pt x="9" y="2"/>
                      <a:pt x="6" y="4"/>
                    </a:cubicBezTo>
                    <a:cubicBezTo>
                      <a:pt x="4" y="5"/>
                      <a:pt x="0" y="8"/>
                      <a:pt x="0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7" y="8"/>
                      <a:pt x="9" y="6"/>
                    </a:cubicBezTo>
                    <a:cubicBezTo>
                      <a:pt x="13" y="3"/>
                      <a:pt x="16" y="3"/>
                      <a:pt x="17" y="3"/>
                    </a:cubicBez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5" name="Freeform 647">
                <a:extLst>
                  <a:ext uri="{FF2B5EF4-FFF2-40B4-BE49-F238E27FC236}">
                    <a16:creationId xmlns:a16="http://schemas.microsoft.com/office/drawing/2014/main" id="{7D1F064B-3427-4BE6-B4E0-CF0CCC5C8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167"/>
                <a:ext cx="15" cy="40"/>
              </a:xfrm>
              <a:custGeom>
                <a:avLst/>
                <a:gdLst>
                  <a:gd name="T0" fmla="*/ 1488 w 6"/>
                  <a:gd name="T1" fmla="*/ 5405 h 15"/>
                  <a:gd name="T2" fmla="*/ 1300 w 6"/>
                  <a:gd name="T3" fmla="*/ 661 h 15"/>
                  <a:gd name="T4" fmla="*/ 520 w 6"/>
                  <a:gd name="T5" fmla="*/ 0 h 15"/>
                  <a:gd name="T6" fmla="*/ 783 w 6"/>
                  <a:gd name="T7" fmla="*/ 5005 h 15"/>
                  <a:gd name="T8" fmla="*/ 1488 w 6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6" y="15"/>
                    </a:moveTo>
                    <a:cubicBezTo>
                      <a:pt x="3" y="14"/>
                      <a:pt x="6" y="2"/>
                      <a:pt x="5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0" y="12"/>
                      <a:pt x="3" y="14"/>
                    </a:cubicBezTo>
                    <a:lnTo>
                      <a:pt x="6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6" name="Freeform 648">
                <a:extLst>
                  <a:ext uri="{FF2B5EF4-FFF2-40B4-BE49-F238E27FC236}">
                    <a16:creationId xmlns:a16="http://schemas.microsoft.com/office/drawing/2014/main" id="{5EB1AA54-CED3-415B-90EE-8DD0EB1F9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175"/>
                <a:ext cx="17" cy="40"/>
              </a:xfrm>
              <a:custGeom>
                <a:avLst/>
                <a:gdLst>
                  <a:gd name="T0" fmla="*/ 1433 w 7"/>
                  <a:gd name="T1" fmla="*/ 5405 h 15"/>
                  <a:gd name="T2" fmla="*/ 1243 w 7"/>
                  <a:gd name="T3" fmla="*/ 397 h 15"/>
                  <a:gd name="T4" fmla="*/ 413 w 7"/>
                  <a:gd name="T5" fmla="*/ 0 h 15"/>
                  <a:gd name="T6" fmla="*/ 590 w 7"/>
                  <a:gd name="T7" fmla="*/ 4701 h 15"/>
                  <a:gd name="T8" fmla="*/ 1433 w 7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4" y="13"/>
                      <a:pt x="7" y="1"/>
                      <a:pt x="6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0" y="12"/>
                      <a:pt x="3" y="13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7" name="Freeform 649">
                <a:extLst>
                  <a:ext uri="{FF2B5EF4-FFF2-40B4-BE49-F238E27FC236}">
                    <a16:creationId xmlns:a16="http://schemas.microsoft.com/office/drawing/2014/main" id="{06B97AE8-C18F-4942-919E-3100EF87E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204"/>
                <a:ext cx="42" cy="21"/>
              </a:xfrm>
              <a:custGeom>
                <a:avLst/>
                <a:gdLst>
                  <a:gd name="T0" fmla="*/ 3395 w 17"/>
                  <a:gd name="T1" fmla="*/ 0 h 8"/>
                  <a:gd name="T2" fmla="*/ 1569 w 17"/>
                  <a:gd name="T3" fmla="*/ 614 h 8"/>
                  <a:gd name="T4" fmla="*/ 0 w 17"/>
                  <a:gd name="T5" fmla="*/ 1612 h 8"/>
                  <a:gd name="T6" fmla="*/ 635 w 17"/>
                  <a:gd name="T7" fmla="*/ 2226 h 8"/>
                  <a:gd name="T8" fmla="*/ 2009 w 17"/>
                  <a:gd name="T9" fmla="*/ 1612 h 8"/>
                  <a:gd name="T10" fmla="*/ 3876 w 17"/>
                  <a:gd name="T11" fmla="*/ 614 h 8"/>
                  <a:gd name="T12" fmla="*/ 3395 w 17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15" y="0"/>
                    </a:moveTo>
                    <a:cubicBezTo>
                      <a:pt x="14" y="0"/>
                      <a:pt x="9" y="0"/>
                      <a:pt x="7" y="2"/>
                    </a:cubicBezTo>
                    <a:cubicBezTo>
                      <a:pt x="4" y="3"/>
                      <a:pt x="0" y="5"/>
                      <a:pt x="0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6" y="6"/>
                      <a:pt x="9" y="5"/>
                    </a:cubicBezTo>
                    <a:cubicBezTo>
                      <a:pt x="13" y="3"/>
                      <a:pt x="17" y="2"/>
                      <a:pt x="17" y="2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8" name="Freeform 650">
                <a:extLst>
                  <a:ext uri="{FF2B5EF4-FFF2-40B4-BE49-F238E27FC236}">
                    <a16:creationId xmlns:a16="http://schemas.microsoft.com/office/drawing/2014/main" id="{62750077-5E6B-458C-91C4-F2CE1E667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212"/>
                <a:ext cx="45" cy="21"/>
              </a:xfrm>
              <a:custGeom>
                <a:avLst/>
                <a:gdLst>
                  <a:gd name="T0" fmla="*/ 3720 w 18"/>
                  <a:gd name="T1" fmla="*/ 378 h 8"/>
                  <a:gd name="T2" fmla="*/ 1770 w 18"/>
                  <a:gd name="T3" fmla="*/ 614 h 8"/>
                  <a:gd name="T4" fmla="*/ 0 w 18"/>
                  <a:gd name="T5" fmla="*/ 1612 h 8"/>
                  <a:gd name="T6" fmla="*/ 783 w 18"/>
                  <a:gd name="T7" fmla="*/ 2226 h 8"/>
                  <a:gd name="T8" fmla="*/ 2470 w 18"/>
                  <a:gd name="T9" fmla="*/ 1612 h 8"/>
                  <a:gd name="T10" fmla="*/ 4425 w 18"/>
                  <a:gd name="T11" fmla="*/ 1378 h 8"/>
                  <a:gd name="T12" fmla="*/ 3720 w 18"/>
                  <a:gd name="T13" fmla="*/ 37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15" y="1"/>
                    </a:moveTo>
                    <a:cubicBezTo>
                      <a:pt x="13" y="0"/>
                      <a:pt x="10" y="1"/>
                      <a:pt x="7" y="2"/>
                    </a:cubicBezTo>
                    <a:cubicBezTo>
                      <a:pt x="5" y="3"/>
                      <a:pt x="0" y="5"/>
                      <a:pt x="0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7" y="6"/>
                      <a:pt x="10" y="5"/>
                    </a:cubicBezTo>
                    <a:cubicBezTo>
                      <a:pt x="14" y="3"/>
                      <a:pt x="17" y="3"/>
                      <a:pt x="18" y="4"/>
                    </a:cubicBez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9" name="Freeform 651">
                <a:extLst>
                  <a:ext uri="{FF2B5EF4-FFF2-40B4-BE49-F238E27FC236}">
                    <a16:creationId xmlns:a16="http://schemas.microsoft.com/office/drawing/2014/main" id="{4BAC065C-8474-480C-959A-11976A8F5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183"/>
                <a:ext cx="20" cy="40"/>
              </a:xfrm>
              <a:custGeom>
                <a:avLst/>
                <a:gdLst>
                  <a:gd name="T0" fmla="*/ 1488 w 8"/>
                  <a:gd name="T1" fmla="*/ 5405 h 15"/>
                  <a:gd name="T2" fmla="*/ 1770 w 8"/>
                  <a:gd name="T3" fmla="*/ 661 h 15"/>
                  <a:gd name="T4" fmla="*/ 783 w 8"/>
                  <a:gd name="T5" fmla="*/ 0 h 15"/>
                  <a:gd name="T6" fmla="*/ 783 w 8"/>
                  <a:gd name="T7" fmla="*/ 5005 h 15"/>
                  <a:gd name="T8" fmla="*/ 1488 w 8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6" y="15"/>
                    </a:moveTo>
                    <a:cubicBezTo>
                      <a:pt x="4" y="14"/>
                      <a:pt x="8" y="2"/>
                      <a:pt x="7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0" y="12"/>
                      <a:pt x="3" y="14"/>
                    </a:cubicBezTo>
                    <a:lnTo>
                      <a:pt x="6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0" name="Freeform 652">
                <a:extLst>
                  <a:ext uri="{FF2B5EF4-FFF2-40B4-BE49-F238E27FC236}">
                    <a16:creationId xmlns:a16="http://schemas.microsoft.com/office/drawing/2014/main" id="{87A070D3-EA76-4ED5-9CF2-10FFBC953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191"/>
                <a:ext cx="18" cy="40"/>
              </a:xfrm>
              <a:custGeom>
                <a:avLst/>
                <a:gdLst>
                  <a:gd name="T0" fmla="*/ 1700 w 7"/>
                  <a:gd name="T1" fmla="*/ 5405 h 15"/>
                  <a:gd name="T2" fmla="*/ 2003 w 7"/>
                  <a:gd name="T3" fmla="*/ 661 h 15"/>
                  <a:gd name="T4" fmla="*/ 918 w 7"/>
                  <a:gd name="T5" fmla="*/ 0 h 15"/>
                  <a:gd name="T6" fmla="*/ 918 w 7"/>
                  <a:gd name="T7" fmla="*/ 5005 h 15"/>
                  <a:gd name="T8" fmla="*/ 1700 w 7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6" y="15"/>
                    </a:moveTo>
                    <a:cubicBezTo>
                      <a:pt x="3" y="14"/>
                      <a:pt x="7" y="2"/>
                      <a:pt x="7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0" y="12"/>
                      <a:pt x="3" y="14"/>
                    </a:cubicBezTo>
                    <a:lnTo>
                      <a:pt x="6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1" name="Freeform 653">
                <a:extLst>
                  <a:ext uri="{FF2B5EF4-FFF2-40B4-BE49-F238E27FC236}">
                    <a16:creationId xmlns:a16="http://schemas.microsoft.com/office/drawing/2014/main" id="{EF1A79E6-FDEF-45C9-8861-0B4D1879D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228"/>
                <a:ext cx="45" cy="19"/>
              </a:xfrm>
              <a:custGeom>
                <a:avLst/>
                <a:gdLst>
                  <a:gd name="T0" fmla="*/ 3908 w 18"/>
                  <a:gd name="T1" fmla="*/ 442 h 7"/>
                  <a:gd name="T2" fmla="*/ 1958 w 18"/>
                  <a:gd name="T3" fmla="*/ 760 h 7"/>
                  <a:gd name="T4" fmla="*/ 0 w 18"/>
                  <a:gd name="T5" fmla="*/ 1200 h 7"/>
                  <a:gd name="T6" fmla="*/ 783 w 18"/>
                  <a:gd name="T7" fmla="*/ 2342 h 7"/>
                  <a:gd name="T8" fmla="*/ 2470 w 18"/>
                  <a:gd name="T9" fmla="*/ 2063 h 7"/>
                  <a:gd name="T10" fmla="*/ 4425 w 18"/>
                  <a:gd name="T11" fmla="*/ 1620 h 7"/>
                  <a:gd name="T12" fmla="*/ 3908 w 18"/>
                  <a:gd name="T13" fmla="*/ 44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16" y="1"/>
                    </a:moveTo>
                    <a:cubicBezTo>
                      <a:pt x="15" y="0"/>
                      <a:pt x="11" y="1"/>
                      <a:pt x="8" y="2"/>
                    </a:cubicBezTo>
                    <a:cubicBezTo>
                      <a:pt x="5" y="2"/>
                      <a:pt x="0" y="4"/>
                      <a:pt x="0" y="3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7" y="6"/>
                      <a:pt x="10" y="5"/>
                    </a:cubicBezTo>
                    <a:cubicBezTo>
                      <a:pt x="14" y="4"/>
                      <a:pt x="17" y="3"/>
                      <a:pt x="18" y="4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2" name="Freeform 654">
                <a:extLst>
                  <a:ext uri="{FF2B5EF4-FFF2-40B4-BE49-F238E27FC236}">
                    <a16:creationId xmlns:a16="http://schemas.microsoft.com/office/drawing/2014/main" id="{BE446B9B-027C-4AF0-B1E0-B037B4574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239"/>
                <a:ext cx="47" cy="18"/>
              </a:xfrm>
              <a:custGeom>
                <a:avLst/>
                <a:gdLst>
                  <a:gd name="T0" fmla="*/ 3708 w 19"/>
                  <a:gd name="T1" fmla="*/ 357 h 7"/>
                  <a:gd name="T2" fmla="*/ 1831 w 19"/>
                  <a:gd name="T3" fmla="*/ 563 h 7"/>
                  <a:gd name="T4" fmla="*/ 0 w 19"/>
                  <a:gd name="T5" fmla="*/ 1137 h 7"/>
                  <a:gd name="T6" fmla="*/ 636 w 19"/>
                  <a:gd name="T7" fmla="*/ 1700 h 7"/>
                  <a:gd name="T8" fmla="*/ 2313 w 19"/>
                  <a:gd name="T9" fmla="*/ 1448 h 7"/>
                  <a:gd name="T10" fmla="*/ 4344 w 19"/>
                  <a:gd name="T11" fmla="*/ 1137 h 7"/>
                  <a:gd name="T12" fmla="*/ 3708 w 19"/>
                  <a:gd name="T13" fmla="*/ 35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">
                    <a:moveTo>
                      <a:pt x="16" y="1"/>
                    </a:moveTo>
                    <a:cubicBezTo>
                      <a:pt x="15" y="0"/>
                      <a:pt x="11" y="1"/>
                      <a:pt x="8" y="2"/>
                    </a:cubicBezTo>
                    <a:cubicBezTo>
                      <a:pt x="5" y="2"/>
                      <a:pt x="1" y="4"/>
                      <a:pt x="0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7" y="6"/>
                      <a:pt x="10" y="5"/>
                    </a:cubicBezTo>
                    <a:cubicBezTo>
                      <a:pt x="14" y="4"/>
                      <a:pt x="18" y="4"/>
                      <a:pt x="19" y="4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3" name="Freeform 655">
                <a:extLst>
                  <a:ext uri="{FF2B5EF4-FFF2-40B4-BE49-F238E27FC236}">
                    <a16:creationId xmlns:a16="http://schemas.microsoft.com/office/drawing/2014/main" id="{B71CF641-FD27-40BC-A13E-B930ECD90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204"/>
                <a:ext cx="23" cy="43"/>
              </a:xfrm>
              <a:custGeom>
                <a:avLst/>
                <a:gdLst>
                  <a:gd name="T0" fmla="*/ 1620 w 9"/>
                  <a:gd name="T1" fmla="*/ 6060 h 16"/>
                  <a:gd name="T2" fmla="*/ 2167 w 9"/>
                  <a:gd name="T3" fmla="*/ 680 h 16"/>
                  <a:gd name="T4" fmla="*/ 1403 w 9"/>
                  <a:gd name="T5" fmla="*/ 0 h 16"/>
                  <a:gd name="T6" fmla="*/ 848 w 9"/>
                  <a:gd name="T7" fmla="*/ 4913 h 16"/>
                  <a:gd name="T8" fmla="*/ 1620 w 9"/>
                  <a:gd name="T9" fmla="*/ 60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6" y="16"/>
                    </a:moveTo>
                    <a:cubicBezTo>
                      <a:pt x="3" y="14"/>
                      <a:pt x="9" y="3"/>
                      <a:pt x="8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0" y="11"/>
                      <a:pt x="3" y="13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4" name="Freeform 656">
                <a:extLst>
                  <a:ext uri="{FF2B5EF4-FFF2-40B4-BE49-F238E27FC236}">
                    <a16:creationId xmlns:a16="http://schemas.microsoft.com/office/drawing/2014/main" id="{7C43470F-B0D4-4EE0-99BC-C029D2B0B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215"/>
                <a:ext cx="22" cy="42"/>
              </a:xfrm>
              <a:custGeom>
                <a:avLst/>
                <a:gdLst>
                  <a:gd name="T0" fmla="*/ 1315 w 9"/>
                  <a:gd name="T1" fmla="*/ 5229 h 16"/>
                  <a:gd name="T2" fmla="*/ 1750 w 9"/>
                  <a:gd name="T3" fmla="*/ 614 h 16"/>
                  <a:gd name="T4" fmla="*/ 1039 w 9"/>
                  <a:gd name="T5" fmla="*/ 0 h 16"/>
                  <a:gd name="T6" fmla="*/ 616 w 9"/>
                  <a:gd name="T7" fmla="*/ 4232 h 16"/>
                  <a:gd name="T8" fmla="*/ 1315 w 9"/>
                  <a:gd name="T9" fmla="*/ 522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6" y="16"/>
                    </a:moveTo>
                    <a:cubicBezTo>
                      <a:pt x="3" y="14"/>
                      <a:pt x="9" y="3"/>
                      <a:pt x="8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0" y="11"/>
                      <a:pt x="3" y="13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5" name="Freeform 657">
                <a:extLst>
                  <a:ext uri="{FF2B5EF4-FFF2-40B4-BE49-F238E27FC236}">
                    <a16:creationId xmlns:a16="http://schemas.microsoft.com/office/drawing/2014/main" id="{0D6DB914-672D-4A07-BE46-193D7C73B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260"/>
                <a:ext cx="45" cy="13"/>
              </a:xfrm>
              <a:custGeom>
                <a:avLst/>
                <a:gdLst>
                  <a:gd name="T0" fmla="*/ 3720 w 18"/>
                  <a:gd name="T1" fmla="*/ 372 h 5"/>
                  <a:gd name="T2" fmla="*/ 1770 w 18"/>
                  <a:gd name="T3" fmla="*/ 0 h 5"/>
                  <a:gd name="T4" fmla="*/ 0 w 18"/>
                  <a:gd name="T5" fmla="*/ 372 h 5"/>
                  <a:gd name="T6" fmla="*/ 520 w 18"/>
                  <a:gd name="T7" fmla="*/ 1196 h 5"/>
                  <a:gd name="T8" fmla="*/ 1958 w 18"/>
                  <a:gd name="T9" fmla="*/ 1196 h 5"/>
                  <a:gd name="T10" fmla="*/ 4425 w 18"/>
                  <a:gd name="T11" fmla="*/ 1547 h 5"/>
                  <a:gd name="T12" fmla="*/ 3720 w 18"/>
                  <a:gd name="T13" fmla="*/ 37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15" y="1"/>
                    </a:moveTo>
                    <a:cubicBezTo>
                      <a:pt x="14" y="0"/>
                      <a:pt x="10" y="0"/>
                      <a:pt x="7" y="0"/>
                    </a:cubicBezTo>
                    <a:cubicBezTo>
                      <a:pt x="4" y="0"/>
                      <a:pt x="0" y="1"/>
                      <a:pt x="0" y="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6" y="4"/>
                      <a:pt x="8" y="4"/>
                    </a:cubicBezTo>
                    <a:cubicBezTo>
                      <a:pt x="13" y="3"/>
                      <a:pt x="17" y="4"/>
                      <a:pt x="18" y="5"/>
                    </a:cubicBez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6" name="Freeform 658">
                <a:extLst>
                  <a:ext uri="{FF2B5EF4-FFF2-40B4-BE49-F238E27FC236}">
                    <a16:creationId xmlns:a16="http://schemas.microsoft.com/office/drawing/2014/main" id="{7ED47691-1346-4753-A451-B03297965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231"/>
                <a:ext cx="25" cy="40"/>
              </a:xfrm>
              <a:custGeom>
                <a:avLst/>
                <a:gdLst>
                  <a:gd name="T0" fmla="*/ 988 w 10"/>
                  <a:gd name="T1" fmla="*/ 5405 h 15"/>
                  <a:gd name="T2" fmla="*/ 2270 w 10"/>
                  <a:gd name="T3" fmla="*/ 1059 h 15"/>
                  <a:gd name="T4" fmla="*/ 1770 w 10"/>
                  <a:gd name="T5" fmla="*/ 0 h 15"/>
                  <a:gd name="T6" fmla="*/ 520 w 10"/>
                  <a:gd name="T7" fmla="*/ 4701 h 15"/>
                  <a:gd name="T8" fmla="*/ 988 w 10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4" y="15"/>
                    </a:moveTo>
                    <a:cubicBezTo>
                      <a:pt x="2" y="13"/>
                      <a:pt x="10" y="4"/>
                      <a:pt x="9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0" y="10"/>
                      <a:pt x="2" y="13"/>
                    </a:cubicBez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7" name="Freeform 659">
                <a:extLst>
                  <a:ext uri="{FF2B5EF4-FFF2-40B4-BE49-F238E27FC236}">
                    <a16:creationId xmlns:a16="http://schemas.microsoft.com/office/drawing/2014/main" id="{BE74CC3D-A0A0-4841-A3B7-603E4329E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180"/>
                <a:ext cx="2" cy="29"/>
              </a:xfrm>
              <a:custGeom>
                <a:avLst/>
                <a:gdLst>
                  <a:gd name="T0" fmla="*/ 64 w 1"/>
                  <a:gd name="T1" fmla="*/ 3662 h 11"/>
                  <a:gd name="T2" fmla="*/ 64 w 1"/>
                  <a:gd name="T3" fmla="*/ 1007 h 11"/>
                  <a:gd name="T4" fmla="*/ 64 w 1"/>
                  <a:gd name="T5" fmla="*/ 0 h 11"/>
                  <a:gd name="T6" fmla="*/ 64 w 1"/>
                  <a:gd name="T7" fmla="*/ 0 h 11"/>
                  <a:gd name="T8" fmla="*/ 0 w 1"/>
                  <a:gd name="T9" fmla="*/ 1648 h 11"/>
                  <a:gd name="T10" fmla="*/ 64 w 1"/>
                  <a:gd name="T11" fmla="*/ 366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1">
                    <a:moveTo>
                      <a:pt x="1" y="11"/>
                    </a:moveTo>
                    <a:cubicBezTo>
                      <a:pt x="1" y="9"/>
                      <a:pt x="1" y="6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3"/>
                      <a:pt x="0" y="5"/>
                    </a:cubicBezTo>
                    <a:cubicBezTo>
                      <a:pt x="0" y="7"/>
                      <a:pt x="1" y="9"/>
                      <a:pt x="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8" name="Freeform 660">
                <a:extLst>
                  <a:ext uri="{FF2B5EF4-FFF2-40B4-BE49-F238E27FC236}">
                    <a16:creationId xmlns:a16="http://schemas.microsoft.com/office/drawing/2014/main" id="{34C180C6-8ADE-4C07-B6B1-A98179F7D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191"/>
                <a:ext cx="5" cy="26"/>
              </a:xfrm>
              <a:custGeom>
                <a:avLst/>
                <a:gdLst>
                  <a:gd name="T0" fmla="*/ 313 w 2"/>
                  <a:gd name="T1" fmla="*/ 3110 h 10"/>
                  <a:gd name="T2" fmla="*/ 520 w 2"/>
                  <a:gd name="T3" fmla="*/ 967 h 10"/>
                  <a:gd name="T4" fmla="*/ 520 w 2"/>
                  <a:gd name="T5" fmla="*/ 0 h 10"/>
                  <a:gd name="T6" fmla="*/ 520 w 2"/>
                  <a:gd name="T7" fmla="*/ 0 h 10"/>
                  <a:gd name="T8" fmla="*/ 0 w 2"/>
                  <a:gd name="T9" fmla="*/ 1547 h 10"/>
                  <a:gd name="T10" fmla="*/ 313 w 2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1" y="10"/>
                    </a:moveTo>
                    <a:cubicBezTo>
                      <a:pt x="0" y="8"/>
                      <a:pt x="1" y="5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3"/>
                      <a:pt x="0" y="5"/>
                    </a:cubicBezTo>
                    <a:cubicBezTo>
                      <a:pt x="0" y="7"/>
                      <a:pt x="0" y="8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9" name="Freeform 661">
                <a:extLst>
                  <a:ext uri="{FF2B5EF4-FFF2-40B4-BE49-F238E27FC236}">
                    <a16:creationId xmlns:a16="http://schemas.microsoft.com/office/drawing/2014/main" id="{1CEA41A3-EC64-4B2E-B857-8196D79A8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199"/>
                <a:ext cx="7" cy="26"/>
              </a:xfrm>
              <a:custGeom>
                <a:avLst/>
                <a:gdLst>
                  <a:gd name="T0" fmla="*/ 152 w 3"/>
                  <a:gd name="T1" fmla="*/ 3110 h 10"/>
                  <a:gd name="T2" fmla="*/ 355 w 3"/>
                  <a:gd name="T3" fmla="*/ 967 h 10"/>
                  <a:gd name="T4" fmla="*/ 469 w 3"/>
                  <a:gd name="T5" fmla="*/ 0 h 10"/>
                  <a:gd name="T6" fmla="*/ 355 w 3"/>
                  <a:gd name="T7" fmla="*/ 0 h 10"/>
                  <a:gd name="T8" fmla="*/ 152 w 3"/>
                  <a:gd name="T9" fmla="*/ 1547 h 10"/>
                  <a:gd name="T10" fmla="*/ 152 w 3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1" y="10"/>
                    </a:moveTo>
                    <a:cubicBezTo>
                      <a:pt x="1" y="8"/>
                      <a:pt x="1" y="5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3"/>
                      <a:pt x="1" y="5"/>
                    </a:cubicBezTo>
                    <a:cubicBezTo>
                      <a:pt x="0" y="7"/>
                      <a:pt x="1" y="8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0" name="Freeform 662">
                <a:extLst>
                  <a:ext uri="{FF2B5EF4-FFF2-40B4-BE49-F238E27FC236}">
                    <a16:creationId xmlns:a16="http://schemas.microsoft.com/office/drawing/2014/main" id="{71D90BCC-611B-49DC-B7D7-DF8E1AA4A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212"/>
                <a:ext cx="10" cy="27"/>
              </a:xfrm>
              <a:custGeom>
                <a:avLst/>
                <a:gdLst>
                  <a:gd name="T0" fmla="*/ 0 w 4"/>
                  <a:gd name="T1" fmla="*/ 3877 h 10"/>
                  <a:gd name="T2" fmla="*/ 520 w 4"/>
                  <a:gd name="T3" fmla="*/ 1158 h 10"/>
                  <a:gd name="T4" fmla="*/ 988 w 4"/>
                  <a:gd name="T5" fmla="*/ 0 h 10"/>
                  <a:gd name="T6" fmla="*/ 988 w 4"/>
                  <a:gd name="T7" fmla="*/ 0 h 10"/>
                  <a:gd name="T8" fmla="*/ 313 w 4"/>
                  <a:gd name="T9" fmla="*/ 2028 h 10"/>
                  <a:gd name="T10" fmla="*/ 0 w 4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0" y="10"/>
                    </a:moveTo>
                    <a:cubicBezTo>
                      <a:pt x="0" y="9"/>
                      <a:pt x="1" y="6"/>
                      <a:pt x="2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2" y="3"/>
                      <a:pt x="1" y="5"/>
                    </a:cubicBezTo>
                    <a:cubicBezTo>
                      <a:pt x="0" y="7"/>
                      <a:pt x="0" y="9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1" name="Freeform 663">
                <a:extLst>
                  <a:ext uri="{FF2B5EF4-FFF2-40B4-BE49-F238E27FC236}">
                    <a16:creationId xmlns:a16="http://schemas.microsoft.com/office/drawing/2014/main" id="{75E0F382-196F-4DEE-9D7F-630C00EB8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223"/>
                <a:ext cx="7" cy="26"/>
              </a:xfrm>
              <a:custGeom>
                <a:avLst/>
                <a:gdLst>
                  <a:gd name="T0" fmla="*/ 0 w 3"/>
                  <a:gd name="T1" fmla="*/ 3110 h 10"/>
                  <a:gd name="T2" fmla="*/ 355 w 3"/>
                  <a:gd name="T3" fmla="*/ 967 h 10"/>
                  <a:gd name="T4" fmla="*/ 469 w 3"/>
                  <a:gd name="T5" fmla="*/ 0 h 10"/>
                  <a:gd name="T6" fmla="*/ 469 w 3"/>
                  <a:gd name="T7" fmla="*/ 0 h 10"/>
                  <a:gd name="T8" fmla="*/ 152 w 3"/>
                  <a:gd name="T9" fmla="*/ 1547 h 10"/>
                  <a:gd name="T10" fmla="*/ 0 w 3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0" y="10"/>
                    </a:moveTo>
                    <a:cubicBezTo>
                      <a:pt x="0" y="8"/>
                      <a:pt x="1" y="6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3"/>
                      <a:pt x="1" y="5"/>
                    </a:cubicBezTo>
                    <a:cubicBezTo>
                      <a:pt x="0" y="7"/>
                      <a:pt x="0" y="8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2" name="Freeform 664">
                <a:extLst>
                  <a:ext uri="{FF2B5EF4-FFF2-40B4-BE49-F238E27FC236}">
                    <a16:creationId xmlns:a16="http://schemas.microsoft.com/office/drawing/2014/main" id="{935B4DA3-E96A-4093-8A5D-8F86A8AEA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239"/>
                <a:ext cx="10" cy="26"/>
              </a:xfrm>
              <a:custGeom>
                <a:avLst/>
                <a:gdLst>
                  <a:gd name="T0" fmla="*/ 0 w 4"/>
                  <a:gd name="T1" fmla="*/ 3110 h 10"/>
                  <a:gd name="T2" fmla="*/ 783 w 4"/>
                  <a:gd name="T3" fmla="*/ 967 h 10"/>
                  <a:gd name="T4" fmla="*/ 988 w 4"/>
                  <a:gd name="T5" fmla="*/ 0 h 10"/>
                  <a:gd name="T6" fmla="*/ 988 w 4"/>
                  <a:gd name="T7" fmla="*/ 0 h 10"/>
                  <a:gd name="T8" fmla="*/ 313 w 4"/>
                  <a:gd name="T9" fmla="*/ 1547 h 10"/>
                  <a:gd name="T10" fmla="*/ 0 w 4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0" y="10"/>
                    </a:moveTo>
                    <a:cubicBezTo>
                      <a:pt x="0" y="8"/>
                      <a:pt x="1" y="6"/>
                      <a:pt x="3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2" y="3"/>
                      <a:pt x="1" y="5"/>
                    </a:cubicBezTo>
                    <a:cubicBezTo>
                      <a:pt x="0" y="7"/>
                      <a:pt x="0" y="8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3" name="Freeform 665">
                <a:extLst>
                  <a:ext uri="{FF2B5EF4-FFF2-40B4-BE49-F238E27FC236}">
                    <a16:creationId xmlns:a16="http://schemas.microsoft.com/office/drawing/2014/main" id="{F57EE1CD-3824-4209-A0A3-FFB001409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175"/>
                <a:ext cx="5" cy="26"/>
              </a:xfrm>
              <a:custGeom>
                <a:avLst/>
                <a:gdLst>
                  <a:gd name="T0" fmla="*/ 313 w 2"/>
                  <a:gd name="T1" fmla="*/ 3110 h 10"/>
                  <a:gd name="T2" fmla="*/ 313 w 2"/>
                  <a:gd name="T3" fmla="*/ 967 h 10"/>
                  <a:gd name="T4" fmla="*/ 520 w 2"/>
                  <a:gd name="T5" fmla="*/ 0 h 10"/>
                  <a:gd name="T6" fmla="*/ 313 w 2"/>
                  <a:gd name="T7" fmla="*/ 0 h 10"/>
                  <a:gd name="T8" fmla="*/ 313 w 2"/>
                  <a:gd name="T9" fmla="*/ 1547 h 10"/>
                  <a:gd name="T10" fmla="*/ 313 w 2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1" y="10"/>
                    </a:moveTo>
                    <a:cubicBezTo>
                      <a:pt x="1" y="8"/>
                      <a:pt x="1" y="5"/>
                      <a:pt x="1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3"/>
                      <a:pt x="1" y="5"/>
                    </a:cubicBezTo>
                    <a:cubicBezTo>
                      <a:pt x="0" y="7"/>
                      <a:pt x="1" y="8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4" name="Freeform 666">
                <a:extLst>
                  <a:ext uri="{FF2B5EF4-FFF2-40B4-BE49-F238E27FC236}">
                    <a16:creationId xmlns:a16="http://schemas.microsoft.com/office/drawing/2014/main" id="{D3406D4B-94C4-473B-8295-E9772A53A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164"/>
                <a:ext cx="2" cy="29"/>
              </a:xfrm>
              <a:custGeom>
                <a:avLst/>
                <a:gdLst>
                  <a:gd name="T0" fmla="*/ 64 w 1"/>
                  <a:gd name="T1" fmla="*/ 3662 h 11"/>
                  <a:gd name="T2" fmla="*/ 64 w 1"/>
                  <a:gd name="T3" fmla="*/ 1007 h 11"/>
                  <a:gd name="T4" fmla="*/ 64 w 1"/>
                  <a:gd name="T5" fmla="*/ 0 h 11"/>
                  <a:gd name="T6" fmla="*/ 64 w 1"/>
                  <a:gd name="T7" fmla="*/ 0 h 11"/>
                  <a:gd name="T8" fmla="*/ 0 w 1"/>
                  <a:gd name="T9" fmla="*/ 1648 h 11"/>
                  <a:gd name="T10" fmla="*/ 64 w 1"/>
                  <a:gd name="T11" fmla="*/ 366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1">
                    <a:moveTo>
                      <a:pt x="1" y="11"/>
                    </a:moveTo>
                    <a:cubicBezTo>
                      <a:pt x="0" y="9"/>
                      <a:pt x="1" y="6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3"/>
                      <a:pt x="0" y="5"/>
                    </a:cubicBezTo>
                    <a:cubicBezTo>
                      <a:pt x="0" y="8"/>
                      <a:pt x="0" y="9"/>
                      <a:pt x="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5" name="Freeform 667">
                <a:extLst>
                  <a:ext uri="{FF2B5EF4-FFF2-40B4-BE49-F238E27FC236}">
                    <a16:creationId xmlns:a16="http://schemas.microsoft.com/office/drawing/2014/main" id="{CA9202DB-C44C-4176-BA3D-8B57FEB0D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161"/>
                <a:ext cx="2" cy="27"/>
              </a:xfrm>
              <a:custGeom>
                <a:avLst/>
                <a:gdLst>
                  <a:gd name="T0" fmla="*/ 64 w 1"/>
                  <a:gd name="T1" fmla="*/ 3877 h 10"/>
                  <a:gd name="T2" fmla="*/ 64 w 1"/>
                  <a:gd name="T3" fmla="*/ 1158 h 10"/>
                  <a:gd name="T4" fmla="*/ 64 w 1"/>
                  <a:gd name="T5" fmla="*/ 0 h 10"/>
                  <a:gd name="T6" fmla="*/ 64 w 1"/>
                  <a:gd name="T7" fmla="*/ 0 h 10"/>
                  <a:gd name="T8" fmla="*/ 0 w 1"/>
                  <a:gd name="T9" fmla="*/ 2028 h 10"/>
                  <a:gd name="T10" fmla="*/ 64 w 1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0">
                    <a:moveTo>
                      <a:pt x="1" y="10"/>
                    </a:moveTo>
                    <a:cubicBezTo>
                      <a:pt x="0" y="8"/>
                      <a:pt x="1" y="5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3"/>
                      <a:pt x="0" y="5"/>
                    </a:cubicBezTo>
                    <a:cubicBezTo>
                      <a:pt x="0" y="7"/>
                      <a:pt x="0" y="8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6" name="Freeform 668">
                <a:extLst>
                  <a:ext uri="{FF2B5EF4-FFF2-40B4-BE49-F238E27FC236}">
                    <a16:creationId xmlns:a16="http://schemas.microsoft.com/office/drawing/2014/main" id="{A703DCD8-F424-4E52-9BC9-06ADF4E15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273"/>
                <a:ext cx="45" cy="14"/>
              </a:xfrm>
              <a:custGeom>
                <a:avLst/>
                <a:gdLst>
                  <a:gd name="T0" fmla="*/ 3908 w 18"/>
                  <a:gd name="T1" fmla="*/ 487 h 5"/>
                  <a:gd name="T2" fmla="*/ 1958 w 18"/>
                  <a:gd name="T3" fmla="*/ 0 h 5"/>
                  <a:gd name="T4" fmla="*/ 0 w 18"/>
                  <a:gd name="T5" fmla="*/ 487 h 5"/>
                  <a:gd name="T6" fmla="*/ 783 w 18"/>
                  <a:gd name="T7" fmla="*/ 1912 h 5"/>
                  <a:gd name="T8" fmla="*/ 2270 w 18"/>
                  <a:gd name="T9" fmla="*/ 1912 h 5"/>
                  <a:gd name="T10" fmla="*/ 4425 w 18"/>
                  <a:gd name="T11" fmla="*/ 1912 h 5"/>
                  <a:gd name="T12" fmla="*/ 3908 w 18"/>
                  <a:gd name="T13" fmla="*/ 487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16" y="1"/>
                    </a:moveTo>
                    <a:cubicBezTo>
                      <a:pt x="15" y="0"/>
                      <a:pt x="11" y="0"/>
                      <a:pt x="8" y="0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6" y="4"/>
                      <a:pt x="9" y="4"/>
                    </a:cubicBezTo>
                    <a:cubicBezTo>
                      <a:pt x="14" y="3"/>
                      <a:pt x="17" y="3"/>
                      <a:pt x="18" y="4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7" name="Freeform 669">
                <a:extLst>
                  <a:ext uri="{FF2B5EF4-FFF2-40B4-BE49-F238E27FC236}">
                    <a16:creationId xmlns:a16="http://schemas.microsoft.com/office/drawing/2014/main" id="{CE72DE0E-FB19-4226-8A7F-EE1BD67AF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287"/>
                <a:ext cx="43" cy="13"/>
              </a:xfrm>
              <a:custGeom>
                <a:avLst/>
                <a:gdLst>
                  <a:gd name="T0" fmla="*/ 3640 w 17"/>
                  <a:gd name="T1" fmla="*/ 372 h 5"/>
                  <a:gd name="T2" fmla="*/ 1874 w 17"/>
                  <a:gd name="T3" fmla="*/ 0 h 5"/>
                  <a:gd name="T4" fmla="*/ 0 w 17"/>
                  <a:gd name="T5" fmla="*/ 372 h 5"/>
                  <a:gd name="T6" fmla="*/ 531 w 17"/>
                  <a:gd name="T7" fmla="*/ 1196 h 5"/>
                  <a:gd name="T8" fmla="*/ 2380 w 17"/>
                  <a:gd name="T9" fmla="*/ 967 h 5"/>
                  <a:gd name="T10" fmla="*/ 4467 w 17"/>
                  <a:gd name="T11" fmla="*/ 1547 h 5"/>
                  <a:gd name="T12" fmla="*/ 3640 w 17"/>
                  <a:gd name="T13" fmla="*/ 37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">
                    <a:moveTo>
                      <a:pt x="14" y="1"/>
                    </a:moveTo>
                    <a:cubicBezTo>
                      <a:pt x="13" y="0"/>
                      <a:pt x="10" y="0"/>
                      <a:pt x="7" y="0"/>
                    </a:cubicBezTo>
                    <a:cubicBezTo>
                      <a:pt x="4" y="0"/>
                      <a:pt x="0" y="1"/>
                      <a:pt x="0" y="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6" y="4"/>
                      <a:pt x="9" y="3"/>
                    </a:cubicBezTo>
                    <a:cubicBezTo>
                      <a:pt x="13" y="3"/>
                      <a:pt x="16" y="4"/>
                      <a:pt x="17" y="5"/>
                    </a:cubicBez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8" name="Freeform 670">
                <a:extLst>
                  <a:ext uri="{FF2B5EF4-FFF2-40B4-BE49-F238E27FC236}">
                    <a16:creationId xmlns:a16="http://schemas.microsoft.com/office/drawing/2014/main" id="{04C5C0AB-6E5E-45BC-953D-40B670375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257"/>
                <a:ext cx="25" cy="40"/>
              </a:xfrm>
              <a:custGeom>
                <a:avLst/>
                <a:gdLst>
                  <a:gd name="T0" fmla="*/ 988 w 10"/>
                  <a:gd name="T1" fmla="*/ 5405 h 15"/>
                  <a:gd name="T2" fmla="*/ 2270 w 10"/>
                  <a:gd name="T3" fmla="*/ 661 h 15"/>
                  <a:gd name="T4" fmla="*/ 1488 w 10"/>
                  <a:gd name="T5" fmla="*/ 0 h 15"/>
                  <a:gd name="T6" fmla="*/ 520 w 10"/>
                  <a:gd name="T7" fmla="*/ 4301 h 15"/>
                  <a:gd name="T8" fmla="*/ 988 w 10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4" y="15"/>
                    </a:moveTo>
                    <a:cubicBezTo>
                      <a:pt x="2" y="13"/>
                      <a:pt x="10" y="3"/>
                      <a:pt x="9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0"/>
                      <a:pt x="0" y="10"/>
                      <a:pt x="2" y="12"/>
                    </a:cubicBez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9" name="Freeform 671">
                <a:extLst>
                  <a:ext uri="{FF2B5EF4-FFF2-40B4-BE49-F238E27FC236}">
                    <a16:creationId xmlns:a16="http://schemas.microsoft.com/office/drawing/2014/main" id="{C122127B-7560-4F25-B350-23CC0952F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305"/>
                <a:ext cx="43" cy="16"/>
              </a:xfrm>
              <a:custGeom>
                <a:avLst/>
                <a:gdLst>
                  <a:gd name="T0" fmla="*/ 3936 w 17"/>
                  <a:gd name="T1" fmla="*/ 661 h 6"/>
                  <a:gd name="T2" fmla="*/ 2087 w 17"/>
                  <a:gd name="T3" fmla="*/ 0 h 6"/>
                  <a:gd name="T4" fmla="*/ 0 w 17"/>
                  <a:gd name="T5" fmla="*/ 0 h 6"/>
                  <a:gd name="T6" fmla="*/ 531 w 17"/>
                  <a:gd name="T7" fmla="*/ 1059 h 6"/>
                  <a:gd name="T8" fmla="*/ 2087 w 17"/>
                  <a:gd name="T9" fmla="*/ 1459 h 6"/>
                  <a:gd name="T10" fmla="*/ 4467 w 17"/>
                  <a:gd name="T11" fmla="*/ 2184 h 6"/>
                  <a:gd name="T12" fmla="*/ 3936 w 17"/>
                  <a:gd name="T13" fmla="*/ 66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15" y="2"/>
                    </a:moveTo>
                    <a:cubicBezTo>
                      <a:pt x="15" y="1"/>
                      <a:pt x="11" y="0"/>
                      <a:pt x="8" y="0"/>
                    </a:cubicBezTo>
                    <a:cubicBezTo>
                      <a:pt x="5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8" y="4"/>
                    </a:cubicBezTo>
                    <a:cubicBezTo>
                      <a:pt x="13" y="4"/>
                      <a:pt x="16" y="5"/>
                      <a:pt x="17" y="6"/>
                    </a:cubicBez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0" name="Freeform 672">
                <a:extLst>
                  <a:ext uri="{FF2B5EF4-FFF2-40B4-BE49-F238E27FC236}">
                    <a16:creationId xmlns:a16="http://schemas.microsoft.com/office/drawing/2014/main" id="{0AA95F10-224D-411E-9DB5-EF823EBC8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319"/>
                <a:ext cx="43" cy="18"/>
              </a:xfrm>
              <a:custGeom>
                <a:avLst/>
                <a:gdLst>
                  <a:gd name="T0" fmla="*/ 3936 w 17"/>
                  <a:gd name="T1" fmla="*/ 918 h 7"/>
                  <a:gd name="T2" fmla="*/ 1874 w 17"/>
                  <a:gd name="T3" fmla="*/ 357 h 7"/>
                  <a:gd name="T4" fmla="*/ 0 w 17"/>
                  <a:gd name="T5" fmla="*/ 0 h 7"/>
                  <a:gd name="T6" fmla="*/ 326 w 17"/>
                  <a:gd name="T7" fmla="*/ 1137 h 7"/>
                  <a:gd name="T8" fmla="*/ 2087 w 17"/>
                  <a:gd name="T9" fmla="*/ 1137 h 7"/>
                  <a:gd name="T10" fmla="*/ 4467 w 17"/>
                  <a:gd name="T11" fmla="*/ 2003 h 7"/>
                  <a:gd name="T12" fmla="*/ 3936 w 17"/>
                  <a:gd name="T13" fmla="*/ 91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7">
                    <a:moveTo>
                      <a:pt x="15" y="3"/>
                    </a:moveTo>
                    <a:cubicBezTo>
                      <a:pt x="14" y="1"/>
                      <a:pt x="10" y="1"/>
                      <a:pt x="7" y="1"/>
                    </a:cubicBezTo>
                    <a:cubicBezTo>
                      <a:pt x="4" y="1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5" y="4"/>
                      <a:pt x="8" y="4"/>
                    </a:cubicBezTo>
                    <a:cubicBezTo>
                      <a:pt x="13" y="4"/>
                      <a:pt x="16" y="6"/>
                      <a:pt x="17" y="7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1" name="Freeform 673">
                <a:extLst>
                  <a:ext uri="{FF2B5EF4-FFF2-40B4-BE49-F238E27FC236}">
                    <a16:creationId xmlns:a16="http://schemas.microsoft.com/office/drawing/2014/main" id="{4685CAC1-C44A-4DCA-8A89-7481DDDD7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2276"/>
                <a:ext cx="28" cy="40"/>
              </a:xfrm>
              <a:custGeom>
                <a:avLst/>
                <a:gdLst>
                  <a:gd name="T0" fmla="*/ 1056 w 11"/>
                  <a:gd name="T1" fmla="*/ 5405 h 15"/>
                  <a:gd name="T2" fmla="*/ 2986 w 11"/>
                  <a:gd name="T3" fmla="*/ 1059 h 15"/>
                  <a:gd name="T4" fmla="*/ 2474 w 11"/>
                  <a:gd name="T5" fmla="*/ 0 h 15"/>
                  <a:gd name="T6" fmla="*/ 545 w 11"/>
                  <a:gd name="T7" fmla="*/ 4301 h 15"/>
                  <a:gd name="T8" fmla="*/ 1056 w 11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4" y="15"/>
                    </a:moveTo>
                    <a:cubicBezTo>
                      <a:pt x="3" y="12"/>
                      <a:pt x="11" y="4"/>
                      <a:pt x="11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0" y="9"/>
                      <a:pt x="2" y="12"/>
                    </a:cubicBez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2" name="Freeform 674">
                <a:extLst>
                  <a:ext uri="{FF2B5EF4-FFF2-40B4-BE49-F238E27FC236}">
                    <a16:creationId xmlns:a16="http://schemas.microsoft.com/office/drawing/2014/main" id="{7AE87D6D-A3CA-4B60-9413-C7FB76F16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289"/>
                <a:ext cx="28" cy="40"/>
              </a:xfrm>
              <a:custGeom>
                <a:avLst/>
                <a:gdLst>
                  <a:gd name="T0" fmla="*/ 1056 w 11"/>
                  <a:gd name="T1" fmla="*/ 5405 h 15"/>
                  <a:gd name="T2" fmla="*/ 2688 w 11"/>
                  <a:gd name="T3" fmla="*/ 1059 h 15"/>
                  <a:gd name="T4" fmla="*/ 2146 w 11"/>
                  <a:gd name="T5" fmla="*/ 0 h 15"/>
                  <a:gd name="T6" fmla="*/ 545 w 11"/>
                  <a:gd name="T7" fmla="*/ 4301 h 15"/>
                  <a:gd name="T8" fmla="*/ 1056 w 11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4" y="15"/>
                    </a:moveTo>
                    <a:cubicBezTo>
                      <a:pt x="2" y="13"/>
                      <a:pt x="11" y="4"/>
                      <a:pt x="10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0" y="9"/>
                      <a:pt x="2" y="12"/>
                    </a:cubicBez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3" name="Freeform 675">
                <a:extLst>
                  <a:ext uri="{FF2B5EF4-FFF2-40B4-BE49-F238E27FC236}">
                    <a16:creationId xmlns:a16="http://schemas.microsoft.com/office/drawing/2014/main" id="{F720484D-420D-4415-BB30-778C62DE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340"/>
                <a:ext cx="43" cy="16"/>
              </a:xfrm>
              <a:custGeom>
                <a:avLst/>
                <a:gdLst>
                  <a:gd name="T0" fmla="*/ 3936 w 17"/>
                  <a:gd name="T1" fmla="*/ 661 h 6"/>
                  <a:gd name="T2" fmla="*/ 2087 w 17"/>
                  <a:gd name="T3" fmla="*/ 0 h 6"/>
                  <a:gd name="T4" fmla="*/ 0 w 17"/>
                  <a:gd name="T5" fmla="*/ 0 h 6"/>
                  <a:gd name="T6" fmla="*/ 531 w 17"/>
                  <a:gd name="T7" fmla="*/ 1059 h 6"/>
                  <a:gd name="T8" fmla="*/ 2380 w 17"/>
                  <a:gd name="T9" fmla="*/ 1459 h 6"/>
                  <a:gd name="T10" fmla="*/ 4467 w 17"/>
                  <a:gd name="T11" fmla="*/ 2184 h 6"/>
                  <a:gd name="T12" fmla="*/ 3936 w 17"/>
                  <a:gd name="T13" fmla="*/ 66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15" y="2"/>
                    </a:moveTo>
                    <a:cubicBezTo>
                      <a:pt x="15" y="1"/>
                      <a:pt x="11" y="0"/>
                      <a:pt x="8" y="0"/>
                    </a:cubicBezTo>
                    <a:cubicBezTo>
                      <a:pt x="5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9" y="4"/>
                    </a:cubicBezTo>
                    <a:cubicBezTo>
                      <a:pt x="13" y="4"/>
                      <a:pt x="17" y="5"/>
                      <a:pt x="17" y="6"/>
                    </a:cubicBez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4" name="Freeform 676">
                <a:extLst>
                  <a:ext uri="{FF2B5EF4-FFF2-40B4-BE49-F238E27FC236}">
                    <a16:creationId xmlns:a16="http://schemas.microsoft.com/office/drawing/2014/main" id="{8146604A-9F15-4C74-A58A-0C5F4F1E6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356"/>
                <a:ext cx="40" cy="16"/>
              </a:xfrm>
              <a:custGeom>
                <a:avLst/>
                <a:gdLst>
                  <a:gd name="T0" fmla="*/ 3438 w 16"/>
                  <a:gd name="T1" fmla="*/ 661 h 6"/>
                  <a:gd name="T2" fmla="*/ 1770 w 16"/>
                  <a:gd name="T3" fmla="*/ 0 h 6"/>
                  <a:gd name="T4" fmla="*/ 0 w 16"/>
                  <a:gd name="T5" fmla="*/ 0 h 6"/>
                  <a:gd name="T6" fmla="*/ 313 w 16"/>
                  <a:gd name="T7" fmla="*/ 1059 h 6"/>
                  <a:gd name="T8" fmla="*/ 1958 w 16"/>
                  <a:gd name="T9" fmla="*/ 1459 h 6"/>
                  <a:gd name="T10" fmla="*/ 3908 w 16"/>
                  <a:gd name="T11" fmla="*/ 2184 h 6"/>
                  <a:gd name="T12" fmla="*/ 3438 w 16"/>
                  <a:gd name="T13" fmla="*/ 66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4" y="2"/>
                    </a:moveTo>
                    <a:cubicBezTo>
                      <a:pt x="13" y="0"/>
                      <a:pt x="10" y="0"/>
                      <a:pt x="7" y="0"/>
                    </a:cubicBezTo>
                    <a:cubicBezTo>
                      <a:pt x="4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5" y="4"/>
                      <a:pt x="8" y="4"/>
                    </a:cubicBezTo>
                    <a:cubicBezTo>
                      <a:pt x="13" y="4"/>
                      <a:pt x="15" y="5"/>
                      <a:pt x="16" y="6"/>
                    </a:cubicBez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5" name="Freeform 677">
                <a:extLst>
                  <a:ext uri="{FF2B5EF4-FFF2-40B4-BE49-F238E27FC236}">
                    <a16:creationId xmlns:a16="http://schemas.microsoft.com/office/drawing/2014/main" id="{9E88B257-F5BA-4DE4-B336-539390570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311"/>
                <a:ext cx="27" cy="40"/>
              </a:xfrm>
              <a:custGeom>
                <a:avLst/>
                <a:gdLst>
                  <a:gd name="T0" fmla="*/ 621 w 11"/>
                  <a:gd name="T1" fmla="*/ 5405 h 15"/>
                  <a:gd name="T2" fmla="*/ 2398 w 11"/>
                  <a:gd name="T3" fmla="*/ 1059 h 15"/>
                  <a:gd name="T4" fmla="*/ 1964 w 11"/>
                  <a:gd name="T5" fmla="*/ 0 h 15"/>
                  <a:gd name="T6" fmla="*/ 174 w 11"/>
                  <a:gd name="T7" fmla="*/ 4301 h 15"/>
                  <a:gd name="T8" fmla="*/ 621 w 11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3" y="15"/>
                    </a:moveTo>
                    <a:cubicBezTo>
                      <a:pt x="2" y="12"/>
                      <a:pt x="11" y="4"/>
                      <a:pt x="11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0" y="9"/>
                      <a:pt x="1" y="12"/>
                    </a:cubicBez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6" name="Freeform 678">
                <a:extLst>
                  <a:ext uri="{FF2B5EF4-FFF2-40B4-BE49-F238E27FC236}">
                    <a16:creationId xmlns:a16="http://schemas.microsoft.com/office/drawing/2014/main" id="{2331DB3C-D09F-4713-8A66-B3ADF2DAF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324"/>
                <a:ext cx="28" cy="40"/>
              </a:xfrm>
              <a:custGeom>
                <a:avLst/>
                <a:gdLst>
                  <a:gd name="T0" fmla="*/ 1056 w 11"/>
                  <a:gd name="T1" fmla="*/ 5405 h 15"/>
                  <a:gd name="T2" fmla="*/ 2986 w 11"/>
                  <a:gd name="T3" fmla="*/ 1459 h 15"/>
                  <a:gd name="T4" fmla="*/ 2474 w 11"/>
                  <a:gd name="T5" fmla="*/ 0 h 15"/>
                  <a:gd name="T6" fmla="*/ 545 w 11"/>
                  <a:gd name="T7" fmla="*/ 4301 h 15"/>
                  <a:gd name="T8" fmla="*/ 1056 w 11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4" y="15"/>
                    </a:moveTo>
                    <a:cubicBezTo>
                      <a:pt x="2" y="13"/>
                      <a:pt x="11" y="5"/>
                      <a:pt x="11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0" y="9"/>
                      <a:pt x="2" y="12"/>
                    </a:cubicBez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7" name="Freeform 679">
                <a:extLst>
                  <a:ext uri="{FF2B5EF4-FFF2-40B4-BE49-F238E27FC236}">
                    <a16:creationId xmlns:a16="http://schemas.microsoft.com/office/drawing/2014/main" id="{FDAF8261-6294-42BC-B7D0-E217BE531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372"/>
                <a:ext cx="40" cy="21"/>
              </a:xfrm>
              <a:custGeom>
                <a:avLst/>
                <a:gdLst>
                  <a:gd name="T0" fmla="*/ 3720 w 16"/>
                  <a:gd name="T1" fmla="*/ 1612 h 8"/>
                  <a:gd name="T2" fmla="*/ 1958 w 16"/>
                  <a:gd name="T3" fmla="*/ 378 h 8"/>
                  <a:gd name="T4" fmla="*/ 0 w 16"/>
                  <a:gd name="T5" fmla="*/ 0 h 8"/>
                  <a:gd name="T6" fmla="*/ 313 w 16"/>
                  <a:gd name="T7" fmla="*/ 992 h 8"/>
                  <a:gd name="T8" fmla="*/ 1958 w 16"/>
                  <a:gd name="T9" fmla="*/ 1612 h 8"/>
                  <a:gd name="T10" fmla="*/ 3908 w 16"/>
                  <a:gd name="T11" fmla="*/ 2604 h 8"/>
                  <a:gd name="T12" fmla="*/ 3720 w 16"/>
                  <a:gd name="T13" fmla="*/ 161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15" y="5"/>
                    </a:moveTo>
                    <a:cubicBezTo>
                      <a:pt x="14" y="4"/>
                      <a:pt x="11" y="2"/>
                      <a:pt x="8" y="1"/>
                    </a:cubicBezTo>
                    <a:cubicBezTo>
                      <a:pt x="5" y="1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5" y="5"/>
                      <a:pt x="8" y="5"/>
                    </a:cubicBezTo>
                    <a:cubicBezTo>
                      <a:pt x="12" y="6"/>
                      <a:pt x="16" y="7"/>
                      <a:pt x="16" y="8"/>
                    </a:cubicBez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8" name="Freeform 680">
                <a:extLst>
                  <a:ext uri="{FF2B5EF4-FFF2-40B4-BE49-F238E27FC236}">
                    <a16:creationId xmlns:a16="http://schemas.microsoft.com/office/drawing/2014/main" id="{BC157D10-24F2-4F7D-8679-90D347D84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388"/>
                <a:ext cx="38" cy="24"/>
              </a:xfrm>
              <a:custGeom>
                <a:avLst/>
                <a:gdLst>
                  <a:gd name="T0" fmla="*/ 3658 w 15"/>
                  <a:gd name="T1" fmla="*/ 1763 h 9"/>
                  <a:gd name="T2" fmla="*/ 1900 w 15"/>
                  <a:gd name="T3" fmla="*/ 397 h 9"/>
                  <a:gd name="T4" fmla="*/ 0 w 15"/>
                  <a:gd name="T5" fmla="*/ 0 h 9"/>
                  <a:gd name="T6" fmla="*/ 327 w 15"/>
                  <a:gd name="T7" fmla="*/ 1059 h 9"/>
                  <a:gd name="T8" fmla="*/ 1900 w 15"/>
                  <a:gd name="T9" fmla="*/ 1763 h 9"/>
                  <a:gd name="T10" fmla="*/ 3955 w 15"/>
                  <a:gd name="T11" fmla="*/ 3243 h 9"/>
                  <a:gd name="T12" fmla="*/ 3658 w 15"/>
                  <a:gd name="T13" fmla="*/ 176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14" y="5"/>
                    </a:moveTo>
                    <a:cubicBezTo>
                      <a:pt x="13" y="3"/>
                      <a:pt x="10" y="2"/>
                      <a:pt x="7" y="1"/>
                    </a:cubicBezTo>
                    <a:cubicBezTo>
                      <a:pt x="5" y="1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5" y="5"/>
                      <a:pt x="7" y="5"/>
                    </a:cubicBezTo>
                    <a:cubicBezTo>
                      <a:pt x="12" y="6"/>
                      <a:pt x="14" y="8"/>
                      <a:pt x="15" y="9"/>
                    </a:cubicBez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9" name="Freeform 681">
                <a:extLst>
                  <a:ext uri="{FF2B5EF4-FFF2-40B4-BE49-F238E27FC236}">
                    <a16:creationId xmlns:a16="http://schemas.microsoft.com/office/drawing/2014/main" id="{2AB035E2-838E-4737-A586-3C7D1D00A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345"/>
                <a:ext cx="30" cy="38"/>
              </a:xfrm>
              <a:custGeom>
                <a:avLst/>
                <a:gdLst>
                  <a:gd name="T0" fmla="*/ 783 w 12"/>
                  <a:gd name="T1" fmla="*/ 5600 h 14"/>
                  <a:gd name="T2" fmla="*/ 2738 w 12"/>
                  <a:gd name="T3" fmla="*/ 1200 h 14"/>
                  <a:gd name="T4" fmla="*/ 2270 w 12"/>
                  <a:gd name="T5" fmla="*/ 0 h 14"/>
                  <a:gd name="T6" fmla="*/ 313 w 12"/>
                  <a:gd name="T7" fmla="*/ 4397 h 14"/>
                  <a:gd name="T8" fmla="*/ 783 w 12"/>
                  <a:gd name="T9" fmla="*/ 560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3" y="14"/>
                    </a:moveTo>
                    <a:cubicBezTo>
                      <a:pt x="1" y="11"/>
                      <a:pt x="12" y="4"/>
                      <a:pt x="11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"/>
                      <a:pt x="0" y="8"/>
                      <a:pt x="1" y="11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0" name="Freeform 682">
                <a:extLst>
                  <a:ext uri="{FF2B5EF4-FFF2-40B4-BE49-F238E27FC236}">
                    <a16:creationId xmlns:a16="http://schemas.microsoft.com/office/drawing/2014/main" id="{CD0B7420-17F1-4AE3-BEA3-32C7FFDFB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361"/>
                <a:ext cx="30" cy="38"/>
              </a:xfrm>
              <a:custGeom>
                <a:avLst/>
                <a:gdLst>
                  <a:gd name="T0" fmla="*/ 783 w 12"/>
                  <a:gd name="T1" fmla="*/ 5600 h 14"/>
                  <a:gd name="T2" fmla="*/ 2938 w 12"/>
                  <a:gd name="T3" fmla="*/ 1200 h 14"/>
                  <a:gd name="T4" fmla="*/ 2470 w 12"/>
                  <a:gd name="T5" fmla="*/ 0 h 14"/>
                  <a:gd name="T6" fmla="*/ 520 w 12"/>
                  <a:gd name="T7" fmla="*/ 4397 h 14"/>
                  <a:gd name="T8" fmla="*/ 783 w 12"/>
                  <a:gd name="T9" fmla="*/ 560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3" y="14"/>
                    </a:moveTo>
                    <a:cubicBezTo>
                      <a:pt x="2" y="11"/>
                      <a:pt x="12" y="4"/>
                      <a:pt x="12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0" y="8"/>
                      <a:pt x="2" y="11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1" name="Freeform 683">
                <a:extLst>
                  <a:ext uri="{FF2B5EF4-FFF2-40B4-BE49-F238E27FC236}">
                    <a16:creationId xmlns:a16="http://schemas.microsoft.com/office/drawing/2014/main" id="{3DFBB1FE-A7AD-489B-94AF-5C434C651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407"/>
                <a:ext cx="35" cy="29"/>
              </a:xfrm>
              <a:custGeom>
                <a:avLst/>
                <a:gdLst>
                  <a:gd name="T0" fmla="*/ 3438 w 14"/>
                  <a:gd name="T1" fmla="*/ 2273 h 11"/>
                  <a:gd name="T2" fmla="*/ 1770 w 14"/>
                  <a:gd name="T3" fmla="*/ 1007 h 11"/>
                  <a:gd name="T4" fmla="*/ 0 w 14"/>
                  <a:gd name="T5" fmla="*/ 0 h 11"/>
                  <a:gd name="T6" fmla="*/ 313 w 14"/>
                  <a:gd name="T7" fmla="*/ 1389 h 11"/>
                  <a:gd name="T8" fmla="*/ 1770 w 14"/>
                  <a:gd name="T9" fmla="*/ 2035 h 11"/>
                  <a:gd name="T10" fmla="*/ 3438 w 14"/>
                  <a:gd name="T11" fmla="*/ 3662 h 11"/>
                  <a:gd name="T12" fmla="*/ 3438 w 14"/>
                  <a:gd name="T13" fmla="*/ 2273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14" y="7"/>
                    </a:moveTo>
                    <a:cubicBezTo>
                      <a:pt x="14" y="6"/>
                      <a:pt x="10" y="4"/>
                      <a:pt x="7" y="3"/>
                    </a:cubicBezTo>
                    <a:cubicBezTo>
                      <a:pt x="5" y="2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4" y="6"/>
                      <a:pt x="7" y="6"/>
                    </a:cubicBezTo>
                    <a:cubicBezTo>
                      <a:pt x="11" y="8"/>
                      <a:pt x="14" y="10"/>
                      <a:pt x="14" y="11"/>
                    </a:cubicBez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2" name="Freeform 684">
                <a:extLst>
                  <a:ext uri="{FF2B5EF4-FFF2-40B4-BE49-F238E27FC236}">
                    <a16:creationId xmlns:a16="http://schemas.microsoft.com/office/drawing/2014/main" id="{99F14BAD-5415-4D47-9B23-32E79B672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428"/>
                <a:ext cx="27" cy="27"/>
              </a:xfrm>
              <a:custGeom>
                <a:avLst/>
                <a:gdLst>
                  <a:gd name="T0" fmla="*/ 2398 w 11"/>
                  <a:gd name="T1" fmla="*/ 3877 h 10"/>
                  <a:gd name="T2" fmla="*/ 1343 w 11"/>
                  <a:gd name="T3" fmla="*/ 2282 h 10"/>
                  <a:gd name="T4" fmla="*/ 0 w 11"/>
                  <a:gd name="T5" fmla="*/ 0 h 10"/>
                  <a:gd name="T6" fmla="*/ 903 w 11"/>
                  <a:gd name="T7" fmla="*/ 429 h 10"/>
                  <a:gd name="T8" fmla="*/ 2216 w 11"/>
                  <a:gd name="T9" fmla="*/ 2282 h 10"/>
                  <a:gd name="T10" fmla="*/ 2398 w 11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11" y="10"/>
                    </a:moveTo>
                    <a:cubicBezTo>
                      <a:pt x="11" y="9"/>
                      <a:pt x="9" y="7"/>
                      <a:pt x="6" y="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3" y="1"/>
                      <a:pt x="4" y="1"/>
                    </a:cubicBezTo>
                    <a:cubicBezTo>
                      <a:pt x="7" y="2"/>
                      <a:pt x="10" y="4"/>
                      <a:pt x="10" y="6"/>
                    </a:cubicBezTo>
                    <a:lnTo>
                      <a:pt x="11" y="1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3" name="Freeform 685">
                <a:extLst>
                  <a:ext uri="{FF2B5EF4-FFF2-40B4-BE49-F238E27FC236}">
                    <a16:creationId xmlns:a16="http://schemas.microsoft.com/office/drawing/2014/main" id="{04A795C2-C1F7-4845-A336-BE2E20886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385"/>
                <a:ext cx="30" cy="32"/>
              </a:xfrm>
              <a:custGeom>
                <a:avLst/>
                <a:gdLst>
                  <a:gd name="T0" fmla="*/ 520 w 12"/>
                  <a:gd name="T1" fmla="*/ 4301 h 12"/>
                  <a:gd name="T2" fmla="*/ 2938 w 12"/>
                  <a:gd name="T3" fmla="*/ 1059 h 12"/>
                  <a:gd name="T4" fmla="*/ 2738 w 12"/>
                  <a:gd name="T5" fmla="*/ 0 h 12"/>
                  <a:gd name="T6" fmla="*/ 313 w 12"/>
                  <a:gd name="T7" fmla="*/ 3243 h 12"/>
                  <a:gd name="T8" fmla="*/ 520 w 12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2" y="12"/>
                    </a:moveTo>
                    <a:cubicBezTo>
                      <a:pt x="1" y="10"/>
                      <a:pt x="12" y="4"/>
                      <a:pt x="12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0" y="6"/>
                      <a:pt x="1" y="9"/>
                    </a:cubicBez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4" name="Freeform 686">
                <a:extLst>
                  <a:ext uri="{FF2B5EF4-FFF2-40B4-BE49-F238E27FC236}">
                    <a16:creationId xmlns:a16="http://schemas.microsoft.com/office/drawing/2014/main" id="{4ED7B585-D5CD-4C58-9062-AF82C28CD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401"/>
                <a:ext cx="28" cy="24"/>
              </a:xfrm>
              <a:custGeom>
                <a:avLst/>
                <a:gdLst>
                  <a:gd name="T0" fmla="*/ 2688 w 11"/>
                  <a:gd name="T1" fmla="*/ 0 h 9"/>
                  <a:gd name="T2" fmla="*/ 2986 w 11"/>
                  <a:gd name="T3" fmla="*/ 1059 h 9"/>
                  <a:gd name="T4" fmla="*/ 843 w 11"/>
                  <a:gd name="T5" fmla="*/ 3243 h 9"/>
                  <a:gd name="T6" fmla="*/ 0 w 11"/>
                  <a:gd name="T7" fmla="*/ 2581 h 9"/>
                  <a:gd name="T8" fmla="*/ 2688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0" y="0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6" y="7"/>
                      <a:pt x="3" y="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4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5" name="Freeform 687">
                <a:extLst>
                  <a:ext uri="{FF2B5EF4-FFF2-40B4-BE49-F238E27FC236}">
                    <a16:creationId xmlns:a16="http://schemas.microsoft.com/office/drawing/2014/main" id="{AA496090-3BCA-4EA0-AD08-7F432B9EA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425"/>
                <a:ext cx="17" cy="16"/>
              </a:xfrm>
              <a:custGeom>
                <a:avLst/>
                <a:gdLst>
                  <a:gd name="T0" fmla="*/ 1433 w 7"/>
                  <a:gd name="T1" fmla="*/ 0 h 6"/>
                  <a:gd name="T2" fmla="*/ 1433 w 7"/>
                  <a:gd name="T3" fmla="*/ 1459 h 6"/>
                  <a:gd name="T4" fmla="*/ 590 w 7"/>
                  <a:gd name="T5" fmla="*/ 2184 h 6"/>
                  <a:gd name="T6" fmla="*/ 0 w 7"/>
                  <a:gd name="T7" fmla="*/ 1059 h 6"/>
                  <a:gd name="T8" fmla="*/ 14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5" y="5"/>
                      <a:pt x="3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2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6" name="Freeform 688">
                <a:extLst>
                  <a:ext uri="{FF2B5EF4-FFF2-40B4-BE49-F238E27FC236}">
                    <a16:creationId xmlns:a16="http://schemas.microsoft.com/office/drawing/2014/main" id="{4A75AC98-A100-4803-9B2E-3BAB0624C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335"/>
                <a:ext cx="17" cy="24"/>
              </a:xfrm>
              <a:custGeom>
                <a:avLst/>
                <a:gdLst>
                  <a:gd name="T0" fmla="*/ 0 w 7"/>
                  <a:gd name="T1" fmla="*/ 2824 h 9"/>
                  <a:gd name="T2" fmla="*/ 1003 w 7"/>
                  <a:gd name="T3" fmla="*/ 1059 h 9"/>
                  <a:gd name="T4" fmla="*/ 1433 w 7"/>
                  <a:gd name="T5" fmla="*/ 0 h 9"/>
                  <a:gd name="T6" fmla="*/ 1433 w 7"/>
                  <a:gd name="T7" fmla="*/ 0 h 9"/>
                  <a:gd name="T8" fmla="*/ 590 w 7"/>
                  <a:gd name="T9" fmla="*/ 1459 h 9"/>
                  <a:gd name="T10" fmla="*/ 0 w 7"/>
                  <a:gd name="T11" fmla="*/ 3243 h 9"/>
                  <a:gd name="T12" fmla="*/ 0 w 7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0" y="8"/>
                    </a:moveTo>
                    <a:cubicBezTo>
                      <a:pt x="1" y="7"/>
                      <a:pt x="3" y="5"/>
                      <a:pt x="5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4" y="2"/>
                      <a:pt x="3" y="4"/>
                    </a:cubicBezTo>
                    <a:cubicBezTo>
                      <a:pt x="1" y="5"/>
                      <a:pt x="1" y="7"/>
                      <a:pt x="0" y="9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7" name="Freeform 689">
                <a:extLst>
                  <a:ext uri="{FF2B5EF4-FFF2-40B4-BE49-F238E27FC236}">
                    <a16:creationId xmlns:a16="http://schemas.microsoft.com/office/drawing/2014/main" id="{81FDA59B-4A5E-47DB-98AB-9EEF6A950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356"/>
                <a:ext cx="20" cy="19"/>
              </a:xfrm>
              <a:custGeom>
                <a:avLst/>
                <a:gdLst>
                  <a:gd name="T0" fmla="*/ 313 w 8"/>
                  <a:gd name="T1" fmla="*/ 2823 h 7"/>
                  <a:gd name="T2" fmla="*/ 1488 w 8"/>
                  <a:gd name="T3" fmla="*/ 760 h 7"/>
                  <a:gd name="T4" fmla="*/ 1958 w 8"/>
                  <a:gd name="T5" fmla="*/ 0 h 7"/>
                  <a:gd name="T6" fmla="*/ 1958 w 8"/>
                  <a:gd name="T7" fmla="*/ 0 h 7"/>
                  <a:gd name="T8" fmla="*/ 988 w 8"/>
                  <a:gd name="T9" fmla="*/ 1200 h 7"/>
                  <a:gd name="T10" fmla="*/ 0 w 8"/>
                  <a:gd name="T11" fmla="*/ 2823 h 7"/>
                  <a:gd name="T12" fmla="*/ 313 w 8"/>
                  <a:gd name="T13" fmla="*/ 282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1" y="7"/>
                    </a:moveTo>
                    <a:cubicBezTo>
                      <a:pt x="1" y="6"/>
                      <a:pt x="4" y="4"/>
                      <a:pt x="6" y="2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5" y="1"/>
                      <a:pt x="4" y="3"/>
                    </a:cubicBezTo>
                    <a:cubicBezTo>
                      <a:pt x="2" y="4"/>
                      <a:pt x="2" y="6"/>
                      <a:pt x="0" y="7"/>
                    </a:cubicBez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8" name="Freeform 690">
                <a:extLst>
                  <a:ext uri="{FF2B5EF4-FFF2-40B4-BE49-F238E27FC236}">
                    <a16:creationId xmlns:a16="http://schemas.microsoft.com/office/drawing/2014/main" id="{42C15521-0617-4FB0-BE80-BE034751F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369"/>
                <a:ext cx="20" cy="22"/>
              </a:xfrm>
              <a:custGeom>
                <a:avLst/>
                <a:gdLst>
                  <a:gd name="T0" fmla="*/ 0 w 8"/>
                  <a:gd name="T1" fmla="*/ 3495 h 8"/>
                  <a:gd name="T2" fmla="*/ 1300 w 8"/>
                  <a:gd name="T3" fmla="*/ 1271 h 8"/>
                  <a:gd name="T4" fmla="*/ 1958 w 8"/>
                  <a:gd name="T5" fmla="*/ 0 h 8"/>
                  <a:gd name="T6" fmla="*/ 1958 w 8"/>
                  <a:gd name="T7" fmla="*/ 0 h 8"/>
                  <a:gd name="T8" fmla="*/ 783 w 8"/>
                  <a:gd name="T9" fmla="*/ 1271 h 8"/>
                  <a:gd name="T10" fmla="*/ 0 w 8"/>
                  <a:gd name="T11" fmla="*/ 349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1" y="6"/>
                      <a:pt x="3" y="4"/>
                      <a:pt x="5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5" y="2"/>
                      <a:pt x="3" y="3"/>
                    </a:cubicBezTo>
                    <a:cubicBezTo>
                      <a:pt x="2" y="5"/>
                      <a:pt x="1" y="6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9" name="Freeform 691">
                <a:extLst>
                  <a:ext uri="{FF2B5EF4-FFF2-40B4-BE49-F238E27FC236}">
                    <a16:creationId xmlns:a16="http://schemas.microsoft.com/office/drawing/2014/main" id="{75B93491-00DF-4661-80E4-215AC65F1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396"/>
                <a:ext cx="22" cy="16"/>
              </a:xfrm>
              <a:custGeom>
                <a:avLst/>
                <a:gdLst>
                  <a:gd name="T0" fmla="*/ 0 w 9"/>
                  <a:gd name="T1" fmla="*/ 2184 h 6"/>
                  <a:gd name="T2" fmla="*/ 1315 w 9"/>
                  <a:gd name="T3" fmla="*/ 661 h 6"/>
                  <a:gd name="T4" fmla="*/ 1931 w 9"/>
                  <a:gd name="T5" fmla="*/ 0 h 6"/>
                  <a:gd name="T6" fmla="*/ 1931 w 9"/>
                  <a:gd name="T7" fmla="*/ 0 h 6"/>
                  <a:gd name="T8" fmla="*/ 860 w 9"/>
                  <a:gd name="T9" fmla="*/ 661 h 6"/>
                  <a:gd name="T10" fmla="*/ 0 w 9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4"/>
                      <a:pt x="4" y="3"/>
                      <a:pt x="6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1"/>
                      <a:pt x="4" y="2"/>
                    </a:cubicBezTo>
                    <a:cubicBezTo>
                      <a:pt x="2" y="3"/>
                      <a:pt x="1" y="4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0" name="Freeform 692">
                <a:extLst>
                  <a:ext uri="{FF2B5EF4-FFF2-40B4-BE49-F238E27FC236}">
                    <a16:creationId xmlns:a16="http://schemas.microsoft.com/office/drawing/2014/main" id="{E3C40EB9-C96C-4814-B5D6-B22DF15A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412"/>
                <a:ext cx="20" cy="16"/>
              </a:xfrm>
              <a:custGeom>
                <a:avLst/>
                <a:gdLst>
                  <a:gd name="T0" fmla="*/ 0 w 8"/>
                  <a:gd name="T1" fmla="*/ 2184 h 6"/>
                  <a:gd name="T2" fmla="*/ 1488 w 8"/>
                  <a:gd name="T3" fmla="*/ 397 h 6"/>
                  <a:gd name="T4" fmla="*/ 1958 w 8"/>
                  <a:gd name="T5" fmla="*/ 0 h 6"/>
                  <a:gd name="T6" fmla="*/ 1958 w 8"/>
                  <a:gd name="T7" fmla="*/ 0 h 6"/>
                  <a:gd name="T8" fmla="*/ 988 w 8"/>
                  <a:gd name="T9" fmla="*/ 661 h 6"/>
                  <a:gd name="T10" fmla="*/ 0 w 8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1" y="4"/>
                      <a:pt x="3" y="3"/>
                      <a:pt x="6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5" y="1"/>
                      <a:pt x="4" y="2"/>
                    </a:cubicBezTo>
                    <a:cubicBezTo>
                      <a:pt x="2" y="3"/>
                      <a:pt x="1" y="4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1" name="Freeform 693">
                <a:extLst>
                  <a:ext uri="{FF2B5EF4-FFF2-40B4-BE49-F238E27FC236}">
                    <a16:creationId xmlns:a16="http://schemas.microsoft.com/office/drawing/2014/main" id="{1C6F0FA7-9083-4174-8587-39F660246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321"/>
                <a:ext cx="18" cy="22"/>
              </a:xfrm>
              <a:custGeom>
                <a:avLst/>
                <a:gdLst>
                  <a:gd name="T0" fmla="*/ 0 w 7"/>
                  <a:gd name="T1" fmla="*/ 3495 h 8"/>
                  <a:gd name="T2" fmla="*/ 1137 w 7"/>
                  <a:gd name="T3" fmla="*/ 976 h 8"/>
                  <a:gd name="T4" fmla="*/ 2003 w 7"/>
                  <a:gd name="T5" fmla="*/ 0 h 8"/>
                  <a:gd name="T6" fmla="*/ 2003 w 7"/>
                  <a:gd name="T7" fmla="*/ 0 h 8"/>
                  <a:gd name="T8" fmla="*/ 918 w 7"/>
                  <a:gd name="T9" fmla="*/ 1271 h 8"/>
                  <a:gd name="T10" fmla="*/ 0 w 7"/>
                  <a:gd name="T11" fmla="*/ 349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1" y="7"/>
                      <a:pt x="3" y="4"/>
                      <a:pt x="4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4" y="2"/>
                      <a:pt x="3" y="3"/>
                    </a:cubicBezTo>
                    <a:cubicBezTo>
                      <a:pt x="1" y="5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2" name="Freeform 694">
                <a:extLst>
                  <a:ext uri="{FF2B5EF4-FFF2-40B4-BE49-F238E27FC236}">
                    <a16:creationId xmlns:a16="http://schemas.microsoft.com/office/drawing/2014/main" id="{0CF71278-91CF-4058-9681-A258A87DC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300"/>
                <a:ext cx="17" cy="21"/>
              </a:xfrm>
              <a:custGeom>
                <a:avLst/>
                <a:gdLst>
                  <a:gd name="T0" fmla="*/ 0 w 7"/>
                  <a:gd name="T1" fmla="*/ 2604 h 8"/>
                  <a:gd name="T2" fmla="*/ 1003 w 7"/>
                  <a:gd name="T3" fmla="*/ 614 h 8"/>
                  <a:gd name="T4" fmla="*/ 1433 w 7"/>
                  <a:gd name="T5" fmla="*/ 0 h 8"/>
                  <a:gd name="T6" fmla="*/ 1433 w 7"/>
                  <a:gd name="T7" fmla="*/ 0 h 8"/>
                  <a:gd name="T8" fmla="*/ 590 w 7"/>
                  <a:gd name="T9" fmla="*/ 1378 h 8"/>
                  <a:gd name="T10" fmla="*/ 0 w 7"/>
                  <a:gd name="T11" fmla="*/ 260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1" y="7"/>
                      <a:pt x="3" y="4"/>
                      <a:pt x="5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4" y="2"/>
                      <a:pt x="3" y="4"/>
                    </a:cubicBezTo>
                    <a:cubicBezTo>
                      <a:pt x="1" y="5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3" name="Freeform 695">
                <a:extLst>
                  <a:ext uri="{FF2B5EF4-FFF2-40B4-BE49-F238E27FC236}">
                    <a16:creationId xmlns:a16="http://schemas.microsoft.com/office/drawing/2014/main" id="{E8230368-AEF2-41E2-BC00-CDC4C784B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287"/>
                <a:ext cx="17" cy="24"/>
              </a:xfrm>
              <a:custGeom>
                <a:avLst/>
                <a:gdLst>
                  <a:gd name="T0" fmla="*/ 0 w 7"/>
                  <a:gd name="T1" fmla="*/ 3243 h 9"/>
                  <a:gd name="T2" fmla="*/ 1003 w 7"/>
                  <a:gd name="T3" fmla="*/ 1059 h 9"/>
                  <a:gd name="T4" fmla="*/ 1433 w 7"/>
                  <a:gd name="T5" fmla="*/ 0 h 9"/>
                  <a:gd name="T6" fmla="*/ 1433 w 7"/>
                  <a:gd name="T7" fmla="*/ 0 h 9"/>
                  <a:gd name="T8" fmla="*/ 590 w 7"/>
                  <a:gd name="T9" fmla="*/ 1459 h 9"/>
                  <a:gd name="T10" fmla="*/ 0 w 7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1" y="7"/>
                      <a:pt x="3" y="5"/>
                      <a:pt x="5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4" y="2"/>
                      <a:pt x="3" y="4"/>
                    </a:cubicBezTo>
                    <a:cubicBezTo>
                      <a:pt x="1" y="5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4" name="Freeform 696">
                <a:extLst>
                  <a:ext uri="{FF2B5EF4-FFF2-40B4-BE49-F238E27FC236}">
                    <a16:creationId xmlns:a16="http://schemas.microsoft.com/office/drawing/2014/main" id="{48097A64-A9E2-4EC9-94CE-42958DC2D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2265"/>
                <a:ext cx="12" cy="24"/>
              </a:xfrm>
              <a:custGeom>
                <a:avLst/>
                <a:gdLst>
                  <a:gd name="T0" fmla="*/ 0 w 5"/>
                  <a:gd name="T1" fmla="*/ 3243 h 9"/>
                  <a:gd name="T2" fmla="*/ 564 w 5"/>
                  <a:gd name="T3" fmla="*/ 1059 h 9"/>
                  <a:gd name="T4" fmla="*/ 967 w 5"/>
                  <a:gd name="T5" fmla="*/ 0 h 9"/>
                  <a:gd name="T6" fmla="*/ 967 w 5"/>
                  <a:gd name="T7" fmla="*/ 0 h 9"/>
                  <a:gd name="T8" fmla="*/ 403 w 5"/>
                  <a:gd name="T9" fmla="*/ 1459 h 9"/>
                  <a:gd name="T10" fmla="*/ 0 w 5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1" y="8"/>
                      <a:pt x="2" y="5"/>
                      <a:pt x="3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3" y="2"/>
                      <a:pt x="2" y="4"/>
                    </a:cubicBezTo>
                    <a:cubicBezTo>
                      <a:pt x="1" y="6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5" name="Freeform 697">
                <a:extLst>
                  <a:ext uri="{FF2B5EF4-FFF2-40B4-BE49-F238E27FC236}">
                    <a16:creationId xmlns:a16="http://schemas.microsoft.com/office/drawing/2014/main" id="{4D226203-D29C-487E-BEEF-16AC8C47F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241"/>
                <a:ext cx="30" cy="43"/>
              </a:xfrm>
              <a:custGeom>
                <a:avLst/>
                <a:gdLst>
                  <a:gd name="T0" fmla="*/ 1300 w 12"/>
                  <a:gd name="T1" fmla="*/ 6060 h 16"/>
                  <a:gd name="T2" fmla="*/ 2738 w 12"/>
                  <a:gd name="T3" fmla="*/ 1148 h 16"/>
                  <a:gd name="T4" fmla="*/ 1958 w 12"/>
                  <a:gd name="T5" fmla="*/ 0 h 16"/>
                  <a:gd name="T6" fmla="*/ 520 w 12"/>
                  <a:gd name="T7" fmla="*/ 4913 h 16"/>
                  <a:gd name="T8" fmla="*/ 1300 w 12"/>
                  <a:gd name="T9" fmla="*/ 60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5" y="16"/>
                    </a:moveTo>
                    <a:cubicBezTo>
                      <a:pt x="3" y="14"/>
                      <a:pt x="12" y="4"/>
                      <a:pt x="11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0" y="11"/>
                      <a:pt x="2" y="13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6" name="Freeform 698">
                <a:extLst>
                  <a:ext uri="{FF2B5EF4-FFF2-40B4-BE49-F238E27FC236}">
                    <a16:creationId xmlns:a16="http://schemas.microsoft.com/office/drawing/2014/main" id="{17F3C5FB-2D4A-4C41-A3A3-19E9B9557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252"/>
                <a:ext cx="12" cy="27"/>
              </a:xfrm>
              <a:custGeom>
                <a:avLst/>
                <a:gdLst>
                  <a:gd name="T0" fmla="*/ 0 w 5"/>
                  <a:gd name="T1" fmla="*/ 3877 h 10"/>
                  <a:gd name="T2" fmla="*/ 802 w 5"/>
                  <a:gd name="T3" fmla="*/ 1158 h 10"/>
                  <a:gd name="T4" fmla="*/ 967 w 5"/>
                  <a:gd name="T5" fmla="*/ 0 h 10"/>
                  <a:gd name="T6" fmla="*/ 967 w 5"/>
                  <a:gd name="T7" fmla="*/ 0 h 10"/>
                  <a:gd name="T8" fmla="*/ 403 w 5"/>
                  <a:gd name="T9" fmla="*/ 2028 h 10"/>
                  <a:gd name="T10" fmla="*/ 0 w 5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cubicBezTo>
                      <a:pt x="1" y="8"/>
                      <a:pt x="2" y="5"/>
                      <a:pt x="4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3" y="3"/>
                      <a:pt x="2" y="5"/>
                    </a:cubicBezTo>
                    <a:cubicBezTo>
                      <a:pt x="1" y="6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7" name="Freeform 699">
                <a:extLst>
                  <a:ext uri="{FF2B5EF4-FFF2-40B4-BE49-F238E27FC236}">
                    <a16:creationId xmlns:a16="http://schemas.microsoft.com/office/drawing/2014/main" id="{86EDC4DE-C8D3-4502-B93F-0597F2603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052"/>
                <a:ext cx="20" cy="19"/>
              </a:xfrm>
              <a:custGeom>
                <a:avLst/>
                <a:gdLst>
                  <a:gd name="T0" fmla="*/ 988 w 8"/>
                  <a:gd name="T1" fmla="*/ 2823 h 7"/>
                  <a:gd name="T2" fmla="*/ 0 w 8"/>
                  <a:gd name="T3" fmla="*/ 2823 h 7"/>
                  <a:gd name="T4" fmla="*/ 988 w 8"/>
                  <a:gd name="T5" fmla="*/ 0 h 7"/>
                  <a:gd name="T6" fmla="*/ 1958 w 8"/>
                  <a:gd name="T7" fmla="*/ 760 h 7"/>
                  <a:gd name="T8" fmla="*/ 988 w 8"/>
                  <a:gd name="T9" fmla="*/ 282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4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3" y="4"/>
                      <a:pt x="4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4"/>
                      <a:pt x="5" y="6"/>
                      <a:pt x="4" y="7"/>
                    </a:cubicBez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8" name="Freeform 700">
                <a:extLst>
                  <a:ext uri="{FF2B5EF4-FFF2-40B4-BE49-F238E27FC236}">
                    <a16:creationId xmlns:a16="http://schemas.microsoft.com/office/drawing/2014/main" id="{7E5E4C7E-F22E-4A3E-A688-1BAAFCF30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047"/>
                <a:ext cx="22" cy="26"/>
              </a:xfrm>
              <a:custGeom>
                <a:avLst/>
                <a:gdLst>
                  <a:gd name="T0" fmla="*/ 1931 w 9"/>
                  <a:gd name="T1" fmla="*/ 595 h 10"/>
                  <a:gd name="T2" fmla="*/ 1750 w 9"/>
                  <a:gd name="T3" fmla="*/ 967 h 10"/>
                  <a:gd name="T4" fmla="*/ 860 w 9"/>
                  <a:gd name="T5" fmla="*/ 2746 h 10"/>
                  <a:gd name="T6" fmla="*/ 0 w 9"/>
                  <a:gd name="T7" fmla="*/ 3110 h 10"/>
                  <a:gd name="T8" fmla="*/ 1039 w 9"/>
                  <a:gd name="T9" fmla="*/ 967 h 10"/>
                  <a:gd name="T10" fmla="*/ 1039 w 9"/>
                  <a:gd name="T11" fmla="*/ 0 h 10"/>
                  <a:gd name="T12" fmla="*/ 1931 w 9"/>
                  <a:gd name="T13" fmla="*/ 595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9" y="2"/>
                    </a:moveTo>
                    <a:cubicBezTo>
                      <a:pt x="9" y="2"/>
                      <a:pt x="8" y="3"/>
                      <a:pt x="8" y="3"/>
                    </a:cubicBezTo>
                    <a:cubicBezTo>
                      <a:pt x="7" y="6"/>
                      <a:pt x="5" y="9"/>
                      <a:pt x="4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3" y="8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9" name="Freeform 701">
                <a:extLst>
                  <a:ext uri="{FF2B5EF4-FFF2-40B4-BE49-F238E27FC236}">
                    <a16:creationId xmlns:a16="http://schemas.microsoft.com/office/drawing/2014/main" id="{C5FA094F-7BC6-4238-AA0B-E0D8CA8B9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039"/>
                <a:ext cx="35" cy="34"/>
              </a:xfrm>
              <a:custGeom>
                <a:avLst/>
                <a:gdLst>
                  <a:gd name="T0" fmla="*/ 988 w 14"/>
                  <a:gd name="T1" fmla="*/ 4166 h 13"/>
                  <a:gd name="T2" fmla="*/ 2470 w 14"/>
                  <a:gd name="T3" fmla="*/ 2202 h 13"/>
                  <a:gd name="T4" fmla="*/ 3438 w 14"/>
                  <a:gd name="T5" fmla="*/ 0 h 13"/>
                  <a:gd name="T6" fmla="*/ 2470 w 14"/>
                  <a:gd name="T7" fmla="*/ 377 h 13"/>
                  <a:gd name="T8" fmla="*/ 1488 w 14"/>
                  <a:gd name="T9" fmla="*/ 1969 h 13"/>
                  <a:gd name="T10" fmla="*/ 0 w 14"/>
                  <a:gd name="T11" fmla="*/ 3790 h 13"/>
                  <a:gd name="T12" fmla="*/ 988 w 14"/>
                  <a:gd name="T13" fmla="*/ 4166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4" y="13"/>
                    </a:moveTo>
                    <a:cubicBezTo>
                      <a:pt x="5" y="13"/>
                      <a:pt x="8" y="10"/>
                      <a:pt x="10" y="7"/>
                    </a:cubicBezTo>
                    <a:cubicBezTo>
                      <a:pt x="11" y="5"/>
                      <a:pt x="14" y="0"/>
                      <a:pt x="14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1"/>
                      <a:pt x="7" y="3"/>
                      <a:pt x="6" y="6"/>
                    </a:cubicBezTo>
                    <a:cubicBezTo>
                      <a:pt x="4" y="10"/>
                      <a:pt x="2" y="12"/>
                      <a:pt x="0" y="1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0" name="Freeform 702">
                <a:extLst>
                  <a:ext uri="{FF2B5EF4-FFF2-40B4-BE49-F238E27FC236}">
                    <a16:creationId xmlns:a16="http://schemas.microsoft.com/office/drawing/2014/main" id="{760D4361-B223-48D3-B8E0-287DD4BD7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041"/>
                <a:ext cx="35" cy="32"/>
              </a:xfrm>
              <a:custGeom>
                <a:avLst/>
                <a:gdLst>
                  <a:gd name="T0" fmla="*/ 1300 w 14"/>
                  <a:gd name="T1" fmla="*/ 4301 h 12"/>
                  <a:gd name="T2" fmla="*/ 2470 w 14"/>
                  <a:gd name="T3" fmla="*/ 2184 h 12"/>
                  <a:gd name="T4" fmla="*/ 3438 w 14"/>
                  <a:gd name="T5" fmla="*/ 0 h 12"/>
                  <a:gd name="T6" fmla="*/ 2470 w 14"/>
                  <a:gd name="T7" fmla="*/ 0 h 12"/>
                  <a:gd name="T8" fmla="*/ 1770 w 14"/>
                  <a:gd name="T9" fmla="*/ 1763 h 12"/>
                  <a:gd name="T10" fmla="*/ 0 w 14"/>
                  <a:gd name="T11" fmla="*/ 4301 h 12"/>
                  <a:gd name="T12" fmla="*/ 1300 w 14"/>
                  <a:gd name="T13" fmla="*/ 430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5" y="12"/>
                    </a:moveTo>
                    <a:cubicBezTo>
                      <a:pt x="6" y="12"/>
                      <a:pt x="9" y="9"/>
                      <a:pt x="10" y="6"/>
                    </a:cubicBezTo>
                    <a:cubicBezTo>
                      <a:pt x="12" y="4"/>
                      <a:pt x="14" y="0"/>
                      <a:pt x="14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8" y="3"/>
                      <a:pt x="7" y="5"/>
                    </a:cubicBezTo>
                    <a:cubicBezTo>
                      <a:pt x="4" y="10"/>
                      <a:pt x="2" y="12"/>
                      <a:pt x="0" y="12"/>
                    </a:cubicBez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1" name="Freeform 703">
                <a:extLst>
                  <a:ext uri="{FF2B5EF4-FFF2-40B4-BE49-F238E27FC236}">
                    <a16:creationId xmlns:a16="http://schemas.microsoft.com/office/drawing/2014/main" id="{D398ADD5-B857-4FA4-863C-6402C6CA5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039"/>
                <a:ext cx="28" cy="32"/>
              </a:xfrm>
              <a:custGeom>
                <a:avLst/>
                <a:gdLst>
                  <a:gd name="T0" fmla="*/ 0 w 11"/>
                  <a:gd name="T1" fmla="*/ 0 h 12"/>
                  <a:gd name="T2" fmla="*/ 1932 w 11"/>
                  <a:gd name="T3" fmla="*/ 4301 h 12"/>
                  <a:gd name="T4" fmla="*/ 2986 w 11"/>
                  <a:gd name="T5" fmla="*/ 4301 h 12"/>
                  <a:gd name="T6" fmla="*/ 1056 w 11"/>
                  <a:gd name="T7" fmla="*/ 0 h 12"/>
                  <a:gd name="T8" fmla="*/ 0 w 1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3" y="0"/>
                      <a:pt x="6" y="12"/>
                      <a:pt x="7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7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2" name="Freeform 704">
                <a:extLst>
                  <a:ext uri="{FF2B5EF4-FFF2-40B4-BE49-F238E27FC236}">
                    <a16:creationId xmlns:a16="http://schemas.microsoft.com/office/drawing/2014/main" id="{8BCC3B15-9907-4768-9D8B-F05E8F5D4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039"/>
                <a:ext cx="28" cy="34"/>
              </a:xfrm>
              <a:custGeom>
                <a:avLst/>
                <a:gdLst>
                  <a:gd name="T0" fmla="*/ 0 w 11"/>
                  <a:gd name="T1" fmla="*/ 377 h 13"/>
                  <a:gd name="T2" fmla="*/ 1932 w 11"/>
                  <a:gd name="T3" fmla="*/ 4166 h 13"/>
                  <a:gd name="T4" fmla="*/ 2986 w 11"/>
                  <a:gd name="T5" fmla="*/ 3790 h 13"/>
                  <a:gd name="T6" fmla="*/ 843 w 11"/>
                  <a:gd name="T7" fmla="*/ 377 h 13"/>
                  <a:gd name="T8" fmla="*/ 0 w 11"/>
                  <a:gd name="T9" fmla="*/ 3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0" y="1"/>
                    </a:moveTo>
                    <a:cubicBezTo>
                      <a:pt x="3" y="1"/>
                      <a:pt x="6" y="13"/>
                      <a:pt x="7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7" y="0"/>
                      <a:pt x="3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3" name="Freeform 705">
                <a:extLst>
                  <a:ext uri="{FF2B5EF4-FFF2-40B4-BE49-F238E27FC236}">
                    <a16:creationId xmlns:a16="http://schemas.microsoft.com/office/drawing/2014/main" id="{B5D7F691-0E0B-4AF3-9240-9E593BE56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041"/>
                <a:ext cx="33" cy="35"/>
              </a:xfrm>
              <a:custGeom>
                <a:avLst/>
                <a:gdLst>
                  <a:gd name="T0" fmla="*/ 1031 w 13"/>
                  <a:gd name="T1" fmla="*/ 4935 h 13"/>
                  <a:gd name="T2" fmla="*/ 2617 w 13"/>
                  <a:gd name="T3" fmla="*/ 2673 h 13"/>
                  <a:gd name="T4" fmla="*/ 3485 w 13"/>
                  <a:gd name="T5" fmla="*/ 0 h 13"/>
                  <a:gd name="T6" fmla="*/ 2617 w 13"/>
                  <a:gd name="T7" fmla="*/ 0 h 13"/>
                  <a:gd name="T8" fmla="*/ 1571 w 13"/>
                  <a:gd name="T9" fmla="*/ 2262 h 13"/>
                  <a:gd name="T10" fmla="*/ 0 w 13"/>
                  <a:gd name="T11" fmla="*/ 4531 h 13"/>
                  <a:gd name="T12" fmla="*/ 1031 w 13"/>
                  <a:gd name="T13" fmla="*/ 493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4" y="13"/>
                    </a:moveTo>
                    <a:cubicBezTo>
                      <a:pt x="5" y="13"/>
                      <a:pt x="8" y="9"/>
                      <a:pt x="10" y="7"/>
                    </a:cubicBezTo>
                    <a:cubicBezTo>
                      <a:pt x="11" y="4"/>
                      <a:pt x="13" y="0"/>
                      <a:pt x="13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7" y="3"/>
                      <a:pt x="6" y="6"/>
                    </a:cubicBezTo>
                    <a:cubicBezTo>
                      <a:pt x="4" y="10"/>
                      <a:pt x="1" y="12"/>
                      <a:pt x="0" y="1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4" name="Freeform 706">
                <a:extLst>
                  <a:ext uri="{FF2B5EF4-FFF2-40B4-BE49-F238E27FC236}">
                    <a16:creationId xmlns:a16="http://schemas.microsoft.com/office/drawing/2014/main" id="{0FB27BCB-105D-4A4E-98BE-5078577F7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041"/>
                <a:ext cx="30" cy="32"/>
              </a:xfrm>
              <a:custGeom>
                <a:avLst/>
                <a:gdLst>
                  <a:gd name="T0" fmla="*/ 988 w 12"/>
                  <a:gd name="T1" fmla="*/ 4301 h 12"/>
                  <a:gd name="T2" fmla="*/ 2270 w 12"/>
                  <a:gd name="T3" fmla="*/ 2581 h 12"/>
                  <a:gd name="T4" fmla="*/ 2938 w 12"/>
                  <a:gd name="T5" fmla="*/ 0 h 12"/>
                  <a:gd name="T6" fmla="*/ 2270 w 12"/>
                  <a:gd name="T7" fmla="*/ 397 h 12"/>
                  <a:gd name="T8" fmla="*/ 1300 w 12"/>
                  <a:gd name="T9" fmla="*/ 2184 h 12"/>
                  <a:gd name="T10" fmla="*/ 0 w 12"/>
                  <a:gd name="T11" fmla="*/ 4301 h 12"/>
                  <a:gd name="T12" fmla="*/ 988 w 12"/>
                  <a:gd name="T13" fmla="*/ 430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5" y="12"/>
                      <a:pt x="7" y="10"/>
                      <a:pt x="9" y="7"/>
                    </a:cubicBezTo>
                    <a:cubicBezTo>
                      <a:pt x="10" y="5"/>
                      <a:pt x="12" y="0"/>
                      <a:pt x="12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6" y="4"/>
                      <a:pt x="5" y="6"/>
                    </a:cubicBezTo>
                    <a:cubicBezTo>
                      <a:pt x="3" y="10"/>
                      <a:pt x="1" y="12"/>
                      <a:pt x="0" y="12"/>
                    </a:cubicBez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5" name="Freeform 707">
                <a:extLst>
                  <a:ext uri="{FF2B5EF4-FFF2-40B4-BE49-F238E27FC236}">
                    <a16:creationId xmlns:a16="http://schemas.microsoft.com/office/drawing/2014/main" id="{C1FCB372-94BB-4DD8-B1D6-7C2749E92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041"/>
                <a:ext cx="25" cy="32"/>
              </a:xfrm>
              <a:custGeom>
                <a:avLst/>
                <a:gdLst>
                  <a:gd name="T0" fmla="*/ 0 w 10"/>
                  <a:gd name="T1" fmla="*/ 0 h 12"/>
                  <a:gd name="T2" fmla="*/ 1488 w 10"/>
                  <a:gd name="T3" fmla="*/ 4301 h 12"/>
                  <a:gd name="T4" fmla="*/ 2470 w 10"/>
                  <a:gd name="T5" fmla="*/ 4301 h 12"/>
                  <a:gd name="T6" fmla="*/ 988 w 10"/>
                  <a:gd name="T7" fmla="*/ 0 h 12"/>
                  <a:gd name="T8" fmla="*/ 0 w 1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0" y="0"/>
                    </a:moveTo>
                    <a:cubicBezTo>
                      <a:pt x="3" y="0"/>
                      <a:pt x="5" y="12"/>
                      <a:pt x="6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7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6" name="Freeform 708">
                <a:extLst>
                  <a:ext uri="{FF2B5EF4-FFF2-40B4-BE49-F238E27FC236}">
                    <a16:creationId xmlns:a16="http://schemas.microsoft.com/office/drawing/2014/main" id="{B4367946-CDE7-4951-9832-43CF1DE8F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041"/>
                <a:ext cx="25" cy="35"/>
              </a:xfrm>
              <a:custGeom>
                <a:avLst/>
                <a:gdLst>
                  <a:gd name="T0" fmla="*/ 0 w 10"/>
                  <a:gd name="T1" fmla="*/ 428 h 13"/>
                  <a:gd name="T2" fmla="*/ 1488 w 10"/>
                  <a:gd name="T3" fmla="*/ 4531 h 13"/>
                  <a:gd name="T4" fmla="*/ 2470 w 10"/>
                  <a:gd name="T5" fmla="*/ 4531 h 13"/>
                  <a:gd name="T6" fmla="*/ 783 w 10"/>
                  <a:gd name="T7" fmla="*/ 0 h 13"/>
                  <a:gd name="T8" fmla="*/ 0 w 10"/>
                  <a:gd name="T9" fmla="*/ 42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0" y="1"/>
                    </a:moveTo>
                    <a:cubicBezTo>
                      <a:pt x="2" y="1"/>
                      <a:pt x="5" y="13"/>
                      <a:pt x="6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7" y="0"/>
                      <a:pt x="3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7" name="Freeform 709">
                <a:extLst>
                  <a:ext uri="{FF2B5EF4-FFF2-40B4-BE49-F238E27FC236}">
                    <a16:creationId xmlns:a16="http://schemas.microsoft.com/office/drawing/2014/main" id="{4CD2969F-38B3-484B-9302-93562E519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041"/>
                <a:ext cx="38" cy="30"/>
              </a:xfrm>
              <a:custGeom>
                <a:avLst/>
                <a:gdLst>
                  <a:gd name="T0" fmla="*/ 1026 w 15"/>
                  <a:gd name="T1" fmla="*/ 4544 h 11"/>
                  <a:gd name="T2" fmla="*/ 2926 w 15"/>
                  <a:gd name="T3" fmla="*/ 2433 h 11"/>
                  <a:gd name="T4" fmla="*/ 3955 w 15"/>
                  <a:gd name="T5" fmla="*/ 447 h 11"/>
                  <a:gd name="T6" fmla="*/ 3139 w 15"/>
                  <a:gd name="T7" fmla="*/ 0 h 11"/>
                  <a:gd name="T8" fmla="*/ 1900 w 15"/>
                  <a:gd name="T9" fmla="*/ 2114 h 11"/>
                  <a:gd name="T10" fmla="*/ 0 w 15"/>
                  <a:gd name="T11" fmla="*/ 4099 h 11"/>
                  <a:gd name="T12" fmla="*/ 1026 w 15"/>
                  <a:gd name="T13" fmla="*/ 454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4" y="11"/>
                    </a:moveTo>
                    <a:cubicBezTo>
                      <a:pt x="5" y="11"/>
                      <a:pt x="8" y="9"/>
                      <a:pt x="11" y="6"/>
                    </a:cubicBezTo>
                    <a:cubicBezTo>
                      <a:pt x="12" y="4"/>
                      <a:pt x="15" y="1"/>
                      <a:pt x="15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9" y="3"/>
                      <a:pt x="7" y="5"/>
                    </a:cubicBezTo>
                    <a:cubicBezTo>
                      <a:pt x="4" y="8"/>
                      <a:pt x="2" y="11"/>
                      <a:pt x="0" y="10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8" name="Freeform 710">
                <a:extLst>
                  <a:ext uri="{FF2B5EF4-FFF2-40B4-BE49-F238E27FC236}">
                    <a16:creationId xmlns:a16="http://schemas.microsoft.com/office/drawing/2014/main" id="{7DD53CB1-EB9C-4FA2-918A-F552634D6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2039"/>
                <a:ext cx="38" cy="29"/>
              </a:xfrm>
              <a:custGeom>
                <a:avLst/>
                <a:gdLst>
                  <a:gd name="T0" fmla="*/ 1026 w 15"/>
                  <a:gd name="T1" fmla="*/ 3662 h 11"/>
                  <a:gd name="T2" fmla="*/ 2599 w 15"/>
                  <a:gd name="T3" fmla="*/ 2273 h 11"/>
                  <a:gd name="T4" fmla="*/ 3955 w 15"/>
                  <a:gd name="T5" fmla="*/ 382 h 11"/>
                  <a:gd name="T6" fmla="*/ 2926 w 15"/>
                  <a:gd name="T7" fmla="*/ 382 h 11"/>
                  <a:gd name="T8" fmla="*/ 1900 w 15"/>
                  <a:gd name="T9" fmla="*/ 1648 h 11"/>
                  <a:gd name="T10" fmla="*/ 0 w 15"/>
                  <a:gd name="T11" fmla="*/ 3335 h 11"/>
                  <a:gd name="T12" fmla="*/ 1026 w 15"/>
                  <a:gd name="T13" fmla="*/ 366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4" y="11"/>
                    </a:moveTo>
                    <a:cubicBezTo>
                      <a:pt x="6" y="11"/>
                      <a:pt x="8" y="9"/>
                      <a:pt x="10" y="7"/>
                    </a:cubicBezTo>
                    <a:cubicBezTo>
                      <a:pt x="12" y="5"/>
                      <a:pt x="15" y="1"/>
                      <a:pt x="15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8" y="3"/>
                      <a:pt x="7" y="5"/>
                    </a:cubicBezTo>
                    <a:cubicBezTo>
                      <a:pt x="4" y="9"/>
                      <a:pt x="1" y="10"/>
                      <a:pt x="0" y="10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9" name="Freeform 711">
                <a:extLst>
                  <a:ext uri="{FF2B5EF4-FFF2-40B4-BE49-F238E27FC236}">
                    <a16:creationId xmlns:a16="http://schemas.microsoft.com/office/drawing/2014/main" id="{4E04E5F4-5499-432F-9DB8-D705921B3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041"/>
                <a:ext cx="22" cy="35"/>
              </a:xfrm>
              <a:custGeom>
                <a:avLst/>
                <a:gdLst>
                  <a:gd name="T0" fmla="*/ 0 w 9"/>
                  <a:gd name="T1" fmla="*/ 0 h 13"/>
                  <a:gd name="T2" fmla="*/ 1039 w 9"/>
                  <a:gd name="T3" fmla="*/ 4935 h 13"/>
                  <a:gd name="T4" fmla="*/ 1931 w 9"/>
                  <a:gd name="T5" fmla="*/ 4935 h 13"/>
                  <a:gd name="T6" fmla="*/ 860 w 9"/>
                  <a:gd name="T7" fmla="*/ 0 h 13"/>
                  <a:gd name="T8" fmla="*/ 0 w 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3" y="0"/>
                      <a:pt x="4" y="12"/>
                      <a:pt x="5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7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0" name="Freeform 712">
                <a:extLst>
                  <a:ext uri="{FF2B5EF4-FFF2-40B4-BE49-F238E27FC236}">
                    <a16:creationId xmlns:a16="http://schemas.microsoft.com/office/drawing/2014/main" id="{4EB31CE3-CF94-4CD5-8754-777A42127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041"/>
                <a:ext cx="22" cy="32"/>
              </a:xfrm>
              <a:custGeom>
                <a:avLst/>
                <a:gdLst>
                  <a:gd name="T0" fmla="*/ 0 w 9"/>
                  <a:gd name="T1" fmla="*/ 0 h 12"/>
                  <a:gd name="T2" fmla="*/ 1039 w 9"/>
                  <a:gd name="T3" fmla="*/ 4301 h 12"/>
                  <a:gd name="T4" fmla="*/ 1931 w 9"/>
                  <a:gd name="T5" fmla="*/ 4301 h 12"/>
                  <a:gd name="T6" fmla="*/ 616 w 9"/>
                  <a:gd name="T7" fmla="*/ 0 h 12"/>
                  <a:gd name="T8" fmla="*/ 0 w 9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3" y="0"/>
                      <a:pt x="4" y="12"/>
                      <a:pt x="5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2"/>
                      <a:pt x="7" y="0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1" name="Freeform 713">
                <a:extLst>
                  <a:ext uri="{FF2B5EF4-FFF2-40B4-BE49-F238E27FC236}">
                    <a16:creationId xmlns:a16="http://schemas.microsoft.com/office/drawing/2014/main" id="{DAF981C7-C554-49EB-9BB6-FAFFB9023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033"/>
                <a:ext cx="42" cy="30"/>
              </a:xfrm>
              <a:custGeom>
                <a:avLst/>
                <a:gdLst>
                  <a:gd name="T0" fmla="*/ 934 w 17"/>
                  <a:gd name="T1" fmla="*/ 4099 h 11"/>
                  <a:gd name="T2" fmla="*/ 2503 w 17"/>
                  <a:gd name="T3" fmla="*/ 2877 h 11"/>
                  <a:gd name="T4" fmla="*/ 3876 w 17"/>
                  <a:gd name="T5" fmla="*/ 775 h 11"/>
                  <a:gd name="T6" fmla="*/ 2942 w 17"/>
                  <a:gd name="T7" fmla="*/ 447 h 11"/>
                  <a:gd name="T8" fmla="*/ 1826 w 17"/>
                  <a:gd name="T9" fmla="*/ 1666 h 11"/>
                  <a:gd name="T10" fmla="*/ 0 w 17"/>
                  <a:gd name="T11" fmla="*/ 3755 h 11"/>
                  <a:gd name="T12" fmla="*/ 934 w 17"/>
                  <a:gd name="T13" fmla="*/ 4099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4" y="10"/>
                    </a:moveTo>
                    <a:cubicBezTo>
                      <a:pt x="5" y="11"/>
                      <a:pt x="8" y="9"/>
                      <a:pt x="11" y="7"/>
                    </a:cubicBezTo>
                    <a:cubicBezTo>
                      <a:pt x="13" y="5"/>
                      <a:pt x="16" y="2"/>
                      <a:pt x="17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0" y="3"/>
                      <a:pt x="8" y="4"/>
                    </a:cubicBezTo>
                    <a:cubicBezTo>
                      <a:pt x="4" y="8"/>
                      <a:pt x="1" y="9"/>
                      <a:pt x="0" y="9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2" name="Freeform 714">
                <a:extLst>
                  <a:ext uri="{FF2B5EF4-FFF2-40B4-BE49-F238E27FC236}">
                    <a16:creationId xmlns:a16="http://schemas.microsoft.com/office/drawing/2014/main" id="{4A0C6CB5-ED59-47FF-87A1-28F3D5C66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031"/>
                <a:ext cx="43" cy="26"/>
              </a:xfrm>
              <a:custGeom>
                <a:avLst/>
                <a:gdLst>
                  <a:gd name="T0" fmla="*/ 1017 w 17"/>
                  <a:gd name="T1" fmla="*/ 3110 h 10"/>
                  <a:gd name="T2" fmla="*/ 3109 w 17"/>
                  <a:gd name="T3" fmla="*/ 1914 h 10"/>
                  <a:gd name="T4" fmla="*/ 4467 w 17"/>
                  <a:gd name="T5" fmla="*/ 372 h 10"/>
                  <a:gd name="T6" fmla="*/ 3640 w 17"/>
                  <a:gd name="T7" fmla="*/ 0 h 10"/>
                  <a:gd name="T8" fmla="*/ 2087 w 17"/>
                  <a:gd name="T9" fmla="*/ 1196 h 10"/>
                  <a:gd name="T10" fmla="*/ 0 w 17"/>
                  <a:gd name="T11" fmla="*/ 2514 h 10"/>
                  <a:gd name="T12" fmla="*/ 1017 w 17"/>
                  <a:gd name="T13" fmla="*/ 311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4" y="10"/>
                    </a:moveTo>
                    <a:cubicBezTo>
                      <a:pt x="6" y="10"/>
                      <a:pt x="9" y="8"/>
                      <a:pt x="12" y="6"/>
                    </a:cubicBezTo>
                    <a:cubicBezTo>
                      <a:pt x="14" y="4"/>
                      <a:pt x="17" y="1"/>
                      <a:pt x="17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0" y="2"/>
                      <a:pt x="8" y="4"/>
                    </a:cubicBezTo>
                    <a:cubicBezTo>
                      <a:pt x="5" y="7"/>
                      <a:pt x="1" y="9"/>
                      <a:pt x="0" y="8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3" name="Freeform 715">
                <a:extLst>
                  <a:ext uri="{FF2B5EF4-FFF2-40B4-BE49-F238E27FC236}">
                    <a16:creationId xmlns:a16="http://schemas.microsoft.com/office/drawing/2014/main" id="{292D554B-6538-42DE-9FB2-2D458EA28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033"/>
                <a:ext cx="17" cy="38"/>
              </a:xfrm>
              <a:custGeom>
                <a:avLst/>
                <a:gdLst>
                  <a:gd name="T0" fmla="*/ 0 w 7"/>
                  <a:gd name="T1" fmla="*/ 0 h 14"/>
                  <a:gd name="T2" fmla="*/ 831 w 7"/>
                  <a:gd name="T3" fmla="*/ 5600 h 14"/>
                  <a:gd name="T4" fmla="*/ 1433 w 7"/>
                  <a:gd name="T5" fmla="*/ 5600 h 14"/>
                  <a:gd name="T6" fmla="*/ 831 w 7"/>
                  <a:gd name="T7" fmla="*/ 442 h 14"/>
                  <a:gd name="T8" fmla="*/ 0 w 7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3" y="1"/>
                      <a:pt x="2" y="13"/>
                      <a:pt x="4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7" y="2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4" name="Freeform 716">
                <a:extLst>
                  <a:ext uri="{FF2B5EF4-FFF2-40B4-BE49-F238E27FC236}">
                    <a16:creationId xmlns:a16="http://schemas.microsoft.com/office/drawing/2014/main" id="{E76A23D7-39E4-43C7-95E8-08B2AD86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031"/>
                <a:ext cx="17" cy="37"/>
              </a:xfrm>
              <a:custGeom>
                <a:avLst/>
                <a:gdLst>
                  <a:gd name="T0" fmla="*/ 0 w 7"/>
                  <a:gd name="T1" fmla="*/ 0 h 14"/>
                  <a:gd name="T2" fmla="*/ 590 w 7"/>
                  <a:gd name="T3" fmla="*/ 4392 h 14"/>
                  <a:gd name="T4" fmla="*/ 1433 w 7"/>
                  <a:gd name="T5" fmla="*/ 4784 h 14"/>
                  <a:gd name="T6" fmla="*/ 831 w 7"/>
                  <a:gd name="T7" fmla="*/ 391 h 14"/>
                  <a:gd name="T8" fmla="*/ 0 w 7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3" y="1"/>
                      <a:pt x="2" y="13"/>
                      <a:pt x="3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7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5" name="Freeform 717">
                <a:extLst>
                  <a:ext uri="{FF2B5EF4-FFF2-40B4-BE49-F238E27FC236}">
                    <a16:creationId xmlns:a16="http://schemas.microsoft.com/office/drawing/2014/main" id="{CE0A56E2-18D2-4717-8908-D00B37CB9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020"/>
                <a:ext cx="45" cy="24"/>
              </a:xfrm>
              <a:custGeom>
                <a:avLst/>
                <a:gdLst>
                  <a:gd name="T0" fmla="*/ 988 w 18"/>
                  <a:gd name="T1" fmla="*/ 3243 h 9"/>
                  <a:gd name="T2" fmla="*/ 2938 w 18"/>
                  <a:gd name="T3" fmla="*/ 2184 h 9"/>
                  <a:gd name="T4" fmla="*/ 4425 w 18"/>
                  <a:gd name="T5" fmla="*/ 1059 h 9"/>
                  <a:gd name="T6" fmla="*/ 3720 w 18"/>
                  <a:gd name="T7" fmla="*/ 397 h 9"/>
                  <a:gd name="T8" fmla="*/ 2270 w 18"/>
                  <a:gd name="T9" fmla="*/ 1459 h 9"/>
                  <a:gd name="T10" fmla="*/ 0 w 18"/>
                  <a:gd name="T11" fmla="*/ 2581 h 9"/>
                  <a:gd name="T12" fmla="*/ 988 w 18"/>
                  <a:gd name="T13" fmla="*/ 324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9">
                    <a:moveTo>
                      <a:pt x="4" y="9"/>
                    </a:moveTo>
                    <a:cubicBezTo>
                      <a:pt x="5" y="9"/>
                      <a:pt x="9" y="8"/>
                      <a:pt x="12" y="6"/>
                    </a:cubicBezTo>
                    <a:cubicBezTo>
                      <a:pt x="14" y="5"/>
                      <a:pt x="18" y="3"/>
                      <a:pt x="18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2" y="2"/>
                      <a:pt x="9" y="4"/>
                    </a:cubicBezTo>
                    <a:cubicBezTo>
                      <a:pt x="5" y="6"/>
                      <a:pt x="1" y="7"/>
                      <a:pt x="0" y="7"/>
                    </a:cubicBez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6" name="Freeform 718">
                <a:extLst>
                  <a:ext uri="{FF2B5EF4-FFF2-40B4-BE49-F238E27FC236}">
                    <a16:creationId xmlns:a16="http://schemas.microsoft.com/office/drawing/2014/main" id="{91287CAE-7316-424F-8953-664E03986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023"/>
                <a:ext cx="18" cy="40"/>
              </a:xfrm>
              <a:custGeom>
                <a:avLst/>
                <a:gdLst>
                  <a:gd name="T0" fmla="*/ 0 w 7"/>
                  <a:gd name="T1" fmla="*/ 0 h 15"/>
                  <a:gd name="T2" fmla="*/ 357 w 7"/>
                  <a:gd name="T3" fmla="*/ 4701 h 15"/>
                  <a:gd name="T4" fmla="*/ 1448 w 7"/>
                  <a:gd name="T5" fmla="*/ 5405 h 15"/>
                  <a:gd name="T6" fmla="*/ 1137 w 7"/>
                  <a:gd name="T7" fmla="*/ 397 h 15"/>
                  <a:gd name="T8" fmla="*/ 0 w 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3" y="1"/>
                      <a:pt x="0" y="13"/>
                      <a:pt x="1" y="13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4"/>
                      <a:pt x="7" y="2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7" name="Freeform 719">
                <a:extLst>
                  <a:ext uri="{FF2B5EF4-FFF2-40B4-BE49-F238E27FC236}">
                    <a16:creationId xmlns:a16="http://schemas.microsoft.com/office/drawing/2014/main" id="{CE190786-C764-4A5E-BFAF-D1EC4F6A0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047"/>
                <a:ext cx="12" cy="24"/>
              </a:xfrm>
              <a:custGeom>
                <a:avLst/>
                <a:gdLst>
                  <a:gd name="T0" fmla="*/ 0 w 5"/>
                  <a:gd name="T1" fmla="*/ 0 h 9"/>
                  <a:gd name="T2" fmla="*/ 564 w 5"/>
                  <a:gd name="T3" fmla="*/ 2184 h 9"/>
                  <a:gd name="T4" fmla="*/ 967 w 5"/>
                  <a:gd name="T5" fmla="*/ 3243 h 9"/>
                  <a:gd name="T6" fmla="*/ 967 w 5"/>
                  <a:gd name="T7" fmla="*/ 3243 h 9"/>
                  <a:gd name="T8" fmla="*/ 564 w 5"/>
                  <a:gd name="T9" fmla="*/ 1459 h 9"/>
                  <a:gd name="T10" fmla="*/ 0 w 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1" y="1"/>
                      <a:pt x="2" y="4"/>
                      <a:pt x="3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4" y="6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8" name="Freeform 720">
                <a:extLst>
                  <a:ext uri="{FF2B5EF4-FFF2-40B4-BE49-F238E27FC236}">
                    <a16:creationId xmlns:a16="http://schemas.microsoft.com/office/drawing/2014/main" id="{A09A3278-DC5D-4F8A-9290-0FC6A755E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044"/>
                <a:ext cx="8" cy="27"/>
              </a:xfrm>
              <a:custGeom>
                <a:avLst/>
                <a:gdLst>
                  <a:gd name="T0" fmla="*/ 0 w 3"/>
                  <a:gd name="T1" fmla="*/ 0 h 10"/>
                  <a:gd name="T2" fmla="*/ 661 w 3"/>
                  <a:gd name="T3" fmla="*/ 2719 h 10"/>
                  <a:gd name="T4" fmla="*/ 1059 w 3"/>
                  <a:gd name="T5" fmla="*/ 3877 h 10"/>
                  <a:gd name="T6" fmla="*/ 1059 w 3"/>
                  <a:gd name="T7" fmla="*/ 3877 h 10"/>
                  <a:gd name="T8" fmla="*/ 661 w 3"/>
                  <a:gd name="T9" fmla="*/ 2028 h 10"/>
                  <a:gd name="T10" fmla="*/ 0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0" y="2"/>
                      <a:pt x="1" y="5"/>
                      <a:pt x="2" y="7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7"/>
                      <a:pt x="2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9" name="Freeform 721">
                <a:extLst>
                  <a:ext uri="{FF2B5EF4-FFF2-40B4-BE49-F238E27FC236}">
                    <a16:creationId xmlns:a16="http://schemas.microsoft.com/office/drawing/2014/main" id="{8860F1EE-2288-4524-927A-02C66113E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044"/>
                <a:ext cx="10" cy="27"/>
              </a:xfrm>
              <a:custGeom>
                <a:avLst/>
                <a:gdLst>
                  <a:gd name="T0" fmla="*/ 0 w 4"/>
                  <a:gd name="T1" fmla="*/ 0 h 10"/>
                  <a:gd name="T2" fmla="*/ 783 w 4"/>
                  <a:gd name="T3" fmla="*/ 2719 h 10"/>
                  <a:gd name="T4" fmla="*/ 988 w 4"/>
                  <a:gd name="T5" fmla="*/ 3877 h 10"/>
                  <a:gd name="T6" fmla="*/ 988 w 4"/>
                  <a:gd name="T7" fmla="*/ 3877 h 10"/>
                  <a:gd name="T8" fmla="*/ 783 w 4"/>
                  <a:gd name="T9" fmla="*/ 2028 h 10"/>
                  <a:gd name="T10" fmla="*/ 0 w 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1" y="1"/>
                      <a:pt x="2" y="4"/>
                      <a:pt x="3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7"/>
                      <a:pt x="3" y="5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0" name="Freeform 722">
                <a:extLst>
                  <a:ext uri="{FF2B5EF4-FFF2-40B4-BE49-F238E27FC236}">
                    <a16:creationId xmlns:a16="http://schemas.microsoft.com/office/drawing/2014/main" id="{2043B3A1-0D32-4EA5-8246-12243072E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039"/>
                <a:ext cx="3" cy="26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2142 h 10"/>
                  <a:gd name="T4" fmla="*/ 729 w 1"/>
                  <a:gd name="T5" fmla="*/ 3110 h 10"/>
                  <a:gd name="T6" fmla="*/ 729 w 1"/>
                  <a:gd name="T7" fmla="*/ 3110 h 10"/>
                  <a:gd name="T8" fmla="*/ 729 w 1"/>
                  <a:gd name="T9" fmla="*/ 1547 h 10"/>
                  <a:gd name="T10" fmla="*/ 0 w 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1"/>
                      <a:pt x="0" y="4"/>
                      <a:pt x="0" y="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7"/>
                      <a:pt x="1" y="5"/>
                    </a:cubicBezTo>
                    <a:cubicBezTo>
                      <a:pt x="1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1" name="Freeform 723">
                <a:extLst>
                  <a:ext uri="{FF2B5EF4-FFF2-40B4-BE49-F238E27FC236}">
                    <a16:creationId xmlns:a16="http://schemas.microsoft.com/office/drawing/2014/main" id="{53F55C59-0F34-4E02-97E0-29D0A32D9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2033"/>
                <a:ext cx="3" cy="30"/>
              </a:xfrm>
              <a:custGeom>
                <a:avLst/>
                <a:gdLst>
                  <a:gd name="T0" fmla="*/ 0 w 1"/>
                  <a:gd name="T1" fmla="*/ 0 h 11"/>
                  <a:gd name="T2" fmla="*/ 0 w 1"/>
                  <a:gd name="T3" fmla="*/ 3325 h 11"/>
                  <a:gd name="T4" fmla="*/ 729 w 1"/>
                  <a:gd name="T5" fmla="*/ 4544 h 11"/>
                  <a:gd name="T6" fmla="*/ 729 w 1"/>
                  <a:gd name="T7" fmla="*/ 4544 h 11"/>
                  <a:gd name="T8" fmla="*/ 729 w 1"/>
                  <a:gd name="T9" fmla="*/ 2114 h 11"/>
                  <a:gd name="T10" fmla="*/ 0 w 1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0" y="2"/>
                      <a:pt x="0" y="5"/>
                      <a:pt x="0" y="8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8"/>
                      <a:pt x="1" y="5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2" name="Freeform 724">
                <a:extLst>
                  <a:ext uri="{FF2B5EF4-FFF2-40B4-BE49-F238E27FC236}">
                    <a16:creationId xmlns:a16="http://schemas.microsoft.com/office/drawing/2014/main" id="{1040A8B5-8EA1-48F9-9C69-7B79D04A3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025"/>
                <a:ext cx="3" cy="30"/>
              </a:xfrm>
              <a:custGeom>
                <a:avLst/>
                <a:gdLst>
                  <a:gd name="T0" fmla="*/ 0 w 1"/>
                  <a:gd name="T1" fmla="*/ 0 h 11"/>
                  <a:gd name="T2" fmla="*/ 0 w 1"/>
                  <a:gd name="T3" fmla="*/ 3325 h 11"/>
                  <a:gd name="T4" fmla="*/ 0 w 1"/>
                  <a:gd name="T5" fmla="*/ 4544 h 11"/>
                  <a:gd name="T6" fmla="*/ 0 w 1"/>
                  <a:gd name="T7" fmla="*/ 4544 h 11"/>
                  <a:gd name="T8" fmla="*/ 729 w 1"/>
                  <a:gd name="T9" fmla="*/ 2433 h 11"/>
                  <a:gd name="T10" fmla="*/ 0 w 1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0" y="2"/>
                      <a:pt x="0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8"/>
                      <a:pt x="1" y="6"/>
                    </a:cubicBezTo>
                    <a:cubicBezTo>
                      <a:pt x="1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3" name="Freeform 725">
                <a:extLst>
                  <a:ext uri="{FF2B5EF4-FFF2-40B4-BE49-F238E27FC236}">
                    <a16:creationId xmlns:a16="http://schemas.microsoft.com/office/drawing/2014/main" id="{79DEDBFE-2464-4EBD-93BF-50AC87602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044"/>
                <a:ext cx="12" cy="27"/>
              </a:xfrm>
              <a:custGeom>
                <a:avLst/>
                <a:gdLst>
                  <a:gd name="T0" fmla="*/ 0 w 5"/>
                  <a:gd name="T1" fmla="*/ 0 h 10"/>
                  <a:gd name="T2" fmla="*/ 564 w 5"/>
                  <a:gd name="T3" fmla="*/ 2719 h 10"/>
                  <a:gd name="T4" fmla="*/ 967 w 5"/>
                  <a:gd name="T5" fmla="*/ 3877 h 10"/>
                  <a:gd name="T6" fmla="*/ 967 w 5"/>
                  <a:gd name="T7" fmla="*/ 3877 h 10"/>
                  <a:gd name="T8" fmla="*/ 564 w 5"/>
                  <a:gd name="T9" fmla="*/ 2028 h 10"/>
                  <a:gd name="T10" fmla="*/ 0 w 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2"/>
                      <a:pt x="2" y="5"/>
                      <a:pt x="3" y="7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4" y="7"/>
                      <a:pt x="3" y="5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4" name="Freeform 726">
                <a:extLst>
                  <a:ext uri="{FF2B5EF4-FFF2-40B4-BE49-F238E27FC236}">
                    <a16:creationId xmlns:a16="http://schemas.microsoft.com/office/drawing/2014/main" id="{F66F8B7A-B38F-4DD0-899C-2E3A3DE26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044"/>
                <a:ext cx="13" cy="27"/>
              </a:xfrm>
              <a:custGeom>
                <a:avLst/>
                <a:gdLst>
                  <a:gd name="T0" fmla="*/ 0 w 5"/>
                  <a:gd name="T1" fmla="*/ 0 h 10"/>
                  <a:gd name="T2" fmla="*/ 1196 w 5"/>
                  <a:gd name="T3" fmla="*/ 2282 h 10"/>
                  <a:gd name="T4" fmla="*/ 1547 w 5"/>
                  <a:gd name="T5" fmla="*/ 3877 h 10"/>
                  <a:gd name="T6" fmla="*/ 1547 w 5"/>
                  <a:gd name="T7" fmla="*/ 3877 h 10"/>
                  <a:gd name="T8" fmla="*/ 1196 w 5"/>
                  <a:gd name="T9" fmla="*/ 1596 h 10"/>
                  <a:gd name="T10" fmla="*/ 0 w 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2" y="1"/>
                      <a:pt x="3" y="4"/>
                      <a:pt x="4" y="6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4" y="6"/>
                      <a:pt x="4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5" name="Freeform 727">
                <a:extLst>
                  <a:ext uri="{FF2B5EF4-FFF2-40B4-BE49-F238E27FC236}">
                    <a16:creationId xmlns:a16="http://schemas.microsoft.com/office/drawing/2014/main" id="{A41DB86F-FA76-44E7-B4F7-DD6731F51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041"/>
                <a:ext cx="10" cy="24"/>
              </a:xfrm>
              <a:custGeom>
                <a:avLst/>
                <a:gdLst>
                  <a:gd name="T0" fmla="*/ 0 w 4"/>
                  <a:gd name="T1" fmla="*/ 0 h 9"/>
                  <a:gd name="T2" fmla="*/ 783 w 4"/>
                  <a:gd name="T3" fmla="*/ 2184 h 9"/>
                  <a:gd name="T4" fmla="*/ 988 w 4"/>
                  <a:gd name="T5" fmla="*/ 3243 h 9"/>
                  <a:gd name="T6" fmla="*/ 988 w 4"/>
                  <a:gd name="T7" fmla="*/ 3243 h 9"/>
                  <a:gd name="T8" fmla="*/ 783 w 4"/>
                  <a:gd name="T9" fmla="*/ 1459 h 9"/>
                  <a:gd name="T10" fmla="*/ 0 w 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1" y="1"/>
                      <a:pt x="2" y="4"/>
                      <a:pt x="3" y="6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" y="6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6" name="Freeform 728">
                <a:extLst>
                  <a:ext uri="{FF2B5EF4-FFF2-40B4-BE49-F238E27FC236}">
                    <a16:creationId xmlns:a16="http://schemas.microsoft.com/office/drawing/2014/main" id="{901F863D-BA83-44A7-9177-800D4BD5F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015"/>
                <a:ext cx="42" cy="24"/>
              </a:xfrm>
              <a:custGeom>
                <a:avLst/>
                <a:gdLst>
                  <a:gd name="T0" fmla="*/ 635 w 17"/>
                  <a:gd name="T1" fmla="*/ 3243 h 9"/>
                  <a:gd name="T2" fmla="*/ 2503 w 17"/>
                  <a:gd name="T3" fmla="*/ 2184 h 9"/>
                  <a:gd name="T4" fmla="*/ 3876 w 17"/>
                  <a:gd name="T5" fmla="*/ 661 h 9"/>
                  <a:gd name="T6" fmla="*/ 3199 w 17"/>
                  <a:gd name="T7" fmla="*/ 0 h 9"/>
                  <a:gd name="T8" fmla="*/ 1826 w 17"/>
                  <a:gd name="T9" fmla="*/ 1059 h 9"/>
                  <a:gd name="T10" fmla="*/ 0 w 17"/>
                  <a:gd name="T11" fmla="*/ 2581 h 9"/>
                  <a:gd name="T12" fmla="*/ 635 w 17"/>
                  <a:gd name="T13" fmla="*/ 324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3" y="9"/>
                    </a:moveTo>
                    <a:cubicBezTo>
                      <a:pt x="4" y="9"/>
                      <a:pt x="8" y="8"/>
                      <a:pt x="11" y="6"/>
                    </a:cubicBezTo>
                    <a:cubicBezTo>
                      <a:pt x="13" y="5"/>
                      <a:pt x="17" y="2"/>
                      <a:pt x="17" y="2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0" y="2"/>
                      <a:pt x="8" y="3"/>
                    </a:cubicBezTo>
                    <a:cubicBezTo>
                      <a:pt x="4" y="6"/>
                      <a:pt x="1" y="7"/>
                      <a:pt x="0" y="7"/>
                    </a:cubicBez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7" name="Freeform 729">
                <a:extLst>
                  <a:ext uri="{FF2B5EF4-FFF2-40B4-BE49-F238E27FC236}">
                    <a16:creationId xmlns:a16="http://schemas.microsoft.com/office/drawing/2014/main" id="{B1BDACCC-5AF6-4948-9A33-6D94E547D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007"/>
                <a:ext cx="42" cy="24"/>
              </a:xfrm>
              <a:custGeom>
                <a:avLst/>
                <a:gdLst>
                  <a:gd name="T0" fmla="*/ 635 w 17"/>
                  <a:gd name="T1" fmla="*/ 2824 h 9"/>
                  <a:gd name="T2" fmla="*/ 2503 w 17"/>
                  <a:gd name="T3" fmla="*/ 2184 h 9"/>
                  <a:gd name="T4" fmla="*/ 3876 w 17"/>
                  <a:gd name="T5" fmla="*/ 661 h 9"/>
                  <a:gd name="T6" fmla="*/ 3199 w 17"/>
                  <a:gd name="T7" fmla="*/ 397 h 9"/>
                  <a:gd name="T8" fmla="*/ 1826 w 17"/>
                  <a:gd name="T9" fmla="*/ 1459 h 9"/>
                  <a:gd name="T10" fmla="*/ 0 w 17"/>
                  <a:gd name="T11" fmla="*/ 2184 h 9"/>
                  <a:gd name="T12" fmla="*/ 635 w 17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3" y="8"/>
                    </a:moveTo>
                    <a:cubicBezTo>
                      <a:pt x="5" y="9"/>
                      <a:pt x="8" y="8"/>
                      <a:pt x="11" y="6"/>
                    </a:cubicBezTo>
                    <a:cubicBezTo>
                      <a:pt x="13" y="5"/>
                      <a:pt x="17" y="2"/>
                      <a:pt x="17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0"/>
                      <a:pt x="10" y="2"/>
                      <a:pt x="8" y="4"/>
                    </a:cubicBezTo>
                    <a:cubicBezTo>
                      <a:pt x="4" y="7"/>
                      <a:pt x="1" y="7"/>
                      <a:pt x="0" y="6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8" name="Freeform 730">
                <a:extLst>
                  <a:ext uri="{FF2B5EF4-FFF2-40B4-BE49-F238E27FC236}">
                    <a16:creationId xmlns:a16="http://schemas.microsoft.com/office/drawing/2014/main" id="{550E24C5-E165-4A2A-A847-DD0F1E4E0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009"/>
                <a:ext cx="18" cy="40"/>
              </a:xfrm>
              <a:custGeom>
                <a:avLst/>
                <a:gdLst>
                  <a:gd name="T0" fmla="*/ 0 w 7"/>
                  <a:gd name="T1" fmla="*/ 0 h 15"/>
                  <a:gd name="T2" fmla="*/ 357 w 7"/>
                  <a:gd name="T3" fmla="*/ 4701 h 15"/>
                  <a:gd name="T4" fmla="*/ 1448 w 7"/>
                  <a:gd name="T5" fmla="*/ 5405 h 15"/>
                  <a:gd name="T6" fmla="*/ 918 w 7"/>
                  <a:gd name="T7" fmla="*/ 397 h 15"/>
                  <a:gd name="T8" fmla="*/ 0 w 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3" y="1"/>
                      <a:pt x="0" y="13"/>
                      <a:pt x="1" y="13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4"/>
                      <a:pt x="7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9" name="Freeform 731">
                <a:extLst>
                  <a:ext uri="{FF2B5EF4-FFF2-40B4-BE49-F238E27FC236}">
                    <a16:creationId xmlns:a16="http://schemas.microsoft.com/office/drawing/2014/main" id="{A6119726-4A1F-401F-A4B8-94119334C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1996"/>
                <a:ext cx="43" cy="21"/>
              </a:xfrm>
              <a:custGeom>
                <a:avLst/>
                <a:gdLst>
                  <a:gd name="T0" fmla="*/ 531 w 17"/>
                  <a:gd name="T1" fmla="*/ 2226 h 8"/>
                  <a:gd name="T2" fmla="*/ 2572 w 17"/>
                  <a:gd name="T3" fmla="*/ 1992 h 8"/>
                  <a:gd name="T4" fmla="*/ 4467 w 17"/>
                  <a:gd name="T5" fmla="*/ 992 h 8"/>
                  <a:gd name="T6" fmla="*/ 3640 w 17"/>
                  <a:gd name="T7" fmla="*/ 378 h 8"/>
                  <a:gd name="T8" fmla="*/ 2087 w 17"/>
                  <a:gd name="T9" fmla="*/ 992 h 8"/>
                  <a:gd name="T10" fmla="*/ 0 w 17"/>
                  <a:gd name="T11" fmla="*/ 1612 h 8"/>
                  <a:gd name="T12" fmla="*/ 531 w 17"/>
                  <a:gd name="T13" fmla="*/ 22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2" y="7"/>
                    </a:moveTo>
                    <a:cubicBezTo>
                      <a:pt x="3" y="8"/>
                      <a:pt x="7" y="7"/>
                      <a:pt x="10" y="6"/>
                    </a:cubicBezTo>
                    <a:cubicBezTo>
                      <a:pt x="13" y="5"/>
                      <a:pt x="17" y="3"/>
                      <a:pt x="17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1" y="2"/>
                      <a:pt x="8" y="3"/>
                    </a:cubicBezTo>
                    <a:cubicBezTo>
                      <a:pt x="4" y="5"/>
                      <a:pt x="1" y="5"/>
                      <a:pt x="0" y="5"/>
                    </a:cubicBez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0" name="Freeform 732">
                <a:extLst>
                  <a:ext uri="{FF2B5EF4-FFF2-40B4-BE49-F238E27FC236}">
                    <a16:creationId xmlns:a16="http://schemas.microsoft.com/office/drawing/2014/main" id="{8ED76259-C7DB-4EA8-A212-0F0DCEFC0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1985"/>
                <a:ext cx="47" cy="24"/>
              </a:xfrm>
              <a:custGeom>
                <a:avLst/>
                <a:gdLst>
                  <a:gd name="T0" fmla="*/ 935 w 19"/>
                  <a:gd name="T1" fmla="*/ 2824 h 9"/>
                  <a:gd name="T2" fmla="*/ 2773 w 19"/>
                  <a:gd name="T3" fmla="*/ 2184 h 9"/>
                  <a:gd name="T4" fmla="*/ 4344 w 19"/>
                  <a:gd name="T5" fmla="*/ 1059 h 9"/>
                  <a:gd name="T6" fmla="*/ 3708 w 19"/>
                  <a:gd name="T7" fmla="*/ 397 h 9"/>
                  <a:gd name="T8" fmla="*/ 2313 w 19"/>
                  <a:gd name="T9" fmla="*/ 1059 h 9"/>
                  <a:gd name="T10" fmla="*/ 0 w 19"/>
                  <a:gd name="T11" fmla="*/ 1763 h 9"/>
                  <a:gd name="T12" fmla="*/ 935 w 19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9">
                    <a:moveTo>
                      <a:pt x="4" y="8"/>
                    </a:moveTo>
                    <a:cubicBezTo>
                      <a:pt x="5" y="9"/>
                      <a:pt x="9" y="8"/>
                      <a:pt x="12" y="6"/>
                    </a:cubicBezTo>
                    <a:cubicBezTo>
                      <a:pt x="14" y="5"/>
                      <a:pt x="19" y="3"/>
                      <a:pt x="19" y="3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0"/>
                      <a:pt x="12" y="2"/>
                      <a:pt x="10" y="3"/>
                    </a:cubicBezTo>
                    <a:cubicBezTo>
                      <a:pt x="5" y="5"/>
                      <a:pt x="1" y="6"/>
                      <a:pt x="0" y="5"/>
                    </a:cubicBez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1" name="Freeform 733">
                <a:extLst>
                  <a:ext uri="{FF2B5EF4-FFF2-40B4-BE49-F238E27FC236}">
                    <a16:creationId xmlns:a16="http://schemas.microsoft.com/office/drawing/2014/main" id="{100F2061-CCE7-46E5-AA58-9308E8A86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996"/>
                <a:ext cx="20" cy="43"/>
              </a:xfrm>
              <a:custGeom>
                <a:avLst/>
                <a:gdLst>
                  <a:gd name="T0" fmla="*/ 520 w 8"/>
                  <a:gd name="T1" fmla="*/ 0 h 16"/>
                  <a:gd name="T2" fmla="*/ 313 w 8"/>
                  <a:gd name="T3" fmla="*/ 5316 h 16"/>
                  <a:gd name="T4" fmla="*/ 988 w 8"/>
                  <a:gd name="T5" fmla="*/ 6060 h 16"/>
                  <a:gd name="T6" fmla="*/ 1300 w 8"/>
                  <a:gd name="T7" fmla="*/ 680 h 16"/>
                  <a:gd name="T8" fmla="*/ 520 w 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2" y="0"/>
                    </a:moveTo>
                    <a:cubicBezTo>
                      <a:pt x="4" y="2"/>
                      <a:pt x="0" y="13"/>
                      <a:pt x="1" y="14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8" y="4"/>
                      <a:pt x="5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2" name="Freeform 734">
                <a:extLst>
                  <a:ext uri="{FF2B5EF4-FFF2-40B4-BE49-F238E27FC236}">
                    <a16:creationId xmlns:a16="http://schemas.microsoft.com/office/drawing/2014/main" id="{C9A05130-1CB2-4F7D-9CA7-5860E0C30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988"/>
                <a:ext cx="20" cy="43"/>
              </a:xfrm>
              <a:custGeom>
                <a:avLst/>
                <a:gdLst>
                  <a:gd name="T0" fmla="*/ 520 w 8"/>
                  <a:gd name="T1" fmla="*/ 0 h 16"/>
                  <a:gd name="T2" fmla="*/ 313 w 8"/>
                  <a:gd name="T3" fmla="*/ 5316 h 16"/>
                  <a:gd name="T4" fmla="*/ 1300 w 8"/>
                  <a:gd name="T5" fmla="*/ 6060 h 16"/>
                  <a:gd name="T6" fmla="*/ 1300 w 8"/>
                  <a:gd name="T7" fmla="*/ 680 h 16"/>
                  <a:gd name="T8" fmla="*/ 520 w 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2" y="0"/>
                    </a:moveTo>
                    <a:cubicBezTo>
                      <a:pt x="5" y="1"/>
                      <a:pt x="0" y="13"/>
                      <a:pt x="1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5"/>
                      <a:pt x="8" y="4"/>
                      <a:pt x="5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3" name="Freeform 735">
                <a:extLst>
                  <a:ext uri="{FF2B5EF4-FFF2-40B4-BE49-F238E27FC236}">
                    <a16:creationId xmlns:a16="http://schemas.microsoft.com/office/drawing/2014/main" id="{F9410A4F-306C-42BD-B0B1-77BDF1149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975"/>
                <a:ext cx="45" cy="21"/>
              </a:xfrm>
              <a:custGeom>
                <a:avLst/>
                <a:gdLst>
                  <a:gd name="T0" fmla="*/ 783 w 18"/>
                  <a:gd name="T1" fmla="*/ 2226 h 8"/>
                  <a:gd name="T2" fmla="*/ 2738 w 18"/>
                  <a:gd name="T3" fmla="*/ 1612 h 8"/>
                  <a:gd name="T4" fmla="*/ 4425 w 18"/>
                  <a:gd name="T5" fmla="*/ 614 h 8"/>
                  <a:gd name="T6" fmla="*/ 3438 w 18"/>
                  <a:gd name="T7" fmla="*/ 0 h 8"/>
                  <a:gd name="T8" fmla="*/ 1958 w 18"/>
                  <a:gd name="T9" fmla="*/ 992 h 8"/>
                  <a:gd name="T10" fmla="*/ 0 w 18"/>
                  <a:gd name="T11" fmla="*/ 1378 h 8"/>
                  <a:gd name="T12" fmla="*/ 783 w 18"/>
                  <a:gd name="T13" fmla="*/ 22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3" y="7"/>
                    </a:moveTo>
                    <a:cubicBezTo>
                      <a:pt x="4" y="8"/>
                      <a:pt x="8" y="7"/>
                      <a:pt x="11" y="5"/>
                    </a:cubicBezTo>
                    <a:cubicBezTo>
                      <a:pt x="13" y="4"/>
                      <a:pt x="17" y="2"/>
                      <a:pt x="18" y="2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1" y="1"/>
                      <a:pt x="8" y="3"/>
                    </a:cubicBezTo>
                    <a:cubicBezTo>
                      <a:pt x="4" y="5"/>
                      <a:pt x="1" y="5"/>
                      <a:pt x="0" y="4"/>
                    </a:cubicBez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4" name="Freeform 736">
                <a:extLst>
                  <a:ext uri="{FF2B5EF4-FFF2-40B4-BE49-F238E27FC236}">
                    <a16:creationId xmlns:a16="http://schemas.microsoft.com/office/drawing/2014/main" id="{D9BA6D6D-1BCE-46D7-8B96-173D3E739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964"/>
                <a:ext cx="43" cy="21"/>
              </a:xfrm>
              <a:custGeom>
                <a:avLst/>
                <a:gdLst>
                  <a:gd name="T0" fmla="*/ 825 w 17"/>
                  <a:gd name="T1" fmla="*/ 2226 h 8"/>
                  <a:gd name="T2" fmla="*/ 2572 w 17"/>
                  <a:gd name="T3" fmla="*/ 1992 h 8"/>
                  <a:gd name="T4" fmla="*/ 4467 w 17"/>
                  <a:gd name="T5" fmla="*/ 992 h 8"/>
                  <a:gd name="T6" fmla="*/ 3640 w 17"/>
                  <a:gd name="T7" fmla="*/ 378 h 8"/>
                  <a:gd name="T8" fmla="*/ 2087 w 17"/>
                  <a:gd name="T9" fmla="*/ 992 h 8"/>
                  <a:gd name="T10" fmla="*/ 0 w 17"/>
                  <a:gd name="T11" fmla="*/ 1378 h 8"/>
                  <a:gd name="T12" fmla="*/ 825 w 17"/>
                  <a:gd name="T13" fmla="*/ 22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3" y="7"/>
                    </a:moveTo>
                    <a:cubicBezTo>
                      <a:pt x="4" y="8"/>
                      <a:pt x="7" y="7"/>
                      <a:pt x="10" y="6"/>
                    </a:cubicBezTo>
                    <a:cubicBezTo>
                      <a:pt x="12" y="5"/>
                      <a:pt x="17" y="3"/>
                      <a:pt x="17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0" y="2"/>
                      <a:pt x="8" y="3"/>
                    </a:cubicBezTo>
                    <a:cubicBezTo>
                      <a:pt x="3" y="5"/>
                      <a:pt x="1" y="5"/>
                      <a:pt x="0" y="4"/>
                    </a:cubicBez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5" name="Freeform 737">
                <a:extLst>
                  <a:ext uri="{FF2B5EF4-FFF2-40B4-BE49-F238E27FC236}">
                    <a16:creationId xmlns:a16="http://schemas.microsoft.com/office/drawing/2014/main" id="{EEFB0759-5155-4A5C-893B-6E6928DD1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975"/>
                <a:ext cx="23" cy="42"/>
              </a:xfrm>
              <a:custGeom>
                <a:avLst/>
                <a:gdLst>
                  <a:gd name="T0" fmla="*/ 848 w 9"/>
                  <a:gd name="T1" fmla="*/ 0 h 16"/>
                  <a:gd name="T2" fmla="*/ 332 w 9"/>
                  <a:gd name="T3" fmla="*/ 4232 h 16"/>
                  <a:gd name="T4" fmla="*/ 1104 w 9"/>
                  <a:gd name="T5" fmla="*/ 5229 h 16"/>
                  <a:gd name="T6" fmla="*/ 1620 w 9"/>
                  <a:gd name="T7" fmla="*/ 614 h 16"/>
                  <a:gd name="T8" fmla="*/ 848 w 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3" y="0"/>
                    </a:moveTo>
                    <a:cubicBezTo>
                      <a:pt x="5" y="2"/>
                      <a:pt x="0" y="13"/>
                      <a:pt x="1" y="13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9" y="4"/>
                      <a:pt x="6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6" name="Freeform 738">
                <a:extLst>
                  <a:ext uri="{FF2B5EF4-FFF2-40B4-BE49-F238E27FC236}">
                    <a16:creationId xmlns:a16="http://schemas.microsoft.com/office/drawing/2014/main" id="{6040A3BE-1AAE-498D-8802-78084E8F0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1964"/>
                <a:ext cx="20" cy="43"/>
              </a:xfrm>
              <a:custGeom>
                <a:avLst/>
                <a:gdLst>
                  <a:gd name="T0" fmla="*/ 783 w 8"/>
                  <a:gd name="T1" fmla="*/ 0 h 16"/>
                  <a:gd name="T2" fmla="*/ 313 w 8"/>
                  <a:gd name="T3" fmla="*/ 5316 h 16"/>
                  <a:gd name="T4" fmla="*/ 988 w 8"/>
                  <a:gd name="T5" fmla="*/ 6060 h 16"/>
                  <a:gd name="T6" fmla="*/ 1488 w 8"/>
                  <a:gd name="T7" fmla="*/ 680 h 16"/>
                  <a:gd name="T8" fmla="*/ 783 w 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3" y="0"/>
                    </a:moveTo>
                    <a:cubicBezTo>
                      <a:pt x="5" y="2"/>
                      <a:pt x="0" y="13"/>
                      <a:pt x="1" y="14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8" y="4"/>
                      <a:pt x="6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7" name="Freeform 739">
                <a:extLst>
                  <a:ext uri="{FF2B5EF4-FFF2-40B4-BE49-F238E27FC236}">
                    <a16:creationId xmlns:a16="http://schemas.microsoft.com/office/drawing/2014/main" id="{7B844D70-84C3-4F97-AAB9-DAE76773B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951"/>
                <a:ext cx="45" cy="16"/>
              </a:xfrm>
              <a:custGeom>
                <a:avLst/>
                <a:gdLst>
                  <a:gd name="T0" fmla="*/ 783 w 18"/>
                  <a:gd name="T1" fmla="*/ 1763 h 6"/>
                  <a:gd name="T2" fmla="*/ 2738 w 18"/>
                  <a:gd name="T3" fmla="*/ 1763 h 6"/>
                  <a:gd name="T4" fmla="*/ 4425 w 18"/>
                  <a:gd name="T5" fmla="*/ 1459 h 6"/>
                  <a:gd name="T6" fmla="*/ 3720 w 18"/>
                  <a:gd name="T7" fmla="*/ 397 h 6"/>
                  <a:gd name="T8" fmla="*/ 2270 w 18"/>
                  <a:gd name="T9" fmla="*/ 661 h 6"/>
                  <a:gd name="T10" fmla="*/ 0 w 18"/>
                  <a:gd name="T11" fmla="*/ 1059 h 6"/>
                  <a:gd name="T12" fmla="*/ 783 w 18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3" y="5"/>
                    </a:moveTo>
                    <a:cubicBezTo>
                      <a:pt x="3" y="6"/>
                      <a:pt x="8" y="6"/>
                      <a:pt x="11" y="5"/>
                    </a:cubicBezTo>
                    <a:cubicBezTo>
                      <a:pt x="13" y="5"/>
                      <a:pt x="18" y="4"/>
                      <a:pt x="18" y="4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2" y="1"/>
                      <a:pt x="9" y="2"/>
                    </a:cubicBezTo>
                    <a:cubicBezTo>
                      <a:pt x="4" y="3"/>
                      <a:pt x="1" y="3"/>
                      <a:pt x="0" y="3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8" name="Freeform 740">
                <a:extLst>
                  <a:ext uri="{FF2B5EF4-FFF2-40B4-BE49-F238E27FC236}">
                    <a16:creationId xmlns:a16="http://schemas.microsoft.com/office/drawing/2014/main" id="{FF7BE7AD-3CCB-4BCF-B7B5-F5C1FFBA2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940"/>
                <a:ext cx="42" cy="16"/>
              </a:xfrm>
              <a:custGeom>
                <a:avLst/>
                <a:gdLst>
                  <a:gd name="T0" fmla="*/ 452 w 17"/>
                  <a:gd name="T1" fmla="*/ 1763 h 6"/>
                  <a:gd name="T2" fmla="*/ 2308 w 17"/>
                  <a:gd name="T3" fmla="*/ 1763 h 6"/>
                  <a:gd name="T4" fmla="*/ 3876 w 17"/>
                  <a:gd name="T5" fmla="*/ 1059 h 6"/>
                  <a:gd name="T6" fmla="*/ 3199 w 17"/>
                  <a:gd name="T7" fmla="*/ 397 h 6"/>
                  <a:gd name="T8" fmla="*/ 1826 w 17"/>
                  <a:gd name="T9" fmla="*/ 661 h 6"/>
                  <a:gd name="T10" fmla="*/ 0 w 17"/>
                  <a:gd name="T11" fmla="*/ 661 h 6"/>
                  <a:gd name="T12" fmla="*/ 452 w 17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2" y="5"/>
                    </a:moveTo>
                    <a:cubicBezTo>
                      <a:pt x="4" y="6"/>
                      <a:pt x="7" y="6"/>
                      <a:pt x="10" y="5"/>
                    </a:cubicBezTo>
                    <a:cubicBezTo>
                      <a:pt x="12" y="5"/>
                      <a:pt x="17" y="3"/>
                      <a:pt x="17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1" y="1"/>
                      <a:pt x="8" y="2"/>
                    </a:cubicBezTo>
                    <a:cubicBezTo>
                      <a:pt x="3" y="3"/>
                      <a:pt x="1" y="2"/>
                      <a:pt x="0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9" name="Freeform 741">
                <a:extLst>
                  <a:ext uri="{FF2B5EF4-FFF2-40B4-BE49-F238E27FC236}">
                    <a16:creationId xmlns:a16="http://schemas.microsoft.com/office/drawing/2014/main" id="{FF377AE5-07BB-4F1E-B898-4B9983234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953"/>
                <a:ext cx="23" cy="40"/>
              </a:xfrm>
              <a:custGeom>
                <a:avLst/>
                <a:gdLst>
                  <a:gd name="T0" fmla="*/ 1104 w 9"/>
                  <a:gd name="T1" fmla="*/ 0 h 15"/>
                  <a:gd name="T2" fmla="*/ 332 w 9"/>
                  <a:gd name="T3" fmla="*/ 4701 h 15"/>
                  <a:gd name="T4" fmla="*/ 1104 w 9"/>
                  <a:gd name="T5" fmla="*/ 5405 h 15"/>
                  <a:gd name="T6" fmla="*/ 1973 w 9"/>
                  <a:gd name="T7" fmla="*/ 661 h 15"/>
                  <a:gd name="T8" fmla="*/ 1104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4" y="0"/>
                    </a:moveTo>
                    <a:cubicBezTo>
                      <a:pt x="6" y="1"/>
                      <a:pt x="0" y="12"/>
                      <a:pt x="1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9" y="4"/>
                      <a:pt x="7" y="2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0" name="Freeform 742">
                <a:extLst>
                  <a:ext uri="{FF2B5EF4-FFF2-40B4-BE49-F238E27FC236}">
                    <a16:creationId xmlns:a16="http://schemas.microsoft.com/office/drawing/2014/main" id="{196D8B1D-7C01-4FB9-B887-3D1E8E9B4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940"/>
                <a:ext cx="22" cy="43"/>
              </a:xfrm>
              <a:custGeom>
                <a:avLst/>
                <a:gdLst>
                  <a:gd name="T0" fmla="*/ 860 w 9"/>
                  <a:gd name="T1" fmla="*/ 0 h 16"/>
                  <a:gd name="T2" fmla="*/ 174 w 9"/>
                  <a:gd name="T3" fmla="*/ 5316 h 16"/>
                  <a:gd name="T4" fmla="*/ 860 w 9"/>
                  <a:gd name="T5" fmla="*/ 6060 h 16"/>
                  <a:gd name="T6" fmla="*/ 1506 w 9"/>
                  <a:gd name="T7" fmla="*/ 1148 h 16"/>
                  <a:gd name="T8" fmla="*/ 860 w 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4" y="0"/>
                    </a:moveTo>
                    <a:cubicBezTo>
                      <a:pt x="6" y="2"/>
                      <a:pt x="0" y="13"/>
                      <a:pt x="1" y="14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9" y="5"/>
                      <a:pt x="7" y="3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1" name="Freeform 743">
                <a:extLst>
                  <a:ext uri="{FF2B5EF4-FFF2-40B4-BE49-F238E27FC236}">
                    <a16:creationId xmlns:a16="http://schemas.microsoft.com/office/drawing/2014/main" id="{B526EA45-188F-41EC-B252-D112AB274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924"/>
                <a:ext cx="43" cy="13"/>
              </a:xfrm>
              <a:custGeom>
                <a:avLst/>
                <a:gdLst>
                  <a:gd name="T0" fmla="*/ 531 w 17"/>
                  <a:gd name="T1" fmla="*/ 967 h 5"/>
                  <a:gd name="T2" fmla="*/ 2572 w 17"/>
                  <a:gd name="T3" fmla="*/ 1196 h 5"/>
                  <a:gd name="T4" fmla="*/ 4467 w 17"/>
                  <a:gd name="T5" fmla="*/ 1196 h 5"/>
                  <a:gd name="T6" fmla="*/ 3936 w 17"/>
                  <a:gd name="T7" fmla="*/ 372 h 5"/>
                  <a:gd name="T8" fmla="*/ 2087 w 17"/>
                  <a:gd name="T9" fmla="*/ 372 h 5"/>
                  <a:gd name="T10" fmla="*/ 0 w 17"/>
                  <a:gd name="T11" fmla="*/ 0 h 5"/>
                  <a:gd name="T12" fmla="*/ 531 w 17"/>
                  <a:gd name="T13" fmla="*/ 967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">
                    <a:moveTo>
                      <a:pt x="2" y="3"/>
                    </a:moveTo>
                    <a:cubicBezTo>
                      <a:pt x="2" y="4"/>
                      <a:pt x="6" y="5"/>
                      <a:pt x="10" y="4"/>
                    </a:cubicBezTo>
                    <a:cubicBezTo>
                      <a:pt x="12" y="4"/>
                      <a:pt x="17" y="4"/>
                      <a:pt x="17" y="4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1" y="1"/>
                      <a:pt x="8" y="1"/>
                    </a:cubicBezTo>
                    <a:cubicBezTo>
                      <a:pt x="4" y="1"/>
                      <a:pt x="1" y="1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2" name="Freeform 744">
                <a:extLst>
                  <a:ext uri="{FF2B5EF4-FFF2-40B4-BE49-F238E27FC236}">
                    <a16:creationId xmlns:a16="http://schemas.microsoft.com/office/drawing/2014/main" id="{1EB2464C-4FE7-4AED-9BC2-A10845373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911"/>
                <a:ext cx="35" cy="13"/>
              </a:xfrm>
              <a:custGeom>
                <a:avLst/>
                <a:gdLst>
                  <a:gd name="T0" fmla="*/ 0 w 14"/>
                  <a:gd name="T1" fmla="*/ 0 h 5"/>
                  <a:gd name="T2" fmla="*/ 1488 w 14"/>
                  <a:gd name="T3" fmla="*/ 372 h 5"/>
                  <a:gd name="T4" fmla="*/ 3438 w 14"/>
                  <a:gd name="T5" fmla="*/ 1196 h 5"/>
                  <a:gd name="T6" fmla="*/ 2470 w 14"/>
                  <a:gd name="T7" fmla="*/ 1196 h 5"/>
                  <a:gd name="T8" fmla="*/ 520 w 14"/>
                  <a:gd name="T9" fmla="*/ 967 h 5"/>
                  <a:gd name="T10" fmla="*/ 0 w 1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0" y="0"/>
                      <a:pt x="3" y="1"/>
                      <a:pt x="6" y="1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1" y="4"/>
                      <a:pt x="10" y="4"/>
                    </a:cubicBezTo>
                    <a:cubicBezTo>
                      <a:pt x="7" y="5"/>
                      <a:pt x="3" y="5"/>
                      <a:pt x="2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3" name="Freeform 745">
                <a:extLst>
                  <a:ext uri="{FF2B5EF4-FFF2-40B4-BE49-F238E27FC236}">
                    <a16:creationId xmlns:a16="http://schemas.microsoft.com/office/drawing/2014/main" id="{57883FAC-D71F-4F07-9D64-8DC29283D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924"/>
                <a:ext cx="28" cy="43"/>
              </a:xfrm>
              <a:custGeom>
                <a:avLst/>
                <a:gdLst>
                  <a:gd name="T0" fmla="*/ 1601 w 11"/>
                  <a:gd name="T1" fmla="*/ 0 h 16"/>
                  <a:gd name="T2" fmla="*/ 331 w 11"/>
                  <a:gd name="T3" fmla="*/ 4913 h 16"/>
                  <a:gd name="T4" fmla="*/ 1056 w 11"/>
                  <a:gd name="T5" fmla="*/ 6060 h 16"/>
                  <a:gd name="T6" fmla="*/ 2474 w 11"/>
                  <a:gd name="T7" fmla="*/ 1148 h 16"/>
                  <a:gd name="T8" fmla="*/ 1601 w 1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6" y="0"/>
                    </a:moveTo>
                    <a:cubicBezTo>
                      <a:pt x="8" y="2"/>
                      <a:pt x="0" y="12"/>
                      <a:pt x="1" y="13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11" y="6"/>
                      <a:pt x="9" y="3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4" name="Freeform 746">
                <a:extLst>
                  <a:ext uri="{FF2B5EF4-FFF2-40B4-BE49-F238E27FC236}">
                    <a16:creationId xmlns:a16="http://schemas.microsoft.com/office/drawing/2014/main" id="{5C212BB6-0662-4B2A-9540-AD8252A77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921"/>
                <a:ext cx="20" cy="32"/>
              </a:xfrm>
              <a:custGeom>
                <a:avLst/>
                <a:gdLst>
                  <a:gd name="T0" fmla="*/ 783 w 8"/>
                  <a:gd name="T1" fmla="*/ 4301 h 12"/>
                  <a:gd name="T2" fmla="*/ 0 w 8"/>
                  <a:gd name="T3" fmla="*/ 3243 h 12"/>
                  <a:gd name="T4" fmla="*/ 1300 w 8"/>
                  <a:gd name="T5" fmla="*/ 0 h 12"/>
                  <a:gd name="T6" fmla="*/ 1958 w 8"/>
                  <a:gd name="T7" fmla="*/ 661 h 12"/>
                  <a:gd name="T8" fmla="*/ 783 w 8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3" y="12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3" y="4"/>
                      <a:pt x="5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5"/>
                      <a:pt x="2" y="11"/>
                      <a:pt x="3" y="12"/>
                    </a:cubicBez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5" name="Freeform 747">
                <a:extLst>
                  <a:ext uri="{FF2B5EF4-FFF2-40B4-BE49-F238E27FC236}">
                    <a16:creationId xmlns:a16="http://schemas.microsoft.com/office/drawing/2014/main" id="{0DE1436D-8D25-40CF-9E4D-310590109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913"/>
                <a:ext cx="17" cy="22"/>
              </a:xfrm>
              <a:custGeom>
                <a:avLst/>
                <a:gdLst>
                  <a:gd name="T0" fmla="*/ 590 w 7"/>
                  <a:gd name="T1" fmla="*/ 3495 h 8"/>
                  <a:gd name="T2" fmla="*/ 170 w 7"/>
                  <a:gd name="T3" fmla="*/ 1724 h 8"/>
                  <a:gd name="T4" fmla="*/ 590 w 7"/>
                  <a:gd name="T5" fmla="*/ 0 h 8"/>
                  <a:gd name="T6" fmla="*/ 1433 w 7"/>
                  <a:gd name="T7" fmla="*/ 976 h 8"/>
                  <a:gd name="T8" fmla="*/ 590 w 7"/>
                  <a:gd name="T9" fmla="*/ 34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2" y="2"/>
                      <a:pt x="3" y="0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5"/>
                      <a:pt x="2" y="7"/>
                      <a:pt x="3" y="8"/>
                    </a:cubicBez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6" name="Freeform 748">
                <a:extLst>
                  <a:ext uri="{FF2B5EF4-FFF2-40B4-BE49-F238E27FC236}">
                    <a16:creationId xmlns:a16="http://schemas.microsoft.com/office/drawing/2014/main" id="{40E6B400-0986-4950-AD72-99C6CA307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972"/>
                <a:ext cx="5" cy="27"/>
              </a:xfrm>
              <a:custGeom>
                <a:avLst/>
                <a:gdLst>
                  <a:gd name="T0" fmla="*/ 520 w 2"/>
                  <a:gd name="T1" fmla="*/ 0 h 10"/>
                  <a:gd name="T2" fmla="*/ 313 w 2"/>
                  <a:gd name="T3" fmla="*/ 2719 h 10"/>
                  <a:gd name="T4" fmla="*/ 0 w 2"/>
                  <a:gd name="T5" fmla="*/ 3877 h 10"/>
                  <a:gd name="T6" fmla="*/ 0 w 2"/>
                  <a:gd name="T7" fmla="*/ 3877 h 10"/>
                  <a:gd name="T8" fmla="*/ 520 w 2"/>
                  <a:gd name="T9" fmla="*/ 2028 h 10"/>
                  <a:gd name="T10" fmla="*/ 520 w 2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2" y="2"/>
                      <a:pt x="1" y="4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7"/>
                      <a:pt x="2" y="5"/>
                    </a:cubicBezTo>
                    <a:cubicBezTo>
                      <a:pt x="2" y="3"/>
                      <a:pt x="2" y="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7" name="Freeform 749">
                <a:extLst>
                  <a:ext uri="{FF2B5EF4-FFF2-40B4-BE49-F238E27FC236}">
                    <a16:creationId xmlns:a16="http://schemas.microsoft.com/office/drawing/2014/main" id="{051B79B8-5A82-4AFA-8FE4-668786753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959"/>
                <a:ext cx="8" cy="26"/>
              </a:xfrm>
              <a:custGeom>
                <a:avLst/>
                <a:gdLst>
                  <a:gd name="T0" fmla="*/ 1059 w 3"/>
                  <a:gd name="T1" fmla="*/ 0 h 10"/>
                  <a:gd name="T2" fmla="*/ 397 w 3"/>
                  <a:gd name="T3" fmla="*/ 2142 h 10"/>
                  <a:gd name="T4" fmla="*/ 0 w 3"/>
                  <a:gd name="T5" fmla="*/ 3110 h 10"/>
                  <a:gd name="T6" fmla="*/ 0 w 3"/>
                  <a:gd name="T7" fmla="*/ 3110 h 10"/>
                  <a:gd name="T8" fmla="*/ 661 w 3"/>
                  <a:gd name="T9" fmla="*/ 1547 h 10"/>
                  <a:gd name="T10" fmla="*/ 1059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2"/>
                      <a:pt x="2" y="5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7"/>
                      <a:pt x="2" y="5"/>
                    </a:cubicBezTo>
                    <a:cubicBezTo>
                      <a:pt x="3" y="3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8" name="Freeform 750">
                <a:extLst>
                  <a:ext uri="{FF2B5EF4-FFF2-40B4-BE49-F238E27FC236}">
                    <a16:creationId xmlns:a16="http://schemas.microsoft.com/office/drawing/2014/main" id="{43E34A41-E02B-4355-A1F3-A798CF861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948"/>
                <a:ext cx="7" cy="27"/>
              </a:xfrm>
              <a:custGeom>
                <a:avLst/>
                <a:gdLst>
                  <a:gd name="T0" fmla="*/ 469 w 3"/>
                  <a:gd name="T1" fmla="*/ 0 h 10"/>
                  <a:gd name="T2" fmla="*/ 152 w 3"/>
                  <a:gd name="T3" fmla="*/ 2719 h 10"/>
                  <a:gd name="T4" fmla="*/ 0 w 3"/>
                  <a:gd name="T5" fmla="*/ 3877 h 10"/>
                  <a:gd name="T6" fmla="*/ 0 w 3"/>
                  <a:gd name="T7" fmla="*/ 3877 h 10"/>
                  <a:gd name="T8" fmla="*/ 469 w 3"/>
                  <a:gd name="T9" fmla="*/ 2028 h 10"/>
                  <a:gd name="T10" fmla="*/ 469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2"/>
                      <a:pt x="2" y="5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2" y="7"/>
                      <a:pt x="3" y="5"/>
                    </a:cubicBezTo>
                    <a:cubicBezTo>
                      <a:pt x="3" y="3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9" name="Freeform 751">
                <a:extLst>
                  <a:ext uri="{FF2B5EF4-FFF2-40B4-BE49-F238E27FC236}">
                    <a16:creationId xmlns:a16="http://schemas.microsoft.com/office/drawing/2014/main" id="{02C9234D-FC9B-43D7-B456-5AC5DBED2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932"/>
                <a:ext cx="13" cy="24"/>
              </a:xfrm>
              <a:custGeom>
                <a:avLst/>
                <a:gdLst>
                  <a:gd name="T0" fmla="*/ 1547 w 5"/>
                  <a:gd name="T1" fmla="*/ 0 h 9"/>
                  <a:gd name="T2" fmla="*/ 595 w 5"/>
                  <a:gd name="T3" fmla="*/ 2184 h 9"/>
                  <a:gd name="T4" fmla="*/ 0 w 5"/>
                  <a:gd name="T5" fmla="*/ 3243 h 9"/>
                  <a:gd name="T6" fmla="*/ 0 w 5"/>
                  <a:gd name="T7" fmla="*/ 3243 h 9"/>
                  <a:gd name="T8" fmla="*/ 1196 w 5"/>
                  <a:gd name="T9" fmla="*/ 1763 h 9"/>
                  <a:gd name="T10" fmla="*/ 1547 w 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5" y="1"/>
                      <a:pt x="3" y="4"/>
                      <a:pt x="2" y="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2" y="7"/>
                      <a:pt x="4" y="5"/>
                    </a:cubicBezTo>
                    <a:cubicBezTo>
                      <a:pt x="5" y="3"/>
                      <a:pt x="5" y="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0" name="Freeform 752">
                <a:extLst>
                  <a:ext uri="{FF2B5EF4-FFF2-40B4-BE49-F238E27FC236}">
                    <a16:creationId xmlns:a16="http://schemas.microsoft.com/office/drawing/2014/main" id="{8F0D6AD2-D2CF-4104-A54A-0345D77AD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919"/>
                <a:ext cx="13" cy="24"/>
              </a:xfrm>
              <a:custGeom>
                <a:avLst/>
                <a:gdLst>
                  <a:gd name="T0" fmla="*/ 1547 w 5"/>
                  <a:gd name="T1" fmla="*/ 0 h 9"/>
                  <a:gd name="T2" fmla="*/ 595 w 5"/>
                  <a:gd name="T3" fmla="*/ 2184 h 9"/>
                  <a:gd name="T4" fmla="*/ 0 w 5"/>
                  <a:gd name="T5" fmla="*/ 3243 h 9"/>
                  <a:gd name="T6" fmla="*/ 0 w 5"/>
                  <a:gd name="T7" fmla="*/ 3243 h 9"/>
                  <a:gd name="T8" fmla="*/ 1196 w 5"/>
                  <a:gd name="T9" fmla="*/ 1763 h 9"/>
                  <a:gd name="T10" fmla="*/ 1547 w 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5" y="2"/>
                      <a:pt x="3" y="4"/>
                      <a:pt x="2" y="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2" y="7"/>
                      <a:pt x="4" y="5"/>
                    </a:cubicBezTo>
                    <a:cubicBezTo>
                      <a:pt x="5" y="3"/>
                      <a:pt x="5" y="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1" name="Freeform 753">
                <a:extLst>
                  <a:ext uri="{FF2B5EF4-FFF2-40B4-BE49-F238E27FC236}">
                    <a16:creationId xmlns:a16="http://schemas.microsoft.com/office/drawing/2014/main" id="{4ED560CA-CFA9-4114-A907-73F309B3D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1980"/>
                <a:ext cx="8" cy="29"/>
              </a:xfrm>
              <a:custGeom>
                <a:avLst/>
                <a:gdLst>
                  <a:gd name="T0" fmla="*/ 661 w 3"/>
                  <a:gd name="T1" fmla="*/ 0 h 11"/>
                  <a:gd name="T2" fmla="*/ 397 w 3"/>
                  <a:gd name="T3" fmla="*/ 2273 h 11"/>
                  <a:gd name="T4" fmla="*/ 0 w 3"/>
                  <a:gd name="T5" fmla="*/ 3662 h 11"/>
                  <a:gd name="T6" fmla="*/ 0 w 3"/>
                  <a:gd name="T7" fmla="*/ 3662 h 11"/>
                  <a:gd name="T8" fmla="*/ 661 w 3"/>
                  <a:gd name="T9" fmla="*/ 2035 h 11"/>
                  <a:gd name="T10" fmla="*/ 661 w 3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1">
                    <a:moveTo>
                      <a:pt x="2" y="0"/>
                    </a:moveTo>
                    <a:cubicBezTo>
                      <a:pt x="2" y="2"/>
                      <a:pt x="1" y="5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8"/>
                      <a:pt x="2" y="6"/>
                    </a:cubicBezTo>
                    <a:cubicBezTo>
                      <a:pt x="3" y="3"/>
                      <a:pt x="2" y="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2" name="Freeform 754">
                <a:extLst>
                  <a:ext uri="{FF2B5EF4-FFF2-40B4-BE49-F238E27FC236}">
                    <a16:creationId xmlns:a16="http://schemas.microsoft.com/office/drawing/2014/main" id="{7CC4DF5F-E42C-41D1-8E44-5C7A960BA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993"/>
                <a:ext cx="5" cy="30"/>
              </a:xfrm>
              <a:custGeom>
                <a:avLst/>
                <a:gdLst>
                  <a:gd name="T0" fmla="*/ 520 w 2"/>
                  <a:gd name="T1" fmla="*/ 0 h 11"/>
                  <a:gd name="T2" fmla="*/ 313 w 2"/>
                  <a:gd name="T3" fmla="*/ 2877 h 11"/>
                  <a:gd name="T4" fmla="*/ 0 w 2"/>
                  <a:gd name="T5" fmla="*/ 4544 h 11"/>
                  <a:gd name="T6" fmla="*/ 0 w 2"/>
                  <a:gd name="T7" fmla="*/ 4544 h 11"/>
                  <a:gd name="T8" fmla="*/ 520 w 2"/>
                  <a:gd name="T9" fmla="*/ 2433 h 11"/>
                  <a:gd name="T10" fmla="*/ 520 w 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2" y="2"/>
                      <a:pt x="1" y="5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8"/>
                      <a:pt x="2" y="6"/>
                    </a:cubicBezTo>
                    <a:cubicBezTo>
                      <a:pt x="2" y="4"/>
                      <a:pt x="2" y="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3" name="Freeform 755">
                <a:extLst>
                  <a:ext uri="{FF2B5EF4-FFF2-40B4-BE49-F238E27FC236}">
                    <a16:creationId xmlns:a16="http://schemas.microsoft.com/office/drawing/2014/main" id="{4FBC5896-78F2-4CE1-A15A-2437EE1F0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001"/>
                <a:ext cx="7" cy="27"/>
              </a:xfrm>
              <a:custGeom>
                <a:avLst/>
                <a:gdLst>
                  <a:gd name="T0" fmla="*/ 469 w 3"/>
                  <a:gd name="T1" fmla="*/ 0 h 10"/>
                  <a:gd name="T2" fmla="*/ 152 w 3"/>
                  <a:gd name="T3" fmla="*/ 2719 h 10"/>
                  <a:gd name="T4" fmla="*/ 0 w 3"/>
                  <a:gd name="T5" fmla="*/ 3877 h 10"/>
                  <a:gd name="T6" fmla="*/ 0 w 3"/>
                  <a:gd name="T7" fmla="*/ 3877 h 10"/>
                  <a:gd name="T8" fmla="*/ 355 w 3"/>
                  <a:gd name="T9" fmla="*/ 2028 h 10"/>
                  <a:gd name="T10" fmla="*/ 469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2"/>
                      <a:pt x="2" y="5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2" y="7"/>
                      <a:pt x="2" y="5"/>
                    </a:cubicBezTo>
                    <a:cubicBezTo>
                      <a:pt x="3" y="3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4" name="Freeform 756">
                <a:extLst>
                  <a:ext uri="{FF2B5EF4-FFF2-40B4-BE49-F238E27FC236}">
                    <a16:creationId xmlns:a16="http://schemas.microsoft.com/office/drawing/2014/main" id="{510EB45B-587B-4A6C-B583-D44C7D324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015"/>
                <a:ext cx="3" cy="26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2142 h 10"/>
                  <a:gd name="T4" fmla="*/ 0 w 1"/>
                  <a:gd name="T5" fmla="*/ 3110 h 10"/>
                  <a:gd name="T6" fmla="*/ 0 w 1"/>
                  <a:gd name="T7" fmla="*/ 3110 h 10"/>
                  <a:gd name="T8" fmla="*/ 729 w 1"/>
                  <a:gd name="T9" fmla="*/ 1547 h 10"/>
                  <a:gd name="T10" fmla="*/ 0 w 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7"/>
                      <a:pt x="1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5" name="Freeform 757">
                <a:extLst>
                  <a:ext uri="{FF2B5EF4-FFF2-40B4-BE49-F238E27FC236}">
                    <a16:creationId xmlns:a16="http://schemas.microsoft.com/office/drawing/2014/main" id="{0F029FB7-E5E8-4C65-B88A-EAAF08207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015"/>
                <a:ext cx="20" cy="42"/>
              </a:xfrm>
              <a:custGeom>
                <a:avLst/>
                <a:gdLst>
                  <a:gd name="T0" fmla="*/ 313 w 8"/>
                  <a:gd name="T1" fmla="*/ 0 h 16"/>
                  <a:gd name="T2" fmla="*/ 313 w 8"/>
                  <a:gd name="T3" fmla="*/ 4610 h 16"/>
                  <a:gd name="T4" fmla="*/ 1488 w 8"/>
                  <a:gd name="T5" fmla="*/ 5229 h 16"/>
                  <a:gd name="T6" fmla="*/ 1300 w 8"/>
                  <a:gd name="T7" fmla="*/ 614 h 16"/>
                  <a:gd name="T8" fmla="*/ 313 w 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1" y="0"/>
                    </a:moveTo>
                    <a:cubicBezTo>
                      <a:pt x="4" y="1"/>
                      <a:pt x="0" y="14"/>
                      <a:pt x="1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5"/>
                      <a:pt x="8" y="3"/>
                      <a:pt x="5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6" name="Freeform 758">
                <a:extLst>
                  <a:ext uri="{FF2B5EF4-FFF2-40B4-BE49-F238E27FC236}">
                    <a16:creationId xmlns:a16="http://schemas.microsoft.com/office/drawing/2014/main" id="{9067491E-BD6F-4995-A30F-CCCA02C31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020"/>
                <a:ext cx="5" cy="29"/>
              </a:xfrm>
              <a:custGeom>
                <a:avLst/>
                <a:gdLst>
                  <a:gd name="T0" fmla="*/ 313 w 2"/>
                  <a:gd name="T1" fmla="*/ 0 h 11"/>
                  <a:gd name="T2" fmla="*/ 313 w 2"/>
                  <a:gd name="T3" fmla="*/ 2273 h 11"/>
                  <a:gd name="T4" fmla="*/ 0 w 2"/>
                  <a:gd name="T5" fmla="*/ 3662 h 11"/>
                  <a:gd name="T6" fmla="*/ 0 w 2"/>
                  <a:gd name="T7" fmla="*/ 3662 h 11"/>
                  <a:gd name="T8" fmla="*/ 520 w 2"/>
                  <a:gd name="T9" fmla="*/ 1648 h 11"/>
                  <a:gd name="T10" fmla="*/ 313 w 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1" y="2"/>
                      <a:pt x="1" y="5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8"/>
                      <a:pt x="2" y="5"/>
                    </a:cubicBezTo>
                    <a:cubicBezTo>
                      <a:pt x="2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7" name="Freeform 759">
                <a:extLst>
                  <a:ext uri="{FF2B5EF4-FFF2-40B4-BE49-F238E27FC236}">
                    <a16:creationId xmlns:a16="http://schemas.microsoft.com/office/drawing/2014/main" id="{43653D24-0C6C-4A39-8AEB-B6FA94B23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895"/>
                <a:ext cx="17" cy="21"/>
              </a:xfrm>
              <a:custGeom>
                <a:avLst/>
                <a:gdLst>
                  <a:gd name="T0" fmla="*/ 1243 w 7"/>
                  <a:gd name="T1" fmla="*/ 1378 h 8"/>
                  <a:gd name="T2" fmla="*/ 1433 w 7"/>
                  <a:gd name="T3" fmla="*/ 2604 h 8"/>
                  <a:gd name="T4" fmla="*/ 0 w 7"/>
                  <a:gd name="T5" fmla="*/ 1378 h 8"/>
                  <a:gd name="T6" fmla="*/ 170 w 7"/>
                  <a:gd name="T7" fmla="*/ 0 h 8"/>
                  <a:gd name="T8" fmla="*/ 1243 w 7"/>
                  <a:gd name="T9" fmla="*/ 137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6" y="4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4" y="5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4" y="2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8" name="Freeform 760">
                <a:extLst>
                  <a:ext uri="{FF2B5EF4-FFF2-40B4-BE49-F238E27FC236}">
                    <a16:creationId xmlns:a16="http://schemas.microsoft.com/office/drawing/2014/main" id="{8C75A1A7-85C2-413E-8A9D-163EDBC03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908"/>
                <a:ext cx="25" cy="24"/>
              </a:xfrm>
              <a:custGeom>
                <a:avLst/>
                <a:gdLst>
                  <a:gd name="T0" fmla="*/ 520 w 10"/>
                  <a:gd name="T1" fmla="*/ 0 h 9"/>
                  <a:gd name="T2" fmla="*/ 783 w 10"/>
                  <a:gd name="T3" fmla="*/ 397 h 9"/>
                  <a:gd name="T4" fmla="*/ 2270 w 10"/>
                  <a:gd name="T5" fmla="*/ 1763 h 9"/>
                  <a:gd name="T6" fmla="*/ 2470 w 10"/>
                  <a:gd name="T7" fmla="*/ 3243 h 9"/>
                  <a:gd name="T8" fmla="*/ 783 w 10"/>
                  <a:gd name="T9" fmla="*/ 1763 h 9"/>
                  <a:gd name="T10" fmla="*/ 0 w 10"/>
                  <a:gd name="T11" fmla="*/ 1459 h 9"/>
                  <a:gd name="T12" fmla="*/ 520 w 10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2" y="0"/>
                    </a:moveTo>
                    <a:cubicBezTo>
                      <a:pt x="2" y="1"/>
                      <a:pt x="3" y="1"/>
                      <a:pt x="3" y="1"/>
                    </a:cubicBezTo>
                    <a:cubicBezTo>
                      <a:pt x="6" y="2"/>
                      <a:pt x="9" y="4"/>
                      <a:pt x="9" y="5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8"/>
                      <a:pt x="8" y="6"/>
                      <a:pt x="3" y="5"/>
                    </a:cubicBezTo>
                    <a:cubicBezTo>
                      <a:pt x="2" y="4"/>
                      <a:pt x="1" y="4"/>
                      <a:pt x="0" y="4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9" name="Freeform 761">
                <a:extLst>
                  <a:ext uri="{FF2B5EF4-FFF2-40B4-BE49-F238E27FC236}">
                    <a16:creationId xmlns:a16="http://schemas.microsoft.com/office/drawing/2014/main" id="{7A6FCD0B-9ADB-4EC5-99F9-18200C688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924"/>
                <a:ext cx="33" cy="32"/>
              </a:xfrm>
              <a:custGeom>
                <a:avLst/>
                <a:gdLst>
                  <a:gd name="T0" fmla="*/ 3485 w 13"/>
                  <a:gd name="T1" fmla="*/ 3243 h 12"/>
                  <a:gd name="T2" fmla="*/ 1914 w 13"/>
                  <a:gd name="T3" fmla="*/ 1059 h 12"/>
                  <a:gd name="T4" fmla="*/ 0 w 13"/>
                  <a:gd name="T5" fmla="*/ 0 h 12"/>
                  <a:gd name="T6" fmla="*/ 327 w 13"/>
                  <a:gd name="T7" fmla="*/ 1459 h 12"/>
                  <a:gd name="T8" fmla="*/ 1571 w 13"/>
                  <a:gd name="T9" fmla="*/ 2581 h 12"/>
                  <a:gd name="T10" fmla="*/ 3485 w 13"/>
                  <a:gd name="T11" fmla="*/ 4301 h 12"/>
                  <a:gd name="T12" fmla="*/ 3485 w 13"/>
                  <a:gd name="T13" fmla="*/ 324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13" y="9"/>
                    </a:moveTo>
                    <a:cubicBezTo>
                      <a:pt x="13" y="8"/>
                      <a:pt x="10" y="5"/>
                      <a:pt x="7" y="3"/>
                    </a:cubicBezTo>
                    <a:cubicBezTo>
                      <a:pt x="5" y="2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4" y="6"/>
                      <a:pt x="6" y="7"/>
                    </a:cubicBezTo>
                    <a:cubicBezTo>
                      <a:pt x="10" y="9"/>
                      <a:pt x="13" y="11"/>
                      <a:pt x="13" y="12"/>
                    </a:cubicBezTo>
                    <a:lnTo>
                      <a:pt x="13" y="9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0" name="Freeform 762">
                <a:extLst>
                  <a:ext uri="{FF2B5EF4-FFF2-40B4-BE49-F238E27FC236}">
                    <a16:creationId xmlns:a16="http://schemas.microsoft.com/office/drawing/2014/main" id="{46668F77-625A-4626-A4B4-1BCEAFE4B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940"/>
                <a:ext cx="32" cy="35"/>
              </a:xfrm>
              <a:custGeom>
                <a:avLst/>
                <a:gdLst>
                  <a:gd name="T0" fmla="*/ 2897 w 13"/>
                  <a:gd name="T1" fmla="*/ 3414 h 13"/>
                  <a:gd name="T2" fmla="*/ 1538 w 13"/>
                  <a:gd name="T3" fmla="*/ 1580 h 13"/>
                  <a:gd name="T4" fmla="*/ 0 w 13"/>
                  <a:gd name="T5" fmla="*/ 0 h 13"/>
                  <a:gd name="T6" fmla="*/ 0 w 13"/>
                  <a:gd name="T7" fmla="*/ 1580 h 13"/>
                  <a:gd name="T8" fmla="*/ 1356 w 13"/>
                  <a:gd name="T9" fmla="*/ 3102 h 13"/>
                  <a:gd name="T10" fmla="*/ 2897 w 13"/>
                  <a:gd name="T11" fmla="*/ 4935 h 13"/>
                  <a:gd name="T12" fmla="*/ 2897 w 13"/>
                  <a:gd name="T13" fmla="*/ 341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13" y="9"/>
                    </a:moveTo>
                    <a:cubicBezTo>
                      <a:pt x="13" y="8"/>
                      <a:pt x="10" y="6"/>
                      <a:pt x="7" y="4"/>
                    </a:cubicBezTo>
                    <a:cubicBezTo>
                      <a:pt x="4" y="3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4" y="6"/>
                      <a:pt x="6" y="8"/>
                    </a:cubicBezTo>
                    <a:cubicBezTo>
                      <a:pt x="10" y="10"/>
                      <a:pt x="13" y="12"/>
                      <a:pt x="13" y="13"/>
                    </a:cubicBezTo>
                    <a:lnTo>
                      <a:pt x="13" y="9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1" name="Freeform 763">
                <a:extLst>
                  <a:ext uri="{FF2B5EF4-FFF2-40B4-BE49-F238E27FC236}">
                    <a16:creationId xmlns:a16="http://schemas.microsoft.com/office/drawing/2014/main" id="{262DA7D9-E951-42C3-93C6-E57D0A9AF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905"/>
                <a:ext cx="30" cy="30"/>
              </a:xfrm>
              <a:custGeom>
                <a:avLst/>
                <a:gdLst>
                  <a:gd name="T0" fmla="*/ 313 w 12"/>
                  <a:gd name="T1" fmla="*/ 4544 h 11"/>
                  <a:gd name="T2" fmla="*/ 2938 w 12"/>
                  <a:gd name="T3" fmla="*/ 1666 h 11"/>
                  <a:gd name="T4" fmla="*/ 2738 w 12"/>
                  <a:gd name="T5" fmla="*/ 0 h 11"/>
                  <a:gd name="T6" fmla="*/ 0 w 12"/>
                  <a:gd name="T7" fmla="*/ 3325 h 11"/>
                  <a:gd name="T8" fmla="*/ 313 w 12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" y="11"/>
                    </a:moveTo>
                    <a:cubicBezTo>
                      <a:pt x="0" y="9"/>
                      <a:pt x="12" y="5"/>
                      <a:pt x="12" y="4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0" y="4"/>
                      <a:pt x="0" y="8"/>
                    </a:cubicBez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2" name="Freeform 764">
                <a:extLst>
                  <a:ext uri="{FF2B5EF4-FFF2-40B4-BE49-F238E27FC236}">
                    <a16:creationId xmlns:a16="http://schemas.microsoft.com/office/drawing/2014/main" id="{D902C853-2C12-4E88-8470-EE58D4232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921"/>
                <a:ext cx="30" cy="32"/>
              </a:xfrm>
              <a:custGeom>
                <a:avLst/>
                <a:gdLst>
                  <a:gd name="T0" fmla="*/ 313 w 12"/>
                  <a:gd name="T1" fmla="*/ 4301 h 12"/>
                  <a:gd name="T2" fmla="*/ 2938 w 12"/>
                  <a:gd name="T3" fmla="*/ 1459 h 12"/>
                  <a:gd name="T4" fmla="*/ 2738 w 12"/>
                  <a:gd name="T5" fmla="*/ 0 h 12"/>
                  <a:gd name="T6" fmla="*/ 0 w 12"/>
                  <a:gd name="T7" fmla="*/ 2824 h 12"/>
                  <a:gd name="T8" fmla="*/ 313 w 12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12"/>
                    </a:moveTo>
                    <a:cubicBezTo>
                      <a:pt x="0" y="9"/>
                      <a:pt x="12" y="5"/>
                      <a:pt x="12" y="4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0" y="5"/>
                      <a:pt x="0" y="8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3" name="Freeform 765">
                <a:extLst>
                  <a:ext uri="{FF2B5EF4-FFF2-40B4-BE49-F238E27FC236}">
                    <a16:creationId xmlns:a16="http://schemas.microsoft.com/office/drawing/2014/main" id="{A8CC24F1-5D8A-4921-8BB9-47872CC00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64"/>
                <a:ext cx="33" cy="35"/>
              </a:xfrm>
              <a:custGeom>
                <a:avLst/>
                <a:gdLst>
                  <a:gd name="T0" fmla="*/ 3485 w 13"/>
                  <a:gd name="T1" fmla="*/ 3414 h 13"/>
                  <a:gd name="T2" fmla="*/ 1914 w 13"/>
                  <a:gd name="T3" fmla="*/ 1580 h 13"/>
                  <a:gd name="T4" fmla="*/ 0 w 13"/>
                  <a:gd name="T5" fmla="*/ 0 h 13"/>
                  <a:gd name="T6" fmla="*/ 0 w 13"/>
                  <a:gd name="T7" fmla="*/ 1580 h 13"/>
                  <a:gd name="T8" fmla="*/ 1571 w 13"/>
                  <a:gd name="T9" fmla="*/ 2673 h 13"/>
                  <a:gd name="T10" fmla="*/ 3485 w 13"/>
                  <a:gd name="T11" fmla="*/ 4935 h 13"/>
                  <a:gd name="T12" fmla="*/ 3485 w 13"/>
                  <a:gd name="T13" fmla="*/ 341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13" y="9"/>
                    </a:moveTo>
                    <a:cubicBezTo>
                      <a:pt x="13" y="8"/>
                      <a:pt x="9" y="5"/>
                      <a:pt x="7" y="4"/>
                    </a:cubicBezTo>
                    <a:cubicBezTo>
                      <a:pt x="4" y="2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3" y="6"/>
                      <a:pt x="6" y="7"/>
                    </a:cubicBezTo>
                    <a:cubicBezTo>
                      <a:pt x="10" y="9"/>
                      <a:pt x="13" y="12"/>
                      <a:pt x="13" y="13"/>
                    </a:cubicBezTo>
                    <a:lnTo>
                      <a:pt x="13" y="9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4" name="Freeform 766">
                <a:extLst>
                  <a:ext uri="{FF2B5EF4-FFF2-40B4-BE49-F238E27FC236}">
                    <a16:creationId xmlns:a16="http://schemas.microsoft.com/office/drawing/2014/main" id="{434582AA-D01A-4058-B1FE-85F268CB7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83"/>
                <a:ext cx="33" cy="32"/>
              </a:xfrm>
              <a:custGeom>
                <a:avLst/>
                <a:gdLst>
                  <a:gd name="T0" fmla="*/ 3485 w 13"/>
                  <a:gd name="T1" fmla="*/ 2824 h 12"/>
                  <a:gd name="T2" fmla="*/ 1914 w 13"/>
                  <a:gd name="T3" fmla="*/ 1059 h 12"/>
                  <a:gd name="T4" fmla="*/ 0 w 13"/>
                  <a:gd name="T5" fmla="*/ 0 h 12"/>
                  <a:gd name="T6" fmla="*/ 327 w 13"/>
                  <a:gd name="T7" fmla="*/ 1459 h 12"/>
                  <a:gd name="T8" fmla="*/ 1571 w 13"/>
                  <a:gd name="T9" fmla="*/ 2581 h 12"/>
                  <a:gd name="T10" fmla="*/ 3485 w 13"/>
                  <a:gd name="T11" fmla="*/ 4301 h 12"/>
                  <a:gd name="T12" fmla="*/ 3485 w 13"/>
                  <a:gd name="T13" fmla="*/ 2824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13" y="8"/>
                    </a:moveTo>
                    <a:cubicBezTo>
                      <a:pt x="13" y="6"/>
                      <a:pt x="10" y="5"/>
                      <a:pt x="7" y="3"/>
                    </a:cubicBezTo>
                    <a:cubicBezTo>
                      <a:pt x="5" y="2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4" y="6"/>
                      <a:pt x="6" y="7"/>
                    </a:cubicBezTo>
                    <a:cubicBezTo>
                      <a:pt x="11" y="9"/>
                      <a:pt x="13" y="11"/>
                      <a:pt x="13" y="12"/>
                    </a:cubicBezTo>
                    <a:lnTo>
                      <a:pt x="13" y="8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5" name="Freeform 767">
                <a:extLst>
                  <a:ext uri="{FF2B5EF4-FFF2-40B4-BE49-F238E27FC236}">
                    <a16:creationId xmlns:a16="http://schemas.microsoft.com/office/drawing/2014/main" id="{6AA07E97-F673-4138-9E00-C78A8EDAB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48"/>
                <a:ext cx="30" cy="29"/>
              </a:xfrm>
              <a:custGeom>
                <a:avLst/>
                <a:gdLst>
                  <a:gd name="T0" fmla="*/ 0 w 12"/>
                  <a:gd name="T1" fmla="*/ 3662 h 11"/>
                  <a:gd name="T2" fmla="*/ 2938 w 12"/>
                  <a:gd name="T3" fmla="*/ 1007 h 11"/>
                  <a:gd name="T4" fmla="*/ 2738 w 12"/>
                  <a:gd name="T5" fmla="*/ 0 h 11"/>
                  <a:gd name="T6" fmla="*/ 0 w 12"/>
                  <a:gd name="T7" fmla="*/ 2273 h 11"/>
                  <a:gd name="T8" fmla="*/ 0 w 12"/>
                  <a:gd name="T9" fmla="*/ 366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11"/>
                    </a:moveTo>
                    <a:cubicBezTo>
                      <a:pt x="0" y="8"/>
                      <a:pt x="12" y="5"/>
                      <a:pt x="12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1"/>
                      <a:pt x="0" y="4"/>
                      <a:pt x="0" y="7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6" name="Freeform 768">
                <a:extLst>
                  <a:ext uri="{FF2B5EF4-FFF2-40B4-BE49-F238E27FC236}">
                    <a16:creationId xmlns:a16="http://schemas.microsoft.com/office/drawing/2014/main" id="{FCAF3162-A008-452D-9BB5-2AE5FEFE8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64"/>
                <a:ext cx="30" cy="29"/>
              </a:xfrm>
              <a:custGeom>
                <a:avLst/>
                <a:gdLst>
                  <a:gd name="T0" fmla="*/ 313 w 12"/>
                  <a:gd name="T1" fmla="*/ 3662 h 11"/>
                  <a:gd name="T2" fmla="*/ 2938 w 12"/>
                  <a:gd name="T3" fmla="*/ 1389 h 11"/>
                  <a:gd name="T4" fmla="*/ 2938 w 12"/>
                  <a:gd name="T5" fmla="*/ 0 h 11"/>
                  <a:gd name="T6" fmla="*/ 0 w 12"/>
                  <a:gd name="T7" fmla="*/ 2273 h 11"/>
                  <a:gd name="T8" fmla="*/ 313 w 12"/>
                  <a:gd name="T9" fmla="*/ 366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" y="11"/>
                    </a:moveTo>
                    <a:cubicBezTo>
                      <a:pt x="1" y="8"/>
                      <a:pt x="12" y="5"/>
                      <a:pt x="12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0" y="4"/>
                      <a:pt x="0" y="7"/>
                    </a:cubicBez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7" name="Freeform 769">
                <a:extLst>
                  <a:ext uri="{FF2B5EF4-FFF2-40B4-BE49-F238E27FC236}">
                    <a16:creationId xmlns:a16="http://schemas.microsoft.com/office/drawing/2014/main" id="{A3D852DB-C496-47D4-9FE0-AC352E10A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001"/>
                <a:ext cx="27" cy="40"/>
              </a:xfrm>
              <a:custGeom>
                <a:avLst/>
                <a:gdLst>
                  <a:gd name="T0" fmla="*/ 2398 w 11"/>
                  <a:gd name="T1" fmla="*/ 3891 h 15"/>
                  <a:gd name="T2" fmla="*/ 1343 w 11"/>
                  <a:gd name="T3" fmla="*/ 1763 h 15"/>
                  <a:gd name="T4" fmla="*/ 0 w 11"/>
                  <a:gd name="T5" fmla="*/ 0 h 15"/>
                  <a:gd name="T6" fmla="*/ 0 w 11"/>
                  <a:gd name="T7" fmla="*/ 1459 h 15"/>
                  <a:gd name="T8" fmla="*/ 1048 w 11"/>
                  <a:gd name="T9" fmla="*/ 2824 h 15"/>
                  <a:gd name="T10" fmla="*/ 2216 w 11"/>
                  <a:gd name="T11" fmla="*/ 5405 h 15"/>
                  <a:gd name="T12" fmla="*/ 2398 w 11"/>
                  <a:gd name="T13" fmla="*/ 389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11" y="11"/>
                    </a:moveTo>
                    <a:cubicBezTo>
                      <a:pt x="11" y="10"/>
                      <a:pt x="9" y="7"/>
                      <a:pt x="6" y="5"/>
                    </a:cubicBezTo>
                    <a:cubicBezTo>
                      <a:pt x="4" y="3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2" y="6"/>
                      <a:pt x="5" y="8"/>
                    </a:cubicBezTo>
                    <a:cubicBezTo>
                      <a:pt x="8" y="11"/>
                      <a:pt x="11" y="13"/>
                      <a:pt x="10" y="15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8" name="Freeform 770">
                <a:extLst>
                  <a:ext uri="{FF2B5EF4-FFF2-40B4-BE49-F238E27FC236}">
                    <a16:creationId xmlns:a16="http://schemas.microsoft.com/office/drawing/2014/main" id="{E46C7FA1-CEC8-45A5-99A7-9EE00B3E2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17"/>
                <a:ext cx="28" cy="40"/>
              </a:xfrm>
              <a:custGeom>
                <a:avLst/>
                <a:gdLst>
                  <a:gd name="T0" fmla="*/ 2986 w 11"/>
                  <a:gd name="T1" fmla="*/ 3891 h 15"/>
                  <a:gd name="T2" fmla="*/ 1932 w 11"/>
                  <a:gd name="T3" fmla="*/ 1763 h 15"/>
                  <a:gd name="T4" fmla="*/ 331 w 11"/>
                  <a:gd name="T5" fmla="*/ 0 h 15"/>
                  <a:gd name="T6" fmla="*/ 0 w 11"/>
                  <a:gd name="T7" fmla="*/ 1459 h 15"/>
                  <a:gd name="T8" fmla="*/ 1387 w 11"/>
                  <a:gd name="T9" fmla="*/ 3243 h 15"/>
                  <a:gd name="T10" fmla="*/ 2688 w 11"/>
                  <a:gd name="T11" fmla="*/ 5405 h 15"/>
                  <a:gd name="T12" fmla="*/ 2986 w 11"/>
                  <a:gd name="T13" fmla="*/ 389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11" y="11"/>
                    </a:moveTo>
                    <a:cubicBezTo>
                      <a:pt x="11" y="9"/>
                      <a:pt x="9" y="7"/>
                      <a:pt x="7" y="5"/>
                    </a:cubicBezTo>
                    <a:cubicBezTo>
                      <a:pt x="5" y="3"/>
                      <a:pt x="1" y="1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3" y="7"/>
                      <a:pt x="5" y="9"/>
                    </a:cubicBezTo>
                    <a:cubicBezTo>
                      <a:pt x="9" y="11"/>
                      <a:pt x="10" y="14"/>
                      <a:pt x="10" y="15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9" name="Freeform 771">
                <a:extLst>
                  <a:ext uri="{FF2B5EF4-FFF2-40B4-BE49-F238E27FC236}">
                    <a16:creationId xmlns:a16="http://schemas.microsoft.com/office/drawing/2014/main" id="{FB59DA8C-831A-4CD2-B51E-466658B89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988"/>
                <a:ext cx="30" cy="24"/>
              </a:xfrm>
              <a:custGeom>
                <a:avLst/>
                <a:gdLst>
                  <a:gd name="T0" fmla="*/ 0 w 12"/>
                  <a:gd name="T1" fmla="*/ 3243 h 9"/>
                  <a:gd name="T2" fmla="*/ 2938 w 12"/>
                  <a:gd name="T3" fmla="*/ 1059 h 9"/>
                  <a:gd name="T4" fmla="*/ 2938 w 12"/>
                  <a:gd name="T5" fmla="*/ 0 h 9"/>
                  <a:gd name="T6" fmla="*/ 0 w 12"/>
                  <a:gd name="T7" fmla="*/ 2184 h 9"/>
                  <a:gd name="T8" fmla="*/ 0 w 12"/>
                  <a:gd name="T9" fmla="*/ 324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9"/>
                    </a:moveTo>
                    <a:cubicBezTo>
                      <a:pt x="0" y="7"/>
                      <a:pt x="12" y="5"/>
                      <a:pt x="12" y="3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0" y="2"/>
                      <a:pt x="0" y="6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0" name="Freeform 772">
                <a:extLst>
                  <a:ext uri="{FF2B5EF4-FFF2-40B4-BE49-F238E27FC236}">
                    <a16:creationId xmlns:a16="http://schemas.microsoft.com/office/drawing/2014/main" id="{E65C08C5-4AFF-4745-BEA1-A9C68AA9E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004"/>
                <a:ext cx="30" cy="27"/>
              </a:xfrm>
              <a:custGeom>
                <a:avLst/>
                <a:gdLst>
                  <a:gd name="T0" fmla="*/ 0 w 12"/>
                  <a:gd name="T1" fmla="*/ 3877 h 10"/>
                  <a:gd name="T2" fmla="*/ 2938 w 12"/>
                  <a:gd name="T3" fmla="*/ 1596 h 10"/>
                  <a:gd name="T4" fmla="*/ 2938 w 12"/>
                  <a:gd name="T5" fmla="*/ 0 h 10"/>
                  <a:gd name="T6" fmla="*/ 0 w 12"/>
                  <a:gd name="T7" fmla="*/ 2282 h 10"/>
                  <a:gd name="T8" fmla="*/ 0 w 12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0" y="7"/>
                      <a:pt x="12" y="5"/>
                      <a:pt x="12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0" y="3"/>
                      <a:pt x="0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1" name="Freeform 773">
                <a:extLst>
                  <a:ext uri="{FF2B5EF4-FFF2-40B4-BE49-F238E27FC236}">
                    <a16:creationId xmlns:a16="http://schemas.microsoft.com/office/drawing/2014/main" id="{3F8CAB85-1996-4581-A036-AF6ECBEC7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39"/>
                <a:ext cx="28" cy="42"/>
              </a:xfrm>
              <a:custGeom>
                <a:avLst/>
                <a:gdLst>
                  <a:gd name="T0" fmla="*/ 2986 w 11"/>
                  <a:gd name="T1" fmla="*/ 3998 h 16"/>
                  <a:gd name="T2" fmla="*/ 1932 w 11"/>
                  <a:gd name="T3" fmla="*/ 1612 h 16"/>
                  <a:gd name="T4" fmla="*/ 545 w 11"/>
                  <a:gd name="T5" fmla="*/ 0 h 16"/>
                  <a:gd name="T6" fmla="*/ 331 w 11"/>
                  <a:gd name="T7" fmla="*/ 992 h 16"/>
                  <a:gd name="T8" fmla="*/ 1387 w 11"/>
                  <a:gd name="T9" fmla="*/ 2985 h 16"/>
                  <a:gd name="T10" fmla="*/ 2474 w 11"/>
                  <a:gd name="T11" fmla="*/ 5229 h 16"/>
                  <a:gd name="T12" fmla="*/ 2986 w 11"/>
                  <a:gd name="T13" fmla="*/ 399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6">
                    <a:moveTo>
                      <a:pt x="11" y="12"/>
                    </a:moveTo>
                    <a:cubicBezTo>
                      <a:pt x="11" y="11"/>
                      <a:pt x="9" y="8"/>
                      <a:pt x="7" y="5"/>
                    </a:cubicBezTo>
                    <a:cubicBezTo>
                      <a:pt x="5" y="3"/>
                      <a:pt x="2" y="0"/>
                      <a:pt x="2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3" y="7"/>
                      <a:pt x="5" y="9"/>
                    </a:cubicBezTo>
                    <a:cubicBezTo>
                      <a:pt x="8" y="12"/>
                      <a:pt x="10" y="15"/>
                      <a:pt x="9" y="16"/>
                    </a:cubicBez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2" name="Freeform 774">
                <a:extLst>
                  <a:ext uri="{FF2B5EF4-FFF2-40B4-BE49-F238E27FC236}">
                    <a16:creationId xmlns:a16="http://schemas.microsoft.com/office/drawing/2014/main" id="{D6DE5B1D-B006-4C9F-BA16-9CF8F6A6D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2055"/>
                <a:ext cx="27" cy="45"/>
              </a:xfrm>
              <a:custGeom>
                <a:avLst/>
                <a:gdLst>
                  <a:gd name="T0" fmla="*/ 2398 w 11"/>
                  <a:gd name="T1" fmla="*/ 4415 h 17"/>
                  <a:gd name="T2" fmla="*/ 1343 w 11"/>
                  <a:gd name="T3" fmla="*/ 2059 h 17"/>
                  <a:gd name="T4" fmla="*/ 174 w 11"/>
                  <a:gd name="T5" fmla="*/ 0 h 17"/>
                  <a:gd name="T6" fmla="*/ 0 w 11"/>
                  <a:gd name="T7" fmla="*/ 1429 h 17"/>
                  <a:gd name="T8" fmla="*/ 1048 w 11"/>
                  <a:gd name="T9" fmla="*/ 3131 h 17"/>
                  <a:gd name="T10" fmla="*/ 1964 w 11"/>
                  <a:gd name="T11" fmla="*/ 5845 h 17"/>
                  <a:gd name="T12" fmla="*/ 2398 w 11"/>
                  <a:gd name="T13" fmla="*/ 441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7">
                    <a:moveTo>
                      <a:pt x="11" y="13"/>
                    </a:moveTo>
                    <a:cubicBezTo>
                      <a:pt x="11" y="11"/>
                      <a:pt x="9" y="8"/>
                      <a:pt x="6" y="6"/>
                    </a:cubicBezTo>
                    <a:cubicBezTo>
                      <a:pt x="5" y="4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3" y="7"/>
                      <a:pt x="5" y="9"/>
                    </a:cubicBezTo>
                    <a:cubicBezTo>
                      <a:pt x="8" y="13"/>
                      <a:pt x="10" y="16"/>
                      <a:pt x="9" y="17"/>
                    </a:cubicBezTo>
                    <a:lnTo>
                      <a:pt x="11" y="1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3" name="Freeform 775">
                <a:extLst>
                  <a:ext uri="{FF2B5EF4-FFF2-40B4-BE49-F238E27FC236}">
                    <a16:creationId xmlns:a16="http://schemas.microsoft.com/office/drawing/2014/main" id="{E036C9FC-CF5B-4B66-B028-4BA723BC0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031"/>
                <a:ext cx="32" cy="18"/>
              </a:xfrm>
              <a:custGeom>
                <a:avLst/>
                <a:gdLst>
                  <a:gd name="T0" fmla="*/ 0 w 13"/>
                  <a:gd name="T1" fmla="*/ 2003 h 7"/>
                  <a:gd name="T2" fmla="*/ 2897 w 13"/>
                  <a:gd name="T3" fmla="*/ 918 h 7"/>
                  <a:gd name="T4" fmla="*/ 2897 w 13"/>
                  <a:gd name="T5" fmla="*/ 0 h 7"/>
                  <a:gd name="T6" fmla="*/ 0 w 13"/>
                  <a:gd name="T7" fmla="*/ 1137 h 7"/>
                  <a:gd name="T8" fmla="*/ 0 w 13"/>
                  <a:gd name="T9" fmla="*/ 20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0" y="4"/>
                      <a:pt x="12" y="5"/>
                      <a:pt x="13" y="3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" y="0"/>
                      <a:pt x="0" y="4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4" name="Freeform 776">
                <a:extLst>
                  <a:ext uri="{FF2B5EF4-FFF2-40B4-BE49-F238E27FC236}">
                    <a16:creationId xmlns:a16="http://schemas.microsoft.com/office/drawing/2014/main" id="{B8837C01-4226-4291-A1DE-767303C2A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2047"/>
                <a:ext cx="35" cy="21"/>
              </a:xfrm>
              <a:custGeom>
                <a:avLst/>
                <a:gdLst>
                  <a:gd name="T0" fmla="*/ 0 w 14"/>
                  <a:gd name="T1" fmla="*/ 2604 h 8"/>
                  <a:gd name="T2" fmla="*/ 3250 w 14"/>
                  <a:gd name="T3" fmla="*/ 1378 h 8"/>
                  <a:gd name="T4" fmla="*/ 3438 w 14"/>
                  <a:gd name="T5" fmla="*/ 0 h 8"/>
                  <a:gd name="T6" fmla="*/ 313 w 14"/>
                  <a:gd name="T7" fmla="*/ 1378 h 8"/>
                  <a:gd name="T8" fmla="*/ 0 w 14"/>
                  <a:gd name="T9" fmla="*/ 260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8"/>
                    </a:moveTo>
                    <a:cubicBezTo>
                      <a:pt x="1" y="5"/>
                      <a:pt x="13" y="5"/>
                      <a:pt x="13" y="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1"/>
                      <a:pt x="2" y="1"/>
                      <a:pt x="1" y="4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5" name="Freeform 777">
                <a:extLst>
                  <a:ext uri="{FF2B5EF4-FFF2-40B4-BE49-F238E27FC236}">
                    <a16:creationId xmlns:a16="http://schemas.microsoft.com/office/drawing/2014/main" id="{25BD05E2-9072-4ADE-8E2B-66CE67EAE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073"/>
                <a:ext cx="25" cy="48"/>
              </a:xfrm>
              <a:custGeom>
                <a:avLst/>
                <a:gdLst>
                  <a:gd name="T0" fmla="*/ 2270 w 10"/>
                  <a:gd name="T1" fmla="*/ 5005 h 18"/>
                  <a:gd name="T2" fmla="*/ 1488 w 10"/>
                  <a:gd name="T3" fmla="*/ 2581 h 18"/>
                  <a:gd name="T4" fmla="*/ 520 w 10"/>
                  <a:gd name="T5" fmla="*/ 0 h 18"/>
                  <a:gd name="T6" fmla="*/ 313 w 10"/>
                  <a:gd name="T7" fmla="*/ 1459 h 18"/>
                  <a:gd name="T8" fmla="*/ 988 w 10"/>
                  <a:gd name="T9" fmla="*/ 3243 h 18"/>
                  <a:gd name="T10" fmla="*/ 1770 w 10"/>
                  <a:gd name="T11" fmla="*/ 6464 h 18"/>
                  <a:gd name="T12" fmla="*/ 2270 w 10"/>
                  <a:gd name="T13" fmla="*/ 500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9" y="14"/>
                    </a:moveTo>
                    <a:cubicBezTo>
                      <a:pt x="10" y="13"/>
                      <a:pt x="8" y="9"/>
                      <a:pt x="6" y="7"/>
                    </a:cubicBezTo>
                    <a:cubicBezTo>
                      <a:pt x="5" y="4"/>
                      <a:pt x="2" y="0"/>
                      <a:pt x="2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2" y="7"/>
                      <a:pt x="4" y="9"/>
                    </a:cubicBezTo>
                    <a:cubicBezTo>
                      <a:pt x="6" y="13"/>
                      <a:pt x="8" y="17"/>
                      <a:pt x="7" y="18"/>
                    </a:cubicBezTo>
                    <a:lnTo>
                      <a:pt x="9" y="1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6" name="Freeform 778">
                <a:extLst>
                  <a:ext uri="{FF2B5EF4-FFF2-40B4-BE49-F238E27FC236}">
                    <a16:creationId xmlns:a16="http://schemas.microsoft.com/office/drawing/2014/main" id="{2FC142A8-BA28-41EA-B1DD-48414D905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068"/>
                <a:ext cx="38" cy="16"/>
              </a:xfrm>
              <a:custGeom>
                <a:avLst/>
                <a:gdLst>
                  <a:gd name="T0" fmla="*/ 0 w 15"/>
                  <a:gd name="T1" fmla="*/ 2184 h 6"/>
                  <a:gd name="T2" fmla="*/ 3658 w 15"/>
                  <a:gd name="T3" fmla="*/ 1763 h 6"/>
                  <a:gd name="T4" fmla="*/ 3955 w 15"/>
                  <a:gd name="T5" fmla="*/ 397 h 6"/>
                  <a:gd name="T6" fmla="*/ 540 w 15"/>
                  <a:gd name="T7" fmla="*/ 1059 h 6"/>
                  <a:gd name="T8" fmla="*/ 0 w 15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0" y="6"/>
                    </a:moveTo>
                    <a:cubicBezTo>
                      <a:pt x="1" y="4"/>
                      <a:pt x="13" y="6"/>
                      <a:pt x="14" y="5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3" y="0"/>
                      <a:pt x="2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7" name="Freeform 779">
                <a:extLst>
                  <a:ext uri="{FF2B5EF4-FFF2-40B4-BE49-F238E27FC236}">
                    <a16:creationId xmlns:a16="http://schemas.microsoft.com/office/drawing/2014/main" id="{7E6A1752-E632-462D-85E6-D285CA13C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972"/>
                <a:ext cx="23" cy="13"/>
              </a:xfrm>
              <a:custGeom>
                <a:avLst/>
                <a:gdLst>
                  <a:gd name="T0" fmla="*/ 0 w 9"/>
                  <a:gd name="T1" fmla="*/ 1547 h 5"/>
                  <a:gd name="T2" fmla="*/ 1620 w 9"/>
                  <a:gd name="T3" fmla="*/ 595 h 5"/>
                  <a:gd name="T4" fmla="*/ 2520 w 9"/>
                  <a:gd name="T5" fmla="*/ 0 h 5"/>
                  <a:gd name="T6" fmla="*/ 2520 w 9"/>
                  <a:gd name="T7" fmla="*/ 0 h 5"/>
                  <a:gd name="T8" fmla="*/ 1104 w 9"/>
                  <a:gd name="T9" fmla="*/ 595 h 5"/>
                  <a:gd name="T10" fmla="*/ 0 w 9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1" y="4"/>
                      <a:pt x="4" y="3"/>
                      <a:pt x="6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1"/>
                      <a:pt x="4" y="2"/>
                    </a:cubicBezTo>
                    <a:cubicBezTo>
                      <a:pt x="2" y="3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8" name="Freeform 780">
                <a:extLst>
                  <a:ext uri="{FF2B5EF4-FFF2-40B4-BE49-F238E27FC236}">
                    <a16:creationId xmlns:a16="http://schemas.microsoft.com/office/drawing/2014/main" id="{84AA4A64-869F-4915-9251-C00B020D4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996"/>
                <a:ext cx="25" cy="11"/>
              </a:xfrm>
              <a:custGeom>
                <a:avLst/>
                <a:gdLst>
                  <a:gd name="T0" fmla="*/ 0 w 10"/>
                  <a:gd name="T1" fmla="*/ 1724 h 4"/>
                  <a:gd name="T2" fmla="*/ 1488 w 10"/>
                  <a:gd name="T3" fmla="*/ 462 h 4"/>
                  <a:gd name="T4" fmla="*/ 2470 w 10"/>
                  <a:gd name="T5" fmla="*/ 0 h 4"/>
                  <a:gd name="T6" fmla="*/ 2470 w 10"/>
                  <a:gd name="T7" fmla="*/ 0 h 4"/>
                  <a:gd name="T8" fmla="*/ 988 w 10"/>
                  <a:gd name="T9" fmla="*/ 462 h 4"/>
                  <a:gd name="T10" fmla="*/ 0 w 10"/>
                  <a:gd name="T11" fmla="*/ 17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0" y="4"/>
                    </a:moveTo>
                    <a:cubicBezTo>
                      <a:pt x="1" y="3"/>
                      <a:pt x="4" y="2"/>
                      <a:pt x="6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1"/>
                      <a:pt x="4" y="1"/>
                    </a:cubicBezTo>
                    <a:cubicBezTo>
                      <a:pt x="2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9" name="Freeform 781">
                <a:extLst>
                  <a:ext uri="{FF2B5EF4-FFF2-40B4-BE49-F238E27FC236}">
                    <a16:creationId xmlns:a16="http://schemas.microsoft.com/office/drawing/2014/main" id="{AEB0C25E-94CB-400B-85F5-6634EEF1C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012"/>
                <a:ext cx="27" cy="11"/>
              </a:xfrm>
              <a:custGeom>
                <a:avLst/>
                <a:gdLst>
                  <a:gd name="T0" fmla="*/ 174 w 11"/>
                  <a:gd name="T1" fmla="*/ 1724 h 4"/>
                  <a:gd name="T2" fmla="*/ 1524 w 11"/>
                  <a:gd name="T3" fmla="*/ 462 h 4"/>
                  <a:gd name="T4" fmla="*/ 2398 w 11"/>
                  <a:gd name="T5" fmla="*/ 0 h 4"/>
                  <a:gd name="T6" fmla="*/ 2398 w 11"/>
                  <a:gd name="T7" fmla="*/ 0 h 4"/>
                  <a:gd name="T8" fmla="*/ 1048 w 11"/>
                  <a:gd name="T9" fmla="*/ 462 h 4"/>
                  <a:gd name="T10" fmla="*/ 0 w 11"/>
                  <a:gd name="T11" fmla="*/ 1724 h 4"/>
                  <a:gd name="T12" fmla="*/ 174 w 11"/>
                  <a:gd name="T13" fmla="*/ 172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">
                    <a:moveTo>
                      <a:pt x="1" y="4"/>
                    </a:moveTo>
                    <a:cubicBezTo>
                      <a:pt x="2" y="3"/>
                      <a:pt x="5" y="2"/>
                      <a:pt x="7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7" y="1"/>
                      <a:pt x="5" y="1"/>
                    </a:cubicBezTo>
                    <a:cubicBezTo>
                      <a:pt x="3" y="2"/>
                      <a:pt x="2" y="3"/>
                      <a:pt x="0" y="4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0" name="Freeform 782">
                <a:extLst>
                  <a:ext uri="{FF2B5EF4-FFF2-40B4-BE49-F238E27FC236}">
                    <a16:creationId xmlns:a16="http://schemas.microsoft.com/office/drawing/2014/main" id="{40392418-7AEE-4295-9087-9C6207E11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39"/>
                <a:ext cx="25" cy="5"/>
              </a:xfrm>
              <a:custGeom>
                <a:avLst/>
                <a:gdLst>
                  <a:gd name="T0" fmla="*/ 0 w 10"/>
                  <a:gd name="T1" fmla="*/ 520 h 2"/>
                  <a:gd name="T2" fmla="*/ 1770 w 10"/>
                  <a:gd name="T3" fmla="*/ 313 h 2"/>
                  <a:gd name="T4" fmla="*/ 2470 w 10"/>
                  <a:gd name="T5" fmla="*/ 0 h 2"/>
                  <a:gd name="T6" fmla="*/ 2470 w 10"/>
                  <a:gd name="T7" fmla="*/ 0 h 2"/>
                  <a:gd name="T8" fmla="*/ 1300 w 10"/>
                  <a:gd name="T9" fmla="*/ 0 h 2"/>
                  <a:gd name="T10" fmla="*/ 0 w 10"/>
                  <a:gd name="T11" fmla="*/ 52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1" y="1"/>
                      <a:pt x="4" y="1"/>
                      <a:pt x="7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0"/>
                      <a:pt x="5" y="0"/>
                    </a:cubicBezTo>
                    <a:cubicBezTo>
                      <a:pt x="3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1" name="Freeform 783">
                <a:extLst>
                  <a:ext uri="{FF2B5EF4-FFF2-40B4-BE49-F238E27FC236}">
                    <a16:creationId xmlns:a16="http://schemas.microsoft.com/office/drawing/2014/main" id="{88345E3B-6A5D-4A8D-AEFA-385025F83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055"/>
                <a:ext cx="25" cy="5"/>
              </a:xfrm>
              <a:custGeom>
                <a:avLst/>
                <a:gdLst>
                  <a:gd name="T0" fmla="*/ 0 w 10"/>
                  <a:gd name="T1" fmla="*/ 520 h 2"/>
                  <a:gd name="T2" fmla="*/ 1770 w 10"/>
                  <a:gd name="T3" fmla="*/ 313 h 2"/>
                  <a:gd name="T4" fmla="*/ 2470 w 10"/>
                  <a:gd name="T5" fmla="*/ 0 h 2"/>
                  <a:gd name="T6" fmla="*/ 2470 w 10"/>
                  <a:gd name="T7" fmla="*/ 0 h 2"/>
                  <a:gd name="T8" fmla="*/ 1300 w 10"/>
                  <a:gd name="T9" fmla="*/ 0 h 2"/>
                  <a:gd name="T10" fmla="*/ 0 w 10"/>
                  <a:gd name="T11" fmla="*/ 52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1" y="1"/>
                      <a:pt x="4" y="1"/>
                      <a:pt x="7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0"/>
                      <a:pt x="5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2" name="Freeform 784">
                <a:extLst>
                  <a:ext uri="{FF2B5EF4-FFF2-40B4-BE49-F238E27FC236}">
                    <a16:creationId xmlns:a16="http://schemas.microsoft.com/office/drawing/2014/main" id="{7BCA3A50-EA28-4C74-8E98-74C586334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076"/>
                <a:ext cx="28" cy="5"/>
              </a:xfrm>
              <a:custGeom>
                <a:avLst/>
                <a:gdLst>
                  <a:gd name="T0" fmla="*/ 0 w 11"/>
                  <a:gd name="T1" fmla="*/ 520 h 2"/>
                  <a:gd name="T2" fmla="*/ 1932 w 11"/>
                  <a:gd name="T3" fmla="*/ 313 h 2"/>
                  <a:gd name="T4" fmla="*/ 2986 w 11"/>
                  <a:gd name="T5" fmla="*/ 313 h 2"/>
                  <a:gd name="T6" fmla="*/ 2986 w 11"/>
                  <a:gd name="T7" fmla="*/ 313 h 2"/>
                  <a:gd name="T8" fmla="*/ 1387 w 11"/>
                  <a:gd name="T9" fmla="*/ 313 h 2"/>
                  <a:gd name="T10" fmla="*/ 0 w 11"/>
                  <a:gd name="T11" fmla="*/ 52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2" y="1"/>
                      <a:pt x="5" y="1"/>
                      <a:pt x="7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8" y="1"/>
                      <a:pt x="5" y="1"/>
                    </a:cubicBezTo>
                    <a:cubicBezTo>
                      <a:pt x="3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3" name="Freeform 785">
                <a:extLst>
                  <a:ext uri="{FF2B5EF4-FFF2-40B4-BE49-F238E27FC236}">
                    <a16:creationId xmlns:a16="http://schemas.microsoft.com/office/drawing/2014/main" id="{D78CCE00-7A16-4A52-9547-E1D13135B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956"/>
                <a:ext cx="25" cy="13"/>
              </a:xfrm>
              <a:custGeom>
                <a:avLst/>
                <a:gdLst>
                  <a:gd name="T0" fmla="*/ 0 w 10"/>
                  <a:gd name="T1" fmla="*/ 1547 h 5"/>
                  <a:gd name="T2" fmla="*/ 1770 w 10"/>
                  <a:gd name="T3" fmla="*/ 595 h 5"/>
                  <a:gd name="T4" fmla="*/ 2470 w 10"/>
                  <a:gd name="T5" fmla="*/ 0 h 5"/>
                  <a:gd name="T6" fmla="*/ 2470 w 10"/>
                  <a:gd name="T7" fmla="*/ 0 h 5"/>
                  <a:gd name="T8" fmla="*/ 1300 w 10"/>
                  <a:gd name="T9" fmla="*/ 595 h 5"/>
                  <a:gd name="T10" fmla="*/ 0 w 10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2" y="4"/>
                      <a:pt x="4" y="3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1"/>
                      <a:pt x="5" y="2"/>
                    </a:cubicBezTo>
                    <a:cubicBezTo>
                      <a:pt x="2" y="3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4" name="Freeform 786">
                <a:extLst>
                  <a:ext uri="{FF2B5EF4-FFF2-40B4-BE49-F238E27FC236}">
                    <a16:creationId xmlns:a16="http://schemas.microsoft.com/office/drawing/2014/main" id="{A9612127-265F-4129-8849-982683963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32"/>
                <a:ext cx="25" cy="13"/>
              </a:xfrm>
              <a:custGeom>
                <a:avLst/>
                <a:gdLst>
                  <a:gd name="T0" fmla="*/ 0 w 10"/>
                  <a:gd name="T1" fmla="*/ 1547 h 5"/>
                  <a:gd name="T2" fmla="*/ 1770 w 10"/>
                  <a:gd name="T3" fmla="*/ 595 h 5"/>
                  <a:gd name="T4" fmla="*/ 2470 w 10"/>
                  <a:gd name="T5" fmla="*/ 0 h 5"/>
                  <a:gd name="T6" fmla="*/ 2470 w 10"/>
                  <a:gd name="T7" fmla="*/ 0 h 5"/>
                  <a:gd name="T8" fmla="*/ 1300 w 10"/>
                  <a:gd name="T9" fmla="*/ 595 h 5"/>
                  <a:gd name="T10" fmla="*/ 0 w 10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2" y="4"/>
                      <a:pt x="4" y="3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1"/>
                      <a:pt x="5" y="2"/>
                    </a:cubicBezTo>
                    <a:cubicBezTo>
                      <a:pt x="3" y="3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5" name="Freeform 787">
                <a:extLst>
                  <a:ext uri="{FF2B5EF4-FFF2-40B4-BE49-F238E27FC236}">
                    <a16:creationId xmlns:a16="http://schemas.microsoft.com/office/drawing/2014/main" id="{C8E99D30-1396-4F5A-BF0F-B2F26D7FE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916"/>
                <a:ext cx="22" cy="13"/>
              </a:xfrm>
              <a:custGeom>
                <a:avLst/>
                <a:gdLst>
                  <a:gd name="T0" fmla="*/ 0 w 9"/>
                  <a:gd name="T1" fmla="*/ 1547 h 5"/>
                  <a:gd name="T2" fmla="*/ 1315 w 9"/>
                  <a:gd name="T3" fmla="*/ 595 h 5"/>
                  <a:gd name="T4" fmla="*/ 1931 w 9"/>
                  <a:gd name="T5" fmla="*/ 0 h 5"/>
                  <a:gd name="T6" fmla="*/ 1931 w 9"/>
                  <a:gd name="T7" fmla="*/ 0 h 5"/>
                  <a:gd name="T8" fmla="*/ 860 w 9"/>
                  <a:gd name="T9" fmla="*/ 595 h 5"/>
                  <a:gd name="T10" fmla="*/ 0 w 9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1" y="4"/>
                      <a:pt x="4" y="3"/>
                      <a:pt x="6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1"/>
                      <a:pt x="4" y="2"/>
                    </a:cubicBezTo>
                    <a:cubicBezTo>
                      <a:pt x="2" y="3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6" name="Freeform 788">
                <a:extLst>
                  <a:ext uri="{FF2B5EF4-FFF2-40B4-BE49-F238E27FC236}">
                    <a16:creationId xmlns:a16="http://schemas.microsoft.com/office/drawing/2014/main" id="{E77B4F64-3CB2-4132-A8D6-C96245E83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092"/>
                <a:ext cx="25" cy="45"/>
              </a:xfrm>
              <a:custGeom>
                <a:avLst/>
                <a:gdLst>
                  <a:gd name="T0" fmla="*/ 2270 w 10"/>
                  <a:gd name="T1" fmla="*/ 4807 h 17"/>
                  <a:gd name="T2" fmla="*/ 1488 w 10"/>
                  <a:gd name="T3" fmla="*/ 2059 h 17"/>
                  <a:gd name="T4" fmla="*/ 520 w 10"/>
                  <a:gd name="T5" fmla="*/ 0 h 17"/>
                  <a:gd name="T6" fmla="*/ 0 w 10"/>
                  <a:gd name="T7" fmla="*/ 1038 h 17"/>
                  <a:gd name="T8" fmla="*/ 988 w 10"/>
                  <a:gd name="T9" fmla="*/ 3131 h 17"/>
                  <a:gd name="T10" fmla="*/ 1770 w 10"/>
                  <a:gd name="T11" fmla="*/ 5845 h 17"/>
                  <a:gd name="T12" fmla="*/ 2270 w 10"/>
                  <a:gd name="T13" fmla="*/ 480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9" y="14"/>
                    </a:moveTo>
                    <a:cubicBezTo>
                      <a:pt x="10" y="12"/>
                      <a:pt x="8" y="9"/>
                      <a:pt x="6" y="6"/>
                    </a:cubicBezTo>
                    <a:cubicBezTo>
                      <a:pt x="5" y="4"/>
                      <a:pt x="2" y="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2" y="7"/>
                      <a:pt x="4" y="9"/>
                    </a:cubicBezTo>
                    <a:cubicBezTo>
                      <a:pt x="6" y="13"/>
                      <a:pt x="8" y="16"/>
                      <a:pt x="7" y="17"/>
                    </a:cubicBezTo>
                    <a:lnTo>
                      <a:pt x="9" y="1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7" name="Freeform 789">
                <a:extLst>
                  <a:ext uri="{FF2B5EF4-FFF2-40B4-BE49-F238E27FC236}">
                    <a16:creationId xmlns:a16="http://schemas.microsoft.com/office/drawing/2014/main" id="{D7A2871A-E833-4CB5-8156-614886B58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108"/>
                <a:ext cx="23" cy="45"/>
              </a:xfrm>
              <a:custGeom>
                <a:avLst/>
                <a:gdLst>
                  <a:gd name="T0" fmla="*/ 2167 w 9"/>
                  <a:gd name="T1" fmla="*/ 4415 h 17"/>
                  <a:gd name="T2" fmla="*/ 1620 w 9"/>
                  <a:gd name="T3" fmla="*/ 2059 h 17"/>
                  <a:gd name="T4" fmla="*/ 549 w 9"/>
                  <a:gd name="T5" fmla="*/ 0 h 17"/>
                  <a:gd name="T6" fmla="*/ 0 w 9"/>
                  <a:gd name="T7" fmla="*/ 1038 h 17"/>
                  <a:gd name="T8" fmla="*/ 1104 w 9"/>
                  <a:gd name="T9" fmla="*/ 3131 h 17"/>
                  <a:gd name="T10" fmla="*/ 1620 w 9"/>
                  <a:gd name="T11" fmla="*/ 5845 h 17"/>
                  <a:gd name="T12" fmla="*/ 2167 w 9"/>
                  <a:gd name="T13" fmla="*/ 441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8" y="13"/>
                    </a:moveTo>
                    <a:cubicBezTo>
                      <a:pt x="9" y="12"/>
                      <a:pt x="8" y="9"/>
                      <a:pt x="6" y="6"/>
                    </a:cubicBezTo>
                    <a:cubicBezTo>
                      <a:pt x="4" y="4"/>
                      <a:pt x="2" y="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2" y="7"/>
                      <a:pt x="4" y="9"/>
                    </a:cubicBezTo>
                    <a:cubicBezTo>
                      <a:pt x="6" y="13"/>
                      <a:pt x="7" y="16"/>
                      <a:pt x="6" y="17"/>
                    </a:cubicBez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8" name="Freeform 790">
                <a:extLst>
                  <a:ext uri="{FF2B5EF4-FFF2-40B4-BE49-F238E27FC236}">
                    <a16:creationId xmlns:a16="http://schemas.microsoft.com/office/drawing/2014/main" id="{A9CDCDCE-B66C-4020-930C-BBEEF5026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100"/>
                <a:ext cx="38" cy="19"/>
              </a:xfrm>
              <a:custGeom>
                <a:avLst/>
                <a:gdLst>
                  <a:gd name="T0" fmla="*/ 0 w 15"/>
                  <a:gd name="T1" fmla="*/ 2823 h 7"/>
                  <a:gd name="T2" fmla="*/ 3466 w 15"/>
                  <a:gd name="T3" fmla="*/ 2063 h 7"/>
                  <a:gd name="T4" fmla="*/ 3955 w 15"/>
                  <a:gd name="T5" fmla="*/ 442 h 7"/>
                  <a:gd name="T6" fmla="*/ 327 w 15"/>
                  <a:gd name="T7" fmla="*/ 1200 h 7"/>
                  <a:gd name="T8" fmla="*/ 0 w 15"/>
                  <a:gd name="T9" fmla="*/ 282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cubicBezTo>
                      <a:pt x="1" y="4"/>
                      <a:pt x="13" y="6"/>
                      <a:pt x="13" y="5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2"/>
                      <a:pt x="2" y="0"/>
                      <a:pt x="1" y="3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9" name="Freeform 791">
                <a:extLst>
                  <a:ext uri="{FF2B5EF4-FFF2-40B4-BE49-F238E27FC236}">
                    <a16:creationId xmlns:a16="http://schemas.microsoft.com/office/drawing/2014/main" id="{B854EDA0-1EAD-4132-A4A6-306DF376B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127"/>
                <a:ext cx="20" cy="45"/>
              </a:xfrm>
              <a:custGeom>
                <a:avLst/>
                <a:gdLst>
                  <a:gd name="T0" fmla="*/ 1770 w 8"/>
                  <a:gd name="T1" fmla="*/ 4807 h 17"/>
                  <a:gd name="T2" fmla="*/ 1488 w 8"/>
                  <a:gd name="T3" fmla="*/ 2059 h 17"/>
                  <a:gd name="T4" fmla="*/ 520 w 8"/>
                  <a:gd name="T5" fmla="*/ 0 h 17"/>
                  <a:gd name="T6" fmla="*/ 0 w 8"/>
                  <a:gd name="T7" fmla="*/ 1038 h 17"/>
                  <a:gd name="T8" fmla="*/ 783 w 8"/>
                  <a:gd name="T9" fmla="*/ 3131 h 17"/>
                  <a:gd name="T10" fmla="*/ 1300 w 8"/>
                  <a:gd name="T11" fmla="*/ 5845 h 17"/>
                  <a:gd name="T12" fmla="*/ 1770 w 8"/>
                  <a:gd name="T13" fmla="*/ 480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7">
                    <a:moveTo>
                      <a:pt x="7" y="14"/>
                    </a:moveTo>
                    <a:cubicBezTo>
                      <a:pt x="8" y="13"/>
                      <a:pt x="7" y="9"/>
                      <a:pt x="6" y="6"/>
                    </a:cubicBezTo>
                    <a:cubicBezTo>
                      <a:pt x="4" y="4"/>
                      <a:pt x="2" y="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6"/>
                      <a:pt x="3" y="9"/>
                    </a:cubicBezTo>
                    <a:cubicBezTo>
                      <a:pt x="5" y="13"/>
                      <a:pt x="5" y="16"/>
                      <a:pt x="5" y="17"/>
                    </a:cubicBezTo>
                    <a:lnTo>
                      <a:pt x="7" y="1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0" name="Freeform 792">
                <a:extLst>
                  <a:ext uri="{FF2B5EF4-FFF2-40B4-BE49-F238E27FC236}">
                    <a16:creationId xmlns:a16="http://schemas.microsoft.com/office/drawing/2014/main" id="{B9B5BD86-A6CC-4751-8CC2-E6F6704BB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2140"/>
                <a:ext cx="23" cy="51"/>
              </a:xfrm>
              <a:custGeom>
                <a:avLst/>
                <a:gdLst>
                  <a:gd name="T0" fmla="*/ 2167 w 9"/>
                  <a:gd name="T1" fmla="*/ 5548 h 19"/>
                  <a:gd name="T2" fmla="*/ 1620 w 9"/>
                  <a:gd name="T3" fmla="*/ 2652 h 19"/>
                  <a:gd name="T4" fmla="*/ 848 w 9"/>
                  <a:gd name="T5" fmla="*/ 0 h 19"/>
                  <a:gd name="T6" fmla="*/ 332 w 9"/>
                  <a:gd name="T7" fmla="*/ 1562 h 19"/>
                  <a:gd name="T8" fmla="*/ 1104 w 9"/>
                  <a:gd name="T9" fmla="*/ 3731 h 19"/>
                  <a:gd name="T10" fmla="*/ 1620 w 9"/>
                  <a:gd name="T11" fmla="*/ 7119 h 19"/>
                  <a:gd name="T12" fmla="*/ 2167 w 9"/>
                  <a:gd name="T13" fmla="*/ 554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">
                    <a:moveTo>
                      <a:pt x="8" y="15"/>
                    </a:moveTo>
                    <a:cubicBezTo>
                      <a:pt x="9" y="14"/>
                      <a:pt x="8" y="10"/>
                      <a:pt x="6" y="7"/>
                    </a:cubicBezTo>
                    <a:cubicBezTo>
                      <a:pt x="5" y="5"/>
                      <a:pt x="3" y="0"/>
                      <a:pt x="3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2" y="7"/>
                      <a:pt x="4" y="10"/>
                    </a:cubicBezTo>
                    <a:cubicBezTo>
                      <a:pt x="6" y="14"/>
                      <a:pt x="6" y="18"/>
                      <a:pt x="6" y="19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1" name="Freeform 793">
                <a:extLst>
                  <a:ext uri="{FF2B5EF4-FFF2-40B4-BE49-F238E27FC236}">
                    <a16:creationId xmlns:a16="http://schemas.microsoft.com/office/drawing/2014/main" id="{C753DA0F-5DEC-4DF0-95EC-130D41649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119"/>
                <a:ext cx="38" cy="21"/>
              </a:xfrm>
              <a:custGeom>
                <a:avLst/>
                <a:gdLst>
                  <a:gd name="T0" fmla="*/ 0 w 15"/>
                  <a:gd name="T1" fmla="*/ 1992 h 8"/>
                  <a:gd name="T2" fmla="*/ 3466 w 15"/>
                  <a:gd name="T3" fmla="*/ 2226 h 8"/>
                  <a:gd name="T4" fmla="*/ 3955 w 15"/>
                  <a:gd name="T5" fmla="*/ 992 h 8"/>
                  <a:gd name="T6" fmla="*/ 540 w 15"/>
                  <a:gd name="T7" fmla="*/ 992 h 8"/>
                  <a:gd name="T8" fmla="*/ 0 w 15"/>
                  <a:gd name="T9" fmla="*/ 19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0" y="6"/>
                    </a:moveTo>
                    <a:cubicBezTo>
                      <a:pt x="1" y="4"/>
                      <a:pt x="13" y="8"/>
                      <a:pt x="13" y="7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3" y="0"/>
                      <a:pt x="2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2" name="Freeform 794">
                <a:extLst>
                  <a:ext uri="{FF2B5EF4-FFF2-40B4-BE49-F238E27FC236}">
                    <a16:creationId xmlns:a16="http://schemas.microsoft.com/office/drawing/2014/main" id="{91D0542F-1C9D-45E7-B5A0-08DEA7314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135"/>
                <a:ext cx="37" cy="18"/>
              </a:xfrm>
              <a:custGeom>
                <a:avLst/>
                <a:gdLst>
                  <a:gd name="T0" fmla="*/ 0 w 15"/>
                  <a:gd name="T1" fmla="*/ 1700 h 7"/>
                  <a:gd name="T2" fmla="*/ 2925 w 15"/>
                  <a:gd name="T3" fmla="*/ 1700 h 7"/>
                  <a:gd name="T4" fmla="*/ 3365 w 15"/>
                  <a:gd name="T5" fmla="*/ 918 h 7"/>
                  <a:gd name="T6" fmla="*/ 451 w 15"/>
                  <a:gd name="T7" fmla="*/ 918 h 7"/>
                  <a:gd name="T8" fmla="*/ 0 w 15"/>
                  <a:gd name="T9" fmla="*/ 17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0" y="6"/>
                    </a:moveTo>
                    <a:cubicBezTo>
                      <a:pt x="1" y="4"/>
                      <a:pt x="13" y="7"/>
                      <a:pt x="13" y="6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3" y="0"/>
                      <a:pt x="2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3" name="Freeform 795">
                <a:extLst>
                  <a:ext uri="{FF2B5EF4-FFF2-40B4-BE49-F238E27FC236}">
                    <a16:creationId xmlns:a16="http://schemas.microsoft.com/office/drawing/2014/main" id="{E58C2CBB-88B0-469A-9149-9890B8D8A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161"/>
                <a:ext cx="20" cy="48"/>
              </a:xfrm>
              <a:custGeom>
                <a:avLst/>
                <a:gdLst>
                  <a:gd name="T0" fmla="*/ 1958 w 8"/>
                  <a:gd name="T1" fmla="*/ 5405 h 18"/>
                  <a:gd name="T2" fmla="*/ 1488 w 8"/>
                  <a:gd name="T3" fmla="*/ 2581 h 18"/>
                  <a:gd name="T4" fmla="*/ 520 w 8"/>
                  <a:gd name="T5" fmla="*/ 0 h 18"/>
                  <a:gd name="T6" fmla="*/ 313 w 8"/>
                  <a:gd name="T7" fmla="*/ 1059 h 18"/>
                  <a:gd name="T8" fmla="*/ 783 w 8"/>
                  <a:gd name="T9" fmla="*/ 3243 h 18"/>
                  <a:gd name="T10" fmla="*/ 1300 w 8"/>
                  <a:gd name="T11" fmla="*/ 6464 h 18"/>
                  <a:gd name="T12" fmla="*/ 1958 w 8"/>
                  <a:gd name="T13" fmla="*/ 540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8">
                    <a:moveTo>
                      <a:pt x="8" y="15"/>
                    </a:moveTo>
                    <a:cubicBezTo>
                      <a:pt x="8" y="14"/>
                      <a:pt x="7" y="10"/>
                      <a:pt x="6" y="7"/>
                    </a:cubicBezTo>
                    <a:cubicBezTo>
                      <a:pt x="5" y="4"/>
                      <a:pt x="2" y="0"/>
                      <a:pt x="2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2" y="7"/>
                      <a:pt x="3" y="9"/>
                    </a:cubicBezTo>
                    <a:cubicBezTo>
                      <a:pt x="5" y="13"/>
                      <a:pt x="6" y="17"/>
                      <a:pt x="5" y="18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4" name="Freeform 796">
                <a:extLst>
                  <a:ext uri="{FF2B5EF4-FFF2-40B4-BE49-F238E27FC236}">
                    <a16:creationId xmlns:a16="http://schemas.microsoft.com/office/drawing/2014/main" id="{A8927F93-6838-491D-B027-67434CE1F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177"/>
                <a:ext cx="23" cy="46"/>
              </a:xfrm>
              <a:custGeom>
                <a:avLst/>
                <a:gdLst>
                  <a:gd name="T0" fmla="*/ 2167 w 9"/>
                  <a:gd name="T1" fmla="*/ 5090 h 17"/>
                  <a:gd name="T2" fmla="*/ 1620 w 9"/>
                  <a:gd name="T3" fmla="*/ 2300 h 17"/>
                  <a:gd name="T4" fmla="*/ 848 w 9"/>
                  <a:gd name="T5" fmla="*/ 0 h 17"/>
                  <a:gd name="T6" fmla="*/ 332 w 9"/>
                  <a:gd name="T7" fmla="*/ 1185 h 17"/>
                  <a:gd name="T8" fmla="*/ 1104 w 9"/>
                  <a:gd name="T9" fmla="*/ 3485 h 17"/>
                  <a:gd name="T10" fmla="*/ 1620 w 9"/>
                  <a:gd name="T11" fmla="*/ 6656 h 17"/>
                  <a:gd name="T12" fmla="*/ 2167 w 9"/>
                  <a:gd name="T13" fmla="*/ 509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8" y="13"/>
                    </a:moveTo>
                    <a:cubicBezTo>
                      <a:pt x="9" y="12"/>
                      <a:pt x="8" y="9"/>
                      <a:pt x="6" y="6"/>
                    </a:cubicBezTo>
                    <a:cubicBezTo>
                      <a:pt x="5" y="4"/>
                      <a:pt x="3" y="0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2" y="7"/>
                      <a:pt x="4" y="9"/>
                    </a:cubicBezTo>
                    <a:cubicBezTo>
                      <a:pt x="6" y="13"/>
                      <a:pt x="6" y="16"/>
                      <a:pt x="6" y="17"/>
                    </a:cubicBez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5" name="Freeform 797">
                <a:extLst>
                  <a:ext uri="{FF2B5EF4-FFF2-40B4-BE49-F238E27FC236}">
                    <a16:creationId xmlns:a16="http://schemas.microsoft.com/office/drawing/2014/main" id="{C03B757A-E174-420F-80E2-D09386973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156"/>
                <a:ext cx="40" cy="21"/>
              </a:xfrm>
              <a:custGeom>
                <a:avLst/>
                <a:gdLst>
                  <a:gd name="T0" fmla="*/ 0 w 16"/>
                  <a:gd name="T1" fmla="*/ 1992 h 8"/>
                  <a:gd name="T2" fmla="*/ 3438 w 16"/>
                  <a:gd name="T3" fmla="*/ 2226 h 8"/>
                  <a:gd name="T4" fmla="*/ 3908 w 16"/>
                  <a:gd name="T5" fmla="*/ 992 h 8"/>
                  <a:gd name="T6" fmla="*/ 520 w 16"/>
                  <a:gd name="T7" fmla="*/ 614 h 8"/>
                  <a:gd name="T8" fmla="*/ 0 w 16"/>
                  <a:gd name="T9" fmla="*/ 19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0" y="6"/>
                    </a:moveTo>
                    <a:cubicBezTo>
                      <a:pt x="2" y="3"/>
                      <a:pt x="13" y="8"/>
                      <a:pt x="14" y="7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4"/>
                      <a:pt x="4" y="0"/>
                      <a:pt x="2" y="2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6" name="Freeform 798">
                <a:extLst>
                  <a:ext uri="{FF2B5EF4-FFF2-40B4-BE49-F238E27FC236}">
                    <a16:creationId xmlns:a16="http://schemas.microsoft.com/office/drawing/2014/main" id="{4649B3E0-DDD4-4547-AE42-DE740830B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169"/>
                <a:ext cx="37" cy="22"/>
              </a:xfrm>
              <a:custGeom>
                <a:avLst/>
                <a:gdLst>
                  <a:gd name="T0" fmla="*/ 0 w 15"/>
                  <a:gd name="T1" fmla="*/ 2684 h 8"/>
                  <a:gd name="T2" fmla="*/ 2925 w 15"/>
                  <a:gd name="T3" fmla="*/ 2973 h 8"/>
                  <a:gd name="T4" fmla="*/ 3365 w 15"/>
                  <a:gd name="T5" fmla="*/ 1724 h 8"/>
                  <a:gd name="T6" fmla="*/ 451 w 15"/>
                  <a:gd name="T7" fmla="*/ 1271 h 8"/>
                  <a:gd name="T8" fmla="*/ 0 w 15"/>
                  <a:gd name="T9" fmla="*/ 268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0" y="6"/>
                    </a:moveTo>
                    <a:cubicBezTo>
                      <a:pt x="1" y="4"/>
                      <a:pt x="13" y="8"/>
                      <a:pt x="13" y="7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5"/>
                      <a:pt x="4" y="0"/>
                      <a:pt x="2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7" name="Freeform 799">
                <a:extLst>
                  <a:ext uri="{FF2B5EF4-FFF2-40B4-BE49-F238E27FC236}">
                    <a16:creationId xmlns:a16="http://schemas.microsoft.com/office/drawing/2014/main" id="{9EFA5AC5-6C75-4273-9067-B2B766982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193"/>
                <a:ext cx="18" cy="48"/>
              </a:xfrm>
              <a:custGeom>
                <a:avLst/>
                <a:gdLst>
                  <a:gd name="T0" fmla="*/ 1700 w 7"/>
                  <a:gd name="T1" fmla="*/ 5405 h 18"/>
                  <a:gd name="T2" fmla="*/ 1448 w 7"/>
                  <a:gd name="T3" fmla="*/ 2581 h 18"/>
                  <a:gd name="T4" fmla="*/ 918 w 7"/>
                  <a:gd name="T5" fmla="*/ 0 h 18"/>
                  <a:gd name="T6" fmla="*/ 357 w 7"/>
                  <a:gd name="T7" fmla="*/ 661 h 18"/>
                  <a:gd name="T8" fmla="*/ 563 w 7"/>
                  <a:gd name="T9" fmla="*/ 3243 h 18"/>
                  <a:gd name="T10" fmla="*/ 918 w 7"/>
                  <a:gd name="T11" fmla="*/ 6464 h 18"/>
                  <a:gd name="T12" fmla="*/ 1700 w 7"/>
                  <a:gd name="T13" fmla="*/ 540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8">
                    <a:moveTo>
                      <a:pt x="6" y="15"/>
                    </a:moveTo>
                    <a:cubicBezTo>
                      <a:pt x="7" y="14"/>
                      <a:pt x="6" y="10"/>
                      <a:pt x="5" y="7"/>
                    </a:cubicBezTo>
                    <a:cubicBezTo>
                      <a:pt x="5" y="4"/>
                      <a:pt x="3" y="0"/>
                      <a:pt x="3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6"/>
                      <a:pt x="2" y="9"/>
                    </a:cubicBezTo>
                    <a:cubicBezTo>
                      <a:pt x="4" y="13"/>
                      <a:pt x="4" y="17"/>
                      <a:pt x="3" y="18"/>
                    </a:cubicBezTo>
                    <a:lnTo>
                      <a:pt x="6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8" name="Freeform 800">
                <a:extLst>
                  <a:ext uri="{FF2B5EF4-FFF2-40B4-BE49-F238E27FC236}">
                    <a16:creationId xmlns:a16="http://schemas.microsoft.com/office/drawing/2014/main" id="{A51F3759-13B9-4121-B5C1-961A87879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207"/>
                <a:ext cx="15" cy="45"/>
              </a:xfrm>
              <a:custGeom>
                <a:avLst/>
                <a:gdLst>
                  <a:gd name="T0" fmla="*/ 1300 w 6"/>
                  <a:gd name="T1" fmla="*/ 4807 h 17"/>
                  <a:gd name="T2" fmla="*/ 1300 w 6"/>
                  <a:gd name="T3" fmla="*/ 2446 h 17"/>
                  <a:gd name="T4" fmla="*/ 783 w 6"/>
                  <a:gd name="T5" fmla="*/ 0 h 17"/>
                  <a:gd name="T6" fmla="*/ 313 w 6"/>
                  <a:gd name="T7" fmla="*/ 1038 h 17"/>
                  <a:gd name="T8" fmla="*/ 520 w 6"/>
                  <a:gd name="T9" fmla="*/ 3131 h 17"/>
                  <a:gd name="T10" fmla="*/ 520 w 6"/>
                  <a:gd name="T11" fmla="*/ 5845 h 17"/>
                  <a:gd name="T12" fmla="*/ 1300 w 6"/>
                  <a:gd name="T13" fmla="*/ 480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7">
                    <a:moveTo>
                      <a:pt x="5" y="14"/>
                    </a:moveTo>
                    <a:cubicBezTo>
                      <a:pt x="6" y="13"/>
                      <a:pt x="6" y="10"/>
                      <a:pt x="5" y="7"/>
                    </a:cubicBezTo>
                    <a:cubicBezTo>
                      <a:pt x="5" y="4"/>
                      <a:pt x="3" y="0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6"/>
                      <a:pt x="2" y="9"/>
                    </a:cubicBezTo>
                    <a:cubicBezTo>
                      <a:pt x="4" y="14"/>
                      <a:pt x="3" y="16"/>
                      <a:pt x="2" y="17"/>
                    </a:cubicBezTo>
                    <a:lnTo>
                      <a:pt x="5" y="1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9" name="Freeform 801">
                <a:extLst>
                  <a:ext uri="{FF2B5EF4-FFF2-40B4-BE49-F238E27FC236}">
                    <a16:creationId xmlns:a16="http://schemas.microsoft.com/office/drawing/2014/main" id="{536EFC9B-FF85-4B9C-91D2-A18F00653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185"/>
                <a:ext cx="40" cy="24"/>
              </a:xfrm>
              <a:custGeom>
                <a:avLst/>
                <a:gdLst>
                  <a:gd name="T0" fmla="*/ 0 w 16"/>
                  <a:gd name="T1" fmla="*/ 2184 h 9"/>
                  <a:gd name="T2" fmla="*/ 3438 w 16"/>
                  <a:gd name="T3" fmla="*/ 2824 h 9"/>
                  <a:gd name="T4" fmla="*/ 3908 w 16"/>
                  <a:gd name="T5" fmla="*/ 1763 h 9"/>
                  <a:gd name="T6" fmla="*/ 783 w 16"/>
                  <a:gd name="T7" fmla="*/ 1059 h 9"/>
                  <a:gd name="T8" fmla="*/ 0 w 16"/>
                  <a:gd name="T9" fmla="*/ 21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0" y="6"/>
                    </a:moveTo>
                    <a:cubicBezTo>
                      <a:pt x="2" y="4"/>
                      <a:pt x="13" y="9"/>
                      <a:pt x="14" y="8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5" y="0"/>
                      <a:pt x="3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0" name="Freeform 802">
                <a:extLst>
                  <a:ext uri="{FF2B5EF4-FFF2-40B4-BE49-F238E27FC236}">
                    <a16:creationId xmlns:a16="http://schemas.microsoft.com/office/drawing/2014/main" id="{ED224C17-3D08-4B88-88B2-D384D37DD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201"/>
                <a:ext cx="40" cy="22"/>
              </a:xfrm>
              <a:custGeom>
                <a:avLst/>
                <a:gdLst>
                  <a:gd name="T0" fmla="*/ 0 w 16"/>
                  <a:gd name="T1" fmla="*/ 2225 h 8"/>
                  <a:gd name="T2" fmla="*/ 3438 w 16"/>
                  <a:gd name="T3" fmla="*/ 3495 h 8"/>
                  <a:gd name="T4" fmla="*/ 3908 w 16"/>
                  <a:gd name="T5" fmla="*/ 1724 h 8"/>
                  <a:gd name="T6" fmla="*/ 783 w 16"/>
                  <a:gd name="T7" fmla="*/ 976 h 8"/>
                  <a:gd name="T8" fmla="*/ 0 w 16"/>
                  <a:gd name="T9" fmla="*/ 222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0" y="5"/>
                    </a:moveTo>
                    <a:cubicBezTo>
                      <a:pt x="2" y="3"/>
                      <a:pt x="13" y="8"/>
                      <a:pt x="14" y="8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5" y="0"/>
                      <a:pt x="3" y="2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1" name="Freeform 803">
                <a:extLst>
                  <a:ext uri="{FF2B5EF4-FFF2-40B4-BE49-F238E27FC236}">
                    <a16:creationId xmlns:a16="http://schemas.microsoft.com/office/drawing/2014/main" id="{18FD2BED-5BB1-44BF-8445-F17F45BDE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220"/>
                <a:ext cx="13" cy="45"/>
              </a:xfrm>
              <a:custGeom>
                <a:avLst/>
                <a:gdLst>
                  <a:gd name="T0" fmla="*/ 1196 w 5"/>
                  <a:gd name="T1" fmla="*/ 5450 h 17"/>
                  <a:gd name="T2" fmla="*/ 1547 w 5"/>
                  <a:gd name="T3" fmla="*/ 2748 h 17"/>
                  <a:gd name="T4" fmla="*/ 1196 w 5"/>
                  <a:gd name="T5" fmla="*/ 0 h 17"/>
                  <a:gd name="T6" fmla="*/ 372 w 5"/>
                  <a:gd name="T7" fmla="*/ 630 h 17"/>
                  <a:gd name="T8" fmla="*/ 372 w 5"/>
                  <a:gd name="T9" fmla="*/ 3131 h 17"/>
                  <a:gd name="T10" fmla="*/ 372 w 5"/>
                  <a:gd name="T11" fmla="*/ 5845 h 17"/>
                  <a:gd name="T12" fmla="*/ 1196 w 5"/>
                  <a:gd name="T13" fmla="*/ 545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7">
                    <a:moveTo>
                      <a:pt x="4" y="16"/>
                    </a:moveTo>
                    <a:cubicBezTo>
                      <a:pt x="5" y="15"/>
                      <a:pt x="5" y="11"/>
                      <a:pt x="5" y="8"/>
                    </a:cubicBezTo>
                    <a:cubicBezTo>
                      <a:pt x="5" y="5"/>
                      <a:pt x="4" y="0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1" y="6"/>
                      <a:pt x="1" y="9"/>
                    </a:cubicBezTo>
                    <a:cubicBezTo>
                      <a:pt x="2" y="14"/>
                      <a:pt x="2" y="17"/>
                      <a:pt x="1" y="17"/>
                    </a:cubicBez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2" name="Freeform 804">
                <a:extLst>
                  <a:ext uri="{FF2B5EF4-FFF2-40B4-BE49-F238E27FC236}">
                    <a16:creationId xmlns:a16="http://schemas.microsoft.com/office/drawing/2014/main" id="{05B104E1-078E-42E1-B430-35ED2B307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241"/>
                <a:ext cx="10" cy="40"/>
              </a:xfrm>
              <a:custGeom>
                <a:avLst/>
                <a:gdLst>
                  <a:gd name="T0" fmla="*/ 0 w 4"/>
                  <a:gd name="T1" fmla="*/ 5405 h 15"/>
                  <a:gd name="T2" fmla="*/ 313 w 4"/>
                  <a:gd name="T3" fmla="*/ 2824 h 15"/>
                  <a:gd name="T4" fmla="*/ 988 w 4"/>
                  <a:gd name="T5" fmla="*/ 0 h 15"/>
                  <a:gd name="T6" fmla="*/ 988 w 4"/>
                  <a:gd name="T7" fmla="*/ 1459 h 15"/>
                  <a:gd name="T8" fmla="*/ 783 w 4"/>
                  <a:gd name="T9" fmla="*/ 4301 h 15"/>
                  <a:gd name="T10" fmla="*/ 0 w 4"/>
                  <a:gd name="T11" fmla="*/ 540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2"/>
                      <a:pt x="1" y="8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7"/>
                      <a:pt x="4" y="11"/>
                      <a:pt x="3" y="12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3" name="Freeform 805">
                <a:extLst>
                  <a:ext uri="{FF2B5EF4-FFF2-40B4-BE49-F238E27FC236}">
                    <a16:creationId xmlns:a16="http://schemas.microsoft.com/office/drawing/2014/main" id="{71D000F8-C56B-4849-9271-4D1CBA505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215"/>
                <a:ext cx="40" cy="26"/>
              </a:xfrm>
              <a:custGeom>
                <a:avLst/>
                <a:gdLst>
                  <a:gd name="T0" fmla="*/ 0 w 16"/>
                  <a:gd name="T1" fmla="*/ 1547 h 10"/>
                  <a:gd name="T2" fmla="*/ 3250 w 16"/>
                  <a:gd name="T3" fmla="*/ 3110 h 10"/>
                  <a:gd name="T4" fmla="*/ 3908 w 16"/>
                  <a:gd name="T5" fmla="*/ 2142 h 10"/>
                  <a:gd name="T6" fmla="*/ 783 w 16"/>
                  <a:gd name="T7" fmla="*/ 595 h 10"/>
                  <a:gd name="T8" fmla="*/ 0 w 16"/>
                  <a:gd name="T9" fmla="*/ 154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0" y="5"/>
                    </a:moveTo>
                    <a:cubicBezTo>
                      <a:pt x="3" y="3"/>
                      <a:pt x="12" y="10"/>
                      <a:pt x="13" y="10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8"/>
                      <a:pt x="6" y="0"/>
                      <a:pt x="3" y="2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4" name="Freeform 806">
                <a:extLst>
                  <a:ext uri="{FF2B5EF4-FFF2-40B4-BE49-F238E27FC236}">
                    <a16:creationId xmlns:a16="http://schemas.microsoft.com/office/drawing/2014/main" id="{569B5B4E-A07F-4A15-B8A9-325467053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233"/>
                <a:ext cx="28" cy="19"/>
              </a:xfrm>
              <a:custGeom>
                <a:avLst/>
                <a:gdLst>
                  <a:gd name="T0" fmla="*/ 2986 w 11"/>
                  <a:gd name="T1" fmla="*/ 1620 h 7"/>
                  <a:gd name="T2" fmla="*/ 2474 w 11"/>
                  <a:gd name="T3" fmla="*/ 2823 h 7"/>
                  <a:gd name="T4" fmla="*/ 0 w 11"/>
                  <a:gd name="T5" fmla="*/ 1200 h 7"/>
                  <a:gd name="T6" fmla="*/ 331 w 11"/>
                  <a:gd name="T7" fmla="*/ 0 h 7"/>
                  <a:gd name="T8" fmla="*/ 2986 w 11"/>
                  <a:gd name="T9" fmla="*/ 162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1" y="4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3" y="4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0"/>
                      <a:pt x="11" y="5"/>
                      <a:pt x="11" y="4"/>
                    </a:cubicBez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5" name="Freeform 807">
                <a:extLst>
                  <a:ext uri="{FF2B5EF4-FFF2-40B4-BE49-F238E27FC236}">
                    <a16:creationId xmlns:a16="http://schemas.microsoft.com/office/drawing/2014/main" id="{04717FC5-6933-4A21-A006-2C362C8C0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2249"/>
                <a:ext cx="17" cy="19"/>
              </a:xfrm>
              <a:custGeom>
                <a:avLst/>
                <a:gdLst>
                  <a:gd name="T0" fmla="*/ 1433 w 7"/>
                  <a:gd name="T1" fmla="*/ 2063 h 7"/>
                  <a:gd name="T2" fmla="*/ 831 w 7"/>
                  <a:gd name="T3" fmla="*/ 2823 h 7"/>
                  <a:gd name="T4" fmla="*/ 0 w 7"/>
                  <a:gd name="T5" fmla="*/ 1620 h 7"/>
                  <a:gd name="T6" fmla="*/ 413 w 7"/>
                  <a:gd name="T7" fmla="*/ 0 h 7"/>
                  <a:gd name="T8" fmla="*/ 1433 w 7"/>
                  <a:gd name="T9" fmla="*/ 206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5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2" y="6"/>
                      <a:pt x="0" y="4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3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226" name="Group 808">
              <a:extLst>
                <a:ext uri="{FF2B5EF4-FFF2-40B4-BE49-F238E27FC236}">
                  <a16:creationId xmlns:a16="http://schemas.microsoft.com/office/drawing/2014/main" id="{6E16EC44-AB60-43AC-8BDB-A664F2736D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9" y="1441"/>
              <a:ext cx="968" cy="1080"/>
              <a:chOff x="839" y="1441"/>
              <a:chExt cx="968" cy="1080"/>
            </a:xfrm>
          </p:grpSpPr>
          <p:sp>
            <p:nvSpPr>
              <p:cNvPr id="21006" name="Freeform 809">
                <a:extLst>
                  <a:ext uri="{FF2B5EF4-FFF2-40B4-BE49-F238E27FC236}">
                    <a16:creationId xmlns:a16="http://schemas.microsoft.com/office/drawing/2014/main" id="{8473DA1C-F2DD-4434-B6A6-BC5B1F88B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180"/>
                <a:ext cx="27" cy="5"/>
              </a:xfrm>
              <a:custGeom>
                <a:avLst/>
                <a:gdLst>
                  <a:gd name="T0" fmla="*/ 0 w 11"/>
                  <a:gd name="T1" fmla="*/ 0 h 2"/>
                  <a:gd name="T2" fmla="*/ 1524 w 11"/>
                  <a:gd name="T3" fmla="*/ 520 h 2"/>
                  <a:gd name="T4" fmla="*/ 2398 w 11"/>
                  <a:gd name="T5" fmla="*/ 520 h 2"/>
                  <a:gd name="T6" fmla="*/ 2398 w 11"/>
                  <a:gd name="T7" fmla="*/ 520 h 2"/>
                  <a:gd name="T8" fmla="*/ 1343 w 11"/>
                  <a:gd name="T9" fmla="*/ 0 h 2"/>
                  <a:gd name="T10" fmla="*/ 0 w 1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2" y="0"/>
                      <a:pt x="5" y="1"/>
                      <a:pt x="7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8" y="1"/>
                      <a:pt x="6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07" name="Freeform 810">
                <a:extLst>
                  <a:ext uri="{FF2B5EF4-FFF2-40B4-BE49-F238E27FC236}">
                    <a16:creationId xmlns:a16="http://schemas.microsoft.com/office/drawing/2014/main" id="{D1269246-F13B-4DFE-BDBB-6F613C5BE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196"/>
                <a:ext cx="25" cy="11"/>
              </a:xfrm>
              <a:custGeom>
                <a:avLst/>
                <a:gdLst>
                  <a:gd name="T0" fmla="*/ 0 w 10"/>
                  <a:gd name="T1" fmla="*/ 462 h 4"/>
                  <a:gd name="T2" fmla="*/ 1770 w 10"/>
                  <a:gd name="T3" fmla="*/ 976 h 4"/>
                  <a:gd name="T4" fmla="*/ 2470 w 10"/>
                  <a:gd name="T5" fmla="*/ 1724 h 4"/>
                  <a:gd name="T6" fmla="*/ 2470 w 10"/>
                  <a:gd name="T7" fmla="*/ 1724 h 4"/>
                  <a:gd name="T8" fmla="*/ 1300 w 10"/>
                  <a:gd name="T9" fmla="*/ 462 h 4"/>
                  <a:gd name="T10" fmla="*/ 0 w 10"/>
                  <a:gd name="T11" fmla="*/ 462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0" y="1"/>
                    </a:moveTo>
                    <a:cubicBezTo>
                      <a:pt x="2" y="1"/>
                      <a:pt x="4" y="2"/>
                      <a:pt x="7" y="2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7" y="2"/>
                      <a:pt x="5" y="1"/>
                    </a:cubicBezTo>
                    <a:cubicBezTo>
                      <a:pt x="3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08" name="Freeform 811">
                <a:extLst>
                  <a:ext uri="{FF2B5EF4-FFF2-40B4-BE49-F238E27FC236}">
                    <a16:creationId xmlns:a16="http://schemas.microsoft.com/office/drawing/2014/main" id="{63571936-A014-4B64-8B24-7A7B66DDF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209"/>
                <a:ext cx="25" cy="8"/>
              </a:xfrm>
              <a:custGeom>
                <a:avLst/>
                <a:gdLst>
                  <a:gd name="T0" fmla="*/ 0 w 10"/>
                  <a:gd name="T1" fmla="*/ 0 h 3"/>
                  <a:gd name="T2" fmla="*/ 1770 w 10"/>
                  <a:gd name="T3" fmla="*/ 661 h 3"/>
                  <a:gd name="T4" fmla="*/ 2470 w 10"/>
                  <a:gd name="T5" fmla="*/ 1059 h 3"/>
                  <a:gd name="T6" fmla="*/ 2470 w 10"/>
                  <a:gd name="T7" fmla="*/ 1059 h 3"/>
                  <a:gd name="T8" fmla="*/ 1300 w 10"/>
                  <a:gd name="T9" fmla="*/ 397 h 3"/>
                  <a:gd name="T10" fmla="*/ 0 w 10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2" y="1"/>
                      <a:pt x="5" y="2"/>
                      <a:pt x="7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7" y="2"/>
                      <a:pt x="5" y="1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09" name="Freeform 812">
                <a:extLst>
                  <a:ext uri="{FF2B5EF4-FFF2-40B4-BE49-F238E27FC236}">
                    <a16:creationId xmlns:a16="http://schemas.microsoft.com/office/drawing/2014/main" id="{9434873B-BFF6-4F3D-BE72-853E61513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2225"/>
                <a:ext cx="22" cy="14"/>
              </a:xfrm>
              <a:custGeom>
                <a:avLst/>
                <a:gdLst>
                  <a:gd name="T0" fmla="*/ 0 w 9"/>
                  <a:gd name="T1" fmla="*/ 0 h 5"/>
                  <a:gd name="T2" fmla="*/ 1315 w 9"/>
                  <a:gd name="T3" fmla="*/ 1364 h 5"/>
                  <a:gd name="T4" fmla="*/ 1931 w 9"/>
                  <a:gd name="T5" fmla="*/ 2391 h 5"/>
                  <a:gd name="T6" fmla="*/ 1931 w 9"/>
                  <a:gd name="T7" fmla="*/ 2391 h 5"/>
                  <a:gd name="T8" fmla="*/ 1039 w 9"/>
                  <a:gd name="T9" fmla="*/ 487 h 5"/>
                  <a:gd name="T10" fmla="*/ 0 w 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2" y="0"/>
                      <a:pt x="4" y="2"/>
                      <a:pt x="6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7" y="3"/>
                      <a:pt x="5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0" name="Freeform 813">
                <a:extLst>
                  <a:ext uri="{FF2B5EF4-FFF2-40B4-BE49-F238E27FC236}">
                    <a16:creationId xmlns:a16="http://schemas.microsoft.com/office/drawing/2014/main" id="{C3124FA2-58CF-4703-8C44-88FA314FE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236"/>
                <a:ext cx="25" cy="13"/>
              </a:xfrm>
              <a:custGeom>
                <a:avLst/>
                <a:gdLst>
                  <a:gd name="T0" fmla="*/ 0 w 10"/>
                  <a:gd name="T1" fmla="*/ 0 h 5"/>
                  <a:gd name="T2" fmla="*/ 1770 w 10"/>
                  <a:gd name="T3" fmla="*/ 967 h 5"/>
                  <a:gd name="T4" fmla="*/ 2470 w 10"/>
                  <a:gd name="T5" fmla="*/ 1547 h 5"/>
                  <a:gd name="T6" fmla="*/ 2470 w 10"/>
                  <a:gd name="T7" fmla="*/ 1547 h 5"/>
                  <a:gd name="T8" fmla="*/ 1300 w 10"/>
                  <a:gd name="T9" fmla="*/ 595 h 5"/>
                  <a:gd name="T10" fmla="*/ 0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2" y="1"/>
                      <a:pt x="5" y="2"/>
                      <a:pt x="7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7" y="3"/>
                      <a:pt x="5" y="2"/>
                    </a:cubicBezTo>
                    <a:cubicBezTo>
                      <a:pt x="4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1" name="Freeform 814">
                <a:extLst>
                  <a:ext uri="{FF2B5EF4-FFF2-40B4-BE49-F238E27FC236}">
                    <a16:creationId xmlns:a16="http://schemas.microsoft.com/office/drawing/2014/main" id="{392B57EA-5443-4A2E-9588-EEEC558B7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2167"/>
                <a:ext cx="28" cy="5"/>
              </a:xfrm>
              <a:custGeom>
                <a:avLst/>
                <a:gdLst>
                  <a:gd name="T0" fmla="*/ 0 w 11"/>
                  <a:gd name="T1" fmla="*/ 0 h 2"/>
                  <a:gd name="T2" fmla="*/ 2146 w 11"/>
                  <a:gd name="T3" fmla="*/ 313 h 2"/>
                  <a:gd name="T4" fmla="*/ 2986 w 11"/>
                  <a:gd name="T5" fmla="*/ 520 h 2"/>
                  <a:gd name="T6" fmla="*/ 2986 w 11"/>
                  <a:gd name="T7" fmla="*/ 520 h 2"/>
                  <a:gd name="T8" fmla="*/ 1601 w 11"/>
                  <a:gd name="T9" fmla="*/ 0 h 2"/>
                  <a:gd name="T10" fmla="*/ 0 w 1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2" y="0"/>
                      <a:pt x="5" y="1"/>
                      <a:pt x="8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8" y="1"/>
                      <a:pt x="6" y="0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2" name="Freeform 815">
                <a:extLst>
                  <a:ext uri="{FF2B5EF4-FFF2-40B4-BE49-F238E27FC236}">
                    <a16:creationId xmlns:a16="http://schemas.microsoft.com/office/drawing/2014/main" id="{C9AEDE03-2759-4639-92A6-D2A2B1841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2145"/>
                <a:ext cx="27" cy="6"/>
              </a:xfrm>
              <a:custGeom>
                <a:avLst/>
                <a:gdLst>
                  <a:gd name="T0" fmla="*/ 0 w 11"/>
                  <a:gd name="T1" fmla="*/ 0 h 2"/>
                  <a:gd name="T2" fmla="*/ 1524 w 11"/>
                  <a:gd name="T3" fmla="*/ 729 h 2"/>
                  <a:gd name="T4" fmla="*/ 2398 w 11"/>
                  <a:gd name="T5" fmla="*/ 1458 h 2"/>
                  <a:gd name="T6" fmla="*/ 2398 w 11"/>
                  <a:gd name="T7" fmla="*/ 1458 h 2"/>
                  <a:gd name="T8" fmla="*/ 1048 w 11"/>
                  <a:gd name="T9" fmla="*/ 0 h 2"/>
                  <a:gd name="T10" fmla="*/ 0 w 1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2" y="0"/>
                      <a:pt x="5" y="1"/>
                      <a:pt x="7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8" y="1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3" name="Freeform 816">
                <a:extLst>
                  <a:ext uri="{FF2B5EF4-FFF2-40B4-BE49-F238E27FC236}">
                    <a16:creationId xmlns:a16="http://schemas.microsoft.com/office/drawing/2014/main" id="{EC7D7853-F8C9-42EF-9C82-24A1B4A09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129"/>
                <a:ext cx="27" cy="6"/>
              </a:xfrm>
              <a:custGeom>
                <a:avLst/>
                <a:gdLst>
                  <a:gd name="T0" fmla="*/ 0 w 11"/>
                  <a:gd name="T1" fmla="*/ 729 h 2"/>
                  <a:gd name="T2" fmla="*/ 1777 w 11"/>
                  <a:gd name="T3" fmla="*/ 1458 h 2"/>
                  <a:gd name="T4" fmla="*/ 2398 w 11"/>
                  <a:gd name="T5" fmla="*/ 1458 h 2"/>
                  <a:gd name="T6" fmla="*/ 2398 w 11"/>
                  <a:gd name="T7" fmla="*/ 1458 h 2"/>
                  <a:gd name="T8" fmla="*/ 1343 w 11"/>
                  <a:gd name="T9" fmla="*/ 729 h 2"/>
                  <a:gd name="T10" fmla="*/ 0 w 11"/>
                  <a:gd name="T11" fmla="*/ 729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2" y="0"/>
                      <a:pt x="5" y="1"/>
                      <a:pt x="8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8" y="1"/>
                      <a:pt x="6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4" name="Freeform 817">
                <a:extLst>
                  <a:ext uri="{FF2B5EF4-FFF2-40B4-BE49-F238E27FC236}">
                    <a16:creationId xmlns:a16="http://schemas.microsoft.com/office/drawing/2014/main" id="{FB0103FC-F401-4ABA-A88B-B8F10F9CB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108"/>
                <a:ext cx="28" cy="5"/>
              </a:xfrm>
              <a:custGeom>
                <a:avLst/>
                <a:gdLst>
                  <a:gd name="T0" fmla="*/ 0 w 11"/>
                  <a:gd name="T1" fmla="*/ 520 h 2"/>
                  <a:gd name="T2" fmla="*/ 1932 w 11"/>
                  <a:gd name="T3" fmla="*/ 313 h 2"/>
                  <a:gd name="T4" fmla="*/ 2986 w 11"/>
                  <a:gd name="T5" fmla="*/ 313 h 2"/>
                  <a:gd name="T6" fmla="*/ 2986 w 11"/>
                  <a:gd name="T7" fmla="*/ 313 h 2"/>
                  <a:gd name="T8" fmla="*/ 1387 w 11"/>
                  <a:gd name="T9" fmla="*/ 313 h 2"/>
                  <a:gd name="T10" fmla="*/ 0 w 11"/>
                  <a:gd name="T11" fmla="*/ 52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2" y="1"/>
                      <a:pt x="5" y="1"/>
                      <a:pt x="7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8" y="1"/>
                      <a:pt x="5" y="1"/>
                    </a:cubicBezTo>
                    <a:cubicBezTo>
                      <a:pt x="3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5" name="Freeform 818">
                <a:extLst>
                  <a:ext uri="{FF2B5EF4-FFF2-40B4-BE49-F238E27FC236}">
                    <a16:creationId xmlns:a16="http://schemas.microsoft.com/office/drawing/2014/main" id="{213DDC20-C823-4B2D-91F6-90A145E54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084"/>
                <a:ext cx="40" cy="19"/>
              </a:xfrm>
              <a:custGeom>
                <a:avLst/>
                <a:gdLst>
                  <a:gd name="T0" fmla="*/ 0 w 16"/>
                  <a:gd name="T1" fmla="*/ 2342 h 7"/>
                  <a:gd name="T2" fmla="*/ 3438 w 16"/>
                  <a:gd name="T3" fmla="*/ 2342 h 7"/>
                  <a:gd name="T4" fmla="*/ 3908 w 16"/>
                  <a:gd name="T5" fmla="*/ 442 h 7"/>
                  <a:gd name="T6" fmla="*/ 313 w 16"/>
                  <a:gd name="T7" fmla="*/ 1200 h 7"/>
                  <a:gd name="T8" fmla="*/ 0 w 16"/>
                  <a:gd name="T9" fmla="*/ 234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7">
                    <a:moveTo>
                      <a:pt x="0" y="6"/>
                    </a:moveTo>
                    <a:cubicBezTo>
                      <a:pt x="1" y="4"/>
                      <a:pt x="14" y="7"/>
                      <a:pt x="14" y="6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2"/>
                      <a:pt x="3" y="0"/>
                      <a:pt x="1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6" name="Freeform 819">
                <a:extLst>
                  <a:ext uri="{FF2B5EF4-FFF2-40B4-BE49-F238E27FC236}">
                    <a16:creationId xmlns:a16="http://schemas.microsoft.com/office/drawing/2014/main" id="{ACE3B967-41DD-4136-96E2-4DB3F2A48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095"/>
                <a:ext cx="28" cy="2"/>
              </a:xfrm>
              <a:custGeom>
                <a:avLst/>
                <a:gdLst>
                  <a:gd name="T0" fmla="*/ 0 w 11"/>
                  <a:gd name="T1" fmla="*/ 64 h 1"/>
                  <a:gd name="T2" fmla="*/ 1932 w 11"/>
                  <a:gd name="T3" fmla="*/ 64 h 1"/>
                  <a:gd name="T4" fmla="*/ 2986 w 11"/>
                  <a:gd name="T5" fmla="*/ 64 h 1"/>
                  <a:gd name="T6" fmla="*/ 2986 w 11"/>
                  <a:gd name="T7" fmla="*/ 64 h 1"/>
                  <a:gd name="T8" fmla="*/ 1387 w 11"/>
                  <a:gd name="T9" fmla="*/ 0 h 1"/>
                  <a:gd name="T10" fmla="*/ 0 w 11"/>
                  <a:gd name="T11" fmla="*/ 64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">
                    <a:moveTo>
                      <a:pt x="0" y="1"/>
                    </a:moveTo>
                    <a:cubicBezTo>
                      <a:pt x="2" y="0"/>
                      <a:pt x="5" y="1"/>
                      <a:pt x="7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8" y="0"/>
                      <a:pt x="5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7" name="Oval 820">
                <a:extLst>
                  <a:ext uri="{FF2B5EF4-FFF2-40B4-BE49-F238E27FC236}">
                    <a16:creationId xmlns:a16="http://schemas.microsoft.com/office/drawing/2014/main" id="{21CDD2BB-1D05-4EAD-AFC8-4CE059CC2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4" y="1772"/>
                <a:ext cx="93" cy="99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8" name="Oval 821">
                <a:extLst>
                  <a:ext uri="{FF2B5EF4-FFF2-40B4-BE49-F238E27FC236}">
                    <a16:creationId xmlns:a16="http://schemas.microsoft.com/office/drawing/2014/main" id="{C8294064-F8B1-4791-B4FD-DAB1804BC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7" y="1799"/>
                <a:ext cx="17" cy="16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9" name="Freeform 822">
                <a:extLst>
                  <a:ext uri="{FF2B5EF4-FFF2-40B4-BE49-F238E27FC236}">
                    <a16:creationId xmlns:a16="http://schemas.microsoft.com/office/drawing/2014/main" id="{BAEF4D3C-FDFE-4860-A0C8-51F4699F3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788"/>
                <a:ext cx="78" cy="77"/>
              </a:xfrm>
              <a:custGeom>
                <a:avLst/>
                <a:gdLst>
                  <a:gd name="T0" fmla="*/ 0 w 31"/>
                  <a:gd name="T1" fmla="*/ 7002 h 29"/>
                  <a:gd name="T2" fmla="*/ 3014 w 31"/>
                  <a:gd name="T3" fmla="*/ 8706 h 29"/>
                  <a:gd name="T4" fmla="*/ 7058 w 31"/>
                  <a:gd name="T5" fmla="*/ 2791 h 29"/>
                  <a:gd name="T6" fmla="*/ 6368 w 31"/>
                  <a:gd name="T7" fmla="*/ 0 h 29"/>
                  <a:gd name="T8" fmla="*/ 7850 w 31"/>
                  <a:gd name="T9" fmla="*/ 4230 h 29"/>
                  <a:gd name="T10" fmla="*/ 3520 w 31"/>
                  <a:gd name="T11" fmla="*/ 10145 h 29"/>
                  <a:gd name="T12" fmla="*/ 0 w 31"/>
                  <a:gd name="T13" fmla="*/ 700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5" y="24"/>
                      <a:pt x="7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8" y="3"/>
                      <a:pt x="31" y="8"/>
                      <a:pt x="31" y="12"/>
                    </a:cubicBezTo>
                    <a:cubicBezTo>
                      <a:pt x="31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2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20" name="Oval 823">
                <a:extLst>
                  <a:ext uri="{FF2B5EF4-FFF2-40B4-BE49-F238E27FC236}">
                    <a16:creationId xmlns:a16="http://schemas.microsoft.com/office/drawing/2014/main" id="{8E648FBD-E33C-445A-A26E-E3AC18155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4" y="1884"/>
                <a:ext cx="93" cy="96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1" name="Oval 824">
                <a:extLst>
                  <a:ext uri="{FF2B5EF4-FFF2-40B4-BE49-F238E27FC236}">
                    <a16:creationId xmlns:a16="http://schemas.microsoft.com/office/drawing/2014/main" id="{51927A74-1E3F-4C4B-912C-DADC80576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7" y="1908"/>
                <a:ext cx="17" cy="19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2" name="Freeform 825">
                <a:extLst>
                  <a:ext uri="{FF2B5EF4-FFF2-40B4-BE49-F238E27FC236}">
                    <a16:creationId xmlns:a16="http://schemas.microsoft.com/office/drawing/2014/main" id="{6D70C524-D92B-4A04-8A3E-417BF40F7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900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885 h 28"/>
                  <a:gd name="T6" fmla="*/ 6368 w 31"/>
                  <a:gd name="T7" fmla="*/ 0 h 28"/>
                  <a:gd name="T8" fmla="*/ 7850 w 31"/>
                  <a:gd name="T9" fmla="*/ 4420 h 28"/>
                  <a:gd name="T10" fmla="*/ 352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7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23" name="Oval 826">
                <a:extLst>
                  <a:ext uri="{FF2B5EF4-FFF2-40B4-BE49-F238E27FC236}">
                    <a16:creationId xmlns:a16="http://schemas.microsoft.com/office/drawing/2014/main" id="{31A3EC40-DF71-48C0-A405-6368768C1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4" y="1985"/>
                <a:ext cx="93" cy="99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4" name="Oval 827">
                <a:extLst>
                  <a:ext uri="{FF2B5EF4-FFF2-40B4-BE49-F238E27FC236}">
                    <a16:creationId xmlns:a16="http://schemas.microsoft.com/office/drawing/2014/main" id="{6FE19116-2BB0-4C68-A3CC-39312FA22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7" y="2012"/>
                <a:ext cx="17" cy="16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5" name="Freeform 828">
                <a:extLst>
                  <a:ext uri="{FF2B5EF4-FFF2-40B4-BE49-F238E27FC236}">
                    <a16:creationId xmlns:a16="http://schemas.microsoft.com/office/drawing/2014/main" id="{B88A0525-1C17-400C-BCC5-EF4A03F0C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2001"/>
                <a:ext cx="78" cy="78"/>
              </a:xfrm>
              <a:custGeom>
                <a:avLst/>
                <a:gdLst>
                  <a:gd name="T0" fmla="*/ 0 w 31"/>
                  <a:gd name="T1" fmla="*/ 7588 h 29"/>
                  <a:gd name="T2" fmla="*/ 3014 w 31"/>
                  <a:gd name="T3" fmla="*/ 9419 h 29"/>
                  <a:gd name="T4" fmla="*/ 7058 w 31"/>
                  <a:gd name="T5" fmla="*/ 3096 h 29"/>
                  <a:gd name="T6" fmla="*/ 6368 w 31"/>
                  <a:gd name="T7" fmla="*/ 0 h 29"/>
                  <a:gd name="T8" fmla="*/ 7850 w 31"/>
                  <a:gd name="T9" fmla="*/ 4919 h 29"/>
                  <a:gd name="T10" fmla="*/ 3520 w 31"/>
                  <a:gd name="T11" fmla="*/ 10995 h 29"/>
                  <a:gd name="T12" fmla="*/ 0 w 31"/>
                  <a:gd name="T13" fmla="*/ 758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5" y="24"/>
                      <a:pt x="7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8" y="3"/>
                      <a:pt x="31" y="8"/>
                      <a:pt x="31" y="13"/>
                    </a:cubicBezTo>
                    <a:cubicBezTo>
                      <a:pt x="31" y="22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2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26" name="Oval 829">
                <a:extLst>
                  <a:ext uri="{FF2B5EF4-FFF2-40B4-BE49-F238E27FC236}">
                    <a16:creationId xmlns:a16="http://schemas.microsoft.com/office/drawing/2014/main" id="{ABA77FED-4C7E-4794-BE22-722B68E57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4" y="2092"/>
                <a:ext cx="93" cy="96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7" name="Oval 830">
                <a:extLst>
                  <a:ext uri="{FF2B5EF4-FFF2-40B4-BE49-F238E27FC236}">
                    <a16:creationId xmlns:a16="http://schemas.microsoft.com/office/drawing/2014/main" id="{C7531037-75D3-4400-9C9B-DE165BD8A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7" y="2116"/>
                <a:ext cx="17" cy="19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8" name="Freeform 831">
                <a:extLst>
                  <a:ext uri="{FF2B5EF4-FFF2-40B4-BE49-F238E27FC236}">
                    <a16:creationId xmlns:a16="http://schemas.microsoft.com/office/drawing/2014/main" id="{F2C2929C-226B-475C-84A0-81DA1A25B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2108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885 h 28"/>
                  <a:gd name="T6" fmla="*/ 6368 w 31"/>
                  <a:gd name="T7" fmla="*/ 0 h 28"/>
                  <a:gd name="T8" fmla="*/ 7850 w 31"/>
                  <a:gd name="T9" fmla="*/ 4420 h 28"/>
                  <a:gd name="T10" fmla="*/ 352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7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29" name="Oval 832">
                <a:extLst>
                  <a:ext uri="{FF2B5EF4-FFF2-40B4-BE49-F238E27FC236}">
                    <a16:creationId xmlns:a16="http://schemas.microsoft.com/office/drawing/2014/main" id="{F13702B8-A48C-4619-8C0D-AA82DC615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4" y="1828"/>
                <a:ext cx="90" cy="96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30" name="Oval 833">
                <a:extLst>
                  <a:ext uri="{FF2B5EF4-FFF2-40B4-BE49-F238E27FC236}">
                    <a16:creationId xmlns:a16="http://schemas.microsoft.com/office/drawing/2014/main" id="{F0CC65C2-39F9-4C59-8536-857061CBF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7" y="1852"/>
                <a:ext cx="15" cy="19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31" name="Freeform 834">
                <a:extLst>
                  <a:ext uri="{FF2B5EF4-FFF2-40B4-BE49-F238E27FC236}">
                    <a16:creationId xmlns:a16="http://schemas.microsoft.com/office/drawing/2014/main" id="{041E11F4-CADB-42E2-B0C6-6C2BF3E68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1844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6133 w 31"/>
                  <a:gd name="T7" fmla="*/ 0 h 28"/>
                  <a:gd name="T8" fmla="*/ 7263 w 31"/>
                  <a:gd name="T9" fmla="*/ 4420 h 28"/>
                  <a:gd name="T10" fmla="*/ 351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2" name="Oval 835">
                <a:extLst>
                  <a:ext uri="{FF2B5EF4-FFF2-40B4-BE49-F238E27FC236}">
                    <a16:creationId xmlns:a16="http://schemas.microsoft.com/office/drawing/2014/main" id="{ED9B2070-5BE1-469B-8076-52C51239D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4" y="1932"/>
                <a:ext cx="90" cy="99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33" name="Oval 836">
                <a:extLst>
                  <a:ext uri="{FF2B5EF4-FFF2-40B4-BE49-F238E27FC236}">
                    <a16:creationId xmlns:a16="http://schemas.microsoft.com/office/drawing/2014/main" id="{FC06022C-13B9-4BB3-925C-8D9B9CD73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7" y="1959"/>
                <a:ext cx="15" cy="16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34" name="Freeform 837">
                <a:extLst>
                  <a:ext uri="{FF2B5EF4-FFF2-40B4-BE49-F238E27FC236}">
                    <a16:creationId xmlns:a16="http://schemas.microsoft.com/office/drawing/2014/main" id="{B07DD2D2-2985-413D-A421-7F98792D1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1951"/>
                <a:ext cx="77" cy="74"/>
              </a:xfrm>
              <a:custGeom>
                <a:avLst/>
                <a:gdLst>
                  <a:gd name="T0" fmla="*/ 0 w 31"/>
                  <a:gd name="T1" fmla="*/ 6441 h 28"/>
                  <a:gd name="T2" fmla="*/ 2851 w 31"/>
                  <a:gd name="T3" fmla="*/ 8145 h 28"/>
                  <a:gd name="T4" fmla="*/ 6620 w 31"/>
                  <a:gd name="T5" fmla="*/ 2437 h 28"/>
                  <a:gd name="T6" fmla="*/ 6133 w 31"/>
                  <a:gd name="T7" fmla="*/ 0 h 28"/>
                  <a:gd name="T8" fmla="*/ 7263 w 31"/>
                  <a:gd name="T9" fmla="*/ 4157 h 28"/>
                  <a:gd name="T10" fmla="*/ 3510 w 31"/>
                  <a:gd name="T11" fmla="*/ 9562 h 28"/>
                  <a:gd name="T12" fmla="*/ 0 w 31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7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5" name="Oval 838">
                <a:extLst>
                  <a:ext uri="{FF2B5EF4-FFF2-40B4-BE49-F238E27FC236}">
                    <a16:creationId xmlns:a16="http://schemas.microsoft.com/office/drawing/2014/main" id="{106B4882-DB27-4E8A-BA66-F08BE7D64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4" y="2036"/>
                <a:ext cx="90" cy="96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36" name="Oval 839">
                <a:extLst>
                  <a:ext uri="{FF2B5EF4-FFF2-40B4-BE49-F238E27FC236}">
                    <a16:creationId xmlns:a16="http://schemas.microsoft.com/office/drawing/2014/main" id="{C3D2B749-6379-4374-B168-6A98D4ECA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7" y="2060"/>
                <a:ext cx="15" cy="19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37" name="Freeform 840">
                <a:extLst>
                  <a:ext uri="{FF2B5EF4-FFF2-40B4-BE49-F238E27FC236}">
                    <a16:creationId xmlns:a16="http://schemas.microsoft.com/office/drawing/2014/main" id="{D3A93985-8E83-47E9-9A9A-AF5ED2FE4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052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6133 w 31"/>
                  <a:gd name="T7" fmla="*/ 0 h 28"/>
                  <a:gd name="T8" fmla="*/ 7263 w 31"/>
                  <a:gd name="T9" fmla="*/ 4420 h 28"/>
                  <a:gd name="T10" fmla="*/ 351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8" name="Oval 841">
                <a:extLst>
                  <a:ext uri="{FF2B5EF4-FFF2-40B4-BE49-F238E27FC236}">
                    <a16:creationId xmlns:a16="http://schemas.microsoft.com/office/drawing/2014/main" id="{11AB4B15-D781-440B-B18B-4E434411E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7" y="2007"/>
                <a:ext cx="90" cy="96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39" name="Oval 842">
                <a:extLst>
                  <a:ext uri="{FF2B5EF4-FFF2-40B4-BE49-F238E27FC236}">
                    <a16:creationId xmlns:a16="http://schemas.microsoft.com/office/drawing/2014/main" id="{D9A7D8A8-C9CC-4887-8253-3B5EBA3A3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9" y="2031"/>
                <a:ext cx="15" cy="18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40" name="Freeform 843">
                <a:extLst>
                  <a:ext uri="{FF2B5EF4-FFF2-40B4-BE49-F238E27FC236}">
                    <a16:creationId xmlns:a16="http://schemas.microsoft.com/office/drawing/2014/main" id="{5D682110-5804-47B2-A84F-D98CF0CB2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023"/>
                <a:ext cx="78" cy="74"/>
              </a:xfrm>
              <a:custGeom>
                <a:avLst/>
                <a:gdLst>
                  <a:gd name="T0" fmla="*/ 0 w 31"/>
                  <a:gd name="T1" fmla="*/ 6441 h 28"/>
                  <a:gd name="T2" fmla="*/ 3014 w 31"/>
                  <a:gd name="T3" fmla="*/ 8145 h 28"/>
                  <a:gd name="T4" fmla="*/ 7058 w 31"/>
                  <a:gd name="T5" fmla="*/ 2730 h 28"/>
                  <a:gd name="T6" fmla="*/ 6577 w 31"/>
                  <a:gd name="T7" fmla="*/ 0 h 28"/>
                  <a:gd name="T8" fmla="*/ 7850 w 31"/>
                  <a:gd name="T9" fmla="*/ 4157 h 28"/>
                  <a:gd name="T10" fmla="*/ 3855 w 31"/>
                  <a:gd name="T11" fmla="*/ 9562 h 28"/>
                  <a:gd name="T12" fmla="*/ 0 w 31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1" name="Oval 844">
                <a:extLst>
                  <a:ext uri="{FF2B5EF4-FFF2-40B4-BE49-F238E27FC236}">
                    <a16:creationId xmlns:a16="http://schemas.microsoft.com/office/drawing/2014/main" id="{C5D51498-D901-402F-8FCC-6949D5D90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7" y="1889"/>
                <a:ext cx="90" cy="96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42" name="Oval 845">
                <a:extLst>
                  <a:ext uri="{FF2B5EF4-FFF2-40B4-BE49-F238E27FC236}">
                    <a16:creationId xmlns:a16="http://schemas.microsoft.com/office/drawing/2014/main" id="{C0EFF8F7-2758-4058-A4D6-5BE40124E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9" y="1913"/>
                <a:ext cx="15" cy="19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43" name="Freeform 846">
                <a:extLst>
                  <a:ext uri="{FF2B5EF4-FFF2-40B4-BE49-F238E27FC236}">
                    <a16:creationId xmlns:a16="http://schemas.microsoft.com/office/drawing/2014/main" id="{1F5DD7D7-2840-488B-91DD-592F93042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1905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885 h 28"/>
                  <a:gd name="T6" fmla="*/ 6577 w 31"/>
                  <a:gd name="T7" fmla="*/ 0 h 28"/>
                  <a:gd name="T8" fmla="*/ 7850 w 31"/>
                  <a:gd name="T9" fmla="*/ 4420 h 28"/>
                  <a:gd name="T10" fmla="*/ 3855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4" name="Oval 847">
                <a:extLst>
                  <a:ext uri="{FF2B5EF4-FFF2-40B4-BE49-F238E27FC236}">
                    <a16:creationId xmlns:a16="http://schemas.microsoft.com/office/drawing/2014/main" id="{E1A12A51-CF34-4227-BFB8-FFA9BF0DC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7" y="1940"/>
                <a:ext cx="90" cy="96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45" name="Oval 848">
                <a:extLst>
                  <a:ext uri="{FF2B5EF4-FFF2-40B4-BE49-F238E27FC236}">
                    <a16:creationId xmlns:a16="http://schemas.microsoft.com/office/drawing/2014/main" id="{522B1AB5-EAEC-4E04-86BE-18E4E9AF0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9" y="1964"/>
                <a:ext cx="15" cy="19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46" name="Freeform 849">
                <a:extLst>
                  <a:ext uri="{FF2B5EF4-FFF2-40B4-BE49-F238E27FC236}">
                    <a16:creationId xmlns:a16="http://schemas.microsoft.com/office/drawing/2014/main" id="{A7EB7F69-11A1-4EBE-8E92-1E9F7E3DB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1956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885 h 28"/>
                  <a:gd name="T6" fmla="*/ 6577 w 31"/>
                  <a:gd name="T7" fmla="*/ 0 h 28"/>
                  <a:gd name="T8" fmla="*/ 7850 w 31"/>
                  <a:gd name="T9" fmla="*/ 4420 h 28"/>
                  <a:gd name="T10" fmla="*/ 3855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7" name="Oval 850">
                <a:extLst>
                  <a:ext uri="{FF2B5EF4-FFF2-40B4-BE49-F238E27FC236}">
                    <a16:creationId xmlns:a16="http://schemas.microsoft.com/office/drawing/2014/main" id="{8AAA4EF6-3DB9-46D5-81FA-8C879C142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2" y="1772"/>
                <a:ext cx="90" cy="99"/>
              </a:xfrm>
              <a:prstGeom prst="ellipse">
                <a:avLst/>
              </a:prstGeom>
              <a:solidFill>
                <a:srgbClr val="E7DE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48" name="Oval 851">
                <a:extLst>
                  <a:ext uri="{FF2B5EF4-FFF2-40B4-BE49-F238E27FC236}">
                    <a16:creationId xmlns:a16="http://schemas.microsoft.com/office/drawing/2014/main" id="{1DF6B143-78B2-4256-87F7-093FF2AF6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4" y="1796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49" name="Freeform 852">
                <a:extLst>
                  <a:ext uri="{FF2B5EF4-FFF2-40B4-BE49-F238E27FC236}">
                    <a16:creationId xmlns:a16="http://schemas.microsoft.com/office/drawing/2014/main" id="{2697F7BE-2E8D-4D10-A1EF-87145CB8F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1783"/>
                <a:ext cx="70" cy="82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163 h 31"/>
                  <a:gd name="T4" fmla="*/ 1958 w 28"/>
                  <a:gd name="T5" fmla="*/ 9586 h 31"/>
                  <a:gd name="T6" fmla="*/ 0 w 28"/>
                  <a:gd name="T7" fmla="*/ 8570 h 31"/>
                  <a:gd name="T8" fmla="*/ 2938 w 28"/>
                  <a:gd name="T9" fmla="*/ 10620 h 31"/>
                  <a:gd name="T10" fmla="*/ 6845 w 28"/>
                  <a:gd name="T11" fmla="*/ 5185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5"/>
                    </a:cubicBezTo>
                    <a:cubicBezTo>
                      <a:pt x="28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C7C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0" name="Oval 853">
                <a:extLst>
                  <a:ext uri="{FF2B5EF4-FFF2-40B4-BE49-F238E27FC236}">
                    <a16:creationId xmlns:a16="http://schemas.microsoft.com/office/drawing/2014/main" id="{66711139-48E9-4164-A84A-9F0FDF531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2" y="1884"/>
                <a:ext cx="90" cy="96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51" name="Freeform 854">
                <a:extLst>
                  <a:ext uri="{FF2B5EF4-FFF2-40B4-BE49-F238E27FC236}">
                    <a16:creationId xmlns:a16="http://schemas.microsoft.com/office/drawing/2014/main" id="{777E0144-1978-4509-AF67-CA3D368A4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1892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612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9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2" name="Oval 855">
                <a:extLst>
                  <a:ext uri="{FF2B5EF4-FFF2-40B4-BE49-F238E27FC236}">
                    <a16:creationId xmlns:a16="http://schemas.microsoft.com/office/drawing/2014/main" id="{2D86A634-A803-4DF4-B1D4-0FC2DBE65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2" y="1985"/>
                <a:ext cx="90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53" name="Freeform 856">
                <a:extLst>
                  <a:ext uri="{FF2B5EF4-FFF2-40B4-BE49-F238E27FC236}">
                    <a16:creationId xmlns:a16="http://schemas.microsoft.com/office/drawing/2014/main" id="{753F4784-21C4-4B9E-A578-10AC3F6CD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1996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4" name="Oval 857">
                <a:extLst>
                  <a:ext uri="{FF2B5EF4-FFF2-40B4-BE49-F238E27FC236}">
                    <a16:creationId xmlns:a16="http://schemas.microsoft.com/office/drawing/2014/main" id="{091C200A-C0AF-4816-9E2D-055C18EB4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2" y="2092"/>
                <a:ext cx="90" cy="96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55" name="Freeform 858">
                <a:extLst>
                  <a:ext uri="{FF2B5EF4-FFF2-40B4-BE49-F238E27FC236}">
                    <a16:creationId xmlns:a16="http://schemas.microsoft.com/office/drawing/2014/main" id="{63433CA7-5ADD-445E-B400-61B85D0E6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103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9707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5" y="2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6" name="Oval 859">
                <a:extLst>
                  <a:ext uri="{FF2B5EF4-FFF2-40B4-BE49-F238E27FC236}">
                    <a16:creationId xmlns:a16="http://schemas.microsoft.com/office/drawing/2014/main" id="{FDF99CFF-B830-4B32-8E7E-0ADC949FF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828"/>
                <a:ext cx="92" cy="96"/>
              </a:xfrm>
              <a:prstGeom prst="ellipse">
                <a:avLst/>
              </a:prstGeom>
              <a:solidFill>
                <a:srgbClr val="E7DE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57" name="Oval 860">
                <a:extLst>
                  <a:ext uri="{FF2B5EF4-FFF2-40B4-BE49-F238E27FC236}">
                    <a16:creationId xmlns:a16="http://schemas.microsoft.com/office/drawing/2014/main" id="{E2AF6F28-8721-443A-BACD-49EE8263D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7" y="1852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58" name="Freeform 861">
                <a:extLst>
                  <a:ext uri="{FF2B5EF4-FFF2-40B4-BE49-F238E27FC236}">
                    <a16:creationId xmlns:a16="http://schemas.microsoft.com/office/drawing/2014/main" id="{6712C2D8-CB0F-4B38-8A70-D8200715D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839"/>
                <a:ext cx="72" cy="80"/>
              </a:xfrm>
              <a:custGeom>
                <a:avLst/>
                <a:gdLst>
                  <a:gd name="T0" fmla="*/ 4715 w 29"/>
                  <a:gd name="T1" fmla="*/ 0 h 30"/>
                  <a:gd name="T2" fmla="*/ 5844 w 29"/>
                  <a:gd name="T3" fmla="*/ 3891 h 30"/>
                  <a:gd name="T4" fmla="*/ 1899 w 29"/>
                  <a:gd name="T5" fmla="*/ 10104 h 30"/>
                  <a:gd name="T6" fmla="*/ 0 w 29"/>
                  <a:gd name="T7" fmla="*/ 9045 h 30"/>
                  <a:gd name="T8" fmla="*/ 2818 w 29"/>
                  <a:gd name="T9" fmla="*/ 10773 h 30"/>
                  <a:gd name="T10" fmla="*/ 6793 w 29"/>
                  <a:gd name="T11" fmla="*/ 5005 h 30"/>
                  <a:gd name="T12" fmla="*/ 4715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8"/>
                      <a:pt x="8" y="30"/>
                      <a:pt x="12" y="30"/>
                    </a:cubicBezTo>
                    <a:cubicBezTo>
                      <a:pt x="21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C7C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9" name="Oval 862">
                <a:extLst>
                  <a:ext uri="{FF2B5EF4-FFF2-40B4-BE49-F238E27FC236}">
                    <a16:creationId xmlns:a16="http://schemas.microsoft.com/office/drawing/2014/main" id="{91F3E08B-38FD-4696-A011-0A9A9F959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932"/>
                <a:ext cx="92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0" name="Oval 863">
                <a:extLst>
                  <a:ext uri="{FF2B5EF4-FFF2-40B4-BE49-F238E27FC236}">
                    <a16:creationId xmlns:a16="http://schemas.microsoft.com/office/drawing/2014/main" id="{D348A3AD-CBD3-4256-8B58-DDE891391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7" y="195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1" name="Freeform 864">
                <a:extLst>
                  <a:ext uri="{FF2B5EF4-FFF2-40B4-BE49-F238E27FC236}">
                    <a16:creationId xmlns:a16="http://schemas.microsoft.com/office/drawing/2014/main" id="{F58C253E-497F-4F74-9C8F-B66393557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943"/>
                <a:ext cx="72" cy="82"/>
              </a:xfrm>
              <a:custGeom>
                <a:avLst/>
                <a:gdLst>
                  <a:gd name="T0" fmla="*/ 4715 w 29"/>
                  <a:gd name="T1" fmla="*/ 0 h 31"/>
                  <a:gd name="T2" fmla="*/ 5844 w 29"/>
                  <a:gd name="T3" fmla="*/ 4163 h 31"/>
                  <a:gd name="T4" fmla="*/ 1899 w 29"/>
                  <a:gd name="T5" fmla="*/ 9586 h 31"/>
                  <a:gd name="T6" fmla="*/ 0 w 29"/>
                  <a:gd name="T7" fmla="*/ 8570 h 31"/>
                  <a:gd name="T8" fmla="*/ 2818 w 29"/>
                  <a:gd name="T9" fmla="*/ 10620 h 31"/>
                  <a:gd name="T10" fmla="*/ 6793 w 29"/>
                  <a:gd name="T11" fmla="*/ 5185 h 31"/>
                  <a:gd name="T12" fmla="*/ 4715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0" y="0"/>
                    </a:moveTo>
                    <a:cubicBezTo>
                      <a:pt x="24" y="6"/>
                      <a:pt x="25" y="8"/>
                      <a:pt x="25" y="12"/>
                    </a:cubicBezTo>
                    <a:cubicBezTo>
                      <a:pt x="25" y="23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9"/>
                      <a:pt x="8" y="31"/>
                      <a:pt x="12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8"/>
                      <a:pt x="25" y="3"/>
                      <a:pt x="20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2" name="Oval 865">
                <a:extLst>
                  <a:ext uri="{FF2B5EF4-FFF2-40B4-BE49-F238E27FC236}">
                    <a16:creationId xmlns:a16="http://schemas.microsoft.com/office/drawing/2014/main" id="{0C0AF6E0-BA6C-47F2-8C24-55A31E97C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2036"/>
                <a:ext cx="92" cy="96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3" name="Oval 866">
                <a:extLst>
                  <a:ext uri="{FF2B5EF4-FFF2-40B4-BE49-F238E27FC236}">
                    <a16:creationId xmlns:a16="http://schemas.microsoft.com/office/drawing/2014/main" id="{B0CF1FAE-30BF-4FB7-83E4-813CD7F1A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7" y="2060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4" name="Freeform 867">
                <a:extLst>
                  <a:ext uri="{FF2B5EF4-FFF2-40B4-BE49-F238E27FC236}">
                    <a16:creationId xmlns:a16="http://schemas.microsoft.com/office/drawing/2014/main" id="{9195BBF3-CAEF-4D42-8454-C4543BC39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047"/>
                <a:ext cx="72" cy="80"/>
              </a:xfrm>
              <a:custGeom>
                <a:avLst/>
                <a:gdLst>
                  <a:gd name="T0" fmla="*/ 4715 w 29"/>
                  <a:gd name="T1" fmla="*/ 0 h 30"/>
                  <a:gd name="T2" fmla="*/ 5844 w 29"/>
                  <a:gd name="T3" fmla="*/ 3891 h 30"/>
                  <a:gd name="T4" fmla="*/ 1899 w 29"/>
                  <a:gd name="T5" fmla="*/ 10104 h 30"/>
                  <a:gd name="T6" fmla="*/ 0 w 29"/>
                  <a:gd name="T7" fmla="*/ 9045 h 30"/>
                  <a:gd name="T8" fmla="*/ 2818 w 29"/>
                  <a:gd name="T9" fmla="*/ 10773 h 30"/>
                  <a:gd name="T10" fmla="*/ 6793 w 29"/>
                  <a:gd name="T11" fmla="*/ 5005 h 30"/>
                  <a:gd name="T12" fmla="*/ 4715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8"/>
                      <a:pt x="8" y="30"/>
                      <a:pt x="12" y="30"/>
                    </a:cubicBezTo>
                    <a:cubicBezTo>
                      <a:pt x="21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5" name="Oval 868">
                <a:extLst>
                  <a:ext uri="{FF2B5EF4-FFF2-40B4-BE49-F238E27FC236}">
                    <a16:creationId xmlns:a16="http://schemas.microsoft.com/office/drawing/2014/main" id="{FF3B9F23-E96F-4DB7-8D5C-7D6741E32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2007"/>
                <a:ext cx="93" cy="96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6" name="Oval 869">
                <a:extLst>
                  <a:ext uri="{FF2B5EF4-FFF2-40B4-BE49-F238E27FC236}">
                    <a16:creationId xmlns:a16="http://schemas.microsoft.com/office/drawing/2014/main" id="{81897D3F-24F9-4C5D-826C-14CE6B200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4" y="2031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7" name="Freeform 870">
                <a:extLst>
                  <a:ext uri="{FF2B5EF4-FFF2-40B4-BE49-F238E27FC236}">
                    <a16:creationId xmlns:a16="http://schemas.microsoft.com/office/drawing/2014/main" id="{0C8573E2-997D-4CE4-8BB6-FBFA37CBD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017"/>
                <a:ext cx="73" cy="80"/>
              </a:xfrm>
              <a:custGeom>
                <a:avLst/>
                <a:gdLst>
                  <a:gd name="T0" fmla="*/ 5057 w 29"/>
                  <a:gd name="T1" fmla="*/ 0 h 30"/>
                  <a:gd name="T2" fmla="*/ 6381 w 29"/>
                  <a:gd name="T3" fmla="*/ 3891 h 30"/>
                  <a:gd name="T4" fmla="*/ 2009 w 29"/>
                  <a:gd name="T5" fmla="*/ 10104 h 30"/>
                  <a:gd name="T6" fmla="*/ 0 w 29"/>
                  <a:gd name="T7" fmla="*/ 9045 h 30"/>
                  <a:gd name="T8" fmla="*/ 3048 w 29"/>
                  <a:gd name="T9" fmla="*/ 10773 h 30"/>
                  <a:gd name="T10" fmla="*/ 7383 w 29"/>
                  <a:gd name="T11" fmla="*/ 5005 h 30"/>
                  <a:gd name="T12" fmla="*/ 5057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8"/>
                      <a:pt x="8" y="30"/>
                      <a:pt x="12" y="30"/>
                    </a:cubicBezTo>
                    <a:cubicBezTo>
                      <a:pt x="21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8" name="Oval 871">
                <a:extLst>
                  <a:ext uri="{FF2B5EF4-FFF2-40B4-BE49-F238E27FC236}">
                    <a16:creationId xmlns:a16="http://schemas.microsoft.com/office/drawing/2014/main" id="{B1733664-0972-4896-9336-CB6A3BE3F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1889"/>
                <a:ext cx="93" cy="96"/>
              </a:xfrm>
              <a:prstGeom prst="ellipse">
                <a:avLst/>
              </a:prstGeom>
              <a:solidFill>
                <a:srgbClr val="E7DE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9" name="Oval 872">
                <a:extLst>
                  <a:ext uri="{FF2B5EF4-FFF2-40B4-BE49-F238E27FC236}">
                    <a16:creationId xmlns:a16="http://schemas.microsoft.com/office/drawing/2014/main" id="{84FB30E8-797F-4530-88C8-27B09C752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4" y="1913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0" name="Freeform 873">
                <a:extLst>
                  <a:ext uri="{FF2B5EF4-FFF2-40B4-BE49-F238E27FC236}">
                    <a16:creationId xmlns:a16="http://schemas.microsoft.com/office/drawing/2014/main" id="{3BF947EA-8D93-48BD-B2B5-D41978958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1900"/>
                <a:ext cx="73" cy="80"/>
              </a:xfrm>
              <a:custGeom>
                <a:avLst/>
                <a:gdLst>
                  <a:gd name="T0" fmla="*/ 5057 w 29"/>
                  <a:gd name="T1" fmla="*/ 0 h 30"/>
                  <a:gd name="T2" fmla="*/ 6381 w 29"/>
                  <a:gd name="T3" fmla="*/ 3891 h 30"/>
                  <a:gd name="T4" fmla="*/ 2009 w 29"/>
                  <a:gd name="T5" fmla="*/ 10104 h 30"/>
                  <a:gd name="T6" fmla="*/ 0 w 29"/>
                  <a:gd name="T7" fmla="*/ 9045 h 30"/>
                  <a:gd name="T8" fmla="*/ 3048 w 29"/>
                  <a:gd name="T9" fmla="*/ 10773 h 30"/>
                  <a:gd name="T10" fmla="*/ 7383 w 29"/>
                  <a:gd name="T11" fmla="*/ 5005 h 30"/>
                  <a:gd name="T12" fmla="*/ 5057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8"/>
                      <a:pt x="8" y="30"/>
                      <a:pt x="12" y="30"/>
                    </a:cubicBezTo>
                    <a:cubicBezTo>
                      <a:pt x="21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C7C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1" name="Oval 874">
                <a:extLst>
                  <a:ext uri="{FF2B5EF4-FFF2-40B4-BE49-F238E27FC236}">
                    <a16:creationId xmlns:a16="http://schemas.microsoft.com/office/drawing/2014/main" id="{7F029509-0B8C-486A-B912-76AF37ACF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940"/>
                <a:ext cx="93" cy="96"/>
              </a:xfrm>
              <a:prstGeom prst="ellipse">
                <a:avLst/>
              </a:prstGeom>
              <a:solidFill>
                <a:srgbClr val="E7DE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2" name="Oval 875">
                <a:extLst>
                  <a:ext uri="{FF2B5EF4-FFF2-40B4-BE49-F238E27FC236}">
                    <a16:creationId xmlns:a16="http://schemas.microsoft.com/office/drawing/2014/main" id="{C98371CB-CE78-4E9D-AF0E-9F67BF4DE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964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3" name="Freeform 876">
                <a:extLst>
                  <a:ext uri="{FF2B5EF4-FFF2-40B4-BE49-F238E27FC236}">
                    <a16:creationId xmlns:a16="http://schemas.microsoft.com/office/drawing/2014/main" id="{A2776BEE-E2BE-47F4-A647-8334C1F84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1951"/>
                <a:ext cx="73" cy="80"/>
              </a:xfrm>
              <a:custGeom>
                <a:avLst/>
                <a:gdLst>
                  <a:gd name="T0" fmla="*/ 5057 w 29"/>
                  <a:gd name="T1" fmla="*/ 0 h 30"/>
                  <a:gd name="T2" fmla="*/ 6381 w 29"/>
                  <a:gd name="T3" fmla="*/ 3891 h 30"/>
                  <a:gd name="T4" fmla="*/ 2009 w 29"/>
                  <a:gd name="T5" fmla="*/ 10104 h 30"/>
                  <a:gd name="T6" fmla="*/ 0 w 29"/>
                  <a:gd name="T7" fmla="*/ 9045 h 30"/>
                  <a:gd name="T8" fmla="*/ 3048 w 29"/>
                  <a:gd name="T9" fmla="*/ 10773 h 30"/>
                  <a:gd name="T10" fmla="*/ 7383 w 29"/>
                  <a:gd name="T11" fmla="*/ 5005 h 30"/>
                  <a:gd name="T12" fmla="*/ 5057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8"/>
                      <a:pt x="8" y="30"/>
                      <a:pt x="12" y="30"/>
                    </a:cubicBezTo>
                    <a:cubicBezTo>
                      <a:pt x="21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C7C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4" name="Freeform 877">
                <a:extLst>
                  <a:ext uri="{FF2B5EF4-FFF2-40B4-BE49-F238E27FC236}">
                    <a16:creationId xmlns:a16="http://schemas.microsoft.com/office/drawing/2014/main" id="{202B32F1-7EF0-4697-B507-C996B67FF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519"/>
                <a:ext cx="98" cy="106"/>
              </a:xfrm>
              <a:custGeom>
                <a:avLst/>
                <a:gdLst>
                  <a:gd name="T0" fmla="*/ 317 w 39"/>
                  <a:gd name="T1" fmla="*/ 5470 h 40"/>
                  <a:gd name="T2" fmla="*/ 5822 w 39"/>
                  <a:gd name="T3" fmla="*/ 633 h 40"/>
                  <a:gd name="T4" fmla="*/ 9333 w 39"/>
                  <a:gd name="T5" fmla="*/ 7984 h 40"/>
                  <a:gd name="T6" fmla="*/ 4028 w 39"/>
                  <a:gd name="T7" fmla="*/ 13216 h 40"/>
                  <a:gd name="T8" fmla="*/ 317 w 39"/>
                  <a:gd name="T9" fmla="*/ 547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1" y="16"/>
                    </a:moveTo>
                    <a:cubicBezTo>
                      <a:pt x="3" y="6"/>
                      <a:pt x="13" y="0"/>
                      <a:pt x="23" y="2"/>
                    </a:cubicBezTo>
                    <a:cubicBezTo>
                      <a:pt x="33" y="4"/>
                      <a:pt x="39" y="14"/>
                      <a:pt x="37" y="23"/>
                    </a:cubicBezTo>
                    <a:cubicBezTo>
                      <a:pt x="35" y="33"/>
                      <a:pt x="26" y="40"/>
                      <a:pt x="16" y="38"/>
                    </a:cubicBezTo>
                    <a:cubicBezTo>
                      <a:pt x="6" y="36"/>
                      <a:pt x="0" y="26"/>
                      <a:pt x="1" y="16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5" name="Freeform 878">
                <a:extLst>
                  <a:ext uri="{FF2B5EF4-FFF2-40B4-BE49-F238E27FC236}">
                    <a16:creationId xmlns:a16="http://schemas.microsoft.com/office/drawing/2014/main" id="{F72FE7C7-8319-4175-815C-727532733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532"/>
                <a:ext cx="52" cy="59"/>
              </a:xfrm>
              <a:custGeom>
                <a:avLst/>
                <a:gdLst>
                  <a:gd name="T0" fmla="*/ 183 w 21"/>
                  <a:gd name="T1" fmla="*/ 3315 h 22"/>
                  <a:gd name="T2" fmla="*/ 2778 w 21"/>
                  <a:gd name="T3" fmla="*/ 402 h 22"/>
                  <a:gd name="T4" fmla="*/ 4660 w 21"/>
                  <a:gd name="T5" fmla="*/ 4862 h 22"/>
                  <a:gd name="T6" fmla="*/ 1882 w 21"/>
                  <a:gd name="T7" fmla="*/ 7753 h 22"/>
                  <a:gd name="T8" fmla="*/ 183 w 21"/>
                  <a:gd name="T9" fmla="*/ 331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" y="9"/>
                    </a:moveTo>
                    <a:cubicBezTo>
                      <a:pt x="2" y="4"/>
                      <a:pt x="7" y="0"/>
                      <a:pt x="12" y="1"/>
                    </a:cubicBezTo>
                    <a:cubicBezTo>
                      <a:pt x="18" y="2"/>
                      <a:pt x="21" y="7"/>
                      <a:pt x="20" y="13"/>
                    </a:cubicBezTo>
                    <a:cubicBezTo>
                      <a:pt x="19" y="18"/>
                      <a:pt x="14" y="22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6" name="Freeform 879">
                <a:extLst>
                  <a:ext uri="{FF2B5EF4-FFF2-40B4-BE49-F238E27FC236}">
                    <a16:creationId xmlns:a16="http://schemas.microsoft.com/office/drawing/2014/main" id="{C0FB34F8-6E35-40FC-B2AE-14A22928A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1545"/>
                <a:ext cx="18" cy="19"/>
              </a:xfrm>
              <a:custGeom>
                <a:avLst/>
                <a:gdLst>
                  <a:gd name="T0" fmla="*/ 0 w 7"/>
                  <a:gd name="T1" fmla="*/ 1200 h 7"/>
                  <a:gd name="T2" fmla="*/ 1137 w 7"/>
                  <a:gd name="T3" fmla="*/ 0 h 7"/>
                  <a:gd name="T4" fmla="*/ 1700 w 7"/>
                  <a:gd name="T5" fmla="*/ 1620 h 7"/>
                  <a:gd name="T6" fmla="*/ 918 w 7"/>
                  <a:gd name="T7" fmla="*/ 2823 h 7"/>
                  <a:gd name="T8" fmla="*/ 0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6" y="4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7" name="Freeform 880">
                <a:extLst>
                  <a:ext uri="{FF2B5EF4-FFF2-40B4-BE49-F238E27FC236}">
                    <a16:creationId xmlns:a16="http://schemas.microsoft.com/office/drawing/2014/main" id="{A8C6AA4A-8C7E-4EB6-B5E3-5F2A8C788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537"/>
                <a:ext cx="78" cy="83"/>
              </a:xfrm>
              <a:custGeom>
                <a:avLst/>
                <a:gdLst>
                  <a:gd name="T0" fmla="*/ 5842 w 31"/>
                  <a:gd name="T1" fmla="*/ 0 h 31"/>
                  <a:gd name="T2" fmla="*/ 6577 w 31"/>
                  <a:gd name="T3" fmla="*/ 4838 h 31"/>
                  <a:gd name="T4" fmla="*/ 1799 w 31"/>
                  <a:gd name="T5" fmla="*/ 9189 h 31"/>
                  <a:gd name="T6" fmla="*/ 0 w 31"/>
                  <a:gd name="T7" fmla="*/ 7714 h 31"/>
                  <a:gd name="T8" fmla="*/ 2531 w 31"/>
                  <a:gd name="T9" fmla="*/ 10744 h 31"/>
                  <a:gd name="T10" fmla="*/ 7375 w 31"/>
                  <a:gd name="T11" fmla="*/ 5914 h 31"/>
                  <a:gd name="T12" fmla="*/ 5842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3" y="0"/>
                    </a:moveTo>
                    <a:cubicBezTo>
                      <a:pt x="27" y="6"/>
                      <a:pt x="27" y="9"/>
                      <a:pt x="26" y="13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4" y="25"/>
                      <a:pt x="1" y="23"/>
                      <a:pt x="0" y="21"/>
                    </a:cubicBezTo>
                    <a:cubicBezTo>
                      <a:pt x="2" y="25"/>
                      <a:pt x="6" y="28"/>
                      <a:pt x="10" y="29"/>
                    </a:cubicBezTo>
                    <a:cubicBezTo>
                      <a:pt x="19" y="31"/>
                      <a:pt x="28" y="25"/>
                      <a:pt x="29" y="16"/>
                    </a:cubicBezTo>
                    <a:cubicBezTo>
                      <a:pt x="31" y="10"/>
                      <a:pt x="28" y="4"/>
                      <a:pt x="23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8" name="Freeform 881">
                <a:extLst>
                  <a:ext uri="{FF2B5EF4-FFF2-40B4-BE49-F238E27FC236}">
                    <a16:creationId xmlns:a16="http://schemas.microsoft.com/office/drawing/2014/main" id="{805B7580-4AFC-4E3B-B86B-AABF46AA0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1441"/>
                <a:ext cx="97" cy="107"/>
              </a:xfrm>
              <a:custGeom>
                <a:avLst/>
                <a:gdLst>
                  <a:gd name="T0" fmla="*/ 187 w 39"/>
                  <a:gd name="T1" fmla="*/ 5896 h 40"/>
                  <a:gd name="T2" fmla="*/ 5432 w 39"/>
                  <a:gd name="T3" fmla="*/ 671 h 40"/>
                  <a:gd name="T4" fmla="*/ 8772 w 39"/>
                  <a:gd name="T5" fmla="*/ 8501 h 40"/>
                  <a:gd name="T6" fmla="*/ 3785 w 39"/>
                  <a:gd name="T7" fmla="*/ 13974 h 40"/>
                  <a:gd name="T8" fmla="*/ 187 w 39"/>
                  <a:gd name="T9" fmla="*/ 589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1" y="16"/>
                    </a:moveTo>
                    <a:cubicBezTo>
                      <a:pt x="3" y="6"/>
                      <a:pt x="13" y="0"/>
                      <a:pt x="23" y="2"/>
                    </a:cubicBezTo>
                    <a:cubicBezTo>
                      <a:pt x="33" y="4"/>
                      <a:pt x="39" y="14"/>
                      <a:pt x="37" y="23"/>
                    </a:cubicBezTo>
                    <a:cubicBezTo>
                      <a:pt x="35" y="33"/>
                      <a:pt x="26" y="40"/>
                      <a:pt x="16" y="38"/>
                    </a:cubicBezTo>
                    <a:cubicBezTo>
                      <a:pt x="6" y="36"/>
                      <a:pt x="0" y="26"/>
                      <a:pt x="1" y="16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9" name="Freeform 882">
                <a:extLst>
                  <a:ext uri="{FF2B5EF4-FFF2-40B4-BE49-F238E27FC236}">
                    <a16:creationId xmlns:a16="http://schemas.microsoft.com/office/drawing/2014/main" id="{AF9415D4-EB86-4063-B534-B5742ED54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455"/>
                <a:ext cx="53" cy="58"/>
              </a:xfrm>
              <a:custGeom>
                <a:avLst/>
                <a:gdLst>
                  <a:gd name="T0" fmla="*/ 318 w 21"/>
                  <a:gd name="T1" fmla="*/ 3045 h 22"/>
                  <a:gd name="T2" fmla="*/ 3089 w 21"/>
                  <a:gd name="T3" fmla="*/ 382 h 22"/>
                  <a:gd name="T4" fmla="*/ 5116 w 21"/>
                  <a:gd name="T5" fmla="*/ 4345 h 22"/>
                  <a:gd name="T6" fmla="*/ 2027 w 21"/>
                  <a:gd name="T7" fmla="*/ 7000 h 22"/>
                  <a:gd name="T8" fmla="*/ 318 w 21"/>
                  <a:gd name="T9" fmla="*/ 30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" y="9"/>
                    </a:moveTo>
                    <a:cubicBezTo>
                      <a:pt x="2" y="4"/>
                      <a:pt x="7" y="0"/>
                      <a:pt x="12" y="1"/>
                    </a:cubicBezTo>
                    <a:cubicBezTo>
                      <a:pt x="18" y="2"/>
                      <a:pt x="21" y="7"/>
                      <a:pt x="20" y="13"/>
                    </a:cubicBezTo>
                    <a:cubicBezTo>
                      <a:pt x="19" y="18"/>
                      <a:pt x="14" y="22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0" name="Freeform 883">
                <a:extLst>
                  <a:ext uri="{FF2B5EF4-FFF2-40B4-BE49-F238E27FC236}">
                    <a16:creationId xmlns:a16="http://schemas.microsoft.com/office/drawing/2014/main" id="{04BBEE84-D37C-4A74-8660-2EB41D6CB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468"/>
                <a:ext cx="17" cy="19"/>
              </a:xfrm>
              <a:custGeom>
                <a:avLst/>
                <a:gdLst>
                  <a:gd name="T0" fmla="*/ 0 w 7"/>
                  <a:gd name="T1" fmla="*/ 1200 h 7"/>
                  <a:gd name="T2" fmla="*/ 831 w 7"/>
                  <a:gd name="T3" fmla="*/ 0 h 7"/>
                  <a:gd name="T4" fmla="*/ 1243 w 7"/>
                  <a:gd name="T5" fmla="*/ 1620 h 7"/>
                  <a:gd name="T6" fmla="*/ 590 w 7"/>
                  <a:gd name="T7" fmla="*/ 2823 h 7"/>
                  <a:gd name="T8" fmla="*/ 0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6" y="4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1" name="Freeform 884">
                <a:extLst>
                  <a:ext uri="{FF2B5EF4-FFF2-40B4-BE49-F238E27FC236}">
                    <a16:creationId xmlns:a16="http://schemas.microsoft.com/office/drawing/2014/main" id="{15F48838-ED75-4AD4-9E1B-5E12C212F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460"/>
                <a:ext cx="77" cy="83"/>
              </a:xfrm>
              <a:custGeom>
                <a:avLst/>
                <a:gdLst>
                  <a:gd name="T0" fmla="*/ 5410 w 31"/>
                  <a:gd name="T1" fmla="*/ 0 h 31"/>
                  <a:gd name="T2" fmla="*/ 6133 w 31"/>
                  <a:gd name="T3" fmla="*/ 4838 h 31"/>
                  <a:gd name="T4" fmla="*/ 1592 w 31"/>
                  <a:gd name="T5" fmla="*/ 9189 h 31"/>
                  <a:gd name="T6" fmla="*/ 0 w 31"/>
                  <a:gd name="T7" fmla="*/ 7714 h 31"/>
                  <a:gd name="T8" fmla="*/ 2362 w 31"/>
                  <a:gd name="T9" fmla="*/ 10744 h 31"/>
                  <a:gd name="T10" fmla="*/ 6818 w 31"/>
                  <a:gd name="T11" fmla="*/ 5914 h 31"/>
                  <a:gd name="T12" fmla="*/ 5410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3" y="0"/>
                    </a:moveTo>
                    <a:cubicBezTo>
                      <a:pt x="27" y="6"/>
                      <a:pt x="27" y="9"/>
                      <a:pt x="26" y="13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4" y="25"/>
                      <a:pt x="1" y="23"/>
                      <a:pt x="0" y="21"/>
                    </a:cubicBezTo>
                    <a:cubicBezTo>
                      <a:pt x="2" y="25"/>
                      <a:pt x="6" y="28"/>
                      <a:pt x="10" y="29"/>
                    </a:cubicBezTo>
                    <a:cubicBezTo>
                      <a:pt x="19" y="31"/>
                      <a:pt x="28" y="25"/>
                      <a:pt x="29" y="16"/>
                    </a:cubicBezTo>
                    <a:cubicBezTo>
                      <a:pt x="31" y="10"/>
                      <a:pt x="28" y="4"/>
                      <a:pt x="23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2" name="Freeform 885">
                <a:extLst>
                  <a:ext uri="{FF2B5EF4-FFF2-40B4-BE49-F238E27FC236}">
                    <a16:creationId xmlns:a16="http://schemas.microsoft.com/office/drawing/2014/main" id="{92498749-7FEB-409D-B45E-0E0844134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487"/>
                <a:ext cx="98" cy="104"/>
              </a:xfrm>
              <a:custGeom>
                <a:avLst/>
                <a:gdLst>
                  <a:gd name="T0" fmla="*/ 317 w 39"/>
                  <a:gd name="T1" fmla="*/ 5824 h 39"/>
                  <a:gd name="T2" fmla="*/ 5822 w 39"/>
                  <a:gd name="T3" fmla="*/ 397 h 39"/>
                  <a:gd name="T4" fmla="*/ 9333 w 39"/>
                  <a:gd name="T5" fmla="*/ 8248 h 39"/>
                  <a:gd name="T6" fmla="*/ 4028 w 39"/>
                  <a:gd name="T7" fmla="*/ 13347 h 39"/>
                  <a:gd name="T8" fmla="*/ 317 w 39"/>
                  <a:gd name="T9" fmla="*/ 582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1" y="16"/>
                    </a:moveTo>
                    <a:cubicBezTo>
                      <a:pt x="3" y="6"/>
                      <a:pt x="13" y="0"/>
                      <a:pt x="23" y="1"/>
                    </a:cubicBezTo>
                    <a:cubicBezTo>
                      <a:pt x="33" y="3"/>
                      <a:pt x="39" y="13"/>
                      <a:pt x="37" y="23"/>
                    </a:cubicBezTo>
                    <a:cubicBezTo>
                      <a:pt x="35" y="33"/>
                      <a:pt x="26" y="39"/>
                      <a:pt x="16" y="37"/>
                    </a:cubicBezTo>
                    <a:cubicBezTo>
                      <a:pt x="6" y="35"/>
                      <a:pt x="0" y="26"/>
                      <a:pt x="1" y="16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3" name="Freeform 886">
                <a:extLst>
                  <a:ext uri="{FF2B5EF4-FFF2-40B4-BE49-F238E27FC236}">
                    <a16:creationId xmlns:a16="http://schemas.microsoft.com/office/drawing/2014/main" id="{EA3D3731-C0D4-4F37-851B-037167F96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1500"/>
                <a:ext cx="52" cy="56"/>
              </a:xfrm>
              <a:custGeom>
                <a:avLst/>
                <a:gdLst>
                  <a:gd name="T0" fmla="*/ 183 w 21"/>
                  <a:gd name="T1" fmla="*/ 3243 h 21"/>
                  <a:gd name="T2" fmla="*/ 2778 w 21"/>
                  <a:gd name="T3" fmla="*/ 397 h 21"/>
                  <a:gd name="T4" fmla="*/ 4660 w 21"/>
                  <a:gd name="T5" fmla="*/ 4301 h 21"/>
                  <a:gd name="T6" fmla="*/ 1882 w 21"/>
                  <a:gd name="T7" fmla="*/ 7133 h 21"/>
                  <a:gd name="T8" fmla="*/ 183 w 21"/>
                  <a:gd name="T9" fmla="*/ 324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" y="9"/>
                    </a:moveTo>
                    <a:cubicBezTo>
                      <a:pt x="2" y="3"/>
                      <a:pt x="7" y="0"/>
                      <a:pt x="12" y="1"/>
                    </a:cubicBezTo>
                    <a:cubicBezTo>
                      <a:pt x="18" y="2"/>
                      <a:pt x="21" y="7"/>
                      <a:pt x="20" y="12"/>
                    </a:cubicBezTo>
                    <a:cubicBezTo>
                      <a:pt x="19" y="18"/>
                      <a:pt x="14" y="21"/>
                      <a:pt x="8" y="20"/>
                    </a:cubicBezTo>
                    <a:cubicBezTo>
                      <a:pt x="3" y="19"/>
                      <a:pt x="0" y="14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4" name="Freeform 887">
                <a:extLst>
                  <a:ext uri="{FF2B5EF4-FFF2-40B4-BE49-F238E27FC236}">
                    <a16:creationId xmlns:a16="http://schemas.microsoft.com/office/drawing/2014/main" id="{B199D8C2-31BA-4B81-B30D-391CA9DB6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511"/>
                <a:ext cx="18" cy="18"/>
              </a:xfrm>
              <a:custGeom>
                <a:avLst/>
                <a:gdLst>
                  <a:gd name="T0" fmla="*/ 0 w 7"/>
                  <a:gd name="T1" fmla="*/ 918 h 7"/>
                  <a:gd name="T2" fmla="*/ 1137 w 7"/>
                  <a:gd name="T3" fmla="*/ 357 h 7"/>
                  <a:gd name="T4" fmla="*/ 1700 w 7"/>
                  <a:gd name="T5" fmla="*/ 1137 h 7"/>
                  <a:gd name="T6" fmla="*/ 918 w 7"/>
                  <a:gd name="T7" fmla="*/ 2003 h 7"/>
                  <a:gd name="T8" fmla="*/ 0 w 7"/>
                  <a:gd name="T9" fmla="*/ 9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1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5" name="Freeform 888">
                <a:extLst>
                  <a:ext uri="{FF2B5EF4-FFF2-40B4-BE49-F238E27FC236}">
                    <a16:creationId xmlns:a16="http://schemas.microsoft.com/office/drawing/2014/main" id="{026D8416-34F1-4924-98CE-E40306D22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505"/>
                <a:ext cx="78" cy="80"/>
              </a:xfrm>
              <a:custGeom>
                <a:avLst/>
                <a:gdLst>
                  <a:gd name="T0" fmla="*/ 5842 w 31"/>
                  <a:gd name="T1" fmla="*/ 0 h 30"/>
                  <a:gd name="T2" fmla="*/ 6577 w 31"/>
                  <a:gd name="T3" fmla="*/ 4301 h 30"/>
                  <a:gd name="T4" fmla="*/ 1799 w 31"/>
                  <a:gd name="T5" fmla="*/ 9045 h 30"/>
                  <a:gd name="T6" fmla="*/ 0 w 31"/>
                  <a:gd name="T7" fmla="*/ 7531 h 30"/>
                  <a:gd name="T8" fmla="*/ 2531 w 31"/>
                  <a:gd name="T9" fmla="*/ 10104 h 30"/>
                  <a:gd name="T10" fmla="*/ 7375 w 31"/>
                  <a:gd name="T11" fmla="*/ 5824 h 30"/>
                  <a:gd name="T12" fmla="*/ 5842 w 3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23" y="0"/>
                    </a:moveTo>
                    <a:cubicBezTo>
                      <a:pt x="27" y="6"/>
                      <a:pt x="27" y="8"/>
                      <a:pt x="26" y="12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4" y="24"/>
                      <a:pt x="1" y="22"/>
                      <a:pt x="0" y="21"/>
                    </a:cubicBezTo>
                    <a:cubicBezTo>
                      <a:pt x="2" y="25"/>
                      <a:pt x="6" y="28"/>
                      <a:pt x="10" y="28"/>
                    </a:cubicBezTo>
                    <a:cubicBezTo>
                      <a:pt x="19" y="30"/>
                      <a:pt x="28" y="24"/>
                      <a:pt x="29" y="16"/>
                    </a:cubicBezTo>
                    <a:cubicBezTo>
                      <a:pt x="31" y="9"/>
                      <a:pt x="28" y="3"/>
                      <a:pt x="23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6" name="Freeform 889">
                <a:extLst>
                  <a:ext uri="{FF2B5EF4-FFF2-40B4-BE49-F238E27FC236}">
                    <a16:creationId xmlns:a16="http://schemas.microsoft.com/office/drawing/2014/main" id="{F1044077-39FC-4C90-8215-BFA17DCD8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663"/>
                <a:ext cx="100" cy="104"/>
              </a:xfrm>
              <a:custGeom>
                <a:avLst/>
                <a:gdLst>
                  <a:gd name="T0" fmla="*/ 520 w 40"/>
                  <a:gd name="T1" fmla="*/ 5824 h 39"/>
                  <a:gd name="T2" fmla="*/ 5863 w 40"/>
                  <a:gd name="T3" fmla="*/ 661 h 39"/>
                  <a:gd name="T4" fmla="*/ 9300 w 40"/>
                  <a:gd name="T5" fmla="*/ 8248 h 39"/>
                  <a:gd name="T6" fmla="*/ 4220 w 40"/>
                  <a:gd name="T7" fmla="*/ 13347 h 39"/>
                  <a:gd name="T8" fmla="*/ 520 w 40"/>
                  <a:gd name="T9" fmla="*/ 582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2" y="16"/>
                    </a:moveTo>
                    <a:cubicBezTo>
                      <a:pt x="4" y="6"/>
                      <a:pt x="14" y="0"/>
                      <a:pt x="24" y="2"/>
                    </a:cubicBezTo>
                    <a:cubicBezTo>
                      <a:pt x="34" y="3"/>
                      <a:pt x="40" y="13"/>
                      <a:pt x="38" y="23"/>
                    </a:cubicBezTo>
                    <a:cubicBezTo>
                      <a:pt x="36" y="33"/>
                      <a:pt x="27" y="39"/>
                      <a:pt x="17" y="37"/>
                    </a:cubicBezTo>
                    <a:cubicBezTo>
                      <a:pt x="7" y="35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7" name="Freeform 890">
                <a:extLst>
                  <a:ext uri="{FF2B5EF4-FFF2-40B4-BE49-F238E27FC236}">
                    <a16:creationId xmlns:a16="http://schemas.microsoft.com/office/drawing/2014/main" id="{D8DFA55C-AC0A-4851-8C5A-F574FEE91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676"/>
                <a:ext cx="55" cy="56"/>
              </a:xfrm>
              <a:custGeom>
                <a:avLst/>
                <a:gdLst>
                  <a:gd name="T0" fmla="*/ 520 w 22"/>
                  <a:gd name="T1" fmla="*/ 3243 h 21"/>
                  <a:gd name="T2" fmla="*/ 3250 w 22"/>
                  <a:gd name="T3" fmla="*/ 397 h 21"/>
                  <a:gd name="T4" fmla="*/ 5208 w 22"/>
                  <a:gd name="T5" fmla="*/ 4301 h 21"/>
                  <a:gd name="T6" fmla="*/ 2270 w 22"/>
                  <a:gd name="T7" fmla="*/ 7133 h 21"/>
                  <a:gd name="T8" fmla="*/ 520 w 22"/>
                  <a:gd name="T9" fmla="*/ 324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2" y="9"/>
                    </a:moveTo>
                    <a:cubicBezTo>
                      <a:pt x="3" y="3"/>
                      <a:pt x="8" y="0"/>
                      <a:pt x="13" y="1"/>
                    </a:cubicBezTo>
                    <a:cubicBezTo>
                      <a:pt x="18" y="2"/>
                      <a:pt x="22" y="7"/>
                      <a:pt x="21" y="12"/>
                    </a:cubicBezTo>
                    <a:cubicBezTo>
                      <a:pt x="20" y="18"/>
                      <a:pt x="15" y="21"/>
                      <a:pt x="9" y="20"/>
                    </a:cubicBezTo>
                    <a:cubicBezTo>
                      <a:pt x="4" y="19"/>
                      <a:pt x="0" y="14"/>
                      <a:pt x="2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8" name="Freeform 891">
                <a:extLst>
                  <a:ext uri="{FF2B5EF4-FFF2-40B4-BE49-F238E27FC236}">
                    <a16:creationId xmlns:a16="http://schemas.microsoft.com/office/drawing/2014/main" id="{0E02D62C-4F2F-42E5-94BD-CD7869435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687"/>
                <a:ext cx="20" cy="18"/>
              </a:xfrm>
              <a:custGeom>
                <a:avLst/>
                <a:gdLst>
                  <a:gd name="T0" fmla="*/ 313 w 8"/>
                  <a:gd name="T1" fmla="*/ 918 h 7"/>
                  <a:gd name="T2" fmla="*/ 1300 w 8"/>
                  <a:gd name="T3" fmla="*/ 357 h 7"/>
                  <a:gd name="T4" fmla="*/ 1770 w 8"/>
                  <a:gd name="T5" fmla="*/ 1137 h 7"/>
                  <a:gd name="T6" fmla="*/ 783 w 8"/>
                  <a:gd name="T7" fmla="*/ 2003 h 7"/>
                  <a:gd name="T8" fmla="*/ 313 w 8"/>
                  <a:gd name="T9" fmla="*/ 9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8" y="3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2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9" name="Freeform 892">
                <a:extLst>
                  <a:ext uri="{FF2B5EF4-FFF2-40B4-BE49-F238E27FC236}">
                    <a16:creationId xmlns:a16="http://schemas.microsoft.com/office/drawing/2014/main" id="{81401871-9FBD-44D2-8902-8D5170623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681"/>
                <a:ext cx="78" cy="80"/>
              </a:xfrm>
              <a:custGeom>
                <a:avLst/>
                <a:gdLst>
                  <a:gd name="T0" fmla="*/ 6051 w 31"/>
                  <a:gd name="T1" fmla="*/ 0 h 30"/>
                  <a:gd name="T2" fmla="*/ 6849 w 31"/>
                  <a:gd name="T3" fmla="*/ 4301 h 30"/>
                  <a:gd name="T4" fmla="*/ 2008 w 31"/>
                  <a:gd name="T5" fmla="*/ 9045 h 30"/>
                  <a:gd name="T6" fmla="*/ 0 w 31"/>
                  <a:gd name="T7" fmla="*/ 7531 h 30"/>
                  <a:gd name="T8" fmla="*/ 2805 w 31"/>
                  <a:gd name="T9" fmla="*/ 10376 h 30"/>
                  <a:gd name="T10" fmla="*/ 7584 w 31"/>
                  <a:gd name="T11" fmla="*/ 5824 h 30"/>
                  <a:gd name="T12" fmla="*/ 6051 w 3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24" y="0"/>
                    </a:moveTo>
                    <a:cubicBezTo>
                      <a:pt x="28" y="6"/>
                      <a:pt x="27" y="8"/>
                      <a:pt x="27" y="12"/>
                    </a:cubicBezTo>
                    <a:cubicBezTo>
                      <a:pt x="25" y="23"/>
                      <a:pt x="16" y="27"/>
                      <a:pt x="8" y="25"/>
                    </a:cubicBezTo>
                    <a:cubicBezTo>
                      <a:pt x="5" y="24"/>
                      <a:pt x="2" y="22"/>
                      <a:pt x="0" y="21"/>
                    </a:cubicBezTo>
                    <a:cubicBezTo>
                      <a:pt x="3" y="25"/>
                      <a:pt x="6" y="28"/>
                      <a:pt x="11" y="29"/>
                    </a:cubicBezTo>
                    <a:cubicBezTo>
                      <a:pt x="20" y="30"/>
                      <a:pt x="28" y="25"/>
                      <a:pt x="30" y="16"/>
                    </a:cubicBezTo>
                    <a:cubicBezTo>
                      <a:pt x="31" y="9"/>
                      <a:pt x="29" y="3"/>
                      <a:pt x="24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0" name="Freeform 893">
                <a:extLst>
                  <a:ext uri="{FF2B5EF4-FFF2-40B4-BE49-F238E27FC236}">
                    <a16:creationId xmlns:a16="http://schemas.microsoft.com/office/drawing/2014/main" id="{17428CA1-23FC-4FD5-A191-D3E71EC9A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617"/>
                <a:ext cx="100" cy="104"/>
              </a:xfrm>
              <a:custGeom>
                <a:avLst/>
                <a:gdLst>
                  <a:gd name="T0" fmla="*/ 520 w 40"/>
                  <a:gd name="T1" fmla="*/ 5824 h 39"/>
                  <a:gd name="T2" fmla="*/ 5863 w 40"/>
                  <a:gd name="T3" fmla="*/ 661 h 39"/>
                  <a:gd name="T4" fmla="*/ 9300 w 40"/>
                  <a:gd name="T5" fmla="*/ 8248 h 39"/>
                  <a:gd name="T6" fmla="*/ 4220 w 40"/>
                  <a:gd name="T7" fmla="*/ 13347 h 39"/>
                  <a:gd name="T8" fmla="*/ 520 w 40"/>
                  <a:gd name="T9" fmla="*/ 582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2" y="16"/>
                    </a:moveTo>
                    <a:cubicBezTo>
                      <a:pt x="4" y="6"/>
                      <a:pt x="14" y="0"/>
                      <a:pt x="24" y="2"/>
                    </a:cubicBezTo>
                    <a:cubicBezTo>
                      <a:pt x="34" y="3"/>
                      <a:pt x="40" y="13"/>
                      <a:pt x="38" y="23"/>
                    </a:cubicBezTo>
                    <a:cubicBezTo>
                      <a:pt x="36" y="33"/>
                      <a:pt x="27" y="39"/>
                      <a:pt x="17" y="37"/>
                    </a:cubicBezTo>
                    <a:cubicBezTo>
                      <a:pt x="7" y="35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1" name="Freeform 894">
                <a:extLst>
                  <a:ext uri="{FF2B5EF4-FFF2-40B4-BE49-F238E27FC236}">
                    <a16:creationId xmlns:a16="http://schemas.microsoft.com/office/drawing/2014/main" id="{5E0E6DE8-343C-461F-BA45-D62F92727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631"/>
                <a:ext cx="53" cy="56"/>
              </a:xfrm>
              <a:custGeom>
                <a:avLst/>
                <a:gdLst>
                  <a:gd name="T0" fmla="*/ 318 w 21"/>
                  <a:gd name="T1" fmla="*/ 3243 h 21"/>
                  <a:gd name="T2" fmla="*/ 3089 w 21"/>
                  <a:gd name="T3" fmla="*/ 397 h 21"/>
                  <a:gd name="T4" fmla="*/ 5116 w 21"/>
                  <a:gd name="T5" fmla="*/ 4301 h 21"/>
                  <a:gd name="T6" fmla="*/ 2027 w 21"/>
                  <a:gd name="T7" fmla="*/ 7133 h 21"/>
                  <a:gd name="T8" fmla="*/ 318 w 21"/>
                  <a:gd name="T9" fmla="*/ 324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" y="9"/>
                    </a:moveTo>
                    <a:cubicBezTo>
                      <a:pt x="2" y="3"/>
                      <a:pt x="7" y="0"/>
                      <a:pt x="12" y="1"/>
                    </a:cubicBezTo>
                    <a:cubicBezTo>
                      <a:pt x="17" y="2"/>
                      <a:pt x="21" y="7"/>
                      <a:pt x="20" y="12"/>
                    </a:cubicBezTo>
                    <a:cubicBezTo>
                      <a:pt x="19" y="18"/>
                      <a:pt x="14" y="21"/>
                      <a:pt x="8" y="20"/>
                    </a:cubicBezTo>
                    <a:cubicBezTo>
                      <a:pt x="3" y="19"/>
                      <a:pt x="0" y="14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2" name="Freeform 895">
                <a:extLst>
                  <a:ext uri="{FF2B5EF4-FFF2-40B4-BE49-F238E27FC236}">
                    <a16:creationId xmlns:a16="http://schemas.microsoft.com/office/drawing/2014/main" id="{95B705F2-5092-4084-97C4-7E2971D71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641"/>
                <a:ext cx="20" cy="19"/>
              </a:xfrm>
              <a:custGeom>
                <a:avLst/>
                <a:gdLst>
                  <a:gd name="T0" fmla="*/ 313 w 8"/>
                  <a:gd name="T1" fmla="*/ 1200 h 7"/>
                  <a:gd name="T2" fmla="*/ 1300 w 8"/>
                  <a:gd name="T3" fmla="*/ 442 h 7"/>
                  <a:gd name="T4" fmla="*/ 1770 w 8"/>
                  <a:gd name="T5" fmla="*/ 1620 h 7"/>
                  <a:gd name="T6" fmla="*/ 783 w 8"/>
                  <a:gd name="T7" fmla="*/ 2823 h 7"/>
                  <a:gd name="T8" fmla="*/ 313 w 8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8" y="3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2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3" name="Freeform 896">
                <a:extLst>
                  <a:ext uri="{FF2B5EF4-FFF2-40B4-BE49-F238E27FC236}">
                    <a16:creationId xmlns:a16="http://schemas.microsoft.com/office/drawing/2014/main" id="{27CD96E9-5EF8-4E07-9D7A-C5FE94F39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636"/>
                <a:ext cx="80" cy="80"/>
              </a:xfrm>
              <a:custGeom>
                <a:avLst/>
                <a:gdLst>
                  <a:gd name="T0" fmla="*/ 5863 w 32"/>
                  <a:gd name="T1" fmla="*/ 0 h 30"/>
                  <a:gd name="T2" fmla="*/ 6645 w 32"/>
                  <a:gd name="T3" fmla="*/ 4301 h 30"/>
                  <a:gd name="T4" fmla="*/ 1958 w 32"/>
                  <a:gd name="T5" fmla="*/ 9045 h 30"/>
                  <a:gd name="T6" fmla="*/ 0 w 32"/>
                  <a:gd name="T7" fmla="*/ 7531 h 30"/>
                  <a:gd name="T8" fmla="*/ 2738 w 32"/>
                  <a:gd name="T9" fmla="*/ 10376 h 30"/>
                  <a:gd name="T10" fmla="*/ 7345 w 32"/>
                  <a:gd name="T11" fmla="*/ 5824 h 30"/>
                  <a:gd name="T12" fmla="*/ 5863 w 32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24" y="0"/>
                    </a:moveTo>
                    <a:cubicBezTo>
                      <a:pt x="28" y="6"/>
                      <a:pt x="28" y="8"/>
                      <a:pt x="27" y="12"/>
                    </a:cubicBezTo>
                    <a:cubicBezTo>
                      <a:pt x="25" y="23"/>
                      <a:pt x="16" y="27"/>
                      <a:pt x="8" y="25"/>
                    </a:cubicBezTo>
                    <a:cubicBezTo>
                      <a:pt x="5" y="24"/>
                      <a:pt x="2" y="22"/>
                      <a:pt x="0" y="21"/>
                    </a:cubicBezTo>
                    <a:cubicBezTo>
                      <a:pt x="3" y="25"/>
                      <a:pt x="6" y="28"/>
                      <a:pt x="11" y="29"/>
                    </a:cubicBezTo>
                    <a:cubicBezTo>
                      <a:pt x="20" y="30"/>
                      <a:pt x="29" y="24"/>
                      <a:pt x="30" y="16"/>
                    </a:cubicBezTo>
                    <a:cubicBezTo>
                      <a:pt x="32" y="9"/>
                      <a:pt x="29" y="3"/>
                      <a:pt x="24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4" name="Freeform 897">
                <a:extLst>
                  <a:ext uri="{FF2B5EF4-FFF2-40B4-BE49-F238E27FC236}">
                    <a16:creationId xmlns:a16="http://schemas.microsoft.com/office/drawing/2014/main" id="{421BFFA2-8F20-4F40-AC7A-25F3F2EE9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569"/>
                <a:ext cx="100" cy="104"/>
              </a:xfrm>
              <a:custGeom>
                <a:avLst/>
                <a:gdLst>
                  <a:gd name="T0" fmla="*/ 520 w 40"/>
                  <a:gd name="T1" fmla="*/ 5824 h 39"/>
                  <a:gd name="T2" fmla="*/ 5863 w 40"/>
                  <a:gd name="T3" fmla="*/ 397 h 39"/>
                  <a:gd name="T4" fmla="*/ 9300 w 40"/>
                  <a:gd name="T5" fmla="*/ 8248 h 39"/>
                  <a:gd name="T6" fmla="*/ 4220 w 40"/>
                  <a:gd name="T7" fmla="*/ 13347 h 39"/>
                  <a:gd name="T8" fmla="*/ 520 w 40"/>
                  <a:gd name="T9" fmla="*/ 582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2" y="16"/>
                    </a:moveTo>
                    <a:cubicBezTo>
                      <a:pt x="4" y="6"/>
                      <a:pt x="14" y="0"/>
                      <a:pt x="24" y="1"/>
                    </a:cubicBezTo>
                    <a:cubicBezTo>
                      <a:pt x="34" y="3"/>
                      <a:pt x="40" y="13"/>
                      <a:pt x="38" y="23"/>
                    </a:cubicBezTo>
                    <a:cubicBezTo>
                      <a:pt x="36" y="33"/>
                      <a:pt x="27" y="39"/>
                      <a:pt x="17" y="37"/>
                    </a:cubicBezTo>
                    <a:cubicBezTo>
                      <a:pt x="7" y="35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5" name="Freeform 898">
                <a:extLst>
                  <a:ext uri="{FF2B5EF4-FFF2-40B4-BE49-F238E27FC236}">
                    <a16:creationId xmlns:a16="http://schemas.microsoft.com/office/drawing/2014/main" id="{9719555A-6982-4C0C-8CE9-BDBFC5DE7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1583"/>
                <a:ext cx="52" cy="56"/>
              </a:xfrm>
              <a:custGeom>
                <a:avLst/>
                <a:gdLst>
                  <a:gd name="T0" fmla="*/ 183 w 21"/>
                  <a:gd name="T1" fmla="*/ 3243 h 21"/>
                  <a:gd name="T2" fmla="*/ 2778 w 21"/>
                  <a:gd name="T3" fmla="*/ 397 h 21"/>
                  <a:gd name="T4" fmla="*/ 4660 w 21"/>
                  <a:gd name="T5" fmla="*/ 4301 h 21"/>
                  <a:gd name="T6" fmla="*/ 1882 w 21"/>
                  <a:gd name="T7" fmla="*/ 7133 h 21"/>
                  <a:gd name="T8" fmla="*/ 183 w 21"/>
                  <a:gd name="T9" fmla="*/ 324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" y="9"/>
                    </a:moveTo>
                    <a:cubicBezTo>
                      <a:pt x="2" y="3"/>
                      <a:pt x="7" y="0"/>
                      <a:pt x="12" y="1"/>
                    </a:cubicBezTo>
                    <a:cubicBezTo>
                      <a:pt x="18" y="2"/>
                      <a:pt x="21" y="7"/>
                      <a:pt x="20" y="12"/>
                    </a:cubicBezTo>
                    <a:cubicBezTo>
                      <a:pt x="19" y="18"/>
                      <a:pt x="14" y="21"/>
                      <a:pt x="8" y="20"/>
                    </a:cubicBezTo>
                    <a:cubicBezTo>
                      <a:pt x="3" y="19"/>
                      <a:pt x="0" y="14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6" name="Freeform 899">
                <a:extLst>
                  <a:ext uri="{FF2B5EF4-FFF2-40B4-BE49-F238E27FC236}">
                    <a16:creationId xmlns:a16="http://schemas.microsoft.com/office/drawing/2014/main" id="{E07175D6-B042-46D4-ADF9-BE566BBB0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593"/>
                <a:ext cx="20" cy="19"/>
              </a:xfrm>
              <a:custGeom>
                <a:avLst/>
                <a:gdLst>
                  <a:gd name="T0" fmla="*/ 313 w 8"/>
                  <a:gd name="T1" fmla="*/ 1200 h 7"/>
                  <a:gd name="T2" fmla="*/ 1300 w 8"/>
                  <a:gd name="T3" fmla="*/ 442 h 7"/>
                  <a:gd name="T4" fmla="*/ 1770 w 8"/>
                  <a:gd name="T5" fmla="*/ 1620 h 7"/>
                  <a:gd name="T6" fmla="*/ 783 w 8"/>
                  <a:gd name="T7" fmla="*/ 2823 h 7"/>
                  <a:gd name="T8" fmla="*/ 313 w 8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2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7" name="Freeform 900">
                <a:extLst>
                  <a:ext uri="{FF2B5EF4-FFF2-40B4-BE49-F238E27FC236}">
                    <a16:creationId xmlns:a16="http://schemas.microsoft.com/office/drawing/2014/main" id="{BABAC077-9DDA-46F9-A55E-8B6A2FD5A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588"/>
                <a:ext cx="80" cy="80"/>
              </a:xfrm>
              <a:custGeom>
                <a:avLst/>
                <a:gdLst>
                  <a:gd name="T0" fmla="*/ 5863 w 32"/>
                  <a:gd name="T1" fmla="*/ 0 h 30"/>
                  <a:gd name="T2" fmla="*/ 6645 w 32"/>
                  <a:gd name="T3" fmla="*/ 4301 h 30"/>
                  <a:gd name="T4" fmla="*/ 1958 w 32"/>
                  <a:gd name="T5" fmla="*/ 9045 h 30"/>
                  <a:gd name="T6" fmla="*/ 0 w 32"/>
                  <a:gd name="T7" fmla="*/ 7531 h 30"/>
                  <a:gd name="T8" fmla="*/ 2738 w 32"/>
                  <a:gd name="T9" fmla="*/ 10104 h 30"/>
                  <a:gd name="T10" fmla="*/ 7345 w 32"/>
                  <a:gd name="T11" fmla="*/ 5824 h 30"/>
                  <a:gd name="T12" fmla="*/ 5863 w 32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24" y="0"/>
                    </a:moveTo>
                    <a:cubicBezTo>
                      <a:pt x="28" y="6"/>
                      <a:pt x="28" y="8"/>
                      <a:pt x="27" y="12"/>
                    </a:cubicBezTo>
                    <a:cubicBezTo>
                      <a:pt x="25" y="23"/>
                      <a:pt x="17" y="27"/>
                      <a:pt x="8" y="25"/>
                    </a:cubicBezTo>
                    <a:cubicBezTo>
                      <a:pt x="5" y="24"/>
                      <a:pt x="2" y="22"/>
                      <a:pt x="0" y="21"/>
                    </a:cubicBezTo>
                    <a:cubicBezTo>
                      <a:pt x="3" y="25"/>
                      <a:pt x="7" y="28"/>
                      <a:pt x="11" y="28"/>
                    </a:cubicBezTo>
                    <a:cubicBezTo>
                      <a:pt x="20" y="30"/>
                      <a:pt x="29" y="24"/>
                      <a:pt x="30" y="16"/>
                    </a:cubicBezTo>
                    <a:cubicBezTo>
                      <a:pt x="32" y="9"/>
                      <a:pt x="29" y="3"/>
                      <a:pt x="24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8" name="Freeform 901">
                <a:extLst>
                  <a:ext uri="{FF2B5EF4-FFF2-40B4-BE49-F238E27FC236}">
                    <a16:creationId xmlns:a16="http://schemas.microsoft.com/office/drawing/2014/main" id="{F75525E4-D812-481D-BB76-D179F9B44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519"/>
                <a:ext cx="98" cy="106"/>
              </a:xfrm>
              <a:custGeom>
                <a:avLst/>
                <a:gdLst>
                  <a:gd name="T0" fmla="*/ 4028 w 39"/>
                  <a:gd name="T1" fmla="*/ 633 h 40"/>
                  <a:gd name="T2" fmla="*/ 525 w 39"/>
                  <a:gd name="T3" fmla="*/ 7984 h 40"/>
                  <a:gd name="T4" fmla="*/ 5822 w 39"/>
                  <a:gd name="T5" fmla="*/ 13216 h 40"/>
                  <a:gd name="T6" fmla="*/ 9333 w 39"/>
                  <a:gd name="T7" fmla="*/ 5470 h 40"/>
                  <a:gd name="T8" fmla="*/ 4028 w 39"/>
                  <a:gd name="T9" fmla="*/ 63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16" y="2"/>
                    </a:moveTo>
                    <a:cubicBezTo>
                      <a:pt x="6" y="4"/>
                      <a:pt x="0" y="14"/>
                      <a:pt x="2" y="23"/>
                    </a:cubicBezTo>
                    <a:cubicBezTo>
                      <a:pt x="4" y="33"/>
                      <a:pt x="13" y="40"/>
                      <a:pt x="23" y="38"/>
                    </a:cubicBezTo>
                    <a:cubicBezTo>
                      <a:pt x="33" y="36"/>
                      <a:pt x="39" y="26"/>
                      <a:pt x="37" y="16"/>
                    </a:cubicBezTo>
                    <a:cubicBezTo>
                      <a:pt x="36" y="6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9" name="Freeform 902">
                <a:extLst>
                  <a:ext uri="{FF2B5EF4-FFF2-40B4-BE49-F238E27FC236}">
                    <a16:creationId xmlns:a16="http://schemas.microsoft.com/office/drawing/2014/main" id="{CD943DA4-F2D3-49DC-BBB8-116999456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535"/>
                <a:ext cx="75" cy="82"/>
              </a:xfrm>
              <a:custGeom>
                <a:avLst/>
                <a:gdLst>
                  <a:gd name="T0" fmla="*/ 0 w 30"/>
                  <a:gd name="T1" fmla="*/ 8179 h 31"/>
                  <a:gd name="T2" fmla="*/ 2938 w 30"/>
                  <a:gd name="T3" fmla="*/ 8957 h 31"/>
                  <a:gd name="T4" fmla="*/ 6175 w 30"/>
                  <a:gd name="T5" fmla="*/ 2441 h 31"/>
                  <a:gd name="T6" fmla="*/ 5208 w 30"/>
                  <a:gd name="T7" fmla="*/ 0 h 31"/>
                  <a:gd name="T8" fmla="*/ 7158 w 30"/>
                  <a:gd name="T9" fmla="*/ 3777 h 31"/>
                  <a:gd name="T10" fmla="*/ 3908 w 30"/>
                  <a:gd name="T11" fmla="*/ 10237 h 31"/>
                  <a:gd name="T12" fmla="*/ 0 w 30"/>
                  <a:gd name="T13" fmla="*/ 81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4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0" y="20"/>
                      <a:pt x="25" y="28"/>
                      <a:pt x="16" y="30"/>
                    </a:cubicBezTo>
                    <a:cubicBezTo>
                      <a:pt x="9" y="31"/>
                      <a:pt x="3" y="29"/>
                      <a:pt x="0" y="24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0" name="Freeform 903">
                <a:extLst>
                  <a:ext uri="{FF2B5EF4-FFF2-40B4-BE49-F238E27FC236}">
                    <a16:creationId xmlns:a16="http://schemas.microsoft.com/office/drawing/2014/main" id="{EB331ECF-4315-4C70-BB5F-B82E42880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441"/>
                <a:ext cx="97" cy="107"/>
              </a:xfrm>
              <a:custGeom>
                <a:avLst/>
                <a:gdLst>
                  <a:gd name="T0" fmla="*/ 3785 w 39"/>
                  <a:gd name="T1" fmla="*/ 671 h 40"/>
                  <a:gd name="T2" fmla="*/ 465 w 39"/>
                  <a:gd name="T3" fmla="*/ 8501 h 40"/>
                  <a:gd name="T4" fmla="*/ 5432 w 39"/>
                  <a:gd name="T5" fmla="*/ 13974 h 40"/>
                  <a:gd name="T6" fmla="*/ 8772 w 39"/>
                  <a:gd name="T7" fmla="*/ 5896 h 40"/>
                  <a:gd name="T8" fmla="*/ 3785 w 39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16" y="2"/>
                    </a:moveTo>
                    <a:cubicBezTo>
                      <a:pt x="6" y="4"/>
                      <a:pt x="0" y="14"/>
                      <a:pt x="2" y="23"/>
                    </a:cubicBezTo>
                    <a:cubicBezTo>
                      <a:pt x="4" y="33"/>
                      <a:pt x="13" y="40"/>
                      <a:pt x="23" y="38"/>
                    </a:cubicBezTo>
                    <a:cubicBezTo>
                      <a:pt x="33" y="36"/>
                      <a:pt x="39" y="26"/>
                      <a:pt x="37" y="16"/>
                    </a:cubicBezTo>
                    <a:cubicBezTo>
                      <a:pt x="36" y="6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1" name="Freeform 904">
                <a:extLst>
                  <a:ext uri="{FF2B5EF4-FFF2-40B4-BE49-F238E27FC236}">
                    <a16:creationId xmlns:a16="http://schemas.microsoft.com/office/drawing/2014/main" id="{9BE75FC8-82CB-4A41-B315-ADA127960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460"/>
                <a:ext cx="53" cy="59"/>
              </a:xfrm>
              <a:custGeom>
                <a:avLst/>
                <a:gdLst>
                  <a:gd name="T0" fmla="*/ 2345 w 21"/>
                  <a:gd name="T1" fmla="*/ 402 h 22"/>
                  <a:gd name="T2" fmla="*/ 318 w 21"/>
                  <a:gd name="T3" fmla="*/ 4862 h 22"/>
                  <a:gd name="T4" fmla="*/ 3089 w 21"/>
                  <a:gd name="T5" fmla="*/ 7753 h 22"/>
                  <a:gd name="T6" fmla="*/ 5116 w 21"/>
                  <a:gd name="T7" fmla="*/ 3315 h 22"/>
                  <a:gd name="T8" fmla="*/ 2345 w 21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9" y="1"/>
                    </a:moveTo>
                    <a:cubicBezTo>
                      <a:pt x="3" y="2"/>
                      <a:pt x="0" y="7"/>
                      <a:pt x="1" y="13"/>
                    </a:cubicBezTo>
                    <a:cubicBezTo>
                      <a:pt x="2" y="18"/>
                      <a:pt x="7" y="22"/>
                      <a:pt x="12" y="21"/>
                    </a:cubicBezTo>
                    <a:cubicBezTo>
                      <a:pt x="18" y="19"/>
                      <a:pt x="21" y="14"/>
                      <a:pt x="20" y="9"/>
                    </a:cubicBezTo>
                    <a:cubicBezTo>
                      <a:pt x="19" y="4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2" name="Freeform 905">
                <a:extLst>
                  <a:ext uri="{FF2B5EF4-FFF2-40B4-BE49-F238E27FC236}">
                    <a16:creationId xmlns:a16="http://schemas.microsoft.com/office/drawing/2014/main" id="{F41C4C15-6563-472B-BC32-DB73565D8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473"/>
                <a:ext cx="20" cy="19"/>
              </a:xfrm>
              <a:custGeom>
                <a:avLst/>
                <a:gdLst>
                  <a:gd name="T0" fmla="*/ 783 w 8"/>
                  <a:gd name="T1" fmla="*/ 0 h 7"/>
                  <a:gd name="T2" fmla="*/ 313 w 8"/>
                  <a:gd name="T3" fmla="*/ 1620 h 7"/>
                  <a:gd name="T4" fmla="*/ 1300 w 8"/>
                  <a:gd name="T5" fmla="*/ 2823 h 7"/>
                  <a:gd name="T6" fmla="*/ 1770 w 8"/>
                  <a:gd name="T7" fmla="*/ 1200 h 7"/>
                  <a:gd name="T8" fmla="*/ 783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1" y="6"/>
                      <a:pt x="3" y="7"/>
                      <a:pt x="5" y="7"/>
                    </a:cubicBezTo>
                    <a:cubicBezTo>
                      <a:pt x="6" y="7"/>
                      <a:pt x="8" y="5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3" name="Freeform 906">
                <a:extLst>
                  <a:ext uri="{FF2B5EF4-FFF2-40B4-BE49-F238E27FC236}">
                    <a16:creationId xmlns:a16="http://schemas.microsoft.com/office/drawing/2014/main" id="{EE3F2314-F510-43C8-95FE-F333302A0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457"/>
                <a:ext cx="75" cy="83"/>
              </a:xfrm>
              <a:custGeom>
                <a:avLst/>
                <a:gdLst>
                  <a:gd name="T0" fmla="*/ 0 w 30"/>
                  <a:gd name="T1" fmla="*/ 8790 h 31"/>
                  <a:gd name="T2" fmla="*/ 2938 w 30"/>
                  <a:gd name="T3" fmla="*/ 9612 h 31"/>
                  <a:gd name="T4" fmla="*/ 6175 w 30"/>
                  <a:gd name="T5" fmla="*/ 2632 h 31"/>
                  <a:gd name="T6" fmla="*/ 5208 w 30"/>
                  <a:gd name="T7" fmla="*/ 0 h 31"/>
                  <a:gd name="T8" fmla="*/ 7158 w 30"/>
                  <a:gd name="T9" fmla="*/ 4013 h 31"/>
                  <a:gd name="T10" fmla="*/ 3908 w 30"/>
                  <a:gd name="T11" fmla="*/ 10996 h 31"/>
                  <a:gd name="T12" fmla="*/ 0 w 30"/>
                  <a:gd name="T13" fmla="*/ 879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4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0" y="20"/>
                      <a:pt x="25" y="28"/>
                      <a:pt x="16" y="30"/>
                    </a:cubicBezTo>
                    <a:cubicBezTo>
                      <a:pt x="9" y="31"/>
                      <a:pt x="3" y="29"/>
                      <a:pt x="0" y="24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4" name="Freeform 907">
                <a:extLst>
                  <a:ext uri="{FF2B5EF4-FFF2-40B4-BE49-F238E27FC236}">
                    <a16:creationId xmlns:a16="http://schemas.microsoft.com/office/drawing/2014/main" id="{08385E35-3C7A-4690-8521-129C246D0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487"/>
                <a:ext cx="98" cy="104"/>
              </a:xfrm>
              <a:custGeom>
                <a:avLst/>
                <a:gdLst>
                  <a:gd name="T0" fmla="*/ 4028 w 39"/>
                  <a:gd name="T1" fmla="*/ 397 h 39"/>
                  <a:gd name="T2" fmla="*/ 525 w 39"/>
                  <a:gd name="T3" fmla="*/ 8248 h 39"/>
                  <a:gd name="T4" fmla="*/ 5822 w 39"/>
                  <a:gd name="T5" fmla="*/ 13347 h 39"/>
                  <a:gd name="T6" fmla="*/ 9333 w 39"/>
                  <a:gd name="T7" fmla="*/ 5824 h 39"/>
                  <a:gd name="T8" fmla="*/ 4028 w 39"/>
                  <a:gd name="T9" fmla="*/ 39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16" y="1"/>
                    </a:moveTo>
                    <a:cubicBezTo>
                      <a:pt x="6" y="3"/>
                      <a:pt x="0" y="13"/>
                      <a:pt x="2" y="23"/>
                    </a:cubicBezTo>
                    <a:cubicBezTo>
                      <a:pt x="4" y="33"/>
                      <a:pt x="13" y="39"/>
                      <a:pt x="23" y="37"/>
                    </a:cubicBezTo>
                    <a:cubicBezTo>
                      <a:pt x="33" y="35"/>
                      <a:pt x="39" y="26"/>
                      <a:pt x="37" y="16"/>
                    </a:cubicBezTo>
                    <a:cubicBezTo>
                      <a:pt x="36" y="6"/>
                      <a:pt x="26" y="0"/>
                      <a:pt x="16" y="1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5" name="Freeform 908">
                <a:extLst>
                  <a:ext uri="{FF2B5EF4-FFF2-40B4-BE49-F238E27FC236}">
                    <a16:creationId xmlns:a16="http://schemas.microsoft.com/office/drawing/2014/main" id="{1D6903C1-C3DF-40A5-B8AC-B65E84F82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519"/>
                <a:ext cx="20" cy="18"/>
              </a:xfrm>
              <a:custGeom>
                <a:avLst/>
                <a:gdLst>
                  <a:gd name="T0" fmla="*/ 783 w 8"/>
                  <a:gd name="T1" fmla="*/ 0 h 7"/>
                  <a:gd name="T2" fmla="*/ 313 w 8"/>
                  <a:gd name="T3" fmla="*/ 1137 h 7"/>
                  <a:gd name="T4" fmla="*/ 1300 w 8"/>
                  <a:gd name="T5" fmla="*/ 1700 h 7"/>
                  <a:gd name="T6" fmla="*/ 1770 w 8"/>
                  <a:gd name="T7" fmla="*/ 918 h 7"/>
                  <a:gd name="T8" fmla="*/ 783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1" y="0"/>
                      <a:pt x="0" y="2"/>
                      <a:pt x="1" y="4"/>
                    </a:cubicBezTo>
                    <a:cubicBezTo>
                      <a:pt x="1" y="6"/>
                      <a:pt x="3" y="7"/>
                      <a:pt x="5" y="6"/>
                    </a:cubicBezTo>
                    <a:cubicBezTo>
                      <a:pt x="6" y="6"/>
                      <a:pt x="8" y="4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6" name="Freeform 909">
                <a:extLst>
                  <a:ext uri="{FF2B5EF4-FFF2-40B4-BE49-F238E27FC236}">
                    <a16:creationId xmlns:a16="http://schemas.microsoft.com/office/drawing/2014/main" id="{94980C14-B000-48CF-82E6-754A0038E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503"/>
                <a:ext cx="75" cy="82"/>
              </a:xfrm>
              <a:custGeom>
                <a:avLst/>
                <a:gdLst>
                  <a:gd name="T0" fmla="*/ 0 w 30"/>
                  <a:gd name="T1" fmla="*/ 7885 h 31"/>
                  <a:gd name="T2" fmla="*/ 2938 w 30"/>
                  <a:gd name="T3" fmla="*/ 8957 h 31"/>
                  <a:gd name="T4" fmla="*/ 6175 w 30"/>
                  <a:gd name="T5" fmla="*/ 2441 h 31"/>
                  <a:gd name="T6" fmla="*/ 5208 w 30"/>
                  <a:gd name="T7" fmla="*/ 0 h 31"/>
                  <a:gd name="T8" fmla="*/ 7158 w 30"/>
                  <a:gd name="T9" fmla="*/ 3386 h 31"/>
                  <a:gd name="T10" fmla="*/ 3908 w 30"/>
                  <a:gd name="T11" fmla="*/ 9991 h 31"/>
                  <a:gd name="T12" fmla="*/ 0 w 30"/>
                  <a:gd name="T13" fmla="*/ 788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3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4" y="4"/>
                      <a:pt x="22" y="1"/>
                      <a:pt x="21" y="0"/>
                    </a:cubicBezTo>
                    <a:cubicBezTo>
                      <a:pt x="25" y="2"/>
                      <a:pt x="28" y="6"/>
                      <a:pt x="29" y="10"/>
                    </a:cubicBezTo>
                    <a:cubicBezTo>
                      <a:pt x="30" y="19"/>
                      <a:pt x="25" y="28"/>
                      <a:pt x="16" y="29"/>
                    </a:cubicBezTo>
                    <a:cubicBezTo>
                      <a:pt x="9" y="31"/>
                      <a:pt x="3" y="28"/>
                      <a:pt x="0" y="23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7" name="Freeform 910">
                <a:extLst>
                  <a:ext uri="{FF2B5EF4-FFF2-40B4-BE49-F238E27FC236}">
                    <a16:creationId xmlns:a16="http://schemas.microsoft.com/office/drawing/2014/main" id="{83362E00-4D0B-4235-AEC2-47F7A7DB1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663"/>
                <a:ext cx="100" cy="104"/>
              </a:xfrm>
              <a:custGeom>
                <a:avLst/>
                <a:gdLst>
                  <a:gd name="T0" fmla="*/ 3908 w 40"/>
                  <a:gd name="T1" fmla="*/ 661 h 39"/>
                  <a:gd name="T2" fmla="*/ 520 w 40"/>
                  <a:gd name="T3" fmla="*/ 8248 h 39"/>
                  <a:gd name="T4" fmla="*/ 5675 w 40"/>
                  <a:gd name="T5" fmla="*/ 13347 h 39"/>
                  <a:gd name="T6" fmla="*/ 9300 w 40"/>
                  <a:gd name="T7" fmla="*/ 5824 h 39"/>
                  <a:gd name="T8" fmla="*/ 3908 w 40"/>
                  <a:gd name="T9" fmla="*/ 66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16" y="2"/>
                    </a:moveTo>
                    <a:cubicBezTo>
                      <a:pt x="6" y="3"/>
                      <a:pt x="0" y="13"/>
                      <a:pt x="2" y="23"/>
                    </a:cubicBezTo>
                    <a:cubicBezTo>
                      <a:pt x="4" y="33"/>
                      <a:pt x="13" y="39"/>
                      <a:pt x="23" y="37"/>
                    </a:cubicBezTo>
                    <a:cubicBezTo>
                      <a:pt x="33" y="35"/>
                      <a:pt x="40" y="26"/>
                      <a:pt x="38" y="16"/>
                    </a:cubicBezTo>
                    <a:cubicBezTo>
                      <a:pt x="36" y="6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8" name="Freeform 911">
                <a:extLst>
                  <a:ext uri="{FF2B5EF4-FFF2-40B4-BE49-F238E27FC236}">
                    <a16:creationId xmlns:a16="http://schemas.microsoft.com/office/drawing/2014/main" id="{B415DC3D-66B9-48A6-8CB0-9086AAC26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681"/>
                <a:ext cx="53" cy="56"/>
              </a:xfrm>
              <a:custGeom>
                <a:avLst/>
                <a:gdLst>
                  <a:gd name="T0" fmla="*/ 2345 w 21"/>
                  <a:gd name="T1" fmla="*/ 397 h 21"/>
                  <a:gd name="T2" fmla="*/ 318 w 21"/>
                  <a:gd name="T3" fmla="*/ 4301 h 21"/>
                  <a:gd name="T4" fmla="*/ 3357 w 21"/>
                  <a:gd name="T5" fmla="*/ 7133 h 21"/>
                  <a:gd name="T6" fmla="*/ 5116 w 21"/>
                  <a:gd name="T7" fmla="*/ 3243 h 21"/>
                  <a:gd name="T8" fmla="*/ 2345 w 21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4" y="2"/>
                      <a:pt x="0" y="7"/>
                      <a:pt x="1" y="12"/>
                    </a:cubicBezTo>
                    <a:cubicBezTo>
                      <a:pt x="2" y="18"/>
                      <a:pt x="7" y="21"/>
                      <a:pt x="13" y="20"/>
                    </a:cubicBezTo>
                    <a:cubicBezTo>
                      <a:pt x="18" y="19"/>
                      <a:pt x="21" y="14"/>
                      <a:pt x="20" y="9"/>
                    </a:cubicBezTo>
                    <a:cubicBezTo>
                      <a:pt x="19" y="3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9" name="Freeform 912">
                <a:extLst>
                  <a:ext uri="{FF2B5EF4-FFF2-40B4-BE49-F238E27FC236}">
                    <a16:creationId xmlns:a16="http://schemas.microsoft.com/office/drawing/2014/main" id="{09299242-AF5F-4533-B9B1-73CF7603C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695"/>
                <a:ext cx="17" cy="18"/>
              </a:xfrm>
              <a:custGeom>
                <a:avLst/>
                <a:gdLst>
                  <a:gd name="T0" fmla="*/ 413 w 7"/>
                  <a:gd name="T1" fmla="*/ 0 h 7"/>
                  <a:gd name="T2" fmla="*/ 0 w 7"/>
                  <a:gd name="T3" fmla="*/ 1137 h 7"/>
                  <a:gd name="T4" fmla="*/ 831 w 7"/>
                  <a:gd name="T5" fmla="*/ 2003 h 7"/>
                  <a:gd name="T6" fmla="*/ 1243 w 7"/>
                  <a:gd name="T7" fmla="*/ 918 h 7"/>
                  <a:gd name="T8" fmla="*/ 4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6"/>
                      <a:pt x="2" y="7"/>
                      <a:pt x="4" y="7"/>
                    </a:cubicBezTo>
                    <a:cubicBezTo>
                      <a:pt x="6" y="6"/>
                      <a:pt x="7" y="4"/>
                      <a:pt x="6" y="3"/>
                    </a:cubicBezTo>
                    <a:cubicBezTo>
                      <a:pt x="6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0" name="Freeform 913">
                <a:extLst>
                  <a:ext uri="{FF2B5EF4-FFF2-40B4-BE49-F238E27FC236}">
                    <a16:creationId xmlns:a16="http://schemas.microsoft.com/office/drawing/2014/main" id="{CA5BB174-585D-4595-B187-AF0823A3C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679"/>
                <a:ext cx="78" cy="82"/>
              </a:xfrm>
              <a:custGeom>
                <a:avLst/>
                <a:gdLst>
                  <a:gd name="T0" fmla="*/ 0 w 31"/>
                  <a:gd name="T1" fmla="*/ 7885 h 31"/>
                  <a:gd name="T2" fmla="*/ 3014 w 31"/>
                  <a:gd name="T3" fmla="*/ 8957 h 31"/>
                  <a:gd name="T4" fmla="*/ 6368 w 31"/>
                  <a:gd name="T5" fmla="*/ 2441 h 31"/>
                  <a:gd name="T6" fmla="*/ 5337 w 31"/>
                  <a:gd name="T7" fmla="*/ 0 h 31"/>
                  <a:gd name="T8" fmla="*/ 7375 w 31"/>
                  <a:gd name="T9" fmla="*/ 3386 h 31"/>
                  <a:gd name="T10" fmla="*/ 4046 w 31"/>
                  <a:gd name="T11" fmla="*/ 9991 h 31"/>
                  <a:gd name="T12" fmla="*/ 0 w 31"/>
                  <a:gd name="T13" fmla="*/ 788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3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5" y="4"/>
                      <a:pt x="22" y="1"/>
                      <a:pt x="21" y="0"/>
                    </a:cubicBezTo>
                    <a:cubicBezTo>
                      <a:pt x="25" y="2"/>
                      <a:pt x="28" y="6"/>
                      <a:pt x="29" y="10"/>
                    </a:cubicBezTo>
                    <a:cubicBezTo>
                      <a:pt x="31" y="19"/>
                      <a:pt x="25" y="28"/>
                      <a:pt x="16" y="29"/>
                    </a:cubicBezTo>
                    <a:cubicBezTo>
                      <a:pt x="10" y="31"/>
                      <a:pt x="4" y="28"/>
                      <a:pt x="0" y="23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1" name="Freeform 914">
                <a:extLst>
                  <a:ext uri="{FF2B5EF4-FFF2-40B4-BE49-F238E27FC236}">
                    <a16:creationId xmlns:a16="http://schemas.microsoft.com/office/drawing/2014/main" id="{40290DC2-AC63-4AE8-AE73-67B9B705C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617"/>
                <a:ext cx="100" cy="104"/>
              </a:xfrm>
              <a:custGeom>
                <a:avLst/>
                <a:gdLst>
                  <a:gd name="T0" fmla="*/ 3908 w 40"/>
                  <a:gd name="T1" fmla="*/ 661 h 39"/>
                  <a:gd name="T2" fmla="*/ 520 w 40"/>
                  <a:gd name="T3" fmla="*/ 8248 h 39"/>
                  <a:gd name="T4" fmla="*/ 5675 w 40"/>
                  <a:gd name="T5" fmla="*/ 13347 h 39"/>
                  <a:gd name="T6" fmla="*/ 9300 w 40"/>
                  <a:gd name="T7" fmla="*/ 5824 h 39"/>
                  <a:gd name="T8" fmla="*/ 3908 w 40"/>
                  <a:gd name="T9" fmla="*/ 66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16" y="2"/>
                    </a:moveTo>
                    <a:cubicBezTo>
                      <a:pt x="6" y="3"/>
                      <a:pt x="0" y="13"/>
                      <a:pt x="2" y="23"/>
                    </a:cubicBezTo>
                    <a:cubicBezTo>
                      <a:pt x="4" y="33"/>
                      <a:pt x="13" y="39"/>
                      <a:pt x="23" y="37"/>
                    </a:cubicBezTo>
                    <a:cubicBezTo>
                      <a:pt x="33" y="35"/>
                      <a:pt x="40" y="26"/>
                      <a:pt x="38" y="16"/>
                    </a:cubicBezTo>
                    <a:cubicBezTo>
                      <a:pt x="36" y="6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2" name="Freeform 915">
                <a:extLst>
                  <a:ext uri="{FF2B5EF4-FFF2-40B4-BE49-F238E27FC236}">
                    <a16:creationId xmlns:a16="http://schemas.microsoft.com/office/drawing/2014/main" id="{88842B30-5204-4134-A61B-478BC882E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1636"/>
                <a:ext cx="53" cy="56"/>
              </a:xfrm>
              <a:custGeom>
                <a:avLst/>
                <a:gdLst>
                  <a:gd name="T0" fmla="*/ 2345 w 21"/>
                  <a:gd name="T1" fmla="*/ 397 h 21"/>
                  <a:gd name="T2" fmla="*/ 318 w 21"/>
                  <a:gd name="T3" fmla="*/ 4301 h 21"/>
                  <a:gd name="T4" fmla="*/ 3357 w 21"/>
                  <a:gd name="T5" fmla="*/ 7133 h 21"/>
                  <a:gd name="T6" fmla="*/ 5116 w 21"/>
                  <a:gd name="T7" fmla="*/ 3243 h 21"/>
                  <a:gd name="T8" fmla="*/ 2345 w 21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3" y="2"/>
                      <a:pt x="0" y="7"/>
                      <a:pt x="1" y="12"/>
                    </a:cubicBezTo>
                    <a:cubicBezTo>
                      <a:pt x="2" y="18"/>
                      <a:pt x="7" y="21"/>
                      <a:pt x="13" y="20"/>
                    </a:cubicBezTo>
                    <a:cubicBezTo>
                      <a:pt x="18" y="19"/>
                      <a:pt x="21" y="14"/>
                      <a:pt x="20" y="9"/>
                    </a:cubicBezTo>
                    <a:cubicBezTo>
                      <a:pt x="19" y="3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3" name="Freeform 916">
                <a:extLst>
                  <a:ext uri="{FF2B5EF4-FFF2-40B4-BE49-F238E27FC236}">
                    <a16:creationId xmlns:a16="http://schemas.microsoft.com/office/drawing/2014/main" id="{D07F88D1-E4AD-4542-9642-44C3CB86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649"/>
                <a:ext cx="20" cy="19"/>
              </a:xfrm>
              <a:custGeom>
                <a:avLst/>
                <a:gdLst>
                  <a:gd name="T0" fmla="*/ 783 w 8"/>
                  <a:gd name="T1" fmla="*/ 0 h 7"/>
                  <a:gd name="T2" fmla="*/ 313 w 8"/>
                  <a:gd name="T3" fmla="*/ 1620 h 7"/>
                  <a:gd name="T4" fmla="*/ 1300 w 8"/>
                  <a:gd name="T5" fmla="*/ 2342 h 7"/>
                  <a:gd name="T6" fmla="*/ 1770 w 8"/>
                  <a:gd name="T7" fmla="*/ 1200 h 7"/>
                  <a:gd name="T8" fmla="*/ 783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1" y="6"/>
                      <a:pt x="3" y="7"/>
                      <a:pt x="5" y="6"/>
                    </a:cubicBezTo>
                    <a:cubicBezTo>
                      <a:pt x="6" y="6"/>
                      <a:pt x="8" y="4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4" name="Freeform 917">
                <a:extLst>
                  <a:ext uri="{FF2B5EF4-FFF2-40B4-BE49-F238E27FC236}">
                    <a16:creationId xmlns:a16="http://schemas.microsoft.com/office/drawing/2014/main" id="{B9AFEB06-20C0-4AF7-A784-D0889A0D7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633"/>
                <a:ext cx="75" cy="83"/>
              </a:xfrm>
              <a:custGeom>
                <a:avLst/>
                <a:gdLst>
                  <a:gd name="T0" fmla="*/ 0 w 30"/>
                  <a:gd name="T1" fmla="*/ 8522 h 31"/>
                  <a:gd name="T2" fmla="*/ 2938 w 30"/>
                  <a:gd name="T3" fmla="*/ 9612 h 31"/>
                  <a:gd name="T4" fmla="*/ 6175 w 30"/>
                  <a:gd name="T5" fmla="*/ 2632 h 31"/>
                  <a:gd name="T6" fmla="*/ 5208 w 30"/>
                  <a:gd name="T7" fmla="*/ 0 h 31"/>
                  <a:gd name="T8" fmla="*/ 7158 w 30"/>
                  <a:gd name="T9" fmla="*/ 3706 h 31"/>
                  <a:gd name="T10" fmla="*/ 3908 w 30"/>
                  <a:gd name="T11" fmla="*/ 10744 h 31"/>
                  <a:gd name="T12" fmla="*/ 0 w 30"/>
                  <a:gd name="T13" fmla="*/ 8522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3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5" y="4"/>
                      <a:pt x="22" y="1"/>
                      <a:pt x="21" y="0"/>
                    </a:cubicBezTo>
                    <a:cubicBezTo>
                      <a:pt x="25" y="2"/>
                      <a:pt x="28" y="6"/>
                      <a:pt x="29" y="10"/>
                    </a:cubicBezTo>
                    <a:cubicBezTo>
                      <a:pt x="30" y="19"/>
                      <a:pt x="25" y="28"/>
                      <a:pt x="16" y="29"/>
                    </a:cubicBezTo>
                    <a:cubicBezTo>
                      <a:pt x="10" y="31"/>
                      <a:pt x="4" y="28"/>
                      <a:pt x="0" y="23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5" name="Freeform 918">
                <a:extLst>
                  <a:ext uri="{FF2B5EF4-FFF2-40B4-BE49-F238E27FC236}">
                    <a16:creationId xmlns:a16="http://schemas.microsoft.com/office/drawing/2014/main" id="{289F73DB-7928-41DE-BA00-63BABF971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569"/>
                <a:ext cx="100" cy="104"/>
              </a:xfrm>
              <a:custGeom>
                <a:avLst/>
                <a:gdLst>
                  <a:gd name="T0" fmla="*/ 3908 w 40"/>
                  <a:gd name="T1" fmla="*/ 397 h 39"/>
                  <a:gd name="T2" fmla="*/ 520 w 40"/>
                  <a:gd name="T3" fmla="*/ 8248 h 39"/>
                  <a:gd name="T4" fmla="*/ 5675 w 40"/>
                  <a:gd name="T5" fmla="*/ 13347 h 39"/>
                  <a:gd name="T6" fmla="*/ 9300 w 40"/>
                  <a:gd name="T7" fmla="*/ 5824 h 39"/>
                  <a:gd name="T8" fmla="*/ 3908 w 40"/>
                  <a:gd name="T9" fmla="*/ 39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16" y="1"/>
                    </a:moveTo>
                    <a:cubicBezTo>
                      <a:pt x="6" y="3"/>
                      <a:pt x="0" y="13"/>
                      <a:pt x="2" y="23"/>
                    </a:cubicBezTo>
                    <a:cubicBezTo>
                      <a:pt x="4" y="33"/>
                      <a:pt x="13" y="39"/>
                      <a:pt x="23" y="37"/>
                    </a:cubicBezTo>
                    <a:cubicBezTo>
                      <a:pt x="33" y="35"/>
                      <a:pt x="40" y="26"/>
                      <a:pt x="38" y="16"/>
                    </a:cubicBezTo>
                    <a:cubicBezTo>
                      <a:pt x="36" y="6"/>
                      <a:pt x="26" y="0"/>
                      <a:pt x="16" y="1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6" name="Freeform 919">
                <a:extLst>
                  <a:ext uri="{FF2B5EF4-FFF2-40B4-BE49-F238E27FC236}">
                    <a16:creationId xmlns:a16="http://schemas.microsoft.com/office/drawing/2014/main" id="{9FC391DD-F086-43DC-8F68-F3889ACD4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588"/>
                <a:ext cx="52" cy="56"/>
              </a:xfrm>
              <a:custGeom>
                <a:avLst/>
                <a:gdLst>
                  <a:gd name="T0" fmla="*/ 2035 w 21"/>
                  <a:gd name="T1" fmla="*/ 397 h 21"/>
                  <a:gd name="T2" fmla="*/ 183 w 21"/>
                  <a:gd name="T3" fmla="*/ 4301 h 21"/>
                  <a:gd name="T4" fmla="*/ 2974 w 21"/>
                  <a:gd name="T5" fmla="*/ 7133 h 21"/>
                  <a:gd name="T6" fmla="*/ 4660 w 21"/>
                  <a:gd name="T7" fmla="*/ 2824 h 21"/>
                  <a:gd name="T8" fmla="*/ 2035 w 21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3" y="2"/>
                      <a:pt x="0" y="7"/>
                      <a:pt x="1" y="12"/>
                    </a:cubicBezTo>
                    <a:cubicBezTo>
                      <a:pt x="2" y="18"/>
                      <a:pt x="7" y="21"/>
                      <a:pt x="13" y="20"/>
                    </a:cubicBezTo>
                    <a:cubicBezTo>
                      <a:pt x="18" y="19"/>
                      <a:pt x="21" y="14"/>
                      <a:pt x="20" y="8"/>
                    </a:cubicBezTo>
                    <a:cubicBezTo>
                      <a:pt x="19" y="3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7" name="Freeform 920">
                <a:extLst>
                  <a:ext uri="{FF2B5EF4-FFF2-40B4-BE49-F238E27FC236}">
                    <a16:creationId xmlns:a16="http://schemas.microsoft.com/office/drawing/2014/main" id="{F2D170AC-E9AF-4485-B918-4B4C3C832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1601"/>
                <a:ext cx="20" cy="19"/>
              </a:xfrm>
              <a:custGeom>
                <a:avLst/>
                <a:gdLst>
                  <a:gd name="T0" fmla="*/ 783 w 8"/>
                  <a:gd name="T1" fmla="*/ 0 h 7"/>
                  <a:gd name="T2" fmla="*/ 313 w 8"/>
                  <a:gd name="T3" fmla="*/ 1620 h 7"/>
                  <a:gd name="T4" fmla="*/ 1300 w 8"/>
                  <a:gd name="T5" fmla="*/ 2342 h 7"/>
                  <a:gd name="T6" fmla="*/ 1770 w 8"/>
                  <a:gd name="T7" fmla="*/ 1200 h 7"/>
                  <a:gd name="T8" fmla="*/ 783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1" y="6"/>
                      <a:pt x="3" y="7"/>
                      <a:pt x="5" y="6"/>
                    </a:cubicBezTo>
                    <a:cubicBezTo>
                      <a:pt x="6" y="6"/>
                      <a:pt x="8" y="4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8" name="Freeform 921">
                <a:extLst>
                  <a:ext uri="{FF2B5EF4-FFF2-40B4-BE49-F238E27FC236}">
                    <a16:creationId xmlns:a16="http://schemas.microsoft.com/office/drawing/2014/main" id="{9AE52D0E-1E53-4952-9027-A3F4DE23E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585"/>
                <a:ext cx="75" cy="83"/>
              </a:xfrm>
              <a:custGeom>
                <a:avLst/>
                <a:gdLst>
                  <a:gd name="T0" fmla="*/ 0 w 30"/>
                  <a:gd name="T1" fmla="*/ 8522 h 31"/>
                  <a:gd name="T2" fmla="*/ 2938 w 30"/>
                  <a:gd name="T3" fmla="*/ 9612 h 31"/>
                  <a:gd name="T4" fmla="*/ 6175 w 30"/>
                  <a:gd name="T5" fmla="*/ 2632 h 31"/>
                  <a:gd name="T6" fmla="*/ 5208 w 30"/>
                  <a:gd name="T7" fmla="*/ 0 h 31"/>
                  <a:gd name="T8" fmla="*/ 7158 w 30"/>
                  <a:gd name="T9" fmla="*/ 3706 h 31"/>
                  <a:gd name="T10" fmla="*/ 3908 w 30"/>
                  <a:gd name="T11" fmla="*/ 10744 h 31"/>
                  <a:gd name="T12" fmla="*/ 0 w 30"/>
                  <a:gd name="T13" fmla="*/ 8522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3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5" y="4"/>
                      <a:pt x="22" y="1"/>
                      <a:pt x="21" y="0"/>
                    </a:cubicBezTo>
                    <a:cubicBezTo>
                      <a:pt x="25" y="2"/>
                      <a:pt x="28" y="6"/>
                      <a:pt x="29" y="10"/>
                    </a:cubicBezTo>
                    <a:cubicBezTo>
                      <a:pt x="30" y="19"/>
                      <a:pt x="25" y="28"/>
                      <a:pt x="16" y="29"/>
                    </a:cubicBezTo>
                    <a:cubicBezTo>
                      <a:pt x="10" y="31"/>
                      <a:pt x="3" y="28"/>
                      <a:pt x="0" y="23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9" name="Freeform 922">
                <a:extLst>
                  <a:ext uri="{FF2B5EF4-FFF2-40B4-BE49-F238E27FC236}">
                    <a16:creationId xmlns:a16="http://schemas.microsoft.com/office/drawing/2014/main" id="{143D8B01-A006-4AAB-8F7A-852701800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337"/>
                <a:ext cx="98" cy="107"/>
              </a:xfrm>
              <a:custGeom>
                <a:avLst/>
                <a:gdLst>
                  <a:gd name="T0" fmla="*/ 4028 w 39"/>
                  <a:gd name="T1" fmla="*/ 671 h 40"/>
                  <a:gd name="T2" fmla="*/ 317 w 39"/>
                  <a:gd name="T3" fmla="*/ 8745 h 40"/>
                  <a:gd name="T4" fmla="*/ 5822 w 39"/>
                  <a:gd name="T5" fmla="*/ 13974 h 40"/>
                  <a:gd name="T6" fmla="*/ 9333 w 39"/>
                  <a:gd name="T7" fmla="*/ 6147 h 40"/>
                  <a:gd name="T8" fmla="*/ 4028 w 39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16" y="2"/>
                    </a:moveTo>
                    <a:cubicBezTo>
                      <a:pt x="6" y="4"/>
                      <a:pt x="0" y="14"/>
                      <a:pt x="1" y="24"/>
                    </a:cubicBezTo>
                    <a:cubicBezTo>
                      <a:pt x="3" y="34"/>
                      <a:pt x="13" y="40"/>
                      <a:pt x="23" y="38"/>
                    </a:cubicBezTo>
                    <a:cubicBezTo>
                      <a:pt x="33" y="36"/>
                      <a:pt x="39" y="26"/>
                      <a:pt x="37" y="17"/>
                    </a:cubicBezTo>
                    <a:cubicBezTo>
                      <a:pt x="35" y="7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0" name="Freeform 923">
                <a:extLst>
                  <a:ext uri="{FF2B5EF4-FFF2-40B4-BE49-F238E27FC236}">
                    <a16:creationId xmlns:a16="http://schemas.microsoft.com/office/drawing/2014/main" id="{1223F88C-7F69-4433-BE93-86DC5F2EF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2369"/>
                <a:ext cx="17" cy="19"/>
              </a:xfrm>
              <a:custGeom>
                <a:avLst/>
                <a:gdLst>
                  <a:gd name="T0" fmla="*/ 590 w 7"/>
                  <a:gd name="T1" fmla="*/ 442 h 7"/>
                  <a:gd name="T2" fmla="*/ 170 w 7"/>
                  <a:gd name="T3" fmla="*/ 2063 h 7"/>
                  <a:gd name="T4" fmla="*/ 831 w 7"/>
                  <a:gd name="T5" fmla="*/ 2823 h 7"/>
                  <a:gd name="T6" fmla="*/ 1433 w 7"/>
                  <a:gd name="T7" fmla="*/ 1200 h 7"/>
                  <a:gd name="T8" fmla="*/ 590 w 7"/>
                  <a:gd name="T9" fmla="*/ 44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1" y="6"/>
                      <a:pt x="3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1" name="Freeform 924">
                <a:extLst>
                  <a:ext uri="{FF2B5EF4-FFF2-40B4-BE49-F238E27FC236}">
                    <a16:creationId xmlns:a16="http://schemas.microsoft.com/office/drawing/2014/main" id="{64985C5D-C9BA-430F-978D-CDE21CD70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353"/>
                <a:ext cx="75" cy="83"/>
              </a:xfrm>
              <a:custGeom>
                <a:avLst/>
                <a:gdLst>
                  <a:gd name="T0" fmla="*/ 0 w 30"/>
                  <a:gd name="T1" fmla="*/ 8790 h 31"/>
                  <a:gd name="T2" fmla="*/ 2938 w 30"/>
                  <a:gd name="T3" fmla="*/ 9923 h 31"/>
                  <a:gd name="T4" fmla="*/ 6175 w 30"/>
                  <a:gd name="T5" fmla="*/ 2632 h 31"/>
                  <a:gd name="T6" fmla="*/ 5208 w 30"/>
                  <a:gd name="T7" fmla="*/ 0 h 31"/>
                  <a:gd name="T8" fmla="*/ 6845 w 30"/>
                  <a:gd name="T9" fmla="*/ 4013 h 31"/>
                  <a:gd name="T10" fmla="*/ 3908 w 30"/>
                  <a:gd name="T11" fmla="*/ 10996 h 31"/>
                  <a:gd name="T12" fmla="*/ 0 w 30"/>
                  <a:gd name="T13" fmla="*/ 879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4"/>
                    </a:moveTo>
                    <a:cubicBezTo>
                      <a:pt x="6" y="28"/>
                      <a:pt x="8" y="27"/>
                      <a:pt x="12" y="27"/>
                    </a:cubicBezTo>
                    <a:cubicBezTo>
                      <a:pt x="23" y="25"/>
                      <a:pt x="27" y="16"/>
                      <a:pt x="25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5" y="2"/>
                      <a:pt x="28" y="6"/>
                      <a:pt x="28" y="11"/>
                    </a:cubicBezTo>
                    <a:cubicBezTo>
                      <a:pt x="30" y="20"/>
                      <a:pt x="24" y="28"/>
                      <a:pt x="16" y="30"/>
                    </a:cubicBezTo>
                    <a:cubicBezTo>
                      <a:pt x="9" y="31"/>
                      <a:pt x="3" y="29"/>
                      <a:pt x="0" y="24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2" name="Freeform 925">
                <a:extLst>
                  <a:ext uri="{FF2B5EF4-FFF2-40B4-BE49-F238E27FC236}">
                    <a16:creationId xmlns:a16="http://schemas.microsoft.com/office/drawing/2014/main" id="{79037EAD-68EB-4DE9-B9A9-4572A3237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415"/>
                <a:ext cx="97" cy="106"/>
              </a:xfrm>
              <a:custGeom>
                <a:avLst/>
                <a:gdLst>
                  <a:gd name="T0" fmla="*/ 3785 w 39"/>
                  <a:gd name="T1" fmla="*/ 633 h 40"/>
                  <a:gd name="T2" fmla="*/ 187 w 39"/>
                  <a:gd name="T3" fmla="*/ 8393 h 40"/>
                  <a:gd name="T4" fmla="*/ 5432 w 39"/>
                  <a:gd name="T5" fmla="*/ 13216 h 40"/>
                  <a:gd name="T6" fmla="*/ 8772 w 39"/>
                  <a:gd name="T7" fmla="*/ 5864 h 40"/>
                  <a:gd name="T8" fmla="*/ 3785 w 39"/>
                  <a:gd name="T9" fmla="*/ 63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16" y="2"/>
                    </a:moveTo>
                    <a:cubicBezTo>
                      <a:pt x="6" y="4"/>
                      <a:pt x="0" y="14"/>
                      <a:pt x="1" y="24"/>
                    </a:cubicBezTo>
                    <a:cubicBezTo>
                      <a:pt x="3" y="34"/>
                      <a:pt x="13" y="40"/>
                      <a:pt x="23" y="38"/>
                    </a:cubicBezTo>
                    <a:cubicBezTo>
                      <a:pt x="33" y="36"/>
                      <a:pt x="39" y="26"/>
                      <a:pt x="37" y="17"/>
                    </a:cubicBezTo>
                    <a:cubicBezTo>
                      <a:pt x="35" y="7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3" name="Freeform 926">
                <a:extLst>
                  <a:ext uri="{FF2B5EF4-FFF2-40B4-BE49-F238E27FC236}">
                    <a16:creationId xmlns:a16="http://schemas.microsoft.com/office/drawing/2014/main" id="{CC0D04C6-397A-4307-8BEC-2F16C7B34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433"/>
                <a:ext cx="53" cy="59"/>
              </a:xfrm>
              <a:custGeom>
                <a:avLst/>
                <a:gdLst>
                  <a:gd name="T0" fmla="*/ 2345 w 21"/>
                  <a:gd name="T1" fmla="*/ 402 h 22"/>
                  <a:gd name="T2" fmla="*/ 318 w 21"/>
                  <a:gd name="T3" fmla="*/ 4862 h 22"/>
                  <a:gd name="T4" fmla="*/ 3089 w 21"/>
                  <a:gd name="T5" fmla="*/ 7753 h 22"/>
                  <a:gd name="T6" fmla="*/ 5116 w 21"/>
                  <a:gd name="T7" fmla="*/ 3315 h 22"/>
                  <a:gd name="T8" fmla="*/ 2345 w 21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9" y="1"/>
                    </a:moveTo>
                    <a:cubicBezTo>
                      <a:pt x="3" y="2"/>
                      <a:pt x="0" y="8"/>
                      <a:pt x="1" y="13"/>
                    </a:cubicBezTo>
                    <a:cubicBezTo>
                      <a:pt x="2" y="18"/>
                      <a:pt x="7" y="22"/>
                      <a:pt x="12" y="21"/>
                    </a:cubicBezTo>
                    <a:cubicBezTo>
                      <a:pt x="18" y="20"/>
                      <a:pt x="21" y="15"/>
                      <a:pt x="20" y="9"/>
                    </a:cubicBezTo>
                    <a:cubicBezTo>
                      <a:pt x="19" y="4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4" name="Freeform 927">
                <a:extLst>
                  <a:ext uri="{FF2B5EF4-FFF2-40B4-BE49-F238E27FC236}">
                    <a16:creationId xmlns:a16="http://schemas.microsoft.com/office/drawing/2014/main" id="{EE8C53DD-03E1-47F7-ACE2-1877278D6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447"/>
                <a:ext cx="18" cy="18"/>
              </a:xfrm>
              <a:custGeom>
                <a:avLst/>
                <a:gdLst>
                  <a:gd name="T0" fmla="*/ 918 w 7"/>
                  <a:gd name="T1" fmla="*/ 357 h 7"/>
                  <a:gd name="T2" fmla="*/ 357 w 7"/>
                  <a:gd name="T3" fmla="*/ 1448 h 7"/>
                  <a:gd name="T4" fmla="*/ 1137 w 7"/>
                  <a:gd name="T5" fmla="*/ 2003 h 7"/>
                  <a:gd name="T6" fmla="*/ 2003 w 7"/>
                  <a:gd name="T7" fmla="*/ 918 h 7"/>
                  <a:gd name="T8" fmla="*/ 918 w 7"/>
                  <a:gd name="T9" fmla="*/ 35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1" y="6"/>
                      <a:pt x="3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5" name="Freeform 928">
                <a:extLst>
                  <a:ext uri="{FF2B5EF4-FFF2-40B4-BE49-F238E27FC236}">
                    <a16:creationId xmlns:a16="http://schemas.microsoft.com/office/drawing/2014/main" id="{226F38EB-8D2B-4FFE-9A18-C8BAB3B18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431"/>
                <a:ext cx="75" cy="82"/>
              </a:xfrm>
              <a:custGeom>
                <a:avLst/>
                <a:gdLst>
                  <a:gd name="T0" fmla="*/ 0 w 30"/>
                  <a:gd name="T1" fmla="*/ 8179 h 31"/>
                  <a:gd name="T2" fmla="*/ 2938 w 30"/>
                  <a:gd name="T3" fmla="*/ 9200 h 31"/>
                  <a:gd name="T4" fmla="*/ 6175 w 30"/>
                  <a:gd name="T5" fmla="*/ 2441 h 31"/>
                  <a:gd name="T6" fmla="*/ 5208 w 30"/>
                  <a:gd name="T7" fmla="*/ 0 h 31"/>
                  <a:gd name="T8" fmla="*/ 6845 w 30"/>
                  <a:gd name="T9" fmla="*/ 3777 h 31"/>
                  <a:gd name="T10" fmla="*/ 3908 w 30"/>
                  <a:gd name="T11" fmla="*/ 10237 h 31"/>
                  <a:gd name="T12" fmla="*/ 0 w 30"/>
                  <a:gd name="T13" fmla="*/ 81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4"/>
                    </a:moveTo>
                    <a:cubicBezTo>
                      <a:pt x="6" y="28"/>
                      <a:pt x="8" y="27"/>
                      <a:pt x="12" y="27"/>
                    </a:cubicBezTo>
                    <a:cubicBezTo>
                      <a:pt x="23" y="25"/>
                      <a:pt x="27" y="16"/>
                      <a:pt x="25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5" y="2"/>
                      <a:pt x="28" y="6"/>
                      <a:pt x="28" y="11"/>
                    </a:cubicBezTo>
                    <a:cubicBezTo>
                      <a:pt x="30" y="20"/>
                      <a:pt x="24" y="28"/>
                      <a:pt x="16" y="30"/>
                    </a:cubicBezTo>
                    <a:cubicBezTo>
                      <a:pt x="9" y="31"/>
                      <a:pt x="3" y="29"/>
                      <a:pt x="0" y="24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6" name="Freeform 929">
                <a:extLst>
                  <a:ext uri="{FF2B5EF4-FFF2-40B4-BE49-F238E27FC236}">
                    <a16:creationId xmlns:a16="http://schemas.microsoft.com/office/drawing/2014/main" id="{C8ECA191-6C26-46E5-9BBD-D6EA11C25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372"/>
                <a:ext cx="98" cy="104"/>
              </a:xfrm>
              <a:custGeom>
                <a:avLst/>
                <a:gdLst>
                  <a:gd name="T0" fmla="*/ 4028 w 39"/>
                  <a:gd name="T1" fmla="*/ 661 h 39"/>
                  <a:gd name="T2" fmla="*/ 317 w 39"/>
                  <a:gd name="T3" fmla="*/ 8248 h 39"/>
                  <a:gd name="T4" fmla="*/ 5822 w 39"/>
                  <a:gd name="T5" fmla="*/ 13597 h 39"/>
                  <a:gd name="T6" fmla="*/ 9333 w 39"/>
                  <a:gd name="T7" fmla="*/ 5824 h 39"/>
                  <a:gd name="T8" fmla="*/ 4028 w 39"/>
                  <a:gd name="T9" fmla="*/ 66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16" y="2"/>
                    </a:moveTo>
                    <a:cubicBezTo>
                      <a:pt x="6" y="4"/>
                      <a:pt x="0" y="13"/>
                      <a:pt x="1" y="23"/>
                    </a:cubicBezTo>
                    <a:cubicBezTo>
                      <a:pt x="3" y="33"/>
                      <a:pt x="13" y="39"/>
                      <a:pt x="23" y="38"/>
                    </a:cubicBezTo>
                    <a:cubicBezTo>
                      <a:pt x="33" y="36"/>
                      <a:pt x="39" y="26"/>
                      <a:pt x="37" y="16"/>
                    </a:cubicBezTo>
                    <a:cubicBezTo>
                      <a:pt x="35" y="6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7" name="Freeform 930">
                <a:extLst>
                  <a:ext uri="{FF2B5EF4-FFF2-40B4-BE49-F238E27FC236}">
                    <a16:creationId xmlns:a16="http://schemas.microsoft.com/office/drawing/2014/main" id="{F70C93AD-8A55-4802-9E12-01550ED82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391"/>
                <a:ext cx="52" cy="56"/>
              </a:xfrm>
              <a:custGeom>
                <a:avLst/>
                <a:gdLst>
                  <a:gd name="T0" fmla="*/ 2035 w 21"/>
                  <a:gd name="T1" fmla="*/ 397 h 21"/>
                  <a:gd name="T2" fmla="*/ 183 w 21"/>
                  <a:gd name="T3" fmla="*/ 4301 h 21"/>
                  <a:gd name="T4" fmla="*/ 2778 w 21"/>
                  <a:gd name="T5" fmla="*/ 7133 h 21"/>
                  <a:gd name="T6" fmla="*/ 4660 w 21"/>
                  <a:gd name="T7" fmla="*/ 3243 h 21"/>
                  <a:gd name="T8" fmla="*/ 2035 w 21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3" y="2"/>
                      <a:pt x="0" y="7"/>
                      <a:pt x="1" y="12"/>
                    </a:cubicBezTo>
                    <a:cubicBezTo>
                      <a:pt x="2" y="18"/>
                      <a:pt x="7" y="21"/>
                      <a:pt x="12" y="20"/>
                    </a:cubicBezTo>
                    <a:cubicBezTo>
                      <a:pt x="18" y="19"/>
                      <a:pt x="21" y="14"/>
                      <a:pt x="20" y="9"/>
                    </a:cubicBezTo>
                    <a:cubicBezTo>
                      <a:pt x="19" y="3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8" name="Freeform 931">
                <a:extLst>
                  <a:ext uri="{FF2B5EF4-FFF2-40B4-BE49-F238E27FC236}">
                    <a16:creationId xmlns:a16="http://schemas.microsoft.com/office/drawing/2014/main" id="{902DB084-28E4-40F6-BD26-645C5FF88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404"/>
                <a:ext cx="17" cy="19"/>
              </a:xfrm>
              <a:custGeom>
                <a:avLst/>
                <a:gdLst>
                  <a:gd name="T0" fmla="*/ 590 w 7"/>
                  <a:gd name="T1" fmla="*/ 0 h 7"/>
                  <a:gd name="T2" fmla="*/ 170 w 7"/>
                  <a:gd name="T3" fmla="*/ 1620 h 7"/>
                  <a:gd name="T4" fmla="*/ 831 w 7"/>
                  <a:gd name="T5" fmla="*/ 2823 h 7"/>
                  <a:gd name="T6" fmla="*/ 1433 w 7"/>
                  <a:gd name="T7" fmla="*/ 1200 h 7"/>
                  <a:gd name="T8" fmla="*/ 590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0"/>
                      <a:pt x="0" y="2"/>
                      <a:pt x="1" y="4"/>
                    </a:cubicBezTo>
                    <a:cubicBezTo>
                      <a:pt x="1" y="6"/>
                      <a:pt x="3" y="7"/>
                      <a:pt x="4" y="7"/>
                    </a:cubicBezTo>
                    <a:cubicBezTo>
                      <a:pt x="6" y="6"/>
                      <a:pt x="7" y="5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9" name="Freeform 932">
                <a:extLst>
                  <a:ext uri="{FF2B5EF4-FFF2-40B4-BE49-F238E27FC236}">
                    <a16:creationId xmlns:a16="http://schemas.microsoft.com/office/drawing/2014/main" id="{73C802BB-D26B-4863-A12C-6D93F2DEA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388"/>
                <a:ext cx="75" cy="83"/>
              </a:xfrm>
              <a:custGeom>
                <a:avLst/>
                <a:gdLst>
                  <a:gd name="T0" fmla="*/ 0 w 30"/>
                  <a:gd name="T1" fmla="*/ 8522 h 31"/>
                  <a:gd name="T2" fmla="*/ 2938 w 30"/>
                  <a:gd name="T3" fmla="*/ 9612 h 31"/>
                  <a:gd name="T4" fmla="*/ 6175 w 30"/>
                  <a:gd name="T5" fmla="*/ 2632 h 31"/>
                  <a:gd name="T6" fmla="*/ 5208 w 30"/>
                  <a:gd name="T7" fmla="*/ 0 h 31"/>
                  <a:gd name="T8" fmla="*/ 6845 w 30"/>
                  <a:gd name="T9" fmla="*/ 4013 h 31"/>
                  <a:gd name="T10" fmla="*/ 3908 w 30"/>
                  <a:gd name="T11" fmla="*/ 10996 h 31"/>
                  <a:gd name="T12" fmla="*/ 0 w 30"/>
                  <a:gd name="T13" fmla="*/ 8522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3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4" y="4"/>
                      <a:pt x="22" y="2"/>
                      <a:pt x="21" y="0"/>
                    </a:cubicBezTo>
                    <a:cubicBezTo>
                      <a:pt x="25" y="2"/>
                      <a:pt x="28" y="6"/>
                      <a:pt x="28" y="11"/>
                    </a:cubicBezTo>
                    <a:cubicBezTo>
                      <a:pt x="30" y="19"/>
                      <a:pt x="24" y="28"/>
                      <a:pt x="16" y="30"/>
                    </a:cubicBezTo>
                    <a:cubicBezTo>
                      <a:pt x="9" y="31"/>
                      <a:pt x="3" y="28"/>
                      <a:pt x="0" y="23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0" name="Freeform 933">
                <a:extLst>
                  <a:ext uri="{FF2B5EF4-FFF2-40B4-BE49-F238E27FC236}">
                    <a16:creationId xmlns:a16="http://schemas.microsoft.com/office/drawing/2014/main" id="{BCD64C75-AD56-4B62-8683-0838B1208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196"/>
                <a:ext cx="100" cy="104"/>
              </a:xfrm>
              <a:custGeom>
                <a:avLst/>
                <a:gdLst>
                  <a:gd name="T0" fmla="*/ 4220 w 40"/>
                  <a:gd name="T1" fmla="*/ 661 h 39"/>
                  <a:gd name="T2" fmla="*/ 520 w 40"/>
                  <a:gd name="T3" fmla="*/ 8248 h 39"/>
                  <a:gd name="T4" fmla="*/ 5863 w 40"/>
                  <a:gd name="T5" fmla="*/ 13347 h 39"/>
                  <a:gd name="T6" fmla="*/ 9300 w 40"/>
                  <a:gd name="T7" fmla="*/ 5824 h 39"/>
                  <a:gd name="T8" fmla="*/ 4220 w 40"/>
                  <a:gd name="T9" fmla="*/ 66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17" y="2"/>
                    </a:moveTo>
                    <a:cubicBezTo>
                      <a:pt x="7" y="4"/>
                      <a:pt x="0" y="13"/>
                      <a:pt x="2" y="23"/>
                    </a:cubicBezTo>
                    <a:cubicBezTo>
                      <a:pt x="4" y="33"/>
                      <a:pt x="14" y="39"/>
                      <a:pt x="24" y="37"/>
                    </a:cubicBezTo>
                    <a:cubicBezTo>
                      <a:pt x="34" y="36"/>
                      <a:pt x="40" y="26"/>
                      <a:pt x="38" y="16"/>
                    </a:cubicBezTo>
                    <a:cubicBezTo>
                      <a:pt x="36" y="6"/>
                      <a:pt x="27" y="0"/>
                      <a:pt x="17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1" name="Freeform 934">
                <a:extLst>
                  <a:ext uri="{FF2B5EF4-FFF2-40B4-BE49-F238E27FC236}">
                    <a16:creationId xmlns:a16="http://schemas.microsoft.com/office/drawing/2014/main" id="{98FCA8CA-A57F-4CF9-9108-C1EB457E8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2215"/>
                <a:ext cx="53" cy="56"/>
              </a:xfrm>
              <a:custGeom>
                <a:avLst/>
                <a:gdLst>
                  <a:gd name="T0" fmla="*/ 2027 w 21"/>
                  <a:gd name="T1" fmla="*/ 397 h 21"/>
                  <a:gd name="T2" fmla="*/ 318 w 21"/>
                  <a:gd name="T3" fmla="*/ 4301 h 21"/>
                  <a:gd name="T4" fmla="*/ 3089 w 21"/>
                  <a:gd name="T5" fmla="*/ 7133 h 21"/>
                  <a:gd name="T6" fmla="*/ 5116 w 21"/>
                  <a:gd name="T7" fmla="*/ 3243 h 21"/>
                  <a:gd name="T8" fmla="*/ 2027 w 21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8" y="1"/>
                    </a:moveTo>
                    <a:cubicBezTo>
                      <a:pt x="3" y="2"/>
                      <a:pt x="0" y="7"/>
                      <a:pt x="1" y="12"/>
                    </a:cubicBezTo>
                    <a:cubicBezTo>
                      <a:pt x="2" y="18"/>
                      <a:pt x="7" y="21"/>
                      <a:pt x="12" y="20"/>
                    </a:cubicBezTo>
                    <a:cubicBezTo>
                      <a:pt x="17" y="19"/>
                      <a:pt x="21" y="14"/>
                      <a:pt x="20" y="9"/>
                    </a:cubicBezTo>
                    <a:cubicBezTo>
                      <a:pt x="19" y="3"/>
                      <a:pt x="14" y="0"/>
                      <a:pt x="8" y="1"/>
                    </a:cubicBezTo>
                    <a:close/>
                  </a:path>
                </a:pathLst>
              </a:cu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2" name="Freeform 935">
                <a:extLst>
                  <a:ext uri="{FF2B5EF4-FFF2-40B4-BE49-F238E27FC236}">
                    <a16:creationId xmlns:a16="http://schemas.microsoft.com/office/drawing/2014/main" id="{ADEE84B6-1E60-4B7E-8944-DFFE3F9A0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228"/>
                <a:ext cx="18" cy="19"/>
              </a:xfrm>
              <a:custGeom>
                <a:avLst/>
                <a:gdLst>
                  <a:gd name="T0" fmla="*/ 918 w 7"/>
                  <a:gd name="T1" fmla="*/ 0 h 7"/>
                  <a:gd name="T2" fmla="*/ 0 w 7"/>
                  <a:gd name="T3" fmla="*/ 1620 h 7"/>
                  <a:gd name="T4" fmla="*/ 1137 w 7"/>
                  <a:gd name="T5" fmla="*/ 2823 h 7"/>
                  <a:gd name="T6" fmla="*/ 2003 w 7"/>
                  <a:gd name="T7" fmla="*/ 1200 h 7"/>
                  <a:gd name="T8" fmla="*/ 918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1" y="6"/>
                      <a:pt x="2" y="7"/>
                      <a:pt x="4" y="7"/>
                    </a:cubicBezTo>
                    <a:cubicBezTo>
                      <a:pt x="6" y="6"/>
                      <a:pt x="7" y="4"/>
                      <a:pt x="7" y="3"/>
                    </a:cubicBezTo>
                    <a:cubicBezTo>
                      <a:pt x="6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3" name="Freeform 936">
                <a:extLst>
                  <a:ext uri="{FF2B5EF4-FFF2-40B4-BE49-F238E27FC236}">
                    <a16:creationId xmlns:a16="http://schemas.microsoft.com/office/drawing/2014/main" id="{3569A79A-8FB8-4B94-BBBA-231B3C3B5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2212"/>
                <a:ext cx="77" cy="83"/>
              </a:xfrm>
              <a:custGeom>
                <a:avLst/>
                <a:gdLst>
                  <a:gd name="T0" fmla="*/ 0 w 31"/>
                  <a:gd name="T1" fmla="*/ 8522 h 31"/>
                  <a:gd name="T2" fmla="*/ 3005 w 31"/>
                  <a:gd name="T3" fmla="*/ 9612 h 31"/>
                  <a:gd name="T4" fmla="*/ 6133 w 31"/>
                  <a:gd name="T5" fmla="*/ 2632 h 31"/>
                  <a:gd name="T6" fmla="*/ 4906 w 31"/>
                  <a:gd name="T7" fmla="*/ 0 h 31"/>
                  <a:gd name="T8" fmla="*/ 6818 w 31"/>
                  <a:gd name="T9" fmla="*/ 3706 h 31"/>
                  <a:gd name="T10" fmla="*/ 3771 w 31"/>
                  <a:gd name="T11" fmla="*/ 10996 h 31"/>
                  <a:gd name="T12" fmla="*/ 0 w 31"/>
                  <a:gd name="T13" fmla="*/ 8522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3"/>
                    </a:moveTo>
                    <a:cubicBezTo>
                      <a:pt x="7" y="27"/>
                      <a:pt x="9" y="27"/>
                      <a:pt x="13" y="26"/>
                    </a:cubicBezTo>
                    <a:cubicBezTo>
                      <a:pt x="24" y="24"/>
                      <a:pt x="27" y="16"/>
                      <a:pt x="26" y="7"/>
                    </a:cubicBezTo>
                    <a:cubicBezTo>
                      <a:pt x="25" y="4"/>
                      <a:pt x="23" y="2"/>
                      <a:pt x="21" y="0"/>
                    </a:cubicBezTo>
                    <a:cubicBezTo>
                      <a:pt x="25" y="2"/>
                      <a:pt x="28" y="6"/>
                      <a:pt x="29" y="10"/>
                    </a:cubicBezTo>
                    <a:cubicBezTo>
                      <a:pt x="31" y="19"/>
                      <a:pt x="25" y="28"/>
                      <a:pt x="16" y="30"/>
                    </a:cubicBezTo>
                    <a:cubicBezTo>
                      <a:pt x="10" y="31"/>
                      <a:pt x="4" y="28"/>
                      <a:pt x="0" y="23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4" name="Freeform 937">
                <a:extLst>
                  <a:ext uri="{FF2B5EF4-FFF2-40B4-BE49-F238E27FC236}">
                    <a16:creationId xmlns:a16="http://schemas.microsoft.com/office/drawing/2014/main" id="{A0FD579B-FDFD-45E3-8CC2-C3C01B2CE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2241"/>
                <a:ext cx="100" cy="104"/>
              </a:xfrm>
              <a:custGeom>
                <a:avLst/>
                <a:gdLst>
                  <a:gd name="T0" fmla="*/ 4220 w 40"/>
                  <a:gd name="T1" fmla="*/ 661 h 39"/>
                  <a:gd name="T2" fmla="*/ 520 w 40"/>
                  <a:gd name="T3" fmla="*/ 8248 h 39"/>
                  <a:gd name="T4" fmla="*/ 5863 w 40"/>
                  <a:gd name="T5" fmla="*/ 13597 h 39"/>
                  <a:gd name="T6" fmla="*/ 9300 w 40"/>
                  <a:gd name="T7" fmla="*/ 5824 h 39"/>
                  <a:gd name="T8" fmla="*/ 4220 w 40"/>
                  <a:gd name="T9" fmla="*/ 66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17" y="2"/>
                    </a:moveTo>
                    <a:cubicBezTo>
                      <a:pt x="7" y="4"/>
                      <a:pt x="0" y="13"/>
                      <a:pt x="2" y="23"/>
                    </a:cubicBezTo>
                    <a:cubicBezTo>
                      <a:pt x="4" y="33"/>
                      <a:pt x="14" y="39"/>
                      <a:pt x="24" y="38"/>
                    </a:cubicBezTo>
                    <a:cubicBezTo>
                      <a:pt x="34" y="36"/>
                      <a:pt x="40" y="26"/>
                      <a:pt x="38" y="16"/>
                    </a:cubicBezTo>
                    <a:cubicBezTo>
                      <a:pt x="36" y="6"/>
                      <a:pt x="27" y="0"/>
                      <a:pt x="17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5" name="Freeform 938">
                <a:extLst>
                  <a:ext uri="{FF2B5EF4-FFF2-40B4-BE49-F238E27FC236}">
                    <a16:creationId xmlns:a16="http://schemas.microsoft.com/office/drawing/2014/main" id="{ABDBEACF-C0BD-4BB6-9223-30C23DC57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2260"/>
                <a:ext cx="53" cy="56"/>
              </a:xfrm>
              <a:custGeom>
                <a:avLst/>
                <a:gdLst>
                  <a:gd name="T0" fmla="*/ 2027 w 21"/>
                  <a:gd name="T1" fmla="*/ 397 h 21"/>
                  <a:gd name="T2" fmla="*/ 318 w 21"/>
                  <a:gd name="T3" fmla="*/ 4301 h 21"/>
                  <a:gd name="T4" fmla="*/ 3089 w 21"/>
                  <a:gd name="T5" fmla="*/ 7133 h 21"/>
                  <a:gd name="T6" fmla="*/ 5116 w 21"/>
                  <a:gd name="T7" fmla="*/ 3243 h 21"/>
                  <a:gd name="T8" fmla="*/ 2027 w 21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8" y="1"/>
                    </a:moveTo>
                    <a:cubicBezTo>
                      <a:pt x="3" y="2"/>
                      <a:pt x="0" y="7"/>
                      <a:pt x="1" y="12"/>
                    </a:cubicBezTo>
                    <a:cubicBezTo>
                      <a:pt x="2" y="18"/>
                      <a:pt x="7" y="21"/>
                      <a:pt x="12" y="20"/>
                    </a:cubicBezTo>
                    <a:cubicBezTo>
                      <a:pt x="18" y="19"/>
                      <a:pt x="21" y="14"/>
                      <a:pt x="20" y="9"/>
                    </a:cubicBezTo>
                    <a:cubicBezTo>
                      <a:pt x="19" y="3"/>
                      <a:pt x="14" y="0"/>
                      <a:pt x="8" y="1"/>
                    </a:cubicBezTo>
                    <a:close/>
                  </a:path>
                </a:pathLst>
              </a:cu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6" name="Freeform 939">
                <a:extLst>
                  <a:ext uri="{FF2B5EF4-FFF2-40B4-BE49-F238E27FC236}">
                    <a16:creationId xmlns:a16="http://schemas.microsoft.com/office/drawing/2014/main" id="{4E819476-616A-4358-9C67-FBA31400A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273"/>
                <a:ext cx="18" cy="19"/>
              </a:xfrm>
              <a:custGeom>
                <a:avLst/>
                <a:gdLst>
                  <a:gd name="T0" fmla="*/ 918 w 7"/>
                  <a:gd name="T1" fmla="*/ 0 h 7"/>
                  <a:gd name="T2" fmla="*/ 0 w 7"/>
                  <a:gd name="T3" fmla="*/ 1620 h 7"/>
                  <a:gd name="T4" fmla="*/ 1137 w 7"/>
                  <a:gd name="T5" fmla="*/ 2823 h 7"/>
                  <a:gd name="T6" fmla="*/ 2003 w 7"/>
                  <a:gd name="T7" fmla="*/ 1200 h 7"/>
                  <a:gd name="T8" fmla="*/ 918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1" y="6"/>
                      <a:pt x="2" y="7"/>
                      <a:pt x="4" y="7"/>
                    </a:cubicBezTo>
                    <a:cubicBezTo>
                      <a:pt x="6" y="6"/>
                      <a:pt x="7" y="4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7" name="Freeform 940">
                <a:extLst>
                  <a:ext uri="{FF2B5EF4-FFF2-40B4-BE49-F238E27FC236}">
                    <a16:creationId xmlns:a16="http://schemas.microsoft.com/office/drawing/2014/main" id="{A5BA7345-0C8B-4F61-8142-A6C192F84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2257"/>
                <a:ext cx="75" cy="83"/>
              </a:xfrm>
              <a:custGeom>
                <a:avLst/>
                <a:gdLst>
                  <a:gd name="T0" fmla="*/ 0 w 30"/>
                  <a:gd name="T1" fmla="*/ 8522 h 31"/>
                  <a:gd name="T2" fmla="*/ 2938 w 30"/>
                  <a:gd name="T3" fmla="*/ 9612 h 31"/>
                  <a:gd name="T4" fmla="*/ 6175 w 30"/>
                  <a:gd name="T5" fmla="*/ 2632 h 31"/>
                  <a:gd name="T6" fmla="*/ 5208 w 30"/>
                  <a:gd name="T7" fmla="*/ 0 h 31"/>
                  <a:gd name="T8" fmla="*/ 6845 w 30"/>
                  <a:gd name="T9" fmla="*/ 4013 h 31"/>
                  <a:gd name="T10" fmla="*/ 3908 w 30"/>
                  <a:gd name="T11" fmla="*/ 10996 h 31"/>
                  <a:gd name="T12" fmla="*/ 0 w 30"/>
                  <a:gd name="T13" fmla="*/ 8522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3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6" y="16"/>
                      <a:pt x="25" y="7"/>
                    </a:cubicBezTo>
                    <a:cubicBezTo>
                      <a:pt x="24" y="4"/>
                      <a:pt x="22" y="2"/>
                      <a:pt x="21" y="0"/>
                    </a:cubicBezTo>
                    <a:cubicBezTo>
                      <a:pt x="24" y="2"/>
                      <a:pt x="27" y="6"/>
                      <a:pt x="28" y="11"/>
                    </a:cubicBezTo>
                    <a:cubicBezTo>
                      <a:pt x="30" y="19"/>
                      <a:pt x="24" y="28"/>
                      <a:pt x="16" y="30"/>
                    </a:cubicBezTo>
                    <a:cubicBezTo>
                      <a:pt x="9" y="31"/>
                      <a:pt x="3" y="28"/>
                      <a:pt x="0" y="23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8" name="Freeform 941">
                <a:extLst>
                  <a:ext uri="{FF2B5EF4-FFF2-40B4-BE49-F238E27FC236}">
                    <a16:creationId xmlns:a16="http://schemas.microsoft.com/office/drawing/2014/main" id="{F5FAF241-A77D-4103-B47C-4A53E1D21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2289"/>
                <a:ext cx="100" cy="104"/>
              </a:xfrm>
              <a:custGeom>
                <a:avLst/>
                <a:gdLst>
                  <a:gd name="T0" fmla="*/ 4220 w 40"/>
                  <a:gd name="T1" fmla="*/ 661 h 39"/>
                  <a:gd name="T2" fmla="*/ 520 w 40"/>
                  <a:gd name="T3" fmla="*/ 8248 h 39"/>
                  <a:gd name="T4" fmla="*/ 5863 w 40"/>
                  <a:gd name="T5" fmla="*/ 13597 h 39"/>
                  <a:gd name="T6" fmla="*/ 9300 w 40"/>
                  <a:gd name="T7" fmla="*/ 5824 h 39"/>
                  <a:gd name="T8" fmla="*/ 4220 w 40"/>
                  <a:gd name="T9" fmla="*/ 66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17" y="2"/>
                    </a:moveTo>
                    <a:cubicBezTo>
                      <a:pt x="7" y="4"/>
                      <a:pt x="0" y="13"/>
                      <a:pt x="2" y="23"/>
                    </a:cubicBezTo>
                    <a:cubicBezTo>
                      <a:pt x="4" y="33"/>
                      <a:pt x="14" y="39"/>
                      <a:pt x="24" y="38"/>
                    </a:cubicBezTo>
                    <a:cubicBezTo>
                      <a:pt x="34" y="36"/>
                      <a:pt x="40" y="26"/>
                      <a:pt x="38" y="16"/>
                    </a:cubicBezTo>
                    <a:cubicBezTo>
                      <a:pt x="36" y="6"/>
                      <a:pt x="27" y="0"/>
                      <a:pt x="17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9" name="Freeform 942">
                <a:extLst>
                  <a:ext uri="{FF2B5EF4-FFF2-40B4-BE49-F238E27FC236}">
                    <a16:creationId xmlns:a16="http://schemas.microsoft.com/office/drawing/2014/main" id="{3D20E127-8CA1-4C3E-9BF9-A4E0B2039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305"/>
                <a:ext cx="75" cy="83"/>
              </a:xfrm>
              <a:custGeom>
                <a:avLst/>
                <a:gdLst>
                  <a:gd name="T0" fmla="*/ 0 w 30"/>
                  <a:gd name="T1" fmla="*/ 8522 h 31"/>
                  <a:gd name="T2" fmla="*/ 2938 w 30"/>
                  <a:gd name="T3" fmla="*/ 9612 h 31"/>
                  <a:gd name="T4" fmla="*/ 6175 w 30"/>
                  <a:gd name="T5" fmla="*/ 2632 h 31"/>
                  <a:gd name="T6" fmla="*/ 5208 w 30"/>
                  <a:gd name="T7" fmla="*/ 0 h 31"/>
                  <a:gd name="T8" fmla="*/ 6845 w 30"/>
                  <a:gd name="T9" fmla="*/ 4013 h 31"/>
                  <a:gd name="T10" fmla="*/ 3908 w 30"/>
                  <a:gd name="T11" fmla="*/ 10996 h 31"/>
                  <a:gd name="T12" fmla="*/ 0 w 30"/>
                  <a:gd name="T13" fmla="*/ 8522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3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6" y="16"/>
                      <a:pt x="25" y="7"/>
                    </a:cubicBezTo>
                    <a:cubicBezTo>
                      <a:pt x="24" y="4"/>
                      <a:pt x="22" y="2"/>
                      <a:pt x="21" y="0"/>
                    </a:cubicBezTo>
                    <a:cubicBezTo>
                      <a:pt x="24" y="2"/>
                      <a:pt x="27" y="6"/>
                      <a:pt x="28" y="11"/>
                    </a:cubicBezTo>
                    <a:cubicBezTo>
                      <a:pt x="30" y="19"/>
                      <a:pt x="24" y="28"/>
                      <a:pt x="16" y="30"/>
                    </a:cubicBezTo>
                    <a:cubicBezTo>
                      <a:pt x="9" y="31"/>
                      <a:pt x="3" y="28"/>
                      <a:pt x="0" y="23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0" name="Freeform 943">
                <a:extLst>
                  <a:ext uri="{FF2B5EF4-FFF2-40B4-BE49-F238E27FC236}">
                    <a16:creationId xmlns:a16="http://schemas.microsoft.com/office/drawing/2014/main" id="{DABCE7E4-8ABD-41E5-813B-CA53565F9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337"/>
                <a:ext cx="98" cy="107"/>
              </a:xfrm>
              <a:custGeom>
                <a:avLst/>
                <a:gdLst>
                  <a:gd name="T0" fmla="*/ 525 w 39"/>
                  <a:gd name="T1" fmla="*/ 6147 h 40"/>
                  <a:gd name="T2" fmla="*/ 5822 w 39"/>
                  <a:gd name="T3" fmla="*/ 671 h 40"/>
                  <a:gd name="T4" fmla="*/ 9333 w 39"/>
                  <a:gd name="T5" fmla="*/ 8745 h 40"/>
                  <a:gd name="T6" fmla="*/ 4028 w 39"/>
                  <a:gd name="T7" fmla="*/ 13974 h 40"/>
                  <a:gd name="T8" fmla="*/ 525 w 39"/>
                  <a:gd name="T9" fmla="*/ 614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2" y="17"/>
                    </a:moveTo>
                    <a:cubicBezTo>
                      <a:pt x="4" y="7"/>
                      <a:pt x="13" y="0"/>
                      <a:pt x="23" y="2"/>
                    </a:cubicBezTo>
                    <a:cubicBezTo>
                      <a:pt x="33" y="4"/>
                      <a:pt x="39" y="14"/>
                      <a:pt x="37" y="24"/>
                    </a:cubicBezTo>
                    <a:cubicBezTo>
                      <a:pt x="36" y="34"/>
                      <a:pt x="26" y="40"/>
                      <a:pt x="16" y="38"/>
                    </a:cubicBezTo>
                    <a:cubicBezTo>
                      <a:pt x="6" y="36"/>
                      <a:pt x="0" y="26"/>
                      <a:pt x="2" y="17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1" name="Freeform 944">
                <a:extLst>
                  <a:ext uri="{FF2B5EF4-FFF2-40B4-BE49-F238E27FC236}">
                    <a16:creationId xmlns:a16="http://schemas.microsoft.com/office/drawing/2014/main" id="{651BC189-55ED-46DC-8C51-7B04A0B8F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356"/>
                <a:ext cx="78" cy="83"/>
              </a:xfrm>
              <a:custGeom>
                <a:avLst/>
                <a:gdLst>
                  <a:gd name="T0" fmla="*/ 5842 w 31"/>
                  <a:gd name="T1" fmla="*/ 0 h 31"/>
                  <a:gd name="T2" fmla="*/ 6577 w 31"/>
                  <a:gd name="T3" fmla="*/ 4838 h 31"/>
                  <a:gd name="T4" fmla="*/ 1799 w 31"/>
                  <a:gd name="T5" fmla="*/ 9612 h 31"/>
                  <a:gd name="T6" fmla="*/ 0 w 31"/>
                  <a:gd name="T7" fmla="*/ 7714 h 31"/>
                  <a:gd name="T8" fmla="*/ 2531 w 31"/>
                  <a:gd name="T9" fmla="*/ 10744 h 31"/>
                  <a:gd name="T10" fmla="*/ 7584 w 31"/>
                  <a:gd name="T11" fmla="*/ 5914 h 31"/>
                  <a:gd name="T12" fmla="*/ 5842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3" y="0"/>
                    </a:moveTo>
                    <a:cubicBezTo>
                      <a:pt x="27" y="7"/>
                      <a:pt x="27" y="9"/>
                      <a:pt x="26" y="13"/>
                    </a:cubicBezTo>
                    <a:cubicBezTo>
                      <a:pt x="24" y="24"/>
                      <a:pt x="16" y="27"/>
                      <a:pt x="7" y="26"/>
                    </a:cubicBezTo>
                    <a:cubicBezTo>
                      <a:pt x="4" y="25"/>
                      <a:pt x="2" y="23"/>
                      <a:pt x="0" y="21"/>
                    </a:cubicBezTo>
                    <a:cubicBezTo>
                      <a:pt x="2" y="25"/>
                      <a:pt x="6" y="28"/>
                      <a:pt x="10" y="29"/>
                    </a:cubicBezTo>
                    <a:cubicBezTo>
                      <a:pt x="19" y="31"/>
                      <a:pt x="28" y="25"/>
                      <a:pt x="30" y="16"/>
                    </a:cubicBezTo>
                    <a:cubicBezTo>
                      <a:pt x="31" y="10"/>
                      <a:pt x="28" y="4"/>
                      <a:pt x="23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2" name="Freeform 945">
                <a:extLst>
                  <a:ext uri="{FF2B5EF4-FFF2-40B4-BE49-F238E27FC236}">
                    <a16:creationId xmlns:a16="http://schemas.microsoft.com/office/drawing/2014/main" id="{B7D269CC-9CD6-46CD-8622-08EA730CA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415"/>
                <a:ext cx="97" cy="106"/>
              </a:xfrm>
              <a:custGeom>
                <a:avLst/>
                <a:gdLst>
                  <a:gd name="T0" fmla="*/ 465 w 39"/>
                  <a:gd name="T1" fmla="*/ 5864 h 40"/>
                  <a:gd name="T2" fmla="*/ 5432 w 39"/>
                  <a:gd name="T3" fmla="*/ 633 h 40"/>
                  <a:gd name="T4" fmla="*/ 8772 w 39"/>
                  <a:gd name="T5" fmla="*/ 8393 h 40"/>
                  <a:gd name="T6" fmla="*/ 3785 w 39"/>
                  <a:gd name="T7" fmla="*/ 13216 h 40"/>
                  <a:gd name="T8" fmla="*/ 465 w 39"/>
                  <a:gd name="T9" fmla="*/ 586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2" y="17"/>
                    </a:moveTo>
                    <a:cubicBezTo>
                      <a:pt x="4" y="7"/>
                      <a:pt x="13" y="0"/>
                      <a:pt x="23" y="2"/>
                    </a:cubicBezTo>
                    <a:cubicBezTo>
                      <a:pt x="33" y="4"/>
                      <a:pt x="39" y="14"/>
                      <a:pt x="37" y="24"/>
                    </a:cubicBezTo>
                    <a:cubicBezTo>
                      <a:pt x="36" y="34"/>
                      <a:pt x="26" y="40"/>
                      <a:pt x="16" y="38"/>
                    </a:cubicBezTo>
                    <a:cubicBezTo>
                      <a:pt x="6" y="36"/>
                      <a:pt x="0" y="26"/>
                      <a:pt x="2" y="17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3" name="Freeform 946">
                <a:extLst>
                  <a:ext uri="{FF2B5EF4-FFF2-40B4-BE49-F238E27FC236}">
                    <a16:creationId xmlns:a16="http://schemas.microsoft.com/office/drawing/2014/main" id="{0FF6BB6E-B9B3-4828-8484-77324A23C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428"/>
                <a:ext cx="53" cy="59"/>
              </a:xfrm>
              <a:custGeom>
                <a:avLst/>
                <a:gdLst>
                  <a:gd name="T0" fmla="*/ 318 w 21"/>
                  <a:gd name="T1" fmla="*/ 3315 h 22"/>
                  <a:gd name="T2" fmla="*/ 3089 w 21"/>
                  <a:gd name="T3" fmla="*/ 402 h 22"/>
                  <a:gd name="T4" fmla="*/ 5116 w 21"/>
                  <a:gd name="T5" fmla="*/ 4862 h 22"/>
                  <a:gd name="T6" fmla="*/ 2345 w 21"/>
                  <a:gd name="T7" fmla="*/ 7753 h 22"/>
                  <a:gd name="T8" fmla="*/ 318 w 21"/>
                  <a:gd name="T9" fmla="*/ 331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" y="9"/>
                    </a:moveTo>
                    <a:cubicBezTo>
                      <a:pt x="2" y="4"/>
                      <a:pt x="7" y="0"/>
                      <a:pt x="12" y="1"/>
                    </a:cubicBezTo>
                    <a:cubicBezTo>
                      <a:pt x="18" y="2"/>
                      <a:pt x="21" y="8"/>
                      <a:pt x="20" y="13"/>
                    </a:cubicBezTo>
                    <a:cubicBezTo>
                      <a:pt x="19" y="18"/>
                      <a:pt x="14" y="22"/>
                      <a:pt x="9" y="21"/>
                    </a:cubicBezTo>
                    <a:cubicBezTo>
                      <a:pt x="3" y="20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4" name="Freeform 947">
                <a:extLst>
                  <a:ext uri="{FF2B5EF4-FFF2-40B4-BE49-F238E27FC236}">
                    <a16:creationId xmlns:a16="http://schemas.microsoft.com/office/drawing/2014/main" id="{63D2F977-0F8A-4711-9542-4C439DF75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441"/>
                <a:ext cx="17" cy="19"/>
              </a:xfrm>
              <a:custGeom>
                <a:avLst/>
                <a:gdLst>
                  <a:gd name="T0" fmla="*/ 0 w 7"/>
                  <a:gd name="T1" fmla="*/ 1200 h 7"/>
                  <a:gd name="T2" fmla="*/ 831 w 7"/>
                  <a:gd name="T3" fmla="*/ 0 h 7"/>
                  <a:gd name="T4" fmla="*/ 1433 w 7"/>
                  <a:gd name="T5" fmla="*/ 1620 h 7"/>
                  <a:gd name="T6" fmla="*/ 590 w 7"/>
                  <a:gd name="T7" fmla="*/ 2823 h 7"/>
                  <a:gd name="T8" fmla="*/ 0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5" name="Freeform 948">
                <a:extLst>
                  <a:ext uri="{FF2B5EF4-FFF2-40B4-BE49-F238E27FC236}">
                    <a16:creationId xmlns:a16="http://schemas.microsoft.com/office/drawing/2014/main" id="{A79F1B36-6985-459D-864D-EA7BCE1A6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433"/>
                <a:ext cx="77" cy="83"/>
              </a:xfrm>
              <a:custGeom>
                <a:avLst/>
                <a:gdLst>
                  <a:gd name="T0" fmla="*/ 5410 w 31"/>
                  <a:gd name="T1" fmla="*/ 0 h 31"/>
                  <a:gd name="T2" fmla="*/ 6133 w 31"/>
                  <a:gd name="T3" fmla="*/ 4838 h 31"/>
                  <a:gd name="T4" fmla="*/ 1592 w 31"/>
                  <a:gd name="T5" fmla="*/ 9612 h 31"/>
                  <a:gd name="T6" fmla="*/ 0 w 31"/>
                  <a:gd name="T7" fmla="*/ 7714 h 31"/>
                  <a:gd name="T8" fmla="*/ 2362 w 31"/>
                  <a:gd name="T9" fmla="*/ 10744 h 31"/>
                  <a:gd name="T10" fmla="*/ 7082 w 31"/>
                  <a:gd name="T11" fmla="*/ 5914 h 31"/>
                  <a:gd name="T12" fmla="*/ 5410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3" y="0"/>
                    </a:moveTo>
                    <a:cubicBezTo>
                      <a:pt x="27" y="7"/>
                      <a:pt x="27" y="9"/>
                      <a:pt x="26" y="13"/>
                    </a:cubicBezTo>
                    <a:cubicBezTo>
                      <a:pt x="24" y="24"/>
                      <a:pt x="16" y="27"/>
                      <a:pt x="7" y="26"/>
                    </a:cubicBezTo>
                    <a:cubicBezTo>
                      <a:pt x="4" y="25"/>
                      <a:pt x="2" y="23"/>
                      <a:pt x="0" y="21"/>
                    </a:cubicBezTo>
                    <a:cubicBezTo>
                      <a:pt x="2" y="25"/>
                      <a:pt x="6" y="28"/>
                      <a:pt x="10" y="29"/>
                    </a:cubicBezTo>
                    <a:cubicBezTo>
                      <a:pt x="19" y="31"/>
                      <a:pt x="28" y="25"/>
                      <a:pt x="30" y="16"/>
                    </a:cubicBezTo>
                    <a:cubicBezTo>
                      <a:pt x="31" y="10"/>
                      <a:pt x="28" y="4"/>
                      <a:pt x="23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6" name="Freeform 949">
                <a:extLst>
                  <a:ext uri="{FF2B5EF4-FFF2-40B4-BE49-F238E27FC236}">
                    <a16:creationId xmlns:a16="http://schemas.microsoft.com/office/drawing/2014/main" id="{BFB08D18-0A90-42F3-9AC3-0FA2D013B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372"/>
                <a:ext cx="98" cy="104"/>
              </a:xfrm>
              <a:custGeom>
                <a:avLst/>
                <a:gdLst>
                  <a:gd name="T0" fmla="*/ 525 w 39"/>
                  <a:gd name="T1" fmla="*/ 5824 h 39"/>
                  <a:gd name="T2" fmla="*/ 5822 w 39"/>
                  <a:gd name="T3" fmla="*/ 661 h 39"/>
                  <a:gd name="T4" fmla="*/ 9333 w 39"/>
                  <a:gd name="T5" fmla="*/ 8248 h 39"/>
                  <a:gd name="T6" fmla="*/ 4028 w 39"/>
                  <a:gd name="T7" fmla="*/ 13597 h 39"/>
                  <a:gd name="T8" fmla="*/ 525 w 39"/>
                  <a:gd name="T9" fmla="*/ 582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2" y="16"/>
                    </a:moveTo>
                    <a:cubicBezTo>
                      <a:pt x="4" y="6"/>
                      <a:pt x="13" y="0"/>
                      <a:pt x="23" y="2"/>
                    </a:cubicBezTo>
                    <a:cubicBezTo>
                      <a:pt x="33" y="4"/>
                      <a:pt x="39" y="13"/>
                      <a:pt x="37" y="23"/>
                    </a:cubicBezTo>
                    <a:cubicBezTo>
                      <a:pt x="36" y="33"/>
                      <a:pt x="26" y="39"/>
                      <a:pt x="16" y="38"/>
                    </a:cubicBezTo>
                    <a:cubicBezTo>
                      <a:pt x="6" y="36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7" name="Freeform 950">
                <a:extLst>
                  <a:ext uri="{FF2B5EF4-FFF2-40B4-BE49-F238E27FC236}">
                    <a16:creationId xmlns:a16="http://schemas.microsoft.com/office/drawing/2014/main" id="{07ABEC2D-C3EC-4C7C-8548-B57D85B13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396"/>
                <a:ext cx="18" cy="21"/>
              </a:xfrm>
              <a:custGeom>
                <a:avLst/>
                <a:gdLst>
                  <a:gd name="T0" fmla="*/ 0 w 7"/>
                  <a:gd name="T1" fmla="*/ 992 h 8"/>
                  <a:gd name="T2" fmla="*/ 1137 w 7"/>
                  <a:gd name="T3" fmla="*/ 378 h 8"/>
                  <a:gd name="T4" fmla="*/ 2003 w 7"/>
                  <a:gd name="T5" fmla="*/ 1612 h 8"/>
                  <a:gd name="T6" fmla="*/ 918 w 7"/>
                  <a:gd name="T7" fmla="*/ 2226 h 8"/>
                  <a:gd name="T8" fmla="*/ 0 w 7"/>
                  <a:gd name="T9" fmla="*/ 9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8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8" name="Freeform 951">
                <a:extLst>
                  <a:ext uri="{FF2B5EF4-FFF2-40B4-BE49-F238E27FC236}">
                    <a16:creationId xmlns:a16="http://schemas.microsoft.com/office/drawing/2014/main" id="{FCC1C1B9-1D2B-4F49-8FE1-0EE3F12E7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391"/>
                <a:ext cx="78" cy="80"/>
              </a:xfrm>
              <a:custGeom>
                <a:avLst/>
                <a:gdLst>
                  <a:gd name="T0" fmla="*/ 5842 w 31"/>
                  <a:gd name="T1" fmla="*/ 0 h 30"/>
                  <a:gd name="T2" fmla="*/ 6577 w 31"/>
                  <a:gd name="T3" fmla="*/ 4301 h 30"/>
                  <a:gd name="T4" fmla="*/ 1799 w 31"/>
                  <a:gd name="T5" fmla="*/ 9045 h 30"/>
                  <a:gd name="T6" fmla="*/ 0 w 31"/>
                  <a:gd name="T7" fmla="*/ 7531 h 30"/>
                  <a:gd name="T8" fmla="*/ 2531 w 31"/>
                  <a:gd name="T9" fmla="*/ 10376 h 30"/>
                  <a:gd name="T10" fmla="*/ 7584 w 31"/>
                  <a:gd name="T11" fmla="*/ 5824 h 30"/>
                  <a:gd name="T12" fmla="*/ 5842 w 3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23" y="0"/>
                    </a:moveTo>
                    <a:cubicBezTo>
                      <a:pt x="27" y="6"/>
                      <a:pt x="27" y="8"/>
                      <a:pt x="26" y="12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4" y="25"/>
                      <a:pt x="2" y="22"/>
                      <a:pt x="0" y="21"/>
                    </a:cubicBezTo>
                    <a:cubicBezTo>
                      <a:pt x="2" y="25"/>
                      <a:pt x="6" y="28"/>
                      <a:pt x="10" y="29"/>
                    </a:cubicBezTo>
                    <a:cubicBezTo>
                      <a:pt x="19" y="30"/>
                      <a:pt x="28" y="25"/>
                      <a:pt x="30" y="16"/>
                    </a:cubicBezTo>
                    <a:cubicBezTo>
                      <a:pt x="31" y="10"/>
                      <a:pt x="28" y="3"/>
                      <a:pt x="23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9" name="Freeform 952">
                <a:extLst>
                  <a:ext uri="{FF2B5EF4-FFF2-40B4-BE49-F238E27FC236}">
                    <a16:creationId xmlns:a16="http://schemas.microsoft.com/office/drawing/2014/main" id="{7804E25D-2C32-4F9D-9198-F876B8C42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196"/>
                <a:ext cx="100" cy="104"/>
              </a:xfrm>
              <a:custGeom>
                <a:avLst/>
                <a:gdLst>
                  <a:gd name="T0" fmla="*/ 520 w 40"/>
                  <a:gd name="T1" fmla="*/ 5824 h 39"/>
                  <a:gd name="T2" fmla="*/ 5675 w 40"/>
                  <a:gd name="T3" fmla="*/ 661 h 39"/>
                  <a:gd name="T4" fmla="*/ 9300 w 40"/>
                  <a:gd name="T5" fmla="*/ 8248 h 39"/>
                  <a:gd name="T6" fmla="*/ 3908 w 40"/>
                  <a:gd name="T7" fmla="*/ 13347 h 39"/>
                  <a:gd name="T8" fmla="*/ 520 w 40"/>
                  <a:gd name="T9" fmla="*/ 582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2" y="16"/>
                    </a:moveTo>
                    <a:cubicBezTo>
                      <a:pt x="4" y="6"/>
                      <a:pt x="13" y="0"/>
                      <a:pt x="23" y="2"/>
                    </a:cubicBezTo>
                    <a:cubicBezTo>
                      <a:pt x="33" y="4"/>
                      <a:pt x="40" y="13"/>
                      <a:pt x="38" y="23"/>
                    </a:cubicBezTo>
                    <a:cubicBezTo>
                      <a:pt x="36" y="33"/>
                      <a:pt x="26" y="39"/>
                      <a:pt x="16" y="37"/>
                    </a:cubicBezTo>
                    <a:cubicBezTo>
                      <a:pt x="6" y="36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0" name="Freeform 953">
                <a:extLst>
                  <a:ext uri="{FF2B5EF4-FFF2-40B4-BE49-F238E27FC236}">
                    <a16:creationId xmlns:a16="http://schemas.microsoft.com/office/drawing/2014/main" id="{1565C9C9-1100-47EE-B5DA-41CA715E0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209"/>
                <a:ext cx="53" cy="56"/>
              </a:xfrm>
              <a:custGeom>
                <a:avLst/>
                <a:gdLst>
                  <a:gd name="T0" fmla="*/ 318 w 21"/>
                  <a:gd name="T1" fmla="*/ 3243 h 21"/>
                  <a:gd name="T2" fmla="*/ 3357 w 21"/>
                  <a:gd name="T3" fmla="*/ 397 h 21"/>
                  <a:gd name="T4" fmla="*/ 5116 w 21"/>
                  <a:gd name="T5" fmla="*/ 4301 h 21"/>
                  <a:gd name="T6" fmla="*/ 2345 w 21"/>
                  <a:gd name="T7" fmla="*/ 7133 h 21"/>
                  <a:gd name="T8" fmla="*/ 318 w 21"/>
                  <a:gd name="T9" fmla="*/ 324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" y="9"/>
                    </a:moveTo>
                    <a:cubicBezTo>
                      <a:pt x="2" y="3"/>
                      <a:pt x="7" y="0"/>
                      <a:pt x="13" y="1"/>
                    </a:cubicBezTo>
                    <a:cubicBezTo>
                      <a:pt x="18" y="2"/>
                      <a:pt x="21" y="7"/>
                      <a:pt x="20" y="12"/>
                    </a:cubicBezTo>
                    <a:cubicBezTo>
                      <a:pt x="19" y="18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lose/>
                  </a:path>
                </a:pathLst>
              </a:cu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1" name="Freeform 954">
                <a:extLst>
                  <a:ext uri="{FF2B5EF4-FFF2-40B4-BE49-F238E27FC236}">
                    <a16:creationId xmlns:a16="http://schemas.microsoft.com/office/drawing/2014/main" id="{E7F7ED3C-F622-4F85-A505-CE41EBE8E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2215"/>
                <a:ext cx="77" cy="80"/>
              </a:xfrm>
              <a:custGeom>
                <a:avLst/>
                <a:gdLst>
                  <a:gd name="T0" fmla="*/ 5671 w 31"/>
                  <a:gd name="T1" fmla="*/ 0 h 30"/>
                  <a:gd name="T2" fmla="*/ 6133 w 31"/>
                  <a:gd name="T3" fmla="*/ 4301 h 30"/>
                  <a:gd name="T4" fmla="*/ 1592 w 31"/>
                  <a:gd name="T5" fmla="*/ 9045 h 30"/>
                  <a:gd name="T6" fmla="*/ 0 w 31"/>
                  <a:gd name="T7" fmla="*/ 7531 h 30"/>
                  <a:gd name="T8" fmla="*/ 2541 w 31"/>
                  <a:gd name="T9" fmla="*/ 10376 h 30"/>
                  <a:gd name="T10" fmla="*/ 7082 w 31"/>
                  <a:gd name="T11" fmla="*/ 5824 h 30"/>
                  <a:gd name="T12" fmla="*/ 5671 w 3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24" y="0"/>
                    </a:moveTo>
                    <a:cubicBezTo>
                      <a:pt x="27" y="6"/>
                      <a:pt x="27" y="8"/>
                      <a:pt x="26" y="12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5" y="24"/>
                      <a:pt x="2" y="22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20" y="30"/>
                      <a:pt x="28" y="25"/>
                      <a:pt x="30" y="16"/>
                    </a:cubicBezTo>
                    <a:cubicBezTo>
                      <a:pt x="31" y="9"/>
                      <a:pt x="28" y="3"/>
                      <a:pt x="24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2" name="Freeform 955">
                <a:extLst>
                  <a:ext uri="{FF2B5EF4-FFF2-40B4-BE49-F238E27FC236}">
                    <a16:creationId xmlns:a16="http://schemas.microsoft.com/office/drawing/2014/main" id="{C9955E9E-00E9-4E82-93E0-223159972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241"/>
                <a:ext cx="100" cy="104"/>
              </a:xfrm>
              <a:custGeom>
                <a:avLst/>
                <a:gdLst>
                  <a:gd name="T0" fmla="*/ 520 w 40"/>
                  <a:gd name="T1" fmla="*/ 5824 h 39"/>
                  <a:gd name="T2" fmla="*/ 5675 w 40"/>
                  <a:gd name="T3" fmla="*/ 661 h 39"/>
                  <a:gd name="T4" fmla="*/ 9300 w 40"/>
                  <a:gd name="T5" fmla="*/ 8248 h 39"/>
                  <a:gd name="T6" fmla="*/ 3908 w 40"/>
                  <a:gd name="T7" fmla="*/ 13597 h 39"/>
                  <a:gd name="T8" fmla="*/ 520 w 40"/>
                  <a:gd name="T9" fmla="*/ 582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2" y="16"/>
                    </a:moveTo>
                    <a:cubicBezTo>
                      <a:pt x="4" y="6"/>
                      <a:pt x="13" y="0"/>
                      <a:pt x="23" y="2"/>
                    </a:cubicBezTo>
                    <a:cubicBezTo>
                      <a:pt x="33" y="4"/>
                      <a:pt x="40" y="13"/>
                      <a:pt x="38" y="23"/>
                    </a:cubicBezTo>
                    <a:cubicBezTo>
                      <a:pt x="36" y="33"/>
                      <a:pt x="26" y="39"/>
                      <a:pt x="16" y="38"/>
                    </a:cubicBezTo>
                    <a:cubicBezTo>
                      <a:pt x="6" y="36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3" name="Freeform 956">
                <a:extLst>
                  <a:ext uri="{FF2B5EF4-FFF2-40B4-BE49-F238E27FC236}">
                    <a16:creationId xmlns:a16="http://schemas.microsoft.com/office/drawing/2014/main" id="{091D0CCD-FE20-43F1-9E12-E70792E3E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265"/>
                <a:ext cx="17" cy="22"/>
              </a:xfrm>
              <a:custGeom>
                <a:avLst/>
                <a:gdLst>
                  <a:gd name="T0" fmla="*/ 0 w 7"/>
                  <a:gd name="T1" fmla="*/ 1271 h 8"/>
                  <a:gd name="T2" fmla="*/ 831 w 7"/>
                  <a:gd name="T3" fmla="*/ 462 h 8"/>
                  <a:gd name="T4" fmla="*/ 1433 w 7"/>
                  <a:gd name="T5" fmla="*/ 2225 h 8"/>
                  <a:gd name="T6" fmla="*/ 590 w 7"/>
                  <a:gd name="T7" fmla="*/ 2973 h 8"/>
                  <a:gd name="T8" fmla="*/ 0 w 7"/>
                  <a:gd name="T9" fmla="*/ 127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5" y="8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4" name="Freeform 957">
                <a:extLst>
                  <a:ext uri="{FF2B5EF4-FFF2-40B4-BE49-F238E27FC236}">
                    <a16:creationId xmlns:a16="http://schemas.microsoft.com/office/drawing/2014/main" id="{7552E119-4FA0-46A3-A8BD-B2B4257C9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260"/>
                <a:ext cx="77" cy="80"/>
              </a:xfrm>
              <a:custGeom>
                <a:avLst/>
                <a:gdLst>
                  <a:gd name="T0" fmla="*/ 5671 w 31"/>
                  <a:gd name="T1" fmla="*/ 0 h 30"/>
                  <a:gd name="T2" fmla="*/ 6133 w 31"/>
                  <a:gd name="T3" fmla="*/ 4301 h 30"/>
                  <a:gd name="T4" fmla="*/ 1592 w 31"/>
                  <a:gd name="T5" fmla="*/ 9045 h 30"/>
                  <a:gd name="T6" fmla="*/ 0 w 31"/>
                  <a:gd name="T7" fmla="*/ 7531 h 30"/>
                  <a:gd name="T8" fmla="*/ 2541 w 31"/>
                  <a:gd name="T9" fmla="*/ 10376 h 30"/>
                  <a:gd name="T10" fmla="*/ 7082 w 31"/>
                  <a:gd name="T11" fmla="*/ 5824 h 30"/>
                  <a:gd name="T12" fmla="*/ 5671 w 3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24" y="0"/>
                    </a:moveTo>
                    <a:cubicBezTo>
                      <a:pt x="27" y="6"/>
                      <a:pt x="27" y="8"/>
                      <a:pt x="26" y="12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5" y="25"/>
                      <a:pt x="2" y="22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19" y="30"/>
                      <a:pt x="28" y="25"/>
                      <a:pt x="30" y="16"/>
                    </a:cubicBezTo>
                    <a:cubicBezTo>
                      <a:pt x="31" y="10"/>
                      <a:pt x="28" y="3"/>
                      <a:pt x="24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5" name="Freeform 958">
                <a:extLst>
                  <a:ext uri="{FF2B5EF4-FFF2-40B4-BE49-F238E27FC236}">
                    <a16:creationId xmlns:a16="http://schemas.microsoft.com/office/drawing/2014/main" id="{BD572D9B-90B1-43E2-819C-11825DEB5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289"/>
                <a:ext cx="100" cy="104"/>
              </a:xfrm>
              <a:custGeom>
                <a:avLst/>
                <a:gdLst>
                  <a:gd name="T0" fmla="*/ 520 w 40"/>
                  <a:gd name="T1" fmla="*/ 5824 h 39"/>
                  <a:gd name="T2" fmla="*/ 5675 w 40"/>
                  <a:gd name="T3" fmla="*/ 661 h 39"/>
                  <a:gd name="T4" fmla="*/ 9300 w 40"/>
                  <a:gd name="T5" fmla="*/ 8248 h 39"/>
                  <a:gd name="T6" fmla="*/ 3908 w 40"/>
                  <a:gd name="T7" fmla="*/ 13597 h 39"/>
                  <a:gd name="T8" fmla="*/ 520 w 40"/>
                  <a:gd name="T9" fmla="*/ 582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2" y="16"/>
                    </a:moveTo>
                    <a:cubicBezTo>
                      <a:pt x="4" y="6"/>
                      <a:pt x="13" y="0"/>
                      <a:pt x="23" y="2"/>
                    </a:cubicBezTo>
                    <a:cubicBezTo>
                      <a:pt x="33" y="4"/>
                      <a:pt x="40" y="13"/>
                      <a:pt x="38" y="23"/>
                    </a:cubicBezTo>
                    <a:cubicBezTo>
                      <a:pt x="36" y="33"/>
                      <a:pt x="26" y="39"/>
                      <a:pt x="16" y="38"/>
                    </a:cubicBezTo>
                    <a:cubicBezTo>
                      <a:pt x="6" y="36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6" name="Freeform 959">
                <a:extLst>
                  <a:ext uri="{FF2B5EF4-FFF2-40B4-BE49-F238E27FC236}">
                    <a16:creationId xmlns:a16="http://schemas.microsoft.com/office/drawing/2014/main" id="{9D2DE704-5354-4A1A-8E32-52526EC0B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313"/>
                <a:ext cx="18" cy="22"/>
              </a:xfrm>
              <a:custGeom>
                <a:avLst/>
                <a:gdLst>
                  <a:gd name="T0" fmla="*/ 0 w 7"/>
                  <a:gd name="T1" fmla="*/ 1271 h 8"/>
                  <a:gd name="T2" fmla="*/ 1137 w 7"/>
                  <a:gd name="T3" fmla="*/ 462 h 8"/>
                  <a:gd name="T4" fmla="*/ 2003 w 7"/>
                  <a:gd name="T5" fmla="*/ 2225 h 8"/>
                  <a:gd name="T6" fmla="*/ 918 w 7"/>
                  <a:gd name="T7" fmla="*/ 2973 h 8"/>
                  <a:gd name="T8" fmla="*/ 0 w 7"/>
                  <a:gd name="T9" fmla="*/ 127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5" y="8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7" name="Freeform 960">
                <a:extLst>
                  <a:ext uri="{FF2B5EF4-FFF2-40B4-BE49-F238E27FC236}">
                    <a16:creationId xmlns:a16="http://schemas.microsoft.com/office/drawing/2014/main" id="{6534DEB1-01D6-45D1-A3AD-C3E44ED51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308"/>
                <a:ext cx="78" cy="80"/>
              </a:xfrm>
              <a:custGeom>
                <a:avLst/>
                <a:gdLst>
                  <a:gd name="T0" fmla="*/ 5842 w 31"/>
                  <a:gd name="T1" fmla="*/ 0 h 30"/>
                  <a:gd name="T2" fmla="*/ 6577 w 31"/>
                  <a:gd name="T3" fmla="*/ 4301 h 30"/>
                  <a:gd name="T4" fmla="*/ 1799 w 31"/>
                  <a:gd name="T5" fmla="*/ 9045 h 30"/>
                  <a:gd name="T6" fmla="*/ 0 w 31"/>
                  <a:gd name="T7" fmla="*/ 7531 h 30"/>
                  <a:gd name="T8" fmla="*/ 2805 w 31"/>
                  <a:gd name="T9" fmla="*/ 10376 h 30"/>
                  <a:gd name="T10" fmla="*/ 7584 w 31"/>
                  <a:gd name="T11" fmla="*/ 5824 h 30"/>
                  <a:gd name="T12" fmla="*/ 5842 w 3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23" y="0"/>
                    </a:moveTo>
                    <a:cubicBezTo>
                      <a:pt x="27" y="6"/>
                      <a:pt x="27" y="8"/>
                      <a:pt x="26" y="12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4" y="25"/>
                      <a:pt x="2" y="22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19" y="30"/>
                      <a:pt x="28" y="25"/>
                      <a:pt x="30" y="16"/>
                    </a:cubicBezTo>
                    <a:cubicBezTo>
                      <a:pt x="31" y="10"/>
                      <a:pt x="28" y="3"/>
                      <a:pt x="23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8" name="Freeform 961">
                <a:extLst>
                  <a:ext uri="{FF2B5EF4-FFF2-40B4-BE49-F238E27FC236}">
                    <a16:creationId xmlns:a16="http://schemas.microsoft.com/office/drawing/2014/main" id="{CD4FAE74-EB97-460B-803B-3C6E71D62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1724"/>
                <a:ext cx="100" cy="107"/>
              </a:xfrm>
              <a:custGeom>
                <a:avLst/>
                <a:gdLst>
                  <a:gd name="T0" fmla="*/ 520 w 40"/>
                  <a:gd name="T1" fmla="*/ 5896 h 40"/>
                  <a:gd name="T2" fmla="*/ 5675 w 40"/>
                  <a:gd name="T3" fmla="*/ 671 h 40"/>
                  <a:gd name="T4" fmla="*/ 9300 w 40"/>
                  <a:gd name="T5" fmla="*/ 8501 h 40"/>
                  <a:gd name="T6" fmla="*/ 3908 w 40"/>
                  <a:gd name="T7" fmla="*/ 13974 h 40"/>
                  <a:gd name="T8" fmla="*/ 520 w 40"/>
                  <a:gd name="T9" fmla="*/ 589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6"/>
                    </a:moveTo>
                    <a:cubicBezTo>
                      <a:pt x="4" y="6"/>
                      <a:pt x="13" y="0"/>
                      <a:pt x="23" y="2"/>
                    </a:cubicBezTo>
                    <a:cubicBezTo>
                      <a:pt x="33" y="4"/>
                      <a:pt x="40" y="13"/>
                      <a:pt x="38" y="23"/>
                    </a:cubicBezTo>
                    <a:cubicBezTo>
                      <a:pt x="36" y="33"/>
                      <a:pt x="26" y="40"/>
                      <a:pt x="16" y="38"/>
                    </a:cubicBezTo>
                    <a:cubicBezTo>
                      <a:pt x="6" y="36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9" name="Freeform 962">
                <a:extLst>
                  <a:ext uri="{FF2B5EF4-FFF2-40B4-BE49-F238E27FC236}">
                    <a16:creationId xmlns:a16="http://schemas.microsoft.com/office/drawing/2014/main" id="{8D14CADC-5B0A-46E8-8631-826DEE6A3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737"/>
                <a:ext cx="52" cy="59"/>
              </a:xfrm>
              <a:custGeom>
                <a:avLst/>
                <a:gdLst>
                  <a:gd name="T0" fmla="*/ 183 w 21"/>
                  <a:gd name="T1" fmla="*/ 3315 h 22"/>
                  <a:gd name="T2" fmla="*/ 2974 w 21"/>
                  <a:gd name="T3" fmla="*/ 402 h 22"/>
                  <a:gd name="T4" fmla="*/ 4660 w 21"/>
                  <a:gd name="T5" fmla="*/ 4862 h 22"/>
                  <a:gd name="T6" fmla="*/ 2035 w 21"/>
                  <a:gd name="T7" fmla="*/ 7753 h 22"/>
                  <a:gd name="T8" fmla="*/ 183 w 21"/>
                  <a:gd name="T9" fmla="*/ 331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" y="9"/>
                    </a:moveTo>
                    <a:cubicBezTo>
                      <a:pt x="2" y="4"/>
                      <a:pt x="7" y="0"/>
                      <a:pt x="13" y="1"/>
                    </a:cubicBezTo>
                    <a:cubicBezTo>
                      <a:pt x="18" y="2"/>
                      <a:pt x="21" y="7"/>
                      <a:pt x="20" y="13"/>
                    </a:cubicBezTo>
                    <a:cubicBezTo>
                      <a:pt x="19" y="18"/>
                      <a:pt x="14" y="22"/>
                      <a:pt x="9" y="21"/>
                    </a:cubicBezTo>
                    <a:cubicBezTo>
                      <a:pt x="3" y="19"/>
                      <a:pt x="0" y="14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0" name="Freeform 963">
                <a:extLst>
                  <a:ext uri="{FF2B5EF4-FFF2-40B4-BE49-F238E27FC236}">
                    <a16:creationId xmlns:a16="http://schemas.microsoft.com/office/drawing/2014/main" id="{B2EC74B0-9020-4BF1-BCD9-90958C8C7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1751"/>
                <a:ext cx="18" cy="18"/>
              </a:xfrm>
              <a:custGeom>
                <a:avLst/>
                <a:gdLst>
                  <a:gd name="T0" fmla="*/ 0 w 7"/>
                  <a:gd name="T1" fmla="*/ 918 h 7"/>
                  <a:gd name="T2" fmla="*/ 1137 w 7"/>
                  <a:gd name="T3" fmla="*/ 0 h 7"/>
                  <a:gd name="T4" fmla="*/ 2003 w 7"/>
                  <a:gd name="T5" fmla="*/ 1137 h 7"/>
                  <a:gd name="T6" fmla="*/ 918 w 7"/>
                  <a:gd name="T7" fmla="*/ 1700 h 7"/>
                  <a:gd name="T8" fmla="*/ 0 w 7"/>
                  <a:gd name="T9" fmla="*/ 9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1" name="Freeform 964">
                <a:extLst>
                  <a:ext uri="{FF2B5EF4-FFF2-40B4-BE49-F238E27FC236}">
                    <a16:creationId xmlns:a16="http://schemas.microsoft.com/office/drawing/2014/main" id="{0E47AB26-12A8-4851-81B4-79AE0188E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743"/>
                <a:ext cx="78" cy="82"/>
              </a:xfrm>
              <a:custGeom>
                <a:avLst/>
                <a:gdLst>
                  <a:gd name="T0" fmla="*/ 6051 w 31"/>
                  <a:gd name="T1" fmla="*/ 0 h 31"/>
                  <a:gd name="T2" fmla="*/ 6577 w 31"/>
                  <a:gd name="T3" fmla="*/ 4407 h 31"/>
                  <a:gd name="T4" fmla="*/ 1799 w 31"/>
                  <a:gd name="T5" fmla="*/ 8570 h 31"/>
                  <a:gd name="T6" fmla="*/ 0 w 31"/>
                  <a:gd name="T7" fmla="*/ 7235 h 31"/>
                  <a:gd name="T8" fmla="*/ 2805 w 31"/>
                  <a:gd name="T9" fmla="*/ 9991 h 31"/>
                  <a:gd name="T10" fmla="*/ 7584 w 31"/>
                  <a:gd name="T11" fmla="*/ 5444 h 31"/>
                  <a:gd name="T12" fmla="*/ 6051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4" y="0"/>
                    </a:moveTo>
                    <a:cubicBezTo>
                      <a:pt x="27" y="6"/>
                      <a:pt x="27" y="9"/>
                      <a:pt x="26" y="13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5" y="25"/>
                      <a:pt x="2" y="23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19" y="31"/>
                      <a:pt x="28" y="25"/>
                      <a:pt x="30" y="16"/>
                    </a:cubicBezTo>
                    <a:cubicBezTo>
                      <a:pt x="31" y="10"/>
                      <a:pt x="28" y="4"/>
                      <a:pt x="24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2" name="Freeform 965">
                <a:extLst>
                  <a:ext uri="{FF2B5EF4-FFF2-40B4-BE49-F238E27FC236}">
                    <a16:creationId xmlns:a16="http://schemas.microsoft.com/office/drawing/2014/main" id="{A211D588-2086-4842-88DF-11AF70D61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1665"/>
                <a:ext cx="100" cy="107"/>
              </a:xfrm>
              <a:custGeom>
                <a:avLst/>
                <a:gdLst>
                  <a:gd name="T0" fmla="*/ 520 w 40"/>
                  <a:gd name="T1" fmla="*/ 6147 h 40"/>
                  <a:gd name="T2" fmla="*/ 5675 w 40"/>
                  <a:gd name="T3" fmla="*/ 671 h 40"/>
                  <a:gd name="T4" fmla="*/ 9300 w 40"/>
                  <a:gd name="T5" fmla="*/ 8745 h 40"/>
                  <a:gd name="T6" fmla="*/ 3908 w 40"/>
                  <a:gd name="T7" fmla="*/ 13974 h 40"/>
                  <a:gd name="T8" fmla="*/ 520 w 40"/>
                  <a:gd name="T9" fmla="*/ 614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7"/>
                    </a:moveTo>
                    <a:cubicBezTo>
                      <a:pt x="4" y="7"/>
                      <a:pt x="14" y="0"/>
                      <a:pt x="23" y="2"/>
                    </a:cubicBezTo>
                    <a:cubicBezTo>
                      <a:pt x="33" y="4"/>
                      <a:pt x="40" y="14"/>
                      <a:pt x="38" y="24"/>
                    </a:cubicBezTo>
                    <a:cubicBezTo>
                      <a:pt x="36" y="33"/>
                      <a:pt x="26" y="40"/>
                      <a:pt x="16" y="38"/>
                    </a:cubicBezTo>
                    <a:cubicBezTo>
                      <a:pt x="7" y="36"/>
                      <a:pt x="0" y="26"/>
                      <a:pt x="2" y="17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3" name="Freeform 966">
                <a:extLst>
                  <a:ext uri="{FF2B5EF4-FFF2-40B4-BE49-F238E27FC236}">
                    <a16:creationId xmlns:a16="http://schemas.microsoft.com/office/drawing/2014/main" id="{56D9DBA2-D1DF-4D48-927F-08F9C28C3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679"/>
                <a:ext cx="55" cy="58"/>
              </a:xfrm>
              <a:custGeom>
                <a:avLst/>
                <a:gdLst>
                  <a:gd name="T0" fmla="*/ 313 w 22"/>
                  <a:gd name="T1" fmla="*/ 3045 h 22"/>
                  <a:gd name="T2" fmla="*/ 3250 w 22"/>
                  <a:gd name="T3" fmla="*/ 382 h 22"/>
                  <a:gd name="T4" fmla="*/ 5208 w 22"/>
                  <a:gd name="T5" fmla="*/ 4345 h 22"/>
                  <a:gd name="T6" fmla="*/ 2270 w 22"/>
                  <a:gd name="T7" fmla="*/ 7000 h 22"/>
                  <a:gd name="T8" fmla="*/ 313 w 22"/>
                  <a:gd name="T9" fmla="*/ 30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" y="9"/>
                    </a:moveTo>
                    <a:cubicBezTo>
                      <a:pt x="2" y="4"/>
                      <a:pt x="7" y="0"/>
                      <a:pt x="13" y="1"/>
                    </a:cubicBezTo>
                    <a:cubicBezTo>
                      <a:pt x="18" y="2"/>
                      <a:pt x="22" y="8"/>
                      <a:pt x="21" y="13"/>
                    </a:cubicBezTo>
                    <a:cubicBezTo>
                      <a:pt x="20" y="18"/>
                      <a:pt x="14" y="22"/>
                      <a:pt x="9" y="21"/>
                    </a:cubicBezTo>
                    <a:cubicBezTo>
                      <a:pt x="4" y="20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4" name="Freeform 967">
                <a:extLst>
                  <a:ext uri="{FF2B5EF4-FFF2-40B4-BE49-F238E27FC236}">
                    <a16:creationId xmlns:a16="http://schemas.microsoft.com/office/drawing/2014/main" id="{F0F9F16B-8DBA-4462-89B3-202D58712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692"/>
                <a:ext cx="17" cy="19"/>
              </a:xfrm>
              <a:custGeom>
                <a:avLst/>
                <a:gdLst>
                  <a:gd name="T0" fmla="*/ 0 w 7"/>
                  <a:gd name="T1" fmla="*/ 1200 h 7"/>
                  <a:gd name="T2" fmla="*/ 831 w 7"/>
                  <a:gd name="T3" fmla="*/ 0 h 7"/>
                  <a:gd name="T4" fmla="*/ 1433 w 7"/>
                  <a:gd name="T5" fmla="*/ 1620 h 7"/>
                  <a:gd name="T6" fmla="*/ 590 w 7"/>
                  <a:gd name="T7" fmla="*/ 2823 h 7"/>
                  <a:gd name="T8" fmla="*/ 0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5" name="Freeform 968">
                <a:extLst>
                  <a:ext uri="{FF2B5EF4-FFF2-40B4-BE49-F238E27FC236}">
                    <a16:creationId xmlns:a16="http://schemas.microsoft.com/office/drawing/2014/main" id="{CDB9A6A4-1827-4D5F-9472-E4098165B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684"/>
                <a:ext cx="77" cy="83"/>
              </a:xfrm>
              <a:custGeom>
                <a:avLst/>
                <a:gdLst>
                  <a:gd name="T0" fmla="*/ 5671 w 31"/>
                  <a:gd name="T1" fmla="*/ 0 h 31"/>
                  <a:gd name="T2" fmla="*/ 6133 w 31"/>
                  <a:gd name="T3" fmla="*/ 4838 h 31"/>
                  <a:gd name="T4" fmla="*/ 1592 w 31"/>
                  <a:gd name="T5" fmla="*/ 9612 h 31"/>
                  <a:gd name="T6" fmla="*/ 0 w 31"/>
                  <a:gd name="T7" fmla="*/ 7714 h 31"/>
                  <a:gd name="T8" fmla="*/ 2541 w 31"/>
                  <a:gd name="T9" fmla="*/ 10744 h 31"/>
                  <a:gd name="T10" fmla="*/ 7082 w 31"/>
                  <a:gd name="T11" fmla="*/ 5914 h 31"/>
                  <a:gd name="T12" fmla="*/ 5671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4" y="0"/>
                    </a:moveTo>
                    <a:cubicBezTo>
                      <a:pt x="27" y="7"/>
                      <a:pt x="27" y="9"/>
                      <a:pt x="26" y="13"/>
                    </a:cubicBezTo>
                    <a:cubicBezTo>
                      <a:pt x="24" y="24"/>
                      <a:pt x="16" y="27"/>
                      <a:pt x="7" y="26"/>
                    </a:cubicBezTo>
                    <a:cubicBezTo>
                      <a:pt x="5" y="25"/>
                      <a:pt x="2" y="23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20" y="31"/>
                      <a:pt x="28" y="25"/>
                      <a:pt x="30" y="16"/>
                    </a:cubicBezTo>
                    <a:cubicBezTo>
                      <a:pt x="31" y="10"/>
                      <a:pt x="29" y="4"/>
                      <a:pt x="24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6" name="Freeform 969">
                <a:extLst>
                  <a:ext uri="{FF2B5EF4-FFF2-40B4-BE49-F238E27FC236}">
                    <a16:creationId xmlns:a16="http://schemas.microsoft.com/office/drawing/2014/main" id="{5A62A49D-4897-44D7-9CE8-134194268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609"/>
                <a:ext cx="100" cy="107"/>
              </a:xfrm>
              <a:custGeom>
                <a:avLst/>
                <a:gdLst>
                  <a:gd name="T0" fmla="*/ 520 w 40"/>
                  <a:gd name="T1" fmla="*/ 5896 h 40"/>
                  <a:gd name="T2" fmla="*/ 5675 w 40"/>
                  <a:gd name="T3" fmla="*/ 671 h 40"/>
                  <a:gd name="T4" fmla="*/ 9300 w 40"/>
                  <a:gd name="T5" fmla="*/ 8501 h 40"/>
                  <a:gd name="T6" fmla="*/ 3908 w 40"/>
                  <a:gd name="T7" fmla="*/ 13974 h 40"/>
                  <a:gd name="T8" fmla="*/ 520 w 40"/>
                  <a:gd name="T9" fmla="*/ 589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6"/>
                    </a:moveTo>
                    <a:cubicBezTo>
                      <a:pt x="4" y="6"/>
                      <a:pt x="13" y="0"/>
                      <a:pt x="23" y="2"/>
                    </a:cubicBezTo>
                    <a:cubicBezTo>
                      <a:pt x="33" y="4"/>
                      <a:pt x="40" y="13"/>
                      <a:pt x="38" y="23"/>
                    </a:cubicBezTo>
                    <a:cubicBezTo>
                      <a:pt x="36" y="33"/>
                      <a:pt x="26" y="40"/>
                      <a:pt x="16" y="38"/>
                    </a:cubicBezTo>
                    <a:cubicBezTo>
                      <a:pt x="6" y="36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7" name="Freeform 970">
                <a:extLst>
                  <a:ext uri="{FF2B5EF4-FFF2-40B4-BE49-F238E27FC236}">
                    <a16:creationId xmlns:a16="http://schemas.microsoft.com/office/drawing/2014/main" id="{D89D5459-2E48-49AC-B2B1-90362DEAD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1623"/>
                <a:ext cx="55" cy="58"/>
              </a:xfrm>
              <a:custGeom>
                <a:avLst/>
                <a:gdLst>
                  <a:gd name="T0" fmla="*/ 313 w 22"/>
                  <a:gd name="T1" fmla="*/ 3045 h 22"/>
                  <a:gd name="T2" fmla="*/ 3250 w 22"/>
                  <a:gd name="T3" fmla="*/ 382 h 22"/>
                  <a:gd name="T4" fmla="*/ 5208 w 22"/>
                  <a:gd name="T5" fmla="*/ 4345 h 22"/>
                  <a:gd name="T6" fmla="*/ 2270 w 22"/>
                  <a:gd name="T7" fmla="*/ 7000 h 22"/>
                  <a:gd name="T8" fmla="*/ 313 w 22"/>
                  <a:gd name="T9" fmla="*/ 30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" y="9"/>
                    </a:moveTo>
                    <a:cubicBezTo>
                      <a:pt x="2" y="4"/>
                      <a:pt x="7" y="0"/>
                      <a:pt x="13" y="1"/>
                    </a:cubicBezTo>
                    <a:cubicBezTo>
                      <a:pt x="18" y="2"/>
                      <a:pt x="22" y="7"/>
                      <a:pt x="21" y="13"/>
                    </a:cubicBezTo>
                    <a:cubicBezTo>
                      <a:pt x="19" y="18"/>
                      <a:pt x="14" y="22"/>
                      <a:pt x="9" y="21"/>
                    </a:cubicBezTo>
                    <a:cubicBezTo>
                      <a:pt x="4" y="19"/>
                      <a:pt x="0" y="14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8" name="Freeform 971">
                <a:extLst>
                  <a:ext uri="{FF2B5EF4-FFF2-40B4-BE49-F238E27FC236}">
                    <a16:creationId xmlns:a16="http://schemas.microsoft.com/office/drawing/2014/main" id="{FE6B5940-6564-4267-8720-04B02E912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636"/>
                <a:ext cx="17" cy="19"/>
              </a:xfrm>
              <a:custGeom>
                <a:avLst/>
                <a:gdLst>
                  <a:gd name="T0" fmla="*/ 0 w 7"/>
                  <a:gd name="T1" fmla="*/ 1200 h 7"/>
                  <a:gd name="T2" fmla="*/ 831 w 7"/>
                  <a:gd name="T3" fmla="*/ 0 h 7"/>
                  <a:gd name="T4" fmla="*/ 1433 w 7"/>
                  <a:gd name="T5" fmla="*/ 1620 h 7"/>
                  <a:gd name="T6" fmla="*/ 590 w 7"/>
                  <a:gd name="T7" fmla="*/ 2823 h 7"/>
                  <a:gd name="T8" fmla="*/ 0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9" name="Freeform 972">
                <a:extLst>
                  <a:ext uri="{FF2B5EF4-FFF2-40B4-BE49-F238E27FC236}">
                    <a16:creationId xmlns:a16="http://schemas.microsoft.com/office/drawing/2014/main" id="{1E26F0F8-015C-40B7-80D0-5AE4A63F5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628"/>
                <a:ext cx="77" cy="83"/>
              </a:xfrm>
              <a:custGeom>
                <a:avLst/>
                <a:gdLst>
                  <a:gd name="T0" fmla="*/ 5671 w 31"/>
                  <a:gd name="T1" fmla="*/ 0 h 31"/>
                  <a:gd name="T2" fmla="*/ 6133 w 31"/>
                  <a:gd name="T3" fmla="*/ 4838 h 31"/>
                  <a:gd name="T4" fmla="*/ 1592 w 31"/>
                  <a:gd name="T5" fmla="*/ 9189 h 31"/>
                  <a:gd name="T6" fmla="*/ 0 w 31"/>
                  <a:gd name="T7" fmla="*/ 7714 h 31"/>
                  <a:gd name="T8" fmla="*/ 2541 w 31"/>
                  <a:gd name="T9" fmla="*/ 10744 h 31"/>
                  <a:gd name="T10" fmla="*/ 7082 w 31"/>
                  <a:gd name="T11" fmla="*/ 5914 h 31"/>
                  <a:gd name="T12" fmla="*/ 5671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4" y="0"/>
                    </a:moveTo>
                    <a:cubicBezTo>
                      <a:pt x="27" y="6"/>
                      <a:pt x="27" y="9"/>
                      <a:pt x="26" y="13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5" y="25"/>
                      <a:pt x="2" y="23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20" y="31"/>
                      <a:pt x="28" y="25"/>
                      <a:pt x="30" y="16"/>
                    </a:cubicBezTo>
                    <a:cubicBezTo>
                      <a:pt x="31" y="10"/>
                      <a:pt x="28" y="4"/>
                      <a:pt x="24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0" name="Freeform 973">
                <a:extLst>
                  <a:ext uri="{FF2B5EF4-FFF2-40B4-BE49-F238E27FC236}">
                    <a16:creationId xmlns:a16="http://schemas.microsoft.com/office/drawing/2014/main" id="{C9148CE4-9077-469B-BEAE-42673DE07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551"/>
                <a:ext cx="100" cy="106"/>
              </a:xfrm>
              <a:custGeom>
                <a:avLst/>
                <a:gdLst>
                  <a:gd name="T0" fmla="*/ 520 w 40"/>
                  <a:gd name="T1" fmla="*/ 5470 h 40"/>
                  <a:gd name="T2" fmla="*/ 5863 w 40"/>
                  <a:gd name="T3" fmla="*/ 633 h 40"/>
                  <a:gd name="T4" fmla="*/ 9300 w 40"/>
                  <a:gd name="T5" fmla="*/ 7984 h 40"/>
                  <a:gd name="T6" fmla="*/ 4220 w 40"/>
                  <a:gd name="T7" fmla="*/ 13216 h 40"/>
                  <a:gd name="T8" fmla="*/ 520 w 40"/>
                  <a:gd name="T9" fmla="*/ 547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6"/>
                    </a:moveTo>
                    <a:cubicBezTo>
                      <a:pt x="4" y="6"/>
                      <a:pt x="14" y="0"/>
                      <a:pt x="24" y="2"/>
                    </a:cubicBezTo>
                    <a:cubicBezTo>
                      <a:pt x="34" y="4"/>
                      <a:pt x="40" y="13"/>
                      <a:pt x="38" y="23"/>
                    </a:cubicBezTo>
                    <a:cubicBezTo>
                      <a:pt x="36" y="33"/>
                      <a:pt x="27" y="40"/>
                      <a:pt x="17" y="38"/>
                    </a:cubicBezTo>
                    <a:cubicBezTo>
                      <a:pt x="7" y="36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1" name="Freeform 974">
                <a:extLst>
                  <a:ext uri="{FF2B5EF4-FFF2-40B4-BE49-F238E27FC236}">
                    <a16:creationId xmlns:a16="http://schemas.microsoft.com/office/drawing/2014/main" id="{691CEAD1-4780-4191-A8AC-14246E11D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564"/>
                <a:ext cx="55" cy="56"/>
              </a:xfrm>
              <a:custGeom>
                <a:avLst/>
                <a:gdLst>
                  <a:gd name="T0" fmla="*/ 520 w 22"/>
                  <a:gd name="T1" fmla="*/ 3243 h 21"/>
                  <a:gd name="T2" fmla="*/ 3250 w 22"/>
                  <a:gd name="T3" fmla="*/ 397 h 21"/>
                  <a:gd name="T4" fmla="*/ 5208 w 22"/>
                  <a:gd name="T5" fmla="*/ 4701 h 21"/>
                  <a:gd name="T6" fmla="*/ 2270 w 22"/>
                  <a:gd name="T7" fmla="*/ 7133 h 21"/>
                  <a:gd name="T8" fmla="*/ 520 w 22"/>
                  <a:gd name="T9" fmla="*/ 324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2" y="9"/>
                    </a:moveTo>
                    <a:cubicBezTo>
                      <a:pt x="3" y="4"/>
                      <a:pt x="8" y="0"/>
                      <a:pt x="13" y="1"/>
                    </a:cubicBezTo>
                    <a:cubicBezTo>
                      <a:pt x="18" y="2"/>
                      <a:pt x="22" y="7"/>
                      <a:pt x="21" y="13"/>
                    </a:cubicBezTo>
                    <a:cubicBezTo>
                      <a:pt x="20" y="18"/>
                      <a:pt x="15" y="21"/>
                      <a:pt x="9" y="20"/>
                    </a:cubicBezTo>
                    <a:cubicBezTo>
                      <a:pt x="4" y="19"/>
                      <a:pt x="0" y="14"/>
                      <a:pt x="2" y="9"/>
                    </a:cubicBezTo>
                    <a:close/>
                  </a:path>
                </a:pathLst>
              </a:custGeom>
              <a:solidFill>
                <a:srgbClr val="FFF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2" name="Freeform 975">
                <a:extLst>
                  <a:ext uri="{FF2B5EF4-FFF2-40B4-BE49-F238E27FC236}">
                    <a16:creationId xmlns:a16="http://schemas.microsoft.com/office/drawing/2014/main" id="{CCA5D516-C7E2-4A93-B95A-6FBC679A8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1575"/>
                <a:ext cx="20" cy="21"/>
              </a:xfrm>
              <a:custGeom>
                <a:avLst/>
                <a:gdLst>
                  <a:gd name="T0" fmla="*/ 313 w 8"/>
                  <a:gd name="T1" fmla="*/ 992 h 8"/>
                  <a:gd name="T2" fmla="*/ 1300 w 8"/>
                  <a:gd name="T3" fmla="*/ 378 h 8"/>
                  <a:gd name="T4" fmla="*/ 1770 w 8"/>
                  <a:gd name="T5" fmla="*/ 1612 h 8"/>
                  <a:gd name="T6" fmla="*/ 783 w 8"/>
                  <a:gd name="T7" fmla="*/ 2226 h 8"/>
                  <a:gd name="T8" fmla="*/ 313 w 8"/>
                  <a:gd name="T9" fmla="*/ 9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3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6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2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3" name="Freeform 976">
                <a:extLst>
                  <a:ext uri="{FF2B5EF4-FFF2-40B4-BE49-F238E27FC236}">
                    <a16:creationId xmlns:a16="http://schemas.microsoft.com/office/drawing/2014/main" id="{0E89E06C-3970-47B6-A104-2B453D0F2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569"/>
                <a:ext cx="77" cy="83"/>
              </a:xfrm>
              <a:custGeom>
                <a:avLst/>
                <a:gdLst>
                  <a:gd name="T0" fmla="*/ 5671 w 31"/>
                  <a:gd name="T1" fmla="*/ 0 h 31"/>
                  <a:gd name="T2" fmla="*/ 6312 w 31"/>
                  <a:gd name="T3" fmla="*/ 4415 h 31"/>
                  <a:gd name="T4" fmla="*/ 1900 w 31"/>
                  <a:gd name="T5" fmla="*/ 9189 h 31"/>
                  <a:gd name="T6" fmla="*/ 0 w 31"/>
                  <a:gd name="T7" fmla="*/ 7714 h 31"/>
                  <a:gd name="T8" fmla="*/ 2541 w 31"/>
                  <a:gd name="T9" fmla="*/ 10744 h 31"/>
                  <a:gd name="T10" fmla="*/ 7082 w 31"/>
                  <a:gd name="T11" fmla="*/ 5914 h 31"/>
                  <a:gd name="T12" fmla="*/ 5671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4" y="0"/>
                    </a:moveTo>
                    <a:cubicBezTo>
                      <a:pt x="28" y="6"/>
                      <a:pt x="28" y="8"/>
                      <a:pt x="27" y="12"/>
                    </a:cubicBezTo>
                    <a:cubicBezTo>
                      <a:pt x="25" y="23"/>
                      <a:pt x="16" y="27"/>
                      <a:pt x="8" y="25"/>
                    </a:cubicBezTo>
                    <a:cubicBezTo>
                      <a:pt x="5" y="25"/>
                      <a:pt x="2" y="22"/>
                      <a:pt x="0" y="21"/>
                    </a:cubicBezTo>
                    <a:cubicBezTo>
                      <a:pt x="3" y="25"/>
                      <a:pt x="6" y="28"/>
                      <a:pt x="11" y="29"/>
                    </a:cubicBezTo>
                    <a:cubicBezTo>
                      <a:pt x="20" y="31"/>
                      <a:pt x="28" y="25"/>
                      <a:pt x="30" y="16"/>
                    </a:cubicBezTo>
                    <a:cubicBezTo>
                      <a:pt x="31" y="10"/>
                      <a:pt x="29" y="4"/>
                      <a:pt x="24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4" name="Freeform 977">
                <a:extLst>
                  <a:ext uri="{FF2B5EF4-FFF2-40B4-BE49-F238E27FC236}">
                    <a16:creationId xmlns:a16="http://schemas.microsoft.com/office/drawing/2014/main" id="{7079F456-3CAB-4E91-9B01-8100FB864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724"/>
                <a:ext cx="100" cy="107"/>
              </a:xfrm>
              <a:custGeom>
                <a:avLst/>
                <a:gdLst>
                  <a:gd name="T0" fmla="*/ 4220 w 40"/>
                  <a:gd name="T1" fmla="*/ 671 h 40"/>
                  <a:gd name="T2" fmla="*/ 520 w 40"/>
                  <a:gd name="T3" fmla="*/ 8501 h 40"/>
                  <a:gd name="T4" fmla="*/ 5863 w 40"/>
                  <a:gd name="T5" fmla="*/ 13974 h 40"/>
                  <a:gd name="T6" fmla="*/ 9300 w 40"/>
                  <a:gd name="T7" fmla="*/ 5896 h 40"/>
                  <a:gd name="T8" fmla="*/ 4220 w 40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7" y="2"/>
                    </a:moveTo>
                    <a:cubicBezTo>
                      <a:pt x="7" y="4"/>
                      <a:pt x="0" y="13"/>
                      <a:pt x="2" y="23"/>
                    </a:cubicBezTo>
                    <a:cubicBezTo>
                      <a:pt x="4" y="33"/>
                      <a:pt x="14" y="40"/>
                      <a:pt x="24" y="38"/>
                    </a:cubicBezTo>
                    <a:cubicBezTo>
                      <a:pt x="34" y="36"/>
                      <a:pt x="40" y="26"/>
                      <a:pt x="38" y="16"/>
                    </a:cubicBezTo>
                    <a:cubicBezTo>
                      <a:pt x="36" y="6"/>
                      <a:pt x="27" y="0"/>
                      <a:pt x="17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5" name="Freeform 978">
                <a:extLst>
                  <a:ext uri="{FF2B5EF4-FFF2-40B4-BE49-F238E27FC236}">
                    <a16:creationId xmlns:a16="http://schemas.microsoft.com/office/drawing/2014/main" id="{FDF095C0-A2C6-47CE-B053-C43BB36FD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743"/>
                <a:ext cx="52" cy="58"/>
              </a:xfrm>
              <a:custGeom>
                <a:avLst/>
                <a:gdLst>
                  <a:gd name="T0" fmla="*/ 1882 w 21"/>
                  <a:gd name="T1" fmla="*/ 382 h 22"/>
                  <a:gd name="T2" fmla="*/ 183 w 21"/>
                  <a:gd name="T3" fmla="*/ 4345 h 22"/>
                  <a:gd name="T4" fmla="*/ 2778 w 21"/>
                  <a:gd name="T5" fmla="*/ 6762 h 22"/>
                  <a:gd name="T6" fmla="*/ 4660 w 21"/>
                  <a:gd name="T7" fmla="*/ 3045 h 22"/>
                  <a:gd name="T8" fmla="*/ 1882 w 21"/>
                  <a:gd name="T9" fmla="*/ 38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8" y="1"/>
                    </a:moveTo>
                    <a:cubicBezTo>
                      <a:pt x="3" y="2"/>
                      <a:pt x="0" y="7"/>
                      <a:pt x="1" y="13"/>
                    </a:cubicBezTo>
                    <a:cubicBezTo>
                      <a:pt x="2" y="18"/>
                      <a:pt x="7" y="22"/>
                      <a:pt x="12" y="20"/>
                    </a:cubicBezTo>
                    <a:cubicBezTo>
                      <a:pt x="18" y="19"/>
                      <a:pt x="21" y="14"/>
                      <a:pt x="20" y="9"/>
                    </a:cubicBezTo>
                    <a:cubicBezTo>
                      <a:pt x="19" y="4"/>
                      <a:pt x="14" y="0"/>
                      <a:pt x="8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6" name="Freeform 979">
                <a:extLst>
                  <a:ext uri="{FF2B5EF4-FFF2-40B4-BE49-F238E27FC236}">
                    <a16:creationId xmlns:a16="http://schemas.microsoft.com/office/drawing/2014/main" id="{38E09CA0-E211-44E7-975F-E677CD842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1756"/>
                <a:ext cx="17" cy="19"/>
              </a:xfrm>
              <a:custGeom>
                <a:avLst/>
                <a:gdLst>
                  <a:gd name="T0" fmla="*/ 590 w 7"/>
                  <a:gd name="T1" fmla="*/ 0 h 7"/>
                  <a:gd name="T2" fmla="*/ 0 w 7"/>
                  <a:gd name="T3" fmla="*/ 1620 h 7"/>
                  <a:gd name="T4" fmla="*/ 831 w 7"/>
                  <a:gd name="T5" fmla="*/ 2823 h 7"/>
                  <a:gd name="T6" fmla="*/ 1433 w 7"/>
                  <a:gd name="T7" fmla="*/ 1200 h 7"/>
                  <a:gd name="T8" fmla="*/ 590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1" y="6"/>
                      <a:pt x="2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7" name="Freeform 980">
                <a:extLst>
                  <a:ext uri="{FF2B5EF4-FFF2-40B4-BE49-F238E27FC236}">
                    <a16:creationId xmlns:a16="http://schemas.microsoft.com/office/drawing/2014/main" id="{FCE86B82-9516-46FE-84D8-DD421093A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740"/>
                <a:ext cx="75" cy="83"/>
              </a:xfrm>
              <a:custGeom>
                <a:avLst/>
                <a:gdLst>
                  <a:gd name="T0" fmla="*/ 0 w 30"/>
                  <a:gd name="T1" fmla="*/ 8790 h 31"/>
                  <a:gd name="T2" fmla="*/ 2938 w 30"/>
                  <a:gd name="T3" fmla="*/ 9612 h 31"/>
                  <a:gd name="T4" fmla="*/ 6175 w 30"/>
                  <a:gd name="T5" fmla="*/ 2632 h 31"/>
                  <a:gd name="T6" fmla="*/ 5208 w 30"/>
                  <a:gd name="T7" fmla="*/ 0 h 31"/>
                  <a:gd name="T8" fmla="*/ 6845 w 30"/>
                  <a:gd name="T9" fmla="*/ 4013 h 31"/>
                  <a:gd name="T10" fmla="*/ 3908 w 30"/>
                  <a:gd name="T11" fmla="*/ 10996 h 31"/>
                  <a:gd name="T12" fmla="*/ 0 w 30"/>
                  <a:gd name="T13" fmla="*/ 879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4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6" y="16"/>
                      <a:pt x="25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4" y="2"/>
                      <a:pt x="27" y="6"/>
                      <a:pt x="28" y="11"/>
                    </a:cubicBezTo>
                    <a:cubicBezTo>
                      <a:pt x="30" y="20"/>
                      <a:pt x="24" y="28"/>
                      <a:pt x="16" y="30"/>
                    </a:cubicBezTo>
                    <a:cubicBezTo>
                      <a:pt x="9" y="31"/>
                      <a:pt x="3" y="28"/>
                      <a:pt x="0" y="24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8" name="Freeform 981">
                <a:extLst>
                  <a:ext uri="{FF2B5EF4-FFF2-40B4-BE49-F238E27FC236}">
                    <a16:creationId xmlns:a16="http://schemas.microsoft.com/office/drawing/2014/main" id="{E914E73E-D8F4-4567-9402-762E3BD5D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665"/>
                <a:ext cx="100" cy="107"/>
              </a:xfrm>
              <a:custGeom>
                <a:avLst/>
                <a:gdLst>
                  <a:gd name="T0" fmla="*/ 3908 w 40"/>
                  <a:gd name="T1" fmla="*/ 671 h 40"/>
                  <a:gd name="T2" fmla="*/ 520 w 40"/>
                  <a:gd name="T3" fmla="*/ 8745 h 40"/>
                  <a:gd name="T4" fmla="*/ 5863 w 40"/>
                  <a:gd name="T5" fmla="*/ 13974 h 40"/>
                  <a:gd name="T6" fmla="*/ 9300 w 40"/>
                  <a:gd name="T7" fmla="*/ 6147 h 40"/>
                  <a:gd name="T8" fmla="*/ 3908 w 40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7" y="4"/>
                      <a:pt x="0" y="14"/>
                      <a:pt x="2" y="24"/>
                    </a:cubicBezTo>
                    <a:cubicBezTo>
                      <a:pt x="4" y="33"/>
                      <a:pt x="14" y="40"/>
                      <a:pt x="24" y="38"/>
                    </a:cubicBezTo>
                    <a:cubicBezTo>
                      <a:pt x="33" y="36"/>
                      <a:pt x="40" y="26"/>
                      <a:pt x="38" y="17"/>
                    </a:cubicBezTo>
                    <a:cubicBezTo>
                      <a:pt x="36" y="7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9" name="Freeform 982">
                <a:extLst>
                  <a:ext uri="{FF2B5EF4-FFF2-40B4-BE49-F238E27FC236}">
                    <a16:creationId xmlns:a16="http://schemas.microsoft.com/office/drawing/2014/main" id="{386D282B-0580-4481-A636-167505FE6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1684"/>
                <a:ext cx="55" cy="59"/>
              </a:xfrm>
              <a:custGeom>
                <a:avLst/>
                <a:gdLst>
                  <a:gd name="T0" fmla="*/ 2270 w 22"/>
                  <a:gd name="T1" fmla="*/ 402 h 22"/>
                  <a:gd name="T2" fmla="*/ 313 w 22"/>
                  <a:gd name="T3" fmla="*/ 4862 h 22"/>
                  <a:gd name="T4" fmla="*/ 3250 w 22"/>
                  <a:gd name="T5" fmla="*/ 7753 h 22"/>
                  <a:gd name="T6" fmla="*/ 5208 w 22"/>
                  <a:gd name="T7" fmla="*/ 3315 h 22"/>
                  <a:gd name="T8" fmla="*/ 2270 w 22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9" y="1"/>
                    </a:moveTo>
                    <a:cubicBezTo>
                      <a:pt x="4" y="2"/>
                      <a:pt x="0" y="8"/>
                      <a:pt x="1" y="13"/>
                    </a:cubicBezTo>
                    <a:cubicBezTo>
                      <a:pt x="2" y="18"/>
                      <a:pt x="8" y="22"/>
                      <a:pt x="13" y="21"/>
                    </a:cubicBezTo>
                    <a:cubicBezTo>
                      <a:pt x="18" y="20"/>
                      <a:pt x="22" y="14"/>
                      <a:pt x="21" y="9"/>
                    </a:cubicBezTo>
                    <a:cubicBezTo>
                      <a:pt x="20" y="4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0" name="Freeform 983">
                <a:extLst>
                  <a:ext uri="{FF2B5EF4-FFF2-40B4-BE49-F238E27FC236}">
                    <a16:creationId xmlns:a16="http://schemas.microsoft.com/office/drawing/2014/main" id="{BF2EA279-69CC-4D6D-BE97-9D5B91BCD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1697"/>
                <a:ext cx="18" cy="19"/>
              </a:xfrm>
              <a:custGeom>
                <a:avLst/>
                <a:gdLst>
                  <a:gd name="T0" fmla="*/ 918 w 7"/>
                  <a:gd name="T1" fmla="*/ 442 h 7"/>
                  <a:gd name="T2" fmla="*/ 0 w 7"/>
                  <a:gd name="T3" fmla="*/ 1620 h 7"/>
                  <a:gd name="T4" fmla="*/ 1137 w 7"/>
                  <a:gd name="T5" fmla="*/ 2823 h 7"/>
                  <a:gd name="T6" fmla="*/ 2003 w 7"/>
                  <a:gd name="T7" fmla="*/ 1200 h 7"/>
                  <a:gd name="T8" fmla="*/ 918 w 7"/>
                  <a:gd name="T9" fmla="*/ 44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6"/>
                      <a:pt x="2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6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1" name="Freeform 984">
                <a:extLst>
                  <a:ext uri="{FF2B5EF4-FFF2-40B4-BE49-F238E27FC236}">
                    <a16:creationId xmlns:a16="http://schemas.microsoft.com/office/drawing/2014/main" id="{E7666EFF-C8F3-4754-82A6-DF909C105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681"/>
                <a:ext cx="77" cy="83"/>
              </a:xfrm>
              <a:custGeom>
                <a:avLst/>
                <a:gdLst>
                  <a:gd name="T0" fmla="*/ 0 w 31"/>
                  <a:gd name="T1" fmla="*/ 8790 h 31"/>
                  <a:gd name="T2" fmla="*/ 3005 w 31"/>
                  <a:gd name="T3" fmla="*/ 9923 h 31"/>
                  <a:gd name="T4" fmla="*/ 5867 w 31"/>
                  <a:gd name="T5" fmla="*/ 2632 h 31"/>
                  <a:gd name="T6" fmla="*/ 4906 w 31"/>
                  <a:gd name="T7" fmla="*/ 0 h 31"/>
                  <a:gd name="T8" fmla="*/ 6818 w 31"/>
                  <a:gd name="T9" fmla="*/ 4013 h 31"/>
                  <a:gd name="T10" fmla="*/ 3771 w 31"/>
                  <a:gd name="T11" fmla="*/ 10996 h 31"/>
                  <a:gd name="T12" fmla="*/ 0 w 31"/>
                  <a:gd name="T13" fmla="*/ 879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4"/>
                    </a:moveTo>
                    <a:cubicBezTo>
                      <a:pt x="6" y="28"/>
                      <a:pt x="9" y="27"/>
                      <a:pt x="13" y="27"/>
                    </a:cubicBezTo>
                    <a:cubicBezTo>
                      <a:pt x="24" y="24"/>
                      <a:pt x="27" y="16"/>
                      <a:pt x="25" y="7"/>
                    </a:cubicBezTo>
                    <a:cubicBezTo>
                      <a:pt x="25" y="5"/>
                      <a:pt x="23" y="2"/>
                      <a:pt x="21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1" y="20"/>
                      <a:pt x="25" y="28"/>
                      <a:pt x="16" y="30"/>
                    </a:cubicBezTo>
                    <a:cubicBezTo>
                      <a:pt x="10" y="31"/>
                      <a:pt x="4" y="29"/>
                      <a:pt x="0" y="24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2" name="Freeform 985">
                <a:extLst>
                  <a:ext uri="{FF2B5EF4-FFF2-40B4-BE49-F238E27FC236}">
                    <a16:creationId xmlns:a16="http://schemas.microsoft.com/office/drawing/2014/main" id="{5793BD49-68E6-4AE7-9FE5-4657AA7BB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609"/>
                <a:ext cx="100" cy="107"/>
              </a:xfrm>
              <a:custGeom>
                <a:avLst/>
                <a:gdLst>
                  <a:gd name="T0" fmla="*/ 4220 w 40"/>
                  <a:gd name="T1" fmla="*/ 671 h 40"/>
                  <a:gd name="T2" fmla="*/ 520 w 40"/>
                  <a:gd name="T3" fmla="*/ 8501 h 40"/>
                  <a:gd name="T4" fmla="*/ 5863 w 40"/>
                  <a:gd name="T5" fmla="*/ 13974 h 40"/>
                  <a:gd name="T6" fmla="*/ 9300 w 40"/>
                  <a:gd name="T7" fmla="*/ 5896 h 40"/>
                  <a:gd name="T8" fmla="*/ 4220 w 40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7" y="2"/>
                    </a:moveTo>
                    <a:cubicBezTo>
                      <a:pt x="7" y="4"/>
                      <a:pt x="0" y="13"/>
                      <a:pt x="2" y="23"/>
                    </a:cubicBezTo>
                    <a:cubicBezTo>
                      <a:pt x="4" y="33"/>
                      <a:pt x="14" y="40"/>
                      <a:pt x="24" y="38"/>
                    </a:cubicBezTo>
                    <a:cubicBezTo>
                      <a:pt x="33" y="36"/>
                      <a:pt x="40" y="26"/>
                      <a:pt x="38" y="16"/>
                    </a:cubicBezTo>
                    <a:cubicBezTo>
                      <a:pt x="36" y="6"/>
                      <a:pt x="26" y="0"/>
                      <a:pt x="17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3" name="Freeform 986">
                <a:extLst>
                  <a:ext uri="{FF2B5EF4-FFF2-40B4-BE49-F238E27FC236}">
                    <a16:creationId xmlns:a16="http://schemas.microsoft.com/office/drawing/2014/main" id="{120149E1-2ADE-4D4E-811B-E8433DB4A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628"/>
                <a:ext cx="55" cy="59"/>
              </a:xfrm>
              <a:custGeom>
                <a:avLst/>
                <a:gdLst>
                  <a:gd name="T0" fmla="*/ 2270 w 22"/>
                  <a:gd name="T1" fmla="*/ 402 h 22"/>
                  <a:gd name="T2" fmla="*/ 313 w 22"/>
                  <a:gd name="T3" fmla="*/ 4862 h 22"/>
                  <a:gd name="T4" fmla="*/ 3250 w 22"/>
                  <a:gd name="T5" fmla="*/ 7501 h 22"/>
                  <a:gd name="T6" fmla="*/ 5208 w 22"/>
                  <a:gd name="T7" fmla="*/ 3315 h 22"/>
                  <a:gd name="T8" fmla="*/ 2270 w 22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9" y="1"/>
                    </a:moveTo>
                    <a:cubicBezTo>
                      <a:pt x="4" y="2"/>
                      <a:pt x="0" y="7"/>
                      <a:pt x="1" y="13"/>
                    </a:cubicBezTo>
                    <a:cubicBezTo>
                      <a:pt x="2" y="18"/>
                      <a:pt x="8" y="22"/>
                      <a:pt x="13" y="20"/>
                    </a:cubicBezTo>
                    <a:cubicBezTo>
                      <a:pt x="18" y="19"/>
                      <a:pt x="22" y="14"/>
                      <a:pt x="21" y="9"/>
                    </a:cubicBezTo>
                    <a:cubicBezTo>
                      <a:pt x="20" y="4"/>
                      <a:pt x="15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4" name="Freeform 987">
                <a:extLst>
                  <a:ext uri="{FF2B5EF4-FFF2-40B4-BE49-F238E27FC236}">
                    <a16:creationId xmlns:a16="http://schemas.microsoft.com/office/drawing/2014/main" id="{9898597C-BFDF-4A4C-A432-ED3AF5FE8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641"/>
                <a:ext cx="18" cy="19"/>
              </a:xfrm>
              <a:custGeom>
                <a:avLst/>
                <a:gdLst>
                  <a:gd name="T0" fmla="*/ 918 w 7"/>
                  <a:gd name="T1" fmla="*/ 0 h 7"/>
                  <a:gd name="T2" fmla="*/ 0 w 7"/>
                  <a:gd name="T3" fmla="*/ 1620 h 7"/>
                  <a:gd name="T4" fmla="*/ 1137 w 7"/>
                  <a:gd name="T5" fmla="*/ 2823 h 7"/>
                  <a:gd name="T6" fmla="*/ 2003 w 7"/>
                  <a:gd name="T7" fmla="*/ 1200 h 7"/>
                  <a:gd name="T8" fmla="*/ 918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1" y="6"/>
                      <a:pt x="2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6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5" name="Freeform 988">
                <a:extLst>
                  <a:ext uri="{FF2B5EF4-FFF2-40B4-BE49-F238E27FC236}">
                    <a16:creationId xmlns:a16="http://schemas.microsoft.com/office/drawing/2014/main" id="{69453190-3917-4BAB-BBF7-81BF317E6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625"/>
                <a:ext cx="77" cy="83"/>
              </a:xfrm>
              <a:custGeom>
                <a:avLst/>
                <a:gdLst>
                  <a:gd name="T0" fmla="*/ 0 w 31"/>
                  <a:gd name="T1" fmla="*/ 8790 h 31"/>
                  <a:gd name="T2" fmla="*/ 3005 w 31"/>
                  <a:gd name="T3" fmla="*/ 9612 h 31"/>
                  <a:gd name="T4" fmla="*/ 5867 w 31"/>
                  <a:gd name="T5" fmla="*/ 2632 h 31"/>
                  <a:gd name="T6" fmla="*/ 4906 w 31"/>
                  <a:gd name="T7" fmla="*/ 0 h 31"/>
                  <a:gd name="T8" fmla="*/ 6818 w 31"/>
                  <a:gd name="T9" fmla="*/ 4013 h 31"/>
                  <a:gd name="T10" fmla="*/ 3771 w 31"/>
                  <a:gd name="T11" fmla="*/ 10996 h 31"/>
                  <a:gd name="T12" fmla="*/ 0 w 31"/>
                  <a:gd name="T13" fmla="*/ 879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4"/>
                    </a:moveTo>
                    <a:cubicBezTo>
                      <a:pt x="7" y="27"/>
                      <a:pt x="9" y="27"/>
                      <a:pt x="13" y="26"/>
                    </a:cubicBezTo>
                    <a:cubicBezTo>
                      <a:pt x="24" y="24"/>
                      <a:pt x="27" y="16"/>
                      <a:pt x="25" y="7"/>
                    </a:cubicBezTo>
                    <a:cubicBezTo>
                      <a:pt x="25" y="5"/>
                      <a:pt x="23" y="2"/>
                      <a:pt x="21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1" y="20"/>
                      <a:pt x="25" y="28"/>
                      <a:pt x="16" y="30"/>
                    </a:cubicBezTo>
                    <a:cubicBezTo>
                      <a:pt x="10" y="31"/>
                      <a:pt x="4" y="28"/>
                      <a:pt x="0" y="24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6" name="Freeform 989">
                <a:extLst>
                  <a:ext uri="{FF2B5EF4-FFF2-40B4-BE49-F238E27FC236}">
                    <a16:creationId xmlns:a16="http://schemas.microsoft.com/office/drawing/2014/main" id="{8D098DF8-4DB9-49C0-976E-459FE0C93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551"/>
                <a:ext cx="100" cy="106"/>
              </a:xfrm>
              <a:custGeom>
                <a:avLst/>
                <a:gdLst>
                  <a:gd name="T0" fmla="*/ 3908 w 40"/>
                  <a:gd name="T1" fmla="*/ 633 h 40"/>
                  <a:gd name="T2" fmla="*/ 520 w 40"/>
                  <a:gd name="T3" fmla="*/ 7984 h 40"/>
                  <a:gd name="T4" fmla="*/ 5675 w 40"/>
                  <a:gd name="T5" fmla="*/ 13216 h 40"/>
                  <a:gd name="T6" fmla="*/ 9300 w 40"/>
                  <a:gd name="T7" fmla="*/ 5470 h 40"/>
                  <a:gd name="T8" fmla="*/ 3908 w 40"/>
                  <a:gd name="T9" fmla="*/ 63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6" y="4"/>
                      <a:pt x="0" y="13"/>
                      <a:pt x="2" y="23"/>
                    </a:cubicBezTo>
                    <a:cubicBezTo>
                      <a:pt x="4" y="33"/>
                      <a:pt x="13" y="40"/>
                      <a:pt x="23" y="38"/>
                    </a:cubicBezTo>
                    <a:cubicBezTo>
                      <a:pt x="33" y="36"/>
                      <a:pt x="40" y="26"/>
                      <a:pt x="38" y="16"/>
                    </a:cubicBezTo>
                    <a:cubicBezTo>
                      <a:pt x="36" y="6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7" name="Freeform 990">
                <a:extLst>
                  <a:ext uri="{FF2B5EF4-FFF2-40B4-BE49-F238E27FC236}">
                    <a16:creationId xmlns:a16="http://schemas.microsoft.com/office/drawing/2014/main" id="{8456D747-08B8-495A-BE4A-3B707DA7B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1569"/>
                <a:ext cx="52" cy="56"/>
              </a:xfrm>
              <a:custGeom>
                <a:avLst/>
                <a:gdLst>
                  <a:gd name="T0" fmla="*/ 2035 w 21"/>
                  <a:gd name="T1" fmla="*/ 397 h 21"/>
                  <a:gd name="T2" fmla="*/ 183 w 21"/>
                  <a:gd name="T3" fmla="*/ 4701 h 21"/>
                  <a:gd name="T4" fmla="*/ 2974 w 21"/>
                  <a:gd name="T5" fmla="*/ 7133 h 21"/>
                  <a:gd name="T6" fmla="*/ 4660 w 21"/>
                  <a:gd name="T7" fmla="*/ 3243 h 21"/>
                  <a:gd name="T8" fmla="*/ 2035 w 21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4" y="2"/>
                      <a:pt x="0" y="7"/>
                      <a:pt x="1" y="13"/>
                    </a:cubicBezTo>
                    <a:cubicBezTo>
                      <a:pt x="2" y="18"/>
                      <a:pt x="7" y="21"/>
                      <a:pt x="13" y="20"/>
                    </a:cubicBezTo>
                    <a:cubicBezTo>
                      <a:pt x="18" y="19"/>
                      <a:pt x="21" y="14"/>
                      <a:pt x="20" y="9"/>
                    </a:cubicBezTo>
                    <a:cubicBezTo>
                      <a:pt x="19" y="3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8" name="Freeform 991">
                <a:extLst>
                  <a:ext uri="{FF2B5EF4-FFF2-40B4-BE49-F238E27FC236}">
                    <a16:creationId xmlns:a16="http://schemas.microsoft.com/office/drawing/2014/main" id="{6EAB89FF-7C93-4113-8ED9-F13EE07CF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583"/>
                <a:ext cx="20" cy="18"/>
              </a:xfrm>
              <a:custGeom>
                <a:avLst/>
                <a:gdLst>
                  <a:gd name="T0" fmla="*/ 783 w 8"/>
                  <a:gd name="T1" fmla="*/ 0 h 7"/>
                  <a:gd name="T2" fmla="*/ 313 w 8"/>
                  <a:gd name="T3" fmla="*/ 1137 h 7"/>
                  <a:gd name="T4" fmla="*/ 1300 w 8"/>
                  <a:gd name="T5" fmla="*/ 2003 h 7"/>
                  <a:gd name="T6" fmla="*/ 1770 w 8"/>
                  <a:gd name="T7" fmla="*/ 918 h 7"/>
                  <a:gd name="T8" fmla="*/ 783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2" y="1"/>
                      <a:pt x="0" y="2"/>
                      <a:pt x="1" y="4"/>
                    </a:cubicBezTo>
                    <a:cubicBezTo>
                      <a:pt x="1" y="6"/>
                      <a:pt x="3" y="7"/>
                      <a:pt x="5" y="7"/>
                    </a:cubicBezTo>
                    <a:cubicBezTo>
                      <a:pt x="7" y="6"/>
                      <a:pt x="8" y="5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9" name="Freeform 992">
                <a:extLst>
                  <a:ext uri="{FF2B5EF4-FFF2-40B4-BE49-F238E27FC236}">
                    <a16:creationId xmlns:a16="http://schemas.microsoft.com/office/drawing/2014/main" id="{5741D046-4532-46C1-93EA-D6C1F6013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567"/>
                <a:ext cx="77" cy="82"/>
              </a:xfrm>
              <a:custGeom>
                <a:avLst/>
                <a:gdLst>
                  <a:gd name="T0" fmla="*/ 0 w 31"/>
                  <a:gd name="T1" fmla="*/ 8179 h 31"/>
                  <a:gd name="T2" fmla="*/ 2851 w 31"/>
                  <a:gd name="T3" fmla="*/ 8957 h 31"/>
                  <a:gd name="T4" fmla="*/ 5867 w 31"/>
                  <a:gd name="T5" fmla="*/ 2441 h 31"/>
                  <a:gd name="T6" fmla="*/ 4906 w 31"/>
                  <a:gd name="T7" fmla="*/ 0 h 31"/>
                  <a:gd name="T8" fmla="*/ 6818 w 31"/>
                  <a:gd name="T9" fmla="*/ 3777 h 31"/>
                  <a:gd name="T10" fmla="*/ 3771 w 31"/>
                  <a:gd name="T11" fmla="*/ 10237 h 31"/>
                  <a:gd name="T12" fmla="*/ 0 w 31"/>
                  <a:gd name="T13" fmla="*/ 81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4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5" y="5"/>
                      <a:pt x="22" y="2"/>
                      <a:pt x="21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1" y="19"/>
                      <a:pt x="25" y="28"/>
                      <a:pt x="16" y="30"/>
                    </a:cubicBezTo>
                    <a:cubicBezTo>
                      <a:pt x="10" y="31"/>
                      <a:pt x="4" y="28"/>
                      <a:pt x="0" y="24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0" name="Freeform 993">
                <a:extLst>
                  <a:ext uri="{FF2B5EF4-FFF2-40B4-BE49-F238E27FC236}">
                    <a16:creationId xmlns:a16="http://schemas.microsoft.com/office/drawing/2014/main" id="{B0AAC1DD-82D9-4109-91EC-8E8559C83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132"/>
                <a:ext cx="100" cy="107"/>
              </a:xfrm>
              <a:custGeom>
                <a:avLst/>
                <a:gdLst>
                  <a:gd name="T0" fmla="*/ 3908 w 40"/>
                  <a:gd name="T1" fmla="*/ 671 h 40"/>
                  <a:gd name="T2" fmla="*/ 520 w 40"/>
                  <a:gd name="T3" fmla="*/ 8745 h 40"/>
                  <a:gd name="T4" fmla="*/ 5675 w 40"/>
                  <a:gd name="T5" fmla="*/ 13974 h 40"/>
                  <a:gd name="T6" fmla="*/ 9300 w 40"/>
                  <a:gd name="T7" fmla="*/ 6147 h 40"/>
                  <a:gd name="T8" fmla="*/ 3908 w 40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6" y="4"/>
                      <a:pt x="0" y="14"/>
                      <a:pt x="2" y="24"/>
                    </a:cubicBezTo>
                    <a:cubicBezTo>
                      <a:pt x="4" y="34"/>
                      <a:pt x="13" y="40"/>
                      <a:pt x="23" y="38"/>
                    </a:cubicBezTo>
                    <a:cubicBezTo>
                      <a:pt x="33" y="36"/>
                      <a:pt x="40" y="27"/>
                      <a:pt x="38" y="17"/>
                    </a:cubicBezTo>
                    <a:cubicBezTo>
                      <a:pt x="36" y="7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1" name="Freeform 994">
                <a:extLst>
                  <a:ext uri="{FF2B5EF4-FFF2-40B4-BE49-F238E27FC236}">
                    <a16:creationId xmlns:a16="http://schemas.microsoft.com/office/drawing/2014/main" id="{DD03962C-373B-4CCF-BE5A-456C9DC0B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151"/>
                <a:ext cx="52" cy="58"/>
              </a:xfrm>
              <a:custGeom>
                <a:avLst/>
                <a:gdLst>
                  <a:gd name="T0" fmla="*/ 2035 w 21"/>
                  <a:gd name="T1" fmla="*/ 382 h 22"/>
                  <a:gd name="T2" fmla="*/ 183 w 21"/>
                  <a:gd name="T3" fmla="*/ 4345 h 22"/>
                  <a:gd name="T4" fmla="*/ 2974 w 21"/>
                  <a:gd name="T5" fmla="*/ 7000 h 22"/>
                  <a:gd name="T6" fmla="*/ 4660 w 21"/>
                  <a:gd name="T7" fmla="*/ 3045 h 22"/>
                  <a:gd name="T8" fmla="*/ 2035 w 21"/>
                  <a:gd name="T9" fmla="*/ 38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9" y="1"/>
                    </a:moveTo>
                    <a:cubicBezTo>
                      <a:pt x="3" y="3"/>
                      <a:pt x="0" y="8"/>
                      <a:pt x="1" y="13"/>
                    </a:cubicBezTo>
                    <a:cubicBezTo>
                      <a:pt x="2" y="18"/>
                      <a:pt x="7" y="22"/>
                      <a:pt x="13" y="21"/>
                    </a:cubicBezTo>
                    <a:cubicBezTo>
                      <a:pt x="18" y="20"/>
                      <a:pt x="21" y="15"/>
                      <a:pt x="20" y="9"/>
                    </a:cubicBezTo>
                    <a:cubicBezTo>
                      <a:pt x="19" y="4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2" name="Freeform 995">
                <a:extLst>
                  <a:ext uri="{FF2B5EF4-FFF2-40B4-BE49-F238E27FC236}">
                    <a16:creationId xmlns:a16="http://schemas.microsoft.com/office/drawing/2014/main" id="{551B4742-97CC-4FD2-88D7-E11A1F377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164"/>
                <a:ext cx="20" cy="21"/>
              </a:xfrm>
              <a:custGeom>
                <a:avLst/>
                <a:gdLst>
                  <a:gd name="T0" fmla="*/ 783 w 8"/>
                  <a:gd name="T1" fmla="*/ 378 h 8"/>
                  <a:gd name="T2" fmla="*/ 313 w 8"/>
                  <a:gd name="T3" fmla="*/ 1612 h 8"/>
                  <a:gd name="T4" fmla="*/ 1300 w 8"/>
                  <a:gd name="T5" fmla="*/ 2226 h 8"/>
                  <a:gd name="T6" fmla="*/ 1770 w 8"/>
                  <a:gd name="T7" fmla="*/ 992 h 8"/>
                  <a:gd name="T8" fmla="*/ 783 w 8"/>
                  <a:gd name="T9" fmla="*/ 37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1" y="6"/>
                      <a:pt x="3" y="8"/>
                      <a:pt x="5" y="7"/>
                    </a:cubicBezTo>
                    <a:cubicBezTo>
                      <a:pt x="6" y="7"/>
                      <a:pt x="8" y="5"/>
                      <a:pt x="7" y="3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3" name="Freeform 996">
                <a:extLst>
                  <a:ext uri="{FF2B5EF4-FFF2-40B4-BE49-F238E27FC236}">
                    <a16:creationId xmlns:a16="http://schemas.microsoft.com/office/drawing/2014/main" id="{2B6A4513-DA3F-4510-8E43-58887D181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148"/>
                <a:ext cx="75" cy="83"/>
              </a:xfrm>
              <a:custGeom>
                <a:avLst/>
                <a:gdLst>
                  <a:gd name="T0" fmla="*/ 0 w 30"/>
                  <a:gd name="T1" fmla="*/ 8790 h 31"/>
                  <a:gd name="T2" fmla="*/ 2938 w 30"/>
                  <a:gd name="T3" fmla="*/ 9923 h 31"/>
                  <a:gd name="T4" fmla="*/ 6175 w 30"/>
                  <a:gd name="T5" fmla="*/ 2881 h 31"/>
                  <a:gd name="T6" fmla="*/ 5208 w 30"/>
                  <a:gd name="T7" fmla="*/ 0 h 31"/>
                  <a:gd name="T8" fmla="*/ 7158 w 30"/>
                  <a:gd name="T9" fmla="*/ 4013 h 31"/>
                  <a:gd name="T10" fmla="*/ 3908 w 30"/>
                  <a:gd name="T11" fmla="*/ 10996 h 31"/>
                  <a:gd name="T12" fmla="*/ 0 w 30"/>
                  <a:gd name="T13" fmla="*/ 879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4"/>
                    </a:moveTo>
                    <a:cubicBezTo>
                      <a:pt x="6" y="28"/>
                      <a:pt x="8" y="27"/>
                      <a:pt x="12" y="27"/>
                    </a:cubicBezTo>
                    <a:cubicBezTo>
                      <a:pt x="23" y="25"/>
                      <a:pt x="27" y="16"/>
                      <a:pt x="25" y="8"/>
                    </a:cubicBezTo>
                    <a:cubicBezTo>
                      <a:pt x="25" y="5"/>
                      <a:pt x="22" y="2"/>
                      <a:pt x="21" y="0"/>
                    </a:cubicBezTo>
                    <a:cubicBezTo>
                      <a:pt x="25" y="3"/>
                      <a:pt x="28" y="6"/>
                      <a:pt x="29" y="11"/>
                    </a:cubicBezTo>
                    <a:cubicBezTo>
                      <a:pt x="30" y="20"/>
                      <a:pt x="25" y="28"/>
                      <a:pt x="16" y="30"/>
                    </a:cubicBezTo>
                    <a:cubicBezTo>
                      <a:pt x="10" y="31"/>
                      <a:pt x="4" y="29"/>
                      <a:pt x="0" y="24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4" name="Freeform 997">
                <a:extLst>
                  <a:ext uri="{FF2B5EF4-FFF2-40B4-BE49-F238E27FC236}">
                    <a16:creationId xmlns:a16="http://schemas.microsoft.com/office/drawing/2014/main" id="{6A282487-4B3C-40CC-8823-A4A019F46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191"/>
                <a:ext cx="100" cy="106"/>
              </a:xfrm>
              <a:custGeom>
                <a:avLst/>
                <a:gdLst>
                  <a:gd name="T0" fmla="*/ 3908 w 40"/>
                  <a:gd name="T1" fmla="*/ 633 h 40"/>
                  <a:gd name="T2" fmla="*/ 520 w 40"/>
                  <a:gd name="T3" fmla="*/ 7984 h 40"/>
                  <a:gd name="T4" fmla="*/ 5675 w 40"/>
                  <a:gd name="T5" fmla="*/ 13216 h 40"/>
                  <a:gd name="T6" fmla="*/ 9300 w 40"/>
                  <a:gd name="T7" fmla="*/ 5470 h 40"/>
                  <a:gd name="T8" fmla="*/ 3908 w 40"/>
                  <a:gd name="T9" fmla="*/ 63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7" y="4"/>
                      <a:pt x="0" y="14"/>
                      <a:pt x="2" y="23"/>
                    </a:cubicBezTo>
                    <a:cubicBezTo>
                      <a:pt x="4" y="33"/>
                      <a:pt x="14" y="40"/>
                      <a:pt x="23" y="38"/>
                    </a:cubicBezTo>
                    <a:cubicBezTo>
                      <a:pt x="33" y="36"/>
                      <a:pt x="40" y="26"/>
                      <a:pt x="38" y="16"/>
                    </a:cubicBezTo>
                    <a:cubicBezTo>
                      <a:pt x="36" y="7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5" name="Freeform 998">
                <a:extLst>
                  <a:ext uri="{FF2B5EF4-FFF2-40B4-BE49-F238E27FC236}">
                    <a16:creationId xmlns:a16="http://schemas.microsoft.com/office/drawing/2014/main" id="{C50834EC-5853-4F02-8357-F14766EC2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2209"/>
                <a:ext cx="55" cy="59"/>
              </a:xfrm>
              <a:custGeom>
                <a:avLst/>
                <a:gdLst>
                  <a:gd name="T0" fmla="*/ 2270 w 22"/>
                  <a:gd name="T1" fmla="*/ 402 h 22"/>
                  <a:gd name="T2" fmla="*/ 313 w 22"/>
                  <a:gd name="T3" fmla="*/ 4862 h 22"/>
                  <a:gd name="T4" fmla="*/ 3250 w 22"/>
                  <a:gd name="T5" fmla="*/ 7753 h 22"/>
                  <a:gd name="T6" fmla="*/ 5208 w 22"/>
                  <a:gd name="T7" fmla="*/ 3315 h 22"/>
                  <a:gd name="T8" fmla="*/ 2270 w 22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9" y="1"/>
                    </a:moveTo>
                    <a:cubicBezTo>
                      <a:pt x="4" y="2"/>
                      <a:pt x="0" y="7"/>
                      <a:pt x="1" y="13"/>
                    </a:cubicBezTo>
                    <a:cubicBezTo>
                      <a:pt x="2" y="18"/>
                      <a:pt x="8" y="22"/>
                      <a:pt x="13" y="21"/>
                    </a:cubicBezTo>
                    <a:cubicBezTo>
                      <a:pt x="18" y="20"/>
                      <a:pt x="22" y="14"/>
                      <a:pt x="21" y="9"/>
                    </a:cubicBezTo>
                    <a:cubicBezTo>
                      <a:pt x="20" y="4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6" name="Freeform 999">
                <a:extLst>
                  <a:ext uri="{FF2B5EF4-FFF2-40B4-BE49-F238E27FC236}">
                    <a16:creationId xmlns:a16="http://schemas.microsoft.com/office/drawing/2014/main" id="{54EFCE79-BCD3-4A66-9590-B308A3775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223"/>
                <a:ext cx="17" cy="18"/>
              </a:xfrm>
              <a:custGeom>
                <a:avLst/>
                <a:gdLst>
                  <a:gd name="T0" fmla="*/ 590 w 7"/>
                  <a:gd name="T1" fmla="*/ 0 h 7"/>
                  <a:gd name="T2" fmla="*/ 0 w 7"/>
                  <a:gd name="T3" fmla="*/ 1137 h 7"/>
                  <a:gd name="T4" fmla="*/ 831 w 7"/>
                  <a:gd name="T5" fmla="*/ 2003 h 7"/>
                  <a:gd name="T6" fmla="*/ 1433 w 7"/>
                  <a:gd name="T7" fmla="*/ 918 h 7"/>
                  <a:gd name="T8" fmla="*/ 590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6"/>
                      <a:pt x="2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6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7" name="Freeform 1000">
                <a:extLst>
                  <a:ext uri="{FF2B5EF4-FFF2-40B4-BE49-F238E27FC236}">
                    <a16:creationId xmlns:a16="http://schemas.microsoft.com/office/drawing/2014/main" id="{FCF866D8-CD09-4664-9131-37B425C88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207"/>
                <a:ext cx="78" cy="82"/>
              </a:xfrm>
              <a:custGeom>
                <a:avLst/>
                <a:gdLst>
                  <a:gd name="T0" fmla="*/ 0 w 31"/>
                  <a:gd name="T1" fmla="*/ 8179 h 31"/>
                  <a:gd name="T2" fmla="*/ 3329 w 31"/>
                  <a:gd name="T3" fmla="*/ 8957 h 31"/>
                  <a:gd name="T4" fmla="*/ 6368 w 31"/>
                  <a:gd name="T5" fmla="*/ 2441 h 31"/>
                  <a:gd name="T6" fmla="*/ 5337 w 31"/>
                  <a:gd name="T7" fmla="*/ 0 h 31"/>
                  <a:gd name="T8" fmla="*/ 7375 w 31"/>
                  <a:gd name="T9" fmla="*/ 3777 h 31"/>
                  <a:gd name="T10" fmla="*/ 4046 w 31"/>
                  <a:gd name="T11" fmla="*/ 10237 h 31"/>
                  <a:gd name="T12" fmla="*/ 0 w 31"/>
                  <a:gd name="T13" fmla="*/ 81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4"/>
                    </a:moveTo>
                    <a:cubicBezTo>
                      <a:pt x="6" y="27"/>
                      <a:pt x="9" y="27"/>
                      <a:pt x="13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5" y="5"/>
                      <a:pt x="23" y="2"/>
                      <a:pt x="21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1" y="20"/>
                      <a:pt x="25" y="28"/>
                      <a:pt x="16" y="30"/>
                    </a:cubicBezTo>
                    <a:cubicBezTo>
                      <a:pt x="10" y="31"/>
                      <a:pt x="4" y="29"/>
                      <a:pt x="0" y="24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8" name="Freeform 1001">
                <a:extLst>
                  <a:ext uri="{FF2B5EF4-FFF2-40B4-BE49-F238E27FC236}">
                    <a16:creationId xmlns:a16="http://schemas.microsoft.com/office/drawing/2014/main" id="{12C92D82-D1C5-4438-BDEC-3E7124694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247"/>
                <a:ext cx="100" cy="106"/>
              </a:xfrm>
              <a:custGeom>
                <a:avLst/>
                <a:gdLst>
                  <a:gd name="T0" fmla="*/ 3908 w 40"/>
                  <a:gd name="T1" fmla="*/ 633 h 40"/>
                  <a:gd name="T2" fmla="*/ 520 w 40"/>
                  <a:gd name="T3" fmla="*/ 8393 h 40"/>
                  <a:gd name="T4" fmla="*/ 5675 w 40"/>
                  <a:gd name="T5" fmla="*/ 13216 h 40"/>
                  <a:gd name="T6" fmla="*/ 9300 w 40"/>
                  <a:gd name="T7" fmla="*/ 5864 h 40"/>
                  <a:gd name="T8" fmla="*/ 3908 w 40"/>
                  <a:gd name="T9" fmla="*/ 63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6" y="4"/>
                      <a:pt x="0" y="14"/>
                      <a:pt x="2" y="24"/>
                    </a:cubicBezTo>
                    <a:cubicBezTo>
                      <a:pt x="4" y="34"/>
                      <a:pt x="13" y="40"/>
                      <a:pt x="23" y="38"/>
                    </a:cubicBezTo>
                    <a:cubicBezTo>
                      <a:pt x="33" y="36"/>
                      <a:pt x="40" y="27"/>
                      <a:pt x="38" y="17"/>
                    </a:cubicBezTo>
                    <a:cubicBezTo>
                      <a:pt x="36" y="7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9" name="Freeform 1002">
                <a:extLst>
                  <a:ext uri="{FF2B5EF4-FFF2-40B4-BE49-F238E27FC236}">
                    <a16:creationId xmlns:a16="http://schemas.microsoft.com/office/drawing/2014/main" id="{7E58E145-696B-455A-BC5D-E9A222371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2279"/>
                <a:ext cx="17" cy="21"/>
              </a:xfrm>
              <a:custGeom>
                <a:avLst/>
                <a:gdLst>
                  <a:gd name="T0" fmla="*/ 590 w 7"/>
                  <a:gd name="T1" fmla="*/ 378 h 8"/>
                  <a:gd name="T2" fmla="*/ 0 w 7"/>
                  <a:gd name="T3" fmla="*/ 1612 h 8"/>
                  <a:gd name="T4" fmla="*/ 831 w 7"/>
                  <a:gd name="T5" fmla="*/ 2226 h 8"/>
                  <a:gd name="T6" fmla="*/ 1433 w 7"/>
                  <a:gd name="T7" fmla="*/ 992 h 8"/>
                  <a:gd name="T8" fmla="*/ 590 w 7"/>
                  <a:gd name="T9" fmla="*/ 37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6"/>
                      <a:pt x="2" y="8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6" y="1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0" name="Freeform 1003">
                <a:extLst>
                  <a:ext uri="{FF2B5EF4-FFF2-40B4-BE49-F238E27FC236}">
                    <a16:creationId xmlns:a16="http://schemas.microsoft.com/office/drawing/2014/main" id="{186A5E11-C7B9-4208-A9FE-24A0EA481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263"/>
                <a:ext cx="78" cy="82"/>
              </a:xfrm>
              <a:custGeom>
                <a:avLst/>
                <a:gdLst>
                  <a:gd name="T0" fmla="*/ 0 w 31"/>
                  <a:gd name="T1" fmla="*/ 8179 h 31"/>
                  <a:gd name="T2" fmla="*/ 3329 w 31"/>
                  <a:gd name="T3" fmla="*/ 9200 h 31"/>
                  <a:gd name="T4" fmla="*/ 6368 w 31"/>
                  <a:gd name="T5" fmla="*/ 2735 h 31"/>
                  <a:gd name="T6" fmla="*/ 5337 w 31"/>
                  <a:gd name="T7" fmla="*/ 0 h 31"/>
                  <a:gd name="T8" fmla="*/ 7375 w 31"/>
                  <a:gd name="T9" fmla="*/ 3777 h 31"/>
                  <a:gd name="T10" fmla="*/ 4046 w 31"/>
                  <a:gd name="T11" fmla="*/ 10237 h 31"/>
                  <a:gd name="T12" fmla="*/ 0 w 31"/>
                  <a:gd name="T13" fmla="*/ 81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4"/>
                    </a:moveTo>
                    <a:cubicBezTo>
                      <a:pt x="6" y="28"/>
                      <a:pt x="9" y="27"/>
                      <a:pt x="13" y="27"/>
                    </a:cubicBezTo>
                    <a:cubicBezTo>
                      <a:pt x="23" y="25"/>
                      <a:pt x="27" y="16"/>
                      <a:pt x="25" y="8"/>
                    </a:cubicBezTo>
                    <a:cubicBezTo>
                      <a:pt x="25" y="5"/>
                      <a:pt x="23" y="2"/>
                      <a:pt x="21" y="0"/>
                    </a:cubicBezTo>
                    <a:cubicBezTo>
                      <a:pt x="25" y="3"/>
                      <a:pt x="28" y="6"/>
                      <a:pt x="29" y="11"/>
                    </a:cubicBezTo>
                    <a:cubicBezTo>
                      <a:pt x="31" y="20"/>
                      <a:pt x="25" y="28"/>
                      <a:pt x="16" y="30"/>
                    </a:cubicBezTo>
                    <a:cubicBezTo>
                      <a:pt x="10" y="31"/>
                      <a:pt x="4" y="29"/>
                      <a:pt x="0" y="24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1" name="Freeform 1004">
                <a:extLst>
                  <a:ext uri="{FF2B5EF4-FFF2-40B4-BE49-F238E27FC236}">
                    <a16:creationId xmlns:a16="http://schemas.microsoft.com/office/drawing/2014/main" id="{2D01CA32-78D1-4D1D-913B-4399A46F5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305"/>
                <a:ext cx="100" cy="107"/>
              </a:xfrm>
              <a:custGeom>
                <a:avLst/>
                <a:gdLst>
                  <a:gd name="T0" fmla="*/ 4220 w 40"/>
                  <a:gd name="T1" fmla="*/ 671 h 40"/>
                  <a:gd name="T2" fmla="*/ 520 w 40"/>
                  <a:gd name="T3" fmla="*/ 8745 h 40"/>
                  <a:gd name="T4" fmla="*/ 5863 w 40"/>
                  <a:gd name="T5" fmla="*/ 13974 h 40"/>
                  <a:gd name="T6" fmla="*/ 9300 w 40"/>
                  <a:gd name="T7" fmla="*/ 6147 h 40"/>
                  <a:gd name="T8" fmla="*/ 4220 w 40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7" y="2"/>
                    </a:moveTo>
                    <a:cubicBezTo>
                      <a:pt x="7" y="4"/>
                      <a:pt x="0" y="14"/>
                      <a:pt x="2" y="24"/>
                    </a:cubicBezTo>
                    <a:cubicBezTo>
                      <a:pt x="4" y="34"/>
                      <a:pt x="14" y="40"/>
                      <a:pt x="24" y="38"/>
                    </a:cubicBezTo>
                    <a:cubicBezTo>
                      <a:pt x="34" y="36"/>
                      <a:pt x="40" y="27"/>
                      <a:pt x="38" y="17"/>
                    </a:cubicBezTo>
                    <a:cubicBezTo>
                      <a:pt x="36" y="7"/>
                      <a:pt x="27" y="0"/>
                      <a:pt x="17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2" name="Freeform 1005">
                <a:extLst>
                  <a:ext uri="{FF2B5EF4-FFF2-40B4-BE49-F238E27FC236}">
                    <a16:creationId xmlns:a16="http://schemas.microsoft.com/office/drawing/2014/main" id="{D1FED46E-A628-4E88-82D8-006B56AEF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337"/>
                <a:ext cx="17" cy="22"/>
              </a:xfrm>
              <a:custGeom>
                <a:avLst/>
                <a:gdLst>
                  <a:gd name="T0" fmla="*/ 590 w 7"/>
                  <a:gd name="T1" fmla="*/ 462 h 8"/>
                  <a:gd name="T2" fmla="*/ 0 w 7"/>
                  <a:gd name="T3" fmla="*/ 2225 h 8"/>
                  <a:gd name="T4" fmla="*/ 831 w 7"/>
                  <a:gd name="T5" fmla="*/ 2973 h 8"/>
                  <a:gd name="T6" fmla="*/ 1433 w 7"/>
                  <a:gd name="T7" fmla="*/ 1271 h 8"/>
                  <a:gd name="T8" fmla="*/ 590 w 7"/>
                  <a:gd name="T9" fmla="*/ 46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1" y="6"/>
                      <a:pt x="2" y="8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6" y="2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3" name="Freeform 1006">
                <a:extLst>
                  <a:ext uri="{FF2B5EF4-FFF2-40B4-BE49-F238E27FC236}">
                    <a16:creationId xmlns:a16="http://schemas.microsoft.com/office/drawing/2014/main" id="{3A6F5FC5-A96F-4A20-983B-566D0E7B7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321"/>
                <a:ext cx="78" cy="86"/>
              </a:xfrm>
              <a:custGeom>
                <a:avLst/>
                <a:gdLst>
                  <a:gd name="T0" fmla="*/ 0 w 31"/>
                  <a:gd name="T1" fmla="*/ 9121 h 32"/>
                  <a:gd name="T2" fmla="*/ 3329 w 31"/>
                  <a:gd name="T3" fmla="*/ 10229 h 32"/>
                  <a:gd name="T4" fmla="*/ 6577 w 31"/>
                  <a:gd name="T5" fmla="*/ 3085 h 32"/>
                  <a:gd name="T6" fmla="*/ 5337 w 31"/>
                  <a:gd name="T7" fmla="*/ 0 h 32"/>
                  <a:gd name="T8" fmla="*/ 7375 w 31"/>
                  <a:gd name="T9" fmla="*/ 4233 h 32"/>
                  <a:gd name="T10" fmla="*/ 4046 w 31"/>
                  <a:gd name="T11" fmla="*/ 11376 h 32"/>
                  <a:gd name="T12" fmla="*/ 0 w 31"/>
                  <a:gd name="T13" fmla="*/ 9121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0" y="24"/>
                    </a:moveTo>
                    <a:cubicBezTo>
                      <a:pt x="7" y="28"/>
                      <a:pt x="9" y="28"/>
                      <a:pt x="13" y="27"/>
                    </a:cubicBezTo>
                    <a:cubicBezTo>
                      <a:pt x="24" y="25"/>
                      <a:pt x="27" y="16"/>
                      <a:pt x="26" y="8"/>
                    </a:cubicBezTo>
                    <a:cubicBezTo>
                      <a:pt x="25" y="5"/>
                      <a:pt x="23" y="2"/>
                      <a:pt x="21" y="0"/>
                    </a:cubicBezTo>
                    <a:cubicBezTo>
                      <a:pt x="25" y="3"/>
                      <a:pt x="28" y="6"/>
                      <a:pt x="29" y="11"/>
                    </a:cubicBezTo>
                    <a:cubicBezTo>
                      <a:pt x="31" y="20"/>
                      <a:pt x="25" y="29"/>
                      <a:pt x="16" y="30"/>
                    </a:cubicBezTo>
                    <a:cubicBezTo>
                      <a:pt x="10" y="32"/>
                      <a:pt x="4" y="29"/>
                      <a:pt x="0" y="24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4" name="Freeform 1007">
                <a:extLst>
                  <a:ext uri="{FF2B5EF4-FFF2-40B4-BE49-F238E27FC236}">
                    <a16:creationId xmlns:a16="http://schemas.microsoft.com/office/drawing/2014/main" id="{E3D48A79-B0C9-4181-9EA4-132CD5CE7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132"/>
                <a:ext cx="100" cy="107"/>
              </a:xfrm>
              <a:custGeom>
                <a:avLst/>
                <a:gdLst>
                  <a:gd name="T0" fmla="*/ 520 w 40"/>
                  <a:gd name="T1" fmla="*/ 6147 h 40"/>
                  <a:gd name="T2" fmla="*/ 5863 w 40"/>
                  <a:gd name="T3" fmla="*/ 671 h 40"/>
                  <a:gd name="T4" fmla="*/ 9300 w 40"/>
                  <a:gd name="T5" fmla="*/ 8745 h 40"/>
                  <a:gd name="T6" fmla="*/ 4220 w 40"/>
                  <a:gd name="T7" fmla="*/ 13974 h 40"/>
                  <a:gd name="T8" fmla="*/ 520 w 40"/>
                  <a:gd name="T9" fmla="*/ 614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7"/>
                    </a:moveTo>
                    <a:cubicBezTo>
                      <a:pt x="4" y="7"/>
                      <a:pt x="14" y="0"/>
                      <a:pt x="24" y="2"/>
                    </a:cubicBezTo>
                    <a:cubicBezTo>
                      <a:pt x="34" y="4"/>
                      <a:pt x="40" y="14"/>
                      <a:pt x="38" y="24"/>
                    </a:cubicBezTo>
                    <a:cubicBezTo>
                      <a:pt x="36" y="34"/>
                      <a:pt x="27" y="40"/>
                      <a:pt x="17" y="38"/>
                    </a:cubicBezTo>
                    <a:cubicBezTo>
                      <a:pt x="7" y="36"/>
                      <a:pt x="0" y="27"/>
                      <a:pt x="2" y="17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5" name="Freeform 1008">
                <a:extLst>
                  <a:ext uri="{FF2B5EF4-FFF2-40B4-BE49-F238E27FC236}">
                    <a16:creationId xmlns:a16="http://schemas.microsoft.com/office/drawing/2014/main" id="{3411715B-5555-41E3-B129-83B752D02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145"/>
                <a:ext cx="52" cy="59"/>
              </a:xfrm>
              <a:custGeom>
                <a:avLst/>
                <a:gdLst>
                  <a:gd name="T0" fmla="*/ 183 w 21"/>
                  <a:gd name="T1" fmla="*/ 3315 h 22"/>
                  <a:gd name="T2" fmla="*/ 2778 w 21"/>
                  <a:gd name="T3" fmla="*/ 676 h 22"/>
                  <a:gd name="T4" fmla="*/ 4660 w 21"/>
                  <a:gd name="T5" fmla="*/ 4862 h 22"/>
                  <a:gd name="T6" fmla="*/ 1882 w 21"/>
                  <a:gd name="T7" fmla="*/ 7753 h 22"/>
                  <a:gd name="T8" fmla="*/ 183 w 21"/>
                  <a:gd name="T9" fmla="*/ 331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" y="9"/>
                    </a:moveTo>
                    <a:cubicBezTo>
                      <a:pt x="2" y="4"/>
                      <a:pt x="7" y="0"/>
                      <a:pt x="12" y="2"/>
                    </a:cubicBezTo>
                    <a:cubicBezTo>
                      <a:pt x="17" y="3"/>
                      <a:pt x="21" y="8"/>
                      <a:pt x="20" y="13"/>
                    </a:cubicBezTo>
                    <a:cubicBezTo>
                      <a:pt x="19" y="18"/>
                      <a:pt x="14" y="22"/>
                      <a:pt x="8" y="21"/>
                    </a:cubicBezTo>
                    <a:cubicBezTo>
                      <a:pt x="3" y="20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227" name="Group 1009">
              <a:extLst>
                <a:ext uri="{FF2B5EF4-FFF2-40B4-BE49-F238E27FC236}">
                  <a16:creationId xmlns:a16="http://schemas.microsoft.com/office/drawing/2014/main" id="{BDC887A9-267C-49D4-9744-BB1AA866A2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9" y="1473"/>
              <a:ext cx="843" cy="1016"/>
              <a:chOff x="919" y="1473"/>
              <a:chExt cx="843" cy="1016"/>
            </a:xfrm>
          </p:grpSpPr>
          <p:sp>
            <p:nvSpPr>
              <p:cNvPr id="20806" name="Freeform 1010">
                <a:extLst>
                  <a:ext uri="{FF2B5EF4-FFF2-40B4-BE49-F238E27FC236}">
                    <a16:creationId xmlns:a16="http://schemas.microsoft.com/office/drawing/2014/main" id="{1860DE86-9142-47FA-A5C4-152DDD346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151"/>
                <a:ext cx="80" cy="82"/>
              </a:xfrm>
              <a:custGeom>
                <a:avLst/>
                <a:gdLst>
                  <a:gd name="T0" fmla="*/ 5863 w 32"/>
                  <a:gd name="T1" fmla="*/ 0 h 31"/>
                  <a:gd name="T2" fmla="*/ 6645 w 32"/>
                  <a:gd name="T3" fmla="*/ 4407 h 31"/>
                  <a:gd name="T4" fmla="*/ 1958 w 32"/>
                  <a:gd name="T5" fmla="*/ 8957 h 31"/>
                  <a:gd name="T6" fmla="*/ 0 w 32"/>
                  <a:gd name="T7" fmla="*/ 7235 h 31"/>
                  <a:gd name="T8" fmla="*/ 2738 w 32"/>
                  <a:gd name="T9" fmla="*/ 9991 h 31"/>
                  <a:gd name="T10" fmla="*/ 7345 w 32"/>
                  <a:gd name="T11" fmla="*/ 5444 h 31"/>
                  <a:gd name="T12" fmla="*/ 5863 w 32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4" y="0"/>
                    </a:moveTo>
                    <a:cubicBezTo>
                      <a:pt x="28" y="7"/>
                      <a:pt x="28" y="9"/>
                      <a:pt x="27" y="13"/>
                    </a:cubicBezTo>
                    <a:cubicBezTo>
                      <a:pt x="25" y="24"/>
                      <a:pt x="16" y="27"/>
                      <a:pt x="8" y="26"/>
                    </a:cubicBezTo>
                    <a:cubicBezTo>
                      <a:pt x="5" y="25"/>
                      <a:pt x="2" y="23"/>
                      <a:pt x="0" y="21"/>
                    </a:cubicBezTo>
                    <a:cubicBezTo>
                      <a:pt x="3" y="25"/>
                      <a:pt x="6" y="28"/>
                      <a:pt x="11" y="29"/>
                    </a:cubicBezTo>
                    <a:cubicBezTo>
                      <a:pt x="20" y="31"/>
                      <a:pt x="29" y="25"/>
                      <a:pt x="30" y="16"/>
                    </a:cubicBezTo>
                    <a:cubicBezTo>
                      <a:pt x="32" y="10"/>
                      <a:pt x="29" y="4"/>
                      <a:pt x="24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7" name="Freeform 1011">
                <a:extLst>
                  <a:ext uri="{FF2B5EF4-FFF2-40B4-BE49-F238E27FC236}">
                    <a16:creationId xmlns:a16="http://schemas.microsoft.com/office/drawing/2014/main" id="{C99E35E0-96BF-4F85-8D22-C4862770F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191"/>
                <a:ext cx="100" cy="106"/>
              </a:xfrm>
              <a:custGeom>
                <a:avLst/>
                <a:gdLst>
                  <a:gd name="T0" fmla="*/ 520 w 40"/>
                  <a:gd name="T1" fmla="*/ 5470 h 40"/>
                  <a:gd name="T2" fmla="*/ 5863 w 40"/>
                  <a:gd name="T3" fmla="*/ 633 h 40"/>
                  <a:gd name="T4" fmla="*/ 9300 w 40"/>
                  <a:gd name="T5" fmla="*/ 7984 h 40"/>
                  <a:gd name="T6" fmla="*/ 3908 w 40"/>
                  <a:gd name="T7" fmla="*/ 13216 h 40"/>
                  <a:gd name="T8" fmla="*/ 520 w 40"/>
                  <a:gd name="T9" fmla="*/ 547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6"/>
                    </a:moveTo>
                    <a:cubicBezTo>
                      <a:pt x="4" y="7"/>
                      <a:pt x="14" y="0"/>
                      <a:pt x="24" y="2"/>
                    </a:cubicBezTo>
                    <a:cubicBezTo>
                      <a:pt x="33" y="4"/>
                      <a:pt x="40" y="14"/>
                      <a:pt x="38" y="23"/>
                    </a:cubicBezTo>
                    <a:cubicBezTo>
                      <a:pt x="36" y="33"/>
                      <a:pt x="26" y="40"/>
                      <a:pt x="16" y="38"/>
                    </a:cubicBezTo>
                    <a:cubicBezTo>
                      <a:pt x="7" y="36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8" name="Freeform 1012">
                <a:extLst>
                  <a:ext uri="{FF2B5EF4-FFF2-40B4-BE49-F238E27FC236}">
                    <a16:creationId xmlns:a16="http://schemas.microsoft.com/office/drawing/2014/main" id="{BC626051-659A-45C2-96F4-27A137B97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217"/>
                <a:ext cx="18" cy="19"/>
              </a:xfrm>
              <a:custGeom>
                <a:avLst/>
                <a:gdLst>
                  <a:gd name="T0" fmla="*/ 357 w 7"/>
                  <a:gd name="T1" fmla="*/ 1200 h 7"/>
                  <a:gd name="T2" fmla="*/ 1137 w 7"/>
                  <a:gd name="T3" fmla="*/ 0 h 7"/>
                  <a:gd name="T4" fmla="*/ 2003 w 7"/>
                  <a:gd name="T5" fmla="*/ 1620 h 7"/>
                  <a:gd name="T6" fmla="*/ 918 w 7"/>
                  <a:gd name="T7" fmla="*/ 2823 h 7"/>
                  <a:gd name="T8" fmla="*/ 357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9" name="Freeform 1013">
                <a:extLst>
                  <a:ext uri="{FF2B5EF4-FFF2-40B4-BE49-F238E27FC236}">
                    <a16:creationId xmlns:a16="http://schemas.microsoft.com/office/drawing/2014/main" id="{E9BA9EF8-BBE7-4C5B-B94B-FA3CF6B96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209"/>
                <a:ext cx="78" cy="83"/>
              </a:xfrm>
              <a:custGeom>
                <a:avLst/>
                <a:gdLst>
                  <a:gd name="T0" fmla="*/ 6051 w 31"/>
                  <a:gd name="T1" fmla="*/ 0 h 31"/>
                  <a:gd name="T2" fmla="*/ 6849 w 31"/>
                  <a:gd name="T3" fmla="*/ 4838 h 31"/>
                  <a:gd name="T4" fmla="*/ 1799 w 31"/>
                  <a:gd name="T5" fmla="*/ 9189 h 31"/>
                  <a:gd name="T6" fmla="*/ 0 w 31"/>
                  <a:gd name="T7" fmla="*/ 7714 h 31"/>
                  <a:gd name="T8" fmla="*/ 2805 w 31"/>
                  <a:gd name="T9" fmla="*/ 10744 h 31"/>
                  <a:gd name="T10" fmla="*/ 7584 w 31"/>
                  <a:gd name="T11" fmla="*/ 5914 h 31"/>
                  <a:gd name="T12" fmla="*/ 6051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4" y="0"/>
                    </a:moveTo>
                    <a:cubicBezTo>
                      <a:pt x="27" y="6"/>
                      <a:pt x="27" y="9"/>
                      <a:pt x="27" y="13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5" y="25"/>
                      <a:pt x="2" y="23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20" y="31"/>
                      <a:pt x="28" y="25"/>
                      <a:pt x="30" y="16"/>
                    </a:cubicBezTo>
                    <a:cubicBezTo>
                      <a:pt x="31" y="10"/>
                      <a:pt x="29" y="4"/>
                      <a:pt x="24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0" name="Freeform 1014">
                <a:extLst>
                  <a:ext uri="{FF2B5EF4-FFF2-40B4-BE49-F238E27FC236}">
                    <a16:creationId xmlns:a16="http://schemas.microsoft.com/office/drawing/2014/main" id="{C2686EE9-8BA0-4CB2-8C91-E52C2D2F9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247"/>
                <a:ext cx="100" cy="106"/>
              </a:xfrm>
              <a:custGeom>
                <a:avLst/>
                <a:gdLst>
                  <a:gd name="T0" fmla="*/ 520 w 40"/>
                  <a:gd name="T1" fmla="*/ 5864 h 40"/>
                  <a:gd name="T2" fmla="*/ 5863 w 40"/>
                  <a:gd name="T3" fmla="*/ 633 h 40"/>
                  <a:gd name="T4" fmla="*/ 9300 w 40"/>
                  <a:gd name="T5" fmla="*/ 8393 h 40"/>
                  <a:gd name="T6" fmla="*/ 4220 w 40"/>
                  <a:gd name="T7" fmla="*/ 13216 h 40"/>
                  <a:gd name="T8" fmla="*/ 520 w 40"/>
                  <a:gd name="T9" fmla="*/ 586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7"/>
                    </a:moveTo>
                    <a:cubicBezTo>
                      <a:pt x="4" y="7"/>
                      <a:pt x="14" y="0"/>
                      <a:pt x="24" y="2"/>
                    </a:cubicBezTo>
                    <a:cubicBezTo>
                      <a:pt x="33" y="4"/>
                      <a:pt x="40" y="14"/>
                      <a:pt x="38" y="24"/>
                    </a:cubicBezTo>
                    <a:cubicBezTo>
                      <a:pt x="36" y="34"/>
                      <a:pt x="26" y="40"/>
                      <a:pt x="17" y="38"/>
                    </a:cubicBezTo>
                    <a:cubicBezTo>
                      <a:pt x="7" y="36"/>
                      <a:pt x="0" y="27"/>
                      <a:pt x="2" y="17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1" name="Freeform 1015">
                <a:extLst>
                  <a:ext uri="{FF2B5EF4-FFF2-40B4-BE49-F238E27FC236}">
                    <a16:creationId xmlns:a16="http://schemas.microsoft.com/office/drawing/2014/main" id="{4F0CF8BF-D77F-48F5-9C3A-95726163E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260"/>
                <a:ext cx="55" cy="59"/>
              </a:xfrm>
              <a:custGeom>
                <a:avLst/>
                <a:gdLst>
                  <a:gd name="T0" fmla="*/ 313 w 22"/>
                  <a:gd name="T1" fmla="*/ 3315 h 22"/>
                  <a:gd name="T2" fmla="*/ 3250 w 22"/>
                  <a:gd name="T3" fmla="*/ 402 h 22"/>
                  <a:gd name="T4" fmla="*/ 5208 w 22"/>
                  <a:gd name="T5" fmla="*/ 4862 h 22"/>
                  <a:gd name="T6" fmla="*/ 2270 w 22"/>
                  <a:gd name="T7" fmla="*/ 7753 h 22"/>
                  <a:gd name="T8" fmla="*/ 313 w 22"/>
                  <a:gd name="T9" fmla="*/ 331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" y="9"/>
                    </a:moveTo>
                    <a:cubicBezTo>
                      <a:pt x="2" y="4"/>
                      <a:pt x="8" y="0"/>
                      <a:pt x="13" y="1"/>
                    </a:cubicBezTo>
                    <a:cubicBezTo>
                      <a:pt x="18" y="3"/>
                      <a:pt x="22" y="8"/>
                      <a:pt x="21" y="13"/>
                    </a:cubicBezTo>
                    <a:cubicBezTo>
                      <a:pt x="20" y="18"/>
                      <a:pt x="14" y="22"/>
                      <a:pt x="9" y="21"/>
                    </a:cubicBezTo>
                    <a:cubicBezTo>
                      <a:pt x="4" y="20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2" name="Freeform 1016">
                <a:extLst>
                  <a:ext uri="{FF2B5EF4-FFF2-40B4-BE49-F238E27FC236}">
                    <a16:creationId xmlns:a16="http://schemas.microsoft.com/office/drawing/2014/main" id="{E4DA7201-699D-4826-8725-52AFFC705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273"/>
                <a:ext cx="18" cy="19"/>
              </a:xfrm>
              <a:custGeom>
                <a:avLst/>
                <a:gdLst>
                  <a:gd name="T0" fmla="*/ 357 w 7"/>
                  <a:gd name="T1" fmla="*/ 1200 h 7"/>
                  <a:gd name="T2" fmla="*/ 1137 w 7"/>
                  <a:gd name="T3" fmla="*/ 0 h 7"/>
                  <a:gd name="T4" fmla="*/ 2003 w 7"/>
                  <a:gd name="T5" fmla="*/ 1620 h 7"/>
                  <a:gd name="T6" fmla="*/ 918 w 7"/>
                  <a:gd name="T7" fmla="*/ 2823 h 7"/>
                  <a:gd name="T8" fmla="*/ 357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3" name="Freeform 1017">
                <a:extLst>
                  <a:ext uri="{FF2B5EF4-FFF2-40B4-BE49-F238E27FC236}">
                    <a16:creationId xmlns:a16="http://schemas.microsoft.com/office/drawing/2014/main" id="{19A24030-E398-4BB6-9829-46BDC1036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265"/>
                <a:ext cx="78" cy="83"/>
              </a:xfrm>
              <a:custGeom>
                <a:avLst/>
                <a:gdLst>
                  <a:gd name="T0" fmla="*/ 6051 w 31"/>
                  <a:gd name="T1" fmla="*/ 0 h 31"/>
                  <a:gd name="T2" fmla="*/ 6849 w 31"/>
                  <a:gd name="T3" fmla="*/ 4838 h 31"/>
                  <a:gd name="T4" fmla="*/ 1799 w 31"/>
                  <a:gd name="T5" fmla="*/ 9612 h 31"/>
                  <a:gd name="T6" fmla="*/ 0 w 31"/>
                  <a:gd name="T7" fmla="*/ 7714 h 31"/>
                  <a:gd name="T8" fmla="*/ 2805 w 31"/>
                  <a:gd name="T9" fmla="*/ 10744 h 31"/>
                  <a:gd name="T10" fmla="*/ 7584 w 31"/>
                  <a:gd name="T11" fmla="*/ 5914 h 31"/>
                  <a:gd name="T12" fmla="*/ 6051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4" y="0"/>
                    </a:moveTo>
                    <a:cubicBezTo>
                      <a:pt x="28" y="7"/>
                      <a:pt x="27" y="9"/>
                      <a:pt x="27" y="13"/>
                    </a:cubicBezTo>
                    <a:cubicBezTo>
                      <a:pt x="24" y="24"/>
                      <a:pt x="16" y="27"/>
                      <a:pt x="7" y="26"/>
                    </a:cubicBezTo>
                    <a:cubicBezTo>
                      <a:pt x="5" y="25"/>
                      <a:pt x="2" y="23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20" y="31"/>
                      <a:pt x="28" y="25"/>
                      <a:pt x="30" y="16"/>
                    </a:cubicBezTo>
                    <a:cubicBezTo>
                      <a:pt x="31" y="10"/>
                      <a:pt x="29" y="4"/>
                      <a:pt x="24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4" name="Freeform 1018">
                <a:extLst>
                  <a:ext uri="{FF2B5EF4-FFF2-40B4-BE49-F238E27FC236}">
                    <a16:creationId xmlns:a16="http://schemas.microsoft.com/office/drawing/2014/main" id="{327041A3-B87B-4B97-A9B6-CB5BE2D2F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305"/>
                <a:ext cx="100" cy="107"/>
              </a:xfrm>
              <a:custGeom>
                <a:avLst/>
                <a:gdLst>
                  <a:gd name="T0" fmla="*/ 520 w 40"/>
                  <a:gd name="T1" fmla="*/ 6147 h 40"/>
                  <a:gd name="T2" fmla="*/ 5675 w 40"/>
                  <a:gd name="T3" fmla="*/ 671 h 40"/>
                  <a:gd name="T4" fmla="*/ 9300 w 40"/>
                  <a:gd name="T5" fmla="*/ 8745 h 40"/>
                  <a:gd name="T6" fmla="*/ 3908 w 40"/>
                  <a:gd name="T7" fmla="*/ 13974 h 40"/>
                  <a:gd name="T8" fmla="*/ 520 w 40"/>
                  <a:gd name="T9" fmla="*/ 614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7"/>
                    </a:moveTo>
                    <a:cubicBezTo>
                      <a:pt x="4" y="7"/>
                      <a:pt x="13" y="0"/>
                      <a:pt x="23" y="2"/>
                    </a:cubicBezTo>
                    <a:cubicBezTo>
                      <a:pt x="33" y="4"/>
                      <a:pt x="40" y="14"/>
                      <a:pt x="38" y="24"/>
                    </a:cubicBezTo>
                    <a:cubicBezTo>
                      <a:pt x="36" y="34"/>
                      <a:pt x="26" y="40"/>
                      <a:pt x="16" y="38"/>
                    </a:cubicBezTo>
                    <a:cubicBezTo>
                      <a:pt x="6" y="36"/>
                      <a:pt x="0" y="27"/>
                      <a:pt x="2" y="17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5" name="Freeform 1019">
                <a:extLst>
                  <a:ext uri="{FF2B5EF4-FFF2-40B4-BE49-F238E27FC236}">
                    <a16:creationId xmlns:a16="http://schemas.microsoft.com/office/drawing/2014/main" id="{ABFF3BE4-CCAB-48DD-96C2-0D980F7DC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321"/>
                <a:ext cx="52" cy="56"/>
              </a:xfrm>
              <a:custGeom>
                <a:avLst/>
                <a:gdLst>
                  <a:gd name="T0" fmla="*/ 183 w 21"/>
                  <a:gd name="T1" fmla="*/ 2824 h 21"/>
                  <a:gd name="T2" fmla="*/ 2974 w 21"/>
                  <a:gd name="T3" fmla="*/ 397 h 21"/>
                  <a:gd name="T4" fmla="*/ 4660 w 21"/>
                  <a:gd name="T5" fmla="*/ 4301 h 21"/>
                  <a:gd name="T6" fmla="*/ 2035 w 21"/>
                  <a:gd name="T7" fmla="*/ 7133 h 21"/>
                  <a:gd name="T8" fmla="*/ 183 w 21"/>
                  <a:gd name="T9" fmla="*/ 282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" y="8"/>
                    </a:moveTo>
                    <a:cubicBezTo>
                      <a:pt x="2" y="3"/>
                      <a:pt x="7" y="0"/>
                      <a:pt x="13" y="1"/>
                    </a:cubicBezTo>
                    <a:cubicBezTo>
                      <a:pt x="18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3" y="19"/>
                      <a:pt x="0" y="14"/>
                      <a:pt x="1" y="8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6" name="Freeform 1020">
                <a:extLst>
                  <a:ext uri="{FF2B5EF4-FFF2-40B4-BE49-F238E27FC236}">
                    <a16:creationId xmlns:a16="http://schemas.microsoft.com/office/drawing/2014/main" id="{4207BFCF-BCD8-4BB5-A6F9-C33E2605F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332"/>
                <a:ext cx="18" cy="19"/>
              </a:xfrm>
              <a:custGeom>
                <a:avLst/>
                <a:gdLst>
                  <a:gd name="T0" fmla="*/ 0 w 7"/>
                  <a:gd name="T1" fmla="*/ 1200 h 7"/>
                  <a:gd name="T2" fmla="*/ 1137 w 7"/>
                  <a:gd name="T3" fmla="*/ 0 h 7"/>
                  <a:gd name="T4" fmla="*/ 2003 w 7"/>
                  <a:gd name="T5" fmla="*/ 1620 h 7"/>
                  <a:gd name="T6" fmla="*/ 918 w 7"/>
                  <a:gd name="T7" fmla="*/ 2823 h 7"/>
                  <a:gd name="T8" fmla="*/ 0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7" name="Freeform 1021">
                <a:extLst>
                  <a:ext uri="{FF2B5EF4-FFF2-40B4-BE49-F238E27FC236}">
                    <a16:creationId xmlns:a16="http://schemas.microsoft.com/office/drawing/2014/main" id="{6D73089C-1E1B-4E68-AE81-D043BD89B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324"/>
                <a:ext cx="78" cy="83"/>
              </a:xfrm>
              <a:custGeom>
                <a:avLst/>
                <a:gdLst>
                  <a:gd name="T0" fmla="*/ 6051 w 31"/>
                  <a:gd name="T1" fmla="*/ 0 h 31"/>
                  <a:gd name="T2" fmla="*/ 6577 w 31"/>
                  <a:gd name="T3" fmla="*/ 4838 h 31"/>
                  <a:gd name="T4" fmla="*/ 1799 w 31"/>
                  <a:gd name="T5" fmla="*/ 9612 h 31"/>
                  <a:gd name="T6" fmla="*/ 0 w 31"/>
                  <a:gd name="T7" fmla="*/ 8123 h 31"/>
                  <a:gd name="T8" fmla="*/ 2805 w 31"/>
                  <a:gd name="T9" fmla="*/ 10744 h 31"/>
                  <a:gd name="T10" fmla="*/ 7584 w 31"/>
                  <a:gd name="T11" fmla="*/ 6316 h 31"/>
                  <a:gd name="T12" fmla="*/ 6051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4" y="0"/>
                    </a:moveTo>
                    <a:cubicBezTo>
                      <a:pt x="27" y="7"/>
                      <a:pt x="27" y="9"/>
                      <a:pt x="26" y="13"/>
                    </a:cubicBezTo>
                    <a:cubicBezTo>
                      <a:pt x="24" y="24"/>
                      <a:pt x="16" y="27"/>
                      <a:pt x="7" y="26"/>
                    </a:cubicBezTo>
                    <a:cubicBezTo>
                      <a:pt x="5" y="25"/>
                      <a:pt x="2" y="23"/>
                      <a:pt x="0" y="22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19" y="31"/>
                      <a:pt x="28" y="25"/>
                      <a:pt x="30" y="17"/>
                    </a:cubicBezTo>
                    <a:cubicBezTo>
                      <a:pt x="31" y="10"/>
                      <a:pt x="28" y="4"/>
                      <a:pt x="24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8" name="Oval 1022">
                <a:extLst>
                  <a:ext uri="{FF2B5EF4-FFF2-40B4-BE49-F238E27FC236}">
                    <a16:creationId xmlns:a16="http://schemas.microsoft.com/office/drawing/2014/main" id="{361D1A11-4290-4C2A-90D9-EE463189B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9" y="1799"/>
                <a:ext cx="93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9" name="Oval 1023">
                <a:extLst>
                  <a:ext uri="{FF2B5EF4-FFF2-40B4-BE49-F238E27FC236}">
                    <a16:creationId xmlns:a16="http://schemas.microsoft.com/office/drawing/2014/main" id="{388CFEE3-18AE-4A7E-9B28-D78CFA267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4" y="1812"/>
                <a:ext cx="48" cy="51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0" name="Oval 1024">
                <a:extLst>
                  <a:ext uri="{FF2B5EF4-FFF2-40B4-BE49-F238E27FC236}">
                    <a16:creationId xmlns:a16="http://schemas.microsoft.com/office/drawing/2014/main" id="{844C7706-5F0C-4D2C-890E-67011860F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4" y="1823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1" name="Freeform 1025">
                <a:extLst>
                  <a:ext uri="{FF2B5EF4-FFF2-40B4-BE49-F238E27FC236}">
                    <a16:creationId xmlns:a16="http://schemas.microsoft.com/office/drawing/2014/main" id="{D8A9CF06-564D-46AE-B9BE-E23F14104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807"/>
                <a:ext cx="73" cy="82"/>
              </a:xfrm>
              <a:custGeom>
                <a:avLst/>
                <a:gdLst>
                  <a:gd name="T0" fmla="*/ 5057 w 29"/>
                  <a:gd name="T1" fmla="*/ 0 h 31"/>
                  <a:gd name="T2" fmla="*/ 6381 w 29"/>
                  <a:gd name="T3" fmla="*/ 4163 h 31"/>
                  <a:gd name="T4" fmla="*/ 2009 w 29"/>
                  <a:gd name="T5" fmla="*/ 9586 h 31"/>
                  <a:gd name="T6" fmla="*/ 0 w 29"/>
                  <a:gd name="T7" fmla="*/ 8957 h 31"/>
                  <a:gd name="T8" fmla="*/ 3333 w 29"/>
                  <a:gd name="T9" fmla="*/ 10620 h 31"/>
                  <a:gd name="T10" fmla="*/ 7383 w 29"/>
                  <a:gd name="T11" fmla="*/ 5185 h 31"/>
                  <a:gd name="T12" fmla="*/ 5057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0" y="0"/>
                    </a:moveTo>
                    <a:cubicBezTo>
                      <a:pt x="24" y="6"/>
                      <a:pt x="25" y="8"/>
                      <a:pt x="25" y="12"/>
                    </a:cubicBezTo>
                    <a:cubicBezTo>
                      <a:pt x="25" y="23"/>
                      <a:pt x="17" y="28"/>
                      <a:pt x="8" y="28"/>
                    </a:cubicBezTo>
                    <a:cubicBezTo>
                      <a:pt x="6" y="28"/>
                      <a:pt x="3" y="27"/>
                      <a:pt x="0" y="26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9"/>
                      <a:pt x="25" y="3"/>
                      <a:pt x="20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2" name="Oval 1026">
                <a:extLst>
                  <a:ext uri="{FF2B5EF4-FFF2-40B4-BE49-F238E27FC236}">
                    <a16:creationId xmlns:a16="http://schemas.microsoft.com/office/drawing/2014/main" id="{680D704D-D69B-435C-875F-AF71BAD04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9" y="1724"/>
                <a:ext cx="90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3" name="Oval 1027">
                <a:extLst>
                  <a:ext uri="{FF2B5EF4-FFF2-40B4-BE49-F238E27FC236}">
                    <a16:creationId xmlns:a16="http://schemas.microsoft.com/office/drawing/2014/main" id="{B71E8E5E-C3B7-4E05-A454-7BC6F1A5A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4" y="1735"/>
                <a:ext cx="48" cy="53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4" name="Oval 1028">
                <a:extLst>
                  <a:ext uri="{FF2B5EF4-FFF2-40B4-BE49-F238E27FC236}">
                    <a16:creationId xmlns:a16="http://schemas.microsoft.com/office/drawing/2014/main" id="{A59FEA47-127A-4307-A79B-4B35F10C9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2" y="1748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5" name="Freeform 1029">
                <a:extLst>
                  <a:ext uri="{FF2B5EF4-FFF2-40B4-BE49-F238E27FC236}">
                    <a16:creationId xmlns:a16="http://schemas.microsoft.com/office/drawing/2014/main" id="{05E45F15-2FF1-4877-9057-F8FF4ECBB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732"/>
                <a:ext cx="73" cy="83"/>
              </a:xfrm>
              <a:custGeom>
                <a:avLst/>
                <a:gdLst>
                  <a:gd name="T0" fmla="*/ 4866 w 29"/>
                  <a:gd name="T1" fmla="*/ 0 h 31"/>
                  <a:gd name="T2" fmla="*/ 6064 w 29"/>
                  <a:gd name="T3" fmla="*/ 4415 h 31"/>
                  <a:gd name="T4" fmla="*/ 2009 w 29"/>
                  <a:gd name="T5" fmla="*/ 10321 h 31"/>
                  <a:gd name="T6" fmla="*/ 0 w 29"/>
                  <a:gd name="T7" fmla="*/ 9612 h 31"/>
                  <a:gd name="T8" fmla="*/ 3048 w 29"/>
                  <a:gd name="T9" fmla="*/ 11398 h 31"/>
                  <a:gd name="T10" fmla="*/ 7383 w 29"/>
                  <a:gd name="T11" fmla="*/ 5491 h 31"/>
                  <a:gd name="T12" fmla="*/ 4866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6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9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6" name="Oval 1030">
                <a:extLst>
                  <a:ext uri="{FF2B5EF4-FFF2-40B4-BE49-F238E27FC236}">
                    <a16:creationId xmlns:a16="http://schemas.microsoft.com/office/drawing/2014/main" id="{A7348480-3725-4ECD-B470-D37950E45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7" y="1647"/>
                <a:ext cx="92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7" name="Oval 1031">
                <a:extLst>
                  <a:ext uri="{FF2B5EF4-FFF2-40B4-BE49-F238E27FC236}">
                    <a16:creationId xmlns:a16="http://schemas.microsoft.com/office/drawing/2014/main" id="{C541D5A4-4432-42F7-B87F-D32C3165F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1660"/>
                <a:ext cx="50" cy="51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8" name="Oval 1032">
                <a:extLst>
                  <a:ext uri="{FF2B5EF4-FFF2-40B4-BE49-F238E27FC236}">
                    <a16:creationId xmlns:a16="http://schemas.microsoft.com/office/drawing/2014/main" id="{C77546F8-A422-4FE8-BDB9-936F58763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2" y="167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9" name="Freeform 1033">
                <a:extLst>
                  <a:ext uri="{FF2B5EF4-FFF2-40B4-BE49-F238E27FC236}">
                    <a16:creationId xmlns:a16="http://schemas.microsoft.com/office/drawing/2014/main" id="{742A33C3-ACBF-437F-ADFF-12A11240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657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10104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0" name="Oval 1034">
                <a:extLst>
                  <a:ext uri="{FF2B5EF4-FFF2-40B4-BE49-F238E27FC236}">
                    <a16:creationId xmlns:a16="http://schemas.microsoft.com/office/drawing/2014/main" id="{5418F673-14EC-4A4D-BF17-3D82F035F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" y="1585"/>
                <a:ext cx="90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1" name="Oval 1035">
                <a:extLst>
                  <a:ext uri="{FF2B5EF4-FFF2-40B4-BE49-F238E27FC236}">
                    <a16:creationId xmlns:a16="http://schemas.microsoft.com/office/drawing/2014/main" id="{B7CA5EC7-2353-40C1-B723-55B040D60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1599"/>
                <a:ext cx="50" cy="50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2" name="Oval 1036">
                <a:extLst>
                  <a:ext uri="{FF2B5EF4-FFF2-40B4-BE49-F238E27FC236}">
                    <a16:creationId xmlns:a16="http://schemas.microsoft.com/office/drawing/2014/main" id="{87510C0D-FE34-4D50-936C-DDF1E1137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1609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3" name="Freeform 1037">
                <a:extLst>
                  <a:ext uri="{FF2B5EF4-FFF2-40B4-BE49-F238E27FC236}">
                    <a16:creationId xmlns:a16="http://schemas.microsoft.com/office/drawing/2014/main" id="{F3C4F466-7B35-4BBB-BD2F-2CD3E487C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1593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612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9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4" name="Oval 1038">
                <a:extLst>
                  <a:ext uri="{FF2B5EF4-FFF2-40B4-BE49-F238E27FC236}">
                    <a16:creationId xmlns:a16="http://schemas.microsoft.com/office/drawing/2014/main" id="{89F84861-0711-440A-9FE3-956CF854F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2" y="1513"/>
                <a:ext cx="92" cy="99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5" name="Oval 1039">
                <a:extLst>
                  <a:ext uri="{FF2B5EF4-FFF2-40B4-BE49-F238E27FC236}">
                    <a16:creationId xmlns:a16="http://schemas.microsoft.com/office/drawing/2014/main" id="{84A864B9-930C-438E-B1B1-D25C937A0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7" y="1527"/>
                <a:ext cx="50" cy="53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6" name="Oval 1040">
                <a:extLst>
                  <a:ext uri="{FF2B5EF4-FFF2-40B4-BE49-F238E27FC236}">
                    <a16:creationId xmlns:a16="http://schemas.microsoft.com/office/drawing/2014/main" id="{F15F1BDA-012E-4F31-A2C2-F3F2C1D15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7" y="1537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7" name="Freeform 1041">
                <a:extLst>
                  <a:ext uri="{FF2B5EF4-FFF2-40B4-BE49-F238E27FC236}">
                    <a16:creationId xmlns:a16="http://schemas.microsoft.com/office/drawing/2014/main" id="{106E7CED-159F-4A87-B653-CFC8FBB0E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524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770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7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5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8" name="Oval 1042">
                <a:extLst>
                  <a:ext uri="{FF2B5EF4-FFF2-40B4-BE49-F238E27FC236}">
                    <a16:creationId xmlns:a16="http://schemas.microsoft.com/office/drawing/2014/main" id="{32444FE1-628E-4CD1-93EC-34E4B9918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799"/>
                <a:ext cx="93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9" name="Oval 1043">
                <a:extLst>
                  <a:ext uri="{FF2B5EF4-FFF2-40B4-BE49-F238E27FC236}">
                    <a16:creationId xmlns:a16="http://schemas.microsoft.com/office/drawing/2014/main" id="{1C9AF2C1-152D-42A0-A790-4A017420D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812"/>
                <a:ext cx="50" cy="53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0" name="Freeform 1044">
                <a:extLst>
                  <a:ext uri="{FF2B5EF4-FFF2-40B4-BE49-F238E27FC236}">
                    <a16:creationId xmlns:a16="http://schemas.microsoft.com/office/drawing/2014/main" id="{F16E1E9F-2C9A-434F-B517-1BC5BFF28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823"/>
                <a:ext cx="17" cy="18"/>
              </a:xfrm>
              <a:custGeom>
                <a:avLst/>
                <a:gdLst>
                  <a:gd name="T0" fmla="*/ 831 w 7"/>
                  <a:gd name="T1" fmla="*/ 0 h 7"/>
                  <a:gd name="T2" fmla="*/ 0 w 7"/>
                  <a:gd name="T3" fmla="*/ 918 h 7"/>
                  <a:gd name="T4" fmla="*/ 831 w 7"/>
                  <a:gd name="T5" fmla="*/ 2003 h 7"/>
                  <a:gd name="T6" fmla="*/ 1433 w 7"/>
                  <a:gd name="T7" fmla="*/ 918 h 7"/>
                  <a:gd name="T8" fmla="*/ 831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2" y="0"/>
                      <a:pt x="1" y="2"/>
                      <a:pt x="0" y="3"/>
                    </a:cubicBezTo>
                    <a:cubicBezTo>
                      <a:pt x="1" y="5"/>
                      <a:pt x="2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2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1" name="Freeform 1045">
                <a:extLst>
                  <a:ext uri="{FF2B5EF4-FFF2-40B4-BE49-F238E27FC236}">
                    <a16:creationId xmlns:a16="http://schemas.microsoft.com/office/drawing/2014/main" id="{D2A4ED66-997C-4585-A05B-FC042C77A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815"/>
                <a:ext cx="78" cy="74"/>
              </a:xfrm>
              <a:custGeom>
                <a:avLst/>
                <a:gdLst>
                  <a:gd name="T0" fmla="*/ 0 w 31"/>
                  <a:gd name="T1" fmla="*/ 6441 h 28"/>
                  <a:gd name="T2" fmla="*/ 3014 w 31"/>
                  <a:gd name="T3" fmla="*/ 8145 h 28"/>
                  <a:gd name="T4" fmla="*/ 7058 w 31"/>
                  <a:gd name="T5" fmla="*/ 2730 h 28"/>
                  <a:gd name="T6" fmla="*/ 6368 w 31"/>
                  <a:gd name="T7" fmla="*/ 0 h 28"/>
                  <a:gd name="T8" fmla="*/ 7850 w 31"/>
                  <a:gd name="T9" fmla="*/ 4157 h 28"/>
                  <a:gd name="T10" fmla="*/ 3855 w 31"/>
                  <a:gd name="T11" fmla="*/ 9562 h 28"/>
                  <a:gd name="T12" fmla="*/ 0 w 31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2" name="Oval 1046">
                <a:extLst>
                  <a:ext uri="{FF2B5EF4-FFF2-40B4-BE49-F238E27FC236}">
                    <a16:creationId xmlns:a16="http://schemas.microsoft.com/office/drawing/2014/main" id="{AFCC76AB-D2BC-4DD6-A195-6A414819C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1724"/>
                <a:ext cx="93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3" name="Oval 1047">
                <a:extLst>
                  <a:ext uri="{FF2B5EF4-FFF2-40B4-BE49-F238E27FC236}">
                    <a16:creationId xmlns:a16="http://schemas.microsoft.com/office/drawing/2014/main" id="{0B120A85-4BFE-477F-8D33-5FBE9ADE0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1737"/>
                <a:ext cx="50" cy="54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4" name="Oval 1048">
                <a:extLst>
                  <a:ext uri="{FF2B5EF4-FFF2-40B4-BE49-F238E27FC236}">
                    <a16:creationId xmlns:a16="http://schemas.microsoft.com/office/drawing/2014/main" id="{D21191FB-0799-4AE1-B8C2-E99AE99C2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9" y="1748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5" name="Freeform 1049">
                <a:extLst>
                  <a:ext uri="{FF2B5EF4-FFF2-40B4-BE49-F238E27FC236}">
                    <a16:creationId xmlns:a16="http://schemas.microsoft.com/office/drawing/2014/main" id="{42AB903F-63BD-45EF-95A7-01E60DAA3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740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885 h 28"/>
                  <a:gd name="T6" fmla="*/ 6577 w 31"/>
                  <a:gd name="T7" fmla="*/ 0 h 28"/>
                  <a:gd name="T8" fmla="*/ 7850 w 31"/>
                  <a:gd name="T9" fmla="*/ 4420 h 28"/>
                  <a:gd name="T10" fmla="*/ 3855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6" name="Oval 1050">
                <a:extLst>
                  <a:ext uri="{FF2B5EF4-FFF2-40B4-BE49-F238E27FC236}">
                    <a16:creationId xmlns:a16="http://schemas.microsoft.com/office/drawing/2014/main" id="{C8AE3A58-7F73-4399-8F6E-9FACD2310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1647"/>
                <a:ext cx="90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7" name="Oval 1051">
                <a:extLst>
                  <a:ext uri="{FF2B5EF4-FFF2-40B4-BE49-F238E27FC236}">
                    <a16:creationId xmlns:a16="http://schemas.microsoft.com/office/drawing/2014/main" id="{7EDF01D0-B46C-42D5-AB02-711926435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660"/>
                <a:ext cx="48" cy="53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8" name="Oval 1052">
                <a:extLst>
                  <a:ext uri="{FF2B5EF4-FFF2-40B4-BE49-F238E27FC236}">
                    <a16:creationId xmlns:a16="http://schemas.microsoft.com/office/drawing/2014/main" id="{415F6C41-66C5-45CC-AC49-95D63280D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671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9" name="Freeform 1053">
                <a:extLst>
                  <a:ext uri="{FF2B5EF4-FFF2-40B4-BE49-F238E27FC236}">
                    <a16:creationId xmlns:a16="http://schemas.microsoft.com/office/drawing/2014/main" id="{D8216943-DF9B-4FEF-BBFF-FAE38F6F8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663"/>
                <a:ext cx="77" cy="74"/>
              </a:xfrm>
              <a:custGeom>
                <a:avLst/>
                <a:gdLst>
                  <a:gd name="T0" fmla="*/ 0 w 31"/>
                  <a:gd name="T1" fmla="*/ 6441 h 28"/>
                  <a:gd name="T2" fmla="*/ 2541 w 31"/>
                  <a:gd name="T3" fmla="*/ 8145 h 28"/>
                  <a:gd name="T4" fmla="*/ 6620 w 31"/>
                  <a:gd name="T5" fmla="*/ 2730 h 28"/>
                  <a:gd name="T6" fmla="*/ 5867 w 31"/>
                  <a:gd name="T7" fmla="*/ 0 h 28"/>
                  <a:gd name="T8" fmla="*/ 7263 w 31"/>
                  <a:gd name="T9" fmla="*/ 4157 h 28"/>
                  <a:gd name="T10" fmla="*/ 3313 w 31"/>
                  <a:gd name="T11" fmla="*/ 9562 h 28"/>
                  <a:gd name="T12" fmla="*/ 0 w 31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0" name="Oval 1054">
                <a:extLst>
                  <a:ext uri="{FF2B5EF4-FFF2-40B4-BE49-F238E27FC236}">
                    <a16:creationId xmlns:a16="http://schemas.microsoft.com/office/drawing/2014/main" id="{66F87EF9-E23F-460D-8291-925B2E865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585"/>
                <a:ext cx="90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1" name="Oval 1055">
                <a:extLst>
                  <a:ext uri="{FF2B5EF4-FFF2-40B4-BE49-F238E27FC236}">
                    <a16:creationId xmlns:a16="http://schemas.microsoft.com/office/drawing/2014/main" id="{0C211C9C-8021-4EB0-9F88-D2D238CD9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1599"/>
                <a:ext cx="47" cy="53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2" name="Oval 1056">
                <a:extLst>
                  <a:ext uri="{FF2B5EF4-FFF2-40B4-BE49-F238E27FC236}">
                    <a16:creationId xmlns:a16="http://schemas.microsoft.com/office/drawing/2014/main" id="{83005059-0FCF-48B0-90B1-AC66AD5D2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160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3" name="Freeform 1057">
                <a:extLst>
                  <a:ext uri="{FF2B5EF4-FFF2-40B4-BE49-F238E27FC236}">
                    <a16:creationId xmlns:a16="http://schemas.microsoft.com/office/drawing/2014/main" id="{21368DD6-0D09-4BB8-9076-D81E69C7F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601"/>
                <a:ext cx="75" cy="75"/>
              </a:xfrm>
              <a:custGeom>
                <a:avLst/>
                <a:gdLst>
                  <a:gd name="T0" fmla="*/ 0 w 30"/>
                  <a:gd name="T1" fmla="*/ 7053 h 28"/>
                  <a:gd name="T2" fmla="*/ 2738 w 30"/>
                  <a:gd name="T3" fmla="*/ 8804 h 28"/>
                  <a:gd name="T4" fmla="*/ 6845 w 30"/>
                  <a:gd name="T5" fmla="*/ 2885 h 28"/>
                  <a:gd name="T6" fmla="*/ 6175 w 30"/>
                  <a:gd name="T7" fmla="*/ 0 h 28"/>
                  <a:gd name="T8" fmla="*/ 7345 w 30"/>
                  <a:gd name="T9" fmla="*/ 4420 h 28"/>
                  <a:gd name="T10" fmla="*/ 3438 w 30"/>
                  <a:gd name="T11" fmla="*/ 10339 h 28"/>
                  <a:gd name="T12" fmla="*/ 0 w 30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4" name="Oval 1058">
                <a:extLst>
                  <a:ext uri="{FF2B5EF4-FFF2-40B4-BE49-F238E27FC236}">
                    <a16:creationId xmlns:a16="http://schemas.microsoft.com/office/drawing/2014/main" id="{9117550F-24EB-4AD1-8B19-84D4581B3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2" y="1513"/>
                <a:ext cx="92" cy="99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5" name="Oval 1059">
                <a:extLst>
                  <a:ext uri="{FF2B5EF4-FFF2-40B4-BE49-F238E27FC236}">
                    <a16:creationId xmlns:a16="http://schemas.microsoft.com/office/drawing/2014/main" id="{8B340DD5-F693-448F-B35B-FC9E07A4A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9" y="1524"/>
                <a:ext cx="50" cy="51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6" name="Oval 1060">
                <a:extLst>
                  <a:ext uri="{FF2B5EF4-FFF2-40B4-BE49-F238E27FC236}">
                    <a16:creationId xmlns:a16="http://schemas.microsoft.com/office/drawing/2014/main" id="{2820ECC8-7F76-45E1-A94B-36418606E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153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7" name="Freeform 1061">
                <a:extLst>
                  <a:ext uri="{FF2B5EF4-FFF2-40B4-BE49-F238E27FC236}">
                    <a16:creationId xmlns:a16="http://schemas.microsoft.com/office/drawing/2014/main" id="{427075ED-F00C-4B85-AACC-619974B3D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529"/>
                <a:ext cx="77" cy="78"/>
              </a:xfrm>
              <a:custGeom>
                <a:avLst/>
                <a:gdLst>
                  <a:gd name="T0" fmla="*/ 0 w 31"/>
                  <a:gd name="T1" fmla="*/ 7588 h 29"/>
                  <a:gd name="T2" fmla="*/ 2851 w 31"/>
                  <a:gd name="T3" fmla="*/ 9419 h 29"/>
                  <a:gd name="T4" fmla="*/ 6620 w 31"/>
                  <a:gd name="T5" fmla="*/ 3096 h 29"/>
                  <a:gd name="T6" fmla="*/ 5867 w 31"/>
                  <a:gd name="T7" fmla="*/ 0 h 29"/>
                  <a:gd name="T8" fmla="*/ 7263 w 31"/>
                  <a:gd name="T9" fmla="*/ 4492 h 29"/>
                  <a:gd name="T10" fmla="*/ 3313 w 31"/>
                  <a:gd name="T11" fmla="*/ 10995 h 29"/>
                  <a:gd name="T12" fmla="*/ 0 w 31"/>
                  <a:gd name="T13" fmla="*/ 758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5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3" y="29"/>
                      <a:pt x="14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8" name="Oval 1062">
                <a:extLst>
                  <a:ext uri="{FF2B5EF4-FFF2-40B4-BE49-F238E27FC236}">
                    <a16:creationId xmlns:a16="http://schemas.microsoft.com/office/drawing/2014/main" id="{0D27CAB9-D180-49AF-A453-F3F48F464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9" y="2068"/>
                <a:ext cx="93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9" name="Oval 1063">
                <a:extLst>
                  <a:ext uri="{FF2B5EF4-FFF2-40B4-BE49-F238E27FC236}">
                    <a16:creationId xmlns:a16="http://schemas.microsoft.com/office/drawing/2014/main" id="{68F50237-088C-48D0-BCE9-AD0DE70FD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2" y="2081"/>
                <a:ext cx="50" cy="54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0" name="Oval 1064">
                <a:extLst>
                  <a:ext uri="{FF2B5EF4-FFF2-40B4-BE49-F238E27FC236}">
                    <a16:creationId xmlns:a16="http://schemas.microsoft.com/office/drawing/2014/main" id="{11295A65-B05B-487F-9921-E0C11EC5D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2" y="2092"/>
                <a:ext cx="17" cy="19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1" name="Freeform 1065">
                <a:extLst>
                  <a:ext uri="{FF2B5EF4-FFF2-40B4-BE49-F238E27FC236}">
                    <a16:creationId xmlns:a16="http://schemas.microsoft.com/office/drawing/2014/main" id="{6B3FB73A-F85A-4E64-8D41-59A74E3FA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084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885 h 28"/>
                  <a:gd name="T6" fmla="*/ 6368 w 31"/>
                  <a:gd name="T7" fmla="*/ 0 h 28"/>
                  <a:gd name="T8" fmla="*/ 7850 w 31"/>
                  <a:gd name="T9" fmla="*/ 4420 h 28"/>
                  <a:gd name="T10" fmla="*/ 3855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2" name="Oval 1066">
                <a:extLst>
                  <a:ext uri="{FF2B5EF4-FFF2-40B4-BE49-F238E27FC236}">
                    <a16:creationId xmlns:a16="http://schemas.microsoft.com/office/drawing/2014/main" id="{A960CC0B-F91E-4999-B87B-B9B04241D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9" y="2143"/>
                <a:ext cx="93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3" name="Oval 1067">
                <a:extLst>
                  <a:ext uri="{FF2B5EF4-FFF2-40B4-BE49-F238E27FC236}">
                    <a16:creationId xmlns:a16="http://schemas.microsoft.com/office/drawing/2014/main" id="{55DB440B-C211-4CD6-ACFC-48D151B35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2" y="2159"/>
                <a:ext cx="50" cy="50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4" name="Oval 1068">
                <a:extLst>
                  <a:ext uri="{FF2B5EF4-FFF2-40B4-BE49-F238E27FC236}">
                    <a16:creationId xmlns:a16="http://schemas.microsoft.com/office/drawing/2014/main" id="{45538605-F47F-446B-9AC9-58C4A3FF5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2" y="2167"/>
                <a:ext cx="17" cy="18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5" name="Freeform 1069">
                <a:extLst>
                  <a:ext uri="{FF2B5EF4-FFF2-40B4-BE49-F238E27FC236}">
                    <a16:creationId xmlns:a16="http://schemas.microsoft.com/office/drawing/2014/main" id="{5141BA89-FF79-4B52-9A6E-A71A7D7C4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159"/>
                <a:ext cx="78" cy="74"/>
              </a:xfrm>
              <a:custGeom>
                <a:avLst/>
                <a:gdLst>
                  <a:gd name="T0" fmla="*/ 0 w 31"/>
                  <a:gd name="T1" fmla="*/ 6441 h 28"/>
                  <a:gd name="T2" fmla="*/ 3014 w 31"/>
                  <a:gd name="T3" fmla="*/ 8145 h 28"/>
                  <a:gd name="T4" fmla="*/ 7058 w 31"/>
                  <a:gd name="T5" fmla="*/ 2730 h 28"/>
                  <a:gd name="T6" fmla="*/ 6368 w 31"/>
                  <a:gd name="T7" fmla="*/ 0 h 28"/>
                  <a:gd name="T8" fmla="*/ 7850 w 31"/>
                  <a:gd name="T9" fmla="*/ 4157 h 28"/>
                  <a:gd name="T10" fmla="*/ 3520 w 31"/>
                  <a:gd name="T11" fmla="*/ 9562 h 28"/>
                  <a:gd name="T12" fmla="*/ 0 w 31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7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6" name="Oval 1070">
                <a:extLst>
                  <a:ext uri="{FF2B5EF4-FFF2-40B4-BE49-F238E27FC236}">
                    <a16:creationId xmlns:a16="http://schemas.microsoft.com/office/drawing/2014/main" id="{1594C029-8271-446E-9DC1-346B2F861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7" y="2220"/>
                <a:ext cx="92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7" name="Oval 1071">
                <a:extLst>
                  <a:ext uri="{FF2B5EF4-FFF2-40B4-BE49-F238E27FC236}">
                    <a16:creationId xmlns:a16="http://schemas.microsoft.com/office/drawing/2014/main" id="{12C50535-AEFE-4A23-B14C-D7841CE57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9" y="2233"/>
                <a:ext cx="50" cy="54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8" name="Freeform 1072">
                <a:extLst>
                  <a:ext uri="{FF2B5EF4-FFF2-40B4-BE49-F238E27FC236}">
                    <a16:creationId xmlns:a16="http://schemas.microsoft.com/office/drawing/2014/main" id="{7A87C6FD-5F34-4CCC-A6F5-671843546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236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6133 w 31"/>
                  <a:gd name="T7" fmla="*/ 0 h 28"/>
                  <a:gd name="T8" fmla="*/ 7263 w 31"/>
                  <a:gd name="T9" fmla="*/ 4420 h 28"/>
                  <a:gd name="T10" fmla="*/ 351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9" name="Oval 1073">
                <a:extLst>
                  <a:ext uri="{FF2B5EF4-FFF2-40B4-BE49-F238E27FC236}">
                    <a16:creationId xmlns:a16="http://schemas.microsoft.com/office/drawing/2014/main" id="{46C08E6A-F720-47E7-9BB2-C4E4B9963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" y="2281"/>
                <a:ext cx="90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0" name="Oval 1074">
                <a:extLst>
                  <a:ext uri="{FF2B5EF4-FFF2-40B4-BE49-F238E27FC236}">
                    <a16:creationId xmlns:a16="http://schemas.microsoft.com/office/drawing/2014/main" id="{4BDB1000-A62F-49B8-BF02-8AE5C2889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2305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1" name="Freeform 1075">
                <a:extLst>
                  <a:ext uri="{FF2B5EF4-FFF2-40B4-BE49-F238E27FC236}">
                    <a16:creationId xmlns:a16="http://schemas.microsoft.com/office/drawing/2014/main" id="{5AFC3657-C2E7-4AF6-AC61-B2A005DED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297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885 h 28"/>
                  <a:gd name="T6" fmla="*/ 6577 w 31"/>
                  <a:gd name="T7" fmla="*/ 0 h 28"/>
                  <a:gd name="T8" fmla="*/ 7850 w 31"/>
                  <a:gd name="T9" fmla="*/ 4420 h 28"/>
                  <a:gd name="T10" fmla="*/ 3855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2" name="Oval 1076">
                <a:extLst>
                  <a:ext uri="{FF2B5EF4-FFF2-40B4-BE49-F238E27FC236}">
                    <a16:creationId xmlns:a16="http://schemas.microsoft.com/office/drawing/2014/main" id="{D545EEB1-38BA-41C3-B591-23F6F6DCF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2" y="2351"/>
                <a:ext cx="92" cy="98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3" name="Oval 1077">
                <a:extLst>
                  <a:ext uri="{FF2B5EF4-FFF2-40B4-BE49-F238E27FC236}">
                    <a16:creationId xmlns:a16="http://schemas.microsoft.com/office/drawing/2014/main" id="{4A0ABF42-AB32-4AFF-8D4B-2AFA760DF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7" y="2377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4" name="Freeform 1078">
                <a:extLst>
                  <a:ext uri="{FF2B5EF4-FFF2-40B4-BE49-F238E27FC236}">
                    <a16:creationId xmlns:a16="http://schemas.microsoft.com/office/drawing/2014/main" id="{2E6749A1-9572-4A65-87D9-29F0ED5C9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369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5867 w 31"/>
                  <a:gd name="T7" fmla="*/ 0 h 28"/>
                  <a:gd name="T8" fmla="*/ 7263 w 31"/>
                  <a:gd name="T9" fmla="*/ 4420 h 28"/>
                  <a:gd name="T10" fmla="*/ 351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5" name="Oval 1079">
                <a:extLst>
                  <a:ext uri="{FF2B5EF4-FFF2-40B4-BE49-F238E27FC236}">
                    <a16:creationId xmlns:a16="http://schemas.microsoft.com/office/drawing/2014/main" id="{9351641C-3552-4A79-A92F-23633ACCC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068"/>
                <a:ext cx="93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6" name="Oval 1080">
                <a:extLst>
                  <a:ext uri="{FF2B5EF4-FFF2-40B4-BE49-F238E27FC236}">
                    <a16:creationId xmlns:a16="http://schemas.microsoft.com/office/drawing/2014/main" id="{C9E18A55-1150-4859-8969-EAF1B6AAC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2081"/>
                <a:ext cx="50" cy="51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7" name="Freeform 1081">
                <a:extLst>
                  <a:ext uri="{FF2B5EF4-FFF2-40B4-BE49-F238E27FC236}">
                    <a16:creationId xmlns:a16="http://schemas.microsoft.com/office/drawing/2014/main" id="{52DAE4A0-A382-47F8-99A6-3F9A12584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079"/>
                <a:ext cx="73" cy="80"/>
              </a:xfrm>
              <a:custGeom>
                <a:avLst/>
                <a:gdLst>
                  <a:gd name="T0" fmla="*/ 5057 w 29"/>
                  <a:gd name="T1" fmla="*/ 0 h 30"/>
                  <a:gd name="T2" fmla="*/ 6381 w 29"/>
                  <a:gd name="T3" fmla="*/ 3891 h 30"/>
                  <a:gd name="T4" fmla="*/ 2009 w 29"/>
                  <a:gd name="T5" fmla="*/ 10104 h 30"/>
                  <a:gd name="T6" fmla="*/ 0 w 29"/>
                  <a:gd name="T7" fmla="*/ 9045 h 30"/>
                  <a:gd name="T8" fmla="*/ 3333 w 29"/>
                  <a:gd name="T9" fmla="*/ 10773 h 30"/>
                  <a:gd name="T10" fmla="*/ 7383 w 29"/>
                  <a:gd name="T11" fmla="*/ 5005 h 30"/>
                  <a:gd name="T12" fmla="*/ 5057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3" y="26"/>
                      <a:pt x="0" y="25"/>
                    </a:cubicBezTo>
                    <a:cubicBezTo>
                      <a:pt x="3" y="28"/>
                      <a:pt x="8" y="30"/>
                      <a:pt x="13" y="30"/>
                    </a:cubicBezTo>
                    <a:cubicBezTo>
                      <a:pt x="22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8" name="Oval 1082">
                <a:extLst>
                  <a:ext uri="{FF2B5EF4-FFF2-40B4-BE49-F238E27FC236}">
                    <a16:creationId xmlns:a16="http://schemas.microsoft.com/office/drawing/2014/main" id="{53B51A6D-8547-4E62-B7FB-824B60028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143"/>
                <a:ext cx="93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9" name="Oval 1083">
                <a:extLst>
                  <a:ext uri="{FF2B5EF4-FFF2-40B4-BE49-F238E27FC236}">
                    <a16:creationId xmlns:a16="http://schemas.microsoft.com/office/drawing/2014/main" id="{3F6D960B-3A4A-4A6A-B920-5C349F958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9" y="2156"/>
                <a:ext cx="50" cy="51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0" name="Freeform 1084">
                <a:extLst>
                  <a:ext uri="{FF2B5EF4-FFF2-40B4-BE49-F238E27FC236}">
                    <a16:creationId xmlns:a16="http://schemas.microsoft.com/office/drawing/2014/main" id="{2A8B6068-0377-4463-9486-3FE33962B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153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10104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1" name="Oval 1085">
                <a:extLst>
                  <a:ext uri="{FF2B5EF4-FFF2-40B4-BE49-F238E27FC236}">
                    <a16:creationId xmlns:a16="http://schemas.microsoft.com/office/drawing/2014/main" id="{5B489BAB-2A12-42C4-A8B7-3262C6069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2220"/>
                <a:ext cx="90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2" name="Oval 1086">
                <a:extLst>
                  <a:ext uri="{FF2B5EF4-FFF2-40B4-BE49-F238E27FC236}">
                    <a16:creationId xmlns:a16="http://schemas.microsoft.com/office/drawing/2014/main" id="{719B21DF-111A-4B5C-8772-42179A4AF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244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3" name="Freeform 1087">
                <a:extLst>
                  <a:ext uri="{FF2B5EF4-FFF2-40B4-BE49-F238E27FC236}">
                    <a16:creationId xmlns:a16="http://schemas.microsoft.com/office/drawing/2014/main" id="{7B2538DF-7332-41C9-B402-0F19B6CEF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231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9707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7"/>
                      <a:pt x="8" y="27"/>
                    </a:cubicBezTo>
                    <a:cubicBezTo>
                      <a:pt x="6" y="27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5" y="2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4" name="Oval 1088">
                <a:extLst>
                  <a:ext uri="{FF2B5EF4-FFF2-40B4-BE49-F238E27FC236}">
                    <a16:creationId xmlns:a16="http://schemas.microsoft.com/office/drawing/2014/main" id="{A841D14C-A029-416C-8B7C-89CAD4F65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2281"/>
                <a:ext cx="90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5" name="Freeform 1089">
                <a:extLst>
                  <a:ext uri="{FF2B5EF4-FFF2-40B4-BE49-F238E27FC236}">
                    <a16:creationId xmlns:a16="http://schemas.microsoft.com/office/drawing/2014/main" id="{5AE80B63-62D9-4BE7-905F-C5D338B06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287"/>
                <a:ext cx="75" cy="74"/>
              </a:xfrm>
              <a:custGeom>
                <a:avLst/>
                <a:gdLst>
                  <a:gd name="T0" fmla="*/ 0 w 30"/>
                  <a:gd name="T1" fmla="*/ 3082 h 28"/>
                  <a:gd name="T2" fmla="*/ 2738 w 30"/>
                  <a:gd name="T3" fmla="*/ 1425 h 28"/>
                  <a:gd name="T4" fmla="*/ 6845 w 30"/>
                  <a:gd name="T5" fmla="*/ 6832 h 28"/>
                  <a:gd name="T6" fmla="*/ 6175 w 30"/>
                  <a:gd name="T7" fmla="*/ 9562 h 28"/>
                  <a:gd name="T8" fmla="*/ 7345 w 30"/>
                  <a:gd name="T9" fmla="*/ 5407 h 28"/>
                  <a:gd name="T10" fmla="*/ 3438 w 30"/>
                  <a:gd name="T11" fmla="*/ 0 h 28"/>
                  <a:gd name="T12" fmla="*/ 0 w 30"/>
                  <a:gd name="T13" fmla="*/ 308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9"/>
                    </a:moveTo>
                    <a:cubicBezTo>
                      <a:pt x="5" y="4"/>
                      <a:pt x="7" y="4"/>
                      <a:pt x="11" y="4"/>
                    </a:cubicBezTo>
                    <a:cubicBezTo>
                      <a:pt x="22" y="4"/>
                      <a:pt x="28" y="11"/>
                      <a:pt x="28" y="20"/>
                    </a:cubicBezTo>
                    <a:cubicBezTo>
                      <a:pt x="28" y="23"/>
                      <a:pt x="26" y="26"/>
                      <a:pt x="25" y="28"/>
                    </a:cubicBezTo>
                    <a:cubicBezTo>
                      <a:pt x="28" y="25"/>
                      <a:pt x="30" y="21"/>
                      <a:pt x="30" y="16"/>
                    </a:cubicBezTo>
                    <a:cubicBezTo>
                      <a:pt x="30" y="7"/>
                      <a:pt x="23" y="0"/>
                      <a:pt x="14" y="0"/>
                    </a:cubicBezTo>
                    <a:cubicBezTo>
                      <a:pt x="8" y="0"/>
                      <a:pt x="2" y="4"/>
                      <a:pt x="0" y="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6" name="Oval 1090">
                <a:extLst>
                  <a:ext uri="{FF2B5EF4-FFF2-40B4-BE49-F238E27FC236}">
                    <a16:creationId xmlns:a16="http://schemas.microsoft.com/office/drawing/2014/main" id="{F1CC2620-7A6A-451C-B834-78448BA79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2" y="2351"/>
                <a:ext cx="92" cy="98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7" name="Oval 1091">
                <a:extLst>
                  <a:ext uri="{FF2B5EF4-FFF2-40B4-BE49-F238E27FC236}">
                    <a16:creationId xmlns:a16="http://schemas.microsoft.com/office/drawing/2014/main" id="{A1B48D3E-6486-46F1-83F7-483D56C29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2" y="2383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8" name="Freeform 1092">
                <a:extLst>
                  <a:ext uri="{FF2B5EF4-FFF2-40B4-BE49-F238E27FC236}">
                    <a16:creationId xmlns:a16="http://schemas.microsoft.com/office/drawing/2014/main" id="{806ABC91-26B5-4853-ACF2-FAA0365F0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361"/>
                <a:ext cx="72" cy="83"/>
              </a:xfrm>
              <a:custGeom>
                <a:avLst/>
                <a:gdLst>
                  <a:gd name="T0" fmla="*/ 4715 w 29"/>
                  <a:gd name="T1" fmla="*/ 0 h 31"/>
                  <a:gd name="T2" fmla="*/ 5844 w 29"/>
                  <a:gd name="T3" fmla="*/ 4415 h 31"/>
                  <a:gd name="T4" fmla="*/ 1899 w 29"/>
                  <a:gd name="T5" fmla="*/ 10321 h 31"/>
                  <a:gd name="T6" fmla="*/ 0 w 29"/>
                  <a:gd name="T7" fmla="*/ 9189 h 31"/>
                  <a:gd name="T8" fmla="*/ 2818 w 29"/>
                  <a:gd name="T9" fmla="*/ 11398 h 31"/>
                  <a:gd name="T10" fmla="*/ 6793 w 29"/>
                  <a:gd name="T11" fmla="*/ 5491 h 31"/>
                  <a:gd name="T12" fmla="*/ 4715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0" y="0"/>
                    </a:moveTo>
                    <a:cubicBezTo>
                      <a:pt x="24" y="6"/>
                      <a:pt x="25" y="8"/>
                      <a:pt x="25" y="12"/>
                    </a:cubicBezTo>
                    <a:cubicBezTo>
                      <a:pt x="25" y="23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9"/>
                      <a:pt x="8" y="31"/>
                      <a:pt x="12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8"/>
                      <a:pt x="25" y="3"/>
                      <a:pt x="20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9" name="Oval 1093">
                <a:extLst>
                  <a:ext uri="{FF2B5EF4-FFF2-40B4-BE49-F238E27FC236}">
                    <a16:creationId xmlns:a16="http://schemas.microsoft.com/office/drawing/2014/main" id="{1BA2AE44-3E81-482A-B1D2-3149D10F9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" y="1863"/>
                <a:ext cx="92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90" name="Oval 1094">
                <a:extLst>
                  <a:ext uri="{FF2B5EF4-FFF2-40B4-BE49-F238E27FC236}">
                    <a16:creationId xmlns:a16="http://schemas.microsoft.com/office/drawing/2014/main" id="{0E3D5C03-B69B-4756-A1B4-9B1C69C1D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2" y="1876"/>
                <a:ext cx="47" cy="51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91" name="Oval 1095">
                <a:extLst>
                  <a:ext uri="{FF2B5EF4-FFF2-40B4-BE49-F238E27FC236}">
                    <a16:creationId xmlns:a16="http://schemas.microsoft.com/office/drawing/2014/main" id="{CBEBED95-4E24-4C41-9365-280804B5F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2" y="1887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92" name="Freeform 1096">
                <a:extLst>
                  <a:ext uri="{FF2B5EF4-FFF2-40B4-BE49-F238E27FC236}">
                    <a16:creationId xmlns:a16="http://schemas.microsoft.com/office/drawing/2014/main" id="{559B328B-49CE-4401-ACE0-F4FD79C01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1873"/>
                <a:ext cx="72" cy="80"/>
              </a:xfrm>
              <a:custGeom>
                <a:avLst/>
                <a:gdLst>
                  <a:gd name="T0" fmla="*/ 4715 w 29"/>
                  <a:gd name="T1" fmla="*/ 0 h 30"/>
                  <a:gd name="T2" fmla="*/ 5844 w 29"/>
                  <a:gd name="T3" fmla="*/ 3891 h 30"/>
                  <a:gd name="T4" fmla="*/ 1899 w 29"/>
                  <a:gd name="T5" fmla="*/ 9707 h 30"/>
                  <a:gd name="T6" fmla="*/ 0 w 29"/>
                  <a:gd name="T7" fmla="*/ 9045 h 30"/>
                  <a:gd name="T8" fmla="*/ 2818 w 29"/>
                  <a:gd name="T9" fmla="*/ 10773 h 30"/>
                  <a:gd name="T10" fmla="*/ 6793 w 29"/>
                  <a:gd name="T11" fmla="*/ 5005 h 30"/>
                  <a:gd name="T12" fmla="*/ 4715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7"/>
                      <a:pt x="8" y="27"/>
                    </a:cubicBezTo>
                    <a:cubicBezTo>
                      <a:pt x="6" y="27"/>
                      <a:pt x="2" y="26"/>
                      <a:pt x="0" y="25"/>
                    </a:cubicBezTo>
                    <a:cubicBezTo>
                      <a:pt x="3" y="28"/>
                      <a:pt x="8" y="30"/>
                      <a:pt x="12" y="30"/>
                    </a:cubicBezTo>
                    <a:cubicBezTo>
                      <a:pt x="21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3" name="Oval 1097">
                <a:extLst>
                  <a:ext uri="{FF2B5EF4-FFF2-40B4-BE49-F238E27FC236}">
                    <a16:creationId xmlns:a16="http://schemas.microsoft.com/office/drawing/2014/main" id="{856AD5AC-5E10-4B2F-A708-AF0B6CE93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2" y="1783"/>
                <a:ext cx="90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94" name="Oval 1098">
                <a:extLst>
                  <a:ext uri="{FF2B5EF4-FFF2-40B4-BE49-F238E27FC236}">
                    <a16:creationId xmlns:a16="http://schemas.microsoft.com/office/drawing/2014/main" id="{490EB9CC-79F5-4EB0-81E6-98F57B477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4" y="1796"/>
                <a:ext cx="50" cy="51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95" name="Oval 1099">
                <a:extLst>
                  <a:ext uri="{FF2B5EF4-FFF2-40B4-BE49-F238E27FC236}">
                    <a16:creationId xmlns:a16="http://schemas.microsoft.com/office/drawing/2014/main" id="{E297661D-0281-4274-BFA9-BA7A02BDC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1807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96" name="Freeform 1100">
                <a:extLst>
                  <a:ext uri="{FF2B5EF4-FFF2-40B4-BE49-F238E27FC236}">
                    <a16:creationId xmlns:a16="http://schemas.microsoft.com/office/drawing/2014/main" id="{94CB4876-4A80-4868-9D0B-8636B4DD9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793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10104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5" y="2"/>
                      <a:pt x="19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7" name="Oval 1101">
                <a:extLst>
                  <a:ext uri="{FF2B5EF4-FFF2-40B4-BE49-F238E27FC236}">
                    <a16:creationId xmlns:a16="http://schemas.microsoft.com/office/drawing/2014/main" id="{40355041-2111-46DB-BE8C-EC8AA74A1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1697"/>
                <a:ext cx="90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98" name="Oval 1102">
                <a:extLst>
                  <a:ext uri="{FF2B5EF4-FFF2-40B4-BE49-F238E27FC236}">
                    <a16:creationId xmlns:a16="http://schemas.microsoft.com/office/drawing/2014/main" id="{D17962FE-B985-4EE4-92F2-A3530D135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2" y="1708"/>
                <a:ext cx="47" cy="53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99" name="Oval 1103">
                <a:extLst>
                  <a:ext uri="{FF2B5EF4-FFF2-40B4-BE49-F238E27FC236}">
                    <a16:creationId xmlns:a16="http://schemas.microsoft.com/office/drawing/2014/main" id="{DCF182E5-9E99-4359-912A-9FD29844A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9" y="1721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0" name="Freeform 1104">
                <a:extLst>
                  <a:ext uri="{FF2B5EF4-FFF2-40B4-BE49-F238E27FC236}">
                    <a16:creationId xmlns:a16="http://schemas.microsoft.com/office/drawing/2014/main" id="{296126CC-0C89-4D63-A90E-250BC500A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1705"/>
                <a:ext cx="72" cy="83"/>
              </a:xfrm>
              <a:custGeom>
                <a:avLst/>
                <a:gdLst>
                  <a:gd name="T0" fmla="*/ 4439 w 29"/>
                  <a:gd name="T1" fmla="*/ 0 h 31"/>
                  <a:gd name="T2" fmla="*/ 5666 w 29"/>
                  <a:gd name="T3" fmla="*/ 4415 h 31"/>
                  <a:gd name="T4" fmla="*/ 1899 w 29"/>
                  <a:gd name="T5" fmla="*/ 10321 h 31"/>
                  <a:gd name="T6" fmla="*/ 0 w 29"/>
                  <a:gd name="T7" fmla="*/ 9612 h 31"/>
                  <a:gd name="T8" fmla="*/ 2818 w 29"/>
                  <a:gd name="T9" fmla="*/ 11398 h 31"/>
                  <a:gd name="T10" fmla="*/ 6793 w 29"/>
                  <a:gd name="T11" fmla="*/ 5491 h 31"/>
                  <a:gd name="T12" fmla="*/ 4439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6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9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1" name="Oval 1105">
                <a:extLst>
                  <a:ext uri="{FF2B5EF4-FFF2-40B4-BE49-F238E27FC236}">
                    <a16:creationId xmlns:a16="http://schemas.microsoft.com/office/drawing/2014/main" id="{72A2C886-7922-477F-8273-9D9DE6DD9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1623"/>
                <a:ext cx="90" cy="98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2" name="Oval 1106">
                <a:extLst>
                  <a:ext uri="{FF2B5EF4-FFF2-40B4-BE49-F238E27FC236}">
                    <a16:creationId xmlns:a16="http://schemas.microsoft.com/office/drawing/2014/main" id="{B55562F5-67DE-4051-86B4-70DA4AEC4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2" y="1636"/>
                <a:ext cx="50" cy="53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3" name="Oval 1107">
                <a:extLst>
                  <a:ext uri="{FF2B5EF4-FFF2-40B4-BE49-F238E27FC236}">
                    <a16:creationId xmlns:a16="http://schemas.microsoft.com/office/drawing/2014/main" id="{C276CBBB-3464-4BE9-9CC7-C0F36298A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2" y="1649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4" name="Freeform 1108">
                <a:extLst>
                  <a:ext uri="{FF2B5EF4-FFF2-40B4-BE49-F238E27FC236}">
                    <a16:creationId xmlns:a16="http://schemas.microsoft.com/office/drawing/2014/main" id="{0BB07517-456B-478C-B446-F8927DF81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633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5" name="Oval 1109">
                <a:extLst>
                  <a:ext uri="{FF2B5EF4-FFF2-40B4-BE49-F238E27FC236}">
                    <a16:creationId xmlns:a16="http://schemas.microsoft.com/office/drawing/2014/main" id="{E3266205-9B3E-4108-B98D-CAB66A145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7" y="1551"/>
                <a:ext cx="92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6" name="Oval 1110">
                <a:extLst>
                  <a:ext uri="{FF2B5EF4-FFF2-40B4-BE49-F238E27FC236}">
                    <a16:creationId xmlns:a16="http://schemas.microsoft.com/office/drawing/2014/main" id="{66874A07-6B62-4364-8B0C-A7DCE2869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2" y="1564"/>
                <a:ext cx="47" cy="51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7" name="Oval 1111">
                <a:extLst>
                  <a:ext uri="{FF2B5EF4-FFF2-40B4-BE49-F238E27FC236}">
                    <a16:creationId xmlns:a16="http://schemas.microsoft.com/office/drawing/2014/main" id="{E50AACD8-00D6-4CE6-8AEF-EBAB4268F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2" y="1575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8" name="Freeform 1112">
                <a:extLst>
                  <a:ext uri="{FF2B5EF4-FFF2-40B4-BE49-F238E27FC236}">
                    <a16:creationId xmlns:a16="http://schemas.microsoft.com/office/drawing/2014/main" id="{745C10DC-4C42-483A-98C1-162D61787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561"/>
                <a:ext cx="72" cy="80"/>
              </a:xfrm>
              <a:custGeom>
                <a:avLst/>
                <a:gdLst>
                  <a:gd name="T0" fmla="*/ 4715 w 29"/>
                  <a:gd name="T1" fmla="*/ 0 h 30"/>
                  <a:gd name="T2" fmla="*/ 5844 w 29"/>
                  <a:gd name="T3" fmla="*/ 3891 h 30"/>
                  <a:gd name="T4" fmla="*/ 1899 w 29"/>
                  <a:gd name="T5" fmla="*/ 10104 h 30"/>
                  <a:gd name="T6" fmla="*/ 0 w 29"/>
                  <a:gd name="T7" fmla="*/ 9045 h 30"/>
                  <a:gd name="T8" fmla="*/ 2818 w 29"/>
                  <a:gd name="T9" fmla="*/ 10773 h 30"/>
                  <a:gd name="T10" fmla="*/ 6793 w 29"/>
                  <a:gd name="T11" fmla="*/ 5005 h 30"/>
                  <a:gd name="T12" fmla="*/ 4715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8"/>
                      <a:pt x="8" y="30"/>
                      <a:pt x="12" y="30"/>
                    </a:cubicBezTo>
                    <a:cubicBezTo>
                      <a:pt x="21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9" name="Oval 1113">
                <a:extLst>
                  <a:ext uri="{FF2B5EF4-FFF2-40B4-BE49-F238E27FC236}">
                    <a16:creationId xmlns:a16="http://schemas.microsoft.com/office/drawing/2014/main" id="{8E5CA702-36B9-45C7-B423-8B92D38B2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7" y="1473"/>
                <a:ext cx="92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0" name="Oval 1114">
                <a:extLst>
                  <a:ext uri="{FF2B5EF4-FFF2-40B4-BE49-F238E27FC236}">
                    <a16:creationId xmlns:a16="http://schemas.microsoft.com/office/drawing/2014/main" id="{8075625A-A8DA-4DA7-84D5-E8B333C74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487"/>
                <a:ext cx="47" cy="50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1" name="Oval 1115">
                <a:extLst>
                  <a:ext uri="{FF2B5EF4-FFF2-40B4-BE49-F238E27FC236}">
                    <a16:creationId xmlns:a16="http://schemas.microsoft.com/office/drawing/2014/main" id="{569A3667-25CB-496A-94BE-02ACB4A91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1497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2" name="Freeform 1116">
                <a:extLst>
                  <a:ext uri="{FF2B5EF4-FFF2-40B4-BE49-F238E27FC236}">
                    <a16:creationId xmlns:a16="http://schemas.microsoft.com/office/drawing/2014/main" id="{9269B5EB-B5A1-41F8-8364-CEA0A680A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484"/>
                <a:ext cx="72" cy="80"/>
              </a:xfrm>
              <a:custGeom>
                <a:avLst/>
                <a:gdLst>
                  <a:gd name="T0" fmla="*/ 4439 w 29"/>
                  <a:gd name="T1" fmla="*/ 0 h 30"/>
                  <a:gd name="T2" fmla="*/ 5844 w 29"/>
                  <a:gd name="T3" fmla="*/ 3891 h 30"/>
                  <a:gd name="T4" fmla="*/ 1899 w 29"/>
                  <a:gd name="T5" fmla="*/ 10104 h 30"/>
                  <a:gd name="T6" fmla="*/ 0 w 29"/>
                  <a:gd name="T7" fmla="*/ 9045 h 30"/>
                  <a:gd name="T8" fmla="*/ 2818 w 29"/>
                  <a:gd name="T9" fmla="*/ 10773 h 30"/>
                  <a:gd name="T10" fmla="*/ 6793 w 29"/>
                  <a:gd name="T11" fmla="*/ 5005 h 30"/>
                  <a:gd name="T12" fmla="*/ 4439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9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8"/>
                      <a:pt x="8" y="30"/>
                      <a:pt x="12" y="30"/>
                    </a:cubicBezTo>
                    <a:cubicBezTo>
                      <a:pt x="21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3" name="Freeform 1117">
                <a:extLst>
                  <a:ext uri="{FF2B5EF4-FFF2-40B4-BE49-F238E27FC236}">
                    <a16:creationId xmlns:a16="http://schemas.microsoft.com/office/drawing/2014/main" id="{C2CEA378-1F21-4166-A807-96E6611D5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857"/>
                <a:ext cx="100" cy="107"/>
              </a:xfrm>
              <a:custGeom>
                <a:avLst/>
                <a:gdLst>
                  <a:gd name="T0" fmla="*/ 8125 w 40"/>
                  <a:gd name="T1" fmla="*/ 2605 h 40"/>
                  <a:gd name="T2" fmla="*/ 1770 w 40"/>
                  <a:gd name="T3" fmla="*/ 2605 h 40"/>
                  <a:gd name="T4" fmla="*/ 1770 w 40"/>
                  <a:gd name="T5" fmla="*/ 12043 h 40"/>
                  <a:gd name="T6" fmla="*/ 8125 w 40"/>
                  <a:gd name="T7" fmla="*/ 12043 h 40"/>
                  <a:gd name="T8" fmla="*/ 8125 w 40"/>
                  <a:gd name="T9" fmla="*/ 260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33" y="7"/>
                    </a:moveTo>
                    <a:cubicBezTo>
                      <a:pt x="25" y="0"/>
                      <a:pt x="14" y="0"/>
                      <a:pt x="7" y="7"/>
                    </a:cubicBezTo>
                    <a:cubicBezTo>
                      <a:pt x="0" y="14"/>
                      <a:pt x="0" y="26"/>
                      <a:pt x="7" y="33"/>
                    </a:cubicBezTo>
                    <a:cubicBezTo>
                      <a:pt x="14" y="40"/>
                      <a:pt x="25" y="40"/>
                      <a:pt x="33" y="33"/>
                    </a:cubicBezTo>
                    <a:cubicBezTo>
                      <a:pt x="40" y="26"/>
                      <a:pt x="40" y="14"/>
                      <a:pt x="33" y="7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4" name="Freeform 1118">
                <a:extLst>
                  <a:ext uri="{FF2B5EF4-FFF2-40B4-BE49-F238E27FC236}">
                    <a16:creationId xmlns:a16="http://schemas.microsoft.com/office/drawing/2014/main" id="{413CCF70-1C7D-40E6-A220-0A4915113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1871"/>
                <a:ext cx="52" cy="58"/>
              </a:xfrm>
              <a:custGeom>
                <a:avLst/>
                <a:gdLst>
                  <a:gd name="T0" fmla="*/ 4175 w 21"/>
                  <a:gd name="T1" fmla="*/ 1389 h 22"/>
                  <a:gd name="T2" fmla="*/ 943 w 21"/>
                  <a:gd name="T3" fmla="*/ 1389 h 22"/>
                  <a:gd name="T4" fmla="*/ 943 w 21"/>
                  <a:gd name="T5" fmla="*/ 5992 h 22"/>
                  <a:gd name="T6" fmla="*/ 4175 w 21"/>
                  <a:gd name="T7" fmla="*/ 5992 h 22"/>
                  <a:gd name="T8" fmla="*/ 4175 w 21"/>
                  <a:gd name="T9" fmla="*/ 138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8" y="4"/>
                    </a:moveTo>
                    <a:cubicBezTo>
                      <a:pt x="14" y="0"/>
                      <a:pt x="7" y="0"/>
                      <a:pt x="4" y="4"/>
                    </a:cubicBezTo>
                    <a:cubicBezTo>
                      <a:pt x="0" y="8"/>
                      <a:pt x="0" y="14"/>
                      <a:pt x="4" y="18"/>
                    </a:cubicBezTo>
                    <a:cubicBezTo>
                      <a:pt x="7" y="22"/>
                      <a:pt x="14" y="22"/>
                      <a:pt x="18" y="18"/>
                    </a:cubicBezTo>
                    <a:cubicBezTo>
                      <a:pt x="21" y="14"/>
                      <a:pt x="21" y="8"/>
                      <a:pt x="18" y="4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5" name="Freeform 1119">
                <a:extLst>
                  <a:ext uri="{FF2B5EF4-FFF2-40B4-BE49-F238E27FC236}">
                    <a16:creationId xmlns:a16="http://schemas.microsoft.com/office/drawing/2014/main" id="{B088ED87-25D2-4C5F-8C43-1DB3E3D16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1881"/>
                <a:ext cx="20" cy="19"/>
              </a:xfrm>
              <a:custGeom>
                <a:avLst/>
                <a:gdLst>
                  <a:gd name="T0" fmla="*/ 1488 w 8"/>
                  <a:gd name="T1" fmla="*/ 442 h 7"/>
                  <a:gd name="T2" fmla="*/ 520 w 8"/>
                  <a:gd name="T3" fmla="*/ 442 h 7"/>
                  <a:gd name="T4" fmla="*/ 520 w 8"/>
                  <a:gd name="T5" fmla="*/ 2342 h 7"/>
                  <a:gd name="T6" fmla="*/ 1488 w 8"/>
                  <a:gd name="T7" fmla="*/ 2342 h 7"/>
                  <a:gd name="T8" fmla="*/ 1488 w 8"/>
                  <a:gd name="T9" fmla="*/ 44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6" y="1"/>
                    </a:moveTo>
                    <a:cubicBezTo>
                      <a:pt x="5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2" y="6"/>
                    </a:cubicBezTo>
                    <a:cubicBezTo>
                      <a:pt x="3" y="7"/>
                      <a:pt x="5" y="7"/>
                      <a:pt x="6" y="6"/>
                    </a:cubicBezTo>
                    <a:cubicBezTo>
                      <a:pt x="8" y="5"/>
                      <a:pt x="8" y="3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6" name="Freeform 1120">
                <a:extLst>
                  <a:ext uri="{FF2B5EF4-FFF2-40B4-BE49-F238E27FC236}">
                    <a16:creationId xmlns:a16="http://schemas.microsoft.com/office/drawing/2014/main" id="{2C8FC61C-F5D3-4F06-8074-F80D116E3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884"/>
                <a:ext cx="80" cy="75"/>
              </a:xfrm>
              <a:custGeom>
                <a:avLst/>
                <a:gdLst>
                  <a:gd name="T0" fmla="*/ 0 w 32"/>
                  <a:gd name="T1" fmla="*/ 5518 h 28"/>
                  <a:gd name="T2" fmla="*/ 2738 w 32"/>
                  <a:gd name="T3" fmla="*/ 8129 h 28"/>
                  <a:gd name="T4" fmla="*/ 7158 w 32"/>
                  <a:gd name="T5" fmla="*/ 2885 h 28"/>
                  <a:gd name="T6" fmla="*/ 6845 w 32"/>
                  <a:gd name="T7" fmla="*/ 0 h 28"/>
                  <a:gd name="T8" fmla="*/ 7813 w 32"/>
                  <a:gd name="T9" fmla="*/ 4420 h 28"/>
                  <a:gd name="T10" fmla="*/ 3250 w 32"/>
                  <a:gd name="T11" fmla="*/ 9686 h 28"/>
                  <a:gd name="T12" fmla="*/ 0 w 32"/>
                  <a:gd name="T13" fmla="*/ 551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8">
                    <a:moveTo>
                      <a:pt x="0" y="15"/>
                    </a:moveTo>
                    <a:cubicBezTo>
                      <a:pt x="5" y="21"/>
                      <a:pt x="7" y="21"/>
                      <a:pt x="11" y="22"/>
                    </a:cubicBezTo>
                    <a:cubicBezTo>
                      <a:pt x="22" y="23"/>
                      <a:pt x="28" y="17"/>
                      <a:pt x="29" y="8"/>
                    </a:cubicBezTo>
                    <a:cubicBezTo>
                      <a:pt x="30" y="5"/>
                      <a:pt x="28" y="2"/>
                      <a:pt x="28" y="0"/>
                    </a:cubicBezTo>
                    <a:cubicBezTo>
                      <a:pt x="31" y="3"/>
                      <a:pt x="32" y="8"/>
                      <a:pt x="32" y="12"/>
                    </a:cubicBezTo>
                    <a:cubicBezTo>
                      <a:pt x="30" y="21"/>
                      <a:pt x="22" y="28"/>
                      <a:pt x="13" y="26"/>
                    </a:cubicBezTo>
                    <a:cubicBezTo>
                      <a:pt x="7" y="26"/>
                      <a:pt x="2" y="21"/>
                      <a:pt x="0" y="15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7" name="Oval 1121">
                <a:extLst>
                  <a:ext uri="{FF2B5EF4-FFF2-40B4-BE49-F238E27FC236}">
                    <a16:creationId xmlns:a16="http://schemas.microsoft.com/office/drawing/2014/main" id="{2984D29D-D545-4BD9-9919-F6323AFBA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4" y="1783"/>
                <a:ext cx="90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8" name="Oval 1122">
                <a:extLst>
                  <a:ext uri="{FF2B5EF4-FFF2-40B4-BE49-F238E27FC236}">
                    <a16:creationId xmlns:a16="http://schemas.microsoft.com/office/drawing/2014/main" id="{5529AD22-BB6F-48CC-A8CA-64B696D4A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7" y="1796"/>
                <a:ext cx="47" cy="53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9" name="Oval 1123">
                <a:extLst>
                  <a:ext uri="{FF2B5EF4-FFF2-40B4-BE49-F238E27FC236}">
                    <a16:creationId xmlns:a16="http://schemas.microsoft.com/office/drawing/2014/main" id="{ECE75F79-1B06-4788-9D21-C51E7D022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" y="1807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0" name="Freeform 1124">
                <a:extLst>
                  <a:ext uri="{FF2B5EF4-FFF2-40B4-BE49-F238E27FC236}">
                    <a16:creationId xmlns:a16="http://schemas.microsoft.com/office/drawing/2014/main" id="{8E05C246-1C2D-44FF-A158-2B60988D4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799"/>
                <a:ext cx="77" cy="74"/>
              </a:xfrm>
              <a:custGeom>
                <a:avLst/>
                <a:gdLst>
                  <a:gd name="T0" fmla="*/ 0 w 31"/>
                  <a:gd name="T1" fmla="*/ 6441 h 28"/>
                  <a:gd name="T2" fmla="*/ 2851 w 31"/>
                  <a:gd name="T3" fmla="*/ 8145 h 28"/>
                  <a:gd name="T4" fmla="*/ 6620 w 31"/>
                  <a:gd name="T5" fmla="*/ 2730 h 28"/>
                  <a:gd name="T6" fmla="*/ 6133 w 31"/>
                  <a:gd name="T7" fmla="*/ 0 h 28"/>
                  <a:gd name="T8" fmla="*/ 7263 w 31"/>
                  <a:gd name="T9" fmla="*/ 4157 h 28"/>
                  <a:gd name="T10" fmla="*/ 3510 w 31"/>
                  <a:gd name="T11" fmla="*/ 9562 h 28"/>
                  <a:gd name="T12" fmla="*/ 0 w 31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1" name="Oval 1125">
                <a:extLst>
                  <a:ext uri="{FF2B5EF4-FFF2-40B4-BE49-F238E27FC236}">
                    <a16:creationId xmlns:a16="http://schemas.microsoft.com/office/drawing/2014/main" id="{DDC1D149-BD92-46A6-93B0-F557AE892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1697"/>
                <a:ext cx="92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2" name="Oval 1126">
                <a:extLst>
                  <a:ext uri="{FF2B5EF4-FFF2-40B4-BE49-F238E27FC236}">
                    <a16:creationId xmlns:a16="http://schemas.microsoft.com/office/drawing/2014/main" id="{4CE9622A-29C7-4B96-8F17-C2E3B09C9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1711"/>
                <a:ext cx="50" cy="53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3" name="Oval 1127">
                <a:extLst>
                  <a:ext uri="{FF2B5EF4-FFF2-40B4-BE49-F238E27FC236}">
                    <a16:creationId xmlns:a16="http://schemas.microsoft.com/office/drawing/2014/main" id="{BF7BA843-4989-4D68-9497-E5061EFEC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1721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4" name="Freeform 1128">
                <a:extLst>
                  <a:ext uri="{FF2B5EF4-FFF2-40B4-BE49-F238E27FC236}">
                    <a16:creationId xmlns:a16="http://schemas.microsoft.com/office/drawing/2014/main" id="{0BB252EB-F7D6-454E-A17D-193AD126A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713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6133 w 31"/>
                  <a:gd name="T7" fmla="*/ 0 h 28"/>
                  <a:gd name="T8" fmla="*/ 7263 w 31"/>
                  <a:gd name="T9" fmla="*/ 4420 h 28"/>
                  <a:gd name="T10" fmla="*/ 351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5" name="Oval 1129">
                <a:extLst>
                  <a:ext uri="{FF2B5EF4-FFF2-40B4-BE49-F238E27FC236}">
                    <a16:creationId xmlns:a16="http://schemas.microsoft.com/office/drawing/2014/main" id="{4C4E2C33-58FB-4669-989C-7ED66F928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7" y="1623"/>
                <a:ext cx="90" cy="98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6" name="Oval 1130">
                <a:extLst>
                  <a:ext uri="{FF2B5EF4-FFF2-40B4-BE49-F238E27FC236}">
                    <a16:creationId xmlns:a16="http://schemas.microsoft.com/office/drawing/2014/main" id="{93DD4BD4-C90C-45E7-860B-02A003B4C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639"/>
                <a:ext cx="48" cy="53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7" name="Oval 1131">
                <a:extLst>
                  <a:ext uri="{FF2B5EF4-FFF2-40B4-BE49-F238E27FC236}">
                    <a16:creationId xmlns:a16="http://schemas.microsoft.com/office/drawing/2014/main" id="{DC11C38D-8C54-47BB-BD2F-98F55B6C8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1649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8" name="Freeform 1132">
                <a:extLst>
                  <a:ext uri="{FF2B5EF4-FFF2-40B4-BE49-F238E27FC236}">
                    <a16:creationId xmlns:a16="http://schemas.microsoft.com/office/drawing/2014/main" id="{0FD9C5D7-CCCA-42E1-BAEA-60ADA1BBE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641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633 h 28"/>
                  <a:gd name="T6" fmla="*/ 6577 w 31"/>
                  <a:gd name="T7" fmla="*/ 0 h 28"/>
                  <a:gd name="T8" fmla="*/ 7850 w 31"/>
                  <a:gd name="T9" fmla="*/ 4420 h 28"/>
                  <a:gd name="T10" fmla="*/ 3855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7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2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9" name="Oval 1133">
                <a:extLst>
                  <a:ext uri="{FF2B5EF4-FFF2-40B4-BE49-F238E27FC236}">
                    <a16:creationId xmlns:a16="http://schemas.microsoft.com/office/drawing/2014/main" id="{FD427A12-85DF-4DE6-B5F3-BFC9180C2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551"/>
                <a:ext cx="92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0" name="Oval 1134">
                <a:extLst>
                  <a:ext uri="{FF2B5EF4-FFF2-40B4-BE49-F238E27FC236}">
                    <a16:creationId xmlns:a16="http://schemas.microsoft.com/office/drawing/2014/main" id="{C9F3EA1D-2242-4D71-82C7-5511C19E9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7" y="1561"/>
                <a:ext cx="47" cy="54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1" name="Oval 1135">
                <a:extLst>
                  <a:ext uri="{FF2B5EF4-FFF2-40B4-BE49-F238E27FC236}">
                    <a16:creationId xmlns:a16="http://schemas.microsoft.com/office/drawing/2014/main" id="{D1DFB7C5-F465-4761-9476-A17C5F85C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7" y="1572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2" name="Freeform 1136">
                <a:extLst>
                  <a:ext uri="{FF2B5EF4-FFF2-40B4-BE49-F238E27FC236}">
                    <a16:creationId xmlns:a16="http://schemas.microsoft.com/office/drawing/2014/main" id="{B450892E-4789-44F0-B0EC-6723AD845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567"/>
                <a:ext cx="77" cy="74"/>
              </a:xfrm>
              <a:custGeom>
                <a:avLst/>
                <a:gdLst>
                  <a:gd name="T0" fmla="*/ 0 w 31"/>
                  <a:gd name="T1" fmla="*/ 6441 h 28"/>
                  <a:gd name="T2" fmla="*/ 2851 w 31"/>
                  <a:gd name="T3" fmla="*/ 8145 h 28"/>
                  <a:gd name="T4" fmla="*/ 6620 w 31"/>
                  <a:gd name="T5" fmla="*/ 2730 h 28"/>
                  <a:gd name="T6" fmla="*/ 5867 w 31"/>
                  <a:gd name="T7" fmla="*/ 0 h 28"/>
                  <a:gd name="T8" fmla="*/ 7263 w 31"/>
                  <a:gd name="T9" fmla="*/ 4157 h 28"/>
                  <a:gd name="T10" fmla="*/ 3510 w 31"/>
                  <a:gd name="T11" fmla="*/ 9562 h 28"/>
                  <a:gd name="T12" fmla="*/ 0 w 31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3" name="Oval 1137">
                <a:extLst>
                  <a:ext uri="{FF2B5EF4-FFF2-40B4-BE49-F238E27FC236}">
                    <a16:creationId xmlns:a16="http://schemas.microsoft.com/office/drawing/2014/main" id="{2C3AF06B-EC53-4E08-B80C-59D57B33F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473"/>
                <a:ext cx="92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4" name="Oval 1138">
                <a:extLst>
                  <a:ext uri="{FF2B5EF4-FFF2-40B4-BE49-F238E27FC236}">
                    <a16:creationId xmlns:a16="http://schemas.microsoft.com/office/drawing/2014/main" id="{0C427F9D-0FB0-4512-9E0C-D49EB306F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489"/>
                <a:ext cx="50" cy="51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5" name="Oval 1139">
                <a:extLst>
                  <a:ext uri="{FF2B5EF4-FFF2-40B4-BE49-F238E27FC236}">
                    <a16:creationId xmlns:a16="http://schemas.microsoft.com/office/drawing/2014/main" id="{D82B94A7-4BC4-4B1A-B408-B74BA23FD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2" y="1497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6" name="Freeform 1140">
                <a:extLst>
                  <a:ext uri="{FF2B5EF4-FFF2-40B4-BE49-F238E27FC236}">
                    <a16:creationId xmlns:a16="http://schemas.microsoft.com/office/drawing/2014/main" id="{FDA87114-116B-4195-819B-C4F2A1447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489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5867 w 31"/>
                  <a:gd name="T7" fmla="*/ 0 h 28"/>
                  <a:gd name="T8" fmla="*/ 7263 w 31"/>
                  <a:gd name="T9" fmla="*/ 4420 h 28"/>
                  <a:gd name="T10" fmla="*/ 351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7" name="Oval 1141">
                <a:extLst>
                  <a:ext uri="{FF2B5EF4-FFF2-40B4-BE49-F238E27FC236}">
                    <a16:creationId xmlns:a16="http://schemas.microsoft.com/office/drawing/2014/main" id="{26128D05-65A5-4DDA-945D-C57D6FB74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" y="2004"/>
                <a:ext cx="92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8" name="Oval 1142">
                <a:extLst>
                  <a:ext uri="{FF2B5EF4-FFF2-40B4-BE49-F238E27FC236}">
                    <a16:creationId xmlns:a16="http://schemas.microsoft.com/office/drawing/2014/main" id="{9E497894-987C-4832-BDBC-EACA09BEC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9" y="2017"/>
                <a:ext cx="50" cy="54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9" name="Oval 1143">
                <a:extLst>
                  <a:ext uri="{FF2B5EF4-FFF2-40B4-BE49-F238E27FC236}">
                    <a16:creationId xmlns:a16="http://schemas.microsoft.com/office/drawing/2014/main" id="{808F6355-4E4F-4BC1-BD1E-E2907A1A8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9" y="2028"/>
                <a:ext cx="18" cy="19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0" name="Freeform 1144">
                <a:extLst>
                  <a:ext uri="{FF2B5EF4-FFF2-40B4-BE49-F238E27FC236}">
                    <a16:creationId xmlns:a16="http://schemas.microsoft.com/office/drawing/2014/main" id="{84BD2A5D-92EA-42C1-A66A-F70E46E65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020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5867 w 31"/>
                  <a:gd name="T7" fmla="*/ 0 h 28"/>
                  <a:gd name="T8" fmla="*/ 7263 w 31"/>
                  <a:gd name="T9" fmla="*/ 4420 h 28"/>
                  <a:gd name="T10" fmla="*/ 3313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1" name="Oval 1145">
                <a:extLst>
                  <a:ext uri="{FF2B5EF4-FFF2-40B4-BE49-F238E27FC236}">
                    <a16:creationId xmlns:a16="http://schemas.microsoft.com/office/drawing/2014/main" id="{5B1076F3-3F84-4450-AD8A-0F93B3529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2" y="2084"/>
                <a:ext cx="90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2" name="Oval 1146">
                <a:extLst>
                  <a:ext uri="{FF2B5EF4-FFF2-40B4-BE49-F238E27FC236}">
                    <a16:creationId xmlns:a16="http://schemas.microsoft.com/office/drawing/2014/main" id="{F529927E-83D5-4025-A891-E69551558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4" y="2097"/>
                <a:ext cx="48" cy="54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3" name="Oval 1147">
                <a:extLst>
                  <a:ext uri="{FF2B5EF4-FFF2-40B4-BE49-F238E27FC236}">
                    <a16:creationId xmlns:a16="http://schemas.microsoft.com/office/drawing/2014/main" id="{A4BC90A0-4035-45D7-9ED3-14178976B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108"/>
                <a:ext cx="18" cy="19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4" name="Freeform 1148">
                <a:extLst>
                  <a:ext uri="{FF2B5EF4-FFF2-40B4-BE49-F238E27FC236}">
                    <a16:creationId xmlns:a16="http://schemas.microsoft.com/office/drawing/2014/main" id="{1A84E99A-68C9-4415-AE98-714F6380E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100"/>
                <a:ext cx="75" cy="75"/>
              </a:xfrm>
              <a:custGeom>
                <a:avLst/>
                <a:gdLst>
                  <a:gd name="T0" fmla="*/ 0 w 30"/>
                  <a:gd name="T1" fmla="*/ 7053 h 28"/>
                  <a:gd name="T2" fmla="*/ 2738 w 30"/>
                  <a:gd name="T3" fmla="*/ 8804 h 28"/>
                  <a:gd name="T4" fmla="*/ 6845 w 30"/>
                  <a:gd name="T5" fmla="*/ 2885 h 28"/>
                  <a:gd name="T6" fmla="*/ 6175 w 30"/>
                  <a:gd name="T7" fmla="*/ 0 h 28"/>
                  <a:gd name="T8" fmla="*/ 7345 w 30"/>
                  <a:gd name="T9" fmla="*/ 4420 h 28"/>
                  <a:gd name="T10" fmla="*/ 3438 w 30"/>
                  <a:gd name="T11" fmla="*/ 10339 h 28"/>
                  <a:gd name="T12" fmla="*/ 0 w 30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5" name="Oval 1149">
                <a:extLst>
                  <a:ext uri="{FF2B5EF4-FFF2-40B4-BE49-F238E27FC236}">
                    <a16:creationId xmlns:a16="http://schemas.microsoft.com/office/drawing/2014/main" id="{973F0AF9-60AD-463A-9745-DF9F0D061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169"/>
                <a:ext cx="90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6" name="Oval 1150">
                <a:extLst>
                  <a:ext uri="{FF2B5EF4-FFF2-40B4-BE49-F238E27FC236}">
                    <a16:creationId xmlns:a16="http://schemas.microsoft.com/office/drawing/2014/main" id="{D876CB38-4CE1-4D18-A397-81DC015CE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185"/>
                <a:ext cx="50" cy="51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7" name="Oval 1151">
                <a:extLst>
                  <a:ext uri="{FF2B5EF4-FFF2-40B4-BE49-F238E27FC236}">
                    <a16:creationId xmlns:a16="http://schemas.microsoft.com/office/drawing/2014/main" id="{9FDE68A0-FB7A-449D-8B3D-0DAF0CE8F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9" y="2193"/>
                <a:ext cx="18" cy="19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8" name="Freeform 1152">
                <a:extLst>
                  <a:ext uri="{FF2B5EF4-FFF2-40B4-BE49-F238E27FC236}">
                    <a16:creationId xmlns:a16="http://schemas.microsoft.com/office/drawing/2014/main" id="{D6373066-32EB-4252-B648-C17C407C9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185"/>
                <a:ext cx="77" cy="78"/>
              </a:xfrm>
              <a:custGeom>
                <a:avLst/>
                <a:gdLst>
                  <a:gd name="T0" fmla="*/ 0 w 31"/>
                  <a:gd name="T1" fmla="*/ 7163 h 29"/>
                  <a:gd name="T2" fmla="*/ 2851 w 31"/>
                  <a:gd name="T3" fmla="*/ 9166 h 29"/>
                  <a:gd name="T4" fmla="*/ 6620 w 31"/>
                  <a:gd name="T5" fmla="*/ 3096 h 29"/>
                  <a:gd name="T6" fmla="*/ 5867 w 31"/>
                  <a:gd name="T7" fmla="*/ 0 h 29"/>
                  <a:gd name="T8" fmla="*/ 7263 w 31"/>
                  <a:gd name="T9" fmla="*/ 4492 h 29"/>
                  <a:gd name="T10" fmla="*/ 3313 w 31"/>
                  <a:gd name="T11" fmla="*/ 10995 h 29"/>
                  <a:gd name="T12" fmla="*/ 0 w 31"/>
                  <a:gd name="T13" fmla="*/ 716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9"/>
                    </a:moveTo>
                    <a:cubicBezTo>
                      <a:pt x="5" y="24"/>
                      <a:pt x="7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9" name="Oval 1153">
                <a:extLst>
                  <a:ext uri="{FF2B5EF4-FFF2-40B4-BE49-F238E27FC236}">
                    <a16:creationId xmlns:a16="http://schemas.microsoft.com/office/drawing/2014/main" id="{D5E41C26-3B47-46E6-89DF-8A6FE6C06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2241"/>
                <a:ext cx="90" cy="99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0" name="Oval 1154">
                <a:extLst>
                  <a:ext uri="{FF2B5EF4-FFF2-40B4-BE49-F238E27FC236}">
                    <a16:creationId xmlns:a16="http://schemas.microsoft.com/office/drawing/2014/main" id="{C4A0E133-0CFD-4635-B363-F54E3583B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2" y="2257"/>
                <a:ext cx="47" cy="54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1" name="Oval 1155">
                <a:extLst>
                  <a:ext uri="{FF2B5EF4-FFF2-40B4-BE49-F238E27FC236}">
                    <a16:creationId xmlns:a16="http://schemas.microsoft.com/office/drawing/2014/main" id="{F51D19C3-F6FB-4C8C-B94F-EC792CE00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2" y="2268"/>
                <a:ext cx="17" cy="16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2" name="Freeform 1156">
                <a:extLst>
                  <a:ext uri="{FF2B5EF4-FFF2-40B4-BE49-F238E27FC236}">
                    <a16:creationId xmlns:a16="http://schemas.microsoft.com/office/drawing/2014/main" id="{5096DE86-8C1B-4E3F-8CA4-E72EBD8CE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257"/>
                <a:ext cx="75" cy="78"/>
              </a:xfrm>
              <a:custGeom>
                <a:avLst/>
                <a:gdLst>
                  <a:gd name="T0" fmla="*/ 0 w 30"/>
                  <a:gd name="T1" fmla="*/ 7588 h 29"/>
                  <a:gd name="T2" fmla="*/ 2738 w 30"/>
                  <a:gd name="T3" fmla="*/ 9419 h 29"/>
                  <a:gd name="T4" fmla="*/ 6845 w 30"/>
                  <a:gd name="T5" fmla="*/ 3096 h 29"/>
                  <a:gd name="T6" fmla="*/ 6175 w 30"/>
                  <a:gd name="T7" fmla="*/ 0 h 29"/>
                  <a:gd name="T8" fmla="*/ 7345 w 30"/>
                  <a:gd name="T9" fmla="*/ 4919 h 29"/>
                  <a:gd name="T10" fmla="*/ 3438 w 30"/>
                  <a:gd name="T11" fmla="*/ 10995 h 29"/>
                  <a:gd name="T12" fmla="*/ 0 w 30"/>
                  <a:gd name="T13" fmla="*/ 758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20"/>
                    </a:moveTo>
                    <a:cubicBezTo>
                      <a:pt x="5" y="24"/>
                      <a:pt x="7" y="25"/>
                      <a:pt x="11" y="25"/>
                    </a:cubicBezTo>
                    <a:cubicBezTo>
                      <a:pt x="22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8" y="3"/>
                      <a:pt x="30" y="8"/>
                      <a:pt x="30" y="13"/>
                    </a:cubicBezTo>
                    <a:cubicBezTo>
                      <a:pt x="30" y="22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2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3" name="Oval 1157">
                <a:extLst>
                  <a:ext uri="{FF2B5EF4-FFF2-40B4-BE49-F238E27FC236}">
                    <a16:creationId xmlns:a16="http://schemas.microsoft.com/office/drawing/2014/main" id="{F30A25AF-BD25-44CF-A1E9-E788445F8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7" y="2316"/>
                <a:ext cx="92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4" name="Oval 1158">
                <a:extLst>
                  <a:ext uri="{FF2B5EF4-FFF2-40B4-BE49-F238E27FC236}">
                    <a16:creationId xmlns:a16="http://schemas.microsoft.com/office/drawing/2014/main" id="{22AEFD92-848C-42E7-BDC8-1FE04861A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340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5" name="Freeform 1159">
                <a:extLst>
                  <a:ext uri="{FF2B5EF4-FFF2-40B4-BE49-F238E27FC236}">
                    <a16:creationId xmlns:a16="http://schemas.microsoft.com/office/drawing/2014/main" id="{9E3EF89C-298A-490D-83DC-97493DB7B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332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5867 w 31"/>
                  <a:gd name="T7" fmla="*/ 0 h 28"/>
                  <a:gd name="T8" fmla="*/ 7263 w 31"/>
                  <a:gd name="T9" fmla="*/ 4420 h 28"/>
                  <a:gd name="T10" fmla="*/ 3313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6" name="Oval 1160">
                <a:extLst>
                  <a:ext uri="{FF2B5EF4-FFF2-40B4-BE49-F238E27FC236}">
                    <a16:creationId xmlns:a16="http://schemas.microsoft.com/office/drawing/2014/main" id="{2BC9C4B9-AE22-4E6F-8312-14A363FD6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7" y="2393"/>
                <a:ext cx="92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7" name="Oval 1161">
                <a:extLst>
                  <a:ext uri="{FF2B5EF4-FFF2-40B4-BE49-F238E27FC236}">
                    <a16:creationId xmlns:a16="http://schemas.microsoft.com/office/drawing/2014/main" id="{B7AB2CC2-B276-4324-9A25-49C511800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2407"/>
                <a:ext cx="50" cy="53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8" name="Oval 1162">
                <a:extLst>
                  <a:ext uri="{FF2B5EF4-FFF2-40B4-BE49-F238E27FC236}">
                    <a16:creationId xmlns:a16="http://schemas.microsoft.com/office/drawing/2014/main" id="{DD606F47-BC4B-424E-98CF-8B5E9069D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9" y="2417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9" name="Freeform 1163">
                <a:extLst>
                  <a:ext uri="{FF2B5EF4-FFF2-40B4-BE49-F238E27FC236}">
                    <a16:creationId xmlns:a16="http://schemas.microsoft.com/office/drawing/2014/main" id="{96DE5EAA-60BB-4860-A685-472607F53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409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5867 w 31"/>
                  <a:gd name="T7" fmla="*/ 0 h 28"/>
                  <a:gd name="T8" fmla="*/ 7263 w 31"/>
                  <a:gd name="T9" fmla="*/ 4420 h 28"/>
                  <a:gd name="T10" fmla="*/ 3313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0" name="Oval 1164">
                <a:extLst>
                  <a:ext uri="{FF2B5EF4-FFF2-40B4-BE49-F238E27FC236}">
                    <a16:creationId xmlns:a16="http://schemas.microsoft.com/office/drawing/2014/main" id="{6580BC74-2AD5-44B7-87F4-DAF46EEAE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2004"/>
                <a:ext cx="92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1" name="Oval 1165">
                <a:extLst>
                  <a:ext uri="{FF2B5EF4-FFF2-40B4-BE49-F238E27FC236}">
                    <a16:creationId xmlns:a16="http://schemas.microsoft.com/office/drawing/2014/main" id="{3AD42989-5207-45B0-BD4D-532F53691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2015"/>
                <a:ext cx="50" cy="53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2" name="Freeform 1166">
                <a:extLst>
                  <a:ext uri="{FF2B5EF4-FFF2-40B4-BE49-F238E27FC236}">
                    <a16:creationId xmlns:a16="http://schemas.microsoft.com/office/drawing/2014/main" id="{8F75E3D8-1415-44B7-A7A6-BCC35759A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015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10104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3" name="Oval 1167">
                <a:extLst>
                  <a:ext uri="{FF2B5EF4-FFF2-40B4-BE49-F238E27FC236}">
                    <a16:creationId xmlns:a16="http://schemas.microsoft.com/office/drawing/2014/main" id="{CFEE3C86-5631-4736-B896-82610E56E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4" y="2084"/>
                <a:ext cx="90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4" name="Oval 1168">
                <a:extLst>
                  <a:ext uri="{FF2B5EF4-FFF2-40B4-BE49-F238E27FC236}">
                    <a16:creationId xmlns:a16="http://schemas.microsoft.com/office/drawing/2014/main" id="{FE0C5C9C-FEA3-4360-A328-96643F0FB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7" y="2097"/>
                <a:ext cx="50" cy="51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5" name="Freeform 1169">
                <a:extLst>
                  <a:ext uri="{FF2B5EF4-FFF2-40B4-BE49-F238E27FC236}">
                    <a16:creationId xmlns:a16="http://schemas.microsoft.com/office/drawing/2014/main" id="{A38D609B-6B36-44C1-909A-28EE1EA2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095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9707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6" name="Oval 1170">
                <a:extLst>
                  <a:ext uri="{FF2B5EF4-FFF2-40B4-BE49-F238E27FC236}">
                    <a16:creationId xmlns:a16="http://schemas.microsoft.com/office/drawing/2014/main" id="{8DD0AE03-7B39-4938-B4D6-6015B0689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2169"/>
                <a:ext cx="92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7" name="Oval 1171">
                <a:extLst>
                  <a:ext uri="{FF2B5EF4-FFF2-40B4-BE49-F238E27FC236}">
                    <a16:creationId xmlns:a16="http://schemas.microsoft.com/office/drawing/2014/main" id="{86BE4EDF-0F77-41F3-A1B5-1481D8875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2183"/>
                <a:ext cx="50" cy="53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8" name="Freeform 1172">
                <a:extLst>
                  <a:ext uri="{FF2B5EF4-FFF2-40B4-BE49-F238E27FC236}">
                    <a16:creationId xmlns:a16="http://schemas.microsoft.com/office/drawing/2014/main" id="{7E921455-B6F6-401D-947B-8888816BA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180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090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7"/>
                      <a:pt x="24" y="12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9" name="Oval 1173">
                <a:extLst>
                  <a:ext uri="{FF2B5EF4-FFF2-40B4-BE49-F238E27FC236}">
                    <a16:creationId xmlns:a16="http://schemas.microsoft.com/office/drawing/2014/main" id="{9B88EBC8-6CF2-4C69-8B54-4374B0244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7" y="2241"/>
                <a:ext cx="90" cy="99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0" name="Oval 1174">
                <a:extLst>
                  <a:ext uri="{FF2B5EF4-FFF2-40B4-BE49-F238E27FC236}">
                    <a16:creationId xmlns:a16="http://schemas.microsoft.com/office/drawing/2014/main" id="{2A15E51F-A5F6-4F1C-8EA9-30FDFF7C6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2255"/>
                <a:ext cx="50" cy="53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1" name="Oval 1175">
                <a:extLst>
                  <a:ext uri="{FF2B5EF4-FFF2-40B4-BE49-F238E27FC236}">
                    <a16:creationId xmlns:a16="http://schemas.microsoft.com/office/drawing/2014/main" id="{E8223018-EC44-421C-8159-98F8C901C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2265"/>
                <a:ext cx="18" cy="19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2" name="Freeform 1176">
                <a:extLst>
                  <a:ext uri="{FF2B5EF4-FFF2-40B4-BE49-F238E27FC236}">
                    <a16:creationId xmlns:a16="http://schemas.microsoft.com/office/drawing/2014/main" id="{7F894B99-8AA0-4FFD-87C7-2160A4AAC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252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3" name="Oval 1177">
                <a:extLst>
                  <a:ext uri="{FF2B5EF4-FFF2-40B4-BE49-F238E27FC236}">
                    <a16:creationId xmlns:a16="http://schemas.microsoft.com/office/drawing/2014/main" id="{F05BF2DC-D430-4EB8-B5FF-9A67FB5AE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2316"/>
                <a:ext cx="92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4" name="Oval 1178">
                <a:extLst>
                  <a:ext uri="{FF2B5EF4-FFF2-40B4-BE49-F238E27FC236}">
                    <a16:creationId xmlns:a16="http://schemas.microsoft.com/office/drawing/2014/main" id="{A44CC6D3-6F0D-4451-BCA9-BBFBFBFD8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9" y="2345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5" name="Freeform 1179">
                <a:extLst>
                  <a:ext uri="{FF2B5EF4-FFF2-40B4-BE49-F238E27FC236}">
                    <a16:creationId xmlns:a16="http://schemas.microsoft.com/office/drawing/2014/main" id="{4C782116-D826-4C8A-9AEF-4DDD41332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327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770 w 28"/>
                  <a:gd name="T5" fmla="*/ 9707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6" y="27"/>
                      <a:pt x="7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6" name="Oval 1180">
                <a:extLst>
                  <a:ext uri="{FF2B5EF4-FFF2-40B4-BE49-F238E27FC236}">
                    <a16:creationId xmlns:a16="http://schemas.microsoft.com/office/drawing/2014/main" id="{1F886601-E66F-4160-95D7-70956FAF1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393"/>
                <a:ext cx="92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7" name="Oval 1181">
                <a:extLst>
                  <a:ext uri="{FF2B5EF4-FFF2-40B4-BE49-F238E27FC236}">
                    <a16:creationId xmlns:a16="http://schemas.microsoft.com/office/drawing/2014/main" id="{A400859D-FAC7-42E6-BA55-309089FCC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407"/>
                <a:ext cx="50" cy="50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8" name="Oval 1182">
                <a:extLst>
                  <a:ext uri="{FF2B5EF4-FFF2-40B4-BE49-F238E27FC236}">
                    <a16:creationId xmlns:a16="http://schemas.microsoft.com/office/drawing/2014/main" id="{E7269B87-8000-48A1-B497-86DDBA8B3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2" y="2417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9" name="Freeform 1183">
                <a:extLst>
                  <a:ext uri="{FF2B5EF4-FFF2-40B4-BE49-F238E27FC236}">
                    <a16:creationId xmlns:a16="http://schemas.microsoft.com/office/drawing/2014/main" id="{02E8FF68-60B0-4CD2-84BA-8ED555307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401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612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9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0" name="Oval 1184">
                <a:extLst>
                  <a:ext uri="{FF2B5EF4-FFF2-40B4-BE49-F238E27FC236}">
                    <a16:creationId xmlns:a16="http://schemas.microsoft.com/office/drawing/2014/main" id="{CDEF337D-4048-4655-840A-BBE2CF7D9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9" y="2009"/>
                <a:ext cx="93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1" name="Oval 1185">
                <a:extLst>
                  <a:ext uri="{FF2B5EF4-FFF2-40B4-BE49-F238E27FC236}">
                    <a16:creationId xmlns:a16="http://schemas.microsoft.com/office/drawing/2014/main" id="{3A1F08C6-4F4F-4FDD-925A-54E84C4A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023"/>
                <a:ext cx="50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2" name="Oval 1186">
                <a:extLst>
                  <a:ext uri="{FF2B5EF4-FFF2-40B4-BE49-F238E27FC236}">
                    <a16:creationId xmlns:a16="http://schemas.microsoft.com/office/drawing/2014/main" id="{4EC1358B-5055-4996-8C42-0303F8C75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4" y="2033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3" name="Freeform 1187">
                <a:extLst>
                  <a:ext uri="{FF2B5EF4-FFF2-40B4-BE49-F238E27FC236}">
                    <a16:creationId xmlns:a16="http://schemas.microsoft.com/office/drawing/2014/main" id="{DCE33928-31C5-40D9-8D8C-21C6A1E9A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020"/>
                <a:ext cx="73" cy="83"/>
              </a:xfrm>
              <a:custGeom>
                <a:avLst/>
                <a:gdLst>
                  <a:gd name="T0" fmla="*/ 5057 w 29"/>
                  <a:gd name="T1" fmla="*/ 0 h 31"/>
                  <a:gd name="T2" fmla="*/ 6381 w 29"/>
                  <a:gd name="T3" fmla="*/ 4415 h 31"/>
                  <a:gd name="T4" fmla="*/ 2009 w 29"/>
                  <a:gd name="T5" fmla="*/ 10321 h 31"/>
                  <a:gd name="T6" fmla="*/ 0 w 29"/>
                  <a:gd name="T7" fmla="*/ 9189 h 31"/>
                  <a:gd name="T8" fmla="*/ 3333 w 29"/>
                  <a:gd name="T9" fmla="*/ 11398 h 31"/>
                  <a:gd name="T10" fmla="*/ 7383 w 29"/>
                  <a:gd name="T11" fmla="*/ 5491 h 31"/>
                  <a:gd name="T12" fmla="*/ 5057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0" y="0"/>
                    </a:moveTo>
                    <a:cubicBezTo>
                      <a:pt x="24" y="5"/>
                      <a:pt x="25" y="8"/>
                      <a:pt x="25" y="12"/>
                    </a:cubicBezTo>
                    <a:cubicBezTo>
                      <a:pt x="25" y="23"/>
                      <a:pt x="17" y="28"/>
                      <a:pt x="8" y="28"/>
                    </a:cubicBezTo>
                    <a:cubicBezTo>
                      <a:pt x="6" y="28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8"/>
                      <a:pt x="25" y="3"/>
                      <a:pt x="20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4" name="Oval 1188">
                <a:extLst>
                  <a:ext uri="{FF2B5EF4-FFF2-40B4-BE49-F238E27FC236}">
                    <a16:creationId xmlns:a16="http://schemas.microsoft.com/office/drawing/2014/main" id="{D148C88D-26E7-444A-8186-85C9786A6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2009"/>
                <a:ext cx="90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5" name="Freeform 1189">
                <a:extLst>
                  <a:ext uri="{FF2B5EF4-FFF2-40B4-BE49-F238E27FC236}">
                    <a16:creationId xmlns:a16="http://schemas.microsoft.com/office/drawing/2014/main" id="{5B1134A8-3284-49D3-942C-9980F5BBC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020"/>
                <a:ext cx="73" cy="83"/>
              </a:xfrm>
              <a:custGeom>
                <a:avLst/>
                <a:gdLst>
                  <a:gd name="T0" fmla="*/ 4866 w 29"/>
                  <a:gd name="T1" fmla="*/ 0 h 31"/>
                  <a:gd name="T2" fmla="*/ 6064 w 29"/>
                  <a:gd name="T3" fmla="*/ 4415 h 31"/>
                  <a:gd name="T4" fmla="*/ 2009 w 29"/>
                  <a:gd name="T5" fmla="*/ 10321 h 31"/>
                  <a:gd name="T6" fmla="*/ 0 w 29"/>
                  <a:gd name="T7" fmla="*/ 9189 h 31"/>
                  <a:gd name="T8" fmla="*/ 3048 w 29"/>
                  <a:gd name="T9" fmla="*/ 11398 h 31"/>
                  <a:gd name="T10" fmla="*/ 7383 w 29"/>
                  <a:gd name="T11" fmla="*/ 5491 h 31"/>
                  <a:gd name="T12" fmla="*/ 4866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6" name="Oval 1190">
                <a:extLst>
                  <a:ext uri="{FF2B5EF4-FFF2-40B4-BE49-F238E27FC236}">
                    <a16:creationId xmlns:a16="http://schemas.microsoft.com/office/drawing/2014/main" id="{7A1CACD2-EDCA-4FDC-98BC-2CC5D17EB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023"/>
                <a:ext cx="50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7" name="Oval 1191">
                <a:extLst>
                  <a:ext uri="{FF2B5EF4-FFF2-40B4-BE49-F238E27FC236}">
                    <a16:creationId xmlns:a16="http://schemas.microsoft.com/office/drawing/2014/main" id="{41A729C2-C347-4D2F-8D2A-A4A7B02B7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7" y="2033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8" name="Oval 1192">
                <a:extLst>
                  <a:ext uri="{FF2B5EF4-FFF2-40B4-BE49-F238E27FC236}">
                    <a16:creationId xmlns:a16="http://schemas.microsoft.com/office/drawing/2014/main" id="{AE4C937C-D963-499A-9755-F47A4CE59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855"/>
                <a:ext cx="90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9" name="Freeform 1193">
                <a:extLst>
                  <a:ext uri="{FF2B5EF4-FFF2-40B4-BE49-F238E27FC236}">
                    <a16:creationId xmlns:a16="http://schemas.microsoft.com/office/drawing/2014/main" id="{D6341510-CF0B-4662-9856-9A041EA2D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1873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633 h 28"/>
                  <a:gd name="T6" fmla="*/ 6133 w 31"/>
                  <a:gd name="T7" fmla="*/ 0 h 28"/>
                  <a:gd name="T8" fmla="*/ 7263 w 31"/>
                  <a:gd name="T9" fmla="*/ 4420 h 28"/>
                  <a:gd name="T10" fmla="*/ 351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7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90" name="Oval 1194">
                <a:extLst>
                  <a:ext uri="{FF2B5EF4-FFF2-40B4-BE49-F238E27FC236}">
                    <a16:creationId xmlns:a16="http://schemas.microsoft.com/office/drawing/2014/main" id="{4490BB9B-CBA2-4643-9B90-25FA445D9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871"/>
                <a:ext cx="50" cy="50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1" name="Oval 1195">
                <a:extLst>
                  <a:ext uri="{FF2B5EF4-FFF2-40B4-BE49-F238E27FC236}">
                    <a16:creationId xmlns:a16="http://schemas.microsoft.com/office/drawing/2014/main" id="{499B0DBA-F88C-4088-AEA0-922E68DB6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879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2" name="Oval 1196">
                <a:extLst>
                  <a:ext uri="{FF2B5EF4-FFF2-40B4-BE49-F238E27FC236}">
                    <a16:creationId xmlns:a16="http://schemas.microsoft.com/office/drawing/2014/main" id="{91EB40AB-9837-4C3B-AAFC-8C18FD38F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2" y="1855"/>
                <a:ext cx="92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3" name="Oval 1197">
                <a:extLst>
                  <a:ext uri="{FF2B5EF4-FFF2-40B4-BE49-F238E27FC236}">
                    <a16:creationId xmlns:a16="http://schemas.microsoft.com/office/drawing/2014/main" id="{84B1477C-D0AB-4F1E-946B-76C712B9A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4" y="1871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4" name="Oval 1198">
                <a:extLst>
                  <a:ext uri="{FF2B5EF4-FFF2-40B4-BE49-F238E27FC236}">
                    <a16:creationId xmlns:a16="http://schemas.microsoft.com/office/drawing/2014/main" id="{30CA167F-12F9-4BB5-9F74-FCFE3B82E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7" y="1881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5" name="Freeform 1199">
                <a:extLst>
                  <a:ext uri="{FF2B5EF4-FFF2-40B4-BE49-F238E27FC236}">
                    <a16:creationId xmlns:a16="http://schemas.microsoft.com/office/drawing/2014/main" id="{E7A3F489-1815-477E-A852-05650589D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1871"/>
                <a:ext cx="77" cy="77"/>
              </a:xfrm>
              <a:custGeom>
                <a:avLst/>
                <a:gdLst>
                  <a:gd name="T0" fmla="*/ 0 w 31"/>
                  <a:gd name="T1" fmla="*/ 7002 h 29"/>
                  <a:gd name="T2" fmla="*/ 2851 w 31"/>
                  <a:gd name="T3" fmla="*/ 8706 h 29"/>
                  <a:gd name="T4" fmla="*/ 6620 w 31"/>
                  <a:gd name="T5" fmla="*/ 2791 h 29"/>
                  <a:gd name="T6" fmla="*/ 6133 w 31"/>
                  <a:gd name="T7" fmla="*/ 0 h 29"/>
                  <a:gd name="T8" fmla="*/ 7263 w 31"/>
                  <a:gd name="T9" fmla="*/ 4625 h 29"/>
                  <a:gd name="T10" fmla="*/ 3510 w 31"/>
                  <a:gd name="T11" fmla="*/ 10145 h 29"/>
                  <a:gd name="T12" fmla="*/ 0 w 31"/>
                  <a:gd name="T13" fmla="*/ 700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6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7" y="3"/>
                      <a:pt x="26" y="0"/>
                    </a:cubicBezTo>
                    <a:cubicBezTo>
                      <a:pt x="29" y="3"/>
                      <a:pt x="31" y="8"/>
                      <a:pt x="31" y="13"/>
                    </a:cubicBezTo>
                    <a:cubicBezTo>
                      <a:pt x="31" y="22"/>
                      <a:pt x="24" y="29"/>
                      <a:pt x="15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96" name="Oval 1200">
                <a:extLst>
                  <a:ext uri="{FF2B5EF4-FFF2-40B4-BE49-F238E27FC236}">
                    <a16:creationId xmlns:a16="http://schemas.microsoft.com/office/drawing/2014/main" id="{162F73CE-4D3C-4CF4-B447-FC71D1AD0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855"/>
                <a:ext cx="92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7" name="Oval 1201">
                <a:extLst>
                  <a:ext uri="{FF2B5EF4-FFF2-40B4-BE49-F238E27FC236}">
                    <a16:creationId xmlns:a16="http://schemas.microsoft.com/office/drawing/2014/main" id="{AAF36997-9B32-464E-86B9-274ABEBF0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871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8" name="Oval 1202">
                <a:extLst>
                  <a:ext uri="{FF2B5EF4-FFF2-40B4-BE49-F238E27FC236}">
                    <a16:creationId xmlns:a16="http://schemas.microsoft.com/office/drawing/2014/main" id="{D9BB4937-EBE7-4ED8-9733-2D8BF7E3F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88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9" name="Freeform 1203">
                <a:extLst>
                  <a:ext uri="{FF2B5EF4-FFF2-40B4-BE49-F238E27FC236}">
                    <a16:creationId xmlns:a16="http://schemas.microsoft.com/office/drawing/2014/main" id="{5A936EAF-1640-4B87-846C-724C18162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871"/>
                <a:ext cx="77" cy="77"/>
              </a:xfrm>
              <a:custGeom>
                <a:avLst/>
                <a:gdLst>
                  <a:gd name="T0" fmla="*/ 0 w 31"/>
                  <a:gd name="T1" fmla="*/ 7002 h 29"/>
                  <a:gd name="T2" fmla="*/ 2851 w 31"/>
                  <a:gd name="T3" fmla="*/ 8706 h 29"/>
                  <a:gd name="T4" fmla="*/ 6620 w 31"/>
                  <a:gd name="T5" fmla="*/ 2791 h 29"/>
                  <a:gd name="T6" fmla="*/ 5867 w 31"/>
                  <a:gd name="T7" fmla="*/ 0 h 29"/>
                  <a:gd name="T8" fmla="*/ 7263 w 31"/>
                  <a:gd name="T9" fmla="*/ 4230 h 29"/>
                  <a:gd name="T10" fmla="*/ 3510 w 31"/>
                  <a:gd name="T11" fmla="*/ 10145 h 29"/>
                  <a:gd name="T12" fmla="*/ 0 w 31"/>
                  <a:gd name="T13" fmla="*/ 700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6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7" y="2"/>
                      <a:pt x="25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00" name="Oval 1204">
                <a:extLst>
                  <a:ext uri="{FF2B5EF4-FFF2-40B4-BE49-F238E27FC236}">
                    <a16:creationId xmlns:a16="http://schemas.microsoft.com/office/drawing/2014/main" id="{3A91B877-3079-43B0-B352-9F5FF6B39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7" y="1855"/>
                <a:ext cx="92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1" name="Oval 1205">
                <a:extLst>
                  <a:ext uri="{FF2B5EF4-FFF2-40B4-BE49-F238E27FC236}">
                    <a16:creationId xmlns:a16="http://schemas.microsoft.com/office/drawing/2014/main" id="{C927FFEA-5BBA-4D06-8564-BCED2FB24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1871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2" name="Oval 1206">
                <a:extLst>
                  <a:ext uri="{FF2B5EF4-FFF2-40B4-BE49-F238E27FC236}">
                    <a16:creationId xmlns:a16="http://schemas.microsoft.com/office/drawing/2014/main" id="{6FB7A5A2-7BA8-4346-887E-4449DDE0D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2" y="1881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3" name="Freeform 1207">
                <a:extLst>
                  <a:ext uri="{FF2B5EF4-FFF2-40B4-BE49-F238E27FC236}">
                    <a16:creationId xmlns:a16="http://schemas.microsoft.com/office/drawing/2014/main" id="{5CC21351-4FC7-4B0E-AF35-D30F8AA46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871"/>
                <a:ext cx="77" cy="77"/>
              </a:xfrm>
              <a:custGeom>
                <a:avLst/>
                <a:gdLst>
                  <a:gd name="T0" fmla="*/ 0 w 31"/>
                  <a:gd name="T1" fmla="*/ 7002 h 29"/>
                  <a:gd name="T2" fmla="*/ 2851 w 31"/>
                  <a:gd name="T3" fmla="*/ 8706 h 29"/>
                  <a:gd name="T4" fmla="*/ 6620 w 31"/>
                  <a:gd name="T5" fmla="*/ 2791 h 29"/>
                  <a:gd name="T6" fmla="*/ 5867 w 31"/>
                  <a:gd name="T7" fmla="*/ 0 h 29"/>
                  <a:gd name="T8" fmla="*/ 7263 w 31"/>
                  <a:gd name="T9" fmla="*/ 4625 h 29"/>
                  <a:gd name="T10" fmla="*/ 3510 w 31"/>
                  <a:gd name="T11" fmla="*/ 10145 h 29"/>
                  <a:gd name="T12" fmla="*/ 0 w 31"/>
                  <a:gd name="T13" fmla="*/ 700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6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9" y="3"/>
                      <a:pt x="31" y="8"/>
                      <a:pt x="31" y="13"/>
                    </a:cubicBezTo>
                    <a:cubicBezTo>
                      <a:pt x="31" y="22"/>
                      <a:pt x="24" y="29"/>
                      <a:pt x="15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04" name="Oval 1208">
                <a:extLst>
                  <a:ext uri="{FF2B5EF4-FFF2-40B4-BE49-F238E27FC236}">
                    <a16:creationId xmlns:a16="http://schemas.microsoft.com/office/drawing/2014/main" id="{C5914D6C-FE64-4BAD-96BC-8C7CDDAEC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7" y="1932"/>
                <a:ext cx="92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5" name="Oval 1209">
                <a:extLst>
                  <a:ext uri="{FF2B5EF4-FFF2-40B4-BE49-F238E27FC236}">
                    <a16:creationId xmlns:a16="http://schemas.microsoft.com/office/drawing/2014/main" id="{AD35CECB-5285-4235-AA55-760B4E3E0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2" y="1945"/>
                <a:ext cx="50" cy="54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0228" name="Group 1210">
              <a:extLst>
                <a:ext uri="{FF2B5EF4-FFF2-40B4-BE49-F238E27FC236}">
                  <a16:creationId xmlns:a16="http://schemas.microsoft.com/office/drawing/2014/main" id="{EB577122-1359-4686-94E1-2B960A8034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4" y="1351"/>
              <a:ext cx="1945" cy="1256"/>
              <a:chOff x="354" y="1351"/>
              <a:chExt cx="1945" cy="1256"/>
            </a:xfrm>
          </p:grpSpPr>
          <p:sp>
            <p:nvSpPr>
              <p:cNvPr id="20606" name="Oval 1211">
                <a:extLst>
                  <a:ext uri="{FF2B5EF4-FFF2-40B4-BE49-F238E27FC236}">
                    <a16:creationId xmlns:a16="http://schemas.microsoft.com/office/drawing/2014/main" id="{C887E097-565F-4739-8215-FAA5AEBA2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2" y="1956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7" name="Freeform 1212">
                <a:extLst>
                  <a:ext uri="{FF2B5EF4-FFF2-40B4-BE49-F238E27FC236}">
                    <a16:creationId xmlns:a16="http://schemas.microsoft.com/office/drawing/2014/main" id="{6647863D-E6D7-4E03-B9CC-D826CE7D1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1943"/>
                <a:ext cx="72" cy="82"/>
              </a:xfrm>
              <a:custGeom>
                <a:avLst/>
                <a:gdLst>
                  <a:gd name="T0" fmla="*/ 4715 w 29"/>
                  <a:gd name="T1" fmla="*/ 0 h 31"/>
                  <a:gd name="T2" fmla="*/ 5844 w 29"/>
                  <a:gd name="T3" fmla="*/ 4163 h 31"/>
                  <a:gd name="T4" fmla="*/ 1899 w 29"/>
                  <a:gd name="T5" fmla="*/ 9586 h 31"/>
                  <a:gd name="T6" fmla="*/ 0 w 29"/>
                  <a:gd name="T7" fmla="*/ 8570 h 31"/>
                  <a:gd name="T8" fmla="*/ 3002 w 29"/>
                  <a:gd name="T9" fmla="*/ 10620 h 31"/>
                  <a:gd name="T10" fmla="*/ 6793 w 29"/>
                  <a:gd name="T11" fmla="*/ 5185 h 31"/>
                  <a:gd name="T12" fmla="*/ 4715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0" y="0"/>
                    </a:moveTo>
                    <a:cubicBezTo>
                      <a:pt x="24" y="5"/>
                      <a:pt x="25" y="8"/>
                      <a:pt x="25" y="12"/>
                    </a:cubicBezTo>
                    <a:cubicBezTo>
                      <a:pt x="25" y="23"/>
                      <a:pt x="17" y="28"/>
                      <a:pt x="8" y="28"/>
                    </a:cubicBezTo>
                    <a:cubicBezTo>
                      <a:pt x="6" y="28"/>
                      <a:pt x="3" y="26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29" y="24"/>
                      <a:pt x="29" y="15"/>
                    </a:cubicBezTo>
                    <a:cubicBezTo>
                      <a:pt x="29" y="8"/>
                      <a:pt x="25" y="3"/>
                      <a:pt x="20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8" name="Oval 1213">
                <a:extLst>
                  <a:ext uri="{FF2B5EF4-FFF2-40B4-BE49-F238E27FC236}">
                    <a16:creationId xmlns:a16="http://schemas.microsoft.com/office/drawing/2014/main" id="{A4E0228E-BEA5-4C4E-91EF-813F85B51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7" y="1932"/>
                <a:ext cx="92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9" name="Oval 1214">
                <a:extLst>
                  <a:ext uri="{FF2B5EF4-FFF2-40B4-BE49-F238E27FC236}">
                    <a16:creationId xmlns:a16="http://schemas.microsoft.com/office/drawing/2014/main" id="{8ECA3B8E-6602-4286-9C59-9264F7DCB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2" y="1945"/>
                <a:ext cx="47" cy="54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0" name="Oval 1215">
                <a:extLst>
                  <a:ext uri="{FF2B5EF4-FFF2-40B4-BE49-F238E27FC236}">
                    <a16:creationId xmlns:a16="http://schemas.microsoft.com/office/drawing/2014/main" id="{559B0648-4A77-4CDD-BA52-17257D439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2" y="1956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1" name="Freeform 1216">
                <a:extLst>
                  <a:ext uri="{FF2B5EF4-FFF2-40B4-BE49-F238E27FC236}">
                    <a16:creationId xmlns:a16="http://schemas.microsoft.com/office/drawing/2014/main" id="{567DCA2A-064A-4292-B3A8-39D4D1CDC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943"/>
                <a:ext cx="72" cy="82"/>
              </a:xfrm>
              <a:custGeom>
                <a:avLst/>
                <a:gdLst>
                  <a:gd name="T0" fmla="*/ 4715 w 29"/>
                  <a:gd name="T1" fmla="*/ 0 h 31"/>
                  <a:gd name="T2" fmla="*/ 5844 w 29"/>
                  <a:gd name="T3" fmla="*/ 4163 h 31"/>
                  <a:gd name="T4" fmla="*/ 1899 w 29"/>
                  <a:gd name="T5" fmla="*/ 9586 h 31"/>
                  <a:gd name="T6" fmla="*/ 0 w 29"/>
                  <a:gd name="T7" fmla="*/ 8570 h 31"/>
                  <a:gd name="T8" fmla="*/ 2818 w 29"/>
                  <a:gd name="T9" fmla="*/ 10620 h 31"/>
                  <a:gd name="T10" fmla="*/ 6793 w 29"/>
                  <a:gd name="T11" fmla="*/ 5185 h 31"/>
                  <a:gd name="T12" fmla="*/ 4715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0" y="0"/>
                    </a:moveTo>
                    <a:cubicBezTo>
                      <a:pt x="24" y="5"/>
                      <a:pt x="25" y="8"/>
                      <a:pt x="25" y="12"/>
                    </a:cubicBezTo>
                    <a:cubicBezTo>
                      <a:pt x="25" y="23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9"/>
                      <a:pt x="8" y="31"/>
                      <a:pt x="12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8"/>
                      <a:pt x="25" y="3"/>
                      <a:pt x="20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2" name="Oval 1217">
                <a:extLst>
                  <a:ext uri="{FF2B5EF4-FFF2-40B4-BE49-F238E27FC236}">
                    <a16:creationId xmlns:a16="http://schemas.microsoft.com/office/drawing/2014/main" id="{040A8560-4663-4C71-8BE3-C275865BAD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1847"/>
                <a:ext cx="90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3" name="Oval 1218">
                <a:extLst>
                  <a:ext uri="{FF2B5EF4-FFF2-40B4-BE49-F238E27FC236}">
                    <a16:creationId xmlns:a16="http://schemas.microsoft.com/office/drawing/2014/main" id="{70FDBEC5-CEFC-4834-85F6-EDAA863CE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1860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4" name="Oval 1219">
                <a:extLst>
                  <a:ext uri="{FF2B5EF4-FFF2-40B4-BE49-F238E27FC236}">
                    <a16:creationId xmlns:a16="http://schemas.microsoft.com/office/drawing/2014/main" id="{8F22EF7D-FA59-4BBA-9BB8-69889B3F5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1873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5" name="Freeform 1220">
                <a:extLst>
                  <a:ext uri="{FF2B5EF4-FFF2-40B4-BE49-F238E27FC236}">
                    <a16:creationId xmlns:a16="http://schemas.microsoft.com/office/drawing/2014/main" id="{B68CE583-D4E0-4A23-9274-8DA44B87F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857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6" name="Oval 1221">
                <a:extLst>
                  <a:ext uri="{FF2B5EF4-FFF2-40B4-BE49-F238E27FC236}">
                    <a16:creationId xmlns:a16="http://schemas.microsoft.com/office/drawing/2014/main" id="{176740FE-C581-4CBD-9FA5-DD1A82BA5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9" y="1761"/>
                <a:ext cx="93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7" name="Oval 1222">
                <a:extLst>
                  <a:ext uri="{FF2B5EF4-FFF2-40B4-BE49-F238E27FC236}">
                    <a16:creationId xmlns:a16="http://schemas.microsoft.com/office/drawing/2014/main" id="{E94447F7-D195-4E91-8463-3E662FC75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1775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8" name="Oval 1223">
                <a:extLst>
                  <a:ext uri="{FF2B5EF4-FFF2-40B4-BE49-F238E27FC236}">
                    <a16:creationId xmlns:a16="http://schemas.microsoft.com/office/drawing/2014/main" id="{E955BDA9-C966-4450-8AF2-7AA148F48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4" y="178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9" name="Freeform 1224">
                <a:extLst>
                  <a:ext uri="{FF2B5EF4-FFF2-40B4-BE49-F238E27FC236}">
                    <a16:creationId xmlns:a16="http://schemas.microsoft.com/office/drawing/2014/main" id="{27153986-DBA7-4B15-B94D-BB079AAE5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772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090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0" name="Oval 1225">
                <a:extLst>
                  <a:ext uri="{FF2B5EF4-FFF2-40B4-BE49-F238E27FC236}">
                    <a16:creationId xmlns:a16="http://schemas.microsoft.com/office/drawing/2014/main" id="{27A68567-6D85-4BA3-9ED6-65C2D18E7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1676"/>
                <a:ext cx="92" cy="96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1" name="Oval 1226">
                <a:extLst>
                  <a:ext uri="{FF2B5EF4-FFF2-40B4-BE49-F238E27FC236}">
                    <a16:creationId xmlns:a16="http://schemas.microsoft.com/office/drawing/2014/main" id="{3AA5EF81-A02D-48B4-A48A-E498D474C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1689"/>
                <a:ext cx="50" cy="51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2" name="Oval 1227">
                <a:extLst>
                  <a:ext uri="{FF2B5EF4-FFF2-40B4-BE49-F238E27FC236}">
                    <a16:creationId xmlns:a16="http://schemas.microsoft.com/office/drawing/2014/main" id="{DE854C58-0280-4EF2-B31A-1C62B9F6A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2" y="1700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3" name="Freeform 1228">
                <a:extLst>
                  <a:ext uri="{FF2B5EF4-FFF2-40B4-BE49-F238E27FC236}">
                    <a16:creationId xmlns:a16="http://schemas.microsoft.com/office/drawing/2014/main" id="{0BFAC781-BB8E-4BFA-84C1-10B18A9CD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1687"/>
                <a:ext cx="72" cy="80"/>
              </a:xfrm>
              <a:custGeom>
                <a:avLst/>
                <a:gdLst>
                  <a:gd name="T0" fmla="*/ 4715 w 29"/>
                  <a:gd name="T1" fmla="*/ 0 h 30"/>
                  <a:gd name="T2" fmla="*/ 5844 w 29"/>
                  <a:gd name="T3" fmla="*/ 3891 h 30"/>
                  <a:gd name="T4" fmla="*/ 1899 w 29"/>
                  <a:gd name="T5" fmla="*/ 10104 h 30"/>
                  <a:gd name="T6" fmla="*/ 0 w 29"/>
                  <a:gd name="T7" fmla="*/ 9045 h 30"/>
                  <a:gd name="T8" fmla="*/ 3002 w 29"/>
                  <a:gd name="T9" fmla="*/ 10773 h 30"/>
                  <a:gd name="T10" fmla="*/ 6793 w 29"/>
                  <a:gd name="T11" fmla="*/ 5005 h 30"/>
                  <a:gd name="T12" fmla="*/ 4715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3" y="26"/>
                      <a:pt x="0" y="25"/>
                    </a:cubicBezTo>
                    <a:cubicBezTo>
                      <a:pt x="3" y="28"/>
                      <a:pt x="8" y="30"/>
                      <a:pt x="13" y="30"/>
                    </a:cubicBezTo>
                    <a:cubicBezTo>
                      <a:pt x="22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4" name="Oval 1229">
                <a:extLst>
                  <a:ext uri="{FF2B5EF4-FFF2-40B4-BE49-F238E27FC236}">
                    <a16:creationId xmlns:a16="http://schemas.microsoft.com/office/drawing/2014/main" id="{19F11434-72C7-47DE-A8CB-F26647E9B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4" y="1591"/>
                <a:ext cx="90" cy="96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5" name="Oval 1230">
                <a:extLst>
                  <a:ext uri="{FF2B5EF4-FFF2-40B4-BE49-F238E27FC236}">
                    <a16:creationId xmlns:a16="http://schemas.microsoft.com/office/drawing/2014/main" id="{5B03A1FD-F013-4923-A907-4201C8DBA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604"/>
                <a:ext cx="48" cy="51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6" name="Oval 1231">
                <a:extLst>
                  <a:ext uri="{FF2B5EF4-FFF2-40B4-BE49-F238E27FC236}">
                    <a16:creationId xmlns:a16="http://schemas.microsoft.com/office/drawing/2014/main" id="{40FF085F-3C0C-4B18-9D02-476F47ABE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7" y="1615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7" name="Freeform 1232">
                <a:extLst>
                  <a:ext uri="{FF2B5EF4-FFF2-40B4-BE49-F238E27FC236}">
                    <a16:creationId xmlns:a16="http://schemas.microsoft.com/office/drawing/2014/main" id="{294CC472-0255-4B66-B962-D77C89B3A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599"/>
                <a:ext cx="70" cy="82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163 h 31"/>
                  <a:gd name="T4" fmla="*/ 1958 w 28"/>
                  <a:gd name="T5" fmla="*/ 9586 h 31"/>
                  <a:gd name="T6" fmla="*/ 0 w 28"/>
                  <a:gd name="T7" fmla="*/ 8957 h 31"/>
                  <a:gd name="T8" fmla="*/ 2938 w 28"/>
                  <a:gd name="T9" fmla="*/ 10620 h 31"/>
                  <a:gd name="T10" fmla="*/ 6845 w 28"/>
                  <a:gd name="T11" fmla="*/ 5185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9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8" name="Oval 1233">
                <a:extLst>
                  <a:ext uri="{FF2B5EF4-FFF2-40B4-BE49-F238E27FC236}">
                    <a16:creationId xmlns:a16="http://schemas.microsoft.com/office/drawing/2014/main" id="{0C2C69A3-7350-4401-B1E3-8710DDC18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503"/>
                <a:ext cx="93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9" name="Oval 1234">
                <a:extLst>
                  <a:ext uri="{FF2B5EF4-FFF2-40B4-BE49-F238E27FC236}">
                    <a16:creationId xmlns:a16="http://schemas.microsoft.com/office/drawing/2014/main" id="{C066E33A-0255-4D22-84F4-9FCCA7672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4" y="1516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0" name="Oval 1235">
                <a:extLst>
                  <a:ext uri="{FF2B5EF4-FFF2-40B4-BE49-F238E27FC236}">
                    <a16:creationId xmlns:a16="http://schemas.microsoft.com/office/drawing/2014/main" id="{A55413AA-323C-44DF-BD74-2482676BF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1529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1" name="Freeform 1236">
                <a:extLst>
                  <a:ext uri="{FF2B5EF4-FFF2-40B4-BE49-F238E27FC236}">
                    <a16:creationId xmlns:a16="http://schemas.microsoft.com/office/drawing/2014/main" id="{31B0D371-4668-4672-908D-8DF4AE27D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513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612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8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2" name="Oval 1237">
                <a:extLst>
                  <a:ext uri="{FF2B5EF4-FFF2-40B4-BE49-F238E27FC236}">
                    <a16:creationId xmlns:a16="http://schemas.microsoft.com/office/drawing/2014/main" id="{32277050-3ACF-45DD-8D72-4434FE41B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7" y="1417"/>
                <a:ext cx="92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3" name="Oval 1238">
                <a:extLst>
                  <a:ext uri="{FF2B5EF4-FFF2-40B4-BE49-F238E27FC236}">
                    <a16:creationId xmlns:a16="http://schemas.microsoft.com/office/drawing/2014/main" id="{2F61EF80-950A-461A-AFC0-A805E40C2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2" y="1431"/>
                <a:ext cx="47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4" name="Oval 1239">
                <a:extLst>
                  <a:ext uri="{FF2B5EF4-FFF2-40B4-BE49-F238E27FC236}">
                    <a16:creationId xmlns:a16="http://schemas.microsoft.com/office/drawing/2014/main" id="{F2342360-B145-4B96-94AC-4BEFF27E3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144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5" name="Freeform 1240">
                <a:extLst>
                  <a:ext uri="{FF2B5EF4-FFF2-40B4-BE49-F238E27FC236}">
                    <a16:creationId xmlns:a16="http://schemas.microsoft.com/office/drawing/2014/main" id="{9A745C8C-E02C-4326-8B1B-6E422C1AA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428"/>
                <a:ext cx="72" cy="83"/>
              </a:xfrm>
              <a:custGeom>
                <a:avLst/>
                <a:gdLst>
                  <a:gd name="T0" fmla="*/ 4715 w 29"/>
                  <a:gd name="T1" fmla="*/ 0 h 31"/>
                  <a:gd name="T2" fmla="*/ 5844 w 29"/>
                  <a:gd name="T3" fmla="*/ 4415 h 31"/>
                  <a:gd name="T4" fmla="*/ 1899 w 29"/>
                  <a:gd name="T5" fmla="*/ 10321 h 31"/>
                  <a:gd name="T6" fmla="*/ 0 w 29"/>
                  <a:gd name="T7" fmla="*/ 9189 h 31"/>
                  <a:gd name="T8" fmla="*/ 2818 w 29"/>
                  <a:gd name="T9" fmla="*/ 11398 h 31"/>
                  <a:gd name="T10" fmla="*/ 6793 w 29"/>
                  <a:gd name="T11" fmla="*/ 5491 h 31"/>
                  <a:gd name="T12" fmla="*/ 4715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0" y="0"/>
                    </a:moveTo>
                    <a:cubicBezTo>
                      <a:pt x="24" y="6"/>
                      <a:pt x="25" y="8"/>
                      <a:pt x="25" y="12"/>
                    </a:cubicBezTo>
                    <a:cubicBezTo>
                      <a:pt x="25" y="23"/>
                      <a:pt x="17" y="28"/>
                      <a:pt x="8" y="28"/>
                    </a:cubicBezTo>
                    <a:cubicBezTo>
                      <a:pt x="6" y="28"/>
                      <a:pt x="2" y="27"/>
                      <a:pt x="0" y="25"/>
                    </a:cubicBezTo>
                    <a:cubicBezTo>
                      <a:pt x="3" y="29"/>
                      <a:pt x="8" y="31"/>
                      <a:pt x="12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8"/>
                      <a:pt x="25" y="3"/>
                      <a:pt x="20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6" name="Oval 1241">
                <a:extLst>
                  <a:ext uri="{FF2B5EF4-FFF2-40B4-BE49-F238E27FC236}">
                    <a16:creationId xmlns:a16="http://schemas.microsoft.com/office/drawing/2014/main" id="{FAEAA29E-3C1B-48E4-8F9B-22514CA5E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9" y="1847"/>
                <a:ext cx="93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7" name="Oval 1242">
                <a:extLst>
                  <a:ext uri="{FF2B5EF4-FFF2-40B4-BE49-F238E27FC236}">
                    <a16:creationId xmlns:a16="http://schemas.microsoft.com/office/drawing/2014/main" id="{6307AC8B-1D8F-41F0-BF22-38EFFB933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1860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8" name="Oval 1243">
                <a:extLst>
                  <a:ext uri="{FF2B5EF4-FFF2-40B4-BE49-F238E27FC236}">
                    <a16:creationId xmlns:a16="http://schemas.microsoft.com/office/drawing/2014/main" id="{6681C16B-9727-4AF1-A3B0-88823712E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873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9" name="Freeform 1244">
                <a:extLst>
                  <a:ext uri="{FF2B5EF4-FFF2-40B4-BE49-F238E27FC236}">
                    <a16:creationId xmlns:a16="http://schemas.microsoft.com/office/drawing/2014/main" id="{4519A751-8124-4183-920F-827001F07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857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0" name="Oval 1245">
                <a:extLst>
                  <a:ext uri="{FF2B5EF4-FFF2-40B4-BE49-F238E27FC236}">
                    <a16:creationId xmlns:a16="http://schemas.microsoft.com/office/drawing/2014/main" id="{CAA88105-D7F3-4D2B-84DE-53BD8D63F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1761"/>
                <a:ext cx="90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1" name="Oval 1246">
                <a:extLst>
                  <a:ext uri="{FF2B5EF4-FFF2-40B4-BE49-F238E27FC236}">
                    <a16:creationId xmlns:a16="http://schemas.microsoft.com/office/drawing/2014/main" id="{7B4F158E-05F2-4F64-A9A4-4964DF468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7" y="1775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2" name="Oval 1247">
                <a:extLst>
                  <a:ext uri="{FF2B5EF4-FFF2-40B4-BE49-F238E27FC236}">
                    <a16:creationId xmlns:a16="http://schemas.microsoft.com/office/drawing/2014/main" id="{7F61C212-AE15-4ED7-A496-878250F8D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7" y="1785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3" name="Freeform 1248">
                <a:extLst>
                  <a:ext uri="{FF2B5EF4-FFF2-40B4-BE49-F238E27FC236}">
                    <a16:creationId xmlns:a16="http://schemas.microsoft.com/office/drawing/2014/main" id="{1AA60662-502F-48AD-931E-DF9BEB89E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772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090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4" name="Oval 1249">
                <a:extLst>
                  <a:ext uri="{FF2B5EF4-FFF2-40B4-BE49-F238E27FC236}">
                    <a16:creationId xmlns:a16="http://schemas.microsoft.com/office/drawing/2014/main" id="{338A9881-8987-459E-96BD-9DE45DB15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7" y="1676"/>
                <a:ext cx="92" cy="96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5" name="Oval 1250">
                <a:extLst>
                  <a:ext uri="{FF2B5EF4-FFF2-40B4-BE49-F238E27FC236}">
                    <a16:creationId xmlns:a16="http://schemas.microsoft.com/office/drawing/2014/main" id="{6105C917-AC30-4B95-B7FA-2BE9E1F39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2" y="1689"/>
                <a:ext cx="47" cy="51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6" name="Oval 1251">
                <a:extLst>
                  <a:ext uri="{FF2B5EF4-FFF2-40B4-BE49-F238E27FC236}">
                    <a16:creationId xmlns:a16="http://schemas.microsoft.com/office/drawing/2014/main" id="{AB7B883F-06ED-4580-93F5-8F98F3092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2" y="1700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7" name="Freeform 1252">
                <a:extLst>
                  <a:ext uri="{FF2B5EF4-FFF2-40B4-BE49-F238E27FC236}">
                    <a16:creationId xmlns:a16="http://schemas.microsoft.com/office/drawing/2014/main" id="{8232E0CB-8A27-45C7-98B3-3866F59DC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1687"/>
                <a:ext cx="72" cy="80"/>
              </a:xfrm>
              <a:custGeom>
                <a:avLst/>
                <a:gdLst>
                  <a:gd name="T0" fmla="*/ 4439 w 29"/>
                  <a:gd name="T1" fmla="*/ 0 h 30"/>
                  <a:gd name="T2" fmla="*/ 5844 w 29"/>
                  <a:gd name="T3" fmla="*/ 3891 h 30"/>
                  <a:gd name="T4" fmla="*/ 1899 w 29"/>
                  <a:gd name="T5" fmla="*/ 10104 h 30"/>
                  <a:gd name="T6" fmla="*/ 0 w 29"/>
                  <a:gd name="T7" fmla="*/ 9045 h 30"/>
                  <a:gd name="T8" fmla="*/ 2818 w 29"/>
                  <a:gd name="T9" fmla="*/ 10773 h 30"/>
                  <a:gd name="T10" fmla="*/ 6793 w 29"/>
                  <a:gd name="T11" fmla="*/ 5005 h 30"/>
                  <a:gd name="T12" fmla="*/ 4439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9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8"/>
                      <a:pt x="8" y="30"/>
                      <a:pt x="12" y="30"/>
                    </a:cubicBezTo>
                    <a:cubicBezTo>
                      <a:pt x="21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8" name="Oval 1253">
                <a:extLst>
                  <a:ext uri="{FF2B5EF4-FFF2-40B4-BE49-F238E27FC236}">
                    <a16:creationId xmlns:a16="http://schemas.microsoft.com/office/drawing/2014/main" id="{39F90AD2-0F1D-4F09-9B6F-B1D3F2FDA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9" y="1591"/>
                <a:ext cx="93" cy="96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9" name="Oval 1254">
                <a:extLst>
                  <a:ext uri="{FF2B5EF4-FFF2-40B4-BE49-F238E27FC236}">
                    <a16:creationId xmlns:a16="http://schemas.microsoft.com/office/drawing/2014/main" id="{0DBB85C1-7FAD-43F6-9121-82718FE1B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4" y="1604"/>
                <a:ext cx="50" cy="51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0" name="Oval 1255">
                <a:extLst>
                  <a:ext uri="{FF2B5EF4-FFF2-40B4-BE49-F238E27FC236}">
                    <a16:creationId xmlns:a16="http://schemas.microsoft.com/office/drawing/2014/main" id="{D73A98B8-986F-461B-B978-86A6080A9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161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1" name="Freeform 1256">
                <a:extLst>
                  <a:ext uri="{FF2B5EF4-FFF2-40B4-BE49-F238E27FC236}">
                    <a16:creationId xmlns:a16="http://schemas.microsoft.com/office/drawing/2014/main" id="{2A9775EB-19FB-4413-96D3-0A350748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599"/>
                <a:ext cx="70" cy="82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163 h 31"/>
                  <a:gd name="T4" fmla="*/ 1770 w 28"/>
                  <a:gd name="T5" fmla="*/ 9586 h 31"/>
                  <a:gd name="T6" fmla="*/ 0 w 28"/>
                  <a:gd name="T7" fmla="*/ 8957 h 31"/>
                  <a:gd name="T8" fmla="*/ 2938 w 28"/>
                  <a:gd name="T9" fmla="*/ 10620 h 31"/>
                  <a:gd name="T10" fmla="*/ 6845 w 28"/>
                  <a:gd name="T11" fmla="*/ 5185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7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9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2" name="Oval 1257">
                <a:extLst>
                  <a:ext uri="{FF2B5EF4-FFF2-40B4-BE49-F238E27FC236}">
                    <a16:creationId xmlns:a16="http://schemas.microsoft.com/office/drawing/2014/main" id="{EC1E8970-C00F-4C6C-ACF2-5F95305BB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503"/>
                <a:ext cx="90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3" name="Oval 1258">
                <a:extLst>
                  <a:ext uri="{FF2B5EF4-FFF2-40B4-BE49-F238E27FC236}">
                    <a16:creationId xmlns:a16="http://schemas.microsoft.com/office/drawing/2014/main" id="{9FCAA51B-ABE8-46FD-9A9A-551005464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9" y="1516"/>
                <a:ext cx="48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4" name="Oval 1259">
                <a:extLst>
                  <a:ext uri="{FF2B5EF4-FFF2-40B4-BE49-F238E27FC236}">
                    <a16:creationId xmlns:a16="http://schemas.microsoft.com/office/drawing/2014/main" id="{DCA1040E-AF69-4004-B4BA-352641053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529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5" name="Freeform 1260">
                <a:extLst>
                  <a:ext uri="{FF2B5EF4-FFF2-40B4-BE49-F238E27FC236}">
                    <a16:creationId xmlns:a16="http://schemas.microsoft.com/office/drawing/2014/main" id="{CDC6505D-BFCD-408E-8E12-B90D48560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513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612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6" name="Oval 1261">
                <a:extLst>
                  <a:ext uri="{FF2B5EF4-FFF2-40B4-BE49-F238E27FC236}">
                    <a16:creationId xmlns:a16="http://schemas.microsoft.com/office/drawing/2014/main" id="{180DE43F-C3F1-462B-8492-DD53FEE60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7" y="2447"/>
                <a:ext cx="92" cy="98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7" name="Oval 1262">
                <a:extLst>
                  <a:ext uri="{FF2B5EF4-FFF2-40B4-BE49-F238E27FC236}">
                    <a16:creationId xmlns:a16="http://schemas.microsoft.com/office/drawing/2014/main" id="{00362296-24D2-445F-87E8-904B322F9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2" y="2460"/>
                <a:ext cx="50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8" name="Oval 1263">
                <a:extLst>
                  <a:ext uri="{FF2B5EF4-FFF2-40B4-BE49-F238E27FC236}">
                    <a16:creationId xmlns:a16="http://schemas.microsoft.com/office/drawing/2014/main" id="{E38194D5-540D-44DA-BFDA-C7D86FD37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2473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9" name="Freeform 1264">
                <a:extLst>
                  <a:ext uri="{FF2B5EF4-FFF2-40B4-BE49-F238E27FC236}">
                    <a16:creationId xmlns:a16="http://schemas.microsoft.com/office/drawing/2014/main" id="{40A6DF60-0EC0-4E94-9454-A1C154006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457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770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7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2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0" name="Oval 1265">
                <a:extLst>
                  <a:ext uri="{FF2B5EF4-FFF2-40B4-BE49-F238E27FC236}">
                    <a16:creationId xmlns:a16="http://schemas.microsoft.com/office/drawing/2014/main" id="{F1C2D741-40EF-4791-B850-58C4EAEF0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2" y="2273"/>
                <a:ext cx="90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1" name="Freeform 1266">
                <a:extLst>
                  <a:ext uri="{FF2B5EF4-FFF2-40B4-BE49-F238E27FC236}">
                    <a16:creationId xmlns:a16="http://schemas.microsoft.com/office/drawing/2014/main" id="{F36B55CD-0FD4-453A-B236-3FF75F690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284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2" name="Oval 1267">
                <a:extLst>
                  <a:ext uri="{FF2B5EF4-FFF2-40B4-BE49-F238E27FC236}">
                    <a16:creationId xmlns:a16="http://schemas.microsoft.com/office/drawing/2014/main" id="{44E87D9D-892E-485B-B1B4-EF7AC45CA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4" y="2287"/>
                <a:ext cx="50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3" name="Oval 1268">
                <a:extLst>
                  <a:ext uri="{FF2B5EF4-FFF2-40B4-BE49-F238E27FC236}">
                    <a16:creationId xmlns:a16="http://schemas.microsoft.com/office/drawing/2014/main" id="{86CDE6AF-2ABF-46D8-B6C1-E169BE154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4" y="2297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4" name="Oval 1269">
                <a:extLst>
                  <a:ext uri="{FF2B5EF4-FFF2-40B4-BE49-F238E27FC236}">
                    <a16:creationId xmlns:a16="http://schemas.microsoft.com/office/drawing/2014/main" id="{C62E4083-C9B0-47EB-949C-FCA7676CC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4" y="2273"/>
                <a:ext cx="90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5" name="Oval 1270">
                <a:extLst>
                  <a:ext uri="{FF2B5EF4-FFF2-40B4-BE49-F238E27FC236}">
                    <a16:creationId xmlns:a16="http://schemas.microsoft.com/office/drawing/2014/main" id="{B0F4F8F7-92B0-432D-A867-8694B907F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7" y="2287"/>
                <a:ext cx="50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6" name="Oval 1271">
                <a:extLst>
                  <a:ext uri="{FF2B5EF4-FFF2-40B4-BE49-F238E27FC236}">
                    <a16:creationId xmlns:a16="http://schemas.microsoft.com/office/drawing/2014/main" id="{4F61C35E-D428-406A-A324-F5A374BC6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7" y="2297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7" name="Freeform 1272">
                <a:extLst>
                  <a:ext uri="{FF2B5EF4-FFF2-40B4-BE49-F238E27FC236}">
                    <a16:creationId xmlns:a16="http://schemas.microsoft.com/office/drawing/2014/main" id="{21C70154-324A-44A1-87B0-852E88DAD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284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8" name="Oval 1273">
                <a:extLst>
                  <a:ext uri="{FF2B5EF4-FFF2-40B4-BE49-F238E27FC236}">
                    <a16:creationId xmlns:a16="http://schemas.microsoft.com/office/drawing/2014/main" id="{F0FAF949-69A6-4D16-A1A8-AEC60061C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364"/>
                <a:ext cx="90" cy="96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9" name="Oval 1274">
                <a:extLst>
                  <a:ext uri="{FF2B5EF4-FFF2-40B4-BE49-F238E27FC236}">
                    <a16:creationId xmlns:a16="http://schemas.microsoft.com/office/drawing/2014/main" id="{63FA6DDF-E854-4056-B7C6-156FD8F16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2377"/>
                <a:ext cx="50" cy="51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0" name="Oval 1275">
                <a:extLst>
                  <a:ext uri="{FF2B5EF4-FFF2-40B4-BE49-F238E27FC236}">
                    <a16:creationId xmlns:a16="http://schemas.microsoft.com/office/drawing/2014/main" id="{097B790E-B05E-414C-A987-CB5D4A723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2388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1" name="Freeform 1276">
                <a:extLst>
                  <a:ext uri="{FF2B5EF4-FFF2-40B4-BE49-F238E27FC236}">
                    <a16:creationId xmlns:a16="http://schemas.microsoft.com/office/drawing/2014/main" id="{6B4939BD-1965-4018-8015-FBB628D54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372"/>
                <a:ext cx="72" cy="83"/>
              </a:xfrm>
              <a:custGeom>
                <a:avLst/>
                <a:gdLst>
                  <a:gd name="T0" fmla="*/ 4439 w 29"/>
                  <a:gd name="T1" fmla="*/ 0 h 31"/>
                  <a:gd name="T2" fmla="*/ 5666 w 29"/>
                  <a:gd name="T3" fmla="*/ 4415 h 31"/>
                  <a:gd name="T4" fmla="*/ 1899 w 29"/>
                  <a:gd name="T5" fmla="*/ 10321 h 31"/>
                  <a:gd name="T6" fmla="*/ 0 w 29"/>
                  <a:gd name="T7" fmla="*/ 9612 h 31"/>
                  <a:gd name="T8" fmla="*/ 2818 w 29"/>
                  <a:gd name="T9" fmla="*/ 11398 h 31"/>
                  <a:gd name="T10" fmla="*/ 6793 w 29"/>
                  <a:gd name="T11" fmla="*/ 5491 h 31"/>
                  <a:gd name="T12" fmla="*/ 4439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6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9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2" name="Oval 1277">
                <a:extLst>
                  <a:ext uri="{FF2B5EF4-FFF2-40B4-BE49-F238E27FC236}">
                    <a16:creationId xmlns:a16="http://schemas.microsoft.com/office/drawing/2014/main" id="{5CAE20C9-2074-4079-9406-208C07761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364"/>
                <a:ext cx="92" cy="96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3" name="Oval 1278">
                <a:extLst>
                  <a:ext uri="{FF2B5EF4-FFF2-40B4-BE49-F238E27FC236}">
                    <a16:creationId xmlns:a16="http://schemas.microsoft.com/office/drawing/2014/main" id="{8A7311E4-8A3A-416F-B4A3-353F7494D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7" y="2377"/>
                <a:ext cx="50" cy="51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4" name="Oval 1279">
                <a:extLst>
                  <a:ext uri="{FF2B5EF4-FFF2-40B4-BE49-F238E27FC236}">
                    <a16:creationId xmlns:a16="http://schemas.microsoft.com/office/drawing/2014/main" id="{C92B6014-9866-4F0D-9E62-ED6F2DDA4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7" y="2388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5" name="Freeform 1280">
                <a:extLst>
                  <a:ext uri="{FF2B5EF4-FFF2-40B4-BE49-F238E27FC236}">
                    <a16:creationId xmlns:a16="http://schemas.microsoft.com/office/drawing/2014/main" id="{27A54FF6-D60A-4423-BD92-70C75771E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372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770 w 28"/>
                  <a:gd name="T5" fmla="*/ 10321 h 31"/>
                  <a:gd name="T6" fmla="*/ 0 w 28"/>
                  <a:gd name="T7" fmla="*/ 9612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7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2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9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6" name="Oval 1281">
                <a:extLst>
                  <a:ext uri="{FF2B5EF4-FFF2-40B4-BE49-F238E27FC236}">
                    <a16:creationId xmlns:a16="http://schemas.microsoft.com/office/drawing/2014/main" id="{D738D159-63CD-40D8-BC5B-6CDA0EFC1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2185"/>
                <a:ext cx="93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7" name="Oval 1282">
                <a:extLst>
                  <a:ext uri="{FF2B5EF4-FFF2-40B4-BE49-F238E27FC236}">
                    <a16:creationId xmlns:a16="http://schemas.microsoft.com/office/drawing/2014/main" id="{241389F9-B07E-46B5-91EC-469F03C4F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9" y="2199"/>
                <a:ext cx="50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8" name="Oval 1283">
                <a:extLst>
                  <a:ext uri="{FF2B5EF4-FFF2-40B4-BE49-F238E27FC236}">
                    <a16:creationId xmlns:a16="http://schemas.microsoft.com/office/drawing/2014/main" id="{51F8D13D-68D0-4DEA-B7DA-BA6E62AF6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9" y="221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9" name="Freeform 1284">
                <a:extLst>
                  <a:ext uri="{FF2B5EF4-FFF2-40B4-BE49-F238E27FC236}">
                    <a16:creationId xmlns:a16="http://schemas.microsoft.com/office/drawing/2014/main" id="{B0EC4D67-F049-4CCA-868B-9D370730C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196"/>
                <a:ext cx="73" cy="83"/>
              </a:xfrm>
              <a:custGeom>
                <a:avLst/>
                <a:gdLst>
                  <a:gd name="T0" fmla="*/ 4866 w 29"/>
                  <a:gd name="T1" fmla="*/ 0 h 31"/>
                  <a:gd name="T2" fmla="*/ 6381 w 29"/>
                  <a:gd name="T3" fmla="*/ 4415 h 31"/>
                  <a:gd name="T4" fmla="*/ 2009 w 29"/>
                  <a:gd name="T5" fmla="*/ 10321 h 31"/>
                  <a:gd name="T6" fmla="*/ 0 w 29"/>
                  <a:gd name="T7" fmla="*/ 9189 h 31"/>
                  <a:gd name="T8" fmla="*/ 3048 w 29"/>
                  <a:gd name="T9" fmla="*/ 11398 h 31"/>
                  <a:gd name="T10" fmla="*/ 7383 w 29"/>
                  <a:gd name="T11" fmla="*/ 5491 h 31"/>
                  <a:gd name="T12" fmla="*/ 4866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19" y="0"/>
                    </a:moveTo>
                    <a:cubicBezTo>
                      <a:pt x="24" y="6"/>
                      <a:pt x="25" y="8"/>
                      <a:pt x="25" y="12"/>
                    </a:cubicBezTo>
                    <a:cubicBezTo>
                      <a:pt x="25" y="23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9"/>
                      <a:pt x="8" y="31"/>
                      <a:pt x="12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0" name="Oval 1285">
                <a:extLst>
                  <a:ext uri="{FF2B5EF4-FFF2-40B4-BE49-F238E27FC236}">
                    <a16:creationId xmlns:a16="http://schemas.microsoft.com/office/drawing/2014/main" id="{930EC68B-A3B5-44CB-BE45-869B8F979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9" y="2185"/>
                <a:ext cx="93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1" name="Oval 1286">
                <a:extLst>
                  <a:ext uri="{FF2B5EF4-FFF2-40B4-BE49-F238E27FC236}">
                    <a16:creationId xmlns:a16="http://schemas.microsoft.com/office/drawing/2014/main" id="{AF6BD5D0-34FB-4F8B-BCEE-F2A867430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4" y="2199"/>
                <a:ext cx="50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2" name="Oval 1287">
                <a:extLst>
                  <a:ext uri="{FF2B5EF4-FFF2-40B4-BE49-F238E27FC236}">
                    <a16:creationId xmlns:a16="http://schemas.microsoft.com/office/drawing/2014/main" id="{47CC3A0B-C935-48A8-BBDF-BFF6A3BA3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221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3" name="Freeform 1288">
                <a:extLst>
                  <a:ext uri="{FF2B5EF4-FFF2-40B4-BE49-F238E27FC236}">
                    <a16:creationId xmlns:a16="http://schemas.microsoft.com/office/drawing/2014/main" id="{4D426106-1F73-44DE-98DF-F8EC94732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96"/>
                <a:ext cx="73" cy="83"/>
              </a:xfrm>
              <a:custGeom>
                <a:avLst/>
                <a:gdLst>
                  <a:gd name="T0" fmla="*/ 5057 w 29"/>
                  <a:gd name="T1" fmla="*/ 0 h 31"/>
                  <a:gd name="T2" fmla="*/ 6381 w 29"/>
                  <a:gd name="T3" fmla="*/ 4415 h 31"/>
                  <a:gd name="T4" fmla="*/ 2009 w 29"/>
                  <a:gd name="T5" fmla="*/ 10321 h 31"/>
                  <a:gd name="T6" fmla="*/ 0 w 29"/>
                  <a:gd name="T7" fmla="*/ 9189 h 31"/>
                  <a:gd name="T8" fmla="*/ 3048 w 29"/>
                  <a:gd name="T9" fmla="*/ 11398 h 31"/>
                  <a:gd name="T10" fmla="*/ 7383 w 29"/>
                  <a:gd name="T11" fmla="*/ 5491 h 31"/>
                  <a:gd name="T12" fmla="*/ 5057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0" y="0"/>
                    </a:moveTo>
                    <a:cubicBezTo>
                      <a:pt x="24" y="6"/>
                      <a:pt x="25" y="8"/>
                      <a:pt x="25" y="12"/>
                    </a:cubicBezTo>
                    <a:cubicBezTo>
                      <a:pt x="25" y="23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9"/>
                      <a:pt x="8" y="31"/>
                      <a:pt x="12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8"/>
                      <a:pt x="25" y="3"/>
                      <a:pt x="20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4" name="Oval 1289">
                <a:extLst>
                  <a:ext uri="{FF2B5EF4-FFF2-40B4-BE49-F238E27FC236}">
                    <a16:creationId xmlns:a16="http://schemas.microsoft.com/office/drawing/2014/main" id="{4DB73A6D-B1C9-4009-B9D2-1304990BF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097"/>
                <a:ext cx="90" cy="96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5" name="Oval 1290">
                <a:extLst>
                  <a:ext uri="{FF2B5EF4-FFF2-40B4-BE49-F238E27FC236}">
                    <a16:creationId xmlns:a16="http://schemas.microsoft.com/office/drawing/2014/main" id="{70966C0C-C9DD-4599-8F04-3C78BD6FA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2111"/>
                <a:ext cx="50" cy="50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6" name="Oval 1291">
                <a:extLst>
                  <a:ext uri="{FF2B5EF4-FFF2-40B4-BE49-F238E27FC236}">
                    <a16:creationId xmlns:a16="http://schemas.microsoft.com/office/drawing/2014/main" id="{32402EDB-6E6C-498D-985E-7DDC5FBF1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212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7" name="Freeform 1292">
                <a:extLst>
                  <a:ext uri="{FF2B5EF4-FFF2-40B4-BE49-F238E27FC236}">
                    <a16:creationId xmlns:a16="http://schemas.microsoft.com/office/drawing/2014/main" id="{C6DA75D8-585B-43BF-9322-E0D4EB63A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108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10104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8" name="Oval 1293">
                <a:extLst>
                  <a:ext uri="{FF2B5EF4-FFF2-40B4-BE49-F238E27FC236}">
                    <a16:creationId xmlns:a16="http://schemas.microsoft.com/office/drawing/2014/main" id="{55F4A020-99F9-4DC9-BBD3-42AA7D8D4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1932"/>
                <a:ext cx="93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9" name="Freeform 1294">
                <a:extLst>
                  <a:ext uri="{FF2B5EF4-FFF2-40B4-BE49-F238E27FC236}">
                    <a16:creationId xmlns:a16="http://schemas.microsoft.com/office/drawing/2014/main" id="{8384CECC-3452-44FD-86E7-ECBAC2E3A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951"/>
                <a:ext cx="78" cy="74"/>
              </a:xfrm>
              <a:custGeom>
                <a:avLst/>
                <a:gdLst>
                  <a:gd name="T0" fmla="*/ 0 w 31"/>
                  <a:gd name="T1" fmla="*/ 6441 h 28"/>
                  <a:gd name="T2" fmla="*/ 3014 w 31"/>
                  <a:gd name="T3" fmla="*/ 8145 h 28"/>
                  <a:gd name="T4" fmla="*/ 7058 w 31"/>
                  <a:gd name="T5" fmla="*/ 2730 h 28"/>
                  <a:gd name="T6" fmla="*/ 6577 w 31"/>
                  <a:gd name="T7" fmla="*/ 0 h 28"/>
                  <a:gd name="T8" fmla="*/ 7850 w 31"/>
                  <a:gd name="T9" fmla="*/ 4157 h 28"/>
                  <a:gd name="T10" fmla="*/ 3855 w 31"/>
                  <a:gd name="T11" fmla="*/ 9562 h 28"/>
                  <a:gd name="T12" fmla="*/ 0 w 31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0" name="Oval 1295">
                <a:extLst>
                  <a:ext uri="{FF2B5EF4-FFF2-40B4-BE49-F238E27FC236}">
                    <a16:creationId xmlns:a16="http://schemas.microsoft.com/office/drawing/2014/main" id="{DDC21F51-7D15-48E5-B40F-1F9C32CCF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1948"/>
                <a:ext cx="50" cy="51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1" name="Oval 1296">
                <a:extLst>
                  <a:ext uri="{FF2B5EF4-FFF2-40B4-BE49-F238E27FC236}">
                    <a16:creationId xmlns:a16="http://schemas.microsoft.com/office/drawing/2014/main" id="{92D763BC-CC54-47DE-8DEE-1F1A0BB68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" y="195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2" name="Oval 1297">
                <a:extLst>
                  <a:ext uri="{FF2B5EF4-FFF2-40B4-BE49-F238E27FC236}">
                    <a16:creationId xmlns:a16="http://schemas.microsoft.com/office/drawing/2014/main" id="{85EE8FFA-6F25-49D8-99F6-655CAC702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9" y="1932"/>
                <a:ext cx="93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3" name="Oval 1298">
                <a:extLst>
                  <a:ext uri="{FF2B5EF4-FFF2-40B4-BE49-F238E27FC236}">
                    <a16:creationId xmlns:a16="http://schemas.microsoft.com/office/drawing/2014/main" id="{2FBD453C-0278-48CF-97DA-E0A3F1C81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2" y="1948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4" name="Oval 1299">
                <a:extLst>
                  <a:ext uri="{FF2B5EF4-FFF2-40B4-BE49-F238E27FC236}">
                    <a16:creationId xmlns:a16="http://schemas.microsoft.com/office/drawing/2014/main" id="{13D08F92-18AE-4310-80CA-A443D274F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2" y="1959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5" name="Freeform 1300">
                <a:extLst>
                  <a:ext uri="{FF2B5EF4-FFF2-40B4-BE49-F238E27FC236}">
                    <a16:creationId xmlns:a16="http://schemas.microsoft.com/office/drawing/2014/main" id="{D71E027D-863F-4AE4-8DF7-F7AED56EC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948"/>
                <a:ext cx="78" cy="77"/>
              </a:xfrm>
              <a:custGeom>
                <a:avLst/>
                <a:gdLst>
                  <a:gd name="T0" fmla="*/ 0 w 31"/>
                  <a:gd name="T1" fmla="*/ 7002 h 29"/>
                  <a:gd name="T2" fmla="*/ 3014 w 31"/>
                  <a:gd name="T3" fmla="*/ 8706 h 29"/>
                  <a:gd name="T4" fmla="*/ 7058 w 31"/>
                  <a:gd name="T5" fmla="*/ 2791 h 29"/>
                  <a:gd name="T6" fmla="*/ 6368 w 31"/>
                  <a:gd name="T7" fmla="*/ 0 h 29"/>
                  <a:gd name="T8" fmla="*/ 7850 w 31"/>
                  <a:gd name="T9" fmla="*/ 4625 h 29"/>
                  <a:gd name="T10" fmla="*/ 3520 w 31"/>
                  <a:gd name="T11" fmla="*/ 10145 h 29"/>
                  <a:gd name="T12" fmla="*/ 0 w 31"/>
                  <a:gd name="T13" fmla="*/ 700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5" y="24"/>
                      <a:pt x="7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8" y="3"/>
                      <a:pt x="31" y="8"/>
                      <a:pt x="31" y="13"/>
                    </a:cubicBezTo>
                    <a:cubicBezTo>
                      <a:pt x="31" y="22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2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6" name="Oval 1301">
                <a:extLst>
                  <a:ext uri="{FF2B5EF4-FFF2-40B4-BE49-F238E27FC236}">
                    <a16:creationId xmlns:a16="http://schemas.microsoft.com/office/drawing/2014/main" id="{011C3C70-8742-4AA0-B398-B11D29BCB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1932"/>
                <a:ext cx="92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7" name="Oval 1302">
                <a:extLst>
                  <a:ext uri="{FF2B5EF4-FFF2-40B4-BE49-F238E27FC236}">
                    <a16:creationId xmlns:a16="http://schemas.microsoft.com/office/drawing/2014/main" id="{523729B0-DE3E-43EC-8802-05C26AF4C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4" y="1948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8" name="Oval 1303">
                <a:extLst>
                  <a:ext uri="{FF2B5EF4-FFF2-40B4-BE49-F238E27FC236}">
                    <a16:creationId xmlns:a16="http://schemas.microsoft.com/office/drawing/2014/main" id="{8E6FD0D6-94D6-4E3E-BC75-9D91AE04D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7" y="195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9" name="Freeform 1304">
                <a:extLst>
                  <a:ext uri="{FF2B5EF4-FFF2-40B4-BE49-F238E27FC236}">
                    <a16:creationId xmlns:a16="http://schemas.microsoft.com/office/drawing/2014/main" id="{567ED31D-D572-481C-826F-130E6DE84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948"/>
                <a:ext cx="77" cy="77"/>
              </a:xfrm>
              <a:custGeom>
                <a:avLst/>
                <a:gdLst>
                  <a:gd name="T0" fmla="*/ 0 w 31"/>
                  <a:gd name="T1" fmla="*/ 7002 h 29"/>
                  <a:gd name="T2" fmla="*/ 2851 w 31"/>
                  <a:gd name="T3" fmla="*/ 8706 h 29"/>
                  <a:gd name="T4" fmla="*/ 6620 w 31"/>
                  <a:gd name="T5" fmla="*/ 2791 h 29"/>
                  <a:gd name="T6" fmla="*/ 5867 w 31"/>
                  <a:gd name="T7" fmla="*/ 0 h 29"/>
                  <a:gd name="T8" fmla="*/ 7263 w 31"/>
                  <a:gd name="T9" fmla="*/ 4625 h 29"/>
                  <a:gd name="T10" fmla="*/ 3510 w 31"/>
                  <a:gd name="T11" fmla="*/ 10145 h 29"/>
                  <a:gd name="T12" fmla="*/ 0 w 31"/>
                  <a:gd name="T13" fmla="*/ 700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6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9" y="3"/>
                      <a:pt x="31" y="8"/>
                      <a:pt x="31" y="13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0" name="Oval 1305">
                <a:extLst>
                  <a:ext uri="{FF2B5EF4-FFF2-40B4-BE49-F238E27FC236}">
                    <a16:creationId xmlns:a16="http://schemas.microsoft.com/office/drawing/2014/main" id="{D37B6F3D-4D01-493B-A093-EEBD8B3DD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9" y="1932"/>
                <a:ext cx="90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1" name="Oval 1306">
                <a:extLst>
                  <a:ext uri="{FF2B5EF4-FFF2-40B4-BE49-F238E27FC236}">
                    <a16:creationId xmlns:a16="http://schemas.microsoft.com/office/drawing/2014/main" id="{3C024D91-0DBC-4884-94CA-5920E6E64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2" y="1948"/>
                <a:ext cx="47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2" name="Oval 1307">
                <a:extLst>
                  <a:ext uri="{FF2B5EF4-FFF2-40B4-BE49-F238E27FC236}">
                    <a16:creationId xmlns:a16="http://schemas.microsoft.com/office/drawing/2014/main" id="{12C4D70E-AD21-4BF1-A7CA-420781FB0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2" y="1959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3" name="Freeform 1308">
                <a:extLst>
                  <a:ext uri="{FF2B5EF4-FFF2-40B4-BE49-F238E27FC236}">
                    <a16:creationId xmlns:a16="http://schemas.microsoft.com/office/drawing/2014/main" id="{79C61BD7-6E9D-4FD9-AB23-515F29F91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948"/>
                <a:ext cx="75" cy="77"/>
              </a:xfrm>
              <a:custGeom>
                <a:avLst/>
                <a:gdLst>
                  <a:gd name="T0" fmla="*/ 0 w 30"/>
                  <a:gd name="T1" fmla="*/ 7002 h 29"/>
                  <a:gd name="T2" fmla="*/ 2738 w 30"/>
                  <a:gd name="T3" fmla="*/ 8706 h 29"/>
                  <a:gd name="T4" fmla="*/ 6845 w 30"/>
                  <a:gd name="T5" fmla="*/ 2791 h 29"/>
                  <a:gd name="T6" fmla="*/ 6175 w 30"/>
                  <a:gd name="T7" fmla="*/ 0 h 29"/>
                  <a:gd name="T8" fmla="*/ 7345 w 30"/>
                  <a:gd name="T9" fmla="*/ 4625 h 29"/>
                  <a:gd name="T10" fmla="*/ 3438 w 30"/>
                  <a:gd name="T11" fmla="*/ 10145 h 29"/>
                  <a:gd name="T12" fmla="*/ 0 w 30"/>
                  <a:gd name="T13" fmla="*/ 700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20"/>
                    </a:moveTo>
                    <a:cubicBezTo>
                      <a:pt x="5" y="24"/>
                      <a:pt x="7" y="25"/>
                      <a:pt x="11" y="25"/>
                    </a:cubicBezTo>
                    <a:cubicBezTo>
                      <a:pt x="22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8" y="3"/>
                      <a:pt x="30" y="8"/>
                      <a:pt x="30" y="13"/>
                    </a:cubicBezTo>
                    <a:cubicBezTo>
                      <a:pt x="30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2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4" name="Oval 1309">
                <a:extLst>
                  <a:ext uri="{FF2B5EF4-FFF2-40B4-BE49-F238E27FC236}">
                    <a16:creationId xmlns:a16="http://schemas.microsoft.com/office/drawing/2014/main" id="{36EC23F6-B0EF-46F7-BF22-4A75A5500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2" y="1932"/>
                <a:ext cx="92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5" name="Oval 1310">
                <a:extLst>
                  <a:ext uri="{FF2B5EF4-FFF2-40B4-BE49-F238E27FC236}">
                    <a16:creationId xmlns:a16="http://schemas.microsoft.com/office/drawing/2014/main" id="{50679A17-A68B-47E8-B2F0-F5416B88A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1948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6" name="Oval 1311">
                <a:extLst>
                  <a:ext uri="{FF2B5EF4-FFF2-40B4-BE49-F238E27FC236}">
                    <a16:creationId xmlns:a16="http://schemas.microsoft.com/office/drawing/2014/main" id="{F3CA1D9C-4418-4107-ACDE-B3B91FBAF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4" y="1959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7" name="Freeform 1312">
                <a:extLst>
                  <a:ext uri="{FF2B5EF4-FFF2-40B4-BE49-F238E27FC236}">
                    <a16:creationId xmlns:a16="http://schemas.microsoft.com/office/drawing/2014/main" id="{C88F73E4-3879-462D-9AE0-724458375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948"/>
                <a:ext cx="77" cy="77"/>
              </a:xfrm>
              <a:custGeom>
                <a:avLst/>
                <a:gdLst>
                  <a:gd name="T0" fmla="*/ 0 w 31"/>
                  <a:gd name="T1" fmla="*/ 7002 h 29"/>
                  <a:gd name="T2" fmla="*/ 2851 w 31"/>
                  <a:gd name="T3" fmla="*/ 8706 h 29"/>
                  <a:gd name="T4" fmla="*/ 6620 w 31"/>
                  <a:gd name="T5" fmla="*/ 2791 h 29"/>
                  <a:gd name="T6" fmla="*/ 5867 w 31"/>
                  <a:gd name="T7" fmla="*/ 0 h 29"/>
                  <a:gd name="T8" fmla="*/ 7263 w 31"/>
                  <a:gd name="T9" fmla="*/ 4625 h 29"/>
                  <a:gd name="T10" fmla="*/ 3313 w 31"/>
                  <a:gd name="T11" fmla="*/ 10145 h 29"/>
                  <a:gd name="T12" fmla="*/ 0 w 31"/>
                  <a:gd name="T13" fmla="*/ 700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5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9" y="3"/>
                      <a:pt x="31" y="8"/>
                      <a:pt x="31" y="13"/>
                    </a:cubicBezTo>
                    <a:cubicBezTo>
                      <a:pt x="31" y="22"/>
                      <a:pt x="23" y="29"/>
                      <a:pt x="14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8" name="Oval 1313">
                <a:extLst>
                  <a:ext uri="{FF2B5EF4-FFF2-40B4-BE49-F238E27FC236}">
                    <a16:creationId xmlns:a16="http://schemas.microsoft.com/office/drawing/2014/main" id="{DE8F8965-CD7B-4ED0-A298-5EAE67BB5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1591"/>
                <a:ext cx="93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9" name="Oval 1314">
                <a:extLst>
                  <a:ext uri="{FF2B5EF4-FFF2-40B4-BE49-F238E27FC236}">
                    <a16:creationId xmlns:a16="http://schemas.microsoft.com/office/drawing/2014/main" id="{554DCA39-C462-4EEE-A7A9-9F3899B47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1607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0" name="Oval 1315">
                <a:extLst>
                  <a:ext uri="{FF2B5EF4-FFF2-40B4-BE49-F238E27FC236}">
                    <a16:creationId xmlns:a16="http://schemas.microsoft.com/office/drawing/2014/main" id="{9E3FF977-2D30-4122-85CE-1E5AEA6E8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" y="1617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1" name="Freeform 1316">
                <a:extLst>
                  <a:ext uri="{FF2B5EF4-FFF2-40B4-BE49-F238E27FC236}">
                    <a16:creationId xmlns:a16="http://schemas.microsoft.com/office/drawing/2014/main" id="{AAA54C4B-C276-4090-89FC-184915314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607"/>
                <a:ext cx="78" cy="77"/>
              </a:xfrm>
              <a:custGeom>
                <a:avLst/>
                <a:gdLst>
                  <a:gd name="T0" fmla="*/ 0 w 31"/>
                  <a:gd name="T1" fmla="*/ 7002 h 29"/>
                  <a:gd name="T2" fmla="*/ 3014 w 31"/>
                  <a:gd name="T3" fmla="*/ 8706 h 29"/>
                  <a:gd name="T4" fmla="*/ 7058 w 31"/>
                  <a:gd name="T5" fmla="*/ 2791 h 29"/>
                  <a:gd name="T6" fmla="*/ 6577 w 31"/>
                  <a:gd name="T7" fmla="*/ 0 h 29"/>
                  <a:gd name="T8" fmla="*/ 7850 w 31"/>
                  <a:gd name="T9" fmla="*/ 4625 h 29"/>
                  <a:gd name="T10" fmla="*/ 3855 w 31"/>
                  <a:gd name="T11" fmla="*/ 10145 h 29"/>
                  <a:gd name="T12" fmla="*/ 0 w 31"/>
                  <a:gd name="T13" fmla="*/ 700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6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7" y="3"/>
                      <a:pt x="26" y="0"/>
                    </a:cubicBezTo>
                    <a:cubicBezTo>
                      <a:pt x="29" y="3"/>
                      <a:pt x="31" y="8"/>
                      <a:pt x="31" y="13"/>
                    </a:cubicBezTo>
                    <a:cubicBezTo>
                      <a:pt x="31" y="22"/>
                      <a:pt x="24" y="29"/>
                      <a:pt x="15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2" name="Oval 1317">
                <a:extLst>
                  <a:ext uri="{FF2B5EF4-FFF2-40B4-BE49-F238E27FC236}">
                    <a16:creationId xmlns:a16="http://schemas.microsoft.com/office/drawing/2014/main" id="{4274D4DE-4FF9-4121-BE1B-C4DC7FF1B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679"/>
                <a:ext cx="90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3" name="Freeform 1318">
                <a:extLst>
                  <a:ext uri="{FF2B5EF4-FFF2-40B4-BE49-F238E27FC236}">
                    <a16:creationId xmlns:a16="http://schemas.microsoft.com/office/drawing/2014/main" id="{FC5CE06F-C077-4399-A00C-25563C6FA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695"/>
                <a:ext cx="75" cy="77"/>
              </a:xfrm>
              <a:custGeom>
                <a:avLst/>
                <a:gdLst>
                  <a:gd name="T0" fmla="*/ 0 w 30"/>
                  <a:gd name="T1" fmla="*/ 7002 h 29"/>
                  <a:gd name="T2" fmla="*/ 2738 w 30"/>
                  <a:gd name="T3" fmla="*/ 8706 h 29"/>
                  <a:gd name="T4" fmla="*/ 6845 w 30"/>
                  <a:gd name="T5" fmla="*/ 2791 h 29"/>
                  <a:gd name="T6" fmla="*/ 6175 w 30"/>
                  <a:gd name="T7" fmla="*/ 0 h 29"/>
                  <a:gd name="T8" fmla="*/ 7345 w 30"/>
                  <a:gd name="T9" fmla="*/ 4625 h 29"/>
                  <a:gd name="T10" fmla="*/ 3438 w 30"/>
                  <a:gd name="T11" fmla="*/ 10145 h 29"/>
                  <a:gd name="T12" fmla="*/ 0 w 30"/>
                  <a:gd name="T13" fmla="*/ 700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20"/>
                    </a:moveTo>
                    <a:cubicBezTo>
                      <a:pt x="5" y="24"/>
                      <a:pt x="7" y="25"/>
                      <a:pt x="11" y="25"/>
                    </a:cubicBezTo>
                    <a:cubicBezTo>
                      <a:pt x="22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8" y="3"/>
                      <a:pt x="30" y="8"/>
                      <a:pt x="30" y="13"/>
                    </a:cubicBezTo>
                    <a:cubicBezTo>
                      <a:pt x="30" y="22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2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4" name="Oval 1319">
                <a:extLst>
                  <a:ext uri="{FF2B5EF4-FFF2-40B4-BE49-F238E27FC236}">
                    <a16:creationId xmlns:a16="http://schemas.microsoft.com/office/drawing/2014/main" id="{8AC6037D-2292-495C-A6D5-86689CC69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695"/>
                <a:ext cx="47" cy="50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5" name="Oval 1320">
                <a:extLst>
                  <a:ext uri="{FF2B5EF4-FFF2-40B4-BE49-F238E27FC236}">
                    <a16:creationId xmlns:a16="http://schemas.microsoft.com/office/drawing/2014/main" id="{55863D6E-69A0-4E7E-94B9-C9A7B803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70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6" name="Oval 1321">
                <a:extLst>
                  <a:ext uri="{FF2B5EF4-FFF2-40B4-BE49-F238E27FC236}">
                    <a16:creationId xmlns:a16="http://schemas.microsoft.com/office/drawing/2014/main" id="{B8E31F7B-299B-4DDB-9078-13AF17B2C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679"/>
                <a:ext cx="90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7" name="Oval 1322">
                <a:extLst>
                  <a:ext uri="{FF2B5EF4-FFF2-40B4-BE49-F238E27FC236}">
                    <a16:creationId xmlns:a16="http://schemas.microsoft.com/office/drawing/2014/main" id="{9DD299AC-D074-4732-A89E-65F765107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2" y="1695"/>
                <a:ext cx="47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8" name="Oval 1323">
                <a:extLst>
                  <a:ext uri="{FF2B5EF4-FFF2-40B4-BE49-F238E27FC236}">
                    <a16:creationId xmlns:a16="http://schemas.microsoft.com/office/drawing/2014/main" id="{4B8FCD2E-95DC-41C9-A747-1A360DE42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705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9" name="Freeform 1324">
                <a:extLst>
                  <a:ext uri="{FF2B5EF4-FFF2-40B4-BE49-F238E27FC236}">
                    <a16:creationId xmlns:a16="http://schemas.microsoft.com/office/drawing/2014/main" id="{ADE16DB7-3A00-407B-B472-210464B3D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1695"/>
                <a:ext cx="77" cy="77"/>
              </a:xfrm>
              <a:custGeom>
                <a:avLst/>
                <a:gdLst>
                  <a:gd name="T0" fmla="*/ 0 w 31"/>
                  <a:gd name="T1" fmla="*/ 7002 h 29"/>
                  <a:gd name="T2" fmla="*/ 2851 w 31"/>
                  <a:gd name="T3" fmla="*/ 8706 h 29"/>
                  <a:gd name="T4" fmla="*/ 6620 w 31"/>
                  <a:gd name="T5" fmla="*/ 2791 h 29"/>
                  <a:gd name="T6" fmla="*/ 6133 w 31"/>
                  <a:gd name="T7" fmla="*/ 0 h 29"/>
                  <a:gd name="T8" fmla="*/ 7263 w 31"/>
                  <a:gd name="T9" fmla="*/ 4230 h 29"/>
                  <a:gd name="T10" fmla="*/ 3510 w 31"/>
                  <a:gd name="T11" fmla="*/ 10145 h 29"/>
                  <a:gd name="T12" fmla="*/ 0 w 31"/>
                  <a:gd name="T13" fmla="*/ 700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6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7" y="2"/>
                      <a:pt x="26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9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0" name="Oval 1325">
                <a:extLst>
                  <a:ext uri="{FF2B5EF4-FFF2-40B4-BE49-F238E27FC236}">
                    <a16:creationId xmlns:a16="http://schemas.microsoft.com/office/drawing/2014/main" id="{5B29B9DC-7D39-465B-868C-0195A0C9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1769"/>
                <a:ext cx="93" cy="96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1" name="Freeform 1326">
                <a:extLst>
                  <a:ext uri="{FF2B5EF4-FFF2-40B4-BE49-F238E27FC236}">
                    <a16:creationId xmlns:a16="http://schemas.microsoft.com/office/drawing/2014/main" id="{7BB32E07-E907-4026-8E18-6AA0EE256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785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885 h 28"/>
                  <a:gd name="T6" fmla="*/ 6368 w 31"/>
                  <a:gd name="T7" fmla="*/ 0 h 28"/>
                  <a:gd name="T8" fmla="*/ 7850 w 31"/>
                  <a:gd name="T9" fmla="*/ 4420 h 28"/>
                  <a:gd name="T10" fmla="*/ 3855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2" name="Oval 1327">
                <a:extLst>
                  <a:ext uri="{FF2B5EF4-FFF2-40B4-BE49-F238E27FC236}">
                    <a16:creationId xmlns:a16="http://schemas.microsoft.com/office/drawing/2014/main" id="{6923B546-2BAD-4E17-873C-EA31209A2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1783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3" name="Oval 1328">
                <a:extLst>
                  <a:ext uri="{FF2B5EF4-FFF2-40B4-BE49-F238E27FC236}">
                    <a16:creationId xmlns:a16="http://schemas.microsoft.com/office/drawing/2014/main" id="{2E83E177-7705-4C06-8710-A9821EE72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" y="1793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4" name="Oval 1329">
                <a:extLst>
                  <a:ext uri="{FF2B5EF4-FFF2-40B4-BE49-F238E27FC236}">
                    <a16:creationId xmlns:a16="http://schemas.microsoft.com/office/drawing/2014/main" id="{215FC5F0-D949-40DF-8D28-3B2759972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769"/>
                <a:ext cx="90" cy="96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5" name="Oval 1330">
                <a:extLst>
                  <a:ext uri="{FF2B5EF4-FFF2-40B4-BE49-F238E27FC236}">
                    <a16:creationId xmlns:a16="http://schemas.microsoft.com/office/drawing/2014/main" id="{63B06E9C-913E-47D0-94A1-FD0784106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2" y="1785"/>
                <a:ext cx="47" cy="51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6" name="Oval 1331">
                <a:extLst>
                  <a:ext uri="{FF2B5EF4-FFF2-40B4-BE49-F238E27FC236}">
                    <a16:creationId xmlns:a16="http://schemas.microsoft.com/office/drawing/2014/main" id="{3EF8531B-909A-4848-9204-3EC8DB06A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2" y="1796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7" name="Freeform 1332">
                <a:extLst>
                  <a:ext uri="{FF2B5EF4-FFF2-40B4-BE49-F238E27FC236}">
                    <a16:creationId xmlns:a16="http://schemas.microsoft.com/office/drawing/2014/main" id="{10347DD1-8B86-43B4-B8F7-980CE5987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785"/>
                <a:ext cx="75" cy="75"/>
              </a:xfrm>
              <a:custGeom>
                <a:avLst/>
                <a:gdLst>
                  <a:gd name="T0" fmla="*/ 0 w 30"/>
                  <a:gd name="T1" fmla="*/ 7053 h 28"/>
                  <a:gd name="T2" fmla="*/ 2738 w 30"/>
                  <a:gd name="T3" fmla="*/ 8804 h 28"/>
                  <a:gd name="T4" fmla="*/ 6645 w 30"/>
                  <a:gd name="T5" fmla="*/ 2885 h 28"/>
                  <a:gd name="T6" fmla="*/ 6175 w 30"/>
                  <a:gd name="T7" fmla="*/ 0 h 28"/>
                  <a:gd name="T8" fmla="*/ 7345 w 30"/>
                  <a:gd name="T9" fmla="*/ 4420 h 28"/>
                  <a:gd name="T10" fmla="*/ 3438 w 30"/>
                  <a:gd name="T11" fmla="*/ 10339 h 28"/>
                  <a:gd name="T12" fmla="*/ 0 w 30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8" name="Oval 1333">
                <a:extLst>
                  <a:ext uri="{FF2B5EF4-FFF2-40B4-BE49-F238E27FC236}">
                    <a16:creationId xmlns:a16="http://schemas.microsoft.com/office/drawing/2014/main" id="{79D158FD-FC2C-449C-9DB9-57EBA0D91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2" y="1769"/>
                <a:ext cx="92" cy="96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9" name="Oval 1334">
                <a:extLst>
                  <a:ext uri="{FF2B5EF4-FFF2-40B4-BE49-F238E27FC236}">
                    <a16:creationId xmlns:a16="http://schemas.microsoft.com/office/drawing/2014/main" id="{BE798315-A566-4A54-9B28-20FB393C4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4" y="1783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0" name="Oval 1335">
                <a:extLst>
                  <a:ext uri="{FF2B5EF4-FFF2-40B4-BE49-F238E27FC236}">
                    <a16:creationId xmlns:a16="http://schemas.microsoft.com/office/drawing/2014/main" id="{581F8A69-097D-474F-ABDD-2F6DF233D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7" y="1793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1" name="Freeform 1336">
                <a:extLst>
                  <a:ext uri="{FF2B5EF4-FFF2-40B4-BE49-F238E27FC236}">
                    <a16:creationId xmlns:a16="http://schemas.microsoft.com/office/drawing/2014/main" id="{87C8577D-0789-40A5-8BB2-5A9BB3C22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1785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5867 w 31"/>
                  <a:gd name="T7" fmla="*/ 0 h 28"/>
                  <a:gd name="T8" fmla="*/ 7263 w 31"/>
                  <a:gd name="T9" fmla="*/ 4420 h 28"/>
                  <a:gd name="T10" fmla="*/ 351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2" name="Oval 1337">
                <a:extLst>
                  <a:ext uri="{FF2B5EF4-FFF2-40B4-BE49-F238E27FC236}">
                    <a16:creationId xmlns:a16="http://schemas.microsoft.com/office/drawing/2014/main" id="{B2312B8B-362A-4302-9C5D-DD32CC6F7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2097"/>
                <a:ext cx="90" cy="96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3" name="Oval 1338">
                <a:extLst>
                  <a:ext uri="{FF2B5EF4-FFF2-40B4-BE49-F238E27FC236}">
                    <a16:creationId xmlns:a16="http://schemas.microsoft.com/office/drawing/2014/main" id="{BBC2A8B0-93F2-41E1-AF42-3E17A9400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2111"/>
                <a:ext cx="50" cy="50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4" name="Oval 1339">
                <a:extLst>
                  <a:ext uri="{FF2B5EF4-FFF2-40B4-BE49-F238E27FC236}">
                    <a16:creationId xmlns:a16="http://schemas.microsoft.com/office/drawing/2014/main" id="{97B6C472-FB40-4ECD-B7C5-707C42245B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121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5" name="Freeform 1340">
                <a:extLst>
                  <a:ext uri="{FF2B5EF4-FFF2-40B4-BE49-F238E27FC236}">
                    <a16:creationId xmlns:a16="http://schemas.microsoft.com/office/drawing/2014/main" id="{9B3116B0-B112-4399-BFAB-4844914FE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108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10104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5" y="2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6" name="Freeform 1341">
                <a:extLst>
                  <a:ext uri="{FF2B5EF4-FFF2-40B4-BE49-F238E27FC236}">
                    <a16:creationId xmlns:a16="http://schemas.microsoft.com/office/drawing/2014/main" id="{9CB00CFC-D70F-4F35-B407-EB8C390A5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647"/>
                <a:ext cx="57" cy="64"/>
              </a:xfrm>
              <a:custGeom>
                <a:avLst/>
                <a:gdLst>
                  <a:gd name="T0" fmla="*/ 4674 w 23"/>
                  <a:gd name="T1" fmla="*/ 2581 h 24"/>
                  <a:gd name="T2" fmla="*/ 1125 w 23"/>
                  <a:gd name="T3" fmla="*/ 1059 h 24"/>
                  <a:gd name="T4" fmla="*/ 0 w 23"/>
                  <a:gd name="T5" fmla="*/ 4301 h 24"/>
                  <a:gd name="T6" fmla="*/ 1400 w 23"/>
                  <a:gd name="T7" fmla="*/ 7944 h 24"/>
                  <a:gd name="T8" fmla="*/ 1400 w 23"/>
                  <a:gd name="T9" fmla="*/ 7944 h 24"/>
                  <a:gd name="T10" fmla="*/ 3727 w 23"/>
                  <a:gd name="T11" fmla="*/ 7944 h 24"/>
                  <a:gd name="T12" fmla="*/ 4674 w 23"/>
                  <a:gd name="T13" fmla="*/ 258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20" y="7"/>
                    </a:moveTo>
                    <a:cubicBezTo>
                      <a:pt x="17" y="2"/>
                      <a:pt x="10" y="0"/>
                      <a:pt x="5" y="3"/>
                    </a:cubicBezTo>
                    <a:cubicBezTo>
                      <a:pt x="2" y="5"/>
                      <a:pt x="0" y="8"/>
                      <a:pt x="0" y="12"/>
                    </a:cubicBezTo>
                    <a:cubicBezTo>
                      <a:pt x="3" y="14"/>
                      <a:pt x="5" y="18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9" y="24"/>
                      <a:pt x="13" y="24"/>
                      <a:pt x="16" y="22"/>
                    </a:cubicBezTo>
                    <a:cubicBezTo>
                      <a:pt x="21" y="19"/>
                      <a:pt x="23" y="12"/>
                      <a:pt x="20" y="7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7" name="Freeform 1342">
                <a:extLst>
                  <a:ext uri="{FF2B5EF4-FFF2-40B4-BE49-F238E27FC236}">
                    <a16:creationId xmlns:a16="http://schemas.microsoft.com/office/drawing/2014/main" id="{9F4C4D4C-1D70-40F6-B14D-6DA8C0862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351"/>
                <a:ext cx="145" cy="154"/>
              </a:xfrm>
              <a:custGeom>
                <a:avLst/>
                <a:gdLst>
                  <a:gd name="T0" fmla="*/ 988 w 58"/>
                  <a:gd name="T1" fmla="*/ 7658 h 58"/>
                  <a:gd name="T2" fmla="*/ 8800 w 58"/>
                  <a:gd name="T3" fmla="*/ 1439 h 58"/>
                  <a:gd name="T4" fmla="*/ 13208 w 58"/>
                  <a:gd name="T5" fmla="*/ 12676 h 58"/>
                  <a:gd name="T6" fmla="*/ 5395 w 58"/>
                  <a:gd name="T7" fmla="*/ 18886 h 58"/>
                  <a:gd name="T8" fmla="*/ 988 w 58"/>
                  <a:gd name="T9" fmla="*/ 765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4" y="22"/>
                    </a:moveTo>
                    <a:cubicBezTo>
                      <a:pt x="8" y="8"/>
                      <a:pt x="22" y="0"/>
                      <a:pt x="36" y="4"/>
                    </a:cubicBezTo>
                    <a:cubicBezTo>
                      <a:pt x="50" y="8"/>
                      <a:pt x="58" y="22"/>
                      <a:pt x="54" y="36"/>
                    </a:cubicBezTo>
                    <a:cubicBezTo>
                      <a:pt x="50" y="50"/>
                      <a:pt x="36" y="58"/>
                      <a:pt x="22" y="54"/>
                    </a:cubicBezTo>
                    <a:cubicBezTo>
                      <a:pt x="8" y="50"/>
                      <a:pt x="0" y="36"/>
                      <a:pt x="4" y="22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8" name="Freeform 1343">
                <a:extLst>
                  <a:ext uri="{FF2B5EF4-FFF2-40B4-BE49-F238E27FC236}">
                    <a16:creationId xmlns:a16="http://schemas.microsoft.com/office/drawing/2014/main" id="{C09853B8-60F6-44C8-8B4F-6FBA52C7F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444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2"/>
                      <a:pt x="1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9" name="Freeform 1344">
                <a:extLst>
                  <a:ext uri="{FF2B5EF4-FFF2-40B4-BE49-F238E27FC236}">
                    <a16:creationId xmlns:a16="http://schemas.microsoft.com/office/drawing/2014/main" id="{2465F025-85F0-4848-97B2-65C956710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473"/>
                <a:ext cx="65" cy="67"/>
              </a:xfrm>
              <a:custGeom>
                <a:avLst/>
                <a:gdLst>
                  <a:gd name="T0" fmla="*/ 1958 w 26"/>
                  <a:gd name="T1" fmla="*/ 1077 h 25"/>
                  <a:gd name="T2" fmla="*/ 5675 w 26"/>
                  <a:gd name="T3" fmla="*/ 2637 h 25"/>
                  <a:gd name="T4" fmla="*/ 4425 w 26"/>
                  <a:gd name="T5" fmla="*/ 8145 h 25"/>
                  <a:gd name="T6" fmla="*/ 783 w 26"/>
                  <a:gd name="T7" fmla="*/ 6657 h 25"/>
                  <a:gd name="T8" fmla="*/ 1958 w 26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8" y="3"/>
                    </a:moveTo>
                    <a:cubicBezTo>
                      <a:pt x="13" y="0"/>
                      <a:pt x="20" y="1"/>
                      <a:pt x="23" y="7"/>
                    </a:cubicBezTo>
                    <a:cubicBezTo>
                      <a:pt x="26" y="12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2"/>
                      <a:pt x="2" y="6"/>
                      <a:pt x="8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0" name="Freeform 1345">
                <a:extLst>
                  <a:ext uri="{FF2B5EF4-FFF2-40B4-BE49-F238E27FC236}">
                    <a16:creationId xmlns:a16="http://schemas.microsoft.com/office/drawing/2014/main" id="{4BA60D89-1C67-4CC3-9C8C-7B9723056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500"/>
                <a:ext cx="63" cy="69"/>
              </a:xfrm>
              <a:custGeom>
                <a:avLst/>
                <a:gdLst>
                  <a:gd name="T0" fmla="*/ 1809 w 25"/>
                  <a:gd name="T1" fmla="*/ 1048 h 26"/>
                  <a:gd name="T2" fmla="*/ 5602 w 25"/>
                  <a:gd name="T3" fmla="*/ 2781 h 26"/>
                  <a:gd name="T4" fmla="*/ 4559 w 25"/>
                  <a:gd name="T5" fmla="*/ 8036 h 26"/>
                  <a:gd name="T6" fmla="*/ 801 w 25"/>
                  <a:gd name="T7" fmla="*/ 6298 h 26"/>
                  <a:gd name="T8" fmla="*/ 1809 w 25"/>
                  <a:gd name="T9" fmla="*/ 104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7" y="3"/>
                    </a:moveTo>
                    <a:cubicBezTo>
                      <a:pt x="13" y="0"/>
                      <a:pt x="19" y="2"/>
                      <a:pt x="22" y="8"/>
                    </a:cubicBezTo>
                    <a:cubicBezTo>
                      <a:pt x="25" y="13"/>
                      <a:pt x="24" y="20"/>
                      <a:pt x="18" y="23"/>
                    </a:cubicBezTo>
                    <a:cubicBezTo>
                      <a:pt x="13" y="26"/>
                      <a:pt x="6" y="24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1" name="Freeform 1346">
                <a:extLst>
                  <a:ext uri="{FF2B5EF4-FFF2-40B4-BE49-F238E27FC236}">
                    <a16:creationId xmlns:a16="http://schemas.microsoft.com/office/drawing/2014/main" id="{D1E47A24-68CB-45F2-8DAA-17EF73366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529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3" y="0"/>
                      <a:pt x="19" y="2"/>
                      <a:pt x="22" y="7"/>
                    </a:cubicBezTo>
                    <a:cubicBezTo>
                      <a:pt x="25" y="13"/>
                      <a:pt x="23" y="19"/>
                      <a:pt x="18" y="22"/>
                    </a:cubicBezTo>
                    <a:cubicBezTo>
                      <a:pt x="13" y="25"/>
                      <a:pt x="6" y="24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2" name="Freeform 1347">
                <a:extLst>
                  <a:ext uri="{FF2B5EF4-FFF2-40B4-BE49-F238E27FC236}">
                    <a16:creationId xmlns:a16="http://schemas.microsoft.com/office/drawing/2014/main" id="{14613160-BC8A-4360-BFB6-EC4918046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559"/>
                <a:ext cx="63" cy="66"/>
              </a:xfrm>
              <a:custGeom>
                <a:avLst/>
                <a:gdLst>
                  <a:gd name="T0" fmla="*/ 1809 w 25"/>
                  <a:gd name="T1" fmla="*/ 1011 h 25"/>
                  <a:gd name="T2" fmla="*/ 5602 w 25"/>
                  <a:gd name="T3" fmla="*/ 2334 h 25"/>
                  <a:gd name="T4" fmla="*/ 4559 w 25"/>
                  <a:gd name="T5" fmla="*/ 7437 h 25"/>
                  <a:gd name="T6" fmla="*/ 801 w 25"/>
                  <a:gd name="T7" fmla="*/ 6162 h 25"/>
                  <a:gd name="T8" fmla="*/ 1809 w 25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3" y="0"/>
                      <a:pt x="19" y="2"/>
                      <a:pt x="22" y="7"/>
                    </a:cubicBezTo>
                    <a:cubicBezTo>
                      <a:pt x="25" y="12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3" name="Freeform 1348">
                <a:extLst>
                  <a:ext uri="{FF2B5EF4-FFF2-40B4-BE49-F238E27FC236}">
                    <a16:creationId xmlns:a16="http://schemas.microsoft.com/office/drawing/2014/main" id="{76C95CAC-FB19-4024-A17D-F6E790911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588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3" y="0"/>
                      <a:pt x="19" y="2"/>
                      <a:pt x="22" y="7"/>
                    </a:cubicBezTo>
                    <a:cubicBezTo>
                      <a:pt x="25" y="12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4" name="Freeform 1349">
                <a:extLst>
                  <a:ext uri="{FF2B5EF4-FFF2-40B4-BE49-F238E27FC236}">
                    <a16:creationId xmlns:a16="http://schemas.microsoft.com/office/drawing/2014/main" id="{39438912-D140-4784-89BA-1A11C5007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1617"/>
                <a:ext cx="63" cy="67"/>
              </a:xfrm>
              <a:custGeom>
                <a:avLst/>
                <a:gdLst>
                  <a:gd name="T0" fmla="*/ 1809 w 25"/>
                  <a:gd name="T1" fmla="*/ 1077 h 25"/>
                  <a:gd name="T2" fmla="*/ 5602 w 25"/>
                  <a:gd name="T3" fmla="*/ 2637 h 25"/>
                  <a:gd name="T4" fmla="*/ 4559 w 25"/>
                  <a:gd name="T5" fmla="*/ 8145 h 25"/>
                  <a:gd name="T6" fmla="*/ 801 w 25"/>
                  <a:gd name="T7" fmla="*/ 6657 h 25"/>
                  <a:gd name="T8" fmla="*/ 1809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5" name="Freeform 1350">
                <a:extLst>
                  <a:ext uri="{FF2B5EF4-FFF2-40B4-BE49-F238E27FC236}">
                    <a16:creationId xmlns:a16="http://schemas.microsoft.com/office/drawing/2014/main" id="{BFD489E1-FFF8-4CBC-A443-902703EB0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1369"/>
                <a:ext cx="75" cy="80"/>
              </a:xfrm>
              <a:custGeom>
                <a:avLst/>
                <a:gdLst>
                  <a:gd name="T0" fmla="*/ 4688 w 30"/>
                  <a:gd name="T1" fmla="*/ 661 h 30"/>
                  <a:gd name="T2" fmla="*/ 520 w 30"/>
                  <a:gd name="T3" fmla="*/ 4301 h 30"/>
                  <a:gd name="T4" fmla="*/ 2738 w 30"/>
                  <a:gd name="T5" fmla="*/ 10104 h 30"/>
                  <a:gd name="T6" fmla="*/ 6845 w 30"/>
                  <a:gd name="T7" fmla="*/ 6883 h 30"/>
                  <a:gd name="T8" fmla="*/ 4688 w 30"/>
                  <a:gd name="T9" fmla="*/ 66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19" y="2"/>
                    </a:moveTo>
                    <a:cubicBezTo>
                      <a:pt x="11" y="0"/>
                      <a:pt x="4" y="4"/>
                      <a:pt x="2" y="12"/>
                    </a:cubicBezTo>
                    <a:cubicBezTo>
                      <a:pt x="0" y="19"/>
                      <a:pt x="4" y="26"/>
                      <a:pt x="11" y="28"/>
                    </a:cubicBezTo>
                    <a:cubicBezTo>
                      <a:pt x="19" y="30"/>
                      <a:pt x="26" y="26"/>
                      <a:pt x="28" y="19"/>
                    </a:cubicBezTo>
                    <a:cubicBezTo>
                      <a:pt x="30" y="11"/>
                      <a:pt x="26" y="4"/>
                      <a:pt x="19" y="2"/>
                    </a:cubicBezTo>
                    <a:close/>
                  </a:path>
                </a:pathLst>
              </a:cu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6" name="Freeform 1351">
                <a:extLst>
                  <a:ext uri="{FF2B5EF4-FFF2-40B4-BE49-F238E27FC236}">
                    <a16:creationId xmlns:a16="http://schemas.microsoft.com/office/drawing/2014/main" id="{76FD5E1A-5F70-4CF5-BAC7-3A0FF0DB7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385"/>
                <a:ext cx="25" cy="27"/>
              </a:xfrm>
              <a:custGeom>
                <a:avLst/>
                <a:gdLst>
                  <a:gd name="T0" fmla="*/ 1488 w 10"/>
                  <a:gd name="T1" fmla="*/ 0 h 10"/>
                  <a:gd name="T2" fmla="*/ 313 w 10"/>
                  <a:gd name="T3" fmla="*/ 1596 h 10"/>
                  <a:gd name="T4" fmla="*/ 988 w 10"/>
                  <a:gd name="T5" fmla="*/ 3464 h 10"/>
                  <a:gd name="T6" fmla="*/ 2270 w 10"/>
                  <a:gd name="T7" fmla="*/ 2282 h 10"/>
                  <a:gd name="T8" fmla="*/ 1488 w 10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cubicBezTo>
                      <a:pt x="4" y="0"/>
                      <a:pt x="1" y="1"/>
                      <a:pt x="1" y="4"/>
                    </a:cubicBezTo>
                    <a:cubicBezTo>
                      <a:pt x="0" y="6"/>
                      <a:pt x="1" y="9"/>
                      <a:pt x="4" y="9"/>
                    </a:cubicBezTo>
                    <a:cubicBezTo>
                      <a:pt x="6" y="10"/>
                      <a:pt x="9" y="8"/>
                      <a:pt x="9" y="6"/>
                    </a:cubicBezTo>
                    <a:cubicBezTo>
                      <a:pt x="10" y="4"/>
                      <a:pt x="9" y="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7" name="Freeform 1352">
                <a:extLst>
                  <a:ext uri="{FF2B5EF4-FFF2-40B4-BE49-F238E27FC236}">
                    <a16:creationId xmlns:a16="http://schemas.microsoft.com/office/drawing/2014/main" id="{4213B691-DA69-42B0-AD4D-88EE2AA98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452"/>
                <a:ext cx="32" cy="35"/>
              </a:xfrm>
              <a:custGeom>
                <a:avLst/>
                <a:gdLst>
                  <a:gd name="T0" fmla="*/ 2417 w 13"/>
                  <a:gd name="T1" fmla="*/ 1580 h 13"/>
                  <a:gd name="T2" fmla="*/ 625 w 13"/>
                  <a:gd name="T3" fmla="*/ 681 h 13"/>
                  <a:gd name="T4" fmla="*/ 182 w 13"/>
                  <a:gd name="T5" fmla="*/ 3842 h 13"/>
                  <a:gd name="T6" fmla="*/ 1982 w 13"/>
                  <a:gd name="T7" fmla="*/ 4531 h 13"/>
                  <a:gd name="T8" fmla="*/ 2417 w 13"/>
                  <a:gd name="T9" fmla="*/ 15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4"/>
                    </a:moveTo>
                    <a:cubicBezTo>
                      <a:pt x="10" y="1"/>
                      <a:pt x="6" y="0"/>
                      <a:pt x="3" y="2"/>
                    </a:cubicBezTo>
                    <a:cubicBezTo>
                      <a:pt x="1" y="3"/>
                      <a:pt x="0" y="7"/>
                      <a:pt x="1" y="10"/>
                    </a:cubicBezTo>
                    <a:cubicBezTo>
                      <a:pt x="3" y="12"/>
                      <a:pt x="6" y="13"/>
                      <a:pt x="9" y="12"/>
                    </a:cubicBezTo>
                    <a:cubicBezTo>
                      <a:pt x="12" y="10"/>
                      <a:pt x="13" y="7"/>
                      <a:pt x="11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8" name="Freeform 1353">
                <a:extLst>
                  <a:ext uri="{FF2B5EF4-FFF2-40B4-BE49-F238E27FC236}">
                    <a16:creationId xmlns:a16="http://schemas.microsoft.com/office/drawing/2014/main" id="{BE60A89C-3A8A-4455-AB9C-990405779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460"/>
                <a:ext cx="10" cy="11"/>
              </a:xfrm>
              <a:custGeom>
                <a:avLst/>
                <a:gdLst>
                  <a:gd name="T0" fmla="*/ 988 w 4"/>
                  <a:gd name="T1" fmla="*/ 462 h 4"/>
                  <a:gd name="T2" fmla="*/ 313 w 4"/>
                  <a:gd name="T3" fmla="*/ 0 h 4"/>
                  <a:gd name="T4" fmla="*/ 0 w 4"/>
                  <a:gd name="T5" fmla="*/ 1271 h 4"/>
                  <a:gd name="T6" fmla="*/ 783 w 4"/>
                  <a:gd name="T7" fmla="*/ 1724 h 4"/>
                  <a:gd name="T8" fmla="*/ 988 w 4"/>
                  <a:gd name="T9" fmla="*/ 46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9" name="Freeform 1354">
                <a:extLst>
                  <a:ext uri="{FF2B5EF4-FFF2-40B4-BE49-F238E27FC236}">
                    <a16:creationId xmlns:a16="http://schemas.microsoft.com/office/drawing/2014/main" id="{8C7FE25C-48A6-45D1-B812-70A887B4E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481"/>
                <a:ext cx="35" cy="35"/>
              </a:xfrm>
              <a:custGeom>
                <a:avLst/>
                <a:gdLst>
                  <a:gd name="T0" fmla="*/ 2938 w 14"/>
                  <a:gd name="T1" fmla="*/ 1580 h 13"/>
                  <a:gd name="T2" fmla="*/ 988 w 14"/>
                  <a:gd name="T3" fmla="*/ 681 h 13"/>
                  <a:gd name="T4" fmla="*/ 520 w 14"/>
                  <a:gd name="T5" fmla="*/ 3842 h 13"/>
                  <a:gd name="T6" fmla="*/ 2470 w 14"/>
                  <a:gd name="T7" fmla="*/ 4531 h 13"/>
                  <a:gd name="T8" fmla="*/ 2938 w 14"/>
                  <a:gd name="T9" fmla="*/ 15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2" y="4"/>
                    </a:moveTo>
                    <a:cubicBezTo>
                      <a:pt x="10" y="1"/>
                      <a:pt x="7" y="0"/>
                      <a:pt x="4" y="2"/>
                    </a:cubicBezTo>
                    <a:cubicBezTo>
                      <a:pt x="1" y="3"/>
                      <a:pt x="0" y="7"/>
                      <a:pt x="2" y="10"/>
                    </a:cubicBezTo>
                    <a:cubicBezTo>
                      <a:pt x="4" y="12"/>
                      <a:pt x="7" y="13"/>
                      <a:pt x="10" y="12"/>
                    </a:cubicBezTo>
                    <a:cubicBezTo>
                      <a:pt x="13" y="10"/>
                      <a:pt x="14" y="7"/>
                      <a:pt x="12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0" name="Freeform 1355">
                <a:extLst>
                  <a:ext uri="{FF2B5EF4-FFF2-40B4-BE49-F238E27FC236}">
                    <a16:creationId xmlns:a16="http://schemas.microsoft.com/office/drawing/2014/main" id="{16AB7EB9-D514-494D-A144-B55F7B64F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1489"/>
                <a:ext cx="10" cy="11"/>
              </a:xfrm>
              <a:custGeom>
                <a:avLst/>
                <a:gdLst>
                  <a:gd name="T0" fmla="*/ 783 w 4"/>
                  <a:gd name="T1" fmla="*/ 462 h 4"/>
                  <a:gd name="T2" fmla="*/ 313 w 4"/>
                  <a:gd name="T3" fmla="*/ 0 h 4"/>
                  <a:gd name="T4" fmla="*/ 0 w 4"/>
                  <a:gd name="T5" fmla="*/ 1271 h 4"/>
                  <a:gd name="T6" fmla="*/ 783 w 4"/>
                  <a:gd name="T7" fmla="*/ 1724 h 4"/>
                  <a:gd name="T8" fmla="*/ 783 w 4"/>
                  <a:gd name="T9" fmla="*/ 46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1" name="Freeform 1356">
                <a:extLst>
                  <a:ext uri="{FF2B5EF4-FFF2-40B4-BE49-F238E27FC236}">
                    <a16:creationId xmlns:a16="http://schemas.microsoft.com/office/drawing/2014/main" id="{ADC6A146-D140-4405-BC9C-7B1C24FFC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513"/>
                <a:ext cx="35" cy="35"/>
              </a:xfrm>
              <a:custGeom>
                <a:avLst/>
                <a:gdLst>
                  <a:gd name="T0" fmla="*/ 2938 w 14"/>
                  <a:gd name="T1" fmla="*/ 1152 h 13"/>
                  <a:gd name="T2" fmla="*/ 988 w 14"/>
                  <a:gd name="T3" fmla="*/ 428 h 13"/>
                  <a:gd name="T4" fmla="*/ 520 w 14"/>
                  <a:gd name="T5" fmla="*/ 3414 h 13"/>
                  <a:gd name="T6" fmla="*/ 2470 w 14"/>
                  <a:gd name="T7" fmla="*/ 4254 h 13"/>
                  <a:gd name="T8" fmla="*/ 2938 w 14"/>
                  <a:gd name="T9" fmla="*/ 115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2" y="3"/>
                    </a:moveTo>
                    <a:cubicBezTo>
                      <a:pt x="10" y="0"/>
                      <a:pt x="7" y="0"/>
                      <a:pt x="4" y="1"/>
                    </a:cubicBezTo>
                    <a:cubicBezTo>
                      <a:pt x="1" y="3"/>
                      <a:pt x="0" y="6"/>
                      <a:pt x="2" y="9"/>
                    </a:cubicBezTo>
                    <a:cubicBezTo>
                      <a:pt x="4" y="12"/>
                      <a:pt x="7" y="13"/>
                      <a:pt x="10" y="11"/>
                    </a:cubicBezTo>
                    <a:cubicBezTo>
                      <a:pt x="13" y="10"/>
                      <a:pt x="14" y="6"/>
                      <a:pt x="12" y="3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2" name="Freeform 1357">
                <a:extLst>
                  <a:ext uri="{FF2B5EF4-FFF2-40B4-BE49-F238E27FC236}">
                    <a16:creationId xmlns:a16="http://schemas.microsoft.com/office/drawing/2014/main" id="{8C51785F-42AB-491B-B6D0-12DE5D08F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519"/>
                <a:ext cx="10" cy="10"/>
              </a:xfrm>
              <a:custGeom>
                <a:avLst/>
                <a:gdLst>
                  <a:gd name="T0" fmla="*/ 783 w 4"/>
                  <a:gd name="T1" fmla="*/ 313 h 4"/>
                  <a:gd name="T2" fmla="*/ 313 w 4"/>
                  <a:gd name="T3" fmla="*/ 313 h 4"/>
                  <a:gd name="T4" fmla="*/ 0 w 4"/>
                  <a:gd name="T5" fmla="*/ 783 h 4"/>
                  <a:gd name="T6" fmla="*/ 783 w 4"/>
                  <a:gd name="T7" fmla="*/ 988 h 4"/>
                  <a:gd name="T8" fmla="*/ 783 w 4"/>
                  <a:gd name="T9" fmla="*/ 31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3" name="Freeform 1358">
                <a:extLst>
                  <a:ext uri="{FF2B5EF4-FFF2-40B4-BE49-F238E27FC236}">
                    <a16:creationId xmlns:a16="http://schemas.microsoft.com/office/drawing/2014/main" id="{E5F9D70C-9BCF-491A-A041-4B9D8438D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1540"/>
                <a:ext cx="33" cy="37"/>
              </a:xfrm>
              <a:custGeom>
                <a:avLst/>
                <a:gdLst>
                  <a:gd name="T0" fmla="*/ 3158 w 13"/>
                  <a:gd name="T1" fmla="*/ 1425 h 14"/>
                  <a:gd name="T2" fmla="*/ 1031 w 13"/>
                  <a:gd name="T3" fmla="*/ 629 h 14"/>
                  <a:gd name="T4" fmla="*/ 541 w 13"/>
                  <a:gd name="T5" fmla="*/ 3359 h 14"/>
                  <a:gd name="T6" fmla="*/ 2617 w 13"/>
                  <a:gd name="T7" fmla="*/ 4157 h 14"/>
                  <a:gd name="T8" fmla="*/ 3158 w 13"/>
                  <a:gd name="T9" fmla="*/ 142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2" y="4"/>
                    </a:moveTo>
                    <a:cubicBezTo>
                      <a:pt x="10" y="1"/>
                      <a:pt x="7" y="0"/>
                      <a:pt x="4" y="2"/>
                    </a:cubicBezTo>
                    <a:cubicBezTo>
                      <a:pt x="1" y="4"/>
                      <a:pt x="0" y="7"/>
                      <a:pt x="2" y="10"/>
                    </a:cubicBezTo>
                    <a:cubicBezTo>
                      <a:pt x="3" y="13"/>
                      <a:pt x="7" y="14"/>
                      <a:pt x="10" y="12"/>
                    </a:cubicBezTo>
                    <a:cubicBezTo>
                      <a:pt x="12" y="11"/>
                      <a:pt x="13" y="7"/>
                      <a:pt x="12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4" name="Freeform 1359">
                <a:extLst>
                  <a:ext uri="{FF2B5EF4-FFF2-40B4-BE49-F238E27FC236}">
                    <a16:creationId xmlns:a16="http://schemas.microsoft.com/office/drawing/2014/main" id="{8A7E5341-B100-41E7-8144-D85713C58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1548"/>
                <a:ext cx="12" cy="11"/>
              </a:xfrm>
              <a:custGeom>
                <a:avLst/>
                <a:gdLst>
                  <a:gd name="T0" fmla="*/ 802 w 5"/>
                  <a:gd name="T1" fmla="*/ 462 h 4"/>
                  <a:gd name="T2" fmla="*/ 403 w 5"/>
                  <a:gd name="T3" fmla="*/ 462 h 4"/>
                  <a:gd name="T4" fmla="*/ 168 w 5"/>
                  <a:gd name="T5" fmla="*/ 1271 h 4"/>
                  <a:gd name="T6" fmla="*/ 564 w 5"/>
                  <a:gd name="T7" fmla="*/ 1724 h 4"/>
                  <a:gd name="T8" fmla="*/ 802 w 5"/>
                  <a:gd name="T9" fmla="*/ 46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4" y="0"/>
                      <a:pt x="2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4"/>
                      <a:pt x="3" y="4"/>
                      <a:pt x="3" y="4"/>
                    </a:cubicBezTo>
                    <a:cubicBezTo>
                      <a:pt x="4" y="3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5" name="Freeform 1360">
                <a:extLst>
                  <a:ext uri="{FF2B5EF4-FFF2-40B4-BE49-F238E27FC236}">
                    <a16:creationId xmlns:a16="http://schemas.microsoft.com/office/drawing/2014/main" id="{479C3FE5-937A-47E6-8EB4-48632DAD5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569"/>
                <a:ext cx="35" cy="35"/>
              </a:xfrm>
              <a:custGeom>
                <a:avLst/>
                <a:gdLst>
                  <a:gd name="T0" fmla="*/ 2938 w 14"/>
                  <a:gd name="T1" fmla="*/ 1152 h 13"/>
                  <a:gd name="T2" fmla="*/ 988 w 14"/>
                  <a:gd name="T3" fmla="*/ 428 h 13"/>
                  <a:gd name="T4" fmla="*/ 520 w 14"/>
                  <a:gd name="T5" fmla="*/ 3414 h 13"/>
                  <a:gd name="T6" fmla="*/ 2470 w 14"/>
                  <a:gd name="T7" fmla="*/ 4254 h 13"/>
                  <a:gd name="T8" fmla="*/ 2938 w 14"/>
                  <a:gd name="T9" fmla="*/ 115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2" y="3"/>
                    </a:moveTo>
                    <a:cubicBezTo>
                      <a:pt x="10" y="1"/>
                      <a:pt x="7" y="0"/>
                      <a:pt x="4" y="1"/>
                    </a:cubicBezTo>
                    <a:cubicBezTo>
                      <a:pt x="1" y="3"/>
                      <a:pt x="0" y="6"/>
                      <a:pt x="2" y="9"/>
                    </a:cubicBezTo>
                    <a:cubicBezTo>
                      <a:pt x="4" y="12"/>
                      <a:pt x="7" y="13"/>
                      <a:pt x="10" y="11"/>
                    </a:cubicBezTo>
                    <a:cubicBezTo>
                      <a:pt x="13" y="10"/>
                      <a:pt x="14" y="6"/>
                      <a:pt x="12" y="3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6" name="Freeform 1361">
                <a:extLst>
                  <a:ext uri="{FF2B5EF4-FFF2-40B4-BE49-F238E27FC236}">
                    <a16:creationId xmlns:a16="http://schemas.microsoft.com/office/drawing/2014/main" id="{29E89652-5AE1-4FEF-8F62-D76B73925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575"/>
                <a:ext cx="12" cy="13"/>
              </a:xfrm>
              <a:custGeom>
                <a:avLst/>
                <a:gdLst>
                  <a:gd name="T0" fmla="*/ 802 w 5"/>
                  <a:gd name="T1" fmla="*/ 372 h 5"/>
                  <a:gd name="T2" fmla="*/ 403 w 5"/>
                  <a:gd name="T3" fmla="*/ 372 h 5"/>
                  <a:gd name="T4" fmla="*/ 168 w 5"/>
                  <a:gd name="T5" fmla="*/ 967 h 5"/>
                  <a:gd name="T6" fmla="*/ 802 w 5"/>
                  <a:gd name="T7" fmla="*/ 1196 h 5"/>
                  <a:gd name="T8" fmla="*/ 802 w 5"/>
                  <a:gd name="T9" fmla="*/ 37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2" y="4"/>
                      <a:pt x="3" y="5"/>
                      <a:pt x="4" y="4"/>
                    </a:cubicBezTo>
                    <a:cubicBezTo>
                      <a:pt x="5" y="3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7" name="Freeform 1362">
                <a:extLst>
                  <a:ext uri="{FF2B5EF4-FFF2-40B4-BE49-F238E27FC236}">
                    <a16:creationId xmlns:a16="http://schemas.microsoft.com/office/drawing/2014/main" id="{281B9A3F-7F23-455D-A04A-6C19A3771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1599"/>
                <a:ext cx="32" cy="34"/>
              </a:xfrm>
              <a:custGeom>
                <a:avLst/>
                <a:gdLst>
                  <a:gd name="T0" fmla="*/ 2715 w 13"/>
                  <a:gd name="T1" fmla="*/ 986 h 13"/>
                  <a:gd name="T2" fmla="*/ 928 w 13"/>
                  <a:gd name="T3" fmla="*/ 377 h 13"/>
                  <a:gd name="T4" fmla="*/ 448 w 13"/>
                  <a:gd name="T5" fmla="*/ 2955 h 13"/>
                  <a:gd name="T6" fmla="*/ 2284 w 13"/>
                  <a:gd name="T7" fmla="*/ 3557 h 13"/>
                  <a:gd name="T8" fmla="*/ 2715 w 13"/>
                  <a:gd name="T9" fmla="*/ 98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3"/>
                    </a:moveTo>
                    <a:cubicBezTo>
                      <a:pt x="10" y="1"/>
                      <a:pt x="7" y="0"/>
                      <a:pt x="4" y="1"/>
                    </a:cubicBezTo>
                    <a:cubicBezTo>
                      <a:pt x="1" y="3"/>
                      <a:pt x="0" y="6"/>
                      <a:pt x="2" y="9"/>
                    </a:cubicBezTo>
                    <a:cubicBezTo>
                      <a:pt x="3" y="12"/>
                      <a:pt x="7" y="13"/>
                      <a:pt x="10" y="11"/>
                    </a:cubicBezTo>
                    <a:cubicBezTo>
                      <a:pt x="12" y="10"/>
                      <a:pt x="13" y="6"/>
                      <a:pt x="12" y="3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8" name="Freeform 1363">
                <a:extLst>
                  <a:ext uri="{FF2B5EF4-FFF2-40B4-BE49-F238E27FC236}">
                    <a16:creationId xmlns:a16="http://schemas.microsoft.com/office/drawing/2014/main" id="{7DE2BED7-7F9C-4B71-93B8-77EE2D6C0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604"/>
                <a:ext cx="13" cy="13"/>
              </a:xfrm>
              <a:custGeom>
                <a:avLst/>
                <a:gdLst>
                  <a:gd name="T0" fmla="*/ 1196 w 5"/>
                  <a:gd name="T1" fmla="*/ 372 h 5"/>
                  <a:gd name="T2" fmla="*/ 372 w 5"/>
                  <a:gd name="T3" fmla="*/ 372 h 5"/>
                  <a:gd name="T4" fmla="*/ 372 w 5"/>
                  <a:gd name="T5" fmla="*/ 967 h 5"/>
                  <a:gd name="T6" fmla="*/ 967 w 5"/>
                  <a:gd name="T7" fmla="*/ 1196 h 5"/>
                  <a:gd name="T8" fmla="*/ 1196 w 5"/>
                  <a:gd name="T9" fmla="*/ 37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4" y="0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4"/>
                      <a:pt x="2" y="5"/>
                      <a:pt x="3" y="4"/>
                    </a:cubicBezTo>
                    <a:cubicBezTo>
                      <a:pt x="4" y="3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9" name="Freeform 1364">
                <a:extLst>
                  <a:ext uri="{FF2B5EF4-FFF2-40B4-BE49-F238E27FC236}">
                    <a16:creationId xmlns:a16="http://schemas.microsoft.com/office/drawing/2014/main" id="{11F1F395-D3B0-46B9-AFF4-C2D89FFAE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628"/>
                <a:ext cx="32" cy="35"/>
              </a:xfrm>
              <a:custGeom>
                <a:avLst/>
                <a:gdLst>
                  <a:gd name="T0" fmla="*/ 2715 w 13"/>
                  <a:gd name="T1" fmla="*/ 1580 h 13"/>
                  <a:gd name="T2" fmla="*/ 928 w 13"/>
                  <a:gd name="T3" fmla="*/ 681 h 13"/>
                  <a:gd name="T4" fmla="*/ 448 w 13"/>
                  <a:gd name="T5" fmla="*/ 3414 h 13"/>
                  <a:gd name="T6" fmla="*/ 2284 w 13"/>
                  <a:gd name="T7" fmla="*/ 4531 h 13"/>
                  <a:gd name="T8" fmla="*/ 2715 w 13"/>
                  <a:gd name="T9" fmla="*/ 15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4"/>
                    </a:moveTo>
                    <a:cubicBezTo>
                      <a:pt x="10" y="1"/>
                      <a:pt x="7" y="0"/>
                      <a:pt x="4" y="2"/>
                    </a:cubicBezTo>
                    <a:cubicBezTo>
                      <a:pt x="1" y="3"/>
                      <a:pt x="0" y="7"/>
                      <a:pt x="2" y="9"/>
                    </a:cubicBezTo>
                    <a:cubicBezTo>
                      <a:pt x="3" y="12"/>
                      <a:pt x="7" y="13"/>
                      <a:pt x="10" y="12"/>
                    </a:cubicBezTo>
                    <a:cubicBezTo>
                      <a:pt x="12" y="10"/>
                      <a:pt x="13" y="7"/>
                      <a:pt x="12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0" name="Freeform 1365">
                <a:extLst>
                  <a:ext uri="{FF2B5EF4-FFF2-40B4-BE49-F238E27FC236}">
                    <a16:creationId xmlns:a16="http://schemas.microsoft.com/office/drawing/2014/main" id="{65A4308E-8464-413B-976E-76349FDD6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633"/>
                <a:ext cx="13" cy="14"/>
              </a:xfrm>
              <a:custGeom>
                <a:avLst/>
                <a:gdLst>
                  <a:gd name="T0" fmla="*/ 1196 w 5"/>
                  <a:gd name="T1" fmla="*/ 1050 h 5"/>
                  <a:gd name="T2" fmla="*/ 372 w 5"/>
                  <a:gd name="T3" fmla="*/ 487 h 5"/>
                  <a:gd name="T4" fmla="*/ 372 w 5"/>
                  <a:gd name="T5" fmla="*/ 1912 h 5"/>
                  <a:gd name="T6" fmla="*/ 967 w 5"/>
                  <a:gd name="T7" fmla="*/ 1912 h 5"/>
                  <a:gd name="T8" fmla="*/ 1196 w 5"/>
                  <a:gd name="T9" fmla="*/ 105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4" y="1"/>
                      <a:pt x="2" y="0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1" y="5"/>
                      <a:pt x="2" y="5"/>
                      <a:pt x="3" y="4"/>
                    </a:cubicBezTo>
                    <a:cubicBezTo>
                      <a:pt x="4" y="4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1" name="Freeform 1366">
                <a:extLst>
                  <a:ext uri="{FF2B5EF4-FFF2-40B4-BE49-F238E27FC236}">
                    <a16:creationId xmlns:a16="http://schemas.microsoft.com/office/drawing/2014/main" id="{4F3334E2-947B-4F0A-B663-B321336DC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1657"/>
                <a:ext cx="33" cy="35"/>
              </a:xfrm>
              <a:custGeom>
                <a:avLst/>
                <a:gdLst>
                  <a:gd name="T0" fmla="*/ 2945 w 13"/>
                  <a:gd name="T1" fmla="*/ 1580 h 13"/>
                  <a:gd name="T2" fmla="*/ 1031 w 13"/>
                  <a:gd name="T3" fmla="*/ 681 h 13"/>
                  <a:gd name="T4" fmla="*/ 327 w 13"/>
                  <a:gd name="T5" fmla="*/ 3414 h 13"/>
                  <a:gd name="T6" fmla="*/ 2404 w 13"/>
                  <a:gd name="T7" fmla="*/ 4531 h 13"/>
                  <a:gd name="T8" fmla="*/ 2945 w 13"/>
                  <a:gd name="T9" fmla="*/ 15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4"/>
                    </a:moveTo>
                    <a:cubicBezTo>
                      <a:pt x="10" y="1"/>
                      <a:pt x="6" y="0"/>
                      <a:pt x="4" y="2"/>
                    </a:cubicBezTo>
                    <a:cubicBezTo>
                      <a:pt x="1" y="3"/>
                      <a:pt x="0" y="7"/>
                      <a:pt x="1" y="9"/>
                    </a:cubicBezTo>
                    <a:cubicBezTo>
                      <a:pt x="3" y="12"/>
                      <a:pt x="7" y="13"/>
                      <a:pt x="9" y="12"/>
                    </a:cubicBezTo>
                    <a:cubicBezTo>
                      <a:pt x="12" y="10"/>
                      <a:pt x="13" y="6"/>
                      <a:pt x="11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2" name="Freeform 1367">
                <a:extLst>
                  <a:ext uri="{FF2B5EF4-FFF2-40B4-BE49-F238E27FC236}">
                    <a16:creationId xmlns:a16="http://schemas.microsoft.com/office/drawing/2014/main" id="{24A15832-DBCF-46C2-8EF9-89BBF78EE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663"/>
                <a:ext cx="10" cy="13"/>
              </a:xfrm>
              <a:custGeom>
                <a:avLst/>
                <a:gdLst>
                  <a:gd name="T0" fmla="*/ 988 w 4"/>
                  <a:gd name="T1" fmla="*/ 595 h 5"/>
                  <a:gd name="T2" fmla="*/ 313 w 4"/>
                  <a:gd name="T3" fmla="*/ 372 h 5"/>
                  <a:gd name="T4" fmla="*/ 0 w 4"/>
                  <a:gd name="T5" fmla="*/ 1196 h 5"/>
                  <a:gd name="T6" fmla="*/ 783 w 4"/>
                  <a:gd name="T7" fmla="*/ 1196 h 5"/>
                  <a:gd name="T8" fmla="*/ 988 w 4"/>
                  <a:gd name="T9" fmla="*/ 59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5"/>
                      <a:pt x="2" y="5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3" name="Freeform 1368">
                <a:extLst>
                  <a:ext uri="{FF2B5EF4-FFF2-40B4-BE49-F238E27FC236}">
                    <a16:creationId xmlns:a16="http://schemas.microsoft.com/office/drawing/2014/main" id="{63B88F42-2DE0-4B5E-B53A-F483F19B6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393"/>
                <a:ext cx="115" cy="99"/>
              </a:xfrm>
              <a:custGeom>
                <a:avLst/>
                <a:gdLst>
                  <a:gd name="T0" fmla="*/ 0 w 46"/>
                  <a:gd name="T1" fmla="*/ 5900 h 37"/>
                  <a:gd name="T2" fmla="*/ 3438 w 46"/>
                  <a:gd name="T3" fmla="*/ 10309 h 37"/>
                  <a:gd name="T4" fmla="*/ 10283 w 46"/>
                  <a:gd name="T5" fmla="*/ 4404 h 37"/>
                  <a:gd name="T6" fmla="*/ 10083 w 46"/>
                  <a:gd name="T7" fmla="*/ 0 h 37"/>
                  <a:gd name="T8" fmla="*/ 10750 w 46"/>
                  <a:gd name="T9" fmla="*/ 6550 h 37"/>
                  <a:gd name="T10" fmla="*/ 3908 w 46"/>
                  <a:gd name="T11" fmla="*/ 12450 h 37"/>
                  <a:gd name="T12" fmla="*/ 0 w 46"/>
                  <a:gd name="T13" fmla="*/ 590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7">
                    <a:moveTo>
                      <a:pt x="0" y="16"/>
                    </a:moveTo>
                    <a:cubicBezTo>
                      <a:pt x="5" y="25"/>
                      <a:pt x="8" y="26"/>
                      <a:pt x="14" y="28"/>
                    </a:cubicBezTo>
                    <a:cubicBezTo>
                      <a:pt x="29" y="32"/>
                      <a:pt x="38" y="24"/>
                      <a:pt x="42" y="12"/>
                    </a:cubicBezTo>
                    <a:cubicBezTo>
                      <a:pt x="43" y="8"/>
                      <a:pt x="42" y="3"/>
                      <a:pt x="41" y="0"/>
                    </a:cubicBezTo>
                    <a:cubicBezTo>
                      <a:pt x="44" y="5"/>
                      <a:pt x="46" y="12"/>
                      <a:pt x="44" y="18"/>
                    </a:cubicBezTo>
                    <a:cubicBezTo>
                      <a:pt x="41" y="30"/>
                      <a:pt x="28" y="37"/>
                      <a:pt x="16" y="34"/>
                    </a:cubicBezTo>
                    <a:cubicBezTo>
                      <a:pt x="8" y="32"/>
                      <a:pt x="2" y="25"/>
                      <a:pt x="0" y="16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4" name="Freeform 1369">
                <a:extLst>
                  <a:ext uri="{FF2B5EF4-FFF2-40B4-BE49-F238E27FC236}">
                    <a16:creationId xmlns:a16="http://schemas.microsoft.com/office/drawing/2014/main" id="{EBF0F1CA-5EE6-4A36-B02D-8CE3DB0A5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351"/>
                <a:ext cx="145" cy="154"/>
              </a:xfrm>
              <a:custGeom>
                <a:avLst/>
                <a:gdLst>
                  <a:gd name="T0" fmla="*/ 988 w 58"/>
                  <a:gd name="T1" fmla="*/ 7658 h 58"/>
                  <a:gd name="T2" fmla="*/ 8800 w 58"/>
                  <a:gd name="T3" fmla="*/ 1439 h 58"/>
                  <a:gd name="T4" fmla="*/ 13208 w 58"/>
                  <a:gd name="T5" fmla="*/ 12676 h 58"/>
                  <a:gd name="T6" fmla="*/ 5395 w 58"/>
                  <a:gd name="T7" fmla="*/ 18886 h 58"/>
                  <a:gd name="T8" fmla="*/ 988 w 58"/>
                  <a:gd name="T9" fmla="*/ 765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4" y="22"/>
                    </a:moveTo>
                    <a:cubicBezTo>
                      <a:pt x="8" y="8"/>
                      <a:pt x="22" y="0"/>
                      <a:pt x="36" y="4"/>
                    </a:cubicBezTo>
                    <a:cubicBezTo>
                      <a:pt x="50" y="8"/>
                      <a:pt x="58" y="22"/>
                      <a:pt x="54" y="36"/>
                    </a:cubicBezTo>
                    <a:cubicBezTo>
                      <a:pt x="50" y="50"/>
                      <a:pt x="36" y="58"/>
                      <a:pt x="22" y="54"/>
                    </a:cubicBezTo>
                    <a:cubicBezTo>
                      <a:pt x="8" y="50"/>
                      <a:pt x="0" y="36"/>
                      <a:pt x="4" y="2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5" name="Freeform 1370">
                <a:extLst>
                  <a:ext uri="{FF2B5EF4-FFF2-40B4-BE49-F238E27FC236}">
                    <a16:creationId xmlns:a16="http://schemas.microsoft.com/office/drawing/2014/main" id="{9695CEF7-BAE3-4091-9AF9-CC85C265F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444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2"/>
                      <a:pt x="1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6" name="Freeform 1371">
                <a:extLst>
                  <a:ext uri="{FF2B5EF4-FFF2-40B4-BE49-F238E27FC236}">
                    <a16:creationId xmlns:a16="http://schemas.microsoft.com/office/drawing/2014/main" id="{C835451B-C1A1-422D-B472-259756034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473"/>
                <a:ext cx="65" cy="67"/>
              </a:xfrm>
              <a:custGeom>
                <a:avLst/>
                <a:gdLst>
                  <a:gd name="T0" fmla="*/ 1958 w 26"/>
                  <a:gd name="T1" fmla="*/ 1077 h 25"/>
                  <a:gd name="T2" fmla="*/ 5675 w 26"/>
                  <a:gd name="T3" fmla="*/ 2637 h 25"/>
                  <a:gd name="T4" fmla="*/ 4425 w 26"/>
                  <a:gd name="T5" fmla="*/ 8145 h 25"/>
                  <a:gd name="T6" fmla="*/ 783 w 26"/>
                  <a:gd name="T7" fmla="*/ 6657 h 25"/>
                  <a:gd name="T8" fmla="*/ 1958 w 26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8" y="3"/>
                    </a:moveTo>
                    <a:cubicBezTo>
                      <a:pt x="13" y="0"/>
                      <a:pt x="20" y="1"/>
                      <a:pt x="23" y="7"/>
                    </a:cubicBezTo>
                    <a:cubicBezTo>
                      <a:pt x="26" y="12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2"/>
                      <a:pt x="2" y="6"/>
                      <a:pt x="8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7" name="Freeform 1372">
                <a:extLst>
                  <a:ext uri="{FF2B5EF4-FFF2-40B4-BE49-F238E27FC236}">
                    <a16:creationId xmlns:a16="http://schemas.microsoft.com/office/drawing/2014/main" id="{09EC592A-8D7F-4A66-B519-63EC12C4C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500"/>
                <a:ext cx="63" cy="69"/>
              </a:xfrm>
              <a:custGeom>
                <a:avLst/>
                <a:gdLst>
                  <a:gd name="T0" fmla="*/ 1809 w 25"/>
                  <a:gd name="T1" fmla="*/ 1048 h 26"/>
                  <a:gd name="T2" fmla="*/ 5602 w 25"/>
                  <a:gd name="T3" fmla="*/ 2781 h 26"/>
                  <a:gd name="T4" fmla="*/ 4559 w 25"/>
                  <a:gd name="T5" fmla="*/ 8036 h 26"/>
                  <a:gd name="T6" fmla="*/ 801 w 25"/>
                  <a:gd name="T7" fmla="*/ 6298 h 26"/>
                  <a:gd name="T8" fmla="*/ 1809 w 25"/>
                  <a:gd name="T9" fmla="*/ 104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7" y="3"/>
                    </a:moveTo>
                    <a:cubicBezTo>
                      <a:pt x="13" y="0"/>
                      <a:pt x="19" y="2"/>
                      <a:pt x="22" y="8"/>
                    </a:cubicBezTo>
                    <a:cubicBezTo>
                      <a:pt x="25" y="13"/>
                      <a:pt x="24" y="20"/>
                      <a:pt x="18" y="23"/>
                    </a:cubicBezTo>
                    <a:cubicBezTo>
                      <a:pt x="13" y="26"/>
                      <a:pt x="6" y="24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8" name="Freeform 1373">
                <a:extLst>
                  <a:ext uri="{FF2B5EF4-FFF2-40B4-BE49-F238E27FC236}">
                    <a16:creationId xmlns:a16="http://schemas.microsoft.com/office/drawing/2014/main" id="{003A1EAF-5A4F-4B85-82A6-66B8940E1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529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3" y="0"/>
                      <a:pt x="19" y="2"/>
                      <a:pt x="22" y="7"/>
                    </a:cubicBezTo>
                    <a:cubicBezTo>
                      <a:pt x="25" y="13"/>
                      <a:pt x="23" y="19"/>
                      <a:pt x="18" y="22"/>
                    </a:cubicBezTo>
                    <a:cubicBezTo>
                      <a:pt x="13" y="25"/>
                      <a:pt x="6" y="24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9" name="Freeform 1374">
                <a:extLst>
                  <a:ext uri="{FF2B5EF4-FFF2-40B4-BE49-F238E27FC236}">
                    <a16:creationId xmlns:a16="http://schemas.microsoft.com/office/drawing/2014/main" id="{7555D06D-71AB-4097-9284-C59ADFCCE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559"/>
                <a:ext cx="63" cy="66"/>
              </a:xfrm>
              <a:custGeom>
                <a:avLst/>
                <a:gdLst>
                  <a:gd name="T0" fmla="*/ 1809 w 25"/>
                  <a:gd name="T1" fmla="*/ 1011 h 25"/>
                  <a:gd name="T2" fmla="*/ 5602 w 25"/>
                  <a:gd name="T3" fmla="*/ 2334 h 25"/>
                  <a:gd name="T4" fmla="*/ 4559 w 25"/>
                  <a:gd name="T5" fmla="*/ 7437 h 25"/>
                  <a:gd name="T6" fmla="*/ 801 w 25"/>
                  <a:gd name="T7" fmla="*/ 6162 h 25"/>
                  <a:gd name="T8" fmla="*/ 1809 w 25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3" y="0"/>
                      <a:pt x="19" y="2"/>
                      <a:pt x="22" y="7"/>
                    </a:cubicBezTo>
                    <a:cubicBezTo>
                      <a:pt x="25" y="12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0" name="Freeform 1375">
                <a:extLst>
                  <a:ext uri="{FF2B5EF4-FFF2-40B4-BE49-F238E27FC236}">
                    <a16:creationId xmlns:a16="http://schemas.microsoft.com/office/drawing/2014/main" id="{221234EA-8834-4A31-A449-ED30F9DB5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588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3" y="0"/>
                      <a:pt x="19" y="2"/>
                      <a:pt x="22" y="7"/>
                    </a:cubicBezTo>
                    <a:cubicBezTo>
                      <a:pt x="25" y="12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1" name="Freeform 1376">
                <a:extLst>
                  <a:ext uri="{FF2B5EF4-FFF2-40B4-BE49-F238E27FC236}">
                    <a16:creationId xmlns:a16="http://schemas.microsoft.com/office/drawing/2014/main" id="{D3A9A2F0-411E-4CFC-B97E-F734149B2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1617"/>
                <a:ext cx="63" cy="67"/>
              </a:xfrm>
              <a:custGeom>
                <a:avLst/>
                <a:gdLst>
                  <a:gd name="T0" fmla="*/ 1809 w 25"/>
                  <a:gd name="T1" fmla="*/ 1077 h 25"/>
                  <a:gd name="T2" fmla="*/ 5602 w 25"/>
                  <a:gd name="T3" fmla="*/ 2637 h 25"/>
                  <a:gd name="T4" fmla="*/ 4559 w 25"/>
                  <a:gd name="T5" fmla="*/ 8145 h 25"/>
                  <a:gd name="T6" fmla="*/ 801 w 25"/>
                  <a:gd name="T7" fmla="*/ 6657 h 25"/>
                  <a:gd name="T8" fmla="*/ 1809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2" name="Freeform 1377">
                <a:extLst>
                  <a:ext uri="{FF2B5EF4-FFF2-40B4-BE49-F238E27FC236}">
                    <a16:creationId xmlns:a16="http://schemas.microsoft.com/office/drawing/2014/main" id="{BC7F864A-5B53-47BC-BD81-5E0B5E8C6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2452"/>
                <a:ext cx="145" cy="155"/>
              </a:xfrm>
              <a:custGeom>
                <a:avLst/>
                <a:gdLst>
                  <a:gd name="T0" fmla="*/ 988 w 58"/>
                  <a:gd name="T1" fmla="*/ 8055 h 58"/>
                  <a:gd name="T2" fmla="*/ 8800 w 58"/>
                  <a:gd name="T3" fmla="*/ 1486 h 58"/>
                  <a:gd name="T4" fmla="*/ 13208 w 58"/>
                  <a:gd name="T5" fmla="*/ 13114 h 58"/>
                  <a:gd name="T6" fmla="*/ 5395 w 58"/>
                  <a:gd name="T7" fmla="*/ 19640 h 58"/>
                  <a:gd name="T8" fmla="*/ 988 w 58"/>
                  <a:gd name="T9" fmla="*/ 805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4" y="22"/>
                    </a:moveTo>
                    <a:cubicBezTo>
                      <a:pt x="8" y="8"/>
                      <a:pt x="22" y="0"/>
                      <a:pt x="36" y="4"/>
                    </a:cubicBezTo>
                    <a:cubicBezTo>
                      <a:pt x="50" y="7"/>
                      <a:pt x="58" y="22"/>
                      <a:pt x="54" y="36"/>
                    </a:cubicBezTo>
                    <a:cubicBezTo>
                      <a:pt x="50" y="49"/>
                      <a:pt x="36" y="58"/>
                      <a:pt x="22" y="54"/>
                    </a:cubicBezTo>
                    <a:cubicBezTo>
                      <a:pt x="8" y="50"/>
                      <a:pt x="0" y="36"/>
                      <a:pt x="4" y="22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3" name="Freeform 1378">
                <a:extLst>
                  <a:ext uri="{FF2B5EF4-FFF2-40B4-BE49-F238E27FC236}">
                    <a16:creationId xmlns:a16="http://schemas.microsoft.com/office/drawing/2014/main" id="{B984BB50-1C1F-460F-B9C8-A189EF855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2247"/>
                <a:ext cx="58" cy="64"/>
              </a:xfrm>
              <a:custGeom>
                <a:avLst/>
                <a:gdLst>
                  <a:gd name="T0" fmla="*/ 3561 w 23"/>
                  <a:gd name="T1" fmla="*/ 1459 h 24"/>
                  <a:gd name="T2" fmla="*/ 3561 w 23"/>
                  <a:gd name="T3" fmla="*/ 397 h 24"/>
                  <a:gd name="T4" fmla="*/ 1813 w 23"/>
                  <a:gd name="T5" fmla="*/ 661 h 24"/>
                  <a:gd name="T6" fmla="*/ 802 w 23"/>
                  <a:gd name="T7" fmla="*/ 6067 h 24"/>
                  <a:gd name="T8" fmla="*/ 4572 w 23"/>
                  <a:gd name="T9" fmla="*/ 7531 h 24"/>
                  <a:gd name="T10" fmla="*/ 5901 w 23"/>
                  <a:gd name="T11" fmla="*/ 5824 h 24"/>
                  <a:gd name="T12" fmla="*/ 3561 w 23"/>
                  <a:gd name="T13" fmla="*/ 145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4" y="4"/>
                    </a:moveTo>
                    <a:cubicBezTo>
                      <a:pt x="14" y="3"/>
                      <a:pt x="14" y="2"/>
                      <a:pt x="14" y="1"/>
                    </a:cubicBezTo>
                    <a:cubicBezTo>
                      <a:pt x="12" y="0"/>
                      <a:pt x="9" y="1"/>
                      <a:pt x="7" y="2"/>
                    </a:cubicBezTo>
                    <a:cubicBezTo>
                      <a:pt x="2" y="5"/>
                      <a:pt x="0" y="12"/>
                      <a:pt x="3" y="17"/>
                    </a:cubicBezTo>
                    <a:cubicBezTo>
                      <a:pt x="6" y="22"/>
                      <a:pt x="13" y="24"/>
                      <a:pt x="18" y="21"/>
                    </a:cubicBezTo>
                    <a:cubicBezTo>
                      <a:pt x="20" y="20"/>
                      <a:pt x="22" y="18"/>
                      <a:pt x="23" y="16"/>
                    </a:cubicBezTo>
                    <a:cubicBezTo>
                      <a:pt x="18" y="13"/>
                      <a:pt x="15" y="9"/>
                      <a:pt x="14" y="4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4" name="Freeform 1379">
                <a:extLst>
                  <a:ext uri="{FF2B5EF4-FFF2-40B4-BE49-F238E27FC236}">
                    <a16:creationId xmlns:a16="http://schemas.microsoft.com/office/drawing/2014/main" id="{92370207-F5E2-4F2C-869C-CDA3B4918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273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5" name="Freeform 1380">
                <a:extLst>
                  <a:ext uri="{FF2B5EF4-FFF2-40B4-BE49-F238E27FC236}">
                    <a16:creationId xmlns:a16="http://schemas.microsoft.com/office/drawing/2014/main" id="{AB882E8D-E6AA-4440-8B29-AB50EFAD5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303"/>
                <a:ext cx="63" cy="66"/>
              </a:xfrm>
              <a:custGeom>
                <a:avLst/>
                <a:gdLst>
                  <a:gd name="T0" fmla="*/ 1809 w 25"/>
                  <a:gd name="T1" fmla="*/ 1011 h 25"/>
                  <a:gd name="T2" fmla="*/ 5602 w 25"/>
                  <a:gd name="T3" fmla="*/ 2334 h 25"/>
                  <a:gd name="T4" fmla="*/ 4559 w 25"/>
                  <a:gd name="T5" fmla="*/ 7437 h 25"/>
                  <a:gd name="T6" fmla="*/ 801 w 25"/>
                  <a:gd name="T7" fmla="*/ 6162 h 25"/>
                  <a:gd name="T8" fmla="*/ 1809 w 25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6" name="Freeform 1381">
                <a:extLst>
                  <a:ext uri="{FF2B5EF4-FFF2-40B4-BE49-F238E27FC236}">
                    <a16:creationId xmlns:a16="http://schemas.microsoft.com/office/drawing/2014/main" id="{1DBE3E65-935D-44BB-B732-AB8763277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2332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1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2"/>
                      <a:pt x="1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7" name="Freeform 1382">
                <a:extLst>
                  <a:ext uri="{FF2B5EF4-FFF2-40B4-BE49-F238E27FC236}">
                    <a16:creationId xmlns:a16="http://schemas.microsoft.com/office/drawing/2014/main" id="{0ACDDB09-E93D-41C6-B8C4-80921422E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" y="2359"/>
                <a:ext cx="63" cy="66"/>
              </a:xfrm>
              <a:custGeom>
                <a:avLst/>
                <a:gdLst>
                  <a:gd name="T0" fmla="*/ 1809 w 25"/>
                  <a:gd name="T1" fmla="*/ 1011 h 25"/>
                  <a:gd name="T2" fmla="*/ 5602 w 25"/>
                  <a:gd name="T3" fmla="*/ 2334 h 25"/>
                  <a:gd name="T4" fmla="*/ 4559 w 25"/>
                  <a:gd name="T5" fmla="*/ 7437 h 25"/>
                  <a:gd name="T6" fmla="*/ 801 w 25"/>
                  <a:gd name="T7" fmla="*/ 6162 h 25"/>
                  <a:gd name="T8" fmla="*/ 1809 w 25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3"/>
                      <a:pt x="23" y="19"/>
                      <a:pt x="18" y="22"/>
                    </a:cubicBezTo>
                    <a:cubicBezTo>
                      <a:pt x="13" y="25"/>
                      <a:pt x="6" y="24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8" name="Freeform 1383">
                <a:extLst>
                  <a:ext uri="{FF2B5EF4-FFF2-40B4-BE49-F238E27FC236}">
                    <a16:creationId xmlns:a16="http://schemas.microsoft.com/office/drawing/2014/main" id="{8E11590C-69EE-42E5-9D7F-5E9AC7F1F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2388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3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9" name="Freeform 1384">
                <a:extLst>
                  <a:ext uri="{FF2B5EF4-FFF2-40B4-BE49-F238E27FC236}">
                    <a16:creationId xmlns:a16="http://schemas.microsoft.com/office/drawing/2014/main" id="{44D6017E-6997-48B0-8833-FBB6A8DC1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2417"/>
                <a:ext cx="63" cy="67"/>
              </a:xfrm>
              <a:custGeom>
                <a:avLst/>
                <a:gdLst>
                  <a:gd name="T0" fmla="*/ 1809 w 25"/>
                  <a:gd name="T1" fmla="*/ 1077 h 25"/>
                  <a:gd name="T2" fmla="*/ 5602 w 25"/>
                  <a:gd name="T3" fmla="*/ 2637 h 25"/>
                  <a:gd name="T4" fmla="*/ 4559 w 25"/>
                  <a:gd name="T5" fmla="*/ 8145 h 25"/>
                  <a:gd name="T6" fmla="*/ 801 w 25"/>
                  <a:gd name="T7" fmla="*/ 6657 h 25"/>
                  <a:gd name="T8" fmla="*/ 1809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3"/>
                      <a:pt x="1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0" name="Freeform 1385">
                <a:extLst>
                  <a:ext uri="{FF2B5EF4-FFF2-40B4-BE49-F238E27FC236}">
                    <a16:creationId xmlns:a16="http://schemas.microsoft.com/office/drawing/2014/main" id="{FF73F181-7735-4050-A019-8B7123AB1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2447"/>
                <a:ext cx="65" cy="66"/>
              </a:xfrm>
              <a:custGeom>
                <a:avLst/>
                <a:gdLst>
                  <a:gd name="T0" fmla="*/ 1958 w 26"/>
                  <a:gd name="T1" fmla="*/ 1011 h 25"/>
                  <a:gd name="T2" fmla="*/ 5675 w 26"/>
                  <a:gd name="T3" fmla="*/ 2334 h 25"/>
                  <a:gd name="T4" fmla="*/ 4425 w 26"/>
                  <a:gd name="T5" fmla="*/ 7437 h 25"/>
                  <a:gd name="T6" fmla="*/ 783 w 26"/>
                  <a:gd name="T7" fmla="*/ 6162 h 25"/>
                  <a:gd name="T8" fmla="*/ 1958 w 26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8" y="3"/>
                    </a:moveTo>
                    <a:cubicBezTo>
                      <a:pt x="13" y="0"/>
                      <a:pt x="20" y="2"/>
                      <a:pt x="23" y="7"/>
                    </a:cubicBezTo>
                    <a:cubicBezTo>
                      <a:pt x="26" y="12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8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1" name="Freeform 1386">
                <a:extLst>
                  <a:ext uri="{FF2B5EF4-FFF2-40B4-BE49-F238E27FC236}">
                    <a16:creationId xmlns:a16="http://schemas.microsoft.com/office/drawing/2014/main" id="{027712CA-0BC1-4211-A331-D22038A57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" y="2471"/>
                <a:ext cx="78" cy="80"/>
              </a:xfrm>
              <a:custGeom>
                <a:avLst/>
                <a:gdLst>
                  <a:gd name="T0" fmla="*/ 4844 w 31"/>
                  <a:gd name="T1" fmla="*/ 661 h 30"/>
                  <a:gd name="T2" fmla="*/ 526 w 31"/>
                  <a:gd name="T3" fmla="*/ 3891 h 30"/>
                  <a:gd name="T4" fmla="*/ 3014 w 31"/>
                  <a:gd name="T5" fmla="*/ 10104 h 30"/>
                  <a:gd name="T6" fmla="*/ 7375 w 31"/>
                  <a:gd name="T7" fmla="*/ 6883 h 30"/>
                  <a:gd name="T8" fmla="*/ 4844 w 31"/>
                  <a:gd name="T9" fmla="*/ 66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19" y="2"/>
                    </a:moveTo>
                    <a:cubicBezTo>
                      <a:pt x="12" y="0"/>
                      <a:pt x="4" y="4"/>
                      <a:pt x="2" y="11"/>
                    </a:cubicBezTo>
                    <a:cubicBezTo>
                      <a:pt x="0" y="19"/>
                      <a:pt x="5" y="26"/>
                      <a:pt x="12" y="28"/>
                    </a:cubicBezTo>
                    <a:cubicBezTo>
                      <a:pt x="19" y="30"/>
                      <a:pt x="27" y="26"/>
                      <a:pt x="29" y="19"/>
                    </a:cubicBezTo>
                    <a:cubicBezTo>
                      <a:pt x="31" y="11"/>
                      <a:pt x="27" y="4"/>
                      <a:pt x="19" y="2"/>
                    </a:cubicBezTo>
                    <a:close/>
                  </a:path>
                </a:pathLst>
              </a:cu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2" name="Freeform 1387">
                <a:extLst>
                  <a:ext uri="{FF2B5EF4-FFF2-40B4-BE49-F238E27FC236}">
                    <a16:creationId xmlns:a16="http://schemas.microsoft.com/office/drawing/2014/main" id="{DF30714C-B812-4306-843E-54DB4FE7D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2484"/>
                <a:ext cx="25" cy="29"/>
              </a:xfrm>
              <a:custGeom>
                <a:avLst/>
                <a:gdLst>
                  <a:gd name="T0" fmla="*/ 1488 w 10"/>
                  <a:gd name="T1" fmla="*/ 382 h 11"/>
                  <a:gd name="T2" fmla="*/ 0 w 10"/>
                  <a:gd name="T3" fmla="*/ 1389 h 11"/>
                  <a:gd name="T4" fmla="*/ 988 w 10"/>
                  <a:gd name="T5" fmla="*/ 3335 h 11"/>
                  <a:gd name="T6" fmla="*/ 2270 w 10"/>
                  <a:gd name="T7" fmla="*/ 2273 h 11"/>
                  <a:gd name="T8" fmla="*/ 1488 w 10"/>
                  <a:gd name="T9" fmla="*/ 38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1"/>
                    </a:moveTo>
                    <a:cubicBezTo>
                      <a:pt x="4" y="0"/>
                      <a:pt x="1" y="2"/>
                      <a:pt x="0" y="4"/>
                    </a:cubicBezTo>
                    <a:cubicBezTo>
                      <a:pt x="0" y="7"/>
                      <a:pt x="1" y="9"/>
                      <a:pt x="4" y="10"/>
                    </a:cubicBezTo>
                    <a:cubicBezTo>
                      <a:pt x="6" y="11"/>
                      <a:pt x="9" y="9"/>
                      <a:pt x="9" y="7"/>
                    </a:cubicBezTo>
                    <a:cubicBezTo>
                      <a:pt x="10" y="4"/>
                      <a:pt x="8" y="2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3" name="Freeform 1388">
                <a:extLst>
                  <a:ext uri="{FF2B5EF4-FFF2-40B4-BE49-F238E27FC236}">
                    <a16:creationId xmlns:a16="http://schemas.microsoft.com/office/drawing/2014/main" id="{516F0517-F656-4AEF-BF6C-103F713D1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281"/>
                <a:ext cx="32" cy="38"/>
              </a:xfrm>
              <a:custGeom>
                <a:avLst/>
                <a:gdLst>
                  <a:gd name="T0" fmla="*/ 2715 w 13"/>
                  <a:gd name="T1" fmla="*/ 1620 h 14"/>
                  <a:gd name="T2" fmla="*/ 928 w 13"/>
                  <a:gd name="T3" fmla="*/ 760 h 14"/>
                  <a:gd name="T4" fmla="*/ 182 w 13"/>
                  <a:gd name="T5" fmla="*/ 3957 h 14"/>
                  <a:gd name="T6" fmla="*/ 1982 w 13"/>
                  <a:gd name="T7" fmla="*/ 4878 h 14"/>
                  <a:gd name="T8" fmla="*/ 2715 w 13"/>
                  <a:gd name="T9" fmla="*/ 16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2" y="4"/>
                    </a:moveTo>
                    <a:cubicBezTo>
                      <a:pt x="10" y="1"/>
                      <a:pt x="6" y="0"/>
                      <a:pt x="4" y="2"/>
                    </a:cubicBezTo>
                    <a:cubicBezTo>
                      <a:pt x="1" y="3"/>
                      <a:pt x="0" y="7"/>
                      <a:pt x="1" y="10"/>
                    </a:cubicBezTo>
                    <a:cubicBezTo>
                      <a:pt x="3" y="13"/>
                      <a:pt x="7" y="14"/>
                      <a:pt x="9" y="12"/>
                    </a:cubicBezTo>
                    <a:cubicBezTo>
                      <a:pt x="12" y="10"/>
                      <a:pt x="13" y="7"/>
                      <a:pt x="12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4" name="Freeform 1389">
                <a:extLst>
                  <a:ext uri="{FF2B5EF4-FFF2-40B4-BE49-F238E27FC236}">
                    <a16:creationId xmlns:a16="http://schemas.microsoft.com/office/drawing/2014/main" id="{90C13710-0FB8-442B-9DED-77C928CD7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289"/>
                <a:ext cx="13" cy="11"/>
              </a:xfrm>
              <a:custGeom>
                <a:avLst/>
                <a:gdLst>
                  <a:gd name="T0" fmla="*/ 1196 w 5"/>
                  <a:gd name="T1" fmla="*/ 462 h 4"/>
                  <a:gd name="T2" fmla="*/ 372 w 5"/>
                  <a:gd name="T3" fmla="*/ 0 h 4"/>
                  <a:gd name="T4" fmla="*/ 372 w 5"/>
                  <a:gd name="T5" fmla="*/ 1271 h 4"/>
                  <a:gd name="T6" fmla="*/ 967 w 5"/>
                  <a:gd name="T7" fmla="*/ 1724 h 4"/>
                  <a:gd name="T8" fmla="*/ 1196 w 5"/>
                  <a:gd name="T9" fmla="*/ 46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5" name="Freeform 1390">
                <a:extLst>
                  <a:ext uri="{FF2B5EF4-FFF2-40B4-BE49-F238E27FC236}">
                    <a16:creationId xmlns:a16="http://schemas.microsoft.com/office/drawing/2014/main" id="{92DB4FEF-B58C-4FBF-B2B3-462AC0280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313"/>
                <a:ext cx="32" cy="35"/>
              </a:xfrm>
              <a:custGeom>
                <a:avLst/>
                <a:gdLst>
                  <a:gd name="T0" fmla="*/ 2715 w 13"/>
                  <a:gd name="T1" fmla="*/ 1152 h 13"/>
                  <a:gd name="T2" fmla="*/ 928 w 13"/>
                  <a:gd name="T3" fmla="*/ 428 h 13"/>
                  <a:gd name="T4" fmla="*/ 448 w 13"/>
                  <a:gd name="T5" fmla="*/ 3414 h 13"/>
                  <a:gd name="T6" fmla="*/ 1982 w 13"/>
                  <a:gd name="T7" fmla="*/ 4254 h 13"/>
                  <a:gd name="T8" fmla="*/ 2715 w 13"/>
                  <a:gd name="T9" fmla="*/ 115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3"/>
                    </a:moveTo>
                    <a:cubicBezTo>
                      <a:pt x="10" y="1"/>
                      <a:pt x="6" y="0"/>
                      <a:pt x="4" y="1"/>
                    </a:cubicBezTo>
                    <a:cubicBezTo>
                      <a:pt x="1" y="3"/>
                      <a:pt x="0" y="6"/>
                      <a:pt x="2" y="9"/>
                    </a:cubicBezTo>
                    <a:cubicBezTo>
                      <a:pt x="3" y="12"/>
                      <a:pt x="7" y="13"/>
                      <a:pt x="9" y="11"/>
                    </a:cubicBezTo>
                    <a:cubicBezTo>
                      <a:pt x="12" y="10"/>
                      <a:pt x="13" y="6"/>
                      <a:pt x="12" y="3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6" name="Freeform 1391">
                <a:extLst>
                  <a:ext uri="{FF2B5EF4-FFF2-40B4-BE49-F238E27FC236}">
                    <a16:creationId xmlns:a16="http://schemas.microsoft.com/office/drawing/2014/main" id="{D6C9791B-F2FB-4ABD-9C75-179DAECCD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2319"/>
                <a:ext cx="13" cy="13"/>
              </a:xfrm>
              <a:custGeom>
                <a:avLst/>
                <a:gdLst>
                  <a:gd name="T0" fmla="*/ 1196 w 5"/>
                  <a:gd name="T1" fmla="*/ 372 h 5"/>
                  <a:gd name="T2" fmla="*/ 372 w 5"/>
                  <a:gd name="T3" fmla="*/ 372 h 5"/>
                  <a:gd name="T4" fmla="*/ 372 w 5"/>
                  <a:gd name="T5" fmla="*/ 967 h 5"/>
                  <a:gd name="T6" fmla="*/ 967 w 5"/>
                  <a:gd name="T7" fmla="*/ 1196 h 5"/>
                  <a:gd name="T8" fmla="*/ 1196 w 5"/>
                  <a:gd name="T9" fmla="*/ 37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4"/>
                      <a:pt x="2" y="5"/>
                      <a:pt x="3" y="4"/>
                    </a:cubicBezTo>
                    <a:cubicBezTo>
                      <a:pt x="4" y="4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7" name="Freeform 1392">
                <a:extLst>
                  <a:ext uri="{FF2B5EF4-FFF2-40B4-BE49-F238E27FC236}">
                    <a16:creationId xmlns:a16="http://schemas.microsoft.com/office/drawing/2014/main" id="{D66EB50A-F204-43DF-A77A-396ABBB9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2343"/>
                <a:ext cx="33" cy="34"/>
              </a:xfrm>
              <a:custGeom>
                <a:avLst/>
                <a:gdLst>
                  <a:gd name="T0" fmla="*/ 2945 w 13"/>
                  <a:gd name="T1" fmla="*/ 986 h 13"/>
                  <a:gd name="T2" fmla="*/ 830 w 13"/>
                  <a:gd name="T3" fmla="*/ 377 h 13"/>
                  <a:gd name="T4" fmla="*/ 327 w 13"/>
                  <a:gd name="T5" fmla="*/ 2955 h 13"/>
                  <a:gd name="T6" fmla="*/ 2404 w 13"/>
                  <a:gd name="T7" fmla="*/ 3557 h 13"/>
                  <a:gd name="T8" fmla="*/ 2945 w 13"/>
                  <a:gd name="T9" fmla="*/ 98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3"/>
                    </a:moveTo>
                    <a:cubicBezTo>
                      <a:pt x="10" y="1"/>
                      <a:pt x="6" y="0"/>
                      <a:pt x="3" y="1"/>
                    </a:cubicBezTo>
                    <a:cubicBezTo>
                      <a:pt x="1" y="3"/>
                      <a:pt x="0" y="6"/>
                      <a:pt x="1" y="9"/>
                    </a:cubicBezTo>
                    <a:cubicBezTo>
                      <a:pt x="3" y="12"/>
                      <a:pt x="6" y="13"/>
                      <a:pt x="9" y="11"/>
                    </a:cubicBezTo>
                    <a:cubicBezTo>
                      <a:pt x="12" y="10"/>
                      <a:pt x="13" y="6"/>
                      <a:pt x="11" y="3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8" name="Freeform 1393">
                <a:extLst>
                  <a:ext uri="{FF2B5EF4-FFF2-40B4-BE49-F238E27FC236}">
                    <a16:creationId xmlns:a16="http://schemas.microsoft.com/office/drawing/2014/main" id="{6949BA51-6A63-41BB-8057-D898751BE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2348"/>
                <a:ext cx="10" cy="13"/>
              </a:xfrm>
              <a:custGeom>
                <a:avLst/>
                <a:gdLst>
                  <a:gd name="T0" fmla="*/ 988 w 4"/>
                  <a:gd name="T1" fmla="*/ 372 h 5"/>
                  <a:gd name="T2" fmla="*/ 313 w 4"/>
                  <a:gd name="T3" fmla="*/ 372 h 5"/>
                  <a:gd name="T4" fmla="*/ 0 w 4"/>
                  <a:gd name="T5" fmla="*/ 967 h 5"/>
                  <a:gd name="T6" fmla="*/ 783 w 4"/>
                  <a:gd name="T7" fmla="*/ 1196 h 5"/>
                  <a:gd name="T8" fmla="*/ 988 w 4"/>
                  <a:gd name="T9" fmla="*/ 37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5"/>
                      <a:pt x="3" y="4"/>
                    </a:cubicBezTo>
                    <a:cubicBezTo>
                      <a:pt x="4" y="4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9" name="Freeform 1394">
                <a:extLst>
                  <a:ext uri="{FF2B5EF4-FFF2-40B4-BE49-F238E27FC236}">
                    <a16:creationId xmlns:a16="http://schemas.microsoft.com/office/drawing/2014/main" id="{E62C6F18-398C-4FAF-8E03-B687B2A56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2369"/>
                <a:ext cx="33" cy="35"/>
              </a:xfrm>
              <a:custGeom>
                <a:avLst/>
                <a:gdLst>
                  <a:gd name="T0" fmla="*/ 3158 w 13"/>
                  <a:gd name="T1" fmla="*/ 1580 h 13"/>
                  <a:gd name="T2" fmla="*/ 1031 w 13"/>
                  <a:gd name="T3" fmla="*/ 428 h 13"/>
                  <a:gd name="T4" fmla="*/ 327 w 13"/>
                  <a:gd name="T5" fmla="*/ 3414 h 13"/>
                  <a:gd name="T6" fmla="*/ 2404 w 13"/>
                  <a:gd name="T7" fmla="*/ 4254 h 13"/>
                  <a:gd name="T8" fmla="*/ 3158 w 13"/>
                  <a:gd name="T9" fmla="*/ 15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4"/>
                    </a:moveTo>
                    <a:cubicBezTo>
                      <a:pt x="10" y="1"/>
                      <a:pt x="6" y="0"/>
                      <a:pt x="4" y="1"/>
                    </a:cubicBezTo>
                    <a:cubicBezTo>
                      <a:pt x="1" y="3"/>
                      <a:pt x="0" y="6"/>
                      <a:pt x="1" y="9"/>
                    </a:cubicBezTo>
                    <a:cubicBezTo>
                      <a:pt x="3" y="12"/>
                      <a:pt x="7" y="13"/>
                      <a:pt x="9" y="11"/>
                    </a:cubicBezTo>
                    <a:cubicBezTo>
                      <a:pt x="12" y="10"/>
                      <a:pt x="13" y="6"/>
                      <a:pt x="12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0" name="Freeform 1395">
                <a:extLst>
                  <a:ext uri="{FF2B5EF4-FFF2-40B4-BE49-F238E27FC236}">
                    <a16:creationId xmlns:a16="http://schemas.microsoft.com/office/drawing/2014/main" id="{9DF10894-2AD3-4757-9FA0-5AAE9D3BA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" y="2375"/>
                <a:ext cx="10" cy="13"/>
              </a:xfrm>
              <a:custGeom>
                <a:avLst/>
                <a:gdLst>
                  <a:gd name="T0" fmla="*/ 988 w 4"/>
                  <a:gd name="T1" fmla="*/ 595 h 5"/>
                  <a:gd name="T2" fmla="*/ 313 w 4"/>
                  <a:gd name="T3" fmla="*/ 372 h 5"/>
                  <a:gd name="T4" fmla="*/ 313 w 4"/>
                  <a:gd name="T5" fmla="*/ 967 h 5"/>
                  <a:gd name="T6" fmla="*/ 783 w 4"/>
                  <a:gd name="T7" fmla="*/ 1196 h 5"/>
                  <a:gd name="T8" fmla="*/ 988 w 4"/>
                  <a:gd name="T9" fmla="*/ 59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3"/>
                      <a:pt x="1" y="3"/>
                    </a:cubicBezTo>
                    <a:cubicBezTo>
                      <a:pt x="1" y="4"/>
                      <a:pt x="2" y="5"/>
                      <a:pt x="3" y="4"/>
                    </a:cubicBezTo>
                    <a:cubicBezTo>
                      <a:pt x="4" y="4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1" name="Freeform 1396">
                <a:extLst>
                  <a:ext uri="{FF2B5EF4-FFF2-40B4-BE49-F238E27FC236}">
                    <a16:creationId xmlns:a16="http://schemas.microsoft.com/office/drawing/2014/main" id="{9B8E48DA-1615-4C04-BC36-1AF27834F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2399"/>
                <a:ext cx="32" cy="34"/>
              </a:xfrm>
              <a:custGeom>
                <a:avLst/>
                <a:gdLst>
                  <a:gd name="T0" fmla="*/ 2417 w 13"/>
                  <a:gd name="T1" fmla="*/ 1219 h 13"/>
                  <a:gd name="T2" fmla="*/ 625 w 13"/>
                  <a:gd name="T3" fmla="*/ 377 h 13"/>
                  <a:gd name="T4" fmla="*/ 182 w 13"/>
                  <a:gd name="T5" fmla="*/ 2955 h 13"/>
                  <a:gd name="T6" fmla="*/ 1982 w 13"/>
                  <a:gd name="T7" fmla="*/ 3557 h 13"/>
                  <a:gd name="T8" fmla="*/ 2417 w 13"/>
                  <a:gd name="T9" fmla="*/ 12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4"/>
                    </a:moveTo>
                    <a:cubicBezTo>
                      <a:pt x="10" y="1"/>
                      <a:pt x="6" y="0"/>
                      <a:pt x="3" y="1"/>
                    </a:cubicBezTo>
                    <a:cubicBezTo>
                      <a:pt x="1" y="3"/>
                      <a:pt x="0" y="6"/>
                      <a:pt x="1" y="9"/>
                    </a:cubicBezTo>
                    <a:cubicBezTo>
                      <a:pt x="3" y="12"/>
                      <a:pt x="6" y="13"/>
                      <a:pt x="9" y="11"/>
                    </a:cubicBezTo>
                    <a:cubicBezTo>
                      <a:pt x="12" y="10"/>
                      <a:pt x="13" y="6"/>
                      <a:pt x="11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2" name="Freeform 1397">
                <a:extLst>
                  <a:ext uri="{FF2B5EF4-FFF2-40B4-BE49-F238E27FC236}">
                    <a16:creationId xmlns:a16="http://schemas.microsoft.com/office/drawing/2014/main" id="{E26BA78B-692E-4F69-B5E4-54BCD9EF8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2404"/>
                <a:ext cx="10" cy="13"/>
              </a:xfrm>
              <a:custGeom>
                <a:avLst/>
                <a:gdLst>
                  <a:gd name="T0" fmla="*/ 988 w 4"/>
                  <a:gd name="T1" fmla="*/ 595 h 5"/>
                  <a:gd name="T2" fmla="*/ 313 w 4"/>
                  <a:gd name="T3" fmla="*/ 372 h 5"/>
                  <a:gd name="T4" fmla="*/ 0 w 4"/>
                  <a:gd name="T5" fmla="*/ 967 h 5"/>
                  <a:gd name="T6" fmla="*/ 783 w 4"/>
                  <a:gd name="T7" fmla="*/ 1196 h 5"/>
                  <a:gd name="T8" fmla="*/ 988 w 4"/>
                  <a:gd name="T9" fmla="*/ 59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4"/>
                    </a:cubicBezTo>
                    <a:cubicBezTo>
                      <a:pt x="4" y="4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3" name="Freeform 1398">
                <a:extLst>
                  <a:ext uri="{FF2B5EF4-FFF2-40B4-BE49-F238E27FC236}">
                    <a16:creationId xmlns:a16="http://schemas.microsoft.com/office/drawing/2014/main" id="{8A51DE7D-A5D6-4399-AF08-52F829EE8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428"/>
                <a:ext cx="32" cy="35"/>
              </a:xfrm>
              <a:custGeom>
                <a:avLst/>
                <a:gdLst>
                  <a:gd name="T0" fmla="*/ 2417 w 13"/>
                  <a:gd name="T1" fmla="*/ 1580 h 13"/>
                  <a:gd name="T2" fmla="*/ 625 w 13"/>
                  <a:gd name="T3" fmla="*/ 681 h 13"/>
                  <a:gd name="T4" fmla="*/ 182 w 13"/>
                  <a:gd name="T5" fmla="*/ 3842 h 13"/>
                  <a:gd name="T6" fmla="*/ 1982 w 13"/>
                  <a:gd name="T7" fmla="*/ 4531 h 13"/>
                  <a:gd name="T8" fmla="*/ 2417 w 13"/>
                  <a:gd name="T9" fmla="*/ 15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4"/>
                    </a:moveTo>
                    <a:cubicBezTo>
                      <a:pt x="10" y="1"/>
                      <a:pt x="6" y="0"/>
                      <a:pt x="3" y="2"/>
                    </a:cubicBezTo>
                    <a:cubicBezTo>
                      <a:pt x="1" y="3"/>
                      <a:pt x="0" y="7"/>
                      <a:pt x="1" y="10"/>
                    </a:cubicBezTo>
                    <a:cubicBezTo>
                      <a:pt x="3" y="12"/>
                      <a:pt x="6" y="13"/>
                      <a:pt x="9" y="12"/>
                    </a:cubicBezTo>
                    <a:cubicBezTo>
                      <a:pt x="12" y="10"/>
                      <a:pt x="13" y="7"/>
                      <a:pt x="11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4" name="Freeform 1399">
                <a:extLst>
                  <a:ext uri="{FF2B5EF4-FFF2-40B4-BE49-F238E27FC236}">
                    <a16:creationId xmlns:a16="http://schemas.microsoft.com/office/drawing/2014/main" id="{E049B6EC-0151-42D2-833F-EE8824CD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" y="2436"/>
                <a:ext cx="10" cy="11"/>
              </a:xfrm>
              <a:custGeom>
                <a:avLst/>
                <a:gdLst>
                  <a:gd name="T0" fmla="*/ 988 w 4"/>
                  <a:gd name="T1" fmla="*/ 462 h 4"/>
                  <a:gd name="T2" fmla="*/ 313 w 4"/>
                  <a:gd name="T3" fmla="*/ 0 h 4"/>
                  <a:gd name="T4" fmla="*/ 0 w 4"/>
                  <a:gd name="T5" fmla="*/ 1271 h 4"/>
                  <a:gd name="T6" fmla="*/ 783 w 4"/>
                  <a:gd name="T7" fmla="*/ 1724 h 4"/>
                  <a:gd name="T8" fmla="*/ 988 w 4"/>
                  <a:gd name="T9" fmla="*/ 46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5" name="Freeform 1400">
                <a:extLst>
                  <a:ext uri="{FF2B5EF4-FFF2-40B4-BE49-F238E27FC236}">
                    <a16:creationId xmlns:a16="http://schemas.microsoft.com/office/drawing/2014/main" id="{61923E46-2B1D-48C3-8EF8-84A6AE15E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" y="2457"/>
                <a:ext cx="35" cy="35"/>
              </a:xfrm>
              <a:custGeom>
                <a:avLst/>
                <a:gdLst>
                  <a:gd name="T0" fmla="*/ 2938 w 14"/>
                  <a:gd name="T1" fmla="*/ 1580 h 13"/>
                  <a:gd name="T2" fmla="*/ 988 w 14"/>
                  <a:gd name="T3" fmla="*/ 681 h 13"/>
                  <a:gd name="T4" fmla="*/ 520 w 14"/>
                  <a:gd name="T5" fmla="*/ 3842 h 13"/>
                  <a:gd name="T6" fmla="*/ 2470 w 14"/>
                  <a:gd name="T7" fmla="*/ 4531 h 13"/>
                  <a:gd name="T8" fmla="*/ 2938 w 14"/>
                  <a:gd name="T9" fmla="*/ 15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2" y="4"/>
                    </a:moveTo>
                    <a:cubicBezTo>
                      <a:pt x="10" y="1"/>
                      <a:pt x="7" y="0"/>
                      <a:pt x="4" y="2"/>
                    </a:cubicBezTo>
                    <a:cubicBezTo>
                      <a:pt x="1" y="3"/>
                      <a:pt x="0" y="7"/>
                      <a:pt x="2" y="10"/>
                    </a:cubicBezTo>
                    <a:cubicBezTo>
                      <a:pt x="3" y="12"/>
                      <a:pt x="7" y="13"/>
                      <a:pt x="10" y="12"/>
                    </a:cubicBezTo>
                    <a:cubicBezTo>
                      <a:pt x="13" y="10"/>
                      <a:pt x="14" y="7"/>
                      <a:pt x="12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6" name="Freeform 1401">
                <a:extLst>
                  <a:ext uri="{FF2B5EF4-FFF2-40B4-BE49-F238E27FC236}">
                    <a16:creationId xmlns:a16="http://schemas.microsoft.com/office/drawing/2014/main" id="{7004C3EC-6E5A-4DD8-A259-44207AC25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" y="2465"/>
                <a:ext cx="13" cy="11"/>
              </a:xfrm>
              <a:custGeom>
                <a:avLst/>
                <a:gdLst>
                  <a:gd name="T0" fmla="*/ 1196 w 5"/>
                  <a:gd name="T1" fmla="*/ 462 h 4"/>
                  <a:gd name="T2" fmla="*/ 595 w 5"/>
                  <a:gd name="T3" fmla="*/ 0 h 4"/>
                  <a:gd name="T4" fmla="*/ 372 w 5"/>
                  <a:gd name="T5" fmla="*/ 1271 h 4"/>
                  <a:gd name="T6" fmla="*/ 1196 w 5"/>
                  <a:gd name="T7" fmla="*/ 1724 h 4"/>
                  <a:gd name="T8" fmla="*/ 1196 w 5"/>
                  <a:gd name="T9" fmla="*/ 46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4"/>
                      <a:pt x="3" y="4"/>
                      <a:pt x="4" y="4"/>
                    </a:cubicBezTo>
                    <a:cubicBezTo>
                      <a:pt x="5" y="3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7" name="Freeform 1402">
                <a:extLst>
                  <a:ext uri="{FF2B5EF4-FFF2-40B4-BE49-F238E27FC236}">
                    <a16:creationId xmlns:a16="http://schemas.microsoft.com/office/drawing/2014/main" id="{BB0E7915-FFFA-4EBF-ABA3-6F4FE5369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" y="2495"/>
                <a:ext cx="113" cy="98"/>
              </a:xfrm>
              <a:custGeom>
                <a:avLst/>
                <a:gdLst>
                  <a:gd name="T0" fmla="*/ 0 w 45"/>
                  <a:gd name="T1" fmla="*/ 5464 h 37"/>
                  <a:gd name="T2" fmla="*/ 3500 w 45"/>
                  <a:gd name="T3" fmla="*/ 9400 h 37"/>
                  <a:gd name="T4" fmla="*/ 10291 w 45"/>
                  <a:gd name="T5" fmla="*/ 3788 h 37"/>
                  <a:gd name="T6" fmla="*/ 10291 w 45"/>
                  <a:gd name="T7" fmla="*/ 0 h 37"/>
                  <a:gd name="T8" fmla="*/ 10971 w 45"/>
                  <a:gd name="T9" fmla="*/ 6243 h 37"/>
                  <a:gd name="T10" fmla="*/ 3973 w 45"/>
                  <a:gd name="T11" fmla="*/ 11710 h 37"/>
                  <a:gd name="T12" fmla="*/ 0 w 45"/>
                  <a:gd name="T13" fmla="*/ 546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7">
                    <a:moveTo>
                      <a:pt x="0" y="16"/>
                    </a:moveTo>
                    <a:cubicBezTo>
                      <a:pt x="5" y="25"/>
                      <a:pt x="8" y="26"/>
                      <a:pt x="14" y="27"/>
                    </a:cubicBezTo>
                    <a:cubicBezTo>
                      <a:pt x="28" y="31"/>
                      <a:pt x="38" y="23"/>
                      <a:pt x="41" y="11"/>
                    </a:cubicBezTo>
                    <a:cubicBezTo>
                      <a:pt x="42" y="8"/>
                      <a:pt x="41" y="3"/>
                      <a:pt x="41" y="0"/>
                    </a:cubicBezTo>
                    <a:cubicBezTo>
                      <a:pt x="44" y="5"/>
                      <a:pt x="45" y="12"/>
                      <a:pt x="44" y="18"/>
                    </a:cubicBezTo>
                    <a:cubicBezTo>
                      <a:pt x="40" y="30"/>
                      <a:pt x="28" y="37"/>
                      <a:pt x="16" y="34"/>
                    </a:cubicBezTo>
                    <a:cubicBezTo>
                      <a:pt x="7" y="32"/>
                      <a:pt x="1" y="24"/>
                      <a:pt x="0" y="16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8" name="Freeform 1403">
                <a:extLst>
                  <a:ext uri="{FF2B5EF4-FFF2-40B4-BE49-F238E27FC236}">
                    <a16:creationId xmlns:a16="http://schemas.microsoft.com/office/drawing/2014/main" id="{AB474B28-BEFB-4ED2-8D9F-59579AC23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2452"/>
                <a:ext cx="145" cy="155"/>
              </a:xfrm>
              <a:custGeom>
                <a:avLst/>
                <a:gdLst>
                  <a:gd name="T0" fmla="*/ 988 w 58"/>
                  <a:gd name="T1" fmla="*/ 8055 h 58"/>
                  <a:gd name="T2" fmla="*/ 8800 w 58"/>
                  <a:gd name="T3" fmla="*/ 1486 h 58"/>
                  <a:gd name="T4" fmla="*/ 13208 w 58"/>
                  <a:gd name="T5" fmla="*/ 13114 h 58"/>
                  <a:gd name="T6" fmla="*/ 5395 w 58"/>
                  <a:gd name="T7" fmla="*/ 19640 h 58"/>
                  <a:gd name="T8" fmla="*/ 988 w 58"/>
                  <a:gd name="T9" fmla="*/ 805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4" y="22"/>
                    </a:moveTo>
                    <a:cubicBezTo>
                      <a:pt x="8" y="8"/>
                      <a:pt x="22" y="0"/>
                      <a:pt x="36" y="4"/>
                    </a:cubicBezTo>
                    <a:cubicBezTo>
                      <a:pt x="50" y="7"/>
                      <a:pt x="58" y="22"/>
                      <a:pt x="54" y="36"/>
                    </a:cubicBezTo>
                    <a:cubicBezTo>
                      <a:pt x="50" y="49"/>
                      <a:pt x="36" y="58"/>
                      <a:pt x="22" y="54"/>
                    </a:cubicBezTo>
                    <a:cubicBezTo>
                      <a:pt x="8" y="50"/>
                      <a:pt x="0" y="36"/>
                      <a:pt x="4" y="2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9" name="Freeform 1404">
                <a:extLst>
                  <a:ext uri="{FF2B5EF4-FFF2-40B4-BE49-F238E27FC236}">
                    <a16:creationId xmlns:a16="http://schemas.microsoft.com/office/drawing/2014/main" id="{EE1E844B-F3A2-41D6-B24E-711C994C1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2247"/>
                <a:ext cx="58" cy="64"/>
              </a:xfrm>
              <a:custGeom>
                <a:avLst/>
                <a:gdLst>
                  <a:gd name="T0" fmla="*/ 3561 w 23"/>
                  <a:gd name="T1" fmla="*/ 1459 h 24"/>
                  <a:gd name="T2" fmla="*/ 3561 w 23"/>
                  <a:gd name="T3" fmla="*/ 397 h 24"/>
                  <a:gd name="T4" fmla="*/ 1813 w 23"/>
                  <a:gd name="T5" fmla="*/ 661 h 24"/>
                  <a:gd name="T6" fmla="*/ 802 w 23"/>
                  <a:gd name="T7" fmla="*/ 6067 h 24"/>
                  <a:gd name="T8" fmla="*/ 4572 w 23"/>
                  <a:gd name="T9" fmla="*/ 7531 h 24"/>
                  <a:gd name="T10" fmla="*/ 5901 w 23"/>
                  <a:gd name="T11" fmla="*/ 5824 h 24"/>
                  <a:gd name="T12" fmla="*/ 3561 w 23"/>
                  <a:gd name="T13" fmla="*/ 145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4" y="4"/>
                    </a:moveTo>
                    <a:cubicBezTo>
                      <a:pt x="14" y="3"/>
                      <a:pt x="14" y="2"/>
                      <a:pt x="14" y="1"/>
                    </a:cubicBezTo>
                    <a:cubicBezTo>
                      <a:pt x="12" y="0"/>
                      <a:pt x="9" y="1"/>
                      <a:pt x="7" y="2"/>
                    </a:cubicBezTo>
                    <a:cubicBezTo>
                      <a:pt x="2" y="5"/>
                      <a:pt x="0" y="12"/>
                      <a:pt x="3" y="17"/>
                    </a:cubicBezTo>
                    <a:cubicBezTo>
                      <a:pt x="6" y="22"/>
                      <a:pt x="13" y="24"/>
                      <a:pt x="18" y="21"/>
                    </a:cubicBezTo>
                    <a:cubicBezTo>
                      <a:pt x="20" y="20"/>
                      <a:pt x="22" y="18"/>
                      <a:pt x="23" y="16"/>
                    </a:cubicBezTo>
                    <a:cubicBezTo>
                      <a:pt x="18" y="13"/>
                      <a:pt x="15" y="9"/>
                      <a:pt x="14" y="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0" name="Freeform 1405">
                <a:extLst>
                  <a:ext uri="{FF2B5EF4-FFF2-40B4-BE49-F238E27FC236}">
                    <a16:creationId xmlns:a16="http://schemas.microsoft.com/office/drawing/2014/main" id="{C026A402-8AC0-4D15-B767-DA25B6E86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273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1" name="Freeform 1406">
                <a:extLst>
                  <a:ext uri="{FF2B5EF4-FFF2-40B4-BE49-F238E27FC236}">
                    <a16:creationId xmlns:a16="http://schemas.microsoft.com/office/drawing/2014/main" id="{30C8B22B-E501-43A5-9FDF-77F958683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303"/>
                <a:ext cx="63" cy="66"/>
              </a:xfrm>
              <a:custGeom>
                <a:avLst/>
                <a:gdLst>
                  <a:gd name="T0" fmla="*/ 1809 w 25"/>
                  <a:gd name="T1" fmla="*/ 1011 h 25"/>
                  <a:gd name="T2" fmla="*/ 5602 w 25"/>
                  <a:gd name="T3" fmla="*/ 2334 h 25"/>
                  <a:gd name="T4" fmla="*/ 4559 w 25"/>
                  <a:gd name="T5" fmla="*/ 7437 h 25"/>
                  <a:gd name="T6" fmla="*/ 801 w 25"/>
                  <a:gd name="T7" fmla="*/ 6162 h 25"/>
                  <a:gd name="T8" fmla="*/ 1809 w 25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2" name="Freeform 1407">
                <a:extLst>
                  <a:ext uri="{FF2B5EF4-FFF2-40B4-BE49-F238E27FC236}">
                    <a16:creationId xmlns:a16="http://schemas.microsoft.com/office/drawing/2014/main" id="{96182412-AA28-418A-86CB-4CB683487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2332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1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2"/>
                      <a:pt x="1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3" name="Freeform 1408">
                <a:extLst>
                  <a:ext uri="{FF2B5EF4-FFF2-40B4-BE49-F238E27FC236}">
                    <a16:creationId xmlns:a16="http://schemas.microsoft.com/office/drawing/2014/main" id="{5F3E9A8A-152D-4C3D-87DC-110E6A5F9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" y="2359"/>
                <a:ext cx="63" cy="66"/>
              </a:xfrm>
              <a:custGeom>
                <a:avLst/>
                <a:gdLst>
                  <a:gd name="T0" fmla="*/ 1809 w 25"/>
                  <a:gd name="T1" fmla="*/ 1011 h 25"/>
                  <a:gd name="T2" fmla="*/ 5602 w 25"/>
                  <a:gd name="T3" fmla="*/ 2334 h 25"/>
                  <a:gd name="T4" fmla="*/ 4559 w 25"/>
                  <a:gd name="T5" fmla="*/ 7437 h 25"/>
                  <a:gd name="T6" fmla="*/ 801 w 25"/>
                  <a:gd name="T7" fmla="*/ 6162 h 25"/>
                  <a:gd name="T8" fmla="*/ 1809 w 25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3"/>
                      <a:pt x="23" y="19"/>
                      <a:pt x="18" y="22"/>
                    </a:cubicBezTo>
                    <a:cubicBezTo>
                      <a:pt x="13" y="25"/>
                      <a:pt x="6" y="24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4" name="Freeform 1409">
                <a:extLst>
                  <a:ext uri="{FF2B5EF4-FFF2-40B4-BE49-F238E27FC236}">
                    <a16:creationId xmlns:a16="http://schemas.microsoft.com/office/drawing/2014/main" id="{937DA456-482C-4E93-9736-EDF1D8B29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2388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3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5" name="Freeform 1410">
                <a:extLst>
                  <a:ext uri="{FF2B5EF4-FFF2-40B4-BE49-F238E27FC236}">
                    <a16:creationId xmlns:a16="http://schemas.microsoft.com/office/drawing/2014/main" id="{1472EAFA-FB9E-4FD2-A305-03AE134AA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2417"/>
                <a:ext cx="63" cy="67"/>
              </a:xfrm>
              <a:custGeom>
                <a:avLst/>
                <a:gdLst>
                  <a:gd name="T0" fmla="*/ 1809 w 25"/>
                  <a:gd name="T1" fmla="*/ 1077 h 25"/>
                  <a:gd name="T2" fmla="*/ 5602 w 25"/>
                  <a:gd name="T3" fmla="*/ 2637 h 25"/>
                  <a:gd name="T4" fmla="*/ 4559 w 25"/>
                  <a:gd name="T5" fmla="*/ 8145 h 25"/>
                  <a:gd name="T6" fmla="*/ 801 w 25"/>
                  <a:gd name="T7" fmla="*/ 6657 h 25"/>
                  <a:gd name="T8" fmla="*/ 1809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3"/>
                      <a:pt x="1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229" name="Group 1411">
              <a:extLst>
                <a:ext uri="{FF2B5EF4-FFF2-40B4-BE49-F238E27FC236}">
                  <a16:creationId xmlns:a16="http://schemas.microsoft.com/office/drawing/2014/main" id="{6B702422-2BF8-4D90-BB8E-AC47D8BDB6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" y="732"/>
              <a:ext cx="1943" cy="2491"/>
              <a:chOff x="344" y="732"/>
              <a:chExt cx="1943" cy="2491"/>
            </a:xfrm>
          </p:grpSpPr>
          <p:sp>
            <p:nvSpPr>
              <p:cNvPr id="20406" name="Freeform 1412">
                <a:extLst>
                  <a:ext uri="{FF2B5EF4-FFF2-40B4-BE49-F238E27FC236}">
                    <a16:creationId xmlns:a16="http://schemas.microsoft.com/office/drawing/2014/main" id="{C6BED951-6A3B-4FD2-A2D1-F0AFB955B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2447"/>
                <a:ext cx="65" cy="66"/>
              </a:xfrm>
              <a:custGeom>
                <a:avLst/>
                <a:gdLst>
                  <a:gd name="T0" fmla="*/ 1958 w 26"/>
                  <a:gd name="T1" fmla="*/ 1011 h 25"/>
                  <a:gd name="T2" fmla="*/ 5675 w 26"/>
                  <a:gd name="T3" fmla="*/ 2334 h 25"/>
                  <a:gd name="T4" fmla="*/ 4425 w 26"/>
                  <a:gd name="T5" fmla="*/ 7437 h 25"/>
                  <a:gd name="T6" fmla="*/ 783 w 26"/>
                  <a:gd name="T7" fmla="*/ 6162 h 25"/>
                  <a:gd name="T8" fmla="*/ 1958 w 26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8" y="3"/>
                    </a:moveTo>
                    <a:cubicBezTo>
                      <a:pt x="13" y="0"/>
                      <a:pt x="20" y="2"/>
                      <a:pt x="23" y="7"/>
                    </a:cubicBezTo>
                    <a:cubicBezTo>
                      <a:pt x="26" y="12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8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7" name="Freeform 1413">
                <a:extLst>
                  <a:ext uri="{FF2B5EF4-FFF2-40B4-BE49-F238E27FC236}">
                    <a16:creationId xmlns:a16="http://schemas.microsoft.com/office/drawing/2014/main" id="{97E70173-54CB-46A8-8C87-D0FA4A6DC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460"/>
                <a:ext cx="145" cy="152"/>
              </a:xfrm>
              <a:custGeom>
                <a:avLst/>
                <a:gdLst>
                  <a:gd name="T0" fmla="*/ 988 w 58"/>
                  <a:gd name="T1" fmla="*/ 12536 h 57"/>
                  <a:gd name="T2" fmla="*/ 5395 w 58"/>
                  <a:gd name="T3" fmla="*/ 1059 h 57"/>
                  <a:gd name="T4" fmla="*/ 13208 w 58"/>
                  <a:gd name="T5" fmla="*/ 7944 h 57"/>
                  <a:gd name="T6" fmla="*/ 8800 w 58"/>
                  <a:gd name="T7" fmla="*/ 19421 h 57"/>
                  <a:gd name="T8" fmla="*/ 988 w 58"/>
                  <a:gd name="T9" fmla="*/ 1253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7">
                    <a:moveTo>
                      <a:pt x="4" y="35"/>
                    </a:moveTo>
                    <a:cubicBezTo>
                      <a:pt x="0" y="21"/>
                      <a:pt x="8" y="7"/>
                      <a:pt x="22" y="3"/>
                    </a:cubicBezTo>
                    <a:cubicBezTo>
                      <a:pt x="36" y="0"/>
                      <a:pt x="50" y="8"/>
                      <a:pt x="54" y="22"/>
                    </a:cubicBezTo>
                    <a:cubicBezTo>
                      <a:pt x="58" y="36"/>
                      <a:pt x="49" y="50"/>
                      <a:pt x="36" y="54"/>
                    </a:cubicBezTo>
                    <a:cubicBezTo>
                      <a:pt x="22" y="57"/>
                      <a:pt x="7" y="49"/>
                      <a:pt x="4" y="35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8" name="Freeform 1414">
                <a:extLst>
                  <a:ext uri="{FF2B5EF4-FFF2-40B4-BE49-F238E27FC236}">
                    <a16:creationId xmlns:a16="http://schemas.microsoft.com/office/drawing/2014/main" id="{424B3098-198A-4641-BA6F-14EC1E122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455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67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9" name="Freeform 1415">
                <a:extLst>
                  <a:ext uri="{FF2B5EF4-FFF2-40B4-BE49-F238E27FC236}">
                    <a16:creationId xmlns:a16="http://schemas.microsoft.com/office/drawing/2014/main" id="{F5550189-9419-4223-B24E-73C21D198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425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39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0" name="Freeform 1416">
                <a:extLst>
                  <a:ext uri="{FF2B5EF4-FFF2-40B4-BE49-F238E27FC236}">
                    <a16:creationId xmlns:a16="http://schemas.microsoft.com/office/drawing/2014/main" id="{B884EEB3-A169-46D4-B36B-8AB31D00A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393"/>
                <a:ext cx="62" cy="67"/>
              </a:xfrm>
              <a:custGeom>
                <a:avLst/>
                <a:gdLst>
                  <a:gd name="T0" fmla="*/ 640 w 25"/>
                  <a:gd name="T1" fmla="*/ 2637 h 25"/>
                  <a:gd name="T2" fmla="*/ 4238 w 25"/>
                  <a:gd name="T3" fmla="*/ 1077 h 25"/>
                  <a:gd name="T4" fmla="*/ 5141 w 25"/>
                  <a:gd name="T5" fmla="*/ 6657 h 25"/>
                  <a:gd name="T6" fmla="*/ 1587 w 25"/>
                  <a:gd name="T7" fmla="*/ 8145 h 25"/>
                  <a:gd name="T8" fmla="*/ 640 w 25"/>
                  <a:gd name="T9" fmla="*/ 26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5" y="13"/>
                      <a:pt x="22" y="18"/>
                    </a:cubicBezTo>
                    <a:cubicBezTo>
                      <a:pt x="19" y="24"/>
                      <a:pt x="12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1" name="Freeform 1417">
                <a:extLst>
                  <a:ext uri="{FF2B5EF4-FFF2-40B4-BE49-F238E27FC236}">
                    <a16:creationId xmlns:a16="http://schemas.microsoft.com/office/drawing/2014/main" id="{07C70FDA-7D4A-4195-98C6-E608B8EF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364"/>
                <a:ext cx="63" cy="67"/>
              </a:xfrm>
              <a:custGeom>
                <a:avLst/>
                <a:gdLst>
                  <a:gd name="T0" fmla="*/ 801 w 25"/>
                  <a:gd name="T1" fmla="*/ 2637 h 25"/>
                  <a:gd name="T2" fmla="*/ 4559 w 25"/>
                  <a:gd name="T3" fmla="*/ 1077 h 25"/>
                  <a:gd name="T4" fmla="*/ 5602 w 25"/>
                  <a:gd name="T5" fmla="*/ 6657 h 25"/>
                  <a:gd name="T6" fmla="*/ 1809 w 25"/>
                  <a:gd name="T7" fmla="*/ 8145 h 25"/>
                  <a:gd name="T8" fmla="*/ 801 w 25"/>
                  <a:gd name="T9" fmla="*/ 26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3" y="6"/>
                      <a:pt x="25" y="13"/>
                      <a:pt x="22" y="18"/>
                    </a:cubicBezTo>
                    <a:cubicBezTo>
                      <a:pt x="19" y="24"/>
                      <a:pt x="12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2" name="Freeform 1418">
                <a:extLst>
                  <a:ext uri="{FF2B5EF4-FFF2-40B4-BE49-F238E27FC236}">
                    <a16:creationId xmlns:a16="http://schemas.microsoft.com/office/drawing/2014/main" id="{FA7BC8F1-E141-4B8B-ADBB-B6FC025F8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337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67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3" name="Freeform 1419">
                <a:extLst>
                  <a:ext uri="{FF2B5EF4-FFF2-40B4-BE49-F238E27FC236}">
                    <a16:creationId xmlns:a16="http://schemas.microsoft.com/office/drawing/2014/main" id="{CDFBBBFA-CB1F-45DF-A90F-B508CF0A3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308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67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4" name="Freeform 1420">
                <a:extLst>
                  <a:ext uri="{FF2B5EF4-FFF2-40B4-BE49-F238E27FC236}">
                    <a16:creationId xmlns:a16="http://schemas.microsoft.com/office/drawing/2014/main" id="{2F649D55-BDDB-4C79-BE20-D801D60FD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279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67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5" name="Freeform 1421">
                <a:extLst>
                  <a:ext uri="{FF2B5EF4-FFF2-40B4-BE49-F238E27FC236}">
                    <a16:creationId xmlns:a16="http://schemas.microsoft.com/office/drawing/2014/main" id="{78F67458-D4F4-4DC0-AC21-7DEF9BE8D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2252"/>
                <a:ext cx="55" cy="61"/>
              </a:xfrm>
              <a:custGeom>
                <a:avLst/>
                <a:gdLst>
                  <a:gd name="T0" fmla="*/ 4895 w 22"/>
                  <a:gd name="T1" fmla="*/ 2779 h 23"/>
                  <a:gd name="T2" fmla="*/ 2470 w 22"/>
                  <a:gd name="T3" fmla="*/ 0 h 23"/>
                  <a:gd name="T4" fmla="*/ 2470 w 22"/>
                  <a:gd name="T5" fmla="*/ 634 h 23"/>
                  <a:gd name="T6" fmla="*/ 0 w 22"/>
                  <a:gd name="T7" fmla="*/ 5241 h 23"/>
                  <a:gd name="T8" fmla="*/ 3250 w 22"/>
                  <a:gd name="T9" fmla="*/ 7370 h 23"/>
                  <a:gd name="T10" fmla="*/ 4895 w 22"/>
                  <a:gd name="T11" fmla="*/ 277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20" y="8"/>
                    </a:moveTo>
                    <a:cubicBezTo>
                      <a:pt x="19" y="3"/>
                      <a:pt x="15" y="0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9" y="8"/>
                      <a:pt x="5" y="13"/>
                      <a:pt x="0" y="15"/>
                    </a:cubicBezTo>
                    <a:cubicBezTo>
                      <a:pt x="2" y="20"/>
                      <a:pt x="7" y="23"/>
                      <a:pt x="13" y="21"/>
                    </a:cubicBezTo>
                    <a:cubicBezTo>
                      <a:pt x="19" y="20"/>
                      <a:pt x="22" y="14"/>
                      <a:pt x="20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6" name="Freeform 1422">
                <a:extLst>
                  <a:ext uri="{FF2B5EF4-FFF2-40B4-BE49-F238E27FC236}">
                    <a16:creationId xmlns:a16="http://schemas.microsoft.com/office/drawing/2014/main" id="{AE560D4F-14A0-4DAD-A412-4F6491686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484"/>
                <a:ext cx="78" cy="80"/>
              </a:xfrm>
              <a:custGeom>
                <a:avLst/>
                <a:gdLst>
                  <a:gd name="T0" fmla="*/ 3014 w 31"/>
                  <a:gd name="T1" fmla="*/ 661 h 30"/>
                  <a:gd name="T2" fmla="*/ 526 w 31"/>
                  <a:gd name="T3" fmla="*/ 6883 h 30"/>
                  <a:gd name="T4" fmla="*/ 4844 w 31"/>
                  <a:gd name="T5" fmla="*/ 10104 h 30"/>
                  <a:gd name="T6" fmla="*/ 7375 w 31"/>
                  <a:gd name="T7" fmla="*/ 4301 h 30"/>
                  <a:gd name="T8" fmla="*/ 3014 w 31"/>
                  <a:gd name="T9" fmla="*/ 66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12" y="2"/>
                    </a:moveTo>
                    <a:cubicBezTo>
                      <a:pt x="5" y="4"/>
                      <a:pt x="0" y="11"/>
                      <a:pt x="2" y="19"/>
                    </a:cubicBezTo>
                    <a:cubicBezTo>
                      <a:pt x="4" y="26"/>
                      <a:pt x="12" y="30"/>
                      <a:pt x="19" y="28"/>
                    </a:cubicBezTo>
                    <a:cubicBezTo>
                      <a:pt x="26" y="26"/>
                      <a:pt x="31" y="19"/>
                      <a:pt x="29" y="12"/>
                    </a:cubicBezTo>
                    <a:cubicBezTo>
                      <a:pt x="27" y="4"/>
                      <a:pt x="19" y="0"/>
                      <a:pt x="12" y="2"/>
                    </a:cubicBezTo>
                    <a:close/>
                  </a:path>
                </a:pathLst>
              </a:cu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7" name="Freeform 1423">
                <a:extLst>
                  <a:ext uri="{FF2B5EF4-FFF2-40B4-BE49-F238E27FC236}">
                    <a16:creationId xmlns:a16="http://schemas.microsoft.com/office/drawing/2014/main" id="{204B28A8-8E16-4635-BDCB-F4C260B6D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503"/>
                <a:ext cx="25" cy="26"/>
              </a:xfrm>
              <a:custGeom>
                <a:avLst/>
                <a:gdLst>
                  <a:gd name="T0" fmla="*/ 988 w 10"/>
                  <a:gd name="T1" fmla="*/ 372 h 10"/>
                  <a:gd name="T2" fmla="*/ 0 w 10"/>
                  <a:gd name="T3" fmla="*/ 2142 h 10"/>
                  <a:gd name="T4" fmla="*/ 1488 w 10"/>
                  <a:gd name="T5" fmla="*/ 3110 h 10"/>
                  <a:gd name="T6" fmla="*/ 2270 w 10"/>
                  <a:gd name="T7" fmla="*/ 1196 h 10"/>
                  <a:gd name="T8" fmla="*/ 988 w 10"/>
                  <a:gd name="T9" fmla="*/ 37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4" y="1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1" y="9"/>
                      <a:pt x="3" y="10"/>
                      <a:pt x="6" y="10"/>
                    </a:cubicBezTo>
                    <a:cubicBezTo>
                      <a:pt x="8" y="9"/>
                      <a:pt x="10" y="7"/>
                      <a:pt x="9" y="4"/>
                    </a:cubicBezTo>
                    <a:cubicBezTo>
                      <a:pt x="9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8" name="Freeform 1424">
                <a:extLst>
                  <a:ext uri="{FF2B5EF4-FFF2-40B4-BE49-F238E27FC236}">
                    <a16:creationId xmlns:a16="http://schemas.microsoft.com/office/drawing/2014/main" id="{C18A35E7-FCFE-476D-A6D1-1FD706537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2468"/>
                <a:ext cx="32" cy="32"/>
              </a:xfrm>
              <a:custGeom>
                <a:avLst/>
                <a:gdLst>
                  <a:gd name="T0" fmla="*/ 1103 w 13"/>
                  <a:gd name="T1" fmla="*/ 0 h 12"/>
                  <a:gd name="T2" fmla="*/ 182 w 13"/>
                  <a:gd name="T3" fmla="*/ 2824 h 12"/>
                  <a:gd name="T4" fmla="*/ 1807 w 13"/>
                  <a:gd name="T5" fmla="*/ 4301 h 12"/>
                  <a:gd name="T6" fmla="*/ 2715 w 13"/>
                  <a:gd name="T7" fmla="*/ 1763 h 12"/>
                  <a:gd name="T8" fmla="*/ 1103 w 1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2" y="1"/>
                      <a:pt x="0" y="4"/>
                      <a:pt x="1" y="8"/>
                    </a:cubicBezTo>
                    <a:cubicBezTo>
                      <a:pt x="2" y="11"/>
                      <a:pt x="5" y="12"/>
                      <a:pt x="8" y="12"/>
                    </a:cubicBezTo>
                    <a:cubicBezTo>
                      <a:pt x="11" y="11"/>
                      <a:pt x="13" y="8"/>
                      <a:pt x="12" y="5"/>
                    </a:cubicBezTo>
                    <a:cubicBezTo>
                      <a:pt x="11" y="1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9" name="Freeform 1425">
                <a:extLst>
                  <a:ext uri="{FF2B5EF4-FFF2-40B4-BE49-F238E27FC236}">
                    <a16:creationId xmlns:a16="http://schemas.microsoft.com/office/drawing/2014/main" id="{F86A7E24-553B-4D0F-A4E2-EA470E6DE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476"/>
                <a:ext cx="10" cy="11"/>
              </a:xfrm>
              <a:custGeom>
                <a:avLst/>
                <a:gdLst>
                  <a:gd name="T0" fmla="*/ 313 w 4"/>
                  <a:gd name="T1" fmla="*/ 0 h 4"/>
                  <a:gd name="T2" fmla="*/ 0 w 4"/>
                  <a:gd name="T3" fmla="*/ 976 h 4"/>
                  <a:gd name="T4" fmla="*/ 520 w 4"/>
                  <a:gd name="T5" fmla="*/ 1724 h 4"/>
                  <a:gd name="T6" fmla="*/ 988 w 4"/>
                  <a:gd name="T7" fmla="*/ 462 h 4"/>
                  <a:gd name="T8" fmla="*/ 31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0" name="Freeform 1426">
                <a:extLst>
                  <a:ext uri="{FF2B5EF4-FFF2-40B4-BE49-F238E27FC236}">
                    <a16:creationId xmlns:a16="http://schemas.microsoft.com/office/drawing/2014/main" id="{CD09DFC7-9A3D-40F7-8D57-1F506D0C7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439"/>
                <a:ext cx="33" cy="34"/>
              </a:xfrm>
              <a:custGeom>
                <a:avLst/>
                <a:gdLst>
                  <a:gd name="T0" fmla="*/ 1373 w 13"/>
                  <a:gd name="T1" fmla="*/ 377 h 13"/>
                  <a:gd name="T2" fmla="*/ 327 w 13"/>
                  <a:gd name="T3" fmla="*/ 2579 h 13"/>
                  <a:gd name="T4" fmla="*/ 2107 w 13"/>
                  <a:gd name="T5" fmla="*/ 3790 h 13"/>
                  <a:gd name="T6" fmla="*/ 3158 w 13"/>
                  <a:gd name="T7" fmla="*/ 1593 h 13"/>
                  <a:gd name="T8" fmla="*/ 1373 w 13"/>
                  <a:gd name="T9" fmla="*/ 3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5" y="1"/>
                    </a:moveTo>
                    <a:cubicBezTo>
                      <a:pt x="2" y="1"/>
                      <a:pt x="0" y="5"/>
                      <a:pt x="1" y="8"/>
                    </a:cubicBezTo>
                    <a:cubicBezTo>
                      <a:pt x="2" y="11"/>
                      <a:pt x="5" y="13"/>
                      <a:pt x="8" y="12"/>
                    </a:cubicBezTo>
                    <a:cubicBezTo>
                      <a:pt x="11" y="11"/>
                      <a:pt x="13" y="8"/>
                      <a:pt x="12" y="5"/>
                    </a:cubicBezTo>
                    <a:cubicBezTo>
                      <a:pt x="11" y="2"/>
                      <a:pt x="8" y="0"/>
                      <a:pt x="5" y="1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1" name="Freeform 1427">
                <a:extLst>
                  <a:ext uri="{FF2B5EF4-FFF2-40B4-BE49-F238E27FC236}">
                    <a16:creationId xmlns:a16="http://schemas.microsoft.com/office/drawing/2014/main" id="{B984F6F8-CAAC-44E7-83FF-E239B7246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447"/>
                <a:ext cx="10" cy="10"/>
              </a:xfrm>
              <a:custGeom>
                <a:avLst/>
                <a:gdLst>
                  <a:gd name="T0" fmla="*/ 313 w 4"/>
                  <a:gd name="T1" fmla="*/ 0 h 4"/>
                  <a:gd name="T2" fmla="*/ 0 w 4"/>
                  <a:gd name="T3" fmla="*/ 783 h 4"/>
                  <a:gd name="T4" fmla="*/ 520 w 4"/>
                  <a:gd name="T5" fmla="*/ 988 h 4"/>
                  <a:gd name="T6" fmla="*/ 988 w 4"/>
                  <a:gd name="T7" fmla="*/ 520 h 4"/>
                  <a:gd name="T8" fmla="*/ 31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0"/>
                      <a:pt x="0" y="1"/>
                      <a:pt x="0" y="3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2" name="Freeform 1428">
                <a:extLst>
                  <a:ext uri="{FF2B5EF4-FFF2-40B4-BE49-F238E27FC236}">
                    <a16:creationId xmlns:a16="http://schemas.microsoft.com/office/drawing/2014/main" id="{B5138339-08AA-4812-BAEE-EB9CCBFD6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407"/>
                <a:ext cx="33" cy="34"/>
              </a:xfrm>
              <a:custGeom>
                <a:avLst/>
                <a:gdLst>
                  <a:gd name="T0" fmla="*/ 2404 w 13"/>
                  <a:gd name="T1" fmla="*/ 609 h 13"/>
                  <a:gd name="T2" fmla="*/ 327 w 13"/>
                  <a:gd name="T3" fmla="*/ 1219 h 13"/>
                  <a:gd name="T4" fmla="*/ 830 w 13"/>
                  <a:gd name="T5" fmla="*/ 3790 h 13"/>
                  <a:gd name="T6" fmla="*/ 2945 w 13"/>
                  <a:gd name="T7" fmla="*/ 2955 h 13"/>
                  <a:gd name="T8" fmla="*/ 2404 w 13"/>
                  <a:gd name="T9" fmla="*/ 60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9" y="2"/>
                    </a:moveTo>
                    <a:cubicBezTo>
                      <a:pt x="6" y="0"/>
                      <a:pt x="3" y="1"/>
                      <a:pt x="1" y="4"/>
                    </a:cubicBezTo>
                    <a:cubicBezTo>
                      <a:pt x="0" y="6"/>
                      <a:pt x="0" y="10"/>
                      <a:pt x="3" y="12"/>
                    </a:cubicBezTo>
                    <a:cubicBezTo>
                      <a:pt x="6" y="13"/>
                      <a:pt x="10" y="12"/>
                      <a:pt x="11" y="9"/>
                    </a:cubicBezTo>
                    <a:cubicBezTo>
                      <a:pt x="13" y="7"/>
                      <a:pt x="12" y="3"/>
                      <a:pt x="9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3" name="Freeform 1429">
                <a:extLst>
                  <a:ext uri="{FF2B5EF4-FFF2-40B4-BE49-F238E27FC236}">
                    <a16:creationId xmlns:a16="http://schemas.microsoft.com/office/drawing/2014/main" id="{BDFA2E22-D261-44E7-BD95-EE7F5C830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412"/>
                <a:ext cx="10" cy="13"/>
              </a:xfrm>
              <a:custGeom>
                <a:avLst/>
                <a:gdLst>
                  <a:gd name="T0" fmla="*/ 783 w 4"/>
                  <a:gd name="T1" fmla="*/ 372 h 5"/>
                  <a:gd name="T2" fmla="*/ 0 w 4"/>
                  <a:gd name="T3" fmla="*/ 595 h 5"/>
                  <a:gd name="T4" fmla="*/ 313 w 4"/>
                  <a:gd name="T5" fmla="*/ 1196 h 5"/>
                  <a:gd name="T6" fmla="*/ 988 w 4"/>
                  <a:gd name="T7" fmla="*/ 1196 h 5"/>
                  <a:gd name="T8" fmla="*/ 783 w 4"/>
                  <a:gd name="T9" fmla="*/ 37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1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5"/>
                      <a:pt x="3" y="4"/>
                      <a:pt x="4" y="4"/>
                    </a:cubicBezTo>
                    <a:cubicBezTo>
                      <a:pt x="4" y="3"/>
                      <a:pt x="4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4" name="Freeform 1430">
                <a:extLst>
                  <a:ext uri="{FF2B5EF4-FFF2-40B4-BE49-F238E27FC236}">
                    <a16:creationId xmlns:a16="http://schemas.microsoft.com/office/drawing/2014/main" id="{EDF51B03-7C85-4F8F-B640-7EE897F06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377"/>
                <a:ext cx="35" cy="35"/>
              </a:xfrm>
              <a:custGeom>
                <a:avLst/>
                <a:gdLst>
                  <a:gd name="T0" fmla="*/ 2470 w 14"/>
                  <a:gd name="T1" fmla="*/ 681 h 13"/>
                  <a:gd name="T2" fmla="*/ 520 w 14"/>
                  <a:gd name="T3" fmla="*/ 1580 h 13"/>
                  <a:gd name="T4" fmla="*/ 988 w 14"/>
                  <a:gd name="T5" fmla="*/ 4531 h 13"/>
                  <a:gd name="T6" fmla="*/ 2938 w 14"/>
                  <a:gd name="T7" fmla="*/ 3842 h 13"/>
                  <a:gd name="T8" fmla="*/ 2470 w 14"/>
                  <a:gd name="T9" fmla="*/ 6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0" y="2"/>
                    </a:moveTo>
                    <a:cubicBezTo>
                      <a:pt x="7" y="0"/>
                      <a:pt x="4" y="1"/>
                      <a:pt x="2" y="4"/>
                    </a:cubicBezTo>
                    <a:cubicBezTo>
                      <a:pt x="0" y="7"/>
                      <a:pt x="1" y="10"/>
                      <a:pt x="4" y="12"/>
                    </a:cubicBezTo>
                    <a:cubicBezTo>
                      <a:pt x="7" y="13"/>
                      <a:pt x="10" y="12"/>
                      <a:pt x="12" y="10"/>
                    </a:cubicBezTo>
                    <a:cubicBezTo>
                      <a:pt x="14" y="7"/>
                      <a:pt x="13" y="3"/>
                      <a:pt x="10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5" name="Freeform 1431">
                <a:extLst>
                  <a:ext uri="{FF2B5EF4-FFF2-40B4-BE49-F238E27FC236}">
                    <a16:creationId xmlns:a16="http://schemas.microsoft.com/office/drawing/2014/main" id="{99B89EE0-8B92-4A92-AB81-7A88351EF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383"/>
                <a:ext cx="13" cy="13"/>
              </a:xfrm>
              <a:custGeom>
                <a:avLst/>
                <a:gdLst>
                  <a:gd name="T0" fmla="*/ 1196 w 5"/>
                  <a:gd name="T1" fmla="*/ 372 h 5"/>
                  <a:gd name="T2" fmla="*/ 372 w 5"/>
                  <a:gd name="T3" fmla="*/ 595 h 5"/>
                  <a:gd name="T4" fmla="*/ 595 w 5"/>
                  <a:gd name="T5" fmla="*/ 1196 h 5"/>
                  <a:gd name="T6" fmla="*/ 1196 w 5"/>
                  <a:gd name="T7" fmla="*/ 1196 h 5"/>
                  <a:gd name="T8" fmla="*/ 1196 w 5"/>
                  <a:gd name="T9" fmla="*/ 37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5" y="3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6" name="Freeform 1432">
                <a:extLst>
                  <a:ext uri="{FF2B5EF4-FFF2-40B4-BE49-F238E27FC236}">
                    <a16:creationId xmlns:a16="http://schemas.microsoft.com/office/drawing/2014/main" id="{669AC823-0407-4F14-92DD-0BDC86507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351"/>
                <a:ext cx="32" cy="34"/>
              </a:xfrm>
              <a:custGeom>
                <a:avLst/>
                <a:gdLst>
                  <a:gd name="T0" fmla="*/ 1103 w 13"/>
                  <a:gd name="T1" fmla="*/ 377 h 13"/>
                  <a:gd name="T2" fmla="*/ 182 w 13"/>
                  <a:gd name="T3" fmla="*/ 2579 h 13"/>
                  <a:gd name="T4" fmla="*/ 1807 w 13"/>
                  <a:gd name="T5" fmla="*/ 3790 h 13"/>
                  <a:gd name="T6" fmla="*/ 2715 w 13"/>
                  <a:gd name="T7" fmla="*/ 1593 h 13"/>
                  <a:gd name="T8" fmla="*/ 1103 w 13"/>
                  <a:gd name="T9" fmla="*/ 3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5" y="1"/>
                    </a:moveTo>
                    <a:cubicBezTo>
                      <a:pt x="2" y="1"/>
                      <a:pt x="0" y="5"/>
                      <a:pt x="1" y="8"/>
                    </a:cubicBezTo>
                    <a:cubicBezTo>
                      <a:pt x="2" y="11"/>
                      <a:pt x="5" y="13"/>
                      <a:pt x="8" y="12"/>
                    </a:cubicBezTo>
                    <a:cubicBezTo>
                      <a:pt x="11" y="11"/>
                      <a:pt x="13" y="8"/>
                      <a:pt x="12" y="5"/>
                    </a:cubicBezTo>
                    <a:cubicBezTo>
                      <a:pt x="11" y="2"/>
                      <a:pt x="8" y="0"/>
                      <a:pt x="5" y="1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7" name="Freeform 1433">
                <a:extLst>
                  <a:ext uri="{FF2B5EF4-FFF2-40B4-BE49-F238E27FC236}">
                    <a16:creationId xmlns:a16="http://schemas.microsoft.com/office/drawing/2014/main" id="{B5266D8B-B6C2-4AF8-9129-20406A603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359"/>
                <a:ext cx="10" cy="10"/>
              </a:xfrm>
              <a:custGeom>
                <a:avLst/>
                <a:gdLst>
                  <a:gd name="T0" fmla="*/ 520 w 4"/>
                  <a:gd name="T1" fmla="*/ 0 h 4"/>
                  <a:gd name="T2" fmla="*/ 0 w 4"/>
                  <a:gd name="T3" fmla="*/ 783 h 4"/>
                  <a:gd name="T4" fmla="*/ 783 w 4"/>
                  <a:gd name="T5" fmla="*/ 988 h 4"/>
                  <a:gd name="T6" fmla="*/ 988 w 4"/>
                  <a:gd name="T7" fmla="*/ 520 h 4"/>
                  <a:gd name="T8" fmla="*/ 5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0" y="4"/>
                      <a:pt x="2" y="4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8" name="Freeform 1434">
                <a:extLst>
                  <a:ext uri="{FF2B5EF4-FFF2-40B4-BE49-F238E27FC236}">
                    <a16:creationId xmlns:a16="http://schemas.microsoft.com/office/drawing/2014/main" id="{CDCFF0DD-2742-4FE8-A0C4-A778C775B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321"/>
                <a:ext cx="33" cy="35"/>
              </a:xfrm>
              <a:custGeom>
                <a:avLst/>
                <a:gdLst>
                  <a:gd name="T0" fmla="*/ 1373 w 13"/>
                  <a:gd name="T1" fmla="*/ 428 h 13"/>
                  <a:gd name="T2" fmla="*/ 327 w 13"/>
                  <a:gd name="T3" fmla="*/ 3102 h 13"/>
                  <a:gd name="T4" fmla="*/ 2107 w 13"/>
                  <a:gd name="T5" fmla="*/ 4531 h 13"/>
                  <a:gd name="T6" fmla="*/ 3158 w 13"/>
                  <a:gd name="T7" fmla="*/ 1833 h 13"/>
                  <a:gd name="T8" fmla="*/ 1373 w 13"/>
                  <a:gd name="T9" fmla="*/ 42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5" y="1"/>
                    </a:moveTo>
                    <a:cubicBezTo>
                      <a:pt x="2" y="2"/>
                      <a:pt x="0" y="5"/>
                      <a:pt x="1" y="8"/>
                    </a:cubicBezTo>
                    <a:cubicBezTo>
                      <a:pt x="2" y="11"/>
                      <a:pt x="5" y="13"/>
                      <a:pt x="8" y="12"/>
                    </a:cubicBezTo>
                    <a:cubicBezTo>
                      <a:pt x="11" y="11"/>
                      <a:pt x="13" y="8"/>
                      <a:pt x="12" y="5"/>
                    </a:cubicBezTo>
                    <a:cubicBezTo>
                      <a:pt x="12" y="2"/>
                      <a:pt x="8" y="0"/>
                      <a:pt x="5" y="1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9" name="Freeform 1435">
                <a:extLst>
                  <a:ext uri="{FF2B5EF4-FFF2-40B4-BE49-F238E27FC236}">
                    <a16:creationId xmlns:a16="http://schemas.microsoft.com/office/drawing/2014/main" id="{0F9E7683-2381-4031-AC04-E44B4DC70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329"/>
                <a:ext cx="10" cy="11"/>
              </a:xfrm>
              <a:custGeom>
                <a:avLst/>
                <a:gdLst>
                  <a:gd name="T0" fmla="*/ 520 w 4"/>
                  <a:gd name="T1" fmla="*/ 0 h 4"/>
                  <a:gd name="T2" fmla="*/ 0 w 4"/>
                  <a:gd name="T3" fmla="*/ 1271 h 4"/>
                  <a:gd name="T4" fmla="*/ 783 w 4"/>
                  <a:gd name="T5" fmla="*/ 1724 h 4"/>
                  <a:gd name="T6" fmla="*/ 988 w 4"/>
                  <a:gd name="T7" fmla="*/ 976 h 4"/>
                  <a:gd name="T8" fmla="*/ 5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2" y="4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0" name="Freeform 1436">
                <a:extLst>
                  <a:ext uri="{FF2B5EF4-FFF2-40B4-BE49-F238E27FC236}">
                    <a16:creationId xmlns:a16="http://schemas.microsoft.com/office/drawing/2014/main" id="{72130589-EE7F-4EC5-8D45-4DD891688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295"/>
                <a:ext cx="32" cy="34"/>
              </a:xfrm>
              <a:custGeom>
                <a:avLst/>
                <a:gdLst>
                  <a:gd name="T0" fmla="*/ 1103 w 13"/>
                  <a:gd name="T1" fmla="*/ 377 h 13"/>
                  <a:gd name="T2" fmla="*/ 182 w 13"/>
                  <a:gd name="T3" fmla="*/ 2579 h 13"/>
                  <a:gd name="T4" fmla="*/ 1807 w 13"/>
                  <a:gd name="T5" fmla="*/ 3790 h 13"/>
                  <a:gd name="T6" fmla="*/ 2715 w 13"/>
                  <a:gd name="T7" fmla="*/ 1593 h 13"/>
                  <a:gd name="T8" fmla="*/ 1103 w 13"/>
                  <a:gd name="T9" fmla="*/ 3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5" y="1"/>
                    </a:moveTo>
                    <a:cubicBezTo>
                      <a:pt x="2" y="2"/>
                      <a:pt x="0" y="5"/>
                      <a:pt x="1" y="8"/>
                    </a:cubicBezTo>
                    <a:cubicBezTo>
                      <a:pt x="2" y="11"/>
                      <a:pt x="5" y="13"/>
                      <a:pt x="8" y="12"/>
                    </a:cubicBezTo>
                    <a:cubicBezTo>
                      <a:pt x="11" y="11"/>
                      <a:pt x="13" y="8"/>
                      <a:pt x="12" y="5"/>
                    </a:cubicBezTo>
                    <a:cubicBezTo>
                      <a:pt x="12" y="2"/>
                      <a:pt x="8" y="0"/>
                      <a:pt x="5" y="1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1" name="Freeform 1437">
                <a:extLst>
                  <a:ext uri="{FF2B5EF4-FFF2-40B4-BE49-F238E27FC236}">
                    <a16:creationId xmlns:a16="http://schemas.microsoft.com/office/drawing/2014/main" id="{4D827A22-AC0A-48A0-837F-A18B5E997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303"/>
                <a:ext cx="10" cy="10"/>
              </a:xfrm>
              <a:custGeom>
                <a:avLst/>
                <a:gdLst>
                  <a:gd name="T0" fmla="*/ 520 w 4"/>
                  <a:gd name="T1" fmla="*/ 0 h 4"/>
                  <a:gd name="T2" fmla="*/ 0 w 4"/>
                  <a:gd name="T3" fmla="*/ 783 h 4"/>
                  <a:gd name="T4" fmla="*/ 783 w 4"/>
                  <a:gd name="T5" fmla="*/ 988 h 4"/>
                  <a:gd name="T6" fmla="*/ 988 w 4"/>
                  <a:gd name="T7" fmla="*/ 520 h 4"/>
                  <a:gd name="T8" fmla="*/ 5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2" name="Freeform 1438">
                <a:extLst>
                  <a:ext uri="{FF2B5EF4-FFF2-40B4-BE49-F238E27FC236}">
                    <a16:creationId xmlns:a16="http://schemas.microsoft.com/office/drawing/2014/main" id="{0BAF2F4C-3080-428A-ACE9-4A590230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2479"/>
                <a:ext cx="105" cy="117"/>
              </a:xfrm>
              <a:custGeom>
                <a:avLst/>
                <a:gdLst>
                  <a:gd name="T0" fmla="*/ 0 w 42"/>
                  <a:gd name="T1" fmla="*/ 12351 h 44"/>
                  <a:gd name="T2" fmla="*/ 4425 w 42"/>
                  <a:gd name="T3" fmla="*/ 13442 h 44"/>
                  <a:gd name="T4" fmla="*/ 8333 w 42"/>
                  <a:gd name="T5" fmla="*/ 3592 h 44"/>
                  <a:gd name="T6" fmla="*/ 6645 w 42"/>
                  <a:gd name="T7" fmla="*/ 0 h 44"/>
                  <a:gd name="T8" fmla="*/ 9583 w 42"/>
                  <a:gd name="T9" fmla="*/ 5302 h 44"/>
                  <a:gd name="T10" fmla="*/ 5675 w 42"/>
                  <a:gd name="T11" fmla="*/ 14891 h 44"/>
                  <a:gd name="T12" fmla="*/ 0 w 42"/>
                  <a:gd name="T13" fmla="*/ 1235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4">
                    <a:moveTo>
                      <a:pt x="0" y="35"/>
                    </a:moveTo>
                    <a:cubicBezTo>
                      <a:pt x="9" y="40"/>
                      <a:pt x="12" y="39"/>
                      <a:pt x="18" y="38"/>
                    </a:cubicBezTo>
                    <a:cubicBezTo>
                      <a:pt x="33" y="34"/>
                      <a:pt x="37" y="22"/>
                      <a:pt x="34" y="10"/>
                    </a:cubicBezTo>
                    <a:cubicBezTo>
                      <a:pt x="33" y="6"/>
                      <a:pt x="30" y="3"/>
                      <a:pt x="27" y="0"/>
                    </a:cubicBezTo>
                    <a:cubicBezTo>
                      <a:pt x="33" y="3"/>
                      <a:pt x="37" y="8"/>
                      <a:pt x="39" y="15"/>
                    </a:cubicBezTo>
                    <a:cubicBezTo>
                      <a:pt x="42" y="27"/>
                      <a:pt x="35" y="39"/>
                      <a:pt x="23" y="42"/>
                    </a:cubicBezTo>
                    <a:cubicBezTo>
                      <a:pt x="15" y="44"/>
                      <a:pt x="6" y="41"/>
                      <a:pt x="0" y="35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3" name="Freeform 1439">
                <a:extLst>
                  <a:ext uri="{FF2B5EF4-FFF2-40B4-BE49-F238E27FC236}">
                    <a16:creationId xmlns:a16="http://schemas.microsoft.com/office/drawing/2014/main" id="{55131D7F-F8C1-42E0-9F56-B02DD0E9F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2623"/>
                <a:ext cx="115" cy="98"/>
              </a:xfrm>
              <a:custGeom>
                <a:avLst/>
                <a:gdLst>
                  <a:gd name="T0" fmla="*/ 0 w 46"/>
                  <a:gd name="T1" fmla="*/ 5220 h 37"/>
                  <a:gd name="T2" fmla="*/ 3438 w 46"/>
                  <a:gd name="T3" fmla="*/ 9400 h 37"/>
                  <a:gd name="T4" fmla="*/ 10283 w 46"/>
                  <a:gd name="T5" fmla="*/ 3788 h 37"/>
                  <a:gd name="T6" fmla="*/ 10283 w 46"/>
                  <a:gd name="T7" fmla="*/ 0 h 37"/>
                  <a:gd name="T8" fmla="*/ 10750 w 46"/>
                  <a:gd name="T9" fmla="*/ 6243 h 37"/>
                  <a:gd name="T10" fmla="*/ 3908 w 46"/>
                  <a:gd name="T11" fmla="*/ 11315 h 37"/>
                  <a:gd name="T12" fmla="*/ 0 w 46"/>
                  <a:gd name="T13" fmla="*/ 522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7">
                    <a:moveTo>
                      <a:pt x="0" y="15"/>
                    </a:moveTo>
                    <a:cubicBezTo>
                      <a:pt x="6" y="24"/>
                      <a:pt x="9" y="25"/>
                      <a:pt x="14" y="27"/>
                    </a:cubicBezTo>
                    <a:cubicBezTo>
                      <a:pt x="29" y="31"/>
                      <a:pt x="38" y="23"/>
                      <a:pt x="42" y="11"/>
                    </a:cubicBezTo>
                    <a:cubicBezTo>
                      <a:pt x="43" y="8"/>
                      <a:pt x="42" y="3"/>
                      <a:pt x="42" y="0"/>
                    </a:cubicBezTo>
                    <a:cubicBezTo>
                      <a:pt x="45" y="5"/>
                      <a:pt x="46" y="12"/>
                      <a:pt x="44" y="18"/>
                    </a:cubicBezTo>
                    <a:cubicBezTo>
                      <a:pt x="41" y="30"/>
                      <a:pt x="28" y="37"/>
                      <a:pt x="16" y="33"/>
                    </a:cubicBezTo>
                    <a:cubicBezTo>
                      <a:pt x="7" y="30"/>
                      <a:pt x="2" y="23"/>
                      <a:pt x="0" y="15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4" name="Freeform 1440">
                <a:extLst>
                  <a:ext uri="{FF2B5EF4-FFF2-40B4-BE49-F238E27FC236}">
                    <a16:creationId xmlns:a16="http://schemas.microsoft.com/office/drawing/2014/main" id="{B4689697-3460-4EC1-8333-8D9F1FCF4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623"/>
                <a:ext cx="115" cy="98"/>
              </a:xfrm>
              <a:custGeom>
                <a:avLst/>
                <a:gdLst>
                  <a:gd name="T0" fmla="*/ 11250 w 46"/>
                  <a:gd name="T1" fmla="*/ 5220 h 37"/>
                  <a:gd name="T2" fmla="*/ 7813 w 46"/>
                  <a:gd name="T3" fmla="*/ 9400 h 37"/>
                  <a:gd name="T4" fmla="*/ 988 w 46"/>
                  <a:gd name="T5" fmla="*/ 3788 h 37"/>
                  <a:gd name="T6" fmla="*/ 988 w 46"/>
                  <a:gd name="T7" fmla="*/ 0 h 37"/>
                  <a:gd name="T8" fmla="*/ 520 w 46"/>
                  <a:gd name="T9" fmla="*/ 6243 h 37"/>
                  <a:gd name="T10" fmla="*/ 7345 w 46"/>
                  <a:gd name="T11" fmla="*/ 11315 h 37"/>
                  <a:gd name="T12" fmla="*/ 11250 w 46"/>
                  <a:gd name="T13" fmla="*/ 522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7">
                    <a:moveTo>
                      <a:pt x="46" y="15"/>
                    </a:moveTo>
                    <a:cubicBezTo>
                      <a:pt x="40" y="24"/>
                      <a:pt x="38" y="25"/>
                      <a:pt x="32" y="27"/>
                    </a:cubicBezTo>
                    <a:cubicBezTo>
                      <a:pt x="18" y="31"/>
                      <a:pt x="8" y="23"/>
                      <a:pt x="4" y="11"/>
                    </a:cubicBezTo>
                    <a:cubicBezTo>
                      <a:pt x="3" y="8"/>
                      <a:pt x="4" y="3"/>
                      <a:pt x="4" y="0"/>
                    </a:cubicBezTo>
                    <a:cubicBezTo>
                      <a:pt x="1" y="5"/>
                      <a:pt x="0" y="12"/>
                      <a:pt x="2" y="18"/>
                    </a:cubicBezTo>
                    <a:cubicBezTo>
                      <a:pt x="6" y="30"/>
                      <a:pt x="18" y="37"/>
                      <a:pt x="30" y="33"/>
                    </a:cubicBezTo>
                    <a:cubicBezTo>
                      <a:pt x="39" y="30"/>
                      <a:pt x="44" y="23"/>
                      <a:pt x="46" y="15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5" name="Freeform 1441">
                <a:extLst>
                  <a:ext uri="{FF2B5EF4-FFF2-40B4-BE49-F238E27FC236}">
                    <a16:creationId xmlns:a16="http://schemas.microsoft.com/office/drawing/2014/main" id="{F7C87BA0-8915-4414-884E-2B497CF68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460"/>
                <a:ext cx="145" cy="152"/>
              </a:xfrm>
              <a:custGeom>
                <a:avLst/>
                <a:gdLst>
                  <a:gd name="T0" fmla="*/ 988 w 58"/>
                  <a:gd name="T1" fmla="*/ 12536 h 57"/>
                  <a:gd name="T2" fmla="*/ 5395 w 58"/>
                  <a:gd name="T3" fmla="*/ 1059 h 57"/>
                  <a:gd name="T4" fmla="*/ 13208 w 58"/>
                  <a:gd name="T5" fmla="*/ 7944 h 57"/>
                  <a:gd name="T6" fmla="*/ 8800 w 58"/>
                  <a:gd name="T7" fmla="*/ 19421 h 57"/>
                  <a:gd name="T8" fmla="*/ 988 w 58"/>
                  <a:gd name="T9" fmla="*/ 1253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7">
                    <a:moveTo>
                      <a:pt x="4" y="35"/>
                    </a:moveTo>
                    <a:cubicBezTo>
                      <a:pt x="0" y="21"/>
                      <a:pt x="8" y="7"/>
                      <a:pt x="22" y="3"/>
                    </a:cubicBezTo>
                    <a:cubicBezTo>
                      <a:pt x="36" y="0"/>
                      <a:pt x="50" y="8"/>
                      <a:pt x="54" y="22"/>
                    </a:cubicBezTo>
                    <a:cubicBezTo>
                      <a:pt x="58" y="36"/>
                      <a:pt x="49" y="50"/>
                      <a:pt x="36" y="54"/>
                    </a:cubicBezTo>
                    <a:cubicBezTo>
                      <a:pt x="22" y="57"/>
                      <a:pt x="7" y="49"/>
                      <a:pt x="4" y="3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6" name="Freeform 1442">
                <a:extLst>
                  <a:ext uri="{FF2B5EF4-FFF2-40B4-BE49-F238E27FC236}">
                    <a16:creationId xmlns:a16="http://schemas.microsoft.com/office/drawing/2014/main" id="{48EB8D8F-EFB4-4EEF-A30A-31A178299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455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67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7" name="Freeform 1443">
                <a:extLst>
                  <a:ext uri="{FF2B5EF4-FFF2-40B4-BE49-F238E27FC236}">
                    <a16:creationId xmlns:a16="http://schemas.microsoft.com/office/drawing/2014/main" id="{1B5F6845-2EE4-4AF2-8E34-93C378FE4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425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39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8" name="Freeform 1444">
                <a:extLst>
                  <a:ext uri="{FF2B5EF4-FFF2-40B4-BE49-F238E27FC236}">
                    <a16:creationId xmlns:a16="http://schemas.microsoft.com/office/drawing/2014/main" id="{CCCA9E8A-6888-4611-B7CB-EFD76ABE0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393"/>
                <a:ext cx="62" cy="67"/>
              </a:xfrm>
              <a:custGeom>
                <a:avLst/>
                <a:gdLst>
                  <a:gd name="T0" fmla="*/ 640 w 25"/>
                  <a:gd name="T1" fmla="*/ 2637 h 25"/>
                  <a:gd name="T2" fmla="*/ 4238 w 25"/>
                  <a:gd name="T3" fmla="*/ 1077 h 25"/>
                  <a:gd name="T4" fmla="*/ 5141 w 25"/>
                  <a:gd name="T5" fmla="*/ 6657 h 25"/>
                  <a:gd name="T6" fmla="*/ 1587 w 25"/>
                  <a:gd name="T7" fmla="*/ 8145 h 25"/>
                  <a:gd name="T8" fmla="*/ 640 w 25"/>
                  <a:gd name="T9" fmla="*/ 26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5" y="13"/>
                      <a:pt x="22" y="18"/>
                    </a:cubicBezTo>
                    <a:cubicBezTo>
                      <a:pt x="19" y="24"/>
                      <a:pt x="12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9" name="Freeform 1445">
                <a:extLst>
                  <a:ext uri="{FF2B5EF4-FFF2-40B4-BE49-F238E27FC236}">
                    <a16:creationId xmlns:a16="http://schemas.microsoft.com/office/drawing/2014/main" id="{961F0C7A-0319-4EDE-952D-7ABC09C6A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364"/>
                <a:ext cx="63" cy="67"/>
              </a:xfrm>
              <a:custGeom>
                <a:avLst/>
                <a:gdLst>
                  <a:gd name="T0" fmla="*/ 801 w 25"/>
                  <a:gd name="T1" fmla="*/ 2637 h 25"/>
                  <a:gd name="T2" fmla="*/ 4559 w 25"/>
                  <a:gd name="T3" fmla="*/ 1077 h 25"/>
                  <a:gd name="T4" fmla="*/ 5602 w 25"/>
                  <a:gd name="T5" fmla="*/ 6657 h 25"/>
                  <a:gd name="T6" fmla="*/ 1809 w 25"/>
                  <a:gd name="T7" fmla="*/ 8145 h 25"/>
                  <a:gd name="T8" fmla="*/ 801 w 25"/>
                  <a:gd name="T9" fmla="*/ 26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3" y="6"/>
                      <a:pt x="25" y="13"/>
                      <a:pt x="22" y="18"/>
                    </a:cubicBezTo>
                    <a:cubicBezTo>
                      <a:pt x="19" y="24"/>
                      <a:pt x="12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0" name="Freeform 1446">
                <a:extLst>
                  <a:ext uri="{FF2B5EF4-FFF2-40B4-BE49-F238E27FC236}">
                    <a16:creationId xmlns:a16="http://schemas.microsoft.com/office/drawing/2014/main" id="{738EB294-8BEF-4BC2-A234-9C9A1D050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337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67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1" name="Freeform 1447">
                <a:extLst>
                  <a:ext uri="{FF2B5EF4-FFF2-40B4-BE49-F238E27FC236}">
                    <a16:creationId xmlns:a16="http://schemas.microsoft.com/office/drawing/2014/main" id="{5E5B343B-DBD0-402A-A966-B0CB924BE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308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67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2" name="Freeform 1448">
                <a:extLst>
                  <a:ext uri="{FF2B5EF4-FFF2-40B4-BE49-F238E27FC236}">
                    <a16:creationId xmlns:a16="http://schemas.microsoft.com/office/drawing/2014/main" id="{AA0A8406-56A6-45E2-A359-AD52FBC30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279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67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3" name="Freeform 1449">
                <a:extLst>
                  <a:ext uri="{FF2B5EF4-FFF2-40B4-BE49-F238E27FC236}">
                    <a16:creationId xmlns:a16="http://schemas.microsoft.com/office/drawing/2014/main" id="{41B2D02A-2DFE-4E8B-A936-1A52839E5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2252"/>
                <a:ext cx="55" cy="61"/>
              </a:xfrm>
              <a:custGeom>
                <a:avLst/>
                <a:gdLst>
                  <a:gd name="T0" fmla="*/ 4895 w 22"/>
                  <a:gd name="T1" fmla="*/ 2779 h 23"/>
                  <a:gd name="T2" fmla="*/ 2470 w 22"/>
                  <a:gd name="T3" fmla="*/ 0 h 23"/>
                  <a:gd name="T4" fmla="*/ 2470 w 22"/>
                  <a:gd name="T5" fmla="*/ 634 h 23"/>
                  <a:gd name="T6" fmla="*/ 0 w 22"/>
                  <a:gd name="T7" fmla="*/ 5241 h 23"/>
                  <a:gd name="T8" fmla="*/ 3250 w 22"/>
                  <a:gd name="T9" fmla="*/ 7370 h 23"/>
                  <a:gd name="T10" fmla="*/ 4895 w 22"/>
                  <a:gd name="T11" fmla="*/ 277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20" y="8"/>
                    </a:moveTo>
                    <a:cubicBezTo>
                      <a:pt x="19" y="3"/>
                      <a:pt x="15" y="0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9" y="8"/>
                      <a:pt x="5" y="13"/>
                      <a:pt x="0" y="15"/>
                    </a:cubicBezTo>
                    <a:cubicBezTo>
                      <a:pt x="2" y="20"/>
                      <a:pt x="7" y="23"/>
                      <a:pt x="13" y="21"/>
                    </a:cubicBezTo>
                    <a:cubicBezTo>
                      <a:pt x="19" y="20"/>
                      <a:pt x="22" y="14"/>
                      <a:pt x="20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4" name="Freeform 1450">
                <a:extLst>
                  <a:ext uri="{FF2B5EF4-FFF2-40B4-BE49-F238E27FC236}">
                    <a16:creationId xmlns:a16="http://schemas.microsoft.com/office/drawing/2014/main" id="{B1B672D2-A7C1-44D3-A9B3-6471A4D13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" y="1343"/>
                <a:ext cx="148" cy="157"/>
              </a:xfrm>
              <a:custGeom>
                <a:avLst/>
                <a:gdLst>
                  <a:gd name="T0" fmla="*/ 1781 w 59"/>
                  <a:gd name="T1" fmla="*/ 5708 h 59"/>
                  <a:gd name="T2" fmla="*/ 10734 w 59"/>
                  <a:gd name="T3" fmla="*/ 2563 h 59"/>
                  <a:gd name="T4" fmla="*/ 12911 w 59"/>
                  <a:gd name="T5" fmla="*/ 14942 h 59"/>
                  <a:gd name="T6" fmla="*/ 4279 w 59"/>
                  <a:gd name="T7" fmla="*/ 18412 h 59"/>
                  <a:gd name="T8" fmla="*/ 1781 w 59"/>
                  <a:gd name="T9" fmla="*/ 5708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9">
                    <a:moveTo>
                      <a:pt x="7" y="16"/>
                    </a:moveTo>
                    <a:cubicBezTo>
                      <a:pt x="14" y="4"/>
                      <a:pt x="30" y="0"/>
                      <a:pt x="43" y="7"/>
                    </a:cubicBezTo>
                    <a:cubicBezTo>
                      <a:pt x="55" y="14"/>
                      <a:pt x="59" y="30"/>
                      <a:pt x="52" y="42"/>
                    </a:cubicBezTo>
                    <a:cubicBezTo>
                      <a:pt x="45" y="55"/>
                      <a:pt x="29" y="59"/>
                      <a:pt x="17" y="52"/>
                    </a:cubicBezTo>
                    <a:cubicBezTo>
                      <a:pt x="4" y="45"/>
                      <a:pt x="0" y="29"/>
                      <a:pt x="7" y="16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5" name="Freeform 1451">
                <a:extLst>
                  <a:ext uri="{FF2B5EF4-FFF2-40B4-BE49-F238E27FC236}">
                    <a16:creationId xmlns:a16="http://schemas.microsoft.com/office/drawing/2014/main" id="{07DACB73-129A-4311-9A6F-48F4CB4C4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1641"/>
                <a:ext cx="60" cy="67"/>
              </a:xfrm>
              <a:custGeom>
                <a:avLst/>
                <a:gdLst>
                  <a:gd name="T0" fmla="*/ 5863 w 24"/>
                  <a:gd name="T1" fmla="*/ 5258 h 25"/>
                  <a:gd name="T2" fmla="*/ 4425 w 24"/>
                  <a:gd name="T3" fmla="*/ 1077 h 25"/>
                  <a:gd name="T4" fmla="*/ 783 w 24"/>
                  <a:gd name="T5" fmla="*/ 2637 h 25"/>
                  <a:gd name="T6" fmla="*/ 1770 w 24"/>
                  <a:gd name="T7" fmla="*/ 8145 h 25"/>
                  <a:gd name="T8" fmla="*/ 4688 w 24"/>
                  <a:gd name="T9" fmla="*/ 8145 h 25"/>
                  <a:gd name="T10" fmla="*/ 5863 w 24"/>
                  <a:gd name="T11" fmla="*/ 525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5">
                    <a:moveTo>
                      <a:pt x="24" y="14"/>
                    </a:moveTo>
                    <a:cubicBezTo>
                      <a:pt x="24" y="10"/>
                      <a:pt x="22" y="6"/>
                      <a:pt x="18" y="3"/>
                    </a:cubicBezTo>
                    <a:cubicBezTo>
                      <a:pt x="13" y="0"/>
                      <a:pt x="6" y="2"/>
                      <a:pt x="3" y="7"/>
                    </a:cubicBezTo>
                    <a:cubicBezTo>
                      <a:pt x="0" y="13"/>
                      <a:pt x="2" y="19"/>
                      <a:pt x="7" y="22"/>
                    </a:cubicBezTo>
                    <a:cubicBezTo>
                      <a:pt x="11" y="25"/>
                      <a:pt x="15" y="24"/>
                      <a:pt x="19" y="22"/>
                    </a:cubicBezTo>
                    <a:cubicBezTo>
                      <a:pt x="20" y="19"/>
                      <a:pt x="21" y="16"/>
                      <a:pt x="24" y="14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6" name="Freeform 1452">
                <a:extLst>
                  <a:ext uri="{FF2B5EF4-FFF2-40B4-BE49-F238E27FC236}">
                    <a16:creationId xmlns:a16="http://schemas.microsoft.com/office/drawing/2014/main" id="{7A485A94-B16D-49E0-9211-7237AA47C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1612"/>
                <a:ext cx="62" cy="67"/>
              </a:xfrm>
              <a:custGeom>
                <a:avLst/>
                <a:gdLst>
                  <a:gd name="T0" fmla="*/ 640 w 25"/>
                  <a:gd name="T1" fmla="*/ 2637 h 25"/>
                  <a:gd name="T2" fmla="*/ 4238 w 25"/>
                  <a:gd name="T3" fmla="*/ 1077 h 25"/>
                  <a:gd name="T4" fmla="*/ 5141 w 25"/>
                  <a:gd name="T5" fmla="*/ 6657 h 25"/>
                  <a:gd name="T6" fmla="*/ 1587 w 25"/>
                  <a:gd name="T7" fmla="*/ 8145 h 25"/>
                  <a:gd name="T8" fmla="*/ 640 w 25"/>
                  <a:gd name="T9" fmla="*/ 26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3" y="6"/>
                      <a:pt x="25" y="13"/>
                      <a:pt x="22" y="18"/>
                    </a:cubicBezTo>
                    <a:cubicBezTo>
                      <a:pt x="19" y="24"/>
                      <a:pt x="12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7" name="Freeform 1453">
                <a:extLst>
                  <a:ext uri="{FF2B5EF4-FFF2-40B4-BE49-F238E27FC236}">
                    <a16:creationId xmlns:a16="http://schemas.microsoft.com/office/drawing/2014/main" id="{3CF8B576-F5A4-4968-BF3E-886DD79D8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583"/>
                <a:ext cx="63" cy="66"/>
              </a:xfrm>
              <a:custGeom>
                <a:avLst/>
                <a:gdLst>
                  <a:gd name="T0" fmla="*/ 801 w 25"/>
                  <a:gd name="T1" fmla="*/ 2334 h 25"/>
                  <a:gd name="T2" fmla="*/ 4559 w 25"/>
                  <a:gd name="T3" fmla="*/ 1011 h 25"/>
                  <a:gd name="T4" fmla="*/ 5602 w 25"/>
                  <a:gd name="T5" fmla="*/ 6162 h 25"/>
                  <a:gd name="T6" fmla="*/ 1809 w 25"/>
                  <a:gd name="T7" fmla="*/ 7437 h 25"/>
                  <a:gd name="T8" fmla="*/ 801 w 25"/>
                  <a:gd name="T9" fmla="*/ 233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3" y="6"/>
                      <a:pt x="25" y="13"/>
                      <a:pt x="22" y="18"/>
                    </a:cubicBezTo>
                    <a:cubicBezTo>
                      <a:pt x="19" y="24"/>
                      <a:pt x="12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8" name="Freeform 1454">
                <a:extLst>
                  <a:ext uri="{FF2B5EF4-FFF2-40B4-BE49-F238E27FC236}">
                    <a16:creationId xmlns:a16="http://schemas.microsoft.com/office/drawing/2014/main" id="{5C6D60C8-7BA1-49AD-AA11-6C0DE7CEE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1553"/>
                <a:ext cx="62" cy="67"/>
              </a:xfrm>
              <a:custGeom>
                <a:avLst/>
                <a:gdLst>
                  <a:gd name="T0" fmla="*/ 640 w 25"/>
                  <a:gd name="T1" fmla="*/ 2637 h 25"/>
                  <a:gd name="T2" fmla="*/ 4238 w 25"/>
                  <a:gd name="T3" fmla="*/ 1077 h 25"/>
                  <a:gd name="T4" fmla="*/ 5141 w 25"/>
                  <a:gd name="T5" fmla="*/ 6657 h 25"/>
                  <a:gd name="T6" fmla="*/ 1587 w 25"/>
                  <a:gd name="T7" fmla="*/ 8145 h 25"/>
                  <a:gd name="T8" fmla="*/ 640 w 25"/>
                  <a:gd name="T9" fmla="*/ 26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3" y="6"/>
                      <a:pt x="25" y="13"/>
                      <a:pt x="22" y="18"/>
                    </a:cubicBezTo>
                    <a:cubicBezTo>
                      <a:pt x="19" y="24"/>
                      <a:pt x="12" y="25"/>
                      <a:pt x="7" y="22"/>
                    </a:cubicBezTo>
                    <a:cubicBezTo>
                      <a:pt x="2" y="19"/>
                      <a:pt x="0" y="12"/>
                      <a:pt x="3" y="7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9" name="Freeform 1455">
                <a:extLst>
                  <a:ext uri="{FF2B5EF4-FFF2-40B4-BE49-F238E27FC236}">
                    <a16:creationId xmlns:a16="http://schemas.microsoft.com/office/drawing/2014/main" id="{5BAB13BB-9FC4-4ED0-9050-2BDB90A7D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1524"/>
                <a:ext cx="63" cy="67"/>
              </a:xfrm>
              <a:custGeom>
                <a:avLst/>
                <a:gdLst>
                  <a:gd name="T0" fmla="*/ 801 w 25"/>
                  <a:gd name="T1" fmla="*/ 2637 h 25"/>
                  <a:gd name="T2" fmla="*/ 4559 w 25"/>
                  <a:gd name="T3" fmla="*/ 1077 h 25"/>
                  <a:gd name="T4" fmla="*/ 5602 w 25"/>
                  <a:gd name="T5" fmla="*/ 6657 h 25"/>
                  <a:gd name="T6" fmla="*/ 1809 w 25"/>
                  <a:gd name="T7" fmla="*/ 8145 h 25"/>
                  <a:gd name="T8" fmla="*/ 801 w 25"/>
                  <a:gd name="T9" fmla="*/ 26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5" y="13"/>
                      <a:pt x="22" y="18"/>
                    </a:cubicBezTo>
                    <a:cubicBezTo>
                      <a:pt x="19" y="24"/>
                      <a:pt x="13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0" name="Freeform 1456">
                <a:extLst>
                  <a:ext uri="{FF2B5EF4-FFF2-40B4-BE49-F238E27FC236}">
                    <a16:creationId xmlns:a16="http://schemas.microsoft.com/office/drawing/2014/main" id="{1EE69644-67A1-4329-85FB-FD70F861F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1495"/>
                <a:ext cx="62" cy="66"/>
              </a:xfrm>
              <a:custGeom>
                <a:avLst/>
                <a:gdLst>
                  <a:gd name="T0" fmla="*/ 640 w 25"/>
                  <a:gd name="T1" fmla="*/ 2334 h 25"/>
                  <a:gd name="T2" fmla="*/ 4238 w 25"/>
                  <a:gd name="T3" fmla="*/ 1011 h 25"/>
                  <a:gd name="T4" fmla="*/ 5141 w 25"/>
                  <a:gd name="T5" fmla="*/ 6162 h 25"/>
                  <a:gd name="T6" fmla="*/ 1587 w 25"/>
                  <a:gd name="T7" fmla="*/ 7437 h 25"/>
                  <a:gd name="T8" fmla="*/ 640 w 25"/>
                  <a:gd name="T9" fmla="*/ 233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5" y="13"/>
                      <a:pt x="22" y="18"/>
                    </a:cubicBezTo>
                    <a:cubicBezTo>
                      <a:pt x="19" y="24"/>
                      <a:pt x="13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1" name="Freeform 1457">
                <a:extLst>
                  <a:ext uri="{FF2B5EF4-FFF2-40B4-BE49-F238E27FC236}">
                    <a16:creationId xmlns:a16="http://schemas.microsoft.com/office/drawing/2014/main" id="{06CAFFD6-F9C8-4377-821F-408A9E5D4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1465"/>
                <a:ext cx="63" cy="67"/>
              </a:xfrm>
              <a:custGeom>
                <a:avLst/>
                <a:gdLst>
                  <a:gd name="T0" fmla="*/ 801 w 25"/>
                  <a:gd name="T1" fmla="*/ 2637 h 25"/>
                  <a:gd name="T2" fmla="*/ 4559 w 25"/>
                  <a:gd name="T3" fmla="*/ 1077 h 25"/>
                  <a:gd name="T4" fmla="*/ 5602 w 25"/>
                  <a:gd name="T5" fmla="*/ 6657 h 25"/>
                  <a:gd name="T6" fmla="*/ 1809 w 25"/>
                  <a:gd name="T7" fmla="*/ 8145 h 25"/>
                  <a:gd name="T8" fmla="*/ 801 w 25"/>
                  <a:gd name="T9" fmla="*/ 26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5" y="13"/>
                      <a:pt x="22" y="18"/>
                    </a:cubicBezTo>
                    <a:cubicBezTo>
                      <a:pt x="19" y="24"/>
                      <a:pt x="13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2" name="Freeform 1458">
                <a:extLst>
                  <a:ext uri="{FF2B5EF4-FFF2-40B4-BE49-F238E27FC236}">
                    <a16:creationId xmlns:a16="http://schemas.microsoft.com/office/drawing/2014/main" id="{20781589-8DCB-4EB9-BB75-0776ED2F1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1436"/>
                <a:ext cx="62" cy="67"/>
              </a:xfrm>
              <a:custGeom>
                <a:avLst/>
                <a:gdLst>
                  <a:gd name="T0" fmla="*/ 640 w 25"/>
                  <a:gd name="T1" fmla="*/ 2637 h 25"/>
                  <a:gd name="T2" fmla="*/ 4238 w 25"/>
                  <a:gd name="T3" fmla="*/ 1077 h 25"/>
                  <a:gd name="T4" fmla="*/ 5141 w 25"/>
                  <a:gd name="T5" fmla="*/ 6657 h 25"/>
                  <a:gd name="T6" fmla="*/ 1587 w 25"/>
                  <a:gd name="T7" fmla="*/ 8145 h 25"/>
                  <a:gd name="T8" fmla="*/ 640 w 25"/>
                  <a:gd name="T9" fmla="*/ 26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5" y="13"/>
                      <a:pt x="22" y="18"/>
                    </a:cubicBezTo>
                    <a:cubicBezTo>
                      <a:pt x="19" y="24"/>
                      <a:pt x="12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3" name="Freeform 1459">
                <a:extLst>
                  <a:ext uri="{FF2B5EF4-FFF2-40B4-BE49-F238E27FC236}">
                    <a16:creationId xmlns:a16="http://schemas.microsoft.com/office/drawing/2014/main" id="{D5BE90C7-605D-4859-8A35-00C514E27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" y="1359"/>
                <a:ext cx="77" cy="85"/>
              </a:xfrm>
              <a:custGeom>
                <a:avLst/>
                <a:gdLst>
                  <a:gd name="T0" fmla="*/ 5214 w 31"/>
                  <a:gd name="T1" fmla="*/ 1448 h 32"/>
                  <a:gd name="T2" fmla="*/ 951 w 31"/>
                  <a:gd name="T3" fmla="*/ 3190 h 32"/>
                  <a:gd name="T4" fmla="*/ 2099 w 31"/>
                  <a:gd name="T5" fmla="*/ 9802 h 32"/>
                  <a:gd name="T6" fmla="*/ 6312 w 31"/>
                  <a:gd name="T7" fmla="*/ 8056 h 32"/>
                  <a:gd name="T8" fmla="*/ 5214 w 31"/>
                  <a:gd name="T9" fmla="*/ 144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2" y="4"/>
                    </a:moveTo>
                    <a:cubicBezTo>
                      <a:pt x="16" y="0"/>
                      <a:pt x="7" y="2"/>
                      <a:pt x="4" y="9"/>
                    </a:cubicBezTo>
                    <a:cubicBezTo>
                      <a:pt x="0" y="16"/>
                      <a:pt x="2" y="24"/>
                      <a:pt x="9" y="28"/>
                    </a:cubicBezTo>
                    <a:cubicBezTo>
                      <a:pt x="15" y="32"/>
                      <a:pt x="23" y="29"/>
                      <a:pt x="27" y="23"/>
                    </a:cubicBezTo>
                    <a:cubicBezTo>
                      <a:pt x="31" y="16"/>
                      <a:pt x="29" y="8"/>
                      <a:pt x="22" y="4"/>
                    </a:cubicBezTo>
                    <a:close/>
                  </a:path>
                </a:pathLst>
              </a:cu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4" name="Freeform 1460">
                <a:extLst>
                  <a:ext uri="{FF2B5EF4-FFF2-40B4-BE49-F238E27FC236}">
                    <a16:creationId xmlns:a16="http://schemas.microsoft.com/office/drawing/2014/main" id="{B56A487B-67C9-4FD0-B78E-1461AF6DA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" y="1375"/>
                <a:ext cx="28" cy="26"/>
              </a:xfrm>
              <a:custGeom>
                <a:avLst/>
                <a:gdLst>
                  <a:gd name="T0" fmla="*/ 2146 w 11"/>
                  <a:gd name="T1" fmla="*/ 372 h 10"/>
                  <a:gd name="T2" fmla="*/ 545 w 11"/>
                  <a:gd name="T3" fmla="*/ 967 h 10"/>
                  <a:gd name="T4" fmla="*/ 843 w 11"/>
                  <a:gd name="T5" fmla="*/ 2746 h 10"/>
                  <a:gd name="T6" fmla="*/ 2688 w 11"/>
                  <a:gd name="T7" fmla="*/ 2142 h 10"/>
                  <a:gd name="T8" fmla="*/ 2146 w 11"/>
                  <a:gd name="T9" fmla="*/ 37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8" y="1"/>
                    </a:moveTo>
                    <a:cubicBezTo>
                      <a:pt x="6" y="0"/>
                      <a:pt x="3" y="1"/>
                      <a:pt x="2" y="3"/>
                    </a:cubicBezTo>
                    <a:cubicBezTo>
                      <a:pt x="0" y="5"/>
                      <a:pt x="1" y="8"/>
                      <a:pt x="3" y="9"/>
                    </a:cubicBezTo>
                    <a:cubicBezTo>
                      <a:pt x="6" y="10"/>
                      <a:pt x="8" y="10"/>
                      <a:pt x="10" y="7"/>
                    </a:cubicBezTo>
                    <a:cubicBezTo>
                      <a:pt x="11" y="5"/>
                      <a:pt x="10" y="2"/>
                      <a:pt x="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5" name="Freeform 1461">
                <a:extLst>
                  <a:ext uri="{FF2B5EF4-FFF2-40B4-BE49-F238E27FC236}">
                    <a16:creationId xmlns:a16="http://schemas.microsoft.com/office/drawing/2014/main" id="{1A8445F0-B3BB-4452-B908-030CA8FB1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652"/>
                <a:ext cx="32" cy="35"/>
              </a:xfrm>
              <a:custGeom>
                <a:avLst/>
                <a:gdLst>
                  <a:gd name="T0" fmla="*/ 2284 w 13"/>
                  <a:gd name="T1" fmla="*/ 681 h 13"/>
                  <a:gd name="T2" fmla="*/ 448 w 13"/>
                  <a:gd name="T3" fmla="*/ 1580 h 13"/>
                  <a:gd name="T4" fmla="*/ 928 w 13"/>
                  <a:gd name="T5" fmla="*/ 4531 h 13"/>
                  <a:gd name="T6" fmla="*/ 2715 w 13"/>
                  <a:gd name="T7" fmla="*/ 3414 h 13"/>
                  <a:gd name="T8" fmla="*/ 2284 w 13"/>
                  <a:gd name="T9" fmla="*/ 6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0" y="2"/>
                    </a:moveTo>
                    <a:cubicBezTo>
                      <a:pt x="7" y="0"/>
                      <a:pt x="3" y="1"/>
                      <a:pt x="2" y="4"/>
                    </a:cubicBezTo>
                    <a:cubicBezTo>
                      <a:pt x="0" y="6"/>
                      <a:pt x="1" y="10"/>
                      <a:pt x="4" y="12"/>
                    </a:cubicBezTo>
                    <a:cubicBezTo>
                      <a:pt x="7" y="13"/>
                      <a:pt x="10" y="12"/>
                      <a:pt x="12" y="9"/>
                    </a:cubicBezTo>
                    <a:cubicBezTo>
                      <a:pt x="13" y="7"/>
                      <a:pt x="12" y="3"/>
                      <a:pt x="10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6" name="Freeform 1462">
                <a:extLst>
                  <a:ext uri="{FF2B5EF4-FFF2-40B4-BE49-F238E27FC236}">
                    <a16:creationId xmlns:a16="http://schemas.microsoft.com/office/drawing/2014/main" id="{DFC021FA-0745-49B9-84D0-0A18DCF31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657"/>
                <a:ext cx="12" cy="14"/>
              </a:xfrm>
              <a:custGeom>
                <a:avLst/>
                <a:gdLst>
                  <a:gd name="T0" fmla="*/ 564 w 5"/>
                  <a:gd name="T1" fmla="*/ 487 h 5"/>
                  <a:gd name="T2" fmla="*/ 168 w 5"/>
                  <a:gd name="T3" fmla="*/ 1050 h 5"/>
                  <a:gd name="T4" fmla="*/ 168 w 5"/>
                  <a:gd name="T5" fmla="*/ 1912 h 5"/>
                  <a:gd name="T6" fmla="*/ 802 w 5"/>
                  <a:gd name="T7" fmla="*/ 1912 h 5"/>
                  <a:gd name="T8" fmla="*/ 564 w 5"/>
                  <a:gd name="T9" fmla="*/ 4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5"/>
                      <a:pt x="4" y="5"/>
                      <a:pt x="4" y="4"/>
                    </a:cubicBezTo>
                    <a:cubicBezTo>
                      <a:pt x="5" y="3"/>
                      <a:pt x="4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7" name="Freeform 1463">
                <a:extLst>
                  <a:ext uri="{FF2B5EF4-FFF2-40B4-BE49-F238E27FC236}">
                    <a16:creationId xmlns:a16="http://schemas.microsoft.com/office/drawing/2014/main" id="{685D97DD-7C4C-4750-ABBA-0CC7085CD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1623"/>
                <a:ext cx="33" cy="34"/>
              </a:xfrm>
              <a:custGeom>
                <a:avLst/>
                <a:gdLst>
                  <a:gd name="T0" fmla="*/ 2404 w 13"/>
                  <a:gd name="T1" fmla="*/ 609 h 13"/>
                  <a:gd name="T2" fmla="*/ 541 w 13"/>
                  <a:gd name="T3" fmla="*/ 1219 h 13"/>
                  <a:gd name="T4" fmla="*/ 1031 w 13"/>
                  <a:gd name="T5" fmla="*/ 3790 h 13"/>
                  <a:gd name="T6" fmla="*/ 3158 w 13"/>
                  <a:gd name="T7" fmla="*/ 3188 h 13"/>
                  <a:gd name="T8" fmla="*/ 2404 w 13"/>
                  <a:gd name="T9" fmla="*/ 60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9" y="2"/>
                    </a:moveTo>
                    <a:cubicBezTo>
                      <a:pt x="7" y="0"/>
                      <a:pt x="3" y="1"/>
                      <a:pt x="2" y="4"/>
                    </a:cubicBezTo>
                    <a:cubicBezTo>
                      <a:pt x="0" y="7"/>
                      <a:pt x="1" y="10"/>
                      <a:pt x="4" y="12"/>
                    </a:cubicBezTo>
                    <a:cubicBezTo>
                      <a:pt x="6" y="13"/>
                      <a:pt x="10" y="12"/>
                      <a:pt x="12" y="10"/>
                    </a:cubicBezTo>
                    <a:cubicBezTo>
                      <a:pt x="13" y="7"/>
                      <a:pt x="12" y="3"/>
                      <a:pt x="9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8" name="Freeform 1464">
                <a:extLst>
                  <a:ext uri="{FF2B5EF4-FFF2-40B4-BE49-F238E27FC236}">
                    <a16:creationId xmlns:a16="http://schemas.microsoft.com/office/drawing/2014/main" id="{249DC116-B66B-4DFD-B7FA-3CC338524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1631"/>
                <a:ext cx="10" cy="10"/>
              </a:xfrm>
              <a:custGeom>
                <a:avLst/>
                <a:gdLst>
                  <a:gd name="T0" fmla="*/ 783 w 4"/>
                  <a:gd name="T1" fmla="*/ 0 h 4"/>
                  <a:gd name="T2" fmla="*/ 313 w 4"/>
                  <a:gd name="T3" fmla="*/ 313 h 4"/>
                  <a:gd name="T4" fmla="*/ 313 w 4"/>
                  <a:gd name="T5" fmla="*/ 783 h 4"/>
                  <a:gd name="T6" fmla="*/ 988 w 4"/>
                  <a:gd name="T7" fmla="*/ 783 h 4"/>
                  <a:gd name="T8" fmla="*/ 78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9" name="Freeform 1465">
                <a:extLst>
                  <a:ext uri="{FF2B5EF4-FFF2-40B4-BE49-F238E27FC236}">
                    <a16:creationId xmlns:a16="http://schemas.microsoft.com/office/drawing/2014/main" id="{AF358DEE-16AE-4446-A907-D803C651B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596"/>
                <a:ext cx="35" cy="35"/>
              </a:xfrm>
              <a:custGeom>
                <a:avLst/>
                <a:gdLst>
                  <a:gd name="T0" fmla="*/ 2470 w 14"/>
                  <a:gd name="T1" fmla="*/ 428 h 13"/>
                  <a:gd name="T2" fmla="*/ 520 w 14"/>
                  <a:gd name="T3" fmla="*/ 1580 h 13"/>
                  <a:gd name="T4" fmla="*/ 988 w 14"/>
                  <a:gd name="T5" fmla="*/ 4531 h 13"/>
                  <a:gd name="T6" fmla="*/ 2938 w 14"/>
                  <a:gd name="T7" fmla="*/ 3414 h 13"/>
                  <a:gd name="T8" fmla="*/ 2470 w 14"/>
                  <a:gd name="T9" fmla="*/ 42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0" y="1"/>
                    </a:moveTo>
                    <a:cubicBezTo>
                      <a:pt x="7" y="0"/>
                      <a:pt x="4" y="1"/>
                      <a:pt x="2" y="4"/>
                    </a:cubicBezTo>
                    <a:cubicBezTo>
                      <a:pt x="0" y="6"/>
                      <a:pt x="1" y="10"/>
                      <a:pt x="4" y="12"/>
                    </a:cubicBezTo>
                    <a:cubicBezTo>
                      <a:pt x="7" y="13"/>
                      <a:pt x="10" y="12"/>
                      <a:pt x="12" y="9"/>
                    </a:cubicBezTo>
                    <a:cubicBezTo>
                      <a:pt x="14" y="7"/>
                      <a:pt x="13" y="3"/>
                      <a:pt x="10" y="1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0" name="Freeform 1466">
                <a:extLst>
                  <a:ext uri="{FF2B5EF4-FFF2-40B4-BE49-F238E27FC236}">
                    <a16:creationId xmlns:a16="http://schemas.microsoft.com/office/drawing/2014/main" id="{61EBEC8E-65C0-4C75-BC82-81C42D55A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601"/>
                <a:ext cx="13" cy="14"/>
              </a:xfrm>
              <a:custGeom>
                <a:avLst/>
                <a:gdLst>
                  <a:gd name="T0" fmla="*/ 1196 w 5"/>
                  <a:gd name="T1" fmla="*/ 487 h 5"/>
                  <a:gd name="T2" fmla="*/ 372 w 5"/>
                  <a:gd name="T3" fmla="*/ 1050 h 5"/>
                  <a:gd name="T4" fmla="*/ 595 w 5"/>
                  <a:gd name="T5" fmla="*/ 1912 h 5"/>
                  <a:gd name="T6" fmla="*/ 1196 w 5"/>
                  <a:gd name="T7" fmla="*/ 1364 h 5"/>
                  <a:gd name="T8" fmla="*/ 1196 w 5"/>
                  <a:gd name="T9" fmla="*/ 4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0" y="2"/>
                      <a:pt x="1" y="4"/>
                      <a:pt x="2" y="4"/>
                    </a:cubicBezTo>
                    <a:cubicBezTo>
                      <a:pt x="3" y="5"/>
                      <a:pt x="4" y="4"/>
                      <a:pt x="4" y="3"/>
                    </a:cubicBezTo>
                    <a:cubicBezTo>
                      <a:pt x="5" y="3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1" name="Freeform 1467">
                <a:extLst>
                  <a:ext uri="{FF2B5EF4-FFF2-40B4-BE49-F238E27FC236}">
                    <a16:creationId xmlns:a16="http://schemas.microsoft.com/office/drawing/2014/main" id="{932E567B-3F8E-4053-932F-3523EBFE3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567"/>
                <a:ext cx="32" cy="34"/>
              </a:xfrm>
              <a:custGeom>
                <a:avLst/>
                <a:gdLst>
                  <a:gd name="T0" fmla="*/ 2284 w 13"/>
                  <a:gd name="T1" fmla="*/ 609 h 13"/>
                  <a:gd name="T2" fmla="*/ 448 w 13"/>
                  <a:gd name="T3" fmla="*/ 1219 h 13"/>
                  <a:gd name="T4" fmla="*/ 928 w 13"/>
                  <a:gd name="T5" fmla="*/ 3790 h 13"/>
                  <a:gd name="T6" fmla="*/ 2715 w 13"/>
                  <a:gd name="T7" fmla="*/ 3188 h 13"/>
                  <a:gd name="T8" fmla="*/ 2284 w 13"/>
                  <a:gd name="T9" fmla="*/ 60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0" y="2"/>
                    </a:moveTo>
                    <a:cubicBezTo>
                      <a:pt x="7" y="0"/>
                      <a:pt x="3" y="1"/>
                      <a:pt x="2" y="4"/>
                    </a:cubicBezTo>
                    <a:cubicBezTo>
                      <a:pt x="0" y="7"/>
                      <a:pt x="1" y="10"/>
                      <a:pt x="4" y="12"/>
                    </a:cubicBezTo>
                    <a:cubicBezTo>
                      <a:pt x="7" y="13"/>
                      <a:pt x="10" y="12"/>
                      <a:pt x="12" y="10"/>
                    </a:cubicBezTo>
                    <a:cubicBezTo>
                      <a:pt x="13" y="7"/>
                      <a:pt x="13" y="3"/>
                      <a:pt x="10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2" name="Freeform 1468">
                <a:extLst>
                  <a:ext uri="{FF2B5EF4-FFF2-40B4-BE49-F238E27FC236}">
                    <a16:creationId xmlns:a16="http://schemas.microsoft.com/office/drawing/2014/main" id="{A07D53E5-BD8D-451F-8E85-2B8637806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1572"/>
                <a:ext cx="12" cy="13"/>
              </a:xfrm>
              <a:custGeom>
                <a:avLst/>
                <a:gdLst>
                  <a:gd name="T0" fmla="*/ 802 w 5"/>
                  <a:gd name="T1" fmla="*/ 372 h 5"/>
                  <a:gd name="T2" fmla="*/ 168 w 5"/>
                  <a:gd name="T3" fmla="*/ 595 h 5"/>
                  <a:gd name="T4" fmla="*/ 403 w 5"/>
                  <a:gd name="T5" fmla="*/ 1196 h 5"/>
                  <a:gd name="T6" fmla="*/ 802 w 5"/>
                  <a:gd name="T7" fmla="*/ 1196 h 5"/>
                  <a:gd name="T8" fmla="*/ 802 w 5"/>
                  <a:gd name="T9" fmla="*/ 37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3" y="0"/>
                      <a:pt x="1" y="1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5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3" name="Freeform 1469">
                <a:extLst>
                  <a:ext uri="{FF2B5EF4-FFF2-40B4-BE49-F238E27FC236}">
                    <a16:creationId xmlns:a16="http://schemas.microsoft.com/office/drawing/2014/main" id="{0FB087F9-D8A2-4EF4-BD70-5C26F698B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1535"/>
                <a:ext cx="32" cy="34"/>
              </a:xfrm>
              <a:custGeom>
                <a:avLst/>
                <a:gdLst>
                  <a:gd name="T0" fmla="*/ 2284 w 13"/>
                  <a:gd name="T1" fmla="*/ 609 h 13"/>
                  <a:gd name="T2" fmla="*/ 448 w 13"/>
                  <a:gd name="T3" fmla="*/ 1219 h 13"/>
                  <a:gd name="T4" fmla="*/ 928 w 13"/>
                  <a:gd name="T5" fmla="*/ 3790 h 13"/>
                  <a:gd name="T6" fmla="*/ 2715 w 13"/>
                  <a:gd name="T7" fmla="*/ 3188 h 13"/>
                  <a:gd name="T8" fmla="*/ 2284 w 13"/>
                  <a:gd name="T9" fmla="*/ 60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0" y="2"/>
                    </a:moveTo>
                    <a:cubicBezTo>
                      <a:pt x="7" y="0"/>
                      <a:pt x="3" y="1"/>
                      <a:pt x="2" y="4"/>
                    </a:cubicBezTo>
                    <a:cubicBezTo>
                      <a:pt x="0" y="7"/>
                      <a:pt x="1" y="10"/>
                      <a:pt x="4" y="12"/>
                    </a:cubicBezTo>
                    <a:cubicBezTo>
                      <a:pt x="7" y="13"/>
                      <a:pt x="10" y="12"/>
                      <a:pt x="12" y="10"/>
                    </a:cubicBezTo>
                    <a:cubicBezTo>
                      <a:pt x="13" y="7"/>
                      <a:pt x="12" y="3"/>
                      <a:pt x="10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4" name="Freeform 1470">
                <a:extLst>
                  <a:ext uri="{FF2B5EF4-FFF2-40B4-BE49-F238E27FC236}">
                    <a16:creationId xmlns:a16="http://schemas.microsoft.com/office/drawing/2014/main" id="{4EB98934-2C12-4CF4-8528-F951447DA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1543"/>
                <a:ext cx="12" cy="10"/>
              </a:xfrm>
              <a:custGeom>
                <a:avLst/>
                <a:gdLst>
                  <a:gd name="T0" fmla="*/ 564 w 5"/>
                  <a:gd name="T1" fmla="*/ 0 h 4"/>
                  <a:gd name="T2" fmla="*/ 168 w 5"/>
                  <a:gd name="T3" fmla="*/ 313 h 4"/>
                  <a:gd name="T4" fmla="*/ 168 w 5"/>
                  <a:gd name="T5" fmla="*/ 783 h 4"/>
                  <a:gd name="T6" fmla="*/ 802 w 5"/>
                  <a:gd name="T7" fmla="*/ 783 h 4"/>
                  <a:gd name="T8" fmla="*/ 564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3" y="0"/>
                      <a:pt x="1" y="0"/>
                      <a:pt x="1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5" y="2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5" name="Freeform 1471">
                <a:extLst>
                  <a:ext uri="{FF2B5EF4-FFF2-40B4-BE49-F238E27FC236}">
                    <a16:creationId xmlns:a16="http://schemas.microsoft.com/office/drawing/2014/main" id="{85D40616-49B1-4665-88C9-B4A4A6101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1505"/>
                <a:ext cx="33" cy="38"/>
              </a:xfrm>
              <a:custGeom>
                <a:avLst/>
                <a:gdLst>
                  <a:gd name="T0" fmla="*/ 2617 w 13"/>
                  <a:gd name="T1" fmla="*/ 760 h 14"/>
                  <a:gd name="T2" fmla="*/ 541 w 13"/>
                  <a:gd name="T3" fmla="*/ 1620 h 14"/>
                  <a:gd name="T4" fmla="*/ 1031 w 13"/>
                  <a:gd name="T5" fmla="*/ 4878 h 14"/>
                  <a:gd name="T6" fmla="*/ 3158 w 13"/>
                  <a:gd name="T7" fmla="*/ 3957 h 14"/>
                  <a:gd name="T8" fmla="*/ 2617 w 13"/>
                  <a:gd name="T9" fmla="*/ 76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0" y="2"/>
                    </a:moveTo>
                    <a:cubicBezTo>
                      <a:pt x="7" y="0"/>
                      <a:pt x="3" y="1"/>
                      <a:pt x="2" y="4"/>
                    </a:cubicBezTo>
                    <a:cubicBezTo>
                      <a:pt x="0" y="7"/>
                      <a:pt x="1" y="10"/>
                      <a:pt x="4" y="12"/>
                    </a:cubicBezTo>
                    <a:cubicBezTo>
                      <a:pt x="6" y="14"/>
                      <a:pt x="10" y="13"/>
                      <a:pt x="12" y="10"/>
                    </a:cubicBezTo>
                    <a:cubicBezTo>
                      <a:pt x="13" y="7"/>
                      <a:pt x="12" y="4"/>
                      <a:pt x="10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6" name="Freeform 1472">
                <a:extLst>
                  <a:ext uri="{FF2B5EF4-FFF2-40B4-BE49-F238E27FC236}">
                    <a16:creationId xmlns:a16="http://schemas.microsoft.com/office/drawing/2014/main" id="{45A6063F-732B-42E8-A243-650B06D54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" y="1513"/>
                <a:ext cx="13" cy="11"/>
              </a:xfrm>
              <a:custGeom>
                <a:avLst/>
                <a:gdLst>
                  <a:gd name="T0" fmla="*/ 967 w 5"/>
                  <a:gd name="T1" fmla="*/ 0 h 4"/>
                  <a:gd name="T2" fmla="*/ 372 w 5"/>
                  <a:gd name="T3" fmla="*/ 462 h 4"/>
                  <a:gd name="T4" fmla="*/ 372 w 5"/>
                  <a:gd name="T5" fmla="*/ 1724 h 4"/>
                  <a:gd name="T6" fmla="*/ 1196 w 5"/>
                  <a:gd name="T7" fmla="*/ 1271 h 4"/>
                  <a:gd name="T8" fmla="*/ 96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5" y="2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7" name="Freeform 1473">
                <a:extLst>
                  <a:ext uri="{FF2B5EF4-FFF2-40B4-BE49-F238E27FC236}">
                    <a16:creationId xmlns:a16="http://schemas.microsoft.com/office/drawing/2014/main" id="{CF03F184-FA3B-4F00-9D09-D18F5BF74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1479"/>
                <a:ext cx="35" cy="34"/>
              </a:xfrm>
              <a:custGeom>
                <a:avLst/>
                <a:gdLst>
                  <a:gd name="T0" fmla="*/ 2470 w 14"/>
                  <a:gd name="T1" fmla="*/ 609 h 13"/>
                  <a:gd name="T2" fmla="*/ 520 w 14"/>
                  <a:gd name="T3" fmla="*/ 1219 h 13"/>
                  <a:gd name="T4" fmla="*/ 988 w 14"/>
                  <a:gd name="T5" fmla="*/ 3790 h 13"/>
                  <a:gd name="T6" fmla="*/ 2938 w 14"/>
                  <a:gd name="T7" fmla="*/ 3188 h 13"/>
                  <a:gd name="T8" fmla="*/ 2470 w 14"/>
                  <a:gd name="T9" fmla="*/ 60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0" y="2"/>
                    </a:moveTo>
                    <a:cubicBezTo>
                      <a:pt x="7" y="0"/>
                      <a:pt x="4" y="1"/>
                      <a:pt x="2" y="4"/>
                    </a:cubicBezTo>
                    <a:cubicBezTo>
                      <a:pt x="0" y="7"/>
                      <a:pt x="1" y="10"/>
                      <a:pt x="4" y="12"/>
                    </a:cubicBezTo>
                    <a:cubicBezTo>
                      <a:pt x="7" y="13"/>
                      <a:pt x="10" y="12"/>
                      <a:pt x="12" y="10"/>
                    </a:cubicBezTo>
                    <a:cubicBezTo>
                      <a:pt x="14" y="7"/>
                      <a:pt x="13" y="3"/>
                      <a:pt x="10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8" name="Freeform 1474">
                <a:extLst>
                  <a:ext uri="{FF2B5EF4-FFF2-40B4-BE49-F238E27FC236}">
                    <a16:creationId xmlns:a16="http://schemas.microsoft.com/office/drawing/2014/main" id="{8C2F84F4-ABCC-40FD-8536-6CE064496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1484"/>
                <a:ext cx="10" cy="13"/>
              </a:xfrm>
              <a:custGeom>
                <a:avLst/>
                <a:gdLst>
                  <a:gd name="T0" fmla="*/ 783 w 4"/>
                  <a:gd name="T1" fmla="*/ 372 h 5"/>
                  <a:gd name="T2" fmla="*/ 0 w 4"/>
                  <a:gd name="T3" fmla="*/ 595 h 5"/>
                  <a:gd name="T4" fmla="*/ 313 w 4"/>
                  <a:gd name="T5" fmla="*/ 1196 h 5"/>
                  <a:gd name="T6" fmla="*/ 783 w 4"/>
                  <a:gd name="T7" fmla="*/ 1196 h 5"/>
                  <a:gd name="T8" fmla="*/ 783 w 4"/>
                  <a:gd name="T9" fmla="*/ 37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1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9" name="Freeform 1475">
                <a:extLst>
                  <a:ext uri="{FF2B5EF4-FFF2-40B4-BE49-F238E27FC236}">
                    <a16:creationId xmlns:a16="http://schemas.microsoft.com/office/drawing/2014/main" id="{F25C8149-A58C-4F6A-AE5F-A3A302E19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1449"/>
                <a:ext cx="35" cy="35"/>
              </a:xfrm>
              <a:custGeom>
                <a:avLst/>
                <a:gdLst>
                  <a:gd name="T0" fmla="*/ 2470 w 14"/>
                  <a:gd name="T1" fmla="*/ 681 h 13"/>
                  <a:gd name="T2" fmla="*/ 520 w 14"/>
                  <a:gd name="T3" fmla="*/ 1580 h 13"/>
                  <a:gd name="T4" fmla="*/ 988 w 14"/>
                  <a:gd name="T5" fmla="*/ 4531 h 13"/>
                  <a:gd name="T6" fmla="*/ 2938 w 14"/>
                  <a:gd name="T7" fmla="*/ 3842 h 13"/>
                  <a:gd name="T8" fmla="*/ 2470 w 14"/>
                  <a:gd name="T9" fmla="*/ 6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0" y="2"/>
                    </a:moveTo>
                    <a:cubicBezTo>
                      <a:pt x="7" y="0"/>
                      <a:pt x="4" y="1"/>
                      <a:pt x="2" y="4"/>
                    </a:cubicBezTo>
                    <a:cubicBezTo>
                      <a:pt x="0" y="7"/>
                      <a:pt x="1" y="10"/>
                      <a:pt x="4" y="12"/>
                    </a:cubicBezTo>
                    <a:cubicBezTo>
                      <a:pt x="7" y="13"/>
                      <a:pt x="10" y="13"/>
                      <a:pt x="12" y="10"/>
                    </a:cubicBezTo>
                    <a:cubicBezTo>
                      <a:pt x="14" y="7"/>
                      <a:pt x="13" y="3"/>
                      <a:pt x="10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0" name="Freeform 1476">
                <a:extLst>
                  <a:ext uri="{FF2B5EF4-FFF2-40B4-BE49-F238E27FC236}">
                    <a16:creationId xmlns:a16="http://schemas.microsoft.com/office/drawing/2014/main" id="{68DEC553-E2AA-497B-B95D-9741399C5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" y="1457"/>
                <a:ext cx="12" cy="11"/>
              </a:xfrm>
              <a:custGeom>
                <a:avLst/>
                <a:gdLst>
                  <a:gd name="T0" fmla="*/ 802 w 5"/>
                  <a:gd name="T1" fmla="*/ 0 h 4"/>
                  <a:gd name="T2" fmla="*/ 168 w 5"/>
                  <a:gd name="T3" fmla="*/ 462 h 4"/>
                  <a:gd name="T4" fmla="*/ 403 w 5"/>
                  <a:gd name="T5" fmla="*/ 1724 h 4"/>
                  <a:gd name="T6" fmla="*/ 802 w 5"/>
                  <a:gd name="T7" fmla="*/ 1271 h 4"/>
                  <a:gd name="T8" fmla="*/ 80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3" y="0"/>
                      <a:pt x="1" y="0"/>
                      <a:pt x="1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5" y="2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1" name="Freeform 1477">
                <a:extLst>
                  <a:ext uri="{FF2B5EF4-FFF2-40B4-BE49-F238E27FC236}">
                    <a16:creationId xmlns:a16="http://schemas.microsoft.com/office/drawing/2014/main" id="{9E209DB4-FB14-4F55-AFF3-C0CEF225C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1703"/>
                <a:ext cx="10" cy="10"/>
              </a:xfrm>
              <a:custGeom>
                <a:avLst/>
                <a:gdLst>
                  <a:gd name="T0" fmla="*/ 0 w 4"/>
                  <a:gd name="T1" fmla="*/ 313 h 4"/>
                  <a:gd name="T2" fmla="*/ 313 w 4"/>
                  <a:gd name="T3" fmla="*/ 988 h 4"/>
                  <a:gd name="T4" fmla="*/ 988 w 4"/>
                  <a:gd name="T5" fmla="*/ 783 h 4"/>
                  <a:gd name="T6" fmla="*/ 783 w 4"/>
                  <a:gd name="T7" fmla="*/ 0 h 4"/>
                  <a:gd name="T8" fmla="*/ 0 w 4"/>
                  <a:gd name="T9" fmla="*/ 31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2" name="Freeform 1478">
                <a:extLst>
                  <a:ext uri="{FF2B5EF4-FFF2-40B4-BE49-F238E27FC236}">
                    <a16:creationId xmlns:a16="http://schemas.microsoft.com/office/drawing/2014/main" id="{17184A1D-73F2-4502-8A8D-5BDB71EDA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" y="1401"/>
                <a:ext cx="115" cy="88"/>
              </a:xfrm>
              <a:custGeom>
                <a:avLst/>
                <a:gdLst>
                  <a:gd name="T0" fmla="*/ 0 w 46"/>
                  <a:gd name="T1" fmla="*/ 1763 h 33"/>
                  <a:gd name="T2" fmla="*/ 2738 w 46"/>
                  <a:gd name="T3" fmla="*/ 7133 h 33"/>
                  <a:gd name="T4" fmla="*/ 10283 w 46"/>
                  <a:gd name="T5" fmla="*/ 3891 h 33"/>
                  <a:gd name="T6" fmla="*/ 10750 w 46"/>
                  <a:gd name="T7" fmla="*/ 0 h 33"/>
                  <a:gd name="T8" fmla="*/ 10283 w 46"/>
                  <a:gd name="T9" fmla="*/ 6464 h 33"/>
                  <a:gd name="T10" fmla="*/ 2938 w 46"/>
                  <a:gd name="T11" fmla="*/ 9309 h 33"/>
                  <a:gd name="T12" fmla="*/ 0 w 46"/>
                  <a:gd name="T13" fmla="*/ 176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3">
                    <a:moveTo>
                      <a:pt x="0" y="5"/>
                    </a:moveTo>
                    <a:cubicBezTo>
                      <a:pt x="4" y="15"/>
                      <a:pt x="6" y="17"/>
                      <a:pt x="11" y="20"/>
                    </a:cubicBezTo>
                    <a:cubicBezTo>
                      <a:pt x="24" y="27"/>
                      <a:pt x="36" y="22"/>
                      <a:pt x="42" y="11"/>
                    </a:cubicBezTo>
                    <a:cubicBezTo>
                      <a:pt x="44" y="8"/>
                      <a:pt x="44" y="3"/>
                      <a:pt x="44" y="0"/>
                    </a:cubicBezTo>
                    <a:cubicBezTo>
                      <a:pt x="46" y="6"/>
                      <a:pt x="46" y="12"/>
                      <a:pt x="42" y="18"/>
                    </a:cubicBezTo>
                    <a:cubicBezTo>
                      <a:pt x="36" y="29"/>
                      <a:pt x="22" y="33"/>
                      <a:pt x="12" y="26"/>
                    </a:cubicBezTo>
                    <a:cubicBezTo>
                      <a:pt x="4" y="22"/>
                      <a:pt x="0" y="14"/>
                      <a:pt x="0" y="5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3" name="Freeform 1479">
                <a:extLst>
                  <a:ext uri="{FF2B5EF4-FFF2-40B4-BE49-F238E27FC236}">
                    <a16:creationId xmlns:a16="http://schemas.microsoft.com/office/drawing/2014/main" id="{CBE24DBA-C77C-4A25-8C80-E538F969B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" y="1343"/>
                <a:ext cx="148" cy="157"/>
              </a:xfrm>
              <a:custGeom>
                <a:avLst/>
                <a:gdLst>
                  <a:gd name="T0" fmla="*/ 1781 w 59"/>
                  <a:gd name="T1" fmla="*/ 5708 h 59"/>
                  <a:gd name="T2" fmla="*/ 10734 w 59"/>
                  <a:gd name="T3" fmla="*/ 2563 h 59"/>
                  <a:gd name="T4" fmla="*/ 12911 w 59"/>
                  <a:gd name="T5" fmla="*/ 14942 h 59"/>
                  <a:gd name="T6" fmla="*/ 4279 w 59"/>
                  <a:gd name="T7" fmla="*/ 18412 h 59"/>
                  <a:gd name="T8" fmla="*/ 1781 w 59"/>
                  <a:gd name="T9" fmla="*/ 5708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9">
                    <a:moveTo>
                      <a:pt x="7" y="16"/>
                    </a:moveTo>
                    <a:cubicBezTo>
                      <a:pt x="14" y="4"/>
                      <a:pt x="30" y="0"/>
                      <a:pt x="43" y="7"/>
                    </a:cubicBezTo>
                    <a:cubicBezTo>
                      <a:pt x="55" y="14"/>
                      <a:pt x="59" y="30"/>
                      <a:pt x="52" y="42"/>
                    </a:cubicBezTo>
                    <a:cubicBezTo>
                      <a:pt x="45" y="55"/>
                      <a:pt x="29" y="59"/>
                      <a:pt x="17" y="52"/>
                    </a:cubicBezTo>
                    <a:cubicBezTo>
                      <a:pt x="4" y="45"/>
                      <a:pt x="0" y="29"/>
                      <a:pt x="7" y="16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4" name="Freeform 1480">
                <a:extLst>
                  <a:ext uri="{FF2B5EF4-FFF2-40B4-BE49-F238E27FC236}">
                    <a16:creationId xmlns:a16="http://schemas.microsoft.com/office/drawing/2014/main" id="{B829D7FC-04CD-47FD-BBE2-4DD88A287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1641"/>
                <a:ext cx="60" cy="67"/>
              </a:xfrm>
              <a:custGeom>
                <a:avLst/>
                <a:gdLst>
                  <a:gd name="T0" fmla="*/ 5863 w 24"/>
                  <a:gd name="T1" fmla="*/ 5258 h 25"/>
                  <a:gd name="T2" fmla="*/ 4425 w 24"/>
                  <a:gd name="T3" fmla="*/ 1077 h 25"/>
                  <a:gd name="T4" fmla="*/ 783 w 24"/>
                  <a:gd name="T5" fmla="*/ 2637 h 25"/>
                  <a:gd name="T6" fmla="*/ 1770 w 24"/>
                  <a:gd name="T7" fmla="*/ 8145 h 25"/>
                  <a:gd name="T8" fmla="*/ 4688 w 24"/>
                  <a:gd name="T9" fmla="*/ 8145 h 25"/>
                  <a:gd name="T10" fmla="*/ 5863 w 24"/>
                  <a:gd name="T11" fmla="*/ 525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5">
                    <a:moveTo>
                      <a:pt x="24" y="14"/>
                    </a:moveTo>
                    <a:cubicBezTo>
                      <a:pt x="24" y="10"/>
                      <a:pt x="22" y="6"/>
                      <a:pt x="18" y="3"/>
                    </a:cubicBezTo>
                    <a:cubicBezTo>
                      <a:pt x="13" y="0"/>
                      <a:pt x="6" y="2"/>
                      <a:pt x="3" y="7"/>
                    </a:cubicBezTo>
                    <a:cubicBezTo>
                      <a:pt x="0" y="13"/>
                      <a:pt x="2" y="19"/>
                      <a:pt x="7" y="22"/>
                    </a:cubicBezTo>
                    <a:cubicBezTo>
                      <a:pt x="11" y="25"/>
                      <a:pt x="15" y="24"/>
                      <a:pt x="19" y="22"/>
                    </a:cubicBezTo>
                    <a:cubicBezTo>
                      <a:pt x="20" y="19"/>
                      <a:pt x="21" y="16"/>
                      <a:pt x="24" y="1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5" name="Freeform 1481">
                <a:extLst>
                  <a:ext uri="{FF2B5EF4-FFF2-40B4-BE49-F238E27FC236}">
                    <a16:creationId xmlns:a16="http://schemas.microsoft.com/office/drawing/2014/main" id="{C06D514A-383D-47FB-BBFD-474329BBD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1612"/>
                <a:ext cx="62" cy="67"/>
              </a:xfrm>
              <a:custGeom>
                <a:avLst/>
                <a:gdLst>
                  <a:gd name="T0" fmla="*/ 4238 w 25"/>
                  <a:gd name="T1" fmla="*/ 1077 h 25"/>
                  <a:gd name="T2" fmla="*/ 5141 w 25"/>
                  <a:gd name="T3" fmla="*/ 6657 h 25"/>
                  <a:gd name="T4" fmla="*/ 1587 w 25"/>
                  <a:gd name="T5" fmla="*/ 8145 h 25"/>
                  <a:gd name="T6" fmla="*/ 640 w 25"/>
                  <a:gd name="T7" fmla="*/ 2637 h 25"/>
                  <a:gd name="T8" fmla="*/ 4238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8" y="3"/>
                    </a:moveTo>
                    <a:cubicBezTo>
                      <a:pt x="23" y="6"/>
                      <a:pt x="25" y="13"/>
                      <a:pt x="22" y="18"/>
                    </a:cubicBezTo>
                    <a:cubicBezTo>
                      <a:pt x="19" y="24"/>
                      <a:pt x="12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6" name="Freeform 1482">
                <a:extLst>
                  <a:ext uri="{FF2B5EF4-FFF2-40B4-BE49-F238E27FC236}">
                    <a16:creationId xmlns:a16="http://schemas.microsoft.com/office/drawing/2014/main" id="{3090F50D-A9DB-46E3-9F5F-89CE1DC09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583"/>
                <a:ext cx="63" cy="66"/>
              </a:xfrm>
              <a:custGeom>
                <a:avLst/>
                <a:gdLst>
                  <a:gd name="T0" fmla="*/ 801 w 25"/>
                  <a:gd name="T1" fmla="*/ 2334 h 25"/>
                  <a:gd name="T2" fmla="*/ 4559 w 25"/>
                  <a:gd name="T3" fmla="*/ 1011 h 25"/>
                  <a:gd name="T4" fmla="*/ 5602 w 25"/>
                  <a:gd name="T5" fmla="*/ 6162 h 25"/>
                  <a:gd name="T6" fmla="*/ 1809 w 25"/>
                  <a:gd name="T7" fmla="*/ 7437 h 25"/>
                  <a:gd name="T8" fmla="*/ 801 w 25"/>
                  <a:gd name="T9" fmla="*/ 233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3" y="6"/>
                      <a:pt x="25" y="13"/>
                      <a:pt x="22" y="18"/>
                    </a:cubicBezTo>
                    <a:cubicBezTo>
                      <a:pt x="19" y="24"/>
                      <a:pt x="12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7" name="Freeform 1483">
                <a:extLst>
                  <a:ext uri="{FF2B5EF4-FFF2-40B4-BE49-F238E27FC236}">
                    <a16:creationId xmlns:a16="http://schemas.microsoft.com/office/drawing/2014/main" id="{AD1F1EDF-A945-4BE2-B990-8072D67BD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1553"/>
                <a:ext cx="62" cy="67"/>
              </a:xfrm>
              <a:custGeom>
                <a:avLst/>
                <a:gdLst>
                  <a:gd name="T0" fmla="*/ 640 w 25"/>
                  <a:gd name="T1" fmla="*/ 2637 h 25"/>
                  <a:gd name="T2" fmla="*/ 4238 w 25"/>
                  <a:gd name="T3" fmla="*/ 1077 h 25"/>
                  <a:gd name="T4" fmla="*/ 5141 w 25"/>
                  <a:gd name="T5" fmla="*/ 6657 h 25"/>
                  <a:gd name="T6" fmla="*/ 1587 w 25"/>
                  <a:gd name="T7" fmla="*/ 8145 h 25"/>
                  <a:gd name="T8" fmla="*/ 640 w 25"/>
                  <a:gd name="T9" fmla="*/ 26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3" y="6"/>
                      <a:pt x="25" y="13"/>
                      <a:pt x="22" y="18"/>
                    </a:cubicBezTo>
                    <a:cubicBezTo>
                      <a:pt x="19" y="24"/>
                      <a:pt x="12" y="25"/>
                      <a:pt x="7" y="22"/>
                    </a:cubicBezTo>
                    <a:cubicBezTo>
                      <a:pt x="2" y="19"/>
                      <a:pt x="0" y="12"/>
                      <a:pt x="3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8" name="Freeform 1484">
                <a:extLst>
                  <a:ext uri="{FF2B5EF4-FFF2-40B4-BE49-F238E27FC236}">
                    <a16:creationId xmlns:a16="http://schemas.microsoft.com/office/drawing/2014/main" id="{ADA7E200-EB1A-42F9-916E-245500BD8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1524"/>
                <a:ext cx="63" cy="67"/>
              </a:xfrm>
              <a:custGeom>
                <a:avLst/>
                <a:gdLst>
                  <a:gd name="T0" fmla="*/ 801 w 25"/>
                  <a:gd name="T1" fmla="*/ 2637 h 25"/>
                  <a:gd name="T2" fmla="*/ 4559 w 25"/>
                  <a:gd name="T3" fmla="*/ 1077 h 25"/>
                  <a:gd name="T4" fmla="*/ 5602 w 25"/>
                  <a:gd name="T5" fmla="*/ 6657 h 25"/>
                  <a:gd name="T6" fmla="*/ 1809 w 25"/>
                  <a:gd name="T7" fmla="*/ 8145 h 25"/>
                  <a:gd name="T8" fmla="*/ 801 w 25"/>
                  <a:gd name="T9" fmla="*/ 26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5" y="13"/>
                      <a:pt x="22" y="18"/>
                    </a:cubicBezTo>
                    <a:cubicBezTo>
                      <a:pt x="19" y="24"/>
                      <a:pt x="13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9" name="Freeform 1485">
                <a:extLst>
                  <a:ext uri="{FF2B5EF4-FFF2-40B4-BE49-F238E27FC236}">
                    <a16:creationId xmlns:a16="http://schemas.microsoft.com/office/drawing/2014/main" id="{6157254D-9737-4C01-88A3-C6D9E6B33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1495"/>
                <a:ext cx="62" cy="66"/>
              </a:xfrm>
              <a:custGeom>
                <a:avLst/>
                <a:gdLst>
                  <a:gd name="T0" fmla="*/ 640 w 25"/>
                  <a:gd name="T1" fmla="*/ 2334 h 25"/>
                  <a:gd name="T2" fmla="*/ 4238 w 25"/>
                  <a:gd name="T3" fmla="*/ 1011 h 25"/>
                  <a:gd name="T4" fmla="*/ 5141 w 25"/>
                  <a:gd name="T5" fmla="*/ 6162 h 25"/>
                  <a:gd name="T6" fmla="*/ 1587 w 25"/>
                  <a:gd name="T7" fmla="*/ 7437 h 25"/>
                  <a:gd name="T8" fmla="*/ 640 w 25"/>
                  <a:gd name="T9" fmla="*/ 233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5" y="13"/>
                      <a:pt x="22" y="18"/>
                    </a:cubicBezTo>
                    <a:cubicBezTo>
                      <a:pt x="19" y="24"/>
                      <a:pt x="13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0" name="Freeform 1486">
                <a:extLst>
                  <a:ext uri="{FF2B5EF4-FFF2-40B4-BE49-F238E27FC236}">
                    <a16:creationId xmlns:a16="http://schemas.microsoft.com/office/drawing/2014/main" id="{0C5E2653-7109-4E2F-94D7-AAF99D25E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1465"/>
                <a:ext cx="63" cy="67"/>
              </a:xfrm>
              <a:custGeom>
                <a:avLst/>
                <a:gdLst>
                  <a:gd name="T0" fmla="*/ 801 w 25"/>
                  <a:gd name="T1" fmla="*/ 2637 h 25"/>
                  <a:gd name="T2" fmla="*/ 4559 w 25"/>
                  <a:gd name="T3" fmla="*/ 1077 h 25"/>
                  <a:gd name="T4" fmla="*/ 5602 w 25"/>
                  <a:gd name="T5" fmla="*/ 6657 h 25"/>
                  <a:gd name="T6" fmla="*/ 1809 w 25"/>
                  <a:gd name="T7" fmla="*/ 8145 h 25"/>
                  <a:gd name="T8" fmla="*/ 801 w 25"/>
                  <a:gd name="T9" fmla="*/ 26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5" y="13"/>
                      <a:pt x="22" y="18"/>
                    </a:cubicBezTo>
                    <a:cubicBezTo>
                      <a:pt x="19" y="24"/>
                      <a:pt x="13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1" name="Freeform 1487">
                <a:extLst>
                  <a:ext uri="{FF2B5EF4-FFF2-40B4-BE49-F238E27FC236}">
                    <a16:creationId xmlns:a16="http://schemas.microsoft.com/office/drawing/2014/main" id="{1A026F98-D946-46F0-8B75-62C3D39F5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1436"/>
                <a:ext cx="62" cy="67"/>
              </a:xfrm>
              <a:custGeom>
                <a:avLst/>
                <a:gdLst>
                  <a:gd name="T0" fmla="*/ 640 w 25"/>
                  <a:gd name="T1" fmla="*/ 2637 h 25"/>
                  <a:gd name="T2" fmla="*/ 4238 w 25"/>
                  <a:gd name="T3" fmla="*/ 1077 h 25"/>
                  <a:gd name="T4" fmla="*/ 5141 w 25"/>
                  <a:gd name="T5" fmla="*/ 6657 h 25"/>
                  <a:gd name="T6" fmla="*/ 1587 w 25"/>
                  <a:gd name="T7" fmla="*/ 8145 h 25"/>
                  <a:gd name="T8" fmla="*/ 640 w 25"/>
                  <a:gd name="T9" fmla="*/ 26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5" y="13"/>
                      <a:pt x="22" y="18"/>
                    </a:cubicBezTo>
                    <a:cubicBezTo>
                      <a:pt x="19" y="24"/>
                      <a:pt x="12" y="25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2" name="Freeform 1488">
                <a:extLst>
                  <a:ext uri="{FF2B5EF4-FFF2-40B4-BE49-F238E27FC236}">
                    <a16:creationId xmlns:a16="http://schemas.microsoft.com/office/drawing/2014/main" id="{948CF129-0031-495D-97DA-24349CC61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1911"/>
                <a:ext cx="130" cy="138"/>
              </a:xfrm>
              <a:custGeom>
                <a:avLst/>
                <a:gdLst>
                  <a:gd name="T0" fmla="*/ 6375 w 52"/>
                  <a:gd name="T1" fmla="*/ 0 h 52"/>
                  <a:gd name="T2" fmla="*/ 0 w 52"/>
                  <a:gd name="T3" fmla="*/ 9084 h 52"/>
                  <a:gd name="T4" fmla="*/ 6375 w 52"/>
                  <a:gd name="T5" fmla="*/ 18150 h 52"/>
                  <a:gd name="T6" fmla="*/ 12708 w 52"/>
                  <a:gd name="T7" fmla="*/ 9084 h 52"/>
                  <a:gd name="T8" fmla="*/ 6375 w 52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2">
                    <a:moveTo>
                      <a:pt x="26" y="0"/>
                    </a:moveTo>
                    <a:cubicBezTo>
                      <a:pt x="11" y="0"/>
                      <a:pt x="0" y="12"/>
                      <a:pt x="0" y="26"/>
                    </a:cubicBezTo>
                    <a:cubicBezTo>
                      <a:pt x="0" y="41"/>
                      <a:pt x="12" y="52"/>
                      <a:pt x="26" y="52"/>
                    </a:cubicBezTo>
                    <a:cubicBezTo>
                      <a:pt x="40" y="52"/>
                      <a:pt x="52" y="41"/>
                      <a:pt x="52" y="26"/>
                    </a:cubicBezTo>
                    <a:cubicBezTo>
                      <a:pt x="52" y="12"/>
                      <a:pt x="40" y="0"/>
                      <a:pt x="26" y="0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3" name="Freeform 1489">
                <a:extLst>
                  <a:ext uri="{FF2B5EF4-FFF2-40B4-BE49-F238E27FC236}">
                    <a16:creationId xmlns:a16="http://schemas.microsoft.com/office/drawing/2014/main" id="{D8EEC45E-5176-4C89-A3E0-E36746832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1951"/>
                <a:ext cx="25" cy="58"/>
              </a:xfrm>
              <a:custGeom>
                <a:avLst/>
                <a:gdLst>
                  <a:gd name="T0" fmla="*/ 783 w 10"/>
                  <a:gd name="T1" fmla="*/ 3662 h 22"/>
                  <a:gd name="T2" fmla="*/ 0 w 10"/>
                  <a:gd name="T3" fmla="*/ 0 h 22"/>
                  <a:gd name="T4" fmla="*/ 0 w 10"/>
                  <a:gd name="T5" fmla="*/ 0 h 22"/>
                  <a:gd name="T6" fmla="*/ 2470 w 10"/>
                  <a:gd name="T7" fmla="*/ 3662 h 22"/>
                  <a:gd name="T8" fmla="*/ 313 w 10"/>
                  <a:gd name="T9" fmla="*/ 7382 h 22"/>
                  <a:gd name="T10" fmla="*/ 0 w 10"/>
                  <a:gd name="T11" fmla="*/ 7382 h 22"/>
                  <a:gd name="T12" fmla="*/ 783 w 10"/>
                  <a:gd name="T13" fmla="*/ 36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2">
                    <a:moveTo>
                      <a:pt x="3" y="11"/>
                    </a:moveTo>
                    <a:cubicBezTo>
                      <a:pt x="3" y="7"/>
                      <a:pt x="2" y="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0"/>
                      <a:pt x="10" y="5"/>
                      <a:pt x="10" y="11"/>
                    </a:cubicBezTo>
                    <a:cubicBezTo>
                      <a:pt x="10" y="17"/>
                      <a:pt x="6" y="22"/>
                      <a:pt x="1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19"/>
                      <a:pt x="3" y="15"/>
                      <a:pt x="3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4" name="Freeform 1490">
                <a:extLst>
                  <a:ext uri="{FF2B5EF4-FFF2-40B4-BE49-F238E27FC236}">
                    <a16:creationId xmlns:a16="http://schemas.microsoft.com/office/drawing/2014/main" id="{544C5BC7-D31B-474B-B736-FBFACFE4D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951"/>
                <a:ext cx="38" cy="58"/>
              </a:xfrm>
              <a:custGeom>
                <a:avLst/>
                <a:gdLst>
                  <a:gd name="T0" fmla="*/ 0 w 15"/>
                  <a:gd name="T1" fmla="*/ 6762 h 22"/>
                  <a:gd name="T2" fmla="*/ 1026 w 15"/>
                  <a:gd name="T3" fmla="*/ 3662 h 22"/>
                  <a:gd name="T4" fmla="*/ 0 w 15"/>
                  <a:gd name="T5" fmla="*/ 1007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7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20"/>
                    </a:moveTo>
                    <a:cubicBezTo>
                      <a:pt x="2" y="18"/>
                      <a:pt x="4" y="15"/>
                      <a:pt x="4" y="11"/>
                    </a:cubicBezTo>
                    <a:cubicBezTo>
                      <a:pt x="4" y="8"/>
                      <a:pt x="2" y="5"/>
                      <a:pt x="0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5" name="Freeform 1491">
                <a:extLst>
                  <a:ext uri="{FF2B5EF4-FFF2-40B4-BE49-F238E27FC236}">
                    <a16:creationId xmlns:a16="http://schemas.microsoft.com/office/drawing/2014/main" id="{1FAA1041-C5EB-427A-9A5B-65FC65A20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951"/>
                <a:ext cx="38" cy="58"/>
              </a:xfrm>
              <a:custGeom>
                <a:avLst/>
                <a:gdLst>
                  <a:gd name="T0" fmla="*/ 0 w 15"/>
                  <a:gd name="T1" fmla="*/ 6762 h 22"/>
                  <a:gd name="T2" fmla="*/ 828 w 15"/>
                  <a:gd name="T3" fmla="*/ 3662 h 22"/>
                  <a:gd name="T4" fmla="*/ 0 w 15"/>
                  <a:gd name="T5" fmla="*/ 1007 h 22"/>
                  <a:gd name="T6" fmla="*/ 1368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7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20"/>
                    </a:moveTo>
                    <a:cubicBezTo>
                      <a:pt x="2" y="18"/>
                      <a:pt x="3" y="14"/>
                      <a:pt x="3" y="11"/>
                    </a:cubicBezTo>
                    <a:cubicBezTo>
                      <a:pt x="3" y="8"/>
                      <a:pt x="2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10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3" y="22"/>
                      <a:pt x="1" y="21"/>
                      <a:pt x="0" y="2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6" name="Freeform 1492">
                <a:extLst>
                  <a:ext uri="{FF2B5EF4-FFF2-40B4-BE49-F238E27FC236}">
                    <a16:creationId xmlns:a16="http://schemas.microsoft.com/office/drawing/2014/main" id="{5F613320-B181-4184-A150-A6B83F296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1951"/>
                <a:ext cx="37" cy="58"/>
              </a:xfrm>
              <a:custGeom>
                <a:avLst/>
                <a:gdLst>
                  <a:gd name="T0" fmla="*/ 0 w 15"/>
                  <a:gd name="T1" fmla="*/ 6375 h 22"/>
                  <a:gd name="T2" fmla="*/ 930 w 15"/>
                  <a:gd name="T3" fmla="*/ 3662 h 22"/>
                  <a:gd name="T4" fmla="*/ 0 w 15"/>
                  <a:gd name="T5" fmla="*/ 1007 h 22"/>
                  <a:gd name="T6" fmla="*/ 1364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4" y="14"/>
                      <a:pt x="4" y="11"/>
                    </a:cubicBezTo>
                    <a:cubicBezTo>
                      <a:pt x="4" y="8"/>
                      <a:pt x="2" y="5"/>
                      <a:pt x="0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7" name="Freeform 1493">
                <a:extLst>
                  <a:ext uri="{FF2B5EF4-FFF2-40B4-BE49-F238E27FC236}">
                    <a16:creationId xmlns:a16="http://schemas.microsoft.com/office/drawing/2014/main" id="{5BFC4885-9CDC-4E08-B625-6BA4C733A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951"/>
                <a:ext cx="37" cy="58"/>
              </a:xfrm>
              <a:custGeom>
                <a:avLst/>
                <a:gdLst>
                  <a:gd name="T0" fmla="*/ 0 w 15"/>
                  <a:gd name="T1" fmla="*/ 6375 h 22"/>
                  <a:gd name="T2" fmla="*/ 634 w 15"/>
                  <a:gd name="T3" fmla="*/ 3662 h 22"/>
                  <a:gd name="T4" fmla="*/ 0 w 15"/>
                  <a:gd name="T5" fmla="*/ 1007 h 22"/>
                  <a:gd name="T6" fmla="*/ 1112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8"/>
                      <a:pt x="2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10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3" y="22"/>
                      <a:pt x="1" y="21"/>
                      <a:pt x="0" y="1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8" name="Freeform 1494">
                <a:extLst>
                  <a:ext uri="{FF2B5EF4-FFF2-40B4-BE49-F238E27FC236}">
                    <a16:creationId xmlns:a16="http://schemas.microsoft.com/office/drawing/2014/main" id="{31C301CC-3B22-4ADB-BF5D-E58A57ED5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951"/>
                <a:ext cx="38" cy="58"/>
              </a:xfrm>
              <a:custGeom>
                <a:avLst/>
                <a:gdLst>
                  <a:gd name="T0" fmla="*/ 0 w 15"/>
                  <a:gd name="T1" fmla="*/ 6375 h 22"/>
                  <a:gd name="T2" fmla="*/ 1026 w 15"/>
                  <a:gd name="T3" fmla="*/ 3662 h 22"/>
                  <a:gd name="T4" fmla="*/ 0 w 15"/>
                  <a:gd name="T5" fmla="*/ 625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4" y="14"/>
                      <a:pt x="4" y="11"/>
                    </a:cubicBezTo>
                    <a:cubicBezTo>
                      <a:pt x="4" y="7"/>
                      <a:pt x="2" y="4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9" name="Freeform 1495">
                <a:extLst>
                  <a:ext uri="{FF2B5EF4-FFF2-40B4-BE49-F238E27FC236}">
                    <a16:creationId xmlns:a16="http://schemas.microsoft.com/office/drawing/2014/main" id="{1CF06A7F-09BA-4ECF-A5F8-FC6E4D8B4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951"/>
                <a:ext cx="38" cy="58"/>
              </a:xfrm>
              <a:custGeom>
                <a:avLst/>
                <a:gdLst>
                  <a:gd name="T0" fmla="*/ 0 w 15"/>
                  <a:gd name="T1" fmla="*/ 6375 h 22"/>
                  <a:gd name="T2" fmla="*/ 828 w 15"/>
                  <a:gd name="T3" fmla="*/ 3662 h 22"/>
                  <a:gd name="T4" fmla="*/ 0 w 15"/>
                  <a:gd name="T5" fmla="*/ 625 h 22"/>
                  <a:gd name="T6" fmla="*/ 1368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10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3" y="22"/>
                      <a:pt x="1" y="21"/>
                      <a:pt x="0" y="1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0" name="Freeform 1496">
                <a:extLst>
                  <a:ext uri="{FF2B5EF4-FFF2-40B4-BE49-F238E27FC236}">
                    <a16:creationId xmlns:a16="http://schemas.microsoft.com/office/drawing/2014/main" id="{3B71F98B-53F9-45BF-86B1-3493298CE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951"/>
                <a:ext cx="37" cy="58"/>
              </a:xfrm>
              <a:custGeom>
                <a:avLst/>
                <a:gdLst>
                  <a:gd name="T0" fmla="*/ 0 w 15"/>
                  <a:gd name="T1" fmla="*/ 6375 h 22"/>
                  <a:gd name="T2" fmla="*/ 930 w 15"/>
                  <a:gd name="T3" fmla="*/ 3662 h 22"/>
                  <a:gd name="T4" fmla="*/ 0 w 15"/>
                  <a:gd name="T5" fmla="*/ 625 h 22"/>
                  <a:gd name="T6" fmla="*/ 1364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4" y="14"/>
                      <a:pt x="4" y="11"/>
                    </a:cubicBezTo>
                    <a:cubicBezTo>
                      <a:pt x="4" y="7"/>
                      <a:pt x="2" y="4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1" name="Freeform 1497">
                <a:extLst>
                  <a:ext uri="{FF2B5EF4-FFF2-40B4-BE49-F238E27FC236}">
                    <a16:creationId xmlns:a16="http://schemas.microsoft.com/office/drawing/2014/main" id="{0FD97A80-F3C6-4346-BFD1-4BFB03097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951"/>
                <a:ext cx="37" cy="58"/>
              </a:xfrm>
              <a:custGeom>
                <a:avLst/>
                <a:gdLst>
                  <a:gd name="T0" fmla="*/ 0 w 15"/>
                  <a:gd name="T1" fmla="*/ 6375 h 22"/>
                  <a:gd name="T2" fmla="*/ 634 w 15"/>
                  <a:gd name="T3" fmla="*/ 3662 h 22"/>
                  <a:gd name="T4" fmla="*/ 0 w 15"/>
                  <a:gd name="T5" fmla="*/ 625 h 22"/>
                  <a:gd name="T6" fmla="*/ 1112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10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3" y="22"/>
                      <a:pt x="1" y="21"/>
                      <a:pt x="0" y="1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2" name="Freeform 1498">
                <a:extLst>
                  <a:ext uri="{FF2B5EF4-FFF2-40B4-BE49-F238E27FC236}">
                    <a16:creationId xmlns:a16="http://schemas.microsoft.com/office/drawing/2014/main" id="{577DF8D0-36A9-49BA-9C82-D04DCCD75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1951"/>
                <a:ext cx="38" cy="58"/>
              </a:xfrm>
              <a:custGeom>
                <a:avLst/>
                <a:gdLst>
                  <a:gd name="T0" fmla="*/ 0 w 15"/>
                  <a:gd name="T1" fmla="*/ 6375 h 22"/>
                  <a:gd name="T2" fmla="*/ 1026 w 15"/>
                  <a:gd name="T3" fmla="*/ 3662 h 22"/>
                  <a:gd name="T4" fmla="*/ 0 w 15"/>
                  <a:gd name="T5" fmla="*/ 625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4" y="14"/>
                      <a:pt x="4" y="11"/>
                    </a:cubicBezTo>
                    <a:cubicBezTo>
                      <a:pt x="4" y="7"/>
                      <a:pt x="2" y="4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4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3" name="Freeform 1499">
                <a:extLst>
                  <a:ext uri="{FF2B5EF4-FFF2-40B4-BE49-F238E27FC236}">
                    <a16:creationId xmlns:a16="http://schemas.microsoft.com/office/drawing/2014/main" id="{B9F13A7B-404D-4E2B-8AE3-FCBF710EA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1951"/>
                <a:ext cx="38" cy="58"/>
              </a:xfrm>
              <a:custGeom>
                <a:avLst/>
                <a:gdLst>
                  <a:gd name="T0" fmla="*/ 0 w 15"/>
                  <a:gd name="T1" fmla="*/ 6375 h 22"/>
                  <a:gd name="T2" fmla="*/ 828 w 15"/>
                  <a:gd name="T3" fmla="*/ 3662 h 22"/>
                  <a:gd name="T4" fmla="*/ 0 w 15"/>
                  <a:gd name="T5" fmla="*/ 625 h 22"/>
                  <a:gd name="T6" fmla="*/ 1561 w 15"/>
                  <a:gd name="T7" fmla="*/ 0 h 22"/>
                  <a:gd name="T8" fmla="*/ 3955 w 15"/>
                  <a:gd name="T9" fmla="*/ 3335 h 22"/>
                  <a:gd name="T10" fmla="*/ 1561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1" y="1"/>
                      <a:pt x="3" y="0"/>
                      <a:pt x="6" y="0"/>
                    </a:cubicBezTo>
                    <a:cubicBezTo>
                      <a:pt x="11" y="0"/>
                      <a:pt x="15" y="4"/>
                      <a:pt x="15" y="10"/>
                    </a:cubicBezTo>
                    <a:cubicBezTo>
                      <a:pt x="15" y="17"/>
                      <a:pt x="11" y="21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4" name="Freeform 1500">
                <a:extLst>
                  <a:ext uri="{FF2B5EF4-FFF2-40B4-BE49-F238E27FC236}">
                    <a16:creationId xmlns:a16="http://schemas.microsoft.com/office/drawing/2014/main" id="{A00985FB-8584-4EFA-A810-E67F29FF6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948"/>
                <a:ext cx="37" cy="59"/>
              </a:xfrm>
              <a:custGeom>
                <a:avLst/>
                <a:gdLst>
                  <a:gd name="T0" fmla="*/ 0 w 15"/>
                  <a:gd name="T1" fmla="*/ 7501 h 22"/>
                  <a:gd name="T2" fmla="*/ 930 w 15"/>
                  <a:gd name="T3" fmla="*/ 4149 h 22"/>
                  <a:gd name="T4" fmla="*/ 0 w 15"/>
                  <a:gd name="T5" fmla="*/ 1078 h 22"/>
                  <a:gd name="T6" fmla="*/ 1364 w 15"/>
                  <a:gd name="T7" fmla="*/ 0 h 22"/>
                  <a:gd name="T8" fmla="*/ 3365 w 15"/>
                  <a:gd name="T9" fmla="*/ 4149 h 22"/>
                  <a:gd name="T10" fmla="*/ 1364 w 15"/>
                  <a:gd name="T11" fmla="*/ 8177 h 22"/>
                  <a:gd name="T12" fmla="*/ 0 w 15"/>
                  <a:gd name="T13" fmla="*/ 750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20"/>
                    </a:moveTo>
                    <a:cubicBezTo>
                      <a:pt x="2" y="18"/>
                      <a:pt x="4" y="15"/>
                      <a:pt x="4" y="11"/>
                    </a:cubicBezTo>
                    <a:cubicBezTo>
                      <a:pt x="4" y="8"/>
                      <a:pt x="2" y="5"/>
                      <a:pt x="0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2"/>
                      <a:pt x="0" y="2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5" name="Freeform 1501">
                <a:extLst>
                  <a:ext uri="{FF2B5EF4-FFF2-40B4-BE49-F238E27FC236}">
                    <a16:creationId xmlns:a16="http://schemas.microsoft.com/office/drawing/2014/main" id="{E202E66B-C5B6-4C24-9B2E-0FCC9FF42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948"/>
                <a:ext cx="37" cy="59"/>
              </a:xfrm>
              <a:custGeom>
                <a:avLst/>
                <a:gdLst>
                  <a:gd name="T0" fmla="*/ 0 w 15"/>
                  <a:gd name="T1" fmla="*/ 7501 h 22"/>
                  <a:gd name="T2" fmla="*/ 634 w 15"/>
                  <a:gd name="T3" fmla="*/ 4149 h 22"/>
                  <a:gd name="T4" fmla="*/ 0 w 15"/>
                  <a:gd name="T5" fmla="*/ 1078 h 22"/>
                  <a:gd name="T6" fmla="*/ 1364 w 15"/>
                  <a:gd name="T7" fmla="*/ 0 h 22"/>
                  <a:gd name="T8" fmla="*/ 3365 w 15"/>
                  <a:gd name="T9" fmla="*/ 4149 h 22"/>
                  <a:gd name="T10" fmla="*/ 1364 w 15"/>
                  <a:gd name="T11" fmla="*/ 8177 h 22"/>
                  <a:gd name="T12" fmla="*/ 0 w 15"/>
                  <a:gd name="T13" fmla="*/ 750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20"/>
                    </a:moveTo>
                    <a:cubicBezTo>
                      <a:pt x="2" y="18"/>
                      <a:pt x="3" y="15"/>
                      <a:pt x="3" y="11"/>
                    </a:cubicBezTo>
                    <a:cubicBezTo>
                      <a:pt x="3" y="8"/>
                      <a:pt x="2" y="5"/>
                      <a:pt x="0" y="3"/>
                    </a:cubicBezTo>
                    <a:cubicBezTo>
                      <a:pt x="1" y="1"/>
                      <a:pt x="3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6" name="Freeform 1502">
                <a:extLst>
                  <a:ext uri="{FF2B5EF4-FFF2-40B4-BE49-F238E27FC236}">
                    <a16:creationId xmlns:a16="http://schemas.microsoft.com/office/drawing/2014/main" id="{67F8636E-2B2C-417A-826A-F22BA28DF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1929"/>
                <a:ext cx="70" cy="72"/>
              </a:xfrm>
              <a:custGeom>
                <a:avLst/>
                <a:gdLst>
                  <a:gd name="T0" fmla="*/ 0 w 28"/>
                  <a:gd name="T1" fmla="*/ 5005 h 27"/>
                  <a:gd name="T2" fmla="*/ 3438 w 28"/>
                  <a:gd name="T3" fmla="*/ 0 h 27"/>
                  <a:gd name="T4" fmla="*/ 6845 w 28"/>
                  <a:gd name="T5" fmla="*/ 4701 h 27"/>
                  <a:gd name="T6" fmla="*/ 3438 w 28"/>
                  <a:gd name="T7" fmla="*/ 9707 h 27"/>
                  <a:gd name="T8" fmla="*/ 0 w 28"/>
                  <a:gd name="T9" fmla="*/ 500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7">
                    <a:moveTo>
                      <a:pt x="0" y="14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8" y="6"/>
                      <a:pt x="28" y="13"/>
                    </a:cubicBezTo>
                    <a:cubicBezTo>
                      <a:pt x="28" y="21"/>
                      <a:pt x="22" y="27"/>
                      <a:pt x="14" y="27"/>
                    </a:cubicBezTo>
                    <a:cubicBezTo>
                      <a:pt x="7" y="27"/>
                      <a:pt x="0" y="21"/>
                      <a:pt x="0" y="14"/>
                    </a:cubicBezTo>
                    <a:close/>
                  </a:path>
                </a:pathLst>
              </a:cu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7" name="Freeform 1503">
                <a:extLst>
                  <a:ext uri="{FF2B5EF4-FFF2-40B4-BE49-F238E27FC236}">
                    <a16:creationId xmlns:a16="http://schemas.microsoft.com/office/drawing/2014/main" id="{AF16D7A4-8515-4695-8AE0-8180F83BD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1945"/>
                <a:ext cx="22" cy="24"/>
              </a:xfrm>
              <a:custGeom>
                <a:avLst/>
                <a:gdLst>
                  <a:gd name="T0" fmla="*/ 0 w 9"/>
                  <a:gd name="T1" fmla="*/ 1763 h 9"/>
                  <a:gd name="T2" fmla="*/ 860 w 9"/>
                  <a:gd name="T3" fmla="*/ 0 h 9"/>
                  <a:gd name="T4" fmla="*/ 1931 w 9"/>
                  <a:gd name="T5" fmla="*/ 1459 h 9"/>
                  <a:gd name="T6" fmla="*/ 860 w 9"/>
                  <a:gd name="T7" fmla="*/ 3243 h 9"/>
                  <a:gd name="T8" fmla="*/ 0 w 9"/>
                  <a:gd name="T9" fmla="*/ 176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7" y="0"/>
                      <a:pt x="9" y="2"/>
                      <a:pt x="9" y="4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8" name="Freeform 1504">
                <a:extLst>
                  <a:ext uri="{FF2B5EF4-FFF2-40B4-BE49-F238E27FC236}">
                    <a16:creationId xmlns:a16="http://schemas.microsoft.com/office/drawing/2014/main" id="{46B79C4E-5E68-4D8A-9A67-E0049210F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1927"/>
                <a:ext cx="100" cy="114"/>
              </a:xfrm>
              <a:custGeom>
                <a:avLst/>
                <a:gdLst>
                  <a:gd name="T0" fmla="*/ 6645 w 40"/>
                  <a:gd name="T1" fmla="*/ 0 h 43"/>
                  <a:gd name="T2" fmla="*/ 8333 w 40"/>
                  <a:gd name="T3" fmla="*/ 5475 h 43"/>
                  <a:gd name="T4" fmla="*/ 2738 w 40"/>
                  <a:gd name="T5" fmla="*/ 13489 h 43"/>
                  <a:gd name="T6" fmla="*/ 0 w 40"/>
                  <a:gd name="T7" fmla="*/ 12209 h 43"/>
                  <a:gd name="T8" fmla="*/ 4220 w 40"/>
                  <a:gd name="T9" fmla="*/ 14929 h 43"/>
                  <a:gd name="T10" fmla="*/ 9583 w 40"/>
                  <a:gd name="T11" fmla="*/ 6973 h 43"/>
                  <a:gd name="T12" fmla="*/ 6645 w 40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43">
                    <a:moveTo>
                      <a:pt x="27" y="0"/>
                    </a:moveTo>
                    <a:cubicBezTo>
                      <a:pt x="33" y="7"/>
                      <a:pt x="34" y="11"/>
                      <a:pt x="34" y="16"/>
                    </a:cubicBezTo>
                    <a:cubicBezTo>
                      <a:pt x="34" y="31"/>
                      <a:pt x="24" y="39"/>
                      <a:pt x="11" y="39"/>
                    </a:cubicBezTo>
                    <a:cubicBezTo>
                      <a:pt x="8" y="39"/>
                      <a:pt x="3" y="37"/>
                      <a:pt x="0" y="35"/>
                    </a:cubicBezTo>
                    <a:cubicBezTo>
                      <a:pt x="4" y="40"/>
                      <a:pt x="10" y="43"/>
                      <a:pt x="17" y="43"/>
                    </a:cubicBezTo>
                    <a:cubicBezTo>
                      <a:pt x="29" y="43"/>
                      <a:pt x="40" y="33"/>
                      <a:pt x="39" y="20"/>
                    </a:cubicBezTo>
                    <a:cubicBezTo>
                      <a:pt x="39" y="11"/>
                      <a:pt x="34" y="4"/>
                      <a:pt x="27" y="0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9" name="Freeform 1505">
                <a:extLst>
                  <a:ext uri="{FF2B5EF4-FFF2-40B4-BE49-F238E27FC236}">
                    <a16:creationId xmlns:a16="http://schemas.microsoft.com/office/drawing/2014/main" id="{E128D7FB-AB8C-4155-A45A-02A704F2C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953"/>
                <a:ext cx="25" cy="30"/>
              </a:xfrm>
              <a:custGeom>
                <a:avLst/>
                <a:gdLst>
                  <a:gd name="T0" fmla="*/ 783 w 10"/>
                  <a:gd name="T1" fmla="*/ 4544 h 11"/>
                  <a:gd name="T2" fmla="*/ 0 w 10"/>
                  <a:gd name="T3" fmla="*/ 775 h 11"/>
                  <a:gd name="T4" fmla="*/ 2470 w 10"/>
                  <a:gd name="T5" fmla="*/ 4099 h 11"/>
                  <a:gd name="T6" fmla="*/ 1300 w 10"/>
                  <a:gd name="T7" fmla="*/ 2433 h 11"/>
                  <a:gd name="T8" fmla="*/ 783 w 10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3" y="11"/>
                    </a:moveTo>
                    <a:cubicBezTo>
                      <a:pt x="4" y="7"/>
                      <a:pt x="2" y="3"/>
                      <a:pt x="0" y="2"/>
                    </a:cubicBezTo>
                    <a:cubicBezTo>
                      <a:pt x="3" y="0"/>
                      <a:pt x="9" y="2"/>
                      <a:pt x="10" y="10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4" y="7"/>
                      <a:pt x="3" y="9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0" name="Freeform 1506">
                <a:extLst>
                  <a:ext uri="{FF2B5EF4-FFF2-40B4-BE49-F238E27FC236}">
                    <a16:creationId xmlns:a16="http://schemas.microsoft.com/office/drawing/2014/main" id="{ADBBBD2D-5D4D-4BAC-B7E0-47439F45E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1953"/>
                <a:ext cx="22" cy="30"/>
              </a:xfrm>
              <a:custGeom>
                <a:avLst/>
                <a:gdLst>
                  <a:gd name="T0" fmla="*/ 425 w 9"/>
                  <a:gd name="T1" fmla="*/ 4544 h 11"/>
                  <a:gd name="T2" fmla="*/ 0 w 9"/>
                  <a:gd name="T3" fmla="*/ 775 h 11"/>
                  <a:gd name="T4" fmla="*/ 1931 w 9"/>
                  <a:gd name="T5" fmla="*/ 4099 h 11"/>
                  <a:gd name="T6" fmla="*/ 1039 w 9"/>
                  <a:gd name="T7" fmla="*/ 2433 h 11"/>
                  <a:gd name="T8" fmla="*/ 425 w 9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2" y="11"/>
                    </a:moveTo>
                    <a:cubicBezTo>
                      <a:pt x="3" y="7"/>
                      <a:pt x="1" y="3"/>
                      <a:pt x="0" y="2"/>
                    </a:cubicBezTo>
                    <a:cubicBezTo>
                      <a:pt x="3" y="0"/>
                      <a:pt x="8" y="2"/>
                      <a:pt x="9" y="10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3" y="7"/>
                      <a:pt x="3" y="9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1" name="Freeform 1507">
                <a:extLst>
                  <a:ext uri="{FF2B5EF4-FFF2-40B4-BE49-F238E27FC236}">
                    <a16:creationId xmlns:a16="http://schemas.microsoft.com/office/drawing/2014/main" id="{B1F6A0F0-9693-4C1C-B10C-9E7C64AB5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1953"/>
                <a:ext cx="25" cy="30"/>
              </a:xfrm>
              <a:custGeom>
                <a:avLst/>
                <a:gdLst>
                  <a:gd name="T0" fmla="*/ 783 w 10"/>
                  <a:gd name="T1" fmla="*/ 4544 h 11"/>
                  <a:gd name="T2" fmla="*/ 0 w 10"/>
                  <a:gd name="T3" fmla="*/ 775 h 11"/>
                  <a:gd name="T4" fmla="*/ 2470 w 10"/>
                  <a:gd name="T5" fmla="*/ 4099 h 11"/>
                  <a:gd name="T6" fmla="*/ 1300 w 10"/>
                  <a:gd name="T7" fmla="*/ 2433 h 11"/>
                  <a:gd name="T8" fmla="*/ 783 w 10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3" y="11"/>
                    </a:moveTo>
                    <a:cubicBezTo>
                      <a:pt x="4" y="7"/>
                      <a:pt x="2" y="3"/>
                      <a:pt x="0" y="2"/>
                    </a:cubicBezTo>
                    <a:cubicBezTo>
                      <a:pt x="3" y="0"/>
                      <a:pt x="9" y="2"/>
                      <a:pt x="10" y="10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4" y="7"/>
                      <a:pt x="3" y="9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2" name="Freeform 1508">
                <a:extLst>
                  <a:ext uri="{FF2B5EF4-FFF2-40B4-BE49-F238E27FC236}">
                    <a16:creationId xmlns:a16="http://schemas.microsoft.com/office/drawing/2014/main" id="{26B4C8B7-17A9-44F5-8D21-07D83DCAF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953"/>
                <a:ext cx="23" cy="30"/>
              </a:xfrm>
              <a:custGeom>
                <a:avLst/>
                <a:gdLst>
                  <a:gd name="T0" fmla="*/ 549 w 9"/>
                  <a:gd name="T1" fmla="*/ 4544 h 11"/>
                  <a:gd name="T2" fmla="*/ 0 w 9"/>
                  <a:gd name="T3" fmla="*/ 775 h 11"/>
                  <a:gd name="T4" fmla="*/ 2520 w 9"/>
                  <a:gd name="T5" fmla="*/ 4099 h 11"/>
                  <a:gd name="T6" fmla="*/ 1403 w 9"/>
                  <a:gd name="T7" fmla="*/ 2433 h 11"/>
                  <a:gd name="T8" fmla="*/ 549 w 9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2" y="11"/>
                    </a:moveTo>
                    <a:cubicBezTo>
                      <a:pt x="3" y="7"/>
                      <a:pt x="1" y="2"/>
                      <a:pt x="0" y="2"/>
                    </a:cubicBezTo>
                    <a:cubicBezTo>
                      <a:pt x="3" y="0"/>
                      <a:pt x="8" y="2"/>
                      <a:pt x="9" y="10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3" y="7"/>
                      <a:pt x="3" y="9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3" name="Freeform 1509">
                <a:extLst>
                  <a:ext uri="{FF2B5EF4-FFF2-40B4-BE49-F238E27FC236}">
                    <a16:creationId xmlns:a16="http://schemas.microsoft.com/office/drawing/2014/main" id="{38E9CF41-5635-4FAD-AD51-FF6E423FF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953"/>
                <a:ext cx="25" cy="30"/>
              </a:xfrm>
              <a:custGeom>
                <a:avLst/>
                <a:gdLst>
                  <a:gd name="T0" fmla="*/ 783 w 10"/>
                  <a:gd name="T1" fmla="*/ 4544 h 11"/>
                  <a:gd name="T2" fmla="*/ 0 w 10"/>
                  <a:gd name="T3" fmla="*/ 775 h 11"/>
                  <a:gd name="T4" fmla="*/ 2470 w 10"/>
                  <a:gd name="T5" fmla="*/ 4099 h 11"/>
                  <a:gd name="T6" fmla="*/ 1300 w 10"/>
                  <a:gd name="T7" fmla="*/ 2433 h 11"/>
                  <a:gd name="T8" fmla="*/ 783 w 10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3" y="11"/>
                    </a:moveTo>
                    <a:cubicBezTo>
                      <a:pt x="4" y="7"/>
                      <a:pt x="2" y="2"/>
                      <a:pt x="0" y="2"/>
                    </a:cubicBezTo>
                    <a:cubicBezTo>
                      <a:pt x="3" y="0"/>
                      <a:pt x="9" y="2"/>
                      <a:pt x="10" y="10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4" y="7"/>
                      <a:pt x="3" y="9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4" name="Freeform 1510">
                <a:extLst>
                  <a:ext uri="{FF2B5EF4-FFF2-40B4-BE49-F238E27FC236}">
                    <a16:creationId xmlns:a16="http://schemas.microsoft.com/office/drawing/2014/main" id="{E96C6AC9-6624-4813-B5E6-68B2FBD2F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953"/>
                <a:ext cx="22" cy="30"/>
              </a:xfrm>
              <a:custGeom>
                <a:avLst/>
                <a:gdLst>
                  <a:gd name="T0" fmla="*/ 425 w 9"/>
                  <a:gd name="T1" fmla="*/ 4544 h 11"/>
                  <a:gd name="T2" fmla="*/ 0 w 9"/>
                  <a:gd name="T3" fmla="*/ 775 h 11"/>
                  <a:gd name="T4" fmla="*/ 1931 w 9"/>
                  <a:gd name="T5" fmla="*/ 4099 h 11"/>
                  <a:gd name="T6" fmla="*/ 1039 w 9"/>
                  <a:gd name="T7" fmla="*/ 2433 h 11"/>
                  <a:gd name="T8" fmla="*/ 425 w 9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2" y="11"/>
                    </a:moveTo>
                    <a:cubicBezTo>
                      <a:pt x="3" y="7"/>
                      <a:pt x="1" y="2"/>
                      <a:pt x="0" y="2"/>
                    </a:cubicBezTo>
                    <a:cubicBezTo>
                      <a:pt x="3" y="0"/>
                      <a:pt x="8" y="2"/>
                      <a:pt x="9" y="10"/>
                    </a:cubicBezTo>
                    <a:cubicBezTo>
                      <a:pt x="8" y="6"/>
                      <a:pt x="6" y="5"/>
                      <a:pt x="5" y="6"/>
                    </a:cubicBezTo>
                    <a:cubicBezTo>
                      <a:pt x="3" y="6"/>
                      <a:pt x="3" y="8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5" name="Freeform 1511">
                <a:extLst>
                  <a:ext uri="{FF2B5EF4-FFF2-40B4-BE49-F238E27FC236}">
                    <a16:creationId xmlns:a16="http://schemas.microsoft.com/office/drawing/2014/main" id="{EB043972-6BE7-4A25-A688-C38C30FC0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953"/>
                <a:ext cx="25" cy="30"/>
              </a:xfrm>
              <a:custGeom>
                <a:avLst/>
                <a:gdLst>
                  <a:gd name="T0" fmla="*/ 783 w 10"/>
                  <a:gd name="T1" fmla="*/ 4544 h 11"/>
                  <a:gd name="T2" fmla="*/ 0 w 10"/>
                  <a:gd name="T3" fmla="*/ 775 h 11"/>
                  <a:gd name="T4" fmla="*/ 2470 w 10"/>
                  <a:gd name="T5" fmla="*/ 4099 h 11"/>
                  <a:gd name="T6" fmla="*/ 1300 w 10"/>
                  <a:gd name="T7" fmla="*/ 2433 h 11"/>
                  <a:gd name="T8" fmla="*/ 783 w 10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3" y="11"/>
                    </a:moveTo>
                    <a:cubicBezTo>
                      <a:pt x="4" y="7"/>
                      <a:pt x="2" y="2"/>
                      <a:pt x="0" y="2"/>
                    </a:cubicBezTo>
                    <a:cubicBezTo>
                      <a:pt x="3" y="0"/>
                      <a:pt x="9" y="2"/>
                      <a:pt x="10" y="10"/>
                    </a:cubicBezTo>
                    <a:cubicBezTo>
                      <a:pt x="8" y="6"/>
                      <a:pt x="6" y="5"/>
                      <a:pt x="5" y="6"/>
                    </a:cubicBezTo>
                    <a:cubicBezTo>
                      <a:pt x="4" y="6"/>
                      <a:pt x="3" y="8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6" name="Freeform 1512">
                <a:extLst>
                  <a:ext uri="{FF2B5EF4-FFF2-40B4-BE49-F238E27FC236}">
                    <a16:creationId xmlns:a16="http://schemas.microsoft.com/office/drawing/2014/main" id="{1B41C2C4-E128-417C-A3C3-7C28789B9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953"/>
                <a:ext cx="23" cy="30"/>
              </a:xfrm>
              <a:custGeom>
                <a:avLst/>
                <a:gdLst>
                  <a:gd name="T0" fmla="*/ 549 w 9"/>
                  <a:gd name="T1" fmla="*/ 4544 h 11"/>
                  <a:gd name="T2" fmla="*/ 0 w 9"/>
                  <a:gd name="T3" fmla="*/ 447 h 11"/>
                  <a:gd name="T4" fmla="*/ 2520 w 9"/>
                  <a:gd name="T5" fmla="*/ 4099 h 11"/>
                  <a:gd name="T6" fmla="*/ 1403 w 9"/>
                  <a:gd name="T7" fmla="*/ 2433 h 11"/>
                  <a:gd name="T8" fmla="*/ 549 w 9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2" y="11"/>
                    </a:moveTo>
                    <a:cubicBezTo>
                      <a:pt x="3" y="7"/>
                      <a:pt x="1" y="2"/>
                      <a:pt x="0" y="1"/>
                    </a:cubicBezTo>
                    <a:cubicBezTo>
                      <a:pt x="3" y="0"/>
                      <a:pt x="8" y="1"/>
                      <a:pt x="9" y="10"/>
                    </a:cubicBezTo>
                    <a:cubicBezTo>
                      <a:pt x="8" y="6"/>
                      <a:pt x="6" y="5"/>
                      <a:pt x="5" y="6"/>
                    </a:cubicBezTo>
                    <a:cubicBezTo>
                      <a:pt x="3" y="6"/>
                      <a:pt x="3" y="8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7" name="Freeform 1513">
                <a:extLst>
                  <a:ext uri="{FF2B5EF4-FFF2-40B4-BE49-F238E27FC236}">
                    <a16:creationId xmlns:a16="http://schemas.microsoft.com/office/drawing/2014/main" id="{4C5D2702-1D88-496B-AB4F-681EEB9C4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953"/>
                <a:ext cx="25" cy="27"/>
              </a:xfrm>
              <a:custGeom>
                <a:avLst/>
                <a:gdLst>
                  <a:gd name="T0" fmla="*/ 783 w 10"/>
                  <a:gd name="T1" fmla="*/ 3877 h 10"/>
                  <a:gd name="T2" fmla="*/ 0 w 10"/>
                  <a:gd name="T3" fmla="*/ 429 h 10"/>
                  <a:gd name="T4" fmla="*/ 2470 w 10"/>
                  <a:gd name="T5" fmla="*/ 3464 h 10"/>
                  <a:gd name="T6" fmla="*/ 1300 w 10"/>
                  <a:gd name="T7" fmla="*/ 2282 h 10"/>
                  <a:gd name="T8" fmla="*/ 783 w 10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3" y="10"/>
                    </a:moveTo>
                    <a:cubicBezTo>
                      <a:pt x="4" y="7"/>
                      <a:pt x="2" y="2"/>
                      <a:pt x="0" y="1"/>
                    </a:cubicBezTo>
                    <a:cubicBezTo>
                      <a:pt x="3" y="0"/>
                      <a:pt x="9" y="1"/>
                      <a:pt x="10" y="9"/>
                    </a:cubicBezTo>
                    <a:cubicBezTo>
                      <a:pt x="8" y="6"/>
                      <a:pt x="6" y="5"/>
                      <a:pt x="5" y="6"/>
                    </a:cubicBezTo>
                    <a:cubicBezTo>
                      <a:pt x="4" y="6"/>
                      <a:pt x="3" y="8"/>
                      <a:pt x="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8" name="Freeform 1514">
                <a:extLst>
                  <a:ext uri="{FF2B5EF4-FFF2-40B4-BE49-F238E27FC236}">
                    <a16:creationId xmlns:a16="http://schemas.microsoft.com/office/drawing/2014/main" id="{4CF82C51-A18F-4AFA-8BCF-00108DA3A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953"/>
                <a:ext cx="22" cy="27"/>
              </a:xfrm>
              <a:custGeom>
                <a:avLst/>
                <a:gdLst>
                  <a:gd name="T0" fmla="*/ 425 w 9"/>
                  <a:gd name="T1" fmla="*/ 3877 h 10"/>
                  <a:gd name="T2" fmla="*/ 0 w 9"/>
                  <a:gd name="T3" fmla="*/ 429 h 10"/>
                  <a:gd name="T4" fmla="*/ 1931 w 9"/>
                  <a:gd name="T5" fmla="*/ 3464 h 10"/>
                  <a:gd name="T6" fmla="*/ 1039 w 9"/>
                  <a:gd name="T7" fmla="*/ 2282 h 10"/>
                  <a:gd name="T8" fmla="*/ 425 w 9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2" y="10"/>
                    </a:moveTo>
                    <a:cubicBezTo>
                      <a:pt x="3" y="7"/>
                      <a:pt x="1" y="2"/>
                      <a:pt x="0" y="1"/>
                    </a:cubicBezTo>
                    <a:cubicBezTo>
                      <a:pt x="3" y="0"/>
                      <a:pt x="8" y="1"/>
                      <a:pt x="9" y="9"/>
                    </a:cubicBezTo>
                    <a:cubicBezTo>
                      <a:pt x="8" y="5"/>
                      <a:pt x="6" y="5"/>
                      <a:pt x="5" y="6"/>
                    </a:cubicBezTo>
                    <a:cubicBezTo>
                      <a:pt x="3" y="6"/>
                      <a:pt x="3" y="8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9" name="Freeform 1515">
                <a:extLst>
                  <a:ext uri="{FF2B5EF4-FFF2-40B4-BE49-F238E27FC236}">
                    <a16:creationId xmlns:a16="http://schemas.microsoft.com/office/drawing/2014/main" id="{DD060160-E1D2-4921-B732-0AADC76C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953"/>
                <a:ext cx="25" cy="27"/>
              </a:xfrm>
              <a:custGeom>
                <a:avLst/>
                <a:gdLst>
                  <a:gd name="T0" fmla="*/ 783 w 10"/>
                  <a:gd name="T1" fmla="*/ 3877 h 10"/>
                  <a:gd name="T2" fmla="*/ 0 w 10"/>
                  <a:gd name="T3" fmla="*/ 429 h 10"/>
                  <a:gd name="T4" fmla="*/ 2470 w 10"/>
                  <a:gd name="T5" fmla="*/ 3464 h 10"/>
                  <a:gd name="T6" fmla="*/ 1300 w 10"/>
                  <a:gd name="T7" fmla="*/ 2282 h 10"/>
                  <a:gd name="T8" fmla="*/ 783 w 10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3" y="10"/>
                    </a:moveTo>
                    <a:cubicBezTo>
                      <a:pt x="4" y="7"/>
                      <a:pt x="2" y="2"/>
                      <a:pt x="0" y="1"/>
                    </a:cubicBezTo>
                    <a:cubicBezTo>
                      <a:pt x="3" y="0"/>
                      <a:pt x="9" y="1"/>
                      <a:pt x="10" y="9"/>
                    </a:cubicBezTo>
                    <a:cubicBezTo>
                      <a:pt x="8" y="5"/>
                      <a:pt x="6" y="5"/>
                      <a:pt x="5" y="6"/>
                    </a:cubicBezTo>
                    <a:cubicBezTo>
                      <a:pt x="4" y="6"/>
                      <a:pt x="3" y="8"/>
                      <a:pt x="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0" name="Freeform 1516">
                <a:extLst>
                  <a:ext uri="{FF2B5EF4-FFF2-40B4-BE49-F238E27FC236}">
                    <a16:creationId xmlns:a16="http://schemas.microsoft.com/office/drawing/2014/main" id="{079386C1-6B9D-449E-9F1D-5E35D2846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1953"/>
                <a:ext cx="23" cy="27"/>
              </a:xfrm>
              <a:custGeom>
                <a:avLst/>
                <a:gdLst>
                  <a:gd name="T0" fmla="*/ 549 w 9"/>
                  <a:gd name="T1" fmla="*/ 3877 h 10"/>
                  <a:gd name="T2" fmla="*/ 0 w 9"/>
                  <a:gd name="T3" fmla="*/ 429 h 10"/>
                  <a:gd name="T4" fmla="*/ 2520 w 9"/>
                  <a:gd name="T5" fmla="*/ 3464 h 10"/>
                  <a:gd name="T6" fmla="*/ 1403 w 9"/>
                  <a:gd name="T7" fmla="*/ 2282 h 10"/>
                  <a:gd name="T8" fmla="*/ 549 w 9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2" y="10"/>
                    </a:moveTo>
                    <a:cubicBezTo>
                      <a:pt x="3" y="7"/>
                      <a:pt x="1" y="2"/>
                      <a:pt x="0" y="1"/>
                    </a:cubicBezTo>
                    <a:cubicBezTo>
                      <a:pt x="3" y="0"/>
                      <a:pt x="8" y="1"/>
                      <a:pt x="9" y="9"/>
                    </a:cubicBezTo>
                    <a:cubicBezTo>
                      <a:pt x="8" y="5"/>
                      <a:pt x="6" y="5"/>
                      <a:pt x="5" y="6"/>
                    </a:cubicBezTo>
                    <a:cubicBezTo>
                      <a:pt x="3" y="6"/>
                      <a:pt x="3" y="8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1" name="Freeform 1517">
                <a:extLst>
                  <a:ext uri="{FF2B5EF4-FFF2-40B4-BE49-F238E27FC236}">
                    <a16:creationId xmlns:a16="http://schemas.microsoft.com/office/drawing/2014/main" id="{E277264D-1D63-4389-A03E-DC9E2D639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1911"/>
                <a:ext cx="130" cy="138"/>
              </a:xfrm>
              <a:custGeom>
                <a:avLst/>
                <a:gdLst>
                  <a:gd name="T0" fmla="*/ 6375 w 52"/>
                  <a:gd name="T1" fmla="*/ 0 h 52"/>
                  <a:gd name="T2" fmla="*/ 0 w 52"/>
                  <a:gd name="T3" fmla="*/ 9084 h 52"/>
                  <a:gd name="T4" fmla="*/ 6375 w 52"/>
                  <a:gd name="T5" fmla="*/ 18150 h 52"/>
                  <a:gd name="T6" fmla="*/ 12708 w 52"/>
                  <a:gd name="T7" fmla="*/ 9084 h 52"/>
                  <a:gd name="T8" fmla="*/ 6375 w 52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2">
                    <a:moveTo>
                      <a:pt x="26" y="0"/>
                    </a:moveTo>
                    <a:cubicBezTo>
                      <a:pt x="11" y="0"/>
                      <a:pt x="0" y="12"/>
                      <a:pt x="0" y="26"/>
                    </a:cubicBezTo>
                    <a:cubicBezTo>
                      <a:pt x="0" y="41"/>
                      <a:pt x="12" y="52"/>
                      <a:pt x="26" y="52"/>
                    </a:cubicBezTo>
                    <a:cubicBezTo>
                      <a:pt x="40" y="52"/>
                      <a:pt x="52" y="41"/>
                      <a:pt x="52" y="26"/>
                    </a:cubicBezTo>
                    <a:cubicBezTo>
                      <a:pt x="52" y="12"/>
                      <a:pt x="40" y="0"/>
                      <a:pt x="26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2" name="Freeform 1518">
                <a:extLst>
                  <a:ext uri="{FF2B5EF4-FFF2-40B4-BE49-F238E27FC236}">
                    <a16:creationId xmlns:a16="http://schemas.microsoft.com/office/drawing/2014/main" id="{FF8CD075-49ED-4312-BB3B-3D6C5EBA4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1951"/>
                <a:ext cx="25" cy="58"/>
              </a:xfrm>
              <a:custGeom>
                <a:avLst/>
                <a:gdLst>
                  <a:gd name="T0" fmla="*/ 783 w 10"/>
                  <a:gd name="T1" fmla="*/ 3662 h 22"/>
                  <a:gd name="T2" fmla="*/ 0 w 10"/>
                  <a:gd name="T3" fmla="*/ 0 h 22"/>
                  <a:gd name="T4" fmla="*/ 0 w 10"/>
                  <a:gd name="T5" fmla="*/ 0 h 22"/>
                  <a:gd name="T6" fmla="*/ 2470 w 10"/>
                  <a:gd name="T7" fmla="*/ 3662 h 22"/>
                  <a:gd name="T8" fmla="*/ 313 w 10"/>
                  <a:gd name="T9" fmla="*/ 7382 h 22"/>
                  <a:gd name="T10" fmla="*/ 0 w 10"/>
                  <a:gd name="T11" fmla="*/ 7382 h 22"/>
                  <a:gd name="T12" fmla="*/ 783 w 10"/>
                  <a:gd name="T13" fmla="*/ 36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2">
                    <a:moveTo>
                      <a:pt x="3" y="11"/>
                    </a:moveTo>
                    <a:cubicBezTo>
                      <a:pt x="3" y="7"/>
                      <a:pt x="2" y="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0"/>
                      <a:pt x="10" y="5"/>
                      <a:pt x="10" y="11"/>
                    </a:cubicBezTo>
                    <a:cubicBezTo>
                      <a:pt x="10" y="17"/>
                      <a:pt x="6" y="22"/>
                      <a:pt x="1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19"/>
                      <a:pt x="3" y="15"/>
                      <a:pt x="3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3" name="Freeform 1519">
                <a:extLst>
                  <a:ext uri="{FF2B5EF4-FFF2-40B4-BE49-F238E27FC236}">
                    <a16:creationId xmlns:a16="http://schemas.microsoft.com/office/drawing/2014/main" id="{84961D21-273A-4EDA-B0EB-74D4402DC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951"/>
                <a:ext cx="38" cy="58"/>
              </a:xfrm>
              <a:custGeom>
                <a:avLst/>
                <a:gdLst>
                  <a:gd name="T0" fmla="*/ 0 w 15"/>
                  <a:gd name="T1" fmla="*/ 6762 h 22"/>
                  <a:gd name="T2" fmla="*/ 1026 w 15"/>
                  <a:gd name="T3" fmla="*/ 3662 h 22"/>
                  <a:gd name="T4" fmla="*/ 0 w 15"/>
                  <a:gd name="T5" fmla="*/ 1007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7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20"/>
                    </a:moveTo>
                    <a:cubicBezTo>
                      <a:pt x="2" y="18"/>
                      <a:pt x="4" y="15"/>
                      <a:pt x="4" y="11"/>
                    </a:cubicBezTo>
                    <a:cubicBezTo>
                      <a:pt x="4" y="8"/>
                      <a:pt x="2" y="5"/>
                      <a:pt x="0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4" name="Freeform 1520">
                <a:extLst>
                  <a:ext uri="{FF2B5EF4-FFF2-40B4-BE49-F238E27FC236}">
                    <a16:creationId xmlns:a16="http://schemas.microsoft.com/office/drawing/2014/main" id="{F8C46E2F-0338-4947-83AB-56F3439A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951"/>
                <a:ext cx="38" cy="58"/>
              </a:xfrm>
              <a:custGeom>
                <a:avLst/>
                <a:gdLst>
                  <a:gd name="T0" fmla="*/ 0 w 15"/>
                  <a:gd name="T1" fmla="*/ 6762 h 22"/>
                  <a:gd name="T2" fmla="*/ 828 w 15"/>
                  <a:gd name="T3" fmla="*/ 3662 h 22"/>
                  <a:gd name="T4" fmla="*/ 0 w 15"/>
                  <a:gd name="T5" fmla="*/ 1007 h 22"/>
                  <a:gd name="T6" fmla="*/ 1368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7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20"/>
                    </a:moveTo>
                    <a:cubicBezTo>
                      <a:pt x="2" y="18"/>
                      <a:pt x="3" y="14"/>
                      <a:pt x="3" y="11"/>
                    </a:cubicBezTo>
                    <a:cubicBezTo>
                      <a:pt x="3" y="8"/>
                      <a:pt x="2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10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3" y="22"/>
                      <a:pt x="1" y="21"/>
                      <a:pt x="0" y="2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5" name="Freeform 1521">
                <a:extLst>
                  <a:ext uri="{FF2B5EF4-FFF2-40B4-BE49-F238E27FC236}">
                    <a16:creationId xmlns:a16="http://schemas.microsoft.com/office/drawing/2014/main" id="{3C452049-2992-476C-938C-7D79F0A81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1951"/>
                <a:ext cx="37" cy="58"/>
              </a:xfrm>
              <a:custGeom>
                <a:avLst/>
                <a:gdLst>
                  <a:gd name="T0" fmla="*/ 0 w 15"/>
                  <a:gd name="T1" fmla="*/ 6375 h 22"/>
                  <a:gd name="T2" fmla="*/ 930 w 15"/>
                  <a:gd name="T3" fmla="*/ 3662 h 22"/>
                  <a:gd name="T4" fmla="*/ 0 w 15"/>
                  <a:gd name="T5" fmla="*/ 1007 h 22"/>
                  <a:gd name="T6" fmla="*/ 1364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4" y="14"/>
                      <a:pt x="4" y="11"/>
                    </a:cubicBezTo>
                    <a:cubicBezTo>
                      <a:pt x="4" y="8"/>
                      <a:pt x="2" y="5"/>
                      <a:pt x="0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6" name="Freeform 1522">
                <a:extLst>
                  <a:ext uri="{FF2B5EF4-FFF2-40B4-BE49-F238E27FC236}">
                    <a16:creationId xmlns:a16="http://schemas.microsoft.com/office/drawing/2014/main" id="{B0F355D3-1127-417E-B2AF-48B8C37EE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951"/>
                <a:ext cx="37" cy="58"/>
              </a:xfrm>
              <a:custGeom>
                <a:avLst/>
                <a:gdLst>
                  <a:gd name="T0" fmla="*/ 0 w 15"/>
                  <a:gd name="T1" fmla="*/ 6375 h 22"/>
                  <a:gd name="T2" fmla="*/ 634 w 15"/>
                  <a:gd name="T3" fmla="*/ 3662 h 22"/>
                  <a:gd name="T4" fmla="*/ 0 w 15"/>
                  <a:gd name="T5" fmla="*/ 1007 h 22"/>
                  <a:gd name="T6" fmla="*/ 1112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8"/>
                      <a:pt x="2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10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3" y="22"/>
                      <a:pt x="1" y="21"/>
                      <a:pt x="0" y="1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7" name="Freeform 1523">
                <a:extLst>
                  <a:ext uri="{FF2B5EF4-FFF2-40B4-BE49-F238E27FC236}">
                    <a16:creationId xmlns:a16="http://schemas.microsoft.com/office/drawing/2014/main" id="{447FB3B0-80F0-4E57-B193-5744F322C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951"/>
                <a:ext cx="38" cy="58"/>
              </a:xfrm>
              <a:custGeom>
                <a:avLst/>
                <a:gdLst>
                  <a:gd name="T0" fmla="*/ 0 w 15"/>
                  <a:gd name="T1" fmla="*/ 6375 h 22"/>
                  <a:gd name="T2" fmla="*/ 1026 w 15"/>
                  <a:gd name="T3" fmla="*/ 3662 h 22"/>
                  <a:gd name="T4" fmla="*/ 0 w 15"/>
                  <a:gd name="T5" fmla="*/ 625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4" y="14"/>
                      <a:pt x="4" y="11"/>
                    </a:cubicBezTo>
                    <a:cubicBezTo>
                      <a:pt x="4" y="7"/>
                      <a:pt x="2" y="4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8" name="Freeform 1524">
                <a:extLst>
                  <a:ext uri="{FF2B5EF4-FFF2-40B4-BE49-F238E27FC236}">
                    <a16:creationId xmlns:a16="http://schemas.microsoft.com/office/drawing/2014/main" id="{646CED26-EBBA-4419-A757-A1B1DA55F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951"/>
                <a:ext cx="38" cy="58"/>
              </a:xfrm>
              <a:custGeom>
                <a:avLst/>
                <a:gdLst>
                  <a:gd name="T0" fmla="*/ 0 w 15"/>
                  <a:gd name="T1" fmla="*/ 6375 h 22"/>
                  <a:gd name="T2" fmla="*/ 828 w 15"/>
                  <a:gd name="T3" fmla="*/ 3662 h 22"/>
                  <a:gd name="T4" fmla="*/ 0 w 15"/>
                  <a:gd name="T5" fmla="*/ 625 h 22"/>
                  <a:gd name="T6" fmla="*/ 1368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10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3" y="22"/>
                      <a:pt x="1" y="21"/>
                      <a:pt x="0" y="1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9" name="Freeform 1525">
                <a:extLst>
                  <a:ext uri="{FF2B5EF4-FFF2-40B4-BE49-F238E27FC236}">
                    <a16:creationId xmlns:a16="http://schemas.microsoft.com/office/drawing/2014/main" id="{71EF5F37-03F5-4075-9E27-1AC35B37D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951"/>
                <a:ext cx="37" cy="58"/>
              </a:xfrm>
              <a:custGeom>
                <a:avLst/>
                <a:gdLst>
                  <a:gd name="T0" fmla="*/ 0 w 15"/>
                  <a:gd name="T1" fmla="*/ 6375 h 22"/>
                  <a:gd name="T2" fmla="*/ 930 w 15"/>
                  <a:gd name="T3" fmla="*/ 3662 h 22"/>
                  <a:gd name="T4" fmla="*/ 0 w 15"/>
                  <a:gd name="T5" fmla="*/ 625 h 22"/>
                  <a:gd name="T6" fmla="*/ 1364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4" y="14"/>
                      <a:pt x="4" y="11"/>
                    </a:cubicBezTo>
                    <a:cubicBezTo>
                      <a:pt x="4" y="7"/>
                      <a:pt x="2" y="4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0" name="Freeform 1526">
                <a:extLst>
                  <a:ext uri="{FF2B5EF4-FFF2-40B4-BE49-F238E27FC236}">
                    <a16:creationId xmlns:a16="http://schemas.microsoft.com/office/drawing/2014/main" id="{3541303A-5B75-4BFA-933F-FBC71135F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951"/>
                <a:ext cx="37" cy="58"/>
              </a:xfrm>
              <a:custGeom>
                <a:avLst/>
                <a:gdLst>
                  <a:gd name="T0" fmla="*/ 0 w 15"/>
                  <a:gd name="T1" fmla="*/ 6375 h 22"/>
                  <a:gd name="T2" fmla="*/ 634 w 15"/>
                  <a:gd name="T3" fmla="*/ 3662 h 22"/>
                  <a:gd name="T4" fmla="*/ 0 w 15"/>
                  <a:gd name="T5" fmla="*/ 625 h 22"/>
                  <a:gd name="T6" fmla="*/ 1112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10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3" y="22"/>
                      <a:pt x="1" y="21"/>
                      <a:pt x="0" y="1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1" name="Freeform 1527">
                <a:extLst>
                  <a:ext uri="{FF2B5EF4-FFF2-40B4-BE49-F238E27FC236}">
                    <a16:creationId xmlns:a16="http://schemas.microsoft.com/office/drawing/2014/main" id="{8043B883-5841-44AA-A6CC-2ACD7E9A2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1951"/>
                <a:ext cx="38" cy="58"/>
              </a:xfrm>
              <a:custGeom>
                <a:avLst/>
                <a:gdLst>
                  <a:gd name="T0" fmla="*/ 0 w 15"/>
                  <a:gd name="T1" fmla="*/ 6375 h 22"/>
                  <a:gd name="T2" fmla="*/ 1026 w 15"/>
                  <a:gd name="T3" fmla="*/ 3662 h 22"/>
                  <a:gd name="T4" fmla="*/ 0 w 15"/>
                  <a:gd name="T5" fmla="*/ 625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4" y="14"/>
                      <a:pt x="4" y="11"/>
                    </a:cubicBezTo>
                    <a:cubicBezTo>
                      <a:pt x="4" y="7"/>
                      <a:pt x="2" y="4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4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2" name="Freeform 1528">
                <a:extLst>
                  <a:ext uri="{FF2B5EF4-FFF2-40B4-BE49-F238E27FC236}">
                    <a16:creationId xmlns:a16="http://schemas.microsoft.com/office/drawing/2014/main" id="{73A5B40A-C670-4446-A150-A7512123F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1951"/>
                <a:ext cx="38" cy="58"/>
              </a:xfrm>
              <a:custGeom>
                <a:avLst/>
                <a:gdLst>
                  <a:gd name="T0" fmla="*/ 0 w 15"/>
                  <a:gd name="T1" fmla="*/ 6375 h 22"/>
                  <a:gd name="T2" fmla="*/ 828 w 15"/>
                  <a:gd name="T3" fmla="*/ 3662 h 22"/>
                  <a:gd name="T4" fmla="*/ 0 w 15"/>
                  <a:gd name="T5" fmla="*/ 625 h 22"/>
                  <a:gd name="T6" fmla="*/ 1561 w 15"/>
                  <a:gd name="T7" fmla="*/ 0 h 22"/>
                  <a:gd name="T8" fmla="*/ 3955 w 15"/>
                  <a:gd name="T9" fmla="*/ 3335 h 22"/>
                  <a:gd name="T10" fmla="*/ 1561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1" y="1"/>
                      <a:pt x="3" y="0"/>
                      <a:pt x="6" y="0"/>
                    </a:cubicBezTo>
                    <a:cubicBezTo>
                      <a:pt x="11" y="0"/>
                      <a:pt x="15" y="4"/>
                      <a:pt x="15" y="10"/>
                    </a:cubicBezTo>
                    <a:cubicBezTo>
                      <a:pt x="15" y="17"/>
                      <a:pt x="11" y="21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3" name="Freeform 1529">
                <a:extLst>
                  <a:ext uri="{FF2B5EF4-FFF2-40B4-BE49-F238E27FC236}">
                    <a16:creationId xmlns:a16="http://schemas.microsoft.com/office/drawing/2014/main" id="{80CB998E-BCE8-4E2B-8A70-61C88C4A6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948"/>
                <a:ext cx="37" cy="59"/>
              </a:xfrm>
              <a:custGeom>
                <a:avLst/>
                <a:gdLst>
                  <a:gd name="T0" fmla="*/ 0 w 15"/>
                  <a:gd name="T1" fmla="*/ 7501 h 22"/>
                  <a:gd name="T2" fmla="*/ 930 w 15"/>
                  <a:gd name="T3" fmla="*/ 4149 h 22"/>
                  <a:gd name="T4" fmla="*/ 0 w 15"/>
                  <a:gd name="T5" fmla="*/ 1078 h 22"/>
                  <a:gd name="T6" fmla="*/ 1364 w 15"/>
                  <a:gd name="T7" fmla="*/ 0 h 22"/>
                  <a:gd name="T8" fmla="*/ 3365 w 15"/>
                  <a:gd name="T9" fmla="*/ 4149 h 22"/>
                  <a:gd name="T10" fmla="*/ 1364 w 15"/>
                  <a:gd name="T11" fmla="*/ 8177 h 22"/>
                  <a:gd name="T12" fmla="*/ 0 w 15"/>
                  <a:gd name="T13" fmla="*/ 750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20"/>
                    </a:moveTo>
                    <a:cubicBezTo>
                      <a:pt x="2" y="18"/>
                      <a:pt x="4" y="15"/>
                      <a:pt x="4" y="11"/>
                    </a:cubicBezTo>
                    <a:cubicBezTo>
                      <a:pt x="4" y="8"/>
                      <a:pt x="2" y="5"/>
                      <a:pt x="0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2"/>
                      <a:pt x="0" y="2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4" name="Freeform 1530">
                <a:extLst>
                  <a:ext uri="{FF2B5EF4-FFF2-40B4-BE49-F238E27FC236}">
                    <a16:creationId xmlns:a16="http://schemas.microsoft.com/office/drawing/2014/main" id="{BDA59220-5DFF-466F-B65E-1C22AE4EB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948"/>
                <a:ext cx="37" cy="59"/>
              </a:xfrm>
              <a:custGeom>
                <a:avLst/>
                <a:gdLst>
                  <a:gd name="T0" fmla="*/ 0 w 15"/>
                  <a:gd name="T1" fmla="*/ 7501 h 22"/>
                  <a:gd name="T2" fmla="*/ 634 w 15"/>
                  <a:gd name="T3" fmla="*/ 4149 h 22"/>
                  <a:gd name="T4" fmla="*/ 0 w 15"/>
                  <a:gd name="T5" fmla="*/ 1078 h 22"/>
                  <a:gd name="T6" fmla="*/ 1364 w 15"/>
                  <a:gd name="T7" fmla="*/ 0 h 22"/>
                  <a:gd name="T8" fmla="*/ 3365 w 15"/>
                  <a:gd name="T9" fmla="*/ 4149 h 22"/>
                  <a:gd name="T10" fmla="*/ 1364 w 15"/>
                  <a:gd name="T11" fmla="*/ 8177 h 22"/>
                  <a:gd name="T12" fmla="*/ 0 w 15"/>
                  <a:gd name="T13" fmla="*/ 750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20"/>
                    </a:moveTo>
                    <a:cubicBezTo>
                      <a:pt x="2" y="18"/>
                      <a:pt x="3" y="15"/>
                      <a:pt x="3" y="11"/>
                    </a:cubicBezTo>
                    <a:cubicBezTo>
                      <a:pt x="3" y="8"/>
                      <a:pt x="2" y="5"/>
                      <a:pt x="0" y="3"/>
                    </a:cubicBezTo>
                    <a:cubicBezTo>
                      <a:pt x="1" y="1"/>
                      <a:pt x="3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5" name="Oval 1531">
                <a:extLst>
                  <a:ext uri="{FF2B5EF4-FFF2-40B4-BE49-F238E27FC236}">
                    <a16:creationId xmlns:a16="http://schemas.microsoft.com/office/drawing/2014/main" id="{297AC23B-5B4A-4B3E-853B-F064828B8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7" y="732"/>
                <a:ext cx="130" cy="139"/>
              </a:xfrm>
              <a:prstGeom prst="ellipse">
                <a:avLst/>
              </a:pr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26" name="Oval 1532">
                <a:extLst>
                  <a:ext uri="{FF2B5EF4-FFF2-40B4-BE49-F238E27FC236}">
                    <a16:creationId xmlns:a16="http://schemas.microsoft.com/office/drawing/2014/main" id="{3DAA4493-2E9C-486F-B885-5FD4479BA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935"/>
                <a:ext cx="55" cy="58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27" name="Oval 1533">
                <a:extLst>
                  <a:ext uri="{FF2B5EF4-FFF2-40B4-BE49-F238E27FC236}">
                    <a16:creationId xmlns:a16="http://schemas.microsoft.com/office/drawing/2014/main" id="{85B152A9-DD93-4AD1-AD50-EB71F40B7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993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28" name="Oval 1534">
                <a:extLst>
                  <a:ext uri="{FF2B5EF4-FFF2-40B4-BE49-F238E27FC236}">
                    <a16:creationId xmlns:a16="http://schemas.microsoft.com/office/drawing/2014/main" id="{B427F43F-D9D9-42D2-B9AC-26BDBAF50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052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29" name="Oval 1535">
                <a:extLst>
                  <a:ext uri="{FF2B5EF4-FFF2-40B4-BE49-F238E27FC236}">
                    <a16:creationId xmlns:a16="http://schemas.microsoft.com/office/drawing/2014/main" id="{1B3F1E1C-E5F6-4147-8699-11CB0B4EF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111"/>
                <a:ext cx="55" cy="58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30" name="Oval 1536">
                <a:extLst>
                  <a:ext uri="{FF2B5EF4-FFF2-40B4-BE49-F238E27FC236}">
                    <a16:creationId xmlns:a16="http://schemas.microsoft.com/office/drawing/2014/main" id="{9A2704FA-5DBF-4DD1-BB27-39395F615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169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31" name="Oval 1537">
                <a:extLst>
                  <a:ext uri="{FF2B5EF4-FFF2-40B4-BE49-F238E27FC236}">
                    <a16:creationId xmlns:a16="http://schemas.microsoft.com/office/drawing/2014/main" id="{6FF4A6A9-76FD-499F-B442-BB45FD597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228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32" name="Oval 1538">
                <a:extLst>
                  <a:ext uri="{FF2B5EF4-FFF2-40B4-BE49-F238E27FC236}">
                    <a16:creationId xmlns:a16="http://schemas.microsoft.com/office/drawing/2014/main" id="{72E11860-663B-4D6A-A185-3270C95B3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287"/>
                <a:ext cx="55" cy="58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33" name="Oval 1539">
                <a:extLst>
                  <a:ext uri="{FF2B5EF4-FFF2-40B4-BE49-F238E27FC236}">
                    <a16:creationId xmlns:a16="http://schemas.microsoft.com/office/drawing/2014/main" id="{C8EB4C52-A923-4EDA-9C74-4E22B82C8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345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34" name="Oval 1540">
                <a:extLst>
                  <a:ext uri="{FF2B5EF4-FFF2-40B4-BE49-F238E27FC236}">
                    <a16:creationId xmlns:a16="http://schemas.microsoft.com/office/drawing/2014/main" id="{80686C94-9ADB-4FA4-AF27-42C2D8FBA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401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35" name="Oval 1541">
                <a:extLst>
                  <a:ext uri="{FF2B5EF4-FFF2-40B4-BE49-F238E27FC236}">
                    <a16:creationId xmlns:a16="http://schemas.microsoft.com/office/drawing/2014/main" id="{42796365-ED88-4BDD-8B76-9A81D31BF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751"/>
                <a:ext cx="68" cy="72"/>
              </a:xfrm>
              <a:prstGeom prst="ellipse">
                <a:avLst/>
              </a:pr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36" name="Oval 1542">
                <a:extLst>
                  <a:ext uri="{FF2B5EF4-FFF2-40B4-BE49-F238E27FC236}">
                    <a16:creationId xmlns:a16="http://schemas.microsoft.com/office/drawing/2014/main" id="{5DB0F789-F04B-467B-873B-A4632ED75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9" y="764"/>
                <a:ext cx="23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37" name="Oval 1543">
                <a:extLst>
                  <a:ext uri="{FF2B5EF4-FFF2-40B4-BE49-F238E27FC236}">
                    <a16:creationId xmlns:a16="http://schemas.microsoft.com/office/drawing/2014/main" id="{F80BBAA0-0755-4F8B-B02F-EE5BFD7BB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945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38" name="Oval 1544">
                <a:extLst>
                  <a:ext uri="{FF2B5EF4-FFF2-40B4-BE49-F238E27FC236}">
                    <a16:creationId xmlns:a16="http://schemas.microsoft.com/office/drawing/2014/main" id="{81B66EE4-F1FC-40D9-B4BC-3681AF46F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95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39" name="Oval 1545">
                <a:extLst>
                  <a:ext uri="{FF2B5EF4-FFF2-40B4-BE49-F238E27FC236}">
                    <a16:creationId xmlns:a16="http://schemas.microsoft.com/office/drawing/2014/main" id="{CAD4A8E7-BA47-4F0E-89CA-1800BC7B2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1004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40" name="Oval 1546">
                <a:extLst>
                  <a:ext uri="{FF2B5EF4-FFF2-40B4-BE49-F238E27FC236}">
                    <a16:creationId xmlns:a16="http://schemas.microsoft.com/office/drawing/2014/main" id="{DAAEADFA-6958-47E7-B721-274760C94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100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41" name="Oval 1547">
                <a:extLst>
                  <a:ext uri="{FF2B5EF4-FFF2-40B4-BE49-F238E27FC236}">
                    <a16:creationId xmlns:a16="http://schemas.microsoft.com/office/drawing/2014/main" id="{D793A144-13F6-4A9E-8E2E-DE13D90AD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1065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42" name="Oval 1548">
                <a:extLst>
                  <a:ext uri="{FF2B5EF4-FFF2-40B4-BE49-F238E27FC236}">
                    <a16:creationId xmlns:a16="http://schemas.microsoft.com/office/drawing/2014/main" id="{DFE03EE3-236C-4796-AF15-D97CD4A1D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107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43" name="Oval 1549">
                <a:extLst>
                  <a:ext uri="{FF2B5EF4-FFF2-40B4-BE49-F238E27FC236}">
                    <a16:creationId xmlns:a16="http://schemas.microsoft.com/office/drawing/2014/main" id="{D5EDA8AD-40E7-4043-B063-FD0B69A08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1124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44" name="Oval 1550">
                <a:extLst>
                  <a:ext uri="{FF2B5EF4-FFF2-40B4-BE49-F238E27FC236}">
                    <a16:creationId xmlns:a16="http://schemas.microsoft.com/office/drawing/2014/main" id="{E3F80627-ED4C-4D10-86D9-F6BDBDD1C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113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45" name="Oval 1551">
                <a:extLst>
                  <a:ext uri="{FF2B5EF4-FFF2-40B4-BE49-F238E27FC236}">
                    <a16:creationId xmlns:a16="http://schemas.microsoft.com/office/drawing/2014/main" id="{A63B18AA-1F4E-478B-9FC9-5901C0D39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1180"/>
                <a:ext cx="27" cy="29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46" name="Oval 1552">
                <a:extLst>
                  <a:ext uri="{FF2B5EF4-FFF2-40B4-BE49-F238E27FC236}">
                    <a16:creationId xmlns:a16="http://schemas.microsoft.com/office/drawing/2014/main" id="{8B66D63A-88DE-4F18-8F0F-2A946988D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118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47" name="Oval 1553">
                <a:extLst>
                  <a:ext uri="{FF2B5EF4-FFF2-40B4-BE49-F238E27FC236}">
                    <a16:creationId xmlns:a16="http://schemas.microsoft.com/office/drawing/2014/main" id="{1E3A30D8-36DB-4B88-A04C-B5B5034BF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1239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48" name="Oval 1554">
                <a:extLst>
                  <a:ext uri="{FF2B5EF4-FFF2-40B4-BE49-F238E27FC236}">
                    <a16:creationId xmlns:a16="http://schemas.microsoft.com/office/drawing/2014/main" id="{22221B11-3612-4B3B-8C9F-CBC366EBF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124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49" name="Oval 1555">
                <a:extLst>
                  <a:ext uri="{FF2B5EF4-FFF2-40B4-BE49-F238E27FC236}">
                    <a16:creationId xmlns:a16="http://schemas.microsoft.com/office/drawing/2014/main" id="{5BF038E7-5D56-4EDC-B7BA-ED1BD1E4A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1300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50" name="Oval 1556">
                <a:extLst>
                  <a:ext uri="{FF2B5EF4-FFF2-40B4-BE49-F238E27FC236}">
                    <a16:creationId xmlns:a16="http://schemas.microsoft.com/office/drawing/2014/main" id="{08E23259-E124-4E93-B796-3E153633D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130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51" name="Oval 1557">
                <a:extLst>
                  <a:ext uri="{FF2B5EF4-FFF2-40B4-BE49-F238E27FC236}">
                    <a16:creationId xmlns:a16="http://schemas.microsoft.com/office/drawing/2014/main" id="{4E05EC6A-3A10-4DD3-B327-353A47602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1359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52" name="Oval 1558">
                <a:extLst>
                  <a:ext uri="{FF2B5EF4-FFF2-40B4-BE49-F238E27FC236}">
                    <a16:creationId xmlns:a16="http://schemas.microsoft.com/office/drawing/2014/main" id="{5365AE3E-D183-4C28-BCB3-73D25D34A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136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53" name="Oval 1559">
                <a:extLst>
                  <a:ext uri="{FF2B5EF4-FFF2-40B4-BE49-F238E27FC236}">
                    <a16:creationId xmlns:a16="http://schemas.microsoft.com/office/drawing/2014/main" id="{F9A91850-E6CF-480B-AF0E-2DCC37547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1412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54" name="Oval 1560">
                <a:extLst>
                  <a:ext uri="{FF2B5EF4-FFF2-40B4-BE49-F238E27FC236}">
                    <a16:creationId xmlns:a16="http://schemas.microsoft.com/office/drawing/2014/main" id="{7AED20FC-EB97-4521-A11A-35D2C0D73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141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55" name="Freeform 1561">
                <a:extLst>
                  <a:ext uri="{FF2B5EF4-FFF2-40B4-BE49-F238E27FC236}">
                    <a16:creationId xmlns:a16="http://schemas.microsoft.com/office/drawing/2014/main" id="{7F24DA35-B4FB-4145-A70F-AEFC6873A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756"/>
                <a:ext cx="107" cy="104"/>
              </a:xfrm>
              <a:custGeom>
                <a:avLst/>
                <a:gdLst>
                  <a:gd name="T0" fmla="*/ 0 w 43"/>
                  <a:gd name="T1" fmla="*/ 9309 h 39"/>
                  <a:gd name="T2" fmla="*/ 4019 w 43"/>
                  <a:gd name="T3" fmla="*/ 11891 h 39"/>
                  <a:gd name="T4" fmla="*/ 9244 w 43"/>
                  <a:gd name="T5" fmla="*/ 3891 h 39"/>
                  <a:gd name="T6" fmla="*/ 8271 w 43"/>
                  <a:gd name="T7" fmla="*/ 0 h 39"/>
                  <a:gd name="T8" fmla="*/ 10197 w 43"/>
                  <a:gd name="T9" fmla="*/ 5824 h 39"/>
                  <a:gd name="T10" fmla="*/ 4763 w 43"/>
                  <a:gd name="T11" fmla="*/ 14016 h 39"/>
                  <a:gd name="T12" fmla="*/ 0 w 43"/>
                  <a:gd name="T13" fmla="*/ 9309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9">
                    <a:moveTo>
                      <a:pt x="0" y="26"/>
                    </a:moveTo>
                    <a:cubicBezTo>
                      <a:pt x="8" y="33"/>
                      <a:pt x="11" y="33"/>
                      <a:pt x="17" y="33"/>
                    </a:cubicBezTo>
                    <a:cubicBezTo>
                      <a:pt x="32" y="33"/>
                      <a:pt x="39" y="23"/>
                      <a:pt x="39" y="11"/>
                    </a:cubicBezTo>
                    <a:cubicBezTo>
                      <a:pt x="39" y="7"/>
                      <a:pt x="37" y="3"/>
                      <a:pt x="35" y="0"/>
                    </a:cubicBezTo>
                    <a:cubicBezTo>
                      <a:pt x="40" y="4"/>
                      <a:pt x="43" y="10"/>
                      <a:pt x="43" y="16"/>
                    </a:cubicBezTo>
                    <a:cubicBezTo>
                      <a:pt x="43" y="29"/>
                      <a:pt x="33" y="39"/>
                      <a:pt x="20" y="39"/>
                    </a:cubicBezTo>
                    <a:cubicBezTo>
                      <a:pt x="12" y="39"/>
                      <a:pt x="4" y="34"/>
                      <a:pt x="0" y="26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6" name="Oval 1562">
                <a:extLst>
                  <a:ext uri="{FF2B5EF4-FFF2-40B4-BE49-F238E27FC236}">
                    <a16:creationId xmlns:a16="http://schemas.microsoft.com/office/drawing/2014/main" id="{ECB855EE-00BB-4861-8289-6566EBD28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7" y="732"/>
                <a:ext cx="130" cy="13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57" name="Oval 1563">
                <a:extLst>
                  <a:ext uri="{FF2B5EF4-FFF2-40B4-BE49-F238E27FC236}">
                    <a16:creationId xmlns:a16="http://schemas.microsoft.com/office/drawing/2014/main" id="{FBD84280-C1CD-40BF-B2D3-B72C0CC0D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935"/>
                <a:ext cx="55" cy="58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58" name="Oval 1564">
                <a:extLst>
                  <a:ext uri="{FF2B5EF4-FFF2-40B4-BE49-F238E27FC236}">
                    <a16:creationId xmlns:a16="http://schemas.microsoft.com/office/drawing/2014/main" id="{4E370C83-5E97-44A9-AA6E-5D7DE1EBC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873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59" name="Oval 1565">
                <a:extLst>
                  <a:ext uri="{FF2B5EF4-FFF2-40B4-BE49-F238E27FC236}">
                    <a16:creationId xmlns:a16="http://schemas.microsoft.com/office/drawing/2014/main" id="{44530AB6-460D-490B-B856-572D2842D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884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0" name="Oval 1566">
                <a:extLst>
                  <a:ext uri="{FF2B5EF4-FFF2-40B4-BE49-F238E27FC236}">
                    <a16:creationId xmlns:a16="http://schemas.microsoft.com/office/drawing/2014/main" id="{DB9160BB-2857-4965-ADC2-2B8815C10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88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1" name="Oval 1567">
                <a:extLst>
                  <a:ext uri="{FF2B5EF4-FFF2-40B4-BE49-F238E27FC236}">
                    <a16:creationId xmlns:a16="http://schemas.microsoft.com/office/drawing/2014/main" id="{7B4F0875-75AA-4412-AD63-FCF27301B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873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2" name="Oval 1568">
                <a:extLst>
                  <a:ext uri="{FF2B5EF4-FFF2-40B4-BE49-F238E27FC236}">
                    <a16:creationId xmlns:a16="http://schemas.microsoft.com/office/drawing/2014/main" id="{43F21BF2-F7AF-4DB4-A3C4-3568091B6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993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3" name="Oval 1569">
                <a:extLst>
                  <a:ext uri="{FF2B5EF4-FFF2-40B4-BE49-F238E27FC236}">
                    <a16:creationId xmlns:a16="http://schemas.microsoft.com/office/drawing/2014/main" id="{9DD8B45F-B41B-49EE-ACA5-CCBB7FF64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052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4" name="Oval 1570">
                <a:extLst>
                  <a:ext uri="{FF2B5EF4-FFF2-40B4-BE49-F238E27FC236}">
                    <a16:creationId xmlns:a16="http://schemas.microsoft.com/office/drawing/2014/main" id="{046474D2-A57F-4510-83A7-A63ED8890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111"/>
                <a:ext cx="55" cy="58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5" name="Oval 1571">
                <a:extLst>
                  <a:ext uri="{FF2B5EF4-FFF2-40B4-BE49-F238E27FC236}">
                    <a16:creationId xmlns:a16="http://schemas.microsoft.com/office/drawing/2014/main" id="{DB85A789-BDAF-4BB2-93F5-D847ACB88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169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6" name="Oval 1572">
                <a:extLst>
                  <a:ext uri="{FF2B5EF4-FFF2-40B4-BE49-F238E27FC236}">
                    <a16:creationId xmlns:a16="http://schemas.microsoft.com/office/drawing/2014/main" id="{D2AB0F9D-7E1D-40A1-9ED7-71289B33F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228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7" name="Oval 1573">
                <a:extLst>
                  <a:ext uri="{FF2B5EF4-FFF2-40B4-BE49-F238E27FC236}">
                    <a16:creationId xmlns:a16="http://schemas.microsoft.com/office/drawing/2014/main" id="{F44C70C0-12DD-49E8-8870-7EB743317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287"/>
                <a:ext cx="55" cy="58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8" name="Oval 1574">
                <a:extLst>
                  <a:ext uri="{FF2B5EF4-FFF2-40B4-BE49-F238E27FC236}">
                    <a16:creationId xmlns:a16="http://schemas.microsoft.com/office/drawing/2014/main" id="{0C33F518-716D-4564-AE9C-376BC2B87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345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9" name="Oval 1575">
                <a:extLst>
                  <a:ext uri="{FF2B5EF4-FFF2-40B4-BE49-F238E27FC236}">
                    <a16:creationId xmlns:a16="http://schemas.microsoft.com/office/drawing/2014/main" id="{6EBD087C-69CB-41D7-A61E-627DFD6E1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401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0" name="Oval 1576">
                <a:extLst>
                  <a:ext uri="{FF2B5EF4-FFF2-40B4-BE49-F238E27FC236}">
                    <a16:creationId xmlns:a16="http://schemas.microsoft.com/office/drawing/2014/main" id="{B8EAAA5B-B4F5-4295-89FA-3BE91E0A4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7" y="3084"/>
                <a:ext cx="130" cy="139"/>
              </a:xfrm>
              <a:prstGeom prst="ellipse">
                <a:avLst/>
              </a:pr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1" name="Oval 1577">
                <a:extLst>
                  <a:ext uri="{FF2B5EF4-FFF2-40B4-BE49-F238E27FC236}">
                    <a16:creationId xmlns:a16="http://schemas.microsoft.com/office/drawing/2014/main" id="{CBB0E4EA-C007-4D2B-A5E0-AEC6A3A3E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495"/>
                <a:ext cx="55" cy="58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2" name="Oval 1578">
                <a:extLst>
                  <a:ext uri="{FF2B5EF4-FFF2-40B4-BE49-F238E27FC236}">
                    <a16:creationId xmlns:a16="http://schemas.microsoft.com/office/drawing/2014/main" id="{1A08CFD8-95D7-4710-8D53-F8B912CCF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553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3" name="Oval 1579">
                <a:extLst>
                  <a:ext uri="{FF2B5EF4-FFF2-40B4-BE49-F238E27FC236}">
                    <a16:creationId xmlns:a16="http://schemas.microsoft.com/office/drawing/2014/main" id="{718C4F07-865B-4EB1-A4C6-B481B9E1D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612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4" name="Oval 1580">
                <a:extLst>
                  <a:ext uri="{FF2B5EF4-FFF2-40B4-BE49-F238E27FC236}">
                    <a16:creationId xmlns:a16="http://schemas.microsoft.com/office/drawing/2014/main" id="{E08E1302-3F04-4365-AAA9-641E045D1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671"/>
                <a:ext cx="55" cy="58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5" name="Oval 1581">
                <a:extLst>
                  <a:ext uri="{FF2B5EF4-FFF2-40B4-BE49-F238E27FC236}">
                    <a16:creationId xmlns:a16="http://schemas.microsoft.com/office/drawing/2014/main" id="{6455F1A8-D0E5-4C42-A4C0-7C30BBE05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729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6" name="Oval 1582">
                <a:extLst>
                  <a:ext uri="{FF2B5EF4-FFF2-40B4-BE49-F238E27FC236}">
                    <a16:creationId xmlns:a16="http://schemas.microsoft.com/office/drawing/2014/main" id="{2045398C-F885-4A2E-A597-A8362BE91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788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7" name="Oval 1583">
                <a:extLst>
                  <a:ext uri="{FF2B5EF4-FFF2-40B4-BE49-F238E27FC236}">
                    <a16:creationId xmlns:a16="http://schemas.microsoft.com/office/drawing/2014/main" id="{5DFA3E1F-3484-4EE3-9B09-E60AFC4F3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847"/>
                <a:ext cx="55" cy="58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8" name="Oval 1584">
                <a:extLst>
                  <a:ext uri="{FF2B5EF4-FFF2-40B4-BE49-F238E27FC236}">
                    <a16:creationId xmlns:a16="http://schemas.microsoft.com/office/drawing/2014/main" id="{EC704EAC-55BC-4357-809B-7BDD30E4B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905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9" name="Oval 1585">
                <a:extLst>
                  <a:ext uri="{FF2B5EF4-FFF2-40B4-BE49-F238E27FC236}">
                    <a16:creationId xmlns:a16="http://schemas.microsoft.com/office/drawing/2014/main" id="{04437C73-8569-4A6E-99E5-6DD3DB78D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964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0" name="Oval 1586">
                <a:extLst>
                  <a:ext uri="{FF2B5EF4-FFF2-40B4-BE49-F238E27FC236}">
                    <a16:creationId xmlns:a16="http://schemas.microsoft.com/office/drawing/2014/main" id="{399E77EF-221A-47B4-B7BB-AC6339CF3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3100"/>
                <a:ext cx="68" cy="75"/>
              </a:xfrm>
              <a:prstGeom prst="ellipse">
                <a:avLst/>
              </a:pr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1" name="Oval 1587">
                <a:extLst>
                  <a:ext uri="{FF2B5EF4-FFF2-40B4-BE49-F238E27FC236}">
                    <a16:creationId xmlns:a16="http://schemas.microsoft.com/office/drawing/2014/main" id="{8335CD51-FB43-4CF2-BAB8-D3C143E4E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9" y="3116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2" name="Oval 1588">
                <a:extLst>
                  <a:ext uri="{FF2B5EF4-FFF2-40B4-BE49-F238E27FC236}">
                    <a16:creationId xmlns:a16="http://schemas.microsoft.com/office/drawing/2014/main" id="{EE7ED2CB-61B0-46A2-AE44-5D815151C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2505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3" name="Oval 1589">
                <a:extLst>
                  <a:ext uri="{FF2B5EF4-FFF2-40B4-BE49-F238E27FC236}">
                    <a16:creationId xmlns:a16="http://schemas.microsoft.com/office/drawing/2014/main" id="{D1A0146A-EAD6-4C8F-8A6B-252653A30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251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4" name="Oval 1590">
                <a:extLst>
                  <a:ext uri="{FF2B5EF4-FFF2-40B4-BE49-F238E27FC236}">
                    <a16:creationId xmlns:a16="http://schemas.microsoft.com/office/drawing/2014/main" id="{221A4F90-5E00-4D43-A567-921163774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2564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5" name="Oval 1591">
                <a:extLst>
                  <a:ext uri="{FF2B5EF4-FFF2-40B4-BE49-F238E27FC236}">
                    <a16:creationId xmlns:a16="http://schemas.microsoft.com/office/drawing/2014/main" id="{DDC6F98F-0930-42CE-8C57-213B2BDF9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257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6" name="Oval 1592">
                <a:extLst>
                  <a:ext uri="{FF2B5EF4-FFF2-40B4-BE49-F238E27FC236}">
                    <a16:creationId xmlns:a16="http://schemas.microsoft.com/office/drawing/2014/main" id="{F67DD3C4-0E16-4CCF-AC84-95EA6755F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2625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7" name="Oval 1593">
                <a:extLst>
                  <a:ext uri="{FF2B5EF4-FFF2-40B4-BE49-F238E27FC236}">
                    <a16:creationId xmlns:a16="http://schemas.microsoft.com/office/drawing/2014/main" id="{A6E31C47-9648-4678-A780-CB630D44F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263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8" name="Oval 1594">
                <a:extLst>
                  <a:ext uri="{FF2B5EF4-FFF2-40B4-BE49-F238E27FC236}">
                    <a16:creationId xmlns:a16="http://schemas.microsoft.com/office/drawing/2014/main" id="{5940DB7B-5FB3-42AB-AFD6-E88E45587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2687"/>
                <a:ext cx="27" cy="29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9" name="Oval 1595">
                <a:extLst>
                  <a:ext uri="{FF2B5EF4-FFF2-40B4-BE49-F238E27FC236}">
                    <a16:creationId xmlns:a16="http://schemas.microsoft.com/office/drawing/2014/main" id="{663055AE-EB67-4089-864F-A771FA438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269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0" name="Oval 1596">
                <a:extLst>
                  <a:ext uri="{FF2B5EF4-FFF2-40B4-BE49-F238E27FC236}">
                    <a16:creationId xmlns:a16="http://schemas.microsoft.com/office/drawing/2014/main" id="{B1FC3CB5-BBF5-43A4-A9A7-C62F9B9C7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2740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1" name="Oval 1597">
                <a:extLst>
                  <a:ext uri="{FF2B5EF4-FFF2-40B4-BE49-F238E27FC236}">
                    <a16:creationId xmlns:a16="http://schemas.microsoft.com/office/drawing/2014/main" id="{E51BF196-100C-4904-9757-40BA649D8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274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2" name="Oval 1598">
                <a:extLst>
                  <a:ext uri="{FF2B5EF4-FFF2-40B4-BE49-F238E27FC236}">
                    <a16:creationId xmlns:a16="http://schemas.microsoft.com/office/drawing/2014/main" id="{B261EC6A-1DA3-4B72-A8C8-5DAA7407E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2799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3" name="Oval 1599">
                <a:extLst>
                  <a:ext uri="{FF2B5EF4-FFF2-40B4-BE49-F238E27FC236}">
                    <a16:creationId xmlns:a16="http://schemas.microsoft.com/office/drawing/2014/main" id="{9C4F9735-8902-48C0-B27A-96E3E89E0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280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4" name="Oval 1600">
                <a:extLst>
                  <a:ext uri="{FF2B5EF4-FFF2-40B4-BE49-F238E27FC236}">
                    <a16:creationId xmlns:a16="http://schemas.microsoft.com/office/drawing/2014/main" id="{004183B3-7581-4443-A49B-DE43E379E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2860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5" name="Oval 1601">
                <a:extLst>
                  <a:ext uri="{FF2B5EF4-FFF2-40B4-BE49-F238E27FC236}">
                    <a16:creationId xmlns:a16="http://schemas.microsoft.com/office/drawing/2014/main" id="{8E660BFF-CE4A-479D-80FE-52D62BD75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286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6" name="Oval 1602">
                <a:extLst>
                  <a:ext uri="{FF2B5EF4-FFF2-40B4-BE49-F238E27FC236}">
                    <a16:creationId xmlns:a16="http://schemas.microsoft.com/office/drawing/2014/main" id="{1B39CBB0-323D-4CDF-AA87-1D8949C93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2919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7" name="Oval 1603">
                <a:extLst>
                  <a:ext uri="{FF2B5EF4-FFF2-40B4-BE49-F238E27FC236}">
                    <a16:creationId xmlns:a16="http://schemas.microsoft.com/office/drawing/2014/main" id="{1813BF07-EF15-4B44-8912-FE653D2F6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292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8" name="Oval 1604">
                <a:extLst>
                  <a:ext uri="{FF2B5EF4-FFF2-40B4-BE49-F238E27FC236}">
                    <a16:creationId xmlns:a16="http://schemas.microsoft.com/office/drawing/2014/main" id="{2325AD57-9627-4226-B19B-D751867CF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2" y="2972"/>
                <a:ext cx="27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9" name="Oval 1605">
                <a:extLst>
                  <a:ext uri="{FF2B5EF4-FFF2-40B4-BE49-F238E27FC236}">
                    <a16:creationId xmlns:a16="http://schemas.microsoft.com/office/drawing/2014/main" id="{86513A6E-D8C9-4E64-81AF-7E5E7E4015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297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0" name="Freeform 1606">
                <a:extLst>
                  <a:ext uri="{FF2B5EF4-FFF2-40B4-BE49-F238E27FC236}">
                    <a16:creationId xmlns:a16="http://schemas.microsoft.com/office/drawing/2014/main" id="{EF119E06-CF0E-4C88-8A80-C3FA125A2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3105"/>
                <a:ext cx="107" cy="107"/>
              </a:xfrm>
              <a:custGeom>
                <a:avLst/>
                <a:gdLst>
                  <a:gd name="T0" fmla="*/ 0 w 43"/>
                  <a:gd name="T1" fmla="*/ 9873 h 40"/>
                  <a:gd name="T2" fmla="*/ 4019 w 43"/>
                  <a:gd name="T3" fmla="*/ 12444 h 40"/>
                  <a:gd name="T4" fmla="*/ 9244 w 43"/>
                  <a:gd name="T5" fmla="*/ 3999 h 40"/>
                  <a:gd name="T6" fmla="*/ 8271 w 43"/>
                  <a:gd name="T7" fmla="*/ 0 h 40"/>
                  <a:gd name="T8" fmla="*/ 10197 w 43"/>
                  <a:gd name="T9" fmla="*/ 6147 h 40"/>
                  <a:gd name="T10" fmla="*/ 4763 w 43"/>
                  <a:gd name="T11" fmla="*/ 14640 h 40"/>
                  <a:gd name="T12" fmla="*/ 0 w 43"/>
                  <a:gd name="T13" fmla="*/ 987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0">
                    <a:moveTo>
                      <a:pt x="0" y="27"/>
                    </a:moveTo>
                    <a:cubicBezTo>
                      <a:pt x="8" y="33"/>
                      <a:pt x="11" y="34"/>
                      <a:pt x="17" y="34"/>
                    </a:cubicBezTo>
                    <a:cubicBezTo>
                      <a:pt x="32" y="34"/>
                      <a:pt x="39" y="24"/>
                      <a:pt x="39" y="11"/>
                    </a:cubicBezTo>
                    <a:cubicBezTo>
                      <a:pt x="39" y="8"/>
                      <a:pt x="37" y="3"/>
                      <a:pt x="35" y="0"/>
                    </a:cubicBezTo>
                    <a:cubicBezTo>
                      <a:pt x="40" y="4"/>
                      <a:pt x="43" y="10"/>
                      <a:pt x="43" y="17"/>
                    </a:cubicBezTo>
                    <a:cubicBezTo>
                      <a:pt x="43" y="29"/>
                      <a:pt x="33" y="40"/>
                      <a:pt x="20" y="40"/>
                    </a:cubicBezTo>
                    <a:cubicBezTo>
                      <a:pt x="12" y="40"/>
                      <a:pt x="4" y="34"/>
                      <a:pt x="0" y="27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1" name="Oval 1607">
                <a:extLst>
                  <a:ext uri="{FF2B5EF4-FFF2-40B4-BE49-F238E27FC236}">
                    <a16:creationId xmlns:a16="http://schemas.microsoft.com/office/drawing/2014/main" id="{0ED3AA3E-16A0-4302-9F6B-63CCF05BD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7" y="3084"/>
                <a:ext cx="130" cy="13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2" name="Oval 1608">
                <a:extLst>
                  <a:ext uri="{FF2B5EF4-FFF2-40B4-BE49-F238E27FC236}">
                    <a16:creationId xmlns:a16="http://schemas.microsoft.com/office/drawing/2014/main" id="{218B9A55-B016-4FAD-ACEA-60B29E5F7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495"/>
                <a:ext cx="55" cy="58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3" name="Oval 1609">
                <a:extLst>
                  <a:ext uri="{FF2B5EF4-FFF2-40B4-BE49-F238E27FC236}">
                    <a16:creationId xmlns:a16="http://schemas.microsoft.com/office/drawing/2014/main" id="{1E52AE25-BA8F-4595-BA14-004540533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553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4" name="Oval 1610">
                <a:extLst>
                  <a:ext uri="{FF2B5EF4-FFF2-40B4-BE49-F238E27FC236}">
                    <a16:creationId xmlns:a16="http://schemas.microsoft.com/office/drawing/2014/main" id="{F385C36A-DE74-4D58-A00E-752FDB110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612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5" name="Oval 1611">
                <a:extLst>
                  <a:ext uri="{FF2B5EF4-FFF2-40B4-BE49-F238E27FC236}">
                    <a16:creationId xmlns:a16="http://schemas.microsoft.com/office/drawing/2014/main" id="{B15DC59C-64AA-4585-A76A-C67A1A9D3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671"/>
                <a:ext cx="55" cy="58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20230" name="Oval 1612">
              <a:extLst>
                <a:ext uri="{FF2B5EF4-FFF2-40B4-BE49-F238E27FC236}">
                  <a16:creationId xmlns:a16="http://schemas.microsoft.com/office/drawing/2014/main" id="{EA8C1994-1098-4991-AE3E-F5EFBBBC9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729"/>
              <a:ext cx="55" cy="59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31" name="Oval 1613">
              <a:extLst>
                <a:ext uri="{FF2B5EF4-FFF2-40B4-BE49-F238E27FC236}">
                  <a16:creationId xmlns:a16="http://schemas.microsoft.com/office/drawing/2014/main" id="{52FCB065-4872-424B-B6C8-43F0A157F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788"/>
              <a:ext cx="55" cy="59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32" name="Oval 1614">
              <a:extLst>
                <a:ext uri="{FF2B5EF4-FFF2-40B4-BE49-F238E27FC236}">
                  <a16:creationId xmlns:a16="http://schemas.microsoft.com/office/drawing/2014/main" id="{5B56B24A-853D-44C5-A50B-645C119A3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847"/>
              <a:ext cx="55" cy="58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33" name="Oval 1615">
              <a:extLst>
                <a:ext uri="{FF2B5EF4-FFF2-40B4-BE49-F238E27FC236}">
                  <a16:creationId xmlns:a16="http://schemas.microsoft.com/office/drawing/2014/main" id="{670FC706-506F-47D7-8BF1-6336B74C7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905"/>
              <a:ext cx="55" cy="59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34" name="Oval 1616">
              <a:extLst>
                <a:ext uri="{FF2B5EF4-FFF2-40B4-BE49-F238E27FC236}">
                  <a16:creationId xmlns:a16="http://schemas.microsoft.com/office/drawing/2014/main" id="{F564FEE6-9B04-4261-BD90-A00FCCC65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964"/>
              <a:ext cx="55" cy="59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35" name="Oval 1617">
              <a:extLst>
                <a:ext uri="{FF2B5EF4-FFF2-40B4-BE49-F238E27FC236}">
                  <a16:creationId xmlns:a16="http://schemas.microsoft.com/office/drawing/2014/main" id="{13134A8A-E85E-419C-AC09-5F358CE2F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3025"/>
              <a:ext cx="55" cy="59"/>
            </a:xfrm>
            <a:prstGeom prst="ellipse">
              <a:avLst/>
            </a:pr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36" name="Oval 1618">
              <a:extLst>
                <a:ext uri="{FF2B5EF4-FFF2-40B4-BE49-F238E27FC236}">
                  <a16:creationId xmlns:a16="http://schemas.microsoft.com/office/drawing/2014/main" id="{2AE61039-FA5C-44F0-A78F-1D11D7658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3033"/>
              <a:ext cx="27" cy="32"/>
            </a:xfrm>
            <a:prstGeom prst="ellipse">
              <a:avLst/>
            </a:prstGeom>
            <a:solidFill>
              <a:srgbClr val="F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37" name="Oval 1619">
              <a:extLst>
                <a:ext uri="{FF2B5EF4-FFF2-40B4-BE49-F238E27FC236}">
                  <a16:creationId xmlns:a16="http://schemas.microsoft.com/office/drawing/2014/main" id="{EF745D8A-5008-4CB6-8D0B-B2E43BAEB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303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38" name="Oval 1620">
              <a:extLst>
                <a:ext uri="{FF2B5EF4-FFF2-40B4-BE49-F238E27FC236}">
                  <a16:creationId xmlns:a16="http://schemas.microsoft.com/office/drawing/2014/main" id="{1F8849CF-B817-4675-BADD-5A6D64612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3025"/>
              <a:ext cx="55" cy="59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39" name="Freeform 1621">
              <a:extLst>
                <a:ext uri="{FF2B5EF4-FFF2-40B4-BE49-F238E27FC236}">
                  <a16:creationId xmlns:a16="http://schemas.microsoft.com/office/drawing/2014/main" id="{A62E4D11-0181-43B2-84D8-971289B10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911"/>
              <a:ext cx="133" cy="138"/>
            </a:xfrm>
            <a:custGeom>
              <a:avLst/>
              <a:gdLst>
                <a:gd name="T0" fmla="*/ 0 w 53"/>
                <a:gd name="T1" fmla="*/ 9084 h 52"/>
                <a:gd name="T2" fmla="*/ 6783 w 53"/>
                <a:gd name="T3" fmla="*/ 0 h 52"/>
                <a:gd name="T4" fmla="*/ 12929 w 53"/>
                <a:gd name="T5" fmla="*/ 9084 h 52"/>
                <a:gd name="T6" fmla="*/ 6462 w 53"/>
                <a:gd name="T7" fmla="*/ 18150 h 52"/>
                <a:gd name="T8" fmla="*/ 0 w 53"/>
                <a:gd name="T9" fmla="*/ 9084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2">
                  <a:moveTo>
                    <a:pt x="0" y="26"/>
                  </a:moveTo>
                  <a:cubicBezTo>
                    <a:pt x="1" y="12"/>
                    <a:pt x="12" y="0"/>
                    <a:pt x="27" y="0"/>
                  </a:cubicBezTo>
                  <a:cubicBezTo>
                    <a:pt x="41" y="0"/>
                    <a:pt x="53" y="12"/>
                    <a:pt x="52" y="26"/>
                  </a:cubicBezTo>
                  <a:cubicBezTo>
                    <a:pt x="52" y="41"/>
                    <a:pt x="41" y="52"/>
                    <a:pt x="26" y="52"/>
                  </a:cubicBezTo>
                  <a:cubicBezTo>
                    <a:pt x="12" y="52"/>
                    <a:pt x="0" y="41"/>
                    <a:pt x="0" y="26"/>
                  </a:cubicBezTo>
                  <a:close/>
                </a:path>
              </a:pathLst>
            </a:custGeom>
            <a:solidFill>
              <a:srgbClr val="FF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0" name="Freeform 1622">
              <a:extLst>
                <a:ext uri="{FF2B5EF4-FFF2-40B4-BE49-F238E27FC236}">
                  <a16:creationId xmlns:a16="http://schemas.microsoft.com/office/drawing/2014/main" id="{363E77D5-DF37-4AA5-961E-3985638FE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951"/>
              <a:ext cx="23" cy="58"/>
            </a:xfrm>
            <a:custGeom>
              <a:avLst/>
              <a:gdLst>
                <a:gd name="T0" fmla="*/ 1620 w 9"/>
                <a:gd name="T1" fmla="*/ 3662 h 22"/>
                <a:gd name="T2" fmla="*/ 2520 w 9"/>
                <a:gd name="T3" fmla="*/ 0 h 22"/>
                <a:gd name="T4" fmla="*/ 2520 w 9"/>
                <a:gd name="T5" fmla="*/ 0 h 22"/>
                <a:gd name="T6" fmla="*/ 0 w 9"/>
                <a:gd name="T7" fmla="*/ 3662 h 22"/>
                <a:gd name="T8" fmla="*/ 2520 w 9"/>
                <a:gd name="T9" fmla="*/ 7382 h 22"/>
                <a:gd name="T10" fmla="*/ 2520 w 9"/>
                <a:gd name="T11" fmla="*/ 7382 h 22"/>
                <a:gd name="T12" fmla="*/ 1620 w 9"/>
                <a:gd name="T13" fmla="*/ 36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2">
                  <a:moveTo>
                    <a:pt x="6" y="11"/>
                  </a:moveTo>
                  <a:cubicBezTo>
                    <a:pt x="6" y="7"/>
                    <a:pt x="7" y="4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7" y="19"/>
                    <a:pt x="6" y="15"/>
                    <a:pt x="6" y="11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1" name="Freeform 1623">
              <a:extLst>
                <a:ext uri="{FF2B5EF4-FFF2-40B4-BE49-F238E27FC236}">
                  <a16:creationId xmlns:a16="http://schemas.microsoft.com/office/drawing/2014/main" id="{3DFE67A4-A18D-48D7-9D01-A8A9EF229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951"/>
              <a:ext cx="38" cy="58"/>
            </a:xfrm>
            <a:custGeom>
              <a:avLst/>
              <a:gdLst>
                <a:gd name="T0" fmla="*/ 3955 w 15"/>
                <a:gd name="T1" fmla="*/ 6762 h 22"/>
                <a:gd name="T2" fmla="*/ 3139 w 15"/>
                <a:gd name="T3" fmla="*/ 3662 h 22"/>
                <a:gd name="T4" fmla="*/ 3955 w 15"/>
                <a:gd name="T5" fmla="*/ 1007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7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2" y="15"/>
                    <a:pt x="12" y="11"/>
                  </a:cubicBezTo>
                  <a:cubicBezTo>
                    <a:pt x="12" y="8"/>
                    <a:pt x="13" y="5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20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2" name="Freeform 1624">
              <a:extLst>
                <a:ext uri="{FF2B5EF4-FFF2-40B4-BE49-F238E27FC236}">
                  <a16:creationId xmlns:a16="http://schemas.microsoft.com/office/drawing/2014/main" id="{79D09582-7FC3-4662-B9A7-BFC4D51D8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951"/>
              <a:ext cx="35" cy="58"/>
            </a:xfrm>
            <a:custGeom>
              <a:avLst/>
              <a:gdLst>
                <a:gd name="T0" fmla="*/ 3438 w 14"/>
                <a:gd name="T1" fmla="*/ 6762 h 22"/>
                <a:gd name="T2" fmla="*/ 2738 w 14"/>
                <a:gd name="T3" fmla="*/ 3662 h 22"/>
                <a:gd name="T4" fmla="*/ 3438 w 14"/>
                <a:gd name="T5" fmla="*/ 1007 h 22"/>
                <a:gd name="T6" fmla="*/ 2270 w 14"/>
                <a:gd name="T7" fmla="*/ 0 h 22"/>
                <a:gd name="T8" fmla="*/ 0 w 14"/>
                <a:gd name="T9" fmla="*/ 3662 h 22"/>
                <a:gd name="T10" fmla="*/ 2270 w 14"/>
                <a:gd name="T11" fmla="*/ 7382 h 22"/>
                <a:gd name="T12" fmla="*/ 3438 w 14"/>
                <a:gd name="T13" fmla="*/ 67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14" y="20"/>
                  </a:moveTo>
                  <a:cubicBezTo>
                    <a:pt x="12" y="18"/>
                    <a:pt x="11" y="14"/>
                    <a:pt x="11" y="11"/>
                  </a:cubicBezTo>
                  <a:cubicBezTo>
                    <a:pt x="11" y="8"/>
                    <a:pt x="12" y="5"/>
                    <a:pt x="14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4" y="20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3" name="Freeform 1625">
              <a:extLst>
                <a:ext uri="{FF2B5EF4-FFF2-40B4-BE49-F238E27FC236}">
                  <a16:creationId xmlns:a16="http://schemas.microsoft.com/office/drawing/2014/main" id="{FA5164B6-0ED3-4C3F-B3CB-00540A7AE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951"/>
              <a:ext cx="37" cy="58"/>
            </a:xfrm>
            <a:custGeom>
              <a:avLst/>
              <a:gdLst>
                <a:gd name="T0" fmla="*/ 3365 w 15"/>
                <a:gd name="T1" fmla="*/ 6375 h 22"/>
                <a:gd name="T2" fmla="*/ 2743 w 15"/>
                <a:gd name="T3" fmla="*/ 3662 h 22"/>
                <a:gd name="T4" fmla="*/ 3365 w 15"/>
                <a:gd name="T5" fmla="*/ 1007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36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2" y="14"/>
                    <a:pt x="12" y="11"/>
                  </a:cubicBezTo>
                  <a:cubicBezTo>
                    <a:pt x="12" y="8"/>
                    <a:pt x="13" y="5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4" name="Freeform 1626">
              <a:extLst>
                <a:ext uri="{FF2B5EF4-FFF2-40B4-BE49-F238E27FC236}">
                  <a16:creationId xmlns:a16="http://schemas.microsoft.com/office/drawing/2014/main" id="{EA4461D1-B0C3-42D2-86E6-8A05D1693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951"/>
              <a:ext cx="35" cy="58"/>
            </a:xfrm>
            <a:custGeom>
              <a:avLst/>
              <a:gdLst>
                <a:gd name="T0" fmla="*/ 3438 w 14"/>
                <a:gd name="T1" fmla="*/ 6375 h 22"/>
                <a:gd name="T2" fmla="*/ 2738 w 14"/>
                <a:gd name="T3" fmla="*/ 3662 h 22"/>
                <a:gd name="T4" fmla="*/ 3438 w 14"/>
                <a:gd name="T5" fmla="*/ 1007 h 22"/>
                <a:gd name="T6" fmla="*/ 2270 w 14"/>
                <a:gd name="T7" fmla="*/ 0 h 22"/>
                <a:gd name="T8" fmla="*/ 0 w 14"/>
                <a:gd name="T9" fmla="*/ 3662 h 22"/>
                <a:gd name="T10" fmla="*/ 2270 w 14"/>
                <a:gd name="T11" fmla="*/ 7382 h 22"/>
                <a:gd name="T12" fmla="*/ 3438 w 14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14" y="19"/>
                  </a:moveTo>
                  <a:cubicBezTo>
                    <a:pt x="12" y="17"/>
                    <a:pt x="11" y="14"/>
                    <a:pt x="11" y="11"/>
                  </a:cubicBezTo>
                  <a:cubicBezTo>
                    <a:pt x="11" y="8"/>
                    <a:pt x="12" y="5"/>
                    <a:pt x="14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4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5" name="Freeform 1627">
              <a:extLst>
                <a:ext uri="{FF2B5EF4-FFF2-40B4-BE49-F238E27FC236}">
                  <a16:creationId xmlns:a16="http://schemas.microsoft.com/office/drawing/2014/main" id="{1A131674-91A7-4D0B-9FCC-4C330E0F9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951"/>
              <a:ext cx="38" cy="58"/>
            </a:xfrm>
            <a:custGeom>
              <a:avLst/>
              <a:gdLst>
                <a:gd name="T0" fmla="*/ 3955 w 15"/>
                <a:gd name="T1" fmla="*/ 6375 h 22"/>
                <a:gd name="T2" fmla="*/ 3139 w 15"/>
                <a:gd name="T3" fmla="*/ 3662 h 22"/>
                <a:gd name="T4" fmla="*/ 3955 w 15"/>
                <a:gd name="T5" fmla="*/ 625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2" y="14"/>
                    <a:pt x="12" y="11"/>
                  </a:cubicBezTo>
                  <a:cubicBezTo>
                    <a:pt x="12" y="7"/>
                    <a:pt x="13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6" name="Freeform 1628">
              <a:extLst>
                <a:ext uri="{FF2B5EF4-FFF2-40B4-BE49-F238E27FC236}">
                  <a16:creationId xmlns:a16="http://schemas.microsoft.com/office/drawing/2014/main" id="{B027E4BF-04C2-4BBA-9D27-325DCC29B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951"/>
              <a:ext cx="35" cy="58"/>
            </a:xfrm>
            <a:custGeom>
              <a:avLst/>
              <a:gdLst>
                <a:gd name="T0" fmla="*/ 3438 w 14"/>
                <a:gd name="T1" fmla="*/ 6375 h 22"/>
                <a:gd name="T2" fmla="*/ 2738 w 14"/>
                <a:gd name="T3" fmla="*/ 3662 h 22"/>
                <a:gd name="T4" fmla="*/ 3438 w 14"/>
                <a:gd name="T5" fmla="*/ 625 h 22"/>
                <a:gd name="T6" fmla="*/ 2270 w 14"/>
                <a:gd name="T7" fmla="*/ 0 h 22"/>
                <a:gd name="T8" fmla="*/ 0 w 14"/>
                <a:gd name="T9" fmla="*/ 3662 h 22"/>
                <a:gd name="T10" fmla="*/ 2270 w 14"/>
                <a:gd name="T11" fmla="*/ 7382 h 22"/>
                <a:gd name="T12" fmla="*/ 3438 w 14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14" y="19"/>
                  </a:moveTo>
                  <a:cubicBezTo>
                    <a:pt x="12" y="17"/>
                    <a:pt x="11" y="14"/>
                    <a:pt x="11" y="11"/>
                  </a:cubicBezTo>
                  <a:cubicBezTo>
                    <a:pt x="11" y="7"/>
                    <a:pt x="12" y="4"/>
                    <a:pt x="14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4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7" name="Freeform 1629">
              <a:extLst>
                <a:ext uri="{FF2B5EF4-FFF2-40B4-BE49-F238E27FC236}">
                  <a16:creationId xmlns:a16="http://schemas.microsoft.com/office/drawing/2014/main" id="{E586CBD6-61AC-496E-9A3E-B00AA6A4B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951"/>
              <a:ext cx="37" cy="58"/>
            </a:xfrm>
            <a:custGeom>
              <a:avLst/>
              <a:gdLst>
                <a:gd name="T0" fmla="*/ 3365 w 15"/>
                <a:gd name="T1" fmla="*/ 6375 h 22"/>
                <a:gd name="T2" fmla="*/ 2743 w 15"/>
                <a:gd name="T3" fmla="*/ 3662 h 22"/>
                <a:gd name="T4" fmla="*/ 3365 w 15"/>
                <a:gd name="T5" fmla="*/ 625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36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2" y="14"/>
                    <a:pt x="12" y="11"/>
                  </a:cubicBezTo>
                  <a:cubicBezTo>
                    <a:pt x="12" y="7"/>
                    <a:pt x="13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8" name="Freeform 1630">
              <a:extLst>
                <a:ext uri="{FF2B5EF4-FFF2-40B4-BE49-F238E27FC236}">
                  <a16:creationId xmlns:a16="http://schemas.microsoft.com/office/drawing/2014/main" id="{8F1F34B0-9FC3-43DB-84BB-D34DA5CFA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951"/>
              <a:ext cx="35" cy="58"/>
            </a:xfrm>
            <a:custGeom>
              <a:avLst/>
              <a:gdLst>
                <a:gd name="T0" fmla="*/ 3438 w 14"/>
                <a:gd name="T1" fmla="*/ 6375 h 22"/>
                <a:gd name="T2" fmla="*/ 2738 w 14"/>
                <a:gd name="T3" fmla="*/ 3662 h 22"/>
                <a:gd name="T4" fmla="*/ 3438 w 14"/>
                <a:gd name="T5" fmla="*/ 625 h 22"/>
                <a:gd name="T6" fmla="*/ 2270 w 14"/>
                <a:gd name="T7" fmla="*/ 0 h 22"/>
                <a:gd name="T8" fmla="*/ 0 w 14"/>
                <a:gd name="T9" fmla="*/ 3662 h 22"/>
                <a:gd name="T10" fmla="*/ 2270 w 14"/>
                <a:gd name="T11" fmla="*/ 7382 h 22"/>
                <a:gd name="T12" fmla="*/ 3438 w 14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14" y="19"/>
                  </a:moveTo>
                  <a:cubicBezTo>
                    <a:pt x="12" y="17"/>
                    <a:pt x="11" y="14"/>
                    <a:pt x="11" y="11"/>
                  </a:cubicBezTo>
                  <a:cubicBezTo>
                    <a:pt x="11" y="7"/>
                    <a:pt x="12" y="4"/>
                    <a:pt x="14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4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9" name="Freeform 1631">
              <a:extLst>
                <a:ext uri="{FF2B5EF4-FFF2-40B4-BE49-F238E27FC236}">
                  <a16:creationId xmlns:a16="http://schemas.microsoft.com/office/drawing/2014/main" id="{E5786F74-9A53-4F66-BF6C-C2C8EB939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951"/>
              <a:ext cx="38" cy="58"/>
            </a:xfrm>
            <a:custGeom>
              <a:avLst/>
              <a:gdLst>
                <a:gd name="T0" fmla="*/ 3955 w 15"/>
                <a:gd name="T1" fmla="*/ 6375 h 22"/>
                <a:gd name="T2" fmla="*/ 2926 w 15"/>
                <a:gd name="T3" fmla="*/ 3662 h 22"/>
                <a:gd name="T4" fmla="*/ 3955 w 15"/>
                <a:gd name="T5" fmla="*/ 625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1" y="14"/>
                    <a:pt x="11" y="11"/>
                  </a:cubicBezTo>
                  <a:cubicBezTo>
                    <a:pt x="11" y="7"/>
                    <a:pt x="13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4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0" name="Freeform 1632">
              <a:extLst>
                <a:ext uri="{FF2B5EF4-FFF2-40B4-BE49-F238E27FC236}">
                  <a16:creationId xmlns:a16="http://schemas.microsoft.com/office/drawing/2014/main" id="{21ECDCC0-A62D-431E-A9D6-66E8E880F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951"/>
              <a:ext cx="38" cy="58"/>
            </a:xfrm>
            <a:custGeom>
              <a:avLst/>
              <a:gdLst>
                <a:gd name="T0" fmla="*/ 3955 w 15"/>
                <a:gd name="T1" fmla="*/ 6375 h 22"/>
                <a:gd name="T2" fmla="*/ 3139 w 15"/>
                <a:gd name="T3" fmla="*/ 3662 h 22"/>
                <a:gd name="T4" fmla="*/ 3955 w 15"/>
                <a:gd name="T5" fmla="*/ 625 h 22"/>
                <a:gd name="T6" fmla="*/ 2599 w 15"/>
                <a:gd name="T7" fmla="*/ 0 h 22"/>
                <a:gd name="T8" fmla="*/ 0 w 15"/>
                <a:gd name="T9" fmla="*/ 3335 h 22"/>
                <a:gd name="T10" fmla="*/ 2386 w 15"/>
                <a:gd name="T11" fmla="*/ 7382 h 22"/>
                <a:gd name="T12" fmla="*/ 395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2" y="14"/>
                    <a:pt x="12" y="11"/>
                  </a:cubicBezTo>
                  <a:cubicBezTo>
                    <a:pt x="12" y="7"/>
                    <a:pt x="13" y="4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7"/>
                    <a:pt x="4" y="21"/>
                    <a:pt x="9" y="22"/>
                  </a:cubicBezTo>
                  <a:cubicBezTo>
                    <a:pt x="12" y="22"/>
                    <a:pt x="14" y="21"/>
                    <a:pt x="15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1" name="Freeform 1633">
              <a:extLst>
                <a:ext uri="{FF2B5EF4-FFF2-40B4-BE49-F238E27FC236}">
                  <a16:creationId xmlns:a16="http://schemas.microsoft.com/office/drawing/2014/main" id="{675970D6-FB6B-4AE9-ADA5-07610911E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948"/>
              <a:ext cx="37" cy="59"/>
            </a:xfrm>
            <a:custGeom>
              <a:avLst/>
              <a:gdLst>
                <a:gd name="T0" fmla="*/ 3365 w 15"/>
                <a:gd name="T1" fmla="*/ 7501 h 22"/>
                <a:gd name="T2" fmla="*/ 2477 w 15"/>
                <a:gd name="T3" fmla="*/ 4149 h 22"/>
                <a:gd name="T4" fmla="*/ 3365 w 15"/>
                <a:gd name="T5" fmla="*/ 1078 h 22"/>
                <a:gd name="T6" fmla="*/ 1996 w 15"/>
                <a:gd name="T7" fmla="*/ 0 h 22"/>
                <a:gd name="T8" fmla="*/ 0 w 15"/>
                <a:gd name="T9" fmla="*/ 4149 h 22"/>
                <a:gd name="T10" fmla="*/ 1996 w 15"/>
                <a:gd name="T11" fmla="*/ 8177 h 22"/>
                <a:gd name="T12" fmla="*/ 3365 w 15"/>
                <a:gd name="T13" fmla="*/ 750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1" y="15"/>
                    <a:pt x="11" y="11"/>
                  </a:cubicBezTo>
                  <a:cubicBezTo>
                    <a:pt x="11" y="8"/>
                    <a:pt x="13" y="5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2"/>
                    <a:pt x="15" y="20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2" name="Freeform 1634">
              <a:extLst>
                <a:ext uri="{FF2B5EF4-FFF2-40B4-BE49-F238E27FC236}">
                  <a16:creationId xmlns:a16="http://schemas.microsoft.com/office/drawing/2014/main" id="{5B60F477-CF54-434E-8EA7-3F028CBB1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948"/>
              <a:ext cx="37" cy="59"/>
            </a:xfrm>
            <a:custGeom>
              <a:avLst/>
              <a:gdLst>
                <a:gd name="T0" fmla="*/ 3365 w 15"/>
                <a:gd name="T1" fmla="*/ 7501 h 22"/>
                <a:gd name="T2" fmla="*/ 2743 w 15"/>
                <a:gd name="T3" fmla="*/ 4149 h 22"/>
                <a:gd name="T4" fmla="*/ 3365 w 15"/>
                <a:gd name="T5" fmla="*/ 1078 h 22"/>
                <a:gd name="T6" fmla="*/ 2294 w 15"/>
                <a:gd name="T7" fmla="*/ 0 h 22"/>
                <a:gd name="T8" fmla="*/ 0 w 15"/>
                <a:gd name="T9" fmla="*/ 4149 h 22"/>
                <a:gd name="T10" fmla="*/ 1996 w 15"/>
                <a:gd name="T11" fmla="*/ 8177 h 22"/>
                <a:gd name="T12" fmla="*/ 3365 w 15"/>
                <a:gd name="T13" fmla="*/ 750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2" y="15"/>
                    <a:pt x="12" y="11"/>
                  </a:cubicBezTo>
                  <a:cubicBezTo>
                    <a:pt x="12" y="8"/>
                    <a:pt x="13" y="5"/>
                    <a:pt x="15" y="3"/>
                  </a:cubicBezTo>
                  <a:cubicBezTo>
                    <a:pt x="14" y="1"/>
                    <a:pt x="12" y="0"/>
                    <a:pt x="10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2" y="22"/>
                    <a:pt x="14" y="21"/>
                    <a:pt x="15" y="20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3" name="Oval 1635">
              <a:extLst>
                <a:ext uri="{FF2B5EF4-FFF2-40B4-BE49-F238E27FC236}">
                  <a16:creationId xmlns:a16="http://schemas.microsoft.com/office/drawing/2014/main" id="{7FB2CC5B-2B02-49A4-8BC3-77462BF51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" y="1929"/>
              <a:ext cx="67" cy="72"/>
            </a:xfrm>
            <a:prstGeom prst="ellipse">
              <a:avLst/>
            </a:prstGeom>
            <a:solidFill>
              <a:srgbClr val="FFF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54" name="Freeform 1636">
              <a:extLst>
                <a:ext uri="{FF2B5EF4-FFF2-40B4-BE49-F238E27FC236}">
                  <a16:creationId xmlns:a16="http://schemas.microsoft.com/office/drawing/2014/main" id="{31696C7A-1A5C-4558-9AE5-CC79BF453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943"/>
              <a:ext cx="22" cy="26"/>
            </a:xfrm>
            <a:custGeom>
              <a:avLst/>
              <a:gdLst>
                <a:gd name="T0" fmla="*/ 1039 w 9"/>
                <a:gd name="T1" fmla="*/ 0 h 10"/>
                <a:gd name="T2" fmla="*/ 0 w 9"/>
                <a:gd name="T3" fmla="*/ 1547 h 10"/>
                <a:gd name="T4" fmla="*/ 1039 w 9"/>
                <a:gd name="T5" fmla="*/ 2746 h 10"/>
                <a:gd name="T6" fmla="*/ 1931 w 9"/>
                <a:gd name="T7" fmla="*/ 1547 h 10"/>
                <a:gd name="T8" fmla="*/ 1039 w 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7" y="10"/>
                    <a:pt x="9" y="7"/>
                    <a:pt x="9" y="5"/>
                  </a:cubicBezTo>
                  <a:cubicBezTo>
                    <a:pt x="9" y="2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5" name="Freeform 1637">
              <a:extLst>
                <a:ext uri="{FF2B5EF4-FFF2-40B4-BE49-F238E27FC236}">
                  <a16:creationId xmlns:a16="http://schemas.microsoft.com/office/drawing/2014/main" id="{09868A18-6311-4E86-8116-052FB9FB8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935"/>
              <a:ext cx="108" cy="104"/>
            </a:xfrm>
            <a:custGeom>
              <a:avLst/>
              <a:gdLst>
                <a:gd name="T0" fmla="*/ 0 w 43"/>
                <a:gd name="T1" fmla="*/ 9309 h 39"/>
                <a:gd name="T2" fmla="*/ 3973 w 43"/>
                <a:gd name="T3" fmla="*/ 11891 h 39"/>
                <a:gd name="T4" fmla="*/ 9790 w 43"/>
                <a:gd name="T5" fmla="*/ 3891 h 39"/>
                <a:gd name="T6" fmla="*/ 8793 w 43"/>
                <a:gd name="T7" fmla="*/ 0 h 39"/>
                <a:gd name="T8" fmla="*/ 10787 w 43"/>
                <a:gd name="T9" fmla="*/ 6067 h 39"/>
                <a:gd name="T10" fmla="*/ 5008 w 43"/>
                <a:gd name="T11" fmla="*/ 14016 h 39"/>
                <a:gd name="T12" fmla="*/ 0 w 43"/>
                <a:gd name="T13" fmla="*/ 930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9">
                  <a:moveTo>
                    <a:pt x="0" y="26"/>
                  </a:moveTo>
                  <a:cubicBezTo>
                    <a:pt x="7" y="33"/>
                    <a:pt x="11" y="33"/>
                    <a:pt x="16" y="33"/>
                  </a:cubicBezTo>
                  <a:cubicBezTo>
                    <a:pt x="32" y="33"/>
                    <a:pt x="39" y="23"/>
                    <a:pt x="39" y="11"/>
                  </a:cubicBezTo>
                  <a:cubicBezTo>
                    <a:pt x="39" y="7"/>
                    <a:pt x="37" y="3"/>
                    <a:pt x="35" y="0"/>
                  </a:cubicBezTo>
                  <a:cubicBezTo>
                    <a:pt x="40" y="4"/>
                    <a:pt x="43" y="10"/>
                    <a:pt x="43" y="17"/>
                  </a:cubicBezTo>
                  <a:cubicBezTo>
                    <a:pt x="43" y="29"/>
                    <a:pt x="33" y="39"/>
                    <a:pt x="20" y="39"/>
                  </a:cubicBezTo>
                  <a:cubicBezTo>
                    <a:pt x="11" y="39"/>
                    <a:pt x="4" y="34"/>
                    <a:pt x="0" y="26"/>
                  </a:cubicBezTo>
                  <a:close/>
                </a:path>
              </a:pathLst>
            </a:custGeom>
            <a:solidFill>
              <a:srgbClr val="F8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6" name="Freeform 1638">
              <a:extLst>
                <a:ext uri="{FF2B5EF4-FFF2-40B4-BE49-F238E27FC236}">
                  <a16:creationId xmlns:a16="http://schemas.microsoft.com/office/drawing/2014/main" id="{76E8E894-E094-42A3-B4F0-A88BC39DF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953"/>
              <a:ext cx="22" cy="30"/>
            </a:xfrm>
            <a:custGeom>
              <a:avLst/>
              <a:gdLst>
                <a:gd name="T0" fmla="*/ 1315 w 9"/>
                <a:gd name="T1" fmla="*/ 4544 h 11"/>
                <a:gd name="T2" fmla="*/ 1931 w 9"/>
                <a:gd name="T3" fmla="*/ 775 h 11"/>
                <a:gd name="T4" fmla="*/ 0 w 9"/>
                <a:gd name="T5" fmla="*/ 4099 h 11"/>
                <a:gd name="T6" fmla="*/ 860 w 9"/>
                <a:gd name="T7" fmla="*/ 2433 h 11"/>
                <a:gd name="T8" fmla="*/ 1315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6" y="11"/>
                  </a:moveTo>
                  <a:cubicBezTo>
                    <a:pt x="6" y="7"/>
                    <a:pt x="7" y="3"/>
                    <a:pt x="9" y="2"/>
                  </a:cubicBezTo>
                  <a:cubicBezTo>
                    <a:pt x="6" y="0"/>
                    <a:pt x="0" y="2"/>
                    <a:pt x="0" y="10"/>
                  </a:cubicBezTo>
                  <a:cubicBezTo>
                    <a:pt x="1" y="6"/>
                    <a:pt x="3" y="6"/>
                    <a:pt x="4" y="6"/>
                  </a:cubicBezTo>
                  <a:cubicBezTo>
                    <a:pt x="5" y="7"/>
                    <a:pt x="6" y="9"/>
                    <a:pt x="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7" name="Freeform 1639">
              <a:extLst>
                <a:ext uri="{FF2B5EF4-FFF2-40B4-BE49-F238E27FC236}">
                  <a16:creationId xmlns:a16="http://schemas.microsoft.com/office/drawing/2014/main" id="{D75B9A7B-84B8-4216-B96C-9D9CF867A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953"/>
              <a:ext cx="22" cy="30"/>
            </a:xfrm>
            <a:custGeom>
              <a:avLst/>
              <a:gdLst>
                <a:gd name="T0" fmla="*/ 1506 w 9"/>
                <a:gd name="T1" fmla="*/ 4544 h 11"/>
                <a:gd name="T2" fmla="*/ 1931 w 9"/>
                <a:gd name="T3" fmla="*/ 775 h 11"/>
                <a:gd name="T4" fmla="*/ 0 w 9"/>
                <a:gd name="T5" fmla="*/ 4099 h 11"/>
                <a:gd name="T6" fmla="*/ 1039 w 9"/>
                <a:gd name="T7" fmla="*/ 2433 h 11"/>
                <a:gd name="T8" fmla="*/ 1506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6" y="7"/>
                    <a:pt x="8" y="3"/>
                    <a:pt x="9" y="2"/>
                  </a:cubicBezTo>
                  <a:cubicBezTo>
                    <a:pt x="6" y="0"/>
                    <a:pt x="1" y="2"/>
                    <a:pt x="0" y="10"/>
                  </a:cubicBezTo>
                  <a:cubicBezTo>
                    <a:pt x="2" y="6"/>
                    <a:pt x="3" y="6"/>
                    <a:pt x="5" y="6"/>
                  </a:cubicBezTo>
                  <a:cubicBezTo>
                    <a:pt x="6" y="7"/>
                    <a:pt x="6" y="9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8" name="Freeform 1640">
              <a:extLst>
                <a:ext uri="{FF2B5EF4-FFF2-40B4-BE49-F238E27FC236}">
                  <a16:creationId xmlns:a16="http://schemas.microsoft.com/office/drawing/2014/main" id="{7DEEFF9A-8DBD-4666-954B-42673856B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953"/>
              <a:ext cx="23" cy="30"/>
            </a:xfrm>
            <a:custGeom>
              <a:avLst/>
              <a:gdLst>
                <a:gd name="T0" fmla="*/ 1620 w 9"/>
                <a:gd name="T1" fmla="*/ 4544 h 11"/>
                <a:gd name="T2" fmla="*/ 2520 w 9"/>
                <a:gd name="T3" fmla="*/ 775 h 11"/>
                <a:gd name="T4" fmla="*/ 0 w 9"/>
                <a:gd name="T5" fmla="*/ 4099 h 11"/>
                <a:gd name="T6" fmla="*/ 1104 w 9"/>
                <a:gd name="T7" fmla="*/ 2433 h 11"/>
                <a:gd name="T8" fmla="*/ 1620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6" y="11"/>
                  </a:moveTo>
                  <a:cubicBezTo>
                    <a:pt x="6" y="7"/>
                    <a:pt x="7" y="3"/>
                    <a:pt x="9" y="2"/>
                  </a:cubicBezTo>
                  <a:cubicBezTo>
                    <a:pt x="6" y="0"/>
                    <a:pt x="0" y="2"/>
                    <a:pt x="0" y="10"/>
                  </a:cubicBezTo>
                  <a:cubicBezTo>
                    <a:pt x="1" y="6"/>
                    <a:pt x="3" y="6"/>
                    <a:pt x="4" y="6"/>
                  </a:cubicBezTo>
                  <a:cubicBezTo>
                    <a:pt x="5" y="7"/>
                    <a:pt x="6" y="9"/>
                    <a:pt x="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9" name="Freeform 1641">
              <a:extLst>
                <a:ext uri="{FF2B5EF4-FFF2-40B4-BE49-F238E27FC236}">
                  <a16:creationId xmlns:a16="http://schemas.microsoft.com/office/drawing/2014/main" id="{AD2067DD-8A2B-4784-88A5-96E8CF6E6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53"/>
              <a:ext cx="23" cy="30"/>
            </a:xfrm>
            <a:custGeom>
              <a:avLst/>
              <a:gdLst>
                <a:gd name="T0" fmla="*/ 1973 w 9"/>
                <a:gd name="T1" fmla="*/ 4544 h 11"/>
                <a:gd name="T2" fmla="*/ 2520 w 9"/>
                <a:gd name="T3" fmla="*/ 775 h 11"/>
                <a:gd name="T4" fmla="*/ 0 w 9"/>
                <a:gd name="T5" fmla="*/ 4099 h 11"/>
                <a:gd name="T6" fmla="*/ 1403 w 9"/>
                <a:gd name="T7" fmla="*/ 2433 h 11"/>
                <a:gd name="T8" fmla="*/ 1973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6" y="7"/>
                    <a:pt x="8" y="2"/>
                    <a:pt x="9" y="2"/>
                  </a:cubicBezTo>
                  <a:cubicBezTo>
                    <a:pt x="6" y="0"/>
                    <a:pt x="1" y="2"/>
                    <a:pt x="0" y="10"/>
                  </a:cubicBezTo>
                  <a:cubicBezTo>
                    <a:pt x="2" y="6"/>
                    <a:pt x="3" y="6"/>
                    <a:pt x="5" y="6"/>
                  </a:cubicBezTo>
                  <a:cubicBezTo>
                    <a:pt x="6" y="7"/>
                    <a:pt x="6" y="9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0" name="Freeform 1642">
              <a:extLst>
                <a:ext uri="{FF2B5EF4-FFF2-40B4-BE49-F238E27FC236}">
                  <a16:creationId xmlns:a16="http://schemas.microsoft.com/office/drawing/2014/main" id="{F34420DE-E89D-49AC-B739-1FA825B00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953"/>
              <a:ext cx="22" cy="30"/>
            </a:xfrm>
            <a:custGeom>
              <a:avLst/>
              <a:gdLst>
                <a:gd name="T0" fmla="*/ 1315 w 9"/>
                <a:gd name="T1" fmla="*/ 4544 h 11"/>
                <a:gd name="T2" fmla="*/ 1931 w 9"/>
                <a:gd name="T3" fmla="*/ 775 h 11"/>
                <a:gd name="T4" fmla="*/ 0 w 9"/>
                <a:gd name="T5" fmla="*/ 4099 h 11"/>
                <a:gd name="T6" fmla="*/ 860 w 9"/>
                <a:gd name="T7" fmla="*/ 2433 h 11"/>
                <a:gd name="T8" fmla="*/ 1315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6" y="11"/>
                  </a:moveTo>
                  <a:cubicBezTo>
                    <a:pt x="6" y="7"/>
                    <a:pt x="7" y="2"/>
                    <a:pt x="9" y="2"/>
                  </a:cubicBezTo>
                  <a:cubicBezTo>
                    <a:pt x="6" y="0"/>
                    <a:pt x="0" y="2"/>
                    <a:pt x="0" y="10"/>
                  </a:cubicBezTo>
                  <a:cubicBezTo>
                    <a:pt x="1" y="6"/>
                    <a:pt x="3" y="6"/>
                    <a:pt x="4" y="6"/>
                  </a:cubicBezTo>
                  <a:cubicBezTo>
                    <a:pt x="5" y="7"/>
                    <a:pt x="6" y="9"/>
                    <a:pt x="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1" name="Freeform 1643">
              <a:extLst>
                <a:ext uri="{FF2B5EF4-FFF2-40B4-BE49-F238E27FC236}">
                  <a16:creationId xmlns:a16="http://schemas.microsoft.com/office/drawing/2014/main" id="{E8986F5D-EE21-43D9-9B15-358D815C6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953"/>
              <a:ext cx="22" cy="30"/>
            </a:xfrm>
            <a:custGeom>
              <a:avLst/>
              <a:gdLst>
                <a:gd name="T0" fmla="*/ 1506 w 9"/>
                <a:gd name="T1" fmla="*/ 4544 h 11"/>
                <a:gd name="T2" fmla="*/ 1931 w 9"/>
                <a:gd name="T3" fmla="*/ 775 h 11"/>
                <a:gd name="T4" fmla="*/ 0 w 9"/>
                <a:gd name="T5" fmla="*/ 4099 h 11"/>
                <a:gd name="T6" fmla="*/ 1039 w 9"/>
                <a:gd name="T7" fmla="*/ 2433 h 11"/>
                <a:gd name="T8" fmla="*/ 1506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6" y="7"/>
                    <a:pt x="8" y="2"/>
                    <a:pt x="9" y="2"/>
                  </a:cubicBezTo>
                  <a:cubicBezTo>
                    <a:pt x="6" y="0"/>
                    <a:pt x="1" y="2"/>
                    <a:pt x="0" y="10"/>
                  </a:cubicBezTo>
                  <a:cubicBezTo>
                    <a:pt x="2" y="6"/>
                    <a:pt x="3" y="5"/>
                    <a:pt x="5" y="6"/>
                  </a:cubicBezTo>
                  <a:cubicBezTo>
                    <a:pt x="6" y="6"/>
                    <a:pt x="6" y="8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2" name="Freeform 1644">
              <a:extLst>
                <a:ext uri="{FF2B5EF4-FFF2-40B4-BE49-F238E27FC236}">
                  <a16:creationId xmlns:a16="http://schemas.microsoft.com/office/drawing/2014/main" id="{60CB70DE-E27D-4727-96CA-1D34E4DB6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953"/>
              <a:ext cx="23" cy="30"/>
            </a:xfrm>
            <a:custGeom>
              <a:avLst/>
              <a:gdLst>
                <a:gd name="T0" fmla="*/ 1620 w 9"/>
                <a:gd name="T1" fmla="*/ 4544 h 11"/>
                <a:gd name="T2" fmla="*/ 2520 w 9"/>
                <a:gd name="T3" fmla="*/ 775 h 11"/>
                <a:gd name="T4" fmla="*/ 0 w 9"/>
                <a:gd name="T5" fmla="*/ 4099 h 11"/>
                <a:gd name="T6" fmla="*/ 1104 w 9"/>
                <a:gd name="T7" fmla="*/ 2433 h 11"/>
                <a:gd name="T8" fmla="*/ 1620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6" y="11"/>
                  </a:moveTo>
                  <a:cubicBezTo>
                    <a:pt x="6" y="7"/>
                    <a:pt x="7" y="2"/>
                    <a:pt x="9" y="2"/>
                  </a:cubicBezTo>
                  <a:cubicBezTo>
                    <a:pt x="6" y="0"/>
                    <a:pt x="0" y="2"/>
                    <a:pt x="0" y="10"/>
                  </a:cubicBezTo>
                  <a:cubicBezTo>
                    <a:pt x="1" y="6"/>
                    <a:pt x="3" y="5"/>
                    <a:pt x="4" y="6"/>
                  </a:cubicBezTo>
                  <a:cubicBezTo>
                    <a:pt x="5" y="6"/>
                    <a:pt x="6" y="8"/>
                    <a:pt x="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3" name="Freeform 1645">
              <a:extLst>
                <a:ext uri="{FF2B5EF4-FFF2-40B4-BE49-F238E27FC236}">
                  <a16:creationId xmlns:a16="http://schemas.microsoft.com/office/drawing/2014/main" id="{E0C263C2-E6C0-4D16-8180-522447DD3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953"/>
              <a:ext cx="23" cy="30"/>
            </a:xfrm>
            <a:custGeom>
              <a:avLst/>
              <a:gdLst>
                <a:gd name="T0" fmla="*/ 1973 w 9"/>
                <a:gd name="T1" fmla="*/ 4544 h 11"/>
                <a:gd name="T2" fmla="*/ 2520 w 9"/>
                <a:gd name="T3" fmla="*/ 447 h 11"/>
                <a:gd name="T4" fmla="*/ 0 w 9"/>
                <a:gd name="T5" fmla="*/ 4099 h 11"/>
                <a:gd name="T6" fmla="*/ 1403 w 9"/>
                <a:gd name="T7" fmla="*/ 2433 h 11"/>
                <a:gd name="T8" fmla="*/ 1973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6" y="7"/>
                    <a:pt x="8" y="2"/>
                    <a:pt x="9" y="1"/>
                  </a:cubicBezTo>
                  <a:cubicBezTo>
                    <a:pt x="6" y="0"/>
                    <a:pt x="1" y="1"/>
                    <a:pt x="0" y="10"/>
                  </a:cubicBezTo>
                  <a:cubicBezTo>
                    <a:pt x="2" y="6"/>
                    <a:pt x="3" y="5"/>
                    <a:pt x="5" y="6"/>
                  </a:cubicBezTo>
                  <a:cubicBezTo>
                    <a:pt x="6" y="6"/>
                    <a:pt x="6" y="8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4" name="Freeform 1646">
              <a:extLst>
                <a:ext uri="{FF2B5EF4-FFF2-40B4-BE49-F238E27FC236}">
                  <a16:creationId xmlns:a16="http://schemas.microsoft.com/office/drawing/2014/main" id="{C08CEEDB-F57B-4E36-A741-6D1429745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953"/>
              <a:ext cx="22" cy="27"/>
            </a:xfrm>
            <a:custGeom>
              <a:avLst/>
              <a:gdLst>
                <a:gd name="T0" fmla="*/ 1315 w 9"/>
                <a:gd name="T1" fmla="*/ 3877 h 10"/>
                <a:gd name="T2" fmla="*/ 1931 w 9"/>
                <a:gd name="T3" fmla="*/ 429 h 10"/>
                <a:gd name="T4" fmla="*/ 0 w 9"/>
                <a:gd name="T5" fmla="*/ 3464 h 10"/>
                <a:gd name="T6" fmla="*/ 860 w 9"/>
                <a:gd name="T7" fmla="*/ 2282 h 10"/>
                <a:gd name="T8" fmla="*/ 1315 w 9"/>
                <a:gd name="T9" fmla="*/ 38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cubicBezTo>
                    <a:pt x="6" y="7"/>
                    <a:pt x="7" y="2"/>
                    <a:pt x="9" y="1"/>
                  </a:cubicBezTo>
                  <a:cubicBezTo>
                    <a:pt x="6" y="0"/>
                    <a:pt x="0" y="1"/>
                    <a:pt x="0" y="9"/>
                  </a:cubicBezTo>
                  <a:cubicBezTo>
                    <a:pt x="1" y="6"/>
                    <a:pt x="3" y="5"/>
                    <a:pt x="4" y="6"/>
                  </a:cubicBezTo>
                  <a:cubicBezTo>
                    <a:pt x="5" y="6"/>
                    <a:pt x="6" y="8"/>
                    <a:pt x="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5" name="Freeform 1647">
              <a:extLst>
                <a:ext uri="{FF2B5EF4-FFF2-40B4-BE49-F238E27FC236}">
                  <a16:creationId xmlns:a16="http://schemas.microsoft.com/office/drawing/2014/main" id="{B481932F-5D24-458A-8617-8597F71D5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953"/>
              <a:ext cx="22" cy="27"/>
            </a:xfrm>
            <a:custGeom>
              <a:avLst/>
              <a:gdLst>
                <a:gd name="T0" fmla="*/ 1506 w 9"/>
                <a:gd name="T1" fmla="*/ 3877 h 10"/>
                <a:gd name="T2" fmla="*/ 1931 w 9"/>
                <a:gd name="T3" fmla="*/ 429 h 10"/>
                <a:gd name="T4" fmla="*/ 0 w 9"/>
                <a:gd name="T5" fmla="*/ 3464 h 10"/>
                <a:gd name="T6" fmla="*/ 1039 w 9"/>
                <a:gd name="T7" fmla="*/ 2282 h 10"/>
                <a:gd name="T8" fmla="*/ 1506 w 9"/>
                <a:gd name="T9" fmla="*/ 38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7" y="10"/>
                  </a:moveTo>
                  <a:cubicBezTo>
                    <a:pt x="6" y="7"/>
                    <a:pt x="8" y="2"/>
                    <a:pt x="9" y="1"/>
                  </a:cubicBezTo>
                  <a:cubicBezTo>
                    <a:pt x="6" y="0"/>
                    <a:pt x="1" y="1"/>
                    <a:pt x="0" y="9"/>
                  </a:cubicBezTo>
                  <a:cubicBezTo>
                    <a:pt x="2" y="5"/>
                    <a:pt x="3" y="5"/>
                    <a:pt x="5" y="6"/>
                  </a:cubicBezTo>
                  <a:cubicBezTo>
                    <a:pt x="6" y="6"/>
                    <a:pt x="6" y="8"/>
                    <a:pt x="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6" name="Freeform 1648">
              <a:extLst>
                <a:ext uri="{FF2B5EF4-FFF2-40B4-BE49-F238E27FC236}">
                  <a16:creationId xmlns:a16="http://schemas.microsoft.com/office/drawing/2014/main" id="{1985A16F-1EC7-47BA-A95A-F498DF3BF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953"/>
              <a:ext cx="23" cy="27"/>
            </a:xfrm>
            <a:custGeom>
              <a:avLst/>
              <a:gdLst>
                <a:gd name="T0" fmla="*/ 1620 w 9"/>
                <a:gd name="T1" fmla="*/ 3877 h 10"/>
                <a:gd name="T2" fmla="*/ 2520 w 9"/>
                <a:gd name="T3" fmla="*/ 429 h 10"/>
                <a:gd name="T4" fmla="*/ 0 w 9"/>
                <a:gd name="T5" fmla="*/ 3464 h 10"/>
                <a:gd name="T6" fmla="*/ 1104 w 9"/>
                <a:gd name="T7" fmla="*/ 2282 h 10"/>
                <a:gd name="T8" fmla="*/ 1620 w 9"/>
                <a:gd name="T9" fmla="*/ 38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cubicBezTo>
                    <a:pt x="6" y="7"/>
                    <a:pt x="7" y="2"/>
                    <a:pt x="9" y="1"/>
                  </a:cubicBezTo>
                  <a:cubicBezTo>
                    <a:pt x="6" y="0"/>
                    <a:pt x="0" y="1"/>
                    <a:pt x="0" y="9"/>
                  </a:cubicBezTo>
                  <a:cubicBezTo>
                    <a:pt x="1" y="5"/>
                    <a:pt x="3" y="5"/>
                    <a:pt x="4" y="6"/>
                  </a:cubicBezTo>
                  <a:cubicBezTo>
                    <a:pt x="5" y="6"/>
                    <a:pt x="6" y="8"/>
                    <a:pt x="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7" name="Freeform 1649">
              <a:extLst>
                <a:ext uri="{FF2B5EF4-FFF2-40B4-BE49-F238E27FC236}">
                  <a16:creationId xmlns:a16="http://schemas.microsoft.com/office/drawing/2014/main" id="{F486C995-AF70-4593-9FAF-807D71755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953"/>
              <a:ext cx="23" cy="27"/>
            </a:xfrm>
            <a:custGeom>
              <a:avLst/>
              <a:gdLst>
                <a:gd name="T0" fmla="*/ 1973 w 9"/>
                <a:gd name="T1" fmla="*/ 3877 h 10"/>
                <a:gd name="T2" fmla="*/ 2520 w 9"/>
                <a:gd name="T3" fmla="*/ 429 h 10"/>
                <a:gd name="T4" fmla="*/ 0 w 9"/>
                <a:gd name="T5" fmla="*/ 3464 h 10"/>
                <a:gd name="T6" fmla="*/ 1403 w 9"/>
                <a:gd name="T7" fmla="*/ 2282 h 10"/>
                <a:gd name="T8" fmla="*/ 1973 w 9"/>
                <a:gd name="T9" fmla="*/ 38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7" y="10"/>
                  </a:moveTo>
                  <a:cubicBezTo>
                    <a:pt x="6" y="7"/>
                    <a:pt x="8" y="2"/>
                    <a:pt x="9" y="1"/>
                  </a:cubicBezTo>
                  <a:cubicBezTo>
                    <a:pt x="6" y="0"/>
                    <a:pt x="1" y="1"/>
                    <a:pt x="0" y="9"/>
                  </a:cubicBezTo>
                  <a:cubicBezTo>
                    <a:pt x="2" y="5"/>
                    <a:pt x="3" y="5"/>
                    <a:pt x="5" y="6"/>
                  </a:cubicBezTo>
                  <a:cubicBezTo>
                    <a:pt x="6" y="6"/>
                    <a:pt x="6" y="8"/>
                    <a:pt x="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8" name="Freeform 1650">
              <a:extLst>
                <a:ext uri="{FF2B5EF4-FFF2-40B4-BE49-F238E27FC236}">
                  <a16:creationId xmlns:a16="http://schemas.microsoft.com/office/drawing/2014/main" id="{672E18DE-D613-425E-9DD6-5AB1A48A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911"/>
              <a:ext cx="133" cy="138"/>
            </a:xfrm>
            <a:custGeom>
              <a:avLst/>
              <a:gdLst>
                <a:gd name="T0" fmla="*/ 0 w 53"/>
                <a:gd name="T1" fmla="*/ 9084 h 52"/>
                <a:gd name="T2" fmla="*/ 6783 w 53"/>
                <a:gd name="T3" fmla="*/ 0 h 52"/>
                <a:gd name="T4" fmla="*/ 12929 w 53"/>
                <a:gd name="T5" fmla="*/ 9084 h 52"/>
                <a:gd name="T6" fmla="*/ 6462 w 53"/>
                <a:gd name="T7" fmla="*/ 18150 h 52"/>
                <a:gd name="T8" fmla="*/ 0 w 53"/>
                <a:gd name="T9" fmla="*/ 9084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2">
                  <a:moveTo>
                    <a:pt x="0" y="26"/>
                  </a:moveTo>
                  <a:cubicBezTo>
                    <a:pt x="1" y="12"/>
                    <a:pt x="12" y="0"/>
                    <a:pt x="27" y="0"/>
                  </a:cubicBezTo>
                  <a:cubicBezTo>
                    <a:pt x="41" y="0"/>
                    <a:pt x="53" y="12"/>
                    <a:pt x="52" y="26"/>
                  </a:cubicBezTo>
                  <a:cubicBezTo>
                    <a:pt x="52" y="41"/>
                    <a:pt x="41" y="52"/>
                    <a:pt x="26" y="52"/>
                  </a:cubicBezTo>
                  <a:cubicBezTo>
                    <a:pt x="12" y="52"/>
                    <a:pt x="0" y="41"/>
                    <a:pt x="0" y="26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9" name="Freeform 1651">
              <a:extLst>
                <a:ext uri="{FF2B5EF4-FFF2-40B4-BE49-F238E27FC236}">
                  <a16:creationId xmlns:a16="http://schemas.microsoft.com/office/drawing/2014/main" id="{7B761E2B-CBC5-4E66-91FE-D292766E5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951"/>
              <a:ext cx="23" cy="58"/>
            </a:xfrm>
            <a:custGeom>
              <a:avLst/>
              <a:gdLst>
                <a:gd name="T0" fmla="*/ 1620 w 9"/>
                <a:gd name="T1" fmla="*/ 3662 h 22"/>
                <a:gd name="T2" fmla="*/ 2520 w 9"/>
                <a:gd name="T3" fmla="*/ 0 h 22"/>
                <a:gd name="T4" fmla="*/ 2520 w 9"/>
                <a:gd name="T5" fmla="*/ 0 h 22"/>
                <a:gd name="T6" fmla="*/ 0 w 9"/>
                <a:gd name="T7" fmla="*/ 3662 h 22"/>
                <a:gd name="T8" fmla="*/ 2520 w 9"/>
                <a:gd name="T9" fmla="*/ 7382 h 22"/>
                <a:gd name="T10" fmla="*/ 2520 w 9"/>
                <a:gd name="T11" fmla="*/ 7382 h 22"/>
                <a:gd name="T12" fmla="*/ 1620 w 9"/>
                <a:gd name="T13" fmla="*/ 36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2">
                  <a:moveTo>
                    <a:pt x="6" y="11"/>
                  </a:moveTo>
                  <a:cubicBezTo>
                    <a:pt x="6" y="7"/>
                    <a:pt x="7" y="4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7" y="19"/>
                    <a:pt x="6" y="15"/>
                    <a:pt x="6" y="11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0" name="Freeform 1652">
              <a:extLst>
                <a:ext uri="{FF2B5EF4-FFF2-40B4-BE49-F238E27FC236}">
                  <a16:creationId xmlns:a16="http://schemas.microsoft.com/office/drawing/2014/main" id="{E97CF1E5-AC3B-4564-9E89-099DB6FEA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951"/>
              <a:ext cx="38" cy="58"/>
            </a:xfrm>
            <a:custGeom>
              <a:avLst/>
              <a:gdLst>
                <a:gd name="T0" fmla="*/ 3955 w 15"/>
                <a:gd name="T1" fmla="*/ 6762 h 22"/>
                <a:gd name="T2" fmla="*/ 3139 w 15"/>
                <a:gd name="T3" fmla="*/ 3662 h 22"/>
                <a:gd name="T4" fmla="*/ 3955 w 15"/>
                <a:gd name="T5" fmla="*/ 1007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7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2" y="15"/>
                    <a:pt x="12" y="11"/>
                  </a:cubicBezTo>
                  <a:cubicBezTo>
                    <a:pt x="12" y="8"/>
                    <a:pt x="13" y="5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2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1" name="Freeform 1653">
              <a:extLst>
                <a:ext uri="{FF2B5EF4-FFF2-40B4-BE49-F238E27FC236}">
                  <a16:creationId xmlns:a16="http://schemas.microsoft.com/office/drawing/2014/main" id="{057252E2-BAD0-4A6D-9111-942B34696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951"/>
              <a:ext cx="35" cy="58"/>
            </a:xfrm>
            <a:custGeom>
              <a:avLst/>
              <a:gdLst>
                <a:gd name="T0" fmla="*/ 3438 w 14"/>
                <a:gd name="T1" fmla="*/ 6762 h 22"/>
                <a:gd name="T2" fmla="*/ 2738 w 14"/>
                <a:gd name="T3" fmla="*/ 3662 h 22"/>
                <a:gd name="T4" fmla="*/ 3438 w 14"/>
                <a:gd name="T5" fmla="*/ 1007 h 22"/>
                <a:gd name="T6" fmla="*/ 2270 w 14"/>
                <a:gd name="T7" fmla="*/ 0 h 22"/>
                <a:gd name="T8" fmla="*/ 0 w 14"/>
                <a:gd name="T9" fmla="*/ 3662 h 22"/>
                <a:gd name="T10" fmla="*/ 2270 w 14"/>
                <a:gd name="T11" fmla="*/ 7382 h 22"/>
                <a:gd name="T12" fmla="*/ 3438 w 14"/>
                <a:gd name="T13" fmla="*/ 67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14" y="20"/>
                  </a:moveTo>
                  <a:cubicBezTo>
                    <a:pt x="12" y="18"/>
                    <a:pt x="11" y="14"/>
                    <a:pt x="11" y="11"/>
                  </a:cubicBezTo>
                  <a:cubicBezTo>
                    <a:pt x="11" y="8"/>
                    <a:pt x="12" y="5"/>
                    <a:pt x="14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4" y="2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2" name="Freeform 1654">
              <a:extLst>
                <a:ext uri="{FF2B5EF4-FFF2-40B4-BE49-F238E27FC236}">
                  <a16:creationId xmlns:a16="http://schemas.microsoft.com/office/drawing/2014/main" id="{F4737F69-73FA-4113-82E8-240FBFF5C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951"/>
              <a:ext cx="37" cy="58"/>
            </a:xfrm>
            <a:custGeom>
              <a:avLst/>
              <a:gdLst>
                <a:gd name="T0" fmla="*/ 3365 w 15"/>
                <a:gd name="T1" fmla="*/ 6375 h 22"/>
                <a:gd name="T2" fmla="*/ 2743 w 15"/>
                <a:gd name="T3" fmla="*/ 3662 h 22"/>
                <a:gd name="T4" fmla="*/ 3365 w 15"/>
                <a:gd name="T5" fmla="*/ 1007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36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2" y="14"/>
                    <a:pt x="12" y="11"/>
                  </a:cubicBezTo>
                  <a:cubicBezTo>
                    <a:pt x="12" y="8"/>
                    <a:pt x="13" y="5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3" name="Freeform 1655">
              <a:extLst>
                <a:ext uri="{FF2B5EF4-FFF2-40B4-BE49-F238E27FC236}">
                  <a16:creationId xmlns:a16="http://schemas.microsoft.com/office/drawing/2014/main" id="{2701AE66-9862-4EB7-B207-DCA38FD0A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951"/>
              <a:ext cx="35" cy="58"/>
            </a:xfrm>
            <a:custGeom>
              <a:avLst/>
              <a:gdLst>
                <a:gd name="T0" fmla="*/ 3438 w 14"/>
                <a:gd name="T1" fmla="*/ 6375 h 22"/>
                <a:gd name="T2" fmla="*/ 2738 w 14"/>
                <a:gd name="T3" fmla="*/ 3662 h 22"/>
                <a:gd name="T4" fmla="*/ 3438 w 14"/>
                <a:gd name="T5" fmla="*/ 1007 h 22"/>
                <a:gd name="T6" fmla="*/ 2270 w 14"/>
                <a:gd name="T7" fmla="*/ 0 h 22"/>
                <a:gd name="T8" fmla="*/ 0 w 14"/>
                <a:gd name="T9" fmla="*/ 3662 h 22"/>
                <a:gd name="T10" fmla="*/ 2270 w 14"/>
                <a:gd name="T11" fmla="*/ 7382 h 22"/>
                <a:gd name="T12" fmla="*/ 3438 w 14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14" y="19"/>
                  </a:moveTo>
                  <a:cubicBezTo>
                    <a:pt x="12" y="17"/>
                    <a:pt x="11" y="14"/>
                    <a:pt x="11" y="11"/>
                  </a:cubicBezTo>
                  <a:cubicBezTo>
                    <a:pt x="11" y="8"/>
                    <a:pt x="12" y="5"/>
                    <a:pt x="14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4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4" name="Freeform 1656">
              <a:extLst>
                <a:ext uri="{FF2B5EF4-FFF2-40B4-BE49-F238E27FC236}">
                  <a16:creationId xmlns:a16="http://schemas.microsoft.com/office/drawing/2014/main" id="{04F51111-7D4C-4BDE-9BC1-CB720CFA7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951"/>
              <a:ext cx="38" cy="58"/>
            </a:xfrm>
            <a:custGeom>
              <a:avLst/>
              <a:gdLst>
                <a:gd name="T0" fmla="*/ 3955 w 15"/>
                <a:gd name="T1" fmla="*/ 6375 h 22"/>
                <a:gd name="T2" fmla="*/ 3139 w 15"/>
                <a:gd name="T3" fmla="*/ 3662 h 22"/>
                <a:gd name="T4" fmla="*/ 3955 w 15"/>
                <a:gd name="T5" fmla="*/ 625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2" y="14"/>
                    <a:pt x="12" y="11"/>
                  </a:cubicBezTo>
                  <a:cubicBezTo>
                    <a:pt x="12" y="7"/>
                    <a:pt x="13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5" name="Freeform 1657">
              <a:extLst>
                <a:ext uri="{FF2B5EF4-FFF2-40B4-BE49-F238E27FC236}">
                  <a16:creationId xmlns:a16="http://schemas.microsoft.com/office/drawing/2014/main" id="{5F83004C-B676-43BE-B5EA-470E2E067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951"/>
              <a:ext cx="35" cy="58"/>
            </a:xfrm>
            <a:custGeom>
              <a:avLst/>
              <a:gdLst>
                <a:gd name="T0" fmla="*/ 3438 w 14"/>
                <a:gd name="T1" fmla="*/ 6375 h 22"/>
                <a:gd name="T2" fmla="*/ 2738 w 14"/>
                <a:gd name="T3" fmla="*/ 3662 h 22"/>
                <a:gd name="T4" fmla="*/ 3438 w 14"/>
                <a:gd name="T5" fmla="*/ 625 h 22"/>
                <a:gd name="T6" fmla="*/ 2270 w 14"/>
                <a:gd name="T7" fmla="*/ 0 h 22"/>
                <a:gd name="T8" fmla="*/ 0 w 14"/>
                <a:gd name="T9" fmla="*/ 3662 h 22"/>
                <a:gd name="T10" fmla="*/ 2270 w 14"/>
                <a:gd name="T11" fmla="*/ 7382 h 22"/>
                <a:gd name="T12" fmla="*/ 3438 w 14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14" y="19"/>
                  </a:moveTo>
                  <a:cubicBezTo>
                    <a:pt x="12" y="17"/>
                    <a:pt x="11" y="14"/>
                    <a:pt x="11" y="11"/>
                  </a:cubicBezTo>
                  <a:cubicBezTo>
                    <a:pt x="11" y="7"/>
                    <a:pt x="12" y="4"/>
                    <a:pt x="14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4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6" name="Freeform 1658">
              <a:extLst>
                <a:ext uri="{FF2B5EF4-FFF2-40B4-BE49-F238E27FC236}">
                  <a16:creationId xmlns:a16="http://schemas.microsoft.com/office/drawing/2014/main" id="{512AA165-064E-466E-832B-090BA6E43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951"/>
              <a:ext cx="37" cy="58"/>
            </a:xfrm>
            <a:custGeom>
              <a:avLst/>
              <a:gdLst>
                <a:gd name="T0" fmla="*/ 3365 w 15"/>
                <a:gd name="T1" fmla="*/ 6375 h 22"/>
                <a:gd name="T2" fmla="*/ 2743 w 15"/>
                <a:gd name="T3" fmla="*/ 3662 h 22"/>
                <a:gd name="T4" fmla="*/ 3365 w 15"/>
                <a:gd name="T5" fmla="*/ 625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36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2" y="14"/>
                    <a:pt x="12" y="11"/>
                  </a:cubicBezTo>
                  <a:cubicBezTo>
                    <a:pt x="12" y="7"/>
                    <a:pt x="13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7" name="Freeform 1659">
              <a:extLst>
                <a:ext uri="{FF2B5EF4-FFF2-40B4-BE49-F238E27FC236}">
                  <a16:creationId xmlns:a16="http://schemas.microsoft.com/office/drawing/2014/main" id="{754FE11F-1CE6-4559-8A2C-8E575B388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951"/>
              <a:ext cx="35" cy="58"/>
            </a:xfrm>
            <a:custGeom>
              <a:avLst/>
              <a:gdLst>
                <a:gd name="T0" fmla="*/ 3438 w 14"/>
                <a:gd name="T1" fmla="*/ 6375 h 22"/>
                <a:gd name="T2" fmla="*/ 2738 w 14"/>
                <a:gd name="T3" fmla="*/ 3662 h 22"/>
                <a:gd name="T4" fmla="*/ 3438 w 14"/>
                <a:gd name="T5" fmla="*/ 625 h 22"/>
                <a:gd name="T6" fmla="*/ 2270 w 14"/>
                <a:gd name="T7" fmla="*/ 0 h 22"/>
                <a:gd name="T8" fmla="*/ 0 w 14"/>
                <a:gd name="T9" fmla="*/ 3662 h 22"/>
                <a:gd name="T10" fmla="*/ 2270 w 14"/>
                <a:gd name="T11" fmla="*/ 7382 h 22"/>
                <a:gd name="T12" fmla="*/ 3438 w 14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14" y="19"/>
                  </a:moveTo>
                  <a:cubicBezTo>
                    <a:pt x="12" y="17"/>
                    <a:pt x="11" y="14"/>
                    <a:pt x="11" y="11"/>
                  </a:cubicBezTo>
                  <a:cubicBezTo>
                    <a:pt x="11" y="7"/>
                    <a:pt x="12" y="4"/>
                    <a:pt x="14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4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8" name="Freeform 1660">
              <a:extLst>
                <a:ext uri="{FF2B5EF4-FFF2-40B4-BE49-F238E27FC236}">
                  <a16:creationId xmlns:a16="http://schemas.microsoft.com/office/drawing/2014/main" id="{C5CC618A-796D-4603-9455-32FE4349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951"/>
              <a:ext cx="38" cy="58"/>
            </a:xfrm>
            <a:custGeom>
              <a:avLst/>
              <a:gdLst>
                <a:gd name="T0" fmla="*/ 3955 w 15"/>
                <a:gd name="T1" fmla="*/ 6375 h 22"/>
                <a:gd name="T2" fmla="*/ 2926 w 15"/>
                <a:gd name="T3" fmla="*/ 3662 h 22"/>
                <a:gd name="T4" fmla="*/ 3955 w 15"/>
                <a:gd name="T5" fmla="*/ 625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1" y="14"/>
                    <a:pt x="11" y="11"/>
                  </a:cubicBezTo>
                  <a:cubicBezTo>
                    <a:pt x="11" y="7"/>
                    <a:pt x="13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4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9" name="Freeform 1661">
              <a:extLst>
                <a:ext uri="{FF2B5EF4-FFF2-40B4-BE49-F238E27FC236}">
                  <a16:creationId xmlns:a16="http://schemas.microsoft.com/office/drawing/2014/main" id="{47F11529-ADCF-4059-9161-BBC8B43E3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951"/>
              <a:ext cx="38" cy="58"/>
            </a:xfrm>
            <a:custGeom>
              <a:avLst/>
              <a:gdLst>
                <a:gd name="T0" fmla="*/ 3955 w 15"/>
                <a:gd name="T1" fmla="*/ 6375 h 22"/>
                <a:gd name="T2" fmla="*/ 3139 w 15"/>
                <a:gd name="T3" fmla="*/ 3662 h 22"/>
                <a:gd name="T4" fmla="*/ 3955 w 15"/>
                <a:gd name="T5" fmla="*/ 625 h 22"/>
                <a:gd name="T6" fmla="*/ 2599 w 15"/>
                <a:gd name="T7" fmla="*/ 0 h 22"/>
                <a:gd name="T8" fmla="*/ 0 w 15"/>
                <a:gd name="T9" fmla="*/ 3335 h 22"/>
                <a:gd name="T10" fmla="*/ 2386 w 15"/>
                <a:gd name="T11" fmla="*/ 7382 h 22"/>
                <a:gd name="T12" fmla="*/ 395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2" y="14"/>
                    <a:pt x="12" y="11"/>
                  </a:cubicBezTo>
                  <a:cubicBezTo>
                    <a:pt x="12" y="7"/>
                    <a:pt x="13" y="4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7"/>
                    <a:pt x="4" y="21"/>
                    <a:pt x="9" y="22"/>
                  </a:cubicBezTo>
                  <a:cubicBezTo>
                    <a:pt x="12" y="22"/>
                    <a:pt x="14" y="21"/>
                    <a:pt x="15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0" name="Freeform 1662">
              <a:extLst>
                <a:ext uri="{FF2B5EF4-FFF2-40B4-BE49-F238E27FC236}">
                  <a16:creationId xmlns:a16="http://schemas.microsoft.com/office/drawing/2014/main" id="{92D5F45B-202C-43D0-8A40-035B218A4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948"/>
              <a:ext cx="37" cy="59"/>
            </a:xfrm>
            <a:custGeom>
              <a:avLst/>
              <a:gdLst>
                <a:gd name="T0" fmla="*/ 3365 w 15"/>
                <a:gd name="T1" fmla="*/ 7501 h 22"/>
                <a:gd name="T2" fmla="*/ 2477 w 15"/>
                <a:gd name="T3" fmla="*/ 4149 h 22"/>
                <a:gd name="T4" fmla="*/ 3365 w 15"/>
                <a:gd name="T5" fmla="*/ 1078 h 22"/>
                <a:gd name="T6" fmla="*/ 1996 w 15"/>
                <a:gd name="T7" fmla="*/ 0 h 22"/>
                <a:gd name="T8" fmla="*/ 0 w 15"/>
                <a:gd name="T9" fmla="*/ 4149 h 22"/>
                <a:gd name="T10" fmla="*/ 1996 w 15"/>
                <a:gd name="T11" fmla="*/ 8177 h 22"/>
                <a:gd name="T12" fmla="*/ 3365 w 15"/>
                <a:gd name="T13" fmla="*/ 750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1" y="15"/>
                    <a:pt x="11" y="11"/>
                  </a:cubicBezTo>
                  <a:cubicBezTo>
                    <a:pt x="11" y="8"/>
                    <a:pt x="13" y="5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2"/>
                    <a:pt x="15" y="2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1" name="Freeform 1663">
              <a:extLst>
                <a:ext uri="{FF2B5EF4-FFF2-40B4-BE49-F238E27FC236}">
                  <a16:creationId xmlns:a16="http://schemas.microsoft.com/office/drawing/2014/main" id="{41C61CF8-C28B-4B2C-A585-A482B104C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948"/>
              <a:ext cx="37" cy="59"/>
            </a:xfrm>
            <a:custGeom>
              <a:avLst/>
              <a:gdLst>
                <a:gd name="T0" fmla="*/ 3365 w 15"/>
                <a:gd name="T1" fmla="*/ 7501 h 22"/>
                <a:gd name="T2" fmla="*/ 2743 w 15"/>
                <a:gd name="T3" fmla="*/ 4149 h 22"/>
                <a:gd name="T4" fmla="*/ 3365 w 15"/>
                <a:gd name="T5" fmla="*/ 1078 h 22"/>
                <a:gd name="T6" fmla="*/ 2294 w 15"/>
                <a:gd name="T7" fmla="*/ 0 h 22"/>
                <a:gd name="T8" fmla="*/ 0 w 15"/>
                <a:gd name="T9" fmla="*/ 4149 h 22"/>
                <a:gd name="T10" fmla="*/ 1996 w 15"/>
                <a:gd name="T11" fmla="*/ 8177 h 22"/>
                <a:gd name="T12" fmla="*/ 3365 w 15"/>
                <a:gd name="T13" fmla="*/ 750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2" y="15"/>
                    <a:pt x="12" y="11"/>
                  </a:cubicBezTo>
                  <a:cubicBezTo>
                    <a:pt x="12" y="8"/>
                    <a:pt x="13" y="5"/>
                    <a:pt x="15" y="3"/>
                  </a:cubicBezTo>
                  <a:cubicBezTo>
                    <a:pt x="14" y="1"/>
                    <a:pt x="12" y="0"/>
                    <a:pt x="10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2" y="22"/>
                    <a:pt x="14" y="21"/>
                    <a:pt x="15" y="2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2" name="Freeform 1664">
              <a:extLst>
                <a:ext uri="{FF2B5EF4-FFF2-40B4-BE49-F238E27FC236}">
                  <a16:creationId xmlns:a16="http://schemas.microsoft.com/office/drawing/2014/main" id="{5771DE57-3EC8-4639-8594-E4AD0FAE4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647"/>
              <a:ext cx="57" cy="64"/>
            </a:xfrm>
            <a:custGeom>
              <a:avLst/>
              <a:gdLst>
                <a:gd name="T0" fmla="*/ 4674 w 23"/>
                <a:gd name="T1" fmla="*/ 2581 h 24"/>
                <a:gd name="T2" fmla="*/ 1125 w 23"/>
                <a:gd name="T3" fmla="*/ 1059 h 24"/>
                <a:gd name="T4" fmla="*/ 0 w 23"/>
                <a:gd name="T5" fmla="*/ 4301 h 24"/>
                <a:gd name="T6" fmla="*/ 1400 w 23"/>
                <a:gd name="T7" fmla="*/ 7944 h 24"/>
                <a:gd name="T8" fmla="*/ 1400 w 23"/>
                <a:gd name="T9" fmla="*/ 7944 h 24"/>
                <a:gd name="T10" fmla="*/ 3727 w 23"/>
                <a:gd name="T11" fmla="*/ 7944 h 24"/>
                <a:gd name="T12" fmla="*/ 4674 w 23"/>
                <a:gd name="T13" fmla="*/ 258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20" y="7"/>
                  </a:moveTo>
                  <a:cubicBezTo>
                    <a:pt x="17" y="2"/>
                    <a:pt x="10" y="0"/>
                    <a:pt x="5" y="3"/>
                  </a:cubicBezTo>
                  <a:cubicBezTo>
                    <a:pt x="2" y="5"/>
                    <a:pt x="0" y="8"/>
                    <a:pt x="0" y="12"/>
                  </a:cubicBezTo>
                  <a:cubicBezTo>
                    <a:pt x="3" y="14"/>
                    <a:pt x="5" y="18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9" y="24"/>
                    <a:pt x="13" y="24"/>
                    <a:pt x="16" y="22"/>
                  </a:cubicBezTo>
                  <a:cubicBezTo>
                    <a:pt x="21" y="19"/>
                    <a:pt x="23" y="12"/>
                    <a:pt x="20" y="7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3" name="Freeform 1665">
              <a:extLst>
                <a:ext uri="{FF2B5EF4-FFF2-40B4-BE49-F238E27FC236}">
                  <a16:creationId xmlns:a16="http://schemas.microsoft.com/office/drawing/2014/main" id="{1ADE94D0-57D1-4DD2-A24C-D227C8C57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980"/>
              <a:ext cx="560" cy="517"/>
            </a:xfrm>
            <a:custGeom>
              <a:avLst/>
              <a:gdLst>
                <a:gd name="T0" fmla="*/ 280 w 560"/>
                <a:gd name="T1" fmla="*/ 517 h 517"/>
                <a:gd name="T2" fmla="*/ 0 w 560"/>
                <a:gd name="T3" fmla="*/ 0 h 517"/>
                <a:gd name="T4" fmla="*/ 560 w 560"/>
                <a:gd name="T5" fmla="*/ 0 h 517"/>
                <a:gd name="T6" fmla="*/ 280 w 560"/>
                <a:gd name="T7" fmla="*/ 517 h 5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0" h="517">
                  <a:moveTo>
                    <a:pt x="280" y="517"/>
                  </a:moveTo>
                  <a:lnTo>
                    <a:pt x="0" y="0"/>
                  </a:lnTo>
                  <a:lnTo>
                    <a:pt x="560" y="0"/>
                  </a:lnTo>
                  <a:lnTo>
                    <a:pt x="280" y="517"/>
                  </a:lnTo>
                  <a:close/>
                </a:path>
              </a:pathLst>
            </a:custGeom>
            <a:solidFill>
              <a:srgbClr val="9CA8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84" name="Oval 1666">
              <a:extLst>
                <a:ext uri="{FF2B5EF4-FFF2-40B4-BE49-F238E27FC236}">
                  <a16:creationId xmlns:a16="http://schemas.microsoft.com/office/drawing/2014/main" id="{CEA3025C-3424-46DF-B35B-F2AE0F276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" y="2009"/>
              <a:ext cx="92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85" name="Freeform 1667">
              <a:extLst>
                <a:ext uri="{FF2B5EF4-FFF2-40B4-BE49-F238E27FC236}">
                  <a16:creationId xmlns:a16="http://schemas.microsoft.com/office/drawing/2014/main" id="{1BA4F0D7-EB6F-4B14-A58C-3DE6AE08D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020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5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5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6" name="Oval 1668">
              <a:extLst>
                <a:ext uri="{FF2B5EF4-FFF2-40B4-BE49-F238E27FC236}">
                  <a16:creationId xmlns:a16="http://schemas.microsoft.com/office/drawing/2014/main" id="{E557CD7F-3BED-449D-971B-376A1F438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2023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87" name="Oval 1669">
              <a:extLst>
                <a:ext uri="{FF2B5EF4-FFF2-40B4-BE49-F238E27FC236}">
                  <a16:creationId xmlns:a16="http://schemas.microsoft.com/office/drawing/2014/main" id="{963936DA-15BA-4B78-AB94-CBE6D265A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2033"/>
              <a:ext cx="15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88" name="Oval 1670">
              <a:extLst>
                <a:ext uri="{FF2B5EF4-FFF2-40B4-BE49-F238E27FC236}">
                  <a16:creationId xmlns:a16="http://schemas.microsoft.com/office/drawing/2014/main" id="{452CEB4E-0868-4E08-8981-17675B322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7" y="2009"/>
              <a:ext cx="92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89" name="Oval 1671">
              <a:extLst>
                <a:ext uri="{FF2B5EF4-FFF2-40B4-BE49-F238E27FC236}">
                  <a16:creationId xmlns:a16="http://schemas.microsoft.com/office/drawing/2014/main" id="{8580C00B-9460-4985-8F88-89C609091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2023"/>
              <a:ext cx="48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90" name="Oval 1672">
              <a:extLst>
                <a:ext uri="{FF2B5EF4-FFF2-40B4-BE49-F238E27FC236}">
                  <a16:creationId xmlns:a16="http://schemas.microsoft.com/office/drawing/2014/main" id="{6C20666F-BF97-459E-A4D6-7D4CE13EF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4" y="2033"/>
              <a:ext cx="15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91" name="Freeform 1673">
              <a:extLst>
                <a:ext uri="{FF2B5EF4-FFF2-40B4-BE49-F238E27FC236}">
                  <a16:creationId xmlns:a16="http://schemas.microsoft.com/office/drawing/2014/main" id="{DF8F12C6-A71F-4280-8DFB-AB839AE05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020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5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4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2" name="Oval 1674">
              <a:extLst>
                <a:ext uri="{FF2B5EF4-FFF2-40B4-BE49-F238E27FC236}">
                  <a16:creationId xmlns:a16="http://schemas.microsoft.com/office/drawing/2014/main" id="{D1DE3AC0-330B-463C-87B6-388D1CA57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7" y="2009"/>
              <a:ext cx="92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93" name="Oval 1675">
              <a:extLst>
                <a:ext uri="{FF2B5EF4-FFF2-40B4-BE49-F238E27FC236}">
                  <a16:creationId xmlns:a16="http://schemas.microsoft.com/office/drawing/2014/main" id="{DB32F55F-ADFA-46A0-B523-4C2C367CE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2" y="2023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94" name="Oval 1676">
              <a:extLst>
                <a:ext uri="{FF2B5EF4-FFF2-40B4-BE49-F238E27FC236}">
                  <a16:creationId xmlns:a16="http://schemas.microsoft.com/office/drawing/2014/main" id="{D27DB64D-7961-4EAC-B5AC-F8106E871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033"/>
              <a:ext cx="17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95" name="Freeform 1677">
              <a:extLst>
                <a:ext uri="{FF2B5EF4-FFF2-40B4-BE49-F238E27FC236}">
                  <a16:creationId xmlns:a16="http://schemas.microsoft.com/office/drawing/2014/main" id="{7F196032-EE19-4A3A-B0BD-22635E151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020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770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5"/>
                    <a:pt x="24" y="8"/>
                    <a:pt x="24" y="12"/>
                  </a:cubicBezTo>
                  <a:cubicBezTo>
                    <a:pt x="24" y="23"/>
                    <a:pt x="16" y="28"/>
                    <a:pt x="7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4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6" name="Oval 1678">
              <a:extLst>
                <a:ext uri="{FF2B5EF4-FFF2-40B4-BE49-F238E27FC236}">
                  <a16:creationId xmlns:a16="http://schemas.microsoft.com/office/drawing/2014/main" id="{973CE603-FA8F-4566-AE01-14BFF269E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2009"/>
              <a:ext cx="92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97" name="Oval 1679">
              <a:extLst>
                <a:ext uri="{FF2B5EF4-FFF2-40B4-BE49-F238E27FC236}">
                  <a16:creationId xmlns:a16="http://schemas.microsoft.com/office/drawing/2014/main" id="{D136AA74-EF0D-4A10-AB87-CA47B45C8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2023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98" name="Oval 1680">
              <a:extLst>
                <a:ext uri="{FF2B5EF4-FFF2-40B4-BE49-F238E27FC236}">
                  <a16:creationId xmlns:a16="http://schemas.microsoft.com/office/drawing/2014/main" id="{5A959A91-F3D2-4508-85E1-372411E06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7" y="2033"/>
              <a:ext cx="17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299" name="Freeform 1681">
              <a:extLst>
                <a:ext uri="{FF2B5EF4-FFF2-40B4-BE49-F238E27FC236}">
                  <a16:creationId xmlns:a16="http://schemas.microsoft.com/office/drawing/2014/main" id="{22099211-0CBC-4601-AB05-6E5E3904B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020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770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5"/>
                    <a:pt x="24" y="8"/>
                    <a:pt x="24" y="12"/>
                  </a:cubicBezTo>
                  <a:cubicBezTo>
                    <a:pt x="24" y="23"/>
                    <a:pt x="16" y="28"/>
                    <a:pt x="7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4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0" name="Oval 1682">
              <a:extLst>
                <a:ext uri="{FF2B5EF4-FFF2-40B4-BE49-F238E27FC236}">
                  <a16:creationId xmlns:a16="http://schemas.microsoft.com/office/drawing/2014/main" id="{4775E855-3F80-4124-9523-7E61766AE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9" y="2273"/>
              <a:ext cx="93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01" name="Oval 1683">
              <a:extLst>
                <a:ext uri="{FF2B5EF4-FFF2-40B4-BE49-F238E27FC236}">
                  <a16:creationId xmlns:a16="http://schemas.microsoft.com/office/drawing/2014/main" id="{90858B79-C983-4117-B1EB-6F4C7769D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" y="2287"/>
              <a:ext cx="47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02" name="Oval 1684">
              <a:extLst>
                <a:ext uri="{FF2B5EF4-FFF2-40B4-BE49-F238E27FC236}">
                  <a16:creationId xmlns:a16="http://schemas.microsoft.com/office/drawing/2014/main" id="{1BC703B3-41D9-4E67-9299-8383C754A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2297"/>
              <a:ext cx="18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03" name="Freeform 1685">
              <a:extLst>
                <a:ext uri="{FF2B5EF4-FFF2-40B4-BE49-F238E27FC236}">
                  <a16:creationId xmlns:a16="http://schemas.microsoft.com/office/drawing/2014/main" id="{9B481146-5EC1-4A78-B904-55D0AE4A8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284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5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4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4" name="Oval 1686">
              <a:extLst>
                <a:ext uri="{FF2B5EF4-FFF2-40B4-BE49-F238E27FC236}">
                  <a16:creationId xmlns:a16="http://schemas.microsoft.com/office/drawing/2014/main" id="{38E49CFD-B93C-4B2F-950A-9BBC230F7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9" y="2185"/>
              <a:ext cx="90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05" name="Freeform 1687">
              <a:extLst>
                <a:ext uri="{FF2B5EF4-FFF2-40B4-BE49-F238E27FC236}">
                  <a16:creationId xmlns:a16="http://schemas.microsoft.com/office/drawing/2014/main" id="{EE32E898-A63C-469F-A82F-5B52060CA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196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6" y="28"/>
                    <a:pt x="2" y="26"/>
                    <a:pt x="0" y="25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5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6" name="Oval 1688">
              <a:extLst>
                <a:ext uri="{FF2B5EF4-FFF2-40B4-BE49-F238E27FC236}">
                  <a16:creationId xmlns:a16="http://schemas.microsoft.com/office/drawing/2014/main" id="{1653EA2B-06B5-4554-9E20-A6C2B8779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2" y="2199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07" name="Oval 1689">
              <a:extLst>
                <a:ext uri="{FF2B5EF4-FFF2-40B4-BE49-F238E27FC236}">
                  <a16:creationId xmlns:a16="http://schemas.microsoft.com/office/drawing/2014/main" id="{BD851394-8951-43A4-B8BB-A0C682423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212"/>
              <a:ext cx="17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08" name="Oval 1690">
              <a:extLst>
                <a:ext uri="{FF2B5EF4-FFF2-40B4-BE49-F238E27FC236}">
                  <a16:creationId xmlns:a16="http://schemas.microsoft.com/office/drawing/2014/main" id="{8F9C77D9-A104-4C45-8E99-309F85C7D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4" y="2185"/>
              <a:ext cx="90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09" name="Oval 1691">
              <a:extLst>
                <a:ext uri="{FF2B5EF4-FFF2-40B4-BE49-F238E27FC236}">
                  <a16:creationId xmlns:a16="http://schemas.microsoft.com/office/drawing/2014/main" id="{6253B780-4955-4CB1-AE68-0241A5C02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2199"/>
              <a:ext cx="48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10" name="Oval 1692">
              <a:extLst>
                <a:ext uri="{FF2B5EF4-FFF2-40B4-BE49-F238E27FC236}">
                  <a16:creationId xmlns:a16="http://schemas.microsoft.com/office/drawing/2014/main" id="{CF321B13-C5F4-4777-B42E-C3B27F910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2212"/>
              <a:ext cx="15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11" name="Freeform 1693">
              <a:extLst>
                <a:ext uri="{FF2B5EF4-FFF2-40B4-BE49-F238E27FC236}">
                  <a16:creationId xmlns:a16="http://schemas.microsoft.com/office/drawing/2014/main" id="{8B0F8E50-BEC0-47B0-9C81-8752ADD52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196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4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2" name="Oval 1694">
              <a:extLst>
                <a:ext uri="{FF2B5EF4-FFF2-40B4-BE49-F238E27FC236}">
                  <a16:creationId xmlns:a16="http://schemas.microsoft.com/office/drawing/2014/main" id="{C85EFB78-3998-43D9-AE0C-B4991FCC2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9" y="2097"/>
              <a:ext cx="93" cy="96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13" name="Freeform 1695">
              <a:extLst>
                <a:ext uri="{FF2B5EF4-FFF2-40B4-BE49-F238E27FC236}">
                  <a16:creationId xmlns:a16="http://schemas.microsoft.com/office/drawing/2014/main" id="{F8B0C5A3-FA68-48DD-9C87-C0ECD48F2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108"/>
              <a:ext cx="70" cy="80"/>
            </a:xfrm>
            <a:custGeom>
              <a:avLst/>
              <a:gdLst>
                <a:gd name="T0" fmla="*/ 4688 w 28"/>
                <a:gd name="T1" fmla="*/ 0 h 30"/>
                <a:gd name="T2" fmla="*/ 5863 w 28"/>
                <a:gd name="T3" fmla="*/ 3891 h 30"/>
                <a:gd name="T4" fmla="*/ 1958 w 28"/>
                <a:gd name="T5" fmla="*/ 10104 h 30"/>
                <a:gd name="T6" fmla="*/ 0 w 28"/>
                <a:gd name="T7" fmla="*/ 9045 h 30"/>
                <a:gd name="T8" fmla="*/ 2938 w 28"/>
                <a:gd name="T9" fmla="*/ 10773 h 30"/>
                <a:gd name="T10" fmla="*/ 6845 w 28"/>
                <a:gd name="T11" fmla="*/ 5005 h 30"/>
                <a:gd name="T12" fmla="*/ 4688 w 28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19" y="0"/>
                  </a:moveTo>
                  <a:cubicBezTo>
                    <a:pt x="24" y="5"/>
                    <a:pt x="24" y="7"/>
                    <a:pt x="24" y="11"/>
                  </a:cubicBezTo>
                  <a:cubicBezTo>
                    <a:pt x="24" y="22"/>
                    <a:pt x="17" y="28"/>
                    <a:pt x="8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8"/>
                    <a:pt x="7" y="30"/>
                    <a:pt x="12" y="30"/>
                  </a:cubicBezTo>
                  <a:cubicBezTo>
                    <a:pt x="21" y="30"/>
                    <a:pt x="28" y="23"/>
                    <a:pt x="28" y="14"/>
                  </a:cubicBezTo>
                  <a:cubicBezTo>
                    <a:pt x="28" y="8"/>
                    <a:pt x="24" y="2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4" name="Oval 1696">
              <a:extLst>
                <a:ext uri="{FF2B5EF4-FFF2-40B4-BE49-F238E27FC236}">
                  <a16:creationId xmlns:a16="http://schemas.microsoft.com/office/drawing/2014/main" id="{09915C11-5E38-42B8-A57D-9115AA048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111"/>
              <a:ext cx="48" cy="50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15" name="Oval 1697">
              <a:extLst>
                <a:ext uri="{FF2B5EF4-FFF2-40B4-BE49-F238E27FC236}">
                  <a16:creationId xmlns:a16="http://schemas.microsoft.com/office/drawing/2014/main" id="{83BD37DB-BFEC-4A75-B12E-0CB597048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2121"/>
              <a:ext cx="15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16" name="Oval 1698">
              <a:extLst>
                <a:ext uri="{FF2B5EF4-FFF2-40B4-BE49-F238E27FC236}">
                  <a16:creationId xmlns:a16="http://schemas.microsoft.com/office/drawing/2014/main" id="{A10E2178-154B-4117-9287-61E76A182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" y="2097"/>
              <a:ext cx="90" cy="96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17" name="Oval 1699">
              <a:extLst>
                <a:ext uri="{FF2B5EF4-FFF2-40B4-BE49-F238E27FC236}">
                  <a16:creationId xmlns:a16="http://schemas.microsoft.com/office/drawing/2014/main" id="{AD9BF7FD-AA4A-4E4C-BA0B-E3CB9D911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9" y="2111"/>
              <a:ext cx="50" cy="50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18" name="Oval 1700">
              <a:extLst>
                <a:ext uri="{FF2B5EF4-FFF2-40B4-BE49-F238E27FC236}">
                  <a16:creationId xmlns:a16="http://schemas.microsoft.com/office/drawing/2014/main" id="{8A1A2EC1-F03D-48C2-8AC8-7547C8FA4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2121"/>
              <a:ext cx="15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19" name="Freeform 1701">
              <a:extLst>
                <a:ext uri="{FF2B5EF4-FFF2-40B4-BE49-F238E27FC236}">
                  <a16:creationId xmlns:a16="http://schemas.microsoft.com/office/drawing/2014/main" id="{78F82733-8F97-4466-A2AF-0D12465C3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108"/>
              <a:ext cx="70" cy="80"/>
            </a:xfrm>
            <a:custGeom>
              <a:avLst/>
              <a:gdLst>
                <a:gd name="T0" fmla="*/ 4688 w 28"/>
                <a:gd name="T1" fmla="*/ 0 h 30"/>
                <a:gd name="T2" fmla="*/ 5863 w 28"/>
                <a:gd name="T3" fmla="*/ 3891 h 30"/>
                <a:gd name="T4" fmla="*/ 1958 w 28"/>
                <a:gd name="T5" fmla="*/ 10104 h 30"/>
                <a:gd name="T6" fmla="*/ 0 w 28"/>
                <a:gd name="T7" fmla="*/ 9045 h 30"/>
                <a:gd name="T8" fmla="*/ 2938 w 28"/>
                <a:gd name="T9" fmla="*/ 10773 h 30"/>
                <a:gd name="T10" fmla="*/ 6845 w 28"/>
                <a:gd name="T11" fmla="*/ 5005 h 30"/>
                <a:gd name="T12" fmla="*/ 4688 w 28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19" y="0"/>
                  </a:moveTo>
                  <a:cubicBezTo>
                    <a:pt x="24" y="5"/>
                    <a:pt x="24" y="7"/>
                    <a:pt x="24" y="11"/>
                  </a:cubicBezTo>
                  <a:cubicBezTo>
                    <a:pt x="24" y="22"/>
                    <a:pt x="17" y="28"/>
                    <a:pt x="8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8"/>
                    <a:pt x="7" y="30"/>
                    <a:pt x="12" y="30"/>
                  </a:cubicBezTo>
                  <a:cubicBezTo>
                    <a:pt x="21" y="30"/>
                    <a:pt x="28" y="23"/>
                    <a:pt x="28" y="14"/>
                  </a:cubicBezTo>
                  <a:cubicBezTo>
                    <a:pt x="28" y="8"/>
                    <a:pt x="25" y="2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0" name="Oval 1702">
              <a:extLst>
                <a:ext uri="{FF2B5EF4-FFF2-40B4-BE49-F238E27FC236}">
                  <a16:creationId xmlns:a16="http://schemas.microsoft.com/office/drawing/2014/main" id="{F4065408-2F2A-489B-A154-C08612041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2097"/>
              <a:ext cx="92" cy="96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21" name="Oval 1703">
              <a:extLst>
                <a:ext uri="{FF2B5EF4-FFF2-40B4-BE49-F238E27FC236}">
                  <a16:creationId xmlns:a16="http://schemas.microsoft.com/office/drawing/2014/main" id="{15B61D46-0A11-4A22-B894-CCE88A9CA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2111"/>
              <a:ext cx="50" cy="50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22" name="Oval 1704">
              <a:extLst>
                <a:ext uri="{FF2B5EF4-FFF2-40B4-BE49-F238E27FC236}">
                  <a16:creationId xmlns:a16="http://schemas.microsoft.com/office/drawing/2014/main" id="{04AAFF12-2E00-434E-81B1-0C35900D2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2" y="2121"/>
              <a:ext cx="17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23" name="Freeform 1705">
              <a:extLst>
                <a:ext uri="{FF2B5EF4-FFF2-40B4-BE49-F238E27FC236}">
                  <a16:creationId xmlns:a16="http://schemas.microsoft.com/office/drawing/2014/main" id="{71E7DAB2-741A-4F2B-8E96-1319122BE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108"/>
              <a:ext cx="70" cy="80"/>
            </a:xfrm>
            <a:custGeom>
              <a:avLst/>
              <a:gdLst>
                <a:gd name="T0" fmla="*/ 4688 w 28"/>
                <a:gd name="T1" fmla="*/ 0 h 30"/>
                <a:gd name="T2" fmla="*/ 5863 w 28"/>
                <a:gd name="T3" fmla="*/ 3891 h 30"/>
                <a:gd name="T4" fmla="*/ 1770 w 28"/>
                <a:gd name="T5" fmla="*/ 10104 h 30"/>
                <a:gd name="T6" fmla="*/ 0 w 28"/>
                <a:gd name="T7" fmla="*/ 9045 h 30"/>
                <a:gd name="T8" fmla="*/ 2938 w 28"/>
                <a:gd name="T9" fmla="*/ 10773 h 30"/>
                <a:gd name="T10" fmla="*/ 6845 w 28"/>
                <a:gd name="T11" fmla="*/ 5005 h 30"/>
                <a:gd name="T12" fmla="*/ 4688 w 28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19" y="0"/>
                  </a:moveTo>
                  <a:cubicBezTo>
                    <a:pt x="24" y="5"/>
                    <a:pt x="24" y="7"/>
                    <a:pt x="24" y="11"/>
                  </a:cubicBezTo>
                  <a:cubicBezTo>
                    <a:pt x="24" y="22"/>
                    <a:pt x="16" y="28"/>
                    <a:pt x="7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2" y="28"/>
                    <a:pt x="7" y="30"/>
                    <a:pt x="12" y="30"/>
                  </a:cubicBezTo>
                  <a:cubicBezTo>
                    <a:pt x="21" y="30"/>
                    <a:pt x="28" y="23"/>
                    <a:pt x="28" y="14"/>
                  </a:cubicBezTo>
                  <a:cubicBezTo>
                    <a:pt x="28" y="8"/>
                    <a:pt x="24" y="2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4" name="Oval 1706">
              <a:extLst>
                <a:ext uri="{FF2B5EF4-FFF2-40B4-BE49-F238E27FC236}">
                  <a16:creationId xmlns:a16="http://schemas.microsoft.com/office/drawing/2014/main" id="{3A2361CA-81FC-4893-9EF9-FDB4FEFB1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9" y="2009"/>
              <a:ext cx="93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25" name="Oval 1707">
              <a:extLst>
                <a:ext uri="{FF2B5EF4-FFF2-40B4-BE49-F238E27FC236}">
                  <a16:creationId xmlns:a16="http://schemas.microsoft.com/office/drawing/2014/main" id="{F05CBCEF-EA0C-44E0-BDB1-7A3170F43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" y="2023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26" name="Oval 1708">
              <a:extLst>
                <a:ext uri="{FF2B5EF4-FFF2-40B4-BE49-F238E27FC236}">
                  <a16:creationId xmlns:a16="http://schemas.microsoft.com/office/drawing/2014/main" id="{3F5E9B63-95F9-4509-83E1-7233926DE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4" y="2033"/>
              <a:ext cx="15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27" name="Freeform 1709">
              <a:extLst>
                <a:ext uri="{FF2B5EF4-FFF2-40B4-BE49-F238E27FC236}">
                  <a16:creationId xmlns:a16="http://schemas.microsoft.com/office/drawing/2014/main" id="{815AABF1-174C-45FA-90D4-2E556B621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020"/>
              <a:ext cx="73" cy="83"/>
            </a:xfrm>
            <a:custGeom>
              <a:avLst/>
              <a:gdLst>
                <a:gd name="T0" fmla="*/ 5057 w 29"/>
                <a:gd name="T1" fmla="*/ 0 h 31"/>
                <a:gd name="T2" fmla="*/ 6381 w 29"/>
                <a:gd name="T3" fmla="*/ 4415 h 31"/>
                <a:gd name="T4" fmla="*/ 2009 w 29"/>
                <a:gd name="T5" fmla="*/ 10321 h 31"/>
                <a:gd name="T6" fmla="*/ 0 w 29"/>
                <a:gd name="T7" fmla="*/ 9189 h 31"/>
                <a:gd name="T8" fmla="*/ 3333 w 29"/>
                <a:gd name="T9" fmla="*/ 11398 h 31"/>
                <a:gd name="T10" fmla="*/ 7383 w 29"/>
                <a:gd name="T11" fmla="*/ 5491 h 31"/>
                <a:gd name="T12" fmla="*/ 5057 w 2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20" y="0"/>
                  </a:moveTo>
                  <a:cubicBezTo>
                    <a:pt x="24" y="5"/>
                    <a:pt x="25" y="8"/>
                    <a:pt x="25" y="12"/>
                  </a:cubicBezTo>
                  <a:cubicBezTo>
                    <a:pt x="25" y="23"/>
                    <a:pt x="17" y="28"/>
                    <a:pt x="8" y="28"/>
                  </a:cubicBezTo>
                  <a:cubicBezTo>
                    <a:pt x="6" y="28"/>
                    <a:pt x="3" y="26"/>
                    <a:pt x="0" y="25"/>
                  </a:cubicBezTo>
                  <a:cubicBezTo>
                    <a:pt x="3" y="29"/>
                    <a:pt x="8" y="31"/>
                    <a:pt x="13" y="31"/>
                  </a:cubicBezTo>
                  <a:cubicBezTo>
                    <a:pt x="21" y="31"/>
                    <a:pt x="29" y="24"/>
                    <a:pt x="29" y="15"/>
                  </a:cubicBezTo>
                  <a:cubicBezTo>
                    <a:pt x="29" y="8"/>
                    <a:pt x="25" y="3"/>
                    <a:pt x="20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8" name="Oval 1710">
              <a:extLst>
                <a:ext uri="{FF2B5EF4-FFF2-40B4-BE49-F238E27FC236}">
                  <a16:creationId xmlns:a16="http://schemas.microsoft.com/office/drawing/2014/main" id="{413A391A-F165-493B-9EEA-57378D0CC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4" y="2009"/>
              <a:ext cx="90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29" name="Freeform 1711">
              <a:extLst>
                <a:ext uri="{FF2B5EF4-FFF2-40B4-BE49-F238E27FC236}">
                  <a16:creationId xmlns:a16="http://schemas.microsoft.com/office/drawing/2014/main" id="{52E14F34-C577-4734-A376-ED6708633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020"/>
              <a:ext cx="73" cy="83"/>
            </a:xfrm>
            <a:custGeom>
              <a:avLst/>
              <a:gdLst>
                <a:gd name="T0" fmla="*/ 4866 w 29"/>
                <a:gd name="T1" fmla="*/ 0 h 31"/>
                <a:gd name="T2" fmla="*/ 6064 w 29"/>
                <a:gd name="T3" fmla="*/ 4415 h 31"/>
                <a:gd name="T4" fmla="*/ 2009 w 29"/>
                <a:gd name="T5" fmla="*/ 10321 h 31"/>
                <a:gd name="T6" fmla="*/ 0 w 29"/>
                <a:gd name="T7" fmla="*/ 9189 h 31"/>
                <a:gd name="T8" fmla="*/ 3048 w 29"/>
                <a:gd name="T9" fmla="*/ 11398 h 31"/>
                <a:gd name="T10" fmla="*/ 7383 w 29"/>
                <a:gd name="T11" fmla="*/ 5491 h 31"/>
                <a:gd name="T12" fmla="*/ 4866 w 2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9" y="0"/>
                  </a:moveTo>
                  <a:cubicBezTo>
                    <a:pt x="24" y="5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6" y="28"/>
                    <a:pt x="2" y="26"/>
                    <a:pt x="0" y="25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9" y="24"/>
                    <a:pt x="29" y="15"/>
                  </a:cubicBezTo>
                  <a:cubicBezTo>
                    <a:pt x="29" y="8"/>
                    <a:pt x="25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0" name="Oval 1712">
              <a:extLst>
                <a:ext uri="{FF2B5EF4-FFF2-40B4-BE49-F238E27FC236}">
                  <a16:creationId xmlns:a16="http://schemas.microsoft.com/office/drawing/2014/main" id="{41C4299B-9AA5-4799-949C-E88CE7FC2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7" y="2023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31" name="Oval 1713">
              <a:extLst>
                <a:ext uri="{FF2B5EF4-FFF2-40B4-BE49-F238E27FC236}">
                  <a16:creationId xmlns:a16="http://schemas.microsoft.com/office/drawing/2014/main" id="{C85EE735-3898-4522-9D3F-0BB09C48B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7" y="2033"/>
              <a:ext cx="17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32" name="Oval 1714">
              <a:extLst>
                <a:ext uri="{FF2B5EF4-FFF2-40B4-BE49-F238E27FC236}">
                  <a16:creationId xmlns:a16="http://schemas.microsoft.com/office/drawing/2014/main" id="{7E46328B-7978-42F9-8D95-C0B2DFA12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7" y="1932"/>
              <a:ext cx="92" cy="99"/>
            </a:xfrm>
            <a:prstGeom prst="ellipse">
              <a:avLst/>
            </a:prstGeom>
            <a:solidFill>
              <a:srgbClr val="F5E5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33" name="Oval 1715">
              <a:extLst>
                <a:ext uri="{FF2B5EF4-FFF2-40B4-BE49-F238E27FC236}">
                  <a16:creationId xmlns:a16="http://schemas.microsoft.com/office/drawing/2014/main" id="{66381CBC-227C-4046-A3F5-E2B08E04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2" y="1945"/>
              <a:ext cx="50" cy="54"/>
            </a:xfrm>
            <a:prstGeom prst="ellipse">
              <a:avLst/>
            </a:prstGeom>
            <a:solidFill>
              <a:srgbClr val="FEF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34" name="Oval 1716">
              <a:extLst>
                <a:ext uri="{FF2B5EF4-FFF2-40B4-BE49-F238E27FC236}">
                  <a16:creationId xmlns:a16="http://schemas.microsoft.com/office/drawing/2014/main" id="{0C08E6B0-E268-4DB6-B19A-9993C6783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2" y="1956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35" name="Freeform 1717">
              <a:extLst>
                <a:ext uri="{FF2B5EF4-FFF2-40B4-BE49-F238E27FC236}">
                  <a16:creationId xmlns:a16="http://schemas.microsoft.com/office/drawing/2014/main" id="{1C1BBDE3-585F-42AC-987F-69F0915F6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943"/>
              <a:ext cx="72" cy="82"/>
            </a:xfrm>
            <a:custGeom>
              <a:avLst/>
              <a:gdLst>
                <a:gd name="T0" fmla="*/ 4715 w 29"/>
                <a:gd name="T1" fmla="*/ 0 h 31"/>
                <a:gd name="T2" fmla="*/ 5844 w 29"/>
                <a:gd name="T3" fmla="*/ 4163 h 31"/>
                <a:gd name="T4" fmla="*/ 1899 w 29"/>
                <a:gd name="T5" fmla="*/ 9586 h 31"/>
                <a:gd name="T6" fmla="*/ 0 w 29"/>
                <a:gd name="T7" fmla="*/ 8570 h 31"/>
                <a:gd name="T8" fmla="*/ 3002 w 29"/>
                <a:gd name="T9" fmla="*/ 10620 h 31"/>
                <a:gd name="T10" fmla="*/ 6793 w 29"/>
                <a:gd name="T11" fmla="*/ 5185 h 31"/>
                <a:gd name="T12" fmla="*/ 4715 w 2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20" y="0"/>
                  </a:moveTo>
                  <a:cubicBezTo>
                    <a:pt x="24" y="5"/>
                    <a:pt x="25" y="8"/>
                    <a:pt x="25" y="12"/>
                  </a:cubicBezTo>
                  <a:cubicBezTo>
                    <a:pt x="25" y="23"/>
                    <a:pt x="17" y="28"/>
                    <a:pt x="8" y="28"/>
                  </a:cubicBezTo>
                  <a:cubicBezTo>
                    <a:pt x="6" y="28"/>
                    <a:pt x="3" y="26"/>
                    <a:pt x="0" y="25"/>
                  </a:cubicBezTo>
                  <a:cubicBezTo>
                    <a:pt x="3" y="29"/>
                    <a:pt x="8" y="31"/>
                    <a:pt x="13" y="31"/>
                  </a:cubicBezTo>
                  <a:cubicBezTo>
                    <a:pt x="22" y="31"/>
                    <a:pt x="29" y="24"/>
                    <a:pt x="29" y="15"/>
                  </a:cubicBezTo>
                  <a:cubicBezTo>
                    <a:pt x="29" y="8"/>
                    <a:pt x="25" y="3"/>
                    <a:pt x="20" y="0"/>
                  </a:cubicBezTo>
                  <a:close/>
                </a:path>
              </a:pathLst>
            </a:custGeom>
            <a:solidFill>
              <a:srgbClr val="D2D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6" name="Oval 1718">
              <a:extLst>
                <a:ext uri="{FF2B5EF4-FFF2-40B4-BE49-F238E27FC236}">
                  <a16:creationId xmlns:a16="http://schemas.microsoft.com/office/drawing/2014/main" id="{A612176B-1D55-4A67-A478-123FD66BF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" y="1932"/>
              <a:ext cx="92" cy="99"/>
            </a:xfrm>
            <a:prstGeom prst="ellipse">
              <a:avLst/>
            </a:prstGeom>
            <a:solidFill>
              <a:srgbClr val="F5E5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37" name="Oval 1719">
              <a:extLst>
                <a:ext uri="{FF2B5EF4-FFF2-40B4-BE49-F238E27FC236}">
                  <a16:creationId xmlns:a16="http://schemas.microsoft.com/office/drawing/2014/main" id="{A2644B79-8C59-4A29-A462-9AB4D3F6F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1945"/>
              <a:ext cx="47" cy="54"/>
            </a:xfrm>
            <a:prstGeom prst="ellipse">
              <a:avLst/>
            </a:prstGeom>
            <a:solidFill>
              <a:srgbClr val="FEF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38" name="Oval 1720">
              <a:extLst>
                <a:ext uri="{FF2B5EF4-FFF2-40B4-BE49-F238E27FC236}">
                  <a16:creationId xmlns:a16="http://schemas.microsoft.com/office/drawing/2014/main" id="{0C71E113-DA83-4ABC-8FF1-8CF69E6BB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" y="1956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39" name="Freeform 1721">
              <a:extLst>
                <a:ext uri="{FF2B5EF4-FFF2-40B4-BE49-F238E27FC236}">
                  <a16:creationId xmlns:a16="http://schemas.microsoft.com/office/drawing/2014/main" id="{4EE99E82-9DD7-4FD4-9A12-81D9B23A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943"/>
              <a:ext cx="72" cy="82"/>
            </a:xfrm>
            <a:custGeom>
              <a:avLst/>
              <a:gdLst>
                <a:gd name="T0" fmla="*/ 4715 w 29"/>
                <a:gd name="T1" fmla="*/ 0 h 31"/>
                <a:gd name="T2" fmla="*/ 5844 w 29"/>
                <a:gd name="T3" fmla="*/ 4163 h 31"/>
                <a:gd name="T4" fmla="*/ 1899 w 29"/>
                <a:gd name="T5" fmla="*/ 9586 h 31"/>
                <a:gd name="T6" fmla="*/ 0 w 29"/>
                <a:gd name="T7" fmla="*/ 8570 h 31"/>
                <a:gd name="T8" fmla="*/ 2818 w 29"/>
                <a:gd name="T9" fmla="*/ 10620 h 31"/>
                <a:gd name="T10" fmla="*/ 6793 w 29"/>
                <a:gd name="T11" fmla="*/ 5185 h 31"/>
                <a:gd name="T12" fmla="*/ 4715 w 2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20" y="0"/>
                  </a:moveTo>
                  <a:cubicBezTo>
                    <a:pt x="24" y="5"/>
                    <a:pt x="25" y="8"/>
                    <a:pt x="25" y="12"/>
                  </a:cubicBezTo>
                  <a:cubicBezTo>
                    <a:pt x="25" y="23"/>
                    <a:pt x="17" y="28"/>
                    <a:pt x="8" y="28"/>
                  </a:cubicBezTo>
                  <a:cubicBezTo>
                    <a:pt x="6" y="28"/>
                    <a:pt x="2" y="26"/>
                    <a:pt x="0" y="25"/>
                  </a:cubicBezTo>
                  <a:cubicBezTo>
                    <a:pt x="3" y="29"/>
                    <a:pt x="8" y="31"/>
                    <a:pt x="12" y="31"/>
                  </a:cubicBezTo>
                  <a:cubicBezTo>
                    <a:pt x="21" y="31"/>
                    <a:pt x="29" y="24"/>
                    <a:pt x="29" y="15"/>
                  </a:cubicBezTo>
                  <a:cubicBezTo>
                    <a:pt x="29" y="8"/>
                    <a:pt x="25" y="3"/>
                    <a:pt x="20" y="0"/>
                  </a:cubicBezTo>
                  <a:close/>
                </a:path>
              </a:pathLst>
            </a:custGeom>
            <a:solidFill>
              <a:srgbClr val="D2D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0" name="Oval 1722">
              <a:extLst>
                <a:ext uri="{FF2B5EF4-FFF2-40B4-BE49-F238E27FC236}">
                  <a16:creationId xmlns:a16="http://schemas.microsoft.com/office/drawing/2014/main" id="{28F45206-1CE9-4651-912D-1B0CFFE9D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2447"/>
              <a:ext cx="92" cy="98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41" name="Oval 1723">
              <a:extLst>
                <a:ext uri="{FF2B5EF4-FFF2-40B4-BE49-F238E27FC236}">
                  <a16:creationId xmlns:a16="http://schemas.microsoft.com/office/drawing/2014/main" id="{BFFA198A-128D-4A26-BA17-6EF5B197A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2460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42" name="Oval 1724">
              <a:extLst>
                <a:ext uri="{FF2B5EF4-FFF2-40B4-BE49-F238E27FC236}">
                  <a16:creationId xmlns:a16="http://schemas.microsoft.com/office/drawing/2014/main" id="{58122718-F9B7-456D-A61A-4CBE15523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2473"/>
              <a:ext cx="17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43" name="Freeform 1725">
              <a:extLst>
                <a:ext uri="{FF2B5EF4-FFF2-40B4-BE49-F238E27FC236}">
                  <a16:creationId xmlns:a16="http://schemas.microsoft.com/office/drawing/2014/main" id="{7DD07D74-7A9A-4C74-9FA6-75AC36D97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457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770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6" y="28"/>
                    <a:pt x="7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2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4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4" name="Oval 1726">
              <a:extLst>
                <a:ext uri="{FF2B5EF4-FFF2-40B4-BE49-F238E27FC236}">
                  <a16:creationId xmlns:a16="http://schemas.microsoft.com/office/drawing/2014/main" id="{3A763F2A-AA23-4604-9623-7C62BEB34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2" y="2273"/>
              <a:ext cx="90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45" name="Freeform 1727">
              <a:extLst>
                <a:ext uri="{FF2B5EF4-FFF2-40B4-BE49-F238E27FC236}">
                  <a16:creationId xmlns:a16="http://schemas.microsoft.com/office/drawing/2014/main" id="{F3B44A0D-B5DC-40D4-9FA1-4F9A157AA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284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5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5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6" name="Oval 1728">
              <a:extLst>
                <a:ext uri="{FF2B5EF4-FFF2-40B4-BE49-F238E27FC236}">
                  <a16:creationId xmlns:a16="http://schemas.microsoft.com/office/drawing/2014/main" id="{7595E20F-7947-444C-9062-1A131F577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2287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47" name="Oval 1729">
              <a:extLst>
                <a:ext uri="{FF2B5EF4-FFF2-40B4-BE49-F238E27FC236}">
                  <a16:creationId xmlns:a16="http://schemas.microsoft.com/office/drawing/2014/main" id="{F1B1B63A-2B36-4575-890A-D62810CDB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2297"/>
              <a:ext cx="18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48" name="Oval 1730">
              <a:extLst>
                <a:ext uri="{FF2B5EF4-FFF2-40B4-BE49-F238E27FC236}">
                  <a16:creationId xmlns:a16="http://schemas.microsoft.com/office/drawing/2014/main" id="{6E899746-AB67-4CB5-AFD2-503C8006A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" y="2273"/>
              <a:ext cx="90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49" name="Oval 1731">
              <a:extLst>
                <a:ext uri="{FF2B5EF4-FFF2-40B4-BE49-F238E27FC236}">
                  <a16:creationId xmlns:a16="http://schemas.microsoft.com/office/drawing/2014/main" id="{1E221F63-3C00-47A2-AFBA-1022AE057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7" y="2287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50" name="Oval 1732">
              <a:extLst>
                <a:ext uri="{FF2B5EF4-FFF2-40B4-BE49-F238E27FC236}">
                  <a16:creationId xmlns:a16="http://schemas.microsoft.com/office/drawing/2014/main" id="{30C24334-A93D-4526-B306-ACE73F416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7" y="2297"/>
              <a:ext cx="17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51" name="Freeform 1733">
              <a:extLst>
                <a:ext uri="{FF2B5EF4-FFF2-40B4-BE49-F238E27FC236}">
                  <a16:creationId xmlns:a16="http://schemas.microsoft.com/office/drawing/2014/main" id="{5CC946AF-7BAF-486B-9ABC-6EE13D86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84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5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4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2" name="Oval 1734">
              <a:extLst>
                <a:ext uri="{FF2B5EF4-FFF2-40B4-BE49-F238E27FC236}">
                  <a16:creationId xmlns:a16="http://schemas.microsoft.com/office/drawing/2014/main" id="{9B81E334-8544-49C5-9E9A-AB5FABA7E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2" y="2364"/>
              <a:ext cx="90" cy="96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53" name="Oval 1735">
              <a:extLst>
                <a:ext uri="{FF2B5EF4-FFF2-40B4-BE49-F238E27FC236}">
                  <a16:creationId xmlns:a16="http://schemas.microsoft.com/office/drawing/2014/main" id="{3678E355-1D4A-418E-A9EA-65DC96CC6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2377"/>
              <a:ext cx="50" cy="51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54" name="Oval 1736">
              <a:extLst>
                <a:ext uri="{FF2B5EF4-FFF2-40B4-BE49-F238E27FC236}">
                  <a16:creationId xmlns:a16="http://schemas.microsoft.com/office/drawing/2014/main" id="{E3FAE0AE-8B2D-498C-9E8A-F2C2903EF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2388"/>
              <a:ext cx="17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55" name="Freeform 1737">
              <a:extLst>
                <a:ext uri="{FF2B5EF4-FFF2-40B4-BE49-F238E27FC236}">
                  <a16:creationId xmlns:a16="http://schemas.microsoft.com/office/drawing/2014/main" id="{05BD8CC6-150D-4463-989B-90948E54C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372"/>
              <a:ext cx="72" cy="83"/>
            </a:xfrm>
            <a:custGeom>
              <a:avLst/>
              <a:gdLst>
                <a:gd name="T0" fmla="*/ 4439 w 29"/>
                <a:gd name="T1" fmla="*/ 0 h 31"/>
                <a:gd name="T2" fmla="*/ 5666 w 29"/>
                <a:gd name="T3" fmla="*/ 4415 h 31"/>
                <a:gd name="T4" fmla="*/ 1899 w 29"/>
                <a:gd name="T5" fmla="*/ 10321 h 31"/>
                <a:gd name="T6" fmla="*/ 0 w 29"/>
                <a:gd name="T7" fmla="*/ 9612 h 31"/>
                <a:gd name="T8" fmla="*/ 2818 w 29"/>
                <a:gd name="T9" fmla="*/ 11398 h 31"/>
                <a:gd name="T10" fmla="*/ 6793 w 29"/>
                <a:gd name="T11" fmla="*/ 5491 h 31"/>
                <a:gd name="T12" fmla="*/ 4439 w 2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6" y="28"/>
                    <a:pt x="2" y="27"/>
                    <a:pt x="0" y="26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9" y="24"/>
                    <a:pt x="29" y="15"/>
                  </a:cubicBezTo>
                  <a:cubicBezTo>
                    <a:pt x="29" y="9"/>
                    <a:pt x="25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6" name="Oval 1738">
              <a:extLst>
                <a:ext uri="{FF2B5EF4-FFF2-40B4-BE49-F238E27FC236}">
                  <a16:creationId xmlns:a16="http://schemas.microsoft.com/office/drawing/2014/main" id="{17E421FA-9CAA-431C-AB09-78264B0C7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" y="2364"/>
              <a:ext cx="92" cy="96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57" name="Oval 1739">
              <a:extLst>
                <a:ext uri="{FF2B5EF4-FFF2-40B4-BE49-F238E27FC236}">
                  <a16:creationId xmlns:a16="http://schemas.microsoft.com/office/drawing/2014/main" id="{FDF2F04E-6E8B-48C6-A4E9-9E834D0E1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2377"/>
              <a:ext cx="50" cy="51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58" name="Oval 1740">
              <a:extLst>
                <a:ext uri="{FF2B5EF4-FFF2-40B4-BE49-F238E27FC236}">
                  <a16:creationId xmlns:a16="http://schemas.microsoft.com/office/drawing/2014/main" id="{D744BC71-EABD-4C4E-809C-9CF43A7CD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2388"/>
              <a:ext cx="17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59" name="Freeform 1741">
              <a:extLst>
                <a:ext uri="{FF2B5EF4-FFF2-40B4-BE49-F238E27FC236}">
                  <a16:creationId xmlns:a16="http://schemas.microsoft.com/office/drawing/2014/main" id="{BD2B4855-5831-4487-B575-F3E98A270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372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770 w 28"/>
                <a:gd name="T5" fmla="*/ 10321 h 31"/>
                <a:gd name="T6" fmla="*/ 0 w 28"/>
                <a:gd name="T7" fmla="*/ 9612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6" y="28"/>
                    <a:pt x="7" y="28"/>
                  </a:cubicBezTo>
                  <a:cubicBezTo>
                    <a:pt x="5" y="28"/>
                    <a:pt x="2" y="27"/>
                    <a:pt x="0" y="26"/>
                  </a:cubicBezTo>
                  <a:cubicBezTo>
                    <a:pt x="2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9"/>
                    <a:pt x="24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0" name="Oval 1742">
              <a:extLst>
                <a:ext uri="{FF2B5EF4-FFF2-40B4-BE49-F238E27FC236}">
                  <a16:creationId xmlns:a16="http://schemas.microsoft.com/office/drawing/2014/main" id="{42CD0DE9-FD29-4C57-B9DE-589227457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2185"/>
              <a:ext cx="93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61" name="Oval 1743">
              <a:extLst>
                <a:ext uri="{FF2B5EF4-FFF2-40B4-BE49-F238E27FC236}">
                  <a16:creationId xmlns:a16="http://schemas.microsoft.com/office/drawing/2014/main" id="{FAC9A26D-9829-4147-9272-982BBD3C6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2199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62" name="Oval 1744">
              <a:extLst>
                <a:ext uri="{FF2B5EF4-FFF2-40B4-BE49-F238E27FC236}">
                  <a16:creationId xmlns:a16="http://schemas.microsoft.com/office/drawing/2014/main" id="{3E492D5A-159E-4FE3-8066-598B87700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2212"/>
              <a:ext cx="15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63" name="Freeform 1745">
              <a:extLst>
                <a:ext uri="{FF2B5EF4-FFF2-40B4-BE49-F238E27FC236}">
                  <a16:creationId xmlns:a16="http://schemas.microsoft.com/office/drawing/2014/main" id="{30F37911-D8F1-47C4-B05B-E0CCA9960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196"/>
              <a:ext cx="73" cy="83"/>
            </a:xfrm>
            <a:custGeom>
              <a:avLst/>
              <a:gdLst>
                <a:gd name="T0" fmla="*/ 4866 w 29"/>
                <a:gd name="T1" fmla="*/ 0 h 31"/>
                <a:gd name="T2" fmla="*/ 6381 w 29"/>
                <a:gd name="T3" fmla="*/ 4415 h 31"/>
                <a:gd name="T4" fmla="*/ 2009 w 29"/>
                <a:gd name="T5" fmla="*/ 10321 h 31"/>
                <a:gd name="T6" fmla="*/ 0 w 29"/>
                <a:gd name="T7" fmla="*/ 9189 h 31"/>
                <a:gd name="T8" fmla="*/ 3048 w 29"/>
                <a:gd name="T9" fmla="*/ 11398 h 31"/>
                <a:gd name="T10" fmla="*/ 7383 w 29"/>
                <a:gd name="T11" fmla="*/ 5491 h 31"/>
                <a:gd name="T12" fmla="*/ 4866 w 2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9" y="0"/>
                  </a:moveTo>
                  <a:cubicBezTo>
                    <a:pt x="24" y="6"/>
                    <a:pt x="25" y="8"/>
                    <a:pt x="25" y="12"/>
                  </a:cubicBezTo>
                  <a:cubicBezTo>
                    <a:pt x="25" y="23"/>
                    <a:pt x="17" y="28"/>
                    <a:pt x="8" y="28"/>
                  </a:cubicBezTo>
                  <a:cubicBezTo>
                    <a:pt x="6" y="28"/>
                    <a:pt x="2" y="26"/>
                    <a:pt x="0" y="25"/>
                  </a:cubicBezTo>
                  <a:cubicBezTo>
                    <a:pt x="3" y="29"/>
                    <a:pt x="8" y="31"/>
                    <a:pt x="12" y="31"/>
                  </a:cubicBezTo>
                  <a:cubicBezTo>
                    <a:pt x="21" y="31"/>
                    <a:pt x="29" y="24"/>
                    <a:pt x="29" y="15"/>
                  </a:cubicBezTo>
                  <a:cubicBezTo>
                    <a:pt x="29" y="8"/>
                    <a:pt x="25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4" name="Oval 1746">
              <a:extLst>
                <a:ext uri="{FF2B5EF4-FFF2-40B4-BE49-F238E27FC236}">
                  <a16:creationId xmlns:a16="http://schemas.microsoft.com/office/drawing/2014/main" id="{D4498A59-085B-4370-8421-C4752AF77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9" y="2185"/>
              <a:ext cx="93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65" name="Oval 1747">
              <a:extLst>
                <a:ext uri="{FF2B5EF4-FFF2-40B4-BE49-F238E27FC236}">
                  <a16:creationId xmlns:a16="http://schemas.microsoft.com/office/drawing/2014/main" id="{DCD946CF-4C5A-461D-BDBC-67B145AB9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2199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66" name="Oval 1748">
              <a:extLst>
                <a:ext uri="{FF2B5EF4-FFF2-40B4-BE49-F238E27FC236}">
                  <a16:creationId xmlns:a16="http://schemas.microsoft.com/office/drawing/2014/main" id="{C8A584F9-B6AB-49F4-8336-CD15BE848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" y="2212"/>
              <a:ext cx="15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67" name="Freeform 1749">
              <a:extLst>
                <a:ext uri="{FF2B5EF4-FFF2-40B4-BE49-F238E27FC236}">
                  <a16:creationId xmlns:a16="http://schemas.microsoft.com/office/drawing/2014/main" id="{4FB04275-0156-4276-A42E-24B266FBE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196"/>
              <a:ext cx="73" cy="83"/>
            </a:xfrm>
            <a:custGeom>
              <a:avLst/>
              <a:gdLst>
                <a:gd name="T0" fmla="*/ 5057 w 29"/>
                <a:gd name="T1" fmla="*/ 0 h 31"/>
                <a:gd name="T2" fmla="*/ 6381 w 29"/>
                <a:gd name="T3" fmla="*/ 4415 h 31"/>
                <a:gd name="T4" fmla="*/ 2009 w 29"/>
                <a:gd name="T5" fmla="*/ 10321 h 31"/>
                <a:gd name="T6" fmla="*/ 0 w 29"/>
                <a:gd name="T7" fmla="*/ 9189 h 31"/>
                <a:gd name="T8" fmla="*/ 3048 w 29"/>
                <a:gd name="T9" fmla="*/ 11398 h 31"/>
                <a:gd name="T10" fmla="*/ 7383 w 29"/>
                <a:gd name="T11" fmla="*/ 5491 h 31"/>
                <a:gd name="T12" fmla="*/ 5057 w 2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20" y="0"/>
                  </a:moveTo>
                  <a:cubicBezTo>
                    <a:pt x="24" y="6"/>
                    <a:pt x="25" y="8"/>
                    <a:pt x="25" y="12"/>
                  </a:cubicBezTo>
                  <a:cubicBezTo>
                    <a:pt x="25" y="23"/>
                    <a:pt x="17" y="28"/>
                    <a:pt x="8" y="28"/>
                  </a:cubicBezTo>
                  <a:cubicBezTo>
                    <a:pt x="6" y="28"/>
                    <a:pt x="2" y="26"/>
                    <a:pt x="0" y="25"/>
                  </a:cubicBezTo>
                  <a:cubicBezTo>
                    <a:pt x="3" y="29"/>
                    <a:pt x="8" y="31"/>
                    <a:pt x="12" y="31"/>
                  </a:cubicBezTo>
                  <a:cubicBezTo>
                    <a:pt x="21" y="31"/>
                    <a:pt x="29" y="24"/>
                    <a:pt x="29" y="15"/>
                  </a:cubicBezTo>
                  <a:cubicBezTo>
                    <a:pt x="29" y="8"/>
                    <a:pt x="25" y="3"/>
                    <a:pt x="20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8" name="Oval 1750">
              <a:extLst>
                <a:ext uri="{FF2B5EF4-FFF2-40B4-BE49-F238E27FC236}">
                  <a16:creationId xmlns:a16="http://schemas.microsoft.com/office/drawing/2014/main" id="{14251BBF-6CF6-4BD8-842A-F5D80E759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7" y="2097"/>
              <a:ext cx="90" cy="96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69" name="Oval 1751">
              <a:extLst>
                <a:ext uri="{FF2B5EF4-FFF2-40B4-BE49-F238E27FC236}">
                  <a16:creationId xmlns:a16="http://schemas.microsoft.com/office/drawing/2014/main" id="{568244B7-BD34-4549-B8EE-348DC4D29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9" y="2111"/>
              <a:ext cx="50" cy="50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70" name="Oval 1752">
              <a:extLst>
                <a:ext uri="{FF2B5EF4-FFF2-40B4-BE49-F238E27FC236}">
                  <a16:creationId xmlns:a16="http://schemas.microsoft.com/office/drawing/2014/main" id="{924530D3-3438-4003-8B3C-4669D5223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" y="2121"/>
              <a:ext cx="18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71" name="Freeform 1753">
              <a:extLst>
                <a:ext uri="{FF2B5EF4-FFF2-40B4-BE49-F238E27FC236}">
                  <a16:creationId xmlns:a16="http://schemas.microsoft.com/office/drawing/2014/main" id="{31AA6F27-8DB6-4BC4-88B1-87A49B37E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108"/>
              <a:ext cx="70" cy="80"/>
            </a:xfrm>
            <a:custGeom>
              <a:avLst/>
              <a:gdLst>
                <a:gd name="T0" fmla="*/ 4688 w 28"/>
                <a:gd name="T1" fmla="*/ 0 h 30"/>
                <a:gd name="T2" fmla="*/ 5863 w 28"/>
                <a:gd name="T3" fmla="*/ 3891 h 30"/>
                <a:gd name="T4" fmla="*/ 1958 w 28"/>
                <a:gd name="T5" fmla="*/ 10104 h 30"/>
                <a:gd name="T6" fmla="*/ 0 w 28"/>
                <a:gd name="T7" fmla="*/ 9045 h 30"/>
                <a:gd name="T8" fmla="*/ 2938 w 28"/>
                <a:gd name="T9" fmla="*/ 10773 h 30"/>
                <a:gd name="T10" fmla="*/ 6845 w 28"/>
                <a:gd name="T11" fmla="*/ 5005 h 30"/>
                <a:gd name="T12" fmla="*/ 4688 w 28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19" y="0"/>
                  </a:moveTo>
                  <a:cubicBezTo>
                    <a:pt x="24" y="5"/>
                    <a:pt x="24" y="7"/>
                    <a:pt x="24" y="11"/>
                  </a:cubicBezTo>
                  <a:cubicBezTo>
                    <a:pt x="24" y="22"/>
                    <a:pt x="17" y="28"/>
                    <a:pt x="8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8"/>
                    <a:pt x="7" y="30"/>
                    <a:pt x="12" y="30"/>
                  </a:cubicBezTo>
                  <a:cubicBezTo>
                    <a:pt x="21" y="30"/>
                    <a:pt x="28" y="23"/>
                    <a:pt x="28" y="14"/>
                  </a:cubicBezTo>
                  <a:cubicBezTo>
                    <a:pt x="28" y="8"/>
                    <a:pt x="24" y="2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2" name="Oval 1754">
              <a:extLst>
                <a:ext uri="{FF2B5EF4-FFF2-40B4-BE49-F238E27FC236}">
                  <a16:creationId xmlns:a16="http://schemas.microsoft.com/office/drawing/2014/main" id="{FE156768-9879-40C3-90B2-04C3AD192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1932"/>
              <a:ext cx="93" cy="99"/>
            </a:xfrm>
            <a:prstGeom prst="ellipse">
              <a:avLst/>
            </a:prstGeom>
            <a:solidFill>
              <a:srgbClr val="F5E5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73" name="Freeform 1755">
              <a:extLst>
                <a:ext uri="{FF2B5EF4-FFF2-40B4-BE49-F238E27FC236}">
                  <a16:creationId xmlns:a16="http://schemas.microsoft.com/office/drawing/2014/main" id="{5D2A099E-E87A-4660-9943-E899EEFC5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951"/>
              <a:ext cx="78" cy="74"/>
            </a:xfrm>
            <a:custGeom>
              <a:avLst/>
              <a:gdLst>
                <a:gd name="T0" fmla="*/ 0 w 31"/>
                <a:gd name="T1" fmla="*/ 6441 h 28"/>
                <a:gd name="T2" fmla="*/ 3014 w 31"/>
                <a:gd name="T3" fmla="*/ 8145 h 28"/>
                <a:gd name="T4" fmla="*/ 7058 w 31"/>
                <a:gd name="T5" fmla="*/ 2730 h 28"/>
                <a:gd name="T6" fmla="*/ 6577 w 31"/>
                <a:gd name="T7" fmla="*/ 0 h 28"/>
                <a:gd name="T8" fmla="*/ 7850 w 31"/>
                <a:gd name="T9" fmla="*/ 4157 h 28"/>
                <a:gd name="T10" fmla="*/ 3855 w 31"/>
                <a:gd name="T11" fmla="*/ 9562 h 28"/>
                <a:gd name="T12" fmla="*/ 0 w 31"/>
                <a:gd name="T13" fmla="*/ 644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6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4"/>
                    <a:pt x="0" y="19"/>
                  </a:cubicBezTo>
                  <a:close/>
                </a:path>
              </a:pathLst>
            </a:custGeom>
            <a:solidFill>
              <a:srgbClr val="D2D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4" name="Oval 1756">
              <a:extLst>
                <a:ext uri="{FF2B5EF4-FFF2-40B4-BE49-F238E27FC236}">
                  <a16:creationId xmlns:a16="http://schemas.microsoft.com/office/drawing/2014/main" id="{36020E23-0C0A-4BB5-A8C9-3550C3A2B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948"/>
              <a:ext cx="50" cy="51"/>
            </a:xfrm>
            <a:prstGeom prst="ellipse">
              <a:avLst/>
            </a:prstGeom>
            <a:solidFill>
              <a:srgbClr val="FEF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75" name="Oval 1757">
              <a:extLst>
                <a:ext uri="{FF2B5EF4-FFF2-40B4-BE49-F238E27FC236}">
                  <a16:creationId xmlns:a16="http://schemas.microsoft.com/office/drawing/2014/main" id="{924251D8-0017-45D6-A6AF-78F639F7B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9" y="195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76" name="Oval 1758">
              <a:extLst>
                <a:ext uri="{FF2B5EF4-FFF2-40B4-BE49-F238E27FC236}">
                  <a16:creationId xmlns:a16="http://schemas.microsoft.com/office/drawing/2014/main" id="{CF3663DA-585E-477F-ABFB-98E7EDFA7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9" y="1932"/>
              <a:ext cx="93" cy="99"/>
            </a:xfrm>
            <a:prstGeom prst="ellipse">
              <a:avLst/>
            </a:prstGeom>
            <a:solidFill>
              <a:srgbClr val="F5E5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77" name="Oval 1759">
              <a:extLst>
                <a:ext uri="{FF2B5EF4-FFF2-40B4-BE49-F238E27FC236}">
                  <a16:creationId xmlns:a16="http://schemas.microsoft.com/office/drawing/2014/main" id="{3A350F74-0566-4967-90B6-5A5936D5B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948"/>
              <a:ext cx="50" cy="53"/>
            </a:xfrm>
            <a:prstGeom prst="ellipse">
              <a:avLst/>
            </a:prstGeom>
            <a:solidFill>
              <a:srgbClr val="FEF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78" name="Oval 1760">
              <a:extLst>
                <a:ext uri="{FF2B5EF4-FFF2-40B4-BE49-F238E27FC236}">
                  <a16:creationId xmlns:a16="http://schemas.microsoft.com/office/drawing/2014/main" id="{3DCC5649-86E5-495C-83B2-4C495F1FD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1959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79" name="Freeform 1761">
              <a:extLst>
                <a:ext uri="{FF2B5EF4-FFF2-40B4-BE49-F238E27FC236}">
                  <a16:creationId xmlns:a16="http://schemas.microsoft.com/office/drawing/2014/main" id="{8E9CEBAD-8204-4491-848B-54A8B1470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948"/>
              <a:ext cx="78" cy="77"/>
            </a:xfrm>
            <a:custGeom>
              <a:avLst/>
              <a:gdLst>
                <a:gd name="T0" fmla="*/ 0 w 31"/>
                <a:gd name="T1" fmla="*/ 7002 h 29"/>
                <a:gd name="T2" fmla="*/ 3014 w 31"/>
                <a:gd name="T3" fmla="*/ 8706 h 29"/>
                <a:gd name="T4" fmla="*/ 7058 w 31"/>
                <a:gd name="T5" fmla="*/ 2791 h 29"/>
                <a:gd name="T6" fmla="*/ 6368 w 31"/>
                <a:gd name="T7" fmla="*/ 0 h 29"/>
                <a:gd name="T8" fmla="*/ 7850 w 31"/>
                <a:gd name="T9" fmla="*/ 4625 h 29"/>
                <a:gd name="T10" fmla="*/ 3520 w 31"/>
                <a:gd name="T11" fmla="*/ 10145 h 29"/>
                <a:gd name="T12" fmla="*/ 0 w 31"/>
                <a:gd name="T13" fmla="*/ 700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7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8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D2D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0" name="Oval 1762">
              <a:extLst>
                <a:ext uri="{FF2B5EF4-FFF2-40B4-BE49-F238E27FC236}">
                  <a16:creationId xmlns:a16="http://schemas.microsoft.com/office/drawing/2014/main" id="{E82B87D5-CAB7-4725-B497-8355FEA90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2" y="1932"/>
              <a:ext cx="92" cy="99"/>
            </a:xfrm>
            <a:prstGeom prst="ellipse">
              <a:avLst/>
            </a:prstGeom>
            <a:solidFill>
              <a:srgbClr val="F5E5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81" name="Oval 1763">
              <a:extLst>
                <a:ext uri="{FF2B5EF4-FFF2-40B4-BE49-F238E27FC236}">
                  <a16:creationId xmlns:a16="http://schemas.microsoft.com/office/drawing/2014/main" id="{F3E9841C-CB69-4A2E-AE71-D843143AD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948"/>
              <a:ext cx="50" cy="53"/>
            </a:xfrm>
            <a:prstGeom prst="ellipse">
              <a:avLst/>
            </a:prstGeom>
            <a:solidFill>
              <a:srgbClr val="FEF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82" name="Oval 1764">
              <a:extLst>
                <a:ext uri="{FF2B5EF4-FFF2-40B4-BE49-F238E27FC236}">
                  <a16:creationId xmlns:a16="http://schemas.microsoft.com/office/drawing/2014/main" id="{A7A55310-E2EA-4D0C-AED4-FD76C8EDB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195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83" name="Freeform 1765">
              <a:extLst>
                <a:ext uri="{FF2B5EF4-FFF2-40B4-BE49-F238E27FC236}">
                  <a16:creationId xmlns:a16="http://schemas.microsoft.com/office/drawing/2014/main" id="{CE90826F-7AC5-4CB9-8478-DD65A3EA5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948"/>
              <a:ext cx="77" cy="77"/>
            </a:xfrm>
            <a:custGeom>
              <a:avLst/>
              <a:gdLst>
                <a:gd name="T0" fmla="*/ 0 w 31"/>
                <a:gd name="T1" fmla="*/ 7002 h 29"/>
                <a:gd name="T2" fmla="*/ 2851 w 31"/>
                <a:gd name="T3" fmla="*/ 8706 h 29"/>
                <a:gd name="T4" fmla="*/ 6620 w 31"/>
                <a:gd name="T5" fmla="*/ 2791 h 29"/>
                <a:gd name="T6" fmla="*/ 5867 w 31"/>
                <a:gd name="T7" fmla="*/ 0 h 29"/>
                <a:gd name="T8" fmla="*/ 7263 w 31"/>
                <a:gd name="T9" fmla="*/ 4625 h 29"/>
                <a:gd name="T10" fmla="*/ 3510 w 31"/>
                <a:gd name="T11" fmla="*/ 10145 h 29"/>
                <a:gd name="T12" fmla="*/ 0 w 31"/>
                <a:gd name="T13" fmla="*/ 700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6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1"/>
                    <a:pt x="24" y="29"/>
                    <a:pt x="15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D2D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4" name="Oval 1766">
              <a:extLst>
                <a:ext uri="{FF2B5EF4-FFF2-40B4-BE49-F238E27FC236}">
                  <a16:creationId xmlns:a16="http://schemas.microsoft.com/office/drawing/2014/main" id="{5196CB82-B72F-41B4-9A06-1B071B86E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1932"/>
              <a:ext cx="90" cy="99"/>
            </a:xfrm>
            <a:prstGeom prst="ellipse">
              <a:avLst/>
            </a:prstGeom>
            <a:solidFill>
              <a:srgbClr val="F5E5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85" name="Oval 1767">
              <a:extLst>
                <a:ext uri="{FF2B5EF4-FFF2-40B4-BE49-F238E27FC236}">
                  <a16:creationId xmlns:a16="http://schemas.microsoft.com/office/drawing/2014/main" id="{86AF3140-659F-4470-8A7F-47166EAC5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2" y="1948"/>
              <a:ext cx="47" cy="53"/>
            </a:xfrm>
            <a:prstGeom prst="ellipse">
              <a:avLst/>
            </a:prstGeom>
            <a:solidFill>
              <a:srgbClr val="FEF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86" name="Oval 1768">
              <a:extLst>
                <a:ext uri="{FF2B5EF4-FFF2-40B4-BE49-F238E27FC236}">
                  <a16:creationId xmlns:a16="http://schemas.microsoft.com/office/drawing/2014/main" id="{4DAC9ECA-86E3-4F4D-A92B-07FC7EFC3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" y="1959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87" name="Freeform 1769">
              <a:extLst>
                <a:ext uri="{FF2B5EF4-FFF2-40B4-BE49-F238E27FC236}">
                  <a16:creationId xmlns:a16="http://schemas.microsoft.com/office/drawing/2014/main" id="{2388B42B-49E9-4C75-BECF-23B220A5D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948"/>
              <a:ext cx="75" cy="77"/>
            </a:xfrm>
            <a:custGeom>
              <a:avLst/>
              <a:gdLst>
                <a:gd name="T0" fmla="*/ 0 w 30"/>
                <a:gd name="T1" fmla="*/ 7002 h 29"/>
                <a:gd name="T2" fmla="*/ 2738 w 30"/>
                <a:gd name="T3" fmla="*/ 8706 h 29"/>
                <a:gd name="T4" fmla="*/ 6845 w 30"/>
                <a:gd name="T5" fmla="*/ 2791 h 29"/>
                <a:gd name="T6" fmla="*/ 6175 w 30"/>
                <a:gd name="T7" fmla="*/ 0 h 29"/>
                <a:gd name="T8" fmla="*/ 7345 w 30"/>
                <a:gd name="T9" fmla="*/ 4625 h 29"/>
                <a:gd name="T10" fmla="*/ 3438 w 30"/>
                <a:gd name="T11" fmla="*/ 10145 h 29"/>
                <a:gd name="T12" fmla="*/ 0 w 30"/>
                <a:gd name="T13" fmla="*/ 700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9">
                  <a:moveTo>
                    <a:pt x="0" y="20"/>
                  </a:moveTo>
                  <a:cubicBezTo>
                    <a:pt x="5" y="24"/>
                    <a:pt x="7" y="25"/>
                    <a:pt x="11" y="25"/>
                  </a:cubicBezTo>
                  <a:cubicBezTo>
                    <a:pt x="22" y="25"/>
                    <a:pt x="28" y="17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8" y="3"/>
                    <a:pt x="30" y="8"/>
                    <a:pt x="30" y="13"/>
                  </a:cubicBezTo>
                  <a:cubicBezTo>
                    <a:pt x="30" y="21"/>
                    <a:pt x="23" y="29"/>
                    <a:pt x="14" y="29"/>
                  </a:cubicBezTo>
                  <a:cubicBezTo>
                    <a:pt x="8" y="29"/>
                    <a:pt x="2" y="25"/>
                    <a:pt x="0" y="20"/>
                  </a:cubicBezTo>
                  <a:close/>
                </a:path>
              </a:pathLst>
            </a:custGeom>
            <a:solidFill>
              <a:srgbClr val="D2D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8" name="Oval 1770">
              <a:extLst>
                <a:ext uri="{FF2B5EF4-FFF2-40B4-BE49-F238E27FC236}">
                  <a16:creationId xmlns:a16="http://schemas.microsoft.com/office/drawing/2014/main" id="{0F3FF72A-CE70-4D4E-885B-8CA480610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2" y="1932"/>
              <a:ext cx="92" cy="99"/>
            </a:xfrm>
            <a:prstGeom prst="ellipse">
              <a:avLst/>
            </a:prstGeom>
            <a:solidFill>
              <a:srgbClr val="F5E5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89" name="Oval 1771">
              <a:extLst>
                <a:ext uri="{FF2B5EF4-FFF2-40B4-BE49-F238E27FC236}">
                  <a16:creationId xmlns:a16="http://schemas.microsoft.com/office/drawing/2014/main" id="{4340589A-6C88-43AA-A985-461931FA5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4" y="1948"/>
              <a:ext cx="50" cy="53"/>
            </a:xfrm>
            <a:prstGeom prst="ellipse">
              <a:avLst/>
            </a:prstGeom>
            <a:solidFill>
              <a:srgbClr val="FEF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90" name="Oval 1772">
              <a:extLst>
                <a:ext uri="{FF2B5EF4-FFF2-40B4-BE49-F238E27FC236}">
                  <a16:creationId xmlns:a16="http://schemas.microsoft.com/office/drawing/2014/main" id="{DA1CAED7-E59E-40E0-878C-0CC111E4C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4" y="195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91" name="Freeform 1773">
              <a:extLst>
                <a:ext uri="{FF2B5EF4-FFF2-40B4-BE49-F238E27FC236}">
                  <a16:creationId xmlns:a16="http://schemas.microsoft.com/office/drawing/2014/main" id="{5E6B3481-A3CA-4878-A40A-5956A322A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948"/>
              <a:ext cx="77" cy="77"/>
            </a:xfrm>
            <a:custGeom>
              <a:avLst/>
              <a:gdLst>
                <a:gd name="T0" fmla="*/ 0 w 31"/>
                <a:gd name="T1" fmla="*/ 7002 h 29"/>
                <a:gd name="T2" fmla="*/ 2851 w 31"/>
                <a:gd name="T3" fmla="*/ 8706 h 29"/>
                <a:gd name="T4" fmla="*/ 6620 w 31"/>
                <a:gd name="T5" fmla="*/ 2791 h 29"/>
                <a:gd name="T6" fmla="*/ 5867 w 31"/>
                <a:gd name="T7" fmla="*/ 0 h 29"/>
                <a:gd name="T8" fmla="*/ 7263 w 31"/>
                <a:gd name="T9" fmla="*/ 4625 h 29"/>
                <a:gd name="T10" fmla="*/ 3313 w 31"/>
                <a:gd name="T11" fmla="*/ 10145 h 29"/>
                <a:gd name="T12" fmla="*/ 0 w 31"/>
                <a:gd name="T13" fmla="*/ 700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20"/>
                  </a:moveTo>
                  <a:cubicBezTo>
                    <a:pt x="5" y="24"/>
                    <a:pt x="8" y="25"/>
                    <a:pt x="12" y="25"/>
                  </a:cubicBezTo>
                  <a:cubicBezTo>
                    <a:pt x="23" y="25"/>
                    <a:pt x="28" y="17"/>
                    <a:pt x="28" y="8"/>
                  </a:cubicBezTo>
                  <a:cubicBezTo>
                    <a:pt x="28" y="6"/>
                    <a:pt x="26" y="3"/>
                    <a:pt x="25" y="0"/>
                  </a:cubicBezTo>
                  <a:cubicBezTo>
                    <a:pt x="29" y="3"/>
                    <a:pt x="31" y="8"/>
                    <a:pt x="31" y="13"/>
                  </a:cubicBezTo>
                  <a:cubicBezTo>
                    <a:pt x="31" y="22"/>
                    <a:pt x="23" y="29"/>
                    <a:pt x="14" y="29"/>
                  </a:cubicBezTo>
                  <a:cubicBezTo>
                    <a:pt x="8" y="29"/>
                    <a:pt x="3" y="25"/>
                    <a:pt x="0" y="20"/>
                  </a:cubicBezTo>
                  <a:close/>
                </a:path>
              </a:pathLst>
            </a:custGeom>
            <a:solidFill>
              <a:srgbClr val="D2D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2" name="Oval 1774">
              <a:extLst>
                <a:ext uri="{FF2B5EF4-FFF2-40B4-BE49-F238E27FC236}">
                  <a16:creationId xmlns:a16="http://schemas.microsoft.com/office/drawing/2014/main" id="{2888583D-BF28-4BE1-A9BF-10E8D897A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2097"/>
              <a:ext cx="90" cy="96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93" name="Oval 1775">
              <a:extLst>
                <a:ext uri="{FF2B5EF4-FFF2-40B4-BE49-F238E27FC236}">
                  <a16:creationId xmlns:a16="http://schemas.microsoft.com/office/drawing/2014/main" id="{B71C3424-22BE-4392-9CBF-EFADF6BF6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2111"/>
              <a:ext cx="50" cy="50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94" name="Oval 1776">
              <a:extLst>
                <a:ext uri="{FF2B5EF4-FFF2-40B4-BE49-F238E27FC236}">
                  <a16:creationId xmlns:a16="http://schemas.microsoft.com/office/drawing/2014/main" id="{346FC78C-5C79-45AB-AFCF-5F0ECDF64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121"/>
              <a:ext cx="15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95" name="Freeform 1777">
              <a:extLst>
                <a:ext uri="{FF2B5EF4-FFF2-40B4-BE49-F238E27FC236}">
                  <a16:creationId xmlns:a16="http://schemas.microsoft.com/office/drawing/2014/main" id="{10BA170C-E0BE-4604-B1AE-521438879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108"/>
              <a:ext cx="70" cy="80"/>
            </a:xfrm>
            <a:custGeom>
              <a:avLst/>
              <a:gdLst>
                <a:gd name="T0" fmla="*/ 4688 w 28"/>
                <a:gd name="T1" fmla="*/ 0 h 30"/>
                <a:gd name="T2" fmla="*/ 5863 w 28"/>
                <a:gd name="T3" fmla="*/ 3891 h 30"/>
                <a:gd name="T4" fmla="*/ 1958 w 28"/>
                <a:gd name="T5" fmla="*/ 10104 h 30"/>
                <a:gd name="T6" fmla="*/ 0 w 28"/>
                <a:gd name="T7" fmla="*/ 9045 h 30"/>
                <a:gd name="T8" fmla="*/ 2938 w 28"/>
                <a:gd name="T9" fmla="*/ 10773 h 30"/>
                <a:gd name="T10" fmla="*/ 6845 w 28"/>
                <a:gd name="T11" fmla="*/ 5005 h 30"/>
                <a:gd name="T12" fmla="*/ 4688 w 28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19" y="0"/>
                  </a:moveTo>
                  <a:cubicBezTo>
                    <a:pt x="24" y="5"/>
                    <a:pt x="24" y="7"/>
                    <a:pt x="24" y="11"/>
                  </a:cubicBezTo>
                  <a:cubicBezTo>
                    <a:pt x="24" y="22"/>
                    <a:pt x="17" y="28"/>
                    <a:pt x="8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8"/>
                    <a:pt x="7" y="30"/>
                    <a:pt x="12" y="30"/>
                  </a:cubicBezTo>
                  <a:cubicBezTo>
                    <a:pt x="21" y="30"/>
                    <a:pt x="28" y="23"/>
                    <a:pt x="28" y="14"/>
                  </a:cubicBezTo>
                  <a:cubicBezTo>
                    <a:pt x="28" y="8"/>
                    <a:pt x="25" y="2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6" name="Freeform 1778">
              <a:extLst>
                <a:ext uri="{FF2B5EF4-FFF2-40B4-BE49-F238E27FC236}">
                  <a16:creationId xmlns:a16="http://schemas.microsoft.com/office/drawing/2014/main" id="{763A14BB-A948-48B0-A4AF-C5A51AC51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948"/>
              <a:ext cx="37" cy="59"/>
            </a:xfrm>
            <a:custGeom>
              <a:avLst/>
              <a:gdLst>
                <a:gd name="T0" fmla="*/ 0 w 15"/>
                <a:gd name="T1" fmla="*/ 7501 h 22"/>
                <a:gd name="T2" fmla="*/ 930 w 15"/>
                <a:gd name="T3" fmla="*/ 4149 h 22"/>
                <a:gd name="T4" fmla="*/ 0 w 15"/>
                <a:gd name="T5" fmla="*/ 1078 h 22"/>
                <a:gd name="T6" fmla="*/ 1364 w 15"/>
                <a:gd name="T7" fmla="*/ 0 h 22"/>
                <a:gd name="T8" fmla="*/ 3365 w 15"/>
                <a:gd name="T9" fmla="*/ 4149 h 22"/>
                <a:gd name="T10" fmla="*/ 1364 w 15"/>
                <a:gd name="T11" fmla="*/ 8177 h 22"/>
                <a:gd name="T12" fmla="*/ 0 w 15"/>
                <a:gd name="T13" fmla="*/ 750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0" y="20"/>
                  </a:moveTo>
                  <a:cubicBezTo>
                    <a:pt x="2" y="18"/>
                    <a:pt x="4" y="15"/>
                    <a:pt x="4" y="11"/>
                  </a:cubicBezTo>
                  <a:cubicBezTo>
                    <a:pt x="4" y="8"/>
                    <a:pt x="2" y="5"/>
                    <a:pt x="0" y="3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11" y="0"/>
                    <a:pt x="15" y="5"/>
                    <a:pt x="15" y="11"/>
                  </a:cubicBezTo>
                  <a:cubicBezTo>
                    <a:pt x="15" y="17"/>
                    <a:pt x="11" y="22"/>
                    <a:pt x="6" y="22"/>
                  </a:cubicBezTo>
                  <a:cubicBezTo>
                    <a:pt x="4" y="22"/>
                    <a:pt x="2" y="22"/>
                    <a:pt x="0" y="20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7" name="Freeform 1779">
              <a:extLst>
                <a:ext uri="{FF2B5EF4-FFF2-40B4-BE49-F238E27FC236}">
                  <a16:creationId xmlns:a16="http://schemas.microsoft.com/office/drawing/2014/main" id="{60433931-52C1-4529-AFA4-0FAD861AB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953"/>
              <a:ext cx="25" cy="27"/>
            </a:xfrm>
            <a:custGeom>
              <a:avLst/>
              <a:gdLst>
                <a:gd name="T0" fmla="*/ 783 w 10"/>
                <a:gd name="T1" fmla="*/ 3877 h 10"/>
                <a:gd name="T2" fmla="*/ 0 w 10"/>
                <a:gd name="T3" fmla="*/ 429 h 10"/>
                <a:gd name="T4" fmla="*/ 2470 w 10"/>
                <a:gd name="T5" fmla="*/ 3464 h 10"/>
                <a:gd name="T6" fmla="*/ 1300 w 10"/>
                <a:gd name="T7" fmla="*/ 2282 h 10"/>
                <a:gd name="T8" fmla="*/ 783 w 10"/>
                <a:gd name="T9" fmla="*/ 38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3" y="10"/>
                  </a:moveTo>
                  <a:cubicBezTo>
                    <a:pt x="4" y="7"/>
                    <a:pt x="2" y="2"/>
                    <a:pt x="0" y="1"/>
                  </a:cubicBezTo>
                  <a:cubicBezTo>
                    <a:pt x="3" y="0"/>
                    <a:pt x="9" y="1"/>
                    <a:pt x="10" y="9"/>
                  </a:cubicBezTo>
                  <a:cubicBezTo>
                    <a:pt x="8" y="5"/>
                    <a:pt x="6" y="5"/>
                    <a:pt x="5" y="6"/>
                  </a:cubicBezTo>
                  <a:cubicBezTo>
                    <a:pt x="4" y="6"/>
                    <a:pt x="3" y="8"/>
                    <a:pt x="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8" name="Oval 1780">
              <a:extLst>
                <a:ext uri="{FF2B5EF4-FFF2-40B4-BE49-F238E27FC236}">
                  <a16:creationId xmlns:a16="http://schemas.microsoft.com/office/drawing/2014/main" id="{71ACD9F5-A4B4-496C-9DA6-DE5C06F8A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495"/>
              <a:ext cx="55" cy="58"/>
            </a:xfrm>
            <a:prstGeom prst="ellipse">
              <a:avLst/>
            </a:pr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399" name="Oval 1781">
              <a:extLst>
                <a:ext uri="{FF2B5EF4-FFF2-40B4-BE49-F238E27FC236}">
                  <a16:creationId xmlns:a16="http://schemas.microsoft.com/office/drawing/2014/main" id="{9696A0FE-5F24-4418-9CDC-33CB8939C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2505"/>
              <a:ext cx="27" cy="32"/>
            </a:xfrm>
            <a:prstGeom prst="ellipse">
              <a:avLst/>
            </a:prstGeom>
            <a:solidFill>
              <a:srgbClr val="F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400" name="Oval 1782">
              <a:extLst>
                <a:ext uri="{FF2B5EF4-FFF2-40B4-BE49-F238E27FC236}">
                  <a16:creationId xmlns:a16="http://schemas.microsoft.com/office/drawing/2014/main" id="{F8EC071F-57C4-49A6-8CC5-3EADFA852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251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401" name="Oval 1783">
              <a:extLst>
                <a:ext uri="{FF2B5EF4-FFF2-40B4-BE49-F238E27FC236}">
                  <a16:creationId xmlns:a16="http://schemas.microsoft.com/office/drawing/2014/main" id="{4A2BEBB6-AA98-47B0-8C6F-C14D54419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495"/>
              <a:ext cx="55" cy="58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402" name="Freeform 1784">
              <a:extLst>
                <a:ext uri="{FF2B5EF4-FFF2-40B4-BE49-F238E27FC236}">
                  <a16:creationId xmlns:a16="http://schemas.microsoft.com/office/drawing/2014/main" id="{965CA37F-C672-436B-A6F3-ADE41CF45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948"/>
              <a:ext cx="37" cy="59"/>
            </a:xfrm>
            <a:custGeom>
              <a:avLst/>
              <a:gdLst>
                <a:gd name="T0" fmla="*/ 3365 w 15"/>
                <a:gd name="T1" fmla="*/ 7501 h 22"/>
                <a:gd name="T2" fmla="*/ 2477 w 15"/>
                <a:gd name="T3" fmla="*/ 4149 h 22"/>
                <a:gd name="T4" fmla="*/ 3365 w 15"/>
                <a:gd name="T5" fmla="*/ 1078 h 22"/>
                <a:gd name="T6" fmla="*/ 1996 w 15"/>
                <a:gd name="T7" fmla="*/ 0 h 22"/>
                <a:gd name="T8" fmla="*/ 0 w 15"/>
                <a:gd name="T9" fmla="*/ 4149 h 22"/>
                <a:gd name="T10" fmla="*/ 1996 w 15"/>
                <a:gd name="T11" fmla="*/ 8177 h 22"/>
                <a:gd name="T12" fmla="*/ 3365 w 15"/>
                <a:gd name="T13" fmla="*/ 750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1" y="15"/>
                    <a:pt x="11" y="11"/>
                  </a:cubicBezTo>
                  <a:cubicBezTo>
                    <a:pt x="11" y="8"/>
                    <a:pt x="13" y="5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2"/>
                    <a:pt x="15" y="20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3" name="Freeform 1785">
              <a:extLst>
                <a:ext uri="{FF2B5EF4-FFF2-40B4-BE49-F238E27FC236}">
                  <a16:creationId xmlns:a16="http://schemas.microsoft.com/office/drawing/2014/main" id="{1E22D7F1-A677-4630-912C-FBF33F975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948"/>
              <a:ext cx="37" cy="59"/>
            </a:xfrm>
            <a:custGeom>
              <a:avLst/>
              <a:gdLst>
                <a:gd name="T0" fmla="*/ 0 w 15"/>
                <a:gd name="T1" fmla="*/ 7501 h 22"/>
                <a:gd name="T2" fmla="*/ 930 w 15"/>
                <a:gd name="T3" fmla="*/ 4149 h 22"/>
                <a:gd name="T4" fmla="*/ 0 w 15"/>
                <a:gd name="T5" fmla="*/ 1078 h 22"/>
                <a:gd name="T6" fmla="*/ 1364 w 15"/>
                <a:gd name="T7" fmla="*/ 0 h 22"/>
                <a:gd name="T8" fmla="*/ 3365 w 15"/>
                <a:gd name="T9" fmla="*/ 4149 h 22"/>
                <a:gd name="T10" fmla="*/ 1364 w 15"/>
                <a:gd name="T11" fmla="*/ 8177 h 22"/>
                <a:gd name="T12" fmla="*/ 0 w 15"/>
                <a:gd name="T13" fmla="*/ 750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0" y="20"/>
                  </a:moveTo>
                  <a:cubicBezTo>
                    <a:pt x="2" y="18"/>
                    <a:pt x="4" y="15"/>
                    <a:pt x="4" y="11"/>
                  </a:cubicBezTo>
                  <a:cubicBezTo>
                    <a:pt x="4" y="8"/>
                    <a:pt x="2" y="5"/>
                    <a:pt x="0" y="3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11" y="0"/>
                    <a:pt x="15" y="5"/>
                    <a:pt x="15" y="11"/>
                  </a:cubicBezTo>
                  <a:cubicBezTo>
                    <a:pt x="15" y="17"/>
                    <a:pt x="11" y="22"/>
                    <a:pt x="6" y="22"/>
                  </a:cubicBezTo>
                  <a:cubicBezTo>
                    <a:pt x="4" y="22"/>
                    <a:pt x="2" y="22"/>
                    <a:pt x="0" y="2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4" name="Freeform 1786">
              <a:extLst>
                <a:ext uri="{FF2B5EF4-FFF2-40B4-BE49-F238E27FC236}">
                  <a16:creationId xmlns:a16="http://schemas.microsoft.com/office/drawing/2014/main" id="{377A1E4A-374E-43BA-8B4D-35D144084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948"/>
              <a:ext cx="37" cy="59"/>
            </a:xfrm>
            <a:custGeom>
              <a:avLst/>
              <a:gdLst>
                <a:gd name="T0" fmla="*/ 3365 w 15"/>
                <a:gd name="T1" fmla="*/ 7501 h 22"/>
                <a:gd name="T2" fmla="*/ 2477 w 15"/>
                <a:gd name="T3" fmla="*/ 4149 h 22"/>
                <a:gd name="T4" fmla="*/ 3365 w 15"/>
                <a:gd name="T5" fmla="*/ 1078 h 22"/>
                <a:gd name="T6" fmla="*/ 1996 w 15"/>
                <a:gd name="T7" fmla="*/ 0 h 22"/>
                <a:gd name="T8" fmla="*/ 0 w 15"/>
                <a:gd name="T9" fmla="*/ 4149 h 22"/>
                <a:gd name="T10" fmla="*/ 1996 w 15"/>
                <a:gd name="T11" fmla="*/ 8177 h 22"/>
                <a:gd name="T12" fmla="*/ 3365 w 15"/>
                <a:gd name="T13" fmla="*/ 750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1" y="15"/>
                    <a:pt x="11" y="11"/>
                  </a:cubicBezTo>
                  <a:cubicBezTo>
                    <a:pt x="11" y="8"/>
                    <a:pt x="13" y="5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2"/>
                    <a:pt x="15" y="2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5" name="Freeform 1787">
              <a:extLst>
                <a:ext uri="{FF2B5EF4-FFF2-40B4-BE49-F238E27FC236}">
                  <a16:creationId xmlns:a16="http://schemas.microsoft.com/office/drawing/2014/main" id="{5C4628B9-BAC7-47F3-99FD-BF7AFA2BE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953"/>
              <a:ext cx="23" cy="27"/>
            </a:xfrm>
            <a:custGeom>
              <a:avLst/>
              <a:gdLst>
                <a:gd name="T0" fmla="*/ 1620 w 9"/>
                <a:gd name="T1" fmla="*/ 3877 h 10"/>
                <a:gd name="T2" fmla="*/ 2520 w 9"/>
                <a:gd name="T3" fmla="*/ 429 h 10"/>
                <a:gd name="T4" fmla="*/ 0 w 9"/>
                <a:gd name="T5" fmla="*/ 3464 h 10"/>
                <a:gd name="T6" fmla="*/ 1104 w 9"/>
                <a:gd name="T7" fmla="*/ 2282 h 10"/>
                <a:gd name="T8" fmla="*/ 1620 w 9"/>
                <a:gd name="T9" fmla="*/ 38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cubicBezTo>
                    <a:pt x="6" y="7"/>
                    <a:pt x="7" y="2"/>
                    <a:pt x="9" y="1"/>
                  </a:cubicBezTo>
                  <a:cubicBezTo>
                    <a:pt x="6" y="0"/>
                    <a:pt x="0" y="1"/>
                    <a:pt x="0" y="9"/>
                  </a:cubicBezTo>
                  <a:cubicBezTo>
                    <a:pt x="1" y="5"/>
                    <a:pt x="3" y="5"/>
                    <a:pt x="4" y="6"/>
                  </a:cubicBezTo>
                  <a:cubicBezTo>
                    <a:pt x="5" y="6"/>
                    <a:pt x="6" y="8"/>
                    <a:pt x="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6" name="Adenovirus-Structural-Cutaway-Illustration">
            <a:extLst>
              <a:ext uri="{FF2B5EF4-FFF2-40B4-BE49-F238E27FC236}">
                <a16:creationId xmlns:a16="http://schemas.microsoft.com/office/drawing/2014/main" id="{18E9F637-5C5B-4DA7-8F00-636565E57B16}"/>
              </a:ext>
            </a:extLst>
          </p:cNvPr>
          <p:cNvGrpSpPr>
            <a:grpSpLocks/>
          </p:cNvGrpSpPr>
          <p:nvPr/>
        </p:nvGrpSpPr>
        <p:grpSpPr bwMode="auto">
          <a:xfrm>
            <a:off x="6907213" y="1547813"/>
            <a:ext cx="3103562" cy="3949700"/>
            <a:chOff x="3505" y="747"/>
            <a:chExt cx="1955" cy="2488"/>
          </a:xfrm>
        </p:grpSpPr>
        <p:grpSp>
          <p:nvGrpSpPr>
            <p:cNvPr id="18561" name="Group 1789">
              <a:extLst>
                <a:ext uri="{FF2B5EF4-FFF2-40B4-BE49-F238E27FC236}">
                  <a16:creationId xmlns:a16="http://schemas.microsoft.com/office/drawing/2014/main" id="{E8B744BB-C7E0-49D6-BC03-0BF499C734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50" y="1261"/>
              <a:ext cx="868" cy="1480"/>
              <a:chOff x="4050" y="1261"/>
              <a:chExt cx="868" cy="1480"/>
            </a:xfrm>
          </p:grpSpPr>
          <p:sp>
            <p:nvSpPr>
              <p:cNvPr id="20022" name="Freeform 1790">
                <a:extLst>
                  <a:ext uri="{FF2B5EF4-FFF2-40B4-BE49-F238E27FC236}">
                    <a16:creationId xmlns:a16="http://schemas.microsoft.com/office/drawing/2014/main" id="{3A4CBB74-7157-4EC7-90FB-418C6285C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341"/>
                <a:ext cx="55" cy="54"/>
              </a:xfrm>
              <a:custGeom>
                <a:avLst/>
                <a:gdLst>
                  <a:gd name="T0" fmla="*/ 1770 w 22"/>
                  <a:gd name="T1" fmla="*/ 0 h 20"/>
                  <a:gd name="T2" fmla="*/ 3250 w 22"/>
                  <a:gd name="T3" fmla="*/ 2719 h 20"/>
                  <a:gd name="T4" fmla="*/ 5395 w 22"/>
                  <a:gd name="T5" fmla="*/ 3127 h 20"/>
                  <a:gd name="T6" fmla="*/ 5208 w 22"/>
                  <a:gd name="T7" fmla="*/ 5905 h 20"/>
                  <a:gd name="T8" fmla="*/ 1770 w 22"/>
                  <a:gd name="T9" fmla="*/ 6599 h 20"/>
                  <a:gd name="T10" fmla="*/ 520 w 22"/>
                  <a:gd name="T11" fmla="*/ 1596 h 20"/>
                  <a:gd name="T12" fmla="*/ 1770 w 22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7" y="0"/>
                    </a:moveTo>
                    <a:cubicBezTo>
                      <a:pt x="8" y="3"/>
                      <a:pt x="10" y="5"/>
                      <a:pt x="13" y="7"/>
                    </a:cubicBezTo>
                    <a:cubicBezTo>
                      <a:pt x="16" y="9"/>
                      <a:pt x="19" y="9"/>
                      <a:pt x="22" y="8"/>
                    </a:cubicBezTo>
                    <a:cubicBezTo>
                      <a:pt x="22" y="10"/>
                      <a:pt x="22" y="13"/>
                      <a:pt x="21" y="15"/>
                    </a:cubicBezTo>
                    <a:cubicBezTo>
                      <a:pt x="19" y="19"/>
                      <a:pt x="12" y="20"/>
                      <a:pt x="7" y="17"/>
                    </a:cubicBezTo>
                    <a:cubicBezTo>
                      <a:pt x="2" y="14"/>
                      <a:pt x="0" y="8"/>
                      <a:pt x="2" y="4"/>
                    </a:cubicBezTo>
                    <a:cubicBezTo>
                      <a:pt x="3" y="2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3" name="Freeform 1791">
                <a:extLst>
                  <a:ext uri="{FF2B5EF4-FFF2-40B4-BE49-F238E27FC236}">
                    <a16:creationId xmlns:a16="http://schemas.microsoft.com/office/drawing/2014/main" id="{1902F110-A6E5-44CF-B885-95D45F6BD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368"/>
                <a:ext cx="57" cy="53"/>
              </a:xfrm>
              <a:custGeom>
                <a:avLst/>
                <a:gdLst>
                  <a:gd name="T0" fmla="*/ 1584 w 23"/>
                  <a:gd name="T1" fmla="*/ 0 h 20"/>
                  <a:gd name="T2" fmla="*/ 2984 w 23"/>
                  <a:gd name="T3" fmla="*/ 2472 h 20"/>
                  <a:gd name="T4" fmla="*/ 5128 w 23"/>
                  <a:gd name="T5" fmla="*/ 2753 h 20"/>
                  <a:gd name="T6" fmla="*/ 4870 w 23"/>
                  <a:gd name="T7" fmla="*/ 5231 h 20"/>
                  <a:gd name="T8" fmla="*/ 1584 w 23"/>
                  <a:gd name="T9" fmla="*/ 5864 h 20"/>
                  <a:gd name="T10" fmla="*/ 454 w 23"/>
                  <a:gd name="T11" fmla="*/ 1434 h 20"/>
                  <a:gd name="T12" fmla="*/ 1584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7" y="0"/>
                    </a:moveTo>
                    <a:cubicBezTo>
                      <a:pt x="8" y="3"/>
                      <a:pt x="10" y="5"/>
                      <a:pt x="13" y="7"/>
                    </a:cubicBezTo>
                    <a:cubicBezTo>
                      <a:pt x="16" y="9"/>
                      <a:pt x="19" y="9"/>
                      <a:pt x="22" y="8"/>
                    </a:cubicBezTo>
                    <a:cubicBezTo>
                      <a:pt x="23" y="10"/>
                      <a:pt x="22" y="13"/>
                      <a:pt x="21" y="15"/>
                    </a:cubicBezTo>
                    <a:cubicBezTo>
                      <a:pt x="19" y="19"/>
                      <a:pt x="13" y="20"/>
                      <a:pt x="7" y="17"/>
                    </a:cubicBezTo>
                    <a:cubicBezTo>
                      <a:pt x="2" y="14"/>
                      <a:pt x="0" y="8"/>
                      <a:pt x="2" y="4"/>
                    </a:cubicBezTo>
                    <a:cubicBezTo>
                      <a:pt x="3" y="2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4" name="Freeform 1792">
                <a:extLst>
                  <a:ext uri="{FF2B5EF4-FFF2-40B4-BE49-F238E27FC236}">
                    <a16:creationId xmlns:a16="http://schemas.microsoft.com/office/drawing/2014/main" id="{DEDF6584-1B8C-43DC-94A1-D9F75A663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395"/>
                <a:ext cx="57" cy="53"/>
              </a:xfrm>
              <a:custGeom>
                <a:avLst/>
                <a:gdLst>
                  <a:gd name="T0" fmla="*/ 1886 w 23"/>
                  <a:gd name="T1" fmla="*/ 0 h 20"/>
                  <a:gd name="T2" fmla="*/ 2984 w 23"/>
                  <a:gd name="T3" fmla="*/ 2472 h 20"/>
                  <a:gd name="T4" fmla="*/ 5128 w 23"/>
                  <a:gd name="T5" fmla="*/ 2753 h 20"/>
                  <a:gd name="T6" fmla="*/ 5128 w 23"/>
                  <a:gd name="T7" fmla="*/ 5231 h 20"/>
                  <a:gd name="T8" fmla="*/ 1584 w 23"/>
                  <a:gd name="T9" fmla="*/ 5864 h 20"/>
                  <a:gd name="T10" fmla="*/ 454 w 23"/>
                  <a:gd name="T11" fmla="*/ 1434 h 20"/>
                  <a:gd name="T12" fmla="*/ 1886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8" y="3"/>
                      <a:pt x="10" y="5"/>
                      <a:pt x="13" y="7"/>
                    </a:cubicBezTo>
                    <a:cubicBezTo>
                      <a:pt x="16" y="9"/>
                      <a:pt x="19" y="9"/>
                      <a:pt x="22" y="8"/>
                    </a:cubicBezTo>
                    <a:cubicBezTo>
                      <a:pt x="23" y="10"/>
                      <a:pt x="23" y="13"/>
                      <a:pt x="22" y="15"/>
                    </a:cubicBezTo>
                    <a:cubicBezTo>
                      <a:pt x="19" y="19"/>
                      <a:pt x="13" y="20"/>
                      <a:pt x="7" y="17"/>
                    </a:cubicBezTo>
                    <a:cubicBezTo>
                      <a:pt x="2" y="14"/>
                      <a:pt x="0" y="8"/>
                      <a:pt x="2" y="4"/>
                    </a:cubicBezTo>
                    <a:cubicBezTo>
                      <a:pt x="4" y="2"/>
                      <a:pt x="5" y="1"/>
                      <a:pt x="8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5" name="Freeform 1793">
                <a:extLst>
                  <a:ext uri="{FF2B5EF4-FFF2-40B4-BE49-F238E27FC236}">
                    <a16:creationId xmlns:a16="http://schemas.microsoft.com/office/drawing/2014/main" id="{C23D6CE9-6883-4953-812D-8DEE92B2D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421"/>
                <a:ext cx="57" cy="54"/>
              </a:xfrm>
              <a:custGeom>
                <a:avLst/>
                <a:gdLst>
                  <a:gd name="T0" fmla="*/ 1886 w 23"/>
                  <a:gd name="T1" fmla="*/ 0 h 20"/>
                  <a:gd name="T2" fmla="*/ 2984 w 23"/>
                  <a:gd name="T3" fmla="*/ 2719 h 20"/>
                  <a:gd name="T4" fmla="*/ 5128 w 23"/>
                  <a:gd name="T5" fmla="*/ 3127 h 20"/>
                  <a:gd name="T6" fmla="*/ 5128 w 23"/>
                  <a:gd name="T7" fmla="*/ 5905 h 20"/>
                  <a:gd name="T8" fmla="*/ 1886 w 23"/>
                  <a:gd name="T9" fmla="*/ 6599 h 20"/>
                  <a:gd name="T10" fmla="*/ 639 w 23"/>
                  <a:gd name="T11" fmla="*/ 1596 h 20"/>
                  <a:gd name="T12" fmla="*/ 1886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9" y="3"/>
                      <a:pt x="10" y="5"/>
                      <a:pt x="13" y="7"/>
                    </a:cubicBezTo>
                    <a:cubicBezTo>
                      <a:pt x="16" y="9"/>
                      <a:pt x="20" y="9"/>
                      <a:pt x="22" y="8"/>
                    </a:cubicBezTo>
                    <a:cubicBezTo>
                      <a:pt x="23" y="10"/>
                      <a:pt x="23" y="13"/>
                      <a:pt x="22" y="15"/>
                    </a:cubicBezTo>
                    <a:cubicBezTo>
                      <a:pt x="19" y="19"/>
                      <a:pt x="13" y="20"/>
                      <a:pt x="8" y="17"/>
                    </a:cubicBezTo>
                    <a:cubicBezTo>
                      <a:pt x="2" y="14"/>
                      <a:pt x="0" y="8"/>
                      <a:pt x="3" y="4"/>
                    </a:cubicBezTo>
                    <a:cubicBezTo>
                      <a:pt x="4" y="2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6" name="Freeform 1794">
                <a:extLst>
                  <a:ext uri="{FF2B5EF4-FFF2-40B4-BE49-F238E27FC236}">
                    <a16:creationId xmlns:a16="http://schemas.microsoft.com/office/drawing/2014/main" id="{9B074092-3F20-45FB-94C5-0B77B7BA5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448"/>
                <a:ext cx="57" cy="53"/>
              </a:xfrm>
              <a:custGeom>
                <a:avLst/>
                <a:gdLst>
                  <a:gd name="T0" fmla="*/ 1886 w 23"/>
                  <a:gd name="T1" fmla="*/ 0 h 20"/>
                  <a:gd name="T2" fmla="*/ 3286 w 23"/>
                  <a:gd name="T3" fmla="*/ 2472 h 20"/>
                  <a:gd name="T4" fmla="*/ 5313 w 23"/>
                  <a:gd name="T5" fmla="*/ 2753 h 20"/>
                  <a:gd name="T6" fmla="*/ 5128 w 23"/>
                  <a:gd name="T7" fmla="*/ 5231 h 20"/>
                  <a:gd name="T8" fmla="*/ 1886 w 23"/>
                  <a:gd name="T9" fmla="*/ 5864 h 20"/>
                  <a:gd name="T10" fmla="*/ 639 w 23"/>
                  <a:gd name="T11" fmla="*/ 1434 h 20"/>
                  <a:gd name="T12" fmla="*/ 1886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9" y="3"/>
                      <a:pt x="11" y="5"/>
                      <a:pt x="14" y="7"/>
                    </a:cubicBezTo>
                    <a:cubicBezTo>
                      <a:pt x="17" y="9"/>
                      <a:pt x="20" y="9"/>
                      <a:pt x="23" y="8"/>
                    </a:cubicBezTo>
                    <a:cubicBezTo>
                      <a:pt x="23" y="10"/>
                      <a:pt x="23" y="13"/>
                      <a:pt x="22" y="15"/>
                    </a:cubicBezTo>
                    <a:cubicBezTo>
                      <a:pt x="20" y="19"/>
                      <a:pt x="13" y="20"/>
                      <a:pt x="8" y="17"/>
                    </a:cubicBezTo>
                    <a:cubicBezTo>
                      <a:pt x="3" y="14"/>
                      <a:pt x="0" y="8"/>
                      <a:pt x="3" y="4"/>
                    </a:cubicBezTo>
                    <a:cubicBezTo>
                      <a:pt x="4" y="2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7" name="Freeform 1795">
                <a:extLst>
                  <a:ext uri="{FF2B5EF4-FFF2-40B4-BE49-F238E27FC236}">
                    <a16:creationId xmlns:a16="http://schemas.microsoft.com/office/drawing/2014/main" id="{2C0E3B59-1EC0-47D5-879C-855E4D5B0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475"/>
                <a:ext cx="58" cy="53"/>
              </a:xfrm>
              <a:custGeom>
                <a:avLst/>
                <a:gdLst>
                  <a:gd name="T0" fmla="*/ 1813 w 23"/>
                  <a:gd name="T1" fmla="*/ 0 h 20"/>
                  <a:gd name="T2" fmla="*/ 3351 w 23"/>
                  <a:gd name="T3" fmla="*/ 2472 h 20"/>
                  <a:gd name="T4" fmla="*/ 5629 w 23"/>
                  <a:gd name="T5" fmla="*/ 2753 h 20"/>
                  <a:gd name="T6" fmla="*/ 5419 w 23"/>
                  <a:gd name="T7" fmla="*/ 4839 h 20"/>
                  <a:gd name="T8" fmla="*/ 1813 w 23"/>
                  <a:gd name="T9" fmla="*/ 5864 h 20"/>
                  <a:gd name="T10" fmla="*/ 527 w 23"/>
                  <a:gd name="T11" fmla="*/ 1434 h 20"/>
                  <a:gd name="T12" fmla="*/ 1813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7" y="0"/>
                    </a:moveTo>
                    <a:cubicBezTo>
                      <a:pt x="8" y="3"/>
                      <a:pt x="10" y="5"/>
                      <a:pt x="13" y="7"/>
                    </a:cubicBezTo>
                    <a:cubicBezTo>
                      <a:pt x="16" y="9"/>
                      <a:pt x="19" y="9"/>
                      <a:pt x="22" y="8"/>
                    </a:cubicBezTo>
                    <a:cubicBezTo>
                      <a:pt x="23" y="10"/>
                      <a:pt x="22" y="13"/>
                      <a:pt x="21" y="14"/>
                    </a:cubicBezTo>
                    <a:cubicBezTo>
                      <a:pt x="19" y="19"/>
                      <a:pt x="12" y="20"/>
                      <a:pt x="7" y="17"/>
                    </a:cubicBezTo>
                    <a:cubicBezTo>
                      <a:pt x="2" y="14"/>
                      <a:pt x="0" y="8"/>
                      <a:pt x="2" y="4"/>
                    </a:cubicBezTo>
                    <a:cubicBezTo>
                      <a:pt x="3" y="2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8" name="Freeform 1796">
                <a:extLst>
                  <a:ext uri="{FF2B5EF4-FFF2-40B4-BE49-F238E27FC236}">
                    <a16:creationId xmlns:a16="http://schemas.microsoft.com/office/drawing/2014/main" id="{B4367D8C-DE1F-4971-8506-F092A24F9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01"/>
                <a:ext cx="58" cy="54"/>
              </a:xfrm>
              <a:custGeom>
                <a:avLst/>
                <a:gdLst>
                  <a:gd name="T0" fmla="*/ 2022 w 23"/>
                  <a:gd name="T1" fmla="*/ 0 h 20"/>
                  <a:gd name="T2" fmla="*/ 3351 w 23"/>
                  <a:gd name="T3" fmla="*/ 2719 h 20"/>
                  <a:gd name="T4" fmla="*/ 5629 w 23"/>
                  <a:gd name="T5" fmla="*/ 3127 h 20"/>
                  <a:gd name="T6" fmla="*/ 5419 w 23"/>
                  <a:gd name="T7" fmla="*/ 5905 h 20"/>
                  <a:gd name="T8" fmla="*/ 1813 w 23"/>
                  <a:gd name="T9" fmla="*/ 6599 h 20"/>
                  <a:gd name="T10" fmla="*/ 527 w 23"/>
                  <a:gd name="T11" fmla="*/ 1596 h 20"/>
                  <a:gd name="T12" fmla="*/ 2022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8" y="3"/>
                      <a:pt x="10" y="5"/>
                      <a:pt x="13" y="7"/>
                    </a:cubicBezTo>
                    <a:cubicBezTo>
                      <a:pt x="16" y="9"/>
                      <a:pt x="19" y="9"/>
                      <a:pt x="22" y="8"/>
                    </a:cubicBezTo>
                    <a:cubicBezTo>
                      <a:pt x="23" y="10"/>
                      <a:pt x="23" y="13"/>
                      <a:pt x="21" y="15"/>
                    </a:cubicBezTo>
                    <a:cubicBezTo>
                      <a:pt x="19" y="19"/>
                      <a:pt x="13" y="20"/>
                      <a:pt x="7" y="17"/>
                    </a:cubicBezTo>
                    <a:cubicBezTo>
                      <a:pt x="2" y="14"/>
                      <a:pt x="0" y="8"/>
                      <a:pt x="2" y="4"/>
                    </a:cubicBezTo>
                    <a:cubicBezTo>
                      <a:pt x="4" y="2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9" name="Freeform 1797">
                <a:extLst>
                  <a:ext uri="{FF2B5EF4-FFF2-40B4-BE49-F238E27FC236}">
                    <a16:creationId xmlns:a16="http://schemas.microsoft.com/office/drawing/2014/main" id="{53F50C69-1427-4EDE-913F-ACBFBDC0B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528"/>
                <a:ext cx="58" cy="53"/>
              </a:xfrm>
              <a:custGeom>
                <a:avLst/>
                <a:gdLst>
                  <a:gd name="T0" fmla="*/ 2022 w 23"/>
                  <a:gd name="T1" fmla="*/ 0 h 20"/>
                  <a:gd name="T2" fmla="*/ 3351 w 23"/>
                  <a:gd name="T3" fmla="*/ 2472 h 20"/>
                  <a:gd name="T4" fmla="*/ 5629 w 23"/>
                  <a:gd name="T5" fmla="*/ 2753 h 20"/>
                  <a:gd name="T6" fmla="*/ 5629 w 23"/>
                  <a:gd name="T7" fmla="*/ 4839 h 20"/>
                  <a:gd name="T8" fmla="*/ 2022 w 23"/>
                  <a:gd name="T9" fmla="*/ 5864 h 20"/>
                  <a:gd name="T10" fmla="*/ 802 w 23"/>
                  <a:gd name="T11" fmla="*/ 1039 h 20"/>
                  <a:gd name="T12" fmla="*/ 2022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9" y="3"/>
                      <a:pt x="10" y="5"/>
                      <a:pt x="13" y="7"/>
                    </a:cubicBezTo>
                    <a:cubicBezTo>
                      <a:pt x="16" y="9"/>
                      <a:pt x="20" y="9"/>
                      <a:pt x="22" y="8"/>
                    </a:cubicBezTo>
                    <a:cubicBezTo>
                      <a:pt x="23" y="10"/>
                      <a:pt x="23" y="13"/>
                      <a:pt x="22" y="14"/>
                    </a:cubicBezTo>
                    <a:cubicBezTo>
                      <a:pt x="19" y="19"/>
                      <a:pt x="13" y="20"/>
                      <a:pt x="8" y="17"/>
                    </a:cubicBezTo>
                    <a:cubicBezTo>
                      <a:pt x="2" y="14"/>
                      <a:pt x="0" y="8"/>
                      <a:pt x="3" y="3"/>
                    </a:cubicBezTo>
                    <a:cubicBezTo>
                      <a:pt x="4" y="2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0" name="Freeform 1798">
                <a:extLst>
                  <a:ext uri="{FF2B5EF4-FFF2-40B4-BE49-F238E27FC236}">
                    <a16:creationId xmlns:a16="http://schemas.microsoft.com/office/drawing/2014/main" id="{3D34967B-537F-4F79-95C5-0BA64AF44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555"/>
                <a:ext cx="58" cy="53"/>
              </a:xfrm>
              <a:custGeom>
                <a:avLst/>
                <a:gdLst>
                  <a:gd name="T0" fmla="*/ 2022 w 23"/>
                  <a:gd name="T1" fmla="*/ 0 h 20"/>
                  <a:gd name="T2" fmla="*/ 3561 w 23"/>
                  <a:gd name="T3" fmla="*/ 2472 h 20"/>
                  <a:gd name="T4" fmla="*/ 5901 w 23"/>
                  <a:gd name="T5" fmla="*/ 2753 h 20"/>
                  <a:gd name="T6" fmla="*/ 5629 w 23"/>
                  <a:gd name="T7" fmla="*/ 4839 h 20"/>
                  <a:gd name="T8" fmla="*/ 2022 w 23"/>
                  <a:gd name="T9" fmla="*/ 5864 h 20"/>
                  <a:gd name="T10" fmla="*/ 802 w 23"/>
                  <a:gd name="T11" fmla="*/ 1039 h 20"/>
                  <a:gd name="T12" fmla="*/ 2022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9" y="2"/>
                      <a:pt x="11" y="5"/>
                      <a:pt x="14" y="7"/>
                    </a:cubicBezTo>
                    <a:cubicBezTo>
                      <a:pt x="17" y="9"/>
                      <a:pt x="20" y="9"/>
                      <a:pt x="23" y="8"/>
                    </a:cubicBezTo>
                    <a:cubicBezTo>
                      <a:pt x="23" y="10"/>
                      <a:pt x="23" y="13"/>
                      <a:pt x="22" y="14"/>
                    </a:cubicBezTo>
                    <a:cubicBezTo>
                      <a:pt x="20" y="19"/>
                      <a:pt x="13" y="20"/>
                      <a:pt x="8" y="17"/>
                    </a:cubicBezTo>
                    <a:cubicBezTo>
                      <a:pt x="3" y="14"/>
                      <a:pt x="0" y="8"/>
                      <a:pt x="3" y="3"/>
                    </a:cubicBezTo>
                    <a:cubicBezTo>
                      <a:pt x="4" y="2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1" name="Freeform 1799">
                <a:extLst>
                  <a:ext uri="{FF2B5EF4-FFF2-40B4-BE49-F238E27FC236}">
                    <a16:creationId xmlns:a16="http://schemas.microsoft.com/office/drawing/2014/main" id="{9F19EBF5-5707-421B-AB9C-B2A98A7EC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581"/>
                <a:ext cx="57" cy="54"/>
              </a:xfrm>
              <a:custGeom>
                <a:avLst/>
                <a:gdLst>
                  <a:gd name="T0" fmla="*/ 1584 w 23"/>
                  <a:gd name="T1" fmla="*/ 0 h 20"/>
                  <a:gd name="T2" fmla="*/ 2984 w 23"/>
                  <a:gd name="T3" fmla="*/ 2719 h 20"/>
                  <a:gd name="T4" fmla="*/ 5128 w 23"/>
                  <a:gd name="T5" fmla="*/ 3127 h 20"/>
                  <a:gd name="T6" fmla="*/ 4870 w 23"/>
                  <a:gd name="T7" fmla="*/ 5476 h 20"/>
                  <a:gd name="T8" fmla="*/ 1584 w 23"/>
                  <a:gd name="T9" fmla="*/ 6599 h 20"/>
                  <a:gd name="T10" fmla="*/ 454 w 23"/>
                  <a:gd name="T11" fmla="*/ 1158 h 20"/>
                  <a:gd name="T12" fmla="*/ 1584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7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3" y="10"/>
                      <a:pt x="22" y="12"/>
                      <a:pt x="21" y="14"/>
                    </a:cubicBezTo>
                    <a:cubicBezTo>
                      <a:pt x="19" y="19"/>
                      <a:pt x="12" y="20"/>
                      <a:pt x="7" y="17"/>
                    </a:cubicBezTo>
                    <a:cubicBezTo>
                      <a:pt x="2" y="14"/>
                      <a:pt x="0" y="8"/>
                      <a:pt x="2" y="3"/>
                    </a:cubicBezTo>
                    <a:cubicBezTo>
                      <a:pt x="3" y="2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2" name="Freeform 1800">
                <a:extLst>
                  <a:ext uri="{FF2B5EF4-FFF2-40B4-BE49-F238E27FC236}">
                    <a16:creationId xmlns:a16="http://schemas.microsoft.com/office/drawing/2014/main" id="{5E73F865-7F3A-4486-842D-D45745238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589"/>
                <a:ext cx="142" cy="152"/>
              </a:xfrm>
              <a:custGeom>
                <a:avLst/>
                <a:gdLst>
                  <a:gd name="T0" fmla="*/ 3849 w 57"/>
                  <a:gd name="T1" fmla="*/ 17955 h 57"/>
                  <a:gd name="T2" fmla="*/ 1627 w 57"/>
                  <a:gd name="T3" fmla="*/ 5005 h 57"/>
                  <a:gd name="T4" fmla="*/ 7670 w 57"/>
                  <a:gd name="T5" fmla="*/ 397 h 57"/>
                  <a:gd name="T6" fmla="*/ 8814 w 57"/>
                  <a:gd name="T7" fmla="*/ 5005 h 57"/>
                  <a:gd name="T8" fmla="*/ 12170 w 57"/>
                  <a:gd name="T9" fmla="*/ 4301 h 57"/>
                  <a:gd name="T10" fmla="*/ 12474 w 57"/>
                  <a:gd name="T11" fmla="*/ 14413 h 57"/>
                  <a:gd name="T12" fmla="*/ 3849 w 57"/>
                  <a:gd name="T13" fmla="*/ 17955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7">
                    <a:moveTo>
                      <a:pt x="16" y="50"/>
                    </a:moveTo>
                    <a:cubicBezTo>
                      <a:pt x="4" y="43"/>
                      <a:pt x="0" y="27"/>
                      <a:pt x="7" y="14"/>
                    </a:cubicBezTo>
                    <a:cubicBezTo>
                      <a:pt x="12" y="5"/>
                      <a:pt x="22" y="0"/>
                      <a:pt x="32" y="1"/>
                    </a:cubicBezTo>
                    <a:cubicBezTo>
                      <a:pt x="30" y="6"/>
                      <a:pt x="32" y="11"/>
                      <a:pt x="37" y="14"/>
                    </a:cubicBezTo>
                    <a:cubicBezTo>
                      <a:pt x="42" y="17"/>
                      <a:pt x="48" y="16"/>
                      <a:pt x="51" y="12"/>
                    </a:cubicBezTo>
                    <a:cubicBezTo>
                      <a:pt x="56" y="20"/>
                      <a:pt x="57" y="31"/>
                      <a:pt x="52" y="40"/>
                    </a:cubicBezTo>
                    <a:cubicBezTo>
                      <a:pt x="45" y="53"/>
                      <a:pt x="29" y="57"/>
                      <a:pt x="16" y="50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3" name="Freeform 1801">
                <a:extLst>
                  <a:ext uri="{FF2B5EF4-FFF2-40B4-BE49-F238E27FC236}">
                    <a16:creationId xmlns:a16="http://schemas.microsoft.com/office/drawing/2014/main" id="{E054FC61-47D0-4B74-98FF-2FD0D0FE6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589"/>
                <a:ext cx="33" cy="35"/>
              </a:xfrm>
              <a:custGeom>
                <a:avLst/>
                <a:gdLst>
                  <a:gd name="T0" fmla="*/ 1914 w 13"/>
                  <a:gd name="T1" fmla="*/ 4254 h 13"/>
                  <a:gd name="T2" fmla="*/ 1373 w 13"/>
                  <a:gd name="T3" fmla="*/ 0 h 13"/>
                  <a:gd name="T4" fmla="*/ 3485 w 13"/>
                  <a:gd name="T5" fmla="*/ 4935 h 13"/>
                  <a:gd name="T6" fmla="*/ 1914 w 13"/>
                  <a:gd name="T7" fmla="*/ 425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7" y="11"/>
                    </a:moveTo>
                    <a:cubicBezTo>
                      <a:pt x="3" y="9"/>
                      <a:pt x="0" y="3"/>
                      <a:pt x="5" y="0"/>
                    </a:cubicBezTo>
                    <a:cubicBezTo>
                      <a:pt x="4" y="4"/>
                      <a:pt x="6" y="11"/>
                      <a:pt x="13" y="13"/>
                    </a:cubicBezTo>
                    <a:cubicBezTo>
                      <a:pt x="11" y="13"/>
                      <a:pt x="9" y="13"/>
                      <a:pt x="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4" name="Freeform 1802">
                <a:extLst>
                  <a:ext uri="{FF2B5EF4-FFF2-40B4-BE49-F238E27FC236}">
                    <a16:creationId xmlns:a16="http://schemas.microsoft.com/office/drawing/2014/main" id="{DA7EADD6-8804-41EA-92DF-309F4CFDE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560"/>
                <a:ext cx="30" cy="37"/>
              </a:xfrm>
              <a:custGeom>
                <a:avLst/>
                <a:gdLst>
                  <a:gd name="T0" fmla="*/ 1488 w 12"/>
                  <a:gd name="T1" fmla="*/ 4157 h 14"/>
                  <a:gd name="T2" fmla="*/ 988 w 12"/>
                  <a:gd name="T3" fmla="*/ 0 h 14"/>
                  <a:gd name="T4" fmla="*/ 2938 w 12"/>
                  <a:gd name="T5" fmla="*/ 4784 h 14"/>
                  <a:gd name="T6" fmla="*/ 1488 w 12"/>
                  <a:gd name="T7" fmla="*/ 415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6" y="12"/>
                    </a:moveTo>
                    <a:cubicBezTo>
                      <a:pt x="2" y="10"/>
                      <a:pt x="0" y="4"/>
                      <a:pt x="4" y="0"/>
                    </a:cubicBezTo>
                    <a:cubicBezTo>
                      <a:pt x="4" y="4"/>
                      <a:pt x="6" y="12"/>
                      <a:pt x="12" y="14"/>
                    </a:cubicBezTo>
                    <a:cubicBezTo>
                      <a:pt x="11" y="14"/>
                      <a:pt x="9" y="14"/>
                      <a:pt x="6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5" name="Freeform 1803">
                <a:extLst>
                  <a:ext uri="{FF2B5EF4-FFF2-40B4-BE49-F238E27FC236}">
                    <a16:creationId xmlns:a16="http://schemas.microsoft.com/office/drawing/2014/main" id="{0BF20CF0-5DED-4AF7-9E6B-390B58713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536"/>
                <a:ext cx="30" cy="35"/>
              </a:xfrm>
              <a:custGeom>
                <a:avLst/>
                <a:gdLst>
                  <a:gd name="T0" fmla="*/ 1488 w 12"/>
                  <a:gd name="T1" fmla="*/ 4254 h 13"/>
                  <a:gd name="T2" fmla="*/ 988 w 12"/>
                  <a:gd name="T3" fmla="*/ 0 h 13"/>
                  <a:gd name="T4" fmla="*/ 2938 w 12"/>
                  <a:gd name="T5" fmla="*/ 4935 h 13"/>
                  <a:gd name="T6" fmla="*/ 1488 w 12"/>
                  <a:gd name="T7" fmla="*/ 425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6" y="11"/>
                    </a:moveTo>
                    <a:cubicBezTo>
                      <a:pt x="2" y="9"/>
                      <a:pt x="0" y="3"/>
                      <a:pt x="4" y="0"/>
                    </a:cubicBezTo>
                    <a:cubicBezTo>
                      <a:pt x="4" y="4"/>
                      <a:pt x="6" y="11"/>
                      <a:pt x="12" y="13"/>
                    </a:cubicBezTo>
                    <a:cubicBezTo>
                      <a:pt x="11" y="13"/>
                      <a:pt x="9" y="13"/>
                      <a:pt x="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6" name="Freeform 1804">
                <a:extLst>
                  <a:ext uri="{FF2B5EF4-FFF2-40B4-BE49-F238E27FC236}">
                    <a16:creationId xmlns:a16="http://schemas.microsoft.com/office/drawing/2014/main" id="{8DD7E7B6-DE24-4188-8F70-1FCC7F199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507"/>
                <a:ext cx="30" cy="37"/>
              </a:xfrm>
              <a:custGeom>
                <a:avLst/>
                <a:gdLst>
                  <a:gd name="T0" fmla="*/ 1488 w 12"/>
                  <a:gd name="T1" fmla="*/ 4157 h 14"/>
                  <a:gd name="T2" fmla="*/ 988 w 12"/>
                  <a:gd name="T3" fmla="*/ 0 h 14"/>
                  <a:gd name="T4" fmla="*/ 2938 w 12"/>
                  <a:gd name="T5" fmla="*/ 4784 h 14"/>
                  <a:gd name="T6" fmla="*/ 1488 w 12"/>
                  <a:gd name="T7" fmla="*/ 415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6" y="12"/>
                    </a:moveTo>
                    <a:cubicBezTo>
                      <a:pt x="2" y="10"/>
                      <a:pt x="0" y="4"/>
                      <a:pt x="4" y="0"/>
                    </a:cubicBezTo>
                    <a:cubicBezTo>
                      <a:pt x="4" y="4"/>
                      <a:pt x="6" y="12"/>
                      <a:pt x="12" y="14"/>
                    </a:cubicBezTo>
                    <a:cubicBezTo>
                      <a:pt x="11" y="14"/>
                      <a:pt x="9" y="14"/>
                      <a:pt x="6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7" name="Freeform 1805">
                <a:extLst>
                  <a:ext uri="{FF2B5EF4-FFF2-40B4-BE49-F238E27FC236}">
                    <a16:creationId xmlns:a16="http://schemas.microsoft.com/office/drawing/2014/main" id="{5D20EF28-076D-49F5-98A6-41895F8ED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483"/>
                <a:ext cx="32" cy="34"/>
              </a:xfrm>
              <a:custGeom>
                <a:avLst/>
                <a:gdLst>
                  <a:gd name="T0" fmla="*/ 1538 w 13"/>
                  <a:gd name="T1" fmla="*/ 3557 h 13"/>
                  <a:gd name="T2" fmla="*/ 1103 w 13"/>
                  <a:gd name="T3" fmla="*/ 0 h 13"/>
                  <a:gd name="T4" fmla="*/ 2897 w 13"/>
                  <a:gd name="T5" fmla="*/ 4166 h 13"/>
                  <a:gd name="T6" fmla="*/ 1538 w 13"/>
                  <a:gd name="T7" fmla="*/ 355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7" y="11"/>
                    </a:moveTo>
                    <a:cubicBezTo>
                      <a:pt x="3" y="9"/>
                      <a:pt x="0" y="3"/>
                      <a:pt x="5" y="0"/>
                    </a:cubicBezTo>
                    <a:cubicBezTo>
                      <a:pt x="4" y="4"/>
                      <a:pt x="6" y="11"/>
                      <a:pt x="13" y="13"/>
                    </a:cubicBezTo>
                    <a:cubicBezTo>
                      <a:pt x="11" y="13"/>
                      <a:pt x="9" y="13"/>
                      <a:pt x="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8" name="Freeform 1806">
                <a:extLst>
                  <a:ext uri="{FF2B5EF4-FFF2-40B4-BE49-F238E27FC236}">
                    <a16:creationId xmlns:a16="http://schemas.microsoft.com/office/drawing/2014/main" id="{862BE349-B6F1-49CB-9145-B96BC4495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453"/>
                <a:ext cx="30" cy="38"/>
              </a:xfrm>
              <a:custGeom>
                <a:avLst/>
                <a:gdLst>
                  <a:gd name="T0" fmla="*/ 1488 w 12"/>
                  <a:gd name="T1" fmla="*/ 4878 h 14"/>
                  <a:gd name="T2" fmla="*/ 988 w 12"/>
                  <a:gd name="T3" fmla="*/ 0 h 14"/>
                  <a:gd name="T4" fmla="*/ 2938 w 12"/>
                  <a:gd name="T5" fmla="*/ 5600 h 14"/>
                  <a:gd name="T6" fmla="*/ 1488 w 12"/>
                  <a:gd name="T7" fmla="*/ 487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6" y="12"/>
                    </a:moveTo>
                    <a:cubicBezTo>
                      <a:pt x="3" y="10"/>
                      <a:pt x="0" y="4"/>
                      <a:pt x="4" y="0"/>
                    </a:cubicBezTo>
                    <a:cubicBezTo>
                      <a:pt x="4" y="4"/>
                      <a:pt x="6" y="12"/>
                      <a:pt x="12" y="14"/>
                    </a:cubicBezTo>
                    <a:cubicBezTo>
                      <a:pt x="11" y="14"/>
                      <a:pt x="9" y="14"/>
                      <a:pt x="6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9" name="Freeform 1807">
                <a:extLst>
                  <a:ext uri="{FF2B5EF4-FFF2-40B4-BE49-F238E27FC236}">
                    <a16:creationId xmlns:a16="http://schemas.microsoft.com/office/drawing/2014/main" id="{1E580A51-306D-453E-B0EF-32B7FE69D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429"/>
                <a:ext cx="30" cy="35"/>
              </a:xfrm>
              <a:custGeom>
                <a:avLst/>
                <a:gdLst>
                  <a:gd name="T0" fmla="*/ 1488 w 12"/>
                  <a:gd name="T1" fmla="*/ 4254 h 13"/>
                  <a:gd name="T2" fmla="*/ 988 w 12"/>
                  <a:gd name="T3" fmla="*/ 0 h 13"/>
                  <a:gd name="T4" fmla="*/ 2938 w 12"/>
                  <a:gd name="T5" fmla="*/ 4935 h 13"/>
                  <a:gd name="T6" fmla="*/ 1488 w 12"/>
                  <a:gd name="T7" fmla="*/ 425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6" y="11"/>
                    </a:moveTo>
                    <a:cubicBezTo>
                      <a:pt x="2" y="9"/>
                      <a:pt x="0" y="3"/>
                      <a:pt x="4" y="0"/>
                    </a:cubicBezTo>
                    <a:cubicBezTo>
                      <a:pt x="4" y="4"/>
                      <a:pt x="6" y="11"/>
                      <a:pt x="12" y="13"/>
                    </a:cubicBezTo>
                    <a:cubicBezTo>
                      <a:pt x="11" y="13"/>
                      <a:pt x="9" y="13"/>
                      <a:pt x="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0" name="Freeform 1808">
                <a:extLst>
                  <a:ext uri="{FF2B5EF4-FFF2-40B4-BE49-F238E27FC236}">
                    <a16:creationId xmlns:a16="http://schemas.microsoft.com/office/drawing/2014/main" id="{82738E3C-EC75-4B77-8EEA-33A9CC1D1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403"/>
                <a:ext cx="33" cy="37"/>
              </a:xfrm>
              <a:custGeom>
                <a:avLst/>
                <a:gdLst>
                  <a:gd name="T0" fmla="*/ 1914 w 13"/>
                  <a:gd name="T1" fmla="*/ 4157 h 14"/>
                  <a:gd name="T2" fmla="*/ 1373 w 13"/>
                  <a:gd name="T3" fmla="*/ 0 h 14"/>
                  <a:gd name="T4" fmla="*/ 3485 w 13"/>
                  <a:gd name="T5" fmla="*/ 4392 h 14"/>
                  <a:gd name="T6" fmla="*/ 1914 w 13"/>
                  <a:gd name="T7" fmla="*/ 415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7" y="12"/>
                    </a:moveTo>
                    <a:cubicBezTo>
                      <a:pt x="3" y="10"/>
                      <a:pt x="0" y="3"/>
                      <a:pt x="5" y="0"/>
                    </a:cubicBezTo>
                    <a:cubicBezTo>
                      <a:pt x="4" y="4"/>
                      <a:pt x="7" y="12"/>
                      <a:pt x="13" y="13"/>
                    </a:cubicBezTo>
                    <a:cubicBezTo>
                      <a:pt x="11" y="14"/>
                      <a:pt x="9" y="13"/>
                      <a:pt x="7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1" name="Freeform 1809">
                <a:extLst>
                  <a:ext uri="{FF2B5EF4-FFF2-40B4-BE49-F238E27FC236}">
                    <a16:creationId xmlns:a16="http://schemas.microsoft.com/office/drawing/2014/main" id="{86725CF3-9205-481A-90CE-AACE92DF6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373"/>
                <a:ext cx="30" cy="38"/>
              </a:xfrm>
              <a:custGeom>
                <a:avLst/>
                <a:gdLst>
                  <a:gd name="T0" fmla="*/ 1488 w 12"/>
                  <a:gd name="T1" fmla="*/ 4878 h 14"/>
                  <a:gd name="T2" fmla="*/ 988 w 12"/>
                  <a:gd name="T3" fmla="*/ 0 h 14"/>
                  <a:gd name="T4" fmla="*/ 2938 w 12"/>
                  <a:gd name="T5" fmla="*/ 5600 h 14"/>
                  <a:gd name="T6" fmla="*/ 1488 w 12"/>
                  <a:gd name="T7" fmla="*/ 487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6" y="12"/>
                    </a:moveTo>
                    <a:cubicBezTo>
                      <a:pt x="2" y="10"/>
                      <a:pt x="0" y="4"/>
                      <a:pt x="4" y="0"/>
                    </a:cubicBezTo>
                    <a:cubicBezTo>
                      <a:pt x="3" y="4"/>
                      <a:pt x="6" y="12"/>
                      <a:pt x="12" y="14"/>
                    </a:cubicBezTo>
                    <a:cubicBezTo>
                      <a:pt x="10" y="14"/>
                      <a:pt x="8" y="14"/>
                      <a:pt x="6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2" name="Freeform 1810">
                <a:extLst>
                  <a:ext uri="{FF2B5EF4-FFF2-40B4-BE49-F238E27FC236}">
                    <a16:creationId xmlns:a16="http://schemas.microsoft.com/office/drawing/2014/main" id="{F9DCB59A-92F0-4097-822E-33257B20B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347"/>
                <a:ext cx="33" cy="37"/>
              </a:xfrm>
              <a:custGeom>
                <a:avLst/>
                <a:gdLst>
                  <a:gd name="T0" fmla="*/ 1914 w 13"/>
                  <a:gd name="T1" fmla="*/ 4157 h 14"/>
                  <a:gd name="T2" fmla="*/ 1031 w 13"/>
                  <a:gd name="T3" fmla="*/ 0 h 14"/>
                  <a:gd name="T4" fmla="*/ 3485 w 13"/>
                  <a:gd name="T5" fmla="*/ 4392 h 14"/>
                  <a:gd name="T6" fmla="*/ 1914 w 13"/>
                  <a:gd name="T7" fmla="*/ 415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7" y="12"/>
                    </a:moveTo>
                    <a:cubicBezTo>
                      <a:pt x="3" y="10"/>
                      <a:pt x="0" y="4"/>
                      <a:pt x="4" y="0"/>
                    </a:cubicBezTo>
                    <a:cubicBezTo>
                      <a:pt x="4" y="4"/>
                      <a:pt x="6" y="12"/>
                      <a:pt x="13" y="13"/>
                    </a:cubicBezTo>
                    <a:cubicBezTo>
                      <a:pt x="11" y="14"/>
                      <a:pt x="9" y="13"/>
                      <a:pt x="7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3" name="Freeform 1811">
                <a:extLst>
                  <a:ext uri="{FF2B5EF4-FFF2-40B4-BE49-F238E27FC236}">
                    <a16:creationId xmlns:a16="http://schemas.microsoft.com/office/drawing/2014/main" id="{FE434E49-BF57-464C-8850-846F9B0F9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341"/>
                <a:ext cx="55" cy="54"/>
              </a:xfrm>
              <a:custGeom>
                <a:avLst/>
                <a:gdLst>
                  <a:gd name="T0" fmla="*/ 1770 w 22"/>
                  <a:gd name="T1" fmla="*/ 0 h 20"/>
                  <a:gd name="T2" fmla="*/ 3250 w 22"/>
                  <a:gd name="T3" fmla="*/ 2719 h 20"/>
                  <a:gd name="T4" fmla="*/ 5395 w 22"/>
                  <a:gd name="T5" fmla="*/ 3127 h 20"/>
                  <a:gd name="T6" fmla="*/ 5208 w 22"/>
                  <a:gd name="T7" fmla="*/ 5905 h 20"/>
                  <a:gd name="T8" fmla="*/ 1770 w 22"/>
                  <a:gd name="T9" fmla="*/ 6599 h 20"/>
                  <a:gd name="T10" fmla="*/ 520 w 22"/>
                  <a:gd name="T11" fmla="*/ 1596 h 20"/>
                  <a:gd name="T12" fmla="*/ 1770 w 22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7" y="0"/>
                    </a:moveTo>
                    <a:cubicBezTo>
                      <a:pt x="8" y="3"/>
                      <a:pt x="10" y="5"/>
                      <a:pt x="13" y="7"/>
                    </a:cubicBezTo>
                    <a:cubicBezTo>
                      <a:pt x="16" y="9"/>
                      <a:pt x="19" y="9"/>
                      <a:pt x="22" y="8"/>
                    </a:cubicBezTo>
                    <a:cubicBezTo>
                      <a:pt x="22" y="10"/>
                      <a:pt x="22" y="13"/>
                      <a:pt x="21" y="15"/>
                    </a:cubicBezTo>
                    <a:cubicBezTo>
                      <a:pt x="19" y="19"/>
                      <a:pt x="12" y="20"/>
                      <a:pt x="7" y="17"/>
                    </a:cubicBezTo>
                    <a:cubicBezTo>
                      <a:pt x="2" y="14"/>
                      <a:pt x="0" y="8"/>
                      <a:pt x="2" y="4"/>
                    </a:cubicBezTo>
                    <a:cubicBezTo>
                      <a:pt x="3" y="2"/>
                      <a:pt x="5" y="0"/>
                      <a:pt x="7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4" name="Freeform 1812">
                <a:extLst>
                  <a:ext uri="{FF2B5EF4-FFF2-40B4-BE49-F238E27FC236}">
                    <a16:creationId xmlns:a16="http://schemas.microsoft.com/office/drawing/2014/main" id="{23DE1E21-7AB7-4F46-9935-CFB990444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368"/>
                <a:ext cx="57" cy="53"/>
              </a:xfrm>
              <a:custGeom>
                <a:avLst/>
                <a:gdLst>
                  <a:gd name="T0" fmla="*/ 1584 w 23"/>
                  <a:gd name="T1" fmla="*/ 0 h 20"/>
                  <a:gd name="T2" fmla="*/ 2984 w 23"/>
                  <a:gd name="T3" fmla="*/ 2472 h 20"/>
                  <a:gd name="T4" fmla="*/ 5128 w 23"/>
                  <a:gd name="T5" fmla="*/ 2753 h 20"/>
                  <a:gd name="T6" fmla="*/ 4870 w 23"/>
                  <a:gd name="T7" fmla="*/ 5231 h 20"/>
                  <a:gd name="T8" fmla="*/ 1584 w 23"/>
                  <a:gd name="T9" fmla="*/ 5864 h 20"/>
                  <a:gd name="T10" fmla="*/ 454 w 23"/>
                  <a:gd name="T11" fmla="*/ 1434 h 20"/>
                  <a:gd name="T12" fmla="*/ 1584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7" y="0"/>
                    </a:moveTo>
                    <a:cubicBezTo>
                      <a:pt x="8" y="3"/>
                      <a:pt x="10" y="5"/>
                      <a:pt x="13" y="7"/>
                    </a:cubicBezTo>
                    <a:cubicBezTo>
                      <a:pt x="16" y="9"/>
                      <a:pt x="19" y="9"/>
                      <a:pt x="22" y="8"/>
                    </a:cubicBezTo>
                    <a:cubicBezTo>
                      <a:pt x="23" y="10"/>
                      <a:pt x="22" y="13"/>
                      <a:pt x="21" y="15"/>
                    </a:cubicBezTo>
                    <a:cubicBezTo>
                      <a:pt x="19" y="19"/>
                      <a:pt x="13" y="20"/>
                      <a:pt x="7" y="17"/>
                    </a:cubicBezTo>
                    <a:cubicBezTo>
                      <a:pt x="2" y="14"/>
                      <a:pt x="0" y="8"/>
                      <a:pt x="2" y="4"/>
                    </a:cubicBezTo>
                    <a:cubicBezTo>
                      <a:pt x="3" y="2"/>
                      <a:pt x="5" y="0"/>
                      <a:pt x="7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5" name="Freeform 1813">
                <a:extLst>
                  <a:ext uri="{FF2B5EF4-FFF2-40B4-BE49-F238E27FC236}">
                    <a16:creationId xmlns:a16="http://schemas.microsoft.com/office/drawing/2014/main" id="{8D4EEAA6-A0F1-4FB2-BB6D-EC8BFCCC7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395"/>
                <a:ext cx="57" cy="53"/>
              </a:xfrm>
              <a:custGeom>
                <a:avLst/>
                <a:gdLst>
                  <a:gd name="T0" fmla="*/ 1886 w 23"/>
                  <a:gd name="T1" fmla="*/ 0 h 20"/>
                  <a:gd name="T2" fmla="*/ 2984 w 23"/>
                  <a:gd name="T3" fmla="*/ 2472 h 20"/>
                  <a:gd name="T4" fmla="*/ 5128 w 23"/>
                  <a:gd name="T5" fmla="*/ 2753 h 20"/>
                  <a:gd name="T6" fmla="*/ 5128 w 23"/>
                  <a:gd name="T7" fmla="*/ 5231 h 20"/>
                  <a:gd name="T8" fmla="*/ 1584 w 23"/>
                  <a:gd name="T9" fmla="*/ 5864 h 20"/>
                  <a:gd name="T10" fmla="*/ 454 w 23"/>
                  <a:gd name="T11" fmla="*/ 1434 h 20"/>
                  <a:gd name="T12" fmla="*/ 1886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8" y="3"/>
                      <a:pt x="10" y="5"/>
                      <a:pt x="13" y="7"/>
                    </a:cubicBezTo>
                    <a:cubicBezTo>
                      <a:pt x="16" y="9"/>
                      <a:pt x="19" y="9"/>
                      <a:pt x="22" y="8"/>
                    </a:cubicBezTo>
                    <a:cubicBezTo>
                      <a:pt x="23" y="10"/>
                      <a:pt x="23" y="13"/>
                      <a:pt x="22" y="15"/>
                    </a:cubicBezTo>
                    <a:cubicBezTo>
                      <a:pt x="19" y="19"/>
                      <a:pt x="13" y="20"/>
                      <a:pt x="7" y="17"/>
                    </a:cubicBezTo>
                    <a:cubicBezTo>
                      <a:pt x="2" y="14"/>
                      <a:pt x="0" y="8"/>
                      <a:pt x="2" y="4"/>
                    </a:cubicBezTo>
                    <a:cubicBezTo>
                      <a:pt x="4" y="2"/>
                      <a:pt x="5" y="1"/>
                      <a:pt x="8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6" name="Freeform 1814">
                <a:extLst>
                  <a:ext uri="{FF2B5EF4-FFF2-40B4-BE49-F238E27FC236}">
                    <a16:creationId xmlns:a16="http://schemas.microsoft.com/office/drawing/2014/main" id="{F7471004-C267-41A9-8ACC-1D762D963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421"/>
                <a:ext cx="57" cy="54"/>
              </a:xfrm>
              <a:custGeom>
                <a:avLst/>
                <a:gdLst>
                  <a:gd name="T0" fmla="*/ 1886 w 23"/>
                  <a:gd name="T1" fmla="*/ 0 h 20"/>
                  <a:gd name="T2" fmla="*/ 2984 w 23"/>
                  <a:gd name="T3" fmla="*/ 2719 h 20"/>
                  <a:gd name="T4" fmla="*/ 5128 w 23"/>
                  <a:gd name="T5" fmla="*/ 3127 h 20"/>
                  <a:gd name="T6" fmla="*/ 5128 w 23"/>
                  <a:gd name="T7" fmla="*/ 5905 h 20"/>
                  <a:gd name="T8" fmla="*/ 1886 w 23"/>
                  <a:gd name="T9" fmla="*/ 6599 h 20"/>
                  <a:gd name="T10" fmla="*/ 639 w 23"/>
                  <a:gd name="T11" fmla="*/ 1596 h 20"/>
                  <a:gd name="T12" fmla="*/ 1886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9" y="3"/>
                      <a:pt x="10" y="5"/>
                      <a:pt x="13" y="7"/>
                    </a:cubicBezTo>
                    <a:cubicBezTo>
                      <a:pt x="16" y="9"/>
                      <a:pt x="20" y="9"/>
                      <a:pt x="22" y="8"/>
                    </a:cubicBezTo>
                    <a:cubicBezTo>
                      <a:pt x="23" y="10"/>
                      <a:pt x="23" y="13"/>
                      <a:pt x="22" y="15"/>
                    </a:cubicBezTo>
                    <a:cubicBezTo>
                      <a:pt x="19" y="19"/>
                      <a:pt x="13" y="20"/>
                      <a:pt x="8" y="17"/>
                    </a:cubicBezTo>
                    <a:cubicBezTo>
                      <a:pt x="2" y="14"/>
                      <a:pt x="0" y="8"/>
                      <a:pt x="3" y="4"/>
                    </a:cubicBezTo>
                    <a:cubicBezTo>
                      <a:pt x="4" y="2"/>
                      <a:pt x="6" y="0"/>
                      <a:pt x="8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7" name="Freeform 1815">
                <a:extLst>
                  <a:ext uri="{FF2B5EF4-FFF2-40B4-BE49-F238E27FC236}">
                    <a16:creationId xmlns:a16="http://schemas.microsoft.com/office/drawing/2014/main" id="{D79E3873-1846-437F-A7D5-B658B8928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448"/>
                <a:ext cx="57" cy="53"/>
              </a:xfrm>
              <a:custGeom>
                <a:avLst/>
                <a:gdLst>
                  <a:gd name="T0" fmla="*/ 1886 w 23"/>
                  <a:gd name="T1" fmla="*/ 0 h 20"/>
                  <a:gd name="T2" fmla="*/ 3286 w 23"/>
                  <a:gd name="T3" fmla="*/ 2472 h 20"/>
                  <a:gd name="T4" fmla="*/ 5313 w 23"/>
                  <a:gd name="T5" fmla="*/ 2753 h 20"/>
                  <a:gd name="T6" fmla="*/ 5128 w 23"/>
                  <a:gd name="T7" fmla="*/ 5231 h 20"/>
                  <a:gd name="T8" fmla="*/ 1886 w 23"/>
                  <a:gd name="T9" fmla="*/ 5864 h 20"/>
                  <a:gd name="T10" fmla="*/ 639 w 23"/>
                  <a:gd name="T11" fmla="*/ 1434 h 20"/>
                  <a:gd name="T12" fmla="*/ 1886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9" y="3"/>
                      <a:pt x="11" y="5"/>
                      <a:pt x="14" y="7"/>
                    </a:cubicBezTo>
                    <a:cubicBezTo>
                      <a:pt x="17" y="9"/>
                      <a:pt x="20" y="9"/>
                      <a:pt x="23" y="8"/>
                    </a:cubicBezTo>
                    <a:cubicBezTo>
                      <a:pt x="23" y="10"/>
                      <a:pt x="23" y="13"/>
                      <a:pt x="22" y="15"/>
                    </a:cubicBezTo>
                    <a:cubicBezTo>
                      <a:pt x="20" y="19"/>
                      <a:pt x="13" y="20"/>
                      <a:pt x="8" y="17"/>
                    </a:cubicBezTo>
                    <a:cubicBezTo>
                      <a:pt x="3" y="14"/>
                      <a:pt x="0" y="8"/>
                      <a:pt x="3" y="4"/>
                    </a:cubicBezTo>
                    <a:cubicBezTo>
                      <a:pt x="4" y="2"/>
                      <a:pt x="6" y="0"/>
                      <a:pt x="8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8" name="Freeform 1816">
                <a:extLst>
                  <a:ext uri="{FF2B5EF4-FFF2-40B4-BE49-F238E27FC236}">
                    <a16:creationId xmlns:a16="http://schemas.microsoft.com/office/drawing/2014/main" id="{80648D1A-DB6E-4470-A79F-18E98D57C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475"/>
                <a:ext cx="58" cy="53"/>
              </a:xfrm>
              <a:custGeom>
                <a:avLst/>
                <a:gdLst>
                  <a:gd name="T0" fmla="*/ 1813 w 23"/>
                  <a:gd name="T1" fmla="*/ 0 h 20"/>
                  <a:gd name="T2" fmla="*/ 3351 w 23"/>
                  <a:gd name="T3" fmla="*/ 2472 h 20"/>
                  <a:gd name="T4" fmla="*/ 5629 w 23"/>
                  <a:gd name="T5" fmla="*/ 2753 h 20"/>
                  <a:gd name="T6" fmla="*/ 5419 w 23"/>
                  <a:gd name="T7" fmla="*/ 4839 h 20"/>
                  <a:gd name="T8" fmla="*/ 1813 w 23"/>
                  <a:gd name="T9" fmla="*/ 5864 h 20"/>
                  <a:gd name="T10" fmla="*/ 527 w 23"/>
                  <a:gd name="T11" fmla="*/ 1434 h 20"/>
                  <a:gd name="T12" fmla="*/ 1813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7" y="0"/>
                    </a:moveTo>
                    <a:cubicBezTo>
                      <a:pt x="8" y="3"/>
                      <a:pt x="10" y="5"/>
                      <a:pt x="13" y="7"/>
                    </a:cubicBezTo>
                    <a:cubicBezTo>
                      <a:pt x="16" y="9"/>
                      <a:pt x="19" y="9"/>
                      <a:pt x="22" y="8"/>
                    </a:cubicBezTo>
                    <a:cubicBezTo>
                      <a:pt x="23" y="10"/>
                      <a:pt x="22" y="13"/>
                      <a:pt x="21" y="14"/>
                    </a:cubicBezTo>
                    <a:cubicBezTo>
                      <a:pt x="19" y="19"/>
                      <a:pt x="12" y="20"/>
                      <a:pt x="7" y="17"/>
                    </a:cubicBezTo>
                    <a:cubicBezTo>
                      <a:pt x="2" y="14"/>
                      <a:pt x="0" y="8"/>
                      <a:pt x="2" y="4"/>
                    </a:cubicBezTo>
                    <a:cubicBezTo>
                      <a:pt x="3" y="2"/>
                      <a:pt x="5" y="0"/>
                      <a:pt x="7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9" name="Freeform 1817">
                <a:extLst>
                  <a:ext uri="{FF2B5EF4-FFF2-40B4-BE49-F238E27FC236}">
                    <a16:creationId xmlns:a16="http://schemas.microsoft.com/office/drawing/2014/main" id="{EA34C704-C10E-4C4A-A84C-B1DCF2A9C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01"/>
                <a:ext cx="58" cy="54"/>
              </a:xfrm>
              <a:custGeom>
                <a:avLst/>
                <a:gdLst>
                  <a:gd name="T0" fmla="*/ 2022 w 23"/>
                  <a:gd name="T1" fmla="*/ 0 h 20"/>
                  <a:gd name="T2" fmla="*/ 3351 w 23"/>
                  <a:gd name="T3" fmla="*/ 2719 h 20"/>
                  <a:gd name="T4" fmla="*/ 5629 w 23"/>
                  <a:gd name="T5" fmla="*/ 3127 h 20"/>
                  <a:gd name="T6" fmla="*/ 5419 w 23"/>
                  <a:gd name="T7" fmla="*/ 5905 h 20"/>
                  <a:gd name="T8" fmla="*/ 1813 w 23"/>
                  <a:gd name="T9" fmla="*/ 6599 h 20"/>
                  <a:gd name="T10" fmla="*/ 527 w 23"/>
                  <a:gd name="T11" fmla="*/ 1596 h 20"/>
                  <a:gd name="T12" fmla="*/ 2022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8" y="3"/>
                      <a:pt x="10" y="5"/>
                      <a:pt x="13" y="7"/>
                    </a:cubicBezTo>
                    <a:cubicBezTo>
                      <a:pt x="16" y="9"/>
                      <a:pt x="19" y="9"/>
                      <a:pt x="22" y="8"/>
                    </a:cubicBezTo>
                    <a:cubicBezTo>
                      <a:pt x="23" y="10"/>
                      <a:pt x="23" y="13"/>
                      <a:pt x="21" y="15"/>
                    </a:cubicBezTo>
                    <a:cubicBezTo>
                      <a:pt x="19" y="19"/>
                      <a:pt x="13" y="20"/>
                      <a:pt x="7" y="17"/>
                    </a:cubicBezTo>
                    <a:cubicBezTo>
                      <a:pt x="2" y="14"/>
                      <a:pt x="0" y="8"/>
                      <a:pt x="2" y="4"/>
                    </a:cubicBezTo>
                    <a:cubicBezTo>
                      <a:pt x="4" y="2"/>
                      <a:pt x="5" y="0"/>
                      <a:pt x="8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0" name="Freeform 1818">
                <a:extLst>
                  <a:ext uri="{FF2B5EF4-FFF2-40B4-BE49-F238E27FC236}">
                    <a16:creationId xmlns:a16="http://schemas.microsoft.com/office/drawing/2014/main" id="{B2A87A6A-3285-481D-8A6F-5884E7845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528"/>
                <a:ext cx="58" cy="53"/>
              </a:xfrm>
              <a:custGeom>
                <a:avLst/>
                <a:gdLst>
                  <a:gd name="T0" fmla="*/ 2022 w 23"/>
                  <a:gd name="T1" fmla="*/ 0 h 20"/>
                  <a:gd name="T2" fmla="*/ 3351 w 23"/>
                  <a:gd name="T3" fmla="*/ 2472 h 20"/>
                  <a:gd name="T4" fmla="*/ 5629 w 23"/>
                  <a:gd name="T5" fmla="*/ 2753 h 20"/>
                  <a:gd name="T6" fmla="*/ 5629 w 23"/>
                  <a:gd name="T7" fmla="*/ 4839 h 20"/>
                  <a:gd name="T8" fmla="*/ 2022 w 23"/>
                  <a:gd name="T9" fmla="*/ 5864 h 20"/>
                  <a:gd name="T10" fmla="*/ 802 w 23"/>
                  <a:gd name="T11" fmla="*/ 1039 h 20"/>
                  <a:gd name="T12" fmla="*/ 2022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9" y="3"/>
                      <a:pt x="10" y="5"/>
                      <a:pt x="13" y="7"/>
                    </a:cubicBezTo>
                    <a:cubicBezTo>
                      <a:pt x="16" y="9"/>
                      <a:pt x="20" y="9"/>
                      <a:pt x="22" y="8"/>
                    </a:cubicBezTo>
                    <a:cubicBezTo>
                      <a:pt x="23" y="10"/>
                      <a:pt x="23" y="13"/>
                      <a:pt x="22" y="14"/>
                    </a:cubicBezTo>
                    <a:cubicBezTo>
                      <a:pt x="19" y="19"/>
                      <a:pt x="13" y="20"/>
                      <a:pt x="8" y="17"/>
                    </a:cubicBezTo>
                    <a:cubicBezTo>
                      <a:pt x="2" y="14"/>
                      <a:pt x="0" y="8"/>
                      <a:pt x="3" y="3"/>
                    </a:cubicBezTo>
                    <a:cubicBezTo>
                      <a:pt x="4" y="2"/>
                      <a:pt x="6" y="0"/>
                      <a:pt x="8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1" name="Freeform 1819">
                <a:extLst>
                  <a:ext uri="{FF2B5EF4-FFF2-40B4-BE49-F238E27FC236}">
                    <a16:creationId xmlns:a16="http://schemas.microsoft.com/office/drawing/2014/main" id="{5BE1F6FF-0F96-4979-8BDD-64E1F61D1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555"/>
                <a:ext cx="58" cy="53"/>
              </a:xfrm>
              <a:custGeom>
                <a:avLst/>
                <a:gdLst>
                  <a:gd name="T0" fmla="*/ 2022 w 23"/>
                  <a:gd name="T1" fmla="*/ 0 h 20"/>
                  <a:gd name="T2" fmla="*/ 3561 w 23"/>
                  <a:gd name="T3" fmla="*/ 2472 h 20"/>
                  <a:gd name="T4" fmla="*/ 5901 w 23"/>
                  <a:gd name="T5" fmla="*/ 2753 h 20"/>
                  <a:gd name="T6" fmla="*/ 5629 w 23"/>
                  <a:gd name="T7" fmla="*/ 4839 h 20"/>
                  <a:gd name="T8" fmla="*/ 2022 w 23"/>
                  <a:gd name="T9" fmla="*/ 5864 h 20"/>
                  <a:gd name="T10" fmla="*/ 802 w 23"/>
                  <a:gd name="T11" fmla="*/ 1039 h 20"/>
                  <a:gd name="T12" fmla="*/ 2022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0"/>
                    </a:moveTo>
                    <a:cubicBezTo>
                      <a:pt x="9" y="2"/>
                      <a:pt x="11" y="5"/>
                      <a:pt x="14" y="7"/>
                    </a:cubicBezTo>
                    <a:cubicBezTo>
                      <a:pt x="17" y="9"/>
                      <a:pt x="20" y="9"/>
                      <a:pt x="23" y="8"/>
                    </a:cubicBezTo>
                    <a:cubicBezTo>
                      <a:pt x="23" y="10"/>
                      <a:pt x="23" y="13"/>
                      <a:pt x="22" y="14"/>
                    </a:cubicBezTo>
                    <a:cubicBezTo>
                      <a:pt x="20" y="19"/>
                      <a:pt x="13" y="20"/>
                      <a:pt x="8" y="17"/>
                    </a:cubicBezTo>
                    <a:cubicBezTo>
                      <a:pt x="3" y="14"/>
                      <a:pt x="0" y="8"/>
                      <a:pt x="3" y="3"/>
                    </a:cubicBezTo>
                    <a:cubicBezTo>
                      <a:pt x="4" y="2"/>
                      <a:pt x="6" y="0"/>
                      <a:pt x="8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2" name="Freeform 1820">
                <a:extLst>
                  <a:ext uri="{FF2B5EF4-FFF2-40B4-BE49-F238E27FC236}">
                    <a16:creationId xmlns:a16="http://schemas.microsoft.com/office/drawing/2014/main" id="{FCEDFB2F-7114-4A29-9C85-CDA868A68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581"/>
                <a:ext cx="57" cy="54"/>
              </a:xfrm>
              <a:custGeom>
                <a:avLst/>
                <a:gdLst>
                  <a:gd name="T0" fmla="*/ 1584 w 23"/>
                  <a:gd name="T1" fmla="*/ 0 h 20"/>
                  <a:gd name="T2" fmla="*/ 2984 w 23"/>
                  <a:gd name="T3" fmla="*/ 2719 h 20"/>
                  <a:gd name="T4" fmla="*/ 5128 w 23"/>
                  <a:gd name="T5" fmla="*/ 3127 h 20"/>
                  <a:gd name="T6" fmla="*/ 4870 w 23"/>
                  <a:gd name="T7" fmla="*/ 5476 h 20"/>
                  <a:gd name="T8" fmla="*/ 1584 w 23"/>
                  <a:gd name="T9" fmla="*/ 6599 h 20"/>
                  <a:gd name="T10" fmla="*/ 454 w 23"/>
                  <a:gd name="T11" fmla="*/ 1158 h 20"/>
                  <a:gd name="T12" fmla="*/ 1584 w 2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7" y="0"/>
                    </a:moveTo>
                    <a:cubicBezTo>
                      <a:pt x="8" y="2"/>
                      <a:pt x="10" y="5"/>
                      <a:pt x="13" y="7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3" y="10"/>
                      <a:pt x="22" y="12"/>
                      <a:pt x="21" y="14"/>
                    </a:cubicBezTo>
                    <a:cubicBezTo>
                      <a:pt x="19" y="19"/>
                      <a:pt x="12" y="20"/>
                      <a:pt x="7" y="17"/>
                    </a:cubicBezTo>
                    <a:cubicBezTo>
                      <a:pt x="2" y="14"/>
                      <a:pt x="0" y="8"/>
                      <a:pt x="2" y="3"/>
                    </a:cubicBezTo>
                    <a:cubicBezTo>
                      <a:pt x="3" y="2"/>
                      <a:pt x="5" y="0"/>
                      <a:pt x="7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3" name="Freeform 1821">
                <a:extLst>
                  <a:ext uri="{FF2B5EF4-FFF2-40B4-BE49-F238E27FC236}">
                    <a16:creationId xmlns:a16="http://schemas.microsoft.com/office/drawing/2014/main" id="{6F07BCCB-8034-4B67-857F-F08EF2F74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589"/>
                <a:ext cx="142" cy="152"/>
              </a:xfrm>
              <a:custGeom>
                <a:avLst/>
                <a:gdLst>
                  <a:gd name="T0" fmla="*/ 3849 w 57"/>
                  <a:gd name="T1" fmla="*/ 17955 h 57"/>
                  <a:gd name="T2" fmla="*/ 1627 w 57"/>
                  <a:gd name="T3" fmla="*/ 5005 h 57"/>
                  <a:gd name="T4" fmla="*/ 7670 w 57"/>
                  <a:gd name="T5" fmla="*/ 397 h 57"/>
                  <a:gd name="T6" fmla="*/ 8814 w 57"/>
                  <a:gd name="T7" fmla="*/ 5005 h 57"/>
                  <a:gd name="T8" fmla="*/ 12170 w 57"/>
                  <a:gd name="T9" fmla="*/ 4301 h 57"/>
                  <a:gd name="T10" fmla="*/ 12474 w 57"/>
                  <a:gd name="T11" fmla="*/ 14413 h 57"/>
                  <a:gd name="T12" fmla="*/ 3849 w 57"/>
                  <a:gd name="T13" fmla="*/ 17955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7">
                    <a:moveTo>
                      <a:pt x="16" y="50"/>
                    </a:moveTo>
                    <a:cubicBezTo>
                      <a:pt x="4" y="43"/>
                      <a:pt x="0" y="27"/>
                      <a:pt x="7" y="14"/>
                    </a:cubicBezTo>
                    <a:cubicBezTo>
                      <a:pt x="12" y="5"/>
                      <a:pt x="22" y="0"/>
                      <a:pt x="32" y="1"/>
                    </a:cubicBezTo>
                    <a:cubicBezTo>
                      <a:pt x="30" y="6"/>
                      <a:pt x="32" y="11"/>
                      <a:pt x="37" y="14"/>
                    </a:cubicBezTo>
                    <a:cubicBezTo>
                      <a:pt x="42" y="17"/>
                      <a:pt x="48" y="16"/>
                      <a:pt x="51" y="12"/>
                    </a:cubicBezTo>
                    <a:cubicBezTo>
                      <a:pt x="56" y="20"/>
                      <a:pt x="57" y="31"/>
                      <a:pt x="52" y="40"/>
                    </a:cubicBezTo>
                    <a:cubicBezTo>
                      <a:pt x="45" y="53"/>
                      <a:pt x="29" y="57"/>
                      <a:pt x="16" y="5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4" name="Freeform 1822">
                <a:extLst>
                  <a:ext uri="{FF2B5EF4-FFF2-40B4-BE49-F238E27FC236}">
                    <a16:creationId xmlns:a16="http://schemas.microsoft.com/office/drawing/2014/main" id="{188BCE31-3881-4A68-BE51-92251BED4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611"/>
                <a:ext cx="57" cy="53"/>
              </a:xfrm>
              <a:custGeom>
                <a:avLst/>
                <a:gdLst>
                  <a:gd name="T0" fmla="*/ 183 w 23"/>
                  <a:gd name="T1" fmla="*/ 4184 h 20"/>
                  <a:gd name="T2" fmla="*/ 2347 w 23"/>
                  <a:gd name="T3" fmla="*/ 4444 h 20"/>
                  <a:gd name="T4" fmla="*/ 3470 w 23"/>
                  <a:gd name="T5" fmla="*/ 6903 h 20"/>
                  <a:gd name="T6" fmla="*/ 4870 w 23"/>
                  <a:gd name="T7" fmla="*/ 5470 h 20"/>
                  <a:gd name="T8" fmla="*/ 3470 w 23"/>
                  <a:gd name="T9" fmla="*/ 1039 h 20"/>
                  <a:gd name="T10" fmla="*/ 183 w 23"/>
                  <a:gd name="T11" fmla="*/ 1677 h 20"/>
                  <a:gd name="T12" fmla="*/ 183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4" y="11"/>
                      <a:pt x="7" y="11"/>
                      <a:pt x="10" y="13"/>
                    </a:cubicBezTo>
                    <a:cubicBezTo>
                      <a:pt x="13" y="15"/>
                      <a:pt x="15" y="17"/>
                      <a:pt x="15" y="20"/>
                    </a:cubicBezTo>
                    <a:cubicBezTo>
                      <a:pt x="18" y="19"/>
                      <a:pt x="19" y="18"/>
                      <a:pt x="21" y="16"/>
                    </a:cubicBezTo>
                    <a:cubicBezTo>
                      <a:pt x="23" y="12"/>
                      <a:pt x="21" y="6"/>
                      <a:pt x="15" y="3"/>
                    </a:cubicBezTo>
                    <a:cubicBezTo>
                      <a:pt x="10" y="0"/>
                      <a:pt x="4" y="1"/>
                      <a:pt x="1" y="5"/>
                    </a:cubicBezTo>
                    <a:cubicBezTo>
                      <a:pt x="0" y="7"/>
                      <a:pt x="0" y="9"/>
                      <a:pt x="1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5" name="Freeform 1823">
                <a:extLst>
                  <a:ext uri="{FF2B5EF4-FFF2-40B4-BE49-F238E27FC236}">
                    <a16:creationId xmlns:a16="http://schemas.microsoft.com/office/drawing/2014/main" id="{63895635-5286-4660-8260-BDD920238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584"/>
                <a:ext cx="57" cy="53"/>
              </a:xfrm>
              <a:custGeom>
                <a:avLst/>
                <a:gdLst>
                  <a:gd name="T0" fmla="*/ 0 w 23"/>
                  <a:gd name="T1" fmla="*/ 4184 h 20"/>
                  <a:gd name="T2" fmla="*/ 2069 w 23"/>
                  <a:gd name="T3" fmla="*/ 4444 h 20"/>
                  <a:gd name="T4" fmla="*/ 3470 w 23"/>
                  <a:gd name="T5" fmla="*/ 6903 h 20"/>
                  <a:gd name="T6" fmla="*/ 4674 w 23"/>
                  <a:gd name="T7" fmla="*/ 5470 h 20"/>
                  <a:gd name="T8" fmla="*/ 3470 w 23"/>
                  <a:gd name="T9" fmla="*/ 1039 h 20"/>
                  <a:gd name="T10" fmla="*/ 183 w 23"/>
                  <a:gd name="T11" fmla="*/ 1677 h 20"/>
                  <a:gd name="T12" fmla="*/ 0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12"/>
                    </a:moveTo>
                    <a:cubicBezTo>
                      <a:pt x="3" y="11"/>
                      <a:pt x="6" y="11"/>
                      <a:pt x="9" y="13"/>
                    </a:cubicBezTo>
                    <a:cubicBezTo>
                      <a:pt x="12" y="15"/>
                      <a:pt x="14" y="17"/>
                      <a:pt x="15" y="20"/>
                    </a:cubicBezTo>
                    <a:cubicBezTo>
                      <a:pt x="17" y="19"/>
                      <a:pt x="19" y="18"/>
                      <a:pt x="20" y="16"/>
                    </a:cubicBezTo>
                    <a:cubicBezTo>
                      <a:pt x="23" y="12"/>
                      <a:pt x="20" y="6"/>
                      <a:pt x="15" y="3"/>
                    </a:cubicBezTo>
                    <a:cubicBezTo>
                      <a:pt x="10" y="0"/>
                      <a:pt x="3" y="1"/>
                      <a:pt x="1" y="5"/>
                    </a:cubicBezTo>
                    <a:cubicBezTo>
                      <a:pt x="0" y="7"/>
                      <a:pt x="0" y="9"/>
                      <a:pt x="0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6" name="Freeform 1824">
                <a:extLst>
                  <a:ext uri="{FF2B5EF4-FFF2-40B4-BE49-F238E27FC236}">
                    <a16:creationId xmlns:a16="http://schemas.microsoft.com/office/drawing/2014/main" id="{D8E6BF81-CF13-4E71-A414-603EC9226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557"/>
                <a:ext cx="55" cy="54"/>
              </a:xfrm>
              <a:custGeom>
                <a:avLst/>
                <a:gdLst>
                  <a:gd name="T0" fmla="*/ 0 w 22"/>
                  <a:gd name="T1" fmla="*/ 4309 h 20"/>
                  <a:gd name="T2" fmla="*/ 2270 w 22"/>
                  <a:gd name="T3" fmla="*/ 5060 h 20"/>
                  <a:gd name="T4" fmla="*/ 3720 w 22"/>
                  <a:gd name="T5" fmla="*/ 7757 h 20"/>
                  <a:gd name="T6" fmla="*/ 4895 w 22"/>
                  <a:gd name="T7" fmla="*/ 6161 h 20"/>
                  <a:gd name="T8" fmla="*/ 3720 w 22"/>
                  <a:gd name="T9" fmla="*/ 1158 h 20"/>
                  <a:gd name="T10" fmla="*/ 313 w 22"/>
                  <a:gd name="T11" fmla="*/ 2028 h 20"/>
                  <a:gd name="T12" fmla="*/ 0 w 22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1"/>
                    </a:moveTo>
                    <a:cubicBezTo>
                      <a:pt x="3" y="11"/>
                      <a:pt x="6" y="11"/>
                      <a:pt x="9" y="13"/>
                    </a:cubicBezTo>
                    <a:cubicBezTo>
                      <a:pt x="12" y="14"/>
                      <a:pt x="14" y="17"/>
                      <a:pt x="15" y="20"/>
                    </a:cubicBezTo>
                    <a:cubicBezTo>
                      <a:pt x="17" y="19"/>
                      <a:pt x="19" y="18"/>
                      <a:pt x="20" y="16"/>
                    </a:cubicBezTo>
                    <a:cubicBezTo>
                      <a:pt x="22" y="12"/>
                      <a:pt x="20" y="6"/>
                      <a:pt x="15" y="3"/>
                    </a:cubicBezTo>
                    <a:cubicBezTo>
                      <a:pt x="9" y="0"/>
                      <a:pt x="3" y="1"/>
                      <a:pt x="1" y="5"/>
                    </a:cubicBezTo>
                    <a:cubicBezTo>
                      <a:pt x="0" y="7"/>
                      <a:pt x="0" y="9"/>
                      <a:pt x="0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7" name="Freeform 1825">
                <a:extLst>
                  <a:ext uri="{FF2B5EF4-FFF2-40B4-BE49-F238E27FC236}">
                    <a16:creationId xmlns:a16="http://schemas.microsoft.com/office/drawing/2014/main" id="{15FF0B8D-EA8F-489B-BF46-56A9F0AA1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531"/>
                <a:ext cx="58" cy="53"/>
              </a:xfrm>
              <a:custGeom>
                <a:avLst/>
                <a:gdLst>
                  <a:gd name="T0" fmla="*/ 318 w 23"/>
                  <a:gd name="T1" fmla="*/ 3800 h 20"/>
                  <a:gd name="T2" fmla="*/ 2549 w 23"/>
                  <a:gd name="T3" fmla="*/ 4444 h 20"/>
                  <a:gd name="T4" fmla="*/ 3878 w 23"/>
                  <a:gd name="T5" fmla="*/ 6903 h 20"/>
                  <a:gd name="T6" fmla="*/ 5419 w 23"/>
                  <a:gd name="T7" fmla="*/ 5470 h 20"/>
                  <a:gd name="T8" fmla="*/ 3878 w 23"/>
                  <a:gd name="T9" fmla="*/ 1039 h 20"/>
                  <a:gd name="T10" fmla="*/ 318 w 23"/>
                  <a:gd name="T11" fmla="*/ 1677 h 20"/>
                  <a:gd name="T12" fmla="*/ 318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1"/>
                    </a:moveTo>
                    <a:cubicBezTo>
                      <a:pt x="3" y="11"/>
                      <a:pt x="7" y="11"/>
                      <a:pt x="10" y="13"/>
                    </a:cubicBezTo>
                    <a:cubicBezTo>
                      <a:pt x="13" y="14"/>
                      <a:pt x="15" y="17"/>
                      <a:pt x="15" y="20"/>
                    </a:cubicBezTo>
                    <a:cubicBezTo>
                      <a:pt x="18" y="19"/>
                      <a:pt x="19" y="18"/>
                      <a:pt x="21" y="16"/>
                    </a:cubicBezTo>
                    <a:cubicBezTo>
                      <a:pt x="23" y="12"/>
                      <a:pt x="21" y="6"/>
                      <a:pt x="15" y="3"/>
                    </a:cubicBezTo>
                    <a:cubicBezTo>
                      <a:pt x="10" y="0"/>
                      <a:pt x="4" y="1"/>
                      <a:pt x="1" y="5"/>
                    </a:cubicBezTo>
                    <a:cubicBezTo>
                      <a:pt x="0" y="7"/>
                      <a:pt x="0" y="9"/>
                      <a:pt x="1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8" name="Freeform 1826">
                <a:extLst>
                  <a:ext uri="{FF2B5EF4-FFF2-40B4-BE49-F238E27FC236}">
                    <a16:creationId xmlns:a16="http://schemas.microsoft.com/office/drawing/2014/main" id="{CB91AA23-23E4-49E3-BDA5-F231FCD09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1504"/>
                <a:ext cx="58" cy="53"/>
              </a:xfrm>
              <a:custGeom>
                <a:avLst/>
                <a:gdLst>
                  <a:gd name="T0" fmla="*/ 0 w 23"/>
                  <a:gd name="T1" fmla="*/ 3800 h 20"/>
                  <a:gd name="T2" fmla="*/ 2340 w 23"/>
                  <a:gd name="T3" fmla="*/ 4444 h 20"/>
                  <a:gd name="T4" fmla="*/ 3878 w 23"/>
                  <a:gd name="T5" fmla="*/ 6903 h 20"/>
                  <a:gd name="T6" fmla="*/ 5099 w 23"/>
                  <a:gd name="T7" fmla="*/ 5470 h 20"/>
                  <a:gd name="T8" fmla="*/ 3878 w 23"/>
                  <a:gd name="T9" fmla="*/ 1039 h 20"/>
                  <a:gd name="T10" fmla="*/ 318 w 23"/>
                  <a:gd name="T11" fmla="*/ 1677 h 20"/>
                  <a:gd name="T12" fmla="*/ 0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11"/>
                    </a:moveTo>
                    <a:cubicBezTo>
                      <a:pt x="3" y="11"/>
                      <a:pt x="6" y="11"/>
                      <a:pt x="9" y="13"/>
                    </a:cubicBezTo>
                    <a:cubicBezTo>
                      <a:pt x="12" y="14"/>
                      <a:pt x="14" y="17"/>
                      <a:pt x="15" y="20"/>
                    </a:cubicBezTo>
                    <a:cubicBezTo>
                      <a:pt x="17" y="19"/>
                      <a:pt x="19" y="18"/>
                      <a:pt x="20" y="16"/>
                    </a:cubicBezTo>
                    <a:cubicBezTo>
                      <a:pt x="23" y="12"/>
                      <a:pt x="20" y="6"/>
                      <a:pt x="15" y="3"/>
                    </a:cubicBezTo>
                    <a:cubicBezTo>
                      <a:pt x="10" y="0"/>
                      <a:pt x="3" y="1"/>
                      <a:pt x="1" y="5"/>
                    </a:cubicBezTo>
                    <a:cubicBezTo>
                      <a:pt x="0" y="7"/>
                      <a:pt x="0" y="9"/>
                      <a:pt x="0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9" name="Freeform 1827">
                <a:extLst>
                  <a:ext uri="{FF2B5EF4-FFF2-40B4-BE49-F238E27FC236}">
                    <a16:creationId xmlns:a16="http://schemas.microsoft.com/office/drawing/2014/main" id="{46698AA7-D273-44D4-BAAF-D7E21483B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477"/>
                <a:ext cx="57" cy="54"/>
              </a:xfrm>
              <a:custGeom>
                <a:avLst/>
                <a:gdLst>
                  <a:gd name="T0" fmla="*/ 183 w 23"/>
                  <a:gd name="T1" fmla="*/ 4309 h 20"/>
                  <a:gd name="T2" fmla="*/ 2347 w 23"/>
                  <a:gd name="T3" fmla="*/ 5060 h 20"/>
                  <a:gd name="T4" fmla="*/ 3727 w 23"/>
                  <a:gd name="T5" fmla="*/ 7757 h 20"/>
                  <a:gd name="T6" fmla="*/ 4870 w 23"/>
                  <a:gd name="T7" fmla="*/ 6161 h 20"/>
                  <a:gd name="T8" fmla="*/ 3727 w 23"/>
                  <a:gd name="T9" fmla="*/ 1158 h 20"/>
                  <a:gd name="T10" fmla="*/ 454 w 23"/>
                  <a:gd name="T11" fmla="*/ 2028 h 20"/>
                  <a:gd name="T12" fmla="*/ 183 w 23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1"/>
                    </a:moveTo>
                    <a:cubicBezTo>
                      <a:pt x="4" y="11"/>
                      <a:pt x="7" y="11"/>
                      <a:pt x="10" y="13"/>
                    </a:cubicBezTo>
                    <a:cubicBezTo>
                      <a:pt x="13" y="14"/>
                      <a:pt x="15" y="17"/>
                      <a:pt x="16" y="20"/>
                    </a:cubicBezTo>
                    <a:cubicBezTo>
                      <a:pt x="18" y="19"/>
                      <a:pt x="20" y="18"/>
                      <a:pt x="21" y="16"/>
                    </a:cubicBezTo>
                    <a:cubicBezTo>
                      <a:pt x="23" y="12"/>
                      <a:pt x="21" y="6"/>
                      <a:pt x="16" y="3"/>
                    </a:cubicBezTo>
                    <a:cubicBezTo>
                      <a:pt x="10" y="0"/>
                      <a:pt x="4" y="1"/>
                      <a:pt x="2" y="5"/>
                    </a:cubicBezTo>
                    <a:cubicBezTo>
                      <a:pt x="1" y="7"/>
                      <a:pt x="0" y="9"/>
                      <a:pt x="1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0" name="Freeform 1828">
                <a:extLst>
                  <a:ext uri="{FF2B5EF4-FFF2-40B4-BE49-F238E27FC236}">
                    <a16:creationId xmlns:a16="http://schemas.microsoft.com/office/drawing/2014/main" id="{DEA414BB-3944-4EF0-8139-84E567444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1451"/>
                <a:ext cx="57" cy="53"/>
              </a:xfrm>
              <a:custGeom>
                <a:avLst/>
                <a:gdLst>
                  <a:gd name="T0" fmla="*/ 183 w 23"/>
                  <a:gd name="T1" fmla="*/ 3800 h 20"/>
                  <a:gd name="T2" fmla="*/ 2347 w 23"/>
                  <a:gd name="T3" fmla="*/ 4444 h 20"/>
                  <a:gd name="T4" fmla="*/ 3470 w 23"/>
                  <a:gd name="T5" fmla="*/ 6903 h 20"/>
                  <a:gd name="T6" fmla="*/ 4674 w 23"/>
                  <a:gd name="T7" fmla="*/ 5470 h 20"/>
                  <a:gd name="T8" fmla="*/ 3470 w 23"/>
                  <a:gd name="T9" fmla="*/ 1039 h 20"/>
                  <a:gd name="T10" fmla="*/ 183 w 23"/>
                  <a:gd name="T11" fmla="*/ 1677 h 20"/>
                  <a:gd name="T12" fmla="*/ 183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1"/>
                    </a:moveTo>
                    <a:cubicBezTo>
                      <a:pt x="3" y="11"/>
                      <a:pt x="7" y="11"/>
                      <a:pt x="10" y="13"/>
                    </a:cubicBezTo>
                    <a:cubicBezTo>
                      <a:pt x="13" y="14"/>
                      <a:pt x="15" y="17"/>
                      <a:pt x="15" y="20"/>
                    </a:cubicBezTo>
                    <a:cubicBezTo>
                      <a:pt x="18" y="19"/>
                      <a:pt x="19" y="18"/>
                      <a:pt x="20" y="16"/>
                    </a:cubicBezTo>
                    <a:cubicBezTo>
                      <a:pt x="23" y="11"/>
                      <a:pt x="21" y="6"/>
                      <a:pt x="15" y="3"/>
                    </a:cubicBezTo>
                    <a:cubicBezTo>
                      <a:pt x="10" y="0"/>
                      <a:pt x="4" y="1"/>
                      <a:pt x="1" y="5"/>
                    </a:cubicBezTo>
                    <a:cubicBezTo>
                      <a:pt x="0" y="7"/>
                      <a:pt x="0" y="9"/>
                      <a:pt x="1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1" name="Freeform 1829">
                <a:extLst>
                  <a:ext uri="{FF2B5EF4-FFF2-40B4-BE49-F238E27FC236}">
                    <a16:creationId xmlns:a16="http://schemas.microsoft.com/office/drawing/2014/main" id="{04600166-254E-4690-8B8F-C5A36571A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1424"/>
                <a:ext cx="57" cy="53"/>
              </a:xfrm>
              <a:custGeom>
                <a:avLst/>
                <a:gdLst>
                  <a:gd name="T0" fmla="*/ 0 w 23"/>
                  <a:gd name="T1" fmla="*/ 3800 h 20"/>
                  <a:gd name="T2" fmla="*/ 2069 w 23"/>
                  <a:gd name="T3" fmla="*/ 4444 h 20"/>
                  <a:gd name="T4" fmla="*/ 3470 w 23"/>
                  <a:gd name="T5" fmla="*/ 6903 h 20"/>
                  <a:gd name="T6" fmla="*/ 4674 w 23"/>
                  <a:gd name="T7" fmla="*/ 5470 h 20"/>
                  <a:gd name="T8" fmla="*/ 3470 w 23"/>
                  <a:gd name="T9" fmla="*/ 1039 h 20"/>
                  <a:gd name="T10" fmla="*/ 183 w 23"/>
                  <a:gd name="T11" fmla="*/ 1677 h 20"/>
                  <a:gd name="T12" fmla="*/ 0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11"/>
                    </a:moveTo>
                    <a:cubicBezTo>
                      <a:pt x="3" y="11"/>
                      <a:pt x="6" y="11"/>
                      <a:pt x="9" y="13"/>
                    </a:cubicBezTo>
                    <a:cubicBezTo>
                      <a:pt x="12" y="14"/>
                      <a:pt x="14" y="17"/>
                      <a:pt x="15" y="20"/>
                    </a:cubicBezTo>
                    <a:cubicBezTo>
                      <a:pt x="17" y="19"/>
                      <a:pt x="19" y="18"/>
                      <a:pt x="20" y="16"/>
                    </a:cubicBezTo>
                    <a:cubicBezTo>
                      <a:pt x="23" y="11"/>
                      <a:pt x="20" y="5"/>
                      <a:pt x="15" y="3"/>
                    </a:cubicBezTo>
                    <a:cubicBezTo>
                      <a:pt x="10" y="0"/>
                      <a:pt x="3" y="1"/>
                      <a:pt x="1" y="5"/>
                    </a:cubicBezTo>
                    <a:cubicBezTo>
                      <a:pt x="0" y="7"/>
                      <a:pt x="0" y="9"/>
                      <a:pt x="0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2" name="Freeform 1830">
                <a:extLst>
                  <a:ext uri="{FF2B5EF4-FFF2-40B4-BE49-F238E27FC236}">
                    <a16:creationId xmlns:a16="http://schemas.microsoft.com/office/drawing/2014/main" id="{388972C0-6F2C-4A15-BB09-49C37E1D4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1397"/>
                <a:ext cx="58" cy="54"/>
              </a:xfrm>
              <a:custGeom>
                <a:avLst/>
                <a:gdLst>
                  <a:gd name="T0" fmla="*/ 318 w 23"/>
                  <a:gd name="T1" fmla="*/ 4309 h 20"/>
                  <a:gd name="T2" fmla="*/ 2549 w 23"/>
                  <a:gd name="T3" fmla="*/ 5060 h 20"/>
                  <a:gd name="T4" fmla="*/ 4088 w 23"/>
                  <a:gd name="T5" fmla="*/ 7757 h 20"/>
                  <a:gd name="T6" fmla="*/ 5419 w 23"/>
                  <a:gd name="T7" fmla="*/ 6161 h 20"/>
                  <a:gd name="T8" fmla="*/ 4088 w 23"/>
                  <a:gd name="T9" fmla="*/ 751 h 20"/>
                  <a:gd name="T10" fmla="*/ 527 w 23"/>
                  <a:gd name="T11" fmla="*/ 2028 h 20"/>
                  <a:gd name="T12" fmla="*/ 318 w 23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1"/>
                    </a:moveTo>
                    <a:cubicBezTo>
                      <a:pt x="4" y="11"/>
                      <a:pt x="7" y="11"/>
                      <a:pt x="10" y="13"/>
                    </a:cubicBezTo>
                    <a:cubicBezTo>
                      <a:pt x="13" y="14"/>
                      <a:pt x="15" y="17"/>
                      <a:pt x="16" y="20"/>
                    </a:cubicBezTo>
                    <a:cubicBezTo>
                      <a:pt x="18" y="19"/>
                      <a:pt x="20" y="18"/>
                      <a:pt x="21" y="16"/>
                    </a:cubicBezTo>
                    <a:cubicBezTo>
                      <a:pt x="23" y="11"/>
                      <a:pt x="21" y="5"/>
                      <a:pt x="16" y="2"/>
                    </a:cubicBezTo>
                    <a:cubicBezTo>
                      <a:pt x="10" y="0"/>
                      <a:pt x="4" y="1"/>
                      <a:pt x="2" y="5"/>
                    </a:cubicBezTo>
                    <a:cubicBezTo>
                      <a:pt x="0" y="7"/>
                      <a:pt x="0" y="9"/>
                      <a:pt x="1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3" name="Freeform 1831">
                <a:extLst>
                  <a:ext uri="{FF2B5EF4-FFF2-40B4-BE49-F238E27FC236}">
                    <a16:creationId xmlns:a16="http://schemas.microsoft.com/office/drawing/2014/main" id="{96676FB7-973C-4719-926C-19A9FB096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1368"/>
                <a:ext cx="58" cy="56"/>
              </a:xfrm>
              <a:custGeom>
                <a:avLst/>
                <a:gdLst>
                  <a:gd name="T0" fmla="*/ 318 w 23"/>
                  <a:gd name="T1" fmla="*/ 4301 h 21"/>
                  <a:gd name="T2" fmla="*/ 2549 w 23"/>
                  <a:gd name="T3" fmla="*/ 4701 h 21"/>
                  <a:gd name="T4" fmla="*/ 3878 w 23"/>
                  <a:gd name="T5" fmla="*/ 7531 h 21"/>
                  <a:gd name="T6" fmla="*/ 5099 w 23"/>
                  <a:gd name="T7" fmla="*/ 6067 h 21"/>
                  <a:gd name="T8" fmla="*/ 3878 w 23"/>
                  <a:gd name="T9" fmla="*/ 1059 h 21"/>
                  <a:gd name="T10" fmla="*/ 318 w 23"/>
                  <a:gd name="T11" fmla="*/ 2184 h 21"/>
                  <a:gd name="T12" fmla="*/ 318 w 23"/>
                  <a:gd name="T13" fmla="*/ 430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1" y="12"/>
                    </a:moveTo>
                    <a:cubicBezTo>
                      <a:pt x="3" y="11"/>
                      <a:pt x="7" y="12"/>
                      <a:pt x="10" y="13"/>
                    </a:cubicBezTo>
                    <a:cubicBezTo>
                      <a:pt x="13" y="15"/>
                      <a:pt x="14" y="18"/>
                      <a:pt x="15" y="21"/>
                    </a:cubicBezTo>
                    <a:cubicBezTo>
                      <a:pt x="17" y="20"/>
                      <a:pt x="19" y="19"/>
                      <a:pt x="20" y="17"/>
                    </a:cubicBezTo>
                    <a:cubicBezTo>
                      <a:pt x="23" y="12"/>
                      <a:pt x="20" y="6"/>
                      <a:pt x="15" y="3"/>
                    </a:cubicBezTo>
                    <a:cubicBezTo>
                      <a:pt x="10" y="0"/>
                      <a:pt x="4" y="2"/>
                      <a:pt x="1" y="6"/>
                    </a:cubicBezTo>
                    <a:cubicBezTo>
                      <a:pt x="0" y="8"/>
                      <a:pt x="0" y="10"/>
                      <a:pt x="1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4" name="Freeform 1832">
                <a:extLst>
                  <a:ext uri="{FF2B5EF4-FFF2-40B4-BE49-F238E27FC236}">
                    <a16:creationId xmlns:a16="http://schemas.microsoft.com/office/drawing/2014/main" id="{E122B661-7B4D-4553-AA94-E8078253F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1261"/>
                <a:ext cx="142" cy="152"/>
              </a:xfrm>
              <a:custGeom>
                <a:avLst/>
                <a:gdLst>
                  <a:gd name="T0" fmla="*/ 9788 w 57"/>
                  <a:gd name="T1" fmla="*/ 2581 h 57"/>
                  <a:gd name="T2" fmla="*/ 1161 w 57"/>
                  <a:gd name="T3" fmla="*/ 6067 h 57"/>
                  <a:gd name="T4" fmla="*/ 1627 w 57"/>
                  <a:gd name="T5" fmla="*/ 16179 h 57"/>
                  <a:gd name="T6" fmla="*/ 4811 w 57"/>
                  <a:gd name="T7" fmla="*/ 15531 h 57"/>
                  <a:gd name="T8" fmla="*/ 6243 w 57"/>
                  <a:gd name="T9" fmla="*/ 20083 h 57"/>
                  <a:gd name="T10" fmla="*/ 11985 w 57"/>
                  <a:gd name="T11" fmla="*/ 15531 h 57"/>
                  <a:gd name="T12" fmla="*/ 9788 w 57"/>
                  <a:gd name="T13" fmla="*/ 2581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7">
                    <a:moveTo>
                      <a:pt x="41" y="7"/>
                    </a:moveTo>
                    <a:cubicBezTo>
                      <a:pt x="28" y="0"/>
                      <a:pt x="12" y="5"/>
                      <a:pt x="5" y="17"/>
                    </a:cubicBezTo>
                    <a:cubicBezTo>
                      <a:pt x="0" y="26"/>
                      <a:pt x="1" y="37"/>
                      <a:pt x="7" y="45"/>
                    </a:cubicBezTo>
                    <a:cubicBezTo>
                      <a:pt x="10" y="42"/>
                      <a:pt x="15" y="41"/>
                      <a:pt x="20" y="43"/>
                    </a:cubicBezTo>
                    <a:cubicBezTo>
                      <a:pt x="25" y="46"/>
                      <a:pt x="27" y="52"/>
                      <a:pt x="26" y="56"/>
                    </a:cubicBezTo>
                    <a:cubicBezTo>
                      <a:pt x="36" y="57"/>
                      <a:pt x="45" y="52"/>
                      <a:pt x="50" y="43"/>
                    </a:cubicBezTo>
                    <a:cubicBezTo>
                      <a:pt x="57" y="30"/>
                      <a:pt x="53" y="14"/>
                      <a:pt x="41" y="7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5" name="Freeform 1833">
                <a:extLst>
                  <a:ext uri="{FF2B5EF4-FFF2-40B4-BE49-F238E27FC236}">
                    <a16:creationId xmlns:a16="http://schemas.microsoft.com/office/drawing/2014/main" id="{4E62B3FE-B434-4EAC-BE1E-33B23D067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280"/>
                <a:ext cx="75" cy="67"/>
              </a:xfrm>
              <a:custGeom>
                <a:avLst/>
                <a:gdLst>
                  <a:gd name="T0" fmla="*/ 3250 w 30"/>
                  <a:gd name="T1" fmla="*/ 402 h 25"/>
                  <a:gd name="T2" fmla="*/ 520 w 30"/>
                  <a:gd name="T3" fmla="*/ 6349 h 25"/>
                  <a:gd name="T4" fmla="*/ 3908 w 30"/>
                  <a:gd name="T5" fmla="*/ 7067 h 25"/>
                  <a:gd name="T6" fmla="*/ 7158 w 30"/>
                  <a:gd name="T7" fmla="*/ 4425 h 25"/>
                  <a:gd name="T8" fmla="*/ 3250 w 30"/>
                  <a:gd name="T9" fmla="*/ 4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13" y="1"/>
                    </a:moveTo>
                    <a:cubicBezTo>
                      <a:pt x="5" y="3"/>
                      <a:pt x="0" y="10"/>
                      <a:pt x="2" y="17"/>
                    </a:cubicBezTo>
                    <a:cubicBezTo>
                      <a:pt x="3" y="25"/>
                      <a:pt x="8" y="21"/>
                      <a:pt x="16" y="19"/>
                    </a:cubicBezTo>
                    <a:cubicBezTo>
                      <a:pt x="23" y="18"/>
                      <a:pt x="30" y="20"/>
                      <a:pt x="29" y="12"/>
                    </a:cubicBezTo>
                    <a:cubicBezTo>
                      <a:pt x="27" y="5"/>
                      <a:pt x="20" y="0"/>
                      <a:pt x="13" y="1"/>
                    </a:cubicBezTo>
                    <a:close/>
                  </a:path>
                </a:pathLst>
              </a:cu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6" name="Freeform 1834">
                <a:extLst>
                  <a:ext uri="{FF2B5EF4-FFF2-40B4-BE49-F238E27FC236}">
                    <a16:creationId xmlns:a16="http://schemas.microsoft.com/office/drawing/2014/main" id="{F689BDB5-F949-4AAF-8386-DBA963FA4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293"/>
                <a:ext cx="28" cy="30"/>
              </a:xfrm>
              <a:custGeom>
                <a:avLst/>
                <a:gdLst>
                  <a:gd name="T0" fmla="*/ 2146 w 11"/>
                  <a:gd name="T1" fmla="*/ 447 h 11"/>
                  <a:gd name="T2" fmla="*/ 331 w 11"/>
                  <a:gd name="T3" fmla="*/ 1219 h 11"/>
                  <a:gd name="T4" fmla="*/ 843 w 11"/>
                  <a:gd name="T5" fmla="*/ 3755 h 11"/>
                  <a:gd name="T6" fmla="*/ 2474 w 11"/>
                  <a:gd name="T7" fmla="*/ 2877 h 11"/>
                  <a:gd name="T8" fmla="*/ 2146 w 11"/>
                  <a:gd name="T9" fmla="*/ 44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8" y="1"/>
                    </a:moveTo>
                    <a:cubicBezTo>
                      <a:pt x="5" y="0"/>
                      <a:pt x="3" y="1"/>
                      <a:pt x="1" y="3"/>
                    </a:cubicBezTo>
                    <a:cubicBezTo>
                      <a:pt x="0" y="5"/>
                      <a:pt x="1" y="8"/>
                      <a:pt x="3" y="9"/>
                    </a:cubicBezTo>
                    <a:cubicBezTo>
                      <a:pt x="5" y="11"/>
                      <a:pt x="8" y="10"/>
                      <a:pt x="9" y="7"/>
                    </a:cubicBezTo>
                    <a:cubicBezTo>
                      <a:pt x="11" y="5"/>
                      <a:pt x="10" y="2"/>
                      <a:pt x="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7" name="Freeform 1835">
                <a:extLst>
                  <a:ext uri="{FF2B5EF4-FFF2-40B4-BE49-F238E27FC236}">
                    <a16:creationId xmlns:a16="http://schemas.microsoft.com/office/drawing/2014/main" id="{2B662EAC-DDF0-41FD-851E-4C0F81109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317"/>
                <a:ext cx="120" cy="83"/>
              </a:xfrm>
              <a:custGeom>
                <a:avLst/>
                <a:gdLst>
                  <a:gd name="T0" fmla="*/ 6845 w 48"/>
                  <a:gd name="T1" fmla="*/ 10996 h 31"/>
                  <a:gd name="T2" fmla="*/ 11063 w 48"/>
                  <a:gd name="T3" fmla="*/ 7047 h 31"/>
                  <a:gd name="T4" fmla="*/ 11250 w 48"/>
                  <a:gd name="T5" fmla="*/ 0 h 31"/>
                  <a:gd name="T6" fmla="*/ 10750 w 48"/>
                  <a:gd name="T7" fmla="*/ 4415 h 31"/>
                  <a:gd name="T8" fmla="*/ 7625 w 48"/>
                  <a:gd name="T9" fmla="*/ 8123 h 31"/>
                  <a:gd name="T10" fmla="*/ 3438 w 48"/>
                  <a:gd name="T11" fmla="*/ 5491 h 31"/>
                  <a:gd name="T12" fmla="*/ 520 w 48"/>
                  <a:gd name="T13" fmla="*/ 2632 h 31"/>
                  <a:gd name="T14" fmla="*/ 1300 w 48"/>
                  <a:gd name="T15" fmla="*/ 6624 h 31"/>
                  <a:gd name="T16" fmla="*/ 4688 w 48"/>
                  <a:gd name="T17" fmla="*/ 7714 h 31"/>
                  <a:gd name="T18" fmla="*/ 6845 w 48"/>
                  <a:gd name="T19" fmla="*/ 10996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31">
                    <a:moveTo>
                      <a:pt x="28" y="30"/>
                    </a:moveTo>
                    <a:cubicBezTo>
                      <a:pt x="35" y="29"/>
                      <a:pt x="41" y="25"/>
                      <a:pt x="45" y="19"/>
                    </a:cubicBezTo>
                    <a:cubicBezTo>
                      <a:pt x="48" y="13"/>
                      <a:pt x="48" y="6"/>
                      <a:pt x="46" y="0"/>
                    </a:cubicBezTo>
                    <a:cubicBezTo>
                      <a:pt x="46" y="4"/>
                      <a:pt x="46" y="9"/>
                      <a:pt x="44" y="12"/>
                    </a:cubicBezTo>
                    <a:cubicBezTo>
                      <a:pt x="40" y="19"/>
                      <a:pt x="38" y="21"/>
                      <a:pt x="31" y="22"/>
                    </a:cubicBezTo>
                    <a:cubicBezTo>
                      <a:pt x="25" y="22"/>
                      <a:pt x="21" y="16"/>
                      <a:pt x="14" y="15"/>
                    </a:cubicBezTo>
                    <a:cubicBezTo>
                      <a:pt x="8" y="14"/>
                      <a:pt x="1" y="13"/>
                      <a:pt x="2" y="7"/>
                    </a:cubicBezTo>
                    <a:cubicBezTo>
                      <a:pt x="0" y="11"/>
                      <a:pt x="3" y="17"/>
                      <a:pt x="5" y="18"/>
                    </a:cubicBezTo>
                    <a:cubicBezTo>
                      <a:pt x="8" y="19"/>
                      <a:pt x="13" y="17"/>
                      <a:pt x="19" y="21"/>
                    </a:cubicBezTo>
                    <a:cubicBezTo>
                      <a:pt x="25" y="25"/>
                      <a:pt x="25" y="31"/>
                      <a:pt x="28" y="30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8" name="Freeform 1836">
                <a:extLst>
                  <a:ext uri="{FF2B5EF4-FFF2-40B4-BE49-F238E27FC236}">
                    <a16:creationId xmlns:a16="http://schemas.microsoft.com/office/drawing/2014/main" id="{221CC7ED-A156-4478-BC63-880CAFEB7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1376"/>
                <a:ext cx="40" cy="16"/>
              </a:xfrm>
              <a:custGeom>
                <a:avLst/>
                <a:gdLst>
                  <a:gd name="T0" fmla="*/ 2738 w 16"/>
                  <a:gd name="T1" fmla="*/ 661 h 6"/>
                  <a:gd name="T2" fmla="*/ 0 w 16"/>
                  <a:gd name="T3" fmla="*/ 2184 h 6"/>
                  <a:gd name="T4" fmla="*/ 3908 w 16"/>
                  <a:gd name="T5" fmla="*/ 2184 h 6"/>
                  <a:gd name="T6" fmla="*/ 2738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1" y="2"/>
                    </a:moveTo>
                    <a:cubicBezTo>
                      <a:pt x="8" y="0"/>
                      <a:pt x="1" y="1"/>
                      <a:pt x="0" y="6"/>
                    </a:cubicBezTo>
                    <a:cubicBezTo>
                      <a:pt x="3" y="4"/>
                      <a:pt x="11" y="2"/>
                      <a:pt x="16" y="6"/>
                    </a:cubicBezTo>
                    <a:cubicBezTo>
                      <a:pt x="15" y="5"/>
                      <a:pt x="14" y="3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9" name="Freeform 1837">
                <a:extLst>
                  <a:ext uri="{FF2B5EF4-FFF2-40B4-BE49-F238E27FC236}">
                    <a16:creationId xmlns:a16="http://schemas.microsoft.com/office/drawing/2014/main" id="{5B68696B-376E-4659-9299-27202BD60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1403"/>
                <a:ext cx="40" cy="16"/>
              </a:xfrm>
              <a:custGeom>
                <a:avLst/>
                <a:gdLst>
                  <a:gd name="T0" fmla="*/ 2738 w 16"/>
                  <a:gd name="T1" fmla="*/ 661 h 6"/>
                  <a:gd name="T2" fmla="*/ 0 w 16"/>
                  <a:gd name="T3" fmla="*/ 2184 h 6"/>
                  <a:gd name="T4" fmla="*/ 3908 w 16"/>
                  <a:gd name="T5" fmla="*/ 2184 h 6"/>
                  <a:gd name="T6" fmla="*/ 2738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1" y="2"/>
                    </a:moveTo>
                    <a:cubicBezTo>
                      <a:pt x="8" y="0"/>
                      <a:pt x="1" y="1"/>
                      <a:pt x="0" y="6"/>
                    </a:cubicBezTo>
                    <a:cubicBezTo>
                      <a:pt x="3" y="4"/>
                      <a:pt x="11" y="2"/>
                      <a:pt x="16" y="6"/>
                    </a:cubicBezTo>
                    <a:cubicBezTo>
                      <a:pt x="15" y="5"/>
                      <a:pt x="14" y="3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0" name="Freeform 1838">
                <a:extLst>
                  <a:ext uri="{FF2B5EF4-FFF2-40B4-BE49-F238E27FC236}">
                    <a16:creationId xmlns:a16="http://schemas.microsoft.com/office/drawing/2014/main" id="{A3E73BCE-6A2B-48F0-BF40-B302F1FB3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1429"/>
                <a:ext cx="40" cy="19"/>
              </a:xfrm>
              <a:custGeom>
                <a:avLst/>
                <a:gdLst>
                  <a:gd name="T0" fmla="*/ 2738 w 16"/>
                  <a:gd name="T1" fmla="*/ 760 h 7"/>
                  <a:gd name="T2" fmla="*/ 0 w 16"/>
                  <a:gd name="T3" fmla="*/ 2342 h 7"/>
                  <a:gd name="T4" fmla="*/ 3908 w 16"/>
                  <a:gd name="T5" fmla="*/ 2823 h 7"/>
                  <a:gd name="T6" fmla="*/ 2738 w 16"/>
                  <a:gd name="T7" fmla="*/ 76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1" y="2"/>
                    </a:moveTo>
                    <a:cubicBezTo>
                      <a:pt x="7" y="0"/>
                      <a:pt x="1" y="1"/>
                      <a:pt x="0" y="6"/>
                    </a:cubicBezTo>
                    <a:cubicBezTo>
                      <a:pt x="3" y="4"/>
                      <a:pt x="11" y="2"/>
                      <a:pt x="16" y="7"/>
                    </a:cubicBezTo>
                    <a:cubicBezTo>
                      <a:pt x="15" y="5"/>
                      <a:pt x="14" y="3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1" name="Freeform 1839">
                <a:extLst>
                  <a:ext uri="{FF2B5EF4-FFF2-40B4-BE49-F238E27FC236}">
                    <a16:creationId xmlns:a16="http://schemas.microsoft.com/office/drawing/2014/main" id="{CD7FD4B1-D85E-4036-B15C-6989A305B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459"/>
                <a:ext cx="40" cy="16"/>
              </a:xfrm>
              <a:custGeom>
                <a:avLst/>
                <a:gdLst>
                  <a:gd name="T0" fmla="*/ 2738 w 16"/>
                  <a:gd name="T1" fmla="*/ 661 h 6"/>
                  <a:gd name="T2" fmla="*/ 0 w 16"/>
                  <a:gd name="T3" fmla="*/ 2184 h 6"/>
                  <a:gd name="T4" fmla="*/ 3908 w 16"/>
                  <a:gd name="T5" fmla="*/ 2184 h 6"/>
                  <a:gd name="T6" fmla="*/ 2738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1" y="2"/>
                    </a:moveTo>
                    <a:cubicBezTo>
                      <a:pt x="7" y="0"/>
                      <a:pt x="1" y="0"/>
                      <a:pt x="0" y="6"/>
                    </a:cubicBezTo>
                    <a:cubicBezTo>
                      <a:pt x="3" y="3"/>
                      <a:pt x="11" y="1"/>
                      <a:pt x="16" y="6"/>
                    </a:cubicBezTo>
                    <a:cubicBezTo>
                      <a:pt x="15" y="4"/>
                      <a:pt x="14" y="3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2" name="Freeform 1840">
                <a:extLst>
                  <a:ext uri="{FF2B5EF4-FFF2-40B4-BE49-F238E27FC236}">
                    <a16:creationId xmlns:a16="http://schemas.microsoft.com/office/drawing/2014/main" id="{20947449-2126-4871-80E8-E255689D5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483"/>
                <a:ext cx="38" cy="18"/>
              </a:xfrm>
              <a:custGeom>
                <a:avLst/>
                <a:gdLst>
                  <a:gd name="T0" fmla="*/ 2926 w 15"/>
                  <a:gd name="T1" fmla="*/ 563 h 7"/>
                  <a:gd name="T2" fmla="*/ 0 w 15"/>
                  <a:gd name="T3" fmla="*/ 1700 h 7"/>
                  <a:gd name="T4" fmla="*/ 3955 w 15"/>
                  <a:gd name="T5" fmla="*/ 2003 h 7"/>
                  <a:gd name="T6" fmla="*/ 2926 w 15"/>
                  <a:gd name="T7" fmla="*/ 56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1" y="2"/>
                    </a:moveTo>
                    <a:cubicBezTo>
                      <a:pt x="7" y="0"/>
                      <a:pt x="0" y="1"/>
                      <a:pt x="0" y="6"/>
                    </a:cubicBezTo>
                    <a:cubicBezTo>
                      <a:pt x="3" y="4"/>
                      <a:pt x="11" y="2"/>
                      <a:pt x="15" y="7"/>
                    </a:cubicBezTo>
                    <a:cubicBezTo>
                      <a:pt x="15" y="5"/>
                      <a:pt x="13" y="4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3" name="Freeform 1841">
                <a:extLst>
                  <a:ext uri="{FF2B5EF4-FFF2-40B4-BE49-F238E27FC236}">
                    <a16:creationId xmlns:a16="http://schemas.microsoft.com/office/drawing/2014/main" id="{1D66A2E6-51D0-499B-AE9A-6DD830FC9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1509"/>
                <a:ext cx="38" cy="19"/>
              </a:xfrm>
              <a:custGeom>
                <a:avLst/>
                <a:gdLst>
                  <a:gd name="T0" fmla="*/ 2926 w 15"/>
                  <a:gd name="T1" fmla="*/ 760 h 7"/>
                  <a:gd name="T2" fmla="*/ 0 w 15"/>
                  <a:gd name="T3" fmla="*/ 2823 h 7"/>
                  <a:gd name="T4" fmla="*/ 3955 w 15"/>
                  <a:gd name="T5" fmla="*/ 2823 h 7"/>
                  <a:gd name="T6" fmla="*/ 2926 w 15"/>
                  <a:gd name="T7" fmla="*/ 76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1" y="2"/>
                    </a:moveTo>
                    <a:cubicBezTo>
                      <a:pt x="7" y="0"/>
                      <a:pt x="0" y="1"/>
                      <a:pt x="0" y="7"/>
                    </a:cubicBezTo>
                    <a:cubicBezTo>
                      <a:pt x="3" y="4"/>
                      <a:pt x="11" y="2"/>
                      <a:pt x="15" y="7"/>
                    </a:cubicBezTo>
                    <a:cubicBezTo>
                      <a:pt x="15" y="5"/>
                      <a:pt x="13" y="4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4" name="Freeform 1842">
                <a:extLst>
                  <a:ext uri="{FF2B5EF4-FFF2-40B4-BE49-F238E27FC236}">
                    <a16:creationId xmlns:a16="http://schemas.microsoft.com/office/drawing/2014/main" id="{25DD388E-0CFF-434F-B6C6-4BE66C4C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1536"/>
                <a:ext cx="40" cy="19"/>
              </a:xfrm>
              <a:custGeom>
                <a:avLst/>
                <a:gdLst>
                  <a:gd name="T0" fmla="*/ 2738 w 16"/>
                  <a:gd name="T1" fmla="*/ 760 h 7"/>
                  <a:gd name="T2" fmla="*/ 0 w 16"/>
                  <a:gd name="T3" fmla="*/ 2823 h 7"/>
                  <a:gd name="T4" fmla="*/ 3908 w 16"/>
                  <a:gd name="T5" fmla="*/ 2823 h 7"/>
                  <a:gd name="T6" fmla="*/ 2738 w 16"/>
                  <a:gd name="T7" fmla="*/ 76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1" y="2"/>
                    </a:moveTo>
                    <a:cubicBezTo>
                      <a:pt x="8" y="0"/>
                      <a:pt x="1" y="1"/>
                      <a:pt x="0" y="7"/>
                    </a:cubicBezTo>
                    <a:cubicBezTo>
                      <a:pt x="3" y="4"/>
                      <a:pt x="11" y="2"/>
                      <a:pt x="16" y="7"/>
                    </a:cubicBezTo>
                    <a:cubicBezTo>
                      <a:pt x="15" y="5"/>
                      <a:pt x="14" y="4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5" name="Freeform 1843">
                <a:extLst>
                  <a:ext uri="{FF2B5EF4-FFF2-40B4-BE49-F238E27FC236}">
                    <a16:creationId xmlns:a16="http://schemas.microsoft.com/office/drawing/2014/main" id="{DEC491D1-C44C-4BAF-AE6B-B8AE8C05D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563"/>
                <a:ext cx="37" cy="18"/>
              </a:xfrm>
              <a:custGeom>
                <a:avLst/>
                <a:gdLst>
                  <a:gd name="T0" fmla="*/ 2477 w 15"/>
                  <a:gd name="T1" fmla="*/ 563 h 7"/>
                  <a:gd name="T2" fmla="*/ 0 w 15"/>
                  <a:gd name="T3" fmla="*/ 1700 h 7"/>
                  <a:gd name="T4" fmla="*/ 3365 w 15"/>
                  <a:gd name="T5" fmla="*/ 2003 h 7"/>
                  <a:gd name="T6" fmla="*/ 2477 w 15"/>
                  <a:gd name="T7" fmla="*/ 56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1" y="2"/>
                    </a:moveTo>
                    <a:cubicBezTo>
                      <a:pt x="7" y="0"/>
                      <a:pt x="1" y="1"/>
                      <a:pt x="0" y="6"/>
                    </a:cubicBezTo>
                    <a:cubicBezTo>
                      <a:pt x="3" y="4"/>
                      <a:pt x="11" y="2"/>
                      <a:pt x="15" y="7"/>
                    </a:cubicBezTo>
                    <a:cubicBezTo>
                      <a:pt x="15" y="5"/>
                      <a:pt x="13" y="3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6" name="Freeform 1844">
                <a:extLst>
                  <a:ext uri="{FF2B5EF4-FFF2-40B4-BE49-F238E27FC236}">
                    <a16:creationId xmlns:a16="http://schemas.microsoft.com/office/drawing/2014/main" id="{0112387C-C0E9-45AA-A807-73B086BCF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592"/>
                <a:ext cx="37" cy="16"/>
              </a:xfrm>
              <a:custGeom>
                <a:avLst/>
                <a:gdLst>
                  <a:gd name="T0" fmla="*/ 2477 w 15"/>
                  <a:gd name="T1" fmla="*/ 661 h 6"/>
                  <a:gd name="T2" fmla="*/ 0 w 15"/>
                  <a:gd name="T3" fmla="*/ 2184 h 6"/>
                  <a:gd name="T4" fmla="*/ 3365 w 15"/>
                  <a:gd name="T5" fmla="*/ 2184 h 6"/>
                  <a:gd name="T6" fmla="*/ 2477 w 15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1" y="2"/>
                    </a:moveTo>
                    <a:cubicBezTo>
                      <a:pt x="7" y="0"/>
                      <a:pt x="1" y="1"/>
                      <a:pt x="0" y="6"/>
                    </a:cubicBezTo>
                    <a:cubicBezTo>
                      <a:pt x="3" y="4"/>
                      <a:pt x="11" y="2"/>
                      <a:pt x="15" y="6"/>
                    </a:cubicBezTo>
                    <a:cubicBezTo>
                      <a:pt x="15" y="5"/>
                      <a:pt x="13" y="3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7" name="Freeform 1845">
                <a:extLst>
                  <a:ext uri="{FF2B5EF4-FFF2-40B4-BE49-F238E27FC236}">
                    <a16:creationId xmlns:a16="http://schemas.microsoft.com/office/drawing/2014/main" id="{A5680947-BDC2-48C3-B320-8018B1CE9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619"/>
                <a:ext cx="37" cy="16"/>
              </a:xfrm>
              <a:custGeom>
                <a:avLst/>
                <a:gdLst>
                  <a:gd name="T0" fmla="*/ 2477 w 15"/>
                  <a:gd name="T1" fmla="*/ 661 h 6"/>
                  <a:gd name="T2" fmla="*/ 0 w 15"/>
                  <a:gd name="T3" fmla="*/ 2184 h 6"/>
                  <a:gd name="T4" fmla="*/ 3365 w 15"/>
                  <a:gd name="T5" fmla="*/ 2184 h 6"/>
                  <a:gd name="T6" fmla="*/ 2477 w 15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1" y="2"/>
                    </a:moveTo>
                    <a:cubicBezTo>
                      <a:pt x="7" y="0"/>
                      <a:pt x="1" y="1"/>
                      <a:pt x="0" y="6"/>
                    </a:cubicBezTo>
                    <a:cubicBezTo>
                      <a:pt x="3" y="4"/>
                      <a:pt x="11" y="2"/>
                      <a:pt x="15" y="6"/>
                    </a:cubicBezTo>
                    <a:cubicBezTo>
                      <a:pt x="15" y="5"/>
                      <a:pt x="13" y="3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8" name="Freeform 1846">
                <a:extLst>
                  <a:ext uri="{FF2B5EF4-FFF2-40B4-BE49-F238E27FC236}">
                    <a16:creationId xmlns:a16="http://schemas.microsoft.com/office/drawing/2014/main" id="{B9F16579-DC38-45DC-B44E-B3ECDE721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611"/>
                <a:ext cx="57" cy="53"/>
              </a:xfrm>
              <a:custGeom>
                <a:avLst/>
                <a:gdLst>
                  <a:gd name="T0" fmla="*/ 183 w 23"/>
                  <a:gd name="T1" fmla="*/ 4184 h 20"/>
                  <a:gd name="T2" fmla="*/ 2347 w 23"/>
                  <a:gd name="T3" fmla="*/ 4444 h 20"/>
                  <a:gd name="T4" fmla="*/ 3470 w 23"/>
                  <a:gd name="T5" fmla="*/ 6903 h 20"/>
                  <a:gd name="T6" fmla="*/ 4870 w 23"/>
                  <a:gd name="T7" fmla="*/ 5470 h 20"/>
                  <a:gd name="T8" fmla="*/ 3470 w 23"/>
                  <a:gd name="T9" fmla="*/ 1039 h 20"/>
                  <a:gd name="T10" fmla="*/ 183 w 23"/>
                  <a:gd name="T11" fmla="*/ 1677 h 20"/>
                  <a:gd name="T12" fmla="*/ 183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4" y="11"/>
                      <a:pt x="7" y="11"/>
                      <a:pt x="10" y="13"/>
                    </a:cubicBezTo>
                    <a:cubicBezTo>
                      <a:pt x="13" y="15"/>
                      <a:pt x="15" y="17"/>
                      <a:pt x="15" y="20"/>
                    </a:cubicBezTo>
                    <a:cubicBezTo>
                      <a:pt x="18" y="19"/>
                      <a:pt x="19" y="18"/>
                      <a:pt x="21" y="16"/>
                    </a:cubicBezTo>
                    <a:cubicBezTo>
                      <a:pt x="23" y="12"/>
                      <a:pt x="21" y="6"/>
                      <a:pt x="15" y="3"/>
                    </a:cubicBezTo>
                    <a:cubicBezTo>
                      <a:pt x="10" y="0"/>
                      <a:pt x="4" y="1"/>
                      <a:pt x="1" y="5"/>
                    </a:cubicBezTo>
                    <a:cubicBezTo>
                      <a:pt x="0" y="7"/>
                      <a:pt x="0" y="9"/>
                      <a:pt x="1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9" name="Freeform 1847">
                <a:extLst>
                  <a:ext uri="{FF2B5EF4-FFF2-40B4-BE49-F238E27FC236}">
                    <a16:creationId xmlns:a16="http://schemas.microsoft.com/office/drawing/2014/main" id="{E118105E-FB7D-4753-94BD-65ADC9AA9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584"/>
                <a:ext cx="57" cy="53"/>
              </a:xfrm>
              <a:custGeom>
                <a:avLst/>
                <a:gdLst>
                  <a:gd name="T0" fmla="*/ 0 w 23"/>
                  <a:gd name="T1" fmla="*/ 4184 h 20"/>
                  <a:gd name="T2" fmla="*/ 2069 w 23"/>
                  <a:gd name="T3" fmla="*/ 4444 h 20"/>
                  <a:gd name="T4" fmla="*/ 3470 w 23"/>
                  <a:gd name="T5" fmla="*/ 6903 h 20"/>
                  <a:gd name="T6" fmla="*/ 4674 w 23"/>
                  <a:gd name="T7" fmla="*/ 5470 h 20"/>
                  <a:gd name="T8" fmla="*/ 3470 w 23"/>
                  <a:gd name="T9" fmla="*/ 1039 h 20"/>
                  <a:gd name="T10" fmla="*/ 183 w 23"/>
                  <a:gd name="T11" fmla="*/ 1677 h 20"/>
                  <a:gd name="T12" fmla="*/ 0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12"/>
                    </a:moveTo>
                    <a:cubicBezTo>
                      <a:pt x="3" y="11"/>
                      <a:pt x="6" y="11"/>
                      <a:pt x="9" y="13"/>
                    </a:cubicBezTo>
                    <a:cubicBezTo>
                      <a:pt x="12" y="15"/>
                      <a:pt x="14" y="17"/>
                      <a:pt x="15" y="20"/>
                    </a:cubicBezTo>
                    <a:cubicBezTo>
                      <a:pt x="17" y="19"/>
                      <a:pt x="19" y="18"/>
                      <a:pt x="20" y="16"/>
                    </a:cubicBezTo>
                    <a:cubicBezTo>
                      <a:pt x="23" y="12"/>
                      <a:pt x="20" y="6"/>
                      <a:pt x="15" y="3"/>
                    </a:cubicBezTo>
                    <a:cubicBezTo>
                      <a:pt x="10" y="0"/>
                      <a:pt x="3" y="1"/>
                      <a:pt x="1" y="5"/>
                    </a:cubicBezTo>
                    <a:cubicBezTo>
                      <a:pt x="0" y="7"/>
                      <a:pt x="0" y="9"/>
                      <a:pt x="0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0" name="Freeform 1848">
                <a:extLst>
                  <a:ext uri="{FF2B5EF4-FFF2-40B4-BE49-F238E27FC236}">
                    <a16:creationId xmlns:a16="http://schemas.microsoft.com/office/drawing/2014/main" id="{FCC5EF10-18D3-4C7F-B39C-ECAB1801A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557"/>
                <a:ext cx="55" cy="54"/>
              </a:xfrm>
              <a:custGeom>
                <a:avLst/>
                <a:gdLst>
                  <a:gd name="T0" fmla="*/ 0 w 22"/>
                  <a:gd name="T1" fmla="*/ 4309 h 20"/>
                  <a:gd name="T2" fmla="*/ 2270 w 22"/>
                  <a:gd name="T3" fmla="*/ 5060 h 20"/>
                  <a:gd name="T4" fmla="*/ 3720 w 22"/>
                  <a:gd name="T5" fmla="*/ 7757 h 20"/>
                  <a:gd name="T6" fmla="*/ 4895 w 22"/>
                  <a:gd name="T7" fmla="*/ 6161 h 20"/>
                  <a:gd name="T8" fmla="*/ 3720 w 22"/>
                  <a:gd name="T9" fmla="*/ 1158 h 20"/>
                  <a:gd name="T10" fmla="*/ 313 w 22"/>
                  <a:gd name="T11" fmla="*/ 2028 h 20"/>
                  <a:gd name="T12" fmla="*/ 0 w 22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11"/>
                    </a:moveTo>
                    <a:cubicBezTo>
                      <a:pt x="3" y="11"/>
                      <a:pt x="6" y="11"/>
                      <a:pt x="9" y="13"/>
                    </a:cubicBezTo>
                    <a:cubicBezTo>
                      <a:pt x="12" y="14"/>
                      <a:pt x="14" y="17"/>
                      <a:pt x="15" y="20"/>
                    </a:cubicBezTo>
                    <a:cubicBezTo>
                      <a:pt x="17" y="19"/>
                      <a:pt x="19" y="18"/>
                      <a:pt x="20" y="16"/>
                    </a:cubicBezTo>
                    <a:cubicBezTo>
                      <a:pt x="22" y="12"/>
                      <a:pt x="20" y="6"/>
                      <a:pt x="15" y="3"/>
                    </a:cubicBezTo>
                    <a:cubicBezTo>
                      <a:pt x="9" y="0"/>
                      <a:pt x="3" y="1"/>
                      <a:pt x="1" y="5"/>
                    </a:cubicBezTo>
                    <a:cubicBezTo>
                      <a:pt x="0" y="7"/>
                      <a:pt x="0" y="9"/>
                      <a:pt x="0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1" name="Freeform 1849">
                <a:extLst>
                  <a:ext uri="{FF2B5EF4-FFF2-40B4-BE49-F238E27FC236}">
                    <a16:creationId xmlns:a16="http://schemas.microsoft.com/office/drawing/2014/main" id="{5AA44C19-DBCA-4A5E-A3C6-8FD76614C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531"/>
                <a:ext cx="58" cy="53"/>
              </a:xfrm>
              <a:custGeom>
                <a:avLst/>
                <a:gdLst>
                  <a:gd name="T0" fmla="*/ 318 w 23"/>
                  <a:gd name="T1" fmla="*/ 3800 h 20"/>
                  <a:gd name="T2" fmla="*/ 2549 w 23"/>
                  <a:gd name="T3" fmla="*/ 4444 h 20"/>
                  <a:gd name="T4" fmla="*/ 3878 w 23"/>
                  <a:gd name="T5" fmla="*/ 6903 h 20"/>
                  <a:gd name="T6" fmla="*/ 5419 w 23"/>
                  <a:gd name="T7" fmla="*/ 5470 h 20"/>
                  <a:gd name="T8" fmla="*/ 3878 w 23"/>
                  <a:gd name="T9" fmla="*/ 1039 h 20"/>
                  <a:gd name="T10" fmla="*/ 318 w 23"/>
                  <a:gd name="T11" fmla="*/ 1677 h 20"/>
                  <a:gd name="T12" fmla="*/ 318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1"/>
                    </a:moveTo>
                    <a:cubicBezTo>
                      <a:pt x="3" y="11"/>
                      <a:pt x="7" y="11"/>
                      <a:pt x="10" y="13"/>
                    </a:cubicBezTo>
                    <a:cubicBezTo>
                      <a:pt x="13" y="14"/>
                      <a:pt x="15" y="17"/>
                      <a:pt x="15" y="20"/>
                    </a:cubicBezTo>
                    <a:cubicBezTo>
                      <a:pt x="18" y="19"/>
                      <a:pt x="19" y="18"/>
                      <a:pt x="21" y="16"/>
                    </a:cubicBezTo>
                    <a:cubicBezTo>
                      <a:pt x="23" y="12"/>
                      <a:pt x="21" y="6"/>
                      <a:pt x="15" y="3"/>
                    </a:cubicBezTo>
                    <a:cubicBezTo>
                      <a:pt x="10" y="0"/>
                      <a:pt x="4" y="1"/>
                      <a:pt x="1" y="5"/>
                    </a:cubicBezTo>
                    <a:cubicBezTo>
                      <a:pt x="0" y="7"/>
                      <a:pt x="0" y="9"/>
                      <a:pt x="1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2" name="Freeform 1850">
                <a:extLst>
                  <a:ext uri="{FF2B5EF4-FFF2-40B4-BE49-F238E27FC236}">
                    <a16:creationId xmlns:a16="http://schemas.microsoft.com/office/drawing/2014/main" id="{3EA29D92-CE22-4BFF-B324-7737AA0A2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1504"/>
                <a:ext cx="58" cy="53"/>
              </a:xfrm>
              <a:custGeom>
                <a:avLst/>
                <a:gdLst>
                  <a:gd name="T0" fmla="*/ 0 w 23"/>
                  <a:gd name="T1" fmla="*/ 3800 h 20"/>
                  <a:gd name="T2" fmla="*/ 2340 w 23"/>
                  <a:gd name="T3" fmla="*/ 4444 h 20"/>
                  <a:gd name="T4" fmla="*/ 3878 w 23"/>
                  <a:gd name="T5" fmla="*/ 6903 h 20"/>
                  <a:gd name="T6" fmla="*/ 5099 w 23"/>
                  <a:gd name="T7" fmla="*/ 5470 h 20"/>
                  <a:gd name="T8" fmla="*/ 3878 w 23"/>
                  <a:gd name="T9" fmla="*/ 1039 h 20"/>
                  <a:gd name="T10" fmla="*/ 318 w 23"/>
                  <a:gd name="T11" fmla="*/ 1677 h 20"/>
                  <a:gd name="T12" fmla="*/ 0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11"/>
                    </a:moveTo>
                    <a:cubicBezTo>
                      <a:pt x="3" y="11"/>
                      <a:pt x="6" y="11"/>
                      <a:pt x="9" y="13"/>
                    </a:cubicBezTo>
                    <a:cubicBezTo>
                      <a:pt x="12" y="14"/>
                      <a:pt x="14" y="17"/>
                      <a:pt x="15" y="20"/>
                    </a:cubicBezTo>
                    <a:cubicBezTo>
                      <a:pt x="17" y="19"/>
                      <a:pt x="19" y="18"/>
                      <a:pt x="20" y="16"/>
                    </a:cubicBezTo>
                    <a:cubicBezTo>
                      <a:pt x="23" y="12"/>
                      <a:pt x="20" y="6"/>
                      <a:pt x="15" y="3"/>
                    </a:cubicBezTo>
                    <a:cubicBezTo>
                      <a:pt x="10" y="0"/>
                      <a:pt x="3" y="1"/>
                      <a:pt x="1" y="5"/>
                    </a:cubicBezTo>
                    <a:cubicBezTo>
                      <a:pt x="0" y="7"/>
                      <a:pt x="0" y="9"/>
                      <a:pt x="0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3" name="Freeform 1851">
                <a:extLst>
                  <a:ext uri="{FF2B5EF4-FFF2-40B4-BE49-F238E27FC236}">
                    <a16:creationId xmlns:a16="http://schemas.microsoft.com/office/drawing/2014/main" id="{8E2A7F8D-DF15-4E81-9160-C3956DB07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477"/>
                <a:ext cx="57" cy="54"/>
              </a:xfrm>
              <a:custGeom>
                <a:avLst/>
                <a:gdLst>
                  <a:gd name="T0" fmla="*/ 183 w 23"/>
                  <a:gd name="T1" fmla="*/ 4309 h 20"/>
                  <a:gd name="T2" fmla="*/ 2347 w 23"/>
                  <a:gd name="T3" fmla="*/ 5060 h 20"/>
                  <a:gd name="T4" fmla="*/ 3727 w 23"/>
                  <a:gd name="T5" fmla="*/ 7757 h 20"/>
                  <a:gd name="T6" fmla="*/ 4870 w 23"/>
                  <a:gd name="T7" fmla="*/ 6161 h 20"/>
                  <a:gd name="T8" fmla="*/ 3727 w 23"/>
                  <a:gd name="T9" fmla="*/ 1158 h 20"/>
                  <a:gd name="T10" fmla="*/ 454 w 23"/>
                  <a:gd name="T11" fmla="*/ 2028 h 20"/>
                  <a:gd name="T12" fmla="*/ 183 w 23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1"/>
                    </a:moveTo>
                    <a:cubicBezTo>
                      <a:pt x="4" y="11"/>
                      <a:pt x="7" y="11"/>
                      <a:pt x="10" y="13"/>
                    </a:cubicBezTo>
                    <a:cubicBezTo>
                      <a:pt x="13" y="14"/>
                      <a:pt x="15" y="17"/>
                      <a:pt x="16" y="20"/>
                    </a:cubicBezTo>
                    <a:cubicBezTo>
                      <a:pt x="18" y="19"/>
                      <a:pt x="20" y="18"/>
                      <a:pt x="21" y="16"/>
                    </a:cubicBezTo>
                    <a:cubicBezTo>
                      <a:pt x="23" y="12"/>
                      <a:pt x="21" y="6"/>
                      <a:pt x="16" y="3"/>
                    </a:cubicBezTo>
                    <a:cubicBezTo>
                      <a:pt x="10" y="0"/>
                      <a:pt x="4" y="1"/>
                      <a:pt x="2" y="5"/>
                    </a:cubicBezTo>
                    <a:cubicBezTo>
                      <a:pt x="1" y="7"/>
                      <a:pt x="0" y="9"/>
                      <a:pt x="1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4" name="Freeform 1852">
                <a:extLst>
                  <a:ext uri="{FF2B5EF4-FFF2-40B4-BE49-F238E27FC236}">
                    <a16:creationId xmlns:a16="http://schemas.microsoft.com/office/drawing/2014/main" id="{EF5F64EB-A81A-4591-8114-E9FCFA352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1451"/>
                <a:ext cx="57" cy="53"/>
              </a:xfrm>
              <a:custGeom>
                <a:avLst/>
                <a:gdLst>
                  <a:gd name="T0" fmla="*/ 183 w 23"/>
                  <a:gd name="T1" fmla="*/ 3800 h 20"/>
                  <a:gd name="T2" fmla="*/ 2347 w 23"/>
                  <a:gd name="T3" fmla="*/ 4444 h 20"/>
                  <a:gd name="T4" fmla="*/ 3470 w 23"/>
                  <a:gd name="T5" fmla="*/ 6903 h 20"/>
                  <a:gd name="T6" fmla="*/ 4674 w 23"/>
                  <a:gd name="T7" fmla="*/ 5470 h 20"/>
                  <a:gd name="T8" fmla="*/ 3470 w 23"/>
                  <a:gd name="T9" fmla="*/ 1039 h 20"/>
                  <a:gd name="T10" fmla="*/ 183 w 23"/>
                  <a:gd name="T11" fmla="*/ 1677 h 20"/>
                  <a:gd name="T12" fmla="*/ 183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1"/>
                    </a:moveTo>
                    <a:cubicBezTo>
                      <a:pt x="3" y="11"/>
                      <a:pt x="7" y="11"/>
                      <a:pt x="10" y="13"/>
                    </a:cubicBezTo>
                    <a:cubicBezTo>
                      <a:pt x="13" y="14"/>
                      <a:pt x="15" y="17"/>
                      <a:pt x="15" y="20"/>
                    </a:cubicBezTo>
                    <a:cubicBezTo>
                      <a:pt x="18" y="19"/>
                      <a:pt x="19" y="18"/>
                      <a:pt x="20" y="16"/>
                    </a:cubicBezTo>
                    <a:cubicBezTo>
                      <a:pt x="23" y="11"/>
                      <a:pt x="21" y="6"/>
                      <a:pt x="15" y="3"/>
                    </a:cubicBezTo>
                    <a:cubicBezTo>
                      <a:pt x="10" y="0"/>
                      <a:pt x="4" y="1"/>
                      <a:pt x="1" y="5"/>
                    </a:cubicBezTo>
                    <a:cubicBezTo>
                      <a:pt x="0" y="7"/>
                      <a:pt x="0" y="9"/>
                      <a:pt x="1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5" name="Freeform 1853">
                <a:extLst>
                  <a:ext uri="{FF2B5EF4-FFF2-40B4-BE49-F238E27FC236}">
                    <a16:creationId xmlns:a16="http://schemas.microsoft.com/office/drawing/2014/main" id="{1B76E240-8311-44F2-97CE-5DB9B9CA8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1424"/>
                <a:ext cx="57" cy="53"/>
              </a:xfrm>
              <a:custGeom>
                <a:avLst/>
                <a:gdLst>
                  <a:gd name="T0" fmla="*/ 0 w 23"/>
                  <a:gd name="T1" fmla="*/ 3800 h 20"/>
                  <a:gd name="T2" fmla="*/ 2069 w 23"/>
                  <a:gd name="T3" fmla="*/ 4444 h 20"/>
                  <a:gd name="T4" fmla="*/ 3470 w 23"/>
                  <a:gd name="T5" fmla="*/ 6903 h 20"/>
                  <a:gd name="T6" fmla="*/ 4674 w 23"/>
                  <a:gd name="T7" fmla="*/ 5470 h 20"/>
                  <a:gd name="T8" fmla="*/ 3470 w 23"/>
                  <a:gd name="T9" fmla="*/ 1039 h 20"/>
                  <a:gd name="T10" fmla="*/ 183 w 23"/>
                  <a:gd name="T11" fmla="*/ 1677 h 20"/>
                  <a:gd name="T12" fmla="*/ 0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11"/>
                    </a:moveTo>
                    <a:cubicBezTo>
                      <a:pt x="3" y="11"/>
                      <a:pt x="6" y="11"/>
                      <a:pt x="9" y="13"/>
                    </a:cubicBezTo>
                    <a:cubicBezTo>
                      <a:pt x="12" y="14"/>
                      <a:pt x="14" y="17"/>
                      <a:pt x="15" y="20"/>
                    </a:cubicBezTo>
                    <a:cubicBezTo>
                      <a:pt x="17" y="19"/>
                      <a:pt x="19" y="18"/>
                      <a:pt x="20" y="16"/>
                    </a:cubicBezTo>
                    <a:cubicBezTo>
                      <a:pt x="23" y="11"/>
                      <a:pt x="20" y="5"/>
                      <a:pt x="15" y="3"/>
                    </a:cubicBezTo>
                    <a:cubicBezTo>
                      <a:pt x="10" y="0"/>
                      <a:pt x="3" y="1"/>
                      <a:pt x="1" y="5"/>
                    </a:cubicBezTo>
                    <a:cubicBezTo>
                      <a:pt x="0" y="7"/>
                      <a:pt x="0" y="9"/>
                      <a:pt x="0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6" name="Freeform 1854">
                <a:extLst>
                  <a:ext uri="{FF2B5EF4-FFF2-40B4-BE49-F238E27FC236}">
                    <a16:creationId xmlns:a16="http://schemas.microsoft.com/office/drawing/2014/main" id="{5F3A3686-E7E5-400A-8FD6-499DC4882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1397"/>
                <a:ext cx="58" cy="54"/>
              </a:xfrm>
              <a:custGeom>
                <a:avLst/>
                <a:gdLst>
                  <a:gd name="T0" fmla="*/ 318 w 23"/>
                  <a:gd name="T1" fmla="*/ 4309 h 20"/>
                  <a:gd name="T2" fmla="*/ 2549 w 23"/>
                  <a:gd name="T3" fmla="*/ 5060 h 20"/>
                  <a:gd name="T4" fmla="*/ 4088 w 23"/>
                  <a:gd name="T5" fmla="*/ 7757 h 20"/>
                  <a:gd name="T6" fmla="*/ 5419 w 23"/>
                  <a:gd name="T7" fmla="*/ 6161 h 20"/>
                  <a:gd name="T8" fmla="*/ 4088 w 23"/>
                  <a:gd name="T9" fmla="*/ 751 h 20"/>
                  <a:gd name="T10" fmla="*/ 527 w 23"/>
                  <a:gd name="T11" fmla="*/ 2028 h 20"/>
                  <a:gd name="T12" fmla="*/ 318 w 23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11"/>
                    </a:moveTo>
                    <a:cubicBezTo>
                      <a:pt x="4" y="11"/>
                      <a:pt x="7" y="11"/>
                      <a:pt x="10" y="13"/>
                    </a:cubicBezTo>
                    <a:cubicBezTo>
                      <a:pt x="13" y="14"/>
                      <a:pt x="15" y="17"/>
                      <a:pt x="16" y="20"/>
                    </a:cubicBezTo>
                    <a:cubicBezTo>
                      <a:pt x="18" y="19"/>
                      <a:pt x="20" y="18"/>
                      <a:pt x="21" y="16"/>
                    </a:cubicBezTo>
                    <a:cubicBezTo>
                      <a:pt x="23" y="11"/>
                      <a:pt x="21" y="5"/>
                      <a:pt x="16" y="2"/>
                    </a:cubicBezTo>
                    <a:cubicBezTo>
                      <a:pt x="10" y="0"/>
                      <a:pt x="4" y="1"/>
                      <a:pt x="2" y="5"/>
                    </a:cubicBezTo>
                    <a:cubicBezTo>
                      <a:pt x="0" y="7"/>
                      <a:pt x="0" y="9"/>
                      <a:pt x="1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7" name="Freeform 1855">
                <a:extLst>
                  <a:ext uri="{FF2B5EF4-FFF2-40B4-BE49-F238E27FC236}">
                    <a16:creationId xmlns:a16="http://schemas.microsoft.com/office/drawing/2014/main" id="{F1C7AC27-E698-4CFE-B4CF-826EE15CF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1368"/>
                <a:ext cx="58" cy="56"/>
              </a:xfrm>
              <a:custGeom>
                <a:avLst/>
                <a:gdLst>
                  <a:gd name="T0" fmla="*/ 318 w 23"/>
                  <a:gd name="T1" fmla="*/ 4301 h 21"/>
                  <a:gd name="T2" fmla="*/ 2549 w 23"/>
                  <a:gd name="T3" fmla="*/ 4701 h 21"/>
                  <a:gd name="T4" fmla="*/ 3878 w 23"/>
                  <a:gd name="T5" fmla="*/ 7531 h 21"/>
                  <a:gd name="T6" fmla="*/ 5099 w 23"/>
                  <a:gd name="T7" fmla="*/ 6067 h 21"/>
                  <a:gd name="T8" fmla="*/ 3878 w 23"/>
                  <a:gd name="T9" fmla="*/ 1059 h 21"/>
                  <a:gd name="T10" fmla="*/ 318 w 23"/>
                  <a:gd name="T11" fmla="*/ 2184 h 21"/>
                  <a:gd name="T12" fmla="*/ 318 w 23"/>
                  <a:gd name="T13" fmla="*/ 430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1" y="12"/>
                    </a:moveTo>
                    <a:cubicBezTo>
                      <a:pt x="3" y="11"/>
                      <a:pt x="7" y="12"/>
                      <a:pt x="10" y="13"/>
                    </a:cubicBezTo>
                    <a:cubicBezTo>
                      <a:pt x="13" y="15"/>
                      <a:pt x="14" y="18"/>
                      <a:pt x="15" y="21"/>
                    </a:cubicBezTo>
                    <a:cubicBezTo>
                      <a:pt x="17" y="20"/>
                      <a:pt x="19" y="19"/>
                      <a:pt x="20" y="17"/>
                    </a:cubicBezTo>
                    <a:cubicBezTo>
                      <a:pt x="23" y="12"/>
                      <a:pt x="20" y="6"/>
                      <a:pt x="15" y="3"/>
                    </a:cubicBezTo>
                    <a:cubicBezTo>
                      <a:pt x="10" y="0"/>
                      <a:pt x="4" y="2"/>
                      <a:pt x="1" y="6"/>
                    </a:cubicBezTo>
                    <a:cubicBezTo>
                      <a:pt x="0" y="8"/>
                      <a:pt x="0" y="10"/>
                      <a:pt x="1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8" name="Freeform 1856">
                <a:extLst>
                  <a:ext uri="{FF2B5EF4-FFF2-40B4-BE49-F238E27FC236}">
                    <a16:creationId xmlns:a16="http://schemas.microsoft.com/office/drawing/2014/main" id="{D47B8CC9-2D80-49A3-841B-4D65661C3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1261"/>
                <a:ext cx="142" cy="152"/>
              </a:xfrm>
              <a:custGeom>
                <a:avLst/>
                <a:gdLst>
                  <a:gd name="T0" fmla="*/ 9788 w 57"/>
                  <a:gd name="T1" fmla="*/ 2581 h 57"/>
                  <a:gd name="T2" fmla="*/ 1161 w 57"/>
                  <a:gd name="T3" fmla="*/ 6067 h 57"/>
                  <a:gd name="T4" fmla="*/ 1627 w 57"/>
                  <a:gd name="T5" fmla="*/ 16179 h 57"/>
                  <a:gd name="T6" fmla="*/ 4811 w 57"/>
                  <a:gd name="T7" fmla="*/ 15531 h 57"/>
                  <a:gd name="T8" fmla="*/ 6243 w 57"/>
                  <a:gd name="T9" fmla="*/ 20083 h 57"/>
                  <a:gd name="T10" fmla="*/ 11985 w 57"/>
                  <a:gd name="T11" fmla="*/ 15531 h 57"/>
                  <a:gd name="T12" fmla="*/ 9788 w 57"/>
                  <a:gd name="T13" fmla="*/ 2581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7">
                    <a:moveTo>
                      <a:pt x="41" y="7"/>
                    </a:moveTo>
                    <a:cubicBezTo>
                      <a:pt x="28" y="0"/>
                      <a:pt x="12" y="5"/>
                      <a:pt x="5" y="17"/>
                    </a:cubicBezTo>
                    <a:cubicBezTo>
                      <a:pt x="0" y="26"/>
                      <a:pt x="1" y="37"/>
                      <a:pt x="7" y="45"/>
                    </a:cubicBezTo>
                    <a:cubicBezTo>
                      <a:pt x="10" y="42"/>
                      <a:pt x="15" y="41"/>
                      <a:pt x="20" y="43"/>
                    </a:cubicBezTo>
                    <a:cubicBezTo>
                      <a:pt x="25" y="46"/>
                      <a:pt x="27" y="52"/>
                      <a:pt x="26" y="56"/>
                    </a:cubicBezTo>
                    <a:cubicBezTo>
                      <a:pt x="36" y="57"/>
                      <a:pt x="45" y="52"/>
                      <a:pt x="50" y="43"/>
                    </a:cubicBezTo>
                    <a:cubicBezTo>
                      <a:pt x="57" y="30"/>
                      <a:pt x="53" y="14"/>
                      <a:pt x="41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9" name="Freeform 1857">
                <a:extLst>
                  <a:ext uri="{FF2B5EF4-FFF2-40B4-BE49-F238E27FC236}">
                    <a16:creationId xmlns:a16="http://schemas.microsoft.com/office/drawing/2014/main" id="{D768AAB4-B499-4761-85A8-F55039AAA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611"/>
                <a:ext cx="58" cy="53"/>
              </a:xfrm>
              <a:custGeom>
                <a:avLst/>
                <a:gdLst>
                  <a:gd name="T0" fmla="*/ 5629 w 23"/>
                  <a:gd name="T1" fmla="*/ 4184 h 20"/>
                  <a:gd name="T2" fmla="*/ 3351 w 23"/>
                  <a:gd name="T3" fmla="*/ 4444 h 20"/>
                  <a:gd name="T4" fmla="*/ 2022 w 23"/>
                  <a:gd name="T5" fmla="*/ 6903 h 20"/>
                  <a:gd name="T6" fmla="*/ 802 w 23"/>
                  <a:gd name="T7" fmla="*/ 5470 h 20"/>
                  <a:gd name="T8" fmla="*/ 2022 w 23"/>
                  <a:gd name="T9" fmla="*/ 1039 h 20"/>
                  <a:gd name="T10" fmla="*/ 5629 w 23"/>
                  <a:gd name="T11" fmla="*/ 1677 h 20"/>
                  <a:gd name="T12" fmla="*/ 5629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2"/>
                    </a:moveTo>
                    <a:cubicBezTo>
                      <a:pt x="20" y="11"/>
                      <a:pt x="16" y="11"/>
                      <a:pt x="13" y="13"/>
                    </a:cubicBezTo>
                    <a:cubicBezTo>
                      <a:pt x="10" y="15"/>
                      <a:pt x="8" y="17"/>
                      <a:pt x="8" y="20"/>
                    </a:cubicBezTo>
                    <a:cubicBezTo>
                      <a:pt x="5" y="19"/>
                      <a:pt x="4" y="18"/>
                      <a:pt x="3" y="16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3" y="0"/>
                      <a:pt x="19" y="1"/>
                      <a:pt x="22" y="5"/>
                    </a:cubicBezTo>
                    <a:cubicBezTo>
                      <a:pt x="23" y="7"/>
                      <a:pt x="23" y="9"/>
                      <a:pt x="22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0" name="Freeform 1858">
                <a:extLst>
                  <a:ext uri="{FF2B5EF4-FFF2-40B4-BE49-F238E27FC236}">
                    <a16:creationId xmlns:a16="http://schemas.microsoft.com/office/drawing/2014/main" id="{69FF9374-84AE-4EFD-9933-55F18DF0C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584"/>
                <a:ext cx="58" cy="53"/>
              </a:xfrm>
              <a:custGeom>
                <a:avLst/>
                <a:gdLst>
                  <a:gd name="T0" fmla="*/ 5901 w 23"/>
                  <a:gd name="T1" fmla="*/ 4184 h 20"/>
                  <a:gd name="T2" fmla="*/ 3561 w 23"/>
                  <a:gd name="T3" fmla="*/ 4444 h 20"/>
                  <a:gd name="T4" fmla="*/ 2022 w 23"/>
                  <a:gd name="T5" fmla="*/ 6903 h 20"/>
                  <a:gd name="T6" fmla="*/ 802 w 23"/>
                  <a:gd name="T7" fmla="*/ 5470 h 20"/>
                  <a:gd name="T8" fmla="*/ 2022 w 23"/>
                  <a:gd name="T9" fmla="*/ 1039 h 20"/>
                  <a:gd name="T10" fmla="*/ 5629 w 23"/>
                  <a:gd name="T11" fmla="*/ 1677 h 20"/>
                  <a:gd name="T12" fmla="*/ 5901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3" y="12"/>
                    </a:moveTo>
                    <a:cubicBezTo>
                      <a:pt x="20" y="11"/>
                      <a:pt x="17" y="11"/>
                      <a:pt x="14" y="13"/>
                    </a:cubicBezTo>
                    <a:cubicBezTo>
                      <a:pt x="11" y="15"/>
                      <a:pt x="9" y="17"/>
                      <a:pt x="8" y="20"/>
                    </a:cubicBezTo>
                    <a:cubicBezTo>
                      <a:pt x="6" y="19"/>
                      <a:pt x="4" y="18"/>
                      <a:pt x="3" y="16"/>
                    </a:cubicBezTo>
                    <a:cubicBezTo>
                      <a:pt x="0" y="12"/>
                      <a:pt x="3" y="6"/>
                      <a:pt x="8" y="3"/>
                    </a:cubicBezTo>
                    <a:cubicBezTo>
                      <a:pt x="13" y="0"/>
                      <a:pt x="20" y="1"/>
                      <a:pt x="22" y="5"/>
                    </a:cubicBezTo>
                    <a:cubicBezTo>
                      <a:pt x="23" y="7"/>
                      <a:pt x="23" y="9"/>
                      <a:pt x="23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1" name="Freeform 1859">
                <a:extLst>
                  <a:ext uri="{FF2B5EF4-FFF2-40B4-BE49-F238E27FC236}">
                    <a16:creationId xmlns:a16="http://schemas.microsoft.com/office/drawing/2014/main" id="{69E2DC16-0758-41DC-A67D-184F556DE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557"/>
                <a:ext cx="57" cy="54"/>
              </a:xfrm>
              <a:custGeom>
                <a:avLst/>
                <a:gdLst>
                  <a:gd name="T0" fmla="*/ 5128 w 23"/>
                  <a:gd name="T1" fmla="*/ 4309 h 20"/>
                  <a:gd name="T2" fmla="*/ 2984 w 23"/>
                  <a:gd name="T3" fmla="*/ 5060 h 20"/>
                  <a:gd name="T4" fmla="*/ 1584 w 23"/>
                  <a:gd name="T5" fmla="*/ 7757 h 20"/>
                  <a:gd name="T6" fmla="*/ 454 w 23"/>
                  <a:gd name="T7" fmla="*/ 6161 h 20"/>
                  <a:gd name="T8" fmla="*/ 1584 w 23"/>
                  <a:gd name="T9" fmla="*/ 1158 h 20"/>
                  <a:gd name="T10" fmla="*/ 4870 w 23"/>
                  <a:gd name="T11" fmla="*/ 2028 h 20"/>
                  <a:gd name="T12" fmla="*/ 5128 w 23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1"/>
                    </a:moveTo>
                    <a:cubicBezTo>
                      <a:pt x="19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7" y="20"/>
                    </a:cubicBezTo>
                    <a:cubicBezTo>
                      <a:pt x="5" y="19"/>
                      <a:pt x="3" y="18"/>
                      <a:pt x="2" y="16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3" y="0"/>
                      <a:pt x="19" y="1"/>
                      <a:pt x="21" y="5"/>
                    </a:cubicBezTo>
                    <a:cubicBezTo>
                      <a:pt x="22" y="7"/>
                      <a:pt x="23" y="9"/>
                      <a:pt x="22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2" name="Freeform 1860">
                <a:extLst>
                  <a:ext uri="{FF2B5EF4-FFF2-40B4-BE49-F238E27FC236}">
                    <a16:creationId xmlns:a16="http://schemas.microsoft.com/office/drawing/2014/main" id="{4C1E1E18-4F44-4844-BA82-F85B797F4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31"/>
                <a:ext cx="57" cy="53"/>
              </a:xfrm>
              <a:custGeom>
                <a:avLst/>
                <a:gdLst>
                  <a:gd name="T0" fmla="*/ 5128 w 23"/>
                  <a:gd name="T1" fmla="*/ 3800 h 20"/>
                  <a:gd name="T2" fmla="*/ 2984 w 23"/>
                  <a:gd name="T3" fmla="*/ 4444 h 20"/>
                  <a:gd name="T4" fmla="*/ 1886 w 23"/>
                  <a:gd name="T5" fmla="*/ 6903 h 20"/>
                  <a:gd name="T6" fmla="*/ 639 w 23"/>
                  <a:gd name="T7" fmla="*/ 5470 h 20"/>
                  <a:gd name="T8" fmla="*/ 1886 w 23"/>
                  <a:gd name="T9" fmla="*/ 1039 h 20"/>
                  <a:gd name="T10" fmla="*/ 5128 w 23"/>
                  <a:gd name="T11" fmla="*/ 1677 h 20"/>
                  <a:gd name="T12" fmla="*/ 5128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1"/>
                    </a:moveTo>
                    <a:cubicBezTo>
                      <a:pt x="20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8" y="20"/>
                    </a:cubicBezTo>
                    <a:cubicBezTo>
                      <a:pt x="6" y="19"/>
                      <a:pt x="4" y="18"/>
                      <a:pt x="3" y="16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3" y="0"/>
                      <a:pt x="19" y="1"/>
                      <a:pt x="22" y="5"/>
                    </a:cubicBezTo>
                    <a:cubicBezTo>
                      <a:pt x="23" y="7"/>
                      <a:pt x="23" y="9"/>
                      <a:pt x="22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3" name="Freeform 1861">
                <a:extLst>
                  <a:ext uri="{FF2B5EF4-FFF2-40B4-BE49-F238E27FC236}">
                    <a16:creationId xmlns:a16="http://schemas.microsoft.com/office/drawing/2014/main" id="{F4C49E73-95D6-44CA-AE88-66EC9CEE8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04"/>
                <a:ext cx="55" cy="53"/>
              </a:xfrm>
              <a:custGeom>
                <a:avLst/>
                <a:gdLst>
                  <a:gd name="T0" fmla="*/ 5395 w 22"/>
                  <a:gd name="T1" fmla="*/ 3800 h 20"/>
                  <a:gd name="T2" fmla="*/ 3250 w 22"/>
                  <a:gd name="T3" fmla="*/ 4444 h 20"/>
                  <a:gd name="T4" fmla="*/ 1770 w 22"/>
                  <a:gd name="T5" fmla="*/ 6903 h 20"/>
                  <a:gd name="T6" fmla="*/ 520 w 22"/>
                  <a:gd name="T7" fmla="*/ 5470 h 20"/>
                  <a:gd name="T8" fmla="*/ 1770 w 22"/>
                  <a:gd name="T9" fmla="*/ 1039 h 20"/>
                  <a:gd name="T10" fmla="*/ 5208 w 22"/>
                  <a:gd name="T11" fmla="*/ 1677 h 20"/>
                  <a:gd name="T12" fmla="*/ 5395 w 22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22" y="11"/>
                    </a:moveTo>
                    <a:cubicBezTo>
                      <a:pt x="19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7" y="20"/>
                    </a:cubicBezTo>
                    <a:cubicBezTo>
                      <a:pt x="5" y="19"/>
                      <a:pt x="3" y="18"/>
                      <a:pt x="2" y="16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2" y="0"/>
                      <a:pt x="19" y="1"/>
                      <a:pt x="21" y="5"/>
                    </a:cubicBezTo>
                    <a:cubicBezTo>
                      <a:pt x="22" y="7"/>
                      <a:pt x="22" y="9"/>
                      <a:pt x="22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4" name="Freeform 1862">
                <a:extLst>
                  <a:ext uri="{FF2B5EF4-FFF2-40B4-BE49-F238E27FC236}">
                    <a16:creationId xmlns:a16="http://schemas.microsoft.com/office/drawing/2014/main" id="{8F3F0558-8038-41D7-8110-FA094C13A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477"/>
                <a:ext cx="58" cy="54"/>
              </a:xfrm>
              <a:custGeom>
                <a:avLst/>
                <a:gdLst>
                  <a:gd name="T0" fmla="*/ 5629 w 23"/>
                  <a:gd name="T1" fmla="*/ 4309 h 20"/>
                  <a:gd name="T2" fmla="*/ 3351 w 23"/>
                  <a:gd name="T3" fmla="*/ 5060 h 20"/>
                  <a:gd name="T4" fmla="*/ 1813 w 23"/>
                  <a:gd name="T5" fmla="*/ 7757 h 20"/>
                  <a:gd name="T6" fmla="*/ 527 w 23"/>
                  <a:gd name="T7" fmla="*/ 6161 h 20"/>
                  <a:gd name="T8" fmla="*/ 1813 w 23"/>
                  <a:gd name="T9" fmla="*/ 1158 h 20"/>
                  <a:gd name="T10" fmla="*/ 5629 w 23"/>
                  <a:gd name="T11" fmla="*/ 2028 h 20"/>
                  <a:gd name="T12" fmla="*/ 5629 w 23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1"/>
                    </a:moveTo>
                    <a:cubicBezTo>
                      <a:pt x="19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7" y="20"/>
                    </a:cubicBezTo>
                    <a:cubicBezTo>
                      <a:pt x="5" y="19"/>
                      <a:pt x="3" y="18"/>
                      <a:pt x="2" y="16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3" y="0"/>
                      <a:pt x="19" y="1"/>
                      <a:pt x="22" y="5"/>
                    </a:cubicBezTo>
                    <a:cubicBezTo>
                      <a:pt x="23" y="7"/>
                      <a:pt x="23" y="9"/>
                      <a:pt x="22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5" name="Freeform 1863">
                <a:extLst>
                  <a:ext uri="{FF2B5EF4-FFF2-40B4-BE49-F238E27FC236}">
                    <a16:creationId xmlns:a16="http://schemas.microsoft.com/office/drawing/2014/main" id="{AEC8EFE4-A21C-4F37-AF88-27C752C33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451"/>
                <a:ext cx="58" cy="53"/>
              </a:xfrm>
              <a:custGeom>
                <a:avLst/>
                <a:gdLst>
                  <a:gd name="T0" fmla="*/ 5629 w 23"/>
                  <a:gd name="T1" fmla="*/ 3800 h 20"/>
                  <a:gd name="T2" fmla="*/ 3351 w 23"/>
                  <a:gd name="T3" fmla="*/ 4444 h 20"/>
                  <a:gd name="T4" fmla="*/ 2022 w 23"/>
                  <a:gd name="T5" fmla="*/ 6903 h 20"/>
                  <a:gd name="T6" fmla="*/ 802 w 23"/>
                  <a:gd name="T7" fmla="*/ 5470 h 20"/>
                  <a:gd name="T8" fmla="*/ 2022 w 23"/>
                  <a:gd name="T9" fmla="*/ 1039 h 20"/>
                  <a:gd name="T10" fmla="*/ 5629 w 23"/>
                  <a:gd name="T11" fmla="*/ 1677 h 20"/>
                  <a:gd name="T12" fmla="*/ 5629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1"/>
                    </a:moveTo>
                    <a:cubicBezTo>
                      <a:pt x="20" y="11"/>
                      <a:pt x="16" y="11"/>
                      <a:pt x="13" y="13"/>
                    </a:cubicBezTo>
                    <a:cubicBezTo>
                      <a:pt x="11" y="14"/>
                      <a:pt x="9" y="17"/>
                      <a:pt x="8" y="20"/>
                    </a:cubicBezTo>
                    <a:cubicBezTo>
                      <a:pt x="6" y="19"/>
                      <a:pt x="4" y="18"/>
                      <a:pt x="3" y="16"/>
                    </a:cubicBezTo>
                    <a:cubicBezTo>
                      <a:pt x="0" y="11"/>
                      <a:pt x="3" y="6"/>
                      <a:pt x="8" y="3"/>
                    </a:cubicBezTo>
                    <a:cubicBezTo>
                      <a:pt x="13" y="0"/>
                      <a:pt x="19" y="1"/>
                      <a:pt x="22" y="5"/>
                    </a:cubicBezTo>
                    <a:cubicBezTo>
                      <a:pt x="23" y="7"/>
                      <a:pt x="23" y="9"/>
                      <a:pt x="22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6" name="Freeform 1864">
                <a:extLst>
                  <a:ext uri="{FF2B5EF4-FFF2-40B4-BE49-F238E27FC236}">
                    <a16:creationId xmlns:a16="http://schemas.microsoft.com/office/drawing/2014/main" id="{E40D0194-363A-47E1-B67B-D07F83ED8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424"/>
                <a:ext cx="55" cy="53"/>
              </a:xfrm>
              <a:custGeom>
                <a:avLst/>
                <a:gdLst>
                  <a:gd name="T0" fmla="*/ 5395 w 22"/>
                  <a:gd name="T1" fmla="*/ 3800 h 20"/>
                  <a:gd name="T2" fmla="*/ 3250 w 22"/>
                  <a:gd name="T3" fmla="*/ 4444 h 20"/>
                  <a:gd name="T4" fmla="*/ 1770 w 22"/>
                  <a:gd name="T5" fmla="*/ 6903 h 20"/>
                  <a:gd name="T6" fmla="*/ 520 w 22"/>
                  <a:gd name="T7" fmla="*/ 5470 h 20"/>
                  <a:gd name="T8" fmla="*/ 1770 w 22"/>
                  <a:gd name="T9" fmla="*/ 1039 h 20"/>
                  <a:gd name="T10" fmla="*/ 5208 w 22"/>
                  <a:gd name="T11" fmla="*/ 1677 h 20"/>
                  <a:gd name="T12" fmla="*/ 5395 w 22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22" y="11"/>
                    </a:moveTo>
                    <a:cubicBezTo>
                      <a:pt x="19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7" y="20"/>
                    </a:cubicBezTo>
                    <a:cubicBezTo>
                      <a:pt x="5" y="19"/>
                      <a:pt x="3" y="18"/>
                      <a:pt x="2" y="16"/>
                    </a:cubicBezTo>
                    <a:cubicBezTo>
                      <a:pt x="0" y="11"/>
                      <a:pt x="2" y="5"/>
                      <a:pt x="7" y="3"/>
                    </a:cubicBezTo>
                    <a:cubicBezTo>
                      <a:pt x="13" y="0"/>
                      <a:pt x="19" y="1"/>
                      <a:pt x="21" y="5"/>
                    </a:cubicBezTo>
                    <a:cubicBezTo>
                      <a:pt x="22" y="7"/>
                      <a:pt x="22" y="9"/>
                      <a:pt x="22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7" name="Freeform 1865">
                <a:extLst>
                  <a:ext uri="{FF2B5EF4-FFF2-40B4-BE49-F238E27FC236}">
                    <a16:creationId xmlns:a16="http://schemas.microsoft.com/office/drawing/2014/main" id="{A07F24CC-3CEF-40AF-8038-CFE233997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397"/>
                <a:ext cx="57" cy="54"/>
              </a:xfrm>
              <a:custGeom>
                <a:avLst/>
                <a:gdLst>
                  <a:gd name="T0" fmla="*/ 5128 w 23"/>
                  <a:gd name="T1" fmla="*/ 4309 h 20"/>
                  <a:gd name="T2" fmla="*/ 2984 w 23"/>
                  <a:gd name="T3" fmla="*/ 5060 h 20"/>
                  <a:gd name="T4" fmla="*/ 1584 w 23"/>
                  <a:gd name="T5" fmla="*/ 7757 h 20"/>
                  <a:gd name="T6" fmla="*/ 454 w 23"/>
                  <a:gd name="T7" fmla="*/ 6161 h 20"/>
                  <a:gd name="T8" fmla="*/ 1886 w 23"/>
                  <a:gd name="T9" fmla="*/ 751 h 20"/>
                  <a:gd name="T10" fmla="*/ 5128 w 23"/>
                  <a:gd name="T11" fmla="*/ 2028 h 20"/>
                  <a:gd name="T12" fmla="*/ 5128 w 23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1"/>
                    </a:moveTo>
                    <a:cubicBezTo>
                      <a:pt x="19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7" y="20"/>
                    </a:cubicBezTo>
                    <a:cubicBezTo>
                      <a:pt x="5" y="19"/>
                      <a:pt x="4" y="18"/>
                      <a:pt x="2" y="16"/>
                    </a:cubicBezTo>
                    <a:cubicBezTo>
                      <a:pt x="0" y="11"/>
                      <a:pt x="2" y="5"/>
                      <a:pt x="8" y="2"/>
                    </a:cubicBezTo>
                    <a:cubicBezTo>
                      <a:pt x="13" y="0"/>
                      <a:pt x="19" y="1"/>
                      <a:pt x="22" y="5"/>
                    </a:cubicBezTo>
                    <a:cubicBezTo>
                      <a:pt x="23" y="7"/>
                      <a:pt x="23" y="9"/>
                      <a:pt x="22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8" name="Freeform 1866">
                <a:extLst>
                  <a:ext uri="{FF2B5EF4-FFF2-40B4-BE49-F238E27FC236}">
                    <a16:creationId xmlns:a16="http://schemas.microsoft.com/office/drawing/2014/main" id="{7EDEEE7D-092E-42D5-AE35-02597A6B5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368"/>
                <a:ext cx="57" cy="56"/>
              </a:xfrm>
              <a:custGeom>
                <a:avLst/>
                <a:gdLst>
                  <a:gd name="T0" fmla="*/ 5313 w 23"/>
                  <a:gd name="T1" fmla="*/ 4301 h 21"/>
                  <a:gd name="T2" fmla="*/ 3286 w 23"/>
                  <a:gd name="T3" fmla="*/ 4701 h 21"/>
                  <a:gd name="T4" fmla="*/ 1886 w 23"/>
                  <a:gd name="T5" fmla="*/ 7531 h 21"/>
                  <a:gd name="T6" fmla="*/ 639 w 23"/>
                  <a:gd name="T7" fmla="*/ 6067 h 21"/>
                  <a:gd name="T8" fmla="*/ 1886 w 23"/>
                  <a:gd name="T9" fmla="*/ 1059 h 21"/>
                  <a:gd name="T10" fmla="*/ 5128 w 23"/>
                  <a:gd name="T11" fmla="*/ 2184 h 21"/>
                  <a:gd name="T12" fmla="*/ 5313 w 23"/>
                  <a:gd name="T13" fmla="*/ 430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23" y="12"/>
                    </a:moveTo>
                    <a:cubicBezTo>
                      <a:pt x="20" y="11"/>
                      <a:pt x="17" y="12"/>
                      <a:pt x="14" y="13"/>
                    </a:cubicBezTo>
                    <a:cubicBezTo>
                      <a:pt x="11" y="15"/>
                      <a:pt x="9" y="18"/>
                      <a:pt x="8" y="21"/>
                    </a:cubicBezTo>
                    <a:cubicBezTo>
                      <a:pt x="6" y="20"/>
                      <a:pt x="4" y="19"/>
                      <a:pt x="3" y="17"/>
                    </a:cubicBezTo>
                    <a:cubicBezTo>
                      <a:pt x="0" y="12"/>
                      <a:pt x="3" y="6"/>
                      <a:pt x="8" y="3"/>
                    </a:cubicBezTo>
                    <a:cubicBezTo>
                      <a:pt x="13" y="0"/>
                      <a:pt x="20" y="2"/>
                      <a:pt x="22" y="6"/>
                    </a:cubicBezTo>
                    <a:cubicBezTo>
                      <a:pt x="23" y="8"/>
                      <a:pt x="23" y="10"/>
                      <a:pt x="23" y="12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9" name="Freeform 1867">
                <a:extLst>
                  <a:ext uri="{FF2B5EF4-FFF2-40B4-BE49-F238E27FC236}">
                    <a16:creationId xmlns:a16="http://schemas.microsoft.com/office/drawing/2014/main" id="{534DD326-7C3E-4532-9148-A3D6CC41C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261"/>
                <a:ext cx="143" cy="152"/>
              </a:xfrm>
              <a:custGeom>
                <a:avLst/>
                <a:gdLst>
                  <a:gd name="T0" fmla="*/ 4280 w 57"/>
                  <a:gd name="T1" fmla="*/ 2581 h 57"/>
                  <a:gd name="T2" fmla="*/ 12915 w 57"/>
                  <a:gd name="T3" fmla="*/ 6067 h 57"/>
                  <a:gd name="T4" fmla="*/ 12444 w 57"/>
                  <a:gd name="T5" fmla="*/ 16179 h 57"/>
                  <a:gd name="T6" fmla="*/ 9240 w 57"/>
                  <a:gd name="T7" fmla="*/ 15531 h 57"/>
                  <a:gd name="T8" fmla="*/ 7767 w 57"/>
                  <a:gd name="T9" fmla="*/ 20083 h 57"/>
                  <a:gd name="T10" fmla="*/ 1781 w 57"/>
                  <a:gd name="T11" fmla="*/ 15531 h 57"/>
                  <a:gd name="T12" fmla="*/ 4280 w 57"/>
                  <a:gd name="T13" fmla="*/ 2581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7">
                    <a:moveTo>
                      <a:pt x="17" y="7"/>
                    </a:moveTo>
                    <a:cubicBezTo>
                      <a:pt x="29" y="0"/>
                      <a:pt x="45" y="5"/>
                      <a:pt x="52" y="17"/>
                    </a:cubicBezTo>
                    <a:cubicBezTo>
                      <a:pt x="57" y="26"/>
                      <a:pt x="56" y="37"/>
                      <a:pt x="50" y="45"/>
                    </a:cubicBezTo>
                    <a:cubicBezTo>
                      <a:pt x="48" y="42"/>
                      <a:pt x="42" y="41"/>
                      <a:pt x="37" y="43"/>
                    </a:cubicBezTo>
                    <a:cubicBezTo>
                      <a:pt x="32" y="46"/>
                      <a:pt x="30" y="52"/>
                      <a:pt x="31" y="56"/>
                    </a:cubicBezTo>
                    <a:cubicBezTo>
                      <a:pt x="22" y="57"/>
                      <a:pt x="12" y="52"/>
                      <a:pt x="7" y="43"/>
                    </a:cubicBezTo>
                    <a:cubicBezTo>
                      <a:pt x="0" y="30"/>
                      <a:pt x="4" y="14"/>
                      <a:pt x="17" y="7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0" name="Freeform 1868">
                <a:extLst>
                  <a:ext uri="{FF2B5EF4-FFF2-40B4-BE49-F238E27FC236}">
                    <a16:creationId xmlns:a16="http://schemas.microsoft.com/office/drawing/2014/main" id="{E6BAB107-3668-49BC-B900-75986B43F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280"/>
                <a:ext cx="75" cy="67"/>
              </a:xfrm>
              <a:custGeom>
                <a:avLst/>
                <a:gdLst>
                  <a:gd name="T0" fmla="*/ 4220 w 30"/>
                  <a:gd name="T1" fmla="*/ 402 h 25"/>
                  <a:gd name="T2" fmla="*/ 6845 w 30"/>
                  <a:gd name="T3" fmla="*/ 6349 h 25"/>
                  <a:gd name="T4" fmla="*/ 3438 w 30"/>
                  <a:gd name="T5" fmla="*/ 7067 h 25"/>
                  <a:gd name="T6" fmla="*/ 313 w 30"/>
                  <a:gd name="T7" fmla="*/ 4425 h 25"/>
                  <a:gd name="T8" fmla="*/ 4220 w 30"/>
                  <a:gd name="T9" fmla="*/ 4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17" y="1"/>
                    </a:moveTo>
                    <a:cubicBezTo>
                      <a:pt x="25" y="3"/>
                      <a:pt x="30" y="10"/>
                      <a:pt x="28" y="17"/>
                    </a:cubicBezTo>
                    <a:cubicBezTo>
                      <a:pt x="27" y="25"/>
                      <a:pt x="22" y="21"/>
                      <a:pt x="14" y="19"/>
                    </a:cubicBezTo>
                    <a:cubicBezTo>
                      <a:pt x="7" y="18"/>
                      <a:pt x="0" y="20"/>
                      <a:pt x="1" y="12"/>
                    </a:cubicBezTo>
                    <a:cubicBezTo>
                      <a:pt x="3" y="5"/>
                      <a:pt x="10" y="0"/>
                      <a:pt x="17" y="1"/>
                    </a:cubicBezTo>
                    <a:close/>
                  </a:path>
                </a:pathLst>
              </a:cu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1" name="Freeform 1869">
                <a:extLst>
                  <a:ext uri="{FF2B5EF4-FFF2-40B4-BE49-F238E27FC236}">
                    <a16:creationId xmlns:a16="http://schemas.microsoft.com/office/drawing/2014/main" id="{3644E70B-F881-45F4-A715-9BFA99F2E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293"/>
                <a:ext cx="27" cy="30"/>
              </a:xfrm>
              <a:custGeom>
                <a:avLst/>
                <a:gdLst>
                  <a:gd name="T0" fmla="*/ 621 w 11"/>
                  <a:gd name="T1" fmla="*/ 447 h 11"/>
                  <a:gd name="T2" fmla="*/ 2216 w 11"/>
                  <a:gd name="T3" fmla="*/ 1219 h 11"/>
                  <a:gd name="T4" fmla="*/ 1777 w 11"/>
                  <a:gd name="T5" fmla="*/ 3755 h 11"/>
                  <a:gd name="T6" fmla="*/ 427 w 11"/>
                  <a:gd name="T7" fmla="*/ 2877 h 11"/>
                  <a:gd name="T8" fmla="*/ 621 w 11"/>
                  <a:gd name="T9" fmla="*/ 44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3" y="1"/>
                    </a:moveTo>
                    <a:cubicBezTo>
                      <a:pt x="6" y="0"/>
                      <a:pt x="8" y="1"/>
                      <a:pt x="10" y="3"/>
                    </a:cubicBezTo>
                    <a:cubicBezTo>
                      <a:pt x="11" y="5"/>
                      <a:pt x="10" y="8"/>
                      <a:pt x="8" y="9"/>
                    </a:cubicBezTo>
                    <a:cubicBezTo>
                      <a:pt x="6" y="11"/>
                      <a:pt x="3" y="10"/>
                      <a:pt x="2" y="7"/>
                    </a:cubicBezTo>
                    <a:cubicBezTo>
                      <a:pt x="0" y="5"/>
                      <a:pt x="1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2" name="Freeform 1870">
                <a:extLst>
                  <a:ext uri="{FF2B5EF4-FFF2-40B4-BE49-F238E27FC236}">
                    <a16:creationId xmlns:a16="http://schemas.microsoft.com/office/drawing/2014/main" id="{94CACFF9-D5F6-41CB-A342-164DE9974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317"/>
                <a:ext cx="120" cy="83"/>
              </a:xfrm>
              <a:custGeom>
                <a:avLst/>
                <a:gdLst>
                  <a:gd name="T0" fmla="*/ 4895 w 48"/>
                  <a:gd name="T1" fmla="*/ 10996 h 31"/>
                  <a:gd name="T2" fmla="*/ 988 w 48"/>
                  <a:gd name="T3" fmla="*/ 7047 h 31"/>
                  <a:gd name="T4" fmla="*/ 520 w 48"/>
                  <a:gd name="T5" fmla="*/ 0 h 31"/>
                  <a:gd name="T6" fmla="*/ 988 w 48"/>
                  <a:gd name="T7" fmla="*/ 4415 h 31"/>
                  <a:gd name="T8" fmla="*/ 4425 w 48"/>
                  <a:gd name="T9" fmla="*/ 8123 h 31"/>
                  <a:gd name="T10" fmla="*/ 8333 w 48"/>
                  <a:gd name="T11" fmla="*/ 5491 h 31"/>
                  <a:gd name="T12" fmla="*/ 11250 w 48"/>
                  <a:gd name="T13" fmla="*/ 2632 h 31"/>
                  <a:gd name="T14" fmla="*/ 10550 w 48"/>
                  <a:gd name="T15" fmla="*/ 6624 h 31"/>
                  <a:gd name="T16" fmla="*/ 7158 w 48"/>
                  <a:gd name="T17" fmla="*/ 7714 h 31"/>
                  <a:gd name="T18" fmla="*/ 4895 w 48"/>
                  <a:gd name="T19" fmla="*/ 10996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31">
                    <a:moveTo>
                      <a:pt x="20" y="30"/>
                    </a:moveTo>
                    <a:cubicBezTo>
                      <a:pt x="13" y="29"/>
                      <a:pt x="7" y="25"/>
                      <a:pt x="4" y="19"/>
                    </a:cubicBezTo>
                    <a:cubicBezTo>
                      <a:pt x="0" y="13"/>
                      <a:pt x="0" y="6"/>
                      <a:pt x="2" y="0"/>
                    </a:cubicBezTo>
                    <a:cubicBezTo>
                      <a:pt x="2" y="4"/>
                      <a:pt x="2" y="9"/>
                      <a:pt x="4" y="12"/>
                    </a:cubicBezTo>
                    <a:cubicBezTo>
                      <a:pt x="8" y="19"/>
                      <a:pt x="10" y="21"/>
                      <a:pt x="18" y="22"/>
                    </a:cubicBezTo>
                    <a:cubicBezTo>
                      <a:pt x="23" y="22"/>
                      <a:pt x="27" y="16"/>
                      <a:pt x="34" y="15"/>
                    </a:cubicBezTo>
                    <a:cubicBezTo>
                      <a:pt x="40" y="14"/>
                      <a:pt x="47" y="13"/>
                      <a:pt x="46" y="7"/>
                    </a:cubicBezTo>
                    <a:cubicBezTo>
                      <a:pt x="48" y="11"/>
                      <a:pt x="45" y="17"/>
                      <a:pt x="43" y="18"/>
                    </a:cubicBezTo>
                    <a:cubicBezTo>
                      <a:pt x="40" y="19"/>
                      <a:pt x="35" y="17"/>
                      <a:pt x="29" y="21"/>
                    </a:cubicBezTo>
                    <a:cubicBezTo>
                      <a:pt x="23" y="25"/>
                      <a:pt x="23" y="31"/>
                      <a:pt x="20" y="30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3" name="Freeform 1871">
                <a:extLst>
                  <a:ext uri="{FF2B5EF4-FFF2-40B4-BE49-F238E27FC236}">
                    <a16:creationId xmlns:a16="http://schemas.microsoft.com/office/drawing/2014/main" id="{2346069C-963D-40ED-B0CF-58F8BFFB6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376"/>
                <a:ext cx="40" cy="16"/>
              </a:xfrm>
              <a:custGeom>
                <a:avLst/>
                <a:gdLst>
                  <a:gd name="T0" fmla="*/ 1300 w 16"/>
                  <a:gd name="T1" fmla="*/ 661 h 6"/>
                  <a:gd name="T2" fmla="*/ 3908 w 16"/>
                  <a:gd name="T3" fmla="*/ 2184 h 6"/>
                  <a:gd name="T4" fmla="*/ 0 w 16"/>
                  <a:gd name="T5" fmla="*/ 2184 h 6"/>
                  <a:gd name="T6" fmla="*/ 1300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5" y="2"/>
                    </a:moveTo>
                    <a:cubicBezTo>
                      <a:pt x="9" y="0"/>
                      <a:pt x="15" y="1"/>
                      <a:pt x="16" y="6"/>
                    </a:cubicBezTo>
                    <a:cubicBezTo>
                      <a:pt x="13" y="4"/>
                      <a:pt x="5" y="2"/>
                      <a:pt x="0" y="6"/>
                    </a:cubicBezTo>
                    <a:cubicBezTo>
                      <a:pt x="1" y="5"/>
                      <a:pt x="2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4" name="Freeform 1872">
                <a:extLst>
                  <a:ext uri="{FF2B5EF4-FFF2-40B4-BE49-F238E27FC236}">
                    <a16:creationId xmlns:a16="http://schemas.microsoft.com/office/drawing/2014/main" id="{55A0AB87-3706-46FA-BB2B-58C199C19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403"/>
                <a:ext cx="40" cy="16"/>
              </a:xfrm>
              <a:custGeom>
                <a:avLst/>
                <a:gdLst>
                  <a:gd name="T0" fmla="*/ 1300 w 16"/>
                  <a:gd name="T1" fmla="*/ 661 h 6"/>
                  <a:gd name="T2" fmla="*/ 3908 w 16"/>
                  <a:gd name="T3" fmla="*/ 2184 h 6"/>
                  <a:gd name="T4" fmla="*/ 0 w 16"/>
                  <a:gd name="T5" fmla="*/ 2184 h 6"/>
                  <a:gd name="T6" fmla="*/ 1300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5" y="2"/>
                    </a:moveTo>
                    <a:cubicBezTo>
                      <a:pt x="9" y="0"/>
                      <a:pt x="15" y="1"/>
                      <a:pt x="16" y="6"/>
                    </a:cubicBezTo>
                    <a:cubicBezTo>
                      <a:pt x="13" y="4"/>
                      <a:pt x="5" y="2"/>
                      <a:pt x="0" y="6"/>
                    </a:cubicBezTo>
                    <a:cubicBezTo>
                      <a:pt x="1" y="5"/>
                      <a:pt x="2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5" name="Freeform 1873">
                <a:extLst>
                  <a:ext uri="{FF2B5EF4-FFF2-40B4-BE49-F238E27FC236}">
                    <a16:creationId xmlns:a16="http://schemas.microsoft.com/office/drawing/2014/main" id="{8C92F9F4-64AC-4616-BF15-38CD0E304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429"/>
                <a:ext cx="38" cy="19"/>
              </a:xfrm>
              <a:custGeom>
                <a:avLst/>
                <a:gdLst>
                  <a:gd name="T0" fmla="*/ 1026 w 15"/>
                  <a:gd name="T1" fmla="*/ 760 h 7"/>
                  <a:gd name="T2" fmla="*/ 3955 w 15"/>
                  <a:gd name="T3" fmla="*/ 2342 h 7"/>
                  <a:gd name="T4" fmla="*/ 0 w 15"/>
                  <a:gd name="T5" fmla="*/ 2823 h 7"/>
                  <a:gd name="T6" fmla="*/ 1026 w 15"/>
                  <a:gd name="T7" fmla="*/ 76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4" y="2"/>
                    </a:moveTo>
                    <a:cubicBezTo>
                      <a:pt x="8" y="0"/>
                      <a:pt x="14" y="1"/>
                      <a:pt x="15" y="6"/>
                    </a:cubicBezTo>
                    <a:cubicBezTo>
                      <a:pt x="12" y="4"/>
                      <a:pt x="4" y="2"/>
                      <a:pt x="0" y="7"/>
                    </a:cubicBezTo>
                    <a:cubicBezTo>
                      <a:pt x="0" y="5"/>
                      <a:pt x="2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6" name="Freeform 1874">
                <a:extLst>
                  <a:ext uri="{FF2B5EF4-FFF2-40B4-BE49-F238E27FC236}">
                    <a16:creationId xmlns:a16="http://schemas.microsoft.com/office/drawing/2014/main" id="{B4689598-8423-4BC6-9159-11C36725C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459"/>
                <a:ext cx="40" cy="16"/>
              </a:xfrm>
              <a:custGeom>
                <a:avLst/>
                <a:gdLst>
                  <a:gd name="T0" fmla="*/ 1300 w 16"/>
                  <a:gd name="T1" fmla="*/ 661 h 6"/>
                  <a:gd name="T2" fmla="*/ 3908 w 16"/>
                  <a:gd name="T3" fmla="*/ 2184 h 6"/>
                  <a:gd name="T4" fmla="*/ 0 w 16"/>
                  <a:gd name="T5" fmla="*/ 2184 h 6"/>
                  <a:gd name="T6" fmla="*/ 1300 w 16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5" y="2"/>
                    </a:moveTo>
                    <a:cubicBezTo>
                      <a:pt x="9" y="0"/>
                      <a:pt x="15" y="0"/>
                      <a:pt x="16" y="6"/>
                    </a:cubicBezTo>
                    <a:cubicBezTo>
                      <a:pt x="13" y="3"/>
                      <a:pt x="5" y="1"/>
                      <a:pt x="0" y="6"/>
                    </a:cubicBezTo>
                    <a:cubicBezTo>
                      <a:pt x="1" y="4"/>
                      <a:pt x="2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7" name="Freeform 1875">
                <a:extLst>
                  <a:ext uri="{FF2B5EF4-FFF2-40B4-BE49-F238E27FC236}">
                    <a16:creationId xmlns:a16="http://schemas.microsoft.com/office/drawing/2014/main" id="{0A704DD4-52B1-4CDE-9079-594572F2B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483"/>
                <a:ext cx="37" cy="18"/>
              </a:xfrm>
              <a:custGeom>
                <a:avLst/>
                <a:gdLst>
                  <a:gd name="T0" fmla="*/ 930 w 15"/>
                  <a:gd name="T1" fmla="*/ 563 h 7"/>
                  <a:gd name="T2" fmla="*/ 3365 w 15"/>
                  <a:gd name="T3" fmla="*/ 1700 h 7"/>
                  <a:gd name="T4" fmla="*/ 0 w 15"/>
                  <a:gd name="T5" fmla="*/ 2003 h 7"/>
                  <a:gd name="T6" fmla="*/ 930 w 15"/>
                  <a:gd name="T7" fmla="*/ 56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4" y="2"/>
                    </a:moveTo>
                    <a:cubicBezTo>
                      <a:pt x="8" y="0"/>
                      <a:pt x="15" y="1"/>
                      <a:pt x="15" y="6"/>
                    </a:cubicBezTo>
                    <a:cubicBezTo>
                      <a:pt x="12" y="4"/>
                      <a:pt x="4" y="2"/>
                      <a:pt x="0" y="7"/>
                    </a:cubicBezTo>
                    <a:cubicBezTo>
                      <a:pt x="0" y="5"/>
                      <a:pt x="2" y="4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8" name="Freeform 1876">
                <a:extLst>
                  <a:ext uri="{FF2B5EF4-FFF2-40B4-BE49-F238E27FC236}">
                    <a16:creationId xmlns:a16="http://schemas.microsoft.com/office/drawing/2014/main" id="{CDBE04BD-83BD-412A-AB15-5EEA4CEF0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09"/>
                <a:ext cx="37" cy="19"/>
              </a:xfrm>
              <a:custGeom>
                <a:avLst/>
                <a:gdLst>
                  <a:gd name="T0" fmla="*/ 930 w 15"/>
                  <a:gd name="T1" fmla="*/ 760 h 7"/>
                  <a:gd name="T2" fmla="*/ 3365 w 15"/>
                  <a:gd name="T3" fmla="*/ 2823 h 7"/>
                  <a:gd name="T4" fmla="*/ 0 w 15"/>
                  <a:gd name="T5" fmla="*/ 2823 h 7"/>
                  <a:gd name="T6" fmla="*/ 930 w 15"/>
                  <a:gd name="T7" fmla="*/ 76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4" y="2"/>
                    </a:moveTo>
                    <a:cubicBezTo>
                      <a:pt x="8" y="0"/>
                      <a:pt x="15" y="1"/>
                      <a:pt x="15" y="7"/>
                    </a:cubicBezTo>
                    <a:cubicBezTo>
                      <a:pt x="12" y="4"/>
                      <a:pt x="4" y="2"/>
                      <a:pt x="0" y="7"/>
                    </a:cubicBezTo>
                    <a:cubicBezTo>
                      <a:pt x="0" y="5"/>
                      <a:pt x="2" y="4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9" name="Freeform 1877">
                <a:extLst>
                  <a:ext uri="{FF2B5EF4-FFF2-40B4-BE49-F238E27FC236}">
                    <a16:creationId xmlns:a16="http://schemas.microsoft.com/office/drawing/2014/main" id="{63677AAE-8592-4C51-BF75-6402AEFE8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536"/>
                <a:ext cx="40" cy="19"/>
              </a:xfrm>
              <a:custGeom>
                <a:avLst/>
                <a:gdLst>
                  <a:gd name="T0" fmla="*/ 1300 w 16"/>
                  <a:gd name="T1" fmla="*/ 760 h 7"/>
                  <a:gd name="T2" fmla="*/ 3908 w 16"/>
                  <a:gd name="T3" fmla="*/ 2823 h 7"/>
                  <a:gd name="T4" fmla="*/ 0 w 16"/>
                  <a:gd name="T5" fmla="*/ 2823 h 7"/>
                  <a:gd name="T6" fmla="*/ 1300 w 16"/>
                  <a:gd name="T7" fmla="*/ 76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5" y="2"/>
                    </a:moveTo>
                    <a:cubicBezTo>
                      <a:pt x="8" y="0"/>
                      <a:pt x="15" y="1"/>
                      <a:pt x="16" y="7"/>
                    </a:cubicBezTo>
                    <a:cubicBezTo>
                      <a:pt x="13" y="4"/>
                      <a:pt x="5" y="2"/>
                      <a:pt x="0" y="7"/>
                    </a:cubicBezTo>
                    <a:cubicBezTo>
                      <a:pt x="1" y="5"/>
                      <a:pt x="2" y="4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0" name="Freeform 1878">
                <a:extLst>
                  <a:ext uri="{FF2B5EF4-FFF2-40B4-BE49-F238E27FC236}">
                    <a16:creationId xmlns:a16="http://schemas.microsoft.com/office/drawing/2014/main" id="{71530387-C85C-466D-910C-6BDBF9CEC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563"/>
                <a:ext cx="38" cy="18"/>
              </a:xfrm>
              <a:custGeom>
                <a:avLst/>
                <a:gdLst>
                  <a:gd name="T0" fmla="*/ 1026 w 15"/>
                  <a:gd name="T1" fmla="*/ 563 h 7"/>
                  <a:gd name="T2" fmla="*/ 3955 w 15"/>
                  <a:gd name="T3" fmla="*/ 1700 h 7"/>
                  <a:gd name="T4" fmla="*/ 0 w 15"/>
                  <a:gd name="T5" fmla="*/ 2003 h 7"/>
                  <a:gd name="T6" fmla="*/ 1026 w 15"/>
                  <a:gd name="T7" fmla="*/ 56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4" y="2"/>
                    </a:moveTo>
                    <a:cubicBezTo>
                      <a:pt x="8" y="0"/>
                      <a:pt x="14" y="1"/>
                      <a:pt x="15" y="6"/>
                    </a:cubicBezTo>
                    <a:cubicBezTo>
                      <a:pt x="12" y="4"/>
                      <a:pt x="4" y="2"/>
                      <a:pt x="0" y="7"/>
                    </a:cubicBezTo>
                    <a:cubicBezTo>
                      <a:pt x="0" y="5"/>
                      <a:pt x="2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1" name="Freeform 1879">
                <a:extLst>
                  <a:ext uri="{FF2B5EF4-FFF2-40B4-BE49-F238E27FC236}">
                    <a16:creationId xmlns:a16="http://schemas.microsoft.com/office/drawing/2014/main" id="{76DE05BE-C281-4378-A573-025E033F1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592"/>
                <a:ext cx="38" cy="16"/>
              </a:xfrm>
              <a:custGeom>
                <a:avLst/>
                <a:gdLst>
                  <a:gd name="T0" fmla="*/ 1026 w 15"/>
                  <a:gd name="T1" fmla="*/ 661 h 6"/>
                  <a:gd name="T2" fmla="*/ 3955 w 15"/>
                  <a:gd name="T3" fmla="*/ 2184 h 6"/>
                  <a:gd name="T4" fmla="*/ 0 w 15"/>
                  <a:gd name="T5" fmla="*/ 2184 h 6"/>
                  <a:gd name="T6" fmla="*/ 1026 w 15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4" y="2"/>
                    </a:moveTo>
                    <a:cubicBezTo>
                      <a:pt x="8" y="0"/>
                      <a:pt x="14" y="1"/>
                      <a:pt x="15" y="6"/>
                    </a:cubicBezTo>
                    <a:cubicBezTo>
                      <a:pt x="12" y="4"/>
                      <a:pt x="4" y="2"/>
                      <a:pt x="0" y="6"/>
                    </a:cubicBezTo>
                    <a:cubicBezTo>
                      <a:pt x="0" y="5"/>
                      <a:pt x="2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2" name="Freeform 1880">
                <a:extLst>
                  <a:ext uri="{FF2B5EF4-FFF2-40B4-BE49-F238E27FC236}">
                    <a16:creationId xmlns:a16="http://schemas.microsoft.com/office/drawing/2014/main" id="{F55ECFFF-8C18-4A53-B140-C405D04FE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619"/>
                <a:ext cx="38" cy="16"/>
              </a:xfrm>
              <a:custGeom>
                <a:avLst/>
                <a:gdLst>
                  <a:gd name="T0" fmla="*/ 1026 w 15"/>
                  <a:gd name="T1" fmla="*/ 661 h 6"/>
                  <a:gd name="T2" fmla="*/ 3955 w 15"/>
                  <a:gd name="T3" fmla="*/ 2184 h 6"/>
                  <a:gd name="T4" fmla="*/ 0 w 15"/>
                  <a:gd name="T5" fmla="*/ 2184 h 6"/>
                  <a:gd name="T6" fmla="*/ 1026 w 15"/>
                  <a:gd name="T7" fmla="*/ 66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4" y="2"/>
                    </a:moveTo>
                    <a:cubicBezTo>
                      <a:pt x="8" y="0"/>
                      <a:pt x="14" y="1"/>
                      <a:pt x="15" y="6"/>
                    </a:cubicBezTo>
                    <a:cubicBezTo>
                      <a:pt x="12" y="4"/>
                      <a:pt x="4" y="2"/>
                      <a:pt x="0" y="6"/>
                    </a:cubicBezTo>
                    <a:cubicBezTo>
                      <a:pt x="0" y="5"/>
                      <a:pt x="2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3" name="Freeform 1881">
                <a:extLst>
                  <a:ext uri="{FF2B5EF4-FFF2-40B4-BE49-F238E27FC236}">
                    <a16:creationId xmlns:a16="http://schemas.microsoft.com/office/drawing/2014/main" id="{FB0A7403-1194-4E08-9D5C-583B06FCE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611"/>
                <a:ext cx="58" cy="53"/>
              </a:xfrm>
              <a:custGeom>
                <a:avLst/>
                <a:gdLst>
                  <a:gd name="T0" fmla="*/ 5629 w 23"/>
                  <a:gd name="T1" fmla="*/ 4184 h 20"/>
                  <a:gd name="T2" fmla="*/ 3351 w 23"/>
                  <a:gd name="T3" fmla="*/ 4444 h 20"/>
                  <a:gd name="T4" fmla="*/ 2022 w 23"/>
                  <a:gd name="T5" fmla="*/ 6903 h 20"/>
                  <a:gd name="T6" fmla="*/ 802 w 23"/>
                  <a:gd name="T7" fmla="*/ 5470 h 20"/>
                  <a:gd name="T8" fmla="*/ 2022 w 23"/>
                  <a:gd name="T9" fmla="*/ 1039 h 20"/>
                  <a:gd name="T10" fmla="*/ 5629 w 23"/>
                  <a:gd name="T11" fmla="*/ 1677 h 20"/>
                  <a:gd name="T12" fmla="*/ 5629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2"/>
                    </a:moveTo>
                    <a:cubicBezTo>
                      <a:pt x="20" y="11"/>
                      <a:pt x="16" y="11"/>
                      <a:pt x="13" y="13"/>
                    </a:cubicBezTo>
                    <a:cubicBezTo>
                      <a:pt x="10" y="15"/>
                      <a:pt x="8" y="17"/>
                      <a:pt x="8" y="20"/>
                    </a:cubicBezTo>
                    <a:cubicBezTo>
                      <a:pt x="5" y="19"/>
                      <a:pt x="4" y="18"/>
                      <a:pt x="3" y="16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3" y="0"/>
                      <a:pt x="19" y="1"/>
                      <a:pt x="22" y="5"/>
                    </a:cubicBezTo>
                    <a:cubicBezTo>
                      <a:pt x="23" y="7"/>
                      <a:pt x="23" y="9"/>
                      <a:pt x="22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4" name="Freeform 1882">
                <a:extLst>
                  <a:ext uri="{FF2B5EF4-FFF2-40B4-BE49-F238E27FC236}">
                    <a16:creationId xmlns:a16="http://schemas.microsoft.com/office/drawing/2014/main" id="{757FDA13-1983-410F-8BC0-3C68EA092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584"/>
                <a:ext cx="58" cy="53"/>
              </a:xfrm>
              <a:custGeom>
                <a:avLst/>
                <a:gdLst>
                  <a:gd name="T0" fmla="*/ 5901 w 23"/>
                  <a:gd name="T1" fmla="*/ 4184 h 20"/>
                  <a:gd name="T2" fmla="*/ 3561 w 23"/>
                  <a:gd name="T3" fmla="*/ 4444 h 20"/>
                  <a:gd name="T4" fmla="*/ 2022 w 23"/>
                  <a:gd name="T5" fmla="*/ 6903 h 20"/>
                  <a:gd name="T6" fmla="*/ 802 w 23"/>
                  <a:gd name="T7" fmla="*/ 5470 h 20"/>
                  <a:gd name="T8" fmla="*/ 2022 w 23"/>
                  <a:gd name="T9" fmla="*/ 1039 h 20"/>
                  <a:gd name="T10" fmla="*/ 5629 w 23"/>
                  <a:gd name="T11" fmla="*/ 1677 h 20"/>
                  <a:gd name="T12" fmla="*/ 5901 w 23"/>
                  <a:gd name="T13" fmla="*/ 418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3" y="12"/>
                    </a:moveTo>
                    <a:cubicBezTo>
                      <a:pt x="20" y="11"/>
                      <a:pt x="17" y="11"/>
                      <a:pt x="14" y="13"/>
                    </a:cubicBezTo>
                    <a:cubicBezTo>
                      <a:pt x="11" y="15"/>
                      <a:pt x="9" y="17"/>
                      <a:pt x="8" y="20"/>
                    </a:cubicBezTo>
                    <a:cubicBezTo>
                      <a:pt x="6" y="19"/>
                      <a:pt x="4" y="18"/>
                      <a:pt x="3" y="16"/>
                    </a:cubicBezTo>
                    <a:cubicBezTo>
                      <a:pt x="0" y="12"/>
                      <a:pt x="3" y="6"/>
                      <a:pt x="8" y="3"/>
                    </a:cubicBezTo>
                    <a:cubicBezTo>
                      <a:pt x="13" y="0"/>
                      <a:pt x="20" y="1"/>
                      <a:pt x="22" y="5"/>
                    </a:cubicBezTo>
                    <a:cubicBezTo>
                      <a:pt x="23" y="7"/>
                      <a:pt x="23" y="9"/>
                      <a:pt x="23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5" name="Freeform 1883">
                <a:extLst>
                  <a:ext uri="{FF2B5EF4-FFF2-40B4-BE49-F238E27FC236}">
                    <a16:creationId xmlns:a16="http://schemas.microsoft.com/office/drawing/2014/main" id="{E9FA2359-D64A-422C-A3A1-D4EBF68F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557"/>
                <a:ext cx="57" cy="54"/>
              </a:xfrm>
              <a:custGeom>
                <a:avLst/>
                <a:gdLst>
                  <a:gd name="T0" fmla="*/ 5128 w 23"/>
                  <a:gd name="T1" fmla="*/ 4309 h 20"/>
                  <a:gd name="T2" fmla="*/ 2984 w 23"/>
                  <a:gd name="T3" fmla="*/ 5060 h 20"/>
                  <a:gd name="T4" fmla="*/ 1584 w 23"/>
                  <a:gd name="T5" fmla="*/ 7757 h 20"/>
                  <a:gd name="T6" fmla="*/ 454 w 23"/>
                  <a:gd name="T7" fmla="*/ 6161 h 20"/>
                  <a:gd name="T8" fmla="*/ 1584 w 23"/>
                  <a:gd name="T9" fmla="*/ 1158 h 20"/>
                  <a:gd name="T10" fmla="*/ 4870 w 23"/>
                  <a:gd name="T11" fmla="*/ 2028 h 20"/>
                  <a:gd name="T12" fmla="*/ 5128 w 23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1"/>
                    </a:moveTo>
                    <a:cubicBezTo>
                      <a:pt x="19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7" y="20"/>
                    </a:cubicBezTo>
                    <a:cubicBezTo>
                      <a:pt x="5" y="19"/>
                      <a:pt x="3" y="18"/>
                      <a:pt x="2" y="16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3" y="0"/>
                      <a:pt x="19" y="1"/>
                      <a:pt x="21" y="5"/>
                    </a:cubicBezTo>
                    <a:cubicBezTo>
                      <a:pt x="22" y="7"/>
                      <a:pt x="23" y="9"/>
                      <a:pt x="22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6" name="Freeform 1884">
                <a:extLst>
                  <a:ext uri="{FF2B5EF4-FFF2-40B4-BE49-F238E27FC236}">
                    <a16:creationId xmlns:a16="http://schemas.microsoft.com/office/drawing/2014/main" id="{6C4E49B3-8D8F-45F0-B6CB-BE2CDB97A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31"/>
                <a:ext cx="57" cy="53"/>
              </a:xfrm>
              <a:custGeom>
                <a:avLst/>
                <a:gdLst>
                  <a:gd name="T0" fmla="*/ 5128 w 23"/>
                  <a:gd name="T1" fmla="*/ 3800 h 20"/>
                  <a:gd name="T2" fmla="*/ 2984 w 23"/>
                  <a:gd name="T3" fmla="*/ 4444 h 20"/>
                  <a:gd name="T4" fmla="*/ 1886 w 23"/>
                  <a:gd name="T5" fmla="*/ 6903 h 20"/>
                  <a:gd name="T6" fmla="*/ 639 w 23"/>
                  <a:gd name="T7" fmla="*/ 5470 h 20"/>
                  <a:gd name="T8" fmla="*/ 1886 w 23"/>
                  <a:gd name="T9" fmla="*/ 1039 h 20"/>
                  <a:gd name="T10" fmla="*/ 5128 w 23"/>
                  <a:gd name="T11" fmla="*/ 1677 h 20"/>
                  <a:gd name="T12" fmla="*/ 5128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1"/>
                    </a:moveTo>
                    <a:cubicBezTo>
                      <a:pt x="20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8" y="20"/>
                    </a:cubicBezTo>
                    <a:cubicBezTo>
                      <a:pt x="6" y="19"/>
                      <a:pt x="4" y="18"/>
                      <a:pt x="3" y="16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3" y="0"/>
                      <a:pt x="19" y="1"/>
                      <a:pt x="22" y="5"/>
                    </a:cubicBezTo>
                    <a:cubicBezTo>
                      <a:pt x="23" y="7"/>
                      <a:pt x="23" y="9"/>
                      <a:pt x="22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7" name="Freeform 1885">
                <a:extLst>
                  <a:ext uri="{FF2B5EF4-FFF2-40B4-BE49-F238E27FC236}">
                    <a16:creationId xmlns:a16="http://schemas.microsoft.com/office/drawing/2014/main" id="{CC0E3E9D-6F02-4BB1-9284-DAAB972B1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04"/>
                <a:ext cx="55" cy="53"/>
              </a:xfrm>
              <a:custGeom>
                <a:avLst/>
                <a:gdLst>
                  <a:gd name="T0" fmla="*/ 5395 w 22"/>
                  <a:gd name="T1" fmla="*/ 3800 h 20"/>
                  <a:gd name="T2" fmla="*/ 3250 w 22"/>
                  <a:gd name="T3" fmla="*/ 4444 h 20"/>
                  <a:gd name="T4" fmla="*/ 1770 w 22"/>
                  <a:gd name="T5" fmla="*/ 6903 h 20"/>
                  <a:gd name="T6" fmla="*/ 520 w 22"/>
                  <a:gd name="T7" fmla="*/ 5470 h 20"/>
                  <a:gd name="T8" fmla="*/ 1770 w 22"/>
                  <a:gd name="T9" fmla="*/ 1039 h 20"/>
                  <a:gd name="T10" fmla="*/ 5208 w 22"/>
                  <a:gd name="T11" fmla="*/ 1677 h 20"/>
                  <a:gd name="T12" fmla="*/ 5395 w 22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22" y="11"/>
                    </a:moveTo>
                    <a:cubicBezTo>
                      <a:pt x="19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7" y="20"/>
                    </a:cubicBezTo>
                    <a:cubicBezTo>
                      <a:pt x="5" y="19"/>
                      <a:pt x="3" y="18"/>
                      <a:pt x="2" y="16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2" y="0"/>
                      <a:pt x="19" y="1"/>
                      <a:pt x="21" y="5"/>
                    </a:cubicBezTo>
                    <a:cubicBezTo>
                      <a:pt x="22" y="7"/>
                      <a:pt x="22" y="9"/>
                      <a:pt x="22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8" name="Freeform 1886">
                <a:extLst>
                  <a:ext uri="{FF2B5EF4-FFF2-40B4-BE49-F238E27FC236}">
                    <a16:creationId xmlns:a16="http://schemas.microsoft.com/office/drawing/2014/main" id="{40C0F76E-7DE1-4B2C-A187-7C0EF256D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477"/>
                <a:ext cx="58" cy="54"/>
              </a:xfrm>
              <a:custGeom>
                <a:avLst/>
                <a:gdLst>
                  <a:gd name="T0" fmla="*/ 5629 w 23"/>
                  <a:gd name="T1" fmla="*/ 4309 h 20"/>
                  <a:gd name="T2" fmla="*/ 3351 w 23"/>
                  <a:gd name="T3" fmla="*/ 5060 h 20"/>
                  <a:gd name="T4" fmla="*/ 1813 w 23"/>
                  <a:gd name="T5" fmla="*/ 7757 h 20"/>
                  <a:gd name="T6" fmla="*/ 527 w 23"/>
                  <a:gd name="T7" fmla="*/ 6161 h 20"/>
                  <a:gd name="T8" fmla="*/ 1813 w 23"/>
                  <a:gd name="T9" fmla="*/ 1158 h 20"/>
                  <a:gd name="T10" fmla="*/ 5629 w 23"/>
                  <a:gd name="T11" fmla="*/ 2028 h 20"/>
                  <a:gd name="T12" fmla="*/ 5629 w 23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1"/>
                    </a:moveTo>
                    <a:cubicBezTo>
                      <a:pt x="19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7" y="20"/>
                    </a:cubicBezTo>
                    <a:cubicBezTo>
                      <a:pt x="5" y="19"/>
                      <a:pt x="3" y="18"/>
                      <a:pt x="2" y="16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3" y="0"/>
                      <a:pt x="19" y="1"/>
                      <a:pt x="22" y="5"/>
                    </a:cubicBezTo>
                    <a:cubicBezTo>
                      <a:pt x="23" y="7"/>
                      <a:pt x="23" y="9"/>
                      <a:pt x="22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9" name="Freeform 1887">
                <a:extLst>
                  <a:ext uri="{FF2B5EF4-FFF2-40B4-BE49-F238E27FC236}">
                    <a16:creationId xmlns:a16="http://schemas.microsoft.com/office/drawing/2014/main" id="{FD5E95E6-7482-49A0-B0B8-240D88CDD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451"/>
                <a:ext cx="58" cy="53"/>
              </a:xfrm>
              <a:custGeom>
                <a:avLst/>
                <a:gdLst>
                  <a:gd name="T0" fmla="*/ 5629 w 23"/>
                  <a:gd name="T1" fmla="*/ 3800 h 20"/>
                  <a:gd name="T2" fmla="*/ 3351 w 23"/>
                  <a:gd name="T3" fmla="*/ 4444 h 20"/>
                  <a:gd name="T4" fmla="*/ 2022 w 23"/>
                  <a:gd name="T5" fmla="*/ 6903 h 20"/>
                  <a:gd name="T6" fmla="*/ 802 w 23"/>
                  <a:gd name="T7" fmla="*/ 5470 h 20"/>
                  <a:gd name="T8" fmla="*/ 2022 w 23"/>
                  <a:gd name="T9" fmla="*/ 1039 h 20"/>
                  <a:gd name="T10" fmla="*/ 5629 w 23"/>
                  <a:gd name="T11" fmla="*/ 1677 h 20"/>
                  <a:gd name="T12" fmla="*/ 5629 w 23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1"/>
                    </a:moveTo>
                    <a:cubicBezTo>
                      <a:pt x="20" y="11"/>
                      <a:pt x="16" y="11"/>
                      <a:pt x="13" y="13"/>
                    </a:cubicBezTo>
                    <a:cubicBezTo>
                      <a:pt x="11" y="14"/>
                      <a:pt x="9" y="17"/>
                      <a:pt x="8" y="20"/>
                    </a:cubicBezTo>
                    <a:cubicBezTo>
                      <a:pt x="6" y="19"/>
                      <a:pt x="4" y="18"/>
                      <a:pt x="3" y="16"/>
                    </a:cubicBezTo>
                    <a:cubicBezTo>
                      <a:pt x="0" y="11"/>
                      <a:pt x="3" y="6"/>
                      <a:pt x="8" y="3"/>
                    </a:cubicBezTo>
                    <a:cubicBezTo>
                      <a:pt x="13" y="0"/>
                      <a:pt x="19" y="1"/>
                      <a:pt x="22" y="5"/>
                    </a:cubicBezTo>
                    <a:cubicBezTo>
                      <a:pt x="23" y="7"/>
                      <a:pt x="23" y="9"/>
                      <a:pt x="22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20" name="Freeform 1888">
                <a:extLst>
                  <a:ext uri="{FF2B5EF4-FFF2-40B4-BE49-F238E27FC236}">
                    <a16:creationId xmlns:a16="http://schemas.microsoft.com/office/drawing/2014/main" id="{7DAFE5F0-A90F-4B39-986B-9F99A69A5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424"/>
                <a:ext cx="55" cy="53"/>
              </a:xfrm>
              <a:custGeom>
                <a:avLst/>
                <a:gdLst>
                  <a:gd name="T0" fmla="*/ 5395 w 22"/>
                  <a:gd name="T1" fmla="*/ 3800 h 20"/>
                  <a:gd name="T2" fmla="*/ 3250 w 22"/>
                  <a:gd name="T3" fmla="*/ 4444 h 20"/>
                  <a:gd name="T4" fmla="*/ 1770 w 22"/>
                  <a:gd name="T5" fmla="*/ 6903 h 20"/>
                  <a:gd name="T6" fmla="*/ 520 w 22"/>
                  <a:gd name="T7" fmla="*/ 5470 h 20"/>
                  <a:gd name="T8" fmla="*/ 1770 w 22"/>
                  <a:gd name="T9" fmla="*/ 1039 h 20"/>
                  <a:gd name="T10" fmla="*/ 5208 w 22"/>
                  <a:gd name="T11" fmla="*/ 1677 h 20"/>
                  <a:gd name="T12" fmla="*/ 5395 w 22"/>
                  <a:gd name="T13" fmla="*/ 380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22" y="11"/>
                    </a:moveTo>
                    <a:cubicBezTo>
                      <a:pt x="19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7" y="20"/>
                    </a:cubicBezTo>
                    <a:cubicBezTo>
                      <a:pt x="5" y="19"/>
                      <a:pt x="3" y="18"/>
                      <a:pt x="2" y="16"/>
                    </a:cubicBezTo>
                    <a:cubicBezTo>
                      <a:pt x="0" y="11"/>
                      <a:pt x="2" y="5"/>
                      <a:pt x="7" y="3"/>
                    </a:cubicBezTo>
                    <a:cubicBezTo>
                      <a:pt x="13" y="0"/>
                      <a:pt x="19" y="1"/>
                      <a:pt x="21" y="5"/>
                    </a:cubicBezTo>
                    <a:cubicBezTo>
                      <a:pt x="22" y="7"/>
                      <a:pt x="22" y="9"/>
                      <a:pt x="22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21" name="Freeform 1889">
                <a:extLst>
                  <a:ext uri="{FF2B5EF4-FFF2-40B4-BE49-F238E27FC236}">
                    <a16:creationId xmlns:a16="http://schemas.microsoft.com/office/drawing/2014/main" id="{C3DEA3F5-4A10-4D5C-989E-081F75B16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397"/>
                <a:ext cx="57" cy="54"/>
              </a:xfrm>
              <a:custGeom>
                <a:avLst/>
                <a:gdLst>
                  <a:gd name="T0" fmla="*/ 5128 w 23"/>
                  <a:gd name="T1" fmla="*/ 4309 h 20"/>
                  <a:gd name="T2" fmla="*/ 2984 w 23"/>
                  <a:gd name="T3" fmla="*/ 5060 h 20"/>
                  <a:gd name="T4" fmla="*/ 1584 w 23"/>
                  <a:gd name="T5" fmla="*/ 7757 h 20"/>
                  <a:gd name="T6" fmla="*/ 454 w 23"/>
                  <a:gd name="T7" fmla="*/ 6161 h 20"/>
                  <a:gd name="T8" fmla="*/ 1886 w 23"/>
                  <a:gd name="T9" fmla="*/ 751 h 20"/>
                  <a:gd name="T10" fmla="*/ 5128 w 23"/>
                  <a:gd name="T11" fmla="*/ 2028 h 20"/>
                  <a:gd name="T12" fmla="*/ 5128 w 23"/>
                  <a:gd name="T13" fmla="*/ 430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22" y="11"/>
                    </a:moveTo>
                    <a:cubicBezTo>
                      <a:pt x="19" y="11"/>
                      <a:pt x="16" y="11"/>
                      <a:pt x="13" y="13"/>
                    </a:cubicBezTo>
                    <a:cubicBezTo>
                      <a:pt x="10" y="14"/>
                      <a:pt x="8" y="17"/>
                      <a:pt x="7" y="20"/>
                    </a:cubicBezTo>
                    <a:cubicBezTo>
                      <a:pt x="5" y="19"/>
                      <a:pt x="4" y="18"/>
                      <a:pt x="2" y="16"/>
                    </a:cubicBezTo>
                    <a:cubicBezTo>
                      <a:pt x="0" y="11"/>
                      <a:pt x="2" y="5"/>
                      <a:pt x="8" y="2"/>
                    </a:cubicBezTo>
                    <a:cubicBezTo>
                      <a:pt x="13" y="0"/>
                      <a:pt x="19" y="1"/>
                      <a:pt x="22" y="5"/>
                    </a:cubicBezTo>
                    <a:cubicBezTo>
                      <a:pt x="23" y="7"/>
                      <a:pt x="23" y="9"/>
                      <a:pt x="22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22" name="Freeform 1890">
                <a:extLst>
                  <a:ext uri="{FF2B5EF4-FFF2-40B4-BE49-F238E27FC236}">
                    <a16:creationId xmlns:a16="http://schemas.microsoft.com/office/drawing/2014/main" id="{D47DA9ED-2470-4C0E-B4C8-58AD5673B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368"/>
                <a:ext cx="57" cy="56"/>
              </a:xfrm>
              <a:custGeom>
                <a:avLst/>
                <a:gdLst>
                  <a:gd name="T0" fmla="*/ 5313 w 23"/>
                  <a:gd name="T1" fmla="*/ 4301 h 21"/>
                  <a:gd name="T2" fmla="*/ 3286 w 23"/>
                  <a:gd name="T3" fmla="*/ 4701 h 21"/>
                  <a:gd name="T4" fmla="*/ 1886 w 23"/>
                  <a:gd name="T5" fmla="*/ 7531 h 21"/>
                  <a:gd name="T6" fmla="*/ 639 w 23"/>
                  <a:gd name="T7" fmla="*/ 6067 h 21"/>
                  <a:gd name="T8" fmla="*/ 1886 w 23"/>
                  <a:gd name="T9" fmla="*/ 1059 h 21"/>
                  <a:gd name="T10" fmla="*/ 5128 w 23"/>
                  <a:gd name="T11" fmla="*/ 2184 h 21"/>
                  <a:gd name="T12" fmla="*/ 5313 w 23"/>
                  <a:gd name="T13" fmla="*/ 430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23" y="12"/>
                    </a:moveTo>
                    <a:cubicBezTo>
                      <a:pt x="20" y="11"/>
                      <a:pt x="17" y="12"/>
                      <a:pt x="14" y="13"/>
                    </a:cubicBezTo>
                    <a:cubicBezTo>
                      <a:pt x="11" y="15"/>
                      <a:pt x="9" y="18"/>
                      <a:pt x="8" y="21"/>
                    </a:cubicBezTo>
                    <a:cubicBezTo>
                      <a:pt x="6" y="20"/>
                      <a:pt x="4" y="19"/>
                      <a:pt x="3" y="17"/>
                    </a:cubicBezTo>
                    <a:cubicBezTo>
                      <a:pt x="0" y="12"/>
                      <a:pt x="3" y="6"/>
                      <a:pt x="8" y="3"/>
                    </a:cubicBezTo>
                    <a:cubicBezTo>
                      <a:pt x="13" y="0"/>
                      <a:pt x="20" y="2"/>
                      <a:pt x="22" y="6"/>
                    </a:cubicBezTo>
                    <a:cubicBezTo>
                      <a:pt x="23" y="8"/>
                      <a:pt x="23" y="10"/>
                      <a:pt x="23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23" name="Freeform 1891">
                <a:extLst>
                  <a:ext uri="{FF2B5EF4-FFF2-40B4-BE49-F238E27FC236}">
                    <a16:creationId xmlns:a16="http://schemas.microsoft.com/office/drawing/2014/main" id="{FF5B256A-9D3F-469A-865A-D5A3F3063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261"/>
                <a:ext cx="143" cy="152"/>
              </a:xfrm>
              <a:custGeom>
                <a:avLst/>
                <a:gdLst>
                  <a:gd name="T0" fmla="*/ 4280 w 57"/>
                  <a:gd name="T1" fmla="*/ 2581 h 57"/>
                  <a:gd name="T2" fmla="*/ 12915 w 57"/>
                  <a:gd name="T3" fmla="*/ 6067 h 57"/>
                  <a:gd name="T4" fmla="*/ 12444 w 57"/>
                  <a:gd name="T5" fmla="*/ 16179 h 57"/>
                  <a:gd name="T6" fmla="*/ 9240 w 57"/>
                  <a:gd name="T7" fmla="*/ 15531 h 57"/>
                  <a:gd name="T8" fmla="*/ 7767 w 57"/>
                  <a:gd name="T9" fmla="*/ 20083 h 57"/>
                  <a:gd name="T10" fmla="*/ 1781 w 57"/>
                  <a:gd name="T11" fmla="*/ 15531 h 57"/>
                  <a:gd name="T12" fmla="*/ 4280 w 57"/>
                  <a:gd name="T13" fmla="*/ 2581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7">
                    <a:moveTo>
                      <a:pt x="17" y="7"/>
                    </a:moveTo>
                    <a:cubicBezTo>
                      <a:pt x="29" y="0"/>
                      <a:pt x="45" y="5"/>
                      <a:pt x="52" y="17"/>
                    </a:cubicBezTo>
                    <a:cubicBezTo>
                      <a:pt x="57" y="26"/>
                      <a:pt x="56" y="37"/>
                      <a:pt x="50" y="45"/>
                    </a:cubicBezTo>
                    <a:cubicBezTo>
                      <a:pt x="48" y="42"/>
                      <a:pt x="42" y="41"/>
                      <a:pt x="37" y="43"/>
                    </a:cubicBezTo>
                    <a:cubicBezTo>
                      <a:pt x="32" y="46"/>
                      <a:pt x="30" y="52"/>
                      <a:pt x="31" y="56"/>
                    </a:cubicBezTo>
                    <a:cubicBezTo>
                      <a:pt x="22" y="57"/>
                      <a:pt x="12" y="52"/>
                      <a:pt x="7" y="43"/>
                    </a:cubicBezTo>
                    <a:cubicBezTo>
                      <a:pt x="0" y="30"/>
                      <a:pt x="4" y="14"/>
                      <a:pt x="17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24" name="Freeform 1892">
                <a:extLst>
                  <a:ext uri="{FF2B5EF4-FFF2-40B4-BE49-F238E27FC236}">
                    <a16:creationId xmlns:a16="http://schemas.microsoft.com/office/drawing/2014/main" id="{ECF7CEDC-D622-4047-B60E-EBA830EB4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339"/>
                <a:ext cx="57" cy="53"/>
              </a:xfrm>
              <a:custGeom>
                <a:avLst/>
                <a:gdLst>
                  <a:gd name="T0" fmla="*/ 183 w 23"/>
                  <a:gd name="T1" fmla="*/ 3167 h 20"/>
                  <a:gd name="T2" fmla="*/ 2347 w 23"/>
                  <a:gd name="T3" fmla="*/ 2472 h 20"/>
                  <a:gd name="T4" fmla="*/ 3470 w 23"/>
                  <a:gd name="T5" fmla="*/ 0 h 20"/>
                  <a:gd name="T6" fmla="*/ 4870 w 23"/>
                  <a:gd name="T7" fmla="*/ 1434 h 20"/>
                  <a:gd name="T8" fmla="*/ 3470 w 23"/>
                  <a:gd name="T9" fmla="*/ 5864 h 20"/>
                  <a:gd name="T10" fmla="*/ 183 w 23"/>
                  <a:gd name="T11" fmla="*/ 5231 h 20"/>
                  <a:gd name="T12" fmla="*/ 183 w 23"/>
                  <a:gd name="T13" fmla="*/ 316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9"/>
                    </a:moveTo>
                    <a:cubicBezTo>
                      <a:pt x="4" y="9"/>
                      <a:pt x="7" y="9"/>
                      <a:pt x="10" y="7"/>
                    </a:cubicBezTo>
                    <a:cubicBezTo>
                      <a:pt x="13" y="6"/>
                      <a:pt x="15" y="3"/>
                      <a:pt x="15" y="0"/>
                    </a:cubicBezTo>
                    <a:cubicBezTo>
                      <a:pt x="18" y="1"/>
                      <a:pt x="19" y="2"/>
                      <a:pt x="21" y="4"/>
                    </a:cubicBezTo>
                    <a:cubicBezTo>
                      <a:pt x="23" y="9"/>
                      <a:pt x="21" y="14"/>
                      <a:pt x="15" y="17"/>
                    </a:cubicBezTo>
                    <a:cubicBezTo>
                      <a:pt x="10" y="20"/>
                      <a:pt x="4" y="19"/>
                      <a:pt x="1" y="15"/>
                    </a:cubicBezTo>
                    <a:cubicBezTo>
                      <a:pt x="0" y="13"/>
                      <a:pt x="0" y="11"/>
                      <a:pt x="1" y="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25" name="Freeform 1893">
                <a:extLst>
                  <a:ext uri="{FF2B5EF4-FFF2-40B4-BE49-F238E27FC236}">
                    <a16:creationId xmlns:a16="http://schemas.microsoft.com/office/drawing/2014/main" id="{6BEB3CB8-8515-4291-9599-0F4CE291C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365"/>
                <a:ext cx="57" cy="54"/>
              </a:xfrm>
              <a:custGeom>
                <a:avLst/>
                <a:gdLst>
                  <a:gd name="T0" fmla="*/ 0 w 23"/>
                  <a:gd name="T1" fmla="*/ 3464 h 20"/>
                  <a:gd name="T2" fmla="*/ 2069 w 23"/>
                  <a:gd name="T3" fmla="*/ 2719 h 20"/>
                  <a:gd name="T4" fmla="*/ 3470 w 23"/>
                  <a:gd name="T5" fmla="*/ 0 h 20"/>
                  <a:gd name="T6" fmla="*/ 4674 w 23"/>
                  <a:gd name="T7" fmla="*/ 1596 h 20"/>
                  <a:gd name="T8" fmla="*/ 3470 w 23"/>
                  <a:gd name="T9" fmla="*/ 6599 h 20"/>
                  <a:gd name="T10" fmla="*/ 183 w 23"/>
                  <a:gd name="T11" fmla="*/ 5905 h 20"/>
                  <a:gd name="T12" fmla="*/ 0 w 23"/>
                  <a:gd name="T13" fmla="*/ 346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9"/>
                    </a:moveTo>
                    <a:cubicBezTo>
                      <a:pt x="3" y="9"/>
                      <a:pt x="6" y="9"/>
                      <a:pt x="9" y="7"/>
                    </a:cubicBezTo>
                    <a:cubicBezTo>
                      <a:pt x="12" y="6"/>
                      <a:pt x="14" y="3"/>
                      <a:pt x="15" y="0"/>
                    </a:cubicBezTo>
                    <a:cubicBezTo>
                      <a:pt x="17" y="1"/>
                      <a:pt x="19" y="2"/>
                      <a:pt x="20" y="4"/>
                    </a:cubicBezTo>
                    <a:cubicBezTo>
                      <a:pt x="23" y="9"/>
                      <a:pt x="20" y="15"/>
                      <a:pt x="15" y="17"/>
                    </a:cubicBezTo>
                    <a:cubicBezTo>
                      <a:pt x="10" y="20"/>
                      <a:pt x="3" y="19"/>
                      <a:pt x="1" y="15"/>
                    </a:cubicBezTo>
                    <a:cubicBezTo>
                      <a:pt x="0" y="13"/>
                      <a:pt x="0" y="11"/>
                      <a:pt x="0" y="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26" name="Freeform 1894">
                <a:extLst>
                  <a:ext uri="{FF2B5EF4-FFF2-40B4-BE49-F238E27FC236}">
                    <a16:creationId xmlns:a16="http://schemas.microsoft.com/office/drawing/2014/main" id="{7E96D7E2-6C3B-4A7C-B82C-207A15E6C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95"/>
                <a:ext cx="55" cy="53"/>
              </a:xfrm>
              <a:custGeom>
                <a:avLst/>
                <a:gdLst>
                  <a:gd name="T0" fmla="*/ 0 w 22"/>
                  <a:gd name="T1" fmla="*/ 2753 h 20"/>
                  <a:gd name="T2" fmla="*/ 2270 w 22"/>
                  <a:gd name="T3" fmla="*/ 2472 h 20"/>
                  <a:gd name="T4" fmla="*/ 3720 w 22"/>
                  <a:gd name="T5" fmla="*/ 0 h 20"/>
                  <a:gd name="T6" fmla="*/ 4895 w 22"/>
                  <a:gd name="T7" fmla="*/ 1039 h 20"/>
                  <a:gd name="T8" fmla="*/ 3720 w 22"/>
                  <a:gd name="T9" fmla="*/ 5864 h 20"/>
                  <a:gd name="T10" fmla="*/ 313 w 22"/>
                  <a:gd name="T11" fmla="*/ 4839 h 20"/>
                  <a:gd name="T12" fmla="*/ 0 w 22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8"/>
                    </a:moveTo>
                    <a:cubicBezTo>
                      <a:pt x="3" y="9"/>
                      <a:pt x="6" y="8"/>
                      <a:pt x="9" y="7"/>
                    </a:cubicBezTo>
                    <a:cubicBezTo>
                      <a:pt x="12" y="5"/>
                      <a:pt x="14" y="2"/>
                      <a:pt x="15" y="0"/>
                    </a:cubicBezTo>
                    <a:cubicBezTo>
                      <a:pt x="17" y="0"/>
                      <a:pt x="19" y="1"/>
                      <a:pt x="20" y="3"/>
                    </a:cubicBezTo>
                    <a:cubicBezTo>
                      <a:pt x="22" y="8"/>
                      <a:pt x="20" y="14"/>
                      <a:pt x="15" y="17"/>
                    </a:cubicBezTo>
                    <a:cubicBezTo>
                      <a:pt x="9" y="20"/>
                      <a:pt x="3" y="18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27" name="Freeform 1895">
                <a:extLst>
                  <a:ext uri="{FF2B5EF4-FFF2-40B4-BE49-F238E27FC236}">
                    <a16:creationId xmlns:a16="http://schemas.microsoft.com/office/drawing/2014/main" id="{46AFAA14-A786-49CA-9238-36A7D0CCC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2421"/>
                <a:ext cx="58" cy="54"/>
              </a:xfrm>
              <a:custGeom>
                <a:avLst/>
                <a:gdLst>
                  <a:gd name="T0" fmla="*/ 318 w 23"/>
                  <a:gd name="T1" fmla="*/ 3127 h 20"/>
                  <a:gd name="T2" fmla="*/ 2549 w 23"/>
                  <a:gd name="T3" fmla="*/ 2719 h 20"/>
                  <a:gd name="T4" fmla="*/ 3878 w 23"/>
                  <a:gd name="T5" fmla="*/ 0 h 20"/>
                  <a:gd name="T6" fmla="*/ 5419 w 23"/>
                  <a:gd name="T7" fmla="*/ 1158 h 20"/>
                  <a:gd name="T8" fmla="*/ 3878 w 23"/>
                  <a:gd name="T9" fmla="*/ 6599 h 20"/>
                  <a:gd name="T10" fmla="*/ 318 w 23"/>
                  <a:gd name="T11" fmla="*/ 5476 h 20"/>
                  <a:gd name="T12" fmla="*/ 318 w 23"/>
                  <a:gd name="T13" fmla="*/ 312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3" y="9"/>
                      <a:pt x="7" y="8"/>
                      <a:pt x="10" y="7"/>
                    </a:cubicBezTo>
                    <a:cubicBezTo>
                      <a:pt x="13" y="5"/>
                      <a:pt x="15" y="2"/>
                      <a:pt x="15" y="0"/>
                    </a:cubicBezTo>
                    <a:cubicBezTo>
                      <a:pt x="18" y="0"/>
                      <a:pt x="19" y="1"/>
                      <a:pt x="21" y="3"/>
                    </a:cubicBezTo>
                    <a:cubicBezTo>
                      <a:pt x="23" y="8"/>
                      <a:pt x="21" y="14"/>
                      <a:pt x="15" y="17"/>
                    </a:cubicBezTo>
                    <a:cubicBezTo>
                      <a:pt x="10" y="20"/>
                      <a:pt x="4" y="18"/>
                      <a:pt x="1" y="14"/>
                    </a:cubicBezTo>
                    <a:cubicBezTo>
                      <a:pt x="0" y="12"/>
                      <a:pt x="0" y="10"/>
                      <a:pt x="1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28" name="Freeform 1896">
                <a:extLst>
                  <a:ext uri="{FF2B5EF4-FFF2-40B4-BE49-F238E27FC236}">
                    <a16:creationId xmlns:a16="http://schemas.microsoft.com/office/drawing/2014/main" id="{9861D721-C043-47C5-BBB6-56795A1B8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448"/>
                <a:ext cx="58" cy="53"/>
              </a:xfrm>
              <a:custGeom>
                <a:avLst/>
                <a:gdLst>
                  <a:gd name="T0" fmla="*/ 0 w 23"/>
                  <a:gd name="T1" fmla="*/ 2753 h 20"/>
                  <a:gd name="T2" fmla="*/ 2340 w 23"/>
                  <a:gd name="T3" fmla="*/ 2472 h 20"/>
                  <a:gd name="T4" fmla="*/ 3878 w 23"/>
                  <a:gd name="T5" fmla="*/ 0 h 20"/>
                  <a:gd name="T6" fmla="*/ 5099 w 23"/>
                  <a:gd name="T7" fmla="*/ 1039 h 20"/>
                  <a:gd name="T8" fmla="*/ 3878 w 23"/>
                  <a:gd name="T9" fmla="*/ 5864 h 20"/>
                  <a:gd name="T10" fmla="*/ 318 w 23"/>
                  <a:gd name="T11" fmla="*/ 4839 h 20"/>
                  <a:gd name="T12" fmla="*/ 0 w 23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8"/>
                    </a:moveTo>
                    <a:cubicBezTo>
                      <a:pt x="3" y="9"/>
                      <a:pt x="6" y="8"/>
                      <a:pt x="9" y="7"/>
                    </a:cubicBezTo>
                    <a:cubicBezTo>
                      <a:pt x="12" y="5"/>
                      <a:pt x="14" y="2"/>
                      <a:pt x="15" y="0"/>
                    </a:cubicBezTo>
                    <a:cubicBezTo>
                      <a:pt x="17" y="0"/>
                      <a:pt x="19" y="1"/>
                      <a:pt x="20" y="3"/>
                    </a:cubicBezTo>
                    <a:cubicBezTo>
                      <a:pt x="23" y="8"/>
                      <a:pt x="20" y="14"/>
                      <a:pt x="15" y="17"/>
                    </a:cubicBezTo>
                    <a:cubicBezTo>
                      <a:pt x="10" y="20"/>
                      <a:pt x="3" y="19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29" name="Freeform 1897">
                <a:extLst>
                  <a:ext uri="{FF2B5EF4-FFF2-40B4-BE49-F238E27FC236}">
                    <a16:creationId xmlns:a16="http://schemas.microsoft.com/office/drawing/2014/main" id="{F100DEC4-BE95-4E40-96E4-69E23D31B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75"/>
                <a:ext cx="57" cy="53"/>
              </a:xfrm>
              <a:custGeom>
                <a:avLst/>
                <a:gdLst>
                  <a:gd name="T0" fmla="*/ 183 w 23"/>
                  <a:gd name="T1" fmla="*/ 2753 h 20"/>
                  <a:gd name="T2" fmla="*/ 2347 w 23"/>
                  <a:gd name="T3" fmla="*/ 2472 h 20"/>
                  <a:gd name="T4" fmla="*/ 3727 w 23"/>
                  <a:gd name="T5" fmla="*/ 0 h 20"/>
                  <a:gd name="T6" fmla="*/ 4870 w 23"/>
                  <a:gd name="T7" fmla="*/ 1039 h 20"/>
                  <a:gd name="T8" fmla="*/ 3727 w 23"/>
                  <a:gd name="T9" fmla="*/ 5864 h 20"/>
                  <a:gd name="T10" fmla="*/ 454 w 23"/>
                  <a:gd name="T11" fmla="*/ 4839 h 20"/>
                  <a:gd name="T12" fmla="*/ 183 w 23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4" y="9"/>
                      <a:pt x="7" y="8"/>
                      <a:pt x="10" y="7"/>
                    </a:cubicBezTo>
                    <a:cubicBezTo>
                      <a:pt x="13" y="5"/>
                      <a:pt x="15" y="2"/>
                      <a:pt x="16" y="0"/>
                    </a:cubicBezTo>
                    <a:cubicBezTo>
                      <a:pt x="18" y="0"/>
                      <a:pt x="20" y="1"/>
                      <a:pt x="21" y="3"/>
                    </a:cubicBezTo>
                    <a:cubicBezTo>
                      <a:pt x="23" y="8"/>
                      <a:pt x="21" y="14"/>
                      <a:pt x="16" y="17"/>
                    </a:cubicBezTo>
                    <a:cubicBezTo>
                      <a:pt x="10" y="20"/>
                      <a:pt x="4" y="19"/>
                      <a:pt x="2" y="14"/>
                    </a:cubicBezTo>
                    <a:cubicBezTo>
                      <a:pt x="1" y="12"/>
                      <a:pt x="0" y="10"/>
                      <a:pt x="1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30" name="Freeform 1898">
                <a:extLst>
                  <a:ext uri="{FF2B5EF4-FFF2-40B4-BE49-F238E27FC236}">
                    <a16:creationId xmlns:a16="http://schemas.microsoft.com/office/drawing/2014/main" id="{3DAE68BD-8C0E-4615-AD98-AF45B8630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501"/>
                <a:ext cx="57" cy="54"/>
              </a:xfrm>
              <a:custGeom>
                <a:avLst/>
                <a:gdLst>
                  <a:gd name="T0" fmla="*/ 183 w 23"/>
                  <a:gd name="T1" fmla="*/ 3127 h 20"/>
                  <a:gd name="T2" fmla="*/ 2347 w 23"/>
                  <a:gd name="T3" fmla="*/ 2719 h 20"/>
                  <a:gd name="T4" fmla="*/ 3470 w 23"/>
                  <a:gd name="T5" fmla="*/ 0 h 20"/>
                  <a:gd name="T6" fmla="*/ 4674 w 23"/>
                  <a:gd name="T7" fmla="*/ 1158 h 20"/>
                  <a:gd name="T8" fmla="*/ 3470 w 23"/>
                  <a:gd name="T9" fmla="*/ 6599 h 20"/>
                  <a:gd name="T10" fmla="*/ 183 w 23"/>
                  <a:gd name="T11" fmla="*/ 5476 h 20"/>
                  <a:gd name="T12" fmla="*/ 183 w 23"/>
                  <a:gd name="T13" fmla="*/ 312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3" y="9"/>
                      <a:pt x="7" y="8"/>
                      <a:pt x="10" y="7"/>
                    </a:cubicBezTo>
                    <a:cubicBezTo>
                      <a:pt x="13" y="5"/>
                      <a:pt x="15" y="2"/>
                      <a:pt x="15" y="0"/>
                    </a:cubicBezTo>
                    <a:cubicBezTo>
                      <a:pt x="18" y="0"/>
                      <a:pt x="19" y="2"/>
                      <a:pt x="20" y="3"/>
                    </a:cubicBezTo>
                    <a:cubicBezTo>
                      <a:pt x="23" y="8"/>
                      <a:pt x="21" y="14"/>
                      <a:pt x="15" y="17"/>
                    </a:cubicBezTo>
                    <a:cubicBezTo>
                      <a:pt x="10" y="20"/>
                      <a:pt x="4" y="19"/>
                      <a:pt x="1" y="14"/>
                    </a:cubicBezTo>
                    <a:cubicBezTo>
                      <a:pt x="0" y="12"/>
                      <a:pt x="0" y="10"/>
                      <a:pt x="1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31" name="Freeform 1899">
                <a:extLst>
                  <a:ext uri="{FF2B5EF4-FFF2-40B4-BE49-F238E27FC236}">
                    <a16:creationId xmlns:a16="http://schemas.microsoft.com/office/drawing/2014/main" id="{7A0DF28A-D9A4-41F6-8E5C-57ADDF5AF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2528"/>
                <a:ext cx="57" cy="53"/>
              </a:xfrm>
              <a:custGeom>
                <a:avLst/>
                <a:gdLst>
                  <a:gd name="T0" fmla="*/ 0 w 23"/>
                  <a:gd name="T1" fmla="*/ 2753 h 20"/>
                  <a:gd name="T2" fmla="*/ 2069 w 23"/>
                  <a:gd name="T3" fmla="*/ 2472 h 20"/>
                  <a:gd name="T4" fmla="*/ 3470 w 23"/>
                  <a:gd name="T5" fmla="*/ 0 h 20"/>
                  <a:gd name="T6" fmla="*/ 4674 w 23"/>
                  <a:gd name="T7" fmla="*/ 1434 h 20"/>
                  <a:gd name="T8" fmla="*/ 3470 w 23"/>
                  <a:gd name="T9" fmla="*/ 5864 h 20"/>
                  <a:gd name="T10" fmla="*/ 183 w 23"/>
                  <a:gd name="T11" fmla="*/ 4839 h 20"/>
                  <a:gd name="T12" fmla="*/ 0 w 23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8"/>
                    </a:moveTo>
                    <a:cubicBezTo>
                      <a:pt x="3" y="9"/>
                      <a:pt x="6" y="8"/>
                      <a:pt x="9" y="7"/>
                    </a:cubicBezTo>
                    <a:cubicBezTo>
                      <a:pt x="12" y="5"/>
                      <a:pt x="14" y="2"/>
                      <a:pt x="15" y="0"/>
                    </a:cubicBezTo>
                    <a:cubicBezTo>
                      <a:pt x="17" y="0"/>
                      <a:pt x="19" y="2"/>
                      <a:pt x="20" y="4"/>
                    </a:cubicBezTo>
                    <a:cubicBezTo>
                      <a:pt x="23" y="8"/>
                      <a:pt x="20" y="14"/>
                      <a:pt x="15" y="17"/>
                    </a:cubicBezTo>
                    <a:cubicBezTo>
                      <a:pt x="10" y="20"/>
                      <a:pt x="3" y="19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32" name="Freeform 1900">
                <a:extLst>
                  <a:ext uri="{FF2B5EF4-FFF2-40B4-BE49-F238E27FC236}">
                    <a16:creationId xmlns:a16="http://schemas.microsoft.com/office/drawing/2014/main" id="{9739756B-52E2-4157-9F1A-09F07F119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555"/>
                <a:ext cx="58" cy="53"/>
              </a:xfrm>
              <a:custGeom>
                <a:avLst/>
                <a:gdLst>
                  <a:gd name="T0" fmla="*/ 318 w 23"/>
                  <a:gd name="T1" fmla="*/ 2753 h 20"/>
                  <a:gd name="T2" fmla="*/ 2549 w 23"/>
                  <a:gd name="T3" fmla="*/ 2472 h 20"/>
                  <a:gd name="T4" fmla="*/ 4088 w 23"/>
                  <a:gd name="T5" fmla="*/ 0 h 20"/>
                  <a:gd name="T6" fmla="*/ 5419 w 23"/>
                  <a:gd name="T7" fmla="*/ 1434 h 20"/>
                  <a:gd name="T8" fmla="*/ 4088 w 23"/>
                  <a:gd name="T9" fmla="*/ 5864 h 20"/>
                  <a:gd name="T10" fmla="*/ 527 w 23"/>
                  <a:gd name="T11" fmla="*/ 4839 h 20"/>
                  <a:gd name="T12" fmla="*/ 318 w 23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4" y="9"/>
                      <a:pt x="7" y="8"/>
                      <a:pt x="10" y="7"/>
                    </a:cubicBezTo>
                    <a:cubicBezTo>
                      <a:pt x="13" y="5"/>
                      <a:pt x="15" y="3"/>
                      <a:pt x="16" y="0"/>
                    </a:cubicBezTo>
                    <a:cubicBezTo>
                      <a:pt x="18" y="0"/>
                      <a:pt x="20" y="2"/>
                      <a:pt x="21" y="4"/>
                    </a:cubicBezTo>
                    <a:cubicBezTo>
                      <a:pt x="23" y="8"/>
                      <a:pt x="21" y="14"/>
                      <a:pt x="16" y="17"/>
                    </a:cubicBezTo>
                    <a:cubicBezTo>
                      <a:pt x="10" y="20"/>
                      <a:pt x="4" y="19"/>
                      <a:pt x="2" y="14"/>
                    </a:cubicBezTo>
                    <a:cubicBezTo>
                      <a:pt x="0" y="12"/>
                      <a:pt x="0" y="10"/>
                      <a:pt x="1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33" name="Freeform 1901">
                <a:extLst>
                  <a:ext uri="{FF2B5EF4-FFF2-40B4-BE49-F238E27FC236}">
                    <a16:creationId xmlns:a16="http://schemas.microsoft.com/office/drawing/2014/main" id="{BA4DEC62-E488-46A4-9A9E-0EC9286D9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581"/>
                <a:ext cx="58" cy="54"/>
              </a:xfrm>
              <a:custGeom>
                <a:avLst/>
                <a:gdLst>
                  <a:gd name="T0" fmla="*/ 318 w 23"/>
                  <a:gd name="T1" fmla="*/ 3127 h 20"/>
                  <a:gd name="T2" fmla="*/ 2549 w 23"/>
                  <a:gd name="T3" fmla="*/ 2719 h 20"/>
                  <a:gd name="T4" fmla="*/ 3878 w 23"/>
                  <a:gd name="T5" fmla="*/ 0 h 20"/>
                  <a:gd name="T6" fmla="*/ 5099 w 23"/>
                  <a:gd name="T7" fmla="*/ 1596 h 20"/>
                  <a:gd name="T8" fmla="*/ 3878 w 23"/>
                  <a:gd name="T9" fmla="*/ 6599 h 20"/>
                  <a:gd name="T10" fmla="*/ 318 w 23"/>
                  <a:gd name="T11" fmla="*/ 5476 h 20"/>
                  <a:gd name="T12" fmla="*/ 318 w 23"/>
                  <a:gd name="T13" fmla="*/ 312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3" y="9"/>
                      <a:pt x="7" y="8"/>
                      <a:pt x="10" y="7"/>
                    </a:cubicBezTo>
                    <a:cubicBezTo>
                      <a:pt x="13" y="5"/>
                      <a:pt x="14" y="3"/>
                      <a:pt x="15" y="0"/>
                    </a:cubicBezTo>
                    <a:cubicBezTo>
                      <a:pt x="17" y="0"/>
                      <a:pt x="19" y="2"/>
                      <a:pt x="20" y="4"/>
                    </a:cubicBezTo>
                    <a:cubicBezTo>
                      <a:pt x="23" y="8"/>
                      <a:pt x="20" y="14"/>
                      <a:pt x="15" y="17"/>
                    </a:cubicBezTo>
                    <a:cubicBezTo>
                      <a:pt x="10" y="20"/>
                      <a:pt x="4" y="19"/>
                      <a:pt x="1" y="14"/>
                    </a:cubicBezTo>
                    <a:cubicBezTo>
                      <a:pt x="0" y="12"/>
                      <a:pt x="0" y="10"/>
                      <a:pt x="1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34" name="Freeform 1902">
                <a:extLst>
                  <a:ext uri="{FF2B5EF4-FFF2-40B4-BE49-F238E27FC236}">
                    <a16:creationId xmlns:a16="http://schemas.microsoft.com/office/drawing/2014/main" id="{3680C3F7-FB5D-4145-BD11-F324A270C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2592"/>
                <a:ext cx="142" cy="149"/>
              </a:xfrm>
              <a:custGeom>
                <a:avLst/>
                <a:gdLst>
                  <a:gd name="T0" fmla="*/ 9788 w 57"/>
                  <a:gd name="T1" fmla="*/ 17351 h 56"/>
                  <a:gd name="T2" fmla="*/ 1161 w 57"/>
                  <a:gd name="T3" fmla="*/ 13884 h 56"/>
                  <a:gd name="T4" fmla="*/ 1627 w 57"/>
                  <a:gd name="T5" fmla="*/ 3858 h 56"/>
                  <a:gd name="T6" fmla="*/ 4811 w 57"/>
                  <a:gd name="T7" fmla="*/ 4651 h 56"/>
                  <a:gd name="T8" fmla="*/ 6243 w 57"/>
                  <a:gd name="T9" fmla="*/ 396 h 56"/>
                  <a:gd name="T10" fmla="*/ 11985 w 57"/>
                  <a:gd name="T11" fmla="*/ 4914 h 56"/>
                  <a:gd name="T12" fmla="*/ 9788 w 57"/>
                  <a:gd name="T13" fmla="*/ 17351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6">
                    <a:moveTo>
                      <a:pt x="41" y="49"/>
                    </a:moveTo>
                    <a:cubicBezTo>
                      <a:pt x="28" y="56"/>
                      <a:pt x="12" y="52"/>
                      <a:pt x="5" y="39"/>
                    </a:cubicBezTo>
                    <a:cubicBezTo>
                      <a:pt x="0" y="30"/>
                      <a:pt x="1" y="19"/>
                      <a:pt x="7" y="11"/>
                    </a:cubicBezTo>
                    <a:cubicBezTo>
                      <a:pt x="10" y="15"/>
                      <a:pt x="15" y="16"/>
                      <a:pt x="20" y="13"/>
                    </a:cubicBezTo>
                    <a:cubicBezTo>
                      <a:pt x="25" y="10"/>
                      <a:pt x="27" y="5"/>
                      <a:pt x="26" y="1"/>
                    </a:cubicBezTo>
                    <a:cubicBezTo>
                      <a:pt x="36" y="0"/>
                      <a:pt x="45" y="5"/>
                      <a:pt x="50" y="14"/>
                    </a:cubicBezTo>
                    <a:cubicBezTo>
                      <a:pt x="57" y="26"/>
                      <a:pt x="53" y="42"/>
                      <a:pt x="41" y="49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35" name="Freeform 1903">
                <a:extLst>
                  <a:ext uri="{FF2B5EF4-FFF2-40B4-BE49-F238E27FC236}">
                    <a16:creationId xmlns:a16="http://schemas.microsoft.com/office/drawing/2014/main" id="{0D5A7EB6-99BF-4092-8F7E-EBA9B9D9B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2603"/>
                <a:ext cx="113" cy="66"/>
              </a:xfrm>
              <a:custGeom>
                <a:avLst/>
                <a:gdLst>
                  <a:gd name="T0" fmla="*/ 11287 w 45"/>
                  <a:gd name="T1" fmla="*/ 4084 h 25"/>
                  <a:gd name="T2" fmla="*/ 7787 w 45"/>
                  <a:gd name="T3" fmla="*/ 2334 h 25"/>
                  <a:gd name="T4" fmla="*/ 3500 w 45"/>
                  <a:gd name="T5" fmla="*/ 5394 h 25"/>
                  <a:gd name="T6" fmla="*/ 522 w 45"/>
                  <a:gd name="T7" fmla="*/ 8448 h 25"/>
                  <a:gd name="T8" fmla="*/ 1311 w 45"/>
                  <a:gd name="T9" fmla="*/ 4377 h 25"/>
                  <a:gd name="T10" fmla="*/ 4811 w 45"/>
                  <a:gd name="T11" fmla="*/ 3345 h 25"/>
                  <a:gd name="T12" fmla="*/ 6998 w 45"/>
                  <a:gd name="T13" fmla="*/ 383 h 25"/>
                  <a:gd name="T14" fmla="*/ 11287 w 45"/>
                  <a:gd name="T15" fmla="*/ 4084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5">
                    <a:moveTo>
                      <a:pt x="45" y="12"/>
                    </a:moveTo>
                    <a:cubicBezTo>
                      <a:pt x="41" y="6"/>
                      <a:pt x="35" y="7"/>
                      <a:pt x="31" y="7"/>
                    </a:cubicBezTo>
                    <a:cubicBezTo>
                      <a:pt x="26" y="6"/>
                      <a:pt x="21" y="16"/>
                      <a:pt x="14" y="16"/>
                    </a:cubicBezTo>
                    <a:cubicBezTo>
                      <a:pt x="8" y="17"/>
                      <a:pt x="1" y="19"/>
                      <a:pt x="2" y="25"/>
                    </a:cubicBezTo>
                    <a:cubicBezTo>
                      <a:pt x="0" y="20"/>
                      <a:pt x="3" y="14"/>
                      <a:pt x="5" y="13"/>
                    </a:cubicBezTo>
                    <a:cubicBezTo>
                      <a:pt x="8" y="12"/>
                      <a:pt x="13" y="14"/>
                      <a:pt x="19" y="10"/>
                    </a:cubicBezTo>
                    <a:cubicBezTo>
                      <a:pt x="25" y="6"/>
                      <a:pt x="25" y="0"/>
                      <a:pt x="28" y="1"/>
                    </a:cubicBezTo>
                    <a:cubicBezTo>
                      <a:pt x="35" y="2"/>
                      <a:pt x="41" y="6"/>
                      <a:pt x="45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36" name="Freeform 1904">
                <a:extLst>
                  <a:ext uri="{FF2B5EF4-FFF2-40B4-BE49-F238E27FC236}">
                    <a16:creationId xmlns:a16="http://schemas.microsoft.com/office/drawing/2014/main" id="{B0A98261-9D25-4FD6-B271-F46911510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603"/>
                <a:ext cx="110" cy="66"/>
              </a:xfrm>
              <a:custGeom>
                <a:avLst/>
                <a:gdLst>
                  <a:gd name="T0" fmla="*/ 0 w 44"/>
                  <a:gd name="T1" fmla="*/ 4084 h 25"/>
                  <a:gd name="T2" fmla="*/ 3438 w 44"/>
                  <a:gd name="T3" fmla="*/ 2334 h 25"/>
                  <a:gd name="T4" fmla="*/ 7345 w 44"/>
                  <a:gd name="T5" fmla="*/ 5394 h 25"/>
                  <a:gd name="T6" fmla="*/ 10550 w 44"/>
                  <a:gd name="T7" fmla="*/ 8448 h 25"/>
                  <a:gd name="T8" fmla="*/ 9583 w 44"/>
                  <a:gd name="T9" fmla="*/ 4377 h 25"/>
                  <a:gd name="T10" fmla="*/ 6375 w 44"/>
                  <a:gd name="T11" fmla="*/ 3345 h 25"/>
                  <a:gd name="T12" fmla="*/ 3908 w 44"/>
                  <a:gd name="T13" fmla="*/ 383 h 25"/>
                  <a:gd name="T14" fmla="*/ 0 w 44"/>
                  <a:gd name="T15" fmla="*/ 4084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5">
                    <a:moveTo>
                      <a:pt x="0" y="12"/>
                    </a:moveTo>
                    <a:cubicBezTo>
                      <a:pt x="4" y="6"/>
                      <a:pt x="9" y="7"/>
                      <a:pt x="14" y="7"/>
                    </a:cubicBezTo>
                    <a:cubicBezTo>
                      <a:pt x="19" y="6"/>
                      <a:pt x="24" y="16"/>
                      <a:pt x="30" y="16"/>
                    </a:cubicBezTo>
                    <a:cubicBezTo>
                      <a:pt x="37" y="17"/>
                      <a:pt x="43" y="19"/>
                      <a:pt x="43" y="25"/>
                    </a:cubicBezTo>
                    <a:cubicBezTo>
                      <a:pt x="44" y="20"/>
                      <a:pt x="42" y="14"/>
                      <a:pt x="39" y="13"/>
                    </a:cubicBezTo>
                    <a:cubicBezTo>
                      <a:pt x="36" y="12"/>
                      <a:pt x="32" y="14"/>
                      <a:pt x="26" y="10"/>
                    </a:cubicBezTo>
                    <a:cubicBezTo>
                      <a:pt x="20" y="6"/>
                      <a:pt x="19" y="0"/>
                      <a:pt x="16" y="1"/>
                    </a:cubicBezTo>
                    <a:cubicBezTo>
                      <a:pt x="9" y="2"/>
                      <a:pt x="3" y="6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37" name="Freeform 1905">
                <a:extLst>
                  <a:ext uri="{FF2B5EF4-FFF2-40B4-BE49-F238E27FC236}">
                    <a16:creationId xmlns:a16="http://schemas.microsoft.com/office/drawing/2014/main" id="{6A168F2C-C233-4C02-8529-4B9B6C364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611"/>
                <a:ext cx="40" cy="16"/>
              </a:xfrm>
              <a:custGeom>
                <a:avLst/>
                <a:gdLst>
                  <a:gd name="T0" fmla="*/ 2738 w 16"/>
                  <a:gd name="T1" fmla="*/ 1459 h 6"/>
                  <a:gd name="T2" fmla="*/ 0 w 16"/>
                  <a:gd name="T3" fmla="*/ 0 h 6"/>
                  <a:gd name="T4" fmla="*/ 3908 w 16"/>
                  <a:gd name="T5" fmla="*/ 0 h 6"/>
                  <a:gd name="T6" fmla="*/ 2738 w 16"/>
                  <a:gd name="T7" fmla="*/ 145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1" y="4"/>
                    </a:moveTo>
                    <a:cubicBezTo>
                      <a:pt x="8" y="6"/>
                      <a:pt x="1" y="6"/>
                      <a:pt x="0" y="0"/>
                    </a:cubicBezTo>
                    <a:cubicBezTo>
                      <a:pt x="3" y="2"/>
                      <a:pt x="11" y="4"/>
                      <a:pt x="16" y="0"/>
                    </a:cubicBezTo>
                    <a:cubicBezTo>
                      <a:pt x="15" y="1"/>
                      <a:pt x="14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38" name="Freeform 1906">
                <a:extLst>
                  <a:ext uri="{FF2B5EF4-FFF2-40B4-BE49-F238E27FC236}">
                    <a16:creationId xmlns:a16="http://schemas.microsoft.com/office/drawing/2014/main" id="{FEDD7951-EE67-459D-871E-E733F98FA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584"/>
                <a:ext cx="40" cy="16"/>
              </a:xfrm>
              <a:custGeom>
                <a:avLst/>
                <a:gdLst>
                  <a:gd name="T0" fmla="*/ 2738 w 16"/>
                  <a:gd name="T1" fmla="*/ 1459 h 6"/>
                  <a:gd name="T2" fmla="*/ 0 w 16"/>
                  <a:gd name="T3" fmla="*/ 0 h 6"/>
                  <a:gd name="T4" fmla="*/ 3908 w 16"/>
                  <a:gd name="T5" fmla="*/ 0 h 6"/>
                  <a:gd name="T6" fmla="*/ 2738 w 16"/>
                  <a:gd name="T7" fmla="*/ 145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1" y="4"/>
                    </a:moveTo>
                    <a:cubicBezTo>
                      <a:pt x="8" y="6"/>
                      <a:pt x="1" y="5"/>
                      <a:pt x="0" y="0"/>
                    </a:cubicBezTo>
                    <a:cubicBezTo>
                      <a:pt x="3" y="2"/>
                      <a:pt x="11" y="4"/>
                      <a:pt x="16" y="0"/>
                    </a:cubicBezTo>
                    <a:cubicBezTo>
                      <a:pt x="15" y="1"/>
                      <a:pt x="14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39" name="Freeform 1907">
                <a:extLst>
                  <a:ext uri="{FF2B5EF4-FFF2-40B4-BE49-F238E27FC236}">
                    <a16:creationId xmlns:a16="http://schemas.microsoft.com/office/drawing/2014/main" id="{0C2088E5-DF06-4D93-AD1E-7A2E5B5FB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557"/>
                <a:ext cx="40" cy="16"/>
              </a:xfrm>
              <a:custGeom>
                <a:avLst/>
                <a:gdLst>
                  <a:gd name="T0" fmla="*/ 2738 w 16"/>
                  <a:gd name="T1" fmla="*/ 1459 h 6"/>
                  <a:gd name="T2" fmla="*/ 0 w 16"/>
                  <a:gd name="T3" fmla="*/ 0 h 6"/>
                  <a:gd name="T4" fmla="*/ 3908 w 16"/>
                  <a:gd name="T5" fmla="*/ 0 h 6"/>
                  <a:gd name="T6" fmla="*/ 2738 w 16"/>
                  <a:gd name="T7" fmla="*/ 145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1" y="4"/>
                    </a:moveTo>
                    <a:cubicBezTo>
                      <a:pt x="7" y="6"/>
                      <a:pt x="1" y="5"/>
                      <a:pt x="0" y="0"/>
                    </a:cubicBezTo>
                    <a:cubicBezTo>
                      <a:pt x="3" y="2"/>
                      <a:pt x="11" y="4"/>
                      <a:pt x="16" y="0"/>
                    </a:cubicBezTo>
                    <a:cubicBezTo>
                      <a:pt x="15" y="1"/>
                      <a:pt x="14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40" name="Freeform 1908">
                <a:extLst>
                  <a:ext uri="{FF2B5EF4-FFF2-40B4-BE49-F238E27FC236}">
                    <a16:creationId xmlns:a16="http://schemas.microsoft.com/office/drawing/2014/main" id="{BBC9023F-8640-4F28-9B13-8DFCBD36A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528"/>
                <a:ext cx="40" cy="19"/>
              </a:xfrm>
              <a:custGeom>
                <a:avLst/>
                <a:gdLst>
                  <a:gd name="T0" fmla="*/ 2738 w 16"/>
                  <a:gd name="T1" fmla="*/ 2063 h 7"/>
                  <a:gd name="T2" fmla="*/ 0 w 16"/>
                  <a:gd name="T3" fmla="*/ 0 h 7"/>
                  <a:gd name="T4" fmla="*/ 3908 w 16"/>
                  <a:gd name="T5" fmla="*/ 0 h 7"/>
                  <a:gd name="T6" fmla="*/ 2738 w 16"/>
                  <a:gd name="T7" fmla="*/ 206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1" y="5"/>
                    </a:moveTo>
                    <a:cubicBezTo>
                      <a:pt x="7" y="7"/>
                      <a:pt x="1" y="6"/>
                      <a:pt x="0" y="0"/>
                    </a:cubicBezTo>
                    <a:cubicBezTo>
                      <a:pt x="3" y="3"/>
                      <a:pt x="11" y="5"/>
                      <a:pt x="16" y="0"/>
                    </a:cubicBezTo>
                    <a:cubicBezTo>
                      <a:pt x="15" y="2"/>
                      <a:pt x="14" y="3"/>
                      <a:pt x="1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41" name="Freeform 1909">
                <a:extLst>
                  <a:ext uri="{FF2B5EF4-FFF2-40B4-BE49-F238E27FC236}">
                    <a16:creationId xmlns:a16="http://schemas.microsoft.com/office/drawing/2014/main" id="{E609BF3E-58B2-478D-88E0-762DFC596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504"/>
                <a:ext cx="38" cy="16"/>
              </a:xfrm>
              <a:custGeom>
                <a:avLst/>
                <a:gdLst>
                  <a:gd name="T0" fmla="*/ 2926 w 15"/>
                  <a:gd name="T1" fmla="*/ 1459 h 6"/>
                  <a:gd name="T2" fmla="*/ 0 w 15"/>
                  <a:gd name="T3" fmla="*/ 0 h 6"/>
                  <a:gd name="T4" fmla="*/ 3955 w 15"/>
                  <a:gd name="T5" fmla="*/ 0 h 6"/>
                  <a:gd name="T6" fmla="*/ 2926 w 15"/>
                  <a:gd name="T7" fmla="*/ 145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1" y="4"/>
                    </a:moveTo>
                    <a:cubicBezTo>
                      <a:pt x="7" y="6"/>
                      <a:pt x="0" y="5"/>
                      <a:pt x="0" y="0"/>
                    </a:cubicBezTo>
                    <a:cubicBezTo>
                      <a:pt x="3" y="2"/>
                      <a:pt x="11" y="4"/>
                      <a:pt x="15" y="0"/>
                    </a:cubicBezTo>
                    <a:cubicBezTo>
                      <a:pt x="15" y="1"/>
                      <a:pt x="13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42" name="Freeform 1910">
                <a:extLst>
                  <a:ext uri="{FF2B5EF4-FFF2-40B4-BE49-F238E27FC236}">
                    <a16:creationId xmlns:a16="http://schemas.microsoft.com/office/drawing/2014/main" id="{02660AE1-D47C-4753-95C8-0C7225DED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477"/>
                <a:ext cx="38" cy="16"/>
              </a:xfrm>
              <a:custGeom>
                <a:avLst/>
                <a:gdLst>
                  <a:gd name="T0" fmla="*/ 2926 w 15"/>
                  <a:gd name="T1" fmla="*/ 1459 h 6"/>
                  <a:gd name="T2" fmla="*/ 0 w 15"/>
                  <a:gd name="T3" fmla="*/ 0 h 6"/>
                  <a:gd name="T4" fmla="*/ 3955 w 15"/>
                  <a:gd name="T5" fmla="*/ 0 h 6"/>
                  <a:gd name="T6" fmla="*/ 2926 w 15"/>
                  <a:gd name="T7" fmla="*/ 145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1" y="4"/>
                    </a:moveTo>
                    <a:cubicBezTo>
                      <a:pt x="7" y="6"/>
                      <a:pt x="0" y="5"/>
                      <a:pt x="0" y="0"/>
                    </a:cubicBezTo>
                    <a:cubicBezTo>
                      <a:pt x="3" y="2"/>
                      <a:pt x="11" y="4"/>
                      <a:pt x="15" y="0"/>
                    </a:cubicBezTo>
                    <a:cubicBezTo>
                      <a:pt x="15" y="1"/>
                      <a:pt x="13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43" name="Freeform 1911">
                <a:extLst>
                  <a:ext uri="{FF2B5EF4-FFF2-40B4-BE49-F238E27FC236}">
                    <a16:creationId xmlns:a16="http://schemas.microsoft.com/office/drawing/2014/main" id="{7352EDEA-ADC7-48B3-8611-2E851B568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451"/>
                <a:ext cx="40" cy="16"/>
              </a:xfrm>
              <a:custGeom>
                <a:avLst/>
                <a:gdLst>
                  <a:gd name="T0" fmla="*/ 2738 w 16"/>
                  <a:gd name="T1" fmla="*/ 1459 h 6"/>
                  <a:gd name="T2" fmla="*/ 0 w 16"/>
                  <a:gd name="T3" fmla="*/ 0 h 6"/>
                  <a:gd name="T4" fmla="*/ 3908 w 16"/>
                  <a:gd name="T5" fmla="*/ 0 h 6"/>
                  <a:gd name="T6" fmla="*/ 2738 w 16"/>
                  <a:gd name="T7" fmla="*/ 145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1" y="4"/>
                    </a:moveTo>
                    <a:cubicBezTo>
                      <a:pt x="8" y="6"/>
                      <a:pt x="1" y="5"/>
                      <a:pt x="0" y="0"/>
                    </a:cubicBezTo>
                    <a:cubicBezTo>
                      <a:pt x="3" y="2"/>
                      <a:pt x="11" y="4"/>
                      <a:pt x="16" y="0"/>
                    </a:cubicBezTo>
                    <a:cubicBezTo>
                      <a:pt x="15" y="1"/>
                      <a:pt x="14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44" name="Freeform 1912">
                <a:extLst>
                  <a:ext uri="{FF2B5EF4-FFF2-40B4-BE49-F238E27FC236}">
                    <a16:creationId xmlns:a16="http://schemas.microsoft.com/office/drawing/2014/main" id="{31AB2372-B490-423F-BA97-2085C1C8D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2424"/>
                <a:ext cx="37" cy="16"/>
              </a:xfrm>
              <a:custGeom>
                <a:avLst/>
                <a:gdLst>
                  <a:gd name="T0" fmla="*/ 2477 w 15"/>
                  <a:gd name="T1" fmla="*/ 1459 h 6"/>
                  <a:gd name="T2" fmla="*/ 0 w 15"/>
                  <a:gd name="T3" fmla="*/ 0 h 6"/>
                  <a:gd name="T4" fmla="*/ 3365 w 15"/>
                  <a:gd name="T5" fmla="*/ 0 h 6"/>
                  <a:gd name="T6" fmla="*/ 2477 w 15"/>
                  <a:gd name="T7" fmla="*/ 145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1" y="4"/>
                    </a:moveTo>
                    <a:cubicBezTo>
                      <a:pt x="7" y="6"/>
                      <a:pt x="1" y="5"/>
                      <a:pt x="0" y="0"/>
                    </a:cubicBezTo>
                    <a:cubicBezTo>
                      <a:pt x="3" y="2"/>
                      <a:pt x="11" y="4"/>
                      <a:pt x="15" y="0"/>
                    </a:cubicBezTo>
                    <a:cubicBezTo>
                      <a:pt x="15" y="1"/>
                      <a:pt x="13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45" name="Freeform 1913">
                <a:extLst>
                  <a:ext uri="{FF2B5EF4-FFF2-40B4-BE49-F238E27FC236}">
                    <a16:creationId xmlns:a16="http://schemas.microsoft.com/office/drawing/2014/main" id="{102C1CB5-E3F7-444C-A59D-BD8796E79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395"/>
                <a:ext cx="37" cy="18"/>
              </a:xfrm>
              <a:custGeom>
                <a:avLst/>
                <a:gdLst>
                  <a:gd name="T0" fmla="*/ 2477 w 15"/>
                  <a:gd name="T1" fmla="*/ 1137 h 7"/>
                  <a:gd name="T2" fmla="*/ 0 w 15"/>
                  <a:gd name="T3" fmla="*/ 0 h 7"/>
                  <a:gd name="T4" fmla="*/ 3365 w 15"/>
                  <a:gd name="T5" fmla="*/ 0 h 7"/>
                  <a:gd name="T6" fmla="*/ 2477 w 15"/>
                  <a:gd name="T7" fmla="*/ 113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1" y="4"/>
                    </a:moveTo>
                    <a:cubicBezTo>
                      <a:pt x="7" y="7"/>
                      <a:pt x="1" y="6"/>
                      <a:pt x="0" y="0"/>
                    </a:cubicBezTo>
                    <a:cubicBezTo>
                      <a:pt x="3" y="3"/>
                      <a:pt x="11" y="5"/>
                      <a:pt x="15" y="0"/>
                    </a:cubicBezTo>
                    <a:cubicBezTo>
                      <a:pt x="15" y="2"/>
                      <a:pt x="13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46" name="Freeform 1914">
                <a:extLst>
                  <a:ext uri="{FF2B5EF4-FFF2-40B4-BE49-F238E27FC236}">
                    <a16:creationId xmlns:a16="http://schemas.microsoft.com/office/drawing/2014/main" id="{42902788-D174-480D-A352-1D4DC5919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368"/>
                <a:ext cx="37" cy="19"/>
              </a:xfrm>
              <a:custGeom>
                <a:avLst/>
                <a:gdLst>
                  <a:gd name="T0" fmla="*/ 2477 w 15"/>
                  <a:gd name="T1" fmla="*/ 1620 h 7"/>
                  <a:gd name="T2" fmla="*/ 0 w 15"/>
                  <a:gd name="T3" fmla="*/ 0 h 7"/>
                  <a:gd name="T4" fmla="*/ 3365 w 15"/>
                  <a:gd name="T5" fmla="*/ 0 h 7"/>
                  <a:gd name="T6" fmla="*/ 2477 w 15"/>
                  <a:gd name="T7" fmla="*/ 162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1" y="4"/>
                    </a:moveTo>
                    <a:cubicBezTo>
                      <a:pt x="7" y="7"/>
                      <a:pt x="1" y="6"/>
                      <a:pt x="0" y="0"/>
                    </a:cubicBezTo>
                    <a:cubicBezTo>
                      <a:pt x="3" y="3"/>
                      <a:pt x="11" y="5"/>
                      <a:pt x="15" y="0"/>
                    </a:cubicBezTo>
                    <a:cubicBezTo>
                      <a:pt x="15" y="2"/>
                      <a:pt x="13" y="3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47" name="Freeform 1915">
                <a:extLst>
                  <a:ext uri="{FF2B5EF4-FFF2-40B4-BE49-F238E27FC236}">
                    <a16:creationId xmlns:a16="http://schemas.microsoft.com/office/drawing/2014/main" id="{BFC5E812-4FCF-4095-ABFF-3ADD2C638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339"/>
                <a:ext cx="57" cy="53"/>
              </a:xfrm>
              <a:custGeom>
                <a:avLst/>
                <a:gdLst>
                  <a:gd name="T0" fmla="*/ 183 w 23"/>
                  <a:gd name="T1" fmla="*/ 3167 h 20"/>
                  <a:gd name="T2" fmla="*/ 2347 w 23"/>
                  <a:gd name="T3" fmla="*/ 2472 h 20"/>
                  <a:gd name="T4" fmla="*/ 3470 w 23"/>
                  <a:gd name="T5" fmla="*/ 0 h 20"/>
                  <a:gd name="T6" fmla="*/ 4870 w 23"/>
                  <a:gd name="T7" fmla="*/ 1434 h 20"/>
                  <a:gd name="T8" fmla="*/ 3470 w 23"/>
                  <a:gd name="T9" fmla="*/ 5864 h 20"/>
                  <a:gd name="T10" fmla="*/ 183 w 23"/>
                  <a:gd name="T11" fmla="*/ 5231 h 20"/>
                  <a:gd name="T12" fmla="*/ 183 w 23"/>
                  <a:gd name="T13" fmla="*/ 316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9"/>
                    </a:moveTo>
                    <a:cubicBezTo>
                      <a:pt x="4" y="9"/>
                      <a:pt x="7" y="9"/>
                      <a:pt x="10" y="7"/>
                    </a:cubicBezTo>
                    <a:cubicBezTo>
                      <a:pt x="13" y="6"/>
                      <a:pt x="15" y="3"/>
                      <a:pt x="15" y="0"/>
                    </a:cubicBezTo>
                    <a:cubicBezTo>
                      <a:pt x="18" y="1"/>
                      <a:pt x="19" y="2"/>
                      <a:pt x="21" y="4"/>
                    </a:cubicBezTo>
                    <a:cubicBezTo>
                      <a:pt x="23" y="9"/>
                      <a:pt x="21" y="14"/>
                      <a:pt x="15" y="17"/>
                    </a:cubicBezTo>
                    <a:cubicBezTo>
                      <a:pt x="10" y="20"/>
                      <a:pt x="4" y="19"/>
                      <a:pt x="1" y="15"/>
                    </a:cubicBezTo>
                    <a:cubicBezTo>
                      <a:pt x="0" y="13"/>
                      <a:pt x="0" y="11"/>
                      <a:pt x="1" y="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48" name="Freeform 1916">
                <a:extLst>
                  <a:ext uri="{FF2B5EF4-FFF2-40B4-BE49-F238E27FC236}">
                    <a16:creationId xmlns:a16="http://schemas.microsoft.com/office/drawing/2014/main" id="{D4B531C8-6DCC-4719-B286-B1CE2B466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365"/>
                <a:ext cx="57" cy="54"/>
              </a:xfrm>
              <a:custGeom>
                <a:avLst/>
                <a:gdLst>
                  <a:gd name="T0" fmla="*/ 0 w 23"/>
                  <a:gd name="T1" fmla="*/ 3464 h 20"/>
                  <a:gd name="T2" fmla="*/ 2069 w 23"/>
                  <a:gd name="T3" fmla="*/ 2719 h 20"/>
                  <a:gd name="T4" fmla="*/ 3470 w 23"/>
                  <a:gd name="T5" fmla="*/ 0 h 20"/>
                  <a:gd name="T6" fmla="*/ 4674 w 23"/>
                  <a:gd name="T7" fmla="*/ 1596 h 20"/>
                  <a:gd name="T8" fmla="*/ 3470 w 23"/>
                  <a:gd name="T9" fmla="*/ 6599 h 20"/>
                  <a:gd name="T10" fmla="*/ 183 w 23"/>
                  <a:gd name="T11" fmla="*/ 5905 h 20"/>
                  <a:gd name="T12" fmla="*/ 0 w 23"/>
                  <a:gd name="T13" fmla="*/ 346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9"/>
                    </a:moveTo>
                    <a:cubicBezTo>
                      <a:pt x="3" y="9"/>
                      <a:pt x="6" y="9"/>
                      <a:pt x="9" y="7"/>
                    </a:cubicBezTo>
                    <a:cubicBezTo>
                      <a:pt x="12" y="6"/>
                      <a:pt x="14" y="3"/>
                      <a:pt x="15" y="0"/>
                    </a:cubicBezTo>
                    <a:cubicBezTo>
                      <a:pt x="17" y="1"/>
                      <a:pt x="19" y="2"/>
                      <a:pt x="20" y="4"/>
                    </a:cubicBezTo>
                    <a:cubicBezTo>
                      <a:pt x="23" y="9"/>
                      <a:pt x="20" y="15"/>
                      <a:pt x="15" y="17"/>
                    </a:cubicBezTo>
                    <a:cubicBezTo>
                      <a:pt x="10" y="20"/>
                      <a:pt x="3" y="19"/>
                      <a:pt x="1" y="15"/>
                    </a:cubicBezTo>
                    <a:cubicBezTo>
                      <a:pt x="0" y="13"/>
                      <a:pt x="0" y="11"/>
                      <a:pt x="0" y="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49" name="Freeform 1917">
                <a:extLst>
                  <a:ext uri="{FF2B5EF4-FFF2-40B4-BE49-F238E27FC236}">
                    <a16:creationId xmlns:a16="http://schemas.microsoft.com/office/drawing/2014/main" id="{DF0C3980-A8B4-489A-BDC4-B2412897D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95"/>
                <a:ext cx="55" cy="53"/>
              </a:xfrm>
              <a:custGeom>
                <a:avLst/>
                <a:gdLst>
                  <a:gd name="T0" fmla="*/ 0 w 22"/>
                  <a:gd name="T1" fmla="*/ 2753 h 20"/>
                  <a:gd name="T2" fmla="*/ 2270 w 22"/>
                  <a:gd name="T3" fmla="*/ 2472 h 20"/>
                  <a:gd name="T4" fmla="*/ 3720 w 22"/>
                  <a:gd name="T5" fmla="*/ 0 h 20"/>
                  <a:gd name="T6" fmla="*/ 4895 w 22"/>
                  <a:gd name="T7" fmla="*/ 1039 h 20"/>
                  <a:gd name="T8" fmla="*/ 3720 w 22"/>
                  <a:gd name="T9" fmla="*/ 5864 h 20"/>
                  <a:gd name="T10" fmla="*/ 313 w 22"/>
                  <a:gd name="T11" fmla="*/ 4839 h 20"/>
                  <a:gd name="T12" fmla="*/ 0 w 22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0" y="8"/>
                    </a:moveTo>
                    <a:cubicBezTo>
                      <a:pt x="3" y="9"/>
                      <a:pt x="6" y="8"/>
                      <a:pt x="9" y="7"/>
                    </a:cubicBezTo>
                    <a:cubicBezTo>
                      <a:pt x="12" y="5"/>
                      <a:pt x="14" y="2"/>
                      <a:pt x="15" y="0"/>
                    </a:cubicBezTo>
                    <a:cubicBezTo>
                      <a:pt x="17" y="0"/>
                      <a:pt x="19" y="1"/>
                      <a:pt x="20" y="3"/>
                    </a:cubicBezTo>
                    <a:cubicBezTo>
                      <a:pt x="22" y="8"/>
                      <a:pt x="20" y="14"/>
                      <a:pt x="15" y="17"/>
                    </a:cubicBezTo>
                    <a:cubicBezTo>
                      <a:pt x="9" y="20"/>
                      <a:pt x="3" y="18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50" name="Freeform 1918">
                <a:extLst>
                  <a:ext uri="{FF2B5EF4-FFF2-40B4-BE49-F238E27FC236}">
                    <a16:creationId xmlns:a16="http://schemas.microsoft.com/office/drawing/2014/main" id="{9AC0561A-9A06-4CB8-BF37-86B9A168B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2421"/>
                <a:ext cx="58" cy="54"/>
              </a:xfrm>
              <a:custGeom>
                <a:avLst/>
                <a:gdLst>
                  <a:gd name="T0" fmla="*/ 318 w 23"/>
                  <a:gd name="T1" fmla="*/ 3127 h 20"/>
                  <a:gd name="T2" fmla="*/ 2549 w 23"/>
                  <a:gd name="T3" fmla="*/ 2719 h 20"/>
                  <a:gd name="T4" fmla="*/ 3878 w 23"/>
                  <a:gd name="T5" fmla="*/ 0 h 20"/>
                  <a:gd name="T6" fmla="*/ 5419 w 23"/>
                  <a:gd name="T7" fmla="*/ 1158 h 20"/>
                  <a:gd name="T8" fmla="*/ 3878 w 23"/>
                  <a:gd name="T9" fmla="*/ 6599 h 20"/>
                  <a:gd name="T10" fmla="*/ 318 w 23"/>
                  <a:gd name="T11" fmla="*/ 5476 h 20"/>
                  <a:gd name="T12" fmla="*/ 318 w 23"/>
                  <a:gd name="T13" fmla="*/ 312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3" y="9"/>
                      <a:pt x="7" y="8"/>
                      <a:pt x="10" y="7"/>
                    </a:cubicBezTo>
                    <a:cubicBezTo>
                      <a:pt x="13" y="5"/>
                      <a:pt x="15" y="2"/>
                      <a:pt x="15" y="0"/>
                    </a:cubicBezTo>
                    <a:cubicBezTo>
                      <a:pt x="18" y="0"/>
                      <a:pt x="19" y="1"/>
                      <a:pt x="21" y="3"/>
                    </a:cubicBezTo>
                    <a:cubicBezTo>
                      <a:pt x="23" y="8"/>
                      <a:pt x="21" y="14"/>
                      <a:pt x="15" y="17"/>
                    </a:cubicBezTo>
                    <a:cubicBezTo>
                      <a:pt x="10" y="20"/>
                      <a:pt x="4" y="18"/>
                      <a:pt x="1" y="14"/>
                    </a:cubicBezTo>
                    <a:cubicBezTo>
                      <a:pt x="0" y="12"/>
                      <a:pt x="0" y="10"/>
                      <a:pt x="1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51" name="Freeform 1919">
                <a:extLst>
                  <a:ext uri="{FF2B5EF4-FFF2-40B4-BE49-F238E27FC236}">
                    <a16:creationId xmlns:a16="http://schemas.microsoft.com/office/drawing/2014/main" id="{A3D43DE5-CE92-4A89-885C-1DF4A929C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448"/>
                <a:ext cx="58" cy="53"/>
              </a:xfrm>
              <a:custGeom>
                <a:avLst/>
                <a:gdLst>
                  <a:gd name="T0" fmla="*/ 0 w 23"/>
                  <a:gd name="T1" fmla="*/ 2753 h 20"/>
                  <a:gd name="T2" fmla="*/ 2340 w 23"/>
                  <a:gd name="T3" fmla="*/ 2472 h 20"/>
                  <a:gd name="T4" fmla="*/ 3878 w 23"/>
                  <a:gd name="T5" fmla="*/ 0 h 20"/>
                  <a:gd name="T6" fmla="*/ 5099 w 23"/>
                  <a:gd name="T7" fmla="*/ 1039 h 20"/>
                  <a:gd name="T8" fmla="*/ 3878 w 23"/>
                  <a:gd name="T9" fmla="*/ 5864 h 20"/>
                  <a:gd name="T10" fmla="*/ 318 w 23"/>
                  <a:gd name="T11" fmla="*/ 4839 h 20"/>
                  <a:gd name="T12" fmla="*/ 0 w 23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8"/>
                    </a:moveTo>
                    <a:cubicBezTo>
                      <a:pt x="3" y="9"/>
                      <a:pt x="6" y="8"/>
                      <a:pt x="9" y="7"/>
                    </a:cubicBezTo>
                    <a:cubicBezTo>
                      <a:pt x="12" y="5"/>
                      <a:pt x="14" y="2"/>
                      <a:pt x="15" y="0"/>
                    </a:cubicBezTo>
                    <a:cubicBezTo>
                      <a:pt x="17" y="0"/>
                      <a:pt x="19" y="1"/>
                      <a:pt x="20" y="3"/>
                    </a:cubicBezTo>
                    <a:cubicBezTo>
                      <a:pt x="23" y="8"/>
                      <a:pt x="20" y="14"/>
                      <a:pt x="15" y="17"/>
                    </a:cubicBezTo>
                    <a:cubicBezTo>
                      <a:pt x="10" y="20"/>
                      <a:pt x="3" y="19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52" name="Freeform 1920">
                <a:extLst>
                  <a:ext uri="{FF2B5EF4-FFF2-40B4-BE49-F238E27FC236}">
                    <a16:creationId xmlns:a16="http://schemas.microsoft.com/office/drawing/2014/main" id="{FFD32A2E-AA3A-4EA7-BDB9-75F69A782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75"/>
                <a:ext cx="57" cy="53"/>
              </a:xfrm>
              <a:custGeom>
                <a:avLst/>
                <a:gdLst>
                  <a:gd name="T0" fmla="*/ 183 w 23"/>
                  <a:gd name="T1" fmla="*/ 2753 h 20"/>
                  <a:gd name="T2" fmla="*/ 2347 w 23"/>
                  <a:gd name="T3" fmla="*/ 2472 h 20"/>
                  <a:gd name="T4" fmla="*/ 3727 w 23"/>
                  <a:gd name="T5" fmla="*/ 0 h 20"/>
                  <a:gd name="T6" fmla="*/ 4870 w 23"/>
                  <a:gd name="T7" fmla="*/ 1039 h 20"/>
                  <a:gd name="T8" fmla="*/ 3727 w 23"/>
                  <a:gd name="T9" fmla="*/ 5864 h 20"/>
                  <a:gd name="T10" fmla="*/ 454 w 23"/>
                  <a:gd name="T11" fmla="*/ 4839 h 20"/>
                  <a:gd name="T12" fmla="*/ 183 w 23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4" y="9"/>
                      <a:pt x="7" y="8"/>
                      <a:pt x="10" y="7"/>
                    </a:cubicBezTo>
                    <a:cubicBezTo>
                      <a:pt x="13" y="5"/>
                      <a:pt x="15" y="2"/>
                      <a:pt x="16" y="0"/>
                    </a:cubicBezTo>
                    <a:cubicBezTo>
                      <a:pt x="18" y="0"/>
                      <a:pt x="20" y="1"/>
                      <a:pt x="21" y="3"/>
                    </a:cubicBezTo>
                    <a:cubicBezTo>
                      <a:pt x="23" y="8"/>
                      <a:pt x="21" y="14"/>
                      <a:pt x="16" y="17"/>
                    </a:cubicBezTo>
                    <a:cubicBezTo>
                      <a:pt x="10" y="20"/>
                      <a:pt x="4" y="19"/>
                      <a:pt x="2" y="14"/>
                    </a:cubicBezTo>
                    <a:cubicBezTo>
                      <a:pt x="1" y="12"/>
                      <a:pt x="0" y="10"/>
                      <a:pt x="1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53" name="Freeform 1921">
                <a:extLst>
                  <a:ext uri="{FF2B5EF4-FFF2-40B4-BE49-F238E27FC236}">
                    <a16:creationId xmlns:a16="http://schemas.microsoft.com/office/drawing/2014/main" id="{BA65255F-8B5D-43BC-9E55-911E3E05E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501"/>
                <a:ext cx="57" cy="54"/>
              </a:xfrm>
              <a:custGeom>
                <a:avLst/>
                <a:gdLst>
                  <a:gd name="T0" fmla="*/ 183 w 23"/>
                  <a:gd name="T1" fmla="*/ 3127 h 20"/>
                  <a:gd name="T2" fmla="*/ 2347 w 23"/>
                  <a:gd name="T3" fmla="*/ 2719 h 20"/>
                  <a:gd name="T4" fmla="*/ 3470 w 23"/>
                  <a:gd name="T5" fmla="*/ 0 h 20"/>
                  <a:gd name="T6" fmla="*/ 4674 w 23"/>
                  <a:gd name="T7" fmla="*/ 1158 h 20"/>
                  <a:gd name="T8" fmla="*/ 3470 w 23"/>
                  <a:gd name="T9" fmla="*/ 6599 h 20"/>
                  <a:gd name="T10" fmla="*/ 183 w 23"/>
                  <a:gd name="T11" fmla="*/ 5476 h 20"/>
                  <a:gd name="T12" fmla="*/ 183 w 23"/>
                  <a:gd name="T13" fmla="*/ 312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3" y="9"/>
                      <a:pt x="7" y="8"/>
                      <a:pt x="10" y="7"/>
                    </a:cubicBezTo>
                    <a:cubicBezTo>
                      <a:pt x="13" y="5"/>
                      <a:pt x="15" y="2"/>
                      <a:pt x="15" y="0"/>
                    </a:cubicBezTo>
                    <a:cubicBezTo>
                      <a:pt x="18" y="0"/>
                      <a:pt x="19" y="2"/>
                      <a:pt x="20" y="3"/>
                    </a:cubicBezTo>
                    <a:cubicBezTo>
                      <a:pt x="23" y="8"/>
                      <a:pt x="21" y="14"/>
                      <a:pt x="15" y="17"/>
                    </a:cubicBezTo>
                    <a:cubicBezTo>
                      <a:pt x="10" y="20"/>
                      <a:pt x="4" y="19"/>
                      <a:pt x="1" y="14"/>
                    </a:cubicBezTo>
                    <a:cubicBezTo>
                      <a:pt x="0" y="12"/>
                      <a:pt x="0" y="10"/>
                      <a:pt x="1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54" name="Freeform 1922">
                <a:extLst>
                  <a:ext uri="{FF2B5EF4-FFF2-40B4-BE49-F238E27FC236}">
                    <a16:creationId xmlns:a16="http://schemas.microsoft.com/office/drawing/2014/main" id="{D39593CA-3D67-4D8B-B436-1BE3075A0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2528"/>
                <a:ext cx="57" cy="53"/>
              </a:xfrm>
              <a:custGeom>
                <a:avLst/>
                <a:gdLst>
                  <a:gd name="T0" fmla="*/ 0 w 23"/>
                  <a:gd name="T1" fmla="*/ 2753 h 20"/>
                  <a:gd name="T2" fmla="*/ 2069 w 23"/>
                  <a:gd name="T3" fmla="*/ 2472 h 20"/>
                  <a:gd name="T4" fmla="*/ 3470 w 23"/>
                  <a:gd name="T5" fmla="*/ 0 h 20"/>
                  <a:gd name="T6" fmla="*/ 4674 w 23"/>
                  <a:gd name="T7" fmla="*/ 1434 h 20"/>
                  <a:gd name="T8" fmla="*/ 3470 w 23"/>
                  <a:gd name="T9" fmla="*/ 5864 h 20"/>
                  <a:gd name="T10" fmla="*/ 183 w 23"/>
                  <a:gd name="T11" fmla="*/ 4839 h 20"/>
                  <a:gd name="T12" fmla="*/ 0 w 23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8"/>
                    </a:moveTo>
                    <a:cubicBezTo>
                      <a:pt x="3" y="9"/>
                      <a:pt x="6" y="8"/>
                      <a:pt x="9" y="7"/>
                    </a:cubicBezTo>
                    <a:cubicBezTo>
                      <a:pt x="12" y="5"/>
                      <a:pt x="14" y="2"/>
                      <a:pt x="15" y="0"/>
                    </a:cubicBezTo>
                    <a:cubicBezTo>
                      <a:pt x="17" y="0"/>
                      <a:pt x="19" y="2"/>
                      <a:pt x="20" y="4"/>
                    </a:cubicBezTo>
                    <a:cubicBezTo>
                      <a:pt x="23" y="8"/>
                      <a:pt x="20" y="14"/>
                      <a:pt x="15" y="17"/>
                    </a:cubicBezTo>
                    <a:cubicBezTo>
                      <a:pt x="10" y="20"/>
                      <a:pt x="3" y="19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55" name="Freeform 1923">
                <a:extLst>
                  <a:ext uri="{FF2B5EF4-FFF2-40B4-BE49-F238E27FC236}">
                    <a16:creationId xmlns:a16="http://schemas.microsoft.com/office/drawing/2014/main" id="{D82C1C57-2491-4D9A-9D2C-66E1D20C8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555"/>
                <a:ext cx="58" cy="53"/>
              </a:xfrm>
              <a:custGeom>
                <a:avLst/>
                <a:gdLst>
                  <a:gd name="T0" fmla="*/ 318 w 23"/>
                  <a:gd name="T1" fmla="*/ 2753 h 20"/>
                  <a:gd name="T2" fmla="*/ 2549 w 23"/>
                  <a:gd name="T3" fmla="*/ 2472 h 20"/>
                  <a:gd name="T4" fmla="*/ 4088 w 23"/>
                  <a:gd name="T5" fmla="*/ 0 h 20"/>
                  <a:gd name="T6" fmla="*/ 5419 w 23"/>
                  <a:gd name="T7" fmla="*/ 1434 h 20"/>
                  <a:gd name="T8" fmla="*/ 4088 w 23"/>
                  <a:gd name="T9" fmla="*/ 5864 h 20"/>
                  <a:gd name="T10" fmla="*/ 527 w 23"/>
                  <a:gd name="T11" fmla="*/ 4839 h 20"/>
                  <a:gd name="T12" fmla="*/ 318 w 23"/>
                  <a:gd name="T13" fmla="*/ 275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4" y="9"/>
                      <a:pt x="7" y="8"/>
                      <a:pt x="10" y="7"/>
                    </a:cubicBezTo>
                    <a:cubicBezTo>
                      <a:pt x="13" y="5"/>
                      <a:pt x="15" y="3"/>
                      <a:pt x="16" y="0"/>
                    </a:cubicBezTo>
                    <a:cubicBezTo>
                      <a:pt x="18" y="0"/>
                      <a:pt x="20" y="2"/>
                      <a:pt x="21" y="4"/>
                    </a:cubicBezTo>
                    <a:cubicBezTo>
                      <a:pt x="23" y="8"/>
                      <a:pt x="21" y="14"/>
                      <a:pt x="16" y="17"/>
                    </a:cubicBezTo>
                    <a:cubicBezTo>
                      <a:pt x="10" y="20"/>
                      <a:pt x="4" y="19"/>
                      <a:pt x="2" y="14"/>
                    </a:cubicBezTo>
                    <a:cubicBezTo>
                      <a:pt x="0" y="12"/>
                      <a:pt x="0" y="10"/>
                      <a:pt x="1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56" name="Freeform 1924">
                <a:extLst>
                  <a:ext uri="{FF2B5EF4-FFF2-40B4-BE49-F238E27FC236}">
                    <a16:creationId xmlns:a16="http://schemas.microsoft.com/office/drawing/2014/main" id="{91184D51-98AB-4A6B-B25C-37EF59D99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581"/>
                <a:ext cx="58" cy="54"/>
              </a:xfrm>
              <a:custGeom>
                <a:avLst/>
                <a:gdLst>
                  <a:gd name="T0" fmla="*/ 318 w 23"/>
                  <a:gd name="T1" fmla="*/ 3127 h 20"/>
                  <a:gd name="T2" fmla="*/ 2549 w 23"/>
                  <a:gd name="T3" fmla="*/ 2719 h 20"/>
                  <a:gd name="T4" fmla="*/ 3878 w 23"/>
                  <a:gd name="T5" fmla="*/ 0 h 20"/>
                  <a:gd name="T6" fmla="*/ 5099 w 23"/>
                  <a:gd name="T7" fmla="*/ 1596 h 20"/>
                  <a:gd name="T8" fmla="*/ 3878 w 23"/>
                  <a:gd name="T9" fmla="*/ 6599 h 20"/>
                  <a:gd name="T10" fmla="*/ 318 w 23"/>
                  <a:gd name="T11" fmla="*/ 5476 h 20"/>
                  <a:gd name="T12" fmla="*/ 318 w 23"/>
                  <a:gd name="T13" fmla="*/ 312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1" y="8"/>
                    </a:moveTo>
                    <a:cubicBezTo>
                      <a:pt x="3" y="9"/>
                      <a:pt x="7" y="8"/>
                      <a:pt x="10" y="7"/>
                    </a:cubicBezTo>
                    <a:cubicBezTo>
                      <a:pt x="13" y="5"/>
                      <a:pt x="14" y="3"/>
                      <a:pt x="15" y="0"/>
                    </a:cubicBezTo>
                    <a:cubicBezTo>
                      <a:pt x="17" y="0"/>
                      <a:pt x="19" y="2"/>
                      <a:pt x="20" y="4"/>
                    </a:cubicBezTo>
                    <a:cubicBezTo>
                      <a:pt x="23" y="8"/>
                      <a:pt x="20" y="14"/>
                      <a:pt x="15" y="17"/>
                    </a:cubicBezTo>
                    <a:cubicBezTo>
                      <a:pt x="10" y="20"/>
                      <a:pt x="4" y="19"/>
                      <a:pt x="1" y="14"/>
                    </a:cubicBezTo>
                    <a:cubicBezTo>
                      <a:pt x="0" y="12"/>
                      <a:pt x="0" y="10"/>
                      <a:pt x="1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57" name="Freeform 1925">
                <a:extLst>
                  <a:ext uri="{FF2B5EF4-FFF2-40B4-BE49-F238E27FC236}">
                    <a16:creationId xmlns:a16="http://schemas.microsoft.com/office/drawing/2014/main" id="{B6CB8CE6-1CA8-42B9-97E9-FB22FEB76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2592"/>
                <a:ext cx="142" cy="149"/>
              </a:xfrm>
              <a:custGeom>
                <a:avLst/>
                <a:gdLst>
                  <a:gd name="T0" fmla="*/ 9788 w 57"/>
                  <a:gd name="T1" fmla="*/ 17351 h 56"/>
                  <a:gd name="T2" fmla="*/ 1161 w 57"/>
                  <a:gd name="T3" fmla="*/ 13884 h 56"/>
                  <a:gd name="T4" fmla="*/ 1627 w 57"/>
                  <a:gd name="T5" fmla="*/ 3858 h 56"/>
                  <a:gd name="T6" fmla="*/ 4811 w 57"/>
                  <a:gd name="T7" fmla="*/ 4651 h 56"/>
                  <a:gd name="T8" fmla="*/ 6243 w 57"/>
                  <a:gd name="T9" fmla="*/ 396 h 56"/>
                  <a:gd name="T10" fmla="*/ 11985 w 57"/>
                  <a:gd name="T11" fmla="*/ 4914 h 56"/>
                  <a:gd name="T12" fmla="*/ 9788 w 57"/>
                  <a:gd name="T13" fmla="*/ 17351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6">
                    <a:moveTo>
                      <a:pt x="41" y="49"/>
                    </a:moveTo>
                    <a:cubicBezTo>
                      <a:pt x="28" y="56"/>
                      <a:pt x="12" y="52"/>
                      <a:pt x="5" y="39"/>
                    </a:cubicBezTo>
                    <a:cubicBezTo>
                      <a:pt x="0" y="30"/>
                      <a:pt x="1" y="19"/>
                      <a:pt x="7" y="11"/>
                    </a:cubicBezTo>
                    <a:cubicBezTo>
                      <a:pt x="10" y="15"/>
                      <a:pt x="15" y="16"/>
                      <a:pt x="20" y="13"/>
                    </a:cubicBezTo>
                    <a:cubicBezTo>
                      <a:pt x="25" y="10"/>
                      <a:pt x="27" y="5"/>
                      <a:pt x="26" y="1"/>
                    </a:cubicBezTo>
                    <a:cubicBezTo>
                      <a:pt x="36" y="0"/>
                      <a:pt x="45" y="5"/>
                      <a:pt x="50" y="14"/>
                    </a:cubicBezTo>
                    <a:cubicBezTo>
                      <a:pt x="57" y="26"/>
                      <a:pt x="53" y="42"/>
                      <a:pt x="41" y="4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58" name="Freeform 1926">
                <a:extLst>
                  <a:ext uri="{FF2B5EF4-FFF2-40B4-BE49-F238E27FC236}">
                    <a16:creationId xmlns:a16="http://schemas.microsoft.com/office/drawing/2014/main" id="{0A3651AB-E6DE-4AFD-84D6-98B7D596D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477"/>
                <a:ext cx="868" cy="1032"/>
              </a:xfrm>
              <a:custGeom>
                <a:avLst/>
                <a:gdLst>
                  <a:gd name="T0" fmla="*/ 0 w 868"/>
                  <a:gd name="T1" fmla="*/ 251 h 1032"/>
                  <a:gd name="T2" fmla="*/ 435 w 868"/>
                  <a:gd name="T3" fmla="*/ 0 h 1032"/>
                  <a:gd name="T4" fmla="*/ 868 w 868"/>
                  <a:gd name="T5" fmla="*/ 251 h 1032"/>
                  <a:gd name="T6" fmla="*/ 868 w 868"/>
                  <a:gd name="T7" fmla="*/ 784 h 1032"/>
                  <a:gd name="T8" fmla="*/ 435 w 868"/>
                  <a:gd name="T9" fmla="*/ 1032 h 1032"/>
                  <a:gd name="T10" fmla="*/ 0 w 868"/>
                  <a:gd name="T11" fmla="*/ 784 h 1032"/>
                  <a:gd name="T12" fmla="*/ 0 w 868"/>
                  <a:gd name="T13" fmla="*/ 251 h 10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8" h="1032">
                    <a:moveTo>
                      <a:pt x="0" y="251"/>
                    </a:moveTo>
                    <a:lnTo>
                      <a:pt x="435" y="0"/>
                    </a:lnTo>
                    <a:lnTo>
                      <a:pt x="868" y="251"/>
                    </a:lnTo>
                    <a:lnTo>
                      <a:pt x="868" y="784"/>
                    </a:lnTo>
                    <a:lnTo>
                      <a:pt x="435" y="1032"/>
                    </a:lnTo>
                    <a:lnTo>
                      <a:pt x="0" y="784"/>
                    </a:lnTo>
                    <a:lnTo>
                      <a:pt x="0" y="251"/>
                    </a:lnTo>
                    <a:close/>
                  </a:path>
                </a:pathLst>
              </a:custGeom>
              <a:solidFill>
                <a:srgbClr val="76B31F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59" name="Freeform 1927">
                <a:extLst>
                  <a:ext uri="{FF2B5EF4-FFF2-40B4-BE49-F238E27FC236}">
                    <a16:creationId xmlns:a16="http://schemas.microsoft.com/office/drawing/2014/main" id="{8C4183A6-A24E-4E28-BA34-3EFC9298F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995"/>
                <a:ext cx="558" cy="514"/>
              </a:xfrm>
              <a:custGeom>
                <a:avLst/>
                <a:gdLst>
                  <a:gd name="T0" fmla="*/ 280 w 558"/>
                  <a:gd name="T1" fmla="*/ 514 h 514"/>
                  <a:gd name="T2" fmla="*/ 0 w 558"/>
                  <a:gd name="T3" fmla="*/ 0 h 514"/>
                  <a:gd name="T4" fmla="*/ 558 w 558"/>
                  <a:gd name="T5" fmla="*/ 0 h 514"/>
                  <a:gd name="T6" fmla="*/ 280 w 558"/>
                  <a:gd name="T7" fmla="*/ 514 h 5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8" h="514">
                    <a:moveTo>
                      <a:pt x="280" y="514"/>
                    </a:moveTo>
                    <a:lnTo>
                      <a:pt x="0" y="0"/>
                    </a:lnTo>
                    <a:lnTo>
                      <a:pt x="558" y="0"/>
                    </a:lnTo>
                    <a:lnTo>
                      <a:pt x="280" y="514"/>
                    </a:lnTo>
                    <a:close/>
                  </a:path>
                </a:pathLst>
              </a:custGeom>
              <a:solidFill>
                <a:srgbClr val="4C4B02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0" name="Freeform 1928">
                <a:extLst>
                  <a:ext uri="{FF2B5EF4-FFF2-40B4-BE49-F238E27FC236}">
                    <a16:creationId xmlns:a16="http://schemas.microsoft.com/office/drawing/2014/main" id="{A96E3BF5-8407-4CCD-828F-5665DAA34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477"/>
                <a:ext cx="558" cy="518"/>
              </a:xfrm>
              <a:custGeom>
                <a:avLst/>
                <a:gdLst>
                  <a:gd name="T0" fmla="*/ 280 w 558"/>
                  <a:gd name="T1" fmla="*/ 0 h 518"/>
                  <a:gd name="T2" fmla="*/ 0 w 558"/>
                  <a:gd name="T3" fmla="*/ 518 h 518"/>
                  <a:gd name="T4" fmla="*/ 558 w 558"/>
                  <a:gd name="T5" fmla="*/ 518 h 518"/>
                  <a:gd name="T6" fmla="*/ 280 w 558"/>
                  <a:gd name="T7" fmla="*/ 0 h 5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8" h="518">
                    <a:moveTo>
                      <a:pt x="280" y="0"/>
                    </a:moveTo>
                    <a:lnTo>
                      <a:pt x="0" y="518"/>
                    </a:lnTo>
                    <a:lnTo>
                      <a:pt x="558" y="518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rgbClr val="E3E8A3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1" name="Freeform 1929">
                <a:extLst>
                  <a:ext uri="{FF2B5EF4-FFF2-40B4-BE49-F238E27FC236}">
                    <a16:creationId xmlns:a16="http://schemas.microsoft.com/office/drawing/2014/main" id="{87FCC5E7-9E24-484E-9107-FC0ED16FC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477"/>
                <a:ext cx="433" cy="518"/>
              </a:xfrm>
              <a:custGeom>
                <a:avLst/>
                <a:gdLst>
                  <a:gd name="T0" fmla="*/ 0 w 433"/>
                  <a:gd name="T1" fmla="*/ 0 h 518"/>
                  <a:gd name="T2" fmla="*/ 278 w 433"/>
                  <a:gd name="T3" fmla="*/ 518 h 518"/>
                  <a:gd name="T4" fmla="*/ 433 w 433"/>
                  <a:gd name="T5" fmla="*/ 251 h 518"/>
                  <a:gd name="T6" fmla="*/ 0 w 433"/>
                  <a:gd name="T7" fmla="*/ 0 h 5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3" h="518">
                    <a:moveTo>
                      <a:pt x="0" y="0"/>
                    </a:moveTo>
                    <a:lnTo>
                      <a:pt x="278" y="518"/>
                    </a:lnTo>
                    <a:lnTo>
                      <a:pt x="433" y="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2" name="Freeform 1930">
                <a:extLst>
                  <a:ext uri="{FF2B5EF4-FFF2-40B4-BE49-F238E27FC236}">
                    <a16:creationId xmlns:a16="http://schemas.microsoft.com/office/drawing/2014/main" id="{750E8E93-CC8C-4007-86EC-14C4BDC9B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477"/>
                <a:ext cx="433" cy="518"/>
              </a:xfrm>
              <a:custGeom>
                <a:avLst/>
                <a:gdLst>
                  <a:gd name="T0" fmla="*/ 0 w 433"/>
                  <a:gd name="T1" fmla="*/ 0 h 518"/>
                  <a:gd name="T2" fmla="*/ 278 w 433"/>
                  <a:gd name="T3" fmla="*/ 518 h 518"/>
                  <a:gd name="T4" fmla="*/ 433 w 433"/>
                  <a:gd name="T5" fmla="*/ 251 h 5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3" h="518">
                    <a:moveTo>
                      <a:pt x="0" y="0"/>
                    </a:moveTo>
                    <a:lnTo>
                      <a:pt x="278" y="518"/>
                    </a:lnTo>
                    <a:lnTo>
                      <a:pt x="433" y="251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3" name="Freeform 1931">
                <a:extLst>
                  <a:ext uri="{FF2B5EF4-FFF2-40B4-BE49-F238E27FC236}">
                    <a16:creationId xmlns:a16="http://schemas.microsoft.com/office/drawing/2014/main" id="{9B4E8AED-1206-45B5-9839-43398747D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995"/>
                <a:ext cx="433" cy="514"/>
              </a:xfrm>
              <a:custGeom>
                <a:avLst/>
                <a:gdLst>
                  <a:gd name="T0" fmla="*/ 0 w 433"/>
                  <a:gd name="T1" fmla="*/ 514 h 514"/>
                  <a:gd name="T2" fmla="*/ 278 w 433"/>
                  <a:gd name="T3" fmla="*/ 0 h 514"/>
                  <a:gd name="T4" fmla="*/ 433 w 433"/>
                  <a:gd name="T5" fmla="*/ 266 h 514"/>
                  <a:gd name="T6" fmla="*/ 0 w 433"/>
                  <a:gd name="T7" fmla="*/ 514 h 5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3" h="514">
                    <a:moveTo>
                      <a:pt x="0" y="514"/>
                    </a:moveTo>
                    <a:lnTo>
                      <a:pt x="278" y="0"/>
                    </a:lnTo>
                    <a:lnTo>
                      <a:pt x="433" y="266"/>
                    </a:lnTo>
                    <a:lnTo>
                      <a:pt x="0" y="514"/>
                    </a:lnTo>
                    <a:close/>
                  </a:path>
                </a:pathLst>
              </a:custGeom>
              <a:solidFill>
                <a:srgbClr val="538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4" name="Freeform 1932">
                <a:extLst>
                  <a:ext uri="{FF2B5EF4-FFF2-40B4-BE49-F238E27FC236}">
                    <a16:creationId xmlns:a16="http://schemas.microsoft.com/office/drawing/2014/main" id="{F31727DB-26D6-4C0A-9818-722F93016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995"/>
                <a:ext cx="433" cy="514"/>
              </a:xfrm>
              <a:custGeom>
                <a:avLst/>
                <a:gdLst>
                  <a:gd name="T0" fmla="*/ 0 w 433"/>
                  <a:gd name="T1" fmla="*/ 514 h 514"/>
                  <a:gd name="T2" fmla="*/ 278 w 433"/>
                  <a:gd name="T3" fmla="*/ 0 h 514"/>
                  <a:gd name="T4" fmla="*/ 433 w 433"/>
                  <a:gd name="T5" fmla="*/ 266 h 5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3" h="514">
                    <a:moveTo>
                      <a:pt x="0" y="514"/>
                    </a:moveTo>
                    <a:lnTo>
                      <a:pt x="278" y="0"/>
                    </a:lnTo>
                    <a:lnTo>
                      <a:pt x="433" y="266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5" name="Freeform 1933">
                <a:extLst>
                  <a:ext uri="{FF2B5EF4-FFF2-40B4-BE49-F238E27FC236}">
                    <a16:creationId xmlns:a16="http://schemas.microsoft.com/office/drawing/2014/main" id="{72B4BF64-B2BD-45F7-9ED4-8369B2392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477"/>
                <a:ext cx="435" cy="518"/>
              </a:xfrm>
              <a:custGeom>
                <a:avLst/>
                <a:gdLst>
                  <a:gd name="T0" fmla="*/ 0 w 435"/>
                  <a:gd name="T1" fmla="*/ 251 h 518"/>
                  <a:gd name="T2" fmla="*/ 155 w 435"/>
                  <a:gd name="T3" fmla="*/ 518 h 518"/>
                  <a:gd name="T4" fmla="*/ 435 w 435"/>
                  <a:gd name="T5" fmla="*/ 0 h 518"/>
                  <a:gd name="T6" fmla="*/ 0 w 435"/>
                  <a:gd name="T7" fmla="*/ 251 h 5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5" h="518">
                    <a:moveTo>
                      <a:pt x="0" y="251"/>
                    </a:moveTo>
                    <a:lnTo>
                      <a:pt x="155" y="518"/>
                    </a:lnTo>
                    <a:lnTo>
                      <a:pt x="435" y="0"/>
                    </a:lnTo>
                    <a:lnTo>
                      <a:pt x="0" y="251"/>
                    </a:lnTo>
                    <a:close/>
                  </a:path>
                </a:pathLst>
              </a:custGeom>
              <a:solidFill>
                <a:srgbClr val="F1F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6" name="Freeform 1934">
                <a:extLst>
                  <a:ext uri="{FF2B5EF4-FFF2-40B4-BE49-F238E27FC236}">
                    <a16:creationId xmlns:a16="http://schemas.microsoft.com/office/drawing/2014/main" id="{C2DFE5B8-0F07-44F8-93CE-0D778D9A3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477"/>
                <a:ext cx="435" cy="518"/>
              </a:xfrm>
              <a:custGeom>
                <a:avLst/>
                <a:gdLst>
                  <a:gd name="T0" fmla="*/ 0 w 435"/>
                  <a:gd name="T1" fmla="*/ 251 h 518"/>
                  <a:gd name="T2" fmla="*/ 155 w 435"/>
                  <a:gd name="T3" fmla="*/ 518 h 518"/>
                  <a:gd name="T4" fmla="*/ 435 w 435"/>
                  <a:gd name="T5" fmla="*/ 0 h 5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5" h="518">
                    <a:moveTo>
                      <a:pt x="0" y="251"/>
                    </a:moveTo>
                    <a:lnTo>
                      <a:pt x="155" y="518"/>
                    </a:lnTo>
                    <a:lnTo>
                      <a:pt x="435" y="0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7" name="Freeform 1935">
                <a:extLst>
                  <a:ext uri="{FF2B5EF4-FFF2-40B4-BE49-F238E27FC236}">
                    <a16:creationId xmlns:a16="http://schemas.microsoft.com/office/drawing/2014/main" id="{739CB056-5F3B-4D8D-B70D-AB9D9782D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995"/>
                <a:ext cx="435" cy="514"/>
              </a:xfrm>
              <a:custGeom>
                <a:avLst/>
                <a:gdLst>
                  <a:gd name="T0" fmla="*/ 435 w 435"/>
                  <a:gd name="T1" fmla="*/ 514 h 514"/>
                  <a:gd name="T2" fmla="*/ 155 w 435"/>
                  <a:gd name="T3" fmla="*/ 0 h 514"/>
                  <a:gd name="T4" fmla="*/ 0 w 435"/>
                  <a:gd name="T5" fmla="*/ 266 h 514"/>
                  <a:gd name="T6" fmla="*/ 435 w 435"/>
                  <a:gd name="T7" fmla="*/ 514 h 5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5" h="514">
                    <a:moveTo>
                      <a:pt x="435" y="514"/>
                    </a:moveTo>
                    <a:lnTo>
                      <a:pt x="155" y="0"/>
                    </a:lnTo>
                    <a:lnTo>
                      <a:pt x="0" y="266"/>
                    </a:lnTo>
                    <a:lnTo>
                      <a:pt x="435" y="514"/>
                    </a:lnTo>
                    <a:close/>
                  </a:path>
                </a:pathLst>
              </a:custGeom>
              <a:solidFill>
                <a:srgbClr val="538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8" name="Freeform 1936">
                <a:extLst>
                  <a:ext uri="{FF2B5EF4-FFF2-40B4-BE49-F238E27FC236}">
                    <a16:creationId xmlns:a16="http://schemas.microsoft.com/office/drawing/2014/main" id="{DBB3FCD4-AA4E-4FEB-9F49-282756A64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995"/>
                <a:ext cx="435" cy="514"/>
              </a:xfrm>
              <a:custGeom>
                <a:avLst/>
                <a:gdLst>
                  <a:gd name="T0" fmla="*/ 435 w 435"/>
                  <a:gd name="T1" fmla="*/ 514 h 514"/>
                  <a:gd name="T2" fmla="*/ 155 w 435"/>
                  <a:gd name="T3" fmla="*/ 0 h 514"/>
                  <a:gd name="T4" fmla="*/ 0 w 435"/>
                  <a:gd name="T5" fmla="*/ 266 h 5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5" h="514">
                    <a:moveTo>
                      <a:pt x="435" y="514"/>
                    </a:moveTo>
                    <a:lnTo>
                      <a:pt x="155" y="0"/>
                    </a:lnTo>
                    <a:lnTo>
                      <a:pt x="0" y="266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9" name="Freeform 1937">
                <a:extLst>
                  <a:ext uri="{FF2B5EF4-FFF2-40B4-BE49-F238E27FC236}">
                    <a16:creationId xmlns:a16="http://schemas.microsoft.com/office/drawing/2014/main" id="{E3A6F23F-4AB4-432E-AD22-12899CB39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285"/>
                <a:ext cx="23" cy="11"/>
              </a:xfrm>
              <a:custGeom>
                <a:avLst/>
                <a:gdLst>
                  <a:gd name="T0" fmla="*/ 2167 w 9"/>
                  <a:gd name="T1" fmla="*/ 462 h 4"/>
                  <a:gd name="T2" fmla="*/ 1104 w 9"/>
                  <a:gd name="T3" fmla="*/ 462 h 4"/>
                  <a:gd name="T4" fmla="*/ 0 w 9"/>
                  <a:gd name="T5" fmla="*/ 976 h 4"/>
                  <a:gd name="T6" fmla="*/ 549 w 9"/>
                  <a:gd name="T7" fmla="*/ 1271 h 4"/>
                  <a:gd name="T8" fmla="*/ 1403 w 9"/>
                  <a:gd name="T9" fmla="*/ 1271 h 4"/>
                  <a:gd name="T10" fmla="*/ 2520 w 9"/>
                  <a:gd name="T11" fmla="*/ 976 h 4"/>
                  <a:gd name="T12" fmla="*/ 2167 w 9"/>
                  <a:gd name="T13" fmla="*/ 46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">
                    <a:moveTo>
                      <a:pt x="8" y="1"/>
                    </a:moveTo>
                    <a:cubicBezTo>
                      <a:pt x="7" y="0"/>
                      <a:pt x="5" y="0"/>
                      <a:pt x="4" y="1"/>
                    </a:cubicBezTo>
                    <a:cubicBezTo>
                      <a:pt x="2" y="1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4" y="3"/>
                      <a:pt x="5" y="3"/>
                    </a:cubicBezTo>
                    <a:cubicBezTo>
                      <a:pt x="7" y="2"/>
                      <a:pt x="9" y="2"/>
                      <a:pt x="9" y="2"/>
                    </a:cubicBez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0" name="Freeform 1938">
                <a:extLst>
                  <a:ext uri="{FF2B5EF4-FFF2-40B4-BE49-F238E27FC236}">
                    <a16:creationId xmlns:a16="http://schemas.microsoft.com/office/drawing/2014/main" id="{6F7BF3D3-999C-43F3-B35F-49FD5F7BD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267"/>
                <a:ext cx="20" cy="16"/>
              </a:xfrm>
              <a:custGeom>
                <a:avLst/>
                <a:gdLst>
                  <a:gd name="T0" fmla="*/ 1488 w 8"/>
                  <a:gd name="T1" fmla="*/ 0 h 6"/>
                  <a:gd name="T2" fmla="*/ 520 w 8"/>
                  <a:gd name="T3" fmla="*/ 1059 h 6"/>
                  <a:gd name="T4" fmla="*/ 0 w 8"/>
                  <a:gd name="T5" fmla="*/ 2184 h 6"/>
                  <a:gd name="T6" fmla="*/ 520 w 8"/>
                  <a:gd name="T7" fmla="*/ 2184 h 6"/>
                  <a:gd name="T8" fmla="*/ 988 w 8"/>
                  <a:gd name="T9" fmla="*/ 1459 h 6"/>
                  <a:gd name="T10" fmla="*/ 1958 w 8"/>
                  <a:gd name="T11" fmla="*/ 397 h 6"/>
                  <a:gd name="T12" fmla="*/ 1488 w 8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cubicBezTo>
                      <a:pt x="5" y="0"/>
                      <a:pt x="4" y="2"/>
                      <a:pt x="2" y="3"/>
                    </a:cubicBezTo>
                    <a:cubicBezTo>
                      <a:pt x="1" y="4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5"/>
                      <a:pt x="4" y="4"/>
                    </a:cubicBezTo>
                    <a:cubicBezTo>
                      <a:pt x="6" y="2"/>
                      <a:pt x="7" y="1"/>
                      <a:pt x="8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1" name="Freeform 1939">
                <a:extLst>
                  <a:ext uri="{FF2B5EF4-FFF2-40B4-BE49-F238E27FC236}">
                    <a16:creationId xmlns:a16="http://schemas.microsoft.com/office/drawing/2014/main" id="{F2549D80-6182-428C-9C0E-C29D8A07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269"/>
                <a:ext cx="20" cy="14"/>
              </a:xfrm>
              <a:custGeom>
                <a:avLst/>
                <a:gdLst>
                  <a:gd name="T0" fmla="*/ 1488 w 8"/>
                  <a:gd name="T1" fmla="*/ 0 h 5"/>
                  <a:gd name="T2" fmla="*/ 783 w 8"/>
                  <a:gd name="T3" fmla="*/ 1050 h 5"/>
                  <a:gd name="T4" fmla="*/ 0 w 8"/>
                  <a:gd name="T5" fmla="*/ 2391 h 5"/>
                  <a:gd name="T6" fmla="*/ 520 w 8"/>
                  <a:gd name="T7" fmla="*/ 2391 h 5"/>
                  <a:gd name="T8" fmla="*/ 988 w 8"/>
                  <a:gd name="T9" fmla="*/ 1364 h 5"/>
                  <a:gd name="T10" fmla="*/ 1958 w 8"/>
                  <a:gd name="T11" fmla="*/ 487 h 5"/>
                  <a:gd name="T12" fmla="*/ 1488 w 8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6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2" y="3"/>
                      <a:pt x="0" y="5"/>
                      <a:pt x="0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4"/>
                      <a:pt x="4" y="3"/>
                    </a:cubicBezTo>
                    <a:cubicBezTo>
                      <a:pt x="6" y="1"/>
                      <a:pt x="7" y="1"/>
                      <a:pt x="8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2" name="Freeform 1940">
                <a:extLst>
                  <a:ext uri="{FF2B5EF4-FFF2-40B4-BE49-F238E27FC236}">
                    <a16:creationId xmlns:a16="http://schemas.microsoft.com/office/drawing/2014/main" id="{6A86BDF6-3FCB-4A42-99A1-50A04BF49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275"/>
                <a:ext cx="20" cy="13"/>
              </a:xfrm>
              <a:custGeom>
                <a:avLst/>
                <a:gdLst>
                  <a:gd name="T0" fmla="*/ 1770 w 8"/>
                  <a:gd name="T1" fmla="*/ 0 h 5"/>
                  <a:gd name="T2" fmla="*/ 988 w 8"/>
                  <a:gd name="T3" fmla="*/ 595 h 5"/>
                  <a:gd name="T4" fmla="*/ 0 w 8"/>
                  <a:gd name="T5" fmla="*/ 1196 h 5"/>
                  <a:gd name="T6" fmla="*/ 520 w 8"/>
                  <a:gd name="T7" fmla="*/ 1547 h 5"/>
                  <a:gd name="T8" fmla="*/ 1300 w 8"/>
                  <a:gd name="T9" fmla="*/ 967 h 5"/>
                  <a:gd name="T10" fmla="*/ 1958 w 8"/>
                  <a:gd name="T11" fmla="*/ 372 h 5"/>
                  <a:gd name="T12" fmla="*/ 1770 w 8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7" y="0"/>
                    </a:moveTo>
                    <a:cubicBezTo>
                      <a:pt x="6" y="0"/>
                      <a:pt x="5" y="1"/>
                      <a:pt x="4" y="2"/>
                    </a:cubicBezTo>
                    <a:cubicBezTo>
                      <a:pt x="2" y="3"/>
                      <a:pt x="0" y="4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5" y="3"/>
                    </a:cubicBezTo>
                    <a:cubicBezTo>
                      <a:pt x="7" y="2"/>
                      <a:pt x="8" y="0"/>
                      <a:pt x="8" y="1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3" name="Freeform 1941">
                <a:extLst>
                  <a:ext uri="{FF2B5EF4-FFF2-40B4-BE49-F238E27FC236}">
                    <a16:creationId xmlns:a16="http://schemas.microsoft.com/office/drawing/2014/main" id="{8F267979-4617-4546-A3D8-D57360D32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277"/>
                <a:ext cx="23" cy="14"/>
              </a:xfrm>
              <a:custGeom>
                <a:avLst/>
                <a:gdLst>
                  <a:gd name="T0" fmla="*/ 2167 w 9"/>
                  <a:gd name="T1" fmla="*/ 487 h 5"/>
                  <a:gd name="T2" fmla="*/ 848 w 9"/>
                  <a:gd name="T3" fmla="*/ 1050 h 5"/>
                  <a:gd name="T4" fmla="*/ 0 w 9"/>
                  <a:gd name="T5" fmla="*/ 1912 h 5"/>
                  <a:gd name="T6" fmla="*/ 549 w 9"/>
                  <a:gd name="T7" fmla="*/ 2391 h 5"/>
                  <a:gd name="T8" fmla="*/ 1403 w 9"/>
                  <a:gd name="T9" fmla="*/ 1364 h 5"/>
                  <a:gd name="T10" fmla="*/ 2520 w 9"/>
                  <a:gd name="T11" fmla="*/ 1050 h 5"/>
                  <a:gd name="T12" fmla="*/ 2167 w 9"/>
                  <a:gd name="T13" fmla="*/ 487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8" y="1"/>
                    </a:moveTo>
                    <a:cubicBezTo>
                      <a:pt x="7" y="0"/>
                      <a:pt x="5" y="1"/>
                      <a:pt x="3" y="2"/>
                    </a:cubicBezTo>
                    <a:cubicBezTo>
                      <a:pt x="2" y="2"/>
                      <a:pt x="0" y="4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4" y="4"/>
                      <a:pt x="5" y="3"/>
                    </a:cubicBezTo>
                    <a:cubicBezTo>
                      <a:pt x="7" y="2"/>
                      <a:pt x="9" y="1"/>
                      <a:pt x="9" y="2"/>
                    </a:cubicBez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4" name="Freeform 1942">
                <a:extLst>
                  <a:ext uri="{FF2B5EF4-FFF2-40B4-BE49-F238E27FC236}">
                    <a16:creationId xmlns:a16="http://schemas.microsoft.com/office/drawing/2014/main" id="{7C148CB5-AEA5-4255-81B0-D7B890418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267"/>
                <a:ext cx="8" cy="21"/>
              </a:xfrm>
              <a:custGeom>
                <a:avLst/>
                <a:gdLst>
                  <a:gd name="T0" fmla="*/ 1059 w 3"/>
                  <a:gd name="T1" fmla="*/ 2604 h 8"/>
                  <a:gd name="T2" fmla="*/ 661 w 3"/>
                  <a:gd name="T3" fmla="*/ 378 h 8"/>
                  <a:gd name="T4" fmla="*/ 0 w 3"/>
                  <a:gd name="T5" fmla="*/ 0 h 8"/>
                  <a:gd name="T6" fmla="*/ 397 w 3"/>
                  <a:gd name="T7" fmla="*/ 2226 h 8"/>
                  <a:gd name="T8" fmla="*/ 1059 w 3"/>
                  <a:gd name="T9" fmla="*/ 260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8">
                    <a:moveTo>
                      <a:pt x="3" y="8"/>
                    </a:moveTo>
                    <a:cubicBezTo>
                      <a:pt x="2" y="7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7"/>
                      <a:pt x="1" y="7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5" name="Freeform 1943">
                <a:extLst>
                  <a:ext uri="{FF2B5EF4-FFF2-40B4-BE49-F238E27FC236}">
                    <a16:creationId xmlns:a16="http://schemas.microsoft.com/office/drawing/2014/main" id="{B48F2872-142E-4E6B-9595-8B27C20C9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269"/>
                <a:ext cx="7" cy="22"/>
              </a:xfrm>
              <a:custGeom>
                <a:avLst/>
                <a:gdLst>
                  <a:gd name="T0" fmla="*/ 469 w 3"/>
                  <a:gd name="T1" fmla="*/ 3495 h 8"/>
                  <a:gd name="T2" fmla="*/ 355 w 3"/>
                  <a:gd name="T3" fmla="*/ 462 h 8"/>
                  <a:gd name="T4" fmla="*/ 0 w 3"/>
                  <a:gd name="T5" fmla="*/ 0 h 8"/>
                  <a:gd name="T6" fmla="*/ 152 w 3"/>
                  <a:gd name="T7" fmla="*/ 2973 h 8"/>
                  <a:gd name="T8" fmla="*/ 469 w 3"/>
                  <a:gd name="T9" fmla="*/ 34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8">
                    <a:moveTo>
                      <a:pt x="3" y="8"/>
                    </a:moveTo>
                    <a:cubicBezTo>
                      <a:pt x="2" y="7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7"/>
                      <a:pt x="1" y="7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6" name="Freeform 1944">
                <a:extLst>
                  <a:ext uri="{FF2B5EF4-FFF2-40B4-BE49-F238E27FC236}">
                    <a16:creationId xmlns:a16="http://schemas.microsoft.com/office/drawing/2014/main" id="{3CC3BACB-940B-48B1-B5FB-6A6B48CD1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272"/>
                <a:ext cx="3" cy="16"/>
              </a:xfrm>
              <a:custGeom>
                <a:avLst/>
                <a:gdLst>
                  <a:gd name="T0" fmla="*/ 729 w 1"/>
                  <a:gd name="T1" fmla="*/ 2184 h 6"/>
                  <a:gd name="T2" fmla="*/ 729 w 1"/>
                  <a:gd name="T3" fmla="*/ 661 h 6"/>
                  <a:gd name="T4" fmla="*/ 729 w 1"/>
                  <a:gd name="T5" fmla="*/ 0 h 6"/>
                  <a:gd name="T6" fmla="*/ 729 w 1"/>
                  <a:gd name="T7" fmla="*/ 0 h 6"/>
                  <a:gd name="T8" fmla="*/ 0 w 1"/>
                  <a:gd name="T9" fmla="*/ 1059 h 6"/>
                  <a:gd name="T10" fmla="*/ 729 w 1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5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4"/>
                      <a:pt x="1" y="5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7" name="Freeform 1945">
                <a:extLst>
                  <a:ext uri="{FF2B5EF4-FFF2-40B4-BE49-F238E27FC236}">
                    <a16:creationId xmlns:a16="http://schemas.microsoft.com/office/drawing/2014/main" id="{34A09858-6ED8-41F1-ADA2-E0AE166F0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272"/>
                <a:ext cx="2" cy="13"/>
              </a:xfrm>
              <a:custGeom>
                <a:avLst/>
                <a:gdLst>
                  <a:gd name="T0" fmla="*/ 64 w 1"/>
                  <a:gd name="T1" fmla="*/ 1547 h 5"/>
                  <a:gd name="T2" fmla="*/ 64 w 1"/>
                  <a:gd name="T3" fmla="*/ 372 h 5"/>
                  <a:gd name="T4" fmla="*/ 64 w 1"/>
                  <a:gd name="T5" fmla="*/ 0 h 5"/>
                  <a:gd name="T6" fmla="*/ 64 w 1"/>
                  <a:gd name="T7" fmla="*/ 0 h 5"/>
                  <a:gd name="T8" fmla="*/ 0 w 1"/>
                  <a:gd name="T9" fmla="*/ 595 h 5"/>
                  <a:gd name="T10" fmla="*/ 64 w 1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1" y="3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8" name="Freeform 1946">
                <a:extLst>
                  <a:ext uri="{FF2B5EF4-FFF2-40B4-BE49-F238E27FC236}">
                    <a16:creationId xmlns:a16="http://schemas.microsoft.com/office/drawing/2014/main" id="{D5E8B4D4-3549-44E2-B98C-A7A4C6510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275"/>
                <a:ext cx="7" cy="21"/>
              </a:xfrm>
              <a:custGeom>
                <a:avLst/>
                <a:gdLst>
                  <a:gd name="T0" fmla="*/ 469 w 3"/>
                  <a:gd name="T1" fmla="*/ 2604 h 8"/>
                  <a:gd name="T2" fmla="*/ 355 w 3"/>
                  <a:gd name="T3" fmla="*/ 0 h 8"/>
                  <a:gd name="T4" fmla="*/ 0 w 3"/>
                  <a:gd name="T5" fmla="*/ 0 h 8"/>
                  <a:gd name="T6" fmla="*/ 152 w 3"/>
                  <a:gd name="T7" fmla="*/ 2226 h 8"/>
                  <a:gd name="T8" fmla="*/ 469 w 3"/>
                  <a:gd name="T9" fmla="*/ 260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8">
                    <a:moveTo>
                      <a:pt x="3" y="8"/>
                    </a:moveTo>
                    <a:cubicBezTo>
                      <a:pt x="2" y="7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7"/>
                      <a:pt x="1" y="7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9" name="Freeform 1947">
                <a:extLst>
                  <a:ext uri="{FF2B5EF4-FFF2-40B4-BE49-F238E27FC236}">
                    <a16:creationId xmlns:a16="http://schemas.microsoft.com/office/drawing/2014/main" id="{EF114F59-A90F-4499-BAFE-4E82C6571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277"/>
                <a:ext cx="3" cy="16"/>
              </a:xfrm>
              <a:custGeom>
                <a:avLst/>
                <a:gdLst>
                  <a:gd name="T0" fmla="*/ 729 w 1"/>
                  <a:gd name="T1" fmla="*/ 2184 h 6"/>
                  <a:gd name="T2" fmla="*/ 729 w 1"/>
                  <a:gd name="T3" fmla="*/ 661 h 6"/>
                  <a:gd name="T4" fmla="*/ 729 w 1"/>
                  <a:gd name="T5" fmla="*/ 0 h 6"/>
                  <a:gd name="T6" fmla="*/ 729 w 1"/>
                  <a:gd name="T7" fmla="*/ 0 h 6"/>
                  <a:gd name="T8" fmla="*/ 0 w 1"/>
                  <a:gd name="T9" fmla="*/ 1059 h 6"/>
                  <a:gd name="T10" fmla="*/ 729 w 1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5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4"/>
                      <a:pt x="1" y="5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0" name="Freeform 1948">
                <a:extLst>
                  <a:ext uri="{FF2B5EF4-FFF2-40B4-BE49-F238E27FC236}">
                    <a16:creationId xmlns:a16="http://schemas.microsoft.com/office/drawing/2014/main" id="{DE554335-802C-4317-B212-6C9082DB6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293"/>
                <a:ext cx="25" cy="8"/>
              </a:xfrm>
              <a:custGeom>
                <a:avLst/>
                <a:gdLst>
                  <a:gd name="T0" fmla="*/ 1958 w 10"/>
                  <a:gd name="T1" fmla="*/ 397 h 3"/>
                  <a:gd name="T2" fmla="*/ 988 w 10"/>
                  <a:gd name="T3" fmla="*/ 0 h 3"/>
                  <a:gd name="T4" fmla="*/ 0 w 10"/>
                  <a:gd name="T5" fmla="*/ 397 h 3"/>
                  <a:gd name="T6" fmla="*/ 520 w 10"/>
                  <a:gd name="T7" fmla="*/ 661 h 3"/>
                  <a:gd name="T8" fmla="*/ 1300 w 10"/>
                  <a:gd name="T9" fmla="*/ 661 h 3"/>
                  <a:gd name="T10" fmla="*/ 2470 w 10"/>
                  <a:gd name="T11" fmla="*/ 661 h 3"/>
                  <a:gd name="T12" fmla="*/ 1958 w 10"/>
                  <a:gd name="T13" fmla="*/ 397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">
                    <a:moveTo>
                      <a:pt x="8" y="1"/>
                    </a:moveTo>
                    <a:cubicBezTo>
                      <a:pt x="8" y="0"/>
                      <a:pt x="6" y="0"/>
                      <a:pt x="4" y="0"/>
                    </a:cubicBezTo>
                    <a:cubicBezTo>
                      <a:pt x="3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4" y="2"/>
                      <a:pt x="5" y="2"/>
                    </a:cubicBezTo>
                    <a:cubicBezTo>
                      <a:pt x="8" y="2"/>
                      <a:pt x="9" y="2"/>
                      <a:pt x="10" y="2"/>
                    </a:cubicBez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1" name="Freeform 1949">
                <a:extLst>
                  <a:ext uri="{FF2B5EF4-FFF2-40B4-BE49-F238E27FC236}">
                    <a16:creationId xmlns:a16="http://schemas.microsoft.com/office/drawing/2014/main" id="{A461C10A-0DE1-43A2-8748-FEE97BE6A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277"/>
                <a:ext cx="12" cy="22"/>
              </a:xfrm>
              <a:custGeom>
                <a:avLst/>
                <a:gdLst>
                  <a:gd name="T0" fmla="*/ 564 w 5"/>
                  <a:gd name="T1" fmla="*/ 3495 h 8"/>
                  <a:gd name="T2" fmla="*/ 802 w 5"/>
                  <a:gd name="T3" fmla="*/ 976 h 8"/>
                  <a:gd name="T4" fmla="*/ 564 w 5"/>
                  <a:gd name="T5" fmla="*/ 0 h 8"/>
                  <a:gd name="T6" fmla="*/ 168 w 5"/>
                  <a:gd name="T7" fmla="*/ 2973 h 8"/>
                  <a:gd name="T8" fmla="*/ 564 w 5"/>
                  <a:gd name="T9" fmla="*/ 34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cubicBezTo>
                      <a:pt x="2" y="8"/>
                      <a:pt x="5" y="2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0" y="6"/>
                      <a:pt x="1" y="7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2" name="Freeform 1950">
                <a:extLst>
                  <a:ext uri="{FF2B5EF4-FFF2-40B4-BE49-F238E27FC236}">
                    <a16:creationId xmlns:a16="http://schemas.microsoft.com/office/drawing/2014/main" id="{538B5AEF-1B9E-427D-9AEE-AE54C38F4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301"/>
                <a:ext cx="25" cy="8"/>
              </a:xfrm>
              <a:custGeom>
                <a:avLst/>
                <a:gdLst>
                  <a:gd name="T0" fmla="*/ 1958 w 10"/>
                  <a:gd name="T1" fmla="*/ 397 h 3"/>
                  <a:gd name="T2" fmla="*/ 988 w 10"/>
                  <a:gd name="T3" fmla="*/ 397 h 3"/>
                  <a:gd name="T4" fmla="*/ 0 w 10"/>
                  <a:gd name="T5" fmla="*/ 397 h 3"/>
                  <a:gd name="T6" fmla="*/ 520 w 10"/>
                  <a:gd name="T7" fmla="*/ 1059 h 3"/>
                  <a:gd name="T8" fmla="*/ 1300 w 10"/>
                  <a:gd name="T9" fmla="*/ 661 h 3"/>
                  <a:gd name="T10" fmla="*/ 2470 w 10"/>
                  <a:gd name="T11" fmla="*/ 1059 h 3"/>
                  <a:gd name="T12" fmla="*/ 1958 w 10"/>
                  <a:gd name="T13" fmla="*/ 397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">
                    <a:moveTo>
                      <a:pt x="8" y="1"/>
                    </a:moveTo>
                    <a:cubicBezTo>
                      <a:pt x="8" y="0"/>
                      <a:pt x="6" y="0"/>
                      <a:pt x="4" y="1"/>
                    </a:cubicBezTo>
                    <a:cubicBezTo>
                      <a:pt x="3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3"/>
                      <a:pt x="5" y="2"/>
                    </a:cubicBezTo>
                    <a:cubicBezTo>
                      <a:pt x="7" y="2"/>
                      <a:pt x="9" y="2"/>
                      <a:pt x="10" y="3"/>
                    </a:cubicBez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3" name="Freeform 1951">
                <a:extLst>
                  <a:ext uri="{FF2B5EF4-FFF2-40B4-BE49-F238E27FC236}">
                    <a16:creationId xmlns:a16="http://schemas.microsoft.com/office/drawing/2014/main" id="{DAF46ACF-B81F-42E6-9433-2A17A22F5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309"/>
                <a:ext cx="20" cy="8"/>
              </a:xfrm>
              <a:custGeom>
                <a:avLst/>
                <a:gdLst>
                  <a:gd name="T0" fmla="*/ 1770 w 8"/>
                  <a:gd name="T1" fmla="*/ 0 h 3"/>
                  <a:gd name="T2" fmla="*/ 783 w 8"/>
                  <a:gd name="T3" fmla="*/ 0 h 3"/>
                  <a:gd name="T4" fmla="*/ 0 w 8"/>
                  <a:gd name="T5" fmla="*/ 397 h 3"/>
                  <a:gd name="T6" fmla="*/ 313 w 8"/>
                  <a:gd name="T7" fmla="*/ 661 h 3"/>
                  <a:gd name="T8" fmla="*/ 988 w 8"/>
                  <a:gd name="T9" fmla="*/ 661 h 3"/>
                  <a:gd name="T10" fmla="*/ 1958 w 8"/>
                  <a:gd name="T11" fmla="*/ 661 h 3"/>
                  <a:gd name="T12" fmla="*/ 1770 w 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3">
                    <a:moveTo>
                      <a:pt x="7" y="0"/>
                    </a:moveTo>
                    <a:cubicBezTo>
                      <a:pt x="7" y="0"/>
                      <a:pt x="5" y="0"/>
                      <a:pt x="3" y="0"/>
                    </a:cubicBez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3" y="2"/>
                      <a:pt x="4" y="2"/>
                    </a:cubicBezTo>
                    <a:cubicBezTo>
                      <a:pt x="7" y="2"/>
                      <a:pt x="8" y="2"/>
                      <a:pt x="8" y="2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4" name="Freeform 1952">
                <a:extLst>
                  <a:ext uri="{FF2B5EF4-FFF2-40B4-BE49-F238E27FC236}">
                    <a16:creationId xmlns:a16="http://schemas.microsoft.com/office/drawing/2014/main" id="{3511ED3A-B4D9-404E-B6E4-8CF592153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288"/>
                <a:ext cx="15" cy="21"/>
              </a:xfrm>
              <a:custGeom>
                <a:avLst/>
                <a:gdLst>
                  <a:gd name="T0" fmla="*/ 783 w 6"/>
                  <a:gd name="T1" fmla="*/ 2604 h 8"/>
                  <a:gd name="T2" fmla="*/ 1300 w 6"/>
                  <a:gd name="T3" fmla="*/ 378 h 8"/>
                  <a:gd name="T4" fmla="*/ 988 w 6"/>
                  <a:gd name="T5" fmla="*/ 0 h 8"/>
                  <a:gd name="T6" fmla="*/ 520 w 6"/>
                  <a:gd name="T7" fmla="*/ 1992 h 8"/>
                  <a:gd name="T8" fmla="*/ 783 w 6"/>
                  <a:gd name="T9" fmla="*/ 260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cubicBezTo>
                      <a:pt x="2" y="7"/>
                      <a:pt x="6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0" y="5"/>
                      <a:pt x="2" y="6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5" name="Freeform 1953">
                <a:extLst>
                  <a:ext uri="{FF2B5EF4-FFF2-40B4-BE49-F238E27FC236}">
                    <a16:creationId xmlns:a16="http://schemas.microsoft.com/office/drawing/2014/main" id="{620A8674-537E-4557-BD98-DDF3D9685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293"/>
                <a:ext cx="12" cy="22"/>
              </a:xfrm>
              <a:custGeom>
                <a:avLst/>
                <a:gdLst>
                  <a:gd name="T0" fmla="*/ 403 w 5"/>
                  <a:gd name="T1" fmla="*/ 3495 h 8"/>
                  <a:gd name="T2" fmla="*/ 967 w 5"/>
                  <a:gd name="T3" fmla="*/ 976 h 8"/>
                  <a:gd name="T4" fmla="*/ 564 w 5"/>
                  <a:gd name="T5" fmla="*/ 0 h 8"/>
                  <a:gd name="T6" fmla="*/ 168 w 5"/>
                  <a:gd name="T7" fmla="*/ 2973 h 8"/>
                  <a:gd name="T8" fmla="*/ 403 w 5"/>
                  <a:gd name="T9" fmla="*/ 34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1" y="7"/>
                      <a:pt x="5" y="2"/>
                      <a:pt x="5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0" y="6"/>
                      <a:pt x="1" y="7"/>
                    </a:cubicBez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6" name="Freeform 1954">
                <a:extLst>
                  <a:ext uri="{FF2B5EF4-FFF2-40B4-BE49-F238E27FC236}">
                    <a16:creationId xmlns:a16="http://schemas.microsoft.com/office/drawing/2014/main" id="{F32CAC74-192A-45AB-BE3B-F8DD89633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317"/>
                <a:ext cx="23" cy="8"/>
              </a:xfrm>
              <a:custGeom>
                <a:avLst/>
                <a:gdLst>
                  <a:gd name="T0" fmla="*/ 2167 w 9"/>
                  <a:gd name="T1" fmla="*/ 661 h 3"/>
                  <a:gd name="T2" fmla="*/ 1104 w 9"/>
                  <a:gd name="T3" fmla="*/ 397 h 3"/>
                  <a:gd name="T4" fmla="*/ 0 w 9"/>
                  <a:gd name="T5" fmla="*/ 0 h 3"/>
                  <a:gd name="T6" fmla="*/ 332 w 9"/>
                  <a:gd name="T7" fmla="*/ 661 h 3"/>
                  <a:gd name="T8" fmla="*/ 1104 w 9"/>
                  <a:gd name="T9" fmla="*/ 661 h 3"/>
                  <a:gd name="T10" fmla="*/ 2520 w 9"/>
                  <a:gd name="T11" fmla="*/ 1059 h 3"/>
                  <a:gd name="T12" fmla="*/ 2167 w 9"/>
                  <a:gd name="T13" fmla="*/ 661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8" y="2"/>
                    </a:moveTo>
                    <a:cubicBezTo>
                      <a:pt x="8" y="1"/>
                      <a:pt x="6" y="1"/>
                      <a:pt x="4" y="1"/>
                    </a:cubicBezTo>
                    <a:cubicBezTo>
                      <a:pt x="2" y="1"/>
                      <a:pt x="0" y="1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3" y="2"/>
                      <a:pt x="4" y="2"/>
                    </a:cubicBezTo>
                    <a:cubicBezTo>
                      <a:pt x="7" y="2"/>
                      <a:pt x="8" y="3"/>
                      <a:pt x="9" y="3"/>
                    </a:cubicBez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7" name="Freeform 1955">
                <a:extLst>
                  <a:ext uri="{FF2B5EF4-FFF2-40B4-BE49-F238E27FC236}">
                    <a16:creationId xmlns:a16="http://schemas.microsoft.com/office/drawing/2014/main" id="{9B7A414E-92D3-4586-B092-C1D8F740D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304"/>
                <a:ext cx="15" cy="19"/>
              </a:xfrm>
              <a:custGeom>
                <a:avLst/>
                <a:gdLst>
                  <a:gd name="T0" fmla="*/ 520 w 6"/>
                  <a:gd name="T1" fmla="*/ 2823 h 7"/>
                  <a:gd name="T2" fmla="*/ 1300 w 6"/>
                  <a:gd name="T3" fmla="*/ 442 h 7"/>
                  <a:gd name="T4" fmla="*/ 988 w 6"/>
                  <a:gd name="T5" fmla="*/ 0 h 7"/>
                  <a:gd name="T6" fmla="*/ 313 w 6"/>
                  <a:gd name="T7" fmla="*/ 2342 h 7"/>
                  <a:gd name="T8" fmla="*/ 520 w 6"/>
                  <a:gd name="T9" fmla="*/ 282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7"/>
                    </a:moveTo>
                    <a:cubicBezTo>
                      <a:pt x="1" y="6"/>
                      <a:pt x="6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0" y="5"/>
                      <a:pt x="1" y="6"/>
                    </a:cubicBez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8" name="Freeform 1956">
                <a:extLst>
                  <a:ext uri="{FF2B5EF4-FFF2-40B4-BE49-F238E27FC236}">
                    <a16:creationId xmlns:a16="http://schemas.microsoft.com/office/drawing/2014/main" id="{2B497189-244A-4451-B67C-21926B861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2309"/>
                <a:ext cx="15" cy="19"/>
              </a:xfrm>
              <a:custGeom>
                <a:avLst/>
                <a:gdLst>
                  <a:gd name="T0" fmla="*/ 988 w 6"/>
                  <a:gd name="T1" fmla="*/ 0 h 7"/>
                  <a:gd name="T2" fmla="*/ 1300 w 6"/>
                  <a:gd name="T3" fmla="*/ 760 h 7"/>
                  <a:gd name="T4" fmla="*/ 520 w 6"/>
                  <a:gd name="T5" fmla="*/ 2823 h 7"/>
                  <a:gd name="T6" fmla="*/ 313 w 6"/>
                  <a:gd name="T7" fmla="*/ 2342 h 7"/>
                  <a:gd name="T8" fmla="*/ 988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3" y="5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9" name="Freeform 1957">
                <a:extLst>
                  <a:ext uri="{FF2B5EF4-FFF2-40B4-BE49-F238E27FC236}">
                    <a16:creationId xmlns:a16="http://schemas.microsoft.com/office/drawing/2014/main" id="{B93C9C7D-133A-40FD-828C-F4B997D44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323"/>
                <a:ext cx="8" cy="5"/>
              </a:xfrm>
              <a:custGeom>
                <a:avLst/>
                <a:gdLst>
                  <a:gd name="T0" fmla="*/ 1059 w 3"/>
                  <a:gd name="T1" fmla="*/ 313 h 2"/>
                  <a:gd name="T2" fmla="*/ 661 w 3"/>
                  <a:gd name="T3" fmla="*/ 520 h 2"/>
                  <a:gd name="T4" fmla="*/ 0 w 3"/>
                  <a:gd name="T5" fmla="*/ 520 h 2"/>
                  <a:gd name="T6" fmla="*/ 661 w 3"/>
                  <a:gd name="T7" fmla="*/ 0 h 2"/>
                  <a:gd name="T8" fmla="*/ 1059 w 3"/>
                  <a:gd name="T9" fmla="*/ 31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0" name="Freeform 1958">
                <a:extLst>
                  <a:ext uri="{FF2B5EF4-FFF2-40B4-BE49-F238E27FC236}">
                    <a16:creationId xmlns:a16="http://schemas.microsoft.com/office/drawing/2014/main" id="{3E6C13F0-6045-4710-A550-076B8A47D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299"/>
                <a:ext cx="5" cy="13"/>
              </a:xfrm>
              <a:custGeom>
                <a:avLst/>
                <a:gdLst>
                  <a:gd name="T0" fmla="*/ 0 w 2"/>
                  <a:gd name="T1" fmla="*/ 1547 h 5"/>
                  <a:gd name="T2" fmla="*/ 313 w 2"/>
                  <a:gd name="T3" fmla="*/ 595 h 5"/>
                  <a:gd name="T4" fmla="*/ 520 w 2"/>
                  <a:gd name="T5" fmla="*/ 0 h 5"/>
                  <a:gd name="T6" fmla="*/ 520 w 2"/>
                  <a:gd name="T7" fmla="*/ 0 h 5"/>
                  <a:gd name="T8" fmla="*/ 0 w 2"/>
                  <a:gd name="T9" fmla="*/ 595 h 5"/>
                  <a:gd name="T10" fmla="*/ 0 w 2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4"/>
                      <a:pt x="1" y="3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1" name="Freeform 1959">
                <a:extLst>
                  <a:ext uri="{FF2B5EF4-FFF2-40B4-BE49-F238E27FC236}">
                    <a16:creationId xmlns:a16="http://schemas.microsoft.com/office/drawing/2014/main" id="{080A9D39-46CC-499C-89DB-252622295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2309"/>
                <a:ext cx="7" cy="11"/>
              </a:xfrm>
              <a:custGeom>
                <a:avLst/>
                <a:gdLst>
                  <a:gd name="T0" fmla="*/ 0 w 3"/>
                  <a:gd name="T1" fmla="*/ 1724 h 4"/>
                  <a:gd name="T2" fmla="*/ 355 w 3"/>
                  <a:gd name="T3" fmla="*/ 462 h 4"/>
                  <a:gd name="T4" fmla="*/ 469 w 3"/>
                  <a:gd name="T5" fmla="*/ 0 h 4"/>
                  <a:gd name="T6" fmla="*/ 469 w 3"/>
                  <a:gd name="T7" fmla="*/ 0 h 4"/>
                  <a:gd name="T8" fmla="*/ 152 w 3"/>
                  <a:gd name="T9" fmla="*/ 976 h 4"/>
                  <a:gd name="T10" fmla="*/ 0 w 3"/>
                  <a:gd name="T11" fmla="*/ 17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2" name="Freeform 1960">
                <a:extLst>
                  <a:ext uri="{FF2B5EF4-FFF2-40B4-BE49-F238E27FC236}">
                    <a16:creationId xmlns:a16="http://schemas.microsoft.com/office/drawing/2014/main" id="{92604A44-1DB0-4F0C-9287-9C04731C4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315"/>
                <a:ext cx="7" cy="13"/>
              </a:xfrm>
              <a:custGeom>
                <a:avLst/>
                <a:gdLst>
                  <a:gd name="T0" fmla="*/ 0 w 3"/>
                  <a:gd name="T1" fmla="*/ 1547 h 5"/>
                  <a:gd name="T2" fmla="*/ 355 w 3"/>
                  <a:gd name="T3" fmla="*/ 595 h 5"/>
                  <a:gd name="T4" fmla="*/ 469 w 3"/>
                  <a:gd name="T5" fmla="*/ 0 h 5"/>
                  <a:gd name="T6" fmla="*/ 469 w 3"/>
                  <a:gd name="T7" fmla="*/ 0 h 5"/>
                  <a:gd name="T8" fmla="*/ 152 w 3"/>
                  <a:gd name="T9" fmla="*/ 595 h 5"/>
                  <a:gd name="T10" fmla="*/ 0 w 3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4"/>
                      <a:pt x="1" y="3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3" name="Freeform 1961">
                <a:extLst>
                  <a:ext uri="{FF2B5EF4-FFF2-40B4-BE49-F238E27FC236}">
                    <a16:creationId xmlns:a16="http://schemas.microsoft.com/office/drawing/2014/main" id="{2DB58D11-0109-46A5-82B5-A6601170F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293"/>
                <a:ext cx="5" cy="14"/>
              </a:xfrm>
              <a:custGeom>
                <a:avLst/>
                <a:gdLst>
                  <a:gd name="T0" fmla="*/ 0 w 2"/>
                  <a:gd name="T1" fmla="*/ 2391 h 5"/>
                  <a:gd name="T2" fmla="*/ 313 w 2"/>
                  <a:gd name="T3" fmla="*/ 487 h 5"/>
                  <a:gd name="T4" fmla="*/ 520 w 2"/>
                  <a:gd name="T5" fmla="*/ 0 h 5"/>
                  <a:gd name="T6" fmla="*/ 520 w 2"/>
                  <a:gd name="T7" fmla="*/ 0 h 5"/>
                  <a:gd name="T8" fmla="*/ 0 w 2"/>
                  <a:gd name="T9" fmla="*/ 1050 h 5"/>
                  <a:gd name="T10" fmla="*/ 0 w 2"/>
                  <a:gd name="T11" fmla="*/ 239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4"/>
                      <a:pt x="1" y="2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4" name="Freeform 1962">
                <a:extLst>
                  <a:ext uri="{FF2B5EF4-FFF2-40B4-BE49-F238E27FC236}">
                    <a16:creationId xmlns:a16="http://schemas.microsoft.com/office/drawing/2014/main" id="{AA16A40B-0F0B-49BF-918A-78F0ED176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283"/>
                <a:ext cx="5" cy="13"/>
              </a:xfrm>
              <a:custGeom>
                <a:avLst/>
                <a:gdLst>
                  <a:gd name="T0" fmla="*/ 0 w 2"/>
                  <a:gd name="T1" fmla="*/ 1547 h 5"/>
                  <a:gd name="T2" fmla="*/ 313 w 2"/>
                  <a:gd name="T3" fmla="*/ 595 h 5"/>
                  <a:gd name="T4" fmla="*/ 520 w 2"/>
                  <a:gd name="T5" fmla="*/ 0 h 5"/>
                  <a:gd name="T6" fmla="*/ 520 w 2"/>
                  <a:gd name="T7" fmla="*/ 0 h 5"/>
                  <a:gd name="T8" fmla="*/ 313 w 2"/>
                  <a:gd name="T9" fmla="*/ 595 h 5"/>
                  <a:gd name="T10" fmla="*/ 0 w 2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4"/>
                      <a:pt x="1" y="3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4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5" name="Freeform 1963">
                <a:extLst>
                  <a:ext uri="{FF2B5EF4-FFF2-40B4-BE49-F238E27FC236}">
                    <a16:creationId xmlns:a16="http://schemas.microsoft.com/office/drawing/2014/main" id="{1012E82A-B828-4DC4-9DC3-8836025E0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272"/>
                <a:ext cx="13" cy="21"/>
              </a:xfrm>
              <a:custGeom>
                <a:avLst/>
                <a:gdLst>
                  <a:gd name="T0" fmla="*/ 967 w 5"/>
                  <a:gd name="T1" fmla="*/ 0 h 8"/>
                  <a:gd name="T2" fmla="*/ 372 w 5"/>
                  <a:gd name="T3" fmla="*/ 1378 h 8"/>
                  <a:gd name="T4" fmla="*/ 0 w 5"/>
                  <a:gd name="T5" fmla="*/ 2604 h 8"/>
                  <a:gd name="T6" fmla="*/ 595 w 5"/>
                  <a:gd name="T7" fmla="*/ 2226 h 8"/>
                  <a:gd name="T8" fmla="*/ 967 w 5"/>
                  <a:gd name="T9" fmla="*/ 1378 h 8"/>
                  <a:gd name="T10" fmla="*/ 1547 w 5"/>
                  <a:gd name="T11" fmla="*/ 0 h 8"/>
                  <a:gd name="T12" fmla="*/ 967 w 5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3" y="0"/>
                      <a:pt x="2" y="2"/>
                      <a:pt x="1" y="4"/>
                    </a:cubicBezTo>
                    <a:cubicBezTo>
                      <a:pt x="1" y="5"/>
                      <a:pt x="0" y="8"/>
                      <a:pt x="0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4" y="1"/>
                      <a:pt x="4" y="0"/>
                      <a:pt x="5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6" name="Freeform 1964">
                <a:extLst>
                  <a:ext uri="{FF2B5EF4-FFF2-40B4-BE49-F238E27FC236}">
                    <a16:creationId xmlns:a16="http://schemas.microsoft.com/office/drawing/2014/main" id="{F7ADCFC4-BC71-46CC-A2EF-7D67BDB58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269"/>
                <a:ext cx="12" cy="19"/>
              </a:xfrm>
              <a:custGeom>
                <a:avLst/>
                <a:gdLst>
                  <a:gd name="T0" fmla="*/ 564 w 5"/>
                  <a:gd name="T1" fmla="*/ 0 h 7"/>
                  <a:gd name="T2" fmla="*/ 168 w 5"/>
                  <a:gd name="T3" fmla="*/ 1620 h 7"/>
                  <a:gd name="T4" fmla="*/ 0 w 5"/>
                  <a:gd name="T5" fmla="*/ 2823 h 7"/>
                  <a:gd name="T6" fmla="*/ 403 w 5"/>
                  <a:gd name="T7" fmla="*/ 2823 h 7"/>
                  <a:gd name="T8" fmla="*/ 564 w 5"/>
                  <a:gd name="T9" fmla="*/ 1200 h 7"/>
                  <a:gd name="T10" fmla="*/ 967 w 5"/>
                  <a:gd name="T11" fmla="*/ 0 h 7"/>
                  <a:gd name="T12" fmla="*/ 564 w 5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2" y="1"/>
                      <a:pt x="2" y="2"/>
                      <a:pt x="1" y="4"/>
                    </a:cubicBezTo>
                    <a:cubicBezTo>
                      <a:pt x="1" y="5"/>
                      <a:pt x="0" y="7"/>
                      <a:pt x="0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5"/>
                      <a:pt x="3" y="3"/>
                    </a:cubicBezTo>
                    <a:cubicBezTo>
                      <a:pt x="4" y="1"/>
                      <a:pt x="5" y="0"/>
                      <a:pt x="5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7" name="Freeform 1965">
                <a:extLst>
                  <a:ext uri="{FF2B5EF4-FFF2-40B4-BE49-F238E27FC236}">
                    <a16:creationId xmlns:a16="http://schemas.microsoft.com/office/drawing/2014/main" id="{9730BE73-6124-4C27-AEEA-DC6982D3C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269"/>
                <a:ext cx="13" cy="16"/>
              </a:xfrm>
              <a:custGeom>
                <a:avLst/>
                <a:gdLst>
                  <a:gd name="T0" fmla="*/ 967 w 5"/>
                  <a:gd name="T1" fmla="*/ 0 h 6"/>
                  <a:gd name="T2" fmla="*/ 372 w 5"/>
                  <a:gd name="T3" fmla="*/ 1059 h 6"/>
                  <a:gd name="T4" fmla="*/ 0 w 5"/>
                  <a:gd name="T5" fmla="*/ 2184 h 6"/>
                  <a:gd name="T6" fmla="*/ 595 w 5"/>
                  <a:gd name="T7" fmla="*/ 2184 h 6"/>
                  <a:gd name="T8" fmla="*/ 967 w 5"/>
                  <a:gd name="T9" fmla="*/ 1059 h 6"/>
                  <a:gd name="T10" fmla="*/ 1547 w 5"/>
                  <a:gd name="T11" fmla="*/ 0 h 6"/>
                  <a:gd name="T12" fmla="*/ 967 w 5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3" y="0"/>
                      <a:pt x="2" y="1"/>
                      <a:pt x="1" y="3"/>
                    </a:cubicBezTo>
                    <a:cubicBezTo>
                      <a:pt x="1" y="4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4"/>
                      <a:pt x="3" y="3"/>
                    </a:cubicBezTo>
                    <a:cubicBezTo>
                      <a:pt x="4" y="1"/>
                      <a:pt x="4" y="0"/>
                      <a:pt x="5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8" name="Freeform 1966">
                <a:extLst>
                  <a:ext uri="{FF2B5EF4-FFF2-40B4-BE49-F238E27FC236}">
                    <a16:creationId xmlns:a16="http://schemas.microsoft.com/office/drawing/2014/main" id="{7A7645CE-07CC-4FFA-B2F4-C14B7CD3C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267"/>
                <a:ext cx="18" cy="16"/>
              </a:xfrm>
              <a:custGeom>
                <a:avLst/>
                <a:gdLst>
                  <a:gd name="T0" fmla="*/ 1448 w 7"/>
                  <a:gd name="T1" fmla="*/ 0 h 6"/>
                  <a:gd name="T2" fmla="*/ 563 w 7"/>
                  <a:gd name="T3" fmla="*/ 1059 h 6"/>
                  <a:gd name="T4" fmla="*/ 0 w 7"/>
                  <a:gd name="T5" fmla="*/ 2184 h 6"/>
                  <a:gd name="T6" fmla="*/ 563 w 7"/>
                  <a:gd name="T7" fmla="*/ 2184 h 6"/>
                  <a:gd name="T8" fmla="*/ 1137 w 7"/>
                  <a:gd name="T9" fmla="*/ 1059 h 6"/>
                  <a:gd name="T10" fmla="*/ 2003 w 7"/>
                  <a:gd name="T11" fmla="*/ 0 h 6"/>
                  <a:gd name="T12" fmla="*/ 1448 w 7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4" y="0"/>
                      <a:pt x="3" y="2"/>
                      <a:pt x="2" y="3"/>
                    </a:cubicBezTo>
                    <a:cubicBezTo>
                      <a:pt x="2" y="4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3"/>
                    </a:cubicBezTo>
                    <a:cubicBezTo>
                      <a:pt x="5" y="1"/>
                      <a:pt x="7" y="0"/>
                      <a:pt x="7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9" name="Freeform 1967">
                <a:extLst>
                  <a:ext uri="{FF2B5EF4-FFF2-40B4-BE49-F238E27FC236}">
                    <a16:creationId xmlns:a16="http://schemas.microsoft.com/office/drawing/2014/main" id="{8D852581-DE90-4B55-B791-8CAFA2A1E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269"/>
                <a:ext cx="15" cy="19"/>
              </a:xfrm>
              <a:custGeom>
                <a:avLst/>
                <a:gdLst>
                  <a:gd name="T0" fmla="*/ 1488 w 6"/>
                  <a:gd name="T1" fmla="*/ 2342 h 7"/>
                  <a:gd name="T2" fmla="*/ 520 w 6"/>
                  <a:gd name="T3" fmla="*/ 442 h 7"/>
                  <a:gd name="T4" fmla="*/ 0 w 6"/>
                  <a:gd name="T5" fmla="*/ 442 h 7"/>
                  <a:gd name="T6" fmla="*/ 1300 w 6"/>
                  <a:gd name="T7" fmla="*/ 2342 h 7"/>
                  <a:gd name="T8" fmla="*/ 1488 w 6"/>
                  <a:gd name="T9" fmla="*/ 234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6"/>
                    </a:moveTo>
                    <a:cubicBezTo>
                      <a:pt x="5" y="6"/>
                      <a:pt x="2" y="0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3" y="7"/>
                      <a:pt x="5" y="6"/>
                    </a:cubicBez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0" name="Freeform 1968">
                <a:extLst>
                  <a:ext uri="{FF2B5EF4-FFF2-40B4-BE49-F238E27FC236}">
                    <a16:creationId xmlns:a16="http://schemas.microsoft.com/office/drawing/2014/main" id="{A8687572-1B78-4197-8A4A-0F8B0873B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269"/>
                <a:ext cx="18" cy="16"/>
              </a:xfrm>
              <a:custGeom>
                <a:avLst/>
                <a:gdLst>
                  <a:gd name="T0" fmla="*/ 2003 w 7"/>
                  <a:gd name="T1" fmla="*/ 1763 h 6"/>
                  <a:gd name="T2" fmla="*/ 563 w 7"/>
                  <a:gd name="T3" fmla="*/ 0 h 6"/>
                  <a:gd name="T4" fmla="*/ 0 w 7"/>
                  <a:gd name="T5" fmla="*/ 0 h 6"/>
                  <a:gd name="T6" fmla="*/ 1448 w 7"/>
                  <a:gd name="T7" fmla="*/ 2184 h 6"/>
                  <a:gd name="T8" fmla="*/ 2003 w 7"/>
                  <a:gd name="T9" fmla="*/ 176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5"/>
                    </a:moveTo>
                    <a:cubicBezTo>
                      <a:pt x="5" y="5"/>
                      <a:pt x="3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3" y="6"/>
                      <a:pt x="5" y="6"/>
                    </a:cubicBez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1" name="Freeform 1969">
                <a:extLst>
                  <a:ext uri="{FF2B5EF4-FFF2-40B4-BE49-F238E27FC236}">
                    <a16:creationId xmlns:a16="http://schemas.microsoft.com/office/drawing/2014/main" id="{47716531-629C-4E59-892C-496BB4136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269"/>
                <a:ext cx="8" cy="14"/>
              </a:xfrm>
              <a:custGeom>
                <a:avLst/>
                <a:gdLst>
                  <a:gd name="T0" fmla="*/ 1059 w 3"/>
                  <a:gd name="T1" fmla="*/ 2391 h 5"/>
                  <a:gd name="T2" fmla="*/ 397 w 3"/>
                  <a:gd name="T3" fmla="*/ 1050 h 5"/>
                  <a:gd name="T4" fmla="*/ 0 w 3"/>
                  <a:gd name="T5" fmla="*/ 0 h 5"/>
                  <a:gd name="T6" fmla="*/ 0 w 3"/>
                  <a:gd name="T7" fmla="*/ 0 h 5"/>
                  <a:gd name="T8" fmla="*/ 397 w 3"/>
                  <a:gd name="T9" fmla="*/ 1364 h 5"/>
                  <a:gd name="T10" fmla="*/ 1059 w 3"/>
                  <a:gd name="T11" fmla="*/ 239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2" name="Freeform 1970">
                <a:extLst>
                  <a:ext uri="{FF2B5EF4-FFF2-40B4-BE49-F238E27FC236}">
                    <a16:creationId xmlns:a16="http://schemas.microsoft.com/office/drawing/2014/main" id="{570E53B1-C998-4815-9660-191BEB07E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272"/>
                <a:ext cx="7" cy="13"/>
              </a:xfrm>
              <a:custGeom>
                <a:avLst/>
                <a:gdLst>
                  <a:gd name="T0" fmla="*/ 469 w 3"/>
                  <a:gd name="T1" fmla="*/ 1547 h 5"/>
                  <a:gd name="T2" fmla="*/ 152 w 3"/>
                  <a:gd name="T3" fmla="*/ 595 h 5"/>
                  <a:gd name="T4" fmla="*/ 0 w 3"/>
                  <a:gd name="T5" fmla="*/ 0 h 5"/>
                  <a:gd name="T6" fmla="*/ 0 w 3"/>
                  <a:gd name="T7" fmla="*/ 0 h 5"/>
                  <a:gd name="T8" fmla="*/ 152 w 3"/>
                  <a:gd name="T9" fmla="*/ 967 h 5"/>
                  <a:gd name="T10" fmla="*/ 469 w 3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3" name="Freeform 1971">
                <a:extLst>
                  <a:ext uri="{FF2B5EF4-FFF2-40B4-BE49-F238E27FC236}">
                    <a16:creationId xmlns:a16="http://schemas.microsoft.com/office/drawing/2014/main" id="{E694122F-103A-4B17-A436-176B1DCDB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267"/>
                <a:ext cx="15" cy="18"/>
              </a:xfrm>
              <a:custGeom>
                <a:avLst/>
                <a:gdLst>
                  <a:gd name="T0" fmla="*/ 1488 w 6"/>
                  <a:gd name="T1" fmla="*/ 1700 h 7"/>
                  <a:gd name="T2" fmla="*/ 520 w 6"/>
                  <a:gd name="T3" fmla="*/ 0 h 7"/>
                  <a:gd name="T4" fmla="*/ 0 w 6"/>
                  <a:gd name="T5" fmla="*/ 357 h 7"/>
                  <a:gd name="T6" fmla="*/ 988 w 6"/>
                  <a:gd name="T7" fmla="*/ 1700 h 7"/>
                  <a:gd name="T8" fmla="*/ 1488 w 6"/>
                  <a:gd name="T9" fmla="*/ 17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6"/>
                    </a:moveTo>
                    <a:cubicBezTo>
                      <a:pt x="5" y="6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3" y="7"/>
                      <a:pt x="4" y="6"/>
                    </a:cubicBez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4" name="Freeform 1972">
                <a:extLst>
                  <a:ext uri="{FF2B5EF4-FFF2-40B4-BE49-F238E27FC236}">
                    <a16:creationId xmlns:a16="http://schemas.microsoft.com/office/drawing/2014/main" id="{D4C9AEAE-C1A2-4416-AD0B-FBD31EA2B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269"/>
                <a:ext cx="7" cy="14"/>
              </a:xfrm>
              <a:custGeom>
                <a:avLst/>
                <a:gdLst>
                  <a:gd name="T0" fmla="*/ 469 w 3"/>
                  <a:gd name="T1" fmla="*/ 2391 h 5"/>
                  <a:gd name="T2" fmla="*/ 0 w 3"/>
                  <a:gd name="T3" fmla="*/ 487 h 5"/>
                  <a:gd name="T4" fmla="*/ 0 w 3"/>
                  <a:gd name="T5" fmla="*/ 0 h 5"/>
                  <a:gd name="T6" fmla="*/ 0 w 3"/>
                  <a:gd name="T7" fmla="*/ 0 h 5"/>
                  <a:gd name="T8" fmla="*/ 152 w 3"/>
                  <a:gd name="T9" fmla="*/ 1050 h 5"/>
                  <a:gd name="T10" fmla="*/ 469 w 3"/>
                  <a:gd name="T11" fmla="*/ 239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1" y="3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1" y="3"/>
                      <a:pt x="2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5" name="Freeform 1973">
                <a:extLst>
                  <a:ext uri="{FF2B5EF4-FFF2-40B4-BE49-F238E27FC236}">
                    <a16:creationId xmlns:a16="http://schemas.microsoft.com/office/drawing/2014/main" id="{79E78A57-CB61-42D3-AA77-D922DCA5F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267"/>
                <a:ext cx="12" cy="16"/>
              </a:xfrm>
              <a:custGeom>
                <a:avLst/>
                <a:gdLst>
                  <a:gd name="T0" fmla="*/ 967 w 5"/>
                  <a:gd name="T1" fmla="*/ 2184 h 6"/>
                  <a:gd name="T2" fmla="*/ 403 w 5"/>
                  <a:gd name="T3" fmla="*/ 0 h 6"/>
                  <a:gd name="T4" fmla="*/ 0 w 5"/>
                  <a:gd name="T5" fmla="*/ 0 h 6"/>
                  <a:gd name="T6" fmla="*/ 564 w 5"/>
                  <a:gd name="T7" fmla="*/ 2184 h 6"/>
                  <a:gd name="T8" fmla="*/ 967 w 5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3" y="6"/>
                      <a:pt x="3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6"/>
                      <a:pt x="3" y="6"/>
                    </a:cubicBez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6" name="Freeform 1974">
                <a:extLst>
                  <a:ext uri="{FF2B5EF4-FFF2-40B4-BE49-F238E27FC236}">
                    <a16:creationId xmlns:a16="http://schemas.microsoft.com/office/drawing/2014/main" id="{D19EB2C6-2147-4B52-AFD8-94DA57F08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267"/>
                <a:ext cx="2" cy="16"/>
              </a:xfrm>
              <a:custGeom>
                <a:avLst/>
                <a:gdLst>
                  <a:gd name="T0" fmla="*/ 64 w 1"/>
                  <a:gd name="T1" fmla="*/ 2184 h 6"/>
                  <a:gd name="T2" fmla="*/ 0 w 1"/>
                  <a:gd name="T3" fmla="*/ 661 h 6"/>
                  <a:gd name="T4" fmla="*/ 0 w 1"/>
                  <a:gd name="T5" fmla="*/ 0 h 6"/>
                  <a:gd name="T6" fmla="*/ 0 w 1"/>
                  <a:gd name="T7" fmla="*/ 0 h 6"/>
                  <a:gd name="T8" fmla="*/ 0 w 1"/>
                  <a:gd name="T9" fmla="*/ 1059 h 6"/>
                  <a:gd name="T10" fmla="*/ 64 w 1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5"/>
                      <a:pt x="1" y="3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4"/>
                      <a:pt x="1" y="5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7" name="Freeform 1975">
                <a:extLst>
                  <a:ext uri="{FF2B5EF4-FFF2-40B4-BE49-F238E27FC236}">
                    <a16:creationId xmlns:a16="http://schemas.microsoft.com/office/drawing/2014/main" id="{9D1760F1-011C-4C6B-8AA5-2A601C0E9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283"/>
                <a:ext cx="7" cy="24"/>
              </a:xfrm>
              <a:custGeom>
                <a:avLst/>
                <a:gdLst>
                  <a:gd name="T0" fmla="*/ 0 w 3"/>
                  <a:gd name="T1" fmla="*/ 397 h 9"/>
                  <a:gd name="T2" fmla="*/ 0 w 3"/>
                  <a:gd name="T3" fmla="*/ 1763 h 9"/>
                  <a:gd name="T4" fmla="*/ 152 w 3"/>
                  <a:gd name="T5" fmla="*/ 3243 h 9"/>
                  <a:gd name="T6" fmla="*/ 355 w 3"/>
                  <a:gd name="T7" fmla="*/ 2824 h 9"/>
                  <a:gd name="T8" fmla="*/ 355 w 3"/>
                  <a:gd name="T9" fmla="*/ 1459 h 9"/>
                  <a:gd name="T10" fmla="*/ 355 w 3"/>
                  <a:gd name="T11" fmla="*/ 0 h 9"/>
                  <a:gd name="T12" fmla="*/ 0 w 3"/>
                  <a:gd name="T13" fmla="*/ 39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9">
                    <a:moveTo>
                      <a:pt x="0" y="1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0" y="6"/>
                      <a:pt x="1" y="9"/>
                      <a:pt x="1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7"/>
                      <a:pt x="2" y="6"/>
                      <a:pt x="2" y="4"/>
                    </a:cubicBezTo>
                    <a:cubicBezTo>
                      <a:pt x="1" y="2"/>
                      <a:pt x="2" y="0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8" name="Freeform 1976">
                <a:extLst>
                  <a:ext uri="{FF2B5EF4-FFF2-40B4-BE49-F238E27FC236}">
                    <a16:creationId xmlns:a16="http://schemas.microsoft.com/office/drawing/2014/main" id="{3C321101-75D7-4A73-A314-2AFB4AAE4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277"/>
                <a:ext cx="7" cy="24"/>
              </a:xfrm>
              <a:custGeom>
                <a:avLst/>
                <a:gdLst>
                  <a:gd name="T0" fmla="*/ 152 w 3"/>
                  <a:gd name="T1" fmla="*/ 397 h 9"/>
                  <a:gd name="T2" fmla="*/ 152 w 3"/>
                  <a:gd name="T3" fmla="*/ 1763 h 9"/>
                  <a:gd name="T4" fmla="*/ 152 w 3"/>
                  <a:gd name="T5" fmla="*/ 3243 h 9"/>
                  <a:gd name="T6" fmla="*/ 355 w 3"/>
                  <a:gd name="T7" fmla="*/ 2581 h 9"/>
                  <a:gd name="T8" fmla="*/ 355 w 3"/>
                  <a:gd name="T9" fmla="*/ 1459 h 9"/>
                  <a:gd name="T10" fmla="*/ 469 w 3"/>
                  <a:gd name="T11" fmla="*/ 0 h 9"/>
                  <a:gd name="T12" fmla="*/ 152 w 3"/>
                  <a:gd name="T13" fmla="*/ 39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9">
                    <a:moveTo>
                      <a:pt x="1" y="1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1" y="6"/>
                      <a:pt x="1" y="8"/>
                      <a:pt x="1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5"/>
                      <a:pt x="2" y="4"/>
                    </a:cubicBezTo>
                    <a:cubicBezTo>
                      <a:pt x="2" y="1"/>
                      <a:pt x="2" y="0"/>
                      <a:pt x="3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9" name="Freeform 1977">
                <a:extLst>
                  <a:ext uri="{FF2B5EF4-FFF2-40B4-BE49-F238E27FC236}">
                    <a16:creationId xmlns:a16="http://schemas.microsoft.com/office/drawing/2014/main" id="{AB4BBC40-F224-4A39-AC56-34CAD0B35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280"/>
                <a:ext cx="20" cy="16"/>
              </a:xfrm>
              <a:custGeom>
                <a:avLst/>
                <a:gdLst>
                  <a:gd name="T0" fmla="*/ 1958 w 8"/>
                  <a:gd name="T1" fmla="*/ 1459 h 6"/>
                  <a:gd name="T2" fmla="*/ 520 w 8"/>
                  <a:gd name="T3" fmla="*/ 397 h 6"/>
                  <a:gd name="T4" fmla="*/ 0 w 8"/>
                  <a:gd name="T5" fmla="*/ 661 h 6"/>
                  <a:gd name="T6" fmla="*/ 1770 w 8"/>
                  <a:gd name="T7" fmla="*/ 1763 h 6"/>
                  <a:gd name="T8" fmla="*/ 1958 w 8"/>
                  <a:gd name="T9" fmla="*/ 145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7" y="5"/>
                      <a:pt x="2" y="0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5" y="6"/>
                      <a:pt x="7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0" name="Freeform 1978">
                <a:extLst>
                  <a:ext uri="{FF2B5EF4-FFF2-40B4-BE49-F238E27FC236}">
                    <a16:creationId xmlns:a16="http://schemas.microsoft.com/office/drawing/2014/main" id="{A3617D4C-328F-4871-8408-53C510658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277"/>
                <a:ext cx="20" cy="14"/>
              </a:xfrm>
              <a:custGeom>
                <a:avLst/>
                <a:gdLst>
                  <a:gd name="T0" fmla="*/ 1958 w 8"/>
                  <a:gd name="T1" fmla="*/ 1364 h 5"/>
                  <a:gd name="T2" fmla="*/ 520 w 8"/>
                  <a:gd name="T3" fmla="*/ 0 h 5"/>
                  <a:gd name="T4" fmla="*/ 0 w 8"/>
                  <a:gd name="T5" fmla="*/ 487 h 5"/>
                  <a:gd name="T6" fmla="*/ 1488 w 8"/>
                  <a:gd name="T7" fmla="*/ 1912 h 5"/>
                  <a:gd name="T8" fmla="*/ 1958 w 8"/>
                  <a:gd name="T9" fmla="*/ 136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7" y="4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5" y="5"/>
                      <a:pt x="6" y="4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1" name="Freeform 1979">
                <a:extLst>
                  <a:ext uri="{FF2B5EF4-FFF2-40B4-BE49-F238E27FC236}">
                    <a16:creationId xmlns:a16="http://schemas.microsoft.com/office/drawing/2014/main" id="{0EE8DC3D-AD99-4F49-85E2-33913E7DD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277"/>
                <a:ext cx="10" cy="11"/>
              </a:xfrm>
              <a:custGeom>
                <a:avLst/>
                <a:gdLst>
                  <a:gd name="T0" fmla="*/ 988 w 4"/>
                  <a:gd name="T1" fmla="*/ 1724 h 4"/>
                  <a:gd name="T2" fmla="*/ 313 w 4"/>
                  <a:gd name="T3" fmla="*/ 462 h 4"/>
                  <a:gd name="T4" fmla="*/ 0 w 4"/>
                  <a:gd name="T5" fmla="*/ 0 h 4"/>
                  <a:gd name="T6" fmla="*/ 0 w 4"/>
                  <a:gd name="T7" fmla="*/ 0 h 4"/>
                  <a:gd name="T8" fmla="*/ 520 w 4"/>
                  <a:gd name="T9" fmla="*/ 976 h 4"/>
                  <a:gd name="T10" fmla="*/ 988 w 4"/>
                  <a:gd name="T11" fmla="*/ 17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2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3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2" name="Freeform 1980">
                <a:extLst>
                  <a:ext uri="{FF2B5EF4-FFF2-40B4-BE49-F238E27FC236}">
                    <a16:creationId xmlns:a16="http://schemas.microsoft.com/office/drawing/2014/main" id="{583FE299-AC1B-434F-976E-8ED79F6B5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283"/>
                <a:ext cx="10" cy="10"/>
              </a:xfrm>
              <a:custGeom>
                <a:avLst/>
                <a:gdLst>
                  <a:gd name="T0" fmla="*/ 988 w 4"/>
                  <a:gd name="T1" fmla="*/ 988 h 4"/>
                  <a:gd name="T2" fmla="*/ 313 w 4"/>
                  <a:gd name="T3" fmla="*/ 313 h 4"/>
                  <a:gd name="T4" fmla="*/ 0 w 4"/>
                  <a:gd name="T5" fmla="*/ 0 h 4"/>
                  <a:gd name="T6" fmla="*/ 0 w 4"/>
                  <a:gd name="T7" fmla="*/ 0 h 4"/>
                  <a:gd name="T8" fmla="*/ 313 w 4"/>
                  <a:gd name="T9" fmla="*/ 520 h 4"/>
                  <a:gd name="T10" fmla="*/ 988 w 4"/>
                  <a:gd name="T11" fmla="*/ 988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2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2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3" name="Freeform 1981">
                <a:extLst>
                  <a:ext uri="{FF2B5EF4-FFF2-40B4-BE49-F238E27FC236}">
                    <a16:creationId xmlns:a16="http://schemas.microsoft.com/office/drawing/2014/main" id="{22B7DC89-9897-49AC-9A6F-2B1B600BD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288"/>
                <a:ext cx="20" cy="13"/>
              </a:xfrm>
              <a:custGeom>
                <a:avLst/>
                <a:gdLst>
                  <a:gd name="T0" fmla="*/ 1958 w 8"/>
                  <a:gd name="T1" fmla="*/ 967 h 5"/>
                  <a:gd name="T2" fmla="*/ 313 w 8"/>
                  <a:gd name="T3" fmla="*/ 372 h 5"/>
                  <a:gd name="T4" fmla="*/ 0 w 8"/>
                  <a:gd name="T5" fmla="*/ 595 h 5"/>
                  <a:gd name="T6" fmla="*/ 1770 w 8"/>
                  <a:gd name="T7" fmla="*/ 1196 h 5"/>
                  <a:gd name="T8" fmla="*/ 1958 w 8"/>
                  <a:gd name="T9" fmla="*/ 96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7" y="4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5" y="5"/>
                      <a:pt x="7" y="4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4" name="Freeform 1982">
                <a:extLst>
                  <a:ext uri="{FF2B5EF4-FFF2-40B4-BE49-F238E27FC236}">
                    <a16:creationId xmlns:a16="http://schemas.microsoft.com/office/drawing/2014/main" id="{329E5D83-B5A2-4DB0-AED3-A987261C9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059"/>
                <a:ext cx="20" cy="18"/>
              </a:xfrm>
              <a:custGeom>
                <a:avLst/>
                <a:gdLst>
                  <a:gd name="T0" fmla="*/ 520 w 8"/>
                  <a:gd name="T1" fmla="*/ 2003 h 7"/>
                  <a:gd name="T2" fmla="*/ 1300 w 8"/>
                  <a:gd name="T3" fmla="*/ 1137 h 7"/>
                  <a:gd name="T4" fmla="*/ 1958 w 8"/>
                  <a:gd name="T5" fmla="*/ 357 h 7"/>
                  <a:gd name="T6" fmla="*/ 1488 w 8"/>
                  <a:gd name="T7" fmla="*/ 357 h 7"/>
                  <a:gd name="T8" fmla="*/ 783 w 8"/>
                  <a:gd name="T9" fmla="*/ 918 h 7"/>
                  <a:gd name="T10" fmla="*/ 0 w 8"/>
                  <a:gd name="T11" fmla="*/ 1700 h 7"/>
                  <a:gd name="T12" fmla="*/ 520 w 8"/>
                  <a:gd name="T13" fmla="*/ 200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2" y="7"/>
                    </a:moveTo>
                    <a:cubicBezTo>
                      <a:pt x="3" y="7"/>
                      <a:pt x="4" y="5"/>
                      <a:pt x="5" y="4"/>
                    </a:cubicBezTo>
                    <a:cubicBezTo>
                      <a:pt x="6" y="3"/>
                      <a:pt x="7" y="1"/>
                      <a:pt x="8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2"/>
                      <a:pt x="3" y="3"/>
                    </a:cubicBezTo>
                    <a:cubicBezTo>
                      <a:pt x="2" y="5"/>
                      <a:pt x="1" y="6"/>
                      <a:pt x="0" y="6"/>
                    </a:cubicBez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5" name="Freeform 1983">
                <a:extLst>
                  <a:ext uri="{FF2B5EF4-FFF2-40B4-BE49-F238E27FC236}">
                    <a16:creationId xmlns:a16="http://schemas.microsoft.com/office/drawing/2014/main" id="{9C89C866-959B-4E65-A22F-371875713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045"/>
                <a:ext cx="10" cy="24"/>
              </a:xfrm>
              <a:custGeom>
                <a:avLst/>
                <a:gdLst>
                  <a:gd name="T0" fmla="*/ 520 w 4"/>
                  <a:gd name="T1" fmla="*/ 2824 h 9"/>
                  <a:gd name="T2" fmla="*/ 988 w 4"/>
                  <a:gd name="T3" fmla="*/ 1459 h 9"/>
                  <a:gd name="T4" fmla="*/ 988 w 4"/>
                  <a:gd name="T5" fmla="*/ 0 h 9"/>
                  <a:gd name="T6" fmla="*/ 783 w 4"/>
                  <a:gd name="T7" fmla="*/ 397 h 9"/>
                  <a:gd name="T8" fmla="*/ 520 w 4"/>
                  <a:gd name="T9" fmla="*/ 1459 h 9"/>
                  <a:gd name="T10" fmla="*/ 0 w 4"/>
                  <a:gd name="T11" fmla="*/ 3243 h 9"/>
                  <a:gd name="T12" fmla="*/ 520 w 4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2" y="8"/>
                    </a:moveTo>
                    <a:cubicBezTo>
                      <a:pt x="3" y="8"/>
                      <a:pt x="4" y="6"/>
                      <a:pt x="4" y="4"/>
                    </a:cubicBezTo>
                    <a:cubicBezTo>
                      <a:pt x="4" y="3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2" y="7"/>
                      <a:pt x="1" y="8"/>
                      <a:pt x="0" y="9"/>
                    </a:cubicBez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6" name="Freeform 1984">
                <a:extLst>
                  <a:ext uri="{FF2B5EF4-FFF2-40B4-BE49-F238E27FC236}">
                    <a16:creationId xmlns:a16="http://schemas.microsoft.com/office/drawing/2014/main" id="{8844BCE6-E90A-4F72-B32E-E61C8F4BD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051"/>
                <a:ext cx="10" cy="21"/>
              </a:xfrm>
              <a:custGeom>
                <a:avLst/>
                <a:gdLst>
                  <a:gd name="T0" fmla="*/ 520 w 4"/>
                  <a:gd name="T1" fmla="*/ 2226 h 8"/>
                  <a:gd name="T2" fmla="*/ 988 w 4"/>
                  <a:gd name="T3" fmla="*/ 1378 h 8"/>
                  <a:gd name="T4" fmla="*/ 988 w 4"/>
                  <a:gd name="T5" fmla="*/ 0 h 8"/>
                  <a:gd name="T6" fmla="*/ 783 w 4"/>
                  <a:gd name="T7" fmla="*/ 378 h 8"/>
                  <a:gd name="T8" fmla="*/ 520 w 4"/>
                  <a:gd name="T9" fmla="*/ 1378 h 8"/>
                  <a:gd name="T10" fmla="*/ 0 w 4"/>
                  <a:gd name="T11" fmla="*/ 2604 h 8"/>
                  <a:gd name="T12" fmla="*/ 520 w 4"/>
                  <a:gd name="T13" fmla="*/ 22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2" y="7"/>
                    </a:moveTo>
                    <a:cubicBezTo>
                      <a:pt x="3" y="7"/>
                      <a:pt x="4" y="5"/>
                      <a:pt x="4" y="4"/>
                    </a:cubicBezTo>
                    <a:cubicBezTo>
                      <a:pt x="4" y="2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2" y="6"/>
                      <a:pt x="1" y="8"/>
                      <a:pt x="0" y="8"/>
                    </a:cubicBez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7" name="Freeform 1985">
                <a:extLst>
                  <a:ext uri="{FF2B5EF4-FFF2-40B4-BE49-F238E27FC236}">
                    <a16:creationId xmlns:a16="http://schemas.microsoft.com/office/drawing/2014/main" id="{E42E07F1-99A1-481A-822C-BF0CF8A07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056"/>
                <a:ext cx="10" cy="19"/>
              </a:xfrm>
              <a:custGeom>
                <a:avLst/>
                <a:gdLst>
                  <a:gd name="T0" fmla="*/ 520 w 4"/>
                  <a:gd name="T1" fmla="*/ 2342 h 7"/>
                  <a:gd name="T2" fmla="*/ 783 w 4"/>
                  <a:gd name="T3" fmla="*/ 1200 h 7"/>
                  <a:gd name="T4" fmla="*/ 988 w 4"/>
                  <a:gd name="T5" fmla="*/ 0 h 7"/>
                  <a:gd name="T6" fmla="*/ 520 w 4"/>
                  <a:gd name="T7" fmla="*/ 0 h 7"/>
                  <a:gd name="T8" fmla="*/ 313 w 4"/>
                  <a:gd name="T9" fmla="*/ 1200 h 7"/>
                  <a:gd name="T10" fmla="*/ 0 w 4"/>
                  <a:gd name="T11" fmla="*/ 2823 h 7"/>
                  <a:gd name="T12" fmla="*/ 520 w 4"/>
                  <a:gd name="T13" fmla="*/ 234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2" y="6"/>
                    </a:moveTo>
                    <a:cubicBezTo>
                      <a:pt x="2" y="6"/>
                      <a:pt x="2" y="5"/>
                      <a:pt x="3" y="3"/>
                    </a:cubicBezTo>
                    <a:cubicBezTo>
                      <a:pt x="3" y="2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2"/>
                      <a:pt x="1" y="3"/>
                    </a:cubicBezTo>
                    <a:cubicBezTo>
                      <a:pt x="0" y="5"/>
                      <a:pt x="1" y="7"/>
                      <a:pt x="0" y="7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8" name="Freeform 1986">
                <a:extLst>
                  <a:ext uri="{FF2B5EF4-FFF2-40B4-BE49-F238E27FC236}">
                    <a16:creationId xmlns:a16="http://schemas.microsoft.com/office/drawing/2014/main" id="{54FE3F63-3F8B-4407-A4F0-77E4486D6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059"/>
                <a:ext cx="17" cy="16"/>
              </a:xfrm>
              <a:custGeom>
                <a:avLst/>
                <a:gdLst>
                  <a:gd name="T0" fmla="*/ 413 w 7"/>
                  <a:gd name="T1" fmla="*/ 2184 h 6"/>
                  <a:gd name="T2" fmla="*/ 1003 w 7"/>
                  <a:gd name="T3" fmla="*/ 1059 h 6"/>
                  <a:gd name="T4" fmla="*/ 1433 w 7"/>
                  <a:gd name="T5" fmla="*/ 0 h 6"/>
                  <a:gd name="T6" fmla="*/ 1003 w 7"/>
                  <a:gd name="T7" fmla="*/ 0 h 6"/>
                  <a:gd name="T8" fmla="*/ 590 w 7"/>
                  <a:gd name="T9" fmla="*/ 1059 h 6"/>
                  <a:gd name="T10" fmla="*/ 0 w 7"/>
                  <a:gd name="T11" fmla="*/ 2184 h 6"/>
                  <a:gd name="T12" fmla="*/ 413 w 7"/>
                  <a:gd name="T13" fmla="*/ 218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6"/>
                    </a:moveTo>
                    <a:cubicBezTo>
                      <a:pt x="3" y="6"/>
                      <a:pt x="4" y="5"/>
                      <a:pt x="5" y="3"/>
                    </a:cubicBezTo>
                    <a:cubicBezTo>
                      <a:pt x="6" y="2"/>
                      <a:pt x="7" y="0"/>
                      <a:pt x="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1"/>
                      <a:pt x="3" y="3"/>
                    </a:cubicBezTo>
                    <a:cubicBezTo>
                      <a:pt x="2" y="5"/>
                      <a:pt x="1" y="6"/>
                      <a:pt x="0" y="6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9" name="Freeform 1987">
                <a:extLst>
                  <a:ext uri="{FF2B5EF4-FFF2-40B4-BE49-F238E27FC236}">
                    <a16:creationId xmlns:a16="http://schemas.microsoft.com/office/drawing/2014/main" id="{601A6A67-FBB0-4A83-8527-4C41A5ADD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53"/>
                <a:ext cx="15" cy="16"/>
              </a:xfrm>
              <a:custGeom>
                <a:avLst/>
                <a:gdLst>
                  <a:gd name="T0" fmla="*/ 0 w 6"/>
                  <a:gd name="T1" fmla="*/ 397 h 6"/>
                  <a:gd name="T2" fmla="*/ 1300 w 6"/>
                  <a:gd name="T3" fmla="*/ 2184 h 6"/>
                  <a:gd name="T4" fmla="*/ 1488 w 6"/>
                  <a:gd name="T5" fmla="*/ 1763 h 6"/>
                  <a:gd name="T6" fmla="*/ 313 w 6"/>
                  <a:gd name="T7" fmla="*/ 0 h 6"/>
                  <a:gd name="T8" fmla="*/ 0 w 6"/>
                  <a:gd name="T9" fmla="*/ 39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1"/>
                    </a:moveTo>
                    <a:cubicBezTo>
                      <a:pt x="1" y="0"/>
                      <a:pt x="4" y="6"/>
                      <a:pt x="5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3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0" name="Freeform 1988">
                <a:extLst>
                  <a:ext uri="{FF2B5EF4-FFF2-40B4-BE49-F238E27FC236}">
                    <a16:creationId xmlns:a16="http://schemas.microsoft.com/office/drawing/2014/main" id="{B822AD40-4549-4E66-B96D-00DCB42E7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056"/>
                <a:ext cx="17" cy="16"/>
              </a:xfrm>
              <a:custGeom>
                <a:avLst/>
                <a:gdLst>
                  <a:gd name="T0" fmla="*/ 0 w 7"/>
                  <a:gd name="T1" fmla="*/ 397 h 6"/>
                  <a:gd name="T2" fmla="*/ 1003 w 7"/>
                  <a:gd name="T3" fmla="*/ 2184 h 6"/>
                  <a:gd name="T4" fmla="*/ 1433 w 7"/>
                  <a:gd name="T5" fmla="*/ 1763 h 6"/>
                  <a:gd name="T6" fmla="*/ 413 w 7"/>
                  <a:gd name="T7" fmla="*/ 0 h 6"/>
                  <a:gd name="T8" fmla="*/ 0 w 7"/>
                  <a:gd name="T9" fmla="*/ 39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2" y="0"/>
                      <a:pt x="5" y="6"/>
                      <a:pt x="5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4" y="0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1" name="Freeform 1989">
                <a:extLst>
                  <a:ext uri="{FF2B5EF4-FFF2-40B4-BE49-F238E27FC236}">
                    <a16:creationId xmlns:a16="http://schemas.microsoft.com/office/drawing/2014/main" id="{0F0810C0-E63A-4232-9AFB-1666D8D8D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059"/>
                <a:ext cx="7" cy="10"/>
              </a:xfrm>
              <a:custGeom>
                <a:avLst/>
                <a:gdLst>
                  <a:gd name="T0" fmla="*/ 0 w 3"/>
                  <a:gd name="T1" fmla="*/ 0 h 4"/>
                  <a:gd name="T2" fmla="*/ 355 w 3"/>
                  <a:gd name="T3" fmla="*/ 783 h 4"/>
                  <a:gd name="T4" fmla="*/ 469 w 3"/>
                  <a:gd name="T5" fmla="*/ 988 h 4"/>
                  <a:gd name="T6" fmla="*/ 469 w 3"/>
                  <a:gd name="T7" fmla="*/ 988 h 4"/>
                  <a:gd name="T8" fmla="*/ 355 w 3"/>
                  <a:gd name="T9" fmla="*/ 520 h 4"/>
                  <a:gd name="T10" fmla="*/ 0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562" name="Group 1990">
              <a:extLst>
                <a:ext uri="{FF2B5EF4-FFF2-40B4-BE49-F238E27FC236}">
                  <a16:creationId xmlns:a16="http://schemas.microsoft.com/office/drawing/2014/main" id="{12A238BF-811A-46D1-86C0-330FC784B3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68" y="1875"/>
              <a:ext cx="527" cy="330"/>
              <a:chOff x="4268" y="1875"/>
              <a:chExt cx="527" cy="330"/>
            </a:xfrm>
          </p:grpSpPr>
          <p:sp>
            <p:nvSpPr>
              <p:cNvPr id="19822" name="Freeform 1991">
                <a:extLst>
                  <a:ext uri="{FF2B5EF4-FFF2-40B4-BE49-F238E27FC236}">
                    <a16:creationId xmlns:a16="http://schemas.microsoft.com/office/drawing/2014/main" id="{B6F0D304-8F33-427A-9844-0D09F364F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056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661 w 3"/>
                  <a:gd name="T3" fmla="*/ 1271 h 4"/>
                  <a:gd name="T4" fmla="*/ 1059 w 3"/>
                  <a:gd name="T5" fmla="*/ 1724 h 4"/>
                  <a:gd name="T6" fmla="*/ 1059 w 3"/>
                  <a:gd name="T7" fmla="*/ 1724 h 4"/>
                  <a:gd name="T8" fmla="*/ 661 w 3"/>
                  <a:gd name="T9" fmla="*/ 976 h 4"/>
                  <a:gd name="T10" fmla="*/ 0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0"/>
                      <a:pt x="1" y="2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3" name="Freeform 1992">
                <a:extLst>
                  <a:ext uri="{FF2B5EF4-FFF2-40B4-BE49-F238E27FC236}">
                    <a16:creationId xmlns:a16="http://schemas.microsoft.com/office/drawing/2014/main" id="{38DA7ADA-7A86-4D73-949D-93EAC3AC1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059"/>
                <a:ext cx="17" cy="16"/>
              </a:xfrm>
              <a:custGeom>
                <a:avLst/>
                <a:gdLst>
                  <a:gd name="T0" fmla="*/ 0 w 7"/>
                  <a:gd name="T1" fmla="*/ 397 h 6"/>
                  <a:gd name="T2" fmla="*/ 1003 w 7"/>
                  <a:gd name="T3" fmla="*/ 2184 h 6"/>
                  <a:gd name="T4" fmla="*/ 1433 w 7"/>
                  <a:gd name="T5" fmla="*/ 1763 h 6"/>
                  <a:gd name="T6" fmla="*/ 413 w 7"/>
                  <a:gd name="T7" fmla="*/ 0 h 6"/>
                  <a:gd name="T8" fmla="*/ 0 w 7"/>
                  <a:gd name="T9" fmla="*/ 39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2" y="0"/>
                      <a:pt x="5" y="6"/>
                      <a:pt x="5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3" y="0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4" name="Freeform 1993">
                <a:extLst>
                  <a:ext uri="{FF2B5EF4-FFF2-40B4-BE49-F238E27FC236}">
                    <a16:creationId xmlns:a16="http://schemas.microsoft.com/office/drawing/2014/main" id="{F2152869-1A50-48DE-B5BF-72D196991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061"/>
                <a:ext cx="7" cy="11"/>
              </a:xfrm>
              <a:custGeom>
                <a:avLst/>
                <a:gdLst>
                  <a:gd name="T0" fmla="*/ 0 w 3"/>
                  <a:gd name="T1" fmla="*/ 0 h 4"/>
                  <a:gd name="T2" fmla="*/ 355 w 3"/>
                  <a:gd name="T3" fmla="*/ 1271 h 4"/>
                  <a:gd name="T4" fmla="*/ 469 w 3"/>
                  <a:gd name="T5" fmla="*/ 1724 h 4"/>
                  <a:gd name="T6" fmla="*/ 469 w 3"/>
                  <a:gd name="T7" fmla="*/ 1724 h 4"/>
                  <a:gd name="T8" fmla="*/ 355 w 3"/>
                  <a:gd name="T9" fmla="*/ 976 h 4"/>
                  <a:gd name="T10" fmla="*/ 0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2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5" name="Freeform 1994">
                <a:extLst>
                  <a:ext uri="{FF2B5EF4-FFF2-40B4-BE49-F238E27FC236}">
                    <a16:creationId xmlns:a16="http://schemas.microsoft.com/office/drawing/2014/main" id="{8CE4321B-3DAD-4504-B77E-AA4EE5DE4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059"/>
                <a:ext cx="23" cy="16"/>
              </a:xfrm>
              <a:custGeom>
                <a:avLst/>
                <a:gdLst>
                  <a:gd name="T0" fmla="*/ 549 w 9"/>
                  <a:gd name="T1" fmla="*/ 2184 h 6"/>
                  <a:gd name="T2" fmla="*/ 1620 w 9"/>
                  <a:gd name="T3" fmla="*/ 1059 h 6"/>
                  <a:gd name="T4" fmla="*/ 2520 w 9"/>
                  <a:gd name="T5" fmla="*/ 397 h 6"/>
                  <a:gd name="T6" fmla="*/ 1973 w 9"/>
                  <a:gd name="T7" fmla="*/ 0 h 6"/>
                  <a:gd name="T8" fmla="*/ 1104 w 9"/>
                  <a:gd name="T9" fmla="*/ 661 h 6"/>
                  <a:gd name="T10" fmla="*/ 0 w 9"/>
                  <a:gd name="T11" fmla="*/ 1763 h 6"/>
                  <a:gd name="T12" fmla="*/ 549 w 9"/>
                  <a:gd name="T13" fmla="*/ 218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2" y="6"/>
                    </a:moveTo>
                    <a:cubicBezTo>
                      <a:pt x="3" y="6"/>
                      <a:pt x="5" y="4"/>
                      <a:pt x="6" y="3"/>
                    </a:cubicBezTo>
                    <a:cubicBezTo>
                      <a:pt x="7" y="2"/>
                      <a:pt x="9" y="1"/>
                      <a:pt x="9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2" y="4"/>
                      <a:pt x="1" y="5"/>
                      <a:pt x="0" y="5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6" name="Freeform 1995">
                <a:extLst>
                  <a:ext uri="{FF2B5EF4-FFF2-40B4-BE49-F238E27FC236}">
                    <a16:creationId xmlns:a16="http://schemas.microsoft.com/office/drawing/2014/main" id="{85CD9B59-3007-4906-BB4D-4BF9E9075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059"/>
                <a:ext cx="12" cy="18"/>
              </a:xfrm>
              <a:custGeom>
                <a:avLst/>
                <a:gdLst>
                  <a:gd name="T0" fmla="*/ 0 w 5"/>
                  <a:gd name="T1" fmla="*/ 0 h 7"/>
                  <a:gd name="T2" fmla="*/ 564 w 5"/>
                  <a:gd name="T3" fmla="*/ 2003 h 7"/>
                  <a:gd name="T4" fmla="*/ 967 w 5"/>
                  <a:gd name="T5" fmla="*/ 2003 h 7"/>
                  <a:gd name="T6" fmla="*/ 168 w 5"/>
                  <a:gd name="T7" fmla="*/ 0 h 7"/>
                  <a:gd name="T8" fmla="*/ 0 w 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0"/>
                      <a:pt x="2" y="7"/>
                      <a:pt x="3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7" name="Freeform 1996">
                <a:extLst>
                  <a:ext uri="{FF2B5EF4-FFF2-40B4-BE49-F238E27FC236}">
                    <a16:creationId xmlns:a16="http://schemas.microsoft.com/office/drawing/2014/main" id="{C052A01C-8795-4D55-A565-9B1AFF4A0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056"/>
                <a:ext cx="20" cy="16"/>
              </a:xfrm>
              <a:custGeom>
                <a:avLst/>
                <a:gdLst>
                  <a:gd name="T0" fmla="*/ 520 w 8"/>
                  <a:gd name="T1" fmla="*/ 2184 h 6"/>
                  <a:gd name="T2" fmla="*/ 1488 w 8"/>
                  <a:gd name="T3" fmla="*/ 1059 h 6"/>
                  <a:gd name="T4" fmla="*/ 1958 w 8"/>
                  <a:gd name="T5" fmla="*/ 397 h 6"/>
                  <a:gd name="T6" fmla="*/ 1488 w 8"/>
                  <a:gd name="T7" fmla="*/ 0 h 6"/>
                  <a:gd name="T8" fmla="*/ 988 w 8"/>
                  <a:gd name="T9" fmla="*/ 661 h 6"/>
                  <a:gd name="T10" fmla="*/ 0 w 8"/>
                  <a:gd name="T11" fmla="*/ 1763 h 6"/>
                  <a:gd name="T12" fmla="*/ 520 w 8"/>
                  <a:gd name="T13" fmla="*/ 218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2" y="6"/>
                    </a:moveTo>
                    <a:cubicBezTo>
                      <a:pt x="3" y="6"/>
                      <a:pt x="4" y="4"/>
                      <a:pt x="6" y="3"/>
                    </a:cubicBezTo>
                    <a:cubicBezTo>
                      <a:pt x="7" y="2"/>
                      <a:pt x="8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2" y="4"/>
                      <a:pt x="1" y="5"/>
                      <a:pt x="0" y="5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8" name="Freeform 1997">
                <a:extLst>
                  <a:ext uri="{FF2B5EF4-FFF2-40B4-BE49-F238E27FC236}">
                    <a16:creationId xmlns:a16="http://schemas.microsoft.com/office/drawing/2014/main" id="{6547AF2F-5280-4255-A9E9-BBD4FC7DE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053"/>
                <a:ext cx="20" cy="16"/>
              </a:xfrm>
              <a:custGeom>
                <a:avLst/>
                <a:gdLst>
                  <a:gd name="T0" fmla="*/ 520 w 8"/>
                  <a:gd name="T1" fmla="*/ 1763 h 6"/>
                  <a:gd name="T2" fmla="*/ 1300 w 8"/>
                  <a:gd name="T3" fmla="*/ 1459 h 6"/>
                  <a:gd name="T4" fmla="*/ 1958 w 8"/>
                  <a:gd name="T5" fmla="*/ 397 h 6"/>
                  <a:gd name="T6" fmla="*/ 1488 w 8"/>
                  <a:gd name="T7" fmla="*/ 0 h 6"/>
                  <a:gd name="T8" fmla="*/ 783 w 8"/>
                  <a:gd name="T9" fmla="*/ 1059 h 6"/>
                  <a:gd name="T10" fmla="*/ 0 w 8"/>
                  <a:gd name="T11" fmla="*/ 1763 h 6"/>
                  <a:gd name="T12" fmla="*/ 520 w 8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2" y="5"/>
                    </a:moveTo>
                    <a:cubicBezTo>
                      <a:pt x="3" y="6"/>
                      <a:pt x="4" y="5"/>
                      <a:pt x="5" y="4"/>
                    </a:cubicBezTo>
                    <a:cubicBezTo>
                      <a:pt x="6" y="3"/>
                      <a:pt x="8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2"/>
                      <a:pt x="3" y="3"/>
                    </a:cubicBezTo>
                    <a:cubicBezTo>
                      <a:pt x="2" y="4"/>
                      <a:pt x="1" y="5"/>
                      <a:pt x="0" y="5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9" name="Freeform 1998">
                <a:extLst>
                  <a:ext uri="{FF2B5EF4-FFF2-40B4-BE49-F238E27FC236}">
                    <a16:creationId xmlns:a16="http://schemas.microsoft.com/office/drawing/2014/main" id="{20079805-3DA1-4788-8EA3-F4757BAC5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056"/>
                <a:ext cx="10" cy="19"/>
              </a:xfrm>
              <a:custGeom>
                <a:avLst/>
                <a:gdLst>
                  <a:gd name="T0" fmla="*/ 0 w 4"/>
                  <a:gd name="T1" fmla="*/ 0 h 7"/>
                  <a:gd name="T2" fmla="*/ 520 w 4"/>
                  <a:gd name="T3" fmla="*/ 2823 h 7"/>
                  <a:gd name="T4" fmla="*/ 988 w 4"/>
                  <a:gd name="T5" fmla="*/ 2823 h 7"/>
                  <a:gd name="T6" fmla="*/ 520 w 4"/>
                  <a:gd name="T7" fmla="*/ 442 h 7"/>
                  <a:gd name="T8" fmla="*/ 0 w 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2" y="0"/>
                      <a:pt x="1" y="7"/>
                      <a:pt x="2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4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0" name="Freeform 1999">
                <a:extLst>
                  <a:ext uri="{FF2B5EF4-FFF2-40B4-BE49-F238E27FC236}">
                    <a16:creationId xmlns:a16="http://schemas.microsoft.com/office/drawing/2014/main" id="{05E84467-08FD-4A60-ACC3-690985E54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053"/>
                <a:ext cx="7" cy="22"/>
              </a:xfrm>
              <a:custGeom>
                <a:avLst/>
                <a:gdLst>
                  <a:gd name="T0" fmla="*/ 0 w 3"/>
                  <a:gd name="T1" fmla="*/ 0 h 8"/>
                  <a:gd name="T2" fmla="*/ 355 w 3"/>
                  <a:gd name="T3" fmla="*/ 2973 h 8"/>
                  <a:gd name="T4" fmla="*/ 469 w 3"/>
                  <a:gd name="T5" fmla="*/ 3495 h 8"/>
                  <a:gd name="T6" fmla="*/ 355 w 3"/>
                  <a:gd name="T7" fmla="*/ 462 h 8"/>
                  <a:gd name="T8" fmla="*/ 0 w 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1" y="1"/>
                      <a:pt x="1" y="7"/>
                      <a:pt x="2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1" name="Freeform 2000">
                <a:extLst>
                  <a:ext uri="{FF2B5EF4-FFF2-40B4-BE49-F238E27FC236}">
                    <a16:creationId xmlns:a16="http://schemas.microsoft.com/office/drawing/2014/main" id="{26ED31CE-5180-47B3-8366-8DCEDE10B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051"/>
                <a:ext cx="20" cy="13"/>
              </a:xfrm>
              <a:custGeom>
                <a:avLst/>
                <a:gdLst>
                  <a:gd name="T0" fmla="*/ 313 w 8"/>
                  <a:gd name="T1" fmla="*/ 1547 h 5"/>
                  <a:gd name="T2" fmla="*/ 1300 w 8"/>
                  <a:gd name="T3" fmla="*/ 967 h 5"/>
                  <a:gd name="T4" fmla="*/ 1958 w 8"/>
                  <a:gd name="T5" fmla="*/ 372 h 5"/>
                  <a:gd name="T6" fmla="*/ 1770 w 8"/>
                  <a:gd name="T7" fmla="*/ 0 h 5"/>
                  <a:gd name="T8" fmla="*/ 988 w 8"/>
                  <a:gd name="T9" fmla="*/ 595 h 5"/>
                  <a:gd name="T10" fmla="*/ 0 w 8"/>
                  <a:gd name="T11" fmla="*/ 1196 h 5"/>
                  <a:gd name="T12" fmla="*/ 313 w 8"/>
                  <a:gd name="T13" fmla="*/ 1547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1" y="5"/>
                    </a:moveTo>
                    <a:cubicBezTo>
                      <a:pt x="2" y="5"/>
                      <a:pt x="4" y="4"/>
                      <a:pt x="5" y="3"/>
                    </a:cubicBezTo>
                    <a:cubicBezTo>
                      <a:pt x="6" y="2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2" y="3"/>
                      <a:pt x="0" y="4"/>
                      <a:pt x="0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2" name="Freeform 2001">
                <a:extLst>
                  <a:ext uri="{FF2B5EF4-FFF2-40B4-BE49-F238E27FC236}">
                    <a16:creationId xmlns:a16="http://schemas.microsoft.com/office/drawing/2014/main" id="{DAFE151E-2A23-49C6-807A-AD82A59D3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051"/>
                <a:ext cx="10" cy="21"/>
              </a:xfrm>
              <a:custGeom>
                <a:avLst/>
                <a:gdLst>
                  <a:gd name="T0" fmla="*/ 0 w 4"/>
                  <a:gd name="T1" fmla="*/ 0 h 8"/>
                  <a:gd name="T2" fmla="*/ 313 w 4"/>
                  <a:gd name="T3" fmla="*/ 2226 h 8"/>
                  <a:gd name="T4" fmla="*/ 783 w 4"/>
                  <a:gd name="T5" fmla="*/ 2604 h 8"/>
                  <a:gd name="T6" fmla="*/ 520 w 4"/>
                  <a:gd name="T7" fmla="*/ 378 h 8"/>
                  <a:gd name="T8" fmla="*/ 0 w 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2" y="1"/>
                      <a:pt x="1" y="7"/>
                      <a:pt x="1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3" name="Freeform 2002">
                <a:extLst>
                  <a:ext uri="{FF2B5EF4-FFF2-40B4-BE49-F238E27FC236}">
                    <a16:creationId xmlns:a16="http://schemas.microsoft.com/office/drawing/2014/main" id="{E66B62E8-8332-4566-B626-EEC61FEFC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051"/>
                <a:ext cx="7" cy="18"/>
              </a:xfrm>
              <a:custGeom>
                <a:avLst/>
                <a:gdLst>
                  <a:gd name="T0" fmla="*/ 355 w 3"/>
                  <a:gd name="T1" fmla="*/ 2003 h 7"/>
                  <a:gd name="T2" fmla="*/ 0 w 3"/>
                  <a:gd name="T3" fmla="*/ 1700 h 7"/>
                  <a:gd name="T4" fmla="*/ 0 w 3"/>
                  <a:gd name="T5" fmla="*/ 0 h 7"/>
                  <a:gd name="T6" fmla="*/ 152 w 3"/>
                  <a:gd name="T7" fmla="*/ 0 h 7"/>
                  <a:gd name="T8" fmla="*/ 355 w 3"/>
                  <a:gd name="T9" fmla="*/ 20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2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1"/>
                      <a:pt x="2" y="6"/>
                      <a:pt x="2" y="7"/>
                    </a:cubicBez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4" name="Freeform 2003">
                <a:extLst>
                  <a:ext uri="{FF2B5EF4-FFF2-40B4-BE49-F238E27FC236}">
                    <a16:creationId xmlns:a16="http://schemas.microsoft.com/office/drawing/2014/main" id="{DE29B4D7-5716-4E62-A495-8044D580A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056"/>
                <a:ext cx="5" cy="8"/>
              </a:xfrm>
              <a:custGeom>
                <a:avLst/>
                <a:gdLst>
                  <a:gd name="T0" fmla="*/ 0 w 2"/>
                  <a:gd name="T1" fmla="*/ 661 h 3"/>
                  <a:gd name="T2" fmla="*/ 0 w 2"/>
                  <a:gd name="T3" fmla="*/ 397 h 3"/>
                  <a:gd name="T4" fmla="*/ 520 w 2"/>
                  <a:gd name="T5" fmla="*/ 0 h 3"/>
                  <a:gd name="T6" fmla="*/ 520 w 2"/>
                  <a:gd name="T7" fmla="*/ 1059 h 3"/>
                  <a:gd name="T8" fmla="*/ 0 w 2"/>
                  <a:gd name="T9" fmla="*/ 66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3"/>
                      <a:pt x="2" y="3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5" name="Freeform 2004">
                <a:extLst>
                  <a:ext uri="{FF2B5EF4-FFF2-40B4-BE49-F238E27FC236}">
                    <a16:creationId xmlns:a16="http://schemas.microsoft.com/office/drawing/2014/main" id="{D8788896-FFA0-4B87-A155-2C1155D36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056"/>
                <a:ext cx="3" cy="16"/>
              </a:xfrm>
              <a:custGeom>
                <a:avLst/>
                <a:gdLst>
                  <a:gd name="T0" fmla="*/ 0 w 1"/>
                  <a:gd name="T1" fmla="*/ 0 h 6"/>
                  <a:gd name="T2" fmla="*/ 729 w 1"/>
                  <a:gd name="T3" fmla="*/ 1459 h 6"/>
                  <a:gd name="T4" fmla="*/ 729 w 1"/>
                  <a:gd name="T5" fmla="*/ 2184 h 6"/>
                  <a:gd name="T6" fmla="*/ 729 w 1"/>
                  <a:gd name="T7" fmla="*/ 2184 h 6"/>
                  <a:gd name="T8" fmla="*/ 729 w 1"/>
                  <a:gd name="T9" fmla="*/ 1059 h 6"/>
                  <a:gd name="T10" fmla="*/ 0 w 1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1"/>
                      <a:pt x="1" y="3"/>
                      <a:pt x="1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6" name="Freeform 2005">
                <a:extLst>
                  <a:ext uri="{FF2B5EF4-FFF2-40B4-BE49-F238E27FC236}">
                    <a16:creationId xmlns:a16="http://schemas.microsoft.com/office/drawing/2014/main" id="{D6787B81-E8B1-48D5-8DB8-1BAA208B6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053"/>
                <a:ext cx="3" cy="14"/>
              </a:xfrm>
              <a:custGeom>
                <a:avLst/>
                <a:gdLst>
                  <a:gd name="T0" fmla="*/ 0 w 1"/>
                  <a:gd name="T1" fmla="*/ 0 h 5"/>
                  <a:gd name="T2" fmla="*/ 729 w 1"/>
                  <a:gd name="T3" fmla="*/ 1912 h 5"/>
                  <a:gd name="T4" fmla="*/ 729 w 1"/>
                  <a:gd name="T5" fmla="*/ 2391 h 5"/>
                  <a:gd name="T6" fmla="*/ 729 w 1"/>
                  <a:gd name="T7" fmla="*/ 2391 h 5"/>
                  <a:gd name="T8" fmla="*/ 729 w 1"/>
                  <a:gd name="T9" fmla="*/ 1364 h 5"/>
                  <a:gd name="T10" fmla="*/ 0 w 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7" name="Freeform 2006">
                <a:extLst>
                  <a:ext uri="{FF2B5EF4-FFF2-40B4-BE49-F238E27FC236}">
                    <a16:creationId xmlns:a16="http://schemas.microsoft.com/office/drawing/2014/main" id="{976FECBB-70A8-4E5F-8312-B8A8A66E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051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64 w 1"/>
                  <a:gd name="T3" fmla="*/ 1196 h 5"/>
                  <a:gd name="T4" fmla="*/ 64 w 1"/>
                  <a:gd name="T5" fmla="*/ 1547 h 5"/>
                  <a:gd name="T6" fmla="*/ 64 w 1"/>
                  <a:gd name="T7" fmla="*/ 1547 h 5"/>
                  <a:gd name="T8" fmla="*/ 64 w 1"/>
                  <a:gd name="T9" fmla="*/ 967 h 5"/>
                  <a:gd name="T10" fmla="*/ 0 w 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8" name="Freeform 2007">
                <a:extLst>
                  <a:ext uri="{FF2B5EF4-FFF2-40B4-BE49-F238E27FC236}">
                    <a16:creationId xmlns:a16="http://schemas.microsoft.com/office/drawing/2014/main" id="{39591251-F4C7-482F-9D6A-5595B74ED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059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64 w 1"/>
                  <a:gd name="T3" fmla="*/ 1196 h 5"/>
                  <a:gd name="T4" fmla="*/ 64 w 1"/>
                  <a:gd name="T5" fmla="*/ 1547 h 5"/>
                  <a:gd name="T6" fmla="*/ 64 w 1"/>
                  <a:gd name="T7" fmla="*/ 1547 h 5"/>
                  <a:gd name="T8" fmla="*/ 64 w 1"/>
                  <a:gd name="T9" fmla="*/ 967 h 5"/>
                  <a:gd name="T10" fmla="*/ 0 w 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1" y="2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9" name="Freeform 2008">
                <a:extLst>
                  <a:ext uri="{FF2B5EF4-FFF2-40B4-BE49-F238E27FC236}">
                    <a16:creationId xmlns:a16="http://schemas.microsoft.com/office/drawing/2014/main" id="{F1B7ABDB-2F6A-4F9E-B9E3-9909FCD0B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61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313 w 2"/>
                  <a:gd name="T3" fmla="*/ 1364 h 5"/>
                  <a:gd name="T4" fmla="*/ 313 w 2"/>
                  <a:gd name="T5" fmla="*/ 2391 h 5"/>
                  <a:gd name="T6" fmla="*/ 520 w 2"/>
                  <a:gd name="T7" fmla="*/ 2391 h 5"/>
                  <a:gd name="T8" fmla="*/ 313 w 2"/>
                  <a:gd name="T9" fmla="*/ 1050 h 5"/>
                  <a:gd name="T10" fmla="*/ 0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3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0" name="Freeform 2009">
                <a:extLst>
                  <a:ext uri="{FF2B5EF4-FFF2-40B4-BE49-F238E27FC236}">
                    <a16:creationId xmlns:a16="http://schemas.microsoft.com/office/drawing/2014/main" id="{6E51030F-138A-4793-8336-3671E814F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016"/>
                <a:ext cx="10" cy="24"/>
              </a:xfrm>
              <a:custGeom>
                <a:avLst/>
                <a:gdLst>
                  <a:gd name="T0" fmla="*/ 988 w 4"/>
                  <a:gd name="T1" fmla="*/ 2824 h 9"/>
                  <a:gd name="T2" fmla="*/ 783 w 4"/>
                  <a:gd name="T3" fmla="*/ 1459 h 9"/>
                  <a:gd name="T4" fmla="*/ 520 w 4"/>
                  <a:gd name="T5" fmla="*/ 0 h 9"/>
                  <a:gd name="T6" fmla="*/ 313 w 4"/>
                  <a:gd name="T7" fmla="*/ 661 h 9"/>
                  <a:gd name="T8" fmla="*/ 520 w 4"/>
                  <a:gd name="T9" fmla="*/ 1763 h 9"/>
                  <a:gd name="T10" fmla="*/ 783 w 4"/>
                  <a:gd name="T11" fmla="*/ 3243 h 9"/>
                  <a:gd name="T12" fmla="*/ 988 w 4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4" y="8"/>
                    </a:moveTo>
                    <a:cubicBezTo>
                      <a:pt x="4" y="7"/>
                      <a:pt x="4" y="5"/>
                      <a:pt x="3" y="4"/>
                    </a:cubicBezTo>
                    <a:cubicBezTo>
                      <a:pt x="3" y="3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4"/>
                      <a:pt x="2" y="5"/>
                    </a:cubicBezTo>
                    <a:cubicBezTo>
                      <a:pt x="3" y="7"/>
                      <a:pt x="3" y="9"/>
                      <a:pt x="3" y="9"/>
                    </a:cubicBez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1" name="Freeform 2010">
                <a:extLst>
                  <a:ext uri="{FF2B5EF4-FFF2-40B4-BE49-F238E27FC236}">
                    <a16:creationId xmlns:a16="http://schemas.microsoft.com/office/drawing/2014/main" id="{B268132C-27B2-43FB-B6C9-3FE9C4C83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024"/>
                <a:ext cx="7" cy="24"/>
              </a:xfrm>
              <a:custGeom>
                <a:avLst/>
                <a:gdLst>
                  <a:gd name="T0" fmla="*/ 469 w 3"/>
                  <a:gd name="T1" fmla="*/ 2581 h 9"/>
                  <a:gd name="T2" fmla="*/ 469 w 3"/>
                  <a:gd name="T3" fmla="*/ 1459 h 9"/>
                  <a:gd name="T4" fmla="*/ 152 w 3"/>
                  <a:gd name="T5" fmla="*/ 0 h 9"/>
                  <a:gd name="T6" fmla="*/ 0 w 3"/>
                  <a:gd name="T7" fmla="*/ 661 h 9"/>
                  <a:gd name="T8" fmla="*/ 152 w 3"/>
                  <a:gd name="T9" fmla="*/ 1763 h 9"/>
                  <a:gd name="T10" fmla="*/ 355 w 3"/>
                  <a:gd name="T11" fmla="*/ 3243 h 9"/>
                  <a:gd name="T12" fmla="*/ 469 w 3"/>
                  <a:gd name="T13" fmla="*/ 258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9">
                    <a:moveTo>
                      <a:pt x="3" y="7"/>
                    </a:moveTo>
                    <a:cubicBezTo>
                      <a:pt x="3" y="7"/>
                      <a:pt x="3" y="5"/>
                      <a:pt x="3" y="4"/>
                    </a:cubicBezTo>
                    <a:cubicBezTo>
                      <a:pt x="2" y="2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4"/>
                      <a:pt x="1" y="5"/>
                    </a:cubicBezTo>
                    <a:cubicBezTo>
                      <a:pt x="2" y="7"/>
                      <a:pt x="2" y="9"/>
                      <a:pt x="2" y="9"/>
                    </a:cubicBez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2" name="Freeform 2011">
                <a:extLst>
                  <a:ext uri="{FF2B5EF4-FFF2-40B4-BE49-F238E27FC236}">
                    <a16:creationId xmlns:a16="http://schemas.microsoft.com/office/drawing/2014/main" id="{6D2C9144-43F1-4A47-B17B-CC5B82CD6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035"/>
                <a:ext cx="5" cy="21"/>
              </a:xfrm>
              <a:custGeom>
                <a:avLst/>
                <a:gdLst>
                  <a:gd name="T0" fmla="*/ 520 w 2"/>
                  <a:gd name="T1" fmla="*/ 2226 h 8"/>
                  <a:gd name="T2" fmla="*/ 520 w 2"/>
                  <a:gd name="T3" fmla="*/ 992 h 8"/>
                  <a:gd name="T4" fmla="*/ 313 w 2"/>
                  <a:gd name="T5" fmla="*/ 0 h 8"/>
                  <a:gd name="T6" fmla="*/ 0 w 2"/>
                  <a:gd name="T7" fmla="*/ 378 h 8"/>
                  <a:gd name="T8" fmla="*/ 0 w 2"/>
                  <a:gd name="T9" fmla="*/ 1378 h 8"/>
                  <a:gd name="T10" fmla="*/ 313 w 2"/>
                  <a:gd name="T11" fmla="*/ 2604 h 8"/>
                  <a:gd name="T12" fmla="*/ 520 w 2"/>
                  <a:gd name="T13" fmla="*/ 22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8">
                    <a:moveTo>
                      <a:pt x="2" y="7"/>
                    </a:moveTo>
                    <a:cubicBezTo>
                      <a:pt x="2" y="6"/>
                      <a:pt x="2" y="5"/>
                      <a:pt x="2" y="3"/>
                    </a:cubicBezTo>
                    <a:cubicBezTo>
                      <a:pt x="2" y="2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7"/>
                      <a:pt x="1" y="8"/>
                      <a:pt x="1" y="8"/>
                    </a:cubicBez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3" name="Freeform 2012">
                <a:extLst>
                  <a:ext uri="{FF2B5EF4-FFF2-40B4-BE49-F238E27FC236}">
                    <a16:creationId xmlns:a16="http://schemas.microsoft.com/office/drawing/2014/main" id="{D84F05AD-C780-45CB-A255-882E98B82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040"/>
                <a:ext cx="5" cy="24"/>
              </a:xfrm>
              <a:custGeom>
                <a:avLst/>
                <a:gdLst>
                  <a:gd name="T0" fmla="*/ 313 w 2"/>
                  <a:gd name="T1" fmla="*/ 2824 h 9"/>
                  <a:gd name="T2" fmla="*/ 520 w 2"/>
                  <a:gd name="T3" fmla="*/ 1459 h 9"/>
                  <a:gd name="T4" fmla="*/ 520 w 2"/>
                  <a:gd name="T5" fmla="*/ 0 h 9"/>
                  <a:gd name="T6" fmla="*/ 0 w 2"/>
                  <a:gd name="T7" fmla="*/ 397 h 9"/>
                  <a:gd name="T8" fmla="*/ 0 w 2"/>
                  <a:gd name="T9" fmla="*/ 1459 h 9"/>
                  <a:gd name="T10" fmla="*/ 0 w 2"/>
                  <a:gd name="T11" fmla="*/ 3243 h 9"/>
                  <a:gd name="T12" fmla="*/ 313 w 2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9">
                    <a:moveTo>
                      <a:pt x="1" y="8"/>
                    </a:moveTo>
                    <a:cubicBezTo>
                      <a:pt x="2" y="7"/>
                      <a:pt x="2" y="5"/>
                      <a:pt x="2" y="4"/>
                    </a:cubicBezTo>
                    <a:cubicBezTo>
                      <a:pt x="2" y="2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7"/>
                      <a:pt x="0" y="9"/>
                      <a:pt x="0" y="9"/>
                    </a:cubicBez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4" name="Freeform 2013">
                <a:extLst>
                  <a:ext uri="{FF2B5EF4-FFF2-40B4-BE49-F238E27FC236}">
                    <a16:creationId xmlns:a16="http://schemas.microsoft.com/office/drawing/2014/main" id="{06302382-60CF-4F69-9B27-A391CF57E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029"/>
                <a:ext cx="20" cy="14"/>
              </a:xfrm>
              <a:custGeom>
                <a:avLst/>
                <a:gdLst>
                  <a:gd name="T0" fmla="*/ 0 w 8"/>
                  <a:gd name="T1" fmla="*/ 1364 h 5"/>
                  <a:gd name="T2" fmla="*/ 1770 w 8"/>
                  <a:gd name="T3" fmla="*/ 1912 h 5"/>
                  <a:gd name="T4" fmla="*/ 1958 w 8"/>
                  <a:gd name="T5" fmla="*/ 1364 h 5"/>
                  <a:gd name="T6" fmla="*/ 313 w 8"/>
                  <a:gd name="T7" fmla="*/ 487 h 5"/>
                  <a:gd name="T8" fmla="*/ 0 w 8"/>
                  <a:gd name="T9" fmla="*/ 136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3"/>
                    </a:moveTo>
                    <a:cubicBezTo>
                      <a:pt x="1" y="2"/>
                      <a:pt x="6" y="5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2" y="0"/>
                      <a:pt x="1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5" name="Freeform 2014">
                <a:extLst>
                  <a:ext uri="{FF2B5EF4-FFF2-40B4-BE49-F238E27FC236}">
                    <a16:creationId xmlns:a16="http://schemas.microsoft.com/office/drawing/2014/main" id="{5D5AC8DD-6967-4D02-AE8A-87233BC48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035"/>
                <a:ext cx="20" cy="13"/>
              </a:xfrm>
              <a:custGeom>
                <a:avLst/>
                <a:gdLst>
                  <a:gd name="T0" fmla="*/ 0 w 8"/>
                  <a:gd name="T1" fmla="*/ 967 h 5"/>
                  <a:gd name="T2" fmla="*/ 1770 w 8"/>
                  <a:gd name="T3" fmla="*/ 1547 h 5"/>
                  <a:gd name="T4" fmla="*/ 1958 w 8"/>
                  <a:gd name="T5" fmla="*/ 967 h 5"/>
                  <a:gd name="T6" fmla="*/ 313 w 8"/>
                  <a:gd name="T7" fmla="*/ 595 h 5"/>
                  <a:gd name="T8" fmla="*/ 0 w 8"/>
                  <a:gd name="T9" fmla="*/ 96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3"/>
                    </a:moveTo>
                    <a:cubicBezTo>
                      <a:pt x="1" y="2"/>
                      <a:pt x="6" y="5"/>
                      <a:pt x="7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2" y="0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6" name="Freeform 2015">
                <a:extLst>
                  <a:ext uri="{FF2B5EF4-FFF2-40B4-BE49-F238E27FC236}">
                    <a16:creationId xmlns:a16="http://schemas.microsoft.com/office/drawing/2014/main" id="{848FD180-4039-4938-B985-A29339CD3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043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802 w 5"/>
                  <a:gd name="T3" fmla="*/ 313 h 2"/>
                  <a:gd name="T4" fmla="*/ 967 w 5"/>
                  <a:gd name="T5" fmla="*/ 520 h 2"/>
                  <a:gd name="T6" fmla="*/ 967 w 5"/>
                  <a:gd name="T7" fmla="*/ 520 h 2"/>
                  <a:gd name="T8" fmla="*/ 564 w 5"/>
                  <a:gd name="T9" fmla="*/ 0 h 2"/>
                  <a:gd name="T10" fmla="*/ 0 w 5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7" name="Freeform 2016">
                <a:extLst>
                  <a:ext uri="{FF2B5EF4-FFF2-40B4-BE49-F238E27FC236}">
                    <a16:creationId xmlns:a16="http://schemas.microsoft.com/office/drawing/2014/main" id="{8C534354-BA9F-4FF7-8030-BC88CCA58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035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802 w 5"/>
                  <a:gd name="T3" fmla="*/ 313 h 2"/>
                  <a:gd name="T4" fmla="*/ 967 w 5"/>
                  <a:gd name="T5" fmla="*/ 520 h 2"/>
                  <a:gd name="T6" fmla="*/ 967 w 5"/>
                  <a:gd name="T7" fmla="*/ 520 h 2"/>
                  <a:gd name="T8" fmla="*/ 564 w 5"/>
                  <a:gd name="T9" fmla="*/ 313 h 2"/>
                  <a:gd name="T10" fmla="*/ 0 w 5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2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8" name="Freeform 2017">
                <a:extLst>
                  <a:ext uri="{FF2B5EF4-FFF2-40B4-BE49-F238E27FC236}">
                    <a16:creationId xmlns:a16="http://schemas.microsoft.com/office/drawing/2014/main" id="{26BA099F-FFC4-4C15-8BE3-5FFA7E57F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043"/>
                <a:ext cx="23" cy="13"/>
              </a:xfrm>
              <a:custGeom>
                <a:avLst/>
                <a:gdLst>
                  <a:gd name="T0" fmla="*/ 0 w 9"/>
                  <a:gd name="T1" fmla="*/ 967 h 5"/>
                  <a:gd name="T2" fmla="*/ 1973 w 9"/>
                  <a:gd name="T3" fmla="*/ 1547 h 5"/>
                  <a:gd name="T4" fmla="*/ 2520 w 9"/>
                  <a:gd name="T5" fmla="*/ 967 h 5"/>
                  <a:gd name="T6" fmla="*/ 549 w 9"/>
                  <a:gd name="T7" fmla="*/ 595 h 5"/>
                  <a:gd name="T8" fmla="*/ 0 w 9"/>
                  <a:gd name="T9" fmla="*/ 96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0" y="3"/>
                    </a:moveTo>
                    <a:cubicBezTo>
                      <a:pt x="1" y="2"/>
                      <a:pt x="7" y="5"/>
                      <a:pt x="7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3" y="0"/>
                      <a:pt x="2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9" name="Freeform 2018">
                <a:extLst>
                  <a:ext uri="{FF2B5EF4-FFF2-40B4-BE49-F238E27FC236}">
                    <a16:creationId xmlns:a16="http://schemas.microsoft.com/office/drawing/2014/main" id="{1E84EDCE-B4BF-4723-B174-B45C81243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048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967 w 5"/>
                  <a:gd name="T3" fmla="*/ 520 h 2"/>
                  <a:gd name="T4" fmla="*/ 1547 w 5"/>
                  <a:gd name="T5" fmla="*/ 520 h 2"/>
                  <a:gd name="T6" fmla="*/ 1547 w 5"/>
                  <a:gd name="T7" fmla="*/ 520 h 2"/>
                  <a:gd name="T8" fmla="*/ 967 w 5"/>
                  <a:gd name="T9" fmla="*/ 313 h 2"/>
                  <a:gd name="T10" fmla="*/ 0 w 5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0" name="Freeform 2019">
                <a:extLst>
                  <a:ext uri="{FF2B5EF4-FFF2-40B4-BE49-F238E27FC236}">
                    <a16:creationId xmlns:a16="http://schemas.microsoft.com/office/drawing/2014/main" id="{977529BB-1569-4CF9-B02D-E9148735F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048"/>
                <a:ext cx="20" cy="16"/>
              </a:xfrm>
              <a:custGeom>
                <a:avLst/>
                <a:gdLst>
                  <a:gd name="T0" fmla="*/ 0 w 8"/>
                  <a:gd name="T1" fmla="*/ 661 h 6"/>
                  <a:gd name="T2" fmla="*/ 1488 w 8"/>
                  <a:gd name="T3" fmla="*/ 2184 h 6"/>
                  <a:gd name="T4" fmla="*/ 1958 w 8"/>
                  <a:gd name="T5" fmla="*/ 1763 h 6"/>
                  <a:gd name="T6" fmla="*/ 520 w 8"/>
                  <a:gd name="T7" fmla="*/ 397 h 6"/>
                  <a:gd name="T8" fmla="*/ 0 w 8"/>
                  <a:gd name="T9" fmla="*/ 66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2"/>
                    </a:moveTo>
                    <a:cubicBezTo>
                      <a:pt x="1" y="1"/>
                      <a:pt x="5" y="6"/>
                      <a:pt x="6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3" y="0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1" name="Freeform 2020">
                <a:extLst>
                  <a:ext uri="{FF2B5EF4-FFF2-40B4-BE49-F238E27FC236}">
                    <a16:creationId xmlns:a16="http://schemas.microsoft.com/office/drawing/2014/main" id="{D4ADAAC2-F9BA-43BA-8D3E-BCC5C9D71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053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520 w 4"/>
                  <a:gd name="T3" fmla="*/ 661 h 3"/>
                  <a:gd name="T4" fmla="*/ 988 w 4"/>
                  <a:gd name="T5" fmla="*/ 1059 h 3"/>
                  <a:gd name="T6" fmla="*/ 988 w 4"/>
                  <a:gd name="T7" fmla="*/ 1059 h 3"/>
                  <a:gd name="T8" fmla="*/ 520 w 4"/>
                  <a:gd name="T9" fmla="*/ 397 h 3"/>
                  <a:gd name="T10" fmla="*/ 0 w 4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2" name="Freeform 2021">
                <a:extLst>
                  <a:ext uri="{FF2B5EF4-FFF2-40B4-BE49-F238E27FC236}">
                    <a16:creationId xmlns:a16="http://schemas.microsoft.com/office/drawing/2014/main" id="{B6454A95-6727-47FF-8103-EC9E33CB6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997"/>
                <a:ext cx="15" cy="22"/>
              </a:xfrm>
              <a:custGeom>
                <a:avLst/>
                <a:gdLst>
                  <a:gd name="T0" fmla="*/ 1300 w 6"/>
                  <a:gd name="T1" fmla="*/ 2973 h 8"/>
                  <a:gd name="T2" fmla="*/ 783 w 6"/>
                  <a:gd name="T3" fmla="*/ 1271 h 8"/>
                  <a:gd name="T4" fmla="*/ 313 w 6"/>
                  <a:gd name="T5" fmla="*/ 0 h 8"/>
                  <a:gd name="T6" fmla="*/ 0 w 6"/>
                  <a:gd name="T7" fmla="*/ 976 h 8"/>
                  <a:gd name="T8" fmla="*/ 520 w 6"/>
                  <a:gd name="T9" fmla="*/ 2225 h 8"/>
                  <a:gd name="T10" fmla="*/ 1300 w 6"/>
                  <a:gd name="T11" fmla="*/ 3495 h 8"/>
                  <a:gd name="T12" fmla="*/ 1300 w 6"/>
                  <a:gd name="T13" fmla="*/ 2973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5" y="7"/>
                    </a:moveTo>
                    <a:cubicBezTo>
                      <a:pt x="6" y="6"/>
                      <a:pt x="4" y="4"/>
                      <a:pt x="3" y="3"/>
                    </a:cubicBezTo>
                    <a:cubicBezTo>
                      <a:pt x="2" y="2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4" y="6"/>
                      <a:pt x="5" y="8"/>
                      <a:pt x="5" y="8"/>
                    </a:cubicBezTo>
                    <a:lnTo>
                      <a:pt x="5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3" name="Freeform 2022">
                <a:extLst>
                  <a:ext uri="{FF2B5EF4-FFF2-40B4-BE49-F238E27FC236}">
                    <a16:creationId xmlns:a16="http://schemas.microsoft.com/office/drawing/2014/main" id="{E75DD22F-5606-4D61-8D31-2353D88B4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008"/>
                <a:ext cx="15" cy="21"/>
              </a:xfrm>
              <a:custGeom>
                <a:avLst/>
                <a:gdLst>
                  <a:gd name="T0" fmla="*/ 1300 w 6"/>
                  <a:gd name="T1" fmla="*/ 1992 h 8"/>
                  <a:gd name="T2" fmla="*/ 988 w 6"/>
                  <a:gd name="T3" fmla="*/ 614 h 8"/>
                  <a:gd name="T4" fmla="*/ 313 w 6"/>
                  <a:gd name="T5" fmla="*/ 0 h 8"/>
                  <a:gd name="T6" fmla="*/ 313 w 6"/>
                  <a:gd name="T7" fmla="*/ 378 h 8"/>
                  <a:gd name="T8" fmla="*/ 783 w 6"/>
                  <a:gd name="T9" fmla="*/ 1378 h 8"/>
                  <a:gd name="T10" fmla="*/ 1300 w 6"/>
                  <a:gd name="T11" fmla="*/ 2604 h 8"/>
                  <a:gd name="T12" fmla="*/ 1300 w 6"/>
                  <a:gd name="T13" fmla="*/ 199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5" y="6"/>
                    </a:moveTo>
                    <a:cubicBezTo>
                      <a:pt x="6" y="5"/>
                      <a:pt x="5" y="4"/>
                      <a:pt x="4" y="2"/>
                    </a:cubicBezTo>
                    <a:cubicBezTo>
                      <a:pt x="3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2" y="3"/>
                      <a:pt x="3" y="4"/>
                    </a:cubicBezTo>
                    <a:cubicBezTo>
                      <a:pt x="5" y="6"/>
                      <a:pt x="5" y="7"/>
                      <a:pt x="5" y="8"/>
                    </a:cubicBez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4" name="Freeform 2023">
                <a:extLst>
                  <a:ext uri="{FF2B5EF4-FFF2-40B4-BE49-F238E27FC236}">
                    <a16:creationId xmlns:a16="http://schemas.microsoft.com/office/drawing/2014/main" id="{85A22DA5-B6E8-4CEF-94B8-6CEAFA734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013"/>
                <a:ext cx="20" cy="8"/>
              </a:xfrm>
              <a:custGeom>
                <a:avLst/>
                <a:gdLst>
                  <a:gd name="T0" fmla="*/ 0 w 8"/>
                  <a:gd name="T1" fmla="*/ 1059 h 3"/>
                  <a:gd name="T2" fmla="*/ 1770 w 8"/>
                  <a:gd name="T3" fmla="*/ 661 h 3"/>
                  <a:gd name="T4" fmla="*/ 1958 w 8"/>
                  <a:gd name="T5" fmla="*/ 397 h 3"/>
                  <a:gd name="T6" fmla="*/ 313 w 8"/>
                  <a:gd name="T7" fmla="*/ 661 h 3"/>
                  <a:gd name="T8" fmla="*/ 0 w 8"/>
                  <a:gd name="T9" fmla="*/ 1059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0" y="2"/>
                      <a:pt x="7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1" y="0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5" name="Freeform 2024">
                <a:extLst>
                  <a:ext uri="{FF2B5EF4-FFF2-40B4-BE49-F238E27FC236}">
                    <a16:creationId xmlns:a16="http://schemas.microsoft.com/office/drawing/2014/main" id="{4B744C6B-D128-4B32-A421-BF4E34C64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021"/>
                <a:ext cx="17" cy="8"/>
              </a:xfrm>
              <a:custGeom>
                <a:avLst/>
                <a:gdLst>
                  <a:gd name="T0" fmla="*/ 0 w 7"/>
                  <a:gd name="T1" fmla="*/ 1059 h 3"/>
                  <a:gd name="T2" fmla="*/ 1433 w 7"/>
                  <a:gd name="T3" fmla="*/ 1059 h 3"/>
                  <a:gd name="T4" fmla="*/ 1433 w 7"/>
                  <a:gd name="T5" fmla="*/ 397 h 3"/>
                  <a:gd name="T6" fmla="*/ 170 w 7"/>
                  <a:gd name="T7" fmla="*/ 661 h 3"/>
                  <a:gd name="T8" fmla="*/ 0 w 7"/>
                  <a:gd name="T9" fmla="*/ 1059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0" y="2"/>
                      <a:pt x="7" y="3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1" y="0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6" name="Freeform 2025">
                <a:extLst>
                  <a:ext uri="{FF2B5EF4-FFF2-40B4-BE49-F238E27FC236}">
                    <a16:creationId xmlns:a16="http://schemas.microsoft.com/office/drawing/2014/main" id="{8D062738-7014-4387-9E01-556269A4B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027"/>
                <a:ext cx="13" cy="1"/>
              </a:xfrm>
              <a:custGeom>
                <a:avLst/>
                <a:gdLst>
                  <a:gd name="T0" fmla="*/ 0 w 5"/>
                  <a:gd name="T1" fmla="*/ 0 h 1"/>
                  <a:gd name="T2" fmla="*/ 1196 w 5"/>
                  <a:gd name="T3" fmla="*/ 0 h 1"/>
                  <a:gd name="T4" fmla="*/ 1547 w 5"/>
                  <a:gd name="T5" fmla="*/ 0 h 1"/>
                  <a:gd name="T6" fmla="*/ 1547 w 5"/>
                  <a:gd name="T7" fmla="*/ 0 h 1"/>
                  <a:gd name="T8" fmla="*/ 967 w 5"/>
                  <a:gd name="T9" fmla="*/ 0 h 1"/>
                  <a:gd name="T10" fmla="*/ 0 w 5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7" name="Freeform 2026">
                <a:extLst>
                  <a:ext uri="{FF2B5EF4-FFF2-40B4-BE49-F238E27FC236}">
                    <a16:creationId xmlns:a16="http://schemas.microsoft.com/office/drawing/2014/main" id="{F5E2C8D3-2B73-4D72-9DA6-D344F7E11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019"/>
                <a:ext cx="12" cy="1"/>
              </a:xfrm>
              <a:custGeom>
                <a:avLst/>
                <a:gdLst>
                  <a:gd name="T0" fmla="*/ 0 w 5"/>
                  <a:gd name="T1" fmla="*/ 0 h 1"/>
                  <a:gd name="T2" fmla="*/ 564 w 5"/>
                  <a:gd name="T3" fmla="*/ 0 h 1"/>
                  <a:gd name="T4" fmla="*/ 967 w 5"/>
                  <a:gd name="T5" fmla="*/ 0 h 1"/>
                  <a:gd name="T6" fmla="*/ 967 w 5"/>
                  <a:gd name="T7" fmla="*/ 0 h 1"/>
                  <a:gd name="T8" fmla="*/ 403 w 5"/>
                  <a:gd name="T9" fmla="*/ 0 h 1"/>
                  <a:gd name="T10" fmla="*/ 0 w 5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8" name="Freeform 2027">
                <a:extLst>
                  <a:ext uri="{FF2B5EF4-FFF2-40B4-BE49-F238E27FC236}">
                    <a16:creationId xmlns:a16="http://schemas.microsoft.com/office/drawing/2014/main" id="{0E18EF96-4934-4259-BAD4-62E86A5C3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003"/>
                <a:ext cx="15" cy="10"/>
              </a:xfrm>
              <a:custGeom>
                <a:avLst/>
                <a:gdLst>
                  <a:gd name="T0" fmla="*/ 0 w 6"/>
                  <a:gd name="T1" fmla="*/ 988 h 4"/>
                  <a:gd name="T2" fmla="*/ 1488 w 6"/>
                  <a:gd name="T3" fmla="*/ 520 h 4"/>
                  <a:gd name="T4" fmla="*/ 1488 w 6"/>
                  <a:gd name="T5" fmla="*/ 0 h 4"/>
                  <a:gd name="T6" fmla="*/ 0 w 6"/>
                  <a:gd name="T7" fmla="*/ 520 h 4"/>
                  <a:gd name="T8" fmla="*/ 0 w 6"/>
                  <a:gd name="T9" fmla="*/ 98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0" y="2"/>
                      <a:pt x="6" y="2"/>
                      <a:pt x="6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0" y="0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9" name="Freeform 2028">
                <a:extLst>
                  <a:ext uri="{FF2B5EF4-FFF2-40B4-BE49-F238E27FC236}">
                    <a16:creationId xmlns:a16="http://schemas.microsoft.com/office/drawing/2014/main" id="{9617682D-75A4-429E-9AAA-CF1C40D9D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1875"/>
                <a:ext cx="18" cy="10"/>
              </a:xfrm>
              <a:custGeom>
                <a:avLst/>
                <a:gdLst>
                  <a:gd name="T0" fmla="*/ 0 w 7"/>
                  <a:gd name="T1" fmla="*/ 988 h 4"/>
                  <a:gd name="T2" fmla="*/ 563 w 7"/>
                  <a:gd name="T3" fmla="*/ 313 h 4"/>
                  <a:gd name="T4" fmla="*/ 918 w 7"/>
                  <a:gd name="T5" fmla="*/ 0 h 4"/>
                  <a:gd name="T6" fmla="*/ 2003 w 7"/>
                  <a:gd name="T7" fmla="*/ 783 h 4"/>
                  <a:gd name="T8" fmla="*/ 0 w 7"/>
                  <a:gd name="T9" fmla="*/ 98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0" name="Freeform 2029">
                <a:extLst>
                  <a:ext uri="{FF2B5EF4-FFF2-40B4-BE49-F238E27FC236}">
                    <a16:creationId xmlns:a16="http://schemas.microsoft.com/office/drawing/2014/main" id="{A836944E-2986-4D4A-A1E9-228EC784A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891"/>
                <a:ext cx="38" cy="10"/>
              </a:xfrm>
              <a:custGeom>
                <a:avLst/>
                <a:gdLst>
                  <a:gd name="T0" fmla="*/ 327 w 15"/>
                  <a:gd name="T1" fmla="*/ 313 h 4"/>
                  <a:gd name="T2" fmla="*/ 2098 w 15"/>
                  <a:gd name="T3" fmla="*/ 0 h 4"/>
                  <a:gd name="T4" fmla="*/ 3955 w 15"/>
                  <a:gd name="T5" fmla="*/ 0 h 4"/>
                  <a:gd name="T6" fmla="*/ 3466 w 15"/>
                  <a:gd name="T7" fmla="*/ 783 h 4"/>
                  <a:gd name="T8" fmla="*/ 1900 w 15"/>
                  <a:gd name="T9" fmla="*/ 783 h 4"/>
                  <a:gd name="T10" fmla="*/ 0 w 15"/>
                  <a:gd name="T11" fmla="*/ 988 h 4"/>
                  <a:gd name="T12" fmla="*/ 327 w 15"/>
                  <a:gd name="T13" fmla="*/ 313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">
                    <a:moveTo>
                      <a:pt x="1" y="1"/>
                    </a:moveTo>
                    <a:cubicBezTo>
                      <a:pt x="2" y="0"/>
                      <a:pt x="6" y="0"/>
                      <a:pt x="8" y="0"/>
                    </a:cubicBezTo>
                    <a:cubicBezTo>
                      <a:pt x="11" y="0"/>
                      <a:pt x="15" y="1"/>
                      <a:pt x="15" y="0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4"/>
                      <a:pt x="10" y="3"/>
                      <a:pt x="7" y="3"/>
                    </a:cubicBezTo>
                    <a:cubicBezTo>
                      <a:pt x="3" y="3"/>
                      <a:pt x="0" y="4"/>
                      <a:pt x="0" y="4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1" name="Freeform 2030">
                <a:extLst>
                  <a:ext uri="{FF2B5EF4-FFF2-40B4-BE49-F238E27FC236}">
                    <a16:creationId xmlns:a16="http://schemas.microsoft.com/office/drawing/2014/main" id="{764F2481-82CE-4FFB-B48C-5BADE88E5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1904"/>
                <a:ext cx="35" cy="11"/>
              </a:xfrm>
              <a:custGeom>
                <a:avLst/>
                <a:gdLst>
                  <a:gd name="T0" fmla="*/ 520 w 14"/>
                  <a:gd name="T1" fmla="*/ 462 h 4"/>
                  <a:gd name="T2" fmla="*/ 1958 w 14"/>
                  <a:gd name="T3" fmla="*/ 0 h 4"/>
                  <a:gd name="T4" fmla="*/ 3438 w 14"/>
                  <a:gd name="T5" fmla="*/ 0 h 4"/>
                  <a:gd name="T6" fmla="*/ 3250 w 14"/>
                  <a:gd name="T7" fmla="*/ 1271 h 4"/>
                  <a:gd name="T8" fmla="*/ 1770 w 14"/>
                  <a:gd name="T9" fmla="*/ 1271 h 4"/>
                  <a:gd name="T10" fmla="*/ 0 w 14"/>
                  <a:gd name="T11" fmla="*/ 1724 h 4"/>
                  <a:gd name="T12" fmla="*/ 520 w 14"/>
                  <a:gd name="T13" fmla="*/ 46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">
                    <a:moveTo>
                      <a:pt x="2" y="1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10" y="0"/>
                      <a:pt x="14" y="0"/>
                      <a:pt x="14" y="0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4"/>
                      <a:pt x="9" y="3"/>
                      <a:pt x="7" y="3"/>
                    </a:cubicBezTo>
                    <a:cubicBezTo>
                      <a:pt x="3" y="3"/>
                      <a:pt x="1" y="3"/>
                      <a:pt x="0" y="4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2" name="Freeform 2031">
                <a:extLst>
                  <a:ext uri="{FF2B5EF4-FFF2-40B4-BE49-F238E27FC236}">
                    <a16:creationId xmlns:a16="http://schemas.microsoft.com/office/drawing/2014/main" id="{24968077-25E6-496F-8651-616339FCD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877"/>
                <a:ext cx="18" cy="24"/>
              </a:xfrm>
              <a:custGeom>
                <a:avLst/>
                <a:gdLst>
                  <a:gd name="T0" fmla="*/ 0 w 7"/>
                  <a:gd name="T1" fmla="*/ 0 h 9"/>
                  <a:gd name="T2" fmla="*/ 2003 w 7"/>
                  <a:gd name="T3" fmla="*/ 1763 h 9"/>
                  <a:gd name="T4" fmla="*/ 1700 w 7"/>
                  <a:gd name="T5" fmla="*/ 2184 h 9"/>
                  <a:gd name="T6" fmla="*/ 1448 w 7"/>
                  <a:gd name="T7" fmla="*/ 3243 h 9"/>
                  <a:gd name="T8" fmla="*/ 0 w 7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6"/>
                      <a:pt x="6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7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3" name="Freeform 2032">
                <a:extLst>
                  <a:ext uri="{FF2B5EF4-FFF2-40B4-BE49-F238E27FC236}">
                    <a16:creationId xmlns:a16="http://schemas.microsoft.com/office/drawing/2014/main" id="{D71EA804-CDC5-4884-8317-516C91B39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1877"/>
                <a:ext cx="25" cy="35"/>
              </a:xfrm>
              <a:custGeom>
                <a:avLst/>
                <a:gdLst>
                  <a:gd name="T0" fmla="*/ 1488 w 10"/>
                  <a:gd name="T1" fmla="*/ 4935 h 13"/>
                  <a:gd name="T2" fmla="*/ 313 w 10"/>
                  <a:gd name="T3" fmla="*/ 1152 h 13"/>
                  <a:gd name="T4" fmla="*/ 783 w 10"/>
                  <a:gd name="T5" fmla="*/ 0 h 13"/>
                  <a:gd name="T6" fmla="*/ 1958 w 10"/>
                  <a:gd name="T7" fmla="*/ 3842 h 13"/>
                  <a:gd name="T8" fmla="*/ 1488 w 10"/>
                  <a:gd name="T9" fmla="*/ 49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6" y="13"/>
                    </a:moveTo>
                    <a:cubicBezTo>
                      <a:pt x="8" y="11"/>
                      <a:pt x="0" y="3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0" y="8"/>
                      <a:pt x="8" y="10"/>
                    </a:cubicBezTo>
                    <a:lnTo>
                      <a:pt x="6" y="1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4" name="Freeform 2033">
                <a:extLst>
                  <a:ext uri="{FF2B5EF4-FFF2-40B4-BE49-F238E27FC236}">
                    <a16:creationId xmlns:a16="http://schemas.microsoft.com/office/drawing/2014/main" id="{98F19F1E-DD27-49AB-88AA-9E07DB048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917"/>
                <a:ext cx="35" cy="16"/>
              </a:xfrm>
              <a:custGeom>
                <a:avLst/>
                <a:gdLst>
                  <a:gd name="T0" fmla="*/ 313 w 14"/>
                  <a:gd name="T1" fmla="*/ 1059 h 6"/>
                  <a:gd name="T2" fmla="*/ 1770 w 14"/>
                  <a:gd name="T3" fmla="*/ 397 h 6"/>
                  <a:gd name="T4" fmla="*/ 3438 w 14"/>
                  <a:gd name="T5" fmla="*/ 0 h 6"/>
                  <a:gd name="T6" fmla="*/ 3250 w 14"/>
                  <a:gd name="T7" fmla="*/ 1059 h 6"/>
                  <a:gd name="T8" fmla="*/ 1770 w 14"/>
                  <a:gd name="T9" fmla="*/ 1459 h 6"/>
                  <a:gd name="T10" fmla="*/ 0 w 14"/>
                  <a:gd name="T11" fmla="*/ 2184 h 6"/>
                  <a:gd name="T12" fmla="*/ 313 w 14"/>
                  <a:gd name="T13" fmla="*/ 105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1" y="3"/>
                    </a:moveTo>
                    <a:cubicBezTo>
                      <a:pt x="1" y="3"/>
                      <a:pt x="5" y="1"/>
                      <a:pt x="7" y="1"/>
                    </a:cubicBezTo>
                    <a:cubicBezTo>
                      <a:pt x="10" y="1"/>
                      <a:pt x="14" y="0"/>
                      <a:pt x="14" y="0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4"/>
                      <a:pt x="9" y="4"/>
                      <a:pt x="7" y="4"/>
                    </a:cubicBezTo>
                    <a:cubicBezTo>
                      <a:pt x="3" y="5"/>
                      <a:pt x="0" y="6"/>
                      <a:pt x="0" y="6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5" name="Freeform 2034">
                <a:extLst>
                  <a:ext uri="{FF2B5EF4-FFF2-40B4-BE49-F238E27FC236}">
                    <a16:creationId xmlns:a16="http://schemas.microsoft.com/office/drawing/2014/main" id="{5DAAB1E5-DAC1-433D-808F-6EA7765D6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931"/>
                <a:ext cx="33" cy="18"/>
              </a:xfrm>
              <a:custGeom>
                <a:avLst/>
                <a:gdLst>
                  <a:gd name="T0" fmla="*/ 327 w 13"/>
                  <a:gd name="T1" fmla="*/ 918 h 7"/>
                  <a:gd name="T2" fmla="*/ 1914 w 13"/>
                  <a:gd name="T3" fmla="*/ 357 h 7"/>
                  <a:gd name="T4" fmla="*/ 3485 w 13"/>
                  <a:gd name="T5" fmla="*/ 0 h 7"/>
                  <a:gd name="T6" fmla="*/ 3158 w 13"/>
                  <a:gd name="T7" fmla="*/ 918 h 7"/>
                  <a:gd name="T8" fmla="*/ 1571 w 13"/>
                  <a:gd name="T9" fmla="*/ 1137 h 7"/>
                  <a:gd name="T10" fmla="*/ 0 w 13"/>
                  <a:gd name="T11" fmla="*/ 2003 h 7"/>
                  <a:gd name="T12" fmla="*/ 327 w 13"/>
                  <a:gd name="T13" fmla="*/ 91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1" y="3"/>
                    </a:moveTo>
                    <a:cubicBezTo>
                      <a:pt x="2" y="2"/>
                      <a:pt x="4" y="1"/>
                      <a:pt x="7" y="1"/>
                    </a:cubicBezTo>
                    <a:cubicBezTo>
                      <a:pt x="9" y="1"/>
                      <a:pt x="13" y="0"/>
                      <a:pt x="13" y="0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9" y="4"/>
                      <a:pt x="6" y="4"/>
                    </a:cubicBezTo>
                    <a:cubicBezTo>
                      <a:pt x="2" y="5"/>
                      <a:pt x="0" y="6"/>
                      <a:pt x="0" y="7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6" name="Freeform 2035">
                <a:extLst>
                  <a:ext uri="{FF2B5EF4-FFF2-40B4-BE49-F238E27FC236}">
                    <a16:creationId xmlns:a16="http://schemas.microsoft.com/office/drawing/2014/main" id="{C2DD0BD0-51C6-4872-9171-A3180FEAA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1893"/>
                <a:ext cx="25" cy="35"/>
              </a:xfrm>
              <a:custGeom>
                <a:avLst/>
                <a:gdLst>
                  <a:gd name="T0" fmla="*/ 1770 w 10"/>
                  <a:gd name="T1" fmla="*/ 4935 h 13"/>
                  <a:gd name="T2" fmla="*/ 313 w 10"/>
                  <a:gd name="T3" fmla="*/ 1152 h 13"/>
                  <a:gd name="T4" fmla="*/ 783 w 10"/>
                  <a:gd name="T5" fmla="*/ 0 h 13"/>
                  <a:gd name="T6" fmla="*/ 2270 w 10"/>
                  <a:gd name="T7" fmla="*/ 3842 h 13"/>
                  <a:gd name="T8" fmla="*/ 1770 w 10"/>
                  <a:gd name="T9" fmla="*/ 49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7" y="13"/>
                    </a:moveTo>
                    <a:cubicBezTo>
                      <a:pt x="9" y="11"/>
                      <a:pt x="0" y="4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0" y="7"/>
                      <a:pt x="9" y="10"/>
                    </a:cubicBezTo>
                    <a:lnTo>
                      <a:pt x="7" y="1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7" name="Freeform 2036">
                <a:extLst>
                  <a:ext uri="{FF2B5EF4-FFF2-40B4-BE49-F238E27FC236}">
                    <a16:creationId xmlns:a16="http://schemas.microsoft.com/office/drawing/2014/main" id="{92F50C78-9527-4297-8910-F3B172EDA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1907"/>
                <a:ext cx="25" cy="32"/>
              </a:xfrm>
              <a:custGeom>
                <a:avLst/>
                <a:gdLst>
                  <a:gd name="T0" fmla="*/ 1770 w 10"/>
                  <a:gd name="T1" fmla="*/ 4301 h 12"/>
                  <a:gd name="T2" fmla="*/ 0 w 10"/>
                  <a:gd name="T3" fmla="*/ 1059 h 12"/>
                  <a:gd name="T4" fmla="*/ 520 w 10"/>
                  <a:gd name="T5" fmla="*/ 0 h 12"/>
                  <a:gd name="T6" fmla="*/ 1958 w 10"/>
                  <a:gd name="T7" fmla="*/ 3640 h 12"/>
                  <a:gd name="T8" fmla="*/ 1770 w 10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7" y="12"/>
                    </a:moveTo>
                    <a:cubicBezTo>
                      <a:pt x="8" y="10"/>
                      <a:pt x="0" y="4"/>
                      <a:pt x="0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0" y="7"/>
                      <a:pt x="8" y="10"/>
                    </a:cubicBezTo>
                    <a:lnTo>
                      <a:pt x="7" y="1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8" name="Freeform 2037">
                <a:extLst>
                  <a:ext uri="{FF2B5EF4-FFF2-40B4-BE49-F238E27FC236}">
                    <a16:creationId xmlns:a16="http://schemas.microsoft.com/office/drawing/2014/main" id="{DF430309-4B09-405D-817C-CACDBA9E2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947"/>
                <a:ext cx="33" cy="24"/>
              </a:xfrm>
              <a:custGeom>
                <a:avLst/>
                <a:gdLst>
                  <a:gd name="T0" fmla="*/ 0 w 13"/>
                  <a:gd name="T1" fmla="*/ 1763 h 9"/>
                  <a:gd name="T2" fmla="*/ 1914 w 13"/>
                  <a:gd name="T3" fmla="*/ 661 h 9"/>
                  <a:gd name="T4" fmla="*/ 3485 w 13"/>
                  <a:gd name="T5" fmla="*/ 0 h 9"/>
                  <a:gd name="T6" fmla="*/ 3158 w 13"/>
                  <a:gd name="T7" fmla="*/ 1059 h 9"/>
                  <a:gd name="T8" fmla="*/ 1914 w 13"/>
                  <a:gd name="T9" fmla="*/ 1763 h 9"/>
                  <a:gd name="T10" fmla="*/ 0 w 13"/>
                  <a:gd name="T11" fmla="*/ 3243 h 9"/>
                  <a:gd name="T12" fmla="*/ 0 w 13"/>
                  <a:gd name="T13" fmla="*/ 176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0" y="5"/>
                    </a:moveTo>
                    <a:cubicBezTo>
                      <a:pt x="1" y="4"/>
                      <a:pt x="4" y="3"/>
                      <a:pt x="7" y="2"/>
                    </a:cubicBezTo>
                    <a:cubicBezTo>
                      <a:pt x="9" y="1"/>
                      <a:pt x="13" y="0"/>
                      <a:pt x="13" y="0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9" y="5"/>
                      <a:pt x="7" y="5"/>
                    </a:cubicBezTo>
                    <a:cubicBezTo>
                      <a:pt x="3" y="6"/>
                      <a:pt x="0" y="8"/>
                      <a:pt x="0" y="9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9" name="Freeform 2038">
                <a:extLst>
                  <a:ext uri="{FF2B5EF4-FFF2-40B4-BE49-F238E27FC236}">
                    <a16:creationId xmlns:a16="http://schemas.microsoft.com/office/drawing/2014/main" id="{63DB721A-2469-4509-8741-2FEA6D6E9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960"/>
                <a:ext cx="33" cy="24"/>
              </a:xfrm>
              <a:custGeom>
                <a:avLst/>
                <a:gdLst>
                  <a:gd name="T0" fmla="*/ 327 w 13"/>
                  <a:gd name="T1" fmla="*/ 2184 h 9"/>
                  <a:gd name="T2" fmla="*/ 1914 w 13"/>
                  <a:gd name="T3" fmla="*/ 661 h 9"/>
                  <a:gd name="T4" fmla="*/ 3485 w 13"/>
                  <a:gd name="T5" fmla="*/ 0 h 9"/>
                  <a:gd name="T6" fmla="*/ 3158 w 13"/>
                  <a:gd name="T7" fmla="*/ 1459 h 9"/>
                  <a:gd name="T8" fmla="*/ 1914 w 13"/>
                  <a:gd name="T9" fmla="*/ 2184 h 9"/>
                  <a:gd name="T10" fmla="*/ 0 w 13"/>
                  <a:gd name="T11" fmla="*/ 3243 h 9"/>
                  <a:gd name="T12" fmla="*/ 327 w 13"/>
                  <a:gd name="T13" fmla="*/ 218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1" y="6"/>
                    </a:moveTo>
                    <a:cubicBezTo>
                      <a:pt x="1" y="4"/>
                      <a:pt x="4" y="3"/>
                      <a:pt x="7" y="2"/>
                    </a:cubicBezTo>
                    <a:cubicBezTo>
                      <a:pt x="9" y="2"/>
                      <a:pt x="13" y="1"/>
                      <a:pt x="13" y="0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9" y="5"/>
                      <a:pt x="7" y="6"/>
                    </a:cubicBezTo>
                    <a:cubicBezTo>
                      <a:pt x="3" y="7"/>
                      <a:pt x="0" y="8"/>
                      <a:pt x="0" y="9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0" name="Freeform 2039">
                <a:extLst>
                  <a:ext uri="{FF2B5EF4-FFF2-40B4-BE49-F238E27FC236}">
                    <a16:creationId xmlns:a16="http://schemas.microsoft.com/office/drawing/2014/main" id="{022703BD-181B-4195-A4D2-78419E2FE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925"/>
                <a:ext cx="27" cy="32"/>
              </a:xfrm>
              <a:custGeom>
                <a:avLst/>
                <a:gdLst>
                  <a:gd name="T0" fmla="*/ 1964 w 11"/>
                  <a:gd name="T1" fmla="*/ 4301 h 12"/>
                  <a:gd name="T2" fmla="*/ 174 w 11"/>
                  <a:gd name="T3" fmla="*/ 1059 h 12"/>
                  <a:gd name="T4" fmla="*/ 427 w 11"/>
                  <a:gd name="T5" fmla="*/ 0 h 12"/>
                  <a:gd name="T6" fmla="*/ 2216 w 11"/>
                  <a:gd name="T7" fmla="*/ 3243 h 12"/>
                  <a:gd name="T8" fmla="*/ 1964 w 11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9" y="12"/>
                    </a:moveTo>
                    <a:cubicBezTo>
                      <a:pt x="10" y="10"/>
                      <a:pt x="0" y="4"/>
                      <a:pt x="1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1" y="6"/>
                      <a:pt x="10" y="9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1" name="Freeform 2040">
                <a:extLst>
                  <a:ext uri="{FF2B5EF4-FFF2-40B4-BE49-F238E27FC236}">
                    <a16:creationId xmlns:a16="http://schemas.microsoft.com/office/drawing/2014/main" id="{809DB3BC-9CFA-49FC-AA3B-351D77662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939"/>
                <a:ext cx="25" cy="32"/>
              </a:xfrm>
              <a:custGeom>
                <a:avLst/>
                <a:gdLst>
                  <a:gd name="T0" fmla="*/ 1958 w 10"/>
                  <a:gd name="T1" fmla="*/ 4301 h 12"/>
                  <a:gd name="T2" fmla="*/ 0 w 10"/>
                  <a:gd name="T3" fmla="*/ 1059 h 12"/>
                  <a:gd name="T4" fmla="*/ 313 w 10"/>
                  <a:gd name="T5" fmla="*/ 0 h 12"/>
                  <a:gd name="T6" fmla="*/ 2270 w 10"/>
                  <a:gd name="T7" fmla="*/ 3243 h 12"/>
                  <a:gd name="T8" fmla="*/ 1958 w 10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8" y="12"/>
                    </a:moveTo>
                    <a:cubicBezTo>
                      <a:pt x="9" y="10"/>
                      <a:pt x="0" y="4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0" y="6"/>
                      <a:pt x="9" y="9"/>
                    </a:cubicBez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2" name="Freeform 2041">
                <a:extLst>
                  <a:ext uri="{FF2B5EF4-FFF2-40B4-BE49-F238E27FC236}">
                    <a16:creationId xmlns:a16="http://schemas.microsoft.com/office/drawing/2014/main" id="{04C450E5-388F-4EA0-A4B2-A612DDCFE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979"/>
                <a:ext cx="28" cy="29"/>
              </a:xfrm>
              <a:custGeom>
                <a:avLst/>
                <a:gdLst>
                  <a:gd name="T0" fmla="*/ 0 w 11"/>
                  <a:gd name="T1" fmla="*/ 2273 h 11"/>
                  <a:gd name="T2" fmla="*/ 1601 w 11"/>
                  <a:gd name="T3" fmla="*/ 625 h 11"/>
                  <a:gd name="T4" fmla="*/ 2986 w 11"/>
                  <a:gd name="T5" fmla="*/ 0 h 11"/>
                  <a:gd name="T6" fmla="*/ 2986 w 11"/>
                  <a:gd name="T7" fmla="*/ 1007 h 11"/>
                  <a:gd name="T8" fmla="*/ 1601 w 11"/>
                  <a:gd name="T9" fmla="*/ 2035 h 11"/>
                  <a:gd name="T10" fmla="*/ 0 w 11"/>
                  <a:gd name="T11" fmla="*/ 3662 h 11"/>
                  <a:gd name="T12" fmla="*/ 0 w 11"/>
                  <a:gd name="T13" fmla="*/ 2273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0" y="6"/>
                      <a:pt x="3" y="4"/>
                      <a:pt x="6" y="2"/>
                    </a:cubicBezTo>
                    <a:cubicBezTo>
                      <a:pt x="8" y="1"/>
                      <a:pt x="11" y="0"/>
                      <a:pt x="11" y="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8" y="5"/>
                      <a:pt x="6" y="6"/>
                    </a:cubicBezTo>
                    <a:cubicBezTo>
                      <a:pt x="3" y="7"/>
                      <a:pt x="0" y="10"/>
                      <a:pt x="0" y="11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3" name="Freeform 2042">
                <a:extLst>
                  <a:ext uri="{FF2B5EF4-FFF2-40B4-BE49-F238E27FC236}">
                    <a16:creationId xmlns:a16="http://schemas.microsoft.com/office/drawing/2014/main" id="{D0847C7F-487E-4A37-90D4-099F105A7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992"/>
                <a:ext cx="30" cy="29"/>
              </a:xfrm>
              <a:custGeom>
                <a:avLst/>
                <a:gdLst>
                  <a:gd name="T0" fmla="*/ 313 w 12"/>
                  <a:gd name="T1" fmla="*/ 2273 h 11"/>
                  <a:gd name="T2" fmla="*/ 1488 w 12"/>
                  <a:gd name="T3" fmla="*/ 625 h 11"/>
                  <a:gd name="T4" fmla="*/ 2938 w 12"/>
                  <a:gd name="T5" fmla="*/ 0 h 11"/>
                  <a:gd name="T6" fmla="*/ 2738 w 12"/>
                  <a:gd name="T7" fmla="*/ 1007 h 11"/>
                  <a:gd name="T8" fmla="*/ 1770 w 12"/>
                  <a:gd name="T9" fmla="*/ 2035 h 11"/>
                  <a:gd name="T10" fmla="*/ 0 w 12"/>
                  <a:gd name="T11" fmla="*/ 3662 h 11"/>
                  <a:gd name="T12" fmla="*/ 313 w 12"/>
                  <a:gd name="T13" fmla="*/ 2273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1" y="7"/>
                    </a:moveTo>
                    <a:cubicBezTo>
                      <a:pt x="1" y="6"/>
                      <a:pt x="4" y="4"/>
                      <a:pt x="6" y="2"/>
                    </a:cubicBezTo>
                    <a:cubicBezTo>
                      <a:pt x="8" y="1"/>
                      <a:pt x="12" y="0"/>
                      <a:pt x="12" y="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9" y="5"/>
                      <a:pt x="7" y="6"/>
                    </a:cubicBezTo>
                    <a:cubicBezTo>
                      <a:pt x="3" y="7"/>
                      <a:pt x="0" y="10"/>
                      <a:pt x="0" y="11"/>
                    </a:cubicBez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4" name="Freeform 2043">
                <a:extLst>
                  <a:ext uri="{FF2B5EF4-FFF2-40B4-BE49-F238E27FC236}">
                    <a16:creationId xmlns:a16="http://schemas.microsoft.com/office/drawing/2014/main" id="{33E1B79D-F500-45E7-A58A-E61A84F68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960"/>
                <a:ext cx="25" cy="27"/>
              </a:xfrm>
              <a:custGeom>
                <a:avLst/>
                <a:gdLst>
                  <a:gd name="T0" fmla="*/ 2270 w 10"/>
                  <a:gd name="T1" fmla="*/ 3877 h 10"/>
                  <a:gd name="T2" fmla="*/ 0 w 10"/>
                  <a:gd name="T3" fmla="*/ 1158 h 10"/>
                  <a:gd name="T4" fmla="*/ 0 w 10"/>
                  <a:gd name="T5" fmla="*/ 0 h 10"/>
                  <a:gd name="T6" fmla="*/ 2470 w 10"/>
                  <a:gd name="T7" fmla="*/ 2719 h 10"/>
                  <a:gd name="T8" fmla="*/ 2270 w 10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10"/>
                    </a:moveTo>
                    <a:cubicBezTo>
                      <a:pt x="10" y="8"/>
                      <a:pt x="0" y="4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0" y="4"/>
                      <a:pt x="10" y="7"/>
                    </a:cubicBezTo>
                    <a:lnTo>
                      <a:pt x="9" y="1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5" name="Freeform 2044">
                <a:extLst>
                  <a:ext uri="{FF2B5EF4-FFF2-40B4-BE49-F238E27FC236}">
                    <a16:creationId xmlns:a16="http://schemas.microsoft.com/office/drawing/2014/main" id="{220DD727-3603-42D2-937C-6F5C0F1D2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973"/>
                <a:ext cx="30" cy="30"/>
              </a:xfrm>
              <a:custGeom>
                <a:avLst/>
                <a:gdLst>
                  <a:gd name="T0" fmla="*/ 2738 w 12"/>
                  <a:gd name="T1" fmla="*/ 4544 h 11"/>
                  <a:gd name="T2" fmla="*/ 313 w 12"/>
                  <a:gd name="T3" fmla="*/ 1666 h 11"/>
                  <a:gd name="T4" fmla="*/ 520 w 12"/>
                  <a:gd name="T5" fmla="*/ 0 h 11"/>
                  <a:gd name="T6" fmla="*/ 2938 w 12"/>
                  <a:gd name="T7" fmla="*/ 3325 h 11"/>
                  <a:gd name="T8" fmla="*/ 2738 w 12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1" y="11"/>
                    </a:moveTo>
                    <a:cubicBezTo>
                      <a:pt x="12" y="8"/>
                      <a:pt x="0" y="5"/>
                      <a:pt x="1" y="4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2" y="5"/>
                      <a:pt x="12" y="8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6" name="Freeform 2045">
                <a:extLst>
                  <a:ext uri="{FF2B5EF4-FFF2-40B4-BE49-F238E27FC236}">
                    <a16:creationId xmlns:a16="http://schemas.microsoft.com/office/drawing/2014/main" id="{06FD1D7A-117A-4138-B2C4-974348CE8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885"/>
                <a:ext cx="12" cy="22"/>
              </a:xfrm>
              <a:custGeom>
                <a:avLst/>
                <a:gdLst>
                  <a:gd name="T0" fmla="*/ 967 w 5"/>
                  <a:gd name="T1" fmla="*/ 3495 h 8"/>
                  <a:gd name="T2" fmla="*/ 403 w 5"/>
                  <a:gd name="T3" fmla="*/ 976 h 8"/>
                  <a:gd name="T4" fmla="*/ 0 w 5"/>
                  <a:gd name="T5" fmla="*/ 0 h 8"/>
                  <a:gd name="T6" fmla="*/ 0 w 5"/>
                  <a:gd name="T7" fmla="*/ 0 h 8"/>
                  <a:gd name="T8" fmla="*/ 564 w 5"/>
                  <a:gd name="T9" fmla="*/ 1271 h 8"/>
                  <a:gd name="T10" fmla="*/ 967 w 5"/>
                  <a:gd name="T11" fmla="*/ 349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cubicBezTo>
                      <a:pt x="4" y="6"/>
                      <a:pt x="3" y="4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3"/>
                    </a:cubicBezTo>
                    <a:cubicBezTo>
                      <a:pt x="4" y="5"/>
                      <a:pt x="4" y="6"/>
                      <a:pt x="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7" name="Freeform 2046">
                <a:extLst>
                  <a:ext uri="{FF2B5EF4-FFF2-40B4-BE49-F238E27FC236}">
                    <a16:creationId xmlns:a16="http://schemas.microsoft.com/office/drawing/2014/main" id="{1346C526-2505-4EF9-AD63-A427B205F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901"/>
                <a:ext cx="15" cy="19"/>
              </a:xfrm>
              <a:custGeom>
                <a:avLst/>
                <a:gdLst>
                  <a:gd name="T0" fmla="*/ 1488 w 6"/>
                  <a:gd name="T1" fmla="*/ 2823 h 7"/>
                  <a:gd name="T2" fmla="*/ 520 w 6"/>
                  <a:gd name="T3" fmla="*/ 760 h 7"/>
                  <a:gd name="T4" fmla="*/ 0 w 6"/>
                  <a:gd name="T5" fmla="*/ 0 h 7"/>
                  <a:gd name="T6" fmla="*/ 0 w 6"/>
                  <a:gd name="T7" fmla="*/ 0 h 7"/>
                  <a:gd name="T8" fmla="*/ 783 w 6"/>
                  <a:gd name="T9" fmla="*/ 1200 h 7"/>
                  <a:gd name="T10" fmla="*/ 1488 w 6"/>
                  <a:gd name="T11" fmla="*/ 282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5" y="6"/>
                      <a:pt x="3" y="4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3"/>
                    </a:cubicBezTo>
                    <a:cubicBezTo>
                      <a:pt x="5" y="5"/>
                      <a:pt x="5" y="6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8" name="Freeform 2047">
                <a:extLst>
                  <a:ext uri="{FF2B5EF4-FFF2-40B4-BE49-F238E27FC236}">
                    <a16:creationId xmlns:a16="http://schemas.microsoft.com/office/drawing/2014/main" id="{C5245991-C950-403E-AEA1-9D11F4500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915"/>
                <a:ext cx="15" cy="18"/>
              </a:xfrm>
              <a:custGeom>
                <a:avLst/>
                <a:gdLst>
                  <a:gd name="T0" fmla="*/ 1488 w 6"/>
                  <a:gd name="T1" fmla="*/ 2003 h 7"/>
                  <a:gd name="T2" fmla="*/ 520 w 6"/>
                  <a:gd name="T3" fmla="*/ 563 h 7"/>
                  <a:gd name="T4" fmla="*/ 0 w 6"/>
                  <a:gd name="T5" fmla="*/ 0 h 7"/>
                  <a:gd name="T6" fmla="*/ 0 w 6"/>
                  <a:gd name="T7" fmla="*/ 0 h 7"/>
                  <a:gd name="T8" fmla="*/ 988 w 6"/>
                  <a:gd name="T9" fmla="*/ 918 h 7"/>
                  <a:gd name="T10" fmla="*/ 1488 w 6"/>
                  <a:gd name="T11" fmla="*/ 200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5" y="6"/>
                      <a:pt x="4" y="4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4" y="3"/>
                    </a:cubicBezTo>
                    <a:cubicBezTo>
                      <a:pt x="5" y="4"/>
                      <a:pt x="5" y="5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9" name="Freeform 2048">
                <a:extLst>
                  <a:ext uri="{FF2B5EF4-FFF2-40B4-BE49-F238E27FC236}">
                    <a16:creationId xmlns:a16="http://schemas.microsoft.com/office/drawing/2014/main" id="{3B6F84E5-9C76-480F-BB14-F2B6DC733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936"/>
                <a:ext cx="17" cy="16"/>
              </a:xfrm>
              <a:custGeom>
                <a:avLst/>
                <a:gdLst>
                  <a:gd name="T0" fmla="*/ 1433 w 7"/>
                  <a:gd name="T1" fmla="*/ 2184 h 6"/>
                  <a:gd name="T2" fmla="*/ 413 w 7"/>
                  <a:gd name="T3" fmla="*/ 661 h 6"/>
                  <a:gd name="T4" fmla="*/ 0 w 7"/>
                  <a:gd name="T5" fmla="*/ 0 h 6"/>
                  <a:gd name="T6" fmla="*/ 0 w 7"/>
                  <a:gd name="T7" fmla="*/ 0 h 6"/>
                  <a:gd name="T8" fmla="*/ 831 w 7"/>
                  <a:gd name="T9" fmla="*/ 661 h 6"/>
                  <a:gd name="T10" fmla="*/ 1433 w 7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6" y="4"/>
                      <a:pt x="4" y="3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4" y="2"/>
                    </a:cubicBezTo>
                    <a:cubicBezTo>
                      <a:pt x="5" y="3"/>
                      <a:pt x="6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0" name="Freeform 2049">
                <a:extLst>
                  <a:ext uri="{FF2B5EF4-FFF2-40B4-BE49-F238E27FC236}">
                    <a16:creationId xmlns:a16="http://schemas.microsoft.com/office/drawing/2014/main" id="{D71BE017-D13F-4264-9798-178823482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949"/>
                <a:ext cx="17" cy="16"/>
              </a:xfrm>
              <a:custGeom>
                <a:avLst/>
                <a:gdLst>
                  <a:gd name="T0" fmla="*/ 1433 w 7"/>
                  <a:gd name="T1" fmla="*/ 2184 h 6"/>
                  <a:gd name="T2" fmla="*/ 413 w 7"/>
                  <a:gd name="T3" fmla="*/ 661 h 6"/>
                  <a:gd name="T4" fmla="*/ 0 w 7"/>
                  <a:gd name="T5" fmla="*/ 0 h 6"/>
                  <a:gd name="T6" fmla="*/ 0 w 7"/>
                  <a:gd name="T7" fmla="*/ 0 h 6"/>
                  <a:gd name="T8" fmla="*/ 831 w 7"/>
                  <a:gd name="T9" fmla="*/ 661 h 6"/>
                  <a:gd name="T10" fmla="*/ 1433 w 7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6" y="4"/>
                      <a:pt x="4" y="3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4" y="2"/>
                    </a:cubicBezTo>
                    <a:cubicBezTo>
                      <a:pt x="6" y="3"/>
                      <a:pt x="6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1" name="Freeform 2050">
                <a:extLst>
                  <a:ext uri="{FF2B5EF4-FFF2-40B4-BE49-F238E27FC236}">
                    <a16:creationId xmlns:a16="http://schemas.microsoft.com/office/drawing/2014/main" id="{C32DA841-7094-43FB-8A60-E7A2D9F53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968"/>
                <a:ext cx="20" cy="13"/>
              </a:xfrm>
              <a:custGeom>
                <a:avLst/>
                <a:gdLst>
                  <a:gd name="T0" fmla="*/ 1770 w 8"/>
                  <a:gd name="T1" fmla="*/ 1547 h 5"/>
                  <a:gd name="T2" fmla="*/ 520 w 8"/>
                  <a:gd name="T3" fmla="*/ 595 h 5"/>
                  <a:gd name="T4" fmla="*/ 0 w 8"/>
                  <a:gd name="T5" fmla="*/ 0 h 5"/>
                  <a:gd name="T6" fmla="*/ 0 w 8"/>
                  <a:gd name="T7" fmla="*/ 0 h 5"/>
                  <a:gd name="T8" fmla="*/ 988 w 8"/>
                  <a:gd name="T9" fmla="*/ 595 h 5"/>
                  <a:gd name="T10" fmla="*/ 1958 w 8"/>
                  <a:gd name="T11" fmla="*/ 1547 h 5"/>
                  <a:gd name="T12" fmla="*/ 1770 w 8"/>
                  <a:gd name="T13" fmla="*/ 1547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7" y="5"/>
                    </a:moveTo>
                    <a:cubicBezTo>
                      <a:pt x="6" y="4"/>
                      <a:pt x="4" y="3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4" y="2"/>
                    </a:cubicBezTo>
                    <a:cubicBezTo>
                      <a:pt x="6" y="3"/>
                      <a:pt x="6" y="4"/>
                      <a:pt x="8" y="5"/>
                    </a:cubicBez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2" name="Freeform 2051">
                <a:extLst>
                  <a:ext uri="{FF2B5EF4-FFF2-40B4-BE49-F238E27FC236}">
                    <a16:creationId xmlns:a16="http://schemas.microsoft.com/office/drawing/2014/main" id="{D6679399-B316-4BA6-B6BD-F6C2981D2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1984"/>
                <a:ext cx="20" cy="13"/>
              </a:xfrm>
              <a:custGeom>
                <a:avLst/>
                <a:gdLst>
                  <a:gd name="T0" fmla="*/ 1958 w 8"/>
                  <a:gd name="T1" fmla="*/ 1547 h 5"/>
                  <a:gd name="T2" fmla="*/ 783 w 8"/>
                  <a:gd name="T3" fmla="*/ 595 h 5"/>
                  <a:gd name="T4" fmla="*/ 0 w 8"/>
                  <a:gd name="T5" fmla="*/ 0 h 5"/>
                  <a:gd name="T6" fmla="*/ 0 w 8"/>
                  <a:gd name="T7" fmla="*/ 0 h 5"/>
                  <a:gd name="T8" fmla="*/ 1300 w 8"/>
                  <a:gd name="T9" fmla="*/ 595 h 5"/>
                  <a:gd name="T10" fmla="*/ 1958 w 8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7" y="4"/>
                      <a:pt x="5" y="3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1"/>
                      <a:pt x="5" y="2"/>
                    </a:cubicBezTo>
                    <a:cubicBezTo>
                      <a:pt x="6" y="3"/>
                      <a:pt x="7" y="4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3" name="Freeform 2052">
                <a:extLst>
                  <a:ext uri="{FF2B5EF4-FFF2-40B4-BE49-F238E27FC236}">
                    <a16:creationId xmlns:a16="http://schemas.microsoft.com/office/drawing/2014/main" id="{ACFC39AE-056A-4C4F-A509-D28ED5134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048"/>
                <a:ext cx="25" cy="32"/>
              </a:xfrm>
              <a:custGeom>
                <a:avLst/>
                <a:gdLst>
                  <a:gd name="T0" fmla="*/ 2470 w 10"/>
                  <a:gd name="T1" fmla="*/ 1459 h 12"/>
                  <a:gd name="T2" fmla="*/ 1300 w 10"/>
                  <a:gd name="T3" fmla="*/ 3243 h 12"/>
                  <a:gd name="T4" fmla="*/ 0 w 10"/>
                  <a:gd name="T5" fmla="*/ 4301 h 12"/>
                  <a:gd name="T6" fmla="*/ 0 w 10"/>
                  <a:gd name="T7" fmla="*/ 3243 h 12"/>
                  <a:gd name="T8" fmla="*/ 988 w 10"/>
                  <a:gd name="T9" fmla="*/ 2184 h 12"/>
                  <a:gd name="T10" fmla="*/ 2470 w 10"/>
                  <a:gd name="T11" fmla="*/ 0 h 12"/>
                  <a:gd name="T12" fmla="*/ 2470 w 10"/>
                  <a:gd name="T13" fmla="*/ 145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10" y="4"/>
                    </a:moveTo>
                    <a:cubicBezTo>
                      <a:pt x="10" y="5"/>
                      <a:pt x="8" y="7"/>
                      <a:pt x="5" y="9"/>
                    </a:cubicBezTo>
                    <a:cubicBezTo>
                      <a:pt x="3" y="10"/>
                      <a:pt x="0" y="12"/>
                      <a:pt x="0" y="12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2" y="7"/>
                      <a:pt x="4" y="6"/>
                    </a:cubicBezTo>
                    <a:cubicBezTo>
                      <a:pt x="8" y="4"/>
                      <a:pt x="10" y="1"/>
                      <a:pt x="10" y="0"/>
                    </a:cubicBez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4" name="Freeform 2053">
                <a:extLst>
                  <a:ext uri="{FF2B5EF4-FFF2-40B4-BE49-F238E27FC236}">
                    <a16:creationId xmlns:a16="http://schemas.microsoft.com/office/drawing/2014/main" id="{EBD075A0-7D4D-40BA-BD50-F138F32E1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045"/>
                <a:ext cx="20" cy="22"/>
              </a:xfrm>
              <a:custGeom>
                <a:avLst/>
                <a:gdLst>
                  <a:gd name="T0" fmla="*/ 1300 w 8"/>
                  <a:gd name="T1" fmla="*/ 1724 h 8"/>
                  <a:gd name="T2" fmla="*/ 0 w 8"/>
                  <a:gd name="T3" fmla="*/ 3495 h 8"/>
                  <a:gd name="T4" fmla="*/ 0 w 8"/>
                  <a:gd name="T5" fmla="*/ 2225 h 8"/>
                  <a:gd name="T6" fmla="*/ 988 w 8"/>
                  <a:gd name="T7" fmla="*/ 462 h 8"/>
                  <a:gd name="T8" fmla="*/ 1488 w 8"/>
                  <a:gd name="T9" fmla="*/ 0 h 8"/>
                  <a:gd name="T10" fmla="*/ 1958 w 8"/>
                  <a:gd name="T11" fmla="*/ 976 h 8"/>
                  <a:gd name="T12" fmla="*/ 1300 w 8"/>
                  <a:gd name="T13" fmla="*/ 1724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5" y="4"/>
                    </a:moveTo>
                    <a:cubicBezTo>
                      <a:pt x="3" y="6"/>
                      <a:pt x="0" y="8"/>
                      <a:pt x="0" y="8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7" y="3"/>
                      <a:pt x="5" y="4"/>
                    </a:cubicBez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5" name="Freeform 2054">
                <a:extLst>
                  <a:ext uri="{FF2B5EF4-FFF2-40B4-BE49-F238E27FC236}">
                    <a16:creationId xmlns:a16="http://schemas.microsoft.com/office/drawing/2014/main" id="{B561BDB8-7AAC-488D-885F-FE9159319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032"/>
                <a:ext cx="8" cy="13"/>
              </a:xfrm>
              <a:custGeom>
                <a:avLst/>
                <a:gdLst>
                  <a:gd name="T0" fmla="*/ 397 w 3"/>
                  <a:gd name="T1" fmla="*/ 1547 h 5"/>
                  <a:gd name="T2" fmla="*/ 0 w 3"/>
                  <a:gd name="T3" fmla="*/ 595 h 5"/>
                  <a:gd name="T4" fmla="*/ 397 w 3"/>
                  <a:gd name="T5" fmla="*/ 0 h 5"/>
                  <a:gd name="T6" fmla="*/ 1059 w 3"/>
                  <a:gd name="T7" fmla="*/ 595 h 5"/>
                  <a:gd name="T8" fmla="*/ 397 w 3"/>
                  <a:gd name="T9" fmla="*/ 154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4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6" name="Freeform 2055">
                <a:extLst>
                  <a:ext uri="{FF2B5EF4-FFF2-40B4-BE49-F238E27FC236}">
                    <a16:creationId xmlns:a16="http://schemas.microsoft.com/office/drawing/2014/main" id="{6E8639F4-02EB-40D6-AF68-3D7C81813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040"/>
                <a:ext cx="28" cy="19"/>
              </a:xfrm>
              <a:custGeom>
                <a:avLst/>
                <a:gdLst>
                  <a:gd name="T0" fmla="*/ 0 w 11"/>
                  <a:gd name="T1" fmla="*/ 0 h 7"/>
                  <a:gd name="T2" fmla="*/ 2986 w 11"/>
                  <a:gd name="T3" fmla="*/ 1620 h 7"/>
                  <a:gd name="T4" fmla="*/ 2986 w 11"/>
                  <a:gd name="T5" fmla="*/ 2823 h 7"/>
                  <a:gd name="T6" fmla="*/ 0 w 11"/>
                  <a:gd name="T7" fmla="*/ 1200 h 7"/>
                  <a:gd name="T8" fmla="*/ 0 w 1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0" y="2"/>
                      <a:pt x="11" y="3"/>
                      <a:pt x="11" y="4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0" y="6"/>
                      <a:pt x="0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7" name="Freeform 2056">
                <a:extLst>
                  <a:ext uri="{FF2B5EF4-FFF2-40B4-BE49-F238E27FC236}">
                    <a16:creationId xmlns:a16="http://schemas.microsoft.com/office/drawing/2014/main" id="{8DF23718-4F09-4BCF-B451-7921A895B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045"/>
                <a:ext cx="23" cy="6"/>
              </a:xfrm>
              <a:custGeom>
                <a:avLst/>
                <a:gdLst>
                  <a:gd name="T0" fmla="*/ 0 w 9"/>
                  <a:gd name="T1" fmla="*/ 0 h 2"/>
                  <a:gd name="T2" fmla="*/ 1620 w 9"/>
                  <a:gd name="T3" fmla="*/ 729 h 2"/>
                  <a:gd name="T4" fmla="*/ 2520 w 9"/>
                  <a:gd name="T5" fmla="*/ 729 h 2"/>
                  <a:gd name="T6" fmla="*/ 2520 w 9"/>
                  <a:gd name="T7" fmla="*/ 1458 h 2"/>
                  <a:gd name="T8" fmla="*/ 1403 w 9"/>
                  <a:gd name="T9" fmla="*/ 729 h 2"/>
                  <a:gd name="T10" fmla="*/ 0 w 9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2" y="0"/>
                      <a:pt x="4" y="1"/>
                      <a:pt x="6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7" y="2"/>
                      <a:pt x="5" y="1"/>
                    </a:cubicBezTo>
                    <a:cubicBezTo>
                      <a:pt x="3" y="1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8" name="Freeform 2057">
                <a:extLst>
                  <a:ext uri="{FF2B5EF4-FFF2-40B4-BE49-F238E27FC236}">
                    <a16:creationId xmlns:a16="http://schemas.microsoft.com/office/drawing/2014/main" id="{0A435FD1-EBB5-4799-92EC-E34197712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123"/>
                <a:ext cx="35" cy="16"/>
              </a:xfrm>
              <a:custGeom>
                <a:avLst/>
                <a:gdLst>
                  <a:gd name="T0" fmla="*/ 3250 w 14"/>
                  <a:gd name="T1" fmla="*/ 1059 h 6"/>
                  <a:gd name="T2" fmla="*/ 1488 w 14"/>
                  <a:gd name="T3" fmla="*/ 1763 h 6"/>
                  <a:gd name="T4" fmla="*/ 0 w 14"/>
                  <a:gd name="T5" fmla="*/ 2184 h 6"/>
                  <a:gd name="T6" fmla="*/ 0 w 14"/>
                  <a:gd name="T7" fmla="*/ 1059 h 6"/>
                  <a:gd name="T8" fmla="*/ 1770 w 14"/>
                  <a:gd name="T9" fmla="*/ 661 h 6"/>
                  <a:gd name="T10" fmla="*/ 3438 w 14"/>
                  <a:gd name="T11" fmla="*/ 0 h 6"/>
                  <a:gd name="T12" fmla="*/ 3250 w 14"/>
                  <a:gd name="T13" fmla="*/ 105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13" y="3"/>
                    </a:moveTo>
                    <a:cubicBezTo>
                      <a:pt x="12" y="4"/>
                      <a:pt x="9" y="5"/>
                      <a:pt x="6" y="5"/>
                    </a:cubicBezTo>
                    <a:cubicBezTo>
                      <a:pt x="4" y="6"/>
                      <a:pt x="0" y="6"/>
                      <a:pt x="0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4" y="2"/>
                      <a:pt x="7" y="2"/>
                    </a:cubicBezTo>
                    <a:cubicBezTo>
                      <a:pt x="11" y="2"/>
                      <a:pt x="14" y="1"/>
                      <a:pt x="14" y="0"/>
                    </a:cubicBez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9" name="Freeform 2058">
                <a:extLst>
                  <a:ext uri="{FF2B5EF4-FFF2-40B4-BE49-F238E27FC236}">
                    <a16:creationId xmlns:a16="http://schemas.microsoft.com/office/drawing/2014/main" id="{5EF1BF9D-8CF3-4C17-9FB0-5927CC315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109"/>
                <a:ext cx="35" cy="16"/>
              </a:xfrm>
              <a:custGeom>
                <a:avLst/>
                <a:gdLst>
                  <a:gd name="T0" fmla="*/ 3250 w 14"/>
                  <a:gd name="T1" fmla="*/ 1059 h 6"/>
                  <a:gd name="T2" fmla="*/ 1770 w 14"/>
                  <a:gd name="T3" fmla="*/ 2184 h 6"/>
                  <a:gd name="T4" fmla="*/ 0 w 14"/>
                  <a:gd name="T5" fmla="*/ 2184 h 6"/>
                  <a:gd name="T6" fmla="*/ 520 w 14"/>
                  <a:gd name="T7" fmla="*/ 1059 h 6"/>
                  <a:gd name="T8" fmla="*/ 1958 w 14"/>
                  <a:gd name="T9" fmla="*/ 661 h 6"/>
                  <a:gd name="T10" fmla="*/ 3438 w 14"/>
                  <a:gd name="T11" fmla="*/ 0 h 6"/>
                  <a:gd name="T12" fmla="*/ 3250 w 14"/>
                  <a:gd name="T13" fmla="*/ 105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13" y="3"/>
                    </a:moveTo>
                    <a:cubicBezTo>
                      <a:pt x="12" y="5"/>
                      <a:pt x="10" y="5"/>
                      <a:pt x="7" y="6"/>
                    </a:cubicBezTo>
                    <a:cubicBezTo>
                      <a:pt x="5" y="6"/>
                      <a:pt x="1" y="6"/>
                      <a:pt x="0" y="6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5" y="2"/>
                      <a:pt x="8" y="2"/>
                    </a:cubicBezTo>
                    <a:cubicBezTo>
                      <a:pt x="12" y="2"/>
                      <a:pt x="14" y="1"/>
                      <a:pt x="14" y="0"/>
                    </a:cubicBez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0" name="Freeform 2059">
                <a:extLst>
                  <a:ext uri="{FF2B5EF4-FFF2-40B4-BE49-F238E27FC236}">
                    <a16:creationId xmlns:a16="http://schemas.microsoft.com/office/drawing/2014/main" id="{F2221F1B-4C28-43B4-95F3-5BB6B8530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088"/>
                <a:ext cx="30" cy="19"/>
              </a:xfrm>
              <a:custGeom>
                <a:avLst/>
                <a:gdLst>
                  <a:gd name="T0" fmla="*/ 2738 w 12"/>
                  <a:gd name="T1" fmla="*/ 1200 h 7"/>
                  <a:gd name="T2" fmla="*/ 1488 w 12"/>
                  <a:gd name="T3" fmla="*/ 2063 h 7"/>
                  <a:gd name="T4" fmla="*/ 0 w 12"/>
                  <a:gd name="T5" fmla="*/ 2823 h 7"/>
                  <a:gd name="T6" fmla="*/ 313 w 12"/>
                  <a:gd name="T7" fmla="*/ 1620 h 7"/>
                  <a:gd name="T8" fmla="*/ 1488 w 12"/>
                  <a:gd name="T9" fmla="*/ 760 h 7"/>
                  <a:gd name="T10" fmla="*/ 2938 w 12"/>
                  <a:gd name="T11" fmla="*/ 0 h 7"/>
                  <a:gd name="T12" fmla="*/ 2738 w 12"/>
                  <a:gd name="T13" fmla="*/ 120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1" y="3"/>
                    </a:moveTo>
                    <a:cubicBezTo>
                      <a:pt x="11" y="4"/>
                      <a:pt x="9" y="5"/>
                      <a:pt x="6" y="5"/>
                    </a:cubicBezTo>
                    <a:cubicBezTo>
                      <a:pt x="4" y="6"/>
                      <a:pt x="0" y="7"/>
                      <a:pt x="0" y="7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4" y="3"/>
                      <a:pt x="6" y="2"/>
                    </a:cubicBezTo>
                    <a:cubicBezTo>
                      <a:pt x="10" y="1"/>
                      <a:pt x="12" y="1"/>
                      <a:pt x="12" y="0"/>
                    </a:cubicBez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1" name="Freeform 2060">
                <a:extLst>
                  <a:ext uri="{FF2B5EF4-FFF2-40B4-BE49-F238E27FC236}">
                    <a16:creationId xmlns:a16="http://schemas.microsoft.com/office/drawing/2014/main" id="{A8307CE9-5136-4EB8-BA03-9720D2DB1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069"/>
                <a:ext cx="30" cy="27"/>
              </a:xfrm>
              <a:custGeom>
                <a:avLst/>
                <a:gdLst>
                  <a:gd name="T0" fmla="*/ 2938 w 12"/>
                  <a:gd name="T1" fmla="*/ 1596 h 10"/>
                  <a:gd name="T2" fmla="*/ 1488 w 12"/>
                  <a:gd name="T3" fmla="*/ 3127 h 10"/>
                  <a:gd name="T4" fmla="*/ 0 w 12"/>
                  <a:gd name="T5" fmla="*/ 3877 h 10"/>
                  <a:gd name="T6" fmla="*/ 0 w 12"/>
                  <a:gd name="T7" fmla="*/ 2719 h 10"/>
                  <a:gd name="T8" fmla="*/ 1300 w 12"/>
                  <a:gd name="T9" fmla="*/ 1596 h 10"/>
                  <a:gd name="T10" fmla="*/ 2938 w 12"/>
                  <a:gd name="T11" fmla="*/ 0 h 10"/>
                  <a:gd name="T12" fmla="*/ 2938 w 12"/>
                  <a:gd name="T13" fmla="*/ 159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12" y="4"/>
                    </a:moveTo>
                    <a:cubicBezTo>
                      <a:pt x="11" y="5"/>
                      <a:pt x="8" y="7"/>
                      <a:pt x="6" y="8"/>
                    </a:cubicBezTo>
                    <a:cubicBezTo>
                      <a:pt x="4" y="9"/>
                      <a:pt x="0" y="10"/>
                      <a:pt x="0" y="1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3" y="5"/>
                      <a:pt x="5" y="4"/>
                    </a:cubicBezTo>
                    <a:cubicBezTo>
                      <a:pt x="9" y="3"/>
                      <a:pt x="12" y="1"/>
                      <a:pt x="12" y="0"/>
                    </a:cubicBez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2" name="Freeform 2061">
                <a:extLst>
                  <a:ext uri="{FF2B5EF4-FFF2-40B4-BE49-F238E27FC236}">
                    <a16:creationId xmlns:a16="http://schemas.microsoft.com/office/drawing/2014/main" id="{A85EF162-1084-4319-9A67-417BD05A5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099"/>
                <a:ext cx="25" cy="34"/>
              </a:xfrm>
              <a:custGeom>
                <a:avLst/>
                <a:gdLst>
                  <a:gd name="T0" fmla="*/ 520 w 10"/>
                  <a:gd name="T1" fmla="*/ 0 h 13"/>
                  <a:gd name="T2" fmla="*/ 2470 w 10"/>
                  <a:gd name="T3" fmla="*/ 2955 h 13"/>
                  <a:gd name="T4" fmla="*/ 2270 w 10"/>
                  <a:gd name="T5" fmla="*/ 4166 h 13"/>
                  <a:gd name="T6" fmla="*/ 313 w 10"/>
                  <a:gd name="T7" fmla="*/ 986 h 13"/>
                  <a:gd name="T8" fmla="*/ 520 w 10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2" y="0"/>
                    </a:moveTo>
                    <a:cubicBezTo>
                      <a:pt x="1" y="3"/>
                      <a:pt x="10" y="9"/>
                      <a:pt x="10" y="9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0" y="6"/>
                      <a:pt x="1" y="3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3" name="Freeform 2062">
                <a:extLst>
                  <a:ext uri="{FF2B5EF4-FFF2-40B4-BE49-F238E27FC236}">
                    <a16:creationId xmlns:a16="http://schemas.microsoft.com/office/drawing/2014/main" id="{16C56D3D-5890-4BE9-AFA5-E3B135AE3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085"/>
                <a:ext cx="27" cy="32"/>
              </a:xfrm>
              <a:custGeom>
                <a:avLst/>
                <a:gdLst>
                  <a:gd name="T0" fmla="*/ 621 w 11"/>
                  <a:gd name="T1" fmla="*/ 0 h 12"/>
                  <a:gd name="T2" fmla="*/ 2216 w 11"/>
                  <a:gd name="T3" fmla="*/ 3243 h 12"/>
                  <a:gd name="T4" fmla="*/ 1964 w 11"/>
                  <a:gd name="T5" fmla="*/ 4301 h 12"/>
                  <a:gd name="T6" fmla="*/ 174 w 11"/>
                  <a:gd name="T7" fmla="*/ 1059 h 12"/>
                  <a:gd name="T8" fmla="*/ 621 w 1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3" y="0"/>
                    </a:moveTo>
                    <a:cubicBezTo>
                      <a:pt x="2" y="3"/>
                      <a:pt x="11" y="8"/>
                      <a:pt x="10" y="9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0" y="6"/>
                      <a:pt x="1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4" name="Freeform 2063">
                <a:extLst>
                  <a:ext uri="{FF2B5EF4-FFF2-40B4-BE49-F238E27FC236}">
                    <a16:creationId xmlns:a16="http://schemas.microsoft.com/office/drawing/2014/main" id="{FFDF8480-61FB-4E65-989B-8B23766AB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093"/>
                <a:ext cx="17" cy="16"/>
              </a:xfrm>
              <a:custGeom>
                <a:avLst/>
                <a:gdLst>
                  <a:gd name="T0" fmla="*/ 170 w 7"/>
                  <a:gd name="T1" fmla="*/ 0 h 6"/>
                  <a:gd name="T2" fmla="*/ 1003 w 7"/>
                  <a:gd name="T3" fmla="*/ 1459 h 6"/>
                  <a:gd name="T4" fmla="*/ 1433 w 7"/>
                  <a:gd name="T5" fmla="*/ 2184 h 6"/>
                  <a:gd name="T6" fmla="*/ 1433 w 7"/>
                  <a:gd name="T7" fmla="*/ 2184 h 6"/>
                  <a:gd name="T8" fmla="*/ 590 w 7"/>
                  <a:gd name="T9" fmla="*/ 1059 h 6"/>
                  <a:gd name="T10" fmla="*/ 0 w 7"/>
                  <a:gd name="T11" fmla="*/ 0 h 6"/>
                  <a:gd name="T12" fmla="*/ 170 w 7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1" y="1"/>
                      <a:pt x="3" y="3"/>
                      <a:pt x="5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5" y="5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5" name="Freeform 2064">
                <a:extLst>
                  <a:ext uri="{FF2B5EF4-FFF2-40B4-BE49-F238E27FC236}">
                    <a16:creationId xmlns:a16="http://schemas.microsoft.com/office/drawing/2014/main" id="{3A710C69-E472-4055-AFD5-199D40A2F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104"/>
                <a:ext cx="17" cy="19"/>
              </a:xfrm>
              <a:custGeom>
                <a:avLst/>
                <a:gdLst>
                  <a:gd name="T0" fmla="*/ 0 w 7"/>
                  <a:gd name="T1" fmla="*/ 442 h 7"/>
                  <a:gd name="T2" fmla="*/ 1003 w 7"/>
                  <a:gd name="T3" fmla="*/ 2063 h 7"/>
                  <a:gd name="T4" fmla="*/ 1433 w 7"/>
                  <a:gd name="T5" fmla="*/ 2823 h 7"/>
                  <a:gd name="T6" fmla="*/ 1433 w 7"/>
                  <a:gd name="T7" fmla="*/ 2823 h 7"/>
                  <a:gd name="T8" fmla="*/ 590 w 7"/>
                  <a:gd name="T9" fmla="*/ 1620 h 7"/>
                  <a:gd name="T10" fmla="*/ 0 w 7"/>
                  <a:gd name="T11" fmla="*/ 0 h 7"/>
                  <a:gd name="T12" fmla="*/ 0 w 7"/>
                  <a:gd name="T13" fmla="*/ 44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0" y="1"/>
                    </a:moveTo>
                    <a:cubicBezTo>
                      <a:pt x="1" y="2"/>
                      <a:pt x="3" y="3"/>
                      <a:pt x="5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4" y="5"/>
                      <a:pt x="3" y="4"/>
                    </a:cubicBezTo>
                    <a:cubicBezTo>
                      <a:pt x="1" y="3"/>
                      <a:pt x="1" y="2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6" name="Freeform 2065">
                <a:extLst>
                  <a:ext uri="{FF2B5EF4-FFF2-40B4-BE49-F238E27FC236}">
                    <a16:creationId xmlns:a16="http://schemas.microsoft.com/office/drawing/2014/main" id="{13000C07-88F7-4396-98D7-126301E3F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067"/>
                <a:ext cx="25" cy="32"/>
              </a:xfrm>
              <a:custGeom>
                <a:avLst/>
                <a:gdLst>
                  <a:gd name="T0" fmla="*/ 783 w 10"/>
                  <a:gd name="T1" fmla="*/ 0 h 12"/>
                  <a:gd name="T2" fmla="*/ 2470 w 10"/>
                  <a:gd name="T3" fmla="*/ 3243 h 12"/>
                  <a:gd name="T4" fmla="*/ 2270 w 10"/>
                  <a:gd name="T5" fmla="*/ 4301 h 12"/>
                  <a:gd name="T6" fmla="*/ 313 w 10"/>
                  <a:gd name="T7" fmla="*/ 1059 h 12"/>
                  <a:gd name="T8" fmla="*/ 783 w 1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3" y="0"/>
                    </a:moveTo>
                    <a:cubicBezTo>
                      <a:pt x="2" y="2"/>
                      <a:pt x="10" y="8"/>
                      <a:pt x="10" y="9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0" y="5"/>
                      <a:pt x="1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7" name="Freeform 2066">
                <a:extLst>
                  <a:ext uri="{FF2B5EF4-FFF2-40B4-BE49-F238E27FC236}">
                    <a16:creationId xmlns:a16="http://schemas.microsoft.com/office/drawing/2014/main" id="{3F26CBE7-E8D2-4478-9740-62F1AD265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075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1003 w 7"/>
                  <a:gd name="T3" fmla="*/ 1459 h 6"/>
                  <a:gd name="T4" fmla="*/ 1433 w 7"/>
                  <a:gd name="T5" fmla="*/ 2184 h 6"/>
                  <a:gd name="T6" fmla="*/ 1433 w 7"/>
                  <a:gd name="T7" fmla="*/ 2184 h 6"/>
                  <a:gd name="T8" fmla="*/ 590 w 7"/>
                  <a:gd name="T9" fmla="*/ 1059 h 6"/>
                  <a:gd name="T10" fmla="*/ 0 w 7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1" y="1"/>
                      <a:pt x="3" y="2"/>
                      <a:pt x="5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5" y="4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8" name="Freeform 2067">
                <a:extLst>
                  <a:ext uri="{FF2B5EF4-FFF2-40B4-BE49-F238E27FC236}">
                    <a16:creationId xmlns:a16="http://schemas.microsoft.com/office/drawing/2014/main" id="{9C08675D-6902-4DD9-843F-D7FAD2B92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056"/>
                <a:ext cx="25" cy="24"/>
              </a:xfrm>
              <a:custGeom>
                <a:avLst/>
                <a:gdLst>
                  <a:gd name="T0" fmla="*/ 0 w 10"/>
                  <a:gd name="T1" fmla="*/ 0 h 9"/>
                  <a:gd name="T2" fmla="*/ 2470 w 10"/>
                  <a:gd name="T3" fmla="*/ 1763 h 9"/>
                  <a:gd name="T4" fmla="*/ 2470 w 10"/>
                  <a:gd name="T5" fmla="*/ 3243 h 9"/>
                  <a:gd name="T6" fmla="*/ 0 w 10"/>
                  <a:gd name="T7" fmla="*/ 1059 h 9"/>
                  <a:gd name="T8" fmla="*/ 0 w 10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0" y="2"/>
                      <a:pt x="10" y="5"/>
                      <a:pt x="10" y="5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0" y="6"/>
                      <a:pt x="0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9" name="Freeform 2068">
                <a:extLst>
                  <a:ext uri="{FF2B5EF4-FFF2-40B4-BE49-F238E27FC236}">
                    <a16:creationId xmlns:a16="http://schemas.microsoft.com/office/drawing/2014/main" id="{BA8B5D9A-F76E-4A61-AAB8-102DF8F1F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061"/>
                <a:ext cx="20" cy="8"/>
              </a:xfrm>
              <a:custGeom>
                <a:avLst/>
                <a:gdLst>
                  <a:gd name="T0" fmla="*/ 0 w 8"/>
                  <a:gd name="T1" fmla="*/ 0 h 3"/>
                  <a:gd name="T2" fmla="*/ 1488 w 8"/>
                  <a:gd name="T3" fmla="*/ 661 h 3"/>
                  <a:gd name="T4" fmla="*/ 1958 w 8"/>
                  <a:gd name="T5" fmla="*/ 1059 h 3"/>
                  <a:gd name="T6" fmla="*/ 1958 w 8"/>
                  <a:gd name="T7" fmla="*/ 1059 h 3"/>
                  <a:gd name="T8" fmla="*/ 988 w 8"/>
                  <a:gd name="T9" fmla="*/ 661 h 3"/>
                  <a:gd name="T10" fmla="*/ 0 w 8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1" y="1"/>
                      <a:pt x="3" y="2"/>
                      <a:pt x="6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6" y="3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0" name="Freeform 2069">
                <a:extLst>
                  <a:ext uri="{FF2B5EF4-FFF2-40B4-BE49-F238E27FC236}">
                    <a16:creationId xmlns:a16="http://schemas.microsoft.com/office/drawing/2014/main" id="{C99DEC58-4899-4AE1-9EAA-A376D6220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147"/>
                <a:ext cx="40" cy="16"/>
              </a:xfrm>
              <a:custGeom>
                <a:avLst/>
                <a:gdLst>
                  <a:gd name="T0" fmla="*/ 3438 w 16"/>
                  <a:gd name="T1" fmla="*/ 2184 h 6"/>
                  <a:gd name="T2" fmla="*/ 1770 w 16"/>
                  <a:gd name="T3" fmla="*/ 1763 h 6"/>
                  <a:gd name="T4" fmla="*/ 0 w 16"/>
                  <a:gd name="T5" fmla="*/ 1059 h 6"/>
                  <a:gd name="T6" fmla="*/ 783 w 16"/>
                  <a:gd name="T7" fmla="*/ 397 h 6"/>
                  <a:gd name="T8" fmla="*/ 1958 w 16"/>
                  <a:gd name="T9" fmla="*/ 661 h 6"/>
                  <a:gd name="T10" fmla="*/ 3908 w 16"/>
                  <a:gd name="T11" fmla="*/ 1059 h 6"/>
                  <a:gd name="T12" fmla="*/ 3438 w 16"/>
                  <a:gd name="T13" fmla="*/ 218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4" y="6"/>
                    </a:moveTo>
                    <a:cubicBezTo>
                      <a:pt x="13" y="6"/>
                      <a:pt x="9" y="6"/>
                      <a:pt x="7" y="5"/>
                    </a:cubicBezTo>
                    <a:cubicBezTo>
                      <a:pt x="4" y="4"/>
                      <a:pt x="1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6" y="2"/>
                      <a:pt x="8" y="2"/>
                    </a:cubicBezTo>
                    <a:cubicBezTo>
                      <a:pt x="12" y="4"/>
                      <a:pt x="15" y="4"/>
                      <a:pt x="16" y="3"/>
                    </a:cubicBez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1" name="Freeform 2070">
                <a:extLst>
                  <a:ext uri="{FF2B5EF4-FFF2-40B4-BE49-F238E27FC236}">
                    <a16:creationId xmlns:a16="http://schemas.microsoft.com/office/drawing/2014/main" id="{0D4DC630-145D-4328-B295-5940D48D0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139"/>
                <a:ext cx="37" cy="16"/>
              </a:xfrm>
              <a:custGeom>
                <a:avLst/>
                <a:gdLst>
                  <a:gd name="T0" fmla="*/ 2925 w 15"/>
                  <a:gd name="T1" fmla="*/ 1763 h 6"/>
                  <a:gd name="T2" fmla="*/ 1364 w 15"/>
                  <a:gd name="T3" fmla="*/ 1763 h 6"/>
                  <a:gd name="T4" fmla="*/ 0 w 15"/>
                  <a:gd name="T5" fmla="*/ 1059 h 6"/>
                  <a:gd name="T6" fmla="*/ 451 w 15"/>
                  <a:gd name="T7" fmla="*/ 397 h 6"/>
                  <a:gd name="T8" fmla="*/ 1813 w 15"/>
                  <a:gd name="T9" fmla="*/ 661 h 6"/>
                  <a:gd name="T10" fmla="*/ 3365 w 15"/>
                  <a:gd name="T11" fmla="*/ 661 h 6"/>
                  <a:gd name="T12" fmla="*/ 2925 w 15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13" y="5"/>
                    </a:moveTo>
                    <a:cubicBezTo>
                      <a:pt x="11" y="6"/>
                      <a:pt x="9" y="5"/>
                      <a:pt x="6" y="5"/>
                    </a:cubicBezTo>
                    <a:cubicBezTo>
                      <a:pt x="4" y="4"/>
                      <a:pt x="0" y="3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6" y="1"/>
                      <a:pt x="8" y="2"/>
                    </a:cubicBezTo>
                    <a:cubicBezTo>
                      <a:pt x="12" y="3"/>
                      <a:pt x="14" y="3"/>
                      <a:pt x="15" y="2"/>
                    </a:cubicBez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2" name="Freeform 2071">
                <a:extLst>
                  <a:ext uri="{FF2B5EF4-FFF2-40B4-BE49-F238E27FC236}">
                    <a16:creationId xmlns:a16="http://schemas.microsoft.com/office/drawing/2014/main" id="{A34C4EA6-0C8C-4252-B5E1-7C29C3FA9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125"/>
                <a:ext cx="23" cy="38"/>
              </a:xfrm>
              <a:custGeom>
                <a:avLst/>
                <a:gdLst>
                  <a:gd name="T0" fmla="*/ 1104 w 9"/>
                  <a:gd name="T1" fmla="*/ 0 h 14"/>
                  <a:gd name="T2" fmla="*/ 2167 w 9"/>
                  <a:gd name="T3" fmla="*/ 4397 h 14"/>
                  <a:gd name="T4" fmla="*/ 1620 w 9"/>
                  <a:gd name="T5" fmla="*/ 5600 h 14"/>
                  <a:gd name="T6" fmla="*/ 549 w 9"/>
                  <a:gd name="T7" fmla="*/ 1200 h 14"/>
                  <a:gd name="T8" fmla="*/ 1104 w 9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4" y="0"/>
                    </a:moveTo>
                    <a:cubicBezTo>
                      <a:pt x="2" y="2"/>
                      <a:pt x="9" y="11"/>
                      <a:pt x="8" y="11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3"/>
                      <a:pt x="0" y="5"/>
                      <a:pt x="2" y="3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3" name="Freeform 2072">
                <a:extLst>
                  <a:ext uri="{FF2B5EF4-FFF2-40B4-BE49-F238E27FC236}">
                    <a16:creationId xmlns:a16="http://schemas.microsoft.com/office/drawing/2014/main" id="{FCFA6B2C-F2B3-43A9-8FEB-3E1F6DC84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115"/>
                <a:ext cx="20" cy="37"/>
              </a:xfrm>
              <a:custGeom>
                <a:avLst/>
                <a:gdLst>
                  <a:gd name="T0" fmla="*/ 988 w 8"/>
                  <a:gd name="T1" fmla="*/ 0 h 14"/>
                  <a:gd name="T2" fmla="*/ 1958 w 8"/>
                  <a:gd name="T3" fmla="*/ 4157 h 14"/>
                  <a:gd name="T4" fmla="*/ 1300 w 8"/>
                  <a:gd name="T5" fmla="*/ 4784 h 14"/>
                  <a:gd name="T6" fmla="*/ 520 w 8"/>
                  <a:gd name="T7" fmla="*/ 1033 h 14"/>
                  <a:gd name="T8" fmla="*/ 988 w 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4" y="0"/>
                    </a:moveTo>
                    <a:cubicBezTo>
                      <a:pt x="2" y="2"/>
                      <a:pt x="8" y="11"/>
                      <a:pt x="8" y="12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3"/>
                      <a:pt x="0" y="5"/>
                      <a:pt x="2" y="3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4" name="Freeform 2073">
                <a:extLst>
                  <a:ext uri="{FF2B5EF4-FFF2-40B4-BE49-F238E27FC236}">
                    <a16:creationId xmlns:a16="http://schemas.microsoft.com/office/drawing/2014/main" id="{B4887A1E-8B0E-437B-BEBF-23DA0C78E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123"/>
                <a:ext cx="10" cy="21"/>
              </a:xfrm>
              <a:custGeom>
                <a:avLst/>
                <a:gdLst>
                  <a:gd name="T0" fmla="*/ 0 w 4"/>
                  <a:gd name="T1" fmla="*/ 0 h 8"/>
                  <a:gd name="T2" fmla="*/ 783 w 4"/>
                  <a:gd name="T3" fmla="*/ 1612 h 8"/>
                  <a:gd name="T4" fmla="*/ 988 w 4"/>
                  <a:gd name="T5" fmla="*/ 2604 h 8"/>
                  <a:gd name="T6" fmla="*/ 988 w 4"/>
                  <a:gd name="T7" fmla="*/ 2604 h 8"/>
                  <a:gd name="T8" fmla="*/ 313 w 4"/>
                  <a:gd name="T9" fmla="*/ 1378 h 8"/>
                  <a:gd name="T10" fmla="*/ 0 w 4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0" y="1"/>
                      <a:pt x="2" y="3"/>
                      <a:pt x="3" y="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2" y="6"/>
                      <a:pt x="1" y="4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5" name="Freeform 2074">
                <a:extLst>
                  <a:ext uri="{FF2B5EF4-FFF2-40B4-BE49-F238E27FC236}">
                    <a16:creationId xmlns:a16="http://schemas.microsoft.com/office/drawing/2014/main" id="{F036A1C0-A2E8-4227-8E77-EE3D16CF8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131"/>
                <a:ext cx="10" cy="21"/>
              </a:xfrm>
              <a:custGeom>
                <a:avLst/>
                <a:gdLst>
                  <a:gd name="T0" fmla="*/ 0 w 4"/>
                  <a:gd name="T1" fmla="*/ 0 h 8"/>
                  <a:gd name="T2" fmla="*/ 783 w 4"/>
                  <a:gd name="T3" fmla="*/ 1992 h 8"/>
                  <a:gd name="T4" fmla="*/ 988 w 4"/>
                  <a:gd name="T5" fmla="*/ 2604 h 8"/>
                  <a:gd name="T6" fmla="*/ 988 w 4"/>
                  <a:gd name="T7" fmla="*/ 2604 h 8"/>
                  <a:gd name="T8" fmla="*/ 313 w 4"/>
                  <a:gd name="T9" fmla="*/ 1612 h 8"/>
                  <a:gd name="T10" fmla="*/ 0 w 4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0" y="2"/>
                      <a:pt x="2" y="4"/>
                      <a:pt x="3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2" y="6"/>
                      <a:pt x="1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6" name="Freeform 2075">
                <a:extLst>
                  <a:ext uri="{FF2B5EF4-FFF2-40B4-BE49-F238E27FC236}">
                    <a16:creationId xmlns:a16="http://schemas.microsoft.com/office/drawing/2014/main" id="{115205F9-74AF-465E-AC2F-E352B6D46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168"/>
                <a:ext cx="35" cy="24"/>
              </a:xfrm>
              <a:custGeom>
                <a:avLst/>
                <a:gdLst>
                  <a:gd name="T0" fmla="*/ 2738 w 14"/>
                  <a:gd name="T1" fmla="*/ 3243 h 9"/>
                  <a:gd name="T2" fmla="*/ 1300 w 14"/>
                  <a:gd name="T3" fmla="*/ 1763 h 9"/>
                  <a:gd name="T4" fmla="*/ 0 w 14"/>
                  <a:gd name="T5" fmla="*/ 0 h 9"/>
                  <a:gd name="T6" fmla="*/ 988 w 14"/>
                  <a:gd name="T7" fmla="*/ 0 h 9"/>
                  <a:gd name="T8" fmla="*/ 1958 w 14"/>
                  <a:gd name="T9" fmla="*/ 1459 h 9"/>
                  <a:gd name="T10" fmla="*/ 3438 w 14"/>
                  <a:gd name="T11" fmla="*/ 2824 h 9"/>
                  <a:gd name="T12" fmla="*/ 2738 w 14"/>
                  <a:gd name="T13" fmla="*/ 324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9">
                    <a:moveTo>
                      <a:pt x="11" y="9"/>
                    </a:moveTo>
                    <a:cubicBezTo>
                      <a:pt x="10" y="9"/>
                      <a:pt x="7" y="7"/>
                      <a:pt x="5" y="5"/>
                    </a:cubicBezTo>
                    <a:cubicBezTo>
                      <a:pt x="3" y="3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6" y="2"/>
                      <a:pt x="8" y="4"/>
                    </a:cubicBezTo>
                    <a:cubicBezTo>
                      <a:pt x="10" y="7"/>
                      <a:pt x="13" y="8"/>
                      <a:pt x="14" y="8"/>
                    </a:cubicBez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7" name="Freeform 2076">
                <a:extLst>
                  <a:ext uri="{FF2B5EF4-FFF2-40B4-BE49-F238E27FC236}">
                    <a16:creationId xmlns:a16="http://schemas.microsoft.com/office/drawing/2014/main" id="{5D74CC1B-3B86-4950-B5C5-F3BDD75F1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165"/>
                <a:ext cx="32" cy="24"/>
              </a:xfrm>
              <a:custGeom>
                <a:avLst/>
                <a:gdLst>
                  <a:gd name="T0" fmla="*/ 2284 w 13"/>
                  <a:gd name="T1" fmla="*/ 3243 h 9"/>
                  <a:gd name="T2" fmla="*/ 928 w 13"/>
                  <a:gd name="T3" fmla="*/ 1763 h 9"/>
                  <a:gd name="T4" fmla="*/ 0 w 13"/>
                  <a:gd name="T5" fmla="*/ 397 h 9"/>
                  <a:gd name="T6" fmla="*/ 625 w 13"/>
                  <a:gd name="T7" fmla="*/ 0 h 9"/>
                  <a:gd name="T8" fmla="*/ 1538 w 13"/>
                  <a:gd name="T9" fmla="*/ 1459 h 9"/>
                  <a:gd name="T10" fmla="*/ 2897 w 13"/>
                  <a:gd name="T11" fmla="*/ 2824 h 9"/>
                  <a:gd name="T12" fmla="*/ 2284 w 13"/>
                  <a:gd name="T13" fmla="*/ 324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10" y="9"/>
                    </a:moveTo>
                    <a:cubicBezTo>
                      <a:pt x="8" y="9"/>
                      <a:pt x="6" y="7"/>
                      <a:pt x="4" y="5"/>
                    </a:cubicBezTo>
                    <a:cubicBezTo>
                      <a:pt x="3" y="4"/>
                      <a:pt x="0" y="1"/>
                      <a:pt x="0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6" y="2"/>
                      <a:pt x="7" y="4"/>
                    </a:cubicBezTo>
                    <a:cubicBezTo>
                      <a:pt x="10" y="7"/>
                      <a:pt x="12" y="8"/>
                      <a:pt x="13" y="8"/>
                    </a:cubicBez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8" name="Freeform 2077">
                <a:extLst>
                  <a:ext uri="{FF2B5EF4-FFF2-40B4-BE49-F238E27FC236}">
                    <a16:creationId xmlns:a16="http://schemas.microsoft.com/office/drawing/2014/main" id="{90761901-CA7A-4711-B856-8533337FA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57"/>
                <a:ext cx="33" cy="24"/>
              </a:xfrm>
              <a:custGeom>
                <a:avLst/>
                <a:gdLst>
                  <a:gd name="T0" fmla="*/ 2945 w 13"/>
                  <a:gd name="T1" fmla="*/ 2824 h 9"/>
                  <a:gd name="T2" fmla="*/ 1571 w 13"/>
                  <a:gd name="T3" fmla="*/ 2184 h 9"/>
                  <a:gd name="T4" fmla="*/ 0 w 13"/>
                  <a:gd name="T5" fmla="*/ 661 h 9"/>
                  <a:gd name="T6" fmla="*/ 830 w 13"/>
                  <a:gd name="T7" fmla="*/ 397 h 9"/>
                  <a:gd name="T8" fmla="*/ 2107 w 13"/>
                  <a:gd name="T9" fmla="*/ 1459 h 9"/>
                  <a:gd name="T10" fmla="*/ 3485 w 13"/>
                  <a:gd name="T11" fmla="*/ 2581 h 9"/>
                  <a:gd name="T12" fmla="*/ 2945 w 13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11" y="8"/>
                    </a:moveTo>
                    <a:cubicBezTo>
                      <a:pt x="10" y="9"/>
                      <a:pt x="8" y="7"/>
                      <a:pt x="6" y="6"/>
                    </a:cubicBezTo>
                    <a:cubicBezTo>
                      <a:pt x="4" y="4"/>
                      <a:pt x="0" y="2"/>
                      <a:pt x="0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6" y="2"/>
                      <a:pt x="8" y="4"/>
                    </a:cubicBezTo>
                    <a:cubicBezTo>
                      <a:pt x="11" y="6"/>
                      <a:pt x="13" y="7"/>
                      <a:pt x="13" y="7"/>
                    </a:cubicBez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9" name="Freeform 2078">
                <a:extLst>
                  <a:ext uri="{FF2B5EF4-FFF2-40B4-BE49-F238E27FC236}">
                    <a16:creationId xmlns:a16="http://schemas.microsoft.com/office/drawing/2014/main" id="{AF782340-EE80-40B0-B541-040939FE9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155"/>
                <a:ext cx="37" cy="21"/>
              </a:xfrm>
              <a:custGeom>
                <a:avLst/>
                <a:gdLst>
                  <a:gd name="T0" fmla="*/ 2743 w 15"/>
                  <a:gd name="T1" fmla="*/ 2226 h 8"/>
                  <a:gd name="T2" fmla="*/ 1112 w 15"/>
                  <a:gd name="T3" fmla="*/ 1612 h 8"/>
                  <a:gd name="T4" fmla="*/ 0 w 15"/>
                  <a:gd name="T5" fmla="*/ 614 h 8"/>
                  <a:gd name="T6" fmla="*/ 634 w 15"/>
                  <a:gd name="T7" fmla="*/ 378 h 8"/>
                  <a:gd name="T8" fmla="*/ 1813 w 15"/>
                  <a:gd name="T9" fmla="*/ 992 h 8"/>
                  <a:gd name="T10" fmla="*/ 3365 w 15"/>
                  <a:gd name="T11" fmla="*/ 1612 h 8"/>
                  <a:gd name="T12" fmla="*/ 2743 w 15"/>
                  <a:gd name="T13" fmla="*/ 22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8">
                    <a:moveTo>
                      <a:pt x="12" y="7"/>
                    </a:moveTo>
                    <a:cubicBezTo>
                      <a:pt x="11" y="8"/>
                      <a:pt x="8" y="7"/>
                      <a:pt x="5" y="5"/>
                    </a:cubicBezTo>
                    <a:cubicBezTo>
                      <a:pt x="3" y="4"/>
                      <a:pt x="0" y="2"/>
                      <a:pt x="0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6" y="2"/>
                      <a:pt x="8" y="3"/>
                    </a:cubicBezTo>
                    <a:cubicBezTo>
                      <a:pt x="11" y="5"/>
                      <a:pt x="14" y="6"/>
                      <a:pt x="15" y="5"/>
                    </a:cubicBez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0" name="Freeform 2079">
                <a:extLst>
                  <a:ext uri="{FF2B5EF4-FFF2-40B4-BE49-F238E27FC236}">
                    <a16:creationId xmlns:a16="http://schemas.microsoft.com/office/drawing/2014/main" id="{B347FC20-F37F-4B8F-9087-EDC42EF6F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160"/>
                <a:ext cx="15" cy="32"/>
              </a:xfrm>
              <a:custGeom>
                <a:avLst/>
                <a:gdLst>
                  <a:gd name="T0" fmla="*/ 1488 w 6"/>
                  <a:gd name="T1" fmla="*/ 0 h 12"/>
                  <a:gd name="T2" fmla="*/ 988 w 6"/>
                  <a:gd name="T3" fmla="*/ 3891 h 12"/>
                  <a:gd name="T4" fmla="*/ 0 w 6"/>
                  <a:gd name="T5" fmla="*/ 4301 h 12"/>
                  <a:gd name="T6" fmla="*/ 783 w 6"/>
                  <a:gd name="T7" fmla="*/ 397 h 12"/>
                  <a:gd name="T8" fmla="*/ 1488 w 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cubicBezTo>
                      <a:pt x="3" y="0"/>
                      <a:pt x="4" y="11"/>
                      <a:pt x="4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0" y="1"/>
                      <a:pt x="3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1" name="Freeform 2080">
                <a:extLst>
                  <a:ext uri="{FF2B5EF4-FFF2-40B4-BE49-F238E27FC236}">
                    <a16:creationId xmlns:a16="http://schemas.microsoft.com/office/drawing/2014/main" id="{9A961EBD-CB8E-4F48-91B3-B3F261F8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155"/>
                <a:ext cx="15" cy="34"/>
              </a:xfrm>
              <a:custGeom>
                <a:avLst/>
                <a:gdLst>
                  <a:gd name="T0" fmla="*/ 1488 w 6"/>
                  <a:gd name="T1" fmla="*/ 0 h 13"/>
                  <a:gd name="T2" fmla="*/ 988 w 6"/>
                  <a:gd name="T3" fmla="*/ 3790 h 13"/>
                  <a:gd name="T4" fmla="*/ 313 w 6"/>
                  <a:gd name="T5" fmla="*/ 4166 h 13"/>
                  <a:gd name="T6" fmla="*/ 783 w 6"/>
                  <a:gd name="T7" fmla="*/ 377 h 13"/>
                  <a:gd name="T8" fmla="*/ 1488 w 6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4" y="1"/>
                      <a:pt x="5" y="12"/>
                      <a:pt x="4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2"/>
                      <a:pt x="0" y="2"/>
                      <a:pt x="3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2" name="Freeform 2081">
                <a:extLst>
                  <a:ext uri="{FF2B5EF4-FFF2-40B4-BE49-F238E27FC236}">
                    <a16:creationId xmlns:a16="http://schemas.microsoft.com/office/drawing/2014/main" id="{CF6C7655-29FD-4CF6-BE91-62560CB20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160"/>
                <a:ext cx="2" cy="24"/>
              </a:xfrm>
              <a:custGeom>
                <a:avLst/>
                <a:gdLst>
                  <a:gd name="T0" fmla="*/ 64 w 1"/>
                  <a:gd name="T1" fmla="*/ 0 h 9"/>
                  <a:gd name="T2" fmla="*/ 64 w 1"/>
                  <a:gd name="T3" fmla="*/ 2184 h 9"/>
                  <a:gd name="T4" fmla="*/ 64 w 1"/>
                  <a:gd name="T5" fmla="*/ 3243 h 9"/>
                  <a:gd name="T6" fmla="*/ 64 w 1"/>
                  <a:gd name="T7" fmla="*/ 3243 h 9"/>
                  <a:gd name="T8" fmla="*/ 0 w 1"/>
                  <a:gd name="T9" fmla="*/ 1459 h 9"/>
                  <a:gd name="T10" fmla="*/ 64 w 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1"/>
                      <a:pt x="1" y="4"/>
                      <a:pt x="1" y="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6"/>
                      <a:pt x="0" y="4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3" name="Freeform 2082">
                <a:extLst>
                  <a:ext uri="{FF2B5EF4-FFF2-40B4-BE49-F238E27FC236}">
                    <a16:creationId xmlns:a16="http://schemas.microsoft.com/office/drawing/2014/main" id="{3204A27F-9250-449B-ACA2-30DC3385E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63"/>
                <a:ext cx="3" cy="24"/>
              </a:xfrm>
              <a:custGeom>
                <a:avLst/>
                <a:gdLst>
                  <a:gd name="T0" fmla="*/ 729 w 1"/>
                  <a:gd name="T1" fmla="*/ 0 h 9"/>
                  <a:gd name="T2" fmla="*/ 729 w 1"/>
                  <a:gd name="T3" fmla="*/ 2184 h 9"/>
                  <a:gd name="T4" fmla="*/ 0 w 1"/>
                  <a:gd name="T5" fmla="*/ 3243 h 9"/>
                  <a:gd name="T6" fmla="*/ 0 w 1"/>
                  <a:gd name="T7" fmla="*/ 3243 h 9"/>
                  <a:gd name="T8" fmla="*/ 0 w 1"/>
                  <a:gd name="T9" fmla="*/ 1459 h 9"/>
                  <a:gd name="T10" fmla="*/ 729 w 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1"/>
                      <a:pt x="1" y="4"/>
                      <a:pt x="1" y="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6"/>
                      <a:pt x="0" y="4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4" name="Freeform 2083">
                <a:extLst>
                  <a:ext uri="{FF2B5EF4-FFF2-40B4-BE49-F238E27FC236}">
                    <a16:creationId xmlns:a16="http://schemas.microsoft.com/office/drawing/2014/main" id="{EAD4816C-E489-4453-A07A-0716A212B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147"/>
                <a:ext cx="15" cy="34"/>
              </a:xfrm>
              <a:custGeom>
                <a:avLst/>
                <a:gdLst>
                  <a:gd name="T0" fmla="*/ 1488 w 6"/>
                  <a:gd name="T1" fmla="*/ 0 h 13"/>
                  <a:gd name="T2" fmla="*/ 988 w 6"/>
                  <a:gd name="T3" fmla="*/ 3790 h 13"/>
                  <a:gd name="T4" fmla="*/ 313 w 6"/>
                  <a:gd name="T5" fmla="*/ 4166 h 13"/>
                  <a:gd name="T6" fmla="*/ 783 w 6"/>
                  <a:gd name="T7" fmla="*/ 377 h 13"/>
                  <a:gd name="T8" fmla="*/ 1488 w 6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4" y="1"/>
                      <a:pt x="5" y="11"/>
                      <a:pt x="4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2"/>
                      <a:pt x="0" y="2"/>
                      <a:pt x="3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5" name="Freeform 2084">
                <a:extLst>
                  <a:ext uri="{FF2B5EF4-FFF2-40B4-BE49-F238E27FC236}">
                    <a16:creationId xmlns:a16="http://schemas.microsoft.com/office/drawing/2014/main" id="{0ACB31E8-B9C7-4C37-BB8E-7CD71C1B5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152"/>
                <a:ext cx="3" cy="24"/>
              </a:xfrm>
              <a:custGeom>
                <a:avLst/>
                <a:gdLst>
                  <a:gd name="T0" fmla="*/ 729 w 1"/>
                  <a:gd name="T1" fmla="*/ 0 h 9"/>
                  <a:gd name="T2" fmla="*/ 729 w 1"/>
                  <a:gd name="T3" fmla="*/ 2184 h 9"/>
                  <a:gd name="T4" fmla="*/ 729 w 1"/>
                  <a:gd name="T5" fmla="*/ 3243 h 9"/>
                  <a:gd name="T6" fmla="*/ 0 w 1"/>
                  <a:gd name="T7" fmla="*/ 3243 h 9"/>
                  <a:gd name="T8" fmla="*/ 0 w 1"/>
                  <a:gd name="T9" fmla="*/ 1459 h 9"/>
                  <a:gd name="T10" fmla="*/ 729 w 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1"/>
                      <a:pt x="1" y="4"/>
                      <a:pt x="1" y="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6"/>
                      <a:pt x="0" y="4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6" name="Freeform 2085">
                <a:extLst>
                  <a:ext uri="{FF2B5EF4-FFF2-40B4-BE49-F238E27FC236}">
                    <a16:creationId xmlns:a16="http://schemas.microsoft.com/office/drawing/2014/main" id="{0B3BE33B-7109-4DCE-8961-8B354F41C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139"/>
                <a:ext cx="20" cy="37"/>
              </a:xfrm>
              <a:custGeom>
                <a:avLst/>
                <a:gdLst>
                  <a:gd name="T0" fmla="*/ 1300 w 8"/>
                  <a:gd name="T1" fmla="*/ 0 h 14"/>
                  <a:gd name="T2" fmla="*/ 1770 w 8"/>
                  <a:gd name="T3" fmla="*/ 4157 h 14"/>
                  <a:gd name="T4" fmla="*/ 988 w 8"/>
                  <a:gd name="T5" fmla="*/ 4784 h 14"/>
                  <a:gd name="T6" fmla="*/ 783 w 8"/>
                  <a:gd name="T7" fmla="*/ 629 h 14"/>
                  <a:gd name="T8" fmla="*/ 1300 w 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5" y="0"/>
                    </a:moveTo>
                    <a:cubicBezTo>
                      <a:pt x="3" y="2"/>
                      <a:pt x="8" y="11"/>
                      <a:pt x="7" y="12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3"/>
                      <a:pt x="0" y="4"/>
                      <a:pt x="3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7" name="Freeform 2086">
                <a:extLst>
                  <a:ext uri="{FF2B5EF4-FFF2-40B4-BE49-F238E27FC236}">
                    <a16:creationId xmlns:a16="http://schemas.microsoft.com/office/drawing/2014/main" id="{3783E4B3-53EB-4DDB-87B3-E4422F20D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144"/>
                <a:ext cx="7" cy="24"/>
              </a:xfrm>
              <a:custGeom>
                <a:avLst/>
                <a:gdLst>
                  <a:gd name="T0" fmla="*/ 0 w 3"/>
                  <a:gd name="T1" fmla="*/ 0 h 9"/>
                  <a:gd name="T2" fmla="*/ 355 w 3"/>
                  <a:gd name="T3" fmla="*/ 2184 h 9"/>
                  <a:gd name="T4" fmla="*/ 469 w 3"/>
                  <a:gd name="T5" fmla="*/ 3243 h 9"/>
                  <a:gd name="T6" fmla="*/ 355 w 3"/>
                  <a:gd name="T7" fmla="*/ 3243 h 9"/>
                  <a:gd name="T8" fmla="*/ 0 w 3"/>
                  <a:gd name="T9" fmla="*/ 1763 h 9"/>
                  <a:gd name="T10" fmla="*/ 0 w 3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0" y="2"/>
                      <a:pt x="1" y="4"/>
                      <a:pt x="2" y="6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1" y="7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8" name="Freeform 2087">
                <a:extLst>
                  <a:ext uri="{FF2B5EF4-FFF2-40B4-BE49-F238E27FC236}">
                    <a16:creationId xmlns:a16="http://schemas.microsoft.com/office/drawing/2014/main" id="{AD3662FA-55F6-4789-9DB7-3395EC9E9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149"/>
                <a:ext cx="17" cy="38"/>
              </a:xfrm>
              <a:custGeom>
                <a:avLst/>
                <a:gdLst>
                  <a:gd name="T0" fmla="*/ 831 w 7"/>
                  <a:gd name="T1" fmla="*/ 5157 h 14"/>
                  <a:gd name="T2" fmla="*/ 170 w 7"/>
                  <a:gd name="T3" fmla="*/ 2823 h 14"/>
                  <a:gd name="T4" fmla="*/ 0 w 7"/>
                  <a:gd name="T5" fmla="*/ 0 h 14"/>
                  <a:gd name="T6" fmla="*/ 590 w 7"/>
                  <a:gd name="T7" fmla="*/ 442 h 14"/>
                  <a:gd name="T8" fmla="*/ 831 w 7"/>
                  <a:gd name="T9" fmla="*/ 2823 h 14"/>
                  <a:gd name="T10" fmla="*/ 1433 w 7"/>
                  <a:gd name="T11" fmla="*/ 5600 h 14"/>
                  <a:gd name="T12" fmla="*/ 831 w 7"/>
                  <a:gd name="T13" fmla="*/ 515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4">
                    <a:moveTo>
                      <a:pt x="4" y="13"/>
                    </a:moveTo>
                    <a:cubicBezTo>
                      <a:pt x="3" y="13"/>
                      <a:pt x="2" y="9"/>
                      <a:pt x="1" y="7"/>
                    </a:cubicBezTo>
                    <a:cubicBezTo>
                      <a:pt x="1" y="4"/>
                      <a:pt x="0" y="0"/>
                      <a:pt x="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4"/>
                      <a:pt x="4" y="7"/>
                    </a:cubicBezTo>
                    <a:cubicBezTo>
                      <a:pt x="5" y="11"/>
                      <a:pt x="6" y="13"/>
                      <a:pt x="7" y="14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9" name="Freeform 2088">
                <a:extLst>
                  <a:ext uri="{FF2B5EF4-FFF2-40B4-BE49-F238E27FC236}">
                    <a16:creationId xmlns:a16="http://schemas.microsoft.com/office/drawing/2014/main" id="{6C5B8912-5C53-41C6-9850-7068A2AB8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157"/>
                <a:ext cx="20" cy="32"/>
              </a:xfrm>
              <a:custGeom>
                <a:avLst/>
                <a:gdLst>
                  <a:gd name="T0" fmla="*/ 988 w 8"/>
                  <a:gd name="T1" fmla="*/ 3891 h 12"/>
                  <a:gd name="T2" fmla="*/ 313 w 8"/>
                  <a:gd name="T3" fmla="*/ 2184 h 12"/>
                  <a:gd name="T4" fmla="*/ 0 w 8"/>
                  <a:gd name="T5" fmla="*/ 0 h 12"/>
                  <a:gd name="T6" fmla="*/ 783 w 8"/>
                  <a:gd name="T7" fmla="*/ 397 h 12"/>
                  <a:gd name="T8" fmla="*/ 1300 w 8"/>
                  <a:gd name="T9" fmla="*/ 2184 h 12"/>
                  <a:gd name="T10" fmla="*/ 1958 w 8"/>
                  <a:gd name="T11" fmla="*/ 4301 h 12"/>
                  <a:gd name="T12" fmla="*/ 988 w 8"/>
                  <a:gd name="T13" fmla="*/ 389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2">
                    <a:moveTo>
                      <a:pt x="4" y="11"/>
                    </a:moveTo>
                    <a:cubicBezTo>
                      <a:pt x="3" y="11"/>
                      <a:pt x="2" y="9"/>
                      <a:pt x="1" y="6"/>
                    </a:cubicBezTo>
                    <a:cubicBezTo>
                      <a:pt x="1" y="4"/>
                      <a:pt x="0" y="0"/>
                      <a:pt x="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4"/>
                      <a:pt x="5" y="6"/>
                    </a:cubicBezTo>
                    <a:cubicBezTo>
                      <a:pt x="5" y="10"/>
                      <a:pt x="7" y="12"/>
                      <a:pt x="8" y="12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0" name="Freeform 2089">
                <a:extLst>
                  <a:ext uri="{FF2B5EF4-FFF2-40B4-BE49-F238E27FC236}">
                    <a16:creationId xmlns:a16="http://schemas.microsoft.com/office/drawing/2014/main" id="{74C0EAC0-998E-4413-A289-D1E79F313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163"/>
                <a:ext cx="20" cy="29"/>
              </a:xfrm>
              <a:custGeom>
                <a:avLst/>
                <a:gdLst>
                  <a:gd name="T0" fmla="*/ 1300 w 8"/>
                  <a:gd name="T1" fmla="*/ 3662 h 11"/>
                  <a:gd name="T2" fmla="*/ 783 w 8"/>
                  <a:gd name="T3" fmla="*/ 2035 h 11"/>
                  <a:gd name="T4" fmla="*/ 0 w 8"/>
                  <a:gd name="T5" fmla="*/ 0 h 11"/>
                  <a:gd name="T6" fmla="*/ 783 w 8"/>
                  <a:gd name="T7" fmla="*/ 0 h 11"/>
                  <a:gd name="T8" fmla="*/ 1488 w 8"/>
                  <a:gd name="T9" fmla="*/ 1648 h 11"/>
                  <a:gd name="T10" fmla="*/ 1958 w 8"/>
                  <a:gd name="T11" fmla="*/ 3662 h 11"/>
                  <a:gd name="T12" fmla="*/ 1300 w 8"/>
                  <a:gd name="T13" fmla="*/ 366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1">
                    <a:moveTo>
                      <a:pt x="5" y="11"/>
                    </a:moveTo>
                    <a:cubicBezTo>
                      <a:pt x="4" y="11"/>
                      <a:pt x="4" y="8"/>
                      <a:pt x="3" y="6"/>
                    </a:cubicBezTo>
                    <a:cubicBezTo>
                      <a:pt x="2" y="4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5" y="3"/>
                      <a:pt x="6" y="5"/>
                    </a:cubicBezTo>
                    <a:cubicBezTo>
                      <a:pt x="8" y="9"/>
                      <a:pt x="7" y="11"/>
                      <a:pt x="8" y="11"/>
                    </a:cubicBez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1" name="Freeform 2090">
                <a:extLst>
                  <a:ext uri="{FF2B5EF4-FFF2-40B4-BE49-F238E27FC236}">
                    <a16:creationId xmlns:a16="http://schemas.microsoft.com/office/drawing/2014/main" id="{25F3F4FB-97F8-422D-BC01-4694A3B8A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165"/>
                <a:ext cx="28" cy="30"/>
              </a:xfrm>
              <a:custGeom>
                <a:avLst/>
                <a:gdLst>
                  <a:gd name="T0" fmla="*/ 2146 w 11"/>
                  <a:gd name="T1" fmla="*/ 4544 h 11"/>
                  <a:gd name="T2" fmla="*/ 843 w 11"/>
                  <a:gd name="T3" fmla="*/ 2433 h 11"/>
                  <a:gd name="T4" fmla="*/ 0 w 11"/>
                  <a:gd name="T5" fmla="*/ 0 h 11"/>
                  <a:gd name="T6" fmla="*/ 843 w 11"/>
                  <a:gd name="T7" fmla="*/ 0 h 11"/>
                  <a:gd name="T8" fmla="*/ 1601 w 11"/>
                  <a:gd name="T9" fmla="*/ 2114 h 11"/>
                  <a:gd name="T10" fmla="*/ 2986 w 11"/>
                  <a:gd name="T11" fmla="*/ 4544 h 11"/>
                  <a:gd name="T12" fmla="*/ 2146 w 11"/>
                  <a:gd name="T13" fmla="*/ 454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11"/>
                    </a:moveTo>
                    <a:cubicBezTo>
                      <a:pt x="6" y="11"/>
                      <a:pt x="4" y="8"/>
                      <a:pt x="3" y="6"/>
                    </a:cubicBezTo>
                    <a:cubicBezTo>
                      <a:pt x="2" y="4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5" y="3"/>
                      <a:pt x="6" y="5"/>
                    </a:cubicBezTo>
                    <a:cubicBezTo>
                      <a:pt x="8" y="9"/>
                      <a:pt x="10" y="11"/>
                      <a:pt x="11" y="11"/>
                    </a:cubicBezTo>
                    <a:lnTo>
                      <a:pt x="8" y="1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2" name="Freeform 2091">
                <a:extLst>
                  <a:ext uri="{FF2B5EF4-FFF2-40B4-BE49-F238E27FC236}">
                    <a16:creationId xmlns:a16="http://schemas.microsoft.com/office/drawing/2014/main" id="{64318E99-BB68-450D-A1DB-95DEA00AB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160"/>
                <a:ext cx="27" cy="27"/>
              </a:xfrm>
              <a:custGeom>
                <a:avLst/>
                <a:gdLst>
                  <a:gd name="T0" fmla="*/ 2398 w 11"/>
                  <a:gd name="T1" fmla="*/ 429 h 10"/>
                  <a:gd name="T2" fmla="*/ 621 w 11"/>
                  <a:gd name="T3" fmla="*/ 3877 h 10"/>
                  <a:gd name="T4" fmla="*/ 0 w 11"/>
                  <a:gd name="T5" fmla="*/ 3464 h 10"/>
                  <a:gd name="T6" fmla="*/ 1777 w 11"/>
                  <a:gd name="T7" fmla="*/ 0 h 10"/>
                  <a:gd name="T8" fmla="*/ 2398 w 11"/>
                  <a:gd name="T9" fmla="*/ 4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1" y="1"/>
                    </a:moveTo>
                    <a:cubicBezTo>
                      <a:pt x="9" y="0"/>
                      <a:pt x="4" y="10"/>
                      <a:pt x="3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5" y="0"/>
                      <a:pt x="8" y="0"/>
                    </a:cubicBez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3" name="Freeform 2092">
                <a:extLst>
                  <a:ext uri="{FF2B5EF4-FFF2-40B4-BE49-F238E27FC236}">
                    <a16:creationId xmlns:a16="http://schemas.microsoft.com/office/drawing/2014/main" id="{C20CDDDB-CBEF-489C-8ED9-B0DF8C803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163"/>
                <a:ext cx="28" cy="29"/>
              </a:xfrm>
              <a:custGeom>
                <a:avLst/>
                <a:gdLst>
                  <a:gd name="T0" fmla="*/ 2986 w 11"/>
                  <a:gd name="T1" fmla="*/ 625 h 11"/>
                  <a:gd name="T2" fmla="*/ 1056 w 11"/>
                  <a:gd name="T3" fmla="*/ 3335 h 11"/>
                  <a:gd name="T4" fmla="*/ 0 w 11"/>
                  <a:gd name="T5" fmla="*/ 3045 h 11"/>
                  <a:gd name="T6" fmla="*/ 2146 w 11"/>
                  <a:gd name="T7" fmla="*/ 382 h 11"/>
                  <a:gd name="T8" fmla="*/ 2986 w 11"/>
                  <a:gd name="T9" fmla="*/ 62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2"/>
                    </a:moveTo>
                    <a:cubicBezTo>
                      <a:pt x="9" y="1"/>
                      <a:pt x="4" y="11"/>
                      <a:pt x="4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5" y="0"/>
                      <a:pt x="8" y="1"/>
                    </a:cubicBez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4" name="Freeform 2093">
                <a:extLst>
                  <a:ext uri="{FF2B5EF4-FFF2-40B4-BE49-F238E27FC236}">
                    <a16:creationId xmlns:a16="http://schemas.microsoft.com/office/drawing/2014/main" id="{93769F55-B5D9-44AA-9F4F-D3B1F505D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168"/>
                <a:ext cx="13" cy="19"/>
              </a:xfrm>
              <a:custGeom>
                <a:avLst/>
                <a:gdLst>
                  <a:gd name="T0" fmla="*/ 1547 w 5"/>
                  <a:gd name="T1" fmla="*/ 0 h 7"/>
                  <a:gd name="T2" fmla="*/ 372 w 5"/>
                  <a:gd name="T3" fmla="*/ 2063 h 7"/>
                  <a:gd name="T4" fmla="*/ 0 w 5"/>
                  <a:gd name="T5" fmla="*/ 2823 h 7"/>
                  <a:gd name="T6" fmla="*/ 0 w 5"/>
                  <a:gd name="T7" fmla="*/ 2823 h 7"/>
                  <a:gd name="T8" fmla="*/ 595 w 5"/>
                  <a:gd name="T9" fmla="*/ 1200 h 7"/>
                  <a:gd name="T10" fmla="*/ 1547 w 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1"/>
                      <a:pt x="2" y="3"/>
                      <a:pt x="1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5"/>
                      <a:pt x="2" y="3"/>
                    </a:cubicBezTo>
                    <a:cubicBezTo>
                      <a:pt x="3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5" name="Freeform 2094">
                <a:extLst>
                  <a:ext uri="{FF2B5EF4-FFF2-40B4-BE49-F238E27FC236}">
                    <a16:creationId xmlns:a16="http://schemas.microsoft.com/office/drawing/2014/main" id="{9C7A295C-1DEC-4FF8-90FB-FC0CFE4CE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163"/>
                <a:ext cx="12" cy="21"/>
              </a:xfrm>
              <a:custGeom>
                <a:avLst/>
                <a:gdLst>
                  <a:gd name="T0" fmla="*/ 967 w 5"/>
                  <a:gd name="T1" fmla="*/ 0 h 8"/>
                  <a:gd name="T2" fmla="*/ 168 w 5"/>
                  <a:gd name="T3" fmla="*/ 1612 h 8"/>
                  <a:gd name="T4" fmla="*/ 0 w 5"/>
                  <a:gd name="T5" fmla="*/ 2604 h 8"/>
                  <a:gd name="T6" fmla="*/ 0 w 5"/>
                  <a:gd name="T7" fmla="*/ 2604 h 8"/>
                  <a:gd name="T8" fmla="*/ 403 w 5"/>
                  <a:gd name="T9" fmla="*/ 992 h 8"/>
                  <a:gd name="T10" fmla="*/ 967 w 5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4" y="1"/>
                      <a:pt x="2" y="3"/>
                      <a:pt x="1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5"/>
                      <a:pt x="2" y="3"/>
                    </a:cubicBezTo>
                    <a:cubicBezTo>
                      <a:pt x="3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6" name="Freeform 2095">
                <a:extLst>
                  <a:ext uri="{FF2B5EF4-FFF2-40B4-BE49-F238E27FC236}">
                    <a16:creationId xmlns:a16="http://schemas.microsoft.com/office/drawing/2014/main" id="{7DCAAA10-1AF1-4FEF-85A3-852F5BACB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165"/>
                <a:ext cx="30" cy="30"/>
              </a:xfrm>
              <a:custGeom>
                <a:avLst/>
                <a:gdLst>
                  <a:gd name="T0" fmla="*/ 2938 w 12"/>
                  <a:gd name="T1" fmla="*/ 447 h 11"/>
                  <a:gd name="T2" fmla="*/ 988 w 12"/>
                  <a:gd name="T3" fmla="*/ 4544 h 11"/>
                  <a:gd name="T4" fmla="*/ 0 w 12"/>
                  <a:gd name="T5" fmla="*/ 4099 h 11"/>
                  <a:gd name="T6" fmla="*/ 2270 w 12"/>
                  <a:gd name="T7" fmla="*/ 447 h 11"/>
                  <a:gd name="T8" fmla="*/ 2938 w 12"/>
                  <a:gd name="T9" fmla="*/ 44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1"/>
                    </a:moveTo>
                    <a:cubicBezTo>
                      <a:pt x="9" y="0"/>
                      <a:pt x="5" y="11"/>
                      <a:pt x="4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6" y="0"/>
                      <a:pt x="9" y="1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7" name="Freeform 2096">
                <a:extLst>
                  <a:ext uri="{FF2B5EF4-FFF2-40B4-BE49-F238E27FC236}">
                    <a16:creationId xmlns:a16="http://schemas.microsoft.com/office/drawing/2014/main" id="{A6EEDB7A-65E7-4B04-A3E8-391272AC3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171"/>
                <a:ext cx="12" cy="21"/>
              </a:xfrm>
              <a:custGeom>
                <a:avLst/>
                <a:gdLst>
                  <a:gd name="T0" fmla="*/ 967 w 5"/>
                  <a:gd name="T1" fmla="*/ 0 h 8"/>
                  <a:gd name="T2" fmla="*/ 403 w 5"/>
                  <a:gd name="T3" fmla="*/ 1612 h 8"/>
                  <a:gd name="T4" fmla="*/ 0 w 5"/>
                  <a:gd name="T5" fmla="*/ 2604 h 8"/>
                  <a:gd name="T6" fmla="*/ 0 w 5"/>
                  <a:gd name="T7" fmla="*/ 2604 h 8"/>
                  <a:gd name="T8" fmla="*/ 403 w 5"/>
                  <a:gd name="T9" fmla="*/ 992 h 8"/>
                  <a:gd name="T10" fmla="*/ 967 w 5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4" y="1"/>
                      <a:pt x="3" y="3"/>
                      <a:pt x="2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5"/>
                      <a:pt x="2" y="3"/>
                    </a:cubicBezTo>
                    <a:cubicBezTo>
                      <a:pt x="3" y="1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8" name="Freeform 2097">
                <a:extLst>
                  <a:ext uri="{FF2B5EF4-FFF2-40B4-BE49-F238E27FC236}">
                    <a16:creationId xmlns:a16="http://schemas.microsoft.com/office/drawing/2014/main" id="{A61A1C26-77FE-4D1C-B5E5-83259D0D4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165"/>
                <a:ext cx="20" cy="30"/>
              </a:xfrm>
              <a:custGeom>
                <a:avLst/>
                <a:gdLst>
                  <a:gd name="T0" fmla="*/ 1958 w 8"/>
                  <a:gd name="T1" fmla="*/ 0 h 11"/>
                  <a:gd name="T2" fmla="*/ 988 w 8"/>
                  <a:gd name="T3" fmla="*/ 4544 h 11"/>
                  <a:gd name="T4" fmla="*/ 0 w 8"/>
                  <a:gd name="T5" fmla="*/ 4544 h 11"/>
                  <a:gd name="T6" fmla="*/ 1300 w 8"/>
                  <a:gd name="T7" fmla="*/ 447 h 11"/>
                  <a:gd name="T8" fmla="*/ 1958 w 8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6" y="0"/>
                      <a:pt x="5" y="11"/>
                      <a:pt x="4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1"/>
                      <a:pt x="5" y="1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9" name="Freeform 2098">
                <a:extLst>
                  <a:ext uri="{FF2B5EF4-FFF2-40B4-BE49-F238E27FC236}">
                    <a16:creationId xmlns:a16="http://schemas.microsoft.com/office/drawing/2014/main" id="{78669F95-91B9-42B6-8A3C-8F29CE8CA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168"/>
                <a:ext cx="5" cy="24"/>
              </a:xfrm>
              <a:custGeom>
                <a:avLst/>
                <a:gdLst>
                  <a:gd name="T0" fmla="*/ 520 w 2"/>
                  <a:gd name="T1" fmla="*/ 0 h 9"/>
                  <a:gd name="T2" fmla="*/ 0 w 2"/>
                  <a:gd name="T3" fmla="*/ 2184 h 9"/>
                  <a:gd name="T4" fmla="*/ 0 w 2"/>
                  <a:gd name="T5" fmla="*/ 3243 h 9"/>
                  <a:gd name="T6" fmla="*/ 0 w 2"/>
                  <a:gd name="T7" fmla="*/ 3243 h 9"/>
                  <a:gd name="T8" fmla="*/ 0 w 2"/>
                  <a:gd name="T9" fmla="*/ 1763 h 9"/>
                  <a:gd name="T10" fmla="*/ 520 w 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7"/>
                      <a:pt x="0" y="5"/>
                    </a:cubicBezTo>
                    <a:cubicBezTo>
                      <a:pt x="0" y="3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0" name="Freeform 2099">
                <a:extLst>
                  <a:ext uri="{FF2B5EF4-FFF2-40B4-BE49-F238E27FC236}">
                    <a16:creationId xmlns:a16="http://schemas.microsoft.com/office/drawing/2014/main" id="{645248ED-97C6-4C75-A46B-02E8EE08E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131"/>
                <a:ext cx="13" cy="37"/>
              </a:xfrm>
              <a:custGeom>
                <a:avLst/>
                <a:gdLst>
                  <a:gd name="T0" fmla="*/ 372 w 5"/>
                  <a:gd name="T1" fmla="*/ 4157 h 14"/>
                  <a:gd name="T2" fmla="*/ 372 w 5"/>
                  <a:gd name="T3" fmla="*/ 2046 h 14"/>
                  <a:gd name="T4" fmla="*/ 372 w 5"/>
                  <a:gd name="T5" fmla="*/ 0 h 14"/>
                  <a:gd name="T6" fmla="*/ 1196 w 5"/>
                  <a:gd name="T7" fmla="*/ 629 h 14"/>
                  <a:gd name="T8" fmla="*/ 1196 w 5"/>
                  <a:gd name="T9" fmla="*/ 2437 h 14"/>
                  <a:gd name="T10" fmla="*/ 967 w 5"/>
                  <a:gd name="T11" fmla="*/ 4784 h 14"/>
                  <a:gd name="T12" fmla="*/ 372 w 5"/>
                  <a:gd name="T13" fmla="*/ 415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4">
                    <a:moveTo>
                      <a:pt x="1" y="12"/>
                    </a:moveTo>
                    <a:cubicBezTo>
                      <a:pt x="0" y="11"/>
                      <a:pt x="0" y="9"/>
                      <a:pt x="1" y="6"/>
                    </a:cubicBezTo>
                    <a:cubicBezTo>
                      <a:pt x="1" y="4"/>
                      <a:pt x="1" y="0"/>
                      <a:pt x="1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5"/>
                      <a:pt x="4" y="7"/>
                    </a:cubicBezTo>
                    <a:cubicBezTo>
                      <a:pt x="3" y="11"/>
                      <a:pt x="3" y="13"/>
                      <a:pt x="3" y="14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1" name="Freeform 2100">
                <a:extLst>
                  <a:ext uri="{FF2B5EF4-FFF2-40B4-BE49-F238E27FC236}">
                    <a16:creationId xmlns:a16="http://schemas.microsoft.com/office/drawing/2014/main" id="{38F1195E-E558-48C1-BD50-E6013C6C0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2139"/>
                <a:ext cx="13" cy="40"/>
              </a:xfrm>
              <a:custGeom>
                <a:avLst/>
                <a:gdLst>
                  <a:gd name="T0" fmla="*/ 595 w 5"/>
                  <a:gd name="T1" fmla="*/ 5005 h 15"/>
                  <a:gd name="T2" fmla="*/ 0 w 5"/>
                  <a:gd name="T3" fmla="*/ 2581 h 15"/>
                  <a:gd name="T4" fmla="*/ 0 w 5"/>
                  <a:gd name="T5" fmla="*/ 0 h 15"/>
                  <a:gd name="T6" fmla="*/ 967 w 5"/>
                  <a:gd name="T7" fmla="*/ 661 h 15"/>
                  <a:gd name="T8" fmla="*/ 1196 w 5"/>
                  <a:gd name="T9" fmla="*/ 2824 h 15"/>
                  <a:gd name="T10" fmla="*/ 1547 w 5"/>
                  <a:gd name="T11" fmla="*/ 5405 h 15"/>
                  <a:gd name="T12" fmla="*/ 595 w 5"/>
                  <a:gd name="T13" fmla="*/ 50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5">
                    <a:moveTo>
                      <a:pt x="2" y="14"/>
                    </a:moveTo>
                    <a:cubicBezTo>
                      <a:pt x="1" y="13"/>
                      <a:pt x="1" y="10"/>
                      <a:pt x="0" y="7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5"/>
                      <a:pt x="4" y="8"/>
                    </a:cubicBezTo>
                    <a:cubicBezTo>
                      <a:pt x="4" y="12"/>
                      <a:pt x="4" y="15"/>
                      <a:pt x="5" y="15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2" name="Freeform 2101">
                <a:extLst>
                  <a:ext uri="{FF2B5EF4-FFF2-40B4-BE49-F238E27FC236}">
                    <a16:creationId xmlns:a16="http://schemas.microsoft.com/office/drawing/2014/main" id="{2440CD66-D373-4AF6-81B5-D8A05F878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104"/>
                <a:ext cx="12" cy="37"/>
              </a:xfrm>
              <a:custGeom>
                <a:avLst/>
                <a:gdLst>
                  <a:gd name="T0" fmla="*/ 0 w 5"/>
                  <a:gd name="T1" fmla="*/ 4157 h 14"/>
                  <a:gd name="T2" fmla="*/ 0 w 5"/>
                  <a:gd name="T3" fmla="*/ 2046 h 14"/>
                  <a:gd name="T4" fmla="*/ 403 w 5"/>
                  <a:gd name="T5" fmla="*/ 0 h 14"/>
                  <a:gd name="T6" fmla="*/ 802 w 5"/>
                  <a:gd name="T7" fmla="*/ 629 h 14"/>
                  <a:gd name="T8" fmla="*/ 564 w 5"/>
                  <a:gd name="T9" fmla="*/ 2437 h 14"/>
                  <a:gd name="T10" fmla="*/ 403 w 5"/>
                  <a:gd name="T11" fmla="*/ 4784 h 14"/>
                  <a:gd name="T12" fmla="*/ 0 w 5"/>
                  <a:gd name="T13" fmla="*/ 415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4">
                    <a:moveTo>
                      <a:pt x="0" y="12"/>
                    </a:moveTo>
                    <a:cubicBezTo>
                      <a:pt x="0" y="11"/>
                      <a:pt x="0" y="9"/>
                      <a:pt x="0" y="6"/>
                    </a:cubicBezTo>
                    <a:cubicBezTo>
                      <a:pt x="1" y="4"/>
                      <a:pt x="2" y="0"/>
                      <a:pt x="2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4" y="5"/>
                      <a:pt x="3" y="7"/>
                    </a:cubicBezTo>
                    <a:cubicBezTo>
                      <a:pt x="2" y="11"/>
                      <a:pt x="2" y="13"/>
                      <a:pt x="2" y="14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3" name="Freeform 2102">
                <a:extLst>
                  <a:ext uri="{FF2B5EF4-FFF2-40B4-BE49-F238E27FC236}">
                    <a16:creationId xmlns:a16="http://schemas.microsoft.com/office/drawing/2014/main" id="{8E383CE0-22DD-45F6-94E7-93AA9F322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112"/>
                <a:ext cx="12" cy="43"/>
              </a:xfrm>
              <a:custGeom>
                <a:avLst/>
                <a:gdLst>
                  <a:gd name="T0" fmla="*/ 168 w 5"/>
                  <a:gd name="T1" fmla="*/ 5316 h 16"/>
                  <a:gd name="T2" fmla="*/ 168 w 5"/>
                  <a:gd name="T3" fmla="*/ 2658 h 16"/>
                  <a:gd name="T4" fmla="*/ 403 w 5"/>
                  <a:gd name="T5" fmla="*/ 0 h 16"/>
                  <a:gd name="T6" fmla="*/ 802 w 5"/>
                  <a:gd name="T7" fmla="*/ 680 h 16"/>
                  <a:gd name="T8" fmla="*/ 802 w 5"/>
                  <a:gd name="T9" fmla="*/ 3085 h 16"/>
                  <a:gd name="T10" fmla="*/ 802 w 5"/>
                  <a:gd name="T11" fmla="*/ 6060 h 16"/>
                  <a:gd name="T12" fmla="*/ 168 w 5"/>
                  <a:gd name="T13" fmla="*/ 53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6">
                    <a:moveTo>
                      <a:pt x="1" y="14"/>
                    </a:moveTo>
                    <a:cubicBezTo>
                      <a:pt x="0" y="13"/>
                      <a:pt x="0" y="10"/>
                      <a:pt x="1" y="7"/>
                    </a:cubicBezTo>
                    <a:cubicBezTo>
                      <a:pt x="1" y="5"/>
                      <a:pt x="2" y="0"/>
                      <a:pt x="2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4" y="6"/>
                      <a:pt x="4" y="8"/>
                    </a:cubicBezTo>
                    <a:cubicBezTo>
                      <a:pt x="3" y="12"/>
                      <a:pt x="3" y="15"/>
                      <a:pt x="4" y="16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4" name="Freeform 2103">
                <a:extLst>
                  <a:ext uri="{FF2B5EF4-FFF2-40B4-BE49-F238E27FC236}">
                    <a16:creationId xmlns:a16="http://schemas.microsoft.com/office/drawing/2014/main" id="{6F760DBE-7B88-4FD6-A247-2064B4CFB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123"/>
                <a:ext cx="35" cy="24"/>
              </a:xfrm>
              <a:custGeom>
                <a:avLst/>
                <a:gdLst>
                  <a:gd name="T0" fmla="*/ 3438 w 14"/>
                  <a:gd name="T1" fmla="*/ 1459 h 9"/>
                  <a:gd name="T2" fmla="*/ 783 w 14"/>
                  <a:gd name="T3" fmla="*/ 2824 h 9"/>
                  <a:gd name="T4" fmla="*/ 0 w 14"/>
                  <a:gd name="T5" fmla="*/ 2184 h 9"/>
                  <a:gd name="T6" fmla="*/ 2738 w 14"/>
                  <a:gd name="T7" fmla="*/ 661 h 9"/>
                  <a:gd name="T8" fmla="*/ 3438 w 14"/>
                  <a:gd name="T9" fmla="*/ 145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4"/>
                    </a:moveTo>
                    <a:cubicBezTo>
                      <a:pt x="12" y="3"/>
                      <a:pt x="3" y="9"/>
                      <a:pt x="3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9" y="0"/>
                      <a:pt x="11" y="2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5" name="Freeform 2104">
                <a:extLst>
                  <a:ext uri="{FF2B5EF4-FFF2-40B4-BE49-F238E27FC236}">
                    <a16:creationId xmlns:a16="http://schemas.microsoft.com/office/drawing/2014/main" id="{C3483235-3B4F-4B00-94E9-26DB09AB2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133"/>
                <a:ext cx="35" cy="24"/>
              </a:xfrm>
              <a:custGeom>
                <a:avLst/>
                <a:gdLst>
                  <a:gd name="T0" fmla="*/ 3438 w 14"/>
                  <a:gd name="T1" fmla="*/ 1459 h 9"/>
                  <a:gd name="T2" fmla="*/ 520 w 14"/>
                  <a:gd name="T3" fmla="*/ 2824 h 9"/>
                  <a:gd name="T4" fmla="*/ 0 w 14"/>
                  <a:gd name="T5" fmla="*/ 2184 h 9"/>
                  <a:gd name="T6" fmla="*/ 2738 w 14"/>
                  <a:gd name="T7" fmla="*/ 661 h 9"/>
                  <a:gd name="T8" fmla="*/ 3438 w 14"/>
                  <a:gd name="T9" fmla="*/ 145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4"/>
                    </a:moveTo>
                    <a:cubicBezTo>
                      <a:pt x="12" y="3"/>
                      <a:pt x="3" y="9"/>
                      <a:pt x="2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9" y="0"/>
                      <a:pt x="11" y="2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6" name="Freeform 2105">
                <a:extLst>
                  <a:ext uri="{FF2B5EF4-FFF2-40B4-BE49-F238E27FC236}">
                    <a16:creationId xmlns:a16="http://schemas.microsoft.com/office/drawing/2014/main" id="{1B957D3D-4068-4000-964B-37826068A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2141"/>
                <a:ext cx="20" cy="11"/>
              </a:xfrm>
              <a:custGeom>
                <a:avLst/>
                <a:gdLst>
                  <a:gd name="T0" fmla="*/ 1958 w 8"/>
                  <a:gd name="T1" fmla="*/ 0 h 4"/>
                  <a:gd name="T2" fmla="*/ 783 w 8"/>
                  <a:gd name="T3" fmla="*/ 1271 h 4"/>
                  <a:gd name="T4" fmla="*/ 0 w 8"/>
                  <a:gd name="T5" fmla="*/ 1724 h 4"/>
                  <a:gd name="T6" fmla="*/ 0 w 8"/>
                  <a:gd name="T7" fmla="*/ 1724 h 4"/>
                  <a:gd name="T8" fmla="*/ 988 w 8"/>
                  <a:gd name="T9" fmla="*/ 976 h 4"/>
                  <a:gd name="T10" fmla="*/ 1958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7" y="1"/>
                      <a:pt x="5" y="2"/>
                      <a:pt x="3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2" y="3"/>
                      <a:pt x="4" y="2"/>
                    </a:cubicBezTo>
                    <a:cubicBezTo>
                      <a:pt x="6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7" name="Freeform 2106">
                <a:extLst>
                  <a:ext uri="{FF2B5EF4-FFF2-40B4-BE49-F238E27FC236}">
                    <a16:creationId xmlns:a16="http://schemas.microsoft.com/office/drawing/2014/main" id="{C0141AE7-2E26-4466-BC98-943240B5F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131"/>
                <a:ext cx="20" cy="10"/>
              </a:xfrm>
              <a:custGeom>
                <a:avLst/>
                <a:gdLst>
                  <a:gd name="T0" fmla="*/ 1958 w 8"/>
                  <a:gd name="T1" fmla="*/ 0 h 4"/>
                  <a:gd name="T2" fmla="*/ 520 w 8"/>
                  <a:gd name="T3" fmla="*/ 783 h 4"/>
                  <a:gd name="T4" fmla="*/ 0 w 8"/>
                  <a:gd name="T5" fmla="*/ 988 h 4"/>
                  <a:gd name="T6" fmla="*/ 0 w 8"/>
                  <a:gd name="T7" fmla="*/ 988 h 4"/>
                  <a:gd name="T8" fmla="*/ 783 w 8"/>
                  <a:gd name="T9" fmla="*/ 520 h 4"/>
                  <a:gd name="T10" fmla="*/ 1958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6" y="1"/>
                      <a:pt x="4" y="2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2" y="3"/>
                      <a:pt x="3" y="2"/>
                    </a:cubicBezTo>
                    <a:cubicBezTo>
                      <a:pt x="5" y="1"/>
                      <a:pt x="6" y="1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8" name="Freeform 2107">
                <a:extLst>
                  <a:ext uri="{FF2B5EF4-FFF2-40B4-BE49-F238E27FC236}">
                    <a16:creationId xmlns:a16="http://schemas.microsoft.com/office/drawing/2014/main" id="{109847A5-6285-44CD-B5A3-DD17052D8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147"/>
                <a:ext cx="35" cy="21"/>
              </a:xfrm>
              <a:custGeom>
                <a:avLst/>
                <a:gdLst>
                  <a:gd name="T0" fmla="*/ 3438 w 14"/>
                  <a:gd name="T1" fmla="*/ 1378 h 8"/>
                  <a:gd name="T2" fmla="*/ 783 w 14"/>
                  <a:gd name="T3" fmla="*/ 2604 h 8"/>
                  <a:gd name="T4" fmla="*/ 0 w 14"/>
                  <a:gd name="T5" fmla="*/ 1612 h 8"/>
                  <a:gd name="T6" fmla="*/ 2938 w 14"/>
                  <a:gd name="T7" fmla="*/ 614 h 8"/>
                  <a:gd name="T8" fmla="*/ 3438 w 14"/>
                  <a:gd name="T9" fmla="*/ 137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4"/>
                    </a:moveTo>
                    <a:cubicBezTo>
                      <a:pt x="12" y="2"/>
                      <a:pt x="3" y="8"/>
                      <a:pt x="3" y="8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0" y="0"/>
                      <a:pt x="12" y="2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9" name="Freeform 2108">
                <a:extLst>
                  <a:ext uri="{FF2B5EF4-FFF2-40B4-BE49-F238E27FC236}">
                    <a16:creationId xmlns:a16="http://schemas.microsoft.com/office/drawing/2014/main" id="{4A14F763-AC1F-433E-90AE-D86143412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155"/>
                <a:ext cx="20" cy="10"/>
              </a:xfrm>
              <a:custGeom>
                <a:avLst/>
                <a:gdLst>
                  <a:gd name="T0" fmla="*/ 1958 w 8"/>
                  <a:gd name="T1" fmla="*/ 0 h 4"/>
                  <a:gd name="T2" fmla="*/ 783 w 8"/>
                  <a:gd name="T3" fmla="*/ 520 h 4"/>
                  <a:gd name="T4" fmla="*/ 0 w 8"/>
                  <a:gd name="T5" fmla="*/ 988 h 4"/>
                  <a:gd name="T6" fmla="*/ 0 w 8"/>
                  <a:gd name="T7" fmla="*/ 988 h 4"/>
                  <a:gd name="T8" fmla="*/ 988 w 8"/>
                  <a:gd name="T9" fmla="*/ 313 h 4"/>
                  <a:gd name="T10" fmla="*/ 1958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7" y="0"/>
                      <a:pt x="5" y="1"/>
                      <a:pt x="3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6" y="0"/>
                      <a:pt x="7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0" name="Freeform 2109">
                <a:extLst>
                  <a:ext uri="{FF2B5EF4-FFF2-40B4-BE49-F238E27FC236}">
                    <a16:creationId xmlns:a16="http://schemas.microsoft.com/office/drawing/2014/main" id="{900FCF02-C89E-4163-874D-FBA689996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152"/>
                <a:ext cx="30" cy="29"/>
              </a:xfrm>
              <a:custGeom>
                <a:avLst/>
                <a:gdLst>
                  <a:gd name="T0" fmla="*/ 2938 w 12"/>
                  <a:gd name="T1" fmla="*/ 1007 h 11"/>
                  <a:gd name="T2" fmla="*/ 783 w 12"/>
                  <a:gd name="T3" fmla="*/ 3335 h 11"/>
                  <a:gd name="T4" fmla="*/ 0 w 12"/>
                  <a:gd name="T5" fmla="*/ 3045 h 11"/>
                  <a:gd name="T6" fmla="*/ 2270 w 12"/>
                  <a:gd name="T7" fmla="*/ 625 h 11"/>
                  <a:gd name="T8" fmla="*/ 2938 w 12"/>
                  <a:gd name="T9" fmla="*/ 100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3"/>
                    </a:moveTo>
                    <a:cubicBezTo>
                      <a:pt x="10" y="2"/>
                      <a:pt x="4" y="11"/>
                      <a:pt x="3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6" y="0"/>
                      <a:pt x="9" y="2"/>
                    </a:cubicBez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1" name="Freeform 2110">
                <a:extLst>
                  <a:ext uri="{FF2B5EF4-FFF2-40B4-BE49-F238E27FC236}">
                    <a16:creationId xmlns:a16="http://schemas.microsoft.com/office/drawing/2014/main" id="{D899A54C-AE1C-4E3E-B94B-8E06428D1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160"/>
                <a:ext cx="15" cy="16"/>
              </a:xfrm>
              <a:custGeom>
                <a:avLst/>
                <a:gdLst>
                  <a:gd name="T0" fmla="*/ 1488 w 6"/>
                  <a:gd name="T1" fmla="*/ 0 h 6"/>
                  <a:gd name="T2" fmla="*/ 520 w 6"/>
                  <a:gd name="T3" fmla="*/ 1459 h 6"/>
                  <a:gd name="T4" fmla="*/ 0 w 6"/>
                  <a:gd name="T5" fmla="*/ 2184 h 6"/>
                  <a:gd name="T6" fmla="*/ 0 w 6"/>
                  <a:gd name="T7" fmla="*/ 2184 h 6"/>
                  <a:gd name="T8" fmla="*/ 783 w 6"/>
                  <a:gd name="T9" fmla="*/ 1059 h 6"/>
                  <a:gd name="T10" fmla="*/ 1488 w 6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5" y="1"/>
                      <a:pt x="3" y="3"/>
                      <a:pt x="2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4"/>
                      <a:pt x="3" y="3"/>
                    </a:cubicBezTo>
                    <a:cubicBezTo>
                      <a:pt x="4" y="1"/>
                      <a:pt x="5" y="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2" name="Freeform 2111">
                <a:extLst>
                  <a:ext uri="{FF2B5EF4-FFF2-40B4-BE49-F238E27FC236}">
                    <a16:creationId xmlns:a16="http://schemas.microsoft.com/office/drawing/2014/main" id="{0EC5D4C5-D1B3-493A-A709-63A94547A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043"/>
                <a:ext cx="22" cy="40"/>
              </a:xfrm>
              <a:custGeom>
                <a:avLst/>
                <a:gdLst>
                  <a:gd name="T0" fmla="*/ 0 w 9"/>
                  <a:gd name="T1" fmla="*/ 4301 h 15"/>
                  <a:gd name="T2" fmla="*/ 616 w 9"/>
                  <a:gd name="T3" fmla="*/ 2184 h 15"/>
                  <a:gd name="T4" fmla="*/ 1506 w 9"/>
                  <a:gd name="T5" fmla="*/ 0 h 15"/>
                  <a:gd name="T6" fmla="*/ 1750 w 9"/>
                  <a:gd name="T7" fmla="*/ 1459 h 15"/>
                  <a:gd name="T8" fmla="*/ 1039 w 9"/>
                  <a:gd name="T9" fmla="*/ 2824 h 15"/>
                  <a:gd name="T10" fmla="*/ 174 w 9"/>
                  <a:gd name="T11" fmla="*/ 5405 h 15"/>
                  <a:gd name="T12" fmla="*/ 0 w 9"/>
                  <a:gd name="T13" fmla="*/ 430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0" y="12"/>
                    </a:moveTo>
                    <a:cubicBezTo>
                      <a:pt x="0" y="11"/>
                      <a:pt x="1" y="8"/>
                      <a:pt x="3" y="6"/>
                    </a:cubicBezTo>
                    <a:cubicBezTo>
                      <a:pt x="4" y="4"/>
                      <a:pt x="7" y="1"/>
                      <a:pt x="7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5"/>
                      <a:pt x="6" y="6"/>
                      <a:pt x="5" y="8"/>
                    </a:cubicBezTo>
                    <a:cubicBezTo>
                      <a:pt x="2" y="11"/>
                      <a:pt x="1" y="14"/>
                      <a:pt x="1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3" name="Freeform 2112">
                <a:extLst>
                  <a:ext uri="{FF2B5EF4-FFF2-40B4-BE49-F238E27FC236}">
                    <a16:creationId xmlns:a16="http://schemas.microsoft.com/office/drawing/2014/main" id="{E78CA02B-80E0-4813-981D-5ADDE27D9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059"/>
                <a:ext cx="20" cy="37"/>
              </a:xfrm>
              <a:custGeom>
                <a:avLst/>
                <a:gdLst>
                  <a:gd name="T0" fmla="*/ 0 w 8"/>
                  <a:gd name="T1" fmla="*/ 3766 h 14"/>
                  <a:gd name="T2" fmla="*/ 783 w 8"/>
                  <a:gd name="T3" fmla="*/ 1662 h 14"/>
                  <a:gd name="T4" fmla="*/ 1770 w 8"/>
                  <a:gd name="T5" fmla="*/ 0 h 14"/>
                  <a:gd name="T6" fmla="*/ 1958 w 8"/>
                  <a:gd name="T7" fmla="*/ 1033 h 14"/>
                  <a:gd name="T8" fmla="*/ 988 w 8"/>
                  <a:gd name="T9" fmla="*/ 2730 h 14"/>
                  <a:gd name="T10" fmla="*/ 520 w 8"/>
                  <a:gd name="T11" fmla="*/ 4784 h 14"/>
                  <a:gd name="T12" fmla="*/ 0 w 8"/>
                  <a:gd name="T13" fmla="*/ 376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0" y="11"/>
                    </a:moveTo>
                    <a:cubicBezTo>
                      <a:pt x="0" y="10"/>
                      <a:pt x="1" y="7"/>
                      <a:pt x="3" y="5"/>
                    </a:cubicBezTo>
                    <a:cubicBezTo>
                      <a:pt x="4" y="3"/>
                      <a:pt x="7" y="0"/>
                      <a:pt x="7" y="0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6" y="6"/>
                      <a:pt x="4" y="8"/>
                    </a:cubicBezTo>
                    <a:cubicBezTo>
                      <a:pt x="2" y="11"/>
                      <a:pt x="1" y="13"/>
                      <a:pt x="2" y="14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4" name="Freeform 2113">
                <a:extLst>
                  <a:ext uri="{FF2B5EF4-FFF2-40B4-BE49-F238E27FC236}">
                    <a16:creationId xmlns:a16="http://schemas.microsoft.com/office/drawing/2014/main" id="{29497954-E1AA-4C7B-92DF-309BD8687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077"/>
                <a:ext cx="23" cy="38"/>
              </a:xfrm>
              <a:custGeom>
                <a:avLst/>
                <a:gdLst>
                  <a:gd name="T0" fmla="*/ 332 w 9"/>
                  <a:gd name="T1" fmla="*/ 4397 h 14"/>
                  <a:gd name="T2" fmla="*/ 848 w 9"/>
                  <a:gd name="T3" fmla="*/ 2342 h 14"/>
                  <a:gd name="T4" fmla="*/ 1620 w 9"/>
                  <a:gd name="T5" fmla="*/ 0 h 14"/>
                  <a:gd name="T6" fmla="*/ 2167 w 9"/>
                  <a:gd name="T7" fmla="*/ 1200 h 14"/>
                  <a:gd name="T8" fmla="*/ 1620 w 9"/>
                  <a:gd name="T9" fmla="*/ 3257 h 14"/>
                  <a:gd name="T10" fmla="*/ 549 w 9"/>
                  <a:gd name="T11" fmla="*/ 5600 h 14"/>
                  <a:gd name="T12" fmla="*/ 332 w 9"/>
                  <a:gd name="T13" fmla="*/ 439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1" y="11"/>
                    </a:moveTo>
                    <a:cubicBezTo>
                      <a:pt x="0" y="10"/>
                      <a:pt x="2" y="8"/>
                      <a:pt x="3" y="6"/>
                    </a:cubicBezTo>
                    <a:cubicBezTo>
                      <a:pt x="4" y="4"/>
                      <a:pt x="6" y="0"/>
                      <a:pt x="6" y="0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7" y="6"/>
                      <a:pt x="6" y="8"/>
                    </a:cubicBezTo>
                    <a:cubicBezTo>
                      <a:pt x="4" y="11"/>
                      <a:pt x="2" y="13"/>
                      <a:pt x="2" y="14"/>
                    </a:cubicBez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5" name="Freeform 2114">
                <a:extLst>
                  <a:ext uri="{FF2B5EF4-FFF2-40B4-BE49-F238E27FC236}">
                    <a16:creationId xmlns:a16="http://schemas.microsoft.com/office/drawing/2014/main" id="{C8B0C998-79BE-4694-B9B0-4763570A0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088"/>
                <a:ext cx="18" cy="43"/>
              </a:xfrm>
              <a:custGeom>
                <a:avLst/>
                <a:gdLst>
                  <a:gd name="T0" fmla="*/ 357 w 7"/>
                  <a:gd name="T1" fmla="*/ 4913 h 16"/>
                  <a:gd name="T2" fmla="*/ 563 w 7"/>
                  <a:gd name="T3" fmla="*/ 2255 h 16"/>
                  <a:gd name="T4" fmla="*/ 1137 w 7"/>
                  <a:gd name="T5" fmla="*/ 0 h 16"/>
                  <a:gd name="T6" fmla="*/ 1700 w 7"/>
                  <a:gd name="T7" fmla="*/ 1148 h 16"/>
                  <a:gd name="T8" fmla="*/ 1137 w 7"/>
                  <a:gd name="T9" fmla="*/ 3085 h 16"/>
                  <a:gd name="T10" fmla="*/ 918 w 7"/>
                  <a:gd name="T11" fmla="*/ 6060 h 16"/>
                  <a:gd name="T12" fmla="*/ 357 w 7"/>
                  <a:gd name="T13" fmla="*/ 4913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1" y="13"/>
                    </a:moveTo>
                    <a:cubicBezTo>
                      <a:pt x="0" y="12"/>
                      <a:pt x="1" y="9"/>
                      <a:pt x="2" y="6"/>
                    </a:cubicBezTo>
                    <a:cubicBezTo>
                      <a:pt x="2" y="4"/>
                      <a:pt x="4" y="0"/>
                      <a:pt x="4" y="0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5" y="6"/>
                      <a:pt x="4" y="8"/>
                    </a:cubicBezTo>
                    <a:cubicBezTo>
                      <a:pt x="3" y="12"/>
                      <a:pt x="2" y="15"/>
                      <a:pt x="3" y="16"/>
                    </a:cubicBezTo>
                    <a:lnTo>
                      <a:pt x="1" y="13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" name="Freeform 2115">
                <a:extLst>
                  <a:ext uri="{FF2B5EF4-FFF2-40B4-BE49-F238E27FC236}">
                    <a16:creationId xmlns:a16="http://schemas.microsoft.com/office/drawing/2014/main" id="{FBD7D8A2-B639-4F89-9D97-C48D2A14D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069"/>
                <a:ext cx="32" cy="16"/>
              </a:xfrm>
              <a:custGeom>
                <a:avLst/>
                <a:gdLst>
                  <a:gd name="T0" fmla="*/ 2897 w 13"/>
                  <a:gd name="T1" fmla="*/ 1763 h 6"/>
                  <a:gd name="T2" fmla="*/ 182 w 13"/>
                  <a:gd name="T3" fmla="*/ 1763 h 6"/>
                  <a:gd name="T4" fmla="*/ 0 w 13"/>
                  <a:gd name="T5" fmla="*/ 661 h 6"/>
                  <a:gd name="T6" fmla="*/ 2715 w 13"/>
                  <a:gd name="T7" fmla="*/ 661 h 6"/>
                  <a:gd name="T8" fmla="*/ 2897 w 13"/>
                  <a:gd name="T9" fmla="*/ 176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3" y="5"/>
                    </a:moveTo>
                    <a:cubicBezTo>
                      <a:pt x="12" y="3"/>
                      <a:pt x="2" y="6"/>
                      <a:pt x="1" y="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0" y="0"/>
                      <a:pt x="12" y="2"/>
                    </a:cubicBez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7" name="Freeform 2116">
                <a:extLst>
                  <a:ext uri="{FF2B5EF4-FFF2-40B4-BE49-F238E27FC236}">
                    <a16:creationId xmlns:a16="http://schemas.microsoft.com/office/drawing/2014/main" id="{ED63571B-C3A8-428B-B026-B06F4CD28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083"/>
                <a:ext cx="32" cy="16"/>
              </a:xfrm>
              <a:custGeom>
                <a:avLst/>
                <a:gdLst>
                  <a:gd name="T0" fmla="*/ 2897 w 13"/>
                  <a:gd name="T1" fmla="*/ 1763 h 6"/>
                  <a:gd name="T2" fmla="*/ 182 w 13"/>
                  <a:gd name="T3" fmla="*/ 1763 h 6"/>
                  <a:gd name="T4" fmla="*/ 0 w 13"/>
                  <a:gd name="T5" fmla="*/ 661 h 6"/>
                  <a:gd name="T6" fmla="*/ 2715 w 13"/>
                  <a:gd name="T7" fmla="*/ 661 h 6"/>
                  <a:gd name="T8" fmla="*/ 2897 w 13"/>
                  <a:gd name="T9" fmla="*/ 176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3" y="5"/>
                    </a:moveTo>
                    <a:cubicBezTo>
                      <a:pt x="12" y="3"/>
                      <a:pt x="2" y="6"/>
                      <a:pt x="1" y="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1" y="0"/>
                      <a:pt x="12" y="2"/>
                    </a:cubicBez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8" name="Freeform 2117">
                <a:extLst>
                  <a:ext uri="{FF2B5EF4-FFF2-40B4-BE49-F238E27FC236}">
                    <a16:creationId xmlns:a16="http://schemas.microsoft.com/office/drawing/2014/main" id="{D5DD0095-6BE3-4DE4-8FA1-4812CEF7B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091"/>
                <a:ext cx="22" cy="2"/>
              </a:xfrm>
              <a:custGeom>
                <a:avLst/>
                <a:gdLst>
                  <a:gd name="T0" fmla="*/ 1931 w 9"/>
                  <a:gd name="T1" fmla="*/ 64 h 1"/>
                  <a:gd name="T2" fmla="*/ 616 w 9"/>
                  <a:gd name="T3" fmla="*/ 64 h 1"/>
                  <a:gd name="T4" fmla="*/ 0 w 9"/>
                  <a:gd name="T5" fmla="*/ 64 h 1"/>
                  <a:gd name="T6" fmla="*/ 0 w 9"/>
                  <a:gd name="T7" fmla="*/ 64 h 1"/>
                  <a:gd name="T8" fmla="*/ 1039 w 9"/>
                  <a:gd name="T9" fmla="*/ 0 h 1"/>
                  <a:gd name="T10" fmla="*/ 1931 w 9"/>
                  <a:gd name="T11" fmla="*/ 64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">
                    <a:moveTo>
                      <a:pt x="9" y="1"/>
                    </a:moveTo>
                    <a:cubicBezTo>
                      <a:pt x="8" y="0"/>
                      <a:pt x="5" y="1"/>
                      <a:pt x="3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3" y="1"/>
                      <a:pt x="5" y="0"/>
                    </a:cubicBezTo>
                    <a:cubicBezTo>
                      <a:pt x="7" y="0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9" name="Freeform 2118">
                <a:extLst>
                  <a:ext uri="{FF2B5EF4-FFF2-40B4-BE49-F238E27FC236}">
                    <a16:creationId xmlns:a16="http://schemas.microsoft.com/office/drawing/2014/main" id="{E408CBB6-05AC-46F7-AE4F-B2282636E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077"/>
                <a:ext cx="23" cy="3"/>
              </a:xfrm>
              <a:custGeom>
                <a:avLst/>
                <a:gdLst>
                  <a:gd name="T0" fmla="*/ 2520 w 9"/>
                  <a:gd name="T1" fmla="*/ 729 h 1"/>
                  <a:gd name="T2" fmla="*/ 549 w 9"/>
                  <a:gd name="T3" fmla="*/ 729 h 1"/>
                  <a:gd name="T4" fmla="*/ 0 w 9"/>
                  <a:gd name="T5" fmla="*/ 729 h 1"/>
                  <a:gd name="T6" fmla="*/ 0 w 9"/>
                  <a:gd name="T7" fmla="*/ 729 h 1"/>
                  <a:gd name="T8" fmla="*/ 1104 w 9"/>
                  <a:gd name="T9" fmla="*/ 0 h 1"/>
                  <a:gd name="T10" fmla="*/ 2520 w 9"/>
                  <a:gd name="T11" fmla="*/ 729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">
                    <a:moveTo>
                      <a:pt x="9" y="1"/>
                    </a:moveTo>
                    <a:cubicBezTo>
                      <a:pt x="7" y="0"/>
                      <a:pt x="5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  <a:cubicBezTo>
                      <a:pt x="6" y="0"/>
                      <a:pt x="7" y="0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0" name="Freeform 2119">
                <a:extLst>
                  <a:ext uri="{FF2B5EF4-FFF2-40B4-BE49-F238E27FC236}">
                    <a16:creationId xmlns:a16="http://schemas.microsoft.com/office/drawing/2014/main" id="{A1044641-81FD-431D-BF84-86E9906A0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099"/>
                <a:ext cx="38" cy="16"/>
              </a:xfrm>
              <a:custGeom>
                <a:avLst/>
                <a:gdLst>
                  <a:gd name="T0" fmla="*/ 3955 w 15"/>
                  <a:gd name="T1" fmla="*/ 1763 h 6"/>
                  <a:gd name="T2" fmla="*/ 540 w 15"/>
                  <a:gd name="T3" fmla="*/ 1763 h 6"/>
                  <a:gd name="T4" fmla="*/ 0 w 15"/>
                  <a:gd name="T5" fmla="*/ 661 h 6"/>
                  <a:gd name="T6" fmla="*/ 3466 w 15"/>
                  <a:gd name="T7" fmla="*/ 661 h 6"/>
                  <a:gd name="T8" fmla="*/ 3955 w 15"/>
                  <a:gd name="T9" fmla="*/ 176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5" y="5"/>
                    </a:moveTo>
                    <a:cubicBezTo>
                      <a:pt x="14" y="3"/>
                      <a:pt x="2" y="6"/>
                      <a:pt x="2" y="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2" y="0"/>
                      <a:pt x="13" y="2"/>
                    </a:cubicBez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1" name="Freeform 2120">
                <a:extLst>
                  <a:ext uri="{FF2B5EF4-FFF2-40B4-BE49-F238E27FC236}">
                    <a16:creationId xmlns:a16="http://schemas.microsoft.com/office/drawing/2014/main" id="{E0E73D01-87F3-42F2-BD15-A688F0B34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107"/>
                <a:ext cx="28" cy="5"/>
              </a:xfrm>
              <a:custGeom>
                <a:avLst/>
                <a:gdLst>
                  <a:gd name="T0" fmla="*/ 2986 w 11"/>
                  <a:gd name="T1" fmla="*/ 313 h 2"/>
                  <a:gd name="T2" fmla="*/ 1056 w 11"/>
                  <a:gd name="T3" fmla="*/ 313 h 2"/>
                  <a:gd name="T4" fmla="*/ 0 w 11"/>
                  <a:gd name="T5" fmla="*/ 520 h 2"/>
                  <a:gd name="T6" fmla="*/ 0 w 11"/>
                  <a:gd name="T7" fmla="*/ 520 h 2"/>
                  <a:gd name="T8" fmla="*/ 1601 w 11"/>
                  <a:gd name="T9" fmla="*/ 313 h 2"/>
                  <a:gd name="T10" fmla="*/ 2986 w 11"/>
                  <a:gd name="T11" fmla="*/ 31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11" y="1"/>
                    </a:moveTo>
                    <a:cubicBezTo>
                      <a:pt x="9" y="1"/>
                      <a:pt x="6" y="1"/>
                      <a:pt x="4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4" y="1"/>
                      <a:pt x="6" y="1"/>
                    </a:cubicBezTo>
                    <a:cubicBezTo>
                      <a:pt x="8" y="0"/>
                      <a:pt x="9" y="1"/>
                      <a:pt x="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2" name="Freeform 2121">
                <a:extLst>
                  <a:ext uri="{FF2B5EF4-FFF2-40B4-BE49-F238E27FC236}">
                    <a16:creationId xmlns:a16="http://schemas.microsoft.com/office/drawing/2014/main" id="{C0AFFA65-B170-42CB-97F5-85A758E77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109"/>
                <a:ext cx="35" cy="24"/>
              </a:xfrm>
              <a:custGeom>
                <a:avLst/>
                <a:gdLst>
                  <a:gd name="T0" fmla="*/ 3438 w 14"/>
                  <a:gd name="T1" fmla="*/ 1459 h 9"/>
                  <a:gd name="T2" fmla="*/ 783 w 14"/>
                  <a:gd name="T3" fmla="*/ 2824 h 9"/>
                  <a:gd name="T4" fmla="*/ 0 w 14"/>
                  <a:gd name="T5" fmla="*/ 1763 h 9"/>
                  <a:gd name="T6" fmla="*/ 2938 w 14"/>
                  <a:gd name="T7" fmla="*/ 661 h 9"/>
                  <a:gd name="T8" fmla="*/ 3438 w 14"/>
                  <a:gd name="T9" fmla="*/ 145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4"/>
                    </a:moveTo>
                    <a:cubicBezTo>
                      <a:pt x="12" y="2"/>
                      <a:pt x="3" y="9"/>
                      <a:pt x="3" y="8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0" y="0"/>
                      <a:pt x="12" y="2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3" name="Freeform 2122">
                <a:extLst>
                  <a:ext uri="{FF2B5EF4-FFF2-40B4-BE49-F238E27FC236}">
                    <a16:creationId xmlns:a16="http://schemas.microsoft.com/office/drawing/2014/main" id="{BFC0B87D-B8A3-47A2-97B9-016A32039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117"/>
                <a:ext cx="22" cy="11"/>
              </a:xfrm>
              <a:custGeom>
                <a:avLst/>
                <a:gdLst>
                  <a:gd name="T0" fmla="*/ 1931 w 9"/>
                  <a:gd name="T1" fmla="*/ 0 h 4"/>
                  <a:gd name="T2" fmla="*/ 616 w 9"/>
                  <a:gd name="T3" fmla="*/ 1271 h 4"/>
                  <a:gd name="T4" fmla="*/ 0 w 9"/>
                  <a:gd name="T5" fmla="*/ 1724 h 4"/>
                  <a:gd name="T6" fmla="*/ 0 w 9"/>
                  <a:gd name="T7" fmla="*/ 1724 h 4"/>
                  <a:gd name="T8" fmla="*/ 860 w 9"/>
                  <a:gd name="T9" fmla="*/ 976 h 4"/>
                  <a:gd name="T10" fmla="*/ 1931 w 9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7" y="1"/>
                      <a:pt x="5" y="2"/>
                      <a:pt x="3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2" y="2"/>
                      <a:pt x="4" y="2"/>
                    </a:cubicBezTo>
                    <a:cubicBezTo>
                      <a:pt x="6" y="1"/>
                      <a:pt x="7" y="1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4" name="Freeform 2123">
                <a:extLst>
                  <a:ext uri="{FF2B5EF4-FFF2-40B4-BE49-F238E27FC236}">
                    <a16:creationId xmlns:a16="http://schemas.microsoft.com/office/drawing/2014/main" id="{335A028D-0653-4326-8420-51A82CF6F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016"/>
                <a:ext cx="23" cy="27"/>
              </a:xfrm>
              <a:custGeom>
                <a:avLst/>
                <a:gdLst>
                  <a:gd name="T0" fmla="*/ 0 w 9"/>
                  <a:gd name="T1" fmla="*/ 2719 h 10"/>
                  <a:gd name="T2" fmla="*/ 1104 w 9"/>
                  <a:gd name="T3" fmla="*/ 1158 h 10"/>
                  <a:gd name="T4" fmla="*/ 2520 w 9"/>
                  <a:gd name="T5" fmla="*/ 0 h 10"/>
                  <a:gd name="T6" fmla="*/ 2520 w 9"/>
                  <a:gd name="T7" fmla="*/ 1158 h 10"/>
                  <a:gd name="T8" fmla="*/ 1403 w 9"/>
                  <a:gd name="T9" fmla="*/ 2719 h 10"/>
                  <a:gd name="T10" fmla="*/ 0 w 9"/>
                  <a:gd name="T11" fmla="*/ 3877 h 10"/>
                  <a:gd name="T12" fmla="*/ 0 w 9"/>
                  <a:gd name="T13" fmla="*/ 271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0" y="7"/>
                    </a:moveTo>
                    <a:cubicBezTo>
                      <a:pt x="0" y="6"/>
                      <a:pt x="1" y="5"/>
                      <a:pt x="4" y="3"/>
                    </a:cubicBezTo>
                    <a:cubicBezTo>
                      <a:pt x="6" y="2"/>
                      <a:pt x="9" y="0"/>
                      <a:pt x="9" y="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7" y="5"/>
                      <a:pt x="5" y="7"/>
                    </a:cubicBezTo>
                    <a:cubicBezTo>
                      <a:pt x="1" y="9"/>
                      <a:pt x="0" y="9"/>
                      <a:pt x="0" y="10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5" name="Freeform 2124">
                <a:extLst>
                  <a:ext uri="{FF2B5EF4-FFF2-40B4-BE49-F238E27FC236}">
                    <a16:creationId xmlns:a16="http://schemas.microsoft.com/office/drawing/2014/main" id="{6EC19696-137C-4A06-B27D-0E652F3E4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029"/>
                <a:ext cx="25" cy="35"/>
              </a:xfrm>
              <a:custGeom>
                <a:avLst/>
                <a:gdLst>
                  <a:gd name="T0" fmla="*/ 0 w 10"/>
                  <a:gd name="T1" fmla="*/ 3414 h 13"/>
                  <a:gd name="T2" fmla="*/ 988 w 10"/>
                  <a:gd name="T3" fmla="*/ 1580 h 13"/>
                  <a:gd name="T4" fmla="*/ 2270 w 10"/>
                  <a:gd name="T5" fmla="*/ 0 h 13"/>
                  <a:gd name="T6" fmla="*/ 2470 w 10"/>
                  <a:gd name="T7" fmla="*/ 1152 h 13"/>
                  <a:gd name="T8" fmla="*/ 1488 w 10"/>
                  <a:gd name="T9" fmla="*/ 2673 h 13"/>
                  <a:gd name="T10" fmla="*/ 313 w 10"/>
                  <a:gd name="T11" fmla="*/ 4935 h 13"/>
                  <a:gd name="T12" fmla="*/ 0 w 10"/>
                  <a:gd name="T13" fmla="*/ 341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0" y="9"/>
                    </a:moveTo>
                    <a:cubicBezTo>
                      <a:pt x="0" y="8"/>
                      <a:pt x="2" y="5"/>
                      <a:pt x="4" y="4"/>
                    </a:cubicBezTo>
                    <a:cubicBezTo>
                      <a:pt x="6" y="2"/>
                      <a:pt x="9" y="0"/>
                      <a:pt x="9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8" y="5"/>
                      <a:pt x="6" y="7"/>
                    </a:cubicBezTo>
                    <a:cubicBezTo>
                      <a:pt x="2" y="9"/>
                      <a:pt x="1" y="12"/>
                      <a:pt x="1" y="13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6" name="Freeform 2125">
                <a:extLst>
                  <a:ext uri="{FF2B5EF4-FFF2-40B4-BE49-F238E27FC236}">
                    <a16:creationId xmlns:a16="http://schemas.microsoft.com/office/drawing/2014/main" id="{C2BA4D1C-B877-49A3-996F-6AC4C20CD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997"/>
                <a:ext cx="27" cy="27"/>
              </a:xfrm>
              <a:custGeom>
                <a:avLst/>
                <a:gdLst>
                  <a:gd name="T0" fmla="*/ 2216 w 11"/>
                  <a:gd name="T1" fmla="*/ 3877 h 10"/>
                  <a:gd name="T2" fmla="*/ 174 w 11"/>
                  <a:gd name="T3" fmla="*/ 1158 h 10"/>
                  <a:gd name="T4" fmla="*/ 174 w 11"/>
                  <a:gd name="T5" fmla="*/ 0 h 10"/>
                  <a:gd name="T6" fmla="*/ 2398 w 11"/>
                  <a:gd name="T7" fmla="*/ 2719 h 10"/>
                  <a:gd name="T8" fmla="*/ 2216 w 11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0" y="10"/>
                    </a:moveTo>
                    <a:cubicBezTo>
                      <a:pt x="11" y="7"/>
                      <a:pt x="0" y="4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1" y="4"/>
                      <a:pt x="11" y="7"/>
                    </a:cubicBez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7" name="Freeform 2126">
                <a:extLst>
                  <a:ext uri="{FF2B5EF4-FFF2-40B4-BE49-F238E27FC236}">
                    <a16:creationId xmlns:a16="http://schemas.microsoft.com/office/drawing/2014/main" id="{D95407E2-178D-4A89-ACA0-7BE1CADE0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013"/>
                <a:ext cx="25" cy="24"/>
              </a:xfrm>
              <a:custGeom>
                <a:avLst/>
                <a:gdLst>
                  <a:gd name="T0" fmla="*/ 2470 w 10"/>
                  <a:gd name="T1" fmla="*/ 3243 h 9"/>
                  <a:gd name="T2" fmla="*/ 0 w 10"/>
                  <a:gd name="T3" fmla="*/ 1059 h 9"/>
                  <a:gd name="T4" fmla="*/ 0 w 10"/>
                  <a:gd name="T5" fmla="*/ 0 h 9"/>
                  <a:gd name="T6" fmla="*/ 2470 w 10"/>
                  <a:gd name="T7" fmla="*/ 2184 h 9"/>
                  <a:gd name="T8" fmla="*/ 2470 w 10"/>
                  <a:gd name="T9" fmla="*/ 324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cubicBezTo>
                      <a:pt x="10" y="7"/>
                      <a:pt x="0" y="4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0" y="3"/>
                      <a:pt x="10" y="6"/>
                    </a:cubicBez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8" name="Freeform 2127">
                <a:extLst>
                  <a:ext uri="{FF2B5EF4-FFF2-40B4-BE49-F238E27FC236}">
                    <a16:creationId xmlns:a16="http://schemas.microsoft.com/office/drawing/2014/main" id="{B413D9E8-DFD9-4611-BD7E-1D3B79FBC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021"/>
                <a:ext cx="20" cy="11"/>
              </a:xfrm>
              <a:custGeom>
                <a:avLst/>
                <a:gdLst>
                  <a:gd name="T0" fmla="*/ 1958 w 8"/>
                  <a:gd name="T1" fmla="*/ 1724 h 4"/>
                  <a:gd name="T2" fmla="*/ 520 w 8"/>
                  <a:gd name="T3" fmla="*/ 462 h 4"/>
                  <a:gd name="T4" fmla="*/ 0 w 8"/>
                  <a:gd name="T5" fmla="*/ 0 h 4"/>
                  <a:gd name="T6" fmla="*/ 0 w 8"/>
                  <a:gd name="T7" fmla="*/ 0 h 4"/>
                  <a:gd name="T8" fmla="*/ 988 w 8"/>
                  <a:gd name="T9" fmla="*/ 462 h 4"/>
                  <a:gd name="T10" fmla="*/ 1958 w 8"/>
                  <a:gd name="T11" fmla="*/ 17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7" y="3"/>
                      <a:pt x="5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4" y="1"/>
                    </a:cubicBezTo>
                    <a:cubicBezTo>
                      <a:pt x="6" y="2"/>
                      <a:pt x="7" y="3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9" name="Freeform 2128">
                <a:extLst>
                  <a:ext uri="{FF2B5EF4-FFF2-40B4-BE49-F238E27FC236}">
                    <a16:creationId xmlns:a16="http://schemas.microsoft.com/office/drawing/2014/main" id="{6F874D91-DD7C-4685-8A27-5E336EAB4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008"/>
                <a:ext cx="20" cy="11"/>
              </a:xfrm>
              <a:custGeom>
                <a:avLst/>
                <a:gdLst>
                  <a:gd name="T0" fmla="*/ 1958 w 8"/>
                  <a:gd name="T1" fmla="*/ 1724 h 4"/>
                  <a:gd name="T2" fmla="*/ 783 w 8"/>
                  <a:gd name="T3" fmla="*/ 462 h 4"/>
                  <a:gd name="T4" fmla="*/ 0 w 8"/>
                  <a:gd name="T5" fmla="*/ 0 h 4"/>
                  <a:gd name="T6" fmla="*/ 0 w 8"/>
                  <a:gd name="T7" fmla="*/ 0 h 4"/>
                  <a:gd name="T8" fmla="*/ 988 w 8"/>
                  <a:gd name="T9" fmla="*/ 462 h 4"/>
                  <a:gd name="T10" fmla="*/ 1958 w 8"/>
                  <a:gd name="T11" fmla="*/ 17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7" y="3"/>
                      <a:pt x="5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0"/>
                      <a:pt x="4" y="1"/>
                    </a:cubicBezTo>
                    <a:cubicBezTo>
                      <a:pt x="6" y="2"/>
                      <a:pt x="7" y="3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0" name="Freeform 2129">
                <a:extLst>
                  <a:ext uri="{FF2B5EF4-FFF2-40B4-BE49-F238E27FC236}">
                    <a16:creationId xmlns:a16="http://schemas.microsoft.com/office/drawing/2014/main" id="{3FA3184C-D80A-4EE5-A309-CFEEB50BE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032"/>
                <a:ext cx="27" cy="27"/>
              </a:xfrm>
              <a:custGeom>
                <a:avLst/>
                <a:gdLst>
                  <a:gd name="T0" fmla="*/ 2216 w 11"/>
                  <a:gd name="T1" fmla="*/ 3877 h 10"/>
                  <a:gd name="T2" fmla="*/ 0 w 11"/>
                  <a:gd name="T3" fmla="*/ 1596 h 10"/>
                  <a:gd name="T4" fmla="*/ 174 w 11"/>
                  <a:gd name="T5" fmla="*/ 0 h 10"/>
                  <a:gd name="T6" fmla="*/ 2216 w 11"/>
                  <a:gd name="T7" fmla="*/ 2719 h 10"/>
                  <a:gd name="T8" fmla="*/ 2216 w 11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0" y="10"/>
                    </a:moveTo>
                    <a:cubicBezTo>
                      <a:pt x="10" y="8"/>
                      <a:pt x="0" y="5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1" y="4"/>
                      <a:pt x="10" y="7"/>
                    </a:cubicBez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1" name="Freeform 2130">
                <a:extLst>
                  <a:ext uri="{FF2B5EF4-FFF2-40B4-BE49-F238E27FC236}">
                    <a16:creationId xmlns:a16="http://schemas.microsoft.com/office/drawing/2014/main" id="{0E68E0C2-1C4C-486F-99E3-BE9EACDE6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040"/>
                <a:ext cx="23" cy="11"/>
              </a:xfrm>
              <a:custGeom>
                <a:avLst/>
                <a:gdLst>
                  <a:gd name="T0" fmla="*/ 2520 w 9"/>
                  <a:gd name="T1" fmla="*/ 1724 h 4"/>
                  <a:gd name="T2" fmla="*/ 848 w 9"/>
                  <a:gd name="T3" fmla="*/ 976 h 4"/>
                  <a:gd name="T4" fmla="*/ 0 w 9"/>
                  <a:gd name="T5" fmla="*/ 462 h 4"/>
                  <a:gd name="T6" fmla="*/ 0 w 9"/>
                  <a:gd name="T7" fmla="*/ 0 h 4"/>
                  <a:gd name="T8" fmla="*/ 1403 w 9"/>
                  <a:gd name="T9" fmla="*/ 976 h 4"/>
                  <a:gd name="T10" fmla="*/ 2520 w 9"/>
                  <a:gd name="T11" fmla="*/ 17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4"/>
                    </a:moveTo>
                    <a:cubicBezTo>
                      <a:pt x="7" y="3"/>
                      <a:pt x="5" y="3"/>
                      <a:pt x="3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1"/>
                      <a:pt x="5" y="2"/>
                    </a:cubicBezTo>
                    <a:cubicBezTo>
                      <a:pt x="6" y="2"/>
                      <a:pt x="7" y="3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2" name="Freeform 2131">
                <a:extLst>
                  <a:ext uri="{FF2B5EF4-FFF2-40B4-BE49-F238E27FC236}">
                    <a16:creationId xmlns:a16="http://schemas.microsoft.com/office/drawing/2014/main" id="{D8ECA7FD-6B9E-4BA7-9F49-1BBEA03A3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053"/>
                <a:ext cx="30" cy="16"/>
              </a:xfrm>
              <a:custGeom>
                <a:avLst/>
                <a:gdLst>
                  <a:gd name="T0" fmla="*/ 2938 w 12"/>
                  <a:gd name="T1" fmla="*/ 2184 h 6"/>
                  <a:gd name="T2" fmla="*/ 0 w 12"/>
                  <a:gd name="T3" fmla="*/ 1059 h 6"/>
                  <a:gd name="T4" fmla="*/ 0 w 12"/>
                  <a:gd name="T5" fmla="*/ 0 h 6"/>
                  <a:gd name="T6" fmla="*/ 2738 w 12"/>
                  <a:gd name="T7" fmla="*/ 1059 h 6"/>
                  <a:gd name="T8" fmla="*/ 2938 w 12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cubicBezTo>
                      <a:pt x="11" y="3"/>
                      <a:pt x="1" y="4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0" y="0"/>
                      <a:pt x="11" y="3"/>
                    </a:cubicBez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3" name="Freeform 2132">
                <a:extLst>
                  <a:ext uri="{FF2B5EF4-FFF2-40B4-BE49-F238E27FC236}">
                    <a16:creationId xmlns:a16="http://schemas.microsoft.com/office/drawing/2014/main" id="{172E3EF5-8676-4FC3-A889-203A71185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061"/>
                <a:ext cx="25" cy="3"/>
              </a:xfrm>
              <a:custGeom>
                <a:avLst/>
                <a:gdLst>
                  <a:gd name="T0" fmla="*/ 2470 w 10"/>
                  <a:gd name="T1" fmla="*/ 729 h 1"/>
                  <a:gd name="T2" fmla="*/ 783 w 10"/>
                  <a:gd name="T3" fmla="*/ 0 h 1"/>
                  <a:gd name="T4" fmla="*/ 0 w 10"/>
                  <a:gd name="T5" fmla="*/ 0 h 1"/>
                  <a:gd name="T6" fmla="*/ 0 w 10"/>
                  <a:gd name="T7" fmla="*/ 0 h 1"/>
                  <a:gd name="T8" fmla="*/ 1300 w 10"/>
                  <a:gd name="T9" fmla="*/ 0 h 1"/>
                  <a:gd name="T10" fmla="*/ 2470 w 10"/>
                  <a:gd name="T11" fmla="*/ 729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8" y="0"/>
                      <a:pt x="5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0"/>
                      <a:pt x="5" y="0"/>
                    </a:cubicBezTo>
                    <a:cubicBezTo>
                      <a:pt x="7" y="0"/>
                      <a:pt x="8" y="0"/>
                      <a:pt x="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4" name="Freeform 2133">
                <a:extLst>
                  <a:ext uri="{FF2B5EF4-FFF2-40B4-BE49-F238E27FC236}">
                    <a16:creationId xmlns:a16="http://schemas.microsoft.com/office/drawing/2014/main" id="{E9E125B8-A681-47D6-8024-C9DA6C191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131"/>
                <a:ext cx="13" cy="48"/>
              </a:xfrm>
              <a:custGeom>
                <a:avLst/>
                <a:gdLst>
                  <a:gd name="T0" fmla="*/ 967 w 5"/>
                  <a:gd name="T1" fmla="*/ 5824 h 18"/>
                  <a:gd name="T2" fmla="*/ 1547 w 5"/>
                  <a:gd name="T3" fmla="*/ 2824 h 18"/>
                  <a:gd name="T4" fmla="*/ 1547 w 5"/>
                  <a:gd name="T5" fmla="*/ 0 h 18"/>
                  <a:gd name="T6" fmla="*/ 372 w 5"/>
                  <a:gd name="T7" fmla="*/ 661 h 18"/>
                  <a:gd name="T8" fmla="*/ 372 w 5"/>
                  <a:gd name="T9" fmla="*/ 3243 h 18"/>
                  <a:gd name="T10" fmla="*/ 0 w 5"/>
                  <a:gd name="T11" fmla="*/ 6464 h 18"/>
                  <a:gd name="T12" fmla="*/ 967 w 5"/>
                  <a:gd name="T13" fmla="*/ 582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3" y="16"/>
                    </a:moveTo>
                    <a:cubicBezTo>
                      <a:pt x="4" y="15"/>
                      <a:pt x="5" y="11"/>
                      <a:pt x="5" y="8"/>
                    </a:cubicBezTo>
                    <a:cubicBezTo>
                      <a:pt x="5" y="5"/>
                      <a:pt x="5" y="0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1" y="6"/>
                      <a:pt x="1" y="9"/>
                    </a:cubicBezTo>
                    <a:cubicBezTo>
                      <a:pt x="1" y="14"/>
                      <a:pt x="1" y="17"/>
                      <a:pt x="0" y="18"/>
                    </a:cubicBez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5" name="Freeform 2134">
                <a:extLst>
                  <a:ext uri="{FF2B5EF4-FFF2-40B4-BE49-F238E27FC236}">
                    <a16:creationId xmlns:a16="http://schemas.microsoft.com/office/drawing/2014/main" id="{DFE8BB07-C45C-4E8D-92FE-004CC6122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061"/>
                <a:ext cx="23" cy="51"/>
              </a:xfrm>
              <a:custGeom>
                <a:avLst/>
                <a:gdLst>
                  <a:gd name="T0" fmla="*/ 2520 w 9"/>
                  <a:gd name="T1" fmla="*/ 5548 h 19"/>
                  <a:gd name="T2" fmla="*/ 1973 w 9"/>
                  <a:gd name="T3" fmla="*/ 2652 h 19"/>
                  <a:gd name="T4" fmla="*/ 848 w 9"/>
                  <a:gd name="T5" fmla="*/ 0 h 19"/>
                  <a:gd name="T6" fmla="*/ 332 w 9"/>
                  <a:gd name="T7" fmla="*/ 1562 h 19"/>
                  <a:gd name="T8" fmla="*/ 1104 w 9"/>
                  <a:gd name="T9" fmla="*/ 3731 h 19"/>
                  <a:gd name="T10" fmla="*/ 1973 w 9"/>
                  <a:gd name="T11" fmla="*/ 7119 h 19"/>
                  <a:gd name="T12" fmla="*/ 2520 w 9"/>
                  <a:gd name="T13" fmla="*/ 554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">
                    <a:moveTo>
                      <a:pt x="9" y="15"/>
                    </a:moveTo>
                    <a:cubicBezTo>
                      <a:pt x="9" y="14"/>
                      <a:pt x="8" y="10"/>
                      <a:pt x="7" y="7"/>
                    </a:cubicBezTo>
                    <a:cubicBezTo>
                      <a:pt x="5" y="5"/>
                      <a:pt x="3" y="0"/>
                      <a:pt x="3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2" y="7"/>
                      <a:pt x="4" y="10"/>
                    </a:cubicBezTo>
                    <a:cubicBezTo>
                      <a:pt x="6" y="14"/>
                      <a:pt x="7" y="18"/>
                      <a:pt x="7" y="19"/>
                    </a:cubicBezTo>
                    <a:lnTo>
                      <a:pt x="9" y="1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6" name="Freeform 2135">
                <a:extLst>
                  <a:ext uri="{FF2B5EF4-FFF2-40B4-BE49-F238E27FC236}">
                    <a16:creationId xmlns:a16="http://schemas.microsoft.com/office/drawing/2014/main" id="{183D1DDD-B7C6-4388-B82E-2B20E3E42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077"/>
                <a:ext cx="22" cy="48"/>
              </a:xfrm>
              <a:custGeom>
                <a:avLst/>
                <a:gdLst>
                  <a:gd name="T0" fmla="*/ 1750 w 9"/>
                  <a:gd name="T1" fmla="*/ 5405 h 18"/>
                  <a:gd name="T2" fmla="*/ 1506 w 9"/>
                  <a:gd name="T3" fmla="*/ 2581 h 18"/>
                  <a:gd name="T4" fmla="*/ 616 w 9"/>
                  <a:gd name="T5" fmla="*/ 0 h 18"/>
                  <a:gd name="T6" fmla="*/ 174 w 9"/>
                  <a:gd name="T7" fmla="*/ 1459 h 18"/>
                  <a:gd name="T8" fmla="*/ 860 w 9"/>
                  <a:gd name="T9" fmla="*/ 3640 h 18"/>
                  <a:gd name="T10" fmla="*/ 1315 w 9"/>
                  <a:gd name="T11" fmla="*/ 6464 h 18"/>
                  <a:gd name="T12" fmla="*/ 1750 w 9"/>
                  <a:gd name="T13" fmla="*/ 540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8">
                    <a:moveTo>
                      <a:pt x="8" y="15"/>
                    </a:moveTo>
                    <a:cubicBezTo>
                      <a:pt x="9" y="13"/>
                      <a:pt x="8" y="10"/>
                      <a:pt x="7" y="7"/>
                    </a:cubicBezTo>
                    <a:cubicBezTo>
                      <a:pt x="5" y="5"/>
                      <a:pt x="3" y="1"/>
                      <a:pt x="3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2" y="8"/>
                      <a:pt x="4" y="10"/>
                    </a:cubicBezTo>
                    <a:cubicBezTo>
                      <a:pt x="6" y="15"/>
                      <a:pt x="6" y="17"/>
                      <a:pt x="6" y="18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7" name="Freeform 2136">
                <a:extLst>
                  <a:ext uri="{FF2B5EF4-FFF2-40B4-BE49-F238E27FC236}">
                    <a16:creationId xmlns:a16="http://schemas.microsoft.com/office/drawing/2014/main" id="{F89CBE90-E957-48A0-A443-FE899A548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99"/>
                <a:ext cx="20" cy="45"/>
              </a:xfrm>
              <a:custGeom>
                <a:avLst/>
                <a:gdLst>
                  <a:gd name="T0" fmla="*/ 1770 w 8"/>
                  <a:gd name="T1" fmla="*/ 5212 h 17"/>
                  <a:gd name="T2" fmla="*/ 1300 w 8"/>
                  <a:gd name="T3" fmla="*/ 2748 h 17"/>
                  <a:gd name="T4" fmla="*/ 783 w 8"/>
                  <a:gd name="T5" fmla="*/ 0 h 17"/>
                  <a:gd name="T6" fmla="*/ 313 w 8"/>
                  <a:gd name="T7" fmla="*/ 1038 h 17"/>
                  <a:gd name="T8" fmla="*/ 520 w 8"/>
                  <a:gd name="T9" fmla="*/ 3391 h 17"/>
                  <a:gd name="T10" fmla="*/ 1300 w 8"/>
                  <a:gd name="T11" fmla="*/ 5845 h 17"/>
                  <a:gd name="T12" fmla="*/ 1770 w 8"/>
                  <a:gd name="T13" fmla="*/ 5212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7">
                    <a:moveTo>
                      <a:pt x="7" y="15"/>
                    </a:moveTo>
                    <a:cubicBezTo>
                      <a:pt x="8" y="14"/>
                      <a:pt x="6" y="11"/>
                      <a:pt x="5" y="8"/>
                    </a:cubicBezTo>
                    <a:cubicBezTo>
                      <a:pt x="5" y="5"/>
                      <a:pt x="3" y="0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7"/>
                      <a:pt x="2" y="10"/>
                    </a:cubicBezTo>
                    <a:cubicBezTo>
                      <a:pt x="4" y="14"/>
                      <a:pt x="6" y="16"/>
                      <a:pt x="5" y="17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8" name="Freeform 2137">
                <a:extLst>
                  <a:ext uri="{FF2B5EF4-FFF2-40B4-BE49-F238E27FC236}">
                    <a16:creationId xmlns:a16="http://schemas.microsoft.com/office/drawing/2014/main" id="{26D80E8E-E99A-4F49-8D94-A5806A97F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112"/>
                <a:ext cx="18" cy="51"/>
              </a:xfrm>
              <a:custGeom>
                <a:avLst/>
                <a:gdLst>
                  <a:gd name="T0" fmla="*/ 1448 w 7"/>
                  <a:gd name="T1" fmla="*/ 5972 h 19"/>
                  <a:gd name="T2" fmla="*/ 1700 w 7"/>
                  <a:gd name="T3" fmla="*/ 2904 h 19"/>
                  <a:gd name="T4" fmla="*/ 1137 w 7"/>
                  <a:gd name="T5" fmla="*/ 0 h 19"/>
                  <a:gd name="T6" fmla="*/ 357 w 7"/>
                  <a:gd name="T7" fmla="*/ 1082 h 19"/>
                  <a:gd name="T8" fmla="*/ 563 w 7"/>
                  <a:gd name="T9" fmla="*/ 3731 h 19"/>
                  <a:gd name="T10" fmla="*/ 563 w 7"/>
                  <a:gd name="T11" fmla="*/ 7119 h 19"/>
                  <a:gd name="T12" fmla="*/ 1448 w 7"/>
                  <a:gd name="T13" fmla="*/ 597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9">
                    <a:moveTo>
                      <a:pt x="5" y="16"/>
                    </a:moveTo>
                    <a:cubicBezTo>
                      <a:pt x="7" y="15"/>
                      <a:pt x="6" y="11"/>
                      <a:pt x="6" y="8"/>
                    </a:cubicBezTo>
                    <a:cubicBezTo>
                      <a:pt x="5" y="5"/>
                      <a:pt x="4" y="0"/>
                      <a:pt x="4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2" y="7"/>
                      <a:pt x="2" y="10"/>
                    </a:cubicBezTo>
                    <a:cubicBezTo>
                      <a:pt x="3" y="15"/>
                      <a:pt x="3" y="18"/>
                      <a:pt x="2" y="19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9" name="Freeform 2138">
                <a:extLst>
                  <a:ext uri="{FF2B5EF4-FFF2-40B4-BE49-F238E27FC236}">
                    <a16:creationId xmlns:a16="http://schemas.microsoft.com/office/drawing/2014/main" id="{90CABAEA-2E31-40C5-AC02-A9707DAE1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2091"/>
                <a:ext cx="40" cy="24"/>
              </a:xfrm>
              <a:custGeom>
                <a:avLst/>
                <a:gdLst>
                  <a:gd name="T0" fmla="*/ 0 w 16"/>
                  <a:gd name="T1" fmla="*/ 2184 h 9"/>
                  <a:gd name="T2" fmla="*/ 3438 w 16"/>
                  <a:gd name="T3" fmla="*/ 2824 h 9"/>
                  <a:gd name="T4" fmla="*/ 3908 w 16"/>
                  <a:gd name="T5" fmla="*/ 1459 h 9"/>
                  <a:gd name="T6" fmla="*/ 520 w 16"/>
                  <a:gd name="T7" fmla="*/ 1059 h 9"/>
                  <a:gd name="T8" fmla="*/ 0 w 16"/>
                  <a:gd name="T9" fmla="*/ 21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0" y="6"/>
                    </a:moveTo>
                    <a:cubicBezTo>
                      <a:pt x="1" y="3"/>
                      <a:pt x="13" y="9"/>
                      <a:pt x="14" y="8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5"/>
                      <a:pt x="4" y="0"/>
                      <a:pt x="2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0" name="Freeform 2139">
                <a:extLst>
                  <a:ext uri="{FF2B5EF4-FFF2-40B4-BE49-F238E27FC236}">
                    <a16:creationId xmlns:a16="http://schemas.microsoft.com/office/drawing/2014/main" id="{48638E5C-984B-462B-B810-0FC68B9C6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104"/>
                <a:ext cx="40" cy="24"/>
              </a:xfrm>
              <a:custGeom>
                <a:avLst/>
                <a:gdLst>
                  <a:gd name="T0" fmla="*/ 0 w 16"/>
                  <a:gd name="T1" fmla="*/ 2184 h 9"/>
                  <a:gd name="T2" fmla="*/ 3438 w 16"/>
                  <a:gd name="T3" fmla="*/ 2824 h 9"/>
                  <a:gd name="T4" fmla="*/ 3908 w 16"/>
                  <a:gd name="T5" fmla="*/ 1763 h 9"/>
                  <a:gd name="T6" fmla="*/ 520 w 16"/>
                  <a:gd name="T7" fmla="*/ 1059 h 9"/>
                  <a:gd name="T8" fmla="*/ 0 w 16"/>
                  <a:gd name="T9" fmla="*/ 21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0" y="6"/>
                    </a:moveTo>
                    <a:cubicBezTo>
                      <a:pt x="2" y="4"/>
                      <a:pt x="13" y="9"/>
                      <a:pt x="14" y="8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4" y="0"/>
                      <a:pt x="2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1" name="Freeform 2140">
                <a:extLst>
                  <a:ext uri="{FF2B5EF4-FFF2-40B4-BE49-F238E27FC236}">
                    <a16:creationId xmlns:a16="http://schemas.microsoft.com/office/drawing/2014/main" id="{9FF71ED3-23F7-4556-BA69-827D56DF8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115"/>
                <a:ext cx="27" cy="10"/>
              </a:xfrm>
              <a:custGeom>
                <a:avLst/>
                <a:gdLst>
                  <a:gd name="T0" fmla="*/ 0 w 11"/>
                  <a:gd name="T1" fmla="*/ 313 h 4"/>
                  <a:gd name="T2" fmla="*/ 1777 w 11"/>
                  <a:gd name="T3" fmla="*/ 520 h 4"/>
                  <a:gd name="T4" fmla="*/ 2398 w 11"/>
                  <a:gd name="T5" fmla="*/ 988 h 4"/>
                  <a:gd name="T6" fmla="*/ 2398 w 11"/>
                  <a:gd name="T7" fmla="*/ 783 h 4"/>
                  <a:gd name="T8" fmla="*/ 1343 w 11"/>
                  <a:gd name="T9" fmla="*/ 313 h 4"/>
                  <a:gd name="T10" fmla="*/ 0 w 11"/>
                  <a:gd name="T11" fmla="*/ 31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0" y="1"/>
                    </a:moveTo>
                    <a:cubicBezTo>
                      <a:pt x="2" y="1"/>
                      <a:pt x="5" y="2"/>
                      <a:pt x="8" y="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8" y="2"/>
                      <a:pt x="6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2" name="Freeform 2141">
                <a:extLst>
                  <a:ext uri="{FF2B5EF4-FFF2-40B4-BE49-F238E27FC236}">
                    <a16:creationId xmlns:a16="http://schemas.microsoft.com/office/drawing/2014/main" id="{0C07FCD9-E5A6-40DD-8449-2BAA64F5B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101"/>
                <a:ext cx="28" cy="8"/>
              </a:xfrm>
              <a:custGeom>
                <a:avLst/>
                <a:gdLst>
                  <a:gd name="T0" fmla="*/ 331 w 11"/>
                  <a:gd name="T1" fmla="*/ 0 h 3"/>
                  <a:gd name="T2" fmla="*/ 2146 w 11"/>
                  <a:gd name="T3" fmla="*/ 661 h 3"/>
                  <a:gd name="T4" fmla="*/ 2986 w 11"/>
                  <a:gd name="T5" fmla="*/ 1059 h 3"/>
                  <a:gd name="T6" fmla="*/ 2986 w 11"/>
                  <a:gd name="T7" fmla="*/ 1059 h 3"/>
                  <a:gd name="T8" fmla="*/ 1601 w 11"/>
                  <a:gd name="T9" fmla="*/ 0 h 3"/>
                  <a:gd name="T10" fmla="*/ 0 w 11"/>
                  <a:gd name="T11" fmla="*/ 0 h 3"/>
                  <a:gd name="T12" fmla="*/ 331 w 11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">
                    <a:moveTo>
                      <a:pt x="1" y="0"/>
                    </a:moveTo>
                    <a:cubicBezTo>
                      <a:pt x="2" y="0"/>
                      <a:pt x="5" y="1"/>
                      <a:pt x="8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8" y="1"/>
                      <a:pt x="6" y="0"/>
                    </a:cubicBezTo>
                    <a:cubicBezTo>
                      <a:pt x="4" y="0"/>
                      <a:pt x="3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3" name="Freeform 2142">
                <a:extLst>
                  <a:ext uri="{FF2B5EF4-FFF2-40B4-BE49-F238E27FC236}">
                    <a16:creationId xmlns:a16="http://schemas.microsoft.com/office/drawing/2014/main" id="{873DA022-B437-4987-8784-9E8F415CB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123"/>
                <a:ext cx="42" cy="24"/>
              </a:xfrm>
              <a:custGeom>
                <a:avLst/>
                <a:gdLst>
                  <a:gd name="T0" fmla="*/ 0 w 17"/>
                  <a:gd name="T1" fmla="*/ 2184 h 9"/>
                  <a:gd name="T2" fmla="*/ 3395 w 17"/>
                  <a:gd name="T3" fmla="*/ 2824 h 9"/>
                  <a:gd name="T4" fmla="*/ 3876 w 17"/>
                  <a:gd name="T5" fmla="*/ 1763 h 9"/>
                  <a:gd name="T6" fmla="*/ 452 w 17"/>
                  <a:gd name="T7" fmla="*/ 1059 h 9"/>
                  <a:gd name="T8" fmla="*/ 0 w 17"/>
                  <a:gd name="T9" fmla="*/ 21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0" y="6"/>
                    </a:moveTo>
                    <a:cubicBezTo>
                      <a:pt x="1" y="3"/>
                      <a:pt x="14" y="9"/>
                      <a:pt x="15" y="8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6"/>
                      <a:pt x="4" y="0"/>
                      <a:pt x="2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4" name="Freeform 2143">
                <a:extLst>
                  <a:ext uri="{FF2B5EF4-FFF2-40B4-BE49-F238E27FC236}">
                    <a16:creationId xmlns:a16="http://schemas.microsoft.com/office/drawing/2014/main" id="{411388B7-B990-4DBE-BCA8-0163A1083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133"/>
                <a:ext cx="30" cy="8"/>
              </a:xfrm>
              <a:custGeom>
                <a:avLst/>
                <a:gdLst>
                  <a:gd name="T0" fmla="*/ 0 w 12"/>
                  <a:gd name="T1" fmla="*/ 0 h 3"/>
                  <a:gd name="T2" fmla="*/ 1958 w 12"/>
                  <a:gd name="T3" fmla="*/ 661 h 3"/>
                  <a:gd name="T4" fmla="*/ 2938 w 12"/>
                  <a:gd name="T5" fmla="*/ 1059 h 3"/>
                  <a:gd name="T6" fmla="*/ 2938 w 12"/>
                  <a:gd name="T7" fmla="*/ 1059 h 3"/>
                  <a:gd name="T8" fmla="*/ 1488 w 12"/>
                  <a:gd name="T9" fmla="*/ 397 h 3"/>
                  <a:gd name="T10" fmla="*/ 0 w 12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2" y="0"/>
                      <a:pt x="5" y="1"/>
                      <a:pt x="8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8" y="2"/>
                      <a:pt x="6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5" name="Freeform 2144">
                <a:extLst>
                  <a:ext uri="{FF2B5EF4-FFF2-40B4-BE49-F238E27FC236}">
                    <a16:creationId xmlns:a16="http://schemas.microsoft.com/office/drawing/2014/main" id="{7511C4BC-BDDC-43C8-8212-4C8388752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139"/>
                <a:ext cx="22" cy="48"/>
              </a:xfrm>
              <a:custGeom>
                <a:avLst/>
                <a:gdLst>
                  <a:gd name="T0" fmla="*/ 1039 w 9"/>
                  <a:gd name="T1" fmla="*/ 5824 h 18"/>
                  <a:gd name="T2" fmla="*/ 1750 w 9"/>
                  <a:gd name="T3" fmla="*/ 2824 h 18"/>
                  <a:gd name="T4" fmla="*/ 1931 w 9"/>
                  <a:gd name="T5" fmla="*/ 0 h 18"/>
                  <a:gd name="T6" fmla="*/ 1315 w 9"/>
                  <a:gd name="T7" fmla="*/ 661 h 18"/>
                  <a:gd name="T8" fmla="*/ 860 w 9"/>
                  <a:gd name="T9" fmla="*/ 3243 h 18"/>
                  <a:gd name="T10" fmla="*/ 0 w 9"/>
                  <a:gd name="T11" fmla="*/ 6464 h 18"/>
                  <a:gd name="T12" fmla="*/ 1039 w 9"/>
                  <a:gd name="T13" fmla="*/ 582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8">
                    <a:moveTo>
                      <a:pt x="5" y="16"/>
                    </a:moveTo>
                    <a:cubicBezTo>
                      <a:pt x="6" y="15"/>
                      <a:pt x="7" y="11"/>
                      <a:pt x="8" y="8"/>
                    </a:cubicBezTo>
                    <a:cubicBezTo>
                      <a:pt x="8" y="5"/>
                      <a:pt x="9" y="1"/>
                      <a:pt x="9" y="0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3"/>
                      <a:pt x="4" y="6"/>
                      <a:pt x="4" y="9"/>
                    </a:cubicBezTo>
                    <a:cubicBezTo>
                      <a:pt x="3" y="14"/>
                      <a:pt x="2" y="17"/>
                      <a:pt x="0" y="18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6" name="Freeform 2145">
                <a:extLst>
                  <a:ext uri="{FF2B5EF4-FFF2-40B4-BE49-F238E27FC236}">
                    <a16:creationId xmlns:a16="http://schemas.microsoft.com/office/drawing/2014/main" id="{6AA9C4AE-1D12-4160-8302-7EC4D409D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133"/>
                <a:ext cx="40" cy="32"/>
              </a:xfrm>
              <a:custGeom>
                <a:avLst/>
                <a:gdLst>
                  <a:gd name="T0" fmla="*/ 0 w 16"/>
                  <a:gd name="T1" fmla="*/ 1459 h 12"/>
                  <a:gd name="T2" fmla="*/ 3250 w 16"/>
                  <a:gd name="T3" fmla="*/ 3891 h 12"/>
                  <a:gd name="T4" fmla="*/ 3908 w 16"/>
                  <a:gd name="T5" fmla="*/ 3243 h 12"/>
                  <a:gd name="T6" fmla="*/ 783 w 16"/>
                  <a:gd name="T7" fmla="*/ 661 h 12"/>
                  <a:gd name="T8" fmla="*/ 0 w 16"/>
                  <a:gd name="T9" fmla="*/ 145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0" y="4"/>
                    </a:moveTo>
                    <a:cubicBezTo>
                      <a:pt x="2" y="3"/>
                      <a:pt x="12" y="12"/>
                      <a:pt x="13" y="11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6" y="0"/>
                      <a:pt x="3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7" name="Freeform 2146">
                <a:extLst>
                  <a:ext uri="{FF2B5EF4-FFF2-40B4-BE49-F238E27FC236}">
                    <a16:creationId xmlns:a16="http://schemas.microsoft.com/office/drawing/2014/main" id="{BE25FAE0-0897-491B-A154-21356A389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49"/>
                <a:ext cx="22" cy="46"/>
              </a:xfrm>
              <a:custGeom>
                <a:avLst/>
                <a:gdLst>
                  <a:gd name="T0" fmla="*/ 860 w 9"/>
                  <a:gd name="T1" fmla="*/ 6224 h 17"/>
                  <a:gd name="T2" fmla="*/ 1506 w 9"/>
                  <a:gd name="T3" fmla="*/ 3206 h 17"/>
                  <a:gd name="T4" fmla="*/ 1931 w 9"/>
                  <a:gd name="T5" fmla="*/ 0 h 17"/>
                  <a:gd name="T6" fmla="*/ 1039 w 9"/>
                  <a:gd name="T7" fmla="*/ 755 h 17"/>
                  <a:gd name="T8" fmla="*/ 860 w 9"/>
                  <a:gd name="T9" fmla="*/ 3206 h 17"/>
                  <a:gd name="T10" fmla="*/ 0 w 9"/>
                  <a:gd name="T11" fmla="*/ 6656 h 17"/>
                  <a:gd name="T12" fmla="*/ 860 w 9"/>
                  <a:gd name="T13" fmla="*/ 622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4" y="16"/>
                    </a:moveTo>
                    <a:cubicBezTo>
                      <a:pt x="5" y="15"/>
                      <a:pt x="7" y="11"/>
                      <a:pt x="7" y="8"/>
                    </a:cubicBezTo>
                    <a:cubicBezTo>
                      <a:pt x="8" y="5"/>
                      <a:pt x="9" y="0"/>
                      <a:pt x="9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5"/>
                      <a:pt x="4" y="8"/>
                    </a:cubicBezTo>
                    <a:cubicBezTo>
                      <a:pt x="3" y="13"/>
                      <a:pt x="1" y="16"/>
                      <a:pt x="0" y="17"/>
                    </a:cubicBez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8" name="Freeform 2147">
                <a:extLst>
                  <a:ext uri="{FF2B5EF4-FFF2-40B4-BE49-F238E27FC236}">
                    <a16:creationId xmlns:a16="http://schemas.microsoft.com/office/drawing/2014/main" id="{44AF42C1-CFEB-4E95-BA21-8501BE3BF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157"/>
                <a:ext cx="20" cy="43"/>
              </a:xfrm>
              <a:custGeom>
                <a:avLst/>
                <a:gdLst>
                  <a:gd name="T0" fmla="*/ 988 w 8"/>
                  <a:gd name="T1" fmla="*/ 5628 h 16"/>
                  <a:gd name="T2" fmla="*/ 1770 w 8"/>
                  <a:gd name="T3" fmla="*/ 3085 h 16"/>
                  <a:gd name="T4" fmla="*/ 1958 w 8"/>
                  <a:gd name="T5" fmla="*/ 0 h 16"/>
                  <a:gd name="T6" fmla="*/ 1300 w 8"/>
                  <a:gd name="T7" fmla="*/ 427 h 16"/>
                  <a:gd name="T8" fmla="*/ 783 w 8"/>
                  <a:gd name="T9" fmla="*/ 3085 h 16"/>
                  <a:gd name="T10" fmla="*/ 0 w 8"/>
                  <a:gd name="T11" fmla="*/ 6060 h 16"/>
                  <a:gd name="T12" fmla="*/ 988 w 8"/>
                  <a:gd name="T13" fmla="*/ 562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6">
                    <a:moveTo>
                      <a:pt x="4" y="15"/>
                    </a:moveTo>
                    <a:cubicBezTo>
                      <a:pt x="6" y="14"/>
                      <a:pt x="6" y="11"/>
                      <a:pt x="7" y="8"/>
                    </a:cubicBezTo>
                    <a:cubicBezTo>
                      <a:pt x="7" y="5"/>
                      <a:pt x="8" y="0"/>
                      <a:pt x="8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3" y="5"/>
                      <a:pt x="3" y="8"/>
                    </a:cubicBezTo>
                    <a:cubicBezTo>
                      <a:pt x="2" y="13"/>
                      <a:pt x="1" y="16"/>
                      <a:pt x="0" y="16"/>
                    </a:cubicBez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9" name="Freeform 2148">
                <a:extLst>
                  <a:ext uri="{FF2B5EF4-FFF2-40B4-BE49-F238E27FC236}">
                    <a16:creationId xmlns:a16="http://schemas.microsoft.com/office/drawing/2014/main" id="{9614C304-C750-4BD3-86EF-EDA5D2241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147"/>
                <a:ext cx="35" cy="32"/>
              </a:xfrm>
              <a:custGeom>
                <a:avLst/>
                <a:gdLst>
                  <a:gd name="T0" fmla="*/ 0 w 14"/>
                  <a:gd name="T1" fmla="*/ 1059 h 12"/>
                  <a:gd name="T2" fmla="*/ 2470 w 14"/>
                  <a:gd name="T3" fmla="*/ 4301 h 12"/>
                  <a:gd name="T4" fmla="*/ 3438 w 14"/>
                  <a:gd name="T5" fmla="*/ 3640 h 12"/>
                  <a:gd name="T6" fmla="*/ 783 w 14"/>
                  <a:gd name="T7" fmla="*/ 397 h 12"/>
                  <a:gd name="T8" fmla="*/ 0 w 14"/>
                  <a:gd name="T9" fmla="*/ 105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3"/>
                    </a:moveTo>
                    <a:cubicBezTo>
                      <a:pt x="2" y="2"/>
                      <a:pt x="9" y="12"/>
                      <a:pt x="10" y="12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1"/>
                      <a:pt x="6" y="0"/>
                      <a:pt x="3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0" name="Freeform 2149">
                <a:extLst>
                  <a:ext uri="{FF2B5EF4-FFF2-40B4-BE49-F238E27FC236}">
                    <a16:creationId xmlns:a16="http://schemas.microsoft.com/office/drawing/2014/main" id="{51ED8458-488B-4A60-9D50-2DB77E6CD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155"/>
                <a:ext cx="37" cy="32"/>
              </a:xfrm>
              <a:custGeom>
                <a:avLst/>
                <a:gdLst>
                  <a:gd name="T0" fmla="*/ 0 w 15"/>
                  <a:gd name="T1" fmla="*/ 661 h 12"/>
                  <a:gd name="T2" fmla="*/ 2477 w 15"/>
                  <a:gd name="T3" fmla="*/ 4301 h 12"/>
                  <a:gd name="T4" fmla="*/ 3365 w 15"/>
                  <a:gd name="T5" fmla="*/ 3640 h 12"/>
                  <a:gd name="T6" fmla="*/ 930 w 15"/>
                  <a:gd name="T7" fmla="*/ 397 h 12"/>
                  <a:gd name="T8" fmla="*/ 0 w 15"/>
                  <a:gd name="T9" fmla="*/ 66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2"/>
                    </a:moveTo>
                    <a:cubicBezTo>
                      <a:pt x="3" y="1"/>
                      <a:pt x="10" y="12"/>
                      <a:pt x="11" y="12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7" y="0"/>
                      <a:pt x="4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1" name="Freeform 2150">
                <a:extLst>
                  <a:ext uri="{FF2B5EF4-FFF2-40B4-BE49-F238E27FC236}">
                    <a16:creationId xmlns:a16="http://schemas.microsoft.com/office/drawing/2014/main" id="{29D215F4-8A48-4F7A-BA6D-73B41234D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165"/>
                <a:ext cx="27" cy="40"/>
              </a:xfrm>
              <a:custGeom>
                <a:avLst/>
                <a:gdLst>
                  <a:gd name="T0" fmla="*/ 903 w 11"/>
                  <a:gd name="T1" fmla="*/ 5005 h 15"/>
                  <a:gd name="T2" fmla="*/ 1964 w 11"/>
                  <a:gd name="T3" fmla="*/ 2581 h 15"/>
                  <a:gd name="T4" fmla="*/ 2398 w 11"/>
                  <a:gd name="T5" fmla="*/ 0 h 15"/>
                  <a:gd name="T6" fmla="*/ 1777 w 11"/>
                  <a:gd name="T7" fmla="*/ 397 h 15"/>
                  <a:gd name="T8" fmla="*/ 1048 w 11"/>
                  <a:gd name="T9" fmla="*/ 2581 h 15"/>
                  <a:gd name="T10" fmla="*/ 0 w 11"/>
                  <a:gd name="T11" fmla="*/ 5405 h 15"/>
                  <a:gd name="T12" fmla="*/ 903 w 11"/>
                  <a:gd name="T13" fmla="*/ 50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4" y="14"/>
                    </a:moveTo>
                    <a:cubicBezTo>
                      <a:pt x="5" y="14"/>
                      <a:pt x="8" y="10"/>
                      <a:pt x="9" y="7"/>
                    </a:cubicBezTo>
                    <a:cubicBezTo>
                      <a:pt x="10" y="5"/>
                      <a:pt x="11" y="0"/>
                      <a:pt x="11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6" y="4"/>
                      <a:pt x="5" y="7"/>
                    </a:cubicBezTo>
                    <a:cubicBezTo>
                      <a:pt x="3" y="12"/>
                      <a:pt x="2" y="15"/>
                      <a:pt x="0" y="15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2" name="Freeform 2151">
                <a:extLst>
                  <a:ext uri="{FF2B5EF4-FFF2-40B4-BE49-F238E27FC236}">
                    <a16:creationId xmlns:a16="http://schemas.microsoft.com/office/drawing/2014/main" id="{1F4C5313-B569-4C48-B7D7-69A381011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163"/>
                <a:ext cx="35" cy="32"/>
              </a:xfrm>
              <a:custGeom>
                <a:avLst/>
                <a:gdLst>
                  <a:gd name="T0" fmla="*/ 0 w 14"/>
                  <a:gd name="T1" fmla="*/ 661 h 12"/>
                  <a:gd name="T2" fmla="*/ 2470 w 14"/>
                  <a:gd name="T3" fmla="*/ 4301 h 12"/>
                  <a:gd name="T4" fmla="*/ 3438 w 14"/>
                  <a:gd name="T5" fmla="*/ 3891 h 12"/>
                  <a:gd name="T6" fmla="*/ 988 w 14"/>
                  <a:gd name="T7" fmla="*/ 397 h 12"/>
                  <a:gd name="T8" fmla="*/ 0 w 14"/>
                  <a:gd name="T9" fmla="*/ 66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3" y="1"/>
                      <a:pt x="9" y="12"/>
                      <a:pt x="10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7" y="0"/>
                      <a:pt x="4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3" name="Freeform 2152">
                <a:extLst>
                  <a:ext uri="{FF2B5EF4-FFF2-40B4-BE49-F238E27FC236}">
                    <a16:creationId xmlns:a16="http://schemas.microsoft.com/office/drawing/2014/main" id="{2D0B583D-8241-4951-BA06-7E45BA2EA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168"/>
                <a:ext cx="28" cy="32"/>
              </a:xfrm>
              <a:custGeom>
                <a:avLst/>
                <a:gdLst>
                  <a:gd name="T0" fmla="*/ 2986 w 11"/>
                  <a:gd name="T1" fmla="*/ 3891 h 12"/>
                  <a:gd name="T2" fmla="*/ 1932 w 11"/>
                  <a:gd name="T3" fmla="*/ 4301 h 12"/>
                  <a:gd name="T4" fmla="*/ 0 w 11"/>
                  <a:gd name="T5" fmla="*/ 1059 h 12"/>
                  <a:gd name="T6" fmla="*/ 545 w 11"/>
                  <a:gd name="T7" fmla="*/ 397 h 12"/>
                  <a:gd name="T8" fmla="*/ 2986 w 11"/>
                  <a:gd name="T9" fmla="*/ 389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1" y="11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3" y="6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5" y="0"/>
                      <a:pt x="10" y="11"/>
                      <a:pt x="11" y="11"/>
                    </a:cubicBez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4" name="Freeform 2153">
                <a:extLst>
                  <a:ext uri="{FF2B5EF4-FFF2-40B4-BE49-F238E27FC236}">
                    <a16:creationId xmlns:a16="http://schemas.microsoft.com/office/drawing/2014/main" id="{AE8F3C3A-5C41-4540-B598-620D8F6D0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189"/>
                <a:ext cx="15" cy="16"/>
              </a:xfrm>
              <a:custGeom>
                <a:avLst/>
                <a:gdLst>
                  <a:gd name="T0" fmla="*/ 520 w 6"/>
                  <a:gd name="T1" fmla="*/ 2184 h 6"/>
                  <a:gd name="T2" fmla="*/ 0 w 6"/>
                  <a:gd name="T3" fmla="*/ 1459 h 6"/>
                  <a:gd name="T4" fmla="*/ 520 w 6"/>
                  <a:gd name="T5" fmla="*/ 0 h 6"/>
                  <a:gd name="T6" fmla="*/ 1488 w 6"/>
                  <a:gd name="T7" fmla="*/ 1763 h 6"/>
                  <a:gd name="T8" fmla="*/ 520 w 6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6"/>
                      <a:pt x="1" y="5"/>
                      <a:pt x="0" y="4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3"/>
                      <a:pt x="5" y="5"/>
                      <a:pt x="6" y="5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5" name="Freeform 2154">
                <a:extLst>
                  <a:ext uri="{FF2B5EF4-FFF2-40B4-BE49-F238E27FC236}">
                    <a16:creationId xmlns:a16="http://schemas.microsoft.com/office/drawing/2014/main" id="{7A50257D-128E-415C-A91A-0A1D802AC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160"/>
                <a:ext cx="20" cy="21"/>
              </a:xfrm>
              <a:custGeom>
                <a:avLst/>
                <a:gdLst>
                  <a:gd name="T0" fmla="*/ 0 w 8"/>
                  <a:gd name="T1" fmla="*/ 0 h 8"/>
                  <a:gd name="T2" fmla="*/ 1488 w 8"/>
                  <a:gd name="T3" fmla="*/ 1992 h 8"/>
                  <a:gd name="T4" fmla="*/ 1958 w 8"/>
                  <a:gd name="T5" fmla="*/ 2604 h 8"/>
                  <a:gd name="T6" fmla="*/ 1958 w 8"/>
                  <a:gd name="T7" fmla="*/ 2604 h 8"/>
                  <a:gd name="T8" fmla="*/ 1300 w 8"/>
                  <a:gd name="T9" fmla="*/ 1378 h 8"/>
                  <a:gd name="T10" fmla="*/ 0 w 8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2" y="2"/>
                      <a:pt x="4" y="4"/>
                      <a:pt x="6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6" y="6"/>
                      <a:pt x="5" y="4"/>
                    </a:cubicBezTo>
                    <a:cubicBezTo>
                      <a:pt x="3" y="2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6" name="Freeform 2155">
                <a:extLst>
                  <a:ext uri="{FF2B5EF4-FFF2-40B4-BE49-F238E27FC236}">
                    <a16:creationId xmlns:a16="http://schemas.microsoft.com/office/drawing/2014/main" id="{012DBF3B-BAD1-4AFD-BCE8-5AF44C1F7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168"/>
                <a:ext cx="17" cy="24"/>
              </a:xfrm>
              <a:custGeom>
                <a:avLst/>
                <a:gdLst>
                  <a:gd name="T0" fmla="*/ 0 w 7"/>
                  <a:gd name="T1" fmla="*/ 0 h 9"/>
                  <a:gd name="T2" fmla="*/ 1003 w 7"/>
                  <a:gd name="T3" fmla="*/ 2184 h 9"/>
                  <a:gd name="T4" fmla="*/ 1433 w 7"/>
                  <a:gd name="T5" fmla="*/ 3243 h 9"/>
                  <a:gd name="T6" fmla="*/ 1433 w 7"/>
                  <a:gd name="T7" fmla="*/ 3243 h 9"/>
                  <a:gd name="T8" fmla="*/ 831 w 7"/>
                  <a:gd name="T9" fmla="*/ 1459 h 9"/>
                  <a:gd name="T10" fmla="*/ 0 w 7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1" y="1"/>
                      <a:pt x="3" y="4"/>
                      <a:pt x="5" y="6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5" y="6"/>
                      <a:pt x="4" y="4"/>
                    </a:cubicBezTo>
                    <a:cubicBezTo>
                      <a:pt x="3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7" name="Freeform 2156">
                <a:extLst>
                  <a:ext uri="{FF2B5EF4-FFF2-40B4-BE49-F238E27FC236}">
                    <a16:creationId xmlns:a16="http://schemas.microsoft.com/office/drawing/2014/main" id="{77948E90-65D7-4289-BEB6-F28AC07E9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173"/>
                <a:ext cx="17" cy="24"/>
              </a:xfrm>
              <a:custGeom>
                <a:avLst/>
                <a:gdLst>
                  <a:gd name="T0" fmla="*/ 0 w 7"/>
                  <a:gd name="T1" fmla="*/ 0 h 9"/>
                  <a:gd name="T2" fmla="*/ 831 w 7"/>
                  <a:gd name="T3" fmla="*/ 2184 h 9"/>
                  <a:gd name="T4" fmla="*/ 1433 w 7"/>
                  <a:gd name="T5" fmla="*/ 3243 h 9"/>
                  <a:gd name="T6" fmla="*/ 1433 w 7"/>
                  <a:gd name="T7" fmla="*/ 3243 h 9"/>
                  <a:gd name="T8" fmla="*/ 831 w 7"/>
                  <a:gd name="T9" fmla="*/ 1459 h 9"/>
                  <a:gd name="T10" fmla="*/ 0 w 7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1" y="1"/>
                      <a:pt x="3" y="4"/>
                      <a:pt x="4" y="6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5" y="6"/>
                      <a:pt x="4" y="4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8" name="Freeform 2157">
                <a:extLst>
                  <a:ext uri="{FF2B5EF4-FFF2-40B4-BE49-F238E27FC236}">
                    <a16:creationId xmlns:a16="http://schemas.microsoft.com/office/drawing/2014/main" id="{418BE666-3322-435A-B20F-39E3F0B1B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155"/>
                <a:ext cx="20" cy="21"/>
              </a:xfrm>
              <a:custGeom>
                <a:avLst/>
                <a:gdLst>
                  <a:gd name="T0" fmla="*/ 0 w 8"/>
                  <a:gd name="T1" fmla="*/ 0 h 8"/>
                  <a:gd name="T2" fmla="*/ 1488 w 8"/>
                  <a:gd name="T3" fmla="*/ 1612 h 8"/>
                  <a:gd name="T4" fmla="*/ 1958 w 8"/>
                  <a:gd name="T5" fmla="*/ 2604 h 8"/>
                  <a:gd name="T6" fmla="*/ 1958 w 8"/>
                  <a:gd name="T7" fmla="*/ 2604 h 8"/>
                  <a:gd name="T8" fmla="*/ 1300 w 8"/>
                  <a:gd name="T9" fmla="*/ 992 h 8"/>
                  <a:gd name="T10" fmla="*/ 0 w 8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2" y="1"/>
                      <a:pt x="4" y="3"/>
                      <a:pt x="6" y="5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6" y="5"/>
                      <a:pt x="5" y="3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9" name="Freeform 2158">
                <a:extLst>
                  <a:ext uri="{FF2B5EF4-FFF2-40B4-BE49-F238E27FC236}">
                    <a16:creationId xmlns:a16="http://schemas.microsoft.com/office/drawing/2014/main" id="{A6D10612-6F19-4151-A3D8-6EE2FED9C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144"/>
                <a:ext cx="22" cy="16"/>
              </a:xfrm>
              <a:custGeom>
                <a:avLst/>
                <a:gdLst>
                  <a:gd name="T0" fmla="*/ 0 w 9"/>
                  <a:gd name="T1" fmla="*/ 0 h 6"/>
                  <a:gd name="T2" fmla="*/ 1315 w 9"/>
                  <a:gd name="T3" fmla="*/ 1459 h 6"/>
                  <a:gd name="T4" fmla="*/ 1931 w 9"/>
                  <a:gd name="T5" fmla="*/ 2184 h 6"/>
                  <a:gd name="T6" fmla="*/ 1931 w 9"/>
                  <a:gd name="T7" fmla="*/ 2184 h 6"/>
                  <a:gd name="T8" fmla="*/ 1039 w 9"/>
                  <a:gd name="T9" fmla="*/ 661 h 6"/>
                  <a:gd name="T10" fmla="*/ 0 w 9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2" y="0"/>
                      <a:pt x="4" y="2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7" y="4"/>
                      <a:pt x="5" y="2"/>
                    </a:cubicBezTo>
                    <a:cubicBezTo>
                      <a:pt x="3" y="1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0" name="Freeform 2159">
                <a:extLst>
                  <a:ext uri="{FF2B5EF4-FFF2-40B4-BE49-F238E27FC236}">
                    <a16:creationId xmlns:a16="http://schemas.microsoft.com/office/drawing/2014/main" id="{BE6B1860-117F-4BDC-B857-708BC3E80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987"/>
                <a:ext cx="35" cy="34"/>
              </a:xfrm>
              <a:custGeom>
                <a:avLst/>
                <a:gdLst>
                  <a:gd name="T0" fmla="*/ 3438 w 14"/>
                  <a:gd name="T1" fmla="*/ 3188 h 13"/>
                  <a:gd name="T2" fmla="*/ 1958 w 14"/>
                  <a:gd name="T3" fmla="*/ 1219 h 13"/>
                  <a:gd name="T4" fmla="*/ 313 w 14"/>
                  <a:gd name="T5" fmla="*/ 0 h 13"/>
                  <a:gd name="T6" fmla="*/ 0 w 14"/>
                  <a:gd name="T7" fmla="*/ 986 h 13"/>
                  <a:gd name="T8" fmla="*/ 1770 w 14"/>
                  <a:gd name="T9" fmla="*/ 2202 h 13"/>
                  <a:gd name="T10" fmla="*/ 3438 w 14"/>
                  <a:gd name="T11" fmla="*/ 4166 h 13"/>
                  <a:gd name="T12" fmla="*/ 3438 w 14"/>
                  <a:gd name="T13" fmla="*/ 318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14" y="10"/>
                    </a:moveTo>
                    <a:cubicBezTo>
                      <a:pt x="14" y="8"/>
                      <a:pt x="11" y="5"/>
                      <a:pt x="8" y="4"/>
                    </a:cubicBezTo>
                    <a:cubicBezTo>
                      <a:pt x="6" y="2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5" y="6"/>
                      <a:pt x="7" y="7"/>
                    </a:cubicBezTo>
                    <a:cubicBezTo>
                      <a:pt x="11" y="10"/>
                      <a:pt x="14" y="12"/>
                      <a:pt x="14" y="13"/>
                    </a:cubicBezTo>
                    <a:lnTo>
                      <a:pt x="14" y="1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1" name="Freeform 2160">
                <a:extLst>
                  <a:ext uri="{FF2B5EF4-FFF2-40B4-BE49-F238E27FC236}">
                    <a16:creationId xmlns:a16="http://schemas.microsoft.com/office/drawing/2014/main" id="{3FEEABB4-76D6-42C1-B138-1450AE0EB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003"/>
                <a:ext cx="30" cy="37"/>
              </a:xfrm>
              <a:custGeom>
                <a:avLst/>
                <a:gdLst>
                  <a:gd name="T0" fmla="*/ 2938 w 12"/>
                  <a:gd name="T1" fmla="*/ 3359 h 14"/>
                  <a:gd name="T2" fmla="*/ 1770 w 12"/>
                  <a:gd name="T3" fmla="*/ 1425 h 14"/>
                  <a:gd name="T4" fmla="*/ 0 w 12"/>
                  <a:gd name="T5" fmla="*/ 0 h 14"/>
                  <a:gd name="T6" fmla="*/ 0 w 12"/>
                  <a:gd name="T7" fmla="*/ 1425 h 14"/>
                  <a:gd name="T8" fmla="*/ 1488 w 12"/>
                  <a:gd name="T9" fmla="*/ 2730 h 14"/>
                  <a:gd name="T10" fmla="*/ 2738 w 12"/>
                  <a:gd name="T11" fmla="*/ 4784 h 14"/>
                  <a:gd name="T12" fmla="*/ 2938 w 12"/>
                  <a:gd name="T13" fmla="*/ 335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4">
                    <a:moveTo>
                      <a:pt x="12" y="10"/>
                    </a:moveTo>
                    <a:cubicBezTo>
                      <a:pt x="12" y="8"/>
                      <a:pt x="9" y="6"/>
                      <a:pt x="7" y="4"/>
                    </a:cubicBezTo>
                    <a:cubicBezTo>
                      <a:pt x="4" y="3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3" y="7"/>
                      <a:pt x="6" y="8"/>
                    </a:cubicBezTo>
                    <a:cubicBezTo>
                      <a:pt x="10" y="11"/>
                      <a:pt x="11" y="13"/>
                      <a:pt x="11" y="14"/>
                    </a:cubicBezTo>
                    <a:lnTo>
                      <a:pt x="12" y="10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2" name="Freeform 2161">
                <a:extLst>
                  <a:ext uri="{FF2B5EF4-FFF2-40B4-BE49-F238E27FC236}">
                    <a16:creationId xmlns:a16="http://schemas.microsoft.com/office/drawing/2014/main" id="{39E38CC4-5A6A-4131-8E54-5F9AE4ECB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027"/>
                <a:ext cx="27" cy="40"/>
              </a:xfrm>
              <a:custGeom>
                <a:avLst/>
                <a:gdLst>
                  <a:gd name="T0" fmla="*/ 2398 w 11"/>
                  <a:gd name="T1" fmla="*/ 3891 h 15"/>
                  <a:gd name="T2" fmla="*/ 1343 w 11"/>
                  <a:gd name="T3" fmla="*/ 2184 h 15"/>
                  <a:gd name="T4" fmla="*/ 174 w 11"/>
                  <a:gd name="T5" fmla="*/ 0 h 15"/>
                  <a:gd name="T6" fmla="*/ 0 w 11"/>
                  <a:gd name="T7" fmla="*/ 1459 h 15"/>
                  <a:gd name="T8" fmla="*/ 1048 w 11"/>
                  <a:gd name="T9" fmla="*/ 3243 h 15"/>
                  <a:gd name="T10" fmla="*/ 2216 w 11"/>
                  <a:gd name="T11" fmla="*/ 5405 h 15"/>
                  <a:gd name="T12" fmla="*/ 2398 w 11"/>
                  <a:gd name="T13" fmla="*/ 389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11" y="11"/>
                    </a:moveTo>
                    <a:cubicBezTo>
                      <a:pt x="11" y="10"/>
                      <a:pt x="9" y="8"/>
                      <a:pt x="6" y="6"/>
                    </a:cubicBezTo>
                    <a:cubicBezTo>
                      <a:pt x="4" y="4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2" y="7"/>
                      <a:pt x="5" y="9"/>
                    </a:cubicBezTo>
                    <a:cubicBezTo>
                      <a:pt x="8" y="12"/>
                      <a:pt x="10" y="14"/>
                      <a:pt x="10" y="15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3" name="Freeform 2162">
                <a:extLst>
                  <a:ext uri="{FF2B5EF4-FFF2-40B4-BE49-F238E27FC236}">
                    <a16:creationId xmlns:a16="http://schemas.microsoft.com/office/drawing/2014/main" id="{EA7D662E-20AE-43D1-8A2F-1C1144127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043"/>
                <a:ext cx="28" cy="48"/>
              </a:xfrm>
              <a:custGeom>
                <a:avLst/>
                <a:gdLst>
                  <a:gd name="T0" fmla="*/ 2986 w 11"/>
                  <a:gd name="T1" fmla="*/ 5005 h 18"/>
                  <a:gd name="T2" fmla="*/ 1932 w 11"/>
                  <a:gd name="T3" fmla="*/ 2184 h 18"/>
                  <a:gd name="T4" fmla="*/ 545 w 11"/>
                  <a:gd name="T5" fmla="*/ 0 h 18"/>
                  <a:gd name="T6" fmla="*/ 331 w 11"/>
                  <a:gd name="T7" fmla="*/ 1459 h 18"/>
                  <a:gd name="T8" fmla="*/ 1387 w 11"/>
                  <a:gd name="T9" fmla="*/ 3243 h 18"/>
                  <a:gd name="T10" fmla="*/ 2474 w 11"/>
                  <a:gd name="T11" fmla="*/ 6464 h 18"/>
                  <a:gd name="T12" fmla="*/ 2986 w 11"/>
                  <a:gd name="T13" fmla="*/ 500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8">
                    <a:moveTo>
                      <a:pt x="11" y="14"/>
                    </a:moveTo>
                    <a:cubicBezTo>
                      <a:pt x="11" y="12"/>
                      <a:pt x="9" y="9"/>
                      <a:pt x="7" y="6"/>
                    </a:cubicBezTo>
                    <a:cubicBezTo>
                      <a:pt x="5" y="4"/>
                      <a:pt x="2" y="0"/>
                      <a:pt x="2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3" y="7"/>
                      <a:pt x="5" y="9"/>
                    </a:cubicBezTo>
                    <a:cubicBezTo>
                      <a:pt x="8" y="13"/>
                      <a:pt x="10" y="17"/>
                      <a:pt x="9" y="18"/>
                    </a:cubicBezTo>
                    <a:lnTo>
                      <a:pt x="11" y="14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4" name="Freeform 2163">
                <a:extLst>
                  <a:ext uri="{FF2B5EF4-FFF2-40B4-BE49-F238E27FC236}">
                    <a16:creationId xmlns:a16="http://schemas.microsoft.com/office/drawing/2014/main" id="{6AC70E1E-F1DB-4562-BF09-C802FDFDC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011"/>
                <a:ext cx="32" cy="26"/>
              </a:xfrm>
              <a:custGeom>
                <a:avLst/>
                <a:gdLst>
                  <a:gd name="T0" fmla="*/ 0 w 13"/>
                  <a:gd name="T1" fmla="*/ 3110 h 10"/>
                  <a:gd name="T2" fmla="*/ 2897 w 13"/>
                  <a:gd name="T3" fmla="*/ 1196 h 10"/>
                  <a:gd name="T4" fmla="*/ 2897 w 13"/>
                  <a:gd name="T5" fmla="*/ 0 h 10"/>
                  <a:gd name="T6" fmla="*/ 0 w 13"/>
                  <a:gd name="T7" fmla="*/ 1914 h 10"/>
                  <a:gd name="T8" fmla="*/ 0 w 13"/>
                  <a:gd name="T9" fmla="*/ 31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0" y="7"/>
                      <a:pt x="13" y="5"/>
                      <a:pt x="13" y="4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0" y="3"/>
                      <a:pt x="0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5" name="Freeform 2164">
                <a:extLst>
                  <a:ext uri="{FF2B5EF4-FFF2-40B4-BE49-F238E27FC236}">
                    <a16:creationId xmlns:a16="http://schemas.microsoft.com/office/drawing/2014/main" id="{38C8FE8E-9117-4A37-8F78-441CB7673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029"/>
                <a:ext cx="32" cy="27"/>
              </a:xfrm>
              <a:custGeom>
                <a:avLst/>
                <a:gdLst>
                  <a:gd name="T0" fmla="*/ 0 w 13"/>
                  <a:gd name="T1" fmla="*/ 3877 h 10"/>
                  <a:gd name="T2" fmla="*/ 2897 w 13"/>
                  <a:gd name="T3" fmla="*/ 1596 h 10"/>
                  <a:gd name="T4" fmla="*/ 2897 w 13"/>
                  <a:gd name="T5" fmla="*/ 0 h 10"/>
                  <a:gd name="T6" fmla="*/ 0 w 13"/>
                  <a:gd name="T7" fmla="*/ 2282 h 10"/>
                  <a:gd name="T8" fmla="*/ 0 w 13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0" y="6"/>
                      <a:pt x="12" y="5"/>
                      <a:pt x="13" y="4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0" y="2"/>
                      <a:pt x="0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6" name="Freeform 2165">
                <a:extLst>
                  <a:ext uri="{FF2B5EF4-FFF2-40B4-BE49-F238E27FC236}">
                    <a16:creationId xmlns:a16="http://schemas.microsoft.com/office/drawing/2014/main" id="{1C791EBF-E21D-4C6A-9011-4B2300D1A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040"/>
                <a:ext cx="28" cy="8"/>
              </a:xfrm>
              <a:custGeom>
                <a:avLst/>
                <a:gdLst>
                  <a:gd name="T0" fmla="*/ 0 w 11"/>
                  <a:gd name="T1" fmla="*/ 1059 h 3"/>
                  <a:gd name="T2" fmla="*/ 1932 w 11"/>
                  <a:gd name="T3" fmla="*/ 397 h 3"/>
                  <a:gd name="T4" fmla="*/ 2986 w 11"/>
                  <a:gd name="T5" fmla="*/ 0 h 3"/>
                  <a:gd name="T6" fmla="*/ 2688 w 11"/>
                  <a:gd name="T7" fmla="*/ 0 h 3"/>
                  <a:gd name="T8" fmla="*/ 1387 w 11"/>
                  <a:gd name="T9" fmla="*/ 0 h 3"/>
                  <a:gd name="T10" fmla="*/ 0 w 11"/>
                  <a:gd name="T11" fmla="*/ 1059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1" y="2"/>
                      <a:pt x="4" y="1"/>
                      <a:pt x="7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0"/>
                      <a:pt x="5" y="0"/>
                    </a:cubicBezTo>
                    <a:cubicBezTo>
                      <a:pt x="3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7" name="Freeform 2166">
                <a:extLst>
                  <a:ext uri="{FF2B5EF4-FFF2-40B4-BE49-F238E27FC236}">
                    <a16:creationId xmlns:a16="http://schemas.microsoft.com/office/drawing/2014/main" id="{59834FC6-9B22-46A4-A03B-802AFDD93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021"/>
                <a:ext cx="27" cy="8"/>
              </a:xfrm>
              <a:custGeom>
                <a:avLst/>
                <a:gdLst>
                  <a:gd name="T0" fmla="*/ 0 w 11"/>
                  <a:gd name="T1" fmla="*/ 1059 h 3"/>
                  <a:gd name="T2" fmla="*/ 1777 w 11"/>
                  <a:gd name="T3" fmla="*/ 397 h 3"/>
                  <a:gd name="T4" fmla="*/ 2398 w 11"/>
                  <a:gd name="T5" fmla="*/ 397 h 3"/>
                  <a:gd name="T6" fmla="*/ 2398 w 11"/>
                  <a:gd name="T7" fmla="*/ 0 h 3"/>
                  <a:gd name="T8" fmla="*/ 1343 w 11"/>
                  <a:gd name="T9" fmla="*/ 397 h 3"/>
                  <a:gd name="T10" fmla="*/ 0 w 11"/>
                  <a:gd name="T11" fmla="*/ 1059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2" y="2"/>
                      <a:pt x="5" y="2"/>
                      <a:pt x="8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8" y="1"/>
                      <a:pt x="6" y="1"/>
                    </a:cubicBezTo>
                    <a:cubicBezTo>
                      <a:pt x="3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8" name="Freeform 2167">
                <a:extLst>
                  <a:ext uri="{FF2B5EF4-FFF2-40B4-BE49-F238E27FC236}">
                    <a16:creationId xmlns:a16="http://schemas.microsoft.com/office/drawing/2014/main" id="{76C8C386-E52E-4CFB-9843-5A4F56C19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053"/>
                <a:ext cx="35" cy="27"/>
              </a:xfrm>
              <a:custGeom>
                <a:avLst/>
                <a:gdLst>
                  <a:gd name="T0" fmla="*/ 0 w 14"/>
                  <a:gd name="T1" fmla="*/ 3877 h 10"/>
                  <a:gd name="T2" fmla="*/ 3250 w 14"/>
                  <a:gd name="T3" fmla="*/ 1596 h 10"/>
                  <a:gd name="T4" fmla="*/ 3438 w 14"/>
                  <a:gd name="T5" fmla="*/ 0 h 10"/>
                  <a:gd name="T6" fmla="*/ 313 w 14"/>
                  <a:gd name="T7" fmla="*/ 2282 h 10"/>
                  <a:gd name="T8" fmla="*/ 0 w 14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cubicBezTo>
                      <a:pt x="1" y="7"/>
                      <a:pt x="13" y="5"/>
                      <a:pt x="13" y="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1"/>
                      <a:pt x="1" y="2"/>
                      <a:pt x="1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9" name="Freeform 2168">
                <a:extLst>
                  <a:ext uri="{FF2B5EF4-FFF2-40B4-BE49-F238E27FC236}">
                    <a16:creationId xmlns:a16="http://schemas.microsoft.com/office/drawing/2014/main" id="{6E5C76B4-F559-4D74-9DD4-8D0BC5E69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064"/>
                <a:ext cx="25" cy="8"/>
              </a:xfrm>
              <a:custGeom>
                <a:avLst/>
                <a:gdLst>
                  <a:gd name="T0" fmla="*/ 0 w 10"/>
                  <a:gd name="T1" fmla="*/ 1059 h 3"/>
                  <a:gd name="T2" fmla="*/ 1770 w 10"/>
                  <a:gd name="T3" fmla="*/ 397 h 3"/>
                  <a:gd name="T4" fmla="*/ 2470 w 10"/>
                  <a:gd name="T5" fmla="*/ 0 h 3"/>
                  <a:gd name="T6" fmla="*/ 2470 w 10"/>
                  <a:gd name="T7" fmla="*/ 0 h 3"/>
                  <a:gd name="T8" fmla="*/ 1300 w 10"/>
                  <a:gd name="T9" fmla="*/ 0 h 3"/>
                  <a:gd name="T10" fmla="*/ 0 w 10"/>
                  <a:gd name="T11" fmla="*/ 1059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1" y="2"/>
                      <a:pt x="4" y="1"/>
                      <a:pt x="7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0"/>
                      <a:pt x="5" y="0"/>
                    </a:cubicBezTo>
                    <a:cubicBezTo>
                      <a:pt x="3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0" name="Freeform 2169">
                <a:extLst>
                  <a:ext uri="{FF2B5EF4-FFF2-40B4-BE49-F238E27FC236}">
                    <a16:creationId xmlns:a16="http://schemas.microsoft.com/office/drawing/2014/main" id="{C482A13D-62AC-4D0E-B866-C2146A38C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072"/>
                <a:ext cx="38" cy="19"/>
              </a:xfrm>
              <a:custGeom>
                <a:avLst/>
                <a:gdLst>
                  <a:gd name="T0" fmla="*/ 0 w 15"/>
                  <a:gd name="T1" fmla="*/ 2823 h 7"/>
                  <a:gd name="T2" fmla="*/ 3658 w 15"/>
                  <a:gd name="T3" fmla="*/ 2342 h 7"/>
                  <a:gd name="T4" fmla="*/ 3955 w 15"/>
                  <a:gd name="T5" fmla="*/ 760 h 7"/>
                  <a:gd name="T6" fmla="*/ 327 w 15"/>
                  <a:gd name="T7" fmla="*/ 1200 h 7"/>
                  <a:gd name="T8" fmla="*/ 0 w 15"/>
                  <a:gd name="T9" fmla="*/ 282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cubicBezTo>
                      <a:pt x="1" y="4"/>
                      <a:pt x="13" y="7"/>
                      <a:pt x="14" y="6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4"/>
                      <a:pt x="2" y="0"/>
                      <a:pt x="1" y="3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1" name="Freeform 2170">
                <a:extLst>
                  <a:ext uri="{FF2B5EF4-FFF2-40B4-BE49-F238E27FC236}">
                    <a16:creationId xmlns:a16="http://schemas.microsoft.com/office/drawing/2014/main" id="{E91992DB-04FA-46DA-BDE1-C599AB728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083"/>
                <a:ext cx="28" cy="5"/>
              </a:xfrm>
              <a:custGeom>
                <a:avLst/>
                <a:gdLst>
                  <a:gd name="T0" fmla="*/ 0 w 11"/>
                  <a:gd name="T1" fmla="*/ 313 h 2"/>
                  <a:gd name="T2" fmla="*/ 1932 w 11"/>
                  <a:gd name="T3" fmla="*/ 313 h 2"/>
                  <a:gd name="T4" fmla="*/ 2986 w 11"/>
                  <a:gd name="T5" fmla="*/ 520 h 2"/>
                  <a:gd name="T6" fmla="*/ 2986 w 11"/>
                  <a:gd name="T7" fmla="*/ 520 h 2"/>
                  <a:gd name="T8" fmla="*/ 1387 w 11"/>
                  <a:gd name="T9" fmla="*/ 0 h 2"/>
                  <a:gd name="T10" fmla="*/ 0 w 11"/>
                  <a:gd name="T11" fmla="*/ 31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2" y="1"/>
                      <a:pt x="5" y="1"/>
                      <a:pt x="7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8" y="1"/>
                      <a:pt x="5" y="0"/>
                    </a:cubicBezTo>
                    <a:cubicBezTo>
                      <a:pt x="3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2" name="Freeform 2171">
                <a:extLst>
                  <a:ext uri="{FF2B5EF4-FFF2-40B4-BE49-F238E27FC236}">
                    <a16:creationId xmlns:a16="http://schemas.microsoft.com/office/drawing/2014/main" id="{A480BB41-1768-4418-97EB-1BCB7B2BB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952"/>
                <a:ext cx="43" cy="21"/>
              </a:xfrm>
              <a:custGeom>
                <a:avLst/>
                <a:gdLst>
                  <a:gd name="T0" fmla="*/ 4125 w 17"/>
                  <a:gd name="T1" fmla="*/ 1612 h 8"/>
                  <a:gd name="T2" fmla="*/ 2087 w 17"/>
                  <a:gd name="T3" fmla="*/ 378 h 8"/>
                  <a:gd name="T4" fmla="*/ 0 w 17"/>
                  <a:gd name="T5" fmla="*/ 0 h 8"/>
                  <a:gd name="T6" fmla="*/ 326 w 17"/>
                  <a:gd name="T7" fmla="*/ 1378 h 8"/>
                  <a:gd name="T8" fmla="*/ 2087 w 17"/>
                  <a:gd name="T9" fmla="*/ 1612 h 8"/>
                  <a:gd name="T10" fmla="*/ 4467 w 17"/>
                  <a:gd name="T11" fmla="*/ 2604 h 8"/>
                  <a:gd name="T12" fmla="*/ 4125 w 17"/>
                  <a:gd name="T13" fmla="*/ 161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16" y="5"/>
                    </a:moveTo>
                    <a:cubicBezTo>
                      <a:pt x="15" y="4"/>
                      <a:pt x="11" y="2"/>
                      <a:pt x="8" y="1"/>
                    </a:cubicBezTo>
                    <a:cubicBezTo>
                      <a:pt x="5" y="1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5" y="5"/>
                      <a:pt x="8" y="5"/>
                    </a:cubicBezTo>
                    <a:cubicBezTo>
                      <a:pt x="13" y="6"/>
                      <a:pt x="16" y="7"/>
                      <a:pt x="17" y="8"/>
                    </a:cubicBezTo>
                    <a:lnTo>
                      <a:pt x="16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3" name="Freeform 2172">
                <a:extLst>
                  <a:ext uri="{FF2B5EF4-FFF2-40B4-BE49-F238E27FC236}">
                    <a16:creationId xmlns:a16="http://schemas.microsoft.com/office/drawing/2014/main" id="{8E24C90E-B446-46F0-98B0-19A44814E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968"/>
                <a:ext cx="40" cy="24"/>
              </a:xfrm>
              <a:custGeom>
                <a:avLst/>
                <a:gdLst>
                  <a:gd name="T0" fmla="*/ 3720 w 16"/>
                  <a:gd name="T1" fmla="*/ 1763 h 9"/>
                  <a:gd name="T2" fmla="*/ 1958 w 16"/>
                  <a:gd name="T3" fmla="*/ 661 h 9"/>
                  <a:gd name="T4" fmla="*/ 0 w 16"/>
                  <a:gd name="T5" fmla="*/ 0 h 9"/>
                  <a:gd name="T6" fmla="*/ 313 w 16"/>
                  <a:gd name="T7" fmla="*/ 1459 h 9"/>
                  <a:gd name="T8" fmla="*/ 1958 w 16"/>
                  <a:gd name="T9" fmla="*/ 1763 h 9"/>
                  <a:gd name="T10" fmla="*/ 3908 w 16"/>
                  <a:gd name="T11" fmla="*/ 3243 h 9"/>
                  <a:gd name="T12" fmla="*/ 3720 w 16"/>
                  <a:gd name="T13" fmla="*/ 176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15" y="5"/>
                    </a:moveTo>
                    <a:cubicBezTo>
                      <a:pt x="14" y="3"/>
                      <a:pt x="11" y="2"/>
                      <a:pt x="8" y="2"/>
                    </a:cubicBezTo>
                    <a:cubicBezTo>
                      <a:pt x="5" y="1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5" y="5"/>
                      <a:pt x="8" y="5"/>
                    </a:cubicBezTo>
                    <a:cubicBezTo>
                      <a:pt x="13" y="6"/>
                      <a:pt x="15" y="8"/>
                      <a:pt x="16" y="9"/>
                    </a:cubicBez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4" name="Freeform 2173">
                <a:extLst>
                  <a:ext uri="{FF2B5EF4-FFF2-40B4-BE49-F238E27FC236}">
                    <a16:creationId xmlns:a16="http://schemas.microsoft.com/office/drawing/2014/main" id="{2550B86E-F2CE-40CE-8900-4513B7ACE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1963"/>
                <a:ext cx="33" cy="37"/>
              </a:xfrm>
              <a:custGeom>
                <a:avLst/>
                <a:gdLst>
                  <a:gd name="T0" fmla="*/ 830 w 13"/>
                  <a:gd name="T1" fmla="*/ 4784 h 14"/>
                  <a:gd name="T2" fmla="*/ 3485 w 13"/>
                  <a:gd name="T3" fmla="*/ 1425 h 14"/>
                  <a:gd name="T4" fmla="*/ 3158 w 13"/>
                  <a:gd name="T5" fmla="*/ 0 h 14"/>
                  <a:gd name="T6" fmla="*/ 327 w 13"/>
                  <a:gd name="T7" fmla="*/ 3766 h 14"/>
                  <a:gd name="T8" fmla="*/ 830 w 13"/>
                  <a:gd name="T9" fmla="*/ 478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3" y="14"/>
                    </a:moveTo>
                    <a:cubicBezTo>
                      <a:pt x="2" y="11"/>
                      <a:pt x="13" y="5"/>
                      <a:pt x="13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2"/>
                      <a:pt x="0" y="7"/>
                      <a:pt x="1" y="11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5" name="Freeform 2174">
                <a:extLst>
                  <a:ext uri="{FF2B5EF4-FFF2-40B4-BE49-F238E27FC236}">
                    <a16:creationId xmlns:a16="http://schemas.microsoft.com/office/drawing/2014/main" id="{DBD360A7-FA1D-4BC7-AAA6-7DCBB972F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981"/>
                <a:ext cx="33" cy="38"/>
              </a:xfrm>
              <a:custGeom>
                <a:avLst/>
                <a:gdLst>
                  <a:gd name="T0" fmla="*/ 830 w 13"/>
                  <a:gd name="T1" fmla="*/ 5600 h 14"/>
                  <a:gd name="T2" fmla="*/ 3485 w 13"/>
                  <a:gd name="T3" fmla="*/ 1620 h 14"/>
                  <a:gd name="T4" fmla="*/ 3158 w 13"/>
                  <a:gd name="T5" fmla="*/ 0 h 14"/>
                  <a:gd name="T6" fmla="*/ 327 w 13"/>
                  <a:gd name="T7" fmla="*/ 3957 h 14"/>
                  <a:gd name="T8" fmla="*/ 830 w 13"/>
                  <a:gd name="T9" fmla="*/ 560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3" y="14"/>
                    </a:moveTo>
                    <a:cubicBezTo>
                      <a:pt x="2" y="11"/>
                      <a:pt x="13" y="5"/>
                      <a:pt x="13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0" y="7"/>
                      <a:pt x="1" y="10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6" name="Freeform 2175">
                <a:extLst>
                  <a:ext uri="{FF2B5EF4-FFF2-40B4-BE49-F238E27FC236}">
                    <a16:creationId xmlns:a16="http://schemas.microsoft.com/office/drawing/2014/main" id="{03DE0F49-77DB-4C4E-B29B-8C2FE6803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992"/>
                <a:ext cx="22" cy="19"/>
              </a:xfrm>
              <a:custGeom>
                <a:avLst/>
                <a:gdLst>
                  <a:gd name="T0" fmla="*/ 0 w 9"/>
                  <a:gd name="T1" fmla="*/ 2823 h 7"/>
                  <a:gd name="T2" fmla="*/ 1315 w 9"/>
                  <a:gd name="T3" fmla="*/ 760 h 7"/>
                  <a:gd name="T4" fmla="*/ 1931 w 9"/>
                  <a:gd name="T5" fmla="*/ 0 h 7"/>
                  <a:gd name="T6" fmla="*/ 1931 w 9"/>
                  <a:gd name="T7" fmla="*/ 0 h 7"/>
                  <a:gd name="T8" fmla="*/ 860 w 9"/>
                  <a:gd name="T9" fmla="*/ 1200 h 7"/>
                  <a:gd name="T10" fmla="*/ 0 w 9"/>
                  <a:gd name="T11" fmla="*/ 282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1" y="5"/>
                      <a:pt x="4" y="4"/>
                      <a:pt x="6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2" y="4"/>
                      <a:pt x="1" y="5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7" name="Freeform 2176">
                <a:extLst>
                  <a:ext uri="{FF2B5EF4-FFF2-40B4-BE49-F238E27FC236}">
                    <a16:creationId xmlns:a16="http://schemas.microsoft.com/office/drawing/2014/main" id="{4E89D1C0-99F3-40D1-B178-98ED412B5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976"/>
                <a:ext cx="23" cy="19"/>
              </a:xfrm>
              <a:custGeom>
                <a:avLst/>
                <a:gdLst>
                  <a:gd name="T0" fmla="*/ 0 w 9"/>
                  <a:gd name="T1" fmla="*/ 2823 h 7"/>
                  <a:gd name="T2" fmla="*/ 1620 w 9"/>
                  <a:gd name="T3" fmla="*/ 760 h 7"/>
                  <a:gd name="T4" fmla="*/ 2520 w 9"/>
                  <a:gd name="T5" fmla="*/ 0 h 7"/>
                  <a:gd name="T6" fmla="*/ 2520 w 9"/>
                  <a:gd name="T7" fmla="*/ 0 h 7"/>
                  <a:gd name="T8" fmla="*/ 1104 w 9"/>
                  <a:gd name="T9" fmla="*/ 1200 h 7"/>
                  <a:gd name="T10" fmla="*/ 0 w 9"/>
                  <a:gd name="T11" fmla="*/ 282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5"/>
                      <a:pt x="4" y="4"/>
                      <a:pt x="6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2" y="4"/>
                      <a:pt x="2" y="5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8" name="Freeform 2177">
                <a:extLst>
                  <a:ext uri="{FF2B5EF4-FFF2-40B4-BE49-F238E27FC236}">
                    <a16:creationId xmlns:a16="http://schemas.microsoft.com/office/drawing/2014/main" id="{505D019D-4A00-4CC2-A8AC-E87C09893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941"/>
                <a:ext cx="30" cy="40"/>
              </a:xfrm>
              <a:custGeom>
                <a:avLst/>
                <a:gdLst>
                  <a:gd name="T0" fmla="*/ 783 w 12"/>
                  <a:gd name="T1" fmla="*/ 5405 h 15"/>
                  <a:gd name="T2" fmla="*/ 2738 w 12"/>
                  <a:gd name="T3" fmla="*/ 1059 h 15"/>
                  <a:gd name="T4" fmla="*/ 2270 w 12"/>
                  <a:gd name="T5" fmla="*/ 0 h 15"/>
                  <a:gd name="T6" fmla="*/ 313 w 12"/>
                  <a:gd name="T7" fmla="*/ 3891 h 15"/>
                  <a:gd name="T8" fmla="*/ 783 w 12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3" y="15"/>
                    </a:moveTo>
                    <a:cubicBezTo>
                      <a:pt x="2" y="12"/>
                      <a:pt x="12" y="4"/>
                      <a:pt x="11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"/>
                      <a:pt x="0" y="8"/>
                      <a:pt x="1" y="11"/>
                    </a:cubicBez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9" name="Freeform 2178">
                <a:extLst>
                  <a:ext uri="{FF2B5EF4-FFF2-40B4-BE49-F238E27FC236}">
                    <a16:creationId xmlns:a16="http://schemas.microsoft.com/office/drawing/2014/main" id="{958F7C23-EFD3-4822-A2BA-ECAC8FA5C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1992"/>
                <a:ext cx="10" cy="21"/>
              </a:xfrm>
              <a:custGeom>
                <a:avLst/>
                <a:gdLst>
                  <a:gd name="T0" fmla="*/ 783 w 4"/>
                  <a:gd name="T1" fmla="*/ 2226 h 8"/>
                  <a:gd name="T2" fmla="*/ 520 w 4"/>
                  <a:gd name="T3" fmla="*/ 2604 h 8"/>
                  <a:gd name="T4" fmla="*/ 313 w 4"/>
                  <a:gd name="T5" fmla="*/ 992 h 8"/>
                  <a:gd name="T6" fmla="*/ 0 w 4"/>
                  <a:gd name="T7" fmla="*/ 0 h 8"/>
                  <a:gd name="T8" fmla="*/ 783 w 4"/>
                  <a:gd name="T9" fmla="*/ 378 h 8"/>
                  <a:gd name="T10" fmla="*/ 783 w 4"/>
                  <a:gd name="T11" fmla="*/ 614 h 8"/>
                  <a:gd name="T12" fmla="*/ 783 w 4"/>
                  <a:gd name="T13" fmla="*/ 22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3" y="7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6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4"/>
                      <a:pt x="4" y="6"/>
                      <a:pt x="3" y="7"/>
                    </a:cubicBez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0" name="Freeform 2179">
                <a:extLst>
                  <a:ext uri="{FF2B5EF4-FFF2-40B4-BE49-F238E27FC236}">
                    <a16:creationId xmlns:a16="http://schemas.microsoft.com/office/drawing/2014/main" id="{769D58F6-1E13-4F40-A24D-1BEA10C46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992"/>
                <a:ext cx="10" cy="35"/>
              </a:xfrm>
              <a:custGeom>
                <a:avLst/>
                <a:gdLst>
                  <a:gd name="T0" fmla="*/ 783 w 4"/>
                  <a:gd name="T1" fmla="*/ 4254 h 13"/>
                  <a:gd name="T2" fmla="*/ 783 w 4"/>
                  <a:gd name="T3" fmla="*/ 1833 h 13"/>
                  <a:gd name="T4" fmla="*/ 783 w 4"/>
                  <a:gd name="T5" fmla="*/ 0 h 13"/>
                  <a:gd name="T6" fmla="*/ 313 w 4"/>
                  <a:gd name="T7" fmla="*/ 681 h 13"/>
                  <a:gd name="T8" fmla="*/ 313 w 4"/>
                  <a:gd name="T9" fmla="*/ 2262 h 13"/>
                  <a:gd name="T10" fmla="*/ 313 w 4"/>
                  <a:gd name="T11" fmla="*/ 4935 h 13"/>
                  <a:gd name="T12" fmla="*/ 783 w 4"/>
                  <a:gd name="T13" fmla="*/ 425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3">
                    <a:moveTo>
                      <a:pt x="3" y="11"/>
                    </a:moveTo>
                    <a:cubicBezTo>
                      <a:pt x="4" y="10"/>
                      <a:pt x="4" y="8"/>
                      <a:pt x="3" y="5"/>
                    </a:cubicBezTo>
                    <a:cubicBezTo>
                      <a:pt x="3" y="3"/>
                      <a:pt x="3" y="0"/>
                      <a:pt x="3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4"/>
                      <a:pt x="1" y="6"/>
                    </a:cubicBezTo>
                    <a:cubicBezTo>
                      <a:pt x="2" y="10"/>
                      <a:pt x="1" y="12"/>
                      <a:pt x="1" y="13"/>
                    </a:cubicBez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70A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1" name="Freeform 2180">
                <a:extLst>
                  <a:ext uri="{FF2B5EF4-FFF2-40B4-BE49-F238E27FC236}">
                    <a16:creationId xmlns:a16="http://schemas.microsoft.com/office/drawing/2014/main" id="{11C7832B-72CD-461B-BF20-E38F15974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987"/>
                <a:ext cx="27" cy="16"/>
              </a:xfrm>
              <a:custGeom>
                <a:avLst/>
                <a:gdLst>
                  <a:gd name="T0" fmla="*/ 0 w 11"/>
                  <a:gd name="T1" fmla="*/ 1459 h 6"/>
                  <a:gd name="T2" fmla="*/ 2216 w 11"/>
                  <a:gd name="T3" fmla="*/ 2184 h 6"/>
                  <a:gd name="T4" fmla="*/ 2398 w 11"/>
                  <a:gd name="T5" fmla="*/ 1059 h 6"/>
                  <a:gd name="T6" fmla="*/ 427 w 11"/>
                  <a:gd name="T7" fmla="*/ 661 h 6"/>
                  <a:gd name="T8" fmla="*/ 0 w 11"/>
                  <a:gd name="T9" fmla="*/ 145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0" y="4"/>
                    </a:moveTo>
                    <a:cubicBezTo>
                      <a:pt x="1" y="2"/>
                      <a:pt x="9" y="6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3" y="0"/>
                      <a:pt x="2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2" name="Freeform 2181">
                <a:extLst>
                  <a:ext uri="{FF2B5EF4-FFF2-40B4-BE49-F238E27FC236}">
                    <a16:creationId xmlns:a16="http://schemas.microsoft.com/office/drawing/2014/main" id="{E2822410-541F-4276-A76E-72349B351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995"/>
                <a:ext cx="17" cy="5"/>
              </a:xfrm>
              <a:custGeom>
                <a:avLst/>
                <a:gdLst>
                  <a:gd name="T0" fmla="*/ 0 w 7"/>
                  <a:gd name="T1" fmla="*/ 0 h 2"/>
                  <a:gd name="T2" fmla="*/ 1003 w 7"/>
                  <a:gd name="T3" fmla="*/ 313 h 2"/>
                  <a:gd name="T4" fmla="*/ 1433 w 7"/>
                  <a:gd name="T5" fmla="*/ 520 h 2"/>
                  <a:gd name="T6" fmla="*/ 1433 w 7"/>
                  <a:gd name="T7" fmla="*/ 520 h 2"/>
                  <a:gd name="T8" fmla="*/ 831 w 7"/>
                  <a:gd name="T9" fmla="*/ 0 h 2"/>
                  <a:gd name="T10" fmla="*/ 0 w 7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1" y="0"/>
                      <a:pt x="3" y="1"/>
                      <a:pt x="5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5" y="1"/>
                      <a:pt x="4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3" name="Freeform 2182">
                <a:extLst>
                  <a:ext uri="{FF2B5EF4-FFF2-40B4-BE49-F238E27FC236}">
                    <a16:creationId xmlns:a16="http://schemas.microsoft.com/office/drawing/2014/main" id="{276190AE-C09A-4007-92B9-8372768B0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2000"/>
                <a:ext cx="27" cy="16"/>
              </a:xfrm>
              <a:custGeom>
                <a:avLst/>
                <a:gdLst>
                  <a:gd name="T0" fmla="*/ 0 w 11"/>
                  <a:gd name="T1" fmla="*/ 1459 h 6"/>
                  <a:gd name="T2" fmla="*/ 1964 w 11"/>
                  <a:gd name="T3" fmla="*/ 1763 h 6"/>
                  <a:gd name="T4" fmla="*/ 2398 w 11"/>
                  <a:gd name="T5" fmla="*/ 1059 h 6"/>
                  <a:gd name="T6" fmla="*/ 174 w 11"/>
                  <a:gd name="T7" fmla="*/ 397 h 6"/>
                  <a:gd name="T8" fmla="*/ 0 w 11"/>
                  <a:gd name="T9" fmla="*/ 145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0" y="4"/>
                    </a:moveTo>
                    <a:cubicBezTo>
                      <a:pt x="1" y="2"/>
                      <a:pt x="9" y="6"/>
                      <a:pt x="9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3" y="0"/>
                      <a:pt x="1" y="1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3D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4" name="Freeform 2183">
                <a:extLst>
                  <a:ext uri="{FF2B5EF4-FFF2-40B4-BE49-F238E27FC236}">
                    <a16:creationId xmlns:a16="http://schemas.microsoft.com/office/drawing/2014/main" id="{413A5D8C-ED43-4CFD-B1A2-B8A97E11D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005"/>
                <a:ext cx="17" cy="8"/>
              </a:xfrm>
              <a:custGeom>
                <a:avLst/>
                <a:gdLst>
                  <a:gd name="T0" fmla="*/ 0 w 7"/>
                  <a:gd name="T1" fmla="*/ 0 h 3"/>
                  <a:gd name="T2" fmla="*/ 1003 w 7"/>
                  <a:gd name="T3" fmla="*/ 661 h 3"/>
                  <a:gd name="T4" fmla="*/ 1433 w 7"/>
                  <a:gd name="T5" fmla="*/ 1059 h 3"/>
                  <a:gd name="T6" fmla="*/ 1433 w 7"/>
                  <a:gd name="T7" fmla="*/ 1059 h 3"/>
                  <a:gd name="T8" fmla="*/ 590 w 7"/>
                  <a:gd name="T9" fmla="*/ 397 h 3"/>
                  <a:gd name="T10" fmla="*/ 0 w 7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1" y="0"/>
                      <a:pt x="3" y="1"/>
                      <a:pt x="5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5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5" name="Freeform 2184">
                <a:extLst>
                  <a:ext uri="{FF2B5EF4-FFF2-40B4-BE49-F238E27FC236}">
                    <a16:creationId xmlns:a16="http://schemas.microsoft.com/office/drawing/2014/main" id="{80760AE0-6A20-424D-9DC9-5D1D855CD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013"/>
                <a:ext cx="15" cy="11"/>
              </a:xfrm>
              <a:custGeom>
                <a:avLst/>
                <a:gdLst>
                  <a:gd name="T0" fmla="*/ 0 w 6"/>
                  <a:gd name="T1" fmla="*/ 0 h 4"/>
                  <a:gd name="T2" fmla="*/ 988 w 6"/>
                  <a:gd name="T3" fmla="*/ 1271 h 4"/>
                  <a:gd name="T4" fmla="*/ 1488 w 6"/>
                  <a:gd name="T5" fmla="*/ 1724 h 4"/>
                  <a:gd name="T6" fmla="*/ 1488 w 6"/>
                  <a:gd name="T7" fmla="*/ 1724 h 4"/>
                  <a:gd name="T8" fmla="*/ 783 w 6"/>
                  <a:gd name="T9" fmla="*/ 462 h 4"/>
                  <a:gd name="T10" fmla="*/ 0 w 6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0"/>
                      <a:pt x="2" y="1"/>
                      <a:pt x="4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4" y="2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6" name="Freeform 2185">
                <a:extLst>
                  <a:ext uri="{FF2B5EF4-FFF2-40B4-BE49-F238E27FC236}">
                    <a16:creationId xmlns:a16="http://schemas.microsoft.com/office/drawing/2014/main" id="{F56BE178-7D7F-4CB7-A9C3-3F70AF8F4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123"/>
                <a:ext cx="15" cy="45"/>
              </a:xfrm>
              <a:custGeom>
                <a:avLst/>
                <a:gdLst>
                  <a:gd name="T0" fmla="*/ 313 w 6"/>
                  <a:gd name="T1" fmla="*/ 5212 h 17"/>
                  <a:gd name="T2" fmla="*/ 313 w 6"/>
                  <a:gd name="T3" fmla="*/ 2446 h 17"/>
                  <a:gd name="T4" fmla="*/ 783 w 6"/>
                  <a:gd name="T5" fmla="*/ 0 h 17"/>
                  <a:gd name="T6" fmla="*/ 1300 w 6"/>
                  <a:gd name="T7" fmla="*/ 1038 h 17"/>
                  <a:gd name="T8" fmla="*/ 988 w 6"/>
                  <a:gd name="T9" fmla="*/ 3131 h 17"/>
                  <a:gd name="T10" fmla="*/ 783 w 6"/>
                  <a:gd name="T11" fmla="*/ 5845 h 17"/>
                  <a:gd name="T12" fmla="*/ 313 w 6"/>
                  <a:gd name="T13" fmla="*/ 5212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7">
                    <a:moveTo>
                      <a:pt x="1" y="15"/>
                    </a:moveTo>
                    <a:cubicBezTo>
                      <a:pt x="0" y="14"/>
                      <a:pt x="0" y="10"/>
                      <a:pt x="1" y="7"/>
                    </a:cubicBezTo>
                    <a:cubicBezTo>
                      <a:pt x="2" y="5"/>
                      <a:pt x="3" y="0"/>
                      <a:pt x="3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5" y="7"/>
                      <a:pt x="4" y="9"/>
                    </a:cubicBezTo>
                    <a:cubicBezTo>
                      <a:pt x="3" y="13"/>
                      <a:pt x="3" y="16"/>
                      <a:pt x="3" y="17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7" name="Freeform 2186">
                <a:extLst>
                  <a:ext uri="{FF2B5EF4-FFF2-40B4-BE49-F238E27FC236}">
                    <a16:creationId xmlns:a16="http://schemas.microsoft.com/office/drawing/2014/main" id="{0B985DAB-E047-4EF8-995D-6CFF74A9B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053"/>
                <a:ext cx="25" cy="40"/>
              </a:xfrm>
              <a:custGeom>
                <a:avLst/>
                <a:gdLst>
                  <a:gd name="T0" fmla="*/ 0 w 10"/>
                  <a:gd name="T1" fmla="*/ 4301 h 15"/>
                  <a:gd name="T2" fmla="*/ 988 w 10"/>
                  <a:gd name="T3" fmla="*/ 1763 h 15"/>
                  <a:gd name="T4" fmla="*/ 2270 w 10"/>
                  <a:gd name="T5" fmla="*/ 0 h 15"/>
                  <a:gd name="T6" fmla="*/ 2470 w 10"/>
                  <a:gd name="T7" fmla="*/ 1059 h 15"/>
                  <a:gd name="T8" fmla="*/ 1488 w 10"/>
                  <a:gd name="T9" fmla="*/ 2824 h 15"/>
                  <a:gd name="T10" fmla="*/ 520 w 10"/>
                  <a:gd name="T11" fmla="*/ 5405 h 15"/>
                  <a:gd name="T12" fmla="*/ 0 w 10"/>
                  <a:gd name="T13" fmla="*/ 430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0" y="12"/>
                    </a:moveTo>
                    <a:cubicBezTo>
                      <a:pt x="0" y="11"/>
                      <a:pt x="2" y="7"/>
                      <a:pt x="4" y="5"/>
                    </a:cubicBezTo>
                    <a:cubicBezTo>
                      <a:pt x="6" y="3"/>
                      <a:pt x="9" y="0"/>
                      <a:pt x="9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8" y="6"/>
                      <a:pt x="6" y="8"/>
                    </a:cubicBezTo>
                    <a:cubicBezTo>
                      <a:pt x="3" y="11"/>
                      <a:pt x="1" y="14"/>
                      <a:pt x="2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8" name="Freeform 2187">
                <a:extLst>
                  <a:ext uri="{FF2B5EF4-FFF2-40B4-BE49-F238E27FC236}">
                    <a16:creationId xmlns:a16="http://schemas.microsoft.com/office/drawing/2014/main" id="{4710B698-2BB4-4B05-825B-D76BDB7A2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069"/>
                <a:ext cx="25" cy="40"/>
              </a:xfrm>
              <a:custGeom>
                <a:avLst/>
                <a:gdLst>
                  <a:gd name="T0" fmla="*/ 0 w 10"/>
                  <a:gd name="T1" fmla="*/ 3891 h 15"/>
                  <a:gd name="T2" fmla="*/ 783 w 10"/>
                  <a:gd name="T3" fmla="*/ 1763 h 15"/>
                  <a:gd name="T4" fmla="*/ 1958 w 10"/>
                  <a:gd name="T5" fmla="*/ 0 h 15"/>
                  <a:gd name="T6" fmla="*/ 2270 w 10"/>
                  <a:gd name="T7" fmla="*/ 1059 h 15"/>
                  <a:gd name="T8" fmla="*/ 1300 w 10"/>
                  <a:gd name="T9" fmla="*/ 2824 h 15"/>
                  <a:gd name="T10" fmla="*/ 520 w 10"/>
                  <a:gd name="T11" fmla="*/ 5405 h 15"/>
                  <a:gd name="T12" fmla="*/ 0 w 10"/>
                  <a:gd name="T13" fmla="*/ 389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0" y="11"/>
                    </a:moveTo>
                    <a:cubicBezTo>
                      <a:pt x="0" y="10"/>
                      <a:pt x="1" y="7"/>
                      <a:pt x="3" y="5"/>
                    </a:cubicBezTo>
                    <a:cubicBezTo>
                      <a:pt x="5" y="3"/>
                      <a:pt x="8" y="0"/>
                      <a:pt x="8" y="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5"/>
                      <a:pt x="7" y="6"/>
                      <a:pt x="5" y="8"/>
                    </a:cubicBezTo>
                    <a:cubicBezTo>
                      <a:pt x="2" y="12"/>
                      <a:pt x="1" y="14"/>
                      <a:pt x="2" y="15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9" name="Freeform 2188">
                <a:extLst>
                  <a:ext uri="{FF2B5EF4-FFF2-40B4-BE49-F238E27FC236}">
                    <a16:creationId xmlns:a16="http://schemas.microsoft.com/office/drawing/2014/main" id="{F6F350F5-9F79-47FB-8BDC-E3A879C25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091"/>
                <a:ext cx="25" cy="40"/>
              </a:xfrm>
              <a:custGeom>
                <a:avLst/>
                <a:gdLst>
                  <a:gd name="T0" fmla="*/ 313 w 10"/>
                  <a:gd name="T1" fmla="*/ 4301 h 15"/>
                  <a:gd name="T2" fmla="*/ 988 w 10"/>
                  <a:gd name="T3" fmla="*/ 2184 h 15"/>
                  <a:gd name="T4" fmla="*/ 1958 w 10"/>
                  <a:gd name="T5" fmla="*/ 0 h 15"/>
                  <a:gd name="T6" fmla="*/ 2270 w 10"/>
                  <a:gd name="T7" fmla="*/ 1059 h 15"/>
                  <a:gd name="T8" fmla="*/ 1770 w 10"/>
                  <a:gd name="T9" fmla="*/ 3243 h 15"/>
                  <a:gd name="T10" fmla="*/ 520 w 10"/>
                  <a:gd name="T11" fmla="*/ 5405 h 15"/>
                  <a:gd name="T12" fmla="*/ 313 w 10"/>
                  <a:gd name="T13" fmla="*/ 430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1" y="12"/>
                    </a:moveTo>
                    <a:cubicBezTo>
                      <a:pt x="0" y="11"/>
                      <a:pt x="3" y="9"/>
                      <a:pt x="4" y="6"/>
                    </a:cubicBezTo>
                    <a:cubicBezTo>
                      <a:pt x="5" y="4"/>
                      <a:pt x="8" y="0"/>
                      <a:pt x="8" y="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8" y="6"/>
                      <a:pt x="7" y="9"/>
                    </a:cubicBezTo>
                    <a:cubicBezTo>
                      <a:pt x="4" y="12"/>
                      <a:pt x="2" y="14"/>
                      <a:pt x="2" y="15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0" name="Freeform 2189">
                <a:extLst>
                  <a:ext uri="{FF2B5EF4-FFF2-40B4-BE49-F238E27FC236}">
                    <a16:creationId xmlns:a16="http://schemas.microsoft.com/office/drawing/2014/main" id="{941EBBE7-6793-4924-ABE8-4DCE28ED9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104"/>
                <a:ext cx="20" cy="48"/>
              </a:xfrm>
              <a:custGeom>
                <a:avLst/>
                <a:gdLst>
                  <a:gd name="T0" fmla="*/ 313 w 8"/>
                  <a:gd name="T1" fmla="*/ 5005 h 18"/>
                  <a:gd name="T2" fmla="*/ 520 w 8"/>
                  <a:gd name="T3" fmla="*/ 2184 h 18"/>
                  <a:gd name="T4" fmla="*/ 1300 w 8"/>
                  <a:gd name="T5" fmla="*/ 0 h 18"/>
                  <a:gd name="T6" fmla="*/ 1770 w 8"/>
                  <a:gd name="T7" fmla="*/ 1059 h 18"/>
                  <a:gd name="T8" fmla="*/ 1300 w 8"/>
                  <a:gd name="T9" fmla="*/ 3243 h 18"/>
                  <a:gd name="T10" fmla="*/ 783 w 8"/>
                  <a:gd name="T11" fmla="*/ 6464 h 18"/>
                  <a:gd name="T12" fmla="*/ 313 w 8"/>
                  <a:gd name="T13" fmla="*/ 500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8">
                    <a:moveTo>
                      <a:pt x="1" y="14"/>
                    </a:moveTo>
                    <a:cubicBezTo>
                      <a:pt x="0" y="13"/>
                      <a:pt x="1" y="9"/>
                      <a:pt x="2" y="6"/>
                    </a:cubicBezTo>
                    <a:cubicBezTo>
                      <a:pt x="3" y="4"/>
                      <a:pt x="5" y="0"/>
                      <a:pt x="5" y="0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6" y="6"/>
                      <a:pt x="5" y="9"/>
                    </a:cubicBezTo>
                    <a:cubicBezTo>
                      <a:pt x="3" y="13"/>
                      <a:pt x="2" y="17"/>
                      <a:pt x="3" y="18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1" name="Freeform 2190">
                <a:extLst>
                  <a:ext uri="{FF2B5EF4-FFF2-40B4-BE49-F238E27FC236}">
                    <a16:creationId xmlns:a16="http://schemas.microsoft.com/office/drawing/2014/main" id="{85D02B3B-ACCF-41C8-9D35-C24230576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080"/>
                <a:ext cx="35" cy="19"/>
              </a:xfrm>
              <a:custGeom>
                <a:avLst/>
                <a:gdLst>
                  <a:gd name="T0" fmla="*/ 3438 w 14"/>
                  <a:gd name="T1" fmla="*/ 2823 h 7"/>
                  <a:gd name="T2" fmla="*/ 313 w 14"/>
                  <a:gd name="T3" fmla="*/ 2063 h 7"/>
                  <a:gd name="T4" fmla="*/ 0 w 14"/>
                  <a:gd name="T5" fmla="*/ 442 h 7"/>
                  <a:gd name="T6" fmla="*/ 3250 w 14"/>
                  <a:gd name="T7" fmla="*/ 1200 h 7"/>
                  <a:gd name="T8" fmla="*/ 3438 w 14"/>
                  <a:gd name="T9" fmla="*/ 282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4" y="7"/>
                    </a:moveTo>
                    <a:cubicBezTo>
                      <a:pt x="14" y="4"/>
                      <a:pt x="2" y="6"/>
                      <a:pt x="1" y="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2" y="0"/>
                      <a:pt x="13" y="3"/>
                    </a:cubicBez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563" name="Group 2191">
              <a:extLst>
                <a:ext uri="{FF2B5EF4-FFF2-40B4-BE49-F238E27FC236}">
                  <a16:creationId xmlns:a16="http://schemas.microsoft.com/office/drawing/2014/main" id="{3C4B765E-BF2E-4DD0-A02D-8882438131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35" y="1901"/>
              <a:ext cx="475" cy="424"/>
              <a:chOff x="4335" y="1901"/>
              <a:chExt cx="475" cy="424"/>
            </a:xfrm>
          </p:grpSpPr>
          <p:sp>
            <p:nvSpPr>
              <p:cNvPr id="19622" name="Freeform 2192">
                <a:extLst>
                  <a:ext uri="{FF2B5EF4-FFF2-40B4-BE49-F238E27FC236}">
                    <a16:creationId xmlns:a16="http://schemas.microsoft.com/office/drawing/2014/main" id="{CB661CBF-27B5-4CD8-839E-D17BF499D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096"/>
                <a:ext cx="38" cy="16"/>
              </a:xfrm>
              <a:custGeom>
                <a:avLst/>
                <a:gdLst>
                  <a:gd name="T0" fmla="*/ 3955 w 15"/>
                  <a:gd name="T1" fmla="*/ 2184 h 6"/>
                  <a:gd name="T2" fmla="*/ 327 w 15"/>
                  <a:gd name="T3" fmla="*/ 1763 h 6"/>
                  <a:gd name="T4" fmla="*/ 0 w 15"/>
                  <a:gd name="T5" fmla="*/ 397 h 6"/>
                  <a:gd name="T6" fmla="*/ 3466 w 15"/>
                  <a:gd name="T7" fmla="*/ 1059 h 6"/>
                  <a:gd name="T8" fmla="*/ 3955 w 15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5" y="6"/>
                    </a:moveTo>
                    <a:cubicBezTo>
                      <a:pt x="14" y="4"/>
                      <a:pt x="2" y="6"/>
                      <a:pt x="1" y="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2" y="0"/>
                      <a:pt x="13" y="3"/>
                    </a:cubicBez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3" name="Freeform 2193">
                <a:extLst>
                  <a:ext uri="{FF2B5EF4-FFF2-40B4-BE49-F238E27FC236}">
                    <a16:creationId xmlns:a16="http://schemas.microsoft.com/office/drawing/2014/main" id="{A679FDA8-A996-4EFA-ADF7-FC1DFD4CD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104"/>
                <a:ext cx="28" cy="5"/>
              </a:xfrm>
              <a:custGeom>
                <a:avLst/>
                <a:gdLst>
                  <a:gd name="T0" fmla="*/ 2986 w 11"/>
                  <a:gd name="T1" fmla="*/ 313 h 2"/>
                  <a:gd name="T2" fmla="*/ 1056 w 11"/>
                  <a:gd name="T3" fmla="*/ 313 h 2"/>
                  <a:gd name="T4" fmla="*/ 0 w 11"/>
                  <a:gd name="T5" fmla="*/ 520 h 2"/>
                  <a:gd name="T6" fmla="*/ 0 w 11"/>
                  <a:gd name="T7" fmla="*/ 520 h 2"/>
                  <a:gd name="T8" fmla="*/ 1601 w 11"/>
                  <a:gd name="T9" fmla="*/ 313 h 2"/>
                  <a:gd name="T10" fmla="*/ 2986 w 11"/>
                  <a:gd name="T11" fmla="*/ 31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11" y="1"/>
                    </a:moveTo>
                    <a:cubicBezTo>
                      <a:pt x="9" y="1"/>
                      <a:pt x="6" y="1"/>
                      <a:pt x="4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1"/>
                      <a:pt x="6" y="1"/>
                    </a:cubicBezTo>
                    <a:cubicBezTo>
                      <a:pt x="8" y="0"/>
                      <a:pt x="9" y="1"/>
                      <a:pt x="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4" name="Freeform 2194">
                <a:extLst>
                  <a:ext uri="{FF2B5EF4-FFF2-40B4-BE49-F238E27FC236}">
                    <a16:creationId xmlns:a16="http://schemas.microsoft.com/office/drawing/2014/main" id="{F8D5D9E0-BFEF-4342-90A9-7F6DE24C2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091"/>
                <a:ext cx="25" cy="2"/>
              </a:xfrm>
              <a:custGeom>
                <a:avLst/>
                <a:gdLst>
                  <a:gd name="T0" fmla="*/ 2470 w 10"/>
                  <a:gd name="T1" fmla="*/ 64 h 1"/>
                  <a:gd name="T2" fmla="*/ 783 w 10"/>
                  <a:gd name="T3" fmla="*/ 64 h 1"/>
                  <a:gd name="T4" fmla="*/ 0 w 10"/>
                  <a:gd name="T5" fmla="*/ 64 h 1"/>
                  <a:gd name="T6" fmla="*/ 0 w 10"/>
                  <a:gd name="T7" fmla="*/ 64 h 1"/>
                  <a:gd name="T8" fmla="*/ 1300 w 10"/>
                  <a:gd name="T9" fmla="*/ 0 h 1"/>
                  <a:gd name="T10" fmla="*/ 2470 w 10"/>
                  <a:gd name="T11" fmla="*/ 64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9" y="0"/>
                      <a:pt x="6" y="0"/>
                      <a:pt x="3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7" y="0"/>
                      <a:pt x="8" y="0"/>
                      <a:pt x="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5" name="Freeform 2195">
                <a:extLst>
                  <a:ext uri="{FF2B5EF4-FFF2-40B4-BE49-F238E27FC236}">
                    <a16:creationId xmlns:a16="http://schemas.microsoft.com/office/drawing/2014/main" id="{32D7A556-8FAE-4809-A707-642A23740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117"/>
                <a:ext cx="40" cy="16"/>
              </a:xfrm>
              <a:custGeom>
                <a:avLst/>
                <a:gdLst>
                  <a:gd name="T0" fmla="*/ 3908 w 16"/>
                  <a:gd name="T1" fmla="*/ 2184 h 6"/>
                  <a:gd name="T2" fmla="*/ 520 w 16"/>
                  <a:gd name="T3" fmla="*/ 1459 h 6"/>
                  <a:gd name="T4" fmla="*/ 0 w 16"/>
                  <a:gd name="T5" fmla="*/ 397 h 6"/>
                  <a:gd name="T6" fmla="*/ 3720 w 16"/>
                  <a:gd name="T7" fmla="*/ 1059 h 6"/>
                  <a:gd name="T8" fmla="*/ 3908 w 16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6">
                    <a:moveTo>
                      <a:pt x="16" y="6"/>
                    </a:moveTo>
                    <a:cubicBezTo>
                      <a:pt x="15" y="3"/>
                      <a:pt x="2" y="5"/>
                      <a:pt x="2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3" y="0"/>
                      <a:pt x="15" y="3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6" name="Freeform 2196">
                <a:extLst>
                  <a:ext uri="{FF2B5EF4-FFF2-40B4-BE49-F238E27FC236}">
                    <a16:creationId xmlns:a16="http://schemas.microsoft.com/office/drawing/2014/main" id="{59C87A3E-4E7A-4EBD-B283-998444F94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125"/>
                <a:ext cx="30" cy="3"/>
              </a:xfrm>
              <a:custGeom>
                <a:avLst/>
                <a:gdLst>
                  <a:gd name="T0" fmla="*/ 2938 w 12"/>
                  <a:gd name="T1" fmla="*/ 729 h 1"/>
                  <a:gd name="T2" fmla="*/ 1300 w 12"/>
                  <a:gd name="T3" fmla="*/ 729 h 1"/>
                  <a:gd name="T4" fmla="*/ 0 w 12"/>
                  <a:gd name="T5" fmla="*/ 729 h 1"/>
                  <a:gd name="T6" fmla="*/ 0 w 12"/>
                  <a:gd name="T7" fmla="*/ 729 h 1"/>
                  <a:gd name="T8" fmla="*/ 1770 w 12"/>
                  <a:gd name="T9" fmla="*/ 0 h 1"/>
                  <a:gd name="T10" fmla="*/ 2938 w 12"/>
                  <a:gd name="T11" fmla="*/ 729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">
                    <a:moveTo>
                      <a:pt x="12" y="1"/>
                    </a:moveTo>
                    <a:cubicBezTo>
                      <a:pt x="10" y="0"/>
                      <a:pt x="7" y="1"/>
                      <a:pt x="5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" y="0"/>
                      <a:pt x="7" y="0"/>
                    </a:cubicBezTo>
                    <a:cubicBezTo>
                      <a:pt x="9" y="0"/>
                      <a:pt x="10" y="0"/>
                      <a:pt x="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7" name="Freeform 2197">
                <a:extLst>
                  <a:ext uri="{FF2B5EF4-FFF2-40B4-BE49-F238E27FC236}">
                    <a16:creationId xmlns:a16="http://schemas.microsoft.com/office/drawing/2014/main" id="{336B0535-6DF0-4B67-8A60-302D3DC59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195"/>
                <a:ext cx="30" cy="32"/>
              </a:xfrm>
              <a:custGeom>
                <a:avLst/>
                <a:gdLst>
                  <a:gd name="T0" fmla="*/ 2270 w 12"/>
                  <a:gd name="T1" fmla="*/ 4301 h 12"/>
                  <a:gd name="T2" fmla="*/ 783 w 12"/>
                  <a:gd name="T3" fmla="*/ 2184 h 12"/>
                  <a:gd name="T4" fmla="*/ 0 w 12"/>
                  <a:gd name="T5" fmla="*/ 0 h 12"/>
                  <a:gd name="T6" fmla="*/ 783 w 12"/>
                  <a:gd name="T7" fmla="*/ 0 h 12"/>
                  <a:gd name="T8" fmla="*/ 1770 w 12"/>
                  <a:gd name="T9" fmla="*/ 1763 h 12"/>
                  <a:gd name="T10" fmla="*/ 2938 w 12"/>
                  <a:gd name="T11" fmla="*/ 3891 h 12"/>
                  <a:gd name="T12" fmla="*/ 2270 w 12"/>
                  <a:gd name="T13" fmla="*/ 430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9" y="12"/>
                    </a:moveTo>
                    <a:cubicBezTo>
                      <a:pt x="8" y="12"/>
                      <a:pt x="5" y="9"/>
                      <a:pt x="3" y="6"/>
                    </a:cubicBezTo>
                    <a:cubicBezTo>
                      <a:pt x="2" y="4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5" y="3"/>
                      <a:pt x="7" y="5"/>
                    </a:cubicBezTo>
                    <a:cubicBezTo>
                      <a:pt x="9" y="9"/>
                      <a:pt x="11" y="11"/>
                      <a:pt x="12" y="11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8" name="Freeform 2198">
                <a:extLst>
                  <a:ext uri="{FF2B5EF4-FFF2-40B4-BE49-F238E27FC236}">
                    <a16:creationId xmlns:a16="http://schemas.microsoft.com/office/drawing/2014/main" id="{FC72D750-31B9-4A05-8662-6B74E3F49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133"/>
                <a:ext cx="13" cy="48"/>
              </a:xfrm>
              <a:custGeom>
                <a:avLst/>
                <a:gdLst>
                  <a:gd name="T0" fmla="*/ 595 w 5"/>
                  <a:gd name="T1" fmla="*/ 5824 h 18"/>
                  <a:gd name="T2" fmla="*/ 0 w 5"/>
                  <a:gd name="T3" fmla="*/ 2824 h 18"/>
                  <a:gd name="T4" fmla="*/ 372 w 5"/>
                  <a:gd name="T5" fmla="*/ 0 h 18"/>
                  <a:gd name="T6" fmla="*/ 1196 w 5"/>
                  <a:gd name="T7" fmla="*/ 1059 h 18"/>
                  <a:gd name="T8" fmla="*/ 1196 w 5"/>
                  <a:gd name="T9" fmla="*/ 3243 h 18"/>
                  <a:gd name="T10" fmla="*/ 1547 w 5"/>
                  <a:gd name="T11" fmla="*/ 6464 h 18"/>
                  <a:gd name="T12" fmla="*/ 595 w 5"/>
                  <a:gd name="T13" fmla="*/ 582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2" y="16"/>
                    </a:moveTo>
                    <a:cubicBezTo>
                      <a:pt x="0" y="15"/>
                      <a:pt x="0" y="11"/>
                      <a:pt x="0" y="8"/>
                    </a:cubicBezTo>
                    <a:cubicBezTo>
                      <a:pt x="1" y="5"/>
                      <a:pt x="1" y="1"/>
                      <a:pt x="1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4" y="6"/>
                      <a:pt x="4" y="9"/>
                    </a:cubicBezTo>
                    <a:cubicBezTo>
                      <a:pt x="3" y="14"/>
                      <a:pt x="4" y="17"/>
                      <a:pt x="5" y="18"/>
                    </a:cubicBez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9" name="Freeform 2199">
                <a:extLst>
                  <a:ext uri="{FF2B5EF4-FFF2-40B4-BE49-F238E27FC236}">
                    <a16:creationId xmlns:a16="http://schemas.microsoft.com/office/drawing/2014/main" id="{96686F99-C68E-4A2B-B98F-585329E0C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128"/>
                <a:ext cx="37" cy="24"/>
              </a:xfrm>
              <a:custGeom>
                <a:avLst/>
                <a:gdLst>
                  <a:gd name="T0" fmla="*/ 3365 w 15"/>
                  <a:gd name="T1" fmla="*/ 1763 h 9"/>
                  <a:gd name="T2" fmla="*/ 634 w 15"/>
                  <a:gd name="T3" fmla="*/ 2824 h 9"/>
                  <a:gd name="T4" fmla="*/ 0 w 15"/>
                  <a:gd name="T5" fmla="*/ 1763 h 9"/>
                  <a:gd name="T6" fmla="*/ 2925 w 15"/>
                  <a:gd name="T7" fmla="*/ 661 h 9"/>
                  <a:gd name="T8" fmla="*/ 3365 w 15"/>
                  <a:gd name="T9" fmla="*/ 176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5"/>
                    </a:moveTo>
                    <a:cubicBezTo>
                      <a:pt x="14" y="3"/>
                      <a:pt x="3" y="9"/>
                      <a:pt x="3" y="8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1" y="0"/>
                      <a:pt x="13" y="2"/>
                    </a:cubicBez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0" name="Freeform 2200">
                <a:extLst>
                  <a:ext uri="{FF2B5EF4-FFF2-40B4-BE49-F238E27FC236}">
                    <a16:creationId xmlns:a16="http://schemas.microsoft.com/office/drawing/2014/main" id="{9A1E1B5D-D2CF-4361-A049-81421B9E3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149"/>
                <a:ext cx="12" cy="46"/>
              </a:xfrm>
              <a:custGeom>
                <a:avLst/>
                <a:gdLst>
                  <a:gd name="T0" fmla="*/ 168 w 5"/>
                  <a:gd name="T1" fmla="*/ 5945 h 17"/>
                  <a:gd name="T2" fmla="*/ 0 w 5"/>
                  <a:gd name="T3" fmla="*/ 2730 h 17"/>
                  <a:gd name="T4" fmla="*/ 168 w 5"/>
                  <a:gd name="T5" fmla="*/ 0 h 17"/>
                  <a:gd name="T6" fmla="*/ 802 w 5"/>
                  <a:gd name="T7" fmla="*/ 755 h 17"/>
                  <a:gd name="T8" fmla="*/ 802 w 5"/>
                  <a:gd name="T9" fmla="*/ 3206 h 17"/>
                  <a:gd name="T10" fmla="*/ 967 w 5"/>
                  <a:gd name="T11" fmla="*/ 6656 h 17"/>
                  <a:gd name="T12" fmla="*/ 168 w 5"/>
                  <a:gd name="T13" fmla="*/ 594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7">
                    <a:moveTo>
                      <a:pt x="1" y="15"/>
                    </a:moveTo>
                    <a:cubicBezTo>
                      <a:pt x="0" y="14"/>
                      <a:pt x="0" y="10"/>
                      <a:pt x="0" y="7"/>
                    </a:cubicBezTo>
                    <a:cubicBezTo>
                      <a:pt x="0" y="4"/>
                      <a:pt x="1" y="0"/>
                      <a:pt x="1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4" y="6"/>
                      <a:pt x="4" y="8"/>
                    </a:cubicBezTo>
                    <a:cubicBezTo>
                      <a:pt x="3" y="13"/>
                      <a:pt x="4" y="16"/>
                      <a:pt x="5" y="17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1" name="Freeform 2201">
                <a:extLst>
                  <a:ext uri="{FF2B5EF4-FFF2-40B4-BE49-F238E27FC236}">
                    <a16:creationId xmlns:a16="http://schemas.microsoft.com/office/drawing/2014/main" id="{6A8D14F8-4162-4D85-927B-8B82F7F7E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160"/>
                <a:ext cx="13" cy="43"/>
              </a:xfrm>
              <a:custGeom>
                <a:avLst/>
                <a:gdLst>
                  <a:gd name="T0" fmla="*/ 372 w 5"/>
                  <a:gd name="T1" fmla="*/ 5316 h 16"/>
                  <a:gd name="T2" fmla="*/ 0 w 5"/>
                  <a:gd name="T3" fmla="*/ 2658 h 16"/>
                  <a:gd name="T4" fmla="*/ 372 w 5"/>
                  <a:gd name="T5" fmla="*/ 0 h 16"/>
                  <a:gd name="T6" fmla="*/ 1196 w 5"/>
                  <a:gd name="T7" fmla="*/ 680 h 16"/>
                  <a:gd name="T8" fmla="*/ 1196 w 5"/>
                  <a:gd name="T9" fmla="*/ 3085 h 16"/>
                  <a:gd name="T10" fmla="*/ 1547 w 5"/>
                  <a:gd name="T11" fmla="*/ 6060 h 16"/>
                  <a:gd name="T12" fmla="*/ 372 w 5"/>
                  <a:gd name="T13" fmla="*/ 53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6">
                    <a:moveTo>
                      <a:pt x="1" y="14"/>
                    </a:moveTo>
                    <a:cubicBezTo>
                      <a:pt x="0" y="13"/>
                      <a:pt x="0" y="10"/>
                      <a:pt x="0" y="7"/>
                    </a:cubicBezTo>
                    <a:cubicBezTo>
                      <a:pt x="1" y="4"/>
                      <a:pt x="1" y="0"/>
                      <a:pt x="1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4" y="6"/>
                      <a:pt x="4" y="8"/>
                    </a:cubicBezTo>
                    <a:cubicBezTo>
                      <a:pt x="3" y="13"/>
                      <a:pt x="4" y="15"/>
                      <a:pt x="5" y="16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2" name="Freeform 2202">
                <a:extLst>
                  <a:ext uri="{FF2B5EF4-FFF2-40B4-BE49-F238E27FC236}">
                    <a16:creationId xmlns:a16="http://schemas.microsoft.com/office/drawing/2014/main" id="{9404CBE5-1A13-4A75-837C-6699EE9E4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144"/>
                <a:ext cx="38" cy="29"/>
              </a:xfrm>
              <a:custGeom>
                <a:avLst/>
                <a:gdLst>
                  <a:gd name="T0" fmla="*/ 3955 w 15"/>
                  <a:gd name="T1" fmla="*/ 1389 h 11"/>
                  <a:gd name="T2" fmla="*/ 828 w 15"/>
                  <a:gd name="T3" fmla="*/ 3335 h 11"/>
                  <a:gd name="T4" fmla="*/ 0 w 15"/>
                  <a:gd name="T5" fmla="*/ 2655 h 11"/>
                  <a:gd name="T6" fmla="*/ 3139 w 15"/>
                  <a:gd name="T7" fmla="*/ 625 h 11"/>
                  <a:gd name="T8" fmla="*/ 3955 w 15"/>
                  <a:gd name="T9" fmla="*/ 138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15" y="4"/>
                    </a:moveTo>
                    <a:cubicBezTo>
                      <a:pt x="13" y="3"/>
                      <a:pt x="4" y="11"/>
                      <a:pt x="3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0" y="0"/>
                      <a:pt x="12" y="2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3" name="Freeform 2203">
                <a:extLst>
                  <a:ext uri="{FF2B5EF4-FFF2-40B4-BE49-F238E27FC236}">
                    <a16:creationId xmlns:a16="http://schemas.microsoft.com/office/drawing/2014/main" id="{C8039A2B-B63A-4660-BEED-7E101A964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155"/>
                <a:ext cx="37" cy="26"/>
              </a:xfrm>
              <a:custGeom>
                <a:avLst/>
                <a:gdLst>
                  <a:gd name="T0" fmla="*/ 3365 w 15"/>
                  <a:gd name="T1" fmla="*/ 1196 h 10"/>
                  <a:gd name="T2" fmla="*/ 634 w 15"/>
                  <a:gd name="T3" fmla="*/ 3110 h 10"/>
                  <a:gd name="T4" fmla="*/ 0 w 15"/>
                  <a:gd name="T5" fmla="*/ 2142 h 10"/>
                  <a:gd name="T6" fmla="*/ 2743 w 15"/>
                  <a:gd name="T7" fmla="*/ 595 h 10"/>
                  <a:gd name="T8" fmla="*/ 3365 w 15"/>
                  <a:gd name="T9" fmla="*/ 119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5" y="4"/>
                    </a:moveTo>
                    <a:cubicBezTo>
                      <a:pt x="13" y="2"/>
                      <a:pt x="4" y="10"/>
                      <a:pt x="3" y="1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0" y="0"/>
                      <a:pt x="12" y="2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4" name="Freeform 2204">
                <a:extLst>
                  <a:ext uri="{FF2B5EF4-FFF2-40B4-BE49-F238E27FC236}">
                    <a16:creationId xmlns:a16="http://schemas.microsoft.com/office/drawing/2014/main" id="{D989D0C9-AD67-4D0D-B31F-558BAA2AB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171"/>
                <a:ext cx="18" cy="42"/>
              </a:xfrm>
              <a:custGeom>
                <a:avLst/>
                <a:gdLst>
                  <a:gd name="T0" fmla="*/ 1137 w 7"/>
                  <a:gd name="T1" fmla="*/ 4851 h 16"/>
                  <a:gd name="T2" fmla="*/ 357 w 7"/>
                  <a:gd name="T3" fmla="*/ 2226 h 16"/>
                  <a:gd name="T4" fmla="*/ 0 w 7"/>
                  <a:gd name="T5" fmla="*/ 0 h 16"/>
                  <a:gd name="T6" fmla="*/ 1137 w 7"/>
                  <a:gd name="T7" fmla="*/ 614 h 16"/>
                  <a:gd name="T8" fmla="*/ 1448 w 7"/>
                  <a:gd name="T9" fmla="*/ 2604 h 16"/>
                  <a:gd name="T10" fmla="*/ 2003 w 7"/>
                  <a:gd name="T11" fmla="*/ 5229 h 16"/>
                  <a:gd name="T12" fmla="*/ 1137 w 7"/>
                  <a:gd name="T13" fmla="*/ 485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4" y="15"/>
                    </a:moveTo>
                    <a:cubicBezTo>
                      <a:pt x="3" y="14"/>
                      <a:pt x="1" y="10"/>
                      <a:pt x="1" y="7"/>
                    </a:cubicBezTo>
                    <a:cubicBezTo>
                      <a:pt x="1" y="4"/>
                      <a:pt x="1" y="0"/>
                      <a:pt x="0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5"/>
                      <a:pt x="5" y="8"/>
                    </a:cubicBezTo>
                    <a:cubicBezTo>
                      <a:pt x="5" y="12"/>
                      <a:pt x="6" y="15"/>
                      <a:pt x="7" y="16"/>
                    </a:cubicBez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5" name="Freeform 2205">
                <a:extLst>
                  <a:ext uri="{FF2B5EF4-FFF2-40B4-BE49-F238E27FC236}">
                    <a16:creationId xmlns:a16="http://schemas.microsoft.com/office/drawing/2014/main" id="{36F75B4A-7497-42D5-A6AE-30ACF6891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179"/>
                <a:ext cx="18" cy="40"/>
              </a:xfrm>
              <a:custGeom>
                <a:avLst/>
                <a:gdLst>
                  <a:gd name="T0" fmla="*/ 918 w 7"/>
                  <a:gd name="T1" fmla="*/ 5005 h 15"/>
                  <a:gd name="T2" fmla="*/ 0 w 7"/>
                  <a:gd name="T3" fmla="*/ 2581 h 15"/>
                  <a:gd name="T4" fmla="*/ 0 w 7"/>
                  <a:gd name="T5" fmla="*/ 0 h 15"/>
                  <a:gd name="T6" fmla="*/ 918 w 7"/>
                  <a:gd name="T7" fmla="*/ 661 h 15"/>
                  <a:gd name="T8" fmla="*/ 1137 w 7"/>
                  <a:gd name="T9" fmla="*/ 2824 h 15"/>
                  <a:gd name="T10" fmla="*/ 2003 w 7"/>
                  <a:gd name="T11" fmla="*/ 5405 h 15"/>
                  <a:gd name="T12" fmla="*/ 918 w 7"/>
                  <a:gd name="T13" fmla="*/ 50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5">
                    <a:moveTo>
                      <a:pt x="3" y="14"/>
                    </a:moveTo>
                    <a:cubicBezTo>
                      <a:pt x="2" y="13"/>
                      <a:pt x="1" y="10"/>
                      <a:pt x="0" y="7"/>
                    </a:cubicBezTo>
                    <a:cubicBezTo>
                      <a:pt x="0" y="5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5"/>
                      <a:pt x="4" y="8"/>
                    </a:cubicBezTo>
                    <a:cubicBezTo>
                      <a:pt x="4" y="13"/>
                      <a:pt x="6" y="15"/>
                      <a:pt x="7" y="15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6" name="Freeform 2206">
                <a:extLst>
                  <a:ext uri="{FF2B5EF4-FFF2-40B4-BE49-F238E27FC236}">
                    <a16:creationId xmlns:a16="http://schemas.microsoft.com/office/drawing/2014/main" id="{D33C027B-F282-495E-9426-75AFB8CC2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165"/>
                <a:ext cx="35" cy="30"/>
              </a:xfrm>
              <a:custGeom>
                <a:avLst/>
                <a:gdLst>
                  <a:gd name="T0" fmla="*/ 3438 w 14"/>
                  <a:gd name="T1" fmla="*/ 1666 h 11"/>
                  <a:gd name="T2" fmla="*/ 783 w 14"/>
                  <a:gd name="T3" fmla="*/ 4544 h 11"/>
                  <a:gd name="T4" fmla="*/ 0 w 14"/>
                  <a:gd name="T5" fmla="*/ 3755 h 11"/>
                  <a:gd name="T6" fmla="*/ 2738 w 14"/>
                  <a:gd name="T7" fmla="*/ 775 h 11"/>
                  <a:gd name="T8" fmla="*/ 3438 w 14"/>
                  <a:gd name="T9" fmla="*/ 166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2" y="2"/>
                      <a:pt x="4" y="11"/>
                      <a:pt x="3" y="1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9" y="0"/>
                      <a:pt x="11" y="2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7" name="Freeform 2207">
                <a:extLst>
                  <a:ext uri="{FF2B5EF4-FFF2-40B4-BE49-F238E27FC236}">
                    <a16:creationId xmlns:a16="http://schemas.microsoft.com/office/drawing/2014/main" id="{47E796B6-B156-4E7E-88AB-5EEA423B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176"/>
                <a:ext cx="37" cy="29"/>
              </a:xfrm>
              <a:custGeom>
                <a:avLst/>
                <a:gdLst>
                  <a:gd name="T0" fmla="*/ 3365 w 15"/>
                  <a:gd name="T1" fmla="*/ 1007 h 11"/>
                  <a:gd name="T2" fmla="*/ 634 w 15"/>
                  <a:gd name="T3" fmla="*/ 3335 h 11"/>
                  <a:gd name="T4" fmla="*/ 0 w 15"/>
                  <a:gd name="T5" fmla="*/ 2655 h 11"/>
                  <a:gd name="T6" fmla="*/ 2743 w 15"/>
                  <a:gd name="T7" fmla="*/ 382 h 11"/>
                  <a:gd name="T8" fmla="*/ 3365 w 15"/>
                  <a:gd name="T9" fmla="*/ 100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15" y="3"/>
                    </a:moveTo>
                    <a:cubicBezTo>
                      <a:pt x="12" y="2"/>
                      <a:pt x="4" y="11"/>
                      <a:pt x="3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9" y="0"/>
                      <a:pt x="12" y="1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8" name="Freeform 2208">
                <a:extLst>
                  <a:ext uri="{FF2B5EF4-FFF2-40B4-BE49-F238E27FC236}">
                    <a16:creationId xmlns:a16="http://schemas.microsoft.com/office/drawing/2014/main" id="{201E712D-45A4-498B-BA72-2CC40FF14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187"/>
                <a:ext cx="23" cy="40"/>
              </a:xfrm>
              <a:custGeom>
                <a:avLst/>
                <a:gdLst>
                  <a:gd name="T0" fmla="*/ 1620 w 9"/>
                  <a:gd name="T1" fmla="*/ 5005 h 15"/>
                  <a:gd name="T2" fmla="*/ 549 w 9"/>
                  <a:gd name="T3" fmla="*/ 2581 h 15"/>
                  <a:gd name="T4" fmla="*/ 0 w 9"/>
                  <a:gd name="T5" fmla="*/ 0 h 15"/>
                  <a:gd name="T6" fmla="*/ 1104 w 9"/>
                  <a:gd name="T7" fmla="*/ 397 h 15"/>
                  <a:gd name="T8" fmla="*/ 1620 w 9"/>
                  <a:gd name="T9" fmla="*/ 2581 h 15"/>
                  <a:gd name="T10" fmla="*/ 2520 w 9"/>
                  <a:gd name="T11" fmla="*/ 5405 h 15"/>
                  <a:gd name="T12" fmla="*/ 1620 w 9"/>
                  <a:gd name="T13" fmla="*/ 50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6" y="14"/>
                    </a:moveTo>
                    <a:cubicBezTo>
                      <a:pt x="5" y="14"/>
                      <a:pt x="3" y="10"/>
                      <a:pt x="2" y="7"/>
                    </a:cubicBezTo>
                    <a:cubicBezTo>
                      <a:pt x="2" y="5"/>
                      <a:pt x="1" y="0"/>
                      <a:pt x="0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5"/>
                      <a:pt x="6" y="7"/>
                    </a:cubicBezTo>
                    <a:cubicBezTo>
                      <a:pt x="7" y="12"/>
                      <a:pt x="8" y="14"/>
                      <a:pt x="9" y="15"/>
                    </a:cubicBez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9" name="Freeform 2209">
                <a:extLst>
                  <a:ext uri="{FF2B5EF4-FFF2-40B4-BE49-F238E27FC236}">
                    <a16:creationId xmlns:a16="http://schemas.microsoft.com/office/drawing/2014/main" id="{86E7F936-6062-404F-8254-A12B34143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184"/>
                <a:ext cx="35" cy="29"/>
              </a:xfrm>
              <a:custGeom>
                <a:avLst/>
                <a:gdLst>
                  <a:gd name="T0" fmla="*/ 3438 w 14"/>
                  <a:gd name="T1" fmla="*/ 625 h 11"/>
                  <a:gd name="T2" fmla="*/ 988 w 14"/>
                  <a:gd name="T3" fmla="*/ 3662 h 11"/>
                  <a:gd name="T4" fmla="*/ 0 w 14"/>
                  <a:gd name="T5" fmla="*/ 3335 h 11"/>
                  <a:gd name="T6" fmla="*/ 2470 w 14"/>
                  <a:gd name="T7" fmla="*/ 382 h 11"/>
                  <a:gd name="T8" fmla="*/ 3438 w 14"/>
                  <a:gd name="T9" fmla="*/ 62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4" y="2"/>
                    </a:moveTo>
                    <a:cubicBezTo>
                      <a:pt x="11" y="1"/>
                      <a:pt x="5" y="11"/>
                      <a:pt x="4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7" y="0"/>
                      <a:pt x="10" y="1"/>
                    </a:cubicBez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0" name="Freeform 2210">
                <a:extLst>
                  <a:ext uri="{FF2B5EF4-FFF2-40B4-BE49-F238E27FC236}">
                    <a16:creationId xmlns:a16="http://schemas.microsoft.com/office/drawing/2014/main" id="{E358952C-D95B-44F9-8F67-A3B44FBA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189"/>
                <a:ext cx="32" cy="32"/>
              </a:xfrm>
              <a:custGeom>
                <a:avLst/>
                <a:gdLst>
                  <a:gd name="T0" fmla="*/ 2897 w 13"/>
                  <a:gd name="T1" fmla="*/ 1059 h 12"/>
                  <a:gd name="T2" fmla="*/ 625 w 13"/>
                  <a:gd name="T3" fmla="*/ 3891 h 12"/>
                  <a:gd name="T4" fmla="*/ 0 w 13"/>
                  <a:gd name="T5" fmla="*/ 3640 h 12"/>
                  <a:gd name="T6" fmla="*/ 2284 w 13"/>
                  <a:gd name="T7" fmla="*/ 397 h 12"/>
                  <a:gd name="T8" fmla="*/ 2897 w 13"/>
                  <a:gd name="T9" fmla="*/ 105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3"/>
                    </a:moveTo>
                    <a:cubicBezTo>
                      <a:pt x="11" y="2"/>
                      <a:pt x="4" y="12"/>
                      <a:pt x="3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7" y="0"/>
                      <a:pt x="10" y="1"/>
                    </a:cubicBez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1" name="Freeform 2211">
                <a:extLst>
                  <a:ext uri="{FF2B5EF4-FFF2-40B4-BE49-F238E27FC236}">
                    <a16:creationId xmlns:a16="http://schemas.microsoft.com/office/drawing/2014/main" id="{486CE106-323D-4120-9275-76FBCE6B1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2163"/>
                <a:ext cx="22" cy="16"/>
              </a:xfrm>
              <a:custGeom>
                <a:avLst/>
                <a:gdLst>
                  <a:gd name="T0" fmla="*/ 1750 w 9"/>
                  <a:gd name="T1" fmla="*/ 0 h 6"/>
                  <a:gd name="T2" fmla="*/ 425 w 9"/>
                  <a:gd name="T3" fmla="*/ 1459 h 6"/>
                  <a:gd name="T4" fmla="*/ 0 w 9"/>
                  <a:gd name="T5" fmla="*/ 2184 h 6"/>
                  <a:gd name="T6" fmla="*/ 0 w 9"/>
                  <a:gd name="T7" fmla="*/ 2184 h 6"/>
                  <a:gd name="T8" fmla="*/ 860 w 9"/>
                  <a:gd name="T9" fmla="*/ 661 h 6"/>
                  <a:gd name="T10" fmla="*/ 1931 w 9"/>
                  <a:gd name="T11" fmla="*/ 0 h 6"/>
                  <a:gd name="T12" fmla="*/ 1750 w 9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8" y="0"/>
                    </a:moveTo>
                    <a:cubicBezTo>
                      <a:pt x="7" y="1"/>
                      <a:pt x="4" y="2"/>
                      <a:pt x="2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2" y="3"/>
                      <a:pt x="4" y="2"/>
                    </a:cubicBezTo>
                    <a:cubicBezTo>
                      <a:pt x="5" y="1"/>
                      <a:pt x="7" y="1"/>
                      <a:pt x="9" y="0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2" name="Freeform 2212">
                <a:extLst>
                  <a:ext uri="{FF2B5EF4-FFF2-40B4-BE49-F238E27FC236}">
                    <a16:creationId xmlns:a16="http://schemas.microsoft.com/office/drawing/2014/main" id="{249905FD-1971-4F9B-BADF-B56380E13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173"/>
                <a:ext cx="22" cy="19"/>
              </a:xfrm>
              <a:custGeom>
                <a:avLst/>
                <a:gdLst>
                  <a:gd name="T0" fmla="*/ 1931 w 9"/>
                  <a:gd name="T1" fmla="*/ 0 h 7"/>
                  <a:gd name="T2" fmla="*/ 616 w 9"/>
                  <a:gd name="T3" fmla="*/ 2063 h 7"/>
                  <a:gd name="T4" fmla="*/ 0 w 9"/>
                  <a:gd name="T5" fmla="*/ 2823 h 7"/>
                  <a:gd name="T6" fmla="*/ 0 w 9"/>
                  <a:gd name="T7" fmla="*/ 2823 h 7"/>
                  <a:gd name="T8" fmla="*/ 860 w 9"/>
                  <a:gd name="T9" fmla="*/ 1200 h 7"/>
                  <a:gd name="T10" fmla="*/ 1931 w 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7" y="1"/>
                      <a:pt x="5" y="3"/>
                      <a:pt x="3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2" y="4"/>
                      <a:pt x="4" y="3"/>
                    </a:cubicBezTo>
                    <a:cubicBezTo>
                      <a:pt x="6" y="1"/>
                      <a:pt x="7" y="1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3" name="Freeform 2213">
                <a:extLst>
                  <a:ext uri="{FF2B5EF4-FFF2-40B4-BE49-F238E27FC236}">
                    <a16:creationId xmlns:a16="http://schemas.microsoft.com/office/drawing/2014/main" id="{EBD48FEC-A09A-40FC-AA97-2065975DD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181"/>
                <a:ext cx="20" cy="19"/>
              </a:xfrm>
              <a:custGeom>
                <a:avLst/>
                <a:gdLst>
                  <a:gd name="T0" fmla="*/ 1958 w 8"/>
                  <a:gd name="T1" fmla="*/ 0 h 7"/>
                  <a:gd name="T2" fmla="*/ 520 w 8"/>
                  <a:gd name="T3" fmla="*/ 2063 h 7"/>
                  <a:gd name="T4" fmla="*/ 0 w 8"/>
                  <a:gd name="T5" fmla="*/ 2823 h 7"/>
                  <a:gd name="T6" fmla="*/ 0 w 8"/>
                  <a:gd name="T7" fmla="*/ 2823 h 7"/>
                  <a:gd name="T8" fmla="*/ 783 w 8"/>
                  <a:gd name="T9" fmla="*/ 1200 h 7"/>
                  <a:gd name="T10" fmla="*/ 1958 w 8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6" y="1"/>
                      <a:pt x="4" y="3"/>
                      <a:pt x="2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4"/>
                      <a:pt x="3" y="3"/>
                    </a:cubicBezTo>
                    <a:cubicBezTo>
                      <a:pt x="5" y="1"/>
                      <a:pt x="6" y="1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4" name="Freeform 2214">
                <a:extLst>
                  <a:ext uri="{FF2B5EF4-FFF2-40B4-BE49-F238E27FC236}">
                    <a16:creationId xmlns:a16="http://schemas.microsoft.com/office/drawing/2014/main" id="{CF177853-4C2B-467B-9A46-6B6B2F711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189"/>
                <a:ext cx="17" cy="22"/>
              </a:xfrm>
              <a:custGeom>
                <a:avLst/>
                <a:gdLst>
                  <a:gd name="T0" fmla="*/ 1433 w 7"/>
                  <a:gd name="T1" fmla="*/ 0 h 8"/>
                  <a:gd name="T2" fmla="*/ 413 w 7"/>
                  <a:gd name="T3" fmla="*/ 2225 h 8"/>
                  <a:gd name="T4" fmla="*/ 0 w 7"/>
                  <a:gd name="T5" fmla="*/ 3495 h 8"/>
                  <a:gd name="T6" fmla="*/ 0 w 7"/>
                  <a:gd name="T7" fmla="*/ 3495 h 8"/>
                  <a:gd name="T8" fmla="*/ 590 w 7"/>
                  <a:gd name="T9" fmla="*/ 1271 h 8"/>
                  <a:gd name="T10" fmla="*/ 1433 w 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6" y="1"/>
                      <a:pt x="4" y="3"/>
                      <a:pt x="2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2" y="5"/>
                      <a:pt x="3" y="3"/>
                    </a:cubicBezTo>
                    <a:cubicBezTo>
                      <a:pt x="4" y="2"/>
                      <a:pt x="6" y="1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5" name="Freeform 2215">
                <a:extLst>
                  <a:ext uri="{FF2B5EF4-FFF2-40B4-BE49-F238E27FC236}">
                    <a16:creationId xmlns:a16="http://schemas.microsoft.com/office/drawing/2014/main" id="{F7D23B37-92A0-439B-B826-0C369A83D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195"/>
                <a:ext cx="17" cy="21"/>
              </a:xfrm>
              <a:custGeom>
                <a:avLst/>
                <a:gdLst>
                  <a:gd name="T0" fmla="*/ 1433 w 7"/>
                  <a:gd name="T1" fmla="*/ 0 h 8"/>
                  <a:gd name="T2" fmla="*/ 413 w 7"/>
                  <a:gd name="T3" fmla="*/ 1992 h 8"/>
                  <a:gd name="T4" fmla="*/ 0 w 7"/>
                  <a:gd name="T5" fmla="*/ 2604 h 8"/>
                  <a:gd name="T6" fmla="*/ 0 w 7"/>
                  <a:gd name="T7" fmla="*/ 2604 h 8"/>
                  <a:gd name="T8" fmla="*/ 590 w 7"/>
                  <a:gd name="T9" fmla="*/ 1378 h 8"/>
                  <a:gd name="T10" fmla="*/ 1433 w 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5" y="2"/>
                      <a:pt x="3" y="4"/>
                      <a:pt x="2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5"/>
                      <a:pt x="3" y="4"/>
                    </a:cubicBezTo>
                    <a:cubicBezTo>
                      <a:pt x="4" y="2"/>
                      <a:pt x="5" y="2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6" name="Freeform 2216">
                <a:extLst>
                  <a:ext uri="{FF2B5EF4-FFF2-40B4-BE49-F238E27FC236}">
                    <a16:creationId xmlns:a16="http://schemas.microsoft.com/office/drawing/2014/main" id="{9D9A0554-B22A-419A-AE3E-6FEEB99F6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155"/>
                <a:ext cx="23" cy="13"/>
              </a:xfrm>
              <a:custGeom>
                <a:avLst/>
                <a:gdLst>
                  <a:gd name="T0" fmla="*/ 2520 w 9"/>
                  <a:gd name="T1" fmla="*/ 0 h 5"/>
                  <a:gd name="T2" fmla="*/ 848 w 9"/>
                  <a:gd name="T3" fmla="*/ 967 h 5"/>
                  <a:gd name="T4" fmla="*/ 0 w 9"/>
                  <a:gd name="T5" fmla="*/ 1547 h 5"/>
                  <a:gd name="T6" fmla="*/ 0 w 9"/>
                  <a:gd name="T7" fmla="*/ 1547 h 5"/>
                  <a:gd name="T8" fmla="*/ 1104 w 9"/>
                  <a:gd name="T9" fmla="*/ 595 h 5"/>
                  <a:gd name="T10" fmla="*/ 2520 w 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cubicBezTo>
                      <a:pt x="7" y="0"/>
                      <a:pt x="5" y="2"/>
                      <a:pt x="3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2" y="3"/>
                      <a:pt x="4" y="2"/>
                    </a:cubicBezTo>
                    <a:cubicBezTo>
                      <a:pt x="6" y="0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7" name="Freeform 2217">
                <a:extLst>
                  <a:ext uri="{FF2B5EF4-FFF2-40B4-BE49-F238E27FC236}">
                    <a16:creationId xmlns:a16="http://schemas.microsoft.com/office/drawing/2014/main" id="{914C730C-94D7-4966-95B5-7E515254C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139"/>
                <a:ext cx="25" cy="10"/>
              </a:xfrm>
              <a:custGeom>
                <a:avLst/>
                <a:gdLst>
                  <a:gd name="T0" fmla="*/ 2470 w 10"/>
                  <a:gd name="T1" fmla="*/ 0 h 4"/>
                  <a:gd name="T2" fmla="*/ 783 w 10"/>
                  <a:gd name="T3" fmla="*/ 520 h 4"/>
                  <a:gd name="T4" fmla="*/ 0 w 10"/>
                  <a:gd name="T5" fmla="*/ 988 h 4"/>
                  <a:gd name="T6" fmla="*/ 0 w 10"/>
                  <a:gd name="T7" fmla="*/ 988 h 4"/>
                  <a:gd name="T8" fmla="*/ 1300 w 10"/>
                  <a:gd name="T9" fmla="*/ 313 h 4"/>
                  <a:gd name="T10" fmla="*/ 2470 w 10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8" y="0"/>
                      <a:pt x="6" y="1"/>
                      <a:pt x="3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3" y="2"/>
                      <a:pt x="5" y="1"/>
                    </a:cubicBezTo>
                    <a:cubicBezTo>
                      <a:pt x="7" y="0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8" name="Freeform 2218">
                <a:extLst>
                  <a:ext uri="{FF2B5EF4-FFF2-40B4-BE49-F238E27FC236}">
                    <a16:creationId xmlns:a16="http://schemas.microsoft.com/office/drawing/2014/main" id="{3645A1D8-CF1D-42F4-A0EB-D6D0A33AA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984"/>
                <a:ext cx="35" cy="24"/>
              </a:xfrm>
              <a:custGeom>
                <a:avLst/>
                <a:gdLst>
                  <a:gd name="T0" fmla="*/ 313 w 14"/>
                  <a:gd name="T1" fmla="*/ 2184 h 9"/>
                  <a:gd name="T2" fmla="*/ 1770 w 14"/>
                  <a:gd name="T3" fmla="*/ 661 h 9"/>
                  <a:gd name="T4" fmla="*/ 3438 w 14"/>
                  <a:gd name="T5" fmla="*/ 0 h 9"/>
                  <a:gd name="T6" fmla="*/ 3438 w 14"/>
                  <a:gd name="T7" fmla="*/ 1059 h 9"/>
                  <a:gd name="T8" fmla="*/ 1770 w 14"/>
                  <a:gd name="T9" fmla="*/ 1763 h 9"/>
                  <a:gd name="T10" fmla="*/ 0 w 14"/>
                  <a:gd name="T11" fmla="*/ 3243 h 9"/>
                  <a:gd name="T12" fmla="*/ 313 w 14"/>
                  <a:gd name="T13" fmla="*/ 218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9">
                    <a:moveTo>
                      <a:pt x="1" y="6"/>
                    </a:moveTo>
                    <a:cubicBezTo>
                      <a:pt x="1" y="5"/>
                      <a:pt x="4" y="3"/>
                      <a:pt x="7" y="2"/>
                    </a:cubicBezTo>
                    <a:cubicBezTo>
                      <a:pt x="10" y="1"/>
                      <a:pt x="14" y="0"/>
                      <a:pt x="14" y="0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5"/>
                      <a:pt x="10" y="5"/>
                      <a:pt x="7" y="5"/>
                    </a:cubicBezTo>
                    <a:cubicBezTo>
                      <a:pt x="3" y="7"/>
                      <a:pt x="0" y="8"/>
                      <a:pt x="0" y="9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9" name="Freeform 2219">
                <a:extLst>
                  <a:ext uri="{FF2B5EF4-FFF2-40B4-BE49-F238E27FC236}">
                    <a16:creationId xmlns:a16="http://schemas.microsoft.com/office/drawing/2014/main" id="{57778332-4F76-4DB8-86B4-80EBBCD3F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000"/>
                <a:ext cx="33" cy="27"/>
              </a:xfrm>
              <a:custGeom>
                <a:avLst/>
                <a:gdLst>
                  <a:gd name="T0" fmla="*/ 0 w 13"/>
                  <a:gd name="T1" fmla="*/ 2282 h 10"/>
                  <a:gd name="T2" fmla="*/ 1571 w 13"/>
                  <a:gd name="T3" fmla="*/ 751 h 10"/>
                  <a:gd name="T4" fmla="*/ 3485 w 13"/>
                  <a:gd name="T5" fmla="*/ 0 h 10"/>
                  <a:gd name="T6" fmla="*/ 3158 w 13"/>
                  <a:gd name="T7" fmla="*/ 1158 h 10"/>
                  <a:gd name="T8" fmla="*/ 1571 w 13"/>
                  <a:gd name="T9" fmla="*/ 2028 h 10"/>
                  <a:gd name="T10" fmla="*/ 0 w 13"/>
                  <a:gd name="T11" fmla="*/ 3877 h 10"/>
                  <a:gd name="T12" fmla="*/ 0 w 13"/>
                  <a:gd name="T13" fmla="*/ 228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0" y="6"/>
                    </a:moveTo>
                    <a:cubicBezTo>
                      <a:pt x="1" y="4"/>
                      <a:pt x="3" y="3"/>
                      <a:pt x="6" y="2"/>
                    </a:cubicBezTo>
                    <a:cubicBezTo>
                      <a:pt x="9" y="1"/>
                      <a:pt x="13" y="0"/>
                      <a:pt x="13" y="0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9" y="5"/>
                      <a:pt x="6" y="5"/>
                    </a:cubicBezTo>
                    <a:cubicBezTo>
                      <a:pt x="2" y="7"/>
                      <a:pt x="0" y="8"/>
                      <a:pt x="0" y="1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0" name="Freeform 2220">
                <a:extLst>
                  <a:ext uri="{FF2B5EF4-FFF2-40B4-BE49-F238E27FC236}">
                    <a16:creationId xmlns:a16="http://schemas.microsoft.com/office/drawing/2014/main" id="{7075D322-C3E0-416A-9C91-1A4D86EC2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021"/>
                <a:ext cx="28" cy="30"/>
              </a:xfrm>
              <a:custGeom>
                <a:avLst/>
                <a:gdLst>
                  <a:gd name="T0" fmla="*/ 0 w 11"/>
                  <a:gd name="T1" fmla="*/ 2877 h 11"/>
                  <a:gd name="T2" fmla="*/ 1387 w 11"/>
                  <a:gd name="T3" fmla="*/ 1219 h 11"/>
                  <a:gd name="T4" fmla="*/ 2986 w 11"/>
                  <a:gd name="T5" fmla="*/ 0 h 11"/>
                  <a:gd name="T6" fmla="*/ 2986 w 11"/>
                  <a:gd name="T7" fmla="*/ 1219 h 11"/>
                  <a:gd name="T8" fmla="*/ 1601 w 11"/>
                  <a:gd name="T9" fmla="*/ 2877 h 11"/>
                  <a:gd name="T10" fmla="*/ 0 w 11"/>
                  <a:gd name="T11" fmla="*/ 4544 h 11"/>
                  <a:gd name="T12" fmla="*/ 0 w 11"/>
                  <a:gd name="T13" fmla="*/ 287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0" y="6"/>
                      <a:pt x="2" y="5"/>
                      <a:pt x="5" y="3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8" y="6"/>
                      <a:pt x="6" y="7"/>
                    </a:cubicBezTo>
                    <a:cubicBezTo>
                      <a:pt x="2" y="9"/>
                      <a:pt x="0" y="10"/>
                      <a:pt x="0" y="11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1" name="Freeform 2221">
                <a:extLst>
                  <a:ext uri="{FF2B5EF4-FFF2-40B4-BE49-F238E27FC236}">
                    <a16:creationId xmlns:a16="http://schemas.microsoft.com/office/drawing/2014/main" id="{C3451542-297B-4CC8-B45A-CF759AA1F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35"/>
                <a:ext cx="27" cy="37"/>
              </a:xfrm>
              <a:custGeom>
                <a:avLst/>
                <a:gdLst>
                  <a:gd name="T0" fmla="*/ 0 w 11"/>
                  <a:gd name="T1" fmla="*/ 3359 h 14"/>
                  <a:gd name="T2" fmla="*/ 1048 w 11"/>
                  <a:gd name="T3" fmla="*/ 1425 h 14"/>
                  <a:gd name="T4" fmla="*/ 2398 w 11"/>
                  <a:gd name="T5" fmla="*/ 0 h 14"/>
                  <a:gd name="T6" fmla="*/ 2398 w 11"/>
                  <a:gd name="T7" fmla="*/ 1033 h 14"/>
                  <a:gd name="T8" fmla="*/ 1343 w 11"/>
                  <a:gd name="T9" fmla="*/ 2730 h 14"/>
                  <a:gd name="T10" fmla="*/ 0 w 11"/>
                  <a:gd name="T11" fmla="*/ 4784 h 14"/>
                  <a:gd name="T12" fmla="*/ 0 w 11"/>
                  <a:gd name="T13" fmla="*/ 335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4">
                    <a:moveTo>
                      <a:pt x="0" y="10"/>
                    </a:moveTo>
                    <a:cubicBezTo>
                      <a:pt x="0" y="8"/>
                      <a:pt x="3" y="6"/>
                      <a:pt x="5" y="4"/>
                    </a:cubicBezTo>
                    <a:cubicBezTo>
                      <a:pt x="7" y="3"/>
                      <a:pt x="11" y="0"/>
                      <a:pt x="11" y="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9" y="6"/>
                      <a:pt x="6" y="8"/>
                    </a:cubicBezTo>
                    <a:cubicBezTo>
                      <a:pt x="2" y="10"/>
                      <a:pt x="0" y="13"/>
                      <a:pt x="0" y="14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2" name="Freeform 2222">
                <a:extLst>
                  <a:ext uri="{FF2B5EF4-FFF2-40B4-BE49-F238E27FC236}">
                    <a16:creationId xmlns:a16="http://schemas.microsoft.com/office/drawing/2014/main" id="{EDE88F30-6C7D-4936-BF43-2E3D519FC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997"/>
                <a:ext cx="30" cy="32"/>
              </a:xfrm>
              <a:custGeom>
                <a:avLst/>
                <a:gdLst>
                  <a:gd name="T0" fmla="*/ 2470 w 12"/>
                  <a:gd name="T1" fmla="*/ 4301 h 12"/>
                  <a:gd name="T2" fmla="*/ 0 w 12"/>
                  <a:gd name="T3" fmla="*/ 1459 h 12"/>
                  <a:gd name="T4" fmla="*/ 313 w 12"/>
                  <a:gd name="T5" fmla="*/ 0 h 12"/>
                  <a:gd name="T6" fmla="*/ 2738 w 12"/>
                  <a:gd name="T7" fmla="*/ 3243 h 12"/>
                  <a:gd name="T8" fmla="*/ 2470 w 12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12"/>
                    </a:moveTo>
                    <a:cubicBezTo>
                      <a:pt x="11" y="9"/>
                      <a:pt x="0" y="5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2" y="5"/>
                      <a:pt x="11" y="9"/>
                    </a:cubicBez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3" name="Freeform 2223">
                <a:extLst>
                  <a:ext uri="{FF2B5EF4-FFF2-40B4-BE49-F238E27FC236}">
                    <a16:creationId xmlns:a16="http://schemas.microsoft.com/office/drawing/2014/main" id="{10EA5D09-DFB0-4ACA-8912-128CBC115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013"/>
                <a:ext cx="28" cy="32"/>
              </a:xfrm>
              <a:custGeom>
                <a:avLst/>
                <a:gdLst>
                  <a:gd name="T0" fmla="*/ 2688 w 11"/>
                  <a:gd name="T1" fmla="*/ 4301 h 12"/>
                  <a:gd name="T2" fmla="*/ 0 w 11"/>
                  <a:gd name="T3" fmla="*/ 1459 h 12"/>
                  <a:gd name="T4" fmla="*/ 0 w 11"/>
                  <a:gd name="T5" fmla="*/ 0 h 12"/>
                  <a:gd name="T6" fmla="*/ 2986 w 11"/>
                  <a:gd name="T7" fmla="*/ 3243 h 12"/>
                  <a:gd name="T8" fmla="*/ 2688 w 11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12"/>
                    </a:moveTo>
                    <a:cubicBezTo>
                      <a:pt x="11" y="9"/>
                      <a:pt x="0" y="5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1" y="5"/>
                      <a:pt x="11" y="9"/>
                    </a:cubicBez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4" name="Freeform 2224">
                <a:extLst>
                  <a:ext uri="{FF2B5EF4-FFF2-40B4-BE49-F238E27FC236}">
                    <a16:creationId xmlns:a16="http://schemas.microsoft.com/office/drawing/2014/main" id="{E0EBA1DF-26FF-42FD-8FE3-B6AFA0BA3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024"/>
                <a:ext cx="22" cy="13"/>
              </a:xfrm>
              <a:custGeom>
                <a:avLst/>
                <a:gdLst>
                  <a:gd name="T0" fmla="*/ 1931 w 9"/>
                  <a:gd name="T1" fmla="*/ 1547 h 5"/>
                  <a:gd name="T2" fmla="*/ 616 w 9"/>
                  <a:gd name="T3" fmla="*/ 595 h 5"/>
                  <a:gd name="T4" fmla="*/ 0 w 9"/>
                  <a:gd name="T5" fmla="*/ 0 h 5"/>
                  <a:gd name="T6" fmla="*/ 0 w 9"/>
                  <a:gd name="T7" fmla="*/ 0 h 5"/>
                  <a:gd name="T8" fmla="*/ 1039 w 9"/>
                  <a:gd name="T9" fmla="*/ 595 h 5"/>
                  <a:gd name="T10" fmla="*/ 1931 w 9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7" y="4"/>
                      <a:pt x="5" y="3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1"/>
                      <a:pt x="5" y="2"/>
                    </a:cubicBezTo>
                    <a:cubicBezTo>
                      <a:pt x="7" y="3"/>
                      <a:pt x="7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5" name="Freeform 2225">
                <a:extLst>
                  <a:ext uri="{FF2B5EF4-FFF2-40B4-BE49-F238E27FC236}">
                    <a16:creationId xmlns:a16="http://schemas.microsoft.com/office/drawing/2014/main" id="{543D8ADD-32FF-409C-B257-B1DF25587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011"/>
                <a:ext cx="23" cy="13"/>
              </a:xfrm>
              <a:custGeom>
                <a:avLst/>
                <a:gdLst>
                  <a:gd name="T0" fmla="*/ 2520 w 9"/>
                  <a:gd name="T1" fmla="*/ 1547 h 5"/>
                  <a:gd name="T2" fmla="*/ 848 w 9"/>
                  <a:gd name="T3" fmla="*/ 372 h 5"/>
                  <a:gd name="T4" fmla="*/ 0 w 9"/>
                  <a:gd name="T5" fmla="*/ 0 h 5"/>
                  <a:gd name="T6" fmla="*/ 0 w 9"/>
                  <a:gd name="T7" fmla="*/ 0 h 5"/>
                  <a:gd name="T8" fmla="*/ 1403 w 9"/>
                  <a:gd name="T9" fmla="*/ 372 h 5"/>
                  <a:gd name="T10" fmla="*/ 2520 w 9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8" y="3"/>
                      <a:pt x="6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0"/>
                      <a:pt x="5" y="1"/>
                    </a:cubicBezTo>
                    <a:cubicBezTo>
                      <a:pt x="7" y="2"/>
                      <a:pt x="8" y="3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6" name="Freeform 2226">
                <a:extLst>
                  <a:ext uri="{FF2B5EF4-FFF2-40B4-BE49-F238E27FC236}">
                    <a16:creationId xmlns:a16="http://schemas.microsoft.com/office/drawing/2014/main" id="{63300BC5-C6E4-4BA7-B93C-18165049C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37"/>
                <a:ext cx="30" cy="32"/>
              </a:xfrm>
              <a:custGeom>
                <a:avLst/>
                <a:gdLst>
                  <a:gd name="T0" fmla="*/ 2738 w 12"/>
                  <a:gd name="T1" fmla="*/ 4301 h 12"/>
                  <a:gd name="T2" fmla="*/ 0 w 12"/>
                  <a:gd name="T3" fmla="*/ 1459 h 12"/>
                  <a:gd name="T4" fmla="*/ 313 w 12"/>
                  <a:gd name="T5" fmla="*/ 0 h 12"/>
                  <a:gd name="T6" fmla="*/ 2938 w 12"/>
                  <a:gd name="T7" fmla="*/ 2824 h 12"/>
                  <a:gd name="T8" fmla="*/ 2738 w 12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12"/>
                    </a:moveTo>
                    <a:cubicBezTo>
                      <a:pt x="11" y="9"/>
                      <a:pt x="0" y="5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2" y="5"/>
                      <a:pt x="12" y="8"/>
                    </a:cubicBez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7" name="Freeform 2227">
                <a:extLst>
                  <a:ext uri="{FF2B5EF4-FFF2-40B4-BE49-F238E27FC236}">
                    <a16:creationId xmlns:a16="http://schemas.microsoft.com/office/drawing/2014/main" id="{1F80C719-6B81-4BC2-A8FF-322741A48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048"/>
                <a:ext cx="23" cy="13"/>
              </a:xfrm>
              <a:custGeom>
                <a:avLst/>
                <a:gdLst>
                  <a:gd name="T0" fmla="*/ 2520 w 9"/>
                  <a:gd name="T1" fmla="*/ 1547 h 5"/>
                  <a:gd name="T2" fmla="*/ 848 w 9"/>
                  <a:gd name="T3" fmla="*/ 372 h 5"/>
                  <a:gd name="T4" fmla="*/ 0 w 9"/>
                  <a:gd name="T5" fmla="*/ 0 h 5"/>
                  <a:gd name="T6" fmla="*/ 332 w 9"/>
                  <a:gd name="T7" fmla="*/ 0 h 5"/>
                  <a:gd name="T8" fmla="*/ 1403 w 9"/>
                  <a:gd name="T9" fmla="*/ 595 h 5"/>
                  <a:gd name="T10" fmla="*/ 2520 w 9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8" y="4"/>
                      <a:pt x="6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3" y="1"/>
                      <a:pt x="5" y="2"/>
                    </a:cubicBezTo>
                    <a:cubicBezTo>
                      <a:pt x="7" y="2"/>
                      <a:pt x="8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8" name="Freeform 2228">
                <a:extLst>
                  <a:ext uri="{FF2B5EF4-FFF2-40B4-BE49-F238E27FC236}">
                    <a16:creationId xmlns:a16="http://schemas.microsoft.com/office/drawing/2014/main" id="{0E653DFC-6E80-4549-AC03-2E835125A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061"/>
                <a:ext cx="35" cy="19"/>
              </a:xfrm>
              <a:custGeom>
                <a:avLst/>
                <a:gdLst>
                  <a:gd name="T0" fmla="*/ 3438 w 14"/>
                  <a:gd name="T1" fmla="*/ 2823 h 7"/>
                  <a:gd name="T2" fmla="*/ 313 w 14"/>
                  <a:gd name="T3" fmla="*/ 1200 h 7"/>
                  <a:gd name="T4" fmla="*/ 0 w 14"/>
                  <a:gd name="T5" fmla="*/ 0 h 7"/>
                  <a:gd name="T6" fmla="*/ 3250 w 14"/>
                  <a:gd name="T7" fmla="*/ 1620 h 7"/>
                  <a:gd name="T8" fmla="*/ 3438 w 14"/>
                  <a:gd name="T9" fmla="*/ 282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4" y="7"/>
                    </a:moveTo>
                    <a:cubicBezTo>
                      <a:pt x="13" y="4"/>
                      <a:pt x="1" y="4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2" y="1"/>
                      <a:pt x="13" y="4"/>
                    </a:cubicBez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9" name="Freeform 2229">
                <a:extLst>
                  <a:ext uri="{FF2B5EF4-FFF2-40B4-BE49-F238E27FC236}">
                    <a16:creationId xmlns:a16="http://schemas.microsoft.com/office/drawing/2014/main" id="{8307A118-0D9B-4D95-852F-86CB36928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069"/>
                <a:ext cx="25" cy="6"/>
              </a:xfrm>
              <a:custGeom>
                <a:avLst/>
                <a:gdLst>
                  <a:gd name="T0" fmla="*/ 2470 w 10"/>
                  <a:gd name="T1" fmla="*/ 1458 h 2"/>
                  <a:gd name="T2" fmla="*/ 783 w 10"/>
                  <a:gd name="T3" fmla="*/ 729 h 2"/>
                  <a:gd name="T4" fmla="*/ 0 w 10"/>
                  <a:gd name="T5" fmla="*/ 0 h 2"/>
                  <a:gd name="T6" fmla="*/ 0 w 10"/>
                  <a:gd name="T7" fmla="*/ 0 h 2"/>
                  <a:gd name="T8" fmla="*/ 1300 w 10"/>
                  <a:gd name="T9" fmla="*/ 0 h 2"/>
                  <a:gd name="T10" fmla="*/ 2470 w 10"/>
                  <a:gd name="T11" fmla="*/ 1458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10" y="2"/>
                    </a:moveTo>
                    <a:cubicBezTo>
                      <a:pt x="9" y="1"/>
                      <a:pt x="6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0"/>
                      <a:pt x="5" y="0"/>
                    </a:cubicBezTo>
                    <a:cubicBezTo>
                      <a:pt x="7" y="0"/>
                      <a:pt x="8" y="1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0" name="Freeform 2230">
                <a:extLst>
                  <a:ext uri="{FF2B5EF4-FFF2-40B4-BE49-F238E27FC236}">
                    <a16:creationId xmlns:a16="http://schemas.microsoft.com/office/drawing/2014/main" id="{537A95C8-EFB0-4A91-AAA6-DC5193A8B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1955"/>
                <a:ext cx="43" cy="13"/>
              </a:xfrm>
              <a:custGeom>
                <a:avLst/>
                <a:gdLst>
                  <a:gd name="T0" fmla="*/ 531 w 17"/>
                  <a:gd name="T1" fmla="*/ 595 h 5"/>
                  <a:gd name="T2" fmla="*/ 2572 w 17"/>
                  <a:gd name="T3" fmla="*/ 372 h 5"/>
                  <a:gd name="T4" fmla="*/ 4467 w 17"/>
                  <a:gd name="T5" fmla="*/ 372 h 5"/>
                  <a:gd name="T6" fmla="*/ 3936 w 17"/>
                  <a:gd name="T7" fmla="*/ 1196 h 5"/>
                  <a:gd name="T8" fmla="*/ 2087 w 17"/>
                  <a:gd name="T9" fmla="*/ 1196 h 5"/>
                  <a:gd name="T10" fmla="*/ 0 w 17"/>
                  <a:gd name="T11" fmla="*/ 1547 h 5"/>
                  <a:gd name="T12" fmla="*/ 531 w 17"/>
                  <a:gd name="T13" fmla="*/ 59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">
                    <a:moveTo>
                      <a:pt x="2" y="2"/>
                    </a:moveTo>
                    <a:cubicBezTo>
                      <a:pt x="3" y="1"/>
                      <a:pt x="7" y="0"/>
                      <a:pt x="10" y="1"/>
                    </a:cubicBezTo>
                    <a:cubicBezTo>
                      <a:pt x="12" y="1"/>
                      <a:pt x="17" y="1"/>
                      <a:pt x="17" y="1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5"/>
                      <a:pt x="11" y="4"/>
                      <a:pt x="8" y="4"/>
                    </a:cubicBezTo>
                    <a:cubicBezTo>
                      <a:pt x="4" y="3"/>
                      <a:pt x="1" y="4"/>
                      <a:pt x="0" y="5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1" name="Freeform 2231">
                <a:extLst>
                  <a:ext uri="{FF2B5EF4-FFF2-40B4-BE49-F238E27FC236}">
                    <a16:creationId xmlns:a16="http://schemas.microsoft.com/office/drawing/2014/main" id="{4BD3ED31-F699-4716-9078-1624ABEB5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968"/>
                <a:ext cx="43" cy="13"/>
              </a:xfrm>
              <a:custGeom>
                <a:avLst/>
                <a:gdLst>
                  <a:gd name="T0" fmla="*/ 825 w 17"/>
                  <a:gd name="T1" fmla="*/ 595 h 5"/>
                  <a:gd name="T2" fmla="*/ 2572 w 17"/>
                  <a:gd name="T3" fmla="*/ 0 h 5"/>
                  <a:gd name="T4" fmla="*/ 4467 w 17"/>
                  <a:gd name="T5" fmla="*/ 372 h 5"/>
                  <a:gd name="T6" fmla="*/ 3936 w 17"/>
                  <a:gd name="T7" fmla="*/ 1196 h 5"/>
                  <a:gd name="T8" fmla="*/ 2087 w 17"/>
                  <a:gd name="T9" fmla="*/ 1196 h 5"/>
                  <a:gd name="T10" fmla="*/ 0 w 17"/>
                  <a:gd name="T11" fmla="*/ 1547 h 5"/>
                  <a:gd name="T12" fmla="*/ 825 w 17"/>
                  <a:gd name="T13" fmla="*/ 59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">
                    <a:moveTo>
                      <a:pt x="3" y="2"/>
                    </a:moveTo>
                    <a:cubicBezTo>
                      <a:pt x="3" y="1"/>
                      <a:pt x="6" y="0"/>
                      <a:pt x="10" y="0"/>
                    </a:cubicBezTo>
                    <a:cubicBezTo>
                      <a:pt x="12" y="1"/>
                      <a:pt x="17" y="1"/>
                      <a:pt x="17" y="1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5"/>
                      <a:pt x="11" y="4"/>
                      <a:pt x="8" y="4"/>
                    </a:cubicBezTo>
                    <a:cubicBezTo>
                      <a:pt x="3" y="3"/>
                      <a:pt x="1" y="4"/>
                      <a:pt x="0" y="5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2" name="Freeform 2232">
                <a:extLst>
                  <a:ext uri="{FF2B5EF4-FFF2-40B4-BE49-F238E27FC236}">
                    <a16:creationId xmlns:a16="http://schemas.microsoft.com/office/drawing/2014/main" id="{B3068EAF-F354-4C7B-BF81-037287FC5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1957"/>
                <a:ext cx="27" cy="40"/>
              </a:xfrm>
              <a:custGeom>
                <a:avLst/>
                <a:gdLst>
                  <a:gd name="T0" fmla="*/ 1777 w 11"/>
                  <a:gd name="T1" fmla="*/ 5405 h 15"/>
                  <a:gd name="T2" fmla="*/ 174 w 11"/>
                  <a:gd name="T3" fmla="*/ 1459 h 15"/>
                  <a:gd name="T4" fmla="*/ 621 w 11"/>
                  <a:gd name="T5" fmla="*/ 0 h 15"/>
                  <a:gd name="T6" fmla="*/ 2216 w 11"/>
                  <a:gd name="T7" fmla="*/ 4301 h 15"/>
                  <a:gd name="T8" fmla="*/ 1777 w 11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8" y="15"/>
                    </a:moveTo>
                    <a:cubicBezTo>
                      <a:pt x="9" y="13"/>
                      <a:pt x="0" y="5"/>
                      <a:pt x="1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1" y="9"/>
                      <a:pt x="10" y="12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3" name="Freeform 2233">
                <a:extLst>
                  <a:ext uri="{FF2B5EF4-FFF2-40B4-BE49-F238E27FC236}">
                    <a16:creationId xmlns:a16="http://schemas.microsoft.com/office/drawing/2014/main" id="{A0FF4EFF-9EA6-469E-9F0C-DC9782291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973"/>
                <a:ext cx="28" cy="38"/>
              </a:xfrm>
              <a:custGeom>
                <a:avLst/>
                <a:gdLst>
                  <a:gd name="T0" fmla="*/ 1932 w 11"/>
                  <a:gd name="T1" fmla="*/ 5600 h 14"/>
                  <a:gd name="T2" fmla="*/ 331 w 11"/>
                  <a:gd name="T3" fmla="*/ 1200 h 14"/>
                  <a:gd name="T4" fmla="*/ 843 w 11"/>
                  <a:gd name="T5" fmla="*/ 0 h 14"/>
                  <a:gd name="T6" fmla="*/ 2474 w 11"/>
                  <a:gd name="T7" fmla="*/ 4397 h 14"/>
                  <a:gd name="T8" fmla="*/ 1932 w 11"/>
                  <a:gd name="T9" fmla="*/ 560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7" y="14"/>
                    </a:moveTo>
                    <a:cubicBezTo>
                      <a:pt x="9" y="12"/>
                      <a:pt x="0" y="4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1" y="8"/>
                      <a:pt x="9" y="11"/>
                    </a:cubicBezTo>
                    <a:lnTo>
                      <a:pt x="7" y="1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4" name="Freeform 2234">
                <a:extLst>
                  <a:ext uri="{FF2B5EF4-FFF2-40B4-BE49-F238E27FC236}">
                    <a16:creationId xmlns:a16="http://schemas.microsoft.com/office/drawing/2014/main" id="{CEBB64F2-3FC3-452F-A15C-88D356FC9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981"/>
                <a:ext cx="17" cy="22"/>
              </a:xfrm>
              <a:custGeom>
                <a:avLst/>
                <a:gdLst>
                  <a:gd name="T0" fmla="*/ 1433 w 7"/>
                  <a:gd name="T1" fmla="*/ 3495 h 8"/>
                  <a:gd name="T2" fmla="*/ 590 w 7"/>
                  <a:gd name="T3" fmla="*/ 1271 h 8"/>
                  <a:gd name="T4" fmla="*/ 0 w 7"/>
                  <a:gd name="T5" fmla="*/ 0 h 8"/>
                  <a:gd name="T6" fmla="*/ 0 w 7"/>
                  <a:gd name="T7" fmla="*/ 0 h 8"/>
                  <a:gd name="T8" fmla="*/ 831 w 7"/>
                  <a:gd name="T9" fmla="*/ 1724 h 8"/>
                  <a:gd name="T10" fmla="*/ 1433 w 7"/>
                  <a:gd name="T11" fmla="*/ 349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cubicBezTo>
                      <a:pt x="6" y="7"/>
                      <a:pt x="4" y="5"/>
                      <a:pt x="3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2"/>
                      <a:pt x="4" y="4"/>
                    </a:cubicBezTo>
                    <a:cubicBezTo>
                      <a:pt x="6" y="5"/>
                      <a:pt x="6" y="7"/>
                      <a:pt x="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5" name="Freeform 2235">
                <a:extLst>
                  <a:ext uri="{FF2B5EF4-FFF2-40B4-BE49-F238E27FC236}">
                    <a16:creationId xmlns:a16="http://schemas.microsoft.com/office/drawing/2014/main" id="{9850DC1B-0913-4FBE-B5D9-11BB21B0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1971"/>
                <a:ext cx="17" cy="21"/>
              </a:xfrm>
              <a:custGeom>
                <a:avLst/>
                <a:gdLst>
                  <a:gd name="T0" fmla="*/ 1433 w 7"/>
                  <a:gd name="T1" fmla="*/ 2604 h 8"/>
                  <a:gd name="T2" fmla="*/ 413 w 7"/>
                  <a:gd name="T3" fmla="*/ 614 h 8"/>
                  <a:gd name="T4" fmla="*/ 0 w 7"/>
                  <a:gd name="T5" fmla="*/ 0 h 8"/>
                  <a:gd name="T6" fmla="*/ 0 w 7"/>
                  <a:gd name="T7" fmla="*/ 0 h 8"/>
                  <a:gd name="T8" fmla="*/ 831 w 7"/>
                  <a:gd name="T9" fmla="*/ 992 h 8"/>
                  <a:gd name="T10" fmla="*/ 1433 w 7"/>
                  <a:gd name="T11" fmla="*/ 260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cubicBezTo>
                      <a:pt x="6" y="6"/>
                      <a:pt x="4" y="4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2"/>
                      <a:pt x="4" y="3"/>
                    </a:cubicBezTo>
                    <a:cubicBezTo>
                      <a:pt x="6" y="5"/>
                      <a:pt x="6" y="6"/>
                      <a:pt x="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6" name="Freeform 2236">
                <a:extLst>
                  <a:ext uri="{FF2B5EF4-FFF2-40B4-BE49-F238E27FC236}">
                    <a16:creationId xmlns:a16="http://schemas.microsoft.com/office/drawing/2014/main" id="{35FE4F9A-4373-4175-B801-3D1134CE9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1907"/>
                <a:ext cx="43" cy="26"/>
              </a:xfrm>
              <a:custGeom>
                <a:avLst/>
                <a:gdLst>
                  <a:gd name="T0" fmla="*/ 1017 w 17"/>
                  <a:gd name="T1" fmla="*/ 372 h 10"/>
                  <a:gd name="T2" fmla="*/ 2911 w 17"/>
                  <a:gd name="T3" fmla="*/ 1196 h 10"/>
                  <a:gd name="T4" fmla="*/ 4467 w 17"/>
                  <a:gd name="T5" fmla="*/ 2514 h 10"/>
                  <a:gd name="T6" fmla="*/ 3640 w 17"/>
                  <a:gd name="T7" fmla="*/ 2746 h 10"/>
                  <a:gd name="T8" fmla="*/ 2087 w 17"/>
                  <a:gd name="T9" fmla="*/ 1914 h 10"/>
                  <a:gd name="T10" fmla="*/ 0 w 17"/>
                  <a:gd name="T11" fmla="*/ 595 h 10"/>
                  <a:gd name="T12" fmla="*/ 1017 w 17"/>
                  <a:gd name="T13" fmla="*/ 37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4" y="1"/>
                    </a:moveTo>
                    <a:cubicBezTo>
                      <a:pt x="5" y="0"/>
                      <a:pt x="8" y="2"/>
                      <a:pt x="11" y="4"/>
                    </a:cubicBezTo>
                    <a:cubicBezTo>
                      <a:pt x="13" y="5"/>
                      <a:pt x="17" y="8"/>
                      <a:pt x="17" y="8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10"/>
                      <a:pt x="10" y="8"/>
                      <a:pt x="8" y="6"/>
                    </a:cubicBezTo>
                    <a:cubicBezTo>
                      <a:pt x="5" y="3"/>
                      <a:pt x="1" y="2"/>
                      <a:pt x="0" y="2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7" name="Freeform 2237">
                <a:extLst>
                  <a:ext uri="{FF2B5EF4-FFF2-40B4-BE49-F238E27FC236}">
                    <a16:creationId xmlns:a16="http://schemas.microsoft.com/office/drawing/2014/main" id="{FE2447FC-A77E-4CB5-A32A-AC5DB63F2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1915"/>
                <a:ext cx="40" cy="24"/>
              </a:xfrm>
              <a:custGeom>
                <a:avLst/>
                <a:gdLst>
                  <a:gd name="T0" fmla="*/ 783 w 16"/>
                  <a:gd name="T1" fmla="*/ 397 h 9"/>
                  <a:gd name="T2" fmla="*/ 2470 w 16"/>
                  <a:gd name="T3" fmla="*/ 1059 h 9"/>
                  <a:gd name="T4" fmla="*/ 3908 w 16"/>
                  <a:gd name="T5" fmla="*/ 2581 h 9"/>
                  <a:gd name="T6" fmla="*/ 3250 w 16"/>
                  <a:gd name="T7" fmla="*/ 2824 h 9"/>
                  <a:gd name="T8" fmla="*/ 1770 w 16"/>
                  <a:gd name="T9" fmla="*/ 1763 h 9"/>
                  <a:gd name="T10" fmla="*/ 0 w 16"/>
                  <a:gd name="T11" fmla="*/ 661 h 9"/>
                  <a:gd name="T12" fmla="*/ 783 w 16"/>
                  <a:gd name="T13" fmla="*/ 39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3" y="1"/>
                    </a:moveTo>
                    <a:cubicBezTo>
                      <a:pt x="5" y="0"/>
                      <a:pt x="7" y="1"/>
                      <a:pt x="10" y="3"/>
                    </a:cubicBezTo>
                    <a:cubicBezTo>
                      <a:pt x="12" y="4"/>
                      <a:pt x="16" y="7"/>
                      <a:pt x="16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9" y="7"/>
                      <a:pt x="7" y="5"/>
                    </a:cubicBezTo>
                    <a:cubicBezTo>
                      <a:pt x="3" y="2"/>
                      <a:pt x="1" y="2"/>
                      <a:pt x="0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8" name="Freeform 2238">
                <a:extLst>
                  <a:ext uri="{FF2B5EF4-FFF2-40B4-BE49-F238E27FC236}">
                    <a16:creationId xmlns:a16="http://schemas.microsoft.com/office/drawing/2014/main" id="{D5209556-D7CB-468A-AC36-612FC9A92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1931"/>
                <a:ext cx="38" cy="18"/>
              </a:xfrm>
              <a:custGeom>
                <a:avLst/>
                <a:gdLst>
                  <a:gd name="T0" fmla="*/ 540 w 15"/>
                  <a:gd name="T1" fmla="*/ 0 h 7"/>
                  <a:gd name="T2" fmla="*/ 2386 w 15"/>
                  <a:gd name="T3" fmla="*/ 563 h 7"/>
                  <a:gd name="T4" fmla="*/ 3955 w 15"/>
                  <a:gd name="T5" fmla="*/ 1137 h 7"/>
                  <a:gd name="T6" fmla="*/ 3466 w 15"/>
                  <a:gd name="T7" fmla="*/ 2003 h 7"/>
                  <a:gd name="T8" fmla="*/ 1561 w 15"/>
                  <a:gd name="T9" fmla="*/ 1448 h 7"/>
                  <a:gd name="T10" fmla="*/ 0 w 15"/>
                  <a:gd name="T11" fmla="*/ 563 h 7"/>
                  <a:gd name="T12" fmla="*/ 540 w 15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7">
                    <a:moveTo>
                      <a:pt x="2" y="0"/>
                    </a:moveTo>
                    <a:cubicBezTo>
                      <a:pt x="3" y="0"/>
                      <a:pt x="6" y="1"/>
                      <a:pt x="9" y="2"/>
                    </a:cubicBezTo>
                    <a:cubicBezTo>
                      <a:pt x="11" y="3"/>
                      <a:pt x="15" y="5"/>
                      <a:pt x="15" y="4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1" y="7"/>
                      <a:pt x="9" y="6"/>
                      <a:pt x="6" y="5"/>
                    </a:cubicBezTo>
                    <a:cubicBezTo>
                      <a:pt x="2" y="3"/>
                      <a:pt x="1" y="2"/>
                      <a:pt x="0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9" name="Freeform 2239">
                <a:extLst>
                  <a:ext uri="{FF2B5EF4-FFF2-40B4-BE49-F238E27FC236}">
                    <a16:creationId xmlns:a16="http://schemas.microsoft.com/office/drawing/2014/main" id="{7BD42B93-FD6A-4A0F-BC9A-497A1E418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1939"/>
                <a:ext cx="45" cy="18"/>
              </a:xfrm>
              <a:custGeom>
                <a:avLst/>
                <a:gdLst>
                  <a:gd name="T0" fmla="*/ 783 w 18"/>
                  <a:gd name="T1" fmla="*/ 357 h 7"/>
                  <a:gd name="T2" fmla="*/ 2738 w 18"/>
                  <a:gd name="T3" fmla="*/ 563 h 7"/>
                  <a:gd name="T4" fmla="*/ 4425 w 18"/>
                  <a:gd name="T5" fmla="*/ 1137 h 7"/>
                  <a:gd name="T6" fmla="*/ 3720 w 18"/>
                  <a:gd name="T7" fmla="*/ 1700 h 7"/>
                  <a:gd name="T8" fmla="*/ 2270 w 18"/>
                  <a:gd name="T9" fmla="*/ 1448 h 7"/>
                  <a:gd name="T10" fmla="*/ 0 w 18"/>
                  <a:gd name="T11" fmla="*/ 1137 h 7"/>
                  <a:gd name="T12" fmla="*/ 783 w 18"/>
                  <a:gd name="T13" fmla="*/ 35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3" y="1"/>
                    </a:moveTo>
                    <a:cubicBezTo>
                      <a:pt x="4" y="0"/>
                      <a:pt x="8" y="1"/>
                      <a:pt x="11" y="2"/>
                    </a:cubicBezTo>
                    <a:cubicBezTo>
                      <a:pt x="13" y="2"/>
                      <a:pt x="18" y="4"/>
                      <a:pt x="18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7"/>
                      <a:pt x="11" y="6"/>
                      <a:pt x="9" y="5"/>
                    </a:cubicBezTo>
                    <a:cubicBezTo>
                      <a:pt x="4" y="3"/>
                      <a:pt x="1" y="3"/>
                      <a:pt x="0" y="4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0" name="Freeform 2240">
                <a:extLst>
                  <a:ext uri="{FF2B5EF4-FFF2-40B4-BE49-F238E27FC236}">
                    <a16:creationId xmlns:a16="http://schemas.microsoft.com/office/drawing/2014/main" id="{E47AD611-8353-4E0C-B69D-B0DEE710C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1909"/>
                <a:ext cx="18" cy="40"/>
              </a:xfrm>
              <a:custGeom>
                <a:avLst/>
                <a:gdLst>
                  <a:gd name="T0" fmla="*/ 357 w 7"/>
                  <a:gd name="T1" fmla="*/ 5405 h 15"/>
                  <a:gd name="T2" fmla="*/ 357 w 7"/>
                  <a:gd name="T3" fmla="*/ 397 h 15"/>
                  <a:gd name="T4" fmla="*/ 1137 w 7"/>
                  <a:gd name="T5" fmla="*/ 0 h 15"/>
                  <a:gd name="T6" fmla="*/ 1137 w 7"/>
                  <a:gd name="T7" fmla="*/ 4701 h 15"/>
                  <a:gd name="T8" fmla="*/ 357 w 7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1" y="15"/>
                    </a:moveTo>
                    <a:cubicBezTo>
                      <a:pt x="3" y="13"/>
                      <a:pt x="0" y="2"/>
                      <a:pt x="1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7" y="11"/>
                      <a:pt x="4" y="13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1" name="Freeform 2241">
                <a:extLst>
                  <a:ext uri="{FF2B5EF4-FFF2-40B4-BE49-F238E27FC236}">
                    <a16:creationId xmlns:a16="http://schemas.microsoft.com/office/drawing/2014/main" id="{82D6C402-1AB5-489D-92D7-6E0253C6D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915"/>
                <a:ext cx="18" cy="40"/>
              </a:xfrm>
              <a:custGeom>
                <a:avLst/>
                <a:gdLst>
                  <a:gd name="T0" fmla="*/ 357 w 7"/>
                  <a:gd name="T1" fmla="*/ 5405 h 15"/>
                  <a:gd name="T2" fmla="*/ 357 w 7"/>
                  <a:gd name="T3" fmla="*/ 661 h 15"/>
                  <a:gd name="T4" fmla="*/ 1137 w 7"/>
                  <a:gd name="T5" fmla="*/ 0 h 15"/>
                  <a:gd name="T6" fmla="*/ 1448 w 7"/>
                  <a:gd name="T7" fmla="*/ 5005 h 15"/>
                  <a:gd name="T8" fmla="*/ 357 w 7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1" y="15"/>
                    </a:moveTo>
                    <a:cubicBezTo>
                      <a:pt x="4" y="14"/>
                      <a:pt x="0" y="3"/>
                      <a:pt x="1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7" y="12"/>
                      <a:pt x="5" y="14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2" name="Freeform 2242">
                <a:extLst>
                  <a:ext uri="{FF2B5EF4-FFF2-40B4-BE49-F238E27FC236}">
                    <a16:creationId xmlns:a16="http://schemas.microsoft.com/office/drawing/2014/main" id="{9492D5A1-11BE-4B0E-802B-00AC0C6EE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923"/>
                <a:ext cx="5" cy="26"/>
              </a:xfrm>
              <a:custGeom>
                <a:avLst/>
                <a:gdLst>
                  <a:gd name="T0" fmla="*/ 313 w 2"/>
                  <a:gd name="T1" fmla="*/ 3110 h 10"/>
                  <a:gd name="T2" fmla="*/ 0 w 2"/>
                  <a:gd name="T3" fmla="*/ 967 h 10"/>
                  <a:gd name="T4" fmla="*/ 0 w 2"/>
                  <a:gd name="T5" fmla="*/ 0 h 10"/>
                  <a:gd name="T6" fmla="*/ 0 w 2"/>
                  <a:gd name="T7" fmla="*/ 0 h 10"/>
                  <a:gd name="T8" fmla="*/ 313 w 2"/>
                  <a:gd name="T9" fmla="*/ 1547 h 10"/>
                  <a:gd name="T10" fmla="*/ 313 w 2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1" y="10"/>
                    </a:moveTo>
                    <a:cubicBezTo>
                      <a:pt x="1" y="9"/>
                      <a:pt x="1" y="6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1" y="5"/>
                    </a:cubicBezTo>
                    <a:cubicBezTo>
                      <a:pt x="2" y="7"/>
                      <a:pt x="1" y="8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3" name="Freeform 2243">
                <a:extLst>
                  <a:ext uri="{FF2B5EF4-FFF2-40B4-BE49-F238E27FC236}">
                    <a16:creationId xmlns:a16="http://schemas.microsoft.com/office/drawing/2014/main" id="{A6F6CAEC-EE68-44F3-8944-C17C45F6C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1917"/>
                <a:ext cx="5" cy="27"/>
              </a:xfrm>
              <a:custGeom>
                <a:avLst/>
                <a:gdLst>
                  <a:gd name="T0" fmla="*/ 520 w 2"/>
                  <a:gd name="T1" fmla="*/ 3877 h 10"/>
                  <a:gd name="T2" fmla="*/ 313 w 2"/>
                  <a:gd name="T3" fmla="*/ 1158 h 10"/>
                  <a:gd name="T4" fmla="*/ 0 w 2"/>
                  <a:gd name="T5" fmla="*/ 0 h 10"/>
                  <a:gd name="T6" fmla="*/ 0 w 2"/>
                  <a:gd name="T7" fmla="*/ 0 h 10"/>
                  <a:gd name="T8" fmla="*/ 520 w 2"/>
                  <a:gd name="T9" fmla="*/ 2028 h 10"/>
                  <a:gd name="T10" fmla="*/ 520 w 2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8"/>
                      <a:pt x="1" y="6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2" y="5"/>
                    </a:cubicBezTo>
                    <a:cubicBezTo>
                      <a:pt x="2" y="7"/>
                      <a:pt x="2" y="8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4" name="Freeform 2244">
                <a:extLst>
                  <a:ext uri="{FF2B5EF4-FFF2-40B4-BE49-F238E27FC236}">
                    <a16:creationId xmlns:a16="http://schemas.microsoft.com/office/drawing/2014/main" id="{B1917435-90F8-4CCA-98F4-71C281942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931"/>
                <a:ext cx="17" cy="40"/>
              </a:xfrm>
              <a:custGeom>
                <a:avLst/>
                <a:gdLst>
                  <a:gd name="T0" fmla="*/ 170 w 7"/>
                  <a:gd name="T1" fmla="*/ 5405 h 15"/>
                  <a:gd name="T2" fmla="*/ 170 w 7"/>
                  <a:gd name="T3" fmla="*/ 661 h 15"/>
                  <a:gd name="T4" fmla="*/ 831 w 7"/>
                  <a:gd name="T5" fmla="*/ 0 h 15"/>
                  <a:gd name="T6" fmla="*/ 1003 w 7"/>
                  <a:gd name="T7" fmla="*/ 4701 h 15"/>
                  <a:gd name="T8" fmla="*/ 170 w 7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1" y="15"/>
                    </a:moveTo>
                    <a:cubicBezTo>
                      <a:pt x="4" y="13"/>
                      <a:pt x="0" y="2"/>
                      <a:pt x="1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7" y="11"/>
                      <a:pt x="5" y="13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5" name="Freeform 2245">
                <a:extLst>
                  <a:ext uri="{FF2B5EF4-FFF2-40B4-BE49-F238E27FC236}">
                    <a16:creationId xmlns:a16="http://schemas.microsoft.com/office/drawing/2014/main" id="{BC886A9D-62BB-45E6-B225-9761FAE7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936"/>
                <a:ext cx="5" cy="27"/>
              </a:xfrm>
              <a:custGeom>
                <a:avLst/>
                <a:gdLst>
                  <a:gd name="T0" fmla="*/ 313 w 2"/>
                  <a:gd name="T1" fmla="*/ 3877 h 10"/>
                  <a:gd name="T2" fmla="*/ 0 w 2"/>
                  <a:gd name="T3" fmla="*/ 1158 h 10"/>
                  <a:gd name="T4" fmla="*/ 0 w 2"/>
                  <a:gd name="T5" fmla="*/ 0 h 10"/>
                  <a:gd name="T6" fmla="*/ 0 w 2"/>
                  <a:gd name="T7" fmla="*/ 0 h 10"/>
                  <a:gd name="T8" fmla="*/ 313 w 2"/>
                  <a:gd name="T9" fmla="*/ 2028 h 10"/>
                  <a:gd name="T10" fmla="*/ 313 w 2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1" y="10"/>
                    </a:moveTo>
                    <a:cubicBezTo>
                      <a:pt x="2" y="9"/>
                      <a:pt x="1" y="6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1" y="5"/>
                    </a:cubicBezTo>
                    <a:cubicBezTo>
                      <a:pt x="2" y="7"/>
                      <a:pt x="2" y="9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6" name="Freeform 2246">
                <a:extLst>
                  <a:ext uri="{FF2B5EF4-FFF2-40B4-BE49-F238E27FC236}">
                    <a16:creationId xmlns:a16="http://schemas.microsoft.com/office/drawing/2014/main" id="{5D8C4873-0F31-4BC0-B2E0-8D20CF2CE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1941"/>
                <a:ext cx="25" cy="40"/>
              </a:xfrm>
              <a:custGeom>
                <a:avLst/>
                <a:gdLst>
                  <a:gd name="T0" fmla="*/ 1488 w 10"/>
                  <a:gd name="T1" fmla="*/ 5405 h 15"/>
                  <a:gd name="T2" fmla="*/ 313 w 10"/>
                  <a:gd name="T3" fmla="*/ 661 h 15"/>
                  <a:gd name="T4" fmla="*/ 988 w 10"/>
                  <a:gd name="T5" fmla="*/ 0 h 15"/>
                  <a:gd name="T6" fmla="*/ 1958 w 10"/>
                  <a:gd name="T7" fmla="*/ 4301 h 15"/>
                  <a:gd name="T8" fmla="*/ 1488 w 10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6" y="15"/>
                    </a:moveTo>
                    <a:cubicBezTo>
                      <a:pt x="8" y="13"/>
                      <a:pt x="0" y="3"/>
                      <a:pt x="1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0" y="10"/>
                      <a:pt x="8" y="12"/>
                    </a:cubicBezTo>
                    <a:lnTo>
                      <a:pt x="6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7" name="Freeform 2247">
                <a:extLst>
                  <a:ext uri="{FF2B5EF4-FFF2-40B4-BE49-F238E27FC236}">
                    <a16:creationId xmlns:a16="http://schemas.microsoft.com/office/drawing/2014/main" id="{39307929-4D3E-4588-8D8E-72F6766AF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949"/>
                <a:ext cx="13" cy="24"/>
              </a:xfrm>
              <a:custGeom>
                <a:avLst/>
                <a:gdLst>
                  <a:gd name="T0" fmla="*/ 1547 w 5"/>
                  <a:gd name="T1" fmla="*/ 3243 h 9"/>
                  <a:gd name="T2" fmla="*/ 595 w 5"/>
                  <a:gd name="T3" fmla="*/ 1059 h 9"/>
                  <a:gd name="T4" fmla="*/ 0 w 5"/>
                  <a:gd name="T5" fmla="*/ 0 h 9"/>
                  <a:gd name="T6" fmla="*/ 0 w 5"/>
                  <a:gd name="T7" fmla="*/ 0 h 9"/>
                  <a:gd name="T8" fmla="*/ 967 w 5"/>
                  <a:gd name="T9" fmla="*/ 1459 h 9"/>
                  <a:gd name="T10" fmla="*/ 1547 w 5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5" y="9"/>
                    </a:moveTo>
                    <a:cubicBezTo>
                      <a:pt x="4" y="7"/>
                      <a:pt x="3" y="5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4"/>
                    </a:cubicBezTo>
                    <a:cubicBezTo>
                      <a:pt x="4" y="6"/>
                      <a:pt x="4" y="7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8" name="Freeform 2248">
                <a:extLst>
                  <a:ext uri="{FF2B5EF4-FFF2-40B4-BE49-F238E27FC236}">
                    <a16:creationId xmlns:a16="http://schemas.microsoft.com/office/drawing/2014/main" id="{14468D4F-6896-40A4-98E8-A71EB98A8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1909"/>
                <a:ext cx="25" cy="40"/>
              </a:xfrm>
              <a:custGeom>
                <a:avLst/>
                <a:gdLst>
                  <a:gd name="T0" fmla="*/ 988 w 10"/>
                  <a:gd name="T1" fmla="*/ 397 h 15"/>
                  <a:gd name="T2" fmla="*/ 1958 w 10"/>
                  <a:gd name="T3" fmla="*/ 2824 h 15"/>
                  <a:gd name="T4" fmla="*/ 2470 w 10"/>
                  <a:gd name="T5" fmla="*/ 5405 h 15"/>
                  <a:gd name="T6" fmla="*/ 1488 w 10"/>
                  <a:gd name="T7" fmla="*/ 5005 h 15"/>
                  <a:gd name="T8" fmla="*/ 988 w 10"/>
                  <a:gd name="T9" fmla="*/ 2824 h 15"/>
                  <a:gd name="T10" fmla="*/ 0 w 10"/>
                  <a:gd name="T11" fmla="*/ 0 h 15"/>
                  <a:gd name="T12" fmla="*/ 988 w 10"/>
                  <a:gd name="T13" fmla="*/ 397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4" y="1"/>
                    </a:moveTo>
                    <a:cubicBezTo>
                      <a:pt x="5" y="1"/>
                      <a:pt x="7" y="5"/>
                      <a:pt x="8" y="8"/>
                    </a:cubicBezTo>
                    <a:cubicBezTo>
                      <a:pt x="9" y="10"/>
                      <a:pt x="10" y="15"/>
                      <a:pt x="10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3"/>
                      <a:pt x="5" y="10"/>
                      <a:pt x="4" y="8"/>
                    </a:cubicBezTo>
                    <a:cubicBezTo>
                      <a:pt x="3" y="3"/>
                      <a:pt x="1" y="0"/>
                      <a:pt x="0" y="0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9" name="Freeform 2249">
                <a:extLst>
                  <a:ext uri="{FF2B5EF4-FFF2-40B4-BE49-F238E27FC236}">
                    <a16:creationId xmlns:a16="http://schemas.microsoft.com/office/drawing/2014/main" id="{2410C02C-133C-4DD2-8821-865FC7868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907"/>
                <a:ext cx="25" cy="37"/>
              </a:xfrm>
              <a:custGeom>
                <a:avLst/>
                <a:gdLst>
                  <a:gd name="T0" fmla="*/ 988 w 10"/>
                  <a:gd name="T1" fmla="*/ 391 h 14"/>
                  <a:gd name="T2" fmla="*/ 1958 w 10"/>
                  <a:gd name="T3" fmla="*/ 2437 h 14"/>
                  <a:gd name="T4" fmla="*/ 2470 w 10"/>
                  <a:gd name="T5" fmla="*/ 4784 h 14"/>
                  <a:gd name="T6" fmla="*/ 1488 w 10"/>
                  <a:gd name="T7" fmla="*/ 4392 h 14"/>
                  <a:gd name="T8" fmla="*/ 988 w 10"/>
                  <a:gd name="T9" fmla="*/ 2437 h 14"/>
                  <a:gd name="T10" fmla="*/ 0 w 10"/>
                  <a:gd name="T11" fmla="*/ 0 h 14"/>
                  <a:gd name="T12" fmla="*/ 988 w 10"/>
                  <a:gd name="T13" fmla="*/ 39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4" y="1"/>
                    </a:moveTo>
                    <a:cubicBezTo>
                      <a:pt x="5" y="1"/>
                      <a:pt x="7" y="4"/>
                      <a:pt x="8" y="7"/>
                    </a:cubicBezTo>
                    <a:cubicBezTo>
                      <a:pt x="9" y="9"/>
                      <a:pt x="10" y="14"/>
                      <a:pt x="10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2"/>
                      <a:pt x="5" y="9"/>
                      <a:pt x="4" y="7"/>
                    </a:cubicBezTo>
                    <a:cubicBezTo>
                      <a:pt x="3" y="2"/>
                      <a:pt x="1" y="0"/>
                      <a:pt x="0" y="0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0" name="Freeform 2250">
                <a:extLst>
                  <a:ext uri="{FF2B5EF4-FFF2-40B4-BE49-F238E27FC236}">
                    <a16:creationId xmlns:a16="http://schemas.microsoft.com/office/drawing/2014/main" id="{222F6D61-6576-4C5D-8ADD-51A074DAF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904"/>
                <a:ext cx="25" cy="35"/>
              </a:xfrm>
              <a:custGeom>
                <a:avLst/>
                <a:gdLst>
                  <a:gd name="T0" fmla="*/ 783 w 10"/>
                  <a:gd name="T1" fmla="*/ 0 h 13"/>
                  <a:gd name="T2" fmla="*/ 1488 w 10"/>
                  <a:gd name="T3" fmla="*/ 2262 h 13"/>
                  <a:gd name="T4" fmla="*/ 2470 w 10"/>
                  <a:gd name="T5" fmla="*/ 4935 h 13"/>
                  <a:gd name="T6" fmla="*/ 1488 w 10"/>
                  <a:gd name="T7" fmla="*/ 4531 h 13"/>
                  <a:gd name="T8" fmla="*/ 783 w 10"/>
                  <a:gd name="T9" fmla="*/ 2673 h 13"/>
                  <a:gd name="T10" fmla="*/ 0 w 10"/>
                  <a:gd name="T11" fmla="*/ 0 h 13"/>
                  <a:gd name="T12" fmla="*/ 783 w 10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4" y="1"/>
                      <a:pt x="5" y="4"/>
                      <a:pt x="6" y="6"/>
                    </a:cubicBezTo>
                    <a:cubicBezTo>
                      <a:pt x="8" y="8"/>
                      <a:pt x="10" y="13"/>
                      <a:pt x="10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4" y="9"/>
                      <a:pt x="3" y="7"/>
                    </a:cubicBezTo>
                    <a:cubicBezTo>
                      <a:pt x="1" y="3"/>
                      <a:pt x="1" y="0"/>
                      <a:pt x="0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1" name="Freeform 2251">
                <a:extLst>
                  <a:ext uri="{FF2B5EF4-FFF2-40B4-BE49-F238E27FC236}">
                    <a16:creationId xmlns:a16="http://schemas.microsoft.com/office/drawing/2014/main" id="{19A24D10-E2EA-4B19-9B05-33AC34649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1904"/>
                <a:ext cx="35" cy="29"/>
              </a:xfrm>
              <a:custGeom>
                <a:avLst/>
                <a:gdLst>
                  <a:gd name="T0" fmla="*/ 988 w 14"/>
                  <a:gd name="T1" fmla="*/ 0 h 11"/>
                  <a:gd name="T2" fmla="*/ 2270 w 14"/>
                  <a:gd name="T3" fmla="*/ 1648 h 11"/>
                  <a:gd name="T4" fmla="*/ 3438 w 14"/>
                  <a:gd name="T5" fmla="*/ 3662 h 11"/>
                  <a:gd name="T6" fmla="*/ 2470 w 14"/>
                  <a:gd name="T7" fmla="*/ 3662 h 11"/>
                  <a:gd name="T8" fmla="*/ 1488 w 14"/>
                  <a:gd name="T9" fmla="*/ 2035 h 11"/>
                  <a:gd name="T10" fmla="*/ 0 w 14"/>
                  <a:gd name="T11" fmla="*/ 0 h 11"/>
                  <a:gd name="T12" fmla="*/ 988 w 14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4" y="0"/>
                    </a:moveTo>
                    <a:cubicBezTo>
                      <a:pt x="5" y="0"/>
                      <a:pt x="8" y="3"/>
                      <a:pt x="9" y="5"/>
                    </a:cubicBezTo>
                    <a:cubicBezTo>
                      <a:pt x="11" y="7"/>
                      <a:pt x="13" y="11"/>
                      <a:pt x="14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9" y="11"/>
                      <a:pt x="7" y="9"/>
                      <a:pt x="6" y="6"/>
                    </a:cubicBezTo>
                    <a:cubicBezTo>
                      <a:pt x="3" y="2"/>
                      <a:pt x="1" y="0"/>
                      <a:pt x="0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2" name="Freeform 2252">
                <a:extLst>
                  <a:ext uri="{FF2B5EF4-FFF2-40B4-BE49-F238E27FC236}">
                    <a16:creationId xmlns:a16="http://schemas.microsoft.com/office/drawing/2014/main" id="{E9635808-6449-4185-93B4-A3578DFEC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909"/>
                <a:ext cx="30" cy="32"/>
              </a:xfrm>
              <a:custGeom>
                <a:avLst/>
                <a:gdLst>
                  <a:gd name="T0" fmla="*/ 0 w 12"/>
                  <a:gd name="T1" fmla="*/ 3891 h 12"/>
                  <a:gd name="T2" fmla="*/ 1958 w 12"/>
                  <a:gd name="T3" fmla="*/ 0 h 12"/>
                  <a:gd name="T4" fmla="*/ 2938 w 12"/>
                  <a:gd name="T5" fmla="*/ 397 h 12"/>
                  <a:gd name="T6" fmla="*/ 988 w 12"/>
                  <a:gd name="T7" fmla="*/ 3891 h 12"/>
                  <a:gd name="T8" fmla="*/ 0 w 12"/>
                  <a:gd name="T9" fmla="*/ 389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1"/>
                    </a:moveTo>
                    <a:cubicBezTo>
                      <a:pt x="3" y="11"/>
                      <a:pt x="7" y="0"/>
                      <a:pt x="8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7" y="12"/>
                      <a:pt x="4" y="11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3" name="Freeform 2253">
                <a:extLst>
                  <a:ext uri="{FF2B5EF4-FFF2-40B4-BE49-F238E27FC236}">
                    <a16:creationId xmlns:a16="http://schemas.microsoft.com/office/drawing/2014/main" id="{A07B7C45-F4C3-49DD-9E94-637B16F15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907"/>
                <a:ext cx="30" cy="32"/>
              </a:xfrm>
              <a:custGeom>
                <a:avLst/>
                <a:gdLst>
                  <a:gd name="T0" fmla="*/ 0 w 12"/>
                  <a:gd name="T1" fmla="*/ 3640 h 12"/>
                  <a:gd name="T2" fmla="*/ 1958 w 12"/>
                  <a:gd name="T3" fmla="*/ 0 h 12"/>
                  <a:gd name="T4" fmla="*/ 2938 w 12"/>
                  <a:gd name="T5" fmla="*/ 397 h 12"/>
                  <a:gd name="T6" fmla="*/ 988 w 12"/>
                  <a:gd name="T7" fmla="*/ 3891 h 12"/>
                  <a:gd name="T8" fmla="*/ 0 w 12"/>
                  <a:gd name="T9" fmla="*/ 364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3" y="11"/>
                      <a:pt x="7" y="0"/>
                      <a:pt x="8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0"/>
                      <a:pt x="7" y="12"/>
                      <a:pt x="4" y="11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4" name="Freeform 2254">
                <a:extLst>
                  <a:ext uri="{FF2B5EF4-FFF2-40B4-BE49-F238E27FC236}">
                    <a16:creationId xmlns:a16="http://schemas.microsoft.com/office/drawing/2014/main" id="{A19762B9-0459-4C30-BB55-B416A5EAA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909"/>
                <a:ext cx="13" cy="24"/>
              </a:xfrm>
              <a:custGeom>
                <a:avLst/>
                <a:gdLst>
                  <a:gd name="T0" fmla="*/ 0 w 5"/>
                  <a:gd name="T1" fmla="*/ 3243 h 9"/>
                  <a:gd name="T2" fmla="*/ 1196 w 5"/>
                  <a:gd name="T3" fmla="*/ 1059 h 9"/>
                  <a:gd name="T4" fmla="*/ 1547 w 5"/>
                  <a:gd name="T5" fmla="*/ 0 h 9"/>
                  <a:gd name="T6" fmla="*/ 1547 w 5"/>
                  <a:gd name="T7" fmla="*/ 0 h 9"/>
                  <a:gd name="T8" fmla="*/ 967 w 5"/>
                  <a:gd name="T9" fmla="*/ 1763 h 9"/>
                  <a:gd name="T10" fmla="*/ 0 w 5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1" y="8"/>
                      <a:pt x="2" y="5"/>
                      <a:pt x="4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3"/>
                      <a:pt x="3" y="5"/>
                    </a:cubicBezTo>
                    <a:cubicBezTo>
                      <a:pt x="2" y="7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5" name="Freeform 2255">
                <a:extLst>
                  <a:ext uri="{FF2B5EF4-FFF2-40B4-BE49-F238E27FC236}">
                    <a16:creationId xmlns:a16="http://schemas.microsoft.com/office/drawing/2014/main" id="{4FA03143-6582-41A6-8195-340357E91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915"/>
                <a:ext cx="13" cy="24"/>
              </a:xfrm>
              <a:custGeom>
                <a:avLst/>
                <a:gdLst>
                  <a:gd name="T0" fmla="*/ 0 w 5"/>
                  <a:gd name="T1" fmla="*/ 3243 h 9"/>
                  <a:gd name="T2" fmla="*/ 967 w 5"/>
                  <a:gd name="T3" fmla="*/ 1059 h 9"/>
                  <a:gd name="T4" fmla="*/ 1547 w 5"/>
                  <a:gd name="T5" fmla="*/ 0 h 9"/>
                  <a:gd name="T6" fmla="*/ 1547 w 5"/>
                  <a:gd name="T7" fmla="*/ 0 h 9"/>
                  <a:gd name="T8" fmla="*/ 967 w 5"/>
                  <a:gd name="T9" fmla="*/ 1763 h 9"/>
                  <a:gd name="T10" fmla="*/ 0 w 5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1" y="7"/>
                      <a:pt x="2" y="5"/>
                      <a:pt x="3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3"/>
                      <a:pt x="3" y="5"/>
                    </a:cubicBezTo>
                    <a:cubicBezTo>
                      <a:pt x="2" y="6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6" name="Freeform 2256">
                <a:extLst>
                  <a:ext uri="{FF2B5EF4-FFF2-40B4-BE49-F238E27FC236}">
                    <a16:creationId xmlns:a16="http://schemas.microsoft.com/office/drawing/2014/main" id="{228D7855-D8E4-49AC-B0F3-3566E6770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904"/>
                <a:ext cx="30" cy="32"/>
              </a:xfrm>
              <a:custGeom>
                <a:avLst/>
                <a:gdLst>
                  <a:gd name="T0" fmla="*/ 0 w 12"/>
                  <a:gd name="T1" fmla="*/ 3891 h 12"/>
                  <a:gd name="T2" fmla="*/ 1958 w 12"/>
                  <a:gd name="T3" fmla="*/ 0 h 12"/>
                  <a:gd name="T4" fmla="*/ 2938 w 12"/>
                  <a:gd name="T5" fmla="*/ 397 h 12"/>
                  <a:gd name="T6" fmla="*/ 783 w 12"/>
                  <a:gd name="T7" fmla="*/ 4301 h 12"/>
                  <a:gd name="T8" fmla="*/ 0 w 12"/>
                  <a:gd name="T9" fmla="*/ 389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1"/>
                    </a:moveTo>
                    <a:cubicBezTo>
                      <a:pt x="3" y="12"/>
                      <a:pt x="7" y="0"/>
                      <a:pt x="8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0"/>
                      <a:pt x="6" y="12"/>
                      <a:pt x="3" y="12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7" name="Freeform 2257">
                <a:extLst>
                  <a:ext uri="{FF2B5EF4-FFF2-40B4-BE49-F238E27FC236}">
                    <a16:creationId xmlns:a16="http://schemas.microsoft.com/office/drawing/2014/main" id="{D11DC3D2-3B2A-475B-817E-9FE75E980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1907"/>
                <a:ext cx="13" cy="26"/>
              </a:xfrm>
              <a:custGeom>
                <a:avLst/>
                <a:gdLst>
                  <a:gd name="T0" fmla="*/ 0 w 5"/>
                  <a:gd name="T1" fmla="*/ 3110 h 10"/>
                  <a:gd name="T2" fmla="*/ 967 w 5"/>
                  <a:gd name="T3" fmla="*/ 967 h 10"/>
                  <a:gd name="T4" fmla="*/ 1547 w 5"/>
                  <a:gd name="T5" fmla="*/ 0 h 10"/>
                  <a:gd name="T6" fmla="*/ 1547 w 5"/>
                  <a:gd name="T7" fmla="*/ 0 h 10"/>
                  <a:gd name="T8" fmla="*/ 967 w 5"/>
                  <a:gd name="T9" fmla="*/ 1547 h 10"/>
                  <a:gd name="T10" fmla="*/ 0 w 5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cubicBezTo>
                      <a:pt x="1" y="8"/>
                      <a:pt x="2" y="6"/>
                      <a:pt x="3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4"/>
                      <a:pt x="3" y="5"/>
                    </a:cubicBezTo>
                    <a:cubicBezTo>
                      <a:pt x="2" y="7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8" name="Freeform 2258">
                <a:extLst>
                  <a:ext uri="{FF2B5EF4-FFF2-40B4-BE49-F238E27FC236}">
                    <a16:creationId xmlns:a16="http://schemas.microsoft.com/office/drawing/2014/main" id="{0DF28C3F-82E8-479A-9A57-46BC824A6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1901"/>
                <a:ext cx="20" cy="38"/>
              </a:xfrm>
              <a:custGeom>
                <a:avLst/>
                <a:gdLst>
                  <a:gd name="T0" fmla="*/ 0 w 8"/>
                  <a:gd name="T1" fmla="*/ 5600 h 14"/>
                  <a:gd name="T2" fmla="*/ 988 w 8"/>
                  <a:gd name="T3" fmla="*/ 442 h 14"/>
                  <a:gd name="T4" fmla="*/ 1958 w 8"/>
                  <a:gd name="T5" fmla="*/ 0 h 14"/>
                  <a:gd name="T6" fmla="*/ 988 w 8"/>
                  <a:gd name="T7" fmla="*/ 5157 h 14"/>
                  <a:gd name="T8" fmla="*/ 0 w 8"/>
                  <a:gd name="T9" fmla="*/ 560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0" y="14"/>
                    </a:moveTo>
                    <a:cubicBezTo>
                      <a:pt x="3" y="13"/>
                      <a:pt x="3" y="1"/>
                      <a:pt x="4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3"/>
                      <a:pt x="4" y="13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9" name="Freeform 2259">
                <a:extLst>
                  <a:ext uri="{FF2B5EF4-FFF2-40B4-BE49-F238E27FC236}">
                    <a16:creationId xmlns:a16="http://schemas.microsoft.com/office/drawing/2014/main" id="{689C1976-A5CC-4FF8-8359-DAB0C0118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1907"/>
                <a:ext cx="2" cy="26"/>
              </a:xfrm>
              <a:custGeom>
                <a:avLst/>
                <a:gdLst>
                  <a:gd name="T0" fmla="*/ 0 w 1"/>
                  <a:gd name="T1" fmla="*/ 3110 h 10"/>
                  <a:gd name="T2" fmla="*/ 64 w 1"/>
                  <a:gd name="T3" fmla="*/ 967 h 10"/>
                  <a:gd name="T4" fmla="*/ 64 w 1"/>
                  <a:gd name="T5" fmla="*/ 0 h 10"/>
                  <a:gd name="T6" fmla="*/ 64 w 1"/>
                  <a:gd name="T7" fmla="*/ 0 h 10"/>
                  <a:gd name="T8" fmla="*/ 64 w 1"/>
                  <a:gd name="T9" fmla="*/ 1547 h 10"/>
                  <a:gd name="T10" fmla="*/ 0 w 1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0">
                    <a:moveTo>
                      <a:pt x="0" y="10"/>
                    </a:moveTo>
                    <a:cubicBezTo>
                      <a:pt x="0" y="9"/>
                      <a:pt x="1" y="6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3"/>
                      <a:pt x="1" y="5"/>
                    </a:cubicBezTo>
                    <a:cubicBezTo>
                      <a:pt x="1" y="7"/>
                      <a:pt x="0" y="8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0" name="Freeform 2260">
                <a:extLst>
                  <a:ext uri="{FF2B5EF4-FFF2-40B4-BE49-F238E27FC236}">
                    <a16:creationId xmlns:a16="http://schemas.microsoft.com/office/drawing/2014/main" id="{91751C19-7520-4765-9A70-D6DE4CAC6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952"/>
                <a:ext cx="15" cy="45"/>
              </a:xfrm>
              <a:custGeom>
                <a:avLst/>
                <a:gdLst>
                  <a:gd name="T0" fmla="*/ 1488 w 6"/>
                  <a:gd name="T1" fmla="*/ 630 h 17"/>
                  <a:gd name="T2" fmla="*/ 1488 w 6"/>
                  <a:gd name="T3" fmla="*/ 3391 h 17"/>
                  <a:gd name="T4" fmla="*/ 988 w 6"/>
                  <a:gd name="T5" fmla="*/ 5845 h 17"/>
                  <a:gd name="T6" fmla="*/ 313 w 6"/>
                  <a:gd name="T7" fmla="*/ 5212 h 17"/>
                  <a:gd name="T8" fmla="*/ 520 w 6"/>
                  <a:gd name="T9" fmla="*/ 2748 h 17"/>
                  <a:gd name="T10" fmla="*/ 783 w 6"/>
                  <a:gd name="T11" fmla="*/ 0 h 17"/>
                  <a:gd name="T12" fmla="*/ 1488 w 6"/>
                  <a:gd name="T13" fmla="*/ 63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7">
                    <a:moveTo>
                      <a:pt x="6" y="2"/>
                    </a:moveTo>
                    <a:cubicBezTo>
                      <a:pt x="6" y="3"/>
                      <a:pt x="6" y="7"/>
                      <a:pt x="6" y="10"/>
                    </a:cubicBezTo>
                    <a:cubicBezTo>
                      <a:pt x="5" y="13"/>
                      <a:pt x="4" y="17"/>
                      <a:pt x="4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4"/>
                      <a:pt x="2" y="11"/>
                      <a:pt x="2" y="8"/>
                    </a:cubicBezTo>
                    <a:cubicBezTo>
                      <a:pt x="4" y="4"/>
                      <a:pt x="4" y="1"/>
                      <a:pt x="3" y="0"/>
                    </a:cubicBez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1" name="Freeform 2261">
                <a:extLst>
                  <a:ext uri="{FF2B5EF4-FFF2-40B4-BE49-F238E27FC236}">
                    <a16:creationId xmlns:a16="http://schemas.microsoft.com/office/drawing/2014/main" id="{6075420D-2691-486E-A987-04128EFDC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1941"/>
                <a:ext cx="15" cy="43"/>
              </a:xfrm>
              <a:custGeom>
                <a:avLst/>
                <a:gdLst>
                  <a:gd name="T0" fmla="*/ 1300 w 6"/>
                  <a:gd name="T1" fmla="*/ 680 h 16"/>
                  <a:gd name="T2" fmla="*/ 1488 w 6"/>
                  <a:gd name="T3" fmla="*/ 3394 h 16"/>
                  <a:gd name="T4" fmla="*/ 988 w 6"/>
                  <a:gd name="T5" fmla="*/ 6060 h 16"/>
                  <a:gd name="T6" fmla="*/ 313 w 6"/>
                  <a:gd name="T7" fmla="*/ 5316 h 16"/>
                  <a:gd name="T8" fmla="*/ 520 w 6"/>
                  <a:gd name="T9" fmla="*/ 3085 h 16"/>
                  <a:gd name="T10" fmla="*/ 520 w 6"/>
                  <a:gd name="T11" fmla="*/ 0 h 16"/>
                  <a:gd name="T12" fmla="*/ 1300 w 6"/>
                  <a:gd name="T13" fmla="*/ 68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6">
                    <a:moveTo>
                      <a:pt x="5" y="2"/>
                    </a:moveTo>
                    <a:cubicBezTo>
                      <a:pt x="6" y="3"/>
                      <a:pt x="6" y="6"/>
                      <a:pt x="6" y="9"/>
                    </a:cubicBezTo>
                    <a:cubicBezTo>
                      <a:pt x="5" y="12"/>
                      <a:pt x="4" y="16"/>
                      <a:pt x="4" y="16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3"/>
                      <a:pt x="2" y="10"/>
                      <a:pt x="2" y="8"/>
                    </a:cubicBezTo>
                    <a:cubicBezTo>
                      <a:pt x="4" y="3"/>
                      <a:pt x="3" y="1"/>
                      <a:pt x="2" y="0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2" name="Freeform 2262">
                <a:extLst>
                  <a:ext uri="{FF2B5EF4-FFF2-40B4-BE49-F238E27FC236}">
                    <a16:creationId xmlns:a16="http://schemas.microsoft.com/office/drawing/2014/main" id="{7102DBEF-5DF6-405E-AE4F-9453FF89A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1928"/>
                <a:ext cx="10" cy="43"/>
              </a:xfrm>
              <a:custGeom>
                <a:avLst/>
                <a:gdLst>
                  <a:gd name="T0" fmla="*/ 783 w 4"/>
                  <a:gd name="T1" fmla="*/ 680 h 16"/>
                  <a:gd name="T2" fmla="*/ 988 w 4"/>
                  <a:gd name="T3" fmla="*/ 3085 h 16"/>
                  <a:gd name="T4" fmla="*/ 988 w 4"/>
                  <a:gd name="T5" fmla="*/ 6060 h 16"/>
                  <a:gd name="T6" fmla="*/ 313 w 4"/>
                  <a:gd name="T7" fmla="*/ 5316 h 16"/>
                  <a:gd name="T8" fmla="*/ 313 w 4"/>
                  <a:gd name="T9" fmla="*/ 2658 h 16"/>
                  <a:gd name="T10" fmla="*/ 0 w 4"/>
                  <a:gd name="T11" fmla="*/ 0 h 16"/>
                  <a:gd name="T12" fmla="*/ 783 w 4"/>
                  <a:gd name="T13" fmla="*/ 68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6">
                    <a:moveTo>
                      <a:pt x="3" y="2"/>
                    </a:moveTo>
                    <a:cubicBezTo>
                      <a:pt x="4" y="3"/>
                      <a:pt x="4" y="5"/>
                      <a:pt x="4" y="8"/>
                    </a:cubicBezTo>
                    <a:cubicBezTo>
                      <a:pt x="4" y="11"/>
                      <a:pt x="4" y="16"/>
                      <a:pt x="4" y="16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3"/>
                      <a:pt x="0" y="10"/>
                      <a:pt x="1" y="7"/>
                    </a:cubicBezTo>
                    <a:cubicBezTo>
                      <a:pt x="1" y="3"/>
                      <a:pt x="1" y="1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3" name="Freeform 2263">
                <a:extLst>
                  <a:ext uri="{FF2B5EF4-FFF2-40B4-BE49-F238E27FC236}">
                    <a16:creationId xmlns:a16="http://schemas.microsoft.com/office/drawing/2014/main" id="{756CA7D8-5150-4969-A593-0E3901776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915"/>
                <a:ext cx="17" cy="45"/>
              </a:xfrm>
              <a:custGeom>
                <a:avLst/>
                <a:gdLst>
                  <a:gd name="T0" fmla="*/ 831 w 7"/>
                  <a:gd name="T1" fmla="*/ 630 h 17"/>
                  <a:gd name="T2" fmla="*/ 1243 w 7"/>
                  <a:gd name="T3" fmla="*/ 3391 h 17"/>
                  <a:gd name="T4" fmla="*/ 1433 w 7"/>
                  <a:gd name="T5" fmla="*/ 5845 h 17"/>
                  <a:gd name="T6" fmla="*/ 831 w 7"/>
                  <a:gd name="T7" fmla="*/ 5212 h 17"/>
                  <a:gd name="T8" fmla="*/ 590 w 7"/>
                  <a:gd name="T9" fmla="*/ 3131 h 17"/>
                  <a:gd name="T10" fmla="*/ 0 w 7"/>
                  <a:gd name="T11" fmla="*/ 0 h 17"/>
                  <a:gd name="T12" fmla="*/ 831 w 7"/>
                  <a:gd name="T13" fmla="*/ 63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7">
                    <a:moveTo>
                      <a:pt x="4" y="2"/>
                    </a:moveTo>
                    <a:cubicBezTo>
                      <a:pt x="6" y="3"/>
                      <a:pt x="6" y="7"/>
                      <a:pt x="6" y="10"/>
                    </a:cubicBezTo>
                    <a:cubicBezTo>
                      <a:pt x="7" y="12"/>
                      <a:pt x="7" y="17"/>
                      <a:pt x="7" y="17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3" y="12"/>
                      <a:pt x="3" y="9"/>
                    </a:cubicBezTo>
                    <a:cubicBezTo>
                      <a:pt x="3" y="4"/>
                      <a:pt x="1" y="1"/>
                      <a:pt x="0" y="0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4" name="Freeform 2264">
                <a:extLst>
                  <a:ext uri="{FF2B5EF4-FFF2-40B4-BE49-F238E27FC236}">
                    <a16:creationId xmlns:a16="http://schemas.microsoft.com/office/drawing/2014/main" id="{0AF53435-2987-43A3-9CE8-4D2D05F29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949"/>
                <a:ext cx="37" cy="27"/>
              </a:xfrm>
              <a:custGeom>
                <a:avLst/>
                <a:gdLst>
                  <a:gd name="T0" fmla="*/ 0 w 15"/>
                  <a:gd name="T1" fmla="*/ 2282 h 10"/>
                  <a:gd name="T2" fmla="*/ 2743 w 15"/>
                  <a:gd name="T3" fmla="*/ 429 h 10"/>
                  <a:gd name="T4" fmla="*/ 3365 w 15"/>
                  <a:gd name="T5" fmla="*/ 1596 h 10"/>
                  <a:gd name="T6" fmla="*/ 634 w 15"/>
                  <a:gd name="T7" fmla="*/ 3127 h 10"/>
                  <a:gd name="T8" fmla="*/ 0 w 15"/>
                  <a:gd name="T9" fmla="*/ 228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6"/>
                    </a:moveTo>
                    <a:cubicBezTo>
                      <a:pt x="2" y="8"/>
                      <a:pt x="11" y="0"/>
                      <a:pt x="12" y="1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3"/>
                      <a:pt x="5" y="10"/>
                      <a:pt x="3" y="8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5" name="Freeform 2265">
                <a:extLst>
                  <a:ext uri="{FF2B5EF4-FFF2-40B4-BE49-F238E27FC236}">
                    <a16:creationId xmlns:a16="http://schemas.microsoft.com/office/drawing/2014/main" id="{9AC4C57A-7279-4E78-9EA2-323851C75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1939"/>
                <a:ext cx="38" cy="26"/>
              </a:xfrm>
              <a:custGeom>
                <a:avLst/>
                <a:gdLst>
                  <a:gd name="T0" fmla="*/ 0 w 15"/>
                  <a:gd name="T1" fmla="*/ 1914 h 10"/>
                  <a:gd name="T2" fmla="*/ 3466 w 15"/>
                  <a:gd name="T3" fmla="*/ 372 h 10"/>
                  <a:gd name="T4" fmla="*/ 3955 w 15"/>
                  <a:gd name="T5" fmla="*/ 967 h 10"/>
                  <a:gd name="T6" fmla="*/ 828 w 15"/>
                  <a:gd name="T7" fmla="*/ 2514 h 10"/>
                  <a:gd name="T8" fmla="*/ 0 w 15"/>
                  <a:gd name="T9" fmla="*/ 19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6"/>
                    </a:moveTo>
                    <a:cubicBezTo>
                      <a:pt x="2" y="8"/>
                      <a:pt x="12" y="0"/>
                      <a:pt x="13" y="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5" y="10"/>
                      <a:pt x="3" y="8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6" name="Freeform 2266">
                <a:extLst>
                  <a:ext uri="{FF2B5EF4-FFF2-40B4-BE49-F238E27FC236}">
                    <a16:creationId xmlns:a16="http://schemas.microsoft.com/office/drawing/2014/main" id="{1376439D-CCDE-44C5-A61B-EF12C8C52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1944"/>
                <a:ext cx="22" cy="13"/>
              </a:xfrm>
              <a:custGeom>
                <a:avLst/>
                <a:gdLst>
                  <a:gd name="T0" fmla="*/ 0 w 9"/>
                  <a:gd name="T1" fmla="*/ 1547 h 5"/>
                  <a:gd name="T2" fmla="*/ 1315 w 9"/>
                  <a:gd name="T3" fmla="*/ 372 h 5"/>
                  <a:gd name="T4" fmla="*/ 1931 w 9"/>
                  <a:gd name="T5" fmla="*/ 0 h 5"/>
                  <a:gd name="T6" fmla="*/ 1931 w 9"/>
                  <a:gd name="T7" fmla="*/ 0 h 5"/>
                  <a:gd name="T8" fmla="*/ 1039 w 9"/>
                  <a:gd name="T9" fmla="*/ 967 h 5"/>
                  <a:gd name="T10" fmla="*/ 0 w 9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4"/>
                      <a:pt x="4" y="3"/>
                      <a:pt x="6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7" y="2"/>
                      <a:pt x="5" y="3"/>
                    </a:cubicBezTo>
                    <a:cubicBezTo>
                      <a:pt x="3" y="4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7" name="Freeform 2267">
                <a:extLst>
                  <a:ext uri="{FF2B5EF4-FFF2-40B4-BE49-F238E27FC236}">
                    <a16:creationId xmlns:a16="http://schemas.microsoft.com/office/drawing/2014/main" id="{0E27D3BF-B434-481A-8FBD-BA11EFCA1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5"/>
                <a:ext cx="22" cy="13"/>
              </a:xfrm>
              <a:custGeom>
                <a:avLst/>
                <a:gdLst>
                  <a:gd name="T0" fmla="*/ 0 w 9"/>
                  <a:gd name="T1" fmla="*/ 1547 h 5"/>
                  <a:gd name="T2" fmla="*/ 1315 w 9"/>
                  <a:gd name="T3" fmla="*/ 595 h 5"/>
                  <a:gd name="T4" fmla="*/ 1931 w 9"/>
                  <a:gd name="T5" fmla="*/ 0 h 5"/>
                  <a:gd name="T6" fmla="*/ 1931 w 9"/>
                  <a:gd name="T7" fmla="*/ 0 h 5"/>
                  <a:gd name="T8" fmla="*/ 1039 w 9"/>
                  <a:gd name="T9" fmla="*/ 967 h 5"/>
                  <a:gd name="T10" fmla="*/ 0 w 9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5"/>
                      <a:pt x="4" y="3"/>
                      <a:pt x="6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7" y="2"/>
                      <a:pt x="5" y="3"/>
                    </a:cubicBezTo>
                    <a:cubicBezTo>
                      <a:pt x="3" y="5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8" name="Freeform 2268">
                <a:extLst>
                  <a:ext uri="{FF2B5EF4-FFF2-40B4-BE49-F238E27FC236}">
                    <a16:creationId xmlns:a16="http://schemas.microsoft.com/office/drawing/2014/main" id="{073D4070-6EAD-4CEA-89BE-069C4FEE6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1928"/>
                <a:ext cx="37" cy="27"/>
              </a:xfrm>
              <a:custGeom>
                <a:avLst/>
                <a:gdLst>
                  <a:gd name="T0" fmla="*/ 0 w 15"/>
                  <a:gd name="T1" fmla="*/ 2028 h 10"/>
                  <a:gd name="T2" fmla="*/ 2743 w 15"/>
                  <a:gd name="T3" fmla="*/ 0 h 10"/>
                  <a:gd name="T4" fmla="*/ 3365 w 15"/>
                  <a:gd name="T5" fmla="*/ 1158 h 10"/>
                  <a:gd name="T6" fmla="*/ 634 w 15"/>
                  <a:gd name="T7" fmla="*/ 3127 h 10"/>
                  <a:gd name="T8" fmla="*/ 0 w 15"/>
                  <a:gd name="T9" fmla="*/ 202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5"/>
                    </a:moveTo>
                    <a:cubicBezTo>
                      <a:pt x="2" y="7"/>
                      <a:pt x="11" y="0"/>
                      <a:pt x="12" y="0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2"/>
                      <a:pt x="5" y="10"/>
                      <a:pt x="3" y="8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9" name="Freeform 2269">
                <a:extLst>
                  <a:ext uri="{FF2B5EF4-FFF2-40B4-BE49-F238E27FC236}">
                    <a16:creationId xmlns:a16="http://schemas.microsoft.com/office/drawing/2014/main" id="{2CFD2637-704F-4297-8CB7-6C18BC717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931"/>
                <a:ext cx="23" cy="13"/>
              </a:xfrm>
              <a:custGeom>
                <a:avLst/>
                <a:gdLst>
                  <a:gd name="T0" fmla="*/ 0 w 9"/>
                  <a:gd name="T1" fmla="*/ 1547 h 5"/>
                  <a:gd name="T2" fmla="*/ 1620 w 9"/>
                  <a:gd name="T3" fmla="*/ 595 h 5"/>
                  <a:gd name="T4" fmla="*/ 2520 w 9"/>
                  <a:gd name="T5" fmla="*/ 0 h 5"/>
                  <a:gd name="T6" fmla="*/ 2520 w 9"/>
                  <a:gd name="T7" fmla="*/ 0 h 5"/>
                  <a:gd name="T8" fmla="*/ 1403 w 9"/>
                  <a:gd name="T9" fmla="*/ 967 h 5"/>
                  <a:gd name="T10" fmla="*/ 0 w 9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1" y="5"/>
                      <a:pt x="4" y="3"/>
                      <a:pt x="6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2"/>
                      <a:pt x="5" y="3"/>
                    </a:cubicBezTo>
                    <a:cubicBezTo>
                      <a:pt x="3" y="5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0" name="Freeform 2270">
                <a:extLst>
                  <a:ext uri="{FF2B5EF4-FFF2-40B4-BE49-F238E27FC236}">
                    <a16:creationId xmlns:a16="http://schemas.microsoft.com/office/drawing/2014/main" id="{1AE77A2C-0CC6-4589-8E76-1A73ADC91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915"/>
                <a:ext cx="35" cy="32"/>
              </a:xfrm>
              <a:custGeom>
                <a:avLst/>
                <a:gdLst>
                  <a:gd name="T0" fmla="*/ 0 w 14"/>
                  <a:gd name="T1" fmla="*/ 3243 h 12"/>
                  <a:gd name="T2" fmla="*/ 2470 w 14"/>
                  <a:gd name="T3" fmla="*/ 0 h 12"/>
                  <a:gd name="T4" fmla="*/ 3438 w 14"/>
                  <a:gd name="T5" fmla="*/ 661 h 12"/>
                  <a:gd name="T6" fmla="*/ 988 w 14"/>
                  <a:gd name="T7" fmla="*/ 3891 h 12"/>
                  <a:gd name="T8" fmla="*/ 0 w 14"/>
                  <a:gd name="T9" fmla="*/ 324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9"/>
                    </a:moveTo>
                    <a:cubicBezTo>
                      <a:pt x="3" y="10"/>
                      <a:pt x="9" y="0"/>
                      <a:pt x="10" y="0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1"/>
                      <a:pt x="7" y="12"/>
                      <a:pt x="4" y="11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1" name="Freeform 2271">
                <a:extLst>
                  <a:ext uri="{FF2B5EF4-FFF2-40B4-BE49-F238E27FC236}">
                    <a16:creationId xmlns:a16="http://schemas.microsoft.com/office/drawing/2014/main" id="{D1FFAC59-6348-44C9-9C85-54B165090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917"/>
                <a:ext cx="17" cy="22"/>
              </a:xfrm>
              <a:custGeom>
                <a:avLst/>
                <a:gdLst>
                  <a:gd name="T0" fmla="*/ 0 w 7"/>
                  <a:gd name="T1" fmla="*/ 3495 h 8"/>
                  <a:gd name="T2" fmla="*/ 1003 w 7"/>
                  <a:gd name="T3" fmla="*/ 1271 h 8"/>
                  <a:gd name="T4" fmla="*/ 1433 w 7"/>
                  <a:gd name="T5" fmla="*/ 0 h 8"/>
                  <a:gd name="T6" fmla="*/ 1433 w 7"/>
                  <a:gd name="T7" fmla="*/ 0 h 8"/>
                  <a:gd name="T8" fmla="*/ 831 w 7"/>
                  <a:gd name="T9" fmla="*/ 2225 h 8"/>
                  <a:gd name="T10" fmla="*/ 0 w 7"/>
                  <a:gd name="T11" fmla="*/ 349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1" y="7"/>
                      <a:pt x="3" y="5"/>
                      <a:pt x="5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5" y="3"/>
                      <a:pt x="4" y="5"/>
                    </a:cubicBezTo>
                    <a:cubicBezTo>
                      <a:pt x="3" y="7"/>
                      <a:pt x="2" y="7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2" name="Freeform 2272">
                <a:extLst>
                  <a:ext uri="{FF2B5EF4-FFF2-40B4-BE49-F238E27FC236}">
                    <a16:creationId xmlns:a16="http://schemas.microsoft.com/office/drawing/2014/main" id="{8B0169BA-2E3B-4483-8E35-A35026D28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989"/>
                <a:ext cx="25" cy="43"/>
              </a:xfrm>
              <a:custGeom>
                <a:avLst/>
                <a:gdLst>
                  <a:gd name="T0" fmla="*/ 2270 w 10"/>
                  <a:gd name="T1" fmla="*/ 1148 h 16"/>
                  <a:gd name="T2" fmla="*/ 1488 w 10"/>
                  <a:gd name="T3" fmla="*/ 3806 h 16"/>
                  <a:gd name="T4" fmla="*/ 520 w 10"/>
                  <a:gd name="T5" fmla="*/ 6060 h 16"/>
                  <a:gd name="T6" fmla="*/ 313 w 10"/>
                  <a:gd name="T7" fmla="*/ 4913 h 16"/>
                  <a:gd name="T8" fmla="*/ 988 w 10"/>
                  <a:gd name="T9" fmla="*/ 3085 h 16"/>
                  <a:gd name="T10" fmla="*/ 1958 w 10"/>
                  <a:gd name="T11" fmla="*/ 0 h 16"/>
                  <a:gd name="T12" fmla="*/ 2270 w 10"/>
                  <a:gd name="T13" fmla="*/ 114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9" y="3"/>
                    </a:moveTo>
                    <a:cubicBezTo>
                      <a:pt x="10" y="4"/>
                      <a:pt x="8" y="8"/>
                      <a:pt x="6" y="10"/>
                    </a:cubicBezTo>
                    <a:cubicBezTo>
                      <a:pt x="5" y="13"/>
                      <a:pt x="2" y="16"/>
                      <a:pt x="2" y="16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2"/>
                      <a:pt x="3" y="10"/>
                      <a:pt x="4" y="8"/>
                    </a:cubicBezTo>
                    <a:cubicBezTo>
                      <a:pt x="7" y="4"/>
                      <a:pt x="8" y="1"/>
                      <a:pt x="8" y="0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3" name="Freeform 2273">
                <a:extLst>
                  <a:ext uri="{FF2B5EF4-FFF2-40B4-BE49-F238E27FC236}">
                    <a16:creationId xmlns:a16="http://schemas.microsoft.com/office/drawing/2014/main" id="{F6BCE3E8-3810-4D71-95A4-9B349EC53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73"/>
                <a:ext cx="22" cy="43"/>
              </a:xfrm>
              <a:custGeom>
                <a:avLst/>
                <a:gdLst>
                  <a:gd name="T0" fmla="*/ 1931 w 9"/>
                  <a:gd name="T1" fmla="*/ 1575 h 16"/>
                  <a:gd name="T2" fmla="*/ 1315 w 9"/>
                  <a:gd name="T3" fmla="*/ 3806 h 16"/>
                  <a:gd name="T4" fmla="*/ 425 w 9"/>
                  <a:gd name="T5" fmla="*/ 6060 h 16"/>
                  <a:gd name="T6" fmla="*/ 174 w 9"/>
                  <a:gd name="T7" fmla="*/ 4913 h 16"/>
                  <a:gd name="T8" fmla="*/ 860 w 9"/>
                  <a:gd name="T9" fmla="*/ 3085 h 16"/>
                  <a:gd name="T10" fmla="*/ 1506 w 9"/>
                  <a:gd name="T11" fmla="*/ 0 h 16"/>
                  <a:gd name="T12" fmla="*/ 1931 w 9"/>
                  <a:gd name="T13" fmla="*/ 157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6">
                    <a:moveTo>
                      <a:pt x="9" y="4"/>
                    </a:moveTo>
                    <a:cubicBezTo>
                      <a:pt x="9" y="5"/>
                      <a:pt x="8" y="8"/>
                      <a:pt x="6" y="10"/>
                    </a:cubicBezTo>
                    <a:cubicBezTo>
                      <a:pt x="5" y="13"/>
                      <a:pt x="2" y="16"/>
                      <a:pt x="2" y="16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2"/>
                      <a:pt x="2" y="10"/>
                      <a:pt x="4" y="8"/>
                    </a:cubicBezTo>
                    <a:cubicBezTo>
                      <a:pt x="7" y="4"/>
                      <a:pt x="7" y="1"/>
                      <a:pt x="7" y="0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4" name="Freeform 2274">
                <a:extLst>
                  <a:ext uri="{FF2B5EF4-FFF2-40B4-BE49-F238E27FC236}">
                    <a16:creationId xmlns:a16="http://schemas.microsoft.com/office/drawing/2014/main" id="{491999C1-58CE-4D5E-933A-3CF5E4E78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987"/>
                <a:ext cx="38" cy="18"/>
              </a:xfrm>
              <a:custGeom>
                <a:avLst/>
                <a:gdLst>
                  <a:gd name="T0" fmla="*/ 0 w 15"/>
                  <a:gd name="T1" fmla="*/ 357 h 7"/>
                  <a:gd name="T2" fmla="*/ 3466 w 15"/>
                  <a:gd name="T3" fmla="*/ 357 h 7"/>
                  <a:gd name="T4" fmla="*/ 3955 w 15"/>
                  <a:gd name="T5" fmla="*/ 1137 h 7"/>
                  <a:gd name="T6" fmla="*/ 327 w 15"/>
                  <a:gd name="T7" fmla="*/ 1137 h 7"/>
                  <a:gd name="T8" fmla="*/ 0 w 15"/>
                  <a:gd name="T9" fmla="*/ 35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0" y="1"/>
                    </a:moveTo>
                    <a:cubicBezTo>
                      <a:pt x="1" y="4"/>
                      <a:pt x="12" y="0"/>
                      <a:pt x="13" y="1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3"/>
                      <a:pt x="3" y="7"/>
                      <a:pt x="1" y="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5" name="Freeform 2275">
                <a:extLst>
                  <a:ext uri="{FF2B5EF4-FFF2-40B4-BE49-F238E27FC236}">
                    <a16:creationId xmlns:a16="http://schemas.microsoft.com/office/drawing/2014/main" id="{FE2CCF9D-011D-4E04-88E8-848370335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1971"/>
                <a:ext cx="37" cy="21"/>
              </a:xfrm>
              <a:custGeom>
                <a:avLst/>
                <a:gdLst>
                  <a:gd name="T0" fmla="*/ 0 w 15"/>
                  <a:gd name="T1" fmla="*/ 614 h 8"/>
                  <a:gd name="T2" fmla="*/ 2925 w 15"/>
                  <a:gd name="T3" fmla="*/ 378 h 8"/>
                  <a:gd name="T4" fmla="*/ 3365 w 15"/>
                  <a:gd name="T5" fmla="*/ 1612 h 8"/>
                  <a:gd name="T6" fmla="*/ 183 w 15"/>
                  <a:gd name="T7" fmla="*/ 1612 h 8"/>
                  <a:gd name="T8" fmla="*/ 0 w 15"/>
                  <a:gd name="T9" fmla="*/ 6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0" y="2"/>
                    </a:moveTo>
                    <a:cubicBezTo>
                      <a:pt x="1" y="4"/>
                      <a:pt x="13" y="0"/>
                      <a:pt x="13" y="1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4"/>
                      <a:pt x="3" y="8"/>
                      <a:pt x="1" y="5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6" name="Freeform 2276">
                <a:extLst>
                  <a:ext uri="{FF2B5EF4-FFF2-40B4-BE49-F238E27FC236}">
                    <a16:creationId xmlns:a16="http://schemas.microsoft.com/office/drawing/2014/main" id="{34F6BC96-F000-4953-97B5-8E554A128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976"/>
                <a:ext cx="25" cy="5"/>
              </a:xfrm>
              <a:custGeom>
                <a:avLst/>
                <a:gdLst>
                  <a:gd name="T0" fmla="*/ 0 w 10"/>
                  <a:gd name="T1" fmla="*/ 313 h 2"/>
                  <a:gd name="T2" fmla="*/ 1770 w 10"/>
                  <a:gd name="T3" fmla="*/ 0 h 2"/>
                  <a:gd name="T4" fmla="*/ 2470 w 10"/>
                  <a:gd name="T5" fmla="*/ 0 h 2"/>
                  <a:gd name="T6" fmla="*/ 2470 w 10"/>
                  <a:gd name="T7" fmla="*/ 0 h 2"/>
                  <a:gd name="T8" fmla="*/ 1300 w 10"/>
                  <a:gd name="T9" fmla="*/ 313 h 2"/>
                  <a:gd name="T10" fmla="*/ 0 w 10"/>
                  <a:gd name="T11" fmla="*/ 31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1"/>
                    </a:moveTo>
                    <a:cubicBezTo>
                      <a:pt x="2" y="2"/>
                      <a:pt x="4" y="1"/>
                      <a:pt x="7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1"/>
                      <a:pt x="5" y="1"/>
                    </a:cubicBezTo>
                    <a:cubicBezTo>
                      <a:pt x="3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7" name="Freeform 2277">
                <a:extLst>
                  <a:ext uri="{FF2B5EF4-FFF2-40B4-BE49-F238E27FC236}">
                    <a16:creationId xmlns:a16="http://schemas.microsoft.com/office/drawing/2014/main" id="{A79E04CE-266A-4F70-A424-7F10BAE60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89"/>
                <a:ext cx="25" cy="8"/>
              </a:xfrm>
              <a:custGeom>
                <a:avLst/>
                <a:gdLst>
                  <a:gd name="T0" fmla="*/ 0 w 10"/>
                  <a:gd name="T1" fmla="*/ 661 h 3"/>
                  <a:gd name="T2" fmla="*/ 1770 w 10"/>
                  <a:gd name="T3" fmla="*/ 397 h 3"/>
                  <a:gd name="T4" fmla="*/ 2470 w 10"/>
                  <a:gd name="T5" fmla="*/ 0 h 3"/>
                  <a:gd name="T6" fmla="*/ 2470 w 10"/>
                  <a:gd name="T7" fmla="*/ 0 h 3"/>
                  <a:gd name="T8" fmla="*/ 1300 w 10"/>
                  <a:gd name="T9" fmla="*/ 661 h 3"/>
                  <a:gd name="T10" fmla="*/ 0 w 10"/>
                  <a:gd name="T11" fmla="*/ 661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2" y="2"/>
                      <a:pt x="5" y="2"/>
                      <a:pt x="7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2"/>
                      <a:pt x="5" y="2"/>
                    </a:cubicBezTo>
                    <a:cubicBezTo>
                      <a:pt x="3" y="3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8" name="Freeform 2278">
                <a:extLst>
                  <a:ext uri="{FF2B5EF4-FFF2-40B4-BE49-F238E27FC236}">
                    <a16:creationId xmlns:a16="http://schemas.microsoft.com/office/drawing/2014/main" id="{E5061F02-568E-4049-9D85-061491B05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72"/>
                <a:ext cx="32" cy="32"/>
              </a:xfrm>
              <a:custGeom>
                <a:avLst/>
                <a:gdLst>
                  <a:gd name="T0" fmla="*/ 2715 w 13"/>
                  <a:gd name="T1" fmla="*/ 1459 h 12"/>
                  <a:gd name="T2" fmla="*/ 1356 w 13"/>
                  <a:gd name="T3" fmla="*/ 3243 h 12"/>
                  <a:gd name="T4" fmla="*/ 0 w 13"/>
                  <a:gd name="T5" fmla="*/ 4301 h 12"/>
                  <a:gd name="T6" fmla="*/ 0 w 13"/>
                  <a:gd name="T7" fmla="*/ 2824 h 12"/>
                  <a:gd name="T8" fmla="*/ 1356 w 13"/>
                  <a:gd name="T9" fmla="*/ 1763 h 12"/>
                  <a:gd name="T10" fmla="*/ 2897 w 13"/>
                  <a:gd name="T11" fmla="*/ 0 h 12"/>
                  <a:gd name="T12" fmla="*/ 2715 w 13"/>
                  <a:gd name="T13" fmla="*/ 145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12" y="4"/>
                    </a:moveTo>
                    <a:cubicBezTo>
                      <a:pt x="12" y="5"/>
                      <a:pt x="9" y="7"/>
                      <a:pt x="6" y="9"/>
                    </a:cubicBezTo>
                    <a:cubicBezTo>
                      <a:pt x="4" y="10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3" y="6"/>
                      <a:pt x="6" y="5"/>
                    </a:cubicBezTo>
                    <a:cubicBezTo>
                      <a:pt x="10" y="3"/>
                      <a:pt x="13" y="1"/>
                      <a:pt x="13" y="0"/>
                    </a:cubicBez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9" name="Freeform 2279">
                <a:extLst>
                  <a:ext uri="{FF2B5EF4-FFF2-40B4-BE49-F238E27FC236}">
                    <a16:creationId xmlns:a16="http://schemas.microsoft.com/office/drawing/2014/main" id="{9DB5A21C-3B70-4EB2-9556-F5B6CED61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056"/>
                <a:ext cx="30" cy="32"/>
              </a:xfrm>
              <a:custGeom>
                <a:avLst/>
                <a:gdLst>
                  <a:gd name="T0" fmla="*/ 2938 w 12"/>
                  <a:gd name="T1" fmla="*/ 1459 h 12"/>
                  <a:gd name="T2" fmla="*/ 1488 w 12"/>
                  <a:gd name="T3" fmla="*/ 3243 h 12"/>
                  <a:gd name="T4" fmla="*/ 0 w 12"/>
                  <a:gd name="T5" fmla="*/ 4301 h 12"/>
                  <a:gd name="T6" fmla="*/ 0 w 12"/>
                  <a:gd name="T7" fmla="*/ 2824 h 12"/>
                  <a:gd name="T8" fmla="*/ 1488 w 12"/>
                  <a:gd name="T9" fmla="*/ 1763 h 12"/>
                  <a:gd name="T10" fmla="*/ 2938 w 12"/>
                  <a:gd name="T11" fmla="*/ 0 h 12"/>
                  <a:gd name="T12" fmla="*/ 2938 w 12"/>
                  <a:gd name="T13" fmla="*/ 145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2" y="4"/>
                    </a:moveTo>
                    <a:cubicBezTo>
                      <a:pt x="12" y="5"/>
                      <a:pt x="9" y="7"/>
                      <a:pt x="6" y="9"/>
                    </a:cubicBezTo>
                    <a:cubicBezTo>
                      <a:pt x="4" y="10"/>
                      <a:pt x="0" y="11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3" y="6"/>
                      <a:pt x="6" y="5"/>
                    </a:cubicBezTo>
                    <a:cubicBezTo>
                      <a:pt x="10" y="3"/>
                      <a:pt x="12" y="1"/>
                      <a:pt x="12" y="0"/>
                    </a:cubicBez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0" name="Freeform 2280">
                <a:extLst>
                  <a:ext uri="{FF2B5EF4-FFF2-40B4-BE49-F238E27FC236}">
                    <a16:creationId xmlns:a16="http://schemas.microsoft.com/office/drawing/2014/main" id="{7BED7441-5E41-4ED4-AFCE-6EE15EEBF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032"/>
                <a:ext cx="28" cy="32"/>
              </a:xfrm>
              <a:custGeom>
                <a:avLst/>
                <a:gdLst>
                  <a:gd name="T0" fmla="*/ 2986 w 11"/>
                  <a:gd name="T1" fmla="*/ 1059 h 12"/>
                  <a:gd name="T2" fmla="*/ 1601 w 11"/>
                  <a:gd name="T3" fmla="*/ 2824 h 12"/>
                  <a:gd name="T4" fmla="*/ 331 w 11"/>
                  <a:gd name="T5" fmla="*/ 4301 h 12"/>
                  <a:gd name="T6" fmla="*/ 0 w 11"/>
                  <a:gd name="T7" fmla="*/ 3243 h 12"/>
                  <a:gd name="T8" fmla="*/ 1387 w 11"/>
                  <a:gd name="T9" fmla="*/ 1763 h 12"/>
                  <a:gd name="T10" fmla="*/ 2986 w 11"/>
                  <a:gd name="T11" fmla="*/ 0 h 12"/>
                  <a:gd name="T12" fmla="*/ 2986 w 11"/>
                  <a:gd name="T13" fmla="*/ 105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11" y="3"/>
                    </a:moveTo>
                    <a:cubicBezTo>
                      <a:pt x="11" y="4"/>
                      <a:pt x="9" y="6"/>
                      <a:pt x="6" y="8"/>
                    </a:cubicBezTo>
                    <a:cubicBezTo>
                      <a:pt x="4" y="10"/>
                      <a:pt x="1" y="12"/>
                      <a:pt x="1" y="12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7"/>
                      <a:pt x="3" y="6"/>
                      <a:pt x="5" y="5"/>
                    </a:cubicBezTo>
                    <a:cubicBezTo>
                      <a:pt x="9" y="2"/>
                      <a:pt x="11" y="1"/>
                      <a:pt x="11" y="0"/>
                    </a:cubicBez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1" name="Freeform 2281">
                <a:extLst>
                  <a:ext uri="{FF2B5EF4-FFF2-40B4-BE49-F238E27FC236}">
                    <a16:creationId xmlns:a16="http://schemas.microsoft.com/office/drawing/2014/main" id="{DB85F11F-B72D-4FC0-A0DD-D2417FD2A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011"/>
                <a:ext cx="28" cy="40"/>
              </a:xfrm>
              <a:custGeom>
                <a:avLst/>
                <a:gdLst>
                  <a:gd name="T0" fmla="*/ 2986 w 11"/>
                  <a:gd name="T1" fmla="*/ 1459 h 15"/>
                  <a:gd name="T2" fmla="*/ 1932 w 11"/>
                  <a:gd name="T3" fmla="*/ 3640 h 15"/>
                  <a:gd name="T4" fmla="*/ 331 w 11"/>
                  <a:gd name="T5" fmla="*/ 5405 h 15"/>
                  <a:gd name="T6" fmla="*/ 331 w 11"/>
                  <a:gd name="T7" fmla="*/ 3891 h 15"/>
                  <a:gd name="T8" fmla="*/ 1387 w 11"/>
                  <a:gd name="T9" fmla="*/ 2581 h 15"/>
                  <a:gd name="T10" fmla="*/ 2688 w 11"/>
                  <a:gd name="T11" fmla="*/ 0 h 15"/>
                  <a:gd name="T12" fmla="*/ 2986 w 11"/>
                  <a:gd name="T13" fmla="*/ 1459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11" y="4"/>
                    </a:moveTo>
                    <a:cubicBezTo>
                      <a:pt x="11" y="5"/>
                      <a:pt x="9" y="8"/>
                      <a:pt x="7" y="10"/>
                    </a:cubicBezTo>
                    <a:cubicBezTo>
                      <a:pt x="5" y="12"/>
                      <a:pt x="1" y="15"/>
                      <a:pt x="1" y="15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0"/>
                      <a:pt x="3" y="9"/>
                      <a:pt x="5" y="7"/>
                    </a:cubicBezTo>
                    <a:cubicBezTo>
                      <a:pt x="8" y="4"/>
                      <a:pt x="10" y="1"/>
                      <a:pt x="10" y="0"/>
                    </a:cubicBez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2" name="Freeform 2282">
                <a:extLst>
                  <a:ext uri="{FF2B5EF4-FFF2-40B4-BE49-F238E27FC236}">
                    <a16:creationId xmlns:a16="http://schemas.microsoft.com/office/drawing/2014/main" id="{F24920F7-C17D-49F7-98A2-402C91175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056"/>
                <a:ext cx="30" cy="27"/>
              </a:xfrm>
              <a:custGeom>
                <a:avLst/>
                <a:gdLst>
                  <a:gd name="T0" fmla="*/ 0 w 12"/>
                  <a:gd name="T1" fmla="*/ 0 h 10"/>
                  <a:gd name="T2" fmla="*/ 2938 w 12"/>
                  <a:gd name="T3" fmla="*/ 2282 h 10"/>
                  <a:gd name="T4" fmla="*/ 2738 w 12"/>
                  <a:gd name="T5" fmla="*/ 3877 h 10"/>
                  <a:gd name="T6" fmla="*/ 0 w 12"/>
                  <a:gd name="T7" fmla="*/ 1596 h 10"/>
                  <a:gd name="T8" fmla="*/ 0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0" y="3"/>
                      <a:pt x="12" y="5"/>
                      <a:pt x="12" y="6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9"/>
                      <a:pt x="0" y="7"/>
                      <a:pt x="0" y="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3" name="Freeform 2283">
                <a:extLst>
                  <a:ext uri="{FF2B5EF4-FFF2-40B4-BE49-F238E27FC236}">
                    <a16:creationId xmlns:a16="http://schemas.microsoft.com/office/drawing/2014/main" id="{E1CAC4FB-318E-44EB-A716-4CC956D27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040"/>
                <a:ext cx="30" cy="27"/>
              </a:xfrm>
              <a:custGeom>
                <a:avLst/>
                <a:gdLst>
                  <a:gd name="T0" fmla="*/ 313 w 12"/>
                  <a:gd name="T1" fmla="*/ 0 h 10"/>
                  <a:gd name="T2" fmla="*/ 2938 w 12"/>
                  <a:gd name="T3" fmla="*/ 2282 h 10"/>
                  <a:gd name="T4" fmla="*/ 2938 w 12"/>
                  <a:gd name="T5" fmla="*/ 3877 h 10"/>
                  <a:gd name="T6" fmla="*/ 0 w 12"/>
                  <a:gd name="T7" fmla="*/ 1158 h 10"/>
                  <a:gd name="T8" fmla="*/ 313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" y="0"/>
                    </a:moveTo>
                    <a:cubicBezTo>
                      <a:pt x="0" y="3"/>
                      <a:pt x="12" y="5"/>
                      <a:pt x="12" y="6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0" y="7"/>
                      <a:pt x="0" y="3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4" name="Freeform 2284">
                <a:extLst>
                  <a:ext uri="{FF2B5EF4-FFF2-40B4-BE49-F238E27FC236}">
                    <a16:creationId xmlns:a16="http://schemas.microsoft.com/office/drawing/2014/main" id="{55CD9A68-D3ED-4B74-966B-43975ABB9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045"/>
                <a:ext cx="25" cy="11"/>
              </a:xfrm>
              <a:custGeom>
                <a:avLst/>
                <a:gdLst>
                  <a:gd name="T0" fmla="*/ 0 w 10"/>
                  <a:gd name="T1" fmla="*/ 0 h 4"/>
                  <a:gd name="T2" fmla="*/ 1770 w 10"/>
                  <a:gd name="T3" fmla="*/ 1271 h 4"/>
                  <a:gd name="T4" fmla="*/ 2470 w 10"/>
                  <a:gd name="T5" fmla="*/ 1724 h 4"/>
                  <a:gd name="T6" fmla="*/ 2470 w 10"/>
                  <a:gd name="T7" fmla="*/ 1724 h 4"/>
                  <a:gd name="T8" fmla="*/ 1300 w 10"/>
                  <a:gd name="T9" fmla="*/ 1271 h 4"/>
                  <a:gd name="T10" fmla="*/ 0 w 10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2" y="1"/>
                      <a:pt x="5" y="2"/>
                      <a:pt x="7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7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5" name="Freeform 2285">
                <a:extLst>
                  <a:ext uri="{FF2B5EF4-FFF2-40B4-BE49-F238E27FC236}">
                    <a16:creationId xmlns:a16="http://schemas.microsoft.com/office/drawing/2014/main" id="{798C2DDC-038A-4DBC-A5AB-F2BDE5B03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061"/>
                <a:ext cx="25" cy="11"/>
              </a:xfrm>
              <a:custGeom>
                <a:avLst/>
                <a:gdLst>
                  <a:gd name="T0" fmla="*/ 313 w 10"/>
                  <a:gd name="T1" fmla="*/ 0 h 4"/>
                  <a:gd name="T2" fmla="*/ 1770 w 10"/>
                  <a:gd name="T3" fmla="*/ 1271 h 4"/>
                  <a:gd name="T4" fmla="*/ 2470 w 10"/>
                  <a:gd name="T5" fmla="*/ 1724 h 4"/>
                  <a:gd name="T6" fmla="*/ 2470 w 10"/>
                  <a:gd name="T7" fmla="*/ 1724 h 4"/>
                  <a:gd name="T8" fmla="*/ 1300 w 10"/>
                  <a:gd name="T9" fmla="*/ 1271 h 4"/>
                  <a:gd name="T10" fmla="*/ 0 w 10"/>
                  <a:gd name="T11" fmla="*/ 0 h 4"/>
                  <a:gd name="T12" fmla="*/ 313 w 10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1" y="0"/>
                    </a:moveTo>
                    <a:cubicBezTo>
                      <a:pt x="2" y="1"/>
                      <a:pt x="5" y="2"/>
                      <a:pt x="7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7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6" name="Freeform 2286">
                <a:extLst>
                  <a:ext uri="{FF2B5EF4-FFF2-40B4-BE49-F238E27FC236}">
                    <a16:creationId xmlns:a16="http://schemas.microsoft.com/office/drawing/2014/main" id="{C192EADF-2C78-4CF8-8B1D-71B2FCDA7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16"/>
                <a:ext cx="30" cy="27"/>
              </a:xfrm>
              <a:custGeom>
                <a:avLst/>
                <a:gdLst>
                  <a:gd name="T0" fmla="*/ 313 w 12"/>
                  <a:gd name="T1" fmla="*/ 0 h 10"/>
                  <a:gd name="T2" fmla="*/ 2938 w 12"/>
                  <a:gd name="T3" fmla="*/ 2719 h 10"/>
                  <a:gd name="T4" fmla="*/ 2938 w 12"/>
                  <a:gd name="T5" fmla="*/ 3877 h 10"/>
                  <a:gd name="T6" fmla="*/ 0 w 12"/>
                  <a:gd name="T7" fmla="*/ 1596 h 10"/>
                  <a:gd name="T8" fmla="*/ 313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" y="0"/>
                    </a:moveTo>
                    <a:cubicBezTo>
                      <a:pt x="0" y="3"/>
                      <a:pt x="12" y="5"/>
                      <a:pt x="12" y="7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0" y="7"/>
                      <a:pt x="0" y="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7" name="Freeform 2287">
                <a:extLst>
                  <a:ext uri="{FF2B5EF4-FFF2-40B4-BE49-F238E27FC236}">
                    <a16:creationId xmlns:a16="http://schemas.microsoft.com/office/drawing/2014/main" id="{320F0FCA-065D-47CB-8020-40E7A1C55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024"/>
                <a:ext cx="25" cy="11"/>
              </a:xfrm>
              <a:custGeom>
                <a:avLst/>
                <a:gdLst>
                  <a:gd name="T0" fmla="*/ 313 w 10"/>
                  <a:gd name="T1" fmla="*/ 0 h 4"/>
                  <a:gd name="T2" fmla="*/ 1770 w 10"/>
                  <a:gd name="T3" fmla="*/ 1271 h 4"/>
                  <a:gd name="T4" fmla="*/ 2470 w 10"/>
                  <a:gd name="T5" fmla="*/ 1724 h 4"/>
                  <a:gd name="T6" fmla="*/ 2470 w 10"/>
                  <a:gd name="T7" fmla="*/ 1724 h 4"/>
                  <a:gd name="T8" fmla="*/ 1300 w 10"/>
                  <a:gd name="T9" fmla="*/ 1271 h 4"/>
                  <a:gd name="T10" fmla="*/ 0 w 10"/>
                  <a:gd name="T11" fmla="*/ 0 h 4"/>
                  <a:gd name="T12" fmla="*/ 313 w 10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1" y="0"/>
                    </a:moveTo>
                    <a:cubicBezTo>
                      <a:pt x="2" y="1"/>
                      <a:pt x="5" y="2"/>
                      <a:pt x="7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7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8" name="Freeform 2288">
                <a:extLst>
                  <a:ext uri="{FF2B5EF4-FFF2-40B4-BE49-F238E27FC236}">
                    <a16:creationId xmlns:a16="http://schemas.microsoft.com/office/drawing/2014/main" id="{0B3D9DE5-3130-437A-90CC-81BF97F40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005"/>
                <a:ext cx="37" cy="16"/>
              </a:xfrm>
              <a:custGeom>
                <a:avLst/>
                <a:gdLst>
                  <a:gd name="T0" fmla="*/ 0 w 15"/>
                  <a:gd name="T1" fmla="*/ 0 h 6"/>
                  <a:gd name="T2" fmla="*/ 2925 w 15"/>
                  <a:gd name="T3" fmla="*/ 661 h 6"/>
                  <a:gd name="T4" fmla="*/ 3365 w 15"/>
                  <a:gd name="T5" fmla="*/ 2184 h 6"/>
                  <a:gd name="T6" fmla="*/ 183 w 15"/>
                  <a:gd name="T7" fmla="*/ 1059 h 6"/>
                  <a:gd name="T8" fmla="*/ 0 w 1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0" y="0"/>
                    </a:moveTo>
                    <a:cubicBezTo>
                      <a:pt x="1" y="3"/>
                      <a:pt x="13" y="1"/>
                      <a:pt x="13" y="2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5"/>
                      <a:pt x="2" y="6"/>
                      <a:pt x="1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9" name="Freeform 2289">
                <a:extLst>
                  <a:ext uri="{FF2B5EF4-FFF2-40B4-BE49-F238E27FC236}">
                    <a16:creationId xmlns:a16="http://schemas.microsoft.com/office/drawing/2014/main" id="{4D89C3F4-1C4B-4944-972F-98B959965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11"/>
                <a:ext cx="25" cy="2"/>
              </a:xfrm>
              <a:custGeom>
                <a:avLst/>
                <a:gdLst>
                  <a:gd name="T0" fmla="*/ 0 w 10"/>
                  <a:gd name="T1" fmla="*/ 0 h 1"/>
                  <a:gd name="T2" fmla="*/ 1770 w 10"/>
                  <a:gd name="T3" fmla="*/ 0 h 1"/>
                  <a:gd name="T4" fmla="*/ 2470 w 10"/>
                  <a:gd name="T5" fmla="*/ 0 h 1"/>
                  <a:gd name="T6" fmla="*/ 2470 w 10"/>
                  <a:gd name="T7" fmla="*/ 0 h 1"/>
                  <a:gd name="T8" fmla="*/ 1300 w 10"/>
                  <a:gd name="T9" fmla="*/ 64 h 1"/>
                  <a:gd name="T10" fmla="*/ 0 w 10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2" y="1"/>
                      <a:pt x="5" y="0"/>
                      <a:pt x="7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1"/>
                      <a:pt x="5" y="1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0" name="Freeform 2290">
                <a:extLst>
                  <a:ext uri="{FF2B5EF4-FFF2-40B4-BE49-F238E27FC236}">
                    <a16:creationId xmlns:a16="http://schemas.microsoft.com/office/drawing/2014/main" id="{02C5D7D2-5A56-45F1-A541-B0B59A26C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195"/>
                <a:ext cx="33" cy="29"/>
              </a:xfrm>
              <a:custGeom>
                <a:avLst/>
                <a:gdLst>
                  <a:gd name="T0" fmla="*/ 2404 w 13"/>
                  <a:gd name="T1" fmla="*/ 3662 h 11"/>
                  <a:gd name="T2" fmla="*/ 1031 w 13"/>
                  <a:gd name="T3" fmla="*/ 2273 h 11"/>
                  <a:gd name="T4" fmla="*/ 0 w 13"/>
                  <a:gd name="T5" fmla="*/ 0 h 11"/>
                  <a:gd name="T6" fmla="*/ 830 w 13"/>
                  <a:gd name="T7" fmla="*/ 0 h 11"/>
                  <a:gd name="T8" fmla="*/ 1914 w 13"/>
                  <a:gd name="T9" fmla="*/ 2035 h 11"/>
                  <a:gd name="T10" fmla="*/ 3485 w 13"/>
                  <a:gd name="T11" fmla="*/ 3662 h 11"/>
                  <a:gd name="T12" fmla="*/ 2404 w 13"/>
                  <a:gd name="T13" fmla="*/ 366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9" y="11"/>
                    </a:moveTo>
                    <a:cubicBezTo>
                      <a:pt x="7" y="11"/>
                      <a:pt x="5" y="9"/>
                      <a:pt x="4" y="7"/>
                    </a:cubicBezTo>
                    <a:cubicBezTo>
                      <a:pt x="2" y="4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6" y="3"/>
                      <a:pt x="7" y="6"/>
                    </a:cubicBezTo>
                    <a:cubicBezTo>
                      <a:pt x="9" y="10"/>
                      <a:pt x="12" y="11"/>
                      <a:pt x="13" y="11"/>
                    </a:cubicBez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1" name="Freeform 2291">
                <a:extLst>
                  <a:ext uri="{FF2B5EF4-FFF2-40B4-BE49-F238E27FC236}">
                    <a16:creationId xmlns:a16="http://schemas.microsoft.com/office/drawing/2014/main" id="{640C450E-E375-422C-8A45-AA1EA48DB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195"/>
                <a:ext cx="27" cy="32"/>
              </a:xfrm>
              <a:custGeom>
                <a:avLst/>
                <a:gdLst>
                  <a:gd name="T0" fmla="*/ 2398 w 11"/>
                  <a:gd name="T1" fmla="*/ 397 h 12"/>
                  <a:gd name="T2" fmla="*/ 903 w 11"/>
                  <a:gd name="T3" fmla="*/ 4301 h 12"/>
                  <a:gd name="T4" fmla="*/ 0 w 11"/>
                  <a:gd name="T5" fmla="*/ 3891 h 12"/>
                  <a:gd name="T6" fmla="*/ 1524 w 11"/>
                  <a:gd name="T7" fmla="*/ 0 h 12"/>
                  <a:gd name="T8" fmla="*/ 2398 w 11"/>
                  <a:gd name="T9" fmla="*/ 39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1" y="1"/>
                    </a:moveTo>
                    <a:cubicBezTo>
                      <a:pt x="8" y="0"/>
                      <a:pt x="5" y="12"/>
                      <a:pt x="4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4" y="0"/>
                      <a:pt x="7" y="0"/>
                    </a:cubicBez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2" name="Freeform 2292">
                <a:extLst>
                  <a:ext uri="{FF2B5EF4-FFF2-40B4-BE49-F238E27FC236}">
                    <a16:creationId xmlns:a16="http://schemas.microsoft.com/office/drawing/2014/main" id="{79917D41-21E8-489B-BDD8-B96310B28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192"/>
                <a:ext cx="37" cy="32"/>
              </a:xfrm>
              <a:custGeom>
                <a:avLst/>
                <a:gdLst>
                  <a:gd name="T0" fmla="*/ 2477 w 15"/>
                  <a:gd name="T1" fmla="*/ 3891 h 12"/>
                  <a:gd name="T2" fmla="*/ 1112 w 15"/>
                  <a:gd name="T3" fmla="*/ 2581 h 12"/>
                  <a:gd name="T4" fmla="*/ 0 w 15"/>
                  <a:gd name="T5" fmla="*/ 397 h 12"/>
                  <a:gd name="T6" fmla="*/ 930 w 15"/>
                  <a:gd name="T7" fmla="*/ 397 h 12"/>
                  <a:gd name="T8" fmla="*/ 1813 w 15"/>
                  <a:gd name="T9" fmla="*/ 1763 h 12"/>
                  <a:gd name="T10" fmla="*/ 3365 w 15"/>
                  <a:gd name="T11" fmla="*/ 3640 h 12"/>
                  <a:gd name="T12" fmla="*/ 2477 w 15"/>
                  <a:gd name="T13" fmla="*/ 389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11" y="11"/>
                    </a:moveTo>
                    <a:cubicBezTo>
                      <a:pt x="10" y="12"/>
                      <a:pt x="7" y="9"/>
                      <a:pt x="5" y="7"/>
                    </a:cubicBezTo>
                    <a:cubicBezTo>
                      <a:pt x="3" y="5"/>
                      <a:pt x="0" y="1"/>
                      <a:pt x="0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6" y="3"/>
                      <a:pt x="8" y="5"/>
                    </a:cubicBezTo>
                    <a:cubicBezTo>
                      <a:pt x="11" y="9"/>
                      <a:pt x="13" y="10"/>
                      <a:pt x="15" y="10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3" name="Freeform 2293">
                <a:extLst>
                  <a:ext uri="{FF2B5EF4-FFF2-40B4-BE49-F238E27FC236}">
                    <a16:creationId xmlns:a16="http://schemas.microsoft.com/office/drawing/2014/main" id="{F6D9D558-04BB-4E25-8961-18048A84D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192"/>
                <a:ext cx="37" cy="29"/>
              </a:xfrm>
              <a:custGeom>
                <a:avLst/>
                <a:gdLst>
                  <a:gd name="T0" fmla="*/ 2477 w 15"/>
                  <a:gd name="T1" fmla="*/ 3662 h 11"/>
                  <a:gd name="T2" fmla="*/ 1112 w 15"/>
                  <a:gd name="T3" fmla="*/ 2035 h 11"/>
                  <a:gd name="T4" fmla="*/ 0 w 15"/>
                  <a:gd name="T5" fmla="*/ 382 h 11"/>
                  <a:gd name="T6" fmla="*/ 930 w 15"/>
                  <a:gd name="T7" fmla="*/ 0 h 11"/>
                  <a:gd name="T8" fmla="*/ 1813 w 15"/>
                  <a:gd name="T9" fmla="*/ 1648 h 11"/>
                  <a:gd name="T10" fmla="*/ 3365 w 15"/>
                  <a:gd name="T11" fmla="*/ 3335 h 11"/>
                  <a:gd name="T12" fmla="*/ 2477 w 15"/>
                  <a:gd name="T13" fmla="*/ 366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1" y="11"/>
                    </a:moveTo>
                    <a:cubicBezTo>
                      <a:pt x="10" y="11"/>
                      <a:pt x="7" y="8"/>
                      <a:pt x="5" y="6"/>
                    </a:cubicBezTo>
                    <a:cubicBezTo>
                      <a:pt x="3" y="4"/>
                      <a:pt x="1" y="1"/>
                      <a:pt x="0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7" y="2"/>
                      <a:pt x="8" y="5"/>
                    </a:cubicBezTo>
                    <a:cubicBezTo>
                      <a:pt x="11" y="8"/>
                      <a:pt x="14" y="10"/>
                      <a:pt x="15" y="10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4" name="Freeform 2294">
                <a:extLst>
                  <a:ext uri="{FF2B5EF4-FFF2-40B4-BE49-F238E27FC236}">
                    <a16:creationId xmlns:a16="http://schemas.microsoft.com/office/drawing/2014/main" id="{8E854397-52A4-451C-AD49-E3222B5FF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192"/>
                <a:ext cx="23" cy="35"/>
              </a:xfrm>
              <a:custGeom>
                <a:avLst/>
                <a:gdLst>
                  <a:gd name="T0" fmla="*/ 2520 w 9"/>
                  <a:gd name="T1" fmla="*/ 0 h 13"/>
                  <a:gd name="T2" fmla="*/ 1104 w 9"/>
                  <a:gd name="T3" fmla="*/ 4935 h 13"/>
                  <a:gd name="T4" fmla="*/ 0 w 9"/>
                  <a:gd name="T5" fmla="*/ 4935 h 13"/>
                  <a:gd name="T6" fmla="*/ 1620 w 9"/>
                  <a:gd name="T7" fmla="*/ 428 h 13"/>
                  <a:gd name="T8" fmla="*/ 2520 w 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7" y="1"/>
                      <a:pt x="5" y="12"/>
                      <a:pt x="4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3"/>
                      <a:pt x="3" y="1"/>
                      <a:pt x="6" y="1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5" name="Freeform 2295">
                <a:extLst>
                  <a:ext uri="{FF2B5EF4-FFF2-40B4-BE49-F238E27FC236}">
                    <a16:creationId xmlns:a16="http://schemas.microsoft.com/office/drawing/2014/main" id="{CA399D21-0457-46E4-B14D-5463E2343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192"/>
                <a:ext cx="22" cy="32"/>
              </a:xfrm>
              <a:custGeom>
                <a:avLst/>
                <a:gdLst>
                  <a:gd name="T0" fmla="*/ 1931 w 9"/>
                  <a:gd name="T1" fmla="*/ 0 h 12"/>
                  <a:gd name="T2" fmla="*/ 616 w 9"/>
                  <a:gd name="T3" fmla="*/ 4301 h 12"/>
                  <a:gd name="T4" fmla="*/ 0 w 9"/>
                  <a:gd name="T5" fmla="*/ 4301 h 12"/>
                  <a:gd name="T6" fmla="*/ 1039 w 9"/>
                  <a:gd name="T7" fmla="*/ 0 h 12"/>
                  <a:gd name="T8" fmla="*/ 1931 w 9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cubicBezTo>
                      <a:pt x="6" y="0"/>
                      <a:pt x="5" y="12"/>
                      <a:pt x="3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2" y="0"/>
                      <a:pt x="5" y="0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6" name="Freeform 2296">
                <a:extLst>
                  <a:ext uri="{FF2B5EF4-FFF2-40B4-BE49-F238E27FC236}">
                    <a16:creationId xmlns:a16="http://schemas.microsoft.com/office/drawing/2014/main" id="{C9077177-31B4-46B5-98AC-EB4BD695A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2189"/>
                <a:ext cx="38" cy="30"/>
              </a:xfrm>
              <a:custGeom>
                <a:avLst/>
                <a:gdLst>
                  <a:gd name="T0" fmla="*/ 2926 w 15"/>
                  <a:gd name="T1" fmla="*/ 4544 h 11"/>
                  <a:gd name="T2" fmla="*/ 1368 w 15"/>
                  <a:gd name="T3" fmla="*/ 2433 h 11"/>
                  <a:gd name="T4" fmla="*/ 0 w 15"/>
                  <a:gd name="T5" fmla="*/ 0 h 11"/>
                  <a:gd name="T6" fmla="*/ 828 w 15"/>
                  <a:gd name="T7" fmla="*/ 0 h 11"/>
                  <a:gd name="T8" fmla="*/ 2098 w 15"/>
                  <a:gd name="T9" fmla="*/ 2114 h 11"/>
                  <a:gd name="T10" fmla="*/ 3955 w 15"/>
                  <a:gd name="T11" fmla="*/ 4099 h 11"/>
                  <a:gd name="T12" fmla="*/ 2926 w 15"/>
                  <a:gd name="T13" fmla="*/ 454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1" y="11"/>
                    </a:moveTo>
                    <a:cubicBezTo>
                      <a:pt x="10" y="11"/>
                      <a:pt x="7" y="8"/>
                      <a:pt x="5" y="6"/>
                    </a:cubicBezTo>
                    <a:cubicBezTo>
                      <a:pt x="3" y="4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6" y="2"/>
                      <a:pt x="8" y="5"/>
                    </a:cubicBezTo>
                    <a:cubicBezTo>
                      <a:pt x="11" y="8"/>
                      <a:pt x="13" y="10"/>
                      <a:pt x="15" y="10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7" name="Freeform 2297">
                <a:extLst>
                  <a:ext uri="{FF2B5EF4-FFF2-40B4-BE49-F238E27FC236}">
                    <a16:creationId xmlns:a16="http://schemas.microsoft.com/office/drawing/2014/main" id="{2C608B10-0A67-4D8F-BCA3-18A17EB41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187"/>
                <a:ext cx="38" cy="29"/>
              </a:xfrm>
              <a:custGeom>
                <a:avLst/>
                <a:gdLst>
                  <a:gd name="T0" fmla="*/ 2926 w 15"/>
                  <a:gd name="T1" fmla="*/ 3662 h 11"/>
                  <a:gd name="T2" fmla="*/ 1368 w 15"/>
                  <a:gd name="T3" fmla="*/ 2035 h 11"/>
                  <a:gd name="T4" fmla="*/ 0 w 15"/>
                  <a:gd name="T5" fmla="*/ 382 h 11"/>
                  <a:gd name="T6" fmla="*/ 1026 w 15"/>
                  <a:gd name="T7" fmla="*/ 0 h 11"/>
                  <a:gd name="T8" fmla="*/ 2098 w 15"/>
                  <a:gd name="T9" fmla="*/ 1648 h 11"/>
                  <a:gd name="T10" fmla="*/ 3955 w 15"/>
                  <a:gd name="T11" fmla="*/ 3335 h 11"/>
                  <a:gd name="T12" fmla="*/ 2926 w 15"/>
                  <a:gd name="T13" fmla="*/ 366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1" y="11"/>
                    </a:moveTo>
                    <a:cubicBezTo>
                      <a:pt x="9" y="11"/>
                      <a:pt x="7" y="9"/>
                      <a:pt x="5" y="6"/>
                    </a:cubicBezTo>
                    <a:cubicBezTo>
                      <a:pt x="3" y="4"/>
                      <a:pt x="1" y="1"/>
                      <a:pt x="0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7" y="3"/>
                      <a:pt x="8" y="5"/>
                    </a:cubicBezTo>
                    <a:cubicBezTo>
                      <a:pt x="11" y="8"/>
                      <a:pt x="13" y="10"/>
                      <a:pt x="15" y="10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8" name="Freeform 2298">
                <a:extLst>
                  <a:ext uri="{FF2B5EF4-FFF2-40B4-BE49-F238E27FC236}">
                    <a16:creationId xmlns:a16="http://schemas.microsoft.com/office/drawing/2014/main" id="{6EB81404-736F-48CE-8154-ADBAAC49A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189"/>
                <a:ext cx="20" cy="35"/>
              </a:xfrm>
              <a:custGeom>
                <a:avLst/>
                <a:gdLst>
                  <a:gd name="T0" fmla="*/ 1958 w 8"/>
                  <a:gd name="T1" fmla="*/ 0 h 13"/>
                  <a:gd name="T2" fmla="*/ 988 w 8"/>
                  <a:gd name="T3" fmla="*/ 4531 h 13"/>
                  <a:gd name="T4" fmla="*/ 0 w 8"/>
                  <a:gd name="T5" fmla="*/ 4935 h 13"/>
                  <a:gd name="T6" fmla="*/ 1300 w 8"/>
                  <a:gd name="T7" fmla="*/ 0 h 13"/>
                  <a:gd name="T8" fmla="*/ 1958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5" y="0"/>
                      <a:pt x="5" y="12"/>
                      <a:pt x="4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1" y="1"/>
                      <a:pt x="5" y="0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9" name="Freeform 2299">
                <a:extLst>
                  <a:ext uri="{FF2B5EF4-FFF2-40B4-BE49-F238E27FC236}">
                    <a16:creationId xmlns:a16="http://schemas.microsoft.com/office/drawing/2014/main" id="{33ADFB3C-CA75-4940-B174-FD1DAD177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187"/>
                <a:ext cx="20" cy="34"/>
              </a:xfrm>
              <a:custGeom>
                <a:avLst/>
                <a:gdLst>
                  <a:gd name="T0" fmla="*/ 1958 w 8"/>
                  <a:gd name="T1" fmla="*/ 0 h 13"/>
                  <a:gd name="T2" fmla="*/ 988 w 8"/>
                  <a:gd name="T3" fmla="*/ 3790 h 13"/>
                  <a:gd name="T4" fmla="*/ 0 w 8"/>
                  <a:gd name="T5" fmla="*/ 4166 h 13"/>
                  <a:gd name="T6" fmla="*/ 1300 w 8"/>
                  <a:gd name="T7" fmla="*/ 377 h 13"/>
                  <a:gd name="T8" fmla="*/ 1958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5" y="0"/>
                      <a:pt x="5" y="12"/>
                      <a:pt x="4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1" y="1"/>
                      <a:pt x="5" y="1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0" name="Freeform 2300">
                <a:extLst>
                  <a:ext uri="{FF2B5EF4-FFF2-40B4-BE49-F238E27FC236}">
                    <a16:creationId xmlns:a16="http://schemas.microsoft.com/office/drawing/2014/main" id="{403F9A63-13C3-4FAA-B1E9-FE3FD11E3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181"/>
                <a:ext cx="40" cy="27"/>
              </a:xfrm>
              <a:custGeom>
                <a:avLst/>
                <a:gdLst>
                  <a:gd name="T0" fmla="*/ 3250 w 16"/>
                  <a:gd name="T1" fmla="*/ 3877 h 10"/>
                  <a:gd name="T2" fmla="*/ 1488 w 16"/>
                  <a:gd name="T3" fmla="*/ 2282 h 10"/>
                  <a:gd name="T4" fmla="*/ 0 w 16"/>
                  <a:gd name="T5" fmla="*/ 751 h 10"/>
                  <a:gd name="T6" fmla="*/ 988 w 16"/>
                  <a:gd name="T7" fmla="*/ 429 h 10"/>
                  <a:gd name="T8" fmla="*/ 2270 w 16"/>
                  <a:gd name="T9" fmla="*/ 1596 h 10"/>
                  <a:gd name="T10" fmla="*/ 3908 w 16"/>
                  <a:gd name="T11" fmla="*/ 3464 h 10"/>
                  <a:gd name="T12" fmla="*/ 3250 w 16"/>
                  <a:gd name="T13" fmla="*/ 387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13" y="10"/>
                    </a:moveTo>
                    <a:cubicBezTo>
                      <a:pt x="12" y="10"/>
                      <a:pt x="8" y="8"/>
                      <a:pt x="6" y="6"/>
                    </a:cubicBezTo>
                    <a:cubicBezTo>
                      <a:pt x="4" y="5"/>
                      <a:pt x="0" y="2"/>
                      <a:pt x="0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7" y="3"/>
                      <a:pt x="9" y="4"/>
                    </a:cubicBezTo>
                    <a:cubicBezTo>
                      <a:pt x="12" y="7"/>
                      <a:pt x="15" y="9"/>
                      <a:pt x="16" y="9"/>
                    </a:cubicBezTo>
                    <a:lnTo>
                      <a:pt x="13" y="1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1" name="Freeform 2301">
                <a:extLst>
                  <a:ext uri="{FF2B5EF4-FFF2-40B4-BE49-F238E27FC236}">
                    <a16:creationId xmlns:a16="http://schemas.microsoft.com/office/drawing/2014/main" id="{F9A77A57-49A3-4992-9D42-5557837E3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179"/>
                <a:ext cx="40" cy="24"/>
              </a:xfrm>
              <a:custGeom>
                <a:avLst/>
                <a:gdLst>
                  <a:gd name="T0" fmla="*/ 2938 w 16"/>
                  <a:gd name="T1" fmla="*/ 3243 h 9"/>
                  <a:gd name="T2" fmla="*/ 1488 w 16"/>
                  <a:gd name="T3" fmla="*/ 2184 h 9"/>
                  <a:gd name="T4" fmla="*/ 0 w 16"/>
                  <a:gd name="T5" fmla="*/ 397 h 9"/>
                  <a:gd name="T6" fmla="*/ 988 w 16"/>
                  <a:gd name="T7" fmla="*/ 0 h 9"/>
                  <a:gd name="T8" fmla="*/ 2270 w 16"/>
                  <a:gd name="T9" fmla="*/ 1459 h 9"/>
                  <a:gd name="T10" fmla="*/ 3908 w 16"/>
                  <a:gd name="T11" fmla="*/ 2581 h 9"/>
                  <a:gd name="T12" fmla="*/ 2938 w 16"/>
                  <a:gd name="T13" fmla="*/ 324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12" y="9"/>
                    </a:moveTo>
                    <a:cubicBezTo>
                      <a:pt x="11" y="9"/>
                      <a:pt x="8" y="8"/>
                      <a:pt x="6" y="6"/>
                    </a:cubicBezTo>
                    <a:cubicBezTo>
                      <a:pt x="4" y="4"/>
                      <a:pt x="0" y="1"/>
                      <a:pt x="0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7" y="2"/>
                      <a:pt x="9" y="4"/>
                    </a:cubicBezTo>
                    <a:cubicBezTo>
                      <a:pt x="12" y="7"/>
                      <a:pt x="15" y="7"/>
                      <a:pt x="16" y="7"/>
                    </a:cubicBezTo>
                    <a:lnTo>
                      <a:pt x="12" y="9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2" name="Freeform 2302">
                <a:extLst>
                  <a:ext uri="{FF2B5EF4-FFF2-40B4-BE49-F238E27FC236}">
                    <a16:creationId xmlns:a16="http://schemas.microsoft.com/office/drawing/2014/main" id="{327164DE-58DC-47B7-AE4C-281975BFE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181"/>
                <a:ext cx="18" cy="38"/>
              </a:xfrm>
              <a:custGeom>
                <a:avLst/>
                <a:gdLst>
                  <a:gd name="T0" fmla="*/ 2003 w 7"/>
                  <a:gd name="T1" fmla="*/ 0 h 14"/>
                  <a:gd name="T2" fmla="*/ 1137 w 7"/>
                  <a:gd name="T3" fmla="*/ 5157 h 14"/>
                  <a:gd name="T4" fmla="*/ 0 w 7"/>
                  <a:gd name="T5" fmla="*/ 5600 h 14"/>
                  <a:gd name="T6" fmla="*/ 1137 w 7"/>
                  <a:gd name="T7" fmla="*/ 442 h 14"/>
                  <a:gd name="T8" fmla="*/ 2003 w 7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cubicBezTo>
                      <a:pt x="5" y="1"/>
                      <a:pt x="5" y="13"/>
                      <a:pt x="4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4"/>
                      <a:pt x="1" y="2"/>
                      <a:pt x="4" y="1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3" name="Freeform 2303">
                <a:extLst>
                  <a:ext uri="{FF2B5EF4-FFF2-40B4-BE49-F238E27FC236}">
                    <a16:creationId xmlns:a16="http://schemas.microsoft.com/office/drawing/2014/main" id="{925B6776-89F9-4CFE-8CA8-5BA237418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179"/>
                <a:ext cx="15" cy="37"/>
              </a:xfrm>
              <a:custGeom>
                <a:avLst/>
                <a:gdLst>
                  <a:gd name="T0" fmla="*/ 1488 w 6"/>
                  <a:gd name="T1" fmla="*/ 0 h 14"/>
                  <a:gd name="T2" fmla="*/ 783 w 6"/>
                  <a:gd name="T3" fmla="*/ 4392 h 14"/>
                  <a:gd name="T4" fmla="*/ 0 w 6"/>
                  <a:gd name="T5" fmla="*/ 4784 h 14"/>
                  <a:gd name="T6" fmla="*/ 783 w 6"/>
                  <a:gd name="T7" fmla="*/ 391 h 14"/>
                  <a:gd name="T8" fmla="*/ 1488 w 6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cubicBezTo>
                      <a:pt x="4" y="1"/>
                      <a:pt x="4" y="13"/>
                      <a:pt x="3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3"/>
                      <a:pt x="0" y="2"/>
                      <a:pt x="3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4" name="Freeform 2304">
                <a:extLst>
                  <a:ext uri="{FF2B5EF4-FFF2-40B4-BE49-F238E27FC236}">
                    <a16:creationId xmlns:a16="http://schemas.microsoft.com/office/drawing/2014/main" id="{ADDEB4CE-0780-454F-8AAE-230282383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2168"/>
                <a:ext cx="43" cy="24"/>
              </a:xfrm>
              <a:custGeom>
                <a:avLst/>
                <a:gdLst>
                  <a:gd name="T0" fmla="*/ 3640 w 17"/>
                  <a:gd name="T1" fmla="*/ 3243 h 9"/>
                  <a:gd name="T2" fmla="*/ 1556 w 17"/>
                  <a:gd name="T3" fmla="*/ 2184 h 9"/>
                  <a:gd name="T4" fmla="*/ 0 w 17"/>
                  <a:gd name="T5" fmla="*/ 1059 h 9"/>
                  <a:gd name="T6" fmla="*/ 825 w 17"/>
                  <a:gd name="T7" fmla="*/ 397 h 9"/>
                  <a:gd name="T8" fmla="*/ 2380 w 17"/>
                  <a:gd name="T9" fmla="*/ 1459 h 9"/>
                  <a:gd name="T10" fmla="*/ 4467 w 17"/>
                  <a:gd name="T11" fmla="*/ 2581 h 9"/>
                  <a:gd name="T12" fmla="*/ 3640 w 17"/>
                  <a:gd name="T13" fmla="*/ 324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14" y="9"/>
                    </a:moveTo>
                    <a:cubicBezTo>
                      <a:pt x="13" y="9"/>
                      <a:pt x="9" y="8"/>
                      <a:pt x="6" y="6"/>
                    </a:cubicBezTo>
                    <a:cubicBezTo>
                      <a:pt x="4" y="5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2"/>
                      <a:pt x="9" y="4"/>
                    </a:cubicBezTo>
                    <a:cubicBezTo>
                      <a:pt x="13" y="6"/>
                      <a:pt x="16" y="7"/>
                      <a:pt x="17" y="7"/>
                    </a:cubicBezTo>
                    <a:lnTo>
                      <a:pt x="14" y="9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5" name="Freeform 2305">
                <a:extLst>
                  <a:ext uri="{FF2B5EF4-FFF2-40B4-BE49-F238E27FC236}">
                    <a16:creationId xmlns:a16="http://schemas.microsoft.com/office/drawing/2014/main" id="{B74D0391-626E-4865-A923-C33583384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2163"/>
                <a:ext cx="43" cy="24"/>
              </a:xfrm>
              <a:custGeom>
                <a:avLst/>
                <a:gdLst>
                  <a:gd name="T0" fmla="*/ 3640 w 17"/>
                  <a:gd name="T1" fmla="*/ 2824 h 9"/>
                  <a:gd name="T2" fmla="*/ 1556 w 17"/>
                  <a:gd name="T3" fmla="*/ 2184 h 9"/>
                  <a:gd name="T4" fmla="*/ 0 w 17"/>
                  <a:gd name="T5" fmla="*/ 661 h 9"/>
                  <a:gd name="T6" fmla="*/ 825 w 17"/>
                  <a:gd name="T7" fmla="*/ 0 h 9"/>
                  <a:gd name="T8" fmla="*/ 2380 w 17"/>
                  <a:gd name="T9" fmla="*/ 1059 h 9"/>
                  <a:gd name="T10" fmla="*/ 4467 w 17"/>
                  <a:gd name="T11" fmla="*/ 2184 h 9"/>
                  <a:gd name="T12" fmla="*/ 3640 w 17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14" y="8"/>
                    </a:moveTo>
                    <a:cubicBezTo>
                      <a:pt x="12" y="9"/>
                      <a:pt x="9" y="7"/>
                      <a:pt x="6" y="6"/>
                    </a:cubicBezTo>
                    <a:cubicBezTo>
                      <a:pt x="4" y="4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7" y="2"/>
                      <a:pt x="9" y="3"/>
                    </a:cubicBezTo>
                    <a:cubicBezTo>
                      <a:pt x="13" y="6"/>
                      <a:pt x="16" y="7"/>
                      <a:pt x="17" y="6"/>
                    </a:cubicBez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6" name="Freeform 2306">
                <a:extLst>
                  <a:ext uri="{FF2B5EF4-FFF2-40B4-BE49-F238E27FC236}">
                    <a16:creationId xmlns:a16="http://schemas.microsoft.com/office/drawing/2014/main" id="{B2BCF4BF-15C8-4268-83FD-A21DF4A88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171"/>
                <a:ext cx="15" cy="37"/>
              </a:xfrm>
              <a:custGeom>
                <a:avLst/>
                <a:gdLst>
                  <a:gd name="T0" fmla="*/ 1488 w 6"/>
                  <a:gd name="T1" fmla="*/ 0 h 14"/>
                  <a:gd name="T2" fmla="*/ 1300 w 6"/>
                  <a:gd name="T3" fmla="*/ 4392 h 14"/>
                  <a:gd name="T4" fmla="*/ 313 w 6"/>
                  <a:gd name="T5" fmla="*/ 4784 h 14"/>
                  <a:gd name="T6" fmla="*/ 783 w 6"/>
                  <a:gd name="T7" fmla="*/ 391 h 14"/>
                  <a:gd name="T8" fmla="*/ 1488 w 6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cubicBezTo>
                      <a:pt x="3" y="1"/>
                      <a:pt x="6" y="12"/>
                      <a:pt x="5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0" y="2"/>
                      <a:pt x="3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7" name="Freeform 2307">
                <a:extLst>
                  <a:ext uri="{FF2B5EF4-FFF2-40B4-BE49-F238E27FC236}">
                    <a16:creationId xmlns:a16="http://schemas.microsoft.com/office/drawing/2014/main" id="{4C4EBCEF-277E-44D8-8626-2D0567872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163"/>
                <a:ext cx="17" cy="40"/>
              </a:xfrm>
              <a:custGeom>
                <a:avLst/>
                <a:gdLst>
                  <a:gd name="T0" fmla="*/ 1433 w 7"/>
                  <a:gd name="T1" fmla="*/ 0 h 15"/>
                  <a:gd name="T2" fmla="*/ 1243 w 7"/>
                  <a:gd name="T3" fmla="*/ 4701 h 15"/>
                  <a:gd name="T4" fmla="*/ 413 w 7"/>
                  <a:gd name="T5" fmla="*/ 5405 h 15"/>
                  <a:gd name="T6" fmla="*/ 590 w 7"/>
                  <a:gd name="T7" fmla="*/ 661 h 15"/>
                  <a:gd name="T8" fmla="*/ 1433 w 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4" y="1"/>
                      <a:pt x="7" y="13"/>
                      <a:pt x="6" y="13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4"/>
                      <a:pt x="0" y="3"/>
                      <a:pt x="3" y="2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8" name="Freeform 2308">
                <a:extLst>
                  <a:ext uri="{FF2B5EF4-FFF2-40B4-BE49-F238E27FC236}">
                    <a16:creationId xmlns:a16="http://schemas.microsoft.com/office/drawing/2014/main" id="{7682115E-D1D9-468A-98D3-2E81308FA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52"/>
                <a:ext cx="45" cy="19"/>
              </a:xfrm>
              <a:custGeom>
                <a:avLst/>
                <a:gdLst>
                  <a:gd name="T0" fmla="*/ 3720 w 18"/>
                  <a:gd name="T1" fmla="*/ 2342 h 7"/>
                  <a:gd name="T2" fmla="*/ 1770 w 18"/>
                  <a:gd name="T3" fmla="*/ 2063 h 7"/>
                  <a:gd name="T4" fmla="*/ 0 w 18"/>
                  <a:gd name="T5" fmla="*/ 1200 h 7"/>
                  <a:gd name="T6" fmla="*/ 783 w 18"/>
                  <a:gd name="T7" fmla="*/ 0 h 7"/>
                  <a:gd name="T8" fmla="*/ 2270 w 18"/>
                  <a:gd name="T9" fmla="*/ 760 h 7"/>
                  <a:gd name="T10" fmla="*/ 4425 w 18"/>
                  <a:gd name="T11" fmla="*/ 1620 h 7"/>
                  <a:gd name="T12" fmla="*/ 3720 w 18"/>
                  <a:gd name="T13" fmla="*/ 234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15" y="6"/>
                    </a:moveTo>
                    <a:cubicBezTo>
                      <a:pt x="14" y="7"/>
                      <a:pt x="10" y="6"/>
                      <a:pt x="7" y="5"/>
                    </a:cubicBezTo>
                    <a:cubicBezTo>
                      <a:pt x="4" y="4"/>
                      <a:pt x="0" y="3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7" y="1"/>
                      <a:pt x="9" y="2"/>
                    </a:cubicBezTo>
                    <a:cubicBezTo>
                      <a:pt x="13" y="4"/>
                      <a:pt x="17" y="4"/>
                      <a:pt x="18" y="4"/>
                    </a:cubicBez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9" name="Freeform 2309">
                <a:extLst>
                  <a:ext uri="{FF2B5EF4-FFF2-40B4-BE49-F238E27FC236}">
                    <a16:creationId xmlns:a16="http://schemas.microsoft.com/office/drawing/2014/main" id="{8C050A69-E249-456B-B9D0-7B59B97E1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152"/>
                <a:ext cx="20" cy="40"/>
              </a:xfrm>
              <a:custGeom>
                <a:avLst/>
                <a:gdLst>
                  <a:gd name="T0" fmla="*/ 1488 w 8"/>
                  <a:gd name="T1" fmla="*/ 0 h 15"/>
                  <a:gd name="T2" fmla="*/ 1770 w 8"/>
                  <a:gd name="T3" fmla="*/ 4701 h 15"/>
                  <a:gd name="T4" fmla="*/ 988 w 8"/>
                  <a:gd name="T5" fmla="*/ 5405 h 15"/>
                  <a:gd name="T6" fmla="*/ 783 w 8"/>
                  <a:gd name="T7" fmla="*/ 661 h 15"/>
                  <a:gd name="T8" fmla="*/ 1488 w 8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6" y="0"/>
                    </a:moveTo>
                    <a:cubicBezTo>
                      <a:pt x="3" y="1"/>
                      <a:pt x="8" y="12"/>
                      <a:pt x="7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0" y="4"/>
                      <a:pt x="3" y="2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0" name="Freeform 2310">
                <a:extLst>
                  <a:ext uri="{FF2B5EF4-FFF2-40B4-BE49-F238E27FC236}">
                    <a16:creationId xmlns:a16="http://schemas.microsoft.com/office/drawing/2014/main" id="{4E0A1600-20F4-4E77-9B3B-43DDD4AF9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189"/>
                <a:ext cx="7" cy="27"/>
              </a:xfrm>
              <a:custGeom>
                <a:avLst/>
                <a:gdLst>
                  <a:gd name="T0" fmla="*/ 469 w 3"/>
                  <a:gd name="T1" fmla="*/ 0 h 10"/>
                  <a:gd name="T2" fmla="*/ 152 w 3"/>
                  <a:gd name="T3" fmla="*/ 2719 h 10"/>
                  <a:gd name="T4" fmla="*/ 0 w 3"/>
                  <a:gd name="T5" fmla="*/ 3877 h 10"/>
                  <a:gd name="T6" fmla="*/ 0 w 3"/>
                  <a:gd name="T7" fmla="*/ 3877 h 10"/>
                  <a:gd name="T8" fmla="*/ 152 w 3"/>
                  <a:gd name="T9" fmla="*/ 2028 h 10"/>
                  <a:gd name="T10" fmla="*/ 469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2"/>
                      <a:pt x="1" y="5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1" y="3"/>
                      <a:pt x="2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1" name="Freeform 2311">
                <a:extLst>
                  <a:ext uri="{FF2B5EF4-FFF2-40B4-BE49-F238E27FC236}">
                    <a16:creationId xmlns:a16="http://schemas.microsoft.com/office/drawing/2014/main" id="{25440FF7-73FE-4A63-A5C5-408C0FB56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187"/>
                <a:ext cx="5" cy="26"/>
              </a:xfrm>
              <a:custGeom>
                <a:avLst/>
                <a:gdLst>
                  <a:gd name="T0" fmla="*/ 520 w 2"/>
                  <a:gd name="T1" fmla="*/ 0 h 10"/>
                  <a:gd name="T2" fmla="*/ 313 w 2"/>
                  <a:gd name="T3" fmla="*/ 2142 h 10"/>
                  <a:gd name="T4" fmla="*/ 313 w 2"/>
                  <a:gd name="T5" fmla="*/ 3110 h 10"/>
                  <a:gd name="T6" fmla="*/ 313 w 2"/>
                  <a:gd name="T7" fmla="*/ 3110 h 10"/>
                  <a:gd name="T8" fmla="*/ 313 w 2"/>
                  <a:gd name="T9" fmla="*/ 1547 h 10"/>
                  <a:gd name="T10" fmla="*/ 520 w 2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1" y="2"/>
                      <a:pt x="1" y="4"/>
                      <a:pt x="1" y="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7"/>
                      <a:pt x="1" y="5"/>
                    </a:cubicBezTo>
                    <a:cubicBezTo>
                      <a:pt x="1" y="3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2" name="Freeform 2312">
                <a:extLst>
                  <a:ext uri="{FF2B5EF4-FFF2-40B4-BE49-F238E27FC236}">
                    <a16:creationId xmlns:a16="http://schemas.microsoft.com/office/drawing/2014/main" id="{2E07CB3F-972E-4441-82E9-76C533CD0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181"/>
                <a:ext cx="5" cy="30"/>
              </a:xfrm>
              <a:custGeom>
                <a:avLst/>
                <a:gdLst>
                  <a:gd name="T0" fmla="*/ 520 w 2"/>
                  <a:gd name="T1" fmla="*/ 0 h 11"/>
                  <a:gd name="T2" fmla="*/ 313 w 2"/>
                  <a:gd name="T3" fmla="*/ 3325 h 11"/>
                  <a:gd name="T4" fmla="*/ 313 w 2"/>
                  <a:gd name="T5" fmla="*/ 4544 h 11"/>
                  <a:gd name="T6" fmla="*/ 0 w 2"/>
                  <a:gd name="T7" fmla="*/ 4544 h 11"/>
                  <a:gd name="T8" fmla="*/ 0 w 2"/>
                  <a:gd name="T9" fmla="*/ 2433 h 11"/>
                  <a:gd name="T10" fmla="*/ 520 w 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1" y="2"/>
                      <a:pt x="1" y="5"/>
                      <a:pt x="1" y="8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8"/>
                      <a:pt x="0" y="6"/>
                    </a:cubicBezTo>
                    <a:cubicBezTo>
                      <a:pt x="1" y="3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3" name="Freeform 2313">
                <a:extLst>
                  <a:ext uri="{FF2B5EF4-FFF2-40B4-BE49-F238E27FC236}">
                    <a16:creationId xmlns:a16="http://schemas.microsoft.com/office/drawing/2014/main" id="{520B78E2-200A-47DF-B5CF-290E609E7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173"/>
                <a:ext cx="5" cy="30"/>
              </a:xfrm>
              <a:custGeom>
                <a:avLst/>
                <a:gdLst>
                  <a:gd name="T0" fmla="*/ 313 w 2"/>
                  <a:gd name="T1" fmla="*/ 0 h 11"/>
                  <a:gd name="T2" fmla="*/ 313 w 2"/>
                  <a:gd name="T3" fmla="*/ 2877 h 11"/>
                  <a:gd name="T4" fmla="*/ 520 w 2"/>
                  <a:gd name="T5" fmla="*/ 4544 h 11"/>
                  <a:gd name="T6" fmla="*/ 520 w 2"/>
                  <a:gd name="T7" fmla="*/ 4544 h 11"/>
                  <a:gd name="T8" fmla="*/ 0 w 2"/>
                  <a:gd name="T9" fmla="*/ 2114 h 11"/>
                  <a:gd name="T10" fmla="*/ 313 w 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1" y="2"/>
                      <a:pt x="1" y="5"/>
                      <a:pt x="1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8"/>
                      <a:pt x="0" y="5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4" name="Freeform 2314">
                <a:extLst>
                  <a:ext uri="{FF2B5EF4-FFF2-40B4-BE49-F238E27FC236}">
                    <a16:creationId xmlns:a16="http://schemas.microsoft.com/office/drawing/2014/main" id="{AA8D5B94-3269-4DF1-8BCD-DB5701734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168"/>
                <a:ext cx="2" cy="27"/>
              </a:xfrm>
              <a:custGeom>
                <a:avLst/>
                <a:gdLst>
                  <a:gd name="T0" fmla="*/ 64 w 1"/>
                  <a:gd name="T1" fmla="*/ 0 h 10"/>
                  <a:gd name="T2" fmla="*/ 64 w 1"/>
                  <a:gd name="T3" fmla="*/ 2719 h 10"/>
                  <a:gd name="T4" fmla="*/ 64 w 1"/>
                  <a:gd name="T5" fmla="*/ 3877 h 10"/>
                  <a:gd name="T6" fmla="*/ 64 w 1"/>
                  <a:gd name="T7" fmla="*/ 3877 h 10"/>
                  <a:gd name="T8" fmla="*/ 0 w 1"/>
                  <a:gd name="T9" fmla="*/ 2028 h 10"/>
                  <a:gd name="T10" fmla="*/ 64 w 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1" y="4"/>
                      <a:pt x="1" y="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7"/>
                      <a:pt x="0" y="5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5" name="Freeform 2315">
                <a:extLst>
                  <a:ext uri="{FF2B5EF4-FFF2-40B4-BE49-F238E27FC236}">
                    <a16:creationId xmlns:a16="http://schemas.microsoft.com/office/drawing/2014/main" id="{272327A5-3595-438E-8D77-C33DFF401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57"/>
                <a:ext cx="5" cy="27"/>
              </a:xfrm>
              <a:custGeom>
                <a:avLst/>
                <a:gdLst>
                  <a:gd name="T0" fmla="*/ 0 w 2"/>
                  <a:gd name="T1" fmla="*/ 0 h 10"/>
                  <a:gd name="T2" fmla="*/ 313 w 2"/>
                  <a:gd name="T3" fmla="*/ 2719 h 10"/>
                  <a:gd name="T4" fmla="*/ 520 w 2"/>
                  <a:gd name="T5" fmla="*/ 3877 h 10"/>
                  <a:gd name="T6" fmla="*/ 520 w 2"/>
                  <a:gd name="T7" fmla="*/ 3877 h 10"/>
                  <a:gd name="T8" fmla="*/ 0 w 2"/>
                  <a:gd name="T9" fmla="*/ 2028 h 10"/>
                  <a:gd name="T10" fmla="*/ 0 w 2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0" y="2"/>
                      <a:pt x="1" y="5"/>
                      <a:pt x="1" y="7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7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6" name="Freeform 2316">
                <a:extLst>
                  <a:ext uri="{FF2B5EF4-FFF2-40B4-BE49-F238E27FC236}">
                    <a16:creationId xmlns:a16="http://schemas.microsoft.com/office/drawing/2014/main" id="{7AD27D78-4422-4FD3-BA9E-CA9EC4B5A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192"/>
                <a:ext cx="7" cy="27"/>
              </a:xfrm>
              <a:custGeom>
                <a:avLst/>
                <a:gdLst>
                  <a:gd name="T0" fmla="*/ 469 w 3"/>
                  <a:gd name="T1" fmla="*/ 0 h 10"/>
                  <a:gd name="T2" fmla="*/ 152 w 3"/>
                  <a:gd name="T3" fmla="*/ 2719 h 10"/>
                  <a:gd name="T4" fmla="*/ 0 w 3"/>
                  <a:gd name="T5" fmla="*/ 3877 h 10"/>
                  <a:gd name="T6" fmla="*/ 0 w 3"/>
                  <a:gd name="T7" fmla="*/ 3877 h 10"/>
                  <a:gd name="T8" fmla="*/ 152 w 3"/>
                  <a:gd name="T9" fmla="*/ 2028 h 10"/>
                  <a:gd name="T10" fmla="*/ 469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2"/>
                      <a:pt x="2" y="5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7"/>
                      <a:pt x="1" y="5"/>
                    </a:cubicBezTo>
                    <a:cubicBezTo>
                      <a:pt x="1" y="3"/>
                      <a:pt x="2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7" name="Freeform 2317">
                <a:extLst>
                  <a:ext uri="{FF2B5EF4-FFF2-40B4-BE49-F238E27FC236}">
                    <a16:creationId xmlns:a16="http://schemas.microsoft.com/office/drawing/2014/main" id="{FDEF9D64-1126-4266-A343-1BDAB85CD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195"/>
                <a:ext cx="8" cy="26"/>
              </a:xfrm>
              <a:custGeom>
                <a:avLst/>
                <a:gdLst>
                  <a:gd name="T0" fmla="*/ 1059 w 3"/>
                  <a:gd name="T1" fmla="*/ 0 h 10"/>
                  <a:gd name="T2" fmla="*/ 397 w 3"/>
                  <a:gd name="T3" fmla="*/ 2142 h 10"/>
                  <a:gd name="T4" fmla="*/ 0 w 3"/>
                  <a:gd name="T5" fmla="*/ 3110 h 10"/>
                  <a:gd name="T6" fmla="*/ 0 w 3"/>
                  <a:gd name="T7" fmla="*/ 3110 h 10"/>
                  <a:gd name="T8" fmla="*/ 397 w 3"/>
                  <a:gd name="T9" fmla="*/ 1547 h 10"/>
                  <a:gd name="T10" fmla="*/ 1059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2"/>
                      <a:pt x="2" y="5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7"/>
                      <a:pt x="1" y="5"/>
                    </a:cubicBezTo>
                    <a:cubicBezTo>
                      <a:pt x="1" y="3"/>
                      <a:pt x="2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8" name="Freeform 2318">
                <a:extLst>
                  <a:ext uri="{FF2B5EF4-FFF2-40B4-BE49-F238E27FC236}">
                    <a16:creationId xmlns:a16="http://schemas.microsoft.com/office/drawing/2014/main" id="{90AA0861-149F-43F0-B57F-DA7706655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195"/>
                <a:ext cx="8" cy="26"/>
              </a:xfrm>
              <a:custGeom>
                <a:avLst/>
                <a:gdLst>
                  <a:gd name="T0" fmla="*/ 1059 w 3"/>
                  <a:gd name="T1" fmla="*/ 0 h 10"/>
                  <a:gd name="T2" fmla="*/ 397 w 3"/>
                  <a:gd name="T3" fmla="*/ 2142 h 10"/>
                  <a:gd name="T4" fmla="*/ 0 w 3"/>
                  <a:gd name="T5" fmla="*/ 3110 h 10"/>
                  <a:gd name="T6" fmla="*/ 0 w 3"/>
                  <a:gd name="T7" fmla="*/ 3110 h 10"/>
                  <a:gd name="T8" fmla="*/ 397 w 3"/>
                  <a:gd name="T9" fmla="*/ 1547 h 10"/>
                  <a:gd name="T10" fmla="*/ 1059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2"/>
                      <a:pt x="2" y="4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7"/>
                      <a:pt x="1" y="5"/>
                    </a:cubicBezTo>
                    <a:cubicBezTo>
                      <a:pt x="1" y="3"/>
                      <a:pt x="2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9" name="Freeform 2319">
                <a:extLst>
                  <a:ext uri="{FF2B5EF4-FFF2-40B4-BE49-F238E27FC236}">
                    <a16:creationId xmlns:a16="http://schemas.microsoft.com/office/drawing/2014/main" id="{12B367C7-892B-4E6A-8ED0-DEEDE69FB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197"/>
                <a:ext cx="10" cy="27"/>
              </a:xfrm>
              <a:custGeom>
                <a:avLst/>
                <a:gdLst>
                  <a:gd name="T0" fmla="*/ 988 w 4"/>
                  <a:gd name="T1" fmla="*/ 0 h 10"/>
                  <a:gd name="T2" fmla="*/ 313 w 4"/>
                  <a:gd name="T3" fmla="*/ 2719 h 10"/>
                  <a:gd name="T4" fmla="*/ 0 w 4"/>
                  <a:gd name="T5" fmla="*/ 3877 h 10"/>
                  <a:gd name="T6" fmla="*/ 0 w 4"/>
                  <a:gd name="T7" fmla="*/ 3877 h 10"/>
                  <a:gd name="T8" fmla="*/ 313 w 4"/>
                  <a:gd name="T9" fmla="*/ 2028 h 10"/>
                  <a:gd name="T10" fmla="*/ 988 w 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3" y="2"/>
                      <a:pt x="2" y="4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2" y="3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0" name="Freeform 2320">
                <a:extLst>
                  <a:ext uri="{FF2B5EF4-FFF2-40B4-BE49-F238E27FC236}">
                    <a16:creationId xmlns:a16="http://schemas.microsoft.com/office/drawing/2014/main" id="{1B38DB39-37EE-4471-91E5-5E721220B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141"/>
                <a:ext cx="43" cy="22"/>
              </a:xfrm>
              <a:custGeom>
                <a:avLst/>
                <a:gdLst>
                  <a:gd name="T0" fmla="*/ 3640 w 17"/>
                  <a:gd name="T1" fmla="*/ 2973 h 8"/>
                  <a:gd name="T2" fmla="*/ 1556 w 17"/>
                  <a:gd name="T3" fmla="*/ 2684 h 8"/>
                  <a:gd name="T4" fmla="*/ 0 w 17"/>
                  <a:gd name="T5" fmla="*/ 1271 h 8"/>
                  <a:gd name="T6" fmla="*/ 825 w 17"/>
                  <a:gd name="T7" fmla="*/ 462 h 8"/>
                  <a:gd name="T8" fmla="*/ 2380 w 17"/>
                  <a:gd name="T9" fmla="*/ 1271 h 8"/>
                  <a:gd name="T10" fmla="*/ 4467 w 17"/>
                  <a:gd name="T11" fmla="*/ 2225 h 8"/>
                  <a:gd name="T12" fmla="*/ 3640 w 17"/>
                  <a:gd name="T13" fmla="*/ 2973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14" y="7"/>
                    </a:moveTo>
                    <a:cubicBezTo>
                      <a:pt x="13" y="8"/>
                      <a:pt x="9" y="7"/>
                      <a:pt x="6" y="6"/>
                    </a:cubicBezTo>
                    <a:cubicBezTo>
                      <a:pt x="4" y="5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6" y="2"/>
                      <a:pt x="9" y="3"/>
                    </a:cubicBezTo>
                    <a:cubicBezTo>
                      <a:pt x="13" y="5"/>
                      <a:pt x="16" y="5"/>
                      <a:pt x="17" y="5"/>
                    </a:cubicBez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1" name="Freeform 2321">
                <a:extLst>
                  <a:ext uri="{FF2B5EF4-FFF2-40B4-BE49-F238E27FC236}">
                    <a16:creationId xmlns:a16="http://schemas.microsoft.com/office/drawing/2014/main" id="{9D883B01-9130-4634-A818-F093123DE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133"/>
                <a:ext cx="42" cy="19"/>
              </a:xfrm>
              <a:custGeom>
                <a:avLst/>
                <a:gdLst>
                  <a:gd name="T0" fmla="*/ 3199 w 17"/>
                  <a:gd name="T1" fmla="*/ 2342 h 7"/>
                  <a:gd name="T2" fmla="*/ 1569 w 17"/>
                  <a:gd name="T3" fmla="*/ 2063 h 7"/>
                  <a:gd name="T4" fmla="*/ 0 w 17"/>
                  <a:gd name="T5" fmla="*/ 1200 h 7"/>
                  <a:gd name="T6" fmla="*/ 635 w 17"/>
                  <a:gd name="T7" fmla="*/ 442 h 7"/>
                  <a:gd name="T8" fmla="*/ 2009 w 17"/>
                  <a:gd name="T9" fmla="*/ 1200 h 7"/>
                  <a:gd name="T10" fmla="*/ 3876 w 17"/>
                  <a:gd name="T11" fmla="*/ 1620 h 7"/>
                  <a:gd name="T12" fmla="*/ 3199 w 17"/>
                  <a:gd name="T13" fmla="*/ 234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7">
                    <a:moveTo>
                      <a:pt x="14" y="6"/>
                    </a:moveTo>
                    <a:cubicBezTo>
                      <a:pt x="13" y="7"/>
                      <a:pt x="10" y="7"/>
                      <a:pt x="7" y="5"/>
                    </a:cubicBezTo>
                    <a:cubicBezTo>
                      <a:pt x="4" y="5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7" y="2"/>
                      <a:pt x="9" y="3"/>
                    </a:cubicBezTo>
                    <a:cubicBezTo>
                      <a:pt x="14" y="5"/>
                      <a:pt x="16" y="4"/>
                      <a:pt x="17" y="4"/>
                    </a:cubicBez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2" name="Freeform 2322">
                <a:extLst>
                  <a:ext uri="{FF2B5EF4-FFF2-40B4-BE49-F238E27FC236}">
                    <a16:creationId xmlns:a16="http://schemas.microsoft.com/office/drawing/2014/main" id="{F3104B62-05FD-49C7-96CA-0C21E89AA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133"/>
                <a:ext cx="17" cy="40"/>
              </a:xfrm>
              <a:custGeom>
                <a:avLst/>
                <a:gdLst>
                  <a:gd name="T0" fmla="*/ 1243 w 7"/>
                  <a:gd name="T1" fmla="*/ 0 h 15"/>
                  <a:gd name="T2" fmla="*/ 1243 w 7"/>
                  <a:gd name="T3" fmla="*/ 4701 h 15"/>
                  <a:gd name="T4" fmla="*/ 590 w 7"/>
                  <a:gd name="T5" fmla="*/ 5405 h 15"/>
                  <a:gd name="T6" fmla="*/ 590 w 7"/>
                  <a:gd name="T7" fmla="*/ 661 h 15"/>
                  <a:gd name="T8" fmla="*/ 1243 w 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6" y="0"/>
                    </a:moveTo>
                    <a:cubicBezTo>
                      <a:pt x="3" y="2"/>
                      <a:pt x="7" y="13"/>
                      <a:pt x="6" y="1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5"/>
                      <a:pt x="0" y="4"/>
                      <a:pt x="3" y="2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3" name="Freeform 2323">
                <a:extLst>
                  <a:ext uri="{FF2B5EF4-FFF2-40B4-BE49-F238E27FC236}">
                    <a16:creationId xmlns:a16="http://schemas.microsoft.com/office/drawing/2014/main" id="{F8C88604-2F88-4524-9CE5-44F3E291B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120"/>
                <a:ext cx="42" cy="16"/>
              </a:xfrm>
              <a:custGeom>
                <a:avLst/>
                <a:gdLst>
                  <a:gd name="T0" fmla="*/ 3395 w 17"/>
                  <a:gd name="T1" fmla="*/ 1763 h 6"/>
                  <a:gd name="T2" fmla="*/ 1569 w 17"/>
                  <a:gd name="T3" fmla="*/ 1763 h 6"/>
                  <a:gd name="T4" fmla="*/ 0 w 17"/>
                  <a:gd name="T5" fmla="*/ 1059 h 6"/>
                  <a:gd name="T6" fmla="*/ 452 w 17"/>
                  <a:gd name="T7" fmla="*/ 397 h 6"/>
                  <a:gd name="T8" fmla="*/ 2009 w 17"/>
                  <a:gd name="T9" fmla="*/ 661 h 6"/>
                  <a:gd name="T10" fmla="*/ 3876 w 17"/>
                  <a:gd name="T11" fmla="*/ 661 h 6"/>
                  <a:gd name="T12" fmla="*/ 3395 w 17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15" y="5"/>
                    </a:moveTo>
                    <a:cubicBezTo>
                      <a:pt x="14" y="6"/>
                      <a:pt x="10" y="6"/>
                      <a:pt x="7" y="5"/>
                    </a:cubicBezTo>
                    <a:cubicBezTo>
                      <a:pt x="4" y="4"/>
                      <a:pt x="0" y="3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6" y="1"/>
                      <a:pt x="9" y="2"/>
                    </a:cubicBezTo>
                    <a:cubicBezTo>
                      <a:pt x="13" y="3"/>
                      <a:pt x="16" y="3"/>
                      <a:pt x="17" y="2"/>
                    </a:cubicBez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4" name="Freeform 2324">
                <a:extLst>
                  <a:ext uri="{FF2B5EF4-FFF2-40B4-BE49-F238E27FC236}">
                    <a16:creationId xmlns:a16="http://schemas.microsoft.com/office/drawing/2014/main" id="{1E87A7B9-D68F-4243-94A3-3DA0D1ED7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109"/>
                <a:ext cx="43" cy="16"/>
              </a:xfrm>
              <a:custGeom>
                <a:avLst/>
                <a:gdLst>
                  <a:gd name="T0" fmla="*/ 3936 w 17"/>
                  <a:gd name="T1" fmla="*/ 1763 h 6"/>
                  <a:gd name="T2" fmla="*/ 1874 w 17"/>
                  <a:gd name="T3" fmla="*/ 1763 h 6"/>
                  <a:gd name="T4" fmla="*/ 0 w 17"/>
                  <a:gd name="T5" fmla="*/ 1059 h 6"/>
                  <a:gd name="T6" fmla="*/ 531 w 17"/>
                  <a:gd name="T7" fmla="*/ 397 h 6"/>
                  <a:gd name="T8" fmla="*/ 2380 w 17"/>
                  <a:gd name="T9" fmla="*/ 661 h 6"/>
                  <a:gd name="T10" fmla="*/ 4467 w 17"/>
                  <a:gd name="T11" fmla="*/ 661 h 6"/>
                  <a:gd name="T12" fmla="*/ 3936 w 17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15" y="5"/>
                    </a:moveTo>
                    <a:cubicBezTo>
                      <a:pt x="13" y="6"/>
                      <a:pt x="10" y="5"/>
                      <a:pt x="7" y="5"/>
                    </a:cubicBezTo>
                    <a:cubicBezTo>
                      <a:pt x="4" y="4"/>
                      <a:pt x="0" y="3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6" y="1"/>
                      <a:pt x="9" y="2"/>
                    </a:cubicBezTo>
                    <a:cubicBezTo>
                      <a:pt x="13" y="3"/>
                      <a:pt x="17" y="3"/>
                      <a:pt x="17" y="2"/>
                    </a:cubicBez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5" name="Freeform 2325">
                <a:extLst>
                  <a:ext uri="{FF2B5EF4-FFF2-40B4-BE49-F238E27FC236}">
                    <a16:creationId xmlns:a16="http://schemas.microsoft.com/office/drawing/2014/main" id="{D38E4DDB-87CD-4C00-8F6E-CAD4D62FF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120"/>
                <a:ext cx="22" cy="40"/>
              </a:xfrm>
              <a:custGeom>
                <a:avLst/>
                <a:gdLst>
                  <a:gd name="T0" fmla="*/ 1039 w 9"/>
                  <a:gd name="T1" fmla="*/ 0 h 15"/>
                  <a:gd name="T2" fmla="*/ 1750 w 9"/>
                  <a:gd name="T3" fmla="*/ 4701 h 15"/>
                  <a:gd name="T4" fmla="*/ 1039 w 9"/>
                  <a:gd name="T5" fmla="*/ 5405 h 15"/>
                  <a:gd name="T6" fmla="*/ 425 w 9"/>
                  <a:gd name="T7" fmla="*/ 661 h 15"/>
                  <a:gd name="T8" fmla="*/ 1039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3" y="2"/>
                      <a:pt x="9" y="12"/>
                      <a:pt x="8" y="13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0" y="4"/>
                      <a:pt x="2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6" name="Freeform 2326">
                <a:extLst>
                  <a:ext uri="{FF2B5EF4-FFF2-40B4-BE49-F238E27FC236}">
                    <a16:creationId xmlns:a16="http://schemas.microsoft.com/office/drawing/2014/main" id="{C74AD3A3-E7CA-4C2B-AD0F-329FD4AA3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109"/>
                <a:ext cx="23" cy="40"/>
              </a:xfrm>
              <a:custGeom>
                <a:avLst/>
                <a:gdLst>
                  <a:gd name="T0" fmla="*/ 1403 w 9"/>
                  <a:gd name="T1" fmla="*/ 0 h 15"/>
                  <a:gd name="T2" fmla="*/ 2167 w 9"/>
                  <a:gd name="T3" fmla="*/ 4701 h 15"/>
                  <a:gd name="T4" fmla="*/ 1403 w 9"/>
                  <a:gd name="T5" fmla="*/ 5405 h 15"/>
                  <a:gd name="T6" fmla="*/ 549 w 9"/>
                  <a:gd name="T7" fmla="*/ 661 h 15"/>
                  <a:gd name="T8" fmla="*/ 1403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3" y="2"/>
                      <a:pt x="9" y="12"/>
                      <a:pt x="8" y="13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0" y="5"/>
                      <a:pt x="2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7" name="Freeform 2327">
                <a:extLst>
                  <a:ext uri="{FF2B5EF4-FFF2-40B4-BE49-F238E27FC236}">
                    <a16:creationId xmlns:a16="http://schemas.microsoft.com/office/drawing/2014/main" id="{B18357C0-7FC2-4856-A814-22B8EB5D5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2093"/>
                <a:ext cx="43" cy="16"/>
              </a:xfrm>
              <a:custGeom>
                <a:avLst/>
                <a:gdLst>
                  <a:gd name="T0" fmla="*/ 3936 w 17"/>
                  <a:gd name="T1" fmla="*/ 1763 h 6"/>
                  <a:gd name="T2" fmla="*/ 1874 w 17"/>
                  <a:gd name="T3" fmla="*/ 1763 h 6"/>
                  <a:gd name="T4" fmla="*/ 0 w 17"/>
                  <a:gd name="T5" fmla="*/ 1059 h 6"/>
                  <a:gd name="T6" fmla="*/ 531 w 17"/>
                  <a:gd name="T7" fmla="*/ 397 h 6"/>
                  <a:gd name="T8" fmla="*/ 2380 w 17"/>
                  <a:gd name="T9" fmla="*/ 661 h 6"/>
                  <a:gd name="T10" fmla="*/ 4467 w 17"/>
                  <a:gd name="T11" fmla="*/ 661 h 6"/>
                  <a:gd name="T12" fmla="*/ 3936 w 17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15" y="5"/>
                    </a:moveTo>
                    <a:cubicBezTo>
                      <a:pt x="14" y="6"/>
                      <a:pt x="10" y="6"/>
                      <a:pt x="7" y="5"/>
                    </a:cubicBezTo>
                    <a:cubicBezTo>
                      <a:pt x="4" y="4"/>
                      <a:pt x="0" y="3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6" y="1"/>
                      <a:pt x="9" y="2"/>
                    </a:cubicBezTo>
                    <a:cubicBezTo>
                      <a:pt x="13" y="3"/>
                      <a:pt x="16" y="3"/>
                      <a:pt x="17" y="2"/>
                    </a:cubicBez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8" name="Freeform 2328">
                <a:extLst>
                  <a:ext uri="{FF2B5EF4-FFF2-40B4-BE49-F238E27FC236}">
                    <a16:creationId xmlns:a16="http://schemas.microsoft.com/office/drawing/2014/main" id="{F629EFE8-465B-43CE-B0E2-A072FA37F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080"/>
                <a:ext cx="40" cy="19"/>
              </a:xfrm>
              <a:custGeom>
                <a:avLst/>
                <a:gdLst>
                  <a:gd name="T0" fmla="*/ 3438 w 16"/>
                  <a:gd name="T1" fmla="*/ 2342 h 7"/>
                  <a:gd name="T2" fmla="*/ 1770 w 16"/>
                  <a:gd name="T3" fmla="*/ 2063 h 7"/>
                  <a:gd name="T4" fmla="*/ 0 w 16"/>
                  <a:gd name="T5" fmla="*/ 1620 h 7"/>
                  <a:gd name="T6" fmla="*/ 520 w 16"/>
                  <a:gd name="T7" fmla="*/ 442 h 7"/>
                  <a:gd name="T8" fmla="*/ 2270 w 16"/>
                  <a:gd name="T9" fmla="*/ 760 h 7"/>
                  <a:gd name="T10" fmla="*/ 3908 w 16"/>
                  <a:gd name="T11" fmla="*/ 1200 h 7"/>
                  <a:gd name="T12" fmla="*/ 3438 w 16"/>
                  <a:gd name="T13" fmla="*/ 234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7">
                    <a:moveTo>
                      <a:pt x="14" y="6"/>
                    </a:moveTo>
                    <a:cubicBezTo>
                      <a:pt x="13" y="7"/>
                      <a:pt x="10" y="6"/>
                      <a:pt x="7" y="5"/>
                    </a:cubicBezTo>
                    <a:cubicBezTo>
                      <a:pt x="4" y="5"/>
                      <a:pt x="0" y="3"/>
                      <a:pt x="0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6" y="1"/>
                      <a:pt x="9" y="2"/>
                    </a:cubicBezTo>
                    <a:cubicBezTo>
                      <a:pt x="13" y="4"/>
                      <a:pt x="16" y="3"/>
                      <a:pt x="16" y="3"/>
                    </a:cubicBez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9" name="Freeform 2329">
                <a:extLst>
                  <a:ext uri="{FF2B5EF4-FFF2-40B4-BE49-F238E27FC236}">
                    <a16:creationId xmlns:a16="http://schemas.microsoft.com/office/drawing/2014/main" id="{E252EEDB-6F09-4CDE-A70D-CCE50903C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093"/>
                <a:ext cx="23" cy="40"/>
              </a:xfrm>
              <a:custGeom>
                <a:avLst/>
                <a:gdLst>
                  <a:gd name="T0" fmla="*/ 1403 w 9"/>
                  <a:gd name="T1" fmla="*/ 0 h 15"/>
                  <a:gd name="T2" fmla="*/ 2520 w 9"/>
                  <a:gd name="T3" fmla="*/ 4701 h 15"/>
                  <a:gd name="T4" fmla="*/ 1620 w 9"/>
                  <a:gd name="T5" fmla="*/ 5405 h 15"/>
                  <a:gd name="T6" fmla="*/ 549 w 9"/>
                  <a:gd name="T7" fmla="*/ 1059 h 15"/>
                  <a:gd name="T8" fmla="*/ 1403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3" y="2"/>
                      <a:pt x="9" y="12"/>
                      <a:pt x="9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5"/>
                      <a:pt x="0" y="5"/>
                      <a:pt x="2" y="3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0" name="Freeform 2330">
                <a:extLst>
                  <a:ext uri="{FF2B5EF4-FFF2-40B4-BE49-F238E27FC236}">
                    <a16:creationId xmlns:a16="http://schemas.microsoft.com/office/drawing/2014/main" id="{42D2188B-EB27-4ED0-8F5E-5D08735DC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083"/>
                <a:ext cx="25" cy="40"/>
              </a:xfrm>
              <a:custGeom>
                <a:avLst/>
                <a:gdLst>
                  <a:gd name="T0" fmla="*/ 1300 w 10"/>
                  <a:gd name="T1" fmla="*/ 0 h 15"/>
                  <a:gd name="T2" fmla="*/ 2270 w 10"/>
                  <a:gd name="T3" fmla="*/ 4701 h 15"/>
                  <a:gd name="T4" fmla="*/ 1488 w 10"/>
                  <a:gd name="T5" fmla="*/ 5405 h 15"/>
                  <a:gd name="T6" fmla="*/ 783 w 10"/>
                  <a:gd name="T7" fmla="*/ 661 h 15"/>
                  <a:gd name="T8" fmla="*/ 1300 w 1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5" y="0"/>
                    </a:moveTo>
                    <a:cubicBezTo>
                      <a:pt x="3" y="2"/>
                      <a:pt x="10" y="12"/>
                      <a:pt x="9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0" y="5"/>
                      <a:pt x="3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1" name="Freeform 2331">
                <a:extLst>
                  <a:ext uri="{FF2B5EF4-FFF2-40B4-BE49-F238E27FC236}">
                    <a16:creationId xmlns:a16="http://schemas.microsoft.com/office/drawing/2014/main" id="{744CF897-B4D4-4B7B-A1FB-57C52469C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067"/>
                <a:ext cx="43" cy="13"/>
              </a:xfrm>
              <a:custGeom>
                <a:avLst/>
                <a:gdLst>
                  <a:gd name="T0" fmla="*/ 3936 w 17"/>
                  <a:gd name="T1" fmla="*/ 967 h 5"/>
                  <a:gd name="T2" fmla="*/ 1874 w 17"/>
                  <a:gd name="T3" fmla="*/ 1196 h 5"/>
                  <a:gd name="T4" fmla="*/ 0 w 17"/>
                  <a:gd name="T5" fmla="*/ 1196 h 5"/>
                  <a:gd name="T6" fmla="*/ 531 w 17"/>
                  <a:gd name="T7" fmla="*/ 372 h 5"/>
                  <a:gd name="T8" fmla="*/ 2087 w 17"/>
                  <a:gd name="T9" fmla="*/ 372 h 5"/>
                  <a:gd name="T10" fmla="*/ 4467 w 17"/>
                  <a:gd name="T11" fmla="*/ 0 h 5"/>
                  <a:gd name="T12" fmla="*/ 3936 w 17"/>
                  <a:gd name="T13" fmla="*/ 967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">
                    <a:moveTo>
                      <a:pt x="15" y="3"/>
                    </a:moveTo>
                    <a:cubicBezTo>
                      <a:pt x="14" y="4"/>
                      <a:pt x="10" y="5"/>
                      <a:pt x="7" y="4"/>
                    </a:cubicBezTo>
                    <a:cubicBezTo>
                      <a:pt x="4" y="4"/>
                      <a:pt x="0" y="4"/>
                      <a:pt x="0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5" y="1"/>
                      <a:pt x="8" y="1"/>
                    </a:cubicBezTo>
                    <a:cubicBezTo>
                      <a:pt x="13" y="1"/>
                      <a:pt x="16" y="1"/>
                      <a:pt x="17" y="0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2" name="Freeform 2332">
                <a:extLst>
                  <a:ext uri="{FF2B5EF4-FFF2-40B4-BE49-F238E27FC236}">
                    <a16:creationId xmlns:a16="http://schemas.microsoft.com/office/drawing/2014/main" id="{21BEBF9D-974C-40AD-8592-3A9BA3E68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053"/>
                <a:ext cx="40" cy="14"/>
              </a:xfrm>
              <a:custGeom>
                <a:avLst/>
                <a:gdLst>
                  <a:gd name="T0" fmla="*/ 3438 w 16"/>
                  <a:gd name="T1" fmla="*/ 1364 h 5"/>
                  <a:gd name="T2" fmla="*/ 1770 w 16"/>
                  <a:gd name="T3" fmla="*/ 2391 h 5"/>
                  <a:gd name="T4" fmla="*/ 0 w 16"/>
                  <a:gd name="T5" fmla="*/ 1912 h 5"/>
                  <a:gd name="T6" fmla="*/ 520 w 16"/>
                  <a:gd name="T7" fmla="*/ 487 h 5"/>
                  <a:gd name="T8" fmla="*/ 1958 w 16"/>
                  <a:gd name="T9" fmla="*/ 487 h 5"/>
                  <a:gd name="T10" fmla="*/ 3908 w 16"/>
                  <a:gd name="T11" fmla="*/ 0 h 5"/>
                  <a:gd name="T12" fmla="*/ 3438 w 16"/>
                  <a:gd name="T13" fmla="*/ 1364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">
                    <a:moveTo>
                      <a:pt x="14" y="3"/>
                    </a:moveTo>
                    <a:cubicBezTo>
                      <a:pt x="13" y="4"/>
                      <a:pt x="10" y="5"/>
                      <a:pt x="7" y="5"/>
                    </a:cubicBezTo>
                    <a:cubicBezTo>
                      <a:pt x="4" y="4"/>
                      <a:pt x="0" y="4"/>
                      <a:pt x="0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5" y="1"/>
                      <a:pt x="8" y="1"/>
                    </a:cubicBezTo>
                    <a:cubicBezTo>
                      <a:pt x="13" y="2"/>
                      <a:pt x="15" y="0"/>
                      <a:pt x="16" y="0"/>
                    </a:cubicBez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3" name="Freeform 2333">
                <a:extLst>
                  <a:ext uri="{FF2B5EF4-FFF2-40B4-BE49-F238E27FC236}">
                    <a16:creationId xmlns:a16="http://schemas.microsoft.com/office/drawing/2014/main" id="{C07226EF-E86A-4046-862C-660D50E3F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067"/>
                <a:ext cx="25" cy="40"/>
              </a:xfrm>
              <a:custGeom>
                <a:avLst/>
                <a:gdLst>
                  <a:gd name="T0" fmla="*/ 988 w 10"/>
                  <a:gd name="T1" fmla="*/ 0 h 15"/>
                  <a:gd name="T2" fmla="*/ 2270 w 10"/>
                  <a:gd name="T3" fmla="*/ 4701 h 15"/>
                  <a:gd name="T4" fmla="*/ 1770 w 10"/>
                  <a:gd name="T5" fmla="*/ 5405 h 15"/>
                  <a:gd name="T6" fmla="*/ 520 w 10"/>
                  <a:gd name="T7" fmla="*/ 1059 h 15"/>
                  <a:gd name="T8" fmla="*/ 988 w 1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4" y="0"/>
                    </a:moveTo>
                    <a:cubicBezTo>
                      <a:pt x="2" y="2"/>
                      <a:pt x="10" y="12"/>
                      <a:pt x="9" y="13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0" y="6"/>
                      <a:pt x="2" y="3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4" name="Freeform 2334">
                <a:extLst>
                  <a:ext uri="{FF2B5EF4-FFF2-40B4-BE49-F238E27FC236}">
                    <a16:creationId xmlns:a16="http://schemas.microsoft.com/office/drawing/2014/main" id="{53ADA179-559D-49F8-93F0-4DA7FFA96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2056"/>
                <a:ext cx="25" cy="40"/>
              </a:xfrm>
              <a:custGeom>
                <a:avLst/>
                <a:gdLst>
                  <a:gd name="T0" fmla="*/ 988 w 10"/>
                  <a:gd name="T1" fmla="*/ 0 h 15"/>
                  <a:gd name="T2" fmla="*/ 2270 w 10"/>
                  <a:gd name="T3" fmla="*/ 4301 h 15"/>
                  <a:gd name="T4" fmla="*/ 1770 w 10"/>
                  <a:gd name="T5" fmla="*/ 5405 h 15"/>
                  <a:gd name="T6" fmla="*/ 520 w 10"/>
                  <a:gd name="T7" fmla="*/ 661 h 15"/>
                  <a:gd name="T8" fmla="*/ 988 w 1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4" y="0"/>
                    </a:moveTo>
                    <a:cubicBezTo>
                      <a:pt x="2" y="2"/>
                      <a:pt x="10" y="11"/>
                      <a:pt x="9" y="12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4"/>
                      <a:pt x="0" y="5"/>
                      <a:pt x="2" y="2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5" name="Freeform 2335">
                <a:extLst>
                  <a:ext uri="{FF2B5EF4-FFF2-40B4-BE49-F238E27FC236}">
                    <a16:creationId xmlns:a16="http://schemas.microsoft.com/office/drawing/2014/main" id="{8A2BAB0D-804C-42FA-BC10-BCDBDF370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029"/>
                <a:ext cx="38" cy="19"/>
              </a:xfrm>
              <a:custGeom>
                <a:avLst/>
                <a:gdLst>
                  <a:gd name="T0" fmla="*/ 3658 w 15"/>
                  <a:gd name="T1" fmla="*/ 1620 h 7"/>
                  <a:gd name="T2" fmla="*/ 1900 w 15"/>
                  <a:gd name="T3" fmla="*/ 2342 h 7"/>
                  <a:gd name="T4" fmla="*/ 0 w 15"/>
                  <a:gd name="T5" fmla="*/ 2823 h 7"/>
                  <a:gd name="T6" fmla="*/ 327 w 15"/>
                  <a:gd name="T7" fmla="*/ 1620 h 7"/>
                  <a:gd name="T8" fmla="*/ 1900 w 15"/>
                  <a:gd name="T9" fmla="*/ 1200 h 7"/>
                  <a:gd name="T10" fmla="*/ 3955 w 15"/>
                  <a:gd name="T11" fmla="*/ 0 h 7"/>
                  <a:gd name="T12" fmla="*/ 3658 w 15"/>
                  <a:gd name="T13" fmla="*/ 162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7">
                    <a:moveTo>
                      <a:pt x="14" y="4"/>
                    </a:moveTo>
                    <a:cubicBezTo>
                      <a:pt x="14" y="5"/>
                      <a:pt x="10" y="6"/>
                      <a:pt x="7" y="6"/>
                    </a:cubicBezTo>
                    <a:cubicBezTo>
                      <a:pt x="4" y="7"/>
                      <a:pt x="0" y="7"/>
                      <a:pt x="0" y="7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5" y="3"/>
                      <a:pt x="7" y="3"/>
                    </a:cubicBezTo>
                    <a:cubicBezTo>
                      <a:pt x="12" y="2"/>
                      <a:pt x="15" y="1"/>
                      <a:pt x="15" y="0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6" name="Freeform 2336">
                <a:extLst>
                  <a:ext uri="{FF2B5EF4-FFF2-40B4-BE49-F238E27FC236}">
                    <a16:creationId xmlns:a16="http://schemas.microsoft.com/office/drawing/2014/main" id="{E28989B0-1C5E-49FB-A97E-20662696B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016"/>
                <a:ext cx="40" cy="19"/>
              </a:xfrm>
              <a:custGeom>
                <a:avLst/>
                <a:gdLst>
                  <a:gd name="T0" fmla="*/ 3438 w 16"/>
                  <a:gd name="T1" fmla="*/ 1200 h 7"/>
                  <a:gd name="T2" fmla="*/ 1770 w 16"/>
                  <a:gd name="T3" fmla="*/ 2342 h 7"/>
                  <a:gd name="T4" fmla="*/ 0 w 16"/>
                  <a:gd name="T5" fmla="*/ 2823 h 7"/>
                  <a:gd name="T6" fmla="*/ 313 w 16"/>
                  <a:gd name="T7" fmla="*/ 1200 h 7"/>
                  <a:gd name="T8" fmla="*/ 1958 w 16"/>
                  <a:gd name="T9" fmla="*/ 760 h 7"/>
                  <a:gd name="T10" fmla="*/ 3908 w 16"/>
                  <a:gd name="T11" fmla="*/ 0 h 7"/>
                  <a:gd name="T12" fmla="*/ 3438 w 16"/>
                  <a:gd name="T13" fmla="*/ 120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7">
                    <a:moveTo>
                      <a:pt x="14" y="3"/>
                    </a:moveTo>
                    <a:cubicBezTo>
                      <a:pt x="14" y="5"/>
                      <a:pt x="10" y="5"/>
                      <a:pt x="7" y="6"/>
                    </a:cubicBezTo>
                    <a:cubicBezTo>
                      <a:pt x="4" y="6"/>
                      <a:pt x="0" y="6"/>
                      <a:pt x="0" y="7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5" y="2"/>
                      <a:pt x="8" y="2"/>
                    </a:cubicBezTo>
                    <a:cubicBezTo>
                      <a:pt x="12" y="2"/>
                      <a:pt x="16" y="1"/>
                      <a:pt x="16" y="0"/>
                    </a:cubicBez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7" name="Freeform 2337">
                <a:extLst>
                  <a:ext uri="{FF2B5EF4-FFF2-40B4-BE49-F238E27FC236}">
                    <a16:creationId xmlns:a16="http://schemas.microsoft.com/office/drawing/2014/main" id="{C49B83CE-775F-4611-BEEA-EE5FB453D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037"/>
                <a:ext cx="28" cy="38"/>
              </a:xfrm>
              <a:custGeom>
                <a:avLst/>
                <a:gdLst>
                  <a:gd name="T0" fmla="*/ 1056 w 11"/>
                  <a:gd name="T1" fmla="*/ 0 h 14"/>
                  <a:gd name="T2" fmla="*/ 2688 w 11"/>
                  <a:gd name="T3" fmla="*/ 4397 h 14"/>
                  <a:gd name="T4" fmla="*/ 2146 w 11"/>
                  <a:gd name="T5" fmla="*/ 5600 h 14"/>
                  <a:gd name="T6" fmla="*/ 545 w 11"/>
                  <a:gd name="T7" fmla="*/ 1200 h 14"/>
                  <a:gd name="T8" fmla="*/ 1056 w 1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4" y="0"/>
                    </a:moveTo>
                    <a:cubicBezTo>
                      <a:pt x="2" y="2"/>
                      <a:pt x="11" y="10"/>
                      <a:pt x="10" y="11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0" y="6"/>
                      <a:pt x="2" y="3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8" name="Freeform 2338">
                <a:extLst>
                  <a:ext uri="{FF2B5EF4-FFF2-40B4-BE49-F238E27FC236}">
                    <a16:creationId xmlns:a16="http://schemas.microsoft.com/office/drawing/2014/main" id="{066C675C-50FE-4449-A3A3-1165E7206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024"/>
                <a:ext cx="27" cy="37"/>
              </a:xfrm>
              <a:custGeom>
                <a:avLst/>
                <a:gdLst>
                  <a:gd name="T0" fmla="*/ 903 w 11"/>
                  <a:gd name="T1" fmla="*/ 0 h 14"/>
                  <a:gd name="T2" fmla="*/ 2398 w 11"/>
                  <a:gd name="T3" fmla="*/ 3766 h 14"/>
                  <a:gd name="T4" fmla="*/ 1964 w 11"/>
                  <a:gd name="T5" fmla="*/ 4784 h 14"/>
                  <a:gd name="T6" fmla="*/ 427 w 11"/>
                  <a:gd name="T7" fmla="*/ 1033 h 14"/>
                  <a:gd name="T8" fmla="*/ 903 w 1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4" y="0"/>
                    </a:moveTo>
                    <a:cubicBezTo>
                      <a:pt x="2" y="2"/>
                      <a:pt x="11" y="10"/>
                      <a:pt x="11" y="11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0" y="6"/>
                      <a:pt x="2" y="3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9" name="Freeform 2339">
                <a:extLst>
                  <a:ext uri="{FF2B5EF4-FFF2-40B4-BE49-F238E27FC236}">
                    <a16:creationId xmlns:a16="http://schemas.microsoft.com/office/drawing/2014/main" id="{98C4DB6D-8F34-4147-8795-C5BEFFDB5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000"/>
                <a:ext cx="33" cy="16"/>
              </a:xfrm>
              <a:custGeom>
                <a:avLst/>
                <a:gdLst>
                  <a:gd name="T0" fmla="*/ 327 w 13"/>
                  <a:gd name="T1" fmla="*/ 1059 h 6"/>
                  <a:gd name="T2" fmla="*/ 1914 w 13"/>
                  <a:gd name="T3" fmla="*/ 397 h 6"/>
                  <a:gd name="T4" fmla="*/ 2404 w 13"/>
                  <a:gd name="T5" fmla="*/ 0 h 6"/>
                  <a:gd name="T6" fmla="*/ 3485 w 13"/>
                  <a:gd name="T7" fmla="*/ 397 h 6"/>
                  <a:gd name="T8" fmla="*/ 1914 w 13"/>
                  <a:gd name="T9" fmla="*/ 1459 h 6"/>
                  <a:gd name="T10" fmla="*/ 0 w 13"/>
                  <a:gd name="T11" fmla="*/ 2184 h 6"/>
                  <a:gd name="T12" fmla="*/ 327 w 13"/>
                  <a:gd name="T13" fmla="*/ 105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1" y="1"/>
                      <a:pt x="4" y="1"/>
                      <a:pt x="7" y="1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2"/>
                      <a:pt x="9" y="3"/>
                      <a:pt x="7" y="4"/>
                    </a:cubicBezTo>
                    <a:cubicBezTo>
                      <a:pt x="4" y="5"/>
                      <a:pt x="0" y="6"/>
                      <a:pt x="0" y="6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0" name="Freeform 2340">
                <a:extLst>
                  <a:ext uri="{FF2B5EF4-FFF2-40B4-BE49-F238E27FC236}">
                    <a16:creationId xmlns:a16="http://schemas.microsoft.com/office/drawing/2014/main" id="{C4C29BB5-33AF-4A8D-B3DF-AC19380F4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005"/>
                <a:ext cx="30" cy="35"/>
              </a:xfrm>
              <a:custGeom>
                <a:avLst/>
                <a:gdLst>
                  <a:gd name="T0" fmla="*/ 783 w 12"/>
                  <a:gd name="T1" fmla="*/ 0 h 13"/>
                  <a:gd name="T2" fmla="*/ 2938 w 12"/>
                  <a:gd name="T3" fmla="*/ 3842 h 13"/>
                  <a:gd name="T4" fmla="*/ 2470 w 12"/>
                  <a:gd name="T5" fmla="*/ 4935 h 13"/>
                  <a:gd name="T6" fmla="*/ 520 w 12"/>
                  <a:gd name="T7" fmla="*/ 1152 h 13"/>
                  <a:gd name="T8" fmla="*/ 783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3" y="0"/>
                    </a:moveTo>
                    <a:cubicBezTo>
                      <a:pt x="2" y="2"/>
                      <a:pt x="12" y="9"/>
                      <a:pt x="12" y="1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2"/>
                      <a:pt x="0" y="6"/>
                      <a:pt x="2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1" name="Freeform 2341">
                <a:extLst>
                  <a:ext uri="{FF2B5EF4-FFF2-40B4-BE49-F238E27FC236}">
                    <a16:creationId xmlns:a16="http://schemas.microsoft.com/office/drawing/2014/main" id="{C355A95F-2F2F-494A-BB86-22E6635AD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995"/>
                <a:ext cx="32" cy="32"/>
              </a:xfrm>
              <a:custGeom>
                <a:avLst/>
                <a:gdLst>
                  <a:gd name="T0" fmla="*/ 2715 w 13"/>
                  <a:gd name="T1" fmla="*/ 2824 h 12"/>
                  <a:gd name="T2" fmla="*/ 2284 w 13"/>
                  <a:gd name="T3" fmla="*/ 4301 h 12"/>
                  <a:gd name="T4" fmla="*/ 182 w 13"/>
                  <a:gd name="T5" fmla="*/ 397 h 12"/>
                  <a:gd name="T6" fmla="*/ 448 w 13"/>
                  <a:gd name="T7" fmla="*/ 0 h 12"/>
                  <a:gd name="T8" fmla="*/ 625 w 13"/>
                  <a:gd name="T9" fmla="*/ 0 h 12"/>
                  <a:gd name="T10" fmla="*/ 2715 w 13"/>
                  <a:gd name="T11" fmla="*/ 2824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2">
                    <a:moveTo>
                      <a:pt x="12" y="8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1"/>
                      <a:pt x="0" y="4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6" y="3"/>
                      <a:pt x="13" y="7"/>
                      <a:pt x="12" y="8"/>
                    </a:cubicBez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2" name="Freeform 2342">
                <a:extLst>
                  <a:ext uri="{FF2B5EF4-FFF2-40B4-BE49-F238E27FC236}">
                    <a16:creationId xmlns:a16="http://schemas.microsoft.com/office/drawing/2014/main" id="{F869FD3F-6D80-423D-8552-2E5A2154A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088"/>
                <a:ext cx="10" cy="27"/>
              </a:xfrm>
              <a:custGeom>
                <a:avLst/>
                <a:gdLst>
                  <a:gd name="T0" fmla="*/ 0 w 4"/>
                  <a:gd name="T1" fmla="*/ 0 h 10"/>
                  <a:gd name="T2" fmla="*/ 783 w 4"/>
                  <a:gd name="T3" fmla="*/ 2719 h 10"/>
                  <a:gd name="T4" fmla="*/ 988 w 4"/>
                  <a:gd name="T5" fmla="*/ 3877 h 10"/>
                  <a:gd name="T6" fmla="*/ 988 w 4"/>
                  <a:gd name="T7" fmla="*/ 3877 h 10"/>
                  <a:gd name="T8" fmla="*/ 313 w 4"/>
                  <a:gd name="T9" fmla="*/ 2282 h 10"/>
                  <a:gd name="T10" fmla="*/ 0 w 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1" y="2"/>
                      <a:pt x="2" y="5"/>
                      <a:pt x="3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2" y="8"/>
                      <a:pt x="1" y="6"/>
                    </a:cubicBezTo>
                    <a:cubicBezTo>
                      <a:pt x="0" y="4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3" name="Freeform 2343">
                <a:extLst>
                  <a:ext uri="{FF2B5EF4-FFF2-40B4-BE49-F238E27FC236}">
                    <a16:creationId xmlns:a16="http://schemas.microsoft.com/office/drawing/2014/main" id="{C1282175-4B1A-4B41-AA9D-D0C478D40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2075"/>
                <a:ext cx="12" cy="24"/>
              </a:xfrm>
              <a:custGeom>
                <a:avLst/>
                <a:gdLst>
                  <a:gd name="T0" fmla="*/ 0 w 5"/>
                  <a:gd name="T1" fmla="*/ 0 h 9"/>
                  <a:gd name="T2" fmla="*/ 564 w 5"/>
                  <a:gd name="T3" fmla="*/ 2184 h 9"/>
                  <a:gd name="T4" fmla="*/ 967 w 5"/>
                  <a:gd name="T5" fmla="*/ 3243 h 9"/>
                  <a:gd name="T6" fmla="*/ 967 w 5"/>
                  <a:gd name="T7" fmla="*/ 3243 h 9"/>
                  <a:gd name="T8" fmla="*/ 403 w 5"/>
                  <a:gd name="T9" fmla="*/ 1763 h 9"/>
                  <a:gd name="T10" fmla="*/ 0 w 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3" y="7"/>
                      <a:pt x="2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4" name="Freeform 2344">
                <a:extLst>
                  <a:ext uri="{FF2B5EF4-FFF2-40B4-BE49-F238E27FC236}">
                    <a16:creationId xmlns:a16="http://schemas.microsoft.com/office/drawing/2014/main" id="{3BD5AAC4-2E00-4ABC-BCCC-0DCE1959C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061"/>
                <a:ext cx="12" cy="24"/>
              </a:xfrm>
              <a:custGeom>
                <a:avLst/>
                <a:gdLst>
                  <a:gd name="T0" fmla="*/ 0 w 5"/>
                  <a:gd name="T1" fmla="*/ 0 h 9"/>
                  <a:gd name="T2" fmla="*/ 564 w 5"/>
                  <a:gd name="T3" fmla="*/ 2581 h 9"/>
                  <a:gd name="T4" fmla="*/ 967 w 5"/>
                  <a:gd name="T5" fmla="*/ 3243 h 9"/>
                  <a:gd name="T6" fmla="*/ 967 w 5"/>
                  <a:gd name="T7" fmla="*/ 3243 h 9"/>
                  <a:gd name="T8" fmla="*/ 403 w 5"/>
                  <a:gd name="T9" fmla="*/ 1763 h 9"/>
                  <a:gd name="T10" fmla="*/ 0 w 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1" y="2"/>
                      <a:pt x="2" y="5"/>
                      <a:pt x="3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3" y="7"/>
                      <a:pt x="2" y="5"/>
                    </a:cubicBezTo>
                    <a:cubicBezTo>
                      <a:pt x="1" y="4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5" name="Freeform 2345">
                <a:extLst>
                  <a:ext uri="{FF2B5EF4-FFF2-40B4-BE49-F238E27FC236}">
                    <a16:creationId xmlns:a16="http://schemas.microsoft.com/office/drawing/2014/main" id="{B605FF89-CD45-4C84-BF6D-596EACFAD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043"/>
                <a:ext cx="15" cy="24"/>
              </a:xfrm>
              <a:custGeom>
                <a:avLst/>
                <a:gdLst>
                  <a:gd name="T0" fmla="*/ 0 w 6"/>
                  <a:gd name="T1" fmla="*/ 397 h 9"/>
                  <a:gd name="T2" fmla="*/ 988 w 6"/>
                  <a:gd name="T3" fmla="*/ 2184 h 9"/>
                  <a:gd name="T4" fmla="*/ 1488 w 6"/>
                  <a:gd name="T5" fmla="*/ 3243 h 9"/>
                  <a:gd name="T6" fmla="*/ 1488 w 6"/>
                  <a:gd name="T7" fmla="*/ 3243 h 9"/>
                  <a:gd name="T8" fmla="*/ 783 w 6"/>
                  <a:gd name="T9" fmla="*/ 1763 h 9"/>
                  <a:gd name="T10" fmla="*/ 0 w 6"/>
                  <a:gd name="T11" fmla="*/ 0 h 9"/>
                  <a:gd name="T12" fmla="*/ 0 w 6"/>
                  <a:gd name="T13" fmla="*/ 39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0" y="1"/>
                    </a:moveTo>
                    <a:cubicBezTo>
                      <a:pt x="1" y="2"/>
                      <a:pt x="3" y="4"/>
                      <a:pt x="4" y="6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4" y="7"/>
                      <a:pt x="3" y="5"/>
                    </a:cubicBezTo>
                    <a:cubicBezTo>
                      <a:pt x="1" y="3"/>
                      <a:pt x="1" y="2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6" name="Freeform 2346">
                <a:extLst>
                  <a:ext uri="{FF2B5EF4-FFF2-40B4-BE49-F238E27FC236}">
                    <a16:creationId xmlns:a16="http://schemas.microsoft.com/office/drawing/2014/main" id="{AC9E96D1-C4CE-4A09-94B6-2FA56F7B1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029"/>
                <a:ext cx="18" cy="22"/>
              </a:xfrm>
              <a:custGeom>
                <a:avLst/>
                <a:gdLst>
                  <a:gd name="T0" fmla="*/ 0 w 7"/>
                  <a:gd name="T1" fmla="*/ 0 h 8"/>
                  <a:gd name="T2" fmla="*/ 1137 w 7"/>
                  <a:gd name="T3" fmla="*/ 2684 h 8"/>
                  <a:gd name="T4" fmla="*/ 2003 w 7"/>
                  <a:gd name="T5" fmla="*/ 3495 h 8"/>
                  <a:gd name="T6" fmla="*/ 2003 w 7"/>
                  <a:gd name="T7" fmla="*/ 3495 h 8"/>
                  <a:gd name="T8" fmla="*/ 918 w 7"/>
                  <a:gd name="T9" fmla="*/ 2225 h 8"/>
                  <a:gd name="T10" fmla="*/ 0 w 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1" y="2"/>
                      <a:pt x="3" y="4"/>
                      <a:pt x="4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4" y="7"/>
                      <a:pt x="3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7" name="Freeform 2347">
                <a:extLst>
                  <a:ext uri="{FF2B5EF4-FFF2-40B4-BE49-F238E27FC236}">
                    <a16:creationId xmlns:a16="http://schemas.microsoft.com/office/drawing/2014/main" id="{235032DC-0CB7-4E06-8322-CD60819D8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011"/>
                <a:ext cx="20" cy="21"/>
              </a:xfrm>
              <a:custGeom>
                <a:avLst/>
                <a:gdLst>
                  <a:gd name="T0" fmla="*/ 0 w 8"/>
                  <a:gd name="T1" fmla="*/ 0 h 8"/>
                  <a:gd name="T2" fmla="*/ 1300 w 8"/>
                  <a:gd name="T3" fmla="*/ 1612 h 8"/>
                  <a:gd name="T4" fmla="*/ 1958 w 8"/>
                  <a:gd name="T5" fmla="*/ 2604 h 8"/>
                  <a:gd name="T6" fmla="*/ 1958 w 8"/>
                  <a:gd name="T7" fmla="*/ 2604 h 8"/>
                  <a:gd name="T8" fmla="*/ 783 w 8"/>
                  <a:gd name="T9" fmla="*/ 1612 h 8"/>
                  <a:gd name="T10" fmla="*/ 0 w 8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5" y="6"/>
                      <a:pt x="3" y="5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8" name="Freeform 2348">
                <a:extLst>
                  <a:ext uri="{FF2B5EF4-FFF2-40B4-BE49-F238E27FC236}">
                    <a16:creationId xmlns:a16="http://schemas.microsoft.com/office/drawing/2014/main" id="{6EA20CD7-F8D1-447E-A74B-A3D4E5FD1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997"/>
                <a:ext cx="22" cy="16"/>
              </a:xfrm>
              <a:custGeom>
                <a:avLst/>
                <a:gdLst>
                  <a:gd name="T0" fmla="*/ 174 w 9"/>
                  <a:gd name="T1" fmla="*/ 0 h 6"/>
                  <a:gd name="T2" fmla="*/ 1315 w 9"/>
                  <a:gd name="T3" fmla="*/ 1459 h 6"/>
                  <a:gd name="T4" fmla="*/ 1931 w 9"/>
                  <a:gd name="T5" fmla="*/ 2184 h 6"/>
                  <a:gd name="T6" fmla="*/ 1750 w 9"/>
                  <a:gd name="T7" fmla="*/ 2184 h 6"/>
                  <a:gd name="T8" fmla="*/ 860 w 9"/>
                  <a:gd name="T9" fmla="*/ 1459 h 6"/>
                  <a:gd name="T10" fmla="*/ 0 w 9"/>
                  <a:gd name="T11" fmla="*/ 0 h 6"/>
                  <a:gd name="T12" fmla="*/ 174 w 9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1" y="0"/>
                    </a:moveTo>
                    <a:cubicBezTo>
                      <a:pt x="2" y="1"/>
                      <a:pt x="4" y="3"/>
                      <a:pt x="6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6" y="5"/>
                      <a:pt x="4" y="4"/>
                    </a:cubicBezTo>
                    <a:cubicBezTo>
                      <a:pt x="2" y="2"/>
                      <a:pt x="2" y="1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9" name="Freeform 2349">
                <a:extLst>
                  <a:ext uri="{FF2B5EF4-FFF2-40B4-BE49-F238E27FC236}">
                    <a16:creationId xmlns:a16="http://schemas.microsoft.com/office/drawing/2014/main" id="{8C43C611-674A-4E6D-8CAA-2FA69F00D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099"/>
                <a:ext cx="10" cy="26"/>
              </a:xfrm>
              <a:custGeom>
                <a:avLst/>
                <a:gdLst>
                  <a:gd name="T0" fmla="*/ 0 w 4"/>
                  <a:gd name="T1" fmla="*/ 0 h 10"/>
                  <a:gd name="T2" fmla="*/ 783 w 4"/>
                  <a:gd name="T3" fmla="*/ 2142 h 10"/>
                  <a:gd name="T4" fmla="*/ 988 w 4"/>
                  <a:gd name="T5" fmla="*/ 3110 h 10"/>
                  <a:gd name="T6" fmla="*/ 988 w 4"/>
                  <a:gd name="T7" fmla="*/ 3110 h 10"/>
                  <a:gd name="T8" fmla="*/ 313 w 4"/>
                  <a:gd name="T9" fmla="*/ 1914 h 10"/>
                  <a:gd name="T10" fmla="*/ 0 w 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2"/>
                      <a:pt x="1" y="5"/>
                      <a:pt x="3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2" y="8"/>
                      <a:pt x="1" y="6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0" name="Freeform 2350">
                <a:extLst>
                  <a:ext uri="{FF2B5EF4-FFF2-40B4-BE49-F238E27FC236}">
                    <a16:creationId xmlns:a16="http://schemas.microsoft.com/office/drawing/2014/main" id="{4AAE9CA8-B802-4015-8F8C-9747724BD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117"/>
                <a:ext cx="10" cy="24"/>
              </a:xfrm>
              <a:custGeom>
                <a:avLst/>
                <a:gdLst>
                  <a:gd name="T0" fmla="*/ 0 w 4"/>
                  <a:gd name="T1" fmla="*/ 0 h 9"/>
                  <a:gd name="T2" fmla="*/ 783 w 4"/>
                  <a:gd name="T3" fmla="*/ 2184 h 9"/>
                  <a:gd name="T4" fmla="*/ 988 w 4"/>
                  <a:gd name="T5" fmla="*/ 3243 h 9"/>
                  <a:gd name="T6" fmla="*/ 988 w 4"/>
                  <a:gd name="T7" fmla="*/ 3243 h 9"/>
                  <a:gd name="T8" fmla="*/ 313 w 4"/>
                  <a:gd name="T9" fmla="*/ 1763 h 9"/>
                  <a:gd name="T10" fmla="*/ 0 w 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1" y="1"/>
                      <a:pt x="2" y="4"/>
                      <a:pt x="3" y="6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2" y="7"/>
                      <a:pt x="1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1" name="Freeform 2351">
                <a:extLst>
                  <a:ext uri="{FF2B5EF4-FFF2-40B4-BE49-F238E27FC236}">
                    <a16:creationId xmlns:a16="http://schemas.microsoft.com/office/drawing/2014/main" id="{5634D3BF-97FD-4E20-ABD0-45D351A3D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125"/>
                <a:ext cx="10" cy="27"/>
              </a:xfrm>
              <a:custGeom>
                <a:avLst/>
                <a:gdLst>
                  <a:gd name="T0" fmla="*/ 0 w 4"/>
                  <a:gd name="T1" fmla="*/ 0 h 10"/>
                  <a:gd name="T2" fmla="*/ 783 w 4"/>
                  <a:gd name="T3" fmla="*/ 2719 h 10"/>
                  <a:gd name="T4" fmla="*/ 988 w 4"/>
                  <a:gd name="T5" fmla="*/ 3877 h 10"/>
                  <a:gd name="T6" fmla="*/ 988 w 4"/>
                  <a:gd name="T7" fmla="*/ 3877 h 10"/>
                  <a:gd name="T8" fmla="*/ 520 w 4"/>
                  <a:gd name="T9" fmla="*/ 2028 h 10"/>
                  <a:gd name="T10" fmla="*/ 0 w 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1" y="2"/>
                      <a:pt x="2" y="4"/>
                      <a:pt x="3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2" y="7"/>
                      <a:pt x="2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2" name="Freeform 2352">
                <a:extLst>
                  <a:ext uri="{FF2B5EF4-FFF2-40B4-BE49-F238E27FC236}">
                    <a16:creationId xmlns:a16="http://schemas.microsoft.com/office/drawing/2014/main" id="{5BC75BD3-CAA8-4AC3-AB6D-6917A8F65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141"/>
                <a:ext cx="8" cy="27"/>
              </a:xfrm>
              <a:custGeom>
                <a:avLst/>
                <a:gdLst>
                  <a:gd name="T0" fmla="*/ 397 w 3"/>
                  <a:gd name="T1" fmla="*/ 0 h 10"/>
                  <a:gd name="T2" fmla="*/ 661 w 3"/>
                  <a:gd name="T3" fmla="*/ 2719 h 10"/>
                  <a:gd name="T4" fmla="*/ 1059 w 3"/>
                  <a:gd name="T5" fmla="*/ 3877 h 10"/>
                  <a:gd name="T6" fmla="*/ 1059 w 3"/>
                  <a:gd name="T7" fmla="*/ 3877 h 10"/>
                  <a:gd name="T8" fmla="*/ 397 w 3"/>
                  <a:gd name="T9" fmla="*/ 2028 h 10"/>
                  <a:gd name="T10" fmla="*/ 397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1" y="0"/>
                    </a:moveTo>
                    <a:cubicBezTo>
                      <a:pt x="1" y="1"/>
                      <a:pt x="1" y="4"/>
                      <a:pt x="2" y="7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1" y="7"/>
                      <a:pt x="1" y="5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3" name="Freeform 2353">
                <a:extLst>
                  <a:ext uri="{FF2B5EF4-FFF2-40B4-BE49-F238E27FC236}">
                    <a16:creationId xmlns:a16="http://schemas.microsoft.com/office/drawing/2014/main" id="{9BFED2D3-E391-441B-A786-BE543C40A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44"/>
                <a:ext cx="22" cy="40"/>
              </a:xfrm>
              <a:custGeom>
                <a:avLst/>
                <a:gdLst>
                  <a:gd name="T0" fmla="*/ 1315 w 9"/>
                  <a:gd name="T1" fmla="*/ 0 h 15"/>
                  <a:gd name="T2" fmla="*/ 1750 w 9"/>
                  <a:gd name="T3" fmla="*/ 4701 h 15"/>
                  <a:gd name="T4" fmla="*/ 860 w 9"/>
                  <a:gd name="T5" fmla="*/ 5405 h 15"/>
                  <a:gd name="T6" fmla="*/ 616 w 9"/>
                  <a:gd name="T7" fmla="*/ 661 h 15"/>
                  <a:gd name="T8" fmla="*/ 1315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6" y="0"/>
                    </a:moveTo>
                    <a:cubicBezTo>
                      <a:pt x="3" y="1"/>
                      <a:pt x="9" y="13"/>
                      <a:pt x="8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0" y="3"/>
                      <a:pt x="3" y="2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4" name="Freeform 2354">
                <a:extLst>
                  <a:ext uri="{FF2B5EF4-FFF2-40B4-BE49-F238E27FC236}">
                    <a16:creationId xmlns:a16="http://schemas.microsoft.com/office/drawing/2014/main" id="{07A8AA76-136F-4FDA-9A63-AD1B1FE5B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149"/>
                <a:ext cx="7" cy="27"/>
              </a:xfrm>
              <a:custGeom>
                <a:avLst/>
                <a:gdLst>
                  <a:gd name="T0" fmla="*/ 152 w 3"/>
                  <a:gd name="T1" fmla="*/ 0 h 10"/>
                  <a:gd name="T2" fmla="*/ 355 w 3"/>
                  <a:gd name="T3" fmla="*/ 2719 h 10"/>
                  <a:gd name="T4" fmla="*/ 469 w 3"/>
                  <a:gd name="T5" fmla="*/ 3877 h 10"/>
                  <a:gd name="T6" fmla="*/ 469 w 3"/>
                  <a:gd name="T7" fmla="*/ 3877 h 10"/>
                  <a:gd name="T8" fmla="*/ 152 w 3"/>
                  <a:gd name="T9" fmla="*/ 2028 h 10"/>
                  <a:gd name="T10" fmla="*/ 152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1" y="0"/>
                    </a:moveTo>
                    <a:cubicBezTo>
                      <a:pt x="1" y="2"/>
                      <a:pt x="1" y="4"/>
                      <a:pt x="2" y="7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2" y="7"/>
                      <a:pt x="1" y="5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5" name="Freeform 2355">
                <a:extLst>
                  <a:ext uri="{FF2B5EF4-FFF2-40B4-BE49-F238E27FC236}">
                    <a16:creationId xmlns:a16="http://schemas.microsoft.com/office/drawing/2014/main" id="{C6A20CB2-093A-4A6E-BC62-D6D262AF9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189"/>
                <a:ext cx="42" cy="22"/>
              </a:xfrm>
              <a:custGeom>
                <a:avLst/>
                <a:gdLst>
                  <a:gd name="T0" fmla="*/ 635 w 17"/>
                  <a:gd name="T1" fmla="*/ 0 h 8"/>
                  <a:gd name="T2" fmla="*/ 2308 w 17"/>
                  <a:gd name="T3" fmla="*/ 976 h 8"/>
                  <a:gd name="T4" fmla="*/ 3876 w 17"/>
                  <a:gd name="T5" fmla="*/ 2225 h 8"/>
                  <a:gd name="T6" fmla="*/ 3199 w 17"/>
                  <a:gd name="T7" fmla="*/ 2973 h 8"/>
                  <a:gd name="T8" fmla="*/ 1826 w 17"/>
                  <a:gd name="T9" fmla="*/ 2225 h 8"/>
                  <a:gd name="T10" fmla="*/ 0 w 17"/>
                  <a:gd name="T11" fmla="*/ 1271 h 8"/>
                  <a:gd name="T12" fmla="*/ 635 w 17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3" y="0"/>
                    </a:moveTo>
                    <a:cubicBezTo>
                      <a:pt x="4" y="0"/>
                      <a:pt x="8" y="1"/>
                      <a:pt x="10" y="2"/>
                    </a:cubicBezTo>
                    <a:cubicBezTo>
                      <a:pt x="13" y="3"/>
                      <a:pt x="17" y="5"/>
                      <a:pt x="17" y="5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0" y="6"/>
                      <a:pt x="8" y="5"/>
                    </a:cubicBezTo>
                    <a:cubicBezTo>
                      <a:pt x="4" y="3"/>
                      <a:pt x="1" y="2"/>
                      <a:pt x="0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6" name="Freeform 2356">
                <a:extLst>
                  <a:ext uri="{FF2B5EF4-FFF2-40B4-BE49-F238E27FC236}">
                    <a16:creationId xmlns:a16="http://schemas.microsoft.com/office/drawing/2014/main" id="{5D213CA6-B23F-46E7-AB7B-B9447F2E4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197"/>
                <a:ext cx="45" cy="22"/>
              </a:xfrm>
              <a:custGeom>
                <a:avLst/>
                <a:gdLst>
                  <a:gd name="T0" fmla="*/ 783 w 18"/>
                  <a:gd name="T1" fmla="*/ 0 h 8"/>
                  <a:gd name="T2" fmla="*/ 2738 w 18"/>
                  <a:gd name="T3" fmla="*/ 976 h 8"/>
                  <a:gd name="T4" fmla="*/ 4425 w 18"/>
                  <a:gd name="T5" fmla="*/ 2225 h 8"/>
                  <a:gd name="T6" fmla="*/ 3438 w 18"/>
                  <a:gd name="T7" fmla="*/ 2973 h 8"/>
                  <a:gd name="T8" fmla="*/ 2270 w 18"/>
                  <a:gd name="T9" fmla="*/ 2225 h 8"/>
                  <a:gd name="T10" fmla="*/ 0 w 18"/>
                  <a:gd name="T11" fmla="*/ 1271 h 8"/>
                  <a:gd name="T12" fmla="*/ 783 w 1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3" y="0"/>
                    </a:moveTo>
                    <a:cubicBezTo>
                      <a:pt x="5" y="0"/>
                      <a:pt x="8" y="1"/>
                      <a:pt x="11" y="2"/>
                    </a:cubicBezTo>
                    <a:cubicBezTo>
                      <a:pt x="13" y="3"/>
                      <a:pt x="17" y="5"/>
                      <a:pt x="18" y="5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1" y="6"/>
                      <a:pt x="9" y="5"/>
                    </a:cubicBezTo>
                    <a:cubicBezTo>
                      <a:pt x="4" y="3"/>
                      <a:pt x="1" y="2"/>
                      <a:pt x="0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7" name="Freeform 2357">
                <a:extLst>
                  <a:ext uri="{FF2B5EF4-FFF2-40B4-BE49-F238E27FC236}">
                    <a16:creationId xmlns:a16="http://schemas.microsoft.com/office/drawing/2014/main" id="{AE1C1D93-8B65-4A81-99E7-1C77405F1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208"/>
                <a:ext cx="43" cy="21"/>
              </a:xfrm>
              <a:custGeom>
                <a:avLst/>
                <a:gdLst>
                  <a:gd name="T0" fmla="*/ 825 w 17"/>
                  <a:gd name="T1" fmla="*/ 378 h 8"/>
                  <a:gd name="T2" fmla="*/ 2911 w 17"/>
                  <a:gd name="T3" fmla="*/ 992 h 8"/>
                  <a:gd name="T4" fmla="*/ 4467 w 17"/>
                  <a:gd name="T5" fmla="*/ 1992 h 8"/>
                  <a:gd name="T6" fmla="*/ 3640 w 17"/>
                  <a:gd name="T7" fmla="*/ 2604 h 8"/>
                  <a:gd name="T8" fmla="*/ 2087 w 17"/>
                  <a:gd name="T9" fmla="*/ 1612 h 8"/>
                  <a:gd name="T10" fmla="*/ 0 w 17"/>
                  <a:gd name="T11" fmla="*/ 992 h 8"/>
                  <a:gd name="T12" fmla="*/ 825 w 17"/>
                  <a:gd name="T13" fmla="*/ 37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3" y="1"/>
                    </a:moveTo>
                    <a:cubicBezTo>
                      <a:pt x="4" y="0"/>
                      <a:pt x="8" y="1"/>
                      <a:pt x="11" y="3"/>
                    </a:cubicBezTo>
                    <a:cubicBezTo>
                      <a:pt x="13" y="4"/>
                      <a:pt x="17" y="6"/>
                      <a:pt x="1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1" y="7"/>
                      <a:pt x="8" y="5"/>
                    </a:cubicBezTo>
                    <a:cubicBezTo>
                      <a:pt x="4" y="3"/>
                      <a:pt x="1" y="3"/>
                      <a:pt x="0" y="3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8" name="Freeform 2358">
                <a:extLst>
                  <a:ext uri="{FF2B5EF4-FFF2-40B4-BE49-F238E27FC236}">
                    <a16:creationId xmlns:a16="http://schemas.microsoft.com/office/drawing/2014/main" id="{A4AE5849-4851-411A-B62D-86D753D62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219"/>
                <a:ext cx="42" cy="21"/>
              </a:xfrm>
              <a:custGeom>
                <a:avLst/>
                <a:gdLst>
                  <a:gd name="T0" fmla="*/ 635 w 17"/>
                  <a:gd name="T1" fmla="*/ 378 h 8"/>
                  <a:gd name="T2" fmla="*/ 2308 w 17"/>
                  <a:gd name="T3" fmla="*/ 614 h 8"/>
                  <a:gd name="T4" fmla="*/ 3876 w 17"/>
                  <a:gd name="T5" fmla="*/ 1612 h 8"/>
                  <a:gd name="T6" fmla="*/ 3199 w 17"/>
                  <a:gd name="T7" fmla="*/ 2226 h 8"/>
                  <a:gd name="T8" fmla="*/ 1826 w 17"/>
                  <a:gd name="T9" fmla="*/ 1612 h 8"/>
                  <a:gd name="T10" fmla="*/ 0 w 17"/>
                  <a:gd name="T11" fmla="*/ 992 h 8"/>
                  <a:gd name="T12" fmla="*/ 635 w 17"/>
                  <a:gd name="T13" fmla="*/ 37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3" y="1"/>
                    </a:moveTo>
                    <a:cubicBezTo>
                      <a:pt x="5" y="0"/>
                      <a:pt x="7" y="1"/>
                      <a:pt x="10" y="2"/>
                    </a:cubicBezTo>
                    <a:cubicBezTo>
                      <a:pt x="13" y="3"/>
                      <a:pt x="17" y="5"/>
                      <a:pt x="17" y="5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8"/>
                      <a:pt x="10" y="6"/>
                      <a:pt x="8" y="5"/>
                    </a:cubicBezTo>
                    <a:cubicBezTo>
                      <a:pt x="3" y="3"/>
                      <a:pt x="1" y="2"/>
                      <a:pt x="0" y="3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9" name="Freeform 2359">
                <a:extLst>
                  <a:ext uri="{FF2B5EF4-FFF2-40B4-BE49-F238E27FC236}">
                    <a16:creationId xmlns:a16="http://schemas.microsoft.com/office/drawing/2014/main" id="{60B535AA-6360-40ED-84D3-EF139D762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189"/>
                <a:ext cx="18" cy="40"/>
              </a:xfrm>
              <a:custGeom>
                <a:avLst/>
                <a:gdLst>
                  <a:gd name="T0" fmla="*/ 563 w 7"/>
                  <a:gd name="T1" fmla="*/ 5405 h 15"/>
                  <a:gd name="T2" fmla="*/ 0 w 7"/>
                  <a:gd name="T3" fmla="*/ 661 h 15"/>
                  <a:gd name="T4" fmla="*/ 1137 w 7"/>
                  <a:gd name="T5" fmla="*/ 0 h 15"/>
                  <a:gd name="T6" fmla="*/ 1448 w 7"/>
                  <a:gd name="T7" fmla="*/ 4701 h 15"/>
                  <a:gd name="T8" fmla="*/ 563 w 7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2" y="15"/>
                    </a:moveTo>
                    <a:cubicBezTo>
                      <a:pt x="4" y="14"/>
                      <a:pt x="0" y="3"/>
                      <a:pt x="0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7" y="11"/>
                      <a:pt x="5" y="13"/>
                    </a:cubicBez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0" name="Freeform 2360">
                <a:extLst>
                  <a:ext uri="{FF2B5EF4-FFF2-40B4-BE49-F238E27FC236}">
                    <a16:creationId xmlns:a16="http://schemas.microsoft.com/office/drawing/2014/main" id="{88DED3D9-8D5A-493B-9D50-8347C8B1B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197"/>
                <a:ext cx="20" cy="40"/>
              </a:xfrm>
              <a:custGeom>
                <a:avLst/>
                <a:gdLst>
                  <a:gd name="T0" fmla="*/ 520 w 8"/>
                  <a:gd name="T1" fmla="*/ 5405 h 15"/>
                  <a:gd name="T2" fmla="*/ 313 w 8"/>
                  <a:gd name="T3" fmla="*/ 661 h 15"/>
                  <a:gd name="T4" fmla="*/ 988 w 8"/>
                  <a:gd name="T5" fmla="*/ 0 h 15"/>
                  <a:gd name="T6" fmla="*/ 1488 w 8"/>
                  <a:gd name="T7" fmla="*/ 4701 h 15"/>
                  <a:gd name="T8" fmla="*/ 520 w 8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2" y="15"/>
                    </a:moveTo>
                    <a:cubicBezTo>
                      <a:pt x="5" y="14"/>
                      <a:pt x="0" y="3"/>
                      <a:pt x="1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8" y="12"/>
                      <a:pt x="6" y="13"/>
                    </a:cubicBez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1" name="Freeform 2361">
                <a:extLst>
                  <a:ext uri="{FF2B5EF4-FFF2-40B4-BE49-F238E27FC236}">
                    <a16:creationId xmlns:a16="http://schemas.microsoft.com/office/drawing/2014/main" id="{C697BEDF-8A76-4462-BA91-1A181438D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35"/>
                <a:ext cx="42" cy="16"/>
              </a:xfrm>
              <a:custGeom>
                <a:avLst/>
                <a:gdLst>
                  <a:gd name="T0" fmla="*/ 452 w 17"/>
                  <a:gd name="T1" fmla="*/ 397 h 6"/>
                  <a:gd name="T2" fmla="*/ 2308 w 17"/>
                  <a:gd name="T3" fmla="*/ 397 h 6"/>
                  <a:gd name="T4" fmla="*/ 3876 w 17"/>
                  <a:gd name="T5" fmla="*/ 1059 h 6"/>
                  <a:gd name="T6" fmla="*/ 3199 w 17"/>
                  <a:gd name="T7" fmla="*/ 1763 h 6"/>
                  <a:gd name="T8" fmla="*/ 1826 w 17"/>
                  <a:gd name="T9" fmla="*/ 1459 h 6"/>
                  <a:gd name="T10" fmla="*/ 0 w 17"/>
                  <a:gd name="T11" fmla="*/ 1059 h 6"/>
                  <a:gd name="T12" fmla="*/ 452 w 17"/>
                  <a:gd name="T13" fmla="*/ 397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2" y="1"/>
                    </a:moveTo>
                    <a:cubicBezTo>
                      <a:pt x="3" y="0"/>
                      <a:pt x="7" y="0"/>
                      <a:pt x="10" y="1"/>
                    </a:cubicBezTo>
                    <a:cubicBezTo>
                      <a:pt x="13" y="2"/>
                      <a:pt x="17" y="3"/>
                      <a:pt x="17" y="3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6"/>
                      <a:pt x="11" y="5"/>
                      <a:pt x="8" y="4"/>
                    </a:cubicBezTo>
                    <a:cubicBezTo>
                      <a:pt x="4" y="3"/>
                      <a:pt x="0" y="3"/>
                      <a:pt x="0" y="3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2" name="Freeform 2362">
                <a:extLst>
                  <a:ext uri="{FF2B5EF4-FFF2-40B4-BE49-F238E27FC236}">
                    <a16:creationId xmlns:a16="http://schemas.microsoft.com/office/drawing/2014/main" id="{3AE35CC3-A93A-435E-931F-973C0281F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245"/>
                <a:ext cx="43" cy="16"/>
              </a:xfrm>
              <a:custGeom>
                <a:avLst/>
                <a:gdLst>
                  <a:gd name="T0" fmla="*/ 825 w 17"/>
                  <a:gd name="T1" fmla="*/ 397 h 6"/>
                  <a:gd name="T2" fmla="*/ 2572 w 17"/>
                  <a:gd name="T3" fmla="*/ 397 h 6"/>
                  <a:gd name="T4" fmla="*/ 4467 w 17"/>
                  <a:gd name="T5" fmla="*/ 1059 h 6"/>
                  <a:gd name="T6" fmla="*/ 3640 w 17"/>
                  <a:gd name="T7" fmla="*/ 1763 h 6"/>
                  <a:gd name="T8" fmla="*/ 2087 w 17"/>
                  <a:gd name="T9" fmla="*/ 1459 h 6"/>
                  <a:gd name="T10" fmla="*/ 0 w 17"/>
                  <a:gd name="T11" fmla="*/ 1459 h 6"/>
                  <a:gd name="T12" fmla="*/ 825 w 17"/>
                  <a:gd name="T13" fmla="*/ 397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3" y="1"/>
                    </a:moveTo>
                    <a:cubicBezTo>
                      <a:pt x="4" y="0"/>
                      <a:pt x="7" y="0"/>
                      <a:pt x="10" y="1"/>
                    </a:cubicBezTo>
                    <a:cubicBezTo>
                      <a:pt x="13" y="2"/>
                      <a:pt x="17" y="3"/>
                      <a:pt x="17" y="3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6"/>
                      <a:pt x="11" y="5"/>
                      <a:pt x="8" y="4"/>
                    </a:cubicBezTo>
                    <a:cubicBezTo>
                      <a:pt x="4" y="3"/>
                      <a:pt x="1" y="3"/>
                      <a:pt x="0" y="4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3" name="Freeform 2363">
                <a:extLst>
                  <a:ext uri="{FF2B5EF4-FFF2-40B4-BE49-F238E27FC236}">
                    <a16:creationId xmlns:a16="http://schemas.microsoft.com/office/drawing/2014/main" id="{95FDE893-215C-4608-B930-5B136FD11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211"/>
                <a:ext cx="22" cy="40"/>
              </a:xfrm>
              <a:custGeom>
                <a:avLst/>
                <a:gdLst>
                  <a:gd name="T0" fmla="*/ 860 w 9"/>
                  <a:gd name="T1" fmla="*/ 5405 h 15"/>
                  <a:gd name="T2" fmla="*/ 174 w 9"/>
                  <a:gd name="T3" fmla="*/ 661 h 15"/>
                  <a:gd name="T4" fmla="*/ 860 w 9"/>
                  <a:gd name="T5" fmla="*/ 0 h 15"/>
                  <a:gd name="T6" fmla="*/ 1506 w 9"/>
                  <a:gd name="T7" fmla="*/ 4701 h 15"/>
                  <a:gd name="T8" fmla="*/ 860 w 9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4" y="15"/>
                    </a:moveTo>
                    <a:cubicBezTo>
                      <a:pt x="6" y="13"/>
                      <a:pt x="0" y="3"/>
                      <a:pt x="1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9" y="11"/>
                      <a:pt x="7" y="13"/>
                    </a:cubicBez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4" name="Freeform 2364">
                <a:extLst>
                  <a:ext uri="{FF2B5EF4-FFF2-40B4-BE49-F238E27FC236}">
                    <a16:creationId xmlns:a16="http://schemas.microsoft.com/office/drawing/2014/main" id="{CD878BA8-0282-4E5B-9BEA-913508053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219"/>
                <a:ext cx="23" cy="42"/>
              </a:xfrm>
              <a:custGeom>
                <a:avLst/>
                <a:gdLst>
                  <a:gd name="T0" fmla="*/ 1104 w 9"/>
                  <a:gd name="T1" fmla="*/ 5229 h 16"/>
                  <a:gd name="T2" fmla="*/ 332 w 9"/>
                  <a:gd name="T3" fmla="*/ 992 h 16"/>
                  <a:gd name="T4" fmla="*/ 1104 w 9"/>
                  <a:gd name="T5" fmla="*/ 0 h 16"/>
                  <a:gd name="T6" fmla="*/ 1973 w 9"/>
                  <a:gd name="T7" fmla="*/ 4232 h 16"/>
                  <a:gd name="T8" fmla="*/ 1104 w 9"/>
                  <a:gd name="T9" fmla="*/ 522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4" y="16"/>
                    </a:moveTo>
                    <a:cubicBezTo>
                      <a:pt x="6" y="14"/>
                      <a:pt x="0" y="3"/>
                      <a:pt x="1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9" y="11"/>
                      <a:pt x="7" y="13"/>
                    </a:cubicBez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5" name="Freeform 2365">
                <a:extLst>
                  <a:ext uri="{FF2B5EF4-FFF2-40B4-BE49-F238E27FC236}">
                    <a16:creationId xmlns:a16="http://schemas.microsoft.com/office/drawing/2014/main" id="{AD0A310D-6F64-4FFA-9AF7-AF39EAD1C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264"/>
                <a:ext cx="42" cy="13"/>
              </a:xfrm>
              <a:custGeom>
                <a:avLst/>
                <a:gdLst>
                  <a:gd name="T0" fmla="*/ 452 w 17"/>
                  <a:gd name="T1" fmla="*/ 372 h 5"/>
                  <a:gd name="T2" fmla="*/ 2308 w 17"/>
                  <a:gd name="T3" fmla="*/ 0 h 5"/>
                  <a:gd name="T4" fmla="*/ 3876 w 17"/>
                  <a:gd name="T5" fmla="*/ 372 h 5"/>
                  <a:gd name="T6" fmla="*/ 3395 w 17"/>
                  <a:gd name="T7" fmla="*/ 1196 h 5"/>
                  <a:gd name="T8" fmla="*/ 1826 w 17"/>
                  <a:gd name="T9" fmla="*/ 1196 h 5"/>
                  <a:gd name="T10" fmla="*/ 0 w 17"/>
                  <a:gd name="T11" fmla="*/ 1196 h 5"/>
                  <a:gd name="T12" fmla="*/ 452 w 17"/>
                  <a:gd name="T13" fmla="*/ 37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">
                    <a:moveTo>
                      <a:pt x="2" y="1"/>
                    </a:moveTo>
                    <a:cubicBezTo>
                      <a:pt x="3" y="0"/>
                      <a:pt x="7" y="0"/>
                      <a:pt x="10" y="0"/>
                    </a:cubicBezTo>
                    <a:cubicBezTo>
                      <a:pt x="12" y="1"/>
                      <a:pt x="17" y="1"/>
                      <a:pt x="17" y="1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5"/>
                      <a:pt x="11" y="4"/>
                      <a:pt x="8" y="4"/>
                    </a:cubicBezTo>
                    <a:cubicBezTo>
                      <a:pt x="4" y="3"/>
                      <a:pt x="1" y="4"/>
                      <a:pt x="0" y="4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6" name="Freeform 2366">
                <a:extLst>
                  <a:ext uri="{FF2B5EF4-FFF2-40B4-BE49-F238E27FC236}">
                    <a16:creationId xmlns:a16="http://schemas.microsoft.com/office/drawing/2014/main" id="{097DD63F-6593-4893-9ECB-9ADD911F9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277"/>
                <a:ext cx="45" cy="14"/>
              </a:xfrm>
              <a:custGeom>
                <a:avLst/>
                <a:gdLst>
                  <a:gd name="T0" fmla="*/ 783 w 18"/>
                  <a:gd name="T1" fmla="*/ 487 h 5"/>
                  <a:gd name="T2" fmla="*/ 2738 w 18"/>
                  <a:gd name="T3" fmla="*/ 0 h 5"/>
                  <a:gd name="T4" fmla="*/ 4425 w 18"/>
                  <a:gd name="T5" fmla="*/ 487 h 5"/>
                  <a:gd name="T6" fmla="*/ 3908 w 18"/>
                  <a:gd name="T7" fmla="*/ 1912 h 5"/>
                  <a:gd name="T8" fmla="*/ 2270 w 18"/>
                  <a:gd name="T9" fmla="*/ 1364 h 5"/>
                  <a:gd name="T10" fmla="*/ 0 w 18"/>
                  <a:gd name="T11" fmla="*/ 1912 h 5"/>
                  <a:gd name="T12" fmla="*/ 783 w 18"/>
                  <a:gd name="T13" fmla="*/ 487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3" y="1"/>
                    </a:moveTo>
                    <a:cubicBezTo>
                      <a:pt x="4" y="0"/>
                      <a:pt x="7" y="0"/>
                      <a:pt x="11" y="0"/>
                    </a:cubicBezTo>
                    <a:cubicBezTo>
                      <a:pt x="13" y="0"/>
                      <a:pt x="18" y="1"/>
                      <a:pt x="18" y="1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5"/>
                      <a:pt x="12" y="4"/>
                      <a:pt x="9" y="3"/>
                    </a:cubicBezTo>
                    <a:cubicBezTo>
                      <a:pt x="4" y="3"/>
                      <a:pt x="1" y="3"/>
                      <a:pt x="0" y="4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7" name="Freeform 2367">
                <a:extLst>
                  <a:ext uri="{FF2B5EF4-FFF2-40B4-BE49-F238E27FC236}">
                    <a16:creationId xmlns:a16="http://schemas.microsoft.com/office/drawing/2014/main" id="{EDF203C6-C12C-4856-8A07-287374045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235"/>
                <a:ext cx="25" cy="42"/>
              </a:xfrm>
              <a:custGeom>
                <a:avLst/>
                <a:gdLst>
                  <a:gd name="T0" fmla="*/ 1300 w 10"/>
                  <a:gd name="T1" fmla="*/ 5229 h 16"/>
                  <a:gd name="T2" fmla="*/ 313 w 10"/>
                  <a:gd name="T3" fmla="*/ 992 h 16"/>
                  <a:gd name="T4" fmla="*/ 783 w 10"/>
                  <a:gd name="T5" fmla="*/ 0 h 16"/>
                  <a:gd name="T6" fmla="*/ 1958 w 10"/>
                  <a:gd name="T7" fmla="*/ 4232 h 16"/>
                  <a:gd name="T8" fmla="*/ 1300 w 10"/>
                  <a:gd name="T9" fmla="*/ 522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5" y="16"/>
                    </a:moveTo>
                    <a:cubicBezTo>
                      <a:pt x="7" y="13"/>
                      <a:pt x="0" y="4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0" y="11"/>
                      <a:pt x="8" y="13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8" name="Freeform 2368">
                <a:extLst>
                  <a:ext uri="{FF2B5EF4-FFF2-40B4-BE49-F238E27FC236}">
                    <a16:creationId xmlns:a16="http://schemas.microsoft.com/office/drawing/2014/main" id="{8F797A7B-E3AD-4686-856C-F7EEFAB4A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248"/>
                <a:ext cx="25" cy="40"/>
              </a:xfrm>
              <a:custGeom>
                <a:avLst/>
                <a:gdLst>
                  <a:gd name="T0" fmla="*/ 1300 w 10"/>
                  <a:gd name="T1" fmla="*/ 5405 h 15"/>
                  <a:gd name="T2" fmla="*/ 0 w 10"/>
                  <a:gd name="T3" fmla="*/ 1059 h 15"/>
                  <a:gd name="T4" fmla="*/ 783 w 10"/>
                  <a:gd name="T5" fmla="*/ 0 h 15"/>
                  <a:gd name="T6" fmla="*/ 1958 w 10"/>
                  <a:gd name="T7" fmla="*/ 4301 h 15"/>
                  <a:gd name="T8" fmla="*/ 1300 w 10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5" y="15"/>
                    </a:moveTo>
                    <a:cubicBezTo>
                      <a:pt x="7" y="13"/>
                      <a:pt x="0" y="4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0" y="10"/>
                      <a:pt x="8" y="12"/>
                    </a:cubicBez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9" name="Freeform 2369">
                <a:extLst>
                  <a:ext uri="{FF2B5EF4-FFF2-40B4-BE49-F238E27FC236}">
                    <a16:creationId xmlns:a16="http://schemas.microsoft.com/office/drawing/2014/main" id="{055C1A7C-A709-4A57-8AC1-F633B9F04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96"/>
                <a:ext cx="42" cy="16"/>
              </a:xfrm>
              <a:custGeom>
                <a:avLst/>
                <a:gdLst>
                  <a:gd name="T0" fmla="*/ 452 w 17"/>
                  <a:gd name="T1" fmla="*/ 661 h 6"/>
                  <a:gd name="T2" fmla="*/ 2009 w 17"/>
                  <a:gd name="T3" fmla="*/ 0 h 6"/>
                  <a:gd name="T4" fmla="*/ 3876 w 17"/>
                  <a:gd name="T5" fmla="*/ 0 h 6"/>
                  <a:gd name="T6" fmla="*/ 3395 w 17"/>
                  <a:gd name="T7" fmla="*/ 1059 h 6"/>
                  <a:gd name="T8" fmla="*/ 2009 w 17"/>
                  <a:gd name="T9" fmla="*/ 1459 h 6"/>
                  <a:gd name="T10" fmla="*/ 0 w 17"/>
                  <a:gd name="T11" fmla="*/ 2184 h 6"/>
                  <a:gd name="T12" fmla="*/ 452 w 17"/>
                  <a:gd name="T13" fmla="*/ 66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2" y="2"/>
                    </a:moveTo>
                    <a:cubicBezTo>
                      <a:pt x="2" y="1"/>
                      <a:pt x="6" y="0"/>
                      <a:pt x="9" y="0"/>
                    </a:cubicBezTo>
                    <a:cubicBezTo>
                      <a:pt x="12" y="0"/>
                      <a:pt x="17" y="0"/>
                      <a:pt x="17" y="0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1" y="4"/>
                      <a:pt x="9" y="4"/>
                    </a:cubicBezTo>
                    <a:cubicBezTo>
                      <a:pt x="4" y="4"/>
                      <a:pt x="0" y="5"/>
                      <a:pt x="0" y="6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0" name="Freeform 2370">
                <a:extLst>
                  <a:ext uri="{FF2B5EF4-FFF2-40B4-BE49-F238E27FC236}">
                    <a16:creationId xmlns:a16="http://schemas.microsoft.com/office/drawing/2014/main" id="{E062E5F6-5589-40ED-B694-5EE9196FD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307"/>
                <a:ext cx="43" cy="18"/>
              </a:xfrm>
              <a:custGeom>
                <a:avLst/>
                <a:gdLst>
                  <a:gd name="T0" fmla="*/ 531 w 17"/>
                  <a:gd name="T1" fmla="*/ 918 h 7"/>
                  <a:gd name="T2" fmla="*/ 2572 w 17"/>
                  <a:gd name="T3" fmla="*/ 357 h 7"/>
                  <a:gd name="T4" fmla="*/ 4467 w 17"/>
                  <a:gd name="T5" fmla="*/ 0 h 7"/>
                  <a:gd name="T6" fmla="*/ 3936 w 17"/>
                  <a:gd name="T7" fmla="*/ 1137 h 7"/>
                  <a:gd name="T8" fmla="*/ 2380 w 17"/>
                  <a:gd name="T9" fmla="*/ 1448 h 7"/>
                  <a:gd name="T10" fmla="*/ 0 w 17"/>
                  <a:gd name="T11" fmla="*/ 2003 h 7"/>
                  <a:gd name="T12" fmla="*/ 531 w 17"/>
                  <a:gd name="T13" fmla="*/ 91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7">
                    <a:moveTo>
                      <a:pt x="2" y="3"/>
                    </a:moveTo>
                    <a:cubicBezTo>
                      <a:pt x="3" y="2"/>
                      <a:pt x="6" y="1"/>
                      <a:pt x="10" y="1"/>
                    </a:cubicBezTo>
                    <a:cubicBezTo>
                      <a:pt x="12" y="1"/>
                      <a:pt x="17" y="1"/>
                      <a:pt x="17" y="0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5"/>
                      <a:pt x="11" y="4"/>
                      <a:pt x="9" y="5"/>
                    </a:cubicBezTo>
                    <a:cubicBezTo>
                      <a:pt x="4" y="5"/>
                      <a:pt x="0" y="6"/>
                      <a:pt x="0" y="7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1" name="Freeform 2371">
                <a:extLst>
                  <a:ext uri="{FF2B5EF4-FFF2-40B4-BE49-F238E27FC236}">
                    <a16:creationId xmlns:a16="http://schemas.microsoft.com/office/drawing/2014/main" id="{B0522F9D-B848-465D-A967-71D185F93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267"/>
                <a:ext cx="28" cy="37"/>
              </a:xfrm>
              <a:custGeom>
                <a:avLst/>
                <a:gdLst>
                  <a:gd name="T0" fmla="*/ 2146 w 11"/>
                  <a:gd name="T1" fmla="*/ 4784 h 14"/>
                  <a:gd name="T2" fmla="*/ 331 w 11"/>
                  <a:gd name="T3" fmla="*/ 1033 h 14"/>
                  <a:gd name="T4" fmla="*/ 843 w 11"/>
                  <a:gd name="T5" fmla="*/ 0 h 14"/>
                  <a:gd name="T6" fmla="*/ 2688 w 11"/>
                  <a:gd name="T7" fmla="*/ 3766 h 14"/>
                  <a:gd name="T8" fmla="*/ 2146 w 11"/>
                  <a:gd name="T9" fmla="*/ 478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8" y="14"/>
                    </a:moveTo>
                    <a:cubicBezTo>
                      <a:pt x="9" y="12"/>
                      <a:pt x="0" y="4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1" y="9"/>
                      <a:pt x="10" y="11"/>
                    </a:cubicBez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2" name="Freeform 2372">
                <a:extLst>
                  <a:ext uri="{FF2B5EF4-FFF2-40B4-BE49-F238E27FC236}">
                    <a16:creationId xmlns:a16="http://schemas.microsoft.com/office/drawing/2014/main" id="{4E8884F5-F1D3-4EA7-8A86-FA23F0ED4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280"/>
                <a:ext cx="30" cy="40"/>
              </a:xfrm>
              <a:custGeom>
                <a:avLst/>
                <a:gdLst>
                  <a:gd name="T0" fmla="*/ 1958 w 12"/>
                  <a:gd name="T1" fmla="*/ 5405 h 15"/>
                  <a:gd name="T2" fmla="*/ 0 w 12"/>
                  <a:gd name="T3" fmla="*/ 1059 h 15"/>
                  <a:gd name="T4" fmla="*/ 783 w 12"/>
                  <a:gd name="T5" fmla="*/ 0 h 15"/>
                  <a:gd name="T6" fmla="*/ 2470 w 12"/>
                  <a:gd name="T7" fmla="*/ 4301 h 15"/>
                  <a:gd name="T8" fmla="*/ 1958 w 12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8" y="15"/>
                    </a:moveTo>
                    <a:cubicBezTo>
                      <a:pt x="10" y="12"/>
                      <a:pt x="0" y="4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2" y="9"/>
                      <a:pt x="10" y="12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3" name="Freeform 2373">
                <a:extLst>
                  <a:ext uri="{FF2B5EF4-FFF2-40B4-BE49-F238E27FC236}">
                    <a16:creationId xmlns:a16="http://schemas.microsoft.com/office/drawing/2014/main" id="{CB37B1CA-CE8C-4B24-BA5A-0BBED2567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205"/>
                <a:ext cx="5" cy="27"/>
              </a:xfrm>
              <a:custGeom>
                <a:avLst/>
                <a:gdLst>
                  <a:gd name="T0" fmla="*/ 520 w 2"/>
                  <a:gd name="T1" fmla="*/ 3877 h 10"/>
                  <a:gd name="T2" fmla="*/ 313 w 2"/>
                  <a:gd name="T3" fmla="*/ 1158 h 10"/>
                  <a:gd name="T4" fmla="*/ 0 w 2"/>
                  <a:gd name="T5" fmla="*/ 0 h 10"/>
                  <a:gd name="T6" fmla="*/ 0 w 2"/>
                  <a:gd name="T7" fmla="*/ 0 h 10"/>
                  <a:gd name="T8" fmla="*/ 520 w 2"/>
                  <a:gd name="T9" fmla="*/ 2028 h 10"/>
                  <a:gd name="T10" fmla="*/ 520 w 2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8"/>
                      <a:pt x="1" y="6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2" y="5"/>
                    </a:cubicBezTo>
                    <a:cubicBezTo>
                      <a:pt x="2" y="7"/>
                      <a:pt x="2" y="8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4" name="Freeform 2374">
                <a:extLst>
                  <a:ext uri="{FF2B5EF4-FFF2-40B4-BE49-F238E27FC236}">
                    <a16:creationId xmlns:a16="http://schemas.microsoft.com/office/drawing/2014/main" id="{002D7F6E-7C92-4736-BA38-312DC45EE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219"/>
                <a:ext cx="7" cy="26"/>
              </a:xfrm>
              <a:custGeom>
                <a:avLst/>
                <a:gdLst>
                  <a:gd name="T0" fmla="*/ 469 w 3"/>
                  <a:gd name="T1" fmla="*/ 3110 h 10"/>
                  <a:gd name="T2" fmla="*/ 152 w 3"/>
                  <a:gd name="T3" fmla="*/ 967 h 10"/>
                  <a:gd name="T4" fmla="*/ 0 w 3"/>
                  <a:gd name="T5" fmla="*/ 0 h 10"/>
                  <a:gd name="T6" fmla="*/ 0 w 3"/>
                  <a:gd name="T7" fmla="*/ 0 h 10"/>
                  <a:gd name="T8" fmla="*/ 355 w 3"/>
                  <a:gd name="T9" fmla="*/ 1196 h 10"/>
                  <a:gd name="T10" fmla="*/ 469 w 3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8"/>
                      <a:pt x="2" y="5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2" y="4"/>
                    </a:cubicBezTo>
                    <a:cubicBezTo>
                      <a:pt x="3" y="6"/>
                      <a:pt x="3" y="8"/>
                      <a:pt x="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5" name="Freeform 2375">
                <a:extLst>
                  <a:ext uri="{FF2B5EF4-FFF2-40B4-BE49-F238E27FC236}">
                    <a16:creationId xmlns:a16="http://schemas.microsoft.com/office/drawing/2014/main" id="{CA36D282-D742-4F53-95E0-9CC3F2ED9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227"/>
                <a:ext cx="10" cy="26"/>
              </a:xfrm>
              <a:custGeom>
                <a:avLst/>
                <a:gdLst>
                  <a:gd name="T0" fmla="*/ 783 w 4"/>
                  <a:gd name="T1" fmla="*/ 3110 h 10"/>
                  <a:gd name="T2" fmla="*/ 313 w 4"/>
                  <a:gd name="T3" fmla="*/ 967 h 10"/>
                  <a:gd name="T4" fmla="*/ 0 w 4"/>
                  <a:gd name="T5" fmla="*/ 0 h 10"/>
                  <a:gd name="T6" fmla="*/ 0 w 4"/>
                  <a:gd name="T7" fmla="*/ 0 h 10"/>
                  <a:gd name="T8" fmla="*/ 783 w 4"/>
                  <a:gd name="T9" fmla="*/ 1547 h 10"/>
                  <a:gd name="T10" fmla="*/ 783 w 4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3" y="10"/>
                    </a:moveTo>
                    <a:cubicBezTo>
                      <a:pt x="3" y="8"/>
                      <a:pt x="2" y="6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3"/>
                      <a:pt x="3" y="5"/>
                    </a:cubicBezTo>
                    <a:cubicBezTo>
                      <a:pt x="4" y="7"/>
                      <a:pt x="3" y="8"/>
                      <a:pt x="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6" name="Freeform 2376">
                <a:extLst>
                  <a:ext uri="{FF2B5EF4-FFF2-40B4-BE49-F238E27FC236}">
                    <a16:creationId xmlns:a16="http://schemas.microsoft.com/office/drawing/2014/main" id="{C9BD138B-07C1-4D3C-B356-86F371B4A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245"/>
                <a:ext cx="10" cy="24"/>
              </a:xfrm>
              <a:custGeom>
                <a:avLst/>
                <a:gdLst>
                  <a:gd name="T0" fmla="*/ 988 w 4"/>
                  <a:gd name="T1" fmla="*/ 3243 h 9"/>
                  <a:gd name="T2" fmla="*/ 313 w 4"/>
                  <a:gd name="T3" fmla="*/ 1059 h 9"/>
                  <a:gd name="T4" fmla="*/ 0 w 4"/>
                  <a:gd name="T5" fmla="*/ 0 h 9"/>
                  <a:gd name="T6" fmla="*/ 0 w 4"/>
                  <a:gd name="T7" fmla="*/ 0 h 9"/>
                  <a:gd name="T8" fmla="*/ 783 w 4"/>
                  <a:gd name="T9" fmla="*/ 1459 h 9"/>
                  <a:gd name="T10" fmla="*/ 988 w 4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4" y="9"/>
                    </a:moveTo>
                    <a:cubicBezTo>
                      <a:pt x="4" y="8"/>
                      <a:pt x="2" y="5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4"/>
                    </a:cubicBezTo>
                    <a:cubicBezTo>
                      <a:pt x="4" y="6"/>
                      <a:pt x="4" y="7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7" name="Freeform 2377">
                <a:extLst>
                  <a:ext uri="{FF2B5EF4-FFF2-40B4-BE49-F238E27FC236}">
                    <a16:creationId xmlns:a16="http://schemas.microsoft.com/office/drawing/2014/main" id="{7D352B99-171F-4163-A6A7-DBF6194AA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259"/>
                <a:ext cx="12" cy="24"/>
              </a:xfrm>
              <a:custGeom>
                <a:avLst/>
                <a:gdLst>
                  <a:gd name="T0" fmla="*/ 967 w 5"/>
                  <a:gd name="T1" fmla="*/ 3243 h 9"/>
                  <a:gd name="T2" fmla="*/ 403 w 5"/>
                  <a:gd name="T3" fmla="*/ 661 h 9"/>
                  <a:gd name="T4" fmla="*/ 0 w 5"/>
                  <a:gd name="T5" fmla="*/ 0 h 9"/>
                  <a:gd name="T6" fmla="*/ 168 w 5"/>
                  <a:gd name="T7" fmla="*/ 0 h 9"/>
                  <a:gd name="T8" fmla="*/ 802 w 5"/>
                  <a:gd name="T9" fmla="*/ 1459 h 9"/>
                  <a:gd name="T10" fmla="*/ 967 w 5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5" y="9"/>
                    </a:moveTo>
                    <a:cubicBezTo>
                      <a:pt x="5" y="7"/>
                      <a:pt x="3" y="5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3" y="2"/>
                      <a:pt x="4" y="4"/>
                    </a:cubicBezTo>
                    <a:cubicBezTo>
                      <a:pt x="5" y="6"/>
                      <a:pt x="5" y="7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8" name="Freeform 2378">
                <a:extLst>
                  <a:ext uri="{FF2B5EF4-FFF2-40B4-BE49-F238E27FC236}">
                    <a16:creationId xmlns:a16="http://schemas.microsoft.com/office/drawing/2014/main" id="{99E2E1D9-71C2-4DF6-AAC1-07F9A88FE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275"/>
                <a:ext cx="15" cy="24"/>
              </a:xfrm>
              <a:custGeom>
                <a:avLst/>
                <a:gdLst>
                  <a:gd name="T0" fmla="*/ 1488 w 6"/>
                  <a:gd name="T1" fmla="*/ 3243 h 9"/>
                  <a:gd name="T2" fmla="*/ 520 w 6"/>
                  <a:gd name="T3" fmla="*/ 1059 h 9"/>
                  <a:gd name="T4" fmla="*/ 0 w 6"/>
                  <a:gd name="T5" fmla="*/ 0 h 9"/>
                  <a:gd name="T6" fmla="*/ 0 w 6"/>
                  <a:gd name="T7" fmla="*/ 0 h 9"/>
                  <a:gd name="T8" fmla="*/ 988 w 6"/>
                  <a:gd name="T9" fmla="*/ 1459 h 9"/>
                  <a:gd name="T10" fmla="*/ 1488 w 6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cubicBezTo>
                      <a:pt x="5" y="7"/>
                      <a:pt x="3" y="5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3"/>
                      <a:pt x="4" y="4"/>
                    </a:cubicBezTo>
                    <a:cubicBezTo>
                      <a:pt x="5" y="6"/>
                      <a:pt x="5" y="7"/>
                      <a:pt x="6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9" name="Freeform 2379">
                <a:extLst>
                  <a:ext uri="{FF2B5EF4-FFF2-40B4-BE49-F238E27FC236}">
                    <a16:creationId xmlns:a16="http://schemas.microsoft.com/office/drawing/2014/main" id="{8F35D3D7-FFAC-4062-B99C-12C254887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291"/>
                <a:ext cx="15" cy="21"/>
              </a:xfrm>
              <a:custGeom>
                <a:avLst/>
                <a:gdLst>
                  <a:gd name="T0" fmla="*/ 1488 w 6"/>
                  <a:gd name="T1" fmla="*/ 2604 h 8"/>
                  <a:gd name="T2" fmla="*/ 520 w 6"/>
                  <a:gd name="T3" fmla="*/ 992 h 8"/>
                  <a:gd name="T4" fmla="*/ 0 w 6"/>
                  <a:gd name="T5" fmla="*/ 0 h 8"/>
                  <a:gd name="T6" fmla="*/ 0 w 6"/>
                  <a:gd name="T7" fmla="*/ 0 h 8"/>
                  <a:gd name="T8" fmla="*/ 988 w 6"/>
                  <a:gd name="T9" fmla="*/ 1378 h 8"/>
                  <a:gd name="T10" fmla="*/ 1488 w 6"/>
                  <a:gd name="T11" fmla="*/ 260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6" y="8"/>
                    </a:moveTo>
                    <a:cubicBezTo>
                      <a:pt x="6" y="7"/>
                      <a:pt x="4" y="4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4" y="4"/>
                    </a:cubicBezTo>
                    <a:cubicBezTo>
                      <a:pt x="5" y="5"/>
                      <a:pt x="6" y="7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0" name="Freeform 2380">
                <a:extLst>
                  <a:ext uri="{FF2B5EF4-FFF2-40B4-BE49-F238E27FC236}">
                    <a16:creationId xmlns:a16="http://schemas.microsoft.com/office/drawing/2014/main" id="{C0A496A4-6E8C-4386-9454-0D73154B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197"/>
                <a:ext cx="5" cy="27"/>
              </a:xfrm>
              <a:custGeom>
                <a:avLst/>
                <a:gdLst>
                  <a:gd name="T0" fmla="*/ 520 w 2"/>
                  <a:gd name="T1" fmla="*/ 3877 h 10"/>
                  <a:gd name="T2" fmla="*/ 313 w 2"/>
                  <a:gd name="T3" fmla="*/ 1158 h 10"/>
                  <a:gd name="T4" fmla="*/ 0 w 2"/>
                  <a:gd name="T5" fmla="*/ 0 h 10"/>
                  <a:gd name="T6" fmla="*/ 0 w 2"/>
                  <a:gd name="T7" fmla="*/ 0 h 10"/>
                  <a:gd name="T8" fmla="*/ 520 w 2"/>
                  <a:gd name="T9" fmla="*/ 2028 h 10"/>
                  <a:gd name="T10" fmla="*/ 520 w 2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8"/>
                      <a:pt x="1" y="5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2" y="5"/>
                    </a:cubicBezTo>
                    <a:cubicBezTo>
                      <a:pt x="2" y="7"/>
                      <a:pt x="2" y="8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1" name="Freeform 2381">
                <a:extLst>
                  <a:ext uri="{FF2B5EF4-FFF2-40B4-BE49-F238E27FC236}">
                    <a16:creationId xmlns:a16="http://schemas.microsoft.com/office/drawing/2014/main" id="{0C7A5048-FF7A-4CFC-8455-8247F3C2D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155"/>
                <a:ext cx="42" cy="13"/>
              </a:xfrm>
              <a:custGeom>
                <a:avLst/>
                <a:gdLst>
                  <a:gd name="T0" fmla="*/ 3395 w 17"/>
                  <a:gd name="T1" fmla="*/ 967 h 5"/>
                  <a:gd name="T2" fmla="*/ 1569 w 17"/>
                  <a:gd name="T3" fmla="*/ 1547 h 5"/>
                  <a:gd name="T4" fmla="*/ 0 w 17"/>
                  <a:gd name="T5" fmla="*/ 1547 h 5"/>
                  <a:gd name="T6" fmla="*/ 452 w 17"/>
                  <a:gd name="T7" fmla="*/ 595 h 5"/>
                  <a:gd name="T8" fmla="*/ 1826 w 17"/>
                  <a:gd name="T9" fmla="*/ 372 h 5"/>
                  <a:gd name="T10" fmla="*/ 3876 w 17"/>
                  <a:gd name="T11" fmla="*/ 0 h 5"/>
                  <a:gd name="T12" fmla="*/ 3395 w 17"/>
                  <a:gd name="T13" fmla="*/ 967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">
                    <a:moveTo>
                      <a:pt x="15" y="3"/>
                    </a:moveTo>
                    <a:cubicBezTo>
                      <a:pt x="14" y="4"/>
                      <a:pt x="10" y="5"/>
                      <a:pt x="7" y="5"/>
                    </a:cubicBezTo>
                    <a:cubicBezTo>
                      <a:pt x="5" y="5"/>
                      <a:pt x="0" y="4"/>
                      <a:pt x="0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0"/>
                      <a:pt x="6" y="1"/>
                      <a:pt x="8" y="1"/>
                    </a:cubicBezTo>
                    <a:cubicBezTo>
                      <a:pt x="13" y="1"/>
                      <a:pt x="16" y="1"/>
                      <a:pt x="17" y="0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2" name="Freeform 2382">
                <a:extLst>
                  <a:ext uri="{FF2B5EF4-FFF2-40B4-BE49-F238E27FC236}">
                    <a16:creationId xmlns:a16="http://schemas.microsoft.com/office/drawing/2014/main" id="{DDA8D53E-AF90-42BF-8445-FCEABAF50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139"/>
                <a:ext cx="40" cy="16"/>
              </a:xfrm>
              <a:custGeom>
                <a:avLst/>
                <a:gdLst>
                  <a:gd name="T0" fmla="*/ 3438 w 16"/>
                  <a:gd name="T1" fmla="*/ 1459 h 6"/>
                  <a:gd name="T2" fmla="*/ 1770 w 16"/>
                  <a:gd name="T3" fmla="*/ 2184 h 6"/>
                  <a:gd name="T4" fmla="*/ 0 w 16"/>
                  <a:gd name="T5" fmla="*/ 1763 h 6"/>
                  <a:gd name="T6" fmla="*/ 520 w 16"/>
                  <a:gd name="T7" fmla="*/ 661 h 6"/>
                  <a:gd name="T8" fmla="*/ 1958 w 16"/>
                  <a:gd name="T9" fmla="*/ 661 h 6"/>
                  <a:gd name="T10" fmla="*/ 3908 w 16"/>
                  <a:gd name="T11" fmla="*/ 0 h 6"/>
                  <a:gd name="T12" fmla="*/ 3438 w 16"/>
                  <a:gd name="T13" fmla="*/ 145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4" y="4"/>
                    </a:moveTo>
                    <a:cubicBezTo>
                      <a:pt x="13" y="5"/>
                      <a:pt x="10" y="6"/>
                      <a:pt x="7" y="6"/>
                    </a:cubicBezTo>
                    <a:cubicBezTo>
                      <a:pt x="4" y="6"/>
                      <a:pt x="0" y="5"/>
                      <a:pt x="0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6" y="2"/>
                      <a:pt x="8" y="2"/>
                    </a:cubicBezTo>
                    <a:cubicBezTo>
                      <a:pt x="13" y="2"/>
                      <a:pt x="15" y="1"/>
                      <a:pt x="16" y="0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3" name="Freeform 2383">
                <a:extLst>
                  <a:ext uri="{FF2B5EF4-FFF2-40B4-BE49-F238E27FC236}">
                    <a16:creationId xmlns:a16="http://schemas.microsoft.com/office/drawing/2014/main" id="{0859FAF3-6F1C-4346-B39A-5D65A39FF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117"/>
                <a:ext cx="37" cy="16"/>
              </a:xfrm>
              <a:custGeom>
                <a:avLst/>
                <a:gdLst>
                  <a:gd name="T0" fmla="*/ 3182 w 15"/>
                  <a:gd name="T1" fmla="*/ 1459 h 6"/>
                  <a:gd name="T2" fmla="*/ 1564 w 15"/>
                  <a:gd name="T3" fmla="*/ 1763 h 6"/>
                  <a:gd name="T4" fmla="*/ 0 w 15"/>
                  <a:gd name="T5" fmla="*/ 2184 h 6"/>
                  <a:gd name="T6" fmla="*/ 451 w 15"/>
                  <a:gd name="T7" fmla="*/ 1059 h 6"/>
                  <a:gd name="T8" fmla="*/ 1813 w 15"/>
                  <a:gd name="T9" fmla="*/ 397 h 6"/>
                  <a:gd name="T10" fmla="*/ 3365 w 15"/>
                  <a:gd name="T11" fmla="*/ 0 h 6"/>
                  <a:gd name="T12" fmla="*/ 3182 w 15"/>
                  <a:gd name="T13" fmla="*/ 145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14" y="4"/>
                    </a:moveTo>
                    <a:cubicBezTo>
                      <a:pt x="13" y="5"/>
                      <a:pt x="10" y="4"/>
                      <a:pt x="7" y="5"/>
                    </a:cubicBezTo>
                    <a:cubicBezTo>
                      <a:pt x="5" y="6"/>
                      <a:pt x="0" y="6"/>
                      <a:pt x="0" y="6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5" y="2"/>
                      <a:pt x="8" y="1"/>
                    </a:cubicBezTo>
                    <a:cubicBezTo>
                      <a:pt x="12" y="1"/>
                      <a:pt x="15" y="2"/>
                      <a:pt x="15" y="0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4" name="Freeform 2384">
                <a:extLst>
                  <a:ext uri="{FF2B5EF4-FFF2-40B4-BE49-F238E27FC236}">
                    <a16:creationId xmlns:a16="http://schemas.microsoft.com/office/drawing/2014/main" id="{EBC789F8-9ED0-4195-B8CA-499A53EDB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096"/>
                <a:ext cx="38" cy="27"/>
              </a:xfrm>
              <a:custGeom>
                <a:avLst/>
                <a:gdLst>
                  <a:gd name="T0" fmla="*/ 3658 w 15"/>
                  <a:gd name="T1" fmla="*/ 1596 h 10"/>
                  <a:gd name="T2" fmla="*/ 1900 w 15"/>
                  <a:gd name="T3" fmla="*/ 3127 h 10"/>
                  <a:gd name="T4" fmla="*/ 0 w 15"/>
                  <a:gd name="T5" fmla="*/ 3877 h 10"/>
                  <a:gd name="T6" fmla="*/ 327 w 15"/>
                  <a:gd name="T7" fmla="*/ 2282 h 10"/>
                  <a:gd name="T8" fmla="*/ 1900 w 15"/>
                  <a:gd name="T9" fmla="*/ 1596 h 10"/>
                  <a:gd name="T10" fmla="*/ 3955 w 15"/>
                  <a:gd name="T11" fmla="*/ 0 h 10"/>
                  <a:gd name="T12" fmla="*/ 3658 w 15"/>
                  <a:gd name="T13" fmla="*/ 159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0">
                    <a:moveTo>
                      <a:pt x="14" y="4"/>
                    </a:moveTo>
                    <a:cubicBezTo>
                      <a:pt x="13" y="5"/>
                      <a:pt x="10" y="7"/>
                      <a:pt x="7" y="8"/>
                    </a:cubicBezTo>
                    <a:cubicBezTo>
                      <a:pt x="5" y="9"/>
                      <a:pt x="0" y="10"/>
                      <a:pt x="0" y="10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4" y="5"/>
                      <a:pt x="7" y="4"/>
                    </a:cubicBezTo>
                    <a:cubicBezTo>
                      <a:pt x="12" y="3"/>
                      <a:pt x="15" y="1"/>
                      <a:pt x="15" y="0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5" name="Freeform 2385">
                <a:extLst>
                  <a:ext uri="{FF2B5EF4-FFF2-40B4-BE49-F238E27FC236}">
                    <a16:creationId xmlns:a16="http://schemas.microsoft.com/office/drawing/2014/main" id="{28BB0C40-D271-493D-8AF0-EF3296AF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125"/>
                <a:ext cx="27" cy="38"/>
              </a:xfrm>
              <a:custGeom>
                <a:avLst/>
                <a:gdLst>
                  <a:gd name="T0" fmla="*/ 621 w 11"/>
                  <a:gd name="T1" fmla="*/ 0 h 14"/>
                  <a:gd name="T2" fmla="*/ 2398 w 11"/>
                  <a:gd name="T3" fmla="*/ 4397 h 14"/>
                  <a:gd name="T4" fmla="*/ 1964 w 11"/>
                  <a:gd name="T5" fmla="*/ 5600 h 14"/>
                  <a:gd name="T6" fmla="*/ 427 w 11"/>
                  <a:gd name="T7" fmla="*/ 1200 h 14"/>
                  <a:gd name="T8" fmla="*/ 621 w 1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3" y="0"/>
                    </a:moveTo>
                    <a:cubicBezTo>
                      <a:pt x="2" y="3"/>
                      <a:pt x="11" y="10"/>
                      <a:pt x="11" y="11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0" y="6"/>
                      <a:pt x="2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6" name="Freeform 2386">
                <a:extLst>
                  <a:ext uri="{FF2B5EF4-FFF2-40B4-BE49-F238E27FC236}">
                    <a16:creationId xmlns:a16="http://schemas.microsoft.com/office/drawing/2014/main" id="{65CBF73D-B341-4347-8CE0-0D507AECA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112"/>
                <a:ext cx="28" cy="37"/>
              </a:xfrm>
              <a:custGeom>
                <a:avLst/>
                <a:gdLst>
                  <a:gd name="T0" fmla="*/ 843 w 11"/>
                  <a:gd name="T1" fmla="*/ 0 h 14"/>
                  <a:gd name="T2" fmla="*/ 2986 w 11"/>
                  <a:gd name="T3" fmla="*/ 3766 h 14"/>
                  <a:gd name="T4" fmla="*/ 2474 w 11"/>
                  <a:gd name="T5" fmla="*/ 4784 h 14"/>
                  <a:gd name="T6" fmla="*/ 545 w 11"/>
                  <a:gd name="T7" fmla="*/ 1033 h 14"/>
                  <a:gd name="T8" fmla="*/ 843 w 1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3" y="0"/>
                    </a:moveTo>
                    <a:cubicBezTo>
                      <a:pt x="2" y="2"/>
                      <a:pt x="11" y="10"/>
                      <a:pt x="11" y="11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0" y="6"/>
                      <a:pt x="2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7" name="Freeform 2387">
                <a:extLst>
                  <a:ext uri="{FF2B5EF4-FFF2-40B4-BE49-F238E27FC236}">
                    <a16:creationId xmlns:a16="http://schemas.microsoft.com/office/drawing/2014/main" id="{61B2C1AD-1CA2-4AA7-B88A-76C6AB262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117"/>
                <a:ext cx="17" cy="22"/>
              </a:xfrm>
              <a:custGeom>
                <a:avLst/>
                <a:gdLst>
                  <a:gd name="T0" fmla="*/ 0 w 7"/>
                  <a:gd name="T1" fmla="*/ 462 h 8"/>
                  <a:gd name="T2" fmla="*/ 1003 w 7"/>
                  <a:gd name="T3" fmla="*/ 2684 h 8"/>
                  <a:gd name="T4" fmla="*/ 1433 w 7"/>
                  <a:gd name="T5" fmla="*/ 3495 h 8"/>
                  <a:gd name="T6" fmla="*/ 1433 w 7"/>
                  <a:gd name="T7" fmla="*/ 3495 h 8"/>
                  <a:gd name="T8" fmla="*/ 590 w 7"/>
                  <a:gd name="T9" fmla="*/ 2225 h 8"/>
                  <a:gd name="T10" fmla="*/ 0 w 7"/>
                  <a:gd name="T11" fmla="*/ 0 h 8"/>
                  <a:gd name="T12" fmla="*/ 0 w 7"/>
                  <a:gd name="T13" fmla="*/ 46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0" y="1"/>
                    </a:moveTo>
                    <a:cubicBezTo>
                      <a:pt x="1" y="2"/>
                      <a:pt x="3" y="4"/>
                      <a:pt x="5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4" y="6"/>
                      <a:pt x="3" y="5"/>
                    </a:cubicBezTo>
                    <a:cubicBezTo>
                      <a:pt x="1" y="3"/>
                      <a:pt x="1" y="2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8" name="Freeform 2388">
                <a:extLst>
                  <a:ext uri="{FF2B5EF4-FFF2-40B4-BE49-F238E27FC236}">
                    <a16:creationId xmlns:a16="http://schemas.microsoft.com/office/drawing/2014/main" id="{388ADD9E-BF58-4445-8117-62629EA29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131"/>
                <a:ext cx="20" cy="21"/>
              </a:xfrm>
              <a:custGeom>
                <a:avLst/>
                <a:gdLst>
                  <a:gd name="T0" fmla="*/ 313 w 8"/>
                  <a:gd name="T1" fmla="*/ 0 h 8"/>
                  <a:gd name="T2" fmla="*/ 1300 w 8"/>
                  <a:gd name="T3" fmla="*/ 1992 h 8"/>
                  <a:gd name="T4" fmla="*/ 1958 w 8"/>
                  <a:gd name="T5" fmla="*/ 2604 h 8"/>
                  <a:gd name="T6" fmla="*/ 1770 w 8"/>
                  <a:gd name="T7" fmla="*/ 2604 h 8"/>
                  <a:gd name="T8" fmla="*/ 783 w 8"/>
                  <a:gd name="T9" fmla="*/ 1612 h 8"/>
                  <a:gd name="T10" fmla="*/ 0 w 8"/>
                  <a:gd name="T11" fmla="*/ 0 h 8"/>
                  <a:gd name="T12" fmla="*/ 313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1" y="2"/>
                      <a:pt x="3" y="4"/>
                      <a:pt x="5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5" y="6"/>
                      <a:pt x="3" y="5"/>
                    </a:cubicBezTo>
                    <a:cubicBezTo>
                      <a:pt x="2" y="3"/>
                      <a:pt x="1" y="2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9" name="Freeform 2389">
                <a:extLst>
                  <a:ext uri="{FF2B5EF4-FFF2-40B4-BE49-F238E27FC236}">
                    <a16:creationId xmlns:a16="http://schemas.microsoft.com/office/drawing/2014/main" id="{6121DBAF-633C-4D11-B160-314C5E24B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091"/>
                <a:ext cx="30" cy="40"/>
              </a:xfrm>
              <a:custGeom>
                <a:avLst/>
                <a:gdLst>
                  <a:gd name="T0" fmla="*/ 783 w 12"/>
                  <a:gd name="T1" fmla="*/ 0 h 15"/>
                  <a:gd name="T2" fmla="*/ 2738 w 12"/>
                  <a:gd name="T3" fmla="*/ 3891 h 15"/>
                  <a:gd name="T4" fmla="*/ 2270 w 12"/>
                  <a:gd name="T5" fmla="*/ 5405 h 15"/>
                  <a:gd name="T6" fmla="*/ 313 w 12"/>
                  <a:gd name="T7" fmla="*/ 1059 h 15"/>
                  <a:gd name="T8" fmla="*/ 783 w 1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3" y="0"/>
                    </a:moveTo>
                    <a:cubicBezTo>
                      <a:pt x="1" y="2"/>
                      <a:pt x="12" y="10"/>
                      <a:pt x="11" y="11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4"/>
                      <a:pt x="0" y="6"/>
                      <a:pt x="1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0" name="Freeform 2390">
                <a:extLst>
                  <a:ext uri="{FF2B5EF4-FFF2-40B4-BE49-F238E27FC236}">
                    <a16:creationId xmlns:a16="http://schemas.microsoft.com/office/drawing/2014/main" id="{548D30EB-46F5-4B5D-BB7B-D4C414FA8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099"/>
                <a:ext cx="18" cy="21"/>
              </a:xfrm>
              <a:custGeom>
                <a:avLst/>
                <a:gdLst>
                  <a:gd name="T0" fmla="*/ 0 w 7"/>
                  <a:gd name="T1" fmla="*/ 0 h 8"/>
                  <a:gd name="T2" fmla="*/ 1137 w 7"/>
                  <a:gd name="T3" fmla="*/ 1612 h 8"/>
                  <a:gd name="T4" fmla="*/ 2003 w 7"/>
                  <a:gd name="T5" fmla="*/ 2604 h 8"/>
                  <a:gd name="T6" fmla="*/ 2003 w 7"/>
                  <a:gd name="T7" fmla="*/ 2604 h 8"/>
                  <a:gd name="T8" fmla="*/ 918 w 7"/>
                  <a:gd name="T9" fmla="*/ 1378 h 8"/>
                  <a:gd name="T10" fmla="*/ 0 w 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1" y="1"/>
                      <a:pt x="3" y="3"/>
                      <a:pt x="4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4" y="5"/>
                      <a:pt x="3" y="4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1" name="Freeform 2391">
                <a:extLst>
                  <a:ext uri="{FF2B5EF4-FFF2-40B4-BE49-F238E27FC236}">
                    <a16:creationId xmlns:a16="http://schemas.microsoft.com/office/drawing/2014/main" id="{91584617-37B6-4D8B-808D-823BC584B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77"/>
                <a:ext cx="30" cy="30"/>
              </a:xfrm>
              <a:custGeom>
                <a:avLst/>
                <a:gdLst>
                  <a:gd name="T0" fmla="*/ 313 w 12"/>
                  <a:gd name="T1" fmla="*/ 0 h 11"/>
                  <a:gd name="T2" fmla="*/ 2938 w 12"/>
                  <a:gd name="T3" fmla="*/ 2877 h 11"/>
                  <a:gd name="T4" fmla="*/ 2738 w 12"/>
                  <a:gd name="T5" fmla="*/ 4544 h 11"/>
                  <a:gd name="T6" fmla="*/ 313 w 12"/>
                  <a:gd name="T7" fmla="*/ 1219 h 11"/>
                  <a:gd name="T8" fmla="*/ 313 w 1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" y="0"/>
                    </a:moveTo>
                    <a:cubicBezTo>
                      <a:pt x="1" y="3"/>
                      <a:pt x="12" y="6"/>
                      <a:pt x="12" y="7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0"/>
                      <a:pt x="0" y="7"/>
                      <a:pt x="1" y="3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564" name="Group 2392">
              <a:extLst>
                <a:ext uri="{FF2B5EF4-FFF2-40B4-BE49-F238E27FC236}">
                  <a16:creationId xmlns:a16="http://schemas.microsoft.com/office/drawing/2014/main" id="{D5B03B76-6C17-4BEE-928D-991D803E26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0" y="1909"/>
              <a:ext cx="638" cy="558"/>
              <a:chOff x="4140" y="1909"/>
              <a:chExt cx="638" cy="558"/>
            </a:xfrm>
          </p:grpSpPr>
          <p:sp>
            <p:nvSpPr>
              <p:cNvPr id="19422" name="Freeform 2393">
                <a:extLst>
                  <a:ext uri="{FF2B5EF4-FFF2-40B4-BE49-F238E27FC236}">
                    <a16:creationId xmlns:a16="http://schemas.microsoft.com/office/drawing/2014/main" id="{0731CA16-6294-4633-A303-B70949734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085"/>
                <a:ext cx="22" cy="11"/>
              </a:xfrm>
              <a:custGeom>
                <a:avLst/>
                <a:gdLst>
                  <a:gd name="T0" fmla="*/ 0 w 9"/>
                  <a:gd name="T1" fmla="*/ 0 h 4"/>
                  <a:gd name="T2" fmla="*/ 1315 w 9"/>
                  <a:gd name="T3" fmla="*/ 1271 h 4"/>
                  <a:gd name="T4" fmla="*/ 1931 w 9"/>
                  <a:gd name="T5" fmla="*/ 1724 h 4"/>
                  <a:gd name="T6" fmla="*/ 1931 w 9"/>
                  <a:gd name="T7" fmla="*/ 1724 h 4"/>
                  <a:gd name="T8" fmla="*/ 860 w 9"/>
                  <a:gd name="T9" fmla="*/ 1271 h 4"/>
                  <a:gd name="T10" fmla="*/ 0 w 9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1" y="1"/>
                      <a:pt x="4" y="2"/>
                      <a:pt x="6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6" y="4"/>
                      <a:pt x="4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3" name="Freeform 2394">
                <a:extLst>
                  <a:ext uri="{FF2B5EF4-FFF2-40B4-BE49-F238E27FC236}">
                    <a16:creationId xmlns:a16="http://schemas.microsoft.com/office/drawing/2014/main" id="{4472E3FD-85B2-4172-9D7C-8C55C3016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176"/>
                <a:ext cx="40" cy="19"/>
              </a:xfrm>
              <a:custGeom>
                <a:avLst/>
                <a:gdLst>
                  <a:gd name="T0" fmla="*/ 3250 w 16"/>
                  <a:gd name="T1" fmla="*/ 2342 h 7"/>
                  <a:gd name="T2" fmla="*/ 1770 w 16"/>
                  <a:gd name="T3" fmla="*/ 2063 h 7"/>
                  <a:gd name="T4" fmla="*/ 0 w 16"/>
                  <a:gd name="T5" fmla="*/ 1200 h 7"/>
                  <a:gd name="T6" fmla="*/ 783 w 16"/>
                  <a:gd name="T7" fmla="*/ 442 h 7"/>
                  <a:gd name="T8" fmla="*/ 2270 w 16"/>
                  <a:gd name="T9" fmla="*/ 760 h 7"/>
                  <a:gd name="T10" fmla="*/ 3908 w 16"/>
                  <a:gd name="T11" fmla="*/ 1620 h 7"/>
                  <a:gd name="T12" fmla="*/ 3250 w 16"/>
                  <a:gd name="T13" fmla="*/ 234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7">
                    <a:moveTo>
                      <a:pt x="13" y="6"/>
                    </a:moveTo>
                    <a:cubicBezTo>
                      <a:pt x="12" y="7"/>
                      <a:pt x="10" y="6"/>
                      <a:pt x="7" y="5"/>
                    </a:cubicBezTo>
                    <a:cubicBezTo>
                      <a:pt x="4" y="4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6" y="1"/>
                      <a:pt x="9" y="2"/>
                    </a:cubicBezTo>
                    <a:cubicBezTo>
                      <a:pt x="13" y="4"/>
                      <a:pt x="15" y="5"/>
                      <a:pt x="16" y="4"/>
                    </a:cubicBez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4" name="Freeform 2395">
                <a:extLst>
                  <a:ext uri="{FF2B5EF4-FFF2-40B4-BE49-F238E27FC236}">
                    <a16:creationId xmlns:a16="http://schemas.microsoft.com/office/drawing/2014/main" id="{45B2AEC9-403F-4DF5-9991-243F10B03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168"/>
                <a:ext cx="45" cy="16"/>
              </a:xfrm>
              <a:custGeom>
                <a:avLst/>
                <a:gdLst>
                  <a:gd name="T0" fmla="*/ 3720 w 18"/>
                  <a:gd name="T1" fmla="*/ 1763 h 6"/>
                  <a:gd name="T2" fmla="*/ 1958 w 18"/>
                  <a:gd name="T3" fmla="*/ 1763 h 6"/>
                  <a:gd name="T4" fmla="*/ 0 w 18"/>
                  <a:gd name="T5" fmla="*/ 1059 h 6"/>
                  <a:gd name="T6" fmla="*/ 783 w 18"/>
                  <a:gd name="T7" fmla="*/ 397 h 6"/>
                  <a:gd name="T8" fmla="*/ 2270 w 18"/>
                  <a:gd name="T9" fmla="*/ 661 h 6"/>
                  <a:gd name="T10" fmla="*/ 4425 w 18"/>
                  <a:gd name="T11" fmla="*/ 661 h 6"/>
                  <a:gd name="T12" fmla="*/ 3720 w 18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15" y="5"/>
                    </a:moveTo>
                    <a:cubicBezTo>
                      <a:pt x="14" y="6"/>
                      <a:pt x="11" y="6"/>
                      <a:pt x="8" y="5"/>
                    </a:cubicBezTo>
                    <a:cubicBezTo>
                      <a:pt x="5" y="4"/>
                      <a:pt x="1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7" y="1"/>
                      <a:pt x="9" y="2"/>
                    </a:cubicBezTo>
                    <a:cubicBezTo>
                      <a:pt x="14" y="3"/>
                      <a:pt x="17" y="3"/>
                      <a:pt x="18" y="2"/>
                    </a:cubicBez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5" name="Freeform 2396">
                <a:extLst>
                  <a:ext uri="{FF2B5EF4-FFF2-40B4-BE49-F238E27FC236}">
                    <a16:creationId xmlns:a16="http://schemas.microsoft.com/office/drawing/2014/main" id="{F7BF0DC2-E6A1-4DD8-A44F-EB12B0B10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179"/>
                <a:ext cx="20" cy="40"/>
              </a:xfrm>
              <a:custGeom>
                <a:avLst/>
                <a:gdLst>
                  <a:gd name="T0" fmla="*/ 1488 w 8"/>
                  <a:gd name="T1" fmla="*/ 0 h 15"/>
                  <a:gd name="T2" fmla="*/ 1770 w 8"/>
                  <a:gd name="T3" fmla="*/ 4701 h 15"/>
                  <a:gd name="T4" fmla="*/ 988 w 8"/>
                  <a:gd name="T5" fmla="*/ 5405 h 15"/>
                  <a:gd name="T6" fmla="*/ 783 w 8"/>
                  <a:gd name="T7" fmla="*/ 397 h 15"/>
                  <a:gd name="T8" fmla="*/ 1488 w 8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6" y="0"/>
                    </a:moveTo>
                    <a:cubicBezTo>
                      <a:pt x="4" y="1"/>
                      <a:pt x="8" y="12"/>
                      <a:pt x="7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4"/>
                      <a:pt x="0" y="3"/>
                      <a:pt x="3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6" name="Freeform 2397">
                <a:extLst>
                  <a:ext uri="{FF2B5EF4-FFF2-40B4-BE49-F238E27FC236}">
                    <a16:creationId xmlns:a16="http://schemas.microsoft.com/office/drawing/2014/main" id="{7A2BAFC7-69D7-4BA5-A537-69F388E1D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168"/>
                <a:ext cx="20" cy="40"/>
              </a:xfrm>
              <a:custGeom>
                <a:avLst/>
                <a:gdLst>
                  <a:gd name="T0" fmla="*/ 1488 w 8"/>
                  <a:gd name="T1" fmla="*/ 0 h 15"/>
                  <a:gd name="T2" fmla="*/ 1770 w 8"/>
                  <a:gd name="T3" fmla="*/ 4701 h 15"/>
                  <a:gd name="T4" fmla="*/ 783 w 8"/>
                  <a:gd name="T5" fmla="*/ 5405 h 15"/>
                  <a:gd name="T6" fmla="*/ 783 w 8"/>
                  <a:gd name="T7" fmla="*/ 661 h 15"/>
                  <a:gd name="T8" fmla="*/ 1488 w 8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6" y="0"/>
                    </a:moveTo>
                    <a:cubicBezTo>
                      <a:pt x="3" y="2"/>
                      <a:pt x="8" y="13"/>
                      <a:pt x="7" y="1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5"/>
                      <a:pt x="0" y="4"/>
                      <a:pt x="3" y="2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7" name="Freeform 2398">
                <a:extLst>
                  <a:ext uri="{FF2B5EF4-FFF2-40B4-BE49-F238E27FC236}">
                    <a16:creationId xmlns:a16="http://schemas.microsoft.com/office/drawing/2014/main" id="{3CAE6CC4-C236-4A4E-9A86-8AB11318C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2176"/>
                <a:ext cx="5" cy="27"/>
              </a:xfrm>
              <a:custGeom>
                <a:avLst/>
                <a:gdLst>
                  <a:gd name="T0" fmla="*/ 0 w 2"/>
                  <a:gd name="T1" fmla="*/ 0 h 10"/>
                  <a:gd name="T2" fmla="*/ 313 w 2"/>
                  <a:gd name="T3" fmla="*/ 2282 h 10"/>
                  <a:gd name="T4" fmla="*/ 520 w 2"/>
                  <a:gd name="T5" fmla="*/ 3877 h 10"/>
                  <a:gd name="T6" fmla="*/ 520 w 2"/>
                  <a:gd name="T7" fmla="*/ 3877 h 10"/>
                  <a:gd name="T8" fmla="*/ 0 w 2"/>
                  <a:gd name="T9" fmla="*/ 2028 h 10"/>
                  <a:gd name="T10" fmla="*/ 0 w 2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0" y="1"/>
                      <a:pt x="1" y="4"/>
                      <a:pt x="1" y="6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7"/>
                      <a:pt x="0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8" name="Freeform 2399">
                <a:extLst>
                  <a:ext uri="{FF2B5EF4-FFF2-40B4-BE49-F238E27FC236}">
                    <a16:creationId xmlns:a16="http://schemas.microsoft.com/office/drawing/2014/main" id="{993922D2-AC02-492B-ADE3-62F8B8EBD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181"/>
                <a:ext cx="7" cy="27"/>
              </a:xfrm>
              <a:custGeom>
                <a:avLst/>
                <a:gdLst>
                  <a:gd name="T0" fmla="*/ 0 w 3"/>
                  <a:gd name="T1" fmla="*/ 0 h 10"/>
                  <a:gd name="T2" fmla="*/ 355 w 3"/>
                  <a:gd name="T3" fmla="*/ 2719 h 10"/>
                  <a:gd name="T4" fmla="*/ 469 w 3"/>
                  <a:gd name="T5" fmla="*/ 3877 h 10"/>
                  <a:gd name="T6" fmla="*/ 469 w 3"/>
                  <a:gd name="T7" fmla="*/ 3877 h 10"/>
                  <a:gd name="T8" fmla="*/ 152 w 3"/>
                  <a:gd name="T9" fmla="*/ 2028 h 10"/>
                  <a:gd name="T10" fmla="*/ 0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0" y="2"/>
                      <a:pt x="1" y="5"/>
                      <a:pt x="2" y="7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1" y="7"/>
                      <a:pt x="1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9" name="Freeform 2400">
                <a:extLst>
                  <a:ext uri="{FF2B5EF4-FFF2-40B4-BE49-F238E27FC236}">
                    <a16:creationId xmlns:a16="http://schemas.microsoft.com/office/drawing/2014/main" id="{28AFD6EA-EFB2-428F-932D-C3134C2C1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155"/>
                <a:ext cx="20" cy="40"/>
              </a:xfrm>
              <a:custGeom>
                <a:avLst/>
                <a:gdLst>
                  <a:gd name="T0" fmla="*/ 1488 w 8"/>
                  <a:gd name="T1" fmla="*/ 0 h 15"/>
                  <a:gd name="T2" fmla="*/ 1770 w 8"/>
                  <a:gd name="T3" fmla="*/ 4701 h 15"/>
                  <a:gd name="T4" fmla="*/ 988 w 8"/>
                  <a:gd name="T5" fmla="*/ 5405 h 15"/>
                  <a:gd name="T6" fmla="*/ 783 w 8"/>
                  <a:gd name="T7" fmla="*/ 661 h 15"/>
                  <a:gd name="T8" fmla="*/ 1488 w 8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6" y="0"/>
                    </a:moveTo>
                    <a:cubicBezTo>
                      <a:pt x="4" y="1"/>
                      <a:pt x="8" y="12"/>
                      <a:pt x="7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4"/>
                      <a:pt x="0" y="3"/>
                      <a:pt x="3" y="2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0" name="Freeform 2401">
                <a:extLst>
                  <a:ext uri="{FF2B5EF4-FFF2-40B4-BE49-F238E27FC236}">
                    <a16:creationId xmlns:a16="http://schemas.microsoft.com/office/drawing/2014/main" id="{6B25405A-B016-4254-A352-AE93737E5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160"/>
                <a:ext cx="7" cy="27"/>
              </a:xfrm>
              <a:custGeom>
                <a:avLst/>
                <a:gdLst>
                  <a:gd name="T0" fmla="*/ 0 w 3"/>
                  <a:gd name="T1" fmla="*/ 0 h 10"/>
                  <a:gd name="T2" fmla="*/ 355 w 3"/>
                  <a:gd name="T3" fmla="*/ 2719 h 10"/>
                  <a:gd name="T4" fmla="*/ 469 w 3"/>
                  <a:gd name="T5" fmla="*/ 3877 h 10"/>
                  <a:gd name="T6" fmla="*/ 355 w 3"/>
                  <a:gd name="T7" fmla="*/ 3877 h 10"/>
                  <a:gd name="T8" fmla="*/ 152 w 3"/>
                  <a:gd name="T9" fmla="*/ 2028 h 10"/>
                  <a:gd name="T10" fmla="*/ 0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0" y="2"/>
                      <a:pt x="1" y="5"/>
                      <a:pt x="2" y="7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7"/>
                      <a:pt x="1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1" name="Freeform 2402">
                <a:extLst>
                  <a:ext uri="{FF2B5EF4-FFF2-40B4-BE49-F238E27FC236}">
                    <a16:creationId xmlns:a16="http://schemas.microsoft.com/office/drawing/2014/main" id="{D7313A83-9E38-4F9C-A5B7-4A4B1B42A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144"/>
                <a:ext cx="27" cy="40"/>
              </a:xfrm>
              <a:custGeom>
                <a:avLst/>
                <a:gdLst>
                  <a:gd name="T0" fmla="*/ 903 w 11"/>
                  <a:gd name="T1" fmla="*/ 0 h 15"/>
                  <a:gd name="T2" fmla="*/ 2216 w 11"/>
                  <a:gd name="T3" fmla="*/ 4301 h 15"/>
                  <a:gd name="T4" fmla="*/ 1777 w 11"/>
                  <a:gd name="T5" fmla="*/ 5405 h 15"/>
                  <a:gd name="T6" fmla="*/ 427 w 11"/>
                  <a:gd name="T7" fmla="*/ 661 h 15"/>
                  <a:gd name="T8" fmla="*/ 903 w 1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cubicBezTo>
                      <a:pt x="3" y="2"/>
                      <a:pt x="11" y="11"/>
                      <a:pt x="10" y="12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4"/>
                      <a:pt x="0" y="5"/>
                      <a:pt x="2" y="2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2" name="Freeform 2403">
                <a:extLst>
                  <a:ext uri="{FF2B5EF4-FFF2-40B4-BE49-F238E27FC236}">
                    <a16:creationId xmlns:a16="http://schemas.microsoft.com/office/drawing/2014/main" id="{8539728F-A775-422A-9DA5-A7AA674FF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149"/>
                <a:ext cx="12" cy="24"/>
              </a:xfrm>
              <a:custGeom>
                <a:avLst/>
                <a:gdLst>
                  <a:gd name="T0" fmla="*/ 0 w 5"/>
                  <a:gd name="T1" fmla="*/ 0 h 9"/>
                  <a:gd name="T2" fmla="*/ 564 w 5"/>
                  <a:gd name="T3" fmla="*/ 2184 h 9"/>
                  <a:gd name="T4" fmla="*/ 967 w 5"/>
                  <a:gd name="T5" fmla="*/ 3243 h 9"/>
                  <a:gd name="T6" fmla="*/ 967 w 5"/>
                  <a:gd name="T7" fmla="*/ 3243 h 9"/>
                  <a:gd name="T8" fmla="*/ 403 w 5"/>
                  <a:gd name="T9" fmla="*/ 1763 h 9"/>
                  <a:gd name="T10" fmla="*/ 0 w 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0" y="2"/>
                      <a:pt x="2" y="4"/>
                      <a:pt x="3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3" y="7"/>
                      <a:pt x="2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3" name="Freeform 2404">
                <a:extLst>
                  <a:ext uri="{FF2B5EF4-FFF2-40B4-BE49-F238E27FC236}">
                    <a16:creationId xmlns:a16="http://schemas.microsoft.com/office/drawing/2014/main" id="{2E531A0D-01C1-4602-BB9F-742F0CA29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371"/>
                <a:ext cx="45" cy="16"/>
              </a:xfrm>
              <a:custGeom>
                <a:avLst/>
                <a:gdLst>
                  <a:gd name="T0" fmla="*/ 3720 w 18"/>
                  <a:gd name="T1" fmla="*/ 1763 h 6"/>
                  <a:gd name="T2" fmla="*/ 1770 w 18"/>
                  <a:gd name="T3" fmla="*/ 1763 h 6"/>
                  <a:gd name="T4" fmla="*/ 0 w 18"/>
                  <a:gd name="T5" fmla="*/ 1059 h 6"/>
                  <a:gd name="T6" fmla="*/ 783 w 18"/>
                  <a:gd name="T7" fmla="*/ 397 h 6"/>
                  <a:gd name="T8" fmla="*/ 2270 w 18"/>
                  <a:gd name="T9" fmla="*/ 661 h 6"/>
                  <a:gd name="T10" fmla="*/ 4425 w 18"/>
                  <a:gd name="T11" fmla="*/ 1059 h 6"/>
                  <a:gd name="T12" fmla="*/ 3720 w 18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15" y="5"/>
                    </a:moveTo>
                    <a:cubicBezTo>
                      <a:pt x="14" y="6"/>
                      <a:pt x="10" y="6"/>
                      <a:pt x="7" y="5"/>
                    </a:cubicBezTo>
                    <a:cubicBezTo>
                      <a:pt x="5" y="4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7" y="1"/>
                      <a:pt x="9" y="2"/>
                    </a:cubicBezTo>
                    <a:cubicBezTo>
                      <a:pt x="13" y="3"/>
                      <a:pt x="17" y="4"/>
                      <a:pt x="18" y="3"/>
                    </a:cubicBez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4" name="Freeform 2405">
                <a:extLst>
                  <a:ext uri="{FF2B5EF4-FFF2-40B4-BE49-F238E27FC236}">
                    <a16:creationId xmlns:a16="http://schemas.microsoft.com/office/drawing/2014/main" id="{38F5E9B7-E29E-47F6-BFFB-F40FBD869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360"/>
                <a:ext cx="43" cy="16"/>
              </a:xfrm>
              <a:custGeom>
                <a:avLst/>
                <a:gdLst>
                  <a:gd name="T0" fmla="*/ 3640 w 17"/>
                  <a:gd name="T1" fmla="*/ 1763 h 6"/>
                  <a:gd name="T2" fmla="*/ 1874 w 17"/>
                  <a:gd name="T3" fmla="*/ 1763 h 6"/>
                  <a:gd name="T4" fmla="*/ 0 w 17"/>
                  <a:gd name="T5" fmla="*/ 1059 h 6"/>
                  <a:gd name="T6" fmla="*/ 825 w 17"/>
                  <a:gd name="T7" fmla="*/ 397 h 6"/>
                  <a:gd name="T8" fmla="*/ 2380 w 17"/>
                  <a:gd name="T9" fmla="*/ 661 h 6"/>
                  <a:gd name="T10" fmla="*/ 4467 w 17"/>
                  <a:gd name="T11" fmla="*/ 661 h 6"/>
                  <a:gd name="T12" fmla="*/ 3640 w 17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14" y="5"/>
                    </a:moveTo>
                    <a:cubicBezTo>
                      <a:pt x="13" y="6"/>
                      <a:pt x="10" y="6"/>
                      <a:pt x="7" y="5"/>
                    </a:cubicBezTo>
                    <a:cubicBezTo>
                      <a:pt x="5" y="4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7" y="1"/>
                      <a:pt x="9" y="2"/>
                    </a:cubicBezTo>
                    <a:cubicBezTo>
                      <a:pt x="14" y="3"/>
                      <a:pt x="16" y="3"/>
                      <a:pt x="17" y="2"/>
                    </a:cubicBez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5" name="Freeform 2406">
                <a:extLst>
                  <a:ext uri="{FF2B5EF4-FFF2-40B4-BE49-F238E27FC236}">
                    <a16:creationId xmlns:a16="http://schemas.microsoft.com/office/drawing/2014/main" id="{F9705479-187E-4EE9-AA1B-47A591EE3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341"/>
                <a:ext cx="40" cy="16"/>
              </a:xfrm>
              <a:custGeom>
                <a:avLst/>
                <a:gdLst>
                  <a:gd name="T0" fmla="*/ 3438 w 16"/>
                  <a:gd name="T1" fmla="*/ 1763 h 6"/>
                  <a:gd name="T2" fmla="*/ 1958 w 16"/>
                  <a:gd name="T3" fmla="*/ 1763 h 6"/>
                  <a:gd name="T4" fmla="*/ 0 w 16"/>
                  <a:gd name="T5" fmla="*/ 1459 h 6"/>
                  <a:gd name="T6" fmla="*/ 520 w 16"/>
                  <a:gd name="T7" fmla="*/ 397 h 6"/>
                  <a:gd name="T8" fmla="*/ 2270 w 16"/>
                  <a:gd name="T9" fmla="*/ 397 h 6"/>
                  <a:gd name="T10" fmla="*/ 3908 w 16"/>
                  <a:gd name="T11" fmla="*/ 661 h 6"/>
                  <a:gd name="T12" fmla="*/ 3438 w 16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4" y="5"/>
                    </a:moveTo>
                    <a:cubicBezTo>
                      <a:pt x="14" y="6"/>
                      <a:pt x="11" y="5"/>
                      <a:pt x="8" y="5"/>
                    </a:cubicBezTo>
                    <a:cubicBezTo>
                      <a:pt x="5" y="5"/>
                      <a:pt x="0" y="4"/>
                      <a:pt x="0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6" y="1"/>
                      <a:pt x="9" y="1"/>
                    </a:cubicBezTo>
                    <a:cubicBezTo>
                      <a:pt x="13" y="2"/>
                      <a:pt x="15" y="3"/>
                      <a:pt x="16" y="2"/>
                    </a:cubicBez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6" name="Freeform 2407">
                <a:extLst>
                  <a:ext uri="{FF2B5EF4-FFF2-40B4-BE49-F238E27FC236}">
                    <a16:creationId xmlns:a16="http://schemas.microsoft.com/office/drawing/2014/main" id="{85425093-CD7E-4CDA-B1D1-66B34388C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328"/>
                <a:ext cx="43" cy="16"/>
              </a:xfrm>
              <a:custGeom>
                <a:avLst/>
                <a:gdLst>
                  <a:gd name="T0" fmla="*/ 3936 w 17"/>
                  <a:gd name="T1" fmla="*/ 1059 h 6"/>
                  <a:gd name="T2" fmla="*/ 1874 w 17"/>
                  <a:gd name="T3" fmla="*/ 1763 h 6"/>
                  <a:gd name="T4" fmla="*/ 0 w 17"/>
                  <a:gd name="T5" fmla="*/ 2184 h 6"/>
                  <a:gd name="T6" fmla="*/ 531 w 17"/>
                  <a:gd name="T7" fmla="*/ 1059 h 6"/>
                  <a:gd name="T8" fmla="*/ 2087 w 17"/>
                  <a:gd name="T9" fmla="*/ 661 h 6"/>
                  <a:gd name="T10" fmla="*/ 4467 w 17"/>
                  <a:gd name="T11" fmla="*/ 0 h 6"/>
                  <a:gd name="T12" fmla="*/ 3936 w 17"/>
                  <a:gd name="T13" fmla="*/ 105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15" y="3"/>
                    </a:moveTo>
                    <a:cubicBezTo>
                      <a:pt x="14" y="5"/>
                      <a:pt x="11" y="5"/>
                      <a:pt x="7" y="5"/>
                    </a:cubicBezTo>
                    <a:cubicBezTo>
                      <a:pt x="5" y="6"/>
                      <a:pt x="0" y="6"/>
                      <a:pt x="0" y="6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1"/>
                      <a:pt x="6" y="2"/>
                      <a:pt x="8" y="2"/>
                    </a:cubicBezTo>
                    <a:cubicBezTo>
                      <a:pt x="13" y="2"/>
                      <a:pt x="16" y="1"/>
                      <a:pt x="17" y="0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7" name="Freeform 2408">
                <a:extLst>
                  <a:ext uri="{FF2B5EF4-FFF2-40B4-BE49-F238E27FC236}">
                    <a16:creationId xmlns:a16="http://schemas.microsoft.com/office/drawing/2014/main" id="{928D0287-51EE-4672-82FF-12CB56A66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347"/>
                <a:ext cx="25" cy="40"/>
              </a:xfrm>
              <a:custGeom>
                <a:avLst/>
                <a:gdLst>
                  <a:gd name="T0" fmla="*/ 1300 w 10"/>
                  <a:gd name="T1" fmla="*/ 0 h 15"/>
                  <a:gd name="T2" fmla="*/ 2470 w 10"/>
                  <a:gd name="T3" fmla="*/ 4301 h 15"/>
                  <a:gd name="T4" fmla="*/ 1770 w 10"/>
                  <a:gd name="T5" fmla="*/ 5405 h 15"/>
                  <a:gd name="T6" fmla="*/ 783 w 10"/>
                  <a:gd name="T7" fmla="*/ 661 h 15"/>
                  <a:gd name="T8" fmla="*/ 1300 w 1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5" y="0"/>
                    </a:moveTo>
                    <a:cubicBezTo>
                      <a:pt x="3" y="2"/>
                      <a:pt x="10" y="11"/>
                      <a:pt x="10" y="12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4"/>
                      <a:pt x="0" y="5"/>
                      <a:pt x="3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8" name="Freeform 2409">
                <a:extLst>
                  <a:ext uri="{FF2B5EF4-FFF2-40B4-BE49-F238E27FC236}">
                    <a16:creationId xmlns:a16="http://schemas.microsoft.com/office/drawing/2014/main" id="{51F95B80-4924-404E-9788-2C8EC1D55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333"/>
                <a:ext cx="25" cy="40"/>
              </a:xfrm>
              <a:custGeom>
                <a:avLst/>
                <a:gdLst>
                  <a:gd name="T0" fmla="*/ 988 w 10"/>
                  <a:gd name="T1" fmla="*/ 0 h 15"/>
                  <a:gd name="T2" fmla="*/ 2270 w 10"/>
                  <a:gd name="T3" fmla="*/ 4301 h 15"/>
                  <a:gd name="T4" fmla="*/ 1488 w 10"/>
                  <a:gd name="T5" fmla="*/ 5405 h 15"/>
                  <a:gd name="T6" fmla="*/ 520 w 10"/>
                  <a:gd name="T7" fmla="*/ 1059 h 15"/>
                  <a:gd name="T8" fmla="*/ 988 w 1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4" y="0"/>
                    </a:moveTo>
                    <a:cubicBezTo>
                      <a:pt x="2" y="2"/>
                      <a:pt x="10" y="12"/>
                      <a:pt x="9" y="12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0" y="5"/>
                      <a:pt x="2" y="3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9" name="Freeform 2410">
                <a:extLst>
                  <a:ext uri="{FF2B5EF4-FFF2-40B4-BE49-F238E27FC236}">
                    <a16:creationId xmlns:a16="http://schemas.microsoft.com/office/drawing/2014/main" id="{9BB6746A-F983-4736-BC87-2DE6166C0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341"/>
                <a:ext cx="12" cy="24"/>
              </a:xfrm>
              <a:custGeom>
                <a:avLst/>
                <a:gdLst>
                  <a:gd name="T0" fmla="*/ 0 w 5"/>
                  <a:gd name="T1" fmla="*/ 0 h 9"/>
                  <a:gd name="T2" fmla="*/ 802 w 5"/>
                  <a:gd name="T3" fmla="*/ 2184 h 9"/>
                  <a:gd name="T4" fmla="*/ 967 w 5"/>
                  <a:gd name="T5" fmla="*/ 3243 h 9"/>
                  <a:gd name="T6" fmla="*/ 967 w 5"/>
                  <a:gd name="T7" fmla="*/ 3243 h 9"/>
                  <a:gd name="T8" fmla="*/ 403 w 5"/>
                  <a:gd name="T9" fmla="*/ 1763 h 9"/>
                  <a:gd name="T10" fmla="*/ 0 w 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1" y="1"/>
                      <a:pt x="2" y="4"/>
                      <a:pt x="4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3" y="6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0" name="Freeform 2411">
                <a:extLst>
                  <a:ext uri="{FF2B5EF4-FFF2-40B4-BE49-F238E27FC236}">
                    <a16:creationId xmlns:a16="http://schemas.microsoft.com/office/drawing/2014/main" id="{0471DC69-DE27-4F8D-AA82-0B14EDFD9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352"/>
                <a:ext cx="12" cy="24"/>
              </a:xfrm>
              <a:custGeom>
                <a:avLst/>
                <a:gdLst>
                  <a:gd name="T0" fmla="*/ 0 w 5"/>
                  <a:gd name="T1" fmla="*/ 0 h 9"/>
                  <a:gd name="T2" fmla="*/ 564 w 5"/>
                  <a:gd name="T3" fmla="*/ 2184 h 9"/>
                  <a:gd name="T4" fmla="*/ 967 w 5"/>
                  <a:gd name="T5" fmla="*/ 3243 h 9"/>
                  <a:gd name="T6" fmla="*/ 967 w 5"/>
                  <a:gd name="T7" fmla="*/ 3243 h 9"/>
                  <a:gd name="T8" fmla="*/ 168 w 5"/>
                  <a:gd name="T9" fmla="*/ 1763 h 9"/>
                  <a:gd name="T10" fmla="*/ 0 w 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0" y="1"/>
                      <a:pt x="2" y="4"/>
                      <a:pt x="3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3" y="6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1" name="Freeform 2412">
                <a:extLst>
                  <a:ext uri="{FF2B5EF4-FFF2-40B4-BE49-F238E27FC236}">
                    <a16:creationId xmlns:a16="http://schemas.microsoft.com/office/drawing/2014/main" id="{7AC915D2-7A3D-4C02-AA12-2AB66620E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315"/>
                <a:ext cx="28" cy="42"/>
              </a:xfrm>
              <a:custGeom>
                <a:avLst/>
                <a:gdLst>
                  <a:gd name="T0" fmla="*/ 1056 w 11"/>
                  <a:gd name="T1" fmla="*/ 0 h 16"/>
                  <a:gd name="T2" fmla="*/ 2688 w 11"/>
                  <a:gd name="T3" fmla="*/ 4232 h 16"/>
                  <a:gd name="T4" fmla="*/ 1932 w 11"/>
                  <a:gd name="T5" fmla="*/ 5229 h 16"/>
                  <a:gd name="T6" fmla="*/ 545 w 11"/>
                  <a:gd name="T7" fmla="*/ 992 h 16"/>
                  <a:gd name="T8" fmla="*/ 1056 w 1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4" y="0"/>
                    </a:moveTo>
                    <a:cubicBezTo>
                      <a:pt x="2" y="2"/>
                      <a:pt x="11" y="12"/>
                      <a:pt x="10" y="13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5"/>
                      <a:pt x="0" y="5"/>
                      <a:pt x="2" y="3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2" name="Freeform 2413">
                <a:extLst>
                  <a:ext uri="{FF2B5EF4-FFF2-40B4-BE49-F238E27FC236}">
                    <a16:creationId xmlns:a16="http://schemas.microsoft.com/office/drawing/2014/main" id="{446B691D-63DC-48F7-8961-23E564924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323"/>
                <a:ext cx="13" cy="26"/>
              </a:xfrm>
              <a:custGeom>
                <a:avLst/>
                <a:gdLst>
                  <a:gd name="T0" fmla="*/ 0 w 5"/>
                  <a:gd name="T1" fmla="*/ 0 h 10"/>
                  <a:gd name="T2" fmla="*/ 967 w 5"/>
                  <a:gd name="T3" fmla="*/ 1914 h 10"/>
                  <a:gd name="T4" fmla="*/ 1547 w 5"/>
                  <a:gd name="T5" fmla="*/ 3110 h 10"/>
                  <a:gd name="T6" fmla="*/ 1547 w 5"/>
                  <a:gd name="T7" fmla="*/ 3110 h 10"/>
                  <a:gd name="T8" fmla="*/ 595 w 5"/>
                  <a:gd name="T9" fmla="*/ 1547 h 10"/>
                  <a:gd name="T10" fmla="*/ 0 w 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1"/>
                      <a:pt x="2" y="4"/>
                      <a:pt x="3" y="6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3" y="6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3" name="Freeform 2414">
                <a:extLst>
                  <a:ext uri="{FF2B5EF4-FFF2-40B4-BE49-F238E27FC236}">
                    <a16:creationId xmlns:a16="http://schemas.microsoft.com/office/drawing/2014/main" id="{EA8061CC-5FB9-4BDA-8ACD-BDD40A294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301"/>
                <a:ext cx="28" cy="38"/>
              </a:xfrm>
              <a:custGeom>
                <a:avLst/>
                <a:gdLst>
                  <a:gd name="T0" fmla="*/ 545 w 11"/>
                  <a:gd name="T1" fmla="*/ 0 h 14"/>
                  <a:gd name="T2" fmla="*/ 2986 w 11"/>
                  <a:gd name="T3" fmla="*/ 3957 h 14"/>
                  <a:gd name="T4" fmla="*/ 2474 w 11"/>
                  <a:gd name="T5" fmla="*/ 5600 h 14"/>
                  <a:gd name="T6" fmla="*/ 331 w 11"/>
                  <a:gd name="T7" fmla="*/ 1620 h 14"/>
                  <a:gd name="T8" fmla="*/ 545 w 1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2" y="0"/>
                    </a:moveTo>
                    <a:cubicBezTo>
                      <a:pt x="1" y="3"/>
                      <a:pt x="11" y="9"/>
                      <a:pt x="11" y="10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3"/>
                      <a:pt x="0" y="7"/>
                      <a:pt x="1" y="4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4" name="Freeform 2415">
                <a:extLst>
                  <a:ext uri="{FF2B5EF4-FFF2-40B4-BE49-F238E27FC236}">
                    <a16:creationId xmlns:a16="http://schemas.microsoft.com/office/drawing/2014/main" id="{C3F31C22-8085-4B14-B1D6-1CFBD3E1A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309"/>
                <a:ext cx="20" cy="19"/>
              </a:xfrm>
              <a:custGeom>
                <a:avLst/>
                <a:gdLst>
                  <a:gd name="T0" fmla="*/ 0 w 8"/>
                  <a:gd name="T1" fmla="*/ 0 h 7"/>
                  <a:gd name="T2" fmla="*/ 1300 w 8"/>
                  <a:gd name="T3" fmla="*/ 2063 h 7"/>
                  <a:gd name="T4" fmla="*/ 1958 w 8"/>
                  <a:gd name="T5" fmla="*/ 2823 h 7"/>
                  <a:gd name="T6" fmla="*/ 1958 w 8"/>
                  <a:gd name="T7" fmla="*/ 2823 h 7"/>
                  <a:gd name="T8" fmla="*/ 988 w 8"/>
                  <a:gd name="T9" fmla="*/ 1620 h 7"/>
                  <a:gd name="T10" fmla="*/ 0 w 8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1" y="1"/>
                      <a:pt x="3" y="3"/>
                      <a:pt x="5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5" y="5"/>
                      <a:pt x="4" y="4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5" name="Freeform 2416">
                <a:extLst>
                  <a:ext uri="{FF2B5EF4-FFF2-40B4-BE49-F238E27FC236}">
                    <a16:creationId xmlns:a16="http://schemas.microsoft.com/office/drawing/2014/main" id="{11E6764D-3E50-4BF3-AC34-9FBB23D23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381"/>
                <a:ext cx="38" cy="27"/>
              </a:xfrm>
              <a:custGeom>
                <a:avLst/>
                <a:gdLst>
                  <a:gd name="T0" fmla="*/ 3139 w 15"/>
                  <a:gd name="T1" fmla="*/ 3464 h 10"/>
                  <a:gd name="T2" fmla="*/ 1561 w 15"/>
                  <a:gd name="T3" fmla="*/ 2719 h 10"/>
                  <a:gd name="T4" fmla="*/ 0 w 15"/>
                  <a:gd name="T5" fmla="*/ 751 h 10"/>
                  <a:gd name="T6" fmla="*/ 828 w 15"/>
                  <a:gd name="T7" fmla="*/ 429 h 10"/>
                  <a:gd name="T8" fmla="*/ 2386 w 15"/>
                  <a:gd name="T9" fmla="*/ 1596 h 10"/>
                  <a:gd name="T10" fmla="*/ 3955 w 15"/>
                  <a:gd name="T11" fmla="*/ 3127 h 10"/>
                  <a:gd name="T12" fmla="*/ 3139 w 15"/>
                  <a:gd name="T13" fmla="*/ 346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0">
                    <a:moveTo>
                      <a:pt x="12" y="9"/>
                    </a:moveTo>
                    <a:cubicBezTo>
                      <a:pt x="11" y="10"/>
                      <a:pt x="8" y="8"/>
                      <a:pt x="6" y="7"/>
                    </a:cubicBezTo>
                    <a:cubicBezTo>
                      <a:pt x="4" y="5"/>
                      <a:pt x="0" y="2"/>
                      <a:pt x="0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6" y="3"/>
                      <a:pt x="9" y="4"/>
                    </a:cubicBezTo>
                    <a:cubicBezTo>
                      <a:pt x="12" y="7"/>
                      <a:pt x="14" y="8"/>
                      <a:pt x="15" y="8"/>
                    </a:cubicBezTo>
                    <a:lnTo>
                      <a:pt x="12" y="9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6" name="Freeform 2417">
                <a:extLst>
                  <a:ext uri="{FF2B5EF4-FFF2-40B4-BE49-F238E27FC236}">
                    <a16:creationId xmlns:a16="http://schemas.microsoft.com/office/drawing/2014/main" id="{752732AA-21B2-4D11-9ADF-82596BBA6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379"/>
                <a:ext cx="42" cy="24"/>
              </a:xfrm>
              <a:custGeom>
                <a:avLst/>
                <a:gdLst>
                  <a:gd name="T0" fmla="*/ 3199 w 17"/>
                  <a:gd name="T1" fmla="*/ 2824 h 9"/>
                  <a:gd name="T2" fmla="*/ 1374 w 17"/>
                  <a:gd name="T3" fmla="*/ 2184 h 9"/>
                  <a:gd name="T4" fmla="*/ 0 w 17"/>
                  <a:gd name="T5" fmla="*/ 661 h 9"/>
                  <a:gd name="T6" fmla="*/ 635 w 17"/>
                  <a:gd name="T7" fmla="*/ 0 h 9"/>
                  <a:gd name="T8" fmla="*/ 2009 w 17"/>
                  <a:gd name="T9" fmla="*/ 1059 h 9"/>
                  <a:gd name="T10" fmla="*/ 3876 w 17"/>
                  <a:gd name="T11" fmla="*/ 2184 h 9"/>
                  <a:gd name="T12" fmla="*/ 3199 w 17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14" y="8"/>
                    </a:moveTo>
                    <a:cubicBezTo>
                      <a:pt x="13" y="9"/>
                      <a:pt x="9" y="7"/>
                      <a:pt x="6" y="6"/>
                    </a:cubicBezTo>
                    <a:cubicBezTo>
                      <a:pt x="4" y="4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7" y="2"/>
                      <a:pt x="9" y="3"/>
                    </a:cubicBezTo>
                    <a:cubicBezTo>
                      <a:pt x="13" y="5"/>
                      <a:pt x="16" y="6"/>
                      <a:pt x="17" y="6"/>
                    </a:cubicBez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258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7" name="Freeform 2418">
                <a:extLst>
                  <a:ext uri="{FF2B5EF4-FFF2-40B4-BE49-F238E27FC236}">
                    <a16:creationId xmlns:a16="http://schemas.microsoft.com/office/drawing/2014/main" id="{D0DECAD4-1257-4A06-87FD-E06D51436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79"/>
                <a:ext cx="18" cy="37"/>
              </a:xfrm>
              <a:custGeom>
                <a:avLst/>
                <a:gdLst>
                  <a:gd name="T0" fmla="*/ 2003 w 7"/>
                  <a:gd name="T1" fmla="*/ 0 h 14"/>
                  <a:gd name="T2" fmla="*/ 1137 w 7"/>
                  <a:gd name="T3" fmla="*/ 4392 h 14"/>
                  <a:gd name="T4" fmla="*/ 357 w 7"/>
                  <a:gd name="T5" fmla="*/ 4784 h 14"/>
                  <a:gd name="T6" fmla="*/ 918 w 7"/>
                  <a:gd name="T7" fmla="*/ 391 h 14"/>
                  <a:gd name="T8" fmla="*/ 2003 w 7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cubicBezTo>
                      <a:pt x="4" y="1"/>
                      <a:pt x="5" y="13"/>
                      <a:pt x="4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0" y="2"/>
                      <a:pt x="3" y="1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8" name="Freeform 2419">
                <a:extLst>
                  <a:ext uri="{FF2B5EF4-FFF2-40B4-BE49-F238E27FC236}">
                    <a16:creationId xmlns:a16="http://schemas.microsoft.com/office/drawing/2014/main" id="{18BBAF72-4CCC-411E-87DE-EA548A16E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384"/>
                <a:ext cx="2" cy="27"/>
              </a:xfrm>
              <a:custGeom>
                <a:avLst/>
                <a:gdLst>
                  <a:gd name="T0" fmla="*/ 64 w 1"/>
                  <a:gd name="T1" fmla="*/ 0 h 10"/>
                  <a:gd name="T2" fmla="*/ 64 w 1"/>
                  <a:gd name="T3" fmla="*/ 2719 h 10"/>
                  <a:gd name="T4" fmla="*/ 64 w 1"/>
                  <a:gd name="T5" fmla="*/ 3877 h 10"/>
                  <a:gd name="T6" fmla="*/ 64 w 1"/>
                  <a:gd name="T7" fmla="*/ 3877 h 10"/>
                  <a:gd name="T8" fmla="*/ 0 w 1"/>
                  <a:gd name="T9" fmla="*/ 2028 h 10"/>
                  <a:gd name="T10" fmla="*/ 64 w 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1" y="2"/>
                      <a:pt x="1" y="4"/>
                      <a:pt x="1" y="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7"/>
                      <a:pt x="0" y="5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9" name="Freeform 2420">
                <a:extLst>
                  <a:ext uri="{FF2B5EF4-FFF2-40B4-BE49-F238E27FC236}">
                    <a16:creationId xmlns:a16="http://schemas.microsoft.com/office/drawing/2014/main" id="{9C117AC8-4C41-4F7A-AFB3-BAFE990B9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368"/>
                <a:ext cx="18" cy="40"/>
              </a:xfrm>
              <a:custGeom>
                <a:avLst/>
                <a:gdLst>
                  <a:gd name="T0" fmla="*/ 2003 w 7"/>
                  <a:gd name="T1" fmla="*/ 0 h 15"/>
                  <a:gd name="T2" fmla="*/ 1137 w 7"/>
                  <a:gd name="T3" fmla="*/ 4701 h 15"/>
                  <a:gd name="T4" fmla="*/ 357 w 7"/>
                  <a:gd name="T5" fmla="*/ 5405 h 15"/>
                  <a:gd name="T6" fmla="*/ 918 w 7"/>
                  <a:gd name="T7" fmla="*/ 661 h 15"/>
                  <a:gd name="T8" fmla="*/ 2003 w 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4" y="1"/>
                      <a:pt x="5" y="13"/>
                      <a:pt x="4" y="13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4"/>
                      <a:pt x="0" y="2"/>
                      <a:pt x="3" y="2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0" name="Freeform 2421">
                <a:extLst>
                  <a:ext uri="{FF2B5EF4-FFF2-40B4-BE49-F238E27FC236}">
                    <a16:creationId xmlns:a16="http://schemas.microsoft.com/office/drawing/2014/main" id="{0A222FD4-5E7A-49E9-996D-8DBC0E42C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373"/>
                <a:ext cx="2" cy="30"/>
              </a:xfrm>
              <a:custGeom>
                <a:avLst/>
                <a:gdLst>
                  <a:gd name="T0" fmla="*/ 64 w 1"/>
                  <a:gd name="T1" fmla="*/ 0 h 11"/>
                  <a:gd name="T2" fmla="*/ 64 w 1"/>
                  <a:gd name="T3" fmla="*/ 2877 h 11"/>
                  <a:gd name="T4" fmla="*/ 64 w 1"/>
                  <a:gd name="T5" fmla="*/ 4544 h 11"/>
                  <a:gd name="T6" fmla="*/ 64 w 1"/>
                  <a:gd name="T7" fmla="*/ 4544 h 11"/>
                  <a:gd name="T8" fmla="*/ 0 w 1"/>
                  <a:gd name="T9" fmla="*/ 2114 h 11"/>
                  <a:gd name="T10" fmla="*/ 64 w 1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1" y="2"/>
                      <a:pt x="1" y="5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0" y="8"/>
                      <a:pt x="0" y="5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1" name="Freeform 2422">
                <a:extLst>
                  <a:ext uri="{FF2B5EF4-FFF2-40B4-BE49-F238E27FC236}">
                    <a16:creationId xmlns:a16="http://schemas.microsoft.com/office/drawing/2014/main" id="{E787E55C-15A5-48E4-906C-57BC95CB2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360"/>
                <a:ext cx="23" cy="40"/>
              </a:xfrm>
              <a:custGeom>
                <a:avLst/>
                <a:gdLst>
                  <a:gd name="T0" fmla="*/ 1620 w 9"/>
                  <a:gd name="T1" fmla="*/ 0 h 15"/>
                  <a:gd name="T2" fmla="*/ 2167 w 9"/>
                  <a:gd name="T3" fmla="*/ 4701 h 15"/>
                  <a:gd name="T4" fmla="*/ 1403 w 9"/>
                  <a:gd name="T5" fmla="*/ 5405 h 15"/>
                  <a:gd name="T6" fmla="*/ 848 w 9"/>
                  <a:gd name="T7" fmla="*/ 661 h 15"/>
                  <a:gd name="T8" fmla="*/ 1620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6" y="0"/>
                    </a:moveTo>
                    <a:cubicBezTo>
                      <a:pt x="3" y="2"/>
                      <a:pt x="9" y="12"/>
                      <a:pt x="8" y="13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0" y="4"/>
                      <a:pt x="3" y="2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2" name="Freeform 2423">
                <a:extLst>
                  <a:ext uri="{FF2B5EF4-FFF2-40B4-BE49-F238E27FC236}">
                    <a16:creationId xmlns:a16="http://schemas.microsoft.com/office/drawing/2014/main" id="{EE33CB6F-3F70-4EDE-BA36-6E78FA26B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365"/>
                <a:ext cx="8" cy="27"/>
              </a:xfrm>
              <a:custGeom>
                <a:avLst/>
                <a:gdLst>
                  <a:gd name="T0" fmla="*/ 0 w 3"/>
                  <a:gd name="T1" fmla="*/ 0 h 10"/>
                  <a:gd name="T2" fmla="*/ 661 w 3"/>
                  <a:gd name="T3" fmla="*/ 2719 h 10"/>
                  <a:gd name="T4" fmla="*/ 1059 w 3"/>
                  <a:gd name="T5" fmla="*/ 3877 h 10"/>
                  <a:gd name="T6" fmla="*/ 1059 w 3"/>
                  <a:gd name="T7" fmla="*/ 3877 h 10"/>
                  <a:gd name="T8" fmla="*/ 397 w 3"/>
                  <a:gd name="T9" fmla="*/ 2282 h 10"/>
                  <a:gd name="T10" fmla="*/ 0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0" y="2"/>
                      <a:pt x="1" y="5"/>
                      <a:pt x="2" y="7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2" y="8"/>
                      <a:pt x="1" y="6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3" name="Freeform 2424">
                <a:extLst>
                  <a:ext uri="{FF2B5EF4-FFF2-40B4-BE49-F238E27FC236}">
                    <a16:creationId xmlns:a16="http://schemas.microsoft.com/office/drawing/2014/main" id="{693D1632-9C25-40BC-AB91-40B767FCF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165"/>
                <a:ext cx="22" cy="14"/>
              </a:xfrm>
              <a:custGeom>
                <a:avLst/>
                <a:gdLst>
                  <a:gd name="T0" fmla="*/ 1315 w 9"/>
                  <a:gd name="T1" fmla="*/ 0 h 5"/>
                  <a:gd name="T2" fmla="*/ 1931 w 9"/>
                  <a:gd name="T3" fmla="*/ 487 h 5"/>
                  <a:gd name="T4" fmla="*/ 616 w 9"/>
                  <a:gd name="T5" fmla="*/ 2391 h 5"/>
                  <a:gd name="T6" fmla="*/ 0 w 9"/>
                  <a:gd name="T7" fmla="*/ 1364 h 5"/>
                  <a:gd name="T8" fmla="*/ 1315 w 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6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6" y="3"/>
                      <a:pt x="3" y="5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1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4" name="Freeform 2425">
                <a:extLst>
                  <a:ext uri="{FF2B5EF4-FFF2-40B4-BE49-F238E27FC236}">
                    <a16:creationId xmlns:a16="http://schemas.microsoft.com/office/drawing/2014/main" id="{2E352DE2-DF8B-490B-BE32-BE09D3EC6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171"/>
                <a:ext cx="30" cy="18"/>
              </a:xfrm>
              <a:custGeom>
                <a:avLst/>
                <a:gdLst>
                  <a:gd name="T0" fmla="*/ 0 w 12"/>
                  <a:gd name="T1" fmla="*/ 1448 h 7"/>
                  <a:gd name="T2" fmla="*/ 313 w 12"/>
                  <a:gd name="T3" fmla="*/ 918 h 7"/>
                  <a:gd name="T4" fmla="*/ 1958 w 12"/>
                  <a:gd name="T5" fmla="*/ 0 h 7"/>
                  <a:gd name="T6" fmla="*/ 2938 w 12"/>
                  <a:gd name="T7" fmla="*/ 357 h 7"/>
                  <a:gd name="T8" fmla="*/ 1300 w 12"/>
                  <a:gd name="T9" fmla="*/ 1448 h 7"/>
                  <a:gd name="T10" fmla="*/ 783 w 12"/>
                  <a:gd name="T11" fmla="*/ 2003 h 7"/>
                  <a:gd name="T12" fmla="*/ 0 w 12"/>
                  <a:gd name="T13" fmla="*/ 144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0" y="5"/>
                    </a:moveTo>
                    <a:cubicBezTo>
                      <a:pt x="0" y="4"/>
                      <a:pt x="1" y="4"/>
                      <a:pt x="1" y="3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8" y="2"/>
                      <a:pt x="5" y="5"/>
                    </a:cubicBezTo>
                    <a:cubicBezTo>
                      <a:pt x="4" y="6"/>
                      <a:pt x="3" y="7"/>
                      <a:pt x="3" y="7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5" name="Freeform 2426">
                <a:extLst>
                  <a:ext uri="{FF2B5EF4-FFF2-40B4-BE49-F238E27FC236}">
                    <a16:creationId xmlns:a16="http://schemas.microsoft.com/office/drawing/2014/main" id="{5BBD860E-5CA8-4AAF-9898-0C3D9E460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179"/>
                <a:ext cx="43" cy="26"/>
              </a:xfrm>
              <a:custGeom>
                <a:avLst/>
                <a:gdLst>
                  <a:gd name="T0" fmla="*/ 3640 w 17"/>
                  <a:gd name="T1" fmla="*/ 372 h 10"/>
                  <a:gd name="T2" fmla="*/ 1556 w 17"/>
                  <a:gd name="T3" fmla="*/ 1196 h 10"/>
                  <a:gd name="T4" fmla="*/ 0 w 17"/>
                  <a:gd name="T5" fmla="*/ 2514 h 10"/>
                  <a:gd name="T6" fmla="*/ 825 w 17"/>
                  <a:gd name="T7" fmla="*/ 2746 h 10"/>
                  <a:gd name="T8" fmla="*/ 2380 w 17"/>
                  <a:gd name="T9" fmla="*/ 1914 h 10"/>
                  <a:gd name="T10" fmla="*/ 4467 w 17"/>
                  <a:gd name="T11" fmla="*/ 967 h 10"/>
                  <a:gd name="T12" fmla="*/ 3640 w 17"/>
                  <a:gd name="T13" fmla="*/ 37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14" y="1"/>
                    </a:moveTo>
                    <a:cubicBezTo>
                      <a:pt x="13" y="0"/>
                      <a:pt x="9" y="2"/>
                      <a:pt x="6" y="4"/>
                    </a:cubicBezTo>
                    <a:cubicBezTo>
                      <a:pt x="4" y="5"/>
                      <a:pt x="0" y="8"/>
                      <a:pt x="0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0"/>
                      <a:pt x="7" y="8"/>
                      <a:pt x="9" y="6"/>
                    </a:cubicBezTo>
                    <a:cubicBezTo>
                      <a:pt x="13" y="3"/>
                      <a:pt x="16" y="2"/>
                      <a:pt x="17" y="3"/>
                    </a:cubicBez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6" name="Freeform 2427">
                <a:extLst>
                  <a:ext uri="{FF2B5EF4-FFF2-40B4-BE49-F238E27FC236}">
                    <a16:creationId xmlns:a16="http://schemas.microsoft.com/office/drawing/2014/main" id="{024BEBEB-EE25-4E6F-87E7-F4FC6B2D9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184"/>
                <a:ext cx="45" cy="27"/>
              </a:xfrm>
              <a:custGeom>
                <a:avLst/>
                <a:gdLst>
                  <a:gd name="T0" fmla="*/ 3438 w 18"/>
                  <a:gd name="T1" fmla="*/ 429 h 10"/>
                  <a:gd name="T2" fmla="*/ 1488 w 18"/>
                  <a:gd name="T3" fmla="*/ 1596 h 10"/>
                  <a:gd name="T4" fmla="*/ 0 w 18"/>
                  <a:gd name="T5" fmla="*/ 3127 h 10"/>
                  <a:gd name="T6" fmla="*/ 783 w 18"/>
                  <a:gd name="T7" fmla="*/ 3877 h 10"/>
                  <a:gd name="T8" fmla="*/ 2270 w 18"/>
                  <a:gd name="T9" fmla="*/ 2282 h 10"/>
                  <a:gd name="T10" fmla="*/ 4425 w 18"/>
                  <a:gd name="T11" fmla="*/ 1158 h 10"/>
                  <a:gd name="T12" fmla="*/ 3438 w 18"/>
                  <a:gd name="T13" fmla="*/ 42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0">
                    <a:moveTo>
                      <a:pt x="14" y="1"/>
                    </a:moveTo>
                    <a:cubicBezTo>
                      <a:pt x="12" y="0"/>
                      <a:pt x="9" y="2"/>
                      <a:pt x="6" y="4"/>
                    </a:cubicBezTo>
                    <a:cubicBezTo>
                      <a:pt x="4" y="5"/>
                      <a:pt x="0" y="8"/>
                      <a:pt x="0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5" y="10"/>
                      <a:pt x="7" y="8"/>
                      <a:pt x="9" y="6"/>
                    </a:cubicBezTo>
                    <a:cubicBezTo>
                      <a:pt x="13" y="4"/>
                      <a:pt x="17" y="2"/>
                      <a:pt x="18" y="3"/>
                    </a:cubicBez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7" name="Freeform 2428">
                <a:extLst>
                  <a:ext uri="{FF2B5EF4-FFF2-40B4-BE49-F238E27FC236}">
                    <a16:creationId xmlns:a16="http://schemas.microsoft.com/office/drawing/2014/main" id="{FB9DE51B-4566-40C4-B8BE-FAAA2EE84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165"/>
                <a:ext cx="17" cy="40"/>
              </a:xfrm>
              <a:custGeom>
                <a:avLst/>
                <a:gdLst>
                  <a:gd name="T0" fmla="*/ 1433 w 7"/>
                  <a:gd name="T1" fmla="*/ 5405 h 15"/>
                  <a:gd name="T2" fmla="*/ 1003 w 7"/>
                  <a:gd name="T3" fmla="*/ 397 h 15"/>
                  <a:gd name="T4" fmla="*/ 413 w 7"/>
                  <a:gd name="T5" fmla="*/ 0 h 15"/>
                  <a:gd name="T6" fmla="*/ 831 w 7"/>
                  <a:gd name="T7" fmla="*/ 4701 h 15"/>
                  <a:gd name="T8" fmla="*/ 1433 w 7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4" y="14"/>
                      <a:pt x="6" y="2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0" y="12"/>
                      <a:pt x="4" y="13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8" name="Freeform 2429">
                <a:extLst>
                  <a:ext uri="{FF2B5EF4-FFF2-40B4-BE49-F238E27FC236}">
                    <a16:creationId xmlns:a16="http://schemas.microsoft.com/office/drawing/2014/main" id="{EDBBBB19-43FC-4857-91DF-4DEF26858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171"/>
                <a:ext cx="17" cy="40"/>
              </a:xfrm>
              <a:custGeom>
                <a:avLst/>
                <a:gdLst>
                  <a:gd name="T0" fmla="*/ 1433 w 7"/>
                  <a:gd name="T1" fmla="*/ 5405 h 15"/>
                  <a:gd name="T2" fmla="*/ 1003 w 7"/>
                  <a:gd name="T3" fmla="*/ 397 h 15"/>
                  <a:gd name="T4" fmla="*/ 413 w 7"/>
                  <a:gd name="T5" fmla="*/ 0 h 15"/>
                  <a:gd name="T6" fmla="*/ 831 w 7"/>
                  <a:gd name="T7" fmla="*/ 4701 h 15"/>
                  <a:gd name="T8" fmla="*/ 1433 w 7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4" y="14"/>
                      <a:pt x="6" y="2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0" y="12"/>
                      <a:pt x="4" y="13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9" name="Freeform 2430">
                <a:extLst>
                  <a:ext uri="{FF2B5EF4-FFF2-40B4-BE49-F238E27FC236}">
                    <a16:creationId xmlns:a16="http://schemas.microsoft.com/office/drawing/2014/main" id="{1BA8CFE8-402A-407A-A722-F84A261F3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195"/>
                <a:ext cx="43" cy="26"/>
              </a:xfrm>
              <a:custGeom>
                <a:avLst/>
                <a:gdLst>
                  <a:gd name="T0" fmla="*/ 3640 w 17"/>
                  <a:gd name="T1" fmla="*/ 0 h 10"/>
                  <a:gd name="T2" fmla="*/ 1556 w 17"/>
                  <a:gd name="T3" fmla="*/ 967 h 10"/>
                  <a:gd name="T4" fmla="*/ 0 w 17"/>
                  <a:gd name="T5" fmla="*/ 2514 h 10"/>
                  <a:gd name="T6" fmla="*/ 1017 w 17"/>
                  <a:gd name="T7" fmla="*/ 2746 h 10"/>
                  <a:gd name="T8" fmla="*/ 2380 w 17"/>
                  <a:gd name="T9" fmla="*/ 1914 h 10"/>
                  <a:gd name="T10" fmla="*/ 4467 w 17"/>
                  <a:gd name="T11" fmla="*/ 595 h 10"/>
                  <a:gd name="T12" fmla="*/ 3640 w 17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14" y="0"/>
                    </a:moveTo>
                    <a:cubicBezTo>
                      <a:pt x="13" y="0"/>
                      <a:pt x="9" y="2"/>
                      <a:pt x="6" y="3"/>
                    </a:cubicBezTo>
                    <a:cubicBezTo>
                      <a:pt x="4" y="5"/>
                      <a:pt x="0" y="8"/>
                      <a:pt x="0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7" y="7"/>
                      <a:pt x="9" y="6"/>
                    </a:cubicBezTo>
                    <a:cubicBezTo>
                      <a:pt x="13" y="3"/>
                      <a:pt x="16" y="2"/>
                      <a:pt x="17" y="2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0" name="Freeform 2431">
                <a:extLst>
                  <a:ext uri="{FF2B5EF4-FFF2-40B4-BE49-F238E27FC236}">
                    <a16:creationId xmlns:a16="http://schemas.microsoft.com/office/drawing/2014/main" id="{F6E488FD-D586-4B2E-8C70-152F31C0C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203"/>
                <a:ext cx="43" cy="24"/>
              </a:xfrm>
              <a:custGeom>
                <a:avLst/>
                <a:gdLst>
                  <a:gd name="T0" fmla="*/ 3397 w 17"/>
                  <a:gd name="T1" fmla="*/ 0 h 9"/>
                  <a:gd name="T2" fmla="*/ 1874 w 17"/>
                  <a:gd name="T3" fmla="*/ 1059 h 9"/>
                  <a:gd name="T4" fmla="*/ 0 w 17"/>
                  <a:gd name="T5" fmla="*/ 2581 h 9"/>
                  <a:gd name="T6" fmla="*/ 1017 w 17"/>
                  <a:gd name="T7" fmla="*/ 3243 h 9"/>
                  <a:gd name="T8" fmla="*/ 2572 w 17"/>
                  <a:gd name="T9" fmla="*/ 1763 h 9"/>
                  <a:gd name="T10" fmla="*/ 4467 w 17"/>
                  <a:gd name="T11" fmla="*/ 661 h 9"/>
                  <a:gd name="T12" fmla="*/ 3397 w 17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13" y="0"/>
                    </a:moveTo>
                    <a:cubicBezTo>
                      <a:pt x="12" y="0"/>
                      <a:pt x="9" y="1"/>
                      <a:pt x="7" y="3"/>
                    </a:cubicBezTo>
                    <a:cubicBezTo>
                      <a:pt x="4" y="4"/>
                      <a:pt x="1" y="7"/>
                      <a:pt x="0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7" y="7"/>
                      <a:pt x="10" y="5"/>
                    </a:cubicBezTo>
                    <a:cubicBezTo>
                      <a:pt x="14" y="2"/>
                      <a:pt x="16" y="2"/>
                      <a:pt x="17" y="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1" name="Freeform 2432">
                <a:extLst>
                  <a:ext uri="{FF2B5EF4-FFF2-40B4-BE49-F238E27FC236}">
                    <a16:creationId xmlns:a16="http://schemas.microsoft.com/office/drawing/2014/main" id="{EBEDA94B-7025-42ED-909E-43847EAF1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179"/>
                <a:ext cx="15" cy="40"/>
              </a:xfrm>
              <a:custGeom>
                <a:avLst/>
                <a:gdLst>
                  <a:gd name="T0" fmla="*/ 1488 w 6"/>
                  <a:gd name="T1" fmla="*/ 5405 h 15"/>
                  <a:gd name="T2" fmla="*/ 1300 w 6"/>
                  <a:gd name="T3" fmla="*/ 661 h 15"/>
                  <a:gd name="T4" fmla="*/ 520 w 6"/>
                  <a:gd name="T5" fmla="*/ 0 h 15"/>
                  <a:gd name="T6" fmla="*/ 783 w 6"/>
                  <a:gd name="T7" fmla="*/ 5005 h 15"/>
                  <a:gd name="T8" fmla="*/ 1488 w 6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6" y="15"/>
                    </a:moveTo>
                    <a:cubicBezTo>
                      <a:pt x="4" y="14"/>
                      <a:pt x="6" y="2"/>
                      <a:pt x="5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0" y="13"/>
                      <a:pt x="3" y="14"/>
                    </a:cubicBezTo>
                    <a:lnTo>
                      <a:pt x="6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2" name="Freeform 2433">
                <a:extLst>
                  <a:ext uri="{FF2B5EF4-FFF2-40B4-BE49-F238E27FC236}">
                    <a16:creationId xmlns:a16="http://schemas.microsoft.com/office/drawing/2014/main" id="{652F7211-64AA-49BC-AA11-66EB594E6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187"/>
                <a:ext cx="15" cy="40"/>
              </a:xfrm>
              <a:custGeom>
                <a:avLst/>
                <a:gdLst>
                  <a:gd name="T0" fmla="*/ 1488 w 6"/>
                  <a:gd name="T1" fmla="*/ 5405 h 15"/>
                  <a:gd name="T2" fmla="*/ 1300 w 6"/>
                  <a:gd name="T3" fmla="*/ 397 h 15"/>
                  <a:gd name="T4" fmla="*/ 520 w 6"/>
                  <a:gd name="T5" fmla="*/ 0 h 15"/>
                  <a:gd name="T6" fmla="*/ 783 w 6"/>
                  <a:gd name="T7" fmla="*/ 4701 h 15"/>
                  <a:gd name="T8" fmla="*/ 1488 w 6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6" y="15"/>
                    </a:moveTo>
                    <a:cubicBezTo>
                      <a:pt x="3" y="14"/>
                      <a:pt x="6" y="2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0" y="12"/>
                      <a:pt x="3" y="13"/>
                    </a:cubicBezTo>
                    <a:lnTo>
                      <a:pt x="6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3" name="Freeform 2434">
                <a:extLst>
                  <a:ext uri="{FF2B5EF4-FFF2-40B4-BE49-F238E27FC236}">
                    <a16:creationId xmlns:a16="http://schemas.microsoft.com/office/drawing/2014/main" id="{9ACCB905-236D-4CB2-A1D4-056336A83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16"/>
                <a:ext cx="45" cy="21"/>
              </a:xfrm>
              <a:custGeom>
                <a:avLst/>
                <a:gdLst>
                  <a:gd name="T0" fmla="*/ 3720 w 18"/>
                  <a:gd name="T1" fmla="*/ 0 h 8"/>
                  <a:gd name="T2" fmla="*/ 1770 w 18"/>
                  <a:gd name="T3" fmla="*/ 614 h 8"/>
                  <a:gd name="T4" fmla="*/ 0 w 18"/>
                  <a:gd name="T5" fmla="*/ 1612 h 8"/>
                  <a:gd name="T6" fmla="*/ 783 w 18"/>
                  <a:gd name="T7" fmla="*/ 2226 h 8"/>
                  <a:gd name="T8" fmla="*/ 2270 w 18"/>
                  <a:gd name="T9" fmla="*/ 1612 h 8"/>
                  <a:gd name="T10" fmla="*/ 4425 w 18"/>
                  <a:gd name="T11" fmla="*/ 992 h 8"/>
                  <a:gd name="T12" fmla="*/ 3720 w 1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15" y="0"/>
                    </a:moveTo>
                    <a:cubicBezTo>
                      <a:pt x="14" y="0"/>
                      <a:pt x="10" y="1"/>
                      <a:pt x="7" y="2"/>
                    </a:cubicBezTo>
                    <a:cubicBezTo>
                      <a:pt x="4" y="3"/>
                      <a:pt x="0" y="5"/>
                      <a:pt x="0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7" y="6"/>
                      <a:pt x="9" y="5"/>
                    </a:cubicBezTo>
                    <a:cubicBezTo>
                      <a:pt x="13" y="3"/>
                      <a:pt x="17" y="2"/>
                      <a:pt x="18" y="3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4" name="Freeform 2435">
                <a:extLst>
                  <a:ext uri="{FF2B5EF4-FFF2-40B4-BE49-F238E27FC236}">
                    <a16:creationId xmlns:a16="http://schemas.microsoft.com/office/drawing/2014/main" id="{C8800985-2331-4749-9FBF-510FB1E5D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24"/>
                <a:ext cx="42" cy="21"/>
              </a:xfrm>
              <a:custGeom>
                <a:avLst/>
                <a:gdLst>
                  <a:gd name="T0" fmla="*/ 3199 w 17"/>
                  <a:gd name="T1" fmla="*/ 378 h 8"/>
                  <a:gd name="T2" fmla="*/ 1374 w 17"/>
                  <a:gd name="T3" fmla="*/ 614 h 8"/>
                  <a:gd name="T4" fmla="*/ 0 w 17"/>
                  <a:gd name="T5" fmla="*/ 1612 h 8"/>
                  <a:gd name="T6" fmla="*/ 635 w 17"/>
                  <a:gd name="T7" fmla="*/ 2226 h 8"/>
                  <a:gd name="T8" fmla="*/ 2009 w 17"/>
                  <a:gd name="T9" fmla="*/ 1612 h 8"/>
                  <a:gd name="T10" fmla="*/ 3876 w 17"/>
                  <a:gd name="T11" fmla="*/ 1378 h 8"/>
                  <a:gd name="T12" fmla="*/ 3199 w 17"/>
                  <a:gd name="T13" fmla="*/ 37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14" y="1"/>
                    </a:moveTo>
                    <a:cubicBezTo>
                      <a:pt x="12" y="0"/>
                      <a:pt x="9" y="1"/>
                      <a:pt x="6" y="2"/>
                    </a:cubicBezTo>
                    <a:cubicBezTo>
                      <a:pt x="4" y="3"/>
                      <a:pt x="0" y="5"/>
                      <a:pt x="0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6" y="6"/>
                      <a:pt x="9" y="5"/>
                    </a:cubicBezTo>
                    <a:cubicBezTo>
                      <a:pt x="13" y="3"/>
                      <a:pt x="16" y="3"/>
                      <a:pt x="17" y="4"/>
                    </a:cubicBez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5" name="Freeform 2436">
                <a:extLst>
                  <a:ext uri="{FF2B5EF4-FFF2-40B4-BE49-F238E27FC236}">
                    <a16:creationId xmlns:a16="http://schemas.microsoft.com/office/drawing/2014/main" id="{15AB1CCA-C069-4D69-81DD-5EF427B1A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195"/>
                <a:ext cx="20" cy="40"/>
              </a:xfrm>
              <a:custGeom>
                <a:avLst/>
                <a:gdLst>
                  <a:gd name="T0" fmla="*/ 1770 w 8"/>
                  <a:gd name="T1" fmla="*/ 5405 h 15"/>
                  <a:gd name="T2" fmla="*/ 1770 w 8"/>
                  <a:gd name="T3" fmla="*/ 661 h 15"/>
                  <a:gd name="T4" fmla="*/ 988 w 8"/>
                  <a:gd name="T5" fmla="*/ 0 h 15"/>
                  <a:gd name="T6" fmla="*/ 783 w 8"/>
                  <a:gd name="T7" fmla="*/ 5005 h 15"/>
                  <a:gd name="T8" fmla="*/ 1770 w 8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7" y="15"/>
                    </a:moveTo>
                    <a:cubicBezTo>
                      <a:pt x="4" y="14"/>
                      <a:pt x="8" y="2"/>
                      <a:pt x="7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0" y="12"/>
                      <a:pt x="3" y="14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6" name="Freeform 2437">
                <a:extLst>
                  <a:ext uri="{FF2B5EF4-FFF2-40B4-BE49-F238E27FC236}">
                    <a16:creationId xmlns:a16="http://schemas.microsoft.com/office/drawing/2014/main" id="{7A6B994B-1775-4DA9-BFD3-48AB9D99A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203"/>
                <a:ext cx="20" cy="42"/>
              </a:xfrm>
              <a:custGeom>
                <a:avLst/>
                <a:gdLst>
                  <a:gd name="T0" fmla="*/ 1488 w 8"/>
                  <a:gd name="T1" fmla="*/ 5229 h 16"/>
                  <a:gd name="T2" fmla="*/ 1770 w 8"/>
                  <a:gd name="T3" fmla="*/ 614 h 16"/>
                  <a:gd name="T4" fmla="*/ 783 w 8"/>
                  <a:gd name="T5" fmla="*/ 0 h 16"/>
                  <a:gd name="T6" fmla="*/ 783 w 8"/>
                  <a:gd name="T7" fmla="*/ 4610 h 16"/>
                  <a:gd name="T8" fmla="*/ 1488 w 8"/>
                  <a:gd name="T9" fmla="*/ 522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6" y="16"/>
                    </a:moveTo>
                    <a:cubicBezTo>
                      <a:pt x="4" y="14"/>
                      <a:pt x="8" y="3"/>
                      <a:pt x="7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0" y="12"/>
                      <a:pt x="3" y="14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7" name="Freeform 2438">
                <a:extLst>
                  <a:ext uri="{FF2B5EF4-FFF2-40B4-BE49-F238E27FC236}">
                    <a16:creationId xmlns:a16="http://schemas.microsoft.com/office/drawing/2014/main" id="{385C5E86-0C2A-48A8-A509-7831947CB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43"/>
                <a:ext cx="42" cy="16"/>
              </a:xfrm>
              <a:custGeom>
                <a:avLst/>
                <a:gdLst>
                  <a:gd name="T0" fmla="*/ 3395 w 17"/>
                  <a:gd name="T1" fmla="*/ 0 h 6"/>
                  <a:gd name="T2" fmla="*/ 1569 w 17"/>
                  <a:gd name="T3" fmla="*/ 397 h 6"/>
                  <a:gd name="T4" fmla="*/ 0 w 17"/>
                  <a:gd name="T5" fmla="*/ 1059 h 6"/>
                  <a:gd name="T6" fmla="*/ 452 w 17"/>
                  <a:gd name="T7" fmla="*/ 1763 h 6"/>
                  <a:gd name="T8" fmla="*/ 2009 w 17"/>
                  <a:gd name="T9" fmla="*/ 1459 h 6"/>
                  <a:gd name="T10" fmla="*/ 3876 w 17"/>
                  <a:gd name="T11" fmla="*/ 1059 h 6"/>
                  <a:gd name="T12" fmla="*/ 3395 w 17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15" y="0"/>
                    </a:moveTo>
                    <a:cubicBezTo>
                      <a:pt x="14" y="0"/>
                      <a:pt x="10" y="0"/>
                      <a:pt x="7" y="1"/>
                    </a:cubicBezTo>
                    <a:cubicBezTo>
                      <a:pt x="4" y="1"/>
                      <a:pt x="0" y="3"/>
                      <a:pt x="0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6" y="5"/>
                      <a:pt x="9" y="4"/>
                    </a:cubicBezTo>
                    <a:cubicBezTo>
                      <a:pt x="13" y="3"/>
                      <a:pt x="16" y="3"/>
                      <a:pt x="17" y="3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8" name="Freeform 2439">
                <a:extLst>
                  <a:ext uri="{FF2B5EF4-FFF2-40B4-BE49-F238E27FC236}">
                    <a16:creationId xmlns:a16="http://schemas.microsoft.com/office/drawing/2014/main" id="{0751F325-5A94-4204-8C04-C867FC55E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251"/>
                <a:ext cx="45" cy="18"/>
              </a:xfrm>
              <a:custGeom>
                <a:avLst/>
                <a:gdLst>
                  <a:gd name="T0" fmla="*/ 3720 w 18"/>
                  <a:gd name="T1" fmla="*/ 563 h 7"/>
                  <a:gd name="T2" fmla="*/ 1770 w 18"/>
                  <a:gd name="T3" fmla="*/ 563 h 7"/>
                  <a:gd name="T4" fmla="*/ 0 w 18"/>
                  <a:gd name="T5" fmla="*/ 1137 h 7"/>
                  <a:gd name="T6" fmla="*/ 520 w 18"/>
                  <a:gd name="T7" fmla="*/ 1700 h 7"/>
                  <a:gd name="T8" fmla="*/ 2270 w 18"/>
                  <a:gd name="T9" fmla="*/ 1448 h 7"/>
                  <a:gd name="T10" fmla="*/ 4425 w 18"/>
                  <a:gd name="T11" fmla="*/ 1448 h 7"/>
                  <a:gd name="T12" fmla="*/ 3720 w 18"/>
                  <a:gd name="T13" fmla="*/ 56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15" y="2"/>
                    </a:moveTo>
                    <a:cubicBezTo>
                      <a:pt x="14" y="0"/>
                      <a:pt x="10" y="1"/>
                      <a:pt x="7" y="2"/>
                    </a:cubicBezTo>
                    <a:cubicBezTo>
                      <a:pt x="4" y="3"/>
                      <a:pt x="0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6" y="6"/>
                      <a:pt x="9" y="5"/>
                    </a:cubicBezTo>
                    <a:cubicBezTo>
                      <a:pt x="14" y="4"/>
                      <a:pt x="17" y="4"/>
                      <a:pt x="18" y="5"/>
                    </a:cubicBez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9" name="Freeform 2440">
                <a:extLst>
                  <a:ext uri="{FF2B5EF4-FFF2-40B4-BE49-F238E27FC236}">
                    <a16:creationId xmlns:a16="http://schemas.microsoft.com/office/drawing/2014/main" id="{586450D7-73B6-42AE-A8BD-6F2392AC6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216"/>
                <a:ext cx="23" cy="43"/>
              </a:xfrm>
              <a:custGeom>
                <a:avLst/>
                <a:gdLst>
                  <a:gd name="T0" fmla="*/ 1620 w 9"/>
                  <a:gd name="T1" fmla="*/ 6060 h 16"/>
                  <a:gd name="T2" fmla="*/ 2520 w 9"/>
                  <a:gd name="T3" fmla="*/ 680 h 16"/>
                  <a:gd name="T4" fmla="*/ 1620 w 9"/>
                  <a:gd name="T5" fmla="*/ 0 h 16"/>
                  <a:gd name="T6" fmla="*/ 848 w 9"/>
                  <a:gd name="T7" fmla="*/ 5316 h 16"/>
                  <a:gd name="T8" fmla="*/ 1620 w 9"/>
                  <a:gd name="T9" fmla="*/ 60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6" y="16"/>
                    </a:moveTo>
                    <a:cubicBezTo>
                      <a:pt x="4" y="14"/>
                      <a:pt x="9" y="3"/>
                      <a:pt x="9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0" y="11"/>
                      <a:pt x="3" y="14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0" name="Freeform 2441">
                <a:extLst>
                  <a:ext uri="{FF2B5EF4-FFF2-40B4-BE49-F238E27FC236}">
                    <a16:creationId xmlns:a16="http://schemas.microsoft.com/office/drawing/2014/main" id="{AB09F57F-9CE9-4776-BA20-7B01F87AE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2227"/>
                <a:ext cx="22" cy="42"/>
              </a:xfrm>
              <a:custGeom>
                <a:avLst/>
                <a:gdLst>
                  <a:gd name="T0" fmla="*/ 1315 w 9"/>
                  <a:gd name="T1" fmla="*/ 5229 h 16"/>
                  <a:gd name="T2" fmla="*/ 1931 w 9"/>
                  <a:gd name="T3" fmla="*/ 614 h 16"/>
                  <a:gd name="T4" fmla="*/ 1315 w 9"/>
                  <a:gd name="T5" fmla="*/ 0 h 16"/>
                  <a:gd name="T6" fmla="*/ 616 w 9"/>
                  <a:gd name="T7" fmla="*/ 4232 h 16"/>
                  <a:gd name="T8" fmla="*/ 1315 w 9"/>
                  <a:gd name="T9" fmla="*/ 522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6" y="16"/>
                    </a:moveTo>
                    <a:cubicBezTo>
                      <a:pt x="4" y="14"/>
                      <a:pt x="9" y="3"/>
                      <a:pt x="9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0" y="11"/>
                      <a:pt x="3" y="13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1" name="Freeform 2442">
                <a:extLst>
                  <a:ext uri="{FF2B5EF4-FFF2-40B4-BE49-F238E27FC236}">
                    <a16:creationId xmlns:a16="http://schemas.microsoft.com/office/drawing/2014/main" id="{FFF1703E-EEEB-4905-953A-97001A6B8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272"/>
                <a:ext cx="45" cy="13"/>
              </a:xfrm>
              <a:custGeom>
                <a:avLst/>
                <a:gdLst>
                  <a:gd name="T0" fmla="*/ 3720 w 18"/>
                  <a:gd name="T1" fmla="*/ 372 h 5"/>
                  <a:gd name="T2" fmla="*/ 1770 w 18"/>
                  <a:gd name="T3" fmla="*/ 0 h 5"/>
                  <a:gd name="T4" fmla="*/ 0 w 18"/>
                  <a:gd name="T5" fmla="*/ 372 h 5"/>
                  <a:gd name="T6" fmla="*/ 520 w 18"/>
                  <a:gd name="T7" fmla="*/ 1196 h 5"/>
                  <a:gd name="T8" fmla="*/ 2270 w 18"/>
                  <a:gd name="T9" fmla="*/ 1196 h 5"/>
                  <a:gd name="T10" fmla="*/ 4425 w 18"/>
                  <a:gd name="T11" fmla="*/ 1547 h 5"/>
                  <a:gd name="T12" fmla="*/ 3720 w 18"/>
                  <a:gd name="T13" fmla="*/ 37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15" y="1"/>
                    </a:moveTo>
                    <a:cubicBezTo>
                      <a:pt x="15" y="0"/>
                      <a:pt x="11" y="0"/>
                      <a:pt x="7" y="0"/>
                    </a:cubicBezTo>
                    <a:cubicBezTo>
                      <a:pt x="5" y="1"/>
                      <a:pt x="0" y="1"/>
                      <a:pt x="0" y="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6" y="4"/>
                      <a:pt x="9" y="4"/>
                    </a:cubicBezTo>
                    <a:cubicBezTo>
                      <a:pt x="13" y="3"/>
                      <a:pt x="17" y="4"/>
                      <a:pt x="18" y="5"/>
                    </a:cubicBez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2" name="Freeform 2443">
                <a:extLst>
                  <a:ext uri="{FF2B5EF4-FFF2-40B4-BE49-F238E27FC236}">
                    <a16:creationId xmlns:a16="http://schemas.microsoft.com/office/drawing/2014/main" id="{C9D45D2D-46F8-43BE-B538-29ED57B91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243"/>
                <a:ext cx="25" cy="42"/>
              </a:xfrm>
              <a:custGeom>
                <a:avLst/>
                <a:gdLst>
                  <a:gd name="T0" fmla="*/ 1300 w 10"/>
                  <a:gd name="T1" fmla="*/ 5229 h 16"/>
                  <a:gd name="T2" fmla="*/ 2270 w 10"/>
                  <a:gd name="T3" fmla="*/ 992 h 16"/>
                  <a:gd name="T4" fmla="*/ 1770 w 10"/>
                  <a:gd name="T5" fmla="*/ 0 h 16"/>
                  <a:gd name="T6" fmla="*/ 520 w 10"/>
                  <a:gd name="T7" fmla="*/ 4232 h 16"/>
                  <a:gd name="T8" fmla="*/ 1300 w 10"/>
                  <a:gd name="T9" fmla="*/ 522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5" y="16"/>
                    </a:moveTo>
                    <a:cubicBezTo>
                      <a:pt x="3" y="13"/>
                      <a:pt x="10" y="4"/>
                      <a:pt x="9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1"/>
                      <a:pt x="0" y="10"/>
                      <a:pt x="2" y="13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3" name="Freeform 2444">
                <a:extLst>
                  <a:ext uri="{FF2B5EF4-FFF2-40B4-BE49-F238E27FC236}">
                    <a16:creationId xmlns:a16="http://schemas.microsoft.com/office/drawing/2014/main" id="{06EF2755-DF98-4C5A-B435-C22915868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192"/>
                <a:ext cx="2" cy="29"/>
              </a:xfrm>
              <a:custGeom>
                <a:avLst/>
                <a:gdLst>
                  <a:gd name="T0" fmla="*/ 64 w 1"/>
                  <a:gd name="T1" fmla="*/ 3662 h 11"/>
                  <a:gd name="T2" fmla="*/ 64 w 1"/>
                  <a:gd name="T3" fmla="*/ 1007 h 11"/>
                  <a:gd name="T4" fmla="*/ 64 w 1"/>
                  <a:gd name="T5" fmla="*/ 0 h 11"/>
                  <a:gd name="T6" fmla="*/ 64 w 1"/>
                  <a:gd name="T7" fmla="*/ 0 h 11"/>
                  <a:gd name="T8" fmla="*/ 0 w 1"/>
                  <a:gd name="T9" fmla="*/ 1648 h 11"/>
                  <a:gd name="T10" fmla="*/ 64 w 1"/>
                  <a:gd name="T11" fmla="*/ 366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1">
                    <a:moveTo>
                      <a:pt x="1" y="11"/>
                    </a:moveTo>
                    <a:cubicBezTo>
                      <a:pt x="1" y="9"/>
                      <a:pt x="1" y="6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3"/>
                      <a:pt x="0" y="5"/>
                    </a:cubicBezTo>
                    <a:cubicBezTo>
                      <a:pt x="0" y="8"/>
                      <a:pt x="1" y="9"/>
                      <a:pt x="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4" name="Freeform 2445">
                <a:extLst>
                  <a:ext uri="{FF2B5EF4-FFF2-40B4-BE49-F238E27FC236}">
                    <a16:creationId xmlns:a16="http://schemas.microsoft.com/office/drawing/2014/main" id="{A7B9FA5E-DE83-4D33-9736-30C6218EE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03"/>
                <a:ext cx="5" cy="26"/>
              </a:xfrm>
              <a:custGeom>
                <a:avLst/>
                <a:gdLst>
                  <a:gd name="T0" fmla="*/ 313 w 2"/>
                  <a:gd name="T1" fmla="*/ 3110 h 10"/>
                  <a:gd name="T2" fmla="*/ 520 w 2"/>
                  <a:gd name="T3" fmla="*/ 967 h 10"/>
                  <a:gd name="T4" fmla="*/ 520 w 2"/>
                  <a:gd name="T5" fmla="*/ 0 h 10"/>
                  <a:gd name="T6" fmla="*/ 520 w 2"/>
                  <a:gd name="T7" fmla="*/ 0 h 10"/>
                  <a:gd name="T8" fmla="*/ 313 w 2"/>
                  <a:gd name="T9" fmla="*/ 1547 h 10"/>
                  <a:gd name="T10" fmla="*/ 313 w 2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1" y="10"/>
                    </a:moveTo>
                    <a:cubicBezTo>
                      <a:pt x="1" y="9"/>
                      <a:pt x="1" y="6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3"/>
                      <a:pt x="1" y="5"/>
                    </a:cubicBezTo>
                    <a:cubicBezTo>
                      <a:pt x="0" y="7"/>
                      <a:pt x="1" y="8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5" name="Freeform 2446">
                <a:extLst>
                  <a:ext uri="{FF2B5EF4-FFF2-40B4-BE49-F238E27FC236}">
                    <a16:creationId xmlns:a16="http://schemas.microsoft.com/office/drawing/2014/main" id="{0880A5B0-3B69-4C37-ADA7-7310DDF27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211"/>
                <a:ext cx="5" cy="26"/>
              </a:xfrm>
              <a:custGeom>
                <a:avLst/>
                <a:gdLst>
                  <a:gd name="T0" fmla="*/ 0 w 2"/>
                  <a:gd name="T1" fmla="*/ 3110 h 10"/>
                  <a:gd name="T2" fmla="*/ 313 w 2"/>
                  <a:gd name="T3" fmla="*/ 967 h 10"/>
                  <a:gd name="T4" fmla="*/ 520 w 2"/>
                  <a:gd name="T5" fmla="*/ 0 h 10"/>
                  <a:gd name="T6" fmla="*/ 520 w 2"/>
                  <a:gd name="T7" fmla="*/ 0 h 10"/>
                  <a:gd name="T8" fmla="*/ 0 w 2"/>
                  <a:gd name="T9" fmla="*/ 1547 h 10"/>
                  <a:gd name="T10" fmla="*/ 0 w 2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0" y="10"/>
                    </a:moveTo>
                    <a:cubicBezTo>
                      <a:pt x="0" y="9"/>
                      <a:pt x="1" y="6"/>
                      <a:pt x="1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3"/>
                      <a:pt x="0" y="5"/>
                    </a:cubicBezTo>
                    <a:cubicBezTo>
                      <a:pt x="0" y="7"/>
                      <a:pt x="0" y="8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6" name="Freeform 2447">
                <a:extLst>
                  <a:ext uri="{FF2B5EF4-FFF2-40B4-BE49-F238E27FC236}">
                    <a16:creationId xmlns:a16="http://schemas.microsoft.com/office/drawing/2014/main" id="{04A02FCB-9FEC-4ECD-906A-332DDFD0B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227"/>
                <a:ext cx="10" cy="26"/>
              </a:xfrm>
              <a:custGeom>
                <a:avLst/>
                <a:gdLst>
                  <a:gd name="T0" fmla="*/ 0 w 4"/>
                  <a:gd name="T1" fmla="*/ 3110 h 10"/>
                  <a:gd name="T2" fmla="*/ 783 w 4"/>
                  <a:gd name="T3" fmla="*/ 967 h 10"/>
                  <a:gd name="T4" fmla="*/ 988 w 4"/>
                  <a:gd name="T5" fmla="*/ 0 h 10"/>
                  <a:gd name="T6" fmla="*/ 988 w 4"/>
                  <a:gd name="T7" fmla="*/ 0 h 10"/>
                  <a:gd name="T8" fmla="*/ 313 w 4"/>
                  <a:gd name="T9" fmla="*/ 1196 h 10"/>
                  <a:gd name="T10" fmla="*/ 0 w 4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0" y="10"/>
                    </a:moveTo>
                    <a:cubicBezTo>
                      <a:pt x="1" y="8"/>
                      <a:pt x="2" y="5"/>
                      <a:pt x="3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2" y="2"/>
                      <a:pt x="1" y="4"/>
                    </a:cubicBezTo>
                    <a:cubicBezTo>
                      <a:pt x="0" y="6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7" name="Freeform 2448">
                <a:extLst>
                  <a:ext uri="{FF2B5EF4-FFF2-40B4-BE49-F238E27FC236}">
                    <a16:creationId xmlns:a16="http://schemas.microsoft.com/office/drawing/2014/main" id="{AAF08AD6-5E1A-4231-8392-3A23297E7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235"/>
                <a:ext cx="10" cy="29"/>
              </a:xfrm>
              <a:custGeom>
                <a:avLst/>
                <a:gdLst>
                  <a:gd name="T0" fmla="*/ 0 w 4"/>
                  <a:gd name="T1" fmla="*/ 3335 h 11"/>
                  <a:gd name="T2" fmla="*/ 783 w 4"/>
                  <a:gd name="T3" fmla="*/ 1389 h 11"/>
                  <a:gd name="T4" fmla="*/ 988 w 4"/>
                  <a:gd name="T5" fmla="*/ 0 h 11"/>
                  <a:gd name="T6" fmla="*/ 988 w 4"/>
                  <a:gd name="T7" fmla="*/ 0 h 11"/>
                  <a:gd name="T8" fmla="*/ 313 w 4"/>
                  <a:gd name="T9" fmla="*/ 1648 h 11"/>
                  <a:gd name="T10" fmla="*/ 0 w 4"/>
                  <a:gd name="T11" fmla="*/ 3662 h 11"/>
                  <a:gd name="T12" fmla="*/ 0 w 4"/>
                  <a:gd name="T13" fmla="*/ 333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0" y="10"/>
                    </a:moveTo>
                    <a:cubicBezTo>
                      <a:pt x="0" y="9"/>
                      <a:pt x="2" y="6"/>
                      <a:pt x="3" y="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2" y="3"/>
                      <a:pt x="1" y="5"/>
                    </a:cubicBezTo>
                    <a:cubicBezTo>
                      <a:pt x="0" y="7"/>
                      <a:pt x="0" y="9"/>
                      <a:pt x="0" y="11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8" name="Freeform 2449">
                <a:extLst>
                  <a:ext uri="{FF2B5EF4-FFF2-40B4-BE49-F238E27FC236}">
                    <a16:creationId xmlns:a16="http://schemas.microsoft.com/office/drawing/2014/main" id="{2CEC7B47-5978-49ED-9C00-8C21C251B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253"/>
                <a:ext cx="10" cy="24"/>
              </a:xfrm>
              <a:custGeom>
                <a:avLst/>
                <a:gdLst>
                  <a:gd name="T0" fmla="*/ 0 w 4"/>
                  <a:gd name="T1" fmla="*/ 3243 h 9"/>
                  <a:gd name="T2" fmla="*/ 783 w 4"/>
                  <a:gd name="T3" fmla="*/ 1059 h 9"/>
                  <a:gd name="T4" fmla="*/ 988 w 4"/>
                  <a:gd name="T5" fmla="*/ 0 h 9"/>
                  <a:gd name="T6" fmla="*/ 988 w 4"/>
                  <a:gd name="T7" fmla="*/ 0 h 9"/>
                  <a:gd name="T8" fmla="*/ 313 w 4"/>
                  <a:gd name="T9" fmla="*/ 1459 h 9"/>
                  <a:gd name="T10" fmla="*/ 0 w 4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7"/>
                      <a:pt x="2" y="5"/>
                      <a:pt x="3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2" y="2"/>
                      <a:pt x="1" y="4"/>
                    </a:cubicBezTo>
                    <a:cubicBezTo>
                      <a:pt x="0" y="6"/>
                      <a:pt x="0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9" name="Freeform 2450">
                <a:extLst>
                  <a:ext uri="{FF2B5EF4-FFF2-40B4-BE49-F238E27FC236}">
                    <a16:creationId xmlns:a16="http://schemas.microsoft.com/office/drawing/2014/main" id="{FEDF41FD-66E6-43B6-A1EB-3BCE6D497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187"/>
                <a:ext cx="3" cy="26"/>
              </a:xfrm>
              <a:custGeom>
                <a:avLst/>
                <a:gdLst>
                  <a:gd name="T0" fmla="*/ 729 w 1"/>
                  <a:gd name="T1" fmla="*/ 3110 h 10"/>
                  <a:gd name="T2" fmla="*/ 729 w 1"/>
                  <a:gd name="T3" fmla="*/ 967 h 10"/>
                  <a:gd name="T4" fmla="*/ 729 w 1"/>
                  <a:gd name="T5" fmla="*/ 0 h 10"/>
                  <a:gd name="T6" fmla="*/ 729 w 1"/>
                  <a:gd name="T7" fmla="*/ 0 h 10"/>
                  <a:gd name="T8" fmla="*/ 0 w 1"/>
                  <a:gd name="T9" fmla="*/ 1547 h 10"/>
                  <a:gd name="T10" fmla="*/ 729 w 1"/>
                  <a:gd name="T11" fmla="*/ 31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0">
                    <a:moveTo>
                      <a:pt x="1" y="10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3"/>
                      <a:pt x="0" y="5"/>
                    </a:cubicBezTo>
                    <a:cubicBezTo>
                      <a:pt x="0" y="7"/>
                      <a:pt x="0" y="9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0" name="Freeform 2451">
                <a:extLst>
                  <a:ext uri="{FF2B5EF4-FFF2-40B4-BE49-F238E27FC236}">
                    <a16:creationId xmlns:a16="http://schemas.microsoft.com/office/drawing/2014/main" id="{E70B8F74-7DA4-41F3-B3A6-715D8D96C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176"/>
                <a:ext cx="2" cy="29"/>
              </a:xfrm>
              <a:custGeom>
                <a:avLst/>
                <a:gdLst>
                  <a:gd name="T0" fmla="*/ 64 w 1"/>
                  <a:gd name="T1" fmla="*/ 3662 h 11"/>
                  <a:gd name="T2" fmla="*/ 64 w 1"/>
                  <a:gd name="T3" fmla="*/ 1389 h 11"/>
                  <a:gd name="T4" fmla="*/ 64 w 1"/>
                  <a:gd name="T5" fmla="*/ 0 h 11"/>
                  <a:gd name="T6" fmla="*/ 64 w 1"/>
                  <a:gd name="T7" fmla="*/ 0 h 11"/>
                  <a:gd name="T8" fmla="*/ 0 w 1"/>
                  <a:gd name="T9" fmla="*/ 2035 h 11"/>
                  <a:gd name="T10" fmla="*/ 64 w 1"/>
                  <a:gd name="T11" fmla="*/ 366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1">
                    <a:moveTo>
                      <a:pt x="1" y="11"/>
                    </a:moveTo>
                    <a:cubicBezTo>
                      <a:pt x="1" y="9"/>
                      <a:pt x="1" y="6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3"/>
                      <a:pt x="0" y="6"/>
                    </a:cubicBezTo>
                    <a:cubicBezTo>
                      <a:pt x="0" y="8"/>
                      <a:pt x="1" y="9"/>
                      <a:pt x="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1" name="Freeform 2452">
                <a:extLst>
                  <a:ext uri="{FF2B5EF4-FFF2-40B4-BE49-F238E27FC236}">
                    <a16:creationId xmlns:a16="http://schemas.microsoft.com/office/drawing/2014/main" id="{CCBB21DC-B795-4A8D-88CD-5831259FB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173"/>
                <a:ext cx="2" cy="27"/>
              </a:xfrm>
              <a:custGeom>
                <a:avLst/>
                <a:gdLst>
                  <a:gd name="T0" fmla="*/ 64 w 1"/>
                  <a:gd name="T1" fmla="*/ 3877 h 10"/>
                  <a:gd name="T2" fmla="*/ 64 w 1"/>
                  <a:gd name="T3" fmla="*/ 1158 h 10"/>
                  <a:gd name="T4" fmla="*/ 64 w 1"/>
                  <a:gd name="T5" fmla="*/ 0 h 10"/>
                  <a:gd name="T6" fmla="*/ 64 w 1"/>
                  <a:gd name="T7" fmla="*/ 0 h 10"/>
                  <a:gd name="T8" fmla="*/ 0 w 1"/>
                  <a:gd name="T9" fmla="*/ 2028 h 10"/>
                  <a:gd name="T10" fmla="*/ 64 w 1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0">
                    <a:moveTo>
                      <a:pt x="1" y="10"/>
                    </a:moveTo>
                    <a:cubicBezTo>
                      <a:pt x="1" y="9"/>
                      <a:pt x="1" y="6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3"/>
                      <a:pt x="0" y="5"/>
                    </a:cubicBezTo>
                    <a:cubicBezTo>
                      <a:pt x="0" y="7"/>
                      <a:pt x="1" y="9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2" name="Freeform 2453">
                <a:extLst>
                  <a:ext uri="{FF2B5EF4-FFF2-40B4-BE49-F238E27FC236}">
                    <a16:creationId xmlns:a16="http://schemas.microsoft.com/office/drawing/2014/main" id="{9014317D-968B-426B-A948-812324AC5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285"/>
                <a:ext cx="45" cy="14"/>
              </a:xfrm>
              <a:custGeom>
                <a:avLst/>
                <a:gdLst>
                  <a:gd name="T0" fmla="*/ 3908 w 18"/>
                  <a:gd name="T1" fmla="*/ 487 h 5"/>
                  <a:gd name="T2" fmla="*/ 1958 w 18"/>
                  <a:gd name="T3" fmla="*/ 0 h 5"/>
                  <a:gd name="T4" fmla="*/ 0 w 18"/>
                  <a:gd name="T5" fmla="*/ 487 h 5"/>
                  <a:gd name="T6" fmla="*/ 783 w 18"/>
                  <a:gd name="T7" fmla="*/ 1912 h 5"/>
                  <a:gd name="T8" fmla="*/ 2270 w 18"/>
                  <a:gd name="T9" fmla="*/ 1912 h 5"/>
                  <a:gd name="T10" fmla="*/ 4425 w 18"/>
                  <a:gd name="T11" fmla="*/ 1912 h 5"/>
                  <a:gd name="T12" fmla="*/ 3908 w 18"/>
                  <a:gd name="T13" fmla="*/ 487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16" y="1"/>
                    </a:moveTo>
                    <a:cubicBezTo>
                      <a:pt x="15" y="0"/>
                      <a:pt x="11" y="0"/>
                      <a:pt x="8" y="0"/>
                    </a:cubicBezTo>
                    <a:cubicBezTo>
                      <a:pt x="5" y="1"/>
                      <a:pt x="1" y="1"/>
                      <a:pt x="0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7" y="4"/>
                      <a:pt x="9" y="4"/>
                    </a:cubicBezTo>
                    <a:cubicBezTo>
                      <a:pt x="14" y="3"/>
                      <a:pt x="17" y="3"/>
                      <a:pt x="18" y="4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3" name="Freeform 2454">
                <a:extLst>
                  <a:ext uri="{FF2B5EF4-FFF2-40B4-BE49-F238E27FC236}">
                    <a16:creationId xmlns:a16="http://schemas.microsoft.com/office/drawing/2014/main" id="{FCDA32A0-398D-47F9-A6E5-B89441510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299"/>
                <a:ext cx="43" cy="13"/>
              </a:xfrm>
              <a:custGeom>
                <a:avLst/>
                <a:gdLst>
                  <a:gd name="T0" fmla="*/ 3936 w 17"/>
                  <a:gd name="T1" fmla="*/ 372 h 5"/>
                  <a:gd name="T2" fmla="*/ 1874 w 17"/>
                  <a:gd name="T3" fmla="*/ 0 h 5"/>
                  <a:gd name="T4" fmla="*/ 0 w 17"/>
                  <a:gd name="T5" fmla="*/ 372 h 5"/>
                  <a:gd name="T6" fmla="*/ 531 w 17"/>
                  <a:gd name="T7" fmla="*/ 1196 h 5"/>
                  <a:gd name="T8" fmla="*/ 2380 w 17"/>
                  <a:gd name="T9" fmla="*/ 1196 h 5"/>
                  <a:gd name="T10" fmla="*/ 4467 w 17"/>
                  <a:gd name="T11" fmla="*/ 1547 h 5"/>
                  <a:gd name="T12" fmla="*/ 3936 w 17"/>
                  <a:gd name="T13" fmla="*/ 37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">
                    <a:moveTo>
                      <a:pt x="15" y="1"/>
                    </a:moveTo>
                    <a:cubicBezTo>
                      <a:pt x="14" y="0"/>
                      <a:pt x="10" y="0"/>
                      <a:pt x="7" y="0"/>
                    </a:cubicBezTo>
                    <a:cubicBezTo>
                      <a:pt x="5" y="0"/>
                      <a:pt x="0" y="1"/>
                      <a:pt x="0" y="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6" y="4"/>
                      <a:pt x="9" y="4"/>
                    </a:cubicBezTo>
                    <a:cubicBezTo>
                      <a:pt x="14" y="3"/>
                      <a:pt x="16" y="4"/>
                      <a:pt x="17" y="5"/>
                    </a:cubicBez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4" name="Freeform 2455">
                <a:extLst>
                  <a:ext uri="{FF2B5EF4-FFF2-40B4-BE49-F238E27FC236}">
                    <a16:creationId xmlns:a16="http://schemas.microsoft.com/office/drawing/2014/main" id="{F4A5B33F-CD68-4201-8D89-DB68C8A79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269"/>
                <a:ext cx="25" cy="40"/>
              </a:xfrm>
              <a:custGeom>
                <a:avLst/>
                <a:gdLst>
                  <a:gd name="T0" fmla="*/ 1300 w 10"/>
                  <a:gd name="T1" fmla="*/ 5405 h 15"/>
                  <a:gd name="T2" fmla="*/ 2270 w 10"/>
                  <a:gd name="T3" fmla="*/ 1059 h 15"/>
                  <a:gd name="T4" fmla="*/ 1488 w 10"/>
                  <a:gd name="T5" fmla="*/ 0 h 15"/>
                  <a:gd name="T6" fmla="*/ 520 w 10"/>
                  <a:gd name="T7" fmla="*/ 4701 h 15"/>
                  <a:gd name="T8" fmla="*/ 1300 w 10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5" y="15"/>
                    </a:moveTo>
                    <a:cubicBezTo>
                      <a:pt x="3" y="13"/>
                      <a:pt x="10" y="3"/>
                      <a:pt x="9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0" y="10"/>
                      <a:pt x="2" y="13"/>
                    </a:cubicBez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5" name="Freeform 2456">
                <a:extLst>
                  <a:ext uri="{FF2B5EF4-FFF2-40B4-BE49-F238E27FC236}">
                    <a16:creationId xmlns:a16="http://schemas.microsoft.com/office/drawing/2014/main" id="{56898408-BA79-4A92-9DA6-BB2560593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317"/>
                <a:ext cx="43" cy="16"/>
              </a:xfrm>
              <a:custGeom>
                <a:avLst/>
                <a:gdLst>
                  <a:gd name="T0" fmla="*/ 4125 w 17"/>
                  <a:gd name="T1" fmla="*/ 1059 h 6"/>
                  <a:gd name="T2" fmla="*/ 2087 w 17"/>
                  <a:gd name="T3" fmla="*/ 0 h 6"/>
                  <a:gd name="T4" fmla="*/ 0 w 17"/>
                  <a:gd name="T5" fmla="*/ 0 h 6"/>
                  <a:gd name="T6" fmla="*/ 531 w 17"/>
                  <a:gd name="T7" fmla="*/ 1059 h 6"/>
                  <a:gd name="T8" fmla="*/ 2380 w 17"/>
                  <a:gd name="T9" fmla="*/ 1459 h 6"/>
                  <a:gd name="T10" fmla="*/ 4467 w 17"/>
                  <a:gd name="T11" fmla="*/ 2184 h 6"/>
                  <a:gd name="T12" fmla="*/ 4125 w 17"/>
                  <a:gd name="T13" fmla="*/ 105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16" y="3"/>
                    </a:moveTo>
                    <a:cubicBezTo>
                      <a:pt x="15" y="2"/>
                      <a:pt x="11" y="1"/>
                      <a:pt x="8" y="0"/>
                    </a:cubicBezTo>
                    <a:cubicBezTo>
                      <a:pt x="5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5"/>
                      <a:pt x="6" y="4"/>
                      <a:pt x="9" y="4"/>
                    </a:cubicBezTo>
                    <a:cubicBezTo>
                      <a:pt x="13" y="4"/>
                      <a:pt x="16" y="5"/>
                      <a:pt x="17" y="6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6" name="Freeform 2457">
                <a:extLst>
                  <a:ext uri="{FF2B5EF4-FFF2-40B4-BE49-F238E27FC236}">
                    <a16:creationId xmlns:a16="http://schemas.microsoft.com/office/drawing/2014/main" id="{B4DE5C0D-DC7F-4B7B-A11B-935571D5E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333"/>
                <a:ext cx="43" cy="16"/>
              </a:xfrm>
              <a:custGeom>
                <a:avLst/>
                <a:gdLst>
                  <a:gd name="T0" fmla="*/ 3936 w 17"/>
                  <a:gd name="T1" fmla="*/ 661 h 6"/>
                  <a:gd name="T2" fmla="*/ 1874 w 17"/>
                  <a:gd name="T3" fmla="*/ 0 h 6"/>
                  <a:gd name="T4" fmla="*/ 0 w 17"/>
                  <a:gd name="T5" fmla="*/ 0 h 6"/>
                  <a:gd name="T6" fmla="*/ 531 w 17"/>
                  <a:gd name="T7" fmla="*/ 1059 h 6"/>
                  <a:gd name="T8" fmla="*/ 2087 w 17"/>
                  <a:gd name="T9" fmla="*/ 1459 h 6"/>
                  <a:gd name="T10" fmla="*/ 4467 w 17"/>
                  <a:gd name="T11" fmla="*/ 2184 h 6"/>
                  <a:gd name="T12" fmla="*/ 3936 w 17"/>
                  <a:gd name="T13" fmla="*/ 66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15" y="2"/>
                    </a:moveTo>
                    <a:cubicBezTo>
                      <a:pt x="14" y="1"/>
                      <a:pt x="11" y="0"/>
                      <a:pt x="7" y="0"/>
                    </a:cubicBezTo>
                    <a:cubicBezTo>
                      <a:pt x="5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5" y="4"/>
                      <a:pt x="8" y="4"/>
                    </a:cubicBezTo>
                    <a:cubicBezTo>
                      <a:pt x="13" y="4"/>
                      <a:pt x="17" y="5"/>
                      <a:pt x="17" y="6"/>
                    </a:cubicBez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7" name="Freeform 2458">
                <a:extLst>
                  <a:ext uri="{FF2B5EF4-FFF2-40B4-BE49-F238E27FC236}">
                    <a16:creationId xmlns:a16="http://schemas.microsoft.com/office/drawing/2014/main" id="{6E4F0A05-5069-4353-8220-B372094BD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288"/>
                <a:ext cx="27" cy="40"/>
              </a:xfrm>
              <a:custGeom>
                <a:avLst/>
                <a:gdLst>
                  <a:gd name="T0" fmla="*/ 621 w 11"/>
                  <a:gd name="T1" fmla="*/ 5405 h 15"/>
                  <a:gd name="T2" fmla="*/ 2216 w 11"/>
                  <a:gd name="T3" fmla="*/ 1059 h 15"/>
                  <a:gd name="T4" fmla="*/ 1777 w 11"/>
                  <a:gd name="T5" fmla="*/ 0 h 15"/>
                  <a:gd name="T6" fmla="*/ 174 w 11"/>
                  <a:gd name="T7" fmla="*/ 4301 h 15"/>
                  <a:gd name="T8" fmla="*/ 621 w 11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3" y="15"/>
                    </a:moveTo>
                    <a:cubicBezTo>
                      <a:pt x="2" y="13"/>
                      <a:pt x="11" y="4"/>
                      <a:pt x="10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0" y="9"/>
                      <a:pt x="1" y="12"/>
                    </a:cubicBez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8" name="Freeform 2459">
                <a:extLst>
                  <a:ext uri="{FF2B5EF4-FFF2-40B4-BE49-F238E27FC236}">
                    <a16:creationId xmlns:a16="http://schemas.microsoft.com/office/drawing/2014/main" id="{E79D079F-BEF0-4EB5-B490-118C94CC8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301"/>
                <a:ext cx="28" cy="40"/>
              </a:xfrm>
              <a:custGeom>
                <a:avLst/>
                <a:gdLst>
                  <a:gd name="T0" fmla="*/ 1056 w 11"/>
                  <a:gd name="T1" fmla="*/ 5405 h 15"/>
                  <a:gd name="T2" fmla="*/ 2986 w 11"/>
                  <a:gd name="T3" fmla="*/ 1059 h 15"/>
                  <a:gd name="T4" fmla="*/ 2146 w 11"/>
                  <a:gd name="T5" fmla="*/ 0 h 15"/>
                  <a:gd name="T6" fmla="*/ 545 w 11"/>
                  <a:gd name="T7" fmla="*/ 4301 h 15"/>
                  <a:gd name="T8" fmla="*/ 1056 w 11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4" y="15"/>
                    </a:moveTo>
                    <a:cubicBezTo>
                      <a:pt x="2" y="13"/>
                      <a:pt x="11" y="4"/>
                      <a:pt x="11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0" y="9"/>
                      <a:pt x="2" y="12"/>
                    </a:cubicBez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9" name="Freeform 2460">
                <a:extLst>
                  <a:ext uri="{FF2B5EF4-FFF2-40B4-BE49-F238E27FC236}">
                    <a16:creationId xmlns:a16="http://schemas.microsoft.com/office/drawing/2014/main" id="{95BF3D6A-02F7-4E4B-A67E-14D10E45F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352"/>
                <a:ext cx="43" cy="16"/>
              </a:xfrm>
              <a:custGeom>
                <a:avLst/>
                <a:gdLst>
                  <a:gd name="T0" fmla="*/ 4125 w 17"/>
                  <a:gd name="T1" fmla="*/ 661 h 6"/>
                  <a:gd name="T2" fmla="*/ 2087 w 17"/>
                  <a:gd name="T3" fmla="*/ 0 h 6"/>
                  <a:gd name="T4" fmla="*/ 0 w 17"/>
                  <a:gd name="T5" fmla="*/ 0 h 6"/>
                  <a:gd name="T6" fmla="*/ 531 w 17"/>
                  <a:gd name="T7" fmla="*/ 1059 h 6"/>
                  <a:gd name="T8" fmla="*/ 2380 w 17"/>
                  <a:gd name="T9" fmla="*/ 1459 h 6"/>
                  <a:gd name="T10" fmla="*/ 4467 w 17"/>
                  <a:gd name="T11" fmla="*/ 2184 h 6"/>
                  <a:gd name="T12" fmla="*/ 4125 w 17"/>
                  <a:gd name="T13" fmla="*/ 66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16" y="2"/>
                    </a:moveTo>
                    <a:cubicBezTo>
                      <a:pt x="15" y="1"/>
                      <a:pt x="11" y="1"/>
                      <a:pt x="8" y="0"/>
                    </a:cubicBezTo>
                    <a:cubicBezTo>
                      <a:pt x="5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5"/>
                      <a:pt x="6" y="4"/>
                      <a:pt x="9" y="4"/>
                    </a:cubicBezTo>
                    <a:cubicBezTo>
                      <a:pt x="13" y="4"/>
                      <a:pt x="17" y="5"/>
                      <a:pt x="17" y="6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0" name="Freeform 2461">
                <a:extLst>
                  <a:ext uri="{FF2B5EF4-FFF2-40B4-BE49-F238E27FC236}">
                    <a16:creationId xmlns:a16="http://schemas.microsoft.com/office/drawing/2014/main" id="{538E6E87-0CD3-4B85-9911-E2CB5136E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368"/>
                <a:ext cx="40" cy="16"/>
              </a:xfrm>
              <a:custGeom>
                <a:avLst/>
                <a:gdLst>
                  <a:gd name="T0" fmla="*/ 3438 w 16"/>
                  <a:gd name="T1" fmla="*/ 661 h 6"/>
                  <a:gd name="T2" fmla="*/ 1770 w 16"/>
                  <a:gd name="T3" fmla="*/ 0 h 6"/>
                  <a:gd name="T4" fmla="*/ 0 w 16"/>
                  <a:gd name="T5" fmla="*/ 0 h 6"/>
                  <a:gd name="T6" fmla="*/ 520 w 16"/>
                  <a:gd name="T7" fmla="*/ 1059 h 6"/>
                  <a:gd name="T8" fmla="*/ 1958 w 16"/>
                  <a:gd name="T9" fmla="*/ 1459 h 6"/>
                  <a:gd name="T10" fmla="*/ 3908 w 16"/>
                  <a:gd name="T11" fmla="*/ 2184 h 6"/>
                  <a:gd name="T12" fmla="*/ 3438 w 16"/>
                  <a:gd name="T13" fmla="*/ 66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4" y="2"/>
                    </a:moveTo>
                    <a:cubicBezTo>
                      <a:pt x="14" y="1"/>
                      <a:pt x="11" y="0"/>
                      <a:pt x="7" y="0"/>
                    </a:cubicBezTo>
                    <a:cubicBezTo>
                      <a:pt x="5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5" y="4"/>
                      <a:pt x="8" y="4"/>
                    </a:cubicBezTo>
                    <a:cubicBezTo>
                      <a:pt x="13" y="4"/>
                      <a:pt x="16" y="5"/>
                      <a:pt x="16" y="6"/>
                    </a:cubicBez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1" name="Freeform 2462">
                <a:extLst>
                  <a:ext uri="{FF2B5EF4-FFF2-40B4-BE49-F238E27FC236}">
                    <a16:creationId xmlns:a16="http://schemas.microsoft.com/office/drawing/2014/main" id="{AEDC172A-435E-4B1E-B21B-8FA66AD39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323"/>
                <a:ext cx="27" cy="40"/>
              </a:xfrm>
              <a:custGeom>
                <a:avLst/>
                <a:gdLst>
                  <a:gd name="T0" fmla="*/ 903 w 11"/>
                  <a:gd name="T1" fmla="*/ 5405 h 15"/>
                  <a:gd name="T2" fmla="*/ 2398 w 11"/>
                  <a:gd name="T3" fmla="*/ 1459 h 15"/>
                  <a:gd name="T4" fmla="*/ 1964 w 11"/>
                  <a:gd name="T5" fmla="*/ 0 h 15"/>
                  <a:gd name="T6" fmla="*/ 427 w 11"/>
                  <a:gd name="T7" fmla="*/ 4301 h 15"/>
                  <a:gd name="T8" fmla="*/ 903 w 11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4" y="15"/>
                    </a:moveTo>
                    <a:cubicBezTo>
                      <a:pt x="2" y="12"/>
                      <a:pt x="11" y="4"/>
                      <a:pt x="11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0" y="9"/>
                      <a:pt x="2" y="12"/>
                    </a:cubicBez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2" name="Freeform 2463">
                <a:extLst>
                  <a:ext uri="{FF2B5EF4-FFF2-40B4-BE49-F238E27FC236}">
                    <a16:creationId xmlns:a16="http://schemas.microsoft.com/office/drawing/2014/main" id="{271DF82C-1322-4427-ABE2-4D07EDAEB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339"/>
                <a:ext cx="30" cy="37"/>
              </a:xfrm>
              <a:custGeom>
                <a:avLst/>
                <a:gdLst>
                  <a:gd name="T0" fmla="*/ 988 w 12"/>
                  <a:gd name="T1" fmla="*/ 4784 h 14"/>
                  <a:gd name="T2" fmla="*/ 2738 w 12"/>
                  <a:gd name="T3" fmla="*/ 1033 h 14"/>
                  <a:gd name="T4" fmla="*/ 2270 w 12"/>
                  <a:gd name="T5" fmla="*/ 0 h 14"/>
                  <a:gd name="T6" fmla="*/ 520 w 12"/>
                  <a:gd name="T7" fmla="*/ 3766 h 14"/>
                  <a:gd name="T8" fmla="*/ 988 w 12"/>
                  <a:gd name="T9" fmla="*/ 478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4" y="14"/>
                    </a:moveTo>
                    <a:cubicBezTo>
                      <a:pt x="2" y="12"/>
                      <a:pt x="12" y="4"/>
                      <a:pt x="11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"/>
                      <a:pt x="0" y="8"/>
                      <a:pt x="2" y="11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3" name="Freeform 2464">
                <a:extLst>
                  <a:ext uri="{FF2B5EF4-FFF2-40B4-BE49-F238E27FC236}">
                    <a16:creationId xmlns:a16="http://schemas.microsoft.com/office/drawing/2014/main" id="{7A66BDCD-D2BA-4D3C-97A3-737104AB2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84"/>
                <a:ext cx="40" cy="24"/>
              </a:xfrm>
              <a:custGeom>
                <a:avLst/>
                <a:gdLst>
                  <a:gd name="T0" fmla="*/ 3720 w 16"/>
                  <a:gd name="T1" fmla="*/ 1763 h 9"/>
                  <a:gd name="T2" fmla="*/ 1958 w 16"/>
                  <a:gd name="T3" fmla="*/ 661 h 9"/>
                  <a:gd name="T4" fmla="*/ 0 w 16"/>
                  <a:gd name="T5" fmla="*/ 0 h 9"/>
                  <a:gd name="T6" fmla="*/ 520 w 16"/>
                  <a:gd name="T7" fmla="*/ 1459 h 9"/>
                  <a:gd name="T8" fmla="*/ 1958 w 16"/>
                  <a:gd name="T9" fmla="*/ 1763 h 9"/>
                  <a:gd name="T10" fmla="*/ 3908 w 16"/>
                  <a:gd name="T11" fmla="*/ 3243 h 9"/>
                  <a:gd name="T12" fmla="*/ 3720 w 16"/>
                  <a:gd name="T13" fmla="*/ 176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15" y="5"/>
                    </a:moveTo>
                    <a:cubicBezTo>
                      <a:pt x="15" y="4"/>
                      <a:pt x="11" y="2"/>
                      <a:pt x="8" y="2"/>
                    </a:cubicBezTo>
                    <a:cubicBezTo>
                      <a:pt x="5" y="1"/>
                      <a:pt x="0" y="0"/>
                      <a:pt x="0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5" y="5"/>
                      <a:pt x="8" y="5"/>
                    </a:cubicBezTo>
                    <a:cubicBezTo>
                      <a:pt x="13" y="6"/>
                      <a:pt x="16" y="8"/>
                      <a:pt x="16" y="9"/>
                    </a:cubicBez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4" name="Freeform 2465">
                <a:extLst>
                  <a:ext uri="{FF2B5EF4-FFF2-40B4-BE49-F238E27FC236}">
                    <a16:creationId xmlns:a16="http://schemas.microsoft.com/office/drawing/2014/main" id="{49386666-E507-46EC-8D5E-735398454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400"/>
                <a:ext cx="38" cy="24"/>
              </a:xfrm>
              <a:custGeom>
                <a:avLst/>
                <a:gdLst>
                  <a:gd name="T0" fmla="*/ 3658 w 15"/>
                  <a:gd name="T1" fmla="*/ 1763 h 9"/>
                  <a:gd name="T2" fmla="*/ 1900 w 15"/>
                  <a:gd name="T3" fmla="*/ 661 h 9"/>
                  <a:gd name="T4" fmla="*/ 0 w 15"/>
                  <a:gd name="T5" fmla="*/ 0 h 9"/>
                  <a:gd name="T6" fmla="*/ 327 w 15"/>
                  <a:gd name="T7" fmla="*/ 1459 h 9"/>
                  <a:gd name="T8" fmla="*/ 2098 w 15"/>
                  <a:gd name="T9" fmla="*/ 1763 h 9"/>
                  <a:gd name="T10" fmla="*/ 3955 w 15"/>
                  <a:gd name="T11" fmla="*/ 3243 h 9"/>
                  <a:gd name="T12" fmla="*/ 3658 w 15"/>
                  <a:gd name="T13" fmla="*/ 176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14" y="5"/>
                    </a:moveTo>
                    <a:cubicBezTo>
                      <a:pt x="13" y="4"/>
                      <a:pt x="10" y="2"/>
                      <a:pt x="7" y="2"/>
                    </a:cubicBezTo>
                    <a:cubicBezTo>
                      <a:pt x="5" y="1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5" y="5"/>
                      <a:pt x="8" y="5"/>
                    </a:cubicBezTo>
                    <a:cubicBezTo>
                      <a:pt x="12" y="6"/>
                      <a:pt x="14" y="8"/>
                      <a:pt x="15" y="9"/>
                    </a:cubicBez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5" name="Freeform 2466">
                <a:extLst>
                  <a:ext uri="{FF2B5EF4-FFF2-40B4-BE49-F238E27FC236}">
                    <a16:creationId xmlns:a16="http://schemas.microsoft.com/office/drawing/2014/main" id="{B44355CD-9055-4088-8D69-B9207DE82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357"/>
                <a:ext cx="30" cy="38"/>
              </a:xfrm>
              <a:custGeom>
                <a:avLst/>
                <a:gdLst>
                  <a:gd name="T0" fmla="*/ 783 w 12"/>
                  <a:gd name="T1" fmla="*/ 5600 h 14"/>
                  <a:gd name="T2" fmla="*/ 2738 w 12"/>
                  <a:gd name="T3" fmla="*/ 1620 h 14"/>
                  <a:gd name="T4" fmla="*/ 2470 w 12"/>
                  <a:gd name="T5" fmla="*/ 0 h 14"/>
                  <a:gd name="T6" fmla="*/ 313 w 12"/>
                  <a:gd name="T7" fmla="*/ 4397 h 14"/>
                  <a:gd name="T8" fmla="*/ 783 w 12"/>
                  <a:gd name="T9" fmla="*/ 560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3" y="14"/>
                    </a:moveTo>
                    <a:cubicBezTo>
                      <a:pt x="2" y="12"/>
                      <a:pt x="12" y="5"/>
                      <a:pt x="11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0" y="8"/>
                      <a:pt x="1" y="11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6" name="Freeform 2467">
                <a:extLst>
                  <a:ext uri="{FF2B5EF4-FFF2-40B4-BE49-F238E27FC236}">
                    <a16:creationId xmlns:a16="http://schemas.microsoft.com/office/drawing/2014/main" id="{4227385B-E66C-4A20-B3BD-74038973E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373"/>
                <a:ext cx="27" cy="38"/>
              </a:xfrm>
              <a:custGeom>
                <a:avLst/>
                <a:gdLst>
                  <a:gd name="T0" fmla="*/ 621 w 11"/>
                  <a:gd name="T1" fmla="*/ 5600 h 14"/>
                  <a:gd name="T2" fmla="*/ 2398 w 11"/>
                  <a:gd name="T3" fmla="*/ 1200 h 14"/>
                  <a:gd name="T4" fmla="*/ 1964 w 11"/>
                  <a:gd name="T5" fmla="*/ 0 h 14"/>
                  <a:gd name="T6" fmla="*/ 174 w 11"/>
                  <a:gd name="T7" fmla="*/ 4397 h 14"/>
                  <a:gd name="T8" fmla="*/ 621 w 11"/>
                  <a:gd name="T9" fmla="*/ 560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3" y="14"/>
                    </a:moveTo>
                    <a:cubicBezTo>
                      <a:pt x="1" y="11"/>
                      <a:pt x="11" y="4"/>
                      <a:pt x="11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"/>
                      <a:pt x="0" y="8"/>
                      <a:pt x="1" y="11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7" name="Freeform 2468">
                <a:extLst>
                  <a:ext uri="{FF2B5EF4-FFF2-40B4-BE49-F238E27FC236}">
                    <a16:creationId xmlns:a16="http://schemas.microsoft.com/office/drawing/2014/main" id="{725D43D3-151A-482C-9F56-6EB635AF1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419"/>
                <a:ext cx="35" cy="29"/>
              </a:xfrm>
              <a:custGeom>
                <a:avLst/>
                <a:gdLst>
                  <a:gd name="T0" fmla="*/ 3438 w 14"/>
                  <a:gd name="T1" fmla="*/ 2273 h 11"/>
                  <a:gd name="T2" fmla="*/ 1770 w 14"/>
                  <a:gd name="T3" fmla="*/ 1007 h 11"/>
                  <a:gd name="T4" fmla="*/ 0 w 14"/>
                  <a:gd name="T5" fmla="*/ 0 h 11"/>
                  <a:gd name="T6" fmla="*/ 313 w 14"/>
                  <a:gd name="T7" fmla="*/ 1389 h 11"/>
                  <a:gd name="T8" fmla="*/ 1770 w 14"/>
                  <a:gd name="T9" fmla="*/ 2273 h 11"/>
                  <a:gd name="T10" fmla="*/ 3438 w 14"/>
                  <a:gd name="T11" fmla="*/ 3662 h 11"/>
                  <a:gd name="T12" fmla="*/ 3438 w 14"/>
                  <a:gd name="T13" fmla="*/ 2273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14" y="7"/>
                    </a:moveTo>
                    <a:cubicBezTo>
                      <a:pt x="14" y="6"/>
                      <a:pt x="10" y="4"/>
                      <a:pt x="7" y="3"/>
                    </a:cubicBezTo>
                    <a:cubicBezTo>
                      <a:pt x="5" y="2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4" y="6"/>
                      <a:pt x="7" y="7"/>
                    </a:cubicBezTo>
                    <a:cubicBezTo>
                      <a:pt x="11" y="8"/>
                      <a:pt x="14" y="10"/>
                      <a:pt x="14" y="11"/>
                    </a:cubicBez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8" name="Freeform 2469">
                <a:extLst>
                  <a:ext uri="{FF2B5EF4-FFF2-40B4-BE49-F238E27FC236}">
                    <a16:creationId xmlns:a16="http://schemas.microsoft.com/office/drawing/2014/main" id="{0B8A5309-7911-4D60-9EED-18940233E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440"/>
                <a:ext cx="27" cy="27"/>
              </a:xfrm>
              <a:custGeom>
                <a:avLst/>
                <a:gdLst>
                  <a:gd name="T0" fmla="*/ 2398 w 11"/>
                  <a:gd name="T1" fmla="*/ 3877 h 10"/>
                  <a:gd name="T2" fmla="*/ 1343 w 11"/>
                  <a:gd name="T3" fmla="*/ 2282 h 10"/>
                  <a:gd name="T4" fmla="*/ 0 w 11"/>
                  <a:gd name="T5" fmla="*/ 0 h 10"/>
                  <a:gd name="T6" fmla="*/ 903 w 11"/>
                  <a:gd name="T7" fmla="*/ 429 h 10"/>
                  <a:gd name="T8" fmla="*/ 2398 w 11"/>
                  <a:gd name="T9" fmla="*/ 2282 h 10"/>
                  <a:gd name="T10" fmla="*/ 2398 w 11"/>
                  <a:gd name="T11" fmla="*/ 3877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11" y="10"/>
                    </a:moveTo>
                    <a:cubicBezTo>
                      <a:pt x="11" y="9"/>
                      <a:pt x="9" y="8"/>
                      <a:pt x="6" y="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7" y="2"/>
                      <a:pt x="10" y="4"/>
                      <a:pt x="11" y="6"/>
                    </a:cubicBezTo>
                    <a:lnTo>
                      <a:pt x="11" y="1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9" name="Freeform 2470">
                <a:extLst>
                  <a:ext uri="{FF2B5EF4-FFF2-40B4-BE49-F238E27FC236}">
                    <a16:creationId xmlns:a16="http://schemas.microsoft.com/office/drawing/2014/main" id="{D0D61053-427D-4D2C-A59C-C08FE7DA8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397"/>
                <a:ext cx="30" cy="35"/>
              </a:xfrm>
              <a:custGeom>
                <a:avLst/>
                <a:gdLst>
                  <a:gd name="T0" fmla="*/ 520 w 12"/>
                  <a:gd name="T1" fmla="*/ 4935 h 13"/>
                  <a:gd name="T2" fmla="*/ 2938 w 12"/>
                  <a:gd name="T3" fmla="*/ 1152 h 13"/>
                  <a:gd name="T4" fmla="*/ 2738 w 12"/>
                  <a:gd name="T5" fmla="*/ 0 h 13"/>
                  <a:gd name="T6" fmla="*/ 313 w 12"/>
                  <a:gd name="T7" fmla="*/ 3414 h 13"/>
                  <a:gd name="T8" fmla="*/ 520 w 12"/>
                  <a:gd name="T9" fmla="*/ 49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13"/>
                    </a:moveTo>
                    <a:cubicBezTo>
                      <a:pt x="1" y="10"/>
                      <a:pt x="12" y="5"/>
                      <a:pt x="12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0" y="6"/>
                      <a:pt x="1" y="9"/>
                    </a:cubicBez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0" name="Freeform 2471">
                <a:extLst>
                  <a:ext uri="{FF2B5EF4-FFF2-40B4-BE49-F238E27FC236}">
                    <a16:creationId xmlns:a16="http://schemas.microsoft.com/office/drawing/2014/main" id="{EA2B2332-E35B-4724-94A8-2D4140267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413"/>
                <a:ext cx="25" cy="24"/>
              </a:xfrm>
              <a:custGeom>
                <a:avLst/>
                <a:gdLst>
                  <a:gd name="T0" fmla="*/ 2270 w 10"/>
                  <a:gd name="T1" fmla="*/ 0 h 9"/>
                  <a:gd name="T2" fmla="*/ 2470 w 10"/>
                  <a:gd name="T3" fmla="*/ 1459 h 9"/>
                  <a:gd name="T4" fmla="*/ 520 w 10"/>
                  <a:gd name="T5" fmla="*/ 3243 h 9"/>
                  <a:gd name="T6" fmla="*/ 0 w 10"/>
                  <a:gd name="T7" fmla="*/ 2581 h 9"/>
                  <a:gd name="T8" fmla="*/ 2270 w 10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0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5" y="7"/>
                      <a:pt x="2" y="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4"/>
                      <a:pt x="9" y="1"/>
                      <a:pt x="9" y="0"/>
                    </a:cubicBez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1" name="Freeform 2472">
                <a:extLst>
                  <a:ext uri="{FF2B5EF4-FFF2-40B4-BE49-F238E27FC236}">
                    <a16:creationId xmlns:a16="http://schemas.microsoft.com/office/drawing/2014/main" id="{59C5CF9D-7B03-4CEF-9834-BC108BC12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437"/>
                <a:ext cx="18" cy="16"/>
              </a:xfrm>
              <a:custGeom>
                <a:avLst/>
                <a:gdLst>
                  <a:gd name="T0" fmla="*/ 1700 w 7"/>
                  <a:gd name="T1" fmla="*/ 0 h 6"/>
                  <a:gd name="T2" fmla="*/ 2003 w 7"/>
                  <a:gd name="T3" fmla="*/ 1459 h 6"/>
                  <a:gd name="T4" fmla="*/ 563 w 7"/>
                  <a:gd name="T5" fmla="*/ 2184 h 6"/>
                  <a:gd name="T6" fmla="*/ 0 w 7"/>
                  <a:gd name="T7" fmla="*/ 1059 h 6"/>
                  <a:gd name="T8" fmla="*/ 1700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5" y="5"/>
                      <a:pt x="2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6" y="1"/>
                      <a:pt x="6" y="0"/>
                    </a:cubicBez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2" name="Freeform 2473">
                <a:extLst>
                  <a:ext uri="{FF2B5EF4-FFF2-40B4-BE49-F238E27FC236}">
                    <a16:creationId xmlns:a16="http://schemas.microsoft.com/office/drawing/2014/main" id="{0E72C162-CCA9-40AB-9762-A5C65DB89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347"/>
                <a:ext cx="17" cy="24"/>
              </a:xfrm>
              <a:custGeom>
                <a:avLst/>
                <a:gdLst>
                  <a:gd name="T0" fmla="*/ 0 w 7"/>
                  <a:gd name="T1" fmla="*/ 3243 h 9"/>
                  <a:gd name="T2" fmla="*/ 1003 w 7"/>
                  <a:gd name="T3" fmla="*/ 1059 h 9"/>
                  <a:gd name="T4" fmla="*/ 1433 w 7"/>
                  <a:gd name="T5" fmla="*/ 0 h 9"/>
                  <a:gd name="T6" fmla="*/ 1433 w 7"/>
                  <a:gd name="T7" fmla="*/ 0 h 9"/>
                  <a:gd name="T8" fmla="*/ 590 w 7"/>
                  <a:gd name="T9" fmla="*/ 1459 h 9"/>
                  <a:gd name="T10" fmla="*/ 0 w 7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1" y="7"/>
                      <a:pt x="3" y="5"/>
                      <a:pt x="5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4" y="2"/>
                      <a:pt x="3" y="4"/>
                    </a:cubicBezTo>
                    <a:cubicBezTo>
                      <a:pt x="1" y="6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3" name="Freeform 2474">
                <a:extLst>
                  <a:ext uri="{FF2B5EF4-FFF2-40B4-BE49-F238E27FC236}">
                    <a16:creationId xmlns:a16="http://schemas.microsoft.com/office/drawing/2014/main" id="{B7B25D9C-C65A-4DDB-A49C-B6A82BD91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368"/>
                <a:ext cx="17" cy="21"/>
              </a:xfrm>
              <a:custGeom>
                <a:avLst/>
                <a:gdLst>
                  <a:gd name="T0" fmla="*/ 0 w 7"/>
                  <a:gd name="T1" fmla="*/ 2226 h 8"/>
                  <a:gd name="T2" fmla="*/ 1003 w 7"/>
                  <a:gd name="T3" fmla="*/ 614 h 8"/>
                  <a:gd name="T4" fmla="*/ 1433 w 7"/>
                  <a:gd name="T5" fmla="*/ 0 h 8"/>
                  <a:gd name="T6" fmla="*/ 1433 w 7"/>
                  <a:gd name="T7" fmla="*/ 0 h 8"/>
                  <a:gd name="T8" fmla="*/ 590 w 7"/>
                  <a:gd name="T9" fmla="*/ 992 h 8"/>
                  <a:gd name="T10" fmla="*/ 0 w 7"/>
                  <a:gd name="T11" fmla="*/ 2604 h 8"/>
                  <a:gd name="T12" fmla="*/ 0 w 7"/>
                  <a:gd name="T13" fmla="*/ 22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0" y="7"/>
                    </a:moveTo>
                    <a:cubicBezTo>
                      <a:pt x="1" y="6"/>
                      <a:pt x="3" y="4"/>
                      <a:pt x="5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5" y="2"/>
                      <a:pt x="3" y="3"/>
                    </a:cubicBezTo>
                    <a:cubicBezTo>
                      <a:pt x="1" y="5"/>
                      <a:pt x="1" y="6"/>
                      <a:pt x="0" y="8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4" name="Freeform 2475">
                <a:extLst>
                  <a:ext uri="{FF2B5EF4-FFF2-40B4-BE49-F238E27FC236}">
                    <a16:creationId xmlns:a16="http://schemas.microsoft.com/office/drawing/2014/main" id="{3899AD99-9AC3-42B9-B822-44F893A81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381"/>
                <a:ext cx="20" cy="22"/>
              </a:xfrm>
              <a:custGeom>
                <a:avLst/>
                <a:gdLst>
                  <a:gd name="T0" fmla="*/ 0 w 8"/>
                  <a:gd name="T1" fmla="*/ 3495 h 8"/>
                  <a:gd name="T2" fmla="*/ 1300 w 8"/>
                  <a:gd name="T3" fmla="*/ 1271 h 8"/>
                  <a:gd name="T4" fmla="*/ 1958 w 8"/>
                  <a:gd name="T5" fmla="*/ 0 h 8"/>
                  <a:gd name="T6" fmla="*/ 1958 w 8"/>
                  <a:gd name="T7" fmla="*/ 0 h 8"/>
                  <a:gd name="T8" fmla="*/ 783 w 8"/>
                  <a:gd name="T9" fmla="*/ 1724 h 8"/>
                  <a:gd name="T10" fmla="*/ 0 w 8"/>
                  <a:gd name="T11" fmla="*/ 349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1" y="7"/>
                      <a:pt x="3" y="5"/>
                      <a:pt x="5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5" y="2"/>
                      <a:pt x="3" y="4"/>
                    </a:cubicBezTo>
                    <a:cubicBezTo>
                      <a:pt x="2" y="5"/>
                      <a:pt x="1" y="6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5" name="Freeform 2476">
                <a:extLst>
                  <a:ext uri="{FF2B5EF4-FFF2-40B4-BE49-F238E27FC236}">
                    <a16:creationId xmlns:a16="http://schemas.microsoft.com/office/drawing/2014/main" id="{409EC494-7583-42B9-8581-F56DE9C89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408"/>
                <a:ext cx="22" cy="16"/>
              </a:xfrm>
              <a:custGeom>
                <a:avLst/>
                <a:gdLst>
                  <a:gd name="T0" fmla="*/ 0 w 9"/>
                  <a:gd name="T1" fmla="*/ 2184 h 6"/>
                  <a:gd name="T2" fmla="*/ 1315 w 9"/>
                  <a:gd name="T3" fmla="*/ 661 h 6"/>
                  <a:gd name="T4" fmla="*/ 1931 w 9"/>
                  <a:gd name="T5" fmla="*/ 0 h 6"/>
                  <a:gd name="T6" fmla="*/ 1931 w 9"/>
                  <a:gd name="T7" fmla="*/ 0 h 6"/>
                  <a:gd name="T8" fmla="*/ 860 w 9"/>
                  <a:gd name="T9" fmla="*/ 661 h 6"/>
                  <a:gd name="T10" fmla="*/ 0 w 9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4" y="3"/>
                      <a:pt x="6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1"/>
                      <a:pt x="4" y="2"/>
                    </a:cubicBezTo>
                    <a:cubicBezTo>
                      <a:pt x="2" y="3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6" name="Freeform 2477">
                <a:extLst>
                  <a:ext uri="{FF2B5EF4-FFF2-40B4-BE49-F238E27FC236}">
                    <a16:creationId xmlns:a16="http://schemas.microsoft.com/office/drawing/2014/main" id="{00156401-3899-4E73-9A03-5B8313726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424"/>
                <a:ext cx="22" cy="16"/>
              </a:xfrm>
              <a:custGeom>
                <a:avLst/>
                <a:gdLst>
                  <a:gd name="T0" fmla="*/ 0 w 9"/>
                  <a:gd name="T1" fmla="*/ 2184 h 6"/>
                  <a:gd name="T2" fmla="*/ 1315 w 9"/>
                  <a:gd name="T3" fmla="*/ 661 h 6"/>
                  <a:gd name="T4" fmla="*/ 1931 w 9"/>
                  <a:gd name="T5" fmla="*/ 0 h 6"/>
                  <a:gd name="T6" fmla="*/ 1931 w 9"/>
                  <a:gd name="T7" fmla="*/ 0 h 6"/>
                  <a:gd name="T8" fmla="*/ 860 w 9"/>
                  <a:gd name="T9" fmla="*/ 661 h 6"/>
                  <a:gd name="T10" fmla="*/ 0 w 9"/>
                  <a:gd name="T11" fmla="*/ 218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4" y="3"/>
                      <a:pt x="6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1"/>
                      <a:pt x="4" y="2"/>
                    </a:cubicBezTo>
                    <a:cubicBezTo>
                      <a:pt x="2" y="3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7" name="Freeform 2478">
                <a:extLst>
                  <a:ext uri="{FF2B5EF4-FFF2-40B4-BE49-F238E27FC236}">
                    <a16:creationId xmlns:a16="http://schemas.microsoft.com/office/drawing/2014/main" id="{6C46542C-3C4A-4388-B602-DA9F25A3C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333"/>
                <a:ext cx="18" cy="24"/>
              </a:xfrm>
              <a:custGeom>
                <a:avLst/>
                <a:gdLst>
                  <a:gd name="T0" fmla="*/ 0 w 7"/>
                  <a:gd name="T1" fmla="*/ 2824 h 9"/>
                  <a:gd name="T2" fmla="*/ 1448 w 7"/>
                  <a:gd name="T3" fmla="*/ 1059 h 9"/>
                  <a:gd name="T4" fmla="*/ 2003 w 7"/>
                  <a:gd name="T5" fmla="*/ 0 h 9"/>
                  <a:gd name="T6" fmla="*/ 2003 w 7"/>
                  <a:gd name="T7" fmla="*/ 0 h 9"/>
                  <a:gd name="T8" fmla="*/ 918 w 7"/>
                  <a:gd name="T9" fmla="*/ 1459 h 9"/>
                  <a:gd name="T10" fmla="*/ 0 w 7"/>
                  <a:gd name="T11" fmla="*/ 3243 h 9"/>
                  <a:gd name="T12" fmla="*/ 0 w 7"/>
                  <a:gd name="T13" fmla="*/ 2824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0" y="8"/>
                    </a:moveTo>
                    <a:cubicBezTo>
                      <a:pt x="1" y="7"/>
                      <a:pt x="3" y="5"/>
                      <a:pt x="5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4" y="2"/>
                      <a:pt x="3" y="4"/>
                    </a:cubicBezTo>
                    <a:cubicBezTo>
                      <a:pt x="1" y="5"/>
                      <a:pt x="1" y="7"/>
                      <a:pt x="0" y="9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8" name="Freeform 2479">
                <a:extLst>
                  <a:ext uri="{FF2B5EF4-FFF2-40B4-BE49-F238E27FC236}">
                    <a16:creationId xmlns:a16="http://schemas.microsoft.com/office/drawing/2014/main" id="{B831566A-4B33-408F-BC91-70929E8AE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312"/>
                <a:ext cx="17" cy="24"/>
              </a:xfrm>
              <a:custGeom>
                <a:avLst/>
                <a:gdLst>
                  <a:gd name="T0" fmla="*/ 0 w 7"/>
                  <a:gd name="T1" fmla="*/ 3243 h 9"/>
                  <a:gd name="T2" fmla="*/ 1003 w 7"/>
                  <a:gd name="T3" fmla="*/ 1059 h 9"/>
                  <a:gd name="T4" fmla="*/ 1433 w 7"/>
                  <a:gd name="T5" fmla="*/ 0 h 9"/>
                  <a:gd name="T6" fmla="*/ 1433 w 7"/>
                  <a:gd name="T7" fmla="*/ 0 h 9"/>
                  <a:gd name="T8" fmla="*/ 590 w 7"/>
                  <a:gd name="T9" fmla="*/ 1459 h 9"/>
                  <a:gd name="T10" fmla="*/ 0 w 7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1" y="7"/>
                      <a:pt x="3" y="5"/>
                      <a:pt x="5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4" y="2"/>
                      <a:pt x="3" y="4"/>
                    </a:cubicBezTo>
                    <a:cubicBezTo>
                      <a:pt x="1" y="5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9" name="Freeform 2480">
                <a:extLst>
                  <a:ext uri="{FF2B5EF4-FFF2-40B4-BE49-F238E27FC236}">
                    <a16:creationId xmlns:a16="http://schemas.microsoft.com/office/drawing/2014/main" id="{C5E1CB58-C9BB-4D0F-838A-A49F878DA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299"/>
                <a:ext cx="17" cy="24"/>
              </a:xfrm>
              <a:custGeom>
                <a:avLst/>
                <a:gdLst>
                  <a:gd name="T0" fmla="*/ 0 w 7"/>
                  <a:gd name="T1" fmla="*/ 3243 h 9"/>
                  <a:gd name="T2" fmla="*/ 1003 w 7"/>
                  <a:gd name="T3" fmla="*/ 1059 h 9"/>
                  <a:gd name="T4" fmla="*/ 1433 w 7"/>
                  <a:gd name="T5" fmla="*/ 0 h 9"/>
                  <a:gd name="T6" fmla="*/ 1433 w 7"/>
                  <a:gd name="T7" fmla="*/ 0 h 9"/>
                  <a:gd name="T8" fmla="*/ 590 w 7"/>
                  <a:gd name="T9" fmla="*/ 1459 h 9"/>
                  <a:gd name="T10" fmla="*/ 0 w 7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1" y="7"/>
                      <a:pt x="3" y="5"/>
                      <a:pt x="5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4" y="2"/>
                      <a:pt x="3" y="4"/>
                    </a:cubicBezTo>
                    <a:cubicBezTo>
                      <a:pt x="2" y="6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0" name="Freeform 2481">
                <a:extLst>
                  <a:ext uri="{FF2B5EF4-FFF2-40B4-BE49-F238E27FC236}">
                    <a16:creationId xmlns:a16="http://schemas.microsoft.com/office/drawing/2014/main" id="{95395C8C-1ADE-48B1-8413-96F480484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277"/>
                <a:ext cx="12" cy="27"/>
              </a:xfrm>
              <a:custGeom>
                <a:avLst/>
                <a:gdLst>
                  <a:gd name="T0" fmla="*/ 0 w 5"/>
                  <a:gd name="T1" fmla="*/ 3464 h 10"/>
                  <a:gd name="T2" fmla="*/ 802 w 5"/>
                  <a:gd name="T3" fmla="*/ 1158 h 10"/>
                  <a:gd name="T4" fmla="*/ 967 w 5"/>
                  <a:gd name="T5" fmla="*/ 0 h 10"/>
                  <a:gd name="T6" fmla="*/ 967 w 5"/>
                  <a:gd name="T7" fmla="*/ 0 h 10"/>
                  <a:gd name="T8" fmla="*/ 403 w 5"/>
                  <a:gd name="T9" fmla="*/ 1596 h 10"/>
                  <a:gd name="T10" fmla="*/ 0 w 5"/>
                  <a:gd name="T11" fmla="*/ 3877 h 10"/>
                  <a:gd name="T12" fmla="*/ 0 w 5"/>
                  <a:gd name="T13" fmla="*/ 346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0" y="9"/>
                    </a:moveTo>
                    <a:cubicBezTo>
                      <a:pt x="1" y="8"/>
                      <a:pt x="2" y="5"/>
                      <a:pt x="4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3" y="2"/>
                      <a:pt x="2" y="4"/>
                    </a:cubicBezTo>
                    <a:cubicBezTo>
                      <a:pt x="1" y="6"/>
                      <a:pt x="1" y="8"/>
                      <a:pt x="0" y="10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1" name="Freeform 2482">
                <a:extLst>
                  <a:ext uri="{FF2B5EF4-FFF2-40B4-BE49-F238E27FC236}">
                    <a16:creationId xmlns:a16="http://schemas.microsoft.com/office/drawing/2014/main" id="{E3C82C1E-69C8-4617-B4F7-6DDD281C6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253"/>
                <a:ext cx="30" cy="43"/>
              </a:xfrm>
              <a:custGeom>
                <a:avLst/>
                <a:gdLst>
                  <a:gd name="T0" fmla="*/ 1300 w 12"/>
                  <a:gd name="T1" fmla="*/ 6060 h 16"/>
                  <a:gd name="T2" fmla="*/ 2738 w 12"/>
                  <a:gd name="T3" fmla="*/ 1148 h 16"/>
                  <a:gd name="T4" fmla="*/ 1958 w 12"/>
                  <a:gd name="T5" fmla="*/ 0 h 16"/>
                  <a:gd name="T6" fmla="*/ 520 w 12"/>
                  <a:gd name="T7" fmla="*/ 5316 h 16"/>
                  <a:gd name="T8" fmla="*/ 1300 w 12"/>
                  <a:gd name="T9" fmla="*/ 60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5" y="16"/>
                    </a:moveTo>
                    <a:cubicBezTo>
                      <a:pt x="3" y="14"/>
                      <a:pt x="12" y="4"/>
                      <a:pt x="11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0" y="11"/>
                      <a:pt x="2" y="14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2" name="Freeform 2483">
                <a:extLst>
                  <a:ext uri="{FF2B5EF4-FFF2-40B4-BE49-F238E27FC236}">
                    <a16:creationId xmlns:a16="http://schemas.microsoft.com/office/drawing/2014/main" id="{C9AD9162-BD7B-4665-93ED-BDB7F34EE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67"/>
                <a:ext cx="15" cy="24"/>
              </a:xfrm>
              <a:custGeom>
                <a:avLst/>
                <a:gdLst>
                  <a:gd name="T0" fmla="*/ 0 w 6"/>
                  <a:gd name="T1" fmla="*/ 3243 h 9"/>
                  <a:gd name="T2" fmla="*/ 988 w 6"/>
                  <a:gd name="T3" fmla="*/ 1059 h 9"/>
                  <a:gd name="T4" fmla="*/ 1488 w 6"/>
                  <a:gd name="T5" fmla="*/ 0 h 9"/>
                  <a:gd name="T6" fmla="*/ 1300 w 6"/>
                  <a:gd name="T7" fmla="*/ 0 h 9"/>
                  <a:gd name="T8" fmla="*/ 520 w 6"/>
                  <a:gd name="T9" fmla="*/ 1459 h 9"/>
                  <a:gd name="T10" fmla="*/ 0 w 6"/>
                  <a:gd name="T11" fmla="*/ 324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7"/>
                      <a:pt x="2" y="5"/>
                      <a:pt x="4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3" y="2"/>
                      <a:pt x="2" y="4"/>
                    </a:cubicBezTo>
                    <a:cubicBezTo>
                      <a:pt x="1" y="6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3" name="Freeform 2484">
                <a:extLst>
                  <a:ext uri="{FF2B5EF4-FFF2-40B4-BE49-F238E27FC236}">
                    <a16:creationId xmlns:a16="http://schemas.microsoft.com/office/drawing/2014/main" id="{D07450B5-6D87-48CE-9FA8-F7EB95E4F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2067"/>
                <a:ext cx="20" cy="16"/>
              </a:xfrm>
              <a:custGeom>
                <a:avLst/>
                <a:gdLst>
                  <a:gd name="T0" fmla="*/ 988 w 8"/>
                  <a:gd name="T1" fmla="*/ 2184 h 6"/>
                  <a:gd name="T2" fmla="*/ 0 w 8"/>
                  <a:gd name="T3" fmla="*/ 2184 h 6"/>
                  <a:gd name="T4" fmla="*/ 1300 w 8"/>
                  <a:gd name="T5" fmla="*/ 0 h 6"/>
                  <a:gd name="T6" fmla="*/ 1958 w 8"/>
                  <a:gd name="T7" fmla="*/ 397 h 6"/>
                  <a:gd name="T8" fmla="*/ 988 w 8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3" y="3"/>
                      <a:pt x="5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3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4" name="Freeform 2485">
                <a:extLst>
                  <a:ext uri="{FF2B5EF4-FFF2-40B4-BE49-F238E27FC236}">
                    <a16:creationId xmlns:a16="http://schemas.microsoft.com/office/drawing/2014/main" id="{0C374908-912F-4ABB-9C10-945807A51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2061"/>
                <a:ext cx="22" cy="24"/>
              </a:xfrm>
              <a:custGeom>
                <a:avLst/>
                <a:gdLst>
                  <a:gd name="T0" fmla="*/ 1931 w 9"/>
                  <a:gd name="T1" fmla="*/ 397 h 9"/>
                  <a:gd name="T2" fmla="*/ 1931 w 9"/>
                  <a:gd name="T3" fmla="*/ 1059 h 9"/>
                  <a:gd name="T4" fmla="*/ 860 w 9"/>
                  <a:gd name="T5" fmla="*/ 2824 h 9"/>
                  <a:gd name="T6" fmla="*/ 0 w 9"/>
                  <a:gd name="T7" fmla="*/ 3243 h 9"/>
                  <a:gd name="T8" fmla="*/ 1039 w 9"/>
                  <a:gd name="T9" fmla="*/ 661 h 9"/>
                  <a:gd name="T10" fmla="*/ 1315 w 9"/>
                  <a:gd name="T11" fmla="*/ 0 h 9"/>
                  <a:gd name="T12" fmla="*/ 1931 w 9"/>
                  <a:gd name="T13" fmla="*/ 39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9" y="1"/>
                    </a:moveTo>
                    <a:cubicBezTo>
                      <a:pt x="9" y="2"/>
                      <a:pt x="9" y="2"/>
                      <a:pt x="9" y="3"/>
                    </a:cubicBezTo>
                    <a:cubicBezTo>
                      <a:pt x="7" y="6"/>
                      <a:pt x="6" y="8"/>
                      <a:pt x="4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3" y="7"/>
                      <a:pt x="5" y="2"/>
                    </a:cubicBezTo>
                    <a:cubicBezTo>
                      <a:pt x="5" y="1"/>
                      <a:pt x="5" y="0"/>
                      <a:pt x="6" y="0"/>
                    </a:cubicBez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5" name="Freeform 2486">
                <a:extLst>
                  <a:ext uri="{FF2B5EF4-FFF2-40B4-BE49-F238E27FC236}">
                    <a16:creationId xmlns:a16="http://schemas.microsoft.com/office/drawing/2014/main" id="{568AF40F-3074-4141-8ACF-9360B41C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053"/>
                <a:ext cx="33" cy="32"/>
              </a:xfrm>
              <a:custGeom>
                <a:avLst/>
                <a:gdLst>
                  <a:gd name="T0" fmla="*/ 830 w 13"/>
                  <a:gd name="T1" fmla="*/ 4301 h 12"/>
                  <a:gd name="T2" fmla="*/ 2404 w 13"/>
                  <a:gd name="T3" fmla="*/ 2184 h 12"/>
                  <a:gd name="T4" fmla="*/ 3485 w 13"/>
                  <a:gd name="T5" fmla="*/ 0 h 12"/>
                  <a:gd name="T6" fmla="*/ 2404 w 13"/>
                  <a:gd name="T7" fmla="*/ 0 h 12"/>
                  <a:gd name="T8" fmla="*/ 1373 w 13"/>
                  <a:gd name="T9" fmla="*/ 1763 h 12"/>
                  <a:gd name="T10" fmla="*/ 0 w 13"/>
                  <a:gd name="T11" fmla="*/ 3891 h 12"/>
                  <a:gd name="T12" fmla="*/ 830 w 13"/>
                  <a:gd name="T13" fmla="*/ 430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3" y="12"/>
                    </a:moveTo>
                    <a:cubicBezTo>
                      <a:pt x="4" y="12"/>
                      <a:pt x="7" y="9"/>
                      <a:pt x="9" y="6"/>
                    </a:cubicBezTo>
                    <a:cubicBezTo>
                      <a:pt x="10" y="4"/>
                      <a:pt x="13" y="0"/>
                      <a:pt x="1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3"/>
                      <a:pt x="5" y="5"/>
                    </a:cubicBezTo>
                    <a:cubicBezTo>
                      <a:pt x="3" y="9"/>
                      <a:pt x="1" y="11"/>
                      <a:pt x="0" y="11"/>
                    </a:cubicBez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6" name="Freeform 2487">
                <a:extLst>
                  <a:ext uri="{FF2B5EF4-FFF2-40B4-BE49-F238E27FC236}">
                    <a16:creationId xmlns:a16="http://schemas.microsoft.com/office/drawing/2014/main" id="{4820C2E9-8F07-4B10-AD06-4CD98C5C8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053"/>
                <a:ext cx="32" cy="32"/>
              </a:xfrm>
              <a:custGeom>
                <a:avLst/>
                <a:gdLst>
                  <a:gd name="T0" fmla="*/ 928 w 13"/>
                  <a:gd name="T1" fmla="*/ 4301 h 12"/>
                  <a:gd name="T2" fmla="*/ 1982 w 13"/>
                  <a:gd name="T3" fmla="*/ 2581 h 12"/>
                  <a:gd name="T4" fmla="*/ 2897 w 13"/>
                  <a:gd name="T5" fmla="*/ 0 h 12"/>
                  <a:gd name="T6" fmla="*/ 2284 w 13"/>
                  <a:gd name="T7" fmla="*/ 0 h 12"/>
                  <a:gd name="T8" fmla="*/ 1356 w 13"/>
                  <a:gd name="T9" fmla="*/ 2184 h 12"/>
                  <a:gd name="T10" fmla="*/ 0 w 13"/>
                  <a:gd name="T11" fmla="*/ 4301 h 12"/>
                  <a:gd name="T12" fmla="*/ 928 w 13"/>
                  <a:gd name="T13" fmla="*/ 430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4" y="12"/>
                    </a:moveTo>
                    <a:cubicBezTo>
                      <a:pt x="5" y="12"/>
                      <a:pt x="8" y="9"/>
                      <a:pt x="9" y="7"/>
                    </a:cubicBezTo>
                    <a:cubicBezTo>
                      <a:pt x="11" y="4"/>
                      <a:pt x="13" y="0"/>
                      <a:pt x="13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7" y="3"/>
                      <a:pt x="6" y="6"/>
                    </a:cubicBezTo>
                    <a:cubicBezTo>
                      <a:pt x="3" y="10"/>
                      <a:pt x="1" y="12"/>
                      <a:pt x="0" y="12"/>
                    </a:cubicBez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7" name="Freeform 2488">
                <a:extLst>
                  <a:ext uri="{FF2B5EF4-FFF2-40B4-BE49-F238E27FC236}">
                    <a16:creationId xmlns:a16="http://schemas.microsoft.com/office/drawing/2014/main" id="{45FE03DD-03B7-4546-8612-723AB5EEF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051"/>
                <a:ext cx="30" cy="32"/>
              </a:xfrm>
              <a:custGeom>
                <a:avLst/>
                <a:gdLst>
                  <a:gd name="T0" fmla="*/ 0 w 12"/>
                  <a:gd name="T1" fmla="*/ 397 h 12"/>
                  <a:gd name="T2" fmla="*/ 1958 w 12"/>
                  <a:gd name="T3" fmla="*/ 4301 h 12"/>
                  <a:gd name="T4" fmla="*/ 2938 w 12"/>
                  <a:gd name="T5" fmla="*/ 4301 h 12"/>
                  <a:gd name="T6" fmla="*/ 988 w 12"/>
                  <a:gd name="T7" fmla="*/ 0 h 12"/>
                  <a:gd name="T8" fmla="*/ 0 w 12"/>
                  <a:gd name="T9" fmla="*/ 39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"/>
                    </a:moveTo>
                    <a:cubicBezTo>
                      <a:pt x="3" y="0"/>
                      <a:pt x="6" y="12"/>
                      <a:pt x="8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0" y="12"/>
                      <a:pt x="7" y="0"/>
                      <a:pt x="4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8" name="Freeform 2489">
                <a:extLst>
                  <a:ext uri="{FF2B5EF4-FFF2-40B4-BE49-F238E27FC236}">
                    <a16:creationId xmlns:a16="http://schemas.microsoft.com/office/drawing/2014/main" id="{726826F8-F7CF-42D4-9732-848D59B82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053"/>
                <a:ext cx="28" cy="32"/>
              </a:xfrm>
              <a:custGeom>
                <a:avLst/>
                <a:gdLst>
                  <a:gd name="T0" fmla="*/ 0 w 11"/>
                  <a:gd name="T1" fmla="*/ 0 h 12"/>
                  <a:gd name="T2" fmla="*/ 1932 w 11"/>
                  <a:gd name="T3" fmla="*/ 4301 h 12"/>
                  <a:gd name="T4" fmla="*/ 2986 w 11"/>
                  <a:gd name="T5" fmla="*/ 3891 h 12"/>
                  <a:gd name="T6" fmla="*/ 1056 w 11"/>
                  <a:gd name="T7" fmla="*/ 0 h 12"/>
                  <a:gd name="T8" fmla="*/ 0 w 1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3" y="0"/>
                      <a:pt x="6" y="12"/>
                      <a:pt x="7" y="1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2"/>
                      <a:pt x="7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9" name="Freeform 2490">
                <a:extLst>
                  <a:ext uri="{FF2B5EF4-FFF2-40B4-BE49-F238E27FC236}">
                    <a16:creationId xmlns:a16="http://schemas.microsoft.com/office/drawing/2014/main" id="{EB07697E-707B-48F4-B79B-DA0480826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053"/>
                <a:ext cx="33" cy="35"/>
              </a:xfrm>
              <a:custGeom>
                <a:avLst/>
                <a:gdLst>
                  <a:gd name="T0" fmla="*/ 1031 w 13"/>
                  <a:gd name="T1" fmla="*/ 4935 h 13"/>
                  <a:gd name="T2" fmla="*/ 2617 w 13"/>
                  <a:gd name="T3" fmla="*/ 2673 h 13"/>
                  <a:gd name="T4" fmla="*/ 3485 w 13"/>
                  <a:gd name="T5" fmla="*/ 0 h 13"/>
                  <a:gd name="T6" fmla="*/ 2617 w 13"/>
                  <a:gd name="T7" fmla="*/ 428 h 13"/>
                  <a:gd name="T8" fmla="*/ 1571 w 13"/>
                  <a:gd name="T9" fmla="*/ 2262 h 13"/>
                  <a:gd name="T10" fmla="*/ 0 w 13"/>
                  <a:gd name="T11" fmla="*/ 4935 h 13"/>
                  <a:gd name="T12" fmla="*/ 1031 w 13"/>
                  <a:gd name="T13" fmla="*/ 493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4" y="13"/>
                    </a:moveTo>
                    <a:cubicBezTo>
                      <a:pt x="5" y="13"/>
                      <a:pt x="8" y="10"/>
                      <a:pt x="10" y="7"/>
                    </a:cubicBezTo>
                    <a:cubicBezTo>
                      <a:pt x="11" y="5"/>
                      <a:pt x="13" y="0"/>
                      <a:pt x="13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1"/>
                      <a:pt x="7" y="4"/>
                      <a:pt x="6" y="6"/>
                    </a:cubicBezTo>
                    <a:cubicBezTo>
                      <a:pt x="4" y="10"/>
                      <a:pt x="1" y="12"/>
                      <a:pt x="0" y="13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0" name="Freeform 2491">
                <a:extLst>
                  <a:ext uri="{FF2B5EF4-FFF2-40B4-BE49-F238E27FC236}">
                    <a16:creationId xmlns:a16="http://schemas.microsoft.com/office/drawing/2014/main" id="{F18DB1D7-250A-4CE9-9416-20731E601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056"/>
                <a:ext cx="33" cy="32"/>
              </a:xfrm>
              <a:custGeom>
                <a:avLst/>
                <a:gdLst>
                  <a:gd name="T0" fmla="*/ 1031 w 13"/>
                  <a:gd name="T1" fmla="*/ 4301 h 12"/>
                  <a:gd name="T2" fmla="*/ 2404 w 13"/>
                  <a:gd name="T3" fmla="*/ 2184 h 12"/>
                  <a:gd name="T4" fmla="*/ 3485 w 13"/>
                  <a:gd name="T5" fmla="*/ 0 h 12"/>
                  <a:gd name="T6" fmla="*/ 2404 w 13"/>
                  <a:gd name="T7" fmla="*/ 0 h 12"/>
                  <a:gd name="T8" fmla="*/ 1373 w 13"/>
                  <a:gd name="T9" fmla="*/ 1763 h 12"/>
                  <a:gd name="T10" fmla="*/ 0 w 13"/>
                  <a:gd name="T11" fmla="*/ 3891 h 12"/>
                  <a:gd name="T12" fmla="*/ 1031 w 13"/>
                  <a:gd name="T13" fmla="*/ 430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4" y="12"/>
                    </a:moveTo>
                    <a:cubicBezTo>
                      <a:pt x="6" y="11"/>
                      <a:pt x="7" y="9"/>
                      <a:pt x="9" y="6"/>
                    </a:cubicBezTo>
                    <a:cubicBezTo>
                      <a:pt x="10" y="4"/>
                      <a:pt x="13" y="0"/>
                      <a:pt x="1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7" y="3"/>
                      <a:pt x="5" y="5"/>
                    </a:cubicBezTo>
                    <a:cubicBezTo>
                      <a:pt x="3" y="10"/>
                      <a:pt x="1" y="11"/>
                      <a:pt x="0" y="11"/>
                    </a:cubicBez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1" name="Freeform 2492">
                <a:extLst>
                  <a:ext uri="{FF2B5EF4-FFF2-40B4-BE49-F238E27FC236}">
                    <a16:creationId xmlns:a16="http://schemas.microsoft.com/office/drawing/2014/main" id="{3AD649F1-4928-402C-940D-2DE39224A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053"/>
                <a:ext cx="27" cy="32"/>
              </a:xfrm>
              <a:custGeom>
                <a:avLst/>
                <a:gdLst>
                  <a:gd name="T0" fmla="*/ 0 w 11"/>
                  <a:gd name="T1" fmla="*/ 397 h 12"/>
                  <a:gd name="T2" fmla="*/ 1524 w 11"/>
                  <a:gd name="T3" fmla="*/ 4301 h 12"/>
                  <a:gd name="T4" fmla="*/ 2398 w 11"/>
                  <a:gd name="T5" fmla="*/ 4301 h 12"/>
                  <a:gd name="T6" fmla="*/ 903 w 11"/>
                  <a:gd name="T7" fmla="*/ 0 h 12"/>
                  <a:gd name="T8" fmla="*/ 0 w 11"/>
                  <a:gd name="T9" fmla="*/ 39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0" y="1"/>
                    </a:moveTo>
                    <a:cubicBezTo>
                      <a:pt x="3" y="0"/>
                      <a:pt x="6" y="12"/>
                      <a:pt x="7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9" y="12"/>
                      <a:pt x="7" y="0"/>
                      <a:pt x="4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2" name="Freeform 2493">
                <a:extLst>
                  <a:ext uri="{FF2B5EF4-FFF2-40B4-BE49-F238E27FC236}">
                    <a16:creationId xmlns:a16="http://schemas.microsoft.com/office/drawing/2014/main" id="{BF4259A4-2A0B-4C49-B045-33C2E63D9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056"/>
                <a:ext cx="25" cy="32"/>
              </a:xfrm>
              <a:custGeom>
                <a:avLst/>
                <a:gdLst>
                  <a:gd name="T0" fmla="*/ 0 w 10"/>
                  <a:gd name="T1" fmla="*/ 0 h 12"/>
                  <a:gd name="T2" fmla="*/ 1488 w 10"/>
                  <a:gd name="T3" fmla="*/ 4301 h 12"/>
                  <a:gd name="T4" fmla="*/ 2470 w 10"/>
                  <a:gd name="T5" fmla="*/ 4301 h 12"/>
                  <a:gd name="T6" fmla="*/ 783 w 10"/>
                  <a:gd name="T7" fmla="*/ 0 h 12"/>
                  <a:gd name="T8" fmla="*/ 0 w 1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0" y="0"/>
                    </a:moveTo>
                    <a:cubicBezTo>
                      <a:pt x="3" y="0"/>
                      <a:pt x="5" y="12"/>
                      <a:pt x="6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7" y="0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3" name="Freeform 2494">
                <a:extLst>
                  <a:ext uri="{FF2B5EF4-FFF2-40B4-BE49-F238E27FC236}">
                    <a16:creationId xmlns:a16="http://schemas.microsoft.com/office/drawing/2014/main" id="{443C99DF-1CDE-4F6C-A750-4811E18B4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53"/>
                <a:ext cx="37" cy="32"/>
              </a:xfrm>
              <a:custGeom>
                <a:avLst/>
                <a:gdLst>
                  <a:gd name="T0" fmla="*/ 634 w 15"/>
                  <a:gd name="T1" fmla="*/ 3891 h 12"/>
                  <a:gd name="T2" fmla="*/ 2294 w 15"/>
                  <a:gd name="T3" fmla="*/ 2581 h 12"/>
                  <a:gd name="T4" fmla="*/ 3365 w 15"/>
                  <a:gd name="T5" fmla="*/ 397 h 12"/>
                  <a:gd name="T6" fmla="*/ 2477 w 15"/>
                  <a:gd name="T7" fmla="*/ 0 h 12"/>
                  <a:gd name="T8" fmla="*/ 1364 w 15"/>
                  <a:gd name="T9" fmla="*/ 1763 h 12"/>
                  <a:gd name="T10" fmla="*/ 0 w 15"/>
                  <a:gd name="T11" fmla="*/ 3891 h 12"/>
                  <a:gd name="T12" fmla="*/ 634 w 15"/>
                  <a:gd name="T13" fmla="*/ 389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3" y="11"/>
                    </a:moveTo>
                    <a:cubicBezTo>
                      <a:pt x="4" y="12"/>
                      <a:pt x="8" y="9"/>
                      <a:pt x="10" y="7"/>
                    </a:cubicBezTo>
                    <a:cubicBezTo>
                      <a:pt x="12" y="5"/>
                      <a:pt x="15" y="1"/>
                      <a:pt x="15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8" y="3"/>
                      <a:pt x="6" y="5"/>
                    </a:cubicBezTo>
                    <a:cubicBezTo>
                      <a:pt x="3" y="9"/>
                      <a:pt x="1" y="11"/>
                      <a:pt x="0" y="11"/>
                    </a:cubicBez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4" name="Freeform 2495">
                <a:extLst>
                  <a:ext uri="{FF2B5EF4-FFF2-40B4-BE49-F238E27FC236}">
                    <a16:creationId xmlns:a16="http://schemas.microsoft.com/office/drawing/2014/main" id="{45B5A89F-7944-4F75-8E6F-DD82BABF7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053"/>
                <a:ext cx="38" cy="27"/>
              </a:xfrm>
              <a:custGeom>
                <a:avLst/>
                <a:gdLst>
                  <a:gd name="T0" fmla="*/ 1026 w 15"/>
                  <a:gd name="T1" fmla="*/ 3877 h 10"/>
                  <a:gd name="T2" fmla="*/ 2599 w 15"/>
                  <a:gd name="T3" fmla="*/ 2282 h 10"/>
                  <a:gd name="T4" fmla="*/ 3955 w 15"/>
                  <a:gd name="T5" fmla="*/ 0 h 10"/>
                  <a:gd name="T6" fmla="*/ 2926 w 15"/>
                  <a:gd name="T7" fmla="*/ 0 h 10"/>
                  <a:gd name="T8" fmla="*/ 1900 w 15"/>
                  <a:gd name="T9" fmla="*/ 2028 h 10"/>
                  <a:gd name="T10" fmla="*/ 0 w 15"/>
                  <a:gd name="T11" fmla="*/ 3464 h 10"/>
                  <a:gd name="T12" fmla="*/ 1026 w 15"/>
                  <a:gd name="T13" fmla="*/ 387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0">
                    <a:moveTo>
                      <a:pt x="4" y="10"/>
                    </a:moveTo>
                    <a:cubicBezTo>
                      <a:pt x="6" y="10"/>
                      <a:pt x="8" y="9"/>
                      <a:pt x="10" y="6"/>
                    </a:cubicBezTo>
                    <a:cubicBezTo>
                      <a:pt x="12" y="4"/>
                      <a:pt x="15" y="0"/>
                      <a:pt x="15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2"/>
                      <a:pt x="7" y="5"/>
                    </a:cubicBezTo>
                    <a:cubicBezTo>
                      <a:pt x="4" y="8"/>
                      <a:pt x="1" y="9"/>
                      <a:pt x="0" y="9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5" name="Freeform 2496">
                <a:extLst>
                  <a:ext uri="{FF2B5EF4-FFF2-40B4-BE49-F238E27FC236}">
                    <a16:creationId xmlns:a16="http://schemas.microsoft.com/office/drawing/2014/main" id="{9068278D-F6BE-4B98-859A-D4F9D64A6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053"/>
                <a:ext cx="22" cy="35"/>
              </a:xfrm>
              <a:custGeom>
                <a:avLst/>
                <a:gdLst>
                  <a:gd name="T0" fmla="*/ 0 w 9"/>
                  <a:gd name="T1" fmla="*/ 0 h 13"/>
                  <a:gd name="T2" fmla="*/ 1315 w 9"/>
                  <a:gd name="T3" fmla="*/ 4935 h 13"/>
                  <a:gd name="T4" fmla="*/ 1931 w 9"/>
                  <a:gd name="T5" fmla="*/ 4935 h 13"/>
                  <a:gd name="T6" fmla="*/ 860 w 9"/>
                  <a:gd name="T7" fmla="*/ 0 h 13"/>
                  <a:gd name="T8" fmla="*/ 0 w 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3" y="0"/>
                      <a:pt x="4" y="13"/>
                      <a:pt x="6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7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6" name="Freeform 2497">
                <a:extLst>
                  <a:ext uri="{FF2B5EF4-FFF2-40B4-BE49-F238E27FC236}">
                    <a16:creationId xmlns:a16="http://schemas.microsoft.com/office/drawing/2014/main" id="{A232CDF2-33A1-43CB-A288-ADCA09BD6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053"/>
                <a:ext cx="22" cy="35"/>
              </a:xfrm>
              <a:custGeom>
                <a:avLst/>
                <a:gdLst>
                  <a:gd name="T0" fmla="*/ 0 w 9"/>
                  <a:gd name="T1" fmla="*/ 0 h 13"/>
                  <a:gd name="T2" fmla="*/ 1039 w 9"/>
                  <a:gd name="T3" fmla="*/ 4531 h 13"/>
                  <a:gd name="T4" fmla="*/ 1931 w 9"/>
                  <a:gd name="T5" fmla="*/ 4935 h 13"/>
                  <a:gd name="T6" fmla="*/ 860 w 9"/>
                  <a:gd name="T7" fmla="*/ 0 h 13"/>
                  <a:gd name="T8" fmla="*/ 0 w 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3" y="0"/>
                      <a:pt x="4" y="12"/>
                      <a:pt x="5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7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7" name="Freeform 2498">
                <a:extLst>
                  <a:ext uri="{FF2B5EF4-FFF2-40B4-BE49-F238E27FC236}">
                    <a16:creationId xmlns:a16="http://schemas.microsoft.com/office/drawing/2014/main" id="{3E2EE605-2D11-43B5-918B-22C0F966B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045"/>
                <a:ext cx="40" cy="30"/>
              </a:xfrm>
              <a:custGeom>
                <a:avLst/>
                <a:gdLst>
                  <a:gd name="T0" fmla="*/ 783 w 16"/>
                  <a:gd name="T1" fmla="*/ 4544 h 11"/>
                  <a:gd name="T2" fmla="*/ 2470 w 16"/>
                  <a:gd name="T3" fmla="*/ 2877 h 11"/>
                  <a:gd name="T4" fmla="*/ 3908 w 16"/>
                  <a:gd name="T5" fmla="*/ 775 h 11"/>
                  <a:gd name="T6" fmla="*/ 2938 w 16"/>
                  <a:gd name="T7" fmla="*/ 447 h 11"/>
                  <a:gd name="T8" fmla="*/ 1770 w 16"/>
                  <a:gd name="T9" fmla="*/ 2114 h 11"/>
                  <a:gd name="T10" fmla="*/ 0 w 16"/>
                  <a:gd name="T11" fmla="*/ 3755 h 11"/>
                  <a:gd name="T12" fmla="*/ 783 w 16"/>
                  <a:gd name="T13" fmla="*/ 454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3" y="11"/>
                    </a:moveTo>
                    <a:cubicBezTo>
                      <a:pt x="4" y="11"/>
                      <a:pt x="8" y="9"/>
                      <a:pt x="10" y="7"/>
                    </a:cubicBezTo>
                    <a:cubicBezTo>
                      <a:pt x="12" y="5"/>
                      <a:pt x="16" y="2"/>
                      <a:pt x="16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0"/>
                      <a:pt x="9" y="3"/>
                      <a:pt x="7" y="5"/>
                    </a:cubicBezTo>
                    <a:cubicBezTo>
                      <a:pt x="3" y="8"/>
                      <a:pt x="1" y="9"/>
                      <a:pt x="0" y="9"/>
                    </a:cubicBez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8" name="Freeform 2499">
                <a:extLst>
                  <a:ext uri="{FF2B5EF4-FFF2-40B4-BE49-F238E27FC236}">
                    <a16:creationId xmlns:a16="http://schemas.microsoft.com/office/drawing/2014/main" id="{7E0196D3-BCDF-466E-BA19-221549D0E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043"/>
                <a:ext cx="40" cy="26"/>
              </a:xfrm>
              <a:custGeom>
                <a:avLst/>
                <a:gdLst>
                  <a:gd name="T0" fmla="*/ 988 w 16"/>
                  <a:gd name="T1" fmla="*/ 3110 h 10"/>
                  <a:gd name="T2" fmla="*/ 2738 w 16"/>
                  <a:gd name="T3" fmla="*/ 1914 h 10"/>
                  <a:gd name="T4" fmla="*/ 3908 w 16"/>
                  <a:gd name="T5" fmla="*/ 372 h 10"/>
                  <a:gd name="T6" fmla="*/ 3250 w 16"/>
                  <a:gd name="T7" fmla="*/ 0 h 10"/>
                  <a:gd name="T8" fmla="*/ 1958 w 16"/>
                  <a:gd name="T9" fmla="*/ 1196 h 10"/>
                  <a:gd name="T10" fmla="*/ 0 w 16"/>
                  <a:gd name="T11" fmla="*/ 2746 h 10"/>
                  <a:gd name="T12" fmla="*/ 988 w 16"/>
                  <a:gd name="T13" fmla="*/ 311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4" y="10"/>
                    </a:moveTo>
                    <a:cubicBezTo>
                      <a:pt x="5" y="10"/>
                      <a:pt x="8" y="8"/>
                      <a:pt x="11" y="6"/>
                    </a:cubicBezTo>
                    <a:cubicBezTo>
                      <a:pt x="13" y="4"/>
                      <a:pt x="16" y="1"/>
                      <a:pt x="16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0" y="2"/>
                      <a:pt x="8" y="4"/>
                    </a:cubicBezTo>
                    <a:cubicBezTo>
                      <a:pt x="4" y="7"/>
                      <a:pt x="1" y="9"/>
                      <a:pt x="0" y="9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9" name="Freeform 2500">
                <a:extLst>
                  <a:ext uri="{FF2B5EF4-FFF2-40B4-BE49-F238E27FC236}">
                    <a16:creationId xmlns:a16="http://schemas.microsoft.com/office/drawing/2014/main" id="{270CC0A3-3F1E-494E-9886-B75255E3B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048"/>
                <a:ext cx="18" cy="37"/>
              </a:xfrm>
              <a:custGeom>
                <a:avLst/>
                <a:gdLst>
                  <a:gd name="T0" fmla="*/ 0 w 7"/>
                  <a:gd name="T1" fmla="*/ 0 h 14"/>
                  <a:gd name="T2" fmla="*/ 918 w 7"/>
                  <a:gd name="T3" fmla="*/ 4392 h 14"/>
                  <a:gd name="T4" fmla="*/ 2003 w 7"/>
                  <a:gd name="T5" fmla="*/ 4784 h 14"/>
                  <a:gd name="T6" fmla="*/ 918 w 7"/>
                  <a:gd name="T7" fmla="*/ 0 h 14"/>
                  <a:gd name="T8" fmla="*/ 0 w 7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2" y="0"/>
                      <a:pt x="2" y="12"/>
                      <a:pt x="3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3"/>
                      <a:pt x="6" y="1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0" name="Freeform 2501">
                <a:extLst>
                  <a:ext uri="{FF2B5EF4-FFF2-40B4-BE49-F238E27FC236}">
                    <a16:creationId xmlns:a16="http://schemas.microsoft.com/office/drawing/2014/main" id="{0988DB37-7843-4087-954A-219062213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043"/>
                <a:ext cx="17" cy="37"/>
              </a:xfrm>
              <a:custGeom>
                <a:avLst/>
                <a:gdLst>
                  <a:gd name="T0" fmla="*/ 0 w 7"/>
                  <a:gd name="T1" fmla="*/ 0 h 14"/>
                  <a:gd name="T2" fmla="*/ 831 w 7"/>
                  <a:gd name="T3" fmla="*/ 4392 h 14"/>
                  <a:gd name="T4" fmla="*/ 1433 w 7"/>
                  <a:gd name="T5" fmla="*/ 4784 h 14"/>
                  <a:gd name="T6" fmla="*/ 831 w 7"/>
                  <a:gd name="T7" fmla="*/ 391 h 14"/>
                  <a:gd name="T8" fmla="*/ 0 w 7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3" y="1"/>
                      <a:pt x="2" y="13"/>
                      <a:pt x="4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7" y="2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1" name="Freeform 2502">
                <a:extLst>
                  <a:ext uri="{FF2B5EF4-FFF2-40B4-BE49-F238E27FC236}">
                    <a16:creationId xmlns:a16="http://schemas.microsoft.com/office/drawing/2014/main" id="{45FD89A4-9909-436A-9963-475C9ADE3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032"/>
                <a:ext cx="48" cy="27"/>
              </a:xfrm>
              <a:custGeom>
                <a:avLst/>
                <a:gdLst>
                  <a:gd name="T0" fmla="*/ 1016 w 19"/>
                  <a:gd name="T1" fmla="*/ 3464 h 10"/>
                  <a:gd name="T2" fmla="*/ 3095 w 19"/>
                  <a:gd name="T3" fmla="*/ 2719 h 10"/>
                  <a:gd name="T4" fmla="*/ 4934 w 19"/>
                  <a:gd name="T5" fmla="*/ 1158 h 10"/>
                  <a:gd name="T6" fmla="*/ 3918 w 19"/>
                  <a:gd name="T7" fmla="*/ 429 h 10"/>
                  <a:gd name="T8" fmla="*/ 2367 w 19"/>
                  <a:gd name="T9" fmla="*/ 1596 h 10"/>
                  <a:gd name="T10" fmla="*/ 0 w 19"/>
                  <a:gd name="T11" fmla="*/ 2719 h 10"/>
                  <a:gd name="T12" fmla="*/ 1016 w 19"/>
                  <a:gd name="T13" fmla="*/ 346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0">
                    <a:moveTo>
                      <a:pt x="4" y="9"/>
                    </a:moveTo>
                    <a:cubicBezTo>
                      <a:pt x="5" y="10"/>
                      <a:pt x="9" y="8"/>
                      <a:pt x="12" y="7"/>
                    </a:cubicBezTo>
                    <a:cubicBezTo>
                      <a:pt x="14" y="5"/>
                      <a:pt x="18" y="3"/>
                      <a:pt x="19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2" y="3"/>
                      <a:pt x="9" y="4"/>
                    </a:cubicBezTo>
                    <a:cubicBezTo>
                      <a:pt x="5" y="6"/>
                      <a:pt x="1" y="8"/>
                      <a:pt x="0" y="7"/>
                    </a:cubicBez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2" name="Freeform 2503">
                <a:extLst>
                  <a:ext uri="{FF2B5EF4-FFF2-40B4-BE49-F238E27FC236}">
                    <a16:creationId xmlns:a16="http://schemas.microsoft.com/office/drawing/2014/main" id="{160934CA-22C3-4DDD-B588-3E6E14A93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035"/>
                <a:ext cx="18" cy="40"/>
              </a:xfrm>
              <a:custGeom>
                <a:avLst/>
                <a:gdLst>
                  <a:gd name="T0" fmla="*/ 357 w 7"/>
                  <a:gd name="T1" fmla="*/ 0 h 15"/>
                  <a:gd name="T2" fmla="*/ 563 w 7"/>
                  <a:gd name="T3" fmla="*/ 4701 h 15"/>
                  <a:gd name="T4" fmla="*/ 1448 w 7"/>
                  <a:gd name="T5" fmla="*/ 5405 h 15"/>
                  <a:gd name="T6" fmla="*/ 1137 w 7"/>
                  <a:gd name="T7" fmla="*/ 397 h 15"/>
                  <a:gd name="T8" fmla="*/ 357 w 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1" y="0"/>
                    </a:moveTo>
                    <a:cubicBezTo>
                      <a:pt x="3" y="1"/>
                      <a:pt x="0" y="13"/>
                      <a:pt x="2" y="13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4"/>
                      <a:pt x="7" y="2"/>
                      <a:pt x="4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3" name="Freeform 2504">
                <a:extLst>
                  <a:ext uri="{FF2B5EF4-FFF2-40B4-BE49-F238E27FC236}">
                    <a16:creationId xmlns:a16="http://schemas.microsoft.com/office/drawing/2014/main" id="{68E22A5B-7F51-4790-B907-916F30F73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59"/>
                <a:ext cx="12" cy="26"/>
              </a:xfrm>
              <a:custGeom>
                <a:avLst/>
                <a:gdLst>
                  <a:gd name="T0" fmla="*/ 0 w 5"/>
                  <a:gd name="T1" fmla="*/ 0 h 10"/>
                  <a:gd name="T2" fmla="*/ 564 w 5"/>
                  <a:gd name="T3" fmla="*/ 1914 h 10"/>
                  <a:gd name="T4" fmla="*/ 967 w 5"/>
                  <a:gd name="T5" fmla="*/ 3110 h 10"/>
                  <a:gd name="T6" fmla="*/ 967 w 5"/>
                  <a:gd name="T7" fmla="*/ 3110 h 10"/>
                  <a:gd name="T8" fmla="*/ 564 w 5"/>
                  <a:gd name="T9" fmla="*/ 1196 h 10"/>
                  <a:gd name="T10" fmla="*/ 0 w 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1"/>
                      <a:pt x="3" y="4"/>
                      <a:pt x="3" y="6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4" y="6"/>
                      <a:pt x="3" y="4"/>
                    </a:cubicBezTo>
                    <a:cubicBezTo>
                      <a:pt x="3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4" name="Freeform 2505">
                <a:extLst>
                  <a:ext uri="{FF2B5EF4-FFF2-40B4-BE49-F238E27FC236}">
                    <a16:creationId xmlns:a16="http://schemas.microsoft.com/office/drawing/2014/main" id="{734BAB18-C6AD-4F0D-B822-0384A2F68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056"/>
                <a:ext cx="8" cy="29"/>
              </a:xfrm>
              <a:custGeom>
                <a:avLst/>
                <a:gdLst>
                  <a:gd name="T0" fmla="*/ 0 w 3"/>
                  <a:gd name="T1" fmla="*/ 0 h 11"/>
                  <a:gd name="T2" fmla="*/ 661 w 3"/>
                  <a:gd name="T3" fmla="*/ 2273 h 11"/>
                  <a:gd name="T4" fmla="*/ 1059 w 3"/>
                  <a:gd name="T5" fmla="*/ 3662 h 11"/>
                  <a:gd name="T6" fmla="*/ 1059 w 3"/>
                  <a:gd name="T7" fmla="*/ 3662 h 11"/>
                  <a:gd name="T8" fmla="*/ 661 w 3"/>
                  <a:gd name="T9" fmla="*/ 1648 h 11"/>
                  <a:gd name="T10" fmla="*/ 0 w 3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1" y="2"/>
                      <a:pt x="1" y="5"/>
                      <a:pt x="2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7"/>
                      <a:pt x="2" y="5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5" name="Freeform 2506">
                <a:extLst>
                  <a:ext uri="{FF2B5EF4-FFF2-40B4-BE49-F238E27FC236}">
                    <a16:creationId xmlns:a16="http://schemas.microsoft.com/office/drawing/2014/main" id="{773400D9-4165-4AF3-83BD-7C10DEB3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056"/>
                <a:ext cx="8" cy="27"/>
              </a:xfrm>
              <a:custGeom>
                <a:avLst/>
                <a:gdLst>
                  <a:gd name="T0" fmla="*/ 0 w 3"/>
                  <a:gd name="T1" fmla="*/ 0 h 10"/>
                  <a:gd name="T2" fmla="*/ 661 w 3"/>
                  <a:gd name="T3" fmla="*/ 2719 h 10"/>
                  <a:gd name="T4" fmla="*/ 1059 w 3"/>
                  <a:gd name="T5" fmla="*/ 3877 h 10"/>
                  <a:gd name="T6" fmla="*/ 1059 w 3"/>
                  <a:gd name="T7" fmla="*/ 3877 h 10"/>
                  <a:gd name="T8" fmla="*/ 661 w 3"/>
                  <a:gd name="T9" fmla="*/ 2028 h 10"/>
                  <a:gd name="T10" fmla="*/ 0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0" y="2"/>
                      <a:pt x="1" y="4"/>
                      <a:pt x="2" y="7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7"/>
                      <a:pt x="2" y="5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6" name="Freeform 2507">
                <a:extLst>
                  <a:ext uri="{FF2B5EF4-FFF2-40B4-BE49-F238E27FC236}">
                    <a16:creationId xmlns:a16="http://schemas.microsoft.com/office/drawing/2014/main" id="{9E5C98B1-3160-4310-B1F8-B771B286D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051"/>
                <a:ext cx="3" cy="26"/>
              </a:xfrm>
              <a:custGeom>
                <a:avLst/>
                <a:gdLst>
                  <a:gd name="T0" fmla="*/ 0 w 1"/>
                  <a:gd name="T1" fmla="*/ 0 h 10"/>
                  <a:gd name="T2" fmla="*/ 729 w 1"/>
                  <a:gd name="T3" fmla="*/ 2142 h 10"/>
                  <a:gd name="T4" fmla="*/ 729 w 1"/>
                  <a:gd name="T5" fmla="*/ 3110 h 10"/>
                  <a:gd name="T6" fmla="*/ 729 w 1"/>
                  <a:gd name="T7" fmla="*/ 3110 h 10"/>
                  <a:gd name="T8" fmla="*/ 729 w 1"/>
                  <a:gd name="T9" fmla="*/ 1547 h 10"/>
                  <a:gd name="T10" fmla="*/ 0 w 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2"/>
                      <a:pt x="1" y="5"/>
                      <a:pt x="1" y="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7"/>
                      <a:pt x="1" y="5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7" name="Freeform 2508">
                <a:extLst>
                  <a:ext uri="{FF2B5EF4-FFF2-40B4-BE49-F238E27FC236}">
                    <a16:creationId xmlns:a16="http://schemas.microsoft.com/office/drawing/2014/main" id="{A30DA6F1-F6BD-4978-A56D-E4E24E14B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045"/>
                <a:ext cx="3" cy="30"/>
              </a:xfrm>
              <a:custGeom>
                <a:avLst/>
                <a:gdLst>
                  <a:gd name="T0" fmla="*/ 0 w 1"/>
                  <a:gd name="T1" fmla="*/ 0 h 11"/>
                  <a:gd name="T2" fmla="*/ 729 w 1"/>
                  <a:gd name="T3" fmla="*/ 3325 h 11"/>
                  <a:gd name="T4" fmla="*/ 729 w 1"/>
                  <a:gd name="T5" fmla="*/ 4544 h 11"/>
                  <a:gd name="T6" fmla="*/ 729 w 1"/>
                  <a:gd name="T7" fmla="*/ 4544 h 11"/>
                  <a:gd name="T8" fmla="*/ 729 w 1"/>
                  <a:gd name="T9" fmla="*/ 2433 h 11"/>
                  <a:gd name="T10" fmla="*/ 0 w 1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0" y="2"/>
                      <a:pt x="1" y="5"/>
                      <a:pt x="1" y="8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8"/>
                      <a:pt x="1" y="6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8" name="Freeform 2509">
                <a:extLst>
                  <a:ext uri="{FF2B5EF4-FFF2-40B4-BE49-F238E27FC236}">
                    <a16:creationId xmlns:a16="http://schemas.microsoft.com/office/drawing/2014/main" id="{0CDBF307-4338-4C65-960B-C72B72A21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040"/>
                <a:ext cx="3" cy="27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2719 h 10"/>
                  <a:gd name="T4" fmla="*/ 0 w 1"/>
                  <a:gd name="T5" fmla="*/ 3877 h 10"/>
                  <a:gd name="T6" fmla="*/ 0 w 1"/>
                  <a:gd name="T7" fmla="*/ 3877 h 10"/>
                  <a:gd name="T8" fmla="*/ 729 w 1"/>
                  <a:gd name="T9" fmla="*/ 2028 h 10"/>
                  <a:gd name="T10" fmla="*/ 0 w 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1" y="1"/>
                      <a:pt x="0" y="4"/>
                      <a:pt x="0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7"/>
                      <a:pt x="1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9" name="Freeform 2510">
                <a:extLst>
                  <a:ext uri="{FF2B5EF4-FFF2-40B4-BE49-F238E27FC236}">
                    <a16:creationId xmlns:a16="http://schemas.microsoft.com/office/drawing/2014/main" id="{566CB87D-4EF0-45D7-9E70-E71F24F9C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059"/>
                <a:ext cx="12" cy="24"/>
              </a:xfrm>
              <a:custGeom>
                <a:avLst/>
                <a:gdLst>
                  <a:gd name="T0" fmla="*/ 0 w 5"/>
                  <a:gd name="T1" fmla="*/ 0 h 9"/>
                  <a:gd name="T2" fmla="*/ 564 w 5"/>
                  <a:gd name="T3" fmla="*/ 2184 h 9"/>
                  <a:gd name="T4" fmla="*/ 967 w 5"/>
                  <a:gd name="T5" fmla="*/ 3243 h 9"/>
                  <a:gd name="T6" fmla="*/ 967 w 5"/>
                  <a:gd name="T7" fmla="*/ 3243 h 9"/>
                  <a:gd name="T8" fmla="*/ 564 w 5"/>
                  <a:gd name="T9" fmla="*/ 1459 h 9"/>
                  <a:gd name="T10" fmla="*/ 0 w 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1" y="1"/>
                      <a:pt x="3" y="4"/>
                      <a:pt x="3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4" y="6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0" name="Freeform 2511">
                <a:extLst>
                  <a:ext uri="{FF2B5EF4-FFF2-40B4-BE49-F238E27FC236}">
                    <a16:creationId xmlns:a16="http://schemas.microsoft.com/office/drawing/2014/main" id="{1BB59425-D9AC-4E14-A1D2-C5BA0690F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056"/>
                <a:ext cx="10" cy="27"/>
              </a:xfrm>
              <a:custGeom>
                <a:avLst/>
                <a:gdLst>
                  <a:gd name="T0" fmla="*/ 0 w 4"/>
                  <a:gd name="T1" fmla="*/ 0 h 10"/>
                  <a:gd name="T2" fmla="*/ 783 w 4"/>
                  <a:gd name="T3" fmla="*/ 2719 h 10"/>
                  <a:gd name="T4" fmla="*/ 988 w 4"/>
                  <a:gd name="T5" fmla="*/ 3877 h 10"/>
                  <a:gd name="T6" fmla="*/ 988 w 4"/>
                  <a:gd name="T7" fmla="*/ 3877 h 10"/>
                  <a:gd name="T8" fmla="*/ 783 w 4"/>
                  <a:gd name="T9" fmla="*/ 2028 h 10"/>
                  <a:gd name="T10" fmla="*/ 0 w 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1" y="2"/>
                      <a:pt x="2" y="4"/>
                      <a:pt x="3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7"/>
                      <a:pt x="3" y="5"/>
                    </a:cubicBezTo>
                    <a:cubicBezTo>
                      <a:pt x="2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1" name="Freeform 2512">
                <a:extLst>
                  <a:ext uri="{FF2B5EF4-FFF2-40B4-BE49-F238E27FC236}">
                    <a16:creationId xmlns:a16="http://schemas.microsoft.com/office/drawing/2014/main" id="{88CA4DDC-74F7-443C-A6C6-63C93B78A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053"/>
                <a:ext cx="10" cy="27"/>
              </a:xfrm>
              <a:custGeom>
                <a:avLst/>
                <a:gdLst>
                  <a:gd name="T0" fmla="*/ 0 w 4"/>
                  <a:gd name="T1" fmla="*/ 0 h 10"/>
                  <a:gd name="T2" fmla="*/ 783 w 4"/>
                  <a:gd name="T3" fmla="*/ 2282 h 10"/>
                  <a:gd name="T4" fmla="*/ 988 w 4"/>
                  <a:gd name="T5" fmla="*/ 3877 h 10"/>
                  <a:gd name="T6" fmla="*/ 988 w 4"/>
                  <a:gd name="T7" fmla="*/ 3877 h 10"/>
                  <a:gd name="T8" fmla="*/ 783 w 4"/>
                  <a:gd name="T9" fmla="*/ 1596 h 10"/>
                  <a:gd name="T10" fmla="*/ 0 w 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1" y="1"/>
                      <a:pt x="2" y="4"/>
                      <a:pt x="3" y="6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6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2" name="Freeform 2513">
                <a:extLst>
                  <a:ext uri="{FF2B5EF4-FFF2-40B4-BE49-F238E27FC236}">
                    <a16:creationId xmlns:a16="http://schemas.microsoft.com/office/drawing/2014/main" id="{1BF2AA27-3B19-466C-8E6B-099ACB1D8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027"/>
                <a:ext cx="42" cy="24"/>
              </a:xfrm>
              <a:custGeom>
                <a:avLst/>
                <a:gdLst>
                  <a:gd name="T0" fmla="*/ 635 w 17"/>
                  <a:gd name="T1" fmla="*/ 3243 h 9"/>
                  <a:gd name="T2" fmla="*/ 2503 w 17"/>
                  <a:gd name="T3" fmla="*/ 2184 h 9"/>
                  <a:gd name="T4" fmla="*/ 3876 w 17"/>
                  <a:gd name="T5" fmla="*/ 661 h 9"/>
                  <a:gd name="T6" fmla="*/ 3199 w 17"/>
                  <a:gd name="T7" fmla="*/ 397 h 9"/>
                  <a:gd name="T8" fmla="*/ 1826 w 17"/>
                  <a:gd name="T9" fmla="*/ 1459 h 9"/>
                  <a:gd name="T10" fmla="*/ 0 w 17"/>
                  <a:gd name="T11" fmla="*/ 2581 h 9"/>
                  <a:gd name="T12" fmla="*/ 635 w 17"/>
                  <a:gd name="T13" fmla="*/ 324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3" y="9"/>
                    </a:moveTo>
                    <a:cubicBezTo>
                      <a:pt x="4" y="9"/>
                      <a:pt x="8" y="8"/>
                      <a:pt x="11" y="6"/>
                    </a:cubicBezTo>
                    <a:cubicBezTo>
                      <a:pt x="13" y="5"/>
                      <a:pt x="17" y="2"/>
                      <a:pt x="17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0" y="2"/>
                      <a:pt x="8" y="4"/>
                    </a:cubicBezTo>
                    <a:cubicBezTo>
                      <a:pt x="4" y="6"/>
                      <a:pt x="1" y="7"/>
                      <a:pt x="0" y="7"/>
                    </a:cubicBez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3" name="Freeform 2514">
                <a:extLst>
                  <a:ext uri="{FF2B5EF4-FFF2-40B4-BE49-F238E27FC236}">
                    <a16:creationId xmlns:a16="http://schemas.microsoft.com/office/drawing/2014/main" id="{312A8DB6-9AF8-4371-9FA5-3FDF65AF3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019"/>
                <a:ext cx="42" cy="24"/>
              </a:xfrm>
              <a:custGeom>
                <a:avLst/>
                <a:gdLst>
                  <a:gd name="T0" fmla="*/ 934 w 17"/>
                  <a:gd name="T1" fmla="*/ 3243 h 9"/>
                  <a:gd name="T2" fmla="*/ 2503 w 17"/>
                  <a:gd name="T3" fmla="*/ 2581 h 9"/>
                  <a:gd name="T4" fmla="*/ 3876 w 17"/>
                  <a:gd name="T5" fmla="*/ 1059 h 9"/>
                  <a:gd name="T6" fmla="*/ 3199 w 17"/>
                  <a:gd name="T7" fmla="*/ 397 h 9"/>
                  <a:gd name="T8" fmla="*/ 1826 w 17"/>
                  <a:gd name="T9" fmla="*/ 1459 h 9"/>
                  <a:gd name="T10" fmla="*/ 0 w 17"/>
                  <a:gd name="T11" fmla="*/ 2184 h 9"/>
                  <a:gd name="T12" fmla="*/ 934 w 17"/>
                  <a:gd name="T13" fmla="*/ 324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4" y="9"/>
                    </a:moveTo>
                    <a:cubicBezTo>
                      <a:pt x="5" y="9"/>
                      <a:pt x="8" y="8"/>
                      <a:pt x="11" y="7"/>
                    </a:cubicBezTo>
                    <a:cubicBezTo>
                      <a:pt x="13" y="5"/>
                      <a:pt x="17" y="3"/>
                      <a:pt x="17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0"/>
                      <a:pt x="10" y="3"/>
                      <a:pt x="8" y="4"/>
                    </a:cubicBezTo>
                    <a:cubicBezTo>
                      <a:pt x="4" y="7"/>
                      <a:pt x="1" y="7"/>
                      <a:pt x="0" y="6"/>
                    </a:cubicBez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4" name="Freeform 2515">
                <a:extLst>
                  <a:ext uri="{FF2B5EF4-FFF2-40B4-BE49-F238E27FC236}">
                    <a16:creationId xmlns:a16="http://schemas.microsoft.com/office/drawing/2014/main" id="{D79F2CFC-6A9F-486B-97C0-06CFB2DAF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021"/>
                <a:ext cx="18" cy="40"/>
              </a:xfrm>
              <a:custGeom>
                <a:avLst/>
                <a:gdLst>
                  <a:gd name="T0" fmla="*/ 0 w 7"/>
                  <a:gd name="T1" fmla="*/ 0 h 15"/>
                  <a:gd name="T2" fmla="*/ 563 w 7"/>
                  <a:gd name="T3" fmla="*/ 4701 h 15"/>
                  <a:gd name="T4" fmla="*/ 1448 w 7"/>
                  <a:gd name="T5" fmla="*/ 5405 h 15"/>
                  <a:gd name="T6" fmla="*/ 1137 w 7"/>
                  <a:gd name="T7" fmla="*/ 397 h 15"/>
                  <a:gd name="T8" fmla="*/ 0 w 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3" y="1"/>
                      <a:pt x="1" y="13"/>
                      <a:pt x="2" y="13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4"/>
                      <a:pt x="7" y="2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5" name="Freeform 2516">
                <a:extLst>
                  <a:ext uri="{FF2B5EF4-FFF2-40B4-BE49-F238E27FC236}">
                    <a16:creationId xmlns:a16="http://schemas.microsoft.com/office/drawing/2014/main" id="{D5560BBD-9FF5-4018-939D-53CB984DC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008"/>
                <a:ext cx="45" cy="21"/>
              </a:xfrm>
              <a:custGeom>
                <a:avLst/>
                <a:gdLst>
                  <a:gd name="T0" fmla="*/ 783 w 18"/>
                  <a:gd name="T1" fmla="*/ 2226 h 8"/>
                  <a:gd name="T2" fmla="*/ 2738 w 18"/>
                  <a:gd name="T3" fmla="*/ 1992 h 8"/>
                  <a:gd name="T4" fmla="*/ 4425 w 18"/>
                  <a:gd name="T5" fmla="*/ 992 h 8"/>
                  <a:gd name="T6" fmla="*/ 3720 w 18"/>
                  <a:gd name="T7" fmla="*/ 378 h 8"/>
                  <a:gd name="T8" fmla="*/ 1958 w 18"/>
                  <a:gd name="T9" fmla="*/ 992 h 8"/>
                  <a:gd name="T10" fmla="*/ 0 w 18"/>
                  <a:gd name="T11" fmla="*/ 1612 h 8"/>
                  <a:gd name="T12" fmla="*/ 783 w 18"/>
                  <a:gd name="T13" fmla="*/ 22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3" y="7"/>
                    </a:moveTo>
                    <a:cubicBezTo>
                      <a:pt x="4" y="8"/>
                      <a:pt x="8" y="7"/>
                      <a:pt x="11" y="6"/>
                    </a:cubicBezTo>
                    <a:cubicBezTo>
                      <a:pt x="13" y="5"/>
                      <a:pt x="17" y="3"/>
                      <a:pt x="18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0"/>
                      <a:pt x="11" y="2"/>
                      <a:pt x="8" y="3"/>
                    </a:cubicBezTo>
                    <a:cubicBezTo>
                      <a:pt x="4" y="5"/>
                      <a:pt x="1" y="5"/>
                      <a:pt x="0" y="5"/>
                    </a:cubicBez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6" name="Freeform 2517">
                <a:extLst>
                  <a:ext uri="{FF2B5EF4-FFF2-40B4-BE49-F238E27FC236}">
                    <a16:creationId xmlns:a16="http://schemas.microsoft.com/office/drawing/2014/main" id="{03DBABE6-3C21-4BD7-AA4E-28CBC7E0D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000"/>
                <a:ext cx="45" cy="21"/>
              </a:xfrm>
              <a:custGeom>
                <a:avLst/>
                <a:gdLst>
                  <a:gd name="T0" fmla="*/ 783 w 18"/>
                  <a:gd name="T1" fmla="*/ 2226 h 8"/>
                  <a:gd name="T2" fmla="*/ 2738 w 18"/>
                  <a:gd name="T3" fmla="*/ 1992 h 8"/>
                  <a:gd name="T4" fmla="*/ 4425 w 18"/>
                  <a:gd name="T5" fmla="*/ 992 h 8"/>
                  <a:gd name="T6" fmla="*/ 3720 w 18"/>
                  <a:gd name="T7" fmla="*/ 378 h 8"/>
                  <a:gd name="T8" fmla="*/ 2270 w 18"/>
                  <a:gd name="T9" fmla="*/ 992 h 8"/>
                  <a:gd name="T10" fmla="*/ 0 w 18"/>
                  <a:gd name="T11" fmla="*/ 1378 h 8"/>
                  <a:gd name="T12" fmla="*/ 783 w 18"/>
                  <a:gd name="T13" fmla="*/ 22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3" y="7"/>
                    </a:moveTo>
                    <a:cubicBezTo>
                      <a:pt x="4" y="8"/>
                      <a:pt x="8" y="7"/>
                      <a:pt x="11" y="6"/>
                    </a:cubicBezTo>
                    <a:cubicBezTo>
                      <a:pt x="14" y="5"/>
                      <a:pt x="18" y="3"/>
                      <a:pt x="18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1" y="1"/>
                      <a:pt x="9" y="3"/>
                    </a:cubicBezTo>
                    <a:cubicBezTo>
                      <a:pt x="4" y="5"/>
                      <a:pt x="1" y="5"/>
                      <a:pt x="0" y="4"/>
                    </a:cubicBez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7" name="Freeform 2518">
                <a:extLst>
                  <a:ext uri="{FF2B5EF4-FFF2-40B4-BE49-F238E27FC236}">
                    <a16:creationId xmlns:a16="http://schemas.microsoft.com/office/drawing/2014/main" id="{5D5865FA-18DB-4181-8A51-04939F667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2008"/>
                <a:ext cx="20" cy="43"/>
              </a:xfrm>
              <a:custGeom>
                <a:avLst/>
                <a:gdLst>
                  <a:gd name="T0" fmla="*/ 520 w 8"/>
                  <a:gd name="T1" fmla="*/ 0 h 16"/>
                  <a:gd name="T2" fmla="*/ 313 w 8"/>
                  <a:gd name="T3" fmla="*/ 5316 h 16"/>
                  <a:gd name="T4" fmla="*/ 988 w 8"/>
                  <a:gd name="T5" fmla="*/ 6060 h 16"/>
                  <a:gd name="T6" fmla="*/ 1300 w 8"/>
                  <a:gd name="T7" fmla="*/ 680 h 16"/>
                  <a:gd name="T8" fmla="*/ 520 w 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2" y="0"/>
                    </a:moveTo>
                    <a:cubicBezTo>
                      <a:pt x="4" y="2"/>
                      <a:pt x="0" y="13"/>
                      <a:pt x="1" y="14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8" y="4"/>
                      <a:pt x="5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8" name="Freeform 2519">
                <a:extLst>
                  <a:ext uri="{FF2B5EF4-FFF2-40B4-BE49-F238E27FC236}">
                    <a16:creationId xmlns:a16="http://schemas.microsoft.com/office/drawing/2014/main" id="{B13A4753-E151-4C7F-A3FD-DB6796A5C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000"/>
                <a:ext cx="17" cy="43"/>
              </a:xfrm>
              <a:custGeom>
                <a:avLst/>
                <a:gdLst>
                  <a:gd name="T0" fmla="*/ 170 w 7"/>
                  <a:gd name="T1" fmla="*/ 0 h 16"/>
                  <a:gd name="T2" fmla="*/ 170 w 7"/>
                  <a:gd name="T3" fmla="*/ 5316 h 16"/>
                  <a:gd name="T4" fmla="*/ 831 w 7"/>
                  <a:gd name="T5" fmla="*/ 6060 h 16"/>
                  <a:gd name="T6" fmla="*/ 1003 w 7"/>
                  <a:gd name="T7" fmla="*/ 680 h 16"/>
                  <a:gd name="T8" fmla="*/ 170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4" y="2"/>
                      <a:pt x="0" y="13"/>
                      <a:pt x="1" y="14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7" y="4"/>
                      <a:pt x="5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9" name="Freeform 2520">
                <a:extLst>
                  <a:ext uri="{FF2B5EF4-FFF2-40B4-BE49-F238E27FC236}">
                    <a16:creationId xmlns:a16="http://schemas.microsoft.com/office/drawing/2014/main" id="{DD5B1953-1B97-441D-A7A3-9D3ED99CC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987"/>
                <a:ext cx="45" cy="21"/>
              </a:xfrm>
              <a:custGeom>
                <a:avLst/>
                <a:gdLst>
                  <a:gd name="T0" fmla="*/ 783 w 18"/>
                  <a:gd name="T1" fmla="*/ 2226 h 8"/>
                  <a:gd name="T2" fmla="*/ 2738 w 18"/>
                  <a:gd name="T3" fmla="*/ 1992 h 8"/>
                  <a:gd name="T4" fmla="*/ 4425 w 18"/>
                  <a:gd name="T5" fmla="*/ 992 h 8"/>
                  <a:gd name="T6" fmla="*/ 3720 w 18"/>
                  <a:gd name="T7" fmla="*/ 378 h 8"/>
                  <a:gd name="T8" fmla="*/ 1958 w 18"/>
                  <a:gd name="T9" fmla="*/ 992 h 8"/>
                  <a:gd name="T10" fmla="*/ 0 w 18"/>
                  <a:gd name="T11" fmla="*/ 1612 h 8"/>
                  <a:gd name="T12" fmla="*/ 783 w 18"/>
                  <a:gd name="T13" fmla="*/ 22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3" y="7"/>
                    </a:moveTo>
                    <a:cubicBezTo>
                      <a:pt x="4" y="8"/>
                      <a:pt x="8" y="7"/>
                      <a:pt x="11" y="6"/>
                    </a:cubicBezTo>
                    <a:cubicBezTo>
                      <a:pt x="13" y="5"/>
                      <a:pt x="18" y="3"/>
                      <a:pt x="18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0"/>
                      <a:pt x="11" y="2"/>
                      <a:pt x="8" y="3"/>
                    </a:cubicBezTo>
                    <a:cubicBezTo>
                      <a:pt x="4" y="5"/>
                      <a:pt x="1" y="5"/>
                      <a:pt x="0" y="5"/>
                    </a:cubicBez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0" name="Freeform 2521">
                <a:extLst>
                  <a:ext uri="{FF2B5EF4-FFF2-40B4-BE49-F238E27FC236}">
                    <a16:creationId xmlns:a16="http://schemas.microsoft.com/office/drawing/2014/main" id="{ED44A184-0D4B-4351-8CAD-DDCE1E992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976"/>
                <a:ext cx="43" cy="21"/>
              </a:xfrm>
              <a:custGeom>
                <a:avLst/>
                <a:gdLst>
                  <a:gd name="T0" fmla="*/ 825 w 17"/>
                  <a:gd name="T1" fmla="*/ 2226 h 8"/>
                  <a:gd name="T2" fmla="*/ 2572 w 17"/>
                  <a:gd name="T3" fmla="*/ 1992 h 8"/>
                  <a:gd name="T4" fmla="*/ 4467 w 17"/>
                  <a:gd name="T5" fmla="*/ 992 h 8"/>
                  <a:gd name="T6" fmla="*/ 3640 w 17"/>
                  <a:gd name="T7" fmla="*/ 378 h 8"/>
                  <a:gd name="T8" fmla="*/ 2087 w 17"/>
                  <a:gd name="T9" fmla="*/ 992 h 8"/>
                  <a:gd name="T10" fmla="*/ 0 w 17"/>
                  <a:gd name="T11" fmla="*/ 1612 h 8"/>
                  <a:gd name="T12" fmla="*/ 825 w 17"/>
                  <a:gd name="T13" fmla="*/ 22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3" y="7"/>
                    </a:moveTo>
                    <a:cubicBezTo>
                      <a:pt x="4" y="8"/>
                      <a:pt x="7" y="7"/>
                      <a:pt x="10" y="6"/>
                    </a:cubicBezTo>
                    <a:cubicBezTo>
                      <a:pt x="13" y="5"/>
                      <a:pt x="17" y="3"/>
                      <a:pt x="17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0" y="2"/>
                      <a:pt x="8" y="3"/>
                    </a:cubicBezTo>
                    <a:cubicBezTo>
                      <a:pt x="3" y="5"/>
                      <a:pt x="1" y="5"/>
                      <a:pt x="0" y="5"/>
                    </a:cubicBez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1" name="Freeform 2522">
                <a:extLst>
                  <a:ext uri="{FF2B5EF4-FFF2-40B4-BE49-F238E27FC236}">
                    <a16:creationId xmlns:a16="http://schemas.microsoft.com/office/drawing/2014/main" id="{04CA4F4B-D466-4EC1-8EE6-7A4E407BD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1987"/>
                <a:ext cx="23" cy="42"/>
              </a:xfrm>
              <a:custGeom>
                <a:avLst/>
                <a:gdLst>
                  <a:gd name="T0" fmla="*/ 848 w 9"/>
                  <a:gd name="T1" fmla="*/ 0 h 16"/>
                  <a:gd name="T2" fmla="*/ 332 w 9"/>
                  <a:gd name="T3" fmla="*/ 4610 h 16"/>
                  <a:gd name="T4" fmla="*/ 1403 w 9"/>
                  <a:gd name="T5" fmla="*/ 5229 h 16"/>
                  <a:gd name="T6" fmla="*/ 1620 w 9"/>
                  <a:gd name="T7" fmla="*/ 614 h 16"/>
                  <a:gd name="T8" fmla="*/ 848 w 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3" y="0"/>
                    </a:moveTo>
                    <a:cubicBezTo>
                      <a:pt x="6" y="2"/>
                      <a:pt x="0" y="13"/>
                      <a:pt x="1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5"/>
                      <a:pt x="9" y="4"/>
                      <a:pt x="6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2" name="Freeform 2523">
                <a:extLst>
                  <a:ext uri="{FF2B5EF4-FFF2-40B4-BE49-F238E27FC236}">
                    <a16:creationId xmlns:a16="http://schemas.microsoft.com/office/drawing/2014/main" id="{2BE4AF07-AB00-4D99-A964-5404D1591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1979"/>
                <a:ext cx="22" cy="40"/>
              </a:xfrm>
              <a:custGeom>
                <a:avLst/>
                <a:gdLst>
                  <a:gd name="T0" fmla="*/ 616 w 9"/>
                  <a:gd name="T1" fmla="*/ 0 h 15"/>
                  <a:gd name="T2" fmla="*/ 174 w 9"/>
                  <a:gd name="T3" fmla="*/ 4701 h 15"/>
                  <a:gd name="T4" fmla="*/ 860 w 9"/>
                  <a:gd name="T5" fmla="*/ 5405 h 15"/>
                  <a:gd name="T6" fmla="*/ 1315 w 9"/>
                  <a:gd name="T7" fmla="*/ 661 h 15"/>
                  <a:gd name="T8" fmla="*/ 616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3" y="0"/>
                    </a:moveTo>
                    <a:cubicBezTo>
                      <a:pt x="5" y="1"/>
                      <a:pt x="0" y="12"/>
                      <a:pt x="1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9" y="4"/>
                      <a:pt x="6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3" name="Freeform 2524">
                <a:extLst>
                  <a:ext uri="{FF2B5EF4-FFF2-40B4-BE49-F238E27FC236}">
                    <a16:creationId xmlns:a16="http://schemas.microsoft.com/office/drawing/2014/main" id="{5FECBFA3-E7D8-4AE9-8468-F41CE848E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963"/>
                <a:ext cx="45" cy="16"/>
              </a:xfrm>
              <a:custGeom>
                <a:avLst/>
                <a:gdLst>
                  <a:gd name="T0" fmla="*/ 783 w 18"/>
                  <a:gd name="T1" fmla="*/ 2184 h 6"/>
                  <a:gd name="T2" fmla="*/ 2738 w 18"/>
                  <a:gd name="T3" fmla="*/ 2184 h 6"/>
                  <a:gd name="T4" fmla="*/ 4425 w 18"/>
                  <a:gd name="T5" fmla="*/ 1459 h 6"/>
                  <a:gd name="T6" fmla="*/ 3908 w 18"/>
                  <a:gd name="T7" fmla="*/ 397 h 6"/>
                  <a:gd name="T8" fmla="*/ 2270 w 18"/>
                  <a:gd name="T9" fmla="*/ 661 h 6"/>
                  <a:gd name="T10" fmla="*/ 0 w 18"/>
                  <a:gd name="T11" fmla="*/ 1059 h 6"/>
                  <a:gd name="T12" fmla="*/ 783 w 18"/>
                  <a:gd name="T13" fmla="*/ 218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3" y="6"/>
                    </a:moveTo>
                    <a:cubicBezTo>
                      <a:pt x="4" y="6"/>
                      <a:pt x="8" y="6"/>
                      <a:pt x="11" y="6"/>
                    </a:cubicBezTo>
                    <a:cubicBezTo>
                      <a:pt x="14" y="5"/>
                      <a:pt x="18" y="4"/>
                      <a:pt x="18" y="4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0"/>
                      <a:pt x="12" y="2"/>
                      <a:pt x="9" y="2"/>
                    </a:cubicBezTo>
                    <a:cubicBezTo>
                      <a:pt x="5" y="4"/>
                      <a:pt x="1" y="4"/>
                      <a:pt x="0" y="3"/>
                    </a:cubicBez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4" name="Freeform 2525">
                <a:extLst>
                  <a:ext uri="{FF2B5EF4-FFF2-40B4-BE49-F238E27FC236}">
                    <a16:creationId xmlns:a16="http://schemas.microsoft.com/office/drawing/2014/main" id="{84AD14B7-1446-464B-9783-1C1B7A75D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952"/>
                <a:ext cx="42" cy="16"/>
              </a:xfrm>
              <a:custGeom>
                <a:avLst/>
                <a:gdLst>
                  <a:gd name="T0" fmla="*/ 635 w 17"/>
                  <a:gd name="T1" fmla="*/ 1763 h 6"/>
                  <a:gd name="T2" fmla="*/ 2308 w 17"/>
                  <a:gd name="T3" fmla="*/ 1763 h 6"/>
                  <a:gd name="T4" fmla="*/ 3876 w 17"/>
                  <a:gd name="T5" fmla="*/ 1459 h 6"/>
                  <a:gd name="T6" fmla="*/ 3395 w 17"/>
                  <a:gd name="T7" fmla="*/ 397 h 6"/>
                  <a:gd name="T8" fmla="*/ 1826 w 17"/>
                  <a:gd name="T9" fmla="*/ 661 h 6"/>
                  <a:gd name="T10" fmla="*/ 0 w 17"/>
                  <a:gd name="T11" fmla="*/ 661 h 6"/>
                  <a:gd name="T12" fmla="*/ 635 w 17"/>
                  <a:gd name="T13" fmla="*/ 17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3" y="5"/>
                    </a:moveTo>
                    <a:cubicBezTo>
                      <a:pt x="4" y="6"/>
                      <a:pt x="7" y="6"/>
                      <a:pt x="10" y="5"/>
                    </a:cubicBezTo>
                    <a:cubicBezTo>
                      <a:pt x="13" y="5"/>
                      <a:pt x="17" y="4"/>
                      <a:pt x="17" y="4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1" y="1"/>
                      <a:pt x="8" y="2"/>
                    </a:cubicBezTo>
                    <a:cubicBezTo>
                      <a:pt x="3" y="3"/>
                      <a:pt x="1" y="3"/>
                      <a:pt x="0" y="2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5" name="Freeform 2526">
                <a:extLst>
                  <a:ext uri="{FF2B5EF4-FFF2-40B4-BE49-F238E27FC236}">
                    <a16:creationId xmlns:a16="http://schemas.microsoft.com/office/drawing/2014/main" id="{8C90EF69-BFF9-42AF-9467-808112928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965"/>
                <a:ext cx="23" cy="40"/>
              </a:xfrm>
              <a:custGeom>
                <a:avLst/>
                <a:gdLst>
                  <a:gd name="T0" fmla="*/ 1104 w 9"/>
                  <a:gd name="T1" fmla="*/ 0 h 15"/>
                  <a:gd name="T2" fmla="*/ 332 w 9"/>
                  <a:gd name="T3" fmla="*/ 4701 h 15"/>
                  <a:gd name="T4" fmla="*/ 1104 w 9"/>
                  <a:gd name="T5" fmla="*/ 5405 h 15"/>
                  <a:gd name="T6" fmla="*/ 1973 w 9"/>
                  <a:gd name="T7" fmla="*/ 661 h 15"/>
                  <a:gd name="T8" fmla="*/ 1104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4" y="0"/>
                    </a:moveTo>
                    <a:cubicBezTo>
                      <a:pt x="6" y="2"/>
                      <a:pt x="0" y="12"/>
                      <a:pt x="1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9" y="4"/>
                      <a:pt x="7" y="2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6" name="Freeform 2527">
                <a:extLst>
                  <a:ext uri="{FF2B5EF4-FFF2-40B4-BE49-F238E27FC236}">
                    <a16:creationId xmlns:a16="http://schemas.microsoft.com/office/drawing/2014/main" id="{B839DEB7-F460-4F26-8EFF-5BD730202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955"/>
                <a:ext cx="25" cy="40"/>
              </a:xfrm>
              <a:custGeom>
                <a:avLst/>
                <a:gdLst>
                  <a:gd name="T0" fmla="*/ 988 w 10"/>
                  <a:gd name="T1" fmla="*/ 0 h 15"/>
                  <a:gd name="T2" fmla="*/ 313 w 10"/>
                  <a:gd name="T3" fmla="*/ 4701 h 15"/>
                  <a:gd name="T4" fmla="*/ 988 w 10"/>
                  <a:gd name="T5" fmla="*/ 5405 h 15"/>
                  <a:gd name="T6" fmla="*/ 1770 w 10"/>
                  <a:gd name="T7" fmla="*/ 661 h 15"/>
                  <a:gd name="T8" fmla="*/ 988 w 1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4" y="0"/>
                    </a:moveTo>
                    <a:cubicBezTo>
                      <a:pt x="6" y="2"/>
                      <a:pt x="0" y="12"/>
                      <a:pt x="1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10" y="4"/>
                      <a:pt x="7" y="2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7" name="Freeform 2528">
                <a:extLst>
                  <a:ext uri="{FF2B5EF4-FFF2-40B4-BE49-F238E27FC236}">
                    <a16:creationId xmlns:a16="http://schemas.microsoft.com/office/drawing/2014/main" id="{9642D6DD-D4C3-4877-A0E4-54825A29B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1936"/>
                <a:ext cx="43" cy="13"/>
              </a:xfrm>
              <a:custGeom>
                <a:avLst/>
                <a:gdLst>
                  <a:gd name="T0" fmla="*/ 531 w 17"/>
                  <a:gd name="T1" fmla="*/ 967 h 5"/>
                  <a:gd name="T2" fmla="*/ 2572 w 17"/>
                  <a:gd name="T3" fmla="*/ 1547 h 5"/>
                  <a:gd name="T4" fmla="*/ 4467 w 17"/>
                  <a:gd name="T5" fmla="*/ 1196 h 5"/>
                  <a:gd name="T6" fmla="*/ 3936 w 17"/>
                  <a:gd name="T7" fmla="*/ 372 h 5"/>
                  <a:gd name="T8" fmla="*/ 2087 w 17"/>
                  <a:gd name="T9" fmla="*/ 372 h 5"/>
                  <a:gd name="T10" fmla="*/ 0 w 17"/>
                  <a:gd name="T11" fmla="*/ 0 h 5"/>
                  <a:gd name="T12" fmla="*/ 531 w 17"/>
                  <a:gd name="T13" fmla="*/ 967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">
                    <a:moveTo>
                      <a:pt x="2" y="3"/>
                    </a:moveTo>
                    <a:cubicBezTo>
                      <a:pt x="2" y="4"/>
                      <a:pt x="7" y="5"/>
                      <a:pt x="10" y="5"/>
                    </a:cubicBezTo>
                    <a:cubicBezTo>
                      <a:pt x="12" y="5"/>
                      <a:pt x="17" y="4"/>
                      <a:pt x="17" y="4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1" y="1"/>
                      <a:pt x="8" y="1"/>
                    </a:cubicBezTo>
                    <a:cubicBezTo>
                      <a:pt x="4" y="2"/>
                      <a:pt x="1" y="1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8" name="Freeform 2529">
                <a:extLst>
                  <a:ext uri="{FF2B5EF4-FFF2-40B4-BE49-F238E27FC236}">
                    <a16:creationId xmlns:a16="http://schemas.microsoft.com/office/drawing/2014/main" id="{C26FBBA3-6146-4328-81D0-65EA09F9A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1923"/>
                <a:ext cx="35" cy="13"/>
              </a:xfrm>
              <a:custGeom>
                <a:avLst/>
                <a:gdLst>
                  <a:gd name="T0" fmla="*/ 0 w 14"/>
                  <a:gd name="T1" fmla="*/ 0 h 5"/>
                  <a:gd name="T2" fmla="*/ 1488 w 14"/>
                  <a:gd name="T3" fmla="*/ 372 h 5"/>
                  <a:gd name="T4" fmla="*/ 3438 w 14"/>
                  <a:gd name="T5" fmla="*/ 1196 h 5"/>
                  <a:gd name="T6" fmla="*/ 2738 w 14"/>
                  <a:gd name="T7" fmla="*/ 1547 h 5"/>
                  <a:gd name="T8" fmla="*/ 783 w 14"/>
                  <a:gd name="T9" fmla="*/ 967 h 5"/>
                  <a:gd name="T10" fmla="*/ 0 w 1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3" y="1"/>
                      <a:pt x="6" y="1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2" y="5"/>
                      <a:pt x="11" y="5"/>
                    </a:cubicBezTo>
                    <a:cubicBezTo>
                      <a:pt x="7" y="5"/>
                      <a:pt x="4" y="5"/>
                      <a:pt x="3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9" name="Freeform 2530">
                <a:extLst>
                  <a:ext uri="{FF2B5EF4-FFF2-40B4-BE49-F238E27FC236}">
                    <a16:creationId xmlns:a16="http://schemas.microsoft.com/office/drawing/2014/main" id="{E7D1E6E7-82F3-45C3-8614-F4BB787C1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936"/>
                <a:ext cx="25" cy="43"/>
              </a:xfrm>
              <a:custGeom>
                <a:avLst/>
                <a:gdLst>
                  <a:gd name="T0" fmla="*/ 1488 w 10"/>
                  <a:gd name="T1" fmla="*/ 0 h 16"/>
                  <a:gd name="T2" fmla="*/ 0 w 10"/>
                  <a:gd name="T3" fmla="*/ 4913 h 16"/>
                  <a:gd name="T4" fmla="*/ 783 w 10"/>
                  <a:gd name="T5" fmla="*/ 6060 h 16"/>
                  <a:gd name="T6" fmla="*/ 1958 w 10"/>
                  <a:gd name="T7" fmla="*/ 1148 h 16"/>
                  <a:gd name="T8" fmla="*/ 1488 w 1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6" y="0"/>
                    </a:moveTo>
                    <a:cubicBezTo>
                      <a:pt x="8" y="3"/>
                      <a:pt x="0" y="12"/>
                      <a:pt x="0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5"/>
                      <a:pt x="10" y="6"/>
                      <a:pt x="8" y="3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0" name="Freeform 2531">
                <a:extLst>
                  <a:ext uri="{FF2B5EF4-FFF2-40B4-BE49-F238E27FC236}">
                    <a16:creationId xmlns:a16="http://schemas.microsoft.com/office/drawing/2014/main" id="{FD2D2928-4D69-4A35-84A2-4BEFBD791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936"/>
                <a:ext cx="20" cy="29"/>
              </a:xfrm>
              <a:custGeom>
                <a:avLst/>
                <a:gdLst>
                  <a:gd name="T0" fmla="*/ 783 w 8"/>
                  <a:gd name="T1" fmla="*/ 3662 h 11"/>
                  <a:gd name="T2" fmla="*/ 0 w 8"/>
                  <a:gd name="T3" fmla="*/ 2655 h 11"/>
                  <a:gd name="T4" fmla="*/ 1300 w 8"/>
                  <a:gd name="T5" fmla="*/ 0 h 11"/>
                  <a:gd name="T6" fmla="*/ 1958 w 8"/>
                  <a:gd name="T7" fmla="*/ 382 h 11"/>
                  <a:gd name="T8" fmla="*/ 783 w 8"/>
                  <a:gd name="T9" fmla="*/ 366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3" y="3"/>
                      <a:pt x="5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5"/>
                      <a:pt x="2" y="10"/>
                      <a:pt x="3" y="11"/>
                    </a:cubicBez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1" name="Freeform 2532">
                <a:extLst>
                  <a:ext uri="{FF2B5EF4-FFF2-40B4-BE49-F238E27FC236}">
                    <a16:creationId xmlns:a16="http://schemas.microsoft.com/office/drawing/2014/main" id="{6A259570-0E92-4B48-AC2A-6D862D03E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1928"/>
                <a:ext cx="15" cy="19"/>
              </a:xfrm>
              <a:custGeom>
                <a:avLst/>
                <a:gdLst>
                  <a:gd name="T0" fmla="*/ 520 w 6"/>
                  <a:gd name="T1" fmla="*/ 2823 h 7"/>
                  <a:gd name="T2" fmla="*/ 0 w 6"/>
                  <a:gd name="T3" fmla="*/ 1200 h 7"/>
                  <a:gd name="T4" fmla="*/ 783 w 6"/>
                  <a:gd name="T5" fmla="*/ 0 h 7"/>
                  <a:gd name="T6" fmla="*/ 1488 w 6"/>
                  <a:gd name="T7" fmla="*/ 442 h 7"/>
                  <a:gd name="T8" fmla="*/ 520 w 6"/>
                  <a:gd name="T9" fmla="*/ 282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7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3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1" y="6"/>
                      <a:pt x="2" y="7"/>
                    </a:cubicBez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2" name="Freeform 2533">
                <a:extLst>
                  <a:ext uri="{FF2B5EF4-FFF2-40B4-BE49-F238E27FC236}">
                    <a16:creationId xmlns:a16="http://schemas.microsoft.com/office/drawing/2014/main" id="{EC3FE648-263D-4FE8-8574-8A2A19BC4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984"/>
                <a:ext cx="7" cy="27"/>
              </a:xfrm>
              <a:custGeom>
                <a:avLst/>
                <a:gdLst>
                  <a:gd name="T0" fmla="*/ 355 w 3"/>
                  <a:gd name="T1" fmla="*/ 0 h 10"/>
                  <a:gd name="T2" fmla="*/ 152 w 3"/>
                  <a:gd name="T3" fmla="*/ 2719 h 10"/>
                  <a:gd name="T4" fmla="*/ 0 w 3"/>
                  <a:gd name="T5" fmla="*/ 3877 h 10"/>
                  <a:gd name="T6" fmla="*/ 0 w 3"/>
                  <a:gd name="T7" fmla="*/ 3877 h 10"/>
                  <a:gd name="T8" fmla="*/ 355 w 3"/>
                  <a:gd name="T9" fmla="*/ 2028 h 10"/>
                  <a:gd name="T10" fmla="*/ 355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2" y="0"/>
                    </a:moveTo>
                    <a:cubicBezTo>
                      <a:pt x="2" y="2"/>
                      <a:pt x="2" y="5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8"/>
                      <a:pt x="2" y="5"/>
                    </a:cubicBezTo>
                    <a:cubicBezTo>
                      <a:pt x="3" y="3"/>
                      <a:pt x="2" y="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3" name="Freeform 2534">
                <a:extLst>
                  <a:ext uri="{FF2B5EF4-FFF2-40B4-BE49-F238E27FC236}">
                    <a16:creationId xmlns:a16="http://schemas.microsoft.com/office/drawing/2014/main" id="{70160307-E837-4E9C-95EC-445513C14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971"/>
                <a:ext cx="8" cy="26"/>
              </a:xfrm>
              <a:custGeom>
                <a:avLst/>
                <a:gdLst>
                  <a:gd name="T0" fmla="*/ 1059 w 3"/>
                  <a:gd name="T1" fmla="*/ 0 h 10"/>
                  <a:gd name="T2" fmla="*/ 397 w 3"/>
                  <a:gd name="T3" fmla="*/ 2142 h 10"/>
                  <a:gd name="T4" fmla="*/ 0 w 3"/>
                  <a:gd name="T5" fmla="*/ 3110 h 10"/>
                  <a:gd name="T6" fmla="*/ 0 w 3"/>
                  <a:gd name="T7" fmla="*/ 3110 h 10"/>
                  <a:gd name="T8" fmla="*/ 1059 w 3"/>
                  <a:gd name="T9" fmla="*/ 1914 h 10"/>
                  <a:gd name="T10" fmla="*/ 1059 w 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2"/>
                      <a:pt x="2" y="5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2" y="8"/>
                      <a:pt x="3" y="6"/>
                    </a:cubicBezTo>
                    <a:cubicBezTo>
                      <a:pt x="3" y="4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4" name="Freeform 2535">
                <a:extLst>
                  <a:ext uri="{FF2B5EF4-FFF2-40B4-BE49-F238E27FC236}">
                    <a16:creationId xmlns:a16="http://schemas.microsoft.com/office/drawing/2014/main" id="{C6B9119D-0C2F-41C1-A2C4-C1F606436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1960"/>
                <a:ext cx="10" cy="27"/>
              </a:xfrm>
              <a:custGeom>
                <a:avLst/>
                <a:gdLst>
                  <a:gd name="T0" fmla="*/ 988 w 4"/>
                  <a:gd name="T1" fmla="*/ 0 h 10"/>
                  <a:gd name="T2" fmla="*/ 313 w 4"/>
                  <a:gd name="T3" fmla="*/ 2719 h 10"/>
                  <a:gd name="T4" fmla="*/ 0 w 4"/>
                  <a:gd name="T5" fmla="*/ 3877 h 10"/>
                  <a:gd name="T6" fmla="*/ 0 w 4"/>
                  <a:gd name="T7" fmla="*/ 3877 h 10"/>
                  <a:gd name="T8" fmla="*/ 783 w 4"/>
                  <a:gd name="T9" fmla="*/ 2282 h 10"/>
                  <a:gd name="T10" fmla="*/ 988 w 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3" y="2"/>
                      <a:pt x="2" y="5"/>
                      <a:pt x="1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2" y="8"/>
                      <a:pt x="3" y="6"/>
                    </a:cubicBezTo>
                    <a:cubicBezTo>
                      <a:pt x="4" y="4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5" name="Freeform 2536">
                <a:extLst>
                  <a:ext uri="{FF2B5EF4-FFF2-40B4-BE49-F238E27FC236}">
                    <a16:creationId xmlns:a16="http://schemas.microsoft.com/office/drawing/2014/main" id="{5C3BA9F4-3423-4BDB-9BF6-256FAD376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944"/>
                <a:ext cx="15" cy="24"/>
              </a:xfrm>
              <a:custGeom>
                <a:avLst/>
                <a:gdLst>
                  <a:gd name="T0" fmla="*/ 1488 w 6"/>
                  <a:gd name="T1" fmla="*/ 0 h 9"/>
                  <a:gd name="T2" fmla="*/ 520 w 6"/>
                  <a:gd name="T3" fmla="*/ 2184 h 9"/>
                  <a:gd name="T4" fmla="*/ 0 w 6"/>
                  <a:gd name="T5" fmla="*/ 3243 h 9"/>
                  <a:gd name="T6" fmla="*/ 0 w 6"/>
                  <a:gd name="T7" fmla="*/ 3243 h 9"/>
                  <a:gd name="T8" fmla="*/ 988 w 6"/>
                  <a:gd name="T9" fmla="*/ 1763 h 9"/>
                  <a:gd name="T10" fmla="*/ 1488 w 6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5" y="2"/>
                      <a:pt x="4" y="4"/>
                      <a:pt x="2" y="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3" y="7"/>
                      <a:pt x="4" y="5"/>
                    </a:cubicBezTo>
                    <a:cubicBezTo>
                      <a:pt x="5" y="3"/>
                      <a:pt x="5" y="2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6" name="Freeform 2537">
                <a:extLst>
                  <a:ext uri="{FF2B5EF4-FFF2-40B4-BE49-F238E27FC236}">
                    <a16:creationId xmlns:a16="http://schemas.microsoft.com/office/drawing/2014/main" id="{75EA0BAF-D15D-4459-B03E-2178E88AA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931"/>
                <a:ext cx="15" cy="24"/>
              </a:xfrm>
              <a:custGeom>
                <a:avLst/>
                <a:gdLst>
                  <a:gd name="T0" fmla="*/ 1488 w 6"/>
                  <a:gd name="T1" fmla="*/ 0 h 9"/>
                  <a:gd name="T2" fmla="*/ 520 w 6"/>
                  <a:gd name="T3" fmla="*/ 2581 h 9"/>
                  <a:gd name="T4" fmla="*/ 0 w 6"/>
                  <a:gd name="T5" fmla="*/ 3243 h 9"/>
                  <a:gd name="T6" fmla="*/ 0 w 6"/>
                  <a:gd name="T7" fmla="*/ 3243 h 9"/>
                  <a:gd name="T8" fmla="*/ 988 w 6"/>
                  <a:gd name="T9" fmla="*/ 1763 h 9"/>
                  <a:gd name="T10" fmla="*/ 1488 w 6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5" y="2"/>
                      <a:pt x="3" y="4"/>
                      <a:pt x="2" y="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2" y="7"/>
                      <a:pt x="4" y="5"/>
                    </a:cubicBezTo>
                    <a:cubicBezTo>
                      <a:pt x="5" y="3"/>
                      <a:pt x="5" y="2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7" name="Freeform 2538">
                <a:extLst>
                  <a:ext uri="{FF2B5EF4-FFF2-40B4-BE49-F238E27FC236}">
                    <a16:creationId xmlns:a16="http://schemas.microsoft.com/office/drawing/2014/main" id="{B7405F50-B0C0-4728-965C-680C2C2E2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992"/>
                <a:ext cx="8" cy="29"/>
              </a:xfrm>
              <a:custGeom>
                <a:avLst/>
                <a:gdLst>
                  <a:gd name="T0" fmla="*/ 661 w 3"/>
                  <a:gd name="T1" fmla="*/ 0 h 11"/>
                  <a:gd name="T2" fmla="*/ 397 w 3"/>
                  <a:gd name="T3" fmla="*/ 2655 h 11"/>
                  <a:gd name="T4" fmla="*/ 0 w 3"/>
                  <a:gd name="T5" fmla="*/ 3662 h 11"/>
                  <a:gd name="T6" fmla="*/ 0 w 3"/>
                  <a:gd name="T7" fmla="*/ 3662 h 11"/>
                  <a:gd name="T8" fmla="*/ 661 w 3"/>
                  <a:gd name="T9" fmla="*/ 2035 h 11"/>
                  <a:gd name="T10" fmla="*/ 661 w 3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1">
                    <a:moveTo>
                      <a:pt x="2" y="0"/>
                    </a:moveTo>
                    <a:cubicBezTo>
                      <a:pt x="2" y="2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8"/>
                      <a:pt x="2" y="6"/>
                    </a:cubicBezTo>
                    <a:cubicBezTo>
                      <a:pt x="3" y="4"/>
                      <a:pt x="2" y="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8" name="Freeform 2539">
                <a:extLst>
                  <a:ext uri="{FF2B5EF4-FFF2-40B4-BE49-F238E27FC236}">
                    <a16:creationId xmlns:a16="http://schemas.microsoft.com/office/drawing/2014/main" id="{66382F44-1141-48A5-A4EE-5F2835FF0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005"/>
                <a:ext cx="8" cy="30"/>
              </a:xfrm>
              <a:custGeom>
                <a:avLst/>
                <a:gdLst>
                  <a:gd name="T0" fmla="*/ 661 w 3"/>
                  <a:gd name="T1" fmla="*/ 0 h 11"/>
                  <a:gd name="T2" fmla="*/ 397 w 3"/>
                  <a:gd name="T3" fmla="*/ 3325 h 11"/>
                  <a:gd name="T4" fmla="*/ 0 w 3"/>
                  <a:gd name="T5" fmla="*/ 4544 h 11"/>
                  <a:gd name="T6" fmla="*/ 0 w 3"/>
                  <a:gd name="T7" fmla="*/ 4544 h 11"/>
                  <a:gd name="T8" fmla="*/ 661 w 3"/>
                  <a:gd name="T9" fmla="*/ 2433 h 11"/>
                  <a:gd name="T10" fmla="*/ 661 w 3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1">
                    <a:moveTo>
                      <a:pt x="2" y="0"/>
                    </a:moveTo>
                    <a:cubicBezTo>
                      <a:pt x="2" y="2"/>
                      <a:pt x="1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8"/>
                      <a:pt x="2" y="6"/>
                    </a:cubicBezTo>
                    <a:cubicBezTo>
                      <a:pt x="3" y="4"/>
                      <a:pt x="2" y="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9" name="Freeform 2540">
                <a:extLst>
                  <a:ext uri="{FF2B5EF4-FFF2-40B4-BE49-F238E27FC236}">
                    <a16:creationId xmlns:a16="http://schemas.microsoft.com/office/drawing/2014/main" id="{3CC6B8DB-C616-4A72-A21D-72E85A2C9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013"/>
                <a:ext cx="5" cy="27"/>
              </a:xfrm>
              <a:custGeom>
                <a:avLst/>
                <a:gdLst>
                  <a:gd name="T0" fmla="*/ 520 w 2"/>
                  <a:gd name="T1" fmla="*/ 0 h 10"/>
                  <a:gd name="T2" fmla="*/ 0 w 2"/>
                  <a:gd name="T3" fmla="*/ 2719 h 10"/>
                  <a:gd name="T4" fmla="*/ 0 w 2"/>
                  <a:gd name="T5" fmla="*/ 3877 h 10"/>
                  <a:gd name="T6" fmla="*/ 0 w 2"/>
                  <a:gd name="T7" fmla="*/ 3877 h 10"/>
                  <a:gd name="T8" fmla="*/ 520 w 2"/>
                  <a:gd name="T9" fmla="*/ 2028 h 10"/>
                  <a:gd name="T10" fmla="*/ 520 w 2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2" y="2"/>
                      <a:pt x="1" y="5"/>
                      <a:pt x="0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8"/>
                      <a:pt x="2" y="5"/>
                    </a:cubicBezTo>
                    <a:cubicBezTo>
                      <a:pt x="2" y="3"/>
                      <a:pt x="2" y="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0" name="Freeform 2541">
                <a:extLst>
                  <a:ext uri="{FF2B5EF4-FFF2-40B4-BE49-F238E27FC236}">
                    <a16:creationId xmlns:a16="http://schemas.microsoft.com/office/drawing/2014/main" id="{5BD35989-EE10-4688-8D0A-A2AB3891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027"/>
                <a:ext cx="3" cy="29"/>
              </a:xfrm>
              <a:custGeom>
                <a:avLst/>
                <a:gdLst>
                  <a:gd name="T0" fmla="*/ 729 w 1"/>
                  <a:gd name="T1" fmla="*/ 0 h 11"/>
                  <a:gd name="T2" fmla="*/ 0 w 1"/>
                  <a:gd name="T3" fmla="*/ 2273 h 11"/>
                  <a:gd name="T4" fmla="*/ 0 w 1"/>
                  <a:gd name="T5" fmla="*/ 3662 h 11"/>
                  <a:gd name="T6" fmla="*/ 0 w 1"/>
                  <a:gd name="T7" fmla="*/ 3662 h 11"/>
                  <a:gd name="T8" fmla="*/ 729 w 1"/>
                  <a:gd name="T9" fmla="*/ 1648 h 11"/>
                  <a:gd name="T10" fmla="*/ 729 w 1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1" y="2"/>
                      <a:pt x="1" y="5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8"/>
                      <a:pt x="1" y="5"/>
                    </a:cubicBezTo>
                    <a:cubicBezTo>
                      <a:pt x="1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1" name="Freeform 2542">
                <a:extLst>
                  <a:ext uri="{FF2B5EF4-FFF2-40B4-BE49-F238E27FC236}">
                    <a16:creationId xmlns:a16="http://schemas.microsoft.com/office/drawing/2014/main" id="{14A4AAF1-7265-4D83-83D8-F43ED3707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027"/>
                <a:ext cx="20" cy="42"/>
              </a:xfrm>
              <a:custGeom>
                <a:avLst/>
                <a:gdLst>
                  <a:gd name="T0" fmla="*/ 520 w 8"/>
                  <a:gd name="T1" fmla="*/ 0 h 16"/>
                  <a:gd name="T2" fmla="*/ 520 w 8"/>
                  <a:gd name="T3" fmla="*/ 4851 h 16"/>
                  <a:gd name="T4" fmla="*/ 1488 w 8"/>
                  <a:gd name="T5" fmla="*/ 5229 h 16"/>
                  <a:gd name="T6" fmla="*/ 1300 w 8"/>
                  <a:gd name="T7" fmla="*/ 614 h 16"/>
                  <a:gd name="T8" fmla="*/ 520 w 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2" y="0"/>
                    </a:moveTo>
                    <a:cubicBezTo>
                      <a:pt x="4" y="1"/>
                      <a:pt x="0" y="14"/>
                      <a:pt x="2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8" y="3"/>
                      <a:pt x="5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2" name="Freeform 2543">
                <a:extLst>
                  <a:ext uri="{FF2B5EF4-FFF2-40B4-BE49-F238E27FC236}">
                    <a16:creationId xmlns:a16="http://schemas.microsoft.com/office/drawing/2014/main" id="{A73CD890-56B7-4E0A-B38B-D399672A9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032"/>
                <a:ext cx="5" cy="29"/>
              </a:xfrm>
              <a:custGeom>
                <a:avLst/>
                <a:gdLst>
                  <a:gd name="T0" fmla="*/ 313 w 2"/>
                  <a:gd name="T1" fmla="*/ 0 h 11"/>
                  <a:gd name="T2" fmla="*/ 313 w 2"/>
                  <a:gd name="T3" fmla="*/ 2655 h 11"/>
                  <a:gd name="T4" fmla="*/ 0 w 2"/>
                  <a:gd name="T5" fmla="*/ 3662 h 11"/>
                  <a:gd name="T6" fmla="*/ 0 w 2"/>
                  <a:gd name="T7" fmla="*/ 3662 h 11"/>
                  <a:gd name="T8" fmla="*/ 520 w 2"/>
                  <a:gd name="T9" fmla="*/ 2035 h 11"/>
                  <a:gd name="T10" fmla="*/ 313 w 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2" y="2"/>
                      <a:pt x="1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8"/>
                      <a:pt x="2" y="6"/>
                    </a:cubicBezTo>
                    <a:cubicBezTo>
                      <a:pt x="2" y="3"/>
                      <a:pt x="2" y="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3" name="Freeform 2544">
                <a:extLst>
                  <a:ext uri="{FF2B5EF4-FFF2-40B4-BE49-F238E27FC236}">
                    <a16:creationId xmlns:a16="http://schemas.microsoft.com/office/drawing/2014/main" id="{8CDA8A23-6F5C-4A9D-B4CA-BA29CFDBB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1909"/>
                <a:ext cx="17" cy="19"/>
              </a:xfrm>
              <a:custGeom>
                <a:avLst/>
                <a:gdLst>
                  <a:gd name="T0" fmla="*/ 1243 w 7"/>
                  <a:gd name="T1" fmla="*/ 1200 h 7"/>
                  <a:gd name="T2" fmla="*/ 1433 w 7"/>
                  <a:gd name="T3" fmla="*/ 2823 h 7"/>
                  <a:gd name="T4" fmla="*/ 0 w 7"/>
                  <a:gd name="T5" fmla="*/ 1200 h 7"/>
                  <a:gd name="T6" fmla="*/ 170 w 7"/>
                  <a:gd name="T7" fmla="*/ 0 h 7"/>
                  <a:gd name="T8" fmla="*/ 1243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3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4" y="4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4" y="1"/>
                      <a:pt x="6" y="2"/>
                      <a:pt x="6" y="3"/>
                    </a:cubicBez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4" name="Freeform 2545">
                <a:extLst>
                  <a:ext uri="{FF2B5EF4-FFF2-40B4-BE49-F238E27FC236}">
                    <a16:creationId xmlns:a16="http://schemas.microsoft.com/office/drawing/2014/main" id="{83F6DC0B-E4E2-48E9-A960-1CCBCA9A7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923"/>
                <a:ext cx="25" cy="24"/>
              </a:xfrm>
              <a:custGeom>
                <a:avLst/>
                <a:gdLst>
                  <a:gd name="T0" fmla="*/ 520 w 10"/>
                  <a:gd name="T1" fmla="*/ 0 h 9"/>
                  <a:gd name="T2" fmla="*/ 783 w 10"/>
                  <a:gd name="T3" fmla="*/ 0 h 9"/>
                  <a:gd name="T4" fmla="*/ 2270 w 10"/>
                  <a:gd name="T5" fmla="*/ 1459 h 9"/>
                  <a:gd name="T6" fmla="*/ 2470 w 10"/>
                  <a:gd name="T7" fmla="*/ 3243 h 9"/>
                  <a:gd name="T8" fmla="*/ 783 w 10"/>
                  <a:gd name="T9" fmla="*/ 1459 h 9"/>
                  <a:gd name="T10" fmla="*/ 0 w 10"/>
                  <a:gd name="T11" fmla="*/ 1059 h 9"/>
                  <a:gd name="T12" fmla="*/ 520 w 10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2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6" y="1"/>
                      <a:pt x="9" y="3"/>
                      <a:pt x="9" y="4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7"/>
                      <a:pt x="8" y="5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5" name="Freeform 2546">
                <a:extLst>
                  <a:ext uri="{FF2B5EF4-FFF2-40B4-BE49-F238E27FC236}">
                    <a16:creationId xmlns:a16="http://schemas.microsoft.com/office/drawing/2014/main" id="{A83926BC-CE2F-47D3-8A33-17675CC6D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936"/>
                <a:ext cx="30" cy="35"/>
              </a:xfrm>
              <a:custGeom>
                <a:avLst/>
                <a:gdLst>
                  <a:gd name="T0" fmla="*/ 2938 w 12"/>
                  <a:gd name="T1" fmla="*/ 3414 h 13"/>
                  <a:gd name="T2" fmla="*/ 1488 w 12"/>
                  <a:gd name="T3" fmla="*/ 1580 h 13"/>
                  <a:gd name="T4" fmla="*/ 0 w 12"/>
                  <a:gd name="T5" fmla="*/ 0 h 13"/>
                  <a:gd name="T6" fmla="*/ 0 w 12"/>
                  <a:gd name="T7" fmla="*/ 1580 h 13"/>
                  <a:gd name="T8" fmla="*/ 1300 w 12"/>
                  <a:gd name="T9" fmla="*/ 2673 h 13"/>
                  <a:gd name="T10" fmla="*/ 2938 w 12"/>
                  <a:gd name="T11" fmla="*/ 4935 h 13"/>
                  <a:gd name="T12" fmla="*/ 2938 w 12"/>
                  <a:gd name="T13" fmla="*/ 341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12" y="9"/>
                    </a:moveTo>
                    <a:cubicBezTo>
                      <a:pt x="12" y="8"/>
                      <a:pt x="9" y="5"/>
                      <a:pt x="6" y="4"/>
                    </a:cubicBezTo>
                    <a:cubicBezTo>
                      <a:pt x="4" y="2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3" y="6"/>
                      <a:pt x="5" y="7"/>
                    </a:cubicBezTo>
                    <a:cubicBezTo>
                      <a:pt x="10" y="9"/>
                      <a:pt x="12" y="12"/>
                      <a:pt x="12" y="13"/>
                    </a:cubicBezTo>
                    <a:lnTo>
                      <a:pt x="12" y="9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6" name="Freeform 2547">
                <a:extLst>
                  <a:ext uri="{FF2B5EF4-FFF2-40B4-BE49-F238E27FC236}">
                    <a16:creationId xmlns:a16="http://schemas.microsoft.com/office/drawing/2014/main" id="{859CAE7A-F9DF-49B5-A036-72EDE57A0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955"/>
                <a:ext cx="32" cy="34"/>
              </a:xfrm>
              <a:custGeom>
                <a:avLst/>
                <a:gdLst>
                  <a:gd name="T0" fmla="*/ 2897 w 13"/>
                  <a:gd name="T1" fmla="*/ 2579 h 13"/>
                  <a:gd name="T2" fmla="*/ 1538 w 13"/>
                  <a:gd name="T3" fmla="*/ 986 h 13"/>
                  <a:gd name="T4" fmla="*/ 0 w 13"/>
                  <a:gd name="T5" fmla="*/ 0 h 13"/>
                  <a:gd name="T6" fmla="*/ 182 w 13"/>
                  <a:gd name="T7" fmla="*/ 986 h 13"/>
                  <a:gd name="T8" fmla="*/ 1356 w 13"/>
                  <a:gd name="T9" fmla="*/ 2202 h 13"/>
                  <a:gd name="T10" fmla="*/ 2897 w 13"/>
                  <a:gd name="T11" fmla="*/ 4166 h 13"/>
                  <a:gd name="T12" fmla="*/ 2897 w 13"/>
                  <a:gd name="T13" fmla="*/ 257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13" y="8"/>
                    </a:moveTo>
                    <a:cubicBezTo>
                      <a:pt x="13" y="7"/>
                      <a:pt x="10" y="5"/>
                      <a:pt x="7" y="3"/>
                    </a:cubicBezTo>
                    <a:cubicBezTo>
                      <a:pt x="5" y="2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5"/>
                      <a:pt x="4" y="6"/>
                      <a:pt x="6" y="7"/>
                    </a:cubicBezTo>
                    <a:cubicBezTo>
                      <a:pt x="11" y="9"/>
                      <a:pt x="13" y="12"/>
                      <a:pt x="13" y="13"/>
                    </a:cubicBezTo>
                    <a:lnTo>
                      <a:pt x="13" y="8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7" name="Freeform 2548">
                <a:extLst>
                  <a:ext uri="{FF2B5EF4-FFF2-40B4-BE49-F238E27FC236}">
                    <a16:creationId xmlns:a16="http://schemas.microsoft.com/office/drawing/2014/main" id="{8C382967-E94F-474B-B659-AAB18C129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17"/>
                <a:ext cx="30" cy="32"/>
              </a:xfrm>
              <a:custGeom>
                <a:avLst/>
                <a:gdLst>
                  <a:gd name="T0" fmla="*/ 313 w 12"/>
                  <a:gd name="T1" fmla="*/ 4301 h 12"/>
                  <a:gd name="T2" fmla="*/ 2938 w 12"/>
                  <a:gd name="T3" fmla="*/ 1459 h 12"/>
                  <a:gd name="T4" fmla="*/ 2738 w 12"/>
                  <a:gd name="T5" fmla="*/ 0 h 12"/>
                  <a:gd name="T6" fmla="*/ 0 w 12"/>
                  <a:gd name="T7" fmla="*/ 2824 h 12"/>
                  <a:gd name="T8" fmla="*/ 313 w 12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12"/>
                    </a:moveTo>
                    <a:cubicBezTo>
                      <a:pt x="0" y="9"/>
                      <a:pt x="12" y="5"/>
                      <a:pt x="12" y="4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1"/>
                      <a:pt x="0" y="5"/>
                      <a:pt x="0" y="8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8" name="Freeform 2549">
                <a:extLst>
                  <a:ext uri="{FF2B5EF4-FFF2-40B4-BE49-F238E27FC236}">
                    <a16:creationId xmlns:a16="http://schemas.microsoft.com/office/drawing/2014/main" id="{678A4271-8D3B-4834-AF5B-59F5577D2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933"/>
                <a:ext cx="30" cy="32"/>
              </a:xfrm>
              <a:custGeom>
                <a:avLst/>
                <a:gdLst>
                  <a:gd name="T0" fmla="*/ 313 w 12"/>
                  <a:gd name="T1" fmla="*/ 4301 h 12"/>
                  <a:gd name="T2" fmla="*/ 2938 w 12"/>
                  <a:gd name="T3" fmla="*/ 1459 h 12"/>
                  <a:gd name="T4" fmla="*/ 2738 w 12"/>
                  <a:gd name="T5" fmla="*/ 0 h 12"/>
                  <a:gd name="T6" fmla="*/ 0 w 12"/>
                  <a:gd name="T7" fmla="*/ 2824 h 12"/>
                  <a:gd name="T8" fmla="*/ 313 w 12"/>
                  <a:gd name="T9" fmla="*/ 430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12"/>
                    </a:moveTo>
                    <a:cubicBezTo>
                      <a:pt x="0" y="9"/>
                      <a:pt x="12" y="5"/>
                      <a:pt x="12" y="4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1"/>
                      <a:pt x="0" y="5"/>
                      <a:pt x="0" y="8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9" name="Freeform 2550">
                <a:extLst>
                  <a:ext uri="{FF2B5EF4-FFF2-40B4-BE49-F238E27FC236}">
                    <a16:creationId xmlns:a16="http://schemas.microsoft.com/office/drawing/2014/main" id="{66B4E4CE-53CC-4152-8F64-3884AE768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976"/>
                <a:ext cx="33" cy="35"/>
              </a:xfrm>
              <a:custGeom>
                <a:avLst/>
                <a:gdLst>
                  <a:gd name="T0" fmla="*/ 3485 w 13"/>
                  <a:gd name="T1" fmla="*/ 3414 h 13"/>
                  <a:gd name="T2" fmla="*/ 1914 w 13"/>
                  <a:gd name="T3" fmla="*/ 1580 h 13"/>
                  <a:gd name="T4" fmla="*/ 0 w 13"/>
                  <a:gd name="T5" fmla="*/ 0 h 13"/>
                  <a:gd name="T6" fmla="*/ 0 w 13"/>
                  <a:gd name="T7" fmla="*/ 1580 h 13"/>
                  <a:gd name="T8" fmla="*/ 1571 w 13"/>
                  <a:gd name="T9" fmla="*/ 3102 h 13"/>
                  <a:gd name="T10" fmla="*/ 3485 w 13"/>
                  <a:gd name="T11" fmla="*/ 4935 h 13"/>
                  <a:gd name="T12" fmla="*/ 3485 w 13"/>
                  <a:gd name="T13" fmla="*/ 341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13" y="9"/>
                    </a:moveTo>
                    <a:cubicBezTo>
                      <a:pt x="13" y="8"/>
                      <a:pt x="10" y="5"/>
                      <a:pt x="7" y="4"/>
                    </a:cubicBezTo>
                    <a:cubicBezTo>
                      <a:pt x="4" y="3"/>
                      <a:pt x="0" y="1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4" y="6"/>
                      <a:pt x="6" y="8"/>
                    </a:cubicBezTo>
                    <a:cubicBezTo>
                      <a:pt x="10" y="10"/>
                      <a:pt x="13" y="12"/>
                      <a:pt x="13" y="13"/>
                    </a:cubicBezTo>
                    <a:lnTo>
                      <a:pt x="13" y="9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0" name="Freeform 2551">
                <a:extLst>
                  <a:ext uri="{FF2B5EF4-FFF2-40B4-BE49-F238E27FC236}">
                    <a16:creationId xmlns:a16="http://schemas.microsoft.com/office/drawing/2014/main" id="{E8D7A62A-ABC3-4FD2-ADA0-844A95F8A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995"/>
                <a:ext cx="30" cy="32"/>
              </a:xfrm>
              <a:custGeom>
                <a:avLst/>
                <a:gdLst>
                  <a:gd name="T0" fmla="*/ 2938 w 12"/>
                  <a:gd name="T1" fmla="*/ 2824 h 12"/>
                  <a:gd name="T2" fmla="*/ 1488 w 12"/>
                  <a:gd name="T3" fmla="*/ 1459 h 12"/>
                  <a:gd name="T4" fmla="*/ 0 w 12"/>
                  <a:gd name="T5" fmla="*/ 0 h 12"/>
                  <a:gd name="T6" fmla="*/ 0 w 12"/>
                  <a:gd name="T7" fmla="*/ 1459 h 12"/>
                  <a:gd name="T8" fmla="*/ 1488 w 12"/>
                  <a:gd name="T9" fmla="*/ 2581 h 12"/>
                  <a:gd name="T10" fmla="*/ 2938 w 12"/>
                  <a:gd name="T11" fmla="*/ 4301 h 12"/>
                  <a:gd name="T12" fmla="*/ 2938 w 12"/>
                  <a:gd name="T13" fmla="*/ 2824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2" y="8"/>
                    </a:moveTo>
                    <a:cubicBezTo>
                      <a:pt x="12" y="7"/>
                      <a:pt x="9" y="5"/>
                      <a:pt x="6" y="4"/>
                    </a:cubicBezTo>
                    <a:cubicBezTo>
                      <a:pt x="4" y="2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3" y="6"/>
                      <a:pt x="6" y="7"/>
                    </a:cubicBezTo>
                    <a:cubicBezTo>
                      <a:pt x="10" y="9"/>
                      <a:pt x="12" y="11"/>
                      <a:pt x="12" y="12"/>
                    </a:cubicBez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1" name="Freeform 2552">
                <a:extLst>
                  <a:ext uri="{FF2B5EF4-FFF2-40B4-BE49-F238E27FC236}">
                    <a16:creationId xmlns:a16="http://schemas.microsoft.com/office/drawing/2014/main" id="{9A5AF5D8-D4DC-4946-A45D-47F1EEE45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960"/>
                <a:ext cx="30" cy="29"/>
              </a:xfrm>
              <a:custGeom>
                <a:avLst/>
                <a:gdLst>
                  <a:gd name="T0" fmla="*/ 0 w 12"/>
                  <a:gd name="T1" fmla="*/ 3662 h 11"/>
                  <a:gd name="T2" fmla="*/ 2938 w 12"/>
                  <a:gd name="T3" fmla="*/ 1389 h 11"/>
                  <a:gd name="T4" fmla="*/ 2938 w 12"/>
                  <a:gd name="T5" fmla="*/ 0 h 11"/>
                  <a:gd name="T6" fmla="*/ 0 w 12"/>
                  <a:gd name="T7" fmla="*/ 2273 h 11"/>
                  <a:gd name="T8" fmla="*/ 0 w 12"/>
                  <a:gd name="T9" fmla="*/ 366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11"/>
                    </a:moveTo>
                    <a:cubicBezTo>
                      <a:pt x="0" y="8"/>
                      <a:pt x="12" y="5"/>
                      <a:pt x="12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0" y="4"/>
                      <a:pt x="0" y="7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2" name="Freeform 2553">
                <a:extLst>
                  <a:ext uri="{FF2B5EF4-FFF2-40B4-BE49-F238E27FC236}">
                    <a16:creationId xmlns:a16="http://schemas.microsoft.com/office/drawing/2014/main" id="{6FDBAF9E-AA17-405D-B1AB-0F0126E3B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976"/>
                <a:ext cx="33" cy="29"/>
              </a:xfrm>
              <a:custGeom>
                <a:avLst/>
                <a:gdLst>
                  <a:gd name="T0" fmla="*/ 327 w 13"/>
                  <a:gd name="T1" fmla="*/ 3662 h 11"/>
                  <a:gd name="T2" fmla="*/ 3485 w 13"/>
                  <a:gd name="T3" fmla="*/ 1389 h 11"/>
                  <a:gd name="T4" fmla="*/ 3158 w 13"/>
                  <a:gd name="T5" fmla="*/ 0 h 11"/>
                  <a:gd name="T6" fmla="*/ 327 w 13"/>
                  <a:gd name="T7" fmla="*/ 2273 h 11"/>
                  <a:gd name="T8" fmla="*/ 327 w 13"/>
                  <a:gd name="T9" fmla="*/ 366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1" y="11"/>
                    </a:moveTo>
                    <a:cubicBezTo>
                      <a:pt x="1" y="8"/>
                      <a:pt x="13" y="5"/>
                      <a:pt x="13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0" y="4"/>
                      <a:pt x="1" y="7"/>
                    </a:cubicBez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3" name="Freeform 2554">
                <a:extLst>
                  <a:ext uri="{FF2B5EF4-FFF2-40B4-BE49-F238E27FC236}">
                    <a16:creationId xmlns:a16="http://schemas.microsoft.com/office/drawing/2014/main" id="{4051A609-F67C-4C93-8C70-EED6C9458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013"/>
                <a:ext cx="27" cy="40"/>
              </a:xfrm>
              <a:custGeom>
                <a:avLst/>
                <a:gdLst>
                  <a:gd name="T0" fmla="*/ 2398 w 11"/>
                  <a:gd name="T1" fmla="*/ 3891 h 15"/>
                  <a:gd name="T2" fmla="*/ 1343 w 11"/>
                  <a:gd name="T3" fmla="*/ 1763 h 15"/>
                  <a:gd name="T4" fmla="*/ 0 w 11"/>
                  <a:gd name="T5" fmla="*/ 0 h 15"/>
                  <a:gd name="T6" fmla="*/ 0 w 11"/>
                  <a:gd name="T7" fmla="*/ 1459 h 15"/>
                  <a:gd name="T8" fmla="*/ 1048 w 11"/>
                  <a:gd name="T9" fmla="*/ 2824 h 15"/>
                  <a:gd name="T10" fmla="*/ 2398 w 11"/>
                  <a:gd name="T11" fmla="*/ 5405 h 15"/>
                  <a:gd name="T12" fmla="*/ 2398 w 11"/>
                  <a:gd name="T13" fmla="*/ 389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11" y="11"/>
                    </a:moveTo>
                    <a:cubicBezTo>
                      <a:pt x="11" y="10"/>
                      <a:pt x="9" y="7"/>
                      <a:pt x="6" y="5"/>
                    </a:cubicBezTo>
                    <a:cubicBezTo>
                      <a:pt x="4" y="3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3" y="7"/>
                      <a:pt x="5" y="8"/>
                    </a:cubicBezTo>
                    <a:cubicBezTo>
                      <a:pt x="9" y="11"/>
                      <a:pt x="11" y="14"/>
                      <a:pt x="11" y="15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4" name="Freeform 2555">
                <a:extLst>
                  <a:ext uri="{FF2B5EF4-FFF2-40B4-BE49-F238E27FC236}">
                    <a16:creationId xmlns:a16="http://schemas.microsoft.com/office/drawing/2014/main" id="{5186A2A3-2438-45C4-A522-2D7DB388B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032"/>
                <a:ext cx="25" cy="37"/>
              </a:xfrm>
              <a:custGeom>
                <a:avLst/>
                <a:gdLst>
                  <a:gd name="T0" fmla="*/ 2470 w 10"/>
                  <a:gd name="T1" fmla="*/ 3359 h 14"/>
                  <a:gd name="T2" fmla="*/ 1488 w 10"/>
                  <a:gd name="T3" fmla="*/ 1425 h 14"/>
                  <a:gd name="T4" fmla="*/ 0 w 10"/>
                  <a:gd name="T5" fmla="*/ 0 h 14"/>
                  <a:gd name="T6" fmla="*/ 0 w 10"/>
                  <a:gd name="T7" fmla="*/ 1033 h 14"/>
                  <a:gd name="T8" fmla="*/ 1300 w 10"/>
                  <a:gd name="T9" fmla="*/ 2730 h 14"/>
                  <a:gd name="T10" fmla="*/ 2270 w 10"/>
                  <a:gd name="T11" fmla="*/ 4784 h 14"/>
                  <a:gd name="T12" fmla="*/ 2470 w 10"/>
                  <a:gd name="T13" fmla="*/ 335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10" y="10"/>
                    </a:moveTo>
                    <a:cubicBezTo>
                      <a:pt x="10" y="9"/>
                      <a:pt x="8" y="6"/>
                      <a:pt x="6" y="4"/>
                    </a:cubicBezTo>
                    <a:cubicBezTo>
                      <a:pt x="4" y="3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2" y="6"/>
                      <a:pt x="5" y="8"/>
                    </a:cubicBezTo>
                    <a:cubicBezTo>
                      <a:pt x="9" y="11"/>
                      <a:pt x="10" y="13"/>
                      <a:pt x="9" y="14"/>
                    </a:cubicBez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5" name="Freeform 2556">
                <a:extLst>
                  <a:ext uri="{FF2B5EF4-FFF2-40B4-BE49-F238E27FC236}">
                    <a16:creationId xmlns:a16="http://schemas.microsoft.com/office/drawing/2014/main" id="{F72782CA-9E6B-487C-BDDF-52FF96F22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000"/>
                <a:ext cx="30" cy="27"/>
              </a:xfrm>
              <a:custGeom>
                <a:avLst/>
                <a:gdLst>
                  <a:gd name="T0" fmla="*/ 0 w 12"/>
                  <a:gd name="T1" fmla="*/ 3877 h 10"/>
                  <a:gd name="T2" fmla="*/ 2938 w 12"/>
                  <a:gd name="T3" fmla="*/ 1596 h 10"/>
                  <a:gd name="T4" fmla="*/ 2938 w 12"/>
                  <a:gd name="T5" fmla="*/ 0 h 10"/>
                  <a:gd name="T6" fmla="*/ 0 w 12"/>
                  <a:gd name="T7" fmla="*/ 2282 h 10"/>
                  <a:gd name="T8" fmla="*/ 0 w 12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0" y="7"/>
                      <a:pt x="12" y="5"/>
                      <a:pt x="12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0" y="3"/>
                      <a:pt x="0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6" name="Freeform 2557">
                <a:extLst>
                  <a:ext uri="{FF2B5EF4-FFF2-40B4-BE49-F238E27FC236}">
                    <a16:creationId xmlns:a16="http://schemas.microsoft.com/office/drawing/2014/main" id="{DB7018B0-C6EB-463A-8739-B69035E1E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016"/>
                <a:ext cx="30" cy="27"/>
              </a:xfrm>
              <a:custGeom>
                <a:avLst/>
                <a:gdLst>
                  <a:gd name="T0" fmla="*/ 0 w 12"/>
                  <a:gd name="T1" fmla="*/ 3877 h 10"/>
                  <a:gd name="T2" fmla="*/ 2938 w 12"/>
                  <a:gd name="T3" fmla="*/ 1596 h 10"/>
                  <a:gd name="T4" fmla="*/ 2938 w 12"/>
                  <a:gd name="T5" fmla="*/ 0 h 10"/>
                  <a:gd name="T6" fmla="*/ 0 w 12"/>
                  <a:gd name="T7" fmla="*/ 2282 h 10"/>
                  <a:gd name="T8" fmla="*/ 0 w 12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0" y="7"/>
                      <a:pt x="12" y="5"/>
                      <a:pt x="12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0" y="3"/>
                      <a:pt x="0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7" name="Freeform 2558">
                <a:extLst>
                  <a:ext uri="{FF2B5EF4-FFF2-40B4-BE49-F238E27FC236}">
                    <a16:creationId xmlns:a16="http://schemas.microsoft.com/office/drawing/2014/main" id="{B11D5C1A-FB8D-416C-8460-FDAF760DD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051"/>
                <a:ext cx="25" cy="42"/>
              </a:xfrm>
              <a:custGeom>
                <a:avLst/>
                <a:gdLst>
                  <a:gd name="T0" fmla="*/ 2470 w 10"/>
                  <a:gd name="T1" fmla="*/ 4232 h 16"/>
                  <a:gd name="T2" fmla="*/ 1488 w 10"/>
                  <a:gd name="T3" fmla="*/ 1992 h 16"/>
                  <a:gd name="T4" fmla="*/ 313 w 10"/>
                  <a:gd name="T5" fmla="*/ 0 h 16"/>
                  <a:gd name="T6" fmla="*/ 0 w 10"/>
                  <a:gd name="T7" fmla="*/ 1378 h 16"/>
                  <a:gd name="T8" fmla="*/ 988 w 10"/>
                  <a:gd name="T9" fmla="*/ 2985 h 16"/>
                  <a:gd name="T10" fmla="*/ 2270 w 10"/>
                  <a:gd name="T11" fmla="*/ 5229 h 16"/>
                  <a:gd name="T12" fmla="*/ 2470 w 10"/>
                  <a:gd name="T13" fmla="*/ 423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10" y="13"/>
                    </a:moveTo>
                    <a:cubicBezTo>
                      <a:pt x="10" y="12"/>
                      <a:pt x="8" y="8"/>
                      <a:pt x="6" y="6"/>
                    </a:cubicBezTo>
                    <a:cubicBezTo>
                      <a:pt x="4" y="4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2" y="7"/>
                      <a:pt x="4" y="9"/>
                    </a:cubicBezTo>
                    <a:cubicBezTo>
                      <a:pt x="7" y="12"/>
                      <a:pt x="9" y="15"/>
                      <a:pt x="9" y="16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8" name="Freeform 2559">
                <a:extLst>
                  <a:ext uri="{FF2B5EF4-FFF2-40B4-BE49-F238E27FC236}">
                    <a16:creationId xmlns:a16="http://schemas.microsoft.com/office/drawing/2014/main" id="{839909CF-D7D5-4546-80DC-1DE6AC8F4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067"/>
                <a:ext cx="27" cy="45"/>
              </a:xfrm>
              <a:custGeom>
                <a:avLst/>
                <a:gdLst>
                  <a:gd name="T0" fmla="*/ 2398 w 11"/>
                  <a:gd name="T1" fmla="*/ 4415 h 17"/>
                  <a:gd name="T2" fmla="*/ 1524 w 11"/>
                  <a:gd name="T3" fmla="*/ 2059 h 17"/>
                  <a:gd name="T4" fmla="*/ 427 w 11"/>
                  <a:gd name="T5" fmla="*/ 0 h 17"/>
                  <a:gd name="T6" fmla="*/ 174 w 11"/>
                  <a:gd name="T7" fmla="*/ 1429 h 17"/>
                  <a:gd name="T8" fmla="*/ 1048 w 11"/>
                  <a:gd name="T9" fmla="*/ 3131 h 17"/>
                  <a:gd name="T10" fmla="*/ 2216 w 11"/>
                  <a:gd name="T11" fmla="*/ 5845 h 17"/>
                  <a:gd name="T12" fmla="*/ 2398 w 11"/>
                  <a:gd name="T13" fmla="*/ 441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7">
                    <a:moveTo>
                      <a:pt x="11" y="13"/>
                    </a:moveTo>
                    <a:cubicBezTo>
                      <a:pt x="11" y="11"/>
                      <a:pt x="9" y="8"/>
                      <a:pt x="7" y="6"/>
                    </a:cubicBezTo>
                    <a:cubicBezTo>
                      <a:pt x="5" y="4"/>
                      <a:pt x="2" y="1"/>
                      <a:pt x="2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3" y="7"/>
                      <a:pt x="5" y="9"/>
                    </a:cubicBezTo>
                    <a:cubicBezTo>
                      <a:pt x="8" y="13"/>
                      <a:pt x="10" y="16"/>
                      <a:pt x="10" y="17"/>
                    </a:cubicBezTo>
                    <a:lnTo>
                      <a:pt x="11" y="1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9" name="Freeform 2560">
                <a:extLst>
                  <a:ext uri="{FF2B5EF4-FFF2-40B4-BE49-F238E27FC236}">
                    <a16:creationId xmlns:a16="http://schemas.microsoft.com/office/drawing/2014/main" id="{28E56540-846F-408B-AF04-615F15ABB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043"/>
                <a:ext cx="32" cy="18"/>
              </a:xfrm>
              <a:custGeom>
                <a:avLst/>
                <a:gdLst>
                  <a:gd name="T0" fmla="*/ 0 w 13"/>
                  <a:gd name="T1" fmla="*/ 2003 h 7"/>
                  <a:gd name="T2" fmla="*/ 2897 w 13"/>
                  <a:gd name="T3" fmla="*/ 1137 h 7"/>
                  <a:gd name="T4" fmla="*/ 2897 w 13"/>
                  <a:gd name="T5" fmla="*/ 0 h 7"/>
                  <a:gd name="T6" fmla="*/ 0 w 13"/>
                  <a:gd name="T7" fmla="*/ 1137 h 7"/>
                  <a:gd name="T8" fmla="*/ 0 w 13"/>
                  <a:gd name="T9" fmla="*/ 20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0" y="5"/>
                      <a:pt x="13" y="5"/>
                      <a:pt x="13" y="4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" y="1"/>
                      <a:pt x="0" y="4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0" name="Freeform 2561">
                <a:extLst>
                  <a:ext uri="{FF2B5EF4-FFF2-40B4-BE49-F238E27FC236}">
                    <a16:creationId xmlns:a16="http://schemas.microsoft.com/office/drawing/2014/main" id="{B5B17971-3F83-4AB8-A9BB-C9AC3AFFE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59"/>
                <a:ext cx="33" cy="21"/>
              </a:xfrm>
              <a:custGeom>
                <a:avLst/>
                <a:gdLst>
                  <a:gd name="T0" fmla="*/ 0 w 13"/>
                  <a:gd name="T1" fmla="*/ 2604 h 8"/>
                  <a:gd name="T2" fmla="*/ 3485 w 13"/>
                  <a:gd name="T3" fmla="*/ 1378 h 8"/>
                  <a:gd name="T4" fmla="*/ 3485 w 13"/>
                  <a:gd name="T5" fmla="*/ 0 h 8"/>
                  <a:gd name="T6" fmla="*/ 0 w 13"/>
                  <a:gd name="T7" fmla="*/ 1378 h 8"/>
                  <a:gd name="T8" fmla="*/ 0 w 13"/>
                  <a:gd name="T9" fmla="*/ 260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0" y="8"/>
                    </a:moveTo>
                    <a:cubicBezTo>
                      <a:pt x="0" y="5"/>
                      <a:pt x="12" y="5"/>
                      <a:pt x="13" y="4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" y="1"/>
                      <a:pt x="0" y="4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1" name="Freeform 2562">
                <a:extLst>
                  <a:ext uri="{FF2B5EF4-FFF2-40B4-BE49-F238E27FC236}">
                    <a16:creationId xmlns:a16="http://schemas.microsoft.com/office/drawing/2014/main" id="{68DC1781-074B-4DF5-9BEB-692EE8BCB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085"/>
                <a:ext cx="25" cy="51"/>
              </a:xfrm>
              <a:custGeom>
                <a:avLst/>
                <a:gdLst>
                  <a:gd name="T0" fmla="*/ 2270 w 10"/>
                  <a:gd name="T1" fmla="*/ 5296 h 19"/>
                  <a:gd name="T2" fmla="*/ 1770 w 10"/>
                  <a:gd name="T3" fmla="*/ 2652 h 19"/>
                  <a:gd name="T4" fmla="*/ 520 w 10"/>
                  <a:gd name="T5" fmla="*/ 0 h 19"/>
                  <a:gd name="T6" fmla="*/ 313 w 10"/>
                  <a:gd name="T7" fmla="*/ 1562 h 19"/>
                  <a:gd name="T8" fmla="*/ 988 w 10"/>
                  <a:gd name="T9" fmla="*/ 3731 h 19"/>
                  <a:gd name="T10" fmla="*/ 1770 w 10"/>
                  <a:gd name="T11" fmla="*/ 7119 h 19"/>
                  <a:gd name="T12" fmla="*/ 2270 w 10"/>
                  <a:gd name="T13" fmla="*/ 5296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9">
                    <a:moveTo>
                      <a:pt x="9" y="14"/>
                    </a:moveTo>
                    <a:cubicBezTo>
                      <a:pt x="10" y="13"/>
                      <a:pt x="8" y="9"/>
                      <a:pt x="7" y="7"/>
                    </a:cubicBezTo>
                    <a:cubicBezTo>
                      <a:pt x="5" y="4"/>
                      <a:pt x="2" y="1"/>
                      <a:pt x="2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3" y="7"/>
                      <a:pt x="4" y="10"/>
                    </a:cubicBezTo>
                    <a:cubicBezTo>
                      <a:pt x="7" y="13"/>
                      <a:pt x="8" y="17"/>
                      <a:pt x="7" y="19"/>
                    </a:cubicBezTo>
                    <a:lnTo>
                      <a:pt x="9" y="1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2" name="Freeform 2563">
                <a:extLst>
                  <a:ext uri="{FF2B5EF4-FFF2-40B4-BE49-F238E27FC236}">
                    <a16:creationId xmlns:a16="http://schemas.microsoft.com/office/drawing/2014/main" id="{BF1ABBFE-37D4-428A-B7F8-1D5D0DC1D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080"/>
                <a:ext cx="35" cy="19"/>
              </a:xfrm>
              <a:custGeom>
                <a:avLst/>
                <a:gdLst>
                  <a:gd name="T0" fmla="*/ 0 w 14"/>
                  <a:gd name="T1" fmla="*/ 2823 h 7"/>
                  <a:gd name="T2" fmla="*/ 3250 w 14"/>
                  <a:gd name="T3" fmla="*/ 2063 h 7"/>
                  <a:gd name="T4" fmla="*/ 3438 w 14"/>
                  <a:gd name="T5" fmla="*/ 442 h 7"/>
                  <a:gd name="T6" fmla="*/ 313 w 14"/>
                  <a:gd name="T7" fmla="*/ 1200 h 7"/>
                  <a:gd name="T8" fmla="*/ 0 w 14"/>
                  <a:gd name="T9" fmla="*/ 282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1" y="4"/>
                      <a:pt x="13" y="6"/>
                      <a:pt x="13" y="5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2" y="0"/>
                      <a:pt x="1" y="3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3" name="Freeform 2564">
                <a:extLst>
                  <a:ext uri="{FF2B5EF4-FFF2-40B4-BE49-F238E27FC236}">
                    <a16:creationId xmlns:a16="http://schemas.microsoft.com/office/drawing/2014/main" id="{BA22352B-70DD-4A83-B997-B4ECE481D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7"/>
                <a:ext cx="23" cy="10"/>
              </a:xfrm>
              <a:custGeom>
                <a:avLst/>
                <a:gdLst>
                  <a:gd name="T0" fmla="*/ 0 w 9"/>
                  <a:gd name="T1" fmla="*/ 988 h 4"/>
                  <a:gd name="T2" fmla="*/ 1620 w 9"/>
                  <a:gd name="T3" fmla="*/ 313 h 4"/>
                  <a:gd name="T4" fmla="*/ 2520 w 9"/>
                  <a:gd name="T5" fmla="*/ 0 h 4"/>
                  <a:gd name="T6" fmla="*/ 2520 w 9"/>
                  <a:gd name="T7" fmla="*/ 0 h 4"/>
                  <a:gd name="T8" fmla="*/ 1104 w 9"/>
                  <a:gd name="T9" fmla="*/ 313 h 4"/>
                  <a:gd name="T10" fmla="*/ 0 w 9"/>
                  <a:gd name="T11" fmla="*/ 988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1" y="3"/>
                      <a:pt x="4" y="2"/>
                      <a:pt x="6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0"/>
                      <a:pt x="4" y="1"/>
                    </a:cubicBezTo>
                    <a:cubicBezTo>
                      <a:pt x="2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4" name="Freeform 2565">
                <a:extLst>
                  <a:ext uri="{FF2B5EF4-FFF2-40B4-BE49-F238E27FC236}">
                    <a16:creationId xmlns:a16="http://schemas.microsoft.com/office/drawing/2014/main" id="{AA847D49-4FE9-403D-A92C-E2F09BE80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08"/>
                <a:ext cx="25" cy="11"/>
              </a:xfrm>
              <a:custGeom>
                <a:avLst/>
                <a:gdLst>
                  <a:gd name="T0" fmla="*/ 0 w 10"/>
                  <a:gd name="T1" fmla="*/ 1724 h 4"/>
                  <a:gd name="T2" fmla="*/ 1770 w 10"/>
                  <a:gd name="T3" fmla="*/ 462 h 4"/>
                  <a:gd name="T4" fmla="*/ 2470 w 10"/>
                  <a:gd name="T5" fmla="*/ 0 h 4"/>
                  <a:gd name="T6" fmla="*/ 2470 w 10"/>
                  <a:gd name="T7" fmla="*/ 0 h 4"/>
                  <a:gd name="T8" fmla="*/ 1300 w 10"/>
                  <a:gd name="T9" fmla="*/ 462 h 4"/>
                  <a:gd name="T10" fmla="*/ 0 w 10"/>
                  <a:gd name="T11" fmla="*/ 17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0" y="4"/>
                    </a:moveTo>
                    <a:cubicBezTo>
                      <a:pt x="1" y="3"/>
                      <a:pt x="4" y="2"/>
                      <a:pt x="7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1"/>
                      <a:pt x="5" y="1"/>
                    </a:cubicBezTo>
                    <a:cubicBezTo>
                      <a:pt x="2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5" name="Freeform 2566">
                <a:extLst>
                  <a:ext uri="{FF2B5EF4-FFF2-40B4-BE49-F238E27FC236}">
                    <a16:creationId xmlns:a16="http://schemas.microsoft.com/office/drawing/2014/main" id="{CF1F0171-0FCF-48EF-9643-738362EF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27"/>
                <a:ext cx="25" cy="8"/>
              </a:xfrm>
              <a:custGeom>
                <a:avLst/>
                <a:gdLst>
                  <a:gd name="T0" fmla="*/ 0 w 10"/>
                  <a:gd name="T1" fmla="*/ 1059 h 3"/>
                  <a:gd name="T2" fmla="*/ 1770 w 10"/>
                  <a:gd name="T3" fmla="*/ 397 h 3"/>
                  <a:gd name="T4" fmla="*/ 2470 w 10"/>
                  <a:gd name="T5" fmla="*/ 0 h 3"/>
                  <a:gd name="T6" fmla="*/ 2470 w 10"/>
                  <a:gd name="T7" fmla="*/ 0 h 3"/>
                  <a:gd name="T8" fmla="*/ 988 w 10"/>
                  <a:gd name="T9" fmla="*/ 397 h 3"/>
                  <a:gd name="T10" fmla="*/ 0 w 10"/>
                  <a:gd name="T11" fmla="*/ 1059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1" y="2"/>
                      <a:pt x="4" y="1"/>
                      <a:pt x="7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0"/>
                      <a:pt x="4" y="1"/>
                    </a:cubicBezTo>
                    <a:cubicBezTo>
                      <a:pt x="2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6" name="Freeform 2567">
                <a:extLst>
                  <a:ext uri="{FF2B5EF4-FFF2-40B4-BE49-F238E27FC236}">
                    <a16:creationId xmlns:a16="http://schemas.microsoft.com/office/drawing/2014/main" id="{E6DF654D-B552-4743-9E26-0ED3A2E22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051"/>
                <a:ext cx="25" cy="5"/>
              </a:xfrm>
              <a:custGeom>
                <a:avLst/>
                <a:gdLst>
                  <a:gd name="T0" fmla="*/ 0 w 10"/>
                  <a:gd name="T1" fmla="*/ 520 h 2"/>
                  <a:gd name="T2" fmla="*/ 1770 w 10"/>
                  <a:gd name="T3" fmla="*/ 313 h 2"/>
                  <a:gd name="T4" fmla="*/ 2470 w 10"/>
                  <a:gd name="T5" fmla="*/ 0 h 2"/>
                  <a:gd name="T6" fmla="*/ 2470 w 10"/>
                  <a:gd name="T7" fmla="*/ 0 h 2"/>
                  <a:gd name="T8" fmla="*/ 1300 w 10"/>
                  <a:gd name="T9" fmla="*/ 0 h 2"/>
                  <a:gd name="T10" fmla="*/ 0 w 10"/>
                  <a:gd name="T11" fmla="*/ 52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2" y="1"/>
                      <a:pt x="5" y="1"/>
                      <a:pt x="7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0"/>
                      <a:pt x="5" y="0"/>
                    </a:cubicBezTo>
                    <a:cubicBezTo>
                      <a:pt x="3" y="1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7" name="Freeform 2568">
                <a:extLst>
                  <a:ext uri="{FF2B5EF4-FFF2-40B4-BE49-F238E27FC236}">
                    <a16:creationId xmlns:a16="http://schemas.microsoft.com/office/drawing/2014/main" id="{EE01DE78-0C3B-44B2-9EE2-3F06D67B1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067"/>
                <a:ext cx="25" cy="5"/>
              </a:xfrm>
              <a:custGeom>
                <a:avLst/>
                <a:gdLst>
                  <a:gd name="T0" fmla="*/ 0 w 10"/>
                  <a:gd name="T1" fmla="*/ 520 h 2"/>
                  <a:gd name="T2" fmla="*/ 1770 w 10"/>
                  <a:gd name="T3" fmla="*/ 313 h 2"/>
                  <a:gd name="T4" fmla="*/ 2470 w 10"/>
                  <a:gd name="T5" fmla="*/ 313 h 2"/>
                  <a:gd name="T6" fmla="*/ 2470 w 10"/>
                  <a:gd name="T7" fmla="*/ 0 h 2"/>
                  <a:gd name="T8" fmla="*/ 1300 w 10"/>
                  <a:gd name="T9" fmla="*/ 0 h 2"/>
                  <a:gd name="T10" fmla="*/ 0 w 10"/>
                  <a:gd name="T11" fmla="*/ 52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2" y="2"/>
                      <a:pt x="4" y="1"/>
                      <a:pt x="7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0"/>
                      <a:pt x="5" y="0"/>
                    </a:cubicBezTo>
                    <a:cubicBezTo>
                      <a:pt x="3" y="1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8" name="Freeform 2569">
                <a:extLst>
                  <a:ext uri="{FF2B5EF4-FFF2-40B4-BE49-F238E27FC236}">
                    <a16:creationId xmlns:a16="http://schemas.microsoft.com/office/drawing/2014/main" id="{AB523AC6-46CF-46B5-9035-94C0CF418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91"/>
                <a:ext cx="28" cy="2"/>
              </a:xfrm>
              <a:custGeom>
                <a:avLst/>
                <a:gdLst>
                  <a:gd name="T0" fmla="*/ 0 w 11"/>
                  <a:gd name="T1" fmla="*/ 64 h 1"/>
                  <a:gd name="T2" fmla="*/ 2146 w 11"/>
                  <a:gd name="T3" fmla="*/ 0 h 1"/>
                  <a:gd name="T4" fmla="*/ 2986 w 11"/>
                  <a:gd name="T5" fmla="*/ 0 h 1"/>
                  <a:gd name="T6" fmla="*/ 2986 w 11"/>
                  <a:gd name="T7" fmla="*/ 0 h 1"/>
                  <a:gd name="T8" fmla="*/ 1601 w 11"/>
                  <a:gd name="T9" fmla="*/ 0 h 1"/>
                  <a:gd name="T10" fmla="*/ 0 w 11"/>
                  <a:gd name="T11" fmla="*/ 64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">
                    <a:moveTo>
                      <a:pt x="0" y="1"/>
                    </a:moveTo>
                    <a:cubicBezTo>
                      <a:pt x="2" y="0"/>
                      <a:pt x="5" y="0"/>
                      <a:pt x="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8" y="0"/>
                      <a:pt x="6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9" name="Freeform 2570">
                <a:extLst>
                  <a:ext uri="{FF2B5EF4-FFF2-40B4-BE49-F238E27FC236}">
                    <a16:creationId xmlns:a16="http://schemas.microsoft.com/office/drawing/2014/main" id="{3941B03D-7A2A-4013-938B-102B9E37C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971"/>
                <a:ext cx="25" cy="10"/>
              </a:xfrm>
              <a:custGeom>
                <a:avLst/>
                <a:gdLst>
                  <a:gd name="T0" fmla="*/ 0 w 10"/>
                  <a:gd name="T1" fmla="*/ 988 h 4"/>
                  <a:gd name="T2" fmla="*/ 1770 w 10"/>
                  <a:gd name="T3" fmla="*/ 313 h 4"/>
                  <a:gd name="T4" fmla="*/ 2470 w 10"/>
                  <a:gd name="T5" fmla="*/ 0 h 4"/>
                  <a:gd name="T6" fmla="*/ 2470 w 10"/>
                  <a:gd name="T7" fmla="*/ 0 h 4"/>
                  <a:gd name="T8" fmla="*/ 1300 w 10"/>
                  <a:gd name="T9" fmla="*/ 313 h 4"/>
                  <a:gd name="T10" fmla="*/ 0 w 10"/>
                  <a:gd name="T11" fmla="*/ 988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0" y="4"/>
                    </a:moveTo>
                    <a:cubicBezTo>
                      <a:pt x="2" y="3"/>
                      <a:pt x="4" y="2"/>
                      <a:pt x="7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0"/>
                      <a:pt x="5" y="1"/>
                    </a:cubicBezTo>
                    <a:cubicBezTo>
                      <a:pt x="3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0" name="Freeform 2571">
                <a:extLst>
                  <a:ext uri="{FF2B5EF4-FFF2-40B4-BE49-F238E27FC236}">
                    <a16:creationId xmlns:a16="http://schemas.microsoft.com/office/drawing/2014/main" id="{AAC4836D-D7ED-4241-8B54-A6479041B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944"/>
                <a:ext cx="25" cy="13"/>
              </a:xfrm>
              <a:custGeom>
                <a:avLst/>
                <a:gdLst>
                  <a:gd name="T0" fmla="*/ 0 w 10"/>
                  <a:gd name="T1" fmla="*/ 1547 h 5"/>
                  <a:gd name="T2" fmla="*/ 1770 w 10"/>
                  <a:gd name="T3" fmla="*/ 595 h 5"/>
                  <a:gd name="T4" fmla="*/ 2470 w 10"/>
                  <a:gd name="T5" fmla="*/ 0 h 5"/>
                  <a:gd name="T6" fmla="*/ 2470 w 10"/>
                  <a:gd name="T7" fmla="*/ 0 h 5"/>
                  <a:gd name="T8" fmla="*/ 1300 w 10"/>
                  <a:gd name="T9" fmla="*/ 595 h 5"/>
                  <a:gd name="T10" fmla="*/ 0 w 10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2" y="4"/>
                      <a:pt x="5" y="3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7" y="1"/>
                      <a:pt x="5" y="2"/>
                    </a:cubicBezTo>
                    <a:cubicBezTo>
                      <a:pt x="3" y="3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1" name="Freeform 2572">
                <a:extLst>
                  <a:ext uri="{FF2B5EF4-FFF2-40B4-BE49-F238E27FC236}">
                    <a16:creationId xmlns:a16="http://schemas.microsoft.com/office/drawing/2014/main" id="{2273D4FE-9003-42F4-852A-3F9EFA82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928"/>
                <a:ext cx="22" cy="13"/>
              </a:xfrm>
              <a:custGeom>
                <a:avLst/>
                <a:gdLst>
                  <a:gd name="T0" fmla="*/ 0 w 9"/>
                  <a:gd name="T1" fmla="*/ 1547 h 5"/>
                  <a:gd name="T2" fmla="*/ 1315 w 9"/>
                  <a:gd name="T3" fmla="*/ 595 h 5"/>
                  <a:gd name="T4" fmla="*/ 1931 w 9"/>
                  <a:gd name="T5" fmla="*/ 0 h 5"/>
                  <a:gd name="T6" fmla="*/ 1931 w 9"/>
                  <a:gd name="T7" fmla="*/ 0 h 5"/>
                  <a:gd name="T8" fmla="*/ 860 w 9"/>
                  <a:gd name="T9" fmla="*/ 595 h 5"/>
                  <a:gd name="T10" fmla="*/ 0 w 9"/>
                  <a:gd name="T11" fmla="*/ 15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1" y="4"/>
                      <a:pt x="4" y="3"/>
                      <a:pt x="6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6" y="1"/>
                      <a:pt x="4" y="2"/>
                    </a:cubicBezTo>
                    <a:cubicBezTo>
                      <a:pt x="2" y="3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2" name="Freeform 2573">
                <a:extLst>
                  <a:ext uri="{FF2B5EF4-FFF2-40B4-BE49-F238E27FC236}">
                    <a16:creationId xmlns:a16="http://schemas.microsoft.com/office/drawing/2014/main" id="{D7A4A211-41BE-4A8D-A0F0-A34A8E5D5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104"/>
                <a:ext cx="25" cy="45"/>
              </a:xfrm>
              <a:custGeom>
                <a:avLst/>
                <a:gdLst>
                  <a:gd name="T0" fmla="*/ 2270 w 10"/>
                  <a:gd name="T1" fmla="*/ 4807 h 17"/>
                  <a:gd name="T2" fmla="*/ 1488 w 10"/>
                  <a:gd name="T3" fmla="*/ 2059 h 17"/>
                  <a:gd name="T4" fmla="*/ 520 w 10"/>
                  <a:gd name="T5" fmla="*/ 0 h 17"/>
                  <a:gd name="T6" fmla="*/ 313 w 10"/>
                  <a:gd name="T7" fmla="*/ 1038 h 17"/>
                  <a:gd name="T8" fmla="*/ 988 w 10"/>
                  <a:gd name="T9" fmla="*/ 3131 h 17"/>
                  <a:gd name="T10" fmla="*/ 1958 w 10"/>
                  <a:gd name="T11" fmla="*/ 5845 h 17"/>
                  <a:gd name="T12" fmla="*/ 2270 w 10"/>
                  <a:gd name="T13" fmla="*/ 480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9" y="14"/>
                    </a:moveTo>
                    <a:cubicBezTo>
                      <a:pt x="10" y="13"/>
                      <a:pt x="8" y="9"/>
                      <a:pt x="6" y="6"/>
                    </a:cubicBezTo>
                    <a:cubicBezTo>
                      <a:pt x="5" y="4"/>
                      <a:pt x="2" y="0"/>
                      <a:pt x="2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2" y="7"/>
                      <a:pt x="4" y="9"/>
                    </a:cubicBezTo>
                    <a:cubicBezTo>
                      <a:pt x="7" y="13"/>
                      <a:pt x="8" y="16"/>
                      <a:pt x="8" y="17"/>
                    </a:cubicBezTo>
                    <a:lnTo>
                      <a:pt x="9" y="1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3" name="Freeform 2574">
                <a:extLst>
                  <a:ext uri="{FF2B5EF4-FFF2-40B4-BE49-F238E27FC236}">
                    <a16:creationId xmlns:a16="http://schemas.microsoft.com/office/drawing/2014/main" id="{9979F5A0-FE3A-4016-8B38-FEC9F2107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120"/>
                <a:ext cx="23" cy="45"/>
              </a:xfrm>
              <a:custGeom>
                <a:avLst/>
                <a:gdLst>
                  <a:gd name="T0" fmla="*/ 2167 w 9"/>
                  <a:gd name="T1" fmla="*/ 4415 h 17"/>
                  <a:gd name="T2" fmla="*/ 1620 w 9"/>
                  <a:gd name="T3" fmla="*/ 2059 h 17"/>
                  <a:gd name="T4" fmla="*/ 549 w 9"/>
                  <a:gd name="T5" fmla="*/ 0 h 17"/>
                  <a:gd name="T6" fmla="*/ 0 w 9"/>
                  <a:gd name="T7" fmla="*/ 1429 h 17"/>
                  <a:gd name="T8" fmla="*/ 1104 w 9"/>
                  <a:gd name="T9" fmla="*/ 3131 h 17"/>
                  <a:gd name="T10" fmla="*/ 1620 w 9"/>
                  <a:gd name="T11" fmla="*/ 5845 h 17"/>
                  <a:gd name="T12" fmla="*/ 2167 w 9"/>
                  <a:gd name="T13" fmla="*/ 441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8" y="13"/>
                    </a:moveTo>
                    <a:cubicBezTo>
                      <a:pt x="9" y="12"/>
                      <a:pt x="8" y="9"/>
                      <a:pt x="6" y="6"/>
                    </a:cubicBezTo>
                    <a:cubicBezTo>
                      <a:pt x="5" y="4"/>
                      <a:pt x="2" y="0"/>
                      <a:pt x="2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2" y="7"/>
                      <a:pt x="4" y="9"/>
                    </a:cubicBezTo>
                    <a:cubicBezTo>
                      <a:pt x="7" y="13"/>
                      <a:pt x="7" y="16"/>
                      <a:pt x="6" y="17"/>
                    </a:cubicBez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4" name="Freeform 2575">
                <a:extLst>
                  <a:ext uri="{FF2B5EF4-FFF2-40B4-BE49-F238E27FC236}">
                    <a16:creationId xmlns:a16="http://schemas.microsoft.com/office/drawing/2014/main" id="{6BE5AB50-88D1-4BDE-BBB6-CEB1906E1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115"/>
                <a:ext cx="38" cy="16"/>
              </a:xfrm>
              <a:custGeom>
                <a:avLst/>
                <a:gdLst>
                  <a:gd name="T0" fmla="*/ 0 w 15"/>
                  <a:gd name="T1" fmla="*/ 2184 h 6"/>
                  <a:gd name="T2" fmla="*/ 3658 w 15"/>
                  <a:gd name="T3" fmla="*/ 1459 h 6"/>
                  <a:gd name="T4" fmla="*/ 3955 w 15"/>
                  <a:gd name="T5" fmla="*/ 0 h 6"/>
                  <a:gd name="T6" fmla="*/ 327 w 15"/>
                  <a:gd name="T7" fmla="*/ 1059 h 6"/>
                  <a:gd name="T8" fmla="*/ 0 w 15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0" y="6"/>
                    </a:moveTo>
                    <a:cubicBezTo>
                      <a:pt x="1" y="3"/>
                      <a:pt x="13" y="5"/>
                      <a:pt x="14" y="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2"/>
                      <a:pt x="2" y="0"/>
                      <a:pt x="1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5" name="Freeform 2576">
                <a:extLst>
                  <a:ext uri="{FF2B5EF4-FFF2-40B4-BE49-F238E27FC236}">
                    <a16:creationId xmlns:a16="http://schemas.microsoft.com/office/drawing/2014/main" id="{52B79A10-1C04-4A34-B548-9ED9CDC6D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139"/>
                <a:ext cx="20" cy="45"/>
              </a:xfrm>
              <a:custGeom>
                <a:avLst/>
                <a:gdLst>
                  <a:gd name="T0" fmla="*/ 1958 w 8"/>
                  <a:gd name="T1" fmla="*/ 5212 h 17"/>
                  <a:gd name="T2" fmla="*/ 1488 w 8"/>
                  <a:gd name="T3" fmla="*/ 2446 h 17"/>
                  <a:gd name="T4" fmla="*/ 783 w 8"/>
                  <a:gd name="T5" fmla="*/ 0 h 17"/>
                  <a:gd name="T6" fmla="*/ 313 w 8"/>
                  <a:gd name="T7" fmla="*/ 1038 h 17"/>
                  <a:gd name="T8" fmla="*/ 783 w 8"/>
                  <a:gd name="T9" fmla="*/ 3131 h 17"/>
                  <a:gd name="T10" fmla="*/ 1300 w 8"/>
                  <a:gd name="T11" fmla="*/ 5845 h 17"/>
                  <a:gd name="T12" fmla="*/ 1958 w 8"/>
                  <a:gd name="T13" fmla="*/ 5212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7">
                    <a:moveTo>
                      <a:pt x="8" y="15"/>
                    </a:moveTo>
                    <a:cubicBezTo>
                      <a:pt x="8" y="14"/>
                      <a:pt x="7" y="10"/>
                      <a:pt x="6" y="7"/>
                    </a:cubicBezTo>
                    <a:cubicBezTo>
                      <a:pt x="5" y="4"/>
                      <a:pt x="3" y="0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2" y="7"/>
                      <a:pt x="3" y="9"/>
                    </a:cubicBezTo>
                    <a:cubicBezTo>
                      <a:pt x="5" y="13"/>
                      <a:pt x="6" y="16"/>
                      <a:pt x="5" y="17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6" name="Freeform 2577">
                <a:extLst>
                  <a:ext uri="{FF2B5EF4-FFF2-40B4-BE49-F238E27FC236}">
                    <a16:creationId xmlns:a16="http://schemas.microsoft.com/office/drawing/2014/main" id="{06410041-6C9F-4F9A-8442-1FE31872C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155"/>
                <a:ext cx="20" cy="48"/>
              </a:xfrm>
              <a:custGeom>
                <a:avLst/>
                <a:gdLst>
                  <a:gd name="T0" fmla="*/ 1770 w 8"/>
                  <a:gd name="T1" fmla="*/ 5005 h 18"/>
                  <a:gd name="T2" fmla="*/ 1488 w 8"/>
                  <a:gd name="T3" fmla="*/ 2184 h 18"/>
                  <a:gd name="T4" fmla="*/ 520 w 8"/>
                  <a:gd name="T5" fmla="*/ 0 h 18"/>
                  <a:gd name="T6" fmla="*/ 0 w 8"/>
                  <a:gd name="T7" fmla="*/ 1059 h 18"/>
                  <a:gd name="T8" fmla="*/ 783 w 8"/>
                  <a:gd name="T9" fmla="*/ 3243 h 18"/>
                  <a:gd name="T10" fmla="*/ 1300 w 8"/>
                  <a:gd name="T11" fmla="*/ 6464 h 18"/>
                  <a:gd name="T12" fmla="*/ 1770 w 8"/>
                  <a:gd name="T13" fmla="*/ 500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8">
                    <a:moveTo>
                      <a:pt x="7" y="14"/>
                    </a:moveTo>
                    <a:cubicBezTo>
                      <a:pt x="8" y="13"/>
                      <a:pt x="7" y="9"/>
                      <a:pt x="6" y="6"/>
                    </a:cubicBezTo>
                    <a:cubicBezTo>
                      <a:pt x="4" y="4"/>
                      <a:pt x="2" y="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2" y="6"/>
                      <a:pt x="3" y="9"/>
                    </a:cubicBezTo>
                    <a:cubicBezTo>
                      <a:pt x="5" y="13"/>
                      <a:pt x="6" y="17"/>
                      <a:pt x="5" y="18"/>
                    </a:cubicBezTo>
                    <a:lnTo>
                      <a:pt x="7" y="1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7" name="Freeform 2578">
                <a:extLst>
                  <a:ext uri="{FF2B5EF4-FFF2-40B4-BE49-F238E27FC236}">
                    <a16:creationId xmlns:a16="http://schemas.microsoft.com/office/drawing/2014/main" id="{74F1F87B-1C62-4596-BEAA-94558EB1F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131"/>
                <a:ext cx="38" cy="21"/>
              </a:xfrm>
              <a:custGeom>
                <a:avLst/>
                <a:gdLst>
                  <a:gd name="T0" fmla="*/ 0 w 15"/>
                  <a:gd name="T1" fmla="*/ 2226 h 8"/>
                  <a:gd name="T2" fmla="*/ 3658 w 15"/>
                  <a:gd name="T3" fmla="*/ 2226 h 8"/>
                  <a:gd name="T4" fmla="*/ 3955 w 15"/>
                  <a:gd name="T5" fmla="*/ 992 h 8"/>
                  <a:gd name="T6" fmla="*/ 540 w 15"/>
                  <a:gd name="T7" fmla="*/ 992 h 8"/>
                  <a:gd name="T8" fmla="*/ 0 w 15"/>
                  <a:gd name="T9" fmla="*/ 222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0" y="7"/>
                    </a:moveTo>
                    <a:cubicBezTo>
                      <a:pt x="1" y="4"/>
                      <a:pt x="13" y="8"/>
                      <a:pt x="14" y="7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3" y="0"/>
                      <a:pt x="2" y="3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8" name="Freeform 2579">
                <a:extLst>
                  <a:ext uri="{FF2B5EF4-FFF2-40B4-BE49-F238E27FC236}">
                    <a16:creationId xmlns:a16="http://schemas.microsoft.com/office/drawing/2014/main" id="{5DC0EE58-0864-4208-BA70-D91065310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147"/>
                <a:ext cx="40" cy="21"/>
              </a:xfrm>
              <a:custGeom>
                <a:avLst/>
                <a:gdLst>
                  <a:gd name="T0" fmla="*/ 0 w 16"/>
                  <a:gd name="T1" fmla="*/ 1992 h 8"/>
                  <a:gd name="T2" fmla="*/ 3438 w 16"/>
                  <a:gd name="T3" fmla="*/ 2226 h 8"/>
                  <a:gd name="T4" fmla="*/ 3908 w 16"/>
                  <a:gd name="T5" fmla="*/ 992 h 8"/>
                  <a:gd name="T6" fmla="*/ 520 w 16"/>
                  <a:gd name="T7" fmla="*/ 992 h 8"/>
                  <a:gd name="T8" fmla="*/ 0 w 16"/>
                  <a:gd name="T9" fmla="*/ 19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0" y="6"/>
                    </a:moveTo>
                    <a:cubicBezTo>
                      <a:pt x="1" y="4"/>
                      <a:pt x="13" y="8"/>
                      <a:pt x="14" y="7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4"/>
                      <a:pt x="3" y="0"/>
                      <a:pt x="2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9" name="Freeform 2580">
                <a:extLst>
                  <a:ext uri="{FF2B5EF4-FFF2-40B4-BE49-F238E27FC236}">
                    <a16:creationId xmlns:a16="http://schemas.microsoft.com/office/drawing/2014/main" id="{D5F1239B-0B43-456D-8569-1AFC843D7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73"/>
                <a:ext cx="23" cy="48"/>
              </a:xfrm>
              <a:custGeom>
                <a:avLst/>
                <a:gdLst>
                  <a:gd name="T0" fmla="*/ 2167 w 9"/>
                  <a:gd name="T1" fmla="*/ 5405 h 18"/>
                  <a:gd name="T2" fmla="*/ 1620 w 9"/>
                  <a:gd name="T3" fmla="*/ 2581 h 18"/>
                  <a:gd name="T4" fmla="*/ 848 w 9"/>
                  <a:gd name="T5" fmla="*/ 0 h 18"/>
                  <a:gd name="T6" fmla="*/ 332 w 9"/>
                  <a:gd name="T7" fmla="*/ 1059 h 18"/>
                  <a:gd name="T8" fmla="*/ 848 w 9"/>
                  <a:gd name="T9" fmla="*/ 3243 h 18"/>
                  <a:gd name="T10" fmla="*/ 1403 w 9"/>
                  <a:gd name="T11" fmla="*/ 6464 h 18"/>
                  <a:gd name="T12" fmla="*/ 2167 w 9"/>
                  <a:gd name="T13" fmla="*/ 540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8">
                    <a:moveTo>
                      <a:pt x="8" y="15"/>
                    </a:moveTo>
                    <a:cubicBezTo>
                      <a:pt x="9" y="14"/>
                      <a:pt x="7" y="10"/>
                      <a:pt x="6" y="7"/>
                    </a:cubicBezTo>
                    <a:cubicBezTo>
                      <a:pt x="5" y="4"/>
                      <a:pt x="3" y="0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2" y="7"/>
                      <a:pt x="3" y="9"/>
                    </a:cubicBezTo>
                    <a:cubicBezTo>
                      <a:pt x="5" y="13"/>
                      <a:pt x="6" y="17"/>
                      <a:pt x="5" y="18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0" name="Freeform 2581">
                <a:extLst>
                  <a:ext uri="{FF2B5EF4-FFF2-40B4-BE49-F238E27FC236}">
                    <a16:creationId xmlns:a16="http://schemas.microsoft.com/office/drawing/2014/main" id="{FCAEAF57-686C-4400-BBC7-631121F8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189"/>
                <a:ext cx="23" cy="46"/>
              </a:xfrm>
              <a:custGeom>
                <a:avLst/>
                <a:gdLst>
                  <a:gd name="T0" fmla="*/ 2167 w 9"/>
                  <a:gd name="T1" fmla="*/ 5528 h 17"/>
                  <a:gd name="T2" fmla="*/ 1973 w 9"/>
                  <a:gd name="T3" fmla="*/ 2730 h 17"/>
                  <a:gd name="T4" fmla="*/ 848 w 9"/>
                  <a:gd name="T5" fmla="*/ 0 h 17"/>
                  <a:gd name="T6" fmla="*/ 332 w 9"/>
                  <a:gd name="T7" fmla="*/ 1185 h 17"/>
                  <a:gd name="T8" fmla="*/ 1104 w 9"/>
                  <a:gd name="T9" fmla="*/ 3485 h 17"/>
                  <a:gd name="T10" fmla="*/ 1620 w 9"/>
                  <a:gd name="T11" fmla="*/ 6656 h 17"/>
                  <a:gd name="T12" fmla="*/ 2167 w 9"/>
                  <a:gd name="T13" fmla="*/ 552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8" y="14"/>
                    </a:moveTo>
                    <a:cubicBezTo>
                      <a:pt x="9" y="12"/>
                      <a:pt x="8" y="10"/>
                      <a:pt x="7" y="7"/>
                    </a:cubicBezTo>
                    <a:cubicBezTo>
                      <a:pt x="5" y="4"/>
                      <a:pt x="3" y="0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2" y="7"/>
                      <a:pt x="4" y="9"/>
                    </a:cubicBezTo>
                    <a:cubicBezTo>
                      <a:pt x="6" y="14"/>
                      <a:pt x="6" y="16"/>
                      <a:pt x="6" y="17"/>
                    </a:cubicBez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1" name="Freeform 2582">
                <a:extLst>
                  <a:ext uri="{FF2B5EF4-FFF2-40B4-BE49-F238E27FC236}">
                    <a16:creationId xmlns:a16="http://schemas.microsoft.com/office/drawing/2014/main" id="{90E2E7F9-3AD4-48CA-8B07-3F02BBE4B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68"/>
                <a:ext cx="40" cy="21"/>
              </a:xfrm>
              <a:custGeom>
                <a:avLst/>
                <a:gdLst>
                  <a:gd name="T0" fmla="*/ 0 w 16"/>
                  <a:gd name="T1" fmla="*/ 1992 h 8"/>
                  <a:gd name="T2" fmla="*/ 3438 w 16"/>
                  <a:gd name="T3" fmla="*/ 2226 h 8"/>
                  <a:gd name="T4" fmla="*/ 3908 w 16"/>
                  <a:gd name="T5" fmla="*/ 1378 h 8"/>
                  <a:gd name="T6" fmla="*/ 520 w 16"/>
                  <a:gd name="T7" fmla="*/ 992 h 8"/>
                  <a:gd name="T8" fmla="*/ 0 w 16"/>
                  <a:gd name="T9" fmla="*/ 19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0" y="6"/>
                    </a:moveTo>
                    <a:cubicBezTo>
                      <a:pt x="2" y="3"/>
                      <a:pt x="13" y="8"/>
                      <a:pt x="14" y="7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5"/>
                      <a:pt x="4" y="0"/>
                      <a:pt x="2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2" name="Freeform 2583">
                <a:extLst>
                  <a:ext uri="{FF2B5EF4-FFF2-40B4-BE49-F238E27FC236}">
                    <a16:creationId xmlns:a16="http://schemas.microsoft.com/office/drawing/2014/main" id="{C75E4EA8-1964-4F0E-BD5E-ECED926DA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181"/>
                <a:ext cx="40" cy="22"/>
              </a:xfrm>
              <a:custGeom>
                <a:avLst/>
                <a:gdLst>
                  <a:gd name="T0" fmla="*/ 0 w 16"/>
                  <a:gd name="T1" fmla="*/ 2684 h 8"/>
                  <a:gd name="T2" fmla="*/ 3438 w 16"/>
                  <a:gd name="T3" fmla="*/ 2973 h 8"/>
                  <a:gd name="T4" fmla="*/ 3908 w 16"/>
                  <a:gd name="T5" fmla="*/ 1724 h 8"/>
                  <a:gd name="T6" fmla="*/ 520 w 16"/>
                  <a:gd name="T7" fmla="*/ 1271 h 8"/>
                  <a:gd name="T8" fmla="*/ 0 w 16"/>
                  <a:gd name="T9" fmla="*/ 268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0" y="6"/>
                    </a:moveTo>
                    <a:cubicBezTo>
                      <a:pt x="2" y="4"/>
                      <a:pt x="13" y="8"/>
                      <a:pt x="14" y="7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5"/>
                      <a:pt x="4" y="0"/>
                      <a:pt x="2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3" name="Freeform 2584">
                <a:extLst>
                  <a:ext uri="{FF2B5EF4-FFF2-40B4-BE49-F238E27FC236}">
                    <a16:creationId xmlns:a16="http://schemas.microsoft.com/office/drawing/2014/main" id="{20962D27-FDD7-4222-A8DF-AEB61FED3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205"/>
                <a:ext cx="18" cy="48"/>
              </a:xfrm>
              <a:custGeom>
                <a:avLst/>
                <a:gdLst>
                  <a:gd name="T0" fmla="*/ 1700 w 7"/>
                  <a:gd name="T1" fmla="*/ 5405 h 18"/>
                  <a:gd name="T2" fmla="*/ 1700 w 7"/>
                  <a:gd name="T3" fmla="*/ 2581 h 18"/>
                  <a:gd name="T4" fmla="*/ 1137 w 7"/>
                  <a:gd name="T5" fmla="*/ 0 h 18"/>
                  <a:gd name="T6" fmla="*/ 357 w 7"/>
                  <a:gd name="T7" fmla="*/ 1059 h 18"/>
                  <a:gd name="T8" fmla="*/ 563 w 7"/>
                  <a:gd name="T9" fmla="*/ 3243 h 18"/>
                  <a:gd name="T10" fmla="*/ 918 w 7"/>
                  <a:gd name="T11" fmla="*/ 6464 h 18"/>
                  <a:gd name="T12" fmla="*/ 1700 w 7"/>
                  <a:gd name="T13" fmla="*/ 540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8">
                    <a:moveTo>
                      <a:pt x="6" y="15"/>
                    </a:moveTo>
                    <a:cubicBezTo>
                      <a:pt x="7" y="14"/>
                      <a:pt x="6" y="10"/>
                      <a:pt x="6" y="7"/>
                    </a:cubicBezTo>
                    <a:cubicBezTo>
                      <a:pt x="5" y="4"/>
                      <a:pt x="3" y="0"/>
                      <a:pt x="4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2" y="6"/>
                      <a:pt x="2" y="9"/>
                    </a:cubicBezTo>
                    <a:cubicBezTo>
                      <a:pt x="4" y="14"/>
                      <a:pt x="4" y="17"/>
                      <a:pt x="3" y="18"/>
                    </a:cubicBezTo>
                    <a:lnTo>
                      <a:pt x="6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4" name="Freeform 2585">
                <a:extLst>
                  <a:ext uri="{FF2B5EF4-FFF2-40B4-BE49-F238E27FC236}">
                    <a16:creationId xmlns:a16="http://schemas.microsoft.com/office/drawing/2014/main" id="{BD0BAEDD-8413-4428-BC94-9D65DD37F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219"/>
                <a:ext cx="18" cy="45"/>
              </a:xfrm>
              <a:custGeom>
                <a:avLst/>
                <a:gdLst>
                  <a:gd name="T0" fmla="*/ 1700 w 7"/>
                  <a:gd name="T1" fmla="*/ 5212 h 17"/>
                  <a:gd name="T2" fmla="*/ 1700 w 7"/>
                  <a:gd name="T3" fmla="*/ 2446 h 17"/>
                  <a:gd name="T4" fmla="*/ 1137 w 7"/>
                  <a:gd name="T5" fmla="*/ 0 h 17"/>
                  <a:gd name="T6" fmla="*/ 357 w 7"/>
                  <a:gd name="T7" fmla="*/ 1038 h 17"/>
                  <a:gd name="T8" fmla="*/ 563 w 7"/>
                  <a:gd name="T9" fmla="*/ 3131 h 17"/>
                  <a:gd name="T10" fmla="*/ 563 w 7"/>
                  <a:gd name="T11" fmla="*/ 5845 h 17"/>
                  <a:gd name="T12" fmla="*/ 1700 w 7"/>
                  <a:gd name="T13" fmla="*/ 5212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7">
                    <a:moveTo>
                      <a:pt x="6" y="15"/>
                    </a:moveTo>
                    <a:cubicBezTo>
                      <a:pt x="7" y="13"/>
                      <a:pt x="6" y="10"/>
                      <a:pt x="6" y="7"/>
                    </a:cubicBezTo>
                    <a:cubicBezTo>
                      <a:pt x="5" y="5"/>
                      <a:pt x="3" y="0"/>
                      <a:pt x="4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2" y="7"/>
                      <a:pt x="2" y="9"/>
                    </a:cubicBezTo>
                    <a:cubicBezTo>
                      <a:pt x="4" y="14"/>
                      <a:pt x="3" y="17"/>
                      <a:pt x="2" y="17"/>
                    </a:cubicBezTo>
                    <a:lnTo>
                      <a:pt x="6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5" name="Freeform 2586">
                <a:extLst>
                  <a:ext uri="{FF2B5EF4-FFF2-40B4-BE49-F238E27FC236}">
                    <a16:creationId xmlns:a16="http://schemas.microsoft.com/office/drawing/2014/main" id="{60225B85-77A8-42C7-9C5F-FF98A792B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200"/>
                <a:ext cx="37" cy="24"/>
              </a:xfrm>
              <a:custGeom>
                <a:avLst/>
                <a:gdLst>
                  <a:gd name="T0" fmla="*/ 0 w 15"/>
                  <a:gd name="T1" fmla="*/ 1763 h 9"/>
                  <a:gd name="T2" fmla="*/ 2925 w 15"/>
                  <a:gd name="T3" fmla="*/ 2824 h 9"/>
                  <a:gd name="T4" fmla="*/ 3365 w 15"/>
                  <a:gd name="T5" fmla="*/ 1763 h 9"/>
                  <a:gd name="T6" fmla="*/ 451 w 15"/>
                  <a:gd name="T7" fmla="*/ 661 h 9"/>
                  <a:gd name="T8" fmla="*/ 0 w 15"/>
                  <a:gd name="T9" fmla="*/ 176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0" y="5"/>
                    </a:moveTo>
                    <a:cubicBezTo>
                      <a:pt x="1" y="3"/>
                      <a:pt x="12" y="9"/>
                      <a:pt x="13" y="8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4" y="0"/>
                      <a:pt x="2" y="2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6" name="Freeform 2587">
                <a:extLst>
                  <a:ext uri="{FF2B5EF4-FFF2-40B4-BE49-F238E27FC236}">
                    <a16:creationId xmlns:a16="http://schemas.microsoft.com/office/drawing/2014/main" id="{058DAC37-F826-4B70-894C-ECA384A93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213"/>
                <a:ext cx="37" cy="24"/>
              </a:xfrm>
              <a:custGeom>
                <a:avLst/>
                <a:gdLst>
                  <a:gd name="T0" fmla="*/ 0 w 15"/>
                  <a:gd name="T1" fmla="*/ 1763 h 9"/>
                  <a:gd name="T2" fmla="*/ 2925 w 15"/>
                  <a:gd name="T3" fmla="*/ 2824 h 9"/>
                  <a:gd name="T4" fmla="*/ 3365 w 15"/>
                  <a:gd name="T5" fmla="*/ 1763 h 9"/>
                  <a:gd name="T6" fmla="*/ 451 w 15"/>
                  <a:gd name="T7" fmla="*/ 661 h 9"/>
                  <a:gd name="T8" fmla="*/ 0 w 15"/>
                  <a:gd name="T9" fmla="*/ 176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0" y="5"/>
                    </a:moveTo>
                    <a:cubicBezTo>
                      <a:pt x="1" y="3"/>
                      <a:pt x="12" y="9"/>
                      <a:pt x="13" y="8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4" y="0"/>
                      <a:pt x="2" y="2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7" name="Freeform 2588">
                <a:extLst>
                  <a:ext uri="{FF2B5EF4-FFF2-40B4-BE49-F238E27FC236}">
                    <a16:creationId xmlns:a16="http://schemas.microsoft.com/office/drawing/2014/main" id="{60B555A6-E926-4F14-9630-D92D17CCB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232"/>
                <a:ext cx="13" cy="48"/>
              </a:xfrm>
              <a:custGeom>
                <a:avLst/>
                <a:gdLst>
                  <a:gd name="T0" fmla="*/ 1196 w 5"/>
                  <a:gd name="T1" fmla="*/ 5824 h 18"/>
                  <a:gd name="T2" fmla="*/ 1547 w 5"/>
                  <a:gd name="T3" fmla="*/ 2824 h 18"/>
                  <a:gd name="T4" fmla="*/ 1196 w 5"/>
                  <a:gd name="T5" fmla="*/ 0 h 18"/>
                  <a:gd name="T6" fmla="*/ 372 w 5"/>
                  <a:gd name="T7" fmla="*/ 1059 h 18"/>
                  <a:gd name="T8" fmla="*/ 595 w 5"/>
                  <a:gd name="T9" fmla="*/ 3243 h 18"/>
                  <a:gd name="T10" fmla="*/ 372 w 5"/>
                  <a:gd name="T11" fmla="*/ 6464 h 18"/>
                  <a:gd name="T12" fmla="*/ 1196 w 5"/>
                  <a:gd name="T13" fmla="*/ 582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4" y="16"/>
                    </a:moveTo>
                    <a:cubicBezTo>
                      <a:pt x="5" y="15"/>
                      <a:pt x="5" y="11"/>
                      <a:pt x="5" y="8"/>
                    </a:cubicBezTo>
                    <a:cubicBezTo>
                      <a:pt x="5" y="5"/>
                      <a:pt x="4" y="0"/>
                      <a:pt x="4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7"/>
                      <a:pt x="2" y="9"/>
                    </a:cubicBezTo>
                    <a:cubicBezTo>
                      <a:pt x="2" y="14"/>
                      <a:pt x="2" y="17"/>
                      <a:pt x="1" y="18"/>
                    </a:cubicBez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8" name="Freeform 2589">
                <a:extLst>
                  <a:ext uri="{FF2B5EF4-FFF2-40B4-BE49-F238E27FC236}">
                    <a16:creationId xmlns:a16="http://schemas.microsoft.com/office/drawing/2014/main" id="{5EC8810B-0AFE-4B62-9C3C-F84CCF9F2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253"/>
                <a:ext cx="13" cy="40"/>
              </a:xfrm>
              <a:custGeom>
                <a:avLst/>
                <a:gdLst>
                  <a:gd name="T0" fmla="*/ 0 w 5"/>
                  <a:gd name="T1" fmla="*/ 5405 h 15"/>
                  <a:gd name="T2" fmla="*/ 372 w 5"/>
                  <a:gd name="T3" fmla="*/ 3243 h 15"/>
                  <a:gd name="T4" fmla="*/ 1196 w 5"/>
                  <a:gd name="T5" fmla="*/ 0 h 15"/>
                  <a:gd name="T6" fmla="*/ 1196 w 5"/>
                  <a:gd name="T7" fmla="*/ 1459 h 15"/>
                  <a:gd name="T8" fmla="*/ 967 w 5"/>
                  <a:gd name="T9" fmla="*/ 4301 h 15"/>
                  <a:gd name="T10" fmla="*/ 0 w 5"/>
                  <a:gd name="T11" fmla="*/ 540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5">
                    <a:moveTo>
                      <a:pt x="0" y="15"/>
                    </a:moveTo>
                    <a:cubicBezTo>
                      <a:pt x="1" y="14"/>
                      <a:pt x="1" y="12"/>
                      <a:pt x="1" y="9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5" y="7"/>
                      <a:pt x="5" y="11"/>
                      <a:pt x="3" y="12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95C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9" name="Freeform 2590">
                <a:extLst>
                  <a:ext uri="{FF2B5EF4-FFF2-40B4-BE49-F238E27FC236}">
                    <a16:creationId xmlns:a16="http://schemas.microsoft.com/office/drawing/2014/main" id="{73D8BB7A-D896-4386-90FB-449D812D2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227"/>
                <a:ext cx="37" cy="29"/>
              </a:xfrm>
              <a:custGeom>
                <a:avLst/>
                <a:gdLst>
                  <a:gd name="T0" fmla="*/ 0 w 15"/>
                  <a:gd name="T1" fmla="*/ 1648 h 11"/>
                  <a:gd name="T2" fmla="*/ 2743 w 15"/>
                  <a:gd name="T3" fmla="*/ 3335 h 11"/>
                  <a:gd name="T4" fmla="*/ 3365 w 15"/>
                  <a:gd name="T5" fmla="*/ 2273 h 11"/>
                  <a:gd name="T6" fmla="*/ 451 w 15"/>
                  <a:gd name="T7" fmla="*/ 1007 h 11"/>
                  <a:gd name="T8" fmla="*/ 0 w 15"/>
                  <a:gd name="T9" fmla="*/ 164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0" y="5"/>
                    </a:moveTo>
                    <a:cubicBezTo>
                      <a:pt x="2" y="3"/>
                      <a:pt x="12" y="11"/>
                      <a:pt x="12" y="10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5" y="0"/>
                      <a:pt x="2" y="3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0" name="Freeform 2591">
                <a:extLst>
                  <a:ext uri="{FF2B5EF4-FFF2-40B4-BE49-F238E27FC236}">
                    <a16:creationId xmlns:a16="http://schemas.microsoft.com/office/drawing/2014/main" id="{18056313-658D-4B1D-961E-FD6F3293A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245"/>
                <a:ext cx="30" cy="22"/>
              </a:xfrm>
              <a:custGeom>
                <a:avLst/>
                <a:gdLst>
                  <a:gd name="T0" fmla="*/ 2938 w 12"/>
                  <a:gd name="T1" fmla="*/ 1724 h 8"/>
                  <a:gd name="T2" fmla="*/ 2270 w 12"/>
                  <a:gd name="T3" fmla="*/ 2973 h 8"/>
                  <a:gd name="T4" fmla="*/ 0 w 12"/>
                  <a:gd name="T5" fmla="*/ 1271 h 8"/>
                  <a:gd name="T6" fmla="*/ 313 w 12"/>
                  <a:gd name="T7" fmla="*/ 0 h 8"/>
                  <a:gd name="T8" fmla="*/ 2938 w 12"/>
                  <a:gd name="T9" fmla="*/ 172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12" y="4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8" y="8"/>
                      <a:pt x="4" y="5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1"/>
                      <a:pt x="11" y="5"/>
                      <a:pt x="12" y="4"/>
                    </a:cubicBez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1" name="Freeform 2592">
                <a:extLst>
                  <a:ext uri="{FF2B5EF4-FFF2-40B4-BE49-F238E27FC236}">
                    <a16:creationId xmlns:a16="http://schemas.microsoft.com/office/drawing/2014/main" id="{68A9A59E-3200-40AD-9682-4A543009D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264"/>
                <a:ext cx="20" cy="16"/>
              </a:xfrm>
              <a:custGeom>
                <a:avLst/>
                <a:gdLst>
                  <a:gd name="T0" fmla="*/ 1958 w 8"/>
                  <a:gd name="T1" fmla="*/ 1459 h 6"/>
                  <a:gd name="T2" fmla="*/ 988 w 8"/>
                  <a:gd name="T3" fmla="*/ 2184 h 6"/>
                  <a:gd name="T4" fmla="*/ 0 w 8"/>
                  <a:gd name="T5" fmla="*/ 1059 h 6"/>
                  <a:gd name="T6" fmla="*/ 520 w 8"/>
                  <a:gd name="T7" fmla="*/ 0 h 6"/>
                  <a:gd name="T8" fmla="*/ 1958 w 8"/>
                  <a:gd name="T9" fmla="*/ 145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2" y="5"/>
                      <a:pt x="0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2"/>
                      <a:pt x="7" y="4"/>
                      <a:pt x="8" y="4"/>
                    </a:cubicBez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565" name="Group 2593">
              <a:extLst>
                <a:ext uri="{FF2B5EF4-FFF2-40B4-BE49-F238E27FC236}">
                  <a16:creationId xmlns:a16="http://schemas.microsoft.com/office/drawing/2014/main" id="{AEEF7BCB-811C-4A14-A188-EE0D122A69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3" y="1453"/>
              <a:ext cx="965" cy="1080"/>
              <a:chOff x="4003" y="1453"/>
              <a:chExt cx="965" cy="1080"/>
            </a:xfrm>
          </p:grpSpPr>
          <p:sp>
            <p:nvSpPr>
              <p:cNvPr id="19222" name="Freeform 2594">
                <a:extLst>
                  <a:ext uri="{FF2B5EF4-FFF2-40B4-BE49-F238E27FC236}">
                    <a16:creationId xmlns:a16="http://schemas.microsoft.com/office/drawing/2014/main" id="{763BF263-4362-4978-B22E-6B0D3F43B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192"/>
                <a:ext cx="27" cy="5"/>
              </a:xfrm>
              <a:custGeom>
                <a:avLst/>
                <a:gdLst>
                  <a:gd name="T0" fmla="*/ 0 w 11"/>
                  <a:gd name="T1" fmla="*/ 313 h 2"/>
                  <a:gd name="T2" fmla="*/ 1777 w 11"/>
                  <a:gd name="T3" fmla="*/ 520 h 2"/>
                  <a:gd name="T4" fmla="*/ 2398 w 11"/>
                  <a:gd name="T5" fmla="*/ 520 h 2"/>
                  <a:gd name="T6" fmla="*/ 2398 w 11"/>
                  <a:gd name="T7" fmla="*/ 520 h 2"/>
                  <a:gd name="T8" fmla="*/ 1343 w 11"/>
                  <a:gd name="T9" fmla="*/ 313 h 2"/>
                  <a:gd name="T10" fmla="*/ 0 w 11"/>
                  <a:gd name="T11" fmla="*/ 31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2" y="1"/>
                      <a:pt x="5" y="1"/>
                      <a:pt x="8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8" y="1"/>
                      <a:pt x="6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3" name="Freeform 2595">
                <a:extLst>
                  <a:ext uri="{FF2B5EF4-FFF2-40B4-BE49-F238E27FC236}">
                    <a16:creationId xmlns:a16="http://schemas.microsoft.com/office/drawing/2014/main" id="{8E85F1F8-21FD-4ED2-B318-0A6BC3893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211"/>
                <a:ext cx="25" cy="8"/>
              </a:xfrm>
              <a:custGeom>
                <a:avLst/>
                <a:gdLst>
                  <a:gd name="T0" fmla="*/ 0 w 10"/>
                  <a:gd name="T1" fmla="*/ 0 h 3"/>
                  <a:gd name="T2" fmla="*/ 1770 w 10"/>
                  <a:gd name="T3" fmla="*/ 661 h 3"/>
                  <a:gd name="T4" fmla="*/ 2470 w 10"/>
                  <a:gd name="T5" fmla="*/ 1059 h 3"/>
                  <a:gd name="T6" fmla="*/ 2470 w 10"/>
                  <a:gd name="T7" fmla="*/ 1059 h 3"/>
                  <a:gd name="T8" fmla="*/ 1300 w 10"/>
                  <a:gd name="T9" fmla="*/ 0 h 3"/>
                  <a:gd name="T10" fmla="*/ 0 w 10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2" y="0"/>
                      <a:pt x="5" y="1"/>
                      <a:pt x="7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7" y="1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4" name="Freeform 2596">
                <a:extLst>
                  <a:ext uri="{FF2B5EF4-FFF2-40B4-BE49-F238E27FC236}">
                    <a16:creationId xmlns:a16="http://schemas.microsoft.com/office/drawing/2014/main" id="{BC492DE6-9624-4FBD-B705-5B827826E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224"/>
                <a:ext cx="25" cy="8"/>
              </a:xfrm>
              <a:custGeom>
                <a:avLst/>
                <a:gdLst>
                  <a:gd name="T0" fmla="*/ 0 w 10"/>
                  <a:gd name="T1" fmla="*/ 0 h 3"/>
                  <a:gd name="T2" fmla="*/ 1770 w 10"/>
                  <a:gd name="T3" fmla="*/ 661 h 3"/>
                  <a:gd name="T4" fmla="*/ 2470 w 10"/>
                  <a:gd name="T5" fmla="*/ 1059 h 3"/>
                  <a:gd name="T6" fmla="*/ 2470 w 10"/>
                  <a:gd name="T7" fmla="*/ 1059 h 3"/>
                  <a:gd name="T8" fmla="*/ 1488 w 10"/>
                  <a:gd name="T9" fmla="*/ 0 h 3"/>
                  <a:gd name="T10" fmla="*/ 0 w 10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2" y="0"/>
                      <a:pt x="5" y="1"/>
                      <a:pt x="7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8" y="1"/>
                      <a:pt x="6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5" name="Freeform 2597">
                <a:extLst>
                  <a:ext uri="{FF2B5EF4-FFF2-40B4-BE49-F238E27FC236}">
                    <a16:creationId xmlns:a16="http://schemas.microsoft.com/office/drawing/2014/main" id="{5959D23C-05C3-4A25-B598-5A5C3ADF3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237"/>
                <a:ext cx="25" cy="14"/>
              </a:xfrm>
              <a:custGeom>
                <a:avLst/>
                <a:gdLst>
                  <a:gd name="T0" fmla="*/ 0 w 10"/>
                  <a:gd name="T1" fmla="*/ 0 h 5"/>
                  <a:gd name="T2" fmla="*/ 1770 w 10"/>
                  <a:gd name="T3" fmla="*/ 1364 h 5"/>
                  <a:gd name="T4" fmla="*/ 2470 w 10"/>
                  <a:gd name="T5" fmla="*/ 2391 h 5"/>
                  <a:gd name="T6" fmla="*/ 2470 w 10"/>
                  <a:gd name="T7" fmla="*/ 2391 h 5"/>
                  <a:gd name="T8" fmla="*/ 1300 w 10"/>
                  <a:gd name="T9" fmla="*/ 1050 h 5"/>
                  <a:gd name="T10" fmla="*/ 0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2" y="0"/>
                      <a:pt x="4" y="2"/>
                      <a:pt x="7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7" y="3"/>
                      <a:pt x="5" y="2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6" name="Freeform 2598">
                <a:extLst>
                  <a:ext uri="{FF2B5EF4-FFF2-40B4-BE49-F238E27FC236}">
                    <a16:creationId xmlns:a16="http://schemas.microsoft.com/office/drawing/2014/main" id="{77481A4C-040A-4B98-AE9F-F304C1D61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248"/>
                <a:ext cx="25" cy="13"/>
              </a:xfrm>
              <a:custGeom>
                <a:avLst/>
                <a:gdLst>
                  <a:gd name="T0" fmla="*/ 313 w 10"/>
                  <a:gd name="T1" fmla="*/ 0 h 5"/>
                  <a:gd name="T2" fmla="*/ 1770 w 10"/>
                  <a:gd name="T3" fmla="*/ 967 h 5"/>
                  <a:gd name="T4" fmla="*/ 2470 w 10"/>
                  <a:gd name="T5" fmla="*/ 1547 h 5"/>
                  <a:gd name="T6" fmla="*/ 2470 w 10"/>
                  <a:gd name="T7" fmla="*/ 1547 h 5"/>
                  <a:gd name="T8" fmla="*/ 1488 w 10"/>
                  <a:gd name="T9" fmla="*/ 595 h 5"/>
                  <a:gd name="T10" fmla="*/ 0 w 10"/>
                  <a:gd name="T11" fmla="*/ 0 h 5"/>
                  <a:gd name="T12" fmla="*/ 313 w 10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1" y="0"/>
                    </a:moveTo>
                    <a:cubicBezTo>
                      <a:pt x="2" y="1"/>
                      <a:pt x="5" y="2"/>
                      <a:pt x="7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3"/>
                      <a:pt x="6" y="2"/>
                    </a:cubicBezTo>
                    <a:cubicBezTo>
                      <a:pt x="4" y="1"/>
                      <a:pt x="2" y="1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7" name="Freeform 2599">
                <a:extLst>
                  <a:ext uri="{FF2B5EF4-FFF2-40B4-BE49-F238E27FC236}">
                    <a16:creationId xmlns:a16="http://schemas.microsoft.com/office/drawing/2014/main" id="{811C1232-6289-40A4-A34B-CFEDB771F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179"/>
                <a:ext cx="28" cy="5"/>
              </a:xfrm>
              <a:custGeom>
                <a:avLst/>
                <a:gdLst>
                  <a:gd name="T0" fmla="*/ 331 w 11"/>
                  <a:gd name="T1" fmla="*/ 0 h 2"/>
                  <a:gd name="T2" fmla="*/ 2146 w 11"/>
                  <a:gd name="T3" fmla="*/ 520 h 2"/>
                  <a:gd name="T4" fmla="*/ 2986 w 11"/>
                  <a:gd name="T5" fmla="*/ 520 h 2"/>
                  <a:gd name="T6" fmla="*/ 2986 w 11"/>
                  <a:gd name="T7" fmla="*/ 520 h 2"/>
                  <a:gd name="T8" fmla="*/ 1601 w 11"/>
                  <a:gd name="T9" fmla="*/ 0 h 2"/>
                  <a:gd name="T10" fmla="*/ 0 w 11"/>
                  <a:gd name="T11" fmla="*/ 0 h 2"/>
                  <a:gd name="T12" fmla="*/ 331 w 1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">
                    <a:moveTo>
                      <a:pt x="1" y="0"/>
                    </a:moveTo>
                    <a:cubicBezTo>
                      <a:pt x="2" y="0"/>
                      <a:pt x="5" y="1"/>
                      <a:pt x="8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8" y="1"/>
                      <a:pt x="6" y="0"/>
                    </a:cubicBezTo>
                    <a:cubicBezTo>
                      <a:pt x="4" y="0"/>
                      <a:pt x="2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8" name="Freeform 2600">
                <a:extLst>
                  <a:ext uri="{FF2B5EF4-FFF2-40B4-BE49-F238E27FC236}">
                    <a16:creationId xmlns:a16="http://schemas.microsoft.com/office/drawing/2014/main" id="{69EE9277-F755-44B0-9857-DA630B077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157"/>
                <a:ext cx="27" cy="6"/>
              </a:xfrm>
              <a:custGeom>
                <a:avLst/>
                <a:gdLst>
                  <a:gd name="T0" fmla="*/ 0 w 11"/>
                  <a:gd name="T1" fmla="*/ 0 h 2"/>
                  <a:gd name="T2" fmla="*/ 1524 w 11"/>
                  <a:gd name="T3" fmla="*/ 1458 h 2"/>
                  <a:gd name="T4" fmla="*/ 2398 w 11"/>
                  <a:gd name="T5" fmla="*/ 1458 h 2"/>
                  <a:gd name="T6" fmla="*/ 2398 w 11"/>
                  <a:gd name="T7" fmla="*/ 1458 h 2"/>
                  <a:gd name="T8" fmla="*/ 1343 w 11"/>
                  <a:gd name="T9" fmla="*/ 0 h 2"/>
                  <a:gd name="T10" fmla="*/ 0 w 1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2" y="0"/>
                      <a:pt x="5" y="1"/>
                      <a:pt x="7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8" y="1"/>
                      <a:pt x="6" y="0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9" name="Freeform 2601">
                <a:extLst>
                  <a:ext uri="{FF2B5EF4-FFF2-40B4-BE49-F238E27FC236}">
                    <a16:creationId xmlns:a16="http://schemas.microsoft.com/office/drawing/2014/main" id="{047D44C7-E271-4D2C-AFBE-5A1D2B1C3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141"/>
                <a:ext cx="25" cy="6"/>
              </a:xfrm>
              <a:custGeom>
                <a:avLst/>
                <a:gdLst>
                  <a:gd name="T0" fmla="*/ 0 w 10"/>
                  <a:gd name="T1" fmla="*/ 729 h 2"/>
                  <a:gd name="T2" fmla="*/ 1770 w 10"/>
                  <a:gd name="T3" fmla="*/ 1458 h 2"/>
                  <a:gd name="T4" fmla="*/ 2470 w 10"/>
                  <a:gd name="T5" fmla="*/ 1458 h 2"/>
                  <a:gd name="T6" fmla="*/ 2470 w 10"/>
                  <a:gd name="T7" fmla="*/ 1458 h 2"/>
                  <a:gd name="T8" fmla="*/ 1300 w 10"/>
                  <a:gd name="T9" fmla="*/ 729 h 2"/>
                  <a:gd name="T10" fmla="*/ 0 w 10"/>
                  <a:gd name="T11" fmla="*/ 729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1"/>
                    </a:moveTo>
                    <a:cubicBezTo>
                      <a:pt x="1" y="1"/>
                      <a:pt x="4" y="1"/>
                      <a:pt x="7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7" y="1"/>
                      <a:pt x="5" y="1"/>
                    </a:cubicBezTo>
                    <a:cubicBezTo>
                      <a:pt x="3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0" name="Freeform 2602">
                <a:extLst>
                  <a:ext uri="{FF2B5EF4-FFF2-40B4-BE49-F238E27FC236}">
                    <a16:creationId xmlns:a16="http://schemas.microsoft.com/office/drawing/2014/main" id="{24661F6B-814E-4D64-8FDF-624B66FE9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123"/>
                <a:ext cx="28" cy="2"/>
              </a:xfrm>
              <a:custGeom>
                <a:avLst/>
                <a:gdLst>
                  <a:gd name="T0" fmla="*/ 0 w 11"/>
                  <a:gd name="T1" fmla="*/ 64 h 1"/>
                  <a:gd name="T2" fmla="*/ 1932 w 11"/>
                  <a:gd name="T3" fmla="*/ 64 h 1"/>
                  <a:gd name="T4" fmla="*/ 2986 w 11"/>
                  <a:gd name="T5" fmla="*/ 64 h 1"/>
                  <a:gd name="T6" fmla="*/ 2986 w 11"/>
                  <a:gd name="T7" fmla="*/ 64 h 1"/>
                  <a:gd name="T8" fmla="*/ 1601 w 11"/>
                  <a:gd name="T9" fmla="*/ 0 h 1"/>
                  <a:gd name="T10" fmla="*/ 0 w 11"/>
                  <a:gd name="T11" fmla="*/ 64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">
                    <a:moveTo>
                      <a:pt x="0" y="1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8" y="0"/>
                      <a:pt x="6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1" name="Freeform 2603">
                <a:extLst>
                  <a:ext uri="{FF2B5EF4-FFF2-40B4-BE49-F238E27FC236}">
                    <a16:creationId xmlns:a16="http://schemas.microsoft.com/office/drawing/2014/main" id="{B03CCAE5-BFC0-4A79-8DBE-0A2BB1651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096"/>
                <a:ext cx="40" cy="19"/>
              </a:xfrm>
              <a:custGeom>
                <a:avLst/>
                <a:gdLst>
                  <a:gd name="T0" fmla="*/ 0 w 16"/>
                  <a:gd name="T1" fmla="*/ 2823 h 7"/>
                  <a:gd name="T2" fmla="*/ 3720 w 16"/>
                  <a:gd name="T3" fmla="*/ 2342 h 7"/>
                  <a:gd name="T4" fmla="*/ 3908 w 16"/>
                  <a:gd name="T5" fmla="*/ 760 h 7"/>
                  <a:gd name="T6" fmla="*/ 520 w 16"/>
                  <a:gd name="T7" fmla="*/ 1200 h 7"/>
                  <a:gd name="T8" fmla="*/ 0 w 16"/>
                  <a:gd name="T9" fmla="*/ 282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7">
                    <a:moveTo>
                      <a:pt x="0" y="7"/>
                    </a:moveTo>
                    <a:cubicBezTo>
                      <a:pt x="1" y="4"/>
                      <a:pt x="14" y="7"/>
                      <a:pt x="15" y="6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3" y="0"/>
                      <a:pt x="2" y="3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BE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2" name="Freeform 2604">
                <a:extLst>
                  <a:ext uri="{FF2B5EF4-FFF2-40B4-BE49-F238E27FC236}">
                    <a16:creationId xmlns:a16="http://schemas.microsoft.com/office/drawing/2014/main" id="{437FD0E8-E571-4BC2-AB34-157E0B407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107"/>
                <a:ext cx="28" cy="2"/>
              </a:xfrm>
              <a:custGeom>
                <a:avLst/>
                <a:gdLst>
                  <a:gd name="T0" fmla="*/ 0 w 11"/>
                  <a:gd name="T1" fmla="*/ 64 h 1"/>
                  <a:gd name="T2" fmla="*/ 2146 w 11"/>
                  <a:gd name="T3" fmla="*/ 64 h 1"/>
                  <a:gd name="T4" fmla="*/ 2986 w 11"/>
                  <a:gd name="T5" fmla="*/ 64 h 1"/>
                  <a:gd name="T6" fmla="*/ 2986 w 11"/>
                  <a:gd name="T7" fmla="*/ 64 h 1"/>
                  <a:gd name="T8" fmla="*/ 1601 w 11"/>
                  <a:gd name="T9" fmla="*/ 0 h 1"/>
                  <a:gd name="T10" fmla="*/ 0 w 11"/>
                  <a:gd name="T11" fmla="*/ 64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">
                    <a:moveTo>
                      <a:pt x="0" y="1"/>
                    </a:moveTo>
                    <a:cubicBezTo>
                      <a:pt x="2" y="1"/>
                      <a:pt x="5" y="1"/>
                      <a:pt x="8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8" y="0"/>
                      <a:pt x="6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3" name="Oval 2605">
                <a:extLst>
                  <a:ext uri="{FF2B5EF4-FFF2-40B4-BE49-F238E27FC236}">
                    <a16:creationId xmlns:a16="http://schemas.microsoft.com/office/drawing/2014/main" id="{FAD0A4F0-03F8-463C-B2A8-B400FE128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5" y="1784"/>
                <a:ext cx="93" cy="99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4" name="Oval 2606">
                <a:extLst>
                  <a:ext uri="{FF2B5EF4-FFF2-40B4-BE49-F238E27FC236}">
                    <a16:creationId xmlns:a16="http://schemas.microsoft.com/office/drawing/2014/main" id="{DFB3037F-B100-422D-BC69-F125BF021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1811"/>
                <a:ext cx="17" cy="18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5" name="Freeform 2607">
                <a:extLst>
                  <a:ext uri="{FF2B5EF4-FFF2-40B4-BE49-F238E27FC236}">
                    <a16:creationId xmlns:a16="http://schemas.microsoft.com/office/drawing/2014/main" id="{33820117-D37F-4E69-8B37-B1927E157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803"/>
                <a:ext cx="78" cy="74"/>
              </a:xfrm>
              <a:custGeom>
                <a:avLst/>
                <a:gdLst>
                  <a:gd name="T0" fmla="*/ 0 w 31"/>
                  <a:gd name="T1" fmla="*/ 6441 h 28"/>
                  <a:gd name="T2" fmla="*/ 3014 w 31"/>
                  <a:gd name="T3" fmla="*/ 8145 h 28"/>
                  <a:gd name="T4" fmla="*/ 7058 w 31"/>
                  <a:gd name="T5" fmla="*/ 2730 h 28"/>
                  <a:gd name="T6" fmla="*/ 6368 w 31"/>
                  <a:gd name="T7" fmla="*/ 0 h 28"/>
                  <a:gd name="T8" fmla="*/ 7850 w 31"/>
                  <a:gd name="T9" fmla="*/ 4157 h 28"/>
                  <a:gd name="T10" fmla="*/ 3855 w 31"/>
                  <a:gd name="T11" fmla="*/ 9562 h 28"/>
                  <a:gd name="T12" fmla="*/ 0 w 31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6" name="Oval 2608">
                <a:extLst>
                  <a:ext uri="{FF2B5EF4-FFF2-40B4-BE49-F238E27FC236}">
                    <a16:creationId xmlns:a16="http://schemas.microsoft.com/office/drawing/2014/main" id="{986A68A8-E2BF-495E-93F9-637790DE8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5" y="1896"/>
                <a:ext cx="93" cy="96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7" name="Oval 2609">
                <a:extLst>
                  <a:ext uri="{FF2B5EF4-FFF2-40B4-BE49-F238E27FC236}">
                    <a16:creationId xmlns:a16="http://schemas.microsoft.com/office/drawing/2014/main" id="{B0A09167-656E-4B0F-95EC-2B71D563C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1920"/>
                <a:ext cx="17" cy="19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8" name="Freeform 2610">
                <a:extLst>
                  <a:ext uri="{FF2B5EF4-FFF2-40B4-BE49-F238E27FC236}">
                    <a16:creationId xmlns:a16="http://schemas.microsoft.com/office/drawing/2014/main" id="{7F05DD64-AB52-4274-AF52-06B5FDAAE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912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885 h 28"/>
                  <a:gd name="T6" fmla="*/ 6368 w 31"/>
                  <a:gd name="T7" fmla="*/ 0 h 28"/>
                  <a:gd name="T8" fmla="*/ 7850 w 31"/>
                  <a:gd name="T9" fmla="*/ 4420 h 28"/>
                  <a:gd name="T10" fmla="*/ 3855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9" name="Oval 2611">
                <a:extLst>
                  <a:ext uri="{FF2B5EF4-FFF2-40B4-BE49-F238E27FC236}">
                    <a16:creationId xmlns:a16="http://schemas.microsoft.com/office/drawing/2014/main" id="{41381C85-4A14-4E6C-B328-9307573E9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5" y="1997"/>
                <a:ext cx="93" cy="99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0" name="Oval 2612">
                <a:extLst>
                  <a:ext uri="{FF2B5EF4-FFF2-40B4-BE49-F238E27FC236}">
                    <a16:creationId xmlns:a16="http://schemas.microsoft.com/office/drawing/2014/main" id="{7302F332-CB80-49CA-8F85-4DDF79788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2024"/>
                <a:ext cx="17" cy="19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1" name="Freeform 2613">
                <a:extLst>
                  <a:ext uri="{FF2B5EF4-FFF2-40B4-BE49-F238E27FC236}">
                    <a16:creationId xmlns:a16="http://schemas.microsoft.com/office/drawing/2014/main" id="{682C9595-DBA9-4FC2-9581-C2D76CDBF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016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885 h 28"/>
                  <a:gd name="T6" fmla="*/ 6368 w 31"/>
                  <a:gd name="T7" fmla="*/ 0 h 28"/>
                  <a:gd name="T8" fmla="*/ 7850 w 31"/>
                  <a:gd name="T9" fmla="*/ 4420 h 28"/>
                  <a:gd name="T10" fmla="*/ 3855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2" name="Oval 2614">
                <a:extLst>
                  <a:ext uri="{FF2B5EF4-FFF2-40B4-BE49-F238E27FC236}">
                    <a16:creationId xmlns:a16="http://schemas.microsoft.com/office/drawing/2014/main" id="{D4925A54-6B77-4A29-BEDD-9D8CFD7AF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5" y="2104"/>
                <a:ext cx="93" cy="96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3" name="Oval 2615">
                <a:extLst>
                  <a:ext uri="{FF2B5EF4-FFF2-40B4-BE49-F238E27FC236}">
                    <a16:creationId xmlns:a16="http://schemas.microsoft.com/office/drawing/2014/main" id="{8AC1DA35-05B1-4DB9-AC02-41F296465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2128"/>
                <a:ext cx="17" cy="19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4" name="Freeform 2616">
                <a:extLst>
                  <a:ext uri="{FF2B5EF4-FFF2-40B4-BE49-F238E27FC236}">
                    <a16:creationId xmlns:a16="http://schemas.microsoft.com/office/drawing/2014/main" id="{0A6BAC91-AE6B-4814-9BE7-49ABF8CA8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120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885 h 28"/>
                  <a:gd name="T6" fmla="*/ 6368 w 31"/>
                  <a:gd name="T7" fmla="*/ 0 h 28"/>
                  <a:gd name="T8" fmla="*/ 7850 w 31"/>
                  <a:gd name="T9" fmla="*/ 4420 h 28"/>
                  <a:gd name="T10" fmla="*/ 3855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5" name="Oval 2617">
                <a:extLst>
                  <a:ext uri="{FF2B5EF4-FFF2-40B4-BE49-F238E27FC236}">
                    <a16:creationId xmlns:a16="http://schemas.microsoft.com/office/drawing/2014/main" id="{2D45D928-C6B0-420A-98EF-9ECBE630D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1840"/>
                <a:ext cx="90" cy="99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6" name="Oval 2618">
                <a:extLst>
                  <a:ext uri="{FF2B5EF4-FFF2-40B4-BE49-F238E27FC236}">
                    <a16:creationId xmlns:a16="http://schemas.microsoft.com/office/drawing/2014/main" id="{645054D9-6A52-4B73-82EE-5630B5275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1867"/>
                <a:ext cx="17" cy="16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7" name="Freeform 2619">
                <a:extLst>
                  <a:ext uri="{FF2B5EF4-FFF2-40B4-BE49-F238E27FC236}">
                    <a16:creationId xmlns:a16="http://schemas.microsoft.com/office/drawing/2014/main" id="{145C3F10-D84E-4D0F-8EA6-65FAD546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856"/>
                <a:ext cx="75" cy="77"/>
              </a:xfrm>
              <a:custGeom>
                <a:avLst/>
                <a:gdLst>
                  <a:gd name="T0" fmla="*/ 0 w 30"/>
                  <a:gd name="T1" fmla="*/ 6606 h 29"/>
                  <a:gd name="T2" fmla="*/ 2738 w 30"/>
                  <a:gd name="T3" fmla="*/ 8706 h 29"/>
                  <a:gd name="T4" fmla="*/ 6645 w 30"/>
                  <a:gd name="T5" fmla="*/ 2791 h 29"/>
                  <a:gd name="T6" fmla="*/ 6175 w 30"/>
                  <a:gd name="T7" fmla="*/ 0 h 29"/>
                  <a:gd name="T8" fmla="*/ 7345 w 30"/>
                  <a:gd name="T9" fmla="*/ 4230 h 29"/>
                  <a:gd name="T10" fmla="*/ 3438 w 30"/>
                  <a:gd name="T11" fmla="*/ 10145 h 29"/>
                  <a:gd name="T12" fmla="*/ 0 w 30"/>
                  <a:gd name="T13" fmla="*/ 660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19"/>
                    </a:moveTo>
                    <a:cubicBezTo>
                      <a:pt x="5" y="24"/>
                      <a:pt x="7" y="25"/>
                      <a:pt x="11" y="25"/>
                    </a:cubicBezTo>
                    <a:cubicBezTo>
                      <a:pt x="22" y="25"/>
                      <a:pt x="27" y="17"/>
                      <a:pt x="27" y="8"/>
                    </a:cubicBezTo>
                    <a:cubicBezTo>
                      <a:pt x="27" y="6"/>
                      <a:pt x="26" y="2"/>
                      <a:pt x="25" y="0"/>
                    </a:cubicBezTo>
                    <a:cubicBezTo>
                      <a:pt x="28" y="3"/>
                      <a:pt x="30" y="8"/>
                      <a:pt x="30" y="12"/>
                    </a:cubicBezTo>
                    <a:cubicBezTo>
                      <a:pt x="30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8" name="Oval 2620">
                <a:extLst>
                  <a:ext uri="{FF2B5EF4-FFF2-40B4-BE49-F238E27FC236}">
                    <a16:creationId xmlns:a16="http://schemas.microsoft.com/office/drawing/2014/main" id="{AA9AD37B-9B29-4AB9-A2F6-E9A8A6F52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1944"/>
                <a:ext cx="90" cy="99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9" name="Oval 2621">
                <a:extLst>
                  <a:ext uri="{FF2B5EF4-FFF2-40B4-BE49-F238E27FC236}">
                    <a16:creationId xmlns:a16="http://schemas.microsoft.com/office/drawing/2014/main" id="{AFD0134F-B5CB-4D97-B1DB-68870EBA5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1971"/>
                <a:ext cx="17" cy="18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0" name="Freeform 2622">
                <a:extLst>
                  <a:ext uri="{FF2B5EF4-FFF2-40B4-BE49-F238E27FC236}">
                    <a16:creationId xmlns:a16="http://schemas.microsoft.com/office/drawing/2014/main" id="{CD060047-E0A1-43AF-A0C3-D46A06B29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963"/>
                <a:ext cx="75" cy="74"/>
              </a:xfrm>
              <a:custGeom>
                <a:avLst/>
                <a:gdLst>
                  <a:gd name="T0" fmla="*/ 0 w 30"/>
                  <a:gd name="T1" fmla="*/ 6441 h 28"/>
                  <a:gd name="T2" fmla="*/ 2738 w 30"/>
                  <a:gd name="T3" fmla="*/ 8145 h 28"/>
                  <a:gd name="T4" fmla="*/ 6645 w 30"/>
                  <a:gd name="T5" fmla="*/ 2730 h 28"/>
                  <a:gd name="T6" fmla="*/ 6175 w 30"/>
                  <a:gd name="T7" fmla="*/ 0 h 28"/>
                  <a:gd name="T8" fmla="*/ 7345 w 30"/>
                  <a:gd name="T9" fmla="*/ 4157 h 28"/>
                  <a:gd name="T10" fmla="*/ 3438 w 30"/>
                  <a:gd name="T11" fmla="*/ 9562 h 28"/>
                  <a:gd name="T12" fmla="*/ 0 w 30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1" name="Oval 2623">
                <a:extLst>
                  <a:ext uri="{FF2B5EF4-FFF2-40B4-BE49-F238E27FC236}">
                    <a16:creationId xmlns:a16="http://schemas.microsoft.com/office/drawing/2014/main" id="{097DEA30-2FC0-4843-A39D-608311EC3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2048"/>
                <a:ext cx="90" cy="99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2" name="Oval 2624">
                <a:extLst>
                  <a:ext uri="{FF2B5EF4-FFF2-40B4-BE49-F238E27FC236}">
                    <a16:creationId xmlns:a16="http://schemas.microsoft.com/office/drawing/2014/main" id="{2426EBA7-BD0A-4756-BF2A-3AE5B3CD6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2075"/>
                <a:ext cx="17" cy="16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3" name="Freeform 2625">
                <a:extLst>
                  <a:ext uri="{FF2B5EF4-FFF2-40B4-BE49-F238E27FC236}">
                    <a16:creationId xmlns:a16="http://schemas.microsoft.com/office/drawing/2014/main" id="{0FC8CA89-CEC1-4A95-8161-85670A327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064"/>
                <a:ext cx="75" cy="77"/>
              </a:xfrm>
              <a:custGeom>
                <a:avLst/>
                <a:gdLst>
                  <a:gd name="T0" fmla="*/ 0 w 30"/>
                  <a:gd name="T1" fmla="*/ 6606 h 29"/>
                  <a:gd name="T2" fmla="*/ 2738 w 30"/>
                  <a:gd name="T3" fmla="*/ 8706 h 29"/>
                  <a:gd name="T4" fmla="*/ 6645 w 30"/>
                  <a:gd name="T5" fmla="*/ 2791 h 29"/>
                  <a:gd name="T6" fmla="*/ 6175 w 30"/>
                  <a:gd name="T7" fmla="*/ 0 h 29"/>
                  <a:gd name="T8" fmla="*/ 7345 w 30"/>
                  <a:gd name="T9" fmla="*/ 4230 h 29"/>
                  <a:gd name="T10" fmla="*/ 3438 w 30"/>
                  <a:gd name="T11" fmla="*/ 10145 h 29"/>
                  <a:gd name="T12" fmla="*/ 0 w 30"/>
                  <a:gd name="T13" fmla="*/ 660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19"/>
                    </a:moveTo>
                    <a:cubicBezTo>
                      <a:pt x="5" y="24"/>
                      <a:pt x="7" y="25"/>
                      <a:pt x="11" y="25"/>
                    </a:cubicBezTo>
                    <a:cubicBezTo>
                      <a:pt x="22" y="25"/>
                      <a:pt x="27" y="17"/>
                      <a:pt x="27" y="8"/>
                    </a:cubicBezTo>
                    <a:cubicBezTo>
                      <a:pt x="27" y="6"/>
                      <a:pt x="26" y="2"/>
                      <a:pt x="25" y="0"/>
                    </a:cubicBezTo>
                    <a:cubicBezTo>
                      <a:pt x="28" y="3"/>
                      <a:pt x="30" y="8"/>
                      <a:pt x="30" y="12"/>
                    </a:cubicBezTo>
                    <a:cubicBezTo>
                      <a:pt x="30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4" name="Oval 2626">
                <a:extLst>
                  <a:ext uri="{FF2B5EF4-FFF2-40B4-BE49-F238E27FC236}">
                    <a16:creationId xmlns:a16="http://schemas.microsoft.com/office/drawing/2014/main" id="{C9F5857A-0B6B-452A-A9B8-3D4E24F0C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019"/>
                <a:ext cx="90" cy="98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5" name="Oval 2627">
                <a:extLst>
                  <a:ext uri="{FF2B5EF4-FFF2-40B4-BE49-F238E27FC236}">
                    <a16:creationId xmlns:a16="http://schemas.microsoft.com/office/drawing/2014/main" id="{37261B28-4F54-4A49-9B69-70C619842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2045"/>
                <a:ext cx="18" cy="16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6" name="Freeform 2628">
                <a:extLst>
                  <a:ext uri="{FF2B5EF4-FFF2-40B4-BE49-F238E27FC236}">
                    <a16:creationId xmlns:a16="http://schemas.microsoft.com/office/drawing/2014/main" id="{5F4119F3-0CC2-45F9-B47E-2EEFCA92E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035"/>
                <a:ext cx="75" cy="77"/>
              </a:xfrm>
              <a:custGeom>
                <a:avLst/>
                <a:gdLst>
                  <a:gd name="T0" fmla="*/ 0 w 30"/>
                  <a:gd name="T1" fmla="*/ 6606 h 29"/>
                  <a:gd name="T2" fmla="*/ 2738 w 30"/>
                  <a:gd name="T3" fmla="*/ 8706 h 29"/>
                  <a:gd name="T4" fmla="*/ 6645 w 30"/>
                  <a:gd name="T5" fmla="*/ 2791 h 29"/>
                  <a:gd name="T6" fmla="*/ 6175 w 30"/>
                  <a:gd name="T7" fmla="*/ 0 h 29"/>
                  <a:gd name="T8" fmla="*/ 7345 w 30"/>
                  <a:gd name="T9" fmla="*/ 4230 h 29"/>
                  <a:gd name="T10" fmla="*/ 3438 w 30"/>
                  <a:gd name="T11" fmla="*/ 10145 h 29"/>
                  <a:gd name="T12" fmla="*/ 0 w 30"/>
                  <a:gd name="T13" fmla="*/ 660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19"/>
                    </a:moveTo>
                    <a:cubicBezTo>
                      <a:pt x="5" y="24"/>
                      <a:pt x="7" y="25"/>
                      <a:pt x="11" y="25"/>
                    </a:cubicBezTo>
                    <a:cubicBezTo>
                      <a:pt x="22" y="25"/>
                      <a:pt x="27" y="17"/>
                      <a:pt x="27" y="8"/>
                    </a:cubicBezTo>
                    <a:cubicBezTo>
                      <a:pt x="27" y="6"/>
                      <a:pt x="26" y="2"/>
                      <a:pt x="25" y="0"/>
                    </a:cubicBezTo>
                    <a:cubicBezTo>
                      <a:pt x="28" y="3"/>
                      <a:pt x="30" y="8"/>
                      <a:pt x="30" y="12"/>
                    </a:cubicBezTo>
                    <a:cubicBezTo>
                      <a:pt x="30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7" name="Oval 2629">
                <a:extLst>
                  <a:ext uri="{FF2B5EF4-FFF2-40B4-BE49-F238E27FC236}">
                    <a16:creationId xmlns:a16="http://schemas.microsoft.com/office/drawing/2014/main" id="{A6DA8337-E9DA-4AFF-B9E8-E409C56B4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901"/>
                <a:ext cx="90" cy="99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8" name="Oval 2630">
                <a:extLst>
                  <a:ext uri="{FF2B5EF4-FFF2-40B4-BE49-F238E27FC236}">
                    <a16:creationId xmlns:a16="http://schemas.microsoft.com/office/drawing/2014/main" id="{DDB47260-E854-4651-B8E4-78F4E1C9E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1928"/>
                <a:ext cx="18" cy="16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9" name="Freeform 2631">
                <a:extLst>
                  <a:ext uri="{FF2B5EF4-FFF2-40B4-BE49-F238E27FC236}">
                    <a16:creationId xmlns:a16="http://schemas.microsoft.com/office/drawing/2014/main" id="{36FC92B9-81E7-4C69-B505-34F0E252B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917"/>
                <a:ext cx="75" cy="78"/>
              </a:xfrm>
              <a:custGeom>
                <a:avLst/>
                <a:gdLst>
                  <a:gd name="T0" fmla="*/ 0 w 30"/>
                  <a:gd name="T1" fmla="*/ 7163 h 29"/>
                  <a:gd name="T2" fmla="*/ 2738 w 30"/>
                  <a:gd name="T3" fmla="*/ 9419 h 29"/>
                  <a:gd name="T4" fmla="*/ 6645 w 30"/>
                  <a:gd name="T5" fmla="*/ 3096 h 29"/>
                  <a:gd name="T6" fmla="*/ 6175 w 30"/>
                  <a:gd name="T7" fmla="*/ 0 h 29"/>
                  <a:gd name="T8" fmla="*/ 7345 w 30"/>
                  <a:gd name="T9" fmla="*/ 4492 h 29"/>
                  <a:gd name="T10" fmla="*/ 3438 w 30"/>
                  <a:gd name="T11" fmla="*/ 10995 h 29"/>
                  <a:gd name="T12" fmla="*/ 0 w 30"/>
                  <a:gd name="T13" fmla="*/ 716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19"/>
                    </a:moveTo>
                    <a:cubicBezTo>
                      <a:pt x="5" y="24"/>
                      <a:pt x="7" y="25"/>
                      <a:pt x="11" y="25"/>
                    </a:cubicBezTo>
                    <a:cubicBezTo>
                      <a:pt x="22" y="25"/>
                      <a:pt x="27" y="17"/>
                      <a:pt x="27" y="8"/>
                    </a:cubicBezTo>
                    <a:cubicBezTo>
                      <a:pt x="27" y="6"/>
                      <a:pt x="26" y="2"/>
                      <a:pt x="25" y="0"/>
                    </a:cubicBezTo>
                    <a:cubicBezTo>
                      <a:pt x="28" y="3"/>
                      <a:pt x="30" y="8"/>
                      <a:pt x="30" y="12"/>
                    </a:cubicBezTo>
                    <a:cubicBezTo>
                      <a:pt x="30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0" name="Oval 2632">
                <a:extLst>
                  <a:ext uri="{FF2B5EF4-FFF2-40B4-BE49-F238E27FC236}">
                    <a16:creationId xmlns:a16="http://schemas.microsoft.com/office/drawing/2014/main" id="{1B8C2162-56E5-45AB-887E-48AFD74DD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1952"/>
                <a:ext cx="90" cy="99"/>
              </a:xfrm>
              <a:prstGeom prst="ellipse">
                <a:avLst/>
              </a:prstGeom>
              <a:solidFill>
                <a:srgbClr val="FBE8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1" name="Oval 2633">
                <a:extLst>
                  <a:ext uri="{FF2B5EF4-FFF2-40B4-BE49-F238E27FC236}">
                    <a16:creationId xmlns:a16="http://schemas.microsoft.com/office/drawing/2014/main" id="{892C64EC-463D-4DDB-B347-F0A9517F9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1979"/>
                <a:ext cx="18" cy="16"/>
              </a:xfrm>
              <a:prstGeom prst="ellipse">
                <a:avLst/>
              </a:prstGeom>
              <a:solidFill>
                <a:srgbClr val="FEF9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2" name="Freeform 2634">
                <a:extLst>
                  <a:ext uri="{FF2B5EF4-FFF2-40B4-BE49-F238E27FC236}">
                    <a16:creationId xmlns:a16="http://schemas.microsoft.com/office/drawing/2014/main" id="{8E83D813-EF53-4219-A490-6BACDC5BB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968"/>
                <a:ext cx="75" cy="77"/>
              </a:xfrm>
              <a:custGeom>
                <a:avLst/>
                <a:gdLst>
                  <a:gd name="T0" fmla="*/ 0 w 30"/>
                  <a:gd name="T1" fmla="*/ 6606 h 29"/>
                  <a:gd name="T2" fmla="*/ 2738 w 30"/>
                  <a:gd name="T3" fmla="*/ 8706 h 29"/>
                  <a:gd name="T4" fmla="*/ 6645 w 30"/>
                  <a:gd name="T5" fmla="*/ 2791 h 29"/>
                  <a:gd name="T6" fmla="*/ 6175 w 30"/>
                  <a:gd name="T7" fmla="*/ 0 h 29"/>
                  <a:gd name="T8" fmla="*/ 7345 w 30"/>
                  <a:gd name="T9" fmla="*/ 4230 h 29"/>
                  <a:gd name="T10" fmla="*/ 3438 w 30"/>
                  <a:gd name="T11" fmla="*/ 10145 h 29"/>
                  <a:gd name="T12" fmla="*/ 0 w 30"/>
                  <a:gd name="T13" fmla="*/ 660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19"/>
                    </a:moveTo>
                    <a:cubicBezTo>
                      <a:pt x="5" y="24"/>
                      <a:pt x="7" y="25"/>
                      <a:pt x="11" y="25"/>
                    </a:cubicBezTo>
                    <a:cubicBezTo>
                      <a:pt x="22" y="25"/>
                      <a:pt x="27" y="17"/>
                      <a:pt x="27" y="8"/>
                    </a:cubicBezTo>
                    <a:cubicBezTo>
                      <a:pt x="27" y="6"/>
                      <a:pt x="26" y="2"/>
                      <a:pt x="25" y="0"/>
                    </a:cubicBezTo>
                    <a:cubicBezTo>
                      <a:pt x="28" y="3"/>
                      <a:pt x="30" y="8"/>
                      <a:pt x="30" y="12"/>
                    </a:cubicBezTo>
                    <a:cubicBezTo>
                      <a:pt x="30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3" name="Oval 2635">
                <a:extLst>
                  <a:ext uri="{FF2B5EF4-FFF2-40B4-BE49-F238E27FC236}">
                    <a16:creationId xmlns:a16="http://schemas.microsoft.com/office/drawing/2014/main" id="{930A529C-6F48-4223-9E56-95B2BC344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1784"/>
                <a:ext cx="90" cy="99"/>
              </a:xfrm>
              <a:prstGeom prst="ellipse">
                <a:avLst/>
              </a:prstGeom>
              <a:solidFill>
                <a:srgbClr val="E7DE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4" name="Oval 2636">
                <a:extLst>
                  <a:ext uri="{FF2B5EF4-FFF2-40B4-BE49-F238E27FC236}">
                    <a16:creationId xmlns:a16="http://schemas.microsoft.com/office/drawing/2014/main" id="{277412AB-5636-4D2E-B1EB-8E796AF27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5" y="1811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5" name="Freeform 2637">
                <a:extLst>
                  <a:ext uri="{FF2B5EF4-FFF2-40B4-BE49-F238E27FC236}">
                    <a16:creationId xmlns:a16="http://schemas.microsoft.com/office/drawing/2014/main" id="{A6ABCDF6-4026-41FF-AB18-808E430D4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1795"/>
                <a:ext cx="70" cy="82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163 h 31"/>
                  <a:gd name="T4" fmla="*/ 1958 w 28"/>
                  <a:gd name="T5" fmla="*/ 9586 h 31"/>
                  <a:gd name="T6" fmla="*/ 0 w 28"/>
                  <a:gd name="T7" fmla="*/ 8570 h 31"/>
                  <a:gd name="T8" fmla="*/ 2938 w 28"/>
                  <a:gd name="T9" fmla="*/ 10620 h 31"/>
                  <a:gd name="T10" fmla="*/ 6845 w 28"/>
                  <a:gd name="T11" fmla="*/ 5185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C7C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6" name="Oval 2638">
                <a:extLst>
                  <a:ext uri="{FF2B5EF4-FFF2-40B4-BE49-F238E27FC236}">
                    <a16:creationId xmlns:a16="http://schemas.microsoft.com/office/drawing/2014/main" id="{FEDA2CCC-C5B7-4DC4-8805-AE73CEF7B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1896"/>
                <a:ext cx="90" cy="96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7" name="Freeform 2639">
                <a:extLst>
                  <a:ext uri="{FF2B5EF4-FFF2-40B4-BE49-F238E27FC236}">
                    <a16:creationId xmlns:a16="http://schemas.microsoft.com/office/drawing/2014/main" id="{EA121D99-B726-450B-B3B5-CC93335CD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1907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10104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5" y="2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8" name="Oval 2640">
                <a:extLst>
                  <a:ext uri="{FF2B5EF4-FFF2-40B4-BE49-F238E27FC236}">
                    <a16:creationId xmlns:a16="http://schemas.microsoft.com/office/drawing/2014/main" id="{082DDF31-6BD0-4F03-B779-8E4562980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1997"/>
                <a:ext cx="90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9" name="Freeform 2641">
                <a:extLst>
                  <a:ext uri="{FF2B5EF4-FFF2-40B4-BE49-F238E27FC236}">
                    <a16:creationId xmlns:a16="http://schemas.microsoft.com/office/drawing/2014/main" id="{D2E6DF91-FC94-48CD-A09C-4014EBEC0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008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612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0" name="Oval 2642">
                <a:extLst>
                  <a:ext uri="{FF2B5EF4-FFF2-40B4-BE49-F238E27FC236}">
                    <a16:creationId xmlns:a16="http://schemas.microsoft.com/office/drawing/2014/main" id="{2E48579E-BF25-4CDE-AD69-2283047DD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2104"/>
                <a:ext cx="90" cy="96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1" name="Freeform 2643">
                <a:extLst>
                  <a:ext uri="{FF2B5EF4-FFF2-40B4-BE49-F238E27FC236}">
                    <a16:creationId xmlns:a16="http://schemas.microsoft.com/office/drawing/2014/main" id="{143ED274-940F-4CF7-9AF7-7A7DD2748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115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10104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5" y="2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2" name="Oval 2644">
                <a:extLst>
                  <a:ext uri="{FF2B5EF4-FFF2-40B4-BE49-F238E27FC236}">
                    <a16:creationId xmlns:a16="http://schemas.microsoft.com/office/drawing/2014/main" id="{C8852730-6C00-4FF1-B8B4-209A15B67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3" y="1840"/>
                <a:ext cx="92" cy="99"/>
              </a:xfrm>
              <a:prstGeom prst="ellipse">
                <a:avLst/>
              </a:prstGeom>
              <a:solidFill>
                <a:srgbClr val="E7DE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3" name="Oval 2645">
                <a:extLst>
                  <a:ext uri="{FF2B5EF4-FFF2-40B4-BE49-F238E27FC236}">
                    <a16:creationId xmlns:a16="http://schemas.microsoft.com/office/drawing/2014/main" id="{25FDE67D-1168-4E42-B7A4-7C08EB929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8" y="1864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4" name="Freeform 2646">
                <a:extLst>
                  <a:ext uri="{FF2B5EF4-FFF2-40B4-BE49-F238E27FC236}">
                    <a16:creationId xmlns:a16="http://schemas.microsoft.com/office/drawing/2014/main" id="{749A42DC-3D4F-4F0D-86D3-9D734262D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851"/>
                <a:ext cx="70" cy="82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163 h 31"/>
                  <a:gd name="T4" fmla="*/ 1770 w 28"/>
                  <a:gd name="T5" fmla="*/ 9586 h 31"/>
                  <a:gd name="T6" fmla="*/ 0 w 28"/>
                  <a:gd name="T7" fmla="*/ 8570 h 31"/>
                  <a:gd name="T8" fmla="*/ 2938 w 28"/>
                  <a:gd name="T9" fmla="*/ 10620 h 31"/>
                  <a:gd name="T10" fmla="*/ 6845 w 28"/>
                  <a:gd name="T11" fmla="*/ 4793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7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2" y="28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C7C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5" name="Oval 2647">
                <a:extLst>
                  <a:ext uri="{FF2B5EF4-FFF2-40B4-BE49-F238E27FC236}">
                    <a16:creationId xmlns:a16="http://schemas.microsoft.com/office/drawing/2014/main" id="{A357388B-DF0A-4BD5-BD1F-AE8E74892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3" y="1944"/>
                <a:ext cx="92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6" name="Oval 2648">
                <a:extLst>
                  <a:ext uri="{FF2B5EF4-FFF2-40B4-BE49-F238E27FC236}">
                    <a16:creationId xmlns:a16="http://schemas.microsoft.com/office/drawing/2014/main" id="{328B9709-DCCB-4BF3-816E-FB07EAA52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8" y="197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7" name="Freeform 2649">
                <a:extLst>
                  <a:ext uri="{FF2B5EF4-FFF2-40B4-BE49-F238E27FC236}">
                    <a16:creationId xmlns:a16="http://schemas.microsoft.com/office/drawing/2014/main" id="{072D33D2-6B26-41C8-9697-BEFF6C67B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955"/>
                <a:ext cx="70" cy="82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163 h 31"/>
                  <a:gd name="T4" fmla="*/ 1770 w 28"/>
                  <a:gd name="T5" fmla="*/ 9586 h 31"/>
                  <a:gd name="T6" fmla="*/ 0 w 28"/>
                  <a:gd name="T7" fmla="*/ 8957 h 31"/>
                  <a:gd name="T8" fmla="*/ 2938 w 28"/>
                  <a:gd name="T9" fmla="*/ 10620 h 31"/>
                  <a:gd name="T10" fmla="*/ 6845 w 28"/>
                  <a:gd name="T11" fmla="*/ 5185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7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2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8" name="Oval 2650">
                <a:extLst>
                  <a:ext uri="{FF2B5EF4-FFF2-40B4-BE49-F238E27FC236}">
                    <a16:creationId xmlns:a16="http://schemas.microsoft.com/office/drawing/2014/main" id="{EBBE7E68-D7C2-400A-8E86-6B1F29767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3" y="2048"/>
                <a:ext cx="92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9" name="Oval 2651">
                <a:extLst>
                  <a:ext uri="{FF2B5EF4-FFF2-40B4-BE49-F238E27FC236}">
                    <a16:creationId xmlns:a16="http://schemas.microsoft.com/office/drawing/2014/main" id="{E13A6C0D-6473-4AC5-9B26-83AD1EBF4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8" y="2072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0" name="Freeform 2652">
                <a:extLst>
                  <a:ext uri="{FF2B5EF4-FFF2-40B4-BE49-F238E27FC236}">
                    <a16:creationId xmlns:a16="http://schemas.microsoft.com/office/drawing/2014/main" id="{68F11C82-B323-42D3-864A-56D2B87C2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059"/>
                <a:ext cx="70" cy="82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163 h 31"/>
                  <a:gd name="T4" fmla="*/ 1770 w 28"/>
                  <a:gd name="T5" fmla="*/ 9586 h 31"/>
                  <a:gd name="T6" fmla="*/ 0 w 28"/>
                  <a:gd name="T7" fmla="*/ 8570 h 31"/>
                  <a:gd name="T8" fmla="*/ 2938 w 28"/>
                  <a:gd name="T9" fmla="*/ 10620 h 31"/>
                  <a:gd name="T10" fmla="*/ 6845 w 28"/>
                  <a:gd name="T11" fmla="*/ 4793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7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2" y="28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1" name="Oval 2653">
                <a:extLst>
                  <a:ext uri="{FF2B5EF4-FFF2-40B4-BE49-F238E27FC236}">
                    <a16:creationId xmlns:a16="http://schemas.microsoft.com/office/drawing/2014/main" id="{1B20F548-1058-48FD-BF7C-909431065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2019"/>
                <a:ext cx="93" cy="98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2" name="Oval 2654">
                <a:extLst>
                  <a:ext uri="{FF2B5EF4-FFF2-40B4-BE49-F238E27FC236}">
                    <a16:creationId xmlns:a16="http://schemas.microsoft.com/office/drawing/2014/main" id="{3F5256C4-17BF-477C-B57D-285329E00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5" y="2043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3" name="Freeform 2655">
                <a:extLst>
                  <a:ext uri="{FF2B5EF4-FFF2-40B4-BE49-F238E27FC236}">
                    <a16:creationId xmlns:a16="http://schemas.microsoft.com/office/drawing/2014/main" id="{83A4357C-B971-462E-A4FD-9D81B7357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029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770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090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7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2" y="28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4" name="Oval 2656">
                <a:extLst>
                  <a:ext uri="{FF2B5EF4-FFF2-40B4-BE49-F238E27FC236}">
                    <a16:creationId xmlns:a16="http://schemas.microsoft.com/office/drawing/2014/main" id="{1F2DB642-5F4A-41C7-8F14-B2011F89D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1901"/>
                <a:ext cx="93" cy="99"/>
              </a:xfrm>
              <a:prstGeom prst="ellipse">
                <a:avLst/>
              </a:prstGeom>
              <a:solidFill>
                <a:srgbClr val="E7DE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5" name="Oval 2657">
                <a:extLst>
                  <a:ext uri="{FF2B5EF4-FFF2-40B4-BE49-F238E27FC236}">
                    <a16:creationId xmlns:a16="http://schemas.microsoft.com/office/drawing/2014/main" id="{88C413E1-EDD0-428F-A254-4A368996D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5" y="1925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6" name="Freeform 2658">
                <a:extLst>
                  <a:ext uri="{FF2B5EF4-FFF2-40B4-BE49-F238E27FC236}">
                    <a16:creationId xmlns:a16="http://schemas.microsoft.com/office/drawing/2014/main" id="{A3872DAA-2CE2-4DFD-B5E7-951CB504B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912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770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090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7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2" y="28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C7C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7" name="Oval 2659">
                <a:extLst>
                  <a:ext uri="{FF2B5EF4-FFF2-40B4-BE49-F238E27FC236}">
                    <a16:creationId xmlns:a16="http://schemas.microsoft.com/office/drawing/2014/main" id="{B9B371DE-2DDE-449A-90A7-6D623C7D7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0" y="1952"/>
                <a:ext cx="93" cy="99"/>
              </a:xfrm>
              <a:prstGeom prst="ellipse">
                <a:avLst/>
              </a:prstGeom>
              <a:solidFill>
                <a:srgbClr val="E7DE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8" name="Oval 2660">
                <a:extLst>
                  <a:ext uri="{FF2B5EF4-FFF2-40B4-BE49-F238E27FC236}">
                    <a16:creationId xmlns:a16="http://schemas.microsoft.com/office/drawing/2014/main" id="{EC2E47B8-494B-4D43-8BE3-896BDD53C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1976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9" name="Freeform 2661">
                <a:extLst>
                  <a:ext uri="{FF2B5EF4-FFF2-40B4-BE49-F238E27FC236}">
                    <a16:creationId xmlns:a16="http://schemas.microsoft.com/office/drawing/2014/main" id="{97381D40-B314-4968-812A-F3B972B20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1963"/>
                <a:ext cx="70" cy="82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163 h 31"/>
                  <a:gd name="T4" fmla="*/ 1770 w 28"/>
                  <a:gd name="T5" fmla="*/ 9586 h 31"/>
                  <a:gd name="T6" fmla="*/ 0 w 28"/>
                  <a:gd name="T7" fmla="*/ 8570 h 31"/>
                  <a:gd name="T8" fmla="*/ 2938 w 28"/>
                  <a:gd name="T9" fmla="*/ 10620 h 31"/>
                  <a:gd name="T10" fmla="*/ 6845 w 28"/>
                  <a:gd name="T11" fmla="*/ 4793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7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2" y="28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C7C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0" name="Freeform 2662">
                <a:extLst>
                  <a:ext uri="{FF2B5EF4-FFF2-40B4-BE49-F238E27FC236}">
                    <a16:creationId xmlns:a16="http://schemas.microsoft.com/office/drawing/2014/main" id="{60D267E8-DDCC-45DA-A23E-BA20C4C6B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531"/>
                <a:ext cx="100" cy="106"/>
              </a:xfrm>
              <a:custGeom>
                <a:avLst/>
                <a:gdLst>
                  <a:gd name="T0" fmla="*/ 520 w 40"/>
                  <a:gd name="T1" fmla="*/ 5864 h 40"/>
                  <a:gd name="T2" fmla="*/ 5675 w 40"/>
                  <a:gd name="T3" fmla="*/ 633 h 40"/>
                  <a:gd name="T4" fmla="*/ 9300 w 40"/>
                  <a:gd name="T5" fmla="*/ 8393 h 40"/>
                  <a:gd name="T6" fmla="*/ 3908 w 40"/>
                  <a:gd name="T7" fmla="*/ 13216 h 40"/>
                  <a:gd name="T8" fmla="*/ 520 w 40"/>
                  <a:gd name="T9" fmla="*/ 586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7"/>
                    </a:moveTo>
                    <a:cubicBezTo>
                      <a:pt x="4" y="7"/>
                      <a:pt x="13" y="0"/>
                      <a:pt x="23" y="2"/>
                    </a:cubicBezTo>
                    <a:cubicBezTo>
                      <a:pt x="33" y="4"/>
                      <a:pt x="40" y="14"/>
                      <a:pt x="38" y="24"/>
                    </a:cubicBezTo>
                    <a:cubicBezTo>
                      <a:pt x="36" y="34"/>
                      <a:pt x="26" y="40"/>
                      <a:pt x="16" y="38"/>
                    </a:cubicBezTo>
                    <a:cubicBezTo>
                      <a:pt x="6" y="36"/>
                      <a:pt x="0" y="27"/>
                      <a:pt x="2" y="17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1" name="Freeform 2663">
                <a:extLst>
                  <a:ext uri="{FF2B5EF4-FFF2-40B4-BE49-F238E27FC236}">
                    <a16:creationId xmlns:a16="http://schemas.microsoft.com/office/drawing/2014/main" id="{EEC22EEE-F9DC-4830-B875-B514453AE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1544"/>
                <a:ext cx="52" cy="59"/>
              </a:xfrm>
              <a:custGeom>
                <a:avLst/>
                <a:gdLst>
                  <a:gd name="T0" fmla="*/ 183 w 21"/>
                  <a:gd name="T1" fmla="*/ 3315 h 22"/>
                  <a:gd name="T2" fmla="*/ 2778 w 21"/>
                  <a:gd name="T3" fmla="*/ 402 h 22"/>
                  <a:gd name="T4" fmla="*/ 4660 w 21"/>
                  <a:gd name="T5" fmla="*/ 4862 h 22"/>
                  <a:gd name="T6" fmla="*/ 2035 w 21"/>
                  <a:gd name="T7" fmla="*/ 7753 h 22"/>
                  <a:gd name="T8" fmla="*/ 183 w 21"/>
                  <a:gd name="T9" fmla="*/ 331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" y="9"/>
                    </a:moveTo>
                    <a:cubicBezTo>
                      <a:pt x="2" y="4"/>
                      <a:pt x="7" y="0"/>
                      <a:pt x="12" y="1"/>
                    </a:cubicBezTo>
                    <a:cubicBezTo>
                      <a:pt x="18" y="3"/>
                      <a:pt x="21" y="8"/>
                      <a:pt x="20" y="13"/>
                    </a:cubicBezTo>
                    <a:cubicBezTo>
                      <a:pt x="19" y="18"/>
                      <a:pt x="14" y="22"/>
                      <a:pt x="9" y="21"/>
                    </a:cubicBezTo>
                    <a:cubicBezTo>
                      <a:pt x="3" y="20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2" name="Freeform 2664">
                <a:extLst>
                  <a:ext uri="{FF2B5EF4-FFF2-40B4-BE49-F238E27FC236}">
                    <a16:creationId xmlns:a16="http://schemas.microsoft.com/office/drawing/2014/main" id="{DF65BC2B-E9A9-4E81-8783-0D53E9DD8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557"/>
                <a:ext cx="18" cy="19"/>
              </a:xfrm>
              <a:custGeom>
                <a:avLst/>
                <a:gdLst>
                  <a:gd name="T0" fmla="*/ 0 w 7"/>
                  <a:gd name="T1" fmla="*/ 1200 h 7"/>
                  <a:gd name="T2" fmla="*/ 1137 w 7"/>
                  <a:gd name="T3" fmla="*/ 0 h 7"/>
                  <a:gd name="T4" fmla="*/ 2003 w 7"/>
                  <a:gd name="T5" fmla="*/ 1620 h 7"/>
                  <a:gd name="T6" fmla="*/ 918 w 7"/>
                  <a:gd name="T7" fmla="*/ 2823 h 7"/>
                  <a:gd name="T8" fmla="*/ 0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3" name="Freeform 2665">
                <a:extLst>
                  <a:ext uri="{FF2B5EF4-FFF2-40B4-BE49-F238E27FC236}">
                    <a16:creationId xmlns:a16="http://schemas.microsoft.com/office/drawing/2014/main" id="{14CC91BE-5520-4465-95AE-16697A9AC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549"/>
                <a:ext cx="78" cy="83"/>
              </a:xfrm>
              <a:custGeom>
                <a:avLst/>
                <a:gdLst>
                  <a:gd name="T0" fmla="*/ 5842 w 31"/>
                  <a:gd name="T1" fmla="*/ 0 h 31"/>
                  <a:gd name="T2" fmla="*/ 6577 w 31"/>
                  <a:gd name="T3" fmla="*/ 4838 h 31"/>
                  <a:gd name="T4" fmla="*/ 1799 w 31"/>
                  <a:gd name="T5" fmla="*/ 9612 h 31"/>
                  <a:gd name="T6" fmla="*/ 0 w 31"/>
                  <a:gd name="T7" fmla="*/ 7714 h 31"/>
                  <a:gd name="T8" fmla="*/ 2805 w 31"/>
                  <a:gd name="T9" fmla="*/ 10744 h 31"/>
                  <a:gd name="T10" fmla="*/ 7584 w 31"/>
                  <a:gd name="T11" fmla="*/ 5914 h 31"/>
                  <a:gd name="T12" fmla="*/ 5842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3" y="0"/>
                    </a:moveTo>
                    <a:cubicBezTo>
                      <a:pt x="27" y="7"/>
                      <a:pt x="27" y="9"/>
                      <a:pt x="26" y="13"/>
                    </a:cubicBezTo>
                    <a:cubicBezTo>
                      <a:pt x="24" y="24"/>
                      <a:pt x="16" y="27"/>
                      <a:pt x="7" y="26"/>
                    </a:cubicBezTo>
                    <a:cubicBezTo>
                      <a:pt x="5" y="25"/>
                      <a:pt x="2" y="23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19" y="31"/>
                      <a:pt x="28" y="25"/>
                      <a:pt x="30" y="16"/>
                    </a:cubicBezTo>
                    <a:cubicBezTo>
                      <a:pt x="31" y="10"/>
                      <a:pt x="28" y="4"/>
                      <a:pt x="23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4" name="Freeform 2666">
                <a:extLst>
                  <a:ext uri="{FF2B5EF4-FFF2-40B4-BE49-F238E27FC236}">
                    <a16:creationId xmlns:a16="http://schemas.microsoft.com/office/drawing/2014/main" id="{6DAF7DBE-E938-4F62-B271-7273A8219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453"/>
                <a:ext cx="100" cy="107"/>
              </a:xfrm>
              <a:custGeom>
                <a:avLst/>
                <a:gdLst>
                  <a:gd name="T0" fmla="*/ 520 w 40"/>
                  <a:gd name="T1" fmla="*/ 6147 h 40"/>
                  <a:gd name="T2" fmla="*/ 5675 w 40"/>
                  <a:gd name="T3" fmla="*/ 671 h 40"/>
                  <a:gd name="T4" fmla="*/ 9300 w 40"/>
                  <a:gd name="T5" fmla="*/ 8745 h 40"/>
                  <a:gd name="T6" fmla="*/ 3908 w 40"/>
                  <a:gd name="T7" fmla="*/ 13974 h 40"/>
                  <a:gd name="T8" fmla="*/ 520 w 40"/>
                  <a:gd name="T9" fmla="*/ 614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7"/>
                    </a:moveTo>
                    <a:cubicBezTo>
                      <a:pt x="4" y="7"/>
                      <a:pt x="13" y="0"/>
                      <a:pt x="23" y="2"/>
                    </a:cubicBezTo>
                    <a:cubicBezTo>
                      <a:pt x="33" y="4"/>
                      <a:pt x="40" y="14"/>
                      <a:pt x="38" y="24"/>
                    </a:cubicBezTo>
                    <a:cubicBezTo>
                      <a:pt x="36" y="34"/>
                      <a:pt x="26" y="40"/>
                      <a:pt x="16" y="38"/>
                    </a:cubicBezTo>
                    <a:cubicBezTo>
                      <a:pt x="6" y="36"/>
                      <a:pt x="0" y="27"/>
                      <a:pt x="2" y="17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5" name="Freeform 2667">
                <a:extLst>
                  <a:ext uri="{FF2B5EF4-FFF2-40B4-BE49-F238E27FC236}">
                    <a16:creationId xmlns:a16="http://schemas.microsoft.com/office/drawing/2014/main" id="{F17F6EDD-043D-46E4-B493-F01B1B71E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467"/>
                <a:ext cx="53" cy="58"/>
              </a:xfrm>
              <a:custGeom>
                <a:avLst/>
                <a:gdLst>
                  <a:gd name="T0" fmla="*/ 318 w 21"/>
                  <a:gd name="T1" fmla="*/ 3045 h 22"/>
                  <a:gd name="T2" fmla="*/ 3089 w 21"/>
                  <a:gd name="T3" fmla="*/ 382 h 22"/>
                  <a:gd name="T4" fmla="*/ 5116 w 21"/>
                  <a:gd name="T5" fmla="*/ 4345 h 22"/>
                  <a:gd name="T6" fmla="*/ 2345 w 21"/>
                  <a:gd name="T7" fmla="*/ 7000 h 22"/>
                  <a:gd name="T8" fmla="*/ 318 w 21"/>
                  <a:gd name="T9" fmla="*/ 30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" y="9"/>
                    </a:moveTo>
                    <a:cubicBezTo>
                      <a:pt x="2" y="4"/>
                      <a:pt x="7" y="0"/>
                      <a:pt x="12" y="1"/>
                    </a:cubicBezTo>
                    <a:cubicBezTo>
                      <a:pt x="18" y="3"/>
                      <a:pt x="21" y="8"/>
                      <a:pt x="20" y="13"/>
                    </a:cubicBezTo>
                    <a:cubicBezTo>
                      <a:pt x="19" y="18"/>
                      <a:pt x="14" y="22"/>
                      <a:pt x="9" y="21"/>
                    </a:cubicBezTo>
                    <a:cubicBezTo>
                      <a:pt x="3" y="20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6" name="Freeform 2668">
                <a:extLst>
                  <a:ext uri="{FF2B5EF4-FFF2-40B4-BE49-F238E27FC236}">
                    <a16:creationId xmlns:a16="http://schemas.microsoft.com/office/drawing/2014/main" id="{673A4C24-BF05-4A70-BB25-4199F24F9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480"/>
                <a:ext cx="17" cy="19"/>
              </a:xfrm>
              <a:custGeom>
                <a:avLst/>
                <a:gdLst>
                  <a:gd name="T0" fmla="*/ 0 w 7"/>
                  <a:gd name="T1" fmla="*/ 1200 h 7"/>
                  <a:gd name="T2" fmla="*/ 831 w 7"/>
                  <a:gd name="T3" fmla="*/ 0 h 7"/>
                  <a:gd name="T4" fmla="*/ 1433 w 7"/>
                  <a:gd name="T5" fmla="*/ 1620 h 7"/>
                  <a:gd name="T6" fmla="*/ 590 w 7"/>
                  <a:gd name="T7" fmla="*/ 2823 h 7"/>
                  <a:gd name="T8" fmla="*/ 0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7" name="Freeform 2669">
                <a:extLst>
                  <a:ext uri="{FF2B5EF4-FFF2-40B4-BE49-F238E27FC236}">
                    <a16:creationId xmlns:a16="http://schemas.microsoft.com/office/drawing/2014/main" id="{7165DAF2-E724-452C-930F-78BD12465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472"/>
                <a:ext cx="77" cy="83"/>
              </a:xfrm>
              <a:custGeom>
                <a:avLst/>
                <a:gdLst>
                  <a:gd name="T0" fmla="*/ 5410 w 31"/>
                  <a:gd name="T1" fmla="*/ 0 h 31"/>
                  <a:gd name="T2" fmla="*/ 6133 w 31"/>
                  <a:gd name="T3" fmla="*/ 4838 h 31"/>
                  <a:gd name="T4" fmla="*/ 1592 w 31"/>
                  <a:gd name="T5" fmla="*/ 9612 h 31"/>
                  <a:gd name="T6" fmla="*/ 0 w 31"/>
                  <a:gd name="T7" fmla="*/ 7714 h 31"/>
                  <a:gd name="T8" fmla="*/ 2541 w 31"/>
                  <a:gd name="T9" fmla="*/ 10744 h 31"/>
                  <a:gd name="T10" fmla="*/ 7082 w 31"/>
                  <a:gd name="T11" fmla="*/ 5914 h 31"/>
                  <a:gd name="T12" fmla="*/ 5410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3" y="0"/>
                    </a:moveTo>
                    <a:cubicBezTo>
                      <a:pt x="27" y="7"/>
                      <a:pt x="27" y="9"/>
                      <a:pt x="26" y="13"/>
                    </a:cubicBezTo>
                    <a:cubicBezTo>
                      <a:pt x="24" y="24"/>
                      <a:pt x="16" y="27"/>
                      <a:pt x="7" y="26"/>
                    </a:cubicBezTo>
                    <a:cubicBezTo>
                      <a:pt x="5" y="25"/>
                      <a:pt x="2" y="23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19" y="31"/>
                      <a:pt x="28" y="25"/>
                      <a:pt x="30" y="16"/>
                    </a:cubicBezTo>
                    <a:cubicBezTo>
                      <a:pt x="31" y="10"/>
                      <a:pt x="28" y="4"/>
                      <a:pt x="23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8" name="Freeform 2670">
                <a:extLst>
                  <a:ext uri="{FF2B5EF4-FFF2-40B4-BE49-F238E27FC236}">
                    <a16:creationId xmlns:a16="http://schemas.microsoft.com/office/drawing/2014/main" id="{8D5D7837-8828-488E-BC10-2ECB48491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499"/>
                <a:ext cx="100" cy="106"/>
              </a:xfrm>
              <a:custGeom>
                <a:avLst/>
                <a:gdLst>
                  <a:gd name="T0" fmla="*/ 520 w 40"/>
                  <a:gd name="T1" fmla="*/ 5470 h 40"/>
                  <a:gd name="T2" fmla="*/ 5675 w 40"/>
                  <a:gd name="T3" fmla="*/ 633 h 40"/>
                  <a:gd name="T4" fmla="*/ 9300 w 40"/>
                  <a:gd name="T5" fmla="*/ 7984 h 40"/>
                  <a:gd name="T6" fmla="*/ 3908 w 40"/>
                  <a:gd name="T7" fmla="*/ 13216 h 40"/>
                  <a:gd name="T8" fmla="*/ 520 w 40"/>
                  <a:gd name="T9" fmla="*/ 547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6"/>
                    </a:moveTo>
                    <a:cubicBezTo>
                      <a:pt x="4" y="6"/>
                      <a:pt x="13" y="0"/>
                      <a:pt x="23" y="2"/>
                    </a:cubicBezTo>
                    <a:cubicBezTo>
                      <a:pt x="33" y="4"/>
                      <a:pt x="40" y="13"/>
                      <a:pt x="38" y="23"/>
                    </a:cubicBezTo>
                    <a:cubicBezTo>
                      <a:pt x="36" y="33"/>
                      <a:pt x="26" y="40"/>
                      <a:pt x="16" y="38"/>
                    </a:cubicBezTo>
                    <a:cubicBezTo>
                      <a:pt x="6" y="36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9" name="Freeform 2671">
                <a:extLst>
                  <a:ext uri="{FF2B5EF4-FFF2-40B4-BE49-F238E27FC236}">
                    <a16:creationId xmlns:a16="http://schemas.microsoft.com/office/drawing/2014/main" id="{44406455-F428-4441-BEAB-167FFC8FE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512"/>
                <a:ext cx="52" cy="56"/>
              </a:xfrm>
              <a:custGeom>
                <a:avLst/>
                <a:gdLst>
                  <a:gd name="T0" fmla="*/ 183 w 21"/>
                  <a:gd name="T1" fmla="*/ 3243 h 21"/>
                  <a:gd name="T2" fmla="*/ 2778 w 21"/>
                  <a:gd name="T3" fmla="*/ 397 h 21"/>
                  <a:gd name="T4" fmla="*/ 4660 w 21"/>
                  <a:gd name="T5" fmla="*/ 4701 h 21"/>
                  <a:gd name="T6" fmla="*/ 2035 w 21"/>
                  <a:gd name="T7" fmla="*/ 7133 h 21"/>
                  <a:gd name="T8" fmla="*/ 183 w 21"/>
                  <a:gd name="T9" fmla="*/ 324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" y="9"/>
                    </a:moveTo>
                    <a:cubicBezTo>
                      <a:pt x="2" y="3"/>
                      <a:pt x="7" y="0"/>
                      <a:pt x="12" y="1"/>
                    </a:cubicBezTo>
                    <a:cubicBezTo>
                      <a:pt x="18" y="2"/>
                      <a:pt x="21" y="7"/>
                      <a:pt x="20" y="13"/>
                    </a:cubicBezTo>
                    <a:cubicBezTo>
                      <a:pt x="19" y="18"/>
                      <a:pt x="14" y="21"/>
                      <a:pt x="9" y="20"/>
                    </a:cubicBezTo>
                    <a:cubicBezTo>
                      <a:pt x="3" y="19"/>
                      <a:pt x="0" y="14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0" name="Freeform 2672">
                <a:extLst>
                  <a:ext uri="{FF2B5EF4-FFF2-40B4-BE49-F238E27FC236}">
                    <a16:creationId xmlns:a16="http://schemas.microsoft.com/office/drawing/2014/main" id="{E0BBAD73-35C9-47D4-9E57-E7A896B73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23"/>
                <a:ext cx="18" cy="21"/>
              </a:xfrm>
              <a:custGeom>
                <a:avLst/>
                <a:gdLst>
                  <a:gd name="T0" fmla="*/ 0 w 7"/>
                  <a:gd name="T1" fmla="*/ 992 h 8"/>
                  <a:gd name="T2" fmla="*/ 1137 w 7"/>
                  <a:gd name="T3" fmla="*/ 378 h 8"/>
                  <a:gd name="T4" fmla="*/ 2003 w 7"/>
                  <a:gd name="T5" fmla="*/ 1612 h 8"/>
                  <a:gd name="T6" fmla="*/ 918 w 7"/>
                  <a:gd name="T7" fmla="*/ 2226 h 8"/>
                  <a:gd name="T8" fmla="*/ 0 w 7"/>
                  <a:gd name="T9" fmla="*/ 9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5" y="8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1" name="Freeform 2673">
                <a:extLst>
                  <a:ext uri="{FF2B5EF4-FFF2-40B4-BE49-F238E27FC236}">
                    <a16:creationId xmlns:a16="http://schemas.microsoft.com/office/drawing/2014/main" id="{87259FD2-AA3B-4D70-A868-3036DA5CF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517"/>
                <a:ext cx="78" cy="80"/>
              </a:xfrm>
              <a:custGeom>
                <a:avLst/>
                <a:gdLst>
                  <a:gd name="T0" fmla="*/ 5842 w 31"/>
                  <a:gd name="T1" fmla="*/ 0 h 30"/>
                  <a:gd name="T2" fmla="*/ 6577 w 31"/>
                  <a:gd name="T3" fmla="*/ 4301 h 30"/>
                  <a:gd name="T4" fmla="*/ 1799 w 31"/>
                  <a:gd name="T5" fmla="*/ 9045 h 30"/>
                  <a:gd name="T6" fmla="*/ 0 w 31"/>
                  <a:gd name="T7" fmla="*/ 7531 h 30"/>
                  <a:gd name="T8" fmla="*/ 2805 w 31"/>
                  <a:gd name="T9" fmla="*/ 10376 h 30"/>
                  <a:gd name="T10" fmla="*/ 7584 w 31"/>
                  <a:gd name="T11" fmla="*/ 5824 h 30"/>
                  <a:gd name="T12" fmla="*/ 5842 w 3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23" y="0"/>
                    </a:moveTo>
                    <a:cubicBezTo>
                      <a:pt x="27" y="6"/>
                      <a:pt x="27" y="8"/>
                      <a:pt x="26" y="12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5" y="25"/>
                      <a:pt x="2" y="22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19" y="30"/>
                      <a:pt x="28" y="25"/>
                      <a:pt x="30" y="16"/>
                    </a:cubicBezTo>
                    <a:cubicBezTo>
                      <a:pt x="31" y="10"/>
                      <a:pt x="28" y="3"/>
                      <a:pt x="23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2" name="Freeform 2674">
                <a:extLst>
                  <a:ext uri="{FF2B5EF4-FFF2-40B4-BE49-F238E27FC236}">
                    <a16:creationId xmlns:a16="http://schemas.microsoft.com/office/drawing/2014/main" id="{D893E0E0-93C8-4634-A4F3-76295150A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75"/>
                <a:ext cx="97" cy="106"/>
              </a:xfrm>
              <a:custGeom>
                <a:avLst/>
                <a:gdLst>
                  <a:gd name="T0" fmla="*/ 187 w 39"/>
                  <a:gd name="T1" fmla="*/ 5470 h 40"/>
                  <a:gd name="T2" fmla="*/ 5432 w 39"/>
                  <a:gd name="T3" fmla="*/ 633 h 40"/>
                  <a:gd name="T4" fmla="*/ 8772 w 39"/>
                  <a:gd name="T5" fmla="*/ 7984 h 40"/>
                  <a:gd name="T6" fmla="*/ 3785 w 39"/>
                  <a:gd name="T7" fmla="*/ 13216 h 40"/>
                  <a:gd name="T8" fmla="*/ 187 w 39"/>
                  <a:gd name="T9" fmla="*/ 547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1" y="16"/>
                    </a:moveTo>
                    <a:cubicBezTo>
                      <a:pt x="3" y="6"/>
                      <a:pt x="13" y="0"/>
                      <a:pt x="23" y="2"/>
                    </a:cubicBezTo>
                    <a:cubicBezTo>
                      <a:pt x="33" y="4"/>
                      <a:pt x="39" y="13"/>
                      <a:pt x="37" y="23"/>
                    </a:cubicBezTo>
                    <a:cubicBezTo>
                      <a:pt x="35" y="33"/>
                      <a:pt x="26" y="40"/>
                      <a:pt x="16" y="38"/>
                    </a:cubicBezTo>
                    <a:cubicBezTo>
                      <a:pt x="6" y="36"/>
                      <a:pt x="0" y="26"/>
                      <a:pt x="1" y="16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3" name="Freeform 2675">
                <a:extLst>
                  <a:ext uri="{FF2B5EF4-FFF2-40B4-BE49-F238E27FC236}">
                    <a16:creationId xmlns:a16="http://schemas.microsoft.com/office/drawing/2014/main" id="{4A93BF7E-0379-4EDD-AB58-2B0E5DEA3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688"/>
                <a:ext cx="53" cy="56"/>
              </a:xfrm>
              <a:custGeom>
                <a:avLst/>
                <a:gdLst>
                  <a:gd name="T0" fmla="*/ 318 w 21"/>
                  <a:gd name="T1" fmla="*/ 3243 h 21"/>
                  <a:gd name="T2" fmla="*/ 3089 w 21"/>
                  <a:gd name="T3" fmla="*/ 397 h 21"/>
                  <a:gd name="T4" fmla="*/ 5116 w 21"/>
                  <a:gd name="T5" fmla="*/ 4701 h 21"/>
                  <a:gd name="T6" fmla="*/ 2027 w 21"/>
                  <a:gd name="T7" fmla="*/ 7133 h 21"/>
                  <a:gd name="T8" fmla="*/ 318 w 21"/>
                  <a:gd name="T9" fmla="*/ 324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" y="9"/>
                    </a:moveTo>
                    <a:cubicBezTo>
                      <a:pt x="2" y="3"/>
                      <a:pt x="7" y="0"/>
                      <a:pt x="12" y="1"/>
                    </a:cubicBezTo>
                    <a:cubicBezTo>
                      <a:pt x="18" y="2"/>
                      <a:pt x="21" y="7"/>
                      <a:pt x="20" y="13"/>
                    </a:cubicBezTo>
                    <a:cubicBezTo>
                      <a:pt x="19" y="18"/>
                      <a:pt x="14" y="21"/>
                      <a:pt x="8" y="20"/>
                    </a:cubicBezTo>
                    <a:cubicBezTo>
                      <a:pt x="3" y="19"/>
                      <a:pt x="0" y="14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4" name="Freeform 2676">
                <a:extLst>
                  <a:ext uri="{FF2B5EF4-FFF2-40B4-BE49-F238E27FC236}">
                    <a16:creationId xmlns:a16="http://schemas.microsoft.com/office/drawing/2014/main" id="{2B05BAAA-B5A6-4ED9-B4F1-45A3A4A36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699"/>
                <a:ext cx="17" cy="21"/>
              </a:xfrm>
              <a:custGeom>
                <a:avLst/>
                <a:gdLst>
                  <a:gd name="T0" fmla="*/ 0 w 7"/>
                  <a:gd name="T1" fmla="*/ 992 h 8"/>
                  <a:gd name="T2" fmla="*/ 831 w 7"/>
                  <a:gd name="T3" fmla="*/ 378 h 8"/>
                  <a:gd name="T4" fmla="*/ 1243 w 7"/>
                  <a:gd name="T5" fmla="*/ 1612 h 8"/>
                  <a:gd name="T6" fmla="*/ 590 w 7"/>
                  <a:gd name="T7" fmla="*/ 2226 h 8"/>
                  <a:gd name="T8" fmla="*/ 0 w 7"/>
                  <a:gd name="T9" fmla="*/ 9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6" y="6"/>
                      <a:pt x="4" y="8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5" name="Freeform 2677">
                <a:extLst>
                  <a:ext uri="{FF2B5EF4-FFF2-40B4-BE49-F238E27FC236}">
                    <a16:creationId xmlns:a16="http://schemas.microsoft.com/office/drawing/2014/main" id="{7BEFBE34-2F1C-42FA-BC04-52E1544AE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693"/>
                <a:ext cx="77" cy="80"/>
              </a:xfrm>
              <a:custGeom>
                <a:avLst/>
                <a:gdLst>
                  <a:gd name="T0" fmla="*/ 5410 w 31"/>
                  <a:gd name="T1" fmla="*/ 0 h 30"/>
                  <a:gd name="T2" fmla="*/ 6133 w 31"/>
                  <a:gd name="T3" fmla="*/ 4301 h 30"/>
                  <a:gd name="T4" fmla="*/ 1592 w 31"/>
                  <a:gd name="T5" fmla="*/ 9045 h 30"/>
                  <a:gd name="T6" fmla="*/ 0 w 31"/>
                  <a:gd name="T7" fmla="*/ 7531 h 30"/>
                  <a:gd name="T8" fmla="*/ 2362 w 31"/>
                  <a:gd name="T9" fmla="*/ 10376 h 30"/>
                  <a:gd name="T10" fmla="*/ 6818 w 31"/>
                  <a:gd name="T11" fmla="*/ 5824 h 30"/>
                  <a:gd name="T12" fmla="*/ 5410 w 3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23" y="0"/>
                    </a:moveTo>
                    <a:cubicBezTo>
                      <a:pt x="27" y="6"/>
                      <a:pt x="27" y="8"/>
                      <a:pt x="26" y="12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4" y="25"/>
                      <a:pt x="1" y="22"/>
                      <a:pt x="0" y="21"/>
                    </a:cubicBezTo>
                    <a:cubicBezTo>
                      <a:pt x="2" y="25"/>
                      <a:pt x="6" y="28"/>
                      <a:pt x="10" y="29"/>
                    </a:cubicBezTo>
                    <a:cubicBezTo>
                      <a:pt x="19" y="30"/>
                      <a:pt x="28" y="25"/>
                      <a:pt x="29" y="16"/>
                    </a:cubicBezTo>
                    <a:cubicBezTo>
                      <a:pt x="31" y="10"/>
                      <a:pt x="28" y="4"/>
                      <a:pt x="23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6" name="Freeform 2678">
                <a:extLst>
                  <a:ext uri="{FF2B5EF4-FFF2-40B4-BE49-F238E27FC236}">
                    <a16:creationId xmlns:a16="http://schemas.microsoft.com/office/drawing/2014/main" id="{B2151801-6109-4B1E-BB51-9411E4D66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629"/>
                <a:ext cx="97" cy="107"/>
              </a:xfrm>
              <a:custGeom>
                <a:avLst/>
                <a:gdLst>
                  <a:gd name="T0" fmla="*/ 465 w 39"/>
                  <a:gd name="T1" fmla="*/ 5896 h 40"/>
                  <a:gd name="T2" fmla="*/ 5432 w 39"/>
                  <a:gd name="T3" fmla="*/ 671 h 40"/>
                  <a:gd name="T4" fmla="*/ 8772 w 39"/>
                  <a:gd name="T5" fmla="*/ 8501 h 40"/>
                  <a:gd name="T6" fmla="*/ 3785 w 39"/>
                  <a:gd name="T7" fmla="*/ 13974 h 40"/>
                  <a:gd name="T8" fmla="*/ 465 w 39"/>
                  <a:gd name="T9" fmla="*/ 589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2" y="16"/>
                    </a:moveTo>
                    <a:cubicBezTo>
                      <a:pt x="3" y="6"/>
                      <a:pt x="13" y="0"/>
                      <a:pt x="23" y="2"/>
                    </a:cubicBezTo>
                    <a:cubicBezTo>
                      <a:pt x="33" y="4"/>
                      <a:pt x="39" y="13"/>
                      <a:pt x="37" y="23"/>
                    </a:cubicBezTo>
                    <a:cubicBezTo>
                      <a:pt x="35" y="33"/>
                      <a:pt x="26" y="40"/>
                      <a:pt x="16" y="38"/>
                    </a:cubicBezTo>
                    <a:cubicBezTo>
                      <a:pt x="6" y="36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7" name="Freeform 2679">
                <a:extLst>
                  <a:ext uri="{FF2B5EF4-FFF2-40B4-BE49-F238E27FC236}">
                    <a16:creationId xmlns:a16="http://schemas.microsoft.com/office/drawing/2014/main" id="{AC0CAF1D-D5E7-48B5-9964-F4DB7DF1E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643"/>
                <a:ext cx="53" cy="56"/>
              </a:xfrm>
              <a:custGeom>
                <a:avLst/>
                <a:gdLst>
                  <a:gd name="T0" fmla="*/ 318 w 21"/>
                  <a:gd name="T1" fmla="*/ 3243 h 21"/>
                  <a:gd name="T2" fmla="*/ 3089 w 21"/>
                  <a:gd name="T3" fmla="*/ 397 h 21"/>
                  <a:gd name="T4" fmla="*/ 5116 w 21"/>
                  <a:gd name="T5" fmla="*/ 4701 h 21"/>
                  <a:gd name="T6" fmla="*/ 2345 w 21"/>
                  <a:gd name="T7" fmla="*/ 7133 h 21"/>
                  <a:gd name="T8" fmla="*/ 318 w 21"/>
                  <a:gd name="T9" fmla="*/ 324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" y="9"/>
                    </a:moveTo>
                    <a:cubicBezTo>
                      <a:pt x="2" y="3"/>
                      <a:pt x="7" y="0"/>
                      <a:pt x="12" y="1"/>
                    </a:cubicBezTo>
                    <a:cubicBezTo>
                      <a:pt x="18" y="2"/>
                      <a:pt x="21" y="7"/>
                      <a:pt x="20" y="13"/>
                    </a:cubicBezTo>
                    <a:cubicBezTo>
                      <a:pt x="19" y="18"/>
                      <a:pt x="14" y="21"/>
                      <a:pt x="9" y="20"/>
                    </a:cubicBezTo>
                    <a:cubicBezTo>
                      <a:pt x="3" y="19"/>
                      <a:pt x="0" y="14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8" name="Freeform 2680">
                <a:extLst>
                  <a:ext uri="{FF2B5EF4-FFF2-40B4-BE49-F238E27FC236}">
                    <a16:creationId xmlns:a16="http://schemas.microsoft.com/office/drawing/2014/main" id="{A3082857-7C8F-47CB-B1E1-D0271DCDD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653"/>
                <a:ext cx="17" cy="22"/>
              </a:xfrm>
              <a:custGeom>
                <a:avLst/>
                <a:gdLst>
                  <a:gd name="T0" fmla="*/ 0 w 7"/>
                  <a:gd name="T1" fmla="*/ 1271 h 8"/>
                  <a:gd name="T2" fmla="*/ 831 w 7"/>
                  <a:gd name="T3" fmla="*/ 462 h 8"/>
                  <a:gd name="T4" fmla="*/ 1433 w 7"/>
                  <a:gd name="T5" fmla="*/ 2225 h 8"/>
                  <a:gd name="T6" fmla="*/ 590 w 7"/>
                  <a:gd name="T7" fmla="*/ 2973 h 8"/>
                  <a:gd name="T8" fmla="*/ 0 w 7"/>
                  <a:gd name="T9" fmla="*/ 127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8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9" name="Freeform 2681">
                <a:extLst>
                  <a:ext uri="{FF2B5EF4-FFF2-40B4-BE49-F238E27FC236}">
                    <a16:creationId xmlns:a16="http://schemas.microsoft.com/office/drawing/2014/main" id="{03C8B5E3-68D8-4113-92F4-99CAA9626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648"/>
                <a:ext cx="77" cy="80"/>
              </a:xfrm>
              <a:custGeom>
                <a:avLst/>
                <a:gdLst>
                  <a:gd name="T0" fmla="*/ 5410 w 31"/>
                  <a:gd name="T1" fmla="*/ 0 h 30"/>
                  <a:gd name="T2" fmla="*/ 6133 w 31"/>
                  <a:gd name="T3" fmla="*/ 4301 h 30"/>
                  <a:gd name="T4" fmla="*/ 1592 w 31"/>
                  <a:gd name="T5" fmla="*/ 9045 h 30"/>
                  <a:gd name="T6" fmla="*/ 0 w 31"/>
                  <a:gd name="T7" fmla="*/ 7531 h 30"/>
                  <a:gd name="T8" fmla="*/ 2362 w 31"/>
                  <a:gd name="T9" fmla="*/ 10376 h 30"/>
                  <a:gd name="T10" fmla="*/ 6818 w 31"/>
                  <a:gd name="T11" fmla="*/ 5824 h 30"/>
                  <a:gd name="T12" fmla="*/ 5410 w 3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23" y="0"/>
                    </a:moveTo>
                    <a:cubicBezTo>
                      <a:pt x="27" y="6"/>
                      <a:pt x="27" y="8"/>
                      <a:pt x="26" y="12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4" y="25"/>
                      <a:pt x="2" y="22"/>
                      <a:pt x="0" y="21"/>
                    </a:cubicBezTo>
                    <a:cubicBezTo>
                      <a:pt x="2" y="25"/>
                      <a:pt x="6" y="28"/>
                      <a:pt x="10" y="29"/>
                    </a:cubicBezTo>
                    <a:cubicBezTo>
                      <a:pt x="19" y="30"/>
                      <a:pt x="28" y="25"/>
                      <a:pt x="29" y="16"/>
                    </a:cubicBezTo>
                    <a:cubicBezTo>
                      <a:pt x="31" y="10"/>
                      <a:pt x="28" y="4"/>
                      <a:pt x="23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0" name="Freeform 2682">
                <a:extLst>
                  <a:ext uri="{FF2B5EF4-FFF2-40B4-BE49-F238E27FC236}">
                    <a16:creationId xmlns:a16="http://schemas.microsoft.com/office/drawing/2014/main" id="{C0A335A9-AF45-4282-9A86-E593A2CFF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581"/>
                <a:ext cx="98" cy="107"/>
              </a:xfrm>
              <a:custGeom>
                <a:avLst/>
                <a:gdLst>
                  <a:gd name="T0" fmla="*/ 525 w 39"/>
                  <a:gd name="T1" fmla="*/ 5896 h 40"/>
                  <a:gd name="T2" fmla="*/ 5822 w 39"/>
                  <a:gd name="T3" fmla="*/ 671 h 40"/>
                  <a:gd name="T4" fmla="*/ 9333 w 39"/>
                  <a:gd name="T5" fmla="*/ 8501 h 40"/>
                  <a:gd name="T6" fmla="*/ 4028 w 39"/>
                  <a:gd name="T7" fmla="*/ 13974 h 40"/>
                  <a:gd name="T8" fmla="*/ 525 w 39"/>
                  <a:gd name="T9" fmla="*/ 589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2" y="16"/>
                    </a:moveTo>
                    <a:cubicBezTo>
                      <a:pt x="4" y="6"/>
                      <a:pt x="13" y="0"/>
                      <a:pt x="23" y="2"/>
                    </a:cubicBezTo>
                    <a:cubicBezTo>
                      <a:pt x="33" y="4"/>
                      <a:pt x="39" y="13"/>
                      <a:pt x="37" y="23"/>
                    </a:cubicBezTo>
                    <a:cubicBezTo>
                      <a:pt x="36" y="33"/>
                      <a:pt x="26" y="40"/>
                      <a:pt x="16" y="38"/>
                    </a:cubicBezTo>
                    <a:cubicBezTo>
                      <a:pt x="6" y="36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1" name="Freeform 2683">
                <a:extLst>
                  <a:ext uri="{FF2B5EF4-FFF2-40B4-BE49-F238E27FC236}">
                    <a16:creationId xmlns:a16="http://schemas.microsoft.com/office/drawing/2014/main" id="{E3F7A377-B947-4326-A652-43752FBF4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595"/>
                <a:ext cx="52" cy="56"/>
              </a:xfrm>
              <a:custGeom>
                <a:avLst/>
                <a:gdLst>
                  <a:gd name="T0" fmla="*/ 183 w 21"/>
                  <a:gd name="T1" fmla="*/ 3243 h 21"/>
                  <a:gd name="T2" fmla="*/ 2778 w 21"/>
                  <a:gd name="T3" fmla="*/ 397 h 21"/>
                  <a:gd name="T4" fmla="*/ 4660 w 21"/>
                  <a:gd name="T5" fmla="*/ 4701 h 21"/>
                  <a:gd name="T6" fmla="*/ 2035 w 21"/>
                  <a:gd name="T7" fmla="*/ 7133 h 21"/>
                  <a:gd name="T8" fmla="*/ 183 w 21"/>
                  <a:gd name="T9" fmla="*/ 324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" y="9"/>
                    </a:moveTo>
                    <a:cubicBezTo>
                      <a:pt x="2" y="3"/>
                      <a:pt x="7" y="0"/>
                      <a:pt x="12" y="1"/>
                    </a:cubicBezTo>
                    <a:cubicBezTo>
                      <a:pt x="18" y="2"/>
                      <a:pt x="21" y="7"/>
                      <a:pt x="20" y="13"/>
                    </a:cubicBezTo>
                    <a:cubicBezTo>
                      <a:pt x="19" y="18"/>
                      <a:pt x="14" y="21"/>
                      <a:pt x="9" y="20"/>
                    </a:cubicBezTo>
                    <a:cubicBezTo>
                      <a:pt x="3" y="19"/>
                      <a:pt x="0" y="14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2" name="Freeform 2684">
                <a:extLst>
                  <a:ext uri="{FF2B5EF4-FFF2-40B4-BE49-F238E27FC236}">
                    <a16:creationId xmlns:a16="http://schemas.microsoft.com/office/drawing/2014/main" id="{C3AE1D4E-3812-49B5-A927-9135AE043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605"/>
                <a:ext cx="18" cy="22"/>
              </a:xfrm>
              <a:custGeom>
                <a:avLst/>
                <a:gdLst>
                  <a:gd name="T0" fmla="*/ 0 w 7"/>
                  <a:gd name="T1" fmla="*/ 1271 h 8"/>
                  <a:gd name="T2" fmla="*/ 1137 w 7"/>
                  <a:gd name="T3" fmla="*/ 462 h 8"/>
                  <a:gd name="T4" fmla="*/ 2003 w 7"/>
                  <a:gd name="T5" fmla="*/ 2225 h 8"/>
                  <a:gd name="T6" fmla="*/ 918 w 7"/>
                  <a:gd name="T7" fmla="*/ 2973 h 8"/>
                  <a:gd name="T8" fmla="*/ 0 w 7"/>
                  <a:gd name="T9" fmla="*/ 127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8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3" name="Freeform 2685">
                <a:extLst>
                  <a:ext uri="{FF2B5EF4-FFF2-40B4-BE49-F238E27FC236}">
                    <a16:creationId xmlns:a16="http://schemas.microsoft.com/office/drawing/2014/main" id="{4E2E13BA-9A1B-48D6-A58A-71775F6DE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600"/>
                <a:ext cx="78" cy="80"/>
              </a:xfrm>
              <a:custGeom>
                <a:avLst/>
                <a:gdLst>
                  <a:gd name="T0" fmla="*/ 5842 w 31"/>
                  <a:gd name="T1" fmla="*/ 0 h 30"/>
                  <a:gd name="T2" fmla="*/ 6577 w 31"/>
                  <a:gd name="T3" fmla="*/ 4301 h 30"/>
                  <a:gd name="T4" fmla="*/ 1799 w 31"/>
                  <a:gd name="T5" fmla="*/ 9045 h 30"/>
                  <a:gd name="T6" fmla="*/ 0 w 31"/>
                  <a:gd name="T7" fmla="*/ 7531 h 30"/>
                  <a:gd name="T8" fmla="*/ 2531 w 31"/>
                  <a:gd name="T9" fmla="*/ 10376 h 30"/>
                  <a:gd name="T10" fmla="*/ 7584 w 31"/>
                  <a:gd name="T11" fmla="*/ 5824 h 30"/>
                  <a:gd name="T12" fmla="*/ 5842 w 3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23" y="0"/>
                    </a:moveTo>
                    <a:cubicBezTo>
                      <a:pt x="27" y="6"/>
                      <a:pt x="27" y="8"/>
                      <a:pt x="26" y="12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4" y="25"/>
                      <a:pt x="2" y="22"/>
                      <a:pt x="0" y="21"/>
                    </a:cubicBezTo>
                    <a:cubicBezTo>
                      <a:pt x="2" y="25"/>
                      <a:pt x="6" y="28"/>
                      <a:pt x="10" y="29"/>
                    </a:cubicBezTo>
                    <a:cubicBezTo>
                      <a:pt x="19" y="30"/>
                      <a:pt x="28" y="25"/>
                      <a:pt x="30" y="16"/>
                    </a:cubicBezTo>
                    <a:cubicBezTo>
                      <a:pt x="31" y="10"/>
                      <a:pt x="28" y="3"/>
                      <a:pt x="23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4" name="Freeform 2686">
                <a:extLst>
                  <a:ext uri="{FF2B5EF4-FFF2-40B4-BE49-F238E27FC236}">
                    <a16:creationId xmlns:a16="http://schemas.microsoft.com/office/drawing/2014/main" id="{B3338308-F81B-40D2-9687-2468FC27A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1531"/>
                <a:ext cx="100" cy="106"/>
              </a:xfrm>
              <a:custGeom>
                <a:avLst/>
                <a:gdLst>
                  <a:gd name="T0" fmla="*/ 3908 w 40"/>
                  <a:gd name="T1" fmla="*/ 633 h 40"/>
                  <a:gd name="T2" fmla="*/ 520 w 40"/>
                  <a:gd name="T3" fmla="*/ 8393 h 40"/>
                  <a:gd name="T4" fmla="*/ 5675 w 40"/>
                  <a:gd name="T5" fmla="*/ 13216 h 40"/>
                  <a:gd name="T6" fmla="*/ 9300 w 40"/>
                  <a:gd name="T7" fmla="*/ 5864 h 40"/>
                  <a:gd name="T8" fmla="*/ 3908 w 40"/>
                  <a:gd name="T9" fmla="*/ 63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6" y="4"/>
                      <a:pt x="0" y="14"/>
                      <a:pt x="2" y="24"/>
                    </a:cubicBezTo>
                    <a:cubicBezTo>
                      <a:pt x="4" y="34"/>
                      <a:pt x="13" y="40"/>
                      <a:pt x="23" y="38"/>
                    </a:cubicBezTo>
                    <a:cubicBezTo>
                      <a:pt x="33" y="36"/>
                      <a:pt x="40" y="27"/>
                      <a:pt x="38" y="17"/>
                    </a:cubicBezTo>
                    <a:cubicBezTo>
                      <a:pt x="36" y="7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5" name="Freeform 2687">
                <a:extLst>
                  <a:ext uri="{FF2B5EF4-FFF2-40B4-BE49-F238E27FC236}">
                    <a16:creationId xmlns:a16="http://schemas.microsoft.com/office/drawing/2014/main" id="{58EAF5DC-7964-42C3-96D6-F8887549E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1547"/>
                <a:ext cx="77" cy="82"/>
              </a:xfrm>
              <a:custGeom>
                <a:avLst/>
                <a:gdLst>
                  <a:gd name="T0" fmla="*/ 0 w 31"/>
                  <a:gd name="T1" fmla="*/ 8179 h 31"/>
                  <a:gd name="T2" fmla="*/ 2851 w 31"/>
                  <a:gd name="T3" fmla="*/ 9200 h 31"/>
                  <a:gd name="T4" fmla="*/ 5867 w 31"/>
                  <a:gd name="T5" fmla="*/ 2735 h 31"/>
                  <a:gd name="T6" fmla="*/ 4906 w 31"/>
                  <a:gd name="T7" fmla="*/ 0 h 31"/>
                  <a:gd name="T8" fmla="*/ 6818 w 31"/>
                  <a:gd name="T9" fmla="*/ 3777 h 31"/>
                  <a:gd name="T10" fmla="*/ 3771 w 31"/>
                  <a:gd name="T11" fmla="*/ 10237 h 31"/>
                  <a:gd name="T12" fmla="*/ 0 w 31"/>
                  <a:gd name="T13" fmla="*/ 81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4"/>
                    </a:moveTo>
                    <a:cubicBezTo>
                      <a:pt x="6" y="28"/>
                      <a:pt x="8" y="27"/>
                      <a:pt x="12" y="27"/>
                    </a:cubicBezTo>
                    <a:cubicBezTo>
                      <a:pt x="23" y="25"/>
                      <a:pt x="27" y="16"/>
                      <a:pt x="25" y="8"/>
                    </a:cubicBezTo>
                    <a:cubicBezTo>
                      <a:pt x="25" y="5"/>
                      <a:pt x="22" y="2"/>
                      <a:pt x="21" y="0"/>
                    </a:cubicBezTo>
                    <a:cubicBezTo>
                      <a:pt x="25" y="3"/>
                      <a:pt x="28" y="6"/>
                      <a:pt x="29" y="11"/>
                    </a:cubicBezTo>
                    <a:cubicBezTo>
                      <a:pt x="31" y="20"/>
                      <a:pt x="25" y="28"/>
                      <a:pt x="16" y="30"/>
                    </a:cubicBezTo>
                    <a:cubicBezTo>
                      <a:pt x="10" y="31"/>
                      <a:pt x="4" y="29"/>
                      <a:pt x="0" y="24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6" name="Freeform 2688">
                <a:extLst>
                  <a:ext uri="{FF2B5EF4-FFF2-40B4-BE49-F238E27FC236}">
                    <a16:creationId xmlns:a16="http://schemas.microsoft.com/office/drawing/2014/main" id="{BAA99387-7BD9-436B-A306-A2324E005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453"/>
                <a:ext cx="100" cy="107"/>
              </a:xfrm>
              <a:custGeom>
                <a:avLst/>
                <a:gdLst>
                  <a:gd name="T0" fmla="*/ 3908 w 40"/>
                  <a:gd name="T1" fmla="*/ 671 h 40"/>
                  <a:gd name="T2" fmla="*/ 520 w 40"/>
                  <a:gd name="T3" fmla="*/ 8745 h 40"/>
                  <a:gd name="T4" fmla="*/ 5675 w 40"/>
                  <a:gd name="T5" fmla="*/ 13974 h 40"/>
                  <a:gd name="T6" fmla="*/ 9300 w 40"/>
                  <a:gd name="T7" fmla="*/ 6147 h 40"/>
                  <a:gd name="T8" fmla="*/ 3908 w 40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6" y="4"/>
                      <a:pt x="0" y="14"/>
                      <a:pt x="2" y="24"/>
                    </a:cubicBezTo>
                    <a:cubicBezTo>
                      <a:pt x="4" y="34"/>
                      <a:pt x="13" y="40"/>
                      <a:pt x="23" y="38"/>
                    </a:cubicBezTo>
                    <a:cubicBezTo>
                      <a:pt x="33" y="36"/>
                      <a:pt x="40" y="27"/>
                      <a:pt x="38" y="17"/>
                    </a:cubicBezTo>
                    <a:cubicBezTo>
                      <a:pt x="36" y="7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7" name="Freeform 2689">
                <a:extLst>
                  <a:ext uri="{FF2B5EF4-FFF2-40B4-BE49-F238E27FC236}">
                    <a16:creationId xmlns:a16="http://schemas.microsoft.com/office/drawing/2014/main" id="{26719E85-7E3A-4BE1-9087-FAD577722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472"/>
                <a:ext cx="53" cy="59"/>
              </a:xfrm>
              <a:custGeom>
                <a:avLst/>
                <a:gdLst>
                  <a:gd name="T0" fmla="*/ 2345 w 21"/>
                  <a:gd name="T1" fmla="*/ 402 h 22"/>
                  <a:gd name="T2" fmla="*/ 318 w 21"/>
                  <a:gd name="T3" fmla="*/ 4862 h 22"/>
                  <a:gd name="T4" fmla="*/ 3357 w 21"/>
                  <a:gd name="T5" fmla="*/ 7753 h 22"/>
                  <a:gd name="T6" fmla="*/ 5116 w 21"/>
                  <a:gd name="T7" fmla="*/ 3315 h 22"/>
                  <a:gd name="T8" fmla="*/ 2345 w 21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9" y="1"/>
                    </a:moveTo>
                    <a:cubicBezTo>
                      <a:pt x="4" y="2"/>
                      <a:pt x="0" y="8"/>
                      <a:pt x="1" y="13"/>
                    </a:cubicBezTo>
                    <a:cubicBezTo>
                      <a:pt x="2" y="18"/>
                      <a:pt x="7" y="22"/>
                      <a:pt x="13" y="21"/>
                    </a:cubicBezTo>
                    <a:cubicBezTo>
                      <a:pt x="18" y="20"/>
                      <a:pt x="21" y="15"/>
                      <a:pt x="20" y="9"/>
                    </a:cubicBezTo>
                    <a:cubicBezTo>
                      <a:pt x="19" y="4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8" name="Freeform 2690">
                <a:extLst>
                  <a:ext uri="{FF2B5EF4-FFF2-40B4-BE49-F238E27FC236}">
                    <a16:creationId xmlns:a16="http://schemas.microsoft.com/office/drawing/2014/main" id="{1FF05FFE-3E49-4CE9-8E5A-B71C8E626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1485"/>
                <a:ext cx="20" cy="22"/>
              </a:xfrm>
              <a:custGeom>
                <a:avLst/>
                <a:gdLst>
                  <a:gd name="T0" fmla="*/ 783 w 8"/>
                  <a:gd name="T1" fmla="*/ 462 h 8"/>
                  <a:gd name="T2" fmla="*/ 313 w 8"/>
                  <a:gd name="T3" fmla="*/ 2225 h 8"/>
                  <a:gd name="T4" fmla="*/ 1300 w 8"/>
                  <a:gd name="T5" fmla="*/ 2973 h 8"/>
                  <a:gd name="T6" fmla="*/ 1770 w 8"/>
                  <a:gd name="T7" fmla="*/ 1271 h 8"/>
                  <a:gd name="T8" fmla="*/ 783 w 8"/>
                  <a:gd name="T9" fmla="*/ 46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1" y="6"/>
                      <a:pt x="3" y="8"/>
                      <a:pt x="5" y="7"/>
                    </a:cubicBezTo>
                    <a:cubicBezTo>
                      <a:pt x="7" y="7"/>
                      <a:pt x="8" y="5"/>
                      <a:pt x="7" y="3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9" name="Freeform 2691">
                <a:extLst>
                  <a:ext uri="{FF2B5EF4-FFF2-40B4-BE49-F238E27FC236}">
                    <a16:creationId xmlns:a16="http://schemas.microsoft.com/office/drawing/2014/main" id="{6AC53EE9-C079-46B8-B1A0-2CC92895F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469"/>
                <a:ext cx="78" cy="83"/>
              </a:xfrm>
              <a:custGeom>
                <a:avLst/>
                <a:gdLst>
                  <a:gd name="T0" fmla="*/ 0 w 31"/>
                  <a:gd name="T1" fmla="*/ 8790 h 31"/>
                  <a:gd name="T2" fmla="*/ 3014 w 31"/>
                  <a:gd name="T3" fmla="*/ 9923 h 31"/>
                  <a:gd name="T4" fmla="*/ 6368 w 31"/>
                  <a:gd name="T5" fmla="*/ 2881 h 31"/>
                  <a:gd name="T6" fmla="*/ 5337 w 31"/>
                  <a:gd name="T7" fmla="*/ 0 h 31"/>
                  <a:gd name="T8" fmla="*/ 7375 w 31"/>
                  <a:gd name="T9" fmla="*/ 4013 h 31"/>
                  <a:gd name="T10" fmla="*/ 4046 w 31"/>
                  <a:gd name="T11" fmla="*/ 10996 h 31"/>
                  <a:gd name="T12" fmla="*/ 0 w 31"/>
                  <a:gd name="T13" fmla="*/ 879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4"/>
                    </a:moveTo>
                    <a:cubicBezTo>
                      <a:pt x="6" y="28"/>
                      <a:pt x="8" y="27"/>
                      <a:pt x="12" y="27"/>
                    </a:cubicBezTo>
                    <a:cubicBezTo>
                      <a:pt x="23" y="25"/>
                      <a:pt x="27" y="16"/>
                      <a:pt x="25" y="8"/>
                    </a:cubicBezTo>
                    <a:cubicBezTo>
                      <a:pt x="25" y="5"/>
                      <a:pt x="22" y="2"/>
                      <a:pt x="21" y="0"/>
                    </a:cubicBezTo>
                    <a:cubicBezTo>
                      <a:pt x="25" y="3"/>
                      <a:pt x="28" y="6"/>
                      <a:pt x="29" y="11"/>
                    </a:cubicBezTo>
                    <a:cubicBezTo>
                      <a:pt x="31" y="20"/>
                      <a:pt x="25" y="28"/>
                      <a:pt x="16" y="30"/>
                    </a:cubicBezTo>
                    <a:cubicBezTo>
                      <a:pt x="10" y="31"/>
                      <a:pt x="4" y="29"/>
                      <a:pt x="0" y="24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0" name="Freeform 2692">
                <a:extLst>
                  <a:ext uri="{FF2B5EF4-FFF2-40B4-BE49-F238E27FC236}">
                    <a16:creationId xmlns:a16="http://schemas.microsoft.com/office/drawing/2014/main" id="{5A608060-0B8D-4574-BE15-74618216A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499"/>
                <a:ext cx="100" cy="106"/>
              </a:xfrm>
              <a:custGeom>
                <a:avLst/>
                <a:gdLst>
                  <a:gd name="T0" fmla="*/ 3908 w 40"/>
                  <a:gd name="T1" fmla="*/ 633 h 40"/>
                  <a:gd name="T2" fmla="*/ 520 w 40"/>
                  <a:gd name="T3" fmla="*/ 7984 h 40"/>
                  <a:gd name="T4" fmla="*/ 5675 w 40"/>
                  <a:gd name="T5" fmla="*/ 13216 h 40"/>
                  <a:gd name="T6" fmla="*/ 9300 w 40"/>
                  <a:gd name="T7" fmla="*/ 5470 h 40"/>
                  <a:gd name="T8" fmla="*/ 3908 w 40"/>
                  <a:gd name="T9" fmla="*/ 63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6" y="4"/>
                      <a:pt x="0" y="13"/>
                      <a:pt x="2" y="23"/>
                    </a:cubicBezTo>
                    <a:cubicBezTo>
                      <a:pt x="4" y="33"/>
                      <a:pt x="13" y="40"/>
                      <a:pt x="23" y="38"/>
                    </a:cubicBezTo>
                    <a:cubicBezTo>
                      <a:pt x="33" y="36"/>
                      <a:pt x="40" y="26"/>
                      <a:pt x="38" y="16"/>
                    </a:cubicBezTo>
                    <a:cubicBezTo>
                      <a:pt x="36" y="6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1" name="Freeform 2693">
                <a:extLst>
                  <a:ext uri="{FF2B5EF4-FFF2-40B4-BE49-F238E27FC236}">
                    <a16:creationId xmlns:a16="http://schemas.microsoft.com/office/drawing/2014/main" id="{EAC701E5-1AEA-4B32-AC67-04DFC739D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531"/>
                <a:ext cx="20" cy="18"/>
              </a:xfrm>
              <a:custGeom>
                <a:avLst/>
                <a:gdLst>
                  <a:gd name="T0" fmla="*/ 783 w 8"/>
                  <a:gd name="T1" fmla="*/ 0 h 7"/>
                  <a:gd name="T2" fmla="*/ 313 w 8"/>
                  <a:gd name="T3" fmla="*/ 1137 h 7"/>
                  <a:gd name="T4" fmla="*/ 1300 w 8"/>
                  <a:gd name="T5" fmla="*/ 2003 h 7"/>
                  <a:gd name="T6" fmla="*/ 1770 w 8"/>
                  <a:gd name="T7" fmla="*/ 918 h 7"/>
                  <a:gd name="T8" fmla="*/ 783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1" y="6"/>
                      <a:pt x="3" y="7"/>
                      <a:pt x="5" y="7"/>
                    </a:cubicBezTo>
                    <a:cubicBezTo>
                      <a:pt x="7" y="6"/>
                      <a:pt x="8" y="5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2" name="Freeform 2694">
                <a:extLst>
                  <a:ext uri="{FF2B5EF4-FFF2-40B4-BE49-F238E27FC236}">
                    <a16:creationId xmlns:a16="http://schemas.microsoft.com/office/drawing/2014/main" id="{2FCC8E33-0498-4316-B615-BA2001A26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515"/>
                <a:ext cx="77" cy="82"/>
              </a:xfrm>
              <a:custGeom>
                <a:avLst/>
                <a:gdLst>
                  <a:gd name="T0" fmla="*/ 0 w 31"/>
                  <a:gd name="T1" fmla="*/ 7885 h 31"/>
                  <a:gd name="T2" fmla="*/ 2851 w 31"/>
                  <a:gd name="T3" fmla="*/ 8957 h 31"/>
                  <a:gd name="T4" fmla="*/ 5867 w 31"/>
                  <a:gd name="T5" fmla="*/ 2441 h 31"/>
                  <a:gd name="T6" fmla="*/ 4906 w 31"/>
                  <a:gd name="T7" fmla="*/ 0 h 31"/>
                  <a:gd name="T8" fmla="*/ 6818 w 31"/>
                  <a:gd name="T9" fmla="*/ 3777 h 31"/>
                  <a:gd name="T10" fmla="*/ 3771 w 31"/>
                  <a:gd name="T11" fmla="*/ 10237 h 31"/>
                  <a:gd name="T12" fmla="*/ 0 w 31"/>
                  <a:gd name="T13" fmla="*/ 788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3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5" y="5"/>
                      <a:pt x="22" y="2"/>
                      <a:pt x="21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1" y="19"/>
                      <a:pt x="25" y="28"/>
                      <a:pt x="16" y="30"/>
                    </a:cubicBezTo>
                    <a:cubicBezTo>
                      <a:pt x="10" y="31"/>
                      <a:pt x="4" y="28"/>
                      <a:pt x="0" y="23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3" name="Freeform 2695">
                <a:extLst>
                  <a:ext uri="{FF2B5EF4-FFF2-40B4-BE49-F238E27FC236}">
                    <a16:creationId xmlns:a16="http://schemas.microsoft.com/office/drawing/2014/main" id="{A0EDEA1A-F046-437E-9774-D9628A1FA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1675"/>
                <a:ext cx="100" cy="106"/>
              </a:xfrm>
              <a:custGeom>
                <a:avLst/>
                <a:gdLst>
                  <a:gd name="T0" fmla="*/ 3908 w 40"/>
                  <a:gd name="T1" fmla="*/ 633 h 40"/>
                  <a:gd name="T2" fmla="*/ 520 w 40"/>
                  <a:gd name="T3" fmla="*/ 7984 h 40"/>
                  <a:gd name="T4" fmla="*/ 5675 w 40"/>
                  <a:gd name="T5" fmla="*/ 13216 h 40"/>
                  <a:gd name="T6" fmla="*/ 9300 w 40"/>
                  <a:gd name="T7" fmla="*/ 5470 h 40"/>
                  <a:gd name="T8" fmla="*/ 3908 w 40"/>
                  <a:gd name="T9" fmla="*/ 63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7" y="4"/>
                      <a:pt x="0" y="13"/>
                      <a:pt x="2" y="23"/>
                    </a:cubicBezTo>
                    <a:cubicBezTo>
                      <a:pt x="4" y="33"/>
                      <a:pt x="14" y="40"/>
                      <a:pt x="23" y="38"/>
                    </a:cubicBezTo>
                    <a:cubicBezTo>
                      <a:pt x="33" y="36"/>
                      <a:pt x="40" y="26"/>
                      <a:pt x="38" y="16"/>
                    </a:cubicBezTo>
                    <a:cubicBezTo>
                      <a:pt x="36" y="6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4" name="Freeform 2696">
                <a:extLst>
                  <a:ext uri="{FF2B5EF4-FFF2-40B4-BE49-F238E27FC236}">
                    <a16:creationId xmlns:a16="http://schemas.microsoft.com/office/drawing/2014/main" id="{D5AF8151-AFA1-436B-9B87-31B215EC3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693"/>
                <a:ext cx="55" cy="56"/>
              </a:xfrm>
              <a:custGeom>
                <a:avLst/>
                <a:gdLst>
                  <a:gd name="T0" fmla="*/ 2270 w 22"/>
                  <a:gd name="T1" fmla="*/ 397 h 21"/>
                  <a:gd name="T2" fmla="*/ 313 w 22"/>
                  <a:gd name="T3" fmla="*/ 4701 h 21"/>
                  <a:gd name="T4" fmla="*/ 3250 w 22"/>
                  <a:gd name="T5" fmla="*/ 7133 h 21"/>
                  <a:gd name="T6" fmla="*/ 5208 w 22"/>
                  <a:gd name="T7" fmla="*/ 3243 h 21"/>
                  <a:gd name="T8" fmla="*/ 2270 w 22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9" y="1"/>
                    </a:moveTo>
                    <a:cubicBezTo>
                      <a:pt x="4" y="2"/>
                      <a:pt x="0" y="7"/>
                      <a:pt x="1" y="13"/>
                    </a:cubicBezTo>
                    <a:cubicBezTo>
                      <a:pt x="2" y="18"/>
                      <a:pt x="8" y="21"/>
                      <a:pt x="13" y="20"/>
                    </a:cubicBezTo>
                    <a:cubicBezTo>
                      <a:pt x="18" y="19"/>
                      <a:pt x="22" y="14"/>
                      <a:pt x="21" y="9"/>
                    </a:cubicBezTo>
                    <a:cubicBezTo>
                      <a:pt x="20" y="3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5" name="Freeform 2697">
                <a:extLst>
                  <a:ext uri="{FF2B5EF4-FFF2-40B4-BE49-F238E27FC236}">
                    <a16:creationId xmlns:a16="http://schemas.microsoft.com/office/drawing/2014/main" id="{449F346C-11FD-4013-AEA9-17C37E4D1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707"/>
                <a:ext cx="17" cy="18"/>
              </a:xfrm>
              <a:custGeom>
                <a:avLst/>
                <a:gdLst>
                  <a:gd name="T0" fmla="*/ 590 w 7"/>
                  <a:gd name="T1" fmla="*/ 0 h 7"/>
                  <a:gd name="T2" fmla="*/ 0 w 7"/>
                  <a:gd name="T3" fmla="*/ 1137 h 7"/>
                  <a:gd name="T4" fmla="*/ 831 w 7"/>
                  <a:gd name="T5" fmla="*/ 2003 h 7"/>
                  <a:gd name="T6" fmla="*/ 1433 w 7"/>
                  <a:gd name="T7" fmla="*/ 918 h 7"/>
                  <a:gd name="T8" fmla="*/ 590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0" y="6"/>
                      <a:pt x="2" y="7"/>
                      <a:pt x="4" y="7"/>
                    </a:cubicBezTo>
                    <a:cubicBezTo>
                      <a:pt x="6" y="6"/>
                      <a:pt x="7" y="5"/>
                      <a:pt x="7" y="3"/>
                    </a:cubicBezTo>
                    <a:cubicBezTo>
                      <a:pt x="6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6" name="Freeform 2698">
                <a:extLst>
                  <a:ext uri="{FF2B5EF4-FFF2-40B4-BE49-F238E27FC236}">
                    <a16:creationId xmlns:a16="http://schemas.microsoft.com/office/drawing/2014/main" id="{44AA9E6D-D5F8-4E83-A9AA-5B54D8412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1691"/>
                <a:ext cx="78" cy="82"/>
              </a:xfrm>
              <a:custGeom>
                <a:avLst/>
                <a:gdLst>
                  <a:gd name="T0" fmla="*/ 0 w 31"/>
                  <a:gd name="T1" fmla="*/ 8179 h 31"/>
                  <a:gd name="T2" fmla="*/ 3329 w 31"/>
                  <a:gd name="T3" fmla="*/ 8957 h 31"/>
                  <a:gd name="T4" fmla="*/ 6368 w 31"/>
                  <a:gd name="T5" fmla="*/ 2441 h 31"/>
                  <a:gd name="T6" fmla="*/ 5337 w 31"/>
                  <a:gd name="T7" fmla="*/ 0 h 31"/>
                  <a:gd name="T8" fmla="*/ 7375 w 31"/>
                  <a:gd name="T9" fmla="*/ 3777 h 31"/>
                  <a:gd name="T10" fmla="*/ 4046 w 31"/>
                  <a:gd name="T11" fmla="*/ 10237 h 31"/>
                  <a:gd name="T12" fmla="*/ 0 w 31"/>
                  <a:gd name="T13" fmla="*/ 81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4"/>
                    </a:moveTo>
                    <a:cubicBezTo>
                      <a:pt x="6" y="27"/>
                      <a:pt x="9" y="27"/>
                      <a:pt x="13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5" y="5"/>
                      <a:pt x="23" y="2"/>
                      <a:pt x="21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1" y="19"/>
                      <a:pt x="25" y="28"/>
                      <a:pt x="16" y="30"/>
                    </a:cubicBezTo>
                    <a:cubicBezTo>
                      <a:pt x="10" y="31"/>
                      <a:pt x="4" y="28"/>
                      <a:pt x="0" y="24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7" name="Freeform 2699">
                <a:extLst>
                  <a:ext uri="{FF2B5EF4-FFF2-40B4-BE49-F238E27FC236}">
                    <a16:creationId xmlns:a16="http://schemas.microsoft.com/office/drawing/2014/main" id="{B1F6797A-0684-4B1D-AEB1-1BD2E19AF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1629"/>
                <a:ext cx="100" cy="107"/>
              </a:xfrm>
              <a:custGeom>
                <a:avLst/>
                <a:gdLst>
                  <a:gd name="T0" fmla="*/ 3908 w 40"/>
                  <a:gd name="T1" fmla="*/ 671 h 40"/>
                  <a:gd name="T2" fmla="*/ 520 w 40"/>
                  <a:gd name="T3" fmla="*/ 8501 h 40"/>
                  <a:gd name="T4" fmla="*/ 5675 w 40"/>
                  <a:gd name="T5" fmla="*/ 13974 h 40"/>
                  <a:gd name="T6" fmla="*/ 9300 w 40"/>
                  <a:gd name="T7" fmla="*/ 5896 h 40"/>
                  <a:gd name="T8" fmla="*/ 3908 w 40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6" y="4"/>
                      <a:pt x="0" y="13"/>
                      <a:pt x="2" y="23"/>
                    </a:cubicBezTo>
                    <a:cubicBezTo>
                      <a:pt x="4" y="33"/>
                      <a:pt x="13" y="40"/>
                      <a:pt x="23" y="38"/>
                    </a:cubicBezTo>
                    <a:cubicBezTo>
                      <a:pt x="33" y="36"/>
                      <a:pt x="40" y="26"/>
                      <a:pt x="38" y="16"/>
                    </a:cubicBezTo>
                    <a:cubicBezTo>
                      <a:pt x="36" y="6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8" name="Freeform 2700">
                <a:extLst>
                  <a:ext uri="{FF2B5EF4-FFF2-40B4-BE49-F238E27FC236}">
                    <a16:creationId xmlns:a16="http://schemas.microsoft.com/office/drawing/2014/main" id="{EE64CA85-1430-493C-BD55-07F70E88E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648"/>
                <a:ext cx="55" cy="56"/>
              </a:xfrm>
              <a:custGeom>
                <a:avLst/>
                <a:gdLst>
                  <a:gd name="T0" fmla="*/ 2270 w 22"/>
                  <a:gd name="T1" fmla="*/ 397 h 21"/>
                  <a:gd name="T2" fmla="*/ 313 w 22"/>
                  <a:gd name="T3" fmla="*/ 4701 h 21"/>
                  <a:gd name="T4" fmla="*/ 3250 w 22"/>
                  <a:gd name="T5" fmla="*/ 7133 h 21"/>
                  <a:gd name="T6" fmla="*/ 5208 w 22"/>
                  <a:gd name="T7" fmla="*/ 3243 h 21"/>
                  <a:gd name="T8" fmla="*/ 2270 w 22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9" y="1"/>
                    </a:moveTo>
                    <a:cubicBezTo>
                      <a:pt x="4" y="2"/>
                      <a:pt x="0" y="7"/>
                      <a:pt x="1" y="13"/>
                    </a:cubicBezTo>
                    <a:cubicBezTo>
                      <a:pt x="2" y="18"/>
                      <a:pt x="7" y="21"/>
                      <a:pt x="13" y="20"/>
                    </a:cubicBezTo>
                    <a:cubicBezTo>
                      <a:pt x="18" y="19"/>
                      <a:pt x="22" y="14"/>
                      <a:pt x="21" y="9"/>
                    </a:cubicBezTo>
                    <a:cubicBezTo>
                      <a:pt x="19" y="3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9" name="Freeform 2701">
                <a:extLst>
                  <a:ext uri="{FF2B5EF4-FFF2-40B4-BE49-F238E27FC236}">
                    <a16:creationId xmlns:a16="http://schemas.microsoft.com/office/drawing/2014/main" id="{A8675F45-4942-44B7-BF71-63F1C2FE3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661"/>
                <a:ext cx="17" cy="19"/>
              </a:xfrm>
              <a:custGeom>
                <a:avLst/>
                <a:gdLst>
                  <a:gd name="T0" fmla="*/ 590 w 7"/>
                  <a:gd name="T1" fmla="*/ 0 h 7"/>
                  <a:gd name="T2" fmla="*/ 0 w 7"/>
                  <a:gd name="T3" fmla="*/ 1620 h 7"/>
                  <a:gd name="T4" fmla="*/ 831 w 7"/>
                  <a:gd name="T5" fmla="*/ 2823 h 7"/>
                  <a:gd name="T6" fmla="*/ 1433 w 7"/>
                  <a:gd name="T7" fmla="*/ 1200 h 7"/>
                  <a:gd name="T8" fmla="*/ 590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0" y="6"/>
                      <a:pt x="2" y="7"/>
                      <a:pt x="4" y="7"/>
                    </a:cubicBezTo>
                    <a:cubicBezTo>
                      <a:pt x="6" y="6"/>
                      <a:pt x="7" y="5"/>
                      <a:pt x="7" y="3"/>
                    </a:cubicBezTo>
                    <a:cubicBezTo>
                      <a:pt x="6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0" name="Freeform 2702">
                <a:extLst>
                  <a:ext uri="{FF2B5EF4-FFF2-40B4-BE49-F238E27FC236}">
                    <a16:creationId xmlns:a16="http://schemas.microsoft.com/office/drawing/2014/main" id="{95FC78D6-ED6F-4FE2-A67A-BF31FF6C9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645"/>
                <a:ext cx="78" cy="83"/>
              </a:xfrm>
              <a:custGeom>
                <a:avLst/>
                <a:gdLst>
                  <a:gd name="T0" fmla="*/ 0 w 31"/>
                  <a:gd name="T1" fmla="*/ 8522 h 31"/>
                  <a:gd name="T2" fmla="*/ 3329 w 31"/>
                  <a:gd name="T3" fmla="*/ 9612 h 31"/>
                  <a:gd name="T4" fmla="*/ 6368 w 31"/>
                  <a:gd name="T5" fmla="*/ 2632 h 31"/>
                  <a:gd name="T6" fmla="*/ 5337 w 31"/>
                  <a:gd name="T7" fmla="*/ 0 h 31"/>
                  <a:gd name="T8" fmla="*/ 7375 w 31"/>
                  <a:gd name="T9" fmla="*/ 4013 h 31"/>
                  <a:gd name="T10" fmla="*/ 4046 w 31"/>
                  <a:gd name="T11" fmla="*/ 10996 h 31"/>
                  <a:gd name="T12" fmla="*/ 0 w 31"/>
                  <a:gd name="T13" fmla="*/ 8522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3"/>
                    </a:moveTo>
                    <a:cubicBezTo>
                      <a:pt x="6" y="27"/>
                      <a:pt x="9" y="27"/>
                      <a:pt x="13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5" y="5"/>
                      <a:pt x="23" y="2"/>
                      <a:pt x="21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1" y="19"/>
                      <a:pt x="25" y="28"/>
                      <a:pt x="16" y="30"/>
                    </a:cubicBezTo>
                    <a:cubicBezTo>
                      <a:pt x="10" y="31"/>
                      <a:pt x="4" y="28"/>
                      <a:pt x="0" y="23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1" name="Freeform 2703">
                <a:extLst>
                  <a:ext uri="{FF2B5EF4-FFF2-40B4-BE49-F238E27FC236}">
                    <a16:creationId xmlns:a16="http://schemas.microsoft.com/office/drawing/2014/main" id="{A6856DB5-736B-44FE-B4C2-CEA742E24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1581"/>
                <a:ext cx="100" cy="107"/>
              </a:xfrm>
              <a:custGeom>
                <a:avLst/>
                <a:gdLst>
                  <a:gd name="T0" fmla="*/ 3908 w 40"/>
                  <a:gd name="T1" fmla="*/ 671 h 40"/>
                  <a:gd name="T2" fmla="*/ 520 w 40"/>
                  <a:gd name="T3" fmla="*/ 8501 h 40"/>
                  <a:gd name="T4" fmla="*/ 5675 w 40"/>
                  <a:gd name="T5" fmla="*/ 13974 h 40"/>
                  <a:gd name="T6" fmla="*/ 9300 w 40"/>
                  <a:gd name="T7" fmla="*/ 5896 h 40"/>
                  <a:gd name="T8" fmla="*/ 3908 w 40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6" y="4"/>
                      <a:pt x="0" y="13"/>
                      <a:pt x="2" y="23"/>
                    </a:cubicBezTo>
                    <a:cubicBezTo>
                      <a:pt x="4" y="33"/>
                      <a:pt x="13" y="40"/>
                      <a:pt x="23" y="38"/>
                    </a:cubicBezTo>
                    <a:cubicBezTo>
                      <a:pt x="33" y="36"/>
                      <a:pt x="40" y="26"/>
                      <a:pt x="38" y="16"/>
                    </a:cubicBezTo>
                    <a:cubicBezTo>
                      <a:pt x="36" y="6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2" name="Freeform 2704">
                <a:extLst>
                  <a:ext uri="{FF2B5EF4-FFF2-40B4-BE49-F238E27FC236}">
                    <a16:creationId xmlns:a16="http://schemas.microsoft.com/office/drawing/2014/main" id="{912E133A-DAD7-47D7-88F6-7530F7399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1600"/>
                <a:ext cx="55" cy="56"/>
              </a:xfrm>
              <a:custGeom>
                <a:avLst/>
                <a:gdLst>
                  <a:gd name="T0" fmla="*/ 2270 w 22"/>
                  <a:gd name="T1" fmla="*/ 397 h 21"/>
                  <a:gd name="T2" fmla="*/ 313 w 22"/>
                  <a:gd name="T3" fmla="*/ 4301 h 21"/>
                  <a:gd name="T4" fmla="*/ 3250 w 22"/>
                  <a:gd name="T5" fmla="*/ 7133 h 21"/>
                  <a:gd name="T6" fmla="*/ 4895 w 22"/>
                  <a:gd name="T7" fmla="*/ 3243 h 21"/>
                  <a:gd name="T8" fmla="*/ 2270 w 22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9" y="1"/>
                    </a:moveTo>
                    <a:cubicBezTo>
                      <a:pt x="4" y="2"/>
                      <a:pt x="0" y="7"/>
                      <a:pt x="1" y="12"/>
                    </a:cubicBezTo>
                    <a:cubicBezTo>
                      <a:pt x="2" y="18"/>
                      <a:pt x="7" y="21"/>
                      <a:pt x="13" y="20"/>
                    </a:cubicBezTo>
                    <a:cubicBezTo>
                      <a:pt x="18" y="19"/>
                      <a:pt x="22" y="14"/>
                      <a:pt x="20" y="9"/>
                    </a:cubicBezTo>
                    <a:cubicBezTo>
                      <a:pt x="19" y="3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3" name="Freeform 2705">
                <a:extLst>
                  <a:ext uri="{FF2B5EF4-FFF2-40B4-BE49-F238E27FC236}">
                    <a16:creationId xmlns:a16="http://schemas.microsoft.com/office/drawing/2014/main" id="{92EEB4AE-E681-449B-9A30-5F8BA4CBF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1613"/>
                <a:ext cx="18" cy="19"/>
              </a:xfrm>
              <a:custGeom>
                <a:avLst/>
                <a:gdLst>
                  <a:gd name="T0" fmla="*/ 918 w 7"/>
                  <a:gd name="T1" fmla="*/ 0 h 7"/>
                  <a:gd name="T2" fmla="*/ 0 w 7"/>
                  <a:gd name="T3" fmla="*/ 1620 h 7"/>
                  <a:gd name="T4" fmla="*/ 1137 w 7"/>
                  <a:gd name="T5" fmla="*/ 2823 h 7"/>
                  <a:gd name="T6" fmla="*/ 1700 w 7"/>
                  <a:gd name="T7" fmla="*/ 1200 h 7"/>
                  <a:gd name="T8" fmla="*/ 918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6"/>
                      <a:pt x="2" y="7"/>
                      <a:pt x="4" y="7"/>
                    </a:cubicBezTo>
                    <a:cubicBezTo>
                      <a:pt x="6" y="6"/>
                      <a:pt x="7" y="5"/>
                      <a:pt x="6" y="3"/>
                    </a:cubicBezTo>
                    <a:cubicBezTo>
                      <a:pt x="6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4" name="Freeform 2706">
                <a:extLst>
                  <a:ext uri="{FF2B5EF4-FFF2-40B4-BE49-F238E27FC236}">
                    <a16:creationId xmlns:a16="http://schemas.microsoft.com/office/drawing/2014/main" id="{43740499-C43B-451E-BC9E-F73D1011D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1597"/>
                <a:ext cx="77" cy="83"/>
              </a:xfrm>
              <a:custGeom>
                <a:avLst/>
                <a:gdLst>
                  <a:gd name="T0" fmla="*/ 0 w 31"/>
                  <a:gd name="T1" fmla="*/ 8522 h 31"/>
                  <a:gd name="T2" fmla="*/ 3005 w 31"/>
                  <a:gd name="T3" fmla="*/ 9612 h 31"/>
                  <a:gd name="T4" fmla="*/ 5867 w 31"/>
                  <a:gd name="T5" fmla="*/ 2632 h 31"/>
                  <a:gd name="T6" fmla="*/ 4906 w 31"/>
                  <a:gd name="T7" fmla="*/ 0 h 31"/>
                  <a:gd name="T8" fmla="*/ 6818 w 31"/>
                  <a:gd name="T9" fmla="*/ 4013 h 31"/>
                  <a:gd name="T10" fmla="*/ 3771 w 31"/>
                  <a:gd name="T11" fmla="*/ 10996 h 31"/>
                  <a:gd name="T12" fmla="*/ 0 w 31"/>
                  <a:gd name="T13" fmla="*/ 8522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3"/>
                    </a:moveTo>
                    <a:cubicBezTo>
                      <a:pt x="6" y="27"/>
                      <a:pt x="9" y="27"/>
                      <a:pt x="13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5" y="4"/>
                      <a:pt x="23" y="2"/>
                      <a:pt x="21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1" y="19"/>
                      <a:pt x="25" y="28"/>
                      <a:pt x="16" y="30"/>
                    </a:cubicBezTo>
                    <a:cubicBezTo>
                      <a:pt x="10" y="31"/>
                      <a:pt x="4" y="28"/>
                      <a:pt x="0" y="23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5" name="Freeform 2707">
                <a:extLst>
                  <a:ext uri="{FF2B5EF4-FFF2-40B4-BE49-F238E27FC236}">
                    <a16:creationId xmlns:a16="http://schemas.microsoft.com/office/drawing/2014/main" id="{F680BA14-3EA8-4D5C-A158-B35C9CA3C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349"/>
                <a:ext cx="100" cy="107"/>
              </a:xfrm>
              <a:custGeom>
                <a:avLst/>
                <a:gdLst>
                  <a:gd name="T0" fmla="*/ 3908 w 40"/>
                  <a:gd name="T1" fmla="*/ 671 h 40"/>
                  <a:gd name="T2" fmla="*/ 520 w 40"/>
                  <a:gd name="T3" fmla="*/ 8745 h 40"/>
                  <a:gd name="T4" fmla="*/ 5675 w 40"/>
                  <a:gd name="T5" fmla="*/ 13974 h 40"/>
                  <a:gd name="T6" fmla="*/ 9300 w 40"/>
                  <a:gd name="T7" fmla="*/ 6147 h 40"/>
                  <a:gd name="T8" fmla="*/ 3908 w 40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6" y="4"/>
                      <a:pt x="0" y="14"/>
                      <a:pt x="2" y="24"/>
                    </a:cubicBezTo>
                    <a:cubicBezTo>
                      <a:pt x="4" y="34"/>
                      <a:pt x="13" y="40"/>
                      <a:pt x="23" y="38"/>
                    </a:cubicBezTo>
                    <a:cubicBezTo>
                      <a:pt x="33" y="36"/>
                      <a:pt x="40" y="27"/>
                      <a:pt x="38" y="17"/>
                    </a:cubicBezTo>
                    <a:cubicBezTo>
                      <a:pt x="36" y="7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6" name="Freeform 2708">
                <a:extLst>
                  <a:ext uri="{FF2B5EF4-FFF2-40B4-BE49-F238E27FC236}">
                    <a16:creationId xmlns:a16="http://schemas.microsoft.com/office/drawing/2014/main" id="{08D066F1-DB62-4493-A12D-FA3B8F6F5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381"/>
                <a:ext cx="20" cy="22"/>
              </a:xfrm>
              <a:custGeom>
                <a:avLst/>
                <a:gdLst>
                  <a:gd name="T0" fmla="*/ 783 w 8"/>
                  <a:gd name="T1" fmla="*/ 462 h 8"/>
                  <a:gd name="T2" fmla="*/ 313 w 8"/>
                  <a:gd name="T3" fmla="*/ 2225 h 8"/>
                  <a:gd name="T4" fmla="*/ 1300 w 8"/>
                  <a:gd name="T5" fmla="*/ 2973 h 8"/>
                  <a:gd name="T6" fmla="*/ 1770 w 8"/>
                  <a:gd name="T7" fmla="*/ 1271 h 8"/>
                  <a:gd name="T8" fmla="*/ 783 w 8"/>
                  <a:gd name="T9" fmla="*/ 46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1" y="7"/>
                      <a:pt x="3" y="8"/>
                      <a:pt x="5" y="7"/>
                    </a:cubicBezTo>
                    <a:cubicBezTo>
                      <a:pt x="6" y="7"/>
                      <a:pt x="8" y="5"/>
                      <a:pt x="7" y="3"/>
                    </a:cubicBezTo>
                    <a:cubicBezTo>
                      <a:pt x="7" y="2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7" name="Freeform 2709">
                <a:extLst>
                  <a:ext uri="{FF2B5EF4-FFF2-40B4-BE49-F238E27FC236}">
                    <a16:creationId xmlns:a16="http://schemas.microsoft.com/office/drawing/2014/main" id="{3791A06C-2849-4935-A072-F1C28AD2E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365"/>
                <a:ext cx="75" cy="86"/>
              </a:xfrm>
              <a:custGeom>
                <a:avLst/>
                <a:gdLst>
                  <a:gd name="T0" fmla="*/ 0 w 30"/>
                  <a:gd name="T1" fmla="*/ 9121 h 32"/>
                  <a:gd name="T2" fmla="*/ 2938 w 30"/>
                  <a:gd name="T3" fmla="*/ 10229 h 32"/>
                  <a:gd name="T4" fmla="*/ 6175 w 30"/>
                  <a:gd name="T5" fmla="*/ 3085 h 32"/>
                  <a:gd name="T6" fmla="*/ 5208 w 30"/>
                  <a:gd name="T7" fmla="*/ 0 h 32"/>
                  <a:gd name="T8" fmla="*/ 7158 w 30"/>
                  <a:gd name="T9" fmla="*/ 4233 h 32"/>
                  <a:gd name="T10" fmla="*/ 3908 w 30"/>
                  <a:gd name="T11" fmla="*/ 11376 h 32"/>
                  <a:gd name="T12" fmla="*/ 0 w 30"/>
                  <a:gd name="T13" fmla="*/ 9121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0" y="24"/>
                    </a:moveTo>
                    <a:cubicBezTo>
                      <a:pt x="6" y="28"/>
                      <a:pt x="8" y="28"/>
                      <a:pt x="12" y="27"/>
                    </a:cubicBezTo>
                    <a:cubicBezTo>
                      <a:pt x="23" y="25"/>
                      <a:pt x="27" y="16"/>
                      <a:pt x="25" y="8"/>
                    </a:cubicBezTo>
                    <a:cubicBezTo>
                      <a:pt x="25" y="5"/>
                      <a:pt x="22" y="2"/>
                      <a:pt x="21" y="0"/>
                    </a:cubicBezTo>
                    <a:cubicBezTo>
                      <a:pt x="25" y="3"/>
                      <a:pt x="28" y="6"/>
                      <a:pt x="29" y="11"/>
                    </a:cubicBezTo>
                    <a:cubicBezTo>
                      <a:pt x="30" y="20"/>
                      <a:pt x="25" y="29"/>
                      <a:pt x="16" y="30"/>
                    </a:cubicBezTo>
                    <a:cubicBezTo>
                      <a:pt x="10" y="32"/>
                      <a:pt x="3" y="29"/>
                      <a:pt x="0" y="24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8" name="Freeform 2710">
                <a:extLst>
                  <a:ext uri="{FF2B5EF4-FFF2-40B4-BE49-F238E27FC236}">
                    <a16:creationId xmlns:a16="http://schemas.microsoft.com/office/drawing/2014/main" id="{04F7E6A1-6903-4F21-B7C9-22DB8EF9D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427"/>
                <a:ext cx="100" cy="106"/>
              </a:xfrm>
              <a:custGeom>
                <a:avLst/>
                <a:gdLst>
                  <a:gd name="T0" fmla="*/ 3908 w 40"/>
                  <a:gd name="T1" fmla="*/ 633 h 40"/>
                  <a:gd name="T2" fmla="*/ 520 w 40"/>
                  <a:gd name="T3" fmla="*/ 8393 h 40"/>
                  <a:gd name="T4" fmla="*/ 5675 w 40"/>
                  <a:gd name="T5" fmla="*/ 13216 h 40"/>
                  <a:gd name="T6" fmla="*/ 9300 w 40"/>
                  <a:gd name="T7" fmla="*/ 5864 h 40"/>
                  <a:gd name="T8" fmla="*/ 3908 w 40"/>
                  <a:gd name="T9" fmla="*/ 63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6" y="4"/>
                      <a:pt x="0" y="14"/>
                      <a:pt x="2" y="24"/>
                    </a:cubicBezTo>
                    <a:cubicBezTo>
                      <a:pt x="4" y="34"/>
                      <a:pt x="13" y="40"/>
                      <a:pt x="23" y="38"/>
                    </a:cubicBezTo>
                    <a:cubicBezTo>
                      <a:pt x="33" y="36"/>
                      <a:pt x="40" y="27"/>
                      <a:pt x="38" y="17"/>
                    </a:cubicBezTo>
                    <a:cubicBezTo>
                      <a:pt x="36" y="7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9" name="Freeform 2711">
                <a:extLst>
                  <a:ext uri="{FF2B5EF4-FFF2-40B4-BE49-F238E27FC236}">
                    <a16:creationId xmlns:a16="http://schemas.microsoft.com/office/drawing/2014/main" id="{44DF5F0C-DCDC-48A4-9B44-29CA0E109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448"/>
                <a:ext cx="53" cy="56"/>
              </a:xfrm>
              <a:custGeom>
                <a:avLst/>
                <a:gdLst>
                  <a:gd name="T0" fmla="*/ 2345 w 21"/>
                  <a:gd name="T1" fmla="*/ 397 h 21"/>
                  <a:gd name="T2" fmla="*/ 318 w 21"/>
                  <a:gd name="T3" fmla="*/ 4301 h 21"/>
                  <a:gd name="T4" fmla="*/ 3357 w 21"/>
                  <a:gd name="T5" fmla="*/ 7133 h 21"/>
                  <a:gd name="T6" fmla="*/ 5116 w 21"/>
                  <a:gd name="T7" fmla="*/ 2824 h 21"/>
                  <a:gd name="T8" fmla="*/ 2345 w 21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3" y="2"/>
                      <a:pt x="0" y="7"/>
                      <a:pt x="1" y="12"/>
                    </a:cubicBezTo>
                    <a:cubicBezTo>
                      <a:pt x="2" y="17"/>
                      <a:pt x="7" y="21"/>
                      <a:pt x="13" y="20"/>
                    </a:cubicBezTo>
                    <a:cubicBezTo>
                      <a:pt x="18" y="19"/>
                      <a:pt x="21" y="14"/>
                      <a:pt x="20" y="8"/>
                    </a:cubicBezTo>
                    <a:cubicBezTo>
                      <a:pt x="19" y="3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0" name="Freeform 2712">
                <a:extLst>
                  <a:ext uri="{FF2B5EF4-FFF2-40B4-BE49-F238E27FC236}">
                    <a16:creationId xmlns:a16="http://schemas.microsoft.com/office/drawing/2014/main" id="{0A684334-EC71-4F4C-ACEE-8FFA3F771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59"/>
                <a:ext cx="20" cy="21"/>
              </a:xfrm>
              <a:custGeom>
                <a:avLst/>
                <a:gdLst>
                  <a:gd name="T0" fmla="*/ 783 w 8"/>
                  <a:gd name="T1" fmla="*/ 378 h 8"/>
                  <a:gd name="T2" fmla="*/ 313 w 8"/>
                  <a:gd name="T3" fmla="*/ 1612 h 8"/>
                  <a:gd name="T4" fmla="*/ 1300 w 8"/>
                  <a:gd name="T5" fmla="*/ 2226 h 8"/>
                  <a:gd name="T6" fmla="*/ 1770 w 8"/>
                  <a:gd name="T7" fmla="*/ 992 h 8"/>
                  <a:gd name="T8" fmla="*/ 783 w 8"/>
                  <a:gd name="T9" fmla="*/ 37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1" y="7"/>
                      <a:pt x="3" y="8"/>
                      <a:pt x="5" y="7"/>
                    </a:cubicBezTo>
                    <a:cubicBezTo>
                      <a:pt x="6" y="7"/>
                      <a:pt x="8" y="5"/>
                      <a:pt x="7" y="3"/>
                    </a:cubicBezTo>
                    <a:cubicBezTo>
                      <a:pt x="7" y="2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1" name="Freeform 2713">
                <a:extLst>
                  <a:ext uri="{FF2B5EF4-FFF2-40B4-BE49-F238E27FC236}">
                    <a16:creationId xmlns:a16="http://schemas.microsoft.com/office/drawing/2014/main" id="{D7164DF7-ABC2-4533-84E2-9295FD0F1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443"/>
                <a:ext cx="75" cy="85"/>
              </a:xfrm>
              <a:custGeom>
                <a:avLst/>
                <a:gdLst>
                  <a:gd name="T0" fmla="*/ 0 w 30"/>
                  <a:gd name="T1" fmla="*/ 8473 h 32"/>
                  <a:gd name="T2" fmla="*/ 2938 w 30"/>
                  <a:gd name="T3" fmla="*/ 9504 h 32"/>
                  <a:gd name="T4" fmla="*/ 6175 w 30"/>
                  <a:gd name="T5" fmla="*/ 2794 h 32"/>
                  <a:gd name="T6" fmla="*/ 5208 w 30"/>
                  <a:gd name="T7" fmla="*/ 0 h 32"/>
                  <a:gd name="T8" fmla="*/ 7158 w 30"/>
                  <a:gd name="T9" fmla="*/ 3846 h 32"/>
                  <a:gd name="T10" fmla="*/ 3908 w 30"/>
                  <a:gd name="T11" fmla="*/ 10604 h 32"/>
                  <a:gd name="T12" fmla="*/ 0 w 30"/>
                  <a:gd name="T13" fmla="*/ 847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0" y="24"/>
                    </a:moveTo>
                    <a:cubicBezTo>
                      <a:pt x="6" y="28"/>
                      <a:pt x="8" y="28"/>
                      <a:pt x="12" y="27"/>
                    </a:cubicBezTo>
                    <a:cubicBezTo>
                      <a:pt x="23" y="25"/>
                      <a:pt x="27" y="16"/>
                      <a:pt x="25" y="8"/>
                    </a:cubicBezTo>
                    <a:cubicBezTo>
                      <a:pt x="25" y="5"/>
                      <a:pt x="22" y="2"/>
                      <a:pt x="21" y="0"/>
                    </a:cubicBezTo>
                    <a:cubicBezTo>
                      <a:pt x="25" y="3"/>
                      <a:pt x="28" y="6"/>
                      <a:pt x="29" y="11"/>
                    </a:cubicBezTo>
                    <a:cubicBezTo>
                      <a:pt x="30" y="20"/>
                      <a:pt x="25" y="29"/>
                      <a:pt x="16" y="30"/>
                    </a:cubicBezTo>
                    <a:cubicBezTo>
                      <a:pt x="10" y="32"/>
                      <a:pt x="3" y="29"/>
                      <a:pt x="0" y="24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2" name="Freeform 2714">
                <a:extLst>
                  <a:ext uri="{FF2B5EF4-FFF2-40B4-BE49-F238E27FC236}">
                    <a16:creationId xmlns:a16="http://schemas.microsoft.com/office/drawing/2014/main" id="{26AC1E09-7D76-4E9A-AB1E-8A45672D7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384"/>
                <a:ext cx="100" cy="107"/>
              </a:xfrm>
              <a:custGeom>
                <a:avLst/>
                <a:gdLst>
                  <a:gd name="T0" fmla="*/ 3908 w 40"/>
                  <a:gd name="T1" fmla="*/ 671 h 40"/>
                  <a:gd name="T2" fmla="*/ 520 w 40"/>
                  <a:gd name="T3" fmla="*/ 8501 h 40"/>
                  <a:gd name="T4" fmla="*/ 5675 w 40"/>
                  <a:gd name="T5" fmla="*/ 13974 h 40"/>
                  <a:gd name="T6" fmla="*/ 9300 w 40"/>
                  <a:gd name="T7" fmla="*/ 5896 h 40"/>
                  <a:gd name="T8" fmla="*/ 3908 w 40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6" y="4"/>
                      <a:pt x="0" y="13"/>
                      <a:pt x="2" y="23"/>
                    </a:cubicBezTo>
                    <a:cubicBezTo>
                      <a:pt x="4" y="33"/>
                      <a:pt x="13" y="40"/>
                      <a:pt x="23" y="38"/>
                    </a:cubicBezTo>
                    <a:cubicBezTo>
                      <a:pt x="33" y="36"/>
                      <a:pt x="40" y="26"/>
                      <a:pt x="38" y="16"/>
                    </a:cubicBezTo>
                    <a:cubicBezTo>
                      <a:pt x="36" y="6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3" name="Freeform 2715">
                <a:extLst>
                  <a:ext uri="{FF2B5EF4-FFF2-40B4-BE49-F238E27FC236}">
                    <a16:creationId xmlns:a16="http://schemas.microsoft.com/office/drawing/2014/main" id="{DCEFD486-4971-4D62-BCDC-F045A0C72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403"/>
                <a:ext cx="52" cy="56"/>
              </a:xfrm>
              <a:custGeom>
                <a:avLst/>
                <a:gdLst>
                  <a:gd name="T0" fmla="*/ 2035 w 21"/>
                  <a:gd name="T1" fmla="*/ 397 h 21"/>
                  <a:gd name="T2" fmla="*/ 183 w 21"/>
                  <a:gd name="T3" fmla="*/ 4701 h 21"/>
                  <a:gd name="T4" fmla="*/ 2974 w 21"/>
                  <a:gd name="T5" fmla="*/ 7133 h 21"/>
                  <a:gd name="T6" fmla="*/ 4660 w 21"/>
                  <a:gd name="T7" fmla="*/ 3243 h 21"/>
                  <a:gd name="T8" fmla="*/ 2035 w 21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3" y="2"/>
                      <a:pt x="0" y="7"/>
                      <a:pt x="1" y="13"/>
                    </a:cubicBezTo>
                    <a:cubicBezTo>
                      <a:pt x="2" y="18"/>
                      <a:pt x="7" y="21"/>
                      <a:pt x="13" y="20"/>
                    </a:cubicBezTo>
                    <a:cubicBezTo>
                      <a:pt x="18" y="19"/>
                      <a:pt x="21" y="14"/>
                      <a:pt x="20" y="9"/>
                    </a:cubicBezTo>
                    <a:cubicBezTo>
                      <a:pt x="19" y="4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4" name="Freeform 2716">
                <a:extLst>
                  <a:ext uri="{FF2B5EF4-FFF2-40B4-BE49-F238E27FC236}">
                    <a16:creationId xmlns:a16="http://schemas.microsoft.com/office/drawing/2014/main" id="{CE387FE2-DCC0-44F5-B25E-732EC7C13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416"/>
                <a:ext cx="20" cy="19"/>
              </a:xfrm>
              <a:custGeom>
                <a:avLst/>
                <a:gdLst>
                  <a:gd name="T0" fmla="*/ 783 w 8"/>
                  <a:gd name="T1" fmla="*/ 0 h 7"/>
                  <a:gd name="T2" fmla="*/ 313 w 8"/>
                  <a:gd name="T3" fmla="*/ 1620 h 7"/>
                  <a:gd name="T4" fmla="*/ 1300 w 8"/>
                  <a:gd name="T5" fmla="*/ 2823 h 7"/>
                  <a:gd name="T6" fmla="*/ 1770 w 8"/>
                  <a:gd name="T7" fmla="*/ 1200 h 7"/>
                  <a:gd name="T8" fmla="*/ 783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2" y="1"/>
                      <a:pt x="0" y="2"/>
                      <a:pt x="1" y="4"/>
                    </a:cubicBezTo>
                    <a:cubicBezTo>
                      <a:pt x="1" y="6"/>
                      <a:pt x="3" y="7"/>
                      <a:pt x="5" y="7"/>
                    </a:cubicBezTo>
                    <a:cubicBezTo>
                      <a:pt x="6" y="6"/>
                      <a:pt x="8" y="5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5" name="Freeform 2717">
                <a:extLst>
                  <a:ext uri="{FF2B5EF4-FFF2-40B4-BE49-F238E27FC236}">
                    <a16:creationId xmlns:a16="http://schemas.microsoft.com/office/drawing/2014/main" id="{6F931BAA-18F4-44E0-93A6-19D3B516B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400"/>
                <a:ext cx="75" cy="83"/>
              </a:xfrm>
              <a:custGeom>
                <a:avLst/>
                <a:gdLst>
                  <a:gd name="T0" fmla="*/ 0 w 30"/>
                  <a:gd name="T1" fmla="*/ 8790 h 31"/>
                  <a:gd name="T2" fmla="*/ 2938 w 30"/>
                  <a:gd name="T3" fmla="*/ 9612 h 31"/>
                  <a:gd name="T4" fmla="*/ 6175 w 30"/>
                  <a:gd name="T5" fmla="*/ 2632 h 31"/>
                  <a:gd name="T6" fmla="*/ 5208 w 30"/>
                  <a:gd name="T7" fmla="*/ 0 h 31"/>
                  <a:gd name="T8" fmla="*/ 7158 w 30"/>
                  <a:gd name="T9" fmla="*/ 4013 h 31"/>
                  <a:gd name="T10" fmla="*/ 3908 w 30"/>
                  <a:gd name="T11" fmla="*/ 10996 h 31"/>
                  <a:gd name="T12" fmla="*/ 0 w 30"/>
                  <a:gd name="T13" fmla="*/ 879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4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5" y="5"/>
                      <a:pt x="22" y="2"/>
                      <a:pt x="21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0" y="20"/>
                      <a:pt x="25" y="28"/>
                      <a:pt x="16" y="30"/>
                    </a:cubicBezTo>
                    <a:cubicBezTo>
                      <a:pt x="10" y="31"/>
                      <a:pt x="3" y="28"/>
                      <a:pt x="0" y="24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6" name="Freeform 2718">
                <a:extLst>
                  <a:ext uri="{FF2B5EF4-FFF2-40B4-BE49-F238E27FC236}">
                    <a16:creationId xmlns:a16="http://schemas.microsoft.com/office/drawing/2014/main" id="{E8DCFB8E-31C4-4AB9-A3A4-F08878142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2208"/>
                <a:ext cx="97" cy="107"/>
              </a:xfrm>
              <a:custGeom>
                <a:avLst/>
                <a:gdLst>
                  <a:gd name="T0" fmla="*/ 3785 w 39"/>
                  <a:gd name="T1" fmla="*/ 671 h 40"/>
                  <a:gd name="T2" fmla="*/ 187 w 39"/>
                  <a:gd name="T3" fmla="*/ 8501 h 40"/>
                  <a:gd name="T4" fmla="*/ 5432 w 39"/>
                  <a:gd name="T5" fmla="*/ 13974 h 40"/>
                  <a:gd name="T6" fmla="*/ 8772 w 39"/>
                  <a:gd name="T7" fmla="*/ 5896 h 40"/>
                  <a:gd name="T8" fmla="*/ 3785 w 39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16" y="2"/>
                    </a:moveTo>
                    <a:cubicBezTo>
                      <a:pt x="6" y="4"/>
                      <a:pt x="0" y="13"/>
                      <a:pt x="1" y="23"/>
                    </a:cubicBezTo>
                    <a:cubicBezTo>
                      <a:pt x="3" y="33"/>
                      <a:pt x="13" y="40"/>
                      <a:pt x="23" y="38"/>
                    </a:cubicBezTo>
                    <a:cubicBezTo>
                      <a:pt x="33" y="36"/>
                      <a:pt x="39" y="26"/>
                      <a:pt x="37" y="16"/>
                    </a:cubicBezTo>
                    <a:cubicBezTo>
                      <a:pt x="35" y="6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7" name="Freeform 2719">
                <a:extLst>
                  <a:ext uri="{FF2B5EF4-FFF2-40B4-BE49-F238E27FC236}">
                    <a16:creationId xmlns:a16="http://schemas.microsoft.com/office/drawing/2014/main" id="{5C751FD5-2644-43A7-8AC0-5473E5844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227"/>
                <a:ext cx="53" cy="56"/>
              </a:xfrm>
              <a:custGeom>
                <a:avLst/>
                <a:gdLst>
                  <a:gd name="T0" fmla="*/ 2345 w 21"/>
                  <a:gd name="T1" fmla="*/ 397 h 21"/>
                  <a:gd name="T2" fmla="*/ 318 w 21"/>
                  <a:gd name="T3" fmla="*/ 4701 h 21"/>
                  <a:gd name="T4" fmla="*/ 3089 w 21"/>
                  <a:gd name="T5" fmla="*/ 7133 h 21"/>
                  <a:gd name="T6" fmla="*/ 5116 w 21"/>
                  <a:gd name="T7" fmla="*/ 3243 h 21"/>
                  <a:gd name="T8" fmla="*/ 2345 w 21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3" y="2"/>
                      <a:pt x="0" y="7"/>
                      <a:pt x="1" y="13"/>
                    </a:cubicBezTo>
                    <a:cubicBezTo>
                      <a:pt x="2" y="18"/>
                      <a:pt x="7" y="21"/>
                      <a:pt x="12" y="20"/>
                    </a:cubicBezTo>
                    <a:cubicBezTo>
                      <a:pt x="18" y="19"/>
                      <a:pt x="21" y="14"/>
                      <a:pt x="20" y="9"/>
                    </a:cubicBezTo>
                    <a:cubicBezTo>
                      <a:pt x="19" y="3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8" name="Freeform 2720">
                <a:extLst>
                  <a:ext uri="{FF2B5EF4-FFF2-40B4-BE49-F238E27FC236}">
                    <a16:creationId xmlns:a16="http://schemas.microsoft.com/office/drawing/2014/main" id="{9D079268-9EA5-48AB-AA0F-B61A54BE5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240"/>
                <a:ext cx="18" cy="19"/>
              </a:xfrm>
              <a:custGeom>
                <a:avLst/>
                <a:gdLst>
                  <a:gd name="T0" fmla="*/ 918 w 7"/>
                  <a:gd name="T1" fmla="*/ 0 h 7"/>
                  <a:gd name="T2" fmla="*/ 357 w 7"/>
                  <a:gd name="T3" fmla="*/ 1620 h 7"/>
                  <a:gd name="T4" fmla="*/ 1137 w 7"/>
                  <a:gd name="T5" fmla="*/ 2823 h 7"/>
                  <a:gd name="T6" fmla="*/ 2003 w 7"/>
                  <a:gd name="T7" fmla="*/ 1200 h 7"/>
                  <a:gd name="T8" fmla="*/ 918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1" y="6"/>
                      <a:pt x="3" y="7"/>
                      <a:pt x="4" y="7"/>
                    </a:cubicBezTo>
                    <a:cubicBezTo>
                      <a:pt x="6" y="6"/>
                      <a:pt x="7" y="5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9" name="Freeform 2721">
                <a:extLst>
                  <a:ext uri="{FF2B5EF4-FFF2-40B4-BE49-F238E27FC236}">
                    <a16:creationId xmlns:a16="http://schemas.microsoft.com/office/drawing/2014/main" id="{0FE6C809-9805-4315-9CBD-F0A43A66F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224"/>
                <a:ext cx="75" cy="83"/>
              </a:xfrm>
              <a:custGeom>
                <a:avLst/>
                <a:gdLst>
                  <a:gd name="T0" fmla="*/ 0 w 30"/>
                  <a:gd name="T1" fmla="*/ 8790 h 31"/>
                  <a:gd name="T2" fmla="*/ 2938 w 30"/>
                  <a:gd name="T3" fmla="*/ 9612 h 31"/>
                  <a:gd name="T4" fmla="*/ 6175 w 30"/>
                  <a:gd name="T5" fmla="*/ 2632 h 31"/>
                  <a:gd name="T6" fmla="*/ 5208 w 30"/>
                  <a:gd name="T7" fmla="*/ 0 h 31"/>
                  <a:gd name="T8" fmla="*/ 6845 w 30"/>
                  <a:gd name="T9" fmla="*/ 4013 h 31"/>
                  <a:gd name="T10" fmla="*/ 3908 w 30"/>
                  <a:gd name="T11" fmla="*/ 10996 h 31"/>
                  <a:gd name="T12" fmla="*/ 0 w 30"/>
                  <a:gd name="T13" fmla="*/ 879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4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5" y="2"/>
                      <a:pt x="28" y="6"/>
                      <a:pt x="28" y="11"/>
                    </a:cubicBezTo>
                    <a:cubicBezTo>
                      <a:pt x="30" y="19"/>
                      <a:pt x="24" y="28"/>
                      <a:pt x="16" y="30"/>
                    </a:cubicBezTo>
                    <a:cubicBezTo>
                      <a:pt x="9" y="31"/>
                      <a:pt x="3" y="28"/>
                      <a:pt x="0" y="24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0" name="Freeform 2722">
                <a:extLst>
                  <a:ext uri="{FF2B5EF4-FFF2-40B4-BE49-F238E27FC236}">
                    <a16:creationId xmlns:a16="http://schemas.microsoft.com/office/drawing/2014/main" id="{D399B34A-104F-4F43-8753-0E001A1FF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253"/>
                <a:ext cx="97" cy="107"/>
              </a:xfrm>
              <a:custGeom>
                <a:avLst/>
                <a:gdLst>
                  <a:gd name="T0" fmla="*/ 3785 w 39"/>
                  <a:gd name="T1" fmla="*/ 671 h 40"/>
                  <a:gd name="T2" fmla="*/ 465 w 39"/>
                  <a:gd name="T3" fmla="*/ 8501 h 40"/>
                  <a:gd name="T4" fmla="*/ 5432 w 39"/>
                  <a:gd name="T5" fmla="*/ 13974 h 40"/>
                  <a:gd name="T6" fmla="*/ 8772 w 39"/>
                  <a:gd name="T7" fmla="*/ 5896 h 40"/>
                  <a:gd name="T8" fmla="*/ 3785 w 39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16" y="2"/>
                    </a:moveTo>
                    <a:cubicBezTo>
                      <a:pt x="6" y="4"/>
                      <a:pt x="0" y="13"/>
                      <a:pt x="2" y="23"/>
                    </a:cubicBezTo>
                    <a:cubicBezTo>
                      <a:pt x="3" y="33"/>
                      <a:pt x="13" y="40"/>
                      <a:pt x="23" y="38"/>
                    </a:cubicBezTo>
                    <a:cubicBezTo>
                      <a:pt x="33" y="36"/>
                      <a:pt x="39" y="26"/>
                      <a:pt x="37" y="16"/>
                    </a:cubicBezTo>
                    <a:cubicBezTo>
                      <a:pt x="35" y="6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1" name="Freeform 2723">
                <a:extLst>
                  <a:ext uri="{FF2B5EF4-FFF2-40B4-BE49-F238E27FC236}">
                    <a16:creationId xmlns:a16="http://schemas.microsoft.com/office/drawing/2014/main" id="{CB966471-928C-45AE-A1D0-B99AF0423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2272"/>
                <a:ext cx="53" cy="56"/>
              </a:xfrm>
              <a:custGeom>
                <a:avLst/>
                <a:gdLst>
                  <a:gd name="T0" fmla="*/ 2345 w 21"/>
                  <a:gd name="T1" fmla="*/ 397 h 21"/>
                  <a:gd name="T2" fmla="*/ 318 w 21"/>
                  <a:gd name="T3" fmla="*/ 4701 h 21"/>
                  <a:gd name="T4" fmla="*/ 3089 w 21"/>
                  <a:gd name="T5" fmla="*/ 7133 h 21"/>
                  <a:gd name="T6" fmla="*/ 5116 w 21"/>
                  <a:gd name="T7" fmla="*/ 3243 h 21"/>
                  <a:gd name="T8" fmla="*/ 2345 w 21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3" y="2"/>
                      <a:pt x="0" y="7"/>
                      <a:pt x="1" y="13"/>
                    </a:cubicBezTo>
                    <a:cubicBezTo>
                      <a:pt x="2" y="18"/>
                      <a:pt x="7" y="21"/>
                      <a:pt x="12" y="20"/>
                    </a:cubicBezTo>
                    <a:cubicBezTo>
                      <a:pt x="18" y="19"/>
                      <a:pt x="21" y="14"/>
                      <a:pt x="20" y="9"/>
                    </a:cubicBezTo>
                    <a:cubicBezTo>
                      <a:pt x="19" y="4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2" name="Freeform 2724">
                <a:extLst>
                  <a:ext uri="{FF2B5EF4-FFF2-40B4-BE49-F238E27FC236}">
                    <a16:creationId xmlns:a16="http://schemas.microsoft.com/office/drawing/2014/main" id="{D686A384-7148-4839-BAE4-379BA6CBE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285"/>
                <a:ext cx="18" cy="19"/>
              </a:xfrm>
              <a:custGeom>
                <a:avLst/>
                <a:gdLst>
                  <a:gd name="T0" fmla="*/ 918 w 7"/>
                  <a:gd name="T1" fmla="*/ 0 h 7"/>
                  <a:gd name="T2" fmla="*/ 357 w 7"/>
                  <a:gd name="T3" fmla="*/ 1620 h 7"/>
                  <a:gd name="T4" fmla="*/ 1137 w 7"/>
                  <a:gd name="T5" fmla="*/ 2823 h 7"/>
                  <a:gd name="T6" fmla="*/ 2003 w 7"/>
                  <a:gd name="T7" fmla="*/ 1200 h 7"/>
                  <a:gd name="T8" fmla="*/ 918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1" y="6"/>
                      <a:pt x="3" y="7"/>
                      <a:pt x="4" y="7"/>
                    </a:cubicBezTo>
                    <a:cubicBezTo>
                      <a:pt x="6" y="6"/>
                      <a:pt x="7" y="5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3" name="Freeform 2725">
                <a:extLst>
                  <a:ext uri="{FF2B5EF4-FFF2-40B4-BE49-F238E27FC236}">
                    <a16:creationId xmlns:a16="http://schemas.microsoft.com/office/drawing/2014/main" id="{3BF40F65-DC1B-4C4E-921F-DC1EC4BC9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269"/>
                <a:ext cx="75" cy="83"/>
              </a:xfrm>
              <a:custGeom>
                <a:avLst/>
                <a:gdLst>
                  <a:gd name="T0" fmla="*/ 0 w 30"/>
                  <a:gd name="T1" fmla="*/ 8790 h 31"/>
                  <a:gd name="T2" fmla="*/ 2938 w 30"/>
                  <a:gd name="T3" fmla="*/ 9612 h 31"/>
                  <a:gd name="T4" fmla="*/ 6175 w 30"/>
                  <a:gd name="T5" fmla="*/ 2632 h 31"/>
                  <a:gd name="T6" fmla="*/ 5208 w 30"/>
                  <a:gd name="T7" fmla="*/ 0 h 31"/>
                  <a:gd name="T8" fmla="*/ 7158 w 30"/>
                  <a:gd name="T9" fmla="*/ 4013 h 31"/>
                  <a:gd name="T10" fmla="*/ 3908 w 30"/>
                  <a:gd name="T11" fmla="*/ 10996 h 31"/>
                  <a:gd name="T12" fmla="*/ 0 w 30"/>
                  <a:gd name="T13" fmla="*/ 879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4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0" y="20"/>
                      <a:pt x="25" y="28"/>
                      <a:pt x="16" y="30"/>
                    </a:cubicBezTo>
                    <a:cubicBezTo>
                      <a:pt x="9" y="31"/>
                      <a:pt x="3" y="28"/>
                      <a:pt x="0" y="24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4" name="Freeform 2726">
                <a:extLst>
                  <a:ext uri="{FF2B5EF4-FFF2-40B4-BE49-F238E27FC236}">
                    <a16:creationId xmlns:a16="http://schemas.microsoft.com/office/drawing/2014/main" id="{5D9E367B-9825-4164-9FF6-087AF002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301"/>
                <a:ext cx="98" cy="107"/>
              </a:xfrm>
              <a:custGeom>
                <a:avLst/>
                <a:gdLst>
                  <a:gd name="T0" fmla="*/ 4028 w 39"/>
                  <a:gd name="T1" fmla="*/ 671 h 40"/>
                  <a:gd name="T2" fmla="*/ 525 w 39"/>
                  <a:gd name="T3" fmla="*/ 8501 h 40"/>
                  <a:gd name="T4" fmla="*/ 5822 w 39"/>
                  <a:gd name="T5" fmla="*/ 13974 h 40"/>
                  <a:gd name="T6" fmla="*/ 9333 w 39"/>
                  <a:gd name="T7" fmla="*/ 5896 h 40"/>
                  <a:gd name="T8" fmla="*/ 4028 w 39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16" y="2"/>
                    </a:moveTo>
                    <a:cubicBezTo>
                      <a:pt x="6" y="4"/>
                      <a:pt x="0" y="13"/>
                      <a:pt x="2" y="23"/>
                    </a:cubicBezTo>
                    <a:cubicBezTo>
                      <a:pt x="4" y="33"/>
                      <a:pt x="13" y="40"/>
                      <a:pt x="23" y="38"/>
                    </a:cubicBezTo>
                    <a:cubicBezTo>
                      <a:pt x="33" y="36"/>
                      <a:pt x="39" y="26"/>
                      <a:pt x="37" y="16"/>
                    </a:cubicBezTo>
                    <a:cubicBezTo>
                      <a:pt x="36" y="6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5" name="Freeform 2727">
                <a:extLst>
                  <a:ext uri="{FF2B5EF4-FFF2-40B4-BE49-F238E27FC236}">
                    <a16:creationId xmlns:a16="http://schemas.microsoft.com/office/drawing/2014/main" id="{8238C02B-CC5B-435C-9EAE-687C2D48A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317"/>
                <a:ext cx="75" cy="83"/>
              </a:xfrm>
              <a:custGeom>
                <a:avLst/>
                <a:gdLst>
                  <a:gd name="T0" fmla="*/ 0 w 30"/>
                  <a:gd name="T1" fmla="*/ 8790 h 31"/>
                  <a:gd name="T2" fmla="*/ 2938 w 30"/>
                  <a:gd name="T3" fmla="*/ 9612 h 31"/>
                  <a:gd name="T4" fmla="*/ 6175 w 30"/>
                  <a:gd name="T5" fmla="*/ 2632 h 31"/>
                  <a:gd name="T6" fmla="*/ 5208 w 30"/>
                  <a:gd name="T7" fmla="*/ 0 h 31"/>
                  <a:gd name="T8" fmla="*/ 7158 w 30"/>
                  <a:gd name="T9" fmla="*/ 4013 h 31"/>
                  <a:gd name="T10" fmla="*/ 3908 w 30"/>
                  <a:gd name="T11" fmla="*/ 10996 h 31"/>
                  <a:gd name="T12" fmla="*/ 0 w 30"/>
                  <a:gd name="T13" fmla="*/ 879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4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0" y="20"/>
                      <a:pt x="25" y="28"/>
                      <a:pt x="16" y="30"/>
                    </a:cubicBezTo>
                    <a:cubicBezTo>
                      <a:pt x="10" y="31"/>
                      <a:pt x="3" y="28"/>
                      <a:pt x="0" y="24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6" name="Freeform 2728">
                <a:extLst>
                  <a:ext uri="{FF2B5EF4-FFF2-40B4-BE49-F238E27FC236}">
                    <a16:creationId xmlns:a16="http://schemas.microsoft.com/office/drawing/2014/main" id="{A931D9D4-4D3D-4B87-8FB0-DF0ECC39C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349"/>
                <a:ext cx="100" cy="107"/>
              </a:xfrm>
              <a:custGeom>
                <a:avLst/>
                <a:gdLst>
                  <a:gd name="T0" fmla="*/ 520 w 40"/>
                  <a:gd name="T1" fmla="*/ 6147 h 40"/>
                  <a:gd name="T2" fmla="*/ 5675 w 40"/>
                  <a:gd name="T3" fmla="*/ 671 h 40"/>
                  <a:gd name="T4" fmla="*/ 9300 w 40"/>
                  <a:gd name="T5" fmla="*/ 8745 h 40"/>
                  <a:gd name="T6" fmla="*/ 3908 w 40"/>
                  <a:gd name="T7" fmla="*/ 13974 h 40"/>
                  <a:gd name="T8" fmla="*/ 520 w 40"/>
                  <a:gd name="T9" fmla="*/ 614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7"/>
                    </a:moveTo>
                    <a:cubicBezTo>
                      <a:pt x="4" y="7"/>
                      <a:pt x="13" y="0"/>
                      <a:pt x="23" y="2"/>
                    </a:cubicBezTo>
                    <a:cubicBezTo>
                      <a:pt x="33" y="4"/>
                      <a:pt x="40" y="14"/>
                      <a:pt x="38" y="24"/>
                    </a:cubicBezTo>
                    <a:cubicBezTo>
                      <a:pt x="36" y="34"/>
                      <a:pt x="26" y="40"/>
                      <a:pt x="16" y="38"/>
                    </a:cubicBezTo>
                    <a:cubicBezTo>
                      <a:pt x="6" y="36"/>
                      <a:pt x="0" y="27"/>
                      <a:pt x="2" y="17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7" name="Freeform 2729">
                <a:extLst>
                  <a:ext uri="{FF2B5EF4-FFF2-40B4-BE49-F238E27FC236}">
                    <a16:creationId xmlns:a16="http://schemas.microsoft.com/office/drawing/2014/main" id="{657501CD-33C9-40C6-A87A-6BF2D1D9E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371"/>
                <a:ext cx="78" cy="80"/>
              </a:xfrm>
              <a:custGeom>
                <a:avLst/>
                <a:gdLst>
                  <a:gd name="T0" fmla="*/ 6051 w 31"/>
                  <a:gd name="T1" fmla="*/ 0 h 30"/>
                  <a:gd name="T2" fmla="*/ 6577 w 31"/>
                  <a:gd name="T3" fmla="*/ 4301 h 30"/>
                  <a:gd name="T4" fmla="*/ 1799 w 31"/>
                  <a:gd name="T5" fmla="*/ 9045 h 30"/>
                  <a:gd name="T6" fmla="*/ 0 w 31"/>
                  <a:gd name="T7" fmla="*/ 7531 h 30"/>
                  <a:gd name="T8" fmla="*/ 2805 w 31"/>
                  <a:gd name="T9" fmla="*/ 10104 h 30"/>
                  <a:gd name="T10" fmla="*/ 7584 w 31"/>
                  <a:gd name="T11" fmla="*/ 5824 h 30"/>
                  <a:gd name="T12" fmla="*/ 6051 w 3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24" y="0"/>
                    </a:moveTo>
                    <a:cubicBezTo>
                      <a:pt x="27" y="6"/>
                      <a:pt x="27" y="8"/>
                      <a:pt x="26" y="12"/>
                    </a:cubicBezTo>
                    <a:cubicBezTo>
                      <a:pt x="24" y="23"/>
                      <a:pt x="16" y="26"/>
                      <a:pt x="7" y="25"/>
                    </a:cubicBezTo>
                    <a:cubicBezTo>
                      <a:pt x="5" y="24"/>
                      <a:pt x="2" y="22"/>
                      <a:pt x="0" y="21"/>
                    </a:cubicBezTo>
                    <a:cubicBezTo>
                      <a:pt x="2" y="24"/>
                      <a:pt x="6" y="27"/>
                      <a:pt x="11" y="28"/>
                    </a:cubicBezTo>
                    <a:cubicBezTo>
                      <a:pt x="19" y="30"/>
                      <a:pt x="28" y="24"/>
                      <a:pt x="30" y="16"/>
                    </a:cubicBezTo>
                    <a:cubicBezTo>
                      <a:pt x="31" y="9"/>
                      <a:pt x="28" y="3"/>
                      <a:pt x="24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8" name="Freeform 2730">
                <a:extLst>
                  <a:ext uri="{FF2B5EF4-FFF2-40B4-BE49-F238E27FC236}">
                    <a16:creationId xmlns:a16="http://schemas.microsoft.com/office/drawing/2014/main" id="{340BA183-BAE4-4391-AD75-EC5A6F979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427"/>
                <a:ext cx="100" cy="106"/>
              </a:xfrm>
              <a:custGeom>
                <a:avLst/>
                <a:gdLst>
                  <a:gd name="T0" fmla="*/ 520 w 40"/>
                  <a:gd name="T1" fmla="*/ 5864 h 40"/>
                  <a:gd name="T2" fmla="*/ 5675 w 40"/>
                  <a:gd name="T3" fmla="*/ 633 h 40"/>
                  <a:gd name="T4" fmla="*/ 9300 w 40"/>
                  <a:gd name="T5" fmla="*/ 8393 h 40"/>
                  <a:gd name="T6" fmla="*/ 3908 w 40"/>
                  <a:gd name="T7" fmla="*/ 13216 h 40"/>
                  <a:gd name="T8" fmla="*/ 520 w 40"/>
                  <a:gd name="T9" fmla="*/ 586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7"/>
                    </a:moveTo>
                    <a:cubicBezTo>
                      <a:pt x="4" y="7"/>
                      <a:pt x="13" y="0"/>
                      <a:pt x="23" y="2"/>
                    </a:cubicBezTo>
                    <a:cubicBezTo>
                      <a:pt x="33" y="4"/>
                      <a:pt x="40" y="14"/>
                      <a:pt x="38" y="24"/>
                    </a:cubicBezTo>
                    <a:cubicBezTo>
                      <a:pt x="36" y="34"/>
                      <a:pt x="26" y="40"/>
                      <a:pt x="16" y="38"/>
                    </a:cubicBezTo>
                    <a:cubicBezTo>
                      <a:pt x="6" y="36"/>
                      <a:pt x="0" y="27"/>
                      <a:pt x="2" y="17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9" name="Freeform 2731">
                <a:extLst>
                  <a:ext uri="{FF2B5EF4-FFF2-40B4-BE49-F238E27FC236}">
                    <a16:creationId xmlns:a16="http://schemas.microsoft.com/office/drawing/2014/main" id="{065DD3CB-ED68-47C8-857E-C287BF5ED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443"/>
                <a:ext cx="53" cy="56"/>
              </a:xfrm>
              <a:custGeom>
                <a:avLst/>
                <a:gdLst>
                  <a:gd name="T0" fmla="*/ 318 w 21"/>
                  <a:gd name="T1" fmla="*/ 2824 h 21"/>
                  <a:gd name="T2" fmla="*/ 3357 w 21"/>
                  <a:gd name="T3" fmla="*/ 397 h 21"/>
                  <a:gd name="T4" fmla="*/ 5116 w 21"/>
                  <a:gd name="T5" fmla="*/ 4301 h 21"/>
                  <a:gd name="T6" fmla="*/ 2345 w 21"/>
                  <a:gd name="T7" fmla="*/ 7133 h 21"/>
                  <a:gd name="T8" fmla="*/ 318 w 21"/>
                  <a:gd name="T9" fmla="*/ 282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" y="8"/>
                    </a:moveTo>
                    <a:cubicBezTo>
                      <a:pt x="2" y="3"/>
                      <a:pt x="7" y="0"/>
                      <a:pt x="13" y="1"/>
                    </a:cubicBezTo>
                    <a:cubicBezTo>
                      <a:pt x="18" y="2"/>
                      <a:pt x="21" y="7"/>
                      <a:pt x="20" y="12"/>
                    </a:cubicBezTo>
                    <a:cubicBezTo>
                      <a:pt x="19" y="18"/>
                      <a:pt x="14" y="21"/>
                      <a:pt x="9" y="20"/>
                    </a:cubicBezTo>
                    <a:cubicBezTo>
                      <a:pt x="3" y="19"/>
                      <a:pt x="0" y="14"/>
                      <a:pt x="1" y="8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0" name="Freeform 2732">
                <a:extLst>
                  <a:ext uri="{FF2B5EF4-FFF2-40B4-BE49-F238E27FC236}">
                    <a16:creationId xmlns:a16="http://schemas.microsoft.com/office/drawing/2014/main" id="{DD14347F-87EA-40E9-8308-807AC5527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453"/>
                <a:ext cx="17" cy="19"/>
              </a:xfrm>
              <a:custGeom>
                <a:avLst/>
                <a:gdLst>
                  <a:gd name="T0" fmla="*/ 0 w 7"/>
                  <a:gd name="T1" fmla="*/ 1200 h 7"/>
                  <a:gd name="T2" fmla="*/ 831 w 7"/>
                  <a:gd name="T3" fmla="*/ 0 h 7"/>
                  <a:gd name="T4" fmla="*/ 1433 w 7"/>
                  <a:gd name="T5" fmla="*/ 1620 h 7"/>
                  <a:gd name="T6" fmla="*/ 590 w 7"/>
                  <a:gd name="T7" fmla="*/ 2823 h 7"/>
                  <a:gd name="T8" fmla="*/ 0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1" name="Freeform 2733">
                <a:extLst>
                  <a:ext uri="{FF2B5EF4-FFF2-40B4-BE49-F238E27FC236}">
                    <a16:creationId xmlns:a16="http://schemas.microsoft.com/office/drawing/2014/main" id="{DF74197F-FE41-4914-B3D0-816E7040B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448"/>
                <a:ext cx="77" cy="80"/>
              </a:xfrm>
              <a:custGeom>
                <a:avLst/>
                <a:gdLst>
                  <a:gd name="T0" fmla="*/ 5671 w 31"/>
                  <a:gd name="T1" fmla="*/ 0 h 30"/>
                  <a:gd name="T2" fmla="*/ 6133 w 31"/>
                  <a:gd name="T3" fmla="*/ 4301 h 30"/>
                  <a:gd name="T4" fmla="*/ 1592 w 31"/>
                  <a:gd name="T5" fmla="*/ 9045 h 30"/>
                  <a:gd name="T6" fmla="*/ 0 w 31"/>
                  <a:gd name="T7" fmla="*/ 7531 h 30"/>
                  <a:gd name="T8" fmla="*/ 2541 w 31"/>
                  <a:gd name="T9" fmla="*/ 10104 h 30"/>
                  <a:gd name="T10" fmla="*/ 7082 w 31"/>
                  <a:gd name="T11" fmla="*/ 5824 h 30"/>
                  <a:gd name="T12" fmla="*/ 5671 w 3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24" y="0"/>
                    </a:moveTo>
                    <a:cubicBezTo>
                      <a:pt x="27" y="6"/>
                      <a:pt x="27" y="8"/>
                      <a:pt x="26" y="12"/>
                    </a:cubicBezTo>
                    <a:cubicBezTo>
                      <a:pt x="24" y="23"/>
                      <a:pt x="16" y="26"/>
                      <a:pt x="7" y="25"/>
                    </a:cubicBezTo>
                    <a:cubicBezTo>
                      <a:pt x="5" y="24"/>
                      <a:pt x="2" y="22"/>
                      <a:pt x="0" y="21"/>
                    </a:cubicBezTo>
                    <a:cubicBezTo>
                      <a:pt x="2" y="24"/>
                      <a:pt x="6" y="27"/>
                      <a:pt x="11" y="28"/>
                    </a:cubicBezTo>
                    <a:cubicBezTo>
                      <a:pt x="19" y="30"/>
                      <a:pt x="28" y="24"/>
                      <a:pt x="30" y="16"/>
                    </a:cubicBezTo>
                    <a:cubicBezTo>
                      <a:pt x="31" y="9"/>
                      <a:pt x="28" y="3"/>
                      <a:pt x="24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2" name="Freeform 2734">
                <a:extLst>
                  <a:ext uri="{FF2B5EF4-FFF2-40B4-BE49-F238E27FC236}">
                    <a16:creationId xmlns:a16="http://schemas.microsoft.com/office/drawing/2014/main" id="{062FD941-97AC-4B2C-92BD-00FB11064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384"/>
                <a:ext cx="100" cy="107"/>
              </a:xfrm>
              <a:custGeom>
                <a:avLst/>
                <a:gdLst>
                  <a:gd name="T0" fmla="*/ 520 w 40"/>
                  <a:gd name="T1" fmla="*/ 5896 h 40"/>
                  <a:gd name="T2" fmla="*/ 5675 w 40"/>
                  <a:gd name="T3" fmla="*/ 671 h 40"/>
                  <a:gd name="T4" fmla="*/ 9300 w 40"/>
                  <a:gd name="T5" fmla="*/ 8501 h 40"/>
                  <a:gd name="T6" fmla="*/ 3908 w 40"/>
                  <a:gd name="T7" fmla="*/ 13974 h 40"/>
                  <a:gd name="T8" fmla="*/ 520 w 40"/>
                  <a:gd name="T9" fmla="*/ 589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6"/>
                    </a:moveTo>
                    <a:cubicBezTo>
                      <a:pt x="4" y="6"/>
                      <a:pt x="13" y="0"/>
                      <a:pt x="23" y="2"/>
                    </a:cubicBezTo>
                    <a:cubicBezTo>
                      <a:pt x="33" y="4"/>
                      <a:pt x="40" y="13"/>
                      <a:pt x="38" y="23"/>
                    </a:cubicBezTo>
                    <a:cubicBezTo>
                      <a:pt x="36" y="33"/>
                      <a:pt x="26" y="40"/>
                      <a:pt x="16" y="38"/>
                    </a:cubicBezTo>
                    <a:cubicBezTo>
                      <a:pt x="6" y="36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3" name="Freeform 2735">
                <a:extLst>
                  <a:ext uri="{FF2B5EF4-FFF2-40B4-BE49-F238E27FC236}">
                    <a16:creationId xmlns:a16="http://schemas.microsoft.com/office/drawing/2014/main" id="{13DFDA70-9AA6-497A-9BBB-66DFADD22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411"/>
                <a:ext cx="18" cy="18"/>
              </a:xfrm>
              <a:custGeom>
                <a:avLst/>
                <a:gdLst>
                  <a:gd name="T0" fmla="*/ 0 w 7"/>
                  <a:gd name="T1" fmla="*/ 918 h 7"/>
                  <a:gd name="T2" fmla="*/ 1137 w 7"/>
                  <a:gd name="T3" fmla="*/ 0 h 7"/>
                  <a:gd name="T4" fmla="*/ 2003 w 7"/>
                  <a:gd name="T5" fmla="*/ 1137 h 7"/>
                  <a:gd name="T6" fmla="*/ 918 w 7"/>
                  <a:gd name="T7" fmla="*/ 1700 h 7"/>
                  <a:gd name="T8" fmla="*/ 0 w 7"/>
                  <a:gd name="T9" fmla="*/ 9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4" name="Freeform 2736">
                <a:extLst>
                  <a:ext uri="{FF2B5EF4-FFF2-40B4-BE49-F238E27FC236}">
                    <a16:creationId xmlns:a16="http://schemas.microsoft.com/office/drawing/2014/main" id="{25B79684-9C2F-4B7D-80DD-DE844A8A3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2403"/>
                <a:ext cx="78" cy="82"/>
              </a:xfrm>
              <a:custGeom>
                <a:avLst/>
                <a:gdLst>
                  <a:gd name="T0" fmla="*/ 6051 w 31"/>
                  <a:gd name="T1" fmla="*/ 0 h 31"/>
                  <a:gd name="T2" fmla="*/ 6577 w 31"/>
                  <a:gd name="T3" fmla="*/ 4407 h 31"/>
                  <a:gd name="T4" fmla="*/ 1799 w 31"/>
                  <a:gd name="T5" fmla="*/ 8570 h 31"/>
                  <a:gd name="T6" fmla="*/ 0 w 31"/>
                  <a:gd name="T7" fmla="*/ 7235 h 31"/>
                  <a:gd name="T8" fmla="*/ 2805 w 31"/>
                  <a:gd name="T9" fmla="*/ 9991 h 31"/>
                  <a:gd name="T10" fmla="*/ 7584 w 31"/>
                  <a:gd name="T11" fmla="*/ 5444 h 31"/>
                  <a:gd name="T12" fmla="*/ 6051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4" y="0"/>
                    </a:moveTo>
                    <a:cubicBezTo>
                      <a:pt x="27" y="6"/>
                      <a:pt x="27" y="9"/>
                      <a:pt x="26" y="13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5" y="25"/>
                      <a:pt x="2" y="23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19" y="31"/>
                      <a:pt x="28" y="25"/>
                      <a:pt x="30" y="16"/>
                    </a:cubicBezTo>
                    <a:cubicBezTo>
                      <a:pt x="31" y="10"/>
                      <a:pt x="28" y="4"/>
                      <a:pt x="24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5" name="Freeform 2737">
                <a:extLst>
                  <a:ext uri="{FF2B5EF4-FFF2-40B4-BE49-F238E27FC236}">
                    <a16:creationId xmlns:a16="http://schemas.microsoft.com/office/drawing/2014/main" id="{75FE4149-FD33-4DE5-98F5-FDC40C023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208"/>
                <a:ext cx="100" cy="107"/>
              </a:xfrm>
              <a:custGeom>
                <a:avLst/>
                <a:gdLst>
                  <a:gd name="T0" fmla="*/ 520 w 40"/>
                  <a:gd name="T1" fmla="*/ 5896 h 40"/>
                  <a:gd name="T2" fmla="*/ 5675 w 40"/>
                  <a:gd name="T3" fmla="*/ 671 h 40"/>
                  <a:gd name="T4" fmla="*/ 9300 w 40"/>
                  <a:gd name="T5" fmla="*/ 8501 h 40"/>
                  <a:gd name="T6" fmla="*/ 3908 w 40"/>
                  <a:gd name="T7" fmla="*/ 13974 h 40"/>
                  <a:gd name="T8" fmla="*/ 520 w 40"/>
                  <a:gd name="T9" fmla="*/ 589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6"/>
                    </a:moveTo>
                    <a:cubicBezTo>
                      <a:pt x="4" y="6"/>
                      <a:pt x="14" y="0"/>
                      <a:pt x="23" y="2"/>
                    </a:cubicBezTo>
                    <a:cubicBezTo>
                      <a:pt x="33" y="4"/>
                      <a:pt x="40" y="13"/>
                      <a:pt x="38" y="23"/>
                    </a:cubicBezTo>
                    <a:cubicBezTo>
                      <a:pt x="36" y="33"/>
                      <a:pt x="26" y="40"/>
                      <a:pt x="16" y="38"/>
                    </a:cubicBezTo>
                    <a:cubicBezTo>
                      <a:pt x="7" y="36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6" name="Freeform 2738">
                <a:extLst>
                  <a:ext uri="{FF2B5EF4-FFF2-40B4-BE49-F238E27FC236}">
                    <a16:creationId xmlns:a16="http://schemas.microsoft.com/office/drawing/2014/main" id="{CDC7FFB6-762E-46FB-8A7C-9989DBD12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221"/>
                <a:ext cx="55" cy="56"/>
              </a:xfrm>
              <a:custGeom>
                <a:avLst/>
                <a:gdLst>
                  <a:gd name="T0" fmla="*/ 313 w 22"/>
                  <a:gd name="T1" fmla="*/ 3243 h 21"/>
                  <a:gd name="T2" fmla="*/ 3250 w 22"/>
                  <a:gd name="T3" fmla="*/ 397 h 21"/>
                  <a:gd name="T4" fmla="*/ 5208 w 22"/>
                  <a:gd name="T5" fmla="*/ 4701 h 21"/>
                  <a:gd name="T6" fmla="*/ 2270 w 22"/>
                  <a:gd name="T7" fmla="*/ 7133 h 21"/>
                  <a:gd name="T8" fmla="*/ 313 w 22"/>
                  <a:gd name="T9" fmla="*/ 324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" y="9"/>
                    </a:moveTo>
                    <a:cubicBezTo>
                      <a:pt x="2" y="4"/>
                      <a:pt x="7" y="0"/>
                      <a:pt x="13" y="1"/>
                    </a:cubicBezTo>
                    <a:cubicBezTo>
                      <a:pt x="18" y="2"/>
                      <a:pt x="22" y="7"/>
                      <a:pt x="21" y="13"/>
                    </a:cubicBezTo>
                    <a:cubicBezTo>
                      <a:pt x="20" y="18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lose/>
                  </a:path>
                </a:pathLst>
              </a:cu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7" name="Freeform 2739">
                <a:extLst>
                  <a:ext uri="{FF2B5EF4-FFF2-40B4-BE49-F238E27FC236}">
                    <a16:creationId xmlns:a16="http://schemas.microsoft.com/office/drawing/2014/main" id="{B51F6EA7-E1F4-4421-9962-73BF8CCAC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2227"/>
                <a:ext cx="77" cy="82"/>
              </a:xfrm>
              <a:custGeom>
                <a:avLst/>
                <a:gdLst>
                  <a:gd name="T0" fmla="*/ 5671 w 31"/>
                  <a:gd name="T1" fmla="*/ 0 h 31"/>
                  <a:gd name="T2" fmla="*/ 6133 w 31"/>
                  <a:gd name="T3" fmla="*/ 4163 h 31"/>
                  <a:gd name="T4" fmla="*/ 1592 w 31"/>
                  <a:gd name="T5" fmla="*/ 8570 h 31"/>
                  <a:gd name="T6" fmla="*/ 0 w 31"/>
                  <a:gd name="T7" fmla="*/ 7235 h 31"/>
                  <a:gd name="T8" fmla="*/ 2541 w 31"/>
                  <a:gd name="T9" fmla="*/ 9991 h 31"/>
                  <a:gd name="T10" fmla="*/ 7082 w 31"/>
                  <a:gd name="T11" fmla="*/ 5444 h 31"/>
                  <a:gd name="T12" fmla="*/ 5671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4" y="0"/>
                    </a:moveTo>
                    <a:cubicBezTo>
                      <a:pt x="27" y="6"/>
                      <a:pt x="27" y="8"/>
                      <a:pt x="26" y="12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5" y="25"/>
                      <a:pt x="2" y="22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20" y="31"/>
                      <a:pt x="28" y="25"/>
                      <a:pt x="30" y="16"/>
                    </a:cubicBezTo>
                    <a:cubicBezTo>
                      <a:pt x="31" y="10"/>
                      <a:pt x="29" y="4"/>
                      <a:pt x="24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8" name="Freeform 2740">
                <a:extLst>
                  <a:ext uri="{FF2B5EF4-FFF2-40B4-BE49-F238E27FC236}">
                    <a16:creationId xmlns:a16="http://schemas.microsoft.com/office/drawing/2014/main" id="{791BCF0E-1C27-4135-96C9-D6FAF2BDD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253"/>
                <a:ext cx="100" cy="107"/>
              </a:xfrm>
              <a:custGeom>
                <a:avLst/>
                <a:gdLst>
                  <a:gd name="T0" fmla="*/ 520 w 40"/>
                  <a:gd name="T1" fmla="*/ 5896 h 40"/>
                  <a:gd name="T2" fmla="*/ 5675 w 40"/>
                  <a:gd name="T3" fmla="*/ 671 h 40"/>
                  <a:gd name="T4" fmla="*/ 9300 w 40"/>
                  <a:gd name="T5" fmla="*/ 8501 h 40"/>
                  <a:gd name="T6" fmla="*/ 3908 w 40"/>
                  <a:gd name="T7" fmla="*/ 13974 h 40"/>
                  <a:gd name="T8" fmla="*/ 520 w 40"/>
                  <a:gd name="T9" fmla="*/ 589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6"/>
                    </a:moveTo>
                    <a:cubicBezTo>
                      <a:pt x="4" y="6"/>
                      <a:pt x="13" y="0"/>
                      <a:pt x="23" y="2"/>
                    </a:cubicBezTo>
                    <a:cubicBezTo>
                      <a:pt x="33" y="4"/>
                      <a:pt x="40" y="13"/>
                      <a:pt x="38" y="23"/>
                    </a:cubicBezTo>
                    <a:cubicBezTo>
                      <a:pt x="36" y="33"/>
                      <a:pt x="26" y="40"/>
                      <a:pt x="16" y="38"/>
                    </a:cubicBezTo>
                    <a:cubicBezTo>
                      <a:pt x="6" y="36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9" name="Freeform 2741">
                <a:extLst>
                  <a:ext uri="{FF2B5EF4-FFF2-40B4-BE49-F238E27FC236}">
                    <a16:creationId xmlns:a16="http://schemas.microsoft.com/office/drawing/2014/main" id="{EE78A480-1C0A-4162-9690-B1E880AA0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280"/>
                <a:ext cx="17" cy="19"/>
              </a:xfrm>
              <a:custGeom>
                <a:avLst/>
                <a:gdLst>
                  <a:gd name="T0" fmla="*/ 0 w 7"/>
                  <a:gd name="T1" fmla="*/ 760 h 7"/>
                  <a:gd name="T2" fmla="*/ 831 w 7"/>
                  <a:gd name="T3" fmla="*/ 0 h 7"/>
                  <a:gd name="T4" fmla="*/ 1433 w 7"/>
                  <a:gd name="T5" fmla="*/ 1620 h 7"/>
                  <a:gd name="T6" fmla="*/ 590 w 7"/>
                  <a:gd name="T7" fmla="*/ 2342 h 7"/>
                  <a:gd name="T8" fmla="*/ 0 w 7"/>
                  <a:gd name="T9" fmla="*/ 7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0" name="Freeform 2742">
                <a:extLst>
                  <a:ext uri="{FF2B5EF4-FFF2-40B4-BE49-F238E27FC236}">
                    <a16:creationId xmlns:a16="http://schemas.microsoft.com/office/drawing/2014/main" id="{0CEFFD5B-6113-4A89-994D-46432E048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2272"/>
                <a:ext cx="77" cy="83"/>
              </a:xfrm>
              <a:custGeom>
                <a:avLst/>
                <a:gdLst>
                  <a:gd name="T0" fmla="*/ 5671 w 31"/>
                  <a:gd name="T1" fmla="*/ 0 h 31"/>
                  <a:gd name="T2" fmla="*/ 6133 w 31"/>
                  <a:gd name="T3" fmla="*/ 4415 h 31"/>
                  <a:gd name="T4" fmla="*/ 1592 w 31"/>
                  <a:gd name="T5" fmla="*/ 9189 h 31"/>
                  <a:gd name="T6" fmla="*/ 0 w 31"/>
                  <a:gd name="T7" fmla="*/ 7714 h 31"/>
                  <a:gd name="T8" fmla="*/ 2541 w 31"/>
                  <a:gd name="T9" fmla="*/ 10744 h 31"/>
                  <a:gd name="T10" fmla="*/ 7082 w 31"/>
                  <a:gd name="T11" fmla="*/ 5914 h 31"/>
                  <a:gd name="T12" fmla="*/ 5671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4" y="0"/>
                    </a:moveTo>
                    <a:cubicBezTo>
                      <a:pt x="27" y="6"/>
                      <a:pt x="27" y="9"/>
                      <a:pt x="26" y="12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5" y="25"/>
                      <a:pt x="2" y="23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20" y="31"/>
                      <a:pt x="28" y="25"/>
                      <a:pt x="30" y="16"/>
                    </a:cubicBezTo>
                    <a:cubicBezTo>
                      <a:pt x="31" y="10"/>
                      <a:pt x="28" y="4"/>
                      <a:pt x="24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1" name="Freeform 2743">
                <a:extLst>
                  <a:ext uri="{FF2B5EF4-FFF2-40B4-BE49-F238E27FC236}">
                    <a16:creationId xmlns:a16="http://schemas.microsoft.com/office/drawing/2014/main" id="{9B321890-AA15-4569-8818-3258EA872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301"/>
                <a:ext cx="100" cy="107"/>
              </a:xfrm>
              <a:custGeom>
                <a:avLst/>
                <a:gdLst>
                  <a:gd name="T0" fmla="*/ 520 w 40"/>
                  <a:gd name="T1" fmla="*/ 5896 h 40"/>
                  <a:gd name="T2" fmla="*/ 5675 w 40"/>
                  <a:gd name="T3" fmla="*/ 671 h 40"/>
                  <a:gd name="T4" fmla="*/ 9300 w 40"/>
                  <a:gd name="T5" fmla="*/ 8501 h 40"/>
                  <a:gd name="T6" fmla="*/ 3908 w 40"/>
                  <a:gd name="T7" fmla="*/ 13974 h 40"/>
                  <a:gd name="T8" fmla="*/ 520 w 40"/>
                  <a:gd name="T9" fmla="*/ 589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6"/>
                    </a:moveTo>
                    <a:cubicBezTo>
                      <a:pt x="4" y="6"/>
                      <a:pt x="13" y="0"/>
                      <a:pt x="23" y="2"/>
                    </a:cubicBezTo>
                    <a:cubicBezTo>
                      <a:pt x="33" y="4"/>
                      <a:pt x="40" y="13"/>
                      <a:pt x="38" y="23"/>
                    </a:cubicBezTo>
                    <a:cubicBezTo>
                      <a:pt x="36" y="33"/>
                      <a:pt x="26" y="40"/>
                      <a:pt x="16" y="38"/>
                    </a:cubicBezTo>
                    <a:cubicBezTo>
                      <a:pt x="6" y="36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2" name="Freeform 2744">
                <a:extLst>
                  <a:ext uri="{FF2B5EF4-FFF2-40B4-BE49-F238E27FC236}">
                    <a16:creationId xmlns:a16="http://schemas.microsoft.com/office/drawing/2014/main" id="{AB22E3CB-D9A6-4D87-9AF3-EB14D9D17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328"/>
                <a:ext cx="18" cy="19"/>
              </a:xfrm>
              <a:custGeom>
                <a:avLst/>
                <a:gdLst>
                  <a:gd name="T0" fmla="*/ 0 w 7"/>
                  <a:gd name="T1" fmla="*/ 1200 h 7"/>
                  <a:gd name="T2" fmla="*/ 1137 w 7"/>
                  <a:gd name="T3" fmla="*/ 0 h 7"/>
                  <a:gd name="T4" fmla="*/ 2003 w 7"/>
                  <a:gd name="T5" fmla="*/ 1620 h 7"/>
                  <a:gd name="T6" fmla="*/ 918 w 7"/>
                  <a:gd name="T7" fmla="*/ 2342 h 7"/>
                  <a:gd name="T8" fmla="*/ 0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3" name="Freeform 2745">
                <a:extLst>
                  <a:ext uri="{FF2B5EF4-FFF2-40B4-BE49-F238E27FC236}">
                    <a16:creationId xmlns:a16="http://schemas.microsoft.com/office/drawing/2014/main" id="{BDEEEBE3-BA69-40E5-9D92-94FEB42C4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320"/>
                <a:ext cx="78" cy="83"/>
              </a:xfrm>
              <a:custGeom>
                <a:avLst/>
                <a:gdLst>
                  <a:gd name="T0" fmla="*/ 6051 w 31"/>
                  <a:gd name="T1" fmla="*/ 0 h 31"/>
                  <a:gd name="T2" fmla="*/ 6577 w 31"/>
                  <a:gd name="T3" fmla="*/ 4838 h 31"/>
                  <a:gd name="T4" fmla="*/ 1799 w 31"/>
                  <a:gd name="T5" fmla="*/ 9189 h 31"/>
                  <a:gd name="T6" fmla="*/ 0 w 31"/>
                  <a:gd name="T7" fmla="*/ 7714 h 31"/>
                  <a:gd name="T8" fmla="*/ 2805 w 31"/>
                  <a:gd name="T9" fmla="*/ 10744 h 31"/>
                  <a:gd name="T10" fmla="*/ 7584 w 31"/>
                  <a:gd name="T11" fmla="*/ 5914 h 31"/>
                  <a:gd name="T12" fmla="*/ 6051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4" y="0"/>
                    </a:moveTo>
                    <a:cubicBezTo>
                      <a:pt x="27" y="6"/>
                      <a:pt x="27" y="9"/>
                      <a:pt x="26" y="13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5" y="25"/>
                      <a:pt x="2" y="23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20" y="31"/>
                      <a:pt x="28" y="25"/>
                      <a:pt x="30" y="16"/>
                    </a:cubicBezTo>
                    <a:cubicBezTo>
                      <a:pt x="31" y="10"/>
                      <a:pt x="28" y="4"/>
                      <a:pt x="24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4" name="Freeform 2746">
                <a:extLst>
                  <a:ext uri="{FF2B5EF4-FFF2-40B4-BE49-F238E27FC236}">
                    <a16:creationId xmlns:a16="http://schemas.microsoft.com/office/drawing/2014/main" id="{B19DB6C9-2BE0-4C08-BAD1-07F0FC413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1736"/>
                <a:ext cx="100" cy="107"/>
              </a:xfrm>
              <a:custGeom>
                <a:avLst/>
                <a:gdLst>
                  <a:gd name="T0" fmla="*/ 520 w 40"/>
                  <a:gd name="T1" fmla="*/ 6147 h 40"/>
                  <a:gd name="T2" fmla="*/ 5675 w 40"/>
                  <a:gd name="T3" fmla="*/ 671 h 40"/>
                  <a:gd name="T4" fmla="*/ 9300 w 40"/>
                  <a:gd name="T5" fmla="*/ 8745 h 40"/>
                  <a:gd name="T6" fmla="*/ 3908 w 40"/>
                  <a:gd name="T7" fmla="*/ 13974 h 40"/>
                  <a:gd name="T8" fmla="*/ 520 w 40"/>
                  <a:gd name="T9" fmla="*/ 614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7"/>
                    </a:moveTo>
                    <a:cubicBezTo>
                      <a:pt x="4" y="7"/>
                      <a:pt x="13" y="0"/>
                      <a:pt x="23" y="2"/>
                    </a:cubicBezTo>
                    <a:cubicBezTo>
                      <a:pt x="33" y="4"/>
                      <a:pt x="40" y="14"/>
                      <a:pt x="38" y="24"/>
                    </a:cubicBezTo>
                    <a:cubicBezTo>
                      <a:pt x="36" y="33"/>
                      <a:pt x="26" y="40"/>
                      <a:pt x="16" y="38"/>
                    </a:cubicBezTo>
                    <a:cubicBezTo>
                      <a:pt x="6" y="36"/>
                      <a:pt x="0" y="26"/>
                      <a:pt x="2" y="17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5" name="Freeform 2747">
                <a:extLst>
                  <a:ext uri="{FF2B5EF4-FFF2-40B4-BE49-F238E27FC236}">
                    <a16:creationId xmlns:a16="http://schemas.microsoft.com/office/drawing/2014/main" id="{4B318807-0147-4DA9-AD1E-C0D40178D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749"/>
                <a:ext cx="55" cy="59"/>
              </a:xfrm>
              <a:custGeom>
                <a:avLst/>
                <a:gdLst>
                  <a:gd name="T0" fmla="*/ 313 w 22"/>
                  <a:gd name="T1" fmla="*/ 3315 h 22"/>
                  <a:gd name="T2" fmla="*/ 3250 w 22"/>
                  <a:gd name="T3" fmla="*/ 402 h 22"/>
                  <a:gd name="T4" fmla="*/ 4895 w 22"/>
                  <a:gd name="T5" fmla="*/ 4862 h 22"/>
                  <a:gd name="T6" fmla="*/ 2270 w 22"/>
                  <a:gd name="T7" fmla="*/ 7753 h 22"/>
                  <a:gd name="T8" fmla="*/ 313 w 22"/>
                  <a:gd name="T9" fmla="*/ 331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" y="9"/>
                    </a:moveTo>
                    <a:cubicBezTo>
                      <a:pt x="2" y="4"/>
                      <a:pt x="7" y="0"/>
                      <a:pt x="13" y="1"/>
                    </a:cubicBezTo>
                    <a:cubicBezTo>
                      <a:pt x="18" y="2"/>
                      <a:pt x="22" y="8"/>
                      <a:pt x="20" y="13"/>
                    </a:cubicBezTo>
                    <a:cubicBezTo>
                      <a:pt x="19" y="18"/>
                      <a:pt x="14" y="22"/>
                      <a:pt x="9" y="21"/>
                    </a:cubicBezTo>
                    <a:cubicBezTo>
                      <a:pt x="4" y="20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6" name="Freeform 2748">
                <a:extLst>
                  <a:ext uri="{FF2B5EF4-FFF2-40B4-BE49-F238E27FC236}">
                    <a16:creationId xmlns:a16="http://schemas.microsoft.com/office/drawing/2014/main" id="{E1F942D8-49AE-4408-9017-881D2CCF2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63"/>
                <a:ext cx="18" cy="18"/>
              </a:xfrm>
              <a:custGeom>
                <a:avLst/>
                <a:gdLst>
                  <a:gd name="T0" fmla="*/ 0 w 7"/>
                  <a:gd name="T1" fmla="*/ 918 h 7"/>
                  <a:gd name="T2" fmla="*/ 1137 w 7"/>
                  <a:gd name="T3" fmla="*/ 0 h 7"/>
                  <a:gd name="T4" fmla="*/ 2003 w 7"/>
                  <a:gd name="T5" fmla="*/ 1137 h 7"/>
                  <a:gd name="T6" fmla="*/ 918 w 7"/>
                  <a:gd name="T7" fmla="*/ 2003 h 7"/>
                  <a:gd name="T8" fmla="*/ 0 w 7"/>
                  <a:gd name="T9" fmla="*/ 9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7" name="Freeform 2749">
                <a:extLst>
                  <a:ext uri="{FF2B5EF4-FFF2-40B4-BE49-F238E27FC236}">
                    <a16:creationId xmlns:a16="http://schemas.microsoft.com/office/drawing/2014/main" id="{D2378589-5054-4D71-8D4F-E5CAB20DB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755"/>
                <a:ext cx="78" cy="82"/>
              </a:xfrm>
              <a:custGeom>
                <a:avLst/>
                <a:gdLst>
                  <a:gd name="T0" fmla="*/ 6051 w 31"/>
                  <a:gd name="T1" fmla="*/ 0 h 31"/>
                  <a:gd name="T2" fmla="*/ 6577 w 31"/>
                  <a:gd name="T3" fmla="*/ 4407 h 31"/>
                  <a:gd name="T4" fmla="*/ 1799 w 31"/>
                  <a:gd name="T5" fmla="*/ 8957 h 31"/>
                  <a:gd name="T6" fmla="*/ 0 w 31"/>
                  <a:gd name="T7" fmla="*/ 7235 h 31"/>
                  <a:gd name="T8" fmla="*/ 2805 w 31"/>
                  <a:gd name="T9" fmla="*/ 9991 h 31"/>
                  <a:gd name="T10" fmla="*/ 7584 w 31"/>
                  <a:gd name="T11" fmla="*/ 5444 h 31"/>
                  <a:gd name="T12" fmla="*/ 6051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4" y="0"/>
                    </a:moveTo>
                    <a:cubicBezTo>
                      <a:pt x="27" y="7"/>
                      <a:pt x="27" y="9"/>
                      <a:pt x="26" y="13"/>
                    </a:cubicBezTo>
                    <a:cubicBezTo>
                      <a:pt x="24" y="24"/>
                      <a:pt x="16" y="27"/>
                      <a:pt x="7" y="26"/>
                    </a:cubicBezTo>
                    <a:cubicBezTo>
                      <a:pt x="5" y="25"/>
                      <a:pt x="2" y="23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20" y="31"/>
                      <a:pt x="28" y="25"/>
                      <a:pt x="30" y="16"/>
                    </a:cubicBezTo>
                    <a:cubicBezTo>
                      <a:pt x="31" y="10"/>
                      <a:pt x="28" y="4"/>
                      <a:pt x="24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8" name="Freeform 2750">
                <a:extLst>
                  <a:ext uri="{FF2B5EF4-FFF2-40B4-BE49-F238E27FC236}">
                    <a16:creationId xmlns:a16="http://schemas.microsoft.com/office/drawing/2014/main" id="{CF12BD3D-93E5-4AB2-A6A2-728D45B33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677"/>
                <a:ext cx="100" cy="107"/>
              </a:xfrm>
              <a:custGeom>
                <a:avLst/>
                <a:gdLst>
                  <a:gd name="T0" fmla="*/ 520 w 40"/>
                  <a:gd name="T1" fmla="*/ 6147 h 40"/>
                  <a:gd name="T2" fmla="*/ 5863 w 40"/>
                  <a:gd name="T3" fmla="*/ 671 h 40"/>
                  <a:gd name="T4" fmla="*/ 9300 w 40"/>
                  <a:gd name="T5" fmla="*/ 8745 h 40"/>
                  <a:gd name="T6" fmla="*/ 4220 w 40"/>
                  <a:gd name="T7" fmla="*/ 13974 h 40"/>
                  <a:gd name="T8" fmla="*/ 520 w 40"/>
                  <a:gd name="T9" fmla="*/ 614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7"/>
                    </a:moveTo>
                    <a:cubicBezTo>
                      <a:pt x="4" y="7"/>
                      <a:pt x="14" y="0"/>
                      <a:pt x="24" y="2"/>
                    </a:cubicBezTo>
                    <a:cubicBezTo>
                      <a:pt x="34" y="4"/>
                      <a:pt x="40" y="14"/>
                      <a:pt x="38" y="24"/>
                    </a:cubicBezTo>
                    <a:cubicBezTo>
                      <a:pt x="36" y="34"/>
                      <a:pt x="27" y="40"/>
                      <a:pt x="17" y="38"/>
                    </a:cubicBezTo>
                    <a:cubicBezTo>
                      <a:pt x="7" y="36"/>
                      <a:pt x="0" y="27"/>
                      <a:pt x="2" y="17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9" name="Freeform 2751">
                <a:extLst>
                  <a:ext uri="{FF2B5EF4-FFF2-40B4-BE49-F238E27FC236}">
                    <a16:creationId xmlns:a16="http://schemas.microsoft.com/office/drawing/2014/main" id="{A169AA2F-79DC-4001-A2B3-9B42E2B59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693"/>
                <a:ext cx="55" cy="56"/>
              </a:xfrm>
              <a:custGeom>
                <a:avLst/>
                <a:gdLst>
                  <a:gd name="T0" fmla="*/ 313 w 22"/>
                  <a:gd name="T1" fmla="*/ 2824 h 21"/>
                  <a:gd name="T2" fmla="*/ 3250 w 22"/>
                  <a:gd name="T3" fmla="*/ 397 h 21"/>
                  <a:gd name="T4" fmla="*/ 5208 w 22"/>
                  <a:gd name="T5" fmla="*/ 4301 h 21"/>
                  <a:gd name="T6" fmla="*/ 2270 w 22"/>
                  <a:gd name="T7" fmla="*/ 7133 h 21"/>
                  <a:gd name="T8" fmla="*/ 313 w 22"/>
                  <a:gd name="T9" fmla="*/ 282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" y="8"/>
                    </a:moveTo>
                    <a:cubicBezTo>
                      <a:pt x="3" y="3"/>
                      <a:pt x="8" y="0"/>
                      <a:pt x="13" y="1"/>
                    </a:cubicBezTo>
                    <a:cubicBezTo>
                      <a:pt x="18" y="2"/>
                      <a:pt x="22" y="7"/>
                      <a:pt x="21" y="12"/>
                    </a:cubicBezTo>
                    <a:cubicBezTo>
                      <a:pt x="20" y="18"/>
                      <a:pt x="15" y="21"/>
                      <a:pt x="9" y="20"/>
                    </a:cubicBezTo>
                    <a:cubicBezTo>
                      <a:pt x="4" y="19"/>
                      <a:pt x="0" y="14"/>
                      <a:pt x="1" y="8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0" name="Freeform 2752">
                <a:extLst>
                  <a:ext uri="{FF2B5EF4-FFF2-40B4-BE49-F238E27FC236}">
                    <a16:creationId xmlns:a16="http://schemas.microsoft.com/office/drawing/2014/main" id="{151B5B59-279C-4483-9937-EA8AD0D05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04"/>
                <a:ext cx="20" cy="19"/>
              </a:xfrm>
              <a:custGeom>
                <a:avLst/>
                <a:gdLst>
                  <a:gd name="T0" fmla="*/ 313 w 8"/>
                  <a:gd name="T1" fmla="*/ 1200 h 7"/>
                  <a:gd name="T2" fmla="*/ 1300 w 8"/>
                  <a:gd name="T3" fmla="*/ 0 h 7"/>
                  <a:gd name="T4" fmla="*/ 1770 w 8"/>
                  <a:gd name="T5" fmla="*/ 1620 h 7"/>
                  <a:gd name="T6" fmla="*/ 783 w 8"/>
                  <a:gd name="T7" fmla="*/ 2823 h 7"/>
                  <a:gd name="T8" fmla="*/ 313 w 8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8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1" name="Freeform 2753">
                <a:extLst>
                  <a:ext uri="{FF2B5EF4-FFF2-40B4-BE49-F238E27FC236}">
                    <a16:creationId xmlns:a16="http://schemas.microsoft.com/office/drawing/2014/main" id="{6DAC0EC6-7327-4B25-BB64-D6C1D4245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99"/>
                <a:ext cx="77" cy="80"/>
              </a:xfrm>
              <a:custGeom>
                <a:avLst/>
                <a:gdLst>
                  <a:gd name="T0" fmla="*/ 5671 w 31"/>
                  <a:gd name="T1" fmla="*/ 0 h 30"/>
                  <a:gd name="T2" fmla="*/ 6312 w 31"/>
                  <a:gd name="T3" fmla="*/ 4301 h 30"/>
                  <a:gd name="T4" fmla="*/ 1900 w 31"/>
                  <a:gd name="T5" fmla="*/ 9045 h 30"/>
                  <a:gd name="T6" fmla="*/ 0 w 31"/>
                  <a:gd name="T7" fmla="*/ 7531 h 30"/>
                  <a:gd name="T8" fmla="*/ 2541 w 31"/>
                  <a:gd name="T9" fmla="*/ 10104 h 30"/>
                  <a:gd name="T10" fmla="*/ 7082 w 31"/>
                  <a:gd name="T11" fmla="*/ 5824 h 30"/>
                  <a:gd name="T12" fmla="*/ 5671 w 3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24" y="0"/>
                    </a:moveTo>
                    <a:cubicBezTo>
                      <a:pt x="28" y="6"/>
                      <a:pt x="27" y="8"/>
                      <a:pt x="27" y="12"/>
                    </a:cubicBezTo>
                    <a:cubicBezTo>
                      <a:pt x="25" y="23"/>
                      <a:pt x="16" y="26"/>
                      <a:pt x="8" y="25"/>
                    </a:cubicBezTo>
                    <a:cubicBezTo>
                      <a:pt x="5" y="24"/>
                      <a:pt x="2" y="22"/>
                      <a:pt x="0" y="21"/>
                    </a:cubicBezTo>
                    <a:cubicBezTo>
                      <a:pt x="3" y="24"/>
                      <a:pt x="6" y="27"/>
                      <a:pt x="11" y="28"/>
                    </a:cubicBezTo>
                    <a:cubicBezTo>
                      <a:pt x="20" y="30"/>
                      <a:pt x="28" y="24"/>
                      <a:pt x="30" y="16"/>
                    </a:cubicBezTo>
                    <a:cubicBezTo>
                      <a:pt x="31" y="9"/>
                      <a:pt x="29" y="3"/>
                      <a:pt x="24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2" name="Freeform 2754">
                <a:extLst>
                  <a:ext uri="{FF2B5EF4-FFF2-40B4-BE49-F238E27FC236}">
                    <a16:creationId xmlns:a16="http://schemas.microsoft.com/office/drawing/2014/main" id="{AE913D4E-FCEA-4C30-BB2F-3A6DDE883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621"/>
                <a:ext cx="100" cy="107"/>
              </a:xfrm>
              <a:custGeom>
                <a:avLst/>
                <a:gdLst>
                  <a:gd name="T0" fmla="*/ 520 w 40"/>
                  <a:gd name="T1" fmla="*/ 6147 h 40"/>
                  <a:gd name="T2" fmla="*/ 5863 w 40"/>
                  <a:gd name="T3" fmla="*/ 671 h 40"/>
                  <a:gd name="T4" fmla="*/ 9300 w 40"/>
                  <a:gd name="T5" fmla="*/ 8745 h 40"/>
                  <a:gd name="T6" fmla="*/ 4220 w 40"/>
                  <a:gd name="T7" fmla="*/ 13974 h 40"/>
                  <a:gd name="T8" fmla="*/ 520 w 40"/>
                  <a:gd name="T9" fmla="*/ 614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7"/>
                    </a:moveTo>
                    <a:cubicBezTo>
                      <a:pt x="4" y="7"/>
                      <a:pt x="14" y="0"/>
                      <a:pt x="24" y="2"/>
                    </a:cubicBezTo>
                    <a:cubicBezTo>
                      <a:pt x="34" y="4"/>
                      <a:pt x="40" y="14"/>
                      <a:pt x="38" y="24"/>
                    </a:cubicBezTo>
                    <a:cubicBezTo>
                      <a:pt x="36" y="34"/>
                      <a:pt x="26" y="40"/>
                      <a:pt x="17" y="38"/>
                    </a:cubicBezTo>
                    <a:cubicBezTo>
                      <a:pt x="7" y="36"/>
                      <a:pt x="0" y="26"/>
                      <a:pt x="2" y="17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3" name="Freeform 2755">
                <a:extLst>
                  <a:ext uri="{FF2B5EF4-FFF2-40B4-BE49-F238E27FC236}">
                    <a16:creationId xmlns:a16="http://schemas.microsoft.com/office/drawing/2014/main" id="{884FA30F-1B32-42CF-AA9F-204277129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635"/>
                <a:ext cx="55" cy="58"/>
              </a:xfrm>
              <a:custGeom>
                <a:avLst/>
                <a:gdLst>
                  <a:gd name="T0" fmla="*/ 313 w 22"/>
                  <a:gd name="T1" fmla="*/ 3045 h 22"/>
                  <a:gd name="T2" fmla="*/ 3250 w 22"/>
                  <a:gd name="T3" fmla="*/ 382 h 22"/>
                  <a:gd name="T4" fmla="*/ 5208 w 22"/>
                  <a:gd name="T5" fmla="*/ 4345 h 22"/>
                  <a:gd name="T6" fmla="*/ 2270 w 22"/>
                  <a:gd name="T7" fmla="*/ 7000 h 22"/>
                  <a:gd name="T8" fmla="*/ 313 w 22"/>
                  <a:gd name="T9" fmla="*/ 30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" y="9"/>
                    </a:moveTo>
                    <a:cubicBezTo>
                      <a:pt x="2" y="4"/>
                      <a:pt x="8" y="0"/>
                      <a:pt x="13" y="1"/>
                    </a:cubicBezTo>
                    <a:cubicBezTo>
                      <a:pt x="18" y="2"/>
                      <a:pt x="22" y="8"/>
                      <a:pt x="21" y="13"/>
                    </a:cubicBezTo>
                    <a:cubicBezTo>
                      <a:pt x="20" y="18"/>
                      <a:pt x="15" y="22"/>
                      <a:pt x="9" y="21"/>
                    </a:cubicBezTo>
                    <a:cubicBezTo>
                      <a:pt x="4" y="20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4" name="Freeform 2756">
                <a:extLst>
                  <a:ext uri="{FF2B5EF4-FFF2-40B4-BE49-F238E27FC236}">
                    <a16:creationId xmlns:a16="http://schemas.microsoft.com/office/drawing/2014/main" id="{DC31C2AD-D5A8-4FA6-9C53-B9D4165E9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48"/>
                <a:ext cx="17" cy="19"/>
              </a:xfrm>
              <a:custGeom>
                <a:avLst/>
                <a:gdLst>
                  <a:gd name="T0" fmla="*/ 170 w 7"/>
                  <a:gd name="T1" fmla="*/ 1200 h 7"/>
                  <a:gd name="T2" fmla="*/ 1003 w 7"/>
                  <a:gd name="T3" fmla="*/ 0 h 7"/>
                  <a:gd name="T4" fmla="*/ 1433 w 7"/>
                  <a:gd name="T5" fmla="*/ 1620 h 7"/>
                  <a:gd name="T6" fmla="*/ 590 w 7"/>
                  <a:gd name="T7" fmla="*/ 2823 h 7"/>
                  <a:gd name="T8" fmla="*/ 170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5" name="Freeform 2757">
                <a:extLst>
                  <a:ext uri="{FF2B5EF4-FFF2-40B4-BE49-F238E27FC236}">
                    <a16:creationId xmlns:a16="http://schemas.microsoft.com/office/drawing/2014/main" id="{EA69A6B3-A8CE-41B7-8E1E-9E5C0D094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640"/>
                <a:ext cx="77" cy="83"/>
              </a:xfrm>
              <a:custGeom>
                <a:avLst/>
                <a:gdLst>
                  <a:gd name="T0" fmla="*/ 5671 w 31"/>
                  <a:gd name="T1" fmla="*/ 0 h 31"/>
                  <a:gd name="T2" fmla="*/ 6312 w 31"/>
                  <a:gd name="T3" fmla="*/ 4838 h 31"/>
                  <a:gd name="T4" fmla="*/ 1592 w 31"/>
                  <a:gd name="T5" fmla="*/ 9612 h 31"/>
                  <a:gd name="T6" fmla="*/ 0 w 31"/>
                  <a:gd name="T7" fmla="*/ 7714 h 31"/>
                  <a:gd name="T8" fmla="*/ 2541 w 31"/>
                  <a:gd name="T9" fmla="*/ 10744 h 31"/>
                  <a:gd name="T10" fmla="*/ 7082 w 31"/>
                  <a:gd name="T11" fmla="*/ 5914 h 31"/>
                  <a:gd name="T12" fmla="*/ 5671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4" y="0"/>
                    </a:moveTo>
                    <a:cubicBezTo>
                      <a:pt x="28" y="7"/>
                      <a:pt x="27" y="9"/>
                      <a:pt x="27" y="13"/>
                    </a:cubicBezTo>
                    <a:cubicBezTo>
                      <a:pt x="25" y="24"/>
                      <a:pt x="16" y="27"/>
                      <a:pt x="7" y="26"/>
                    </a:cubicBezTo>
                    <a:cubicBezTo>
                      <a:pt x="5" y="25"/>
                      <a:pt x="2" y="23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20" y="31"/>
                      <a:pt x="28" y="25"/>
                      <a:pt x="30" y="16"/>
                    </a:cubicBezTo>
                    <a:cubicBezTo>
                      <a:pt x="31" y="10"/>
                      <a:pt x="29" y="4"/>
                      <a:pt x="24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6" name="Freeform 2758">
                <a:extLst>
                  <a:ext uri="{FF2B5EF4-FFF2-40B4-BE49-F238E27FC236}">
                    <a16:creationId xmlns:a16="http://schemas.microsoft.com/office/drawing/2014/main" id="{79410C07-0D8A-417D-8424-0F3FF5B70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563"/>
                <a:ext cx="98" cy="106"/>
              </a:xfrm>
              <a:custGeom>
                <a:avLst/>
                <a:gdLst>
                  <a:gd name="T0" fmla="*/ 317 w 39"/>
                  <a:gd name="T1" fmla="*/ 5470 h 40"/>
                  <a:gd name="T2" fmla="*/ 5822 w 39"/>
                  <a:gd name="T3" fmla="*/ 633 h 40"/>
                  <a:gd name="T4" fmla="*/ 9333 w 39"/>
                  <a:gd name="T5" fmla="*/ 7984 h 40"/>
                  <a:gd name="T6" fmla="*/ 4028 w 39"/>
                  <a:gd name="T7" fmla="*/ 13216 h 40"/>
                  <a:gd name="T8" fmla="*/ 317 w 39"/>
                  <a:gd name="T9" fmla="*/ 547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1" y="16"/>
                    </a:moveTo>
                    <a:cubicBezTo>
                      <a:pt x="3" y="7"/>
                      <a:pt x="13" y="0"/>
                      <a:pt x="23" y="2"/>
                    </a:cubicBezTo>
                    <a:cubicBezTo>
                      <a:pt x="33" y="4"/>
                      <a:pt x="39" y="14"/>
                      <a:pt x="37" y="23"/>
                    </a:cubicBezTo>
                    <a:cubicBezTo>
                      <a:pt x="35" y="33"/>
                      <a:pt x="26" y="40"/>
                      <a:pt x="16" y="38"/>
                    </a:cubicBezTo>
                    <a:cubicBezTo>
                      <a:pt x="6" y="36"/>
                      <a:pt x="0" y="26"/>
                      <a:pt x="1" y="16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7" name="Freeform 2759">
                <a:extLst>
                  <a:ext uri="{FF2B5EF4-FFF2-40B4-BE49-F238E27FC236}">
                    <a16:creationId xmlns:a16="http://schemas.microsoft.com/office/drawing/2014/main" id="{A03D4F8A-EE22-4466-A5BE-EB34FC7D6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576"/>
                <a:ext cx="52" cy="59"/>
              </a:xfrm>
              <a:custGeom>
                <a:avLst/>
                <a:gdLst>
                  <a:gd name="T0" fmla="*/ 183 w 21"/>
                  <a:gd name="T1" fmla="*/ 3315 h 22"/>
                  <a:gd name="T2" fmla="*/ 2778 w 21"/>
                  <a:gd name="T3" fmla="*/ 402 h 22"/>
                  <a:gd name="T4" fmla="*/ 4660 w 21"/>
                  <a:gd name="T5" fmla="*/ 4862 h 22"/>
                  <a:gd name="T6" fmla="*/ 2035 w 21"/>
                  <a:gd name="T7" fmla="*/ 7753 h 22"/>
                  <a:gd name="T8" fmla="*/ 183 w 21"/>
                  <a:gd name="T9" fmla="*/ 331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" y="9"/>
                    </a:moveTo>
                    <a:cubicBezTo>
                      <a:pt x="2" y="4"/>
                      <a:pt x="7" y="0"/>
                      <a:pt x="12" y="1"/>
                    </a:cubicBezTo>
                    <a:cubicBezTo>
                      <a:pt x="18" y="2"/>
                      <a:pt x="21" y="8"/>
                      <a:pt x="20" y="13"/>
                    </a:cubicBezTo>
                    <a:cubicBezTo>
                      <a:pt x="19" y="18"/>
                      <a:pt x="14" y="22"/>
                      <a:pt x="9" y="21"/>
                    </a:cubicBezTo>
                    <a:cubicBezTo>
                      <a:pt x="3" y="20"/>
                      <a:pt x="0" y="14"/>
                      <a:pt x="1" y="9"/>
                    </a:cubicBezTo>
                    <a:close/>
                  </a:path>
                </a:pathLst>
              </a:custGeom>
              <a:solidFill>
                <a:srgbClr val="FFF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8" name="Freeform 2760">
                <a:extLst>
                  <a:ext uri="{FF2B5EF4-FFF2-40B4-BE49-F238E27FC236}">
                    <a16:creationId xmlns:a16="http://schemas.microsoft.com/office/drawing/2014/main" id="{560BF93E-E89B-4B09-A556-98F305E5D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589"/>
                <a:ext cx="18" cy="19"/>
              </a:xfrm>
              <a:custGeom>
                <a:avLst/>
                <a:gdLst>
                  <a:gd name="T0" fmla="*/ 0 w 7"/>
                  <a:gd name="T1" fmla="*/ 1200 h 7"/>
                  <a:gd name="T2" fmla="*/ 1137 w 7"/>
                  <a:gd name="T3" fmla="*/ 0 h 7"/>
                  <a:gd name="T4" fmla="*/ 1700 w 7"/>
                  <a:gd name="T5" fmla="*/ 1620 h 7"/>
                  <a:gd name="T6" fmla="*/ 918 w 7"/>
                  <a:gd name="T7" fmla="*/ 2823 h 7"/>
                  <a:gd name="T8" fmla="*/ 0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6" y="4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9" name="Freeform 2761">
                <a:extLst>
                  <a:ext uri="{FF2B5EF4-FFF2-40B4-BE49-F238E27FC236}">
                    <a16:creationId xmlns:a16="http://schemas.microsoft.com/office/drawing/2014/main" id="{AF7ECEAC-8095-4130-9E2A-192BCBFC4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581"/>
                <a:ext cx="78" cy="83"/>
              </a:xfrm>
              <a:custGeom>
                <a:avLst/>
                <a:gdLst>
                  <a:gd name="T0" fmla="*/ 5842 w 31"/>
                  <a:gd name="T1" fmla="*/ 0 h 31"/>
                  <a:gd name="T2" fmla="*/ 6577 w 31"/>
                  <a:gd name="T3" fmla="*/ 4838 h 31"/>
                  <a:gd name="T4" fmla="*/ 1799 w 31"/>
                  <a:gd name="T5" fmla="*/ 9189 h 31"/>
                  <a:gd name="T6" fmla="*/ 0 w 31"/>
                  <a:gd name="T7" fmla="*/ 7714 h 31"/>
                  <a:gd name="T8" fmla="*/ 2531 w 31"/>
                  <a:gd name="T9" fmla="*/ 10744 h 31"/>
                  <a:gd name="T10" fmla="*/ 7375 w 31"/>
                  <a:gd name="T11" fmla="*/ 5914 h 31"/>
                  <a:gd name="T12" fmla="*/ 5842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3" y="0"/>
                    </a:moveTo>
                    <a:cubicBezTo>
                      <a:pt x="27" y="6"/>
                      <a:pt x="27" y="9"/>
                      <a:pt x="26" y="13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4" y="25"/>
                      <a:pt x="1" y="23"/>
                      <a:pt x="0" y="21"/>
                    </a:cubicBezTo>
                    <a:cubicBezTo>
                      <a:pt x="2" y="25"/>
                      <a:pt x="6" y="28"/>
                      <a:pt x="10" y="29"/>
                    </a:cubicBezTo>
                    <a:cubicBezTo>
                      <a:pt x="19" y="31"/>
                      <a:pt x="28" y="25"/>
                      <a:pt x="29" y="16"/>
                    </a:cubicBezTo>
                    <a:cubicBezTo>
                      <a:pt x="31" y="10"/>
                      <a:pt x="28" y="4"/>
                      <a:pt x="23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0" name="Freeform 2762">
                <a:extLst>
                  <a:ext uri="{FF2B5EF4-FFF2-40B4-BE49-F238E27FC236}">
                    <a16:creationId xmlns:a16="http://schemas.microsoft.com/office/drawing/2014/main" id="{BDA2F731-8C59-42DE-8A2C-00186EB19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736"/>
                <a:ext cx="98" cy="107"/>
              </a:xfrm>
              <a:custGeom>
                <a:avLst/>
                <a:gdLst>
                  <a:gd name="T0" fmla="*/ 4028 w 39"/>
                  <a:gd name="T1" fmla="*/ 671 h 40"/>
                  <a:gd name="T2" fmla="*/ 525 w 39"/>
                  <a:gd name="T3" fmla="*/ 8745 h 40"/>
                  <a:gd name="T4" fmla="*/ 5822 w 39"/>
                  <a:gd name="T5" fmla="*/ 13974 h 40"/>
                  <a:gd name="T6" fmla="*/ 9333 w 39"/>
                  <a:gd name="T7" fmla="*/ 6147 h 40"/>
                  <a:gd name="T8" fmla="*/ 4028 w 39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16" y="2"/>
                    </a:moveTo>
                    <a:cubicBezTo>
                      <a:pt x="6" y="4"/>
                      <a:pt x="0" y="14"/>
                      <a:pt x="2" y="24"/>
                    </a:cubicBezTo>
                    <a:cubicBezTo>
                      <a:pt x="3" y="33"/>
                      <a:pt x="13" y="40"/>
                      <a:pt x="23" y="38"/>
                    </a:cubicBezTo>
                    <a:cubicBezTo>
                      <a:pt x="33" y="36"/>
                      <a:pt x="39" y="26"/>
                      <a:pt x="37" y="17"/>
                    </a:cubicBezTo>
                    <a:cubicBezTo>
                      <a:pt x="35" y="7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1" name="Freeform 2763">
                <a:extLst>
                  <a:ext uri="{FF2B5EF4-FFF2-40B4-BE49-F238E27FC236}">
                    <a16:creationId xmlns:a16="http://schemas.microsoft.com/office/drawing/2014/main" id="{4361D125-0D85-4DEE-9AAA-16522D4EF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1755"/>
                <a:ext cx="52" cy="58"/>
              </a:xfrm>
              <a:custGeom>
                <a:avLst/>
                <a:gdLst>
                  <a:gd name="T0" fmla="*/ 2035 w 21"/>
                  <a:gd name="T1" fmla="*/ 382 h 22"/>
                  <a:gd name="T2" fmla="*/ 183 w 21"/>
                  <a:gd name="T3" fmla="*/ 4345 h 22"/>
                  <a:gd name="T4" fmla="*/ 2778 w 21"/>
                  <a:gd name="T5" fmla="*/ 7000 h 22"/>
                  <a:gd name="T6" fmla="*/ 4660 w 21"/>
                  <a:gd name="T7" fmla="*/ 3045 h 22"/>
                  <a:gd name="T8" fmla="*/ 2035 w 21"/>
                  <a:gd name="T9" fmla="*/ 38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9" y="1"/>
                    </a:moveTo>
                    <a:cubicBezTo>
                      <a:pt x="3" y="2"/>
                      <a:pt x="0" y="8"/>
                      <a:pt x="1" y="13"/>
                    </a:cubicBezTo>
                    <a:cubicBezTo>
                      <a:pt x="2" y="18"/>
                      <a:pt x="7" y="22"/>
                      <a:pt x="12" y="21"/>
                    </a:cubicBezTo>
                    <a:cubicBezTo>
                      <a:pt x="18" y="20"/>
                      <a:pt x="21" y="14"/>
                      <a:pt x="20" y="9"/>
                    </a:cubicBezTo>
                    <a:cubicBezTo>
                      <a:pt x="19" y="4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2" name="Freeform 2764">
                <a:extLst>
                  <a:ext uri="{FF2B5EF4-FFF2-40B4-BE49-F238E27FC236}">
                    <a16:creationId xmlns:a16="http://schemas.microsoft.com/office/drawing/2014/main" id="{68DFA2F1-2B56-493B-AA53-900AF5547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1768"/>
                <a:ext cx="17" cy="19"/>
              </a:xfrm>
              <a:custGeom>
                <a:avLst/>
                <a:gdLst>
                  <a:gd name="T0" fmla="*/ 590 w 7"/>
                  <a:gd name="T1" fmla="*/ 442 h 7"/>
                  <a:gd name="T2" fmla="*/ 170 w 7"/>
                  <a:gd name="T3" fmla="*/ 1620 h 7"/>
                  <a:gd name="T4" fmla="*/ 831 w 7"/>
                  <a:gd name="T5" fmla="*/ 2823 h 7"/>
                  <a:gd name="T6" fmla="*/ 1433 w 7"/>
                  <a:gd name="T7" fmla="*/ 1200 h 7"/>
                  <a:gd name="T8" fmla="*/ 590 w 7"/>
                  <a:gd name="T9" fmla="*/ 44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1" y="6"/>
                      <a:pt x="3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3" name="Freeform 2765">
                <a:extLst>
                  <a:ext uri="{FF2B5EF4-FFF2-40B4-BE49-F238E27FC236}">
                    <a16:creationId xmlns:a16="http://schemas.microsoft.com/office/drawing/2014/main" id="{C2C5C8F8-EE82-45D3-B0FE-303700B01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1752"/>
                <a:ext cx="75" cy="83"/>
              </a:xfrm>
              <a:custGeom>
                <a:avLst/>
                <a:gdLst>
                  <a:gd name="T0" fmla="*/ 0 w 30"/>
                  <a:gd name="T1" fmla="*/ 8790 h 31"/>
                  <a:gd name="T2" fmla="*/ 2938 w 30"/>
                  <a:gd name="T3" fmla="*/ 9923 h 31"/>
                  <a:gd name="T4" fmla="*/ 6175 w 30"/>
                  <a:gd name="T5" fmla="*/ 2632 h 31"/>
                  <a:gd name="T6" fmla="*/ 5208 w 30"/>
                  <a:gd name="T7" fmla="*/ 0 h 31"/>
                  <a:gd name="T8" fmla="*/ 7158 w 30"/>
                  <a:gd name="T9" fmla="*/ 4013 h 31"/>
                  <a:gd name="T10" fmla="*/ 3908 w 30"/>
                  <a:gd name="T11" fmla="*/ 10996 h 31"/>
                  <a:gd name="T12" fmla="*/ 0 w 30"/>
                  <a:gd name="T13" fmla="*/ 879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4"/>
                    </a:moveTo>
                    <a:cubicBezTo>
                      <a:pt x="6" y="28"/>
                      <a:pt x="8" y="27"/>
                      <a:pt x="12" y="27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4" y="5"/>
                      <a:pt x="22" y="2"/>
                      <a:pt x="21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0" y="20"/>
                      <a:pt x="25" y="28"/>
                      <a:pt x="16" y="30"/>
                    </a:cubicBezTo>
                    <a:cubicBezTo>
                      <a:pt x="9" y="31"/>
                      <a:pt x="3" y="29"/>
                      <a:pt x="0" y="24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4" name="Freeform 2766">
                <a:extLst>
                  <a:ext uri="{FF2B5EF4-FFF2-40B4-BE49-F238E27FC236}">
                    <a16:creationId xmlns:a16="http://schemas.microsoft.com/office/drawing/2014/main" id="{97405248-91A2-462E-A4E5-4000A3B06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1677"/>
                <a:ext cx="100" cy="107"/>
              </a:xfrm>
              <a:custGeom>
                <a:avLst/>
                <a:gdLst>
                  <a:gd name="T0" fmla="*/ 4220 w 40"/>
                  <a:gd name="T1" fmla="*/ 671 h 40"/>
                  <a:gd name="T2" fmla="*/ 520 w 40"/>
                  <a:gd name="T3" fmla="*/ 8745 h 40"/>
                  <a:gd name="T4" fmla="*/ 5863 w 40"/>
                  <a:gd name="T5" fmla="*/ 13974 h 40"/>
                  <a:gd name="T6" fmla="*/ 9300 w 40"/>
                  <a:gd name="T7" fmla="*/ 6147 h 40"/>
                  <a:gd name="T8" fmla="*/ 4220 w 40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7" y="2"/>
                    </a:moveTo>
                    <a:cubicBezTo>
                      <a:pt x="7" y="4"/>
                      <a:pt x="0" y="14"/>
                      <a:pt x="2" y="24"/>
                    </a:cubicBezTo>
                    <a:cubicBezTo>
                      <a:pt x="4" y="34"/>
                      <a:pt x="14" y="40"/>
                      <a:pt x="24" y="38"/>
                    </a:cubicBezTo>
                    <a:cubicBezTo>
                      <a:pt x="34" y="36"/>
                      <a:pt x="40" y="27"/>
                      <a:pt x="38" y="17"/>
                    </a:cubicBezTo>
                    <a:cubicBezTo>
                      <a:pt x="36" y="7"/>
                      <a:pt x="27" y="0"/>
                      <a:pt x="17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5" name="Freeform 2767">
                <a:extLst>
                  <a:ext uri="{FF2B5EF4-FFF2-40B4-BE49-F238E27FC236}">
                    <a16:creationId xmlns:a16="http://schemas.microsoft.com/office/drawing/2014/main" id="{43E3E9E8-2E8B-44E6-8565-FBBEE700E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1699"/>
                <a:ext cx="53" cy="56"/>
              </a:xfrm>
              <a:custGeom>
                <a:avLst/>
                <a:gdLst>
                  <a:gd name="T0" fmla="*/ 2027 w 21"/>
                  <a:gd name="T1" fmla="*/ 397 h 21"/>
                  <a:gd name="T2" fmla="*/ 318 w 21"/>
                  <a:gd name="T3" fmla="*/ 4301 h 21"/>
                  <a:gd name="T4" fmla="*/ 3089 w 21"/>
                  <a:gd name="T5" fmla="*/ 7133 h 21"/>
                  <a:gd name="T6" fmla="*/ 5116 w 21"/>
                  <a:gd name="T7" fmla="*/ 2824 h 21"/>
                  <a:gd name="T8" fmla="*/ 2027 w 21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8" y="1"/>
                    </a:moveTo>
                    <a:cubicBezTo>
                      <a:pt x="3" y="2"/>
                      <a:pt x="0" y="7"/>
                      <a:pt x="1" y="12"/>
                    </a:cubicBezTo>
                    <a:cubicBezTo>
                      <a:pt x="2" y="17"/>
                      <a:pt x="7" y="21"/>
                      <a:pt x="12" y="20"/>
                    </a:cubicBezTo>
                    <a:cubicBezTo>
                      <a:pt x="17" y="19"/>
                      <a:pt x="21" y="14"/>
                      <a:pt x="20" y="8"/>
                    </a:cubicBezTo>
                    <a:cubicBezTo>
                      <a:pt x="19" y="3"/>
                      <a:pt x="14" y="0"/>
                      <a:pt x="8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6" name="Freeform 2768">
                <a:extLst>
                  <a:ext uri="{FF2B5EF4-FFF2-40B4-BE49-F238E27FC236}">
                    <a16:creationId xmlns:a16="http://schemas.microsoft.com/office/drawing/2014/main" id="{F2D9A3AE-BDD1-46A3-9AC4-7BD8987DB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709"/>
                <a:ext cx="18" cy="22"/>
              </a:xfrm>
              <a:custGeom>
                <a:avLst/>
                <a:gdLst>
                  <a:gd name="T0" fmla="*/ 918 w 7"/>
                  <a:gd name="T1" fmla="*/ 462 h 8"/>
                  <a:gd name="T2" fmla="*/ 0 w 7"/>
                  <a:gd name="T3" fmla="*/ 2225 h 8"/>
                  <a:gd name="T4" fmla="*/ 1137 w 7"/>
                  <a:gd name="T5" fmla="*/ 2973 h 8"/>
                  <a:gd name="T6" fmla="*/ 2003 w 7"/>
                  <a:gd name="T7" fmla="*/ 1271 h 8"/>
                  <a:gd name="T8" fmla="*/ 918 w 7"/>
                  <a:gd name="T9" fmla="*/ 46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1" y="6"/>
                      <a:pt x="2" y="8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6" y="2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7" name="Freeform 2769">
                <a:extLst>
                  <a:ext uri="{FF2B5EF4-FFF2-40B4-BE49-F238E27FC236}">
                    <a16:creationId xmlns:a16="http://schemas.microsoft.com/office/drawing/2014/main" id="{A53D6315-9427-49D8-AEAE-1EA06658C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693"/>
                <a:ext cx="77" cy="86"/>
              </a:xfrm>
              <a:custGeom>
                <a:avLst/>
                <a:gdLst>
                  <a:gd name="T0" fmla="*/ 0 w 31"/>
                  <a:gd name="T1" fmla="*/ 9121 h 32"/>
                  <a:gd name="T2" fmla="*/ 3005 w 31"/>
                  <a:gd name="T3" fmla="*/ 10229 h 32"/>
                  <a:gd name="T4" fmla="*/ 6133 w 31"/>
                  <a:gd name="T5" fmla="*/ 3085 h 32"/>
                  <a:gd name="T6" fmla="*/ 4906 w 31"/>
                  <a:gd name="T7" fmla="*/ 0 h 32"/>
                  <a:gd name="T8" fmla="*/ 6818 w 31"/>
                  <a:gd name="T9" fmla="*/ 4233 h 32"/>
                  <a:gd name="T10" fmla="*/ 3771 w 31"/>
                  <a:gd name="T11" fmla="*/ 11376 h 32"/>
                  <a:gd name="T12" fmla="*/ 0 w 31"/>
                  <a:gd name="T13" fmla="*/ 9121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0" y="24"/>
                    </a:moveTo>
                    <a:cubicBezTo>
                      <a:pt x="7" y="28"/>
                      <a:pt x="9" y="28"/>
                      <a:pt x="13" y="27"/>
                    </a:cubicBezTo>
                    <a:cubicBezTo>
                      <a:pt x="24" y="25"/>
                      <a:pt x="27" y="16"/>
                      <a:pt x="26" y="8"/>
                    </a:cubicBezTo>
                    <a:cubicBezTo>
                      <a:pt x="25" y="5"/>
                      <a:pt x="23" y="2"/>
                      <a:pt x="21" y="0"/>
                    </a:cubicBezTo>
                    <a:cubicBezTo>
                      <a:pt x="25" y="3"/>
                      <a:pt x="28" y="6"/>
                      <a:pt x="29" y="11"/>
                    </a:cubicBezTo>
                    <a:cubicBezTo>
                      <a:pt x="31" y="20"/>
                      <a:pt x="25" y="29"/>
                      <a:pt x="16" y="30"/>
                    </a:cubicBezTo>
                    <a:cubicBezTo>
                      <a:pt x="10" y="32"/>
                      <a:pt x="4" y="29"/>
                      <a:pt x="0" y="24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8" name="Freeform 2770">
                <a:extLst>
                  <a:ext uri="{FF2B5EF4-FFF2-40B4-BE49-F238E27FC236}">
                    <a16:creationId xmlns:a16="http://schemas.microsoft.com/office/drawing/2014/main" id="{296818CC-2363-4DD4-841D-D218137BB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1621"/>
                <a:ext cx="100" cy="107"/>
              </a:xfrm>
              <a:custGeom>
                <a:avLst/>
                <a:gdLst>
                  <a:gd name="T0" fmla="*/ 4220 w 40"/>
                  <a:gd name="T1" fmla="*/ 671 h 40"/>
                  <a:gd name="T2" fmla="*/ 520 w 40"/>
                  <a:gd name="T3" fmla="*/ 8745 h 40"/>
                  <a:gd name="T4" fmla="*/ 5863 w 40"/>
                  <a:gd name="T5" fmla="*/ 13974 h 40"/>
                  <a:gd name="T6" fmla="*/ 9300 w 40"/>
                  <a:gd name="T7" fmla="*/ 6147 h 40"/>
                  <a:gd name="T8" fmla="*/ 4220 w 40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7" y="2"/>
                    </a:moveTo>
                    <a:cubicBezTo>
                      <a:pt x="7" y="4"/>
                      <a:pt x="0" y="14"/>
                      <a:pt x="2" y="24"/>
                    </a:cubicBezTo>
                    <a:cubicBezTo>
                      <a:pt x="4" y="34"/>
                      <a:pt x="14" y="40"/>
                      <a:pt x="24" y="38"/>
                    </a:cubicBezTo>
                    <a:cubicBezTo>
                      <a:pt x="34" y="36"/>
                      <a:pt x="40" y="26"/>
                      <a:pt x="38" y="17"/>
                    </a:cubicBezTo>
                    <a:cubicBezTo>
                      <a:pt x="36" y="7"/>
                      <a:pt x="27" y="0"/>
                      <a:pt x="17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9" name="Freeform 2771">
                <a:extLst>
                  <a:ext uri="{FF2B5EF4-FFF2-40B4-BE49-F238E27FC236}">
                    <a16:creationId xmlns:a16="http://schemas.microsoft.com/office/drawing/2014/main" id="{98BF675A-7EC2-49A5-8817-46DF20274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1640"/>
                <a:ext cx="53" cy="59"/>
              </a:xfrm>
              <a:custGeom>
                <a:avLst/>
                <a:gdLst>
                  <a:gd name="T0" fmla="*/ 2027 w 21"/>
                  <a:gd name="T1" fmla="*/ 402 h 22"/>
                  <a:gd name="T2" fmla="*/ 318 w 21"/>
                  <a:gd name="T3" fmla="*/ 4862 h 22"/>
                  <a:gd name="T4" fmla="*/ 3089 w 21"/>
                  <a:gd name="T5" fmla="*/ 7753 h 22"/>
                  <a:gd name="T6" fmla="*/ 5116 w 21"/>
                  <a:gd name="T7" fmla="*/ 3315 h 22"/>
                  <a:gd name="T8" fmla="*/ 2027 w 21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8" y="1"/>
                    </a:moveTo>
                    <a:cubicBezTo>
                      <a:pt x="3" y="2"/>
                      <a:pt x="0" y="8"/>
                      <a:pt x="1" y="13"/>
                    </a:cubicBezTo>
                    <a:cubicBezTo>
                      <a:pt x="2" y="18"/>
                      <a:pt x="7" y="22"/>
                      <a:pt x="12" y="21"/>
                    </a:cubicBezTo>
                    <a:cubicBezTo>
                      <a:pt x="17" y="20"/>
                      <a:pt x="21" y="14"/>
                      <a:pt x="20" y="9"/>
                    </a:cubicBezTo>
                    <a:cubicBezTo>
                      <a:pt x="19" y="4"/>
                      <a:pt x="14" y="0"/>
                      <a:pt x="8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0" name="Freeform 2772">
                <a:extLst>
                  <a:ext uri="{FF2B5EF4-FFF2-40B4-BE49-F238E27FC236}">
                    <a16:creationId xmlns:a16="http://schemas.microsoft.com/office/drawing/2014/main" id="{CA2D967B-60B2-4CFA-9A6E-37B482E64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653"/>
                <a:ext cx="18" cy="19"/>
              </a:xfrm>
              <a:custGeom>
                <a:avLst/>
                <a:gdLst>
                  <a:gd name="T0" fmla="*/ 918 w 7"/>
                  <a:gd name="T1" fmla="*/ 442 h 7"/>
                  <a:gd name="T2" fmla="*/ 0 w 7"/>
                  <a:gd name="T3" fmla="*/ 1620 h 7"/>
                  <a:gd name="T4" fmla="*/ 1137 w 7"/>
                  <a:gd name="T5" fmla="*/ 2823 h 7"/>
                  <a:gd name="T6" fmla="*/ 2003 w 7"/>
                  <a:gd name="T7" fmla="*/ 1200 h 7"/>
                  <a:gd name="T8" fmla="*/ 918 w 7"/>
                  <a:gd name="T9" fmla="*/ 44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1" y="6"/>
                      <a:pt x="2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1" name="Freeform 2773">
                <a:extLst>
                  <a:ext uri="{FF2B5EF4-FFF2-40B4-BE49-F238E27FC236}">
                    <a16:creationId xmlns:a16="http://schemas.microsoft.com/office/drawing/2014/main" id="{FB67A9EA-2555-459E-8372-FDFB7FB08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1637"/>
                <a:ext cx="77" cy="83"/>
              </a:xfrm>
              <a:custGeom>
                <a:avLst/>
                <a:gdLst>
                  <a:gd name="T0" fmla="*/ 0 w 31"/>
                  <a:gd name="T1" fmla="*/ 8790 h 31"/>
                  <a:gd name="T2" fmla="*/ 3005 w 31"/>
                  <a:gd name="T3" fmla="*/ 9923 h 31"/>
                  <a:gd name="T4" fmla="*/ 6133 w 31"/>
                  <a:gd name="T5" fmla="*/ 2632 h 31"/>
                  <a:gd name="T6" fmla="*/ 5214 w 31"/>
                  <a:gd name="T7" fmla="*/ 0 h 31"/>
                  <a:gd name="T8" fmla="*/ 6818 w 31"/>
                  <a:gd name="T9" fmla="*/ 4013 h 31"/>
                  <a:gd name="T10" fmla="*/ 3954 w 31"/>
                  <a:gd name="T11" fmla="*/ 10996 h 31"/>
                  <a:gd name="T12" fmla="*/ 0 w 31"/>
                  <a:gd name="T13" fmla="*/ 879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4"/>
                    </a:moveTo>
                    <a:cubicBezTo>
                      <a:pt x="7" y="28"/>
                      <a:pt x="9" y="27"/>
                      <a:pt x="13" y="27"/>
                    </a:cubicBezTo>
                    <a:cubicBezTo>
                      <a:pt x="24" y="24"/>
                      <a:pt x="27" y="16"/>
                      <a:pt x="26" y="7"/>
                    </a:cubicBezTo>
                    <a:cubicBezTo>
                      <a:pt x="25" y="5"/>
                      <a:pt x="23" y="2"/>
                      <a:pt x="22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1" y="20"/>
                      <a:pt x="25" y="28"/>
                      <a:pt x="17" y="30"/>
                    </a:cubicBezTo>
                    <a:cubicBezTo>
                      <a:pt x="10" y="31"/>
                      <a:pt x="4" y="29"/>
                      <a:pt x="0" y="24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2" name="Freeform 2774">
                <a:extLst>
                  <a:ext uri="{FF2B5EF4-FFF2-40B4-BE49-F238E27FC236}">
                    <a16:creationId xmlns:a16="http://schemas.microsoft.com/office/drawing/2014/main" id="{661958E5-3B88-45A5-8647-908675E69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563"/>
                <a:ext cx="100" cy="106"/>
              </a:xfrm>
              <a:custGeom>
                <a:avLst/>
                <a:gdLst>
                  <a:gd name="T0" fmla="*/ 3908 w 40"/>
                  <a:gd name="T1" fmla="*/ 633 h 40"/>
                  <a:gd name="T2" fmla="*/ 520 w 40"/>
                  <a:gd name="T3" fmla="*/ 7984 h 40"/>
                  <a:gd name="T4" fmla="*/ 5675 w 40"/>
                  <a:gd name="T5" fmla="*/ 13216 h 40"/>
                  <a:gd name="T6" fmla="*/ 9300 w 40"/>
                  <a:gd name="T7" fmla="*/ 5470 h 40"/>
                  <a:gd name="T8" fmla="*/ 3908 w 40"/>
                  <a:gd name="T9" fmla="*/ 63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7" y="4"/>
                      <a:pt x="0" y="14"/>
                      <a:pt x="2" y="23"/>
                    </a:cubicBezTo>
                    <a:cubicBezTo>
                      <a:pt x="4" y="33"/>
                      <a:pt x="14" y="40"/>
                      <a:pt x="23" y="38"/>
                    </a:cubicBezTo>
                    <a:cubicBezTo>
                      <a:pt x="33" y="36"/>
                      <a:pt x="40" y="26"/>
                      <a:pt x="38" y="16"/>
                    </a:cubicBezTo>
                    <a:cubicBezTo>
                      <a:pt x="36" y="7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3" name="Freeform 2775">
                <a:extLst>
                  <a:ext uri="{FF2B5EF4-FFF2-40B4-BE49-F238E27FC236}">
                    <a16:creationId xmlns:a16="http://schemas.microsoft.com/office/drawing/2014/main" id="{9DB4987D-451D-4576-BEB4-EBB7DAF63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581"/>
                <a:ext cx="55" cy="59"/>
              </a:xfrm>
              <a:custGeom>
                <a:avLst/>
                <a:gdLst>
                  <a:gd name="T0" fmla="*/ 2270 w 22"/>
                  <a:gd name="T1" fmla="*/ 402 h 22"/>
                  <a:gd name="T2" fmla="*/ 313 w 22"/>
                  <a:gd name="T3" fmla="*/ 4862 h 22"/>
                  <a:gd name="T4" fmla="*/ 3250 w 22"/>
                  <a:gd name="T5" fmla="*/ 7753 h 22"/>
                  <a:gd name="T6" fmla="*/ 5208 w 22"/>
                  <a:gd name="T7" fmla="*/ 3315 h 22"/>
                  <a:gd name="T8" fmla="*/ 2270 w 22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9" y="1"/>
                    </a:moveTo>
                    <a:cubicBezTo>
                      <a:pt x="4" y="2"/>
                      <a:pt x="0" y="7"/>
                      <a:pt x="1" y="13"/>
                    </a:cubicBezTo>
                    <a:cubicBezTo>
                      <a:pt x="2" y="18"/>
                      <a:pt x="8" y="22"/>
                      <a:pt x="13" y="21"/>
                    </a:cubicBezTo>
                    <a:cubicBezTo>
                      <a:pt x="18" y="20"/>
                      <a:pt x="22" y="14"/>
                      <a:pt x="21" y="9"/>
                    </a:cubicBezTo>
                    <a:cubicBezTo>
                      <a:pt x="20" y="4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4" name="Freeform 2776">
                <a:extLst>
                  <a:ext uri="{FF2B5EF4-FFF2-40B4-BE49-F238E27FC236}">
                    <a16:creationId xmlns:a16="http://schemas.microsoft.com/office/drawing/2014/main" id="{354F81F2-6789-4A36-A8CB-A89083816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1595"/>
                <a:ext cx="18" cy="18"/>
              </a:xfrm>
              <a:custGeom>
                <a:avLst/>
                <a:gdLst>
                  <a:gd name="T0" fmla="*/ 918 w 7"/>
                  <a:gd name="T1" fmla="*/ 0 h 7"/>
                  <a:gd name="T2" fmla="*/ 0 w 7"/>
                  <a:gd name="T3" fmla="*/ 1137 h 7"/>
                  <a:gd name="T4" fmla="*/ 1137 w 7"/>
                  <a:gd name="T5" fmla="*/ 2003 h 7"/>
                  <a:gd name="T6" fmla="*/ 2003 w 7"/>
                  <a:gd name="T7" fmla="*/ 918 h 7"/>
                  <a:gd name="T8" fmla="*/ 918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6"/>
                      <a:pt x="2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6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5" name="Freeform 2777">
                <a:extLst>
                  <a:ext uri="{FF2B5EF4-FFF2-40B4-BE49-F238E27FC236}">
                    <a16:creationId xmlns:a16="http://schemas.microsoft.com/office/drawing/2014/main" id="{66393403-DB55-4F69-BCAA-C3223D133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1579"/>
                <a:ext cx="77" cy="82"/>
              </a:xfrm>
              <a:custGeom>
                <a:avLst/>
                <a:gdLst>
                  <a:gd name="T0" fmla="*/ 0 w 31"/>
                  <a:gd name="T1" fmla="*/ 8179 h 31"/>
                  <a:gd name="T2" fmla="*/ 3005 w 31"/>
                  <a:gd name="T3" fmla="*/ 8957 h 31"/>
                  <a:gd name="T4" fmla="*/ 5867 w 31"/>
                  <a:gd name="T5" fmla="*/ 2441 h 31"/>
                  <a:gd name="T6" fmla="*/ 4906 w 31"/>
                  <a:gd name="T7" fmla="*/ 0 h 31"/>
                  <a:gd name="T8" fmla="*/ 6818 w 31"/>
                  <a:gd name="T9" fmla="*/ 3777 h 31"/>
                  <a:gd name="T10" fmla="*/ 3771 w 31"/>
                  <a:gd name="T11" fmla="*/ 10237 h 31"/>
                  <a:gd name="T12" fmla="*/ 0 w 31"/>
                  <a:gd name="T13" fmla="*/ 81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4"/>
                    </a:moveTo>
                    <a:cubicBezTo>
                      <a:pt x="6" y="27"/>
                      <a:pt x="9" y="27"/>
                      <a:pt x="13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5" y="5"/>
                      <a:pt x="23" y="2"/>
                      <a:pt x="21" y="0"/>
                    </a:cubicBezTo>
                    <a:cubicBezTo>
                      <a:pt x="25" y="2"/>
                      <a:pt x="28" y="6"/>
                      <a:pt x="29" y="11"/>
                    </a:cubicBezTo>
                    <a:cubicBezTo>
                      <a:pt x="31" y="20"/>
                      <a:pt x="25" y="28"/>
                      <a:pt x="16" y="30"/>
                    </a:cubicBezTo>
                    <a:cubicBezTo>
                      <a:pt x="10" y="31"/>
                      <a:pt x="4" y="29"/>
                      <a:pt x="0" y="24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6" name="Freeform 2778">
                <a:extLst>
                  <a:ext uri="{FF2B5EF4-FFF2-40B4-BE49-F238E27FC236}">
                    <a16:creationId xmlns:a16="http://schemas.microsoft.com/office/drawing/2014/main" id="{EA0E9CAA-D3D6-4752-B807-9F4145B32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144"/>
                <a:ext cx="100" cy="107"/>
              </a:xfrm>
              <a:custGeom>
                <a:avLst/>
                <a:gdLst>
                  <a:gd name="T0" fmla="*/ 3908 w 40"/>
                  <a:gd name="T1" fmla="*/ 671 h 40"/>
                  <a:gd name="T2" fmla="*/ 520 w 40"/>
                  <a:gd name="T3" fmla="*/ 8745 h 40"/>
                  <a:gd name="T4" fmla="*/ 5675 w 40"/>
                  <a:gd name="T5" fmla="*/ 13974 h 40"/>
                  <a:gd name="T6" fmla="*/ 9300 w 40"/>
                  <a:gd name="T7" fmla="*/ 6147 h 40"/>
                  <a:gd name="T8" fmla="*/ 3908 w 40"/>
                  <a:gd name="T9" fmla="*/ 6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6" y="2"/>
                    </a:moveTo>
                    <a:cubicBezTo>
                      <a:pt x="6" y="4"/>
                      <a:pt x="0" y="14"/>
                      <a:pt x="2" y="24"/>
                    </a:cubicBezTo>
                    <a:cubicBezTo>
                      <a:pt x="4" y="34"/>
                      <a:pt x="13" y="40"/>
                      <a:pt x="23" y="38"/>
                    </a:cubicBezTo>
                    <a:cubicBezTo>
                      <a:pt x="33" y="36"/>
                      <a:pt x="40" y="27"/>
                      <a:pt x="38" y="17"/>
                    </a:cubicBezTo>
                    <a:cubicBezTo>
                      <a:pt x="36" y="7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7" name="Freeform 2779">
                <a:extLst>
                  <a:ext uri="{FF2B5EF4-FFF2-40B4-BE49-F238E27FC236}">
                    <a16:creationId xmlns:a16="http://schemas.microsoft.com/office/drawing/2014/main" id="{EF763E6A-D86E-4088-9537-400293790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165"/>
                <a:ext cx="55" cy="56"/>
              </a:xfrm>
              <a:custGeom>
                <a:avLst/>
                <a:gdLst>
                  <a:gd name="T0" fmla="*/ 2270 w 22"/>
                  <a:gd name="T1" fmla="*/ 397 h 21"/>
                  <a:gd name="T2" fmla="*/ 313 w 22"/>
                  <a:gd name="T3" fmla="*/ 4301 h 21"/>
                  <a:gd name="T4" fmla="*/ 3250 w 22"/>
                  <a:gd name="T5" fmla="*/ 7133 h 21"/>
                  <a:gd name="T6" fmla="*/ 5208 w 22"/>
                  <a:gd name="T7" fmla="*/ 2824 h 21"/>
                  <a:gd name="T8" fmla="*/ 2270 w 22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9" y="1"/>
                    </a:moveTo>
                    <a:cubicBezTo>
                      <a:pt x="4" y="2"/>
                      <a:pt x="0" y="7"/>
                      <a:pt x="1" y="12"/>
                    </a:cubicBezTo>
                    <a:cubicBezTo>
                      <a:pt x="2" y="18"/>
                      <a:pt x="7" y="21"/>
                      <a:pt x="13" y="20"/>
                    </a:cubicBezTo>
                    <a:cubicBezTo>
                      <a:pt x="18" y="19"/>
                      <a:pt x="22" y="14"/>
                      <a:pt x="21" y="8"/>
                    </a:cubicBezTo>
                    <a:cubicBezTo>
                      <a:pt x="19" y="3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8" name="Freeform 2780">
                <a:extLst>
                  <a:ext uri="{FF2B5EF4-FFF2-40B4-BE49-F238E27FC236}">
                    <a16:creationId xmlns:a16="http://schemas.microsoft.com/office/drawing/2014/main" id="{4E42F126-46A0-44D5-882B-0A2D4E555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179"/>
                <a:ext cx="18" cy="18"/>
              </a:xfrm>
              <a:custGeom>
                <a:avLst/>
                <a:gdLst>
                  <a:gd name="T0" fmla="*/ 918 w 7"/>
                  <a:gd name="T1" fmla="*/ 0 h 7"/>
                  <a:gd name="T2" fmla="*/ 0 w 7"/>
                  <a:gd name="T3" fmla="*/ 1137 h 7"/>
                  <a:gd name="T4" fmla="*/ 1137 w 7"/>
                  <a:gd name="T5" fmla="*/ 1700 h 7"/>
                  <a:gd name="T6" fmla="*/ 2003 w 7"/>
                  <a:gd name="T7" fmla="*/ 563 h 7"/>
                  <a:gd name="T8" fmla="*/ 918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6"/>
                      <a:pt x="2" y="7"/>
                      <a:pt x="4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6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9" name="Freeform 2781">
                <a:extLst>
                  <a:ext uri="{FF2B5EF4-FFF2-40B4-BE49-F238E27FC236}">
                    <a16:creationId xmlns:a16="http://schemas.microsoft.com/office/drawing/2014/main" id="{CF3CB287-AA3F-44B4-99DA-DE760B1A4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160"/>
                <a:ext cx="77" cy="85"/>
              </a:xfrm>
              <a:custGeom>
                <a:avLst/>
                <a:gdLst>
                  <a:gd name="T0" fmla="*/ 0 w 31"/>
                  <a:gd name="T1" fmla="*/ 8473 h 32"/>
                  <a:gd name="T2" fmla="*/ 3005 w 31"/>
                  <a:gd name="T3" fmla="*/ 9504 h 32"/>
                  <a:gd name="T4" fmla="*/ 5867 w 31"/>
                  <a:gd name="T5" fmla="*/ 2794 h 32"/>
                  <a:gd name="T6" fmla="*/ 4906 w 31"/>
                  <a:gd name="T7" fmla="*/ 0 h 32"/>
                  <a:gd name="T8" fmla="*/ 6818 w 31"/>
                  <a:gd name="T9" fmla="*/ 3846 h 32"/>
                  <a:gd name="T10" fmla="*/ 3771 w 31"/>
                  <a:gd name="T11" fmla="*/ 10604 h 32"/>
                  <a:gd name="T12" fmla="*/ 0 w 31"/>
                  <a:gd name="T13" fmla="*/ 847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0" y="24"/>
                    </a:moveTo>
                    <a:cubicBezTo>
                      <a:pt x="6" y="28"/>
                      <a:pt x="9" y="28"/>
                      <a:pt x="13" y="27"/>
                    </a:cubicBezTo>
                    <a:cubicBezTo>
                      <a:pt x="23" y="25"/>
                      <a:pt x="27" y="17"/>
                      <a:pt x="25" y="8"/>
                    </a:cubicBezTo>
                    <a:cubicBezTo>
                      <a:pt x="25" y="5"/>
                      <a:pt x="23" y="2"/>
                      <a:pt x="21" y="0"/>
                    </a:cubicBezTo>
                    <a:cubicBezTo>
                      <a:pt x="25" y="3"/>
                      <a:pt x="28" y="7"/>
                      <a:pt x="29" y="11"/>
                    </a:cubicBezTo>
                    <a:cubicBezTo>
                      <a:pt x="31" y="20"/>
                      <a:pt x="25" y="29"/>
                      <a:pt x="16" y="30"/>
                    </a:cubicBezTo>
                    <a:cubicBezTo>
                      <a:pt x="10" y="32"/>
                      <a:pt x="4" y="29"/>
                      <a:pt x="0" y="24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0" name="Freeform 2782">
                <a:extLst>
                  <a:ext uri="{FF2B5EF4-FFF2-40B4-BE49-F238E27FC236}">
                    <a16:creationId xmlns:a16="http://schemas.microsoft.com/office/drawing/2014/main" id="{C8603D5E-5041-429E-8B23-0F800C769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203"/>
                <a:ext cx="100" cy="106"/>
              </a:xfrm>
              <a:custGeom>
                <a:avLst/>
                <a:gdLst>
                  <a:gd name="T0" fmla="*/ 4220 w 40"/>
                  <a:gd name="T1" fmla="*/ 633 h 40"/>
                  <a:gd name="T2" fmla="*/ 520 w 40"/>
                  <a:gd name="T3" fmla="*/ 8393 h 40"/>
                  <a:gd name="T4" fmla="*/ 5863 w 40"/>
                  <a:gd name="T5" fmla="*/ 13216 h 40"/>
                  <a:gd name="T6" fmla="*/ 9300 w 40"/>
                  <a:gd name="T7" fmla="*/ 5864 h 40"/>
                  <a:gd name="T8" fmla="*/ 4220 w 40"/>
                  <a:gd name="T9" fmla="*/ 63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7" y="2"/>
                    </a:moveTo>
                    <a:cubicBezTo>
                      <a:pt x="7" y="4"/>
                      <a:pt x="0" y="14"/>
                      <a:pt x="2" y="24"/>
                    </a:cubicBezTo>
                    <a:cubicBezTo>
                      <a:pt x="4" y="34"/>
                      <a:pt x="14" y="40"/>
                      <a:pt x="24" y="38"/>
                    </a:cubicBezTo>
                    <a:cubicBezTo>
                      <a:pt x="34" y="36"/>
                      <a:pt x="40" y="27"/>
                      <a:pt x="38" y="17"/>
                    </a:cubicBezTo>
                    <a:cubicBezTo>
                      <a:pt x="36" y="7"/>
                      <a:pt x="27" y="0"/>
                      <a:pt x="17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1" name="Freeform 2783">
                <a:extLst>
                  <a:ext uri="{FF2B5EF4-FFF2-40B4-BE49-F238E27FC236}">
                    <a16:creationId xmlns:a16="http://schemas.microsoft.com/office/drawing/2014/main" id="{EF04D2F8-3A6E-4FAD-8836-07D0DC041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221"/>
                <a:ext cx="55" cy="59"/>
              </a:xfrm>
              <a:custGeom>
                <a:avLst/>
                <a:gdLst>
                  <a:gd name="T0" fmla="*/ 2270 w 22"/>
                  <a:gd name="T1" fmla="*/ 402 h 22"/>
                  <a:gd name="T2" fmla="*/ 520 w 22"/>
                  <a:gd name="T3" fmla="*/ 4862 h 22"/>
                  <a:gd name="T4" fmla="*/ 3250 w 22"/>
                  <a:gd name="T5" fmla="*/ 7753 h 22"/>
                  <a:gd name="T6" fmla="*/ 5208 w 22"/>
                  <a:gd name="T7" fmla="*/ 3315 h 22"/>
                  <a:gd name="T8" fmla="*/ 2270 w 22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9" y="1"/>
                    </a:moveTo>
                    <a:cubicBezTo>
                      <a:pt x="4" y="3"/>
                      <a:pt x="0" y="8"/>
                      <a:pt x="2" y="13"/>
                    </a:cubicBezTo>
                    <a:cubicBezTo>
                      <a:pt x="3" y="18"/>
                      <a:pt x="8" y="22"/>
                      <a:pt x="13" y="21"/>
                    </a:cubicBezTo>
                    <a:cubicBezTo>
                      <a:pt x="18" y="20"/>
                      <a:pt x="22" y="15"/>
                      <a:pt x="21" y="9"/>
                    </a:cubicBezTo>
                    <a:cubicBezTo>
                      <a:pt x="20" y="4"/>
                      <a:pt x="15" y="0"/>
                      <a:pt x="9" y="1"/>
                    </a:cubicBezTo>
                    <a:close/>
                  </a:path>
                </a:pathLst>
              </a:cu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2" name="Freeform 2784">
                <a:extLst>
                  <a:ext uri="{FF2B5EF4-FFF2-40B4-BE49-F238E27FC236}">
                    <a16:creationId xmlns:a16="http://schemas.microsoft.com/office/drawing/2014/main" id="{3DD03D07-FF7E-4338-A87C-B6B4B36FF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235"/>
                <a:ext cx="17" cy="21"/>
              </a:xfrm>
              <a:custGeom>
                <a:avLst/>
                <a:gdLst>
                  <a:gd name="T0" fmla="*/ 590 w 7"/>
                  <a:gd name="T1" fmla="*/ 378 h 8"/>
                  <a:gd name="T2" fmla="*/ 0 w 7"/>
                  <a:gd name="T3" fmla="*/ 1612 h 8"/>
                  <a:gd name="T4" fmla="*/ 831 w 7"/>
                  <a:gd name="T5" fmla="*/ 2226 h 8"/>
                  <a:gd name="T6" fmla="*/ 1433 w 7"/>
                  <a:gd name="T7" fmla="*/ 992 h 8"/>
                  <a:gd name="T8" fmla="*/ 590 w 7"/>
                  <a:gd name="T9" fmla="*/ 37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1" y="6"/>
                      <a:pt x="2" y="8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6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3" name="Freeform 2785">
                <a:extLst>
                  <a:ext uri="{FF2B5EF4-FFF2-40B4-BE49-F238E27FC236}">
                    <a16:creationId xmlns:a16="http://schemas.microsoft.com/office/drawing/2014/main" id="{37AFE823-DADD-4762-9125-5AC51793B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219"/>
                <a:ext cx="78" cy="82"/>
              </a:xfrm>
              <a:custGeom>
                <a:avLst/>
                <a:gdLst>
                  <a:gd name="T0" fmla="*/ 0 w 31"/>
                  <a:gd name="T1" fmla="*/ 8179 h 31"/>
                  <a:gd name="T2" fmla="*/ 3329 w 31"/>
                  <a:gd name="T3" fmla="*/ 9200 h 31"/>
                  <a:gd name="T4" fmla="*/ 6577 w 31"/>
                  <a:gd name="T5" fmla="*/ 2735 h 31"/>
                  <a:gd name="T6" fmla="*/ 5337 w 31"/>
                  <a:gd name="T7" fmla="*/ 0 h 31"/>
                  <a:gd name="T8" fmla="*/ 7375 w 31"/>
                  <a:gd name="T9" fmla="*/ 3777 h 31"/>
                  <a:gd name="T10" fmla="*/ 4046 w 31"/>
                  <a:gd name="T11" fmla="*/ 10237 h 31"/>
                  <a:gd name="T12" fmla="*/ 0 w 31"/>
                  <a:gd name="T13" fmla="*/ 81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0" y="24"/>
                    </a:moveTo>
                    <a:cubicBezTo>
                      <a:pt x="7" y="28"/>
                      <a:pt x="9" y="27"/>
                      <a:pt x="13" y="27"/>
                    </a:cubicBezTo>
                    <a:cubicBezTo>
                      <a:pt x="24" y="25"/>
                      <a:pt x="27" y="16"/>
                      <a:pt x="26" y="8"/>
                    </a:cubicBezTo>
                    <a:cubicBezTo>
                      <a:pt x="25" y="5"/>
                      <a:pt x="23" y="2"/>
                      <a:pt x="21" y="0"/>
                    </a:cubicBezTo>
                    <a:cubicBezTo>
                      <a:pt x="25" y="3"/>
                      <a:pt x="28" y="6"/>
                      <a:pt x="29" y="11"/>
                    </a:cubicBezTo>
                    <a:cubicBezTo>
                      <a:pt x="31" y="20"/>
                      <a:pt x="25" y="28"/>
                      <a:pt x="16" y="30"/>
                    </a:cubicBezTo>
                    <a:cubicBezTo>
                      <a:pt x="10" y="31"/>
                      <a:pt x="4" y="29"/>
                      <a:pt x="0" y="24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4" name="Freeform 2786">
                <a:extLst>
                  <a:ext uri="{FF2B5EF4-FFF2-40B4-BE49-F238E27FC236}">
                    <a16:creationId xmlns:a16="http://schemas.microsoft.com/office/drawing/2014/main" id="{1491267C-2DC5-43FF-ACEC-9EF98A958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259"/>
                <a:ext cx="100" cy="106"/>
              </a:xfrm>
              <a:custGeom>
                <a:avLst/>
                <a:gdLst>
                  <a:gd name="T0" fmla="*/ 4220 w 40"/>
                  <a:gd name="T1" fmla="*/ 633 h 40"/>
                  <a:gd name="T2" fmla="*/ 520 w 40"/>
                  <a:gd name="T3" fmla="*/ 8393 h 40"/>
                  <a:gd name="T4" fmla="*/ 5863 w 40"/>
                  <a:gd name="T5" fmla="*/ 13216 h 40"/>
                  <a:gd name="T6" fmla="*/ 9300 w 40"/>
                  <a:gd name="T7" fmla="*/ 5864 h 40"/>
                  <a:gd name="T8" fmla="*/ 4220 w 40"/>
                  <a:gd name="T9" fmla="*/ 63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17" y="2"/>
                    </a:moveTo>
                    <a:cubicBezTo>
                      <a:pt x="7" y="4"/>
                      <a:pt x="0" y="14"/>
                      <a:pt x="2" y="24"/>
                    </a:cubicBezTo>
                    <a:cubicBezTo>
                      <a:pt x="4" y="34"/>
                      <a:pt x="14" y="40"/>
                      <a:pt x="24" y="38"/>
                    </a:cubicBezTo>
                    <a:cubicBezTo>
                      <a:pt x="34" y="36"/>
                      <a:pt x="40" y="27"/>
                      <a:pt x="38" y="17"/>
                    </a:cubicBezTo>
                    <a:cubicBezTo>
                      <a:pt x="36" y="7"/>
                      <a:pt x="26" y="0"/>
                      <a:pt x="17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5" name="Freeform 2787">
                <a:extLst>
                  <a:ext uri="{FF2B5EF4-FFF2-40B4-BE49-F238E27FC236}">
                    <a16:creationId xmlns:a16="http://schemas.microsoft.com/office/drawing/2014/main" id="{07F9430F-DC23-4FD0-88EB-EABB8C74C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293"/>
                <a:ext cx="17" cy="19"/>
              </a:xfrm>
              <a:custGeom>
                <a:avLst/>
                <a:gdLst>
                  <a:gd name="T0" fmla="*/ 590 w 7"/>
                  <a:gd name="T1" fmla="*/ 0 h 7"/>
                  <a:gd name="T2" fmla="*/ 0 w 7"/>
                  <a:gd name="T3" fmla="*/ 1620 h 7"/>
                  <a:gd name="T4" fmla="*/ 831 w 7"/>
                  <a:gd name="T5" fmla="*/ 2342 h 7"/>
                  <a:gd name="T6" fmla="*/ 1433 w 7"/>
                  <a:gd name="T7" fmla="*/ 760 h 7"/>
                  <a:gd name="T8" fmla="*/ 590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1" y="6"/>
                      <a:pt x="2" y="7"/>
                      <a:pt x="4" y="6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6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6" name="Freeform 2788">
                <a:extLst>
                  <a:ext uri="{FF2B5EF4-FFF2-40B4-BE49-F238E27FC236}">
                    <a16:creationId xmlns:a16="http://schemas.microsoft.com/office/drawing/2014/main" id="{071B9F2A-3E22-4C5F-BD2E-662E86CF1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275"/>
                <a:ext cx="78" cy="85"/>
              </a:xfrm>
              <a:custGeom>
                <a:avLst/>
                <a:gdLst>
                  <a:gd name="T0" fmla="*/ 0 w 31"/>
                  <a:gd name="T1" fmla="*/ 8473 h 32"/>
                  <a:gd name="T2" fmla="*/ 3329 w 31"/>
                  <a:gd name="T3" fmla="*/ 9504 h 32"/>
                  <a:gd name="T4" fmla="*/ 6577 w 31"/>
                  <a:gd name="T5" fmla="*/ 2794 h 32"/>
                  <a:gd name="T6" fmla="*/ 5337 w 31"/>
                  <a:gd name="T7" fmla="*/ 0 h 32"/>
                  <a:gd name="T8" fmla="*/ 7375 w 31"/>
                  <a:gd name="T9" fmla="*/ 3846 h 32"/>
                  <a:gd name="T10" fmla="*/ 4046 w 31"/>
                  <a:gd name="T11" fmla="*/ 10604 h 32"/>
                  <a:gd name="T12" fmla="*/ 0 w 31"/>
                  <a:gd name="T13" fmla="*/ 847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0" y="24"/>
                    </a:moveTo>
                    <a:cubicBezTo>
                      <a:pt x="7" y="28"/>
                      <a:pt x="9" y="28"/>
                      <a:pt x="13" y="27"/>
                    </a:cubicBezTo>
                    <a:cubicBezTo>
                      <a:pt x="24" y="25"/>
                      <a:pt x="27" y="17"/>
                      <a:pt x="26" y="8"/>
                    </a:cubicBezTo>
                    <a:cubicBezTo>
                      <a:pt x="25" y="5"/>
                      <a:pt x="23" y="2"/>
                      <a:pt x="21" y="0"/>
                    </a:cubicBezTo>
                    <a:cubicBezTo>
                      <a:pt x="25" y="3"/>
                      <a:pt x="28" y="7"/>
                      <a:pt x="29" y="11"/>
                    </a:cubicBezTo>
                    <a:cubicBezTo>
                      <a:pt x="31" y="20"/>
                      <a:pt x="25" y="29"/>
                      <a:pt x="16" y="30"/>
                    </a:cubicBezTo>
                    <a:cubicBezTo>
                      <a:pt x="10" y="32"/>
                      <a:pt x="4" y="29"/>
                      <a:pt x="0" y="24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7" name="Freeform 2789">
                <a:extLst>
                  <a:ext uri="{FF2B5EF4-FFF2-40B4-BE49-F238E27FC236}">
                    <a16:creationId xmlns:a16="http://schemas.microsoft.com/office/drawing/2014/main" id="{F3F51EC3-84B0-421C-A679-3DA7D1020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320"/>
                <a:ext cx="98" cy="104"/>
              </a:xfrm>
              <a:custGeom>
                <a:avLst/>
                <a:gdLst>
                  <a:gd name="T0" fmla="*/ 4028 w 39"/>
                  <a:gd name="T1" fmla="*/ 661 h 39"/>
                  <a:gd name="T2" fmla="*/ 317 w 39"/>
                  <a:gd name="T3" fmla="*/ 8248 h 39"/>
                  <a:gd name="T4" fmla="*/ 5822 w 39"/>
                  <a:gd name="T5" fmla="*/ 13347 h 39"/>
                  <a:gd name="T6" fmla="*/ 9333 w 39"/>
                  <a:gd name="T7" fmla="*/ 5824 h 39"/>
                  <a:gd name="T8" fmla="*/ 4028 w 39"/>
                  <a:gd name="T9" fmla="*/ 66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16" y="2"/>
                    </a:moveTo>
                    <a:cubicBezTo>
                      <a:pt x="6" y="3"/>
                      <a:pt x="0" y="13"/>
                      <a:pt x="1" y="23"/>
                    </a:cubicBezTo>
                    <a:cubicBezTo>
                      <a:pt x="3" y="33"/>
                      <a:pt x="13" y="39"/>
                      <a:pt x="23" y="37"/>
                    </a:cubicBezTo>
                    <a:cubicBezTo>
                      <a:pt x="33" y="35"/>
                      <a:pt x="39" y="26"/>
                      <a:pt x="37" y="16"/>
                    </a:cubicBezTo>
                    <a:cubicBezTo>
                      <a:pt x="35" y="6"/>
                      <a:pt x="26" y="0"/>
                      <a:pt x="16" y="2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8" name="Freeform 2790">
                <a:extLst>
                  <a:ext uri="{FF2B5EF4-FFF2-40B4-BE49-F238E27FC236}">
                    <a16:creationId xmlns:a16="http://schemas.microsoft.com/office/drawing/2014/main" id="{C4F62F77-1BC0-496A-91DE-F7B0DC525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52"/>
                <a:ext cx="17" cy="19"/>
              </a:xfrm>
              <a:custGeom>
                <a:avLst/>
                <a:gdLst>
                  <a:gd name="T0" fmla="*/ 590 w 7"/>
                  <a:gd name="T1" fmla="*/ 0 h 7"/>
                  <a:gd name="T2" fmla="*/ 170 w 7"/>
                  <a:gd name="T3" fmla="*/ 1620 h 7"/>
                  <a:gd name="T4" fmla="*/ 831 w 7"/>
                  <a:gd name="T5" fmla="*/ 2823 h 7"/>
                  <a:gd name="T6" fmla="*/ 1433 w 7"/>
                  <a:gd name="T7" fmla="*/ 1200 h 7"/>
                  <a:gd name="T8" fmla="*/ 590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1" y="0"/>
                      <a:pt x="0" y="2"/>
                      <a:pt x="1" y="4"/>
                    </a:cubicBezTo>
                    <a:cubicBezTo>
                      <a:pt x="1" y="6"/>
                      <a:pt x="3" y="7"/>
                      <a:pt x="4" y="7"/>
                    </a:cubicBezTo>
                    <a:cubicBezTo>
                      <a:pt x="6" y="6"/>
                      <a:pt x="7" y="4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9" name="Freeform 2791">
                <a:extLst>
                  <a:ext uri="{FF2B5EF4-FFF2-40B4-BE49-F238E27FC236}">
                    <a16:creationId xmlns:a16="http://schemas.microsoft.com/office/drawing/2014/main" id="{4970F1B9-B295-409F-80C3-A67A33260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336"/>
                <a:ext cx="75" cy="83"/>
              </a:xfrm>
              <a:custGeom>
                <a:avLst/>
                <a:gdLst>
                  <a:gd name="T0" fmla="*/ 0 w 30"/>
                  <a:gd name="T1" fmla="*/ 8522 h 31"/>
                  <a:gd name="T2" fmla="*/ 2938 w 30"/>
                  <a:gd name="T3" fmla="*/ 9612 h 31"/>
                  <a:gd name="T4" fmla="*/ 6175 w 30"/>
                  <a:gd name="T5" fmla="*/ 2632 h 31"/>
                  <a:gd name="T6" fmla="*/ 5208 w 30"/>
                  <a:gd name="T7" fmla="*/ 0 h 31"/>
                  <a:gd name="T8" fmla="*/ 6845 w 30"/>
                  <a:gd name="T9" fmla="*/ 3706 h 31"/>
                  <a:gd name="T10" fmla="*/ 3908 w 30"/>
                  <a:gd name="T11" fmla="*/ 10744 h 31"/>
                  <a:gd name="T12" fmla="*/ 0 w 30"/>
                  <a:gd name="T13" fmla="*/ 8522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0" y="23"/>
                    </a:moveTo>
                    <a:cubicBezTo>
                      <a:pt x="6" y="27"/>
                      <a:pt x="8" y="27"/>
                      <a:pt x="12" y="26"/>
                    </a:cubicBezTo>
                    <a:cubicBezTo>
                      <a:pt x="23" y="24"/>
                      <a:pt x="27" y="16"/>
                      <a:pt x="25" y="7"/>
                    </a:cubicBezTo>
                    <a:cubicBezTo>
                      <a:pt x="24" y="4"/>
                      <a:pt x="22" y="1"/>
                      <a:pt x="21" y="0"/>
                    </a:cubicBezTo>
                    <a:cubicBezTo>
                      <a:pt x="25" y="2"/>
                      <a:pt x="28" y="6"/>
                      <a:pt x="28" y="10"/>
                    </a:cubicBezTo>
                    <a:cubicBezTo>
                      <a:pt x="30" y="19"/>
                      <a:pt x="24" y="28"/>
                      <a:pt x="16" y="29"/>
                    </a:cubicBezTo>
                    <a:cubicBezTo>
                      <a:pt x="9" y="31"/>
                      <a:pt x="3" y="28"/>
                      <a:pt x="0" y="23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0" name="Freeform 2792">
                <a:extLst>
                  <a:ext uri="{FF2B5EF4-FFF2-40B4-BE49-F238E27FC236}">
                    <a16:creationId xmlns:a16="http://schemas.microsoft.com/office/drawing/2014/main" id="{F009BA1B-F90C-4EBA-8E75-3B79A553B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2144"/>
                <a:ext cx="98" cy="107"/>
              </a:xfrm>
              <a:custGeom>
                <a:avLst/>
                <a:gdLst>
                  <a:gd name="T0" fmla="*/ 525 w 39"/>
                  <a:gd name="T1" fmla="*/ 6147 h 40"/>
                  <a:gd name="T2" fmla="*/ 5822 w 39"/>
                  <a:gd name="T3" fmla="*/ 671 h 40"/>
                  <a:gd name="T4" fmla="*/ 9333 w 39"/>
                  <a:gd name="T5" fmla="*/ 8745 h 40"/>
                  <a:gd name="T6" fmla="*/ 4028 w 39"/>
                  <a:gd name="T7" fmla="*/ 13974 h 40"/>
                  <a:gd name="T8" fmla="*/ 525 w 39"/>
                  <a:gd name="T9" fmla="*/ 614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2" y="17"/>
                    </a:moveTo>
                    <a:cubicBezTo>
                      <a:pt x="3" y="7"/>
                      <a:pt x="13" y="0"/>
                      <a:pt x="23" y="2"/>
                    </a:cubicBezTo>
                    <a:cubicBezTo>
                      <a:pt x="33" y="4"/>
                      <a:pt x="39" y="14"/>
                      <a:pt x="37" y="24"/>
                    </a:cubicBezTo>
                    <a:cubicBezTo>
                      <a:pt x="35" y="34"/>
                      <a:pt x="26" y="40"/>
                      <a:pt x="16" y="38"/>
                    </a:cubicBezTo>
                    <a:cubicBezTo>
                      <a:pt x="6" y="36"/>
                      <a:pt x="0" y="27"/>
                      <a:pt x="2" y="17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1" name="Freeform 2793">
                <a:extLst>
                  <a:ext uri="{FF2B5EF4-FFF2-40B4-BE49-F238E27FC236}">
                    <a16:creationId xmlns:a16="http://schemas.microsoft.com/office/drawing/2014/main" id="{77A4A416-B750-4741-9FB8-75DDCB7C7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160"/>
                <a:ext cx="52" cy="56"/>
              </a:xfrm>
              <a:custGeom>
                <a:avLst/>
                <a:gdLst>
                  <a:gd name="T0" fmla="*/ 183 w 21"/>
                  <a:gd name="T1" fmla="*/ 2824 h 21"/>
                  <a:gd name="T2" fmla="*/ 2778 w 21"/>
                  <a:gd name="T3" fmla="*/ 397 h 21"/>
                  <a:gd name="T4" fmla="*/ 4660 w 21"/>
                  <a:gd name="T5" fmla="*/ 4301 h 21"/>
                  <a:gd name="T6" fmla="*/ 2035 w 21"/>
                  <a:gd name="T7" fmla="*/ 7133 h 21"/>
                  <a:gd name="T8" fmla="*/ 183 w 21"/>
                  <a:gd name="T9" fmla="*/ 282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" y="8"/>
                    </a:moveTo>
                    <a:cubicBezTo>
                      <a:pt x="2" y="3"/>
                      <a:pt x="7" y="0"/>
                      <a:pt x="12" y="1"/>
                    </a:cubicBezTo>
                    <a:cubicBezTo>
                      <a:pt x="18" y="2"/>
                      <a:pt x="21" y="7"/>
                      <a:pt x="20" y="12"/>
                    </a:cubicBezTo>
                    <a:cubicBezTo>
                      <a:pt x="19" y="18"/>
                      <a:pt x="14" y="21"/>
                      <a:pt x="9" y="20"/>
                    </a:cubicBezTo>
                    <a:cubicBezTo>
                      <a:pt x="3" y="19"/>
                      <a:pt x="0" y="14"/>
                      <a:pt x="1" y="8"/>
                    </a:cubicBezTo>
                    <a:close/>
                  </a:path>
                </a:pathLst>
              </a:cu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566" name="Group 2794">
              <a:extLst>
                <a:ext uri="{FF2B5EF4-FFF2-40B4-BE49-F238E27FC236}">
                  <a16:creationId xmlns:a16="http://schemas.microsoft.com/office/drawing/2014/main" id="{FB795DE4-0224-4527-9D59-01CC5FCC63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0" y="1485"/>
              <a:ext cx="843" cy="1016"/>
              <a:chOff x="4080" y="1485"/>
              <a:chExt cx="843" cy="1016"/>
            </a:xfrm>
          </p:grpSpPr>
          <p:sp>
            <p:nvSpPr>
              <p:cNvPr id="19022" name="Freeform 2795">
                <a:extLst>
                  <a:ext uri="{FF2B5EF4-FFF2-40B4-BE49-F238E27FC236}">
                    <a16:creationId xmlns:a16="http://schemas.microsoft.com/office/drawing/2014/main" id="{E7AE4041-9235-4C4E-802D-9D6BC2B03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165"/>
                <a:ext cx="78" cy="80"/>
              </a:xfrm>
              <a:custGeom>
                <a:avLst/>
                <a:gdLst>
                  <a:gd name="T0" fmla="*/ 5842 w 31"/>
                  <a:gd name="T1" fmla="*/ 0 h 30"/>
                  <a:gd name="T2" fmla="*/ 6577 w 31"/>
                  <a:gd name="T3" fmla="*/ 4301 h 30"/>
                  <a:gd name="T4" fmla="*/ 1799 w 31"/>
                  <a:gd name="T5" fmla="*/ 9045 h 30"/>
                  <a:gd name="T6" fmla="*/ 0 w 31"/>
                  <a:gd name="T7" fmla="*/ 7531 h 30"/>
                  <a:gd name="T8" fmla="*/ 2531 w 31"/>
                  <a:gd name="T9" fmla="*/ 10104 h 30"/>
                  <a:gd name="T10" fmla="*/ 7375 w 31"/>
                  <a:gd name="T11" fmla="*/ 5824 h 30"/>
                  <a:gd name="T12" fmla="*/ 5842 w 3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23" y="0"/>
                    </a:moveTo>
                    <a:cubicBezTo>
                      <a:pt x="27" y="6"/>
                      <a:pt x="27" y="8"/>
                      <a:pt x="26" y="12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4" y="24"/>
                      <a:pt x="2" y="22"/>
                      <a:pt x="0" y="21"/>
                    </a:cubicBezTo>
                    <a:cubicBezTo>
                      <a:pt x="2" y="25"/>
                      <a:pt x="6" y="27"/>
                      <a:pt x="10" y="28"/>
                    </a:cubicBezTo>
                    <a:cubicBezTo>
                      <a:pt x="19" y="30"/>
                      <a:pt x="28" y="24"/>
                      <a:pt x="29" y="16"/>
                    </a:cubicBezTo>
                    <a:cubicBezTo>
                      <a:pt x="31" y="9"/>
                      <a:pt x="28" y="3"/>
                      <a:pt x="23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3" name="Freeform 2796">
                <a:extLst>
                  <a:ext uri="{FF2B5EF4-FFF2-40B4-BE49-F238E27FC236}">
                    <a16:creationId xmlns:a16="http://schemas.microsoft.com/office/drawing/2014/main" id="{A3C0046B-5CCB-4FAC-868E-A9078F5A0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203"/>
                <a:ext cx="100" cy="106"/>
              </a:xfrm>
              <a:custGeom>
                <a:avLst/>
                <a:gdLst>
                  <a:gd name="T0" fmla="*/ 520 w 40"/>
                  <a:gd name="T1" fmla="*/ 5864 h 40"/>
                  <a:gd name="T2" fmla="*/ 5863 w 40"/>
                  <a:gd name="T3" fmla="*/ 633 h 40"/>
                  <a:gd name="T4" fmla="*/ 9300 w 40"/>
                  <a:gd name="T5" fmla="*/ 8393 h 40"/>
                  <a:gd name="T6" fmla="*/ 4220 w 40"/>
                  <a:gd name="T7" fmla="*/ 13216 h 40"/>
                  <a:gd name="T8" fmla="*/ 520 w 40"/>
                  <a:gd name="T9" fmla="*/ 586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7"/>
                    </a:moveTo>
                    <a:cubicBezTo>
                      <a:pt x="4" y="7"/>
                      <a:pt x="14" y="0"/>
                      <a:pt x="24" y="2"/>
                    </a:cubicBezTo>
                    <a:cubicBezTo>
                      <a:pt x="34" y="4"/>
                      <a:pt x="40" y="14"/>
                      <a:pt x="38" y="24"/>
                    </a:cubicBezTo>
                    <a:cubicBezTo>
                      <a:pt x="36" y="34"/>
                      <a:pt x="27" y="40"/>
                      <a:pt x="17" y="38"/>
                    </a:cubicBezTo>
                    <a:cubicBezTo>
                      <a:pt x="7" y="36"/>
                      <a:pt x="0" y="27"/>
                      <a:pt x="2" y="17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4" name="Freeform 2797">
                <a:extLst>
                  <a:ext uri="{FF2B5EF4-FFF2-40B4-BE49-F238E27FC236}">
                    <a16:creationId xmlns:a16="http://schemas.microsoft.com/office/drawing/2014/main" id="{84595BFA-9BC9-415C-84B5-4476DCFF7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229"/>
                <a:ext cx="20" cy="19"/>
              </a:xfrm>
              <a:custGeom>
                <a:avLst/>
                <a:gdLst>
                  <a:gd name="T0" fmla="*/ 313 w 8"/>
                  <a:gd name="T1" fmla="*/ 1200 h 7"/>
                  <a:gd name="T2" fmla="*/ 1300 w 8"/>
                  <a:gd name="T3" fmla="*/ 0 h 7"/>
                  <a:gd name="T4" fmla="*/ 1770 w 8"/>
                  <a:gd name="T5" fmla="*/ 1620 h 7"/>
                  <a:gd name="T6" fmla="*/ 783 w 8"/>
                  <a:gd name="T7" fmla="*/ 2823 h 7"/>
                  <a:gd name="T8" fmla="*/ 313 w 8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8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2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5" name="Freeform 2798">
                <a:extLst>
                  <a:ext uri="{FF2B5EF4-FFF2-40B4-BE49-F238E27FC236}">
                    <a16:creationId xmlns:a16="http://schemas.microsoft.com/office/drawing/2014/main" id="{FFAEA1BB-20C9-44B0-8016-88E006205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221"/>
                <a:ext cx="78" cy="83"/>
              </a:xfrm>
              <a:custGeom>
                <a:avLst/>
                <a:gdLst>
                  <a:gd name="T0" fmla="*/ 6051 w 31"/>
                  <a:gd name="T1" fmla="*/ 0 h 31"/>
                  <a:gd name="T2" fmla="*/ 6849 w 31"/>
                  <a:gd name="T3" fmla="*/ 4838 h 31"/>
                  <a:gd name="T4" fmla="*/ 2008 w 31"/>
                  <a:gd name="T5" fmla="*/ 9612 h 31"/>
                  <a:gd name="T6" fmla="*/ 0 w 31"/>
                  <a:gd name="T7" fmla="*/ 7714 h 31"/>
                  <a:gd name="T8" fmla="*/ 2805 w 31"/>
                  <a:gd name="T9" fmla="*/ 10744 h 31"/>
                  <a:gd name="T10" fmla="*/ 7584 w 31"/>
                  <a:gd name="T11" fmla="*/ 5914 h 31"/>
                  <a:gd name="T12" fmla="*/ 6051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4" y="0"/>
                    </a:moveTo>
                    <a:cubicBezTo>
                      <a:pt x="28" y="7"/>
                      <a:pt x="28" y="9"/>
                      <a:pt x="27" y="13"/>
                    </a:cubicBezTo>
                    <a:cubicBezTo>
                      <a:pt x="25" y="24"/>
                      <a:pt x="16" y="27"/>
                      <a:pt x="8" y="26"/>
                    </a:cubicBezTo>
                    <a:cubicBezTo>
                      <a:pt x="5" y="25"/>
                      <a:pt x="2" y="23"/>
                      <a:pt x="0" y="21"/>
                    </a:cubicBezTo>
                    <a:cubicBezTo>
                      <a:pt x="3" y="25"/>
                      <a:pt x="6" y="28"/>
                      <a:pt x="11" y="29"/>
                    </a:cubicBezTo>
                    <a:cubicBezTo>
                      <a:pt x="20" y="31"/>
                      <a:pt x="28" y="25"/>
                      <a:pt x="30" y="16"/>
                    </a:cubicBezTo>
                    <a:cubicBezTo>
                      <a:pt x="31" y="10"/>
                      <a:pt x="29" y="4"/>
                      <a:pt x="24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6" name="Freeform 2799">
                <a:extLst>
                  <a:ext uri="{FF2B5EF4-FFF2-40B4-BE49-F238E27FC236}">
                    <a16:creationId xmlns:a16="http://schemas.microsoft.com/office/drawing/2014/main" id="{9EBC76D4-CC38-4D58-8DB5-1EEF5ED0F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259"/>
                <a:ext cx="100" cy="106"/>
              </a:xfrm>
              <a:custGeom>
                <a:avLst/>
                <a:gdLst>
                  <a:gd name="T0" fmla="*/ 520 w 40"/>
                  <a:gd name="T1" fmla="*/ 5864 h 40"/>
                  <a:gd name="T2" fmla="*/ 5863 w 40"/>
                  <a:gd name="T3" fmla="*/ 633 h 40"/>
                  <a:gd name="T4" fmla="*/ 9300 w 40"/>
                  <a:gd name="T5" fmla="*/ 8393 h 40"/>
                  <a:gd name="T6" fmla="*/ 4220 w 40"/>
                  <a:gd name="T7" fmla="*/ 13216 h 40"/>
                  <a:gd name="T8" fmla="*/ 520 w 40"/>
                  <a:gd name="T9" fmla="*/ 586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2" y="17"/>
                    </a:moveTo>
                    <a:cubicBezTo>
                      <a:pt x="4" y="7"/>
                      <a:pt x="14" y="0"/>
                      <a:pt x="24" y="2"/>
                    </a:cubicBezTo>
                    <a:cubicBezTo>
                      <a:pt x="34" y="4"/>
                      <a:pt x="40" y="14"/>
                      <a:pt x="38" y="24"/>
                    </a:cubicBezTo>
                    <a:cubicBezTo>
                      <a:pt x="36" y="34"/>
                      <a:pt x="27" y="40"/>
                      <a:pt x="17" y="38"/>
                    </a:cubicBezTo>
                    <a:cubicBezTo>
                      <a:pt x="7" y="36"/>
                      <a:pt x="0" y="27"/>
                      <a:pt x="2" y="17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7" name="Freeform 2800">
                <a:extLst>
                  <a:ext uri="{FF2B5EF4-FFF2-40B4-BE49-F238E27FC236}">
                    <a16:creationId xmlns:a16="http://schemas.microsoft.com/office/drawing/2014/main" id="{EC525294-FDF2-4673-9F99-92F144E69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275"/>
                <a:ext cx="53" cy="56"/>
              </a:xfrm>
              <a:custGeom>
                <a:avLst/>
                <a:gdLst>
                  <a:gd name="T0" fmla="*/ 318 w 21"/>
                  <a:gd name="T1" fmla="*/ 2824 h 21"/>
                  <a:gd name="T2" fmla="*/ 3089 w 21"/>
                  <a:gd name="T3" fmla="*/ 397 h 21"/>
                  <a:gd name="T4" fmla="*/ 5116 w 21"/>
                  <a:gd name="T5" fmla="*/ 4301 h 21"/>
                  <a:gd name="T6" fmla="*/ 2027 w 21"/>
                  <a:gd name="T7" fmla="*/ 7133 h 21"/>
                  <a:gd name="T8" fmla="*/ 318 w 21"/>
                  <a:gd name="T9" fmla="*/ 282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" y="8"/>
                    </a:moveTo>
                    <a:cubicBezTo>
                      <a:pt x="2" y="3"/>
                      <a:pt x="7" y="0"/>
                      <a:pt x="12" y="1"/>
                    </a:cubicBezTo>
                    <a:cubicBezTo>
                      <a:pt x="17" y="2"/>
                      <a:pt x="21" y="7"/>
                      <a:pt x="20" y="12"/>
                    </a:cubicBezTo>
                    <a:cubicBezTo>
                      <a:pt x="19" y="18"/>
                      <a:pt x="14" y="21"/>
                      <a:pt x="8" y="20"/>
                    </a:cubicBezTo>
                    <a:cubicBezTo>
                      <a:pt x="3" y="19"/>
                      <a:pt x="0" y="14"/>
                      <a:pt x="1" y="8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8" name="Freeform 2801">
                <a:extLst>
                  <a:ext uri="{FF2B5EF4-FFF2-40B4-BE49-F238E27FC236}">
                    <a16:creationId xmlns:a16="http://schemas.microsoft.com/office/drawing/2014/main" id="{779C4308-FD90-4BAA-8632-73A852462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285"/>
                <a:ext cx="20" cy="19"/>
              </a:xfrm>
              <a:custGeom>
                <a:avLst/>
                <a:gdLst>
                  <a:gd name="T0" fmla="*/ 313 w 8"/>
                  <a:gd name="T1" fmla="*/ 1200 h 7"/>
                  <a:gd name="T2" fmla="*/ 1300 w 8"/>
                  <a:gd name="T3" fmla="*/ 0 h 7"/>
                  <a:gd name="T4" fmla="*/ 1770 w 8"/>
                  <a:gd name="T5" fmla="*/ 1620 h 7"/>
                  <a:gd name="T6" fmla="*/ 783 w 8"/>
                  <a:gd name="T7" fmla="*/ 2823 h 7"/>
                  <a:gd name="T8" fmla="*/ 313 w 8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8" y="3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2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9" name="Freeform 2802">
                <a:extLst>
                  <a:ext uri="{FF2B5EF4-FFF2-40B4-BE49-F238E27FC236}">
                    <a16:creationId xmlns:a16="http://schemas.microsoft.com/office/drawing/2014/main" id="{7435E885-4FD0-48B7-B3AF-ADC72DEBE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280"/>
                <a:ext cx="80" cy="80"/>
              </a:xfrm>
              <a:custGeom>
                <a:avLst/>
                <a:gdLst>
                  <a:gd name="T0" fmla="*/ 5863 w 32"/>
                  <a:gd name="T1" fmla="*/ 0 h 30"/>
                  <a:gd name="T2" fmla="*/ 6645 w 32"/>
                  <a:gd name="T3" fmla="*/ 4301 h 30"/>
                  <a:gd name="T4" fmla="*/ 1958 w 32"/>
                  <a:gd name="T5" fmla="*/ 9045 h 30"/>
                  <a:gd name="T6" fmla="*/ 0 w 32"/>
                  <a:gd name="T7" fmla="*/ 7531 h 30"/>
                  <a:gd name="T8" fmla="*/ 2738 w 32"/>
                  <a:gd name="T9" fmla="*/ 10104 h 30"/>
                  <a:gd name="T10" fmla="*/ 7345 w 32"/>
                  <a:gd name="T11" fmla="*/ 5824 h 30"/>
                  <a:gd name="T12" fmla="*/ 5863 w 32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0">
                    <a:moveTo>
                      <a:pt x="24" y="0"/>
                    </a:moveTo>
                    <a:cubicBezTo>
                      <a:pt x="28" y="6"/>
                      <a:pt x="28" y="8"/>
                      <a:pt x="27" y="12"/>
                    </a:cubicBezTo>
                    <a:cubicBezTo>
                      <a:pt x="25" y="23"/>
                      <a:pt x="16" y="27"/>
                      <a:pt x="8" y="25"/>
                    </a:cubicBezTo>
                    <a:cubicBezTo>
                      <a:pt x="5" y="24"/>
                      <a:pt x="2" y="22"/>
                      <a:pt x="0" y="21"/>
                    </a:cubicBezTo>
                    <a:cubicBezTo>
                      <a:pt x="3" y="25"/>
                      <a:pt x="6" y="27"/>
                      <a:pt x="11" y="28"/>
                    </a:cubicBezTo>
                    <a:cubicBezTo>
                      <a:pt x="20" y="30"/>
                      <a:pt x="29" y="24"/>
                      <a:pt x="30" y="16"/>
                    </a:cubicBezTo>
                    <a:cubicBezTo>
                      <a:pt x="32" y="9"/>
                      <a:pt x="29" y="3"/>
                      <a:pt x="24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0" name="Freeform 2803">
                <a:extLst>
                  <a:ext uri="{FF2B5EF4-FFF2-40B4-BE49-F238E27FC236}">
                    <a16:creationId xmlns:a16="http://schemas.microsoft.com/office/drawing/2014/main" id="{D84CE053-5F98-4B50-9F13-5E42DD015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2320"/>
                <a:ext cx="100" cy="104"/>
              </a:xfrm>
              <a:custGeom>
                <a:avLst/>
                <a:gdLst>
                  <a:gd name="T0" fmla="*/ 520 w 40"/>
                  <a:gd name="T1" fmla="*/ 5824 h 39"/>
                  <a:gd name="T2" fmla="*/ 5675 w 40"/>
                  <a:gd name="T3" fmla="*/ 661 h 39"/>
                  <a:gd name="T4" fmla="*/ 9300 w 40"/>
                  <a:gd name="T5" fmla="*/ 8248 h 39"/>
                  <a:gd name="T6" fmla="*/ 3908 w 40"/>
                  <a:gd name="T7" fmla="*/ 13347 h 39"/>
                  <a:gd name="T8" fmla="*/ 520 w 40"/>
                  <a:gd name="T9" fmla="*/ 582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2" y="16"/>
                    </a:moveTo>
                    <a:cubicBezTo>
                      <a:pt x="4" y="6"/>
                      <a:pt x="14" y="0"/>
                      <a:pt x="23" y="2"/>
                    </a:cubicBezTo>
                    <a:cubicBezTo>
                      <a:pt x="33" y="3"/>
                      <a:pt x="40" y="13"/>
                      <a:pt x="38" y="23"/>
                    </a:cubicBezTo>
                    <a:cubicBezTo>
                      <a:pt x="36" y="33"/>
                      <a:pt x="26" y="39"/>
                      <a:pt x="16" y="37"/>
                    </a:cubicBezTo>
                    <a:cubicBezTo>
                      <a:pt x="7" y="35"/>
                      <a:pt x="0" y="26"/>
                      <a:pt x="2" y="16"/>
                    </a:cubicBezTo>
                    <a:close/>
                  </a:path>
                </a:pathLst>
              </a:custGeom>
              <a:solidFill>
                <a:srgbClr val="D4CF00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1" name="Freeform 2804">
                <a:extLst>
                  <a:ext uri="{FF2B5EF4-FFF2-40B4-BE49-F238E27FC236}">
                    <a16:creationId xmlns:a16="http://schemas.microsoft.com/office/drawing/2014/main" id="{47CEB88D-0A95-49AE-9EA8-AF95294B3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333"/>
                <a:ext cx="55" cy="56"/>
              </a:xfrm>
              <a:custGeom>
                <a:avLst/>
                <a:gdLst>
                  <a:gd name="T0" fmla="*/ 313 w 22"/>
                  <a:gd name="T1" fmla="*/ 3243 h 21"/>
                  <a:gd name="T2" fmla="*/ 3250 w 22"/>
                  <a:gd name="T3" fmla="*/ 397 h 21"/>
                  <a:gd name="T4" fmla="*/ 5208 w 22"/>
                  <a:gd name="T5" fmla="*/ 4301 h 21"/>
                  <a:gd name="T6" fmla="*/ 2270 w 22"/>
                  <a:gd name="T7" fmla="*/ 7133 h 21"/>
                  <a:gd name="T8" fmla="*/ 313 w 22"/>
                  <a:gd name="T9" fmla="*/ 324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" y="9"/>
                    </a:moveTo>
                    <a:cubicBezTo>
                      <a:pt x="2" y="3"/>
                      <a:pt x="7" y="0"/>
                      <a:pt x="13" y="1"/>
                    </a:cubicBezTo>
                    <a:cubicBezTo>
                      <a:pt x="18" y="2"/>
                      <a:pt x="22" y="7"/>
                      <a:pt x="21" y="12"/>
                    </a:cubicBezTo>
                    <a:cubicBezTo>
                      <a:pt x="20" y="18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2" name="Freeform 2805">
                <a:extLst>
                  <a:ext uri="{FF2B5EF4-FFF2-40B4-BE49-F238E27FC236}">
                    <a16:creationId xmlns:a16="http://schemas.microsoft.com/office/drawing/2014/main" id="{A45A4696-8D93-4CA0-9213-3A0786BA5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344"/>
                <a:ext cx="18" cy="19"/>
              </a:xfrm>
              <a:custGeom>
                <a:avLst/>
                <a:gdLst>
                  <a:gd name="T0" fmla="*/ 0 w 7"/>
                  <a:gd name="T1" fmla="*/ 1200 h 7"/>
                  <a:gd name="T2" fmla="*/ 1137 w 7"/>
                  <a:gd name="T3" fmla="*/ 442 h 7"/>
                  <a:gd name="T4" fmla="*/ 2003 w 7"/>
                  <a:gd name="T5" fmla="*/ 1620 h 7"/>
                  <a:gd name="T6" fmla="*/ 918 w 7"/>
                  <a:gd name="T7" fmla="*/ 2823 h 7"/>
                  <a:gd name="T8" fmla="*/ 0 w 7"/>
                  <a:gd name="T9" fmla="*/ 12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3" name="Freeform 2806">
                <a:extLst>
                  <a:ext uri="{FF2B5EF4-FFF2-40B4-BE49-F238E27FC236}">
                    <a16:creationId xmlns:a16="http://schemas.microsoft.com/office/drawing/2014/main" id="{E8F06BC6-2945-4D11-B2CC-6B6ECE097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2339"/>
                <a:ext cx="78" cy="80"/>
              </a:xfrm>
              <a:custGeom>
                <a:avLst/>
                <a:gdLst>
                  <a:gd name="T0" fmla="*/ 6051 w 31"/>
                  <a:gd name="T1" fmla="*/ 0 h 30"/>
                  <a:gd name="T2" fmla="*/ 6577 w 31"/>
                  <a:gd name="T3" fmla="*/ 4301 h 30"/>
                  <a:gd name="T4" fmla="*/ 1799 w 31"/>
                  <a:gd name="T5" fmla="*/ 9045 h 30"/>
                  <a:gd name="T6" fmla="*/ 0 w 31"/>
                  <a:gd name="T7" fmla="*/ 7531 h 30"/>
                  <a:gd name="T8" fmla="*/ 2805 w 31"/>
                  <a:gd name="T9" fmla="*/ 10376 h 30"/>
                  <a:gd name="T10" fmla="*/ 7584 w 31"/>
                  <a:gd name="T11" fmla="*/ 5824 h 30"/>
                  <a:gd name="T12" fmla="*/ 6051 w 3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24" y="0"/>
                    </a:moveTo>
                    <a:cubicBezTo>
                      <a:pt x="27" y="6"/>
                      <a:pt x="27" y="8"/>
                      <a:pt x="26" y="12"/>
                    </a:cubicBezTo>
                    <a:cubicBezTo>
                      <a:pt x="24" y="23"/>
                      <a:pt x="16" y="27"/>
                      <a:pt x="7" y="25"/>
                    </a:cubicBezTo>
                    <a:cubicBezTo>
                      <a:pt x="5" y="24"/>
                      <a:pt x="2" y="22"/>
                      <a:pt x="0" y="21"/>
                    </a:cubicBezTo>
                    <a:cubicBezTo>
                      <a:pt x="2" y="25"/>
                      <a:pt x="6" y="28"/>
                      <a:pt x="11" y="29"/>
                    </a:cubicBezTo>
                    <a:cubicBezTo>
                      <a:pt x="20" y="30"/>
                      <a:pt x="28" y="25"/>
                      <a:pt x="30" y="16"/>
                    </a:cubicBezTo>
                    <a:cubicBezTo>
                      <a:pt x="31" y="9"/>
                      <a:pt x="29" y="3"/>
                      <a:pt x="24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4" name="Oval 2807">
                <a:extLst>
                  <a:ext uri="{FF2B5EF4-FFF2-40B4-BE49-F238E27FC236}">
                    <a16:creationId xmlns:a16="http://schemas.microsoft.com/office/drawing/2014/main" id="{892D44E0-5C57-4425-B666-22C73C5E5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811"/>
                <a:ext cx="93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5" name="Oval 2808">
                <a:extLst>
                  <a:ext uri="{FF2B5EF4-FFF2-40B4-BE49-F238E27FC236}">
                    <a16:creationId xmlns:a16="http://schemas.microsoft.com/office/drawing/2014/main" id="{80BFD8EB-6B81-49E8-A4D7-F5011B704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1824"/>
                <a:ext cx="50" cy="51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6" name="Oval 2809">
                <a:extLst>
                  <a:ext uri="{FF2B5EF4-FFF2-40B4-BE49-F238E27FC236}">
                    <a16:creationId xmlns:a16="http://schemas.microsoft.com/office/drawing/2014/main" id="{96EB341D-1AE5-431E-868E-E010E3D03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835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7" name="Freeform 2810">
                <a:extLst>
                  <a:ext uri="{FF2B5EF4-FFF2-40B4-BE49-F238E27FC236}">
                    <a16:creationId xmlns:a16="http://schemas.microsoft.com/office/drawing/2014/main" id="{FA4A34C6-24C3-450A-A2DC-130361E2F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821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10104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8" name="Oval 2811">
                <a:extLst>
                  <a:ext uri="{FF2B5EF4-FFF2-40B4-BE49-F238E27FC236}">
                    <a16:creationId xmlns:a16="http://schemas.microsoft.com/office/drawing/2014/main" id="{F8404F23-9EE0-4897-B230-13F082E1C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1736"/>
                <a:ext cx="93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9" name="Oval 2812">
                <a:extLst>
                  <a:ext uri="{FF2B5EF4-FFF2-40B4-BE49-F238E27FC236}">
                    <a16:creationId xmlns:a16="http://schemas.microsoft.com/office/drawing/2014/main" id="{E8DF912A-E8EC-4F34-A00F-03FB388B8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1749"/>
                <a:ext cx="48" cy="51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0" name="Oval 2813">
                <a:extLst>
                  <a:ext uri="{FF2B5EF4-FFF2-40B4-BE49-F238E27FC236}">
                    <a16:creationId xmlns:a16="http://schemas.microsoft.com/office/drawing/2014/main" id="{E9B35F7A-16A9-4A3A-B9CA-A1862985A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1760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1" name="Freeform 2814">
                <a:extLst>
                  <a:ext uri="{FF2B5EF4-FFF2-40B4-BE49-F238E27FC236}">
                    <a16:creationId xmlns:a16="http://schemas.microsoft.com/office/drawing/2014/main" id="{6E10E2E5-4584-4789-893E-09843494C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747"/>
                <a:ext cx="73" cy="80"/>
              </a:xfrm>
              <a:custGeom>
                <a:avLst/>
                <a:gdLst>
                  <a:gd name="T0" fmla="*/ 5057 w 29"/>
                  <a:gd name="T1" fmla="*/ 0 h 30"/>
                  <a:gd name="T2" fmla="*/ 6381 w 29"/>
                  <a:gd name="T3" fmla="*/ 3891 h 30"/>
                  <a:gd name="T4" fmla="*/ 2009 w 29"/>
                  <a:gd name="T5" fmla="*/ 10104 h 30"/>
                  <a:gd name="T6" fmla="*/ 0 w 29"/>
                  <a:gd name="T7" fmla="*/ 9045 h 30"/>
                  <a:gd name="T8" fmla="*/ 3333 w 29"/>
                  <a:gd name="T9" fmla="*/ 10773 h 30"/>
                  <a:gd name="T10" fmla="*/ 7383 w 29"/>
                  <a:gd name="T11" fmla="*/ 5005 h 30"/>
                  <a:gd name="T12" fmla="*/ 5057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3" y="26"/>
                      <a:pt x="0" y="25"/>
                    </a:cubicBezTo>
                    <a:cubicBezTo>
                      <a:pt x="3" y="28"/>
                      <a:pt x="8" y="30"/>
                      <a:pt x="13" y="30"/>
                    </a:cubicBezTo>
                    <a:cubicBezTo>
                      <a:pt x="21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2" name="Oval 2815">
                <a:extLst>
                  <a:ext uri="{FF2B5EF4-FFF2-40B4-BE49-F238E27FC236}">
                    <a16:creationId xmlns:a16="http://schemas.microsoft.com/office/drawing/2014/main" id="{721B9626-0602-424B-BFC1-D190F5A2D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1659"/>
                <a:ext cx="90" cy="98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3" name="Oval 2816">
                <a:extLst>
                  <a:ext uri="{FF2B5EF4-FFF2-40B4-BE49-F238E27FC236}">
                    <a16:creationId xmlns:a16="http://schemas.microsoft.com/office/drawing/2014/main" id="{E6D0CB17-4927-4192-8FE3-8686ABB5E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1672"/>
                <a:ext cx="50" cy="53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4" name="Oval 2817">
                <a:extLst>
                  <a:ext uri="{FF2B5EF4-FFF2-40B4-BE49-F238E27FC236}">
                    <a16:creationId xmlns:a16="http://schemas.microsoft.com/office/drawing/2014/main" id="{1D9A9B45-60BF-450F-81F0-F894FE733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6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5" name="Freeform 2818">
                <a:extLst>
                  <a:ext uri="{FF2B5EF4-FFF2-40B4-BE49-F238E27FC236}">
                    <a16:creationId xmlns:a16="http://schemas.microsoft.com/office/drawing/2014/main" id="{C2AE68E3-8343-4EA1-9B1A-A1556DB3B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669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090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5" y="2"/>
                      <a:pt x="19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6" name="Oval 2819">
                <a:extLst>
                  <a:ext uri="{FF2B5EF4-FFF2-40B4-BE49-F238E27FC236}">
                    <a16:creationId xmlns:a16="http://schemas.microsoft.com/office/drawing/2014/main" id="{06EEAC45-4D41-4281-BA32-0ADD372EF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1597"/>
                <a:ext cx="90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7" name="Oval 2820">
                <a:extLst>
                  <a:ext uri="{FF2B5EF4-FFF2-40B4-BE49-F238E27FC236}">
                    <a16:creationId xmlns:a16="http://schemas.microsoft.com/office/drawing/2014/main" id="{F5D7D485-DEDD-4DD0-9138-650B5D3BA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0" y="1611"/>
                <a:ext cx="50" cy="50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8" name="Oval 2821">
                <a:extLst>
                  <a:ext uri="{FF2B5EF4-FFF2-40B4-BE49-F238E27FC236}">
                    <a16:creationId xmlns:a16="http://schemas.microsoft.com/office/drawing/2014/main" id="{02466C5C-8A64-4EC1-97AC-60FAE747C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162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9" name="Freeform 2822">
                <a:extLst>
                  <a:ext uri="{FF2B5EF4-FFF2-40B4-BE49-F238E27FC236}">
                    <a16:creationId xmlns:a16="http://schemas.microsoft.com/office/drawing/2014/main" id="{DD9FCD98-1369-439C-B865-3F41067CB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608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10104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5" y="2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" name="Oval 2823">
                <a:extLst>
                  <a:ext uri="{FF2B5EF4-FFF2-40B4-BE49-F238E27FC236}">
                    <a16:creationId xmlns:a16="http://schemas.microsoft.com/office/drawing/2014/main" id="{14D34F6C-0215-40A4-9265-FCA10DD45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3" y="1525"/>
                <a:ext cx="92" cy="99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1" name="Oval 2824">
                <a:extLst>
                  <a:ext uri="{FF2B5EF4-FFF2-40B4-BE49-F238E27FC236}">
                    <a16:creationId xmlns:a16="http://schemas.microsoft.com/office/drawing/2014/main" id="{2A91CB2B-A332-4657-B6D3-A78676510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8" y="1539"/>
                <a:ext cx="50" cy="53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2" name="Oval 2825">
                <a:extLst>
                  <a:ext uri="{FF2B5EF4-FFF2-40B4-BE49-F238E27FC236}">
                    <a16:creationId xmlns:a16="http://schemas.microsoft.com/office/drawing/2014/main" id="{158B8D87-C429-4EFA-AC48-AE15E3B26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1552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3" name="Freeform 2826">
                <a:extLst>
                  <a:ext uri="{FF2B5EF4-FFF2-40B4-BE49-F238E27FC236}">
                    <a16:creationId xmlns:a16="http://schemas.microsoft.com/office/drawing/2014/main" id="{1290CBCE-6B5F-4BA4-B619-CADC5A92F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536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4" name="Oval 2827">
                <a:extLst>
                  <a:ext uri="{FF2B5EF4-FFF2-40B4-BE49-F238E27FC236}">
                    <a16:creationId xmlns:a16="http://schemas.microsoft.com/office/drawing/2014/main" id="{7C60887C-E7E4-4C24-B420-1E9952606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1811"/>
                <a:ext cx="93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5" name="Oval 2828">
                <a:extLst>
                  <a:ext uri="{FF2B5EF4-FFF2-40B4-BE49-F238E27FC236}">
                    <a16:creationId xmlns:a16="http://schemas.microsoft.com/office/drawing/2014/main" id="{AA10668E-EF9E-4F59-B314-08E647E9C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8" y="1827"/>
                <a:ext cx="50" cy="50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6" name="Oval 2829">
                <a:extLst>
                  <a:ext uri="{FF2B5EF4-FFF2-40B4-BE49-F238E27FC236}">
                    <a16:creationId xmlns:a16="http://schemas.microsoft.com/office/drawing/2014/main" id="{8BC2A751-7D8C-4185-8930-084660450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0" y="1835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7" name="Freeform 2830">
                <a:extLst>
                  <a:ext uri="{FF2B5EF4-FFF2-40B4-BE49-F238E27FC236}">
                    <a16:creationId xmlns:a16="http://schemas.microsoft.com/office/drawing/2014/main" id="{2A2A4AF0-EB1E-4FFA-AFD8-1317B0870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827"/>
                <a:ext cx="78" cy="74"/>
              </a:xfrm>
              <a:custGeom>
                <a:avLst/>
                <a:gdLst>
                  <a:gd name="T0" fmla="*/ 0 w 31"/>
                  <a:gd name="T1" fmla="*/ 6441 h 28"/>
                  <a:gd name="T2" fmla="*/ 3014 w 31"/>
                  <a:gd name="T3" fmla="*/ 8145 h 28"/>
                  <a:gd name="T4" fmla="*/ 7058 w 31"/>
                  <a:gd name="T5" fmla="*/ 2730 h 28"/>
                  <a:gd name="T6" fmla="*/ 6577 w 31"/>
                  <a:gd name="T7" fmla="*/ 0 h 28"/>
                  <a:gd name="T8" fmla="*/ 7850 w 31"/>
                  <a:gd name="T9" fmla="*/ 4157 h 28"/>
                  <a:gd name="T10" fmla="*/ 3855 w 31"/>
                  <a:gd name="T11" fmla="*/ 9562 h 28"/>
                  <a:gd name="T12" fmla="*/ 0 w 31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8" name="Oval 2831">
                <a:extLst>
                  <a:ext uri="{FF2B5EF4-FFF2-40B4-BE49-F238E27FC236}">
                    <a16:creationId xmlns:a16="http://schemas.microsoft.com/office/drawing/2014/main" id="{714E1500-5DB6-40D8-BC1B-7F379A84E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1736"/>
                <a:ext cx="90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9" name="Oval 2832">
                <a:extLst>
                  <a:ext uri="{FF2B5EF4-FFF2-40B4-BE49-F238E27FC236}">
                    <a16:creationId xmlns:a16="http://schemas.microsoft.com/office/drawing/2014/main" id="{0DDC0F07-B28F-4810-9CBD-29DB6D7D4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0" y="1749"/>
                <a:ext cx="48" cy="54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0" name="Oval 2833">
                <a:extLst>
                  <a:ext uri="{FF2B5EF4-FFF2-40B4-BE49-F238E27FC236}">
                    <a16:creationId xmlns:a16="http://schemas.microsoft.com/office/drawing/2014/main" id="{A180AD37-D626-4046-8F21-DFA4F67E5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0" y="1760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1" name="Freeform 2834">
                <a:extLst>
                  <a:ext uri="{FF2B5EF4-FFF2-40B4-BE49-F238E27FC236}">
                    <a16:creationId xmlns:a16="http://schemas.microsoft.com/office/drawing/2014/main" id="{E90D57D1-2BBC-4665-9241-A941E2655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1752"/>
                <a:ext cx="75" cy="75"/>
              </a:xfrm>
              <a:custGeom>
                <a:avLst/>
                <a:gdLst>
                  <a:gd name="T0" fmla="*/ 0 w 30"/>
                  <a:gd name="T1" fmla="*/ 7053 h 28"/>
                  <a:gd name="T2" fmla="*/ 2738 w 30"/>
                  <a:gd name="T3" fmla="*/ 8804 h 28"/>
                  <a:gd name="T4" fmla="*/ 6645 w 30"/>
                  <a:gd name="T5" fmla="*/ 2885 h 28"/>
                  <a:gd name="T6" fmla="*/ 6175 w 30"/>
                  <a:gd name="T7" fmla="*/ 0 h 28"/>
                  <a:gd name="T8" fmla="*/ 7345 w 30"/>
                  <a:gd name="T9" fmla="*/ 4420 h 28"/>
                  <a:gd name="T10" fmla="*/ 3438 w 30"/>
                  <a:gd name="T11" fmla="*/ 10339 h 28"/>
                  <a:gd name="T12" fmla="*/ 0 w 30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2" name="Oval 2835">
                <a:extLst>
                  <a:ext uri="{FF2B5EF4-FFF2-40B4-BE49-F238E27FC236}">
                    <a16:creationId xmlns:a16="http://schemas.microsoft.com/office/drawing/2014/main" id="{731B5614-CE13-4C11-845C-D8F399023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1659"/>
                <a:ext cx="92" cy="98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3" name="Oval 2836">
                <a:extLst>
                  <a:ext uri="{FF2B5EF4-FFF2-40B4-BE49-F238E27FC236}">
                    <a16:creationId xmlns:a16="http://schemas.microsoft.com/office/drawing/2014/main" id="{8CEC4E75-A5F5-4E4E-9A96-0B8DD606B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0" y="1675"/>
                <a:ext cx="50" cy="50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4" name="Oval 2837">
                <a:extLst>
                  <a:ext uri="{FF2B5EF4-FFF2-40B4-BE49-F238E27FC236}">
                    <a16:creationId xmlns:a16="http://schemas.microsoft.com/office/drawing/2014/main" id="{9DD14726-25E8-47CD-9687-C2FF77B21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1683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5" name="Freeform 2838">
                <a:extLst>
                  <a:ext uri="{FF2B5EF4-FFF2-40B4-BE49-F238E27FC236}">
                    <a16:creationId xmlns:a16="http://schemas.microsoft.com/office/drawing/2014/main" id="{6ACECEC7-0161-451F-8A42-A37646221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1675"/>
                <a:ext cx="77" cy="77"/>
              </a:xfrm>
              <a:custGeom>
                <a:avLst/>
                <a:gdLst>
                  <a:gd name="T0" fmla="*/ 0 w 31"/>
                  <a:gd name="T1" fmla="*/ 6606 h 29"/>
                  <a:gd name="T2" fmla="*/ 2851 w 31"/>
                  <a:gd name="T3" fmla="*/ 8438 h 29"/>
                  <a:gd name="T4" fmla="*/ 6620 w 31"/>
                  <a:gd name="T5" fmla="*/ 2791 h 29"/>
                  <a:gd name="T6" fmla="*/ 5867 w 31"/>
                  <a:gd name="T7" fmla="*/ 0 h 29"/>
                  <a:gd name="T8" fmla="*/ 7263 w 31"/>
                  <a:gd name="T9" fmla="*/ 4230 h 29"/>
                  <a:gd name="T10" fmla="*/ 3313 w 31"/>
                  <a:gd name="T11" fmla="*/ 10145 h 29"/>
                  <a:gd name="T12" fmla="*/ 0 w 31"/>
                  <a:gd name="T13" fmla="*/ 660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3" y="29"/>
                      <a:pt x="14" y="29"/>
                    </a:cubicBezTo>
                    <a:cubicBezTo>
                      <a:pt x="8" y="29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6" name="Oval 2839">
                <a:extLst>
                  <a:ext uri="{FF2B5EF4-FFF2-40B4-BE49-F238E27FC236}">
                    <a16:creationId xmlns:a16="http://schemas.microsoft.com/office/drawing/2014/main" id="{C22AABE8-84BD-4B38-B9DC-467A6F648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" y="1597"/>
                <a:ext cx="93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7" name="Oval 2840">
                <a:extLst>
                  <a:ext uri="{FF2B5EF4-FFF2-40B4-BE49-F238E27FC236}">
                    <a16:creationId xmlns:a16="http://schemas.microsoft.com/office/drawing/2014/main" id="{1ECDE15B-5046-4AA1-9A59-0BC139627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3" y="1613"/>
                <a:ext cx="50" cy="51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8" name="Oval 2841">
                <a:extLst>
                  <a:ext uri="{FF2B5EF4-FFF2-40B4-BE49-F238E27FC236}">
                    <a16:creationId xmlns:a16="http://schemas.microsoft.com/office/drawing/2014/main" id="{551694A1-A307-4EB7-A699-0D922589F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3" y="1621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9" name="Freeform 2842">
                <a:extLst>
                  <a:ext uri="{FF2B5EF4-FFF2-40B4-BE49-F238E27FC236}">
                    <a16:creationId xmlns:a16="http://schemas.microsoft.com/office/drawing/2014/main" id="{1AF1ECF6-20A7-4321-9B20-4E99ACB2C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1613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885 h 28"/>
                  <a:gd name="T6" fmla="*/ 6368 w 31"/>
                  <a:gd name="T7" fmla="*/ 0 h 28"/>
                  <a:gd name="T8" fmla="*/ 7850 w 31"/>
                  <a:gd name="T9" fmla="*/ 4420 h 28"/>
                  <a:gd name="T10" fmla="*/ 352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0" name="Oval 2843">
                <a:extLst>
                  <a:ext uri="{FF2B5EF4-FFF2-40B4-BE49-F238E27FC236}">
                    <a16:creationId xmlns:a16="http://schemas.microsoft.com/office/drawing/2014/main" id="{A4F70B0A-B531-40ED-BC12-419C7CC47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3" y="1525"/>
                <a:ext cx="92" cy="99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1" name="Oval 2844">
                <a:extLst>
                  <a:ext uri="{FF2B5EF4-FFF2-40B4-BE49-F238E27FC236}">
                    <a16:creationId xmlns:a16="http://schemas.microsoft.com/office/drawing/2014/main" id="{0F3E5FE5-7212-46C5-82EB-FB530067D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0" y="1536"/>
                <a:ext cx="50" cy="53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2" name="Oval 2845">
                <a:extLst>
                  <a:ext uri="{FF2B5EF4-FFF2-40B4-BE49-F238E27FC236}">
                    <a16:creationId xmlns:a16="http://schemas.microsoft.com/office/drawing/2014/main" id="{CA66C69B-C46D-423F-8F6E-E2A73F6F4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3" y="154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3" name="Freeform 2846">
                <a:extLst>
                  <a:ext uri="{FF2B5EF4-FFF2-40B4-BE49-F238E27FC236}">
                    <a16:creationId xmlns:a16="http://schemas.microsoft.com/office/drawing/2014/main" id="{5E1DE63E-ED38-4E55-A70F-B932B98D4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544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5867 w 31"/>
                  <a:gd name="T7" fmla="*/ 0 h 28"/>
                  <a:gd name="T8" fmla="*/ 7263 w 31"/>
                  <a:gd name="T9" fmla="*/ 4420 h 28"/>
                  <a:gd name="T10" fmla="*/ 351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4" name="Oval 2847">
                <a:extLst>
                  <a:ext uri="{FF2B5EF4-FFF2-40B4-BE49-F238E27FC236}">
                    <a16:creationId xmlns:a16="http://schemas.microsoft.com/office/drawing/2014/main" id="{8D1D2D80-7C57-4901-94F5-426A48363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080"/>
                <a:ext cx="93" cy="99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5" name="Oval 2848">
                <a:extLst>
                  <a:ext uri="{FF2B5EF4-FFF2-40B4-BE49-F238E27FC236}">
                    <a16:creationId xmlns:a16="http://schemas.microsoft.com/office/drawing/2014/main" id="{3E9269F8-4DB3-4199-81BF-87FC6A248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2096"/>
                <a:ext cx="50" cy="51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6" name="Oval 2849">
                <a:extLst>
                  <a:ext uri="{FF2B5EF4-FFF2-40B4-BE49-F238E27FC236}">
                    <a16:creationId xmlns:a16="http://schemas.microsoft.com/office/drawing/2014/main" id="{6776994C-AA78-4916-9598-1C2E48824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2107"/>
                <a:ext cx="15" cy="16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7" name="Freeform 2850">
                <a:extLst>
                  <a:ext uri="{FF2B5EF4-FFF2-40B4-BE49-F238E27FC236}">
                    <a16:creationId xmlns:a16="http://schemas.microsoft.com/office/drawing/2014/main" id="{AC50AC42-C1BD-496A-8457-B384EA140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096"/>
                <a:ext cx="78" cy="77"/>
              </a:xfrm>
              <a:custGeom>
                <a:avLst/>
                <a:gdLst>
                  <a:gd name="T0" fmla="*/ 0 w 31"/>
                  <a:gd name="T1" fmla="*/ 6606 h 29"/>
                  <a:gd name="T2" fmla="*/ 3014 w 31"/>
                  <a:gd name="T3" fmla="*/ 8706 h 29"/>
                  <a:gd name="T4" fmla="*/ 7058 w 31"/>
                  <a:gd name="T5" fmla="*/ 2791 h 29"/>
                  <a:gd name="T6" fmla="*/ 6368 w 31"/>
                  <a:gd name="T7" fmla="*/ 0 h 29"/>
                  <a:gd name="T8" fmla="*/ 7850 w 31"/>
                  <a:gd name="T9" fmla="*/ 4230 h 29"/>
                  <a:gd name="T10" fmla="*/ 3855 w 31"/>
                  <a:gd name="T11" fmla="*/ 10145 h 29"/>
                  <a:gd name="T12" fmla="*/ 0 w 31"/>
                  <a:gd name="T13" fmla="*/ 660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9"/>
                    </a:moveTo>
                    <a:cubicBezTo>
                      <a:pt x="6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8" y="29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8" name="Oval 2851">
                <a:extLst>
                  <a:ext uri="{FF2B5EF4-FFF2-40B4-BE49-F238E27FC236}">
                    <a16:creationId xmlns:a16="http://schemas.microsoft.com/office/drawing/2014/main" id="{DB962508-2B1C-409A-B806-AB1D987C4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155"/>
                <a:ext cx="93" cy="98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9" name="Oval 2852">
                <a:extLst>
                  <a:ext uri="{FF2B5EF4-FFF2-40B4-BE49-F238E27FC236}">
                    <a16:creationId xmlns:a16="http://schemas.microsoft.com/office/drawing/2014/main" id="{245A7446-2AD7-41C6-B0EE-97F4EF223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2171"/>
                <a:ext cx="50" cy="50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0" name="Oval 2853">
                <a:extLst>
                  <a:ext uri="{FF2B5EF4-FFF2-40B4-BE49-F238E27FC236}">
                    <a16:creationId xmlns:a16="http://schemas.microsoft.com/office/drawing/2014/main" id="{ABA83095-556C-4313-9DAA-4FC7A436D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3" y="2181"/>
                <a:ext cx="17" cy="16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1" name="Freeform 2854">
                <a:extLst>
                  <a:ext uri="{FF2B5EF4-FFF2-40B4-BE49-F238E27FC236}">
                    <a16:creationId xmlns:a16="http://schemas.microsoft.com/office/drawing/2014/main" id="{E1C071F8-25AD-489A-B5CF-07F478FD8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171"/>
                <a:ext cx="78" cy="77"/>
              </a:xfrm>
              <a:custGeom>
                <a:avLst/>
                <a:gdLst>
                  <a:gd name="T0" fmla="*/ 0 w 31"/>
                  <a:gd name="T1" fmla="*/ 7002 h 29"/>
                  <a:gd name="T2" fmla="*/ 3014 w 31"/>
                  <a:gd name="T3" fmla="*/ 8706 h 29"/>
                  <a:gd name="T4" fmla="*/ 7058 w 31"/>
                  <a:gd name="T5" fmla="*/ 2791 h 29"/>
                  <a:gd name="T6" fmla="*/ 6368 w 31"/>
                  <a:gd name="T7" fmla="*/ 0 h 29"/>
                  <a:gd name="T8" fmla="*/ 7850 w 31"/>
                  <a:gd name="T9" fmla="*/ 4230 h 29"/>
                  <a:gd name="T10" fmla="*/ 3855 w 31"/>
                  <a:gd name="T11" fmla="*/ 10145 h 29"/>
                  <a:gd name="T12" fmla="*/ 0 w 31"/>
                  <a:gd name="T13" fmla="*/ 700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5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3" y="29"/>
                      <a:pt x="15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2" name="Oval 2855">
                <a:extLst>
                  <a:ext uri="{FF2B5EF4-FFF2-40B4-BE49-F238E27FC236}">
                    <a16:creationId xmlns:a16="http://schemas.microsoft.com/office/drawing/2014/main" id="{4D32B77E-C35A-4C6B-AC37-9A81D3E1F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232"/>
                <a:ext cx="90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3" name="Oval 2856">
                <a:extLst>
                  <a:ext uri="{FF2B5EF4-FFF2-40B4-BE49-F238E27FC236}">
                    <a16:creationId xmlns:a16="http://schemas.microsoft.com/office/drawing/2014/main" id="{B621F8BE-4599-48CA-8DCE-4E6FCC508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248"/>
                <a:ext cx="47" cy="51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4" name="Freeform 2857">
                <a:extLst>
                  <a:ext uri="{FF2B5EF4-FFF2-40B4-BE49-F238E27FC236}">
                    <a16:creationId xmlns:a16="http://schemas.microsoft.com/office/drawing/2014/main" id="{5CBA3D8B-971B-4C13-92F1-38DF819A2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248"/>
                <a:ext cx="75" cy="77"/>
              </a:xfrm>
              <a:custGeom>
                <a:avLst/>
                <a:gdLst>
                  <a:gd name="T0" fmla="*/ 0 w 30"/>
                  <a:gd name="T1" fmla="*/ 6606 h 29"/>
                  <a:gd name="T2" fmla="*/ 2738 w 30"/>
                  <a:gd name="T3" fmla="*/ 8438 h 29"/>
                  <a:gd name="T4" fmla="*/ 6645 w 30"/>
                  <a:gd name="T5" fmla="*/ 2791 h 29"/>
                  <a:gd name="T6" fmla="*/ 6175 w 30"/>
                  <a:gd name="T7" fmla="*/ 0 h 29"/>
                  <a:gd name="T8" fmla="*/ 7345 w 30"/>
                  <a:gd name="T9" fmla="*/ 4230 h 29"/>
                  <a:gd name="T10" fmla="*/ 3438 w 30"/>
                  <a:gd name="T11" fmla="*/ 10145 h 29"/>
                  <a:gd name="T12" fmla="*/ 0 w 30"/>
                  <a:gd name="T13" fmla="*/ 660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6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5" name="Oval 2858">
                <a:extLst>
                  <a:ext uri="{FF2B5EF4-FFF2-40B4-BE49-F238E27FC236}">
                    <a16:creationId xmlns:a16="http://schemas.microsoft.com/office/drawing/2014/main" id="{B899CE4F-FFEA-44D0-80EB-1B8DCE7BF7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2293"/>
                <a:ext cx="90" cy="99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6" name="Oval 2859">
                <a:extLst>
                  <a:ext uri="{FF2B5EF4-FFF2-40B4-BE49-F238E27FC236}">
                    <a16:creationId xmlns:a16="http://schemas.microsoft.com/office/drawing/2014/main" id="{362D5432-210A-4F1F-A958-16628F892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2320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7" name="Freeform 2860">
                <a:extLst>
                  <a:ext uri="{FF2B5EF4-FFF2-40B4-BE49-F238E27FC236}">
                    <a16:creationId xmlns:a16="http://schemas.microsoft.com/office/drawing/2014/main" id="{B98051EE-D40C-4A5A-B73D-5505585C1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09"/>
                <a:ext cx="75" cy="78"/>
              </a:xfrm>
              <a:custGeom>
                <a:avLst/>
                <a:gdLst>
                  <a:gd name="T0" fmla="*/ 0 w 30"/>
                  <a:gd name="T1" fmla="*/ 7588 h 29"/>
                  <a:gd name="T2" fmla="*/ 2738 w 30"/>
                  <a:gd name="T3" fmla="*/ 9419 h 29"/>
                  <a:gd name="T4" fmla="*/ 6845 w 30"/>
                  <a:gd name="T5" fmla="*/ 3096 h 29"/>
                  <a:gd name="T6" fmla="*/ 6175 w 30"/>
                  <a:gd name="T7" fmla="*/ 0 h 29"/>
                  <a:gd name="T8" fmla="*/ 7345 w 30"/>
                  <a:gd name="T9" fmla="*/ 4492 h 29"/>
                  <a:gd name="T10" fmla="*/ 3438 w 30"/>
                  <a:gd name="T11" fmla="*/ 10995 h 29"/>
                  <a:gd name="T12" fmla="*/ 0 w 30"/>
                  <a:gd name="T13" fmla="*/ 758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20"/>
                    </a:moveTo>
                    <a:cubicBezTo>
                      <a:pt x="5" y="24"/>
                      <a:pt x="7" y="25"/>
                      <a:pt x="11" y="25"/>
                    </a:cubicBezTo>
                    <a:cubicBezTo>
                      <a:pt x="22" y="25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8" y="3"/>
                      <a:pt x="30" y="8"/>
                      <a:pt x="30" y="12"/>
                    </a:cubicBezTo>
                    <a:cubicBezTo>
                      <a:pt x="30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2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8" name="Oval 2861">
                <a:extLst>
                  <a:ext uri="{FF2B5EF4-FFF2-40B4-BE49-F238E27FC236}">
                    <a16:creationId xmlns:a16="http://schemas.microsoft.com/office/drawing/2014/main" id="{7D8C3920-8225-4DD8-A091-D24121C08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2365"/>
                <a:ext cx="90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9" name="Oval 2862">
                <a:extLst>
                  <a:ext uri="{FF2B5EF4-FFF2-40B4-BE49-F238E27FC236}">
                    <a16:creationId xmlns:a16="http://schemas.microsoft.com/office/drawing/2014/main" id="{1D931052-DB6D-4788-8907-A183A81A8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89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0" name="Freeform 2863">
                <a:extLst>
                  <a:ext uri="{FF2B5EF4-FFF2-40B4-BE49-F238E27FC236}">
                    <a16:creationId xmlns:a16="http://schemas.microsoft.com/office/drawing/2014/main" id="{CC5AB015-2FFE-41B5-91E5-AA4FD63F7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381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6133 w 31"/>
                  <a:gd name="T7" fmla="*/ 0 h 28"/>
                  <a:gd name="T8" fmla="*/ 7263 w 31"/>
                  <a:gd name="T9" fmla="*/ 4420 h 28"/>
                  <a:gd name="T10" fmla="*/ 351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1" name="Oval 2864">
                <a:extLst>
                  <a:ext uri="{FF2B5EF4-FFF2-40B4-BE49-F238E27FC236}">
                    <a16:creationId xmlns:a16="http://schemas.microsoft.com/office/drawing/2014/main" id="{655BBC0B-C363-4BA2-AD26-4A0BFB78B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2080"/>
                <a:ext cx="93" cy="99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2" name="Oval 2865">
                <a:extLst>
                  <a:ext uri="{FF2B5EF4-FFF2-40B4-BE49-F238E27FC236}">
                    <a16:creationId xmlns:a16="http://schemas.microsoft.com/office/drawing/2014/main" id="{6610637B-1429-4833-86B7-8DB7C0396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2093"/>
                <a:ext cx="50" cy="54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3" name="Freeform 2866">
                <a:extLst>
                  <a:ext uri="{FF2B5EF4-FFF2-40B4-BE49-F238E27FC236}">
                    <a16:creationId xmlns:a16="http://schemas.microsoft.com/office/drawing/2014/main" id="{3D7B205C-E652-41D1-96DE-D89C3E41C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091"/>
                <a:ext cx="70" cy="82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163 h 31"/>
                  <a:gd name="T4" fmla="*/ 1958 w 28"/>
                  <a:gd name="T5" fmla="*/ 9586 h 31"/>
                  <a:gd name="T6" fmla="*/ 0 w 28"/>
                  <a:gd name="T7" fmla="*/ 8570 h 31"/>
                  <a:gd name="T8" fmla="*/ 2938 w 28"/>
                  <a:gd name="T9" fmla="*/ 10620 h 31"/>
                  <a:gd name="T10" fmla="*/ 6845 w 28"/>
                  <a:gd name="T11" fmla="*/ 4793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4" name="Oval 2867">
                <a:extLst>
                  <a:ext uri="{FF2B5EF4-FFF2-40B4-BE49-F238E27FC236}">
                    <a16:creationId xmlns:a16="http://schemas.microsoft.com/office/drawing/2014/main" id="{FBC20AAE-E2CF-4107-8DC7-96FAA7B85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2155"/>
                <a:ext cx="90" cy="98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5" name="Oval 2868">
                <a:extLst>
                  <a:ext uri="{FF2B5EF4-FFF2-40B4-BE49-F238E27FC236}">
                    <a16:creationId xmlns:a16="http://schemas.microsoft.com/office/drawing/2014/main" id="{6CBDC3B5-008E-47E3-9421-8C97CBB48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0" y="2168"/>
                <a:ext cx="50" cy="53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6" name="Freeform 2869">
                <a:extLst>
                  <a:ext uri="{FF2B5EF4-FFF2-40B4-BE49-F238E27FC236}">
                    <a16:creationId xmlns:a16="http://schemas.microsoft.com/office/drawing/2014/main" id="{C7728261-3CCE-4F15-97CA-61479423D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165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090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7" name="Oval 2870">
                <a:extLst>
                  <a:ext uri="{FF2B5EF4-FFF2-40B4-BE49-F238E27FC236}">
                    <a16:creationId xmlns:a16="http://schemas.microsoft.com/office/drawing/2014/main" id="{F48FE47C-21B7-44C0-85D8-40369EDBB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2232"/>
                <a:ext cx="92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8" name="Oval 2871">
                <a:extLst>
                  <a:ext uri="{FF2B5EF4-FFF2-40B4-BE49-F238E27FC236}">
                    <a16:creationId xmlns:a16="http://schemas.microsoft.com/office/drawing/2014/main" id="{1D7A38B0-2297-4595-BDAE-3DEC159FF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2256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9" name="Freeform 2872">
                <a:extLst>
                  <a:ext uri="{FF2B5EF4-FFF2-40B4-BE49-F238E27FC236}">
                    <a16:creationId xmlns:a16="http://schemas.microsoft.com/office/drawing/2014/main" id="{5A374CD8-8EB6-4B2D-A5D6-8DCC389F0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243"/>
                <a:ext cx="72" cy="82"/>
              </a:xfrm>
              <a:custGeom>
                <a:avLst/>
                <a:gdLst>
                  <a:gd name="T0" fmla="*/ 4715 w 29"/>
                  <a:gd name="T1" fmla="*/ 0 h 31"/>
                  <a:gd name="T2" fmla="*/ 5844 w 29"/>
                  <a:gd name="T3" fmla="*/ 3777 h 31"/>
                  <a:gd name="T4" fmla="*/ 1899 w 29"/>
                  <a:gd name="T5" fmla="*/ 9586 h 31"/>
                  <a:gd name="T6" fmla="*/ 0 w 29"/>
                  <a:gd name="T7" fmla="*/ 8570 h 31"/>
                  <a:gd name="T8" fmla="*/ 2818 w 29"/>
                  <a:gd name="T9" fmla="*/ 10620 h 31"/>
                  <a:gd name="T10" fmla="*/ 6793 w 29"/>
                  <a:gd name="T11" fmla="*/ 4793 h 31"/>
                  <a:gd name="T12" fmla="*/ 4715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8"/>
                      <a:pt x="8" y="31"/>
                      <a:pt x="12" y="31"/>
                    </a:cubicBezTo>
                    <a:cubicBezTo>
                      <a:pt x="21" y="31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0" name="Oval 2873">
                <a:extLst>
                  <a:ext uri="{FF2B5EF4-FFF2-40B4-BE49-F238E27FC236}">
                    <a16:creationId xmlns:a16="http://schemas.microsoft.com/office/drawing/2014/main" id="{C52D6455-FD97-4F78-B864-05EC6F623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" y="2293"/>
                <a:ext cx="93" cy="99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1" name="Freeform 2874">
                <a:extLst>
                  <a:ext uri="{FF2B5EF4-FFF2-40B4-BE49-F238E27FC236}">
                    <a16:creationId xmlns:a16="http://schemas.microsoft.com/office/drawing/2014/main" id="{AC750076-E529-4D3B-B5AF-9E7765445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299"/>
                <a:ext cx="78" cy="74"/>
              </a:xfrm>
              <a:custGeom>
                <a:avLst/>
                <a:gdLst>
                  <a:gd name="T0" fmla="*/ 0 w 31"/>
                  <a:gd name="T1" fmla="*/ 3082 h 28"/>
                  <a:gd name="T2" fmla="*/ 3014 w 31"/>
                  <a:gd name="T3" fmla="*/ 1425 h 28"/>
                  <a:gd name="T4" fmla="*/ 7058 w 31"/>
                  <a:gd name="T5" fmla="*/ 6832 h 28"/>
                  <a:gd name="T6" fmla="*/ 6368 w 31"/>
                  <a:gd name="T7" fmla="*/ 9562 h 28"/>
                  <a:gd name="T8" fmla="*/ 7850 w 31"/>
                  <a:gd name="T9" fmla="*/ 5407 h 28"/>
                  <a:gd name="T10" fmla="*/ 3520 w 31"/>
                  <a:gd name="T11" fmla="*/ 0 h 28"/>
                  <a:gd name="T12" fmla="*/ 0 w 31"/>
                  <a:gd name="T13" fmla="*/ 308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9"/>
                    </a:moveTo>
                    <a:cubicBezTo>
                      <a:pt x="5" y="4"/>
                      <a:pt x="8" y="4"/>
                      <a:pt x="12" y="4"/>
                    </a:cubicBezTo>
                    <a:cubicBezTo>
                      <a:pt x="23" y="4"/>
                      <a:pt x="28" y="11"/>
                      <a:pt x="28" y="20"/>
                    </a:cubicBezTo>
                    <a:cubicBezTo>
                      <a:pt x="28" y="23"/>
                      <a:pt x="26" y="26"/>
                      <a:pt x="25" y="28"/>
                    </a:cubicBezTo>
                    <a:cubicBezTo>
                      <a:pt x="28" y="25"/>
                      <a:pt x="31" y="21"/>
                      <a:pt x="31" y="16"/>
                    </a:cubicBezTo>
                    <a:cubicBezTo>
                      <a:pt x="31" y="7"/>
                      <a:pt x="23" y="0"/>
                      <a:pt x="14" y="0"/>
                    </a:cubicBezTo>
                    <a:cubicBezTo>
                      <a:pt x="8" y="0"/>
                      <a:pt x="3" y="4"/>
                      <a:pt x="0" y="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2" name="Oval 2875">
                <a:extLst>
                  <a:ext uri="{FF2B5EF4-FFF2-40B4-BE49-F238E27FC236}">
                    <a16:creationId xmlns:a16="http://schemas.microsoft.com/office/drawing/2014/main" id="{2E654CA5-F014-4494-B36F-EA36EC957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3" y="2365"/>
                <a:ext cx="92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3" name="Oval 2876">
                <a:extLst>
                  <a:ext uri="{FF2B5EF4-FFF2-40B4-BE49-F238E27FC236}">
                    <a16:creationId xmlns:a16="http://schemas.microsoft.com/office/drawing/2014/main" id="{55F2C32E-71F1-4A13-B909-0D2A6E612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3" y="2395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4" name="Freeform 2877">
                <a:extLst>
                  <a:ext uri="{FF2B5EF4-FFF2-40B4-BE49-F238E27FC236}">
                    <a16:creationId xmlns:a16="http://schemas.microsoft.com/office/drawing/2014/main" id="{7A47621C-3687-4974-AF38-189D9C66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2373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770 w 28"/>
                  <a:gd name="T5" fmla="*/ 10321 h 31"/>
                  <a:gd name="T6" fmla="*/ 0 w 28"/>
                  <a:gd name="T7" fmla="*/ 9612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7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9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5" name="Oval 2878">
                <a:extLst>
                  <a:ext uri="{FF2B5EF4-FFF2-40B4-BE49-F238E27FC236}">
                    <a16:creationId xmlns:a16="http://schemas.microsoft.com/office/drawing/2014/main" id="{0EA7F636-18B9-485D-8610-2A607B04A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875"/>
                <a:ext cx="92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6" name="Oval 2879">
                <a:extLst>
                  <a:ext uri="{FF2B5EF4-FFF2-40B4-BE49-F238E27FC236}">
                    <a16:creationId xmlns:a16="http://schemas.microsoft.com/office/drawing/2014/main" id="{B5CE6F6B-0293-4D61-B404-7AE6B44DC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1888"/>
                <a:ext cx="50" cy="51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7" name="Oval 2880">
                <a:extLst>
                  <a:ext uri="{FF2B5EF4-FFF2-40B4-BE49-F238E27FC236}">
                    <a16:creationId xmlns:a16="http://schemas.microsoft.com/office/drawing/2014/main" id="{E94C9F0E-5BFF-470D-A780-0C34CCD72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1899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8" name="Freeform 2881">
                <a:extLst>
                  <a:ext uri="{FF2B5EF4-FFF2-40B4-BE49-F238E27FC236}">
                    <a16:creationId xmlns:a16="http://schemas.microsoft.com/office/drawing/2014/main" id="{251C5D93-A4DC-452C-93AF-9DDAE7E7D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885"/>
                <a:ext cx="72" cy="80"/>
              </a:xfrm>
              <a:custGeom>
                <a:avLst/>
                <a:gdLst>
                  <a:gd name="T0" fmla="*/ 4715 w 29"/>
                  <a:gd name="T1" fmla="*/ 0 h 30"/>
                  <a:gd name="T2" fmla="*/ 5844 w 29"/>
                  <a:gd name="T3" fmla="*/ 3891 h 30"/>
                  <a:gd name="T4" fmla="*/ 1899 w 29"/>
                  <a:gd name="T5" fmla="*/ 10104 h 30"/>
                  <a:gd name="T6" fmla="*/ 0 w 29"/>
                  <a:gd name="T7" fmla="*/ 9045 h 30"/>
                  <a:gd name="T8" fmla="*/ 3002 w 29"/>
                  <a:gd name="T9" fmla="*/ 10773 h 30"/>
                  <a:gd name="T10" fmla="*/ 6793 w 29"/>
                  <a:gd name="T11" fmla="*/ 5005 h 30"/>
                  <a:gd name="T12" fmla="*/ 4715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3" y="26"/>
                      <a:pt x="0" y="25"/>
                    </a:cubicBezTo>
                    <a:cubicBezTo>
                      <a:pt x="3" y="28"/>
                      <a:pt x="8" y="30"/>
                      <a:pt x="13" y="30"/>
                    </a:cubicBezTo>
                    <a:cubicBezTo>
                      <a:pt x="22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9" name="Oval 2882">
                <a:extLst>
                  <a:ext uri="{FF2B5EF4-FFF2-40B4-BE49-F238E27FC236}">
                    <a16:creationId xmlns:a16="http://schemas.microsoft.com/office/drawing/2014/main" id="{9D76E202-BEFB-492F-BD33-C98370987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1795"/>
                <a:ext cx="92" cy="98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10" name="Oval 2883">
                <a:extLst>
                  <a:ext uri="{FF2B5EF4-FFF2-40B4-BE49-F238E27FC236}">
                    <a16:creationId xmlns:a16="http://schemas.microsoft.com/office/drawing/2014/main" id="{257A66DC-969B-4D4C-8034-0A7BCBE3E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1808"/>
                <a:ext cx="47" cy="53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11" name="Oval 2884">
                <a:extLst>
                  <a:ext uri="{FF2B5EF4-FFF2-40B4-BE49-F238E27FC236}">
                    <a16:creationId xmlns:a16="http://schemas.microsoft.com/office/drawing/2014/main" id="{BA003C90-58DF-48C0-9BEB-215B6B4E1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1819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12" name="Freeform 2885">
                <a:extLst>
                  <a:ext uri="{FF2B5EF4-FFF2-40B4-BE49-F238E27FC236}">
                    <a16:creationId xmlns:a16="http://schemas.microsoft.com/office/drawing/2014/main" id="{93CAAD0A-BBC8-4770-950A-3CB3BF571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805"/>
                <a:ext cx="72" cy="83"/>
              </a:xfrm>
              <a:custGeom>
                <a:avLst/>
                <a:gdLst>
                  <a:gd name="T0" fmla="*/ 4439 w 29"/>
                  <a:gd name="T1" fmla="*/ 0 h 31"/>
                  <a:gd name="T2" fmla="*/ 5666 w 29"/>
                  <a:gd name="T3" fmla="*/ 4415 h 31"/>
                  <a:gd name="T4" fmla="*/ 1899 w 29"/>
                  <a:gd name="T5" fmla="*/ 10321 h 31"/>
                  <a:gd name="T6" fmla="*/ 0 w 29"/>
                  <a:gd name="T7" fmla="*/ 9189 h 31"/>
                  <a:gd name="T8" fmla="*/ 2818 w 29"/>
                  <a:gd name="T9" fmla="*/ 11398 h 31"/>
                  <a:gd name="T10" fmla="*/ 6793 w 29"/>
                  <a:gd name="T11" fmla="*/ 5090 h 31"/>
                  <a:gd name="T12" fmla="*/ 4439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19" y="0"/>
                    </a:moveTo>
                    <a:cubicBezTo>
                      <a:pt x="24" y="5"/>
                      <a:pt x="24" y="7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8"/>
                      <a:pt x="7" y="31"/>
                      <a:pt x="12" y="31"/>
                    </a:cubicBezTo>
                    <a:cubicBezTo>
                      <a:pt x="21" y="31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19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3" name="Oval 2886">
                <a:extLst>
                  <a:ext uri="{FF2B5EF4-FFF2-40B4-BE49-F238E27FC236}">
                    <a16:creationId xmlns:a16="http://schemas.microsoft.com/office/drawing/2014/main" id="{612E9799-5A3D-4939-9CDC-DEA48EFE5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709"/>
                <a:ext cx="92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14" name="Oval 2887">
                <a:extLst>
                  <a:ext uri="{FF2B5EF4-FFF2-40B4-BE49-F238E27FC236}">
                    <a16:creationId xmlns:a16="http://schemas.microsoft.com/office/drawing/2014/main" id="{43B9B6D0-B23A-4F6A-9737-8226E9235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3" y="1723"/>
                <a:ext cx="47" cy="50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15" name="Oval 2888">
                <a:extLst>
                  <a:ext uri="{FF2B5EF4-FFF2-40B4-BE49-F238E27FC236}">
                    <a16:creationId xmlns:a16="http://schemas.microsoft.com/office/drawing/2014/main" id="{FF85C9BB-F82F-4C1A-A427-0B73CE23EA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1733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16" name="Freeform 2889">
                <a:extLst>
                  <a:ext uri="{FF2B5EF4-FFF2-40B4-BE49-F238E27FC236}">
                    <a16:creationId xmlns:a16="http://schemas.microsoft.com/office/drawing/2014/main" id="{9989A923-B214-4B1E-BBE7-9FFC9E4AD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720"/>
                <a:ext cx="72" cy="80"/>
              </a:xfrm>
              <a:custGeom>
                <a:avLst/>
                <a:gdLst>
                  <a:gd name="T0" fmla="*/ 4715 w 29"/>
                  <a:gd name="T1" fmla="*/ 0 h 30"/>
                  <a:gd name="T2" fmla="*/ 5844 w 29"/>
                  <a:gd name="T3" fmla="*/ 3891 h 30"/>
                  <a:gd name="T4" fmla="*/ 1899 w 29"/>
                  <a:gd name="T5" fmla="*/ 10104 h 30"/>
                  <a:gd name="T6" fmla="*/ 0 w 29"/>
                  <a:gd name="T7" fmla="*/ 9045 h 30"/>
                  <a:gd name="T8" fmla="*/ 3002 w 29"/>
                  <a:gd name="T9" fmla="*/ 10773 h 30"/>
                  <a:gd name="T10" fmla="*/ 6793 w 29"/>
                  <a:gd name="T11" fmla="*/ 5005 h 30"/>
                  <a:gd name="T12" fmla="*/ 4715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3" y="26"/>
                      <a:pt x="0" y="25"/>
                    </a:cubicBezTo>
                    <a:cubicBezTo>
                      <a:pt x="3" y="28"/>
                      <a:pt x="8" y="30"/>
                      <a:pt x="13" y="30"/>
                    </a:cubicBezTo>
                    <a:cubicBezTo>
                      <a:pt x="21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7" name="Oval 2890">
                <a:extLst>
                  <a:ext uri="{FF2B5EF4-FFF2-40B4-BE49-F238E27FC236}">
                    <a16:creationId xmlns:a16="http://schemas.microsoft.com/office/drawing/2014/main" id="{C95103BF-6EFD-403F-9C01-6CB7C1EE9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0" y="1635"/>
                <a:ext cx="93" cy="98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18" name="Oval 2891">
                <a:extLst>
                  <a:ext uri="{FF2B5EF4-FFF2-40B4-BE49-F238E27FC236}">
                    <a16:creationId xmlns:a16="http://schemas.microsoft.com/office/drawing/2014/main" id="{CDAD2AD2-D963-48D0-8E41-712BA68C9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1648"/>
                <a:ext cx="48" cy="53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19" name="Oval 2892">
                <a:extLst>
                  <a:ext uri="{FF2B5EF4-FFF2-40B4-BE49-F238E27FC236}">
                    <a16:creationId xmlns:a16="http://schemas.microsoft.com/office/drawing/2014/main" id="{CA6A7FDB-3F0A-4F95-931B-D6DFC582F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5" y="166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20" name="Freeform 2893">
                <a:extLst>
                  <a:ext uri="{FF2B5EF4-FFF2-40B4-BE49-F238E27FC236}">
                    <a16:creationId xmlns:a16="http://schemas.microsoft.com/office/drawing/2014/main" id="{6212FF03-EA1F-4F52-9ABA-E46B1D5E8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645"/>
                <a:ext cx="73" cy="83"/>
              </a:xfrm>
              <a:custGeom>
                <a:avLst/>
                <a:gdLst>
                  <a:gd name="T0" fmla="*/ 4866 w 29"/>
                  <a:gd name="T1" fmla="*/ 0 h 31"/>
                  <a:gd name="T2" fmla="*/ 6064 w 29"/>
                  <a:gd name="T3" fmla="*/ 4415 h 31"/>
                  <a:gd name="T4" fmla="*/ 2009 w 29"/>
                  <a:gd name="T5" fmla="*/ 10321 h 31"/>
                  <a:gd name="T6" fmla="*/ 0 w 29"/>
                  <a:gd name="T7" fmla="*/ 9612 h 31"/>
                  <a:gd name="T8" fmla="*/ 3048 w 29"/>
                  <a:gd name="T9" fmla="*/ 11398 h 31"/>
                  <a:gd name="T10" fmla="*/ 7383 w 29"/>
                  <a:gd name="T11" fmla="*/ 5491 h 31"/>
                  <a:gd name="T12" fmla="*/ 4866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6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1" name="Oval 2894">
                <a:extLst>
                  <a:ext uri="{FF2B5EF4-FFF2-40B4-BE49-F238E27FC236}">
                    <a16:creationId xmlns:a16="http://schemas.microsoft.com/office/drawing/2014/main" id="{E1335385-287F-4D92-AFAC-31899DC27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8" y="1563"/>
                <a:ext cx="92" cy="98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22" name="Oval 2895">
                <a:extLst>
                  <a:ext uri="{FF2B5EF4-FFF2-40B4-BE49-F238E27FC236}">
                    <a16:creationId xmlns:a16="http://schemas.microsoft.com/office/drawing/2014/main" id="{01A79365-79BC-44B0-A535-2124E9532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576"/>
                <a:ext cx="50" cy="53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23" name="Oval 2896">
                <a:extLst>
                  <a:ext uri="{FF2B5EF4-FFF2-40B4-BE49-F238E27FC236}">
                    <a16:creationId xmlns:a16="http://schemas.microsoft.com/office/drawing/2014/main" id="{CA09A7B4-F715-424D-AAEB-607825269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1587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24" name="Freeform 2897">
                <a:extLst>
                  <a:ext uri="{FF2B5EF4-FFF2-40B4-BE49-F238E27FC236}">
                    <a16:creationId xmlns:a16="http://schemas.microsoft.com/office/drawing/2014/main" id="{DB05B71A-238D-4BD6-B4D5-CB3CFD663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73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770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090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7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2" y="28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5" name="Oval 2898">
                <a:extLst>
                  <a:ext uri="{FF2B5EF4-FFF2-40B4-BE49-F238E27FC236}">
                    <a16:creationId xmlns:a16="http://schemas.microsoft.com/office/drawing/2014/main" id="{3E44D236-4CC3-4598-8DF6-DF65F92A2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8" y="1485"/>
                <a:ext cx="92" cy="99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26" name="Oval 2899">
                <a:extLst>
                  <a:ext uri="{FF2B5EF4-FFF2-40B4-BE49-F238E27FC236}">
                    <a16:creationId xmlns:a16="http://schemas.microsoft.com/office/drawing/2014/main" id="{3CADF560-FCA7-41B9-821D-DB3A10221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1499"/>
                <a:ext cx="50" cy="53"/>
              </a:xfrm>
              <a:prstGeom prst="ellipse">
                <a:avLst/>
              </a:prstGeom>
              <a:solidFill>
                <a:srgbClr val="FFFE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27" name="Oval 2900">
                <a:extLst>
                  <a:ext uri="{FF2B5EF4-FFF2-40B4-BE49-F238E27FC236}">
                    <a16:creationId xmlns:a16="http://schemas.microsoft.com/office/drawing/2014/main" id="{96FCAA5E-097B-4292-964D-844C9AC3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3" y="1509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28" name="Freeform 2901">
                <a:extLst>
                  <a:ext uri="{FF2B5EF4-FFF2-40B4-BE49-F238E27FC236}">
                    <a16:creationId xmlns:a16="http://schemas.microsoft.com/office/drawing/2014/main" id="{F6867B95-24BB-4286-B170-454414E62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496"/>
                <a:ext cx="72" cy="83"/>
              </a:xfrm>
              <a:custGeom>
                <a:avLst/>
                <a:gdLst>
                  <a:gd name="T0" fmla="*/ 4715 w 29"/>
                  <a:gd name="T1" fmla="*/ 0 h 31"/>
                  <a:gd name="T2" fmla="*/ 5844 w 29"/>
                  <a:gd name="T3" fmla="*/ 4415 h 31"/>
                  <a:gd name="T4" fmla="*/ 1899 w 29"/>
                  <a:gd name="T5" fmla="*/ 10321 h 31"/>
                  <a:gd name="T6" fmla="*/ 0 w 29"/>
                  <a:gd name="T7" fmla="*/ 9189 h 31"/>
                  <a:gd name="T8" fmla="*/ 3002 w 29"/>
                  <a:gd name="T9" fmla="*/ 11398 h 31"/>
                  <a:gd name="T10" fmla="*/ 6793 w 29"/>
                  <a:gd name="T11" fmla="*/ 5090 h 31"/>
                  <a:gd name="T12" fmla="*/ 4715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0" y="0"/>
                    </a:moveTo>
                    <a:cubicBezTo>
                      <a:pt x="24" y="5"/>
                      <a:pt x="25" y="8"/>
                      <a:pt x="25" y="12"/>
                    </a:cubicBezTo>
                    <a:cubicBezTo>
                      <a:pt x="25" y="23"/>
                      <a:pt x="17" y="28"/>
                      <a:pt x="8" y="28"/>
                    </a:cubicBezTo>
                    <a:cubicBezTo>
                      <a:pt x="6" y="28"/>
                      <a:pt x="3" y="26"/>
                      <a:pt x="0" y="25"/>
                    </a:cubicBezTo>
                    <a:cubicBezTo>
                      <a:pt x="3" y="28"/>
                      <a:pt x="8" y="31"/>
                      <a:pt x="13" y="31"/>
                    </a:cubicBezTo>
                    <a:cubicBezTo>
                      <a:pt x="22" y="31"/>
                      <a:pt x="29" y="23"/>
                      <a:pt x="29" y="14"/>
                    </a:cubicBezTo>
                    <a:cubicBezTo>
                      <a:pt x="29" y="8"/>
                      <a:pt x="25" y="3"/>
                      <a:pt x="20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9" name="Freeform 2902">
                <a:extLst>
                  <a:ext uri="{FF2B5EF4-FFF2-40B4-BE49-F238E27FC236}">
                    <a16:creationId xmlns:a16="http://schemas.microsoft.com/office/drawing/2014/main" id="{34FCBE02-DFE9-4125-8CA4-022B439F5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1869"/>
                <a:ext cx="100" cy="107"/>
              </a:xfrm>
              <a:custGeom>
                <a:avLst/>
                <a:gdLst>
                  <a:gd name="T0" fmla="*/ 8125 w 40"/>
                  <a:gd name="T1" fmla="*/ 2605 h 40"/>
                  <a:gd name="T2" fmla="*/ 1770 w 40"/>
                  <a:gd name="T3" fmla="*/ 2605 h 40"/>
                  <a:gd name="T4" fmla="*/ 1770 w 40"/>
                  <a:gd name="T5" fmla="*/ 12043 h 40"/>
                  <a:gd name="T6" fmla="*/ 8125 w 40"/>
                  <a:gd name="T7" fmla="*/ 12043 h 40"/>
                  <a:gd name="T8" fmla="*/ 8125 w 40"/>
                  <a:gd name="T9" fmla="*/ 260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33" y="7"/>
                    </a:moveTo>
                    <a:cubicBezTo>
                      <a:pt x="26" y="0"/>
                      <a:pt x="14" y="0"/>
                      <a:pt x="7" y="7"/>
                    </a:cubicBezTo>
                    <a:cubicBezTo>
                      <a:pt x="0" y="14"/>
                      <a:pt x="0" y="26"/>
                      <a:pt x="7" y="33"/>
                    </a:cubicBezTo>
                    <a:cubicBezTo>
                      <a:pt x="14" y="40"/>
                      <a:pt x="26" y="40"/>
                      <a:pt x="33" y="33"/>
                    </a:cubicBezTo>
                    <a:cubicBezTo>
                      <a:pt x="40" y="26"/>
                      <a:pt x="40" y="14"/>
                      <a:pt x="33" y="7"/>
                    </a:cubicBezTo>
                    <a:close/>
                  </a:path>
                </a:pathLst>
              </a:custGeom>
              <a:solidFill>
                <a:srgbClr val="FDF39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0" name="Freeform 2903">
                <a:extLst>
                  <a:ext uri="{FF2B5EF4-FFF2-40B4-BE49-F238E27FC236}">
                    <a16:creationId xmlns:a16="http://schemas.microsoft.com/office/drawing/2014/main" id="{5DBE88D6-4C57-432B-914F-9377D4FB5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883"/>
                <a:ext cx="55" cy="58"/>
              </a:xfrm>
              <a:custGeom>
                <a:avLst/>
                <a:gdLst>
                  <a:gd name="T0" fmla="*/ 4425 w 22"/>
                  <a:gd name="T1" fmla="*/ 1389 h 22"/>
                  <a:gd name="T2" fmla="*/ 988 w 22"/>
                  <a:gd name="T3" fmla="*/ 1389 h 22"/>
                  <a:gd name="T4" fmla="*/ 988 w 22"/>
                  <a:gd name="T5" fmla="*/ 5992 h 22"/>
                  <a:gd name="T6" fmla="*/ 4425 w 22"/>
                  <a:gd name="T7" fmla="*/ 5992 h 22"/>
                  <a:gd name="T8" fmla="*/ 4425 w 22"/>
                  <a:gd name="T9" fmla="*/ 138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8" y="4"/>
                    </a:moveTo>
                    <a:cubicBezTo>
                      <a:pt x="14" y="0"/>
                      <a:pt x="8" y="0"/>
                      <a:pt x="4" y="4"/>
                    </a:cubicBezTo>
                    <a:cubicBezTo>
                      <a:pt x="0" y="8"/>
                      <a:pt x="0" y="14"/>
                      <a:pt x="4" y="18"/>
                    </a:cubicBezTo>
                    <a:cubicBezTo>
                      <a:pt x="8" y="22"/>
                      <a:pt x="14" y="22"/>
                      <a:pt x="18" y="18"/>
                    </a:cubicBezTo>
                    <a:cubicBezTo>
                      <a:pt x="22" y="14"/>
                      <a:pt x="22" y="8"/>
                      <a:pt x="18" y="4"/>
                    </a:cubicBez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1" name="Freeform 2904">
                <a:extLst>
                  <a:ext uri="{FF2B5EF4-FFF2-40B4-BE49-F238E27FC236}">
                    <a16:creationId xmlns:a16="http://schemas.microsoft.com/office/drawing/2014/main" id="{B58F4FE2-DABB-4620-AE16-F69971246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893"/>
                <a:ext cx="20" cy="19"/>
              </a:xfrm>
              <a:custGeom>
                <a:avLst/>
                <a:gdLst>
                  <a:gd name="T0" fmla="*/ 1488 w 8"/>
                  <a:gd name="T1" fmla="*/ 442 h 7"/>
                  <a:gd name="T2" fmla="*/ 520 w 8"/>
                  <a:gd name="T3" fmla="*/ 442 h 7"/>
                  <a:gd name="T4" fmla="*/ 520 w 8"/>
                  <a:gd name="T5" fmla="*/ 2342 h 7"/>
                  <a:gd name="T6" fmla="*/ 1488 w 8"/>
                  <a:gd name="T7" fmla="*/ 2342 h 7"/>
                  <a:gd name="T8" fmla="*/ 1488 w 8"/>
                  <a:gd name="T9" fmla="*/ 44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6" y="1"/>
                    </a:moveTo>
                    <a:cubicBezTo>
                      <a:pt x="5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2" y="6"/>
                    </a:cubicBezTo>
                    <a:cubicBezTo>
                      <a:pt x="3" y="7"/>
                      <a:pt x="5" y="7"/>
                      <a:pt x="6" y="6"/>
                    </a:cubicBezTo>
                    <a:cubicBezTo>
                      <a:pt x="8" y="5"/>
                      <a:pt x="8" y="3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2" name="Freeform 2905">
                <a:extLst>
                  <a:ext uri="{FF2B5EF4-FFF2-40B4-BE49-F238E27FC236}">
                    <a16:creationId xmlns:a16="http://schemas.microsoft.com/office/drawing/2014/main" id="{02B9001E-9B4D-4140-BD73-8E6EFA001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896"/>
                <a:ext cx="80" cy="75"/>
              </a:xfrm>
              <a:custGeom>
                <a:avLst/>
                <a:gdLst>
                  <a:gd name="T0" fmla="*/ 0 w 32"/>
                  <a:gd name="T1" fmla="*/ 5920 h 28"/>
                  <a:gd name="T2" fmla="*/ 2738 w 32"/>
                  <a:gd name="T3" fmla="*/ 8129 h 28"/>
                  <a:gd name="T4" fmla="*/ 7158 w 32"/>
                  <a:gd name="T5" fmla="*/ 2885 h 28"/>
                  <a:gd name="T6" fmla="*/ 6845 w 32"/>
                  <a:gd name="T7" fmla="*/ 0 h 28"/>
                  <a:gd name="T8" fmla="*/ 7813 w 32"/>
                  <a:gd name="T9" fmla="*/ 4843 h 28"/>
                  <a:gd name="T10" fmla="*/ 3438 w 32"/>
                  <a:gd name="T11" fmla="*/ 9938 h 28"/>
                  <a:gd name="T12" fmla="*/ 0 w 32"/>
                  <a:gd name="T13" fmla="*/ 592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8">
                    <a:moveTo>
                      <a:pt x="0" y="16"/>
                    </a:moveTo>
                    <a:cubicBezTo>
                      <a:pt x="5" y="21"/>
                      <a:pt x="7" y="22"/>
                      <a:pt x="11" y="22"/>
                    </a:cubicBezTo>
                    <a:cubicBezTo>
                      <a:pt x="22" y="24"/>
                      <a:pt x="28" y="17"/>
                      <a:pt x="29" y="8"/>
                    </a:cubicBezTo>
                    <a:cubicBezTo>
                      <a:pt x="30" y="6"/>
                      <a:pt x="29" y="2"/>
                      <a:pt x="28" y="0"/>
                    </a:cubicBezTo>
                    <a:cubicBezTo>
                      <a:pt x="31" y="3"/>
                      <a:pt x="32" y="8"/>
                      <a:pt x="32" y="13"/>
                    </a:cubicBezTo>
                    <a:cubicBezTo>
                      <a:pt x="31" y="21"/>
                      <a:pt x="22" y="28"/>
                      <a:pt x="14" y="27"/>
                    </a:cubicBezTo>
                    <a:cubicBezTo>
                      <a:pt x="7" y="26"/>
                      <a:pt x="2" y="21"/>
                      <a:pt x="0" y="16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3" name="Oval 2906">
                <a:extLst>
                  <a:ext uri="{FF2B5EF4-FFF2-40B4-BE49-F238E27FC236}">
                    <a16:creationId xmlns:a16="http://schemas.microsoft.com/office/drawing/2014/main" id="{3AEBB1CC-E928-4EF6-AB5F-C7AA8F7E4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5" y="1795"/>
                <a:ext cx="90" cy="98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34" name="Oval 2907">
                <a:extLst>
                  <a:ext uri="{FF2B5EF4-FFF2-40B4-BE49-F238E27FC236}">
                    <a16:creationId xmlns:a16="http://schemas.microsoft.com/office/drawing/2014/main" id="{D743014D-9052-4317-A5E7-956227093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8" y="1811"/>
                <a:ext cx="47" cy="50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35" name="Oval 2908">
                <a:extLst>
                  <a:ext uri="{FF2B5EF4-FFF2-40B4-BE49-F238E27FC236}">
                    <a16:creationId xmlns:a16="http://schemas.microsoft.com/office/drawing/2014/main" id="{087AC88E-FCD5-4A00-9F55-F6D927E1B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8" y="1819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36" name="Freeform 2909">
                <a:extLst>
                  <a:ext uri="{FF2B5EF4-FFF2-40B4-BE49-F238E27FC236}">
                    <a16:creationId xmlns:a16="http://schemas.microsoft.com/office/drawing/2014/main" id="{B7FCC535-22D8-4EDA-93A5-BF11DD922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811"/>
                <a:ext cx="75" cy="77"/>
              </a:xfrm>
              <a:custGeom>
                <a:avLst/>
                <a:gdLst>
                  <a:gd name="T0" fmla="*/ 0 w 30"/>
                  <a:gd name="T1" fmla="*/ 6606 h 29"/>
                  <a:gd name="T2" fmla="*/ 2738 w 30"/>
                  <a:gd name="T3" fmla="*/ 8438 h 29"/>
                  <a:gd name="T4" fmla="*/ 6845 w 30"/>
                  <a:gd name="T5" fmla="*/ 2791 h 29"/>
                  <a:gd name="T6" fmla="*/ 6175 w 30"/>
                  <a:gd name="T7" fmla="*/ 0 h 29"/>
                  <a:gd name="T8" fmla="*/ 7345 w 30"/>
                  <a:gd name="T9" fmla="*/ 4230 h 29"/>
                  <a:gd name="T10" fmla="*/ 3438 w 30"/>
                  <a:gd name="T11" fmla="*/ 10145 h 29"/>
                  <a:gd name="T12" fmla="*/ 0 w 30"/>
                  <a:gd name="T13" fmla="*/ 660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7" name="Oval 2910">
                <a:extLst>
                  <a:ext uri="{FF2B5EF4-FFF2-40B4-BE49-F238E27FC236}">
                    <a16:creationId xmlns:a16="http://schemas.microsoft.com/office/drawing/2014/main" id="{D6BD2D17-457E-488E-83FA-2F2375F80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1709"/>
                <a:ext cx="90" cy="96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38" name="Oval 2911">
                <a:extLst>
                  <a:ext uri="{FF2B5EF4-FFF2-40B4-BE49-F238E27FC236}">
                    <a16:creationId xmlns:a16="http://schemas.microsoft.com/office/drawing/2014/main" id="{15FF7A44-51C8-429E-A45F-CC680FA93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723"/>
                <a:ext cx="47" cy="53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39" name="Oval 2912">
                <a:extLst>
                  <a:ext uri="{FF2B5EF4-FFF2-40B4-BE49-F238E27FC236}">
                    <a16:creationId xmlns:a16="http://schemas.microsoft.com/office/drawing/2014/main" id="{59F01749-A383-4A7D-92A8-D789B9954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1733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40" name="Freeform 2913">
                <a:extLst>
                  <a:ext uri="{FF2B5EF4-FFF2-40B4-BE49-F238E27FC236}">
                    <a16:creationId xmlns:a16="http://schemas.microsoft.com/office/drawing/2014/main" id="{2CDAC639-29EA-4419-BB17-C480FAD3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725"/>
                <a:ext cx="75" cy="75"/>
              </a:xfrm>
              <a:custGeom>
                <a:avLst/>
                <a:gdLst>
                  <a:gd name="T0" fmla="*/ 0 w 30"/>
                  <a:gd name="T1" fmla="*/ 7053 h 28"/>
                  <a:gd name="T2" fmla="*/ 2738 w 30"/>
                  <a:gd name="T3" fmla="*/ 8804 h 28"/>
                  <a:gd name="T4" fmla="*/ 6645 w 30"/>
                  <a:gd name="T5" fmla="*/ 2885 h 28"/>
                  <a:gd name="T6" fmla="*/ 6175 w 30"/>
                  <a:gd name="T7" fmla="*/ 0 h 28"/>
                  <a:gd name="T8" fmla="*/ 7345 w 30"/>
                  <a:gd name="T9" fmla="*/ 4420 h 28"/>
                  <a:gd name="T10" fmla="*/ 3438 w 30"/>
                  <a:gd name="T11" fmla="*/ 10339 h 28"/>
                  <a:gd name="T12" fmla="*/ 0 w 30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1" name="Oval 2914">
                <a:extLst>
                  <a:ext uri="{FF2B5EF4-FFF2-40B4-BE49-F238E27FC236}">
                    <a16:creationId xmlns:a16="http://schemas.microsoft.com/office/drawing/2014/main" id="{1BB4F147-1D5F-4C64-88D4-01BB538F9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8" y="1635"/>
                <a:ext cx="90" cy="98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42" name="Oval 2915">
                <a:extLst>
                  <a:ext uri="{FF2B5EF4-FFF2-40B4-BE49-F238E27FC236}">
                    <a16:creationId xmlns:a16="http://schemas.microsoft.com/office/drawing/2014/main" id="{0C562CB7-356A-49FA-BD79-5BEDB6E15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" y="1651"/>
                <a:ext cx="48" cy="53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43" name="Oval 2916">
                <a:extLst>
                  <a:ext uri="{FF2B5EF4-FFF2-40B4-BE49-F238E27FC236}">
                    <a16:creationId xmlns:a16="http://schemas.microsoft.com/office/drawing/2014/main" id="{204E2BBB-C5E0-4B3C-ABBA-C5364CFC7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0" y="166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44" name="Freeform 2917">
                <a:extLst>
                  <a:ext uri="{FF2B5EF4-FFF2-40B4-BE49-F238E27FC236}">
                    <a16:creationId xmlns:a16="http://schemas.microsoft.com/office/drawing/2014/main" id="{731D2D70-A3AE-43C3-BAD5-B575BA6AD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653"/>
                <a:ext cx="75" cy="75"/>
              </a:xfrm>
              <a:custGeom>
                <a:avLst/>
                <a:gdLst>
                  <a:gd name="T0" fmla="*/ 0 w 30"/>
                  <a:gd name="T1" fmla="*/ 7053 h 28"/>
                  <a:gd name="T2" fmla="*/ 2738 w 30"/>
                  <a:gd name="T3" fmla="*/ 8804 h 28"/>
                  <a:gd name="T4" fmla="*/ 6845 w 30"/>
                  <a:gd name="T5" fmla="*/ 2885 h 28"/>
                  <a:gd name="T6" fmla="*/ 6175 w 30"/>
                  <a:gd name="T7" fmla="*/ 0 h 28"/>
                  <a:gd name="T8" fmla="*/ 7345 w 30"/>
                  <a:gd name="T9" fmla="*/ 4420 h 28"/>
                  <a:gd name="T10" fmla="*/ 3438 w 30"/>
                  <a:gd name="T11" fmla="*/ 10339 h 28"/>
                  <a:gd name="T12" fmla="*/ 0 w 30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5" name="Oval 2918">
                <a:extLst>
                  <a:ext uri="{FF2B5EF4-FFF2-40B4-BE49-F238E27FC236}">
                    <a16:creationId xmlns:a16="http://schemas.microsoft.com/office/drawing/2014/main" id="{25B2AD42-2814-4807-A370-A86B88BE7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1563"/>
                <a:ext cx="90" cy="98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46" name="Oval 2919">
                <a:extLst>
                  <a:ext uri="{FF2B5EF4-FFF2-40B4-BE49-F238E27FC236}">
                    <a16:creationId xmlns:a16="http://schemas.microsoft.com/office/drawing/2014/main" id="{F260B489-36B7-4DE0-B1A9-545E97354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8" y="1573"/>
                <a:ext cx="47" cy="54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47" name="Oval 2920">
                <a:extLst>
                  <a:ext uri="{FF2B5EF4-FFF2-40B4-BE49-F238E27FC236}">
                    <a16:creationId xmlns:a16="http://schemas.microsoft.com/office/drawing/2014/main" id="{1F2DBE5B-2DF4-4C77-9C95-A7F421B0B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8" y="1584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48" name="Freeform 2921">
                <a:extLst>
                  <a:ext uri="{FF2B5EF4-FFF2-40B4-BE49-F238E27FC236}">
                    <a16:creationId xmlns:a16="http://schemas.microsoft.com/office/drawing/2014/main" id="{60D61280-458E-4CA4-A22F-7E0443BA9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579"/>
                <a:ext cx="77" cy="77"/>
              </a:xfrm>
              <a:custGeom>
                <a:avLst/>
                <a:gdLst>
                  <a:gd name="T0" fmla="*/ 0 w 31"/>
                  <a:gd name="T1" fmla="*/ 6606 h 29"/>
                  <a:gd name="T2" fmla="*/ 2851 w 31"/>
                  <a:gd name="T3" fmla="*/ 8706 h 29"/>
                  <a:gd name="T4" fmla="*/ 6620 w 31"/>
                  <a:gd name="T5" fmla="*/ 2791 h 29"/>
                  <a:gd name="T6" fmla="*/ 6133 w 31"/>
                  <a:gd name="T7" fmla="*/ 0 h 29"/>
                  <a:gd name="T8" fmla="*/ 7263 w 31"/>
                  <a:gd name="T9" fmla="*/ 4230 h 29"/>
                  <a:gd name="T10" fmla="*/ 3510 w 31"/>
                  <a:gd name="T11" fmla="*/ 10145 h 29"/>
                  <a:gd name="T12" fmla="*/ 0 w 31"/>
                  <a:gd name="T13" fmla="*/ 660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9"/>
                    </a:moveTo>
                    <a:cubicBezTo>
                      <a:pt x="6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7" y="2"/>
                      <a:pt x="26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9" y="29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9" name="Oval 2922">
                <a:extLst>
                  <a:ext uri="{FF2B5EF4-FFF2-40B4-BE49-F238E27FC236}">
                    <a16:creationId xmlns:a16="http://schemas.microsoft.com/office/drawing/2014/main" id="{9285320D-B257-4834-91C0-AEFBA2CFF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1485"/>
                <a:ext cx="90" cy="99"/>
              </a:xfrm>
              <a:prstGeom prst="ellipse">
                <a:avLst/>
              </a:prstGeom>
              <a:solidFill>
                <a:srgbClr val="FDF39B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50" name="Oval 2923">
                <a:extLst>
                  <a:ext uri="{FF2B5EF4-FFF2-40B4-BE49-F238E27FC236}">
                    <a16:creationId xmlns:a16="http://schemas.microsoft.com/office/drawing/2014/main" id="{FD2CA8EF-8995-4CAE-BD42-C2E2061CB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1501"/>
                <a:ext cx="47" cy="51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51" name="Oval 2924">
                <a:extLst>
                  <a:ext uri="{FF2B5EF4-FFF2-40B4-BE49-F238E27FC236}">
                    <a16:creationId xmlns:a16="http://schemas.microsoft.com/office/drawing/2014/main" id="{64363E25-2039-4E85-8D2B-B8C563F64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3" y="1512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52" name="Freeform 2925">
                <a:extLst>
                  <a:ext uri="{FF2B5EF4-FFF2-40B4-BE49-F238E27FC236}">
                    <a16:creationId xmlns:a16="http://schemas.microsoft.com/office/drawing/2014/main" id="{97BB1AFD-5427-471A-9CAD-7E7B66E97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501"/>
                <a:ext cx="77" cy="78"/>
              </a:xfrm>
              <a:custGeom>
                <a:avLst/>
                <a:gdLst>
                  <a:gd name="T0" fmla="*/ 0 w 31"/>
                  <a:gd name="T1" fmla="*/ 7588 h 29"/>
                  <a:gd name="T2" fmla="*/ 2851 w 31"/>
                  <a:gd name="T3" fmla="*/ 9419 h 29"/>
                  <a:gd name="T4" fmla="*/ 6620 w 31"/>
                  <a:gd name="T5" fmla="*/ 3096 h 29"/>
                  <a:gd name="T6" fmla="*/ 6133 w 31"/>
                  <a:gd name="T7" fmla="*/ 0 h 29"/>
                  <a:gd name="T8" fmla="*/ 7263 w 31"/>
                  <a:gd name="T9" fmla="*/ 4492 h 29"/>
                  <a:gd name="T10" fmla="*/ 3510 w 31"/>
                  <a:gd name="T11" fmla="*/ 10995 h 29"/>
                  <a:gd name="T12" fmla="*/ 0 w 31"/>
                  <a:gd name="T13" fmla="*/ 758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6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7" y="2"/>
                      <a:pt x="26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9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E6E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3" name="Oval 2926">
                <a:extLst>
                  <a:ext uri="{FF2B5EF4-FFF2-40B4-BE49-F238E27FC236}">
                    <a16:creationId xmlns:a16="http://schemas.microsoft.com/office/drawing/2014/main" id="{F9C508E3-71F4-41A3-BB5C-74B0870C5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2016"/>
                <a:ext cx="92" cy="99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54" name="Oval 2927">
                <a:extLst>
                  <a:ext uri="{FF2B5EF4-FFF2-40B4-BE49-F238E27FC236}">
                    <a16:creationId xmlns:a16="http://schemas.microsoft.com/office/drawing/2014/main" id="{AF4ADCD9-F56B-4E38-99D4-2FBAEFA59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032"/>
                <a:ext cx="50" cy="51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55" name="Oval 2928">
                <a:extLst>
                  <a:ext uri="{FF2B5EF4-FFF2-40B4-BE49-F238E27FC236}">
                    <a16:creationId xmlns:a16="http://schemas.microsoft.com/office/drawing/2014/main" id="{74A5EB9C-CF62-42A1-8D19-800C1464A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043"/>
                <a:ext cx="15" cy="16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56" name="Freeform 2929">
                <a:extLst>
                  <a:ext uri="{FF2B5EF4-FFF2-40B4-BE49-F238E27FC236}">
                    <a16:creationId xmlns:a16="http://schemas.microsoft.com/office/drawing/2014/main" id="{15898D94-4993-4A13-95E4-C01DCA7CC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032"/>
                <a:ext cx="77" cy="77"/>
              </a:xfrm>
              <a:custGeom>
                <a:avLst/>
                <a:gdLst>
                  <a:gd name="T0" fmla="*/ 0 w 31"/>
                  <a:gd name="T1" fmla="*/ 6606 h 29"/>
                  <a:gd name="T2" fmla="*/ 2851 w 31"/>
                  <a:gd name="T3" fmla="*/ 8706 h 29"/>
                  <a:gd name="T4" fmla="*/ 6620 w 31"/>
                  <a:gd name="T5" fmla="*/ 2791 h 29"/>
                  <a:gd name="T6" fmla="*/ 5867 w 31"/>
                  <a:gd name="T7" fmla="*/ 0 h 29"/>
                  <a:gd name="T8" fmla="*/ 7263 w 31"/>
                  <a:gd name="T9" fmla="*/ 4230 h 29"/>
                  <a:gd name="T10" fmla="*/ 3510 w 31"/>
                  <a:gd name="T11" fmla="*/ 10145 h 29"/>
                  <a:gd name="T12" fmla="*/ 0 w 31"/>
                  <a:gd name="T13" fmla="*/ 660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9"/>
                    </a:moveTo>
                    <a:cubicBezTo>
                      <a:pt x="5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8" y="29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7" name="Oval 2930">
                <a:extLst>
                  <a:ext uri="{FF2B5EF4-FFF2-40B4-BE49-F238E27FC236}">
                    <a16:creationId xmlns:a16="http://schemas.microsoft.com/office/drawing/2014/main" id="{449A4793-E59F-4D1D-9689-642EDE49C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2096"/>
                <a:ext cx="92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58" name="Oval 2931">
                <a:extLst>
                  <a:ext uri="{FF2B5EF4-FFF2-40B4-BE49-F238E27FC236}">
                    <a16:creationId xmlns:a16="http://schemas.microsoft.com/office/drawing/2014/main" id="{2E5726EA-4123-49F6-853B-7D15D41CF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5" y="2112"/>
                <a:ext cx="50" cy="51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59" name="Oval 2932">
                <a:extLst>
                  <a:ext uri="{FF2B5EF4-FFF2-40B4-BE49-F238E27FC236}">
                    <a16:creationId xmlns:a16="http://schemas.microsoft.com/office/drawing/2014/main" id="{B60D2B9C-3336-4469-818F-414F5291A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120"/>
                <a:ext cx="18" cy="19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60" name="Freeform 2933">
                <a:extLst>
                  <a:ext uri="{FF2B5EF4-FFF2-40B4-BE49-F238E27FC236}">
                    <a16:creationId xmlns:a16="http://schemas.microsoft.com/office/drawing/2014/main" id="{1E94467B-EBEC-4B05-9690-F1AEDA81E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112"/>
                <a:ext cx="77" cy="77"/>
              </a:xfrm>
              <a:custGeom>
                <a:avLst/>
                <a:gdLst>
                  <a:gd name="T0" fmla="*/ 0 w 31"/>
                  <a:gd name="T1" fmla="*/ 6606 h 29"/>
                  <a:gd name="T2" fmla="*/ 2851 w 31"/>
                  <a:gd name="T3" fmla="*/ 8438 h 29"/>
                  <a:gd name="T4" fmla="*/ 6620 w 31"/>
                  <a:gd name="T5" fmla="*/ 2791 h 29"/>
                  <a:gd name="T6" fmla="*/ 5867 w 31"/>
                  <a:gd name="T7" fmla="*/ 0 h 29"/>
                  <a:gd name="T8" fmla="*/ 7263 w 31"/>
                  <a:gd name="T9" fmla="*/ 4230 h 29"/>
                  <a:gd name="T10" fmla="*/ 3313 w 31"/>
                  <a:gd name="T11" fmla="*/ 10145 h 29"/>
                  <a:gd name="T12" fmla="*/ 0 w 31"/>
                  <a:gd name="T13" fmla="*/ 660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1" name="Oval 2934">
                <a:extLst>
                  <a:ext uri="{FF2B5EF4-FFF2-40B4-BE49-F238E27FC236}">
                    <a16:creationId xmlns:a16="http://schemas.microsoft.com/office/drawing/2014/main" id="{3BB08EEA-1450-4AA1-8B9C-DD49AF5CF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2181"/>
                <a:ext cx="92" cy="99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62" name="Oval 2935">
                <a:extLst>
                  <a:ext uri="{FF2B5EF4-FFF2-40B4-BE49-F238E27FC236}">
                    <a16:creationId xmlns:a16="http://schemas.microsoft.com/office/drawing/2014/main" id="{268418FB-97D0-4B50-9531-889740F20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197"/>
                <a:ext cx="50" cy="51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63" name="Oval 2936">
                <a:extLst>
                  <a:ext uri="{FF2B5EF4-FFF2-40B4-BE49-F238E27FC236}">
                    <a16:creationId xmlns:a16="http://schemas.microsoft.com/office/drawing/2014/main" id="{254FFCC0-E004-4370-998D-E57D54CEC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2208"/>
                <a:ext cx="18" cy="16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64" name="Freeform 2937">
                <a:extLst>
                  <a:ext uri="{FF2B5EF4-FFF2-40B4-BE49-F238E27FC236}">
                    <a16:creationId xmlns:a16="http://schemas.microsoft.com/office/drawing/2014/main" id="{4CB4A8F5-477A-4A70-9E4B-21DCFEBA5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197"/>
                <a:ext cx="77" cy="78"/>
              </a:xfrm>
              <a:custGeom>
                <a:avLst/>
                <a:gdLst>
                  <a:gd name="T0" fmla="*/ 0 w 31"/>
                  <a:gd name="T1" fmla="*/ 7588 h 29"/>
                  <a:gd name="T2" fmla="*/ 2851 w 31"/>
                  <a:gd name="T3" fmla="*/ 9419 h 29"/>
                  <a:gd name="T4" fmla="*/ 6620 w 31"/>
                  <a:gd name="T5" fmla="*/ 3096 h 29"/>
                  <a:gd name="T6" fmla="*/ 5867 w 31"/>
                  <a:gd name="T7" fmla="*/ 0 h 29"/>
                  <a:gd name="T8" fmla="*/ 7263 w 31"/>
                  <a:gd name="T9" fmla="*/ 4492 h 29"/>
                  <a:gd name="T10" fmla="*/ 3510 w 31"/>
                  <a:gd name="T11" fmla="*/ 10995 h 29"/>
                  <a:gd name="T12" fmla="*/ 0 w 31"/>
                  <a:gd name="T13" fmla="*/ 758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20"/>
                    </a:moveTo>
                    <a:cubicBezTo>
                      <a:pt x="5" y="24"/>
                      <a:pt x="8" y="25"/>
                      <a:pt x="12" y="25"/>
                    </a:cubicBezTo>
                    <a:cubicBezTo>
                      <a:pt x="23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9" y="3"/>
                      <a:pt x="31" y="8"/>
                      <a:pt x="31" y="12"/>
                    </a:cubicBezTo>
                    <a:cubicBezTo>
                      <a:pt x="31" y="21"/>
                      <a:pt x="23" y="29"/>
                      <a:pt x="15" y="29"/>
                    </a:cubicBezTo>
                    <a:cubicBezTo>
                      <a:pt x="8" y="29"/>
                      <a:pt x="3" y="25"/>
                      <a:pt x="0" y="2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5" name="Oval 2938">
                <a:extLst>
                  <a:ext uri="{FF2B5EF4-FFF2-40B4-BE49-F238E27FC236}">
                    <a16:creationId xmlns:a16="http://schemas.microsoft.com/office/drawing/2014/main" id="{8F40DA97-61AA-4CB3-A686-D9F695703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0" y="2253"/>
                <a:ext cx="93" cy="99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66" name="Oval 2939">
                <a:extLst>
                  <a:ext uri="{FF2B5EF4-FFF2-40B4-BE49-F238E27FC236}">
                    <a16:creationId xmlns:a16="http://schemas.microsoft.com/office/drawing/2014/main" id="{CF903ABF-0A34-426D-A30F-F6DABAFCA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3" y="2269"/>
                <a:ext cx="50" cy="54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67" name="Oval 2940">
                <a:extLst>
                  <a:ext uri="{FF2B5EF4-FFF2-40B4-BE49-F238E27FC236}">
                    <a16:creationId xmlns:a16="http://schemas.microsoft.com/office/drawing/2014/main" id="{1C825082-603B-41A3-9BFA-F0B8F1D4D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2280"/>
                <a:ext cx="17" cy="19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68" name="Freeform 2941">
                <a:extLst>
                  <a:ext uri="{FF2B5EF4-FFF2-40B4-BE49-F238E27FC236}">
                    <a16:creationId xmlns:a16="http://schemas.microsoft.com/office/drawing/2014/main" id="{2B25E1FD-7CA4-4C9D-95AC-A81C5B774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272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885 h 28"/>
                  <a:gd name="T6" fmla="*/ 6368 w 31"/>
                  <a:gd name="T7" fmla="*/ 0 h 28"/>
                  <a:gd name="T8" fmla="*/ 7850 w 31"/>
                  <a:gd name="T9" fmla="*/ 4420 h 28"/>
                  <a:gd name="T10" fmla="*/ 352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9" name="Oval 2942">
                <a:extLst>
                  <a:ext uri="{FF2B5EF4-FFF2-40B4-BE49-F238E27FC236}">
                    <a16:creationId xmlns:a16="http://schemas.microsoft.com/office/drawing/2014/main" id="{D62D52C4-DDF0-459E-8B63-070F437BE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8" y="2328"/>
                <a:ext cx="92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70" name="Oval 2943">
                <a:extLst>
                  <a:ext uri="{FF2B5EF4-FFF2-40B4-BE49-F238E27FC236}">
                    <a16:creationId xmlns:a16="http://schemas.microsoft.com/office/drawing/2014/main" id="{1F28451D-2930-4E08-8C29-E907EF9C4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352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71" name="Freeform 2944">
                <a:extLst>
                  <a:ext uri="{FF2B5EF4-FFF2-40B4-BE49-F238E27FC236}">
                    <a16:creationId xmlns:a16="http://schemas.microsoft.com/office/drawing/2014/main" id="{8935CB1F-9DBC-4B85-825F-84D240600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344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5867 w 31"/>
                  <a:gd name="T7" fmla="*/ 0 h 28"/>
                  <a:gd name="T8" fmla="*/ 7263 w 31"/>
                  <a:gd name="T9" fmla="*/ 4420 h 28"/>
                  <a:gd name="T10" fmla="*/ 351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2" name="Oval 2945">
                <a:extLst>
                  <a:ext uri="{FF2B5EF4-FFF2-40B4-BE49-F238E27FC236}">
                    <a16:creationId xmlns:a16="http://schemas.microsoft.com/office/drawing/2014/main" id="{5B080707-A8CC-4F0F-B9A1-3223262BF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8" y="2405"/>
                <a:ext cx="92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73" name="Oval 2946">
                <a:extLst>
                  <a:ext uri="{FF2B5EF4-FFF2-40B4-BE49-F238E27FC236}">
                    <a16:creationId xmlns:a16="http://schemas.microsoft.com/office/drawing/2014/main" id="{8D333F09-F87B-4942-AD3B-079D87346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0" y="2421"/>
                <a:ext cx="50" cy="51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74" name="Oval 2947">
                <a:extLst>
                  <a:ext uri="{FF2B5EF4-FFF2-40B4-BE49-F238E27FC236}">
                    <a16:creationId xmlns:a16="http://schemas.microsoft.com/office/drawing/2014/main" id="{30D27971-BF10-42B5-9B93-6AA62BF49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2429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75" name="Freeform 2948">
                <a:extLst>
                  <a:ext uri="{FF2B5EF4-FFF2-40B4-BE49-F238E27FC236}">
                    <a16:creationId xmlns:a16="http://schemas.microsoft.com/office/drawing/2014/main" id="{926F8145-0A04-4061-BD9A-FA7E7B236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421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5867 w 31"/>
                  <a:gd name="T7" fmla="*/ 0 h 28"/>
                  <a:gd name="T8" fmla="*/ 7263 w 31"/>
                  <a:gd name="T9" fmla="*/ 4420 h 28"/>
                  <a:gd name="T10" fmla="*/ 351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6" name="Oval 2949">
                <a:extLst>
                  <a:ext uri="{FF2B5EF4-FFF2-40B4-BE49-F238E27FC236}">
                    <a16:creationId xmlns:a16="http://schemas.microsoft.com/office/drawing/2014/main" id="{32EF7181-B6C5-4606-B601-10E391FCD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0" y="2016"/>
                <a:ext cx="90" cy="99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77" name="Oval 2950">
                <a:extLst>
                  <a:ext uri="{FF2B5EF4-FFF2-40B4-BE49-F238E27FC236}">
                    <a16:creationId xmlns:a16="http://schemas.microsoft.com/office/drawing/2014/main" id="{E1F7DB71-CF14-47D5-8000-08E41698A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2027"/>
                <a:ext cx="47" cy="53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78" name="Freeform 2951">
                <a:extLst>
                  <a:ext uri="{FF2B5EF4-FFF2-40B4-BE49-F238E27FC236}">
                    <a16:creationId xmlns:a16="http://schemas.microsoft.com/office/drawing/2014/main" id="{667499FA-0B77-4A12-BA16-D09A858D5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027"/>
                <a:ext cx="70" cy="82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163 h 31"/>
                  <a:gd name="T4" fmla="*/ 1958 w 28"/>
                  <a:gd name="T5" fmla="*/ 9586 h 31"/>
                  <a:gd name="T6" fmla="*/ 0 w 28"/>
                  <a:gd name="T7" fmla="*/ 8570 h 31"/>
                  <a:gd name="T8" fmla="*/ 2938 w 28"/>
                  <a:gd name="T9" fmla="*/ 10620 h 31"/>
                  <a:gd name="T10" fmla="*/ 6845 w 28"/>
                  <a:gd name="T11" fmla="*/ 4793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9" name="Oval 2952">
                <a:extLst>
                  <a:ext uri="{FF2B5EF4-FFF2-40B4-BE49-F238E27FC236}">
                    <a16:creationId xmlns:a16="http://schemas.microsoft.com/office/drawing/2014/main" id="{0376E506-6C9E-456A-8E13-22D626F50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5" y="2096"/>
                <a:ext cx="90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80" name="Oval 2953">
                <a:extLst>
                  <a:ext uri="{FF2B5EF4-FFF2-40B4-BE49-F238E27FC236}">
                    <a16:creationId xmlns:a16="http://schemas.microsoft.com/office/drawing/2014/main" id="{7DB421E3-7123-4A1E-B46F-6720E0980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0" y="2109"/>
                <a:ext cx="48" cy="54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81" name="Freeform 2954">
                <a:extLst>
                  <a:ext uri="{FF2B5EF4-FFF2-40B4-BE49-F238E27FC236}">
                    <a16:creationId xmlns:a16="http://schemas.microsoft.com/office/drawing/2014/main" id="{9B7EE833-2308-436B-88BC-9A59F5B30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107"/>
                <a:ext cx="70" cy="82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3777 h 31"/>
                  <a:gd name="T4" fmla="*/ 1958 w 28"/>
                  <a:gd name="T5" fmla="*/ 9586 h 31"/>
                  <a:gd name="T6" fmla="*/ 0 w 28"/>
                  <a:gd name="T7" fmla="*/ 8570 h 31"/>
                  <a:gd name="T8" fmla="*/ 2938 w 28"/>
                  <a:gd name="T9" fmla="*/ 10620 h 31"/>
                  <a:gd name="T10" fmla="*/ 6845 w 28"/>
                  <a:gd name="T11" fmla="*/ 4793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5" y="2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2" name="Oval 2955">
                <a:extLst>
                  <a:ext uri="{FF2B5EF4-FFF2-40B4-BE49-F238E27FC236}">
                    <a16:creationId xmlns:a16="http://schemas.microsoft.com/office/drawing/2014/main" id="{9FD2FE49-3157-460E-A3F8-593E5B517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181"/>
                <a:ext cx="90" cy="99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83" name="Oval 2956">
                <a:extLst>
                  <a:ext uri="{FF2B5EF4-FFF2-40B4-BE49-F238E27FC236}">
                    <a16:creationId xmlns:a16="http://schemas.microsoft.com/office/drawing/2014/main" id="{023EE6D2-F121-4B55-93D2-F776465C9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2195"/>
                <a:ext cx="50" cy="53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84" name="Freeform 2957">
                <a:extLst>
                  <a:ext uri="{FF2B5EF4-FFF2-40B4-BE49-F238E27FC236}">
                    <a16:creationId xmlns:a16="http://schemas.microsoft.com/office/drawing/2014/main" id="{0E91F868-A6CB-45D0-A5FF-4EA547747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192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5"/>
                    </a:cubicBezTo>
                    <a:cubicBezTo>
                      <a:pt x="28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5" name="Oval 2958">
                <a:extLst>
                  <a:ext uri="{FF2B5EF4-FFF2-40B4-BE49-F238E27FC236}">
                    <a16:creationId xmlns:a16="http://schemas.microsoft.com/office/drawing/2014/main" id="{18448E9C-F808-44A3-A37E-D38614D37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8" y="2253"/>
                <a:ext cx="90" cy="99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86" name="Oval 2959">
                <a:extLst>
                  <a:ext uri="{FF2B5EF4-FFF2-40B4-BE49-F238E27FC236}">
                    <a16:creationId xmlns:a16="http://schemas.microsoft.com/office/drawing/2014/main" id="{200CCB20-EEC0-4F04-9254-BF2E12D3A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3" y="2267"/>
                <a:ext cx="47" cy="53"/>
              </a:xfrm>
              <a:prstGeom prst="ellipse">
                <a:avLst/>
              </a:prstGeom>
              <a:solidFill>
                <a:srgbClr val="DDD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87" name="Oval 2960">
                <a:extLst>
                  <a:ext uri="{FF2B5EF4-FFF2-40B4-BE49-F238E27FC236}">
                    <a16:creationId xmlns:a16="http://schemas.microsoft.com/office/drawing/2014/main" id="{9BFFE5ED-3D5B-40C7-A41F-AA828BD3B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0" y="2280"/>
                <a:ext cx="18" cy="16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88" name="Freeform 2961">
                <a:extLst>
                  <a:ext uri="{FF2B5EF4-FFF2-40B4-BE49-F238E27FC236}">
                    <a16:creationId xmlns:a16="http://schemas.microsoft.com/office/drawing/2014/main" id="{9231BAFC-C2E6-4C97-8306-ED51F710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64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9" name="Oval 2962">
                <a:extLst>
                  <a:ext uri="{FF2B5EF4-FFF2-40B4-BE49-F238E27FC236}">
                    <a16:creationId xmlns:a16="http://schemas.microsoft.com/office/drawing/2014/main" id="{A4F5DA39-9DB8-47A8-B122-6BEA5D3CC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2328"/>
                <a:ext cx="90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90" name="Oval 2963">
                <a:extLst>
                  <a:ext uri="{FF2B5EF4-FFF2-40B4-BE49-F238E27FC236}">
                    <a16:creationId xmlns:a16="http://schemas.microsoft.com/office/drawing/2014/main" id="{BF5C0F93-45E1-4576-A088-A356C57CF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0" y="2357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91" name="Freeform 2964">
                <a:extLst>
                  <a:ext uri="{FF2B5EF4-FFF2-40B4-BE49-F238E27FC236}">
                    <a16:creationId xmlns:a16="http://schemas.microsoft.com/office/drawing/2014/main" id="{9A733F24-129E-4442-9050-8ECE4AC0B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339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10104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2" name="Oval 2965">
                <a:extLst>
                  <a:ext uri="{FF2B5EF4-FFF2-40B4-BE49-F238E27FC236}">
                    <a16:creationId xmlns:a16="http://schemas.microsoft.com/office/drawing/2014/main" id="{1CDFB0B0-714B-485E-B619-1CD593D21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2405"/>
                <a:ext cx="90" cy="96"/>
              </a:xfrm>
              <a:prstGeom prst="ellipse">
                <a:avLst/>
              </a:prstGeom>
              <a:solidFill>
                <a:srgbClr val="D4CF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93" name="Oval 2966">
                <a:extLst>
                  <a:ext uri="{FF2B5EF4-FFF2-40B4-BE49-F238E27FC236}">
                    <a16:creationId xmlns:a16="http://schemas.microsoft.com/office/drawing/2014/main" id="{B5FA4E21-0DAC-4BEA-9B1C-25C0FB337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419"/>
                <a:ext cx="50" cy="50"/>
              </a:xfrm>
              <a:prstGeom prst="ellipse">
                <a:avLst/>
              </a:pr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94" name="Oval 2967">
                <a:extLst>
                  <a:ext uri="{FF2B5EF4-FFF2-40B4-BE49-F238E27FC236}">
                    <a16:creationId xmlns:a16="http://schemas.microsoft.com/office/drawing/2014/main" id="{950EA524-DACD-4D87-9191-03F2E2699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3" y="242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95" name="Freeform 2968">
                <a:extLst>
                  <a:ext uri="{FF2B5EF4-FFF2-40B4-BE49-F238E27FC236}">
                    <a16:creationId xmlns:a16="http://schemas.microsoft.com/office/drawing/2014/main" id="{7A8927E7-1989-4B84-8DD9-65DA59195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416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10104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B2B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6" name="Oval 2969">
                <a:extLst>
                  <a:ext uri="{FF2B5EF4-FFF2-40B4-BE49-F238E27FC236}">
                    <a16:creationId xmlns:a16="http://schemas.microsoft.com/office/drawing/2014/main" id="{A4D2708C-3C8D-47AA-8527-FF230E771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021"/>
                <a:ext cx="93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97" name="Oval 2970">
                <a:extLst>
                  <a:ext uri="{FF2B5EF4-FFF2-40B4-BE49-F238E27FC236}">
                    <a16:creationId xmlns:a16="http://schemas.microsoft.com/office/drawing/2014/main" id="{92DEF7B5-3FBF-4928-86ED-CBD6C27ED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2035"/>
                <a:ext cx="50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98" name="Oval 2971">
                <a:extLst>
                  <a:ext uri="{FF2B5EF4-FFF2-40B4-BE49-F238E27FC236}">
                    <a16:creationId xmlns:a16="http://schemas.microsoft.com/office/drawing/2014/main" id="{84E16E06-D797-4633-BAE2-146A20142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048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99" name="Freeform 2972">
                <a:extLst>
                  <a:ext uri="{FF2B5EF4-FFF2-40B4-BE49-F238E27FC236}">
                    <a16:creationId xmlns:a16="http://schemas.microsoft.com/office/drawing/2014/main" id="{0D739C4A-B81B-44BC-87C9-AD8906D56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032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8" y="28"/>
                    </a:cubicBezTo>
                    <a:cubicBezTo>
                      <a:pt x="5" y="28"/>
                      <a:pt x="2" y="27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0" name="Oval 2973">
                <a:extLst>
                  <a:ext uri="{FF2B5EF4-FFF2-40B4-BE49-F238E27FC236}">
                    <a16:creationId xmlns:a16="http://schemas.microsoft.com/office/drawing/2014/main" id="{11BCD45B-563A-4A3D-81CA-39ED8C250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5" y="2021"/>
                <a:ext cx="93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01" name="Freeform 2974">
                <a:extLst>
                  <a:ext uri="{FF2B5EF4-FFF2-40B4-BE49-F238E27FC236}">
                    <a16:creationId xmlns:a16="http://schemas.microsoft.com/office/drawing/2014/main" id="{079A1140-9779-41D9-92A1-C24DFAD63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032"/>
                <a:ext cx="73" cy="83"/>
              </a:xfrm>
              <a:custGeom>
                <a:avLst/>
                <a:gdLst>
                  <a:gd name="T0" fmla="*/ 5057 w 29"/>
                  <a:gd name="T1" fmla="*/ 0 h 31"/>
                  <a:gd name="T2" fmla="*/ 6381 w 29"/>
                  <a:gd name="T3" fmla="*/ 4415 h 31"/>
                  <a:gd name="T4" fmla="*/ 2009 w 29"/>
                  <a:gd name="T5" fmla="*/ 10321 h 31"/>
                  <a:gd name="T6" fmla="*/ 0 w 29"/>
                  <a:gd name="T7" fmla="*/ 9189 h 31"/>
                  <a:gd name="T8" fmla="*/ 3333 w 29"/>
                  <a:gd name="T9" fmla="*/ 11398 h 31"/>
                  <a:gd name="T10" fmla="*/ 7383 w 29"/>
                  <a:gd name="T11" fmla="*/ 5491 h 31"/>
                  <a:gd name="T12" fmla="*/ 5057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0" y="0"/>
                    </a:moveTo>
                    <a:cubicBezTo>
                      <a:pt x="24" y="6"/>
                      <a:pt x="25" y="8"/>
                      <a:pt x="25" y="12"/>
                    </a:cubicBezTo>
                    <a:cubicBezTo>
                      <a:pt x="25" y="23"/>
                      <a:pt x="17" y="28"/>
                      <a:pt x="8" y="28"/>
                    </a:cubicBezTo>
                    <a:cubicBezTo>
                      <a:pt x="6" y="28"/>
                      <a:pt x="3" y="27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29" y="24"/>
                      <a:pt x="29" y="15"/>
                    </a:cubicBezTo>
                    <a:cubicBezTo>
                      <a:pt x="29" y="8"/>
                      <a:pt x="25" y="3"/>
                      <a:pt x="20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2" name="Oval 2975">
                <a:extLst>
                  <a:ext uri="{FF2B5EF4-FFF2-40B4-BE49-F238E27FC236}">
                    <a16:creationId xmlns:a16="http://schemas.microsoft.com/office/drawing/2014/main" id="{433EE320-DA6E-4930-88F9-8AB6FBD02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0" y="2035"/>
                <a:ext cx="48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03" name="Oval 2976">
                <a:extLst>
                  <a:ext uri="{FF2B5EF4-FFF2-40B4-BE49-F238E27FC236}">
                    <a16:creationId xmlns:a16="http://schemas.microsoft.com/office/drawing/2014/main" id="{872A33ED-E475-410E-AE7E-B914CA4D1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2048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04" name="Oval 2977">
                <a:extLst>
                  <a:ext uri="{FF2B5EF4-FFF2-40B4-BE49-F238E27FC236}">
                    <a16:creationId xmlns:a16="http://schemas.microsoft.com/office/drawing/2014/main" id="{D814EA14-BBAE-441E-9F9F-73F8C6F56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0" y="1867"/>
                <a:ext cx="90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05" name="Freeform 2978">
                <a:extLst>
                  <a:ext uri="{FF2B5EF4-FFF2-40B4-BE49-F238E27FC236}">
                    <a16:creationId xmlns:a16="http://schemas.microsoft.com/office/drawing/2014/main" id="{65BE8031-A726-430F-BECE-0D29CE7FF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1885"/>
                <a:ext cx="75" cy="75"/>
              </a:xfrm>
              <a:custGeom>
                <a:avLst/>
                <a:gdLst>
                  <a:gd name="T0" fmla="*/ 0 w 30"/>
                  <a:gd name="T1" fmla="*/ 7053 h 28"/>
                  <a:gd name="T2" fmla="*/ 2738 w 30"/>
                  <a:gd name="T3" fmla="*/ 8804 h 28"/>
                  <a:gd name="T4" fmla="*/ 6845 w 30"/>
                  <a:gd name="T5" fmla="*/ 2885 h 28"/>
                  <a:gd name="T6" fmla="*/ 6175 w 30"/>
                  <a:gd name="T7" fmla="*/ 0 h 28"/>
                  <a:gd name="T8" fmla="*/ 7345 w 30"/>
                  <a:gd name="T9" fmla="*/ 4420 h 28"/>
                  <a:gd name="T10" fmla="*/ 3438 w 30"/>
                  <a:gd name="T11" fmla="*/ 10339 h 28"/>
                  <a:gd name="T12" fmla="*/ 0 w 30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6" name="Oval 2979">
                <a:extLst>
                  <a:ext uri="{FF2B5EF4-FFF2-40B4-BE49-F238E27FC236}">
                    <a16:creationId xmlns:a16="http://schemas.microsoft.com/office/drawing/2014/main" id="{CD306B6C-F2FD-44DD-9E95-681A41AAC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1883"/>
                <a:ext cx="47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07" name="Oval 2980">
                <a:extLst>
                  <a:ext uri="{FF2B5EF4-FFF2-40B4-BE49-F238E27FC236}">
                    <a16:creationId xmlns:a16="http://schemas.microsoft.com/office/drawing/2014/main" id="{602F394D-4CE1-47D6-8D25-D3DD6B8E6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1893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08" name="Oval 2981">
                <a:extLst>
                  <a:ext uri="{FF2B5EF4-FFF2-40B4-BE49-F238E27FC236}">
                    <a16:creationId xmlns:a16="http://schemas.microsoft.com/office/drawing/2014/main" id="{9A85FBF5-76E3-458B-952D-DCD5358F9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1867"/>
                <a:ext cx="90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09" name="Oval 2982">
                <a:extLst>
                  <a:ext uri="{FF2B5EF4-FFF2-40B4-BE49-F238E27FC236}">
                    <a16:creationId xmlns:a16="http://schemas.microsoft.com/office/drawing/2014/main" id="{F84667BF-F78B-4746-8704-B7FE51C0D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1885"/>
                <a:ext cx="47" cy="51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10" name="Oval 2983">
                <a:extLst>
                  <a:ext uri="{FF2B5EF4-FFF2-40B4-BE49-F238E27FC236}">
                    <a16:creationId xmlns:a16="http://schemas.microsoft.com/office/drawing/2014/main" id="{09A60293-2187-4E81-85F8-423C11CA5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8" y="1893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11" name="Freeform 2984">
                <a:extLst>
                  <a:ext uri="{FF2B5EF4-FFF2-40B4-BE49-F238E27FC236}">
                    <a16:creationId xmlns:a16="http://schemas.microsoft.com/office/drawing/2014/main" id="{CC4D8210-4F86-430A-AF0A-115F12B40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885"/>
                <a:ext cx="75" cy="75"/>
              </a:xfrm>
              <a:custGeom>
                <a:avLst/>
                <a:gdLst>
                  <a:gd name="T0" fmla="*/ 0 w 30"/>
                  <a:gd name="T1" fmla="*/ 7053 h 28"/>
                  <a:gd name="T2" fmla="*/ 2738 w 30"/>
                  <a:gd name="T3" fmla="*/ 8804 h 28"/>
                  <a:gd name="T4" fmla="*/ 6645 w 30"/>
                  <a:gd name="T5" fmla="*/ 2885 h 28"/>
                  <a:gd name="T6" fmla="*/ 6175 w 30"/>
                  <a:gd name="T7" fmla="*/ 0 h 28"/>
                  <a:gd name="T8" fmla="*/ 7345 w 30"/>
                  <a:gd name="T9" fmla="*/ 4420 h 28"/>
                  <a:gd name="T10" fmla="*/ 3438 w 30"/>
                  <a:gd name="T11" fmla="*/ 10339 h 28"/>
                  <a:gd name="T12" fmla="*/ 0 w 30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2" name="Oval 2985">
                <a:extLst>
                  <a:ext uri="{FF2B5EF4-FFF2-40B4-BE49-F238E27FC236}">
                    <a16:creationId xmlns:a16="http://schemas.microsoft.com/office/drawing/2014/main" id="{CD0AA051-C4A5-4E87-A8EE-2434637DB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867"/>
                <a:ext cx="90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13" name="Oval 2986">
                <a:extLst>
                  <a:ext uri="{FF2B5EF4-FFF2-40B4-BE49-F238E27FC236}">
                    <a16:creationId xmlns:a16="http://schemas.microsoft.com/office/drawing/2014/main" id="{D69729F7-2512-4DF8-88D9-0B0C0F6F2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8" y="1883"/>
                <a:ext cx="47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14" name="Oval 2987">
                <a:extLst>
                  <a:ext uri="{FF2B5EF4-FFF2-40B4-BE49-F238E27FC236}">
                    <a16:creationId xmlns:a16="http://schemas.microsoft.com/office/drawing/2014/main" id="{8934DA09-32AE-4E24-89A8-9E249E056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1893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15" name="Freeform 2988">
                <a:extLst>
                  <a:ext uri="{FF2B5EF4-FFF2-40B4-BE49-F238E27FC236}">
                    <a16:creationId xmlns:a16="http://schemas.microsoft.com/office/drawing/2014/main" id="{5B4EE30F-609A-4624-99D6-1429BBBF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885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633 h 28"/>
                  <a:gd name="T6" fmla="*/ 6133 w 31"/>
                  <a:gd name="T7" fmla="*/ 0 h 28"/>
                  <a:gd name="T8" fmla="*/ 7263 w 31"/>
                  <a:gd name="T9" fmla="*/ 4420 h 28"/>
                  <a:gd name="T10" fmla="*/ 351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7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6" name="Oval 2989">
                <a:extLst>
                  <a:ext uri="{FF2B5EF4-FFF2-40B4-BE49-F238E27FC236}">
                    <a16:creationId xmlns:a16="http://schemas.microsoft.com/office/drawing/2014/main" id="{2F2C55EC-456F-4D9D-98CD-AF7B761C3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0" y="1867"/>
                <a:ext cx="90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17" name="Oval 2990">
                <a:extLst>
                  <a:ext uri="{FF2B5EF4-FFF2-40B4-BE49-F238E27FC236}">
                    <a16:creationId xmlns:a16="http://schemas.microsoft.com/office/drawing/2014/main" id="{9D8EC799-8404-4617-8647-50C2AF1E4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0" y="1885"/>
                <a:ext cx="50" cy="51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18" name="Oval 2991">
                <a:extLst>
                  <a:ext uri="{FF2B5EF4-FFF2-40B4-BE49-F238E27FC236}">
                    <a16:creationId xmlns:a16="http://schemas.microsoft.com/office/drawing/2014/main" id="{3635C4ED-519E-4FEE-AEC3-B10180F29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1893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19" name="Freeform 2992">
                <a:extLst>
                  <a:ext uri="{FF2B5EF4-FFF2-40B4-BE49-F238E27FC236}">
                    <a16:creationId xmlns:a16="http://schemas.microsoft.com/office/drawing/2014/main" id="{EBC5D0E1-8D20-42AA-BD4D-07909BB97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885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6133 w 31"/>
                  <a:gd name="T7" fmla="*/ 0 h 28"/>
                  <a:gd name="T8" fmla="*/ 7263 w 31"/>
                  <a:gd name="T9" fmla="*/ 4420 h 28"/>
                  <a:gd name="T10" fmla="*/ 351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0" name="Oval 2993">
                <a:extLst>
                  <a:ext uri="{FF2B5EF4-FFF2-40B4-BE49-F238E27FC236}">
                    <a16:creationId xmlns:a16="http://schemas.microsoft.com/office/drawing/2014/main" id="{E8FE4502-AD0A-450D-A29C-D956E8035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8" y="1944"/>
                <a:ext cx="92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21" name="Oval 2994">
                <a:extLst>
                  <a:ext uri="{FF2B5EF4-FFF2-40B4-BE49-F238E27FC236}">
                    <a16:creationId xmlns:a16="http://schemas.microsoft.com/office/drawing/2014/main" id="{27D3B32A-48EA-41E6-8399-10A3D59E6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" y="1957"/>
                <a:ext cx="48" cy="54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567" name="Group 2995">
              <a:extLst>
                <a:ext uri="{FF2B5EF4-FFF2-40B4-BE49-F238E27FC236}">
                  <a16:creationId xmlns:a16="http://schemas.microsoft.com/office/drawing/2014/main" id="{E36312B7-1D84-40B5-814B-35A6C94CB6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5" y="1363"/>
              <a:ext cx="1945" cy="1256"/>
              <a:chOff x="3515" y="1363"/>
              <a:chExt cx="1945" cy="1256"/>
            </a:xfrm>
          </p:grpSpPr>
          <p:sp>
            <p:nvSpPr>
              <p:cNvPr id="18822" name="Oval 2996">
                <a:extLst>
                  <a:ext uri="{FF2B5EF4-FFF2-40B4-BE49-F238E27FC236}">
                    <a16:creationId xmlns:a16="http://schemas.microsoft.com/office/drawing/2014/main" id="{6821A4D0-C12C-42F7-BD8F-D5C56D487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" y="1971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3" name="Freeform 2997">
                <a:extLst>
                  <a:ext uri="{FF2B5EF4-FFF2-40B4-BE49-F238E27FC236}">
                    <a16:creationId xmlns:a16="http://schemas.microsoft.com/office/drawing/2014/main" id="{C3B2F818-1908-463F-80A3-02295BD85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955"/>
                <a:ext cx="70" cy="82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163 h 31"/>
                  <a:gd name="T4" fmla="*/ 1958 w 28"/>
                  <a:gd name="T5" fmla="*/ 9586 h 31"/>
                  <a:gd name="T6" fmla="*/ 0 w 28"/>
                  <a:gd name="T7" fmla="*/ 8570 h 31"/>
                  <a:gd name="T8" fmla="*/ 2938 w 28"/>
                  <a:gd name="T9" fmla="*/ 10620 h 31"/>
                  <a:gd name="T10" fmla="*/ 6845 w 28"/>
                  <a:gd name="T11" fmla="*/ 5185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4" name="Oval 2998">
                <a:extLst>
                  <a:ext uri="{FF2B5EF4-FFF2-40B4-BE49-F238E27FC236}">
                    <a16:creationId xmlns:a16="http://schemas.microsoft.com/office/drawing/2014/main" id="{AC7D4BC7-1834-48F6-950A-1CE1EF560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944"/>
                <a:ext cx="92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5" name="Oval 2999">
                <a:extLst>
                  <a:ext uri="{FF2B5EF4-FFF2-40B4-BE49-F238E27FC236}">
                    <a16:creationId xmlns:a16="http://schemas.microsoft.com/office/drawing/2014/main" id="{E90CE2FC-3319-426D-805A-82E72963D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1957"/>
                <a:ext cx="50" cy="54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6" name="Oval 3000">
                <a:extLst>
                  <a:ext uri="{FF2B5EF4-FFF2-40B4-BE49-F238E27FC236}">
                    <a16:creationId xmlns:a16="http://schemas.microsoft.com/office/drawing/2014/main" id="{143CEBBB-EB53-468B-9FA5-619EC2C1E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197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7" name="Freeform 3001">
                <a:extLst>
                  <a:ext uri="{FF2B5EF4-FFF2-40B4-BE49-F238E27FC236}">
                    <a16:creationId xmlns:a16="http://schemas.microsoft.com/office/drawing/2014/main" id="{EC18ABF7-DCD8-439C-ABCD-1C8B23A61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955"/>
                <a:ext cx="72" cy="82"/>
              </a:xfrm>
              <a:custGeom>
                <a:avLst/>
                <a:gdLst>
                  <a:gd name="T0" fmla="*/ 4715 w 29"/>
                  <a:gd name="T1" fmla="*/ 0 h 31"/>
                  <a:gd name="T2" fmla="*/ 5844 w 29"/>
                  <a:gd name="T3" fmla="*/ 4163 h 31"/>
                  <a:gd name="T4" fmla="*/ 1899 w 29"/>
                  <a:gd name="T5" fmla="*/ 9586 h 31"/>
                  <a:gd name="T6" fmla="*/ 0 w 29"/>
                  <a:gd name="T7" fmla="*/ 8570 h 31"/>
                  <a:gd name="T8" fmla="*/ 3002 w 29"/>
                  <a:gd name="T9" fmla="*/ 10620 h 31"/>
                  <a:gd name="T10" fmla="*/ 6793 w 29"/>
                  <a:gd name="T11" fmla="*/ 5185 h 31"/>
                  <a:gd name="T12" fmla="*/ 4715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0" y="0"/>
                    </a:moveTo>
                    <a:cubicBezTo>
                      <a:pt x="24" y="6"/>
                      <a:pt x="25" y="8"/>
                      <a:pt x="25" y="12"/>
                    </a:cubicBezTo>
                    <a:cubicBezTo>
                      <a:pt x="25" y="23"/>
                      <a:pt x="17" y="28"/>
                      <a:pt x="8" y="28"/>
                    </a:cubicBezTo>
                    <a:cubicBezTo>
                      <a:pt x="6" y="28"/>
                      <a:pt x="3" y="27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29" y="24"/>
                      <a:pt x="29" y="15"/>
                    </a:cubicBezTo>
                    <a:cubicBezTo>
                      <a:pt x="29" y="8"/>
                      <a:pt x="25" y="3"/>
                      <a:pt x="20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8" name="Oval 3002">
                <a:extLst>
                  <a:ext uri="{FF2B5EF4-FFF2-40B4-BE49-F238E27FC236}">
                    <a16:creationId xmlns:a16="http://schemas.microsoft.com/office/drawing/2014/main" id="{28B2135A-7C47-4054-9457-1815B8A57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1859"/>
                <a:ext cx="93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9" name="Oval 3003">
                <a:extLst>
                  <a:ext uri="{FF2B5EF4-FFF2-40B4-BE49-F238E27FC236}">
                    <a16:creationId xmlns:a16="http://schemas.microsoft.com/office/drawing/2014/main" id="{5EC91D5C-86BB-4AFD-9044-04C6C85F1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872"/>
                <a:ext cx="48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0" name="Oval 3004">
                <a:extLst>
                  <a:ext uri="{FF2B5EF4-FFF2-40B4-BE49-F238E27FC236}">
                    <a16:creationId xmlns:a16="http://schemas.microsoft.com/office/drawing/2014/main" id="{B3682C2B-236D-46A8-AE7B-6A749D287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885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1" name="Freeform 3005">
                <a:extLst>
                  <a:ext uri="{FF2B5EF4-FFF2-40B4-BE49-F238E27FC236}">
                    <a16:creationId xmlns:a16="http://schemas.microsoft.com/office/drawing/2014/main" id="{DDBDAC48-665E-4BA1-922A-3A3DE61E3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869"/>
                <a:ext cx="73" cy="83"/>
              </a:xfrm>
              <a:custGeom>
                <a:avLst/>
                <a:gdLst>
                  <a:gd name="T0" fmla="*/ 4866 w 29"/>
                  <a:gd name="T1" fmla="*/ 0 h 31"/>
                  <a:gd name="T2" fmla="*/ 6064 w 29"/>
                  <a:gd name="T3" fmla="*/ 4415 h 31"/>
                  <a:gd name="T4" fmla="*/ 2009 w 29"/>
                  <a:gd name="T5" fmla="*/ 10321 h 31"/>
                  <a:gd name="T6" fmla="*/ 0 w 29"/>
                  <a:gd name="T7" fmla="*/ 9612 h 31"/>
                  <a:gd name="T8" fmla="*/ 3048 w 29"/>
                  <a:gd name="T9" fmla="*/ 11398 h 31"/>
                  <a:gd name="T10" fmla="*/ 7383 w 29"/>
                  <a:gd name="T11" fmla="*/ 5491 h 31"/>
                  <a:gd name="T12" fmla="*/ 4866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6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2" name="Oval 3006">
                <a:extLst>
                  <a:ext uri="{FF2B5EF4-FFF2-40B4-BE49-F238E27FC236}">
                    <a16:creationId xmlns:a16="http://schemas.microsoft.com/office/drawing/2014/main" id="{E4146C72-E68B-483E-9A49-F3E4582A4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1773"/>
                <a:ext cx="90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3" name="Oval 3007">
                <a:extLst>
                  <a:ext uri="{FF2B5EF4-FFF2-40B4-BE49-F238E27FC236}">
                    <a16:creationId xmlns:a16="http://schemas.microsoft.com/office/drawing/2014/main" id="{1972F03B-813B-47E1-B782-0B12681E0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1787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4" name="Oval 3008">
                <a:extLst>
                  <a:ext uri="{FF2B5EF4-FFF2-40B4-BE49-F238E27FC236}">
                    <a16:creationId xmlns:a16="http://schemas.microsoft.com/office/drawing/2014/main" id="{572E0F2C-B780-40FF-BA40-0053BB437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1800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5" name="Freeform 3009">
                <a:extLst>
                  <a:ext uri="{FF2B5EF4-FFF2-40B4-BE49-F238E27FC236}">
                    <a16:creationId xmlns:a16="http://schemas.microsoft.com/office/drawing/2014/main" id="{C52B3AA9-C0BD-46B0-B210-B604F5501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1784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6" name="Oval 3010">
                <a:extLst>
                  <a:ext uri="{FF2B5EF4-FFF2-40B4-BE49-F238E27FC236}">
                    <a16:creationId xmlns:a16="http://schemas.microsoft.com/office/drawing/2014/main" id="{743ECDD2-11A6-4B47-8B26-371105FE3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1688"/>
                <a:ext cx="92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7" name="Oval 3011">
                <a:extLst>
                  <a:ext uri="{FF2B5EF4-FFF2-40B4-BE49-F238E27FC236}">
                    <a16:creationId xmlns:a16="http://schemas.microsoft.com/office/drawing/2014/main" id="{694EEA62-5F5E-449C-B97C-296074579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3" y="1701"/>
                <a:ext cx="50" cy="54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8" name="Oval 3012">
                <a:extLst>
                  <a:ext uri="{FF2B5EF4-FFF2-40B4-BE49-F238E27FC236}">
                    <a16:creationId xmlns:a16="http://schemas.microsoft.com/office/drawing/2014/main" id="{5A7B8E4A-142B-4B4F-A6BC-4088F13AB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3" y="1712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9" name="Freeform 3013">
                <a:extLst>
                  <a:ext uri="{FF2B5EF4-FFF2-40B4-BE49-F238E27FC236}">
                    <a16:creationId xmlns:a16="http://schemas.microsoft.com/office/drawing/2014/main" id="{0446FE90-DF12-4C49-BE9F-185B3C9CF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699"/>
                <a:ext cx="70" cy="82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163 h 31"/>
                  <a:gd name="T4" fmla="*/ 1958 w 28"/>
                  <a:gd name="T5" fmla="*/ 9586 h 31"/>
                  <a:gd name="T6" fmla="*/ 0 w 28"/>
                  <a:gd name="T7" fmla="*/ 8570 h 31"/>
                  <a:gd name="T8" fmla="*/ 2938 w 28"/>
                  <a:gd name="T9" fmla="*/ 10620 h 31"/>
                  <a:gd name="T10" fmla="*/ 6845 w 28"/>
                  <a:gd name="T11" fmla="*/ 4793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0" name="Oval 3014">
                <a:extLst>
                  <a:ext uri="{FF2B5EF4-FFF2-40B4-BE49-F238E27FC236}">
                    <a16:creationId xmlns:a16="http://schemas.microsoft.com/office/drawing/2014/main" id="{35C4EC21-2462-4533-9209-607E654E3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603"/>
                <a:ext cx="93" cy="96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1" name="Oval 3015">
                <a:extLst>
                  <a:ext uri="{FF2B5EF4-FFF2-40B4-BE49-F238E27FC236}">
                    <a16:creationId xmlns:a16="http://schemas.microsoft.com/office/drawing/2014/main" id="{222B9DF4-63F0-4B8A-AE94-7707ABF62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0" y="1616"/>
                <a:ext cx="48" cy="51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2" name="Oval 3016">
                <a:extLst>
                  <a:ext uri="{FF2B5EF4-FFF2-40B4-BE49-F238E27FC236}">
                    <a16:creationId xmlns:a16="http://schemas.microsoft.com/office/drawing/2014/main" id="{8358D392-FDCD-4D54-A780-FD22081F7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627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3" name="Freeform 3017">
                <a:extLst>
                  <a:ext uri="{FF2B5EF4-FFF2-40B4-BE49-F238E27FC236}">
                    <a16:creationId xmlns:a16="http://schemas.microsoft.com/office/drawing/2014/main" id="{6A1ECAD0-B18B-474B-A7BC-958453A07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1613"/>
                <a:ext cx="73" cy="80"/>
              </a:xfrm>
              <a:custGeom>
                <a:avLst/>
                <a:gdLst>
                  <a:gd name="T0" fmla="*/ 5057 w 29"/>
                  <a:gd name="T1" fmla="*/ 0 h 30"/>
                  <a:gd name="T2" fmla="*/ 6381 w 29"/>
                  <a:gd name="T3" fmla="*/ 3891 h 30"/>
                  <a:gd name="T4" fmla="*/ 2009 w 29"/>
                  <a:gd name="T5" fmla="*/ 10104 h 30"/>
                  <a:gd name="T6" fmla="*/ 0 w 29"/>
                  <a:gd name="T7" fmla="*/ 9045 h 30"/>
                  <a:gd name="T8" fmla="*/ 3048 w 29"/>
                  <a:gd name="T9" fmla="*/ 10773 h 30"/>
                  <a:gd name="T10" fmla="*/ 7383 w 29"/>
                  <a:gd name="T11" fmla="*/ 5005 h 30"/>
                  <a:gd name="T12" fmla="*/ 5057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8"/>
                      <a:pt x="8" y="30"/>
                      <a:pt x="12" y="30"/>
                    </a:cubicBezTo>
                    <a:cubicBezTo>
                      <a:pt x="21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4" name="Oval 3018">
                <a:extLst>
                  <a:ext uri="{FF2B5EF4-FFF2-40B4-BE49-F238E27FC236}">
                    <a16:creationId xmlns:a16="http://schemas.microsoft.com/office/drawing/2014/main" id="{95A71BA9-A845-43FD-8A8C-A314EB0F3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3" y="1517"/>
                <a:ext cx="90" cy="96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5" name="Oval 3019">
                <a:extLst>
                  <a:ext uri="{FF2B5EF4-FFF2-40B4-BE49-F238E27FC236}">
                    <a16:creationId xmlns:a16="http://schemas.microsoft.com/office/drawing/2014/main" id="{39544C67-E076-4419-882C-4F243D172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1531"/>
                <a:ext cx="50" cy="50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6" name="Oval 3020">
                <a:extLst>
                  <a:ext uri="{FF2B5EF4-FFF2-40B4-BE49-F238E27FC236}">
                    <a16:creationId xmlns:a16="http://schemas.microsoft.com/office/drawing/2014/main" id="{7525DB34-5747-485D-A7ED-989B7C5E9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5" y="154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7" name="Freeform 3021">
                <a:extLst>
                  <a:ext uri="{FF2B5EF4-FFF2-40B4-BE49-F238E27FC236}">
                    <a16:creationId xmlns:a16="http://schemas.microsoft.com/office/drawing/2014/main" id="{8706D27D-A427-4366-B5FF-A8FABD5A2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1528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9707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7"/>
                      <a:pt x="8" y="27"/>
                    </a:cubicBezTo>
                    <a:cubicBezTo>
                      <a:pt x="5" y="27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8" name="Oval 3022">
                <a:extLst>
                  <a:ext uri="{FF2B5EF4-FFF2-40B4-BE49-F238E27FC236}">
                    <a16:creationId xmlns:a16="http://schemas.microsoft.com/office/drawing/2014/main" id="{1612C5A1-4BDD-410C-9158-9A799E71E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1432"/>
                <a:ext cx="92" cy="96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9" name="Oval 3023">
                <a:extLst>
                  <a:ext uri="{FF2B5EF4-FFF2-40B4-BE49-F238E27FC236}">
                    <a16:creationId xmlns:a16="http://schemas.microsoft.com/office/drawing/2014/main" id="{AD7C9C9F-4B8D-4AF1-A2C5-BF4972C4D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1443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0" name="Oval 3024">
                <a:extLst>
                  <a:ext uri="{FF2B5EF4-FFF2-40B4-BE49-F238E27FC236}">
                    <a16:creationId xmlns:a16="http://schemas.microsoft.com/office/drawing/2014/main" id="{4280FAF2-2BF9-4C0E-B281-BF54DEE89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45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1" name="Freeform 3025">
                <a:extLst>
                  <a:ext uri="{FF2B5EF4-FFF2-40B4-BE49-F238E27FC236}">
                    <a16:creationId xmlns:a16="http://schemas.microsoft.com/office/drawing/2014/main" id="{FBA81394-9518-402D-B160-A03EECD04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1440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770 w 28"/>
                  <a:gd name="T5" fmla="*/ 10321 h 31"/>
                  <a:gd name="T6" fmla="*/ 0 w 28"/>
                  <a:gd name="T7" fmla="*/ 9612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7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9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2" name="Oval 3026">
                <a:extLst>
                  <a:ext uri="{FF2B5EF4-FFF2-40B4-BE49-F238E27FC236}">
                    <a16:creationId xmlns:a16="http://schemas.microsoft.com/office/drawing/2014/main" id="{72BA5A5B-F223-455C-A13A-42C70B1C7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859"/>
                <a:ext cx="90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3" name="Oval 3027">
                <a:extLst>
                  <a:ext uri="{FF2B5EF4-FFF2-40B4-BE49-F238E27FC236}">
                    <a16:creationId xmlns:a16="http://schemas.microsoft.com/office/drawing/2014/main" id="{C58682DA-895E-4E11-B933-39D6FBB9C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5" y="1872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4" name="Oval 3028">
                <a:extLst>
                  <a:ext uri="{FF2B5EF4-FFF2-40B4-BE49-F238E27FC236}">
                    <a16:creationId xmlns:a16="http://schemas.microsoft.com/office/drawing/2014/main" id="{2A0B3D21-4A46-44AA-A1B9-E958B11CE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5" y="1885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5" name="Freeform 3029">
                <a:extLst>
                  <a:ext uri="{FF2B5EF4-FFF2-40B4-BE49-F238E27FC236}">
                    <a16:creationId xmlns:a16="http://schemas.microsoft.com/office/drawing/2014/main" id="{2C38EE0D-7AEE-49D0-8B12-574E032F1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1869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612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6" name="Oval 3030">
                <a:extLst>
                  <a:ext uri="{FF2B5EF4-FFF2-40B4-BE49-F238E27FC236}">
                    <a16:creationId xmlns:a16="http://schemas.microsoft.com/office/drawing/2014/main" id="{A45E76D9-8928-4ED9-BC70-372A533B4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5" y="1773"/>
                <a:ext cx="93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7" name="Oval 3031">
                <a:extLst>
                  <a:ext uri="{FF2B5EF4-FFF2-40B4-BE49-F238E27FC236}">
                    <a16:creationId xmlns:a16="http://schemas.microsoft.com/office/drawing/2014/main" id="{964AB5C1-1C1F-4400-B48C-61C463056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0" y="1787"/>
                <a:ext cx="48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8" name="Oval 3032">
                <a:extLst>
                  <a:ext uri="{FF2B5EF4-FFF2-40B4-BE49-F238E27FC236}">
                    <a16:creationId xmlns:a16="http://schemas.microsoft.com/office/drawing/2014/main" id="{3B149AD6-00E0-41C5-A634-84DF4DA48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1800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9" name="Freeform 3033">
                <a:extLst>
                  <a:ext uri="{FF2B5EF4-FFF2-40B4-BE49-F238E27FC236}">
                    <a16:creationId xmlns:a16="http://schemas.microsoft.com/office/drawing/2014/main" id="{D1BF7A15-03BD-4546-ACA1-8D1D87104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1784"/>
                <a:ext cx="73" cy="83"/>
              </a:xfrm>
              <a:custGeom>
                <a:avLst/>
                <a:gdLst>
                  <a:gd name="T0" fmla="*/ 4866 w 29"/>
                  <a:gd name="T1" fmla="*/ 0 h 31"/>
                  <a:gd name="T2" fmla="*/ 6064 w 29"/>
                  <a:gd name="T3" fmla="*/ 4415 h 31"/>
                  <a:gd name="T4" fmla="*/ 2009 w 29"/>
                  <a:gd name="T5" fmla="*/ 10321 h 31"/>
                  <a:gd name="T6" fmla="*/ 0 w 29"/>
                  <a:gd name="T7" fmla="*/ 9189 h 31"/>
                  <a:gd name="T8" fmla="*/ 3048 w 29"/>
                  <a:gd name="T9" fmla="*/ 11398 h 31"/>
                  <a:gd name="T10" fmla="*/ 7383 w 29"/>
                  <a:gd name="T11" fmla="*/ 5491 h 31"/>
                  <a:gd name="T12" fmla="*/ 4866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0" name="Oval 3034">
                <a:extLst>
                  <a:ext uri="{FF2B5EF4-FFF2-40B4-BE49-F238E27FC236}">
                    <a16:creationId xmlns:a16="http://schemas.microsoft.com/office/drawing/2014/main" id="{F50A55AB-775D-4D2D-B571-BB8D1CC54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1688"/>
                <a:ext cx="92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1" name="Oval 3035">
                <a:extLst>
                  <a:ext uri="{FF2B5EF4-FFF2-40B4-BE49-F238E27FC236}">
                    <a16:creationId xmlns:a16="http://schemas.microsoft.com/office/drawing/2014/main" id="{C8DD39D0-0E60-43E5-A2A9-AE3BBC307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3" y="1701"/>
                <a:ext cx="50" cy="54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2" name="Oval 3036">
                <a:extLst>
                  <a:ext uri="{FF2B5EF4-FFF2-40B4-BE49-F238E27FC236}">
                    <a16:creationId xmlns:a16="http://schemas.microsoft.com/office/drawing/2014/main" id="{15FF4741-7B12-4DCA-AD66-65AF57627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1712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3" name="Freeform 3037">
                <a:extLst>
                  <a:ext uri="{FF2B5EF4-FFF2-40B4-BE49-F238E27FC236}">
                    <a16:creationId xmlns:a16="http://schemas.microsoft.com/office/drawing/2014/main" id="{D99A82DF-D8CD-4A2E-8B3F-8C5BE498F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699"/>
                <a:ext cx="72" cy="82"/>
              </a:xfrm>
              <a:custGeom>
                <a:avLst/>
                <a:gdLst>
                  <a:gd name="T0" fmla="*/ 4715 w 29"/>
                  <a:gd name="T1" fmla="*/ 0 h 31"/>
                  <a:gd name="T2" fmla="*/ 5844 w 29"/>
                  <a:gd name="T3" fmla="*/ 4163 h 31"/>
                  <a:gd name="T4" fmla="*/ 1899 w 29"/>
                  <a:gd name="T5" fmla="*/ 9586 h 31"/>
                  <a:gd name="T6" fmla="*/ 0 w 29"/>
                  <a:gd name="T7" fmla="*/ 8570 h 31"/>
                  <a:gd name="T8" fmla="*/ 3002 w 29"/>
                  <a:gd name="T9" fmla="*/ 10620 h 31"/>
                  <a:gd name="T10" fmla="*/ 6793 w 29"/>
                  <a:gd name="T11" fmla="*/ 4793 h 31"/>
                  <a:gd name="T12" fmla="*/ 4715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0" y="0"/>
                    </a:moveTo>
                    <a:cubicBezTo>
                      <a:pt x="24" y="5"/>
                      <a:pt x="25" y="8"/>
                      <a:pt x="25" y="12"/>
                    </a:cubicBezTo>
                    <a:cubicBezTo>
                      <a:pt x="25" y="23"/>
                      <a:pt x="17" y="28"/>
                      <a:pt x="8" y="28"/>
                    </a:cubicBezTo>
                    <a:cubicBezTo>
                      <a:pt x="6" y="28"/>
                      <a:pt x="3" y="26"/>
                      <a:pt x="0" y="25"/>
                    </a:cubicBezTo>
                    <a:cubicBezTo>
                      <a:pt x="3" y="28"/>
                      <a:pt x="8" y="31"/>
                      <a:pt x="13" y="31"/>
                    </a:cubicBezTo>
                    <a:cubicBezTo>
                      <a:pt x="22" y="31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4" name="Oval 3038">
                <a:extLst>
                  <a:ext uri="{FF2B5EF4-FFF2-40B4-BE49-F238E27FC236}">
                    <a16:creationId xmlns:a16="http://schemas.microsoft.com/office/drawing/2014/main" id="{087F465A-5A00-4D3B-91F9-B3A8E3F20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1603"/>
                <a:ext cx="90" cy="96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5" name="Oval 3039">
                <a:extLst>
                  <a:ext uri="{FF2B5EF4-FFF2-40B4-BE49-F238E27FC236}">
                    <a16:creationId xmlns:a16="http://schemas.microsoft.com/office/drawing/2014/main" id="{8F41D645-2B7D-43D3-89C7-C7E07BE7D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5" y="1616"/>
                <a:ext cx="50" cy="51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6" name="Oval 3040">
                <a:extLst>
                  <a:ext uri="{FF2B5EF4-FFF2-40B4-BE49-F238E27FC236}">
                    <a16:creationId xmlns:a16="http://schemas.microsoft.com/office/drawing/2014/main" id="{641BE5DD-446E-4561-94CB-F5F8822DE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5" y="1627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7" name="Freeform 3041">
                <a:extLst>
                  <a:ext uri="{FF2B5EF4-FFF2-40B4-BE49-F238E27FC236}">
                    <a16:creationId xmlns:a16="http://schemas.microsoft.com/office/drawing/2014/main" id="{1C7814CC-B55D-46F7-8354-F4628C2DE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613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10104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8" name="Oval 3042">
                <a:extLst>
                  <a:ext uri="{FF2B5EF4-FFF2-40B4-BE49-F238E27FC236}">
                    <a16:creationId xmlns:a16="http://schemas.microsoft.com/office/drawing/2014/main" id="{5DC6A9A4-A684-4B0F-BA67-5ABE18F41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517"/>
                <a:ext cx="93" cy="96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9" name="Oval 3043">
                <a:extLst>
                  <a:ext uri="{FF2B5EF4-FFF2-40B4-BE49-F238E27FC236}">
                    <a16:creationId xmlns:a16="http://schemas.microsoft.com/office/drawing/2014/main" id="{E9833A68-E18F-4293-8367-F248B02D6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1531"/>
                <a:ext cx="48" cy="50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0" name="Oval 3044">
                <a:extLst>
                  <a:ext uri="{FF2B5EF4-FFF2-40B4-BE49-F238E27FC236}">
                    <a16:creationId xmlns:a16="http://schemas.microsoft.com/office/drawing/2014/main" id="{532CE4DF-85F9-4D19-B860-8FBDEEEEB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0" y="1541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1" name="Freeform 3045">
                <a:extLst>
                  <a:ext uri="{FF2B5EF4-FFF2-40B4-BE49-F238E27FC236}">
                    <a16:creationId xmlns:a16="http://schemas.microsoft.com/office/drawing/2014/main" id="{0C7A48CA-E1E8-48E6-85E9-376BA8454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528"/>
                <a:ext cx="73" cy="80"/>
              </a:xfrm>
              <a:custGeom>
                <a:avLst/>
                <a:gdLst>
                  <a:gd name="T0" fmla="*/ 5057 w 29"/>
                  <a:gd name="T1" fmla="*/ 0 h 30"/>
                  <a:gd name="T2" fmla="*/ 6381 w 29"/>
                  <a:gd name="T3" fmla="*/ 3891 h 30"/>
                  <a:gd name="T4" fmla="*/ 2009 w 29"/>
                  <a:gd name="T5" fmla="*/ 9707 h 30"/>
                  <a:gd name="T6" fmla="*/ 0 w 29"/>
                  <a:gd name="T7" fmla="*/ 9045 h 30"/>
                  <a:gd name="T8" fmla="*/ 3048 w 29"/>
                  <a:gd name="T9" fmla="*/ 10773 h 30"/>
                  <a:gd name="T10" fmla="*/ 7383 w 29"/>
                  <a:gd name="T11" fmla="*/ 5005 h 30"/>
                  <a:gd name="T12" fmla="*/ 5057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7"/>
                      <a:pt x="8" y="27"/>
                    </a:cubicBezTo>
                    <a:cubicBezTo>
                      <a:pt x="6" y="27"/>
                      <a:pt x="2" y="26"/>
                      <a:pt x="0" y="25"/>
                    </a:cubicBezTo>
                    <a:cubicBezTo>
                      <a:pt x="3" y="28"/>
                      <a:pt x="8" y="30"/>
                      <a:pt x="12" y="30"/>
                    </a:cubicBezTo>
                    <a:cubicBezTo>
                      <a:pt x="21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2" name="Oval 3046">
                <a:extLst>
                  <a:ext uri="{FF2B5EF4-FFF2-40B4-BE49-F238E27FC236}">
                    <a16:creationId xmlns:a16="http://schemas.microsoft.com/office/drawing/2014/main" id="{9D291C31-52C8-4456-AC93-EECCA52D5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2459"/>
                <a:ext cx="92" cy="98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3" name="Oval 3047">
                <a:extLst>
                  <a:ext uri="{FF2B5EF4-FFF2-40B4-BE49-F238E27FC236}">
                    <a16:creationId xmlns:a16="http://schemas.microsoft.com/office/drawing/2014/main" id="{FEBD60BD-C917-4FD7-87CF-375498CD1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2472"/>
                <a:ext cx="48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4" name="Oval 3048">
                <a:extLst>
                  <a:ext uri="{FF2B5EF4-FFF2-40B4-BE49-F238E27FC236}">
                    <a16:creationId xmlns:a16="http://schemas.microsoft.com/office/drawing/2014/main" id="{D91DA314-6B62-49C5-8121-BD039C6F9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5" y="248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5" name="Freeform 3049">
                <a:extLst>
                  <a:ext uri="{FF2B5EF4-FFF2-40B4-BE49-F238E27FC236}">
                    <a16:creationId xmlns:a16="http://schemas.microsoft.com/office/drawing/2014/main" id="{7824F162-D4E9-4EDA-9574-E1457BD98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469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612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6" name="Oval 3050">
                <a:extLst>
                  <a:ext uri="{FF2B5EF4-FFF2-40B4-BE49-F238E27FC236}">
                    <a16:creationId xmlns:a16="http://schemas.microsoft.com/office/drawing/2014/main" id="{E1F5AD68-FEB1-4992-B7B9-CA5132996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2285"/>
                <a:ext cx="90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7" name="Freeform 3051">
                <a:extLst>
                  <a:ext uri="{FF2B5EF4-FFF2-40B4-BE49-F238E27FC236}">
                    <a16:creationId xmlns:a16="http://schemas.microsoft.com/office/drawing/2014/main" id="{5930D922-5807-44F2-9056-68FE09C63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296"/>
                <a:ext cx="72" cy="83"/>
              </a:xfrm>
              <a:custGeom>
                <a:avLst/>
                <a:gdLst>
                  <a:gd name="T0" fmla="*/ 4439 w 29"/>
                  <a:gd name="T1" fmla="*/ 0 h 31"/>
                  <a:gd name="T2" fmla="*/ 5666 w 29"/>
                  <a:gd name="T3" fmla="*/ 4415 h 31"/>
                  <a:gd name="T4" fmla="*/ 1899 w 29"/>
                  <a:gd name="T5" fmla="*/ 10321 h 31"/>
                  <a:gd name="T6" fmla="*/ 0 w 29"/>
                  <a:gd name="T7" fmla="*/ 9612 h 31"/>
                  <a:gd name="T8" fmla="*/ 2818 w 29"/>
                  <a:gd name="T9" fmla="*/ 11398 h 31"/>
                  <a:gd name="T10" fmla="*/ 6793 w 29"/>
                  <a:gd name="T11" fmla="*/ 5491 h 31"/>
                  <a:gd name="T12" fmla="*/ 4439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6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9" y="24"/>
                      <a:pt x="29" y="15"/>
                    </a:cubicBezTo>
                    <a:cubicBezTo>
                      <a:pt x="29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8" name="Oval 3052">
                <a:extLst>
                  <a:ext uri="{FF2B5EF4-FFF2-40B4-BE49-F238E27FC236}">
                    <a16:creationId xmlns:a16="http://schemas.microsoft.com/office/drawing/2014/main" id="{48A9789A-7880-45E4-8330-5769481D0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5" y="2299"/>
                <a:ext cx="50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9" name="Oval 3053">
                <a:extLst>
                  <a:ext uri="{FF2B5EF4-FFF2-40B4-BE49-F238E27FC236}">
                    <a16:creationId xmlns:a16="http://schemas.microsoft.com/office/drawing/2014/main" id="{BF66F44B-DA2F-4F65-A69D-CA3EEFFB4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5" y="2312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0" name="Oval 3054">
                <a:extLst>
                  <a:ext uri="{FF2B5EF4-FFF2-40B4-BE49-F238E27FC236}">
                    <a16:creationId xmlns:a16="http://schemas.microsoft.com/office/drawing/2014/main" id="{E5E0EA9C-0B39-4E4C-A179-2F0766F90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285"/>
                <a:ext cx="90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1" name="Oval 3055">
                <a:extLst>
                  <a:ext uri="{FF2B5EF4-FFF2-40B4-BE49-F238E27FC236}">
                    <a16:creationId xmlns:a16="http://schemas.microsoft.com/office/drawing/2014/main" id="{03385E81-86AD-493F-A0DE-61D9B6426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0" y="2299"/>
                <a:ext cx="48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2" name="Oval 3056">
                <a:extLst>
                  <a:ext uri="{FF2B5EF4-FFF2-40B4-BE49-F238E27FC236}">
                    <a16:creationId xmlns:a16="http://schemas.microsoft.com/office/drawing/2014/main" id="{694D0238-C683-4C59-B2BF-4210804E7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231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3" name="Freeform 3057">
                <a:extLst>
                  <a:ext uri="{FF2B5EF4-FFF2-40B4-BE49-F238E27FC236}">
                    <a16:creationId xmlns:a16="http://schemas.microsoft.com/office/drawing/2014/main" id="{A77920EF-5F9A-41C1-8159-8FE8BEE60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296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612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8"/>
                      <a:pt x="25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4" name="Oval 3058">
                <a:extLst>
                  <a:ext uri="{FF2B5EF4-FFF2-40B4-BE49-F238E27FC236}">
                    <a16:creationId xmlns:a16="http://schemas.microsoft.com/office/drawing/2014/main" id="{E99435C5-662D-4151-A05A-B2D3ED283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376"/>
                <a:ext cx="92" cy="96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5" name="Oval 3059">
                <a:extLst>
                  <a:ext uri="{FF2B5EF4-FFF2-40B4-BE49-F238E27FC236}">
                    <a16:creationId xmlns:a16="http://schemas.microsoft.com/office/drawing/2014/main" id="{C6C2700E-9F47-4E5C-8711-9D9245FE5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8" y="2389"/>
                <a:ext cx="50" cy="51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6" name="Oval 3060">
                <a:extLst>
                  <a:ext uri="{FF2B5EF4-FFF2-40B4-BE49-F238E27FC236}">
                    <a16:creationId xmlns:a16="http://schemas.microsoft.com/office/drawing/2014/main" id="{2D3CBB24-A51C-45B0-A1F2-662BC2F0D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2400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7" name="Freeform 3061">
                <a:extLst>
                  <a:ext uri="{FF2B5EF4-FFF2-40B4-BE49-F238E27FC236}">
                    <a16:creationId xmlns:a16="http://schemas.microsoft.com/office/drawing/2014/main" id="{C80C8303-F625-4526-9E65-2FF9A3461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387"/>
                <a:ext cx="72" cy="80"/>
              </a:xfrm>
              <a:custGeom>
                <a:avLst/>
                <a:gdLst>
                  <a:gd name="T0" fmla="*/ 4715 w 29"/>
                  <a:gd name="T1" fmla="*/ 0 h 30"/>
                  <a:gd name="T2" fmla="*/ 5844 w 29"/>
                  <a:gd name="T3" fmla="*/ 3891 h 30"/>
                  <a:gd name="T4" fmla="*/ 1899 w 29"/>
                  <a:gd name="T5" fmla="*/ 10104 h 30"/>
                  <a:gd name="T6" fmla="*/ 0 w 29"/>
                  <a:gd name="T7" fmla="*/ 9045 h 30"/>
                  <a:gd name="T8" fmla="*/ 3002 w 29"/>
                  <a:gd name="T9" fmla="*/ 10773 h 30"/>
                  <a:gd name="T10" fmla="*/ 6793 w 29"/>
                  <a:gd name="T11" fmla="*/ 5005 h 30"/>
                  <a:gd name="T12" fmla="*/ 4715 w 2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0" y="0"/>
                    </a:moveTo>
                    <a:cubicBezTo>
                      <a:pt x="24" y="5"/>
                      <a:pt x="25" y="7"/>
                      <a:pt x="25" y="11"/>
                    </a:cubicBezTo>
                    <a:cubicBezTo>
                      <a:pt x="25" y="22"/>
                      <a:pt x="17" y="28"/>
                      <a:pt x="8" y="28"/>
                    </a:cubicBezTo>
                    <a:cubicBezTo>
                      <a:pt x="6" y="28"/>
                      <a:pt x="3" y="26"/>
                      <a:pt x="0" y="25"/>
                    </a:cubicBezTo>
                    <a:cubicBezTo>
                      <a:pt x="3" y="28"/>
                      <a:pt x="8" y="30"/>
                      <a:pt x="13" y="30"/>
                    </a:cubicBezTo>
                    <a:cubicBezTo>
                      <a:pt x="21" y="30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20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8" name="Oval 3062">
                <a:extLst>
                  <a:ext uri="{FF2B5EF4-FFF2-40B4-BE49-F238E27FC236}">
                    <a16:creationId xmlns:a16="http://schemas.microsoft.com/office/drawing/2014/main" id="{3E7D9EE4-7278-4868-A563-B0AFFDB9F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3" y="2376"/>
                <a:ext cx="92" cy="96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9" name="Oval 3063">
                <a:extLst>
                  <a:ext uri="{FF2B5EF4-FFF2-40B4-BE49-F238E27FC236}">
                    <a16:creationId xmlns:a16="http://schemas.microsoft.com/office/drawing/2014/main" id="{FC6F5DA8-D0FA-4102-8F4B-5DF7306A6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0" y="2389"/>
                <a:ext cx="48" cy="51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0" name="Oval 3064">
                <a:extLst>
                  <a:ext uri="{FF2B5EF4-FFF2-40B4-BE49-F238E27FC236}">
                    <a16:creationId xmlns:a16="http://schemas.microsoft.com/office/drawing/2014/main" id="{FF93F6FE-D939-40D3-9B8E-BAE4CCAB7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2400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1" name="Freeform 3065">
                <a:extLst>
                  <a:ext uri="{FF2B5EF4-FFF2-40B4-BE49-F238E27FC236}">
                    <a16:creationId xmlns:a16="http://schemas.microsoft.com/office/drawing/2014/main" id="{B5FC6916-0635-40C5-84C6-DBA3E8B97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387"/>
                <a:ext cx="70" cy="80"/>
              </a:xfrm>
              <a:custGeom>
                <a:avLst/>
                <a:gdLst>
                  <a:gd name="T0" fmla="*/ 4688 w 28"/>
                  <a:gd name="T1" fmla="*/ 0 h 30"/>
                  <a:gd name="T2" fmla="*/ 5863 w 28"/>
                  <a:gd name="T3" fmla="*/ 3891 h 30"/>
                  <a:gd name="T4" fmla="*/ 1958 w 28"/>
                  <a:gd name="T5" fmla="*/ 10104 h 30"/>
                  <a:gd name="T6" fmla="*/ 0 w 28"/>
                  <a:gd name="T7" fmla="*/ 9045 h 30"/>
                  <a:gd name="T8" fmla="*/ 2938 w 28"/>
                  <a:gd name="T9" fmla="*/ 10773 h 30"/>
                  <a:gd name="T10" fmla="*/ 6845 w 28"/>
                  <a:gd name="T11" fmla="*/ 5005 h 30"/>
                  <a:gd name="T12" fmla="*/ 4688 w 28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19" y="0"/>
                    </a:moveTo>
                    <a:cubicBezTo>
                      <a:pt x="24" y="5"/>
                      <a:pt x="24" y="7"/>
                      <a:pt x="24" y="11"/>
                    </a:cubicBezTo>
                    <a:cubicBezTo>
                      <a:pt x="24" y="22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0"/>
                      <a:pt x="12" y="30"/>
                    </a:cubicBezTo>
                    <a:cubicBezTo>
                      <a:pt x="21" y="30"/>
                      <a:pt x="28" y="23"/>
                      <a:pt x="28" y="14"/>
                    </a:cubicBezTo>
                    <a:cubicBezTo>
                      <a:pt x="28" y="8"/>
                      <a:pt x="24" y="2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2" name="Oval 3066">
                <a:extLst>
                  <a:ext uri="{FF2B5EF4-FFF2-40B4-BE49-F238E27FC236}">
                    <a16:creationId xmlns:a16="http://schemas.microsoft.com/office/drawing/2014/main" id="{D4E866EC-FD6B-4631-A460-A61FECD16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2200"/>
                <a:ext cx="93" cy="96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3" name="Oval 3067">
                <a:extLst>
                  <a:ext uri="{FF2B5EF4-FFF2-40B4-BE49-F238E27FC236}">
                    <a16:creationId xmlns:a16="http://schemas.microsoft.com/office/drawing/2014/main" id="{746E8841-DA9E-4299-B789-C2CD0D650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211"/>
                <a:ext cx="50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4" name="Oval 3068">
                <a:extLst>
                  <a:ext uri="{FF2B5EF4-FFF2-40B4-BE49-F238E27FC236}">
                    <a16:creationId xmlns:a16="http://schemas.microsoft.com/office/drawing/2014/main" id="{D87F3C27-D538-4EBF-94E7-3BADB2920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2224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5" name="Freeform 3069">
                <a:extLst>
                  <a:ext uri="{FF2B5EF4-FFF2-40B4-BE49-F238E27FC236}">
                    <a16:creationId xmlns:a16="http://schemas.microsoft.com/office/drawing/2014/main" id="{03C320A9-771D-4DED-91D5-BA63A1EA9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208"/>
                <a:ext cx="73" cy="83"/>
              </a:xfrm>
              <a:custGeom>
                <a:avLst/>
                <a:gdLst>
                  <a:gd name="T0" fmla="*/ 5057 w 29"/>
                  <a:gd name="T1" fmla="*/ 0 h 31"/>
                  <a:gd name="T2" fmla="*/ 6381 w 29"/>
                  <a:gd name="T3" fmla="*/ 4415 h 31"/>
                  <a:gd name="T4" fmla="*/ 2009 w 29"/>
                  <a:gd name="T5" fmla="*/ 10321 h 31"/>
                  <a:gd name="T6" fmla="*/ 0 w 29"/>
                  <a:gd name="T7" fmla="*/ 9612 h 31"/>
                  <a:gd name="T8" fmla="*/ 3333 w 29"/>
                  <a:gd name="T9" fmla="*/ 11398 h 31"/>
                  <a:gd name="T10" fmla="*/ 7383 w 29"/>
                  <a:gd name="T11" fmla="*/ 5491 h 31"/>
                  <a:gd name="T12" fmla="*/ 5057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0" y="0"/>
                    </a:moveTo>
                    <a:cubicBezTo>
                      <a:pt x="24" y="6"/>
                      <a:pt x="25" y="8"/>
                      <a:pt x="25" y="12"/>
                    </a:cubicBezTo>
                    <a:cubicBezTo>
                      <a:pt x="25" y="23"/>
                      <a:pt x="17" y="28"/>
                      <a:pt x="8" y="28"/>
                    </a:cubicBezTo>
                    <a:cubicBezTo>
                      <a:pt x="6" y="28"/>
                      <a:pt x="3" y="27"/>
                      <a:pt x="0" y="26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2" y="31"/>
                      <a:pt x="29" y="24"/>
                      <a:pt x="29" y="15"/>
                    </a:cubicBezTo>
                    <a:cubicBezTo>
                      <a:pt x="29" y="9"/>
                      <a:pt x="25" y="3"/>
                      <a:pt x="20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6" name="Oval 3070">
                <a:extLst>
                  <a:ext uri="{FF2B5EF4-FFF2-40B4-BE49-F238E27FC236}">
                    <a16:creationId xmlns:a16="http://schemas.microsoft.com/office/drawing/2014/main" id="{2F837E53-63E9-4587-9A02-ECAF2ED43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0" y="2200"/>
                <a:ext cx="93" cy="96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7" name="Oval 3071">
                <a:extLst>
                  <a:ext uri="{FF2B5EF4-FFF2-40B4-BE49-F238E27FC236}">
                    <a16:creationId xmlns:a16="http://schemas.microsoft.com/office/drawing/2014/main" id="{216390D3-2CD5-4F2B-9ECB-424C48C57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5" y="2211"/>
                <a:ext cx="50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8" name="Oval 3072">
                <a:extLst>
                  <a:ext uri="{FF2B5EF4-FFF2-40B4-BE49-F238E27FC236}">
                    <a16:creationId xmlns:a16="http://schemas.microsoft.com/office/drawing/2014/main" id="{14053688-7E6D-402A-B858-6107157EB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2224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9" name="Freeform 3073">
                <a:extLst>
                  <a:ext uri="{FF2B5EF4-FFF2-40B4-BE49-F238E27FC236}">
                    <a16:creationId xmlns:a16="http://schemas.microsoft.com/office/drawing/2014/main" id="{04A38550-9A61-4AA0-8C46-7AD43C8F2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208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770 w 28"/>
                  <a:gd name="T5" fmla="*/ 10321 h 31"/>
                  <a:gd name="T6" fmla="*/ 0 w 28"/>
                  <a:gd name="T7" fmla="*/ 9612 h 31"/>
                  <a:gd name="T8" fmla="*/ 2938 w 28"/>
                  <a:gd name="T9" fmla="*/ 11398 h 31"/>
                  <a:gd name="T10" fmla="*/ 6845 w 28"/>
                  <a:gd name="T11" fmla="*/ 5491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6"/>
                      <a:pt x="24" y="8"/>
                      <a:pt x="24" y="12"/>
                    </a:cubicBezTo>
                    <a:cubicBezTo>
                      <a:pt x="24" y="23"/>
                      <a:pt x="16" y="28"/>
                      <a:pt x="7" y="28"/>
                    </a:cubicBezTo>
                    <a:cubicBezTo>
                      <a:pt x="5" y="28"/>
                      <a:pt x="2" y="27"/>
                      <a:pt x="0" y="26"/>
                    </a:cubicBezTo>
                    <a:cubicBezTo>
                      <a:pt x="3" y="29"/>
                      <a:pt x="7" y="31"/>
                      <a:pt x="12" y="31"/>
                    </a:cubicBezTo>
                    <a:cubicBezTo>
                      <a:pt x="21" y="31"/>
                      <a:pt x="28" y="24"/>
                      <a:pt x="28" y="15"/>
                    </a:cubicBezTo>
                    <a:cubicBezTo>
                      <a:pt x="28" y="9"/>
                      <a:pt x="24" y="3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0" name="Oval 3074">
                <a:extLst>
                  <a:ext uri="{FF2B5EF4-FFF2-40B4-BE49-F238E27FC236}">
                    <a16:creationId xmlns:a16="http://schemas.microsoft.com/office/drawing/2014/main" id="{3AD0803E-652B-445B-A298-3DF70169D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109"/>
                <a:ext cx="90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1" name="Oval 3075">
                <a:extLst>
                  <a:ext uri="{FF2B5EF4-FFF2-40B4-BE49-F238E27FC236}">
                    <a16:creationId xmlns:a16="http://schemas.microsoft.com/office/drawing/2014/main" id="{4F2A0BAF-3BA3-4D51-9691-403E3706D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2123"/>
                <a:ext cx="47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2" name="Oval 3076">
                <a:extLst>
                  <a:ext uri="{FF2B5EF4-FFF2-40B4-BE49-F238E27FC236}">
                    <a16:creationId xmlns:a16="http://schemas.microsoft.com/office/drawing/2014/main" id="{129BC324-EBCF-4A8E-AC1B-8179C9593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2133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3" name="Freeform 3077">
                <a:extLst>
                  <a:ext uri="{FF2B5EF4-FFF2-40B4-BE49-F238E27FC236}">
                    <a16:creationId xmlns:a16="http://schemas.microsoft.com/office/drawing/2014/main" id="{0F2C6D61-3102-44A8-8625-8E7DD1415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120"/>
                <a:ext cx="70" cy="83"/>
              </a:xfrm>
              <a:custGeom>
                <a:avLst/>
                <a:gdLst>
                  <a:gd name="T0" fmla="*/ 4688 w 28"/>
                  <a:gd name="T1" fmla="*/ 0 h 31"/>
                  <a:gd name="T2" fmla="*/ 5863 w 28"/>
                  <a:gd name="T3" fmla="*/ 4415 h 31"/>
                  <a:gd name="T4" fmla="*/ 1958 w 28"/>
                  <a:gd name="T5" fmla="*/ 10321 h 31"/>
                  <a:gd name="T6" fmla="*/ 0 w 28"/>
                  <a:gd name="T7" fmla="*/ 9189 h 31"/>
                  <a:gd name="T8" fmla="*/ 2938 w 28"/>
                  <a:gd name="T9" fmla="*/ 11398 h 31"/>
                  <a:gd name="T10" fmla="*/ 6845 w 28"/>
                  <a:gd name="T11" fmla="*/ 5090 h 31"/>
                  <a:gd name="T12" fmla="*/ 4688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9" y="0"/>
                    </a:moveTo>
                    <a:cubicBezTo>
                      <a:pt x="24" y="5"/>
                      <a:pt x="24" y="7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5" y="28"/>
                      <a:pt x="2" y="26"/>
                      <a:pt x="0" y="25"/>
                    </a:cubicBezTo>
                    <a:cubicBezTo>
                      <a:pt x="3" y="28"/>
                      <a:pt x="7" y="31"/>
                      <a:pt x="12" y="31"/>
                    </a:cubicBezTo>
                    <a:cubicBezTo>
                      <a:pt x="21" y="31"/>
                      <a:pt x="28" y="23"/>
                      <a:pt x="28" y="14"/>
                    </a:cubicBezTo>
                    <a:cubicBezTo>
                      <a:pt x="28" y="8"/>
                      <a:pt x="25" y="2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4" name="Oval 3078">
                <a:extLst>
                  <a:ext uri="{FF2B5EF4-FFF2-40B4-BE49-F238E27FC236}">
                    <a16:creationId xmlns:a16="http://schemas.microsoft.com/office/drawing/2014/main" id="{180EEE0A-A9E0-4149-9515-BD87DA334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1944"/>
                <a:ext cx="90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5" name="Freeform 3079">
                <a:extLst>
                  <a:ext uri="{FF2B5EF4-FFF2-40B4-BE49-F238E27FC236}">
                    <a16:creationId xmlns:a16="http://schemas.microsoft.com/office/drawing/2014/main" id="{BC5F1CF6-EC41-47ED-8110-955387D3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963"/>
                <a:ext cx="75" cy="74"/>
              </a:xfrm>
              <a:custGeom>
                <a:avLst/>
                <a:gdLst>
                  <a:gd name="T0" fmla="*/ 0 w 30"/>
                  <a:gd name="T1" fmla="*/ 6441 h 28"/>
                  <a:gd name="T2" fmla="*/ 2738 w 30"/>
                  <a:gd name="T3" fmla="*/ 8145 h 28"/>
                  <a:gd name="T4" fmla="*/ 6645 w 30"/>
                  <a:gd name="T5" fmla="*/ 2730 h 28"/>
                  <a:gd name="T6" fmla="*/ 6175 w 30"/>
                  <a:gd name="T7" fmla="*/ 0 h 28"/>
                  <a:gd name="T8" fmla="*/ 7345 w 30"/>
                  <a:gd name="T9" fmla="*/ 4157 h 28"/>
                  <a:gd name="T10" fmla="*/ 3438 w 30"/>
                  <a:gd name="T11" fmla="*/ 9562 h 28"/>
                  <a:gd name="T12" fmla="*/ 0 w 30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6" name="Oval 3080">
                <a:extLst>
                  <a:ext uri="{FF2B5EF4-FFF2-40B4-BE49-F238E27FC236}">
                    <a16:creationId xmlns:a16="http://schemas.microsoft.com/office/drawing/2014/main" id="{133959AB-D5EA-4678-8D79-2B46E5194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1960"/>
                <a:ext cx="48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7" name="Oval 3081">
                <a:extLst>
                  <a:ext uri="{FF2B5EF4-FFF2-40B4-BE49-F238E27FC236}">
                    <a16:creationId xmlns:a16="http://schemas.microsoft.com/office/drawing/2014/main" id="{760A39AF-3BDA-4913-A1AB-111852042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0" y="1971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8" name="Oval 3082">
                <a:extLst>
                  <a:ext uri="{FF2B5EF4-FFF2-40B4-BE49-F238E27FC236}">
                    <a16:creationId xmlns:a16="http://schemas.microsoft.com/office/drawing/2014/main" id="{03627619-3474-4B01-9EEB-95E88E8F3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0" y="1944"/>
                <a:ext cx="93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9" name="Oval 3083">
                <a:extLst>
                  <a:ext uri="{FF2B5EF4-FFF2-40B4-BE49-F238E27FC236}">
                    <a16:creationId xmlns:a16="http://schemas.microsoft.com/office/drawing/2014/main" id="{C08E7960-E7C0-45A6-B2EC-9133FDBEC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3" y="1960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0" name="Oval 3084">
                <a:extLst>
                  <a:ext uri="{FF2B5EF4-FFF2-40B4-BE49-F238E27FC236}">
                    <a16:creationId xmlns:a16="http://schemas.microsoft.com/office/drawing/2014/main" id="{2D4AEB1B-7B7F-47F0-AE0E-62425CE94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3" y="197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1" name="Freeform 3085">
                <a:extLst>
                  <a:ext uri="{FF2B5EF4-FFF2-40B4-BE49-F238E27FC236}">
                    <a16:creationId xmlns:a16="http://schemas.microsoft.com/office/drawing/2014/main" id="{29A9C9CF-159A-4021-8285-68F63F956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1963"/>
                <a:ext cx="78" cy="74"/>
              </a:xfrm>
              <a:custGeom>
                <a:avLst/>
                <a:gdLst>
                  <a:gd name="T0" fmla="*/ 0 w 31"/>
                  <a:gd name="T1" fmla="*/ 6441 h 28"/>
                  <a:gd name="T2" fmla="*/ 3014 w 31"/>
                  <a:gd name="T3" fmla="*/ 8145 h 28"/>
                  <a:gd name="T4" fmla="*/ 7058 w 31"/>
                  <a:gd name="T5" fmla="*/ 2730 h 28"/>
                  <a:gd name="T6" fmla="*/ 6368 w 31"/>
                  <a:gd name="T7" fmla="*/ 0 h 28"/>
                  <a:gd name="T8" fmla="*/ 7850 w 31"/>
                  <a:gd name="T9" fmla="*/ 4157 h 28"/>
                  <a:gd name="T10" fmla="*/ 3855 w 31"/>
                  <a:gd name="T11" fmla="*/ 9562 h 28"/>
                  <a:gd name="T12" fmla="*/ 0 w 31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2" name="Oval 3086">
                <a:extLst>
                  <a:ext uri="{FF2B5EF4-FFF2-40B4-BE49-F238E27FC236}">
                    <a16:creationId xmlns:a16="http://schemas.microsoft.com/office/drawing/2014/main" id="{B062D6FB-8D40-4721-94CA-7B75B8222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5" y="1944"/>
                <a:ext cx="90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3" name="Oval 3087">
                <a:extLst>
                  <a:ext uri="{FF2B5EF4-FFF2-40B4-BE49-F238E27FC236}">
                    <a16:creationId xmlns:a16="http://schemas.microsoft.com/office/drawing/2014/main" id="{6AD98B97-F5BE-411F-BB93-D059E7DBB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960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4" name="Oval 3088">
                <a:extLst>
                  <a:ext uri="{FF2B5EF4-FFF2-40B4-BE49-F238E27FC236}">
                    <a16:creationId xmlns:a16="http://schemas.microsoft.com/office/drawing/2014/main" id="{71E3D079-314B-4BBA-8DFA-D598A3321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1971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5" name="Freeform 3089">
                <a:extLst>
                  <a:ext uri="{FF2B5EF4-FFF2-40B4-BE49-F238E27FC236}">
                    <a16:creationId xmlns:a16="http://schemas.microsoft.com/office/drawing/2014/main" id="{42A6222A-D047-4615-A528-5FCEB025B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1963"/>
                <a:ext cx="77" cy="74"/>
              </a:xfrm>
              <a:custGeom>
                <a:avLst/>
                <a:gdLst>
                  <a:gd name="T0" fmla="*/ 0 w 31"/>
                  <a:gd name="T1" fmla="*/ 6441 h 28"/>
                  <a:gd name="T2" fmla="*/ 2851 w 31"/>
                  <a:gd name="T3" fmla="*/ 8145 h 28"/>
                  <a:gd name="T4" fmla="*/ 6620 w 31"/>
                  <a:gd name="T5" fmla="*/ 2730 h 28"/>
                  <a:gd name="T6" fmla="*/ 6133 w 31"/>
                  <a:gd name="T7" fmla="*/ 0 h 28"/>
                  <a:gd name="T8" fmla="*/ 7263 w 31"/>
                  <a:gd name="T9" fmla="*/ 4157 h 28"/>
                  <a:gd name="T10" fmla="*/ 3510 w 31"/>
                  <a:gd name="T11" fmla="*/ 9562 h 28"/>
                  <a:gd name="T12" fmla="*/ 0 w 31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6" name="Oval 3090">
                <a:extLst>
                  <a:ext uri="{FF2B5EF4-FFF2-40B4-BE49-F238E27FC236}">
                    <a16:creationId xmlns:a16="http://schemas.microsoft.com/office/drawing/2014/main" id="{FF8C0D88-79EE-4681-BD7C-3611A08A6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1944"/>
                <a:ext cx="93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7" name="Oval 3091">
                <a:extLst>
                  <a:ext uri="{FF2B5EF4-FFF2-40B4-BE49-F238E27FC236}">
                    <a16:creationId xmlns:a16="http://schemas.microsoft.com/office/drawing/2014/main" id="{2BBA2B27-B34C-4B5C-A8A6-BBABCBB49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1960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8" name="Oval 3092">
                <a:extLst>
                  <a:ext uri="{FF2B5EF4-FFF2-40B4-BE49-F238E27FC236}">
                    <a16:creationId xmlns:a16="http://schemas.microsoft.com/office/drawing/2014/main" id="{9125C1BF-F8E2-4C08-960C-96B93EBBA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197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9" name="Freeform 3093">
                <a:extLst>
                  <a:ext uri="{FF2B5EF4-FFF2-40B4-BE49-F238E27FC236}">
                    <a16:creationId xmlns:a16="http://schemas.microsoft.com/office/drawing/2014/main" id="{16643AEF-8737-4FFB-874F-0D072C39A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63"/>
                <a:ext cx="78" cy="74"/>
              </a:xfrm>
              <a:custGeom>
                <a:avLst/>
                <a:gdLst>
                  <a:gd name="T0" fmla="*/ 0 w 31"/>
                  <a:gd name="T1" fmla="*/ 6441 h 28"/>
                  <a:gd name="T2" fmla="*/ 3014 w 31"/>
                  <a:gd name="T3" fmla="*/ 8145 h 28"/>
                  <a:gd name="T4" fmla="*/ 7058 w 31"/>
                  <a:gd name="T5" fmla="*/ 2730 h 28"/>
                  <a:gd name="T6" fmla="*/ 6368 w 31"/>
                  <a:gd name="T7" fmla="*/ 0 h 28"/>
                  <a:gd name="T8" fmla="*/ 7850 w 31"/>
                  <a:gd name="T9" fmla="*/ 4157 h 28"/>
                  <a:gd name="T10" fmla="*/ 3520 w 31"/>
                  <a:gd name="T11" fmla="*/ 9562 h 28"/>
                  <a:gd name="T12" fmla="*/ 0 w 31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6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0" name="Oval 3094">
                <a:extLst>
                  <a:ext uri="{FF2B5EF4-FFF2-40B4-BE49-F238E27FC236}">
                    <a16:creationId xmlns:a16="http://schemas.microsoft.com/office/drawing/2014/main" id="{B444593E-6DF6-4889-8ADD-5C97A9311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3" y="1944"/>
                <a:ext cx="92" cy="99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1" name="Oval 3095">
                <a:extLst>
                  <a:ext uri="{FF2B5EF4-FFF2-40B4-BE49-F238E27FC236}">
                    <a16:creationId xmlns:a16="http://schemas.microsoft.com/office/drawing/2014/main" id="{7B4B70C8-7413-4D32-89FD-4119AE101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5" y="1963"/>
                <a:ext cx="50" cy="50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2" name="Oval 3096">
                <a:extLst>
                  <a:ext uri="{FF2B5EF4-FFF2-40B4-BE49-F238E27FC236}">
                    <a16:creationId xmlns:a16="http://schemas.microsoft.com/office/drawing/2014/main" id="{5AFE8AE5-1094-4FDD-B9D2-FA8A61CBE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1971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3" name="Freeform 3097">
                <a:extLst>
                  <a:ext uri="{FF2B5EF4-FFF2-40B4-BE49-F238E27FC236}">
                    <a16:creationId xmlns:a16="http://schemas.microsoft.com/office/drawing/2014/main" id="{AD8F8DFF-6BB0-476E-9EFB-46251C921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963"/>
                <a:ext cx="77" cy="74"/>
              </a:xfrm>
              <a:custGeom>
                <a:avLst/>
                <a:gdLst>
                  <a:gd name="T0" fmla="*/ 0 w 31"/>
                  <a:gd name="T1" fmla="*/ 6441 h 28"/>
                  <a:gd name="T2" fmla="*/ 2851 w 31"/>
                  <a:gd name="T3" fmla="*/ 8145 h 28"/>
                  <a:gd name="T4" fmla="*/ 6620 w 31"/>
                  <a:gd name="T5" fmla="*/ 2730 h 28"/>
                  <a:gd name="T6" fmla="*/ 5867 w 31"/>
                  <a:gd name="T7" fmla="*/ 0 h 28"/>
                  <a:gd name="T8" fmla="*/ 7263 w 31"/>
                  <a:gd name="T9" fmla="*/ 4157 h 28"/>
                  <a:gd name="T10" fmla="*/ 3510 w 31"/>
                  <a:gd name="T11" fmla="*/ 9562 h 28"/>
                  <a:gd name="T12" fmla="*/ 0 w 31"/>
                  <a:gd name="T13" fmla="*/ 6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8" y="28"/>
                      <a:pt x="3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4" name="Oval 3098">
                <a:extLst>
                  <a:ext uri="{FF2B5EF4-FFF2-40B4-BE49-F238E27FC236}">
                    <a16:creationId xmlns:a16="http://schemas.microsoft.com/office/drawing/2014/main" id="{ECE79093-8C94-44E7-A274-6A70F9F15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1603"/>
                <a:ext cx="90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5" name="Oval 3099">
                <a:extLst>
                  <a:ext uri="{FF2B5EF4-FFF2-40B4-BE49-F238E27FC236}">
                    <a16:creationId xmlns:a16="http://schemas.microsoft.com/office/drawing/2014/main" id="{F7C7B931-7B07-4EDD-9C2B-A4DBA84F5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1621"/>
                <a:ext cx="48" cy="51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6" name="Oval 3100">
                <a:extLst>
                  <a:ext uri="{FF2B5EF4-FFF2-40B4-BE49-F238E27FC236}">
                    <a16:creationId xmlns:a16="http://schemas.microsoft.com/office/drawing/2014/main" id="{F2283519-57A9-4D3D-B995-D31CEBAE2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0" y="1629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7" name="Freeform 3101">
                <a:extLst>
                  <a:ext uri="{FF2B5EF4-FFF2-40B4-BE49-F238E27FC236}">
                    <a16:creationId xmlns:a16="http://schemas.microsoft.com/office/drawing/2014/main" id="{7A5C6ACA-641B-4345-9220-458E0B068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621"/>
                <a:ext cx="75" cy="75"/>
              </a:xfrm>
              <a:custGeom>
                <a:avLst/>
                <a:gdLst>
                  <a:gd name="T0" fmla="*/ 0 w 30"/>
                  <a:gd name="T1" fmla="*/ 7053 h 28"/>
                  <a:gd name="T2" fmla="*/ 2738 w 30"/>
                  <a:gd name="T3" fmla="*/ 8804 h 28"/>
                  <a:gd name="T4" fmla="*/ 6645 w 30"/>
                  <a:gd name="T5" fmla="*/ 2885 h 28"/>
                  <a:gd name="T6" fmla="*/ 6175 w 30"/>
                  <a:gd name="T7" fmla="*/ 0 h 28"/>
                  <a:gd name="T8" fmla="*/ 7345 w 30"/>
                  <a:gd name="T9" fmla="*/ 4420 h 28"/>
                  <a:gd name="T10" fmla="*/ 3438 w 30"/>
                  <a:gd name="T11" fmla="*/ 10339 h 28"/>
                  <a:gd name="T12" fmla="*/ 0 w 30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0" y="19"/>
                    </a:moveTo>
                    <a:cubicBezTo>
                      <a:pt x="5" y="24"/>
                      <a:pt x="7" y="24"/>
                      <a:pt x="11" y="24"/>
                    </a:cubicBezTo>
                    <a:cubicBezTo>
                      <a:pt x="22" y="24"/>
                      <a:pt x="27" y="17"/>
                      <a:pt x="27" y="8"/>
                    </a:cubicBezTo>
                    <a:cubicBezTo>
                      <a:pt x="27" y="5"/>
                      <a:pt x="26" y="2"/>
                      <a:pt x="25" y="0"/>
                    </a:cubicBezTo>
                    <a:cubicBezTo>
                      <a:pt x="28" y="3"/>
                      <a:pt x="30" y="7"/>
                      <a:pt x="30" y="12"/>
                    </a:cubicBezTo>
                    <a:cubicBezTo>
                      <a:pt x="30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8" name="Oval 3102">
                <a:extLst>
                  <a:ext uri="{FF2B5EF4-FFF2-40B4-BE49-F238E27FC236}">
                    <a16:creationId xmlns:a16="http://schemas.microsoft.com/office/drawing/2014/main" id="{A564048A-D6C5-4F63-B6FF-B20EE66F0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691"/>
                <a:ext cx="93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9" name="Freeform 3103">
                <a:extLst>
                  <a:ext uri="{FF2B5EF4-FFF2-40B4-BE49-F238E27FC236}">
                    <a16:creationId xmlns:a16="http://schemas.microsoft.com/office/drawing/2014/main" id="{0ED09D49-24FF-4503-8FB2-261067198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1709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885 h 28"/>
                  <a:gd name="T6" fmla="*/ 6368 w 31"/>
                  <a:gd name="T7" fmla="*/ 0 h 28"/>
                  <a:gd name="T8" fmla="*/ 7850 w 31"/>
                  <a:gd name="T9" fmla="*/ 4420 h 28"/>
                  <a:gd name="T10" fmla="*/ 352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2" y="24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0" name="Oval 3104">
                <a:extLst>
                  <a:ext uri="{FF2B5EF4-FFF2-40B4-BE49-F238E27FC236}">
                    <a16:creationId xmlns:a16="http://schemas.microsoft.com/office/drawing/2014/main" id="{078DA3D3-345A-45A7-9CD2-3A860EB43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8" y="1707"/>
                <a:ext cx="50" cy="50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1" name="Oval 3105">
                <a:extLst>
                  <a:ext uri="{FF2B5EF4-FFF2-40B4-BE49-F238E27FC236}">
                    <a16:creationId xmlns:a16="http://schemas.microsoft.com/office/drawing/2014/main" id="{EDDBEE1C-C90E-4864-86B1-0A5B3BCC9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1717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2" name="Oval 3106">
                <a:extLst>
                  <a:ext uri="{FF2B5EF4-FFF2-40B4-BE49-F238E27FC236}">
                    <a16:creationId xmlns:a16="http://schemas.microsoft.com/office/drawing/2014/main" id="{C9EFB519-019A-4FB6-9C46-0EDE8EA0A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0" y="1691"/>
                <a:ext cx="90" cy="98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3" name="Oval 3107">
                <a:extLst>
                  <a:ext uri="{FF2B5EF4-FFF2-40B4-BE49-F238E27FC236}">
                    <a16:creationId xmlns:a16="http://schemas.microsoft.com/office/drawing/2014/main" id="{50BF5019-1CF4-4319-A1A6-2541FAFEA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1707"/>
                <a:ext cx="47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4" name="Oval 3108">
                <a:extLst>
                  <a:ext uri="{FF2B5EF4-FFF2-40B4-BE49-F238E27FC236}">
                    <a16:creationId xmlns:a16="http://schemas.microsoft.com/office/drawing/2014/main" id="{2BA76872-A752-4113-A6B0-9A90AAF6B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1717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5" name="Freeform 3109">
                <a:extLst>
                  <a:ext uri="{FF2B5EF4-FFF2-40B4-BE49-F238E27FC236}">
                    <a16:creationId xmlns:a16="http://schemas.microsoft.com/office/drawing/2014/main" id="{F52EE03F-68A6-46A8-A7A2-FA7550EC0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1707"/>
                <a:ext cx="75" cy="77"/>
              </a:xfrm>
              <a:custGeom>
                <a:avLst/>
                <a:gdLst>
                  <a:gd name="T0" fmla="*/ 0 w 30"/>
                  <a:gd name="T1" fmla="*/ 7002 h 29"/>
                  <a:gd name="T2" fmla="*/ 2738 w 30"/>
                  <a:gd name="T3" fmla="*/ 8706 h 29"/>
                  <a:gd name="T4" fmla="*/ 6845 w 30"/>
                  <a:gd name="T5" fmla="*/ 2791 h 29"/>
                  <a:gd name="T6" fmla="*/ 6175 w 30"/>
                  <a:gd name="T7" fmla="*/ 0 h 29"/>
                  <a:gd name="T8" fmla="*/ 7345 w 30"/>
                  <a:gd name="T9" fmla="*/ 4625 h 29"/>
                  <a:gd name="T10" fmla="*/ 3438 w 30"/>
                  <a:gd name="T11" fmla="*/ 10145 h 29"/>
                  <a:gd name="T12" fmla="*/ 0 w 30"/>
                  <a:gd name="T13" fmla="*/ 700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0" y="20"/>
                    </a:moveTo>
                    <a:cubicBezTo>
                      <a:pt x="5" y="24"/>
                      <a:pt x="7" y="25"/>
                      <a:pt x="11" y="25"/>
                    </a:cubicBezTo>
                    <a:cubicBezTo>
                      <a:pt x="22" y="25"/>
                      <a:pt x="28" y="17"/>
                      <a:pt x="28" y="8"/>
                    </a:cubicBezTo>
                    <a:cubicBezTo>
                      <a:pt x="28" y="6"/>
                      <a:pt x="26" y="3"/>
                      <a:pt x="25" y="0"/>
                    </a:cubicBezTo>
                    <a:cubicBezTo>
                      <a:pt x="28" y="3"/>
                      <a:pt x="30" y="8"/>
                      <a:pt x="30" y="13"/>
                    </a:cubicBezTo>
                    <a:cubicBezTo>
                      <a:pt x="30" y="22"/>
                      <a:pt x="23" y="29"/>
                      <a:pt x="14" y="29"/>
                    </a:cubicBezTo>
                    <a:cubicBezTo>
                      <a:pt x="8" y="29"/>
                      <a:pt x="2" y="25"/>
                      <a:pt x="0" y="20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6" name="Oval 3110">
                <a:extLst>
                  <a:ext uri="{FF2B5EF4-FFF2-40B4-BE49-F238E27FC236}">
                    <a16:creationId xmlns:a16="http://schemas.microsoft.com/office/drawing/2014/main" id="{0DD67F89-76F0-449D-BF90-EBABC78F4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" y="1781"/>
                <a:ext cx="93" cy="96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7" name="Freeform 3111">
                <a:extLst>
                  <a:ext uri="{FF2B5EF4-FFF2-40B4-BE49-F238E27FC236}">
                    <a16:creationId xmlns:a16="http://schemas.microsoft.com/office/drawing/2014/main" id="{D7B04987-A343-4DDA-B130-1F18A2CC6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1797"/>
                <a:ext cx="78" cy="78"/>
              </a:xfrm>
              <a:custGeom>
                <a:avLst/>
                <a:gdLst>
                  <a:gd name="T0" fmla="*/ 0 w 31"/>
                  <a:gd name="T1" fmla="*/ 7163 h 29"/>
                  <a:gd name="T2" fmla="*/ 3014 w 31"/>
                  <a:gd name="T3" fmla="*/ 9166 h 29"/>
                  <a:gd name="T4" fmla="*/ 7058 w 31"/>
                  <a:gd name="T5" fmla="*/ 3096 h 29"/>
                  <a:gd name="T6" fmla="*/ 6577 w 31"/>
                  <a:gd name="T7" fmla="*/ 0 h 29"/>
                  <a:gd name="T8" fmla="*/ 7850 w 31"/>
                  <a:gd name="T9" fmla="*/ 4492 h 29"/>
                  <a:gd name="T10" fmla="*/ 3855 w 31"/>
                  <a:gd name="T11" fmla="*/ 10995 h 29"/>
                  <a:gd name="T12" fmla="*/ 0 w 31"/>
                  <a:gd name="T13" fmla="*/ 716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6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9"/>
                      <a:pt x="15" y="29"/>
                    </a:cubicBezTo>
                    <a:cubicBezTo>
                      <a:pt x="8" y="29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8" name="Oval 3112">
                <a:extLst>
                  <a:ext uri="{FF2B5EF4-FFF2-40B4-BE49-F238E27FC236}">
                    <a16:creationId xmlns:a16="http://schemas.microsoft.com/office/drawing/2014/main" id="{6C1A7665-1EF1-46EF-A99D-1873E4D0D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1795"/>
                <a:ext cx="50" cy="53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9" name="Oval 3113">
                <a:extLst>
                  <a:ext uri="{FF2B5EF4-FFF2-40B4-BE49-F238E27FC236}">
                    <a16:creationId xmlns:a16="http://schemas.microsoft.com/office/drawing/2014/main" id="{981CD1C5-2E21-4427-8A00-3C04A4D0C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0" y="1805"/>
                <a:ext cx="15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0" name="Oval 3114">
                <a:extLst>
                  <a:ext uri="{FF2B5EF4-FFF2-40B4-BE49-F238E27FC236}">
                    <a16:creationId xmlns:a16="http://schemas.microsoft.com/office/drawing/2014/main" id="{0096CBC9-BA51-40B4-AAC0-2F3EF7860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0" y="1781"/>
                <a:ext cx="93" cy="96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1" name="Oval 3115">
                <a:extLst>
                  <a:ext uri="{FF2B5EF4-FFF2-40B4-BE49-F238E27FC236}">
                    <a16:creationId xmlns:a16="http://schemas.microsoft.com/office/drawing/2014/main" id="{0D4F2A98-D0C7-49E4-91B3-B2411E54A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797"/>
                <a:ext cx="50" cy="54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2" name="Oval 3116">
                <a:extLst>
                  <a:ext uri="{FF2B5EF4-FFF2-40B4-BE49-F238E27FC236}">
                    <a16:creationId xmlns:a16="http://schemas.microsoft.com/office/drawing/2014/main" id="{D5212658-764C-46E7-BF8F-82A2216E9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1808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3" name="Freeform 3117">
                <a:extLst>
                  <a:ext uri="{FF2B5EF4-FFF2-40B4-BE49-F238E27FC236}">
                    <a16:creationId xmlns:a16="http://schemas.microsoft.com/office/drawing/2014/main" id="{50F4B7FD-1E51-4897-AEF8-39615B0DD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797"/>
                <a:ext cx="78" cy="75"/>
              </a:xfrm>
              <a:custGeom>
                <a:avLst/>
                <a:gdLst>
                  <a:gd name="T0" fmla="*/ 0 w 31"/>
                  <a:gd name="T1" fmla="*/ 7053 h 28"/>
                  <a:gd name="T2" fmla="*/ 3014 w 31"/>
                  <a:gd name="T3" fmla="*/ 8804 h 28"/>
                  <a:gd name="T4" fmla="*/ 7058 w 31"/>
                  <a:gd name="T5" fmla="*/ 2885 h 28"/>
                  <a:gd name="T6" fmla="*/ 6368 w 31"/>
                  <a:gd name="T7" fmla="*/ 0 h 28"/>
                  <a:gd name="T8" fmla="*/ 7850 w 31"/>
                  <a:gd name="T9" fmla="*/ 4420 h 28"/>
                  <a:gd name="T10" fmla="*/ 352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5" y="24"/>
                      <a:pt x="7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6" y="2"/>
                      <a:pt x="25" y="0"/>
                    </a:cubicBezTo>
                    <a:cubicBezTo>
                      <a:pt x="28" y="3"/>
                      <a:pt x="31" y="7"/>
                      <a:pt x="31" y="12"/>
                    </a:cubicBezTo>
                    <a:cubicBezTo>
                      <a:pt x="31" y="21"/>
                      <a:pt x="23" y="28"/>
                      <a:pt x="14" y="28"/>
                    </a:cubicBezTo>
                    <a:cubicBezTo>
                      <a:pt x="8" y="28"/>
                      <a:pt x="2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4" name="Oval 3118">
                <a:extLst>
                  <a:ext uri="{FF2B5EF4-FFF2-40B4-BE49-F238E27FC236}">
                    <a16:creationId xmlns:a16="http://schemas.microsoft.com/office/drawing/2014/main" id="{3E3EDE04-16A2-4FAD-B6B2-5E6CC2237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5" y="1781"/>
                <a:ext cx="90" cy="96"/>
              </a:xfrm>
              <a:prstGeom prst="ellipse">
                <a:avLst/>
              </a:prstGeom>
              <a:solidFill>
                <a:srgbClr val="F5E5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5" name="Oval 3119">
                <a:extLst>
                  <a:ext uri="{FF2B5EF4-FFF2-40B4-BE49-F238E27FC236}">
                    <a16:creationId xmlns:a16="http://schemas.microsoft.com/office/drawing/2014/main" id="{C183352E-12D1-4FBC-98B4-946FAFB65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8" y="1797"/>
                <a:ext cx="47" cy="51"/>
              </a:xfrm>
              <a:prstGeom prst="ellipse">
                <a:avLst/>
              </a:prstGeom>
              <a:solidFill>
                <a:srgbClr val="FEF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6" name="Oval 3120">
                <a:extLst>
                  <a:ext uri="{FF2B5EF4-FFF2-40B4-BE49-F238E27FC236}">
                    <a16:creationId xmlns:a16="http://schemas.microsoft.com/office/drawing/2014/main" id="{8D0FE968-D073-4BF3-B2FE-AFD78667F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8" y="1805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7" name="Freeform 3121">
                <a:extLst>
                  <a:ext uri="{FF2B5EF4-FFF2-40B4-BE49-F238E27FC236}">
                    <a16:creationId xmlns:a16="http://schemas.microsoft.com/office/drawing/2014/main" id="{04C4C884-B75D-4D2D-A2D4-C0785CB6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797"/>
                <a:ext cx="77" cy="75"/>
              </a:xfrm>
              <a:custGeom>
                <a:avLst/>
                <a:gdLst>
                  <a:gd name="T0" fmla="*/ 0 w 31"/>
                  <a:gd name="T1" fmla="*/ 7053 h 28"/>
                  <a:gd name="T2" fmla="*/ 2851 w 31"/>
                  <a:gd name="T3" fmla="*/ 8804 h 28"/>
                  <a:gd name="T4" fmla="*/ 6620 w 31"/>
                  <a:gd name="T5" fmla="*/ 2885 h 28"/>
                  <a:gd name="T6" fmla="*/ 6133 w 31"/>
                  <a:gd name="T7" fmla="*/ 0 h 28"/>
                  <a:gd name="T8" fmla="*/ 7263 w 31"/>
                  <a:gd name="T9" fmla="*/ 4420 h 28"/>
                  <a:gd name="T10" fmla="*/ 3510 w 31"/>
                  <a:gd name="T11" fmla="*/ 10339 h 28"/>
                  <a:gd name="T12" fmla="*/ 0 w 31"/>
                  <a:gd name="T13" fmla="*/ 70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0" y="19"/>
                    </a:moveTo>
                    <a:cubicBezTo>
                      <a:pt x="6" y="24"/>
                      <a:pt x="8" y="24"/>
                      <a:pt x="12" y="24"/>
                    </a:cubicBezTo>
                    <a:cubicBezTo>
                      <a:pt x="23" y="24"/>
                      <a:pt x="28" y="17"/>
                      <a:pt x="28" y="8"/>
                    </a:cubicBezTo>
                    <a:cubicBezTo>
                      <a:pt x="28" y="5"/>
                      <a:pt x="27" y="2"/>
                      <a:pt x="26" y="0"/>
                    </a:cubicBezTo>
                    <a:cubicBezTo>
                      <a:pt x="29" y="3"/>
                      <a:pt x="31" y="7"/>
                      <a:pt x="31" y="12"/>
                    </a:cubicBezTo>
                    <a:cubicBezTo>
                      <a:pt x="31" y="21"/>
                      <a:pt x="24" y="28"/>
                      <a:pt x="15" y="28"/>
                    </a:cubicBezTo>
                    <a:cubicBezTo>
                      <a:pt x="9" y="28"/>
                      <a:pt x="3" y="25"/>
                      <a:pt x="0" y="19"/>
                    </a:cubicBezTo>
                    <a:close/>
                  </a:path>
                </a:pathLst>
              </a:custGeom>
              <a:solidFill>
                <a:srgbClr val="D2D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8" name="Oval 3122">
                <a:extLst>
                  <a:ext uri="{FF2B5EF4-FFF2-40B4-BE49-F238E27FC236}">
                    <a16:creationId xmlns:a16="http://schemas.microsoft.com/office/drawing/2014/main" id="{C03A7CAF-EB1B-428F-ACDD-F326FD298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0" y="2109"/>
                <a:ext cx="90" cy="99"/>
              </a:xfrm>
              <a:prstGeom prst="ellipse">
                <a:avLst/>
              </a:prstGeom>
              <a:solidFill>
                <a:srgbClr val="EDE100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9" name="Oval 3123">
                <a:extLst>
                  <a:ext uri="{FF2B5EF4-FFF2-40B4-BE49-F238E27FC236}">
                    <a16:creationId xmlns:a16="http://schemas.microsoft.com/office/drawing/2014/main" id="{3C801EA0-D784-4B12-A331-A007ADF50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5" y="2123"/>
                <a:ext cx="50" cy="53"/>
              </a:xfrm>
              <a:prstGeom prst="ellipse">
                <a:avLst/>
              </a:prstGeom>
              <a:solidFill>
                <a:srgbClr val="FCF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0" name="Oval 3124">
                <a:extLst>
                  <a:ext uri="{FF2B5EF4-FFF2-40B4-BE49-F238E27FC236}">
                    <a16:creationId xmlns:a16="http://schemas.microsoft.com/office/drawing/2014/main" id="{ADDA10CB-8893-4D0B-B6F9-82E8996AB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5" y="2133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1" name="Freeform 3125">
                <a:extLst>
                  <a:ext uri="{FF2B5EF4-FFF2-40B4-BE49-F238E27FC236}">
                    <a16:creationId xmlns:a16="http://schemas.microsoft.com/office/drawing/2014/main" id="{8FD544E0-EA51-4934-AD42-6E80E48DE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20"/>
                <a:ext cx="73" cy="83"/>
              </a:xfrm>
              <a:custGeom>
                <a:avLst/>
                <a:gdLst>
                  <a:gd name="T0" fmla="*/ 4866 w 29"/>
                  <a:gd name="T1" fmla="*/ 0 h 31"/>
                  <a:gd name="T2" fmla="*/ 6064 w 29"/>
                  <a:gd name="T3" fmla="*/ 4415 h 31"/>
                  <a:gd name="T4" fmla="*/ 2009 w 29"/>
                  <a:gd name="T5" fmla="*/ 10321 h 31"/>
                  <a:gd name="T6" fmla="*/ 0 w 29"/>
                  <a:gd name="T7" fmla="*/ 9189 h 31"/>
                  <a:gd name="T8" fmla="*/ 3048 w 29"/>
                  <a:gd name="T9" fmla="*/ 11398 h 31"/>
                  <a:gd name="T10" fmla="*/ 7383 w 29"/>
                  <a:gd name="T11" fmla="*/ 5090 h 31"/>
                  <a:gd name="T12" fmla="*/ 4866 w 2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19" y="0"/>
                    </a:moveTo>
                    <a:cubicBezTo>
                      <a:pt x="24" y="5"/>
                      <a:pt x="24" y="7"/>
                      <a:pt x="24" y="12"/>
                    </a:cubicBezTo>
                    <a:cubicBezTo>
                      <a:pt x="24" y="23"/>
                      <a:pt x="17" y="28"/>
                      <a:pt x="8" y="28"/>
                    </a:cubicBezTo>
                    <a:cubicBezTo>
                      <a:pt x="6" y="28"/>
                      <a:pt x="2" y="26"/>
                      <a:pt x="0" y="25"/>
                    </a:cubicBezTo>
                    <a:cubicBezTo>
                      <a:pt x="3" y="28"/>
                      <a:pt x="7" y="31"/>
                      <a:pt x="12" y="31"/>
                    </a:cubicBezTo>
                    <a:cubicBezTo>
                      <a:pt x="21" y="31"/>
                      <a:pt x="29" y="23"/>
                      <a:pt x="29" y="14"/>
                    </a:cubicBezTo>
                    <a:cubicBezTo>
                      <a:pt x="29" y="8"/>
                      <a:pt x="25" y="2"/>
                      <a:pt x="19" y="0"/>
                    </a:cubicBezTo>
                    <a:close/>
                  </a:path>
                </a:pathLst>
              </a:custGeom>
              <a:solidFill>
                <a:srgbClr val="CAC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2" name="Freeform 3126">
                <a:extLst>
                  <a:ext uri="{FF2B5EF4-FFF2-40B4-BE49-F238E27FC236}">
                    <a16:creationId xmlns:a16="http://schemas.microsoft.com/office/drawing/2014/main" id="{0BB42853-4A33-4F3E-95AA-1EAE2F775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659"/>
                <a:ext cx="57" cy="64"/>
              </a:xfrm>
              <a:custGeom>
                <a:avLst/>
                <a:gdLst>
                  <a:gd name="T0" fmla="*/ 4674 w 23"/>
                  <a:gd name="T1" fmla="*/ 2581 h 24"/>
                  <a:gd name="T2" fmla="*/ 1125 w 23"/>
                  <a:gd name="T3" fmla="*/ 1059 h 24"/>
                  <a:gd name="T4" fmla="*/ 0 w 23"/>
                  <a:gd name="T5" fmla="*/ 4301 h 24"/>
                  <a:gd name="T6" fmla="*/ 1400 w 23"/>
                  <a:gd name="T7" fmla="*/ 7944 h 24"/>
                  <a:gd name="T8" fmla="*/ 1400 w 23"/>
                  <a:gd name="T9" fmla="*/ 7944 h 24"/>
                  <a:gd name="T10" fmla="*/ 3727 w 23"/>
                  <a:gd name="T11" fmla="*/ 7944 h 24"/>
                  <a:gd name="T12" fmla="*/ 4674 w 23"/>
                  <a:gd name="T13" fmla="*/ 258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20" y="7"/>
                    </a:moveTo>
                    <a:cubicBezTo>
                      <a:pt x="17" y="2"/>
                      <a:pt x="11" y="0"/>
                      <a:pt x="5" y="3"/>
                    </a:cubicBezTo>
                    <a:cubicBezTo>
                      <a:pt x="2" y="5"/>
                      <a:pt x="0" y="8"/>
                      <a:pt x="0" y="12"/>
                    </a:cubicBezTo>
                    <a:cubicBezTo>
                      <a:pt x="3" y="14"/>
                      <a:pt x="5" y="18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9" y="24"/>
                      <a:pt x="13" y="24"/>
                      <a:pt x="16" y="22"/>
                    </a:cubicBezTo>
                    <a:cubicBezTo>
                      <a:pt x="21" y="19"/>
                      <a:pt x="23" y="12"/>
                      <a:pt x="20" y="7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3" name="Freeform 3127">
                <a:extLst>
                  <a:ext uri="{FF2B5EF4-FFF2-40B4-BE49-F238E27FC236}">
                    <a16:creationId xmlns:a16="http://schemas.microsoft.com/office/drawing/2014/main" id="{ADC87A2A-DA93-4C84-91D0-D8A056941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8" y="1363"/>
                <a:ext cx="142" cy="154"/>
              </a:xfrm>
              <a:custGeom>
                <a:avLst/>
                <a:gdLst>
                  <a:gd name="T0" fmla="*/ 653 w 57"/>
                  <a:gd name="T1" fmla="*/ 7658 h 58"/>
                  <a:gd name="T2" fmla="*/ 8366 w 57"/>
                  <a:gd name="T3" fmla="*/ 1439 h 58"/>
                  <a:gd name="T4" fmla="*/ 12680 w 57"/>
                  <a:gd name="T5" fmla="*/ 12676 h 58"/>
                  <a:gd name="T6" fmla="*/ 5276 w 57"/>
                  <a:gd name="T7" fmla="*/ 18886 h 58"/>
                  <a:gd name="T8" fmla="*/ 653 w 57"/>
                  <a:gd name="T9" fmla="*/ 765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8">
                    <a:moveTo>
                      <a:pt x="3" y="22"/>
                    </a:moveTo>
                    <a:cubicBezTo>
                      <a:pt x="7" y="8"/>
                      <a:pt x="21" y="0"/>
                      <a:pt x="35" y="4"/>
                    </a:cubicBezTo>
                    <a:cubicBezTo>
                      <a:pt x="49" y="8"/>
                      <a:pt x="57" y="22"/>
                      <a:pt x="53" y="36"/>
                    </a:cubicBezTo>
                    <a:cubicBezTo>
                      <a:pt x="50" y="50"/>
                      <a:pt x="35" y="58"/>
                      <a:pt x="22" y="54"/>
                    </a:cubicBezTo>
                    <a:cubicBezTo>
                      <a:pt x="8" y="50"/>
                      <a:pt x="0" y="36"/>
                      <a:pt x="3" y="22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4" name="Freeform 3128">
                <a:extLst>
                  <a:ext uri="{FF2B5EF4-FFF2-40B4-BE49-F238E27FC236}">
                    <a16:creationId xmlns:a16="http://schemas.microsoft.com/office/drawing/2014/main" id="{B0C44997-3D48-4A77-8A19-F82F06E3B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8" y="1456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5" name="Freeform 3129">
                <a:extLst>
                  <a:ext uri="{FF2B5EF4-FFF2-40B4-BE49-F238E27FC236}">
                    <a16:creationId xmlns:a16="http://schemas.microsoft.com/office/drawing/2014/main" id="{0E65BE4F-C7AD-426D-99CA-5C60F8B1C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485"/>
                <a:ext cx="63" cy="67"/>
              </a:xfrm>
              <a:custGeom>
                <a:avLst/>
                <a:gdLst>
                  <a:gd name="T0" fmla="*/ 1809 w 25"/>
                  <a:gd name="T1" fmla="*/ 1077 h 25"/>
                  <a:gd name="T2" fmla="*/ 5602 w 25"/>
                  <a:gd name="T3" fmla="*/ 2637 h 25"/>
                  <a:gd name="T4" fmla="*/ 4559 w 25"/>
                  <a:gd name="T5" fmla="*/ 8145 h 25"/>
                  <a:gd name="T6" fmla="*/ 801 w 25"/>
                  <a:gd name="T7" fmla="*/ 6657 h 25"/>
                  <a:gd name="T8" fmla="*/ 1809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2"/>
                      <a:pt x="1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6" name="Freeform 3130">
                <a:extLst>
                  <a:ext uri="{FF2B5EF4-FFF2-40B4-BE49-F238E27FC236}">
                    <a16:creationId xmlns:a16="http://schemas.microsoft.com/office/drawing/2014/main" id="{F34B086B-3A1F-4CB1-9693-54F2D5F12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1515"/>
                <a:ext cx="65" cy="66"/>
              </a:xfrm>
              <a:custGeom>
                <a:avLst/>
                <a:gdLst>
                  <a:gd name="T0" fmla="*/ 1958 w 26"/>
                  <a:gd name="T1" fmla="*/ 1011 h 25"/>
                  <a:gd name="T2" fmla="*/ 5675 w 26"/>
                  <a:gd name="T3" fmla="*/ 2334 h 25"/>
                  <a:gd name="T4" fmla="*/ 4425 w 26"/>
                  <a:gd name="T5" fmla="*/ 7437 h 25"/>
                  <a:gd name="T6" fmla="*/ 783 w 26"/>
                  <a:gd name="T7" fmla="*/ 6162 h 25"/>
                  <a:gd name="T8" fmla="*/ 1958 w 26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8" y="3"/>
                    </a:moveTo>
                    <a:cubicBezTo>
                      <a:pt x="13" y="0"/>
                      <a:pt x="20" y="2"/>
                      <a:pt x="23" y="7"/>
                    </a:cubicBezTo>
                    <a:cubicBezTo>
                      <a:pt x="26" y="12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2"/>
                      <a:pt x="2" y="6"/>
                      <a:pt x="8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7" name="Freeform 3131">
                <a:extLst>
                  <a:ext uri="{FF2B5EF4-FFF2-40B4-BE49-F238E27FC236}">
                    <a16:creationId xmlns:a16="http://schemas.microsoft.com/office/drawing/2014/main" id="{5792E1B4-901D-4AD3-8E31-ED2A04E14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544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3" y="0"/>
                      <a:pt x="19" y="1"/>
                      <a:pt x="22" y="7"/>
                    </a:cubicBezTo>
                    <a:cubicBezTo>
                      <a:pt x="25" y="12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8" name="Freeform 3132">
                <a:extLst>
                  <a:ext uri="{FF2B5EF4-FFF2-40B4-BE49-F238E27FC236}">
                    <a16:creationId xmlns:a16="http://schemas.microsoft.com/office/drawing/2014/main" id="{4F62F065-23D0-489E-A41D-A8D44008F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8" y="1571"/>
                <a:ext cx="62" cy="66"/>
              </a:xfrm>
              <a:custGeom>
                <a:avLst/>
                <a:gdLst>
                  <a:gd name="T0" fmla="*/ 1587 w 25"/>
                  <a:gd name="T1" fmla="*/ 1011 h 25"/>
                  <a:gd name="T2" fmla="*/ 5141 w 25"/>
                  <a:gd name="T3" fmla="*/ 2334 h 25"/>
                  <a:gd name="T4" fmla="*/ 4238 w 25"/>
                  <a:gd name="T5" fmla="*/ 7437 h 25"/>
                  <a:gd name="T6" fmla="*/ 640 w 25"/>
                  <a:gd name="T7" fmla="*/ 6162 h 25"/>
                  <a:gd name="T8" fmla="*/ 1587 w 25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3"/>
                      <a:pt x="23" y="19"/>
                      <a:pt x="18" y="22"/>
                    </a:cubicBezTo>
                    <a:cubicBezTo>
                      <a:pt x="12" y="25"/>
                      <a:pt x="6" y="24"/>
                      <a:pt x="3" y="18"/>
                    </a:cubicBezTo>
                    <a:cubicBezTo>
                      <a:pt x="0" y="13"/>
                      <a:pt x="1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9" name="Freeform 3133">
                <a:extLst>
                  <a:ext uri="{FF2B5EF4-FFF2-40B4-BE49-F238E27FC236}">
                    <a16:creationId xmlns:a16="http://schemas.microsoft.com/office/drawing/2014/main" id="{62AD1C1F-BF98-49B2-96B4-ABC038B08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1600"/>
                <a:ext cx="65" cy="67"/>
              </a:xfrm>
              <a:custGeom>
                <a:avLst/>
                <a:gdLst>
                  <a:gd name="T0" fmla="*/ 1958 w 26"/>
                  <a:gd name="T1" fmla="*/ 1077 h 25"/>
                  <a:gd name="T2" fmla="*/ 5675 w 26"/>
                  <a:gd name="T3" fmla="*/ 2637 h 25"/>
                  <a:gd name="T4" fmla="*/ 4425 w 26"/>
                  <a:gd name="T5" fmla="*/ 8145 h 25"/>
                  <a:gd name="T6" fmla="*/ 783 w 26"/>
                  <a:gd name="T7" fmla="*/ 6657 h 25"/>
                  <a:gd name="T8" fmla="*/ 1958 w 26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8" y="3"/>
                    </a:moveTo>
                    <a:cubicBezTo>
                      <a:pt x="13" y="0"/>
                      <a:pt x="20" y="2"/>
                      <a:pt x="23" y="7"/>
                    </a:cubicBezTo>
                    <a:cubicBezTo>
                      <a:pt x="26" y="13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8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0" name="Freeform 3134">
                <a:extLst>
                  <a:ext uri="{FF2B5EF4-FFF2-40B4-BE49-F238E27FC236}">
                    <a16:creationId xmlns:a16="http://schemas.microsoft.com/office/drawing/2014/main" id="{01F31BF9-CC14-49E5-A404-3EAC2E186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629"/>
                <a:ext cx="63" cy="67"/>
              </a:xfrm>
              <a:custGeom>
                <a:avLst/>
                <a:gdLst>
                  <a:gd name="T0" fmla="*/ 1809 w 25"/>
                  <a:gd name="T1" fmla="*/ 1077 h 25"/>
                  <a:gd name="T2" fmla="*/ 5602 w 25"/>
                  <a:gd name="T3" fmla="*/ 2637 h 25"/>
                  <a:gd name="T4" fmla="*/ 4559 w 25"/>
                  <a:gd name="T5" fmla="*/ 8145 h 25"/>
                  <a:gd name="T6" fmla="*/ 801 w 25"/>
                  <a:gd name="T7" fmla="*/ 6657 h 25"/>
                  <a:gd name="T8" fmla="*/ 1809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3" y="0"/>
                      <a:pt x="19" y="2"/>
                      <a:pt x="22" y="7"/>
                    </a:cubicBezTo>
                    <a:cubicBezTo>
                      <a:pt x="25" y="12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1" name="Freeform 3135">
                <a:extLst>
                  <a:ext uri="{FF2B5EF4-FFF2-40B4-BE49-F238E27FC236}">
                    <a16:creationId xmlns:a16="http://schemas.microsoft.com/office/drawing/2014/main" id="{0384214B-8D17-45C6-B778-DEF2C6304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1381"/>
                <a:ext cx="75" cy="83"/>
              </a:xfrm>
              <a:custGeom>
                <a:avLst/>
                <a:gdLst>
                  <a:gd name="T0" fmla="*/ 4688 w 30"/>
                  <a:gd name="T1" fmla="*/ 675 h 31"/>
                  <a:gd name="T2" fmla="*/ 520 w 30"/>
                  <a:gd name="T3" fmla="*/ 4415 h 31"/>
                  <a:gd name="T4" fmla="*/ 2938 w 30"/>
                  <a:gd name="T5" fmla="*/ 10744 h 31"/>
                  <a:gd name="T6" fmla="*/ 6845 w 30"/>
                  <a:gd name="T7" fmla="*/ 7047 h 31"/>
                  <a:gd name="T8" fmla="*/ 4688 w 30"/>
                  <a:gd name="T9" fmla="*/ 67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1">
                    <a:moveTo>
                      <a:pt x="19" y="2"/>
                    </a:moveTo>
                    <a:cubicBezTo>
                      <a:pt x="11" y="0"/>
                      <a:pt x="4" y="4"/>
                      <a:pt x="2" y="12"/>
                    </a:cubicBezTo>
                    <a:cubicBezTo>
                      <a:pt x="0" y="19"/>
                      <a:pt x="4" y="27"/>
                      <a:pt x="12" y="29"/>
                    </a:cubicBezTo>
                    <a:cubicBezTo>
                      <a:pt x="19" y="31"/>
                      <a:pt x="26" y="26"/>
                      <a:pt x="28" y="19"/>
                    </a:cubicBezTo>
                    <a:cubicBezTo>
                      <a:pt x="30" y="12"/>
                      <a:pt x="26" y="4"/>
                      <a:pt x="19" y="2"/>
                    </a:cubicBezTo>
                    <a:close/>
                  </a:path>
                </a:pathLst>
              </a:cu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2" name="Freeform 3136">
                <a:extLst>
                  <a:ext uri="{FF2B5EF4-FFF2-40B4-BE49-F238E27FC236}">
                    <a16:creationId xmlns:a16="http://schemas.microsoft.com/office/drawing/2014/main" id="{90FC8844-417F-4C0A-9F7B-C3F40222B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3" y="1397"/>
                <a:ext cx="25" cy="27"/>
              </a:xfrm>
              <a:custGeom>
                <a:avLst/>
                <a:gdLst>
                  <a:gd name="T0" fmla="*/ 1488 w 10"/>
                  <a:gd name="T1" fmla="*/ 429 h 10"/>
                  <a:gd name="T2" fmla="*/ 313 w 10"/>
                  <a:gd name="T3" fmla="*/ 1596 h 10"/>
                  <a:gd name="T4" fmla="*/ 988 w 10"/>
                  <a:gd name="T5" fmla="*/ 3464 h 10"/>
                  <a:gd name="T6" fmla="*/ 2470 w 10"/>
                  <a:gd name="T7" fmla="*/ 2282 h 10"/>
                  <a:gd name="T8" fmla="*/ 1488 w 10"/>
                  <a:gd name="T9" fmla="*/ 4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"/>
                    </a:moveTo>
                    <a:cubicBezTo>
                      <a:pt x="4" y="0"/>
                      <a:pt x="1" y="1"/>
                      <a:pt x="1" y="4"/>
                    </a:cubicBezTo>
                    <a:cubicBezTo>
                      <a:pt x="0" y="6"/>
                      <a:pt x="2" y="9"/>
                      <a:pt x="4" y="9"/>
                    </a:cubicBezTo>
                    <a:cubicBezTo>
                      <a:pt x="6" y="10"/>
                      <a:pt x="9" y="9"/>
                      <a:pt x="10" y="6"/>
                    </a:cubicBezTo>
                    <a:cubicBezTo>
                      <a:pt x="10" y="4"/>
                      <a:pt x="9" y="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3" name="Freeform 3137">
                <a:extLst>
                  <a:ext uri="{FF2B5EF4-FFF2-40B4-BE49-F238E27FC236}">
                    <a16:creationId xmlns:a16="http://schemas.microsoft.com/office/drawing/2014/main" id="{D9160D8B-3BD4-4BEE-B96A-EB0A47E70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3" y="1464"/>
                <a:ext cx="32" cy="37"/>
              </a:xfrm>
              <a:custGeom>
                <a:avLst/>
                <a:gdLst>
                  <a:gd name="T0" fmla="*/ 2715 w 13"/>
                  <a:gd name="T1" fmla="*/ 1425 h 14"/>
                  <a:gd name="T2" fmla="*/ 928 w 13"/>
                  <a:gd name="T3" fmla="*/ 629 h 14"/>
                  <a:gd name="T4" fmla="*/ 448 w 13"/>
                  <a:gd name="T5" fmla="*/ 3359 h 14"/>
                  <a:gd name="T6" fmla="*/ 1982 w 13"/>
                  <a:gd name="T7" fmla="*/ 4157 h 14"/>
                  <a:gd name="T8" fmla="*/ 2715 w 13"/>
                  <a:gd name="T9" fmla="*/ 142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2" y="4"/>
                    </a:moveTo>
                    <a:cubicBezTo>
                      <a:pt x="10" y="1"/>
                      <a:pt x="6" y="0"/>
                      <a:pt x="4" y="2"/>
                    </a:cubicBezTo>
                    <a:cubicBezTo>
                      <a:pt x="1" y="4"/>
                      <a:pt x="0" y="7"/>
                      <a:pt x="2" y="10"/>
                    </a:cubicBezTo>
                    <a:cubicBezTo>
                      <a:pt x="3" y="13"/>
                      <a:pt x="7" y="14"/>
                      <a:pt x="9" y="12"/>
                    </a:cubicBezTo>
                    <a:cubicBezTo>
                      <a:pt x="12" y="10"/>
                      <a:pt x="13" y="7"/>
                      <a:pt x="12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4" name="Freeform 3138">
                <a:extLst>
                  <a:ext uri="{FF2B5EF4-FFF2-40B4-BE49-F238E27FC236}">
                    <a16:creationId xmlns:a16="http://schemas.microsoft.com/office/drawing/2014/main" id="{DA280A5D-355E-4260-8025-233DBD829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5" y="1472"/>
                <a:ext cx="13" cy="11"/>
              </a:xfrm>
              <a:custGeom>
                <a:avLst/>
                <a:gdLst>
                  <a:gd name="T0" fmla="*/ 1196 w 5"/>
                  <a:gd name="T1" fmla="*/ 462 h 4"/>
                  <a:gd name="T2" fmla="*/ 372 w 5"/>
                  <a:gd name="T3" fmla="*/ 0 h 4"/>
                  <a:gd name="T4" fmla="*/ 372 w 5"/>
                  <a:gd name="T5" fmla="*/ 1271 h 4"/>
                  <a:gd name="T6" fmla="*/ 967 w 5"/>
                  <a:gd name="T7" fmla="*/ 1724 h 4"/>
                  <a:gd name="T8" fmla="*/ 1196 w 5"/>
                  <a:gd name="T9" fmla="*/ 46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5" name="Freeform 3139">
                <a:extLst>
                  <a:ext uri="{FF2B5EF4-FFF2-40B4-BE49-F238E27FC236}">
                    <a16:creationId xmlns:a16="http://schemas.microsoft.com/office/drawing/2014/main" id="{F05CD01F-02DD-46F5-8886-B9606E8CB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493"/>
                <a:ext cx="33" cy="38"/>
              </a:xfrm>
              <a:custGeom>
                <a:avLst/>
                <a:gdLst>
                  <a:gd name="T0" fmla="*/ 2945 w 13"/>
                  <a:gd name="T1" fmla="*/ 1620 h 14"/>
                  <a:gd name="T2" fmla="*/ 830 w 13"/>
                  <a:gd name="T3" fmla="*/ 760 h 14"/>
                  <a:gd name="T4" fmla="*/ 327 w 13"/>
                  <a:gd name="T5" fmla="*/ 3957 h 14"/>
                  <a:gd name="T6" fmla="*/ 2404 w 13"/>
                  <a:gd name="T7" fmla="*/ 4878 h 14"/>
                  <a:gd name="T8" fmla="*/ 2945 w 13"/>
                  <a:gd name="T9" fmla="*/ 16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1" y="4"/>
                    </a:moveTo>
                    <a:cubicBezTo>
                      <a:pt x="10" y="1"/>
                      <a:pt x="6" y="0"/>
                      <a:pt x="3" y="2"/>
                    </a:cubicBezTo>
                    <a:cubicBezTo>
                      <a:pt x="1" y="3"/>
                      <a:pt x="0" y="7"/>
                      <a:pt x="1" y="10"/>
                    </a:cubicBezTo>
                    <a:cubicBezTo>
                      <a:pt x="3" y="13"/>
                      <a:pt x="6" y="14"/>
                      <a:pt x="9" y="12"/>
                    </a:cubicBezTo>
                    <a:cubicBezTo>
                      <a:pt x="12" y="10"/>
                      <a:pt x="13" y="7"/>
                      <a:pt x="11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6" name="Freeform 3140">
                <a:extLst>
                  <a:ext uri="{FF2B5EF4-FFF2-40B4-BE49-F238E27FC236}">
                    <a16:creationId xmlns:a16="http://schemas.microsoft.com/office/drawing/2014/main" id="{5AC535C8-85B4-419C-A535-3C405EFFB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8" y="1501"/>
                <a:ext cx="10" cy="11"/>
              </a:xfrm>
              <a:custGeom>
                <a:avLst/>
                <a:gdLst>
                  <a:gd name="T0" fmla="*/ 988 w 4"/>
                  <a:gd name="T1" fmla="*/ 462 h 4"/>
                  <a:gd name="T2" fmla="*/ 313 w 4"/>
                  <a:gd name="T3" fmla="*/ 0 h 4"/>
                  <a:gd name="T4" fmla="*/ 0 w 4"/>
                  <a:gd name="T5" fmla="*/ 1271 h 4"/>
                  <a:gd name="T6" fmla="*/ 783 w 4"/>
                  <a:gd name="T7" fmla="*/ 1724 h 4"/>
                  <a:gd name="T8" fmla="*/ 988 w 4"/>
                  <a:gd name="T9" fmla="*/ 46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7" name="Freeform 3141">
                <a:extLst>
                  <a:ext uri="{FF2B5EF4-FFF2-40B4-BE49-F238E27FC236}">
                    <a16:creationId xmlns:a16="http://schemas.microsoft.com/office/drawing/2014/main" id="{BDCE6A8C-0E35-4FC0-8DD1-9046AA8FE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1525"/>
                <a:ext cx="33" cy="35"/>
              </a:xfrm>
              <a:custGeom>
                <a:avLst/>
                <a:gdLst>
                  <a:gd name="T0" fmla="*/ 2945 w 13"/>
                  <a:gd name="T1" fmla="*/ 1152 h 13"/>
                  <a:gd name="T2" fmla="*/ 830 w 13"/>
                  <a:gd name="T3" fmla="*/ 428 h 13"/>
                  <a:gd name="T4" fmla="*/ 327 w 13"/>
                  <a:gd name="T5" fmla="*/ 3414 h 13"/>
                  <a:gd name="T6" fmla="*/ 2404 w 13"/>
                  <a:gd name="T7" fmla="*/ 4254 h 13"/>
                  <a:gd name="T8" fmla="*/ 2945 w 13"/>
                  <a:gd name="T9" fmla="*/ 115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3"/>
                    </a:moveTo>
                    <a:cubicBezTo>
                      <a:pt x="10" y="1"/>
                      <a:pt x="6" y="0"/>
                      <a:pt x="3" y="1"/>
                    </a:cubicBezTo>
                    <a:cubicBezTo>
                      <a:pt x="1" y="3"/>
                      <a:pt x="0" y="6"/>
                      <a:pt x="1" y="9"/>
                    </a:cubicBezTo>
                    <a:cubicBezTo>
                      <a:pt x="3" y="12"/>
                      <a:pt x="6" y="13"/>
                      <a:pt x="9" y="11"/>
                    </a:cubicBezTo>
                    <a:cubicBezTo>
                      <a:pt x="12" y="10"/>
                      <a:pt x="13" y="6"/>
                      <a:pt x="11" y="3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8" name="Freeform 3142">
                <a:extLst>
                  <a:ext uri="{FF2B5EF4-FFF2-40B4-BE49-F238E27FC236}">
                    <a16:creationId xmlns:a16="http://schemas.microsoft.com/office/drawing/2014/main" id="{8CE176F4-C346-4645-BAB4-156F5FCB7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1531"/>
                <a:ext cx="10" cy="13"/>
              </a:xfrm>
              <a:custGeom>
                <a:avLst/>
                <a:gdLst>
                  <a:gd name="T0" fmla="*/ 988 w 4"/>
                  <a:gd name="T1" fmla="*/ 372 h 5"/>
                  <a:gd name="T2" fmla="*/ 313 w 4"/>
                  <a:gd name="T3" fmla="*/ 372 h 5"/>
                  <a:gd name="T4" fmla="*/ 0 w 4"/>
                  <a:gd name="T5" fmla="*/ 967 h 5"/>
                  <a:gd name="T6" fmla="*/ 783 w 4"/>
                  <a:gd name="T7" fmla="*/ 1196 h 5"/>
                  <a:gd name="T8" fmla="*/ 988 w 4"/>
                  <a:gd name="T9" fmla="*/ 37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5"/>
                      <a:pt x="3" y="4"/>
                    </a:cubicBezTo>
                    <a:cubicBezTo>
                      <a:pt x="4" y="4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9" name="Freeform 3143">
                <a:extLst>
                  <a:ext uri="{FF2B5EF4-FFF2-40B4-BE49-F238E27FC236}">
                    <a16:creationId xmlns:a16="http://schemas.microsoft.com/office/drawing/2014/main" id="{838BEF5A-9E7F-4402-B1B3-E18EAB3D7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1555"/>
                <a:ext cx="35" cy="34"/>
              </a:xfrm>
              <a:custGeom>
                <a:avLst/>
                <a:gdLst>
                  <a:gd name="T0" fmla="*/ 2938 w 14"/>
                  <a:gd name="T1" fmla="*/ 986 h 13"/>
                  <a:gd name="T2" fmla="*/ 988 w 14"/>
                  <a:gd name="T3" fmla="*/ 377 h 13"/>
                  <a:gd name="T4" fmla="*/ 520 w 14"/>
                  <a:gd name="T5" fmla="*/ 2955 h 13"/>
                  <a:gd name="T6" fmla="*/ 2470 w 14"/>
                  <a:gd name="T7" fmla="*/ 3557 h 13"/>
                  <a:gd name="T8" fmla="*/ 2938 w 14"/>
                  <a:gd name="T9" fmla="*/ 98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2" y="3"/>
                    </a:moveTo>
                    <a:cubicBezTo>
                      <a:pt x="10" y="1"/>
                      <a:pt x="7" y="0"/>
                      <a:pt x="4" y="1"/>
                    </a:cubicBezTo>
                    <a:cubicBezTo>
                      <a:pt x="1" y="3"/>
                      <a:pt x="0" y="6"/>
                      <a:pt x="2" y="9"/>
                    </a:cubicBezTo>
                    <a:cubicBezTo>
                      <a:pt x="4" y="12"/>
                      <a:pt x="7" y="13"/>
                      <a:pt x="10" y="11"/>
                    </a:cubicBezTo>
                    <a:cubicBezTo>
                      <a:pt x="13" y="10"/>
                      <a:pt x="14" y="6"/>
                      <a:pt x="12" y="3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0" name="Freeform 3144">
                <a:extLst>
                  <a:ext uri="{FF2B5EF4-FFF2-40B4-BE49-F238E27FC236}">
                    <a16:creationId xmlns:a16="http://schemas.microsoft.com/office/drawing/2014/main" id="{CA3071C7-DB09-4F89-86EB-378B719CF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1560"/>
                <a:ext cx="12" cy="13"/>
              </a:xfrm>
              <a:custGeom>
                <a:avLst/>
                <a:gdLst>
                  <a:gd name="T0" fmla="*/ 802 w 5"/>
                  <a:gd name="T1" fmla="*/ 372 h 5"/>
                  <a:gd name="T2" fmla="*/ 403 w 5"/>
                  <a:gd name="T3" fmla="*/ 372 h 5"/>
                  <a:gd name="T4" fmla="*/ 168 w 5"/>
                  <a:gd name="T5" fmla="*/ 967 h 5"/>
                  <a:gd name="T6" fmla="*/ 802 w 5"/>
                  <a:gd name="T7" fmla="*/ 1196 h 5"/>
                  <a:gd name="T8" fmla="*/ 802 w 5"/>
                  <a:gd name="T9" fmla="*/ 37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2" y="4"/>
                      <a:pt x="3" y="5"/>
                      <a:pt x="4" y="4"/>
                    </a:cubicBezTo>
                    <a:cubicBezTo>
                      <a:pt x="5" y="4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1" name="Freeform 3145">
                <a:extLst>
                  <a:ext uri="{FF2B5EF4-FFF2-40B4-BE49-F238E27FC236}">
                    <a16:creationId xmlns:a16="http://schemas.microsoft.com/office/drawing/2014/main" id="{CE0C616D-41D4-493D-9BED-1AC9A48B0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581"/>
                <a:ext cx="32" cy="35"/>
              </a:xfrm>
              <a:custGeom>
                <a:avLst/>
                <a:gdLst>
                  <a:gd name="T0" fmla="*/ 2417 w 13"/>
                  <a:gd name="T1" fmla="*/ 1580 h 13"/>
                  <a:gd name="T2" fmla="*/ 625 w 13"/>
                  <a:gd name="T3" fmla="*/ 428 h 13"/>
                  <a:gd name="T4" fmla="*/ 182 w 13"/>
                  <a:gd name="T5" fmla="*/ 3414 h 13"/>
                  <a:gd name="T6" fmla="*/ 1982 w 13"/>
                  <a:gd name="T7" fmla="*/ 4254 h 13"/>
                  <a:gd name="T8" fmla="*/ 2417 w 13"/>
                  <a:gd name="T9" fmla="*/ 15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4"/>
                    </a:moveTo>
                    <a:cubicBezTo>
                      <a:pt x="10" y="1"/>
                      <a:pt x="6" y="0"/>
                      <a:pt x="3" y="1"/>
                    </a:cubicBezTo>
                    <a:cubicBezTo>
                      <a:pt x="1" y="3"/>
                      <a:pt x="0" y="7"/>
                      <a:pt x="1" y="9"/>
                    </a:cubicBezTo>
                    <a:cubicBezTo>
                      <a:pt x="3" y="12"/>
                      <a:pt x="6" y="13"/>
                      <a:pt x="9" y="11"/>
                    </a:cubicBezTo>
                    <a:cubicBezTo>
                      <a:pt x="12" y="10"/>
                      <a:pt x="13" y="6"/>
                      <a:pt x="11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2" name="Freeform 3146">
                <a:extLst>
                  <a:ext uri="{FF2B5EF4-FFF2-40B4-BE49-F238E27FC236}">
                    <a16:creationId xmlns:a16="http://schemas.microsoft.com/office/drawing/2014/main" id="{82039A8B-FC28-4D5F-B02B-278DD3E4E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1587"/>
                <a:ext cx="10" cy="13"/>
              </a:xfrm>
              <a:custGeom>
                <a:avLst/>
                <a:gdLst>
                  <a:gd name="T0" fmla="*/ 988 w 4"/>
                  <a:gd name="T1" fmla="*/ 595 h 5"/>
                  <a:gd name="T2" fmla="*/ 313 w 4"/>
                  <a:gd name="T3" fmla="*/ 372 h 5"/>
                  <a:gd name="T4" fmla="*/ 0 w 4"/>
                  <a:gd name="T5" fmla="*/ 1196 h 5"/>
                  <a:gd name="T6" fmla="*/ 783 w 4"/>
                  <a:gd name="T7" fmla="*/ 1196 h 5"/>
                  <a:gd name="T8" fmla="*/ 988 w 4"/>
                  <a:gd name="T9" fmla="*/ 59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4"/>
                      <a:pt x="2" y="5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3" name="Freeform 3147">
                <a:extLst>
                  <a:ext uri="{FF2B5EF4-FFF2-40B4-BE49-F238E27FC236}">
                    <a16:creationId xmlns:a16="http://schemas.microsoft.com/office/drawing/2014/main" id="{1E4C5825-EE83-4070-A209-20506AF75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1611"/>
                <a:ext cx="35" cy="34"/>
              </a:xfrm>
              <a:custGeom>
                <a:avLst/>
                <a:gdLst>
                  <a:gd name="T0" fmla="*/ 2938 w 14"/>
                  <a:gd name="T1" fmla="*/ 1219 h 13"/>
                  <a:gd name="T2" fmla="*/ 988 w 14"/>
                  <a:gd name="T3" fmla="*/ 377 h 13"/>
                  <a:gd name="T4" fmla="*/ 520 w 14"/>
                  <a:gd name="T5" fmla="*/ 2955 h 13"/>
                  <a:gd name="T6" fmla="*/ 2470 w 14"/>
                  <a:gd name="T7" fmla="*/ 3557 h 13"/>
                  <a:gd name="T8" fmla="*/ 2938 w 14"/>
                  <a:gd name="T9" fmla="*/ 12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2" y="4"/>
                    </a:moveTo>
                    <a:cubicBezTo>
                      <a:pt x="10" y="1"/>
                      <a:pt x="7" y="0"/>
                      <a:pt x="4" y="1"/>
                    </a:cubicBezTo>
                    <a:cubicBezTo>
                      <a:pt x="1" y="3"/>
                      <a:pt x="0" y="7"/>
                      <a:pt x="2" y="9"/>
                    </a:cubicBezTo>
                    <a:cubicBezTo>
                      <a:pt x="3" y="12"/>
                      <a:pt x="7" y="13"/>
                      <a:pt x="10" y="11"/>
                    </a:cubicBezTo>
                    <a:cubicBezTo>
                      <a:pt x="13" y="10"/>
                      <a:pt x="14" y="6"/>
                      <a:pt x="12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4" name="Freeform 3148">
                <a:extLst>
                  <a:ext uri="{FF2B5EF4-FFF2-40B4-BE49-F238E27FC236}">
                    <a16:creationId xmlns:a16="http://schemas.microsoft.com/office/drawing/2014/main" id="{8C7F7BE3-31F8-4802-B289-B7165E44D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616"/>
                <a:ext cx="13" cy="13"/>
              </a:xfrm>
              <a:custGeom>
                <a:avLst/>
                <a:gdLst>
                  <a:gd name="T0" fmla="*/ 1196 w 5"/>
                  <a:gd name="T1" fmla="*/ 595 h 5"/>
                  <a:gd name="T2" fmla="*/ 595 w 5"/>
                  <a:gd name="T3" fmla="*/ 372 h 5"/>
                  <a:gd name="T4" fmla="*/ 372 w 5"/>
                  <a:gd name="T5" fmla="*/ 967 h 5"/>
                  <a:gd name="T6" fmla="*/ 1196 w 5"/>
                  <a:gd name="T7" fmla="*/ 1196 h 5"/>
                  <a:gd name="T8" fmla="*/ 1196 w 5"/>
                  <a:gd name="T9" fmla="*/ 59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0" y="3"/>
                      <a:pt x="1" y="3"/>
                    </a:cubicBezTo>
                    <a:cubicBezTo>
                      <a:pt x="1" y="4"/>
                      <a:pt x="3" y="5"/>
                      <a:pt x="4" y="4"/>
                    </a:cubicBezTo>
                    <a:cubicBezTo>
                      <a:pt x="5" y="4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5" name="Freeform 3149">
                <a:extLst>
                  <a:ext uri="{FF2B5EF4-FFF2-40B4-BE49-F238E27FC236}">
                    <a16:creationId xmlns:a16="http://schemas.microsoft.com/office/drawing/2014/main" id="{671A489B-A43E-439C-90E6-F6643EA5B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1640"/>
                <a:ext cx="35" cy="35"/>
              </a:xfrm>
              <a:custGeom>
                <a:avLst/>
                <a:gdLst>
                  <a:gd name="T0" fmla="*/ 2938 w 14"/>
                  <a:gd name="T1" fmla="*/ 1580 h 13"/>
                  <a:gd name="T2" fmla="*/ 988 w 14"/>
                  <a:gd name="T3" fmla="*/ 681 h 13"/>
                  <a:gd name="T4" fmla="*/ 520 w 14"/>
                  <a:gd name="T5" fmla="*/ 3842 h 13"/>
                  <a:gd name="T6" fmla="*/ 2470 w 14"/>
                  <a:gd name="T7" fmla="*/ 4531 h 13"/>
                  <a:gd name="T8" fmla="*/ 2938 w 14"/>
                  <a:gd name="T9" fmla="*/ 15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2" y="4"/>
                    </a:moveTo>
                    <a:cubicBezTo>
                      <a:pt x="10" y="1"/>
                      <a:pt x="7" y="0"/>
                      <a:pt x="4" y="2"/>
                    </a:cubicBezTo>
                    <a:cubicBezTo>
                      <a:pt x="1" y="3"/>
                      <a:pt x="0" y="7"/>
                      <a:pt x="2" y="10"/>
                    </a:cubicBezTo>
                    <a:cubicBezTo>
                      <a:pt x="3" y="12"/>
                      <a:pt x="7" y="13"/>
                      <a:pt x="10" y="12"/>
                    </a:cubicBezTo>
                    <a:cubicBezTo>
                      <a:pt x="13" y="10"/>
                      <a:pt x="14" y="7"/>
                      <a:pt x="12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6" name="Freeform 3150">
                <a:extLst>
                  <a:ext uri="{FF2B5EF4-FFF2-40B4-BE49-F238E27FC236}">
                    <a16:creationId xmlns:a16="http://schemas.microsoft.com/office/drawing/2014/main" id="{E4D4F907-E780-47D1-A4C0-BC3DEBCA9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648"/>
                <a:ext cx="13" cy="11"/>
              </a:xfrm>
              <a:custGeom>
                <a:avLst/>
                <a:gdLst>
                  <a:gd name="T0" fmla="*/ 1196 w 5"/>
                  <a:gd name="T1" fmla="*/ 462 h 4"/>
                  <a:gd name="T2" fmla="*/ 595 w 5"/>
                  <a:gd name="T3" fmla="*/ 0 h 4"/>
                  <a:gd name="T4" fmla="*/ 372 w 5"/>
                  <a:gd name="T5" fmla="*/ 1271 h 4"/>
                  <a:gd name="T6" fmla="*/ 1196 w 5"/>
                  <a:gd name="T7" fmla="*/ 1724 h 4"/>
                  <a:gd name="T8" fmla="*/ 1196 w 5"/>
                  <a:gd name="T9" fmla="*/ 46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4"/>
                      <a:pt x="3" y="4"/>
                      <a:pt x="4" y="4"/>
                    </a:cubicBezTo>
                    <a:cubicBezTo>
                      <a:pt x="5" y="3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7" name="Freeform 3151">
                <a:extLst>
                  <a:ext uri="{FF2B5EF4-FFF2-40B4-BE49-F238E27FC236}">
                    <a16:creationId xmlns:a16="http://schemas.microsoft.com/office/drawing/2014/main" id="{4E1AFEC0-359F-4166-B86A-BE6A20F69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1669"/>
                <a:ext cx="33" cy="35"/>
              </a:xfrm>
              <a:custGeom>
                <a:avLst/>
                <a:gdLst>
                  <a:gd name="T0" fmla="*/ 3158 w 13"/>
                  <a:gd name="T1" fmla="*/ 1580 h 13"/>
                  <a:gd name="T2" fmla="*/ 1031 w 13"/>
                  <a:gd name="T3" fmla="*/ 681 h 13"/>
                  <a:gd name="T4" fmla="*/ 541 w 13"/>
                  <a:gd name="T5" fmla="*/ 3842 h 13"/>
                  <a:gd name="T6" fmla="*/ 2404 w 13"/>
                  <a:gd name="T7" fmla="*/ 4531 h 13"/>
                  <a:gd name="T8" fmla="*/ 3158 w 13"/>
                  <a:gd name="T9" fmla="*/ 15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4"/>
                    </a:moveTo>
                    <a:cubicBezTo>
                      <a:pt x="10" y="1"/>
                      <a:pt x="7" y="0"/>
                      <a:pt x="4" y="2"/>
                    </a:cubicBezTo>
                    <a:cubicBezTo>
                      <a:pt x="1" y="3"/>
                      <a:pt x="0" y="7"/>
                      <a:pt x="2" y="10"/>
                    </a:cubicBezTo>
                    <a:cubicBezTo>
                      <a:pt x="3" y="12"/>
                      <a:pt x="7" y="13"/>
                      <a:pt x="9" y="12"/>
                    </a:cubicBezTo>
                    <a:cubicBezTo>
                      <a:pt x="12" y="10"/>
                      <a:pt x="13" y="7"/>
                      <a:pt x="12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8" name="Freeform 3152">
                <a:extLst>
                  <a:ext uri="{FF2B5EF4-FFF2-40B4-BE49-F238E27FC236}">
                    <a16:creationId xmlns:a16="http://schemas.microsoft.com/office/drawing/2014/main" id="{CF42D866-9882-498E-B111-6A1D934D1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1677"/>
                <a:ext cx="12" cy="11"/>
              </a:xfrm>
              <a:custGeom>
                <a:avLst/>
                <a:gdLst>
                  <a:gd name="T0" fmla="*/ 802 w 5"/>
                  <a:gd name="T1" fmla="*/ 462 h 4"/>
                  <a:gd name="T2" fmla="*/ 168 w 5"/>
                  <a:gd name="T3" fmla="*/ 0 h 4"/>
                  <a:gd name="T4" fmla="*/ 168 w 5"/>
                  <a:gd name="T5" fmla="*/ 1271 h 4"/>
                  <a:gd name="T6" fmla="*/ 564 w 5"/>
                  <a:gd name="T7" fmla="*/ 1724 h 4"/>
                  <a:gd name="T8" fmla="*/ 802 w 5"/>
                  <a:gd name="T9" fmla="*/ 46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9" name="Freeform 3153">
                <a:extLst>
                  <a:ext uri="{FF2B5EF4-FFF2-40B4-BE49-F238E27FC236}">
                    <a16:creationId xmlns:a16="http://schemas.microsoft.com/office/drawing/2014/main" id="{8CB0B4FE-01DA-45A4-A3F3-26D46C3D2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1405"/>
                <a:ext cx="115" cy="102"/>
              </a:xfrm>
              <a:custGeom>
                <a:avLst/>
                <a:gdLst>
                  <a:gd name="T0" fmla="*/ 0 w 46"/>
                  <a:gd name="T1" fmla="*/ 6383 h 38"/>
                  <a:gd name="T2" fmla="*/ 3438 w 46"/>
                  <a:gd name="T3" fmla="*/ 10439 h 38"/>
                  <a:gd name="T4" fmla="*/ 10283 w 46"/>
                  <a:gd name="T5" fmla="*/ 4467 h 38"/>
                  <a:gd name="T6" fmla="*/ 10083 w 46"/>
                  <a:gd name="T7" fmla="*/ 0 h 38"/>
                  <a:gd name="T8" fmla="*/ 10750 w 46"/>
                  <a:gd name="T9" fmla="*/ 6694 h 38"/>
                  <a:gd name="T10" fmla="*/ 3908 w 46"/>
                  <a:gd name="T11" fmla="*/ 12667 h 38"/>
                  <a:gd name="T12" fmla="*/ 0 w 46"/>
                  <a:gd name="T13" fmla="*/ 638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8">
                    <a:moveTo>
                      <a:pt x="0" y="17"/>
                    </a:moveTo>
                    <a:cubicBezTo>
                      <a:pt x="6" y="25"/>
                      <a:pt x="9" y="26"/>
                      <a:pt x="14" y="28"/>
                    </a:cubicBezTo>
                    <a:cubicBezTo>
                      <a:pt x="29" y="32"/>
                      <a:pt x="39" y="24"/>
                      <a:pt x="42" y="12"/>
                    </a:cubicBezTo>
                    <a:cubicBezTo>
                      <a:pt x="43" y="8"/>
                      <a:pt x="42" y="3"/>
                      <a:pt x="41" y="0"/>
                    </a:cubicBezTo>
                    <a:cubicBezTo>
                      <a:pt x="45" y="5"/>
                      <a:pt x="46" y="12"/>
                      <a:pt x="44" y="18"/>
                    </a:cubicBezTo>
                    <a:cubicBezTo>
                      <a:pt x="41" y="31"/>
                      <a:pt x="28" y="38"/>
                      <a:pt x="16" y="34"/>
                    </a:cubicBezTo>
                    <a:cubicBezTo>
                      <a:pt x="8" y="32"/>
                      <a:pt x="2" y="25"/>
                      <a:pt x="0" y="17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0" name="Freeform 3154">
                <a:extLst>
                  <a:ext uri="{FF2B5EF4-FFF2-40B4-BE49-F238E27FC236}">
                    <a16:creationId xmlns:a16="http://schemas.microsoft.com/office/drawing/2014/main" id="{C920929D-0152-4DF4-AF43-535A1853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8" y="1363"/>
                <a:ext cx="142" cy="154"/>
              </a:xfrm>
              <a:custGeom>
                <a:avLst/>
                <a:gdLst>
                  <a:gd name="T0" fmla="*/ 653 w 57"/>
                  <a:gd name="T1" fmla="*/ 7658 h 58"/>
                  <a:gd name="T2" fmla="*/ 8366 w 57"/>
                  <a:gd name="T3" fmla="*/ 1439 h 58"/>
                  <a:gd name="T4" fmla="*/ 12680 w 57"/>
                  <a:gd name="T5" fmla="*/ 12676 h 58"/>
                  <a:gd name="T6" fmla="*/ 5276 w 57"/>
                  <a:gd name="T7" fmla="*/ 18886 h 58"/>
                  <a:gd name="T8" fmla="*/ 653 w 57"/>
                  <a:gd name="T9" fmla="*/ 765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8">
                    <a:moveTo>
                      <a:pt x="3" y="22"/>
                    </a:moveTo>
                    <a:cubicBezTo>
                      <a:pt x="7" y="8"/>
                      <a:pt x="21" y="0"/>
                      <a:pt x="35" y="4"/>
                    </a:cubicBezTo>
                    <a:cubicBezTo>
                      <a:pt x="49" y="8"/>
                      <a:pt x="57" y="22"/>
                      <a:pt x="53" y="36"/>
                    </a:cubicBezTo>
                    <a:cubicBezTo>
                      <a:pt x="50" y="50"/>
                      <a:pt x="35" y="58"/>
                      <a:pt x="22" y="54"/>
                    </a:cubicBezTo>
                    <a:cubicBezTo>
                      <a:pt x="8" y="50"/>
                      <a:pt x="0" y="36"/>
                      <a:pt x="3" y="2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1" name="Freeform 3155">
                <a:extLst>
                  <a:ext uri="{FF2B5EF4-FFF2-40B4-BE49-F238E27FC236}">
                    <a16:creationId xmlns:a16="http://schemas.microsoft.com/office/drawing/2014/main" id="{887BA39C-FFDD-4750-B86A-2CAFA485C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8" y="1456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2" name="Freeform 3156">
                <a:extLst>
                  <a:ext uri="{FF2B5EF4-FFF2-40B4-BE49-F238E27FC236}">
                    <a16:creationId xmlns:a16="http://schemas.microsoft.com/office/drawing/2014/main" id="{4A720EF6-BABD-4A9F-B99E-6DB4B5EF2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485"/>
                <a:ext cx="63" cy="67"/>
              </a:xfrm>
              <a:custGeom>
                <a:avLst/>
                <a:gdLst>
                  <a:gd name="T0" fmla="*/ 1809 w 25"/>
                  <a:gd name="T1" fmla="*/ 1077 h 25"/>
                  <a:gd name="T2" fmla="*/ 5602 w 25"/>
                  <a:gd name="T3" fmla="*/ 2637 h 25"/>
                  <a:gd name="T4" fmla="*/ 4559 w 25"/>
                  <a:gd name="T5" fmla="*/ 8145 h 25"/>
                  <a:gd name="T6" fmla="*/ 801 w 25"/>
                  <a:gd name="T7" fmla="*/ 6657 h 25"/>
                  <a:gd name="T8" fmla="*/ 1809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2"/>
                      <a:pt x="1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3" name="Freeform 3157">
                <a:extLst>
                  <a:ext uri="{FF2B5EF4-FFF2-40B4-BE49-F238E27FC236}">
                    <a16:creationId xmlns:a16="http://schemas.microsoft.com/office/drawing/2014/main" id="{DC0E0A11-5929-4EB6-872A-ECE053BAF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1515"/>
                <a:ext cx="65" cy="66"/>
              </a:xfrm>
              <a:custGeom>
                <a:avLst/>
                <a:gdLst>
                  <a:gd name="T0" fmla="*/ 1958 w 26"/>
                  <a:gd name="T1" fmla="*/ 1011 h 25"/>
                  <a:gd name="T2" fmla="*/ 5675 w 26"/>
                  <a:gd name="T3" fmla="*/ 2334 h 25"/>
                  <a:gd name="T4" fmla="*/ 4425 w 26"/>
                  <a:gd name="T5" fmla="*/ 7437 h 25"/>
                  <a:gd name="T6" fmla="*/ 783 w 26"/>
                  <a:gd name="T7" fmla="*/ 6162 h 25"/>
                  <a:gd name="T8" fmla="*/ 1958 w 26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8" y="3"/>
                    </a:moveTo>
                    <a:cubicBezTo>
                      <a:pt x="13" y="0"/>
                      <a:pt x="20" y="2"/>
                      <a:pt x="23" y="7"/>
                    </a:cubicBezTo>
                    <a:cubicBezTo>
                      <a:pt x="26" y="12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2"/>
                      <a:pt x="2" y="6"/>
                      <a:pt x="8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4" name="Freeform 3158">
                <a:extLst>
                  <a:ext uri="{FF2B5EF4-FFF2-40B4-BE49-F238E27FC236}">
                    <a16:creationId xmlns:a16="http://schemas.microsoft.com/office/drawing/2014/main" id="{DB91AA56-9774-460C-8A23-89E458C87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544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3" y="0"/>
                      <a:pt x="19" y="1"/>
                      <a:pt x="22" y="7"/>
                    </a:cubicBezTo>
                    <a:cubicBezTo>
                      <a:pt x="25" y="12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5" name="Freeform 3159">
                <a:extLst>
                  <a:ext uri="{FF2B5EF4-FFF2-40B4-BE49-F238E27FC236}">
                    <a16:creationId xmlns:a16="http://schemas.microsoft.com/office/drawing/2014/main" id="{D8B8AA5B-76A8-4EF8-9404-1A3EB3934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8" y="1571"/>
                <a:ext cx="62" cy="66"/>
              </a:xfrm>
              <a:custGeom>
                <a:avLst/>
                <a:gdLst>
                  <a:gd name="T0" fmla="*/ 1587 w 25"/>
                  <a:gd name="T1" fmla="*/ 1011 h 25"/>
                  <a:gd name="T2" fmla="*/ 5141 w 25"/>
                  <a:gd name="T3" fmla="*/ 2334 h 25"/>
                  <a:gd name="T4" fmla="*/ 4238 w 25"/>
                  <a:gd name="T5" fmla="*/ 7437 h 25"/>
                  <a:gd name="T6" fmla="*/ 640 w 25"/>
                  <a:gd name="T7" fmla="*/ 6162 h 25"/>
                  <a:gd name="T8" fmla="*/ 1587 w 25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3"/>
                      <a:pt x="23" y="19"/>
                      <a:pt x="18" y="22"/>
                    </a:cubicBezTo>
                    <a:cubicBezTo>
                      <a:pt x="12" y="25"/>
                      <a:pt x="6" y="24"/>
                      <a:pt x="3" y="18"/>
                    </a:cubicBezTo>
                    <a:cubicBezTo>
                      <a:pt x="0" y="13"/>
                      <a:pt x="1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6" name="Freeform 3160">
                <a:extLst>
                  <a:ext uri="{FF2B5EF4-FFF2-40B4-BE49-F238E27FC236}">
                    <a16:creationId xmlns:a16="http://schemas.microsoft.com/office/drawing/2014/main" id="{C00F5336-F049-4372-830E-C241A5F08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1600"/>
                <a:ext cx="65" cy="67"/>
              </a:xfrm>
              <a:custGeom>
                <a:avLst/>
                <a:gdLst>
                  <a:gd name="T0" fmla="*/ 1958 w 26"/>
                  <a:gd name="T1" fmla="*/ 1077 h 25"/>
                  <a:gd name="T2" fmla="*/ 5675 w 26"/>
                  <a:gd name="T3" fmla="*/ 2637 h 25"/>
                  <a:gd name="T4" fmla="*/ 4425 w 26"/>
                  <a:gd name="T5" fmla="*/ 8145 h 25"/>
                  <a:gd name="T6" fmla="*/ 783 w 26"/>
                  <a:gd name="T7" fmla="*/ 6657 h 25"/>
                  <a:gd name="T8" fmla="*/ 1958 w 26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8" y="3"/>
                    </a:moveTo>
                    <a:cubicBezTo>
                      <a:pt x="13" y="0"/>
                      <a:pt x="20" y="2"/>
                      <a:pt x="23" y="7"/>
                    </a:cubicBezTo>
                    <a:cubicBezTo>
                      <a:pt x="26" y="13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8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7" name="Freeform 3161">
                <a:extLst>
                  <a:ext uri="{FF2B5EF4-FFF2-40B4-BE49-F238E27FC236}">
                    <a16:creationId xmlns:a16="http://schemas.microsoft.com/office/drawing/2014/main" id="{E5FA0267-EB18-4651-8A2B-341E1C6F3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629"/>
                <a:ext cx="63" cy="67"/>
              </a:xfrm>
              <a:custGeom>
                <a:avLst/>
                <a:gdLst>
                  <a:gd name="T0" fmla="*/ 1809 w 25"/>
                  <a:gd name="T1" fmla="*/ 1077 h 25"/>
                  <a:gd name="T2" fmla="*/ 5602 w 25"/>
                  <a:gd name="T3" fmla="*/ 2637 h 25"/>
                  <a:gd name="T4" fmla="*/ 4559 w 25"/>
                  <a:gd name="T5" fmla="*/ 8145 h 25"/>
                  <a:gd name="T6" fmla="*/ 801 w 25"/>
                  <a:gd name="T7" fmla="*/ 6657 h 25"/>
                  <a:gd name="T8" fmla="*/ 1809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3" y="0"/>
                      <a:pt x="19" y="2"/>
                      <a:pt x="22" y="7"/>
                    </a:cubicBezTo>
                    <a:cubicBezTo>
                      <a:pt x="25" y="12"/>
                      <a:pt x="24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8" name="Freeform 3162">
                <a:extLst>
                  <a:ext uri="{FF2B5EF4-FFF2-40B4-BE49-F238E27FC236}">
                    <a16:creationId xmlns:a16="http://schemas.microsoft.com/office/drawing/2014/main" id="{8304E4ED-8E65-4451-9D2F-8865A408A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464"/>
                <a:ext cx="145" cy="155"/>
              </a:xfrm>
              <a:custGeom>
                <a:avLst/>
                <a:gdLst>
                  <a:gd name="T0" fmla="*/ 988 w 58"/>
                  <a:gd name="T1" fmla="*/ 8055 h 58"/>
                  <a:gd name="T2" fmla="*/ 8800 w 58"/>
                  <a:gd name="T3" fmla="*/ 1486 h 58"/>
                  <a:gd name="T4" fmla="*/ 13208 w 58"/>
                  <a:gd name="T5" fmla="*/ 13114 h 58"/>
                  <a:gd name="T6" fmla="*/ 5395 w 58"/>
                  <a:gd name="T7" fmla="*/ 19640 h 58"/>
                  <a:gd name="T8" fmla="*/ 988 w 58"/>
                  <a:gd name="T9" fmla="*/ 805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4" y="22"/>
                    </a:moveTo>
                    <a:cubicBezTo>
                      <a:pt x="8" y="8"/>
                      <a:pt x="22" y="0"/>
                      <a:pt x="36" y="4"/>
                    </a:cubicBezTo>
                    <a:cubicBezTo>
                      <a:pt x="50" y="8"/>
                      <a:pt x="58" y="22"/>
                      <a:pt x="54" y="36"/>
                    </a:cubicBezTo>
                    <a:cubicBezTo>
                      <a:pt x="50" y="50"/>
                      <a:pt x="36" y="58"/>
                      <a:pt x="22" y="54"/>
                    </a:cubicBezTo>
                    <a:cubicBezTo>
                      <a:pt x="8" y="50"/>
                      <a:pt x="0" y="36"/>
                      <a:pt x="4" y="22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9" name="Freeform 3163">
                <a:extLst>
                  <a:ext uri="{FF2B5EF4-FFF2-40B4-BE49-F238E27FC236}">
                    <a16:creationId xmlns:a16="http://schemas.microsoft.com/office/drawing/2014/main" id="{72660E3E-FC10-44B2-9652-CB49DA9AC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259"/>
                <a:ext cx="58" cy="64"/>
              </a:xfrm>
              <a:custGeom>
                <a:avLst/>
                <a:gdLst>
                  <a:gd name="T0" fmla="*/ 3561 w 23"/>
                  <a:gd name="T1" fmla="*/ 1459 h 24"/>
                  <a:gd name="T2" fmla="*/ 3561 w 23"/>
                  <a:gd name="T3" fmla="*/ 397 h 24"/>
                  <a:gd name="T4" fmla="*/ 1813 w 23"/>
                  <a:gd name="T5" fmla="*/ 661 h 24"/>
                  <a:gd name="T6" fmla="*/ 802 w 23"/>
                  <a:gd name="T7" fmla="*/ 6067 h 24"/>
                  <a:gd name="T8" fmla="*/ 4572 w 23"/>
                  <a:gd name="T9" fmla="*/ 7531 h 24"/>
                  <a:gd name="T10" fmla="*/ 5901 w 23"/>
                  <a:gd name="T11" fmla="*/ 5824 h 24"/>
                  <a:gd name="T12" fmla="*/ 3561 w 23"/>
                  <a:gd name="T13" fmla="*/ 145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4" y="4"/>
                    </a:moveTo>
                    <a:cubicBezTo>
                      <a:pt x="14" y="3"/>
                      <a:pt x="14" y="2"/>
                      <a:pt x="14" y="1"/>
                    </a:cubicBezTo>
                    <a:cubicBezTo>
                      <a:pt x="12" y="0"/>
                      <a:pt x="9" y="1"/>
                      <a:pt x="7" y="2"/>
                    </a:cubicBezTo>
                    <a:cubicBezTo>
                      <a:pt x="2" y="5"/>
                      <a:pt x="0" y="12"/>
                      <a:pt x="3" y="17"/>
                    </a:cubicBezTo>
                    <a:cubicBezTo>
                      <a:pt x="6" y="22"/>
                      <a:pt x="13" y="24"/>
                      <a:pt x="18" y="21"/>
                    </a:cubicBezTo>
                    <a:cubicBezTo>
                      <a:pt x="20" y="20"/>
                      <a:pt x="22" y="18"/>
                      <a:pt x="23" y="16"/>
                    </a:cubicBezTo>
                    <a:cubicBezTo>
                      <a:pt x="19" y="14"/>
                      <a:pt x="15" y="9"/>
                      <a:pt x="14" y="4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0" name="Freeform 3164">
                <a:extLst>
                  <a:ext uri="{FF2B5EF4-FFF2-40B4-BE49-F238E27FC236}">
                    <a16:creationId xmlns:a16="http://schemas.microsoft.com/office/drawing/2014/main" id="{7560D722-284C-409F-A7A9-77237DE11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285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3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1" name="Freeform 3165">
                <a:extLst>
                  <a:ext uri="{FF2B5EF4-FFF2-40B4-BE49-F238E27FC236}">
                    <a16:creationId xmlns:a16="http://schemas.microsoft.com/office/drawing/2014/main" id="{B7AA5960-45F1-4B39-B956-23EDF5A2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315"/>
                <a:ext cx="63" cy="66"/>
              </a:xfrm>
              <a:custGeom>
                <a:avLst/>
                <a:gdLst>
                  <a:gd name="T0" fmla="*/ 1809 w 25"/>
                  <a:gd name="T1" fmla="*/ 1011 h 25"/>
                  <a:gd name="T2" fmla="*/ 5602 w 25"/>
                  <a:gd name="T3" fmla="*/ 2334 h 25"/>
                  <a:gd name="T4" fmla="*/ 4559 w 25"/>
                  <a:gd name="T5" fmla="*/ 7437 h 25"/>
                  <a:gd name="T6" fmla="*/ 801 w 25"/>
                  <a:gd name="T7" fmla="*/ 6162 h 25"/>
                  <a:gd name="T8" fmla="*/ 1809 w 25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2" name="Freeform 3166">
                <a:extLst>
                  <a:ext uri="{FF2B5EF4-FFF2-40B4-BE49-F238E27FC236}">
                    <a16:creationId xmlns:a16="http://schemas.microsoft.com/office/drawing/2014/main" id="{AF740828-A1AF-4558-B00B-3273255A0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344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3" name="Freeform 3167">
                <a:extLst>
                  <a:ext uri="{FF2B5EF4-FFF2-40B4-BE49-F238E27FC236}">
                    <a16:creationId xmlns:a16="http://schemas.microsoft.com/office/drawing/2014/main" id="{59EF90DE-E962-452B-AC43-CFD10F9A1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371"/>
                <a:ext cx="63" cy="69"/>
              </a:xfrm>
              <a:custGeom>
                <a:avLst/>
                <a:gdLst>
                  <a:gd name="T0" fmla="*/ 1809 w 25"/>
                  <a:gd name="T1" fmla="*/ 1048 h 26"/>
                  <a:gd name="T2" fmla="*/ 5602 w 25"/>
                  <a:gd name="T3" fmla="*/ 2781 h 26"/>
                  <a:gd name="T4" fmla="*/ 4559 w 25"/>
                  <a:gd name="T5" fmla="*/ 8036 h 26"/>
                  <a:gd name="T6" fmla="*/ 801 w 25"/>
                  <a:gd name="T7" fmla="*/ 6298 h 26"/>
                  <a:gd name="T8" fmla="*/ 1809 w 25"/>
                  <a:gd name="T9" fmla="*/ 104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7" y="3"/>
                    </a:moveTo>
                    <a:cubicBezTo>
                      <a:pt x="12" y="0"/>
                      <a:pt x="19" y="2"/>
                      <a:pt x="22" y="8"/>
                    </a:cubicBezTo>
                    <a:cubicBezTo>
                      <a:pt x="25" y="13"/>
                      <a:pt x="23" y="20"/>
                      <a:pt x="18" y="23"/>
                    </a:cubicBezTo>
                    <a:cubicBezTo>
                      <a:pt x="13" y="26"/>
                      <a:pt x="6" y="24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4" name="Freeform 3168">
                <a:extLst>
                  <a:ext uri="{FF2B5EF4-FFF2-40B4-BE49-F238E27FC236}">
                    <a16:creationId xmlns:a16="http://schemas.microsoft.com/office/drawing/2014/main" id="{80AE0F9F-E4AF-43C5-BC86-9BBD2BB02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400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3"/>
                      <a:pt x="23" y="19"/>
                      <a:pt x="18" y="22"/>
                    </a:cubicBezTo>
                    <a:cubicBezTo>
                      <a:pt x="13" y="25"/>
                      <a:pt x="6" y="24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5" name="Freeform 3169">
                <a:extLst>
                  <a:ext uri="{FF2B5EF4-FFF2-40B4-BE49-F238E27FC236}">
                    <a16:creationId xmlns:a16="http://schemas.microsoft.com/office/drawing/2014/main" id="{F1C3BF40-351B-44E0-9976-71D85E5DA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429"/>
                <a:ext cx="63" cy="67"/>
              </a:xfrm>
              <a:custGeom>
                <a:avLst/>
                <a:gdLst>
                  <a:gd name="T0" fmla="*/ 1809 w 25"/>
                  <a:gd name="T1" fmla="*/ 1077 h 25"/>
                  <a:gd name="T2" fmla="*/ 5602 w 25"/>
                  <a:gd name="T3" fmla="*/ 2637 h 25"/>
                  <a:gd name="T4" fmla="*/ 4559 w 25"/>
                  <a:gd name="T5" fmla="*/ 8145 h 25"/>
                  <a:gd name="T6" fmla="*/ 801 w 25"/>
                  <a:gd name="T7" fmla="*/ 6657 h 25"/>
                  <a:gd name="T8" fmla="*/ 1809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3"/>
                      <a:pt x="23" y="19"/>
                      <a:pt x="18" y="22"/>
                    </a:cubicBezTo>
                    <a:cubicBezTo>
                      <a:pt x="12" y="25"/>
                      <a:pt x="6" y="24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6" name="Freeform 3170">
                <a:extLst>
                  <a:ext uri="{FF2B5EF4-FFF2-40B4-BE49-F238E27FC236}">
                    <a16:creationId xmlns:a16="http://schemas.microsoft.com/office/drawing/2014/main" id="{205D944E-20DA-41BE-89F2-41096B27B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459"/>
                <a:ext cx="62" cy="66"/>
              </a:xfrm>
              <a:custGeom>
                <a:avLst/>
                <a:gdLst>
                  <a:gd name="T0" fmla="*/ 1587 w 25"/>
                  <a:gd name="T1" fmla="*/ 1011 h 25"/>
                  <a:gd name="T2" fmla="*/ 5141 w 25"/>
                  <a:gd name="T3" fmla="*/ 2334 h 25"/>
                  <a:gd name="T4" fmla="*/ 4238 w 25"/>
                  <a:gd name="T5" fmla="*/ 7437 h 25"/>
                  <a:gd name="T6" fmla="*/ 640 w 25"/>
                  <a:gd name="T7" fmla="*/ 6162 h 25"/>
                  <a:gd name="T8" fmla="*/ 1587 w 25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3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3"/>
                      <a:pt x="1" y="6"/>
                      <a:pt x="7" y="3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7" name="Freeform 3171">
                <a:extLst>
                  <a:ext uri="{FF2B5EF4-FFF2-40B4-BE49-F238E27FC236}">
                    <a16:creationId xmlns:a16="http://schemas.microsoft.com/office/drawing/2014/main" id="{078FB429-0C78-4D5B-98A7-02F22FCAB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483"/>
                <a:ext cx="75" cy="80"/>
              </a:xfrm>
              <a:custGeom>
                <a:avLst/>
                <a:gdLst>
                  <a:gd name="T0" fmla="*/ 4688 w 30"/>
                  <a:gd name="T1" fmla="*/ 661 h 30"/>
                  <a:gd name="T2" fmla="*/ 520 w 30"/>
                  <a:gd name="T3" fmla="*/ 4301 h 30"/>
                  <a:gd name="T4" fmla="*/ 2738 w 30"/>
                  <a:gd name="T5" fmla="*/ 10104 h 30"/>
                  <a:gd name="T6" fmla="*/ 6845 w 30"/>
                  <a:gd name="T7" fmla="*/ 6883 h 30"/>
                  <a:gd name="T8" fmla="*/ 4688 w 30"/>
                  <a:gd name="T9" fmla="*/ 66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19" y="2"/>
                    </a:moveTo>
                    <a:cubicBezTo>
                      <a:pt x="11" y="0"/>
                      <a:pt x="4" y="4"/>
                      <a:pt x="2" y="12"/>
                    </a:cubicBezTo>
                    <a:cubicBezTo>
                      <a:pt x="0" y="19"/>
                      <a:pt x="4" y="26"/>
                      <a:pt x="11" y="28"/>
                    </a:cubicBezTo>
                    <a:cubicBezTo>
                      <a:pt x="19" y="30"/>
                      <a:pt x="26" y="26"/>
                      <a:pt x="28" y="19"/>
                    </a:cubicBezTo>
                    <a:cubicBezTo>
                      <a:pt x="30" y="11"/>
                      <a:pt x="26" y="4"/>
                      <a:pt x="19" y="2"/>
                    </a:cubicBezTo>
                    <a:close/>
                  </a:path>
                </a:pathLst>
              </a:cu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8" name="Freeform 3172">
                <a:extLst>
                  <a:ext uri="{FF2B5EF4-FFF2-40B4-BE49-F238E27FC236}">
                    <a16:creationId xmlns:a16="http://schemas.microsoft.com/office/drawing/2014/main" id="{9482B552-4F7E-48F2-8B6C-5377FF155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499"/>
                <a:ext cx="25" cy="26"/>
              </a:xfrm>
              <a:custGeom>
                <a:avLst/>
                <a:gdLst>
                  <a:gd name="T0" fmla="*/ 1488 w 10"/>
                  <a:gd name="T1" fmla="*/ 0 h 10"/>
                  <a:gd name="T2" fmla="*/ 0 w 10"/>
                  <a:gd name="T3" fmla="*/ 1196 h 10"/>
                  <a:gd name="T4" fmla="*/ 988 w 10"/>
                  <a:gd name="T5" fmla="*/ 2746 h 10"/>
                  <a:gd name="T6" fmla="*/ 2270 w 10"/>
                  <a:gd name="T7" fmla="*/ 1914 h 10"/>
                  <a:gd name="T8" fmla="*/ 1488 w 10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cubicBezTo>
                      <a:pt x="4" y="0"/>
                      <a:pt x="1" y="1"/>
                      <a:pt x="0" y="4"/>
                    </a:cubicBezTo>
                    <a:cubicBezTo>
                      <a:pt x="0" y="6"/>
                      <a:pt x="1" y="9"/>
                      <a:pt x="4" y="9"/>
                    </a:cubicBezTo>
                    <a:cubicBezTo>
                      <a:pt x="6" y="10"/>
                      <a:pt x="9" y="8"/>
                      <a:pt x="9" y="6"/>
                    </a:cubicBezTo>
                    <a:cubicBezTo>
                      <a:pt x="10" y="4"/>
                      <a:pt x="9" y="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9" name="Freeform 3173">
                <a:extLst>
                  <a:ext uri="{FF2B5EF4-FFF2-40B4-BE49-F238E27FC236}">
                    <a16:creationId xmlns:a16="http://schemas.microsoft.com/office/drawing/2014/main" id="{2B000204-3633-4366-9835-40872B668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96"/>
                <a:ext cx="32" cy="35"/>
              </a:xfrm>
              <a:custGeom>
                <a:avLst/>
                <a:gdLst>
                  <a:gd name="T0" fmla="*/ 2715 w 13"/>
                  <a:gd name="T1" fmla="*/ 1152 h 13"/>
                  <a:gd name="T2" fmla="*/ 928 w 13"/>
                  <a:gd name="T3" fmla="*/ 428 h 13"/>
                  <a:gd name="T4" fmla="*/ 448 w 13"/>
                  <a:gd name="T5" fmla="*/ 3414 h 13"/>
                  <a:gd name="T6" fmla="*/ 2284 w 13"/>
                  <a:gd name="T7" fmla="*/ 4254 h 13"/>
                  <a:gd name="T8" fmla="*/ 2715 w 13"/>
                  <a:gd name="T9" fmla="*/ 115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3"/>
                    </a:moveTo>
                    <a:cubicBezTo>
                      <a:pt x="10" y="0"/>
                      <a:pt x="7" y="0"/>
                      <a:pt x="4" y="1"/>
                    </a:cubicBezTo>
                    <a:cubicBezTo>
                      <a:pt x="1" y="3"/>
                      <a:pt x="0" y="6"/>
                      <a:pt x="2" y="9"/>
                    </a:cubicBezTo>
                    <a:cubicBezTo>
                      <a:pt x="3" y="12"/>
                      <a:pt x="7" y="13"/>
                      <a:pt x="10" y="11"/>
                    </a:cubicBezTo>
                    <a:cubicBezTo>
                      <a:pt x="12" y="10"/>
                      <a:pt x="13" y="6"/>
                      <a:pt x="12" y="3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0" name="Freeform 3174">
                <a:extLst>
                  <a:ext uri="{FF2B5EF4-FFF2-40B4-BE49-F238E27FC236}">
                    <a16:creationId xmlns:a16="http://schemas.microsoft.com/office/drawing/2014/main" id="{5FA43072-3B3B-42F4-9DBF-941014A59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301"/>
                <a:ext cx="13" cy="11"/>
              </a:xfrm>
              <a:custGeom>
                <a:avLst/>
                <a:gdLst>
                  <a:gd name="T0" fmla="*/ 1196 w 5"/>
                  <a:gd name="T1" fmla="*/ 462 h 4"/>
                  <a:gd name="T2" fmla="*/ 595 w 5"/>
                  <a:gd name="T3" fmla="*/ 462 h 4"/>
                  <a:gd name="T4" fmla="*/ 372 w 5"/>
                  <a:gd name="T5" fmla="*/ 1271 h 4"/>
                  <a:gd name="T6" fmla="*/ 967 w 5"/>
                  <a:gd name="T7" fmla="*/ 1724 h 4"/>
                  <a:gd name="T8" fmla="*/ 1196 w 5"/>
                  <a:gd name="T9" fmla="*/ 46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4" y="0"/>
                      <a:pt x="2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4"/>
                      <a:pt x="3" y="4"/>
                      <a:pt x="3" y="4"/>
                    </a:cubicBezTo>
                    <a:cubicBezTo>
                      <a:pt x="4" y="3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1" name="Freeform 3175">
                <a:extLst>
                  <a:ext uri="{FF2B5EF4-FFF2-40B4-BE49-F238E27FC236}">
                    <a16:creationId xmlns:a16="http://schemas.microsoft.com/office/drawing/2014/main" id="{FD59C42F-52E6-4710-A83A-1B4BE8796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325"/>
                <a:ext cx="32" cy="35"/>
              </a:xfrm>
              <a:custGeom>
                <a:avLst/>
                <a:gdLst>
                  <a:gd name="T0" fmla="*/ 2715 w 13"/>
                  <a:gd name="T1" fmla="*/ 1580 h 13"/>
                  <a:gd name="T2" fmla="*/ 928 w 13"/>
                  <a:gd name="T3" fmla="*/ 428 h 13"/>
                  <a:gd name="T4" fmla="*/ 448 w 13"/>
                  <a:gd name="T5" fmla="*/ 3414 h 13"/>
                  <a:gd name="T6" fmla="*/ 2284 w 13"/>
                  <a:gd name="T7" fmla="*/ 4531 h 13"/>
                  <a:gd name="T8" fmla="*/ 2715 w 13"/>
                  <a:gd name="T9" fmla="*/ 15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4"/>
                    </a:moveTo>
                    <a:cubicBezTo>
                      <a:pt x="10" y="1"/>
                      <a:pt x="7" y="0"/>
                      <a:pt x="4" y="1"/>
                    </a:cubicBezTo>
                    <a:cubicBezTo>
                      <a:pt x="1" y="3"/>
                      <a:pt x="0" y="7"/>
                      <a:pt x="2" y="9"/>
                    </a:cubicBezTo>
                    <a:cubicBezTo>
                      <a:pt x="3" y="12"/>
                      <a:pt x="7" y="13"/>
                      <a:pt x="10" y="12"/>
                    </a:cubicBezTo>
                    <a:cubicBezTo>
                      <a:pt x="12" y="10"/>
                      <a:pt x="13" y="6"/>
                      <a:pt x="12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2" name="Freeform 3176">
                <a:extLst>
                  <a:ext uri="{FF2B5EF4-FFF2-40B4-BE49-F238E27FC236}">
                    <a16:creationId xmlns:a16="http://schemas.microsoft.com/office/drawing/2014/main" id="{FF7B5333-CBFD-42CB-9190-C7841F956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331"/>
                <a:ext cx="13" cy="13"/>
              </a:xfrm>
              <a:custGeom>
                <a:avLst/>
                <a:gdLst>
                  <a:gd name="T0" fmla="*/ 1196 w 5"/>
                  <a:gd name="T1" fmla="*/ 595 h 5"/>
                  <a:gd name="T2" fmla="*/ 595 w 5"/>
                  <a:gd name="T3" fmla="*/ 372 h 5"/>
                  <a:gd name="T4" fmla="*/ 372 w 5"/>
                  <a:gd name="T5" fmla="*/ 1196 h 5"/>
                  <a:gd name="T6" fmla="*/ 967 w 5"/>
                  <a:gd name="T7" fmla="*/ 1196 h 5"/>
                  <a:gd name="T8" fmla="*/ 1196 w 5"/>
                  <a:gd name="T9" fmla="*/ 59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4" y="1"/>
                      <a:pt x="2" y="0"/>
                      <a:pt x="2" y="1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1" y="5"/>
                      <a:pt x="3" y="5"/>
                      <a:pt x="3" y="4"/>
                    </a:cubicBezTo>
                    <a:cubicBezTo>
                      <a:pt x="4" y="4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3" name="Freeform 3177">
                <a:extLst>
                  <a:ext uri="{FF2B5EF4-FFF2-40B4-BE49-F238E27FC236}">
                    <a16:creationId xmlns:a16="http://schemas.microsoft.com/office/drawing/2014/main" id="{25D1C402-EF47-4EAB-9D8E-318245AE4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2355"/>
                <a:ext cx="33" cy="34"/>
              </a:xfrm>
              <a:custGeom>
                <a:avLst/>
                <a:gdLst>
                  <a:gd name="T0" fmla="*/ 2945 w 13"/>
                  <a:gd name="T1" fmla="*/ 1219 h 13"/>
                  <a:gd name="T2" fmla="*/ 1031 w 13"/>
                  <a:gd name="T3" fmla="*/ 377 h 13"/>
                  <a:gd name="T4" fmla="*/ 327 w 13"/>
                  <a:gd name="T5" fmla="*/ 2955 h 13"/>
                  <a:gd name="T6" fmla="*/ 2404 w 13"/>
                  <a:gd name="T7" fmla="*/ 3790 h 13"/>
                  <a:gd name="T8" fmla="*/ 2945 w 13"/>
                  <a:gd name="T9" fmla="*/ 12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4"/>
                    </a:moveTo>
                    <a:cubicBezTo>
                      <a:pt x="10" y="1"/>
                      <a:pt x="6" y="0"/>
                      <a:pt x="4" y="1"/>
                    </a:cubicBezTo>
                    <a:cubicBezTo>
                      <a:pt x="1" y="3"/>
                      <a:pt x="0" y="7"/>
                      <a:pt x="1" y="9"/>
                    </a:cubicBezTo>
                    <a:cubicBezTo>
                      <a:pt x="3" y="12"/>
                      <a:pt x="7" y="13"/>
                      <a:pt x="9" y="12"/>
                    </a:cubicBezTo>
                    <a:cubicBezTo>
                      <a:pt x="12" y="10"/>
                      <a:pt x="13" y="6"/>
                      <a:pt x="11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4" name="Freeform 3178">
                <a:extLst>
                  <a:ext uri="{FF2B5EF4-FFF2-40B4-BE49-F238E27FC236}">
                    <a16:creationId xmlns:a16="http://schemas.microsoft.com/office/drawing/2014/main" id="{F5762386-43F3-4D28-9811-17E7DF25D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360"/>
                <a:ext cx="10" cy="13"/>
              </a:xfrm>
              <a:custGeom>
                <a:avLst/>
                <a:gdLst>
                  <a:gd name="T0" fmla="*/ 988 w 4"/>
                  <a:gd name="T1" fmla="*/ 595 h 5"/>
                  <a:gd name="T2" fmla="*/ 313 w 4"/>
                  <a:gd name="T3" fmla="*/ 372 h 5"/>
                  <a:gd name="T4" fmla="*/ 0 w 4"/>
                  <a:gd name="T5" fmla="*/ 1196 h 5"/>
                  <a:gd name="T6" fmla="*/ 783 w 4"/>
                  <a:gd name="T7" fmla="*/ 1196 h 5"/>
                  <a:gd name="T8" fmla="*/ 988 w 4"/>
                  <a:gd name="T9" fmla="*/ 59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5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5" name="Freeform 3179">
                <a:extLst>
                  <a:ext uri="{FF2B5EF4-FFF2-40B4-BE49-F238E27FC236}">
                    <a16:creationId xmlns:a16="http://schemas.microsoft.com/office/drawing/2014/main" id="{5A5E08FF-1B61-4EAC-A970-145D81BB7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2381"/>
                <a:ext cx="33" cy="35"/>
              </a:xfrm>
              <a:custGeom>
                <a:avLst/>
                <a:gdLst>
                  <a:gd name="T0" fmla="*/ 3158 w 13"/>
                  <a:gd name="T1" fmla="*/ 1580 h 13"/>
                  <a:gd name="T2" fmla="*/ 1031 w 13"/>
                  <a:gd name="T3" fmla="*/ 681 h 13"/>
                  <a:gd name="T4" fmla="*/ 541 w 13"/>
                  <a:gd name="T5" fmla="*/ 3414 h 13"/>
                  <a:gd name="T6" fmla="*/ 2617 w 13"/>
                  <a:gd name="T7" fmla="*/ 4531 h 13"/>
                  <a:gd name="T8" fmla="*/ 3158 w 13"/>
                  <a:gd name="T9" fmla="*/ 15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4"/>
                    </a:moveTo>
                    <a:cubicBezTo>
                      <a:pt x="10" y="1"/>
                      <a:pt x="7" y="0"/>
                      <a:pt x="4" y="2"/>
                    </a:cubicBezTo>
                    <a:cubicBezTo>
                      <a:pt x="1" y="3"/>
                      <a:pt x="0" y="7"/>
                      <a:pt x="2" y="9"/>
                    </a:cubicBezTo>
                    <a:cubicBezTo>
                      <a:pt x="3" y="12"/>
                      <a:pt x="7" y="13"/>
                      <a:pt x="10" y="12"/>
                    </a:cubicBezTo>
                    <a:cubicBezTo>
                      <a:pt x="12" y="10"/>
                      <a:pt x="13" y="7"/>
                      <a:pt x="12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6" name="Freeform 3180">
                <a:extLst>
                  <a:ext uri="{FF2B5EF4-FFF2-40B4-BE49-F238E27FC236}">
                    <a16:creationId xmlns:a16="http://schemas.microsoft.com/office/drawing/2014/main" id="{034246E5-FBCD-4636-AA99-3B47A8779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387"/>
                <a:ext cx="12" cy="13"/>
              </a:xfrm>
              <a:custGeom>
                <a:avLst/>
                <a:gdLst>
                  <a:gd name="T0" fmla="*/ 802 w 5"/>
                  <a:gd name="T1" fmla="*/ 595 h 5"/>
                  <a:gd name="T2" fmla="*/ 168 w 5"/>
                  <a:gd name="T3" fmla="*/ 372 h 5"/>
                  <a:gd name="T4" fmla="*/ 168 w 5"/>
                  <a:gd name="T5" fmla="*/ 1196 h 5"/>
                  <a:gd name="T6" fmla="*/ 564 w 5"/>
                  <a:gd name="T7" fmla="*/ 1196 h 5"/>
                  <a:gd name="T8" fmla="*/ 802 w 5"/>
                  <a:gd name="T9" fmla="*/ 59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4" y="1"/>
                      <a:pt x="2" y="0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1" y="5"/>
                      <a:pt x="2" y="5"/>
                      <a:pt x="3" y="4"/>
                    </a:cubicBezTo>
                    <a:cubicBezTo>
                      <a:pt x="4" y="4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7" name="Freeform 3181">
                <a:extLst>
                  <a:ext uri="{FF2B5EF4-FFF2-40B4-BE49-F238E27FC236}">
                    <a16:creationId xmlns:a16="http://schemas.microsoft.com/office/drawing/2014/main" id="{49616F65-52DD-4F14-80DC-1B9423B42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411"/>
                <a:ext cx="32" cy="34"/>
              </a:xfrm>
              <a:custGeom>
                <a:avLst/>
                <a:gdLst>
                  <a:gd name="T0" fmla="*/ 2417 w 13"/>
                  <a:gd name="T1" fmla="*/ 1219 h 13"/>
                  <a:gd name="T2" fmla="*/ 928 w 13"/>
                  <a:gd name="T3" fmla="*/ 609 h 13"/>
                  <a:gd name="T4" fmla="*/ 182 w 13"/>
                  <a:gd name="T5" fmla="*/ 2955 h 13"/>
                  <a:gd name="T6" fmla="*/ 1982 w 13"/>
                  <a:gd name="T7" fmla="*/ 3790 h 13"/>
                  <a:gd name="T8" fmla="*/ 2417 w 13"/>
                  <a:gd name="T9" fmla="*/ 12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4"/>
                    </a:moveTo>
                    <a:cubicBezTo>
                      <a:pt x="10" y="1"/>
                      <a:pt x="6" y="0"/>
                      <a:pt x="4" y="2"/>
                    </a:cubicBezTo>
                    <a:cubicBezTo>
                      <a:pt x="1" y="3"/>
                      <a:pt x="0" y="7"/>
                      <a:pt x="1" y="9"/>
                    </a:cubicBezTo>
                    <a:cubicBezTo>
                      <a:pt x="3" y="12"/>
                      <a:pt x="7" y="13"/>
                      <a:pt x="9" y="12"/>
                    </a:cubicBezTo>
                    <a:cubicBezTo>
                      <a:pt x="12" y="10"/>
                      <a:pt x="13" y="7"/>
                      <a:pt x="11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8" name="Freeform 3182">
                <a:extLst>
                  <a:ext uri="{FF2B5EF4-FFF2-40B4-BE49-F238E27FC236}">
                    <a16:creationId xmlns:a16="http://schemas.microsoft.com/office/drawing/2014/main" id="{2BECA043-4CF6-47EF-BD03-F67FFD257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416"/>
                <a:ext cx="10" cy="13"/>
              </a:xfrm>
              <a:custGeom>
                <a:avLst/>
                <a:gdLst>
                  <a:gd name="T0" fmla="*/ 988 w 4"/>
                  <a:gd name="T1" fmla="*/ 595 h 5"/>
                  <a:gd name="T2" fmla="*/ 313 w 4"/>
                  <a:gd name="T3" fmla="*/ 372 h 5"/>
                  <a:gd name="T4" fmla="*/ 0 w 4"/>
                  <a:gd name="T5" fmla="*/ 1196 h 5"/>
                  <a:gd name="T6" fmla="*/ 783 w 4"/>
                  <a:gd name="T7" fmla="*/ 1196 h 5"/>
                  <a:gd name="T8" fmla="*/ 988 w 4"/>
                  <a:gd name="T9" fmla="*/ 59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5"/>
                      <a:pt x="2" y="5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9" name="Freeform 3183">
                <a:extLst>
                  <a:ext uri="{FF2B5EF4-FFF2-40B4-BE49-F238E27FC236}">
                    <a16:creationId xmlns:a16="http://schemas.microsoft.com/office/drawing/2014/main" id="{E37E8B35-B22C-4517-B681-98402D89D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440"/>
                <a:ext cx="32" cy="37"/>
              </a:xfrm>
              <a:custGeom>
                <a:avLst/>
                <a:gdLst>
                  <a:gd name="T0" fmla="*/ 2417 w 13"/>
                  <a:gd name="T1" fmla="*/ 1425 h 14"/>
                  <a:gd name="T2" fmla="*/ 928 w 13"/>
                  <a:gd name="T3" fmla="*/ 629 h 14"/>
                  <a:gd name="T4" fmla="*/ 182 w 13"/>
                  <a:gd name="T5" fmla="*/ 3359 h 14"/>
                  <a:gd name="T6" fmla="*/ 1982 w 13"/>
                  <a:gd name="T7" fmla="*/ 4157 h 14"/>
                  <a:gd name="T8" fmla="*/ 2417 w 13"/>
                  <a:gd name="T9" fmla="*/ 142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1" y="4"/>
                    </a:moveTo>
                    <a:cubicBezTo>
                      <a:pt x="10" y="1"/>
                      <a:pt x="6" y="0"/>
                      <a:pt x="4" y="2"/>
                    </a:cubicBezTo>
                    <a:cubicBezTo>
                      <a:pt x="1" y="4"/>
                      <a:pt x="0" y="7"/>
                      <a:pt x="1" y="10"/>
                    </a:cubicBezTo>
                    <a:cubicBezTo>
                      <a:pt x="3" y="13"/>
                      <a:pt x="7" y="14"/>
                      <a:pt x="9" y="12"/>
                    </a:cubicBezTo>
                    <a:cubicBezTo>
                      <a:pt x="12" y="10"/>
                      <a:pt x="13" y="7"/>
                      <a:pt x="11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0" name="Freeform 3184">
                <a:extLst>
                  <a:ext uri="{FF2B5EF4-FFF2-40B4-BE49-F238E27FC236}">
                    <a16:creationId xmlns:a16="http://schemas.microsoft.com/office/drawing/2014/main" id="{B5B1B573-1639-40FD-B11D-C5168726D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448"/>
                <a:ext cx="10" cy="11"/>
              </a:xfrm>
              <a:custGeom>
                <a:avLst/>
                <a:gdLst>
                  <a:gd name="T0" fmla="*/ 988 w 4"/>
                  <a:gd name="T1" fmla="*/ 462 h 4"/>
                  <a:gd name="T2" fmla="*/ 313 w 4"/>
                  <a:gd name="T3" fmla="*/ 0 h 4"/>
                  <a:gd name="T4" fmla="*/ 0 w 4"/>
                  <a:gd name="T5" fmla="*/ 1271 h 4"/>
                  <a:gd name="T6" fmla="*/ 783 w 4"/>
                  <a:gd name="T7" fmla="*/ 1724 h 4"/>
                  <a:gd name="T8" fmla="*/ 988 w 4"/>
                  <a:gd name="T9" fmla="*/ 46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1" name="Freeform 3185">
                <a:extLst>
                  <a:ext uri="{FF2B5EF4-FFF2-40B4-BE49-F238E27FC236}">
                    <a16:creationId xmlns:a16="http://schemas.microsoft.com/office/drawing/2014/main" id="{D8813AA6-D9F9-4940-934C-DDF1FF322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469"/>
                <a:ext cx="33" cy="38"/>
              </a:xfrm>
              <a:custGeom>
                <a:avLst/>
                <a:gdLst>
                  <a:gd name="T0" fmla="*/ 2945 w 13"/>
                  <a:gd name="T1" fmla="*/ 1620 h 14"/>
                  <a:gd name="T2" fmla="*/ 830 w 13"/>
                  <a:gd name="T3" fmla="*/ 760 h 14"/>
                  <a:gd name="T4" fmla="*/ 327 w 13"/>
                  <a:gd name="T5" fmla="*/ 3957 h 14"/>
                  <a:gd name="T6" fmla="*/ 2404 w 13"/>
                  <a:gd name="T7" fmla="*/ 4878 h 14"/>
                  <a:gd name="T8" fmla="*/ 2945 w 13"/>
                  <a:gd name="T9" fmla="*/ 16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1" y="4"/>
                    </a:moveTo>
                    <a:cubicBezTo>
                      <a:pt x="10" y="1"/>
                      <a:pt x="6" y="0"/>
                      <a:pt x="3" y="2"/>
                    </a:cubicBezTo>
                    <a:cubicBezTo>
                      <a:pt x="0" y="4"/>
                      <a:pt x="0" y="7"/>
                      <a:pt x="1" y="10"/>
                    </a:cubicBezTo>
                    <a:cubicBezTo>
                      <a:pt x="3" y="13"/>
                      <a:pt x="6" y="14"/>
                      <a:pt x="9" y="12"/>
                    </a:cubicBezTo>
                    <a:cubicBezTo>
                      <a:pt x="12" y="10"/>
                      <a:pt x="13" y="7"/>
                      <a:pt x="11" y="4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2" name="Freeform 3186">
                <a:extLst>
                  <a:ext uri="{FF2B5EF4-FFF2-40B4-BE49-F238E27FC236}">
                    <a16:creationId xmlns:a16="http://schemas.microsoft.com/office/drawing/2014/main" id="{75CD887E-3975-4856-9609-955606D67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477"/>
                <a:ext cx="10" cy="11"/>
              </a:xfrm>
              <a:custGeom>
                <a:avLst/>
                <a:gdLst>
                  <a:gd name="T0" fmla="*/ 988 w 4"/>
                  <a:gd name="T1" fmla="*/ 462 h 4"/>
                  <a:gd name="T2" fmla="*/ 313 w 4"/>
                  <a:gd name="T3" fmla="*/ 0 h 4"/>
                  <a:gd name="T4" fmla="*/ 0 w 4"/>
                  <a:gd name="T5" fmla="*/ 1271 h 4"/>
                  <a:gd name="T6" fmla="*/ 783 w 4"/>
                  <a:gd name="T7" fmla="*/ 1724 h 4"/>
                  <a:gd name="T8" fmla="*/ 988 w 4"/>
                  <a:gd name="T9" fmla="*/ 46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3" name="Freeform 3187">
                <a:extLst>
                  <a:ext uri="{FF2B5EF4-FFF2-40B4-BE49-F238E27FC236}">
                    <a16:creationId xmlns:a16="http://schemas.microsoft.com/office/drawing/2014/main" id="{8EC1002D-C0F7-4922-8519-F3BD10DA4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507"/>
                <a:ext cx="115" cy="98"/>
              </a:xfrm>
              <a:custGeom>
                <a:avLst/>
                <a:gdLst>
                  <a:gd name="T0" fmla="*/ 0 w 46"/>
                  <a:gd name="T1" fmla="*/ 5464 h 37"/>
                  <a:gd name="T2" fmla="*/ 3438 w 46"/>
                  <a:gd name="T3" fmla="*/ 9646 h 37"/>
                  <a:gd name="T4" fmla="*/ 10283 w 46"/>
                  <a:gd name="T5" fmla="*/ 4182 h 37"/>
                  <a:gd name="T6" fmla="*/ 10083 w 46"/>
                  <a:gd name="T7" fmla="*/ 0 h 37"/>
                  <a:gd name="T8" fmla="*/ 10750 w 46"/>
                  <a:gd name="T9" fmla="*/ 6243 h 37"/>
                  <a:gd name="T10" fmla="*/ 3908 w 46"/>
                  <a:gd name="T11" fmla="*/ 11710 h 37"/>
                  <a:gd name="T12" fmla="*/ 0 w 46"/>
                  <a:gd name="T13" fmla="*/ 546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7">
                    <a:moveTo>
                      <a:pt x="0" y="16"/>
                    </a:moveTo>
                    <a:cubicBezTo>
                      <a:pt x="5" y="25"/>
                      <a:pt x="8" y="26"/>
                      <a:pt x="14" y="28"/>
                    </a:cubicBezTo>
                    <a:cubicBezTo>
                      <a:pt x="29" y="32"/>
                      <a:pt x="38" y="24"/>
                      <a:pt x="42" y="12"/>
                    </a:cubicBezTo>
                    <a:cubicBezTo>
                      <a:pt x="43" y="8"/>
                      <a:pt x="42" y="3"/>
                      <a:pt x="41" y="0"/>
                    </a:cubicBezTo>
                    <a:cubicBezTo>
                      <a:pt x="44" y="5"/>
                      <a:pt x="46" y="12"/>
                      <a:pt x="44" y="18"/>
                    </a:cubicBezTo>
                    <a:cubicBezTo>
                      <a:pt x="41" y="30"/>
                      <a:pt x="28" y="37"/>
                      <a:pt x="16" y="34"/>
                    </a:cubicBezTo>
                    <a:cubicBezTo>
                      <a:pt x="8" y="32"/>
                      <a:pt x="2" y="25"/>
                      <a:pt x="0" y="16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4" name="Freeform 3188">
                <a:extLst>
                  <a:ext uri="{FF2B5EF4-FFF2-40B4-BE49-F238E27FC236}">
                    <a16:creationId xmlns:a16="http://schemas.microsoft.com/office/drawing/2014/main" id="{3FAB830E-60A0-4CD5-8C05-D0B2FDED2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464"/>
                <a:ext cx="145" cy="155"/>
              </a:xfrm>
              <a:custGeom>
                <a:avLst/>
                <a:gdLst>
                  <a:gd name="T0" fmla="*/ 988 w 58"/>
                  <a:gd name="T1" fmla="*/ 8055 h 58"/>
                  <a:gd name="T2" fmla="*/ 8800 w 58"/>
                  <a:gd name="T3" fmla="*/ 1486 h 58"/>
                  <a:gd name="T4" fmla="*/ 13208 w 58"/>
                  <a:gd name="T5" fmla="*/ 13114 h 58"/>
                  <a:gd name="T6" fmla="*/ 5395 w 58"/>
                  <a:gd name="T7" fmla="*/ 19640 h 58"/>
                  <a:gd name="T8" fmla="*/ 988 w 58"/>
                  <a:gd name="T9" fmla="*/ 805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4" y="22"/>
                    </a:moveTo>
                    <a:cubicBezTo>
                      <a:pt x="8" y="8"/>
                      <a:pt x="22" y="0"/>
                      <a:pt x="36" y="4"/>
                    </a:cubicBezTo>
                    <a:cubicBezTo>
                      <a:pt x="50" y="8"/>
                      <a:pt x="58" y="22"/>
                      <a:pt x="54" y="36"/>
                    </a:cubicBezTo>
                    <a:cubicBezTo>
                      <a:pt x="50" y="50"/>
                      <a:pt x="36" y="58"/>
                      <a:pt x="22" y="54"/>
                    </a:cubicBezTo>
                    <a:cubicBezTo>
                      <a:pt x="8" y="50"/>
                      <a:pt x="0" y="36"/>
                      <a:pt x="4" y="2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5" name="Freeform 3189">
                <a:extLst>
                  <a:ext uri="{FF2B5EF4-FFF2-40B4-BE49-F238E27FC236}">
                    <a16:creationId xmlns:a16="http://schemas.microsoft.com/office/drawing/2014/main" id="{A23C1D7F-1487-4C75-B455-CF0C279D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259"/>
                <a:ext cx="58" cy="64"/>
              </a:xfrm>
              <a:custGeom>
                <a:avLst/>
                <a:gdLst>
                  <a:gd name="T0" fmla="*/ 3561 w 23"/>
                  <a:gd name="T1" fmla="*/ 1459 h 24"/>
                  <a:gd name="T2" fmla="*/ 3561 w 23"/>
                  <a:gd name="T3" fmla="*/ 397 h 24"/>
                  <a:gd name="T4" fmla="*/ 1813 w 23"/>
                  <a:gd name="T5" fmla="*/ 661 h 24"/>
                  <a:gd name="T6" fmla="*/ 802 w 23"/>
                  <a:gd name="T7" fmla="*/ 6067 h 24"/>
                  <a:gd name="T8" fmla="*/ 4572 w 23"/>
                  <a:gd name="T9" fmla="*/ 7531 h 24"/>
                  <a:gd name="T10" fmla="*/ 5901 w 23"/>
                  <a:gd name="T11" fmla="*/ 5824 h 24"/>
                  <a:gd name="T12" fmla="*/ 3561 w 23"/>
                  <a:gd name="T13" fmla="*/ 145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4" y="4"/>
                    </a:moveTo>
                    <a:cubicBezTo>
                      <a:pt x="14" y="3"/>
                      <a:pt x="14" y="2"/>
                      <a:pt x="14" y="1"/>
                    </a:cubicBezTo>
                    <a:cubicBezTo>
                      <a:pt x="12" y="0"/>
                      <a:pt x="9" y="1"/>
                      <a:pt x="7" y="2"/>
                    </a:cubicBezTo>
                    <a:cubicBezTo>
                      <a:pt x="2" y="5"/>
                      <a:pt x="0" y="12"/>
                      <a:pt x="3" y="17"/>
                    </a:cubicBezTo>
                    <a:cubicBezTo>
                      <a:pt x="6" y="22"/>
                      <a:pt x="13" y="24"/>
                      <a:pt x="18" y="21"/>
                    </a:cubicBezTo>
                    <a:cubicBezTo>
                      <a:pt x="20" y="20"/>
                      <a:pt x="22" y="18"/>
                      <a:pt x="23" y="16"/>
                    </a:cubicBezTo>
                    <a:cubicBezTo>
                      <a:pt x="19" y="14"/>
                      <a:pt x="15" y="9"/>
                      <a:pt x="14" y="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6" name="Freeform 3190">
                <a:extLst>
                  <a:ext uri="{FF2B5EF4-FFF2-40B4-BE49-F238E27FC236}">
                    <a16:creationId xmlns:a16="http://schemas.microsoft.com/office/drawing/2014/main" id="{099D9177-9FBA-4C7D-BB3C-D97AC5C15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285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3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7" name="Freeform 3191">
                <a:extLst>
                  <a:ext uri="{FF2B5EF4-FFF2-40B4-BE49-F238E27FC236}">
                    <a16:creationId xmlns:a16="http://schemas.microsoft.com/office/drawing/2014/main" id="{C5B8B29D-9905-4DB5-8158-489D820A0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315"/>
                <a:ext cx="63" cy="66"/>
              </a:xfrm>
              <a:custGeom>
                <a:avLst/>
                <a:gdLst>
                  <a:gd name="T0" fmla="*/ 1809 w 25"/>
                  <a:gd name="T1" fmla="*/ 1011 h 25"/>
                  <a:gd name="T2" fmla="*/ 5602 w 25"/>
                  <a:gd name="T3" fmla="*/ 2334 h 25"/>
                  <a:gd name="T4" fmla="*/ 4559 w 25"/>
                  <a:gd name="T5" fmla="*/ 7437 h 25"/>
                  <a:gd name="T6" fmla="*/ 801 w 25"/>
                  <a:gd name="T7" fmla="*/ 6162 h 25"/>
                  <a:gd name="T8" fmla="*/ 1809 w 25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8" name="Freeform 3192">
                <a:extLst>
                  <a:ext uri="{FF2B5EF4-FFF2-40B4-BE49-F238E27FC236}">
                    <a16:creationId xmlns:a16="http://schemas.microsoft.com/office/drawing/2014/main" id="{F8AC9D97-5DBA-416A-AD72-C2A414893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344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2"/>
                      <a:pt x="23" y="19"/>
                      <a:pt x="18" y="22"/>
                    </a:cubicBezTo>
                    <a:cubicBezTo>
                      <a:pt x="13" y="25"/>
                      <a:pt x="6" y="23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9" name="Freeform 3193">
                <a:extLst>
                  <a:ext uri="{FF2B5EF4-FFF2-40B4-BE49-F238E27FC236}">
                    <a16:creationId xmlns:a16="http://schemas.microsoft.com/office/drawing/2014/main" id="{3D809040-5A14-451A-AC46-15B4889E3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371"/>
                <a:ext cx="63" cy="69"/>
              </a:xfrm>
              <a:custGeom>
                <a:avLst/>
                <a:gdLst>
                  <a:gd name="T0" fmla="*/ 1809 w 25"/>
                  <a:gd name="T1" fmla="*/ 1048 h 26"/>
                  <a:gd name="T2" fmla="*/ 5602 w 25"/>
                  <a:gd name="T3" fmla="*/ 2781 h 26"/>
                  <a:gd name="T4" fmla="*/ 4559 w 25"/>
                  <a:gd name="T5" fmla="*/ 8036 h 26"/>
                  <a:gd name="T6" fmla="*/ 801 w 25"/>
                  <a:gd name="T7" fmla="*/ 6298 h 26"/>
                  <a:gd name="T8" fmla="*/ 1809 w 25"/>
                  <a:gd name="T9" fmla="*/ 104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7" y="3"/>
                    </a:moveTo>
                    <a:cubicBezTo>
                      <a:pt x="12" y="0"/>
                      <a:pt x="19" y="2"/>
                      <a:pt x="22" y="8"/>
                    </a:cubicBezTo>
                    <a:cubicBezTo>
                      <a:pt x="25" y="13"/>
                      <a:pt x="23" y="20"/>
                      <a:pt x="18" y="23"/>
                    </a:cubicBezTo>
                    <a:cubicBezTo>
                      <a:pt x="13" y="26"/>
                      <a:pt x="6" y="24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0" name="Freeform 3194">
                <a:extLst>
                  <a:ext uri="{FF2B5EF4-FFF2-40B4-BE49-F238E27FC236}">
                    <a16:creationId xmlns:a16="http://schemas.microsoft.com/office/drawing/2014/main" id="{394FC416-36D8-48A2-9D36-7A8BAE756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400"/>
                <a:ext cx="62" cy="67"/>
              </a:xfrm>
              <a:custGeom>
                <a:avLst/>
                <a:gdLst>
                  <a:gd name="T0" fmla="*/ 1587 w 25"/>
                  <a:gd name="T1" fmla="*/ 1077 h 25"/>
                  <a:gd name="T2" fmla="*/ 5141 w 25"/>
                  <a:gd name="T3" fmla="*/ 2637 h 25"/>
                  <a:gd name="T4" fmla="*/ 4238 w 25"/>
                  <a:gd name="T5" fmla="*/ 8145 h 25"/>
                  <a:gd name="T6" fmla="*/ 640 w 25"/>
                  <a:gd name="T7" fmla="*/ 6657 h 25"/>
                  <a:gd name="T8" fmla="*/ 1587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3"/>
                      <a:pt x="23" y="19"/>
                      <a:pt x="18" y="22"/>
                    </a:cubicBezTo>
                    <a:cubicBezTo>
                      <a:pt x="13" y="25"/>
                      <a:pt x="6" y="24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1" name="Freeform 3195">
                <a:extLst>
                  <a:ext uri="{FF2B5EF4-FFF2-40B4-BE49-F238E27FC236}">
                    <a16:creationId xmlns:a16="http://schemas.microsoft.com/office/drawing/2014/main" id="{71F36BB8-9913-4492-A01F-8544E9A35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429"/>
                <a:ext cx="63" cy="67"/>
              </a:xfrm>
              <a:custGeom>
                <a:avLst/>
                <a:gdLst>
                  <a:gd name="T0" fmla="*/ 1809 w 25"/>
                  <a:gd name="T1" fmla="*/ 1077 h 25"/>
                  <a:gd name="T2" fmla="*/ 5602 w 25"/>
                  <a:gd name="T3" fmla="*/ 2637 h 25"/>
                  <a:gd name="T4" fmla="*/ 4559 w 25"/>
                  <a:gd name="T5" fmla="*/ 8145 h 25"/>
                  <a:gd name="T6" fmla="*/ 801 w 25"/>
                  <a:gd name="T7" fmla="*/ 6657 h 25"/>
                  <a:gd name="T8" fmla="*/ 1809 w 25"/>
                  <a:gd name="T9" fmla="*/ 107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3"/>
                      <a:pt x="23" y="19"/>
                      <a:pt x="18" y="22"/>
                    </a:cubicBezTo>
                    <a:cubicBezTo>
                      <a:pt x="12" y="25"/>
                      <a:pt x="6" y="24"/>
                      <a:pt x="3" y="18"/>
                    </a:cubicBezTo>
                    <a:cubicBezTo>
                      <a:pt x="0" y="13"/>
                      <a:pt x="2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568" name="Group 3196">
              <a:extLst>
                <a:ext uri="{FF2B5EF4-FFF2-40B4-BE49-F238E27FC236}">
                  <a16:creationId xmlns:a16="http://schemas.microsoft.com/office/drawing/2014/main" id="{A4692C53-B58B-4EB9-9B89-CF1B1E385F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5" y="747"/>
              <a:ext cx="1943" cy="2488"/>
              <a:chOff x="3505" y="747"/>
              <a:chExt cx="1943" cy="2488"/>
            </a:xfrm>
          </p:grpSpPr>
          <p:sp>
            <p:nvSpPr>
              <p:cNvPr id="18622" name="Freeform 3197">
                <a:extLst>
                  <a:ext uri="{FF2B5EF4-FFF2-40B4-BE49-F238E27FC236}">
                    <a16:creationId xmlns:a16="http://schemas.microsoft.com/office/drawing/2014/main" id="{3BA3459A-4D24-49D4-8080-893791ABE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459"/>
                <a:ext cx="62" cy="66"/>
              </a:xfrm>
              <a:custGeom>
                <a:avLst/>
                <a:gdLst>
                  <a:gd name="T0" fmla="*/ 1587 w 25"/>
                  <a:gd name="T1" fmla="*/ 1011 h 25"/>
                  <a:gd name="T2" fmla="*/ 5141 w 25"/>
                  <a:gd name="T3" fmla="*/ 2334 h 25"/>
                  <a:gd name="T4" fmla="*/ 4238 w 25"/>
                  <a:gd name="T5" fmla="*/ 7437 h 25"/>
                  <a:gd name="T6" fmla="*/ 640 w 25"/>
                  <a:gd name="T7" fmla="*/ 6162 h 25"/>
                  <a:gd name="T8" fmla="*/ 1587 w 25"/>
                  <a:gd name="T9" fmla="*/ 10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7" y="3"/>
                    </a:moveTo>
                    <a:cubicBezTo>
                      <a:pt x="12" y="0"/>
                      <a:pt x="19" y="2"/>
                      <a:pt x="22" y="7"/>
                    </a:cubicBezTo>
                    <a:cubicBezTo>
                      <a:pt x="25" y="13"/>
                      <a:pt x="23" y="19"/>
                      <a:pt x="18" y="22"/>
                    </a:cubicBezTo>
                    <a:cubicBezTo>
                      <a:pt x="12" y="25"/>
                      <a:pt x="6" y="23"/>
                      <a:pt x="3" y="18"/>
                    </a:cubicBezTo>
                    <a:cubicBezTo>
                      <a:pt x="0" y="13"/>
                      <a:pt x="1" y="6"/>
                      <a:pt x="7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3" name="Freeform 3198">
                <a:extLst>
                  <a:ext uri="{FF2B5EF4-FFF2-40B4-BE49-F238E27FC236}">
                    <a16:creationId xmlns:a16="http://schemas.microsoft.com/office/drawing/2014/main" id="{57FF6532-F864-4B1A-9F07-5B5F3842B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2472"/>
                <a:ext cx="145" cy="152"/>
              </a:xfrm>
              <a:custGeom>
                <a:avLst/>
                <a:gdLst>
                  <a:gd name="T0" fmla="*/ 988 w 58"/>
                  <a:gd name="T1" fmla="*/ 12536 h 57"/>
                  <a:gd name="T2" fmla="*/ 5395 w 58"/>
                  <a:gd name="T3" fmla="*/ 1459 h 57"/>
                  <a:gd name="T4" fmla="*/ 13208 w 58"/>
                  <a:gd name="T5" fmla="*/ 7944 h 57"/>
                  <a:gd name="T6" fmla="*/ 8800 w 58"/>
                  <a:gd name="T7" fmla="*/ 19421 h 57"/>
                  <a:gd name="T8" fmla="*/ 988 w 58"/>
                  <a:gd name="T9" fmla="*/ 1253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7">
                    <a:moveTo>
                      <a:pt x="4" y="35"/>
                    </a:moveTo>
                    <a:cubicBezTo>
                      <a:pt x="0" y="21"/>
                      <a:pt x="8" y="7"/>
                      <a:pt x="22" y="4"/>
                    </a:cubicBezTo>
                    <a:cubicBezTo>
                      <a:pt x="36" y="0"/>
                      <a:pt x="50" y="8"/>
                      <a:pt x="54" y="22"/>
                    </a:cubicBezTo>
                    <a:cubicBezTo>
                      <a:pt x="58" y="36"/>
                      <a:pt x="50" y="50"/>
                      <a:pt x="36" y="54"/>
                    </a:cubicBezTo>
                    <a:cubicBezTo>
                      <a:pt x="22" y="57"/>
                      <a:pt x="8" y="49"/>
                      <a:pt x="4" y="35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4" name="Freeform 3199">
                <a:extLst>
                  <a:ext uri="{FF2B5EF4-FFF2-40B4-BE49-F238E27FC236}">
                    <a16:creationId xmlns:a16="http://schemas.microsoft.com/office/drawing/2014/main" id="{7C1F22ED-6C96-474C-B971-F65C1DEC0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2467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67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5" name="Freeform 3200">
                <a:extLst>
                  <a:ext uri="{FF2B5EF4-FFF2-40B4-BE49-F238E27FC236}">
                    <a16:creationId xmlns:a16="http://schemas.microsoft.com/office/drawing/2014/main" id="{315B38E0-EAB9-4594-B601-B7B4239BB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2437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67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6" name="Freeform 3201">
                <a:extLst>
                  <a:ext uri="{FF2B5EF4-FFF2-40B4-BE49-F238E27FC236}">
                    <a16:creationId xmlns:a16="http://schemas.microsoft.com/office/drawing/2014/main" id="{BC926AB2-B0C2-4DBC-A379-E59CACD2C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2405"/>
                <a:ext cx="65" cy="70"/>
              </a:xfrm>
              <a:custGeom>
                <a:avLst/>
                <a:gdLst>
                  <a:gd name="T0" fmla="*/ 783 w 26"/>
                  <a:gd name="T1" fmla="*/ 3102 h 26"/>
                  <a:gd name="T2" fmla="*/ 4425 w 26"/>
                  <a:gd name="T3" fmla="*/ 1580 h 26"/>
                  <a:gd name="T4" fmla="*/ 5395 w 26"/>
                  <a:gd name="T5" fmla="*/ 7197 h 26"/>
                  <a:gd name="T6" fmla="*/ 1770 w 26"/>
                  <a:gd name="T7" fmla="*/ 8785 h 26"/>
                  <a:gd name="T8" fmla="*/ 783 w 26"/>
                  <a:gd name="T9" fmla="*/ 310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3" y="8"/>
                    </a:moveTo>
                    <a:cubicBezTo>
                      <a:pt x="6" y="2"/>
                      <a:pt x="13" y="0"/>
                      <a:pt x="18" y="4"/>
                    </a:cubicBezTo>
                    <a:cubicBezTo>
                      <a:pt x="24" y="7"/>
                      <a:pt x="26" y="13"/>
                      <a:pt x="22" y="19"/>
                    </a:cubicBezTo>
                    <a:cubicBezTo>
                      <a:pt x="19" y="24"/>
                      <a:pt x="13" y="26"/>
                      <a:pt x="7" y="23"/>
                    </a:cubicBezTo>
                    <a:cubicBezTo>
                      <a:pt x="2" y="20"/>
                      <a:pt x="0" y="13"/>
                      <a:pt x="3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7" name="Freeform 3202">
                <a:extLst>
                  <a:ext uri="{FF2B5EF4-FFF2-40B4-BE49-F238E27FC236}">
                    <a16:creationId xmlns:a16="http://schemas.microsoft.com/office/drawing/2014/main" id="{8B9680BF-4D8C-497C-AA62-6C41220A4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2376"/>
                <a:ext cx="65" cy="69"/>
              </a:xfrm>
              <a:custGeom>
                <a:avLst/>
                <a:gdLst>
                  <a:gd name="T0" fmla="*/ 783 w 26"/>
                  <a:gd name="T1" fmla="*/ 2781 h 26"/>
                  <a:gd name="T2" fmla="*/ 4425 w 26"/>
                  <a:gd name="T3" fmla="*/ 1048 h 26"/>
                  <a:gd name="T4" fmla="*/ 5395 w 26"/>
                  <a:gd name="T5" fmla="*/ 6600 h 26"/>
                  <a:gd name="T6" fmla="*/ 1770 w 26"/>
                  <a:gd name="T7" fmla="*/ 8036 h 26"/>
                  <a:gd name="T8" fmla="*/ 783 w 26"/>
                  <a:gd name="T9" fmla="*/ 278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3" y="8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7"/>
                      <a:pt x="26" y="13"/>
                      <a:pt x="22" y="19"/>
                    </a:cubicBezTo>
                    <a:cubicBezTo>
                      <a:pt x="19" y="24"/>
                      <a:pt x="13" y="26"/>
                      <a:pt x="7" y="23"/>
                    </a:cubicBezTo>
                    <a:cubicBezTo>
                      <a:pt x="2" y="19"/>
                      <a:pt x="0" y="13"/>
                      <a:pt x="3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8" name="Freeform 3203">
                <a:extLst>
                  <a:ext uri="{FF2B5EF4-FFF2-40B4-BE49-F238E27FC236}">
                    <a16:creationId xmlns:a16="http://schemas.microsoft.com/office/drawing/2014/main" id="{F0E67666-D228-4E12-A361-47E7E7F6D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5" y="2349"/>
                <a:ext cx="60" cy="64"/>
              </a:xfrm>
              <a:custGeom>
                <a:avLst/>
                <a:gdLst>
                  <a:gd name="T0" fmla="*/ 520 w 24"/>
                  <a:gd name="T1" fmla="*/ 5405 h 24"/>
                  <a:gd name="T2" fmla="*/ 2270 w 24"/>
                  <a:gd name="T3" fmla="*/ 661 h 24"/>
                  <a:gd name="T4" fmla="*/ 5675 w 24"/>
                  <a:gd name="T5" fmla="*/ 3243 h 24"/>
                  <a:gd name="T6" fmla="*/ 3720 w 24"/>
                  <a:gd name="T7" fmla="*/ 8248 h 24"/>
                  <a:gd name="T8" fmla="*/ 520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" y="15"/>
                    </a:move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2" y="15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9" name="Freeform 3204">
                <a:extLst>
                  <a:ext uri="{FF2B5EF4-FFF2-40B4-BE49-F238E27FC236}">
                    <a16:creationId xmlns:a16="http://schemas.microsoft.com/office/drawing/2014/main" id="{52F489BC-F1E3-402B-8ACC-EA5C3B27A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2320"/>
                <a:ext cx="60" cy="64"/>
              </a:xfrm>
              <a:custGeom>
                <a:avLst/>
                <a:gdLst>
                  <a:gd name="T0" fmla="*/ 520 w 24"/>
                  <a:gd name="T1" fmla="*/ 5405 h 24"/>
                  <a:gd name="T2" fmla="*/ 2270 w 24"/>
                  <a:gd name="T3" fmla="*/ 661 h 24"/>
                  <a:gd name="T4" fmla="*/ 5675 w 24"/>
                  <a:gd name="T5" fmla="*/ 3243 h 24"/>
                  <a:gd name="T6" fmla="*/ 3720 w 24"/>
                  <a:gd name="T7" fmla="*/ 8248 h 24"/>
                  <a:gd name="T8" fmla="*/ 520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" y="15"/>
                    </a:move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2" y="15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0" name="Freeform 3205">
                <a:extLst>
                  <a:ext uri="{FF2B5EF4-FFF2-40B4-BE49-F238E27FC236}">
                    <a16:creationId xmlns:a16="http://schemas.microsoft.com/office/drawing/2014/main" id="{7214F191-CA74-45CF-8443-CA3976ACE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2291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67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1" name="Freeform 3206">
                <a:extLst>
                  <a:ext uri="{FF2B5EF4-FFF2-40B4-BE49-F238E27FC236}">
                    <a16:creationId xmlns:a16="http://schemas.microsoft.com/office/drawing/2014/main" id="{6EC1A4C5-F18A-4859-A9C1-343D50C6B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2264"/>
                <a:ext cx="55" cy="61"/>
              </a:xfrm>
              <a:custGeom>
                <a:avLst/>
                <a:gdLst>
                  <a:gd name="T0" fmla="*/ 5208 w 22"/>
                  <a:gd name="T1" fmla="*/ 2779 h 23"/>
                  <a:gd name="T2" fmla="*/ 2470 w 22"/>
                  <a:gd name="T3" fmla="*/ 0 h 23"/>
                  <a:gd name="T4" fmla="*/ 2470 w 22"/>
                  <a:gd name="T5" fmla="*/ 634 h 23"/>
                  <a:gd name="T6" fmla="*/ 0 w 22"/>
                  <a:gd name="T7" fmla="*/ 5241 h 23"/>
                  <a:gd name="T8" fmla="*/ 3250 w 22"/>
                  <a:gd name="T9" fmla="*/ 7612 h 23"/>
                  <a:gd name="T10" fmla="*/ 5208 w 22"/>
                  <a:gd name="T11" fmla="*/ 277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21" y="8"/>
                    </a:moveTo>
                    <a:cubicBezTo>
                      <a:pt x="19" y="3"/>
                      <a:pt x="15" y="0"/>
                      <a:pt x="10" y="0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8"/>
                      <a:pt x="5" y="13"/>
                      <a:pt x="0" y="15"/>
                    </a:cubicBezTo>
                    <a:cubicBezTo>
                      <a:pt x="2" y="20"/>
                      <a:pt x="7" y="23"/>
                      <a:pt x="13" y="22"/>
                    </a:cubicBezTo>
                    <a:cubicBezTo>
                      <a:pt x="19" y="20"/>
                      <a:pt x="22" y="14"/>
                      <a:pt x="21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2" name="Freeform 3207">
                <a:extLst>
                  <a:ext uri="{FF2B5EF4-FFF2-40B4-BE49-F238E27FC236}">
                    <a16:creationId xmlns:a16="http://schemas.microsoft.com/office/drawing/2014/main" id="{BC65CE19-1A96-4471-B95D-819799D99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3" y="2496"/>
                <a:ext cx="75" cy="83"/>
              </a:xfrm>
              <a:custGeom>
                <a:avLst/>
                <a:gdLst>
                  <a:gd name="T0" fmla="*/ 2738 w 30"/>
                  <a:gd name="T1" fmla="*/ 675 h 31"/>
                  <a:gd name="T2" fmla="*/ 520 w 30"/>
                  <a:gd name="T3" fmla="*/ 7047 h 31"/>
                  <a:gd name="T4" fmla="*/ 4425 w 30"/>
                  <a:gd name="T5" fmla="*/ 10744 h 31"/>
                  <a:gd name="T6" fmla="*/ 6845 w 30"/>
                  <a:gd name="T7" fmla="*/ 4415 h 31"/>
                  <a:gd name="T8" fmla="*/ 2738 w 30"/>
                  <a:gd name="T9" fmla="*/ 67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1">
                    <a:moveTo>
                      <a:pt x="11" y="2"/>
                    </a:moveTo>
                    <a:cubicBezTo>
                      <a:pt x="4" y="4"/>
                      <a:pt x="0" y="12"/>
                      <a:pt x="2" y="19"/>
                    </a:cubicBezTo>
                    <a:cubicBezTo>
                      <a:pt x="4" y="26"/>
                      <a:pt x="11" y="31"/>
                      <a:pt x="18" y="29"/>
                    </a:cubicBezTo>
                    <a:cubicBezTo>
                      <a:pt x="26" y="27"/>
                      <a:pt x="30" y="19"/>
                      <a:pt x="28" y="12"/>
                    </a:cubicBezTo>
                    <a:cubicBezTo>
                      <a:pt x="26" y="5"/>
                      <a:pt x="19" y="0"/>
                      <a:pt x="11" y="2"/>
                    </a:cubicBezTo>
                    <a:close/>
                  </a:path>
                </a:pathLst>
              </a:cu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3" name="Freeform 3208">
                <a:extLst>
                  <a:ext uri="{FF2B5EF4-FFF2-40B4-BE49-F238E27FC236}">
                    <a16:creationId xmlns:a16="http://schemas.microsoft.com/office/drawing/2014/main" id="{207DC631-7A68-4099-8C28-B1F242982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515"/>
                <a:ext cx="25" cy="29"/>
              </a:xfrm>
              <a:custGeom>
                <a:avLst/>
                <a:gdLst>
                  <a:gd name="T0" fmla="*/ 988 w 10"/>
                  <a:gd name="T1" fmla="*/ 382 h 11"/>
                  <a:gd name="T2" fmla="*/ 0 w 10"/>
                  <a:gd name="T3" fmla="*/ 2273 h 11"/>
                  <a:gd name="T4" fmla="*/ 1488 w 10"/>
                  <a:gd name="T5" fmla="*/ 3335 h 11"/>
                  <a:gd name="T6" fmla="*/ 2270 w 10"/>
                  <a:gd name="T7" fmla="*/ 1389 h 11"/>
                  <a:gd name="T8" fmla="*/ 988 w 10"/>
                  <a:gd name="T9" fmla="*/ 38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4" y="1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1" y="9"/>
                      <a:pt x="4" y="11"/>
                      <a:pt x="6" y="10"/>
                    </a:cubicBezTo>
                    <a:cubicBezTo>
                      <a:pt x="9" y="9"/>
                      <a:pt x="10" y="7"/>
                      <a:pt x="9" y="4"/>
                    </a:cubicBezTo>
                    <a:cubicBezTo>
                      <a:pt x="9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4" name="Freeform 3209">
                <a:extLst>
                  <a:ext uri="{FF2B5EF4-FFF2-40B4-BE49-F238E27FC236}">
                    <a16:creationId xmlns:a16="http://schemas.microsoft.com/office/drawing/2014/main" id="{BBBE4573-21AD-4499-90E5-74A1BC0C2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2480"/>
                <a:ext cx="32" cy="35"/>
              </a:xfrm>
              <a:custGeom>
                <a:avLst/>
                <a:gdLst>
                  <a:gd name="T0" fmla="*/ 1103 w 13"/>
                  <a:gd name="T1" fmla="*/ 428 h 13"/>
                  <a:gd name="T2" fmla="*/ 182 w 13"/>
                  <a:gd name="T3" fmla="*/ 3102 h 13"/>
                  <a:gd name="T4" fmla="*/ 1807 w 13"/>
                  <a:gd name="T5" fmla="*/ 4531 h 13"/>
                  <a:gd name="T6" fmla="*/ 2715 w 13"/>
                  <a:gd name="T7" fmla="*/ 1833 h 13"/>
                  <a:gd name="T8" fmla="*/ 1103 w 13"/>
                  <a:gd name="T9" fmla="*/ 42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5" y="1"/>
                    </a:moveTo>
                    <a:cubicBezTo>
                      <a:pt x="2" y="1"/>
                      <a:pt x="0" y="5"/>
                      <a:pt x="1" y="8"/>
                    </a:cubicBezTo>
                    <a:cubicBezTo>
                      <a:pt x="2" y="11"/>
                      <a:pt x="5" y="13"/>
                      <a:pt x="8" y="12"/>
                    </a:cubicBezTo>
                    <a:cubicBezTo>
                      <a:pt x="11" y="11"/>
                      <a:pt x="13" y="8"/>
                      <a:pt x="12" y="5"/>
                    </a:cubicBezTo>
                    <a:cubicBezTo>
                      <a:pt x="12" y="2"/>
                      <a:pt x="8" y="0"/>
                      <a:pt x="5" y="1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5" name="Freeform 3210">
                <a:extLst>
                  <a:ext uri="{FF2B5EF4-FFF2-40B4-BE49-F238E27FC236}">
                    <a16:creationId xmlns:a16="http://schemas.microsoft.com/office/drawing/2014/main" id="{45484A6B-A396-4254-A913-7E96357A6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" y="2488"/>
                <a:ext cx="10" cy="11"/>
              </a:xfrm>
              <a:custGeom>
                <a:avLst/>
                <a:gdLst>
                  <a:gd name="T0" fmla="*/ 520 w 4"/>
                  <a:gd name="T1" fmla="*/ 0 h 4"/>
                  <a:gd name="T2" fmla="*/ 0 w 4"/>
                  <a:gd name="T3" fmla="*/ 1271 h 4"/>
                  <a:gd name="T4" fmla="*/ 783 w 4"/>
                  <a:gd name="T5" fmla="*/ 1724 h 4"/>
                  <a:gd name="T6" fmla="*/ 988 w 4"/>
                  <a:gd name="T7" fmla="*/ 976 h 4"/>
                  <a:gd name="T8" fmla="*/ 5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0" y="4"/>
                      <a:pt x="2" y="4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6" name="Freeform 3211">
                <a:extLst>
                  <a:ext uri="{FF2B5EF4-FFF2-40B4-BE49-F238E27FC236}">
                    <a16:creationId xmlns:a16="http://schemas.microsoft.com/office/drawing/2014/main" id="{CFFC610D-7529-442B-8526-07AA66E0A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2451"/>
                <a:ext cx="33" cy="34"/>
              </a:xfrm>
              <a:custGeom>
                <a:avLst/>
                <a:gdLst>
                  <a:gd name="T0" fmla="*/ 1373 w 13"/>
                  <a:gd name="T1" fmla="*/ 377 h 13"/>
                  <a:gd name="T2" fmla="*/ 327 w 13"/>
                  <a:gd name="T3" fmla="*/ 2579 h 13"/>
                  <a:gd name="T4" fmla="*/ 2107 w 13"/>
                  <a:gd name="T5" fmla="*/ 3790 h 13"/>
                  <a:gd name="T6" fmla="*/ 3158 w 13"/>
                  <a:gd name="T7" fmla="*/ 1593 h 13"/>
                  <a:gd name="T8" fmla="*/ 1373 w 13"/>
                  <a:gd name="T9" fmla="*/ 3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5" y="1"/>
                    </a:moveTo>
                    <a:cubicBezTo>
                      <a:pt x="2" y="2"/>
                      <a:pt x="0" y="5"/>
                      <a:pt x="1" y="8"/>
                    </a:cubicBezTo>
                    <a:cubicBezTo>
                      <a:pt x="2" y="11"/>
                      <a:pt x="5" y="13"/>
                      <a:pt x="8" y="12"/>
                    </a:cubicBezTo>
                    <a:cubicBezTo>
                      <a:pt x="11" y="11"/>
                      <a:pt x="13" y="8"/>
                      <a:pt x="12" y="5"/>
                    </a:cubicBezTo>
                    <a:cubicBezTo>
                      <a:pt x="12" y="2"/>
                      <a:pt x="8" y="0"/>
                      <a:pt x="5" y="1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7" name="Freeform 3212">
                <a:extLst>
                  <a:ext uri="{FF2B5EF4-FFF2-40B4-BE49-F238E27FC236}">
                    <a16:creationId xmlns:a16="http://schemas.microsoft.com/office/drawing/2014/main" id="{E22E9B5C-433B-451C-92DE-AA67E485A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2459"/>
                <a:ext cx="10" cy="10"/>
              </a:xfrm>
              <a:custGeom>
                <a:avLst/>
                <a:gdLst>
                  <a:gd name="T0" fmla="*/ 520 w 4"/>
                  <a:gd name="T1" fmla="*/ 0 h 4"/>
                  <a:gd name="T2" fmla="*/ 0 w 4"/>
                  <a:gd name="T3" fmla="*/ 783 h 4"/>
                  <a:gd name="T4" fmla="*/ 783 w 4"/>
                  <a:gd name="T5" fmla="*/ 988 h 4"/>
                  <a:gd name="T6" fmla="*/ 988 w 4"/>
                  <a:gd name="T7" fmla="*/ 520 h 4"/>
                  <a:gd name="T8" fmla="*/ 5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8" name="Freeform 3213">
                <a:extLst>
                  <a:ext uri="{FF2B5EF4-FFF2-40B4-BE49-F238E27FC236}">
                    <a16:creationId xmlns:a16="http://schemas.microsoft.com/office/drawing/2014/main" id="{8E24F698-CB9F-47B1-81C7-2E5889D76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2419"/>
                <a:ext cx="33" cy="34"/>
              </a:xfrm>
              <a:custGeom>
                <a:avLst/>
                <a:gdLst>
                  <a:gd name="T0" fmla="*/ 2404 w 13"/>
                  <a:gd name="T1" fmla="*/ 609 h 13"/>
                  <a:gd name="T2" fmla="*/ 327 w 13"/>
                  <a:gd name="T3" fmla="*/ 1219 h 13"/>
                  <a:gd name="T4" fmla="*/ 830 w 13"/>
                  <a:gd name="T5" fmla="*/ 3790 h 13"/>
                  <a:gd name="T6" fmla="*/ 2945 w 13"/>
                  <a:gd name="T7" fmla="*/ 3188 h 13"/>
                  <a:gd name="T8" fmla="*/ 2404 w 13"/>
                  <a:gd name="T9" fmla="*/ 60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9" y="2"/>
                    </a:moveTo>
                    <a:cubicBezTo>
                      <a:pt x="6" y="0"/>
                      <a:pt x="3" y="1"/>
                      <a:pt x="1" y="4"/>
                    </a:cubicBezTo>
                    <a:cubicBezTo>
                      <a:pt x="0" y="7"/>
                      <a:pt x="1" y="10"/>
                      <a:pt x="3" y="12"/>
                    </a:cubicBezTo>
                    <a:cubicBezTo>
                      <a:pt x="6" y="13"/>
                      <a:pt x="10" y="12"/>
                      <a:pt x="11" y="10"/>
                    </a:cubicBezTo>
                    <a:cubicBezTo>
                      <a:pt x="13" y="7"/>
                      <a:pt x="12" y="3"/>
                      <a:pt x="9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9" name="Freeform 3214">
                <a:extLst>
                  <a:ext uri="{FF2B5EF4-FFF2-40B4-BE49-F238E27FC236}">
                    <a16:creationId xmlns:a16="http://schemas.microsoft.com/office/drawing/2014/main" id="{F740ED4E-96EE-4EB1-841E-68AFFEB3B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2427"/>
                <a:ext cx="10" cy="10"/>
              </a:xfrm>
              <a:custGeom>
                <a:avLst/>
                <a:gdLst>
                  <a:gd name="T0" fmla="*/ 783 w 4"/>
                  <a:gd name="T1" fmla="*/ 0 h 4"/>
                  <a:gd name="T2" fmla="*/ 0 w 4"/>
                  <a:gd name="T3" fmla="*/ 313 h 4"/>
                  <a:gd name="T4" fmla="*/ 313 w 4"/>
                  <a:gd name="T5" fmla="*/ 783 h 4"/>
                  <a:gd name="T6" fmla="*/ 988 w 4"/>
                  <a:gd name="T7" fmla="*/ 783 h 4"/>
                  <a:gd name="T8" fmla="*/ 78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0" name="Freeform 3215">
                <a:extLst>
                  <a:ext uri="{FF2B5EF4-FFF2-40B4-BE49-F238E27FC236}">
                    <a16:creationId xmlns:a16="http://schemas.microsoft.com/office/drawing/2014/main" id="{4CC6C4C8-DAF4-4943-86C5-6399AC38E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2389"/>
                <a:ext cx="32" cy="38"/>
              </a:xfrm>
              <a:custGeom>
                <a:avLst/>
                <a:gdLst>
                  <a:gd name="T0" fmla="*/ 1982 w 13"/>
                  <a:gd name="T1" fmla="*/ 760 h 14"/>
                  <a:gd name="T2" fmla="*/ 182 w 13"/>
                  <a:gd name="T3" fmla="*/ 1620 h 14"/>
                  <a:gd name="T4" fmla="*/ 625 w 13"/>
                  <a:gd name="T5" fmla="*/ 4878 h 14"/>
                  <a:gd name="T6" fmla="*/ 2417 w 13"/>
                  <a:gd name="T7" fmla="*/ 3957 h 14"/>
                  <a:gd name="T8" fmla="*/ 1982 w 13"/>
                  <a:gd name="T9" fmla="*/ 76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9" y="2"/>
                    </a:moveTo>
                    <a:cubicBezTo>
                      <a:pt x="6" y="0"/>
                      <a:pt x="3" y="1"/>
                      <a:pt x="1" y="4"/>
                    </a:cubicBezTo>
                    <a:cubicBezTo>
                      <a:pt x="0" y="7"/>
                      <a:pt x="1" y="10"/>
                      <a:pt x="3" y="12"/>
                    </a:cubicBezTo>
                    <a:cubicBezTo>
                      <a:pt x="6" y="14"/>
                      <a:pt x="10" y="13"/>
                      <a:pt x="11" y="10"/>
                    </a:cubicBezTo>
                    <a:cubicBezTo>
                      <a:pt x="13" y="7"/>
                      <a:pt x="12" y="4"/>
                      <a:pt x="9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1" name="Freeform 3216">
                <a:extLst>
                  <a:ext uri="{FF2B5EF4-FFF2-40B4-BE49-F238E27FC236}">
                    <a16:creationId xmlns:a16="http://schemas.microsoft.com/office/drawing/2014/main" id="{A3918FF0-0A5D-42AE-A2C4-0761EC29B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2397"/>
                <a:ext cx="10" cy="11"/>
              </a:xfrm>
              <a:custGeom>
                <a:avLst/>
                <a:gdLst>
                  <a:gd name="T0" fmla="*/ 783 w 4"/>
                  <a:gd name="T1" fmla="*/ 0 h 4"/>
                  <a:gd name="T2" fmla="*/ 0 w 4"/>
                  <a:gd name="T3" fmla="*/ 462 h 4"/>
                  <a:gd name="T4" fmla="*/ 313 w 4"/>
                  <a:gd name="T5" fmla="*/ 1724 h 4"/>
                  <a:gd name="T6" fmla="*/ 988 w 4"/>
                  <a:gd name="T7" fmla="*/ 1271 h 4"/>
                  <a:gd name="T8" fmla="*/ 78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2" name="Freeform 3217">
                <a:extLst>
                  <a:ext uri="{FF2B5EF4-FFF2-40B4-BE49-F238E27FC236}">
                    <a16:creationId xmlns:a16="http://schemas.microsoft.com/office/drawing/2014/main" id="{24F25057-C549-4A6A-AB48-BCF2A97FC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2363"/>
                <a:ext cx="30" cy="34"/>
              </a:xfrm>
              <a:custGeom>
                <a:avLst/>
                <a:gdLst>
                  <a:gd name="T0" fmla="*/ 988 w 12"/>
                  <a:gd name="T1" fmla="*/ 377 h 13"/>
                  <a:gd name="T2" fmla="*/ 0 w 12"/>
                  <a:gd name="T3" fmla="*/ 2579 h 13"/>
                  <a:gd name="T4" fmla="*/ 1770 w 12"/>
                  <a:gd name="T5" fmla="*/ 3790 h 13"/>
                  <a:gd name="T6" fmla="*/ 2938 w 12"/>
                  <a:gd name="T7" fmla="*/ 1593 h 13"/>
                  <a:gd name="T8" fmla="*/ 988 w 12"/>
                  <a:gd name="T9" fmla="*/ 3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"/>
                    </a:moveTo>
                    <a:cubicBezTo>
                      <a:pt x="1" y="2"/>
                      <a:pt x="0" y="5"/>
                      <a:pt x="0" y="8"/>
                    </a:cubicBezTo>
                    <a:cubicBezTo>
                      <a:pt x="1" y="11"/>
                      <a:pt x="4" y="13"/>
                      <a:pt x="7" y="12"/>
                    </a:cubicBezTo>
                    <a:cubicBezTo>
                      <a:pt x="11" y="11"/>
                      <a:pt x="12" y="8"/>
                      <a:pt x="12" y="5"/>
                    </a:cubicBezTo>
                    <a:cubicBezTo>
                      <a:pt x="11" y="2"/>
                      <a:pt x="8" y="0"/>
                      <a:pt x="4" y="1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3" name="Freeform 3218">
                <a:extLst>
                  <a:ext uri="{FF2B5EF4-FFF2-40B4-BE49-F238E27FC236}">
                    <a16:creationId xmlns:a16="http://schemas.microsoft.com/office/drawing/2014/main" id="{6A00BB67-2BA3-4F8B-B076-6AE386234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2371"/>
                <a:ext cx="10" cy="10"/>
              </a:xfrm>
              <a:custGeom>
                <a:avLst/>
                <a:gdLst>
                  <a:gd name="T0" fmla="*/ 520 w 4"/>
                  <a:gd name="T1" fmla="*/ 0 h 4"/>
                  <a:gd name="T2" fmla="*/ 0 w 4"/>
                  <a:gd name="T3" fmla="*/ 783 h 4"/>
                  <a:gd name="T4" fmla="*/ 783 w 4"/>
                  <a:gd name="T5" fmla="*/ 988 h 4"/>
                  <a:gd name="T6" fmla="*/ 988 w 4"/>
                  <a:gd name="T7" fmla="*/ 520 h 4"/>
                  <a:gd name="T8" fmla="*/ 5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4" name="Freeform 3219">
                <a:extLst>
                  <a:ext uri="{FF2B5EF4-FFF2-40B4-BE49-F238E27FC236}">
                    <a16:creationId xmlns:a16="http://schemas.microsoft.com/office/drawing/2014/main" id="{21785DF4-CB22-463D-A13F-58185C2E6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333"/>
                <a:ext cx="30" cy="35"/>
              </a:xfrm>
              <a:custGeom>
                <a:avLst/>
                <a:gdLst>
                  <a:gd name="T0" fmla="*/ 988 w 12"/>
                  <a:gd name="T1" fmla="*/ 428 h 13"/>
                  <a:gd name="T2" fmla="*/ 0 w 12"/>
                  <a:gd name="T3" fmla="*/ 3102 h 13"/>
                  <a:gd name="T4" fmla="*/ 1770 w 12"/>
                  <a:gd name="T5" fmla="*/ 4531 h 13"/>
                  <a:gd name="T6" fmla="*/ 2938 w 12"/>
                  <a:gd name="T7" fmla="*/ 1833 h 13"/>
                  <a:gd name="T8" fmla="*/ 988 w 12"/>
                  <a:gd name="T9" fmla="*/ 42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"/>
                    </a:moveTo>
                    <a:cubicBezTo>
                      <a:pt x="1" y="2"/>
                      <a:pt x="0" y="5"/>
                      <a:pt x="0" y="8"/>
                    </a:cubicBezTo>
                    <a:cubicBezTo>
                      <a:pt x="1" y="11"/>
                      <a:pt x="4" y="13"/>
                      <a:pt x="7" y="12"/>
                    </a:cubicBezTo>
                    <a:cubicBezTo>
                      <a:pt x="11" y="11"/>
                      <a:pt x="12" y="8"/>
                      <a:pt x="12" y="5"/>
                    </a:cubicBezTo>
                    <a:cubicBezTo>
                      <a:pt x="11" y="2"/>
                      <a:pt x="8" y="0"/>
                      <a:pt x="4" y="1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5" name="Freeform 3220">
                <a:extLst>
                  <a:ext uri="{FF2B5EF4-FFF2-40B4-BE49-F238E27FC236}">
                    <a16:creationId xmlns:a16="http://schemas.microsoft.com/office/drawing/2014/main" id="{8145A802-C450-418A-BB31-F2B673C90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2341"/>
                <a:ext cx="10" cy="14"/>
              </a:xfrm>
              <a:custGeom>
                <a:avLst/>
                <a:gdLst>
                  <a:gd name="T0" fmla="*/ 520 w 4"/>
                  <a:gd name="T1" fmla="*/ 487 h 5"/>
                  <a:gd name="T2" fmla="*/ 0 w 4"/>
                  <a:gd name="T3" fmla="*/ 1364 h 5"/>
                  <a:gd name="T4" fmla="*/ 783 w 4"/>
                  <a:gd name="T5" fmla="*/ 1912 h 5"/>
                  <a:gd name="T6" fmla="*/ 988 w 4"/>
                  <a:gd name="T7" fmla="*/ 1050 h 5"/>
                  <a:gd name="T8" fmla="*/ 520 w 4"/>
                  <a:gd name="T9" fmla="*/ 4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2" y="5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6" name="Freeform 3221">
                <a:extLst>
                  <a:ext uri="{FF2B5EF4-FFF2-40B4-BE49-F238E27FC236}">
                    <a16:creationId xmlns:a16="http://schemas.microsoft.com/office/drawing/2014/main" id="{81B760D5-F37F-476C-A7C7-7BBE4C460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307"/>
                <a:ext cx="33" cy="34"/>
              </a:xfrm>
              <a:custGeom>
                <a:avLst/>
                <a:gdLst>
                  <a:gd name="T0" fmla="*/ 1373 w 13"/>
                  <a:gd name="T1" fmla="*/ 377 h 13"/>
                  <a:gd name="T2" fmla="*/ 327 w 13"/>
                  <a:gd name="T3" fmla="*/ 2579 h 13"/>
                  <a:gd name="T4" fmla="*/ 2107 w 13"/>
                  <a:gd name="T5" fmla="*/ 3790 h 13"/>
                  <a:gd name="T6" fmla="*/ 3158 w 13"/>
                  <a:gd name="T7" fmla="*/ 1593 h 13"/>
                  <a:gd name="T8" fmla="*/ 1373 w 13"/>
                  <a:gd name="T9" fmla="*/ 3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5" y="1"/>
                    </a:moveTo>
                    <a:cubicBezTo>
                      <a:pt x="2" y="2"/>
                      <a:pt x="0" y="5"/>
                      <a:pt x="1" y="8"/>
                    </a:cubicBezTo>
                    <a:cubicBezTo>
                      <a:pt x="1" y="11"/>
                      <a:pt x="5" y="13"/>
                      <a:pt x="8" y="12"/>
                    </a:cubicBezTo>
                    <a:cubicBezTo>
                      <a:pt x="11" y="11"/>
                      <a:pt x="13" y="8"/>
                      <a:pt x="12" y="5"/>
                    </a:cubicBezTo>
                    <a:cubicBezTo>
                      <a:pt x="11" y="2"/>
                      <a:pt x="8" y="0"/>
                      <a:pt x="5" y="1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7" name="Freeform 3222">
                <a:extLst>
                  <a:ext uri="{FF2B5EF4-FFF2-40B4-BE49-F238E27FC236}">
                    <a16:creationId xmlns:a16="http://schemas.microsoft.com/office/drawing/2014/main" id="{8F722582-2903-427E-A4AA-343E4E65F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315"/>
                <a:ext cx="13" cy="10"/>
              </a:xfrm>
              <a:custGeom>
                <a:avLst/>
                <a:gdLst>
                  <a:gd name="T0" fmla="*/ 595 w 5"/>
                  <a:gd name="T1" fmla="*/ 0 h 4"/>
                  <a:gd name="T2" fmla="*/ 372 w 5"/>
                  <a:gd name="T3" fmla="*/ 783 h 4"/>
                  <a:gd name="T4" fmla="*/ 967 w 5"/>
                  <a:gd name="T5" fmla="*/ 988 h 4"/>
                  <a:gd name="T6" fmla="*/ 1196 w 5"/>
                  <a:gd name="T7" fmla="*/ 520 h 4"/>
                  <a:gd name="T8" fmla="*/ 595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4"/>
                      <a:pt x="5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8" name="Freeform 3223">
                <a:extLst>
                  <a:ext uri="{FF2B5EF4-FFF2-40B4-BE49-F238E27FC236}">
                    <a16:creationId xmlns:a16="http://schemas.microsoft.com/office/drawing/2014/main" id="{E8FFCD80-6542-4876-B59D-E96A025EB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491"/>
                <a:ext cx="105" cy="120"/>
              </a:xfrm>
              <a:custGeom>
                <a:avLst/>
                <a:gdLst>
                  <a:gd name="T0" fmla="*/ 0 w 42"/>
                  <a:gd name="T1" fmla="*/ 12536 h 45"/>
                  <a:gd name="T2" fmla="*/ 4220 w 42"/>
                  <a:gd name="T3" fmla="*/ 13597 h 45"/>
                  <a:gd name="T4" fmla="*/ 8125 w 42"/>
                  <a:gd name="T5" fmla="*/ 3640 h 45"/>
                  <a:gd name="T6" fmla="*/ 6645 w 42"/>
                  <a:gd name="T7" fmla="*/ 0 h 45"/>
                  <a:gd name="T8" fmla="*/ 9300 w 42"/>
                  <a:gd name="T9" fmla="*/ 5405 h 45"/>
                  <a:gd name="T10" fmla="*/ 5395 w 42"/>
                  <a:gd name="T11" fmla="*/ 15112 h 45"/>
                  <a:gd name="T12" fmla="*/ 0 w 42"/>
                  <a:gd name="T13" fmla="*/ 1253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0" y="35"/>
                    </a:moveTo>
                    <a:cubicBezTo>
                      <a:pt x="8" y="40"/>
                      <a:pt x="12" y="39"/>
                      <a:pt x="17" y="38"/>
                    </a:cubicBezTo>
                    <a:cubicBezTo>
                      <a:pt x="32" y="34"/>
                      <a:pt x="36" y="22"/>
                      <a:pt x="33" y="10"/>
                    </a:cubicBezTo>
                    <a:cubicBezTo>
                      <a:pt x="32" y="7"/>
                      <a:pt x="29" y="3"/>
                      <a:pt x="27" y="0"/>
                    </a:cubicBezTo>
                    <a:cubicBezTo>
                      <a:pt x="32" y="3"/>
                      <a:pt x="37" y="8"/>
                      <a:pt x="38" y="15"/>
                    </a:cubicBezTo>
                    <a:cubicBezTo>
                      <a:pt x="42" y="27"/>
                      <a:pt x="34" y="39"/>
                      <a:pt x="22" y="42"/>
                    </a:cubicBezTo>
                    <a:cubicBezTo>
                      <a:pt x="14" y="45"/>
                      <a:pt x="5" y="42"/>
                      <a:pt x="0" y="35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9" name="Freeform 3224">
                <a:extLst>
                  <a:ext uri="{FF2B5EF4-FFF2-40B4-BE49-F238E27FC236}">
                    <a16:creationId xmlns:a16="http://schemas.microsoft.com/office/drawing/2014/main" id="{B88F7B3C-6712-4C27-91EE-5DF50BE91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635"/>
                <a:ext cx="112" cy="98"/>
              </a:xfrm>
              <a:custGeom>
                <a:avLst/>
                <a:gdLst>
                  <a:gd name="T0" fmla="*/ 0 w 45"/>
                  <a:gd name="T1" fmla="*/ 5220 h 37"/>
                  <a:gd name="T2" fmla="*/ 3066 w 45"/>
                  <a:gd name="T3" fmla="*/ 9400 h 37"/>
                  <a:gd name="T4" fmla="*/ 9744 w 45"/>
                  <a:gd name="T5" fmla="*/ 4182 h 37"/>
                  <a:gd name="T6" fmla="*/ 9744 w 45"/>
                  <a:gd name="T7" fmla="*/ 0 h 37"/>
                  <a:gd name="T8" fmla="*/ 10209 w 45"/>
                  <a:gd name="T9" fmla="*/ 6243 h 37"/>
                  <a:gd name="T10" fmla="*/ 3532 w 45"/>
                  <a:gd name="T11" fmla="*/ 11315 h 37"/>
                  <a:gd name="T12" fmla="*/ 0 w 45"/>
                  <a:gd name="T13" fmla="*/ 522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7">
                    <a:moveTo>
                      <a:pt x="0" y="15"/>
                    </a:moveTo>
                    <a:cubicBezTo>
                      <a:pt x="5" y="24"/>
                      <a:pt x="8" y="25"/>
                      <a:pt x="13" y="27"/>
                    </a:cubicBezTo>
                    <a:cubicBezTo>
                      <a:pt x="28" y="31"/>
                      <a:pt x="38" y="24"/>
                      <a:pt x="41" y="12"/>
                    </a:cubicBezTo>
                    <a:cubicBezTo>
                      <a:pt x="42" y="8"/>
                      <a:pt x="42" y="3"/>
                      <a:pt x="41" y="0"/>
                    </a:cubicBezTo>
                    <a:cubicBezTo>
                      <a:pt x="44" y="5"/>
                      <a:pt x="45" y="12"/>
                      <a:pt x="43" y="18"/>
                    </a:cubicBezTo>
                    <a:cubicBezTo>
                      <a:pt x="40" y="30"/>
                      <a:pt x="27" y="37"/>
                      <a:pt x="15" y="33"/>
                    </a:cubicBezTo>
                    <a:cubicBezTo>
                      <a:pt x="7" y="31"/>
                      <a:pt x="1" y="23"/>
                      <a:pt x="0" y="15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0" name="Freeform 3225">
                <a:extLst>
                  <a:ext uri="{FF2B5EF4-FFF2-40B4-BE49-F238E27FC236}">
                    <a16:creationId xmlns:a16="http://schemas.microsoft.com/office/drawing/2014/main" id="{AC527AA0-D100-4A6E-962F-2E1685F52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2635"/>
                <a:ext cx="115" cy="98"/>
              </a:xfrm>
              <a:custGeom>
                <a:avLst/>
                <a:gdLst>
                  <a:gd name="T0" fmla="*/ 11250 w 46"/>
                  <a:gd name="T1" fmla="*/ 5220 h 37"/>
                  <a:gd name="T2" fmla="*/ 7813 w 46"/>
                  <a:gd name="T3" fmla="*/ 9400 h 37"/>
                  <a:gd name="T4" fmla="*/ 988 w 46"/>
                  <a:gd name="T5" fmla="*/ 4182 h 37"/>
                  <a:gd name="T6" fmla="*/ 988 w 46"/>
                  <a:gd name="T7" fmla="*/ 0 h 37"/>
                  <a:gd name="T8" fmla="*/ 520 w 46"/>
                  <a:gd name="T9" fmla="*/ 6243 h 37"/>
                  <a:gd name="T10" fmla="*/ 7345 w 46"/>
                  <a:gd name="T11" fmla="*/ 11315 h 37"/>
                  <a:gd name="T12" fmla="*/ 11250 w 46"/>
                  <a:gd name="T13" fmla="*/ 522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7">
                    <a:moveTo>
                      <a:pt x="46" y="15"/>
                    </a:moveTo>
                    <a:cubicBezTo>
                      <a:pt x="41" y="24"/>
                      <a:pt x="38" y="25"/>
                      <a:pt x="32" y="27"/>
                    </a:cubicBezTo>
                    <a:cubicBezTo>
                      <a:pt x="18" y="31"/>
                      <a:pt x="8" y="24"/>
                      <a:pt x="4" y="12"/>
                    </a:cubicBezTo>
                    <a:cubicBezTo>
                      <a:pt x="3" y="8"/>
                      <a:pt x="4" y="3"/>
                      <a:pt x="4" y="0"/>
                    </a:cubicBezTo>
                    <a:cubicBezTo>
                      <a:pt x="1" y="5"/>
                      <a:pt x="0" y="12"/>
                      <a:pt x="2" y="18"/>
                    </a:cubicBezTo>
                    <a:cubicBezTo>
                      <a:pt x="6" y="30"/>
                      <a:pt x="18" y="37"/>
                      <a:pt x="30" y="33"/>
                    </a:cubicBezTo>
                    <a:cubicBezTo>
                      <a:pt x="39" y="31"/>
                      <a:pt x="45" y="23"/>
                      <a:pt x="46" y="15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1" name="Freeform 3226">
                <a:extLst>
                  <a:ext uri="{FF2B5EF4-FFF2-40B4-BE49-F238E27FC236}">
                    <a16:creationId xmlns:a16="http://schemas.microsoft.com/office/drawing/2014/main" id="{4654E432-3503-49A5-A4D6-C682597E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2472"/>
                <a:ext cx="145" cy="152"/>
              </a:xfrm>
              <a:custGeom>
                <a:avLst/>
                <a:gdLst>
                  <a:gd name="T0" fmla="*/ 988 w 58"/>
                  <a:gd name="T1" fmla="*/ 12536 h 57"/>
                  <a:gd name="T2" fmla="*/ 5395 w 58"/>
                  <a:gd name="T3" fmla="*/ 1459 h 57"/>
                  <a:gd name="T4" fmla="*/ 13208 w 58"/>
                  <a:gd name="T5" fmla="*/ 7944 h 57"/>
                  <a:gd name="T6" fmla="*/ 8800 w 58"/>
                  <a:gd name="T7" fmla="*/ 19421 h 57"/>
                  <a:gd name="T8" fmla="*/ 988 w 58"/>
                  <a:gd name="T9" fmla="*/ 1253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7">
                    <a:moveTo>
                      <a:pt x="4" y="35"/>
                    </a:moveTo>
                    <a:cubicBezTo>
                      <a:pt x="0" y="21"/>
                      <a:pt x="8" y="7"/>
                      <a:pt x="22" y="4"/>
                    </a:cubicBezTo>
                    <a:cubicBezTo>
                      <a:pt x="36" y="0"/>
                      <a:pt x="50" y="8"/>
                      <a:pt x="54" y="22"/>
                    </a:cubicBezTo>
                    <a:cubicBezTo>
                      <a:pt x="58" y="36"/>
                      <a:pt x="50" y="50"/>
                      <a:pt x="36" y="54"/>
                    </a:cubicBezTo>
                    <a:cubicBezTo>
                      <a:pt x="22" y="57"/>
                      <a:pt x="8" y="49"/>
                      <a:pt x="4" y="3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2" name="Freeform 3227">
                <a:extLst>
                  <a:ext uri="{FF2B5EF4-FFF2-40B4-BE49-F238E27FC236}">
                    <a16:creationId xmlns:a16="http://schemas.microsoft.com/office/drawing/2014/main" id="{A26DE649-2FF7-4099-8F1C-8C3B82DE5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2467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67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3" name="Freeform 3228">
                <a:extLst>
                  <a:ext uri="{FF2B5EF4-FFF2-40B4-BE49-F238E27FC236}">
                    <a16:creationId xmlns:a16="http://schemas.microsoft.com/office/drawing/2014/main" id="{B074F5D9-6B35-430C-8E84-FF4598574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2437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67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4" name="Freeform 3229">
                <a:extLst>
                  <a:ext uri="{FF2B5EF4-FFF2-40B4-BE49-F238E27FC236}">
                    <a16:creationId xmlns:a16="http://schemas.microsoft.com/office/drawing/2014/main" id="{DD79E0E7-DAD5-4D65-B885-21AB0386A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2405"/>
                <a:ext cx="65" cy="70"/>
              </a:xfrm>
              <a:custGeom>
                <a:avLst/>
                <a:gdLst>
                  <a:gd name="T0" fmla="*/ 783 w 26"/>
                  <a:gd name="T1" fmla="*/ 3102 h 26"/>
                  <a:gd name="T2" fmla="*/ 4425 w 26"/>
                  <a:gd name="T3" fmla="*/ 1580 h 26"/>
                  <a:gd name="T4" fmla="*/ 5395 w 26"/>
                  <a:gd name="T5" fmla="*/ 7197 h 26"/>
                  <a:gd name="T6" fmla="*/ 1770 w 26"/>
                  <a:gd name="T7" fmla="*/ 8785 h 26"/>
                  <a:gd name="T8" fmla="*/ 783 w 26"/>
                  <a:gd name="T9" fmla="*/ 310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3" y="8"/>
                    </a:moveTo>
                    <a:cubicBezTo>
                      <a:pt x="6" y="2"/>
                      <a:pt x="13" y="0"/>
                      <a:pt x="18" y="4"/>
                    </a:cubicBezTo>
                    <a:cubicBezTo>
                      <a:pt x="24" y="7"/>
                      <a:pt x="26" y="13"/>
                      <a:pt x="22" y="19"/>
                    </a:cubicBezTo>
                    <a:cubicBezTo>
                      <a:pt x="19" y="24"/>
                      <a:pt x="13" y="26"/>
                      <a:pt x="7" y="23"/>
                    </a:cubicBezTo>
                    <a:cubicBezTo>
                      <a:pt x="2" y="20"/>
                      <a:pt x="0" y="13"/>
                      <a:pt x="3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5" name="Freeform 3230">
                <a:extLst>
                  <a:ext uri="{FF2B5EF4-FFF2-40B4-BE49-F238E27FC236}">
                    <a16:creationId xmlns:a16="http://schemas.microsoft.com/office/drawing/2014/main" id="{3C6D2D19-0A95-4BA5-B47E-E2B41A327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2376"/>
                <a:ext cx="65" cy="69"/>
              </a:xfrm>
              <a:custGeom>
                <a:avLst/>
                <a:gdLst>
                  <a:gd name="T0" fmla="*/ 783 w 26"/>
                  <a:gd name="T1" fmla="*/ 2781 h 26"/>
                  <a:gd name="T2" fmla="*/ 4425 w 26"/>
                  <a:gd name="T3" fmla="*/ 1048 h 26"/>
                  <a:gd name="T4" fmla="*/ 5395 w 26"/>
                  <a:gd name="T5" fmla="*/ 6600 h 26"/>
                  <a:gd name="T6" fmla="*/ 1770 w 26"/>
                  <a:gd name="T7" fmla="*/ 8036 h 26"/>
                  <a:gd name="T8" fmla="*/ 783 w 26"/>
                  <a:gd name="T9" fmla="*/ 278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3" y="8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7"/>
                      <a:pt x="26" y="13"/>
                      <a:pt x="22" y="19"/>
                    </a:cubicBezTo>
                    <a:cubicBezTo>
                      <a:pt x="19" y="24"/>
                      <a:pt x="13" y="26"/>
                      <a:pt x="7" y="23"/>
                    </a:cubicBezTo>
                    <a:cubicBezTo>
                      <a:pt x="2" y="19"/>
                      <a:pt x="0" y="13"/>
                      <a:pt x="3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6" name="Freeform 3231">
                <a:extLst>
                  <a:ext uri="{FF2B5EF4-FFF2-40B4-BE49-F238E27FC236}">
                    <a16:creationId xmlns:a16="http://schemas.microsoft.com/office/drawing/2014/main" id="{FCB9F0EC-547C-49A4-8669-F09E9E0E0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5" y="2349"/>
                <a:ext cx="60" cy="64"/>
              </a:xfrm>
              <a:custGeom>
                <a:avLst/>
                <a:gdLst>
                  <a:gd name="T0" fmla="*/ 520 w 24"/>
                  <a:gd name="T1" fmla="*/ 5405 h 24"/>
                  <a:gd name="T2" fmla="*/ 2270 w 24"/>
                  <a:gd name="T3" fmla="*/ 661 h 24"/>
                  <a:gd name="T4" fmla="*/ 5675 w 24"/>
                  <a:gd name="T5" fmla="*/ 3243 h 24"/>
                  <a:gd name="T6" fmla="*/ 3720 w 24"/>
                  <a:gd name="T7" fmla="*/ 8248 h 24"/>
                  <a:gd name="T8" fmla="*/ 520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" y="15"/>
                    </a:move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2" y="1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7" name="Freeform 3232">
                <a:extLst>
                  <a:ext uri="{FF2B5EF4-FFF2-40B4-BE49-F238E27FC236}">
                    <a16:creationId xmlns:a16="http://schemas.microsoft.com/office/drawing/2014/main" id="{336E4C65-4A06-4776-A4EB-49B3625AA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2320"/>
                <a:ext cx="60" cy="64"/>
              </a:xfrm>
              <a:custGeom>
                <a:avLst/>
                <a:gdLst>
                  <a:gd name="T0" fmla="*/ 520 w 24"/>
                  <a:gd name="T1" fmla="*/ 5405 h 24"/>
                  <a:gd name="T2" fmla="*/ 2270 w 24"/>
                  <a:gd name="T3" fmla="*/ 661 h 24"/>
                  <a:gd name="T4" fmla="*/ 5675 w 24"/>
                  <a:gd name="T5" fmla="*/ 3243 h 24"/>
                  <a:gd name="T6" fmla="*/ 3720 w 24"/>
                  <a:gd name="T7" fmla="*/ 8248 h 24"/>
                  <a:gd name="T8" fmla="*/ 520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" y="15"/>
                    </a:move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2" y="1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8" name="Freeform 3233">
                <a:extLst>
                  <a:ext uri="{FF2B5EF4-FFF2-40B4-BE49-F238E27FC236}">
                    <a16:creationId xmlns:a16="http://schemas.microsoft.com/office/drawing/2014/main" id="{4E7377CD-5FCA-4E31-AF0E-800F4736A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2291"/>
                <a:ext cx="60" cy="64"/>
              </a:xfrm>
              <a:custGeom>
                <a:avLst/>
                <a:gdLst>
                  <a:gd name="T0" fmla="*/ 313 w 24"/>
                  <a:gd name="T1" fmla="*/ 5405 h 24"/>
                  <a:gd name="T2" fmla="*/ 2270 w 24"/>
                  <a:gd name="T3" fmla="*/ 397 h 24"/>
                  <a:gd name="T4" fmla="*/ 5675 w 24"/>
                  <a:gd name="T5" fmla="*/ 3243 h 24"/>
                  <a:gd name="T6" fmla="*/ 3720 w 24"/>
                  <a:gd name="T7" fmla="*/ 8248 h 24"/>
                  <a:gd name="T8" fmla="*/ 313 w 24"/>
                  <a:gd name="T9" fmla="*/ 540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" y="15"/>
                    </a:moveTo>
                    <a:cubicBezTo>
                      <a:pt x="0" y="9"/>
                      <a:pt x="3" y="3"/>
                      <a:pt x="9" y="1"/>
                    </a:cubicBezTo>
                    <a:cubicBezTo>
                      <a:pt x="15" y="0"/>
                      <a:pt x="21" y="3"/>
                      <a:pt x="23" y="9"/>
                    </a:cubicBezTo>
                    <a:cubicBezTo>
                      <a:pt x="24" y="15"/>
                      <a:pt x="21" y="21"/>
                      <a:pt x="15" y="23"/>
                    </a:cubicBezTo>
                    <a:cubicBezTo>
                      <a:pt x="9" y="24"/>
                      <a:pt x="3" y="21"/>
                      <a:pt x="1" y="1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9" name="Freeform 3234">
                <a:extLst>
                  <a:ext uri="{FF2B5EF4-FFF2-40B4-BE49-F238E27FC236}">
                    <a16:creationId xmlns:a16="http://schemas.microsoft.com/office/drawing/2014/main" id="{97EEB1B3-024D-463C-9895-50ECB7BB2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2264"/>
                <a:ext cx="55" cy="61"/>
              </a:xfrm>
              <a:custGeom>
                <a:avLst/>
                <a:gdLst>
                  <a:gd name="T0" fmla="*/ 5208 w 22"/>
                  <a:gd name="T1" fmla="*/ 2779 h 23"/>
                  <a:gd name="T2" fmla="*/ 2470 w 22"/>
                  <a:gd name="T3" fmla="*/ 0 h 23"/>
                  <a:gd name="T4" fmla="*/ 2470 w 22"/>
                  <a:gd name="T5" fmla="*/ 634 h 23"/>
                  <a:gd name="T6" fmla="*/ 0 w 22"/>
                  <a:gd name="T7" fmla="*/ 5241 h 23"/>
                  <a:gd name="T8" fmla="*/ 3250 w 22"/>
                  <a:gd name="T9" fmla="*/ 7612 h 23"/>
                  <a:gd name="T10" fmla="*/ 5208 w 22"/>
                  <a:gd name="T11" fmla="*/ 277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21" y="8"/>
                    </a:moveTo>
                    <a:cubicBezTo>
                      <a:pt x="19" y="3"/>
                      <a:pt x="15" y="0"/>
                      <a:pt x="10" y="0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8"/>
                      <a:pt x="5" y="13"/>
                      <a:pt x="0" y="15"/>
                    </a:cubicBezTo>
                    <a:cubicBezTo>
                      <a:pt x="2" y="20"/>
                      <a:pt x="7" y="23"/>
                      <a:pt x="13" y="22"/>
                    </a:cubicBezTo>
                    <a:cubicBezTo>
                      <a:pt x="19" y="20"/>
                      <a:pt x="22" y="14"/>
                      <a:pt x="21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0" name="Freeform 3235">
                <a:extLst>
                  <a:ext uri="{FF2B5EF4-FFF2-40B4-BE49-F238E27FC236}">
                    <a16:creationId xmlns:a16="http://schemas.microsoft.com/office/drawing/2014/main" id="{11FE24E3-4CE0-40A3-9E7D-B58DC6C44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355"/>
                <a:ext cx="150" cy="157"/>
              </a:xfrm>
              <a:custGeom>
                <a:avLst/>
                <a:gdLst>
                  <a:gd name="T0" fmla="*/ 1770 w 60"/>
                  <a:gd name="T1" fmla="*/ 5708 h 59"/>
                  <a:gd name="T2" fmla="*/ 10550 w 60"/>
                  <a:gd name="T3" fmla="*/ 2563 h 59"/>
                  <a:gd name="T4" fmla="*/ 12708 w 60"/>
                  <a:gd name="T5" fmla="*/ 15189 h 59"/>
                  <a:gd name="T6" fmla="*/ 4220 w 60"/>
                  <a:gd name="T7" fmla="*/ 18412 h 59"/>
                  <a:gd name="T8" fmla="*/ 1770 w 60"/>
                  <a:gd name="T9" fmla="*/ 5708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9">
                    <a:moveTo>
                      <a:pt x="7" y="16"/>
                    </a:moveTo>
                    <a:cubicBezTo>
                      <a:pt x="15" y="4"/>
                      <a:pt x="31" y="0"/>
                      <a:pt x="43" y="7"/>
                    </a:cubicBezTo>
                    <a:cubicBezTo>
                      <a:pt x="55" y="14"/>
                      <a:pt x="60" y="30"/>
                      <a:pt x="52" y="43"/>
                    </a:cubicBezTo>
                    <a:cubicBezTo>
                      <a:pt x="45" y="55"/>
                      <a:pt x="29" y="59"/>
                      <a:pt x="17" y="52"/>
                    </a:cubicBezTo>
                    <a:cubicBezTo>
                      <a:pt x="5" y="45"/>
                      <a:pt x="0" y="29"/>
                      <a:pt x="7" y="16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1" name="Freeform 3236">
                <a:extLst>
                  <a:ext uri="{FF2B5EF4-FFF2-40B4-BE49-F238E27FC236}">
                    <a16:creationId xmlns:a16="http://schemas.microsoft.com/office/drawing/2014/main" id="{F42065FE-A573-4486-AA6C-252593DC0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653"/>
                <a:ext cx="60" cy="67"/>
              </a:xfrm>
              <a:custGeom>
                <a:avLst/>
                <a:gdLst>
                  <a:gd name="T0" fmla="*/ 5863 w 24"/>
                  <a:gd name="T1" fmla="*/ 5258 h 25"/>
                  <a:gd name="T2" fmla="*/ 4425 w 24"/>
                  <a:gd name="T3" fmla="*/ 1501 h 25"/>
                  <a:gd name="T4" fmla="*/ 783 w 24"/>
                  <a:gd name="T5" fmla="*/ 2886 h 25"/>
                  <a:gd name="T6" fmla="*/ 1770 w 24"/>
                  <a:gd name="T7" fmla="*/ 8568 h 25"/>
                  <a:gd name="T8" fmla="*/ 4688 w 24"/>
                  <a:gd name="T9" fmla="*/ 8145 h 25"/>
                  <a:gd name="T10" fmla="*/ 5863 w 24"/>
                  <a:gd name="T11" fmla="*/ 525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5">
                    <a:moveTo>
                      <a:pt x="24" y="14"/>
                    </a:moveTo>
                    <a:cubicBezTo>
                      <a:pt x="24" y="10"/>
                      <a:pt x="22" y="6"/>
                      <a:pt x="18" y="4"/>
                    </a:cubicBezTo>
                    <a:cubicBezTo>
                      <a:pt x="13" y="0"/>
                      <a:pt x="6" y="2"/>
                      <a:pt x="3" y="8"/>
                    </a:cubicBezTo>
                    <a:cubicBezTo>
                      <a:pt x="0" y="13"/>
                      <a:pt x="2" y="20"/>
                      <a:pt x="7" y="23"/>
                    </a:cubicBezTo>
                    <a:cubicBezTo>
                      <a:pt x="11" y="25"/>
                      <a:pt x="16" y="24"/>
                      <a:pt x="19" y="22"/>
                    </a:cubicBezTo>
                    <a:cubicBezTo>
                      <a:pt x="20" y="19"/>
                      <a:pt x="22" y="16"/>
                      <a:pt x="24" y="14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2" name="Freeform 3237">
                <a:extLst>
                  <a:ext uri="{FF2B5EF4-FFF2-40B4-BE49-F238E27FC236}">
                    <a16:creationId xmlns:a16="http://schemas.microsoft.com/office/drawing/2014/main" id="{83F1A6E5-6EEE-4FDD-B985-36C6AFAC7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624"/>
                <a:ext cx="62" cy="69"/>
              </a:xfrm>
              <a:custGeom>
                <a:avLst/>
                <a:gdLst>
                  <a:gd name="T0" fmla="*/ 640 w 25"/>
                  <a:gd name="T1" fmla="*/ 2781 h 26"/>
                  <a:gd name="T2" fmla="*/ 4238 w 25"/>
                  <a:gd name="T3" fmla="*/ 1436 h 26"/>
                  <a:gd name="T4" fmla="*/ 5141 w 25"/>
                  <a:gd name="T5" fmla="*/ 6600 h 26"/>
                  <a:gd name="T6" fmla="*/ 1587 w 25"/>
                  <a:gd name="T7" fmla="*/ 8036 h 26"/>
                  <a:gd name="T8" fmla="*/ 640 w 25"/>
                  <a:gd name="T9" fmla="*/ 278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3" y="8"/>
                    </a:moveTo>
                    <a:cubicBezTo>
                      <a:pt x="6" y="2"/>
                      <a:pt x="13" y="0"/>
                      <a:pt x="18" y="4"/>
                    </a:cubicBezTo>
                    <a:cubicBezTo>
                      <a:pt x="24" y="7"/>
                      <a:pt x="25" y="13"/>
                      <a:pt x="22" y="19"/>
                    </a:cubicBezTo>
                    <a:cubicBezTo>
                      <a:pt x="19" y="24"/>
                      <a:pt x="13" y="26"/>
                      <a:pt x="7" y="23"/>
                    </a:cubicBezTo>
                    <a:cubicBezTo>
                      <a:pt x="2" y="20"/>
                      <a:pt x="0" y="13"/>
                      <a:pt x="3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3" name="Freeform 3238">
                <a:extLst>
                  <a:ext uri="{FF2B5EF4-FFF2-40B4-BE49-F238E27FC236}">
                    <a16:creationId xmlns:a16="http://schemas.microsoft.com/office/drawing/2014/main" id="{D7352183-B1B3-4537-8031-FA383AACC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595"/>
                <a:ext cx="63" cy="69"/>
              </a:xfrm>
              <a:custGeom>
                <a:avLst/>
                <a:gdLst>
                  <a:gd name="T0" fmla="*/ 801 w 25"/>
                  <a:gd name="T1" fmla="*/ 2487 h 26"/>
                  <a:gd name="T2" fmla="*/ 4559 w 25"/>
                  <a:gd name="T3" fmla="*/ 1048 h 26"/>
                  <a:gd name="T4" fmla="*/ 5602 w 25"/>
                  <a:gd name="T5" fmla="*/ 6298 h 26"/>
                  <a:gd name="T6" fmla="*/ 1809 w 25"/>
                  <a:gd name="T7" fmla="*/ 7640 h 26"/>
                  <a:gd name="T8" fmla="*/ 801 w 25"/>
                  <a:gd name="T9" fmla="*/ 248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7"/>
                      <a:pt x="25" y="13"/>
                      <a:pt x="22" y="18"/>
                    </a:cubicBezTo>
                    <a:cubicBezTo>
                      <a:pt x="19" y="24"/>
                      <a:pt x="13" y="26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4" name="Freeform 3239">
                <a:extLst>
                  <a:ext uri="{FF2B5EF4-FFF2-40B4-BE49-F238E27FC236}">
                    <a16:creationId xmlns:a16="http://schemas.microsoft.com/office/drawing/2014/main" id="{867D475A-950A-491E-949F-A66DA125A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565"/>
                <a:ext cx="62" cy="70"/>
              </a:xfrm>
              <a:custGeom>
                <a:avLst/>
                <a:gdLst>
                  <a:gd name="T0" fmla="*/ 640 w 25"/>
                  <a:gd name="T1" fmla="*/ 2673 h 26"/>
                  <a:gd name="T2" fmla="*/ 4238 w 25"/>
                  <a:gd name="T3" fmla="*/ 1152 h 26"/>
                  <a:gd name="T4" fmla="*/ 5141 w 25"/>
                  <a:gd name="T5" fmla="*/ 6771 h 26"/>
                  <a:gd name="T6" fmla="*/ 1587 w 25"/>
                  <a:gd name="T7" fmla="*/ 8352 h 26"/>
                  <a:gd name="T8" fmla="*/ 640 w 25"/>
                  <a:gd name="T9" fmla="*/ 267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5" y="13"/>
                      <a:pt x="22" y="18"/>
                    </a:cubicBezTo>
                    <a:cubicBezTo>
                      <a:pt x="19" y="24"/>
                      <a:pt x="13" y="26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5" name="Freeform 3240">
                <a:extLst>
                  <a:ext uri="{FF2B5EF4-FFF2-40B4-BE49-F238E27FC236}">
                    <a16:creationId xmlns:a16="http://schemas.microsoft.com/office/drawing/2014/main" id="{E835BAFF-91C9-4B02-8DEC-450CC1DE1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539"/>
                <a:ext cx="62" cy="66"/>
              </a:xfrm>
              <a:custGeom>
                <a:avLst/>
                <a:gdLst>
                  <a:gd name="T0" fmla="*/ 640 w 25"/>
                  <a:gd name="T1" fmla="*/ 2334 h 25"/>
                  <a:gd name="T2" fmla="*/ 4238 w 25"/>
                  <a:gd name="T3" fmla="*/ 1011 h 25"/>
                  <a:gd name="T4" fmla="*/ 5141 w 25"/>
                  <a:gd name="T5" fmla="*/ 6162 h 25"/>
                  <a:gd name="T6" fmla="*/ 1587 w 25"/>
                  <a:gd name="T7" fmla="*/ 7437 h 25"/>
                  <a:gd name="T8" fmla="*/ 640 w 25"/>
                  <a:gd name="T9" fmla="*/ 233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1"/>
                      <a:pt x="12" y="0"/>
                      <a:pt x="18" y="3"/>
                    </a:cubicBezTo>
                    <a:cubicBezTo>
                      <a:pt x="23" y="6"/>
                      <a:pt x="25" y="12"/>
                      <a:pt x="22" y="18"/>
                    </a:cubicBezTo>
                    <a:cubicBezTo>
                      <a:pt x="19" y="23"/>
                      <a:pt x="12" y="25"/>
                      <a:pt x="7" y="22"/>
                    </a:cubicBezTo>
                    <a:cubicBezTo>
                      <a:pt x="1" y="19"/>
                      <a:pt x="0" y="12"/>
                      <a:pt x="3" y="7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6" name="Freeform 3241">
                <a:extLst>
                  <a:ext uri="{FF2B5EF4-FFF2-40B4-BE49-F238E27FC236}">
                    <a16:creationId xmlns:a16="http://schemas.microsoft.com/office/drawing/2014/main" id="{34D24ECF-AFBC-4486-9FC3-404D71D4C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509"/>
                <a:ext cx="63" cy="67"/>
              </a:xfrm>
              <a:custGeom>
                <a:avLst/>
                <a:gdLst>
                  <a:gd name="T0" fmla="*/ 801 w 25"/>
                  <a:gd name="T1" fmla="*/ 2637 h 25"/>
                  <a:gd name="T2" fmla="*/ 4559 w 25"/>
                  <a:gd name="T3" fmla="*/ 1077 h 25"/>
                  <a:gd name="T4" fmla="*/ 5602 w 25"/>
                  <a:gd name="T5" fmla="*/ 6657 h 25"/>
                  <a:gd name="T6" fmla="*/ 1809 w 25"/>
                  <a:gd name="T7" fmla="*/ 8145 h 25"/>
                  <a:gd name="T8" fmla="*/ 801 w 25"/>
                  <a:gd name="T9" fmla="*/ 26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1"/>
                      <a:pt x="12" y="0"/>
                      <a:pt x="18" y="3"/>
                    </a:cubicBezTo>
                    <a:cubicBezTo>
                      <a:pt x="23" y="6"/>
                      <a:pt x="25" y="12"/>
                      <a:pt x="22" y="18"/>
                    </a:cubicBezTo>
                    <a:cubicBezTo>
                      <a:pt x="19" y="23"/>
                      <a:pt x="12" y="25"/>
                      <a:pt x="7" y="22"/>
                    </a:cubicBezTo>
                    <a:cubicBezTo>
                      <a:pt x="1" y="19"/>
                      <a:pt x="0" y="12"/>
                      <a:pt x="3" y="7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7" name="Freeform 3242">
                <a:extLst>
                  <a:ext uri="{FF2B5EF4-FFF2-40B4-BE49-F238E27FC236}">
                    <a16:creationId xmlns:a16="http://schemas.microsoft.com/office/drawing/2014/main" id="{88BFD0BE-85C4-4046-B916-1245BE336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477"/>
                <a:ext cx="65" cy="70"/>
              </a:xfrm>
              <a:custGeom>
                <a:avLst/>
                <a:gdLst>
                  <a:gd name="T0" fmla="*/ 783 w 26"/>
                  <a:gd name="T1" fmla="*/ 3102 h 26"/>
                  <a:gd name="T2" fmla="*/ 4425 w 26"/>
                  <a:gd name="T3" fmla="*/ 1580 h 26"/>
                  <a:gd name="T4" fmla="*/ 5395 w 26"/>
                  <a:gd name="T5" fmla="*/ 7197 h 26"/>
                  <a:gd name="T6" fmla="*/ 1770 w 26"/>
                  <a:gd name="T7" fmla="*/ 8785 h 26"/>
                  <a:gd name="T8" fmla="*/ 783 w 26"/>
                  <a:gd name="T9" fmla="*/ 310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3" y="8"/>
                    </a:moveTo>
                    <a:cubicBezTo>
                      <a:pt x="7" y="2"/>
                      <a:pt x="13" y="0"/>
                      <a:pt x="18" y="4"/>
                    </a:cubicBezTo>
                    <a:cubicBezTo>
                      <a:pt x="24" y="7"/>
                      <a:pt x="26" y="13"/>
                      <a:pt x="22" y="19"/>
                    </a:cubicBezTo>
                    <a:cubicBezTo>
                      <a:pt x="19" y="24"/>
                      <a:pt x="13" y="26"/>
                      <a:pt x="7" y="23"/>
                    </a:cubicBezTo>
                    <a:cubicBezTo>
                      <a:pt x="2" y="20"/>
                      <a:pt x="0" y="13"/>
                      <a:pt x="3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8" name="Freeform 3243">
                <a:extLst>
                  <a:ext uri="{FF2B5EF4-FFF2-40B4-BE49-F238E27FC236}">
                    <a16:creationId xmlns:a16="http://schemas.microsoft.com/office/drawing/2014/main" id="{C0A5BD87-B660-4B7A-9F5B-79102E8AC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448"/>
                <a:ext cx="65" cy="69"/>
              </a:xfrm>
              <a:custGeom>
                <a:avLst/>
                <a:gdLst>
                  <a:gd name="T0" fmla="*/ 783 w 26"/>
                  <a:gd name="T1" fmla="*/ 2781 h 26"/>
                  <a:gd name="T2" fmla="*/ 4425 w 26"/>
                  <a:gd name="T3" fmla="*/ 1048 h 26"/>
                  <a:gd name="T4" fmla="*/ 5395 w 26"/>
                  <a:gd name="T5" fmla="*/ 6600 h 26"/>
                  <a:gd name="T6" fmla="*/ 1770 w 26"/>
                  <a:gd name="T7" fmla="*/ 8036 h 26"/>
                  <a:gd name="T8" fmla="*/ 783 w 26"/>
                  <a:gd name="T9" fmla="*/ 278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3" y="8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7"/>
                      <a:pt x="26" y="13"/>
                      <a:pt x="22" y="19"/>
                    </a:cubicBezTo>
                    <a:cubicBezTo>
                      <a:pt x="19" y="24"/>
                      <a:pt x="13" y="26"/>
                      <a:pt x="7" y="23"/>
                    </a:cubicBezTo>
                    <a:cubicBezTo>
                      <a:pt x="2" y="19"/>
                      <a:pt x="0" y="13"/>
                      <a:pt x="3" y="8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9" name="Freeform 3244">
                <a:extLst>
                  <a:ext uri="{FF2B5EF4-FFF2-40B4-BE49-F238E27FC236}">
                    <a16:creationId xmlns:a16="http://schemas.microsoft.com/office/drawing/2014/main" id="{05126B86-FCF3-4252-8E07-AEEEFFC55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371"/>
                <a:ext cx="78" cy="85"/>
              </a:xfrm>
              <a:custGeom>
                <a:avLst/>
                <a:gdLst>
                  <a:gd name="T0" fmla="*/ 5528 w 31"/>
                  <a:gd name="T1" fmla="*/ 1448 h 32"/>
                  <a:gd name="T2" fmla="*/ 1006 w 31"/>
                  <a:gd name="T3" fmla="*/ 3190 h 32"/>
                  <a:gd name="T4" fmla="*/ 2322 w 31"/>
                  <a:gd name="T5" fmla="*/ 9802 h 32"/>
                  <a:gd name="T6" fmla="*/ 6849 w 31"/>
                  <a:gd name="T7" fmla="*/ 8056 h 32"/>
                  <a:gd name="T8" fmla="*/ 5528 w 31"/>
                  <a:gd name="T9" fmla="*/ 144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2" y="4"/>
                    </a:moveTo>
                    <a:cubicBezTo>
                      <a:pt x="16" y="0"/>
                      <a:pt x="8" y="3"/>
                      <a:pt x="4" y="9"/>
                    </a:cubicBezTo>
                    <a:cubicBezTo>
                      <a:pt x="0" y="16"/>
                      <a:pt x="2" y="24"/>
                      <a:pt x="9" y="28"/>
                    </a:cubicBezTo>
                    <a:cubicBezTo>
                      <a:pt x="15" y="32"/>
                      <a:pt x="24" y="30"/>
                      <a:pt x="27" y="23"/>
                    </a:cubicBezTo>
                    <a:cubicBezTo>
                      <a:pt x="31" y="16"/>
                      <a:pt x="29" y="8"/>
                      <a:pt x="22" y="4"/>
                    </a:cubicBezTo>
                    <a:close/>
                  </a:path>
                </a:pathLst>
              </a:cu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0" name="Freeform 3245">
                <a:extLst>
                  <a:ext uri="{FF2B5EF4-FFF2-40B4-BE49-F238E27FC236}">
                    <a16:creationId xmlns:a16="http://schemas.microsoft.com/office/drawing/2014/main" id="{8A6531B9-A5BA-45DD-BC91-C4633849A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1387"/>
                <a:ext cx="25" cy="29"/>
              </a:xfrm>
              <a:custGeom>
                <a:avLst/>
                <a:gdLst>
                  <a:gd name="T0" fmla="*/ 1770 w 10"/>
                  <a:gd name="T1" fmla="*/ 382 h 11"/>
                  <a:gd name="T2" fmla="*/ 313 w 10"/>
                  <a:gd name="T3" fmla="*/ 1007 h 11"/>
                  <a:gd name="T4" fmla="*/ 783 w 10"/>
                  <a:gd name="T5" fmla="*/ 3045 h 11"/>
                  <a:gd name="T6" fmla="*/ 2270 w 10"/>
                  <a:gd name="T7" fmla="*/ 2655 h 11"/>
                  <a:gd name="T8" fmla="*/ 1770 w 10"/>
                  <a:gd name="T9" fmla="*/ 38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7" y="1"/>
                    </a:moveTo>
                    <a:cubicBezTo>
                      <a:pt x="5" y="0"/>
                      <a:pt x="2" y="1"/>
                      <a:pt x="1" y="3"/>
                    </a:cubicBezTo>
                    <a:cubicBezTo>
                      <a:pt x="0" y="5"/>
                      <a:pt x="0" y="8"/>
                      <a:pt x="3" y="9"/>
                    </a:cubicBezTo>
                    <a:cubicBezTo>
                      <a:pt x="5" y="11"/>
                      <a:pt x="8" y="10"/>
                      <a:pt x="9" y="8"/>
                    </a:cubicBezTo>
                    <a:cubicBezTo>
                      <a:pt x="10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1" name="Freeform 3246">
                <a:extLst>
                  <a:ext uri="{FF2B5EF4-FFF2-40B4-BE49-F238E27FC236}">
                    <a16:creationId xmlns:a16="http://schemas.microsoft.com/office/drawing/2014/main" id="{F30871B1-7322-4238-A4DA-87CBE737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64"/>
                <a:ext cx="35" cy="35"/>
              </a:xfrm>
              <a:custGeom>
                <a:avLst/>
                <a:gdLst>
                  <a:gd name="T0" fmla="*/ 2470 w 14"/>
                  <a:gd name="T1" fmla="*/ 681 h 13"/>
                  <a:gd name="T2" fmla="*/ 520 w 14"/>
                  <a:gd name="T3" fmla="*/ 1580 h 13"/>
                  <a:gd name="T4" fmla="*/ 988 w 14"/>
                  <a:gd name="T5" fmla="*/ 4531 h 13"/>
                  <a:gd name="T6" fmla="*/ 2938 w 14"/>
                  <a:gd name="T7" fmla="*/ 3842 h 13"/>
                  <a:gd name="T8" fmla="*/ 2470 w 14"/>
                  <a:gd name="T9" fmla="*/ 6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0" y="2"/>
                    </a:moveTo>
                    <a:cubicBezTo>
                      <a:pt x="7" y="0"/>
                      <a:pt x="4" y="1"/>
                      <a:pt x="2" y="4"/>
                    </a:cubicBezTo>
                    <a:cubicBezTo>
                      <a:pt x="0" y="7"/>
                      <a:pt x="1" y="10"/>
                      <a:pt x="4" y="12"/>
                    </a:cubicBezTo>
                    <a:cubicBezTo>
                      <a:pt x="7" y="13"/>
                      <a:pt x="10" y="12"/>
                      <a:pt x="12" y="10"/>
                    </a:cubicBezTo>
                    <a:cubicBezTo>
                      <a:pt x="14" y="7"/>
                      <a:pt x="13" y="3"/>
                      <a:pt x="10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2" name="Freeform 3247">
                <a:extLst>
                  <a:ext uri="{FF2B5EF4-FFF2-40B4-BE49-F238E27FC236}">
                    <a16:creationId xmlns:a16="http://schemas.microsoft.com/office/drawing/2014/main" id="{275490E2-47C4-4DE2-911C-4742C29DD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672"/>
                <a:ext cx="12" cy="11"/>
              </a:xfrm>
              <a:custGeom>
                <a:avLst/>
                <a:gdLst>
                  <a:gd name="T0" fmla="*/ 802 w 5"/>
                  <a:gd name="T1" fmla="*/ 0 h 4"/>
                  <a:gd name="T2" fmla="*/ 168 w 5"/>
                  <a:gd name="T3" fmla="*/ 462 h 4"/>
                  <a:gd name="T4" fmla="*/ 403 w 5"/>
                  <a:gd name="T5" fmla="*/ 1271 h 4"/>
                  <a:gd name="T6" fmla="*/ 802 w 5"/>
                  <a:gd name="T7" fmla="*/ 1271 h 4"/>
                  <a:gd name="T8" fmla="*/ 80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3" y="0"/>
                      <a:pt x="1" y="0"/>
                      <a:pt x="1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5" y="2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3" name="Freeform 3248">
                <a:extLst>
                  <a:ext uri="{FF2B5EF4-FFF2-40B4-BE49-F238E27FC236}">
                    <a16:creationId xmlns:a16="http://schemas.microsoft.com/office/drawing/2014/main" id="{C2AC9D08-B8EC-44F0-B3C7-1FAF38B9B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635"/>
                <a:ext cx="33" cy="37"/>
              </a:xfrm>
              <a:custGeom>
                <a:avLst/>
                <a:gdLst>
                  <a:gd name="T0" fmla="*/ 2617 w 13"/>
                  <a:gd name="T1" fmla="*/ 629 h 14"/>
                  <a:gd name="T2" fmla="*/ 541 w 13"/>
                  <a:gd name="T3" fmla="*/ 1425 h 14"/>
                  <a:gd name="T4" fmla="*/ 1031 w 13"/>
                  <a:gd name="T5" fmla="*/ 4157 h 14"/>
                  <a:gd name="T6" fmla="*/ 3158 w 13"/>
                  <a:gd name="T7" fmla="*/ 3359 h 14"/>
                  <a:gd name="T8" fmla="*/ 2617 w 13"/>
                  <a:gd name="T9" fmla="*/ 6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0" y="2"/>
                    </a:moveTo>
                    <a:cubicBezTo>
                      <a:pt x="7" y="0"/>
                      <a:pt x="3" y="1"/>
                      <a:pt x="2" y="4"/>
                    </a:cubicBezTo>
                    <a:cubicBezTo>
                      <a:pt x="0" y="7"/>
                      <a:pt x="1" y="10"/>
                      <a:pt x="4" y="12"/>
                    </a:cubicBezTo>
                    <a:cubicBezTo>
                      <a:pt x="7" y="14"/>
                      <a:pt x="10" y="13"/>
                      <a:pt x="12" y="10"/>
                    </a:cubicBezTo>
                    <a:cubicBezTo>
                      <a:pt x="13" y="7"/>
                      <a:pt x="12" y="4"/>
                      <a:pt x="10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4" name="Freeform 3249">
                <a:extLst>
                  <a:ext uri="{FF2B5EF4-FFF2-40B4-BE49-F238E27FC236}">
                    <a16:creationId xmlns:a16="http://schemas.microsoft.com/office/drawing/2014/main" id="{B0AA64BC-FD5A-44E9-9B14-A1E4A39F4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643"/>
                <a:ext cx="13" cy="10"/>
              </a:xfrm>
              <a:custGeom>
                <a:avLst/>
                <a:gdLst>
                  <a:gd name="T0" fmla="*/ 967 w 5"/>
                  <a:gd name="T1" fmla="*/ 0 h 4"/>
                  <a:gd name="T2" fmla="*/ 372 w 5"/>
                  <a:gd name="T3" fmla="*/ 313 h 4"/>
                  <a:gd name="T4" fmla="*/ 372 w 5"/>
                  <a:gd name="T5" fmla="*/ 988 h 4"/>
                  <a:gd name="T6" fmla="*/ 1196 w 5"/>
                  <a:gd name="T7" fmla="*/ 783 h 4"/>
                  <a:gd name="T8" fmla="*/ 96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3" y="0"/>
                      <a:pt x="1" y="0"/>
                      <a:pt x="1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5" y="2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5" name="Freeform 3250">
                <a:extLst>
                  <a:ext uri="{FF2B5EF4-FFF2-40B4-BE49-F238E27FC236}">
                    <a16:creationId xmlns:a16="http://schemas.microsoft.com/office/drawing/2014/main" id="{6CFE7C0F-16F0-420D-BCAF-D6748C57A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608"/>
                <a:ext cx="32" cy="35"/>
              </a:xfrm>
              <a:custGeom>
                <a:avLst/>
                <a:gdLst>
                  <a:gd name="T0" fmla="*/ 1982 w 13"/>
                  <a:gd name="T1" fmla="*/ 681 h 13"/>
                  <a:gd name="T2" fmla="*/ 182 w 13"/>
                  <a:gd name="T3" fmla="*/ 1580 h 13"/>
                  <a:gd name="T4" fmla="*/ 625 w 13"/>
                  <a:gd name="T5" fmla="*/ 4531 h 13"/>
                  <a:gd name="T6" fmla="*/ 2417 w 13"/>
                  <a:gd name="T7" fmla="*/ 3842 h 13"/>
                  <a:gd name="T8" fmla="*/ 1982 w 13"/>
                  <a:gd name="T9" fmla="*/ 6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9" y="2"/>
                    </a:moveTo>
                    <a:cubicBezTo>
                      <a:pt x="6" y="0"/>
                      <a:pt x="3" y="1"/>
                      <a:pt x="1" y="4"/>
                    </a:cubicBezTo>
                    <a:cubicBezTo>
                      <a:pt x="0" y="7"/>
                      <a:pt x="1" y="10"/>
                      <a:pt x="3" y="12"/>
                    </a:cubicBezTo>
                    <a:cubicBezTo>
                      <a:pt x="6" y="13"/>
                      <a:pt x="10" y="12"/>
                      <a:pt x="11" y="10"/>
                    </a:cubicBezTo>
                    <a:cubicBezTo>
                      <a:pt x="13" y="7"/>
                      <a:pt x="12" y="3"/>
                      <a:pt x="9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6" name="Freeform 3251">
                <a:extLst>
                  <a:ext uri="{FF2B5EF4-FFF2-40B4-BE49-F238E27FC236}">
                    <a16:creationId xmlns:a16="http://schemas.microsoft.com/office/drawing/2014/main" id="{3B5D7DA9-4F8B-4CBB-9219-4501EE0A3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613"/>
                <a:ext cx="10" cy="14"/>
              </a:xfrm>
              <a:custGeom>
                <a:avLst/>
                <a:gdLst>
                  <a:gd name="T0" fmla="*/ 783 w 4"/>
                  <a:gd name="T1" fmla="*/ 487 h 5"/>
                  <a:gd name="T2" fmla="*/ 0 w 4"/>
                  <a:gd name="T3" fmla="*/ 1050 h 5"/>
                  <a:gd name="T4" fmla="*/ 313 w 4"/>
                  <a:gd name="T5" fmla="*/ 1912 h 5"/>
                  <a:gd name="T6" fmla="*/ 988 w 4"/>
                  <a:gd name="T7" fmla="*/ 1912 h 5"/>
                  <a:gd name="T8" fmla="*/ 783 w 4"/>
                  <a:gd name="T9" fmla="*/ 4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1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4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7" name="Freeform 3252">
                <a:extLst>
                  <a:ext uri="{FF2B5EF4-FFF2-40B4-BE49-F238E27FC236}">
                    <a16:creationId xmlns:a16="http://schemas.microsoft.com/office/drawing/2014/main" id="{11E1C8EA-55BE-48C9-B73F-902844E66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579"/>
                <a:ext cx="35" cy="34"/>
              </a:xfrm>
              <a:custGeom>
                <a:avLst/>
                <a:gdLst>
                  <a:gd name="T0" fmla="*/ 2470 w 14"/>
                  <a:gd name="T1" fmla="*/ 609 h 13"/>
                  <a:gd name="T2" fmla="*/ 520 w 14"/>
                  <a:gd name="T3" fmla="*/ 1219 h 13"/>
                  <a:gd name="T4" fmla="*/ 988 w 14"/>
                  <a:gd name="T5" fmla="*/ 3790 h 13"/>
                  <a:gd name="T6" fmla="*/ 2938 w 14"/>
                  <a:gd name="T7" fmla="*/ 3188 h 13"/>
                  <a:gd name="T8" fmla="*/ 2470 w 14"/>
                  <a:gd name="T9" fmla="*/ 60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0" y="2"/>
                    </a:moveTo>
                    <a:cubicBezTo>
                      <a:pt x="7" y="0"/>
                      <a:pt x="4" y="1"/>
                      <a:pt x="2" y="4"/>
                    </a:cubicBezTo>
                    <a:cubicBezTo>
                      <a:pt x="0" y="7"/>
                      <a:pt x="1" y="10"/>
                      <a:pt x="4" y="12"/>
                    </a:cubicBezTo>
                    <a:cubicBezTo>
                      <a:pt x="7" y="13"/>
                      <a:pt x="10" y="13"/>
                      <a:pt x="12" y="10"/>
                    </a:cubicBezTo>
                    <a:cubicBezTo>
                      <a:pt x="14" y="7"/>
                      <a:pt x="13" y="3"/>
                      <a:pt x="10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8" name="Freeform 3253">
                <a:extLst>
                  <a:ext uri="{FF2B5EF4-FFF2-40B4-BE49-F238E27FC236}">
                    <a16:creationId xmlns:a16="http://schemas.microsoft.com/office/drawing/2014/main" id="{D85419F8-FE7D-462F-AADF-E3FA3288D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587"/>
                <a:ext cx="10" cy="10"/>
              </a:xfrm>
              <a:custGeom>
                <a:avLst/>
                <a:gdLst>
                  <a:gd name="T0" fmla="*/ 783 w 4"/>
                  <a:gd name="T1" fmla="*/ 0 h 4"/>
                  <a:gd name="T2" fmla="*/ 0 w 4"/>
                  <a:gd name="T3" fmla="*/ 313 h 4"/>
                  <a:gd name="T4" fmla="*/ 313 w 4"/>
                  <a:gd name="T5" fmla="*/ 988 h 4"/>
                  <a:gd name="T6" fmla="*/ 783 w 4"/>
                  <a:gd name="T7" fmla="*/ 783 h 4"/>
                  <a:gd name="T8" fmla="*/ 78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2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9" name="Freeform 3254">
                <a:extLst>
                  <a:ext uri="{FF2B5EF4-FFF2-40B4-BE49-F238E27FC236}">
                    <a16:creationId xmlns:a16="http://schemas.microsoft.com/office/drawing/2014/main" id="{9C6C318D-4196-4B93-8988-29464387F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547"/>
                <a:ext cx="35" cy="37"/>
              </a:xfrm>
              <a:custGeom>
                <a:avLst/>
                <a:gdLst>
                  <a:gd name="T0" fmla="*/ 2470 w 14"/>
                  <a:gd name="T1" fmla="*/ 629 h 14"/>
                  <a:gd name="T2" fmla="*/ 520 w 14"/>
                  <a:gd name="T3" fmla="*/ 1425 h 14"/>
                  <a:gd name="T4" fmla="*/ 988 w 14"/>
                  <a:gd name="T5" fmla="*/ 4157 h 14"/>
                  <a:gd name="T6" fmla="*/ 2938 w 14"/>
                  <a:gd name="T7" fmla="*/ 3359 h 14"/>
                  <a:gd name="T8" fmla="*/ 2470 w 14"/>
                  <a:gd name="T9" fmla="*/ 6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0" y="2"/>
                    </a:moveTo>
                    <a:cubicBezTo>
                      <a:pt x="7" y="0"/>
                      <a:pt x="4" y="1"/>
                      <a:pt x="2" y="4"/>
                    </a:cubicBezTo>
                    <a:cubicBezTo>
                      <a:pt x="0" y="7"/>
                      <a:pt x="1" y="10"/>
                      <a:pt x="4" y="12"/>
                    </a:cubicBezTo>
                    <a:cubicBezTo>
                      <a:pt x="7" y="14"/>
                      <a:pt x="10" y="13"/>
                      <a:pt x="12" y="10"/>
                    </a:cubicBezTo>
                    <a:cubicBezTo>
                      <a:pt x="14" y="7"/>
                      <a:pt x="13" y="4"/>
                      <a:pt x="10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0" name="Freeform 3255">
                <a:extLst>
                  <a:ext uri="{FF2B5EF4-FFF2-40B4-BE49-F238E27FC236}">
                    <a16:creationId xmlns:a16="http://schemas.microsoft.com/office/drawing/2014/main" id="{34B96431-6595-40B7-B4FC-B8770708F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555"/>
                <a:ext cx="12" cy="10"/>
              </a:xfrm>
              <a:custGeom>
                <a:avLst/>
                <a:gdLst>
                  <a:gd name="T0" fmla="*/ 802 w 5"/>
                  <a:gd name="T1" fmla="*/ 0 h 4"/>
                  <a:gd name="T2" fmla="*/ 168 w 5"/>
                  <a:gd name="T3" fmla="*/ 313 h 4"/>
                  <a:gd name="T4" fmla="*/ 403 w 5"/>
                  <a:gd name="T5" fmla="*/ 988 h 4"/>
                  <a:gd name="T6" fmla="*/ 802 w 5"/>
                  <a:gd name="T7" fmla="*/ 783 h 4"/>
                  <a:gd name="T8" fmla="*/ 80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5" y="2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1" name="Freeform 3256">
                <a:extLst>
                  <a:ext uri="{FF2B5EF4-FFF2-40B4-BE49-F238E27FC236}">
                    <a16:creationId xmlns:a16="http://schemas.microsoft.com/office/drawing/2014/main" id="{FC2025DB-DFA9-40A5-A47D-DA2C325E0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520"/>
                <a:ext cx="33" cy="35"/>
              </a:xfrm>
              <a:custGeom>
                <a:avLst/>
                <a:gdLst>
                  <a:gd name="T0" fmla="*/ 2617 w 13"/>
                  <a:gd name="T1" fmla="*/ 428 h 13"/>
                  <a:gd name="T2" fmla="*/ 541 w 13"/>
                  <a:gd name="T3" fmla="*/ 1152 h 13"/>
                  <a:gd name="T4" fmla="*/ 1031 w 13"/>
                  <a:gd name="T5" fmla="*/ 4254 h 13"/>
                  <a:gd name="T6" fmla="*/ 3158 w 13"/>
                  <a:gd name="T7" fmla="*/ 3414 h 13"/>
                  <a:gd name="T8" fmla="*/ 2617 w 13"/>
                  <a:gd name="T9" fmla="*/ 42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0" y="1"/>
                    </a:moveTo>
                    <a:cubicBezTo>
                      <a:pt x="7" y="0"/>
                      <a:pt x="3" y="0"/>
                      <a:pt x="2" y="3"/>
                    </a:cubicBezTo>
                    <a:cubicBezTo>
                      <a:pt x="0" y="6"/>
                      <a:pt x="1" y="10"/>
                      <a:pt x="4" y="11"/>
                    </a:cubicBezTo>
                    <a:cubicBezTo>
                      <a:pt x="7" y="13"/>
                      <a:pt x="10" y="12"/>
                      <a:pt x="12" y="9"/>
                    </a:cubicBezTo>
                    <a:cubicBezTo>
                      <a:pt x="13" y="6"/>
                      <a:pt x="13" y="3"/>
                      <a:pt x="10" y="1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2" name="Freeform 3257">
                <a:extLst>
                  <a:ext uri="{FF2B5EF4-FFF2-40B4-BE49-F238E27FC236}">
                    <a16:creationId xmlns:a16="http://schemas.microsoft.com/office/drawing/2014/main" id="{334ECB98-306D-42B6-8A7E-B5F4ADDF0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1525"/>
                <a:ext cx="13" cy="11"/>
              </a:xfrm>
              <a:custGeom>
                <a:avLst/>
                <a:gdLst>
                  <a:gd name="T0" fmla="*/ 1196 w 5"/>
                  <a:gd name="T1" fmla="*/ 0 h 4"/>
                  <a:gd name="T2" fmla="*/ 372 w 5"/>
                  <a:gd name="T3" fmla="*/ 462 h 4"/>
                  <a:gd name="T4" fmla="*/ 595 w 5"/>
                  <a:gd name="T5" fmla="*/ 1724 h 4"/>
                  <a:gd name="T6" fmla="*/ 1196 w 5"/>
                  <a:gd name="T7" fmla="*/ 1271 h 4"/>
                  <a:gd name="T8" fmla="*/ 1196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3" y="0"/>
                      <a:pt x="1" y="0"/>
                      <a:pt x="1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5" y="2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3" name="Freeform 3258">
                <a:extLst>
                  <a:ext uri="{FF2B5EF4-FFF2-40B4-BE49-F238E27FC236}">
                    <a16:creationId xmlns:a16="http://schemas.microsoft.com/office/drawing/2014/main" id="{D263E1AD-D1F6-4551-923B-CB780128A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491"/>
                <a:ext cx="32" cy="37"/>
              </a:xfrm>
              <a:custGeom>
                <a:avLst/>
                <a:gdLst>
                  <a:gd name="T0" fmla="*/ 1982 w 13"/>
                  <a:gd name="T1" fmla="*/ 629 h 14"/>
                  <a:gd name="T2" fmla="*/ 182 w 13"/>
                  <a:gd name="T3" fmla="*/ 1425 h 14"/>
                  <a:gd name="T4" fmla="*/ 625 w 13"/>
                  <a:gd name="T5" fmla="*/ 4157 h 14"/>
                  <a:gd name="T6" fmla="*/ 2417 w 13"/>
                  <a:gd name="T7" fmla="*/ 3359 h 14"/>
                  <a:gd name="T8" fmla="*/ 1982 w 13"/>
                  <a:gd name="T9" fmla="*/ 6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9" y="2"/>
                    </a:moveTo>
                    <a:cubicBezTo>
                      <a:pt x="6" y="0"/>
                      <a:pt x="3" y="1"/>
                      <a:pt x="1" y="4"/>
                    </a:cubicBezTo>
                    <a:cubicBezTo>
                      <a:pt x="0" y="7"/>
                      <a:pt x="1" y="10"/>
                      <a:pt x="3" y="12"/>
                    </a:cubicBezTo>
                    <a:cubicBezTo>
                      <a:pt x="6" y="14"/>
                      <a:pt x="10" y="13"/>
                      <a:pt x="11" y="10"/>
                    </a:cubicBezTo>
                    <a:cubicBezTo>
                      <a:pt x="13" y="7"/>
                      <a:pt x="12" y="3"/>
                      <a:pt x="9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4" name="Freeform 3259">
                <a:extLst>
                  <a:ext uri="{FF2B5EF4-FFF2-40B4-BE49-F238E27FC236}">
                    <a16:creationId xmlns:a16="http://schemas.microsoft.com/office/drawing/2014/main" id="{90DFDBB7-FC47-46DB-B181-00C915898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499"/>
                <a:ext cx="10" cy="10"/>
              </a:xfrm>
              <a:custGeom>
                <a:avLst/>
                <a:gdLst>
                  <a:gd name="T0" fmla="*/ 783 w 4"/>
                  <a:gd name="T1" fmla="*/ 0 h 4"/>
                  <a:gd name="T2" fmla="*/ 0 w 4"/>
                  <a:gd name="T3" fmla="*/ 313 h 4"/>
                  <a:gd name="T4" fmla="*/ 313 w 4"/>
                  <a:gd name="T5" fmla="*/ 988 h 4"/>
                  <a:gd name="T6" fmla="*/ 988 w 4"/>
                  <a:gd name="T7" fmla="*/ 783 h 4"/>
                  <a:gd name="T8" fmla="*/ 78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5" name="Freeform 3260">
                <a:extLst>
                  <a:ext uri="{FF2B5EF4-FFF2-40B4-BE49-F238E27FC236}">
                    <a16:creationId xmlns:a16="http://schemas.microsoft.com/office/drawing/2014/main" id="{457FB23A-615B-45FF-AE64-74B959F55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461"/>
                <a:ext cx="33" cy="38"/>
              </a:xfrm>
              <a:custGeom>
                <a:avLst/>
                <a:gdLst>
                  <a:gd name="T0" fmla="*/ 2404 w 13"/>
                  <a:gd name="T1" fmla="*/ 760 h 14"/>
                  <a:gd name="T2" fmla="*/ 327 w 13"/>
                  <a:gd name="T3" fmla="*/ 1620 h 14"/>
                  <a:gd name="T4" fmla="*/ 830 w 13"/>
                  <a:gd name="T5" fmla="*/ 4878 h 14"/>
                  <a:gd name="T6" fmla="*/ 2945 w 13"/>
                  <a:gd name="T7" fmla="*/ 3957 h 14"/>
                  <a:gd name="T8" fmla="*/ 2404 w 13"/>
                  <a:gd name="T9" fmla="*/ 76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9" y="2"/>
                    </a:moveTo>
                    <a:cubicBezTo>
                      <a:pt x="6" y="0"/>
                      <a:pt x="3" y="1"/>
                      <a:pt x="1" y="4"/>
                    </a:cubicBezTo>
                    <a:cubicBezTo>
                      <a:pt x="0" y="7"/>
                      <a:pt x="0" y="10"/>
                      <a:pt x="3" y="12"/>
                    </a:cubicBezTo>
                    <a:cubicBezTo>
                      <a:pt x="6" y="14"/>
                      <a:pt x="10" y="13"/>
                      <a:pt x="11" y="10"/>
                    </a:cubicBezTo>
                    <a:cubicBezTo>
                      <a:pt x="13" y="7"/>
                      <a:pt x="12" y="4"/>
                      <a:pt x="9" y="2"/>
                    </a:cubicBezTo>
                    <a:close/>
                  </a:path>
                </a:pathLst>
              </a:cu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6" name="Freeform 3261">
                <a:extLst>
                  <a:ext uri="{FF2B5EF4-FFF2-40B4-BE49-F238E27FC236}">
                    <a16:creationId xmlns:a16="http://schemas.microsoft.com/office/drawing/2014/main" id="{E640AA86-A022-4095-A180-F1702E2AA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469"/>
                <a:ext cx="10" cy="11"/>
              </a:xfrm>
              <a:custGeom>
                <a:avLst/>
                <a:gdLst>
                  <a:gd name="T0" fmla="*/ 783 w 4"/>
                  <a:gd name="T1" fmla="*/ 0 h 4"/>
                  <a:gd name="T2" fmla="*/ 0 w 4"/>
                  <a:gd name="T3" fmla="*/ 462 h 4"/>
                  <a:gd name="T4" fmla="*/ 313 w 4"/>
                  <a:gd name="T5" fmla="*/ 1724 h 4"/>
                  <a:gd name="T6" fmla="*/ 988 w 4"/>
                  <a:gd name="T7" fmla="*/ 1271 h 4"/>
                  <a:gd name="T8" fmla="*/ 78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7" name="Freeform 3262">
                <a:extLst>
                  <a:ext uri="{FF2B5EF4-FFF2-40B4-BE49-F238E27FC236}">
                    <a16:creationId xmlns:a16="http://schemas.microsoft.com/office/drawing/2014/main" id="{26F35480-7502-4F36-92A6-BCEE4C6DF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715"/>
                <a:ext cx="10" cy="10"/>
              </a:xfrm>
              <a:custGeom>
                <a:avLst/>
                <a:gdLst>
                  <a:gd name="T0" fmla="*/ 0 w 4"/>
                  <a:gd name="T1" fmla="*/ 313 h 4"/>
                  <a:gd name="T2" fmla="*/ 313 w 4"/>
                  <a:gd name="T3" fmla="*/ 988 h 4"/>
                  <a:gd name="T4" fmla="*/ 988 w 4"/>
                  <a:gd name="T5" fmla="*/ 783 h 4"/>
                  <a:gd name="T6" fmla="*/ 783 w 4"/>
                  <a:gd name="T7" fmla="*/ 0 h 4"/>
                  <a:gd name="T8" fmla="*/ 0 w 4"/>
                  <a:gd name="T9" fmla="*/ 31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8" name="Freeform 3263">
                <a:extLst>
                  <a:ext uri="{FF2B5EF4-FFF2-40B4-BE49-F238E27FC236}">
                    <a16:creationId xmlns:a16="http://schemas.microsoft.com/office/drawing/2014/main" id="{AA294FDA-74AF-46E6-8213-3A11F1B20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413"/>
                <a:ext cx="115" cy="88"/>
              </a:xfrm>
              <a:custGeom>
                <a:avLst/>
                <a:gdLst>
                  <a:gd name="T0" fmla="*/ 313 w 46"/>
                  <a:gd name="T1" fmla="*/ 2184 h 33"/>
                  <a:gd name="T2" fmla="*/ 2738 w 46"/>
                  <a:gd name="T3" fmla="*/ 7133 h 33"/>
                  <a:gd name="T4" fmla="*/ 10283 w 46"/>
                  <a:gd name="T5" fmla="*/ 3891 h 33"/>
                  <a:gd name="T6" fmla="*/ 10750 w 46"/>
                  <a:gd name="T7" fmla="*/ 0 h 33"/>
                  <a:gd name="T8" fmla="*/ 10550 w 46"/>
                  <a:gd name="T9" fmla="*/ 6464 h 33"/>
                  <a:gd name="T10" fmla="*/ 2938 w 46"/>
                  <a:gd name="T11" fmla="*/ 9707 h 33"/>
                  <a:gd name="T12" fmla="*/ 313 w 46"/>
                  <a:gd name="T13" fmla="*/ 2184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3">
                    <a:moveTo>
                      <a:pt x="1" y="6"/>
                    </a:moveTo>
                    <a:cubicBezTo>
                      <a:pt x="4" y="15"/>
                      <a:pt x="6" y="17"/>
                      <a:pt x="11" y="20"/>
                    </a:cubicBezTo>
                    <a:cubicBezTo>
                      <a:pt x="24" y="27"/>
                      <a:pt x="36" y="22"/>
                      <a:pt x="42" y="11"/>
                    </a:cubicBezTo>
                    <a:cubicBezTo>
                      <a:pt x="44" y="8"/>
                      <a:pt x="44" y="3"/>
                      <a:pt x="44" y="0"/>
                    </a:cubicBezTo>
                    <a:cubicBezTo>
                      <a:pt x="46" y="6"/>
                      <a:pt x="46" y="13"/>
                      <a:pt x="43" y="18"/>
                    </a:cubicBezTo>
                    <a:cubicBezTo>
                      <a:pt x="36" y="29"/>
                      <a:pt x="23" y="33"/>
                      <a:pt x="12" y="27"/>
                    </a:cubicBezTo>
                    <a:cubicBezTo>
                      <a:pt x="4" y="22"/>
                      <a:pt x="0" y="14"/>
                      <a:pt x="1" y="6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9" name="Freeform 3264">
                <a:extLst>
                  <a:ext uri="{FF2B5EF4-FFF2-40B4-BE49-F238E27FC236}">
                    <a16:creationId xmlns:a16="http://schemas.microsoft.com/office/drawing/2014/main" id="{F24E8F1E-E593-46BB-9ABA-6C86B8E5D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355"/>
                <a:ext cx="150" cy="157"/>
              </a:xfrm>
              <a:custGeom>
                <a:avLst/>
                <a:gdLst>
                  <a:gd name="T0" fmla="*/ 1770 w 60"/>
                  <a:gd name="T1" fmla="*/ 5708 h 59"/>
                  <a:gd name="T2" fmla="*/ 10550 w 60"/>
                  <a:gd name="T3" fmla="*/ 2563 h 59"/>
                  <a:gd name="T4" fmla="*/ 12708 w 60"/>
                  <a:gd name="T5" fmla="*/ 15189 h 59"/>
                  <a:gd name="T6" fmla="*/ 4220 w 60"/>
                  <a:gd name="T7" fmla="*/ 18412 h 59"/>
                  <a:gd name="T8" fmla="*/ 1770 w 60"/>
                  <a:gd name="T9" fmla="*/ 5708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9">
                    <a:moveTo>
                      <a:pt x="7" y="16"/>
                    </a:moveTo>
                    <a:cubicBezTo>
                      <a:pt x="15" y="4"/>
                      <a:pt x="31" y="0"/>
                      <a:pt x="43" y="7"/>
                    </a:cubicBezTo>
                    <a:cubicBezTo>
                      <a:pt x="55" y="14"/>
                      <a:pt x="60" y="30"/>
                      <a:pt x="52" y="43"/>
                    </a:cubicBezTo>
                    <a:cubicBezTo>
                      <a:pt x="45" y="55"/>
                      <a:pt x="29" y="59"/>
                      <a:pt x="17" y="52"/>
                    </a:cubicBezTo>
                    <a:cubicBezTo>
                      <a:pt x="5" y="45"/>
                      <a:pt x="0" y="29"/>
                      <a:pt x="7" y="16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0" name="Freeform 3265">
                <a:extLst>
                  <a:ext uri="{FF2B5EF4-FFF2-40B4-BE49-F238E27FC236}">
                    <a16:creationId xmlns:a16="http://schemas.microsoft.com/office/drawing/2014/main" id="{C5EC0B1A-B603-485A-9D98-0F24FF321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653"/>
                <a:ext cx="60" cy="67"/>
              </a:xfrm>
              <a:custGeom>
                <a:avLst/>
                <a:gdLst>
                  <a:gd name="T0" fmla="*/ 5863 w 24"/>
                  <a:gd name="T1" fmla="*/ 5258 h 25"/>
                  <a:gd name="T2" fmla="*/ 4425 w 24"/>
                  <a:gd name="T3" fmla="*/ 1501 h 25"/>
                  <a:gd name="T4" fmla="*/ 783 w 24"/>
                  <a:gd name="T5" fmla="*/ 2886 h 25"/>
                  <a:gd name="T6" fmla="*/ 1770 w 24"/>
                  <a:gd name="T7" fmla="*/ 8568 h 25"/>
                  <a:gd name="T8" fmla="*/ 4688 w 24"/>
                  <a:gd name="T9" fmla="*/ 8145 h 25"/>
                  <a:gd name="T10" fmla="*/ 5863 w 24"/>
                  <a:gd name="T11" fmla="*/ 525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5">
                    <a:moveTo>
                      <a:pt x="24" y="14"/>
                    </a:moveTo>
                    <a:cubicBezTo>
                      <a:pt x="24" y="10"/>
                      <a:pt x="22" y="6"/>
                      <a:pt x="18" y="4"/>
                    </a:cubicBezTo>
                    <a:cubicBezTo>
                      <a:pt x="13" y="0"/>
                      <a:pt x="6" y="2"/>
                      <a:pt x="3" y="8"/>
                    </a:cubicBezTo>
                    <a:cubicBezTo>
                      <a:pt x="0" y="13"/>
                      <a:pt x="2" y="20"/>
                      <a:pt x="7" y="23"/>
                    </a:cubicBezTo>
                    <a:cubicBezTo>
                      <a:pt x="11" y="25"/>
                      <a:pt x="16" y="24"/>
                      <a:pt x="19" y="22"/>
                    </a:cubicBezTo>
                    <a:cubicBezTo>
                      <a:pt x="20" y="19"/>
                      <a:pt x="22" y="16"/>
                      <a:pt x="24" y="1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1" name="Freeform 3266">
                <a:extLst>
                  <a:ext uri="{FF2B5EF4-FFF2-40B4-BE49-F238E27FC236}">
                    <a16:creationId xmlns:a16="http://schemas.microsoft.com/office/drawing/2014/main" id="{810DBC7B-D037-4301-BD75-DC55B3BBD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624"/>
                <a:ext cx="62" cy="69"/>
              </a:xfrm>
              <a:custGeom>
                <a:avLst/>
                <a:gdLst>
                  <a:gd name="T0" fmla="*/ 4238 w 25"/>
                  <a:gd name="T1" fmla="*/ 1436 h 26"/>
                  <a:gd name="T2" fmla="*/ 5141 w 25"/>
                  <a:gd name="T3" fmla="*/ 6600 h 26"/>
                  <a:gd name="T4" fmla="*/ 1587 w 25"/>
                  <a:gd name="T5" fmla="*/ 8036 h 26"/>
                  <a:gd name="T6" fmla="*/ 640 w 25"/>
                  <a:gd name="T7" fmla="*/ 2781 h 26"/>
                  <a:gd name="T8" fmla="*/ 4238 w 25"/>
                  <a:gd name="T9" fmla="*/ 143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18" y="4"/>
                    </a:moveTo>
                    <a:cubicBezTo>
                      <a:pt x="24" y="7"/>
                      <a:pt x="25" y="13"/>
                      <a:pt x="22" y="19"/>
                    </a:cubicBezTo>
                    <a:cubicBezTo>
                      <a:pt x="19" y="24"/>
                      <a:pt x="13" y="26"/>
                      <a:pt x="7" y="23"/>
                    </a:cubicBezTo>
                    <a:cubicBezTo>
                      <a:pt x="2" y="20"/>
                      <a:pt x="0" y="13"/>
                      <a:pt x="3" y="8"/>
                    </a:cubicBezTo>
                    <a:cubicBezTo>
                      <a:pt x="6" y="2"/>
                      <a:pt x="13" y="0"/>
                      <a:pt x="18" y="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2" name="Freeform 3267">
                <a:extLst>
                  <a:ext uri="{FF2B5EF4-FFF2-40B4-BE49-F238E27FC236}">
                    <a16:creationId xmlns:a16="http://schemas.microsoft.com/office/drawing/2014/main" id="{1FFD4EC1-89B7-4BC6-A707-7561906F0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595"/>
                <a:ext cx="63" cy="69"/>
              </a:xfrm>
              <a:custGeom>
                <a:avLst/>
                <a:gdLst>
                  <a:gd name="T0" fmla="*/ 801 w 25"/>
                  <a:gd name="T1" fmla="*/ 2487 h 26"/>
                  <a:gd name="T2" fmla="*/ 4559 w 25"/>
                  <a:gd name="T3" fmla="*/ 1048 h 26"/>
                  <a:gd name="T4" fmla="*/ 5602 w 25"/>
                  <a:gd name="T5" fmla="*/ 6298 h 26"/>
                  <a:gd name="T6" fmla="*/ 1809 w 25"/>
                  <a:gd name="T7" fmla="*/ 7640 h 26"/>
                  <a:gd name="T8" fmla="*/ 801 w 25"/>
                  <a:gd name="T9" fmla="*/ 248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7"/>
                      <a:pt x="25" y="13"/>
                      <a:pt x="22" y="18"/>
                    </a:cubicBezTo>
                    <a:cubicBezTo>
                      <a:pt x="19" y="24"/>
                      <a:pt x="13" y="26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3" name="Freeform 3268">
                <a:extLst>
                  <a:ext uri="{FF2B5EF4-FFF2-40B4-BE49-F238E27FC236}">
                    <a16:creationId xmlns:a16="http://schemas.microsoft.com/office/drawing/2014/main" id="{806BDBF0-AB9D-4850-9353-64E8AB252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565"/>
                <a:ext cx="62" cy="70"/>
              </a:xfrm>
              <a:custGeom>
                <a:avLst/>
                <a:gdLst>
                  <a:gd name="T0" fmla="*/ 640 w 25"/>
                  <a:gd name="T1" fmla="*/ 2673 h 26"/>
                  <a:gd name="T2" fmla="*/ 4238 w 25"/>
                  <a:gd name="T3" fmla="*/ 1152 h 26"/>
                  <a:gd name="T4" fmla="*/ 5141 w 25"/>
                  <a:gd name="T5" fmla="*/ 6771 h 26"/>
                  <a:gd name="T6" fmla="*/ 1587 w 25"/>
                  <a:gd name="T7" fmla="*/ 8352 h 26"/>
                  <a:gd name="T8" fmla="*/ 640 w 25"/>
                  <a:gd name="T9" fmla="*/ 267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3" y="7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5" y="13"/>
                      <a:pt x="22" y="18"/>
                    </a:cubicBezTo>
                    <a:cubicBezTo>
                      <a:pt x="19" y="24"/>
                      <a:pt x="13" y="26"/>
                      <a:pt x="7" y="22"/>
                    </a:cubicBezTo>
                    <a:cubicBezTo>
                      <a:pt x="2" y="19"/>
                      <a:pt x="0" y="13"/>
                      <a:pt x="3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4" name="Freeform 3269">
                <a:extLst>
                  <a:ext uri="{FF2B5EF4-FFF2-40B4-BE49-F238E27FC236}">
                    <a16:creationId xmlns:a16="http://schemas.microsoft.com/office/drawing/2014/main" id="{73D59363-BA10-4C8C-8CD1-D9967F1F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539"/>
                <a:ext cx="62" cy="66"/>
              </a:xfrm>
              <a:custGeom>
                <a:avLst/>
                <a:gdLst>
                  <a:gd name="T0" fmla="*/ 640 w 25"/>
                  <a:gd name="T1" fmla="*/ 2334 h 25"/>
                  <a:gd name="T2" fmla="*/ 4238 w 25"/>
                  <a:gd name="T3" fmla="*/ 1011 h 25"/>
                  <a:gd name="T4" fmla="*/ 5141 w 25"/>
                  <a:gd name="T5" fmla="*/ 6162 h 25"/>
                  <a:gd name="T6" fmla="*/ 1587 w 25"/>
                  <a:gd name="T7" fmla="*/ 7437 h 25"/>
                  <a:gd name="T8" fmla="*/ 640 w 25"/>
                  <a:gd name="T9" fmla="*/ 233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1"/>
                      <a:pt x="12" y="0"/>
                      <a:pt x="18" y="3"/>
                    </a:cubicBezTo>
                    <a:cubicBezTo>
                      <a:pt x="23" y="6"/>
                      <a:pt x="25" y="12"/>
                      <a:pt x="22" y="18"/>
                    </a:cubicBezTo>
                    <a:cubicBezTo>
                      <a:pt x="19" y="23"/>
                      <a:pt x="12" y="25"/>
                      <a:pt x="7" y="22"/>
                    </a:cubicBezTo>
                    <a:cubicBezTo>
                      <a:pt x="1" y="19"/>
                      <a:pt x="0" y="12"/>
                      <a:pt x="3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5" name="Freeform 3270">
                <a:extLst>
                  <a:ext uri="{FF2B5EF4-FFF2-40B4-BE49-F238E27FC236}">
                    <a16:creationId xmlns:a16="http://schemas.microsoft.com/office/drawing/2014/main" id="{51EFBE05-E1FC-4A8E-ABA6-598E55E22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509"/>
                <a:ext cx="63" cy="67"/>
              </a:xfrm>
              <a:custGeom>
                <a:avLst/>
                <a:gdLst>
                  <a:gd name="T0" fmla="*/ 801 w 25"/>
                  <a:gd name="T1" fmla="*/ 2637 h 25"/>
                  <a:gd name="T2" fmla="*/ 4559 w 25"/>
                  <a:gd name="T3" fmla="*/ 1077 h 25"/>
                  <a:gd name="T4" fmla="*/ 5602 w 25"/>
                  <a:gd name="T5" fmla="*/ 6657 h 25"/>
                  <a:gd name="T6" fmla="*/ 1809 w 25"/>
                  <a:gd name="T7" fmla="*/ 8145 h 25"/>
                  <a:gd name="T8" fmla="*/ 801 w 25"/>
                  <a:gd name="T9" fmla="*/ 26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6" y="1"/>
                      <a:pt x="12" y="0"/>
                      <a:pt x="18" y="3"/>
                    </a:cubicBezTo>
                    <a:cubicBezTo>
                      <a:pt x="23" y="6"/>
                      <a:pt x="25" y="12"/>
                      <a:pt x="22" y="18"/>
                    </a:cubicBezTo>
                    <a:cubicBezTo>
                      <a:pt x="19" y="23"/>
                      <a:pt x="12" y="25"/>
                      <a:pt x="7" y="22"/>
                    </a:cubicBezTo>
                    <a:cubicBezTo>
                      <a:pt x="1" y="19"/>
                      <a:pt x="0" y="12"/>
                      <a:pt x="3" y="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6" name="Freeform 3271">
                <a:extLst>
                  <a:ext uri="{FF2B5EF4-FFF2-40B4-BE49-F238E27FC236}">
                    <a16:creationId xmlns:a16="http://schemas.microsoft.com/office/drawing/2014/main" id="{473DA41C-98A9-46BC-B770-A69002566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477"/>
                <a:ext cx="65" cy="70"/>
              </a:xfrm>
              <a:custGeom>
                <a:avLst/>
                <a:gdLst>
                  <a:gd name="T0" fmla="*/ 783 w 26"/>
                  <a:gd name="T1" fmla="*/ 3102 h 26"/>
                  <a:gd name="T2" fmla="*/ 4425 w 26"/>
                  <a:gd name="T3" fmla="*/ 1580 h 26"/>
                  <a:gd name="T4" fmla="*/ 5395 w 26"/>
                  <a:gd name="T5" fmla="*/ 7197 h 26"/>
                  <a:gd name="T6" fmla="*/ 1770 w 26"/>
                  <a:gd name="T7" fmla="*/ 8785 h 26"/>
                  <a:gd name="T8" fmla="*/ 783 w 26"/>
                  <a:gd name="T9" fmla="*/ 310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3" y="8"/>
                    </a:moveTo>
                    <a:cubicBezTo>
                      <a:pt x="7" y="2"/>
                      <a:pt x="13" y="0"/>
                      <a:pt x="18" y="4"/>
                    </a:cubicBezTo>
                    <a:cubicBezTo>
                      <a:pt x="24" y="7"/>
                      <a:pt x="26" y="13"/>
                      <a:pt x="22" y="19"/>
                    </a:cubicBezTo>
                    <a:cubicBezTo>
                      <a:pt x="19" y="24"/>
                      <a:pt x="13" y="26"/>
                      <a:pt x="7" y="23"/>
                    </a:cubicBezTo>
                    <a:cubicBezTo>
                      <a:pt x="2" y="20"/>
                      <a:pt x="0" y="13"/>
                      <a:pt x="3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7" name="Freeform 3272">
                <a:extLst>
                  <a:ext uri="{FF2B5EF4-FFF2-40B4-BE49-F238E27FC236}">
                    <a16:creationId xmlns:a16="http://schemas.microsoft.com/office/drawing/2014/main" id="{86F696BA-B481-4C27-93A5-14ED44561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448"/>
                <a:ext cx="65" cy="69"/>
              </a:xfrm>
              <a:custGeom>
                <a:avLst/>
                <a:gdLst>
                  <a:gd name="T0" fmla="*/ 783 w 26"/>
                  <a:gd name="T1" fmla="*/ 2781 h 26"/>
                  <a:gd name="T2" fmla="*/ 4425 w 26"/>
                  <a:gd name="T3" fmla="*/ 1048 h 26"/>
                  <a:gd name="T4" fmla="*/ 5395 w 26"/>
                  <a:gd name="T5" fmla="*/ 6600 h 26"/>
                  <a:gd name="T6" fmla="*/ 1770 w 26"/>
                  <a:gd name="T7" fmla="*/ 8036 h 26"/>
                  <a:gd name="T8" fmla="*/ 783 w 26"/>
                  <a:gd name="T9" fmla="*/ 278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3" y="8"/>
                    </a:moveTo>
                    <a:cubicBezTo>
                      <a:pt x="6" y="2"/>
                      <a:pt x="13" y="0"/>
                      <a:pt x="18" y="3"/>
                    </a:cubicBezTo>
                    <a:cubicBezTo>
                      <a:pt x="24" y="7"/>
                      <a:pt x="26" y="13"/>
                      <a:pt x="22" y="19"/>
                    </a:cubicBezTo>
                    <a:cubicBezTo>
                      <a:pt x="19" y="24"/>
                      <a:pt x="13" y="26"/>
                      <a:pt x="7" y="23"/>
                    </a:cubicBezTo>
                    <a:cubicBezTo>
                      <a:pt x="2" y="19"/>
                      <a:pt x="0" y="13"/>
                      <a:pt x="3" y="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8" name="Freeform 3273">
                <a:extLst>
                  <a:ext uri="{FF2B5EF4-FFF2-40B4-BE49-F238E27FC236}">
                    <a16:creationId xmlns:a16="http://schemas.microsoft.com/office/drawing/2014/main" id="{F6EA0A62-376C-42D5-AA24-83EA3AA33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923"/>
                <a:ext cx="130" cy="141"/>
              </a:xfrm>
              <a:custGeom>
                <a:avLst/>
                <a:gdLst>
                  <a:gd name="T0" fmla="*/ 6375 w 52"/>
                  <a:gd name="T1" fmla="*/ 396 h 53"/>
                  <a:gd name="T2" fmla="*/ 0 w 52"/>
                  <a:gd name="T3" fmla="*/ 9617 h 53"/>
                  <a:gd name="T4" fmla="*/ 6375 w 52"/>
                  <a:gd name="T5" fmla="*/ 18790 h 53"/>
                  <a:gd name="T6" fmla="*/ 12708 w 52"/>
                  <a:gd name="T7" fmla="*/ 9229 h 53"/>
                  <a:gd name="T8" fmla="*/ 6375 w 52"/>
                  <a:gd name="T9" fmla="*/ 396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3">
                    <a:moveTo>
                      <a:pt x="26" y="1"/>
                    </a:moveTo>
                    <a:cubicBezTo>
                      <a:pt x="11" y="1"/>
                      <a:pt x="0" y="12"/>
                      <a:pt x="0" y="27"/>
                    </a:cubicBezTo>
                    <a:cubicBezTo>
                      <a:pt x="0" y="41"/>
                      <a:pt x="12" y="53"/>
                      <a:pt x="26" y="53"/>
                    </a:cubicBezTo>
                    <a:cubicBezTo>
                      <a:pt x="40" y="52"/>
                      <a:pt x="52" y="41"/>
                      <a:pt x="52" y="26"/>
                    </a:cubicBezTo>
                    <a:cubicBezTo>
                      <a:pt x="52" y="12"/>
                      <a:pt x="40" y="0"/>
                      <a:pt x="26" y="1"/>
                    </a:cubicBezTo>
                    <a:close/>
                  </a:path>
                </a:pathLst>
              </a:cu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9" name="Freeform 3274">
                <a:extLst>
                  <a:ext uri="{FF2B5EF4-FFF2-40B4-BE49-F238E27FC236}">
                    <a16:creationId xmlns:a16="http://schemas.microsoft.com/office/drawing/2014/main" id="{50405D41-162F-41B3-AD66-9F933BDB1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963"/>
                <a:ext cx="25" cy="58"/>
              </a:xfrm>
              <a:custGeom>
                <a:avLst/>
                <a:gdLst>
                  <a:gd name="T0" fmla="*/ 783 w 10"/>
                  <a:gd name="T1" fmla="*/ 3662 h 22"/>
                  <a:gd name="T2" fmla="*/ 0 w 10"/>
                  <a:gd name="T3" fmla="*/ 0 h 22"/>
                  <a:gd name="T4" fmla="*/ 313 w 10"/>
                  <a:gd name="T5" fmla="*/ 0 h 22"/>
                  <a:gd name="T6" fmla="*/ 2470 w 10"/>
                  <a:gd name="T7" fmla="*/ 3662 h 22"/>
                  <a:gd name="T8" fmla="*/ 313 w 10"/>
                  <a:gd name="T9" fmla="*/ 7382 h 22"/>
                  <a:gd name="T10" fmla="*/ 313 w 10"/>
                  <a:gd name="T11" fmla="*/ 7382 h 22"/>
                  <a:gd name="T12" fmla="*/ 783 w 10"/>
                  <a:gd name="T13" fmla="*/ 36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2">
                    <a:moveTo>
                      <a:pt x="3" y="11"/>
                    </a:moveTo>
                    <a:cubicBezTo>
                      <a:pt x="3" y="7"/>
                      <a:pt x="2" y="4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6" y="0"/>
                      <a:pt x="10" y="5"/>
                      <a:pt x="10" y="11"/>
                    </a:cubicBezTo>
                    <a:cubicBezTo>
                      <a:pt x="10" y="17"/>
                      <a:pt x="6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19"/>
                      <a:pt x="3" y="15"/>
                      <a:pt x="3" y="11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0" name="Freeform 3275">
                <a:extLst>
                  <a:ext uri="{FF2B5EF4-FFF2-40B4-BE49-F238E27FC236}">
                    <a16:creationId xmlns:a16="http://schemas.microsoft.com/office/drawing/2014/main" id="{A4BB6BE8-4F84-4A81-B61D-CA7D5F309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963"/>
                <a:ext cx="38" cy="58"/>
              </a:xfrm>
              <a:custGeom>
                <a:avLst/>
                <a:gdLst>
                  <a:gd name="T0" fmla="*/ 327 w 15"/>
                  <a:gd name="T1" fmla="*/ 6762 h 22"/>
                  <a:gd name="T2" fmla="*/ 1026 w 15"/>
                  <a:gd name="T3" fmla="*/ 3662 h 22"/>
                  <a:gd name="T4" fmla="*/ 0 w 15"/>
                  <a:gd name="T5" fmla="*/ 1007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327 w 15"/>
                  <a:gd name="T13" fmla="*/ 67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1" y="20"/>
                    </a:moveTo>
                    <a:cubicBezTo>
                      <a:pt x="3" y="18"/>
                      <a:pt x="4" y="15"/>
                      <a:pt x="4" y="11"/>
                    </a:cubicBezTo>
                    <a:cubicBezTo>
                      <a:pt x="4" y="8"/>
                      <a:pt x="2" y="5"/>
                      <a:pt x="0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1" y="2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1" name="Freeform 3276">
                <a:extLst>
                  <a:ext uri="{FF2B5EF4-FFF2-40B4-BE49-F238E27FC236}">
                    <a16:creationId xmlns:a16="http://schemas.microsoft.com/office/drawing/2014/main" id="{EE43CA5A-A030-48F7-A6E2-6FD3C7B2A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963"/>
                <a:ext cx="38" cy="58"/>
              </a:xfrm>
              <a:custGeom>
                <a:avLst/>
                <a:gdLst>
                  <a:gd name="T0" fmla="*/ 0 w 15"/>
                  <a:gd name="T1" fmla="*/ 6762 h 22"/>
                  <a:gd name="T2" fmla="*/ 828 w 15"/>
                  <a:gd name="T3" fmla="*/ 3662 h 22"/>
                  <a:gd name="T4" fmla="*/ 0 w 15"/>
                  <a:gd name="T5" fmla="*/ 1007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7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20"/>
                    </a:moveTo>
                    <a:cubicBezTo>
                      <a:pt x="2" y="18"/>
                      <a:pt x="3" y="15"/>
                      <a:pt x="3" y="11"/>
                    </a:cubicBezTo>
                    <a:cubicBezTo>
                      <a:pt x="3" y="8"/>
                      <a:pt x="2" y="5"/>
                      <a:pt x="0" y="3"/>
                    </a:cubicBezTo>
                    <a:cubicBezTo>
                      <a:pt x="1" y="1"/>
                      <a:pt x="3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2" name="Freeform 3277">
                <a:extLst>
                  <a:ext uri="{FF2B5EF4-FFF2-40B4-BE49-F238E27FC236}">
                    <a16:creationId xmlns:a16="http://schemas.microsoft.com/office/drawing/2014/main" id="{60093813-AD0C-42FE-AFC2-32FB431A3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963"/>
                <a:ext cx="37" cy="58"/>
              </a:xfrm>
              <a:custGeom>
                <a:avLst/>
                <a:gdLst>
                  <a:gd name="T0" fmla="*/ 183 w 15"/>
                  <a:gd name="T1" fmla="*/ 6762 h 22"/>
                  <a:gd name="T2" fmla="*/ 930 w 15"/>
                  <a:gd name="T3" fmla="*/ 3662 h 22"/>
                  <a:gd name="T4" fmla="*/ 0 w 15"/>
                  <a:gd name="T5" fmla="*/ 1007 h 22"/>
                  <a:gd name="T6" fmla="*/ 1364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183 w 15"/>
                  <a:gd name="T13" fmla="*/ 67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1" y="20"/>
                    </a:moveTo>
                    <a:cubicBezTo>
                      <a:pt x="3" y="18"/>
                      <a:pt x="4" y="15"/>
                      <a:pt x="4" y="11"/>
                    </a:cubicBezTo>
                    <a:cubicBezTo>
                      <a:pt x="4" y="8"/>
                      <a:pt x="2" y="5"/>
                      <a:pt x="0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1" y="2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3" name="Freeform 3278">
                <a:extLst>
                  <a:ext uri="{FF2B5EF4-FFF2-40B4-BE49-F238E27FC236}">
                    <a16:creationId xmlns:a16="http://schemas.microsoft.com/office/drawing/2014/main" id="{D1C57C38-BE53-4429-9029-D25D92D5A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63"/>
                <a:ext cx="37" cy="58"/>
              </a:xfrm>
              <a:custGeom>
                <a:avLst/>
                <a:gdLst>
                  <a:gd name="T0" fmla="*/ 0 w 15"/>
                  <a:gd name="T1" fmla="*/ 6762 h 22"/>
                  <a:gd name="T2" fmla="*/ 634 w 15"/>
                  <a:gd name="T3" fmla="*/ 3662 h 22"/>
                  <a:gd name="T4" fmla="*/ 0 w 15"/>
                  <a:gd name="T5" fmla="*/ 1007 h 22"/>
                  <a:gd name="T6" fmla="*/ 1364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0 w 15"/>
                  <a:gd name="T13" fmla="*/ 67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20"/>
                    </a:moveTo>
                    <a:cubicBezTo>
                      <a:pt x="2" y="18"/>
                      <a:pt x="3" y="15"/>
                      <a:pt x="3" y="11"/>
                    </a:cubicBezTo>
                    <a:cubicBezTo>
                      <a:pt x="3" y="8"/>
                      <a:pt x="2" y="5"/>
                      <a:pt x="0" y="3"/>
                    </a:cubicBezTo>
                    <a:cubicBezTo>
                      <a:pt x="1" y="1"/>
                      <a:pt x="3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4" name="Freeform 3279">
                <a:extLst>
                  <a:ext uri="{FF2B5EF4-FFF2-40B4-BE49-F238E27FC236}">
                    <a16:creationId xmlns:a16="http://schemas.microsoft.com/office/drawing/2014/main" id="{3C80B6AA-B24E-4197-92C5-B1DFD2653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963"/>
                <a:ext cx="38" cy="58"/>
              </a:xfrm>
              <a:custGeom>
                <a:avLst/>
                <a:gdLst>
                  <a:gd name="T0" fmla="*/ 327 w 15"/>
                  <a:gd name="T1" fmla="*/ 6762 h 22"/>
                  <a:gd name="T2" fmla="*/ 1026 w 15"/>
                  <a:gd name="T3" fmla="*/ 3662 h 22"/>
                  <a:gd name="T4" fmla="*/ 0 w 15"/>
                  <a:gd name="T5" fmla="*/ 1007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327 w 15"/>
                  <a:gd name="T13" fmla="*/ 67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1" y="20"/>
                    </a:moveTo>
                    <a:cubicBezTo>
                      <a:pt x="3" y="18"/>
                      <a:pt x="4" y="14"/>
                      <a:pt x="4" y="11"/>
                    </a:cubicBezTo>
                    <a:cubicBezTo>
                      <a:pt x="4" y="8"/>
                      <a:pt x="2" y="5"/>
                      <a:pt x="0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1" y="20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5" name="Freeform 3280">
                <a:extLst>
                  <a:ext uri="{FF2B5EF4-FFF2-40B4-BE49-F238E27FC236}">
                    <a16:creationId xmlns:a16="http://schemas.microsoft.com/office/drawing/2014/main" id="{D30D1710-8798-46F7-91F3-FCB617AA0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963"/>
                <a:ext cx="38" cy="58"/>
              </a:xfrm>
              <a:custGeom>
                <a:avLst/>
                <a:gdLst>
                  <a:gd name="T0" fmla="*/ 0 w 15"/>
                  <a:gd name="T1" fmla="*/ 6375 h 22"/>
                  <a:gd name="T2" fmla="*/ 828 w 15"/>
                  <a:gd name="T3" fmla="*/ 3662 h 22"/>
                  <a:gd name="T4" fmla="*/ 0 w 15"/>
                  <a:gd name="T5" fmla="*/ 1007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8"/>
                      <a:pt x="2" y="5"/>
                      <a:pt x="0" y="3"/>
                    </a:cubicBezTo>
                    <a:cubicBezTo>
                      <a:pt x="2" y="1"/>
                      <a:pt x="3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6" name="Freeform 3281">
                <a:extLst>
                  <a:ext uri="{FF2B5EF4-FFF2-40B4-BE49-F238E27FC236}">
                    <a16:creationId xmlns:a16="http://schemas.microsoft.com/office/drawing/2014/main" id="{A5C3EE76-9054-405D-8A6F-9B685A962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963"/>
                <a:ext cx="37" cy="58"/>
              </a:xfrm>
              <a:custGeom>
                <a:avLst/>
                <a:gdLst>
                  <a:gd name="T0" fmla="*/ 183 w 15"/>
                  <a:gd name="T1" fmla="*/ 6375 h 22"/>
                  <a:gd name="T2" fmla="*/ 930 w 15"/>
                  <a:gd name="T3" fmla="*/ 3662 h 22"/>
                  <a:gd name="T4" fmla="*/ 0 w 15"/>
                  <a:gd name="T5" fmla="*/ 1007 h 22"/>
                  <a:gd name="T6" fmla="*/ 1364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183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1" y="19"/>
                    </a:moveTo>
                    <a:cubicBezTo>
                      <a:pt x="3" y="17"/>
                      <a:pt x="4" y="14"/>
                      <a:pt x="4" y="11"/>
                    </a:cubicBezTo>
                    <a:cubicBezTo>
                      <a:pt x="4" y="8"/>
                      <a:pt x="2" y="5"/>
                      <a:pt x="0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1" y="1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7" name="Freeform 3282">
                <a:extLst>
                  <a:ext uri="{FF2B5EF4-FFF2-40B4-BE49-F238E27FC236}">
                    <a16:creationId xmlns:a16="http://schemas.microsoft.com/office/drawing/2014/main" id="{8B7057BC-B348-4248-AEC2-AFAF68C27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963"/>
                <a:ext cx="37" cy="58"/>
              </a:xfrm>
              <a:custGeom>
                <a:avLst/>
                <a:gdLst>
                  <a:gd name="T0" fmla="*/ 0 w 15"/>
                  <a:gd name="T1" fmla="*/ 6375 h 22"/>
                  <a:gd name="T2" fmla="*/ 634 w 15"/>
                  <a:gd name="T3" fmla="*/ 3662 h 22"/>
                  <a:gd name="T4" fmla="*/ 0 w 15"/>
                  <a:gd name="T5" fmla="*/ 625 h 22"/>
                  <a:gd name="T6" fmla="*/ 1364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8" name="Freeform 3283">
                <a:extLst>
                  <a:ext uri="{FF2B5EF4-FFF2-40B4-BE49-F238E27FC236}">
                    <a16:creationId xmlns:a16="http://schemas.microsoft.com/office/drawing/2014/main" id="{6FA0562C-FA1C-4490-8A4B-CE6880BF3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963"/>
                <a:ext cx="35" cy="58"/>
              </a:xfrm>
              <a:custGeom>
                <a:avLst/>
                <a:gdLst>
                  <a:gd name="T0" fmla="*/ 0 w 14"/>
                  <a:gd name="T1" fmla="*/ 6375 h 22"/>
                  <a:gd name="T2" fmla="*/ 783 w 14"/>
                  <a:gd name="T3" fmla="*/ 3662 h 22"/>
                  <a:gd name="T4" fmla="*/ 0 w 14"/>
                  <a:gd name="T5" fmla="*/ 625 h 22"/>
                  <a:gd name="T6" fmla="*/ 1300 w 14"/>
                  <a:gd name="T7" fmla="*/ 0 h 22"/>
                  <a:gd name="T8" fmla="*/ 3438 w 14"/>
                  <a:gd name="T9" fmla="*/ 3662 h 22"/>
                  <a:gd name="T10" fmla="*/ 1300 w 14"/>
                  <a:gd name="T11" fmla="*/ 7382 h 22"/>
                  <a:gd name="T12" fmla="*/ 0 w 14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10" y="0"/>
                      <a:pt x="14" y="5"/>
                      <a:pt x="14" y="11"/>
                    </a:cubicBezTo>
                    <a:cubicBezTo>
                      <a:pt x="14" y="17"/>
                      <a:pt x="10" y="22"/>
                      <a:pt x="5" y="22"/>
                    </a:cubicBezTo>
                    <a:cubicBezTo>
                      <a:pt x="3" y="22"/>
                      <a:pt x="1" y="21"/>
                      <a:pt x="0" y="1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9" name="Freeform 3284">
                <a:extLst>
                  <a:ext uri="{FF2B5EF4-FFF2-40B4-BE49-F238E27FC236}">
                    <a16:creationId xmlns:a16="http://schemas.microsoft.com/office/drawing/2014/main" id="{CFB4F8E4-F951-461E-BDE5-BE6CB86F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963"/>
                <a:ext cx="38" cy="58"/>
              </a:xfrm>
              <a:custGeom>
                <a:avLst/>
                <a:gdLst>
                  <a:gd name="T0" fmla="*/ 0 w 15"/>
                  <a:gd name="T1" fmla="*/ 6375 h 22"/>
                  <a:gd name="T2" fmla="*/ 828 w 15"/>
                  <a:gd name="T3" fmla="*/ 3662 h 22"/>
                  <a:gd name="T4" fmla="*/ 0 w 15"/>
                  <a:gd name="T5" fmla="*/ 625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0" name="Freeform 3285">
                <a:extLst>
                  <a:ext uri="{FF2B5EF4-FFF2-40B4-BE49-F238E27FC236}">
                    <a16:creationId xmlns:a16="http://schemas.microsoft.com/office/drawing/2014/main" id="{33C10593-AC42-4B20-8816-44B0AB5B8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1963"/>
                <a:ext cx="35" cy="58"/>
              </a:xfrm>
              <a:custGeom>
                <a:avLst/>
                <a:gdLst>
                  <a:gd name="T0" fmla="*/ 0 w 14"/>
                  <a:gd name="T1" fmla="*/ 6375 h 22"/>
                  <a:gd name="T2" fmla="*/ 783 w 14"/>
                  <a:gd name="T3" fmla="*/ 3662 h 22"/>
                  <a:gd name="T4" fmla="*/ 0 w 14"/>
                  <a:gd name="T5" fmla="*/ 625 h 22"/>
                  <a:gd name="T6" fmla="*/ 1300 w 14"/>
                  <a:gd name="T7" fmla="*/ 0 h 22"/>
                  <a:gd name="T8" fmla="*/ 3438 w 14"/>
                  <a:gd name="T9" fmla="*/ 3662 h 22"/>
                  <a:gd name="T10" fmla="*/ 1300 w 14"/>
                  <a:gd name="T11" fmla="*/ 7382 h 22"/>
                  <a:gd name="T12" fmla="*/ 0 w 14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10" y="0"/>
                      <a:pt x="14" y="5"/>
                      <a:pt x="14" y="11"/>
                    </a:cubicBezTo>
                    <a:cubicBezTo>
                      <a:pt x="14" y="17"/>
                      <a:pt x="10" y="22"/>
                      <a:pt x="5" y="22"/>
                    </a:cubicBezTo>
                    <a:cubicBezTo>
                      <a:pt x="3" y="22"/>
                      <a:pt x="1" y="21"/>
                      <a:pt x="0" y="1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1" name="Freeform 3286">
                <a:extLst>
                  <a:ext uri="{FF2B5EF4-FFF2-40B4-BE49-F238E27FC236}">
                    <a16:creationId xmlns:a16="http://schemas.microsoft.com/office/drawing/2014/main" id="{F0EEEDCB-6B9B-4576-9252-A244480CD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963"/>
                <a:ext cx="37" cy="58"/>
              </a:xfrm>
              <a:custGeom>
                <a:avLst/>
                <a:gdLst>
                  <a:gd name="T0" fmla="*/ 0 w 15"/>
                  <a:gd name="T1" fmla="*/ 6375 h 22"/>
                  <a:gd name="T2" fmla="*/ 634 w 15"/>
                  <a:gd name="T3" fmla="*/ 3662 h 22"/>
                  <a:gd name="T4" fmla="*/ 0 w 15"/>
                  <a:gd name="T5" fmla="*/ 625 h 22"/>
                  <a:gd name="T6" fmla="*/ 1364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4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2" name="Freeform 3287">
                <a:extLst>
                  <a:ext uri="{FF2B5EF4-FFF2-40B4-BE49-F238E27FC236}">
                    <a16:creationId xmlns:a16="http://schemas.microsoft.com/office/drawing/2014/main" id="{9EEAC0A4-E528-4965-B963-056CE25EE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941"/>
                <a:ext cx="70" cy="72"/>
              </a:xfrm>
              <a:custGeom>
                <a:avLst/>
                <a:gdLst>
                  <a:gd name="T0" fmla="*/ 313 w 28"/>
                  <a:gd name="T1" fmla="*/ 5005 h 27"/>
                  <a:gd name="T2" fmla="*/ 3438 w 28"/>
                  <a:gd name="T3" fmla="*/ 0 h 27"/>
                  <a:gd name="T4" fmla="*/ 6845 w 28"/>
                  <a:gd name="T5" fmla="*/ 5005 h 27"/>
                  <a:gd name="T6" fmla="*/ 3438 w 28"/>
                  <a:gd name="T7" fmla="*/ 9707 h 27"/>
                  <a:gd name="T8" fmla="*/ 313 w 28"/>
                  <a:gd name="T9" fmla="*/ 500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7">
                    <a:moveTo>
                      <a:pt x="1" y="14"/>
                    </a:move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cubicBezTo>
                      <a:pt x="28" y="21"/>
                      <a:pt x="22" y="27"/>
                      <a:pt x="14" y="27"/>
                    </a:cubicBezTo>
                    <a:cubicBezTo>
                      <a:pt x="7" y="27"/>
                      <a:pt x="1" y="21"/>
                      <a:pt x="1" y="14"/>
                    </a:cubicBezTo>
                    <a:close/>
                  </a:path>
                </a:pathLst>
              </a:cu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3" name="Freeform 3288">
                <a:extLst>
                  <a:ext uri="{FF2B5EF4-FFF2-40B4-BE49-F238E27FC236}">
                    <a16:creationId xmlns:a16="http://schemas.microsoft.com/office/drawing/2014/main" id="{AFA39958-C677-4DB2-A53C-2024075E6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957"/>
                <a:ext cx="22" cy="24"/>
              </a:xfrm>
              <a:custGeom>
                <a:avLst/>
                <a:gdLst>
                  <a:gd name="T0" fmla="*/ 0 w 9"/>
                  <a:gd name="T1" fmla="*/ 1763 h 9"/>
                  <a:gd name="T2" fmla="*/ 860 w 9"/>
                  <a:gd name="T3" fmla="*/ 0 h 9"/>
                  <a:gd name="T4" fmla="*/ 1931 w 9"/>
                  <a:gd name="T5" fmla="*/ 1763 h 9"/>
                  <a:gd name="T6" fmla="*/ 1039 w 9"/>
                  <a:gd name="T7" fmla="*/ 3243 h 9"/>
                  <a:gd name="T8" fmla="*/ 0 w 9"/>
                  <a:gd name="T9" fmla="*/ 176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7" y="0"/>
                      <a:pt x="9" y="2"/>
                      <a:pt x="9" y="5"/>
                    </a:cubicBezTo>
                    <a:cubicBezTo>
                      <a:pt x="9" y="7"/>
                      <a:pt x="7" y="9"/>
                      <a:pt x="5" y="9"/>
                    </a:cubicBezTo>
                    <a:cubicBezTo>
                      <a:pt x="2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4" name="Freeform 3289">
                <a:extLst>
                  <a:ext uri="{FF2B5EF4-FFF2-40B4-BE49-F238E27FC236}">
                    <a16:creationId xmlns:a16="http://schemas.microsoft.com/office/drawing/2014/main" id="{F3301183-18E8-4F2E-AA03-4BA238557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939"/>
                <a:ext cx="100" cy="114"/>
              </a:xfrm>
              <a:custGeom>
                <a:avLst/>
                <a:gdLst>
                  <a:gd name="T0" fmla="*/ 6645 w 40"/>
                  <a:gd name="T1" fmla="*/ 0 h 43"/>
                  <a:gd name="T2" fmla="*/ 8333 w 40"/>
                  <a:gd name="T3" fmla="*/ 5475 h 43"/>
                  <a:gd name="T4" fmla="*/ 2738 w 40"/>
                  <a:gd name="T5" fmla="*/ 13489 h 43"/>
                  <a:gd name="T6" fmla="*/ 0 w 40"/>
                  <a:gd name="T7" fmla="*/ 12209 h 43"/>
                  <a:gd name="T8" fmla="*/ 4220 w 40"/>
                  <a:gd name="T9" fmla="*/ 14929 h 43"/>
                  <a:gd name="T10" fmla="*/ 9770 w 40"/>
                  <a:gd name="T11" fmla="*/ 6973 h 43"/>
                  <a:gd name="T12" fmla="*/ 6645 w 40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43">
                    <a:moveTo>
                      <a:pt x="27" y="0"/>
                    </a:moveTo>
                    <a:cubicBezTo>
                      <a:pt x="33" y="8"/>
                      <a:pt x="34" y="11"/>
                      <a:pt x="34" y="16"/>
                    </a:cubicBezTo>
                    <a:cubicBezTo>
                      <a:pt x="34" y="32"/>
                      <a:pt x="24" y="39"/>
                      <a:pt x="11" y="39"/>
                    </a:cubicBezTo>
                    <a:cubicBezTo>
                      <a:pt x="8" y="39"/>
                      <a:pt x="3" y="37"/>
                      <a:pt x="0" y="35"/>
                    </a:cubicBezTo>
                    <a:cubicBezTo>
                      <a:pt x="4" y="40"/>
                      <a:pt x="10" y="43"/>
                      <a:pt x="17" y="43"/>
                    </a:cubicBezTo>
                    <a:cubicBezTo>
                      <a:pt x="30" y="43"/>
                      <a:pt x="40" y="33"/>
                      <a:pt x="40" y="20"/>
                    </a:cubicBezTo>
                    <a:cubicBezTo>
                      <a:pt x="40" y="11"/>
                      <a:pt x="34" y="4"/>
                      <a:pt x="27" y="0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5" name="Freeform 3290">
                <a:extLst>
                  <a:ext uri="{FF2B5EF4-FFF2-40B4-BE49-F238E27FC236}">
                    <a16:creationId xmlns:a16="http://schemas.microsoft.com/office/drawing/2014/main" id="{FD9EF5CD-4A7B-426A-A043-1E480A5FE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968"/>
                <a:ext cx="23" cy="27"/>
              </a:xfrm>
              <a:custGeom>
                <a:avLst/>
                <a:gdLst>
                  <a:gd name="T0" fmla="*/ 549 w 9"/>
                  <a:gd name="T1" fmla="*/ 3877 h 10"/>
                  <a:gd name="T2" fmla="*/ 0 w 9"/>
                  <a:gd name="T3" fmla="*/ 429 h 10"/>
                  <a:gd name="T4" fmla="*/ 2520 w 9"/>
                  <a:gd name="T5" fmla="*/ 3464 h 10"/>
                  <a:gd name="T6" fmla="*/ 1104 w 9"/>
                  <a:gd name="T7" fmla="*/ 2282 h 10"/>
                  <a:gd name="T8" fmla="*/ 549 w 9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2" y="10"/>
                    </a:moveTo>
                    <a:cubicBezTo>
                      <a:pt x="3" y="7"/>
                      <a:pt x="1" y="2"/>
                      <a:pt x="0" y="1"/>
                    </a:cubicBezTo>
                    <a:cubicBezTo>
                      <a:pt x="3" y="0"/>
                      <a:pt x="8" y="1"/>
                      <a:pt x="9" y="9"/>
                    </a:cubicBezTo>
                    <a:cubicBezTo>
                      <a:pt x="7" y="5"/>
                      <a:pt x="6" y="5"/>
                      <a:pt x="4" y="6"/>
                    </a:cubicBezTo>
                    <a:cubicBezTo>
                      <a:pt x="3" y="6"/>
                      <a:pt x="3" y="8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6" name="Freeform 3291">
                <a:extLst>
                  <a:ext uri="{FF2B5EF4-FFF2-40B4-BE49-F238E27FC236}">
                    <a16:creationId xmlns:a16="http://schemas.microsoft.com/office/drawing/2014/main" id="{7412CE77-2A9C-4841-B305-2999AFEC3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1968"/>
                <a:ext cx="22" cy="27"/>
              </a:xfrm>
              <a:custGeom>
                <a:avLst/>
                <a:gdLst>
                  <a:gd name="T0" fmla="*/ 425 w 9"/>
                  <a:gd name="T1" fmla="*/ 3877 h 10"/>
                  <a:gd name="T2" fmla="*/ 0 w 9"/>
                  <a:gd name="T3" fmla="*/ 429 h 10"/>
                  <a:gd name="T4" fmla="*/ 1931 w 9"/>
                  <a:gd name="T5" fmla="*/ 3464 h 10"/>
                  <a:gd name="T6" fmla="*/ 1039 w 9"/>
                  <a:gd name="T7" fmla="*/ 2028 h 10"/>
                  <a:gd name="T8" fmla="*/ 425 w 9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2" y="10"/>
                    </a:moveTo>
                    <a:cubicBezTo>
                      <a:pt x="3" y="7"/>
                      <a:pt x="1" y="2"/>
                      <a:pt x="0" y="1"/>
                    </a:cubicBezTo>
                    <a:cubicBezTo>
                      <a:pt x="3" y="0"/>
                      <a:pt x="8" y="1"/>
                      <a:pt x="9" y="9"/>
                    </a:cubicBezTo>
                    <a:cubicBezTo>
                      <a:pt x="8" y="5"/>
                      <a:pt x="6" y="5"/>
                      <a:pt x="5" y="5"/>
                    </a:cubicBezTo>
                    <a:cubicBezTo>
                      <a:pt x="4" y="6"/>
                      <a:pt x="3" y="8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7" name="Freeform 3292">
                <a:extLst>
                  <a:ext uri="{FF2B5EF4-FFF2-40B4-BE49-F238E27FC236}">
                    <a16:creationId xmlns:a16="http://schemas.microsoft.com/office/drawing/2014/main" id="{030C0DD5-BEED-46D4-AFE6-7D6723C9F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965"/>
                <a:ext cx="22" cy="30"/>
              </a:xfrm>
              <a:custGeom>
                <a:avLst/>
                <a:gdLst>
                  <a:gd name="T0" fmla="*/ 425 w 9"/>
                  <a:gd name="T1" fmla="*/ 4544 h 11"/>
                  <a:gd name="T2" fmla="*/ 0 w 9"/>
                  <a:gd name="T3" fmla="*/ 775 h 11"/>
                  <a:gd name="T4" fmla="*/ 1931 w 9"/>
                  <a:gd name="T5" fmla="*/ 4099 h 11"/>
                  <a:gd name="T6" fmla="*/ 860 w 9"/>
                  <a:gd name="T7" fmla="*/ 2433 h 11"/>
                  <a:gd name="T8" fmla="*/ 425 w 9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2" y="11"/>
                    </a:moveTo>
                    <a:cubicBezTo>
                      <a:pt x="3" y="7"/>
                      <a:pt x="1" y="3"/>
                      <a:pt x="0" y="2"/>
                    </a:cubicBezTo>
                    <a:cubicBezTo>
                      <a:pt x="3" y="0"/>
                      <a:pt x="8" y="2"/>
                      <a:pt x="9" y="10"/>
                    </a:cubicBezTo>
                    <a:cubicBezTo>
                      <a:pt x="7" y="6"/>
                      <a:pt x="6" y="6"/>
                      <a:pt x="4" y="6"/>
                    </a:cubicBezTo>
                    <a:cubicBezTo>
                      <a:pt x="3" y="7"/>
                      <a:pt x="3" y="9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8" name="Freeform 3293">
                <a:extLst>
                  <a:ext uri="{FF2B5EF4-FFF2-40B4-BE49-F238E27FC236}">
                    <a16:creationId xmlns:a16="http://schemas.microsoft.com/office/drawing/2014/main" id="{AF24B522-CB3B-403B-8FB9-579D3C56F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965"/>
                <a:ext cx="23" cy="30"/>
              </a:xfrm>
              <a:custGeom>
                <a:avLst/>
                <a:gdLst>
                  <a:gd name="T0" fmla="*/ 549 w 9"/>
                  <a:gd name="T1" fmla="*/ 4544 h 11"/>
                  <a:gd name="T2" fmla="*/ 0 w 9"/>
                  <a:gd name="T3" fmla="*/ 775 h 11"/>
                  <a:gd name="T4" fmla="*/ 2520 w 9"/>
                  <a:gd name="T5" fmla="*/ 4099 h 11"/>
                  <a:gd name="T6" fmla="*/ 1403 w 9"/>
                  <a:gd name="T7" fmla="*/ 2433 h 11"/>
                  <a:gd name="T8" fmla="*/ 549 w 9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2" y="11"/>
                    </a:moveTo>
                    <a:cubicBezTo>
                      <a:pt x="3" y="7"/>
                      <a:pt x="1" y="3"/>
                      <a:pt x="0" y="2"/>
                    </a:cubicBezTo>
                    <a:cubicBezTo>
                      <a:pt x="3" y="0"/>
                      <a:pt x="8" y="2"/>
                      <a:pt x="9" y="10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4" y="7"/>
                      <a:pt x="3" y="9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9" name="Freeform 3294">
                <a:extLst>
                  <a:ext uri="{FF2B5EF4-FFF2-40B4-BE49-F238E27FC236}">
                    <a16:creationId xmlns:a16="http://schemas.microsoft.com/office/drawing/2014/main" id="{EA5F2A46-7B8B-4C28-A796-9E902BC50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1965"/>
                <a:ext cx="23" cy="30"/>
              </a:xfrm>
              <a:custGeom>
                <a:avLst/>
                <a:gdLst>
                  <a:gd name="T0" fmla="*/ 549 w 9"/>
                  <a:gd name="T1" fmla="*/ 4544 h 11"/>
                  <a:gd name="T2" fmla="*/ 0 w 9"/>
                  <a:gd name="T3" fmla="*/ 775 h 11"/>
                  <a:gd name="T4" fmla="*/ 2520 w 9"/>
                  <a:gd name="T5" fmla="*/ 4099 h 11"/>
                  <a:gd name="T6" fmla="*/ 1104 w 9"/>
                  <a:gd name="T7" fmla="*/ 2433 h 11"/>
                  <a:gd name="T8" fmla="*/ 549 w 9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2" y="11"/>
                    </a:moveTo>
                    <a:cubicBezTo>
                      <a:pt x="3" y="7"/>
                      <a:pt x="1" y="3"/>
                      <a:pt x="0" y="2"/>
                    </a:cubicBezTo>
                    <a:cubicBezTo>
                      <a:pt x="3" y="0"/>
                      <a:pt x="8" y="2"/>
                      <a:pt x="9" y="10"/>
                    </a:cubicBezTo>
                    <a:cubicBezTo>
                      <a:pt x="7" y="6"/>
                      <a:pt x="6" y="6"/>
                      <a:pt x="4" y="6"/>
                    </a:cubicBezTo>
                    <a:cubicBezTo>
                      <a:pt x="3" y="7"/>
                      <a:pt x="3" y="9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0" name="Freeform 3295">
                <a:extLst>
                  <a:ext uri="{FF2B5EF4-FFF2-40B4-BE49-F238E27FC236}">
                    <a16:creationId xmlns:a16="http://schemas.microsoft.com/office/drawing/2014/main" id="{A870C0E6-06D7-4398-AAC6-F7CDE6FD8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965"/>
                <a:ext cx="22" cy="30"/>
              </a:xfrm>
              <a:custGeom>
                <a:avLst/>
                <a:gdLst>
                  <a:gd name="T0" fmla="*/ 425 w 9"/>
                  <a:gd name="T1" fmla="*/ 4544 h 11"/>
                  <a:gd name="T2" fmla="*/ 0 w 9"/>
                  <a:gd name="T3" fmla="*/ 775 h 11"/>
                  <a:gd name="T4" fmla="*/ 1931 w 9"/>
                  <a:gd name="T5" fmla="*/ 4099 h 11"/>
                  <a:gd name="T6" fmla="*/ 1039 w 9"/>
                  <a:gd name="T7" fmla="*/ 2433 h 11"/>
                  <a:gd name="T8" fmla="*/ 425 w 9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2" y="11"/>
                    </a:moveTo>
                    <a:cubicBezTo>
                      <a:pt x="3" y="7"/>
                      <a:pt x="1" y="3"/>
                      <a:pt x="0" y="2"/>
                    </a:cubicBezTo>
                    <a:cubicBezTo>
                      <a:pt x="3" y="0"/>
                      <a:pt x="8" y="2"/>
                      <a:pt x="9" y="10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4" y="7"/>
                      <a:pt x="3" y="9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1" name="Freeform 3296">
                <a:extLst>
                  <a:ext uri="{FF2B5EF4-FFF2-40B4-BE49-F238E27FC236}">
                    <a16:creationId xmlns:a16="http://schemas.microsoft.com/office/drawing/2014/main" id="{FC01B79C-04BA-4DDD-94BC-79317E93B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965"/>
                <a:ext cx="22" cy="30"/>
              </a:xfrm>
              <a:custGeom>
                <a:avLst/>
                <a:gdLst>
                  <a:gd name="T0" fmla="*/ 425 w 9"/>
                  <a:gd name="T1" fmla="*/ 4544 h 11"/>
                  <a:gd name="T2" fmla="*/ 0 w 9"/>
                  <a:gd name="T3" fmla="*/ 775 h 11"/>
                  <a:gd name="T4" fmla="*/ 1931 w 9"/>
                  <a:gd name="T5" fmla="*/ 4099 h 11"/>
                  <a:gd name="T6" fmla="*/ 860 w 9"/>
                  <a:gd name="T7" fmla="*/ 2433 h 11"/>
                  <a:gd name="T8" fmla="*/ 425 w 9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2" y="11"/>
                    </a:moveTo>
                    <a:cubicBezTo>
                      <a:pt x="3" y="7"/>
                      <a:pt x="1" y="2"/>
                      <a:pt x="0" y="2"/>
                    </a:cubicBezTo>
                    <a:cubicBezTo>
                      <a:pt x="3" y="0"/>
                      <a:pt x="8" y="2"/>
                      <a:pt x="9" y="10"/>
                    </a:cubicBezTo>
                    <a:cubicBezTo>
                      <a:pt x="7" y="6"/>
                      <a:pt x="6" y="6"/>
                      <a:pt x="4" y="6"/>
                    </a:cubicBezTo>
                    <a:cubicBezTo>
                      <a:pt x="3" y="7"/>
                      <a:pt x="3" y="9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2" name="Freeform 3297">
                <a:extLst>
                  <a:ext uri="{FF2B5EF4-FFF2-40B4-BE49-F238E27FC236}">
                    <a16:creationId xmlns:a16="http://schemas.microsoft.com/office/drawing/2014/main" id="{73488797-0BBB-4B39-B7A7-02B579BB1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965"/>
                <a:ext cx="23" cy="30"/>
              </a:xfrm>
              <a:custGeom>
                <a:avLst/>
                <a:gdLst>
                  <a:gd name="T0" fmla="*/ 549 w 9"/>
                  <a:gd name="T1" fmla="*/ 4544 h 11"/>
                  <a:gd name="T2" fmla="*/ 0 w 9"/>
                  <a:gd name="T3" fmla="*/ 775 h 11"/>
                  <a:gd name="T4" fmla="*/ 2520 w 9"/>
                  <a:gd name="T5" fmla="*/ 4099 h 11"/>
                  <a:gd name="T6" fmla="*/ 1403 w 9"/>
                  <a:gd name="T7" fmla="*/ 2433 h 11"/>
                  <a:gd name="T8" fmla="*/ 549 w 9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2" y="11"/>
                    </a:moveTo>
                    <a:cubicBezTo>
                      <a:pt x="3" y="7"/>
                      <a:pt x="1" y="2"/>
                      <a:pt x="0" y="2"/>
                    </a:cubicBezTo>
                    <a:cubicBezTo>
                      <a:pt x="3" y="0"/>
                      <a:pt x="8" y="2"/>
                      <a:pt x="9" y="10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4" y="7"/>
                      <a:pt x="3" y="9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3" name="Freeform 3298">
                <a:extLst>
                  <a:ext uri="{FF2B5EF4-FFF2-40B4-BE49-F238E27FC236}">
                    <a16:creationId xmlns:a16="http://schemas.microsoft.com/office/drawing/2014/main" id="{F75E392E-150F-4B1E-8EC9-0CBB7E8D0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965"/>
                <a:ext cx="23" cy="30"/>
              </a:xfrm>
              <a:custGeom>
                <a:avLst/>
                <a:gdLst>
                  <a:gd name="T0" fmla="*/ 549 w 9"/>
                  <a:gd name="T1" fmla="*/ 4544 h 11"/>
                  <a:gd name="T2" fmla="*/ 0 w 9"/>
                  <a:gd name="T3" fmla="*/ 775 h 11"/>
                  <a:gd name="T4" fmla="*/ 2520 w 9"/>
                  <a:gd name="T5" fmla="*/ 4099 h 11"/>
                  <a:gd name="T6" fmla="*/ 1104 w 9"/>
                  <a:gd name="T7" fmla="*/ 2433 h 11"/>
                  <a:gd name="T8" fmla="*/ 549 w 9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2" y="11"/>
                    </a:moveTo>
                    <a:cubicBezTo>
                      <a:pt x="3" y="7"/>
                      <a:pt x="1" y="2"/>
                      <a:pt x="0" y="2"/>
                    </a:cubicBezTo>
                    <a:cubicBezTo>
                      <a:pt x="3" y="0"/>
                      <a:pt x="8" y="2"/>
                      <a:pt x="9" y="10"/>
                    </a:cubicBezTo>
                    <a:cubicBezTo>
                      <a:pt x="7" y="6"/>
                      <a:pt x="6" y="5"/>
                      <a:pt x="4" y="6"/>
                    </a:cubicBezTo>
                    <a:cubicBezTo>
                      <a:pt x="3" y="6"/>
                      <a:pt x="3" y="8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4" name="Freeform 3299">
                <a:extLst>
                  <a:ext uri="{FF2B5EF4-FFF2-40B4-BE49-F238E27FC236}">
                    <a16:creationId xmlns:a16="http://schemas.microsoft.com/office/drawing/2014/main" id="{9A67296B-33CD-4D81-A9A3-6F0897E2B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965"/>
                <a:ext cx="22" cy="30"/>
              </a:xfrm>
              <a:custGeom>
                <a:avLst/>
                <a:gdLst>
                  <a:gd name="T0" fmla="*/ 425 w 9"/>
                  <a:gd name="T1" fmla="*/ 4544 h 11"/>
                  <a:gd name="T2" fmla="*/ 0 w 9"/>
                  <a:gd name="T3" fmla="*/ 775 h 11"/>
                  <a:gd name="T4" fmla="*/ 1931 w 9"/>
                  <a:gd name="T5" fmla="*/ 4099 h 11"/>
                  <a:gd name="T6" fmla="*/ 1039 w 9"/>
                  <a:gd name="T7" fmla="*/ 2433 h 11"/>
                  <a:gd name="T8" fmla="*/ 425 w 9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2" y="11"/>
                    </a:moveTo>
                    <a:cubicBezTo>
                      <a:pt x="3" y="7"/>
                      <a:pt x="1" y="2"/>
                      <a:pt x="0" y="2"/>
                    </a:cubicBezTo>
                    <a:cubicBezTo>
                      <a:pt x="3" y="0"/>
                      <a:pt x="8" y="2"/>
                      <a:pt x="9" y="10"/>
                    </a:cubicBezTo>
                    <a:cubicBezTo>
                      <a:pt x="8" y="6"/>
                      <a:pt x="6" y="5"/>
                      <a:pt x="5" y="6"/>
                    </a:cubicBezTo>
                    <a:cubicBezTo>
                      <a:pt x="4" y="6"/>
                      <a:pt x="3" y="8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5" name="Freeform 3300">
                <a:extLst>
                  <a:ext uri="{FF2B5EF4-FFF2-40B4-BE49-F238E27FC236}">
                    <a16:creationId xmlns:a16="http://schemas.microsoft.com/office/drawing/2014/main" id="{FC63E683-8A97-411C-9F33-439BF66D2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965"/>
                <a:ext cx="22" cy="30"/>
              </a:xfrm>
              <a:custGeom>
                <a:avLst/>
                <a:gdLst>
                  <a:gd name="T0" fmla="*/ 425 w 9"/>
                  <a:gd name="T1" fmla="*/ 4544 h 11"/>
                  <a:gd name="T2" fmla="*/ 0 w 9"/>
                  <a:gd name="T3" fmla="*/ 447 h 11"/>
                  <a:gd name="T4" fmla="*/ 1931 w 9"/>
                  <a:gd name="T5" fmla="*/ 4099 h 11"/>
                  <a:gd name="T6" fmla="*/ 860 w 9"/>
                  <a:gd name="T7" fmla="*/ 2433 h 11"/>
                  <a:gd name="T8" fmla="*/ 425 w 9"/>
                  <a:gd name="T9" fmla="*/ 45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2" y="11"/>
                    </a:moveTo>
                    <a:cubicBezTo>
                      <a:pt x="3" y="7"/>
                      <a:pt x="1" y="2"/>
                      <a:pt x="0" y="1"/>
                    </a:cubicBezTo>
                    <a:cubicBezTo>
                      <a:pt x="3" y="0"/>
                      <a:pt x="8" y="1"/>
                      <a:pt x="9" y="10"/>
                    </a:cubicBezTo>
                    <a:cubicBezTo>
                      <a:pt x="7" y="6"/>
                      <a:pt x="6" y="5"/>
                      <a:pt x="4" y="6"/>
                    </a:cubicBezTo>
                    <a:cubicBezTo>
                      <a:pt x="3" y="6"/>
                      <a:pt x="3" y="8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6" name="Freeform 3301">
                <a:extLst>
                  <a:ext uri="{FF2B5EF4-FFF2-40B4-BE49-F238E27FC236}">
                    <a16:creationId xmlns:a16="http://schemas.microsoft.com/office/drawing/2014/main" id="{CAD5CFC4-AA57-441B-BA9A-0C4B1B62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965"/>
                <a:ext cx="23" cy="27"/>
              </a:xfrm>
              <a:custGeom>
                <a:avLst/>
                <a:gdLst>
                  <a:gd name="T0" fmla="*/ 549 w 9"/>
                  <a:gd name="T1" fmla="*/ 3877 h 10"/>
                  <a:gd name="T2" fmla="*/ 0 w 9"/>
                  <a:gd name="T3" fmla="*/ 429 h 10"/>
                  <a:gd name="T4" fmla="*/ 2520 w 9"/>
                  <a:gd name="T5" fmla="*/ 3464 h 10"/>
                  <a:gd name="T6" fmla="*/ 1403 w 9"/>
                  <a:gd name="T7" fmla="*/ 2282 h 10"/>
                  <a:gd name="T8" fmla="*/ 549 w 9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2" y="10"/>
                    </a:moveTo>
                    <a:cubicBezTo>
                      <a:pt x="3" y="7"/>
                      <a:pt x="1" y="2"/>
                      <a:pt x="0" y="1"/>
                    </a:cubicBezTo>
                    <a:cubicBezTo>
                      <a:pt x="3" y="0"/>
                      <a:pt x="8" y="1"/>
                      <a:pt x="9" y="9"/>
                    </a:cubicBezTo>
                    <a:cubicBezTo>
                      <a:pt x="8" y="6"/>
                      <a:pt x="6" y="5"/>
                      <a:pt x="5" y="6"/>
                    </a:cubicBezTo>
                    <a:cubicBezTo>
                      <a:pt x="4" y="6"/>
                      <a:pt x="3" y="8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7" name="Freeform 3302">
                <a:extLst>
                  <a:ext uri="{FF2B5EF4-FFF2-40B4-BE49-F238E27FC236}">
                    <a16:creationId xmlns:a16="http://schemas.microsoft.com/office/drawing/2014/main" id="{B4912ADC-6E4A-49CC-8D0E-27270A678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923"/>
                <a:ext cx="130" cy="141"/>
              </a:xfrm>
              <a:custGeom>
                <a:avLst/>
                <a:gdLst>
                  <a:gd name="T0" fmla="*/ 6375 w 52"/>
                  <a:gd name="T1" fmla="*/ 396 h 53"/>
                  <a:gd name="T2" fmla="*/ 0 w 52"/>
                  <a:gd name="T3" fmla="*/ 9617 h 53"/>
                  <a:gd name="T4" fmla="*/ 6375 w 52"/>
                  <a:gd name="T5" fmla="*/ 18790 h 53"/>
                  <a:gd name="T6" fmla="*/ 12708 w 52"/>
                  <a:gd name="T7" fmla="*/ 9229 h 53"/>
                  <a:gd name="T8" fmla="*/ 6375 w 52"/>
                  <a:gd name="T9" fmla="*/ 396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3">
                    <a:moveTo>
                      <a:pt x="26" y="1"/>
                    </a:moveTo>
                    <a:cubicBezTo>
                      <a:pt x="11" y="1"/>
                      <a:pt x="0" y="12"/>
                      <a:pt x="0" y="27"/>
                    </a:cubicBezTo>
                    <a:cubicBezTo>
                      <a:pt x="0" y="41"/>
                      <a:pt x="12" y="53"/>
                      <a:pt x="26" y="53"/>
                    </a:cubicBezTo>
                    <a:cubicBezTo>
                      <a:pt x="40" y="52"/>
                      <a:pt x="52" y="41"/>
                      <a:pt x="52" y="26"/>
                    </a:cubicBezTo>
                    <a:cubicBezTo>
                      <a:pt x="52" y="12"/>
                      <a:pt x="40" y="0"/>
                      <a:pt x="26" y="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8" name="Freeform 3303">
                <a:extLst>
                  <a:ext uri="{FF2B5EF4-FFF2-40B4-BE49-F238E27FC236}">
                    <a16:creationId xmlns:a16="http://schemas.microsoft.com/office/drawing/2014/main" id="{A3A57A47-1CA9-453E-9E11-5B0545203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963"/>
                <a:ext cx="25" cy="58"/>
              </a:xfrm>
              <a:custGeom>
                <a:avLst/>
                <a:gdLst>
                  <a:gd name="T0" fmla="*/ 783 w 10"/>
                  <a:gd name="T1" fmla="*/ 3662 h 22"/>
                  <a:gd name="T2" fmla="*/ 0 w 10"/>
                  <a:gd name="T3" fmla="*/ 0 h 22"/>
                  <a:gd name="T4" fmla="*/ 313 w 10"/>
                  <a:gd name="T5" fmla="*/ 0 h 22"/>
                  <a:gd name="T6" fmla="*/ 2470 w 10"/>
                  <a:gd name="T7" fmla="*/ 3662 h 22"/>
                  <a:gd name="T8" fmla="*/ 313 w 10"/>
                  <a:gd name="T9" fmla="*/ 7382 h 22"/>
                  <a:gd name="T10" fmla="*/ 313 w 10"/>
                  <a:gd name="T11" fmla="*/ 7382 h 22"/>
                  <a:gd name="T12" fmla="*/ 783 w 10"/>
                  <a:gd name="T13" fmla="*/ 36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2">
                    <a:moveTo>
                      <a:pt x="3" y="11"/>
                    </a:moveTo>
                    <a:cubicBezTo>
                      <a:pt x="3" y="7"/>
                      <a:pt x="2" y="4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6" y="0"/>
                      <a:pt x="10" y="5"/>
                      <a:pt x="10" y="11"/>
                    </a:cubicBezTo>
                    <a:cubicBezTo>
                      <a:pt x="10" y="17"/>
                      <a:pt x="6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19"/>
                      <a:pt x="3" y="15"/>
                      <a:pt x="3" y="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9" name="Freeform 3304">
                <a:extLst>
                  <a:ext uri="{FF2B5EF4-FFF2-40B4-BE49-F238E27FC236}">
                    <a16:creationId xmlns:a16="http://schemas.microsoft.com/office/drawing/2014/main" id="{77D573C7-BBAF-4365-9A02-238824474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963"/>
                <a:ext cx="38" cy="58"/>
              </a:xfrm>
              <a:custGeom>
                <a:avLst/>
                <a:gdLst>
                  <a:gd name="T0" fmla="*/ 327 w 15"/>
                  <a:gd name="T1" fmla="*/ 6762 h 22"/>
                  <a:gd name="T2" fmla="*/ 1026 w 15"/>
                  <a:gd name="T3" fmla="*/ 3662 h 22"/>
                  <a:gd name="T4" fmla="*/ 0 w 15"/>
                  <a:gd name="T5" fmla="*/ 1007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327 w 15"/>
                  <a:gd name="T13" fmla="*/ 67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1" y="20"/>
                    </a:moveTo>
                    <a:cubicBezTo>
                      <a:pt x="3" y="18"/>
                      <a:pt x="4" y="15"/>
                      <a:pt x="4" y="11"/>
                    </a:cubicBezTo>
                    <a:cubicBezTo>
                      <a:pt x="4" y="8"/>
                      <a:pt x="2" y="5"/>
                      <a:pt x="0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1" y="2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0" name="Freeform 3305">
                <a:extLst>
                  <a:ext uri="{FF2B5EF4-FFF2-40B4-BE49-F238E27FC236}">
                    <a16:creationId xmlns:a16="http://schemas.microsoft.com/office/drawing/2014/main" id="{30C09DF9-4AE2-4C3E-92E6-75DCD441C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963"/>
                <a:ext cx="38" cy="58"/>
              </a:xfrm>
              <a:custGeom>
                <a:avLst/>
                <a:gdLst>
                  <a:gd name="T0" fmla="*/ 0 w 15"/>
                  <a:gd name="T1" fmla="*/ 6762 h 22"/>
                  <a:gd name="T2" fmla="*/ 828 w 15"/>
                  <a:gd name="T3" fmla="*/ 3662 h 22"/>
                  <a:gd name="T4" fmla="*/ 0 w 15"/>
                  <a:gd name="T5" fmla="*/ 1007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7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20"/>
                    </a:moveTo>
                    <a:cubicBezTo>
                      <a:pt x="2" y="18"/>
                      <a:pt x="3" y="15"/>
                      <a:pt x="3" y="11"/>
                    </a:cubicBezTo>
                    <a:cubicBezTo>
                      <a:pt x="3" y="8"/>
                      <a:pt x="2" y="5"/>
                      <a:pt x="0" y="3"/>
                    </a:cubicBezTo>
                    <a:cubicBezTo>
                      <a:pt x="1" y="1"/>
                      <a:pt x="3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1" name="Freeform 3306">
                <a:extLst>
                  <a:ext uri="{FF2B5EF4-FFF2-40B4-BE49-F238E27FC236}">
                    <a16:creationId xmlns:a16="http://schemas.microsoft.com/office/drawing/2014/main" id="{D1E0A69F-B604-49A7-A0DB-14CED9BDC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963"/>
                <a:ext cx="37" cy="58"/>
              </a:xfrm>
              <a:custGeom>
                <a:avLst/>
                <a:gdLst>
                  <a:gd name="T0" fmla="*/ 183 w 15"/>
                  <a:gd name="T1" fmla="*/ 6762 h 22"/>
                  <a:gd name="T2" fmla="*/ 930 w 15"/>
                  <a:gd name="T3" fmla="*/ 3662 h 22"/>
                  <a:gd name="T4" fmla="*/ 0 w 15"/>
                  <a:gd name="T5" fmla="*/ 1007 h 22"/>
                  <a:gd name="T6" fmla="*/ 1364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183 w 15"/>
                  <a:gd name="T13" fmla="*/ 67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1" y="20"/>
                    </a:moveTo>
                    <a:cubicBezTo>
                      <a:pt x="3" y="18"/>
                      <a:pt x="4" y="15"/>
                      <a:pt x="4" y="11"/>
                    </a:cubicBezTo>
                    <a:cubicBezTo>
                      <a:pt x="4" y="8"/>
                      <a:pt x="2" y="5"/>
                      <a:pt x="0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1" y="2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2" name="Freeform 3307">
                <a:extLst>
                  <a:ext uri="{FF2B5EF4-FFF2-40B4-BE49-F238E27FC236}">
                    <a16:creationId xmlns:a16="http://schemas.microsoft.com/office/drawing/2014/main" id="{1FCA54EA-C70B-4D3C-8FDB-5F86E14C5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63"/>
                <a:ext cx="37" cy="58"/>
              </a:xfrm>
              <a:custGeom>
                <a:avLst/>
                <a:gdLst>
                  <a:gd name="T0" fmla="*/ 0 w 15"/>
                  <a:gd name="T1" fmla="*/ 6762 h 22"/>
                  <a:gd name="T2" fmla="*/ 634 w 15"/>
                  <a:gd name="T3" fmla="*/ 3662 h 22"/>
                  <a:gd name="T4" fmla="*/ 0 w 15"/>
                  <a:gd name="T5" fmla="*/ 1007 h 22"/>
                  <a:gd name="T6" fmla="*/ 1364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0 w 15"/>
                  <a:gd name="T13" fmla="*/ 67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20"/>
                    </a:moveTo>
                    <a:cubicBezTo>
                      <a:pt x="2" y="18"/>
                      <a:pt x="3" y="15"/>
                      <a:pt x="3" y="11"/>
                    </a:cubicBezTo>
                    <a:cubicBezTo>
                      <a:pt x="3" y="8"/>
                      <a:pt x="2" y="5"/>
                      <a:pt x="0" y="3"/>
                    </a:cubicBezTo>
                    <a:cubicBezTo>
                      <a:pt x="1" y="1"/>
                      <a:pt x="3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2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3" name="Freeform 3308">
                <a:extLst>
                  <a:ext uri="{FF2B5EF4-FFF2-40B4-BE49-F238E27FC236}">
                    <a16:creationId xmlns:a16="http://schemas.microsoft.com/office/drawing/2014/main" id="{BC24EEC7-C8B2-42E0-9D8B-0341DE35B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963"/>
                <a:ext cx="38" cy="58"/>
              </a:xfrm>
              <a:custGeom>
                <a:avLst/>
                <a:gdLst>
                  <a:gd name="T0" fmla="*/ 327 w 15"/>
                  <a:gd name="T1" fmla="*/ 6762 h 22"/>
                  <a:gd name="T2" fmla="*/ 1026 w 15"/>
                  <a:gd name="T3" fmla="*/ 3662 h 22"/>
                  <a:gd name="T4" fmla="*/ 0 w 15"/>
                  <a:gd name="T5" fmla="*/ 1007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327 w 15"/>
                  <a:gd name="T13" fmla="*/ 676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1" y="20"/>
                    </a:moveTo>
                    <a:cubicBezTo>
                      <a:pt x="3" y="18"/>
                      <a:pt x="4" y="14"/>
                      <a:pt x="4" y="11"/>
                    </a:cubicBezTo>
                    <a:cubicBezTo>
                      <a:pt x="4" y="8"/>
                      <a:pt x="2" y="5"/>
                      <a:pt x="0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1" y="2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4" name="Freeform 3309">
                <a:extLst>
                  <a:ext uri="{FF2B5EF4-FFF2-40B4-BE49-F238E27FC236}">
                    <a16:creationId xmlns:a16="http://schemas.microsoft.com/office/drawing/2014/main" id="{CCB4B8F6-9961-4924-8FD2-4FF18CA45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963"/>
                <a:ext cx="38" cy="58"/>
              </a:xfrm>
              <a:custGeom>
                <a:avLst/>
                <a:gdLst>
                  <a:gd name="T0" fmla="*/ 0 w 15"/>
                  <a:gd name="T1" fmla="*/ 6375 h 22"/>
                  <a:gd name="T2" fmla="*/ 828 w 15"/>
                  <a:gd name="T3" fmla="*/ 3662 h 22"/>
                  <a:gd name="T4" fmla="*/ 0 w 15"/>
                  <a:gd name="T5" fmla="*/ 1007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8"/>
                      <a:pt x="2" y="5"/>
                      <a:pt x="0" y="3"/>
                    </a:cubicBezTo>
                    <a:cubicBezTo>
                      <a:pt x="2" y="1"/>
                      <a:pt x="3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5" name="Freeform 3310">
                <a:extLst>
                  <a:ext uri="{FF2B5EF4-FFF2-40B4-BE49-F238E27FC236}">
                    <a16:creationId xmlns:a16="http://schemas.microsoft.com/office/drawing/2014/main" id="{920380FD-0585-4AE8-AB62-15F676743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963"/>
                <a:ext cx="37" cy="58"/>
              </a:xfrm>
              <a:custGeom>
                <a:avLst/>
                <a:gdLst>
                  <a:gd name="T0" fmla="*/ 183 w 15"/>
                  <a:gd name="T1" fmla="*/ 6375 h 22"/>
                  <a:gd name="T2" fmla="*/ 930 w 15"/>
                  <a:gd name="T3" fmla="*/ 3662 h 22"/>
                  <a:gd name="T4" fmla="*/ 0 w 15"/>
                  <a:gd name="T5" fmla="*/ 1007 h 22"/>
                  <a:gd name="T6" fmla="*/ 1364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183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1" y="19"/>
                    </a:moveTo>
                    <a:cubicBezTo>
                      <a:pt x="3" y="17"/>
                      <a:pt x="4" y="14"/>
                      <a:pt x="4" y="11"/>
                    </a:cubicBezTo>
                    <a:cubicBezTo>
                      <a:pt x="4" y="8"/>
                      <a:pt x="2" y="5"/>
                      <a:pt x="0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1" y="1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6" name="Freeform 3311">
                <a:extLst>
                  <a:ext uri="{FF2B5EF4-FFF2-40B4-BE49-F238E27FC236}">
                    <a16:creationId xmlns:a16="http://schemas.microsoft.com/office/drawing/2014/main" id="{3094A380-EBCD-4017-B6ED-8AE260230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963"/>
                <a:ext cx="37" cy="58"/>
              </a:xfrm>
              <a:custGeom>
                <a:avLst/>
                <a:gdLst>
                  <a:gd name="T0" fmla="*/ 0 w 15"/>
                  <a:gd name="T1" fmla="*/ 6375 h 22"/>
                  <a:gd name="T2" fmla="*/ 634 w 15"/>
                  <a:gd name="T3" fmla="*/ 3662 h 22"/>
                  <a:gd name="T4" fmla="*/ 0 w 15"/>
                  <a:gd name="T5" fmla="*/ 625 h 22"/>
                  <a:gd name="T6" fmla="*/ 1364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7" name="Freeform 3312">
                <a:extLst>
                  <a:ext uri="{FF2B5EF4-FFF2-40B4-BE49-F238E27FC236}">
                    <a16:creationId xmlns:a16="http://schemas.microsoft.com/office/drawing/2014/main" id="{C0932D08-1462-41CD-861C-31037A83C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963"/>
                <a:ext cx="35" cy="58"/>
              </a:xfrm>
              <a:custGeom>
                <a:avLst/>
                <a:gdLst>
                  <a:gd name="T0" fmla="*/ 0 w 14"/>
                  <a:gd name="T1" fmla="*/ 6375 h 22"/>
                  <a:gd name="T2" fmla="*/ 783 w 14"/>
                  <a:gd name="T3" fmla="*/ 3662 h 22"/>
                  <a:gd name="T4" fmla="*/ 0 w 14"/>
                  <a:gd name="T5" fmla="*/ 625 h 22"/>
                  <a:gd name="T6" fmla="*/ 1300 w 14"/>
                  <a:gd name="T7" fmla="*/ 0 h 22"/>
                  <a:gd name="T8" fmla="*/ 3438 w 14"/>
                  <a:gd name="T9" fmla="*/ 3662 h 22"/>
                  <a:gd name="T10" fmla="*/ 1300 w 14"/>
                  <a:gd name="T11" fmla="*/ 7382 h 22"/>
                  <a:gd name="T12" fmla="*/ 0 w 14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10" y="0"/>
                      <a:pt x="14" y="5"/>
                      <a:pt x="14" y="11"/>
                    </a:cubicBezTo>
                    <a:cubicBezTo>
                      <a:pt x="14" y="17"/>
                      <a:pt x="10" y="22"/>
                      <a:pt x="5" y="22"/>
                    </a:cubicBezTo>
                    <a:cubicBezTo>
                      <a:pt x="3" y="22"/>
                      <a:pt x="1" y="21"/>
                      <a:pt x="0" y="1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8" name="Freeform 3313">
                <a:extLst>
                  <a:ext uri="{FF2B5EF4-FFF2-40B4-BE49-F238E27FC236}">
                    <a16:creationId xmlns:a16="http://schemas.microsoft.com/office/drawing/2014/main" id="{601A6860-3C52-4F5F-88DF-D28F1D560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963"/>
                <a:ext cx="38" cy="58"/>
              </a:xfrm>
              <a:custGeom>
                <a:avLst/>
                <a:gdLst>
                  <a:gd name="T0" fmla="*/ 0 w 15"/>
                  <a:gd name="T1" fmla="*/ 6375 h 22"/>
                  <a:gd name="T2" fmla="*/ 828 w 15"/>
                  <a:gd name="T3" fmla="*/ 3662 h 22"/>
                  <a:gd name="T4" fmla="*/ 0 w 15"/>
                  <a:gd name="T5" fmla="*/ 625 h 22"/>
                  <a:gd name="T6" fmla="*/ 1561 w 15"/>
                  <a:gd name="T7" fmla="*/ 0 h 22"/>
                  <a:gd name="T8" fmla="*/ 3955 w 15"/>
                  <a:gd name="T9" fmla="*/ 3662 h 22"/>
                  <a:gd name="T10" fmla="*/ 1561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9" name="Freeform 3314">
                <a:extLst>
                  <a:ext uri="{FF2B5EF4-FFF2-40B4-BE49-F238E27FC236}">
                    <a16:creationId xmlns:a16="http://schemas.microsoft.com/office/drawing/2014/main" id="{D0BD3524-B3BB-4C09-A056-853C758C7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1963"/>
                <a:ext cx="35" cy="58"/>
              </a:xfrm>
              <a:custGeom>
                <a:avLst/>
                <a:gdLst>
                  <a:gd name="T0" fmla="*/ 0 w 14"/>
                  <a:gd name="T1" fmla="*/ 6375 h 22"/>
                  <a:gd name="T2" fmla="*/ 783 w 14"/>
                  <a:gd name="T3" fmla="*/ 3662 h 22"/>
                  <a:gd name="T4" fmla="*/ 0 w 14"/>
                  <a:gd name="T5" fmla="*/ 625 h 22"/>
                  <a:gd name="T6" fmla="*/ 1300 w 14"/>
                  <a:gd name="T7" fmla="*/ 0 h 22"/>
                  <a:gd name="T8" fmla="*/ 3438 w 14"/>
                  <a:gd name="T9" fmla="*/ 3662 h 22"/>
                  <a:gd name="T10" fmla="*/ 1300 w 14"/>
                  <a:gd name="T11" fmla="*/ 7382 h 22"/>
                  <a:gd name="T12" fmla="*/ 0 w 14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10" y="0"/>
                      <a:pt x="14" y="5"/>
                      <a:pt x="14" y="11"/>
                    </a:cubicBezTo>
                    <a:cubicBezTo>
                      <a:pt x="14" y="17"/>
                      <a:pt x="10" y="22"/>
                      <a:pt x="5" y="22"/>
                    </a:cubicBezTo>
                    <a:cubicBezTo>
                      <a:pt x="3" y="22"/>
                      <a:pt x="1" y="21"/>
                      <a:pt x="0" y="1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0" name="Freeform 3315">
                <a:extLst>
                  <a:ext uri="{FF2B5EF4-FFF2-40B4-BE49-F238E27FC236}">
                    <a16:creationId xmlns:a16="http://schemas.microsoft.com/office/drawing/2014/main" id="{9839CDB6-1FA0-4EF9-BAF9-D182AE490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963"/>
                <a:ext cx="37" cy="58"/>
              </a:xfrm>
              <a:custGeom>
                <a:avLst/>
                <a:gdLst>
                  <a:gd name="T0" fmla="*/ 0 w 15"/>
                  <a:gd name="T1" fmla="*/ 6375 h 22"/>
                  <a:gd name="T2" fmla="*/ 634 w 15"/>
                  <a:gd name="T3" fmla="*/ 3662 h 22"/>
                  <a:gd name="T4" fmla="*/ 0 w 15"/>
                  <a:gd name="T5" fmla="*/ 625 h 22"/>
                  <a:gd name="T6" fmla="*/ 1364 w 15"/>
                  <a:gd name="T7" fmla="*/ 0 h 22"/>
                  <a:gd name="T8" fmla="*/ 3365 w 15"/>
                  <a:gd name="T9" fmla="*/ 3662 h 22"/>
                  <a:gd name="T10" fmla="*/ 1364 w 15"/>
                  <a:gd name="T11" fmla="*/ 7382 h 22"/>
                  <a:gd name="T12" fmla="*/ 0 w 15"/>
                  <a:gd name="T13" fmla="*/ 637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9"/>
                    </a:moveTo>
                    <a:cubicBezTo>
                      <a:pt x="2" y="17"/>
                      <a:pt x="3" y="14"/>
                      <a:pt x="3" y="11"/>
                    </a:cubicBezTo>
                    <a:cubicBezTo>
                      <a:pt x="3" y="7"/>
                      <a:pt x="2" y="4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4"/>
                      <a:pt x="15" y="11"/>
                    </a:cubicBezTo>
                    <a:cubicBezTo>
                      <a:pt x="15" y="17"/>
                      <a:pt x="11" y="22"/>
                      <a:pt x="6" y="22"/>
                    </a:cubicBezTo>
                    <a:cubicBezTo>
                      <a:pt x="4" y="22"/>
                      <a:pt x="2" y="21"/>
                      <a:pt x="0" y="1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1" name="Oval 3316">
                <a:extLst>
                  <a:ext uri="{FF2B5EF4-FFF2-40B4-BE49-F238E27FC236}">
                    <a16:creationId xmlns:a16="http://schemas.microsoft.com/office/drawing/2014/main" id="{C6663A40-759E-4D99-BA43-60681E996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747"/>
                <a:ext cx="130" cy="138"/>
              </a:xfrm>
              <a:prstGeom prst="ellipse">
                <a:avLst/>
              </a:pr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2" name="Oval 3317">
                <a:extLst>
                  <a:ext uri="{FF2B5EF4-FFF2-40B4-BE49-F238E27FC236}">
                    <a16:creationId xmlns:a16="http://schemas.microsoft.com/office/drawing/2014/main" id="{27D974C6-C5E6-49BE-97E8-D43AB108F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947"/>
                <a:ext cx="55" cy="58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3" name="Oval 3318">
                <a:extLst>
                  <a:ext uri="{FF2B5EF4-FFF2-40B4-BE49-F238E27FC236}">
                    <a16:creationId xmlns:a16="http://schemas.microsoft.com/office/drawing/2014/main" id="{948A4FCB-D44C-48A7-9E83-91F2F143B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005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4" name="Oval 3319">
                <a:extLst>
                  <a:ext uri="{FF2B5EF4-FFF2-40B4-BE49-F238E27FC236}">
                    <a16:creationId xmlns:a16="http://schemas.microsoft.com/office/drawing/2014/main" id="{8595CC58-CFAF-41EF-8D8B-D7B9FCEB7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064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5" name="Oval 3320">
                <a:extLst>
                  <a:ext uri="{FF2B5EF4-FFF2-40B4-BE49-F238E27FC236}">
                    <a16:creationId xmlns:a16="http://schemas.microsoft.com/office/drawing/2014/main" id="{17CECE17-6E02-44CB-9943-6C0B13074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123"/>
                <a:ext cx="55" cy="58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6" name="Oval 3321">
                <a:extLst>
                  <a:ext uri="{FF2B5EF4-FFF2-40B4-BE49-F238E27FC236}">
                    <a16:creationId xmlns:a16="http://schemas.microsoft.com/office/drawing/2014/main" id="{016C0403-2884-4EE0-8056-5D493A5A4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181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7" name="Oval 3322">
                <a:extLst>
                  <a:ext uri="{FF2B5EF4-FFF2-40B4-BE49-F238E27FC236}">
                    <a16:creationId xmlns:a16="http://schemas.microsoft.com/office/drawing/2014/main" id="{22C59D6C-4F51-4F32-B2A9-35D42A4CE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240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8" name="Oval 3323">
                <a:extLst>
                  <a:ext uri="{FF2B5EF4-FFF2-40B4-BE49-F238E27FC236}">
                    <a16:creationId xmlns:a16="http://schemas.microsoft.com/office/drawing/2014/main" id="{2D219171-64F7-4DF8-BC83-22B3B8331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299"/>
                <a:ext cx="55" cy="58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9" name="Oval 3324">
                <a:extLst>
                  <a:ext uri="{FF2B5EF4-FFF2-40B4-BE49-F238E27FC236}">
                    <a16:creationId xmlns:a16="http://schemas.microsoft.com/office/drawing/2014/main" id="{21B47137-9BCB-4BC2-8B22-1323F5F9E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357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0" name="Oval 3325">
                <a:extLst>
                  <a:ext uri="{FF2B5EF4-FFF2-40B4-BE49-F238E27FC236}">
                    <a16:creationId xmlns:a16="http://schemas.microsoft.com/office/drawing/2014/main" id="{5B377E2A-B576-4C5E-AC7D-A92DBDCA0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416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1" name="Oval 3326">
                <a:extLst>
                  <a:ext uri="{FF2B5EF4-FFF2-40B4-BE49-F238E27FC236}">
                    <a16:creationId xmlns:a16="http://schemas.microsoft.com/office/drawing/2014/main" id="{01012448-B413-4209-AA40-3D4E97039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" y="763"/>
                <a:ext cx="70" cy="74"/>
              </a:xfrm>
              <a:prstGeom prst="ellipse">
                <a:avLst/>
              </a:pr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2" name="Oval 3327">
                <a:extLst>
                  <a:ext uri="{FF2B5EF4-FFF2-40B4-BE49-F238E27FC236}">
                    <a16:creationId xmlns:a16="http://schemas.microsoft.com/office/drawing/2014/main" id="{5026E09A-5CAC-4F27-8A5D-6C349367F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779"/>
                <a:ext cx="25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3" name="Oval 3328">
                <a:extLst>
                  <a:ext uri="{FF2B5EF4-FFF2-40B4-BE49-F238E27FC236}">
                    <a16:creationId xmlns:a16="http://schemas.microsoft.com/office/drawing/2014/main" id="{38B4E13C-70A6-407A-8B55-6B2587936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957"/>
                <a:ext cx="30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4" name="Oval 3329">
                <a:extLst>
                  <a:ext uri="{FF2B5EF4-FFF2-40B4-BE49-F238E27FC236}">
                    <a16:creationId xmlns:a16="http://schemas.microsoft.com/office/drawing/2014/main" id="{533B89FF-E547-44A7-A6DF-D9B9210AB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96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5" name="Oval 3330">
                <a:extLst>
                  <a:ext uri="{FF2B5EF4-FFF2-40B4-BE49-F238E27FC236}">
                    <a16:creationId xmlns:a16="http://schemas.microsoft.com/office/drawing/2014/main" id="{5FC81307-6729-4B91-B9DF-DF138952D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016"/>
                <a:ext cx="30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6" name="Oval 3331">
                <a:extLst>
                  <a:ext uri="{FF2B5EF4-FFF2-40B4-BE49-F238E27FC236}">
                    <a16:creationId xmlns:a16="http://schemas.microsoft.com/office/drawing/2014/main" id="{536774C4-DBE9-46DA-964A-A4E798B11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02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7" name="Oval 3332">
                <a:extLst>
                  <a:ext uri="{FF2B5EF4-FFF2-40B4-BE49-F238E27FC236}">
                    <a16:creationId xmlns:a16="http://schemas.microsoft.com/office/drawing/2014/main" id="{6FFEE552-F4FB-4B47-BDF8-DEA2A3257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077"/>
                <a:ext cx="30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8" name="Oval 3333">
                <a:extLst>
                  <a:ext uri="{FF2B5EF4-FFF2-40B4-BE49-F238E27FC236}">
                    <a16:creationId xmlns:a16="http://schemas.microsoft.com/office/drawing/2014/main" id="{C8B29285-C91D-4AA0-9C1C-D925E1016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08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9" name="Oval 3334">
                <a:extLst>
                  <a:ext uri="{FF2B5EF4-FFF2-40B4-BE49-F238E27FC236}">
                    <a16:creationId xmlns:a16="http://schemas.microsoft.com/office/drawing/2014/main" id="{3AD7F83B-6F1D-40BA-AA54-ADA551F84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139"/>
                <a:ext cx="30" cy="29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0" name="Oval 3335">
                <a:extLst>
                  <a:ext uri="{FF2B5EF4-FFF2-40B4-BE49-F238E27FC236}">
                    <a16:creationId xmlns:a16="http://schemas.microsoft.com/office/drawing/2014/main" id="{1FFCBB0F-3E40-4CD7-9865-58F99C22C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14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1" name="Oval 3336">
                <a:extLst>
                  <a:ext uri="{FF2B5EF4-FFF2-40B4-BE49-F238E27FC236}">
                    <a16:creationId xmlns:a16="http://schemas.microsoft.com/office/drawing/2014/main" id="{F1F45A78-0F28-4E16-A5DD-807C72C48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192"/>
                <a:ext cx="30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2" name="Oval 3337">
                <a:extLst>
                  <a:ext uri="{FF2B5EF4-FFF2-40B4-BE49-F238E27FC236}">
                    <a16:creationId xmlns:a16="http://schemas.microsoft.com/office/drawing/2014/main" id="{18C202C3-32EC-4DCB-B654-94AF43F16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19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3" name="Oval 3338">
                <a:extLst>
                  <a:ext uri="{FF2B5EF4-FFF2-40B4-BE49-F238E27FC236}">
                    <a16:creationId xmlns:a16="http://schemas.microsoft.com/office/drawing/2014/main" id="{AF9B6970-D8C6-4900-8995-28BE3F187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251"/>
                <a:ext cx="30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4" name="Oval 3339">
                <a:extLst>
                  <a:ext uri="{FF2B5EF4-FFF2-40B4-BE49-F238E27FC236}">
                    <a16:creationId xmlns:a16="http://schemas.microsoft.com/office/drawing/2014/main" id="{F86BA762-FB6F-4CE6-B240-59C58B90F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25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5" name="Oval 3340">
                <a:extLst>
                  <a:ext uri="{FF2B5EF4-FFF2-40B4-BE49-F238E27FC236}">
                    <a16:creationId xmlns:a16="http://schemas.microsoft.com/office/drawing/2014/main" id="{6A25D285-626D-48F5-B3BE-287D832FE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312"/>
                <a:ext cx="30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6" name="Oval 3341">
                <a:extLst>
                  <a:ext uri="{FF2B5EF4-FFF2-40B4-BE49-F238E27FC236}">
                    <a16:creationId xmlns:a16="http://schemas.microsoft.com/office/drawing/2014/main" id="{B0B45497-7559-4BC8-96D1-8E65A6E4C5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31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7" name="Oval 3342">
                <a:extLst>
                  <a:ext uri="{FF2B5EF4-FFF2-40B4-BE49-F238E27FC236}">
                    <a16:creationId xmlns:a16="http://schemas.microsoft.com/office/drawing/2014/main" id="{6FA377B2-6132-42AD-87E5-33B10A52E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371"/>
                <a:ext cx="30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8" name="Oval 3343">
                <a:extLst>
                  <a:ext uri="{FF2B5EF4-FFF2-40B4-BE49-F238E27FC236}">
                    <a16:creationId xmlns:a16="http://schemas.microsoft.com/office/drawing/2014/main" id="{1467E739-FF4D-4A20-8270-388BE6DFBF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37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9" name="Oval 3344">
                <a:extLst>
                  <a:ext uri="{FF2B5EF4-FFF2-40B4-BE49-F238E27FC236}">
                    <a16:creationId xmlns:a16="http://schemas.microsoft.com/office/drawing/2014/main" id="{004E48AB-C2D7-4A14-AC8A-56DD249C4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1424"/>
                <a:ext cx="30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0" name="Oval 3345">
                <a:extLst>
                  <a:ext uri="{FF2B5EF4-FFF2-40B4-BE49-F238E27FC236}">
                    <a16:creationId xmlns:a16="http://schemas.microsoft.com/office/drawing/2014/main" id="{5B690B02-FCAC-42BD-9401-F773B4926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43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1" name="Freeform 3346">
                <a:extLst>
                  <a:ext uri="{FF2B5EF4-FFF2-40B4-BE49-F238E27FC236}">
                    <a16:creationId xmlns:a16="http://schemas.microsoft.com/office/drawing/2014/main" id="{5A4CA531-D4FA-494D-8ED9-76B37BDDE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768"/>
                <a:ext cx="107" cy="104"/>
              </a:xfrm>
              <a:custGeom>
                <a:avLst/>
                <a:gdLst>
                  <a:gd name="T0" fmla="*/ 0 w 43"/>
                  <a:gd name="T1" fmla="*/ 9707 h 39"/>
                  <a:gd name="T2" fmla="*/ 4019 w 43"/>
                  <a:gd name="T3" fmla="*/ 12288 h 39"/>
                  <a:gd name="T4" fmla="*/ 9244 w 43"/>
                  <a:gd name="T5" fmla="*/ 3891 h 39"/>
                  <a:gd name="T6" fmla="*/ 8582 w 43"/>
                  <a:gd name="T7" fmla="*/ 0 h 39"/>
                  <a:gd name="T8" fmla="*/ 10197 w 43"/>
                  <a:gd name="T9" fmla="*/ 6067 h 39"/>
                  <a:gd name="T10" fmla="*/ 4947 w 43"/>
                  <a:gd name="T11" fmla="*/ 14016 h 39"/>
                  <a:gd name="T12" fmla="*/ 0 w 43"/>
                  <a:gd name="T13" fmla="*/ 970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9">
                    <a:moveTo>
                      <a:pt x="0" y="27"/>
                    </a:moveTo>
                    <a:cubicBezTo>
                      <a:pt x="8" y="33"/>
                      <a:pt x="11" y="34"/>
                      <a:pt x="17" y="34"/>
                    </a:cubicBezTo>
                    <a:cubicBezTo>
                      <a:pt x="32" y="34"/>
                      <a:pt x="39" y="23"/>
                      <a:pt x="39" y="11"/>
                    </a:cubicBezTo>
                    <a:cubicBezTo>
                      <a:pt x="39" y="7"/>
                      <a:pt x="37" y="3"/>
                      <a:pt x="36" y="0"/>
                    </a:cubicBezTo>
                    <a:cubicBezTo>
                      <a:pt x="40" y="4"/>
                      <a:pt x="43" y="10"/>
                      <a:pt x="43" y="17"/>
                    </a:cubicBezTo>
                    <a:cubicBezTo>
                      <a:pt x="43" y="29"/>
                      <a:pt x="33" y="39"/>
                      <a:pt x="21" y="39"/>
                    </a:cubicBezTo>
                    <a:cubicBezTo>
                      <a:pt x="12" y="39"/>
                      <a:pt x="4" y="34"/>
                      <a:pt x="0" y="27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2" name="Oval 3347">
                <a:extLst>
                  <a:ext uri="{FF2B5EF4-FFF2-40B4-BE49-F238E27FC236}">
                    <a16:creationId xmlns:a16="http://schemas.microsoft.com/office/drawing/2014/main" id="{BC2A417D-0E80-43C1-8D30-CF8FF22FA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747"/>
                <a:ext cx="130" cy="138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3" name="Oval 3348">
                <a:extLst>
                  <a:ext uri="{FF2B5EF4-FFF2-40B4-BE49-F238E27FC236}">
                    <a16:creationId xmlns:a16="http://schemas.microsoft.com/office/drawing/2014/main" id="{7309FED5-AAD5-4ABE-8F99-04D548111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947"/>
                <a:ext cx="55" cy="58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4" name="Oval 3349">
                <a:extLst>
                  <a:ext uri="{FF2B5EF4-FFF2-40B4-BE49-F238E27FC236}">
                    <a16:creationId xmlns:a16="http://schemas.microsoft.com/office/drawing/2014/main" id="{404F09F2-F9C9-4C71-A092-41135702F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888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5" name="Oval 3350">
                <a:extLst>
                  <a:ext uri="{FF2B5EF4-FFF2-40B4-BE49-F238E27FC236}">
                    <a16:creationId xmlns:a16="http://schemas.microsoft.com/office/drawing/2014/main" id="{181EF013-1701-4DF2-9071-D59D3BCB7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896"/>
                <a:ext cx="30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6" name="Oval 3351">
                <a:extLst>
                  <a:ext uri="{FF2B5EF4-FFF2-40B4-BE49-F238E27FC236}">
                    <a16:creationId xmlns:a16="http://schemas.microsoft.com/office/drawing/2014/main" id="{F92EDB40-0834-40BE-A8D7-431D38018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90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7" name="Oval 3352">
                <a:extLst>
                  <a:ext uri="{FF2B5EF4-FFF2-40B4-BE49-F238E27FC236}">
                    <a16:creationId xmlns:a16="http://schemas.microsoft.com/office/drawing/2014/main" id="{F786AC71-EAF7-4227-9DD3-E90F0C1F4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888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8" name="Oval 3353">
                <a:extLst>
                  <a:ext uri="{FF2B5EF4-FFF2-40B4-BE49-F238E27FC236}">
                    <a16:creationId xmlns:a16="http://schemas.microsoft.com/office/drawing/2014/main" id="{FCDF9CF8-3430-4C43-935F-6F6D6099B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005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9" name="Oval 3354">
                <a:extLst>
                  <a:ext uri="{FF2B5EF4-FFF2-40B4-BE49-F238E27FC236}">
                    <a16:creationId xmlns:a16="http://schemas.microsoft.com/office/drawing/2014/main" id="{748FD4D4-6EC7-4188-A4F0-6BBF3079F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064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0" name="Oval 3355">
                <a:extLst>
                  <a:ext uri="{FF2B5EF4-FFF2-40B4-BE49-F238E27FC236}">
                    <a16:creationId xmlns:a16="http://schemas.microsoft.com/office/drawing/2014/main" id="{40F24188-F913-4215-A355-A944416E5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123"/>
                <a:ext cx="55" cy="58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1" name="Oval 3356">
                <a:extLst>
                  <a:ext uri="{FF2B5EF4-FFF2-40B4-BE49-F238E27FC236}">
                    <a16:creationId xmlns:a16="http://schemas.microsoft.com/office/drawing/2014/main" id="{0EF596C7-9634-49B5-99A5-5CE6D0BA0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181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2" name="Oval 3357">
                <a:extLst>
                  <a:ext uri="{FF2B5EF4-FFF2-40B4-BE49-F238E27FC236}">
                    <a16:creationId xmlns:a16="http://schemas.microsoft.com/office/drawing/2014/main" id="{53612B11-F32F-41A3-AED9-D815F6229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240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3" name="Oval 3358">
                <a:extLst>
                  <a:ext uri="{FF2B5EF4-FFF2-40B4-BE49-F238E27FC236}">
                    <a16:creationId xmlns:a16="http://schemas.microsoft.com/office/drawing/2014/main" id="{7A980375-0899-4523-AC2B-638B4D011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299"/>
                <a:ext cx="55" cy="58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4" name="Oval 3359">
                <a:extLst>
                  <a:ext uri="{FF2B5EF4-FFF2-40B4-BE49-F238E27FC236}">
                    <a16:creationId xmlns:a16="http://schemas.microsoft.com/office/drawing/2014/main" id="{B54C3D16-8B77-423A-A865-83C3D0F75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357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5" name="Oval 3360">
                <a:extLst>
                  <a:ext uri="{FF2B5EF4-FFF2-40B4-BE49-F238E27FC236}">
                    <a16:creationId xmlns:a16="http://schemas.microsoft.com/office/drawing/2014/main" id="{8D5939C0-BD9D-459B-87C1-F7176A172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1416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6" name="Oval 3361">
                <a:extLst>
                  <a:ext uri="{FF2B5EF4-FFF2-40B4-BE49-F238E27FC236}">
                    <a16:creationId xmlns:a16="http://schemas.microsoft.com/office/drawing/2014/main" id="{4B66A89C-C89E-4B4E-A0F6-8E08A9015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3096"/>
                <a:ext cx="130" cy="139"/>
              </a:xfrm>
              <a:prstGeom prst="ellipse">
                <a:avLst/>
              </a:prstGeom>
              <a:solidFill>
                <a:srgbClr val="FFD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7" name="Oval 3362">
                <a:extLst>
                  <a:ext uri="{FF2B5EF4-FFF2-40B4-BE49-F238E27FC236}">
                    <a16:creationId xmlns:a16="http://schemas.microsoft.com/office/drawing/2014/main" id="{35CDA57E-3749-4F2E-BD30-CF98AA36A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2509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8" name="Oval 3363">
                <a:extLst>
                  <a:ext uri="{FF2B5EF4-FFF2-40B4-BE49-F238E27FC236}">
                    <a16:creationId xmlns:a16="http://schemas.microsoft.com/office/drawing/2014/main" id="{0113F4D4-63E1-45B5-A7B4-BCE9B75EB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2568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9" name="Oval 3364">
                <a:extLst>
                  <a:ext uri="{FF2B5EF4-FFF2-40B4-BE49-F238E27FC236}">
                    <a16:creationId xmlns:a16="http://schemas.microsoft.com/office/drawing/2014/main" id="{C94BC7EB-91F0-4027-B0B9-315DD5710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2627"/>
                <a:ext cx="55" cy="58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0" name="Oval 3365">
                <a:extLst>
                  <a:ext uri="{FF2B5EF4-FFF2-40B4-BE49-F238E27FC236}">
                    <a16:creationId xmlns:a16="http://schemas.microsoft.com/office/drawing/2014/main" id="{F603EF17-4A18-4112-AF35-4F2CCEB87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2685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1" name="Oval 3366">
                <a:extLst>
                  <a:ext uri="{FF2B5EF4-FFF2-40B4-BE49-F238E27FC236}">
                    <a16:creationId xmlns:a16="http://schemas.microsoft.com/office/drawing/2014/main" id="{04842301-3B14-46C6-9AA3-EBF6C5A4E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2741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2" name="Oval 3367">
                <a:extLst>
                  <a:ext uri="{FF2B5EF4-FFF2-40B4-BE49-F238E27FC236}">
                    <a16:creationId xmlns:a16="http://schemas.microsoft.com/office/drawing/2014/main" id="{F34530A3-21BE-4D6B-AC32-F075F54AE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2800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3" name="Oval 3368">
                <a:extLst>
                  <a:ext uri="{FF2B5EF4-FFF2-40B4-BE49-F238E27FC236}">
                    <a16:creationId xmlns:a16="http://schemas.microsoft.com/office/drawing/2014/main" id="{C7CB7A8F-4992-4A42-A442-9728B0008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2859"/>
                <a:ext cx="55" cy="58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4" name="Oval 3369">
                <a:extLst>
                  <a:ext uri="{FF2B5EF4-FFF2-40B4-BE49-F238E27FC236}">
                    <a16:creationId xmlns:a16="http://schemas.microsoft.com/office/drawing/2014/main" id="{0AC5FE06-D74C-4CA3-B915-FAA8AC39D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2917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5" name="Oval 3370">
                <a:extLst>
                  <a:ext uri="{FF2B5EF4-FFF2-40B4-BE49-F238E27FC236}">
                    <a16:creationId xmlns:a16="http://schemas.microsoft.com/office/drawing/2014/main" id="{1F24EA81-5D06-4028-9218-276B84C1F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2976"/>
                <a:ext cx="55" cy="59"/>
              </a:xfrm>
              <a:prstGeom prst="ellipse">
                <a:avLst/>
              </a:prstGeom>
              <a:solidFill>
                <a:srgbClr val="E8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6" name="Oval 3371">
                <a:extLst>
                  <a:ext uri="{FF2B5EF4-FFF2-40B4-BE49-F238E27FC236}">
                    <a16:creationId xmlns:a16="http://schemas.microsoft.com/office/drawing/2014/main" id="{42BDA57C-B8EC-4C3C-A6CE-B9228EA47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" y="3115"/>
                <a:ext cx="70" cy="72"/>
              </a:xfrm>
              <a:prstGeom prst="ellipse">
                <a:avLst/>
              </a:prstGeom>
              <a:solidFill>
                <a:srgbClr val="FFF1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7" name="Oval 3372">
                <a:extLst>
                  <a:ext uri="{FF2B5EF4-FFF2-40B4-BE49-F238E27FC236}">
                    <a16:creationId xmlns:a16="http://schemas.microsoft.com/office/drawing/2014/main" id="{AC325B5E-572E-458C-9B64-9FCF1F69E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3128"/>
                <a:ext cx="25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8" name="Oval 3373">
                <a:extLst>
                  <a:ext uri="{FF2B5EF4-FFF2-40B4-BE49-F238E27FC236}">
                    <a16:creationId xmlns:a16="http://schemas.microsoft.com/office/drawing/2014/main" id="{DC977A36-D651-4EA9-AE47-2A4408AAB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517"/>
                <a:ext cx="30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9" name="Oval 3374">
                <a:extLst>
                  <a:ext uri="{FF2B5EF4-FFF2-40B4-BE49-F238E27FC236}">
                    <a16:creationId xmlns:a16="http://schemas.microsoft.com/office/drawing/2014/main" id="{3759991F-5729-4915-A80B-D65D49C43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52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0" name="Oval 3375">
                <a:extLst>
                  <a:ext uri="{FF2B5EF4-FFF2-40B4-BE49-F238E27FC236}">
                    <a16:creationId xmlns:a16="http://schemas.microsoft.com/office/drawing/2014/main" id="{1BB2D3EA-A8E7-4F17-9C74-3F53ED7B1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579"/>
                <a:ext cx="30" cy="29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1" name="Oval 3376">
                <a:extLst>
                  <a:ext uri="{FF2B5EF4-FFF2-40B4-BE49-F238E27FC236}">
                    <a16:creationId xmlns:a16="http://schemas.microsoft.com/office/drawing/2014/main" id="{3C1E7188-E206-4A04-9082-A8F77CC3B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58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2" name="Oval 3377">
                <a:extLst>
                  <a:ext uri="{FF2B5EF4-FFF2-40B4-BE49-F238E27FC236}">
                    <a16:creationId xmlns:a16="http://schemas.microsoft.com/office/drawing/2014/main" id="{5C91A469-DCE3-4FC3-886C-35548F227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640"/>
                <a:ext cx="30" cy="29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3" name="Oval 3378">
                <a:extLst>
                  <a:ext uri="{FF2B5EF4-FFF2-40B4-BE49-F238E27FC236}">
                    <a16:creationId xmlns:a16="http://schemas.microsoft.com/office/drawing/2014/main" id="{77E2F298-42B7-4FB3-95A6-B84791D53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64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4" name="Oval 3379">
                <a:extLst>
                  <a:ext uri="{FF2B5EF4-FFF2-40B4-BE49-F238E27FC236}">
                    <a16:creationId xmlns:a16="http://schemas.microsoft.com/office/drawing/2014/main" id="{9D8680E5-F8A6-47EE-AA12-816AA4907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699"/>
                <a:ext cx="30" cy="29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5" name="Oval 3380">
                <a:extLst>
                  <a:ext uri="{FF2B5EF4-FFF2-40B4-BE49-F238E27FC236}">
                    <a16:creationId xmlns:a16="http://schemas.microsoft.com/office/drawing/2014/main" id="{8E82BE4A-47B0-445C-A7E7-CADE5075D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70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6" name="Oval 3381">
                <a:extLst>
                  <a:ext uri="{FF2B5EF4-FFF2-40B4-BE49-F238E27FC236}">
                    <a16:creationId xmlns:a16="http://schemas.microsoft.com/office/drawing/2014/main" id="{D302B208-75D7-4269-AB43-F18573AF4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752"/>
                <a:ext cx="30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7" name="Oval 3382">
                <a:extLst>
                  <a:ext uri="{FF2B5EF4-FFF2-40B4-BE49-F238E27FC236}">
                    <a16:creationId xmlns:a16="http://schemas.microsoft.com/office/drawing/2014/main" id="{9B30DD92-5DA2-4385-A9AE-ADBC94175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75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8" name="Oval 3383">
                <a:extLst>
                  <a:ext uri="{FF2B5EF4-FFF2-40B4-BE49-F238E27FC236}">
                    <a16:creationId xmlns:a16="http://schemas.microsoft.com/office/drawing/2014/main" id="{4A38A498-1B40-40E8-AA9E-C5912BB91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811"/>
                <a:ext cx="30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9" name="Oval 3384">
                <a:extLst>
                  <a:ext uri="{FF2B5EF4-FFF2-40B4-BE49-F238E27FC236}">
                    <a16:creationId xmlns:a16="http://schemas.microsoft.com/office/drawing/2014/main" id="{D5679CA0-F1F4-4359-9DAB-F0EBBDA5C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1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0" name="Oval 3385">
                <a:extLst>
                  <a:ext uri="{FF2B5EF4-FFF2-40B4-BE49-F238E27FC236}">
                    <a16:creationId xmlns:a16="http://schemas.microsoft.com/office/drawing/2014/main" id="{B5542980-E515-4AF7-B237-FA43E8D38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872"/>
                <a:ext cx="30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1" name="Oval 3386">
                <a:extLst>
                  <a:ext uri="{FF2B5EF4-FFF2-40B4-BE49-F238E27FC236}">
                    <a16:creationId xmlns:a16="http://schemas.microsoft.com/office/drawing/2014/main" id="{64086643-9EA5-421A-8207-4CFDE66FF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8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2" name="Oval 3387">
                <a:extLst>
                  <a:ext uri="{FF2B5EF4-FFF2-40B4-BE49-F238E27FC236}">
                    <a16:creationId xmlns:a16="http://schemas.microsoft.com/office/drawing/2014/main" id="{71453068-1D1B-477B-8F40-4CDE3FF38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933"/>
                <a:ext cx="30" cy="30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3" name="Oval 3388">
                <a:extLst>
                  <a:ext uri="{FF2B5EF4-FFF2-40B4-BE49-F238E27FC236}">
                    <a16:creationId xmlns:a16="http://schemas.microsoft.com/office/drawing/2014/main" id="{1E270D08-5519-4E5C-AA92-E7A44DA0B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93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4" name="Oval 3389">
                <a:extLst>
                  <a:ext uri="{FF2B5EF4-FFF2-40B4-BE49-F238E27FC236}">
                    <a16:creationId xmlns:a16="http://schemas.microsoft.com/office/drawing/2014/main" id="{FC1D0C7E-F3EB-477C-B4A8-E1F21D276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984"/>
                <a:ext cx="30" cy="32"/>
              </a:xfrm>
              <a:prstGeom prst="ellipse">
                <a:avLst/>
              </a:prstGeom>
              <a:solidFill>
                <a:srgbClr val="FA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5" name="Oval 3390">
                <a:extLst>
                  <a:ext uri="{FF2B5EF4-FFF2-40B4-BE49-F238E27FC236}">
                    <a16:creationId xmlns:a16="http://schemas.microsoft.com/office/drawing/2014/main" id="{F8AD9597-BE60-4006-B027-353096670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99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6" name="Freeform 3391">
                <a:extLst>
                  <a:ext uri="{FF2B5EF4-FFF2-40B4-BE49-F238E27FC236}">
                    <a16:creationId xmlns:a16="http://schemas.microsoft.com/office/drawing/2014/main" id="{90D5685D-BB69-44FF-A6CE-BFCB7FE07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3117"/>
                <a:ext cx="107" cy="107"/>
              </a:xfrm>
              <a:custGeom>
                <a:avLst/>
                <a:gdLst>
                  <a:gd name="T0" fmla="*/ 0 w 43"/>
                  <a:gd name="T1" fmla="*/ 9873 h 40"/>
                  <a:gd name="T2" fmla="*/ 4019 w 43"/>
                  <a:gd name="T3" fmla="*/ 12444 h 40"/>
                  <a:gd name="T4" fmla="*/ 9244 w 43"/>
                  <a:gd name="T5" fmla="*/ 3999 h 40"/>
                  <a:gd name="T6" fmla="*/ 8582 w 43"/>
                  <a:gd name="T7" fmla="*/ 0 h 40"/>
                  <a:gd name="T8" fmla="*/ 10197 w 43"/>
                  <a:gd name="T9" fmla="*/ 6147 h 40"/>
                  <a:gd name="T10" fmla="*/ 4947 w 43"/>
                  <a:gd name="T11" fmla="*/ 14640 h 40"/>
                  <a:gd name="T12" fmla="*/ 0 w 43"/>
                  <a:gd name="T13" fmla="*/ 987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0">
                    <a:moveTo>
                      <a:pt x="0" y="27"/>
                    </a:moveTo>
                    <a:cubicBezTo>
                      <a:pt x="8" y="34"/>
                      <a:pt x="11" y="34"/>
                      <a:pt x="17" y="34"/>
                    </a:cubicBezTo>
                    <a:cubicBezTo>
                      <a:pt x="32" y="34"/>
                      <a:pt x="39" y="24"/>
                      <a:pt x="39" y="11"/>
                    </a:cubicBezTo>
                    <a:cubicBezTo>
                      <a:pt x="39" y="8"/>
                      <a:pt x="37" y="3"/>
                      <a:pt x="36" y="0"/>
                    </a:cubicBezTo>
                    <a:cubicBezTo>
                      <a:pt x="40" y="4"/>
                      <a:pt x="43" y="10"/>
                      <a:pt x="43" y="17"/>
                    </a:cubicBezTo>
                    <a:cubicBezTo>
                      <a:pt x="43" y="30"/>
                      <a:pt x="33" y="40"/>
                      <a:pt x="21" y="40"/>
                    </a:cubicBezTo>
                    <a:cubicBezTo>
                      <a:pt x="12" y="40"/>
                      <a:pt x="4" y="35"/>
                      <a:pt x="0" y="27"/>
                    </a:cubicBezTo>
                    <a:close/>
                  </a:path>
                </a:pathLst>
              </a:custGeom>
              <a:solidFill>
                <a:srgbClr val="F8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7" name="Oval 3392">
                <a:extLst>
                  <a:ext uri="{FF2B5EF4-FFF2-40B4-BE49-F238E27FC236}">
                    <a16:creationId xmlns:a16="http://schemas.microsoft.com/office/drawing/2014/main" id="{E1591312-B345-42CA-85F2-3818D4844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3096"/>
                <a:ext cx="130" cy="13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8" name="Oval 3393">
                <a:extLst>
                  <a:ext uri="{FF2B5EF4-FFF2-40B4-BE49-F238E27FC236}">
                    <a16:creationId xmlns:a16="http://schemas.microsoft.com/office/drawing/2014/main" id="{4E769D5C-6203-4A66-A205-AA1DB7358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2509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9" name="Oval 3394">
                <a:extLst>
                  <a:ext uri="{FF2B5EF4-FFF2-40B4-BE49-F238E27FC236}">
                    <a16:creationId xmlns:a16="http://schemas.microsoft.com/office/drawing/2014/main" id="{007DD736-3541-4F68-8007-02FE3D24A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2568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0" name="Oval 3395">
                <a:extLst>
                  <a:ext uri="{FF2B5EF4-FFF2-40B4-BE49-F238E27FC236}">
                    <a16:creationId xmlns:a16="http://schemas.microsoft.com/office/drawing/2014/main" id="{D1D351D6-5B30-45EB-9C17-9F60C5919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2627"/>
                <a:ext cx="55" cy="58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1" name="Oval 3396">
                <a:extLst>
                  <a:ext uri="{FF2B5EF4-FFF2-40B4-BE49-F238E27FC236}">
                    <a16:creationId xmlns:a16="http://schemas.microsoft.com/office/drawing/2014/main" id="{687954B7-79BF-42D9-B1B9-123E1B622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2685"/>
                <a:ext cx="55" cy="59"/>
              </a:xfrm>
              <a:prstGeom prst="ellips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8569" name="Oval 3397">
              <a:extLst>
                <a:ext uri="{FF2B5EF4-FFF2-40B4-BE49-F238E27FC236}">
                  <a16:creationId xmlns:a16="http://schemas.microsoft.com/office/drawing/2014/main" id="{D09100D4-6070-4161-88E4-A5AAA627B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2741"/>
              <a:ext cx="55" cy="59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0" name="Oval 3398">
              <a:extLst>
                <a:ext uri="{FF2B5EF4-FFF2-40B4-BE49-F238E27FC236}">
                  <a16:creationId xmlns:a16="http://schemas.microsoft.com/office/drawing/2014/main" id="{E1A3EDB7-1664-4EAA-AA23-E7494760B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2800"/>
              <a:ext cx="55" cy="59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1" name="Oval 3399">
              <a:extLst>
                <a:ext uri="{FF2B5EF4-FFF2-40B4-BE49-F238E27FC236}">
                  <a16:creationId xmlns:a16="http://schemas.microsoft.com/office/drawing/2014/main" id="{2E3F0647-2FDB-4907-A52D-54E119AA8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2859"/>
              <a:ext cx="55" cy="58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2" name="Oval 3400">
              <a:extLst>
                <a:ext uri="{FF2B5EF4-FFF2-40B4-BE49-F238E27FC236}">
                  <a16:creationId xmlns:a16="http://schemas.microsoft.com/office/drawing/2014/main" id="{49988FD0-6AED-4E63-979F-C25B1FB8A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2917"/>
              <a:ext cx="55" cy="59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3" name="Oval 3401">
              <a:extLst>
                <a:ext uri="{FF2B5EF4-FFF2-40B4-BE49-F238E27FC236}">
                  <a16:creationId xmlns:a16="http://schemas.microsoft.com/office/drawing/2014/main" id="{8B826C73-0D67-4B37-BA0E-7E461F49A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2976"/>
              <a:ext cx="55" cy="59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4" name="Oval 3402">
              <a:extLst>
                <a:ext uri="{FF2B5EF4-FFF2-40B4-BE49-F238E27FC236}">
                  <a16:creationId xmlns:a16="http://schemas.microsoft.com/office/drawing/2014/main" id="{B259EAF0-C8CE-4C20-AA4C-85E8EACBE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3037"/>
              <a:ext cx="55" cy="59"/>
            </a:xfrm>
            <a:prstGeom prst="ellipse">
              <a:avLst/>
            </a:pr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5" name="Oval 3403">
              <a:extLst>
                <a:ext uri="{FF2B5EF4-FFF2-40B4-BE49-F238E27FC236}">
                  <a16:creationId xmlns:a16="http://schemas.microsoft.com/office/drawing/2014/main" id="{BB46EA89-6CB2-4FE0-A503-0BAA8989E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3045"/>
              <a:ext cx="30" cy="32"/>
            </a:xfrm>
            <a:prstGeom prst="ellipse">
              <a:avLst/>
            </a:prstGeom>
            <a:solidFill>
              <a:srgbClr val="F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6" name="Oval 3404">
              <a:extLst>
                <a:ext uri="{FF2B5EF4-FFF2-40B4-BE49-F238E27FC236}">
                  <a16:creationId xmlns:a16="http://schemas.microsoft.com/office/drawing/2014/main" id="{3D9DD695-F68C-4E95-9FB2-9BAB024E0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305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7" name="Oval 3405">
              <a:extLst>
                <a:ext uri="{FF2B5EF4-FFF2-40B4-BE49-F238E27FC236}">
                  <a16:creationId xmlns:a16="http://schemas.microsoft.com/office/drawing/2014/main" id="{338D7B67-7BF3-4680-8150-6D22CCBF6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3037"/>
              <a:ext cx="55" cy="59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78" name="Freeform 3406">
              <a:extLst>
                <a:ext uri="{FF2B5EF4-FFF2-40B4-BE49-F238E27FC236}">
                  <a16:creationId xmlns:a16="http://schemas.microsoft.com/office/drawing/2014/main" id="{E20637EC-DC2E-4A58-97F1-3468F99B3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1923"/>
              <a:ext cx="130" cy="141"/>
            </a:xfrm>
            <a:custGeom>
              <a:avLst/>
              <a:gdLst>
                <a:gd name="T0" fmla="*/ 0 w 52"/>
                <a:gd name="T1" fmla="*/ 9229 h 53"/>
                <a:gd name="T2" fmla="*/ 6375 w 52"/>
                <a:gd name="T3" fmla="*/ 396 h 53"/>
                <a:gd name="T4" fmla="*/ 12708 w 52"/>
                <a:gd name="T5" fmla="*/ 9617 h 53"/>
                <a:gd name="T6" fmla="*/ 6175 w 52"/>
                <a:gd name="T7" fmla="*/ 18790 h 53"/>
                <a:gd name="T8" fmla="*/ 0 w 52"/>
                <a:gd name="T9" fmla="*/ 9229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3">
                  <a:moveTo>
                    <a:pt x="0" y="26"/>
                  </a:moveTo>
                  <a:cubicBezTo>
                    <a:pt x="0" y="12"/>
                    <a:pt x="11" y="0"/>
                    <a:pt x="26" y="1"/>
                  </a:cubicBezTo>
                  <a:cubicBezTo>
                    <a:pt x="40" y="1"/>
                    <a:pt x="52" y="12"/>
                    <a:pt x="52" y="27"/>
                  </a:cubicBezTo>
                  <a:cubicBezTo>
                    <a:pt x="52" y="41"/>
                    <a:pt x="40" y="53"/>
                    <a:pt x="25" y="53"/>
                  </a:cubicBezTo>
                  <a:cubicBezTo>
                    <a:pt x="11" y="52"/>
                    <a:pt x="0" y="41"/>
                    <a:pt x="0" y="26"/>
                  </a:cubicBezTo>
                  <a:close/>
                </a:path>
              </a:pathLst>
            </a:custGeom>
            <a:solidFill>
              <a:srgbClr val="FF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9" name="Freeform 3407">
              <a:extLst>
                <a:ext uri="{FF2B5EF4-FFF2-40B4-BE49-F238E27FC236}">
                  <a16:creationId xmlns:a16="http://schemas.microsoft.com/office/drawing/2014/main" id="{10D2DED4-047D-4979-BD7F-87083A010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1963"/>
              <a:ext cx="23" cy="58"/>
            </a:xfrm>
            <a:custGeom>
              <a:avLst/>
              <a:gdLst>
                <a:gd name="T0" fmla="*/ 1973 w 9"/>
                <a:gd name="T1" fmla="*/ 3662 h 22"/>
                <a:gd name="T2" fmla="*/ 2520 w 9"/>
                <a:gd name="T3" fmla="*/ 0 h 22"/>
                <a:gd name="T4" fmla="*/ 2520 w 9"/>
                <a:gd name="T5" fmla="*/ 0 h 22"/>
                <a:gd name="T6" fmla="*/ 0 w 9"/>
                <a:gd name="T7" fmla="*/ 3662 h 22"/>
                <a:gd name="T8" fmla="*/ 2520 w 9"/>
                <a:gd name="T9" fmla="*/ 7382 h 22"/>
                <a:gd name="T10" fmla="*/ 2520 w 9"/>
                <a:gd name="T11" fmla="*/ 7382 h 22"/>
                <a:gd name="T12" fmla="*/ 1973 w 9"/>
                <a:gd name="T13" fmla="*/ 36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2">
                  <a:moveTo>
                    <a:pt x="7" y="11"/>
                  </a:moveTo>
                  <a:cubicBezTo>
                    <a:pt x="7" y="7"/>
                    <a:pt x="8" y="4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7" y="19"/>
                    <a:pt x="7" y="15"/>
                    <a:pt x="7" y="11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0" name="Freeform 3408">
              <a:extLst>
                <a:ext uri="{FF2B5EF4-FFF2-40B4-BE49-F238E27FC236}">
                  <a16:creationId xmlns:a16="http://schemas.microsoft.com/office/drawing/2014/main" id="{8524F58F-C906-4F3C-9963-55EE6EC56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963"/>
              <a:ext cx="38" cy="58"/>
            </a:xfrm>
            <a:custGeom>
              <a:avLst/>
              <a:gdLst>
                <a:gd name="T0" fmla="*/ 3955 w 15"/>
                <a:gd name="T1" fmla="*/ 6762 h 22"/>
                <a:gd name="T2" fmla="*/ 3139 w 15"/>
                <a:gd name="T3" fmla="*/ 3662 h 22"/>
                <a:gd name="T4" fmla="*/ 3955 w 15"/>
                <a:gd name="T5" fmla="*/ 1007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7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2" y="15"/>
                    <a:pt x="12" y="11"/>
                  </a:cubicBezTo>
                  <a:cubicBezTo>
                    <a:pt x="12" y="8"/>
                    <a:pt x="13" y="5"/>
                    <a:pt x="15" y="3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2" y="22"/>
                    <a:pt x="13" y="21"/>
                    <a:pt x="15" y="20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1" name="Freeform 3409">
              <a:extLst>
                <a:ext uri="{FF2B5EF4-FFF2-40B4-BE49-F238E27FC236}">
                  <a16:creationId xmlns:a16="http://schemas.microsoft.com/office/drawing/2014/main" id="{DED8DC8C-FBF1-4C90-989E-7B3A72420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963"/>
              <a:ext cx="37" cy="58"/>
            </a:xfrm>
            <a:custGeom>
              <a:avLst/>
              <a:gdLst>
                <a:gd name="T0" fmla="*/ 3365 w 15"/>
                <a:gd name="T1" fmla="*/ 6762 h 22"/>
                <a:gd name="T2" fmla="*/ 2477 w 15"/>
                <a:gd name="T3" fmla="*/ 3662 h 22"/>
                <a:gd name="T4" fmla="*/ 3365 w 15"/>
                <a:gd name="T5" fmla="*/ 1007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365 w 15"/>
                <a:gd name="T13" fmla="*/ 67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1" y="15"/>
                    <a:pt x="11" y="11"/>
                  </a:cubicBezTo>
                  <a:cubicBezTo>
                    <a:pt x="11" y="8"/>
                    <a:pt x="13" y="5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20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2" name="Freeform 3410">
              <a:extLst>
                <a:ext uri="{FF2B5EF4-FFF2-40B4-BE49-F238E27FC236}">
                  <a16:creationId xmlns:a16="http://schemas.microsoft.com/office/drawing/2014/main" id="{5CCED70A-B44E-48B9-9B0F-DFE7BA071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" y="1963"/>
              <a:ext cx="37" cy="58"/>
            </a:xfrm>
            <a:custGeom>
              <a:avLst/>
              <a:gdLst>
                <a:gd name="T0" fmla="*/ 3365 w 15"/>
                <a:gd name="T1" fmla="*/ 6762 h 22"/>
                <a:gd name="T2" fmla="*/ 2743 w 15"/>
                <a:gd name="T3" fmla="*/ 3662 h 22"/>
                <a:gd name="T4" fmla="*/ 3365 w 15"/>
                <a:gd name="T5" fmla="*/ 1007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365 w 15"/>
                <a:gd name="T13" fmla="*/ 67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2" y="15"/>
                    <a:pt x="12" y="11"/>
                  </a:cubicBezTo>
                  <a:cubicBezTo>
                    <a:pt x="12" y="8"/>
                    <a:pt x="13" y="5"/>
                    <a:pt x="15" y="3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2" y="22"/>
                    <a:pt x="13" y="21"/>
                    <a:pt x="15" y="20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3" name="Freeform 3411">
              <a:extLst>
                <a:ext uri="{FF2B5EF4-FFF2-40B4-BE49-F238E27FC236}">
                  <a16:creationId xmlns:a16="http://schemas.microsoft.com/office/drawing/2014/main" id="{CEB26D53-D097-4CCE-B893-E95EF573F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963"/>
              <a:ext cx="38" cy="58"/>
            </a:xfrm>
            <a:custGeom>
              <a:avLst/>
              <a:gdLst>
                <a:gd name="T0" fmla="*/ 3955 w 15"/>
                <a:gd name="T1" fmla="*/ 6762 h 22"/>
                <a:gd name="T2" fmla="*/ 2926 w 15"/>
                <a:gd name="T3" fmla="*/ 3662 h 22"/>
                <a:gd name="T4" fmla="*/ 3955 w 15"/>
                <a:gd name="T5" fmla="*/ 1007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7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1" y="15"/>
                    <a:pt x="11" y="11"/>
                  </a:cubicBezTo>
                  <a:cubicBezTo>
                    <a:pt x="11" y="8"/>
                    <a:pt x="13" y="5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20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4" name="Freeform 3412">
              <a:extLst>
                <a:ext uri="{FF2B5EF4-FFF2-40B4-BE49-F238E27FC236}">
                  <a16:creationId xmlns:a16="http://schemas.microsoft.com/office/drawing/2014/main" id="{C726B508-4442-43F7-A307-1E4B2137E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1963"/>
              <a:ext cx="38" cy="58"/>
            </a:xfrm>
            <a:custGeom>
              <a:avLst/>
              <a:gdLst>
                <a:gd name="T0" fmla="*/ 3955 w 15"/>
                <a:gd name="T1" fmla="*/ 6762 h 22"/>
                <a:gd name="T2" fmla="*/ 3139 w 15"/>
                <a:gd name="T3" fmla="*/ 3662 h 22"/>
                <a:gd name="T4" fmla="*/ 3955 w 15"/>
                <a:gd name="T5" fmla="*/ 1007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7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2" y="14"/>
                    <a:pt x="12" y="11"/>
                  </a:cubicBezTo>
                  <a:cubicBezTo>
                    <a:pt x="12" y="8"/>
                    <a:pt x="13" y="5"/>
                    <a:pt x="15" y="3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20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5" name="Freeform 3413">
              <a:extLst>
                <a:ext uri="{FF2B5EF4-FFF2-40B4-BE49-F238E27FC236}">
                  <a16:creationId xmlns:a16="http://schemas.microsoft.com/office/drawing/2014/main" id="{DB90FA8D-24CF-487F-81AD-76932C03E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963"/>
              <a:ext cx="37" cy="58"/>
            </a:xfrm>
            <a:custGeom>
              <a:avLst/>
              <a:gdLst>
                <a:gd name="T0" fmla="*/ 3365 w 15"/>
                <a:gd name="T1" fmla="*/ 6375 h 22"/>
                <a:gd name="T2" fmla="*/ 2477 w 15"/>
                <a:gd name="T3" fmla="*/ 3662 h 22"/>
                <a:gd name="T4" fmla="*/ 3365 w 15"/>
                <a:gd name="T5" fmla="*/ 1007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36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1" y="14"/>
                    <a:pt x="11" y="11"/>
                  </a:cubicBezTo>
                  <a:cubicBezTo>
                    <a:pt x="11" y="8"/>
                    <a:pt x="13" y="5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6" name="Freeform 3414">
              <a:extLst>
                <a:ext uri="{FF2B5EF4-FFF2-40B4-BE49-F238E27FC236}">
                  <a16:creationId xmlns:a16="http://schemas.microsoft.com/office/drawing/2014/main" id="{917E7C06-4C08-4F05-8585-B02DC4CA0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963"/>
              <a:ext cx="37" cy="58"/>
            </a:xfrm>
            <a:custGeom>
              <a:avLst/>
              <a:gdLst>
                <a:gd name="T0" fmla="*/ 3365 w 15"/>
                <a:gd name="T1" fmla="*/ 6375 h 22"/>
                <a:gd name="T2" fmla="*/ 2743 w 15"/>
                <a:gd name="T3" fmla="*/ 3662 h 22"/>
                <a:gd name="T4" fmla="*/ 3365 w 15"/>
                <a:gd name="T5" fmla="*/ 1007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36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2" y="14"/>
                    <a:pt x="12" y="11"/>
                  </a:cubicBezTo>
                  <a:cubicBezTo>
                    <a:pt x="12" y="8"/>
                    <a:pt x="13" y="5"/>
                    <a:pt x="15" y="3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7" name="Freeform 3415">
              <a:extLst>
                <a:ext uri="{FF2B5EF4-FFF2-40B4-BE49-F238E27FC236}">
                  <a16:creationId xmlns:a16="http://schemas.microsoft.com/office/drawing/2014/main" id="{6AAFE542-CEE6-4F11-8C97-9043A2D30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1963"/>
              <a:ext cx="38" cy="58"/>
            </a:xfrm>
            <a:custGeom>
              <a:avLst/>
              <a:gdLst>
                <a:gd name="T0" fmla="*/ 3955 w 15"/>
                <a:gd name="T1" fmla="*/ 6375 h 22"/>
                <a:gd name="T2" fmla="*/ 2926 w 15"/>
                <a:gd name="T3" fmla="*/ 3662 h 22"/>
                <a:gd name="T4" fmla="*/ 3955 w 15"/>
                <a:gd name="T5" fmla="*/ 625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1" y="14"/>
                    <a:pt x="11" y="11"/>
                  </a:cubicBezTo>
                  <a:cubicBezTo>
                    <a:pt x="11" y="7"/>
                    <a:pt x="13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8" name="Freeform 3416">
              <a:extLst>
                <a:ext uri="{FF2B5EF4-FFF2-40B4-BE49-F238E27FC236}">
                  <a16:creationId xmlns:a16="http://schemas.microsoft.com/office/drawing/2014/main" id="{E40173FB-AC09-4B4F-BA6F-19E7291AC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963"/>
              <a:ext cx="38" cy="58"/>
            </a:xfrm>
            <a:custGeom>
              <a:avLst/>
              <a:gdLst>
                <a:gd name="T0" fmla="*/ 3955 w 15"/>
                <a:gd name="T1" fmla="*/ 6375 h 22"/>
                <a:gd name="T2" fmla="*/ 3139 w 15"/>
                <a:gd name="T3" fmla="*/ 3662 h 22"/>
                <a:gd name="T4" fmla="*/ 3955 w 15"/>
                <a:gd name="T5" fmla="*/ 625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2" y="14"/>
                    <a:pt x="12" y="11"/>
                  </a:cubicBezTo>
                  <a:cubicBezTo>
                    <a:pt x="12" y="7"/>
                    <a:pt x="13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9" name="Freeform 3417">
              <a:extLst>
                <a:ext uri="{FF2B5EF4-FFF2-40B4-BE49-F238E27FC236}">
                  <a16:creationId xmlns:a16="http://schemas.microsoft.com/office/drawing/2014/main" id="{60C1B5E8-2972-4B13-ADDD-758EF24E1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963"/>
              <a:ext cx="37" cy="58"/>
            </a:xfrm>
            <a:custGeom>
              <a:avLst/>
              <a:gdLst>
                <a:gd name="T0" fmla="*/ 3182 w 15"/>
                <a:gd name="T1" fmla="*/ 6375 h 22"/>
                <a:gd name="T2" fmla="*/ 2477 w 15"/>
                <a:gd name="T3" fmla="*/ 3662 h 22"/>
                <a:gd name="T4" fmla="*/ 3365 w 15"/>
                <a:gd name="T5" fmla="*/ 625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182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4" y="19"/>
                  </a:moveTo>
                  <a:cubicBezTo>
                    <a:pt x="12" y="17"/>
                    <a:pt x="11" y="14"/>
                    <a:pt x="11" y="11"/>
                  </a:cubicBezTo>
                  <a:cubicBezTo>
                    <a:pt x="11" y="7"/>
                    <a:pt x="12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4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0" name="Freeform 3418">
              <a:extLst>
                <a:ext uri="{FF2B5EF4-FFF2-40B4-BE49-F238E27FC236}">
                  <a16:creationId xmlns:a16="http://schemas.microsoft.com/office/drawing/2014/main" id="{77189FD3-5DA7-402C-967A-FDECDB8E4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963"/>
              <a:ext cx="37" cy="58"/>
            </a:xfrm>
            <a:custGeom>
              <a:avLst/>
              <a:gdLst>
                <a:gd name="T0" fmla="*/ 3365 w 15"/>
                <a:gd name="T1" fmla="*/ 6375 h 22"/>
                <a:gd name="T2" fmla="*/ 2743 w 15"/>
                <a:gd name="T3" fmla="*/ 3662 h 22"/>
                <a:gd name="T4" fmla="*/ 3365 w 15"/>
                <a:gd name="T5" fmla="*/ 625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36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2" y="14"/>
                    <a:pt x="12" y="11"/>
                  </a:cubicBezTo>
                  <a:cubicBezTo>
                    <a:pt x="12" y="7"/>
                    <a:pt x="13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1" name="Freeform 3419">
              <a:extLst>
                <a:ext uri="{FF2B5EF4-FFF2-40B4-BE49-F238E27FC236}">
                  <a16:creationId xmlns:a16="http://schemas.microsoft.com/office/drawing/2014/main" id="{9B607D9B-96BA-4671-9CD6-F79A60E52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963"/>
              <a:ext cx="38" cy="58"/>
            </a:xfrm>
            <a:custGeom>
              <a:avLst/>
              <a:gdLst>
                <a:gd name="T0" fmla="*/ 3658 w 15"/>
                <a:gd name="T1" fmla="*/ 6375 h 22"/>
                <a:gd name="T2" fmla="*/ 2926 w 15"/>
                <a:gd name="T3" fmla="*/ 3662 h 22"/>
                <a:gd name="T4" fmla="*/ 3955 w 15"/>
                <a:gd name="T5" fmla="*/ 625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658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4" y="19"/>
                  </a:moveTo>
                  <a:cubicBezTo>
                    <a:pt x="12" y="17"/>
                    <a:pt x="11" y="14"/>
                    <a:pt x="11" y="11"/>
                  </a:cubicBezTo>
                  <a:cubicBezTo>
                    <a:pt x="11" y="7"/>
                    <a:pt x="12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4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4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2" name="Freeform 3420">
              <a:extLst>
                <a:ext uri="{FF2B5EF4-FFF2-40B4-BE49-F238E27FC236}">
                  <a16:creationId xmlns:a16="http://schemas.microsoft.com/office/drawing/2014/main" id="{F60078D6-08BA-40F9-99D0-A78A5F139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1941"/>
              <a:ext cx="70" cy="75"/>
            </a:xfrm>
            <a:custGeom>
              <a:avLst/>
              <a:gdLst>
                <a:gd name="T0" fmla="*/ 3438 w 28"/>
                <a:gd name="T1" fmla="*/ 0 h 28"/>
                <a:gd name="T2" fmla="*/ 0 w 28"/>
                <a:gd name="T3" fmla="*/ 5245 h 28"/>
                <a:gd name="T4" fmla="*/ 3438 w 28"/>
                <a:gd name="T5" fmla="*/ 10339 h 28"/>
                <a:gd name="T6" fmla="*/ 6845 w 28"/>
                <a:gd name="T7" fmla="*/ 5245 h 28"/>
                <a:gd name="T8" fmla="*/ 3438 w 2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14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4" y="28"/>
                  </a:cubicBezTo>
                  <a:cubicBezTo>
                    <a:pt x="21" y="28"/>
                    <a:pt x="27" y="21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FFF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3" name="Freeform 3421">
              <a:extLst>
                <a:ext uri="{FF2B5EF4-FFF2-40B4-BE49-F238E27FC236}">
                  <a16:creationId xmlns:a16="http://schemas.microsoft.com/office/drawing/2014/main" id="{207FC2FE-E264-4809-AA49-1FA703FAC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1955"/>
              <a:ext cx="22" cy="26"/>
            </a:xfrm>
            <a:custGeom>
              <a:avLst/>
              <a:gdLst>
                <a:gd name="T0" fmla="*/ 1039 w 9"/>
                <a:gd name="T1" fmla="*/ 0 h 10"/>
                <a:gd name="T2" fmla="*/ 0 w 9"/>
                <a:gd name="T3" fmla="*/ 1547 h 10"/>
                <a:gd name="T4" fmla="*/ 1039 w 9"/>
                <a:gd name="T5" fmla="*/ 3110 h 10"/>
                <a:gd name="T6" fmla="*/ 1931 w 9"/>
                <a:gd name="T7" fmla="*/ 1547 h 10"/>
                <a:gd name="T8" fmla="*/ 1039 w 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5" y="10"/>
                  </a:cubicBezTo>
                  <a:cubicBezTo>
                    <a:pt x="7" y="10"/>
                    <a:pt x="9" y="8"/>
                    <a:pt x="9" y="5"/>
                  </a:cubicBezTo>
                  <a:cubicBezTo>
                    <a:pt x="9" y="3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4" name="Freeform 3422">
              <a:extLst>
                <a:ext uri="{FF2B5EF4-FFF2-40B4-BE49-F238E27FC236}">
                  <a16:creationId xmlns:a16="http://schemas.microsoft.com/office/drawing/2014/main" id="{A695F6E3-0104-4BDF-AE5A-204DE4EBC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1947"/>
              <a:ext cx="108" cy="104"/>
            </a:xfrm>
            <a:custGeom>
              <a:avLst/>
              <a:gdLst>
                <a:gd name="T0" fmla="*/ 0 w 43"/>
                <a:gd name="T1" fmla="*/ 9309 h 39"/>
                <a:gd name="T2" fmla="*/ 3973 w 43"/>
                <a:gd name="T3" fmla="*/ 12288 h 39"/>
                <a:gd name="T4" fmla="*/ 9790 w 43"/>
                <a:gd name="T5" fmla="*/ 3891 h 39"/>
                <a:gd name="T6" fmla="*/ 8793 w 43"/>
                <a:gd name="T7" fmla="*/ 0 h 39"/>
                <a:gd name="T8" fmla="*/ 10787 w 43"/>
                <a:gd name="T9" fmla="*/ 6067 h 39"/>
                <a:gd name="T10" fmla="*/ 5008 w 43"/>
                <a:gd name="T11" fmla="*/ 14016 h 39"/>
                <a:gd name="T12" fmla="*/ 0 w 43"/>
                <a:gd name="T13" fmla="*/ 930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9">
                  <a:moveTo>
                    <a:pt x="0" y="26"/>
                  </a:moveTo>
                  <a:cubicBezTo>
                    <a:pt x="8" y="33"/>
                    <a:pt x="11" y="33"/>
                    <a:pt x="16" y="34"/>
                  </a:cubicBezTo>
                  <a:cubicBezTo>
                    <a:pt x="32" y="34"/>
                    <a:pt x="39" y="23"/>
                    <a:pt x="39" y="11"/>
                  </a:cubicBezTo>
                  <a:cubicBezTo>
                    <a:pt x="39" y="7"/>
                    <a:pt x="37" y="3"/>
                    <a:pt x="35" y="0"/>
                  </a:cubicBezTo>
                  <a:cubicBezTo>
                    <a:pt x="40" y="4"/>
                    <a:pt x="43" y="10"/>
                    <a:pt x="43" y="17"/>
                  </a:cubicBezTo>
                  <a:cubicBezTo>
                    <a:pt x="43" y="29"/>
                    <a:pt x="33" y="39"/>
                    <a:pt x="20" y="39"/>
                  </a:cubicBezTo>
                  <a:cubicBezTo>
                    <a:pt x="11" y="39"/>
                    <a:pt x="4" y="34"/>
                    <a:pt x="0" y="26"/>
                  </a:cubicBezTo>
                  <a:close/>
                </a:path>
              </a:pathLst>
            </a:custGeom>
            <a:solidFill>
              <a:srgbClr val="F8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5" name="Freeform 3423">
              <a:extLst>
                <a:ext uri="{FF2B5EF4-FFF2-40B4-BE49-F238E27FC236}">
                  <a16:creationId xmlns:a16="http://schemas.microsoft.com/office/drawing/2014/main" id="{7D76824E-1E86-40EC-9AC6-ABD89E9B2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968"/>
              <a:ext cx="22" cy="27"/>
            </a:xfrm>
            <a:custGeom>
              <a:avLst/>
              <a:gdLst>
                <a:gd name="T0" fmla="*/ 1506 w 9"/>
                <a:gd name="T1" fmla="*/ 3877 h 10"/>
                <a:gd name="T2" fmla="*/ 1931 w 9"/>
                <a:gd name="T3" fmla="*/ 429 h 10"/>
                <a:gd name="T4" fmla="*/ 0 w 9"/>
                <a:gd name="T5" fmla="*/ 3464 h 10"/>
                <a:gd name="T6" fmla="*/ 860 w 9"/>
                <a:gd name="T7" fmla="*/ 2282 h 10"/>
                <a:gd name="T8" fmla="*/ 1506 w 9"/>
                <a:gd name="T9" fmla="*/ 38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7" y="10"/>
                  </a:moveTo>
                  <a:cubicBezTo>
                    <a:pt x="6" y="7"/>
                    <a:pt x="8" y="2"/>
                    <a:pt x="9" y="1"/>
                  </a:cubicBezTo>
                  <a:cubicBezTo>
                    <a:pt x="6" y="0"/>
                    <a:pt x="1" y="1"/>
                    <a:pt x="0" y="9"/>
                  </a:cubicBezTo>
                  <a:cubicBezTo>
                    <a:pt x="1" y="5"/>
                    <a:pt x="3" y="5"/>
                    <a:pt x="4" y="6"/>
                  </a:cubicBezTo>
                  <a:cubicBezTo>
                    <a:pt x="5" y="6"/>
                    <a:pt x="6" y="8"/>
                    <a:pt x="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6" name="Freeform 3424">
              <a:extLst>
                <a:ext uri="{FF2B5EF4-FFF2-40B4-BE49-F238E27FC236}">
                  <a16:creationId xmlns:a16="http://schemas.microsoft.com/office/drawing/2014/main" id="{680BB2D5-AA43-4536-BD9B-87A8BD8B1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1968"/>
              <a:ext cx="22" cy="27"/>
            </a:xfrm>
            <a:custGeom>
              <a:avLst/>
              <a:gdLst>
                <a:gd name="T0" fmla="*/ 1506 w 9"/>
                <a:gd name="T1" fmla="*/ 3877 h 10"/>
                <a:gd name="T2" fmla="*/ 1931 w 9"/>
                <a:gd name="T3" fmla="*/ 429 h 10"/>
                <a:gd name="T4" fmla="*/ 0 w 9"/>
                <a:gd name="T5" fmla="*/ 3464 h 10"/>
                <a:gd name="T6" fmla="*/ 1039 w 9"/>
                <a:gd name="T7" fmla="*/ 2028 h 10"/>
                <a:gd name="T8" fmla="*/ 1506 w 9"/>
                <a:gd name="T9" fmla="*/ 38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7" y="10"/>
                  </a:moveTo>
                  <a:cubicBezTo>
                    <a:pt x="6" y="7"/>
                    <a:pt x="8" y="2"/>
                    <a:pt x="9" y="1"/>
                  </a:cubicBezTo>
                  <a:cubicBezTo>
                    <a:pt x="6" y="0"/>
                    <a:pt x="1" y="1"/>
                    <a:pt x="0" y="9"/>
                  </a:cubicBezTo>
                  <a:cubicBezTo>
                    <a:pt x="2" y="5"/>
                    <a:pt x="3" y="5"/>
                    <a:pt x="5" y="5"/>
                  </a:cubicBezTo>
                  <a:cubicBezTo>
                    <a:pt x="6" y="6"/>
                    <a:pt x="6" y="8"/>
                    <a:pt x="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7" name="Freeform 3425">
              <a:extLst>
                <a:ext uri="{FF2B5EF4-FFF2-40B4-BE49-F238E27FC236}">
                  <a16:creationId xmlns:a16="http://schemas.microsoft.com/office/drawing/2014/main" id="{3CBCE833-8D5E-4E08-9EF2-D3E23DF8F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965"/>
              <a:ext cx="23" cy="30"/>
            </a:xfrm>
            <a:custGeom>
              <a:avLst/>
              <a:gdLst>
                <a:gd name="T0" fmla="*/ 1973 w 9"/>
                <a:gd name="T1" fmla="*/ 4544 h 11"/>
                <a:gd name="T2" fmla="*/ 2520 w 9"/>
                <a:gd name="T3" fmla="*/ 775 h 11"/>
                <a:gd name="T4" fmla="*/ 0 w 9"/>
                <a:gd name="T5" fmla="*/ 4099 h 11"/>
                <a:gd name="T6" fmla="*/ 1104 w 9"/>
                <a:gd name="T7" fmla="*/ 2433 h 11"/>
                <a:gd name="T8" fmla="*/ 1973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6" y="7"/>
                    <a:pt x="8" y="3"/>
                    <a:pt x="9" y="2"/>
                  </a:cubicBezTo>
                  <a:cubicBezTo>
                    <a:pt x="6" y="0"/>
                    <a:pt x="1" y="2"/>
                    <a:pt x="0" y="10"/>
                  </a:cubicBezTo>
                  <a:cubicBezTo>
                    <a:pt x="1" y="6"/>
                    <a:pt x="3" y="6"/>
                    <a:pt x="4" y="6"/>
                  </a:cubicBezTo>
                  <a:cubicBezTo>
                    <a:pt x="5" y="7"/>
                    <a:pt x="6" y="9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8" name="Freeform 3426">
              <a:extLst>
                <a:ext uri="{FF2B5EF4-FFF2-40B4-BE49-F238E27FC236}">
                  <a16:creationId xmlns:a16="http://schemas.microsoft.com/office/drawing/2014/main" id="{EAA0F6F5-2AF6-454B-B52E-2ECD84D50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965"/>
              <a:ext cx="23" cy="30"/>
            </a:xfrm>
            <a:custGeom>
              <a:avLst/>
              <a:gdLst>
                <a:gd name="T0" fmla="*/ 1973 w 9"/>
                <a:gd name="T1" fmla="*/ 4544 h 11"/>
                <a:gd name="T2" fmla="*/ 2520 w 9"/>
                <a:gd name="T3" fmla="*/ 775 h 11"/>
                <a:gd name="T4" fmla="*/ 0 w 9"/>
                <a:gd name="T5" fmla="*/ 4099 h 11"/>
                <a:gd name="T6" fmla="*/ 1403 w 9"/>
                <a:gd name="T7" fmla="*/ 2433 h 11"/>
                <a:gd name="T8" fmla="*/ 1973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6" y="7"/>
                    <a:pt x="8" y="3"/>
                    <a:pt x="9" y="2"/>
                  </a:cubicBezTo>
                  <a:cubicBezTo>
                    <a:pt x="6" y="0"/>
                    <a:pt x="1" y="2"/>
                    <a:pt x="0" y="10"/>
                  </a:cubicBezTo>
                  <a:cubicBezTo>
                    <a:pt x="2" y="6"/>
                    <a:pt x="3" y="6"/>
                    <a:pt x="5" y="6"/>
                  </a:cubicBezTo>
                  <a:cubicBezTo>
                    <a:pt x="6" y="7"/>
                    <a:pt x="6" y="9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9" name="Freeform 3427">
              <a:extLst>
                <a:ext uri="{FF2B5EF4-FFF2-40B4-BE49-F238E27FC236}">
                  <a16:creationId xmlns:a16="http://schemas.microsoft.com/office/drawing/2014/main" id="{800D22F8-BF0B-4E91-9A8B-85E1B8582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1965"/>
              <a:ext cx="22" cy="30"/>
            </a:xfrm>
            <a:custGeom>
              <a:avLst/>
              <a:gdLst>
                <a:gd name="T0" fmla="*/ 1506 w 9"/>
                <a:gd name="T1" fmla="*/ 4544 h 11"/>
                <a:gd name="T2" fmla="*/ 1931 w 9"/>
                <a:gd name="T3" fmla="*/ 775 h 11"/>
                <a:gd name="T4" fmla="*/ 0 w 9"/>
                <a:gd name="T5" fmla="*/ 4099 h 11"/>
                <a:gd name="T6" fmla="*/ 860 w 9"/>
                <a:gd name="T7" fmla="*/ 2433 h 11"/>
                <a:gd name="T8" fmla="*/ 1506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6" y="7"/>
                    <a:pt x="8" y="3"/>
                    <a:pt x="9" y="2"/>
                  </a:cubicBezTo>
                  <a:cubicBezTo>
                    <a:pt x="6" y="0"/>
                    <a:pt x="1" y="2"/>
                    <a:pt x="0" y="10"/>
                  </a:cubicBezTo>
                  <a:cubicBezTo>
                    <a:pt x="1" y="6"/>
                    <a:pt x="3" y="6"/>
                    <a:pt x="4" y="6"/>
                  </a:cubicBezTo>
                  <a:cubicBezTo>
                    <a:pt x="5" y="7"/>
                    <a:pt x="6" y="9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0" name="Freeform 3428">
              <a:extLst>
                <a:ext uri="{FF2B5EF4-FFF2-40B4-BE49-F238E27FC236}">
                  <a16:creationId xmlns:a16="http://schemas.microsoft.com/office/drawing/2014/main" id="{6DF29787-C00A-4002-9F63-504E0EA8D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1965"/>
              <a:ext cx="22" cy="30"/>
            </a:xfrm>
            <a:custGeom>
              <a:avLst/>
              <a:gdLst>
                <a:gd name="T0" fmla="*/ 1506 w 9"/>
                <a:gd name="T1" fmla="*/ 4544 h 11"/>
                <a:gd name="T2" fmla="*/ 1931 w 9"/>
                <a:gd name="T3" fmla="*/ 775 h 11"/>
                <a:gd name="T4" fmla="*/ 0 w 9"/>
                <a:gd name="T5" fmla="*/ 4099 h 11"/>
                <a:gd name="T6" fmla="*/ 1039 w 9"/>
                <a:gd name="T7" fmla="*/ 2433 h 11"/>
                <a:gd name="T8" fmla="*/ 1506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6" y="7"/>
                    <a:pt x="8" y="3"/>
                    <a:pt x="9" y="2"/>
                  </a:cubicBezTo>
                  <a:cubicBezTo>
                    <a:pt x="6" y="0"/>
                    <a:pt x="1" y="2"/>
                    <a:pt x="0" y="10"/>
                  </a:cubicBezTo>
                  <a:cubicBezTo>
                    <a:pt x="2" y="6"/>
                    <a:pt x="3" y="6"/>
                    <a:pt x="5" y="6"/>
                  </a:cubicBezTo>
                  <a:cubicBezTo>
                    <a:pt x="6" y="7"/>
                    <a:pt x="6" y="9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1" name="Freeform 3429">
              <a:extLst>
                <a:ext uri="{FF2B5EF4-FFF2-40B4-BE49-F238E27FC236}">
                  <a16:creationId xmlns:a16="http://schemas.microsoft.com/office/drawing/2014/main" id="{34213E01-4520-4BD4-B040-D72DA7D4D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1965"/>
              <a:ext cx="23" cy="30"/>
            </a:xfrm>
            <a:custGeom>
              <a:avLst/>
              <a:gdLst>
                <a:gd name="T0" fmla="*/ 1973 w 9"/>
                <a:gd name="T1" fmla="*/ 4544 h 11"/>
                <a:gd name="T2" fmla="*/ 2520 w 9"/>
                <a:gd name="T3" fmla="*/ 775 h 11"/>
                <a:gd name="T4" fmla="*/ 0 w 9"/>
                <a:gd name="T5" fmla="*/ 4099 h 11"/>
                <a:gd name="T6" fmla="*/ 1104 w 9"/>
                <a:gd name="T7" fmla="*/ 2433 h 11"/>
                <a:gd name="T8" fmla="*/ 1973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6" y="7"/>
                    <a:pt x="8" y="2"/>
                    <a:pt x="9" y="2"/>
                  </a:cubicBezTo>
                  <a:cubicBezTo>
                    <a:pt x="6" y="0"/>
                    <a:pt x="1" y="2"/>
                    <a:pt x="0" y="10"/>
                  </a:cubicBezTo>
                  <a:cubicBezTo>
                    <a:pt x="1" y="6"/>
                    <a:pt x="3" y="6"/>
                    <a:pt x="4" y="6"/>
                  </a:cubicBezTo>
                  <a:cubicBezTo>
                    <a:pt x="5" y="7"/>
                    <a:pt x="6" y="9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2" name="Freeform 3430">
              <a:extLst>
                <a:ext uri="{FF2B5EF4-FFF2-40B4-BE49-F238E27FC236}">
                  <a16:creationId xmlns:a16="http://schemas.microsoft.com/office/drawing/2014/main" id="{C391D8F6-AEFD-4FB1-ACEE-38AF1D75C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1965"/>
              <a:ext cx="23" cy="30"/>
            </a:xfrm>
            <a:custGeom>
              <a:avLst/>
              <a:gdLst>
                <a:gd name="T0" fmla="*/ 1973 w 9"/>
                <a:gd name="T1" fmla="*/ 4544 h 11"/>
                <a:gd name="T2" fmla="*/ 2520 w 9"/>
                <a:gd name="T3" fmla="*/ 775 h 11"/>
                <a:gd name="T4" fmla="*/ 0 w 9"/>
                <a:gd name="T5" fmla="*/ 4099 h 11"/>
                <a:gd name="T6" fmla="*/ 1403 w 9"/>
                <a:gd name="T7" fmla="*/ 2433 h 11"/>
                <a:gd name="T8" fmla="*/ 1973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6" y="7"/>
                    <a:pt x="8" y="2"/>
                    <a:pt x="9" y="2"/>
                  </a:cubicBezTo>
                  <a:cubicBezTo>
                    <a:pt x="6" y="0"/>
                    <a:pt x="1" y="2"/>
                    <a:pt x="0" y="10"/>
                  </a:cubicBezTo>
                  <a:cubicBezTo>
                    <a:pt x="2" y="6"/>
                    <a:pt x="3" y="6"/>
                    <a:pt x="5" y="6"/>
                  </a:cubicBezTo>
                  <a:cubicBezTo>
                    <a:pt x="6" y="7"/>
                    <a:pt x="6" y="9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3" name="Freeform 3431">
              <a:extLst>
                <a:ext uri="{FF2B5EF4-FFF2-40B4-BE49-F238E27FC236}">
                  <a16:creationId xmlns:a16="http://schemas.microsoft.com/office/drawing/2014/main" id="{8586CA02-6825-4A86-B82E-B6427D785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965"/>
              <a:ext cx="22" cy="30"/>
            </a:xfrm>
            <a:custGeom>
              <a:avLst/>
              <a:gdLst>
                <a:gd name="T0" fmla="*/ 1506 w 9"/>
                <a:gd name="T1" fmla="*/ 4544 h 11"/>
                <a:gd name="T2" fmla="*/ 1931 w 9"/>
                <a:gd name="T3" fmla="*/ 775 h 11"/>
                <a:gd name="T4" fmla="*/ 0 w 9"/>
                <a:gd name="T5" fmla="*/ 4099 h 11"/>
                <a:gd name="T6" fmla="*/ 860 w 9"/>
                <a:gd name="T7" fmla="*/ 2433 h 11"/>
                <a:gd name="T8" fmla="*/ 1506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6" y="7"/>
                    <a:pt x="8" y="2"/>
                    <a:pt x="9" y="2"/>
                  </a:cubicBezTo>
                  <a:cubicBezTo>
                    <a:pt x="6" y="0"/>
                    <a:pt x="1" y="2"/>
                    <a:pt x="0" y="10"/>
                  </a:cubicBezTo>
                  <a:cubicBezTo>
                    <a:pt x="1" y="6"/>
                    <a:pt x="3" y="5"/>
                    <a:pt x="4" y="6"/>
                  </a:cubicBezTo>
                  <a:cubicBezTo>
                    <a:pt x="5" y="6"/>
                    <a:pt x="6" y="8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4" name="Freeform 3432">
              <a:extLst>
                <a:ext uri="{FF2B5EF4-FFF2-40B4-BE49-F238E27FC236}">
                  <a16:creationId xmlns:a16="http://schemas.microsoft.com/office/drawing/2014/main" id="{8C8D18E4-C105-45E1-A677-4A7B7DC4A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965"/>
              <a:ext cx="22" cy="30"/>
            </a:xfrm>
            <a:custGeom>
              <a:avLst/>
              <a:gdLst>
                <a:gd name="T0" fmla="*/ 1506 w 9"/>
                <a:gd name="T1" fmla="*/ 4544 h 11"/>
                <a:gd name="T2" fmla="*/ 1931 w 9"/>
                <a:gd name="T3" fmla="*/ 775 h 11"/>
                <a:gd name="T4" fmla="*/ 0 w 9"/>
                <a:gd name="T5" fmla="*/ 4099 h 11"/>
                <a:gd name="T6" fmla="*/ 1039 w 9"/>
                <a:gd name="T7" fmla="*/ 2433 h 11"/>
                <a:gd name="T8" fmla="*/ 1506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6" y="7"/>
                    <a:pt x="8" y="2"/>
                    <a:pt x="9" y="2"/>
                  </a:cubicBezTo>
                  <a:cubicBezTo>
                    <a:pt x="6" y="0"/>
                    <a:pt x="1" y="2"/>
                    <a:pt x="0" y="10"/>
                  </a:cubicBezTo>
                  <a:cubicBezTo>
                    <a:pt x="2" y="6"/>
                    <a:pt x="3" y="5"/>
                    <a:pt x="5" y="6"/>
                  </a:cubicBezTo>
                  <a:cubicBezTo>
                    <a:pt x="6" y="6"/>
                    <a:pt x="6" y="8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5" name="Freeform 3433">
              <a:extLst>
                <a:ext uri="{FF2B5EF4-FFF2-40B4-BE49-F238E27FC236}">
                  <a16:creationId xmlns:a16="http://schemas.microsoft.com/office/drawing/2014/main" id="{90CCAB45-3348-4B71-9740-AA490A9CB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965"/>
              <a:ext cx="23" cy="30"/>
            </a:xfrm>
            <a:custGeom>
              <a:avLst/>
              <a:gdLst>
                <a:gd name="T0" fmla="*/ 1973 w 9"/>
                <a:gd name="T1" fmla="*/ 4544 h 11"/>
                <a:gd name="T2" fmla="*/ 2520 w 9"/>
                <a:gd name="T3" fmla="*/ 447 h 11"/>
                <a:gd name="T4" fmla="*/ 0 w 9"/>
                <a:gd name="T5" fmla="*/ 4099 h 11"/>
                <a:gd name="T6" fmla="*/ 1104 w 9"/>
                <a:gd name="T7" fmla="*/ 2433 h 11"/>
                <a:gd name="T8" fmla="*/ 1973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6" y="7"/>
                    <a:pt x="8" y="2"/>
                    <a:pt x="9" y="1"/>
                  </a:cubicBezTo>
                  <a:cubicBezTo>
                    <a:pt x="6" y="0"/>
                    <a:pt x="1" y="1"/>
                    <a:pt x="0" y="10"/>
                  </a:cubicBezTo>
                  <a:cubicBezTo>
                    <a:pt x="1" y="6"/>
                    <a:pt x="3" y="5"/>
                    <a:pt x="4" y="6"/>
                  </a:cubicBezTo>
                  <a:cubicBezTo>
                    <a:pt x="5" y="6"/>
                    <a:pt x="6" y="8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6" name="Freeform 3434">
              <a:extLst>
                <a:ext uri="{FF2B5EF4-FFF2-40B4-BE49-F238E27FC236}">
                  <a16:creationId xmlns:a16="http://schemas.microsoft.com/office/drawing/2014/main" id="{18D5279D-79B9-4DCE-9C8F-B5E49AC04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965"/>
              <a:ext cx="23" cy="27"/>
            </a:xfrm>
            <a:custGeom>
              <a:avLst/>
              <a:gdLst>
                <a:gd name="T0" fmla="*/ 1973 w 9"/>
                <a:gd name="T1" fmla="*/ 3877 h 10"/>
                <a:gd name="T2" fmla="*/ 2520 w 9"/>
                <a:gd name="T3" fmla="*/ 429 h 10"/>
                <a:gd name="T4" fmla="*/ 0 w 9"/>
                <a:gd name="T5" fmla="*/ 3464 h 10"/>
                <a:gd name="T6" fmla="*/ 1403 w 9"/>
                <a:gd name="T7" fmla="*/ 2282 h 10"/>
                <a:gd name="T8" fmla="*/ 1973 w 9"/>
                <a:gd name="T9" fmla="*/ 38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7" y="10"/>
                  </a:moveTo>
                  <a:cubicBezTo>
                    <a:pt x="6" y="7"/>
                    <a:pt x="8" y="2"/>
                    <a:pt x="9" y="1"/>
                  </a:cubicBezTo>
                  <a:cubicBezTo>
                    <a:pt x="6" y="0"/>
                    <a:pt x="1" y="1"/>
                    <a:pt x="0" y="9"/>
                  </a:cubicBezTo>
                  <a:cubicBezTo>
                    <a:pt x="2" y="6"/>
                    <a:pt x="3" y="5"/>
                    <a:pt x="5" y="6"/>
                  </a:cubicBezTo>
                  <a:cubicBezTo>
                    <a:pt x="6" y="6"/>
                    <a:pt x="6" y="8"/>
                    <a:pt x="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7" name="Freeform 3435">
              <a:extLst>
                <a:ext uri="{FF2B5EF4-FFF2-40B4-BE49-F238E27FC236}">
                  <a16:creationId xmlns:a16="http://schemas.microsoft.com/office/drawing/2014/main" id="{72D29098-E97A-40E8-8A72-5489A4284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1923"/>
              <a:ext cx="130" cy="141"/>
            </a:xfrm>
            <a:custGeom>
              <a:avLst/>
              <a:gdLst>
                <a:gd name="T0" fmla="*/ 0 w 52"/>
                <a:gd name="T1" fmla="*/ 9229 h 53"/>
                <a:gd name="T2" fmla="*/ 6375 w 52"/>
                <a:gd name="T3" fmla="*/ 396 h 53"/>
                <a:gd name="T4" fmla="*/ 12708 w 52"/>
                <a:gd name="T5" fmla="*/ 9617 h 53"/>
                <a:gd name="T6" fmla="*/ 6175 w 52"/>
                <a:gd name="T7" fmla="*/ 18790 h 53"/>
                <a:gd name="T8" fmla="*/ 0 w 52"/>
                <a:gd name="T9" fmla="*/ 9229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3">
                  <a:moveTo>
                    <a:pt x="0" y="26"/>
                  </a:moveTo>
                  <a:cubicBezTo>
                    <a:pt x="0" y="12"/>
                    <a:pt x="11" y="0"/>
                    <a:pt x="26" y="1"/>
                  </a:cubicBezTo>
                  <a:cubicBezTo>
                    <a:pt x="40" y="1"/>
                    <a:pt x="52" y="12"/>
                    <a:pt x="52" y="27"/>
                  </a:cubicBezTo>
                  <a:cubicBezTo>
                    <a:pt x="52" y="41"/>
                    <a:pt x="40" y="53"/>
                    <a:pt x="25" y="53"/>
                  </a:cubicBezTo>
                  <a:cubicBezTo>
                    <a:pt x="11" y="52"/>
                    <a:pt x="0" y="41"/>
                    <a:pt x="0" y="26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8" name="Freeform 3436">
              <a:extLst>
                <a:ext uri="{FF2B5EF4-FFF2-40B4-BE49-F238E27FC236}">
                  <a16:creationId xmlns:a16="http://schemas.microsoft.com/office/drawing/2014/main" id="{84A3F113-AB0A-4EA9-B47A-41B86BE0F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1963"/>
              <a:ext cx="23" cy="58"/>
            </a:xfrm>
            <a:custGeom>
              <a:avLst/>
              <a:gdLst>
                <a:gd name="T0" fmla="*/ 1973 w 9"/>
                <a:gd name="T1" fmla="*/ 3662 h 22"/>
                <a:gd name="T2" fmla="*/ 2520 w 9"/>
                <a:gd name="T3" fmla="*/ 0 h 22"/>
                <a:gd name="T4" fmla="*/ 2520 w 9"/>
                <a:gd name="T5" fmla="*/ 0 h 22"/>
                <a:gd name="T6" fmla="*/ 0 w 9"/>
                <a:gd name="T7" fmla="*/ 3662 h 22"/>
                <a:gd name="T8" fmla="*/ 2520 w 9"/>
                <a:gd name="T9" fmla="*/ 7382 h 22"/>
                <a:gd name="T10" fmla="*/ 2520 w 9"/>
                <a:gd name="T11" fmla="*/ 7382 h 22"/>
                <a:gd name="T12" fmla="*/ 1973 w 9"/>
                <a:gd name="T13" fmla="*/ 36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2">
                  <a:moveTo>
                    <a:pt x="7" y="11"/>
                  </a:moveTo>
                  <a:cubicBezTo>
                    <a:pt x="7" y="7"/>
                    <a:pt x="8" y="4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7" y="19"/>
                    <a:pt x="7" y="15"/>
                    <a:pt x="7" y="11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9" name="Freeform 3437">
              <a:extLst>
                <a:ext uri="{FF2B5EF4-FFF2-40B4-BE49-F238E27FC236}">
                  <a16:creationId xmlns:a16="http://schemas.microsoft.com/office/drawing/2014/main" id="{7A23B114-7197-4C09-A130-7219CA38A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963"/>
              <a:ext cx="38" cy="58"/>
            </a:xfrm>
            <a:custGeom>
              <a:avLst/>
              <a:gdLst>
                <a:gd name="T0" fmla="*/ 3955 w 15"/>
                <a:gd name="T1" fmla="*/ 6762 h 22"/>
                <a:gd name="T2" fmla="*/ 3139 w 15"/>
                <a:gd name="T3" fmla="*/ 3662 h 22"/>
                <a:gd name="T4" fmla="*/ 3955 w 15"/>
                <a:gd name="T5" fmla="*/ 1007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7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2" y="15"/>
                    <a:pt x="12" y="11"/>
                  </a:cubicBezTo>
                  <a:cubicBezTo>
                    <a:pt x="12" y="8"/>
                    <a:pt x="13" y="5"/>
                    <a:pt x="15" y="3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2" y="22"/>
                    <a:pt x="13" y="21"/>
                    <a:pt x="15" y="2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0" name="Freeform 3438">
              <a:extLst>
                <a:ext uri="{FF2B5EF4-FFF2-40B4-BE49-F238E27FC236}">
                  <a16:creationId xmlns:a16="http://schemas.microsoft.com/office/drawing/2014/main" id="{69E4794D-DA9C-4C20-8547-F5E5CEC27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963"/>
              <a:ext cx="37" cy="58"/>
            </a:xfrm>
            <a:custGeom>
              <a:avLst/>
              <a:gdLst>
                <a:gd name="T0" fmla="*/ 3365 w 15"/>
                <a:gd name="T1" fmla="*/ 6762 h 22"/>
                <a:gd name="T2" fmla="*/ 2477 w 15"/>
                <a:gd name="T3" fmla="*/ 3662 h 22"/>
                <a:gd name="T4" fmla="*/ 3365 w 15"/>
                <a:gd name="T5" fmla="*/ 1007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365 w 15"/>
                <a:gd name="T13" fmla="*/ 67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1" y="15"/>
                    <a:pt x="11" y="11"/>
                  </a:cubicBezTo>
                  <a:cubicBezTo>
                    <a:pt x="11" y="8"/>
                    <a:pt x="13" y="5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2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1" name="Freeform 3439">
              <a:extLst>
                <a:ext uri="{FF2B5EF4-FFF2-40B4-BE49-F238E27FC236}">
                  <a16:creationId xmlns:a16="http://schemas.microsoft.com/office/drawing/2014/main" id="{479F3881-28C6-49E3-A90D-4AB38D87A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" y="1963"/>
              <a:ext cx="37" cy="58"/>
            </a:xfrm>
            <a:custGeom>
              <a:avLst/>
              <a:gdLst>
                <a:gd name="T0" fmla="*/ 3365 w 15"/>
                <a:gd name="T1" fmla="*/ 6762 h 22"/>
                <a:gd name="T2" fmla="*/ 2743 w 15"/>
                <a:gd name="T3" fmla="*/ 3662 h 22"/>
                <a:gd name="T4" fmla="*/ 3365 w 15"/>
                <a:gd name="T5" fmla="*/ 1007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365 w 15"/>
                <a:gd name="T13" fmla="*/ 67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2" y="15"/>
                    <a:pt x="12" y="11"/>
                  </a:cubicBezTo>
                  <a:cubicBezTo>
                    <a:pt x="12" y="8"/>
                    <a:pt x="13" y="5"/>
                    <a:pt x="15" y="3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2" y="22"/>
                    <a:pt x="13" y="21"/>
                    <a:pt x="15" y="2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2" name="Freeform 3440">
              <a:extLst>
                <a:ext uri="{FF2B5EF4-FFF2-40B4-BE49-F238E27FC236}">
                  <a16:creationId xmlns:a16="http://schemas.microsoft.com/office/drawing/2014/main" id="{064EFE49-9C42-4864-AD68-3F1CE7B61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963"/>
              <a:ext cx="38" cy="58"/>
            </a:xfrm>
            <a:custGeom>
              <a:avLst/>
              <a:gdLst>
                <a:gd name="T0" fmla="*/ 3955 w 15"/>
                <a:gd name="T1" fmla="*/ 6762 h 22"/>
                <a:gd name="T2" fmla="*/ 2926 w 15"/>
                <a:gd name="T3" fmla="*/ 3662 h 22"/>
                <a:gd name="T4" fmla="*/ 3955 w 15"/>
                <a:gd name="T5" fmla="*/ 1007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7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1" y="15"/>
                    <a:pt x="11" y="11"/>
                  </a:cubicBezTo>
                  <a:cubicBezTo>
                    <a:pt x="11" y="8"/>
                    <a:pt x="13" y="5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2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3" name="Freeform 3441">
              <a:extLst>
                <a:ext uri="{FF2B5EF4-FFF2-40B4-BE49-F238E27FC236}">
                  <a16:creationId xmlns:a16="http://schemas.microsoft.com/office/drawing/2014/main" id="{B7EB2568-5299-4386-B4A4-832494CAA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1963"/>
              <a:ext cx="38" cy="58"/>
            </a:xfrm>
            <a:custGeom>
              <a:avLst/>
              <a:gdLst>
                <a:gd name="T0" fmla="*/ 3955 w 15"/>
                <a:gd name="T1" fmla="*/ 6762 h 22"/>
                <a:gd name="T2" fmla="*/ 3139 w 15"/>
                <a:gd name="T3" fmla="*/ 3662 h 22"/>
                <a:gd name="T4" fmla="*/ 3955 w 15"/>
                <a:gd name="T5" fmla="*/ 1007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7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20"/>
                  </a:moveTo>
                  <a:cubicBezTo>
                    <a:pt x="13" y="18"/>
                    <a:pt x="12" y="14"/>
                    <a:pt x="12" y="11"/>
                  </a:cubicBezTo>
                  <a:cubicBezTo>
                    <a:pt x="12" y="8"/>
                    <a:pt x="13" y="5"/>
                    <a:pt x="15" y="3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2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4" name="Freeform 3442">
              <a:extLst>
                <a:ext uri="{FF2B5EF4-FFF2-40B4-BE49-F238E27FC236}">
                  <a16:creationId xmlns:a16="http://schemas.microsoft.com/office/drawing/2014/main" id="{CF6B4F7B-807F-4DA5-BAF3-D6C6ECB57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963"/>
              <a:ext cx="37" cy="58"/>
            </a:xfrm>
            <a:custGeom>
              <a:avLst/>
              <a:gdLst>
                <a:gd name="T0" fmla="*/ 3365 w 15"/>
                <a:gd name="T1" fmla="*/ 6375 h 22"/>
                <a:gd name="T2" fmla="*/ 2477 w 15"/>
                <a:gd name="T3" fmla="*/ 3662 h 22"/>
                <a:gd name="T4" fmla="*/ 3365 w 15"/>
                <a:gd name="T5" fmla="*/ 1007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36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1" y="14"/>
                    <a:pt x="11" y="11"/>
                  </a:cubicBezTo>
                  <a:cubicBezTo>
                    <a:pt x="11" y="8"/>
                    <a:pt x="13" y="5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5" name="Freeform 3443">
              <a:extLst>
                <a:ext uri="{FF2B5EF4-FFF2-40B4-BE49-F238E27FC236}">
                  <a16:creationId xmlns:a16="http://schemas.microsoft.com/office/drawing/2014/main" id="{8A45E78D-6FF9-4A72-AD6C-1926F9AFA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963"/>
              <a:ext cx="37" cy="58"/>
            </a:xfrm>
            <a:custGeom>
              <a:avLst/>
              <a:gdLst>
                <a:gd name="T0" fmla="*/ 3365 w 15"/>
                <a:gd name="T1" fmla="*/ 6375 h 22"/>
                <a:gd name="T2" fmla="*/ 2743 w 15"/>
                <a:gd name="T3" fmla="*/ 3662 h 22"/>
                <a:gd name="T4" fmla="*/ 3365 w 15"/>
                <a:gd name="T5" fmla="*/ 1007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36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2" y="14"/>
                    <a:pt x="12" y="11"/>
                  </a:cubicBezTo>
                  <a:cubicBezTo>
                    <a:pt x="12" y="8"/>
                    <a:pt x="13" y="5"/>
                    <a:pt x="15" y="3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6" name="Freeform 3444">
              <a:extLst>
                <a:ext uri="{FF2B5EF4-FFF2-40B4-BE49-F238E27FC236}">
                  <a16:creationId xmlns:a16="http://schemas.microsoft.com/office/drawing/2014/main" id="{46E5F771-F39C-4224-A8C8-E8124B2C3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1963"/>
              <a:ext cx="38" cy="58"/>
            </a:xfrm>
            <a:custGeom>
              <a:avLst/>
              <a:gdLst>
                <a:gd name="T0" fmla="*/ 3955 w 15"/>
                <a:gd name="T1" fmla="*/ 6375 h 22"/>
                <a:gd name="T2" fmla="*/ 2926 w 15"/>
                <a:gd name="T3" fmla="*/ 3662 h 22"/>
                <a:gd name="T4" fmla="*/ 3955 w 15"/>
                <a:gd name="T5" fmla="*/ 625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1" y="14"/>
                    <a:pt x="11" y="11"/>
                  </a:cubicBezTo>
                  <a:cubicBezTo>
                    <a:pt x="11" y="7"/>
                    <a:pt x="13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7" name="Freeform 3445">
              <a:extLst>
                <a:ext uri="{FF2B5EF4-FFF2-40B4-BE49-F238E27FC236}">
                  <a16:creationId xmlns:a16="http://schemas.microsoft.com/office/drawing/2014/main" id="{D6244805-D96D-41B8-B8FD-D404A0CB8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963"/>
              <a:ext cx="38" cy="58"/>
            </a:xfrm>
            <a:custGeom>
              <a:avLst/>
              <a:gdLst>
                <a:gd name="T0" fmla="*/ 3955 w 15"/>
                <a:gd name="T1" fmla="*/ 6375 h 22"/>
                <a:gd name="T2" fmla="*/ 3139 w 15"/>
                <a:gd name="T3" fmla="*/ 3662 h 22"/>
                <a:gd name="T4" fmla="*/ 3955 w 15"/>
                <a:gd name="T5" fmla="*/ 625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95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2" y="14"/>
                    <a:pt x="12" y="11"/>
                  </a:cubicBezTo>
                  <a:cubicBezTo>
                    <a:pt x="12" y="7"/>
                    <a:pt x="13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8" name="Freeform 3446">
              <a:extLst>
                <a:ext uri="{FF2B5EF4-FFF2-40B4-BE49-F238E27FC236}">
                  <a16:creationId xmlns:a16="http://schemas.microsoft.com/office/drawing/2014/main" id="{A03120C9-589C-496A-8B6E-5E7167096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963"/>
              <a:ext cx="37" cy="58"/>
            </a:xfrm>
            <a:custGeom>
              <a:avLst/>
              <a:gdLst>
                <a:gd name="T0" fmla="*/ 3182 w 15"/>
                <a:gd name="T1" fmla="*/ 6375 h 22"/>
                <a:gd name="T2" fmla="*/ 2477 w 15"/>
                <a:gd name="T3" fmla="*/ 3662 h 22"/>
                <a:gd name="T4" fmla="*/ 3365 w 15"/>
                <a:gd name="T5" fmla="*/ 625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182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4" y="19"/>
                  </a:moveTo>
                  <a:cubicBezTo>
                    <a:pt x="12" y="17"/>
                    <a:pt x="11" y="14"/>
                    <a:pt x="11" y="11"/>
                  </a:cubicBezTo>
                  <a:cubicBezTo>
                    <a:pt x="11" y="7"/>
                    <a:pt x="12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4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9" name="Freeform 3447">
              <a:extLst>
                <a:ext uri="{FF2B5EF4-FFF2-40B4-BE49-F238E27FC236}">
                  <a16:creationId xmlns:a16="http://schemas.microsoft.com/office/drawing/2014/main" id="{B89C8387-12B6-4550-95C8-9F0A17D66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963"/>
              <a:ext cx="37" cy="58"/>
            </a:xfrm>
            <a:custGeom>
              <a:avLst/>
              <a:gdLst>
                <a:gd name="T0" fmla="*/ 3365 w 15"/>
                <a:gd name="T1" fmla="*/ 6375 h 22"/>
                <a:gd name="T2" fmla="*/ 2743 w 15"/>
                <a:gd name="T3" fmla="*/ 3662 h 22"/>
                <a:gd name="T4" fmla="*/ 3365 w 15"/>
                <a:gd name="T5" fmla="*/ 625 h 22"/>
                <a:gd name="T6" fmla="*/ 1996 w 15"/>
                <a:gd name="T7" fmla="*/ 0 h 22"/>
                <a:gd name="T8" fmla="*/ 0 w 15"/>
                <a:gd name="T9" fmla="*/ 3662 h 22"/>
                <a:gd name="T10" fmla="*/ 1996 w 15"/>
                <a:gd name="T11" fmla="*/ 7382 h 22"/>
                <a:gd name="T12" fmla="*/ 3365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5" y="19"/>
                  </a:moveTo>
                  <a:cubicBezTo>
                    <a:pt x="13" y="17"/>
                    <a:pt x="12" y="14"/>
                    <a:pt x="12" y="11"/>
                  </a:cubicBezTo>
                  <a:cubicBezTo>
                    <a:pt x="12" y="7"/>
                    <a:pt x="13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5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0" name="Freeform 3448">
              <a:extLst>
                <a:ext uri="{FF2B5EF4-FFF2-40B4-BE49-F238E27FC236}">
                  <a16:creationId xmlns:a16="http://schemas.microsoft.com/office/drawing/2014/main" id="{B6EA2764-F8BA-43ED-9752-D63A35EA9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963"/>
              <a:ext cx="38" cy="58"/>
            </a:xfrm>
            <a:custGeom>
              <a:avLst/>
              <a:gdLst>
                <a:gd name="T0" fmla="*/ 3658 w 15"/>
                <a:gd name="T1" fmla="*/ 6375 h 22"/>
                <a:gd name="T2" fmla="*/ 2926 w 15"/>
                <a:gd name="T3" fmla="*/ 3662 h 22"/>
                <a:gd name="T4" fmla="*/ 3955 w 15"/>
                <a:gd name="T5" fmla="*/ 625 h 22"/>
                <a:gd name="T6" fmla="*/ 2386 w 15"/>
                <a:gd name="T7" fmla="*/ 0 h 22"/>
                <a:gd name="T8" fmla="*/ 0 w 15"/>
                <a:gd name="T9" fmla="*/ 3662 h 22"/>
                <a:gd name="T10" fmla="*/ 2386 w 15"/>
                <a:gd name="T11" fmla="*/ 7382 h 22"/>
                <a:gd name="T12" fmla="*/ 3658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4" y="19"/>
                  </a:moveTo>
                  <a:cubicBezTo>
                    <a:pt x="12" y="17"/>
                    <a:pt x="11" y="14"/>
                    <a:pt x="11" y="11"/>
                  </a:cubicBezTo>
                  <a:cubicBezTo>
                    <a:pt x="11" y="7"/>
                    <a:pt x="12" y="4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4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4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1" name="Freeform 3449">
              <a:extLst>
                <a:ext uri="{FF2B5EF4-FFF2-40B4-BE49-F238E27FC236}">
                  <a16:creationId xmlns:a16="http://schemas.microsoft.com/office/drawing/2014/main" id="{B346E09D-7FE5-4BC4-A755-9C2D15EE5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659"/>
              <a:ext cx="57" cy="64"/>
            </a:xfrm>
            <a:custGeom>
              <a:avLst/>
              <a:gdLst>
                <a:gd name="T0" fmla="*/ 4674 w 23"/>
                <a:gd name="T1" fmla="*/ 2581 h 24"/>
                <a:gd name="T2" fmla="*/ 1125 w 23"/>
                <a:gd name="T3" fmla="*/ 1059 h 24"/>
                <a:gd name="T4" fmla="*/ 0 w 23"/>
                <a:gd name="T5" fmla="*/ 4301 h 24"/>
                <a:gd name="T6" fmla="*/ 1400 w 23"/>
                <a:gd name="T7" fmla="*/ 7944 h 24"/>
                <a:gd name="T8" fmla="*/ 1400 w 23"/>
                <a:gd name="T9" fmla="*/ 7944 h 24"/>
                <a:gd name="T10" fmla="*/ 3727 w 23"/>
                <a:gd name="T11" fmla="*/ 7944 h 24"/>
                <a:gd name="T12" fmla="*/ 4674 w 23"/>
                <a:gd name="T13" fmla="*/ 258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20" y="7"/>
                  </a:moveTo>
                  <a:cubicBezTo>
                    <a:pt x="17" y="2"/>
                    <a:pt x="11" y="0"/>
                    <a:pt x="5" y="3"/>
                  </a:cubicBezTo>
                  <a:cubicBezTo>
                    <a:pt x="2" y="5"/>
                    <a:pt x="0" y="8"/>
                    <a:pt x="0" y="12"/>
                  </a:cubicBezTo>
                  <a:cubicBezTo>
                    <a:pt x="3" y="14"/>
                    <a:pt x="5" y="18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9" y="24"/>
                    <a:pt x="13" y="24"/>
                    <a:pt x="16" y="22"/>
                  </a:cubicBezTo>
                  <a:cubicBezTo>
                    <a:pt x="21" y="19"/>
                    <a:pt x="23" y="12"/>
                    <a:pt x="20" y="7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7" name="Adenovirus-capsid-triangular-face-diagram">
            <a:extLst>
              <a:ext uri="{FF2B5EF4-FFF2-40B4-BE49-F238E27FC236}">
                <a16:creationId xmlns:a16="http://schemas.microsoft.com/office/drawing/2014/main" id="{AA890E25-3548-4469-811C-F9A7EF84EA15}"/>
              </a:ext>
            </a:extLst>
          </p:cNvPr>
          <p:cNvGrpSpPr>
            <a:grpSpLocks/>
          </p:cNvGrpSpPr>
          <p:nvPr/>
        </p:nvGrpSpPr>
        <p:grpSpPr bwMode="auto">
          <a:xfrm>
            <a:off x="6275388" y="4886325"/>
            <a:ext cx="1079500" cy="990600"/>
            <a:chOff x="3221" y="2922"/>
            <a:chExt cx="680" cy="624"/>
          </a:xfrm>
        </p:grpSpPr>
        <p:sp>
          <p:nvSpPr>
            <p:cNvPr id="18438" name="Freeform 3451">
              <a:extLst>
                <a:ext uri="{FF2B5EF4-FFF2-40B4-BE49-F238E27FC236}">
                  <a16:creationId xmlns:a16="http://schemas.microsoft.com/office/drawing/2014/main" id="{6880BDC8-C5AD-46AD-93F5-45B38A387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973"/>
              <a:ext cx="560" cy="514"/>
            </a:xfrm>
            <a:custGeom>
              <a:avLst/>
              <a:gdLst>
                <a:gd name="T0" fmla="*/ 280 w 560"/>
                <a:gd name="T1" fmla="*/ 514 h 514"/>
                <a:gd name="T2" fmla="*/ 0 w 560"/>
                <a:gd name="T3" fmla="*/ 0 h 514"/>
                <a:gd name="T4" fmla="*/ 560 w 560"/>
                <a:gd name="T5" fmla="*/ 0 h 514"/>
                <a:gd name="T6" fmla="*/ 280 w 560"/>
                <a:gd name="T7" fmla="*/ 514 h 5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0" h="514">
                  <a:moveTo>
                    <a:pt x="280" y="514"/>
                  </a:moveTo>
                  <a:lnTo>
                    <a:pt x="0" y="0"/>
                  </a:lnTo>
                  <a:lnTo>
                    <a:pt x="560" y="0"/>
                  </a:lnTo>
                  <a:lnTo>
                    <a:pt x="280" y="514"/>
                  </a:lnTo>
                  <a:close/>
                </a:path>
              </a:pathLst>
            </a:custGeom>
            <a:solidFill>
              <a:srgbClr val="9CA8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39" name="Oval 3452">
              <a:extLst>
                <a:ext uri="{FF2B5EF4-FFF2-40B4-BE49-F238E27FC236}">
                  <a16:creationId xmlns:a16="http://schemas.microsoft.com/office/drawing/2014/main" id="{5DD22069-9E2F-49AA-9CDB-41684AC6C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999"/>
              <a:ext cx="93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0" name="Freeform 3453">
              <a:extLst>
                <a:ext uri="{FF2B5EF4-FFF2-40B4-BE49-F238E27FC236}">
                  <a16:creationId xmlns:a16="http://schemas.microsoft.com/office/drawing/2014/main" id="{51A00A91-9A18-47B9-AAF0-C2A1487B4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010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6" y="28"/>
                    <a:pt x="8" y="28"/>
                  </a:cubicBezTo>
                  <a:cubicBezTo>
                    <a:pt x="5" y="28"/>
                    <a:pt x="2" y="27"/>
                    <a:pt x="0" y="25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4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1" name="Oval 3454">
              <a:extLst>
                <a:ext uri="{FF2B5EF4-FFF2-40B4-BE49-F238E27FC236}">
                  <a16:creationId xmlns:a16="http://schemas.microsoft.com/office/drawing/2014/main" id="{A6EAAC67-15B5-49CE-887A-A9D4B1A4B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3013"/>
              <a:ext cx="48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2" name="Oval 3455">
              <a:extLst>
                <a:ext uri="{FF2B5EF4-FFF2-40B4-BE49-F238E27FC236}">
                  <a16:creationId xmlns:a16="http://schemas.microsoft.com/office/drawing/2014/main" id="{677735B8-321A-4779-AAFC-45C8C43E8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3026"/>
              <a:ext cx="15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3" name="Oval 3456">
              <a:extLst>
                <a:ext uri="{FF2B5EF4-FFF2-40B4-BE49-F238E27FC236}">
                  <a16:creationId xmlns:a16="http://schemas.microsoft.com/office/drawing/2014/main" id="{2BA51126-6298-4660-B552-2AAF62091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9"/>
              <a:ext cx="93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4" name="Oval 3457">
              <a:extLst>
                <a:ext uri="{FF2B5EF4-FFF2-40B4-BE49-F238E27FC236}">
                  <a16:creationId xmlns:a16="http://schemas.microsoft.com/office/drawing/2014/main" id="{B6BDA320-ACC0-46AF-AE4B-D4CF59641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3013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5" name="Oval 3458">
              <a:extLst>
                <a:ext uri="{FF2B5EF4-FFF2-40B4-BE49-F238E27FC236}">
                  <a16:creationId xmlns:a16="http://schemas.microsoft.com/office/drawing/2014/main" id="{7C0C593C-27D9-4DCF-A361-2684DBB22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1" y="3026"/>
              <a:ext cx="18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6" name="Freeform 3459">
              <a:extLst>
                <a:ext uri="{FF2B5EF4-FFF2-40B4-BE49-F238E27FC236}">
                  <a16:creationId xmlns:a16="http://schemas.microsoft.com/office/drawing/2014/main" id="{D1CD3D60-BFE4-4DD6-A742-C8BCFDE71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010"/>
              <a:ext cx="73" cy="83"/>
            </a:xfrm>
            <a:custGeom>
              <a:avLst/>
              <a:gdLst>
                <a:gd name="T0" fmla="*/ 5057 w 29"/>
                <a:gd name="T1" fmla="*/ 0 h 31"/>
                <a:gd name="T2" fmla="*/ 6381 w 29"/>
                <a:gd name="T3" fmla="*/ 4415 h 31"/>
                <a:gd name="T4" fmla="*/ 2009 w 29"/>
                <a:gd name="T5" fmla="*/ 10321 h 31"/>
                <a:gd name="T6" fmla="*/ 0 w 29"/>
                <a:gd name="T7" fmla="*/ 9189 h 31"/>
                <a:gd name="T8" fmla="*/ 3333 w 29"/>
                <a:gd name="T9" fmla="*/ 11398 h 31"/>
                <a:gd name="T10" fmla="*/ 7383 w 29"/>
                <a:gd name="T11" fmla="*/ 5491 h 31"/>
                <a:gd name="T12" fmla="*/ 5057 w 2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20" y="0"/>
                  </a:moveTo>
                  <a:cubicBezTo>
                    <a:pt x="24" y="6"/>
                    <a:pt x="25" y="8"/>
                    <a:pt x="25" y="12"/>
                  </a:cubicBezTo>
                  <a:cubicBezTo>
                    <a:pt x="25" y="23"/>
                    <a:pt x="17" y="28"/>
                    <a:pt x="8" y="28"/>
                  </a:cubicBezTo>
                  <a:cubicBezTo>
                    <a:pt x="6" y="28"/>
                    <a:pt x="3" y="27"/>
                    <a:pt x="0" y="25"/>
                  </a:cubicBezTo>
                  <a:cubicBezTo>
                    <a:pt x="3" y="29"/>
                    <a:pt x="8" y="31"/>
                    <a:pt x="13" y="31"/>
                  </a:cubicBezTo>
                  <a:cubicBezTo>
                    <a:pt x="22" y="31"/>
                    <a:pt x="29" y="24"/>
                    <a:pt x="29" y="15"/>
                  </a:cubicBezTo>
                  <a:cubicBezTo>
                    <a:pt x="29" y="8"/>
                    <a:pt x="25" y="3"/>
                    <a:pt x="20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7" name="Oval 3460">
              <a:extLst>
                <a:ext uri="{FF2B5EF4-FFF2-40B4-BE49-F238E27FC236}">
                  <a16:creationId xmlns:a16="http://schemas.microsoft.com/office/drawing/2014/main" id="{CD960E5F-AE14-458F-9802-0DA34D107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999"/>
              <a:ext cx="93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8" name="Oval 3461">
              <a:extLst>
                <a:ext uri="{FF2B5EF4-FFF2-40B4-BE49-F238E27FC236}">
                  <a16:creationId xmlns:a16="http://schemas.microsoft.com/office/drawing/2014/main" id="{208240A0-F976-4D1C-BA1B-257EAFFBE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3013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9" name="Oval 3462">
              <a:extLst>
                <a:ext uri="{FF2B5EF4-FFF2-40B4-BE49-F238E27FC236}">
                  <a16:creationId xmlns:a16="http://schemas.microsoft.com/office/drawing/2014/main" id="{60A4C402-351A-4F18-8532-04CF8EB8F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3026"/>
              <a:ext cx="15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50" name="Freeform 3463">
              <a:extLst>
                <a:ext uri="{FF2B5EF4-FFF2-40B4-BE49-F238E27FC236}">
                  <a16:creationId xmlns:a16="http://schemas.microsoft.com/office/drawing/2014/main" id="{282C7F61-F931-43BF-A5D9-F4AE24750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010"/>
              <a:ext cx="73" cy="83"/>
            </a:xfrm>
            <a:custGeom>
              <a:avLst/>
              <a:gdLst>
                <a:gd name="T0" fmla="*/ 4866 w 29"/>
                <a:gd name="T1" fmla="*/ 0 h 31"/>
                <a:gd name="T2" fmla="*/ 6381 w 29"/>
                <a:gd name="T3" fmla="*/ 4415 h 31"/>
                <a:gd name="T4" fmla="*/ 2009 w 29"/>
                <a:gd name="T5" fmla="*/ 10321 h 31"/>
                <a:gd name="T6" fmla="*/ 0 w 29"/>
                <a:gd name="T7" fmla="*/ 9189 h 31"/>
                <a:gd name="T8" fmla="*/ 3048 w 29"/>
                <a:gd name="T9" fmla="*/ 11398 h 31"/>
                <a:gd name="T10" fmla="*/ 7383 w 29"/>
                <a:gd name="T11" fmla="*/ 5491 h 31"/>
                <a:gd name="T12" fmla="*/ 4866 w 2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9" y="0"/>
                  </a:moveTo>
                  <a:cubicBezTo>
                    <a:pt x="24" y="6"/>
                    <a:pt x="25" y="8"/>
                    <a:pt x="25" y="12"/>
                  </a:cubicBezTo>
                  <a:cubicBezTo>
                    <a:pt x="25" y="23"/>
                    <a:pt x="17" y="28"/>
                    <a:pt x="8" y="28"/>
                  </a:cubicBezTo>
                  <a:cubicBezTo>
                    <a:pt x="6" y="28"/>
                    <a:pt x="2" y="27"/>
                    <a:pt x="0" y="25"/>
                  </a:cubicBezTo>
                  <a:cubicBezTo>
                    <a:pt x="3" y="29"/>
                    <a:pt x="8" y="31"/>
                    <a:pt x="12" y="31"/>
                  </a:cubicBezTo>
                  <a:cubicBezTo>
                    <a:pt x="21" y="31"/>
                    <a:pt x="29" y="24"/>
                    <a:pt x="29" y="15"/>
                  </a:cubicBezTo>
                  <a:cubicBezTo>
                    <a:pt x="29" y="8"/>
                    <a:pt x="25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Oval 3464">
              <a:extLst>
                <a:ext uri="{FF2B5EF4-FFF2-40B4-BE49-F238E27FC236}">
                  <a16:creationId xmlns:a16="http://schemas.microsoft.com/office/drawing/2014/main" id="{7666A2CA-2E6E-4C20-A21C-4D9AB899A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2999"/>
              <a:ext cx="93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52" name="Oval 3465">
              <a:extLst>
                <a:ext uri="{FF2B5EF4-FFF2-40B4-BE49-F238E27FC236}">
                  <a16:creationId xmlns:a16="http://schemas.microsoft.com/office/drawing/2014/main" id="{94A913FC-7D52-4C84-BD43-6E4DBD7D0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3013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53" name="Oval 3466">
              <a:extLst>
                <a:ext uri="{FF2B5EF4-FFF2-40B4-BE49-F238E27FC236}">
                  <a16:creationId xmlns:a16="http://schemas.microsoft.com/office/drawing/2014/main" id="{CE323ACC-B0F2-43A4-8F24-8B5A98C6A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3026"/>
              <a:ext cx="18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54" name="Freeform 3467">
              <a:extLst>
                <a:ext uri="{FF2B5EF4-FFF2-40B4-BE49-F238E27FC236}">
                  <a16:creationId xmlns:a16="http://schemas.microsoft.com/office/drawing/2014/main" id="{A147C4A5-BE2C-479B-9532-C1C8A382B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3010"/>
              <a:ext cx="73" cy="83"/>
            </a:xfrm>
            <a:custGeom>
              <a:avLst/>
              <a:gdLst>
                <a:gd name="T0" fmla="*/ 4866 w 29"/>
                <a:gd name="T1" fmla="*/ 0 h 31"/>
                <a:gd name="T2" fmla="*/ 6381 w 29"/>
                <a:gd name="T3" fmla="*/ 4415 h 31"/>
                <a:gd name="T4" fmla="*/ 2009 w 29"/>
                <a:gd name="T5" fmla="*/ 10321 h 31"/>
                <a:gd name="T6" fmla="*/ 0 w 29"/>
                <a:gd name="T7" fmla="*/ 9189 h 31"/>
                <a:gd name="T8" fmla="*/ 3048 w 29"/>
                <a:gd name="T9" fmla="*/ 11398 h 31"/>
                <a:gd name="T10" fmla="*/ 7383 w 29"/>
                <a:gd name="T11" fmla="*/ 5491 h 31"/>
                <a:gd name="T12" fmla="*/ 4866 w 2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9" y="0"/>
                  </a:moveTo>
                  <a:cubicBezTo>
                    <a:pt x="24" y="6"/>
                    <a:pt x="25" y="8"/>
                    <a:pt x="25" y="12"/>
                  </a:cubicBezTo>
                  <a:cubicBezTo>
                    <a:pt x="25" y="23"/>
                    <a:pt x="17" y="28"/>
                    <a:pt x="8" y="28"/>
                  </a:cubicBezTo>
                  <a:cubicBezTo>
                    <a:pt x="6" y="28"/>
                    <a:pt x="2" y="27"/>
                    <a:pt x="0" y="25"/>
                  </a:cubicBezTo>
                  <a:cubicBezTo>
                    <a:pt x="3" y="29"/>
                    <a:pt x="8" y="31"/>
                    <a:pt x="12" y="31"/>
                  </a:cubicBezTo>
                  <a:cubicBezTo>
                    <a:pt x="21" y="31"/>
                    <a:pt x="29" y="24"/>
                    <a:pt x="29" y="15"/>
                  </a:cubicBezTo>
                  <a:cubicBezTo>
                    <a:pt x="29" y="8"/>
                    <a:pt x="25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Oval 3468">
              <a:extLst>
                <a:ext uri="{FF2B5EF4-FFF2-40B4-BE49-F238E27FC236}">
                  <a16:creationId xmlns:a16="http://schemas.microsoft.com/office/drawing/2014/main" id="{89AC8488-43BD-48F5-A70F-02BC6801A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9" y="3263"/>
              <a:ext cx="92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56" name="Oval 3469">
              <a:extLst>
                <a:ext uri="{FF2B5EF4-FFF2-40B4-BE49-F238E27FC236}">
                  <a16:creationId xmlns:a16="http://schemas.microsoft.com/office/drawing/2014/main" id="{854904F4-87F7-49B8-9A3D-3BA63D8F6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3277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57" name="Oval 3470">
              <a:extLst>
                <a:ext uri="{FF2B5EF4-FFF2-40B4-BE49-F238E27FC236}">
                  <a16:creationId xmlns:a16="http://schemas.microsoft.com/office/drawing/2014/main" id="{7319DEC1-DC2F-4F83-8698-7909DFB2A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3290"/>
              <a:ext cx="17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58" name="Freeform 3471">
              <a:extLst>
                <a:ext uri="{FF2B5EF4-FFF2-40B4-BE49-F238E27FC236}">
                  <a16:creationId xmlns:a16="http://schemas.microsoft.com/office/drawing/2014/main" id="{9F57836D-C8CA-464B-84BE-A49F20602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274"/>
              <a:ext cx="72" cy="83"/>
            </a:xfrm>
            <a:custGeom>
              <a:avLst/>
              <a:gdLst>
                <a:gd name="T0" fmla="*/ 4715 w 29"/>
                <a:gd name="T1" fmla="*/ 0 h 31"/>
                <a:gd name="T2" fmla="*/ 5844 w 29"/>
                <a:gd name="T3" fmla="*/ 4415 h 31"/>
                <a:gd name="T4" fmla="*/ 1899 w 29"/>
                <a:gd name="T5" fmla="*/ 10321 h 31"/>
                <a:gd name="T6" fmla="*/ 0 w 29"/>
                <a:gd name="T7" fmla="*/ 9612 h 31"/>
                <a:gd name="T8" fmla="*/ 3002 w 29"/>
                <a:gd name="T9" fmla="*/ 11398 h 31"/>
                <a:gd name="T10" fmla="*/ 6793 w 29"/>
                <a:gd name="T11" fmla="*/ 5491 h 31"/>
                <a:gd name="T12" fmla="*/ 4715 w 2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20" y="0"/>
                  </a:moveTo>
                  <a:cubicBezTo>
                    <a:pt x="24" y="6"/>
                    <a:pt x="25" y="8"/>
                    <a:pt x="25" y="12"/>
                  </a:cubicBezTo>
                  <a:cubicBezTo>
                    <a:pt x="25" y="23"/>
                    <a:pt x="17" y="28"/>
                    <a:pt x="8" y="28"/>
                  </a:cubicBezTo>
                  <a:cubicBezTo>
                    <a:pt x="6" y="28"/>
                    <a:pt x="3" y="27"/>
                    <a:pt x="0" y="26"/>
                  </a:cubicBezTo>
                  <a:cubicBezTo>
                    <a:pt x="3" y="29"/>
                    <a:pt x="8" y="31"/>
                    <a:pt x="13" y="31"/>
                  </a:cubicBezTo>
                  <a:cubicBezTo>
                    <a:pt x="21" y="31"/>
                    <a:pt x="29" y="24"/>
                    <a:pt x="29" y="15"/>
                  </a:cubicBezTo>
                  <a:cubicBezTo>
                    <a:pt x="29" y="8"/>
                    <a:pt x="25" y="3"/>
                    <a:pt x="20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Oval 3472">
              <a:extLst>
                <a:ext uri="{FF2B5EF4-FFF2-40B4-BE49-F238E27FC236}">
                  <a16:creationId xmlns:a16="http://schemas.microsoft.com/office/drawing/2014/main" id="{B76EA5A1-3DFD-4508-9A27-538947137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3178"/>
              <a:ext cx="93" cy="96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60" name="Freeform 3473">
              <a:extLst>
                <a:ext uri="{FF2B5EF4-FFF2-40B4-BE49-F238E27FC236}">
                  <a16:creationId xmlns:a16="http://schemas.microsoft.com/office/drawing/2014/main" id="{C903A03D-EA67-414A-AB47-A739E84A1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186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612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5" y="28"/>
                    <a:pt x="2" y="27"/>
                    <a:pt x="0" y="26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9"/>
                    <a:pt x="24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Oval 3474">
              <a:extLst>
                <a:ext uri="{FF2B5EF4-FFF2-40B4-BE49-F238E27FC236}">
                  <a16:creationId xmlns:a16="http://schemas.microsoft.com/office/drawing/2014/main" id="{BD5DAC13-D9F2-4E9E-9196-10B4C5CD1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3189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62" name="Oval 3475">
              <a:extLst>
                <a:ext uri="{FF2B5EF4-FFF2-40B4-BE49-F238E27FC236}">
                  <a16:creationId xmlns:a16="http://schemas.microsoft.com/office/drawing/2014/main" id="{4FC9A7CB-1E1B-4AFD-8B46-647664F78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3202"/>
              <a:ext cx="15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63" name="Oval 3476">
              <a:extLst>
                <a:ext uri="{FF2B5EF4-FFF2-40B4-BE49-F238E27FC236}">
                  <a16:creationId xmlns:a16="http://schemas.microsoft.com/office/drawing/2014/main" id="{2AFDA098-B502-4DDA-B2ED-D7FECACE4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3178"/>
              <a:ext cx="93" cy="96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64" name="Oval 3477">
              <a:extLst>
                <a:ext uri="{FF2B5EF4-FFF2-40B4-BE49-F238E27FC236}">
                  <a16:creationId xmlns:a16="http://schemas.microsoft.com/office/drawing/2014/main" id="{7F3485C5-FCA2-4196-B10B-1B50F051E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3189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65" name="Oval 3478">
              <a:extLst>
                <a:ext uri="{FF2B5EF4-FFF2-40B4-BE49-F238E27FC236}">
                  <a16:creationId xmlns:a16="http://schemas.microsoft.com/office/drawing/2014/main" id="{3D082259-D87D-4E3B-A66B-05737C429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3202"/>
              <a:ext cx="18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66" name="Freeform 3479">
              <a:extLst>
                <a:ext uri="{FF2B5EF4-FFF2-40B4-BE49-F238E27FC236}">
                  <a16:creationId xmlns:a16="http://schemas.microsoft.com/office/drawing/2014/main" id="{C5DADCEC-6E9E-4736-86D8-ED6E2FD1A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186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770 w 28"/>
                <a:gd name="T5" fmla="*/ 10321 h 31"/>
                <a:gd name="T6" fmla="*/ 0 w 28"/>
                <a:gd name="T7" fmla="*/ 9612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6" y="28"/>
                    <a:pt x="7" y="28"/>
                  </a:cubicBezTo>
                  <a:cubicBezTo>
                    <a:pt x="5" y="28"/>
                    <a:pt x="2" y="27"/>
                    <a:pt x="0" y="26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9"/>
                    <a:pt x="24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Oval 3480">
              <a:extLst>
                <a:ext uri="{FF2B5EF4-FFF2-40B4-BE49-F238E27FC236}">
                  <a16:creationId xmlns:a16="http://schemas.microsoft.com/office/drawing/2014/main" id="{1322C673-04A8-4F50-B28A-B722626CF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9" y="3087"/>
              <a:ext cx="90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68" name="Freeform 3481">
              <a:extLst>
                <a:ext uri="{FF2B5EF4-FFF2-40B4-BE49-F238E27FC236}">
                  <a16:creationId xmlns:a16="http://schemas.microsoft.com/office/drawing/2014/main" id="{08385F84-F601-4F07-AACA-DAC757646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098"/>
              <a:ext cx="72" cy="83"/>
            </a:xfrm>
            <a:custGeom>
              <a:avLst/>
              <a:gdLst>
                <a:gd name="T0" fmla="*/ 4715 w 29"/>
                <a:gd name="T1" fmla="*/ 0 h 31"/>
                <a:gd name="T2" fmla="*/ 5844 w 29"/>
                <a:gd name="T3" fmla="*/ 4415 h 31"/>
                <a:gd name="T4" fmla="*/ 1899 w 29"/>
                <a:gd name="T5" fmla="*/ 10321 h 31"/>
                <a:gd name="T6" fmla="*/ 0 w 29"/>
                <a:gd name="T7" fmla="*/ 9189 h 31"/>
                <a:gd name="T8" fmla="*/ 2818 w 29"/>
                <a:gd name="T9" fmla="*/ 11398 h 31"/>
                <a:gd name="T10" fmla="*/ 6793 w 29"/>
                <a:gd name="T11" fmla="*/ 5090 h 31"/>
                <a:gd name="T12" fmla="*/ 4715 w 2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20" y="0"/>
                  </a:moveTo>
                  <a:cubicBezTo>
                    <a:pt x="24" y="5"/>
                    <a:pt x="25" y="7"/>
                    <a:pt x="25" y="12"/>
                  </a:cubicBezTo>
                  <a:cubicBezTo>
                    <a:pt x="25" y="23"/>
                    <a:pt x="17" y="28"/>
                    <a:pt x="8" y="28"/>
                  </a:cubicBezTo>
                  <a:cubicBezTo>
                    <a:pt x="6" y="28"/>
                    <a:pt x="2" y="26"/>
                    <a:pt x="0" y="25"/>
                  </a:cubicBezTo>
                  <a:cubicBezTo>
                    <a:pt x="3" y="28"/>
                    <a:pt x="8" y="31"/>
                    <a:pt x="12" y="31"/>
                  </a:cubicBezTo>
                  <a:cubicBezTo>
                    <a:pt x="21" y="31"/>
                    <a:pt x="29" y="23"/>
                    <a:pt x="29" y="14"/>
                  </a:cubicBezTo>
                  <a:cubicBezTo>
                    <a:pt x="29" y="8"/>
                    <a:pt x="25" y="2"/>
                    <a:pt x="20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Oval 3482">
              <a:extLst>
                <a:ext uri="{FF2B5EF4-FFF2-40B4-BE49-F238E27FC236}">
                  <a16:creationId xmlns:a16="http://schemas.microsoft.com/office/drawing/2014/main" id="{0A201315-48E8-4163-B172-683AAA555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1" y="3101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0" name="Oval 3483">
              <a:extLst>
                <a:ext uri="{FF2B5EF4-FFF2-40B4-BE49-F238E27FC236}">
                  <a16:creationId xmlns:a16="http://schemas.microsoft.com/office/drawing/2014/main" id="{0B1485A8-9087-4AA7-8035-565A67961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3111"/>
              <a:ext cx="18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1" name="Oval 3484">
              <a:extLst>
                <a:ext uri="{FF2B5EF4-FFF2-40B4-BE49-F238E27FC236}">
                  <a16:creationId xmlns:a16="http://schemas.microsoft.com/office/drawing/2014/main" id="{75A1866F-DFB1-4A16-A2D7-2E26B7308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3087"/>
              <a:ext cx="93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2" name="Oval 3485">
              <a:extLst>
                <a:ext uri="{FF2B5EF4-FFF2-40B4-BE49-F238E27FC236}">
                  <a16:creationId xmlns:a16="http://schemas.microsoft.com/office/drawing/2014/main" id="{1CB16DCB-D5CF-48E9-89A6-E4613A976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3101"/>
              <a:ext cx="47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3" name="Oval 3486">
              <a:extLst>
                <a:ext uri="{FF2B5EF4-FFF2-40B4-BE49-F238E27FC236}">
                  <a16:creationId xmlns:a16="http://schemas.microsoft.com/office/drawing/2014/main" id="{EF15C9C7-DB7F-4FFC-B501-CADF5FA6B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3111"/>
              <a:ext cx="18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4" name="Freeform 3487">
              <a:extLst>
                <a:ext uri="{FF2B5EF4-FFF2-40B4-BE49-F238E27FC236}">
                  <a16:creationId xmlns:a16="http://schemas.microsoft.com/office/drawing/2014/main" id="{A4EDAFAF-BA4B-4018-B693-341FB34B4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098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090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5"/>
                    <a:pt x="24" y="7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8"/>
                    <a:pt x="7" y="31"/>
                    <a:pt x="12" y="31"/>
                  </a:cubicBezTo>
                  <a:cubicBezTo>
                    <a:pt x="21" y="31"/>
                    <a:pt x="28" y="23"/>
                    <a:pt x="28" y="14"/>
                  </a:cubicBezTo>
                  <a:cubicBezTo>
                    <a:pt x="28" y="8"/>
                    <a:pt x="24" y="2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Oval 3488">
              <a:extLst>
                <a:ext uri="{FF2B5EF4-FFF2-40B4-BE49-F238E27FC236}">
                  <a16:creationId xmlns:a16="http://schemas.microsoft.com/office/drawing/2014/main" id="{419DEEAB-DAD1-4E65-BC87-1EC426D59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6" y="3087"/>
              <a:ext cx="93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6" name="Oval 3489">
              <a:extLst>
                <a:ext uri="{FF2B5EF4-FFF2-40B4-BE49-F238E27FC236}">
                  <a16:creationId xmlns:a16="http://schemas.microsoft.com/office/drawing/2014/main" id="{5236A5DB-7426-486D-A54A-3130ED86D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1" y="3101"/>
              <a:ext cx="48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7" name="Oval 3490">
              <a:extLst>
                <a:ext uri="{FF2B5EF4-FFF2-40B4-BE49-F238E27FC236}">
                  <a16:creationId xmlns:a16="http://schemas.microsoft.com/office/drawing/2014/main" id="{DC0F11D1-62CF-4AF2-9EF0-1738AF025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3111"/>
              <a:ext cx="15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8" name="Freeform 3491">
              <a:extLst>
                <a:ext uri="{FF2B5EF4-FFF2-40B4-BE49-F238E27FC236}">
                  <a16:creationId xmlns:a16="http://schemas.microsoft.com/office/drawing/2014/main" id="{A34B89B0-4574-4873-B681-BAE0591BB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098"/>
              <a:ext cx="73" cy="83"/>
            </a:xfrm>
            <a:custGeom>
              <a:avLst/>
              <a:gdLst>
                <a:gd name="T0" fmla="*/ 4866 w 29"/>
                <a:gd name="T1" fmla="*/ 0 h 31"/>
                <a:gd name="T2" fmla="*/ 6064 w 29"/>
                <a:gd name="T3" fmla="*/ 4415 h 31"/>
                <a:gd name="T4" fmla="*/ 2009 w 29"/>
                <a:gd name="T5" fmla="*/ 10321 h 31"/>
                <a:gd name="T6" fmla="*/ 0 w 29"/>
                <a:gd name="T7" fmla="*/ 9189 h 31"/>
                <a:gd name="T8" fmla="*/ 3048 w 29"/>
                <a:gd name="T9" fmla="*/ 11398 h 31"/>
                <a:gd name="T10" fmla="*/ 7383 w 29"/>
                <a:gd name="T11" fmla="*/ 5090 h 31"/>
                <a:gd name="T12" fmla="*/ 4866 w 2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9" y="0"/>
                  </a:moveTo>
                  <a:cubicBezTo>
                    <a:pt x="24" y="5"/>
                    <a:pt x="24" y="7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6" y="28"/>
                    <a:pt x="2" y="26"/>
                    <a:pt x="0" y="25"/>
                  </a:cubicBezTo>
                  <a:cubicBezTo>
                    <a:pt x="3" y="28"/>
                    <a:pt x="7" y="31"/>
                    <a:pt x="12" y="31"/>
                  </a:cubicBezTo>
                  <a:cubicBezTo>
                    <a:pt x="21" y="31"/>
                    <a:pt x="29" y="23"/>
                    <a:pt x="29" y="14"/>
                  </a:cubicBezTo>
                  <a:cubicBezTo>
                    <a:pt x="29" y="8"/>
                    <a:pt x="25" y="2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Oval 3492">
              <a:extLst>
                <a:ext uri="{FF2B5EF4-FFF2-40B4-BE49-F238E27FC236}">
                  <a16:creationId xmlns:a16="http://schemas.microsoft.com/office/drawing/2014/main" id="{9B3ADD32-B606-4D35-AF53-02893C0BB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2999"/>
              <a:ext cx="90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80" name="Oval 3493">
              <a:extLst>
                <a:ext uri="{FF2B5EF4-FFF2-40B4-BE49-F238E27FC236}">
                  <a16:creationId xmlns:a16="http://schemas.microsoft.com/office/drawing/2014/main" id="{E5CD3A6C-75FB-472B-858E-72765E7CA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3013"/>
              <a:ext cx="47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81" name="Oval 3494">
              <a:extLst>
                <a:ext uri="{FF2B5EF4-FFF2-40B4-BE49-F238E27FC236}">
                  <a16:creationId xmlns:a16="http://schemas.microsoft.com/office/drawing/2014/main" id="{F0C95262-62F3-4A40-B18E-498D559ED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3026"/>
              <a:ext cx="15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82" name="Freeform 3495">
              <a:extLst>
                <a:ext uri="{FF2B5EF4-FFF2-40B4-BE49-F238E27FC236}">
                  <a16:creationId xmlns:a16="http://schemas.microsoft.com/office/drawing/2014/main" id="{FE36A52E-8296-4951-9E93-1C869A259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010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5" y="28"/>
                    <a:pt x="2" y="27"/>
                    <a:pt x="0" y="25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5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Oval 3496">
              <a:extLst>
                <a:ext uri="{FF2B5EF4-FFF2-40B4-BE49-F238E27FC236}">
                  <a16:creationId xmlns:a16="http://schemas.microsoft.com/office/drawing/2014/main" id="{AF46B8C2-DF64-443B-A1D0-DA00BCFE3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" y="2999"/>
              <a:ext cx="93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84" name="Freeform 3497">
              <a:extLst>
                <a:ext uri="{FF2B5EF4-FFF2-40B4-BE49-F238E27FC236}">
                  <a16:creationId xmlns:a16="http://schemas.microsoft.com/office/drawing/2014/main" id="{1F31E81F-0C74-4496-A555-C4E624866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3010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5" y="28"/>
                    <a:pt x="2" y="27"/>
                    <a:pt x="0" y="25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5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Oval 3498">
              <a:extLst>
                <a:ext uri="{FF2B5EF4-FFF2-40B4-BE49-F238E27FC236}">
                  <a16:creationId xmlns:a16="http://schemas.microsoft.com/office/drawing/2014/main" id="{8CCDA5A9-7D95-4730-B2FD-DE15E9647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6" y="3013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86" name="Oval 3499">
              <a:extLst>
                <a:ext uri="{FF2B5EF4-FFF2-40B4-BE49-F238E27FC236}">
                  <a16:creationId xmlns:a16="http://schemas.microsoft.com/office/drawing/2014/main" id="{6B4E5282-8269-4D85-84B9-675E32E45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" y="3026"/>
              <a:ext cx="15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87" name="Oval 3500">
              <a:extLst>
                <a:ext uri="{FF2B5EF4-FFF2-40B4-BE49-F238E27FC236}">
                  <a16:creationId xmlns:a16="http://schemas.microsoft.com/office/drawing/2014/main" id="{21BB454B-67CD-4688-9361-100C9B27A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2922"/>
              <a:ext cx="90" cy="99"/>
            </a:xfrm>
            <a:prstGeom prst="ellipse">
              <a:avLst/>
            </a:prstGeom>
            <a:solidFill>
              <a:srgbClr val="F5E5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88" name="Oval 3501">
              <a:extLst>
                <a:ext uri="{FF2B5EF4-FFF2-40B4-BE49-F238E27FC236}">
                  <a16:creationId xmlns:a16="http://schemas.microsoft.com/office/drawing/2014/main" id="{6428777E-0163-49AA-B1B5-E7297F343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1" y="2935"/>
              <a:ext cx="50" cy="54"/>
            </a:xfrm>
            <a:prstGeom prst="ellipse">
              <a:avLst/>
            </a:prstGeom>
            <a:solidFill>
              <a:srgbClr val="FEF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89" name="Oval 3502">
              <a:extLst>
                <a:ext uri="{FF2B5EF4-FFF2-40B4-BE49-F238E27FC236}">
                  <a16:creationId xmlns:a16="http://schemas.microsoft.com/office/drawing/2014/main" id="{517EA70F-7056-423B-9DE2-B071AA578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2949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90" name="Freeform 3503">
              <a:extLst>
                <a:ext uri="{FF2B5EF4-FFF2-40B4-BE49-F238E27FC236}">
                  <a16:creationId xmlns:a16="http://schemas.microsoft.com/office/drawing/2014/main" id="{00692D8B-53A1-4C94-9FDB-0CB5799F8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933"/>
              <a:ext cx="73" cy="82"/>
            </a:xfrm>
            <a:custGeom>
              <a:avLst/>
              <a:gdLst>
                <a:gd name="T0" fmla="*/ 4866 w 29"/>
                <a:gd name="T1" fmla="*/ 0 h 31"/>
                <a:gd name="T2" fmla="*/ 6064 w 29"/>
                <a:gd name="T3" fmla="*/ 4163 h 31"/>
                <a:gd name="T4" fmla="*/ 2009 w 29"/>
                <a:gd name="T5" fmla="*/ 9586 h 31"/>
                <a:gd name="T6" fmla="*/ 0 w 29"/>
                <a:gd name="T7" fmla="*/ 8570 h 31"/>
                <a:gd name="T8" fmla="*/ 3048 w 29"/>
                <a:gd name="T9" fmla="*/ 10620 h 31"/>
                <a:gd name="T10" fmla="*/ 7383 w 29"/>
                <a:gd name="T11" fmla="*/ 5185 h 31"/>
                <a:gd name="T12" fmla="*/ 4866 w 2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6" y="28"/>
                    <a:pt x="2" y="27"/>
                    <a:pt x="0" y="25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9" y="24"/>
                    <a:pt x="29" y="15"/>
                  </a:cubicBezTo>
                  <a:cubicBezTo>
                    <a:pt x="29" y="8"/>
                    <a:pt x="25" y="3"/>
                    <a:pt x="19" y="0"/>
                  </a:cubicBezTo>
                  <a:close/>
                </a:path>
              </a:pathLst>
            </a:custGeom>
            <a:solidFill>
              <a:srgbClr val="D2D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Oval 3504">
              <a:extLst>
                <a:ext uri="{FF2B5EF4-FFF2-40B4-BE49-F238E27FC236}">
                  <a16:creationId xmlns:a16="http://schemas.microsoft.com/office/drawing/2014/main" id="{CF46B632-8697-4E4A-89D2-3F5FB5E7D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" y="2922"/>
              <a:ext cx="90" cy="99"/>
            </a:xfrm>
            <a:prstGeom prst="ellipse">
              <a:avLst/>
            </a:prstGeom>
            <a:solidFill>
              <a:srgbClr val="F5E5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92" name="Oval 3505">
              <a:extLst>
                <a:ext uri="{FF2B5EF4-FFF2-40B4-BE49-F238E27FC236}">
                  <a16:creationId xmlns:a16="http://schemas.microsoft.com/office/drawing/2014/main" id="{129E3533-9ACA-4345-96CC-F5AC0B753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2935"/>
              <a:ext cx="50" cy="54"/>
            </a:xfrm>
            <a:prstGeom prst="ellipse">
              <a:avLst/>
            </a:prstGeom>
            <a:solidFill>
              <a:srgbClr val="FEF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93" name="Oval 3506">
              <a:extLst>
                <a:ext uri="{FF2B5EF4-FFF2-40B4-BE49-F238E27FC236}">
                  <a16:creationId xmlns:a16="http://schemas.microsoft.com/office/drawing/2014/main" id="{54226F94-68CE-484B-A78B-33EC4C5CB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9" y="2949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94" name="Freeform 3507">
              <a:extLst>
                <a:ext uri="{FF2B5EF4-FFF2-40B4-BE49-F238E27FC236}">
                  <a16:creationId xmlns:a16="http://schemas.microsoft.com/office/drawing/2014/main" id="{22196ACE-27C0-4073-8AAB-D7D3612A6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933"/>
              <a:ext cx="70" cy="82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163 h 31"/>
                <a:gd name="T4" fmla="*/ 1958 w 28"/>
                <a:gd name="T5" fmla="*/ 9586 h 31"/>
                <a:gd name="T6" fmla="*/ 0 w 28"/>
                <a:gd name="T7" fmla="*/ 8570 h 31"/>
                <a:gd name="T8" fmla="*/ 2938 w 28"/>
                <a:gd name="T9" fmla="*/ 10620 h 31"/>
                <a:gd name="T10" fmla="*/ 6845 w 28"/>
                <a:gd name="T11" fmla="*/ 5185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5" y="28"/>
                    <a:pt x="2" y="27"/>
                    <a:pt x="0" y="25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5" y="3"/>
                    <a:pt x="19" y="0"/>
                  </a:cubicBezTo>
                  <a:close/>
                </a:path>
              </a:pathLst>
            </a:custGeom>
            <a:solidFill>
              <a:srgbClr val="D2D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Oval 3508">
              <a:extLst>
                <a:ext uri="{FF2B5EF4-FFF2-40B4-BE49-F238E27FC236}">
                  <a16:creationId xmlns:a16="http://schemas.microsoft.com/office/drawing/2014/main" id="{B947E42E-DE1F-4BF8-A39C-C68D6A54E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3437"/>
              <a:ext cx="90" cy="98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96" name="Oval 3509">
              <a:extLst>
                <a:ext uri="{FF2B5EF4-FFF2-40B4-BE49-F238E27FC236}">
                  <a16:creationId xmlns:a16="http://schemas.microsoft.com/office/drawing/2014/main" id="{017661F1-9F67-4CA2-97F8-1BF256727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1" y="3450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97" name="Oval 3510">
              <a:extLst>
                <a:ext uri="{FF2B5EF4-FFF2-40B4-BE49-F238E27FC236}">
                  <a16:creationId xmlns:a16="http://schemas.microsoft.com/office/drawing/2014/main" id="{557D695B-625D-4217-87F3-5FFCD9DBC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3463"/>
              <a:ext cx="18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98" name="Freeform 3511">
              <a:extLst>
                <a:ext uri="{FF2B5EF4-FFF2-40B4-BE49-F238E27FC236}">
                  <a16:creationId xmlns:a16="http://schemas.microsoft.com/office/drawing/2014/main" id="{DC0B55BD-04A1-4293-8BAE-C50CCA5D1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3447"/>
              <a:ext cx="73" cy="83"/>
            </a:xfrm>
            <a:custGeom>
              <a:avLst/>
              <a:gdLst>
                <a:gd name="T0" fmla="*/ 4866 w 29"/>
                <a:gd name="T1" fmla="*/ 0 h 31"/>
                <a:gd name="T2" fmla="*/ 6064 w 29"/>
                <a:gd name="T3" fmla="*/ 4415 h 31"/>
                <a:gd name="T4" fmla="*/ 2009 w 29"/>
                <a:gd name="T5" fmla="*/ 10321 h 31"/>
                <a:gd name="T6" fmla="*/ 0 w 29"/>
                <a:gd name="T7" fmla="*/ 9612 h 31"/>
                <a:gd name="T8" fmla="*/ 3048 w 29"/>
                <a:gd name="T9" fmla="*/ 11398 h 31"/>
                <a:gd name="T10" fmla="*/ 7383 w 29"/>
                <a:gd name="T11" fmla="*/ 5491 h 31"/>
                <a:gd name="T12" fmla="*/ 4866 w 2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6" y="28"/>
                    <a:pt x="2" y="27"/>
                    <a:pt x="0" y="26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9" y="24"/>
                    <a:pt x="29" y="15"/>
                  </a:cubicBezTo>
                  <a:cubicBezTo>
                    <a:pt x="29" y="8"/>
                    <a:pt x="25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Oval 3512">
              <a:extLst>
                <a:ext uri="{FF2B5EF4-FFF2-40B4-BE49-F238E27FC236}">
                  <a16:creationId xmlns:a16="http://schemas.microsoft.com/office/drawing/2014/main" id="{F77BE4DA-354E-4472-9D3A-5DD8B2370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3263"/>
              <a:ext cx="92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0" name="Freeform 3513">
              <a:extLst>
                <a:ext uri="{FF2B5EF4-FFF2-40B4-BE49-F238E27FC236}">
                  <a16:creationId xmlns:a16="http://schemas.microsoft.com/office/drawing/2014/main" id="{2078C0BE-F7A4-4E57-8946-12A8AD649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274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612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5" y="28"/>
                    <a:pt x="2" y="27"/>
                    <a:pt x="0" y="26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4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Oval 3514">
              <a:extLst>
                <a:ext uri="{FF2B5EF4-FFF2-40B4-BE49-F238E27FC236}">
                  <a16:creationId xmlns:a16="http://schemas.microsoft.com/office/drawing/2014/main" id="{29651780-E3F4-4D2A-800B-F3EF72BB1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4" y="3277"/>
              <a:ext cx="47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2" name="Oval 3515">
              <a:extLst>
                <a:ext uri="{FF2B5EF4-FFF2-40B4-BE49-F238E27FC236}">
                  <a16:creationId xmlns:a16="http://schemas.microsoft.com/office/drawing/2014/main" id="{028D778E-EB3C-420E-9213-C57D1644B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4" y="3290"/>
              <a:ext cx="15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3" name="Oval 3516">
              <a:extLst>
                <a:ext uri="{FF2B5EF4-FFF2-40B4-BE49-F238E27FC236}">
                  <a16:creationId xmlns:a16="http://schemas.microsoft.com/office/drawing/2014/main" id="{B281AF65-C05F-4CE8-9A50-C4ACBD801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3263"/>
              <a:ext cx="93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4" name="Oval 3517">
              <a:extLst>
                <a:ext uri="{FF2B5EF4-FFF2-40B4-BE49-F238E27FC236}">
                  <a16:creationId xmlns:a16="http://schemas.microsoft.com/office/drawing/2014/main" id="{99875D3B-6D75-4672-ADDB-42D71250F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3277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5" name="Oval 3518">
              <a:extLst>
                <a:ext uri="{FF2B5EF4-FFF2-40B4-BE49-F238E27FC236}">
                  <a16:creationId xmlns:a16="http://schemas.microsoft.com/office/drawing/2014/main" id="{DF33C586-2031-49B0-B550-CA58E829E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3290"/>
              <a:ext cx="18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6" name="Freeform 3519">
              <a:extLst>
                <a:ext uri="{FF2B5EF4-FFF2-40B4-BE49-F238E27FC236}">
                  <a16:creationId xmlns:a16="http://schemas.microsoft.com/office/drawing/2014/main" id="{EAF09CCA-C1F7-4E59-A202-9EDC30DAD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274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770 w 28"/>
                <a:gd name="T5" fmla="*/ 10321 h 31"/>
                <a:gd name="T6" fmla="*/ 0 w 28"/>
                <a:gd name="T7" fmla="*/ 9612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6" y="28"/>
                    <a:pt x="7" y="28"/>
                  </a:cubicBezTo>
                  <a:cubicBezTo>
                    <a:pt x="5" y="28"/>
                    <a:pt x="2" y="27"/>
                    <a:pt x="0" y="26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8"/>
                    <a:pt x="24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7" name="Oval 3520">
              <a:extLst>
                <a:ext uri="{FF2B5EF4-FFF2-40B4-BE49-F238E27FC236}">
                  <a16:creationId xmlns:a16="http://schemas.microsoft.com/office/drawing/2014/main" id="{8AAF790E-04C7-433B-839A-CB1C555D2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3354"/>
              <a:ext cx="90" cy="96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8" name="Oval 3521">
              <a:extLst>
                <a:ext uri="{FF2B5EF4-FFF2-40B4-BE49-F238E27FC236}">
                  <a16:creationId xmlns:a16="http://schemas.microsoft.com/office/drawing/2014/main" id="{088EEB22-B58B-48CB-B272-ABCA291A4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3367"/>
              <a:ext cx="48" cy="51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09" name="Oval 3522">
              <a:extLst>
                <a:ext uri="{FF2B5EF4-FFF2-40B4-BE49-F238E27FC236}">
                  <a16:creationId xmlns:a16="http://schemas.microsoft.com/office/drawing/2014/main" id="{52D9B697-325E-429A-B740-19C675022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" y="3378"/>
              <a:ext cx="15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0" name="Freeform 3523">
              <a:extLst>
                <a:ext uri="{FF2B5EF4-FFF2-40B4-BE49-F238E27FC236}">
                  <a16:creationId xmlns:a16="http://schemas.microsoft.com/office/drawing/2014/main" id="{2D41C40E-26C0-433E-9094-DA0612DF8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365"/>
              <a:ext cx="70" cy="80"/>
            </a:xfrm>
            <a:custGeom>
              <a:avLst/>
              <a:gdLst>
                <a:gd name="T0" fmla="*/ 4688 w 28"/>
                <a:gd name="T1" fmla="*/ 0 h 30"/>
                <a:gd name="T2" fmla="*/ 5863 w 28"/>
                <a:gd name="T3" fmla="*/ 3891 h 30"/>
                <a:gd name="T4" fmla="*/ 1958 w 28"/>
                <a:gd name="T5" fmla="*/ 10104 h 30"/>
                <a:gd name="T6" fmla="*/ 0 w 28"/>
                <a:gd name="T7" fmla="*/ 9045 h 30"/>
                <a:gd name="T8" fmla="*/ 2938 w 28"/>
                <a:gd name="T9" fmla="*/ 10773 h 30"/>
                <a:gd name="T10" fmla="*/ 6845 w 28"/>
                <a:gd name="T11" fmla="*/ 5005 h 30"/>
                <a:gd name="T12" fmla="*/ 4688 w 28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19" y="0"/>
                  </a:moveTo>
                  <a:cubicBezTo>
                    <a:pt x="24" y="5"/>
                    <a:pt x="24" y="7"/>
                    <a:pt x="24" y="11"/>
                  </a:cubicBezTo>
                  <a:cubicBezTo>
                    <a:pt x="24" y="22"/>
                    <a:pt x="17" y="28"/>
                    <a:pt x="8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8"/>
                    <a:pt x="7" y="30"/>
                    <a:pt x="12" y="30"/>
                  </a:cubicBezTo>
                  <a:cubicBezTo>
                    <a:pt x="21" y="30"/>
                    <a:pt x="28" y="23"/>
                    <a:pt x="28" y="14"/>
                  </a:cubicBezTo>
                  <a:cubicBezTo>
                    <a:pt x="28" y="8"/>
                    <a:pt x="24" y="2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1" name="Oval 3524">
              <a:extLst>
                <a:ext uri="{FF2B5EF4-FFF2-40B4-BE49-F238E27FC236}">
                  <a16:creationId xmlns:a16="http://schemas.microsoft.com/office/drawing/2014/main" id="{41C66EDA-F5EF-463F-8D1E-124B9138B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3354"/>
              <a:ext cx="90" cy="96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2" name="Oval 3525">
              <a:extLst>
                <a:ext uri="{FF2B5EF4-FFF2-40B4-BE49-F238E27FC236}">
                  <a16:creationId xmlns:a16="http://schemas.microsoft.com/office/drawing/2014/main" id="{AB692AE1-7462-43DD-BB20-82D622F24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3367"/>
              <a:ext cx="50" cy="51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3" name="Oval 3526">
              <a:extLst>
                <a:ext uri="{FF2B5EF4-FFF2-40B4-BE49-F238E27FC236}">
                  <a16:creationId xmlns:a16="http://schemas.microsoft.com/office/drawing/2014/main" id="{4A328540-07CF-4265-BFD6-6E4FAA632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3378"/>
              <a:ext cx="18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4" name="Freeform 3527">
              <a:extLst>
                <a:ext uri="{FF2B5EF4-FFF2-40B4-BE49-F238E27FC236}">
                  <a16:creationId xmlns:a16="http://schemas.microsoft.com/office/drawing/2014/main" id="{8E62E34E-1CC9-46F9-96C7-DC7CA5629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365"/>
              <a:ext cx="73" cy="80"/>
            </a:xfrm>
            <a:custGeom>
              <a:avLst/>
              <a:gdLst>
                <a:gd name="T0" fmla="*/ 4866 w 29"/>
                <a:gd name="T1" fmla="*/ 0 h 30"/>
                <a:gd name="T2" fmla="*/ 6064 w 29"/>
                <a:gd name="T3" fmla="*/ 3891 h 30"/>
                <a:gd name="T4" fmla="*/ 2009 w 29"/>
                <a:gd name="T5" fmla="*/ 10104 h 30"/>
                <a:gd name="T6" fmla="*/ 0 w 29"/>
                <a:gd name="T7" fmla="*/ 9045 h 30"/>
                <a:gd name="T8" fmla="*/ 3048 w 29"/>
                <a:gd name="T9" fmla="*/ 10773 h 30"/>
                <a:gd name="T10" fmla="*/ 7383 w 29"/>
                <a:gd name="T11" fmla="*/ 5005 h 30"/>
                <a:gd name="T12" fmla="*/ 4866 w 29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0">
                  <a:moveTo>
                    <a:pt x="19" y="0"/>
                  </a:moveTo>
                  <a:cubicBezTo>
                    <a:pt x="24" y="5"/>
                    <a:pt x="24" y="7"/>
                    <a:pt x="24" y="11"/>
                  </a:cubicBezTo>
                  <a:cubicBezTo>
                    <a:pt x="24" y="22"/>
                    <a:pt x="17" y="28"/>
                    <a:pt x="8" y="28"/>
                  </a:cubicBezTo>
                  <a:cubicBezTo>
                    <a:pt x="6" y="28"/>
                    <a:pt x="2" y="26"/>
                    <a:pt x="0" y="25"/>
                  </a:cubicBezTo>
                  <a:cubicBezTo>
                    <a:pt x="3" y="28"/>
                    <a:pt x="7" y="30"/>
                    <a:pt x="12" y="30"/>
                  </a:cubicBezTo>
                  <a:cubicBezTo>
                    <a:pt x="21" y="30"/>
                    <a:pt x="29" y="23"/>
                    <a:pt x="29" y="14"/>
                  </a:cubicBezTo>
                  <a:cubicBezTo>
                    <a:pt x="29" y="8"/>
                    <a:pt x="25" y="2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5" name="Oval 3528">
              <a:extLst>
                <a:ext uri="{FF2B5EF4-FFF2-40B4-BE49-F238E27FC236}">
                  <a16:creationId xmlns:a16="http://schemas.microsoft.com/office/drawing/2014/main" id="{29FEE2A7-E92F-45BA-89F1-D641C58E5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3178"/>
              <a:ext cx="90" cy="96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6" name="Oval 3529">
              <a:extLst>
                <a:ext uri="{FF2B5EF4-FFF2-40B4-BE49-F238E27FC236}">
                  <a16:creationId xmlns:a16="http://schemas.microsoft.com/office/drawing/2014/main" id="{215476DB-88A1-410D-B22C-D8E7FA193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3189"/>
              <a:ext cx="47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7" name="Oval 3530">
              <a:extLst>
                <a:ext uri="{FF2B5EF4-FFF2-40B4-BE49-F238E27FC236}">
                  <a16:creationId xmlns:a16="http://schemas.microsoft.com/office/drawing/2014/main" id="{6A5E88C0-4695-4375-B04D-215813EC9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" y="3202"/>
              <a:ext cx="18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8" name="Freeform 3531">
              <a:extLst>
                <a:ext uri="{FF2B5EF4-FFF2-40B4-BE49-F238E27FC236}">
                  <a16:creationId xmlns:a16="http://schemas.microsoft.com/office/drawing/2014/main" id="{6E035525-E018-4311-B343-3AE9C36B3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186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612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5" y="28"/>
                    <a:pt x="2" y="27"/>
                    <a:pt x="0" y="26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9"/>
                    <a:pt x="25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9" name="Oval 3532">
              <a:extLst>
                <a:ext uri="{FF2B5EF4-FFF2-40B4-BE49-F238E27FC236}">
                  <a16:creationId xmlns:a16="http://schemas.microsoft.com/office/drawing/2014/main" id="{F9F621DD-D471-4177-8FBD-C808E0746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3178"/>
              <a:ext cx="90" cy="96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0" name="Oval 3533">
              <a:extLst>
                <a:ext uri="{FF2B5EF4-FFF2-40B4-BE49-F238E27FC236}">
                  <a16:creationId xmlns:a16="http://schemas.microsoft.com/office/drawing/2014/main" id="{72BAC033-5F58-4ECA-9836-1B3F0F037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4" y="3189"/>
              <a:ext cx="47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1" name="Oval 3534">
              <a:extLst>
                <a:ext uri="{FF2B5EF4-FFF2-40B4-BE49-F238E27FC236}">
                  <a16:creationId xmlns:a16="http://schemas.microsoft.com/office/drawing/2014/main" id="{359F0A02-0441-4507-A723-A5993BD66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3202"/>
              <a:ext cx="18" cy="16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2" name="Freeform 3535">
              <a:extLst>
                <a:ext uri="{FF2B5EF4-FFF2-40B4-BE49-F238E27FC236}">
                  <a16:creationId xmlns:a16="http://schemas.microsoft.com/office/drawing/2014/main" id="{2FA85563-8208-4D35-A801-45E560AB6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186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612 h 31"/>
                <a:gd name="T8" fmla="*/ 2938 w 28"/>
                <a:gd name="T9" fmla="*/ 11398 h 31"/>
                <a:gd name="T10" fmla="*/ 6845 w 28"/>
                <a:gd name="T11" fmla="*/ 5491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6"/>
                    <a:pt x="24" y="8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5" y="28"/>
                    <a:pt x="2" y="27"/>
                    <a:pt x="0" y="26"/>
                  </a:cubicBezTo>
                  <a:cubicBezTo>
                    <a:pt x="3" y="29"/>
                    <a:pt x="7" y="31"/>
                    <a:pt x="12" y="31"/>
                  </a:cubicBezTo>
                  <a:cubicBezTo>
                    <a:pt x="21" y="31"/>
                    <a:pt x="28" y="24"/>
                    <a:pt x="28" y="15"/>
                  </a:cubicBezTo>
                  <a:cubicBezTo>
                    <a:pt x="28" y="9"/>
                    <a:pt x="25" y="3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3" name="Oval 3536">
              <a:extLst>
                <a:ext uri="{FF2B5EF4-FFF2-40B4-BE49-F238E27FC236}">
                  <a16:creationId xmlns:a16="http://schemas.microsoft.com/office/drawing/2014/main" id="{82748C92-8730-4708-BAED-A8519CCCE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3087"/>
              <a:ext cx="92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4" name="Oval 3537">
              <a:extLst>
                <a:ext uri="{FF2B5EF4-FFF2-40B4-BE49-F238E27FC236}">
                  <a16:creationId xmlns:a16="http://schemas.microsoft.com/office/drawing/2014/main" id="{F9AD60BE-DA2F-4C28-B6B2-F30C887EB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3101"/>
              <a:ext cx="50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5" name="Oval 3538">
              <a:extLst>
                <a:ext uri="{FF2B5EF4-FFF2-40B4-BE49-F238E27FC236}">
                  <a16:creationId xmlns:a16="http://schemas.microsoft.com/office/drawing/2014/main" id="{75B96915-5A20-427A-9AEE-92D7261EE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3111"/>
              <a:ext cx="17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6" name="Freeform 3539">
              <a:extLst>
                <a:ext uri="{FF2B5EF4-FFF2-40B4-BE49-F238E27FC236}">
                  <a16:creationId xmlns:a16="http://schemas.microsoft.com/office/drawing/2014/main" id="{05DA3157-5A16-4F1C-B0A9-D7B618375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098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770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090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5"/>
                    <a:pt x="24" y="7"/>
                    <a:pt x="24" y="12"/>
                  </a:cubicBezTo>
                  <a:cubicBezTo>
                    <a:pt x="24" y="23"/>
                    <a:pt x="16" y="28"/>
                    <a:pt x="7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8"/>
                    <a:pt x="7" y="31"/>
                    <a:pt x="12" y="31"/>
                  </a:cubicBezTo>
                  <a:cubicBezTo>
                    <a:pt x="21" y="31"/>
                    <a:pt x="28" y="23"/>
                    <a:pt x="28" y="14"/>
                  </a:cubicBezTo>
                  <a:cubicBezTo>
                    <a:pt x="28" y="8"/>
                    <a:pt x="24" y="2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7" name="Oval 3540">
              <a:extLst>
                <a:ext uri="{FF2B5EF4-FFF2-40B4-BE49-F238E27FC236}">
                  <a16:creationId xmlns:a16="http://schemas.microsoft.com/office/drawing/2014/main" id="{CBBC69AA-2A3C-4B12-B62D-A52032828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4" y="2922"/>
              <a:ext cx="92" cy="99"/>
            </a:xfrm>
            <a:prstGeom prst="ellipse">
              <a:avLst/>
            </a:prstGeom>
            <a:solidFill>
              <a:srgbClr val="F5E5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8" name="Freeform 3541">
              <a:extLst>
                <a:ext uri="{FF2B5EF4-FFF2-40B4-BE49-F238E27FC236}">
                  <a16:creationId xmlns:a16="http://schemas.microsoft.com/office/drawing/2014/main" id="{E96C5B6F-E350-4AA2-B201-EB18EB7C9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941"/>
              <a:ext cx="77" cy="74"/>
            </a:xfrm>
            <a:custGeom>
              <a:avLst/>
              <a:gdLst>
                <a:gd name="T0" fmla="*/ 0 w 31"/>
                <a:gd name="T1" fmla="*/ 6441 h 28"/>
                <a:gd name="T2" fmla="*/ 2851 w 31"/>
                <a:gd name="T3" fmla="*/ 8145 h 28"/>
                <a:gd name="T4" fmla="*/ 6620 w 31"/>
                <a:gd name="T5" fmla="*/ 2730 h 28"/>
                <a:gd name="T6" fmla="*/ 5867 w 31"/>
                <a:gd name="T7" fmla="*/ 0 h 28"/>
                <a:gd name="T8" fmla="*/ 7263 w 31"/>
                <a:gd name="T9" fmla="*/ 4157 h 28"/>
                <a:gd name="T10" fmla="*/ 3510 w 31"/>
                <a:gd name="T11" fmla="*/ 9562 h 28"/>
                <a:gd name="T12" fmla="*/ 0 w 31"/>
                <a:gd name="T13" fmla="*/ 644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3" y="28"/>
                    <a:pt x="15" y="28"/>
                  </a:cubicBezTo>
                  <a:cubicBezTo>
                    <a:pt x="8" y="28"/>
                    <a:pt x="3" y="24"/>
                    <a:pt x="0" y="19"/>
                  </a:cubicBezTo>
                  <a:close/>
                </a:path>
              </a:pathLst>
            </a:custGeom>
            <a:solidFill>
              <a:srgbClr val="D2D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9" name="Oval 3542">
              <a:extLst>
                <a:ext uri="{FF2B5EF4-FFF2-40B4-BE49-F238E27FC236}">
                  <a16:creationId xmlns:a16="http://schemas.microsoft.com/office/drawing/2014/main" id="{44793E76-352C-4A1C-B506-27F4B7DF7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6" y="2938"/>
              <a:ext cx="50" cy="53"/>
            </a:xfrm>
            <a:prstGeom prst="ellipse">
              <a:avLst/>
            </a:prstGeom>
            <a:solidFill>
              <a:srgbClr val="FEF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0" name="Oval 3543">
              <a:extLst>
                <a:ext uri="{FF2B5EF4-FFF2-40B4-BE49-F238E27FC236}">
                  <a16:creationId xmlns:a16="http://schemas.microsoft.com/office/drawing/2014/main" id="{BF2AFBE2-4B3B-48D0-B51A-8F3927B33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6" y="2949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1" name="Oval 3544">
              <a:extLst>
                <a:ext uri="{FF2B5EF4-FFF2-40B4-BE49-F238E27FC236}">
                  <a16:creationId xmlns:a16="http://schemas.microsoft.com/office/drawing/2014/main" id="{CF285A8A-0774-43E4-A3F2-213072CFD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2922"/>
              <a:ext cx="90" cy="99"/>
            </a:xfrm>
            <a:prstGeom prst="ellipse">
              <a:avLst/>
            </a:prstGeom>
            <a:solidFill>
              <a:srgbClr val="F5E5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2" name="Oval 3545">
              <a:extLst>
                <a:ext uri="{FF2B5EF4-FFF2-40B4-BE49-F238E27FC236}">
                  <a16:creationId xmlns:a16="http://schemas.microsoft.com/office/drawing/2014/main" id="{A010D79A-5AB7-4DA4-867D-90E6D62BE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" y="2938"/>
              <a:ext cx="48" cy="53"/>
            </a:xfrm>
            <a:prstGeom prst="ellipse">
              <a:avLst/>
            </a:prstGeom>
            <a:solidFill>
              <a:srgbClr val="FEF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3" name="Oval 3546">
              <a:extLst>
                <a:ext uri="{FF2B5EF4-FFF2-40B4-BE49-F238E27FC236}">
                  <a16:creationId xmlns:a16="http://schemas.microsoft.com/office/drawing/2014/main" id="{43780FE9-D93C-4C1B-8375-A5061AC3E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1" y="294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4" name="Freeform 3547">
              <a:extLst>
                <a:ext uri="{FF2B5EF4-FFF2-40B4-BE49-F238E27FC236}">
                  <a16:creationId xmlns:a16="http://schemas.microsoft.com/office/drawing/2014/main" id="{C2D5C340-E3D2-4753-8253-BA393B8B9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941"/>
              <a:ext cx="78" cy="74"/>
            </a:xfrm>
            <a:custGeom>
              <a:avLst/>
              <a:gdLst>
                <a:gd name="T0" fmla="*/ 0 w 31"/>
                <a:gd name="T1" fmla="*/ 6441 h 28"/>
                <a:gd name="T2" fmla="*/ 3014 w 31"/>
                <a:gd name="T3" fmla="*/ 8145 h 28"/>
                <a:gd name="T4" fmla="*/ 7058 w 31"/>
                <a:gd name="T5" fmla="*/ 2730 h 28"/>
                <a:gd name="T6" fmla="*/ 6577 w 31"/>
                <a:gd name="T7" fmla="*/ 0 h 28"/>
                <a:gd name="T8" fmla="*/ 7850 w 31"/>
                <a:gd name="T9" fmla="*/ 4157 h 28"/>
                <a:gd name="T10" fmla="*/ 3855 w 31"/>
                <a:gd name="T11" fmla="*/ 9562 h 28"/>
                <a:gd name="T12" fmla="*/ 0 w 31"/>
                <a:gd name="T13" fmla="*/ 644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7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9" y="28"/>
                    <a:pt x="3" y="24"/>
                    <a:pt x="0" y="19"/>
                  </a:cubicBezTo>
                  <a:close/>
                </a:path>
              </a:pathLst>
            </a:custGeom>
            <a:solidFill>
              <a:srgbClr val="D2D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" name="Oval 3548">
              <a:extLst>
                <a:ext uri="{FF2B5EF4-FFF2-40B4-BE49-F238E27FC236}">
                  <a16:creationId xmlns:a16="http://schemas.microsoft.com/office/drawing/2014/main" id="{90E81486-7378-4420-BA30-10A5CD243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" y="2922"/>
              <a:ext cx="93" cy="99"/>
            </a:xfrm>
            <a:prstGeom prst="ellipse">
              <a:avLst/>
            </a:prstGeom>
            <a:solidFill>
              <a:srgbClr val="F5E5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6" name="Oval 3549">
              <a:extLst>
                <a:ext uri="{FF2B5EF4-FFF2-40B4-BE49-F238E27FC236}">
                  <a16:creationId xmlns:a16="http://schemas.microsoft.com/office/drawing/2014/main" id="{7351DC04-62B4-46D4-BB79-DEC777C26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4" y="2938"/>
              <a:ext cx="50" cy="53"/>
            </a:xfrm>
            <a:prstGeom prst="ellipse">
              <a:avLst/>
            </a:prstGeom>
            <a:solidFill>
              <a:srgbClr val="FEF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7" name="Oval 3550">
              <a:extLst>
                <a:ext uri="{FF2B5EF4-FFF2-40B4-BE49-F238E27FC236}">
                  <a16:creationId xmlns:a16="http://schemas.microsoft.com/office/drawing/2014/main" id="{B6A4DA34-689F-45BB-86BC-873E02A49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294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8" name="Freeform 3551">
              <a:extLst>
                <a:ext uri="{FF2B5EF4-FFF2-40B4-BE49-F238E27FC236}">
                  <a16:creationId xmlns:a16="http://schemas.microsoft.com/office/drawing/2014/main" id="{76FEECF3-C970-461C-A405-1902426F9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941"/>
              <a:ext cx="78" cy="74"/>
            </a:xfrm>
            <a:custGeom>
              <a:avLst/>
              <a:gdLst>
                <a:gd name="T0" fmla="*/ 0 w 31"/>
                <a:gd name="T1" fmla="*/ 6441 h 28"/>
                <a:gd name="T2" fmla="*/ 3014 w 31"/>
                <a:gd name="T3" fmla="*/ 8145 h 28"/>
                <a:gd name="T4" fmla="*/ 7058 w 31"/>
                <a:gd name="T5" fmla="*/ 2730 h 28"/>
                <a:gd name="T6" fmla="*/ 6368 w 31"/>
                <a:gd name="T7" fmla="*/ 0 h 28"/>
                <a:gd name="T8" fmla="*/ 7850 w 31"/>
                <a:gd name="T9" fmla="*/ 4157 h 28"/>
                <a:gd name="T10" fmla="*/ 3520 w 31"/>
                <a:gd name="T11" fmla="*/ 9562 h 28"/>
                <a:gd name="T12" fmla="*/ 0 w 31"/>
                <a:gd name="T13" fmla="*/ 644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5" y="24"/>
                    <a:pt x="8" y="24"/>
                    <a:pt x="12" y="24"/>
                  </a:cubicBezTo>
                  <a:cubicBezTo>
                    <a:pt x="23" y="24"/>
                    <a:pt x="28" y="16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8" y="3"/>
                    <a:pt x="31" y="7"/>
                    <a:pt x="31" y="12"/>
                  </a:cubicBezTo>
                  <a:cubicBezTo>
                    <a:pt x="31" y="21"/>
                    <a:pt x="23" y="28"/>
                    <a:pt x="14" y="28"/>
                  </a:cubicBezTo>
                  <a:cubicBezTo>
                    <a:pt x="8" y="28"/>
                    <a:pt x="3" y="24"/>
                    <a:pt x="0" y="19"/>
                  </a:cubicBezTo>
                  <a:close/>
                </a:path>
              </a:pathLst>
            </a:custGeom>
            <a:solidFill>
              <a:srgbClr val="D2D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" name="Oval 3552">
              <a:extLst>
                <a:ext uri="{FF2B5EF4-FFF2-40B4-BE49-F238E27FC236}">
                  <a16:creationId xmlns:a16="http://schemas.microsoft.com/office/drawing/2014/main" id="{B13638F8-526C-4AD9-B390-2DB2F2BE6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6" y="2922"/>
              <a:ext cx="93" cy="99"/>
            </a:xfrm>
            <a:prstGeom prst="ellipse">
              <a:avLst/>
            </a:prstGeom>
            <a:solidFill>
              <a:srgbClr val="F5E5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40" name="Oval 3553">
              <a:extLst>
                <a:ext uri="{FF2B5EF4-FFF2-40B4-BE49-F238E27FC236}">
                  <a16:creationId xmlns:a16="http://schemas.microsoft.com/office/drawing/2014/main" id="{A05EDA03-6085-4A66-B50B-ADF16AAD7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938"/>
              <a:ext cx="50" cy="53"/>
            </a:xfrm>
            <a:prstGeom prst="ellipse">
              <a:avLst/>
            </a:prstGeom>
            <a:solidFill>
              <a:srgbClr val="FEF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41" name="Oval 3554">
              <a:extLst>
                <a:ext uri="{FF2B5EF4-FFF2-40B4-BE49-F238E27FC236}">
                  <a16:creationId xmlns:a16="http://schemas.microsoft.com/office/drawing/2014/main" id="{7F4D75F9-95EC-4438-A42E-FF3B2FAFD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2949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42" name="Freeform 3555">
              <a:extLst>
                <a:ext uri="{FF2B5EF4-FFF2-40B4-BE49-F238E27FC236}">
                  <a16:creationId xmlns:a16="http://schemas.microsoft.com/office/drawing/2014/main" id="{D8FA12C1-C84F-4642-96BF-413A4D609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941"/>
              <a:ext cx="78" cy="74"/>
            </a:xfrm>
            <a:custGeom>
              <a:avLst/>
              <a:gdLst>
                <a:gd name="T0" fmla="*/ 0 w 31"/>
                <a:gd name="T1" fmla="*/ 6441 h 28"/>
                <a:gd name="T2" fmla="*/ 3014 w 31"/>
                <a:gd name="T3" fmla="*/ 8145 h 28"/>
                <a:gd name="T4" fmla="*/ 7058 w 31"/>
                <a:gd name="T5" fmla="*/ 2730 h 28"/>
                <a:gd name="T6" fmla="*/ 6577 w 31"/>
                <a:gd name="T7" fmla="*/ 0 h 28"/>
                <a:gd name="T8" fmla="*/ 7850 w 31"/>
                <a:gd name="T9" fmla="*/ 4157 h 28"/>
                <a:gd name="T10" fmla="*/ 3855 w 31"/>
                <a:gd name="T11" fmla="*/ 9562 h 28"/>
                <a:gd name="T12" fmla="*/ 0 w 31"/>
                <a:gd name="T13" fmla="*/ 644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0" y="19"/>
                  </a:moveTo>
                  <a:cubicBezTo>
                    <a:pt x="6" y="24"/>
                    <a:pt x="8" y="24"/>
                    <a:pt x="12" y="24"/>
                  </a:cubicBezTo>
                  <a:cubicBezTo>
                    <a:pt x="23" y="24"/>
                    <a:pt x="28" y="16"/>
                    <a:pt x="28" y="8"/>
                  </a:cubicBezTo>
                  <a:cubicBezTo>
                    <a:pt x="28" y="5"/>
                    <a:pt x="27" y="2"/>
                    <a:pt x="26" y="0"/>
                  </a:cubicBezTo>
                  <a:cubicBezTo>
                    <a:pt x="29" y="3"/>
                    <a:pt x="31" y="7"/>
                    <a:pt x="31" y="12"/>
                  </a:cubicBezTo>
                  <a:cubicBezTo>
                    <a:pt x="31" y="21"/>
                    <a:pt x="24" y="28"/>
                    <a:pt x="15" y="28"/>
                  </a:cubicBezTo>
                  <a:cubicBezTo>
                    <a:pt x="8" y="28"/>
                    <a:pt x="3" y="24"/>
                    <a:pt x="0" y="19"/>
                  </a:cubicBezTo>
                  <a:close/>
                </a:path>
              </a:pathLst>
            </a:custGeom>
            <a:solidFill>
              <a:srgbClr val="D2D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3" name="Oval 3556">
              <a:extLst>
                <a:ext uri="{FF2B5EF4-FFF2-40B4-BE49-F238E27FC236}">
                  <a16:creationId xmlns:a16="http://schemas.microsoft.com/office/drawing/2014/main" id="{E6287A2A-342E-4E0E-8AE6-53A10A2EA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2922"/>
              <a:ext cx="90" cy="99"/>
            </a:xfrm>
            <a:prstGeom prst="ellipse">
              <a:avLst/>
            </a:prstGeom>
            <a:solidFill>
              <a:srgbClr val="F5E5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44" name="Oval 3557">
              <a:extLst>
                <a:ext uri="{FF2B5EF4-FFF2-40B4-BE49-F238E27FC236}">
                  <a16:creationId xmlns:a16="http://schemas.microsoft.com/office/drawing/2014/main" id="{CD036A09-A20A-4BE3-94C8-D3CCE10D1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941"/>
              <a:ext cx="47" cy="50"/>
            </a:xfrm>
            <a:prstGeom prst="ellipse">
              <a:avLst/>
            </a:prstGeom>
            <a:solidFill>
              <a:srgbClr val="FEF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45" name="Oval 3558">
              <a:extLst>
                <a:ext uri="{FF2B5EF4-FFF2-40B4-BE49-F238E27FC236}">
                  <a16:creationId xmlns:a16="http://schemas.microsoft.com/office/drawing/2014/main" id="{AB5B3404-3633-4376-AAFF-C32F99EB4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294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46" name="Freeform 3559">
              <a:extLst>
                <a:ext uri="{FF2B5EF4-FFF2-40B4-BE49-F238E27FC236}">
                  <a16:creationId xmlns:a16="http://schemas.microsoft.com/office/drawing/2014/main" id="{452F035A-E866-40D4-9DAE-989DDF5A1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941"/>
              <a:ext cx="75" cy="74"/>
            </a:xfrm>
            <a:custGeom>
              <a:avLst/>
              <a:gdLst>
                <a:gd name="T0" fmla="*/ 0 w 30"/>
                <a:gd name="T1" fmla="*/ 6441 h 28"/>
                <a:gd name="T2" fmla="*/ 2738 w 30"/>
                <a:gd name="T3" fmla="*/ 8145 h 28"/>
                <a:gd name="T4" fmla="*/ 6845 w 30"/>
                <a:gd name="T5" fmla="*/ 2730 h 28"/>
                <a:gd name="T6" fmla="*/ 6175 w 30"/>
                <a:gd name="T7" fmla="*/ 0 h 28"/>
                <a:gd name="T8" fmla="*/ 7345 w 30"/>
                <a:gd name="T9" fmla="*/ 4157 h 28"/>
                <a:gd name="T10" fmla="*/ 3438 w 30"/>
                <a:gd name="T11" fmla="*/ 9562 h 28"/>
                <a:gd name="T12" fmla="*/ 0 w 30"/>
                <a:gd name="T13" fmla="*/ 644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8">
                  <a:moveTo>
                    <a:pt x="0" y="19"/>
                  </a:moveTo>
                  <a:cubicBezTo>
                    <a:pt x="5" y="24"/>
                    <a:pt x="7" y="24"/>
                    <a:pt x="11" y="24"/>
                  </a:cubicBezTo>
                  <a:cubicBezTo>
                    <a:pt x="22" y="24"/>
                    <a:pt x="28" y="17"/>
                    <a:pt x="28" y="8"/>
                  </a:cubicBezTo>
                  <a:cubicBezTo>
                    <a:pt x="28" y="5"/>
                    <a:pt x="26" y="2"/>
                    <a:pt x="25" y="0"/>
                  </a:cubicBezTo>
                  <a:cubicBezTo>
                    <a:pt x="28" y="3"/>
                    <a:pt x="30" y="7"/>
                    <a:pt x="30" y="12"/>
                  </a:cubicBezTo>
                  <a:cubicBezTo>
                    <a:pt x="30" y="21"/>
                    <a:pt x="23" y="28"/>
                    <a:pt x="14" y="28"/>
                  </a:cubicBezTo>
                  <a:cubicBezTo>
                    <a:pt x="8" y="28"/>
                    <a:pt x="2" y="24"/>
                    <a:pt x="0" y="19"/>
                  </a:cubicBezTo>
                  <a:close/>
                </a:path>
              </a:pathLst>
            </a:custGeom>
            <a:solidFill>
              <a:srgbClr val="D2D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7" name="Oval 3560">
              <a:extLst>
                <a:ext uri="{FF2B5EF4-FFF2-40B4-BE49-F238E27FC236}">
                  <a16:creationId xmlns:a16="http://schemas.microsoft.com/office/drawing/2014/main" id="{549099E5-EB86-406A-8EFB-C436ABAED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6" y="3087"/>
              <a:ext cx="93" cy="99"/>
            </a:xfrm>
            <a:prstGeom prst="ellipse">
              <a:avLst/>
            </a:prstGeom>
            <a:solidFill>
              <a:srgbClr val="EDE1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48" name="Oval 3561">
              <a:extLst>
                <a:ext uri="{FF2B5EF4-FFF2-40B4-BE49-F238E27FC236}">
                  <a16:creationId xmlns:a16="http://schemas.microsoft.com/office/drawing/2014/main" id="{788EE412-21AA-4935-882A-D3F986E76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3101"/>
              <a:ext cx="47" cy="53"/>
            </a:xfrm>
            <a:prstGeom prst="ellipse">
              <a:avLst/>
            </a:prstGeom>
            <a:solidFill>
              <a:srgbClr val="F3E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49" name="Oval 3562">
              <a:extLst>
                <a:ext uri="{FF2B5EF4-FFF2-40B4-BE49-F238E27FC236}">
                  <a16:creationId xmlns:a16="http://schemas.microsoft.com/office/drawing/2014/main" id="{F3F4D4FA-D427-436E-981B-DC752C1BE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3111"/>
              <a:ext cx="18" cy="19"/>
            </a:xfrm>
            <a:prstGeom prst="ellipse">
              <a:avLst/>
            </a:prstGeom>
            <a:solidFill>
              <a:srgbClr val="FFF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50" name="Freeform 3563">
              <a:extLst>
                <a:ext uri="{FF2B5EF4-FFF2-40B4-BE49-F238E27FC236}">
                  <a16:creationId xmlns:a16="http://schemas.microsoft.com/office/drawing/2014/main" id="{07B47CAB-F053-45B8-B551-26C0A8D2D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098"/>
              <a:ext cx="70" cy="83"/>
            </a:xfrm>
            <a:custGeom>
              <a:avLst/>
              <a:gdLst>
                <a:gd name="T0" fmla="*/ 4688 w 28"/>
                <a:gd name="T1" fmla="*/ 0 h 31"/>
                <a:gd name="T2" fmla="*/ 5863 w 28"/>
                <a:gd name="T3" fmla="*/ 4415 h 31"/>
                <a:gd name="T4" fmla="*/ 1958 w 28"/>
                <a:gd name="T5" fmla="*/ 10321 h 31"/>
                <a:gd name="T6" fmla="*/ 0 w 28"/>
                <a:gd name="T7" fmla="*/ 9189 h 31"/>
                <a:gd name="T8" fmla="*/ 2938 w 28"/>
                <a:gd name="T9" fmla="*/ 11398 h 31"/>
                <a:gd name="T10" fmla="*/ 6845 w 28"/>
                <a:gd name="T11" fmla="*/ 5090 h 31"/>
                <a:gd name="T12" fmla="*/ 4688 w 28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9" y="0"/>
                  </a:moveTo>
                  <a:cubicBezTo>
                    <a:pt x="24" y="5"/>
                    <a:pt x="24" y="7"/>
                    <a:pt x="24" y="12"/>
                  </a:cubicBezTo>
                  <a:cubicBezTo>
                    <a:pt x="24" y="23"/>
                    <a:pt x="17" y="28"/>
                    <a:pt x="8" y="28"/>
                  </a:cubicBezTo>
                  <a:cubicBezTo>
                    <a:pt x="5" y="28"/>
                    <a:pt x="2" y="26"/>
                    <a:pt x="0" y="25"/>
                  </a:cubicBezTo>
                  <a:cubicBezTo>
                    <a:pt x="3" y="28"/>
                    <a:pt x="7" y="31"/>
                    <a:pt x="12" y="31"/>
                  </a:cubicBezTo>
                  <a:cubicBezTo>
                    <a:pt x="21" y="31"/>
                    <a:pt x="28" y="23"/>
                    <a:pt x="28" y="14"/>
                  </a:cubicBezTo>
                  <a:cubicBezTo>
                    <a:pt x="28" y="8"/>
                    <a:pt x="24" y="2"/>
                    <a:pt x="19" y="0"/>
                  </a:cubicBezTo>
                  <a:close/>
                </a:path>
              </a:pathLst>
            </a:custGeom>
            <a:solidFill>
              <a:srgbClr val="BD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" name="Freeform 3564">
              <a:extLst>
                <a:ext uri="{FF2B5EF4-FFF2-40B4-BE49-F238E27FC236}">
                  <a16:creationId xmlns:a16="http://schemas.microsoft.com/office/drawing/2014/main" id="{37F4BA47-3E8A-4ED8-AD1D-7928149FE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941"/>
              <a:ext cx="38" cy="58"/>
            </a:xfrm>
            <a:custGeom>
              <a:avLst/>
              <a:gdLst>
                <a:gd name="T0" fmla="*/ 0 w 15"/>
                <a:gd name="T1" fmla="*/ 6375 h 22"/>
                <a:gd name="T2" fmla="*/ 828 w 15"/>
                <a:gd name="T3" fmla="*/ 3662 h 22"/>
                <a:gd name="T4" fmla="*/ 0 w 15"/>
                <a:gd name="T5" fmla="*/ 625 h 22"/>
                <a:gd name="T6" fmla="*/ 1561 w 15"/>
                <a:gd name="T7" fmla="*/ 0 h 22"/>
                <a:gd name="T8" fmla="*/ 3955 w 15"/>
                <a:gd name="T9" fmla="*/ 3662 h 22"/>
                <a:gd name="T10" fmla="*/ 1561 w 15"/>
                <a:gd name="T11" fmla="*/ 7382 h 22"/>
                <a:gd name="T12" fmla="*/ 0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0" y="19"/>
                  </a:moveTo>
                  <a:cubicBezTo>
                    <a:pt x="2" y="17"/>
                    <a:pt x="3" y="14"/>
                    <a:pt x="3" y="11"/>
                  </a:cubicBezTo>
                  <a:cubicBezTo>
                    <a:pt x="3" y="7"/>
                    <a:pt x="2" y="4"/>
                    <a:pt x="0" y="2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11" y="0"/>
                    <a:pt x="15" y="5"/>
                    <a:pt x="15" y="11"/>
                  </a:cubicBezTo>
                  <a:cubicBezTo>
                    <a:pt x="15" y="17"/>
                    <a:pt x="11" y="22"/>
                    <a:pt x="6" y="22"/>
                  </a:cubicBezTo>
                  <a:cubicBezTo>
                    <a:pt x="4" y="22"/>
                    <a:pt x="2" y="21"/>
                    <a:pt x="0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" name="Freeform 3565">
              <a:extLst>
                <a:ext uri="{FF2B5EF4-FFF2-40B4-BE49-F238E27FC236}">
                  <a16:creationId xmlns:a16="http://schemas.microsoft.com/office/drawing/2014/main" id="{354C66DB-33EF-4EE5-BFFA-550372822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943"/>
              <a:ext cx="22" cy="30"/>
            </a:xfrm>
            <a:custGeom>
              <a:avLst/>
              <a:gdLst>
                <a:gd name="T0" fmla="*/ 425 w 9"/>
                <a:gd name="T1" fmla="*/ 4544 h 11"/>
                <a:gd name="T2" fmla="*/ 0 w 9"/>
                <a:gd name="T3" fmla="*/ 447 h 11"/>
                <a:gd name="T4" fmla="*/ 1931 w 9"/>
                <a:gd name="T5" fmla="*/ 4099 h 11"/>
                <a:gd name="T6" fmla="*/ 1039 w 9"/>
                <a:gd name="T7" fmla="*/ 2433 h 11"/>
                <a:gd name="T8" fmla="*/ 425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2" y="11"/>
                  </a:moveTo>
                  <a:cubicBezTo>
                    <a:pt x="3" y="7"/>
                    <a:pt x="1" y="2"/>
                    <a:pt x="0" y="1"/>
                  </a:cubicBezTo>
                  <a:cubicBezTo>
                    <a:pt x="3" y="0"/>
                    <a:pt x="8" y="1"/>
                    <a:pt x="9" y="10"/>
                  </a:cubicBezTo>
                  <a:cubicBezTo>
                    <a:pt x="8" y="6"/>
                    <a:pt x="6" y="5"/>
                    <a:pt x="5" y="6"/>
                  </a:cubicBezTo>
                  <a:cubicBezTo>
                    <a:pt x="4" y="6"/>
                    <a:pt x="3" y="8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" name="Oval 3566">
              <a:extLst>
                <a:ext uri="{FF2B5EF4-FFF2-40B4-BE49-F238E27FC236}">
                  <a16:creationId xmlns:a16="http://schemas.microsoft.com/office/drawing/2014/main" id="{539078B8-4E9A-420D-9426-7E579F84C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1" y="3487"/>
              <a:ext cx="55" cy="59"/>
            </a:xfrm>
            <a:prstGeom prst="ellipse">
              <a:avLst/>
            </a:pr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54" name="Oval 3567">
              <a:extLst>
                <a:ext uri="{FF2B5EF4-FFF2-40B4-BE49-F238E27FC236}">
                  <a16:creationId xmlns:a16="http://schemas.microsoft.com/office/drawing/2014/main" id="{42424DD4-8711-4705-8695-CD9144F68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3495"/>
              <a:ext cx="28" cy="32"/>
            </a:xfrm>
            <a:prstGeom prst="ellipse">
              <a:avLst/>
            </a:prstGeom>
            <a:solidFill>
              <a:srgbClr val="F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55" name="Oval 3568">
              <a:extLst>
                <a:ext uri="{FF2B5EF4-FFF2-40B4-BE49-F238E27FC236}">
                  <a16:creationId xmlns:a16="http://schemas.microsoft.com/office/drawing/2014/main" id="{A3FC4984-C8FA-4EA8-8F42-C8AAD330B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350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56" name="Oval 3569">
              <a:extLst>
                <a:ext uri="{FF2B5EF4-FFF2-40B4-BE49-F238E27FC236}">
                  <a16:creationId xmlns:a16="http://schemas.microsoft.com/office/drawing/2014/main" id="{B864CFA3-D6CF-4C69-977C-65E5CF764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1" y="3487"/>
              <a:ext cx="55" cy="59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57" name="Freeform 3570">
              <a:extLst>
                <a:ext uri="{FF2B5EF4-FFF2-40B4-BE49-F238E27FC236}">
                  <a16:creationId xmlns:a16="http://schemas.microsoft.com/office/drawing/2014/main" id="{121C7770-57D6-485B-97DD-B370F2EDA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941"/>
              <a:ext cx="35" cy="58"/>
            </a:xfrm>
            <a:custGeom>
              <a:avLst/>
              <a:gdLst>
                <a:gd name="T0" fmla="*/ 3438 w 14"/>
                <a:gd name="T1" fmla="*/ 6375 h 22"/>
                <a:gd name="T2" fmla="*/ 2738 w 14"/>
                <a:gd name="T3" fmla="*/ 3662 h 22"/>
                <a:gd name="T4" fmla="*/ 3438 w 14"/>
                <a:gd name="T5" fmla="*/ 625 h 22"/>
                <a:gd name="T6" fmla="*/ 2270 w 14"/>
                <a:gd name="T7" fmla="*/ 0 h 22"/>
                <a:gd name="T8" fmla="*/ 0 w 14"/>
                <a:gd name="T9" fmla="*/ 3662 h 22"/>
                <a:gd name="T10" fmla="*/ 2270 w 14"/>
                <a:gd name="T11" fmla="*/ 7382 h 22"/>
                <a:gd name="T12" fmla="*/ 3438 w 14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14" y="19"/>
                  </a:moveTo>
                  <a:cubicBezTo>
                    <a:pt x="12" y="17"/>
                    <a:pt x="11" y="14"/>
                    <a:pt x="11" y="11"/>
                  </a:cubicBezTo>
                  <a:cubicBezTo>
                    <a:pt x="11" y="7"/>
                    <a:pt x="12" y="4"/>
                    <a:pt x="14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4" y="19"/>
                  </a:cubicBezTo>
                  <a:close/>
                </a:path>
              </a:pathLst>
            </a:custGeom>
            <a:solidFill>
              <a:srgbClr val="E89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8" name="Freeform 3571">
              <a:extLst>
                <a:ext uri="{FF2B5EF4-FFF2-40B4-BE49-F238E27FC236}">
                  <a16:creationId xmlns:a16="http://schemas.microsoft.com/office/drawing/2014/main" id="{99A0A5F0-6655-4E3F-9082-076160102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941"/>
              <a:ext cx="38" cy="58"/>
            </a:xfrm>
            <a:custGeom>
              <a:avLst/>
              <a:gdLst>
                <a:gd name="T0" fmla="*/ 0 w 15"/>
                <a:gd name="T1" fmla="*/ 6375 h 22"/>
                <a:gd name="T2" fmla="*/ 828 w 15"/>
                <a:gd name="T3" fmla="*/ 3662 h 22"/>
                <a:gd name="T4" fmla="*/ 0 w 15"/>
                <a:gd name="T5" fmla="*/ 625 h 22"/>
                <a:gd name="T6" fmla="*/ 1561 w 15"/>
                <a:gd name="T7" fmla="*/ 0 h 22"/>
                <a:gd name="T8" fmla="*/ 3955 w 15"/>
                <a:gd name="T9" fmla="*/ 3662 h 22"/>
                <a:gd name="T10" fmla="*/ 1561 w 15"/>
                <a:gd name="T11" fmla="*/ 7382 h 22"/>
                <a:gd name="T12" fmla="*/ 0 w 15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0" y="19"/>
                  </a:moveTo>
                  <a:cubicBezTo>
                    <a:pt x="2" y="17"/>
                    <a:pt x="3" y="14"/>
                    <a:pt x="3" y="11"/>
                  </a:cubicBezTo>
                  <a:cubicBezTo>
                    <a:pt x="3" y="7"/>
                    <a:pt x="2" y="4"/>
                    <a:pt x="0" y="2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11" y="0"/>
                    <a:pt x="15" y="5"/>
                    <a:pt x="15" y="11"/>
                  </a:cubicBezTo>
                  <a:cubicBezTo>
                    <a:pt x="15" y="17"/>
                    <a:pt x="11" y="22"/>
                    <a:pt x="6" y="22"/>
                  </a:cubicBezTo>
                  <a:cubicBezTo>
                    <a:pt x="4" y="22"/>
                    <a:pt x="2" y="21"/>
                    <a:pt x="0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9" name="Freeform 3572">
              <a:extLst>
                <a:ext uri="{FF2B5EF4-FFF2-40B4-BE49-F238E27FC236}">
                  <a16:creationId xmlns:a16="http://schemas.microsoft.com/office/drawing/2014/main" id="{49FD3CE7-A9D2-4784-BEE3-F124EFC2E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941"/>
              <a:ext cx="35" cy="58"/>
            </a:xfrm>
            <a:custGeom>
              <a:avLst/>
              <a:gdLst>
                <a:gd name="T0" fmla="*/ 3438 w 14"/>
                <a:gd name="T1" fmla="*/ 6375 h 22"/>
                <a:gd name="T2" fmla="*/ 2738 w 14"/>
                <a:gd name="T3" fmla="*/ 3662 h 22"/>
                <a:gd name="T4" fmla="*/ 3438 w 14"/>
                <a:gd name="T5" fmla="*/ 625 h 22"/>
                <a:gd name="T6" fmla="*/ 2270 w 14"/>
                <a:gd name="T7" fmla="*/ 0 h 22"/>
                <a:gd name="T8" fmla="*/ 0 w 14"/>
                <a:gd name="T9" fmla="*/ 3662 h 22"/>
                <a:gd name="T10" fmla="*/ 2270 w 14"/>
                <a:gd name="T11" fmla="*/ 7382 h 22"/>
                <a:gd name="T12" fmla="*/ 3438 w 14"/>
                <a:gd name="T13" fmla="*/ 637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14" y="19"/>
                  </a:moveTo>
                  <a:cubicBezTo>
                    <a:pt x="12" y="17"/>
                    <a:pt x="11" y="14"/>
                    <a:pt x="11" y="11"/>
                  </a:cubicBezTo>
                  <a:cubicBezTo>
                    <a:pt x="11" y="7"/>
                    <a:pt x="12" y="4"/>
                    <a:pt x="14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4" y="22"/>
                    <a:pt x="9" y="22"/>
                  </a:cubicBezTo>
                  <a:cubicBezTo>
                    <a:pt x="11" y="22"/>
                    <a:pt x="13" y="21"/>
                    <a:pt x="14" y="1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0" name="Freeform 3573">
              <a:extLst>
                <a:ext uri="{FF2B5EF4-FFF2-40B4-BE49-F238E27FC236}">
                  <a16:creationId xmlns:a16="http://schemas.microsoft.com/office/drawing/2014/main" id="{ABFB93C0-19D5-42FF-A006-A69F0B3D4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943"/>
              <a:ext cx="23" cy="30"/>
            </a:xfrm>
            <a:custGeom>
              <a:avLst/>
              <a:gdLst>
                <a:gd name="T0" fmla="*/ 1973 w 9"/>
                <a:gd name="T1" fmla="*/ 4544 h 11"/>
                <a:gd name="T2" fmla="*/ 2520 w 9"/>
                <a:gd name="T3" fmla="*/ 447 h 11"/>
                <a:gd name="T4" fmla="*/ 0 w 9"/>
                <a:gd name="T5" fmla="*/ 4099 h 11"/>
                <a:gd name="T6" fmla="*/ 1403 w 9"/>
                <a:gd name="T7" fmla="*/ 2433 h 11"/>
                <a:gd name="T8" fmla="*/ 1973 w 9"/>
                <a:gd name="T9" fmla="*/ 454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6" y="7"/>
                    <a:pt x="8" y="2"/>
                    <a:pt x="9" y="1"/>
                  </a:cubicBezTo>
                  <a:cubicBezTo>
                    <a:pt x="6" y="0"/>
                    <a:pt x="1" y="1"/>
                    <a:pt x="0" y="10"/>
                  </a:cubicBezTo>
                  <a:cubicBezTo>
                    <a:pt x="2" y="6"/>
                    <a:pt x="3" y="5"/>
                    <a:pt x="5" y="6"/>
                  </a:cubicBezTo>
                  <a:cubicBezTo>
                    <a:pt x="6" y="6"/>
                    <a:pt x="6" y="8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30612D66-D512-48DB-8CD0-B5EB7C54DD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Influenza virus</a:t>
            </a:r>
          </a:p>
        </p:txBody>
      </p:sp>
      <p:grpSp>
        <p:nvGrpSpPr>
          <p:cNvPr id="22531" name="influenza-virus-particle-illustration">
            <a:extLst>
              <a:ext uri="{FF2B5EF4-FFF2-40B4-BE49-F238E27FC236}">
                <a16:creationId xmlns:a16="http://schemas.microsoft.com/office/drawing/2014/main" id="{73AA128B-1809-45F8-96BC-AC1CABC83A63}"/>
              </a:ext>
            </a:extLst>
          </p:cNvPr>
          <p:cNvGrpSpPr>
            <a:grpSpLocks/>
          </p:cNvGrpSpPr>
          <p:nvPr/>
        </p:nvGrpSpPr>
        <p:grpSpPr bwMode="auto">
          <a:xfrm>
            <a:off x="2106613" y="2127250"/>
            <a:ext cx="3014662" cy="3221038"/>
            <a:chOff x="367" y="1257"/>
            <a:chExt cx="1977" cy="2112"/>
          </a:xfrm>
        </p:grpSpPr>
        <p:sp>
          <p:nvSpPr>
            <p:cNvPr id="24044" name="Oval 4">
              <a:extLst>
                <a:ext uri="{FF2B5EF4-FFF2-40B4-BE49-F238E27FC236}">
                  <a16:creationId xmlns:a16="http://schemas.microsoft.com/office/drawing/2014/main" id="{2D7331C4-9156-40D6-92A8-F1F60A70B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" y="1439"/>
              <a:ext cx="1637" cy="1749"/>
            </a:xfrm>
            <a:prstGeom prst="ellipse">
              <a:avLst/>
            </a:prstGeom>
            <a:solidFill>
              <a:srgbClr val="F3A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45" name="Freeform 5">
              <a:extLst>
                <a:ext uri="{FF2B5EF4-FFF2-40B4-BE49-F238E27FC236}">
                  <a16:creationId xmlns:a16="http://schemas.microsoft.com/office/drawing/2014/main" id="{24E8E4D6-580E-4BBE-A889-97F2DAD62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497"/>
              <a:ext cx="1018" cy="1654"/>
            </a:xfrm>
            <a:custGeom>
              <a:avLst/>
              <a:gdLst>
                <a:gd name="T0" fmla="*/ 39652 w 407"/>
                <a:gd name="T1" fmla="*/ 0 h 620"/>
                <a:gd name="T2" fmla="*/ 93498 w 407"/>
                <a:gd name="T3" fmla="*/ 108084 h 620"/>
                <a:gd name="T4" fmla="*/ 16948 w 407"/>
                <a:gd name="T5" fmla="*/ 220942 h 620"/>
                <a:gd name="T6" fmla="*/ 0 w 407"/>
                <a:gd name="T7" fmla="*/ 218509 h 620"/>
                <a:gd name="T8" fmla="*/ 22816 w 407"/>
                <a:gd name="T9" fmla="*/ 223461 h 620"/>
                <a:gd name="T10" fmla="*/ 99649 w 407"/>
                <a:gd name="T11" fmla="*/ 110268 h 620"/>
                <a:gd name="T12" fmla="*/ 39652 w 407"/>
                <a:gd name="T13" fmla="*/ 0 h 6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7" h="620">
                  <a:moveTo>
                    <a:pt x="162" y="0"/>
                  </a:moveTo>
                  <a:cubicBezTo>
                    <a:pt x="290" y="40"/>
                    <a:pt x="382" y="159"/>
                    <a:pt x="382" y="300"/>
                  </a:cubicBezTo>
                  <a:cubicBezTo>
                    <a:pt x="382" y="473"/>
                    <a:pt x="242" y="613"/>
                    <a:pt x="69" y="613"/>
                  </a:cubicBezTo>
                  <a:cubicBezTo>
                    <a:pt x="45" y="613"/>
                    <a:pt x="22" y="611"/>
                    <a:pt x="0" y="606"/>
                  </a:cubicBezTo>
                  <a:cubicBezTo>
                    <a:pt x="29" y="615"/>
                    <a:pt x="61" y="620"/>
                    <a:pt x="93" y="620"/>
                  </a:cubicBezTo>
                  <a:cubicBezTo>
                    <a:pt x="267" y="620"/>
                    <a:pt x="407" y="479"/>
                    <a:pt x="407" y="306"/>
                  </a:cubicBezTo>
                  <a:cubicBezTo>
                    <a:pt x="407" y="157"/>
                    <a:pt x="302" y="32"/>
                    <a:pt x="162" y="0"/>
                  </a:cubicBezTo>
                  <a:close/>
                </a:path>
              </a:pathLst>
            </a:custGeom>
            <a:solidFill>
              <a:srgbClr val="EA6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6" name="Freeform 6">
              <a:extLst>
                <a:ext uri="{FF2B5EF4-FFF2-40B4-BE49-F238E27FC236}">
                  <a16:creationId xmlns:a16="http://schemas.microsoft.com/office/drawing/2014/main" id="{004D39E6-C050-4655-B1EE-42E294F18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313"/>
              <a:ext cx="1018" cy="838"/>
            </a:xfrm>
            <a:custGeom>
              <a:avLst/>
              <a:gdLst>
                <a:gd name="T0" fmla="*/ 313 w 407"/>
                <a:gd name="T1" fmla="*/ 398 h 314"/>
                <a:gd name="T2" fmla="*/ 82743 w 407"/>
                <a:gd name="T3" fmla="*/ 110896 h 314"/>
                <a:gd name="T4" fmla="*/ 99649 w 407"/>
                <a:gd name="T5" fmla="*/ 108460 h 314"/>
                <a:gd name="T6" fmla="*/ 76833 w 407"/>
                <a:gd name="T7" fmla="*/ 113424 h 314"/>
                <a:gd name="T8" fmla="*/ 0 w 407"/>
                <a:gd name="T9" fmla="*/ 0 h 3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7" h="314">
                  <a:moveTo>
                    <a:pt x="1" y="1"/>
                  </a:moveTo>
                  <a:cubicBezTo>
                    <a:pt x="1" y="174"/>
                    <a:pt x="165" y="307"/>
                    <a:pt x="338" y="307"/>
                  </a:cubicBezTo>
                  <a:cubicBezTo>
                    <a:pt x="362" y="307"/>
                    <a:pt x="385" y="305"/>
                    <a:pt x="407" y="300"/>
                  </a:cubicBezTo>
                  <a:cubicBezTo>
                    <a:pt x="378" y="309"/>
                    <a:pt x="346" y="314"/>
                    <a:pt x="314" y="314"/>
                  </a:cubicBezTo>
                  <a:cubicBezTo>
                    <a:pt x="141" y="314"/>
                    <a:pt x="0" y="173"/>
                    <a:pt x="0" y="0"/>
                  </a:cubicBezTo>
                </a:path>
              </a:pathLst>
            </a:custGeom>
            <a:solidFill>
              <a:srgbClr val="E74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7" name="Freeform 7">
              <a:extLst>
                <a:ext uri="{FF2B5EF4-FFF2-40B4-BE49-F238E27FC236}">
                  <a16:creationId xmlns:a16="http://schemas.microsoft.com/office/drawing/2014/main" id="{8F9F6B0E-FD43-4128-ACFB-AFD83A58C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508"/>
              <a:ext cx="402" cy="1611"/>
            </a:xfrm>
            <a:custGeom>
              <a:avLst/>
              <a:gdLst>
                <a:gd name="T0" fmla="*/ 26385 w 161"/>
                <a:gd name="T1" fmla="*/ 187903 h 604"/>
                <a:gd name="T2" fmla="*/ 39029 w 161"/>
                <a:gd name="T3" fmla="*/ 108817 h 604"/>
                <a:gd name="T4" fmla="*/ 26385 w 161"/>
                <a:gd name="T5" fmla="*/ 29566 h 604"/>
                <a:gd name="T6" fmla="*/ 0 w 161"/>
                <a:gd name="T7" fmla="*/ 0 h 604"/>
                <a:gd name="T8" fmla="*/ 0 w 161"/>
                <a:gd name="T9" fmla="*/ 4702 h 604"/>
                <a:gd name="T10" fmla="*/ 23473 w 161"/>
                <a:gd name="T11" fmla="*/ 31991 h 604"/>
                <a:gd name="T12" fmla="*/ 35910 w 161"/>
                <a:gd name="T13" fmla="*/ 108817 h 604"/>
                <a:gd name="T14" fmla="*/ 23473 w 161"/>
                <a:gd name="T15" fmla="*/ 185478 h 604"/>
                <a:gd name="T16" fmla="*/ 0 w 161"/>
                <a:gd name="T17" fmla="*/ 212767 h 604"/>
                <a:gd name="T18" fmla="*/ 0 w 161"/>
                <a:gd name="T19" fmla="*/ 217469 h 604"/>
                <a:gd name="T20" fmla="*/ 26385 w 161"/>
                <a:gd name="T21" fmla="*/ 187903 h 6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604">
                  <a:moveTo>
                    <a:pt x="109" y="522"/>
                  </a:moveTo>
                  <a:cubicBezTo>
                    <a:pt x="142" y="463"/>
                    <a:pt x="161" y="385"/>
                    <a:pt x="161" y="302"/>
                  </a:cubicBezTo>
                  <a:cubicBezTo>
                    <a:pt x="161" y="219"/>
                    <a:pt x="142" y="141"/>
                    <a:pt x="109" y="82"/>
                  </a:cubicBezTo>
                  <a:cubicBezTo>
                    <a:pt x="78" y="30"/>
                    <a:pt x="39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4" y="13"/>
                    <a:pt x="70" y="41"/>
                    <a:pt x="97" y="89"/>
                  </a:cubicBezTo>
                  <a:cubicBezTo>
                    <a:pt x="130" y="145"/>
                    <a:pt x="148" y="221"/>
                    <a:pt x="148" y="302"/>
                  </a:cubicBezTo>
                  <a:cubicBezTo>
                    <a:pt x="148" y="383"/>
                    <a:pt x="130" y="459"/>
                    <a:pt x="97" y="515"/>
                  </a:cubicBezTo>
                  <a:cubicBezTo>
                    <a:pt x="70" y="563"/>
                    <a:pt x="34" y="591"/>
                    <a:pt x="0" y="591"/>
                  </a:cubicBezTo>
                  <a:cubicBezTo>
                    <a:pt x="0" y="604"/>
                    <a:pt x="0" y="604"/>
                    <a:pt x="0" y="604"/>
                  </a:cubicBezTo>
                  <a:cubicBezTo>
                    <a:pt x="39" y="604"/>
                    <a:pt x="78" y="574"/>
                    <a:pt x="109" y="522"/>
                  </a:cubicBezTo>
                  <a:close/>
                </a:path>
              </a:pathLst>
            </a:custGeom>
            <a:solidFill>
              <a:srgbClr val="754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8" name="Freeform 8">
              <a:extLst>
                <a:ext uri="{FF2B5EF4-FFF2-40B4-BE49-F238E27FC236}">
                  <a16:creationId xmlns:a16="http://schemas.microsoft.com/office/drawing/2014/main" id="{6BEDA647-38C9-4332-8E71-E9DD28527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508"/>
              <a:ext cx="403" cy="1611"/>
            </a:xfrm>
            <a:custGeom>
              <a:avLst/>
              <a:gdLst>
                <a:gd name="T0" fmla="*/ 39617 w 161"/>
                <a:gd name="T1" fmla="*/ 4702 h 604"/>
                <a:gd name="T2" fmla="*/ 39617 w 161"/>
                <a:gd name="T3" fmla="*/ 4702 h 604"/>
                <a:gd name="T4" fmla="*/ 39617 w 161"/>
                <a:gd name="T5" fmla="*/ 0 h 604"/>
                <a:gd name="T6" fmla="*/ 12768 w 161"/>
                <a:gd name="T7" fmla="*/ 29566 h 604"/>
                <a:gd name="T8" fmla="*/ 0 w 161"/>
                <a:gd name="T9" fmla="*/ 108817 h 604"/>
                <a:gd name="T10" fmla="*/ 12768 w 161"/>
                <a:gd name="T11" fmla="*/ 187903 h 604"/>
                <a:gd name="T12" fmla="*/ 39617 w 161"/>
                <a:gd name="T13" fmla="*/ 217469 h 604"/>
                <a:gd name="T14" fmla="*/ 39617 w 161"/>
                <a:gd name="T15" fmla="*/ 212767 h 604"/>
                <a:gd name="T16" fmla="*/ 39617 w 161"/>
                <a:gd name="T17" fmla="*/ 212767 h 604"/>
                <a:gd name="T18" fmla="*/ 15514 w 161"/>
                <a:gd name="T19" fmla="*/ 185478 h 604"/>
                <a:gd name="T20" fmla="*/ 2951 w 161"/>
                <a:gd name="T21" fmla="*/ 108817 h 604"/>
                <a:gd name="T22" fmla="*/ 15514 w 161"/>
                <a:gd name="T23" fmla="*/ 31991 h 604"/>
                <a:gd name="T24" fmla="*/ 39617 w 161"/>
                <a:gd name="T25" fmla="*/ 4702 h 6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1" h="604">
                  <a:moveTo>
                    <a:pt x="161" y="13"/>
                  </a:moveTo>
                  <a:cubicBezTo>
                    <a:pt x="161" y="13"/>
                    <a:pt x="161" y="13"/>
                    <a:pt x="161" y="13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22" y="0"/>
                    <a:pt x="82" y="30"/>
                    <a:pt x="52" y="82"/>
                  </a:cubicBezTo>
                  <a:cubicBezTo>
                    <a:pt x="18" y="141"/>
                    <a:pt x="0" y="219"/>
                    <a:pt x="0" y="302"/>
                  </a:cubicBezTo>
                  <a:cubicBezTo>
                    <a:pt x="0" y="385"/>
                    <a:pt x="18" y="463"/>
                    <a:pt x="52" y="522"/>
                  </a:cubicBezTo>
                  <a:cubicBezTo>
                    <a:pt x="82" y="574"/>
                    <a:pt x="122" y="604"/>
                    <a:pt x="161" y="604"/>
                  </a:cubicBezTo>
                  <a:cubicBezTo>
                    <a:pt x="161" y="591"/>
                    <a:pt x="161" y="591"/>
                    <a:pt x="161" y="591"/>
                  </a:cubicBezTo>
                  <a:cubicBezTo>
                    <a:pt x="161" y="591"/>
                    <a:pt x="161" y="591"/>
                    <a:pt x="161" y="591"/>
                  </a:cubicBezTo>
                  <a:cubicBezTo>
                    <a:pt x="126" y="591"/>
                    <a:pt x="91" y="563"/>
                    <a:pt x="63" y="515"/>
                  </a:cubicBezTo>
                  <a:cubicBezTo>
                    <a:pt x="30" y="459"/>
                    <a:pt x="12" y="383"/>
                    <a:pt x="12" y="302"/>
                  </a:cubicBezTo>
                  <a:cubicBezTo>
                    <a:pt x="12" y="221"/>
                    <a:pt x="30" y="145"/>
                    <a:pt x="63" y="89"/>
                  </a:cubicBezTo>
                  <a:cubicBezTo>
                    <a:pt x="91" y="41"/>
                    <a:pt x="126" y="13"/>
                    <a:pt x="161" y="13"/>
                  </a:cubicBezTo>
                  <a:close/>
                </a:path>
              </a:pathLst>
            </a:custGeom>
            <a:solidFill>
              <a:srgbClr val="5C2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9" name="Freeform 9">
              <a:extLst>
                <a:ext uri="{FF2B5EF4-FFF2-40B4-BE49-F238E27FC236}">
                  <a16:creationId xmlns:a16="http://schemas.microsoft.com/office/drawing/2014/main" id="{9D01ED8E-DFD5-41D7-A65E-3FDE54A75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439"/>
              <a:ext cx="473" cy="1749"/>
            </a:xfrm>
            <a:custGeom>
              <a:avLst/>
              <a:gdLst>
                <a:gd name="T0" fmla="*/ 0 w 189"/>
                <a:gd name="T1" fmla="*/ 117887 h 656"/>
                <a:gd name="T2" fmla="*/ 46442 w 189"/>
                <a:gd name="T3" fmla="*/ 235614 h 656"/>
                <a:gd name="T4" fmla="*/ 46442 w 189"/>
                <a:gd name="T5" fmla="*/ 226325 h 656"/>
                <a:gd name="T6" fmla="*/ 19653 w 189"/>
                <a:gd name="T7" fmla="*/ 196818 h 656"/>
                <a:gd name="T8" fmla="*/ 6865 w 189"/>
                <a:gd name="T9" fmla="*/ 117887 h 656"/>
                <a:gd name="T10" fmla="*/ 19653 w 189"/>
                <a:gd name="T11" fmla="*/ 38811 h 656"/>
                <a:gd name="T12" fmla="*/ 46442 w 189"/>
                <a:gd name="T13" fmla="*/ 9305 h 656"/>
                <a:gd name="T14" fmla="*/ 46442 w 189"/>
                <a:gd name="T15" fmla="*/ 0 h 656"/>
                <a:gd name="T16" fmla="*/ 0 w 189"/>
                <a:gd name="T17" fmla="*/ 117887 h 6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656">
                  <a:moveTo>
                    <a:pt x="0" y="328"/>
                  </a:moveTo>
                  <a:cubicBezTo>
                    <a:pt x="0" y="509"/>
                    <a:pt x="84" y="656"/>
                    <a:pt x="189" y="656"/>
                  </a:cubicBezTo>
                  <a:cubicBezTo>
                    <a:pt x="189" y="630"/>
                    <a:pt x="189" y="630"/>
                    <a:pt x="189" y="630"/>
                  </a:cubicBezTo>
                  <a:cubicBezTo>
                    <a:pt x="150" y="630"/>
                    <a:pt x="110" y="600"/>
                    <a:pt x="80" y="548"/>
                  </a:cubicBezTo>
                  <a:cubicBezTo>
                    <a:pt x="46" y="489"/>
                    <a:pt x="28" y="411"/>
                    <a:pt x="28" y="328"/>
                  </a:cubicBezTo>
                  <a:cubicBezTo>
                    <a:pt x="28" y="245"/>
                    <a:pt x="46" y="167"/>
                    <a:pt x="80" y="108"/>
                  </a:cubicBezTo>
                  <a:cubicBezTo>
                    <a:pt x="110" y="56"/>
                    <a:pt x="150" y="26"/>
                    <a:pt x="189" y="26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84" y="0"/>
                    <a:pt x="0" y="147"/>
                    <a:pt x="0" y="328"/>
                  </a:cubicBezTo>
                  <a:close/>
                </a:path>
              </a:pathLst>
            </a:custGeom>
            <a:solidFill>
              <a:srgbClr val="009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0" name="Freeform 10">
              <a:extLst>
                <a:ext uri="{FF2B5EF4-FFF2-40B4-BE49-F238E27FC236}">
                  <a16:creationId xmlns:a16="http://schemas.microsoft.com/office/drawing/2014/main" id="{B9F5FE32-5359-491D-B9CE-8CD7A1933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439"/>
              <a:ext cx="472" cy="1749"/>
            </a:xfrm>
            <a:custGeom>
              <a:avLst/>
              <a:gdLst>
                <a:gd name="T0" fmla="*/ 45854 w 189"/>
                <a:gd name="T1" fmla="*/ 117887 h 656"/>
                <a:gd name="T2" fmla="*/ 0 w 189"/>
                <a:gd name="T3" fmla="*/ 235614 h 656"/>
                <a:gd name="T4" fmla="*/ 0 w 189"/>
                <a:gd name="T5" fmla="*/ 226325 h 656"/>
                <a:gd name="T6" fmla="*/ 26420 w 189"/>
                <a:gd name="T7" fmla="*/ 196818 h 656"/>
                <a:gd name="T8" fmla="*/ 39049 w 189"/>
                <a:gd name="T9" fmla="*/ 117887 h 656"/>
                <a:gd name="T10" fmla="*/ 26420 w 189"/>
                <a:gd name="T11" fmla="*/ 38811 h 656"/>
                <a:gd name="T12" fmla="*/ 0 w 189"/>
                <a:gd name="T13" fmla="*/ 9305 h 656"/>
                <a:gd name="T14" fmla="*/ 0 w 189"/>
                <a:gd name="T15" fmla="*/ 0 h 656"/>
                <a:gd name="T16" fmla="*/ 45854 w 189"/>
                <a:gd name="T17" fmla="*/ 117887 h 6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656">
                  <a:moveTo>
                    <a:pt x="189" y="328"/>
                  </a:moveTo>
                  <a:cubicBezTo>
                    <a:pt x="189" y="509"/>
                    <a:pt x="104" y="656"/>
                    <a:pt x="0" y="656"/>
                  </a:cubicBezTo>
                  <a:cubicBezTo>
                    <a:pt x="0" y="630"/>
                    <a:pt x="0" y="630"/>
                    <a:pt x="0" y="630"/>
                  </a:cubicBezTo>
                  <a:cubicBezTo>
                    <a:pt x="39" y="630"/>
                    <a:pt x="78" y="600"/>
                    <a:pt x="109" y="548"/>
                  </a:cubicBezTo>
                  <a:cubicBezTo>
                    <a:pt x="142" y="489"/>
                    <a:pt x="161" y="411"/>
                    <a:pt x="161" y="328"/>
                  </a:cubicBezTo>
                  <a:cubicBezTo>
                    <a:pt x="161" y="245"/>
                    <a:pt x="142" y="167"/>
                    <a:pt x="109" y="108"/>
                  </a:cubicBezTo>
                  <a:cubicBezTo>
                    <a:pt x="78" y="56"/>
                    <a:pt x="39" y="26"/>
                    <a:pt x="0" y="2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4" y="0"/>
                    <a:pt x="189" y="147"/>
                    <a:pt x="189" y="328"/>
                  </a:cubicBezTo>
                  <a:close/>
                </a:path>
              </a:pathLst>
            </a:custGeom>
            <a:solidFill>
              <a:srgbClr val="00B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1" name="Freeform 11">
              <a:extLst>
                <a:ext uri="{FF2B5EF4-FFF2-40B4-BE49-F238E27FC236}">
                  <a16:creationId xmlns:a16="http://schemas.microsoft.com/office/drawing/2014/main" id="{970C2288-586C-4EE2-A57F-16782EDC5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543"/>
              <a:ext cx="743" cy="1541"/>
            </a:xfrm>
            <a:custGeom>
              <a:avLst/>
              <a:gdLst>
                <a:gd name="T0" fmla="*/ 60276 w 297"/>
                <a:gd name="T1" fmla="*/ 27330 h 578"/>
                <a:gd name="T2" fmla="*/ 36542 w 297"/>
                <a:gd name="T3" fmla="*/ 0 h 578"/>
                <a:gd name="T4" fmla="*/ 36542 w 297"/>
                <a:gd name="T5" fmla="*/ 0 h 578"/>
                <a:gd name="T6" fmla="*/ 36542 w 297"/>
                <a:gd name="T7" fmla="*/ 0 h 578"/>
                <a:gd name="T8" fmla="*/ 12541 w 297"/>
                <a:gd name="T9" fmla="*/ 27330 h 578"/>
                <a:gd name="T10" fmla="*/ 0 w 297"/>
                <a:gd name="T11" fmla="*/ 103871 h 578"/>
                <a:gd name="T12" fmla="*/ 12541 w 297"/>
                <a:gd name="T13" fmla="*/ 180225 h 578"/>
                <a:gd name="T14" fmla="*/ 36542 w 297"/>
                <a:gd name="T15" fmla="*/ 207547 h 578"/>
                <a:gd name="T16" fmla="*/ 36542 w 297"/>
                <a:gd name="T17" fmla="*/ 207547 h 578"/>
                <a:gd name="T18" fmla="*/ 36542 w 297"/>
                <a:gd name="T19" fmla="*/ 207547 h 578"/>
                <a:gd name="T20" fmla="*/ 60276 w 297"/>
                <a:gd name="T21" fmla="*/ 180225 h 578"/>
                <a:gd name="T22" fmla="*/ 72817 w 297"/>
                <a:gd name="T23" fmla="*/ 103871 h 578"/>
                <a:gd name="T24" fmla="*/ 60276 w 297"/>
                <a:gd name="T25" fmla="*/ 27330 h 5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7" h="578">
                  <a:moveTo>
                    <a:pt x="246" y="76"/>
                  </a:moveTo>
                  <a:cubicBezTo>
                    <a:pt x="219" y="28"/>
                    <a:pt x="183" y="0"/>
                    <a:pt x="149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14" y="0"/>
                    <a:pt x="79" y="28"/>
                    <a:pt x="51" y="76"/>
                  </a:cubicBezTo>
                  <a:cubicBezTo>
                    <a:pt x="18" y="132"/>
                    <a:pt x="0" y="208"/>
                    <a:pt x="0" y="289"/>
                  </a:cubicBezTo>
                  <a:cubicBezTo>
                    <a:pt x="0" y="370"/>
                    <a:pt x="18" y="446"/>
                    <a:pt x="51" y="502"/>
                  </a:cubicBezTo>
                  <a:cubicBezTo>
                    <a:pt x="79" y="550"/>
                    <a:pt x="114" y="578"/>
                    <a:pt x="149" y="578"/>
                  </a:cubicBezTo>
                  <a:cubicBezTo>
                    <a:pt x="149" y="578"/>
                    <a:pt x="149" y="578"/>
                    <a:pt x="149" y="578"/>
                  </a:cubicBezTo>
                  <a:cubicBezTo>
                    <a:pt x="149" y="578"/>
                    <a:pt x="149" y="578"/>
                    <a:pt x="149" y="578"/>
                  </a:cubicBezTo>
                  <a:cubicBezTo>
                    <a:pt x="183" y="578"/>
                    <a:pt x="219" y="550"/>
                    <a:pt x="246" y="502"/>
                  </a:cubicBezTo>
                  <a:cubicBezTo>
                    <a:pt x="279" y="446"/>
                    <a:pt x="297" y="370"/>
                    <a:pt x="297" y="289"/>
                  </a:cubicBezTo>
                  <a:cubicBezTo>
                    <a:pt x="297" y="208"/>
                    <a:pt x="279" y="132"/>
                    <a:pt x="246" y="76"/>
                  </a:cubicBezTo>
                  <a:close/>
                </a:path>
              </a:pathLst>
            </a:custGeom>
            <a:solidFill>
              <a:srgbClr val="AF9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2" name="Freeform 12">
              <a:extLst>
                <a:ext uri="{FF2B5EF4-FFF2-40B4-BE49-F238E27FC236}">
                  <a16:creationId xmlns:a16="http://schemas.microsoft.com/office/drawing/2014/main" id="{FAB2F019-99AC-4AC1-8BF0-84F85BE07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543"/>
              <a:ext cx="620" cy="1541"/>
            </a:xfrm>
            <a:custGeom>
              <a:avLst/>
              <a:gdLst>
                <a:gd name="T0" fmla="*/ 28125 w 248"/>
                <a:gd name="T1" fmla="*/ 183856 h 578"/>
                <a:gd name="T2" fmla="*/ 17113 w 248"/>
                <a:gd name="T3" fmla="*/ 115292 h 578"/>
                <a:gd name="T4" fmla="*/ 28125 w 248"/>
                <a:gd name="T5" fmla="*/ 46737 h 578"/>
                <a:gd name="T6" fmla="*/ 49613 w 248"/>
                <a:gd name="T7" fmla="*/ 22227 h 578"/>
                <a:gd name="T8" fmla="*/ 49613 w 248"/>
                <a:gd name="T9" fmla="*/ 22227 h 578"/>
                <a:gd name="T10" fmla="*/ 49613 w 248"/>
                <a:gd name="T11" fmla="*/ 22227 h 578"/>
                <a:gd name="T12" fmla="*/ 60550 w 248"/>
                <a:gd name="T13" fmla="*/ 28447 h 578"/>
                <a:gd name="T14" fmla="*/ 60083 w 248"/>
                <a:gd name="T15" fmla="*/ 27330 h 578"/>
                <a:gd name="T16" fmla="*/ 36458 w 248"/>
                <a:gd name="T17" fmla="*/ 0 h 578"/>
                <a:gd name="T18" fmla="*/ 36458 w 248"/>
                <a:gd name="T19" fmla="*/ 0 h 578"/>
                <a:gd name="T20" fmla="*/ 36458 w 248"/>
                <a:gd name="T21" fmla="*/ 0 h 578"/>
                <a:gd name="T22" fmla="*/ 12500 w 248"/>
                <a:gd name="T23" fmla="*/ 27330 h 578"/>
                <a:gd name="T24" fmla="*/ 0 w 248"/>
                <a:gd name="T25" fmla="*/ 103871 h 578"/>
                <a:gd name="T26" fmla="*/ 12500 w 248"/>
                <a:gd name="T27" fmla="*/ 180225 h 578"/>
                <a:gd name="T28" fmla="*/ 36458 w 248"/>
                <a:gd name="T29" fmla="*/ 207547 h 578"/>
                <a:gd name="T30" fmla="*/ 36458 w 248"/>
                <a:gd name="T31" fmla="*/ 207547 h 578"/>
                <a:gd name="T32" fmla="*/ 36458 w 248"/>
                <a:gd name="T33" fmla="*/ 207547 h 578"/>
                <a:gd name="T34" fmla="*/ 42500 w 248"/>
                <a:gd name="T35" fmla="*/ 205841 h 578"/>
                <a:gd name="T36" fmla="*/ 28125 w 248"/>
                <a:gd name="T37" fmla="*/ 183856 h 5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8" h="578">
                  <a:moveTo>
                    <a:pt x="115" y="512"/>
                  </a:moveTo>
                  <a:cubicBezTo>
                    <a:pt x="86" y="462"/>
                    <a:pt x="70" y="394"/>
                    <a:pt x="70" y="321"/>
                  </a:cubicBezTo>
                  <a:cubicBezTo>
                    <a:pt x="70" y="248"/>
                    <a:pt x="86" y="180"/>
                    <a:pt x="115" y="130"/>
                  </a:cubicBezTo>
                  <a:cubicBezTo>
                    <a:pt x="140" y="87"/>
                    <a:pt x="172" y="62"/>
                    <a:pt x="203" y="62"/>
                  </a:cubicBezTo>
                  <a:cubicBezTo>
                    <a:pt x="203" y="62"/>
                    <a:pt x="203" y="62"/>
                    <a:pt x="203" y="62"/>
                  </a:cubicBezTo>
                  <a:cubicBezTo>
                    <a:pt x="203" y="62"/>
                    <a:pt x="203" y="62"/>
                    <a:pt x="203" y="62"/>
                  </a:cubicBezTo>
                  <a:cubicBezTo>
                    <a:pt x="218" y="62"/>
                    <a:pt x="233" y="68"/>
                    <a:pt x="248" y="79"/>
                  </a:cubicBezTo>
                  <a:cubicBezTo>
                    <a:pt x="248" y="78"/>
                    <a:pt x="247" y="77"/>
                    <a:pt x="246" y="76"/>
                  </a:cubicBezTo>
                  <a:cubicBezTo>
                    <a:pt x="219" y="28"/>
                    <a:pt x="183" y="0"/>
                    <a:pt x="149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14" y="0"/>
                    <a:pt x="79" y="28"/>
                    <a:pt x="51" y="76"/>
                  </a:cubicBezTo>
                  <a:cubicBezTo>
                    <a:pt x="18" y="132"/>
                    <a:pt x="0" y="208"/>
                    <a:pt x="0" y="289"/>
                  </a:cubicBezTo>
                  <a:cubicBezTo>
                    <a:pt x="0" y="370"/>
                    <a:pt x="18" y="446"/>
                    <a:pt x="51" y="502"/>
                  </a:cubicBezTo>
                  <a:cubicBezTo>
                    <a:pt x="79" y="550"/>
                    <a:pt x="114" y="578"/>
                    <a:pt x="149" y="578"/>
                  </a:cubicBezTo>
                  <a:cubicBezTo>
                    <a:pt x="149" y="578"/>
                    <a:pt x="149" y="578"/>
                    <a:pt x="149" y="578"/>
                  </a:cubicBezTo>
                  <a:cubicBezTo>
                    <a:pt x="149" y="578"/>
                    <a:pt x="149" y="578"/>
                    <a:pt x="149" y="578"/>
                  </a:cubicBezTo>
                  <a:cubicBezTo>
                    <a:pt x="157" y="578"/>
                    <a:pt x="166" y="576"/>
                    <a:pt x="174" y="573"/>
                  </a:cubicBezTo>
                  <a:cubicBezTo>
                    <a:pt x="153" y="563"/>
                    <a:pt x="132" y="542"/>
                    <a:pt x="115" y="512"/>
                  </a:cubicBezTo>
                  <a:close/>
                </a:path>
              </a:pathLst>
            </a:custGeom>
            <a:solidFill>
              <a:srgbClr val="977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3" name="Freeform 13">
              <a:extLst>
                <a:ext uri="{FF2B5EF4-FFF2-40B4-BE49-F238E27FC236}">
                  <a16:creationId xmlns:a16="http://schemas.microsoft.com/office/drawing/2014/main" id="{BB2523E6-988E-46AA-B961-EBBEADF1D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785"/>
              <a:ext cx="193" cy="982"/>
            </a:xfrm>
            <a:custGeom>
              <a:avLst/>
              <a:gdLst>
                <a:gd name="T0" fmla="*/ 16819 w 77"/>
                <a:gd name="T1" fmla="*/ 132837 h 368"/>
                <a:gd name="T2" fmla="*/ 19099 w 77"/>
                <a:gd name="T3" fmla="*/ 0 h 368"/>
                <a:gd name="T4" fmla="*/ 16819 w 77"/>
                <a:gd name="T5" fmla="*/ 132837 h 3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68">
                  <a:moveTo>
                    <a:pt x="68" y="368"/>
                  </a:moveTo>
                  <a:cubicBezTo>
                    <a:pt x="16" y="226"/>
                    <a:pt x="49" y="46"/>
                    <a:pt x="77" y="0"/>
                  </a:cubicBezTo>
                  <a:cubicBezTo>
                    <a:pt x="42" y="47"/>
                    <a:pt x="0" y="230"/>
                    <a:pt x="68" y="368"/>
                  </a:cubicBezTo>
                  <a:close/>
                </a:path>
              </a:pathLst>
            </a:custGeom>
            <a:solidFill>
              <a:srgbClr val="FFF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4" name="Freeform 14">
              <a:extLst>
                <a:ext uri="{FF2B5EF4-FFF2-40B4-BE49-F238E27FC236}">
                  <a16:creationId xmlns:a16="http://schemas.microsoft.com/office/drawing/2014/main" id="{99400C2C-1E1C-455A-A86F-71F7C97D1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785"/>
              <a:ext cx="192" cy="982"/>
            </a:xfrm>
            <a:custGeom>
              <a:avLst/>
              <a:gdLst>
                <a:gd name="T0" fmla="*/ 2399 w 77"/>
                <a:gd name="T1" fmla="*/ 132837 h 368"/>
                <a:gd name="T2" fmla="*/ 0 w 77"/>
                <a:gd name="T3" fmla="*/ 0 h 368"/>
                <a:gd name="T4" fmla="*/ 2399 w 77"/>
                <a:gd name="T5" fmla="*/ 132837 h 3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68">
                  <a:moveTo>
                    <a:pt x="10" y="368"/>
                  </a:moveTo>
                  <a:cubicBezTo>
                    <a:pt x="62" y="226"/>
                    <a:pt x="28" y="46"/>
                    <a:pt x="0" y="0"/>
                  </a:cubicBezTo>
                  <a:cubicBezTo>
                    <a:pt x="36" y="47"/>
                    <a:pt x="77" y="230"/>
                    <a:pt x="10" y="368"/>
                  </a:cubicBezTo>
                  <a:close/>
                </a:path>
              </a:pathLst>
            </a:custGeom>
            <a:solidFill>
              <a:srgbClr val="FC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5" name="Freeform 15">
              <a:extLst>
                <a:ext uri="{FF2B5EF4-FFF2-40B4-BE49-F238E27FC236}">
                  <a16:creationId xmlns:a16="http://schemas.microsoft.com/office/drawing/2014/main" id="{488C124B-4241-4354-8A6D-496EDED7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508"/>
              <a:ext cx="402" cy="1611"/>
            </a:xfrm>
            <a:custGeom>
              <a:avLst/>
              <a:gdLst>
                <a:gd name="T0" fmla="*/ 26385 w 161"/>
                <a:gd name="T1" fmla="*/ 187903 h 604"/>
                <a:gd name="T2" fmla="*/ 39029 w 161"/>
                <a:gd name="T3" fmla="*/ 108817 h 604"/>
                <a:gd name="T4" fmla="*/ 26385 w 161"/>
                <a:gd name="T5" fmla="*/ 29566 h 604"/>
                <a:gd name="T6" fmla="*/ 0 w 161"/>
                <a:gd name="T7" fmla="*/ 0 h 604"/>
                <a:gd name="T8" fmla="*/ 0 w 161"/>
                <a:gd name="T9" fmla="*/ 4702 h 604"/>
                <a:gd name="T10" fmla="*/ 23473 w 161"/>
                <a:gd name="T11" fmla="*/ 31991 h 604"/>
                <a:gd name="T12" fmla="*/ 35910 w 161"/>
                <a:gd name="T13" fmla="*/ 108817 h 604"/>
                <a:gd name="T14" fmla="*/ 23473 w 161"/>
                <a:gd name="T15" fmla="*/ 185478 h 604"/>
                <a:gd name="T16" fmla="*/ 0 w 161"/>
                <a:gd name="T17" fmla="*/ 212767 h 604"/>
                <a:gd name="T18" fmla="*/ 0 w 161"/>
                <a:gd name="T19" fmla="*/ 217469 h 604"/>
                <a:gd name="T20" fmla="*/ 26385 w 161"/>
                <a:gd name="T21" fmla="*/ 187903 h 6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604">
                  <a:moveTo>
                    <a:pt x="109" y="522"/>
                  </a:moveTo>
                  <a:cubicBezTo>
                    <a:pt x="142" y="463"/>
                    <a:pt x="161" y="385"/>
                    <a:pt x="161" y="302"/>
                  </a:cubicBezTo>
                  <a:cubicBezTo>
                    <a:pt x="161" y="219"/>
                    <a:pt x="142" y="141"/>
                    <a:pt x="109" y="82"/>
                  </a:cubicBezTo>
                  <a:cubicBezTo>
                    <a:pt x="78" y="30"/>
                    <a:pt x="39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4" y="13"/>
                    <a:pt x="70" y="41"/>
                    <a:pt x="97" y="89"/>
                  </a:cubicBezTo>
                  <a:cubicBezTo>
                    <a:pt x="130" y="145"/>
                    <a:pt x="148" y="221"/>
                    <a:pt x="148" y="302"/>
                  </a:cubicBezTo>
                  <a:cubicBezTo>
                    <a:pt x="148" y="383"/>
                    <a:pt x="130" y="459"/>
                    <a:pt x="97" y="515"/>
                  </a:cubicBezTo>
                  <a:cubicBezTo>
                    <a:pt x="70" y="563"/>
                    <a:pt x="34" y="591"/>
                    <a:pt x="0" y="591"/>
                  </a:cubicBezTo>
                  <a:cubicBezTo>
                    <a:pt x="0" y="604"/>
                    <a:pt x="0" y="604"/>
                    <a:pt x="0" y="604"/>
                  </a:cubicBezTo>
                  <a:cubicBezTo>
                    <a:pt x="39" y="604"/>
                    <a:pt x="78" y="574"/>
                    <a:pt x="109" y="52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6" name="Freeform 16">
              <a:extLst>
                <a:ext uri="{FF2B5EF4-FFF2-40B4-BE49-F238E27FC236}">
                  <a16:creationId xmlns:a16="http://schemas.microsoft.com/office/drawing/2014/main" id="{2D5E55C0-F570-482F-8BF0-4133E59CD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508"/>
              <a:ext cx="403" cy="1611"/>
            </a:xfrm>
            <a:custGeom>
              <a:avLst/>
              <a:gdLst>
                <a:gd name="T0" fmla="*/ 39617 w 161"/>
                <a:gd name="T1" fmla="*/ 4702 h 604"/>
                <a:gd name="T2" fmla="*/ 39617 w 161"/>
                <a:gd name="T3" fmla="*/ 4702 h 604"/>
                <a:gd name="T4" fmla="*/ 39617 w 161"/>
                <a:gd name="T5" fmla="*/ 0 h 604"/>
                <a:gd name="T6" fmla="*/ 12768 w 161"/>
                <a:gd name="T7" fmla="*/ 29566 h 604"/>
                <a:gd name="T8" fmla="*/ 0 w 161"/>
                <a:gd name="T9" fmla="*/ 108817 h 604"/>
                <a:gd name="T10" fmla="*/ 12768 w 161"/>
                <a:gd name="T11" fmla="*/ 187903 h 604"/>
                <a:gd name="T12" fmla="*/ 39617 w 161"/>
                <a:gd name="T13" fmla="*/ 217469 h 604"/>
                <a:gd name="T14" fmla="*/ 39617 w 161"/>
                <a:gd name="T15" fmla="*/ 212767 h 604"/>
                <a:gd name="T16" fmla="*/ 39617 w 161"/>
                <a:gd name="T17" fmla="*/ 212767 h 604"/>
                <a:gd name="T18" fmla="*/ 15514 w 161"/>
                <a:gd name="T19" fmla="*/ 185478 h 604"/>
                <a:gd name="T20" fmla="*/ 2951 w 161"/>
                <a:gd name="T21" fmla="*/ 108817 h 604"/>
                <a:gd name="T22" fmla="*/ 15514 w 161"/>
                <a:gd name="T23" fmla="*/ 31991 h 604"/>
                <a:gd name="T24" fmla="*/ 39617 w 161"/>
                <a:gd name="T25" fmla="*/ 4702 h 6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1" h="604">
                  <a:moveTo>
                    <a:pt x="161" y="13"/>
                  </a:moveTo>
                  <a:cubicBezTo>
                    <a:pt x="161" y="13"/>
                    <a:pt x="161" y="13"/>
                    <a:pt x="161" y="13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22" y="0"/>
                    <a:pt x="82" y="30"/>
                    <a:pt x="52" y="82"/>
                  </a:cubicBezTo>
                  <a:cubicBezTo>
                    <a:pt x="18" y="141"/>
                    <a:pt x="0" y="219"/>
                    <a:pt x="0" y="302"/>
                  </a:cubicBezTo>
                  <a:cubicBezTo>
                    <a:pt x="0" y="385"/>
                    <a:pt x="18" y="463"/>
                    <a:pt x="52" y="522"/>
                  </a:cubicBezTo>
                  <a:cubicBezTo>
                    <a:pt x="82" y="574"/>
                    <a:pt x="122" y="604"/>
                    <a:pt x="161" y="604"/>
                  </a:cubicBezTo>
                  <a:cubicBezTo>
                    <a:pt x="161" y="591"/>
                    <a:pt x="161" y="591"/>
                    <a:pt x="161" y="591"/>
                  </a:cubicBezTo>
                  <a:cubicBezTo>
                    <a:pt x="161" y="591"/>
                    <a:pt x="161" y="591"/>
                    <a:pt x="161" y="591"/>
                  </a:cubicBezTo>
                  <a:cubicBezTo>
                    <a:pt x="126" y="591"/>
                    <a:pt x="91" y="563"/>
                    <a:pt x="63" y="515"/>
                  </a:cubicBezTo>
                  <a:cubicBezTo>
                    <a:pt x="30" y="459"/>
                    <a:pt x="12" y="383"/>
                    <a:pt x="12" y="302"/>
                  </a:cubicBezTo>
                  <a:cubicBezTo>
                    <a:pt x="12" y="221"/>
                    <a:pt x="30" y="145"/>
                    <a:pt x="63" y="89"/>
                  </a:cubicBezTo>
                  <a:cubicBezTo>
                    <a:pt x="91" y="41"/>
                    <a:pt x="126" y="13"/>
                    <a:pt x="161" y="1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7" name="Oval 17">
              <a:extLst>
                <a:ext uri="{FF2B5EF4-FFF2-40B4-BE49-F238E27FC236}">
                  <a16:creationId xmlns:a16="http://schemas.microsoft.com/office/drawing/2014/main" id="{D51E646F-4A6A-4F1B-9E3F-D95EB5C66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" y="1439"/>
              <a:ext cx="1637" cy="174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58" name="Freeform 18">
              <a:extLst>
                <a:ext uri="{FF2B5EF4-FFF2-40B4-BE49-F238E27FC236}">
                  <a16:creationId xmlns:a16="http://schemas.microsoft.com/office/drawing/2014/main" id="{87FE95F3-8BF8-415D-B712-4B1D4ABD7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439"/>
              <a:ext cx="473" cy="1749"/>
            </a:xfrm>
            <a:custGeom>
              <a:avLst/>
              <a:gdLst>
                <a:gd name="T0" fmla="*/ 0 w 189"/>
                <a:gd name="T1" fmla="*/ 117887 h 656"/>
                <a:gd name="T2" fmla="*/ 46442 w 189"/>
                <a:gd name="T3" fmla="*/ 235614 h 656"/>
                <a:gd name="T4" fmla="*/ 46442 w 189"/>
                <a:gd name="T5" fmla="*/ 226325 h 656"/>
                <a:gd name="T6" fmla="*/ 19653 w 189"/>
                <a:gd name="T7" fmla="*/ 196818 h 656"/>
                <a:gd name="T8" fmla="*/ 6865 w 189"/>
                <a:gd name="T9" fmla="*/ 117887 h 656"/>
                <a:gd name="T10" fmla="*/ 19653 w 189"/>
                <a:gd name="T11" fmla="*/ 38811 h 656"/>
                <a:gd name="T12" fmla="*/ 46442 w 189"/>
                <a:gd name="T13" fmla="*/ 9305 h 656"/>
                <a:gd name="T14" fmla="*/ 46442 w 189"/>
                <a:gd name="T15" fmla="*/ 0 h 656"/>
                <a:gd name="T16" fmla="*/ 0 w 189"/>
                <a:gd name="T17" fmla="*/ 117887 h 6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656">
                  <a:moveTo>
                    <a:pt x="0" y="328"/>
                  </a:moveTo>
                  <a:cubicBezTo>
                    <a:pt x="0" y="509"/>
                    <a:pt x="84" y="656"/>
                    <a:pt x="189" y="656"/>
                  </a:cubicBezTo>
                  <a:cubicBezTo>
                    <a:pt x="189" y="630"/>
                    <a:pt x="189" y="630"/>
                    <a:pt x="189" y="630"/>
                  </a:cubicBezTo>
                  <a:cubicBezTo>
                    <a:pt x="150" y="630"/>
                    <a:pt x="110" y="600"/>
                    <a:pt x="80" y="548"/>
                  </a:cubicBezTo>
                  <a:cubicBezTo>
                    <a:pt x="46" y="489"/>
                    <a:pt x="28" y="411"/>
                    <a:pt x="28" y="328"/>
                  </a:cubicBezTo>
                  <a:cubicBezTo>
                    <a:pt x="28" y="245"/>
                    <a:pt x="46" y="167"/>
                    <a:pt x="80" y="108"/>
                  </a:cubicBezTo>
                  <a:cubicBezTo>
                    <a:pt x="110" y="56"/>
                    <a:pt x="150" y="26"/>
                    <a:pt x="189" y="26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84" y="0"/>
                    <a:pt x="0" y="147"/>
                    <a:pt x="0" y="32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9" name="Freeform 19">
              <a:extLst>
                <a:ext uri="{FF2B5EF4-FFF2-40B4-BE49-F238E27FC236}">
                  <a16:creationId xmlns:a16="http://schemas.microsoft.com/office/drawing/2014/main" id="{FEA275F7-C545-49BE-9BFE-A90DA35EF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439"/>
              <a:ext cx="472" cy="1749"/>
            </a:xfrm>
            <a:custGeom>
              <a:avLst/>
              <a:gdLst>
                <a:gd name="T0" fmla="*/ 45854 w 189"/>
                <a:gd name="T1" fmla="*/ 117887 h 656"/>
                <a:gd name="T2" fmla="*/ 0 w 189"/>
                <a:gd name="T3" fmla="*/ 235614 h 656"/>
                <a:gd name="T4" fmla="*/ 0 w 189"/>
                <a:gd name="T5" fmla="*/ 226325 h 656"/>
                <a:gd name="T6" fmla="*/ 26420 w 189"/>
                <a:gd name="T7" fmla="*/ 196818 h 656"/>
                <a:gd name="T8" fmla="*/ 39049 w 189"/>
                <a:gd name="T9" fmla="*/ 117887 h 656"/>
                <a:gd name="T10" fmla="*/ 26420 w 189"/>
                <a:gd name="T11" fmla="*/ 38811 h 656"/>
                <a:gd name="T12" fmla="*/ 0 w 189"/>
                <a:gd name="T13" fmla="*/ 9305 h 656"/>
                <a:gd name="T14" fmla="*/ 0 w 189"/>
                <a:gd name="T15" fmla="*/ 0 h 656"/>
                <a:gd name="T16" fmla="*/ 45854 w 189"/>
                <a:gd name="T17" fmla="*/ 117887 h 6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656">
                  <a:moveTo>
                    <a:pt x="189" y="328"/>
                  </a:moveTo>
                  <a:cubicBezTo>
                    <a:pt x="189" y="509"/>
                    <a:pt x="104" y="656"/>
                    <a:pt x="0" y="656"/>
                  </a:cubicBezTo>
                  <a:cubicBezTo>
                    <a:pt x="0" y="630"/>
                    <a:pt x="0" y="630"/>
                    <a:pt x="0" y="630"/>
                  </a:cubicBezTo>
                  <a:cubicBezTo>
                    <a:pt x="39" y="630"/>
                    <a:pt x="78" y="600"/>
                    <a:pt x="109" y="548"/>
                  </a:cubicBezTo>
                  <a:cubicBezTo>
                    <a:pt x="142" y="489"/>
                    <a:pt x="161" y="411"/>
                    <a:pt x="161" y="328"/>
                  </a:cubicBezTo>
                  <a:cubicBezTo>
                    <a:pt x="161" y="245"/>
                    <a:pt x="142" y="167"/>
                    <a:pt x="109" y="108"/>
                  </a:cubicBezTo>
                  <a:cubicBezTo>
                    <a:pt x="78" y="56"/>
                    <a:pt x="39" y="26"/>
                    <a:pt x="0" y="2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4" y="0"/>
                    <a:pt x="189" y="147"/>
                    <a:pt x="189" y="32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0" name="Oval 20">
              <a:extLst>
                <a:ext uri="{FF2B5EF4-FFF2-40B4-BE49-F238E27FC236}">
                  <a16:creationId xmlns:a16="http://schemas.microsoft.com/office/drawing/2014/main" id="{B23DCBDD-C5EB-4C42-9143-5FE81AFF7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1489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61" name="Oval 21">
              <a:extLst>
                <a:ext uri="{FF2B5EF4-FFF2-40B4-BE49-F238E27FC236}">
                  <a16:creationId xmlns:a16="http://schemas.microsoft.com/office/drawing/2014/main" id="{89920E3A-1838-44BA-83D5-A9CF95941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1495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62" name="Oval 22">
              <a:extLst>
                <a:ext uri="{FF2B5EF4-FFF2-40B4-BE49-F238E27FC236}">
                  <a16:creationId xmlns:a16="http://schemas.microsoft.com/office/drawing/2014/main" id="{00134AC8-B7BF-4442-A759-9C7E8E4BE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1492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63" name="Oval 23">
              <a:extLst>
                <a:ext uri="{FF2B5EF4-FFF2-40B4-BE49-F238E27FC236}">
                  <a16:creationId xmlns:a16="http://schemas.microsoft.com/office/drawing/2014/main" id="{EFD21850-D6AF-46BF-9E07-390C5D6F4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149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64" name="Oval 24">
              <a:extLst>
                <a:ext uri="{FF2B5EF4-FFF2-40B4-BE49-F238E27FC236}">
                  <a16:creationId xmlns:a16="http://schemas.microsoft.com/office/drawing/2014/main" id="{72853272-5109-4DDB-86D5-A49D758D9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1495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65" name="Oval 25">
              <a:extLst>
                <a:ext uri="{FF2B5EF4-FFF2-40B4-BE49-F238E27FC236}">
                  <a16:creationId xmlns:a16="http://schemas.microsoft.com/office/drawing/2014/main" id="{CE051B19-ADC0-428A-991C-1CC368E5C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1497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66" name="Oval 26">
              <a:extLst>
                <a:ext uri="{FF2B5EF4-FFF2-40B4-BE49-F238E27FC236}">
                  <a16:creationId xmlns:a16="http://schemas.microsoft.com/office/drawing/2014/main" id="{F4901C02-3337-4B6A-9D8B-8D3D64EE5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7" y="1497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67" name="Oval 27">
              <a:extLst>
                <a:ext uri="{FF2B5EF4-FFF2-40B4-BE49-F238E27FC236}">
                  <a16:creationId xmlns:a16="http://schemas.microsoft.com/office/drawing/2014/main" id="{E65A1114-37A6-4C66-9370-795BDDCD9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2" y="150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68" name="Oval 28">
              <a:extLst>
                <a:ext uri="{FF2B5EF4-FFF2-40B4-BE49-F238E27FC236}">
                  <a16:creationId xmlns:a16="http://schemas.microsoft.com/office/drawing/2014/main" id="{B445B2C5-4560-4EC1-B983-435F284B5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1505"/>
              <a:ext cx="17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69" name="Oval 29">
              <a:extLst>
                <a:ext uri="{FF2B5EF4-FFF2-40B4-BE49-F238E27FC236}">
                  <a16:creationId xmlns:a16="http://schemas.microsoft.com/office/drawing/2014/main" id="{521DF6D8-D9AC-4976-9D2F-46C91609B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150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70" name="Oval 30">
              <a:extLst>
                <a:ext uri="{FF2B5EF4-FFF2-40B4-BE49-F238E27FC236}">
                  <a16:creationId xmlns:a16="http://schemas.microsoft.com/office/drawing/2014/main" id="{AD8EB324-E0D5-43E4-9255-6EB9A4F99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1511"/>
              <a:ext cx="17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71" name="Oval 31">
              <a:extLst>
                <a:ext uri="{FF2B5EF4-FFF2-40B4-BE49-F238E27FC236}">
                  <a16:creationId xmlns:a16="http://schemas.microsoft.com/office/drawing/2014/main" id="{A177538B-F32A-4689-8CFF-68FB29B94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2" y="151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72" name="Oval 32">
              <a:extLst>
                <a:ext uri="{FF2B5EF4-FFF2-40B4-BE49-F238E27FC236}">
                  <a16:creationId xmlns:a16="http://schemas.microsoft.com/office/drawing/2014/main" id="{AA37D060-9B85-4E6B-87E4-550C4E69B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1519"/>
              <a:ext cx="17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73" name="Oval 33">
              <a:extLst>
                <a:ext uri="{FF2B5EF4-FFF2-40B4-BE49-F238E27FC236}">
                  <a16:creationId xmlns:a16="http://schemas.microsoft.com/office/drawing/2014/main" id="{EB20077E-3CA3-4252-B760-89F0043C0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7" y="152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74" name="Oval 34">
              <a:extLst>
                <a:ext uri="{FF2B5EF4-FFF2-40B4-BE49-F238E27FC236}">
                  <a16:creationId xmlns:a16="http://schemas.microsoft.com/office/drawing/2014/main" id="{C4FBA07D-3C57-47D8-95E9-234589594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1529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75" name="Oval 35">
              <a:extLst>
                <a:ext uri="{FF2B5EF4-FFF2-40B4-BE49-F238E27FC236}">
                  <a16:creationId xmlns:a16="http://schemas.microsoft.com/office/drawing/2014/main" id="{08FB8E40-7129-46AC-8960-55B081836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532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76" name="Oval 36">
              <a:extLst>
                <a:ext uri="{FF2B5EF4-FFF2-40B4-BE49-F238E27FC236}">
                  <a16:creationId xmlns:a16="http://schemas.microsoft.com/office/drawing/2014/main" id="{A845FF11-CEAE-4589-B5C5-B6CB9A43A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2" y="1537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77" name="Oval 37">
              <a:extLst>
                <a:ext uri="{FF2B5EF4-FFF2-40B4-BE49-F238E27FC236}">
                  <a16:creationId xmlns:a16="http://schemas.microsoft.com/office/drawing/2014/main" id="{87804109-1AD8-4565-95D7-7FDD9D72B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154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78" name="Oval 38">
              <a:extLst>
                <a:ext uri="{FF2B5EF4-FFF2-40B4-BE49-F238E27FC236}">
                  <a16:creationId xmlns:a16="http://schemas.microsoft.com/office/drawing/2014/main" id="{7EA26C69-A636-4F11-9BB0-0016605CB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1548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79" name="Oval 39">
              <a:extLst>
                <a:ext uri="{FF2B5EF4-FFF2-40B4-BE49-F238E27FC236}">
                  <a16:creationId xmlns:a16="http://schemas.microsoft.com/office/drawing/2014/main" id="{5FAC76CE-DE2D-40C2-845D-3E0747D41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1553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80" name="Oval 40">
              <a:extLst>
                <a:ext uri="{FF2B5EF4-FFF2-40B4-BE49-F238E27FC236}">
                  <a16:creationId xmlns:a16="http://schemas.microsoft.com/office/drawing/2014/main" id="{0F19331E-EB0E-4299-950E-153230D54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1559"/>
              <a:ext cx="17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81" name="Oval 41">
              <a:extLst>
                <a:ext uri="{FF2B5EF4-FFF2-40B4-BE49-F238E27FC236}">
                  <a16:creationId xmlns:a16="http://schemas.microsoft.com/office/drawing/2014/main" id="{FA186B0B-E139-40AF-A840-5D2BB222F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2" y="156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82" name="Freeform 42">
              <a:extLst>
                <a:ext uri="{FF2B5EF4-FFF2-40B4-BE49-F238E27FC236}">
                  <a16:creationId xmlns:a16="http://schemas.microsoft.com/office/drawing/2014/main" id="{E5D29C22-BC2C-4625-9ED7-272ED5794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569"/>
              <a:ext cx="18" cy="19"/>
            </a:xfrm>
            <a:custGeom>
              <a:avLst/>
              <a:gdLst>
                <a:gd name="T0" fmla="*/ 357 w 7"/>
                <a:gd name="T1" fmla="*/ 1200 h 7"/>
                <a:gd name="T2" fmla="*/ 1137 w 7"/>
                <a:gd name="T3" fmla="*/ 0 h 7"/>
                <a:gd name="T4" fmla="*/ 2003 w 7"/>
                <a:gd name="T5" fmla="*/ 1620 h 7"/>
                <a:gd name="T6" fmla="*/ 918 w 7"/>
                <a:gd name="T7" fmla="*/ 2823 h 7"/>
                <a:gd name="T8" fmla="*/ 357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83" name="Freeform 43">
              <a:extLst>
                <a:ext uri="{FF2B5EF4-FFF2-40B4-BE49-F238E27FC236}">
                  <a16:creationId xmlns:a16="http://schemas.microsoft.com/office/drawing/2014/main" id="{803FE3F8-0C41-4F34-930B-B0B4141C8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575"/>
              <a:ext cx="5" cy="5"/>
            </a:xfrm>
            <a:custGeom>
              <a:avLst/>
              <a:gdLst>
                <a:gd name="T0" fmla="*/ 0 w 2"/>
                <a:gd name="T1" fmla="*/ 0 h 2"/>
                <a:gd name="T2" fmla="*/ 313 w 2"/>
                <a:gd name="T3" fmla="*/ 0 h 2"/>
                <a:gd name="T4" fmla="*/ 520 w 2"/>
                <a:gd name="T5" fmla="*/ 313 h 2"/>
                <a:gd name="T6" fmla="*/ 313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4" name="Freeform 44">
              <a:extLst>
                <a:ext uri="{FF2B5EF4-FFF2-40B4-BE49-F238E27FC236}">
                  <a16:creationId xmlns:a16="http://schemas.microsoft.com/office/drawing/2014/main" id="{478FF072-65EE-4490-90F5-91EF45DA4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580"/>
              <a:ext cx="17" cy="19"/>
            </a:xfrm>
            <a:custGeom>
              <a:avLst/>
              <a:gdLst>
                <a:gd name="T0" fmla="*/ 0 w 7"/>
                <a:gd name="T1" fmla="*/ 1200 h 7"/>
                <a:gd name="T2" fmla="*/ 831 w 7"/>
                <a:gd name="T3" fmla="*/ 442 h 7"/>
                <a:gd name="T4" fmla="*/ 1433 w 7"/>
                <a:gd name="T5" fmla="*/ 1620 h 7"/>
                <a:gd name="T6" fmla="*/ 590 w 7"/>
                <a:gd name="T7" fmla="*/ 2823 h 7"/>
                <a:gd name="T8" fmla="*/ 0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85" name="Freeform 45">
              <a:extLst>
                <a:ext uri="{FF2B5EF4-FFF2-40B4-BE49-F238E27FC236}">
                  <a16:creationId xmlns:a16="http://schemas.microsoft.com/office/drawing/2014/main" id="{659BEA7B-2C0B-40B6-BF8F-831CC370D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585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313 w 2"/>
                <a:gd name="T3" fmla="*/ 0 h 2"/>
                <a:gd name="T4" fmla="*/ 520 w 2"/>
                <a:gd name="T5" fmla="*/ 729 h 2"/>
                <a:gd name="T6" fmla="*/ 313 w 2"/>
                <a:gd name="T7" fmla="*/ 1458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6" name="Freeform 46">
              <a:extLst>
                <a:ext uri="{FF2B5EF4-FFF2-40B4-BE49-F238E27FC236}">
                  <a16:creationId xmlns:a16="http://schemas.microsoft.com/office/drawing/2014/main" id="{ACFA03C8-0FFA-45DF-BD64-DEE1EE0CC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593"/>
              <a:ext cx="17" cy="19"/>
            </a:xfrm>
            <a:custGeom>
              <a:avLst/>
              <a:gdLst>
                <a:gd name="T0" fmla="*/ 170 w 7"/>
                <a:gd name="T1" fmla="*/ 1200 h 7"/>
                <a:gd name="T2" fmla="*/ 1003 w 7"/>
                <a:gd name="T3" fmla="*/ 0 h 7"/>
                <a:gd name="T4" fmla="*/ 1433 w 7"/>
                <a:gd name="T5" fmla="*/ 1620 h 7"/>
                <a:gd name="T6" fmla="*/ 590 w 7"/>
                <a:gd name="T7" fmla="*/ 2823 h 7"/>
                <a:gd name="T8" fmla="*/ 170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87" name="Freeform 47">
              <a:extLst>
                <a:ext uri="{FF2B5EF4-FFF2-40B4-BE49-F238E27FC236}">
                  <a16:creationId xmlns:a16="http://schemas.microsoft.com/office/drawing/2014/main" id="{E61AD370-F471-4425-92D3-C2A7F822B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599"/>
              <a:ext cx="7" cy="5"/>
            </a:xfrm>
            <a:custGeom>
              <a:avLst/>
              <a:gdLst>
                <a:gd name="T0" fmla="*/ 0 w 3"/>
                <a:gd name="T1" fmla="*/ 313 h 2"/>
                <a:gd name="T2" fmla="*/ 355 w 3"/>
                <a:gd name="T3" fmla="*/ 0 h 2"/>
                <a:gd name="T4" fmla="*/ 469 w 3"/>
                <a:gd name="T5" fmla="*/ 313 h 2"/>
                <a:gd name="T6" fmla="*/ 152 w 3"/>
                <a:gd name="T7" fmla="*/ 520 h 2"/>
                <a:gd name="T8" fmla="*/ 0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8" name="Freeform 48">
              <a:extLst>
                <a:ext uri="{FF2B5EF4-FFF2-40B4-BE49-F238E27FC236}">
                  <a16:creationId xmlns:a16="http://schemas.microsoft.com/office/drawing/2014/main" id="{C6B93C68-3DD8-426B-B3A5-E844C35DF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607"/>
              <a:ext cx="18" cy="18"/>
            </a:xfrm>
            <a:custGeom>
              <a:avLst/>
              <a:gdLst>
                <a:gd name="T0" fmla="*/ 0 w 7"/>
                <a:gd name="T1" fmla="*/ 918 h 7"/>
                <a:gd name="T2" fmla="*/ 1137 w 7"/>
                <a:gd name="T3" fmla="*/ 0 h 7"/>
                <a:gd name="T4" fmla="*/ 2003 w 7"/>
                <a:gd name="T5" fmla="*/ 1137 h 7"/>
                <a:gd name="T6" fmla="*/ 918 w 7"/>
                <a:gd name="T7" fmla="*/ 1700 h 7"/>
                <a:gd name="T8" fmla="*/ 0 w 7"/>
                <a:gd name="T9" fmla="*/ 9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89" name="Freeform 49">
              <a:extLst>
                <a:ext uri="{FF2B5EF4-FFF2-40B4-BE49-F238E27FC236}">
                  <a16:creationId xmlns:a16="http://schemas.microsoft.com/office/drawing/2014/main" id="{23941D8C-5D50-46A3-A722-E1B0D0FD3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609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313 w 2"/>
                <a:gd name="T3" fmla="*/ 0 h 3"/>
                <a:gd name="T4" fmla="*/ 520 w 2"/>
                <a:gd name="T5" fmla="*/ 661 h 3"/>
                <a:gd name="T6" fmla="*/ 313 w 2"/>
                <a:gd name="T7" fmla="*/ 1059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0" name="Freeform 50">
              <a:extLst>
                <a:ext uri="{FF2B5EF4-FFF2-40B4-BE49-F238E27FC236}">
                  <a16:creationId xmlns:a16="http://schemas.microsoft.com/office/drawing/2014/main" id="{F4B6A028-18A5-4DC9-89A7-941D40EDF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620"/>
              <a:ext cx="18" cy="19"/>
            </a:xfrm>
            <a:custGeom>
              <a:avLst/>
              <a:gdLst>
                <a:gd name="T0" fmla="*/ 357 w 7"/>
                <a:gd name="T1" fmla="*/ 1200 h 7"/>
                <a:gd name="T2" fmla="*/ 1137 w 7"/>
                <a:gd name="T3" fmla="*/ 0 h 7"/>
                <a:gd name="T4" fmla="*/ 2003 w 7"/>
                <a:gd name="T5" fmla="*/ 1620 h 7"/>
                <a:gd name="T6" fmla="*/ 918 w 7"/>
                <a:gd name="T7" fmla="*/ 2342 h 7"/>
                <a:gd name="T8" fmla="*/ 357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91" name="Freeform 51">
              <a:extLst>
                <a:ext uri="{FF2B5EF4-FFF2-40B4-BE49-F238E27FC236}">
                  <a16:creationId xmlns:a16="http://schemas.microsoft.com/office/drawing/2014/main" id="{64921C72-0565-4AC8-8645-DD091FFA2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623"/>
              <a:ext cx="8" cy="8"/>
            </a:xfrm>
            <a:custGeom>
              <a:avLst/>
              <a:gdLst>
                <a:gd name="T0" fmla="*/ 0 w 3"/>
                <a:gd name="T1" fmla="*/ 397 h 3"/>
                <a:gd name="T2" fmla="*/ 661 w 3"/>
                <a:gd name="T3" fmla="*/ 397 h 3"/>
                <a:gd name="T4" fmla="*/ 661 w 3"/>
                <a:gd name="T5" fmla="*/ 661 h 3"/>
                <a:gd name="T6" fmla="*/ 397 w 3"/>
                <a:gd name="T7" fmla="*/ 1059 h 3"/>
                <a:gd name="T8" fmla="*/ 0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2" name="Freeform 52">
              <a:extLst>
                <a:ext uri="{FF2B5EF4-FFF2-40B4-BE49-F238E27FC236}">
                  <a16:creationId xmlns:a16="http://schemas.microsoft.com/office/drawing/2014/main" id="{9299A70E-5199-44F9-BC8B-49914589A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633"/>
              <a:ext cx="18" cy="19"/>
            </a:xfrm>
            <a:custGeom>
              <a:avLst/>
              <a:gdLst>
                <a:gd name="T0" fmla="*/ 357 w 7"/>
                <a:gd name="T1" fmla="*/ 1200 h 7"/>
                <a:gd name="T2" fmla="*/ 1448 w 7"/>
                <a:gd name="T3" fmla="*/ 442 h 7"/>
                <a:gd name="T4" fmla="*/ 2003 w 7"/>
                <a:gd name="T5" fmla="*/ 2063 h 7"/>
                <a:gd name="T6" fmla="*/ 918 w 7"/>
                <a:gd name="T7" fmla="*/ 2823 h 7"/>
                <a:gd name="T8" fmla="*/ 357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93" name="Freeform 53">
              <a:extLst>
                <a:ext uri="{FF2B5EF4-FFF2-40B4-BE49-F238E27FC236}">
                  <a16:creationId xmlns:a16="http://schemas.microsoft.com/office/drawing/2014/main" id="{0384B194-2B1C-4C7B-9061-289FD7EB3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639"/>
              <a:ext cx="8" cy="5"/>
            </a:xfrm>
            <a:custGeom>
              <a:avLst/>
              <a:gdLst>
                <a:gd name="T0" fmla="*/ 0 w 3"/>
                <a:gd name="T1" fmla="*/ 0 h 2"/>
                <a:gd name="T2" fmla="*/ 661 w 3"/>
                <a:gd name="T3" fmla="*/ 0 h 2"/>
                <a:gd name="T4" fmla="*/ 661 w 3"/>
                <a:gd name="T5" fmla="*/ 313 h 2"/>
                <a:gd name="T6" fmla="*/ 397 w 3"/>
                <a:gd name="T7" fmla="*/ 520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4" name="Freeform 54">
              <a:extLst>
                <a:ext uri="{FF2B5EF4-FFF2-40B4-BE49-F238E27FC236}">
                  <a16:creationId xmlns:a16="http://schemas.microsoft.com/office/drawing/2014/main" id="{AD67995E-A668-4C06-953F-CC3E482F6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647"/>
              <a:ext cx="20" cy="18"/>
            </a:xfrm>
            <a:custGeom>
              <a:avLst/>
              <a:gdLst>
                <a:gd name="T0" fmla="*/ 313 w 8"/>
                <a:gd name="T1" fmla="*/ 918 h 7"/>
                <a:gd name="T2" fmla="*/ 1300 w 8"/>
                <a:gd name="T3" fmla="*/ 357 h 7"/>
                <a:gd name="T4" fmla="*/ 1770 w 8"/>
                <a:gd name="T5" fmla="*/ 1448 h 7"/>
                <a:gd name="T6" fmla="*/ 783 w 8"/>
                <a:gd name="T7" fmla="*/ 2003 h 7"/>
                <a:gd name="T8" fmla="*/ 313 w 8"/>
                <a:gd name="T9" fmla="*/ 9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3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7" y="1"/>
                    <a:pt x="8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95" name="Freeform 55">
              <a:extLst>
                <a:ext uri="{FF2B5EF4-FFF2-40B4-BE49-F238E27FC236}">
                  <a16:creationId xmlns:a16="http://schemas.microsoft.com/office/drawing/2014/main" id="{BEE1EC13-95C1-4482-A196-6B9CCB619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652"/>
              <a:ext cx="8" cy="5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1059 w 3"/>
                <a:gd name="T5" fmla="*/ 313 h 2"/>
                <a:gd name="T6" fmla="*/ 397 w 3"/>
                <a:gd name="T7" fmla="*/ 520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6" name="Freeform 56">
              <a:extLst>
                <a:ext uri="{FF2B5EF4-FFF2-40B4-BE49-F238E27FC236}">
                  <a16:creationId xmlns:a16="http://schemas.microsoft.com/office/drawing/2014/main" id="{6248EDAB-908D-4894-B7F6-E9B4D6726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660"/>
              <a:ext cx="18" cy="19"/>
            </a:xfrm>
            <a:custGeom>
              <a:avLst/>
              <a:gdLst>
                <a:gd name="T0" fmla="*/ 357 w 7"/>
                <a:gd name="T1" fmla="*/ 1200 h 7"/>
                <a:gd name="T2" fmla="*/ 1448 w 7"/>
                <a:gd name="T3" fmla="*/ 442 h 7"/>
                <a:gd name="T4" fmla="*/ 2003 w 7"/>
                <a:gd name="T5" fmla="*/ 2063 h 7"/>
                <a:gd name="T6" fmla="*/ 918 w 7"/>
                <a:gd name="T7" fmla="*/ 2823 h 7"/>
                <a:gd name="T8" fmla="*/ 357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97" name="Freeform 57">
              <a:extLst>
                <a:ext uri="{FF2B5EF4-FFF2-40B4-BE49-F238E27FC236}">
                  <a16:creationId xmlns:a16="http://schemas.microsoft.com/office/drawing/2014/main" id="{D79CD385-576F-49E6-9410-5B8AFAB16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665"/>
              <a:ext cx="8" cy="6"/>
            </a:xfrm>
            <a:custGeom>
              <a:avLst/>
              <a:gdLst>
                <a:gd name="T0" fmla="*/ 0 w 3"/>
                <a:gd name="T1" fmla="*/ 729 h 2"/>
                <a:gd name="T2" fmla="*/ 661 w 3"/>
                <a:gd name="T3" fmla="*/ 0 h 2"/>
                <a:gd name="T4" fmla="*/ 661 w 3"/>
                <a:gd name="T5" fmla="*/ 729 h 2"/>
                <a:gd name="T6" fmla="*/ 397 w 3"/>
                <a:gd name="T7" fmla="*/ 1458 h 2"/>
                <a:gd name="T8" fmla="*/ 0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8" name="Freeform 58">
              <a:extLst>
                <a:ext uri="{FF2B5EF4-FFF2-40B4-BE49-F238E27FC236}">
                  <a16:creationId xmlns:a16="http://schemas.microsoft.com/office/drawing/2014/main" id="{5932A949-F33A-455E-9A56-CD7255324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676"/>
              <a:ext cx="18" cy="19"/>
            </a:xfrm>
            <a:custGeom>
              <a:avLst/>
              <a:gdLst>
                <a:gd name="T0" fmla="*/ 357 w 7"/>
                <a:gd name="T1" fmla="*/ 760 h 7"/>
                <a:gd name="T2" fmla="*/ 1448 w 7"/>
                <a:gd name="T3" fmla="*/ 0 h 7"/>
                <a:gd name="T4" fmla="*/ 2003 w 7"/>
                <a:gd name="T5" fmla="*/ 1620 h 7"/>
                <a:gd name="T6" fmla="*/ 563 w 7"/>
                <a:gd name="T7" fmla="*/ 2342 h 7"/>
                <a:gd name="T8" fmla="*/ 357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99" name="Freeform 59">
              <a:extLst>
                <a:ext uri="{FF2B5EF4-FFF2-40B4-BE49-F238E27FC236}">
                  <a16:creationId xmlns:a16="http://schemas.microsoft.com/office/drawing/2014/main" id="{86C0683A-48BC-4A3C-B4AB-93A87B121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679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0 h 3"/>
                <a:gd name="T4" fmla="*/ 520 w 2"/>
                <a:gd name="T5" fmla="*/ 661 h 3"/>
                <a:gd name="T6" fmla="*/ 313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0" name="Freeform 60">
              <a:extLst>
                <a:ext uri="{FF2B5EF4-FFF2-40B4-BE49-F238E27FC236}">
                  <a16:creationId xmlns:a16="http://schemas.microsoft.com/office/drawing/2014/main" id="{894406E0-500B-49AE-B986-BE5D3D884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689"/>
              <a:ext cx="20" cy="19"/>
            </a:xfrm>
            <a:custGeom>
              <a:avLst/>
              <a:gdLst>
                <a:gd name="T0" fmla="*/ 313 w 8"/>
                <a:gd name="T1" fmla="*/ 1200 h 7"/>
                <a:gd name="T2" fmla="*/ 1300 w 8"/>
                <a:gd name="T3" fmla="*/ 442 h 7"/>
                <a:gd name="T4" fmla="*/ 1770 w 8"/>
                <a:gd name="T5" fmla="*/ 2063 h 7"/>
                <a:gd name="T6" fmla="*/ 783 w 8"/>
                <a:gd name="T7" fmla="*/ 2823 h 7"/>
                <a:gd name="T8" fmla="*/ 313 w 8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3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7" y="1"/>
                    <a:pt x="8" y="3"/>
                    <a:pt x="7" y="5"/>
                  </a:cubicBezTo>
                  <a:cubicBezTo>
                    <a:pt x="7" y="7"/>
                    <a:pt x="5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01" name="Freeform 61">
              <a:extLst>
                <a:ext uri="{FF2B5EF4-FFF2-40B4-BE49-F238E27FC236}">
                  <a16:creationId xmlns:a16="http://schemas.microsoft.com/office/drawing/2014/main" id="{4C765EC2-B635-42B1-8FC6-E26071245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695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313 w 2"/>
                <a:gd name="T3" fmla="*/ 0 h 2"/>
                <a:gd name="T4" fmla="*/ 520 w 2"/>
                <a:gd name="T5" fmla="*/ 313 h 2"/>
                <a:gd name="T6" fmla="*/ 0 w 2"/>
                <a:gd name="T7" fmla="*/ 52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2" name="Freeform 62">
              <a:extLst>
                <a:ext uri="{FF2B5EF4-FFF2-40B4-BE49-F238E27FC236}">
                  <a16:creationId xmlns:a16="http://schemas.microsoft.com/office/drawing/2014/main" id="{C6E95E83-ECB7-4A09-98CC-138630D9A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705"/>
              <a:ext cx="17" cy="19"/>
            </a:xfrm>
            <a:custGeom>
              <a:avLst/>
              <a:gdLst>
                <a:gd name="T0" fmla="*/ 0 w 7"/>
                <a:gd name="T1" fmla="*/ 760 h 7"/>
                <a:gd name="T2" fmla="*/ 1003 w 7"/>
                <a:gd name="T3" fmla="*/ 442 h 7"/>
                <a:gd name="T4" fmla="*/ 1433 w 7"/>
                <a:gd name="T5" fmla="*/ 2063 h 7"/>
                <a:gd name="T6" fmla="*/ 413 w 7"/>
                <a:gd name="T7" fmla="*/ 2823 h 7"/>
                <a:gd name="T8" fmla="*/ 0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03" name="Freeform 63">
              <a:extLst>
                <a:ext uri="{FF2B5EF4-FFF2-40B4-BE49-F238E27FC236}">
                  <a16:creationId xmlns:a16="http://schemas.microsoft.com/office/drawing/2014/main" id="{D1D8560C-99BE-41A5-9876-F8A73F230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711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313 h 2"/>
                <a:gd name="T6" fmla="*/ 313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4" name="Freeform 64">
              <a:extLst>
                <a:ext uri="{FF2B5EF4-FFF2-40B4-BE49-F238E27FC236}">
                  <a16:creationId xmlns:a16="http://schemas.microsoft.com/office/drawing/2014/main" id="{8DED3644-D630-4A97-ABD2-515A32592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1721"/>
              <a:ext cx="18" cy="19"/>
            </a:xfrm>
            <a:custGeom>
              <a:avLst/>
              <a:gdLst>
                <a:gd name="T0" fmla="*/ 357 w 7"/>
                <a:gd name="T1" fmla="*/ 760 h 7"/>
                <a:gd name="T2" fmla="*/ 1448 w 7"/>
                <a:gd name="T3" fmla="*/ 442 h 7"/>
                <a:gd name="T4" fmla="*/ 2003 w 7"/>
                <a:gd name="T5" fmla="*/ 2063 h 7"/>
                <a:gd name="T6" fmla="*/ 563 w 7"/>
                <a:gd name="T7" fmla="*/ 2342 h 7"/>
                <a:gd name="T8" fmla="*/ 357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05" name="Freeform 65">
              <a:extLst>
                <a:ext uri="{FF2B5EF4-FFF2-40B4-BE49-F238E27FC236}">
                  <a16:creationId xmlns:a16="http://schemas.microsoft.com/office/drawing/2014/main" id="{5912BE51-ED61-4AA2-8315-3A8206D6B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724"/>
              <a:ext cx="8" cy="8"/>
            </a:xfrm>
            <a:custGeom>
              <a:avLst/>
              <a:gdLst>
                <a:gd name="T0" fmla="*/ 0 w 3"/>
                <a:gd name="T1" fmla="*/ 397 h 3"/>
                <a:gd name="T2" fmla="*/ 661 w 3"/>
                <a:gd name="T3" fmla="*/ 397 h 3"/>
                <a:gd name="T4" fmla="*/ 661 w 3"/>
                <a:gd name="T5" fmla="*/ 661 h 3"/>
                <a:gd name="T6" fmla="*/ 397 w 3"/>
                <a:gd name="T7" fmla="*/ 1059 h 3"/>
                <a:gd name="T8" fmla="*/ 0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6" name="Freeform 66">
              <a:extLst>
                <a:ext uri="{FF2B5EF4-FFF2-40B4-BE49-F238E27FC236}">
                  <a16:creationId xmlns:a16="http://schemas.microsoft.com/office/drawing/2014/main" id="{8D9C5EAC-2A49-426F-A7FD-C1F8B844C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735"/>
              <a:ext cx="20" cy="21"/>
            </a:xfrm>
            <a:custGeom>
              <a:avLst/>
              <a:gdLst>
                <a:gd name="T0" fmla="*/ 313 w 8"/>
                <a:gd name="T1" fmla="*/ 614 h 8"/>
                <a:gd name="T2" fmla="*/ 1488 w 8"/>
                <a:gd name="T3" fmla="*/ 378 h 8"/>
                <a:gd name="T4" fmla="*/ 1770 w 8"/>
                <a:gd name="T5" fmla="*/ 1612 h 8"/>
                <a:gd name="T6" fmla="*/ 783 w 8"/>
                <a:gd name="T7" fmla="*/ 2226 h 8"/>
                <a:gd name="T8" fmla="*/ 313 w 8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07" name="Freeform 67">
              <a:extLst>
                <a:ext uri="{FF2B5EF4-FFF2-40B4-BE49-F238E27FC236}">
                  <a16:creationId xmlns:a16="http://schemas.microsoft.com/office/drawing/2014/main" id="{25297EFD-C6C9-4A46-889A-33FAC0ED0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740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313 w 2"/>
                <a:gd name="T3" fmla="*/ 0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8" name="Freeform 68">
              <a:extLst>
                <a:ext uri="{FF2B5EF4-FFF2-40B4-BE49-F238E27FC236}">
                  <a16:creationId xmlns:a16="http://schemas.microsoft.com/office/drawing/2014/main" id="{50AE7378-0AD2-4B6D-B258-9AA990C5A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751"/>
              <a:ext cx="20" cy="18"/>
            </a:xfrm>
            <a:custGeom>
              <a:avLst/>
              <a:gdLst>
                <a:gd name="T0" fmla="*/ 313 w 8"/>
                <a:gd name="T1" fmla="*/ 563 h 7"/>
                <a:gd name="T2" fmla="*/ 1488 w 8"/>
                <a:gd name="T3" fmla="*/ 357 h 7"/>
                <a:gd name="T4" fmla="*/ 1770 w 8"/>
                <a:gd name="T5" fmla="*/ 1448 h 7"/>
                <a:gd name="T6" fmla="*/ 783 w 8"/>
                <a:gd name="T7" fmla="*/ 1700 h 7"/>
                <a:gd name="T8" fmla="*/ 313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09" name="Freeform 69">
              <a:extLst>
                <a:ext uri="{FF2B5EF4-FFF2-40B4-BE49-F238E27FC236}">
                  <a16:creationId xmlns:a16="http://schemas.microsoft.com/office/drawing/2014/main" id="{18BB2BD4-2077-4CC2-BE67-97FCA5C5B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756"/>
              <a:ext cx="5" cy="5"/>
            </a:xfrm>
            <a:custGeom>
              <a:avLst/>
              <a:gdLst>
                <a:gd name="T0" fmla="*/ 0 w 2"/>
                <a:gd name="T1" fmla="*/ 0 h 2"/>
                <a:gd name="T2" fmla="*/ 313 w 2"/>
                <a:gd name="T3" fmla="*/ 0 h 2"/>
                <a:gd name="T4" fmla="*/ 520 w 2"/>
                <a:gd name="T5" fmla="*/ 313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0" name="Freeform 70">
              <a:extLst>
                <a:ext uri="{FF2B5EF4-FFF2-40B4-BE49-F238E27FC236}">
                  <a16:creationId xmlns:a16="http://schemas.microsoft.com/office/drawing/2014/main" id="{FAE7BA62-C158-4D00-98E8-5D7DE4BCF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767"/>
              <a:ext cx="20" cy="18"/>
            </a:xfrm>
            <a:custGeom>
              <a:avLst/>
              <a:gdLst>
                <a:gd name="T0" fmla="*/ 313 w 8"/>
                <a:gd name="T1" fmla="*/ 563 h 7"/>
                <a:gd name="T2" fmla="*/ 1488 w 8"/>
                <a:gd name="T3" fmla="*/ 357 h 7"/>
                <a:gd name="T4" fmla="*/ 1770 w 8"/>
                <a:gd name="T5" fmla="*/ 1448 h 7"/>
                <a:gd name="T6" fmla="*/ 783 w 8"/>
                <a:gd name="T7" fmla="*/ 1700 h 7"/>
                <a:gd name="T8" fmla="*/ 313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3"/>
                    <a:pt x="7" y="5"/>
                  </a:cubicBezTo>
                  <a:cubicBezTo>
                    <a:pt x="6" y="7"/>
                    <a:pt x="4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11" name="Freeform 71">
              <a:extLst>
                <a:ext uri="{FF2B5EF4-FFF2-40B4-BE49-F238E27FC236}">
                  <a16:creationId xmlns:a16="http://schemas.microsoft.com/office/drawing/2014/main" id="{2EC48E07-BFBD-4509-8498-250C267FE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1769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313 w 2"/>
                <a:gd name="T3" fmla="*/ 397 h 3"/>
                <a:gd name="T4" fmla="*/ 520 w 2"/>
                <a:gd name="T5" fmla="*/ 661 h 3"/>
                <a:gd name="T6" fmla="*/ 0 w 2"/>
                <a:gd name="T7" fmla="*/ 1059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2" name="Freeform 72">
              <a:extLst>
                <a:ext uri="{FF2B5EF4-FFF2-40B4-BE49-F238E27FC236}">
                  <a16:creationId xmlns:a16="http://schemas.microsoft.com/office/drawing/2014/main" id="{30D9632D-8115-4088-A8C9-A3B609CC5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1783"/>
              <a:ext cx="18" cy="18"/>
            </a:xfrm>
            <a:custGeom>
              <a:avLst/>
              <a:gdLst>
                <a:gd name="T0" fmla="*/ 357 w 7"/>
                <a:gd name="T1" fmla="*/ 563 h 7"/>
                <a:gd name="T2" fmla="*/ 1448 w 7"/>
                <a:gd name="T3" fmla="*/ 357 h 7"/>
                <a:gd name="T4" fmla="*/ 2003 w 7"/>
                <a:gd name="T5" fmla="*/ 1448 h 7"/>
                <a:gd name="T6" fmla="*/ 563 w 7"/>
                <a:gd name="T7" fmla="*/ 1700 h 7"/>
                <a:gd name="T8" fmla="*/ 357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13" name="Freeform 73">
              <a:extLst>
                <a:ext uri="{FF2B5EF4-FFF2-40B4-BE49-F238E27FC236}">
                  <a16:creationId xmlns:a16="http://schemas.microsoft.com/office/drawing/2014/main" id="{785B7F44-4498-4D78-AC33-3EB407D7A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788"/>
              <a:ext cx="8" cy="5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661 w 3"/>
                <a:gd name="T5" fmla="*/ 313 h 2"/>
                <a:gd name="T6" fmla="*/ 397 w 3"/>
                <a:gd name="T7" fmla="*/ 520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4" name="Freeform 74">
              <a:extLst>
                <a:ext uri="{FF2B5EF4-FFF2-40B4-BE49-F238E27FC236}">
                  <a16:creationId xmlns:a16="http://schemas.microsoft.com/office/drawing/2014/main" id="{2F76F30D-F418-4D71-B1CD-CE83CBCAE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799"/>
              <a:ext cx="17" cy="18"/>
            </a:xfrm>
            <a:custGeom>
              <a:avLst/>
              <a:gdLst>
                <a:gd name="T0" fmla="*/ 0 w 7"/>
                <a:gd name="T1" fmla="*/ 563 h 7"/>
                <a:gd name="T2" fmla="*/ 1003 w 7"/>
                <a:gd name="T3" fmla="*/ 357 h 7"/>
                <a:gd name="T4" fmla="*/ 1243 w 7"/>
                <a:gd name="T5" fmla="*/ 1448 h 7"/>
                <a:gd name="T6" fmla="*/ 413 w 7"/>
                <a:gd name="T7" fmla="*/ 2003 h 7"/>
                <a:gd name="T8" fmla="*/ 0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7"/>
                    <a:pt x="4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15" name="Freeform 75">
              <a:extLst>
                <a:ext uri="{FF2B5EF4-FFF2-40B4-BE49-F238E27FC236}">
                  <a16:creationId xmlns:a16="http://schemas.microsoft.com/office/drawing/2014/main" id="{871BA024-3227-43FF-9243-7142D10E1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804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313 h 2"/>
                <a:gd name="T6" fmla="*/ 313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6" name="Freeform 76">
              <a:extLst>
                <a:ext uri="{FF2B5EF4-FFF2-40B4-BE49-F238E27FC236}">
                  <a16:creationId xmlns:a16="http://schemas.microsoft.com/office/drawing/2014/main" id="{B39CA7E6-6238-43AE-A8DF-48B79244C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815"/>
              <a:ext cx="17" cy="18"/>
            </a:xfrm>
            <a:custGeom>
              <a:avLst/>
              <a:gdLst>
                <a:gd name="T0" fmla="*/ 170 w 7"/>
                <a:gd name="T1" fmla="*/ 563 h 7"/>
                <a:gd name="T2" fmla="*/ 1003 w 7"/>
                <a:gd name="T3" fmla="*/ 357 h 7"/>
                <a:gd name="T4" fmla="*/ 1433 w 7"/>
                <a:gd name="T5" fmla="*/ 1448 h 7"/>
                <a:gd name="T6" fmla="*/ 413 w 7"/>
                <a:gd name="T7" fmla="*/ 2003 h 7"/>
                <a:gd name="T8" fmla="*/ 170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17" name="Freeform 77">
              <a:extLst>
                <a:ext uri="{FF2B5EF4-FFF2-40B4-BE49-F238E27FC236}">
                  <a16:creationId xmlns:a16="http://schemas.microsoft.com/office/drawing/2014/main" id="{F8C53DD1-EB70-4026-A7EE-3C15B9168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820"/>
              <a:ext cx="7" cy="5"/>
            </a:xfrm>
            <a:custGeom>
              <a:avLst/>
              <a:gdLst>
                <a:gd name="T0" fmla="*/ 152 w 3"/>
                <a:gd name="T1" fmla="*/ 0 h 2"/>
                <a:gd name="T2" fmla="*/ 355 w 3"/>
                <a:gd name="T3" fmla="*/ 0 h 2"/>
                <a:gd name="T4" fmla="*/ 469 w 3"/>
                <a:gd name="T5" fmla="*/ 313 h 2"/>
                <a:gd name="T6" fmla="*/ 152 w 3"/>
                <a:gd name="T7" fmla="*/ 520 h 2"/>
                <a:gd name="T8" fmla="*/ 15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8" name="Freeform 78">
              <a:extLst>
                <a:ext uri="{FF2B5EF4-FFF2-40B4-BE49-F238E27FC236}">
                  <a16:creationId xmlns:a16="http://schemas.microsoft.com/office/drawing/2014/main" id="{94A166C8-4C50-43B4-AF99-8C9A96559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831"/>
              <a:ext cx="18" cy="18"/>
            </a:xfrm>
            <a:custGeom>
              <a:avLst/>
              <a:gdLst>
                <a:gd name="T0" fmla="*/ 357 w 7"/>
                <a:gd name="T1" fmla="*/ 563 h 7"/>
                <a:gd name="T2" fmla="*/ 1448 w 7"/>
                <a:gd name="T3" fmla="*/ 357 h 7"/>
                <a:gd name="T4" fmla="*/ 1700 w 7"/>
                <a:gd name="T5" fmla="*/ 1700 h 7"/>
                <a:gd name="T6" fmla="*/ 563 w 7"/>
                <a:gd name="T7" fmla="*/ 2003 h 7"/>
                <a:gd name="T8" fmla="*/ 357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19" name="Freeform 79">
              <a:extLst>
                <a:ext uri="{FF2B5EF4-FFF2-40B4-BE49-F238E27FC236}">
                  <a16:creationId xmlns:a16="http://schemas.microsoft.com/office/drawing/2014/main" id="{DB86894E-DF33-481B-83FD-20C65CE5E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836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520 h 2"/>
                <a:gd name="T6" fmla="*/ 313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0" name="Freeform 80">
              <a:extLst>
                <a:ext uri="{FF2B5EF4-FFF2-40B4-BE49-F238E27FC236}">
                  <a16:creationId xmlns:a16="http://schemas.microsoft.com/office/drawing/2014/main" id="{6448BCF4-86F8-4807-AFF5-DE27589AD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847"/>
              <a:ext cx="20" cy="21"/>
            </a:xfrm>
            <a:custGeom>
              <a:avLst/>
              <a:gdLst>
                <a:gd name="T0" fmla="*/ 313 w 8"/>
                <a:gd name="T1" fmla="*/ 614 h 8"/>
                <a:gd name="T2" fmla="*/ 1488 w 8"/>
                <a:gd name="T3" fmla="*/ 378 h 8"/>
                <a:gd name="T4" fmla="*/ 1770 w 8"/>
                <a:gd name="T5" fmla="*/ 1992 h 8"/>
                <a:gd name="T6" fmla="*/ 520 w 8"/>
                <a:gd name="T7" fmla="*/ 2226 h 8"/>
                <a:gd name="T8" fmla="*/ 313 w 8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21" name="Freeform 81">
              <a:extLst>
                <a:ext uri="{FF2B5EF4-FFF2-40B4-BE49-F238E27FC236}">
                  <a16:creationId xmlns:a16="http://schemas.microsoft.com/office/drawing/2014/main" id="{DDF35DFB-74A6-455D-9051-514120260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852"/>
              <a:ext cx="8" cy="5"/>
            </a:xfrm>
            <a:custGeom>
              <a:avLst/>
              <a:gdLst>
                <a:gd name="T0" fmla="*/ 397 w 3"/>
                <a:gd name="T1" fmla="*/ 313 h 2"/>
                <a:gd name="T2" fmla="*/ 661 w 3"/>
                <a:gd name="T3" fmla="*/ 0 h 2"/>
                <a:gd name="T4" fmla="*/ 1059 w 3"/>
                <a:gd name="T5" fmla="*/ 520 h 2"/>
                <a:gd name="T6" fmla="*/ 397 w 3"/>
                <a:gd name="T7" fmla="*/ 520 h 2"/>
                <a:gd name="T8" fmla="*/ 397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2" name="Freeform 82">
              <a:extLst>
                <a:ext uri="{FF2B5EF4-FFF2-40B4-BE49-F238E27FC236}">
                  <a16:creationId xmlns:a16="http://schemas.microsoft.com/office/drawing/2014/main" id="{4B150632-85A1-45D0-B072-08B17DBF1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863"/>
              <a:ext cx="17" cy="21"/>
            </a:xfrm>
            <a:custGeom>
              <a:avLst/>
              <a:gdLst>
                <a:gd name="T0" fmla="*/ 170 w 7"/>
                <a:gd name="T1" fmla="*/ 614 h 8"/>
                <a:gd name="T2" fmla="*/ 1003 w 7"/>
                <a:gd name="T3" fmla="*/ 378 h 8"/>
                <a:gd name="T4" fmla="*/ 1243 w 7"/>
                <a:gd name="T5" fmla="*/ 1992 h 8"/>
                <a:gd name="T6" fmla="*/ 170 w 7"/>
                <a:gd name="T7" fmla="*/ 2226 h 8"/>
                <a:gd name="T8" fmla="*/ 17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7" y="4"/>
                    <a:pt x="6" y="6"/>
                  </a:cubicBezTo>
                  <a:cubicBezTo>
                    <a:pt x="5" y="7"/>
                    <a:pt x="3" y="8"/>
                    <a:pt x="1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23" name="Freeform 83">
              <a:extLst>
                <a:ext uri="{FF2B5EF4-FFF2-40B4-BE49-F238E27FC236}">
                  <a16:creationId xmlns:a16="http://schemas.microsoft.com/office/drawing/2014/main" id="{7B6289FC-EC2C-4691-90B7-C67FCF7F0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868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520 w 2"/>
                <a:gd name="T3" fmla="*/ 0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4" name="Freeform 84">
              <a:extLst>
                <a:ext uri="{FF2B5EF4-FFF2-40B4-BE49-F238E27FC236}">
                  <a16:creationId xmlns:a16="http://schemas.microsoft.com/office/drawing/2014/main" id="{68D9237D-F71A-4F5D-83D5-340ACD95E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879"/>
              <a:ext cx="17" cy="21"/>
            </a:xfrm>
            <a:custGeom>
              <a:avLst/>
              <a:gdLst>
                <a:gd name="T0" fmla="*/ 170 w 7"/>
                <a:gd name="T1" fmla="*/ 614 h 8"/>
                <a:gd name="T2" fmla="*/ 1003 w 7"/>
                <a:gd name="T3" fmla="*/ 378 h 8"/>
                <a:gd name="T4" fmla="*/ 1243 w 7"/>
                <a:gd name="T5" fmla="*/ 1992 h 8"/>
                <a:gd name="T6" fmla="*/ 413 w 7"/>
                <a:gd name="T7" fmla="*/ 2226 h 8"/>
                <a:gd name="T8" fmla="*/ 17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25" name="Freeform 85">
              <a:extLst>
                <a:ext uri="{FF2B5EF4-FFF2-40B4-BE49-F238E27FC236}">
                  <a16:creationId xmlns:a16="http://schemas.microsoft.com/office/drawing/2014/main" id="{4A0882EE-49CA-47E8-8A32-D913D12E2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884"/>
              <a:ext cx="7" cy="8"/>
            </a:xfrm>
            <a:custGeom>
              <a:avLst/>
              <a:gdLst>
                <a:gd name="T0" fmla="*/ 0 w 3"/>
                <a:gd name="T1" fmla="*/ 397 h 3"/>
                <a:gd name="T2" fmla="*/ 355 w 3"/>
                <a:gd name="T3" fmla="*/ 0 h 3"/>
                <a:gd name="T4" fmla="*/ 355 w 3"/>
                <a:gd name="T5" fmla="*/ 661 h 3"/>
                <a:gd name="T6" fmla="*/ 152 w 3"/>
                <a:gd name="T7" fmla="*/ 661 h 3"/>
                <a:gd name="T8" fmla="*/ 0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6" name="Freeform 86">
              <a:extLst>
                <a:ext uri="{FF2B5EF4-FFF2-40B4-BE49-F238E27FC236}">
                  <a16:creationId xmlns:a16="http://schemas.microsoft.com/office/drawing/2014/main" id="{C5023736-EBFC-4A14-8913-700DE1E8F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897"/>
              <a:ext cx="17" cy="19"/>
            </a:xfrm>
            <a:custGeom>
              <a:avLst/>
              <a:gdLst>
                <a:gd name="T0" fmla="*/ 170 w 7"/>
                <a:gd name="T1" fmla="*/ 760 h 7"/>
                <a:gd name="T2" fmla="*/ 1003 w 7"/>
                <a:gd name="T3" fmla="*/ 442 h 7"/>
                <a:gd name="T4" fmla="*/ 1243 w 7"/>
                <a:gd name="T5" fmla="*/ 2063 h 7"/>
                <a:gd name="T6" fmla="*/ 413 w 7"/>
                <a:gd name="T7" fmla="*/ 2342 h 7"/>
                <a:gd name="T8" fmla="*/ 170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27" name="Freeform 87">
              <a:extLst>
                <a:ext uri="{FF2B5EF4-FFF2-40B4-BE49-F238E27FC236}">
                  <a16:creationId xmlns:a16="http://schemas.microsoft.com/office/drawing/2014/main" id="{97902129-485D-4C9A-AD8D-601570DE4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900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397 h 3"/>
                <a:gd name="T4" fmla="*/ 355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8" name="Freeform 88">
              <a:extLst>
                <a:ext uri="{FF2B5EF4-FFF2-40B4-BE49-F238E27FC236}">
                  <a16:creationId xmlns:a16="http://schemas.microsoft.com/office/drawing/2014/main" id="{DC3FB9AA-B541-4BF7-9A0E-B70CD252B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913"/>
              <a:ext cx="17" cy="22"/>
            </a:xfrm>
            <a:custGeom>
              <a:avLst/>
              <a:gdLst>
                <a:gd name="T0" fmla="*/ 170 w 7"/>
                <a:gd name="T1" fmla="*/ 976 h 8"/>
                <a:gd name="T2" fmla="*/ 1003 w 7"/>
                <a:gd name="T3" fmla="*/ 462 h 8"/>
                <a:gd name="T4" fmla="*/ 1243 w 7"/>
                <a:gd name="T5" fmla="*/ 2684 h 8"/>
                <a:gd name="T6" fmla="*/ 413 w 7"/>
                <a:gd name="T7" fmla="*/ 2973 h 8"/>
                <a:gd name="T8" fmla="*/ 170 w 7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29" name="Freeform 89">
              <a:extLst>
                <a:ext uri="{FF2B5EF4-FFF2-40B4-BE49-F238E27FC236}">
                  <a16:creationId xmlns:a16="http://schemas.microsoft.com/office/drawing/2014/main" id="{E455DF30-97E4-4554-8F5A-00576CB93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919"/>
              <a:ext cx="7" cy="5"/>
            </a:xfrm>
            <a:custGeom>
              <a:avLst/>
              <a:gdLst>
                <a:gd name="T0" fmla="*/ 0 w 3"/>
                <a:gd name="T1" fmla="*/ 0 h 2"/>
                <a:gd name="T2" fmla="*/ 355 w 3"/>
                <a:gd name="T3" fmla="*/ 0 h 2"/>
                <a:gd name="T4" fmla="*/ 355 w 3"/>
                <a:gd name="T5" fmla="*/ 520 h 2"/>
                <a:gd name="T6" fmla="*/ 152 w 3"/>
                <a:gd name="T7" fmla="*/ 520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0" name="Freeform 90">
              <a:extLst>
                <a:ext uri="{FF2B5EF4-FFF2-40B4-BE49-F238E27FC236}">
                  <a16:creationId xmlns:a16="http://schemas.microsoft.com/office/drawing/2014/main" id="{67F26CBB-4CC5-49BE-A1E3-D2AEBC24B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929"/>
              <a:ext cx="17" cy="22"/>
            </a:xfrm>
            <a:custGeom>
              <a:avLst/>
              <a:gdLst>
                <a:gd name="T0" fmla="*/ 170 w 7"/>
                <a:gd name="T1" fmla="*/ 976 h 8"/>
                <a:gd name="T2" fmla="*/ 1243 w 7"/>
                <a:gd name="T3" fmla="*/ 976 h 8"/>
                <a:gd name="T4" fmla="*/ 1243 w 7"/>
                <a:gd name="T5" fmla="*/ 2684 h 8"/>
                <a:gd name="T6" fmla="*/ 170 w 7"/>
                <a:gd name="T7" fmla="*/ 2684 h 8"/>
                <a:gd name="T8" fmla="*/ 170 w 7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8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31" name="Freeform 91">
              <a:extLst>
                <a:ext uri="{FF2B5EF4-FFF2-40B4-BE49-F238E27FC236}">
                  <a16:creationId xmlns:a16="http://schemas.microsoft.com/office/drawing/2014/main" id="{A1AD6F60-E4E6-4120-BAD6-5436BFEA3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935"/>
              <a:ext cx="7" cy="5"/>
            </a:xfrm>
            <a:custGeom>
              <a:avLst/>
              <a:gdLst>
                <a:gd name="T0" fmla="*/ 152 w 3"/>
                <a:gd name="T1" fmla="*/ 0 h 2"/>
                <a:gd name="T2" fmla="*/ 355 w 3"/>
                <a:gd name="T3" fmla="*/ 0 h 2"/>
                <a:gd name="T4" fmla="*/ 355 w 3"/>
                <a:gd name="T5" fmla="*/ 520 h 2"/>
                <a:gd name="T6" fmla="*/ 152 w 3"/>
                <a:gd name="T7" fmla="*/ 520 h 2"/>
                <a:gd name="T8" fmla="*/ 15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2" name="Freeform 92">
              <a:extLst>
                <a:ext uri="{FF2B5EF4-FFF2-40B4-BE49-F238E27FC236}">
                  <a16:creationId xmlns:a16="http://schemas.microsoft.com/office/drawing/2014/main" id="{659904E0-C3B0-43B7-94AC-5C4460835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948"/>
              <a:ext cx="17" cy="19"/>
            </a:xfrm>
            <a:custGeom>
              <a:avLst/>
              <a:gdLst>
                <a:gd name="T0" fmla="*/ 170 w 7"/>
                <a:gd name="T1" fmla="*/ 442 h 7"/>
                <a:gd name="T2" fmla="*/ 1243 w 7"/>
                <a:gd name="T3" fmla="*/ 442 h 7"/>
                <a:gd name="T4" fmla="*/ 1243 w 7"/>
                <a:gd name="T5" fmla="*/ 2063 h 7"/>
                <a:gd name="T6" fmla="*/ 170 w 7"/>
                <a:gd name="T7" fmla="*/ 2342 h 7"/>
                <a:gd name="T8" fmla="*/ 17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33" name="Freeform 93">
              <a:extLst>
                <a:ext uri="{FF2B5EF4-FFF2-40B4-BE49-F238E27FC236}">
                  <a16:creationId xmlns:a16="http://schemas.microsoft.com/office/drawing/2014/main" id="{C5FC53F1-FF00-420F-B813-F2E71DB13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951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397 h 3"/>
                <a:gd name="T4" fmla="*/ 355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4" name="Freeform 94">
              <a:extLst>
                <a:ext uri="{FF2B5EF4-FFF2-40B4-BE49-F238E27FC236}">
                  <a16:creationId xmlns:a16="http://schemas.microsoft.com/office/drawing/2014/main" id="{6432C1EF-4161-40C9-9B23-BD5346D93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964"/>
              <a:ext cx="18" cy="19"/>
            </a:xfrm>
            <a:custGeom>
              <a:avLst/>
              <a:gdLst>
                <a:gd name="T0" fmla="*/ 563 w 7"/>
                <a:gd name="T1" fmla="*/ 442 h 7"/>
                <a:gd name="T2" fmla="*/ 1700 w 7"/>
                <a:gd name="T3" fmla="*/ 442 h 7"/>
                <a:gd name="T4" fmla="*/ 1700 w 7"/>
                <a:gd name="T5" fmla="*/ 2342 h 7"/>
                <a:gd name="T6" fmla="*/ 563 w 7"/>
                <a:gd name="T7" fmla="*/ 2342 h 7"/>
                <a:gd name="T8" fmla="*/ 56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35" name="Freeform 95">
              <a:extLst>
                <a:ext uri="{FF2B5EF4-FFF2-40B4-BE49-F238E27FC236}">
                  <a16:creationId xmlns:a16="http://schemas.microsoft.com/office/drawing/2014/main" id="{302C57CD-D061-4217-B4E3-00774B4E6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967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520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6" name="Freeform 96">
              <a:extLst>
                <a:ext uri="{FF2B5EF4-FFF2-40B4-BE49-F238E27FC236}">
                  <a16:creationId xmlns:a16="http://schemas.microsoft.com/office/drawing/2014/main" id="{7BAAF0C0-99E2-48B9-9281-50D1DF82F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980"/>
              <a:ext cx="18" cy="21"/>
            </a:xfrm>
            <a:custGeom>
              <a:avLst/>
              <a:gdLst>
                <a:gd name="T0" fmla="*/ 357 w 7"/>
                <a:gd name="T1" fmla="*/ 614 h 8"/>
                <a:gd name="T2" fmla="*/ 1448 w 7"/>
                <a:gd name="T3" fmla="*/ 614 h 8"/>
                <a:gd name="T4" fmla="*/ 1700 w 7"/>
                <a:gd name="T5" fmla="*/ 1992 h 8"/>
                <a:gd name="T6" fmla="*/ 357 w 7"/>
                <a:gd name="T7" fmla="*/ 1992 h 8"/>
                <a:gd name="T8" fmla="*/ 357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0"/>
                    <a:pt x="4" y="0"/>
                    <a:pt x="5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2" y="8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37" name="Freeform 97">
              <a:extLst>
                <a:ext uri="{FF2B5EF4-FFF2-40B4-BE49-F238E27FC236}">
                  <a16:creationId xmlns:a16="http://schemas.microsoft.com/office/drawing/2014/main" id="{FC409230-0BF1-4AC4-AC98-B0325431A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985"/>
              <a:ext cx="8" cy="6"/>
            </a:xfrm>
            <a:custGeom>
              <a:avLst/>
              <a:gdLst>
                <a:gd name="T0" fmla="*/ 0 w 3"/>
                <a:gd name="T1" fmla="*/ 0 h 2"/>
                <a:gd name="T2" fmla="*/ 661 w 3"/>
                <a:gd name="T3" fmla="*/ 0 h 2"/>
                <a:gd name="T4" fmla="*/ 661 w 3"/>
                <a:gd name="T5" fmla="*/ 1458 h 2"/>
                <a:gd name="T6" fmla="*/ 397 w 3"/>
                <a:gd name="T7" fmla="*/ 1458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8" name="Freeform 98">
              <a:extLst>
                <a:ext uri="{FF2B5EF4-FFF2-40B4-BE49-F238E27FC236}">
                  <a16:creationId xmlns:a16="http://schemas.microsoft.com/office/drawing/2014/main" id="{C2943BC8-5250-4822-97B3-CF7C9EFF3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999"/>
              <a:ext cx="17" cy="18"/>
            </a:xfrm>
            <a:custGeom>
              <a:avLst/>
              <a:gdLst>
                <a:gd name="T0" fmla="*/ 170 w 7"/>
                <a:gd name="T1" fmla="*/ 357 h 7"/>
                <a:gd name="T2" fmla="*/ 1243 w 7"/>
                <a:gd name="T3" fmla="*/ 357 h 7"/>
                <a:gd name="T4" fmla="*/ 1243 w 7"/>
                <a:gd name="T5" fmla="*/ 1700 h 7"/>
                <a:gd name="T6" fmla="*/ 170 w 7"/>
                <a:gd name="T7" fmla="*/ 1700 h 7"/>
                <a:gd name="T8" fmla="*/ 17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39" name="Freeform 99">
              <a:extLst>
                <a:ext uri="{FF2B5EF4-FFF2-40B4-BE49-F238E27FC236}">
                  <a16:creationId xmlns:a16="http://schemas.microsoft.com/office/drawing/2014/main" id="{037C192F-B332-41FF-A5E0-D66FF1A68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001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397 h 3"/>
                <a:gd name="T4" fmla="*/ 355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0" name="Freeform 100">
              <a:extLst>
                <a:ext uri="{FF2B5EF4-FFF2-40B4-BE49-F238E27FC236}">
                  <a16:creationId xmlns:a16="http://schemas.microsoft.com/office/drawing/2014/main" id="{4637415C-10AE-4280-A176-AF0E835EF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561"/>
              <a:ext cx="18" cy="19"/>
            </a:xfrm>
            <a:custGeom>
              <a:avLst/>
              <a:gdLst>
                <a:gd name="T0" fmla="*/ 0 w 7"/>
                <a:gd name="T1" fmla="*/ 1200 h 7"/>
                <a:gd name="T2" fmla="*/ 1137 w 7"/>
                <a:gd name="T3" fmla="*/ 0 h 7"/>
                <a:gd name="T4" fmla="*/ 2003 w 7"/>
                <a:gd name="T5" fmla="*/ 1620 h 7"/>
                <a:gd name="T6" fmla="*/ 918 w 7"/>
                <a:gd name="T7" fmla="*/ 2342 h 7"/>
                <a:gd name="T8" fmla="*/ 0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41" name="Freeform 101">
              <a:extLst>
                <a:ext uri="{FF2B5EF4-FFF2-40B4-BE49-F238E27FC236}">
                  <a16:creationId xmlns:a16="http://schemas.microsoft.com/office/drawing/2014/main" id="{0CAC7758-3051-4AED-B0AB-07C4EC7E2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564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313 w 2"/>
                <a:gd name="T3" fmla="*/ 0 h 3"/>
                <a:gd name="T4" fmla="*/ 520 w 2"/>
                <a:gd name="T5" fmla="*/ 661 h 3"/>
                <a:gd name="T6" fmla="*/ 313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2" name="Freeform 102">
              <a:extLst>
                <a:ext uri="{FF2B5EF4-FFF2-40B4-BE49-F238E27FC236}">
                  <a16:creationId xmlns:a16="http://schemas.microsoft.com/office/drawing/2014/main" id="{C05C2069-3C47-40CB-B239-086540A9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572"/>
              <a:ext cx="17" cy="19"/>
            </a:xfrm>
            <a:custGeom>
              <a:avLst/>
              <a:gdLst>
                <a:gd name="T0" fmla="*/ 0 w 7"/>
                <a:gd name="T1" fmla="*/ 1200 h 7"/>
                <a:gd name="T2" fmla="*/ 831 w 7"/>
                <a:gd name="T3" fmla="*/ 442 h 7"/>
                <a:gd name="T4" fmla="*/ 1243 w 7"/>
                <a:gd name="T5" fmla="*/ 1620 h 7"/>
                <a:gd name="T6" fmla="*/ 590 w 7"/>
                <a:gd name="T7" fmla="*/ 2823 h 7"/>
                <a:gd name="T8" fmla="*/ 0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5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43" name="Freeform 103">
              <a:extLst>
                <a:ext uri="{FF2B5EF4-FFF2-40B4-BE49-F238E27FC236}">
                  <a16:creationId xmlns:a16="http://schemas.microsoft.com/office/drawing/2014/main" id="{99B469E4-DE5D-4750-A34A-00ABB3D6C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577"/>
              <a:ext cx="8" cy="6"/>
            </a:xfrm>
            <a:custGeom>
              <a:avLst/>
              <a:gdLst>
                <a:gd name="T0" fmla="*/ 397 w 3"/>
                <a:gd name="T1" fmla="*/ 729 h 2"/>
                <a:gd name="T2" fmla="*/ 661 w 3"/>
                <a:gd name="T3" fmla="*/ 0 h 2"/>
                <a:gd name="T4" fmla="*/ 1059 w 3"/>
                <a:gd name="T5" fmla="*/ 729 h 2"/>
                <a:gd name="T6" fmla="*/ 397 w 3"/>
                <a:gd name="T7" fmla="*/ 1458 h 2"/>
                <a:gd name="T8" fmla="*/ 397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4" name="Freeform 104">
              <a:extLst>
                <a:ext uri="{FF2B5EF4-FFF2-40B4-BE49-F238E27FC236}">
                  <a16:creationId xmlns:a16="http://schemas.microsoft.com/office/drawing/2014/main" id="{5327B130-F5D4-49B1-AC7B-2F9426569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585"/>
              <a:ext cx="17" cy="22"/>
            </a:xfrm>
            <a:custGeom>
              <a:avLst/>
              <a:gdLst>
                <a:gd name="T0" fmla="*/ 0 w 7"/>
                <a:gd name="T1" fmla="*/ 1271 h 8"/>
                <a:gd name="T2" fmla="*/ 831 w 7"/>
                <a:gd name="T3" fmla="*/ 462 h 8"/>
                <a:gd name="T4" fmla="*/ 1243 w 7"/>
                <a:gd name="T5" fmla="*/ 2225 h 8"/>
                <a:gd name="T6" fmla="*/ 413 w 7"/>
                <a:gd name="T7" fmla="*/ 2973 h 8"/>
                <a:gd name="T8" fmla="*/ 0 w 7"/>
                <a:gd name="T9" fmla="*/ 127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45" name="Freeform 105">
              <a:extLst>
                <a:ext uri="{FF2B5EF4-FFF2-40B4-BE49-F238E27FC236}">
                  <a16:creationId xmlns:a16="http://schemas.microsoft.com/office/drawing/2014/main" id="{C6E61A14-C79A-4835-9A2D-6C8ACF447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591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313 w 2"/>
                <a:gd name="T3" fmla="*/ 0 h 3"/>
                <a:gd name="T4" fmla="*/ 520 w 2"/>
                <a:gd name="T5" fmla="*/ 661 h 3"/>
                <a:gd name="T6" fmla="*/ 313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6" name="Freeform 106">
              <a:extLst>
                <a:ext uri="{FF2B5EF4-FFF2-40B4-BE49-F238E27FC236}">
                  <a16:creationId xmlns:a16="http://schemas.microsoft.com/office/drawing/2014/main" id="{F0DEA05D-081D-4055-B1BF-D63CDF7CB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599"/>
              <a:ext cx="17" cy="21"/>
            </a:xfrm>
            <a:custGeom>
              <a:avLst/>
              <a:gdLst>
                <a:gd name="T0" fmla="*/ 170 w 7"/>
                <a:gd name="T1" fmla="*/ 992 h 8"/>
                <a:gd name="T2" fmla="*/ 1003 w 7"/>
                <a:gd name="T3" fmla="*/ 378 h 8"/>
                <a:gd name="T4" fmla="*/ 1433 w 7"/>
                <a:gd name="T5" fmla="*/ 1612 h 8"/>
                <a:gd name="T6" fmla="*/ 590 w 7"/>
                <a:gd name="T7" fmla="*/ 2226 h 8"/>
                <a:gd name="T8" fmla="*/ 170 w 7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7"/>
                    <a:pt x="4" y="8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47" name="Freeform 107">
              <a:extLst>
                <a:ext uri="{FF2B5EF4-FFF2-40B4-BE49-F238E27FC236}">
                  <a16:creationId xmlns:a16="http://schemas.microsoft.com/office/drawing/2014/main" id="{6EBAFB1C-A397-4FA1-87EA-528E842A6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604"/>
              <a:ext cx="7" cy="5"/>
            </a:xfrm>
            <a:custGeom>
              <a:avLst/>
              <a:gdLst>
                <a:gd name="T0" fmla="*/ 0 w 3"/>
                <a:gd name="T1" fmla="*/ 313 h 2"/>
                <a:gd name="T2" fmla="*/ 355 w 3"/>
                <a:gd name="T3" fmla="*/ 0 h 2"/>
                <a:gd name="T4" fmla="*/ 355 w 3"/>
                <a:gd name="T5" fmla="*/ 520 h 2"/>
                <a:gd name="T6" fmla="*/ 152 w 3"/>
                <a:gd name="T7" fmla="*/ 520 h 2"/>
                <a:gd name="T8" fmla="*/ 0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8" name="Freeform 108">
              <a:extLst>
                <a:ext uri="{FF2B5EF4-FFF2-40B4-BE49-F238E27FC236}">
                  <a16:creationId xmlns:a16="http://schemas.microsoft.com/office/drawing/2014/main" id="{12DFB9E6-50A0-48D9-AB7C-069A3F3C1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612"/>
              <a:ext cx="17" cy="21"/>
            </a:xfrm>
            <a:custGeom>
              <a:avLst/>
              <a:gdLst>
                <a:gd name="T0" fmla="*/ 0 w 7"/>
                <a:gd name="T1" fmla="*/ 992 h 8"/>
                <a:gd name="T2" fmla="*/ 1003 w 7"/>
                <a:gd name="T3" fmla="*/ 378 h 8"/>
                <a:gd name="T4" fmla="*/ 1433 w 7"/>
                <a:gd name="T5" fmla="*/ 1612 h 8"/>
                <a:gd name="T6" fmla="*/ 590 w 7"/>
                <a:gd name="T7" fmla="*/ 2226 h 8"/>
                <a:gd name="T8" fmla="*/ 0 w 7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7"/>
                    <a:pt x="4" y="8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49" name="Freeform 109">
              <a:extLst>
                <a:ext uri="{FF2B5EF4-FFF2-40B4-BE49-F238E27FC236}">
                  <a16:creationId xmlns:a16="http://schemas.microsoft.com/office/drawing/2014/main" id="{D1C91EE8-7132-4DC1-B9AD-103347E0C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1617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520 w 2"/>
                <a:gd name="T3" fmla="*/ 0 h 2"/>
                <a:gd name="T4" fmla="*/ 520 w 2"/>
                <a:gd name="T5" fmla="*/ 1458 h 2"/>
                <a:gd name="T6" fmla="*/ 313 w 2"/>
                <a:gd name="T7" fmla="*/ 1458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0" name="Freeform 110">
              <a:extLst>
                <a:ext uri="{FF2B5EF4-FFF2-40B4-BE49-F238E27FC236}">
                  <a16:creationId xmlns:a16="http://schemas.microsoft.com/office/drawing/2014/main" id="{85B5249F-56BE-4D8D-BD3F-6458398DF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628"/>
              <a:ext cx="17" cy="19"/>
            </a:xfrm>
            <a:custGeom>
              <a:avLst/>
              <a:gdLst>
                <a:gd name="T0" fmla="*/ 0 w 7"/>
                <a:gd name="T1" fmla="*/ 760 h 7"/>
                <a:gd name="T2" fmla="*/ 1003 w 7"/>
                <a:gd name="T3" fmla="*/ 0 h 7"/>
                <a:gd name="T4" fmla="*/ 1433 w 7"/>
                <a:gd name="T5" fmla="*/ 1620 h 7"/>
                <a:gd name="T6" fmla="*/ 590 w 7"/>
                <a:gd name="T7" fmla="*/ 2342 h 7"/>
                <a:gd name="T8" fmla="*/ 0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51" name="Freeform 111">
              <a:extLst>
                <a:ext uri="{FF2B5EF4-FFF2-40B4-BE49-F238E27FC236}">
                  <a16:creationId xmlns:a16="http://schemas.microsoft.com/office/drawing/2014/main" id="{CAEB5E5B-5048-41C2-9101-894D3B51E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631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313 w 2"/>
                <a:gd name="T3" fmla="*/ 0 h 3"/>
                <a:gd name="T4" fmla="*/ 520 w 2"/>
                <a:gd name="T5" fmla="*/ 661 h 3"/>
                <a:gd name="T6" fmla="*/ 313 w 2"/>
                <a:gd name="T7" fmla="*/ 1059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2" name="Freeform 112">
              <a:extLst>
                <a:ext uri="{FF2B5EF4-FFF2-40B4-BE49-F238E27FC236}">
                  <a16:creationId xmlns:a16="http://schemas.microsoft.com/office/drawing/2014/main" id="{CFCD7FB1-A5F1-4ADB-B94A-27FB86705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641"/>
              <a:ext cx="17" cy="19"/>
            </a:xfrm>
            <a:custGeom>
              <a:avLst/>
              <a:gdLst>
                <a:gd name="T0" fmla="*/ 0 w 7"/>
                <a:gd name="T1" fmla="*/ 1200 h 7"/>
                <a:gd name="T2" fmla="*/ 831 w 7"/>
                <a:gd name="T3" fmla="*/ 442 h 7"/>
                <a:gd name="T4" fmla="*/ 1243 w 7"/>
                <a:gd name="T5" fmla="*/ 2063 h 7"/>
                <a:gd name="T6" fmla="*/ 413 w 7"/>
                <a:gd name="T7" fmla="*/ 2823 h 7"/>
                <a:gd name="T8" fmla="*/ 0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53" name="Freeform 113">
              <a:extLst>
                <a:ext uri="{FF2B5EF4-FFF2-40B4-BE49-F238E27FC236}">
                  <a16:creationId xmlns:a16="http://schemas.microsoft.com/office/drawing/2014/main" id="{7D883824-3264-494C-9E30-C5CCAA874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647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313 w 2"/>
                <a:gd name="T3" fmla="*/ 0 h 2"/>
                <a:gd name="T4" fmla="*/ 520 w 2"/>
                <a:gd name="T5" fmla="*/ 313 h 2"/>
                <a:gd name="T6" fmla="*/ 313 w 2"/>
                <a:gd name="T7" fmla="*/ 52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4" name="Freeform 114">
              <a:extLst>
                <a:ext uri="{FF2B5EF4-FFF2-40B4-BE49-F238E27FC236}">
                  <a16:creationId xmlns:a16="http://schemas.microsoft.com/office/drawing/2014/main" id="{C5DE97A2-A2DE-4262-8EE3-E9DC3C1C3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657"/>
              <a:ext cx="20" cy="19"/>
            </a:xfrm>
            <a:custGeom>
              <a:avLst/>
              <a:gdLst>
                <a:gd name="T0" fmla="*/ 313 w 8"/>
                <a:gd name="T1" fmla="*/ 760 h 7"/>
                <a:gd name="T2" fmla="*/ 1300 w 8"/>
                <a:gd name="T3" fmla="*/ 0 h 7"/>
                <a:gd name="T4" fmla="*/ 1770 w 8"/>
                <a:gd name="T5" fmla="*/ 1620 h 7"/>
                <a:gd name="T6" fmla="*/ 783 w 8"/>
                <a:gd name="T7" fmla="*/ 2342 h 7"/>
                <a:gd name="T8" fmla="*/ 313 w 8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7" y="1"/>
                    <a:pt x="8" y="3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55" name="Freeform 115">
              <a:extLst>
                <a:ext uri="{FF2B5EF4-FFF2-40B4-BE49-F238E27FC236}">
                  <a16:creationId xmlns:a16="http://schemas.microsoft.com/office/drawing/2014/main" id="{0EB17619-99BF-4BEC-B789-4C72A5C6A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1660"/>
              <a:ext cx="8" cy="8"/>
            </a:xfrm>
            <a:custGeom>
              <a:avLst/>
              <a:gdLst>
                <a:gd name="T0" fmla="*/ 397 w 3"/>
                <a:gd name="T1" fmla="*/ 397 h 3"/>
                <a:gd name="T2" fmla="*/ 661 w 3"/>
                <a:gd name="T3" fmla="*/ 397 h 3"/>
                <a:gd name="T4" fmla="*/ 1059 w 3"/>
                <a:gd name="T5" fmla="*/ 661 h 3"/>
                <a:gd name="T6" fmla="*/ 397 w 3"/>
                <a:gd name="T7" fmla="*/ 1059 h 3"/>
                <a:gd name="T8" fmla="*/ 397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6" name="Freeform 116">
              <a:extLst>
                <a:ext uri="{FF2B5EF4-FFF2-40B4-BE49-F238E27FC236}">
                  <a16:creationId xmlns:a16="http://schemas.microsoft.com/office/drawing/2014/main" id="{E6256508-B00A-4E7E-9273-91669289F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671"/>
              <a:ext cx="18" cy="21"/>
            </a:xfrm>
            <a:custGeom>
              <a:avLst/>
              <a:gdLst>
                <a:gd name="T0" fmla="*/ 0 w 7"/>
                <a:gd name="T1" fmla="*/ 992 h 8"/>
                <a:gd name="T2" fmla="*/ 1448 w 7"/>
                <a:gd name="T3" fmla="*/ 378 h 8"/>
                <a:gd name="T4" fmla="*/ 1700 w 7"/>
                <a:gd name="T5" fmla="*/ 1612 h 8"/>
                <a:gd name="T6" fmla="*/ 563 w 7"/>
                <a:gd name="T7" fmla="*/ 2226 h 8"/>
                <a:gd name="T8" fmla="*/ 0 w 7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57" name="Freeform 117">
              <a:extLst>
                <a:ext uri="{FF2B5EF4-FFF2-40B4-BE49-F238E27FC236}">
                  <a16:creationId xmlns:a16="http://schemas.microsoft.com/office/drawing/2014/main" id="{632C975B-62D0-4402-AACF-B03B6C609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676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313 w 2"/>
                <a:gd name="T3" fmla="*/ 0 h 3"/>
                <a:gd name="T4" fmla="*/ 520 w 2"/>
                <a:gd name="T5" fmla="*/ 661 h 3"/>
                <a:gd name="T6" fmla="*/ 313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8" name="Freeform 118">
              <a:extLst>
                <a:ext uri="{FF2B5EF4-FFF2-40B4-BE49-F238E27FC236}">
                  <a16:creationId xmlns:a16="http://schemas.microsoft.com/office/drawing/2014/main" id="{6F7BB3BC-AAB0-4C2E-A4F4-121EEB643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687"/>
              <a:ext cx="20" cy="18"/>
            </a:xfrm>
            <a:custGeom>
              <a:avLst/>
              <a:gdLst>
                <a:gd name="T0" fmla="*/ 313 w 8"/>
                <a:gd name="T1" fmla="*/ 563 h 7"/>
                <a:gd name="T2" fmla="*/ 1300 w 8"/>
                <a:gd name="T3" fmla="*/ 357 h 7"/>
                <a:gd name="T4" fmla="*/ 1770 w 8"/>
                <a:gd name="T5" fmla="*/ 1448 h 7"/>
                <a:gd name="T6" fmla="*/ 783 w 8"/>
                <a:gd name="T7" fmla="*/ 1700 h 7"/>
                <a:gd name="T8" fmla="*/ 313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1"/>
                    <a:pt x="8" y="3"/>
                    <a:pt x="7" y="5"/>
                  </a:cubicBezTo>
                  <a:cubicBezTo>
                    <a:pt x="6" y="7"/>
                    <a:pt x="4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59" name="Freeform 119">
              <a:extLst>
                <a:ext uri="{FF2B5EF4-FFF2-40B4-BE49-F238E27FC236}">
                  <a16:creationId xmlns:a16="http://schemas.microsoft.com/office/drawing/2014/main" id="{BA930373-772D-4E99-B342-959EFDF16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692"/>
              <a:ext cx="7" cy="5"/>
            </a:xfrm>
            <a:custGeom>
              <a:avLst/>
              <a:gdLst>
                <a:gd name="T0" fmla="*/ 152 w 3"/>
                <a:gd name="T1" fmla="*/ 0 h 2"/>
                <a:gd name="T2" fmla="*/ 355 w 3"/>
                <a:gd name="T3" fmla="*/ 0 h 2"/>
                <a:gd name="T4" fmla="*/ 469 w 3"/>
                <a:gd name="T5" fmla="*/ 313 h 2"/>
                <a:gd name="T6" fmla="*/ 152 w 3"/>
                <a:gd name="T7" fmla="*/ 520 h 2"/>
                <a:gd name="T8" fmla="*/ 15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0" name="Freeform 120">
              <a:extLst>
                <a:ext uri="{FF2B5EF4-FFF2-40B4-BE49-F238E27FC236}">
                  <a16:creationId xmlns:a16="http://schemas.microsoft.com/office/drawing/2014/main" id="{D8C4848D-1C54-46A3-BFB1-E7FAA11A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700"/>
              <a:ext cx="20" cy="21"/>
            </a:xfrm>
            <a:custGeom>
              <a:avLst/>
              <a:gdLst>
                <a:gd name="T0" fmla="*/ 313 w 8"/>
                <a:gd name="T1" fmla="*/ 992 h 8"/>
                <a:gd name="T2" fmla="*/ 1300 w 8"/>
                <a:gd name="T3" fmla="*/ 378 h 8"/>
                <a:gd name="T4" fmla="*/ 1770 w 8"/>
                <a:gd name="T5" fmla="*/ 1992 h 8"/>
                <a:gd name="T6" fmla="*/ 783 w 8"/>
                <a:gd name="T7" fmla="*/ 2226 h 8"/>
                <a:gd name="T8" fmla="*/ 313 w 8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8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61" name="Freeform 121">
              <a:extLst>
                <a:ext uri="{FF2B5EF4-FFF2-40B4-BE49-F238E27FC236}">
                  <a16:creationId xmlns:a16="http://schemas.microsoft.com/office/drawing/2014/main" id="{ECE6C876-15FB-4CEC-9B53-CEFC2BE54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705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313 w 2"/>
                <a:gd name="T3" fmla="*/ 0 h 3"/>
                <a:gd name="T4" fmla="*/ 520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2" name="Freeform 122">
              <a:extLst>
                <a:ext uri="{FF2B5EF4-FFF2-40B4-BE49-F238E27FC236}">
                  <a16:creationId xmlns:a16="http://schemas.microsoft.com/office/drawing/2014/main" id="{2AEFA6DA-192A-4F76-B4FC-FB99AD3F1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716"/>
              <a:ext cx="18" cy="21"/>
            </a:xfrm>
            <a:custGeom>
              <a:avLst/>
              <a:gdLst>
                <a:gd name="T0" fmla="*/ 0 w 7"/>
                <a:gd name="T1" fmla="*/ 992 h 8"/>
                <a:gd name="T2" fmla="*/ 1448 w 7"/>
                <a:gd name="T3" fmla="*/ 378 h 8"/>
                <a:gd name="T4" fmla="*/ 1700 w 7"/>
                <a:gd name="T5" fmla="*/ 1612 h 8"/>
                <a:gd name="T6" fmla="*/ 563 w 7"/>
                <a:gd name="T7" fmla="*/ 2226 h 8"/>
                <a:gd name="T8" fmla="*/ 0 w 7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63" name="Freeform 123">
              <a:extLst>
                <a:ext uri="{FF2B5EF4-FFF2-40B4-BE49-F238E27FC236}">
                  <a16:creationId xmlns:a16="http://schemas.microsoft.com/office/drawing/2014/main" id="{51B99543-E857-4BC7-BEA3-093BC0FEC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721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313 w 2"/>
                <a:gd name="T3" fmla="*/ 0 h 2"/>
                <a:gd name="T4" fmla="*/ 520 w 2"/>
                <a:gd name="T5" fmla="*/ 1458 h 2"/>
                <a:gd name="T6" fmla="*/ 0 w 2"/>
                <a:gd name="T7" fmla="*/ 1458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4" name="Freeform 124">
              <a:extLst>
                <a:ext uri="{FF2B5EF4-FFF2-40B4-BE49-F238E27FC236}">
                  <a16:creationId xmlns:a16="http://schemas.microsoft.com/office/drawing/2014/main" id="{2725217C-5644-497F-B39F-966615F00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732"/>
              <a:ext cx="20" cy="21"/>
            </a:xfrm>
            <a:custGeom>
              <a:avLst/>
              <a:gdLst>
                <a:gd name="T0" fmla="*/ 313 w 8"/>
                <a:gd name="T1" fmla="*/ 614 h 8"/>
                <a:gd name="T2" fmla="*/ 1488 w 8"/>
                <a:gd name="T3" fmla="*/ 378 h 8"/>
                <a:gd name="T4" fmla="*/ 1770 w 8"/>
                <a:gd name="T5" fmla="*/ 1612 h 8"/>
                <a:gd name="T6" fmla="*/ 783 w 8"/>
                <a:gd name="T7" fmla="*/ 2226 h 8"/>
                <a:gd name="T8" fmla="*/ 313 w 8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65" name="Freeform 125">
              <a:extLst>
                <a:ext uri="{FF2B5EF4-FFF2-40B4-BE49-F238E27FC236}">
                  <a16:creationId xmlns:a16="http://schemas.microsoft.com/office/drawing/2014/main" id="{ED1AD544-4E53-4DB2-A722-3DA909413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737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313 w 2"/>
                <a:gd name="T3" fmla="*/ 0 h 2"/>
                <a:gd name="T4" fmla="*/ 520 w 2"/>
                <a:gd name="T5" fmla="*/ 1458 h 2"/>
                <a:gd name="T6" fmla="*/ 0 w 2"/>
                <a:gd name="T7" fmla="*/ 1458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6" name="Freeform 126">
              <a:extLst>
                <a:ext uri="{FF2B5EF4-FFF2-40B4-BE49-F238E27FC236}">
                  <a16:creationId xmlns:a16="http://schemas.microsoft.com/office/drawing/2014/main" id="{ADEF557E-22EF-4EE8-86BF-0E9244B94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748"/>
              <a:ext cx="20" cy="19"/>
            </a:xfrm>
            <a:custGeom>
              <a:avLst/>
              <a:gdLst>
                <a:gd name="T0" fmla="*/ 313 w 8"/>
                <a:gd name="T1" fmla="*/ 1200 h 7"/>
                <a:gd name="T2" fmla="*/ 1300 w 8"/>
                <a:gd name="T3" fmla="*/ 442 h 7"/>
                <a:gd name="T4" fmla="*/ 1770 w 8"/>
                <a:gd name="T5" fmla="*/ 2063 h 7"/>
                <a:gd name="T6" fmla="*/ 783 w 8"/>
                <a:gd name="T7" fmla="*/ 2823 h 7"/>
                <a:gd name="T8" fmla="*/ 313 w 8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3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3"/>
                    <a:pt x="7" y="5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67" name="Freeform 127">
              <a:extLst>
                <a:ext uri="{FF2B5EF4-FFF2-40B4-BE49-F238E27FC236}">
                  <a16:creationId xmlns:a16="http://schemas.microsoft.com/office/drawing/2014/main" id="{BB4140A3-1948-44AF-AC6A-87A6D125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753"/>
              <a:ext cx="7" cy="6"/>
            </a:xfrm>
            <a:custGeom>
              <a:avLst/>
              <a:gdLst>
                <a:gd name="T0" fmla="*/ 152 w 3"/>
                <a:gd name="T1" fmla="*/ 729 h 2"/>
                <a:gd name="T2" fmla="*/ 355 w 3"/>
                <a:gd name="T3" fmla="*/ 0 h 2"/>
                <a:gd name="T4" fmla="*/ 469 w 3"/>
                <a:gd name="T5" fmla="*/ 729 h 2"/>
                <a:gd name="T6" fmla="*/ 152 w 3"/>
                <a:gd name="T7" fmla="*/ 1458 h 2"/>
                <a:gd name="T8" fmla="*/ 152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8" name="Freeform 128">
              <a:extLst>
                <a:ext uri="{FF2B5EF4-FFF2-40B4-BE49-F238E27FC236}">
                  <a16:creationId xmlns:a16="http://schemas.microsoft.com/office/drawing/2014/main" id="{E7EAA3FA-0A28-4C9C-A883-A6D65DEF7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764"/>
              <a:ext cx="18" cy="19"/>
            </a:xfrm>
            <a:custGeom>
              <a:avLst/>
              <a:gdLst>
                <a:gd name="T0" fmla="*/ 357 w 7"/>
                <a:gd name="T1" fmla="*/ 1200 h 7"/>
                <a:gd name="T2" fmla="*/ 1448 w 7"/>
                <a:gd name="T3" fmla="*/ 442 h 7"/>
                <a:gd name="T4" fmla="*/ 2003 w 7"/>
                <a:gd name="T5" fmla="*/ 2063 h 7"/>
                <a:gd name="T6" fmla="*/ 563 w 7"/>
                <a:gd name="T7" fmla="*/ 2823 h 7"/>
                <a:gd name="T8" fmla="*/ 357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7" y="3"/>
                    <a:pt x="7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69" name="Freeform 129">
              <a:extLst>
                <a:ext uri="{FF2B5EF4-FFF2-40B4-BE49-F238E27FC236}">
                  <a16:creationId xmlns:a16="http://schemas.microsoft.com/office/drawing/2014/main" id="{362CEACC-6705-4D08-A405-73E3225AA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769"/>
              <a:ext cx="8" cy="6"/>
            </a:xfrm>
            <a:custGeom>
              <a:avLst/>
              <a:gdLst>
                <a:gd name="T0" fmla="*/ 0 w 3"/>
                <a:gd name="T1" fmla="*/ 729 h 2"/>
                <a:gd name="T2" fmla="*/ 661 w 3"/>
                <a:gd name="T3" fmla="*/ 0 h 2"/>
                <a:gd name="T4" fmla="*/ 661 w 3"/>
                <a:gd name="T5" fmla="*/ 729 h 2"/>
                <a:gd name="T6" fmla="*/ 397 w 3"/>
                <a:gd name="T7" fmla="*/ 1458 h 2"/>
                <a:gd name="T8" fmla="*/ 0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70" name="Freeform 130">
              <a:extLst>
                <a:ext uri="{FF2B5EF4-FFF2-40B4-BE49-F238E27FC236}">
                  <a16:creationId xmlns:a16="http://schemas.microsoft.com/office/drawing/2014/main" id="{41995F9F-E2CE-4A58-ABAF-DC8803E17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780"/>
              <a:ext cx="17" cy="21"/>
            </a:xfrm>
            <a:custGeom>
              <a:avLst/>
              <a:gdLst>
                <a:gd name="T0" fmla="*/ 170 w 7"/>
                <a:gd name="T1" fmla="*/ 614 h 8"/>
                <a:gd name="T2" fmla="*/ 1003 w 7"/>
                <a:gd name="T3" fmla="*/ 378 h 8"/>
                <a:gd name="T4" fmla="*/ 1243 w 7"/>
                <a:gd name="T5" fmla="*/ 1992 h 8"/>
                <a:gd name="T6" fmla="*/ 413 w 7"/>
                <a:gd name="T7" fmla="*/ 2226 h 8"/>
                <a:gd name="T8" fmla="*/ 17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71" name="Freeform 131">
              <a:extLst>
                <a:ext uri="{FF2B5EF4-FFF2-40B4-BE49-F238E27FC236}">
                  <a16:creationId xmlns:a16="http://schemas.microsoft.com/office/drawing/2014/main" id="{D5E5FAF8-8B73-48DB-9D49-D6D38C13F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785"/>
              <a:ext cx="5" cy="6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1458 h 2"/>
                <a:gd name="T6" fmla="*/ 313 w 2"/>
                <a:gd name="T7" fmla="*/ 1458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72" name="Freeform 132">
              <a:extLst>
                <a:ext uri="{FF2B5EF4-FFF2-40B4-BE49-F238E27FC236}">
                  <a16:creationId xmlns:a16="http://schemas.microsoft.com/office/drawing/2014/main" id="{0B7D7CB7-7F6A-433D-82AC-EB4F60345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796"/>
              <a:ext cx="20" cy="21"/>
            </a:xfrm>
            <a:custGeom>
              <a:avLst/>
              <a:gdLst>
                <a:gd name="T0" fmla="*/ 313 w 8"/>
                <a:gd name="T1" fmla="*/ 614 h 8"/>
                <a:gd name="T2" fmla="*/ 1488 w 8"/>
                <a:gd name="T3" fmla="*/ 378 h 8"/>
                <a:gd name="T4" fmla="*/ 1770 w 8"/>
                <a:gd name="T5" fmla="*/ 1992 h 8"/>
                <a:gd name="T6" fmla="*/ 520 w 8"/>
                <a:gd name="T7" fmla="*/ 2226 h 8"/>
                <a:gd name="T8" fmla="*/ 313 w 8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73" name="Freeform 133">
              <a:extLst>
                <a:ext uri="{FF2B5EF4-FFF2-40B4-BE49-F238E27FC236}">
                  <a16:creationId xmlns:a16="http://schemas.microsoft.com/office/drawing/2014/main" id="{8CF7EA7C-C194-49CD-931F-0830EE828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801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520 w 2"/>
                <a:gd name="T3" fmla="*/ 0 h 2"/>
                <a:gd name="T4" fmla="*/ 520 w 2"/>
                <a:gd name="T5" fmla="*/ 1458 h 2"/>
                <a:gd name="T6" fmla="*/ 0 w 2"/>
                <a:gd name="T7" fmla="*/ 1458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74" name="Freeform 134">
              <a:extLst>
                <a:ext uri="{FF2B5EF4-FFF2-40B4-BE49-F238E27FC236}">
                  <a16:creationId xmlns:a16="http://schemas.microsoft.com/office/drawing/2014/main" id="{784A3DC1-9A7A-41B3-8DE3-9D391B942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812"/>
              <a:ext cx="18" cy="19"/>
            </a:xfrm>
            <a:custGeom>
              <a:avLst/>
              <a:gdLst>
                <a:gd name="T0" fmla="*/ 357 w 7"/>
                <a:gd name="T1" fmla="*/ 760 h 7"/>
                <a:gd name="T2" fmla="*/ 1448 w 7"/>
                <a:gd name="T3" fmla="*/ 442 h 7"/>
                <a:gd name="T4" fmla="*/ 1700 w 7"/>
                <a:gd name="T5" fmla="*/ 2063 h 7"/>
                <a:gd name="T6" fmla="*/ 563 w 7"/>
                <a:gd name="T7" fmla="*/ 2823 h 7"/>
                <a:gd name="T8" fmla="*/ 357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75" name="Freeform 135">
              <a:extLst>
                <a:ext uri="{FF2B5EF4-FFF2-40B4-BE49-F238E27FC236}">
                  <a16:creationId xmlns:a16="http://schemas.microsoft.com/office/drawing/2014/main" id="{8AA908DA-65CC-45EB-8243-99904783F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817"/>
              <a:ext cx="8" cy="6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661 w 3"/>
                <a:gd name="T5" fmla="*/ 1458 h 2"/>
                <a:gd name="T6" fmla="*/ 397 w 3"/>
                <a:gd name="T7" fmla="*/ 1458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76" name="Freeform 136">
              <a:extLst>
                <a:ext uri="{FF2B5EF4-FFF2-40B4-BE49-F238E27FC236}">
                  <a16:creationId xmlns:a16="http://schemas.microsoft.com/office/drawing/2014/main" id="{A3EB2998-8833-4BB6-96D1-FBBB54021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828"/>
              <a:ext cx="17" cy="21"/>
            </a:xfrm>
            <a:custGeom>
              <a:avLst/>
              <a:gdLst>
                <a:gd name="T0" fmla="*/ 0 w 7"/>
                <a:gd name="T1" fmla="*/ 614 h 8"/>
                <a:gd name="T2" fmla="*/ 1003 w 7"/>
                <a:gd name="T3" fmla="*/ 378 h 8"/>
                <a:gd name="T4" fmla="*/ 1243 w 7"/>
                <a:gd name="T5" fmla="*/ 1992 h 8"/>
                <a:gd name="T6" fmla="*/ 413 w 7"/>
                <a:gd name="T7" fmla="*/ 2226 h 8"/>
                <a:gd name="T8" fmla="*/ 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77" name="Freeform 137">
              <a:extLst>
                <a:ext uri="{FF2B5EF4-FFF2-40B4-BE49-F238E27FC236}">
                  <a16:creationId xmlns:a16="http://schemas.microsoft.com/office/drawing/2014/main" id="{849F0B66-DA2B-4A6D-927A-7EAEC94D8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833"/>
              <a:ext cx="5" cy="6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1458 h 2"/>
                <a:gd name="T6" fmla="*/ 0 w 2"/>
                <a:gd name="T7" fmla="*/ 1458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78" name="Freeform 138">
              <a:extLst>
                <a:ext uri="{FF2B5EF4-FFF2-40B4-BE49-F238E27FC236}">
                  <a16:creationId xmlns:a16="http://schemas.microsoft.com/office/drawing/2014/main" id="{475693F8-C52B-4570-952E-DA9EB4FEF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844"/>
              <a:ext cx="17" cy="21"/>
            </a:xfrm>
            <a:custGeom>
              <a:avLst/>
              <a:gdLst>
                <a:gd name="T0" fmla="*/ 170 w 7"/>
                <a:gd name="T1" fmla="*/ 614 h 8"/>
                <a:gd name="T2" fmla="*/ 1003 w 7"/>
                <a:gd name="T3" fmla="*/ 378 h 8"/>
                <a:gd name="T4" fmla="*/ 1243 w 7"/>
                <a:gd name="T5" fmla="*/ 1992 h 8"/>
                <a:gd name="T6" fmla="*/ 413 w 7"/>
                <a:gd name="T7" fmla="*/ 2226 h 8"/>
                <a:gd name="T8" fmla="*/ 17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79" name="Freeform 139">
              <a:extLst>
                <a:ext uri="{FF2B5EF4-FFF2-40B4-BE49-F238E27FC236}">
                  <a16:creationId xmlns:a16="http://schemas.microsoft.com/office/drawing/2014/main" id="{EA43AB68-3F3B-42E2-92E3-6E55D521F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849"/>
              <a:ext cx="7" cy="6"/>
            </a:xfrm>
            <a:custGeom>
              <a:avLst/>
              <a:gdLst>
                <a:gd name="T0" fmla="*/ 0 w 3"/>
                <a:gd name="T1" fmla="*/ 729 h 2"/>
                <a:gd name="T2" fmla="*/ 355 w 3"/>
                <a:gd name="T3" fmla="*/ 0 h 2"/>
                <a:gd name="T4" fmla="*/ 355 w 3"/>
                <a:gd name="T5" fmla="*/ 1458 h 2"/>
                <a:gd name="T6" fmla="*/ 152 w 3"/>
                <a:gd name="T7" fmla="*/ 1458 h 2"/>
                <a:gd name="T8" fmla="*/ 0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80" name="Freeform 140">
              <a:extLst>
                <a:ext uri="{FF2B5EF4-FFF2-40B4-BE49-F238E27FC236}">
                  <a16:creationId xmlns:a16="http://schemas.microsoft.com/office/drawing/2014/main" id="{A0904192-BAFE-4E08-AB4E-FAC1D868E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863"/>
              <a:ext cx="17" cy="18"/>
            </a:xfrm>
            <a:custGeom>
              <a:avLst/>
              <a:gdLst>
                <a:gd name="T0" fmla="*/ 170 w 7"/>
                <a:gd name="T1" fmla="*/ 563 h 7"/>
                <a:gd name="T2" fmla="*/ 1003 w 7"/>
                <a:gd name="T3" fmla="*/ 357 h 7"/>
                <a:gd name="T4" fmla="*/ 1243 w 7"/>
                <a:gd name="T5" fmla="*/ 1448 h 7"/>
                <a:gd name="T6" fmla="*/ 413 w 7"/>
                <a:gd name="T7" fmla="*/ 1700 h 7"/>
                <a:gd name="T8" fmla="*/ 170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81" name="Freeform 141">
              <a:extLst>
                <a:ext uri="{FF2B5EF4-FFF2-40B4-BE49-F238E27FC236}">
                  <a16:creationId xmlns:a16="http://schemas.microsoft.com/office/drawing/2014/main" id="{BC7F8487-740F-4F69-B473-689BC920F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865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397 h 3"/>
                <a:gd name="T4" fmla="*/ 355 w 3"/>
                <a:gd name="T5" fmla="*/ 661 h 3"/>
                <a:gd name="T6" fmla="*/ 152 w 3"/>
                <a:gd name="T7" fmla="*/ 1059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82" name="Freeform 142">
              <a:extLst>
                <a:ext uri="{FF2B5EF4-FFF2-40B4-BE49-F238E27FC236}">
                  <a16:creationId xmlns:a16="http://schemas.microsoft.com/office/drawing/2014/main" id="{8D466619-3AAE-44C8-978D-BE842BB59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879"/>
              <a:ext cx="17" cy="18"/>
            </a:xfrm>
            <a:custGeom>
              <a:avLst/>
              <a:gdLst>
                <a:gd name="T0" fmla="*/ 170 w 7"/>
                <a:gd name="T1" fmla="*/ 357 h 7"/>
                <a:gd name="T2" fmla="*/ 1243 w 7"/>
                <a:gd name="T3" fmla="*/ 357 h 7"/>
                <a:gd name="T4" fmla="*/ 1243 w 7"/>
                <a:gd name="T5" fmla="*/ 1700 h 7"/>
                <a:gd name="T6" fmla="*/ 413 w 7"/>
                <a:gd name="T7" fmla="*/ 1700 h 7"/>
                <a:gd name="T8" fmla="*/ 17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83" name="Freeform 143">
              <a:extLst>
                <a:ext uri="{FF2B5EF4-FFF2-40B4-BE49-F238E27FC236}">
                  <a16:creationId xmlns:a16="http://schemas.microsoft.com/office/drawing/2014/main" id="{253021DF-03D7-4154-BB50-760F79D30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881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313 w 2"/>
                <a:gd name="T3" fmla="*/ 397 h 3"/>
                <a:gd name="T4" fmla="*/ 520 w 2"/>
                <a:gd name="T5" fmla="*/ 661 h 3"/>
                <a:gd name="T6" fmla="*/ 0 w 2"/>
                <a:gd name="T7" fmla="*/ 1059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84" name="Freeform 144">
              <a:extLst>
                <a:ext uri="{FF2B5EF4-FFF2-40B4-BE49-F238E27FC236}">
                  <a16:creationId xmlns:a16="http://schemas.microsoft.com/office/drawing/2014/main" id="{A2F7D097-A2A6-4140-8488-6278A235C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895"/>
              <a:ext cx="20" cy="18"/>
            </a:xfrm>
            <a:custGeom>
              <a:avLst/>
              <a:gdLst>
                <a:gd name="T0" fmla="*/ 520 w 8"/>
                <a:gd name="T1" fmla="*/ 563 h 7"/>
                <a:gd name="T2" fmla="*/ 1488 w 8"/>
                <a:gd name="T3" fmla="*/ 357 h 7"/>
                <a:gd name="T4" fmla="*/ 1488 w 8"/>
                <a:gd name="T5" fmla="*/ 1700 h 7"/>
                <a:gd name="T6" fmla="*/ 520 w 8"/>
                <a:gd name="T7" fmla="*/ 1700 h 7"/>
                <a:gd name="T8" fmla="*/ 520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2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8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85" name="Freeform 145">
              <a:extLst>
                <a:ext uri="{FF2B5EF4-FFF2-40B4-BE49-F238E27FC236}">
                  <a16:creationId xmlns:a16="http://schemas.microsoft.com/office/drawing/2014/main" id="{6E3A3F6D-B441-4A8B-82ED-B732F5BA2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900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86" name="Freeform 146">
              <a:extLst>
                <a:ext uri="{FF2B5EF4-FFF2-40B4-BE49-F238E27FC236}">
                  <a16:creationId xmlns:a16="http://schemas.microsoft.com/office/drawing/2014/main" id="{146F3ECE-DBE8-46BF-9542-EF3342FCD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911"/>
              <a:ext cx="17" cy="21"/>
            </a:xfrm>
            <a:custGeom>
              <a:avLst/>
              <a:gdLst>
                <a:gd name="T0" fmla="*/ 170 w 7"/>
                <a:gd name="T1" fmla="*/ 614 h 8"/>
                <a:gd name="T2" fmla="*/ 1243 w 7"/>
                <a:gd name="T3" fmla="*/ 378 h 8"/>
                <a:gd name="T4" fmla="*/ 1243 w 7"/>
                <a:gd name="T5" fmla="*/ 1992 h 8"/>
                <a:gd name="T6" fmla="*/ 413 w 7"/>
                <a:gd name="T7" fmla="*/ 1992 h 8"/>
                <a:gd name="T8" fmla="*/ 17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8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87" name="Freeform 147">
              <a:extLst>
                <a:ext uri="{FF2B5EF4-FFF2-40B4-BE49-F238E27FC236}">
                  <a16:creationId xmlns:a16="http://schemas.microsoft.com/office/drawing/2014/main" id="{4D782C66-70BF-4DB9-8D42-8ACD4D555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916"/>
              <a:ext cx="7" cy="5"/>
            </a:xfrm>
            <a:custGeom>
              <a:avLst/>
              <a:gdLst>
                <a:gd name="T0" fmla="*/ 152 w 3"/>
                <a:gd name="T1" fmla="*/ 0 h 2"/>
                <a:gd name="T2" fmla="*/ 355 w 3"/>
                <a:gd name="T3" fmla="*/ 0 h 2"/>
                <a:gd name="T4" fmla="*/ 355 w 3"/>
                <a:gd name="T5" fmla="*/ 520 h 2"/>
                <a:gd name="T6" fmla="*/ 152 w 3"/>
                <a:gd name="T7" fmla="*/ 520 h 2"/>
                <a:gd name="T8" fmla="*/ 15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88" name="Freeform 148">
              <a:extLst>
                <a:ext uri="{FF2B5EF4-FFF2-40B4-BE49-F238E27FC236}">
                  <a16:creationId xmlns:a16="http://schemas.microsoft.com/office/drawing/2014/main" id="{44729D03-FC36-4657-A151-D3647184C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929"/>
              <a:ext cx="17" cy="19"/>
            </a:xfrm>
            <a:custGeom>
              <a:avLst/>
              <a:gdLst>
                <a:gd name="T0" fmla="*/ 170 w 7"/>
                <a:gd name="T1" fmla="*/ 442 h 7"/>
                <a:gd name="T2" fmla="*/ 1003 w 7"/>
                <a:gd name="T3" fmla="*/ 442 h 7"/>
                <a:gd name="T4" fmla="*/ 1243 w 7"/>
                <a:gd name="T5" fmla="*/ 2063 h 7"/>
                <a:gd name="T6" fmla="*/ 170 w 7"/>
                <a:gd name="T7" fmla="*/ 2342 h 7"/>
                <a:gd name="T8" fmla="*/ 17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89" name="Freeform 149">
              <a:extLst>
                <a:ext uri="{FF2B5EF4-FFF2-40B4-BE49-F238E27FC236}">
                  <a16:creationId xmlns:a16="http://schemas.microsoft.com/office/drawing/2014/main" id="{876BEAEA-DE8D-4ECF-A9A5-A948D4175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932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520 w 2"/>
                <a:gd name="T5" fmla="*/ 661 h 3"/>
                <a:gd name="T6" fmla="*/ 313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90" name="Freeform 150">
              <a:extLst>
                <a:ext uri="{FF2B5EF4-FFF2-40B4-BE49-F238E27FC236}">
                  <a16:creationId xmlns:a16="http://schemas.microsoft.com/office/drawing/2014/main" id="{EE0BAC77-37E7-4DE9-A82A-E820F4A54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945"/>
              <a:ext cx="18" cy="19"/>
            </a:xfrm>
            <a:custGeom>
              <a:avLst/>
              <a:gdLst>
                <a:gd name="T0" fmla="*/ 357 w 7"/>
                <a:gd name="T1" fmla="*/ 760 h 7"/>
                <a:gd name="T2" fmla="*/ 1700 w 7"/>
                <a:gd name="T3" fmla="*/ 442 h 7"/>
                <a:gd name="T4" fmla="*/ 1700 w 7"/>
                <a:gd name="T5" fmla="*/ 2342 h 7"/>
                <a:gd name="T6" fmla="*/ 563 w 7"/>
                <a:gd name="T7" fmla="*/ 2342 h 7"/>
                <a:gd name="T8" fmla="*/ 357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91" name="Freeform 151">
              <a:extLst>
                <a:ext uri="{FF2B5EF4-FFF2-40B4-BE49-F238E27FC236}">
                  <a16:creationId xmlns:a16="http://schemas.microsoft.com/office/drawing/2014/main" id="{00162EF2-D205-476D-B375-751943978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951"/>
              <a:ext cx="8" cy="5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661 w 3"/>
                <a:gd name="T5" fmla="*/ 520 h 2"/>
                <a:gd name="T6" fmla="*/ 397 w 3"/>
                <a:gd name="T7" fmla="*/ 520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92" name="Freeform 152">
              <a:extLst>
                <a:ext uri="{FF2B5EF4-FFF2-40B4-BE49-F238E27FC236}">
                  <a16:creationId xmlns:a16="http://schemas.microsoft.com/office/drawing/2014/main" id="{C765850F-39C8-4286-83C0-D31F9D0D8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015"/>
              <a:ext cx="18" cy="18"/>
            </a:xfrm>
            <a:custGeom>
              <a:avLst/>
              <a:gdLst>
                <a:gd name="T0" fmla="*/ 357 w 7"/>
                <a:gd name="T1" fmla="*/ 563 h 7"/>
                <a:gd name="T2" fmla="*/ 1700 w 7"/>
                <a:gd name="T3" fmla="*/ 357 h 7"/>
                <a:gd name="T4" fmla="*/ 1700 w 7"/>
                <a:gd name="T5" fmla="*/ 1700 h 7"/>
                <a:gd name="T6" fmla="*/ 563 w 7"/>
                <a:gd name="T7" fmla="*/ 1700 h 7"/>
                <a:gd name="T8" fmla="*/ 357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93" name="Freeform 153">
              <a:extLst>
                <a:ext uri="{FF2B5EF4-FFF2-40B4-BE49-F238E27FC236}">
                  <a16:creationId xmlns:a16="http://schemas.microsoft.com/office/drawing/2014/main" id="{00B7DE52-EEA1-420B-B162-C6EF70747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020"/>
              <a:ext cx="8" cy="5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1059 w 3"/>
                <a:gd name="T5" fmla="*/ 520 h 2"/>
                <a:gd name="T6" fmla="*/ 397 w 3"/>
                <a:gd name="T7" fmla="*/ 520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94" name="Freeform 154">
              <a:extLst>
                <a:ext uri="{FF2B5EF4-FFF2-40B4-BE49-F238E27FC236}">
                  <a16:creationId xmlns:a16="http://schemas.microsoft.com/office/drawing/2014/main" id="{B7AA58D2-B97D-4682-AB0D-EFC26D395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031"/>
              <a:ext cx="18" cy="21"/>
            </a:xfrm>
            <a:custGeom>
              <a:avLst/>
              <a:gdLst>
                <a:gd name="T0" fmla="*/ 357 w 7"/>
                <a:gd name="T1" fmla="*/ 614 h 8"/>
                <a:gd name="T2" fmla="*/ 1448 w 7"/>
                <a:gd name="T3" fmla="*/ 614 h 8"/>
                <a:gd name="T4" fmla="*/ 1700 w 7"/>
                <a:gd name="T5" fmla="*/ 1992 h 8"/>
                <a:gd name="T6" fmla="*/ 357 w 7"/>
                <a:gd name="T7" fmla="*/ 2226 h 8"/>
                <a:gd name="T8" fmla="*/ 357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8"/>
                    <a:pt x="1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95" name="Freeform 155">
              <a:extLst>
                <a:ext uri="{FF2B5EF4-FFF2-40B4-BE49-F238E27FC236}">
                  <a16:creationId xmlns:a16="http://schemas.microsoft.com/office/drawing/2014/main" id="{70439209-678D-4742-AEE0-C1F110807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036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520 w 2"/>
                <a:gd name="T3" fmla="*/ 0 h 2"/>
                <a:gd name="T4" fmla="*/ 520 w 2"/>
                <a:gd name="T5" fmla="*/ 520 h 2"/>
                <a:gd name="T6" fmla="*/ 313 w 2"/>
                <a:gd name="T7" fmla="*/ 52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96" name="Freeform 156">
              <a:extLst>
                <a:ext uri="{FF2B5EF4-FFF2-40B4-BE49-F238E27FC236}">
                  <a16:creationId xmlns:a16="http://schemas.microsoft.com/office/drawing/2014/main" id="{859DE8D1-A9EC-4E2C-8E17-8FDA8B3BE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049"/>
              <a:ext cx="17" cy="19"/>
            </a:xfrm>
            <a:custGeom>
              <a:avLst/>
              <a:gdLst>
                <a:gd name="T0" fmla="*/ 170 w 7"/>
                <a:gd name="T1" fmla="*/ 760 h 7"/>
                <a:gd name="T2" fmla="*/ 1243 w 7"/>
                <a:gd name="T3" fmla="*/ 442 h 7"/>
                <a:gd name="T4" fmla="*/ 1243 w 7"/>
                <a:gd name="T5" fmla="*/ 2342 h 7"/>
                <a:gd name="T6" fmla="*/ 413 w 7"/>
                <a:gd name="T7" fmla="*/ 2342 h 7"/>
                <a:gd name="T8" fmla="*/ 170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97" name="Freeform 157">
              <a:extLst>
                <a:ext uri="{FF2B5EF4-FFF2-40B4-BE49-F238E27FC236}">
                  <a16:creationId xmlns:a16="http://schemas.microsoft.com/office/drawing/2014/main" id="{29CE47F6-595E-4318-ABAC-F1A968787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055"/>
              <a:ext cx="7" cy="5"/>
            </a:xfrm>
            <a:custGeom>
              <a:avLst/>
              <a:gdLst>
                <a:gd name="T0" fmla="*/ 152 w 3"/>
                <a:gd name="T1" fmla="*/ 0 h 2"/>
                <a:gd name="T2" fmla="*/ 355 w 3"/>
                <a:gd name="T3" fmla="*/ 0 h 2"/>
                <a:gd name="T4" fmla="*/ 469 w 3"/>
                <a:gd name="T5" fmla="*/ 313 h 2"/>
                <a:gd name="T6" fmla="*/ 152 w 3"/>
                <a:gd name="T7" fmla="*/ 520 h 2"/>
                <a:gd name="T8" fmla="*/ 15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98" name="Freeform 158">
              <a:extLst>
                <a:ext uri="{FF2B5EF4-FFF2-40B4-BE49-F238E27FC236}">
                  <a16:creationId xmlns:a16="http://schemas.microsoft.com/office/drawing/2014/main" id="{943E0D5D-864C-4536-88EA-49AE50BD1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068"/>
              <a:ext cx="18" cy="19"/>
            </a:xfrm>
            <a:custGeom>
              <a:avLst/>
              <a:gdLst>
                <a:gd name="T0" fmla="*/ 563 w 7"/>
                <a:gd name="T1" fmla="*/ 442 h 7"/>
                <a:gd name="T2" fmla="*/ 1700 w 7"/>
                <a:gd name="T3" fmla="*/ 442 h 7"/>
                <a:gd name="T4" fmla="*/ 1700 w 7"/>
                <a:gd name="T5" fmla="*/ 2063 h 7"/>
                <a:gd name="T6" fmla="*/ 563 w 7"/>
                <a:gd name="T7" fmla="*/ 2063 h 7"/>
                <a:gd name="T8" fmla="*/ 56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99" name="Freeform 159">
              <a:extLst>
                <a:ext uri="{FF2B5EF4-FFF2-40B4-BE49-F238E27FC236}">
                  <a16:creationId xmlns:a16="http://schemas.microsoft.com/office/drawing/2014/main" id="{EF728715-09C6-4DD0-BBE4-4B117A209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071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520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00" name="Freeform 160">
              <a:extLst>
                <a:ext uri="{FF2B5EF4-FFF2-40B4-BE49-F238E27FC236}">
                  <a16:creationId xmlns:a16="http://schemas.microsoft.com/office/drawing/2014/main" id="{27EBD6C9-34DD-4F7F-941D-7D1FA0651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084"/>
              <a:ext cx="17" cy="19"/>
            </a:xfrm>
            <a:custGeom>
              <a:avLst/>
              <a:gdLst>
                <a:gd name="T0" fmla="*/ 170 w 7"/>
                <a:gd name="T1" fmla="*/ 442 h 7"/>
                <a:gd name="T2" fmla="*/ 1243 w 7"/>
                <a:gd name="T3" fmla="*/ 442 h 7"/>
                <a:gd name="T4" fmla="*/ 1243 w 7"/>
                <a:gd name="T5" fmla="*/ 2342 h 7"/>
                <a:gd name="T6" fmla="*/ 170 w 7"/>
                <a:gd name="T7" fmla="*/ 2342 h 7"/>
                <a:gd name="T8" fmla="*/ 17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01" name="Freeform 161">
              <a:extLst>
                <a:ext uri="{FF2B5EF4-FFF2-40B4-BE49-F238E27FC236}">
                  <a16:creationId xmlns:a16="http://schemas.microsoft.com/office/drawing/2014/main" id="{79A57237-2881-4213-9294-D53105FF2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087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313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02" name="Freeform 162">
              <a:extLst>
                <a:ext uri="{FF2B5EF4-FFF2-40B4-BE49-F238E27FC236}">
                  <a16:creationId xmlns:a16="http://schemas.microsoft.com/office/drawing/2014/main" id="{2F2E664A-15A2-4EEF-8093-EF3873F22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100"/>
              <a:ext cx="18" cy="19"/>
            </a:xfrm>
            <a:custGeom>
              <a:avLst/>
              <a:gdLst>
                <a:gd name="T0" fmla="*/ 357 w 7"/>
                <a:gd name="T1" fmla="*/ 442 h 7"/>
                <a:gd name="T2" fmla="*/ 1700 w 7"/>
                <a:gd name="T3" fmla="*/ 760 h 7"/>
                <a:gd name="T4" fmla="*/ 1700 w 7"/>
                <a:gd name="T5" fmla="*/ 2342 h 7"/>
                <a:gd name="T6" fmla="*/ 357 w 7"/>
                <a:gd name="T7" fmla="*/ 2342 h 7"/>
                <a:gd name="T8" fmla="*/ 357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03" name="Freeform 163">
              <a:extLst>
                <a:ext uri="{FF2B5EF4-FFF2-40B4-BE49-F238E27FC236}">
                  <a16:creationId xmlns:a16="http://schemas.microsoft.com/office/drawing/2014/main" id="{BC544F67-92F2-4060-AF9F-16AB0C195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105"/>
              <a:ext cx="8" cy="6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661 w 3"/>
                <a:gd name="T5" fmla="*/ 1458 h 2"/>
                <a:gd name="T6" fmla="*/ 397 w 3"/>
                <a:gd name="T7" fmla="*/ 1458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04" name="Freeform 164">
              <a:extLst>
                <a:ext uri="{FF2B5EF4-FFF2-40B4-BE49-F238E27FC236}">
                  <a16:creationId xmlns:a16="http://schemas.microsoft.com/office/drawing/2014/main" id="{920C335A-FDF9-46A6-9F22-60A4AEEC7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119"/>
              <a:ext cx="17" cy="18"/>
            </a:xfrm>
            <a:custGeom>
              <a:avLst/>
              <a:gdLst>
                <a:gd name="T0" fmla="*/ 170 w 7"/>
                <a:gd name="T1" fmla="*/ 357 h 7"/>
                <a:gd name="T2" fmla="*/ 1243 w 7"/>
                <a:gd name="T3" fmla="*/ 357 h 7"/>
                <a:gd name="T4" fmla="*/ 1243 w 7"/>
                <a:gd name="T5" fmla="*/ 1700 h 7"/>
                <a:gd name="T6" fmla="*/ 170 w 7"/>
                <a:gd name="T7" fmla="*/ 1700 h 7"/>
                <a:gd name="T8" fmla="*/ 17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05" name="Freeform 165">
              <a:extLst>
                <a:ext uri="{FF2B5EF4-FFF2-40B4-BE49-F238E27FC236}">
                  <a16:creationId xmlns:a16="http://schemas.microsoft.com/office/drawing/2014/main" id="{7530F26B-3FBF-46BE-A07E-EEF4E850A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121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397 h 3"/>
                <a:gd name="T4" fmla="*/ 355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2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06" name="Freeform 166">
              <a:extLst>
                <a:ext uri="{FF2B5EF4-FFF2-40B4-BE49-F238E27FC236}">
                  <a16:creationId xmlns:a16="http://schemas.microsoft.com/office/drawing/2014/main" id="{A4A23BDB-245C-4485-83B0-A3E6654AF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135"/>
              <a:ext cx="18" cy="21"/>
            </a:xfrm>
            <a:custGeom>
              <a:avLst/>
              <a:gdLst>
                <a:gd name="T0" fmla="*/ 357 w 7"/>
                <a:gd name="T1" fmla="*/ 614 h 8"/>
                <a:gd name="T2" fmla="*/ 1700 w 7"/>
                <a:gd name="T3" fmla="*/ 614 h 8"/>
                <a:gd name="T4" fmla="*/ 1700 w 7"/>
                <a:gd name="T5" fmla="*/ 1992 h 8"/>
                <a:gd name="T6" fmla="*/ 357 w 7"/>
                <a:gd name="T7" fmla="*/ 1992 h 8"/>
                <a:gd name="T8" fmla="*/ 357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8"/>
                    <a:pt x="3" y="8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07" name="Freeform 167">
              <a:extLst>
                <a:ext uri="{FF2B5EF4-FFF2-40B4-BE49-F238E27FC236}">
                  <a16:creationId xmlns:a16="http://schemas.microsoft.com/office/drawing/2014/main" id="{2590C8D2-BB05-46EF-AE2A-645E5F336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140"/>
              <a:ext cx="8" cy="5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661 w 3"/>
                <a:gd name="T5" fmla="*/ 520 h 2"/>
                <a:gd name="T6" fmla="*/ 397 w 3"/>
                <a:gd name="T7" fmla="*/ 520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08" name="Freeform 168">
              <a:extLst>
                <a:ext uri="{FF2B5EF4-FFF2-40B4-BE49-F238E27FC236}">
                  <a16:creationId xmlns:a16="http://schemas.microsoft.com/office/drawing/2014/main" id="{F95266FE-B109-4C0D-A796-F9034AC82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153"/>
              <a:ext cx="17" cy="19"/>
            </a:xfrm>
            <a:custGeom>
              <a:avLst/>
              <a:gdLst>
                <a:gd name="T0" fmla="*/ 170 w 7"/>
                <a:gd name="T1" fmla="*/ 442 h 7"/>
                <a:gd name="T2" fmla="*/ 1003 w 7"/>
                <a:gd name="T3" fmla="*/ 442 h 7"/>
                <a:gd name="T4" fmla="*/ 1243 w 7"/>
                <a:gd name="T5" fmla="*/ 2342 h 7"/>
                <a:gd name="T6" fmla="*/ 170 w 7"/>
                <a:gd name="T7" fmla="*/ 2342 h 7"/>
                <a:gd name="T8" fmla="*/ 17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09" name="Freeform 169">
              <a:extLst>
                <a:ext uri="{FF2B5EF4-FFF2-40B4-BE49-F238E27FC236}">
                  <a16:creationId xmlns:a16="http://schemas.microsoft.com/office/drawing/2014/main" id="{8F3D6594-6869-4D3F-8DD7-59EE8AA3C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159"/>
              <a:ext cx="7" cy="5"/>
            </a:xfrm>
            <a:custGeom>
              <a:avLst/>
              <a:gdLst>
                <a:gd name="T0" fmla="*/ 0 w 3"/>
                <a:gd name="T1" fmla="*/ 0 h 2"/>
                <a:gd name="T2" fmla="*/ 355 w 3"/>
                <a:gd name="T3" fmla="*/ 0 h 2"/>
                <a:gd name="T4" fmla="*/ 355 w 3"/>
                <a:gd name="T5" fmla="*/ 313 h 2"/>
                <a:gd name="T6" fmla="*/ 152 w 3"/>
                <a:gd name="T7" fmla="*/ 520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10" name="Freeform 170">
              <a:extLst>
                <a:ext uri="{FF2B5EF4-FFF2-40B4-BE49-F238E27FC236}">
                  <a16:creationId xmlns:a16="http://schemas.microsoft.com/office/drawing/2014/main" id="{64C3B5E8-ED15-4C71-B914-00304B0DF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172"/>
              <a:ext cx="17" cy="19"/>
            </a:xfrm>
            <a:custGeom>
              <a:avLst/>
              <a:gdLst>
                <a:gd name="T0" fmla="*/ 413 w 7"/>
                <a:gd name="T1" fmla="*/ 442 h 7"/>
                <a:gd name="T2" fmla="*/ 1243 w 7"/>
                <a:gd name="T3" fmla="*/ 442 h 7"/>
                <a:gd name="T4" fmla="*/ 1243 w 7"/>
                <a:gd name="T5" fmla="*/ 2063 h 7"/>
                <a:gd name="T6" fmla="*/ 413 w 7"/>
                <a:gd name="T7" fmla="*/ 2063 h 7"/>
                <a:gd name="T8" fmla="*/ 41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11" name="Freeform 171">
              <a:extLst>
                <a:ext uri="{FF2B5EF4-FFF2-40B4-BE49-F238E27FC236}">
                  <a16:creationId xmlns:a16="http://schemas.microsoft.com/office/drawing/2014/main" id="{13D5DE73-FF72-42A7-AF02-26CEEEC8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175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520 w 2"/>
                <a:gd name="T3" fmla="*/ 313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12" name="Freeform 172">
              <a:extLst>
                <a:ext uri="{FF2B5EF4-FFF2-40B4-BE49-F238E27FC236}">
                  <a16:creationId xmlns:a16="http://schemas.microsoft.com/office/drawing/2014/main" id="{C1E6CA3C-2DBE-4108-BEE2-F82186291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188"/>
              <a:ext cx="18" cy="19"/>
            </a:xfrm>
            <a:custGeom>
              <a:avLst/>
              <a:gdLst>
                <a:gd name="T0" fmla="*/ 357 w 7"/>
                <a:gd name="T1" fmla="*/ 442 h 7"/>
                <a:gd name="T2" fmla="*/ 1700 w 7"/>
                <a:gd name="T3" fmla="*/ 760 h 7"/>
                <a:gd name="T4" fmla="*/ 1448 w 7"/>
                <a:gd name="T5" fmla="*/ 2342 h 7"/>
                <a:gd name="T6" fmla="*/ 357 w 7"/>
                <a:gd name="T7" fmla="*/ 2342 h 7"/>
                <a:gd name="T8" fmla="*/ 357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13" name="Freeform 173">
              <a:extLst>
                <a:ext uri="{FF2B5EF4-FFF2-40B4-BE49-F238E27FC236}">
                  <a16:creationId xmlns:a16="http://schemas.microsoft.com/office/drawing/2014/main" id="{F89A57F0-7F08-4E73-946E-77739992C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193"/>
              <a:ext cx="8" cy="6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661 w 3"/>
                <a:gd name="T5" fmla="*/ 1458 h 2"/>
                <a:gd name="T6" fmla="*/ 397 w 3"/>
                <a:gd name="T7" fmla="*/ 1458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14" name="Freeform 174">
              <a:extLst>
                <a:ext uri="{FF2B5EF4-FFF2-40B4-BE49-F238E27FC236}">
                  <a16:creationId xmlns:a16="http://schemas.microsoft.com/office/drawing/2014/main" id="{F99424EE-3D74-4203-9872-0D03EDB6A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207"/>
              <a:ext cx="20" cy="18"/>
            </a:xfrm>
            <a:custGeom>
              <a:avLst/>
              <a:gdLst>
                <a:gd name="T0" fmla="*/ 520 w 8"/>
                <a:gd name="T1" fmla="*/ 357 h 7"/>
                <a:gd name="T2" fmla="*/ 1488 w 8"/>
                <a:gd name="T3" fmla="*/ 357 h 7"/>
                <a:gd name="T4" fmla="*/ 1488 w 8"/>
                <a:gd name="T5" fmla="*/ 1700 h 7"/>
                <a:gd name="T6" fmla="*/ 313 w 8"/>
                <a:gd name="T7" fmla="*/ 1448 h 7"/>
                <a:gd name="T8" fmla="*/ 520 w 8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8" y="3"/>
                    <a:pt x="7" y="5"/>
                    <a:pt x="6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15" name="Freeform 175">
              <a:extLst>
                <a:ext uri="{FF2B5EF4-FFF2-40B4-BE49-F238E27FC236}">
                  <a16:creationId xmlns:a16="http://schemas.microsoft.com/office/drawing/2014/main" id="{B6D1D089-DB1A-4809-ABEF-E16896BCA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209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520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16" name="Freeform 176">
              <a:extLst>
                <a:ext uri="{FF2B5EF4-FFF2-40B4-BE49-F238E27FC236}">
                  <a16:creationId xmlns:a16="http://schemas.microsoft.com/office/drawing/2014/main" id="{983E6AAD-13E6-4764-AB22-8270617EF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223"/>
              <a:ext cx="17" cy="18"/>
            </a:xfrm>
            <a:custGeom>
              <a:avLst/>
              <a:gdLst>
                <a:gd name="T0" fmla="*/ 170 w 7"/>
                <a:gd name="T1" fmla="*/ 357 h 7"/>
                <a:gd name="T2" fmla="*/ 1243 w 7"/>
                <a:gd name="T3" fmla="*/ 563 h 7"/>
                <a:gd name="T4" fmla="*/ 1003 w 7"/>
                <a:gd name="T5" fmla="*/ 1700 h 7"/>
                <a:gd name="T6" fmla="*/ 170 w 7"/>
                <a:gd name="T7" fmla="*/ 1700 h 7"/>
                <a:gd name="T8" fmla="*/ 17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17" name="Freeform 177">
              <a:extLst>
                <a:ext uri="{FF2B5EF4-FFF2-40B4-BE49-F238E27FC236}">
                  <a16:creationId xmlns:a16="http://schemas.microsoft.com/office/drawing/2014/main" id="{5B4B1872-5252-4B06-8391-37CFD7623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228"/>
              <a:ext cx="7" cy="5"/>
            </a:xfrm>
            <a:custGeom>
              <a:avLst/>
              <a:gdLst>
                <a:gd name="T0" fmla="*/ 152 w 3"/>
                <a:gd name="T1" fmla="*/ 0 h 2"/>
                <a:gd name="T2" fmla="*/ 355 w 3"/>
                <a:gd name="T3" fmla="*/ 0 h 2"/>
                <a:gd name="T4" fmla="*/ 355 w 3"/>
                <a:gd name="T5" fmla="*/ 520 h 2"/>
                <a:gd name="T6" fmla="*/ 0 w 3"/>
                <a:gd name="T7" fmla="*/ 520 h 2"/>
                <a:gd name="T8" fmla="*/ 15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18" name="Freeform 178">
              <a:extLst>
                <a:ext uri="{FF2B5EF4-FFF2-40B4-BE49-F238E27FC236}">
                  <a16:creationId xmlns:a16="http://schemas.microsoft.com/office/drawing/2014/main" id="{1A507C23-FEA1-45F8-B41F-882642EB2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241"/>
              <a:ext cx="17" cy="19"/>
            </a:xfrm>
            <a:custGeom>
              <a:avLst/>
              <a:gdLst>
                <a:gd name="T0" fmla="*/ 413 w 7"/>
                <a:gd name="T1" fmla="*/ 442 h 7"/>
                <a:gd name="T2" fmla="*/ 1243 w 7"/>
                <a:gd name="T3" fmla="*/ 442 h 7"/>
                <a:gd name="T4" fmla="*/ 1003 w 7"/>
                <a:gd name="T5" fmla="*/ 2342 h 7"/>
                <a:gd name="T6" fmla="*/ 170 w 7"/>
                <a:gd name="T7" fmla="*/ 2063 h 7"/>
                <a:gd name="T8" fmla="*/ 41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19" name="Freeform 179">
              <a:extLst>
                <a:ext uri="{FF2B5EF4-FFF2-40B4-BE49-F238E27FC236}">
                  <a16:creationId xmlns:a16="http://schemas.microsoft.com/office/drawing/2014/main" id="{0993CFB3-C7E6-4C37-BB96-1EFF563C0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244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397 h 3"/>
                <a:gd name="T4" fmla="*/ 355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20" name="Freeform 180">
              <a:extLst>
                <a:ext uri="{FF2B5EF4-FFF2-40B4-BE49-F238E27FC236}">
                  <a16:creationId xmlns:a16="http://schemas.microsoft.com/office/drawing/2014/main" id="{5A9FFDAB-F9B3-44FE-9298-E271E73C5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257"/>
              <a:ext cx="17" cy="22"/>
            </a:xfrm>
            <a:custGeom>
              <a:avLst/>
              <a:gdLst>
                <a:gd name="T0" fmla="*/ 170 w 7"/>
                <a:gd name="T1" fmla="*/ 462 h 8"/>
                <a:gd name="T2" fmla="*/ 1243 w 7"/>
                <a:gd name="T3" fmla="*/ 976 h 8"/>
                <a:gd name="T4" fmla="*/ 1003 w 7"/>
                <a:gd name="T5" fmla="*/ 2973 h 8"/>
                <a:gd name="T6" fmla="*/ 170 w 7"/>
                <a:gd name="T7" fmla="*/ 2684 h 8"/>
                <a:gd name="T8" fmla="*/ 170 w 7"/>
                <a:gd name="T9" fmla="*/ 46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1"/>
                  </a:moveTo>
                  <a:cubicBezTo>
                    <a:pt x="3" y="0"/>
                    <a:pt x="5" y="1"/>
                    <a:pt x="6" y="2"/>
                  </a:cubicBezTo>
                  <a:cubicBezTo>
                    <a:pt x="7" y="3"/>
                    <a:pt x="7" y="5"/>
                    <a:pt x="5" y="7"/>
                  </a:cubicBezTo>
                  <a:cubicBezTo>
                    <a:pt x="4" y="8"/>
                    <a:pt x="2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21" name="Freeform 181">
              <a:extLst>
                <a:ext uri="{FF2B5EF4-FFF2-40B4-BE49-F238E27FC236}">
                  <a16:creationId xmlns:a16="http://schemas.microsoft.com/office/drawing/2014/main" id="{279D7B35-73CE-4BE5-96BB-8F8762852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263"/>
              <a:ext cx="7" cy="5"/>
            </a:xfrm>
            <a:custGeom>
              <a:avLst/>
              <a:gdLst>
                <a:gd name="T0" fmla="*/ 152 w 3"/>
                <a:gd name="T1" fmla="*/ 0 h 2"/>
                <a:gd name="T2" fmla="*/ 355 w 3"/>
                <a:gd name="T3" fmla="*/ 0 h 2"/>
                <a:gd name="T4" fmla="*/ 355 w 3"/>
                <a:gd name="T5" fmla="*/ 520 h 2"/>
                <a:gd name="T6" fmla="*/ 152 w 3"/>
                <a:gd name="T7" fmla="*/ 520 h 2"/>
                <a:gd name="T8" fmla="*/ 15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22" name="Freeform 182">
              <a:extLst>
                <a:ext uri="{FF2B5EF4-FFF2-40B4-BE49-F238E27FC236}">
                  <a16:creationId xmlns:a16="http://schemas.microsoft.com/office/drawing/2014/main" id="{C0EFA810-36AC-43D7-84DC-CC1995502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276"/>
              <a:ext cx="17" cy="19"/>
            </a:xfrm>
            <a:custGeom>
              <a:avLst/>
              <a:gdLst>
                <a:gd name="T0" fmla="*/ 170 w 7"/>
                <a:gd name="T1" fmla="*/ 442 h 7"/>
                <a:gd name="T2" fmla="*/ 1243 w 7"/>
                <a:gd name="T3" fmla="*/ 760 h 7"/>
                <a:gd name="T4" fmla="*/ 1003 w 7"/>
                <a:gd name="T5" fmla="*/ 2342 h 7"/>
                <a:gd name="T6" fmla="*/ 170 w 7"/>
                <a:gd name="T7" fmla="*/ 2342 h 7"/>
                <a:gd name="T8" fmla="*/ 17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23" name="Freeform 183">
              <a:extLst>
                <a:ext uri="{FF2B5EF4-FFF2-40B4-BE49-F238E27FC236}">
                  <a16:creationId xmlns:a16="http://schemas.microsoft.com/office/drawing/2014/main" id="{4F6258D5-9646-4BAF-85C5-B13864BE1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281"/>
              <a:ext cx="7" cy="6"/>
            </a:xfrm>
            <a:custGeom>
              <a:avLst/>
              <a:gdLst>
                <a:gd name="T0" fmla="*/ 152 w 3"/>
                <a:gd name="T1" fmla="*/ 0 h 2"/>
                <a:gd name="T2" fmla="*/ 355 w 3"/>
                <a:gd name="T3" fmla="*/ 0 h 2"/>
                <a:gd name="T4" fmla="*/ 355 w 3"/>
                <a:gd name="T5" fmla="*/ 1458 h 2"/>
                <a:gd name="T6" fmla="*/ 0 w 3"/>
                <a:gd name="T7" fmla="*/ 1458 h 2"/>
                <a:gd name="T8" fmla="*/ 15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24" name="Freeform 184">
              <a:extLst>
                <a:ext uri="{FF2B5EF4-FFF2-40B4-BE49-F238E27FC236}">
                  <a16:creationId xmlns:a16="http://schemas.microsoft.com/office/drawing/2014/main" id="{C88FCF18-859C-4B01-8D26-0059B1ACD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295"/>
              <a:ext cx="17" cy="18"/>
            </a:xfrm>
            <a:custGeom>
              <a:avLst/>
              <a:gdLst>
                <a:gd name="T0" fmla="*/ 413 w 7"/>
                <a:gd name="T1" fmla="*/ 357 h 7"/>
                <a:gd name="T2" fmla="*/ 1243 w 7"/>
                <a:gd name="T3" fmla="*/ 357 h 7"/>
                <a:gd name="T4" fmla="*/ 1003 w 7"/>
                <a:gd name="T5" fmla="*/ 1700 h 7"/>
                <a:gd name="T6" fmla="*/ 170 w 7"/>
                <a:gd name="T7" fmla="*/ 1448 h 7"/>
                <a:gd name="T8" fmla="*/ 413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6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25" name="Freeform 185">
              <a:extLst>
                <a:ext uri="{FF2B5EF4-FFF2-40B4-BE49-F238E27FC236}">
                  <a16:creationId xmlns:a16="http://schemas.microsoft.com/office/drawing/2014/main" id="{4B2BBF50-F068-4959-818D-44ECAA7C0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297"/>
              <a:ext cx="7" cy="8"/>
            </a:xfrm>
            <a:custGeom>
              <a:avLst/>
              <a:gdLst>
                <a:gd name="T0" fmla="*/ 152 w 3"/>
                <a:gd name="T1" fmla="*/ 0 h 3"/>
                <a:gd name="T2" fmla="*/ 355 w 3"/>
                <a:gd name="T3" fmla="*/ 397 h 3"/>
                <a:gd name="T4" fmla="*/ 355 w 3"/>
                <a:gd name="T5" fmla="*/ 661 h 3"/>
                <a:gd name="T6" fmla="*/ 152 w 3"/>
                <a:gd name="T7" fmla="*/ 661 h 3"/>
                <a:gd name="T8" fmla="*/ 152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26" name="Freeform 186">
              <a:extLst>
                <a:ext uri="{FF2B5EF4-FFF2-40B4-BE49-F238E27FC236}">
                  <a16:creationId xmlns:a16="http://schemas.microsoft.com/office/drawing/2014/main" id="{FD1123A2-18E1-4F9E-B6BA-7013EBF08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964"/>
              <a:ext cx="18" cy="19"/>
            </a:xfrm>
            <a:custGeom>
              <a:avLst/>
              <a:gdLst>
                <a:gd name="T0" fmla="*/ 357 w 7"/>
                <a:gd name="T1" fmla="*/ 442 h 7"/>
                <a:gd name="T2" fmla="*/ 1700 w 7"/>
                <a:gd name="T3" fmla="*/ 442 h 7"/>
                <a:gd name="T4" fmla="*/ 1700 w 7"/>
                <a:gd name="T5" fmla="*/ 2063 h 7"/>
                <a:gd name="T6" fmla="*/ 357 w 7"/>
                <a:gd name="T7" fmla="*/ 2342 h 7"/>
                <a:gd name="T8" fmla="*/ 357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27" name="Freeform 187">
              <a:extLst>
                <a:ext uri="{FF2B5EF4-FFF2-40B4-BE49-F238E27FC236}">
                  <a16:creationId xmlns:a16="http://schemas.microsoft.com/office/drawing/2014/main" id="{8030FF7E-3350-4056-842F-1A06D686C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967"/>
              <a:ext cx="8" cy="8"/>
            </a:xfrm>
            <a:custGeom>
              <a:avLst/>
              <a:gdLst>
                <a:gd name="T0" fmla="*/ 397 w 3"/>
                <a:gd name="T1" fmla="*/ 397 h 3"/>
                <a:gd name="T2" fmla="*/ 661 w 3"/>
                <a:gd name="T3" fmla="*/ 397 h 3"/>
                <a:gd name="T4" fmla="*/ 661 w 3"/>
                <a:gd name="T5" fmla="*/ 661 h 3"/>
                <a:gd name="T6" fmla="*/ 397 w 3"/>
                <a:gd name="T7" fmla="*/ 661 h 3"/>
                <a:gd name="T8" fmla="*/ 397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28" name="Freeform 188">
              <a:extLst>
                <a:ext uri="{FF2B5EF4-FFF2-40B4-BE49-F238E27FC236}">
                  <a16:creationId xmlns:a16="http://schemas.microsoft.com/office/drawing/2014/main" id="{65B9CED5-7260-4EC0-A4B3-5AAC543E5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980"/>
              <a:ext cx="20" cy="19"/>
            </a:xfrm>
            <a:custGeom>
              <a:avLst/>
              <a:gdLst>
                <a:gd name="T0" fmla="*/ 520 w 8"/>
                <a:gd name="T1" fmla="*/ 760 h 7"/>
                <a:gd name="T2" fmla="*/ 1488 w 8"/>
                <a:gd name="T3" fmla="*/ 442 h 7"/>
                <a:gd name="T4" fmla="*/ 1770 w 8"/>
                <a:gd name="T5" fmla="*/ 2342 h 7"/>
                <a:gd name="T6" fmla="*/ 520 w 8"/>
                <a:gd name="T7" fmla="*/ 2342 h 7"/>
                <a:gd name="T8" fmla="*/ 520 w 8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2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8" y="2"/>
                    <a:pt x="8" y="4"/>
                    <a:pt x="7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29" name="Freeform 189">
              <a:extLst>
                <a:ext uri="{FF2B5EF4-FFF2-40B4-BE49-F238E27FC236}">
                  <a16:creationId xmlns:a16="http://schemas.microsoft.com/office/drawing/2014/main" id="{28E792E0-9714-40AA-AB16-F7635EA6D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985"/>
              <a:ext cx="5" cy="6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1458 h 2"/>
                <a:gd name="T6" fmla="*/ 0 w 2"/>
                <a:gd name="T7" fmla="*/ 1458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30" name="Freeform 190">
              <a:extLst>
                <a:ext uri="{FF2B5EF4-FFF2-40B4-BE49-F238E27FC236}">
                  <a16:creationId xmlns:a16="http://schemas.microsoft.com/office/drawing/2014/main" id="{913DD17F-4F9E-455A-B11C-2AABA001F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999"/>
              <a:ext cx="17" cy="18"/>
            </a:xfrm>
            <a:custGeom>
              <a:avLst/>
              <a:gdLst>
                <a:gd name="T0" fmla="*/ 170 w 7"/>
                <a:gd name="T1" fmla="*/ 357 h 7"/>
                <a:gd name="T2" fmla="*/ 1003 w 7"/>
                <a:gd name="T3" fmla="*/ 357 h 7"/>
                <a:gd name="T4" fmla="*/ 1243 w 7"/>
                <a:gd name="T5" fmla="*/ 1448 h 7"/>
                <a:gd name="T6" fmla="*/ 170 w 7"/>
                <a:gd name="T7" fmla="*/ 1700 h 7"/>
                <a:gd name="T8" fmla="*/ 17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31" name="Freeform 191">
              <a:extLst>
                <a:ext uri="{FF2B5EF4-FFF2-40B4-BE49-F238E27FC236}">
                  <a16:creationId xmlns:a16="http://schemas.microsoft.com/office/drawing/2014/main" id="{CDCDD0C0-9BCC-4B75-81B7-2E27D4ADF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001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0 h 3"/>
                <a:gd name="T4" fmla="*/ 520 w 2"/>
                <a:gd name="T5" fmla="*/ 661 h 3"/>
                <a:gd name="T6" fmla="*/ 313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32" name="Freeform 192">
              <a:extLst>
                <a:ext uri="{FF2B5EF4-FFF2-40B4-BE49-F238E27FC236}">
                  <a16:creationId xmlns:a16="http://schemas.microsoft.com/office/drawing/2014/main" id="{381AFF84-B3E5-40FF-AD00-59B69F7F4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015"/>
              <a:ext cx="18" cy="18"/>
            </a:xfrm>
            <a:custGeom>
              <a:avLst/>
              <a:gdLst>
                <a:gd name="T0" fmla="*/ 357 w 7"/>
                <a:gd name="T1" fmla="*/ 563 h 7"/>
                <a:gd name="T2" fmla="*/ 1700 w 7"/>
                <a:gd name="T3" fmla="*/ 357 h 7"/>
                <a:gd name="T4" fmla="*/ 1700 w 7"/>
                <a:gd name="T5" fmla="*/ 1448 h 7"/>
                <a:gd name="T6" fmla="*/ 563 w 7"/>
                <a:gd name="T7" fmla="*/ 1700 h 7"/>
                <a:gd name="T8" fmla="*/ 357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33" name="Freeform 193">
              <a:extLst>
                <a:ext uri="{FF2B5EF4-FFF2-40B4-BE49-F238E27FC236}">
                  <a16:creationId xmlns:a16="http://schemas.microsoft.com/office/drawing/2014/main" id="{38294324-E553-4E43-AA74-618DBC0E2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020"/>
              <a:ext cx="8" cy="5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1059 w 3"/>
                <a:gd name="T5" fmla="*/ 313 h 2"/>
                <a:gd name="T6" fmla="*/ 397 w 3"/>
                <a:gd name="T7" fmla="*/ 520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34" name="Freeform 194">
              <a:extLst>
                <a:ext uri="{FF2B5EF4-FFF2-40B4-BE49-F238E27FC236}">
                  <a16:creationId xmlns:a16="http://schemas.microsoft.com/office/drawing/2014/main" id="{475DCB63-5C70-452D-A6BF-B10FD79DF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031"/>
              <a:ext cx="18" cy="21"/>
            </a:xfrm>
            <a:custGeom>
              <a:avLst/>
              <a:gdLst>
                <a:gd name="T0" fmla="*/ 357 w 7"/>
                <a:gd name="T1" fmla="*/ 614 h 8"/>
                <a:gd name="T2" fmla="*/ 1448 w 7"/>
                <a:gd name="T3" fmla="*/ 614 h 8"/>
                <a:gd name="T4" fmla="*/ 1448 w 7"/>
                <a:gd name="T5" fmla="*/ 1992 h 8"/>
                <a:gd name="T6" fmla="*/ 357 w 7"/>
                <a:gd name="T7" fmla="*/ 1992 h 8"/>
                <a:gd name="T8" fmla="*/ 357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8"/>
                    <a:pt x="2" y="8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35" name="Freeform 195">
              <a:extLst>
                <a:ext uri="{FF2B5EF4-FFF2-40B4-BE49-F238E27FC236}">
                  <a16:creationId xmlns:a16="http://schemas.microsoft.com/office/drawing/2014/main" id="{93E119A3-8B7B-4CBB-A7CD-67FA2DE5B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036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36" name="Freeform 196">
              <a:extLst>
                <a:ext uri="{FF2B5EF4-FFF2-40B4-BE49-F238E27FC236}">
                  <a16:creationId xmlns:a16="http://schemas.microsoft.com/office/drawing/2014/main" id="{078239F1-D61E-4F5C-AFAA-B5E12A12B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049"/>
              <a:ext cx="17" cy="19"/>
            </a:xfrm>
            <a:custGeom>
              <a:avLst/>
              <a:gdLst>
                <a:gd name="T0" fmla="*/ 170 w 7"/>
                <a:gd name="T1" fmla="*/ 442 h 7"/>
                <a:gd name="T2" fmla="*/ 1243 w 7"/>
                <a:gd name="T3" fmla="*/ 442 h 7"/>
                <a:gd name="T4" fmla="*/ 1243 w 7"/>
                <a:gd name="T5" fmla="*/ 2342 h 7"/>
                <a:gd name="T6" fmla="*/ 170 w 7"/>
                <a:gd name="T7" fmla="*/ 2342 h 7"/>
                <a:gd name="T8" fmla="*/ 17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37" name="Freeform 197">
              <a:extLst>
                <a:ext uri="{FF2B5EF4-FFF2-40B4-BE49-F238E27FC236}">
                  <a16:creationId xmlns:a16="http://schemas.microsoft.com/office/drawing/2014/main" id="{077F7A98-F380-4E7B-A706-7E9A72153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052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397 h 3"/>
                <a:gd name="T4" fmla="*/ 355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38" name="Freeform 198">
              <a:extLst>
                <a:ext uri="{FF2B5EF4-FFF2-40B4-BE49-F238E27FC236}">
                  <a16:creationId xmlns:a16="http://schemas.microsoft.com/office/drawing/2014/main" id="{A36E9428-470E-402D-A948-33EE8DFE2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065"/>
              <a:ext cx="18" cy="19"/>
            </a:xfrm>
            <a:custGeom>
              <a:avLst/>
              <a:gdLst>
                <a:gd name="T0" fmla="*/ 357 w 7"/>
                <a:gd name="T1" fmla="*/ 442 h 7"/>
                <a:gd name="T2" fmla="*/ 1700 w 7"/>
                <a:gd name="T3" fmla="*/ 442 h 7"/>
                <a:gd name="T4" fmla="*/ 1700 w 7"/>
                <a:gd name="T5" fmla="*/ 2342 h 7"/>
                <a:gd name="T6" fmla="*/ 357 w 7"/>
                <a:gd name="T7" fmla="*/ 2342 h 7"/>
                <a:gd name="T8" fmla="*/ 357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39" name="Freeform 199">
              <a:extLst>
                <a:ext uri="{FF2B5EF4-FFF2-40B4-BE49-F238E27FC236}">
                  <a16:creationId xmlns:a16="http://schemas.microsoft.com/office/drawing/2014/main" id="{9E80E21E-7754-4511-B6EF-03E9DA51A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071"/>
              <a:ext cx="8" cy="5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661 w 3"/>
                <a:gd name="T5" fmla="*/ 520 h 2"/>
                <a:gd name="T6" fmla="*/ 397 w 3"/>
                <a:gd name="T7" fmla="*/ 520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40" name="Freeform 200">
              <a:extLst>
                <a:ext uri="{FF2B5EF4-FFF2-40B4-BE49-F238E27FC236}">
                  <a16:creationId xmlns:a16="http://schemas.microsoft.com/office/drawing/2014/main" id="{5DC62784-AC22-4115-B949-615E20022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084"/>
              <a:ext cx="17" cy="19"/>
            </a:xfrm>
            <a:custGeom>
              <a:avLst/>
              <a:gdLst>
                <a:gd name="T0" fmla="*/ 170 w 7"/>
                <a:gd name="T1" fmla="*/ 442 h 7"/>
                <a:gd name="T2" fmla="*/ 1243 w 7"/>
                <a:gd name="T3" fmla="*/ 442 h 7"/>
                <a:gd name="T4" fmla="*/ 1243 w 7"/>
                <a:gd name="T5" fmla="*/ 2063 h 7"/>
                <a:gd name="T6" fmla="*/ 170 w 7"/>
                <a:gd name="T7" fmla="*/ 2342 h 7"/>
                <a:gd name="T8" fmla="*/ 17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41" name="Freeform 201">
              <a:extLst>
                <a:ext uri="{FF2B5EF4-FFF2-40B4-BE49-F238E27FC236}">
                  <a16:creationId xmlns:a16="http://schemas.microsoft.com/office/drawing/2014/main" id="{7F787762-3A64-4922-A6CC-DDB020DD3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087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313 w 2"/>
                <a:gd name="T3" fmla="*/ 397 h 3"/>
                <a:gd name="T4" fmla="*/ 313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42" name="Freeform 202">
              <a:extLst>
                <a:ext uri="{FF2B5EF4-FFF2-40B4-BE49-F238E27FC236}">
                  <a16:creationId xmlns:a16="http://schemas.microsoft.com/office/drawing/2014/main" id="{D7B106FB-AB86-4CF8-8E88-646882D06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100"/>
              <a:ext cx="18" cy="19"/>
            </a:xfrm>
            <a:custGeom>
              <a:avLst/>
              <a:gdLst>
                <a:gd name="T0" fmla="*/ 357 w 7"/>
                <a:gd name="T1" fmla="*/ 760 h 7"/>
                <a:gd name="T2" fmla="*/ 1700 w 7"/>
                <a:gd name="T3" fmla="*/ 442 h 7"/>
                <a:gd name="T4" fmla="*/ 1700 w 7"/>
                <a:gd name="T5" fmla="*/ 2342 h 7"/>
                <a:gd name="T6" fmla="*/ 357 w 7"/>
                <a:gd name="T7" fmla="*/ 2342 h 7"/>
                <a:gd name="T8" fmla="*/ 357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43" name="Freeform 203">
              <a:extLst>
                <a:ext uri="{FF2B5EF4-FFF2-40B4-BE49-F238E27FC236}">
                  <a16:creationId xmlns:a16="http://schemas.microsoft.com/office/drawing/2014/main" id="{C87E929E-2F1C-40A5-8974-316B0F4D9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105"/>
              <a:ext cx="8" cy="6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661 w 3"/>
                <a:gd name="T5" fmla="*/ 1458 h 2"/>
                <a:gd name="T6" fmla="*/ 397 w 3"/>
                <a:gd name="T7" fmla="*/ 1458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44" name="Freeform 204">
              <a:extLst>
                <a:ext uri="{FF2B5EF4-FFF2-40B4-BE49-F238E27FC236}">
                  <a16:creationId xmlns:a16="http://schemas.microsoft.com/office/drawing/2014/main" id="{85DF9761-7D78-4D4A-93A4-1A3CED70D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119"/>
              <a:ext cx="17" cy="18"/>
            </a:xfrm>
            <a:custGeom>
              <a:avLst/>
              <a:gdLst>
                <a:gd name="T0" fmla="*/ 170 w 7"/>
                <a:gd name="T1" fmla="*/ 357 h 7"/>
                <a:gd name="T2" fmla="*/ 1243 w 7"/>
                <a:gd name="T3" fmla="*/ 357 h 7"/>
                <a:gd name="T4" fmla="*/ 1243 w 7"/>
                <a:gd name="T5" fmla="*/ 1448 h 7"/>
                <a:gd name="T6" fmla="*/ 170 w 7"/>
                <a:gd name="T7" fmla="*/ 1700 h 7"/>
                <a:gd name="T8" fmla="*/ 17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45" name="Freeform 205">
              <a:extLst>
                <a:ext uri="{FF2B5EF4-FFF2-40B4-BE49-F238E27FC236}">
                  <a16:creationId xmlns:a16="http://schemas.microsoft.com/office/drawing/2014/main" id="{33110DFE-2E6B-4284-B766-0A11CBC35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121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397 h 3"/>
                <a:gd name="T4" fmla="*/ 355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46" name="Freeform 206">
              <a:extLst>
                <a:ext uri="{FF2B5EF4-FFF2-40B4-BE49-F238E27FC236}">
                  <a16:creationId xmlns:a16="http://schemas.microsoft.com/office/drawing/2014/main" id="{59597CF4-6087-4C73-96C1-CC6763F9C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135"/>
              <a:ext cx="20" cy="18"/>
            </a:xfrm>
            <a:custGeom>
              <a:avLst/>
              <a:gdLst>
                <a:gd name="T0" fmla="*/ 520 w 8"/>
                <a:gd name="T1" fmla="*/ 563 h 7"/>
                <a:gd name="T2" fmla="*/ 1488 w 8"/>
                <a:gd name="T3" fmla="*/ 357 h 7"/>
                <a:gd name="T4" fmla="*/ 1488 w 8"/>
                <a:gd name="T5" fmla="*/ 1700 h 7"/>
                <a:gd name="T6" fmla="*/ 520 w 8"/>
                <a:gd name="T7" fmla="*/ 1700 h 7"/>
                <a:gd name="T8" fmla="*/ 520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2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8" y="5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47" name="Freeform 207">
              <a:extLst>
                <a:ext uri="{FF2B5EF4-FFF2-40B4-BE49-F238E27FC236}">
                  <a16:creationId xmlns:a16="http://schemas.microsoft.com/office/drawing/2014/main" id="{505DAA4A-3C9A-4EC4-BF58-BE80017BB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140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48" name="Freeform 208">
              <a:extLst>
                <a:ext uri="{FF2B5EF4-FFF2-40B4-BE49-F238E27FC236}">
                  <a16:creationId xmlns:a16="http://schemas.microsoft.com/office/drawing/2014/main" id="{7A3A79E1-AF7A-4255-BAD8-828DE0FC9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153"/>
              <a:ext cx="18" cy="19"/>
            </a:xfrm>
            <a:custGeom>
              <a:avLst/>
              <a:gdLst>
                <a:gd name="T0" fmla="*/ 563 w 7"/>
                <a:gd name="T1" fmla="*/ 442 h 7"/>
                <a:gd name="T2" fmla="*/ 1700 w 7"/>
                <a:gd name="T3" fmla="*/ 442 h 7"/>
                <a:gd name="T4" fmla="*/ 1700 w 7"/>
                <a:gd name="T5" fmla="*/ 2342 h 7"/>
                <a:gd name="T6" fmla="*/ 357 w 7"/>
                <a:gd name="T7" fmla="*/ 2342 h 7"/>
                <a:gd name="T8" fmla="*/ 56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49" name="Freeform 209">
              <a:extLst>
                <a:ext uri="{FF2B5EF4-FFF2-40B4-BE49-F238E27FC236}">
                  <a16:creationId xmlns:a16="http://schemas.microsoft.com/office/drawing/2014/main" id="{49143952-6D01-4735-B132-5C7C3C0D6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156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313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50" name="Freeform 210">
              <a:extLst>
                <a:ext uri="{FF2B5EF4-FFF2-40B4-BE49-F238E27FC236}">
                  <a16:creationId xmlns:a16="http://schemas.microsoft.com/office/drawing/2014/main" id="{DC3AEE36-461B-47E8-8541-B458980A1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169"/>
              <a:ext cx="17" cy="22"/>
            </a:xfrm>
            <a:custGeom>
              <a:avLst/>
              <a:gdLst>
                <a:gd name="T0" fmla="*/ 170 w 7"/>
                <a:gd name="T1" fmla="*/ 976 h 8"/>
                <a:gd name="T2" fmla="*/ 1243 w 7"/>
                <a:gd name="T3" fmla="*/ 976 h 8"/>
                <a:gd name="T4" fmla="*/ 1003 w 7"/>
                <a:gd name="T5" fmla="*/ 2973 h 8"/>
                <a:gd name="T6" fmla="*/ 170 w 7"/>
                <a:gd name="T7" fmla="*/ 2684 h 8"/>
                <a:gd name="T8" fmla="*/ 170 w 7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3" y="0"/>
                    <a:pt x="5" y="1"/>
                    <a:pt x="6" y="2"/>
                  </a:cubicBezTo>
                  <a:cubicBezTo>
                    <a:pt x="7" y="3"/>
                    <a:pt x="7" y="5"/>
                    <a:pt x="5" y="7"/>
                  </a:cubicBezTo>
                  <a:cubicBezTo>
                    <a:pt x="4" y="8"/>
                    <a:pt x="2" y="8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51" name="Freeform 211">
              <a:extLst>
                <a:ext uri="{FF2B5EF4-FFF2-40B4-BE49-F238E27FC236}">
                  <a16:creationId xmlns:a16="http://schemas.microsoft.com/office/drawing/2014/main" id="{AD09BFB4-5E99-4479-9488-C85BBA089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175"/>
              <a:ext cx="7" cy="5"/>
            </a:xfrm>
            <a:custGeom>
              <a:avLst/>
              <a:gdLst>
                <a:gd name="T0" fmla="*/ 152 w 3"/>
                <a:gd name="T1" fmla="*/ 0 h 2"/>
                <a:gd name="T2" fmla="*/ 355 w 3"/>
                <a:gd name="T3" fmla="*/ 313 h 2"/>
                <a:gd name="T4" fmla="*/ 355 w 3"/>
                <a:gd name="T5" fmla="*/ 520 h 2"/>
                <a:gd name="T6" fmla="*/ 152 w 3"/>
                <a:gd name="T7" fmla="*/ 520 h 2"/>
                <a:gd name="T8" fmla="*/ 15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52" name="Freeform 212">
              <a:extLst>
                <a:ext uri="{FF2B5EF4-FFF2-40B4-BE49-F238E27FC236}">
                  <a16:creationId xmlns:a16="http://schemas.microsoft.com/office/drawing/2014/main" id="{34089A51-DF24-48CA-AFC3-794E13BC9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188"/>
              <a:ext cx="20" cy="19"/>
            </a:xfrm>
            <a:custGeom>
              <a:avLst/>
              <a:gdLst>
                <a:gd name="T0" fmla="*/ 520 w 8"/>
                <a:gd name="T1" fmla="*/ 442 h 7"/>
                <a:gd name="T2" fmla="*/ 1488 w 8"/>
                <a:gd name="T3" fmla="*/ 442 h 7"/>
                <a:gd name="T4" fmla="*/ 1488 w 8"/>
                <a:gd name="T5" fmla="*/ 2342 h 7"/>
                <a:gd name="T6" fmla="*/ 313 w 8"/>
                <a:gd name="T7" fmla="*/ 2342 h 7"/>
                <a:gd name="T8" fmla="*/ 520 w 8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8" y="3"/>
                    <a:pt x="7" y="5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53" name="Freeform 213">
              <a:extLst>
                <a:ext uri="{FF2B5EF4-FFF2-40B4-BE49-F238E27FC236}">
                  <a16:creationId xmlns:a16="http://schemas.microsoft.com/office/drawing/2014/main" id="{29335EC0-0526-4512-B11A-E2D47360E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191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520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54" name="Freeform 214">
              <a:extLst>
                <a:ext uri="{FF2B5EF4-FFF2-40B4-BE49-F238E27FC236}">
                  <a16:creationId xmlns:a16="http://schemas.microsoft.com/office/drawing/2014/main" id="{D327BBB4-99FE-405B-A53D-8B3D1FF4E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204"/>
              <a:ext cx="18" cy="21"/>
            </a:xfrm>
            <a:custGeom>
              <a:avLst/>
              <a:gdLst>
                <a:gd name="T0" fmla="*/ 357 w 7"/>
                <a:gd name="T1" fmla="*/ 614 h 8"/>
                <a:gd name="T2" fmla="*/ 1700 w 7"/>
                <a:gd name="T3" fmla="*/ 614 h 8"/>
                <a:gd name="T4" fmla="*/ 1700 w 7"/>
                <a:gd name="T5" fmla="*/ 1992 h 8"/>
                <a:gd name="T6" fmla="*/ 357 w 7"/>
                <a:gd name="T7" fmla="*/ 1992 h 8"/>
                <a:gd name="T8" fmla="*/ 357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3" y="0"/>
                    <a:pt x="5" y="1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4" y="8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55" name="Freeform 215">
              <a:extLst>
                <a:ext uri="{FF2B5EF4-FFF2-40B4-BE49-F238E27FC236}">
                  <a16:creationId xmlns:a16="http://schemas.microsoft.com/office/drawing/2014/main" id="{7BBB975D-D31D-4A72-AAE0-FB87283C8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209"/>
              <a:ext cx="8" cy="6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729 h 2"/>
                <a:gd name="T4" fmla="*/ 661 w 3"/>
                <a:gd name="T5" fmla="*/ 1458 h 2"/>
                <a:gd name="T6" fmla="*/ 397 w 3"/>
                <a:gd name="T7" fmla="*/ 1458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56" name="Freeform 216">
              <a:extLst>
                <a:ext uri="{FF2B5EF4-FFF2-40B4-BE49-F238E27FC236}">
                  <a16:creationId xmlns:a16="http://schemas.microsoft.com/office/drawing/2014/main" id="{FC8C3C76-FD04-472E-9607-61B2C4307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223"/>
              <a:ext cx="18" cy="18"/>
            </a:xfrm>
            <a:custGeom>
              <a:avLst/>
              <a:gdLst>
                <a:gd name="T0" fmla="*/ 563 w 7"/>
                <a:gd name="T1" fmla="*/ 357 h 7"/>
                <a:gd name="T2" fmla="*/ 1700 w 7"/>
                <a:gd name="T3" fmla="*/ 563 h 7"/>
                <a:gd name="T4" fmla="*/ 1700 w 7"/>
                <a:gd name="T5" fmla="*/ 1700 h 7"/>
                <a:gd name="T6" fmla="*/ 357 w 7"/>
                <a:gd name="T7" fmla="*/ 1700 h 7"/>
                <a:gd name="T8" fmla="*/ 563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57" name="Freeform 217">
              <a:extLst>
                <a:ext uri="{FF2B5EF4-FFF2-40B4-BE49-F238E27FC236}">
                  <a16:creationId xmlns:a16="http://schemas.microsoft.com/office/drawing/2014/main" id="{41F39C76-E57C-493B-BF5E-E17186C44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228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313 w 2"/>
                <a:gd name="T5" fmla="*/ 520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58" name="Freeform 218">
              <a:extLst>
                <a:ext uri="{FF2B5EF4-FFF2-40B4-BE49-F238E27FC236}">
                  <a16:creationId xmlns:a16="http://schemas.microsoft.com/office/drawing/2014/main" id="{F137E523-4FB1-463E-8749-0DEDEA4BA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241"/>
              <a:ext cx="18" cy="19"/>
            </a:xfrm>
            <a:custGeom>
              <a:avLst/>
              <a:gdLst>
                <a:gd name="T0" fmla="*/ 563 w 7"/>
                <a:gd name="T1" fmla="*/ 442 h 7"/>
                <a:gd name="T2" fmla="*/ 1700 w 7"/>
                <a:gd name="T3" fmla="*/ 442 h 7"/>
                <a:gd name="T4" fmla="*/ 1700 w 7"/>
                <a:gd name="T5" fmla="*/ 2342 h 7"/>
                <a:gd name="T6" fmla="*/ 563 w 7"/>
                <a:gd name="T7" fmla="*/ 2342 h 7"/>
                <a:gd name="T8" fmla="*/ 56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59" name="Freeform 219">
              <a:extLst>
                <a:ext uri="{FF2B5EF4-FFF2-40B4-BE49-F238E27FC236}">
                  <a16:creationId xmlns:a16="http://schemas.microsoft.com/office/drawing/2014/main" id="{4CB2D3D5-BAAA-4165-BDEF-039B3615E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247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520 h 2"/>
                <a:gd name="T6" fmla="*/ 0 w 2"/>
                <a:gd name="T7" fmla="*/ 313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60" name="Freeform 220">
              <a:extLst>
                <a:ext uri="{FF2B5EF4-FFF2-40B4-BE49-F238E27FC236}">
                  <a16:creationId xmlns:a16="http://schemas.microsoft.com/office/drawing/2014/main" id="{C49088E0-6217-4A05-9D47-800044E6E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260"/>
              <a:ext cx="20" cy="19"/>
            </a:xfrm>
            <a:custGeom>
              <a:avLst/>
              <a:gdLst>
                <a:gd name="T0" fmla="*/ 520 w 8"/>
                <a:gd name="T1" fmla="*/ 442 h 7"/>
                <a:gd name="T2" fmla="*/ 1770 w 8"/>
                <a:gd name="T3" fmla="*/ 442 h 7"/>
                <a:gd name="T4" fmla="*/ 1488 w 8"/>
                <a:gd name="T5" fmla="*/ 2342 h 7"/>
                <a:gd name="T6" fmla="*/ 313 w 8"/>
                <a:gd name="T7" fmla="*/ 2063 h 7"/>
                <a:gd name="T8" fmla="*/ 520 w 8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4" y="0"/>
                    <a:pt x="6" y="0"/>
                    <a:pt x="7" y="1"/>
                  </a:cubicBezTo>
                  <a:cubicBezTo>
                    <a:pt x="8" y="3"/>
                    <a:pt x="7" y="5"/>
                    <a:pt x="6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61" name="Freeform 221">
              <a:extLst>
                <a:ext uri="{FF2B5EF4-FFF2-40B4-BE49-F238E27FC236}">
                  <a16:creationId xmlns:a16="http://schemas.microsoft.com/office/drawing/2014/main" id="{81A92009-E108-440B-8986-A5FE909C4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263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520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62" name="Freeform 222">
              <a:extLst>
                <a:ext uri="{FF2B5EF4-FFF2-40B4-BE49-F238E27FC236}">
                  <a16:creationId xmlns:a16="http://schemas.microsoft.com/office/drawing/2014/main" id="{5A737700-1F37-4C1E-B097-15E5C9180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276"/>
              <a:ext cx="17" cy="21"/>
            </a:xfrm>
            <a:custGeom>
              <a:avLst/>
              <a:gdLst>
                <a:gd name="T0" fmla="*/ 413 w 7"/>
                <a:gd name="T1" fmla="*/ 378 h 8"/>
                <a:gd name="T2" fmla="*/ 1243 w 7"/>
                <a:gd name="T3" fmla="*/ 614 h 8"/>
                <a:gd name="T4" fmla="*/ 1003 w 7"/>
                <a:gd name="T5" fmla="*/ 2226 h 8"/>
                <a:gd name="T6" fmla="*/ 170 w 7"/>
                <a:gd name="T7" fmla="*/ 1992 h 8"/>
                <a:gd name="T8" fmla="*/ 413 w 7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3" y="0"/>
                    <a:pt x="5" y="1"/>
                    <a:pt x="6" y="2"/>
                  </a:cubicBezTo>
                  <a:cubicBezTo>
                    <a:pt x="7" y="3"/>
                    <a:pt x="7" y="6"/>
                    <a:pt x="5" y="7"/>
                  </a:cubicBezTo>
                  <a:cubicBezTo>
                    <a:pt x="4" y="8"/>
                    <a:pt x="2" y="7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63" name="Freeform 223">
              <a:extLst>
                <a:ext uri="{FF2B5EF4-FFF2-40B4-BE49-F238E27FC236}">
                  <a16:creationId xmlns:a16="http://schemas.microsoft.com/office/drawing/2014/main" id="{C79B18CB-2F81-46E4-BDBD-34F725AE5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281"/>
              <a:ext cx="7" cy="6"/>
            </a:xfrm>
            <a:custGeom>
              <a:avLst/>
              <a:gdLst>
                <a:gd name="T0" fmla="*/ 152 w 3"/>
                <a:gd name="T1" fmla="*/ 0 h 2"/>
                <a:gd name="T2" fmla="*/ 469 w 3"/>
                <a:gd name="T3" fmla="*/ 0 h 2"/>
                <a:gd name="T4" fmla="*/ 355 w 3"/>
                <a:gd name="T5" fmla="*/ 1458 h 2"/>
                <a:gd name="T6" fmla="*/ 152 w 3"/>
                <a:gd name="T7" fmla="*/ 1458 h 2"/>
                <a:gd name="T8" fmla="*/ 15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64" name="Freeform 224">
              <a:extLst>
                <a:ext uri="{FF2B5EF4-FFF2-40B4-BE49-F238E27FC236}">
                  <a16:creationId xmlns:a16="http://schemas.microsoft.com/office/drawing/2014/main" id="{6233F8EE-8237-4DF2-9AF1-8E803AAA1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295"/>
              <a:ext cx="17" cy="18"/>
            </a:xfrm>
            <a:custGeom>
              <a:avLst/>
              <a:gdLst>
                <a:gd name="T0" fmla="*/ 413 w 7"/>
                <a:gd name="T1" fmla="*/ 357 h 7"/>
                <a:gd name="T2" fmla="*/ 1243 w 7"/>
                <a:gd name="T3" fmla="*/ 357 h 7"/>
                <a:gd name="T4" fmla="*/ 1003 w 7"/>
                <a:gd name="T5" fmla="*/ 1700 h 7"/>
                <a:gd name="T6" fmla="*/ 170 w 7"/>
                <a:gd name="T7" fmla="*/ 1448 h 7"/>
                <a:gd name="T8" fmla="*/ 413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65" name="Freeform 225">
              <a:extLst>
                <a:ext uri="{FF2B5EF4-FFF2-40B4-BE49-F238E27FC236}">
                  <a16:creationId xmlns:a16="http://schemas.microsoft.com/office/drawing/2014/main" id="{85C712B2-E609-4151-A9A5-13DCB348C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297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469 w 3"/>
                <a:gd name="T3" fmla="*/ 397 h 3"/>
                <a:gd name="T4" fmla="*/ 355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2" y="0"/>
                    <a:pt x="2" y="0"/>
                    <a:pt x="3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66" name="Oval 226">
              <a:extLst>
                <a:ext uri="{FF2B5EF4-FFF2-40B4-BE49-F238E27FC236}">
                  <a16:creationId xmlns:a16="http://schemas.microsoft.com/office/drawing/2014/main" id="{2586D63A-1835-43DA-8C4D-38E66471D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1441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67" name="Oval 227">
              <a:extLst>
                <a:ext uri="{FF2B5EF4-FFF2-40B4-BE49-F238E27FC236}">
                  <a16:creationId xmlns:a16="http://schemas.microsoft.com/office/drawing/2014/main" id="{AED69598-133A-4164-BD0C-DDCAB4045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1444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68" name="Oval 228">
              <a:extLst>
                <a:ext uri="{FF2B5EF4-FFF2-40B4-BE49-F238E27FC236}">
                  <a16:creationId xmlns:a16="http://schemas.microsoft.com/office/drawing/2014/main" id="{E77124C4-E4DD-4E49-8B3D-4DAE0A54D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1441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69" name="Oval 229">
              <a:extLst>
                <a:ext uri="{FF2B5EF4-FFF2-40B4-BE49-F238E27FC236}">
                  <a16:creationId xmlns:a16="http://schemas.microsoft.com/office/drawing/2014/main" id="{DB05FC29-383C-4D64-B304-F8EE008CE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144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70" name="Oval 230">
              <a:extLst>
                <a:ext uri="{FF2B5EF4-FFF2-40B4-BE49-F238E27FC236}">
                  <a16:creationId xmlns:a16="http://schemas.microsoft.com/office/drawing/2014/main" id="{074AF861-FFEA-45D5-B065-6230870AF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1444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71" name="Oval 231">
              <a:extLst>
                <a:ext uri="{FF2B5EF4-FFF2-40B4-BE49-F238E27FC236}">
                  <a16:creationId xmlns:a16="http://schemas.microsoft.com/office/drawing/2014/main" id="{E6805F78-D543-4AAC-B061-B21A949E7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1447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72" name="Oval 232">
              <a:extLst>
                <a:ext uri="{FF2B5EF4-FFF2-40B4-BE49-F238E27FC236}">
                  <a16:creationId xmlns:a16="http://schemas.microsoft.com/office/drawing/2014/main" id="{C7BBE1AB-88C6-443D-9E59-E0F635983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7" y="1447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73" name="Oval 233">
              <a:extLst>
                <a:ext uri="{FF2B5EF4-FFF2-40B4-BE49-F238E27FC236}">
                  <a16:creationId xmlns:a16="http://schemas.microsoft.com/office/drawing/2014/main" id="{671650D9-765D-4FD7-BBCC-0097425AE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2" y="145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74" name="Oval 234">
              <a:extLst>
                <a:ext uri="{FF2B5EF4-FFF2-40B4-BE49-F238E27FC236}">
                  <a16:creationId xmlns:a16="http://schemas.microsoft.com/office/drawing/2014/main" id="{55D04416-CF34-42C4-9972-672D8892E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1449"/>
              <a:ext cx="17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75" name="Oval 235">
              <a:extLst>
                <a:ext uri="{FF2B5EF4-FFF2-40B4-BE49-F238E27FC236}">
                  <a16:creationId xmlns:a16="http://schemas.microsoft.com/office/drawing/2014/main" id="{CB4E395B-3D23-4B37-B34C-E9F370603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145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76" name="Oval 236">
              <a:extLst>
                <a:ext uri="{FF2B5EF4-FFF2-40B4-BE49-F238E27FC236}">
                  <a16:creationId xmlns:a16="http://schemas.microsoft.com/office/drawing/2014/main" id="{D68DE260-52F0-457B-9CE0-519C5B63C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1457"/>
              <a:ext cx="17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77" name="Oval 237">
              <a:extLst>
                <a:ext uri="{FF2B5EF4-FFF2-40B4-BE49-F238E27FC236}">
                  <a16:creationId xmlns:a16="http://schemas.microsoft.com/office/drawing/2014/main" id="{0C11A280-A78E-4524-BD20-AD805FA82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2" y="146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78" name="Oval 238">
              <a:extLst>
                <a:ext uri="{FF2B5EF4-FFF2-40B4-BE49-F238E27FC236}">
                  <a16:creationId xmlns:a16="http://schemas.microsoft.com/office/drawing/2014/main" id="{10433848-6AE8-4C2C-A434-B10BB710E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1463"/>
              <a:ext cx="17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79" name="Oval 239">
              <a:extLst>
                <a:ext uri="{FF2B5EF4-FFF2-40B4-BE49-F238E27FC236}">
                  <a16:creationId xmlns:a16="http://schemas.microsoft.com/office/drawing/2014/main" id="{0F206EA6-1D70-466E-99C3-A403AC6EF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7" y="146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80" name="Oval 240">
              <a:extLst>
                <a:ext uri="{FF2B5EF4-FFF2-40B4-BE49-F238E27FC236}">
                  <a16:creationId xmlns:a16="http://schemas.microsoft.com/office/drawing/2014/main" id="{F95838FD-5CA7-4DE7-A20F-5B5E25E8E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1468"/>
              <a:ext cx="17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81" name="Oval 241">
              <a:extLst>
                <a:ext uri="{FF2B5EF4-FFF2-40B4-BE49-F238E27FC236}">
                  <a16:creationId xmlns:a16="http://schemas.microsoft.com/office/drawing/2014/main" id="{92EADB87-D99E-4821-A000-D082852DE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147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82" name="Oval 242">
              <a:extLst>
                <a:ext uri="{FF2B5EF4-FFF2-40B4-BE49-F238E27FC236}">
                  <a16:creationId xmlns:a16="http://schemas.microsoft.com/office/drawing/2014/main" id="{20908562-4302-4206-9A06-8637FCC4D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2" y="1476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83" name="Oval 243">
              <a:extLst>
                <a:ext uri="{FF2B5EF4-FFF2-40B4-BE49-F238E27FC236}">
                  <a16:creationId xmlns:a16="http://schemas.microsoft.com/office/drawing/2014/main" id="{1CD646E5-7808-46E4-B15F-F956F33AE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148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84" name="Oval 244">
              <a:extLst>
                <a:ext uri="{FF2B5EF4-FFF2-40B4-BE49-F238E27FC236}">
                  <a16:creationId xmlns:a16="http://schemas.microsoft.com/office/drawing/2014/main" id="{3E57E086-B682-4093-9FF5-A6146A14B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1484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85" name="Oval 245">
              <a:extLst>
                <a:ext uri="{FF2B5EF4-FFF2-40B4-BE49-F238E27FC236}">
                  <a16:creationId xmlns:a16="http://schemas.microsoft.com/office/drawing/2014/main" id="{35BBB2AE-D489-4E7E-A300-A11A2717D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9" y="1489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86" name="Oval 246">
              <a:extLst>
                <a:ext uri="{FF2B5EF4-FFF2-40B4-BE49-F238E27FC236}">
                  <a16:creationId xmlns:a16="http://schemas.microsoft.com/office/drawing/2014/main" id="{8A7CD5DC-3AC4-4864-BF62-DD20E7DE9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" y="1495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87" name="Oval 247">
              <a:extLst>
                <a:ext uri="{FF2B5EF4-FFF2-40B4-BE49-F238E27FC236}">
                  <a16:creationId xmlns:a16="http://schemas.microsoft.com/office/drawing/2014/main" id="{1AE3C72D-E97E-4C8B-8CDE-157C4C50A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4" y="149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88" name="Oval 248">
              <a:extLst>
                <a:ext uri="{FF2B5EF4-FFF2-40B4-BE49-F238E27FC236}">
                  <a16:creationId xmlns:a16="http://schemas.microsoft.com/office/drawing/2014/main" id="{15E78980-87EA-41E3-B7BF-7858541AA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" y="1505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89" name="Oval 249">
              <a:extLst>
                <a:ext uri="{FF2B5EF4-FFF2-40B4-BE49-F238E27FC236}">
                  <a16:creationId xmlns:a16="http://schemas.microsoft.com/office/drawing/2014/main" id="{CF2903C8-4430-4479-8701-07C8B30B8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7" y="1508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90" name="Oval 250">
              <a:extLst>
                <a:ext uri="{FF2B5EF4-FFF2-40B4-BE49-F238E27FC236}">
                  <a16:creationId xmlns:a16="http://schemas.microsoft.com/office/drawing/2014/main" id="{F33D15F4-2AF1-4BBA-AF55-4E97344BE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7" y="1516"/>
              <a:ext cx="17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91" name="Oval 251">
              <a:extLst>
                <a:ext uri="{FF2B5EF4-FFF2-40B4-BE49-F238E27FC236}">
                  <a16:creationId xmlns:a16="http://schemas.microsoft.com/office/drawing/2014/main" id="{DBEA197A-D25B-4403-AE59-FD6F8FBA9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151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92" name="Oval 252">
              <a:extLst>
                <a:ext uri="{FF2B5EF4-FFF2-40B4-BE49-F238E27FC236}">
                  <a16:creationId xmlns:a16="http://schemas.microsoft.com/office/drawing/2014/main" id="{1B1A0187-9CD7-4FE9-BE6C-4B009E1E1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1527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93" name="Oval 253">
              <a:extLst>
                <a:ext uri="{FF2B5EF4-FFF2-40B4-BE49-F238E27FC236}">
                  <a16:creationId xmlns:a16="http://schemas.microsoft.com/office/drawing/2014/main" id="{046E326E-C42B-46DC-BAFE-A246AC7D5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4" y="152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94" name="Oval 254">
              <a:extLst>
                <a:ext uri="{FF2B5EF4-FFF2-40B4-BE49-F238E27FC236}">
                  <a16:creationId xmlns:a16="http://schemas.microsoft.com/office/drawing/2014/main" id="{C8061A5D-1077-4132-9D70-F338846E5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1537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95" name="Oval 255">
              <a:extLst>
                <a:ext uri="{FF2B5EF4-FFF2-40B4-BE49-F238E27FC236}">
                  <a16:creationId xmlns:a16="http://schemas.microsoft.com/office/drawing/2014/main" id="{9D9B924B-7DBB-433E-BBF3-73949A9ED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7" y="154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96" name="Oval 256">
              <a:extLst>
                <a:ext uri="{FF2B5EF4-FFF2-40B4-BE49-F238E27FC236}">
                  <a16:creationId xmlns:a16="http://schemas.microsoft.com/office/drawing/2014/main" id="{8762A791-3667-4265-8A26-1DF32C6C0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1548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97" name="Oval 257">
              <a:extLst>
                <a:ext uri="{FF2B5EF4-FFF2-40B4-BE49-F238E27FC236}">
                  <a16:creationId xmlns:a16="http://schemas.microsoft.com/office/drawing/2014/main" id="{A9362F0E-91B9-4787-BD28-3E26E5B6F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7" y="155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98" name="Oval 258">
              <a:extLst>
                <a:ext uri="{FF2B5EF4-FFF2-40B4-BE49-F238E27FC236}">
                  <a16:creationId xmlns:a16="http://schemas.microsoft.com/office/drawing/2014/main" id="{717A910C-6F1E-4965-A625-E0ED58027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2" y="1489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299" name="Oval 259">
              <a:extLst>
                <a:ext uri="{FF2B5EF4-FFF2-40B4-BE49-F238E27FC236}">
                  <a16:creationId xmlns:a16="http://schemas.microsoft.com/office/drawing/2014/main" id="{277FAC6E-466B-4D1C-A863-AD38F33E7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149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00" name="Oval 260">
              <a:extLst>
                <a:ext uri="{FF2B5EF4-FFF2-40B4-BE49-F238E27FC236}">
                  <a16:creationId xmlns:a16="http://schemas.microsoft.com/office/drawing/2014/main" id="{1A446DE6-15A7-4257-A3DF-3CC3C7769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492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01" name="Oval 261">
              <a:extLst>
                <a:ext uri="{FF2B5EF4-FFF2-40B4-BE49-F238E27FC236}">
                  <a16:creationId xmlns:a16="http://schemas.microsoft.com/office/drawing/2014/main" id="{332EBFFD-5036-4971-99AD-BD03CE4C9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9" y="149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02" name="Oval 262">
              <a:extLst>
                <a:ext uri="{FF2B5EF4-FFF2-40B4-BE49-F238E27FC236}">
                  <a16:creationId xmlns:a16="http://schemas.microsoft.com/office/drawing/2014/main" id="{E03ED708-A91D-47B0-B578-2307EE72C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1495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03" name="Oval 263">
              <a:extLst>
                <a:ext uri="{FF2B5EF4-FFF2-40B4-BE49-F238E27FC236}">
                  <a16:creationId xmlns:a16="http://schemas.microsoft.com/office/drawing/2014/main" id="{E2776220-4934-43D4-9040-B92C7EE3B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1497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04" name="Oval 264">
              <a:extLst>
                <a:ext uri="{FF2B5EF4-FFF2-40B4-BE49-F238E27FC236}">
                  <a16:creationId xmlns:a16="http://schemas.microsoft.com/office/drawing/2014/main" id="{BD0193C1-A84E-4401-AC57-230FB1BCF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497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05" name="Oval 265">
              <a:extLst>
                <a:ext uri="{FF2B5EF4-FFF2-40B4-BE49-F238E27FC236}">
                  <a16:creationId xmlns:a16="http://schemas.microsoft.com/office/drawing/2014/main" id="{58197BB5-6AA2-463D-AD4C-A503E5D84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" y="150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06" name="Oval 266">
              <a:extLst>
                <a:ext uri="{FF2B5EF4-FFF2-40B4-BE49-F238E27FC236}">
                  <a16:creationId xmlns:a16="http://schemas.microsoft.com/office/drawing/2014/main" id="{381AB0F1-F62F-42FA-A4FF-4F4CDE672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1505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07" name="Oval 267">
              <a:extLst>
                <a:ext uri="{FF2B5EF4-FFF2-40B4-BE49-F238E27FC236}">
                  <a16:creationId xmlns:a16="http://schemas.microsoft.com/office/drawing/2014/main" id="{56A628D7-A855-4E38-B270-C9FD6E3A0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0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08" name="Oval 268">
              <a:extLst>
                <a:ext uri="{FF2B5EF4-FFF2-40B4-BE49-F238E27FC236}">
                  <a16:creationId xmlns:a16="http://schemas.microsoft.com/office/drawing/2014/main" id="{A984100B-089E-47EA-B176-3D99CDA99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511"/>
              <a:ext cx="18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09" name="Oval 269">
              <a:extLst>
                <a:ext uri="{FF2B5EF4-FFF2-40B4-BE49-F238E27FC236}">
                  <a16:creationId xmlns:a16="http://schemas.microsoft.com/office/drawing/2014/main" id="{60869B75-41BD-48A4-A098-989EAC4EA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151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10" name="Oval 270">
              <a:extLst>
                <a:ext uri="{FF2B5EF4-FFF2-40B4-BE49-F238E27FC236}">
                  <a16:creationId xmlns:a16="http://schemas.microsoft.com/office/drawing/2014/main" id="{719D1F1C-4E39-435B-A8D1-195729B21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19"/>
              <a:ext cx="18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11" name="Oval 271">
              <a:extLst>
                <a:ext uri="{FF2B5EF4-FFF2-40B4-BE49-F238E27FC236}">
                  <a16:creationId xmlns:a16="http://schemas.microsoft.com/office/drawing/2014/main" id="{7A8F9D38-9011-4B7E-B7A0-9C0CA3D6E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2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12" name="Oval 272">
              <a:extLst>
                <a:ext uri="{FF2B5EF4-FFF2-40B4-BE49-F238E27FC236}">
                  <a16:creationId xmlns:a16="http://schemas.microsoft.com/office/drawing/2014/main" id="{A1F0E722-4D89-439D-8FF5-B28FC91D8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" y="1529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13" name="Oval 273">
              <a:extLst>
                <a:ext uri="{FF2B5EF4-FFF2-40B4-BE49-F238E27FC236}">
                  <a16:creationId xmlns:a16="http://schemas.microsoft.com/office/drawing/2014/main" id="{9951D39E-EF59-4F49-9443-867AE4D69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32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14" name="Oval 274">
              <a:extLst>
                <a:ext uri="{FF2B5EF4-FFF2-40B4-BE49-F238E27FC236}">
                  <a16:creationId xmlns:a16="http://schemas.microsoft.com/office/drawing/2014/main" id="{4342393E-4A96-4097-A6F3-B99035BF4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7" y="1537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15" name="Oval 275">
              <a:extLst>
                <a:ext uri="{FF2B5EF4-FFF2-40B4-BE49-F238E27FC236}">
                  <a16:creationId xmlns:a16="http://schemas.microsoft.com/office/drawing/2014/main" id="{A4DE9625-AAC4-463F-A2BE-C2F22DBF5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4" y="154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16" name="Oval 276">
              <a:extLst>
                <a:ext uri="{FF2B5EF4-FFF2-40B4-BE49-F238E27FC236}">
                  <a16:creationId xmlns:a16="http://schemas.microsoft.com/office/drawing/2014/main" id="{B9F35D0C-B30F-4450-9DF7-5F409B140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4" y="1548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17" name="Oval 277">
              <a:extLst>
                <a:ext uri="{FF2B5EF4-FFF2-40B4-BE49-F238E27FC236}">
                  <a16:creationId xmlns:a16="http://schemas.microsoft.com/office/drawing/2014/main" id="{A8CA622B-696D-4268-A7C1-8C3E63F8E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155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18" name="Oval 278">
              <a:extLst>
                <a:ext uri="{FF2B5EF4-FFF2-40B4-BE49-F238E27FC236}">
                  <a16:creationId xmlns:a16="http://schemas.microsoft.com/office/drawing/2014/main" id="{91DC3730-295B-422A-8B6A-47D38E63C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9" y="1559"/>
              <a:ext cx="18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19" name="Oval 279">
              <a:extLst>
                <a:ext uri="{FF2B5EF4-FFF2-40B4-BE49-F238E27FC236}">
                  <a16:creationId xmlns:a16="http://schemas.microsoft.com/office/drawing/2014/main" id="{C9F1579F-50DD-4133-A52B-3168F451C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7" y="156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320" name="Freeform 280">
              <a:extLst>
                <a:ext uri="{FF2B5EF4-FFF2-40B4-BE49-F238E27FC236}">
                  <a16:creationId xmlns:a16="http://schemas.microsoft.com/office/drawing/2014/main" id="{3137ACD1-7BF9-4E2F-9209-03DD159FF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569"/>
              <a:ext cx="17" cy="19"/>
            </a:xfrm>
            <a:custGeom>
              <a:avLst/>
              <a:gdLst>
                <a:gd name="T0" fmla="*/ 1243 w 7"/>
                <a:gd name="T1" fmla="*/ 1200 h 7"/>
                <a:gd name="T2" fmla="*/ 590 w 7"/>
                <a:gd name="T3" fmla="*/ 0 h 7"/>
                <a:gd name="T4" fmla="*/ 0 w 7"/>
                <a:gd name="T5" fmla="*/ 1620 h 7"/>
                <a:gd name="T6" fmla="*/ 831 w 7"/>
                <a:gd name="T7" fmla="*/ 2823 h 7"/>
                <a:gd name="T8" fmla="*/ 1243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6" y="6"/>
                    <a:pt x="7" y="5"/>
                    <a:pt x="6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21" name="Freeform 281">
              <a:extLst>
                <a:ext uri="{FF2B5EF4-FFF2-40B4-BE49-F238E27FC236}">
                  <a16:creationId xmlns:a16="http://schemas.microsoft.com/office/drawing/2014/main" id="{511ED893-84B8-498E-BBCA-FB18537AA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575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313 w 2"/>
                <a:gd name="T3" fmla="*/ 0 h 2"/>
                <a:gd name="T4" fmla="*/ 0 w 2"/>
                <a:gd name="T5" fmla="*/ 313 h 2"/>
                <a:gd name="T6" fmla="*/ 313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2" name="Freeform 282">
              <a:extLst>
                <a:ext uri="{FF2B5EF4-FFF2-40B4-BE49-F238E27FC236}">
                  <a16:creationId xmlns:a16="http://schemas.microsoft.com/office/drawing/2014/main" id="{1D75B593-5E5F-4391-804E-3894E46FB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580"/>
              <a:ext cx="18" cy="19"/>
            </a:xfrm>
            <a:custGeom>
              <a:avLst/>
              <a:gdLst>
                <a:gd name="T0" fmla="*/ 2003 w 7"/>
                <a:gd name="T1" fmla="*/ 1200 h 7"/>
                <a:gd name="T2" fmla="*/ 918 w 7"/>
                <a:gd name="T3" fmla="*/ 442 h 7"/>
                <a:gd name="T4" fmla="*/ 0 w 7"/>
                <a:gd name="T5" fmla="*/ 1620 h 7"/>
                <a:gd name="T6" fmla="*/ 1137 w 7"/>
                <a:gd name="T7" fmla="*/ 2823 h 7"/>
                <a:gd name="T8" fmla="*/ 2003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1"/>
                    <a:pt x="4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2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23" name="Freeform 283">
              <a:extLst>
                <a:ext uri="{FF2B5EF4-FFF2-40B4-BE49-F238E27FC236}">
                  <a16:creationId xmlns:a16="http://schemas.microsoft.com/office/drawing/2014/main" id="{422CAFF4-6174-4F18-9195-E4FC01995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585"/>
              <a:ext cx="5" cy="6"/>
            </a:xfrm>
            <a:custGeom>
              <a:avLst/>
              <a:gdLst>
                <a:gd name="T0" fmla="*/ 520 w 2"/>
                <a:gd name="T1" fmla="*/ 729 h 2"/>
                <a:gd name="T2" fmla="*/ 313 w 2"/>
                <a:gd name="T3" fmla="*/ 0 h 2"/>
                <a:gd name="T4" fmla="*/ 0 w 2"/>
                <a:gd name="T5" fmla="*/ 729 h 2"/>
                <a:gd name="T6" fmla="*/ 313 w 2"/>
                <a:gd name="T7" fmla="*/ 1458 h 2"/>
                <a:gd name="T8" fmla="*/ 52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4" name="Freeform 284">
              <a:extLst>
                <a:ext uri="{FF2B5EF4-FFF2-40B4-BE49-F238E27FC236}">
                  <a16:creationId xmlns:a16="http://schemas.microsoft.com/office/drawing/2014/main" id="{6A062A69-FC5E-4B8C-B5E3-942600EEB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593"/>
              <a:ext cx="17" cy="19"/>
            </a:xfrm>
            <a:custGeom>
              <a:avLst/>
              <a:gdLst>
                <a:gd name="T0" fmla="*/ 1433 w 7"/>
                <a:gd name="T1" fmla="*/ 1200 h 7"/>
                <a:gd name="T2" fmla="*/ 590 w 7"/>
                <a:gd name="T3" fmla="*/ 0 h 7"/>
                <a:gd name="T4" fmla="*/ 170 w 7"/>
                <a:gd name="T5" fmla="*/ 1620 h 7"/>
                <a:gd name="T6" fmla="*/ 1003 w 7"/>
                <a:gd name="T7" fmla="*/ 2823 h 7"/>
                <a:gd name="T8" fmla="*/ 1433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1"/>
                    <a:pt x="5" y="0"/>
                    <a:pt x="3" y="0"/>
                  </a:cubicBezTo>
                  <a:cubicBezTo>
                    <a:pt x="2" y="1"/>
                    <a:pt x="0" y="2"/>
                    <a:pt x="1" y="4"/>
                  </a:cubicBezTo>
                  <a:cubicBezTo>
                    <a:pt x="1" y="6"/>
                    <a:pt x="3" y="7"/>
                    <a:pt x="5" y="7"/>
                  </a:cubicBezTo>
                  <a:cubicBezTo>
                    <a:pt x="6" y="6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25" name="Freeform 285">
              <a:extLst>
                <a:ext uri="{FF2B5EF4-FFF2-40B4-BE49-F238E27FC236}">
                  <a16:creationId xmlns:a16="http://schemas.microsoft.com/office/drawing/2014/main" id="{72C772B9-AB57-4849-A322-CA5D53BAA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599"/>
              <a:ext cx="8" cy="5"/>
            </a:xfrm>
            <a:custGeom>
              <a:avLst/>
              <a:gdLst>
                <a:gd name="T0" fmla="*/ 661 w 3"/>
                <a:gd name="T1" fmla="*/ 313 h 2"/>
                <a:gd name="T2" fmla="*/ 397 w 3"/>
                <a:gd name="T3" fmla="*/ 0 h 2"/>
                <a:gd name="T4" fmla="*/ 0 w 3"/>
                <a:gd name="T5" fmla="*/ 313 h 2"/>
                <a:gd name="T6" fmla="*/ 661 w 3"/>
                <a:gd name="T7" fmla="*/ 520 h 2"/>
                <a:gd name="T8" fmla="*/ 661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6" name="Freeform 286">
              <a:extLst>
                <a:ext uri="{FF2B5EF4-FFF2-40B4-BE49-F238E27FC236}">
                  <a16:creationId xmlns:a16="http://schemas.microsoft.com/office/drawing/2014/main" id="{44958B5F-6C3E-4A08-94A0-A96A34E34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607"/>
              <a:ext cx="17" cy="18"/>
            </a:xfrm>
            <a:custGeom>
              <a:avLst/>
              <a:gdLst>
                <a:gd name="T0" fmla="*/ 1433 w 7"/>
                <a:gd name="T1" fmla="*/ 918 h 7"/>
                <a:gd name="T2" fmla="*/ 590 w 7"/>
                <a:gd name="T3" fmla="*/ 0 h 7"/>
                <a:gd name="T4" fmla="*/ 0 w 7"/>
                <a:gd name="T5" fmla="*/ 1137 h 7"/>
                <a:gd name="T6" fmla="*/ 831 w 7"/>
                <a:gd name="T7" fmla="*/ 1700 h 7"/>
                <a:gd name="T8" fmla="*/ 1433 w 7"/>
                <a:gd name="T9" fmla="*/ 9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1" y="6"/>
                    <a:pt x="2" y="7"/>
                    <a:pt x="4" y="6"/>
                  </a:cubicBezTo>
                  <a:cubicBezTo>
                    <a:pt x="6" y="6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27" name="Freeform 287">
              <a:extLst>
                <a:ext uri="{FF2B5EF4-FFF2-40B4-BE49-F238E27FC236}">
                  <a16:creationId xmlns:a16="http://schemas.microsoft.com/office/drawing/2014/main" id="{FAB5879E-FE44-45A6-82F8-BB8D3E04A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609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313 w 2"/>
                <a:gd name="T3" fmla="*/ 0 h 3"/>
                <a:gd name="T4" fmla="*/ 0 w 2"/>
                <a:gd name="T5" fmla="*/ 661 h 3"/>
                <a:gd name="T6" fmla="*/ 313 w 2"/>
                <a:gd name="T7" fmla="*/ 1059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8" name="Freeform 288">
              <a:extLst>
                <a:ext uri="{FF2B5EF4-FFF2-40B4-BE49-F238E27FC236}">
                  <a16:creationId xmlns:a16="http://schemas.microsoft.com/office/drawing/2014/main" id="{39CCAD6E-6ACB-4754-8C8F-C265E596E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1620"/>
              <a:ext cx="17" cy="19"/>
            </a:xfrm>
            <a:custGeom>
              <a:avLst/>
              <a:gdLst>
                <a:gd name="T0" fmla="*/ 1243 w 7"/>
                <a:gd name="T1" fmla="*/ 1200 h 7"/>
                <a:gd name="T2" fmla="*/ 590 w 7"/>
                <a:gd name="T3" fmla="*/ 0 h 7"/>
                <a:gd name="T4" fmla="*/ 0 w 7"/>
                <a:gd name="T5" fmla="*/ 1620 h 7"/>
                <a:gd name="T6" fmla="*/ 831 w 7"/>
                <a:gd name="T7" fmla="*/ 2342 h 7"/>
                <a:gd name="T8" fmla="*/ 1243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6" y="1"/>
                    <a:pt x="4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2" y="7"/>
                    <a:pt x="4" y="6"/>
                  </a:cubicBezTo>
                  <a:cubicBezTo>
                    <a:pt x="6" y="6"/>
                    <a:pt x="7" y="4"/>
                    <a:pt x="6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29" name="Freeform 289">
              <a:extLst>
                <a:ext uri="{FF2B5EF4-FFF2-40B4-BE49-F238E27FC236}">
                  <a16:creationId xmlns:a16="http://schemas.microsoft.com/office/drawing/2014/main" id="{F62B2FA4-64BF-483D-B178-27B540F87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623"/>
              <a:ext cx="7" cy="8"/>
            </a:xfrm>
            <a:custGeom>
              <a:avLst/>
              <a:gdLst>
                <a:gd name="T0" fmla="*/ 469 w 3"/>
                <a:gd name="T1" fmla="*/ 397 h 3"/>
                <a:gd name="T2" fmla="*/ 152 w 3"/>
                <a:gd name="T3" fmla="*/ 397 h 3"/>
                <a:gd name="T4" fmla="*/ 152 w 3"/>
                <a:gd name="T5" fmla="*/ 661 h 3"/>
                <a:gd name="T6" fmla="*/ 355 w 3"/>
                <a:gd name="T7" fmla="*/ 1059 h 3"/>
                <a:gd name="T8" fmla="*/ 469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2" y="0"/>
                    <a:pt x="1" y="1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0" name="Freeform 290">
              <a:extLst>
                <a:ext uri="{FF2B5EF4-FFF2-40B4-BE49-F238E27FC236}">
                  <a16:creationId xmlns:a16="http://schemas.microsoft.com/office/drawing/2014/main" id="{822455F5-6C8A-48C3-818B-58B2B9C0B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633"/>
              <a:ext cx="17" cy="19"/>
            </a:xfrm>
            <a:custGeom>
              <a:avLst/>
              <a:gdLst>
                <a:gd name="T0" fmla="*/ 1243 w 7"/>
                <a:gd name="T1" fmla="*/ 1200 h 7"/>
                <a:gd name="T2" fmla="*/ 413 w 7"/>
                <a:gd name="T3" fmla="*/ 442 h 7"/>
                <a:gd name="T4" fmla="*/ 0 w 7"/>
                <a:gd name="T5" fmla="*/ 2063 h 7"/>
                <a:gd name="T6" fmla="*/ 831 w 7"/>
                <a:gd name="T7" fmla="*/ 2823 h 7"/>
                <a:gd name="T8" fmla="*/ 1243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1" y="6"/>
                    <a:pt x="3" y="7"/>
                    <a:pt x="4" y="7"/>
                  </a:cubicBezTo>
                  <a:cubicBezTo>
                    <a:pt x="6" y="6"/>
                    <a:pt x="7" y="4"/>
                    <a:pt x="6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31" name="Freeform 291">
              <a:extLst>
                <a:ext uri="{FF2B5EF4-FFF2-40B4-BE49-F238E27FC236}">
                  <a16:creationId xmlns:a16="http://schemas.microsoft.com/office/drawing/2014/main" id="{031F97EB-3380-4CB8-BCD3-3ABFDBCF3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39"/>
              <a:ext cx="7" cy="5"/>
            </a:xfrm>
            <a:custGeom>
              <a:avLst/>
              <a:gdLst>
                <a:gd name="T0" fmla="*/ 469 w 3"/>
                <a:gd name="T1" fmla="*/ 0 h 2"/>
                <a:gd name="T2" fmla="*/ 152 w 3"/>
                <a:gd name="T3" fmla="*/ 0 h 2"/>
                <a:gd name="T4" fmla="*/ 152 w 3"/>
                <a:gd name="T5" fmla="*/ 313 h 2"/>
                <a:gd name="T6" fmla="*/ 355 w 3"/>
                <a:gd name="T7" fmla="*/ 520 h 2"/>
                <a:gd name="T8" fmla="*/ 469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2" name="Freeform 292">
              <a:extLst>
                <a:ext uri="{FF2B5EF4-FFF2-40B4-BE49-F238E27FC236}">
                  <a16:creationId xmlns:a16="http://schemas.microsoft.com/office/drawing/2014/main" id="{99BC5AF5-B970-4F98-B267-D10AA4DFD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647"/>
              <a:ext cx="20" cy="18"/>
            </a:xfrm>
            <a:custGeom>
              <a:avLst/>
              <a:gdLst>
                <a:gd name="T0" fmla="*/ 1770 w 8"/>
                <a:gd name="T1" fmla="*/ 918 h 7"/>
                <a:gd name="T2" fmla="*/ 783 w 8"/>
                <a:gd name="T3" fmla="*/ 357 h 7"/>
                <a:gd name="T4" fmla="*/ 313 w 8"/>
                <a:gd name="T5" fmla="*/ 1448 h 7"/>
                <a:gd name="T6" fmla="*/ 1300 w 8"/>
                <a:gd name="T7" fmla="*/ 2003 h 7"/>
                <a:gd name="T8" fmla="*/ 1770 w 8"/>
                <a:gd name="T9" fmla="*/ 9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3"/>
                  </a:moveTo>
                  <a:cubicBezTo>
                    <a:pt x="6" y="1"/>
                    <a:pt x="5" y="0"/>
                    <a:pt x="3" y="1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1" y="6"/>
                    <a:pt x="3" y="7"/>
                    <a:pt x="5" y="7"/>
                  </a:cubicBezTo>
                  <a:cubicBezTo>
                    <a:pt x="7" y="6"/>
                    <a:pt x="8" y="4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33" name="Freeform 293">
              <a:extLst>
                <a:ext uri="{FF2B5EF4-FFF2-40B4-BE49-F238E27FC236}">
                  <a16:creationId xmlns:a16="http://schemas.microsoft.com/office/drawing/2014/main" id="{80DB4196-AC8B-40C6-AB44-9B7849CDC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652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0 w 3"/>
                <a:gd name="T5" fmla="*/ 313 h 2"/>
                <a:gd name="T6" fmla="*/ 355 w 3"/>
                <a:gd name="T7" fmla="*/ 520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4" name="Freeform 294">
              <a:extLst>
                <a:ext uri="{FF2B5EF4-FFF2-40B4-BE49-F238E27FC236}">
                  <a16:creationId xmlns:a16="http://schemas.microsoft.com/office/drawing/2014/main" id="{2B0E0A13-52E0-4905-8F67-8A085067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660"/>
              <a:ext cx="17" cy="19"/>
            </a:xfrm>
            <a:custGeom>
              <a:avLst/>
              <a:gdLst>
                <a:gd name="T0" fmla="*/ 1243 w 7"/>
                <a:gd name="T1" fmla="*/ 1200 h 7"/>
                <a:gd name="T2" fmla="*/ 413 w 7"/>
                <a:gd name="T3" fmla="*/ 442 h 7"/>
                <a:gd name="T4" fmla="*/ 0 w 7"/>
                <a:gd name="T5" fmla="*/ 2063 h 7"/>
                <a:gd name="T6" fmla="*/ 831 w 7"/>
                <a:gd name="T7" fmla="*/ 2823 h 7"/>
                <a:gd name="T8" fmla="*/ 1243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1" y="7"/>
                    <a:pt x="3" y="7"/>
                    <a:pt x="4" y="7"/>
                  </a:cubicBezTo>
                  <a:cubicBezTo>
                    <a:pt x="6" y="6"/>
                    <a:pt x="7" y="4"/>
                    <a:pt x="6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35" name="Freeform 295">
              <a:extLst>
                <a:ext uri="{FF2B5EF4-FFF2-40B4-BE49-F238E27FC236}">
                  <a16:creationId xmlns:a16="http://schemas.microsoft.com/office/drawing/2014/main" id="{129107F1-BC39-4562-9928-DDBA0DB1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665"/>
              <a:ext cx="7" cy="6"/>
            </a:xfrm>
            <a:custGeom>
              <a:avLst/>
              <a:gdLst>
                <a:gd name="T0" fmla="*/ 469 w 3"/>
                <a:gd name="T1" fmla="*/ 729 h 2"/>
                <a:gd name="T2" fmla="*/ 152 w 3"/>
                <a:gd name="T3" fmla="*/ 0 h 2"/>
                <a:gd name="T4" fmla="*/ 152 w 3"/>
                <a:gd name="T5" fmla="*/ 729 h 2"/>
                <a:gd name="T6" fmla="*/ 355 w 3"/>
                <a:gd name="T7" fmla="*/ 1458 h 2"/>
                <a:gd name="T8" fmla="*/ 469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6" name="Freeform 296">
              <a:extLst>
                <a:ext uri="{FF2B5EF4-FFF2-40B4-BE49-F238E27FC236}">
                  <a16:creationId xmlns:a16="http://schemas.microsoft.com/office/drawing/2014/main" id="{E96F9862-F1EE-4BE0-87AF-C78C4EBF4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676"/>
              <a:ext cx="17" cy="19"/>
            </a:xfrm>
            <a:custGeom>
              <a:avLst/>
              <a:gdLst>
                <a:gd name="T0" fmla="*/ 1243 w 7"/>
                <a:gd name="T1" fmla="*/ 760 h 7"/>
                <a:gd name="T2" fmla="*/ 413 w 7"/>
                <a:gd name="T3" fmla="*/ 0 h 7"/>
                <a:gd name="T4" fmla="*/ 0 w 7"/>
                <a:gd name="T5" fmla="*/ 1620 h 7"/>
                <a:gd name="T6" fmla="*/ 831 w 7"/>
                <a:gd name="T7" fmla="*/ 2342 h 7"/>
                <a:gd name="T8" fmla="*/ 124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6" y="0"/>
                    <a:pt x="4" y="0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3" y="7"/>
                    <a:pt x="4" y="6"/>
                  </a:cubicBezTo>
                  <a:cubicBezTo>
                    <a:pt x="6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37" name="Freeform 297">
              <a:extLst>
                <a:ext uri="{FF2B5EF4-FFF2-40B4-BE49-F238E27FC236}">
                  <a16:creationId xmlns:a16="http://schemas.microsoft.com/office/drawing/2014/main" id="{41FFFE6D-827D-4AD7-BA7A-BE1195DA7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679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0 h 3"/>
                <a:gd name="T4" fmla="*/ 0 w 2"/>
                <a:gd name="T5" fmla="*/ 661 h 3"/>
                <a:gd name="T6" fmla="*/ 313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8" name="Freeform 298">
              <a:extLst>
                <a:ext uri="{FF2B5EF4-FFF2-40B4-BE49-F238E27FC236}">
                  <a16:creationId xmlns:a16="http://schemas.microsoft.com/office/drawing/2014/main" id="{A320E01B-6463-4933-9F6A-455DAF938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689"/>
              <a:ext cx="17" cy="19"/>
            </a:xfrm>
            <a:custGeom>
              <a:avLst/>
              <a:gdLst>
                <a:gd name="T0" fmla="*/ 1433 w 7"/>
                <a:gd name="T1" fmla="*/ 760 h 7"/>
                <a:gd name="T2" fmla="*/ 413 w 7"/>
                <a:gd name="T3" fmla="*/ 0 h 7"/>
                <a:gd name="T4" fmla="*/ 0 w 7"/>
                <a:gd name="T5" fmla="*/ 2063 h 7"/>
                <a:gd name="T6" fmla="*/ 1003 w 7"/>
                <a:gd name="T7" fmla="*/ 2823 h 7"/>
                <a:gd name="T8" fmla="*/ 143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6" y="1"/>
                    <a:pt x="4" y="0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1" y="6"/>
                    <a:pt x="3" y="7"/>
                    <a:pt x="5" y="7"/>
                  </a:cubicBezTo>
                  <a:cubicBezTo>
                    <a:pt x="6" y="6"/>
                    <a:pt x="7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39" name="Freeform 299">
              <a:extLst>
                <a:ext uri="{FF2B5EF4-FFF2-40B4-BE49-F238E27FC236}">
                  <a16:creationId xmlns:a16="http://schemas.microsoft.com/office/drawing/2014/main" id="{5F137737-AA91-4481-8677-B8BCED00B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695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313 h 2"/>
                <a:gd name="T6" fmla="*/ 313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0" name="Freeform 300">
              <a:extLst>
                <a:ext uri="{FF2B5EF4-FFF2-40B4-BE49-F238E27FC236}">
                  <a16:creationId xmlns:a16="http://schemas.microsoft.com/office/drawing/2014/main" id="{57F7C050-59D3-4B79-A1E1-2C6CA64B8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705"/>
              <a:ext cx="20" cy="19"/>
            </a:xfrm>
            <a:custGeom>
              <a:avLst/>
              <a:gdLst>
                <a:gd name="T0" fmla="*/ 1770 w 8"/>
                <a:gd name="T1" fmla="*/ 760 h 7"/>
                <a:gd name="T2" fmla="*/ 783 w 8"/>
                <a:gd name="T3" fmla="*/ 0 h 7"/>
                <a:gd name="T4" fmla="*/ 313 w 8"/>
                <a:gd name="T5" fmla="*/ 1620 h 7"/>
                <a:gd name="T6" fmla="*/ 1300 w 8"/>
                <a:gd name="T7" fmla="*/ 2342 h 7"/>
                <a:gd name="T8" fmla="*/ 1770 w 8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6" y="1"/>
                    <a:pt x="5" y="0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2" y="6"/>
                    <a:pt x="3" y="7"/>
                    <a:pt x="5" y="6"/>
                  </a:cubicBezTo>
                  <a:cubicBezTo>
                    <a:pt x="7" y="6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41" name="Freeform 301">
              <a:extLst>
                <a:ext uri="{FF2B5EF4-FFF2-40B4-BE49-F238E27FC236}">
                  <a16:creationId xmlns:a16="http://schemas.microsoft.com/office/drawing/2014/main" id="{F77F50CD-1E40-41DC-A81A-665737F94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708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397 h 3"/>
                <a:gd name="T4" fmla="*/ 0 w 3"/>
                <a:gd name="T5" fmla="*/ 661 h 3"/>
                <a:gd name="T6" fmla="*/ 661 w 3"/>
                <a:gd name="T7" fmla="*/ 1059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2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3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2" name="Freeform 302">
              <a:extLst>
                <a:ext uri="{FF2B5EF4-FFF2-40B4-BE49-F238E27FC236}">
                  <a16:creationId xmlns:a16="http://schemas.microsoft.com/office/drawing/2014/main" id="{DEFFA664-78A3-4CCB-9999-1BAC24B84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719"/>
              <a:ext cx="20" cy="21"/>
            </a:xfrm>
            <a:custGeom>
              <a:avLst/>
              <a:gdLst>
                <a:gd name="T0" fmla="*/ 1770 w 8"/>
                <a:gd name="T1" fmla="*/ 992 h 8"/>
                <a:gd name="T2" fmla="*/ 520 w 8"/>
                <a:gd name="T3" fmla="*/ 378 h 8"/>
                <a:gd name="T4" fmla="*/ 313 w 8"/>
                <a:gd name="T5" fmla="*/ 1992 h 8"/>
                <a:gd name="T6" fmla="*/ 1300 w 8"/>
                <a:gd name="T7" fmla="*/ 2226 h 8"/>
                <a:gd name="T8" fmla="*/ 1770 w 8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8" y="4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43" name="Freeform 303">
              <a:extLst>
                <a:ext uri="{FF2B5EF4-FFF2-40B4-BE49-F238E27FC236}">
                  <a16:creationId xmlns:a16="http://schemas.microsoft.com/office/drawing/2014/main" id="{9E92D07A-C929-4DD6-B63A-1960C6BF7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724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313 w 2"/>
                <a:gd name="T3" fmla="*/ 0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4" name="Freeform 304">
              <a:extLst>
                <a:ext uri="{FF2B5EF4-FFF2-40B4-BE49-F238E27FC236}">
                  <a16:creationId xmlns:a16="http://schemas.microsoft.com/office/drawing/2014/main" id="{15880B49-B357-4B6D-8056-20EA8CBC6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735"/>
              <a:ext cx="17" cy="21"/>
            </a:xfrm>
            <a:custGeom>
              <a:avLst/>
              <a:gdLst>
                <a:gd name="T0" fmla="*/ 1433 w 7"/>
                <a:gd name="T1" fmla="*/ 614 h 8"/>
                <a:gd name="T2" fmla="*/ 413 w 7"/>
                <a:gd name="T3" fmla="*/ 378 h 8"/>
                <a:gd name="T4" fmla="*/ 170 w 7"/>
                <a:gd name="T5" fmla="*/ 1612 h 8"/>
                <a:gd name="T6" fmla="*/ 1003 w 7"/>
                <a:gd name="T7" fmla="*/ 2226 h 8"/>
                <a:gd name="T8" fmla="*/ 1433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2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7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45" name="Freeform 305">
              <a:extLst>
                <a:ext uri="{FF2B5EF4-FFF2-40B4-BE49-F238E27FC236}">
                  <a16:creationId xmlns:a16="http://schemas.microsoft.com/office/drawing/2014/main" id="{8C52CFCA-25E3-41C3-A73F-377F81AAA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740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313 w 2"/>
                <a:gd name="T3" fmla="*/ 0 h 2"/>
                <a:gd name="T4" fmla="*/ 0 w 2"/>
                <a:gd name="T5" fmla="*/ 520 h 2"/>
                <a:gd name="T6" fmla="*/ 520 w 2"/>
                <a:gd name="T7" fmla="*/ 52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6" name="Freeform 306">
              <a:extLst>
                <a:ext uri="{FF2B5EF4-FFF2-40B4-BE49-F238E27FC236}">
                  <a16:creationId xmlns:a16="http://schemas.microsoft.com/office/drawing/2014/main" id="{82CDBC57-B510-4557-AF30-0475394D4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751"/>
              <a:ext cx="20" cy="18"/>
            </a:xfrm>
            <a:custGeom>
              <a:avLst/>
              <a:gdLst>
                <a:gd name="T0" fmla="*/ 1770 w 8"/>
                <a:gd name="T1" fmla="*/ 563 h 7"/>
                <a:gd name="T2" fmla="*/ 520 w 8"/>
                <a:gd name="T3" fmla="*/ 357 h 7"/>
                <a:gd name="T4" fmla="*/ 313 w 8"/>
                <a:gd name="T5" fmla="*/ 1448 h 7"/>
                <a:gd name="T6" fmla="*/ 1300 w 8"/>
                <a:gd name="T7" fmla="*/ 1700 h 7"/>
                <a:gd name="T8" fmla="*/ 1770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6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47" name="Freeform 307">
              <a:extLst>
                <a:ext uri="{FF2B5EF4-FFF2-40B4-BE49-F238E27FC236}">
                  <a16:creationId xmlns:a16="http://schemas.microsoft.com/office/drawing/2014/main" id="{5827C506-1596-43EC-801E-1014EC4A4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756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313 w 2"/>
                <a:gd name="T3" fmla="*/ 0 h 2"/>
                <a:gd name="T4" fmla="*/ 0 w 2"/>
                <a:gd name="T5" fmla="*/ 313 h 2"/>
                <a:gd name="T6" fmla="*/ 520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8" name="Freeform 308">
              <a:extLst>
                <a:ext uri="{FF2B5EF4-FFF2-40B4-BE49-F238E27FC236}">
                  <a16:creationId xmlns:a16="http://schemas.microsoft.com/office/drawing/2014/main" id="{D0578301-EAD8-4D1F-BEBA-C5800042E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767"/>
              <a:ext cx="20" cy="18"/>
            </a:xfrm>
            <a:custGeom>
              <a:avLst/>
              <a:gdLst>
                <a:gd name="T0" fmla="*/ 1770 w 8"/>
                <a:gd name="T1" fmla="*/ 563 h 7"/>
                <a:gd name="T2" fmla="*/ 520 w 8"/>
                <a:gd name="T3" fmla="*/ 357 h 7"/>
                <a:gd name="T4" fmla="*/ 313 w 8"/>
                <a:gd name="T5" fmla="*/ 1448 h 7"/>
                <a:gd name="T6" fmla="*/ 1300 w 8"/>
                <a:gd name="T7" fmla="*/ 1700 h 7"/>
                <a:gd name="T8" fmla="*/ 1770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6" y="0"/>
                    <a:pt x="4" y="0"/>
                    <a:pt x="2" y="1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6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49" name="Freeform 309">
              <a:extLst>
                <a:ext uri="{FF2B5EF4-FFF2-40B4-BE49-F238E27FC236}">
                  <a16:creationId xmlns:a16="http://schemas.microsoft.com/office/drawing/2014/main" id="{B8050AC8-6976-4AD9-B415-EA343245D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769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313 w 2"/>
                <a:gd name="T3" fmla="*/ 397 h 3"/>
                <a:gd name="T4" fmla="*/ 0 w 2"/>
                <a:gd name="T5" fmla="*/ 661 h 3"/>
                <a:gd name="T6" fmla="*/ 520 w 2"/>
                <a:gd name="T7" fmla="*/ 1059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0" name="Freeform 310">
              <a:extLst>
                <a:ext uri="{FF2B5EF4-FFF2-40B4-BE49-F238E27FC236}">
                  <a16:creationId xmlns:a16="http://schemas.microsoft.com/office/drawing/2014/main" id="{B5FD6345-42EC-4CA1-AE6D-4B53EF547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783"/>
              <a:ext cx="17" cy="18"/>
            </a:xfrm>
            <a:custGeom>
              <a:avLst/>
              <a:gdLst>
                <a:gd name="T0" fmla="*/ 1243 w 7"/>
                <a:gd name="T1" fmla="*/ 563 h 7"/>
                <a:gd name="T2" fmla="*/ 413 w 7"/>
                <a:gd name="T3" fmla="*/ 357 h 7"/>
                <a:gd name="T4" fmla="*/ 0 w 7"/>
                <a:gd name="T5" fmla="*/ 1448 h 7"/>
                <a:gd name="T6" fmla="*/ 1003 w 7"/>
                <a:gd name="T7" fmla="*/ 1700 h 7"/>
                <a:gd name="T8" fmla="*/ 1243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1" y="7"/>
                    <a:pt x="3" y="7"/>
                    <a:pt x="5" y="6"/>
                  </a:cubicBezTo>
                  <a:cubicBezTo>
                    <a:pt x="6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51" name="Freeform 311">
              <a:extLst>
                <a:ext uri="{FF2B5EF4-FFF2-40B4-BE49-F238E27FC236}">
                  <a16:creationId xmlns:a16="http://schemas.microsoft.com/office/drawing/2014/main" id="{691C30A8-DF00-4069-96BD-DDA45EDFB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788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0 w 3"/>
                <a:gd name="T5" fmla="*/ 313 h 2"/>
                <a:gd name="T6" fmla="*/ 355 w 3"/>
                <a:gd name="T7" fmla="*/ 520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2" name="Freeform 312">
              <a:extLst>
                <a:ext uri="{FF2B5EF4-FFF2-40B4-BE49-F238E27FC236}">
                  <a16:creationId xmlns:a16="http://schemas.microsoft.com/office/drawing/2014/main" id="{90FE0ACD-B7EA-4B76-A1C4-B084BBC66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799"/>
              <a:ext cx="18" cy="18"/>
            </a:xfrm>
            <a:custGeom>
              <a:avLst/>
              <a:gdLst>
                <a:gd name="T0" fmla="*/ 1700 w 7"/>
                <a:gd name="T1" fmla="*/ 563 h 7"/>
                <a:gd name="T2" fmla="*/ 563 w 7"/>
                <a:gd name="T3" fmla="*/ 357 h 7"/>
                <a:gd name="T4" fmla="*/ 0 w 7"/>
                <a:gd name="T5" fmla="*/ 1448 h 7"/>
                <a:gd name="T6" fmla="*/ 1448 w 7"/>
                <a:gd name="T7" fmla="*/ 1700 h 7"/>
                <a:gd name="T8" fmla="*/ 1700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1" y="6"/>
                    <a:pt x="3" y="7"/>
                    <a:pt x="5" y="6"/>
                  </a:cubicBezTo>
                  <a:cubicBezTo>
                    <a:pt x="6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53" name="Freeform 313">
              <a:extLst>
                <a:ext uri="{FF2B5EF4-FFF2-40B4-BE49-F238E27FC236}">
                  <a16:creationId xmlns:a16="http://schemas.microsoft.com/office/drawing/2014/main" id="{EC49EECC-5ACC-4F09-8BDC-86125566A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801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397 h 3"/>
                <a:gd name="T4" fmla="*/ 0 w 3"/>
                <a:gd name="T5" fmla="*/ 661 h 3"/>
                <a:gd name="T6" fmla="*/ 661 w 3"/>
                <a:gd name="T7" fmla="*/ 1059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2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4" name="Freeform 314">
              <a:extLst>
                <a:ext uri="{FF2B5EF4-FFF2-40B4-BE49-F238E27FC236}">
                  <a16:creationId xmlns:a16="http://schemas.microsoft.com/office/drawing/2014/main" id="{CB383487-9786-472C-BC78-A75A64943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815"/>
              <a:ext cx="17" cy="18"/>
            </a:xfrm>
            <a:custGeom>
              <a:avLst/>
              <a:gdLst>
                <a:gd name="T0" fmla="*/ 1243 w 7"/>
                <a:gd name="T1" fmla="*/ 563 h 7"/>
                <a:gd name="T2" fmla="*/ 413 w 7"/>
                <a:gd name="T3" fmla="*/ 357 h 7"/>
                <a:gd name="T4" fmla="*/ 170 w 7"/>
                <a:gd name="T5" fmla="*/ 1448 h 7"/>
                <a:gd name="T6" fmla="*/ 1003 w 7"/>
                <a:gd name="T7" fmla="*/ 1700 h 7"/>
                <a:gd name="T8" fmla="*/ 1243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0" y="1"/>
                    <a:pt x="0" y="3"/>
                    <a:pt x="1" y="5"/>
                  </a:cubicBezTo>
                  <a:cubicBezTo>
                    <a:pt x="1" y="7"/>
                    <a:pt x="3" y="7"/>
                    <a:pt x="5" y="6"/>
                  </a:cubicBezTo>
                  <a:cubicBezTo>
                    <a:pt x="6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55" name="Freeform 315">
              <a:extLst>
                <a:ext uri="{FF2B5EF4-FFF2-40B4-BE49-F238E27FC236}">
                  <a16:creationId xmlns:a16="http://schemas.microsoft.com/office/drawing/2014/main" id="{B0299725-81B0-4DBA-B699-D247B1A65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820"/>
              <a:ext cx="7" cy="5"/>
            </a:xfrm>
            <a:custGeom>
              <a:avLst/>
              <a:gdLst>
                <a:gd name="T0" fmla="*/ 469 w 3"/>
                <a:gd name="T1" fmla="*/ 0 h 2"/>
                <a:gd name="T2" fmla="*/ 152 w 3"/>
                <a:gd name="T3" fmla="*/ 0 h 2"/>
                <a:gd name="T4" fmla="*/ 152 w 3"/>
                <a:gd name="T5" fmla="*/ 313 h 2"/>
                <a:gd name="T6" fmla="*/ 355 w 3"/>
                <a:gd name="T7" fmla="*/ 520 h 2"/>
                <a:gd name="T8" fmla="*/ 469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6" name="Freeform 316">
              <a:extLst>
                <a:ext uri="{FF2B5EF4-FFF2-40B4-BE49-F238E27FC236}">
                  <a16:creationId xmlns:a16="http://schemas.microsoft.com/office/drawing/2014/main" id="{F6AF1961-DF9A-4568-999F-C01AF6BE9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831"/>
              <a:ext cx="20" cy="18"/>
            </a:xfrm>
            <a:custGeom>
              <a:avLst/>
              <a:gdLst>
                <a:gd name="T0" fmla="*/ 1770 w 8"/>
                <a:gd name="T1" fmla="*/ 563 h 7"/>
                <a:gd name="T2" fmla="*/ 520 w 8"/>
                <a:gd name="T3" fmla="*/ 357 h 7"/>
                <a:gd name="T4" fmla="*/ 313 w 8"/>
                <a:gd name="T5" fmla="*/ 1700 h 7"/>
                <a:gd name="T6" fmla="*/ 1488 w 8"/>
                <a:gd name="T7" fmla="*/ 2003 h 7"/>
                <a:gd name="T8" fmla="*/ 1770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2" y="7"/>
                    <a:pt x="4" y="7"/>
                    <a:pt x="6" y="7"/>
                  </a:cubicBezTo>
                  <a:cubicBezTo>
                    <a:pt x="7" y="6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57" name="Freeform 317">
              <a:extLst>
                <a:ext uri="{FF2B5EF4-FFF2-40B4-BE49-F238E27FC236}">
                  <a16:creationId xmlns:a16="http://schemas.microsoft.com/office/drawing/2014/main" id="{A634A479-A3FB-48AE-8531-F40BFAFA3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836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313 w 2"/>
                <a:gd name="T3" fmla="*/ 0 h 2"/>
                <a:gd name="T4" fmla="*/ 0 w 2"/>
                <a:gd name="T5" fmla="*/ 520 h 2"/>
                <a:gd name="T6" fmla="*/ 520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8" name="Freeform 318">
              <a:extLst>
                <a:ext uri="{FF2B5EF4-FFF2-40B4-BE49-F238E27FC236}">
                  <a16:creationId xmlns:a16="http://schemas.microsoft.com/office/drawing/2014/main" id="{91BC2A2E-8C5B-4CB7-A0AC-05FCF2F13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847"/>
              <a:ext cx="18" cy="21"/>
            </a:xfrm>
            <a:custGeom>
              <a:avLst/>
              <a:gdLst>
                <a:gd name="T0" fmla="*/ 1700 w 7"/>
                <a:gd name="T1" fmla="*/ 614 h 8"/>
                <a:gd name="T2" fmla="*/ 563 w 7"/>
                <a:gd name="T3" fmla="*/ 378 h 8"/>
                <a:gd name="T4" fmla="*/ 357 w 7"/>
                <a:gd name="T5" fmla="*/ 1992 h 8"/>
                <a:gd name="T6" fmla="*/ 1448 w 7"/>
                <a:gd name="T7" fmla="*/ 2226 h 8"/>
                <a:gd name="T8" fmla="*/ 170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59" name="Freeform 319">
              <a:extLst>
                <a:ext uri="{FF2B5EF4-FFF2-40B4-BE49-F238E27FC236}">
                  <a16:creationId xmlns:a16="http://schemas.microsoft.com/office/drawing/2014/main" id="{2C00CC03-C430-4FD1-9269-FC188BF1A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852"/>
              <a:ext cx="8" cy="5"/>
            </a:xfrm>
            <a:custGeom>
              <a:avLst/>
              <a:gdLst>
                <a:gd name="T0" fmla="*/ 661 w 3"/>
                <a:gd name="T1" fmla="*/ 313 h 2"/>
                <a:gd name="T2" fmla="*/ 397 w 3"/>
                <a:gd name="T3" fmla="*/ 0 h 2"/>
                <a:gd name="T4" fmla="*/ 397 w 3"/>
                <a:gd name="T5" fmla="*/ 520 h 2"/>
                <a:gd name="T6" fmla="*/ 661 w 3"/>
                <a:gd name="T7" fmla="*/ 520 h 2"/>
                <a:gd name="T8" fmla="*/ 661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0" name="Freeform 320">
              <a:extLst>
                <a:ext uri="{FF2B5EF4-FFF2-40B4-BE49-F238E27FC236}">
                  <a16:creationId xmlns:a16="http://schemas.microsoft.com/office/drawing/2014/main" id="{D071DE00-5866-4B20-A30C-C902D5614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863"/>
              <a:ext cx="18" cy="21"/>
            </a:xfrm>
            <a:custGeom>
              <a:avLst/>
              <a:gdLst>
                <a:gd name="T0" fmla="*/ 1700 w 7"/>
                <a:gd name="T1" fmla="*/ 614 h 8"/>
                <a:gd name="T2" fmla="*/ 563 w 7"/>
                <a:gd name="T3" fmla="*/ 378 h 8"/>
                <a:gd name="T4" fmla="*/ 357 w 7"/>
                <a:gd name="T5" fmla="*/ 1992 h 8"/>
                <a:gd name="T6" fmla="*/ 1700 w 7"/>
                <a:gd name="T7" fmla="*/ 2226 h 8"/>
                <a:gd name="T8" fmla="*/ 170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2" y="7"/>
                    <a:pt x="4" y="8"/>
                    <a:pt x="6" y="7"/>
                  </a:cubicBezTo>
                  <a:cubicBezTo>
                    <a:pt x="7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61" name="Freeform 321">
              <a:extLst>
                <a:ext uri="{FF2B5EF4-FFF2-40B4-BE49-F238E27FC236}">
                  <a16:creationId xmlns:a16="http://schemas.microsoft.com/office/drawing/2014/main" id="{7CD60285-D503-484B-A893-081292FF6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868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0 w 2"/>
                <a:gd name="T3" fmla="*/ 0 h 2"/>
                <a:gd name="T4" fmla="*/ 0 w 2"/>
                <a:gd name="T5" fmla="*/ 520 h 2"/>
                <a:gd name="T6" fmla="*/ 520 w 2"/>
                <a:gd name="T7" fmla="*/ 52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2" name="Freeform 322">
              <a:extLst>
                <a:ext uri="{FF2B5EF4-FFF2-40B4-BE49-F238E27FC236}">
                  <a16:creationId xmlns:a16="http://schemas.microsoft.com/office/drawing/2014/main" id="{B5F2D881-19BA-4CF7-B36E-9FEB3DB6A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879"/>
              <a:ext cx="18" cy="21"/>
            </a:xfrm>
            <a:custGeom>
              <a:avLst/>
              <a:gdLst>
                <a:gd name="T0" fmla="*/ 1700 w 7"/>
                <a:gd name="T1" fmla="*/ 614 h 8"/>
                <a:gd name="T2" fmla="*/ 563 w 7"/>
                <a:gd name="T3" fmla="*/ 378 h 8"/>
                <a:gd name="T4" fmla="*/ 357 w 7"/>
                <a:gd name="T5" fmla="*/ 1992 h 8"/>
                <a:gd name="T6" fmla="*/ 1448 w 7"/>
                <a:gd name="T7" fmla="*/ 2226 h 8"/>
                <a:gd name="T8" fmla="*/ 170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63" name="Freeform 323">
              <a:extLst>
                <a:ext uri="{FF2B5EF4-FFF2-40B4-BE49-F238E27FC236}">
                  <a16:creationId xmlns:a16="http://schemas.microsoft.com/office/drawing/2014/main" id="{6D92C3FE-D90B-49B6-8472-EB4C5EA74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884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0 h 3"/>
                <a:gd name="T4" fmla="*/ 397 w 3"/>
                <a:gd name="T5" fmla="*/ 661 h 3"/>
                <a:gd name="T6" fmla="*/ 661 w 3"/>
                <a:gd name="T7" fmla="*/ 661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4" name="Freeform 324">
              <a:extLst>
                <a:ext uri="{FF2B5EF4-FFF2-40B4-BE49-F238E27FC236}">
                  <a16:creationId xmlns:a16="http://schemas.microsoft.com/office/drawing/2014/main" id="{FBCC12C4-3295-43F0-ACAB-854BEB783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897"/>
              <a:ext cx="18" cy="19"/>
            </a:xfrm>
            <a:custGeom>
              <a:avLst/>
              <a:gdLst>
                <a:gd name="T0" fmla="*/ 1700 w 7"/>
                <a:gd name="T1" fmla="*/ 760 h 7"/>
                <a:gd name="T2" fmla="*/ 563 w 7"/>
                <a:gd name="T3" fmla="*/ 442 h 7"/>
                <a:gd name="T4" fmla="*/ 357 w 7"/>
                <a:gd name="T5" fmla="*/ 2063 h 7"/>
                <a:gd name="T6" fmla="*/ 1448 w 7"/>
                <a:gd name="T7" fmla="*/ 2342 h 7"/>
                <a:gd name="T8" fmla="*/ 1700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65" name="Freeform 325">
              <a:extLst>
                <a:ext uri="{FF2B5EF4-FFF2-40B4-BE49-F238E27FC236}">
                  <a16:creationId xmlns:a16="http://schemas.microsoft.com/office/drawing/2014/main" id="{0A524462-D1B2-449F-A997-A50A2BF49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900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397 h 3"/>
                <a:gd name="T4" fmla="*/ 397 w 3"/>
                <a:gd name="T5" fmla="*/ 661 h 3"/>
                <a:gd name="T6" fmla="*/ 661 w 3"/>
                <a:gd name="T7" fmla="*/ 661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6" name="Freeform 326">
              <a:extLst>
                <a:ext uri="{FF2B5EF4-FFF2-40B4-BE49-F238E27FC236}">
                  <a16:creationId xmlns:a16="http://schemas.microsoft.com/office/drawing/2014/main" id="{AD20A9FE-D00C-4005-9287-739D82E0B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913"/>
              <a:ext cx="18" cy="22"/>
            </a:xfrm>
            <a:custGeom>
              <a:avLst/>
              <a:gdLst>
                <a:gd name="T0" fmla="*/ 1700 w 7"/>
                <a:gd name="T1" fmla="*/ 976 h 8"/>
                <a:gd name="T2" fmla="*/ 563 w 7"/>
                <a:gd name="T3" fmla="*/ 462 h 8"/>
                <a:gd name="T4" fmla="*/ 357 w 7"/>
                <a:gd name="T5" fmla="*/ 2684 h 8"/>
                <a:gd name="T6" fmla="*/ 1448 w 7"/>
                <a:gd name="T7" fmla="*/ 2973 h 8"/>
                <a:gd name="T8" fmla="*/ 1700 w 7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67" name="Freeform 327">
              <a:extLst>
                <a:ext uri="{FF2B5EF4-FFF2-40B4-BE49-F238E27FC236}">
                  <a16:creationId xmlns:a16="http://schemas.microsoft.com/office/drawing/2014/main" id="{F94AF3D6-FF22-4A66-9806-A1050FC8E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919"/>
              <a:ext cx="8" cy="5"/>
            </a:xfrm>
            <a:custGeom>
              <a:avLst/>
              <a:gdLst>
                <a:gd name="T0" fmla="*/ 661 w 3"/>
                <a:gd name="T1" fmla="*/ 0 h 2"/>
                <a:gd name="T2" fmla="*/ 397 w 3"/>
                <a:gd name="T3" fmla="*/ 0 h 2"/>
                <a:gd name="T4" fmla="*/ 397 w 3"/>
                <a:gd name="T5" fmla="*/ 520 h 2"/>
                <a:gd name="T6" fmla="*/ 661 w 3"/>
                <a:gd name="T7" fmla="*/ 520 h 2"/>
                <a:gd name="T8" fmla="*/ 661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8" name="Freeform 328">
              <a:extLst>
                <a:ext uri="{FF2B5EF4-FFF2-40B4-BE49-F238E27FC236}">
                  <a16:creationId xmlns:a16="http://schemas.microsoft.com/office/drawing/2014/main" id="{A6AD485A-02A6-48F7-91F7-14FABFC36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929"/>
              <a:ext cx="18" cy="22"/>
            </a:xfrm>
            <a:custGeom>
              <a:avLst/>
              <a:gdLst>
                <a:gd name="T0" fmla="*/ 1700 w 7"/>
                <a:gd name="T1" fmla="*/ 976 h 8"/>
                <a:gd name="T2" fmla="*/ 357 w 7"/>
                <a:gd name="T3" fmla="*/ 976 h 8"/>
                <a:gd name="T4" fmla="*/ 357 w 7"/>
                <a:gd name="T5" fmla="*/ 2684 h 8"/>
                <a:gd name="T6" fmla="*/ 1700 w 7"/>
                <a:gd name="T7" fmla="*/ 2684 h 8"/>
                <a:gd name="T8" fmla="*/ 1700 w 7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8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69" name="Freeform 329">
              <a:extLst>
                <a:ext uri="{FF2B5EF4-FFF2-40B4-BE49-F238E27FC236}">
                  <a16:creationId xmlns:a16="http://schemas.microsoft.com/office/drawing/2014/main" id="{AAEBD459-91A9-4357-A3BC-475E4BC24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935"/>
              <a:ext cx="8" cy="5"/>
            </a:xfrm>
            <a:custGeom>
              <a:avLst/>
              <a:gdLst>
                <a:gd name="T0" fmla="*/ 661 w 3"/>
                <a:gd name="T1" fmla="*/ 0 h 2"/>
                <a:gd name="T2" fmla="*/ 397 w 3"/>
                <a:gd name="T3" fmla="*/ 0 h 2"/>
                <a:gd name="T4" fmla="*/ 397 w 3"/>
                <a:gd name="T5" fmla="*/ 520 h 2"/>
                <a:gd name="T6" fmla="*/ 661 w 3"/>
                <a:gd name="T7" fmla="*/ 520 h 2"/>
                <a:gd name="T8" fmla="*/ 661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0" name="Freeform 330">
              <a:extLst>
                <a:ext uri="{FF2B5EF4-FFF2-40B4-BE49-F238E27FC236}">
                  <a16:creationId xmlns:a16="http://schemas.microsoft.com/office/drawing/2014/main" id="{A9CFE7A8-CCD2-464B-BF98-0D221B080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948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357 w 7"/>
                <a:gd name="T3" fmla="*/ 442 h 7"/>
                <a:gd name="T4" fmla="*/ 357 w 7"/>
                <a:gd name="T5" fmla="*/ 2063 h 7"/>
                <a:gd name="T6" fmla="*/ 1700 w 7"/>
                <a:gd name="T7" fmla="*/ 2342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71" name="Freeform 331">
              <a:extLst>
                <a:ext uri="{FF2B5EF4-FFF2-40B4-BE49-F238E27FC236}">
                  <a16:creationId xmlns:a16="http://schemas.microsoft.com/office/drawing/2014/main" id="{42098D51-1FE1-429D-8493-62EF3E631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951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397 h 3"/>
                <a:gd name="T4" fmla="*/ 397 w 3"/>
                <a:gd name="T5" fmla="*/ 661 h 3"/>
                <a:gd name="T6" fmla="*/ 661 w 3"/>
                <a:gd name="T7" fmla="*/ 661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2" name="Freeform 332">
              <a:extLst>
                <a:ext uri="{FF2B5EF4-FFF2-40B4-BE49-F238E27FC236}">
                  <a16:creationId xmlns:a16="http://schemas.microsoft.com/office/drawing/2014/main" id="{2F1E0F5D-802A-4ED1-AB1F-DDBF68FE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964"/>
              <a:ext cx="20" cy="19"/>
            </a:xfrm>
            <a:custGeom>
              <a:avLst/>
              <a:gdLst>
                <a:gd name="T0" fmla="*/ 1488 w 8"/>
                <a:gd name="T1" fmla="*/ 442 h 7"/>
                <a:gd name="T2" fmla="*/ 520 w 8"/>
                <a:gd name="T3" fmla="*/ 442 h 7"/>
                <a:gd name="T4" fmla="*/ 520 w 8"/>
                <a:gd name="T5" fmla="*/ 2342 h 7"/>
                <a:gd name="T6" fmla="*/ 1488 w 8"/>
                <a:gd name="T7" fmla="*/ 2342 h 7"/>
                <a:gd name="T8" fmla="*/ 1488 w 8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2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8" y="5"/>
                    <a:pt x="8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73" name="Freeform 333">
              <a:extLst>
                <a:ext uri="{FF2B5EF4-FFF2-40B4-BE49-F238E27FC236}">
                  <a16:creationId xmlns:a16="http://schemas.microsoft.com/office/drawing/2014/main" id="{5658DE2C-0A84-4524-AC56-1508A6B39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967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4" name="Freeform 334">
              <a:extLst>
                <a:ext uri="{FF2B5EF4-FFF2-40B4-BE49-F238E27FC236}">
                  <a16:creationId xmlns:a16="http://schemas.microsoft.com/office/drawing/2014/main" id="{10748780-75A4-4676-BF17-C6DC044A2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980"/>
              <a:ext cx="17" cy="21"/>
            </a:xfrm>
            <a:custGeom>
              <a:avLst/>
              <a:gdLst>
                <a:gd name="T0" fmla="*/ 1243 w 7"/>
                <a:gd name="T1" fmla="*/ 614 h 8"/>
                <a:gd name="T2" fmla="*/ 170 w 7"/>
                <a:gd name="T3" fmla="*/ 614 h 8"/>
                <a:gd name="T4" fmla="*/ 170 w 7"/>
                <a:gd name="T5" fmla="*/ 1992 h 8"/>
                <a:gd name="T6" fmla="*/ 1243 w 7"/>
                <a:gd name="T7" fmla="*/ 1992 h 8"/>
                <a:gd name="T8" fmla="*/ 1243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8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75" name="Freeform 335">
              <a:extLst>
                <a:ext uri="{FF2B5EF4-FFF2-40B4-BE49-F238E27FC236}">
                  <a16:creationId xmlns:a16="http://schemas.microsoft.com/office/drawing/2014/main" id="{4CD2CA08-CCEB-4F1E-A64F-A9DFE24FD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985"/>
              <a:ext cx="7" cy="6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152 w 3"/>
                <a:gd name="T5" fmla="*/ 1458 h 2"/>
                <a:gd name="T6" fmla="*/ 355 w 3"/>
                <a:gd name="T7" fmla="*/ 1458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6" name="Freeform 336">
              <a:extLst>
                <a:ext uri="{FF2B5EF4-FFF2-40B4-BE49-F238E27FC236}">
                  <a16:creationId xmlns:a16="http://schemas.microsoft.com/office/drawing/2014/main" id="{EEEC8680-E760-4443-91B8-6EE0C4FBB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999"/>
              <a:ext cx="17" cy="18"/>
            </a:xfrm>
            <a:custGeom>
              <a:avLst/>
              <a:gdLst>
                <a:gd name="T0" fmla="*/ 1243 w 7"/>
                <a:gd name="T1" fmla="*/ 357 h 7"/>
                <a:gd name="T2" fmla="*/ 170 w 7"/>
                <a:gd name="T3" fmla="*/ 357 h 7"/>
                <a:gd name="T4" fmla="*/ 170 w 7"/>
                <a:gd name="T5" fmla="*/ 1700 h 7"/>
                <a:gd name="T6" fmla="*/ 1243 w 7"/>
                <a:gd name="T7" fmla="*/ 1700 h 7"/>
                <a:gd name="T8" fmla="*/ 1243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77" name="Freeform 337">
              <a:extLst>
                <a:ext uri="{FF2B5EF4-FFF2-40B4-BE49-F238E27FC236}">
                  <a16:creationId xmlns:a16="http://schemas.microsoft.com/office/drawing/2014/main" id="{740DFBCF-B1BE-4C84-9A29-8B41748EB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001"/>
              <a:ext cx="7" cy="8"/>
            </a:xfrm>
            <a:custGeom>
              <a:avLst/>
              <a:gdLst>
                <a:gd name="T0" fmla="*/ 355 w 3"/>
                <a:gd name="T1" fmla="*/ 397 h 3"/>
                <a:gd name="T2" fmla="*/ 152 w 3"/>
                <a:gd name="T3" fmla="*/ 397 h 3"/>
                <a:gd name="T4" fmla="*/ 152 w 3"/>
                <a:gd name="T5" fmla="*/ 661 h 3"/>
                <a:gd name="T6" fmla="*/ 355 w 3"/>
                <a:gd name="T7" fmla="*/ 661 h 3"/>
                <a:gd name="T8" fmla="*/ 355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8" name="Freeform 338">
              <a:extLst>
                <a:ext uri="{FF2B5EF4-FFF2-40B4-BE49-F238E27FC236}">
                  <a16:creationId xmlns:a16="http://schemas.microsoft.com/office/drawing/2014/main" id="{C9BEFBA0-DB0A-443B-8D23-B69A4F1D7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561"/>
              <a:ext cx="17" cy="19"/>
            </a:xfrm>
            <a:custGeom>
              <a:avLst/>
              <a:gdLst>
                <a:gd name="T0" fmla="*/ 1433 w 7"/>
                <a:gd name="T1" fmla="*/ 1200 h 7"/>
                <a:gd name="T2" fmla="*/ 590 w 7"/>
                <a:gd name="T3" fmla="*/ 0 h 7"/>
                <a:gd name="T4" fmla="*/ 0 w 7"/>
                <a:gd name="T5" fmla="*/ 1620 h 7"/>
                <a:gd name="T6" fmla="*/ 831 w 7"/>
                <a:gd name="T7" fmla="*/ 2342 h 7"/>
                <a:gd name="T8" fmla="*/ 1433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"/>
                    <a:pt x="2" y="7"/>
                    <a:pt x="4" y="6"/>
                  </a:cubicBezTo>
                  <a:cubicBezTo>
                    <a:pt x="6" y="6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79" name="Freeform 339">
              <a:extLst>
                <a:ext uri="{FF2B5EF4-FFF2-40B4-BE49-F238E27FC236}">
                  <a16:creationId xmlns:a16="http://schemas.microsoft.com/office/drawing/2014/main" id="{36F64693-553D-40FD-A899-8B4108DAA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564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313 w 2"/>
                <a:gd name="T3" fmla="*/ 0 h 3"/>
                <a:gd name="T4" fmla="*/ 0 w 2"/>
                <a:gd name="T5" fmla="*/ 661 h 3"/>
                <a:gd name="T6" fmla="*/ 313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3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0" name="Freeform 340">
              <a:extLst>
                <a:ext uri="{FF2B5EF4-FFF2-40B4-BE49-F238E27FC236}">
                  <a16:creationId xmlns:a16="http://schemas.microsoft.com/office/drawing/2014/main" id="{9518DC92-5B69-4714-823E-9C0296F06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572"/>
              <a:ext cx="18" cy="19"/>
            </a:xfrm>
            <a:custGeom>
              <a:avLst/>
              <a:gdLst>
                <a:gd name="T0" fmla="*/ 2003 w 7"/>
                <a:gd name="T1" fmla="*/ 1200 h 7"/>
                <a:gd name="T2" fmla="*/ 918 w 7"/>
                <a:gd name="T3" fmla="*/ 442 h 7"/>
                <a:gd name="T4" fmla="*/ 357 w 7"/>
                <a:gd name="T5" fmla="*/ 1620 h 7"/>
                <a:gd name="T6" fmla="*/ 1137 w 7"/>
                <a:gd name="T7" fmla="*/ 2823 h 7"/>
                <a:gd name="T8" fmla="*/ 2003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2"/>
                    <a:pt x="5" y="0"/>
                    <a:pt x="3" y="1"/>
                  </a:cubicBezTo>
                  <a:cubicBezTo>
                    <a:pt x="2" y="1"/>
                    <a:pt x="0" y="3"/>
                    <a:pt x="1" y="4"/>
                  </a:cubicBezTo>
                  <a:cubicBezTo>
                    <a:pt x="1" y="6"/>
                    <a:pt x="3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81" name="Freeform 341">
              <a:extLst>
                <a:ext uri="{FF2B5EF4-FFF2-40B4-BE49-F238E27FC236}">
                  <a16:creationId xmlns:a16="http://schemas.microsoft.com/office/drawing/2014/main" id="{C45C8B1C-A654-4B1F-982F-C2905CCA4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577"/>
              <a:ext cx="7" cy="6"/>
            </a:xfrm>
            <a:custGeom>
              <a:avLst/>
              <a:gdLst>
                <a:gd name="T0" fmla="*/ 355 w 3"/>
                <a:gd name="T1" fmla="*/ 729 h 2"/>
                <a:gd name="T2" fmla="*/ 152 w 3"/>
                <a:gd name="T3" fmla="*/ 0 h 2"/>
                <a:gd name="T4" fmla="*/ 0 w 3"/>
                <a:gd name="T5" fmla="*/ 729 h 2"/>
                <a:gd name="T6" fmla="*/ 355 w 3"/>
                <a:gd name="T7" fmla="*/ 1458 h 2"/>
                <a:gd name="T8" fmla="*/ 355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3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2" name="Freeform 342">
              <a:extLst>
                <a:ext uri="{FF2B5EF4-FFF2-40B4-BE49-F238E27FC236}">
                  <a16:creationId xmlns:a16="http://schemas.microsoft.com/office/drawing/2014/main" id="{E6219FE8-476D-4503-BAA2-700DAF5CA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585"/>
              <a:ext cx="18" cy="22"/>
            </a:xfrm>
            <a:custGeom>
              <a:avLst/>
              <a:gdLst>
                <a:gd name="T0" fmla="*/ 2003 w 7"/>
                <a:gd name="T1" fmla="*/ 1271 h 8"/>
                <a:gd name="T2" fmla="*/ 918 w 7"/>
                <a:gd name="T3" fmla="*/ 462 h 8"/>
                <a:gd name="T4" fmla="*/ 357 w 7"/>
                <a:gd name="T5" fmla="*/ 2225 h 8"/>
                <a:gd name="T6" fmla="*/ 1448 w 7"/>
                <a:gd name="T7" fmla="*/ 2973 h 8"/>
                <a:gd name="T8" fmla="*/ 2003 w 7"/>
                <a:gd name="T9" fmla="*/ 127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3"/>
                  </a:moveTo>
                  <a:cubicBezTo>
                    <a:pt x="6" y="1"/>
                    <a:pt x="4" y="0"/>
                    <a:pt x="3" y="1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1" y="7"/>
                    <a:pt x="3" y="8"/>
                    <a:pt x="5" y="7"/>
                  </a:cubicBezTo>
                  <a:cubicBezTo>
                    <a:pt x="6" y="7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83" name="Freeform 343">
              <a:extLst>
                <a:ext uri="{FF2B5EF4-FFF2-40B4-BE49-F238E27FC236}">
                  <a16:creationId xmlns:a16="http://schemas.microsoft.com/office/drawing/2014/main" id="{A0589169-F8C0-401F-8387-BF107EC18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591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313 w 2"/>
                <a:gd name="T3" fmla="*/ 0 h 3"/>
                <a:gd name="T4" fmla="*/ 0 w 2"/>
                <a:gd name="T5" fmla="*/ 661 h 3"/>
                <a:gd name="T6" fmla="*/ 313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3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4" name="Freeform 344">
              <a:extLst>
                <a:ext uri="{FF2B5EF4-FFF2-40B4-BE49-F238E27FC236}">
                  <a16:creationId xmlns:a16="http://schemas.microsoft.com/office/drawing/2014/main" id="{7B734257-D706-4EB2-B169-0140243C2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599"/>
              <a:ext cx="18" cy="21"/>
            </a:xfrm>
            <a:custGeom>
              <a:avLst/>
              <a:gdLst>
                <a:gd name="T0" fmla="*/ 1700 w 7"/>
                <a:gd name="T1" fmla="*/ 992 h 8"/>
                <a:gd name="T2" fmla="*/ 563 w 7"/>
                <a:gd name="T3" fmla="*/ 378 h 8"/>
                <a:gd name="T4" fmla="*/ 0 w 7"/>
                <a:gd name="T5" fmla="*/ 1612 h 8"/>
                <a:gd name="T6" fmla="*/ 1137 w 7"/>
                <a:gd name="T7" fmla="*/ 2226 h 8"/>
                <a:gd name="T8" fmla="*/ 1700 w 7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1" y="7"/>
                    <a:pt x="3" y="8"/>
                    <a:pt x="4" y="7"/>
                  </a:cubicBezTo>
                  <a:cubicBezTo>
                    <a:pt x="6" y="6"/>
                    <a:pt x="7" y="5"/>
                    <a:pt x="6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85" name="Freeform 345">
              <a:extLst>
                <a:ext uri="{FF2B5EF4-FFF2-40B4-BE49-F238E27FC236}">
                  <a16:creationId xmlns:a16="http://schemas.microsoft.com/office/drawing/2014/main" id="{DCC6299B-3AEC-491A-B9D2-14C80ACCB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604"/>
              <a:ext cx="8" cy="5"/>
            </a:xfrm>
            <a:custGeom>
              <a:avLst/>
              <a:gdLst>
                <a:gd name="T0" fmla="*/ 1059 w 3"/>
                <a:gd name="T1" fmla="*/ 313 h 2"/>
                <a:gd name="T2" fmla="*/ 397 w 3"/>
                <a:gd name="T3" fmla="*/ 0 h 2"/>
                <a:gd name="T4" fmla="*/ 397 w 3"/>
                <a:gd name="T5" fmla="*/ 520 h 2"/>
                <a:gd name="T6" fmla="*/ 661 w 3"/>
                <a:gd name="T7" fmla="*/ 520 h 2"/>
                <a:gd name="T8" fmla="*/ 1059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6" name="Freeform 346">
              <a:extLst>
                <a:ext uri="{FF2B5EF4-FFF2-40B4-BE49-F238E27FC236}">
                  <a16:creationId xmlns:a16="http://schemas.microsoft.com/office/drawing/2014/main" id="{268977E5-E033-44A3-8271-BCE0356DA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612"/>
              <a:ext cx="18" cy="21"/>
            </a:xfrm>
            <a:custGeom>
              <a:avLst/>
              <a:gdLst>
                <a:gd name="T0" fmla="*/ 1700 w 7"/>
                <a:gd name="T1" fmla="*/ 992 h 8"/>
                <a:gd name="T2" fmla="*/ 563 w 7"/>
                <a:gd name="T3" fmla="*/ 378 h 8"/>
                <a:gd name="T4" fmla="*/ 0 w 7"/>
                <a:gd name="T5" fmla="*/ 1612 h 8"/>
                <a:gd name="T6" fmla="*/ 1137 w 7"/>
                <a:gd name="T7" fmla="*/ 2226 h 8"/>
                <a:gd name="T8" fmla="*/ 1700 w 7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1" y="7"/>
                    <a:pt x="3" y="8"/>
                    <a:pt x="4" y="7"/>
                  </a:cubicBezTo>
                  <a:cubicBezTo>
                    <a:pt x="6" y="7"/>
                    <a:pt x="7" y="5"/>
                    <a:pt x="6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87" name="Freeform 347">
              <a:extLst>
                <a:ext uri="{FF2B5EF4-FFF2-40B4-BE49-F238E27FC236}">
                  <a16:creationId xmlns:a16="http://schemas.microsoft.com/office/drawing/2014/main" id="{882F49A0-EF31-4124-B191-954829F46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617"/>
              <a:ext cx="5" cy="6"/>
            </a:xfrm>
            <a:custGeom>
              <a:avLst/>
              <a:gdLst>
                <a:gd name="T0" fmla="*/ 520 w 2"/>
                <a:gd name="T1" fmla="*/ 729 h 2"/>
                <a:gd name="T2" fmla="*/ 0 w 2"/>
                <a:gd name="T3" fmla="*/ 0 h 2"/>
                <a:gd name="T4" fmla="*/ 0 w 2"/>
                <a:gd name="T5" fmla="*/ 1458 h 2"/>
                <a:gd name="T6" fmla="*/ 313 w 2"/>
                <a:gd name="T7" fmla="*/ 1458 h 2"/>
                <a:gd name="T8" fmla="*/ 52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8" name="Freeform 348">
              <a:extLst>
                <a:ext uri="{FF2B5EF4-FFF2-40B4-BE49-F238E27FC236}">
                  <a16:creationId xmlns:a16="http://schemas.microsoft.com/office/drawing/2014/main" id="{86EA0CC1-6A69-4FC9-BEEC-1315FB270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628"/>
              <a:ext cx="18" cy="19"/>
            </a:xfrm>
            <a:custGeom>
              <a:avLst/>
              <a:gdLst>
                <a:gd name="T0" fmla="*/ 1700 w 7"/>
                <a:gd name="T1" fmla="*/ 760 h 7"/>
                <a:gd name="T2" fmla="*/ 563 w 7"/>
                <a:gd name="T3" fmla="*/ 0 h 7"/>
                <a:gd name="T4" fmla="*/ 0 w 7"/>
                <a:gd name="T5" fmla="*/ 1620 h 7"/>
                <a:gd name="T6" fmla="*/ 1137 w 7"/>
                <a:gd name="T7" fmla="*/ 2342 h 7"/>
                <a:gd name="T8" fmla="*/ 1700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6" y="1"/>
                    <a:pt x="4" y="0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3" y="7"/>
                    <a:pt x="4" y="6"/>
                  </a:cubicBezTo>
                  <a:cubicBezTo>
                    <a:pt x="6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89" name="Freeform 349">
              <a:extLst>
                <a:ext uri="{FF2B5EF4-FFF2-40B4-BE49-F238E27FC236}">
                  <a16:creationId xmlns:a16="http://schemas.microsoft.com/office/drawing/2014/main" id="{B2562DB5-40B4-46F2-8072-16938737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631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0 h 3"/>
                <a:gd name="T4" fmla="*/ 0 w 2"/>
                <a:gd name="T5" fmla="*/ 661 h 3"/>
                <a:gd name="T6" fmla="*/ 313 w 2"/>
                <a:gd name="T7" fmla="*/ 1059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0" name="Freeform 350">
              <a:extLst>
                <a:ext uri="{FF2B5EF4-FFF2-40B4-BE49-F238E27FC236}">
                  <a16:creationId xmlns:a16="http://schemas.microsoft.com/office/drawing/2014/main" id="{343528ED-8D7B-4453-BE99-C755226E8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641"/>
              <a:ext cx="18" cy="19"/>
            </a:xfrm>
            <a:custGeom>
              <a:avLst/>
              <a:gdLst>
                <a:gd name="T0" fmla="*/ 2003 w 7"/>
                <a:gd name="T1" fmla="*/ 1200 h 7"/>
                <a:gd name="T2" fmla="*/ 918 w 7"/>
                <a:gd name="T3" fmla="*/ 442 h 7"/>
                <a:gd name="T4" fmla="*/ 357 w 7"/>
                <a:gd name="T5" fmla="*/ 2063 h 7"/>
                <a:gd name="T6" fmla="*/ 1448 w 7"/>
                <a:gd name="T7" fmla="*/ 2823 h 7"/>
                <a:gd name="T8" fmla="*/ 2003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1"/>
                    <a:pt x="4" y="0"/>
                    <a:pt x="3" y="1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1" y="6"/>
                    <a:pt x="3" y="7"/>
                    <a:pt x="5" y="7"/>
                  </a:cubicBezTo>
                  <a:cubicBezTo>
                    <a:pt x="6" y="6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91" name="Freeform 351">
              <a:extLst>
                <a:ext uri="{FF2B5EF4-FFF2-40B4-BE49-F238E27FC236}">
                  <a16:creationId xmlns:a16="http://schemas.microsoft.com/office/drawing/2014/main" id="{6FE14B4D-1F54-49B5-9480-82E8D627C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647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313 w 2"/>
                <a:gd name="T3" fmla="*/ 0 h 2"/>
                <a:gd name="T4" fmla="*/ 0 w 2"/>
                <a:gd name="T5" fmla="*/ 313 h 2"/>
                <a:gd name="T6" fmla="*/ 313 w 2"/>
                <a:gd name="T7" fmla="*/ 52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2" name="Freeform 352">
              <a:extLst>
                <a:ext uri="{FF2B5EF4-FFF2-40B4-BE49-F238E27FC236}">
                  <a16:creationId xmlns:a16="http://schemas.microsoft.com/office/drawing/2014/main" id="{D0FC369F-5B85-4333-A574-23339CE3B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657"/>
              <a:ext cx="20" cy="19"/>
            </a:xfrm>
            <a:custGeom>
              <a:avLst/>
              <a:gdLst>
                <a:gd name="T0" fmla="*/ 1770 w 8"/>
                <a:gd name="T1" fmla="*/ 760 h 7"/>
                <a:gd name="T2" fmla="*/ 783 w 8"/>
                <a:gd name="T3" fmla="*/ 0 h 7"/>
                <a:gd name="T4" fmla="*/ 313 w 8"/>
                <a:gd name="T5" fmla="*/ 1620 h 7"/>
                <a:gd name="T6" fmla="*/ 1300 w 8"/>
                <a:gd name="T7" fmla="*/ 2342 h 7"/>
                <a:gd name="T8" fmla="*/ 1770 w 8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7" y="1"/>
                    <a:pt x="5" y="0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2" y="6"/>
                    <a:pt x="3" y="7"/>
                    <a:pt x="5" y="6"/>
                  </a:cubicBezTo>
                  <a:cubicBezTo>
                    <a:pt x="7" y="6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93" name="Freeform 353">
              <a:extLst>
                <a:ext uri="{FF2B5EF4-FFF2-40B4-BE49-F238E27FC236}">
                  <a16:creationId xmlns:a16="http://schemas.microsoft.com/office/drawing/2014/main" id="{E4C7B413-DDA3-4C0B-96FF-E5C463706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660"/>
              <a:ext cx="7" cy="8"/>
            </a:xfrm>
            <a:custGeom>
              <a:avLst/>
              <a:gdLst>
                <a:gd name="T0" fmla="*/ 355 w 3"/>
                <a:gd name="T1" fmla="*/ 397 h 3"/>
                <a:gd name="T2" fmla="*/ 152 w 3"/>
                <a:gd name="T3" fmla="*/ 397 h 3"/>
                <a:gd name="T4" fmla="*/ 0 w 3"/>
                <a:gd name="T5" fmla="*/ 661 h 3"/>
                <a:gd name="T6" fmla="*/ 355 w 3"/>
                <a:gd name="T7" fmla="*/ 1059 h 3"/>
                <a:gd name="T8" fmla="*/ 355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2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4" name="Freeform 354">
              <a:extLst>
                <a:ext uri="{FF2B5EF4-FFF2-40B4-BE49-F238E27FC236}">
                  <a16:creationId xmlns:a16="http://schemas.microsoft.com/office/drawing/2014/main" id="{BC5FBF26-AF6F-430E-BF1F-F4237B49D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671"/>
              <a:ext cx="17" cy="21"/>
            </a:xfrm>
            <a:custGeom>
              <a:avLst/>
              <a:gdLst>
                <a:gd name="T0" fmla="*/ 1433 w 7"/>
                <a:gd name="T1" fmla="*/ 992 h 8"/>
                <a:gd name="T2" fmla="*/ 413 w 7"/>
                <a:gd name="T3" fmla="*/ 378 h 8"/>
                <a:gd name="T4" fmla="*/ 170 w 7"/>
                <a:gd name="T5" fmla="*/ 1612 h 8"/>
                <a:gd name="T6" fmla="*/ 1003 w 7"/>
                <a:gd name="T7" fmla="*/ 2226 h 8"/>
                <a:gd name="T8" fmla="*/ 1433 w 7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3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3" y="8"/>
                    <a:pt x="5" y="7"/>
                  </a:cubicBezTo>
                  <a:cubicBezTo>
                    <a:pt x="7" y="6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95" name="Freeform 355">
              <a:extLst>
                <a:ext uri="{FF2B5EF4-FFF2-40B4-BE49-F238E27FC236}">
                  <a16:creationId xmlns:a16="http://schemas.microsoft.com/office/drawing/2014/main" id="{8C6C4088-8AF5-488F-843C-F0CC9F0CD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676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0 h 3"/>
                <a:gd name="T4" fmla="*/ 0 w 2"/>
                <a:gd name="T5" fmla="*/ 661 h 3"/>
                <a:gd name="T6" fmla="*/ 313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6" name="Freeform 356">
              <a:extLst>
                <a:ext uri="{FF2B5EF4-FFF2-40B4-BE49-F238E27FC236}">
                  <a16:creationId xmlns:a16="http://schemas.microsoft.com/office/drawing/2014/main" id="{08B4CB58-3379-4C44-B6D8-8536157A3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687"/>
              <a:ext cx="20" cy="18"/>
            </a:xfrm>
            <a:custGeom>
              <a:avLst/>
              <a:gdLst>
                <a:gd name="T0" fmla="*/ 1770 w 8"/>
                <a:gd name="T1" fmla="*/ 563 h 7"/>
                <a:gd name="T2" fmla="*/ 783 w 8"/>
                <a:gd name="T3" fmla="*/ 357 h 7"/>
                <a:gd name="T4" fmla="*/ 313 w 8"/>
                <a:gd name="T5" fmla="*/ 1448 h 7"/>
                <a:gd name="T6" fmla="*/ 1300 w 8"/>
                <a:gd name="T7" fmla="*/ 1700 h 7"/>
                <a:gd name="T8" fmla="*/ 1770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6" y="1"/>
                    <a:pt x="4" y="0"/>
                    <a:pt x="3" y="1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6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97" name="Freeform 357">
              <a:extLst>
                <a:ext uri="{FF2B5EF4-FFF2-40B4-BE49-F238E27FC236}">
                  <a16:creationId xmlns:a16="http://schemas.microsoft.com/office/drawing/2014/main" id="{B3FA45D8-35D0-400E-BC61-EF6BF13CF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692"/>
              <a:ext cx="8" cy="5"/>
            </a:xfrm>
            <a:custGeom>
              <a:avLst/>
              <a:gdLst>
                <a:gd name="T0" fmla="*/ 661 w 3"/>
                <a:gd name="T1" fmla="*/ 0 h 2"/>
                <a:gd name="T2" fmla="*/ 397 w 3"/>
                <a:gd name="T3" fmla="*/ 0 h 2"/>
                <a:gd name="T4" fmla="*/ 0 w 3"/>
                <a:gd name="T5" fmla="*/ 313 h 2"/>
                <a:gd name="T6" fmla="*/ 661 w 3"/>
                <a:gd name="T7" fmla="*/ 520 h 2"/>
                <a:gd name="T8" fmla="*/ 661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8" name="Freeform 358">
              <a:extLst>
                <a:ext uri="{FF2B5EF4-FFF2-40B4-BE49-F238E27FC236}">
                  <a16:creationId xmlns:a16="http://schemas.microsoft.com/office/drawing/2014/main" id="{E174E205-625D-4029-BF39-0E6B52ABD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700"/>
              <a:ext cx="20" cy="21"/>
            </a:xfrm>
            <a:custGeom>
              <a:avLst/>
              <a:gdLst>
                <a:gd name="T0" fmla="*/ 1770 w 8"/>
                <a:gd name="T1" fmla="*/ 992 h 8"/>
                <a:gd name="T2" fmla="*/ 783 w 8"/>
                <a:gd name="T3" fmla="*/ 378 h 8"/>
                <a:gd name="T4" fmla="*/ 313 w 8"/>
                <a:gd name="T5" fmla="*/ 1992 h 8"/>
                <a:gd name="T6" fmla="*/ 1300 w 8"/>
                <a:gd name="T7" fmla="*/ 2226 h 8"/>
                <a:gd name="T8" fmla="*/ 1770 w 8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6" y="1"/>
                    <a:pt x="4" y="0"/>
                    <a:pt x="3" y="1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8" y="4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99" name="Freeform 359">
              <a:extLst>
                <a:ext uri="{FF2B5EF4-FFF2-40B4-BE49-F238E27FC236}">
                  <a16:creationId xmlns:a16="http://schemas.microsoft.com/office/drawing/2014/main" id="{515ED90D-059A-4BE1-B360-3963B5A16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705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313 w 2"/>
                <a:gd name="T3" fmla="*/ 0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0" name="Freeform 360">
              <a:extLst>
                <a:ext uri="{FF2B5EF4-FFF2-40B4-BE49-F238E27FC236}">
                  <a16:creationId xmlns:a16="http://schemas.microsoft.com/office/drawing/2014/main" id="{B2206F51-A508-436E-BF5F-3D02C41A2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716"/>
              <a:ext cx="17" cy="21"/>
            </a:xfrm>
            <a:custGeom>
              <a:avLst/>
              <a:gdLst>
                <a:gd name="T0" fmla="*/ 1433 w 7"/>
                <a:gd name="T1" fmla="*/ 992 h 8"/>
                <a:gd name="T2" fmla="*/ 413 w 7"/>
                <a:gd name="T3" fmla="*/ 378 h 8"/>
                <a:gd name="T4" fmla="*/ 170 w 7"/>
                <a:gd name="T5" fmla="*/ 1612 h 8"/>
                <a:gd name="T6" fmla="*/ 1003 w 7"/>
                <a:gd name="T7" fmla="*/ 2226 h 8"/>
                <a:gd name="T8" fmla="*/ 1433 w 7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3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01" name="Freeform 361">
              <a:extLst>
                <a:ext uri="{FF2B5EF4-FFF2-40B4-BE49-F238E27FC236}">
                  <a16:creationId xmlns:a16="http://schemas.microsoft.com/office/drawing/2014/main" id="{C9064F01-4CC1-4367-A67B-285C7B853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721"/>
              <a:ext cx="5" cy="6"/>
            </a:xfrm>
            <a:custGeom>
              <a:avLst/>
              <a:gdLst>
                <a:gd name="T0" fmla="*/ 520 w 2"/>
                <a:gd name="T1" fmla="*/ 729 h 2"/>
                <a:gd name="T2" fmla="*/ 313 w 2"/>
                <a:gd name="T3" fmla="*/ 0 h 2"/>
                <a:gd name="T4" fmla="*/ 0 w 2"/>
                <a:gd name="T5" fmla="*/ 1458 h 2"/>
                <a:gd name="T6" fmla="*/ 313 w 2"/>
                <a:gd name="T7" fmla="*/ 1458 h 2"/>
                <a:gd name="T8" fmla="*/ 52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2" name="Freeform 362">
              <a:extLst>
                <a:ext uri="{FF2B5EF4-FFF2-40B4-BE49-F238E27FC236}">
                  <a16:creationId xmlns:a16="http://schemas.microsoft.com/office/drawing/2014/main" id="{8DF28998-7594-4B3F-83CA-0B217F6D7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732"/>
              <a:ext cx="18" cy="21"/>
            </a:xfrm>
            <a:custGeom>
              <a:avLst/>
              <a:gdLst>
                <a:gd name="T0" fmla="*/ 2003 w 7"/>
                <a:gd name="T1" fmla="*/ 614 h 8"/>
                <a:gd name="T2" fmla="*/ 563 w 7"/>
                <a:gd name="T3" fmla="*/ 378 h 8"/>
                <a:gd name="T4" fmla="*/ 357 w 7"/>
                <a:gd name="T5" fmla="*/ 1612 h 8"/>
                <a:gd name="T6" fmla="*/ 1448 w 7"/>
                <a:gd name="T7" fmla="*/ 2226 h 8"/>
                <a:gd name="T8" fmla="*/ 2003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2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7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03" name="Freeform 363">
              <a:extLst>
                <a:ext uri="{FF2B5EF4-FFF2-40B4-BE49-F238E27FC236}">
                  <a16:creationId xmlns:a16="http://schemas.microsoft.com/office/drawing/2014/main" id="{176169BC-9DF3-42B5-8748-BFC1256EE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737"/>
              <a:ext cx="5" cy="6"/>
            </a:xfrm>
            <a:custGeom>
              <a:avLst/>
              <a:gdLst>
                <a:gd name="T0" fmla="*/ 520 w 2"/>
                <a:gd name="T1" fmla="*/ 729 h 2"/>
                <a:gd name="T2" fmla="*/ 313 w 2"/>
                <a:gd name="T3" fmla="*/ 0 h 2"/>
                <a:gd name="T4" fmla="*/ 0 w 2"/>
                <a:gd name="T5" fmla="*/ 1458 h 2"/>
                <a:gd name="T6" fmla="*/ 520 w 2"/>
                <a:gd name="T7" fmla="*/ 1458 h 2"/>
                <a:gd name="T8" fmla="*/ 52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4" name="Freeform 364">
              <a:extLst>
                <a:ext uri="{FF2B5EF4-FFF2-40B4-BE49-F238E27FC236}">
                  <a16:creationId xmlns:a16="http://schemas.microsoft.com/office/drawing/2014/main" id="{EE5DF054-1526-4CD6-845F-91722E1DD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748"/>
              <a:ext cx="20" cy="19"/>
            </a:xfrm>
            <a:custGeom>
              <a:avLst/>
              <a:gdLst>
                <a:gd name="T0" fmla="*/ 1770 w 8"/>
                <a:gd name="T1" fmla="*/ 1200 h 7"/>
                <a:gd name="T2" fmla="*/ 783 w 8"/>
                <a:gd name="T3" fmla="*/ 442 h 7"/>
                <a:gd name="T4" fmla="*/ 313 w 8"/>
                <a:gd name="T5" fmla="*/ 2063 h 7"/>
                <a:gd name="T6" fmla="*/ 1300 w 8"/>
                <a:gd name="T7" fmla="*/ 2823 h 7"/>
                <a:gd name="T8" fmla="*/ 1770 w 8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3"/>
                  </a:moveTo>
                  <a:cubicBezTo>
                    <a:pt x="6" y="1"/>
                    <a:pt x="4" y="0"/>
                    <a:pt x="3" y="1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2" y="7"/>
                    <a:pt x="4" y="7"/>
                    <a:pt x="5" y="7"/>
                  </a:cubicBezTo>
                  <a:cubicBezTo>
                    <a:pt x="7" y="6"/>
                    <a:pt x="8" y="4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05" name="Freeform 365">
              <a:extLst>
                <a:ext uri="{FF2B5EF4-FFF2-40B4-BE49-F238E27FC236}">
                  <a16:creationId xmlns:a16="http://schemas.microsoft.com/office/drawing/2014/main" id="{B41906C1-76E3-46B9-9751-618C44A74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753"/>
              <a:ext cx="8" cy="6"/>
            </a:xfrm>
            <a:custGeom>
              <a:avLst/>
              <a:gdLst>
                <a:gd name="T0" fmla="*/ 661 w 3"/>
                <a:gd name="T1" fmla="*/ 729 h 2"/>
                <a:gd name="T2" fmla="*/ 397 w 3"/>
                <a:gd name="T3" fmla="*/ 0 h 2"/>
                <a:gd name="T4" fmla="*/ 0 w 3"/>
                <a:gd name="T5" fmla="*/ 729 h 2"/>
                <a:gd name="T6" fmla="*/ 661 w 3"/>
                <a:gd name="T7" fmla="*/ 1458 h 2"/>
                <a:gd name="T8" fmla="*/ 661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6" name="Freeform 366">
              <a:extLst>
                <a:ext uri="{FF2B5EF4-FFF2-40B4-BE49-F238E27FC236}">
                  <a16:creationId xmlns:a16="http://schemas.microsoft.com/office/drawing/2014/main" id="{82B5CC22-103F-424C-8B66-6F7B44AED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764"/>
              <a:ext cx="17" cy="19"/>
            </a:xfrm>
            <a:custGeom>
              <a:avLst/>
              <a:gdLst>
                <a:gd name="T0" fmla="*/ 1243 w 7"/>
                <a:gd name="T1" fmla="*/ 1200 h 7"/>
                <a:gd name="T2" fmla="*/ 413 w 7"/>
                <a:gd name="T3" fmla="*/ 442 h 7"/>
                <a:gd name="T4" fmla="*/ 0 w 7"/>
                <a:gd name="T5" fmla="*/ 2063 h 7"/>
                <a:gd name="T6" fmla="*/ 1003 w 7"/>
                <a:gd name="T7" fmla="*/ 2823 h 7"/>
                <a:gd name="T8" fmla="*/ 1243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0" y="2"/>
                    <a:pt x="0" y="3"/>
                    <a:pt x="0" y="5"/>
                  </a:cubicBezTo>
                  <a:cubicBezTo>
                    <a:pt x="1" y="7"/>
                    <a:pt x="3" y="7"/>
                    <a:pt x="5" y="7"/>
                  </a:cubicBezTo>
                  <a:cubicBezTo>
                    <a:pt x="6" y="6"/>
                    <a:pt x="7" y="4"/>
                    <a:pt x="6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07" name="Freeform 367">
              <a:extLst>
                <a:ext uri="{FF2B5EF4-FFF2-40B4-BE49-F238E27FC236}">
                  <a16:creationId xmlns:a16="http://schemas.microsoft.com/office/drawing/2014/main" id="{C27430B4-08E6-41B8-B46F-94A9C146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769"/>
              <a:ext cx="7" cy="6"/>
            </a:xfrm>
            <a:custGeom>
              <a:avLst/>
              <a:gdLst>
                <a:gd name="T0" fmla="*/ 469 w 3"/>
                <a:gd name="T1" fmla="*/ 729 h 2"/>
                <a:gd name="T2" fmla="*/ 152 w 3"/>
                <a:gd name="T3" fmla="*/ 0 h 2"/>
                <a:gd name="T4" fmla="*/ 152 w 3"/>
                <a:gd name="T5" fmla="*/ 729 h 2"/>
                <a:gd name="T6" fmla="*/ 355 w 3"/>
                <a:gd name="T7" fmla="*/ 1458 h 2"/>
                <a:gd name="T8" fmla="*/ 469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8" name="Freeform 368">
              <a:extLst>
                <a:ext uri="{FF2B5EF4-FFF2-40B4-BE49-F238E27FC236}">
                  <a16:creationId xmlns:a16="http://schemas.microsoft.com/office/drawing/2014/main" id="{E8E83D97-2959-4590-B136-B2965C557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780"/>
              <a:ext cx="18" cy="21"/>
            </a:xfrm>
            <a:custGeom>
              <a:avLst/>
              <a:gdLst>
                <a:gd name="T0" fmla="*/ 1700 w 7"/>
                <a:gd name="T1" fmla="*/ 614 h 8"/>
                <a:gd name="T2" fmla="*/ 563 w 7"/>
                <a:gd name="T3" fmla="*/ 378 h 8"/>
                <a:gd name="T4" fmla="*/ 357 w 7"/>
                <a:gd name="T5" fmla="*/ 1992 h 8"/>
                <a:gd name="T6" fmla="*/ 1448 w 7"/>
                <a:gd name="T7" fmla="*/ 2226 h 8"/>
                <a:gd name="T8" fmla="*/ 170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09" name="Freeform 369">
              <a:extLst>
                <a:ext uri="{FF2B5EF4-FFF2-40B4-BE49-F238E27FC236}">
                  <a16:creationId xmlns:a16="http://schemas.microsoft.com/office/drawing/2014/main" id="{6FCDF01D-3C08-43FF-B15E-07CE89E04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785"/>
              <a:ext cx="5" cy="6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1458 h 2"/>
                <a:gd name="T6" fmla="*/ 313 w 2"/>
                <a:gd name="T7" fmla="*/ 1458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0" name="Freeform 370">
              <a:extLst>
                <a:ext uri="{FF2B5EF4-FFF2-40B4-BE49-F238E27FC236}">
                  <a16:creationId xmlns:a16="http://schemas.microsoft.com/office/drawing/2014/main" id="{3990CBFF-4AFC-4A5C-9E5E-16AB3FA3E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796"/>
              <a:ext cx="20" cy="21"/>
            </a:xfrm>
            <a:custGeom>
              <a:avLst/>
              <a:gdLst>
                <a:gd name="T0" fmla="*/ 1770 w 8"/>
                <a:gd name="T1" fmla="*/ 614 h 8"/>
                <a:gd name="T2" fmla="*/ 520 w 8"/>
                <a:gd name="T3" fmla="*/ 378 h 8"/>
                <a:gd name="T4" fmla="*/ 313 w 8"/>
                <a:gd name="T5" fmla="*/ 1992 h 8"/>
                <a:gd name="T6" fmla="*/ 1488 w 8"/>
                <a:gd name="T7" fmla="*/ 2226 h 8"/>
                <a:gd name="T8" fmla="*/ 1770 w 8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2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2" y="7"/>
                    <a:pt x="4" y="8"/>
                    <a:pt x="6" y="7"/>
                  </a:cubicBezTo>
                  <a:cubicBezTo>
                    <a:pt x="7" y="6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11" name="Freeform 371">
              <a:extLst>
                <a:ext uri="{FF2B5EF4-FFF2-40B4-BE49-F238E27FC236}">
                  <a16:creationId xmlns:a16="http://schemas.microsoft.com/office/drawing/2014/main" id="{FC8037DD-05F2-4375-AAAB-A60B28405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801"/>
              <a:ext cx="5" cy="6"/>
            </a:xfrm>
            <a:custGeom>
              <a:avLst/>
              <a:gdLst>
                <a:gd name="T0" fmla="*/ 520 w 2"/>
                <a:gd name="T1" fmla="*/ 729 h 2"/>
                <a:gd name="T2" fmla="*/ 0 w 2"/>
                <a:gd name="T3" fmla="*/ 0 h 2"/>
                <a:gd name="T4" fmla="*/ 0 w 2"/>
                <a:gd name="T5" fmla="*/ 1458 h 2"/>
                <a:gd name="T6" fmla="*/ 520 w 2"/>
                <a:gd name="T7" fmla="*/ 1458 h 2"/>
                <a:gd name="T8" fmla="*/ 52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2" name="Freeform 372">
              <a:extLst>
                <a:ext uri="{FF2B5EF4-FFF2-40B4-BE49-F238E27FC236}">
                  <a16:creationId xmlns:a16="http://schemas.microsoft.com/office/drawing/2014/main" id="{124BD58B-ABD0-4CE3-91B2-7AEE0B8A0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812"/>
              <a:ext cx="17" cy="19"/>
            </a:xfrm>
            <a:custGeom>
              <a:avLst/>
              <a:gdLst>
                <a:gd name="T0" fmla="*/ 1243 w 7"/>
                <a:gd name="T1" fmla="*/ 760 h 7"/>
                <a:gd name="T2" fmla="*/ 413 w 7"/>
                <a:gd name="T3" fmla="*/ 442 h 7"/>
                <a:gd name="T4" fmla="*/ 170 w 7"/>
                <a:gd name="T5" fmla="*/ 2063 h 7"/>
                <a:gd name="T6" fmla="*/ 1003 w 7"/>
                <a:gd name="T7" fmla="*/ 2823 h 7"/>
                <a:gd name="T8" fmla="*/ 124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3" y="7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13" name="Freeform 373">
              <a:extLst>
                <a:ext uri="{FF2B5EF4-FFF2-40B4-BE49-F238E27FC236}">
                  <a16:creationId xmlns:a16="http://schemas.microsoft.com/office/drawing/2014/main" id="{974E3898-B251-4117-9883-43821C6B2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817"/>
              <a:ext cx="7" cy="6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152 w 3"/>
                <a:gd name="T5" fmla="*/ 1458 h 2"/>
                <a:gd name="T6" fmla="*/ 355 w 3"/>
                <a:gd name="T7" fmla="*/ 1458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4" name="Freeform 374">
              <a:extLst>
                <a:ext uri="{FF2B5EF4-FFF2-40B4-BE49-F238E27FC236}">
                  <a16:creationId xmlns:a16="http://schemas.microsoft.com/office/drawing/2014/main" id="{95B7FD9D-BA66-4725-B685-A839D79F0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828"/>
              <a:ext cx="18" cy="21"/>
            </a:xfrm>
            <a:custGeom>
              <a:avLst/>
              <a:gdLst>
                <a:gd name="T0" fmla="*/ 1700 w 7"/>
                <a:gd name="T1" fmla="*/ 614 h 8"/>
                <a:gd name="T2" fmla="*/ 563 w 7"/>
                <a:gd name="T3" fmla="*/ 378 h 8"/>
                <a:gd name="T4" fmla="*/ 357 w 7"/>
                <a:gd name="T5" fmla="*/ 1992 h 8"/>
                <a:gd name="T6" fmla="*/ 1448 w 7"/>
                <a:gd name="T7" fmla="*/ 2226 h 8"/>
                <a:gd name="T8" fmla="*/ 170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15" name="Freeform 375">
              <a:extLst>
                <a:ext uri="{FF2B5EF4-FFF2-40B4-BE49-F238E27FC236}">
                  <a16:creationId xmlns:a16="http://schemas.microsoft.com/office/drawing/2014/main" id="{1DDB5B79-E479-41DF-9EAD-B81263B4A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833"/>
              <a:ext cx="5" cy="6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1458 h 2"/>
                <a:gd name="T6" fmla="*/ 520 w 2"/>
                <a:gd name="T7" fmla="*/ 1458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6" name="Freeform 376">
              <a:extLst>
                <a:ext uri="{FF2B5EF4-FFF2-40B4-BE49-F238E27FC236}">
                  <a16:creationId xmlns:a16="http://schemas.microsoft.com/office/drawing/2014/main" id="{99626A40-44A5-4C5A-87AD-E6F55F700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844"/>
              <a:ext cx="18" cy="21"/>
            </a:xfrm>
            <a:custGeom>
              <a:avLst/>
              <a:gdLst>
                <a:gd name="T0" fmla="*/ 1700 w 7"/>
                <a:gd name="T1" fmla="*/ 614 h 8"/>
                <a:gd name="T2" fmla="*/ 563 w 7"/>
                <a:gd name="T3" fmla="*/ 378 h 8"/>
                <a:gd name="T4" fmla="*/ 357 w 7"/>
                <a:gd name="T5" fmla="*/ 1992 h 8"/>
                <a:gd name="T6" fmla="*/ 1448 w 7"/>
                <a:gd name="T7" fmla="*/ 2226 h 8"/>
                <a:gd name="T8" fmla="*/ 170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17" name="Freeform 377">
              <a:extLst>
                <a:ext uri="{FF2B5EF4-FFF2-40B4-BE49-F238E27FC236}">
                  <a16:creationId xmlns:a16="http://schemas.microsoft.com/office/drawing/2014/main" id="{AEF434EB-D6F7-4280-9FE8-4496FE0BF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849"/>
              <a:ext cx="8" cy="6"/>
            </a:xfrm>
            <a:custGeom>
              <a:avLst/>
              <a:gdLst>
                <a:gd name="T0" fmla="*/ 1059 w 3"/>
                <a:gd name="T1" fmla="*/ 729 h 2"/>
                <a:gd name="T2" fmla="*/ 397 w 3"/>
                <a:gd name="T3" fmla="*/ 0 h 2"/>
                <a:gd name="T4" fmla="*/ 397 w 3"/>
                <a:gd name="T5" fmla="*/ 1458 h 2"/>
                <a:gd name="T6" fmla="*/ 661 w 3"/>
                <a:gd name="T7" fmla="*/ 1458 h 2"/>
                <a:gd name="T8" fmla="*/ 1059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8" name="Freeform 378">
              <a:extLst>
                <a:ext uri="{FF2B5EF4-FFF2-40B4-BE49-F238E27FC236}">
                  <a16:creationId xmlns:a16="http://schemas.microsoft.com/office/drawing/2014/main" id="{7B1896DA-A0D9-4C99-AEC6-0DB78D5A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863"/>
              <a:ext cx="18" cy="18"/>
            </a:xfrm>
            <a:custGeom>
              <a:avLst/>
              <a:gdLst>
                <a:gd name="T0" fmla="*/ 1700 w 7"/>
                <a:gd name="T1" fmla="*/ 563 h 7"/>
                <a:gd name="T2" fmla="*/ 563 w 7"/>
                <a:gd name="T3" fmla="*/ 357 h 7"/>
                <a:gd name="T4" fmla="*/ 357 w 7"/>
                <a:gd name="T5" fmla="*/ 1448 h 7"/>
                <a:gd name="T6" fmla="*/ 1448 w 7"/>
                <a:gd name="T7" fmla="*/ 1700 h 7"/>
                <a:gd name="T8" fmla="*/ 1700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19" name="Freeform 379">
              <a:extLst>
                <a:ext uri="{FF2B5EF4-FFF2-40B4-BE49-F238E27FC236}">
                  <a16:creationId xmlns:a16="http://schemas.microsoft.com/office/drawing/2014/main" id="{7BBFDDA3-68A9-4267-B337-0F98B93D2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865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397 h 3"/>
                <a:gd name="T4" fmla="*/ 397 w 3"/>
                <a:gd name="T5" fmla="*/ 661 h 3"/>
                <a:gd name="T6" fmla="*/ 661 w 3"/>
                <a:gd name="T7" fmla="*/ 1059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2"/>
                    <a:pt x="3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0" name="Freeform 380">
              <a:extLst>
                <a:ext uri="{FF2B5EF4-FFF2-40B4-BE49-F238E27FC236}">
                  <a16:creationId xmlns:a16="http://schemas.microsoft.com/office/drawing/2014/main" id="{1D84D9C4-DFE0-4B8D-89AB-ACF45703F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879"/>
              <a:ext cx="18" cy="18"/>
            </a:xfrm>
            <a:custGeom>
              <a:avLst/>
              <a:gdLst>
                <a:gd name="T0" fmla="*/ 1700 w 7"/>
                <a:gd name="T1" fmla="*/ 357 h 7"/>
                <a:gd name="T2" fmla="*/ 357 w 7"/>
                <a:gd name="T3" fmla="*/ 357 h 7"/>
                <a:gd name="T4" fmla="*/ 357 w 7"/>
                <a:gd name="T5" fmla="*/ 1700 h 7"/>
                <a:gd name="T6" fmla="*/ 1448 w 7"/>
                <a:gd name="T7" fmla="*/ 1700 h 7"/>
                <a:gd name="T8" fmla="*/ 170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21" name="Freeform 381">
              <a:extLst>
                <a:ext uri="{FF2B5EF4-FFF2-40B4-BE49-F238E27FC236}">
                  <a16:creationId xmlns:a16="http://schemas.microsoft.com/office/drawing/2014/main" id="{C9894CC2-0EBA-4435-8CBB-8B6416218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881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313 w 2"/>
                <a:gd name="T3" fmla="*/ 397 h 3"/>
                <a:gd name="T4" fmla="*/ 0 w 2"/>
                <a:gd name="T5" fmla="*/ 661 h 3"/>
                <a:gd name="T6" fmla="*/ 520 w 2"/>
                <a:gd name="T7" fmla="*/ 1059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2" name="Freeform 382">
              <a:extLst>
                <a:ext uri="{FF2B5EF4-FFF2-40B4-BE49-F238E27FC236}">
                  <a16:creationId xmlns:a16="http://schemas.microsoft.com/office/drawing/2014/main" id="{30E125B6-3EDB-4248-99E3-2ED8347BA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895"/>
              <a:ext cx="20" cy="18"/>
            </a:xfrm>
            <a:custGeom>
              <a:avLst/>
              <a:gdLst>
                <a:gd name="T0" fmla="*/ 1488 w 8"/>
                <a:gd name="T1" fmla="*/ 563 h 7"/>
                <a:gd name="T2" fmla="*/ 520 w 8"/>
                <a:gd name="T3" fmla="*/ 357 h 7"/>
                <a:gd name="T4" fmla="*/ 520 w 8"/>
                <a:gd name="T5" fmla="*/ 1700 h 7"/>
                <a:gd name="T6" fmla="*/ 1488 w 8"/>
                <a:gd name="T7" fmla="*/ 1700 h 7"/>
                <a:gd name="T8" fmla="*/ 1488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2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2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8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23" name="Freeform 383">
              <a:extLst>
                <a:ext uri="{FF2B5EF4-FFF2-40B4-BE49-F238E27FC236}">
                  <a16:creationId xmlns:a16="http://schemas.microsoft.com/office/drawing/2014/main" id="{70FD9FE0-0D76-4192-AECD-743B054B4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900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520 h 2"/>
                <a:gd name="T6" fmla="*/ 520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4" name="Freeform 384">
              <a:extLst>
                <a:ext uri="{FF2B5EF4-FFF2-40B4-BE49-F238E27FC236}">
                  <a16:creationId xmlns:a16="http://schemas.microsoft.com/office/drawing/2014/main" id="{C48395FD-62CD-4D9C-B95F-70F3B5D04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1911"/>
              <a:ext cx="18" cy="21"/>
            </a:xfrm>
            <a:custGeom>
              <a:avLst/>
              <a:gdLst>
                <a:gd name="T0" fmla="*/ 1700 w 7"/>
                <a:gd name="T1" fmla="*/ 614 h 8"/>
                <a:gd name="T2" fmla="*/ 357 w 7"/>
                <a:gd name="T3" fmla="*/ 378 h 8"/>
                <a:gd name="T4" fmla="*/ 357 w 7"/>
                <a:gd name="T5" fmla="*/ 1992 h 8"/>
                <a:gd name="T6" fmla="*/ 1448 w 7"/>
                <a:gd name="T7" fmla="*/ 1992 h 8"/>
                <a:gd name="T8" fmla="*/ 170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8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25" name="Freeform 385">
              <a:extLst>
                <a:ext uri="{FF2B5EF4-FFF2-40B4-BE49-F238E27FC236}">
                  <a16:creationId xmlns:a16="http://schemas.microsoft.com/office/drawing/2014/main" id="{5A7672FA-75E4-4932-9E68-B4FB3ED7F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916"/>
              <a:ext cx="8" cy="5"/>
            </a:xfrm>
            <a:custGeom>
              <a:avLst/>
              <a:gdLst>
                <a:gd name="T0" fmla="*/ 661 w 3"/>
                <a:gd name="T1" fmla="*/ 0 h 2"/>
                <a:gd name="T2" fmla="*/ 397 w 3"/>
                <a:gd name="T3" fmla="*/ 0 h 2"/>
                <a:gd name="T4" fmla="*/ 397 w 3"/>
                <a:gd name="T5" fmla="*/ 520 h 2"/>
                <a:gd name="T6" fmla="*/ 661 w 3"/>
                <a:gd name="T7" fmla="*/ 520 h 2"/>
                <a:gd name="T8" fmla="*/ 661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6" name="Freeform 386">
              <a:extLst>
                <a:ext uri="{FF2B5EF4-FFF2-40B4-BE49-F238E27FC236}">
                  <a16:creationId xmlns:a16="http://schemas.microsoft.com/office/drawing/2014/main" id="{16DD4F35-FE84-496F-92D8-1E2978756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929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563 w 7"/>
                <a:gd name="T3" fmla="*/ 442 h 7"/>
                <a:gd name="T4" fmla="*/ 357 w 7"/>
                <a:gd name="T5" fmla="*/ 2063 h 7"/>
                <a:gd name="T6" fmla="*/ 1700 w 7"/>
                <a:gd name="T7" fmla="*/ 2342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27" name="Freeform 387">
              <a:extLst>
                <a:ext uri="{FF2B5EF4-FFF2-40B4-BE49-F238E27FC236}">
                  <a16:creationId xmlns:a16="http://schemas.microsoft.com/office/drawing/2014/main" id="{9A2EFB21-7981-4EED-8A66-373524CDF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932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313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8" name="Freeform 388">
              <a:extLst>
                <a:ext uri="{FF2B5EF4-FFF2-40B4-BE49-F238E27FC236}">
                  <a16:creationId xmlns:a16="http://schemas.microsoft.com/office/drawing/2014/main" id="{C9AA7143-D486-4C87-A177-BE4E94D75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945"/>
              <a:ext cx="17" cy="19"/>
            </a:xfrm>
            <a:custGeom>
              <a:avLst/>
              <a:gdLst>
                <a:gd name="T0" fmla="*/ 1243 w 7"/>
                <a:gd name="T1" fmla="*/ 760 h 7"/>
                <a:gd name="T2" fmla="*/ 170 w 7"/>
                <a:gd name="T3" fmla="*/ 442 h 7"/>
                <a:gd name="T4" fmla="*/ 170 w 7"/>
                <a:gd name="T5" fmla="*/ 2342 h 7"/>
                <a:gd name="T6" fmla="*/ 1003 w 7"/>
                <a:gd name="T7" fmla="*/ 2342 h 7"/>
                <a:gd name="T8" fmla="*/ 124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29" name="Freeform 389">
              <a:extLst>
                <a:ext uri="{FF2B5EF4-FFF2-40B4-BE49-F238E27FC236}">
                  <a16:creationId xmlns:a16="http://schemas.microsoft.com/office/drawing/2014/main" id="{91E7840C-EB25-4F60-8ABB-1452BC907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951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152 w 3"/>
                <a:gd name="T5" fmla="*/ 520 h 2"/>
                <a:gd name="T6" fmla="*/ 355 w 3"/>
                <a:gd name="T7" fmla="*/ 520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0" name="Freeform 390">
              <a:extLst>
                <a:ext uri="{FF2B5EF4-FFF2-40B4-BE49-F238E27FC236}">
                  <a16:creationId xmlns:a16="http://schemas.microsoft.com/office/drawing/2014/main" id="{F3F431A4-E634-46DF-941A-C362B559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015"/>
              <a:ext cx="18" cy="18"/>
            </a:xfrm>
            <a:custGeom>
              <a:avLst/>
              <a:gdLst>
                <a:gd name="T0" fmla="*/ 1700 w 7"/>
                <a:gd name="T1" fmla="*/ 563 h 7"/>
                <a:gd name="T2" fmla="*/ 357 w 7"/>
                <a:gd name="T3" fmla="*/ 357 h 7"/>
                <a:gd name="T4" fmla="*/ 357 w 7"/>
                <a:gd name="T5" fmla="*/ 1448 h 7"/>
                <a:gd name="T6" fmla="*/ 1448 w 7"/>
                <a:gd name="T7" fmla="*/ 1700 h 7"/>
                <a:gd name="T8" fmla="*/ 1700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31" name="Freeform 391">
              <a:extLst>
                <a:ext uri="{FF2B5EF4-FFF2-40B4-BE49-F238E27FC236}">
                  <a16:creationId xmlns:a16="http://schemas.microsoft.com/office/drawing/2014/main" id="{2D9ACC14-8EA8-4BCB-B527-10721D29B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017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397 h 3"/>
                <a:gd name="T4" fmla="*/ 397 w 3"/>
                <a:gd name="T5" fmla="*/ 661 h 3"/>
                <a:gd name="T6" fmla="*/ 661 w 3"/>
                <a:gd name="T7" fmla="*/ 1059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2"/>
                    <a:pt x="3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2" name="Freeform 392">
              <a:extLst>
                <a:ext uri="{FF2B5EF4-FFF2-40B4-BE49-F238E27FC236}">
                  <a16:creationId xmlns:a16="http://schemas.microsoft.com/office/drawing/2014/main" id="{0323299E-B474-4B24-B278-5270C46F0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031"/>
              <a:ext cx="17" cy="21"/>
            </a:xfrm>
            <a:custGeom>
              <a:avLst/>
              <a:gdLst>
                <a:gd name="T0" fmla="*/ 1243 w 7"/>
                <a:gd name="T1" fmla="*/ 614 h 8"/>
                <a:gd name="T2" fmla="*/ 413 w 7"/>
                <a:gd name="T3" fmla="*/ 614 h 8"/>
                <a:gd name="T4" fmla="*/ 170 w 7"/>
                <a:gd name="T5" fmla="*/ 1992 h 8"/>
                <a:gd name="T6" fmla="*/ 1243 w 7"/>
                <a:gd name="T7" fmla="*/ 2226 h 8"/>
                <a:gd name="T8" fmla="*/ 1243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8"/>
                    <a:pt x="6" y="7"/>
                  </a:cubicBezTo>
                  <a:cubicBezTo>
                    <a:pt x="7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33" name="Freeform 393">
              <a:extLst>
                <a:ext uri="{FF2B5EF4-FFF2-40B4-BE49-F238E27FC236}">
                  <a16:creationId xmlns:a16="http://schemas.microsoft.com/office/drawing/2014/main" id="{99092786-BF2B-4A7D-86D6-C99195B65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036"/>
              <a:ext cx="7" cy="5"/>
            </a:xfrm>
            <a:custGeom>
              <a:avLst/>
              <a:gdLst>
                <a:gd name="T0" fmla="*/ 469 w 3"/>
                <a:gd name="T1" fmla="*/ 313 h 2"/>
                <a:gd name="T2" fmla="*/ 152 w 3"/>
                <a:gd name="T3" fmla="*/ 0 h 2"/>
                <a:gd name="T4" fmla="*/ 152 w 3"/>
                <a:gd name="T5" fmla="*/ 520 h 2"/>
                <a:gd name="T6" fmla="*/ 355 w 3"/>
                <a:gd name="T7" fmla="*/ 520 h 2"/>
                <a:gd name="T8" fmla="*/ 469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4" name="Freeform 394">
              <a:extLst>
                <a:ext uri="{FF2B5EF4-FFF2-40B4-BE49-F238E27FC236}">
                  <a16:creationId xmlns:a16="http://schemas.microsoft.com/office/drawing/2014/main" id="{806E2B19-858C-4A2E-9F72-2FB345EF7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049"/>
              <a:ext cx="18" cy="19"/>
            </a:xfrm>
            <a:custGeom>
              <a:avLst/>
              <a:gdLst>
                <a:gd name="T0" fmla="*/ 1700 w 7"/>
                <a:gd name="T1" fmla="*/ 760 h 7"/>
                <a:gd name="T2" fmla="*/ 357 w 7"/>
                <a:gd name="T3" fmla="*/ 442 h 7"/>
                <a:gd name="T4" fmla="*/ 357 w 7"/>
                <a:gd name="T5" fmla="*/ 2342 h 7"/>
                <a:gd name="T6" fmla="*/ 1448 w 7"/>
                <a:gd name="T7" fmla="*/ 2342 h 7"/>
                <a:gd name="T8" fmla="*/ 1700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35" name="Freeform 395">
              <a:extLst>
                <a:ext uri="{FF2B5EF4-FFF2-40B4-BE49-F238E27FC236}">
                  <a16:creationId xmlns:a16="http://schemas.microsoft.com/office/drawing/2014/main" id="{34799153-3200-4226-9A1D-703052B31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055"/>
              <a:ext cx="8" cy="5"/>
            </a:xfrm>
            <a:custGeom>
              <a:avLst/>
              <a:gdLst>
                <a:gd name="T0" fmla="*/ 661 w 3"/>
                <a:gd name="T1" fmla="*/ 0 h 2"/>
                <a:gd name="T2" fmla="*/ 397 w 3"/>
                <a:gd name="T3" fmla="*/ 0 h 2"/>
                <a:gd name="T4" fmla="*/ 0 w 3"/>
                <a:gd name="T5" fmla="*/ 313 h 2"/>
                <a:gd name="T6" fmla="*/ 661 w 3"/>
                <a:gd name="T7" fmla="*/ 520 h 2"/>
                <a:gd name="T8" fmla="*/ 661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6" name="Freeform 396">
              <a:extLst>
                <a:ext uri="{FF2B5EF4-FFF2-40B4-BE49-F238E27FC236}">
                  <a16:creationId xmlns:a16="http://schemas.microsoft.com/office/drawing/2014/main" id="{60F2005D-3AD4-4772-9BB5-694A23D55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068"/>
              <a:ext cx="20" cy="19"/>
            </a:xfrm>
            <a:custGeom>
              <a:avLst/>
              <a:gdLst>
                <a:gd name="T0" fmla="*/ 1488 w 8"/>
                <a:gd name="T1" fmla="*/ 442 h 7"/>
                <a:gd name="T2" fmla="*/ 520 w 8"/>
                <a:gd name="T3" fmla="*/ 442 h 7"/>
                <a:gd name="T4" fmla="*/ 520 w 8"/>
                <a:gd name="T5" fmla="*/ 2063 h 7"/>
                <a:gd name="T6" fmla="*/ 1488 w 8"/>
                <a:gd name="T7" fmla="*/ 2063 h 7"/>
                <a:gd name="T8" fmla="*/ 1488 w 8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1" y="4"/>
                    <a:pt x="2" y="5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8" y="4"/>
                    <a:pt x="8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37" name="Freeform 397">
              <a:extLst>
                <a:ext uri="{FF2B5EF4-FFF2-40B4-BE49-F238E27FC236}">
                  <a16:creationId xmlns:a16="http://schemas.microsoft.com/office/drawing/2014/main" id="{B14F29A7-DE5A-4ACE-816D-83B45D8C4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071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8" name="Freeform 398">
              <a:extLst>
                <a:ext uri="{FF2B5EF4-FFF2-40B4-BE49-F238E27FC236}">
                  <a16:creationId xmlns:a16="http://schemas.microsoft.com/office/drawing/2014/main" id="{E55687D8-C124-48E6-8781-EC010379C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084"/>
              <a:ext cx="18" cy="19"/>
            </a:xfrm>
            <a:custGeom>
              <a:avLst/>
              <a:gdLst>
                <a:gd name="T0" fmla="*/ 1448 w 7"/>
                <a:gd name="T1" fmla="*/ 442 h 7"/>
                <a:gd name="T2" fmla="*/ 357 w 7"/>
                <a:gd name="T3" fmla="*/ 442 h 7"/>
                <a:gd name="T4" fmla="*/ 357 w 7"/>
                <a:gd name="T5" fmla="*/ 2342 h 7"/>
                <a:gd name="T6" fmla="*/ 1700 w 7"/>
                <a:gd name="T7" fmla="*/ 2342 h 7"/>
                <a:gd name="T8" fmla="*/ 1448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4"/>
                    <a:pt x="7" y="2"/>
                    <a:pt x="5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39" name="Freeform 399">
              <a:extLst>
                <a:ext uri="{FF2B5EF4-FFF2-40B4-BE49-F238E27FC236}">
                  <a16:creationId xmlns:a16="http://schemas.microsoft.com/office/drawing/2014/main" id="{2CB75127-E0C5-4846-A0F1-6D7794456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087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0" name="Freeform 400">
              <a:extLst>
                <a:ext uri="{FF2B5EF4-FFF2-40B4-BE49-F238E27FC236}">
                  <a16:creationId xmlns:a16="http://schemas.microsoft.com/office/drawing/2014/main" id="{6A58E4DC-9FB7-44E7-8F3D-018B537BB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100"/>
              <a:ext cx="17" cy="19"/>
            </a:xfrm>
            <a:custGeom>
              <a:avLst/>
              <a:gdLst>
                <a:gd name="T0" fmla="*/ 1243 w 7"/>
                <a:gd name="T1" fmla="*/ 442 h 7"/>
                <a:gd name="T2" fmla="*/ 170 w 7"/>
                <a:gd name="T3" fmla="*/ 760 h 7"/>
                <a:gd name="T4" fmla="*/ 170 w 7"/>
                <a:gd name="T5" fmla="*/ 2342 h 7"/>
                <a:gd name="T6" fmla="*/ 1243 w 7"/>
                <a:gd name="T7" fmla="*/ 2342 h 7"/>
                <a:gd name="T8" fmla="*/ 124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41" name="Freeform 401">
              <a:extLst>
                <a:ext uri="{FF2B5EF4-FFF2-40B4-BE49-F238E27FC236}">
                  <a16:creationId xmlns:a16="http://schemas.microsoft.com/office/drawing/2014/main" id="{9D7C9B07-1E04-4A77-B914-3E30996D1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105"/>
              <a:ext cx="5" cy="6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313 w 2"/>
                <a:gd name="T5" fmla="*/ 1458 h 2"/>
                <a:gd name="T6" fmla="*/ 520 w 2"/>
                <a:gd name="T7" fmla="*/ 1458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2" name="Freeform 402">
              <a:extLst>
                <a:ext uri="{FF2B5EF4-FFF2-40B4-BE49-F238E27FC236}">
                  <a16:creationId xmlns:a16="http://schemas.microsoft.com/office/drawing/2014/main" id="{48CFD9A7-A566-4F76-8364-00DD3FFE3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119"/>
              <a:ext cx="17" cy="18"/>
            </a:xfrm>
            <a:custGeom>
              <a:avLst/>
              <a:gdLst>
                <a:gd name="T0" fmla="*/ 1243 w 7"/>
                <a:gd name="T1" fmla="*/ 357 h 7"/>
                <a:gd name="T2" fmla="*/ 413 w 7"/>
                <a:gd name="T3" fmla="*/ 357 h 7"/>
                <a:gd name="T4" fmla="*/ 170 w 7"/>
                <a:gd name="T5" fmla="*/ 1700 h 7"/>
                <a:gd name="T6" fmla="*/ 1243 w 7"/>
                <a:gd name="T7" fmla="*/ 1700 h 7"/>
                <a:gd name="T8" fmla="*/ 1243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43" name="Freeform 403">
              <a:extLst>
                <a:ext uri="{FF2B5EF4-FFF2-40B4-BE49-F238E27FC236}">
                  <a16:creationId xmlns:a16="http://schemas.microsoft.com/office/drawing/2014/main" id="{4BB40771-57CC-465B-ACF1-80991AB0F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21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520 w 2"/>
                <a:gd name="T7" fmla="*/ 1059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4" name="Freeform 404">
              <a:extLst>
                <a:ext uri="{FF2B5EF4-FFF2-40B4-BE49-F238E27FC236}">
                  <a16:creationId xmlns:a16="http://schemas.microsoft.com/office/drawing/2014/main" id="{D1465695-CF31-4DA6-92F5-0899608E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135"/>
              <a:ext cx="17" cy="21"/>
            </a:xfrm>
            <a:custGeom>
              <a:avLst/>
              <a:gdLst>
                <a:gd name="T0" fmla="*/ 1243 w 7"/>
                <a:gd name="T1" fmla="*/ 614 h 8"/>
                <a:gd name="T2" fmla="*/ 170 w 7"/>
                <a:gd name="T3" fmla="*/ 614 h 8"/>
                <a:gd name="T4" fmla="*/ 170 w 7"/>
                <a:gd name="T5" fmla="*/ 1992 h 8"/>
                <a:gd name="T6" fmla="*/ 1003 w 7"/>
                <a:gd name="T7" fmla="*/ 1992 h 8"/>
                <a:gd name="T8" fmla="*/ 1243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4" y="1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8"/>
                    <a:pt x="4" y="8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45" name="Freeform 405">
              <a:extLst>
                <a:ext uri="{FF2B5EF4-FFF2-40B4-BE49-F238E27FC236}">
                  <a16:creationId xmlns:a16="http://schemas.microsoft.com/office/drawing/2014/main" id="{50522E5B-20B0-41D2-B2A2-512028592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140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0 w 2"/>
                <a:gd name="T3" fmla="*/ 0 h 2"/>
                <a:gd name="T4" fmla="*/ 0 w 2"/>
                <a:gd name="T5" fmla="*/ 520 h 2"/>
                <a:gd name="T6" fmla="*/ 520 w 2"/>
                <a:gd name="T7" fmla="*/ 52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6" name="Freeform 406">
              <a:extLst>
                <a:ext uri="{FF2B5EF4-FFF2-40B4-BE49-F238E27FC236}">
                  <a16:creationId xmlns:a16="http://schemas.microsoft.com/office/drawing/2014/main" id="{B911BC49-65CB-4075-843F-F40212400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153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357 w 7"/>
                <a:gd name="T3" fmla="*/ 442 h 7"/>
                <a:gd name="T4" fmla="*/ 357 w 7"/>
                <a:gd name="T5" fmla="*/ 2342 h 7"/>
                <a:gd name="T6" fmla="*/ 1448 w 7"/>
                <a:gd name="T7" fmla="*/ 2342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47" name="Freeform 407">
              <a:extLst>
                <a:ext uri="{FF2B5EF4-FFF2-40B4-BE49-F238E27FC236}">
                  <a16:creationId xmlns:a16="http://schemas.microsoft.com/office/drawing/2014/main" id="{634D0590-9260-4F9F-AEC3-51EB28E6C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159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313 w 2"/>
                <a:gd name="T3" fmla="*/ 0 h 2"/>
                <a:gd name="T4" fmla="*/ 0 w 2"/>
                <a:gd name="T5" fmla="*/ 313 h 2"/>
                <a:gd name="T6" fmla="*/ 520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8" name="Freeform 408">
              <a:extLst>
                <a:ext uri="{FF2B5EF4-FFF2-40B4-BE49-F238E27FC236}">
                  <a16:creationId xmlns:a16="http://schemas.microsoft.com/office/drawing/2014/main" id="{3B81269B-B10E-4190-B770-140F4AAF1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172"/>
              <a:ext cx="17" cy="19"/>
            </a:xfrm>
            <a:custGeom>
              <a:avLst/>
              <a:gdLst>
                <a:gd name="T0" fmla="*/ 1243 w 7"/>
                <a:gd name="T1" fmla="*/ 442 h 7"/>
                <a:gd name="T2" fmla="*/ 170 w 7"/>
                <a:gd name="T3" fmla="*/ 442 h 7"/>
                <a:gd name="T4" fmla="*/ 170 w 7"/>
                <a:gd name="T5" fmla="*/ 2063 h 7"/>
                <a:gd name="T6" fmla="*/ 1243 w 7"/>
                <a:gd name="T7" fmla="*/ 2063 h 7"/>
                <a:gd name="T8" fmla="*/ 124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49" name="Freeform 409">
              <a:extLst>
                <a:ext uri="{FF2B5EF4-FFF2-40B4-BE49-F238E27FC236}">
                  <a16:creationId xmlns:a16="http://schemas.microsoft.com/office/drawing/2014/main" id="{E9F77D9C-7617-4C00-AB6C-69D76C674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175"/>
              <a:ext cx="7" cy="5"/>
            </a:xfrm>
            <a:custGeom>
              <a:avLst/>
              <a:gdLst>
                <a:gd name="T0" fmla="*/ 355 w 3"/>
                <a:gd name="T1" fmla="*/ 313 h 2"/>
                <a:gd name="T2" fmla="*/ 152 w 3"/>
                <a:gd name="T3" fmla="*/ 313 h 2"/>
                <a:gd name="T4" fmla="*/ 152 w 3"/>
                <a:gd name="T5" fmla="*/ 520 h 2"/>
                <a:gd name="T6" fmla="*/ 355 w 3"/>
                <a:gd name="T7" fmla="*/ 520 h 2"/>
                <a:gd name="T8" fmla="*/ 355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0" name="Freeform 410">
              <a:extLst>
                <a:ext uri="{FF2B5EF4-FFF2-40B4-BE49-F238E27FC236}">
                  <a16:creationId xmlns:a16="http://schemas.microsoft.com/office/drawing/2014/main" id="{58493C74-997D-47D8-8C20-68F07E5D8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188"/>
              <a:ext cx="20" cy="19"/>
            </a:xfrm>
            <a:custGeom>
              <a:avLst/>
              <a:gdLst>
                <a:gd name="T0" fmla="*/ 1488 w 8"/>
                <a:gd name="T1" fmla="*/ 442 h 7"/>
                <a:gd name="T2" fmla="*/ 520 w 8"/>
                <a:gd name="T3" fmla="*/ 760 h 7"/>
                <a:gd name="T4" fmla="*/ 520 w 8"/>
                <a:gd name="T5" fmla="*/ 2342 h 7"/>
                <a:gd name="T6" fmla="*/ 1770 w 8"/>
                <a:gd name="T7" fmla="*/ 2342 h 7"/>
                <a:gd name="T8" fmla="*/ 1488 w 8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1" y="5"/>
                    <a:pt x="2" y="6"/>
                  </a:cubicBezTo>
                  <a:cubicBezTo>
                    <a:pt x="3" y="7"/>
                    <a:pt x="5" y="7"/>
                    <a:pt x="7" y="6"/>
                  </a:cubicBezTo>
                  <a:cubicBezTo>
                    <a:pt x="8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51" name="Freeform 411">
              <a:extLst>
                <a:ext uri="{FF2B5EF4-FFF2-40B4-BE49-F238E27FC236}">
                  <a16:creationId xmlns:a16="http://schemas.microsoft.com/office/drawing/2014/main" id="{08144C8B-450F-4248-A9D4-96FED3353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193"/>
              <a:ext cx="5" cy="6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1458 h 2"/>
                <a:gd name="T6" fmla="*/ 520 w 2"/>
                <a:gd name="T7" fmla="*/ 1458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2" name="Freeform 412">
              <a:extLst>
                <a:ext uri="{FF2B5EF4-FFF2-40B4-BE49-F238E27FC236}">
                  <a16:creationId xmlns:a16="http://schemas.microsoft.com/office/drawing/2014/main" id="{B23C365D-BA58-468B-8AE5-2E6313C1F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207"/>
              <a:ext cx="20" cy="18"/>
            </a:xfrm>
            <a:custGeom>
              <a:avLst/>
              <a:gdLst>
                <a:gd name="T0" fmla="*/ 1488 w 8"/>
                <a:gd name="T1" fmla="*/ 357 h 7"/>
                <a:gd name="T2" fmla="*/ 313 w 8"/>
                <a:gd name="T3" fmla="*/ 357 h 7"/>
                <a:gd name="T4" fmla="*/ 520 w 8"/>
                <a:gd name="T5" fmla="*/ 1700 h 7"/>
                <a:gd name="T6" fmla="*/ 1488 w 8"/>
                <a:gd name="T7" fmla="*/ 1448 h 7"/>
                <a:gd name="T8" fmla="*/ 1488 w 8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5" y="0"/>
                    <a:pt x="2" y="0"/>
                    <a:pt x="1" y="1"/>
                  </a:cubicBezTo>
                  <a:cubicBezTo>
                    <a:pt x="0" y="3"/>
                    <a:pt x="1" y="5"/>
                    <a:pt x="2" y="6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8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53" name="Freeform 413">
              <a:extLst>
                <a:ext uri="{FF2B5EF4-FFF2-40B4-BE49-F238E27FC236}">
                  <a16:creationId xmlns:a16="http://schemas.microsoft.com/office/drawing/2014/main" id="{38A1D4A2-4469-468A-B1DC-8B539CB4F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209"/>
              <a:ext cx="5" cy="8"/>
            </a:xfrm>
            <a:custGeom>
              <a:avLst/>
              <a:gdLst>
                <a:gd name="T0" fmla="*/ 313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520 w 2"/>
                <a:gd name="T7" fmla="*/ 661 h 3"/>
                <a:gd name="T8" fmla="*/ 313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4" name="Freeform 414">
              <a:extLst>
                <a:ext uri="{FF2B5EF4-FFF2-40B4-BE49-F238E27FC236}">
                  <a16:creationId xmlns:a16="http://schemas.microsoft.com/office/drawing/2014/main" id="{9C4EB9EF-579B-43D2-9BD7-DF13BB903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223"/>
              <a:ext cx="18" cy="18"/>
            </a:xfrm>
            <a:custGeom>
              <a:avLst/>
              <a:gdLst>
                <a:gd name="T0" fmla="*/ 1448 w 7"/>
                <a:gd name="T1" fmla="*/ 357 h 7"/>
                <a:gd name="T2" fmla="*/ 357 w 7"/>
                <a:gd name="T3" fmla="*/ 563 h 7"/>
                <a:gd name="T4" fmla="*/ 357 w 7"/>
                <a:gd name="T5" fmla="*/ 1700 h 7"/>
                <a:gd name="T6" fmla="*/ 1700 w 7"/>
                <a:gd name="T7" fmla="*/ 1700 h 7"/>
                <a:gd name="T8" fmla="*/ 1448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5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55" name="Freeform 415">
              <a:extLst>
                <a:ext uri="{FF2B5EF4-FFF2-40B4-BE49-F238E27FC236}">
                  <a16:creationId xmlns:a16="http://schemas.microsoft.com/office/drawing/2014/main" id="{C56FAEF1-44FB-4D45-BCDC-27D03B9A6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228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313 w 2"/>
                <a:gd name="T5" fmla="*/ 520 h 2"/>
                <a:gd name="T6" fmla="*/ 520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6" name="Freeform 416">
              <a:extLst>
                <a:ext uri="{FF2B5EF4-FFF2-40B4-BE49-F238E27FC236}">
                  <a16:creationId xmlns:a16="http://schemas.microsoft.com/office/drawing/2014/main" id="{5EBECE10-F6F7-4224-8EF2-97BB0DFA9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241"/>
              <a:ext cx="18" cy="19"/>
            </a:xfrm>
            <a:custGeom>
              <a:avLst/>
              <a:gdLst>
                <a:gd name="T0" fmla="*/ 1448 w 7"/>
                <a:gd name="T1" fmla="*/ 442 h 7"/>
                <a:gd name="T2" fmla="*/ 357 w 7"/>
                <a:gd name="T3" fmla="*/ 442 h 7"/>
                <a:gd name="T4" fmla="*/ 357 w 7"/>
                <a:gd name="T5" fmla="*/ 2342 h 7"/>
                <a:gd name="T6" fmla="*/ 1700 w 7"/>
                <a:gd name="T7" fmla="*/ 2063 h 7"/>
                <a:gd name="T8" fmla="*/ 1448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57" name="Freeform 417">
              <a:extLst>
                <a:ext uri="{FF2B5EF4-FFF2-40B4-BE49-F238E27FC236}">
                  <a16:creationId xmlns:a16="http://schemas.microsoft.com/office/drawing/2014/main" id="{BC63A12F-4ABD-456D-9B60-D4C0AE2AD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244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8" name="Freeform 418">
              <a:extLst>
                <a:ext uri="{FF2B5EF4-FFF2-40B4-BE49-F238E27FC236}">
                  <a16:creationId xmlns:a16="http://schemas.microsoft.com/office/drawing/2014/main" id="{4FC4343E-255A-4072-AEBE-8B8E31BDC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257"/>
              <a:ext cx="17" cy="22"/>
            </a:xfrm>
            <a:custGeom>
              <a:avLst/>
              <a:gdLst>
                <a:gd name="T0" fmla="*/ 1243 w 7"/>
                <a:gd name="T1" fmla="*/ 462 h 8"/>
                <a:gd name="T2" fmla="*/ 170 w 7"/>
                <a:gd name="T3" fmla="*/ 976 h 8"/>
                <a:gd name="T4" fmla="*/ 413 w 7"/>
                <a:gd name="T5" fmla="*/ 2684 h 8"/>
                <a:gd name="T6" fmla="*/ 1243 w 7"/>
                <a:gd name="T7" fmla="*/ 2684 h 8"/>
                <a:gd name="T8" fmla="*/ 1243 w 7"/>
                <a:gd name="T9" fmla="*/ 46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1"/>
                  </a:moveTo>
                  <a:cubicBezTo>
                    <a:pt x="4" y="0"/>
                    <a:pt x="2" y="1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ubicBezTo>
                    <a:pt x="3" y="8"/>
                    <a:pt x="5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59" name="Freeform 419">
              <a:extLst>
                <a:ext uri="{FF2B5EF4-FFF2-40B4-BE49-F238E27FC236}">
                  <a16:creationId xmlns:a16="http://schemas.microsoft.com/office/drawing/2014/main" id="{9AA298BC-7C28-4507-8143-DC3673A8C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263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152 w 3"/>
                <a:gd name="T5" fmla="*/ 520 h 2"/>
                <a:gd name="T6" fmla="*/ 355 w 3"/>
                <a:gd name="T7" fmla="*/ 520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0" name="Freeform 420">
              <a:extLst>
                <a:ext uri="{FF2B5EF4-FFF2-40B4-BE49-F238E27FC236}">
                  <a16:creationId xmlns:a16="http://schemas.microsoft.com/office/drawing/2014/main" id="{728B5906-BDC0-45B9-81B7-C5B4C009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276"/>
              <a:ext cx="17" cy="19"/>
            </a:xfrm>
            <a:custGeom>
              <a:avLst/>
              <a:gdLst>
                <a:gd name="T0" fmla="*/ 1243 w 7"/>
                <a:gd name="T1" fmla="*/ 442 h 7"/>
                <a:gd name="T2" fmla="*/ 170 w 7"/>
                <a:gd name="T3" fmla="*/ 760 h 7"/>
                <a:gd name="T4" fmla="*/ 413 w 7"/>
                <a:gd name="T5" fmla="*/ 2342 h 7"/>
                <a:gd name="T6" fmla="*/ 1243 w 7"/>
                <a:gd name="T7" fmla="*/ 2342 h 7"/>
                <a:gd name="T8" fmla="*/ 124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61" name="Freeform 421">
              <a:extLst>
                <a:ext uri="{FF2B5EF4-FFF2-40B4-BE49-F238E27FC236}">
                  <a16:creationId xmlns:a16="http://schemas.microsoft.com/office/drawing/2014/main" id="{98753248-5D47-4C43-99A0-ECBFBA8CA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281"/>
              <a:ext cx="7" cy="6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152 w 3"/>
                <a:gd name="T5" fmla="*/ 1458 h 2"/>
                <a:gd name="T6" fmla="*/ 355 w 3"/>
                <a:gd name="T7" fmla="*/ 1458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2" name="Freeform 422">
              <a:extLst>
                <a:ext uri="{FF2B5EF4-FFF2-40B4-BE49-F238E27FC236}">
                  <a16:creationId xmlns:a16="http://schemas.microsoft.com/office/drawing/2014/main" id="{C0DFB841-4562-4F99-8392-C49666680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295"/>
              <a:ext cx="17" cy="18"/>
            </a:xfrm>
            <a:custGeom>
              <a:avLst/>
              <a:gdLst>
                <a:gd name="T0" fmla="*/ 1003 w 7"/>
                <a:gd name="T1" fmla="*/ 357 h 7"/>
                <a:gd name="T2" fmla="*/ 170 w 7"/>
                <a:gd name="T3" fmla="*/ 357 h 7"/>
                <a:gd name="T4" fmla="*/ 413 w 7"/>
                <a:gd name="T5" fmla="*/ 1700 h 7"/>
                <a:gd name="T6" fmla="*/ 1243 w 7"/>
                <a:gd name="T7" fmla="*/ 1448 h 7"/>
                <a:gd name="T8" fmla="*/ 1003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2" y="6"/>
                  </a:cubicBezTo>
                  <a:cubicBezTo>
                    <a:pt x="3" y="7"/>
                    <a:pt x="5" y="6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63" name="Freeform 423">
              <a:extLst>
                <a:ext uri="{FF2B5EF4-FFF2-40B4-BE49-F238E27FC236}">
                  <a16:creationId xmlns:a16="http://schemas.microsoft.com/office/drawing/2014/main" id="{8D013FFB-FA4D-4C22-B021-B130E5EC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297"/>
              <a:ext cx="7" cy="8"/>
            </a:xfrm>
            <a:custGeom>
              <a:avLst/>
              <a:gdLst>
                <a:gd name="T0" fmla="*/ 355 w 3"/>
                <a:gd name="T1" fmla="*/ 0 h 3"/>
                <a:gd name="T2" fmla="*/ 0 w 3"/>
                <a:gd name="T3" fmla="*/ 397 h 3"/>
                <a:gd name="T4" fmla="*/ 152 w 3"/>
                <a:gd name="T5" fmla="*/ 661 h 3"/>
                <a:gd name="T6" fmla="*/ 355 w 3"/>
                <a:gd name="T7" fmla="*/ 661 h 3"/>
                <a:gd name="T8" fmla="*/ 35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4" name="Freeform 424">
              <a:extLst>
                <a:ext uri="{FF2B5EF4-FFF2-40B4-BE49-F238E27FC236}">
                  <a16:creationId xmlns:a16="http://schemas.microsoft.com/office/drawing/2014/main" id="{21338F84-08B1-45C1-8A1D-A451DFFE2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961"/>
              <a:ext cx="20" cy="22"/>
            </a:xfrm>
            <a:custGeom>
              <a:avLst/>
              <a:gdLst>
                <a:gd name="T0" fmla="*/ 1770 w 8"/>
                <a:gd name="T1" fmla="*/ 976 h 8"/>
                <a:gd name="T2" fmla="*/ 520 w 8"/>
                <a:gd name="T3" fmla="*/ 462 h 8"/>
                <a:gd name="T4" fmla="*/ 313 w 8"/>
                <a:gd name="T5" fmla="*/ 2684 h 8"/>
                <a:gd name="T6" fmla="*/ 1488 w 8"/>
                <a:gd name="T7" fmla="*/ 2684 h 8"/>
                <a:gd name="T8" fmla="*/ 1770 w 8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2" y="7"/>
                    <a:pt x="4" y="8"/>
                    <a:pt x="6" y="6"/>
                  </a:cubicBezTo>
                  <a:cubicBezTo>
                    <a:pt x="7" y="5"/>
                    <a:pt x="8" y="3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65" name="Freeform 425">
              <a:extLst>
                <a:ext uri="{FF2B5EF4-FFF2-40B4-BE49-F238E27FC236}">
                  <a16:creationId xmlns:a16="http://schemas.microsoft.com/office/drawing/2014/main" id="{6F589F0B-B370-4227-B9D8-759C4BF60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967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520 h 2"/>
                <a:gd name="T6" fmla="*/ 520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6" name="Freeform 426">
              <a:extLst>
                <a:ext uri="{FF2B5EF4-FFF2-40B4-BE49-F238E27FC236}">
                  <a16:creationId xmlns:a16="http://schemas.microsoft.com/office/drawing/2014/main" id="{2A288340-065E-49BC-9644-C8C47761E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980"/>
              <a:ext cx="17" cy="19"/>
            </a:xfrm>
            <a:custGeom>
              <a:avLst/>
              <a:gdLst>
                <a:gd name="T0" fmla="*/ 1243 w 7"/>
                <a:gd name="T1" fmla="*/ 442 h 7"/>
                <a:gd name="T2" fmla="*/ 170 w 7"/>
                <a:gd name="T3" fmla="*/ 442 h 7"/>
                <a:gd name="T4" fmla="*/ 170 w 7"/>
                <a:gd name="T5" fmla="*/ 2063 h 7"/>
                <a:gd name="T6" fmla="*/ 1003 w 7"/>
                <a:gd name="T7" fmla="*/ 2342 h 7"/>
                <a:gd name="T8" fmla="*/ 124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67" name="Freeform 427">
              <a:extLst>
                <a:ext uri="{FF2B5EF4-FFF2-40B4-BE49-F238E27FC236}">
                  <a16:creationId xmlns:a16="http://schemas.microsoft.com/office/drawing/2014/main" id="{D642CC67-FDFD-4E92-B563-B0D181A09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983"/>
              <a:ext cx="7" cy="8"/>
            </a:xfrm>
            <a:custGeom>
              <a:avLst/>
              <a:gdLst>
                <a:gd name="T0" fmla="*/ 355 w 3"/>
                <a:gd name="T1" fmla="*/ 397 h 3"/>
                <a:gd name="T2" fmla="*/ 152 w 3"/>
                <a:gd name="T3" fmla="*/ 397 h 3"/>
                <a:gd name="T4" fmla="*/ 152 w 3"/>
                <a:gd name="T5" fmla="*/ 661 h 3"/>
                <a:gd name="T6" fmla="*/ 355 w 3"/>
                <a:gd name="T7" fmla="*/ 661 h 3"/>
                <a:gd name="T8" fmla="*/ 355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8" name="Freeform 428">
              <a:extLst>
                <a:ext uri="{FF2B5EF4-FFF2-40B4-BE49-F238E27FC236}">
                  <a16:creationId xmlns:a16="http://schemas.microsoft.com/office/drawing/2014/main" id="{8D052B06-FDE4-42CC-B9C1-3A4519042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996"/>
              <a:ext cx="20" cy="19"/>
            </a:xfrm>
            <a:custGeom>
              <a:avLst/>
              <a:gdLst>
                <a:gd name="T0" fmla="*/ 1770 w 8"/>
                <a:gd name="T1" fmla="*/ 760 h 7"/>
                <a:gd name="T2" fmla="*/ 520 w 8"/>
                <a:gd name="T3" fmla="*/ 442 h 7"/>
                <a:gd name="T4" fmla="*/ 313 w 8"/>
                <a:gd name="T5" fmla="*/ 2342 h 7"/>
                <a:gd name="T6" fmla="*/ 1488 w 8"/>
                <a:gd name="T7" fmla="*/ 2342 h 7"/>
                <a:gd name="T8" fmla="*/ 1770 w 8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6" y="0"/>
                    <a:pt x="4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8" y="3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69" name="Freeform 429">
              <a:extLst>
                <a:ext uri="{FF2B5EF4-FFF2-40B4-BE49-F238E27FC236}">
                  <a16:creationId xmlns:a16="http://schemas.microsoft.com/office/drawing/2014/main" id="{3DE8F5C8-AE0E-4860-BE1E-E1FDED561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2001"/>
              <a:ext cx="5" cy="6"/>
            </a:xfrm>
            <a:custGeom>
              <a:avLst/>
              <a:gdLst>
                <a:gd name="T0" fmla="*/ 520 w 2"/>
                <a:gd name="T1" fmla="*/ 0 h 2"/>
                <a:gd name="T2" fmla="*/ 313 w 2"/>
                <a:gd name="T3" fmla="*/ 0 h 2"/>
                <a:gd name="T4" fmla="*/ 0 w 2"/>
                <a:gd name="T5" fmla="*/ 1458 h 2"/>
                <a:gd name="T6" fmla="*/ 520 w 2"/>
                <a:gd name="T7" fmla="*/ 1458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0" name="Freeform 430">
              <a:extLst>
                <a:ext uri="{FF2B5EF4-FFF2-40B4-BE49-F238E27FC236}">
                  <a16:creationId xmlns:a16="http://schemas.microsoft.com/office/drawing/2014/main" id="{769894FD-A1A3-491E-818A-CD9828726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015"/>
              <a:ext cx="18" cy="18"/>
            </a:xfrm>
            <a:custGeom>
              <a:avLst/>
              <a:gdLst>
                <a:gd name="T0" fmla="*/ 1700 w 7"/>
                <a:gd name="T1" fmla="*/ 357 h 7"/>
                <a:gd name="T2" fmla="*/ 563 w 7"/>
                <a:gd name="T3" fmla="*/ 357 h 7"/>
                <a:gd name="T4" fmla="*/ 357 w 7"/>
                <a:gd name="T5" fmla="*/ 1448 h 7"/>
                <a:gd name="T6" fmla="*/ 1448 w 7"/>
                <a:gd name="T7" fmla="*/ 1700 h 7"/>
                <a:gd name="T8" fmla="*/ 170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71" name="Freeform 431">
              <a:extLst>
                <a:ext uri="{FF2B5EF4-FFF2-40B4-BE49-F238E27FC236}">
                  <a16:creationId xmlns:a16="http://schemas.microsoft.com/office/drawing/2014/main" id="{ADAC0547-41A0-483E-BFE4-565816C44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017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397 h 3"/>
                <a:gd name="T4" fmla="*/ 397 w 3"/>
                <a:gd name="T5" fmla="*/ 661 h 3"/>
                <a:gd name="T6" fmla="*/ 661 w 3"/>
                <a:gd name="T7" fmla="*/ 661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2" name="Freeform 432">
              <a:extLst>
                <a:ext uri="{FF2B5EF4-FFF2-40B4-BE49-F238E27FC236}">
                  <a16:creationId xmlns:a16="http://schemas.microsoft.com/office/drawing/2014/main" id="{4B1E701D-A8BB-4434-B4B3-06163017E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031"/>
              <a:ext cx="17" cy="18"/>
            </a:xfrm>
            <a:custGeom>
              <a:avLst/>
              <a:gdLst>
                <a:gd name="T0" fmla="*/ 1243 w 7"/>
                <a:gd name="T1" fmla="*/ 563 h 7"/>
                <a:gd name="T2" fmla="*/ 170 w 7"/>
                <a:gd name="T3" fmla="*/ 563 h 7"/>
                <a:gd name="T4" fmla="*/ 170 w 7"/>
                <a:gd name="T5" fmla="*/ 1700 h 7"/>
                <a:gd name="T6" fmla="*/ 1243 w 7"/>
                <a:gd name="T7" fmla="*/ 1700 h 7"/>
                <a:gd name="T8" fmla="*/ 1243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5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73" name="Freeform 433">
              <a:extLst>
                <a:ext uri="{FF2B5EF4-FFF2-40B4-BE49-F238E27FC236}">
                  <a16:creationId xmlns:a16="http://schemas.microsoft.com/office/drawing/2014/main" id="{DAE2354F-DBA3-4FCF-B90F-5D3E427EF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036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152 w 3"/>
                <a:gd name="T5" fmla="*/ 520 h 2"/>
                <a:gd name="T6" fmla="*/ 355 w 3"/>
                <a:gd name="T7" fmla="*/ 520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4" name="Freeform 434">
              <a:extLst>
                <a:ext uri="{FF2B5EF4-FFF2-40B4-BE49-F238E27FC236}">
                  <a16:creationId xmlns:a16="http://schemas.microsoft.com/office/drawing/2014/main" id="{F2B9023F-9B21-41F6-B33E-B7298CD26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049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357 w 7"/>
                <a:gd name="T3" fmla="*/ 442 h 7"/>
                <a:gd name="T4" fmla="*/ 357 w 7"/>
                <a:gd name="T5" fmla="*/ 2063 h 7"/>
                <a:gd name="T6" fmla="*/ 1700 w 7"/>
                <a:gd name="T7" fmla="*/ 2063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75" name="Freeform 435">
              <a:extLst>
                <a:ext uri="{FF2B5EF4-FFF2-40B4-BE49-F238E27FC236}">
                  <a16:creationId xmlns:a16="http://schemas.microsoft.com/office/drawing/2014/main" id="{E4AFE00F-D49E-45FE-9A76-AA939C5E3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052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313 w 2"/>
                <a:gd name="T3" fmla="*/ 397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2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6" name="Freeform 436">
              <a:extLst>
                <a:ext uri="{FF2B5EF4-FFF2-40B4-BE49-F238E27FC236}">
                  <a16:creationId xmlns:a16="http://schemas.microsoft.com/office/drawing/2014/main" id="{CA7BCD1F-5006-4871-91E1-5BA8EB74B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065"/>
              <a:ext cx="17" cy="19"/>
            </a:xfrm>
            <a:custGeom>
              <a:avLst/>
              <a:gdLst>
                <a:gd name="T0" fmla="*/ 1243 w 7"/>
                <a:gd name="T1" fmla="*/ 442 h 7"/>
                <a:gd name="T2" fmla="*/ 170 w 7"/>
                <a:gd name="T3" fmla="*/ 442 h 7"/>
                <a:gd name="T4" fmla="*/ 170 w 7"/>
                <a:gd name="T5" fmla="*/ 2342 h 7"/>
                <a:gd name="T6" fmla="*/ 1243 w 7"/>
                <a:gd name="T7" fmla="*/ 2342 h 7"/>
                <a:gd name="T8" fmla="*/ 124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77" name="Freeform 437">
              <a:extLst>
                <a:ext uri="{FF2B5EF4-FFF2-40B4-BE49-F238E27FC236}">
                  <a16:creationId xmlns:a16="http://schemas.microsoft.com/office/drawing/2014/main" id="{29A3A614-E7B8-424B-B1C6-2D8452B0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071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152 w 3"/>
                <a:gd name="T5" fmla="*/ 520 h 2"/>
                <a:gd name="T6" fmla="*/ 355 w 3"/>
                <a:gd name="T7" fmla="*/ 520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8" name="Freeform 438">
              <a:extLst>
                <a:ext uri="{FF2B5EF4-FFF2-40B4-BE49-F238E27FC236}">
                  <a16:creationId xmlns:a16="http://schemas.microsoft.com/office/drawing/2014/main" id="{D222E00D-3A8E-40B3-BB13-64F6EC535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2084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357 w 7"/>
                <a:gd name="T3" fmla="*/ 442 h 7"/>
                <a:gd name="T4" fmla="*/ 357 w 7"/>
                <a:gd name="T5" fmla="*/ 2063 h 7"/>
                <a:gd name="T6" fmla="*/ 1448 w 7"/>
                <a:gd name="T7" fmla="*/ 2342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79" name="Freeform 439">
              <a:extLst>
                <a:ext uri="{FF2B5EF4-FFF2-40B4-BE49-F238E27FC236}">
                  <a16:creationId xmlns:a16="http://schemas.microsoft.com/office/drawing/2014/main" id="{09E3FC23-4818-4EAC-BE73-4793C64E9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087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80" name="Freeform 440">
              <a:extLst>
                <a:ext uri="{FF2B5EF4-FFF2-40B4-BE49-F238E27FC236}">
                  <a16:creationId xmlns:a16="http://schemas.microsoft.com/office/drawing/2014/main" id="{296E38B9-C9B6-460A-A1BB-C84D3AC40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100"/>
              <a:ext cx="17" cy="19"/>
            </a:xfrm>
            <a:custGeom>
              <a:avLst/>
              <a:gdLst>
                <a:gd name="T0" fmla="*/ 1243 w 7"/>
                <a:gd name="T1" fmla="*/ 760 h 7"/>
                <a:gd name="T2" fmla="*/ 170 w 7"/>
                <a:gd name="T3" fmla="*/ 442 h 7"/>
                <a:gd name="T4" fmla="*/ 170 w 7"/>
                <a:gd name="T5" fmla="*/ 2342 h 7"/>
                <a:gd name="T6" fmla="*/ 1243 w 7"/>
                <a:gd name="T7" fmla="*/ 2342 h 7"/>
                <a:gd name="T8" fmla="*/ 124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81" name="Freeform 441">
              <a:extLst>
                <a:ext uri="{FF2B5EF4-FFF2-40B4-BE49-F238E27FC236}">
                  <a16:creationId xmlns:a16="http://schemas.microsoft.com/office/drawing/2014/main" id="{A7CAE4DA-3F17-419A-AB06-DFC8B3564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105"/>
              <a:ext cx="7" cy="6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152 w 3"/>
                <a:gd name="T5" fmla="*/ 1458 h 2"/>
                <a:gd name="T6" fmla="*/ 355 w 3"/>
                <a:gd name="T7" fmla="*/ 1458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82" name="Freeform 442">
              <a:extLst>
                <a:ext uri="{FF2B5EF4-FFF2-40B4-BE49-F238E27FC236}">
                  <a16:creationId xmlns:a16="http://schemas.microsoft.com/office/drawing/2014/main" id="{561B06ED-3CE6-4B1F-A233-F715505FE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119"/>
              <a:ext cx="18" cy="18"/>
            </a:xfrm>
            <a:custGeom>
              <a:avLst/>
              <a:gdLst>
                <a:gd name="T0" fmla="*/ 1700 w 7"/>
                <a:gd name="T1" fmla="*/ 357 h 7"/>
                <a:gd name="T2" fmla="*/ 357 w 7"/>
                <a:gd name="T3" fmla="*/ 357 h 7"/>
                <a:gd name="T4" fmla="*/ 357 w 7"/>
                <a:gd name="T5" fmla="*/ 1448 h 7"/>
                <a:gd name="T6" fmla="*/ 1700 w 7"/>
                <a:gd name="T7" fmla="*/ 1700 h 7"/>
                <a:gd name="T8" fmla="*/ 170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83" name="Freeform 443">
              <a:extLst>
                <a:ext uri="{FF2B5EF4-FFF2-40B4-BE49-F238E27FC236}">
                  <a16:creationId xmlns:a16="http://schemas.microsoft.com/office/drawing/2014/main" id="{1E4AD325-8BB4-41FD-8CDD-2B5165326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2121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397 h 3"/>
                <a:gd name="T4" fmla="*/ 397 w 3"/>
                <a:gd name="T5" fmla="*/ 661 h 3"/>
                <a:gd name="T6" fmla="*/ 661 w 3"/>
                <a:gd name="T7" fmla="*/ 661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84" name="Freeform 444">
              <a:extLst>
                <a:ext uri="{FF2B5EF4-FFF2-40B4-BE49-F238E27FC236}">
                  <a16:creationId xmlns:a16="http://schemas.microsoft.com/office/drawing/2014/main" id="{8BBA5188-C6C3-440F-8D26-689405584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135"/>
              <a:ext cx="17" cy="18"/>
            </a:xfrm>
            <a:custGeom>
              <a:avLst/>
              <a:gdLst>
                <a:gd name="T0" fmla="*/ 1243 w 7"/>
                <a:gd name="T1" fmla="*/ 563 h 7"/>
                <a:gd name="T2" fmla="*/ 170 w 7"/>
                <a:gd name="T3" fmla="*/ 357 h 7"/>
                <a:gd name="T4" fmla="*/ 170 w 7"/>
                <a:gd name="T5" fmla="*/ 1700 h 7"/>
                <a:gd name="T6" fmla="*/ 1003 w 7"/>
                <a:gd name="T7" fmla="*/ 1700 h 7"/>
                <a:gd name="T8" fmla="*/ 1243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85" name="Freeform 445">
              <a:extLst>
                <a:ext uri="{FF2B5EF4-FFF2-40B4-BE49-F238E27FC236}">
                  <a16:creationId xmlns:a16="http://schemas.microsoft.com/office/drawing/2014/main" id="{FF931DE6-5657-4F79-A472-04313D947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140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520 h 2"/>
                <a:gd name="T6" fmla="*/ 520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86" name="Freeform 446">
              <a:extLst>
                <a:ext uri="{FF2B5EF4-FFF2-40B4-BE49-F238E27FC236}">
                  <a16:creationId xmlns:a16="http://schemas.microsoft.com/office/drawing/2014/main" id="{AEF0945A-C5A5-4396-B565-073F16FA6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153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357 w 7"/>
                <a:gd name="T3" fmla="*/ 442 h 7"/>
                <a:gd name="T4" fmla="*/ 357 w 7"/>
                <a:gd name="T5" fmla="*/ 2342 h 7"/>
                <a:gd name="T6" fmla="*/ 1700 w 7"/>
                <a:gd name="T7" fmla="*/ 2063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87" name="Freeform 447">
              <a:extLst>
                <a:ext uri="{FF2B5EF4-FFF2-40B4-BE49-F238E27FC236}">
                  <a16:creationId xmlns:a16="http://schemas.microsoft.com/office/drawing/2014/main" id="{5EB99EC1-BA2C-472E-9319-007F12F92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156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397 h 3"/>
                <a:gd name="T4" fmla="*/ 397 w 3"/>
                <a:gd name="T5" fmla="*/ 661 h 3"/>
                <a:gd name="T6" fmla="*/ 661 w 3"/>
                <a:gd name="T7" fmla="*/ 661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88" name="Freeform 448">
              <a:extLst>
                <a:ext uri="{FF2B5EF4-FFF2-40B4-BE49-F238E27FC236}">
                  <a16:creationId xmlns:a16="http://schemas.microsoft.com/office/drawing/2014/main" id="{36CF80AD-6E47-4C99-9AD1-971235329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169"/>
              <a:ext cx="18" cy="22"/>
            </a:xfrm>
            <a:custGeom>
              <a:avLst/>
              <a:gdLst>
                <a:gd name="T0" fmla="*/ 1448 w 7"/>
                <a:gd name="T1" fmla="*/ 976 h 8"/>
                <a:gd name="T2" fmla="*/ 357 w 7"/>
                <a:gd name="T3" fmla="*/ 976 h 8"/>
                <a:gd name="T4" fmla="*/ 357 w 7"/>
                <a:gd name="T5" fmla="*/ 2973 h 8"/>
                <a:gd name="T6" fmla="*/ 1700 w 7"/>
                <a:gd name="T7" fmla="*/ 2684 h 8"/>
                <a:gd name="T8" fmla="*/ 1448 w 7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4" y="0"/>
                    <a:pt x="2" y="1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2" y="8"/>
                    <a:pt x="4" y="7"/>
                    <a:pt x="6" y="6"/>
                  </a:cubicBezTo>
                  <a:cubicBezTo>
                    <a:pt x="7" y="5"/>
                    <a:pt x="7" y="3"/>
                    <a:pt x="5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89" name="Freeform 449">
              <a:extLst>
                <a:ext uri="{FF2B5EF4-FFF2-40B4-BE49-F238E27FC236}">
                  <a16:creationId xmlns:a16="http://schemas.microsoft.com/office/drawing/2014/main" id="{9745C482-E8CF-45EC-B1C0-AD0648279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175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313 h 2"/>
                <a:gd name="T4" fmla="*/ 0 w 2"/>
                <a:gd name="T5" fmla="*/ 520 h 2"/>
                <a:gd name="T6" fmla="*/ 520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90" name="Freeform 450">
              <a:extLst>
                <a:ext uri="{FF2B5EF4-FFF2-40B4-BE49-F238E27FC236}">
                  <a16:creationId xmlns:a16="http://schemas.microsoft.com/office/drawing/2014/main" id="{77B6DC6D-065C-4492-99C9-E4A8DC76C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188"/>
              <a:ext cx="17" cy="19"/>
            </a:xfrm>
            <a:custGeom>
              <a:avLst/>
              <a:gdLst>
                <a:gd name="T0" fmla="*/ 1243 w 7"/>
                <a:gd name="T1" fmla="*/ 442 h 7"/>
                <a:gd name="T2" fmla="*/ 170 w 7"/>
                <a:gd name="T3" fmla="*/ 442 h 7"/>
                <a:gd name="T4" fmla="*/ 413 w 7"/>
                <a:gd name="T5" fmla="*/ 2342 h 7"/>
                <a:gd name="T6" fmla="*/ 1243 w 7"/>
                <a:gd name="T7" fmla="*/ 2063 h 7"/>
                <a:gd name="T8" fmla="*/ 124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2" y="6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91" name="Freeform 451">
              <a:extLst>
                <a:ext uri="{FF2B5EF4-FFF2-40B4-BE49-F238E27FC236}">
                  <a16:creationId xmlns:a16="http://schemas.microsoft.com/office/drawing/2014/main" id="{1B7FA3D7-6E2D-40E2-A69D-01BB1A0A6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191"/>
              <a:ext cx="7" cy="8"/>
            </a:xfrm>
            <a:custGeom>
              <a:avLst/>
              <a:gdLst>
                <a:gd name="T0" fmla="*/ 355 w 3"/>
                <a:gd name="T1" fmla="*/ 397 h 3"/>
                <a:gd name="T2" fmla="*/ 152 w 3"/>
                <a:gd name="T3" fmla="*/ 397 h 3"/>
                <a:gd name="T4" fmla="*/ 152 w 3"/>
                <a:gd name="T5" fmla="*/ 661 h 3"/>
                <a:gd name="T6" fmla="*/ 355 w 3"/>
                <a:gd name="T7" fmla="*/ 661 h 3"/>
                <a:gd name="T8" fmla="*/ 355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92" name="Freeform 452">
              <a:extLst>
                <a:ext uri="{FF2B5EF4-FFF2-40B4-BE49-F238E27FC236}">
                  <a16:creationId xmlns:a16="http://schemas.microsoft.com/office/drawing/2014/main" id="{031A06E0-1D91-4E0D-B569-571F5FB97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204"/>
              <a:ext cx="17" cy="21"/>
            </a:xfrm>
            <a:custGeom>
              <a:avLst/>
              <a:gdLst>
                <a:gd name="T0" fmla="*/ 1243 w 7"/>
                <a:gd name="T1" fmla="*/ 614 h 8"/>
                <a:gd name="T2" fmla="*/ 170 w 7"/>
                <a:gd name="T3" fmla="*/ 614 h 8"/>
                <a:gd name="T4" fmla="*/ 170 w 7"/>
                <a:gd name="T5" fmla="*/ 1992 h 8"/>
                <a:gd name="T6" fmla="*/ 1243 w 7"/>
                <a:gd name="T7" fmla="*/ 1992 h 8"/>
                <a:gd name="T8" fmla="*/ 1243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4" y="0"/>
                    <a:pt x="2" y="1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3" y="8"/>
                    <a:pt x="5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93" name="Freeform 453">
              <a:extLst>
                <a:ext uri="{FF2B5EF4-FFF2-40B4-BE49-F238E27FC236}">
                  <a16:creationId xmlns:a16="http://schemas.microsoft.com/office/drawing/2014/main" id="{76B61C52-9577-478F-A78F-EBB90933D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209"/>
              <a:ext cx="7" cy="6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729 h 2"/>
                <a:gd name="T4" fmla="*/ 152 w 3"/>
                <a:gd name="T5" fmla="*/ 1458 h 2"/>
                <a:gd name="T6" fmla="*/ 355 w 3"/>
                <a:gd name="T7" fmla="*/ 1458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94" name="Freeform 454">
              <a:extLst>
                <a:ext uri="{FF2B5EF4-FFF2-40B4-BE49-F238E27FC236}">
                  <a16:creationId xmlns:a16="http://schemas.microsoft.com/office/drawing/2014/main" id="{E6F768FA-DE4F-4EB5-9807-739AF7588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223"/>
              <a:ext cx="18" cy="18"/>
            </a:xfrm>
            <a:custGeom>
              <a:avLst/>
              <a:gdLst>
                <a:gd name="T0" fmla="*/ 1700 w 7"/>
                <a:gd name="T1" fmla="*/ 357 h 7"/>
                <a:gd name="T2" fmla="*/ 357 w 7"/>
                <a:gd name="T3" fmla="*/ 563 h 7"/>
                <a:gd name="T4" fmla="*/ 563 w 7"/>
                <a:gd name="T5" fmla="*/ 1700 h 7"/>
                <a:gd name="T6" fmla="*/ 1700 w 7"/>
                <a:gd name="T7" fmla="*/ 1700 h 7"/>
                <a:gd name="T8" fmla="*/ 170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95" name="Freeform 455">
              <a:extLst>
                <a:ext uri="{FF2B5EF4-FFF2-40B4-BE49-F238E27FC236}">
                  <a16:creationId xmlns:a16="http://schemas.microsoft.com/office/drawing/2014/main" id="{97B3F2D2-F772-46BB-AD10-ADFA9214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228"/>
              <a:ext cx="5" cy="5"/>
            </a:xfrm>
            <a:custGeom>
              <a:avLst/>
              <a:gdLst>
                <a:gd name="T0" fmla="*/ 313 w 2"/>
                <a:gd name="T1" fmla="*/ 0 h 2"/>
                <a:gd name="T2" fmla="*/ 0 w 2"/>
                <a:gd name="T3" fmla="*/ 0 h 2"/>
                <a:gd name="T4" fmla="*/ 0 w 2"/>
                <a:gd name="T5" fmla="*/ 520 h 2"/>
                <a:gd name="T6" fmla="*/ 520 w 2"/>
                <a:gd name="T7" fmla="*/ 520 h 2"/>
                <a:gd name="T8" fmla="*/ 313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96" name="Freeform 456">
              <a:extLst>
                <a:ext uri="{FF2B5EF4-FFF2-40B4-BE49-F238E27FC236}">
                  <a16:creationId xmlns:a16="http://schemas.microsoft.com/office/drawing/2014/main" id="{EE38FDF4-1532-49C8-BFF0-5708033F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241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357 w 7"/>
                <a:gd name="T3" fmla="*/ 442 h 7"/>
                <a:gd name="T4" fmla="*/ 357 w 7"/>
                <a:gd name="T5" fmla="*/ 2342 h 7"/>
                <a:gd name="T6" fmla="*/ 1700 w 7"/>
                <a:gd name="T7" fmla="*/ 2342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97" name="Freeform 457">
              <a:extLst>
                <a:ext uri="{FF2B5EF4-FFF2-40B4-BE49-F238E27FC236}">
                  <a16:creationId xmlns:a16="http://schemas.microsoft.com/office/drawing/2014/main" id="{6642AE80-B97E-428F-BB00-1C5E57147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247"/>
              <a:ext cx="8" cy="5"/>
            </a:xfrm>
            <a:custGeom>
              <a:avLst/>
              <a:gdLst>
                <a:gd name="T0" fmla="*/ 661 w 3"/>
                <a:gd name="T1" fmla="*/ 0 h 2"/>
                <a:gd name="T2" fmla="*/ 397 w 3"/>
                <a:gd name="T3" fmla="*/ 0 h 2"/>
                <a:gd name="T4" fmla="*/ 397 w 3"/>
                <a:gd name="T5" fmla="*/ 520 h 2"/>
                <a:gd name="T6" fmla="*/ 661 w 3"/>
                <a:gd name="T7" fmla="*/ 520 h 2"/>
                <a:gd name="T8" fmla="*/ 661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98" name="Freeform 458">
              <a:extLst>
                <a:ext uri="{FF2B5EF4-FFF2-40B4-BE49-F238E27FC236}">
                  <a16:creationId xmlns:a16="http://schemas.microsoft.com/office/drawing/2014/main" id="{DB2052E2-3B11-4ADF-A853-2E2A41BC8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260"/>
              <a:ext cx="18" cy="19"/>
            </a:xfrm>
            <a:custGeom>
              <a:avLst/>
              <a:gdLst>
                <a:gd name="T0" fmla="*/ 1448 w 7"/>
                <a:gd name="T1" fmla="*/ 442 h 7"/>
                <a:gd name="T2" fmla="*/ 357 w 7"/>
                <a:gd name="T3" fmla="*/ 442 h 7"/>
                <a:gd name="T4" fmla="*/ 357 w 7"/>
                <a:gd name="T5" fmla="*/ 2342 h 7"/>
                <a:gd name="T6" fmla="*/ 1700 w 7"/>
                <a:gd name="T7" fmla="*/ 2063 h 7"/>
                <a:gd name="T8" fmla="*/ 1448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99" name="Freeform 459">
              <a:extLst>
                <a:ext uri="{FF2B5EF4-FFF2-40B4-BE49-F238E27FC236}">
                  <a16:creationId xmlns:a16="http://schemas.microsoft.com/office/drawing/2014/main" id="{C4200254-59A8-465A-A90F-8195034DE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263"/>
              <a:ext cx="5" cy="8"/>
            </a:xfrm>
            <a:custGeom>
              <a:avLst/>
              <a:gdLst>
                <a:gd name="T0" fmla="*/ 520 w 2"/>
                <a:gd name="T1" fmla="*/ 0 h 3"/>
                <a:gd name="T2" fmla="*/ 0 w 2"/>
                <a:gd name="T3" fmla="*/ 397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00" name="Freeform 460">
              <a:extLst>
                <a:ext uri="{FF2B5EF4-FFF2-40B4-BE49-F238E27FC236}">
                  <a16:creationId xmlns:a16="http://schemas.microsoft.com/office/drawing/2014/main" id="{CA90F65F-96E3-46BC-88B3-A5C6AF666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276"/>
              <a:ext cx="18" cy="21"/>
            </a:xfrm>
            <a:custGeom>
              <a:avLst/>
              <a:gdLst>
                <a:gd name="T0" fmla="*/ 1448 w 7"/>
                <a:gd name="T1" fmla="*/ 378 h 8"/>
                <a:gd name="T2" fmla="*/ 357 w 7"/>
                <a:gd name="T3" fmla="*/ 614 h 8"/>
                <a:gd name="T4" fmla="*/ 563 w 7"/>
                <a:gd name="T5" fmla="*/ 2226 h 8"/>
                <a:gd name="T6" fmla="*/ 1700 w 7"/>
                <a:gd name="T7" fmla="*/ 1992 h 8"/>
                <a:gd name="T8" fmla="*/ 1448 w 7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4" y="0"/>
                    <a:pt x="2" y="1"/>
                    <a:pt x="1" y="2"/>
                  </a:cubicBezTo>
                  <a:cubicBezTo>
                    <a:pt x="0" y="3"/>
                    <a:pt x="0" y="6"/>
                    <a:pt x="2" y="7"/>
                  </a:cubicBezTo>
                  <a:cubicBezTo>
                    <a:pt x="3" y="8"/>
                    <a:pt x="5" y="7"/>
                    <a:pt x="6" y="6"/>
                  </a:cubicBezTo>
                  <a:cubicBezTo>
                    <a:pt x="7" y="4"/>
                    <a:pt x="7" y="2"/>
                    <a:pt x="5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01" name="Freeform 461">
              <a:extLst>
                <a:ext uri="{FF2B5EF4-FFF2-40B4-BE49-F238E27FC236}">
                  <a16:creationId xmlns:a16="http://schemas.microsoft.com/office/drawing/2014/main" id="{DCDE7964-88F9-48DF-8746-B460BAAD3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281"/>
              <a:ext cx="8" cy="6"/>
            </a:xfrm>
            <a:custGeom>
              <a:avLst/>
              <a:gdLst>
                <a:gd name="T0" fmla="*/ 661 w 3"/>
                <a:gd name="T1" fmla="*/ 0 h 2"/>
                <a:gd name="T2" fmla="*/ 0 w 3"/>
                <a:gd name="T3" fmla="*/ 0 h 2"/>
                <a:gd name="T4" fmla="*/ 397 w 3"/>
                <a:gd name="T5" fmla="*/ 1458 h 2"/>
                <a:gd name="T6" fmla="*/ 661 w 3"/>
                <a:gd name="T7" fmla="*/ 1458 h 2"/>
                <a:gd name="T8" fmla="*/ 661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02" name="Freeform 462">
              <a:extLst>
                <a:ext uri="{FF2B5EF4-FFF2-40B4-BE49-F238E27FC236}">
                  <a16:creationId xmlns:a16="http://schemas.microsoft.com/office/drawing/2014/main" id="{AC69316F-1303-4A47-B7A7-43CBB8C26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295"/>
              <a:ext cx="18" cy="18"/>
            </a:xfrm>
            <a:custGeom>
              <a:avLst/>
              <a:gdLst>
                <a:gd name="T0" fmla="*/ 1448 w 7"/>
                <a:gd name="T1" fmla="*/ 357 h 7"/>
                <a:gd name="T2" fmla="*/ 357 w 7"/>
                <a:gd name="T3" fmla="*/ 357 h 7"/>
                <a:gd name="T4" fmla="*/ 563 w 7"/>
                <a:gd name="T5" fmla="*/ 1700 h 7"/>
                <a:gd name="T6" fmla="*/ 1700 w 7"/>
                <a:gd name="T7" fmla="*/ 1448 h 7"/>
                <a:gd name="T8" fmla="*/ 1448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2" y="6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03" name="Freeform 463">
              <a:extLst>
                <a:ext uri="{FF2B5EF4-FFF2-40B4-BE49-F238E27FC236}">
                  <a16:creationId xmlns:a16="http://schemas.microsoft.com/office/drawing/2014/main" id="{522C9009-32A4-458E-9833-FAA772C0B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297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0 w 3"/>
                <a:gd name="T3" fmla="*/ 397 h 3"/>
                <a:gd name="T4" fmla="*/ 397 w 3"/>
                <a:gd name="T5" fmla="*/ 661 h 3"/>
                <a:gd name="T6" fmla="*/ 661 w 3"/>
                <a:gd name="T7" fmla="*/ 661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04" name="Oval 464">
              <a:extLst>
                <a:ext uri="{FF2B5EF4-FFF2-40B4-BE49-F238E27FC236}">
                  <a16:creationId xmlns:a16="http://schemas.microsoft.com/office/drawing/2014/main" id="{0B34EC44-A413-4198-BC52-70243AB3C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2" y="1441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05" name="Oval 465">
              <a:extLst>
                <a:ext uri="{FF2B5EF4-FFF2-40B4-BE49-F238E27FC236}">
                  <a16:creationId xmlns:a16="http://schemas.microsoft.com/office/drawing/2014/main" id="{ECA5BE51-5A7A-4005-9A9A-254659D51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144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06" name="Oval 466">
              <a:extLst>
                <a:ext uri="{FF2B5EF4-FFF2-40B4-BE49-F238E27FC236}">
                  <a16:creationId xmlns:a16="http://schemas.microsoft.com/office/drawing/2014/main" id="{51990A59-B8A1-44AC-B741-F3E279558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441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07" name="Oval 467">
              <a:extLst>
                <a:ext uri="{FF2B5EF4-FFF2-40B4-BE49-F238E27FC236}">
                  <a16:creationId xmlns:a16="http://schemas.microsoft.com/office/drawing/2014/main" id="{4C482EEC-D56E-4DCA-8985-B2D510E1E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9" y="144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08" name="Oval 468">
              <a:extLst>
                <a:ext uri="{FF2B5EF4-FFF2-40B4-BE49-F238E27FC236}">
                  <a16:creationId xmlns:a16="http://schemas.microsoft.com/office/drawing/2014/main" id="{BEB72514-E921-4307-BEF7-9BF05632D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1444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09" name="Oval 469">
              <a:extLst>
                <a:ext uri="{FF2B5EF4-FFF2-40B4-BE49-F238E27FC236}">
                  <a16:creationId xmlns:a16="http://schemas.microsoft.com/office/drawing/2014/main" id="{5C2B915A-4E0E-4712-9B31-E00E46A83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1447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10" name="Oval 470">
              <a:extLst>
                <a:ext uri="{FF2B5EF4-FFF2-40B4-BE49-F238E27FC236}">
                  <a16:creationId xmlns:a16="http://schemas.microsoft.com/office/drawing/2014/main" id="{490620A0-DC76-43B8-AC82-71B50524E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447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11" name="Oval 471">
              <a:extLst>
                <a:ext uri="{FF2B5EF4-FFF2-40B4-BE49-F238E27FC236}">
                  <a16:creationId xmlns:a16="http://schemas.microsoft.com/office/drawing/2014/main" id="{BC7723DF-69AE-4636-9733-ABA42EE3E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" y="145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12" name="Oval 472">
              <a:extLst>
                <a:ext uri="{FF2B5EF4-FFF2-40B4-BE49-F238E27FC236}">
                  <a16:creationId xmlns:a16="http://schemas.microsoft.com/office/drawing/2014/main" id="{59A9CF71-0EC9-42AC-823E-AE8F689C0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1449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13" name="Oval 473">
              <a:extLst>
                <a:ext uri="{FF2B5EF4-FFF2-40B4-BE49-F238E27FC236}">
                  <a16:creationId xmlns:a16="http://schemas.microsoft.com/office/drawing/2014/main" id="{6BE6CB18-BDD5-48C9-AFD4-77FE58E13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45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14" name="Oval 474">
              <a:extLst>
                <a:ext uri="{FF2B5EF4-FFF2-40B4-BE49-F238E27FC236}">
                  <a16:creationId xmlns:a16="http://schemas.microsoft.com/office/drawing/2014/main" id="{83CE791D-765B-4318-BF18-E8592DF74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457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15" name="Oval 475">
              <a:extLst>
                <a:ext uri="{FF2B5EF4-FFF2-40B4-BE49-F238E27FC236}">
                  <a16:creationId xmlns:a16="http://schemas.microsoft.com/office/drawing/2014/main" id="{A5E28E03-B64A-4469-92F0-804319778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146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16" name="Oval 476">
              <a:extLst>
                <a:ext uri="{FF2B5EF4-FFF2-40B4-BE49-F238E27FC236}">
                  <a16:creationId xmlns:a16="http://schemas.microsoft.com/office/drawing/2014/main" id="{1F10B9CE-1FD0-4DD1-961B-B809746CB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463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17" name="Oval 477">
              <a:extLst>
                <a:ext uri="{FF2B5EF4-FFF2-40B4-BE49-F238E27FC236}">
                  <a16:creationId xmlns:a16="http://schemas.microsoft.com/office/drawing/2014/main" id="{7609A85E-A125-41D0-A2CE-14717454D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46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18" name="Oval 478">
              <a:extLst>
                <a:ext uri="{FF2B5EF4-FFF2-40B4-BE49-F238E27FC236}">
                  <a16:creationId xmlns:a16="http://schemas.microsoft.com/office/drawing/2014/main" id="{8AAD94E2-0BD6-42E2-B348-15DB1CB8B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9" y="1468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19" name="Oval 479">
              <a:extLst>
                <a:ext uri="{FF2B5EF4-FFF2-40B4-BE49-F238E27FC236}">
                  <a16:creationId xmlns:a16="http://schemas.microsoft.com/office/drawing/2014/main" id="{D14B5E91-1299-4668-B056-7CA88618D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47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20" name="Oval 480">
              <a:extLst>
                <a:ext uri="{FF2B5EF4-FFF2-40B4-BE49-F238E27FC236}">
                  <a16:creationId xmlns:a16="http://schemas.microsoft.com/office/drawing/2014/main" id="{80C88985-CB16-44AB-B3F1-550D2C629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7" y="1476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21" name="Oval 481">
              <a:extLst>
                <a:ext uri="{FF2B5EF4-FFF2-40B4-BE49-F238E27FC236}">
                  <a16:creationId xmlns:a16="http://schemas.microsoft.com/office/drawing/2014/main" id="{86F85E6C-C07E-42B5-8A74-F3B02DF2F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" y="148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22" name="Oval 482">
              <a:extLst>
                <a:ext uri="{FF2B5EF4-FFF2-40B4-BE49-F238E27FC236}">
                  <a16:creationId xmlns:a16="http://schemas.microsoft.com/office/drawing/2014/main" id="{A8A38F20-8D38-4B04-953A-95180C5F4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2" y="1484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23" name="Oval 483">
              <a:extLst>
                <a:ext uri="{FF2B5EF4-FFF2-40B4-BE49-F238E27FC236}">
                  <a16:creationId xmlns:a16="http://schemas.microsoft.com/office/drawing/2014/main" id="{F1F39037-7AFE-4AED-865F-9D30C41E7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7" y="1489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24" name="Oval 484">
              <a:extLst>
                <a:ext uri="{FF2B5EF4-FFF2-40B4-BE49-F238E27FC236}">
                  <a16:creationId xmlns:a16="http://schemas.microsoft.com/office/drawing/2014/main" id="{0BE4EF50-62D4-4529-932B-4DD66A1CC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1495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25" name="Oval 485">
              <a:extLst>
                <a:ext uri="{FF2B5EF4-FFF2-40B4-BE49-F238E27FC236}">
                  <a16:creationId xmlns:a16="http://schemas.microsoft.com/office/drawing/2014/main" id="{EBC8622C-CDC7-405E-83B6-4C5D29D5A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4" y="149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26" name="Oval 486">
              <a:extLst>
                <a:ext uri="{FF2B5EF4-FFF2-40B4-BE49-F238E27FC236}">
                  <a16:creationId xmlns:a16="http://schemas.microsoft.com/office/drawing/2014/main" id="{3DD05EF0-F77A-4D21-9F8E-38069E51B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1505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27" name="Oval 487">
              <a:extLst>
                <a:ext uri="{FF2B5EF4-FFF2-40B4-BE49-F238E27FC236}">
                  <a16:creationId xmlns:a16="http://schemas.microsoft.com/office/drawing/2014/main" id="{677130CB-776E-4A33-82B7-209E15C90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" y="150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28" name="Oval 488">
              <a:extLst>
                <a:ext uri="{FF2B5EF4-FFF2-40B4-BE49-F238E27FC236}">
                  <a16:creationId xmlns:a16="http://schemas.microsoft.com/office/drawing/2014/main" id="{9E134998-08C4-45AA-AEC0-D66F79982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1516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29" name="Oval 489">
              <a:extLst>
                <a:ext uri="{FF2B5EF4-FFF2-40B4-BE49-F238E27FC236}">
                  <a16:creationId xmlns:a16="http://schemas.microsoft.com/office/drawing/2014/main" id="{BC1CBAB2-2C06-4842-9DBA-1A8D75A3C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7" y="151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30" name="Oval 490">
              <a:extLst>
                <a:ext uri="{FF2B5EF4-FFF2-40B4-BE49-F238E27FC236}">
                  <a16:creationId xmlns:a16="http://schemas.microsoft.com/office/drawing/2014/main" id="{721FE8CB-7684-4B95-9759-9578180C1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" y="1527"/>
              <a:ext cx="17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31" name="Oval 491">
              <a:extLst>
                <a:ext uri="{FF2B5EF4-FFF2-40B4-BE49-F238E27FC236}">
                  <a16:creationId xmlns:a16="http://schemas.microsoft.com/office/drawing/2014/main" id="{A6933C77-65D3-421C-ABDE-568ECE9AE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152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32" name="Oval 492">
              <a:extLst>
                <a:ext uri="{FF2B5EF4-FFF2-40B4-BE49-F238E27FC236}">
                  <a16:creationId xmlns:a16="http://schemas.microsoft.com/office/drawing/2014/main" id="{81D6C409-BB8B-44A7-8916-E6FB06915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7" y="1537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33" name="Oval 493">
              <a:extLst>
                <a:ext uri="{FF2B5EF4-FFF2-40B4-BE49-F238E27FC236}">
                  <a16:creationId xmlns:a16="http://schemas.microsoft.com/office/drawing/2014/main" id="{30E83A5D-3AE3-4856-B592-0639DDF9F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2" y="154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34" name="Oval 494">
              <a:extLst>
                <a:ext uri="{FF2B5EF4-FFF2-40B4-BE49-F238E27FC236}">
                  <a16:creationId xmlns:a16="http://schemas.microsoft.com/office/drawing/2014/main" id="{26370CA7-4895-4F48-8430-53540C31E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4" y="1548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35" name="Oval 495">
              <a:extLst>
                <a:ext uri="{FF2B5EF4-FFF2-40B4-BE49-F238E27FC236}">
                  <a16:creationId xmlns:a16="http://schemas.microsoft.com/office/drawing/2014/main" id="{3A5608D8-89B6-48CE-BF4E-C39EF0A83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" y="155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36" name="Oval 496">
              <a:extLst>
                <a:ext uri="{FF2B5EF4-FFF2-40B4-BE49-F238E27FC236}">
                  <a16:creationId xmlns:a16="http://schemas.microsoft.com/office/drawing/2014/main" id="{414ECF14-DDB0-4E05-8491-6996D40FA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3119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37" name="Oval 497">
              <a:extLst>
                <a:ext uri="{FF2B5EF4-FFF2-40B4-BE49-F238E27FC236}">
                  <a16:creationId xmlns:a16="http://schemas.microsoft.com/office/drawing/2014/main" id="{97581D82-93CA-4BEA-BECA-FDE5B9DE7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312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38" name="Oval 498">
              <a:extLst>
                <a:ext uri="{FF2B5EF4-FFF2-40B4-BE49-F238E27FC236}">
                  <a16:creationId xmlns:a16="http://schemas.microsoft.com/office/drawing/2014/main" id="{E88F0BAC-A10A-450B-9025-F9ECE7D26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3119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39" name="Oval 499">
              <a:extLst>
                <a:ext uri="{FF2B5EF4-FFF2-40B4-BE49-F238E27FC236}">
                  <a16:creationId xmlns:a16="http://schemas.microsoft.com/office/drawing/2014/main" id="{26081BDC-DFEC-47A0-AFB7-FC3DE4422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312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40" name="Oval 500">
              <a:extLst>
                <a:ext uri="{FF2B5EF4-FFF2-40B4-BE49-F238E27FC236}">
                  <a16:creationId xmlns:a16="http://schemas.microsoft.com/office/drawing/2014/main" id="{E192E9DF-3B7A-4485-A633-3878A1F78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3116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41" name="Oval 501">
              <a:extLst>
                <a:ext uri="{FF2B5EF4-FFF2-40B4-BE49-F238E27FC236}">
                  <a16:creationId xmlns:a16="http://schemas.microsoft.com/office/drawing/2014/main" id="{4A5033A1-3F91-4F7D-A5FD-751897A2C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311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42" name="Oval 502">
              <a:extLst>
                <a:ext uri="{FF2B5EF4-FFF2-40B4-BE49-F238E27FC236}">
                  <a16:creationId xmlns:a16="http://schemas.microsoft.com/office/drawing/2014/main" id="{CA7890E9-F848-4974-8A26-A4D8AADA8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7" y="3111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43" name="Oval 503">
              <a:extLst>
                <a:ext uri="{FF2B5EF4-FFF2-40B4-BE49-F238E27FC236}">
                  <a16:creationId xmlns:a16="http://schemas.microsoft.com/office/drawing/2014/main" id="{3CD9BCB2-3DE2-41FA-8C2B-FBD8EFAAF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311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44" name="Oval 504">
              <a:extLst>
                <a:ext uri="{FF2B5EF4-FFF2-40B4-BE49-F238E27FC236}">
                  <a16:creationId xmlns:a16="http://schemas.microsoft.com/office/drawing/2014/main" id="{E56F3367-91B9-4B63-BAC9-BC1CDDBBA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3105"/>
              <a:ext cx="17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45" name="Oval 505">
              <a:extLst>
                <a:ext uri="{FF2B5EF4-FFF2-40B4-BE49-F238E27FC236}">
                  <a16:creationId xmlns:a16="http://schemas.microsoft.com/office/drawing/2014/main" id="{7B48AC11-1CF2-4C6C-9832-EF20C00FC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310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46" name="Oval 506">
              <a:extLst>
                <a:ext uri="{FF2B5EF4-FFF2-40B4-BE49-F238E27FC236}">
                  <a16:creationId xmlns:a16="http://schemas.microsoft.com/office/drawing/2014/main" id="{F825130D-1A58-4222-927E-DB3242C42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3100"/>
              <a:ext cx="17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47" name="Oval 507">
              <a:extLst>
                <a:ext uri="{FF2B5EF4-FFF2-40B4-BE49-F238E27FC236}">
                  <a16:creationId xmlns:a16="http://schemas.microsoft.com/office/drawing/2014/main" id="{1DCE7E09-1DC5-40BD-883E-37D1C7920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3103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48" name="Oval 508">
              <a:extLst>
                <a:ext uri="{FF2B5EF4-FFF2-40B4-BE49-F238E27FC236}">
                  <a16:creationId xmlns:a16="http://schemas.microsoft.com/office/drawing/2014/main" id="{F5BDE851-59FE-41B0-BAF6-FF446FBEE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3092"/>
              <a:ext cx="17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49" name="Oval 509">
              <a:extLst>
                <a:ext uri="{FF2B5EF4-FFF2-40B4-BE49-F238E27FC236}">
                  <a16:creationId xmlns:a16="http://schemas.microsoft.com/office/drawing/2014/main" id="{3DB2E038-28E4-49C1-99F6-603D17779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309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50" name="Oval 510">
              <a:extLst>
                <a:ext uri="{FF2B5EF4-FFF2-40B4-BE49-F238E27FC236}">
                  <a16:creationId xmlns:a16="http://schemas.microsoft.com/office/drawing/2014/main" id="{B9CA9CF5-1B3D-456B-A234-9055F105E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3081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51" name="Oval 511">
              <a:extLst>
                <a:ext uri="{FF2B5EF4-FFF2-40B4-BE49-F238E27FC236}">
                  <a16:creationId xmlns:a16="http://schemas.microsoft.com/office/drawing/2014/main" id="{03BAB873-CEAB-4238-81E5-7390AD3C6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3084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52" name="Oval 512">
              <a:extLst>
                <a:ext uri="{FF2B5EF4-FFF2-40B4-BE49-F238E27FC236}">
                  <a16:creationId xmlns:a16="http://schemas.microsoft.com/office/drawing/2014/main" id="{54E69744-458E-4A98-BFDA-E89CD62FC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2" y="3073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53" name="Oval 513">
              <a:extLst>
                <a:ext uri="{FF2B5EF4-FFF2-40B4-BE49-F238E27FC236}">
                  <a16:creationId xmlns:a16="http://schemas.microsoft.com/office/drawing/2014/main" id="{C54ADB69-7345-407C-AB53-03DA29469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307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54" name="Oval 514">
              <a:extLst>
                <a:ext uri="{FF2B5EF4-FFF2-40B4-BE49-F238E27FC236}">
                  <a16:creationId xmlns:a16="http://schemas.microsoft.com/office/drawing/2014/main" id="{DB8FC448-A46D-4F23-B18D-67B9EDA9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3063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55" name="Oval 515">
              <a:extLst>
                <a:ext uri="{FF2B5EF4-FFF2-40B4-BE49-F238E27FC236}">
                  <a16:creationId xmlns:a16="http://schemas.microsoft.com/office/drawing/2014/main" id="{3D552668-F2F1-4870-B4B6-85B526191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06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56" name="Oval 516">
              <a:extLst>
                <a:ext uri="{FF2B5EF4-FFF2-40B4-BE49-F238E27FC236}">
                  <a16:creationId xmlns:a16="http://schemas.microsoft.com/office/drawing/2014/main" id="{32255F03-B8EA-4151-B03F-505D3EC8F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3052"/>
              <a:ext cx="17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57" name="Oval 517">
              <a:extLst>
                <a:ext uri="{FF2B5EF4-FFF2-40B4-BE49-F238E27FC236}">
                  <a16:creationId xmlns:a16="http://schemas.microsoft.com/office/drawing/2014/main" id="{19D624EA-FA15-4982-8869-F163DD9A3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" y="305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58" name="Freeform 518">
              <a:extLst>
                <a:ext uri="{FF2B5EF4-FFF2-40B4-BE49-F238E27FC236}">
                  <a16:creationId xmlns:a16="http://schemas.microsoft.com/office/drawing/2014/main" id="{7594FBBD-3B43-470A-AB93-BE4A83172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039"/>
              <a:ext cx="18" cy="18"/>
            </a:xfrm>
            <a:custGeom>
              <a:avLst/>
              <a:gdLst>
                <a:gd name="T0" fmla="*/ 357 w 7"/>
                <a:gd name="T1" fmla="*/ 1137 h 7"/>
                <a:gd name="T2" fmla="*/ 1137 w 7"/>
                <a:gd name="T3" fmla="*/ 2003 h 7"/>
                <a:gd name="T4" fmla="*/ 2003 w 7"/>
                <a:gd name="T5" fmla="*/ 918 h 7"/>
                <a:gd name="T6" fmla="*/ 918 w 7"/>
                <a:gd name="T7" fmla="*/ 357 h 7"/>
                <a:gd name="T8" fmla="*/ 357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6"/>
                    <a:pt x="3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1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59" name="Freeform 519">
              <a:extLst>
                <a:ext uri="{FF2B5EF4-FFF2-40B4-BE49-F238E27FC236}">
                  <a16:creationId xmlns:a16="http://schemas.microsoft.com/office/drawing/2014/main" id="{C4C994B9-4F57-4D2A-9B7D-372A05BC3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044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313 w 2"/>
                <a:gd name="T3" fmla="*/ 520 h 2"/>
                <a:gd name="T4" fmla="*/ 520 w 2"/>
                <a:gd name="T5" fmla="*/ 313 h 2"/>
                <a:gd name="T6" fmla="*/ 0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60" name="Freeform 520">
              <a:extLst>
                <a:ext uri="{FF2B5EF4-FFF2-40B4-BE49-F238E27FC236}">
                  <a16:creationId xmlns:a16="http://schemas.microsoft.com/office/drawing/2014/main" id="{AD4CCCBD-E24F-4C22-963F-66BD781E3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028"/>
              <a:ext cx="17" cy="19"/>
            </a:xfrm>
            <a:custGeom>
              <a:avLst/>
              <a:gdLst>
                <a:gd name="T0" fmla="*/ 0 w 7"/>
                <a:gd name="T1" fmla="*/ 1620 h 7"/>
                <a:gd name="T2" fmla="*/ 831 w 7"/>
                <a:gd name="T3" fmla="*/ 2823 h 7"/>
                <a:gd name="T4" fmla="*/ 1433 w 7"/>
                <a:gd name="T5" fmla="*/ 1200 h 7"/>
                <a:gd name="T6" fmla="*/ 590 w 7"/>
                <a:gd name="T7" fmla="*/ 0 h 7"/>
                <a:gd name="T8" fmla="*/ 0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2" y="7"/>
                    <a:pt x="4" y="7"/>
                  </a:cubicBezTo>
                  <a:cubicBezTo>
                    <a:pt x="6" y="6"/>
                    <a:pt x="7" y="5"/>
                    <a:pt x="7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61" name="Freeform 521">
              <a:extLst>
                <a:ext uri="{FF2B5EF4-FFF2-40B4-BE49-F238E27FC236}">
                  <a16:creationId xmlns:a16="http://schemas.microsoft.com/office/drawing/2014/main" id="{565690D7-0976-4898-9750-2EC814995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031"/>
              <a:ext cx="8" cy="8"/>
            </a:xfrm>
            <a:custGeom>
              <a:avLst/>
              <a:gdLst>
                <a:gd name="T0" fmla="*/ 397 w 3"/>
                <a:gd name="T1" fmla="*/ 661 h 3"/>
                <a:gd name="T2" fmla="*/ 661 w 3"/>
                <a:gd name="T3" fmla="*/ 1059 h 3"/>
                <a:gd name="T4" fmla="*/ 1059 w 3"/>
                <a:gd name="T5" fmla="*/ 397 h 3"/>
                <a:gd name="T6" fmla="*/ 397 w 3"/>
                <a:gd name="T7" fmla="*/ 397 h 3"/>
                <a:gd name="T8" fmla="*/ 397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62" name="Freeform 522">
              <a:extLst>
                <a:ext uri="{FF2B5EF4-FFF2-40B4-BE49-F238E27FC236}">
                  <a16:creationId xmlns:a16="http://schemas.microsoft.com/office/drawing/2014/main" id="{1D11A4B8-8DBA-4FBB-B036-C2C231D7B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3015"/>
              <a:ext cx="17" cy="18"/>
            </a:xfrm>
            <a:custGeom>
              <a:avLst/>
              <a:gdLst>
                <a:gd name="T0" fmla="*/ 170 w 7"/>
                <a:gd name="T1" fmla="*/ 1137 h 7"/>
                <a:gd name="T2" fmla="*/ 1003 w 7"/>
                <a:gd name="T3" fmla="*/ 2003 h 7"/>
                <a:gd name="T4" fmla="*/ 1433 w 7"/>
                <a:gd name="T5" fmla="*/ 918 h 7"/>
                <a:gd name="T6" fmla="*/ 590 w 7"/>
                <a:gd name="T7" fmla="*/ 357 h 7"/>
                <a:gd name="T8" fmla="*/ 170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2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63" name="Freeform 523">
              <a:extLst>
                <a:ext uri="{FF2B5EF4-FFF2-40B4-BE49-F238E27FC236}">
                  <a16:creationId xmlns:a16="http://schemas.microsoft.com/office/drawing/2014/main" id="{AFBABAC1-8845-40C8-A880-B6BB32F08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3020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313 w 2"/>
                <a:gd name="T3" fmla="*/ 520 h 2"/>
                <a:gd name="T4" fmla="*/ 520 w 2"/>
                <a:gd name="T5" fmla="*/ 313 h 2"/>
                <a:gd name="T6" fmla="*/ 313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64" name="Freeform 524">
              <a:extLst>
                <a:ext uri="{FF2B5EF4-FFF2-40B4-BE49-F238E27FC236}">
                  <a16:creationId xmlns:a16="http://schemas.microsoft.com/office/drawing/2014/main" id="{CF6F2D8A-59FF-46DE-AA2C-AB4157E1B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001"/>
              <a:ext cx="18" cy="19"/>
            </a:xfrm>
            <a:custGeom>
              <a:avLst/>
              <a:gdLst>
                <a:gd name="T0" fmla="*/ 0 w 7"/>
                <a:gd name="T1" fmla="*/ 2063 h 7"/>
                <a:gd name="T2" fmla="*/ 1137 w 7"/>
                <a:gd name="T3" fmla="*/ 2823 h 7"/>
                <a:gd name="T4" fmla="*/ 2003 w 7"/>
                <a:gd name="T5" fmla="*/ 1200 h 7"/>
                <a:gd name="T6" fmla="*/ 918 w 7"/>
                <a:gd name="T7" fmla="*/ 442 h 7"/>
                <a:gd name="T8" fmla="*/ 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6"/>
                    <a:pt x="2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6" y="2"/>
                    <a:pt x="5" y="0"/>
                    <a:pt x="3" y="1"/>
                  </a:cubicBezTo>
                  <a:cubicBezTo>
                    <a:pt x="1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65" name="Freeform 525">
              <a:extLst>
                <a:ext uri="{FF2B5EF4-FFF2-40B4-BE49-F238E27FC236}">
                  <a16:creationId xmlns:a16="http://schemas.microsoft.com/office/drawing/2014/main" id="{BFF0CEBA-A8B5-490E-B6DC-149A09810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007"/>
              <a:ext cx="7" cy="5"/>
            </a:xfrm>
            <a:custGeom>
              <a:avLst/>
              <a:gdLst>
                <a:gd name="T0" fmla="*/ 0 w 3"/>
                <a:gd name="T1" fmla="*/ 313 h 2"/>
                <a:gd name="T2" fmla="*/ 355 w 3"/>
                <a:gd name="T3" fmla="*/ 520 h 2"/>
                <a:gd name="T4" fmla="*/ 469 w 3"/>
                <a:gd name="T5" fmla="*/ 313 h 2"/>
                <a:gd name="T6" fmla="*/ 152 w 3"/>
                <a:gd name="T7" fmla="*/ 0 h 2"/>
                <a:gd name="T8" fmla="*/ 0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66" name="Freeform 526">
              <a:extLst>
                <a:ext uri="{FF2B5EF4-FFF2-40B4-BE49-F238E27FC236}">
                  <a16:creationId xmlns:a16="http://schemas.microsoft.com/office/drawing/2014/main" id="{743CA90F-120B-44D1-BB5C-86A6FF85F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988"/>
              <a:ext cx="18" cy="19"/>
            </a:xfrm>
            <a:custGeom>
              <a:avLst/>
              <a:gdLst>
                <a:gd name="T0" fmla="*/ 357 w 7"/>
                <a:gd name="T1" fmla="*/ 2063 h 7"/>
                <a:gd name="T2" fmla="*/ 1137 w 7"/>
                <a:gd name="T3" fmla="*/ 2823 h 7"/>
                <a:gd name="T4" fmla="*/ 2003 w 7"/>
                <a:gd name="T5" fmla="*/ 1200 h 7"/>
                <a:gd name="T6" fmla="*/ 918 w 7"/>
                <a:gd name="T7" fmla="*/ 442 h 7"/>
                <a:gd name="T8" fmla="*/ 357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1" y="6"/>
                    <a:pt x="3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67" name="Freeform 527">
              <a:extLst>
                <a:ext uri="{FF2B5EF4-FFF2-40B4-BE49-F238E27FC236}">
                  <a16:creationId xmlns:a16="http://schemas.microsoft.com/office/drawing/2014/main" id="{DAABBB92-8CC8-401B-9B6E-4C9E21F7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993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313 w 2"/>
                <a:gd name="T3" fmla="*/ 1458 h 2"/>
                <a:gd name="T4" fmla="*/ 520 w 2"/>
                <a:gd name="T5" fmla="*/ 729 h 2"/>
                <a:gd name="T6" fmla="*/ 313 w 2"/>
                <a:gd name="T7" fmla="*/ 0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68" name="Freeform 528">
              <a:extLst>
                <a:ext uri="{FF2B5EF4-FFF2-40B4-BE49-F238E27FC236}">
                  <a16:creationId xmlns:a16="http://schemas.microsoft.com/office/drawing/2014/main" id="{141AFD44-3CDF-4226-946E-AFFB8F2BF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975"/>
              <a:ext cx="18" cy="18"/>
            </a:xfrm>
            <a:custGeom>
              <a:avLst/>
              <a:gdLst>
                <a:gd name="T0" fmla="*/ 357 w 7"/>
                <a:gd name="T1" fmla="*/ 1448 h 7"/>
                <a:gd name="T2" fmla="*/ 1448 w 7"/>
                <a:gd name="T3" fmla="*/ 2003 h 7"/>
                <a:gd name="T4" fmla="*/ 2003 w 7"/>
                <a:gd name="T5" fmla="*/ 918 h 7"/>
                <a:gd name="T6" fmla="*/ 918 w 7"/>
                <a:gd name="T7" fmla="*/ 357 h 7"/>
                <a:gd name="T8" fmla="*/ 357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6" y="6"/>
                    <a:pt x="7" y="4"/>
                    <a:pt x="7" y="3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69" name="Freeform 529">
              <a:extLst>
                <a:ext uri="{FF2B5EF4-FFF2-40B4-BE49-F238E27FC236}">
                  <a16:creationId xmlns:a16="http://schemas.microsoft.com/office/drawing/2014/main" id="{DCF0F7AD-C24E-4F07-BB0F-A391EFD3D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980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313 w 2"/>
                <a:gd name="T3" fmla="*/ 520 h 2"/>
                <a:gd name="T4" fmla="*/ 520 w 2"/>
                <a:gd name="T5" fmla="*/ 0 h 2"/>
                <a:gd name="T6" fmla="*/ 313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0" name="Freeform 530">
              <a:extLst>
                <a:ext uri="{FF2B5EF4-FFF2-40B4-BE49-F238E27FC236}">
                  <a16:creationId xmlns:a16="http://schemas.microsoft.com/office/drawing/2014/main" id="{80D24EB6-664B-4D34-A16D-2A225D13C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961"/>
              <a:ext cx="20" cy="19"/>
            </a:xfrm>
            <a:custGeom>
              <a:avLst/>
              <a:gdLst>
                <a:gd name="T0" fmla="*/ 313 w 8"/>
                <a:gd name="T1" fmla="*/ 2063 h 7"/>
                <a:gd name="T2" fmla="*/ 1300 w 8"/>
                <a:gd name="T3" fmla="*/ 2823 h 7"/>
                <a:gd name="T4" fmla="*/ 1770 w 8"/>
                <a:gd name="T5" fmla="*/ 1200 h 7"/>
                <a:gd name="T6" fmla="*/ 783 w 8"/>
                <a:gd name="T7" fmla="*/ 442 h 7"/>
                <a:gd name="T8" fmla="*/ 313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2" y="6"/>
                    <a:pt x="3" y="7"/>
                    <a:pt x="5" y="7"/>
                  </a:cubicBezTo>
                  <a:cubicBezTo>
                    <a:pt x="7" y="6"/>
                    <a:pt x="8" y="4"/>
                    <a:pt x="7" y="3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71" name="Freeform 531">
              <a:extLst>
                <a:ext uri="{FF2B5EF4-FFF2-40B4-BE49-F238E27FC236}">
                  <a16:creationId xmlns:a16="http://schemas.microsoft.com/office/drawing/2014/main" id="{4B515CDB-F03A-42D6-9719-C309B9781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967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520 w 2"/>
                <a:gd name="T3" fmla="*/ 520 h 2"/>
                <a:gd name="T4" fmla="*/ 520 w 2"/>
                <a:gd name="T5" fmla="*/ 0 h 2"/>
                <a:gd name="T6" fmla="*/ 313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2" name="Freeform 532">
              <a:extLst>
                <a:ext uri="{FF2B5EF4-FFF2-40B4-BE49-F238E27FC236}">
                  <a16:creationId xmlns:a16="http://schemas.microsoft.com/office/drawing/2014/main" id="{788D49DC-9286-4ACD-A6B9-1A700DEF3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948"/>
              <a:ext cx="18" cy="19"/>
            </a:xfrm>
            <a:custGeom>
              <a:avLst/>
              <a:gdLst>
                <a:gd name="T0" fmla="*/ 357 w 7"/>
                <a:gd name="T1" fmla="*/ 1620 h 7"/>
                <a:gd name="T2" fmla="*/ 1448 w 7"/>
                <a:gd name="T3" fmla="*/ 2342 h 7"/>
                <a:gd name="T4" fmla="*/ 2003 w 7"/>
                <a:gd name="T5" fmla="*/ 760 h 7"/>
                <a:gd name="T6" fmla="*/ 918 w 7"/>
                <a:gd name="T7" fmla="*/ 0 h 7"/>
                <a:gd name="T8" fmla="*/ 357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6"/>
                    <a:pt x="3" y="7"/>
                    <a:pt x="5" y="6"/>
                  </a:cubicBezTo>
                  <a:cubicBezTo>
                    <a:pt x="6" y="6"/>
                    <a:pt x="7" y="4"/>
                    <a:pt x="7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73" name="Freeform 533">
              <a:extLst>
                <a:ext uri="{FF2B5EF4-FFF2-40B4-BE49-F238E27FC236}">
                  <a16:creationId xmlns:a16="http://schemas.microsoft.com/office/drawing/2014/main" id="{2DB28CA1-6BF8-43B8-B5AE-4325A1107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951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1059 h 3"/>
                <a:gd name="T4" fmla="*/ 520 w 2"/>
                <a:gd name="T5" fmla="*/ 397 h 3"/>
                <a:gd name="T6" fmla="*/ 313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4" name="Freeform 534">
              <a:extLst>
                <a:ext uri="{FF2B5EF4-FFF2-40B4-BE49-F238E27FC236}">
                  <a16:creationId xmlns:a16="http://schemas.microsoft.com/office/drawing/2014/main" id="{32119C40-9CD0-4B05-B7A7-037B91B2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932"/>
              <a:ext cx="18" cy="21"/>
            </a:xfrm>
            <a:custGeom>
              <a:avLst/>
              <a:gdLst>
                <a:gd name="T0" fmla="*/ 357 w 7"/>
                <a:gd name="T1" fmla="*/ 1612 h 8"/>
                <a:gd name="T2" fmla="*/ 1448 w 7"/>
                <a:gd name="T3" fmla="*/ 2226 h 8"/>
                <a:gd name="T4" fmla="*/ 2003 w 7"/>
                <a:gd name="T5" fmla="*/ 992 h 8"/>
                <a:gd name="T6" fmla="*/ 563 w 7"/>
                <a:gd name="T7" fmla="*/ 378 h 8"/>
                <a:gd name="T8" fmla="*/ 357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5"/>
                  </a:moveTo>
                  <a:cubicBezTo>
                    <a:pt x="1" y="7"/>
                    <a:pt x="3" y="8"/>
                    <a:pt x="5" y="7"/>
                  </a:cubicBezTo>
                  <a:cubicBezTo>
                    <a:pt x="6" y="6"/>
                    <a:pt x="7" y="5"/>
                    <a:pt x="7" y="3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75" name="Freeform 535">
              <a:extLst>
                <a:ext uri="{FF2B5EF4-FFF2-40B4-BE49-F238E27FC236}">
                  <a16:creationId xmlns:a16="http://schemas.microsoft.com/office/drawing/2014/main" id="{42E2F692-95EB-403F-8491-86F2A37D3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937"/>
              <a:ext cx="7" cy="6"/>
            </a:xfrm>
            <a:custGeom>
              <a:avLst/>
              <a:gdLst>
                <a:gd name="T0" fmla="*/ 152 w 3"/>
                <a:gd name="T1" fmla="*/ 1458 h 2"/>
                <a:gd name="T2" fmla="*/ 355 w 3"/>
                <a:gd name="T3" fmla="*/ 1458 h 2"/>
                <a:gd name="T4" fmla="*/ 469 w 3"/>
                <a:gd name="T5" fmla="*/ 729 h 2"/>
                <a:gd name="T6" fmla="*/ 152 w 3"/>
                <a:gd name="T7" fmla="*/ 0 h 2"/>
                <a:gd name="T8" fmla="*/ 152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6" name="Freeform 536">
              <a:extLst>
                <a:ext uri="{FF2B5EF4-FFF2-40B4-BE49-F238E27FC236}">
                  <a16:creationId xmlns:a16="http://schemas.microsoft.com/office/drawing/2014/main" id="{3A79D66D-3A92-46DE-8D8C-76D3569A2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919"/>
              <a:ext cx="20" cy="18"/>
            </a:xfrm>
            <a:custGeom>
              <a:avLst/>
              <a:gdLst>
                <a:gd name="T0" fmla="*/ 313 w 8"/>
                <a:gd name="T1" fmla="*/ 1448 h 7"/>
                <a:gd name="T2" fmla="*/ 1300 w 8"/>
                <a:gd name="T3" fmla="*/ 1700 h 7"/>
                <a:gd name="T4" fmla="*/ 1770 w 8"/>
                <a:gd name="T5" fmla="*/ 563 h 7"/>
                <a:gd name="T6" fmla="*/ 783 w 8"/>
                <a:gd name="T7" fmla="*/ 0 h 7"/>
                <a:gd name="T8" fmla="*/ 313 w 8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2" y="6"/>
                    <a:pt x="3" y="7"/>
                    <a:pt x="5" y="6"/>
                  </a:cubicBezTo>
                  <a:cubicBezTo>
                    <a:pt x="7" y="6"/>
                    <a:pt x="8" y="4"/>
                    <a:pt x="7" y="2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77" name="Freeform 537">
              <a:extLst>
                <a:ext uri="{FF2B5EF4-FFF2-40B4-BE49-F238E27FC236}">
                  <a16:creationId xmlns:a16="http://schemas.microsoft.com/office/drawing/2014/main" id="{2DACADD9-CDE6-44EC-94C6-42665475E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921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1059 h 3"/>
                <a:gd name="T4" fmla="*/ 520 w 2"/>
                <a:gd name="T5" fmla="*/ 397 h 3"/>
                <a:gd name="T6" fmla="*/ 313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8" name="Freeform 538">
              <a:extLst>
                <a:ext uri="{FF2B5EF4-FFF2-40B4-BE49-F238E27FC236}">
                  <a16:creationId xmlns:a16="http://schemas.microsoft.com/office/drawing/2014/main" id="{D791AAFD-A1A0-4CCE-BD33-9EC09E81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903"/>
              <a:ext cx="17" cy="18"/>
            </a:xfrm>
            <a:custGeom>
              <a:avLst/>
              <a:gdLst>
                <a:gd name="T0" fmla="*/ 0 w 7"/>
                <a:gd name="T1" fmla="*/ 1448 h 7"/>
                <a:gd name="T2" fmla="*/ 1003 w 7"/>
                <a:gd name="T3" fmla="*/ 2003 h 7"/>
                <a:gd name="T4" fmla="*/ 1433 w 7"/>
                <a:gd name="T5" fmla="*/ 918 h 7"/>
                <a:gd name="T6" fmla="*/ 413 w 7"/>
                <a:gd name="T7" fmla="*/ 357 h 7"/>
                <a:gd name="T8" fmla="*/ 0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6" y="6"/>
                    <a:pt x="7" y="4"/>
                    <a:pt x="7" y="3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79" name="Freeform 539">
              <a:extLst>
                <a:ext uri="{FF2B5EF4-FFF2-40B4-BE49-F238E27FC236}">
                  <a16:creationId xmlns:a16="http://schemas.microsoft.com/office/drawing/2014/main" id="{BC6D21FA-056E-43E8-B20C-099F00200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908"/>
              <a:ext cx="8" cy="5"/>
            </a:xfrm>
            <a:custGeom>
              <a:avLst/>
              <a:gdLst>
                <a:gd name="T0" fmla="*/ 397 w 3"/>
                <a:gd name="T1" fmla="*/ 313 h 2"/>
                <a:gd name="T2" fmla="*/ 661 w 3"/>
                <a:gd name="T3" fmla="*/ 520 h 2"/>
                <a:gd name="T4" fmla="*/ 1059 w 3"/>
                <a:gd name="T5" fmla="*/ 313 h 2"/>
                <a:gd name="T6" fmla="*/ 397 w 3"/>
                <a:gd name="T7" fmla="*/ 0 h 2"/>
                <a:gd name="T8" fmla="*/ 397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" name="Freeform 540">
              <a:extLst>
                <a:ext uri="{FF2B5EF4-FFF2-40B4-BE49-F238E27FC236}">
                  <a16:creationId xmlns:a16="http://schemas.microsoft.com/office/drawing/2014/main" id="{93129D8E-4633-47F0-A70F-A3F7C2D59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887"/>
              <a:ext cx="18" cy="21"/>
            </a:xfrm>
            <a:custGeom>
              <a:avLst/>
              <a:gdLst>
                <a:gd name="T0" fmla="*/ 357 w 7"/>
                <a:gd name="T1" fmla="*/ 1612 h 8"/>
                <a:gd name="T2" fmla="*/ 1448 w 7"/>
                <a:gd name="T3" fmla="*/ 2226 h 8"/>
                <a:gd name="T4" fmla="*/ 2003 w 7"/>
                <a:gd name="T5" fmla="*/ 614 h 8"/>
                <a:gd name="T6" fmla="*/ 563 w 7"/>
                <a:gd name="T7" fmla="*/ 378 h 8"/>
                <a:gd name="T8" fmla="*/ 357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5"/>
                  </a:move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7" y="4"/>
                    <a:pt x="7" y="2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81" name="Freeform 541">
              <a:extLst>
                <a:ext uri="{FF2B5EF4-FFF2-40B4-BE49-F238E27FC236}">
                  <a16:creationId xmlns:a16="http://schemas.microsoft.com/office/drawing/2014/main" id="{96F5332F-5E3E-4E6E-AC14-D457CEC7D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892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313 w 2"/>
                <a:gd name="T3" fmla="*/ 520 h 2"/>
                <a:gd name="T4" fmla="*/ 520 w 2"/>
                <a:gd name="T5" fmla="*/ 313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2" name="Freeform 542">
              <a:extLst>
                <a:ext uri="{FF2B5EF4-FFF2-40B4-BE49-F238E27FC236}">
                  <a16:creationId xmlns:a16="http://schemas.microsoft.com/office/drawing/2014/main" id="{F9E8946A-6ADC-472F-B5A7-D5FE9FD1D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873"/>
              <a:ext cx="20" cy="19"/>
            </a:xfrm>
            <a:custGeom>
              <a:avLst/>
              <a:gdLst>
                <a:gd name="T0" fmla="*/ 313 w 8"/>
                <a:gd name="T1" fmla="*/ 2063 h 7"/>
                <a:gd name="T2" fmla="*/ 1488 w 8"/>
                <a:gd name="T3" fmla="*/ 2342 h 7"/>
                <a:gd name="T4" fmla="*/ 1770 w 8"/>
                <a:gd name="T5" fmla="*/ 760 h 7"/>
                <a:gd name="T6" fmla="*/ 783 w 8"/>
                <a:gd name="T7" fmla="*/ 0 h 7"/>
                <a:gd name="T8" fmla="*/ 313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2" y="6"/>
                    <a:pt x="4" y="7"/>
                    <a:pt x="6" y="6"/>
                  </a:cubicBezTo>
                  <a:cubicBezTo>
                    <a:pt x="7" y="5"/>
                    <a:pt x="8" y="3"/>
                    <a:pt x="7" y="2"/>
                  </a:cubicBezTo>
                  <a:cubicBezTo>
                    <a:pt x="6" y="0"/>
                    <a:pt x="4" y="0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83" name="Freeform 543">
              <a:extLst>
                <a:ext uri="{FF2B5EF4-FFF2-40B4-BE49-F238E27FC236}">
                  <a16:creationId xmlns:a16="http://schemas.microsoft.com/office/drawing/2014/main" id="{4A57A172-3433-4F4C-B82D-F36EA2770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876"/>
              <a:ext cx="7" cy="8"/>
            </a:xfrm>
            <a:custGeom>
              <a:avLst/>
              <a:gdLst>
                <a:gd name="T0" fmla="*/ 0 w 3"/>
                <a:gd name="T1" fmla="*/ 661 h 3"/>
                <a:gd name="T2" fmla="*/ 355 w 3"/>
                <a:gd name="T3" fmla="*/ 661 h 3"/>
                <a:gd name="T4" fmla="*/ 355 w 3"/>
                <a:gd name="T5" fmla="*/ 397 h 3"/>
                <a:gd name="T6" fmla="*/ 152 w 3"/>
                <a:gd name="T7" fmla="*/ 397 h 3"/>
                <a:gd name="T8" fmla="*/ 0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3" y="2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4" name="Freeform 544">
              <a:extLst>
                <a:ext uri="{FF2B5EF4-FFF2-40B4-BE49-F238E27FC236}">
                  <a16:creationId xmlns:a16="http://schemas.microsoft.com/office/drawing/2014/main" id="{DC011CEC-B359-4654-8A35-15FEAEF99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857"/>
              <a:ext cx="20" cy="19"/>
            </a:xfrm>
            <a:custGeom>
              <a:avLst/>
              <a:gdLst>
                <a:gd name="T0" fmla="*/ 313 w 8"/>
                <a:gd name="T1" fmla="*/ 2063 h 7"/>
                <a:gd name="T2" fmla="*/ 1488 w 8"/>
                <a:gd name="T3" fmla="*/ 2342 h 7"/>
                <a:gd name="T4" fmla="*/ 1770 w 8"/>
                <a:gd name="T5" fmla="*/ 760 h 7"/>
                <a:gd name="T6" fmla="*/ 783 w 8"/>
                <a:gd name="T7" fmla="*/ 442 h 7"/>
                <a:gd name="T8" fmla="*/ 313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6"/>
                    <a:pt x="8" y="4"/>
                    <a:pt x="7" y="2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1" y="2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85" name="Freeform 545">
              <a:extLst>
                <a:ext uri="{FF2B5EF4-FFF2-40B4-BE49-F238E27FC236}">
                  <a16:creationId xmlns:a16="http://schemas.microsoft.com/office/drawing/2014/main" id="{5E3FE9E6-4A93-420C-B874-4C469E9F3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863"/>
              <a:ext cx="8" cy="5"/>
            </a:xfrm>
            <a:custGeom>
              <a:avLst/>
              <a:gdLst>
                <a:gd name="T0" fmla="*/ 0 w 3"/>
                <a:gd name="T1" fmla="*/ 313 h 2"/>
                <a:gd name="T2" fmla="*/ 661 w 3"/>
                <a:gd name="T3" fmla="*/ 520 h 2"/>
                <a:gd name="T4" fmla="*/ 661 w 3"/>
                <a:gd name="T5" fmla="*/ 0 h 2"/>
                <a:gd name="T6" fmla="*/ 397 w 3"/>
                <a:gd name="T7" fmla="*/ 0 h 2"/>
                <a:gd name="T8" fmla="*/ 0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6" name="Freeform 546">
              <a:extLst>
                <a:ext uri="{FF2B5EF4-FFF2-40B4-BE49-F238E27FC236}">
                  <a16:creationId xmlns:a16="http://schemas.microsoft.com/office/drawing/2014/main" id="{869F0BFF-5B9F-4618-944E-60084A53D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841"/>
              <a:ext cx="20" cy="19"/>
            </a:xfrm>
            <a:custGeom>
              <a:avLst/>
              <a:gdLst>
                <a:gd name="T0" fmla="*/ 313 w 8"/>
                <a:gd name="T1" fmla="*/ 2063 h 7"/>
                <a:gd name="T2" fmla="*/ 1488 w 8"/>
                <a:gd name="T3" fmla="*/ 2823 h 7"/>
                <a:gd name="T4" fmla="*/ 1770 w 8"/>
                <a:gd name="T5" fmla="*/ 760 h 7"/>
                <a:gd name="T6" fmla="*/ 783 w 8"/>
                <a:gd name="T7" fmla="*/ 442 h 7"/>
                <a:gd name="T8" fmla="*/ 313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2" y="7"/>
                    <a:pt x="4" y="7"/>
                    <a:pt x="6" y="7"/>
                  </a:cubicBezTo>
                  <a:cubicBezTo>
                    <a:pt x="7" y="6"/>
                    <a:pt x="8" y="4"/>
                    <a:pt x="7" y="2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1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87" name="Freeform 547">
              <a:extLst>
                <a:ext uri="{FF2B5EF4-FFF2-40B4-BE49-F238E27FC236}">
                  <a16:creationId xmlns:a16="http://schemas.microsoft.com/office/drawing/2014/main" id="{9A05A5AB-0F2E-4F04-B824-5791C964A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847"/>
              <a:ext cx="7" cy="5"/>
            </a:xfrm>
            <a:custGeom>
              <a:avLst/>
              <a:gdLst>
                <a:gd name="T0" fmla="*/ 0 w 3"/>
                <a:gd name="T1" fmla="*/ 313 h 2"/>
                <a:gd name="T2" fmla="*/ 355 w 3"/>
                <a:gd name="T3" fmla="*/ 520 h 2"/>
                <a:gd name="T4" fmla="*/ 355 w 3"/>
                <a:gd name="T5" fmla="*/ 0 h 2"/>
                <a:gd name="T6" fmla="*/ 152 w 3"/>
                <a:gd name="T7" fmla="*/ 0 h 2"/>
                <a:gd name="T8" fmla="*/ 0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548">
              <a:extLst>
                <a:ext uri="{FF2B5EF4-FFF2-40B4-BE49-F238E27FC236}">
                  <a16:creationId xmlns:a16="http://schemas.microsoft.com/office/drawing/2014/main" id="{8A6B96FA-0211-413D-B7D2-3F6E42DF5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825"/>
              <a:ext cx="18" cy="19"/>
            </a:xfrm>
            <a:custGeom>
              <a:avLst/>
              <a:gdLst>
                <a:gd name="T0" fmla="*/ 357 w 7"/>
                <a:gd name="T1" fmla="*/ 2063 h 7"/>
                <a:gd name="T2" fmla="*/ 1448 w 7"/>
                <a:gd name="T3" fmla="*/ 2342 h 7"/>
                <a:gd name="T4" fmla="*/ 2003 w 7"/>
                <a:gd name="T5" fmla="*/ 760 h 7"/>
                <a:gd name="T6" fmla="*/ 563 w 7"/>
                <a:gd name="T7" fmla="*/ 442 h 7"/>
                <a:gd name="T8" fmla="*/ 357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6"/>
                    <a:pt x="7" y="4"/>
                    <a:pt x="7" y="2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549">
              <a:extLst>
                <a:ext uri="{FF2B5EF4-FFF2-40B4-BE49-F238E27FC236}">
                  <a16:creationId xmlns:a16="http://schemas.microsoft.com/office/drawing/2014/main" id="{2AFA5711-FA02-4E2D-90D5-795C09028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831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313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550">
              <a:extLst>
                <a:ext uri="{FF2B5EF4-FFF2-40B4-BE49-F238E27FC236}">
                  <a16:creationId xmlns:a16="http://schemas.microsoft.com/office/drawing/2014/main" id="{89D51BF0-D1A0-4A45-81E3-5FED246B8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809"/>
              <a:ext cx="17" cy="19"/>
            </a:xfrm>
            <a:custGeom>
              <a:avLst/>
              <a:gdLst>
                <a:gd name="T0" fmla="*/ 0 w 7"/>
                <a:gd name="T1" fmla="*/ 2063 h 7"/>
                <a:gd name="T2" fmla="*/ 1003 w 7"/>
                <a:gd name="T3" fmla="*/ 2342 h 7"/>
                <a:gd name="T4" fmla="*/ 1243 w 7"/>
                <a:gd name="T5" fmla="*/ 760 h 7"/>
                <a:gd name="T6" fmla="*/ 413 w 7"/>
                <a:gd name="T7" fmla="*/ 442 h 7"/>
                <a:gd name="T8" fmla="*/ 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7"/>
                    <a:pt x="3" y="7"/>
                    <a:pt x="5" y="6"/>
                  </a:cubicBezTo>
                  <a:cubicBezTo>
                    <a:pt x="6" y="6"/>
                    <a:pt x="7" y="4"/>
                    <a:pt x="6" y="2"/>
                  </a:cubicBezTo>
                  <a:cubicBezTo>
                    <a:pt x="5" y="1"/>
                    <a:pt x="4" y="0"/>
                    <a:pt x="2" y="1"/>
                  </a:cubicBezTo>
                  <a:cubicBezTo>
                    <a:pt x="0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551">
              <a:extLst>
                <a:ext uri="{FF2B5EF4-FFF2-40B4-BE49-F238E27FC236}">
                  <a16:creationId xmlns:a16="http://schemas.microsoft.com/office/drawing/2014/main" id="{8DEC7D2B-267B-44D6-B4C4-B29164463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815"/>
              <a:ext cx="8" cy="5"/>
            </a:xfrm>
            <a:custGeom>
              <a:avLst/>
              <a:gdLst>
                <a:gd name="T0" fmla="*/ 397 w 3"/>
                <a:gd name="T1" fmla="*/ 313 h 2"/>
                <a:gd name="T2" fmla="*/ 661 w 3"/>
                <a:gd name="T3" fmla="*/ 520 h 2"/>
                <a:gd name="T4" fmla="*/ 1059 w 3"/>
                <a:gd name="T5" fmla="*/ 0 h 2"/>
                <a:gd name="T6" fmla="*/ 397 w 3"/>
                <a:gd name="T7" fmla="*/ 0 h 2"/>
                <a:gd name="T8" fmla="*/ 397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552">
              <a:extLst>
                <a:ext uri="{FF2B5EF4-FFF2-40B4-BE49-F238E27FC236}">
                  <a16:creationId xmlns:a16="http://schemas.microsoft.com/office/drawing/2014/main" id="{E74652F6-59B8-45E2-B466-B0E5701C7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793"/>
              <a:ext cx="17" cy="19"/>
            </a:xfrm>
            <a:custGeom>
              <a:avLst/>
              <a:gdLst>
                <a:gd name="T0" fmla="*/ 170 w 7"/>
                <a:gd name="T1" fmla="*/ 2063 h 7"/>
                <a:gd name="T2" fmla="*/ 1003 w 7"/>
                <a:gd name="T3" fmla="*/ 2342 h 7"/>
                <a:gd name="T4" fmla="*/ 1433 w 7"/>
                <a:gd name="T5" fmla="*/ 760 h 7"/>
                <a:gd name="T6" fmla="*/ 413 w 7"/>
                <a:gd name="T7" fmla="*/ 442 h 7"/>
                <a:gd name="T8" fmla="*/ 17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6"/>
                    <a:pt x="4" y="7"/>
                    <a:pt x="5" y="6"/>
                  </a:cubicBezTo>
                  <a:cubicBezTo>
                    <a:pt x="7" y="6"/>
                    <a:pt x="7" y="4"/>
                    <a:pt x="7" y="2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553">
              <a:extLst>
                <a:ext uri="{FF2B5EF4-FFF2-40B4-BE49-F238E27FC236}">
                  <a16:creationId xmlns:a16="http://schemas.microsoft.com/office/drawing/2014/main" id="{4B7EA77B-5B8D-4A04-8F91-EE53FDB02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799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313 w 2"/>
                <a:gd name="T3" fmla="*/ 520 h 2"/>
                <a:gd name="T4" fmla="*/ 520 w 2"/>
                <a:gd name="T5" fmla="*/ 0 h 2"/>
                <a:gd name="T6" fmla="*/ 313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554">
              <a:extLst>
                <a:ext uri="{FF2B5EF4-FFF2-40B4-BE49-F238E27FC236}">
                  <a16:creationId xmlns:a16="http://schemas.microsoft.com/office/drawing/2014/main" id="{C685DED5-6070-4A0A-B223-280F06E3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777"/>
              <a:ext cx="18" cy="19"/>
            </a:xfrm>
            <a:custGeom>
              <a:avLst/>
              <a:gdLst>
                <a:gd name="T0" fmla="*/ 357 w 7"/>
                <a:gd name="T1" fmla="*/ 2063 h 7"/>
                <a:gd name="T2" fmla="*/ 1448 w 7"/>
                <a:gd name="T3" fmla="*/ 2342 h 7"/>
                <a:gd name="T4" fmla="*/ 1700 w 7"/>
                <a:gd name="T5" fmla="*/ 760 h 7"/>
                <a:gd name="T6" fmla="*/ 563 w 7"/>
                <a:gd name="T7" fmla="*/ 442 h 7"/>
                <a:gd name="T8" fmla="*/ 357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555">
              <a:extLst>
                <a:ext uri="{FF2B5EF4-FFF2-40B4-BE49-F238E27FC236}">
                  <a16:creationId xmlns:a16="http://schemas.microsoft.com/office/drawing/2014/main" id="{9D7F309A-6134-472A-85FB-A85C9BBD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780"/>
              <a:ext cx="7" cy="8"/>
            </a:xfrm>
            <a:custGeom>
              <a:avLst/>
              <a:gdLst>
                <a:gd name="T0" fmla="*/ 152 w 3"/>
                <a:gd name="T1" fmla="*/ 661 h 3"/>
                <a:gd name="T2" fmla="*/ 355 w 3"/>
                <a:gd name="T3" fmla="*/ 1059 h 3"/>
                <a:gd name="T4" fmla="*/ 469 w 3"/>
                <a:gd name="T5" fmla="*/ 397 h 3"/>
                <a:gd name="T6" fmla="*/ 152 w 3"/>
                <a:gd name="T7" fmla="*/ 397 h 3"/>
                <a:gd name="T8" fmla="*/ 152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1"/>
                    <a:pt x="2" y="0"/>
                    <a:pt x="1" y="1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556">
              <a:extLst>
                <a:ext uri="{FF2B5EF4-FFF2-40B4-BE49-F238E27FC236}">
                  <a16:creationId xmlns:a16="http://schemas.microsoft.com/office/drawing/2014/main" id="{FC08347D-1B32-46F5-8BAD-5E8F89CFE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761"/>
              <a:ext cx="20" cy="19"/>
            </a:xfrm>
            <a:custGeom>
              <a:avLst/>
              <a:gdLst>
                <a:gd name="T0" fmla="*/ 313 w 8"/>
                <a:gd name="T1" fmla="*/ 2063 h 7"/>
                <a:gd name="T2" fmla="*/ 1488 w 8"/>
                <a:gd name="T3" fmla="*/ 2342 h 7"/>
                <a:gd name="T4" fmla="*/ 1770 w 8"/>
                <a:gd name="T5" fmla="*/ 442 h 7"/>
                <a:gd name="T6" fmla="*/ 520 w 8"/>
                <a:gd name="T7" fmla="*/ 442 h 7"/>
                <a:gd name="T8" fmla="*/ 313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2" y="6"/>
                    <a:pt x="4" y="7"/>
                    <a:pt x="6" y="6"/>
                  </a:cubicBezTo>
                  <a:cubicBezTo>
                    <a:pt x="7" y="5"/>
                    <a:pt x="8" y="3"/>
                    <a:pt x="7" y="1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557">
              <a:extLst>
                <a:ext uri="{FF2B5EF4-FFF2-40B4-BE49-F238E27FC236}">
                  <a16:creationId xmlns:a16="http://schemas.microsoft.com/office/drawing/2014/main" id="{7A1B7C8C-719D-4FA6-8CA3-CC3E75D59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764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313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558">
              <a:extLst>
                <a:ext uri="{FF2B5EF4-FFF2-40B4-BE49-F238E27FC236}">
                  <a16:creationId xmlns:a16="http://schemas.microsoft.com/office/drawing/2014/main" id="{53B45A8A-5995-4E4E-8B68-4C06E1D2D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745"/>
              <a:ext cx="17" cy="19"/>
            </a:xfrm>
            <a:custGeom>
              <a:avLst/>
              <a:gdLst>
                <a:gd name="T0" fmla="*/ 170 w 7"/>
                <a:gd name="T1" fmla="*/ 2063 h 7"/>
                <a:gd name="T2" fmla="*/ 1003 w 7"/>
                <a:gd name="T3" fmla="*/ 2342 h 7"/>
                <a:gd name="T4" fmla="*/ 1243 w 7"/>
                <a:gd name="T5" fmla="*/ 442 h 7"/>
                <a:gd name="T6" fmla="*/ 170 w 7"/>
                <a:gd name="T7" fmla="*/ 442 h 7"/>
                <a:gd name="T8" fmla="*/ 17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6" y="5"/>
                    <a:pt x="7" y="3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559">
              <a:extLst>
                <a:ext uri="{FF2B5EF4-FFF2-40B4-BE49-F238E27FC236}">
                  <a16:creationId xmlns:a16="http://schemas.microsoft.com/office/drawing/2014/main" id="{52E6B5F1-9CE5-45D4-B28B-F4D993575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748"/>
              <a:ext cx="8" cy="8"/>
            </a:xfrm>
            <a:custGeom>
              <a:avLst/>
              <a:gdLst>
                <a:gd name="T0" fmla="*/ 397 w 3"/>
                <a:gd name="T1" fmla="*/ 661 h 3"/>
                <a:gd name="T2" fmla="*/ 661 w 3"/>
                <a:gd name="T3" fmla="*/ 661 h 3"/>
                <a:gd name="T4" fmla="*/ 661 w 3"/>
                <a:gd name="T5" fmla="*/ 397 h 3"/>
                <a:gd name="T6" fmla="*/ 397 w 3"/>
                <a:gd name="T7" fmla="*/ 397 h 3"/>
                <a:gd name="T8" fmla="*/ 397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560">
              <a:extLst>
                <a:ext uri="{FF2B5EF4-FFF2-40B4-BE49-F238E27FC236}">
                  <a16:creationId xmlns:a16="http://schemas.microsoft.com/office/drawing/2014/main" id="{947D55F6-D07D-4DA7-8267-008D81D1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2727"/>
              <a:ext cx="17" cy="21"/>
            </a:xfrm>
            <a:custGeom>
              <a:avLst/>
              <a:gdLst>
                <a:gd name="T0" fmla="*/ 170 w 7"/>
                <a:gd name="T1" fmla="*/ 1992 h 8"/>
                <a:gd name="T2" fmla="*/ 1003 w 7"/>
                <a:gd name="T3" fmla="*/ 2226 h 8"/>
                <a:gd name="T4" fmla="*/ 1243 w 7"/>
                <a:gd name="T5" fmla="*/ 614 h 8"/>
                <a:gd name="T6" fmla="*/ 413 w 7"/>
                <a:gd name="T7" fmla="*/ 378 h 8"/>
                <a:gd name="T8" fmla="*/ 170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561">
              <a:extLst>
                <a:ext uri="{FF2B5EF4-FFF2-40B4-BE49-F238E27FC236}">
                  <a16:creationId xmlns:a16="http://schemas.microsoft.com/office/drawing/2014/main" id="{E8F9B05A-AD02-4289-89C5-FDC36DCBF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2732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661 h 3"/>
                <a:gd name="T4" fmla="*/ 520 w 2"/>
                <a:gd name="T5" fmla="*/ 397 h 3"/>
                <a:gd name="T6" fmla="*/ 0 w 2"/>
                <a:gd name="T7" fmla="*/ 0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1" y="3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Freeform 562">
              <a:extLst>
                <a:ext uri="{FF2B5EF4-FFF2-40B4-BE49-F238E27FC236}">
                  <a16:creationId xmlns:a16="http://schemas.microsoft.com/office/drawing/2014/main" id="{D49BA104-4735-4F1D-B0D5-79B199FA8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2711"/>
              <a:ext cx="17" cy="18"/>
            </a:xfrm>
            <a:custGeom>
              <a:avLst/>
              <a:gdLst>
                <a:gd name="T0" fmla="*/ 170 w 7"/>
                <a:gd name="T1" fmla="*/ 1700 h 7"/>
                <a:gd name="T2" fmla="*/ 1003 w 7"/>
                <a:gd name="T3" fmla="*/ 1700 h 7"/>
                <a:gd name="T4" fmla="*/ 1243 w 7"/>
                <a:gd name="T5" fmla="*/ 563 h 7"/>
                <a:gd name="T6" fmla="*/ 413 w 7"/>
                <a:gd name="T7" fmla="*/ 357 h 7"/>
                <a:gd name="T8" fmla="*/ 17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6"/>
                    <a:pt x="7" y="4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563">
              <a:extLst>
                <a:ext uri="{FF2B5EF4-FFF2-40B4-BE49-F238E27FC236}">
                  <a16:creationId xmlns:a16="http://schemas.microsoft.com/office/drawing/2014/main" id="{EF53C68D-5CA5-48F4-A88B-B3C234E60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716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313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564">
              <a:extLst>
                <a:ext uri="{FF2B5EF4-FFF2-40B4-BE49-F238E27FC236}">
                  <a16:creationId xmlns:a16="http://schemas.microsoft.com/office/drawing/2014/main" id="{F4B49CE5-8B75-45F1-B03B-5AAFCE1B2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695"/>
              <a:ext cx="17" cy="18"/>
            </a:xfrm>
            <a:custGeom>
              <a:avLst/>
              <a:gdLst>
                <a:gd name="T0" fmla="*/ 170 w 7"/>
                <a:gd name="T1" fmla="*/ 1448 h 7"/>
                <a:gd name="T2" fmla="*/ 1003 w 7"/>
                <a:gd name="T3" fmla="*/ 1700 h 7"/>
                <a:gd name="T4" fmla="*/ 1243 w 7"/>
                <a:gd name="T5" fmla="*/ 563 h 7"/>
                <a:gd name="T6" fmla="*/ 413 w 7"/>
                <a:gd name="T7" fmla="*/ 357 h 7"/>
                <a:gd name="T8" fmla="*/ 170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565">
              <a:extLst>
                <a:ext uri="{FF2B5EF4-FFF2-40B4-BE49-F238E27FC236}">
                  <a16:creationId xmlns:a16="http://schemas.microsoft.com/office/drawing/2014/main" id="{E7CA95E5-8BB5-4547-99D4-4C1469927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697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1059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566">
              <a:extLst>
                <a:ext uri="{FF2B5EF4-FFF2-40B4-BE49-F238E27FC236}">
                  <a16:creationId xmlns:a16="http://schemas.microsoft.com/office/drawing/2014/main" id="{A8537E25-9602-4C1E-BDA6-FC373384A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679"/>
              <a:ext cx="17" cy="18"/>
            </a:xfrm>
            <a:custGeom>
              <a:avLst/>
              <a:gdLst>
                <a:gd name="T0" fmla="*/ 170 w 7"/>
                <a:gd name="T1" fmla="*/ 1448 h 7"/>
                <a:gd name="T2" fmla="*/ 1243 w 7"/>
                <a:gd name="T3" fmla="*/ 1700 h 7"/>
                <a:gd name="T4" fmla="*/ 1243 w 7"/>
                <a:gd name="T5" fmla="*/ 357 h 7"/>
                <a:gd name="T6" fmla="*/ 170 w 7"/>
                <a:gd name="T7" fmla="*/ 357 h 7"/>
                <a:gd name="T8" fmla="*/ 170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567">
              <a:extLst>
                <a:ext uri="{FF2B5EF4-FFF2-40B4-BE49-F238E27FC236}">
                  <a16:creationId xmlns:a16="http://schemas.microsoft.com/office/drawing/2014/main" id="{C3C5D4FB-58D1-453D-A087-B221C4199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681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568">
              <a:extLst>
                <a:ext uri="{FF2B5EF4-FFF2-40B4-BE49-F238E27FC236}">
                  <a16:creationId xmlns:a16="http://schemas.microsoft.com/office/drawing/2014/main" id="{0334C310-410E-422F-A451-6FF4E336C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660"/>
              <a:ext cx="17" cy="19"/>
            </a:xfrm>
            <a:custGeom>
              <a:avLst/>
              <a:gdLst>
                <a:gd name="T0" fmla="*/ 170 w 7"/>
                <a:gd name="T1" fmla="*/ 2342 h 7"/>
                <a:gd name="T2" fmla="*/ 1243 w 7"/>
                <a:gd name="T3" fmla="*/ 2342 h 7"/>
                <a:gd name="T4" fmla="*/ 1243 w 7"/>
                <a:gd name="T5" fmla="*/ 760 h 7"/>
                <a:gd name="T6" fmla="*/ 170 w 7"/>
                <a:gd name="T7" fmla="*/ 760 h 7"/>
                <a:gd name="T8" fmla="*/ 17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569">
              <a:extLst>
                <a:ext uri="{FF2B5EF4-FFF2-40B4-BE49-F238E27FC236}">
                  <a16:creationId xmlns:a16="http://schemas.microsoft.com/office/drawing/2014/main" id="{A188620B-C5B3-40A2-A0D6-511E5B610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665"/>
              <a:ext cx="5" cy="6"/>
            </a:xfrm>
            <a:custGeom>
              <a:avLst/>
              <a:gdLst>
                <a:gd name="T0" fmla="*/ 0 w 2"/>
                <a:gd name="T1" fmla="*/ 1458 h 2"/>
                <a:gd name="T2" fmla="*/ 520 w 2"/>
                <a:gd name="T3" fmla="*/ 1458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570">
              <a:extLst>
                <a:ext uri="{FF2B5EF4-FFF2-40B4-BE49-F238E27FC236}">
                  <a16:creationId xmlns:a16="http://schemas.microsoft.com/office/drawing/2014/main" id="{47D229CA-1921-4C48-94AC-D5E3320A3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644"/>
              <a:ext cx="18" cy="19"/>
            </a:xfrm>
            <a:custGeom>
              <a:avLst/>
              <a:gdLst>
                <a:gd name="T0" fmla="*/ 563 w 7"/>
                <a:gd name="T1" fmla="*/ 2342 h 7"/>
                <a:gd name="T2" fmla="*/ 1700 w 7"/>
                <a:gd name="T3" fmla="*/ 2342 h 7"/>
                <a:gd name="T4" fmla="*/ 1700 w 7"/>
                <a:gd name="T5" fmla="*/ 760 h 7"/>
                <a:gd name="T6" fmla="*/ 563 w 7"/>
                <a:gd name="T7" fmla="*/ 442 h 7"/>
                <a:gd name="T8" fmla="*/ 56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571">
              <a:extLst>
                <a:ext uri="{FF2B5EF4-FFF2-40B4-BE49-F238E27FC236}">
                  <a16:creationId xmlns:a16="http://schemas.microsoft.com/office/drawing/2014/main" id="{02092FD2-5880-4AEB-8256-104835A3C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649"/>
              <a:ext cx="8" cy="6"/>
            </a:xfrm>
            <a:custGeom>
              <a:avLst/>
              <a:gdLst>
                <a:gd name="T0" fmla="*/ 397 w 3"/>
                <a:gd name="T1" fmla="*/ 1458 h 2"/>
                <a:gd name="T2" fmla="*/ 661 w 3"/>
                <a:gd name="T3" fmla="*/ 1458 h 2"/>
                <a:gd name="T4" fmla="*/ 661 w 3"/>
                <a:gd name="T5" fmla="*/ 0 h 2"/>
                <a:gd name="T6" fmla="*/ 397 w 3"/>
                <a:gd name="T7" fmla="*/ 0 h 2"/>
                <a:gd name="T8" fmla="*/ 397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572">
              <a:extLst>
                <a:ext uri="{FF2B5EF4-FFF2-40B4-BE49-F238E27FC236}">
                  <a16:creationId xmlns:a16="http://schemas.microsoft.com/office/drawing/2014/main" id="{F3110090-62EE-4201-8DC9-1AEAB709E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628"/>
              <a:ext cx="18" cy="19"/>
            </a:xfrm>
            <a:custGeom>
              <a:avLst/>
              <a:gdLst>
                <a:gd name="T0" fmla="*/ 357 w 7"/>
                <a:gd name="T1" fmla="*/ 2063 h 7"/>
                <a:gd name="T2" fmla="*/ 1448 w 7"/>
                <a:gd name="T3" fmla="*/ 2342 h 7"/>
                <a:gd name="T4" fmla="*/ 1700 w 7"/>
                <a:gd name="T5" fmla="*/ 442 h 7"/>
                <a:gd name="T6" fmla="*/ 357 w 7"/>
                <a:gd name="T7" fmla="*/ 442 h 7"/>
                <a:gd name="T8" fmla="*/ 357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2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573">
              <a:extLst>
                <a:ext uri="{FF2B5EF4-FFF2-40B4-BE49-F238E27FC236}">
                  <a16:creationId xmlns:a16="http://schemas.microsoft.com/office/drawing/2014/main" id="{F141BBB9-C0AF-4834-A3BD-7A0B82459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631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1" y="3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574">
              <a:extLst>
                <a:ext uri="{FF2B5EF4-FFF2-40B4-BE49-F238E27FC236}">
                  <a16:creationId xmlns:a16="http://schemas.microsoft.com/office/drawing/2014/main" id="{7AA498FD-B056-407E-BDFE-38ED0732C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609"/>
              <a:ext cx="17" cy="19"/>
            </a:xfrm>
            <a:custGeom>
              <a:avLst/>
              <a:gdLst>
                <a:gd name="T0" fmla="*/ 170 w 7"/>
                <a:gd name="T1" fmla="*/ 2342 h 7"/>
                <a:gd name="T2" fmla="*/ 1243 w 7"/>
                <a:gd name="T3" fmla="*/ 2342 h 7"/>
                <a:gd name="T4" fmla="*/ 1243 w 7"/>
                <a:gd name="T5" fmla="*/ 760 h 7"/>
                <a:gd name="T6" fmla="*/ 170 w 7"/>
                <a:gd name="T7" fmla="*/ 442 h 7"/>
                <a:gd name="T8" fmla="*/ 17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575">
              <a:extLst>
                <a:ext uri="{FF2B5EF4-FFF2-40B4-BE49-F238E27FC236}">
                  <a16:creationId xmlns:a16="http://schemas.microsoft.com/office/drawing/2014/main" id="{614309E9-E247-4B60-81DC-A61EFC24A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615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576">
              <a:extLst>
                <a:ext uri="{FF2B5EF4-FFF2-40B4-BE49-F238E27FC236}">
                  <a16:creationId xmlns:a16="http://schemas.microsoft.com/office/drawing/2014/main" id="{515D0B7C-E46E-4DDC-BF75-89DF92C1E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3049"/>
              <a:ext cx="18" cy="19"/>
            </a:xfrm>
            <a:custGeom>
              <a:avLst/>
              <a:gdLst>
                <a:gd name="T0" fmla="*/ 0 w 7"/>
                <a:gd name="T1" fmla="*/ 1620 h 7"/>
                <a:gd name="T2" fmla="*/ 1137 w 7"/>
                <a:gd name="T3" fmla="*/ 2342 h 7"/>
                <a:gd name="T4" fmla="*/ 2003 w 7"/>
                <a:gd name="T5" fmla="*/ 1200 h 7"/>
                <a:gd name="T6" fmla="*/ 918 w 7"/>
                <a:gd name="T7" fmla="*/ 0 h 7"/>
                <a:gd name="T8" fmla="*/ 0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5"/>
                    <a:pt x="2" y="7"/>
                    <a:pt x="4" y="6"/>
                  </a:cubicBezTo>
                  <a:cubicBezTo>
                    <a:pt x="6" y="6"/>
                    <a:pt x="7" y="4"/>
                    <a:pt x="7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577">
              <a:extLst>
                <a:ext uri="{FF2B5EF4-FFF2-40B4-BE49-F238E27FC236}">
                  <a16:creationId xmlns:a16="http://schemas.microsoft.com/office/drawing/2014/main" id="{A3C9DA1B-880B-4624-982D-1CDAD257A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052"/>
              <a:ext cx="7" cy="5"/>
            </a:xfrm>
            <a:custGeom>
              <a:avLst/>
              <a:gdLst>
                <a:gd name="T0" fmla="*/ 152 w 3"/>
                <a:gd name="T1" fmla="*/ 520 h 2"/>
                <a:gd name="T2" fmla="*/ 355 w 3"/>
                <a:gd name="T3" fmla="*/ 520 h 2"/>
                <a:gd name="T4" fmla="*/ 469 w 3"/>
                <a:gd name="T5" fmla="*/ 313 h 2"/>
                <a:gd name="T6" fmla="*/ 152 w 3"/>
                <a:gd name="T7" fmla="*/ 0 h 2"/>
                <a:gd name="T8" fmla="*/ 152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578">
              <a:extLst>
                <a:ext uri="{FF2B5EF4-FFF2-40B4-BE49-F238E27FC236}">
                  <a16:creationId xmlns:a16="http://schemas.microsoft.com/office/drawing/2014/main" id="{9C99479D-31BE-477B-BD1E-2590AD0AA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3036"/>
              <a:ext cx="17" cy="19"/>
            </a:xfrm>
            <a:custGeom>
              <a:avLst/>
              <a:gdLst>
                <a:gd name="T0" fmla="*/ 0 w 7"/>
                <a:gd name="T1" fmla="*/ 1620 h 7"/>
                <a:gd name="T2" fmla="*/ 831 w 7"/>
                <a:gd name="T3" fmla="*/ 2342 h 7"/>
                <a:gd name="T4" fmla="*/ 1243 w 7"/>
                <a:gd name="T5" fmla="*/ 1200 h 7"/>
                <a:gd name="T6" fmla="*/ 590 w 7"/>
                <a:gd name="T7" fmla="*/ 0 h 7"/>
                <a:gd name="T8" fmla="*/ 0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6"/>
                    <a:pt x="2" y="7"/>
                    <a:pt x="4" y="6"/>
                  </a:cubicBezTo>
                  <a:cubicBezTo>
                    <a:pt x="5" y="6"/>
                    <a:pt x="7" y="4"/>
                    <a:pt x="6" y="3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Freeform 579">
              <a:extLst>
                <a:ext uri="{FF2B5EF4-FFF2-40B4-BE49-F238E27FC236}">
                  <a16:creationId xmlns:a16="http://schemas.microsoft.com/office/drawing/2014/main" id="{E65B4B37-751B-44E8-BB83-328854A6C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039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1059 h 3"/>
                <a:gd name="T4" fmla="*/ 520 w 2"/>
                <a:gd name="T5" fmla="*/ 397 h 3"/>
                <a:gd name="T6" fmla="*/ 313 w 2"/>
                <a:gd name="T7" fmla="*/ 0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Freeform 580">
              <a:extLst>
                <a:ext uri="{FF2B5EF4-FFF2-40B4-BE49-F238E27FC236}">
                  <a16:creationId xmlns:a16="http://schemas.microsoft.com/office/drawing/2014/main" id="{1AA5FDAF-CE49-4CBA-A2C4-8C009DFF8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023"/>
              <a:ext cx="17" cy="18"/>
            </a:xfrm>
            <a:custGeom>
              <a:avLst/>
              <a:gdLst>
                <a:gd name="T0" fmla="*/ 0 w 7"/>
                <a:gd name="T1" fmla="*/ 1137 h 7"/>
                <a:gd name="T2" fmla="*/ 831 w 7"/>
                <a:gd name="T3" fmla="*/ 1700 h 7"/>
                <a:gd name="T4" fmla="*/ 1243 w 7"/>
                <a:gd name="T5" fmla="*/ 563 h 7"/>
                <a:gd name="T6" fmla="*/ 413 w 7"/>
                <a:gd name="T7" fmla="*/ 0 h 7"/>
                <a:gd name="T8" fmla="*/ 0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2" y="7"/>
                    <a:pt x="4" y="6"/>
                  </a:cubicBezTo>
                  <a:cubicBezTo>
                    <a:pt x="6" y="6"/>
                    <a:pt x="7" y="4"/>
                    <a:pt x="6" y="2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Freeform 581">
              <a:extLst>
                <a:ext uri="{FF2B5EF4-FFF2-40B4-BE49-F238E27FC236}">
                  <a16:creationId xmlns:a16="http://schemas.microsoft.com/office/drawing/2014/main" id="{B2CB66E0-72A8-450E-A992-AD2C3712A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3025"/>
              <a:ext cx="8" cy="8"/>
            </a:xfrm>
            <a:custGeom>
              <a:avLst/>
              <a:gdLst>
                <a:gd name="T0" fmla="*/ 0 w 3"/>
                <a:gd name="T1" fmla="*/ 661 h 3"/>
                <a:gd name="T2" fmla="*/ 661 w 3"/>
                <a:gd name="T3" fmla="*/ 661 h 3"/>
                <a:gd name="T4" fmla="*/ 661 w 3"/>
                <a:gd name="T5" fmla="*/ 397 h 3"/>
                <a:gd name="T6" fmla="*/ 397 w 3"/>
                <a:gd name="T7" fmla="*/ 0 h 3"/>
                <a:gd name="T8" fmla="*/ 0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1" y="3"/>
                    <a:pt x="2" y="2"/>
                  </a:cubicBezTo>
                  <a:cubicBezTo>
                    <a:pt x="2" y="2"/>
                    <a:pt x="3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Freeform 582">
              <a:extLst>
                <a:ext uri="{FF2B5EF4-FFF2-40B4-BE49-F238E27FC236}">
                  <a16:creationId xmlns:a16="http://schemas.microsoft.com/office/drawing/2014/main" id="{ADB0E1A6-CEDB-4549-B24C-E550A709F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009"/>
              <a:ext cx="17" cy="19"/>
            </a:xfrm>
            <a:custGeom>
              <a:avLst/>
              <a:gdLst>
                <a:gd name="T0" fmla="*/ 170 w 7"/>
                <a:gd name="T1" fmla="*/ 1620 h 7"/>
                <a:gd name="T2" fmla="*/ 1003 w 7"/>
                <a:gd name="T3" fmla="*/ 2342 h 7"/>
                <a:gd name="T4" fmla="*/ 1433 w 7"/>
                <a:gd name="T5" fmla="*/ 760 h 7"/>
                <a:gd name="T6" fmla="*/ 590 w 7"/>
                <a:gd name="T7" fmla="*/ 0 h 7"/>
                <a:gd name="T8" fmla="*/ 170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6"/>
                    <a:pt x="3" y="7"/>
                    <a:pt x="5" y="6"/>
                  </a:cubicBezTo>
                  <a:cubicBezTo>
                    <a:pt x="6" y="6"/>
                    <a:pt x="7" y="4"/>
                    <a:pt x="7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Freeform 583">
              <a:extLst>
                <a:ext uri="{FF2B5EF4-FFF2-40B4-BE49-F238E27FC236}">
                  <a16:creationId xmlns:a16="http://schemas.microsoft.com/office/drawing/2014/main" id="{102ABED1-A602-4E9A-8359-334D9C917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3012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1059 h 3"/>
                <a:gd name="T4" fmla="*/ 520 w 2"/>
                <a:gd name="T5" fmla="*/ 397 h 3"/>
                <a:gd name="T6" fmla="*/ 0 w 2"/>
                <a:gd name="T7" fmla="*/ 0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Freeform 584">
              <a:extLst>
                <a:ext uri="{FF2B5EF4-FFF2-40B4-BE49-F238E27FC236}">
                  <a16:creationId xmlns:a16="http://schemas.microsoft.com/office/drawing/2014/main" id="{07AF1BBA-1E82-45A1-9E23-6D030CEED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996"/>
              <a:ext cx="17" cy="19"/>
            </a:xfrm>
            <a:custGeom>
              <a:avLst/>
              <a:gdLst>
                <a:gd name="T0" fmla="*/ 0 w 7"/>
                <a:gd name="T1" fmla="*/ 1620 h 7"/>
                <a:gd name="T2" fmla="*/ 1003 w 7"/>
                <a:gd name="T3" fmla="*/ 2342 h 7"/>
                <a:gd name="T4" fmla="*/ 1433 w 7"/>
                <a:gd name="T5" fmla="*/ 760 h 7"/>
                <a:gd name="T6" fmla="*/ 590 w 7"/>
                <a:gd name="T7" fmla="*/ 0 h 7"/>
                <a:gd name="T8" fmla="*/ 0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3" y="7"/>
                    <a:pt x="5" y="6"/>
                  </a:cubicBezTo>
                  <a:cubicBezTo>
                    <a:pt x="6" y="6"/>
                    <a:pt x="7" y="4"/>
                    <a:pt x="7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585">
              <a:extLst>
                <a:ext uri="{FF2B5EF4-FFF2-40B4-BE49-F238E27FC236}">
                  <a16:creationId xmlns:a16="http://schemas.microsoft.com/office/drawing/2014/main" id="{D0DED270-030A-46D2-8146-4B022630B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999"/>
              <a:ext cx="8" cy="8"/>
            </a:xfrm>
            <a:custGeom>
              <a:avLst/>
              <a:gdLst>
                <a:gd name="T0" fmla="*/ 397 w 3"/>
                <a:gd name="T1" fmla="*/ 661 h 3"/>
                <a:gd name="T2" fmla="*/ 661 w 3"/>
                <a:gd name="T3" fmla="*/ 661 h 3"/>
                <a:gd name="T4" fmla="*/ 1059 w 3"/>
                <a:gd name="T5" fmla="*/ 397 h 3"/>
                <a:gd name="T6" fmla="*/ 397 w 3"/>
                <a:gd name="T7" fmla="*/ 0 h 3"/>
                <a:gd name="T8" fmla="*/ 397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3"/>
                    <a:pt x="2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586">
              <a:extLst>
                <a:ext uri="{FF2B5EF4-FFF2-40B4-BE49-F238E27FC236}">
                  <a16:creationId xmlns:a16="http://schemas.microsoft.com/office/drawing/2014/main" id="{BF162EC8-338A-48A5-92C5-E06092199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980"/>
              <a:ext cx="17" cy="21"/>
            </a:xfrm>
            <a:custGeom>
              <a:avLst/>
              <a:gdLst>
                <a:gd name="T0" fmla="*/ 0 w 7"/>
                <a:gd name="T1" fmla="*/ 1612 h 8"/>
                <a:gd name="T2" fmla="*/ 1003 w 7"/>
                <a:gd name="T3" fmla="*/ 2226 h 8"/>
                <a:gd name="T4" fmla="*/ 1433 w 7"/>
                <a:gd name="T5" fmla="*/ 992 h 8"/>
                <a:gd name="T6" fmla="*/ 590 w 7"/>
                <a:gd name="T7" fmla="*/ 378 h 8"/>
                <a:gd name="T8" fmla="*/ 0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7"/>
                    <a:pt x="3" y="8"/>
                    <a:pt x="5" y="7"/>
                  </a:cubicBezTo>
                  <a:cubicBezTo>
                    <a:pt x="6" y="6"/>
                    <a:pt x="7" y="5"/>
                    <a:pt x="7" y="3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1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587">
              <a:extLst>
                <a:ext uri="{FF2B5EF4-FFF2-40B4-BE49-F238E27FC236}">
                  <a16:creationId xmlns:a16="http://schemas.microsoft.com/office/drawing/2014/main" id="{347185F3-47EE-4358-94B3-362E442B6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985"/>
              <a:ext cx="8" cy="6"/>
            </a:xfrm>
            <a:custGeom>
              <a:avLst/>
              <a:gdLst>
                <a:gd name="T0" fmla="*/ 397 w 3"/>
                <a:gd name="T1" fmla="*/ 729 h 2"/>
                <a:gd name="T2" fmla="*/ 661 w 3"/>
                <a:gd name="T3" fmla="*/ 1458 h 2"/>
                <a:gd name="T4" fmla="*/ 1059 w 3"/>
                <a:gd name="T5" fmla="*/ 729 h 2"/>
                <a:gd name="T6" fmla="*/ 397 w 3"/>
                <a:gd name="T7" fmla="*/ 0 h 2"/>
                <a:gd name="T8" fmla="*/ 397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588">
              <a:extLst>
                <a:ext uri="{FF2B5EF4-FFF2-40B4-BE49-F238E27FC236}">
                  <a16:creationId xmlns:a16="http://schemas.microsoft.com/office/drawing/2014/main" id="{1A599BA0-72B4-48BB-8D36-58E9FB23D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967"/>
              <a:ext cx="17" cy="18"/>
            </a:xfrm>
            <a:custGeom>
              <a:avLst/>
              <a:gdLst>
                <a:gd name="T0" fmla="*/ 0 w 7"/>
                <a:gd name="T1" fmla="*/ 1137 h 7"/>
                <a:gd name="T2" fmla="*/ 831 w 7"/>
                <a:gd name="T3" fmla="*/ 2003 h 7"/>
                <a:gd name="T4" fmla="*/ 1243 w 7"/>
                <a:gd name="T5" fmla="*/ 918 h 7"/>
                <a:gd name="T6" fmla="*/ 413 w 7"/>
                <a:gd name="T7" fmla="*/ 0 h 7"/>
                <a:gd name="T8" fmla="*/ 0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3" y="7"/>
                    <a:pt x="4" y="7"/>
                  </a:cubicBezTo>
                  <a:cubicBezTo>
                    <a:pt x="6" y="6"/>
                    <a:pt x="7" y="4"/>
                    <a:pt x="6" y="3"/>
                  </a:cubicBezTo>
                  <a:cubicBezTo>
                    <a:pt x="6" y="1"/>
                    <a:pt x="4" y="0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589">
              <a:extLst>
                <a:ext uri="{FF2B5EF4-FFF2-40B4-BE49-F238E27FC236}">
                  <a16:creationId xmlns:a16="http://schemas.microsoft.com/office/drawing/2014/main" id="{ADA2FED7-C379-4F06-9079-E1CB44799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972"/>
              <a:ext cx="8" cy="5"/>
            </a:xfrm>
            <a:custGeom>
              <a:avLst/>
              <a:gdLst>
                <a:gd name="T0" fmla="*/ 0 w 3"/>
                <a:gd name="T1" fmla="*/ 313 h 2"/>
                <a:gd name="T2" fmla="*/ 661 w 3"/>
                <a:gd name="T3" fmla="*/ 520 h 2"/>
                <a:gd name="T4" fmla="*/ 661 w 3"/>
                <a:gd name="T5" fmla="*/ 0 h 2"/>
                <a:gd name="T6" fmla="*/ 397 w 3"/>
                <a:gd name="T7" fmla="*/ 0 h 2"/>
                <a:gd name="T8" fmla="*/ 0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Freeform 590">
              <a:extLst>
                <a:ext uri="{FF2B5EF4-FFF2-40B4-BE49-F238E27FC236}">
                  <a16:creationId xmlns:a16="http://schemas.microsoft.com/office/drawing/2014/main" id="{A0BAAF32-29B6-4BBA-8567-AC91ACE4C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951"/>
              <a:ext cx="20" cy="18"/>
            </a:xfrm>
            <a:custGeom>
              <a:avLst/>
              <a:gdLst>
                <a:gd name="T0" fmla="*/ 313 w 8"/>
                <a:gd name="T1" fmla="*/ 1448 h 7"/>
                <a:gd name="T2" fmla="*/ 1300 w 8"/>
                <a:gd name="T3" fmla="*/ 2003 h 7"/>
                <a:gd name="T4" fmla="*/ 1770 w 8"/>
                <a:gd name="T5" fmla="*/ 918 h 7"/>
                <a:gd name="T6" fmla="*/ 783 w 8"/>
                <a:gd name="T7" fmla="*/ 357 h 7"/>
                <a:gd name="T8" fmla="*/ 313 w 8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1" y="7"/>
                    <a:pt x="3" y="7"/>
                    <a:pt x="5" y="7"/>
                  </a:cubicBezTo>
                  <a:cubicBezTo>
                    <a:pt x="7" y="6"/>
                    <a:pt x="8" y="5"/>
                    <a:pt x="7" y="3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Freeform 591">
              <a:extLst>
                <a:ext uri="{FF2B5EF4-FFF2-40B4-BE49-F238E27FC236}">
                  <a16:creationId xmlns:a16="http://schemas.microsoft.com/office/drawing/2014/main" id="{3354A3B2-0512-4DF0-A3D5-86F6113CD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956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313 w 2"/>
                <a:gd name="T3" fmla="*/ 520 h 2"/>
                <a:gd name="T4" fmla="*/ 520 w 2"/>
                <a:gd name="T5" fmla="*/ 313 h 2"/>
                <a:gd name="T6" fmla="*/ 313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Freeform 592">
              <a:extLst>
                <a:ext uri="{FF2B5EF4-FFF2-40B4-BE49-F238E27FC236}">
                  <a16:creationId xmlns:a16="http://schemas.microsoft.com/office/drawing/2014/main" id="{12AE30B2-8837-431E-95A5-206AFD103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935"/>
              <a:ext cx="18" cy="21"/>
            </a:xfrm>
            <a:custGeom>
              <a:avLst/>
              <a:gdLst>
                <a:gd name="T0" fmla="*/ 0 w 7"/>
                <a:gd name="T1" fmla="*/ 1992 h 8"/>
                <a:gd name="T2" fmla="*/ 1448 w 7"/>
                <a:gd name="T3" fmla="*/ 2226 h 8"/>
                <a:gd name="T4" fmla="*/ 1700 w 7"/>
                <a:gd name="T5" fmla="*/ 992 h 8"/>
                <a:gd name="T6" fmla="*/ 563 w 7"/>
                <a:gd name="T7" fmla="*/ 378 h 8"/>
                <a:gd name="T8" fmla="*/ 0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1" y="7"/>
                    <a:pt x="3" y="8"/>
                    <a:pt x="5" y="7"/>
                  </a:cubicBezTo>
                  <a:cubicBezTo>
                    <a:pt x="6" y="6"/>
                    <a:pt x="7" y="4"/>
                    <a:pt x="6" y="3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593">
              <a:extLst>
                <a:ext uri="{FF2B5EF4-FFF2-40B4-BE49-F238E27FC236}">
                  <a16:creationId xmlns:a16="http://schemas.microsoft.com/office/drawing/2014/main" id="{14CFFB99-92D9-4FD4-8A15-16A4BB5BA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940"/>
              <a:ext cx="7" cy="8"/>
            </a:xfrm>
            <a:custGeom>
              <a:avLst/>
              <a:gdLst>
                <a:gd name="T0" fmla="*/ 152 w 3"/>
                <a:gd name="T1" fmla="*/ 661 h 3"/>
                <a:gd name="T2" fmla="*/ 355 w 3"/>
                <a:gd name="T3" fmla="*/ 661 h 3"/>
                <a:gd name="T4" fmla="*/ 355 w 3"/>
                <a:gd name="T5" fmla="*/ 397 h 3"/>
                <a:gd name="T6" fmla="*/ 152 w 3"/>
                <a:gd name="T7" fmla="*/ 0 h 3"/>
                <a:gd name="T8" fmla="*/ 152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594">
              <a:extLst>
                <a:ext uri="{FF2B5EF4-FFF2-40B4-BE49-F238E27FC236}">
                  <a16:creationId xmlns:a16="http://schemas.microsoft.com/office/drawing/2014/main" id="{2A1E8D0A-36A8-4364-A19F-0A3176C29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921"/>
              <a:ext cx="20" cy="19"/>
            </a:xfrm>
            <a:custGeom>
              <a:avLst/>
              <a:gdLst>
                <a:gd name="T0" fmla="*/ 313 w 8"/>
                <a:gd name="T1" fmla="*/ 2063 h 7"/>
                <a:gd name="T2" fmla="*/ 1300 w 8"/>
                <a:gd name="T3" fmla="*/ 2823 h 7"/>
                <a:gd name="T4" fmla="*/ 1770 w 8"/>
                <a:gd name="T5" fmla="*/ 760 h 7"/>
                <a:gd name="T6" fmla="*/ 783 w 8"/>
                <a:gd name="T7" fmla="*/ 442 h 7"/>
                <a:gd name="T8" fmla="*/ 313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2" y="7"/>
                    <a:pt x="4" y="7"/>
                    <a:pt x="5" y="7"/>
                  </a:cubicBezTo>
                  <a:cubicBezTo>
                    <a:pt x="7" y="6"/>
                    <a:pt x="8" y="4"/>
                    <a:pt x="7" y="2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1" y="2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Freeform 595">
              <a:extLst>
                <a:ext uri="{FF2B5EF4-FFF2-40B4-BE49-F238E27FC236}">
                  <a16:creationId xmlns:a16="http://schemas.microsoft.com/office/drawing/2014/main" id="{33792B1F-06A0-4D0B-82B9-CB90B30DA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927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520 w 2"/>
                <a:gd name="T3" fmla="*/ 520 h 2"/>
                <a:gd name="T4" fmla="*/ 520 w 2"/>
                <a:gd name="T5" fmla="*/ 0 h 2"/>
                <a:gd name="T6" fmla="*/ 313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Freeform 596">
              <a:extLst>
                <a:ext uri="{FF2B5EF4-FFF2-40B4-BE49-F238E27FC236}">
                  <a16:creationId xmlns:a16="http://schemas.microsoft.com/office/drawing/2014/main" id="{D7DA5C44-F473-4B19-AD24-4ACAD6D2C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905"/>
              <a:ext cx="20" cy="22"/>
            </a:xfrm>
            <a:custGeom>
              <a:avLst/>
              <a:gdLst>
                <a:gd name="T0" fmla="*/ 313 w 8"/>
                <a:gd name="T1" fmla="*/ 2225 h 8"/>
                <a:gd name="T2" fmla="*/ 1300 w 8"/>
                <a:gd name="T3" fmla="*/ 2973 h 8"/>
                <a:gd name="T4" fmla="*/ 1770 w 8"/>
                <a:gd name="T5" fmla="*/ 1271 h 8"/>
                <a:gd name="T6" fmla="*/ 783 w 8"/>
                <a:gd name="T7" fmla="*/ 462 h 8"/>
                <a:gd name="T8" fmla="*/ 313 w 8"/>
                <a:gd name="T9" fmla="*/ 22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5"/>
                  </a:move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8" y="4"/>
                    <a:pt x="7" y="3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1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597">
              <a:extLst>
                <a:ext uri="{FF2B5EF4-FFF2-40B4-BE49-F238E27FC236}">
                  <a16:creationId xmlns:a16="http://schemas.microsoft.com/office/drawing/2014/main" id="{7C05F9D5-364B-409D-9A6F-26530B850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911"/>
              <a:ext cx="8" cy="8"/>
            </a:xfrm>
            <a:custGeom>
              <a:avLst/>
              <a:gdLst>
                <a:gd name="T0" fmla="*/ 0 w 3"/>
                <a:gd name="T1" fmla="*/ 661 h 3"/>
                <a:gd name="T2" fmla="*/ 661 w 3"/>
                <a:gd name="T3" fmla="*/ 661 h 3"/>
                <a:gd name="T4" fmla="*/ 661 w 3"/>
                <a:gd name="T5" fmla="*/ 397 h 3"/>
                <a:gd name="T6" fmla="*/ 397 w 3"/>
                <a:gd name="T7" fmla="*/ 0 h 3"/>
                <a:gd name="T8" fmla="*/ 0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3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598">
              <a:extLst>
                <a:ext uri="{FF2B5EF4-FFF2-40B4-BE49-F238E27FC236}">
                  <a16:creationId xmlns:a16="http://schemas.microsoft.com/office/drawing/2014/main" id="{0DEE0BDA-17E9-494F-B5D5-662053384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892"/>
              <a:ext cx="18" cy="19"/>
            </a:xfrm>
            <a:custGeom>
              <a:avLst/>
              <a:gdLst>
                <a:gd name="T0" fmla="*/ 0 w 7"/>
                <a:gd name="T1" fmla="*/ 2063 h 7"/>
                <a:gd name="T2" fmla="*/ 1448 w 7"/>
                <a:gd name="T3" fmla="*/ 2342 h 7"/>
                <a:gd name="T4" fmla="*/ 1700 w 7"/>
                <a:gd name="T5" fmla="*/ 760 h 7"/>
                <a:gd name="T6" fmla="*/ 563 w 7"/>
                <a:gd name="T7" fmla="*/ 0 h 7"/>
                <a:gd name="T8" fmla="*/ 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6"/>
                    <a:pt x="3" y="7"/>
                    <a:pt x="5" y="6"/>
                  </a:cubicBezTo>
                  <a:cubicBezTo>
                    <a:pt x="6" y="5"/>
                    <a:pt x="7" y="3"/>
                    <a:pt x="6" y="2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Freeform 599">
              <a:extLst>
                <a:ext uri="{FF2B5EF4-FFF2-40B4-BE49-F238E27FC236}">
                  <a16:creationId xmlns:a16="http://schemas.microsoft.com/office/drawing/2014/main" id="{EA13657B-AF7C-453A-95AD-5FDAC55DF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895"/>
              <a:ext cx="7" cy="8"/>
            </a:xfrm>
            <a:custGeom>
              <a:avLst/>
              <a:gdLst>
                <a:gd name="T0" fmla="*/ 0 w 3"/>
                <a:gd name="T1" fmla="*/ 661 h 3"/>
                <a:gd name="T2" fmla="*/ 355 w 3"/>
                <a:gd name="T3" fmla="*/ 1059 h 3"/>
                <a:gd name="T4" fmla="*/ 355 w 3"/>
                <a:gd name="T5" fmla="*/ 397 h 3"/>
                <a:gd name="T6" fmla="*/ 152 w 3"/>
                <a:gd name="T7" fmla="*/ 397 h 3"/>
                <a:gd name="T8" fmla="*/ 0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2" y="1"/>
                  </a:cubicBezTo>
                  <a:cubicBezTo>
                    <a:pt x="2" y="1"/>
                    <a:pt x="2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600">
              <a:extLst>
                <a:ext uri="{FF2B5EF4-FFF2-40B4-BE49-F238E27FC236}">
                  <a16:creationId xmlns:a16="http://schemas.microsoft.com/office/drawing/2014/main" id="{4C8C00EE-E618-4877-ADC8-BAF3E9B58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876"/>
              <a:ext cx="20" cy="19"/>
            </a:xfrm>
            <a:custGeom>
              <a:avLst/>
              <a:gdLst>
                <a:gd name="T0" fmla="*/ 313 w 8"/>
                <a:gd name="T1" fmla="*/ 2063 h 7"/>
                <a:gd name="T2" fmla="*/ 1488 w 8"/>
                <a:gd name="T3" fmla="*/ 2342 h 7"/>
                <a:gd name="T4" fmla="*/ 1770 w 8"/>
                <a:gd name="T5" fmla="*/ 760 h 7"/>
                <a:gd name="T6" fmla="*/ 783 w 8"/>
                <a:gd name="T7" fmla="*/ 0 h 7"/>
                <a:gd name="T8" fmla="*/ 313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2" y="6"/>
                    <a:pt x="4" y="7"/>
                    <a:pt x="6" y="6"/>
                  </a:cubicBezTo>
                  <a:cubicBezTo>
                    <a:pt x="7" y="5"/>
                    <a:pt x="8" y="4"/>
                    <a:pt x="7" y="2"/>
                  </a:cubicBezTo>
                  <a:cubicBezTo>
                    <a:pt x="6" y="0"/>
                    <a:pt x="4" y="0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601">
              <a:extLst>
                <a:ext uri="{FF2B5EF4-FFF2-40B4-BE49-F238E27FC236}">
                  <a16:creationId xmlns:a16="http://schemas.microsoft.com/office/drawing/2014/main" id="{D8E039B3-DC9C-469B-957F-AD4ECB843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879"/>
              <a:ext cx="8" cy="8"/>
            </a:xfrm>
            <a:custGeom>
              <a:avLst/>
              <a:gdLst>
                <a:gd name="T0" fmla="*/ 0 w 3"/>
                <a:gd name="T1" fmla="*/ 661 h 3"/>
                <a:gd name="T2" fmla="*/ 661 w 3"/>
                <a:gd name="T3" fmla="*/ 1059 h 3"/>
                <a:gd name="T4" fmla="*/ 661 w 3"/>
                <a:gd name="T5" fmla="*/ 397 h 3"/>
                <a:gd name="T6" fmla="*/ 397 w 3"/>
                <a:gd name="T7" fmla="*/ 397 h 3"/>
                <a:gd name="T8" fmla="*/ 0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602">
              <a:extLst>
                <a:ext uri="{FF2B5EF4-FFF2-40B4-BE49-F238E27FC236}">
                  <a16:creationId xmlns:a16="http://schemas.microsoft.com/office/drawing/2014/main" id="{4AC965AE-D154-42A4-91C3-875BA57E0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2860"/>
              <a:ext cx="20" cy="19"/>
            </a:xfrm>
            <a:custGeom>
              <a:avLst/>
              <a:gdLst>
                <a:gd name="T0" fmla="*/ 313 w 8"/>
                <a:gd name="T1" fmla="*/ 2063 h 7"/>
                <a:gd name="T2" fmla="*/ 1300 w 8"/>
                <a:gd name="T3" fmla="*/ 2342 h 7"/>
                <a:gd name="T4" fmla="*/ 1770 w 8"/>
                <a:gd name="T5" fmla="*/ 760 h 7"/>
                <a:gd name="T6" fmla="*/ 783 w 8"/>
                <a:gd name="T7" fmla="*/ 0 h 7"/>
                <a:gd name="T8" fmla="*/ 313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2" y="6"/>
                    <a:pt x="4" y="7"/>
                    <a:pt x="5" y="6"/>
                  </a:cubicBezTo>
                  <a:cubicBezTo>
                    <a:pt x="7" y="6"/>
                    <a:pt x="8" y="4"/>
                    <a:pt x="7" y="2"/>
                  </a:cubicBezTo>
                  <a:cubicBezTo>
                    <a:pt x="6" y="0"/>
                    <a:pt x="4" y="0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603">
              <a:extLst>
                <a:ext uri="{FF2B5EF4-FFF2-40B4-BE49-F238E27FC236}">
                  <a16:creationId xmlns:a16="http://schemas.microsoft.com/office/drawing/2014/main" id="{340ED1A9-F945-4BC6-9EF9-F9FDE374E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863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1059 h 3"/>
                <a:gd name="T4" fmla="*/ 520 w 2"/>
                <a:gd name="T5" fmla="*/ 397 h 3"/>
                <a:gd name="T6" fmla="*/ 313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604">
              <a:extLst>
                <a:ext uri="{FF2B5EF4-FFF2-40B4-BE49-F238E27FC236}">
                  <a16:creationId xmlns:a16="http://schemas.microsoft.com/office/drawing/2014/main" id="{DCF7A791-D5C5-49FA-81B6-B4C96B4C3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844"/>
              <a:ext cx="18" cy="19"/>
            </a:xfrm>
            <a:custGeom>
              <a:avLst/>
              <a:gdLst>
                <a:gd name="T0" fmla="*/ 357 w 7"/>
                <a:gd name="T1" fmla="*/ 2063 h 7"/>
                <a:gd name="T2" fmla="*/ 1448 w 7"/>
                <a:gd name="T3" fmla="*/ 2342 h 7"/>
                <a:gd name="T4" fmla="*/ 2003 w 7"/>
                <a:gd name="T5" fmla="*/ 760 h 7"/>
                <a:gd name="T6" fmla="*/ 563 w 7"/>
                <a:gd name="T7" fmla="*/ 0 h 7"/>
                <a:gd name="T8" fmla="*/ 357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1" y="6"/>
                    <a:pt x="3" y="7"/>
                    <a:pt x="5" y="6"/>
                  </a:cubicBezTo>
                  <a:cubicBezTo>
                    <a:pt x="7" y="6"/>
                    <a:pt x="7" y="4"/>
                    <a:pt x="7" y="2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605">
              <a:extLst>
                <a:ext uri="{FF2B5EF4-FFF2-40B4-BE49-F238E27FC236}">
                  <a16:creationId xmlns:a16="http://schemas.microsoft.com/office/drawing/2014/main" id="{AD476E51-0B70-41F7-8437-AD83C3674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847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1059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606">
              <a:extLst>
                <a:ext uri="{FF2B5EF4-FFF2-40B4-BE49-F238E27FC236}">
                  <a16:creationId xmlns:a16="http://schemas.microsoft.com/office/drawing/2014/main" id="{FB90E816-389C-461F-B596-71DCB2DCF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828"/>
              <a:ext cx="17" cy="19"/>
            </a:xfrm>
            <a:custGeom>
              <a:avLst/>
              <a:gdLst>
                <a:gd name="T0" fmla="*/ 170 w 7"/>
                <a:gd name="T1" fmla="*/ 2063 h 7"/>
                <a:gd name="T2" fmla="*/ 1003 w 7"/>
                <a:gd name="T3" fmla="*/ 2342 h 7"/>
                <a:gd name="T4" fmla="*/ 1243 w 7"/>
                <a:gd name="T5" fmla="*/ 760 h 7"/>
                <a:gd name="T6" fmla="*/ 413 w 7"/>
                <a:gd name="T7" fmla="*/ 442 h 7"/>
                <a:gd name="T8" fmla="*/ 17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47" name="Freeform 607">
              <a:extLst>
                <a:ext uri="{FF2B5EF4-FFF2-40B4-BE49-F238E27FC236}">
                  <a16:creationId xmlns:a16="http://schemas.microsoft.com/office/drawing/2014/main" id="{6B6CBFBA-9DFD-4785-94A1-147C7962E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831"/>
              <a:ext cx="8" cy="8"/>
            </a:xfrm>
            <a:custGeom>
              <a:avLst/>
              <a:gdLst>
                <a:gd name="T0" fmla="*/ 397 w 3"/>
                <a:gd name="T1" fmla="*/ 661 h 3"/>
                <a:gd name="T2" fmla="*/ 661 w 3"/>
                <a:gd name="T3" fmla="*/ 1059 h 3"/>
                <a:gd name="T4" fmla="*/ 1059 w 3"/>
                <a:gd name="T5" fmla="*/ 397 h 3"/>
                <a:gd name="T6" fmla="*/ 397 w 3"/>
                <a:gd name="T7" fmla="*/ 397 h 3"/>
                <a:gd name="T8" fmla="*/ 397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1"/>
                    <a:pt x="2" y="0"/>
                    <a:pt x="1" y="1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608">
              <a:extLst>
                <a:ext uri="{FF2B5EF4-FFF2-40B4-BE49-F238E27FC236}">
                  <a16:creationId xmlns:a16="http://schemas.microsoft.com/office/drawing/2014/main" id="{1A69644C-6F17-48C6-97D7-38E989FAF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812"/>
              <a:ext cx="20" cy="19"/>
            </a:xfrm>
            <a:custGeom>
              <a:avLst/>
              <a:gdLst>
                <a:gd name="T0" fmla="*/ 313 w 8"/>
                <a:gd name="T1" fmla="*/ 2063 h 7"/>
                <a:gd name="T2" fmla="*/ 1488 w 8"/>
                <a:gd name="T3" fmla="*/ 2342 h 7"/>
                <a:gd name="T4" fmla="*/ 1770 w 8"/>
                <a:gd name="T5" fmla="*/ 760 h 7"/>
                <a:gd name="T6" fmla="*/ 520 w 8"/>
                <a:gd name="T7" fmla="*/ 442 h 7"/>
                <a:gd name="T8" fmla="*/ 313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2" y="6"/>
                    <a:pt x="4" y="7"/>
                    <a:pt x="6" y="6"/>
                  </a:cubicBezTo>
                  <a:cubicBezTo>
                    <a:pt x="7" y="5"/>
                    <a:pt x="8" y="3"/>
                    <a:pt x="7" y="2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609">
              <a:extLst>
                <a:ext uri="{FF2B5EF4-FFF2-40B4-BE49-F238E27FC236}">
                  <a16:creationId xmlns:a16="http://schemas.microsoft.com/office/drawing/2014/main" id="{16882921-B8BF-4624-9C15-6483698EE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815"/>
              <a:ext cx="7" cy="8"/>
            </a:xfrm>
            <a:custGeom>
              <a:avLst/>
              <a:gdLst>
                <a:gd name="T0" fmla="*/ 0 w 3"/>
                <a:gd name="T1" fmla="*/ 661 h 3"/>
                <a:gd name="T2" fmla="*/ 355 w 3"/>
                <a:gd name="T3" fmla="*/ 1059 h 3"/>
                <a:gd name="T4" fmla="*/ 355 w 3"/>
                <a:gd name="T5" fmla="*/ 397 h 3"/>
                <a:gd name="T6" fmla="*/ 152 w 3"/>
                <a:gd name="T7" fmla="*/ 397 h 3"/>
                <a:gd name="T8" fmla="*/ 0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610">
              <a:extLst>
                <a:ext uri="{FF2B5EF4-FFF2-40B4-BE49-F238E27FC236}">
                  <a16:creationId xmlns:a16="http://schemas.microsoft.com/office/drawing/2014/main" id="{64DAB577-7EF3-45E9-B40C-8DFFF3909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796"/>
              <a:ext cx="18" cy="19"/>
            </a:xfrm>
            <a:custGeom>
              <a:avLst/>
              <a:gdLst>
                <a:gd name="T0" fmla="*/ 357 w 7"/>
                <a:gd name="T1" fmla="*/ 2063 h 7"/>
                <a:gd name="T2" fmla="*/ 1448 w 7"/>
                <a:gd name="T3" fmla="*/ 2342 h 7"/>
                <a:gd name="T4" fmla="*/ 1700 w 7"/>
                <a:gd name="T5" fmla="*/ 760 h 7"/>
                <a:gd name="T6" fmla="*/ 563 w 7"/>
                <a:gd name="T7" fmla="*/ 442 h 7"/>
                <a:gd name="T8" fmla="*/ 357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611">
              <a:extLst>
                <a:ext uri="{FF2B5EF4-FFF2-40B4-BE49-F238E27FC236}">
                  <a16:creationId xmlns:a16="http://schemas.microsoft.com/office/drawing/2014/main" id="{3A61B405-C98E-4F43-97F0-94142A365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799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1059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612">
              <a:extLst>
                <a:ext uri="{FF2B5EF4-FFF2-40B4-BE49-F238E27FC236}">
                  <a16:creationId xmlns:a16="http://schemas.microsoft.com/office/drawing/2014/main" id="{E5AB234B-8211-4B1A-8FFB-6FA87E038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780"/>
              <a:ext cx="17" cy="19"/>
            </a:xfrm>
            <a:custGeom>
              <a:avLst/>
              <a:gdLst>
                <a:gd name="T0" fmla="*/ 0 w 7"/>
                <a:gd name="T1" fmla="*/ 2063 h 7"/>
                <a:gd name="T2" fmla="*/ 1003 w 7"/>
                <a:gd name="T3" fmla="*/ 2342 h 7"/>
                <a:gd name="T4" fmla="*/ 1243 w 7"/>
                <a:gd name="T5" fmla="*/ 760 h 7"/>
                <a:gd name="T6" fmla="*/ 413 w 7"/>
                <a:gd name="T7" fmla="*/ 442 h 7"/>
                <a:gd name="T8" fmla="*/ 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7"/>
                    <a:pt x="3" y="7"/>
                    <a:pt x="5" y="6"/>
                  </a:cubicBezTo>
                  <a:cubicBezTo>
                    <a:pt x="6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613">
              <a:extLst>
                <a:ext uri="{FF2B5EF4-FFF2-40B4-BE49-F238E27FC236}">
                  <a16:creationId xmlns:a16="http://schemas.microsoft.com/office/drawing/2014/main" id="{FEB5A7C5-E1CA-4F3B-92A3-CB91BF3E4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783"/>
              <a:ext cx="8" cy="8"/>
            </a:xfrm>
            <a:custGeom>
              <a:avLst/>
              <a:gdLst>
                <a:gd name="T0" fmla="*/ 397 w 3"/>
                <a:gd name="T1" fmla="*/ 661 h 3"/>
                <a:gd name="T2" fmla="*/ 661 w 3"/>
                <a:gd name="T3" fmla="*/ 1059 h 3"/>
                <a:gd name="T4" fmla="*/ 661 w 3"/>
                <a:gd name="T5" fmla="*/ 397 h 3"/>
                <a:gd name="T6" fmla="*/ 397 w 3"/>
                <a:gd name="T7" fmla="*/ 397 h 3"/>
                <a:gd name="T8" fmla="*/ 397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3"/>
                  </a:cubicBezTo>
                  <a:cubicBezTo>
                    <a:pt x="3" y="2"/>
                    <a:pt x="3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614">
              <a:extLst>
                <a:ext uri="{FF2B5EF4-FFF2-40B4-BE49-F238E27FC236}">
                  <a16:creationId xmlns:a16="http://schemas.microsoft.com/office/drawing/2014/main" id="{A55AAE7D-B68B-4E15-B193-2A98DC85B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761"/>
              <a:ext cx="17" cy="22"/>
            </a:xfrm>
            <a:custGeom>
              <a:avLst/>
              <a:gdLst>
                <a:gd name="T0" fmla="*/ 170 w 7"/>
                <a:gd name="T1" fmla="*/ 2684 h 8"/>
                <a:gd name="T2" fmla="*/ 1003 w 7"/>
                <a:gd name="T3" fmla="*/ 2973 h 8"/>
                <a:gd name="T4" fmla="*/ 1243 w 7"/>
                <a:gd name="T5" fmla="*/ 976 h 8"/>
                <a:gd name="T6" fmla="*/ 413 w 7"/>
                <a:gd name="T7" fmla="*/ 462 h 8"/>
                <a:gd name="T8" fmla="*/ 170 w 7"/>
                <a:gd name="T9" fmla="*/ 268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615">
              <a:extLst>
                <a:ext uri="{FF2B5EF4-FFF2-40B4-BE49-F238E27FC236}">
                  <a16:creationId xmlns:a16="http://schemas.microsoft.com/office/drawing/2014/main" id="{4388DC7C-2ACA-4012-9256-E7F575DEF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767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1" y="3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616">
              <a:extLst>
                <a:ext uri="{FF2B5EF4-FFF2-40B4-BE49-F238E27FC236}">
                  <a16:creationId xmlns:a16="http://schemas.microsoft.com/office/drawing/2014/main" id="{554952DC-2826-438E-A2E6-D81E476EC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745"/>
              <a:ext cx="17" cy="19"/>
            </a:xfrm>
            <a:custGeom>
              <a:avLst/>
              <a:gdLst>
                <a:gd name="T0" fmla="*/ 170 w 7"/>
                <a:gd name="T1" fmla="*/ 2063 h 7"/>
                <a:gd name="T2" fmla="*/ 1003 w 7"/>
                <a:gd name="T3" fmla="*/ 2342 h 7"/>
                <a:gd name="T4" fmla="*/ 1243 w 7"/>
                <a:gd name="T5" fmla="*/ 760 h 7"/>
                <a:gd name="T6" fmla="*/ 413 w 7"/>
                <a:gd name="T7" fmla="*/ 442 h 7"/>
                <a:gd name="T8" fmla="*/ 17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6"/>
                    <a:pt x="7" y="4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617">
              <a:extLst>
                <a:ext uri="{FF2B5EF4-FFF2-40B4-BE49-F238E27FC236}">
                  <a16:creationId xmlns:a16="http://schemas.microsoft.com/office/drawing/2014/main" id="{AEFF8F5F-CAA0-4C3E-9E13-380497EF7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751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313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618">
              <a:extLst>
                <a:ext uri="{FF2B5EF4-FFF2-40B4-BE49-F238E27FC236}">
                  <a16:creationId xmlns:a16="http://schemas.microsoft.com/office/drawing/2014/main" id="{468E1157-C3A9-4B5B-820B-09C3568CC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729"/>
              <a:ext cx="17" cy="19"/>
            </a:xfrm>
            <a:custGeom>
              <a:avLst/>
              <a:gdLst>
                <a:gd name="T0" fmla="*/ 170 w 7"/>
                <a:gd name="T1" fmla="*/ 2342 h 7"/>
                <a:gd name="T2" fmla="*/ 1243 w 7"/>
                <a:gd name="T3" fmla="*/ 2342 h 7"/>
                <a:gd name="T4" fmla="*/ 1243 w 7"/>
                <a:gd name="T5" fmla="*/ 760 h 7"/>
                <a:gd name="T6" fmla="*/ 413 w 7"/>
                <a:gd name="T7" fmla="*/ 442 h 7"/>
                <a:gd name="T8" fmla="*/ 17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5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619">
              <a:extLst>
                <a:ext uri="{FF2B5EF4-FFF2-40B4-BE49-F238E27FC236}">
                  <a16:creationId xmlns:a16="http://schemas.microsoft.com/office/drawing/2014/main" id="{598DBE00-6EDF-4150-B5D7-BCA1B8CA3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735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313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620">
              <a:extLst>
                <a:ext uri="{FF2B5EF4-FFF2-40B4-BE49-F238E27FC236}">
                  <a16:creationId xmlns:a16="http://schemas.microsoft.com/office/drawing/2014/main" id="{27F10357-0071-4178-8BEB-B9509430F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713"/>
              <a:ext cx="20" cy="19"/>
            </a:xfrm>
            <a:custGeom>
              <a:avLst/>
              <a:gdLst>
                <a:gd name="T0" fmla="*/ 520 w 8"/>
                <a:gd name="T1" fmla="*/ 2342 h 7"/>
                <a:gd name="T2" fmla="*/ 1488 w 8"/>
                <a:gd name="T3" fmla="*/ 2342 h 7"/>
                <a:gd name="T4" fmla="*/ 1488 w 8"/>
                <a:gd name="T5" fmla="*/ 442 h 7"/>
                <a:gd name="T6" fmla="*/ 520 w 8"/>
                <a:gd name="T7" fmla="*/ 442 h 7"/>
                <a:gd name="T8" fmla="*/ 520 w 8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8" y="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Freeform 621">
              <a:extLst>
                <a:ext uri="{FF2B5EF4-FFF2-40B4-BE49-F238E27FC236}">
                  <a16:creationId xmlns:a16="http://schemas.microsoft.com/office/drawing/2014/main" id="{038BF3E4-2B26-4C43-8ECA-F3CCD7E4D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719"/>
              <a:ext cx="7" cy="5"/>
            </a:xfrm>
            <a:custGeom>
              <a:avLst/>
              <a:gdLst>
                <a:gd name="T0" fmla="*/ 152 w 3"/>
                <a:gd name="T1" fmla="*/ 313 h 2"/>
                <a:gd name="T2" fmla="*/ 355 w 3"/>
                <a:gd name="T3" fmla="*/ 520 h 2"/>
                <a:gd name="T4" fmla="*/ 355 w 3"/>
                <a:gd name="T5" fmla="*/ 0 h 2"/>
                <a:gd name="T6" fmla="*/ 152 w 3"/>
                <a:gd name="T7" fmla="*/ 0 h 2"/>
                <a:gd name="T8" fmla="*/ 152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2" name="Freeform 622">
              <a:extLst>
                <a:ext uri="{FF2B5EF4-FFF2-40B4-BE49-F238E27FC236}">
                  <a16:creationId xmlns:a16="http://schemas.microsoft.com/office/drawing/2014/main" id="{C8B916CC-5BCB-42E4-8698-375D9D57C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697"/>
              <a:ext cx="17" cy="19"/>
            </a:xfrm>
            <a:custGeom>
              <a:avLst/>
              <a:gdLst>
                <a:gd name="T0" fmla="*/ 170 w 7"/>
                <a:gd name="T1" fmla="*/ 2063 h 7"/>
                <a:gd name="T2" fmla="*/ 1243 w 7"/>
                <a:gd name="T3" fmla="*/ 2342 h 7"/>
                <a:gd name="T4" fmla="*/ 1243 w 7"/>
                <a:gd name="T5" fmla="*/ 442 h 7"/>
                <a:gd name="T6" fmla="*/ 413 w 7"/>
                <a:gd name="T7" fmla="*/ 442 h 7"/>
                <a:gd name="T8" fmla="*/ 17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63" name="Freeform 623">
              <a:extLst>
                <a:ext uri="{FF2B5EF4-FFF2-40B4-BE49-F238E27FC236}">
                  <a16:creationId xmlns:a16="http://schemas.microsoft.com/office/drawing/2014/main" id="{F5FE056D-657C-419C-B2DE-51D5AA696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700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Freeform 624">
              <a:extLst>
                <a:ext uri="{FF2B5EF4-FFF2-40B4-BE49-F238E27FC236}">
                  <a16:creationId xmlns:a16="http://schemas.microsoft.com/office/drawing/2014/main" id="{C084ED8A-6B92-4B4B-A8F8-F2F9F461A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679"/>
              <a:ext cx="17" cy="21"/>
            </a:xfrm>
            <a:custGeom>
              <a:avLst/>
              <a:gdLst>
                <a:gd name="T0" fmla="*/ 170 w 7"/>
                <a:gd name="T1" fmla="*/ 1992 h 8"/>
                <a:gd name="T2" fmla="*/ 1003 w 7"/>
                <a:gd name="T3" fmla="*/ 1992 h 8"/>
                <a:gd name="T4" fmla="*/ 1243 w 7"/>
                <a:gd name="T5" fmla="*/ 614 h 8"/>
                <a:gd name="T6" fmla="*/ 170 w 7"/>
                <a:gd name="T7" fmla="*/ 378 h 8"/>
                <a:gd name="T8" fmla="*/ 170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2" y="7"/>
                    <a:pt x="4" y="8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625">
              <a:extLst>
                <a:ext uri="{FF2B5EF4-FFF2-40B4-BE49-F238E27FC236}">
                  <a16:creationId xmlns:a16="http://schemas.microsoft.com/office/drawing/2014/main" id="{F97B639E-1605-419A-980E-FAF986A07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684"/>
              <a:ext cx="8" cy="5"/>
            </a:xfrm>
            <a:custGeom>
              <a:avLst/>
              <a:gdLst>
                <a:gd name="T0" fmla="*/ 397 w 3"/>
                <a:gd name="T1" fmla="*/ 520 h 2"/>
                <a:gd name="T2" fmla="*/ 661 w 3"/>
                <a:gd name="T3" fmla="*/ 520 h 2"/>
                <a:gd name="T4" fmla="*/ 1059 w 3"/>
                <a:gd name="T5" fmla="*/ 313 h 2"/>
                <a:gd name="T6" fmla="*/ 397 w 3"/>
                <a:gd name="T7" fmla="*/ 0 h 2"/>
                <a:gd name="T8" fmla="*/ 397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626">
              <a:extLst>
                <a:ext uri="{FF2B5EF4-FFF2-40B4-BE49-F238E27FC236}">
                  <a16:creationId xmlns:a16="http://schemas.microsoft.com/office/drawing/2014/main" id="{3A8ABF59-5A7B-41CC-8A3C-163CD5CA4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663"/>
              <a:ext cx="18" cy="18"/>
            </a:xfrm>
            <a:custGeom>
              <a:avLst/>
              <a:gdLst>
                <a:gd name="T0" fmla="*/ 357 w 7"/>
                <a:gd name="T1" fmla="*/ 1448 h 7"/>
                <a:gd name="T2" fmla="*/ 1700 w 7"/>
                <a:gd name="T3" fmla="*/ 1700 h 7"/>
                <a:gd name="T4" fmla="*/ 1700 w 7"/>
                <a:gd name="T5" fmla="*/ 357 h 7"/>
                <a:gd name="T6" fmla="*/ 563 w 7"/>
                <a:gd name="T7" fmla="*/ 357 h 7"/>
                <a:gd name="T8" fmla="*/ 357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627">
              <a:extLst>
                <a:ext uri="{FF2B5EF4-FFF2-40B4-BE49-F238E27FC236}">
                  <a16:creationId xmlns:a16="http://schemas.microsoft.com/office/drawing/2014/main" id="{BDDA04F2-65C9-4C95-BF1A-F90C6B897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668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628">
              <a:extLst>
                <a:ext uri="{FF2B5EF4-FFF2-40B4-BE49-F238E27FC236}">
                  <a16:creationId xmlns:a16="http://schemas.microsoft.com/office/drawing/2014/main" id="{4911C90D-B487-4F0F-9343-5E0807ED9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593"/>
              <a:ext cx="18" cy="19"/>
            </a:xfrm>
            <a:custGeom>
              <a:avLst/>
              <a:gdLst>
                <a:gd name="T0" fmla="*/ 357 w 7"/>
                <a:gd name="T1" fmla="*/ 2342 h 7"/>
                <a:gd name="T2" fmla="*/ 1700 w 7"/>
                <a:gd name="T3" fmla="*/ 2342 h 7"/>
                <a:gd name="T4" fmla="*/ 1700 w 7"/>
                <a:gd name="T5" fmla="*/ 760 h 7"/>
                <a:gd name="T6" fmla="*/ 563 w 7"/>
                <a:gd name="T7" fmla="*/ 442 h 7"/>
                <a:gd name="T8" fmla="*/ 357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629">
              <a:extLst>
                <a:ext uri="{FF2B5EF4-FFF2-40B4-BE49-F238E27FC236}">
                  <a16:creationId xmlns:a16="http://schemas.microsoft.com/office/drawing/2014/main" id="{26455162-1B94-4769-91F4-470B38464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99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630">
              <a:extLst>
                <a:ext uri="{FF2B5EF4-FFF2-40B4-BE49-F238E27FC236}">
                  <a16:creationId xmlns:a16="http://schemas.microsoft.com/office/drawing/2014/main" id="{33BF52A2-AAD6-4A3A-B724-FF012CB3B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75"/>
              <a:ext cx="18" cy="21"/>
            </a:xfrm>
            <a:custGeom>
              <a:avLst/>
              <a:gdLst>
                <a:gd name="T0" fmla="*/ 357 w 7"/>
                <a:gd name="T1" fmla="*/ 1992 h 8"/>
                <a:gd name="T2" fmla="*/ 1448 w 7"/>
                <a:gd name="T3" fmla="*/ 2226 h 8"/>
                <a:gd name="T4" fmla="*/ 1700 w 7"/>
                <a:gd name="T5" fmla="*/ 614 h 8"/>
                <a:gd name="T6" fmla="*/ 357 w 7"/>
                <a:gd name="T7" fmla="*/ 614 h 8"/>
                <a:gd name="T8" fmla="*/ 357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2" y="8"/>
                    <a:pt x="4" y="8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ubicBezTo>
                    <a:pt x="5" y="1"/>
                    <a:pt x="3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631">
              <a:extLst>
                <a:ext uri="{FF2B5EF4-FFF2-40B4-BE49-F238E27FC236}">
                  <a16:creationId xmlns:a16="http://schemas.microsoft.com/office/drawing/2014/main" id="{1168A6C3-B603-4FE0-9089-2ADE386A4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580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1" y="3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632">
              <a:extLst>
                <a:ext uri="{FF2B5EF4-FFF2-40B4-BE49-F238E27FC236}">
                  <a16:creationId xmlns:a16="http://schemas.microsoft.com/office/drawing/2014/main" id="{9D6FB10E-413D-4C38-9C93-A51ABF16E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559"/>
              <a:ext cx="17" cy="18"/>
            </a:xfrm>
            <a:custGeom>
              <a:avLst/>
              <a:gdLst>
                <a:gd name="T0" fmla="*/ 170 w 7"/>
                <a:gd name="T1" fmla="*/ 1700 h 7"/>
                <a:gd name="T2" fmla="*/ 1243 w 7"/>
                <a:gd name="T3" fmla="*/ 1700 h 7"/>
                <a:gd name="T4" fmla="*/ 1243 w 7"/>
                <a:gd name="T5" fmla="*/ 563 h 7"/>
                <a:gd name="T6" fmla="*/ 413 w 7"/>
                <a:gd name="T7" fmla="*/ 357 h 7"/>
                <a:gd name="T8" fmla="*/ 17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633">
              <a:extLst>
                <a:ext uri="{FF2B5EF4-FFF2-40B4-BE49-F238E27FC236}">
                  <a16:creationId xmlns:a16="http://schemas.microsoft.com/office/drawing/2014/main" id="{9C89ACF2-DBBD-4D6C-B7D0-3E6982E25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564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634">
              <a:extLst>
                <a:ext uri="{FF2B5EF4-FFF2-40B4-BE49-F238E27FC236}">
                  <a16:creationId xmlns:a16="http://schemas.microsoft.com/office/drawing/2014/main" id="{E842937E-8995-4DE8-83AD-FFD3CCA0B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540"/>
              <a:ext cx="18" cy="21"/>
            </a:xfrm>
            <a:custGeom>
              <a:avLst/>
              <a:gdLst>
                <a:gd name="T0" fmla="*/ 563 w 7"/>
                <a:gd name="T1" fmla="*/ 1992 h 8"/>
                <a:gd name="T2" fmla="*/ 1700 w 7"/>
                <a:gd name="T3" fmla="*/ 1992 h 8"/>
                <a:gd name="T4" fmla="*/ 1700 w 7"/>
                <a:gd name="T5" fmla="*/ 614 h 8"/>
                <a:gd name="T6" fmla="*/ 563 w 7"/>
                <a:gd name="T7" fmla="*/ 614 h 8"/>
                <a:gd name="T8" fmla="*/ 563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2" y="6"/>
                  </a:moveTo>
                  <a:cubicBezTo>
                    <a:pt x="3" y="8"/>
                    <a:pt x="5" y="8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635">
              <a:extLst>
                <a:ext uri="{FF2B5EF4-FFF2-40B4-BE49-F238E27FC236}">
                  <a16:creationId xmlns:a16="http://schemas.microsoft.com/office/drawing/2014/main" id="{FE3F6920-BF3E-4315-9693-5E64F87F6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545"/>
              <a:ext cx="8" cy="8"/>
            </a:xfrm>
            <a:custGeom>
              <a:avLst/>
              <a:gdLst>
                <a:gd name="T0" fmla="*/ 397 w 3"/>
                <a:gd name="T1" fmla="*/ 661 h 3"/>
                <a:gd name="T2" fmla="*/ 661 w 3"/>
                <a:gd name="T3" fmla="*/ 661 h 3"/>
                <a:gd name="T4" fmla="*/ 661 w 3"/>
                <a:gd name="T5" fmla="*/ 397 h 3"/>
                <a:gd name="T6" fmla="*/ 397 w 3"/>
                <a:gd name="T7" fmla="*/ 397 h 3"/>
                <a:gd name="T8" fmla="*/ 397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636">
              <a:extLst>
                <a:ext uri="{FF2B5EF4-FFF2-40B4-BE49-F238E27FC236}">
                  <a16:creationId xmlns:a16="http://schemas.microsoft.com/office/drawing/2014/main" id="{64846ACF-2E94-41AE-9AAF-ABF96E054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524"/>
              <a:ext cx="17" cy="19"/>
            </a:xfrm>
            <a:custGeom>
              <a:avLst/>
              <a:gdLst>
                <a:gd name="T0" fmla="*/ 170 w 7"/>
                <a:gd name="T1" fmla="*/ 2342 h 7"/>
                <a:gd name="T2" fmla="*/ 1243 w 7"/>
                <a:gd name="T3" fmla="*/ 2342 h 7"/>
                <a:gd name="T4" fmla="*/ 1243 w 7"/>
                <a:gd name="T5" fmla="*/ 442 h 7"/>
                <a:gd name="T6" fmla="*/ 170 w 7"/>
                <a:gd name="T7" fmla="*/ 442 h 7"/>
                <a:gd name="T8" fmla="*/ 17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637">
              <a:extLst>
                <a:ext uri="{FF2B5EF4-FFF2-40B4-BE49-F238E27FC236}">
                  <a16:creationId xmlns:a16="http://schemas.microsoft.com/office/drawing/2014/main" id="{58D29D48-9C5B-46B9-BD20-036788A0A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529"/>
              <a:ext cx="5" cy="6"/>
            </a:xfrm>
            <a:custGeom>
              <a:avLst/>
              <a:gdLst>
                <a:gd name="T0" fmla="*/ 0 w 2"/>
                <a:gd name="T1" fmla="*/ 1458 h 2"/>
                <a:gd name="T2" fmla="*/ 520 w 2"/>
                <a:gd name="T3" fmla="*/ 1458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638">
              <a:extLst>
                <a:ext uri="{FF2B5EF4-FFF2-40B4-BE49-F238E27FC236}">
                  <a16:creationId xmlns:a16="http://schemas.microsoft.com/office/drawing/2014/main" id="{9301796D-3C5D-4D6E-94BD-8D0A88442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508"/>
              <a:ext cx="18" cy="19"/>
            </a:xfrm>
            <a:custGeom>
              <a:avLst/>
              <a:gdLst>
                <a:gd name="T0" fmla="*/ 357 w 7"/>
                <a:gd name="T1" fmla="*/ 2342 h 7"/>
                <a:gd name="T2" fmla="*/ 1700 w 7"/>
                <a:gd name="T3" fmla="*/ 2342 h 7"/>
                <a:gd name="T4" fmla="*/ 1700 w 7"/>
                <a:gd name="T5" fmla="*/ 442 h 7"/>
                <a:gd name="T6" fmla="*/ 357 w 7"/>
                <a:gd name="T7" fmla="*/ 442 h 7"/>
                <a:gd name="T8" fmla="*/ 357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639">
              <a:extLst>
                <a:ext uri="{FF2B5EF4-FFF2-40B4-BE49-F238E27FC236}">
                  <a16:creationId xmlns:a16="http://schemas.microsoft.com/office/drawing/2014/main" id="{B09CED92-C95D-4FDD-B571-C3D0BFB2B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13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520 w 2"/>
                <a:gd name="T3" fmla="*/ 729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640">
              <a:extLst>
                <a:ext uri="{FF2B5EF4-FFF2-40B4-BE49-F238E27FC236}">
                  <a16:creationId xmlns:a16="http://schemas.microsoft.com/office/drawing/2014/main" id="{05517B52-1DC2-4636-8559-46CCC31F3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489"/>
              <a:ext cx="17" cy="19"/>
            </a:xfrm>
            <a:custGeom>
              <a:avLst/>
              <a:gdLst>
                <a:gd name="T0" fmla="*/ 170 w 7"/>
                <a:gd name="T1" fmla="*/ 2342 h 7"/>
                <a:gd name="T2" fmla="*/ 1243 w 7"/>
                <a:gd name="T3" fmla="*/ 2342 h 7"/>
                <a:gd name="T4" fmla="*/ 1243 w 7"/>
                <a:gd name="T5" fmla="*/ 442 h 7"/>
                <a:gd name="T6" fmla="*/ 170 w 7"/>
                <a:gd name="T7" fmla="*/ 442 h 7"/>
                <a:gd name="T8" fmla="*/ 17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641">
              <a:extLst>
                <a:ext uri="{FF2B5EF4-FFF2-40B4-BE49-F238E27FC236}">
                  <a16:creationId xmlns:a16="http://schemas.microsoft.com/office/drawing/2014/main" id="{A1FE9870-1BBC-4663-A9CA-4FF6D023C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495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642">
              <a:extLst>
                <a:ext uri="{FF2B5EF4-FFF2-40B4-BE49-F238E27FC236}">
                  <a16:creationId xmlns:a16="http://schemas.microsoft.com/office/drawing/2014/main" id="{337236A7-ACD8-4409-A9AF-3ED5891CB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473"/>
              <a:ext cx="18" cy="19"/>
            </a:xfrm>
            <a:custGeom>
              <a:avLst/>
              <a:gdLst>
                <a:gd name="T0" fmla="*/ 357 w 7"/>
                <a:gd name="T1" fmla="*/ 2063 h 7"/>
                <a:gd name="T2" fmla="*/ 1700 w 7"/>
                <a:gd name="T3" fmla="*/ 2342 h 7"/>
                <a:gd name="T4" fmla="*/ 1700 w 7"/>
                <a:gd name="T5" fmla="*/ 442 h 7"/>
                <a:gd name="T6" fmla="*/ 357 w 7"/>
                <a:gd name="T7" fmla="*/ 442 h 7"/>
                <a:gd name="T8" fmla="*/ 357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643">
              <a:extLst>
                <a:ext uri="{FF2B5EF4-FFF2-40B4-BE49-F238E27FC236}">
                  <a16:creationId xmlns:a16="http://schemas.microsoft.com/office/drawing/2014/main" id="{F9B9D19B-E9B2-4CCC-849B-BDCE3354C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76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Freeform 644">
              <a:extLst>
                <a:ext uri="{FF2B5EF4-FFF2-40B4-BE49-F238E27FC236}">
                  <a16:creationId xmlns:a16="http://schemas.microsoft.com/office/drawing/2014/main" id="{4D4FB862-B4A9-4282-80C8-E529EDC22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455"/>
              <a:ext cx="17" cy="18"/>
            </a:xfrm>
            <a:custGeom>
              <a:avLst/>
              <a:gdLst>
                <a:gd name="T0" fmla="*/ 170 w 7"/>
                <a:gd name="T1" fmla="*/ 1700 h 7"/>
                <a:gd name="T2" fmla="*/ 1003 w 7"/>
                <a:gd name="T3" fmla="*/ 1700 h 7"/>
                <a:gd name="T4" fmla="*/ 1243 w 7"/>
                <a:gd name="T5" fmla="*/ 563 h 7"/>
                <a:gd name="T6" fmla="*/ 170 w 7"/>
                <a:gd name="T7" fmla="*/ 357 h 7"/>
                <a:gd name="T8" fmla="*/ 17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85" name="Freeform 645">
              <a:extLst>
                <a:ext uri="{FF2B5EF4-FFF2-40B4-BE49-F238E27FC236}">
                  <a16:creationId xmlns:a16="http://schemas.microsoft.com/office/drawing/2014/main" id="{E3EBAB1E-D111-4F23-B005-910C5440A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460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313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6" name="Freeform 646">
              <a:extLst>
                <a:ext uri="{FF2B5EF4-FFF2-40B4-BE49-F238E27FC236}">
                  <a16:creationId xmlns:a16="http://schemas.microsoft.com/office/drawing/2014/main" id="{BD40F387-2D86-4DE0-B223-579CD053E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439"/>
              <a:ext cx="17" cy="18"/>
            </a:xfrm>
            <a:custGeom>
              <a:avLst/>
              <a:gdLst>
                <a:gd name="T0" fmla="*/ 413 w 7"/>
                <a:gd name="T1" fmla="*/ 1448 h 7"/>
                <a:gd name="T2" fmla="*/ 1243 w 7"/>
                <a:gd name="T3" fmla="*/ 1448 h 7"/>
                <a:gd name="T4" fmla="*/ 1243 w 7"/>
                <a:gd name="T5" fmla="*/ 357 h 7"/>
                <a:gd name="T6" fmla="*/ 413 w 7"/>
                <a:gd name="T7" fmla="*/ 357 h 7"/>
                <a:gd name="T8" fmla="*/ 413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5"/>
                  </a:move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2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87" name="Freeform 647">
              <a:extLst>
                <a:ext uri="{FF2B5EF4-FFF2-40B4-BE49-F238E27FC236}">
                  <a16:creationId xmlns:a16="http://schemas.microsoft.com/office/drawing/2014/main" id="{C2FEA187-0DF4-4741-A9E7-73CDB3824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441"/>
              <a:ext cx="7" cy="8"/>
            </a:xfrm>
            <a:custGeom>
              <a:avLst/>
              <a:gdLst>
                <a:gd name="T0" fmla="*/ 152 w 3"/>
                <a:gd name="T1" fmla="*/ 661 h 3"/>
                <a:gd name="T2" fmla="*/ 355 w 3"/>
                <a:gd name="T3" fmla="*/ 661 h 3"/>
                <a:gd name="T4" fmla="*/ 355 w 3"/>
                <a:gd name="T5" fmla="*/ 397 h 3"/>
                <a:gd name="T6" fmla="*/ 152 w 3"/>
                <a:gd name="T7" fmla="*/ 397 h 3"/>
                <a:gd name="T8" fmla="*/ 152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648">
              <a:extLst>
                <a:ext uri="{FF2B5EF4-FFF2-40B4-BE49-F238E27FC236}">
                  <a16:creationId xmlns:a16="http://schemas.microsoft.com/office/drawing/2014/main" id="{C5B30777-22A7-4DF1-8373-0E9B8C619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20"/>
              <a:ext cx="18" cy="19"/>
            </a:xfrm>
            <a:custGeom>
              <a:avLst/>
              <a:gdLst>
                <a:gd name="T0" fmla="*/ 357 w 7"/>
                <a:gd name="T1" fmla="*/ 2342 h 7"/>
                <a:gd name="T2" fmla="*/ 1700 w 7"/>
                <a:gd name="T3" fmla="*/ 2063 h 7"/>
                <a:gd name="T4" fmla="*/ 1448 w 7"/>
                <a:gd name="T5" fmla="*/ 442 h 7"/>
                <a:gd name="T6" fmla="*/ 357 w 7"/>
                <a:gd name="T7" fmla="*/ 760 h 7"/>
                <a:gd name="T8" fmla="*/ 357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649">
              <a:extLst>
                <a:ext uri="{FF2B5EF4-FFF2-40B4-BE49-F238E27FC236}">
                  <a16:creationId xmlns:a16="http://schemas.microsoft.com/office/drawing/2014/main" id="{49135107-0408-40A6-8C67-8CB87E9F8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425"/>
              <a:ext cx="5" cy="6"/>
            </a:xfrm>
            <a:custGeom>
              <a:avLst/>
              <a:gdLst>
                <a:gd name="T0" fmla="*/ 0 w 2"/>
                <a:gd name="T1" fmla="*/ 1458 h 2"/>
                <a:gd name="T2" fmla="*/ 520 w 2"/>
                <a:gd name="T3" fmla="*/ 729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650">
              <a:extLst>
                <a:ext uri="{FF2B5EF4-FFF2-40B4-BE49-F238E27FC236}">
                  <a16:creationId xmlns:a16="http://schemas.microsoft.com/office/drawing/2014/main" id="{A5253345-C700-45A2-8EA6-2774F370E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01"/>
              <a:ext cx="20" cy="19"/>
            </a:xfrm>
            <a:custGeom>
              <a:avLst/>
              <a:gdLst>
                <a:gd name="T0" fmla="*/ 520 w 8"/>
                <a:gd name="T1" fmla="*/ 2342 h 7"/>
                <a:gd name="T2" fmla="*/ 1488 w 8"/>
                <a:gd name="T3" fmla="*/ 2342 h 7"/>
                <a:gd name="T4" fmla="*/ 1488 w 8"/>
                <a:gd name="T5" fmla="*/ 442 h 7"/>
                <a:gd name="T6" fmla="*/ 313 w 8"/>
                <a:gd name="T7" fmla="*/ 760 h 7"/>
                <a:gd name="T8" fmla="*/ 520 w 8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8" y="4"/>
                    <a:pt x="7" y="2"/>
                    <a:pt x="6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1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651">
              <a:extLst>
                <a:ext uri="{FF2B5EF4-FFF2-40B4-BE49-F238E27FC236}">
                  <a16:creationId xmlns:a16="http://schemas.microsoft.com/office/drawing/2014/main" id="{406857EF-2C44-4CEF-932A-575C6A392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407"/>
              <a:ext cx="8" cy="5"/>
            </a:xfrm>
            <a:custGeom>
              <a:avLst/>
              <a:gdLst>
                <a:gd name="T0" fmla="*/ 397 w 3"/>
                <a:gd name="T1" fmla="*/ 520 h 2"/>
                <a:gd name="T2" fmla="*/ 661 w 3"/>
                <a:gd name="T3" fmla="*/ 520 h 2"/>
                <a:gd name="T4" fmla="*/ 661 w 3"/>
                <a:gd name="T5" fmla="*/ 0 h 2"/>
                <a:gd name="T6" fmla="*/ 397 w 3"/>
                <a:gd name="T7" fmla="*/ 0 h 2"/>
                <a:gd name="T8" fmla="*/ 397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652">
              <a:extLst>
                <a:ext uri="{FF2B5EF4-FFF2-40B4-BE49-F238E27FC236}">
                  <a16:creationId xmlns:a16="http://schemas.microsoft.com/office/drawing/2014/main" id="{7D8E5B07-E797-4D40-8867-A061E0B97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385"/>
              <a:ext cx="17" cy="19"/>
            </a:xfrm>
            <a:custGeom>
              <a:avLst/>
              <a:gdLst>
                <a:gd name="T0" fmla="*/ 170 w 7"/>
                <a:gd name="T1" fmla="*/ 2342 h 7"/>
                <a:gd name="T2" fmla="*/ 1243 w 7"/>
                <a:gd name="T3" fmla="*/ 2063 h 7"/>
                <a:gd name="T4" fmla="*/ 1003 w 7"/>
                <a:gd name="T5" fmla="*/ 442 h 7"/>
                <a:gd name="T6" fmla="*/ 170 w 7"/>
                <a:gd name="T7" fmla="*/ 442 h 7"/>
                <a:gd name="T8" fmla="*/ 17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653">
              <a:extLst>
                <a:ext uri="{FF2B5EF4-FFF2-40B4-BE49-F238E27FC236}">
                  <a16:creationId xmlns:a16="http://schemas.microsoft.com/office/drawing/2014/main" id="{0AD165C3-86F3-48B7-BC9C-44BB7CDB2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391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313 h 2"/>
                <a:gd name="T4" fmla="*/ 313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4" name="Freeform 654">
              <a:extLst>
                <a:ext uri="{FF2B5EF4-FFF2-40B4-BE49-F238E27FC236}">
                  <a16:creationId xmlns:a16="http://schemas.microsoft.com/office/drawing/2014/main" id="{5F699261-F33D-43B8-A457-715D4DB19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367"/>
              <a:ext cx="17" cy="18"/>
            </a:xfrm>
            <a:custGeom>
              <a:avLst/>
              <a:gdLst>
                <a:gd name="T0" fmla="*/ 413 w 7"/>
                <a:gd name="T1" fmla="*/ 1700 h 7"/>
                <a:gd name="T2" fmla="*/ 1243 w 7"/>
                <a:gd name="T3" fmla="*/ 1700 h 7"/>
                <a:gd name="T4" fmla="*/ 1003 w 7"/>
                <a:gd name="T5" fmla="*/ 357 h 7"/>
                <a:gd name="T6" fmla="*/ 170 w 7"/>
                <a:gd name="T7" fmla="*/ 563 h 7"/>
                <a:gd name="T8" fmla="*/ 413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95" name="Freeform 655">
              <a:extLst>
                <a:ext uri="{FF2B5EF4-FFF2-40B4-BE49-F238E27FC236}">
                  <a16:creationId xmlns:a16="http://schemas.microsoft.com/office/drawing/2014/main" id="{0507C7FF-D56C-40E6-BDBF-6340B5626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372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Freeform 656">
              <a:extLst>
                <a:ext uri="{FF2B5EF4-FFF2-40B4-BE49-F238E27FC236}">
                  <a16:creationId xmlns:a16="http://schemas.microsoft.com/office/drawing/2014/main" id="{634EA11D-2260-48CA-A1EA-DE447E09D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351"/>
              <a:ext cx="17" cy="18"/>
            </a:xfrm>
            <a:custGeom>
              <a:avLst/>
              <a:gdLst>
                <a:gd name="T0" fmla="*/ 170 w 7"/>
                <a:gd name="T1" fmla="*/ 1700 h 7"/>
                <a:gd name="T2" fmla="*/ 1243 w 7"/>
                <a:gd name="T3" fmla="*/ 1448 h 7"/>
                <a:gd name="T4" fmla="*/ 1003 w 7"/>
                <a:gd name="T5" fmla="*/ 357 h 7"/>
                <a:gd name="T6" fmla="*/ 170 w 7"/>
                <a:gd name="T7" fmla="*/ 357 h 7"/>
                <a:gd name="T8" fmla="*/ 17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Freeform 657">
              <a:extLst>
                <a:ext uri="{FF2B5EF4-FFF2-40B4-BE49-F238E27FC236}">
                  <a16:creationId xmlns:a16="http://schemas.microsoft.com/office/drawing/2014/main" id="{0B635A04-9DF9-4172-9259-E951D1ABC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353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8" name="Freeform 658">
              <a:extLst>
                <a:ext uri="{FF2B5EF4-FFF2-40B4-BE49-F238E27FC236}">
                  <a16:creationId xmlns:a16="http://schemas.microsoft.com/office/drawing/2014/main" id="{1E9D4121-8DED-468A-A3FC-7925CEFCB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332"/>
              <a:ext cx="17" cy="19"/>
            </a:xfrm>
            <a:custGeom>
              <a:avLst/>
              <a:gdLst>
                <a:gd name="T0" fmla="*/ 170 w 7"/>
                <a:gd name="T1" fmla="*/ 2342 h 7"/>
                <a:gd name="T2" fmla="*/ 1243 w 7"/>
                <a:gd name="T3" fmla="*/ 2063 h 7"/>
                <a:gd name="T4" fmla="*/ 1003 w 7"/>
                <a:gd name="T5" fmla="*/ 442 h 7"/>
                <a:gd name="T6" fmla="*/ 170 w 7"/>
                <a:gd name="T7" fmla="*/ 760 h 7"/>
                <a:gd name="T8" fmla="*/ 17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659">
              <a:extLst>
                <a:ext uri="{FF2B5EF4-FFF2-40B4-BE49-F238E27FC236}">
                  <a16:creationId xmlns:a16="http://schemas.microsoft.com/office/drawing/2014/main" id="{5328724E-A4CB-4DC7-9028-71D24DE0C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337"/>
              <a:ext cx="5" cy="6"/>
            </a:xfrm>
            <a:custGeom>
              <a:avLst/>
              <a:gdLst>
                <a:gd name="T0" fmla="*/ 0 w 2"/>
                <a:gd name="T1" fmla="*/ 1458 h 2"/>
                <a:gd name="T2" fmla="*/ 520 w 2"/>
                <a:gd name="T3" fmla="*/ 729 h 2"/>
                <a:gd name="T4" fmla="*/ 313 w 2"/>
                <a:gd name="T5" fmla="*/ 0 h 2"/>
                <a:gd name="T6" fmla="*/ 0 w 2"/>
                <a:gd name="T7" fmla="*/ 0 h 2"/>
                <a:gd name="T8" fmla="*/ 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Freeform 660">
              <a:extLst>
                <a:ext uri="{FF2B5EF4-FFF2-40B4-BE49-F238E27FC236}">
                  <a16:creationId xmlns:a16="http://schemas.microsoft.com/office/drawing/2014/main" id="{26DD5573-3585-4ED0-A740-26A6238B7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313"/>
              <a:ext cx="17" cy="22"/>
            </a:xfrm>
            <a:custGeom>
              <a:avLst/>
              <a:gdLst>
                <a:gd name="T0" fmla="*/ 413 w 7"/>
                <a:gd name="T1" fmla="*/ 2973 h 8"/>
                <a:gd name="T2" fmla="*/ 1243 w 7"/>
                <a:gd name="T3" fmla="*/ 2684 h 8"/>
                <a:gd name="T4" fmla="*/ 1003 w 7"/>
                <a:gd name="T5" fmla="*/ 462 h 8"/>
                <a:gd name="T6" fmla="*/ 170 w 7"/>
                <a:gd name="T7" fmla="*/ 976 h 8"/>
                <a:gd name="T8" fmla="*/ 413 w 7"/>
                <a:gd name="T9" fmla="*/ 297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2" y="7"/>
                  </a:moveTo>
                  <a:cubicBezTo>
                    <a:pt x="3" y="8"/>
                    <a:pt x="5" y="7"/>
                    <a:pt x="6" y="6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0" y="4"/>
                    <a:pt x="0" y="6"/>
                    <a:pt x="2" y="7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1" name="Freeform 661">
              <a:extLst>
                <a:ext uri="{FF2B5EF4-FFF2-40B4-BE49-F238E27FC236}">
                  <a16:creationId xmlns:a16="http://schemas.microsoft.com/office/drawing/2014/main" id="{9CC55455-E025-4F6B-AA35-0DF3073EA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319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0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662">
              <a:extLst>
                <a:ext uri="{FF2B5EF4-FFF2-40B4-BE49-F238E27FC236}">
                  <a16:creationId xmlns:a16="http://schemas.microsoft.com/office/drawing/2014/main" id="{11A7D438-AC0E-4B22-A835-B16FCF68C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644"/>
              <a:ext cx="18" cy="21"/>
            </a:xfrm>
            <a:custGeom>
              <a:avLst/>
              <a:gdLst>
                <a:gd name="T0" fmla="*/ 357 w 7"/>
                <a:gd name="T1" fmla="*/ 1992 h 8"/>
                <a:gd name="T2" fmla="*/ 1700 w 7"/>
                <a:gd name="T3" fmla="*/ 1992 h 8"/>
                <a:gd name="T4" fmla="*/ 1700 w 7"/>
                <a:gd name="T5" fmla="*/ 614 h 8"/>
                <a:gd name="T6" fmla="*/ 357 w 7"/>
                <a:gd name="T7" fmla="*/ 614 h 8"/>
                <a:gd name="T8" fmla="*/ 357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2" y="7"/>
                    <a:pt x="4" y="8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1"/>
                    <a:pt x="3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663">
              <a:extLst>
                <a:ext uri="{FF2B5EF4-FFF2-40B4-BE49-F238E27FC236}">
                  <a16:creationId xmlns:a16="http://schemas.microsoft.com/office/drawing/2014/main" id="{366FEB46-D459-4218-A472-A551FFE4E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649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0 w 2"/>
                <a:gd name="T7" fmla="*/ 0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2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664">
              <a:extLst>
                <a:ext uri="{FF2B5EF4-FFF2-40B4-BE49-F238E27FC236}">
                  <a16:creationId xmlns:a16="http://schemas.microsoft.com/office/drawing/2014/main" id="{446FD808-5060-464F-B9F3-A09501BBB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628"/>
              <a:ext cx="20" cy="19"/>
            </a:xfrm>
            <a:custGeom>
              <a:avLst/>
              <a:gdLst>
                <a:gd name="T0" fmla="*/ 520 w 8"/>
                <a:gd name="T1" fmla="*/ 2342 h 7"/>
                <a:gd name="T2" fmla="*/ 1488 w 8"/>
                <a:gd name="T3" fmla="*/ 2342 h 7"/>
                <a:gd name="T4" fmla="*/ 1770 w 8"/>
                <a:gd name="T5" fmla="*/ 442 h 7"/>
                <a:gd name="T6" fmla="*/ 520 w 8"/>
                <a:gd name="T7" fmla="*/ 442 h 7"/>
                <a:gd name="T8" fmla="*/ 520 w 8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8" y="5"/>
                    <a:pt x="8" y="3"/>
                    <a:pt x="7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665">
              <a:extLst>
                <a:ext uri="{FF2B5EF4-FFF2-40B4-BE49-F238E27FC236}">
                  <a16:creationId xmlns:a16="http://schemas.microsoft.com/office/drawing/2014/main" id="{735EAE3E-62E5-499E-BF3E-9C6C6F394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633"/>
              <a:ext cx="7" cy="6"/>
            </a:xfrm>
            <a:custGeom>
              <a:avLst/>
              <a:gdLst>
                <a:gd name="T0" fmla="*/ 152 w 3"/>
                <a:gd name="T1" fmla="*/ 1458 h 2"/>
                <a:gd name="T2" fmla="*/ 355 w 3"/>
                <a:gd name="T3" fmla="*/ 1458 h 2"/>
                <a:gd name="T4" fmla="*/ 355 w 3"/>
                <a:gd name="T5" fmla="*/ 0 h 2"/>
                <a:gd name="T6" fmla="*/ 152 w 3"/>
                <a:gd name="T7" fmla="*/ 0 h 2"/>
                <a:gd name="T8" fmla="*/ 152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666">
              <a:extLst>
                <a:ext uri="{FF2B5EF4-FFF2-40B4-BE49-F238E27FC236}">
                  <a16:creationId xmlns:a16="http://schemas.microsoft.com/office/drawing/2014/main" id="{D56716C8-EEE6-4ABC-9669-1F01B7CF0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609"/>
              <a:ext cx="17" cy="22"/>
            </a:xfrm>
            <a:custGeom>
              <a:avLst/>
              <a:gdLst>
                <a:gd name="T0" fmla="*/ 170 w 7"/>
                <a:gd name="T1" fmla="*/ 2684 h 8"/>
                <a:gd name="T2" fmla="*/ 1003 w 7"/>
                <a:gd name="T3" fmla="*/ 2973 h 8"/>
                <a:gd name="T4" fmla="*/ 1243 w 7"/>
                <a:gd name="T5" fmla="*/ 976 h 8"/>
                <a:gd name="T6" fmla="*/ 170 w 7"/>
                <a:gd name="T7" fmla="*/ 976 h 8"/>
                <a:gd name="T8" fmla="*/ 170 w 7"/>
                <a:gd name="T9" fmla="*/ 268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2" y="8"/>
                    <a:pt x="4" y="8"/>
                    <a:pt x="5" y="7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1"/>
                    <a:pt x="3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667">
              <a:extLst>
                <a:ext uri="{FF2B5EF4-FFF2-40B4-BE49-F238E27FC236}">
                  <a16:creationId xmlns:a16="http://schemas.microsoft.com/office/drawing/2014/main" id="{075CF3CF-8A4D-45A5-9B17-9D8B2AA02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615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1" y="3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668">
              <a:extLst>
                <a:ext uri="{FF2B5EF4-FFF2-40B4-BE49-F238E27FC236}">
                  <a16:creationId xmlns:a16="http://schemas.microsoft.com/office/drawing/2014/main" id="{41A412EB-6D2A-4C82-ADEA-B4F8C4027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593"/>
              <a:ext cx="18" cy="19"/>
            </a:xfrm>
            <a:custGeom>
              <a:avLst/>
              <a:gdLst>
                <a:gd name="T0" fmla="*/ 357 w 7"/>
                <a:gd name="T1" fmla="*/ 2342 h 7"/>
                <a:gd name="T2" fmla="*/ 1700 w 7"/>
                <a:gd name="T3" fmla="*/ 2342 h 7"/>
                <a:gd name="T4" fmla="*/ 1700 w 7"/>
                <a:gd name="T5" fmla="*/ 760 h 7"/>
                <a:gd name="T6" fmla="*/ 563 w 7"/>
                <a:gd name="T7" fmla="*/ 442 h 7"/>
                <a:gd name="T8" fmla="*/ 357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Freeform 669">
              <a:extLst>
                <a:ext uri="{FF2B5EF4-FFF2-40B4-BE49-F238E27FC236}">
                  <a16:creationId xmlns:a16="http://schemas.microsoft.com/office/drawing/2014/main" id="{0A9068D1-062B-442D-A662-7BB494A63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99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0" name="Freeform 670">
              <a:extLst>
                <a:ext uri="{FF2B5EF4-FFF2-40B4-BE49-F238E27FC236}">
                  <a16:creationId xmlns:a16="http://schemas.microsoft.com/office/drawing/2014/main" id="{CE71E986-B0F8-4A91-BB91-B47D4F704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77"/>
              <a:ext cx="18" cy="19"/>
            </a:xfrm>
            <a:custGeom>
              <a:avLst/>
              <a:gdLst>
                <a:gd name="T0" fmla="*/ 357 w 7"/>
                <a:gd name="T1" fmla="*/ 2063 h 7"/>
                <a:gd name="T2" fmla="*/ 1448 w 7"/>
                <a:gd name="T3" fmla="*/ 2063 h 7"/>
                <a:gd name="T4" fmla="*/ 1448 w 7"/>
                <a:gd name="T5" fmla="*/ 442 h 7"/>
                <a:gd name="T6" fmla="*/ 357 w 7"/>
                <a:gd name="T7" fmla="*/ 442 h 7"/>
                <a:gd name="T8" fmla="*/ 357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5" y="5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671">
              <a:extLst>
                <a:ext uri="{FF2B5EF4-FFF2-40B4-BE49-F238E27FC236}">
                  <a16:creationId xmlns:a16="http://schemas.microsoft.com/office/drawing/2014/main" id="{343BD4BE-D52D-416A-BE8C-CFF3F13FE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580"/>
              <a:ext cx="7" cy="8"/>
            </a:xfrm>
            <a:custGeom>
              <a:avLst/>
              <a:gdLst>
                <a:gd name="T0" fmla="*/ 152 w 3"/>
                <a:gd name="T1" fmla="*/ 661 h 3"/>
                <a:gd name="T2" fmla="*/ 355 w 3"/>
                <a:gd name="T3" fmla="*/ 661 h 3"/>
                <a:gd name="T4" fmla="*/ 355 w 3"/>
                <a:gd name="T5" fmla="*/ 397 h 3"/>
                <a:gd name="T6" fmla="*/ 152 w 3"/>
                <a:gd name="T7" fmla="*/ 397 h 3"/>
                <a:gd name="T8" fmla="*/ 152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Freeform 672">
              <a:extLst>
                <a:ext uri="{FF2B5EF4-FFF2-40B4-BE49-F238E27FC236}">
                  <a16:creationId xmlns:a16="http://schemas.microsoft.com/office/drawing/2014/main" id="{E168A573-E2F7-4417-8CB9-0DEA3F135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559"/>
              <a:ext cx="17" cy="18"/>
            </a:xfrm>
            <a:custGeom>
              <a:avLst/>
              <a:gdLst>
                <a:gd name="T0" fmla="*/ 170 w 7"/>
                <a:gd name="T1" fmla="*/ 1700 h 7"/>
                <a:gd name="T2" fmla="*/ 1243 w 7"/>
                <a:gd name="T3" fmla="*/ 1700 h 7"/>
                <a:gd name="T4" fmla="*/ 1243 w 7"/>
                <a:gd name="T5" fmla="*/ 357 h 7"/>
                <a:gd name="T6" fmla="*/ 170 w 7"/>
                <a:gd name="T7" fmla="*/ 357 h 7"/>
                <a:gd name="T8" fmla="*/ 17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13" name="Freeform 673">
              <a:extLst>
                <a:ext uri="{FF2B5EF4-FFF2-40B4-BE49-F238E27FC236}">
                  <a16:creationId xmlns:a16="http://schemas.microsoft.com/office/drawing/2014/main" id="{E94C5454-AA92-4562-B6EC-3E59FE1ED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564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4" name="Freeform 674">
              <a:extLst>
                <a:ext uri="{FF2B5EF4-FFF2-40B4-BE49-F238E27FC236}">
                  <a16:creationId xmlns:a16="http://schemas.microsoft.com/office/drawing/2014/main" id="{B8A37C99-5352-495E-87F5-D1373F49C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543"/>
              <a:ext cx="18" cy="18"/>
            </a:xfrm>
            <a:custGeom>
              <a:avLst/>
              <a:gdLst>
                <a:gd name="T0" fmla="*/ 357 w 7"/>
                <a:gd name="T1" fmla="*/ 1700 h 7"/>
                <a:gd name="T2" fmla="*/ 1700 w 7"/>
                <a:gd name="T3" fmla="*/ 1700 h 7"/>
                <a:gd name="T4" fmla="*/ 1700 w 7"/>
                <a:gd name="T5" fmla="*/ 357 h 7"/>
                <a:gd name="T6" fmla="*/ 357 w 7"/>
                <a:gd name="T7" fmla="*/ 357 h 7"/>
                <a:gd name="T8" fmla="*/ 357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5" y="7"/>
                    <a:pt x="6" y="6"/>
                  </a:cubicBezTo>
                  <a:cubicBezTo>
                    <a:pt x="7" y="5"/>
                    <a:pt x="7" y="2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15" name="Freeform 675">
              <a:extLst>
                <a:ext uri="{FF2B5EF4-FFF2-40B4-BE49-F238E27FC236}">
                  <a16:creationId xmlns:a16="http://schemas.microsoft.com/office/drawing/2014/main" id="{B60126A2-C88A-48E2-8AB8-269E8F7F0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48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6" name="Freeform 676">
              <a:extLst>
                <a:ext uri="{FF2B5EF4-FFF2-40B4-BE49-F238E27FC236}">
                  <a16:creationId xmlns:a16="http://schemas.microsoft.com/office/drawing/2014/main" id="{D89F330B-151F-44F8-965A-FBB64FEEA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524"/>
              <a:ext cx="17" cy="21"/>
            </a:xfrm>
            <a:custGeom>
              <a:avLst/>
              <a:gdLst>
                <a:gd name="T0" fmla="*/ 170 w 7"/>
                <a:gd name="T1" fmla="*/ 1992 h 8"/>
                <a:gd name="T2" fmla="*/ 1243 w 7"/>
                <a:gd name="T3" fmla="*/ 1992 h 8"/>
                <a:gd name="T4" fmla="*/ 1243 w 7"/>
                <a:gd name="T5" fmla="*/ 614 h 8"/>
                <a:gd name="T6" fmla="*/ 170 w 7"/>
                <a:gd name="T7" fmla="*/ 614 h 8"/>
                <a:gd name="T8" fmla="*/ 170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3" y="7"/>
                    <a:pt x="5" y="8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677">
              <a:extLst>
                <a:ext uri="{FF2B5EF4-FFF2-40B4-BE49-F238E27FC236}">
                  <a16:creationId xmlns:a16="http://schemas.microsoft.com/office/drawing/2014/main" id="{31428549-3AD4-4CBA-9FAD-DDCE74104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529"/>
              <a:ext cx="5" cy="6"/>
            </a:xfrm>
            <a:custGeom>
              <a:avLst/>
              <a:gdLst>
                <a:gd name="T0" fmla="*/ 0 w 2"/>
                <a:gd name="T1" fmla="*/ 1458 h 2"/>
                <a:gd name="T2" fmla="*/ 520 w 2"/>
                <a:gd name="T3" fmla="*/ 1458 h 2"/>
                <a:gd name="T4" fmla="*/ 520 w 2"/>
                <a:gd name="T5" fmla="*/ 729 h 2"/>
                <a:gd name="T6" fmla="*/ 0 w 2"/>
                <a:gd name="T7" fmla="*/ 0 h 2"/>
                <a:gd name="T8" fmla="*/ 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678">
              <a:extLst>
                <a:ext uri="{FF2B5EF4-FFF2-40B4-BE49-F238E27FC236}">
                  <a16:creationId xmlns:a16="http://schemas.microsoft.com/office/drawing/2014/main" id="{700D1C85-88CD-4C82-86BC-7551DC58F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08"/>
              <a:ext cx="18" cy="19"/>
            </a:xfrm>
            <a:custGeom>
              <a:avLst/>
              <a:gdLst>
                <a:gd name="T0" fmla="*/ 357 w 7"/>
                <a:gd name="T1" fmla="*/ 2342 h 7"/>
                <a:gd name="T2" fmla="*/ 1700 w 7"/>
                <a:gd name="T3" fmla="*/ 2342 h 7"/>
                <a:gd name="T4" fmla="*/ 1700 w 7"/>
                <a:gd name="T5" fmla="*/ 442 h 7"/>
                <a:gd name="T6" fmla="*/ 357 w 7"/>
                <a:gd name="T7" fmla="*/ 442 h 7"/>
                <a:gd name="T8" fmla="*/ 357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Freeform 679">
              <a:extLst>
                <a:ext uri="{FF2B5EF4-FFF2-40B4-BE49-F238E27FC236}">
                  <a16:creationId xmlns:a16="http://schemas.microsoft.com/office/drawing/2014/main" id="{09FCCE9D-F3F2-47C7-BFB2-DD81E2D6D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513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520 w 2"/>
                <a:gd name="T3" fmla="*/ 729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0" name="Freeform 680">
              <a:extLst>
                <a:ext uri="{FF2B5EF4-FFF2-40B4-BE49-F238E27FC236}">
                  <a16:creationId xmlns:a16="http://schemas.microsoft.com/office/drawing/2014/main" id="{A2F21B44-D598-49E5-9A4B-6B8A08D89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489"/>
              <a:ext cx="17" cy="19"/>
            </a:xfrm>
            <a:custGeom>
              <a:avLst/>
              <a:gdLst>
                <a:gd name="T0" fmla="*/ 170 w 7"/>
                <a:gd name="T1" fmla="*/ 2342 h 7"/>
                <a:gd name="T2" fmla="*/ 1243 w 7"/>
                <a:gd name="T3" fmla="*/ 2342 h 7"/>
                <a:gd name="T4" fmla="*/ 1243 w 7"/>
                <a:gd name="T5" fmla="*/ 760 h 7"/>
                <a:gd name="T6" fmla="*/ 170 w 7"/>
                <a:gd name="T7" fmla="*/ 442 h 7"/>
                <a:gd name="T8" fmla="*/ 17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21" name="Freeform 681">
              <a:extLst>
                <a:ext uri="{FF2B5EF4-FFF2-40B4-BE49-F238E27FC236}">
                  <a16:creationId xmlns:a16="http://schemas.microsoft.com/office/drawing/2014/main" id="{B2B6A549-A211-463A-A7EA-CFCB05C02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495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682">
              <a:extLst>
                <a:ext uri="{FF2B5EF4-FFF2-40B4-BE49-F238E27FC236}">
                  <a16:creationId xmlns:a16="http://schemas.microsoft.com/office/drawing/2014/main" id="{1001B012-0D40-46CB-B9B8-CD5A50464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473"/>
              <a:ext cx="20" cy="19"/>
            </a:xfrm>
            <a:custGeom>
              <a:avLst/>
              <a:gdLst>
                <a:gd name="T0" fmla="*/ 520 w 8"/>
                <a:gd name="T1" fmla="*/ 2063 h 7"/>
                <a:gd name="T2" fmla="*/ 1488 w 8"/>
                <a:gd name="T3" fmla="*/ 2342 h 7"/>
                <a:gd name="T4" fmla="*/ 1488 w 8"/>
                <a:gd name="T5" fmla="*/ 442 h 7"/>
                <a:gd name="T6" fmla="*/ 520 w 8"/>
                <a:gd name="T7" fmla="*/ 442 h 7"/>
                <a:gd name="T8" fmla="*/ 520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5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8" y="2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2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683">
              <a:extLst>
                <a:ext uri="{FF2B5EF4-FFF2-40B4-BE49-F238E27FC236}">
                  <a16:creationId xmlns:a16="http://schemas.microsoft.com/office/drawing/2014/main" id="{90778EAA-B8E1-4ABD-8981-3180F2653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476"/>
              <a:ext cx="7" cy="8"/>
            </a:xfrm>
            <a:custGeom>
              <a:avLst/>
              <a:gdLst>
                <a:gd name="T0" fmla="*/ 152 w 3"/>
                <a:gd name="T1" fmla="*/ 661 h 3"/>
                <a:gd name="T2" fmla="*/ 355 w 3"/>
                <a:gd name="T3" fmla="*/ 661 h 3"/>
                <a:gd name="T4" fmla="*/ 355 w 3"/>
                <a:gd name="T5" fmla="*/ 397 h 3"/>
                <a:gd name="T6" fmla="*/ 152 w 3"/>
                <a:gd name="T7" fmla="*/ 397 h 3"/>
                <a:gd name="T8" fmla="*/ 152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Freeform 684">
              <a:extLst>
                <a:ext uri="{FF2B5EF4-FFF2-40B4-BE49-F238E27FC236}">
                  <a16:creationId xmlns:a16="http://schemas.microsoft.com/office/drawing/2014/main" id="{EFB2B7D9-0000-423A-A30C-19D6B74BA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455"/>
              <a:ext cx="18" cy="18"/>
            </a:xfrm>
            <a:custGeom>
              <a:avLst/>
              <a:gdLst>
                <a:gd name="T0" fmla="*/ 563 w 7"/>
                <a:gd name="T1" fmla="*/ 1700 h 7"/>
                <a:gd name="T2" fmla="*/ 1700 w 7"/>
                <a:gd name="T3" fmla="*/ 1700 h 7"/>
                <a:gd name="T4" fmla="*/ 1700 w 7"/>
                <a:gd name="T5" fmla="*/ 357 h 7"/>
                <a:gd name="T6" fmla="*/ 357 w 7"/>
                <a:gd name="T7" fmla="*/ 563 h 7"/>
                <a:gd name="T8" fmla="*/ 563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25" name="Freeform 685">
              <a:extLst>
                <a:ext uri="{FF2B5EF4-FFF2-40B4-BE49-F238E27FC236}">
                  <a16:creationId xmlns:a16="http://schemas.microsoft.com/office/drawing/2014/main" id="{9DBF0954-1FB9-4999-BA5C-266A288C3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60"/>
              <a:ext cx="5" cy="5"/>
            </a:xfrm>
            <a:custGeom>
              <a:avLst/>
              <a:gdLst>
                <a:gd name="T0" fmla="*/ 313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313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6" name="Freeform 686">
              <a:extLst>
                <a:ext uri="{FF2B5EF4-FFF2-40B4-BE49-F238E27FC236}">
                  <a16:creationId xmlns:a16="http://schemas.microsoft.com/office/drawing/2014/main" id="{AD90FEF8-A317-4406-BDE3-3007D37C4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439"/>
              <a:ext cx="17" cy="18"/>
            </a:xfrm>
            <a:custGeom>
              <a:avLst/>
              <a:gdLst>
                <a:gd name="T0" fmla="*/ 170 w 7"/>
                <a:gd name="T1" fmla="*/ 1700 h 7"/>
                <a:gd name="T2" fmla="*/ 1243 w 7"/>
                <a:gd name="T3" fmla="*/ 1448 h 7"/>
                <a:gd name="T4" fmla="*/ 1003 w 7"/>
                <a:gd name="T5" fmla="*/ 357 h 7"/>
                <a:gd name="T6" fmla="*/ 170 w 7"/>
                <a:gd name="T7" fmla="*/ 357 h 7"/>
                <a:gd name="T8" fmla="*/ 17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27" name="Freeform 687">
              <a:extLst>
                <a:ext uri="{FF2B5EF4-FFF2-40B4-BE49-F238E27FC236}">
                  <a16:creationId xmlns:a16="http://schemas.microsoft.com/office/drawing/2014/main" id="{3304C557-184B-4C34-B287-FD2874242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441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8" name="Freeform 688">
              <a:extLst>
                <a:ext uri="{FF2B5EF4-FFF2-40B4-BE49-F238E27FC236}">
                  <a16:creationId xmlns:a16="http://schemas.microsoft.com/office/drawing/2014/main" id="{2103417F-EF60-47A1-9B11-5AF955149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420"/>
              <a:ext cx="20" cy="19"/>
            </a:xfrm>
            <a:custGeom>
              <a:avLst/>
              <a:gdLst>
                <a:gd name="T0" fmla="*/ 520 w 8"/>
                <a:gd name="T1" fmla="*/ 2342 h 7"/>
                <a:gd name="T2" fmla="*/ 1488 w 8"/>
                <a:gd name="T3" fmla="*/ 2342 h 7"/>
                <a:gd name="T4" fmla="*/ 1488 w 8"/>
                <a:gd name="T5" fmla="*/ 442 h 7"/>
                <a:gd name="T6" fmla="*/ 313 w 8"/>
                <a:gd name="T7" fmla="*/ 760 h 7"/>
                <a:gd name="T8" fmla="*/ 520 w 8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8" y="4"/>
                    <a:pt x="7" y="2"/>
                    <a:pt x="6" y="1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1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29" name="Freeform 689">
              <a:extLst>
                <a:ext uri="{FF2B5EF4-FFF2-40B4-BE49-F238E27FC236}">
                  <a16:creationId xmlns:a16="http://schemas.microsoft.com/office/drawing/2014/main" id="{5AAC73AA-3DD8-428B-82BE-A8FBCB485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425"/>
              <a:ext cx="7" cy="6"/>
            </a:xfrm>
            <a:custGeom>
              <a:avLst/>
              <a:gdLst>
                <a:gd name="T0" fmla="*/ 152 w 3"/>
                <a:gd name="T1" fmla="*/ 1458 h 2"/>
                <a:gd name="T2" fmla="*/ 355 w 3"/>
                <a:gd name="T3" fmla="*/ 1458 h 2"/>
                <a:gd name="T4" fmla="*/ 355 w 3"/>
                <a:gd name="T5" fmla="*/ 0 h 2"/>
                <a:gd name="T6" fmla="*/ 152 w 3"/>
                <a:gd name="T7" fmla="*/ 0 h 2"/>
                <a:gd name="T8" fmla="*/ 152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0" name="Freeform 690">
              <a:extLst>
                <a:ext uri="{FF2B5EF4-FFF2-40B4-BE49-F238E27FC236}">
                  <a16:creationId xmlns:a16="http://schemas.microsoft.com/office/drawing/2014/main" id="{BB86DA1C-5B54-4380-9573-DC9A3CEF9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04"/>
              <a:ext cx="18" cy="19"/>
            </a:xfrm>
            <a:custGeom>
              <a:avLst/>
              <a:gdLst>
                <a:gd name="T0" fmla="*/ 357 w 7"/>
                <a:gd name="T1" fmla="*/ 2342 h 7"/>
                <a:gd name="T2" fmla="*/ 1700 w 7"/>
                <a:gd name="T3" fmla="*/ 2063 h 7"/>
                <a:gd name="T4" fmla="*/ 1700 w 7"/>
                <a:gd name="T5" fmla="*/ 442 h 7"/>
                <a:gd name="T6" fmla="*/ 357 w 7"/>
                <a:gd name="T7" fmla="*/ 442 h 7"/>
                <a:gd name="T8" fmla="*/ 357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31" name="Freeform 691">
              <a:extLst>
                <a:ext uri="{FF2B5EF4-FFF2-40B4-BE49-F238E27FC236}">
                  <a16:creationId xmlns:a16="http://schemas.microsoft.com/office/drawing/2014/main" id="{CB3BBC21-2433-46EC-9717-5C32508D4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407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Freeform 692">
              <a:extLst>
                <a:ext uri="{FF2B5EF4-FFF2-40B4-BE49-F238E27FC236}">
                  <a16:creationId xmlns:a16="http://schemas.microsoft.com/office/drawing/2014/main" id="{195C0681-290E-4045-B7FD-BF95CC513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385"/>
              <a:ext cx="18" cy="19"/>
            </a:xfrm>
            <a:custGeom>
              <a:avLst/>
              <a:gdLst>
                <a:gd name="T0" fmla="*/ 563 w 7"/>
                <a:gd name="T1" fmla="*/ 2342 h 7"/>
                <a:gd name="T2" fmla="*/ 1700 w 7"/>
                <a:gd name="T3" fmla="*/ 2342 h 7"/>
                <a:gd name="T4" fmla="*/ 1700 w 7"/>
                <a:gd name="T5" fmla="*/ 442 h 7"/>
                <a:gd name="T6" fmla="*/ 357 w 7"/>
                <a:gd name="T7" fmla="*/ 442 h 7"/>
                <a:gd name="T8" fmla="*/ 56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Freeform 693">
              <a:extLst>
                <a:ext uri="{FF2B5EF4-FFF2-40B4-BE49-F238E27FC236}">
                  <a16:creationId xmlns:a16="http://schemas.microsoft.com/office/drawing/2014/main" id="{3CA348B3-FDE1-4176-9EDF-A025C4833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391"/>
              <a:ext cx="5" cy="5"/>
            </a:xfrm>
            <a:custGeom>
              <a:avLst/>
              <a:gdLst>
                <a:gd name="T0" fmla="*/ 313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313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4" name="Freeform 694">
              <a:extLst>
                <a:ext uri="{FF2B5EF4-FFF2-40B4-BE49-F238E27FC236}">
                  <a16:creationId xmlns:a16="http://schemas.microsoft.com/office/drawing/2014/main" id="{7A405857-E955-45C3-AFCA-9D0B004E8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367"/>
              <a:ext cx="18" cy="18"/>
            </a:xfrm>
            <a:custGeom>
              <a:avLst/>
              <a:gdLst>
                <a:gd name="T0" fmla="*/ 563 w 7"/>
                <a:gd name="T1" fmla="*/ 1700 h 7"/>
                <a:gd name="T2" fmla="*/ 1700 w 7"/>
                <a:gd name="T3" fmla="*/ 1700 h 7"/>
                <a:gd name="T4" fmla="*/ 1700 w 7"/>
                <a:gd name="T5" fmla="*/ 357 h 7"/>
                <a:gd name="T6" fmla="*/ 563 w 7"/>
                <a:gd name="T7" fmla="*/ 357 h 7"/>
                <a:gd name="T8" fmla="*/ 563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Freeform 695">
              <a:extLst>
                <a:ext uri="{FF2B5EF4-FFF2-40B4-BE49-F238E27FC236}">
                  <a16:creationId xmlns:a16="http://schemas.microsoft.com/office/drawing/2014/main" id="{884D08E8-8422-493D-8BE7-C183CA6BE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372"/>
              <a:ext cx="8" cy="5"/>
            </a:xfrm>
            <a:custGeom>
              <a:avLst/>
              <a:gdLst>
                <a:gd name="T0" fmla="*/ 397 w 3"/>
                <a:gd name="T1" fmla="*/ 520 h 2"/>
                <a:gd name="T2" fmla="*/ 661 w 3"/>
                <a:gd name="T3" fmla="*/ 520 h 2"/>
                <a:gd name="T4" fmla="*/ 661 w 3"/>
                <a:gd name="T5" fmla="*/ 0 h 2"/>
                <a:gd name="T6" fmla="*/ 397 w 3"/>
                <a:gd name="T7" fmla="*/ 0 h 2"/>
                <a:gd name="T8" fmla="*/ 397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6" name="Freeform 696">
              <a:extLst>
                <a:ext uri="{FF2B5EF4-FFF2-40B4-BE49-F238E27FC236}">
                  <a16:creationId xmlns:a16="http://schemas.microsoft.com/office/drawing/2014/main" id="{5159A406-85A6-411F-A115-52730D0B9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348"/>
              <a:ext cx="20" cy="21"/>
            </a:xfrm>
            <a:custGeom>
              <a:avLst/>
              <a:gdLst>
                <a:gd name="T0" fmla="*/ 520 w 8"/>
                <a:gd name="T1" fmla="*/ 2226 h 8"/>
                <a:gd name="T2" fmla="*/ 1770 w 8"/>
                <a:gd name="T3" fmla="*/ 1992 h 8"/>
                <a:gd name="T4" fmla="*/ 1488 w 8"/>
                <a:gd name="T5" fmla="*/ 378 h 8"/>
                <a:gd name="T6" fmla="*/ 313 w 8"/>
                <a:gd name="T7" fmla="*/ 614 h 8"/>
                <a:gd name="T8" fmla="*/ 520 w 8"/>
                <a:gd name="T9" fmla="*/ 222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2" y="7"/>
                  </a:moveTo>
                  <a:cubicBezTo>
                    <a:pt x="4" y="8"/>
                    <a:pt x="6" y="7"/>
                    <a:pt x="7" y="6"/>
                  </a:cubicBezTo>
                  <a:cubicBezTo>
                    <a:pt x="8" y="4"/>
                    <a:pt x="7" y="2"/>
                    <a:pt x="6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0" y="3"/>
                    <a:pt x="1" y="5"/>
                    <a:pt x="2" y="7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37" name="Freeform 697">
              <a:extLst>
                <a:ext uri="{FF2B5EF4-FFF2-40B4-BE49-F238E27FC236}">
                  <a16:creationId xmlns:a16="http://schemas.microsoft.com/office/drawing/2014/main" id="{0BE34801-BF2F-40A9-97FD-56FB5679C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353"/>
              <a:ext cx="8" cy="6"/>
            </a:xfrm>
            <a:custGeom>
              <a:avLst/>
              <a:gdLst>
                <a:gd name="T0" fmla="*/ 397 w 3"/>
                <a:gd name="T1" fmla="*/ 1458 h 2"/>
                <a:gd name="T2" fmla="*/ 661 w 3"/>
                <a:gd name="T3" fmla="*/ 1458 h 2"/>
                <a:gd name="T4" fmla="*/ 661 w 3"/>
                <a:gd name="T5" fmla="*/ 0 h 2"/>
                <a:gd name="T6" fmla="*/ 397 w 3"/>
                <a:gd name="T7" fmla="*/ 729 h 2"/>
                <a:gd name="T8" fmla="*/ 397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8" name="Freeform 698">
              <a:extLst>
                <a:ext uri="{FF2B5EF4-FFF2-40B4-BE49-F238E27FC236}">
                  <a16:creationId xmlns:a16="http://schemas.microsoft.com/office/drawing/2014/main" id="{7F56384F-42AC-4869-B784-827352E4C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332"/>
              <a:ext cx="17" cy="19"/>
            </a:xfrm>
            <a:custGeom>
              <a:avLst/>
              <a:gdLst>
                <a:gd name="T0" fmla="*/ 413 w 7"/>
                <a:gd name="T1" fmla="*/ 2342 h 7"/>
                <a:gd name="T2" fmla="*/ 1243 w 7"/>
                <a:gd name="T3" fmla="*/ 2063 h 7"/>
                <a:gd name="T4" fmla="*/ 1003 w 7"/>
                <a:gd name="T5" fmla="*/ 442 h 7"/>
                <a:gd name="T6" fmla="*/ 170 w 7"/>
                <a:gd name="T7" fmla="*/ 442 h 7"/>
                <a:gd name="T8" fmla="*/ 41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39" name="Freeform 699">
              <a:extLst>
                <a:ext uri="{FF2B5EF4-FFF2-40B4-BE49-F238E27FC236}">
                  <a16:creationId xmlns:a16="http://schemas.microsoft.com/office/drawing/2014/main" id="{EDB573E0-F6CD-4D59-92E5-8C46B28A9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335"/>
              <a:ext cx="5" cy="8"/>
            </a:xfrm>
            <a:custGeom>
              <a:avLst/>
              <a:gdLst>
                <a:gd name="T0" fmla="*/ 313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313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0" name="Freeform 700">
              <a:extLst>
                <a:ext uri="{FF2B5EF4-FFF2-40B4-BE49-F238E27FC236}">
                  <a16:creationId xmlns:a16="http://schemas.microsoft.com/office/drawing/2014/main" id="{1EE45390-594E-4AD4-9A01-73AF2DCDF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313"/>
              <a:ext cx="17" cy="22"/>
            </a:xfrm>
            <a:custGeom>
              <a:avLst/>
              <a:gdLst>
                <a:gd name="T0" fmla="*/ 413 w 7"/>
                <a:gd name="T1" fmla="*/ 2973 h 8"/>
                <a:gd name="T2" fmla="*/ 1243 w 7"/>
                <a:gd name="T3" fmla="*/ 2684 h 8"/>
                <a:gd name="T4" fmla="*/ 1003 w 7"/>
                <a:gd name="T5" fmla="*/ 462 h 8"/>
                <a:gd name="T6" fmla="*/ 170 w 7"/>
                <a:gd name="T7" fmla="*/ 976 h 8"/>
                <a:gd name="T8" fmla="*/ 413 w 7"/>
                <a:gd name="T9" fmla="*/ 297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2" y="7"/>
                  </a:moveTo>
                  <a:cubicBezTo>
                    <a:pt x="3" y="8"/>
                    <a:pt x="5" y="7"/>
                    <a:pt x="6" y="6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0" y="4"/>
                    <a:pt x="0" y="6"/>
                    <a:pt x="2" y="7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41" name="Freeform 701">
              <a:extLst>
                <a:ext uri="{FF2B5EF4-FFF2-40B4-BE49-F238E27FC236}">
                  <a16:creationId xmlns:a16="http://schemas.microsoft.com/office/drawing/2014/main" id="{78AEBB43-F6CD-4E0E-89C6-A1BF5F36C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319"/>
              <a:ext cx="5" cy="5"/>
            </a:xfrm>
            <a:custGeom>
              <a:avLst/>
              <a:gdLst>
                <a:gd name="T0" fmla="*/ 313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313 h 2"/>
                <a:gd name="T8" fmla="*/ 313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2" name="Oval 702">
              <a:extLst>
                <a:ext uri="{FF2B5EF4-FFF2-40B4-BE49-F238E27FC236}">
                  <a16:creationId xmlns:a16="http://schemas.microsoft.com/office/drawing/2014/main" id="{F403CE02-F5BD-4BF9-A648-1C8166585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3169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3" name="Oval 703">
              <a:extLst>
                <a:ext uri="{FF2B5EF4-FFF2-40B4-BE49-F238E27FC236}">
                  <a16:creationId xmlns:a16="http://schemas.microsoft.com/office/drawing/2014/main" id="{097E3152-4116-4D47-87D3-EBD51AC98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3172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4" name="Oval 704">
              <a:extLst>
                <a:ext uri="{FF2B5EF4-FFF2-40B4-BE49-F238E27FC236}">
                  <a16:creationId xmlns:a16="http://schemas.microsoft.com/office/drawing/2014/main" id="{AAE0D810-BFCC-4DBC-B6E7-E4904ADEE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3169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5" name="Oval 705">
              <a:extLst>
                <a:ext uri="{FF2B5EF4-FFF2-40B4-BE49-F238E27FC236}">
                  <a16:creationId xmlns:a16="http://schemas.microsoft.com/office/drawing/2014/main" id="{A378B1A9-48D9-478E-AEBD-76675FF73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317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6" name="Oval 706">
              <a:extLst>
                <a:ext uri="{FF2B5EF4-FFF2-40B4-BE49-F238E27FC236}">
                  <a16:creationId xmlns:a16="http://schemas.microsoft.com/office/drawing/2014/main" id="{EE095A04-A150-4FF1-986A-E6135EF37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3167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7" name="Oval 707">
              <a:extLst>
                <a:ext uri="{FF2B5EF4-FFF2-40B4-BE49-F238E27FC236}">
                  <a16:creationId xmlns:a16="http://schemas.microsoft.com/office/drawing/2014/main" id="{E90E7E84-3F74-488A-BB24-BFB083BE2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316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8" name="Oval 708">
              <a:extLst>
                <a:ext uri="{FF2B5EF4-FFF2-40B4-BE49-F238E27FC236}">
                  <a16:creationId xmlns:a16="http://schemas.microsoft.com/office/drawing/2014/main" id="{8C358648-1521-498B-92A5-BA5A4C18D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7" y="3164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9" name="Oval 709">
              <a:extLst>
                <a:ext uri="{FF2B5EF4-FFF2-40B4-BE49-F238E27FC236}">
                  <a16:creationId xmlns:a16="http://schemas.microsoft.com/office/drawing/2014/main" id="{948F57F3-B3B9-4654-8C36-6B594E189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316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50" name="Oval 710">
              <a:extLst>
                <a:ext uri="{FF2B5EF4-FFF2-40B4-BE49-F238E27FC236}">
                  <a16:creationId xmlns:a16="http://schemas.microsoft.com/office/drawing/2014/main" id="{CB260E21-BE68-47F7-8EAC-BB80E571B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3159"/>
              <a:ext cx="17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51" name="Oval 711">
              <a:extLst>
                <a:ext uri="{FF2B5EF4-FFF2-40B4-BE49-F238E27FC236}">
                  <a16:creationId xmlns:a16="http://schemas.microsoft.com/office/drawing/2014/main" id="{763D3DB9-9B33-4E7F-A713-EF63CF977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316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52" name="Oval 712">
              <a:extLst>
                <a:ext uri="{FF2B5EF4-FFF2-40B4-BE49-F238E27FC236}">
                  <a16:creationId xmlns:a16="http://schemas.microsoft.com/office/drawing/2014/main" id="{2FDDEAFF-5DB7-44B9-9401-007C4B9DE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3153"/>
              <a:ext cx="17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53" name="Oval 713">
              <a:extLst>
                <a:ext uri="{FF2B5EF4-FFF2-40B4-BE49-F238E27FC236}">
                  <a16:creationId xmlns:a16="http://schemas.microsoft.com/office/drawing/2014/main" id="{8217CC69-9503-4340-BA64-B50254236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315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54" name="Oval 714">
              <a:extLst>
                <a:ext uri="{FF2B5EF4-FFF2-40B4-BE49-F238E27FC236}">
                  <a16:creationId xmlns:a16="http://schemas.microsoft.com/office/drawing/2014/main" id="{93A3432A-67E4-4A69-B17B-D19F6DB9D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3148"/>
              <a:ext cx="17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55" name="Oval 715">
              <a:extLst>
                <a:ext uri="{FF2B5EF4-FFF2-40B4-BE49-F238E27FC236}">
                  <a16:creationId xmlns:a16="http://schemas.microsoft.com/office/drawing/2014/main" id="{DE932876-F59D-48EB-9B7F-2FB046D3B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3151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56" name="Oval 716">
              <a:extLst>
                <a:ext uri="{FF2B5EF4-FFF2-40B4-BE49-F238E27FC236}">
                  <a16:creationId xmlns:a16="http://schemas.microsoft.com/office/drawing/2014/main" id="{48C7C3DA-8E45-4AD8-961F-A190EFA5B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3140"/>
              <a:ext cx="17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57" name="Oval 717">
              <a:extLst>
                <a:ext uri="{FF2B5EF4-FFF2-40B4-BE49-F238E27FC236}">
                  <a16:creationId xmlns:a16="http://schemas.microsoft.com/office/drawing/2014/main" id="{5EDF369F-8082-4ED8-9B04-DCAA8D08B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314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58" name="Oval 718">
              <a:extLst>
                <a:ext uri="{FF2B5EF4-FFF2-40B4-BE49-F238E27FC236}">
                  <a16:creationId xmlns:a16="http://schemas.microsoft.com/office/drawing/2014/main" id="{0EF4DF46-7F46-440B-BE71-445162D5C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2" y="3135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59" name="Oval 719">
              <a:extLst>
                <a:ext uri="{FF2B5EF4-FFF2-40B4-BE49-F238E27FC236}">
                  <a16:creationId xmlns:a16="http://schemas.microsoft.com/office/drawing/2014/main" id="{926B0173-DA87-41E9-995D-7A24D9C90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313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60" name="Oval 720">
              <a:extLst>
                <a:ext uri="{FF2B5EF4-FFF2-40B4-BE49-F238E27FC236}">
                  <a16:creationId xmlns:a16="http://schemas.microsoft.com/office/drawing/2014/main" id="{65A21B28-4D86-460C-884B-EC2BA6FAF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124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61" name="Oval 721">
              <a:extLst>
                <a:ext uri="{FF2B5EF4-FFF2-40B4-BE49-F238E27FC236}">
                  <a16:creationId xmlns:a16="http://schemas.microsoft.com/office/drawing/2014/main" id="{06292D84-D1EC-4C8C-9482-13F59C8D6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9" y="312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62" name="Oval 722">
              <a:extLst>
                <a:ext uri="{FF2B5EF4-FFF2-40B4-BE49-F238E27FC236}">
                  <a16:creationId xmlns:a16="http://schemas.microsoft.com/office/drawing/2014/main" id="{1A0C84C6-E92C-4CC7-8A66-ABE9118F2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" y="3116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63" name="Oval 723">
              <a:extLst>
                <a:ext uri="{FF2B5EF4-FFF2-40B4-BE49-F238E27FC236}">
                  <a16:creationId xmlns:a16="http://schemas.microsoft.com/office/drawing/2014/main" id="{2212BAA8-B951-48E5-A0AF-6443CEAB9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2" y="3119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64" name="Oval 724">
              <a:extLst>
                <a:ext uri="{FF2B5EF4-FFF2-40B4-BE49-F238E27FC236}">
                  <a16:creationId xmlns:a16="http://schemas.microsoft.com/office/drawing/2014/main" id="{AC89E58E-BD98-46C0-9CC5-74D653044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" y="3105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65" name="Oval 725">
              <a:extLst>
                <a:ext uri="{FF2B5EF4-FFF2-40B4-BE49-F238E27FC236}">
                  <a16:creationId xmlns:a16="http://schemas.microsoft.com/office/drawing/2014/main" id="{3F0D7A07-4CDC-4FFA-B34D-52878BB4E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7" y="3108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66" name="Oval 726">
              <a:extLst>
                <a:ext uri="{FF2B5EF4-FFF2-40B4-BE49-F238E27FC236}">
                  <a16:creationId xmlns:a16="http://schemas.microsoft.com/office/drawing/2014/main" id="{40F4CDCA-B5CD-43E0-88BD-24685BB28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7" y="3095"/>
              <a:ext cx="17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67" name="Oval 727">
              <a:extLst>
                <a:ext uri="{FF2B5EF4-FFF2-40B4-BE49-F238E27FC236}">
                  <a16:creationId xmlns:a16="http://schemas.microsoft.com/office/drawing/2014/main" id="{0B38E8E9-52C4-41CD-AA1A-81034CAE9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3097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68" name="Oval 728">
              <a:extLst>
                <a:ext uri="{FF2B5EF4-FFF2-40B4-BE49-F238E27FC236}">
                  <a16:creationId xmlns:a16="http://schemas.microsoft.com/office/drawing/2014/main" id="{27E26C88-1010-4568-89DF-86C4A79D5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3084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69" name="Oval 729">
              <a:extLst>
                <a:ext uri="{FF2B5EF4-FFF2-40B4-BE49-F238E27FC236}">
                  <a16:creationId xmlns:a16="http://schemas.microsoft.com/office/drawing/2014/main" id="{A804AB6B-90D7-44F3-8150-B2550D859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3087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0" name="Oval 730">
              <a:extLst>
                <a:ext uri="{FF2B5EF4-FFF2-40B4-BE49-F238E27FC236}">
                  <a16:creationId xmlns:a16="http://schemas.microsoft.com/office/drawing/2014/main" id="{AFB95525-AEF9-4E65-B939-B74642F9B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3073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1" name="Oval 731">
              <a:extLst>
                <a:ext uri="{FF2B5EF4-FFF2-40B4-BE49-F238E27FC236}">
                  <a16:creationId xmlns:a16="http://schemas.microsoft.com/office/drawing/2014/main" id="{E63E974D-A113-4478-9E11-EF3B915B1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4" y="307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2" name="Oval 732">
              <a:extLst>
                <a:ext uri="{FF2B5EF4-FFF2-40B4-BE49-F238E27FC236}">
                  <a16:creationId xmlns:a16="http://schemas.microsoft.com/office/drawing/2014/main" id="{D802098F-3593-42A1-91C6-C092A081A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3060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3" name="Oval 733">
              <a:extLst>
                <a:ext uri="{FF2B5EF4-FFF2-40B4-BE49-F238E27FC236}">
                  <a16:creationId xmlns:a16="http://schemas.microsoft.com/office/drawing/2014/main" id="{DEA6C11A-322E-4139-A633-A7148FEAA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7" y="3063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4" name="Oval 734">
              <a:extLst>
                <a:ext uri="{FF2B5EF4-FFF2-40B4-BE49-F238E27FC236}">
                  <a16:creationId xmlns:a16="http://schemas.microsoft.com/office/drawing/2014/main" id="{792BF30D-6647-44AE-9E5C-CA15C4911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2" y="3119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5" name="Oval 735">
              <a:extLst>
                <a:ext uri="{FF2B5EF4-FFF2-40B4-BE49-F238E27FC236}">
                  <a16:creationId xmlns:a16="http://schemas.microsoft.com/office/drawing/2014/main" id="{DE39F585-94CD-4B98-AF66-9752169D0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312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6" name="Oval 736">
              <a:extLst>
                <a:ext uri="{FF2B5EF4-FFF2-40B4-BE49-F238E27FC236}">
                  <a16:creationId xmlns:a16="http://schemas.microsoft.com/office/drawing/2014/main" id="{37982762-769B-4B89-9D8D-F2D3BCD37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3119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7" name="Oval 737">
              <a:extLst>
                <a:ext uri="{FF2B5EF4-FFF2-40B4-BE49-F238E27FC236}">
                  <a16:creationId xmlns:a16="http://schemas.microsoft.com/office/drawing/2014/main" id="{71A884EF-8C1F-45B3-8258-3FA522C9A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9" y="312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8" name="Oval 738">
              <a:extLst>
                <a:ext uri="{FF2B5EF4-FFF2-40B4-BE49-F238E27FC236}">
                  <a16:creationId xmlns:a16="http://schemas.microsoft.com/office/drawing/2014/main" id="{B2B29E48-7DEA-498B-87B5-D3EF84DE8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3116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9" name="Oval 739">
              <a:extLst>
                <a:ext uri="{FF2B5EF4-FFF2-40B4-BE49-F238E27FC236}">
                  <a16:creationId xmlns:a16="http://schemas.microsoft.com/office/drawing/2014/main" id="{967FF3BB-840E-4759-AC5E-BC16E70F1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2" y="311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0" name="Oval 740">
              <a:extLst>
                <a:ext uri="{FF2B5EF4-FFF2-40B4-BE49-F238E27FC236}">
                  <a16:creationId xmlns:a16="http://schemas.microsoft.com/office/drawing/2014/main" id="{49781324-0C1C-4EDD-9CBA-EB0A3F334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3111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1" name="Oval 741">
              <a:extLst>
                <a:ext uri="{FF2B5EF4-FFF2-40B4-BE49-F238E27FC236}">
                  <a16:creationId xmlns:a16="http://schemas.microsoft.com/office/drawing/2014/main" id="{7DE72A51-C7BF-4889-92B7-A561A11AE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" y="311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2" name="Oval 742">
              <a:extLst>
                <a:ext uri="{FF2B5EF4-FFF2-40B4-BE49-F238E27FC236}">
                  <a16:creationId xmlns:a16="http://schemas.microsoft.com/office/drawing/2014/main" id="{21F1977F-9CBB-470E-81F0-BE299C3A2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3105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3" name="Oval 743">
              <a:extLst>
                <a:ext uri="{FF2B5EF4-FFF2-40B4-BE49-F238E27FC236}">
                  <a16:creationId xmlns:a16="http://schemas.microsoft.com/office/drawing/2014/main" id="{131EEA0C-CC01-4E66-AC5F-E1933B747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310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4" name="Oval 744">
              <a:extLst>
                <a:ext uri="{FF2B5EF4-FFF2-40B4-BE49-F238E27FC236}">
                  <a16:creationId xmlns:a16="http://schemas.microsoft.com/office/drawing/2014/main" id="{2DB6CC5B-C369-4E79-8FE0-B44F2FB0D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3100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5" name="Oval 745">
              <a:extLst>
                <a:ext uri="{FF2B5EF4-FFF2-40B4-BE49-F238E27FC236}">
                  <a16:creationId xmlns:a16="http://schemas.microsoft.com/office/drawing/2014/main" id="{79521555-00BA-45EB-9D21-5378406A3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3103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6" name="Oval 746">
              <a:extLst>
                <a:ext uri="{FF2B5EF4-FFF2-40B4-BE49-F238E27FC236}">
                  <a16:creationId xmlns:a16="http://schemas.microsoft.com/office/drawing/2014/main" id="{2B8896D0-35C4-481F-9805-8E9363C44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3092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7" name="Oval 747">
              <a:extLst>
                <a:ext uri="{FF2B5EF4-FFF2-40B4-BE49-F238E27FC236}">
                  <a16:creationId xmlns:a16="http://schemas.microsoft.com/office/drawing/2014/main" id="{846D9D5F-258B-4540-84CB-953BE1555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309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8" name="Oval 748">
              <a:extLst>
                <a:ext uri="{FF2B5EF4-FFF2-40B4-BE49-F238E27FC236}">
                  <a16:creationId xmlns:a16="http://schemas.microsoft.com/office/drawing/2014/main" id="{8364D230-D707-4476-9A19-C138BDE2F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" y="3081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9" name="Oval 749">
              <a:extLst>
                <a:ext uri="{FF2B5EF4-FFF2-40B4-BE49-F238E27FC236}">
                  <a16:creationId xmlns:a16="http://schemas.microsoft.com/office/drawing/2014/main" id="{596FBE31-EA02-4157-8666-7F9A44CEE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3084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0" name="Oval 750">
              <a:extLst>
                <a:ext uri="{FF2B5EF4-FFF2-40B4-BE49-F238E27FC236}">
                  <a16:creationId xmlns:a16="http://schemas.microsoft.com/office/drawing/2014/main" id="{3F206A66-B392-45CA-8AAC-3CDB53B2C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7" y="3073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1" name="Oval 751">
              <a:extLst>
                <a:ext uri="{FF2B5EF4-FFF2-40B4-BE49-F238E27FC236}">
                  <a16:creationId xmlns:a16="http://schemas.microsoft.com/office/drawing/2014/main" id="{F8B6941D-24BB-49D5-AB9D-E8B182337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" y="307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2" name="Oval 752">
              <a:extLst>
                <a:ext uri="{FF2B5EF4-FFF2-40B4-BE49-F238E27FC236}">
                  <a16:creationId xmlns:a16="http://schemas.microsoft.com/office/drawing/2014/main" id="{C4A2EA0D-CAF2-4495-83AA-95A14905F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4" y="3063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3" name="Oval 753">
              <a:extLst>
                <a:ext uri="{FF2B5EF4-FFF2-40B4-BE49-F238E27FC236}">
                  <a16:creationId xmlns:a16="http://schemas.microsoft.com/office/drawing/2014/main" id="{BE57665E-06F9-4BD3-9F3B-50384F9AA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306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4" name="Oval 754">
              <a:extLst>
                <a:ext uri="{FF2B5EF4-FFF2-40B4-BE49-F238E27FC236}">
                  <a16:creationId xmlns:a16="http://schemas.microsoft.com/office/drawing/2014/main" id="{60BC5800-7C1B-42FF-8D90-88C709BB8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9" y="3052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5" name="Oval 755">
              <a:extLst>
                <a:ext uri="{FF2B5EF4-FFF2-40B4-BE49-F238E27FC236}">
                  <a16:creationId xmlns:a16="http://schemas.microsoft.com/office/drawing/2014/main" id="{91E258A2-9FC0-4B77-9D5F-2B17D753C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7" y="305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6" name="Freeform 756">
              <a:extLst>
                <a:ext uri="{FF2B5EF4-FFF2-40B4-BE49-F238E27FC236}">
                  <a16:creationId xmlns:a16="http://schemas.microsoft.com/office/drawing/2014/main" id="{68AAAC7E-7395-4075-A0D5-D49C26E63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3039"/>
              <a:ext cx="17" cy="18"/>
            </a:xfrm>
            <a:custGeom>
              <a:avLst/>
              <a:gdLst>
                <a:gd name="T0" fmla="*/ 1243 w 7"/>
                <a:gd name="T1" fmla="*/ 1137 h 7"/>
                <a:gd name="T2" fmla="*/ 590 w 7"/>
                <a:gd name="T3" fmla="*/ 2003 h 7"/>
                <a:gd name="T4" fmla="*/ 0 w 7"/>
                <a:gd name="T5" fmla="*/ 918 h 7"/>
                <a:gd name="T6" fmla="*/ 831 w 7"/>
                <a:gd name="T7" fmla="*/ 357 h 7"/>
                <a:gd name="T8" fmla="*/ 1243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6" y="6"/>
                    <a:pt x="4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0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97" name="Freeform 757">
              <a:extLst>
                <a:ext uri="{FF2B5EF4-FFF2-40B4-BE49-F238E27FC236}">
                  <a16:creationId xmlns:a16="http://schemas.microsoft.com/office/drawing/2014/main" id="{A1C0DCC3-6688-4A0A-99AA-08529CDAB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3044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313 w 2"/>
                <a:gd name="T3" fmla="*/ 520 h 2"/>
                <a:gd name="T4" fmla="*/ 0 w 2"/>
                <a:gd name="T5" fmla="*/ 313 h 2"/>
                <a:gd name="T6" fmla="*/ 313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8" name="Freeform 758">
              <a:extLst>
                <a:ext uri="{FF2B5EF4-FFF2-40B4-BE49-F238E27FC236}">
                  <a16:creationId xmlns:a16="http://schemas.microsoft.com/office/drawing/2014/main" id="{C1F8151F-E2A9-4B03-BC59-52C5365FC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028"/>
              <a:ext cx="18" cy="19"/>
            </a:xfrm>
            <a:custGeom>
              <a:avLst/>
              <a:gdLst>
                <a:gd name="T0" fmla="*/ 2003 w 7"/>
                <a:gd name="T1" fmla="*/ 1620 h 7"/>
                <a:gd name="T2" fmla="*/ 918 w 7"/>
                <a:gd name="T3" fmla="*/ 2823 h 7"/>
                <a:gd name="T4" fmla="*/ 0 w 7"/>
                <a:gd name="T5" fmla="*/ 1200 h 7"/>
                <a:gd name="T6" fmla="*/ 1137 w 7"/>
                <a:gd name="T7" fmla="*/ 0 h 7"/>
                <a:gd name="T8" fmla="*/ 2003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99" name="Freeform 759">
              <a:extLst>
                <a:ext uri="{FF2B5EF4-FFF2-40B4-BE49-F238E27FC236}">
                  <a16:creationId xmlns:a16="http://schemas.microsoft.com/office/drawing/2014/main" id="{ABBFC565-9309-48E6-8F13-2A4A638D9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031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1059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0" name="Freeform 760">
              <a:extLst>
                <a:ext uri="{FF2B5EF4-FFF2-40B4-BE49-F238E27FC236}">
                  <a16:creationId xmlns:a16="http://schemas.microsoft.com/office/drawing/2014/main" id="{54FF630A-CC26-47FC-A49F-78C534D26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3015"/>
              <a:ext cx="17" cy="18"/>
            </a:xfrm>
            <a:custGeom>
              <a:avLst/>
              <a:gdLst>
                <a:gd name="T0" fmla="*/ 1433 w 7"/>
                <a:gd name="T1" fmla="*/ 1137 h 7"/>
                <a:gd name="T2" fmla="*/ 590 w 7"/>
                <a:gd name="T3" fmla="*/ 2003 h 7"/>
                <a:gd name="T4" fmla="*/ 170 w 7"/>
                <a:gd name="T5" fmla="*/ 918 h 7"/>
                <a:gd name="T6" fmla="*/ 1003 w 7"/>
                <a:gd name="T7" fmla="*/ 357 h 7"/>
                <a:gd name="T8" fmla="*/ 1433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6"/>
                    <a:pt x="5" y="7"/>
                    <a:pt x="3" y="7"/>
                  </a:cubicBezTo>
                  <a:cubicBezTo>
                    <a:pt x="2" y="7"/>
                    <a:pt x="0" y="5"/>
                    <a:pt x="1" y="3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01" name="Freeform 761">
              <a:extLst>
                <a:ext uri="{FF2B5EF4-FFF2-40B4-BE49-F238E27FC236}">
                  <a16:creationId xmlns:a16="http://schemas.microsoft.com/office/drawing/2014/main" id="{4EA124DE-D031-45C4-9975-7F17E421C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3020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313 w 2"/>
                <a:gd name="T3" fmla="*/ 520 h 2"/>
                <a:gd name="T4" fmla="*/ 0 w 2"/>
                <a:gd name="T5" fmla="*/ 313 h 2"/>
                <a:gd name="T6" fmla="*/ 313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2" name="Freeform 762">
              <a:extLst>
                <a:ext uri="{FF2B5EF4-FFF2-40B4-BE49-F238E27FC236}">
                  <a16:creationId xmlns:a16="http://schemas.microsoft.com/office/drawing/2014/main" id="{37CC3B55-205B-407B-89F7-83DA31D5A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3001"/>
              <a:ext cx="17" cy="19"/>
            </a:xfrm>
            <a:custGeom>
              <a:avLst/>
              <a:gdLst>
                <a:gd name="T0" fmla="*/ 1433 w 7"/>
                <a:gd name="T1" fmla="*/ 2063 h 7"/>
                <a:gd name="T2" fmla="*/ 590 w 7"/>
                <a:gd name="T3" fmla="*/ 2823 h 7"/>
                <a:gd name="T4" fmla="*/ 0 w 7"/>
                <a:gd name="T5" fmla="*/ 1200 h 7"/>
                <a:gd name="T6" fmla="*/ 831 w 7"/>
                <a:gd name="T7" fmla="*/ 442 h 7"/>
                <a:gd name="T8" fmla="*/ 143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2"/>
                    <a:pt x="2" y="0"/>
                    <a:pt x="4" y="1"/>
                  </a:cubicBezTo>
                  <a:cubicBezTo>
                    <a:pt x="6" y="1"/>
                    <a:pt x="7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03" name="Freeform 763">
              <a:extLst>
                <a:ext uri="{FF2B5EF4-FFF2-40B4-BE49-F238E27FC236}">
                  <a16:creationId xmlns:a16="http://schemas.microsoft.com/office/drawing/2014/main" id="{9B9C6238-6CA1-49B1-979B-7EBF6874A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3007"/>
              <a:ext cx="7" cy="5"/>
            </a:xfrm>
            <a:custGeom>
              <a:avLst/>
              <a:gdLst>
                <a:gd name="T0" fmla="*/ 355 w 3"/>
                <a:gd name="T1" fmla="*/ 313 h 2"/>
                <a:gd name="T2" fmla="*/ 152 w 3"/>
                <a:gd name="T3" fmla="*/ 520 h 2"/>
                <a:gd name="T4" fmla="*/ 0 w 3"/>
                <a:gd name="T5" fmla="*/ 313 h 2"/>
                <a:gd name="T6" fmla="*/ 355 w 3"/>
                <a:gd name="T7" fmla="*/ 0 h 2"/>
                <a:gd name="T8" fmla="*/ 355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4" name="Freeform 764">
              <a:extLst>
                <a:ext uri="{FF2B5EF4-FFF2-40B4-BE49-F238E27FC236}">
                  <a16:creationId xmlns:a16="http://schemas.microsoft.com/office/drawing/2014/main" id="{BCE9900C-2DE7-4593-B012-2CE80CFCB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988"/>
              <a:ext cx="17" cy="19"/>
            </a:xfrm>
            <a:custGeom>
              <a:avLst/>
              <a:gdLst>
                <a:gd name="T0" fmla="*/ 1243 w 7"/>
                <a:gd name="T1" fmla="*/ 2063 h 7"/>
                <a:gd name="T2" fmla="*/ 590 w 7"/>
                <a:gd name="T3" fmla="*/ 2823 h 7"/>
                <a:gd name="T4" fmla="*/ 0 w 7"/>
                <a:gd name="T5" fmla="*/ 1200 h 7"/>
                <a:gd name="T6" fmla="*/ 831 w 7"/>
                <a:gd name="T7" fmla="*/ 442 h 7"/>
                <a:gd name="T8" fmla="*/ 124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6"/>
                    <a:pt x="4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05" name="Freeform 765">
              <a:extLst>
                <a:ext uri="{FF2B5EF4-FFF2-40B4-BE49-F238E27FC236}">
                  <a16:creationId xmlns:a16="http://schemas.microsoft.com/office/drawing/2014/main" id="{B980C90B-9897-4D70-8327-FC664844C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93"/>
              <a:ext cx="5" cy="6"/>
            </a:xfrm>
            <a:custGeom>
              <a:avLst/>
              <a:gdLst>
                <a:gd name="T0" fmla="*/ 520 w 2"/>
                <a:gd name="T1" fmla="*/ 729 h 2"/>
                <a:gd name="T2" fmla="*/ 313 w 2"/>
                <a:gd name="T3" fmla="*/ 1458 h 2"/>
                <a:gd name="T4" fmla="*/ 0 w 2"/>
                <a:gd name="T5" fmla="*/ 729 h 2"/>
                <a:gd name="T6" fmla="*/ 313 w 2"/>
                <a:gd name="T7" fmla="*/ 0 h 2"/>
                <a:gd name="T8" fmla="*/ 52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6" name="Freeform 766">
              <a:extLst>
                <a:ext uri="{FF2B5EF4-FFF2-40B4-BE49-F238E27FC236}">
                  <a16:creationId xmlns:a16="http://schemas.microsoft.com/office/drawing/2014/main" id="{E4F02663-92C7-4C15-AA05-271418904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975"/>
              <a:ext cx="17" cy="18"/>
            </a:xfrm>
            <a:custGeom>
              <a:avLst/>
              <a:gdLst>
                <a:gd name="T0" fmla="*/ 1243 w 7"/>
                <a:gd name="T1" fmla="*/ 1448 h 7"/>
                <a:gd name="T2" fmla="*/ 413 w 7"/>
                <a:gd name="T3" fmla="*/ 2003 h 7"/>
                <a:gd name="T4" fmla="*/ 0 w 7"/>
                <a:gd name="T5" fmla="*/ 918 h 7"/>
                <a:gd name="T6" fmla="*/ 831 w 7"/>
                <a:gd name="T7" fmla="*/ 357 h 7"/>
                <a:gd name="T8" fmla="*/ 1243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6"/>
                    <a:pt x="4" y="7"/>
                    <a:pt x="2" y="7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07" name="Freeform 767">
              <a:extLst>
                <a:ext uri="{FF2B5EF4-FFF2-40B4-BE49-F238E27FC236}">
                  <a16:creationId xmlns:a16="http://schemas.microsoft.com/office/drawing/2014/main" id="{2BE75126-7163-490E-91BB-82ECC60B2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980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313 w 2"/>
                <a:gd name="T3" fmla="*/ 520 h 2"/>
                <a:gd name="T4" fmla="*/ 0 w 2"/>
                <a:gd name="T5" fmla="*/ 0 h 2"/>
                <a:gd name="T6" fmla="*/ 313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8" name="Freeform 768">
              <a:extLst>
                <a:ext uri="{FF2B5EF4-FFF2-40B4-BE49-F238E27FC236}">
                  <a16:creationId xmlns:a16="http://schemas.microsoft.com/office/drawing/2014/main" id="{6EAC07FF-1E70-4609-9D7B-29F0BDC9F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2961"/>
              <a:ext cx="20" cy="19"/>
            </a:xfrm>
            <a:custGeom>
              <a:avLst/>
              <a:gdLst>
                <a:gd name="T0" fmla="*/ 1770 w 8"/>
                <a:gd name="T1" fmla="*/ 2063 h 7"/>
                <a:gd name="T2" fmla="*/ 783 w 8"/>
                <a:gd name="T3" fmla="*/ 2823 h 7"/>
                <a:gd name="T4" fmla="*/ 313 w 8"/>
                <a:gd name="T5" fmla="*/ 1200 h 7"/>
                <a:gd name="T6" fmla="*/ 1300 w 8"/>
                <a:gd name="T7" fmla="*/ 442 h 7"/>
                <a:gd name="T8" fmla="*/ 1770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7" y="1"/>
                    <a:pt x="8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09" name="Freeform 769">
              <a:extLst>
                <a:ext uri="{FF2B5EF4-FFF2-40B4-BE49-F238E27FC236}">
                  <a16:creationId xmlns:a16="http://schemas.microsoft.com/office/drawing/2014/main" id="{643759DC-122B-4F39-B1A4-27F93D9CD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967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0 w 2"/>
                <a:gd name="T3" fmla="*/ 520 h 2"/>
                <a:gd name="T4" fmla="*/ 0 w 2"/>
                <a:gd name="T5" fmla="*/ 0 h 2"/>
                <a:gd name="T6" fmla="*/ 313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0" name="Freeform 770">
              <a:extLst>
                <a:ext uri="{FF2B5EF4-FFF2-40B4-BE49-F238E27FC236}">
                  <a16:creationId xmlns:a16="http://schemas.microsoft.com/office/drawing/2014/main" id="{6D969BD5-6928-4C1F-8005-AC476E601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948"/>
              <a:ext cx="17" cy="19"/>
            </a:xfrm>
            <a:custGeom>
              <a:avLst/>
              <a:gdLst>
                <a:gd name="T0" fmla="*/ 1243 w 7"/>
                <a:gd name="T1" fmla="*/ 1620 h 7"/>
                <a:gd name="T2" fmla="*/ 413 w 7"/>
                <a:gd name="T3" fmla="*/ 2342 h 7"/>
                <a:gd name="T4" fmla="*/ 0 w 7"/>
                <a:gd name="T5" fmla="*/ 760 h 7"/>
                <a:gd name="T6" fmla="*/ 831 w 7"/>
                <a:gd name="T7" fmla="*/ 0 h 7"/>
                <a:gd name="T8" fmla="*/ 1243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11" name="Freeform 771">
              <a:extLst>
                <a:ext uri="{FF2B5EF4-FFF2-40B4-BE49-F238E27FC236}">
                  <a16:creationId xmlns:a16="http://schemas.microsoft.com/office/drawing/2014/main" id="{91FBDBE3-58E6-4EC7-ABF3-AD9324479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951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1059 h 3"/>
                <a:gd name="T4" fmla="*/ 0 w 2"/>
                <a:gd name="T5" fmla="*/ 397 h 3"/>
                <a:gd name="T6" fmla="*/ 313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2" name="Freeform 772">
              <a:extLst>
                <a:ext uri="{FF2B5EF4-FFF2-40B4-BE49-F238E27FC236}">
                  <a16:creationId xmlns:a16="http://schemas.microsoft.com/office/drawing/2014/main" id="{C1AC770A-7729-4567-9139-26E112A72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932"/>
              <a:ext cx="17" cy="21"/>
            </a:xfrm>
            <a:custGeom>
              <a:avLst/>
              <a:gdLst>
                <a:gd name="T0" fmla="*/ 1243 w 7"/>
                <a:gd name="T1" fmla="*/ 1612 h 8"/>
                <a:gd name="T2" fmla="*/ 413 w 7"/>
                <a:gd name="T3" fmla="*/ 2226 h 8"/>
                <a:gd name="T4" fmla="*/ 0 w 7"/>
                <a:gd name="T5" fmla="*/ 992 h 8"/>
                <a:gd name="T6" fmla="*/ 831 w 7"/>
                <a:gd name="T7" fmla="*/ 378 h 8"/>
                <a:gd name="T8" fmla="*/ 1243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5"/>
                  </a:move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13" name="Freeform 773">
              <a:extLst>
                <a:ext uri="{FF2B5EF4-FFF2-40B4-BE49-F238E27FC236}">
                  <a16:creationId xmlns:a16="http://schemas.microsoft.com/office/drawing/2014/main" id="{0A202987-D8C0-4988-BE2B-2FFDF6B61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937"/>
              <a:ext cx="5" cy="6"/>
            </a:xfrm>
            <a:custGeom>
              <a:avLst/>
              <a:gdLst>
                <a:gd name="T0" fmla="*/ 520 w 2"/>
                <a:gd name="T1" fmla="*/ 1458 h 2"/>
                <a:gd name="T2" fmla="*/ 313 w 2"/>
                <a:gd name="T3" fmla="*/ 1458 h 2"/>
                <a:gd name="T4" fmla="*/ 0 w 2"/>
                <a:gd name="T5" fmla="*/ 729 h 2"/>
                <a:gd name="T6" fmla="*/ 520 w 2"/>
                <a:gd name="T7" fmla="*/ 0 h 2"/>
                <a:gd name="T8" fmla="*/ 52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4" name="Freeform 774">
              <a:extLst>
                <a:ext uri="{FF2B5EF4-FFF2-40B4-BE49-F238E27FC236}">
                  <a16:creationId xmlns:a16="http://schemas.microsoft.com/office/drawing/2014/main" id="{5D2173D0-BD0B-4411-AA1F-2A3101149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2919"/>
              <a:ext cx="17" cy="18"/>
            </a:xfrm>
            <a:custGeom>
              <a:avLst/>
              <a:gdLst>
                <a:gd name="T0" fmla="*/ 1433 w 7"/>
                <a:gd name="T1" fmla="*/ 1448 h 7"/>
                <a:gd name="T2" fmla="*/ 413 w 7"/>
                <a:gd name="T3" fmla="*/ 2003 h 7"/>
                <a:gd name="T4" fmla="*/ 0 w 7"/>
                <a:gd name="T5" fmla="*/ 918 h 7"/>
                <a:gd name="T6" fmla="*/ 1003 w 7"/>
                <a:gd name="T7" fmla="*/ 357 h 7"/>
                <a:gd name="T8" fmla="*/ 1433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15" name="Freeform 775">
              <a:extLst>
                <a:ext uri="{FF2B5EF4-FFF2-40B4-BE49-F238E27FC236}">
                  <a16:creationId xmlns:a16="http://schemas.microsoft.com/office/drawing/2014/main" id="{6557698C-56FC-4D40-AEEA-5F80E8DF6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924"/>
              <a:ext cx="7" cy="5"/>
            </a:xfrm>
            <a:custGeom>
              <a:avLst/>
              <a:gdLst>
                <a:gd name="T0" fmla="*/ 355 w 3"/>
                <a:gd name="T1" fmla="*/ 313 h 2"/>
                <a:gd name="T2" fmla="*/ 152 w 3"/>
                <a:gd name="T3" fmla="*/ 520 h 2"/>
                <a:gd name="T4" fmla="*/ 0 w 3"/>
                <a:gd name="T5" fmla="*/ 313 h 2"/>
                <a:gd name="T6" fmla="*/ 355 w 3"/>
                <a:gd name="T7" fmla="*/ 0 h 2"/>
                <a:gd name="T8" fmla="*/ 355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6" name="Freeform 776">
              <a:extLst>
                <a:ext uri="{FF2B5EF4-FFF2-40B4-BE49-F238E27FC236}">
                  <a16:creationId xmlns:a16="http://schemas.microsoft.com/office/drawing/2014/main" id="{3EDA7CDB-EA05-4448-82F7-52576ADC4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903"/>
              <a:ext cx="20" cy="21"/>
            </a:xfrm>
            <a:custGeom>
              <a:avLst/>
              <a:gdLst>
                <a:gd name="T0" fmla="*/ 1770 w 8"/>
                <a:gd name="T1" fmla="*/ 1612 h 8"/>
                <a:gd name="T2" fmla="*/ 783 w 8"/>
                <a:gd name="T3" fmla="*/ 2226 h 8"/>
                <a:gd name="T4" fmla="*/ 313 w 8"/>
                <a:gd name="T5" fmla="*/ 992 h 8"/>
                <a:gd name="T6" fmla="*/ 1300 w 8"/>
                <a:gd name="T7" fmla="*/ 378 h 8"/>
                <a:gd name="T8" fmla="*/ 1770 w 8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5"/>
                  </a:moveTo>
                  <a:cubicBezTo>
                    <a:pt x="6" y="7"/>
                    <a:pt x="5" y="8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7" y="1"/>
                    <a:pt x="8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17" name="Freeform 777">
              <a:extLst>
                <a:ext uri="{FF2B5EF4-FFF2-40B4-BE49-F238E27FC236}">
                  <a16:creationId xmlns:a16="http://schemas.microsoft.com/office/drawing/2014/main" id="{E203A625-3B24-4F6F-828A-EA6961969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908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313 h 2"/>
                <a:gd name="T6" fmla="*/ 313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8" name="Freeform 778">
              <a:extLst>
                <a:ext uri="{FF2B5EF4-FFF2-40B4-BE49-F238E27FC236}">
                  <a16:creationId xmlns:a16="http://schemas.microsoft.com/office/drawing/2014/main" id="{98D93E93-AAF6-4B95-9D36-C72EC1A3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887"/>
              <a:ext cx="20" cy="21"/>
            </a:xfrm>
            <a:custGeom>
              <a:avLst/>
              <a:gdLst>
                <a:gd name="T0" fmla="*/ 1770 w 8"/>
                <a:gd name="T1" fmla="*/ 1992 h 8"/>
                <a:gd name="T2" fmla="*/ 520 w 8"/>
                <a:gd name="T3" fmla="*/ 2226 h 8"/>
                <a:gd name="T4" fmla="*/ 313 w 8"/>
                <a:gd name="T5" fmla="*/ 992 h 8"/>
                <a:gd name="T6" fmla="*/ 1300 w 8"/>
                <a:gd name="T7" fmla="*/ 378 h 8"/>
                <a:gd name="T8" fmla="*/ 1770 w 8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6"/>
                  </a:move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4"/>
                    <a:pt x="7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19" name="Freeform 779">
              <a:extLst>
                <a:ext uri="{FF2B5EF4-FFF2-40B4-BE49-F238E27FC236}">
                  <a16:creationId xmlns:a16="http://schemas.microsoft.com/office/drawing/2014/main" id="{4AABFB9D-8CDA-4CAA-A3D2-CCE5301B2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2892"/>
              <a:ext cx="8" cy="8"/>
            </a:xfrm>
            <a:custGeom>
              <a:avLst/>
              <a:gdLst>
                <a:gd name="T0" fmla="*/ 1059 w 3"/>
                <a:gd name="T1" fmla="*/ 661 h 3"/>
                <a:gd name="T2" fmla="*/ 397 w 3"/>
                <a:gd name="T3" fmla="*/ 661 h 3"/>
                <a:gd name="T4" fmla="*/ 397 w 3"/>
                <a:gd name="T5" fmla="*/ 397 h 3"/>
                <a:gd name="T6" fmla="*/ 661 w 3"/>
                <a:gd name="T7" fmla="*/ 0 h 3"/>
                <a:gd name="T8" fmla="*/ 1059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0" name="Freeform 780">
              <a:extLst>
                <a:ext uri="{FF2B5EF4-FFF2-40B4-BE49-F238E27FC236}">
                  <a16:creationId xmlns:a16="http://schemas.microsoft.com/office/drawing/2014/main" id="{5CF20C72-A1B7-4089-89F5-3F0E471D3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873"/>
              <a:ext cx="17" cy="19"/>
            </a:xfrm>
            <a:custGeom>
              <a:avLst/>
              <a:gdLst>
                <a:gd name="T0" fmla="*/ 1433 w 7"/>
                <a:gd name="T1" fmla="*/ 2063 h 7"/>
                <a:gd name="T2" fmla="*/ 413 w 7"/>
                <a:gd name="T3" fmla="*/ 2342 h 7"/>
                <a:gd name="T4" fmla="*/ 170 w 7"/>
                <a:gd name="T5" fmla="*/ 760 h 7"/>
                <a:gd name="T6" fmla="*/ 1003 w 7"/>
                <a:gd name="T7" fmla="*/ 0 h 7"/>
                <a:gd name="T8" fmla="*/ 143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21" name="Freeform 781">
              <a:extLst>
                <a:ext uri="{FF2B5EF4-FFF2-40B4-BE49-F238E27FC236}">
                  <a16:creationId xmlns:a16="http://schemas.microsoft.com/office/drawing/2014/main" id="{39FCE80A-8EEC-4A29-895F-DEA543F53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876"/>
              <a:ext cx="7" cy="8"/>
            </a:xfrm>
            <a:custGeom>
              <a:avLst/>
              <a:gdLst>
                <a:gd name="T0" fmla="*/ 355 w 3"/>
                <a:gd name="T1" fmla="*/ 661 h 3"/>
                <a:gd name="T2" fmla="*/ 152 w 3"/>
                <a:gd name="T3" fmla="*/ 661 h 3"/>
                <a:gd name="T4" fmla="*/ 152 w 3"/>
                <a:gd name="T5" fmla="*/ 397 h 3"/>
                <a:gd name="T6" fmla="*/ 355 w 3"/>
                <a:gd name="T7" fmla="*/ 397 h 3"/>
                <a:gd name="T8" fmla="*/ 355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2" y="3"/>
                    <a:pt x="1" y="2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3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2" name="Freeform 782">
              <a:extLst>
                <a:ext uri="{FF2B5EF4-FFF2-40B4-BE49-F238E27FC236}">
                  <a16:creationId xmlns:a16="http://schemas.microsoft.com/office/drawing/2014/main" id="{B8CD859C-53CC-41C8-A9BA-CE2333665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857"/>
              <a:ext cx="20" cy="19"/>
            </a:xfrm>
            <a:custGeom>
              <a:avLst/>
              <a:gdLst>
                <a:gd name="T0" fmla="*/ 1770 w 8"/>
                <a:gd name="T1" fmla="*/ 2063 h 7"/>
                <a:gd name="T2" fmla="*/ 520 w 8"/>
                <a:gd name="T3" fmla="*/ 2342 h 7"/>
                <a:gd name="T4" fmla="*/ 313 w 8"/>
                <a:gd name="T5" fmla="*/ 760 h 7"/>
                <a:gd name="T6" fmla="*/ 1300 w 8"/>
                <a:gd name="T7" fmla="*/ 442 h 7"/>
                <a:gd name="T8" fmla="*/ 1770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8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23" name="Freeform 783">
              <a:extLst>
                <a:ext uri="{FF2B5EF4-FFF2-40B4-BE49-F238E27FC236}">
                  <a16:creationId xmlns:a16="http://schemas.microsoft.com/office/drawing/2014/main" id="{A9D76E55-A5E0-4E2E-A95A-3041532A7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863"/>
              <a:ext cx="8" cy="5"/>
            </a:xfrm>
            <a:custGeom>
              <a:avLst/>
              <a:gdLst>
                <a:gd name="T0" fmla="*/ 1059 w 3"/>
                <a:gd name="T1" fmla="*/ 313 h 2"/>
                <a:gd name="T2" fmla="*/ 397 w 3"/>
                <a:gd name="T3" fmla="*/ 520 h 2"/>
                <a:gd name="T4" fmla="*/ 397 w 3"/>
                <a:gd name="T5" fmla="*/ 0 h 2"/>
                <a:gd name="T6" fmla="*/ 661 w 3"/>
                <a:gd name="T7" fmla="*/ 0 h 2"/>
                <a:gd name="T8" fmla="*/ 1059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4" name="Freeform 784">
              <a:extLst>
                <a:ext uri="{FF2B5EF4-FFF2-40B4-BE49-F238E27FC236}">
                  <a16:creationId xmlns:a16="http://schemas.microsoft.com/office/drawing/2014/main" id="{12421C77-B9B8-499C-AC19-CC2CDB45E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841"/>
              <a:ext cx="20" cy="19"/>
            </a:xfrm>
            <a:custGeom>
              <a:avLst/>
              <a:gdLst>
                <a:gd name="T0" fmla="*/ 1770 w 8"/>
                <a:gd name="T1" fmla="*/ 2063 h 7"/>
                <a:gd name="T2" fmla="*/ 520 w 8"/>
                <a:gd name="T3" fmla="*/ 2823 h 7"/>
                <a:gd name="T4" fmla="*/ 313 w 8"/>
                <a:gd name="T5" fmla="*/ 760 h 7"/>
                <a:gd name="T6" fmla="*/ 1300 w 8"/>
                <a:gd name="T7" fmla="*/ 442 h 7"/>
                <a:gd name="T8" fmla="*/ 1770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25" name="Freeform 785">
              <a:extLst>
                <a:ext uri="{FF2B5EF4-FFF2-40B4-BE49-F238E27FC236}">
                  <a16:creationId xmlns:a16="http://schemas.microsoft.com/office/drawing/2014/main" id="{4D9924EE-35B5-4947-852E-38A558F26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847"/>
              <a:ext cx="7" cy="5"/>
            </a:xfrm>
            <a:custGeom>
              <a:avLst/>
              <a:gdLst>
                <a:gd name="T0" fmla="*/ 469 w 3"/>
                <a:gd name="T1" fmla="*/ 313 h 2"/>
                <a:gd name="T2" fmla="*/ 152 w 3"/>
                <a:gd name="T3" fmla="*/ 520 h 2"/>
                <a:gd name="T4" fmla="*/ 152 w 3"/>
                <a:gd name="T5" fmla="*/ 0 h 2"/>
                <a:gd name="T6" fmla="*/ 355 w 3"/>
                <a:gd name="T7" fmla="*/ 0 h 2"/>
                <a:gd name="T8" fmla="*/ 469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6" name="Freeform 786">
              <a:extLst>
                <a:ext uri="{FF2B5EF4-FFF2-40B4-BE49-F238E27FC236}">
                  <a16:creationId xmlns:a16="http://schemas.microsoft.com/office/drawing/2014/main" id="{F1EAD8BC-F0B3-421F-BAF7-B4C0A6B3F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825"/>
              <a:ext cx="17" cy="19"/>
            </a:xfrm>
            <a:custGeom>
              <a:avLst/>
              <a:gdLst>
                <a:gd name="T0" fmla="*/ 1243 w 7"/>
                <a:gd name="T1" fmla="*/ 2063 h 7"/>
                <a:gd name="T2" fmla="*/ 413 w 7"/>
                <a:gd name="T3" fmla="*/ 2342 h 7"/>
                <a:gd name="T4" fmla="*/ 0 w 7"/>
                <a:gd name="T5" fmla="*/ 760 h 7"/>
                <a:gd name="T6" fmla="*/ 1003 w 7"/>
                <a:gd name="T7" fmla="*/ 442 h 7"/>
                <a:gd name="T8" fmla="*/ 124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27" name="Freeform 787">
              <a:extLst>
                <a:ext uri="{FF2B5EF4-FFF2-40B4-BE49-F238E27FC236}">
                  <a16:creationId xmlns:a16="http://schemas.microsoft.com/office/drawing/2014/main" id="{05F6F511-BEAE-4D1B-A2E3-1ED4CF111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831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0 w 2"/>
                <a:gd name="T3" fmla="*/ 520 h 2"/>
                <a:gd name="T4" fmla="*/ 0 w 2"/>
                <a:gd name="T5" fmla="*/ 0 h 2"/>
                <a:gd name="T6" fmla="*/ 313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8" name="Freeform 788">
              <a:extLst>
                <a:ext uri="{FF2B5EF4-FFF2-40B4-BE49-F238E27FC236}">
                  <a16:creationId xmlns:a16="http://schemas.microsoft.com/office/drawing/2014/main" id="{83428989-AD02-4D63-87A5-AB1E6D2E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809"/>
              <a:ext cx="18" cy="19"/>
            </a:xfrm>
            <a:custGeom>
              <a:avLst/>
              <a:gdLst>
                <a:gd name="T0" fmla="*/ 1700 w 7"/>
                <a:gd name="T1" fmla="*/ 2063 h 7"/>
                <a:gd name="T2" fmla="*/ 563 w 7"/>
                <a:gd name="T3" fmla="*/ 2823 h 7"/>
                <a:gd name="T4" fmla="*/ 0 w 7"/>
                <a:gd name="T5" fmla="*/ 760 h 7"/>
                <a:gd name="T6" fmla="*/ 1448 w 7"/>
                <a:gd name="T7" fmla="*/ 442 h 7"/>
                <a:gd name="T8" fmla="*/ 170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29" name="Freeform 789">
              <a:extLst>
                <a:ext uri="{FF2B5EF4-FFF2-40B4-BE49-F238E27FC236}">
                  <a16:creationId xmlns:a16="http://schemas.microsoft.com/office/drawing/2014/main" id="{C40A8159-729F-42BA-A6CD-7018DCFE6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815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0 w 2"/>
                <a:gd name="T3" fmla="*/ 520 h 2"/>
                <a:gd name="T4" fmla="*/ 0 w 2"/>
                <a:gd name="T5" fmla="*/ 313 h 2"/>
                <a:gd name="T6" fmla="*/ 313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0" name="Freeform 790">
              <a:extLst>
                <a:ext uri="{FF2B5EF4-FFF2-40B4-BE49-F238E27FC236}">
                  <a16:creationId xmlns:a16="http://schemas.microsoft.com/office/drawing/2014/main" id="{98C368E6-F13B-4A89-95B1-D016939E3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793"/>
              <a:ext cx="17" cy="19"/>
            </a:xfrm>
            <a:custGeom>
              <a:avLst/>
              <a:gdLst>
                <a:gd name="T0" fmla="*/ 1243 w 7"/>
                <a:gd name="T1" fmla="*/ 2063 h 7"/>
                <a:gd name="T2" fmla="*/ 413 w 7"/>
                <a:gd name="T3" fmla="*/ 2823 h 7"/>
                <a:gd name="T4" fmla="*/ 170 w 7"/>
                <a:gd name="T5" fmla="*/ 760 h 7"/>
                <a:gd name="T6" fmla="*/ 1003 w 7"/>
                <a:gd name="T7" fmla="*/ 442 h 7"/>
                <a:gd name="T8" fmla="*/ 124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7"/>
                    <a:pt x="4" y="7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31" name="Freeform 791">
              <a:extLst>
                <a:ext uri="{FF2B5EF4-FFF2-40B4-BE49-F238E27FC236}">
                  <a16:creationId xmlns:a16="http://schemas.microsoft.com/office/drawing/2014/main" id="{293EA44D-09F3-494C-87C3-CC4B2ADA5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799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313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2" name="Freeform 792">
              <a:extLst>
                <a:ext uri="{FF2B5EF4-FFF2-40B4-BE49-F238E27FC236}">
                  <a16:creationId xmlns:a16="http://schemas.microsoft.com/office/drawing/2014/main" id="{5490B289-FDA4-46D8-A5FA-533742F41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777"/>
              <a:ext cx="20" cy="19"/>
            </a:xfrm>
            <a:custGeom>
              <a:avLst/>
              <a:gdLst>
                <a:gd name="T0" fmla="*/ 1770 w 8"/>
                <a:gd name="T1" fmla="*/ 2063 h 7"/>
                <a:gd name="T2" fmla="*/ 520 w 8"/>
                <a:gd name="T3" fmla="*/ 2342 h 7"/>
                <a:gd name="T4" fmla="*/ 313 w 8"/>
                <a:gd name="T5" fmla="*/ 760 h 7"/>
                <a:gd name="T6" fmla="*/ 1488 w 8"/>
                <a:gd name="T7" fmla="*/ 442 h 7"/>
                <a:gd name="T8" fmla="*/ 1770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33" name="Freeform 793">
              <a:extLst>
                <a:ext uri="{FF2B5EF4-FFF2-40B4-BE49-F238E27FC236}">
                  <a16:creationId xmlns:a16="http://schemas.microsoft.com/office/drawing/2014/main" id="{2161DF0B-8D57-4179-A777-2F379EB78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780"/>
              <a:ext cx="8" cy="8"/>
            </a:xfrm>
            <a:custGeom>
              <a:avLst/>
              <a:gdLst>
                <a:gd name="T0" fmla="*/ 661 w 3"/>
                <a:gd name="T1" fmla="*/ 661 h 3"/>
                <a:gd name="T2" fmla="*/ 397 w 3"/>
                <a:gd name="T3" fmla="*/ 1059 h 3"/>
                <a:gd name="T4" fmla="*/ 397 w 3"/>
                <a:gd name="T5" fmla="*/ 397 h 3"/>
                <a:gd name="T6" fmla="*/ 661 w 3"/>
                <a:gd name="T7" fmla="*/ 397 h 3"/>
                <a:gd name="T8" fmla="*/ 661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4" name="Freeform 794">
              <a:extLst>
                <a:ext uri="{FF2B5EF4-FFF2-40B4-BE49-F238E27FC236}">
                  <a16:creationId xmlns:a16="http://schemas.microsoft.com/office/drawing/2014/main" id="{24B20EA9-7309-4DF2-A264-BD9E66B1F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761"/>
              <a:ext cx="18" cy="19"/>
            </a:xfrm>
            <a:custGeom>
              <a:avLst/>
              <a:gdLst>
                <a:gd name="T0" fmla="*/ 1700 w 7"/>
                <a:gd name="T1" fmla="*/ 2063 h 7"/>
                <a:gd name="T2" fmla="*/ 563 w 7"/>
                <a:gd name="T3" fmla="*/ 2342 h 7"/>
                <a:gd name="T4" fmla="*/ 357 w 7"/>
                <a:gd name="T5" fmla="*/ 442 h 7"/>
                <a:gd name="T6" fmla="*/ 1448 w 7"/>
                <a:gd name="T7" fmla="*/ 442 h 7"/>
                <a:gd name="T8" fmla="*/ 170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35" name="Freeform 795">
              <a:extLst>
                <a:ext uri="{FF2B5EF4-FFF2-40B4-BE49-F238E27FC236}">
                  <a16:creationId xmlns:a16="http://schemas.microsoft.com/office/drawing/2014/main" id="{921DECC4-B459-4E64-93E5-451D0C16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764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6" name="Freeform 796">
              <a:extLst>
                <a:ext uri="{FF2B5EF4-FFF2-40B4-BE49-F238E27FC236}">
                  <a16:creationId xmlns:a16="http://schemas.microsoft.com/office/drawing/2014/main" id="{261B047B-4111-4C6D-AC31-19EA820D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745"/>
              <a:ext cx="18" cy="19"/>
            </a:xfrm>
            <a:custGeom>
              <a:avLst/>
              <a:gdLst>
                <a:gd name="T0" fmla="*/ 1700 w 7"/>
                <a:gd name="T1" fmla="*/ 2063 h 7"/>
                <a:gd name="T2" fmla="*/ 563 w 7"/>
                <a:gd name="T3" fmla="*/ 2342 h 7"/>
                <a:gd name="T4" fmla="*/ 357 w 7"/>
                <a:gd name="T5" fmla="*/ 442 h 7"/>
                <a:gd name="T6" fmla="*/ 1700 w 7"/>
                <a:gd name="T7" fmla="*/ 442 h 7"/>
                <a:gd name="T8" fmla="*/ 170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37" name="Freeform 797">
              <a:extLst>
                <a:ext uri="{FF2B5EF4-FFF2-40B4-BE49-F238E27FC236}">
                  <a16:creationId xmlns:a16="http://schemas.microsoft.com/office/drawing/2014/main" id="{27D04BDA-8673-4810-9027-DE5471393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748"/>
              <a:ext cx="8" cy="8"/>
            </a:xfrm>
            <a:custGeom>
              <a:avLst/>
              <a:gdLst>
                <a:gd name="T0" fmla="*/ 661 w 3"/>
                <a:gd name="T1" fmla="*/ 661 h 3"/>
                <a:gd name="T2" fmla="*/ 397 w 3"/>
                <a:gd name="T3" fmla="*/ 661 h 3"/>
                <a:gd name="T4" fmla="*/ 0 w 3"/>
                <a:gd name="T5" fmla="*/ 397 h 3"/>
                <a:gd name="T6" fmla="*/ 661 w 3"/>
                <a:gd name="T7" fmla="*/ 397 h 3"/>
                <a:gd name="T8" fmla="*/ 661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8" name="Freeform 798">
              <a:extLst>
                <a:ext uri="{FF2B5EF4-FFF2-40B4-BE49-F238E27FC236}">
                  <a16:creationId xmlns:a16="http://schemas.microsoft.com/office/drawing/2014/main" id="{C6728FF0-48F2-44B0-8235-677574121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727"/>
              <a:ext cx="18" cy="21"/>
            </a:xfrm>
            <a:custGeom>
              <a:avLst/>
              <a:gdLst>
                <a:gd name="T0" fmla="*/ 1700 w 7"/>
                <a:gd name="T1" fmla="*/ 1992 h 8"/>
                <a:gd name="T2" fmla="*/ 563 w 7"/>
                <a:gd name="T3" fmla="*/ 2226 h 8"/>
                <a:gd name="T4" fmla="*/ 357 w 7"/>
                <a:gd name="T5" fmla="*/ 614 h 8"/>
                <a:gd name="T6" fmla="*/ 1448 w 7"/>
                <a:gd name="T7" fmla="*/ 378 h 8"/>
                <a:gd name="T8" fmla="*/ 1700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39" name="Freeform 799">
              <a:extLst>
                <a:ext uri="{FF2B5EF4-FFF2-40B4-BE49-F238E27FC236}">
                  <a16:creationId xmlns:a16="http://schemas.microsoft.com/office/drawing/2014/main" id="{B53891CD-233A-4EA6-A734-3BF633A05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732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0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0" name="Freeform 800">
              <a:extLst>
                <a:ext uri="{FF2B5EF4-FFF2-40B4-BE49-F238E27FC236}">
                  <a16:creationId xmlns:a16="http://schemas.microsoft.com/office/drawing/2014/main" id="{DE25B37D-C2C2-4B39-82AC-59FE797D5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711"/>
              <a:ext cx="18" cy="18"/>
            </a:xfrm>
            <a:custGeom>
              <a:avLst/>
              <a:gdLst>
                <a:gd name="T0" fmla="*/ 1700 w 7"/>
                <a:gd name="T1" fmla="*/ 1700 h 7"/>
                <a:gd name="T2" fmla="*/ 563 w 7"/>
                <a:gd name="T3" fmla="*/ 1700 h 7"/>
                <a:gd name="T4" fmla="*/ 357 w 7"/>
                <a:gd name="T5" fmla="*/ 563 h 7"/>
                <a:gd name="T6" fmla="*/ 1448 w 7"/>
                <a:gd name="T7" fmla="*/ 357 h 7"/>
                <a:gd name="T8" fmla="*/ 170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41" name="Freeform 801">
              <a:extLst>
                <a:ext uri="{FF2B5EF4-FFF2-40B4-BE49-F238E27FC236}">
                  <a16:creationId xmlns:a16="http://schemas.microsoft.com/office/drawing/2014/main" id="{3BD0FE08-EFD1-4459-9193-008E0229D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716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313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2" name="Freeform 802">
              <a:extLst>
                <a:ext uri="{FF2B5EF4-FFF2-40B4-BE49-F238E27FC236}">
                  <a16:creationId xmlns:a16="http://schemas.microsoft.com/office/drawing/2014/main" id="{BEF799E0-B02E-46CF-86D3-1C467E73C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695"/>
              <a:ext cx="18" cy="18"/>
            </a:xfrm>
            <a:custGeom>
              <a:avLst/>
              <a:gdLst>
                <a:gd name="T0" fmla="*/ 1700 w 7"/>
                <a:gd name="T1" fmla="*/ 1448 h 7"/>
                <a:gd name="T2" fmla="*/ 563 w 7"/>
                <a:gd name="T3" fmla="*/ 1700 h 7"/>
                <a:gd name="T4" fmla="*/ 357 w 7"/>
                <a:gd name="T5" fmla="*/ 563 h 7"/>
                <a:gd name="T6" fmla="*/ 1448 w 7"/>
                <a:gd name="T7" fmla="*/ 357 h 7"/>
                <a:gd name="T8" fmla="*/ 1700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43" name="Freeform 803">
              <a:extLst>
                <a:ext uri="{FF2B5EF4-FFF2-40B4-BE49-F238E27FC236}">
                  <a16:creationId xmlns:a16="http://schemas.microsoft.com/office/drawing/2014/main" id="{E689ECB0-B9F4-4C05-87A6-45B734009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697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1059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4" name="Freeform 804">
              <a:extLst>
                <a:ext uri="{FF2B5EF4-FFF2-40B4-BE49-F238E27FC236}">
                  <a16:creationId xmlns:a16="http://schemas.microsoft.com/office/drawing/2014/main" id="{0C7F721F-43AB-4809-B06F-DCAA03F11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679"/>
              <a:ext cx="18" cy="18"/>
            </a:xfrm>
            <a:custGeom>
              <a:avLst/>
              <a:gdLst>
                <a:gd name="T0" fmla="*/ 1700 w 7"/>
                <a:gd name="T1" fmla="*/ 1448 h 7"/>
                <a:gd name="T2" fmla="*/ 357 w 7"/>
                <a:gd name="T3" fmla="*/ 1700 h 7"/>
                <a:gd name="T4" fmla="*/ 357 w 7"/>
                <a:gd name="T5" fmla="*/ 357 h 7"/>
                <a:gd name="T6" fmla="*/ 1700 w 7"/>
                <a:gd name="T7" fmla="*/ 357 h 7"/>
                <a:gd name="T8" fmla="*/ 1700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45" name="Freeform 805">
              <a:extLst>
                <a:ext uri="{FF2B5EF4-FFF2-40B4-BE49-F238E27FC236}">
                  <a16:creationId xmlns:a16="http://schemas.microsoft.com/office/drawing/2014/main" id="{A9EF7F39-DC49-4FBF-94B2-C44222CBE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681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6" name="Freeform 806">
              <a:extLst>
                <a:ext uri="{FF2B5EF4-FFF2-40B4-BE49-F238E27FC236}">
                  <a16:creationId xmlns:a16="http://schemas.microsoft.com/office/drawing/2014/main" id="{87362A22-4449-4844-9B73-EB910E1C9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660"/>
              <a:ext cx="18" cy="19"/>
            </a:xfrm>
            <a:custGeom>
              <a:avLst/>
              <a:gdLst>
                <a:gd name="T0" fmla="*/ 1700 w 7"/>
                <a:gd name="T1" fmla="*/ 2342 h 7"/>
                <a:gd name="T2" fmla="*/ 357 w 7"/>
                <a:gd name="T3" fmla="*/ 2342 h 7"/>
                <a:gd name="T4" fmla="*/ 357 w 7"/>
                <a:gd name="T5" fmla="*/ 760 h 7"/>
                <a:gd name="T6" fmla="*/ 1700 w 7"/>
                <a:gd name="T7" fmla="*/ 760 h 7"/>
                <a:gd name="T8" fmla="*/ 170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47" name="Freeform 807">
              <a:extLst>
                <a:ext uri="{FF2B5EF4-FFF2-40B4-BE49-F238E27FC236}">
                  <a16:creationId xmlns:a16="http://schemas.microsoft.com/office/drawing/2014/main" id="{27A16750-B032-4765-9D0B-BDF994F69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665"/>
              <a:ext cx="5" cy="6"/>
            </a:xfrm>
            <a:custGeom>
              <a:avLst/>
              <a:gdLst>
                <a:gd name="T0" fmla="*/ 520 w 2"/>
                <a:gd name="T1" fmla="*/ 1458 h 2"/>
                <a:gd name="T2" fmla="*/ 0 w 2"/>
                <a:gd name="T3" fmla="*/ 1458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8" name="Freeform 808">
              <a:extLst>
                <a:ext uri="{FF2B5EF4-FFF2-40B4-BE49-F238E27FC236}">
                  <a16:creationId xmlns:a16="http://schemas.microsoft.com/office/drawing/2014/main" id="{40874913-E7A6-4001-9C07-4698AE40A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644"/>
              <a:ext cx="20" cy="19"/>
            </a:xfrm>
            <a:custGeom>
              <a:avLst/>
              <a:gdLst>
                <a:gd name="T0" fmla="*/ 1488 w 8"/>
                <a:gd name="T1" fmla="*/ 2342 h 7"/>
                <a:gd name="T2" fmla="*/ 520 w 8"/>
                <a:gd name="T3" fmla="*/ 2342 h 7"/>
                <a:gd name="T4" fmla="*/ 520 w 8"/>
                <a:gd name="T5" fmla="*/ 760 h 7"/>
                <a:gd name="T6" fmla="*/ 1488 w 8"/>
                <a:gd name="T7" fmla="*/ 442 h 7"/>
                <a:gd name="T8" fmla="*/ 1488 w 8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6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2" y="2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8" y="2"/>
                    <a:pt x="8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49" name="Freeform 809">
              <a:extLst>
                <a:ext uri="{FF2B5EF4-FFF2-40B4-BE49-F238E27FC236}">
                  <a16:creationId xmlns:a16="http://schemas.microsoft.com/office/drawing/2014/main" id="{FCD41928-6AAF-4B66-B259-885059E9C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649"/>
              <a:ext cx="8" cy="6"/>
            </a:xfrm>
            <a:custGeom>
              <a:avLst/>
              <a:gdLst>
                <a:gd name="T0" fmla="*/ 661 w 3"/>
                <a:gd name="T1" fmla="*/ 1458 h 2"/>
                <a:gd name="T2" fmla="*/ 397 w 3"/>
                <a:gd name="T3" fmla="*/ 1458 h 2"/>
                <a:gd name="T4" fmla="*/ 397 w 3"/>
                <a:gd name="T5" fmla="*/ 0 h 2"/>
                <a:gd name="T6" fmla="*/ 661 w 3"/>
                <a:gd name="T7" fmla="*/ 0 h 2"/>
                <a:gd name="T8" fmla="*/ 661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0" name="Freeform 810">
              <a:extLst>
                <a:ext uri="{FF2B5EF4-FFF2-40B4-BE49-F238E27FC236}">
                  <a16:creationId xmlns:a16="http://schemas.microsoft.com/office/drawing/2014/main" id="{79968885-061C-4125-9C3A-A05EA0E62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628"/>
              <a:ext cx="17" cy="19"/>
            </a:xfrm>
            <a:custGeom>
              <a:avLst/>
              <a:gdLst>
                <a:gd name="T0" fmla="*/ 1243 w 7"/>
                <a:gd name="T1" fmla="*/ 2063 h 7"/>
                <a:gd name="T2" fmla="*/ 170 w 7"/>
                <a:gd name="T3" fmla="*/ 2342 h 7"/>
                <a:gd name="T4" fmla="*/ 170 w 7"/>
                <a:gd name="T5" fmla="*/ 442 h 7"/>
                <a:gd name="T6" fmla="*/ 1243 w 7"/>
                <a:gd name="T7" fmla="*/ 442 h 7"/>
                <a:gd name="T8" fmla="*/ 124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51" name="Freeform 811">
              <a:extLst>
                <a:ext uri="{FF2B5EF4-FFF2-40B4-BE49-F238E27FC236}">
                  <a16:creationId xmlns:a16="http://schemas.microsoft.com/office/drawing/2014/main" id="{D4B9F2BA-CD8F-4E2E-878E-2FEB94EE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631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2" name="Freeform 812">
              <a:extLst>
                <a:ext uri="{FF2B5EF4-FFF2-40B4-BE49-F238E27FC236}">
                  <a16:creationId xmlns:a16="http://schemas.microsoft.com/office/drawing/2014/main" id="{44384A36-0C03-492C-B399-D42ACEF2D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609"/>
              <a:ext cx="17" cy="19"/>
            </a:xfrm>
            <a:custGeom>
              <a:avLst/>
              <a:gdLst>
                <a:gd name="T0" fmla="*/ 1243 w 7"/>
                <a:gd name="T1" fmla="*/ 2342 h 7"/>
                <a:gd name="T2" fmla="*/ 170 w 7"/>
                <a:gd name="T3" fmla="*/ 2342 h 7"/>
                <a:gd name="T4" fmla="*/ 170 w 7"/>
                <a:gd name="T5" fmla="*/ 760 h 7"/>
                <a:gd name="T6" fmla="*/ 1243 w 7"/>
                <a:gd name="T7" fmla="*/ 442 h 7"/>
                <a:gd name="T8" fmla="*/ 124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53" name="Freeform 813">
              <a:extLst>
                <a:ext uri="{FF2B5EF4-FFF2-40B4-BE49-F238E27FC236}">
                  <a16:creationId xmlns:a16="http://schemas.microsoft.com/office/drawing/2014/main" id="{72DA6596-5A68-4660-986F-C4CC9DB6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615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4" name="Freeform 814">
              <a:extLst>
                <a:ext uri="{FF2B5EF4-FFF2-40B4-BE49-F238E27FC236}">
                  <a16:creationId xmlns:a16="http://schemas.microsoft.com/office/drawing/2014/main" id="{CD010403-ACE2-482C-B9D6-B2FA631A7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3049"/>
              <a:ext cx="17" cy="19"/>
            </a:xfrm>
            <a:custGeom>
              <a:avLst/>
              <a:gdLst>
                <a:gd name="T0" fmla="*/ 1433 w 7"/>
                <a:gd name="T1" fmla="*/ 1620 h 7"/>
                <a:gd name="T2" fmla="*/ 590 w 7"/>
                <a:gd name="T3" fmla="*/ 2342 h 7"/>
                <a:gd name="T4" fmla="*/ 0 w 7"/>
                <a:gd name="T5" fmla="*/ 1200 h 7"/>
                <a:gd name="T6" fmla="*/ 831 w 7"/>
                <a:gd name="T7" fmla="*/ 0 h 7"/>
                <a:gd name="T8" fmla="*/ 1433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55" name="Freeform 815">
              <a:extLst>
                <a:ext uri="{FF2B5EF4-FFF2-40B4-BE49-F238E27FC236}">
                  <a16:creationId xmlns:a16="http://schemas.microsoft.com/office/drawing/2014/main" id="{BCBC4498-0FD5-4646-91DF-A88C0B95D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3052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313 w 2"/>
                <a:gd name="T3" fmla="*/ 520 h 2"/>
                <a:gd name="T4" fmla="*/ 0 w 2"/>
                <a:gd name="T5" fmla="*/ 313 h 2"/>
                <a:gd name="T6" fmla="*/ 313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6" name="Freeform 816">
              <a:extLst>
                <a:ext uri="{FF2B5EF4-FFF2-40B4-BE49-F238E27FC236}">
                  <a16:creationId xmlns:a16="http://schemas.microsoft.com/office/drawing/2014/main" id="{0084ED17-9CC3-474F-8ACF-3358FAD6F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036"/>
              <a:ext cx="18" cy="19"/>
            </a:xfrm>
            <a:custGeom>
              <a:avLst/>
              <a:gdLst>
                <a:gd name="T0" fmla="*/ 2003 w 7"/>
                <a:gd name="T1" fmla="*/ 1620 h 7"/>
                <a:gd name="T2" fmla="*/ 918 w 7"/>
                <a:gd name="T3" fmla="*/ 2342 h 7"/>
                <a:gd name="T4" fmla="*/ 357 w 7"/>
                <a:gd name="T5" fmla="*/ 1200 h 7"/>
                <a:gd name="T6" fmla="*/ 1137 w 7"/>
                <a:gd name="T7" fmla="*/ 0 h 7"/>
                <a:gd name="T8" fmla="*/ 2003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6"/>
                    <a:pt x="5" y="7"/>
                    <a:pt x="3" y="6"/>
                  </a:cubicBezTo>
                  <a:cubicBezTo>
                    <a:pt x="2" y="6"/>
                    <a:pt x="0" y="4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57" name="Freeform 817">
              <a:extLst>
                <a:ext uri="{FF2B5EF4-FFF2-40B4-BE49-F238E27FC236}">
                  <a16:creationId xmlns:a16="http://schemas.microsoft.com/office/drawing/2014/main" id="{940C5525-F72A-4562-BB5F-4EE9588DE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3039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1059 h 3"/>
                <a:gd name="T4" fmla="*/ 0 w 2"/>
                <a:gd name="T5" fmla="*/ 397 h 3"/>
                <a:gd name="T6" fmla="*/ 313 w 2"/>
                <a:gd name="T7" fmla="*/ 0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8" name="Freeform 818">
              <a:extLst>
                <a:ext uri="{FF2B5EF4-FFF2-40B4-BE49-F238E27FC236}">
                  <a16:creationId xmlns:a16="http://schemas.microsoft.com/office/drawing/2014/main" id="{B33D80FD-22D1-43B6-9E8F-54553A79A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3023"/>
              <a:ext cx="18" cy="18"/>
            </a:xfrm>
            <a:custGeom>
              <a:avLst/>
              <a:gdLst>
                <a:gd name="T0" fmla="*/ 2003 w 7"/>
                <a:gd name="T1" fmla="*/ 1137 h 7"/>
                <a:gd name="T2" fmla="*/ 918 w 7"/>
                <a:gd name="T3" fmla="*/ 1700 h 7"/>
                <a:gd name="T4" fmla="*/ 357 w 7"/>
                <a:gd name="T5" fmla="*/ 563 h 7"/>
                <a:gd name="T6" fmla="*/ 1448 w 7"/>
                <a:gd name="T7" fmla="*/ 0 h 7"/>
                <a:gd name="T8" fmla="*/ 2003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59" name="Freeform 819">
              <a:extLst>
                <a:ext uri="{FF2B5EF4-FFF2-40B4-BE49-F238E27FC236}">
                  <a16:creationId xmlns:a16="http://schemas.microsoft.com/office/drawing/2014/main" id="{20C97B24-7574-48E7-B139-041624AC1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025"/>
              <a:ext cx="8" cy="8"/>
            </a:xfrm>
            <a:custGeom>
              <a:avLst/>
              <a:gdLst>
                <a:gd name="T0" fmla="*/ 1059 w 3"/>
                <a:gd name="T1" fmla="*/ 661 h 3"/>
                <a:gd name="T2" fmla="*/ 397 w 3"/>
                <a:gd name="T3" fmla="*/ 661 h 3"/>
                <a:gd name="T4" fmla="*/ 397 w 3"/>
                <a:gd name="T5" fmla="*/ 397 h 3"/>
                <a:gd name="T6" fmla="*/ 661 w 3"/>
                <a:gd name="T7" fmla="*/ 0 h 3"/>
                <a:gd name="T8" fmla="*/ 1059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0" name="Freeform 820">
              <a:extLst>
                <a:ext uri="{FF2B5EF4-FFF2-40B4-BE49-F238E27FC236}">
                  <a16:creationId xmlns:a16="http://schemas.microsoft.com/office/drawing/2014/main" id="{1E183DE8-9138-405E-89A2-F439B60F7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009"/>
              <a:ext cx="18" cy="19"/>
            </a:xfrm>
            <a:custGeom>
              <a:avLst/>
              <a:gdLst>
                <a:gd name="T0" fmla="*/ 1700 w 7"/>
                <a:gd name="T1" fmla="*/ 1620 h 7"/>
                <a:gd name="T2" fmla="*/ 563 w 7"/>
                <a:gd name="T3" fmla="*/ 2342 h 7"/>
                <a:gd name="T4" fmla="*/ 0 w 7"/>
                <a:gd name="T5" fmla="*/ 760 h 7"/>
                <a:gd name="T6" fmla="*/ 1137 w 7"/>
                <a:gd name="T7" fmla="*/ 0 h 7"/>
                <a:gd name="T8" fmla="*/ 1700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61" name="Freeform 821">
              <a:extLst>
                <a:ext uri="{FF2B5EF4-FFF2-40B4-BE49-F238E27FC236}">
                  <a16:creationId xmlns:a16="http://schemas.microsoft.com/office/drawing/2014/main" id="{67099410-7D4C-40D6-B81F-A2BD57A82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3012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1059 h 3"/>
                <a:gd name="T4" fmla="*/ 0 w 2"/>
                <a:gd name="T5" fmla="*/ 397 h 3"/>
                <a:gd name="T6" fmla="*/ 313 w 2"/>
                <a:gd name="T7" fmla="*/ 0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2" name="Freeform 822">
              <a:extLst>
                <a:ext uri="{FF2B5EF4-FFF2-40B4-BE49-F238E27FC236}">
                  <a16:creationId xmlns:a16="http://schemas.microsoft.com/office/drawing/2014/main" id="{F5C45056-3E51-40C0-B4C9-726E1F214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2996"/>
              <a:ext cx="18" cy="19"/>
            </a:xfrm>
            <a:custGeom>
              <a:avLst/>
              <a:gdLst>
                <a:gd name="T0" fmla="*/ 1700 w 7"/>
                <a:gd name="T1" fmla="*/ 1620 h 7"/>
                <a:gd name="T2" fmla="*/ 563 w 7"/>
                <a:gd name="T3" fmla="*/ 2342 h 7"/>
                <a:gd name="T4" fmla="*/ 0 w 7"/>
                <a:gd name="T5" fmla="*/ 760 h 7"/>
                <a:gd name="T6" fmla="*/ 1137 w 7"/>
                <a:gd name="T7" fmla="*/ 0 h 7"/>
                <a:gd name="T8" fmla="*/ 1700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63" name="Freeform 823">
              <a:extLst>
                <a:ext uri="{FF2B5EF4-FFF2-40B4-BE49-F238E27FC236}">
                  <a16:creationId xmlns:a16="http://schemas.microsoft.com/office/drawing/2014/main" id="{4E648E03-27C9-4090-B932-1BBAC5B0B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999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661 h 3"/>
                <a:gd name="T4" fmla="*/ 0 w 2"/>
                <a:gd name="T5" fmla="*/ 397 h 3"/>
                <a:gd name="T6" fmla="*/ 520 w 2"/>
                <a:gd name="T7" fmla="*/ 0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2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4" name="Freeform 824">
              <a:extLst>
                <a:ext uri="{FF2B5EF4-FFF2-40B4-BE49-F238E27FC236}">
                  <a16:creationId xmlns:a16="http://schemas.microsoft.com/office/drawing/2014/main" id="{052834FF-EF08-4E02-A9C5-0448BD34F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980"/>
              <a:ext cx="18" cy="21"/>
            </a:xfrm>
            <a:custGeom>
              <a:avLst/>
              <a:gdLst>
                <a:gd name="T0" fmla="*/ 1700 w 7"/>
                <a:gd name="T1" fmla="*/ 1612 h 8"/>
                <a:gd name="T2" fmla="*/ 563 w 7"/>
                <a:gd name="T3" fmla="*/ 2226 h 8"/>
                <a:gd name="T4" fmla="*/ 0 w 7"/>
                <a:gd name="T5" fmla="*/ 992 h 8"/>
                <a:gd name="T6" fmla="*/ 1137 w 7"/>
                <a:gd name="T7" fmla="*/ 378 h 8"/>
                <a:gd name="T8" fmla="*/ 1700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5"/>
                  </a:move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65" name="Freeform 825">
              <a:extLst>
                <a:ext uri="{FF2B5EF4-FFF2-40B4-BE49-F238E27FC236}">
                  <a16:creationId xmlns:a16="http://schemas.microsoft.com/office/drawing/2014/main" id="{25EB4602-D8D4-4986-BA3D-D413EF17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985"/>
              <a:ext cx="5" cy="6"/>
            </a:xfrm>
            <a:custGeom>
              <a:avLst/>
              <a:gdLst>
                <a:gd name="T0" fmla="*/ 520 w 2"/>
                <a:gd name="T1" fmla="*/ 729 h 2"/>
                <a:gd name="T2" fmla="*/ 313 w 2"/>
                <a:gd name="T3" fmla="*/ 1458 h 2"/>
                <a:gd name="T4" fmla="*/ 0 w 2"/>
                <a:gd name="T5" fmla="*/ 729 h 2"/>
                <a:gd name="T6" fmla="*/ 520 w 2"/>
                <a:gd name="T7" fmla="*/ 0 h 2"/>
                <a:gd name="T8" fmla="*/ 52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6" name="Freeform 826">
              <a:extLst>
                <a:ext uri="{FF2B5EF4-FFF2-40B4-BE49-F238E27FC236}">
                  <a16:creationId xmlns:a16="http://schemas.microsoft.com/office/drawing/2014/main" id="{A4354B59-8EAA-4F2C-8730-F6AF2FF8A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967"/>
              <a:ext cx="18" cy="18"/>
            </a:xfrm>
            <a:custGeom>
              <a:avLst/>
              <a:gdLst>
                <a:gd name="T0" fmla="*/ 2003 w 7"/>
                <a:gd name="T1" fmla="*/ 1137 h 7"/>
                <a:gd name="T2" fmla="*/ 918 w 7"/>
                <a:gd name="T3" fmla="*/ 2003 h 7"/>
                <a:gd name="T4" fmla="*/ 357 w 7"/>
                <a:gd name="T5" fmla="*/ 918 h 7"/>
                <a:gd name="T6" fmla="*/ 1448 w 7"/>
                <a:gd name="T7" fmla="*/ 0 h 7"/>
                <a:gd name="T8" fmla="*/ 2003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3"/>
                    <a:pt x="7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67" name="Freeform 827">
              <a:extLst>
                <a:ext uri="{FF2B5EF4-FFF2-40B4-BE49-F238E27FC236}">
                  <a16:creationId xmlns:a16="http://schemas.microsoft.com/office/drawing/2014/main" id="{191B134F-EA3A-4D9F-B003-0D13F1212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972"/>
              <a:ext cx="8" cy="5"/>
            </a:xfrm>
            <a:custGeom>
              <a:avLst/>
              <a:gdLst>
                <a:gd name="T0" fmla="*/ 1059 w 3"/>
                <a:gd name="T1" fmla="*/ 313 h 2"/>
                <a:gd name="T2" fmla="*/ 397 w 3"/>
                <a:gd name="T3" fmla="*/ 520 h 2"/>
                <a:gd name="T4" fmla="*/ 0 w 3"/>
                <a:gd name="T5" fmla="*/ 0 h 2"/>
                <a:gd name="T6" fmla="*/ 661 w 3"/>
                <a:gd name="T7" fmla="*/ 0 h 2"/>
                <a:gd name="T8" fmla="*/ 1059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8" name="Freeform 828">
              <a:extLst>
                <a:ext uri="{FF2B5EF4-FFF2-40B4-BE49-F238E27FC236}">
                  <a16:creationId xmlns:a16="http://schemas.microsoft.com/office/drawing/2014/main" id="{7E8FBF85-679E-429A-A0C5-211CD226C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951"/>
              <a:ext cx="20" cy="18"/>
            </a:xfrm>
            <a:custGeom>
              <a:avLst/>
              <a:gdLst>
                <a:gd name="T0" fmla="*/ 1770 w 8"/>
                <a:gd name="T1" fmla="*/ 1448 h 7"/>
                <a:gd name="T2" fmla="*/ 783 w 8"/>
                <a:gd name="T3" fmla="*/ 2003 h 7"/>
                <a:gd name="T4" fmla="*/ 313 w 8"/>
                <a:gd name="T5" fmla="*/ 918 h 7"/>
                <a:gd name="T6" fmla="*/ 1300 w 8"/>
                <a:gd name="T7" fmla="*/ 357 h 7"/>
                <a:gd name="T8" fmla="*/ 1770 w 8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7" y="7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7" y="1"/>
                    <a:pt x="8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69" name="Freeform 829">
              <a:extLst>
                <a:ext uri="{FF2B5EF4-FFF2-40B4-BE49-F238E27FC236}">
                  <a16:creationId xmlns:a16="http://schemas.microsoft.com/office/drawing/2014/main" id="{33142F02-D93C-4CAC-B18C-A09E5B156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956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313 w 2"/>
                <a:gd name="T3" fmla="*/ 520 h 2"/>
                <a:gd name="T4" fmla="*/ 0 w 2"/>
                <a:gd name="T5" fmla="*/ 313 h 2"/>
                <a:gd name="T6" fmla="*/ 313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0" name="Freeform 830">
              <a:extLst>
                <a:ext uri="{FF2B5EF4-FFF2-40B4-BE49-F238E27FC236}">
                  <a16:creationId xmlns:a16="http://schemas.microsoft.com/office/drawing/2014/main" id="{A63FABD0-3EEF-468A-AE78-84A6BBFB1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935"/>
              <a:ext cx="17" cy="21"/>
            </a:xfrm>
            <a:custGeom>
              <a:avLst/>
              <a:gdLst>
                <a:gd name="T0" fmla="*/ 1433 w 7"/>
                <a:gd name="T1" fmla="*/ 1992 h 8"/>
                <a:gd name="T2" fmla="*/ 413 w 7"/>
                <a:gd name="T3" fmla="*/ 2226 h 8"/>
                <a:gd name="T4" fmla="*/ 170 w 7"/>
                <a:gd name="T5" fmla="*/ 992 h 8"/>
                <a:gd name="T6" fmla="*/ 1003 w 7"/>
                <a:gd name="T7" fmla="*/ 378 h 8"/>
                <a:gd name="T8" fmla="*/ 1433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6"/>
                  </a:move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7" y="2"/>
                    <a:pt x="7" y="4"/>
                    <a:pt x="7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71" name="Freeform 831">
              <a:extLst>
                <a:ext uri="{FF2B5EF4-FFF2-40B4-BE49-F238E27FC236}">
                  <a16:creationId xmlns:a16="http://schemas.microsoft.com/office/drawing/2014/main" id="{435992CC-D9D2-4BAC-A1C0-31F8EFA12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940"/>
              <a:ext cx="7" cy="8"/>
            </a:xfrm>
            <a:custGeom>
              <a:avLst/>
              <a:gdLst>
                <a:gd name="T0" fmla="*/ 355 w 3"/>
                <a:gd name="T1" fmla="*/ 661 h 3"/>
                <a:gd name="T2" fmla="*/ 152 w 3"/>
                <a:gd name="T3" fmla="*/ 661 h 3"/>
                <a:gd name="T4" fmla="*/ 0 w 3"/>
                <a:gd name="T5" fmla="*/ 397 h 3"/>
                <a:gd name="T6" fmla="*/ 355 w 3"/>
                <a:gd name="T7" fmla="*/ 0 h 3"/>
                <a:gd name="T8" fmla="*/ 355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2" name="Freeform 832">
              <a:extLst>
                <a:ext uri="{FF2B5EF4-FFF2-40B4-BE49-F238E27FC236}">
                  <a16:creationId xmlns:a16="http://schemas.microsoft.com/office/drawing/2014/main" id="{5599A28D-8A95-4A8D-B700-37F072EA0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921"/>
              <a:ext cx="20" cy="19"/>
            </a:xfrm>
            <a:custGeom>
              <a:avLst/>
              <a:gdLst>
                <a:gd name="T0" fmla="*/ 1770 w 8"/>
                <a:gd name="T1" fmla="*/ 2063 h 7"/>
                <a:gd name="T2" fmla="*/ 783 w 8"/>
                <a:gd name="T3" fmla="*/ 2823 h 7"/>
                <a:gd name="T4" fmla="*/ 313 w 8"/>
                <a:gd name="T5" fmla="*/ 760 h 7"/>
                <a:gd name="T6" fmla="*/ 1300 w 8"/>
                <a:gd name="T7" fmla="*/ 442 h 7"/>
                <a:gd name="T8" fmla="*/ 1770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73" name="Freeform 833">
              <a:extLst>
                <a:ext uri="{FF2B5EF4-FFF2-40B4-BE49-F238E27FC236}">
                  <a16:creationId xmlns:a16="http://schemas.microsoft.com/office/drawing/2014/main" id="{DD9E3A75-F904-4F43-AF7E-A1FA770E6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927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0 w 2"/>
                <a:gd name="T3" fmla="*/ 520 h 2"/>
                <a:gd name="T4" fmla="*/ 0 w 2"/>
                <a:gd name="T5" fmla="*/ 0 h 2"/>
                <a:gd name="T6" fmla="*/ 313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4" name="Freeform 834">
              <a:extLst>
                <a:ext uri="{FF2B5EF4-FFF2-40B4-BE49-F238E27FC236}">
                  <a16:creationId xmlns:a16="http://schemas.microsoft.com/office/drawing/2014/main" id="{79A80B78-D79E-4BAB-A9A8-C9E5CB82F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905"/>
              <a:ext cx="20" cy="22"/>
            </a:xfrm>
            <a:custGeom>
              <a:avLst/>
              <a:gdLst>
                <a:gd name="T0" fmla="*/ 1770 w 8"/>
                <a:gd name="T1" fmla="*/ 2225 h 8"/>
                <a:gd name="T2" fmla="*/ 783 w 8"/>
                <a:gd name="T3" fmla="*/ 2973 h 8"/>
                <a:gd name="T4" fmla="*/ 313 w 8"/>
                <a:gd name="T5" fmla="*/ 1271 h 8"/>
                <a:gd name="T6" fmla="*/ 1300 w 8"/>
                <a:gd name="T7" fmla="*/ 462 h 8"/>
                <a:gd name="T8" fmla="*/ 1770 w 8"/>
                <a:gd name="T9" fmla="*/ 22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5"/>
                  </a:moveTo>
                  <a:cubicBezTo>
                    <a:pt x="6" y="7"/>
                    <a:pt x="4" y="8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75" name="Freeform 835">
              <a:extLst>
                <a:ext uri="{FF2B5EF4-FFF2-40B4-BE49-F238E27FC236}">
                  <a16:creationId xmlns:a16="http://schemas.microsoft.com/office/drawing/2014/main" id="{666EF662-E185-4E89-9301-4B979068B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911"/>
              <a:ext cx="8" cy="8"/>
            </a:xfrm>
            <a:custGeom>
              <a:avLst/>
              <a:gdLst>
                <a:gd name="T0" fmla="*/ 1059 w 3"/>
                <a:gd name="T1" fmla="*/ 661 h 3"/>
                <a:gd name="T2" fmla="*/ 397 w 3"/>
                <a:gd name="T3" fmla="*/ 661 h 3"/>
                <a:gd name="T4" fmla="*/ 397 w 3"/>
                <a:gd name="T5" fmla="*/ 397 h 3"/>
                <a:gd name="T6" fmla="*/ 661 w 3"/>
                <a:gd name="T7" fmla="*/ 0 h 3"/>
                <a:gd name="T8" fmla="*/ 1059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6" name="Freeform 836">
              <a:extLst>
                <a:ext uri="{FF2B5EF4-FFF2-40B4-BE49-F238E27FC236}">
                  <a16:creationId xmlns:a16="http://schemas.microsoft.com/office/drawing/2014/main" id="{8445930F-1D72-402A-87D7-4F386E9EB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892"/>
              <a:ext cx="17" cy="19"/>
            </a:xfrm>
            <a:custGeom>
              <a:avLst/>
              <a:gdLst>
                <a:gd name="T0" fmla="*/ 1433 w 7"/>
                <a:gd name="T1" fmla="*/ 2063 h 7"/>
                <a:gd name="T2" fmla="*/ 413 w 7"/>
                <a:gd name="T3" fmla="*/ 2342 h 7"/>
                <a:gd name="T4" fmla="*/ 170 w 7"/>
                <a:gd name="T5" fmla="*/ 760 h 7"/>
                <a:gd name="T6" fmla="*/ 1003 w 7"/>
                <a:gd name="T7" fmla="*/ 0 h 7"/>
                <a:gd name="T8" fmla="*/ 143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77" name="Freeform 837">
              <a:extLst>
                <a:ext uri="{FF2B5EF4-FFF2-40B4-BE49-F238E27FC236}">
                  <a16:creationId xmlns:a16="http://schemas.microsoft.com/office/drawing/2014/main" id="{D975B4C9-2F49-4776-BA53-9566DA795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895"/>
              <a:ext cx="7" cy="8"/>
            </a:xfrm>
            <a:custGeom>
              <a:avLst/>
              <a:gdLst>
                <a:gd name="T0" fmla="*/ 355 w 3"/>
                <a:gd name="T1" fmla="*/ 661 h 3"/>
                <a:gd name="T2" fmla="*/ 152 w 3"/>
                <a:gd name="T3" fmla="*/ 1059 h 3"/>
                <a:gd name="T4" fmla="*/ 0 w 3"/>
                <a:gd name="T5" fmla="*/ 397 h 3"/>
                <a:gd name="T6" fmla="*/ 355 w 3"/>
                <a:gd name="T7" fmla="*/ 397 h 3"/>
                <a:gd name="T8" fmla="*/ 355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8" name="Freeform 838">
              <a:extLst>
                <a:ext uri="{FF2B5EF4-FFF2-40B4-BE49-F238E27FC236}">
                  <a16:creationId xmlns:a16="http://schemas.microsoft.com/office/drawing/2014/main" id="{2994AD37-ABC9-4325-946F-E0160940B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876"/>
              <a:ext cx="18" cy="19"/>
            </a:xfrm>
            <a:custGeom>
              <a:avLst/>
              <a:gdLst>
                <a:gd name="T0" fmla="*/ 2003 w 7"/>
                <a:gd name="T1" fmla="*/ 2063 h 7"/>
                <a:gd name="T2" fmla="*/ 563 w 7"/>
                <a:gd name="T3" fmla="*/ 2342 h 7"/>
                <a:gd name="T4" fmla="*/ 357 w 7"/>
                <a:gd name="T5" fmla="*/ 760 h 7"/>
                <a:gd name="T6" fmla="*/ 1448 w 7"/>
                <a:gd name="T7" fmla="*/ 0 h 7"/>
                <a:gd name="T8" fmla="*/ 200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79" name="Freeform 839">
              <a:extLst>
                <a:ext uri="{FF2B5EF4-FFF2-40B4-BE49-F238E27FC236}">
                  <a16:creationId xmlns:a16="http://schemas.microsoft.com/office/drawing/2014/main" id="{9C258400-6389-4B0A-A077-6C8FECE09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879"/>
              <a:ext cx="8" cy="8"/>
            </a:xfrm>
            <a:custGeom>
              <a:avLst/>
              <a:gdLst>
                <a:gd name="T0" fmla="*/ 1059 w 3"/>
                <a:gd name="T1" fmla="*/ 661 h 3"/>
                <a:gd name="T2" fmla="*/ 397 w 3"/>
                <a:gd name="T3" fmla="*/ 1059 h 3"/>
                <a:gd name="T4" fmla="*/ 397 w 3"/>
                <a:gd name="T5" fmla="*/ 397 h 3"/>
                <a:gd name="T6" fmla="*/ 661 w 3"/>
                <a:gd name="T7" fmla="*/ 397 h 3"/>
                <a:gd name="T8" fmla="*/ 1059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0" name="Freeform 840">
              <a:extLst>
                <a:ext uri="{FF2B5EF4-FFF2-40B4-BE49-F238E27FC236}">
                  <a16:creationId xmlns:a16="http://schemas.microsoft.com/office/drawing/2014/main" id="{D5F9EFEF-043D-4757-B4D5-85D78C3FA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860"/>
              <a:ext cx="20" cy="19"/>
            </a:xfrm>
            <a:custGeom>
              <a:avLst/>
              <a:gdLst>
                <a:gd name="T0" fmla="*/ 1770 w 8"/>
                <a:gd name="T1" fmla="*/ 2063 h 7"/>
                <a:gd name="T2" fmla="*/ 783 w 8"/>
                <a:gd name="T3" fmla="*/ 2342 h 7"/>
                <a:gd name="T4" fmla="*/ 313 w 8"/>
                <a:gd name="T5" fmla="*/ 760 h 7"/>
                <a:gd name="T6" fmla="*/ 1300 w 8"/>
                <a:gd name="T7" fmla="*/ 0 h 7"/>
                <a:gd name="T8" fmla="*/ 1770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8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81" name="Freeform 841">
              <a:extLst>
                <a:ext uri="{FF2B5EF4-FFF2-40B4-BE49-F238E27FC236}">
                  <a16:creationId xmlns:a16="http://schemas.microsoft.com/office/drawing/2014/main" id="{4089CA88-CCF6-4896-B899-20A8B1FBF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863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1059 h 3"/>
                <a:gd name="T4" fmla="*/ 0 w 2"/>
                <a:gd name="T5" fmla="*/ 397 h 3"/>
                <a:gd name="T6" fmla="*/ 313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2" name="Freeform 842">
              <a:extLst>
                <a:ext uri="{FF2B5EF4-FFF2-40B4-BE49-F238E27FC236}">
                  <a16:creationId xmlns:a16="http://schemas.microsoft.com/office/drawing/2014/main" id="{E4849DFE-5A2D-499E-ABCA-4A05C36A4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844"/>
              <a:ext cx="17" cy="19"/>
            </a:xfrm>
            <a:custGeom>
              <a:avLst/>
              <a:gdLst>
                <a:gd name="T0" fmla="*/ 1243 w 7"/>
                <a:gd name="T1" fmla="*/ 2063 h 7"/>
                <a:gd name="T2" fmla="*/ 413 w 7"/>
                <a:gd name="T3" fmla="*/ 2342 h 7"/>
                <a:gd name="T4" fmla="*/ 0 w 7"/>
                <a:gd name="T5" fmla="*/ 760 h 7"/>
                <a:gd name="T6" fmla="*/ 1003 w 7"/>
                <a:gd name="T7" fmla="*/ 0 h 7"/>
                <a:gd name="T8" fmla="*/ 124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83" name="Freeform 843">
              <a:extLst>
                <a:ext uri="{FF2B5EF4-FFF2-40B4-BE49-F238E27FC236}">
                  <a16:creationId xmlns:a16="http://schemas.microsoft.com/office/drawing/2014/main" id="{55CA8848-D15B-4D0A-AA2B-FD69399F3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847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1059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4" name="Freeform 844">
              <a:extLst>
                <a:ext uri="{FF2B5EF4-FFF2-40B4-BE49-F238E27FC236}">
                  <a16:creationId xmlns:a16="http://schemas.microsoft.com/office/drawing/2014/main" id="{0AD1224B-824D-4AAD-A539-E39A68A47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828"/>
              <a:ext cx="18" cy="19"/>
            </a:xfrm>
            <a:custGeom>
              <a:avLst/>
              <a:gdLst>
                <a:gd name="T0" fmla="*/ 1700 w 7"/>
                <a:gd name="T1" fmla="*/ 2063 h 7"/>
                <a:gd name="T2" fmla="*/ 563 w 7"/>
                <a:gd name="T3" fmla="*/ 2342 h 7"/>
                <a:gd name="T4" fmla="*/ 357 w 7"/>
                <a:gd name="T5" fmla="*/ 760 h 7"/>
                <a:gd name="T6" fmla="*/ 1448 w 7"/>
                <a:gd name="T7" fmla="*/ 442 h 7"/>
                <a:gd name="T8" fmla="*/ 170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85" name="Freeform 845">
              <a:extLst>
                <a:ext uri="{FF2B5EF4-FFF2-40B4-BE49-F238E27FC236}">
                  <a16:creationId xmlns:a16="http://schemas.microsoft.com/office/drawing/2014/main" id="{1B0F833F-5A05-4A89-B4F9-A678FE505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831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1059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6" name="Freeform 846">
              <a:extLst>
                <a:ext uri="{FF2B5EF4-FFF2-40B4-BE49-F238E27FC236}">
                  <a16:creationId xmlns:a16="http://schemas.microsoft.com/office/drawing/2014/main" id="{173157D2-5E3F-476C-A715-7B3ED509D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812"/>
              <a:ext cx="20" cy="19"/>
            </a:xfrm>
            <a:custGeom>
              <a:avLst/>
              <a:gdLst>
                <a:gd name="T0" fmla="*/ 1770 w 8"/>
                <a:gd name="T1" fmla="*/ 2063 h 7"/>
                <a:gd name="T2" fmla="*/ 520 w 8"/>
                <a:gd name="T3" fmla="*/ 2342 h 7"/>
                <a:gd name="T4" fmla="*/ 313 w 8"/>
                <a:gd name="T5" fmla="*/ 760 h 7"/>
                <a:gd name="T6" fmla="*/ 1488 w 8"/>
                <a:gd name="T7" fmla="*/ 442 h 7"/>
                <a:gd name="T8" fmla="*/ 1770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1"/>
                    <a:pt x="8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87" name="Freeform 847">
              <a:extLst>
                <a:ext uri="{FF2B5EF4-FFF2-40B4-BE49-F238E27FC236}">
                  <a16:creationId xmlns:a16="http://schemas.microsoft.com/office/drawing/2014/main" id="{3C8ACDFE-D014-4CB4-A831-67C94DCEE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815"/>
              <a:ext cx="7" cy="8"/>
            </a:xfrm>
            <a:custGeom>
              <a:avLst/>
              <a:gdLst>
                <a:gd name="T0" fmla="*/ 355 w 3"/>
                <a:gd name="T1" fmla="*/ 661 h 3"/>
                <a:gd name="T2" fmla="*/ 152 w 3"/>
                <a:gd name="T3" fmla="*/ 1059 h 3"/>
                <a:gd name="T4" fmla="*/ 152 w 3"/>
                <a:gd name="T5" fmla="*/ 397 h 3"/>
                <a:gd name="T6" fmla="*/ 355 w 3"/>
                <a:gd name="T7" fmla="*/ 397 h 3"/>
                <a:gd name="T8" fmla="*/ 355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8" name="Freeform 848">
              <a:extLst>
                <a:ext uri="{FF2B5EF4-FFF2-40B4-BE49-F238E27FC236}">
                  <a16:creationId xmlns:a16="http://schemas.microsoft.com/office/drawing/2014/main" id="{AA112636-A234-4377-AD4A-1CEF1FC17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796"/>
              <a:ext cx="17" cy="19"/>
            </a:xfrm>
            <a:custGeom>
              <a:avLst/>
              <a:gdLst>
                <a:gd name="T0" fmla="*/ 1243 w 7"/>
                <a:gd name="T1" fmla="*/ 2063 h 7"/>
                <a:gd name="T2" fmla="*/ 413 w 7"/>
                <a:gd name="T3" fmla="*/ 2342 h 7"/>
                <a:gd name="T4" fmla="*/ 170 w 7"/>
                <a:gd name="T5" fmla="*/ 760 h 7"/>
                <a:gd name="T6" fmla="*/ 1003 w 7"/>
                <a:gd name="T7" fmla="*/ 442 h 7"/>
                <a:gd name="T8" fmla="*/ 124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89" name="Freeform 849">
              <a:extLst>
                <a:ext uri="{FF2B5EF4-FFF2-40B4-BE49-F238E27FC236}">
                  <a16:creationId xmlns:a16="http://schemas.microsoft.com/office/drawing/2014/main" id="{062F2974-EE2B-4254-8B6F-FAF581AAB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799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1059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0" name="Freeform 850">
              <a:extLst>
                <a:ext uri="{FF2B5EF4-FFF2-40B4-BE49-F238E27FC236}">
                  <a16:creationId xmlns:a16="http://schemas.microsoft.com/office/drawing/2014/main" id="{945088C6-14BB-4751-B97C-D96358025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780"/>
              <a:ext cx="18" cy="19"/>
            </a:xfrm>
            <a:custGeom>
              <a:avLst/>
              <a:gdLst>
                <a:gd name="T0" fmla="*/ 1700 w 7"/>
                <a:gd name="T1" fmla="*/ 2063 h 7"/>
                <a:gd name="T2" fmla="*/ 563 w 7"/>
                <a:gd name="T3" fmla="*/ 2342 h 7"/>
                <a:gd name="T4" fmla="*/ 357 w 7"/>
                <a:gd name="T5" fmla="*/ 760 h 7"/>
                <a:gd name="T6" fmla="*/ 1448 w 7"/>
                <a:gd name="T7" fmla="*/ 442 h 7"/>
                <a:gd name="T8" fmla="*/ 170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91" name="Freeform 851">
              <a:extLst>
                <a:ext uri="{FF2B5EF4-FFF2-40B4-BE49-F238E27FC236}">
                  <a16:creationId xmlns:a16="http://schemas.microsoft.com/office/drawing/2014/main" id="{B8A14201-ADCA-4064-B74E-DF02DECCA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783"/>
              <a:ext cx="8" cy="8"/>
            </a:xfrm>
            <a:custGeom>
              <a:avLst/>
              <a:gdLst>
                <a:gd name="T0" fmla="*/ 661 w 3"/>
                <a:gd name="T1" fmla="*/ 661 h 3"/>
                <a:gd name="T2" fmla="*/ 397 w 3"/>
                <a:gd name="T3" fmla="*/ 1059 h 3"/>
                <a:gd name="T4" fmla="*/ 0 w 3"/>
                <a:gd name="T5" fmla="*/ 397 h 3"/>
                <a:gd name="T6" fmla="*/ 661 w 3"/>
                <a:gd name="T7" fmla="*/ 397 h 3"/>
                <a:gd name="T8" fmla="*/ 661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2" name="Freeform 852">
              <a:extLst>
                <a:ext uri="{FF2B5EF4-FFF2-40B4-BE49-F238E27FC236}">
                  <a16:creationId xmlns:a16="http://schemas.microsoft.com/office/drawing/2014/main" id="{7185E848-980D-4BDE-9BA9-5BF2AF528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761"/>
              <a:ext cx="18" cy="22"/>
            </a:xfrm>
            <a:custGeom>
              <a:avLst/>
              <a:gdLst>
                <a:gd name="T0" fmla="*/ 1700 w 7"/>
                <a:gd name="T1" fmla="*/ 2684 h 8"/>
                <a:gd name="T2" fmla="*/ 563 w 7"/>
                <a:gd name="T3" fmla="*/ 2973 h 8"/>
                <a:gd name="T4" fmla="*/ 357 w 7"/>
                <a:gd name="T5" fmla="*/ 976 h 8"/>
                <a:gd name="T6" fmla="*/ 1448 w 7"/>
                <a:gd name="T7" fmla="*/ 462 h 8"/>
                <a:gd name="T8" fmla="*/ 1700 w 7"/>
                <a:gd name="T9" fmla="*/ 268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93" name="Freeform 853">
              <a:extLst>
                <a:ext uri="{FF2B5EF4-FFF2-40B4-BE49-F238E27FC236}">
                  <a16:creationId xmlns:a16="http://schemas.microsoft.com/office/drawing/2014/main" id="{E167F06E-6265-4E6A-8216-118D54B4D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767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4" name="Freeform 854">
              <a:extLst>
                <a:ext uri="{FF2B5EF4-FFF2-40B4-BE49-F238E27FC236}">
                  <a16:creationId xmlns:a16="http://schemas.microsoft.com/office/drawing/2014/main" id="{0B67ADC4-89BB-4F99-B55D-B8560E43B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745"/>
              <a:ext cx="18" cy="19"/>
            </a:xfrm>
            <a:custGeom>
              <a:avLst/>
              <a:gdLst>
                <a:gd name="T0" fmla="*/ 1700 w 7"/>
                <a:gd name="T1" fmla="*/ 2063 h 7"/>
                <a:gd name="T2" fmla="*/ 563 w 7"/>
                <a:gd name="T3" fmla="*/ 2342 h 7"/>
                <a:gd name="T4" fmla="*/ 357 w 7"/>
                <a:gd name="T5" fmla="*/ 760 h 7"/>
                <a:gd name="T6" fmla="*/ 1448 w 7"/>
                <a:gd name="T7" fmla="*/ 442 h 7"/>
                <a:gd name="T8" fmla="*/ 170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95" name="Freeform 855">
              <a:extLst>
                <a:ext uri="{FF2B5EF4-FFF2-40B4-BE49-F238E27FC236}">
                  <a16:creationId xmlns:a16="http://schemas.microsoft.com/office/drawing/2014/main" id="{43E7BB69-FA1C-4458-9D7A-F7D3CAAF7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751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6" name="Freeform 856">
              <a:extLst>
                <a:ext uri="{FF2B5EF4-FFF2-40B4-BE49-F238E27FC236}">
                  <a16:creationId xmlns:a16="http://schemas.microsoft.com/office/drawing/2014/main" id="{2C95BCB2-5171-4E4B-906D-37A3D396E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729"/>
              <a:ext cx="18" cy="19"/>
            </a:xfrm>
            <a:custGeom>
              <a:avLst/>
              <a:gdLst>
                <a:gd name="T0" fmla="*/ 1700 w 7"/>
                <a:gd name="T1" fmla="*/ 2342 h 7"/>
                <a:gd name="T2" fmla="*/ 357 w 7"/>
                <a:gd name="T3" fmla="*/ 2342 h 7"/>
                <a:gd name="T4" fmla="*/ 357 w 7"/>
                <a:gd name="T5" fmla="*/ 760 h 7"/>
                <a:gd name="T6" fmla="*/ 1448 w 7"/>
                <a:gd name="T7" fmla="*/ 442 h 7"/>
                <a:gd name="T8" fmla="*/ 170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97" name="Freeform 857">
              <a:extLst>
                <a:ext uri="{FF2B5EF4-FFF2-40B4-BE49-F238E27FC236}">
                  <a16:creationId xmlns:a16="http://schemas.microsoft.com/office/drawing/2014/main" id="{2001EF76-E513-4DDF-ACAC-FBA963CBC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735"/>
              <a:ext cx="7" cy="5"/>
            </a:xfrm>
            <a:custGeom>
              <a:avLst/>
              <a:gdLst>
                <a:gd name="T0" fmla="*/ 469 w 3"/>
                <a:gd name="T1" fmla="*/ 520 h 2"/>
                <a:gd name="T2" fmla="*/ 152 w 3"/>
                <a:gd name="T3" fmla="*/ 520 h 2"/>
                <a:gd name="T4" fmla="*/ 152 w 3"/>
                <a:gd name="T5" fmla="*/ 0 h 2"/>
                <a:gd name="T6" fmla="*/ 355 w 3"/>
                <a:gd name="T7" fmla="*/ 0 h 2"/>
                <a:gd name="T8" fmla="*/ 469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8" name="Freeform 858">
              <a:extLst>
                <a:ext uri="{FF2B5EF4-FFF2-40B4-BE49-F238E27FC236}">
                  <a16:creationId xmlns:a16="http://schemas.microsoft.com/office/drawing/2014/main" id="{4CBB917D-B6B5-4B34-920F-A1C69B25C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713"/>
              <a:ext cx="20" cy="19"/>
            </a:xfrm>
            <a:custGeom>
              <a:avLst/>
              <a:gdLst>
                <a:gd name="T0" fmla="*/ 1488 w 8"/>
                <a:gd name="T1" fmla="*/ 2342 h 7"/>
                <a:gd name="T2" fmla="*/ 520 w 8"/>
                <a:gd name="T3" fmla="*/ 2342 h 7"/>
                <a:gd name="T4" fmla="*/ 520 w 8"/>
                <a:gd name="T5" fmla="*/ 442 h 7"/>
                <a:gd name="T6" fmla="*/ 1488 w 8"/>
                <a:gd name="T7" fmla="*/ 442 h 7"/>
                <a:gd name="T8" fmla="*/ 1488 w 8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6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8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99" name="Freeform 859">
              <a:extLst>
                <a:ext uri="{FF2B5EF4-FFF2-40B4-BE49-F238E27FC236}">
                  <a16:creationId xmlns:a16="http://schemas.microsoft.com/office/drawing/2014/main" id="{BD757239-19A7-4564-8021-7BB533ED4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719"/>
              <a:ext cx="7" cy="5"/>
            </a:xfrm>
            <a:custGeom>
              <a:avLst/>
              <a:gdLst>
                <a:gd name="T0" fmla="*/ 355 w 3"/>
                <a:gd name="T1" fmla="*/ 313 h 2"/>
                <a:gd name="T2" fmla="*/ 152 w 3"/>
                <a:gd name="T3" fmla="*/ 520 h 2"/>
                <a:gd name="T4" fmla="*/ 152 w 3"/>
                <a:gd name="T5" fmla="*/ 0 h 2"/>
                <a:gd name="T6" fmla="*/ 355 w 3"/>
                <a:gd name="T7" fmla="*/ 0 h 2"/>
                <a:gd name="T8" fmla="*/ 355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0" name="Freeform 860">
              <a:extLst>
                <a:ext uri="{FF2B5EF4-FFF2-40B4-BE49-F238E27FC236}">
                  <a16:creationId xmlns:a16="http://schemas.microsoft.com/office/drawing/2014/main" id="{C50DB2EC-E0E5-4E53-B918-071DEB40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697"/>
              <a:ext cx="18" cy="19"/>
            </a:xfrm>
            <a:custGeom>
              <a:avLst/>
              <a:gdLst>
                <a:gd name="T0" fmla="*/ 1700 w 7"/>
                <a:gd name="T1" fmla="*/ 2063 h 7"/>
                <a:gd name="T2" fmla="*/ 357 w 7"/>
                <a:gd name="T3" fmla="*/ 2342 h 7"/>
                <a:gd name="T4" fmla="*/ 357 w 7"/>
                <a:gd name="T5" fmla="*/ 442 h 7"/>
                <a:gd name="T6" fmla="*/ 1448 w 7"/>
                <a:gd name="T7" fmla="*/ 442 h 7"/>
                <a:gd name="T8" fmla="*/ 170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01" name="Freeform 861">
              <a:extLst>
                <a:ext uri="{FF2B5EF4-FFF2-40B4-BE49-F238E27FC236}">
                  <a16:creationId xmlns:a16="http://schemas.microsoft.com/office/drawing/2014/main" id="{87ACB6AA-021F-4C58-A1BC-860B77154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700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2" name="Freeform 862">
              <a:extLst>
                <a:ext uri="{FF2B5EF4-FFF2-40B4-BE49-F238E27FC236}">
                  <a16:creationId xmlns:a16="http://schemas.microsoft.com/office/drawing/2014/main" id="{50F990DC-820C-4903-B99F-9E765073B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679"/>
              <a:ext cx="18" cy="21"/>
            </a:xfrm>
            <a:custGeom>
              <a:avLst/>
              <a:gdLst>
                <a:gd name="T0" fmla="*/ 1700 w 7"/>
                <a:gd name="T1" fmla="*/ 1992 h 8"/>
                <a:gd name="T2" fmla="*/ 563 w 7"/>
                <a:gd name="T3" fmla="*/ 1992 h 8"/>
                <a:gd name="T4" fmla="*/ 357 w 7"/>
                <a:gd name="T5" fmla="*/ 614 h 8"/>
                <a:gd name="T6" fmla="*/ 1700 w 7"/>
                <a:gd name="T7" fmla="*/ 378 h 8"/>
                <a:gd name="T8" fmla="*/ 1700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7"/>
                    <a:pt x="3" y="8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03" name="Freeform 863">
              <a:extLst>
                <a:ext uri="{FF2B5EF4-FFF2-40B4-BE49-F238E27FC236}">
                  <a16:creationId xmlns:a16="http://schemas.microsoft.com/office/drawing/2014/main" id="{C53ED74B-3D0C-4D96-8ACB-F389E5848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684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313 w 2"/>
                <a:gd name="T3" fmla="*/ 520 h 2"/>
                <a:gd name="T4" fmla="*/ 0 w 2"/>
                <a:gd name="T5" fmla="*/ 313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4" name="Freeform 864">
              <a:extLst>
                <a:ext uri="{FF2B5EF4-FFF2-40B4-BE49-F238E27FC236}">
                  <a16:creationId xmlns:a16="http://schemas.microsoft.com/office/drawing/2014/main" id="{3EBFDF39-1A42-43CD-937A-34C1A7463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663"/>
              <a:ext cx="17" cy="18"/>
            </a:xfrm>
            <a:custGeom>
              <a:avLst/>
              <a:gdLst>
                <a:gd name="T0" fmla="*/ 1243 w 7"/>
                <a:gd name="T1" fmla="*/ 1448 h 7"/>
                <a:gd name="T2" fmla="*/ 170 w 7"/>
                <a:gd name="T3" fmla="*/ 1700 h 7"/>
                <a:gd name="T4" fmla="*/ 170 w 7"/>
                <a:gd name="T5" fmla="*/ 357 h 7"/>
                <a:gd name="T6" fmla="*/ 1003 w 7"/>
                <a:gd name="T7" fmla="*/ 357 h 7"/>
                <a:gd name="T8" fmla="*/ 1243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05" name="Freeform 865">
              <a:extLst>
                <a:ext uri="{FF2B5EF4-FFF2-40B4-BE49-F238E27FC236}">
                  <a16:creationId xmlns:a16="http://schemas.microsoft.com/office/drawing/2014/main" id="{6D2B59FF-4717-4391-A58E-B28E5BCB6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668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6" name="Freeform 866">
              <a:extLst>
                <a:ext uri="{FF2B5EF4-FFF2-40B4-BE49-F238E27FC236}">
                  <a16:creationId xmlns:a16="http://schemas.microsoft.com/office/drawing/2014/main" id="{A94123EF-C09F-4C37-8AA4-8D36962BA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593"/>
              <a:ext cx="18" cy="19"/>
            </a:xfrm>
            <a:custGeom>
              <a:avLst/>
              <a:gdLst>
                <a:gd name="T0" fmla="*/ 1700 w 7"/>
                <a:gd name="T1" fmla="*/ 2342 h 7"/>
                <a:gd name="T2" fmla="*/ 357 w 7"/>
                <a:gd name="T3" fmla="*/ 2342 h 7"/>
                <a:gd name="T4" fmla="*/ 357 w 7"/>
                <a:gd name="T5" fmla="*/ 760 h 7"/>
                <a:gd name="T6" fmla="*/ 1448 w 7"/>
                <a:gd name="T7" fmla="*/ 442 h 7"/>
                <a:gd name="T8" fmla="*/ 170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07" name="Freeform 867">
              <a:extLst>
                <a:ext uri="{FF2B5EF4-FFF2-40B4-BE49-F238E27FC236}">
                  <a16:creationId xmlns:a16="http://schemas.microsoft.com/office/drawing/2014/main" id="{3CBC0D3D-0E67-4D93-B5F5-3FCEB3D49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599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8" name="Freeform 868">
              <a:extLst>
                <a:ext uri="{FF2B5EF4-FFF2-40B4-BE49-F238E27FC236}">
                  <a16:creationId xmlns:a16="http://schemas.microsoft.com/office/drawing/2014/main" id="{053F2C43-8BDC-4E3D-8348-20B2FDEA6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575"/>
              <a:ext cx="17" cy="21"/>
            </a:xfrm>
            <a:custGeom>
              <a:avLst/>
              <a:gdLst>
                <a:gd name="T0" fmla="*/ 1243 w 7"/>
                <a:gd name="T1" fmla="*/ 1992 h 8"/>
                <a:gd name="T2" fmla="*/ 413 w 7"/>
                <a:gd name="T3" fmla="*/ 2226 h 8"/>
                <a:gd name="T4" fmla="*/ 170 w 7"/>
                <a:gd name="T5" fmla="*/ 614 h 8"/>
                <a:gd name="T6" fmla="*/ 1243 w 7"/>
                <a:gd name="T7" fmla="*/ 614 h 8"/>
                <a:gd name="T8" fmla="*/ 1243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8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09" name="Freeform 869">
              <a:extLst>
                <a:ext uri="{FF2B5EF4-FFF2-40B4-BE49-F238E27FC236}">
                  <a16:creationId xmlns:a16="http://schemas.microsoft.com/office/drawing/2014/main" id="{B8DCA528-5BDB-471C-9E5B-0E94E28B7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580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0" name="Freeform 870">
              <a:extLst>
                <a:ext uri="{FF2B5EF4-FFF2-40B4-BE49-F238E27FC236}">
                  <a16:creationId xmlns:a16="http://schemas.microsoft.com/office/drawing/2014/main" id="{45097097-6897-4F8F-8721-53F0161C2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559"/>
              <a:ext cx="18" cy="18"/>
            </a:xfrm>
            <a:custGeom>
              <a:avLst/>
              <a:gdLst>
                <a:gd name="T0" fmla="*/ 1700 w 7"/>
                <a:gd name="T1" fmla="*/ 1700 h 7"/>
                <a:gd name="T2" fmla="*/ 357 w 7"/>
                <a:gd name="T3" fmla="*/ 1700 h 7"/>
                <a:gd name="T4" fmla="*/ 357 w 7"/>
                <a:gd name="T5" fmla="*/ 563 h 7"/>
                <a:gd name="T6" fmla="*/ 1448 w 7"/>
                <a:gd name="T7" fmla="*/ 357 h 7"/>
                <a:gd name="T8" fmla="*/ 170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11" name="Freeform 871">
              <a:extLst>
                <a:ext uri="{FF2B5EF4-FFF2-40B4-BE49-F238E27FC236}">
                  <a16:creationId xmlns:a16="http://schemas.microsoft.com/office/drawing/2014/main" id="{CDEBBD61-CC59-477A-8461-130074C8B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564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313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2" name="Freeform 872">
              <a:extLst>
                <a:ext uri="{FF2B5EF4-FFF2-40B4-BE49-F238E27FC236}">
                  <a16:creationId xmlns:a16="http://schemas.microsoft.com/office/drawing/2014/main" id="{B9B3217B-45B6-4C59-9775-04D220A91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540"/>
              <a:ext cx="20" cy="21"/>
            </a:xfrm>
            <a:custGeom>
              <a:avLst/>
              <a:gdLst>
                <a:gd name="T0" fmla="*/ 1488 w 8"/>
                <a:gd name="T1" fmla="*/ 1992 h 8"/>
                <a:gd name="T2" fmla="*/ 520 w 8"/>
                <a:gd name="T3" fmla="*/ 1992 h 8"/>
                <a:gd name="T4" fmla="*/ 520 w 8"/>
                <a:gd name="T5" fmla="*/ 614 h 8"/>
                <a:gd name="T6" fmla="*/ 1488 w 8"/>
                <a:gd name="T7" fmla="*/ 614 h 8"/>
                <a:gd name="T8" fmla="*/ 1488 w 8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6" y="6"/>
                  </a:moveTo>
                  <a:cubicBezTo>
                    <a:pt x="5" y="8"/>
                    <a:pt x="3" y="8"/>
                    <a:pt x="2" y="6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0"/>
                    <a:pt x="5" y="1"/>
                    <a:pt x="6" y="2"/>
                  </a:cubicBezTo>
                  <a:cubicBezTo>
                    <a:pt x="8" y="3"/>
                    <a:pt x="8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13" name="Freeform 873">
              <a:extLst>
                <a:ext uri="{FF2B5EF4-FFF2-40B4-BE49-F238E27FC236}">
                  <a16:creationId xmlns:a16="http://schemas.microsoft.com/office/drawing/2014/main" id="{8A0DE90A-1D42-4B2B-B393-807CC1FE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545"/>
              <a:ext cx="8" cy="8"/>
            </a:xfrm>
            <a:custGeom>
              <a:avLst/>
              <a:gdLst>
                <a:gd name="T0" fmla="*/ 661 w 3"/>
                <a:gd name="T1" fmla="*/ 661 h 3"/>
                <a:gd name="T2" fmla="*/ 397 w 3"/>
                <a:gd name="T3" fmla="*/ 661 h 3"/>
                <a:gd name="T4" fmla="*/ 397 w 3"/>
                <a:gd name="T5" fmla="*/ 397 h 3"/>
                <a:gd name="T6" fmla="*/ 661 w 3"/>
                <a:gd name="T7" fmla="*/ 397 h 3"/>
                <a:gd name="T8" fmla="*/ 661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4" name="Freeform 874">
              <a:extLst>
                <a:ext uri="{FF2B5EF4-FFF2-40B4-BE49-F238E27FC236}">
                  <a16:creationId xmlns:a16="http://schemas.microsoft.com/office/drawing/2014/main" id="{661F1C33-2F3F-4A1A-8601-D2F3C263B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524"/>
              <a:ext cx="18" cy="19"/>
            </a:xfrm>
            <a:custGeom>
              <a:avLst/>
              <a:gdLst>
                <a:gd name="T0" fmla="*/ 1448 w 7"/>
                <a:gd name="T1" fmla="*/ 2342 h 7"/>
                <a:gd name="T2" fmla="*/ 357 w 7"/>
                <a:gd name="T3" fmla="*/ 2342 h 7"/>
                <a:gd name="T4" fmla="*/ 357 w 7"/>
                <a:gd name="T5" fmla="*/ 442 h 7"/>
                <a:gd name="T6" fmla="*/ 1700 w 7"/>
                <a:gd name="T7" fmla="*/ 442 h 7"/>
                <a:gd name="T8" fmla="*/ 1448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3"/>
                    <a:pt x="7" y="5"/>
                    <a:pt x="5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15" name="Freeform 875">
              <a:extLst>
                <a:ext uri="{FF2B5EF4-FFF2-40B4-BE49-F238E27FC236}">
                  <a16:creationId xmlns:a16="http://schemas.microsoft.com/office/drawing/2014/main" id="{77DB8C6B-5A7B-43DC-BEA4-9B9681E0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529"/>
              <a:ext cx="5" cy="6"/>
            </a:xfrm>
            <a:custGeom>
              <a:avLst/>
              <a:gdLst>
                <a:gd name="T0" fmla="*/ 313 w 2"/>
                <a:gd name="T1" fmla="*/ 1458 h 2"/>
                <a:gd name="T2" fmla="*/ 0 w 2"/>
                <a:gd name="T3" fmla="*/ 1458 h 2"/>
                <a:gd name="T4" fmla="*/ 0 w 2"/>
                <a:gd name="T5" fmla="*/ 0 h 2"/>
                <a:gd name="T6" fmla="*/ 313 w 2"/>
                <a:gd name="T7" fmla="*/ 0 h 2"/>
                <a:gd name="T8" fmla="*/ 313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6" name="Freeform 876">
              <a:extLst>
                <a:ext uri="{FF2B5EF4-FFF2-40B4-BE49-F238E27FC236}">
                  <a16:creationId xmlns:a16="http://schemas.microsoft.com/office/drawing/2014/main" id="{205D8627-A86E-44E2-B8F3-DE0928BC9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508"/>
              <a:ext cx="17" cy="19"/>
            </a:xfrm>
            <a:custGeom>
              <a:avLst/>
              <a:gdLst>
                <a:gd name="T0" fmla="*/ 1243 w 7"/>
                <a:gd name="T1" fmla="*/ 2342 h 7"/>
                <a:gd name="T2" fmla="*/ 170 w 7"/>
                <a:gd name="T3" fmla="*/ 2342 h 7"/>
                <a:gd name="T4" fmla="*/ 170 w 7"/>
                <a:gd name="T5" fmla="*/ 442 h 7"/>
                <a:gd name="T6" fmla="*/ 1243 w 7"/>
                <a:gd name="T7" fmla="*/ 442 h 7"/>
                <a:gd name="T8" fmla="*/ 124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17" name="Freeform 877">
              <a:extLst>
                <a:ext uri="{FF2B5EF4-FFF2-40B4-BE49-F238E27FC236}">
                  <a16:creationId xmlns:a16="http://schemas.microsoft.com/office/drawing/2014/main" id="{3F8038A2-9D42-4EE5-8580-9ACAD14C3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513"/>
              <a:ext cx="5" cy="6"/>
            </a:xfrm>
            <a:custGeom>
              <a:avLst/>
              <a:gdLst>
                <a:gd name="T0" fmla="*/ 313 w 2"/>
                <a:gd name="T1" fmla="*/ 729 h 2"/>
                <a:gd name="T2" fmla="*/ 0 w 2"/>
                <a:gd name="T3" fmla="*/ 729 h 2"/>
                <a:gd name="T4" fmla="*/ 0 w 2"/>
                <a:gd name="T5" fmla="*/ 0 h 2"/>
                <a:gd name="T6" fmla="*/ 520 w 2"/>
                <a:gd name="T7" fmla="*/ 0 h 2"/>
                <a:gd name="T8" fmla="*/ 313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8" name="Freeform 878">
              <a:extLst>
                <a:ext uri="{FF2B5EF4-FFF2-40B4-BE49-F238E27FC236}">
                  <a16:creationId xmlns:a16="http://schemas.microsoft.com/office/drawing/2014/main" id="{CFAB3BF4-7158-4290-86F5-9F50A43AF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489"/>
              <a:ext cx="17" cy="19"/>
            </a:xfrm>
            <a:custGeom>
              <a:avLst/>
              <a:gdLst>
                <a:gd name="T0" fmla="*/ 1243 w 7"/>
                <a:gd name="T1" fmla="*/ 2342 h 7"/>
                <a:gd name="T2" fmla="*/ 413 w 7"/>
                <a:gd name="T3" fmla="*/ 2342 h 7"/>
                <a:gd name="T4" fmla="*/ 170 w 7"/>
                <a:gd name="T5" fmla="*/ 442 h 7"/>
                <a:gd name="T6" fmla="*/ 1243 w 7"/>
                <a:gd name="T7" fmla="*/ 442 h 7"/>
                <a:gd name="T8" fmla="*/ 124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19" name="Freeform 879">
              <a:extLst>
                <a:ext uri="{FF2B5EF4-FFF2-40B4-BE49-F238E27FC236}">
                  <a16:creationId xmlns:a16="http://schemas.microsoft.com/office/drawing/2014/main" id="{75C119EE-DB1A-4091-9709-279096A5A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495"/>
              <a:ext cx="7" cy="5"/>
            </a:xfrm>
            <a:custGeom>
              <a:avLst/>
              <a:gdLst>
                <a:gd name="T0" fmla="*/ 355 w 3"/>
                <a:gd name="T1" fmla="*/ 520 h 2"/>
                <a:gd name="T2" fmla="*/ 152 w 3"/>
                <a:gd name="T3" fmla="*/ 520 h 2"/>
                <a:gd name="T4" fmla="*/ 152 w 3"/>
                <a:gd name="T5" fmla="*/ 0 h 2"/>
                <a:gd name="T6" fmla="*/ 355 w 3"/>
                <a:gd name="T7" fmla="*/ 0 h 2"/>
                <a:gd name="T8" fmla="*/ 355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0" name="Freeform 880">
              <a:extLst>
                <a:ext uri="{FF2B5EF4-FFF2-40B4-BE49-F238E27FC236}">
                  <a16:creationId xmlns:a16="http://schemas.microsoft.com/office/drawing/2014/main" id="{6BD1D0BE-1B65-484D-9182-0F8C0B45F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473"/>
              <a:ext cx="17" cy="19"/>
            </a:xfrm>
            <a:custGeom>
              <a:avLst/>
              <a:gdLst>
                <a:gd name="T0" fmla="*/ 1243 w 7"/>
                <a:gd name="T1" fmla="*/ 2063 h 7"/>
                <a:gd name="T2" fmla="*/ 170 w 7"/>
                <a:gd name="T3" fmla="*/ 2342 h 7"/>
                <a:gd name="T4" fmla="*/ 170 w 7"/>
                <a:gd name="T5" fmla="*/ 442 h 7"/>
                <a:gd name="T6" fmla="*/ 1003 w 7"/>
                <a:gd name="T7" fmla="*/ 442 h 7"/>
                <a:gd name="T8" fmla="*/ 124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21" name="Freeform 881">
              <a:extLst>
                <a:ext uri="{FF2B5EF4-FFF2-40B4-BE49-F238E27FC236}">
                  <a16:creationId xmlns:a16="http://schemas.microsoft.com/office/drawing/2014/main" id="{B411116D-208B-4425-9C6F-CF101FDCB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476"/>
              <a:ext cx="8" cy="8"/>
            </a:xfrm>
            <a:custGeom>
              <a:avLst/>
              <a:gdLst>
                <a:gd name="T0" fmla="*/ 661 w 3"/>
                <a:gd name="T1" fmla="*/ 661 h 3"/>
                <a:gd name="T2" fmla="*/ 397 w 3"/>
                <a:gd name="T3" fmla="*/ 661 h 3"/>
                <a:gd name="T4" fmla="*/ 397 w 3"/>
                <a:gd name="T5" fmla="*/ 397 h 3"/>
                <a:gd name="T6" fmla="*/ 661 w 3"/>
                <a:gd name="T7" fmla="*/ 397 h 3"/>
                <a:gd name="T8" fmla="*/ 661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2" name="Freeform 882">
              <a:extLst>
                <a:ext uri="{FF2B5EF4-FFF2-40B4-BE49-F238E27FC236}">
                  <a16:creationId xmlns:a16="http://schemas.microsoft.com/office/drawing/2014/main" id="{9AF438BA-3658-4340-82CF-99E01BCF4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455"/>
              <a:ext cx="18" cy="18"/>
            </a:xfrm>
            <a:custGeom>
              <a:avLst/>
              <a:gdLst>
                <a:gd name="T0" fmla="*/ 1700 w 7"/>
                <a:gd name="T1" fmla="*/ 1700 h 7"/>
                <a:gd name="T2" fmla="*/ 357 w 7"/>
                <a:gd name="T3" fmla="*/ 1700 h 7"/>
                <a:gd name="T4" fmla="*/ 357 w 7"/>
                <a:gd name="T5" fmla="*/ 563 h 7"/>
                <a:gd name="T6" fmla="*/ 1448 w 7"/>
                <a:gd name="T7" fmla="*/ 357 h 7"/>
                <a:gd name="T8" fmla="*/ 170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23" name="Freeform 883">
              <a:extLst>
                <a:ext uri="{FF2B5EF4-FFF2-40B4-BE49-F238E27FC236}">
                  <a16:creationId xmlns:a16="http://schemas.microsoft.com/office/drawing/2014/main" id="{C89CB0FD-0E79-4121-B563-7DA0B5425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460"/>
              <a:ext cx="7" cy="5"/>
            </a:xfrm>
            <a:custGeom>
              <a:avLst/>
              <a:gdLst>
                <a:gd name="T0" fmla="*/ 469 w 3"/>
                <a:gd name="T1" fmla="*/ 520 h 2"/>
                <a:gd name="T2" fmla="*/ 152 w 3"/>
                <a:gd name="T3" fmla="*/ 520 h 2"/>
                <a:gd name="T4" fmla="*/ 152 w 3"/>
                <a:gd name="T5" fmla="*/ 0 h 2"/>
                <a:gd name="T6" fmla="*/ 355 w 3"/>
                <a:gd name="T7" fmla="*/ 0 h 2"/>
                <a:gd name="T8" fmla="*/ 469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4" name="Freeform 884">
              <a:extLst>
                <a:ext uri="{FF2B5EF4-FFF2-40B4-BE49-F238E27FC236}">
                  <a16:creationId xmlns:a16="http://schemas.microsoft.com/office/drawing/2014/main" id="{6722CB5B-F126-436C-84A5-D6F748764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439"/>
              <a:ext cx="17" cy="18"/>
            </a:xfrm>
            <a:custGeom>
              <a:avLst/>
              <a:gdLst>
                <a:gd name="T0" fmla="*/ 1243 w 7"/>
                <a:gd name="T1" fmla="*/ 1448 h 7"/>
                <a:gd name="T2" fmla="*/ 170 w 7"/>
                <a:gd name="T3" fmla="*/ 1448 h 7"/>
                <a:gd name="T4" fmla="*/ 170 w 7"/>
                <a:gd name="T5" fmla="*/ 357 h 7"/>
                <a:gd name="T6" fmla="*/ 1243 w 7"/>
                <a:gd name="T7" fmla="*/ 357 h 7"/>
                <a:gd name="T8" fmla="*/ 1243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5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25" name="Freeform 885">
              <a:extLst>
                <a:ext uri="{FF2B5EF4-FFF2-40B4-BE49-F238E27FC236}">
                  <a16:creationId xmlns:a16="http://schemas.microsoft.com/office/drawing/2014/main" id="{0A599D02-A4E7-477B-95AC-B6D5D8926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441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6" name="Freeform 886">
              <a:extLst>
                <a:ext uri="{FF2B5EF4-FFF2-40B4-BE49-F238E27FC236}">
                  <a16:creationId xmlns:a16="http://schemas.microsoft.com/office/drawing/2014/main" id="{223370E4-2F83-4ABD-B9CC-51BA88091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420"/>
              <a:ext cx="20" cy="19"/>
            </a:xfrm>
            <a:custGeom>
              <a:avLst/>
              <a:gdLst>
                <a:gd name="T0" fmla="*/ 1488 w 8"/>
                <a:gd name="T1" fmla="*/ 2342 h 7"/>
                <a:gd name="T2" fmla="*/ 520 w 8"/>
                <a:gd name="T3" fmla="*/ 2063 h 7"/>
                <a:gd name="T4" fmla="*/ 520 w 8"/>
                <a:gd name="T5" fmla="*/ 442 h 7"/>
                <a:gd name="T6" fmla="*/ 1770 w 8"/>
                <a:gd name="T7" fmla="*/ 442 h 7"/>
                <a:gd name="T8" fmla="*/ 1488 w 8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6"/>
                  </a:moveTo>
                  <a:cubicBezTo>
                    <a:pt x="5" y="7"/>
                    <a:pt x="3" y="7"/>
                    <a:pt x="2" y="5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8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27" name="Freeform 887">
              <a:extLst>
                <a:ext uri="{FF2B5EF4-FFF2-40B4-BE49-F238E27FC236}">
                  <a16:creationId xmlns:a16="http://schemas.microsoft.com/office/drawing/2014/main" id="{81EADB54-C8C8-40A0-86BC-9A62E1FE8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425"/>
              <a:ext cx="8" cy="6"/>
            </a:xfrm>
            <a:custGeom>
              <a:avLst/>
              <a:gdLst>
                <a:gd name="T0" fmla="*/ 661 w 3"/>
                <a:gd name="T1" fmla="*/ 1458 h 2"/>
                <a:gd name="T2" fmla="*/ 397 w 3"/>
                <a:gd name="T3" fmla="*/ 729 h 2"/>
                <a:gd name="T4" fmla="*/ 397 w 3"/>
                <a:gd name="T5" fmla="*/ 0 h 2"/>
                <a:gd name="T6" fmla="*/ 661 w 3"/>
                <a:gd name="T7" fmla="*/ 0 h 2"/>
                <a:gd name="T8" fmla="*/ 661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8" name="Freeform 888">
              <a:extLst>
                <a:ext uri="{FF2B5EF4-FFF2-40B4-BE49-F238E27FC236}">
                  <a16:creationId xmlns:a16="http://schemas.microsoft.com/office/drawing/2014/main" id="{495FA01F-9FB7-476E-8C4A-B4E6A8273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401"/>
              <a:ext cx="20" cy="19"/>
            </a:xfrm>
            <a:custGeom>
              <a:avLst/>
              <a:gdLst>
                <a:gd name="T0" fmla="*/ 1488 w 8"/>
                <a:gd name="T1" fmla="*/ 2342 h 7"/>
                <a:gd name="T2" fmla="*/ 313 w 8"/>
                <a:gd name="T3" fmla="*/ 2342 h 7"/>
                <a:gd name="T4" fmla="*/ 520 w 8"/>
                <a:gd name="T5" fmla="*/ 442 h 7"/>
                <a:gd name="T6" fmla="*/ 1488 w 8"/>
                <a:gd name="T7" fmla="*/ 760 h 7"/>
                <a:gd name="T8" fmla="*/ 1488 w 8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6"/>
                  </a:moveTo>
                  <a:cubicBezTo>
                    <a:pt x="5" y="7"/>
                    <a:pt x="2" y="7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8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29" name="Freeform 889">
              <a:extLst>
                <a:ext uri="{FF2B5EF4-FFF2-40B4-BE49-F238E27FC236}">
                  <a16:creationId xmlns:a16="http://schemas.microsoft.com/office/drawing/2014/main" id="{4C0B7E60-B0F9-443C-84A4-3508B2BC1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407"/>
              <a:ext cx="8" cy="5"/>
            </a:xfrm>
            <a:custGeom>
              <a:avLst/>
              <a:gdLst>
                <a:gd name="T0" fmla="*/ 661 w 3"/>
                <a:gd name="T1" fmla="*/ 520 h 2"/>
                <a:gd name="T2" fmla="*/ 0 w 3"/>
                <a:gd name="T3" fmla="*/ 520 h 2"/>
                <a:gd name="T4" fmla="*/ 397 w 3"/>
                <a:gd name="T5" fmla="*/ 0 h 2"/>
                <a:gd name="T6" fmla="*/ 661 w 3"/>
                <a:gd name="T7" fmla="*/ 0 h 2"/>
                <a:gd name="T8" fmla="*/ 661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0" name="Freeform 890">
              <a:extLst>
                <a:ext uri="{FF2B5EF4-FFF2-40B4-BE49-F238E27FC236}">
                  <a16:creationId xmlns:a16="http://schemas.microsoft.com/office/drawing/2014/main" id="{0B89138F-42F9-417A-AAA7-2B5BDFF83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385"/>
              <a:ext cx="18" cy="19"/>
            </a:xfrm>
            <a:custGeom>
              <a:avLst/>
              <a:gdLst>
                <a:gd name="T0" fmla="*/ 1448 w 7"/>
                <a:gd name="T1" fmla="*/ 2342 h 7"/>
                <a:gd name="T2" fmla="*/ 357 w 7"/>
                <a:gd name="T3" fmla="*/ 2063 h 7"/>
                <a:gd name="T4" fmla="*/ 357 w 7"/>
                <a:gd name="T5" fmla="*/ 442 h 7"/>
                <a:gd name="T6" fmla="*/ 1700 w 7"/>
                <a:gd name="T7" fmla="*/ 442 h 7"/>
                <a:gd name="T8" fmla="*/ 1448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5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31" name="Freeform 891">
              <a:extLst>
                <a:ext uri="{FF2B5EF4-FFF2-40B4-BE49-F238E27FC236}">
                  <a16:creationId xmlns:a16="http://schemas.microsoft.com/office/drawing/2014/main" id="{97B5EB0F-FDC4-41F4-A848-3E5D8882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391"/>
              <a:ext cx="7" cy="5"/>
            </a:xfrm>
            <a:custGeom>
              <a:avLst/>
              <a:gdLst>
                <a:gd name="T0" fmla="*/ 355 w 3"/>
                <a:gd name="T1" fmla="*/ 520 h 2"/>
                <a:gd name="T2" fmla="*/ 152 w 3"/>
                <a:gd name="T3" fmla="*/ 313 h 2"/>
                <a:gd name="T4" fmla="*/ 152 w 3"/>
                <a:gd name="T5" fmla="*/ 0 h 2"/>
                <a:gd name="T6" fmla="*/ 469 w 3"/>
                <a:gd name="T7" fmla="*/ 0 h 2"/>
                <a:gd name="T8" fmla="*/ 355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2" name="Freeform 892">
              <a:extLst>
                <a:ext uri="{FF2B5EF4-FFF2-40B4-BE49-F238E27FC236}">
                  <a16:creationId xmlns:a16="http://schemas.microsoft.com/office/drawing/2014/main" id="{05597F88-FAF1-4F12-82C1-92CCC7038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367"/>
              <a:ext cx="18" cy="18"/>
            </a:xfrm>
            <a:custGeom>
              <a:avLst/>
              <a:gdLst>
                <a:gd name="T0" fmla="*/ 1448 w 7"/>
                <a:gd name="T1" fmla="*/ 1700 h 7"/>
                <a:gd name="T2" fmla="*/ 357 w 7"/>
                <a:gd name="T3" fmla="*/ 1700 h 7"/>
                <a:gd name="T4" fmla="*/ 357 w 7"/>
                <a:gd name="T5" fmla="*/ 357 h 7"/>
                <a:gd name="T6" fmla="*/ 1700 w 7"/>
                <a:gd name="T7" fmla="*/ 563 h 7"/>
                <a:gd name="T8" fmla="*/ 1448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5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33" name="Freeform 893">
              <a:extLst>
                <a:ext uri="{FF2B5EF4-FFF2-40B4-BE49-F238E27FC236}">
                  <a16:creationId xmlns:a16="http://schemas.microsoft.com/office/drawing/2014/main" id="{16111A58-92A2-4C76-B9BD-B72359DF8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372"/>
              <a:ext cx="7" cy="5"/>
            </a:xfrm>
            <a:custGeom>
              <a:avLst/>
              <a:gdLst>
                <a:gd name="T0" fmla="*/ 355 w 3"/>
                <a:gd name="T1" fmla="*/ 520 h 2"/>
                <a:gd name="T2" fmla="*/ 152 w 3"/>
                <a:gd name="T3" fmla="*/ 520 h 2"/>
                <a:gd name="T4" fmla="*/ 152 w 3"/>
                <a:gd name="T5" fmla="*/ 0 h 2"/>
                <a:gd name="T6" fmla="*/ 355 w 3"/>
                <a:gd name="T7" fmla="*/ 313 h 2"/>
                <a:gd name="T8" fmla="*/ 355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4" name="Freeform 894">
              <a:extLst>
                <a:ext uri="{FF2B5EF4-FFF2-40B4-BE49-F238E27FC236}">
                  <a16:creationId xmlns:a16="http://schemas.microsoft.com/office/drawing/2014/main" id="{F8280299-DB4D-4088-B82F-3362560DC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351"/>
              <a:ext cx="17" cy="18"/>
            </a:xfrm>
            <a:custGeom>
              <a:avLst/>
              <a:gdLst>
                <a:gd name="T0" fmla="*/ 1243 w 7"/>
                <a:gd name="T1" fmla="*/ 1700 h 7"/>
                <a:gd name="T2" fmla="*/ 170 w 7"/>
                <a:gd name="T3" fmla="*/ 1448 h 7"/>
                <a:gd name="T4" fmla="*/ 413 w 7"/>
                <a:gd name="T5" fmla="*/ 357 h 7"/>
                <a:gd name="T6" fmla="*/ 1243 w 7"/>
                <a:gd name="T7" fmla="*/ 357 h 7"/>
                <a:gd name="T8" fmla="*/ 1243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35" name="Freeform 895">
              <a:extLst>
                <a:ext uri="{FF2B5EF4-FFF2-40B4-BE49-F238E27FC236}">
                  <a16:creationId xmlns:a16="http://schemas.microsoft.com/office/drawing/2014/main" id="{F927B626-836A-4105-8455-47AFF4E80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353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6" name="Freeform 896">
              <a:extLst>
                <a:ext uri="{FF2B5EF4-FFF2-40B4-BE49-F238E27FC236}">
                  <a16:creationId xmlns:a16="http://schemas.microsoft.com/office/drawing/2014/main" id="{E94C1B3A-7660-4DC3-B0A2-0AD393651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332"/>
              <a:ext cx="17" cy="19"/>
            </a:xfrm>
            <a:custGeom>
              <a:avLst/>
              <a:gdLst>
                <a:gd name="T0" fmla="*/ 1243 w 7"/>
                <a:gd name="T1" fmla="*/ 2342 h 7"/>
                <a:gd name="T2" fmla="*/ 170 w 7"/>
                <a:gd name="T3" fmla="*/ 2063 h 7"/>
                <a:gd name="T4" fmla="*/ 413 w 7"/>
                <a:gd name="T5" fmla="*/ 442 h 7"/>
                <a:gd name="T6" fmla="*/ 1243 w 7"/>
                <a:gd name="T7" fmla="*/ 760 h 7"/>
                <a:gd name="T8" fmla="*/ 124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37" name="Freeform 897">
              <a:extLst>
                <a:ext uri="{FF2B5EF4-FFF2-40B4-BE49-F238E27FC236}">
                  <a16:creationId xmlns:a16="http://schemas.microsoft.com/office/drawing/2014/main" id="{B44F7E47-D47E-4039-BF41-5414295B5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337"/>
              <a:ext cx="5" cy="6"/>
            </a:xfrm>
            <a:custGeom>
              <a:avLst/>
              <a:gdLst>
                <a:gd name="T0" fmla="*/ 520 w 2"/>
                <a:gd name="T1" fmla="*/ 1458 h 2"/>
                <a:gd name="T2" fmla="*/ 0 w 2"/>
                <a:gd name="T3" fmla="*/ 729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38" name="Freeform 898">
              <a:extLst>
                <a:ext uri="{FF2B5EF4-FFF2-40B4-BE49-F238E27FC236}">
                  <a16:creationId xmlns:a16="http://schemas.microsoft.com/office/drawing/2014/main" id="{4819AF47-D169-40D8-90E0-61D64E343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313"/>
              <a:ext cx="17" cy="22"/>
            </a:xfrm>
            <a:custGeom>
              <a:avLst/>
              <a:gdLst>
                <a:gd name="T0" fmla="*/ 1003 w 7"/>
                <a:gd name="T1" fmla="*/ 2973 h 8"/>
                <a:gd name="T2" fmla="*/ 170 w 7"/>
                <a:gd name="T3" fmla="*/ 2684 h 8"/>
                <a:gd name="T4" fmla="*/ 413 w 7"/>
                <a:gd name="T5" fmla="*/ 462 h 8"/>
                <a:gd name="T6" fmla="*/ 1243 w 7"/>
                <a:gd name="T7" fmla="*/ 976 h 8"/>
                <a:gd name="T8" fmla="*/ 1003 w 7"/>
                <a:gd name="T9" fmla="*/ 297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5" y="7"/>
                  </a:moveTo>
                  <a:cubicBezTo>
                    <a:pt x="4" y="8"/>
                    <a:pt x="2" y="7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1"/>
                    <a:pt x="6" y="2"/>
                  </a:cubicBezTo>
                  <a:cubicBezTo>
                    <a:pt x="7" y="4"/>
                    <a:pt x="7" y="6"/>
                    <a:pt x="5" y="7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39" name="Freeform 899">
              <a:extLst>
                <a:ext uri="{FF2B5EF4-FFF2-40B4-BE49-F238E27FC236}">
                  <a16:creationId xmlns:a16="http://schemas.microsoft.com/office/drawing/2014/main" id="{037A08DA-2699-4963-8FAA-9BAD39C5F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319"/>
              <a:ext cx="5" cy="8"/>
            </a:xfrm>
            <a:custGeom>
              <a:avLst/>
              <a:gdLst>
                <a:gd name="T0" fmla="*/ 313 w 2"/>
                <a:gd name="T1" fmla="*/ 661 h 3"/>
                <a:gd name="T2" fmla="*/ 0 w 2"/>
                <a:gd name="T3" fmla="*/ 661 h 3"/>
                <a:gd name="T4" fmla="*/ 0 w 2"/>
                <a:gd name="T5" fmla="*/ 0 h 3"/>
                <a:gd name="T6" fmla="*/ 520 w 2"/>
                <a:gd name="T7" fmla="*/ 397 h 3"/>
                <a:gd name="T8" fmla="*/ 313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0" name="Freeform 900">
              <a:extLst>
                <a:ext uri="{FF2B5EF4-FFF2-40B4-BE49-F238E27FC236}">
                  <a16:creationId xmlns:a16="http://schemas.microsoft.com/office/drawing/2014/main" id="{19D33216-3979-4CAB-8B4C-04F1C672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2647"/>
              <a:ext cx="20" cy="18"/>
            </a:xfrm>
            <a:custGeom>
              <a:avLst/>
              <a:gdLst>
                <a:gd name="T0" fmla="*/ 1770 w 8"/>
                <a:gd name="T1" fmla="*/ 1448 h 7"/>
                <a:gd name="T2" fmla="*/ 520 w 8"/>
                <a:gd name="T3" fmla="*/ 1700 h 7"/>
                <a:gd name="T4" fmla="*/ 313 w 8"/>
                <a:gd name="T5" fmla="*/ 357 h 7"/>
                <a:gd name="T6" fmla="*/ 1488 w 8"/>
                <a:gd name="T7" fmla="*/ 357 h 7"/>
                <a:gd name="T8" fmla="*/ 1770 w 8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41" name="Freeform 901">
              <a:extLst>
                <a:ext uri="{FF2B5EF4-FFF2-40B4-BE49-F238E27FC236}">
                  <a16:creationId xmlns:a16="http://schemas.microsoft.com/office/drawing/2014/main" id="{5420A85A-97BD-444D-8357-0A398F533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649"/>
              <a:ext cx="8" cy="8"/>
            </a:xfrm>
            <a:custGeom>
              <a:avLst/>
              <a:gdLst>
                <a:gd name="T0" fmla="*/ 661 w 3"/>
                <a:gd name="T1" fmla="*/ 661 h 3"/>
                <a:gd name="T2" fmla="*/ 397 w 3"/>
                <a:gd name="T3" fmla="*/ 1059 h 3"/>
                <a:gd name="T4" fmla="*/ 397 w 3"/>
                <a:gd name="T5" fmla="*/ 397 h 3"/>
                <a:gd name="T6" fmla="*/ 661 w 3"/>
                <a:gd name="T7" fmla="*/ 397 h 3"/>
                <a:gd name="T8" fmla="*/ 661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2" name="Freeform 902">
              <a:extLst>
                <a:ext uri="{FF2B5EF4-FFF2-40B4-BE49-F238E27FC236}">
                  <a16:creationId xmlns:a16="http://schemas.microsoft.com/office/drawing/2014/main" id="{F0236E9C-F045-442C-BCF2-B369FC922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628"/>
              <a:ext cx="17" cy="21"/>
            </a:xfrm>
            <a:custGeom>
              <a:avLst/>
              <a:gdLst>
                <a:gd name="T0" fmla="*/ 1243 w 7"/>
                <a:gd name="T1" fmla="*/ 1992 h 8"/>
                <a:gd name="T2" fmla="*/ 170 w 7"/>
                <a:gd name="T3" fmla="*/ 2226 h 8"/>
                <a:gd name="T4" fmla="*/ 170 w 7"/>
                <a:gd name="T5" fmla="*/ 614 h 8"/>
                <a:gd name="T6" fmla="*/ 1003 w 7"/>
                <a:gd name="T7" fmla="*/ 378 h 8"/>
                <a:gd name="T8" fmla="*/ 1243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7"/>
                    <a:pt x="3" y="8"/>
                    <a:pt x="1" y="7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43" name="Freeform 903">
              <a:extLst>
                <a:ext uri="{FF2B5EF4-FFF2-40B4-BE49-F238E27FC236}">
                  <a16:creationId xmlns:a16="http://schemas.microsoft.com/office/drawing/2014/main" id="{28E79EE5-9389-40B7-9A2A-70B0065C7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633"/>
              <a:ext cx="5" cy="6"/>
            </a:xfrm>
            <a:custGeom>
              <a:avLst/>
              <a:gdLst>
                <a:gd name="T0" fmla="*/ 520 w 2"/>
                <a:gd name="T1" fmla="*/ 1458 h 2"/>
                <a:gd name="T2" fmla="*/ 0 w 2"/>
                <a:gd name="T3" fmla="*/ 1458 h 2"/>
                <a:gd name="T4" fmla="*/ 0 w 2"/>
                <a:gd name="T5" fmla="*/ 729 h 2"/>
                <a:gd name="T6" fmla="*/ 520 w 2"/>
                <a:gd name="T7" fmla="*/ 0 h 2"/>
                <a:gd name="T8" fmla="*/ 52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4" name="Freeform 904">
              <a:extLst>
                <a:ext uri="{FF2B5EF4-FFF2-40B4-BE49-F238E27FC236}">
                  <a16:creationId xmlns:a16="http://schemas.microsoft.com/office/drawing/2014/main" id="{A8F87B1F-D1FF-4916-B75E-F505DD7DA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612"/>
              <a:ext cx="20" cy="19"/>
            </a:xfrm>
            <a:custGeom>
              <a:avLst/>
              <a:gdLst>
                <a:gd name="T0" fmla="*/ 1770 w 8"/>
                <a:gd name="T1" fmla="*/ 2063 h 7"/>
                <a:gd name="T2" fmla="*/ 520 w 8"/>
                <a:gd name="T3" fmla="*/ 2342 h 7"/>
                <a:gd name="T4" fmla="*/ 313 w 8"/>
                <a:gd name="T5" fmla="*/ 760 h 7"/>
                <a:gd name="T6" fmla="*/ 1488 w 8"/>
                <a:gd name="T7" fmla="*/ 442 h 7"/>
                <a:gd name="T8" fmla="*/ 1770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45" name="Freeform 905">
              <a:extLst>
                <a:ext uri="{FF2B5EF4-FFF2-40B4-BE49-F238E27FC236}">
                  <a16:creationId xmlns:a16="http://schemas.microsoft.com/office/drawing/2014/main" id="{183441DD-2ED2-4E15-A03A-31D712C80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617"/>
              <a:ext cx="7" cy="6"/>
            </a:xfrm>
            <a:custGeom>
              <a:avLst/>
              <a:gdLst>
                <a:gd name="T0" fmla="*/ 469 w 3"/>
                <a:gd name="T1" fmla="*/ 729 h 2"/>
                <a:gd name="T2" fmla="*/ 152 w 3"/>
                <a:gd name="T3" fmla="*/ 1458 h 2"/>
                <a:gd name="T4" fmla="*/ 152 w 3"/>
                <a:gd name="T5" fmla="*/ 0 h 2"/>
                <a:gd name="T6" fmla="*/ 355 w 3"/>
                <a:gd name="T7" fmla="*/ 0 h 2"/>
                <a:gd name="T8" fmla="*/ 469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6" name="Freeform 906">
              <a:extLst>
                <a:ext uri="{FF2B5EF4-FFF2-40B4-BE49-F238E27FC236}">
                  <a16:creationId xmlns:a16="http://schemas.microsoft.com/office/drawing/2014/main" id="{D0637ABC-4D45-4061-A8BB-B7AAC8901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593"/>
              <a:ext cx="18" cy="22"/>
            </a:xfrm>
            <a:custGeom>
              <a:avLst/>
              <a:gdLst>
                <a:gd name="T0" fmla="*/ 1700 w 7"/>
                <a:gd name="T1" fmla="*/ 2684 h 8"/>
                <a:gd name="T2" fmla="*/ 563 w 7"/>
                <a:gd name="T3" fmla="*/ 2973 h 8"/>
                <a:gd name="T4" fmla="*/ 357 w 7"/>
                <a:gd name="T5" fmla="*/ 976 h 8"/>
                <a:gd name="T6" fmla="*/ 1448 w 7"/>
                <a:gd name="T7" fmla="*/ 462 h 8"/>
                <a:gd name="T8" fmla="*/ 1700 w 7"/>
                <a:gd name="T9" fmla="*/ 268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7"/>
                    <a:pt x="3" y="8"/>
                    <a:pt x="2" y="7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47" name="Freeform 907">
              <a:extLst>
                <a:ext uri="{FF2B5EF4-FFF2-40B4-BE49-F238E27FC236}">
                  <a16:creationId xmlns:a16="http://schemas.microsoft.com/office/drawing/2014/main" id="{F03EF641-61E5-4CF2-ADB4-E2F5B92CD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599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313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48" name="Freeform 908">
              <a:extLst>
                <a:ext uri="{FF2B5EF4-FFF2-40B4-BE49-F238E27FC236}">
                  <a16:creationId xmlns:a16="http://schemas.microsoft.com/office/drawing/2014/main" id="{E68A1073-0A5D-4323-92E1-FCFFA1844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577"/>
              <a:ext cx="17" cy="19"/>
            </a:xfrm>
            <a:custGeom>
              <a:avLst/>
              <a:gdLst>
                <a:gd name="T0" fmla="*/ 1243 w 7"/>
                <a:gd name="T1" fmla="*/ 2342 h 7"/>
                <a:gd name="T2" fmla="*/ 170 w 7"/>
                <a:gd name="T3" fmla="*/ 2342 h 7"/>
                <a:gd name="T4" fmla="*/ 170 w 7"/>
                <a:gd name="T5" fmla="*/ 442 h 7"/>
                <a:gd name="T6" fmla="*/ 1243 w 7"/>
                <a:gd name="T7" fmla="*/ 442 h 7"/>
                <a:gd name="T8" fmla="*/ 124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49" name="Freeform 909">
              <a:extLst>
                <a:ext uri="{FF2B5EF4-FFF2-40B4-BE49-F238E27FC236}">
                  <a16:creationId xmlns:a16="http://schemas.microsoft.com/office/drawing/2014/main" id="{6A878298-CBA6-4244-B0B6-C641F8796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583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0 w 2"/>
                <a:gd name="T3" fmla="*/ 313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0" name="Freeform 910">
              <a:extLst>
                <a:ext uri="{FF2B5EF4-FFF2-40B4-BE49-F238E27FC236}">
                  <a16:creationId xmlns:a16="http://schemas.microsoft.com/office/drawing/2014/main" id="{B99B2282-7037-47A6-BCC7-CAA2F24D7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561"/>
              <a:ext cx="18" cy="19"/>
            </a:xfrm>
            <a:custGeom>
              <a:avLst/>
              <a:gdLst>
                <a:gd name="T0" fmla="*/ 1700 w 7"/>
                <a:gd name="T1" fmla="*/ 2063 h 7"/>
                <a:gd name="T2" fmla="*/ 357 w 7"/>
                <a:gd name="T3" fmla="*/ 2063 h 7"/>
                <a:gd name="T4" fmla="*/ 357 w 7"/>
                <a:gd name="T5" fmla="*/ 442 h 7"/>
                <a:gd name="T6" fmla="*/ 1700 w 7"/>
                <a:gd name="T7" fmla="*/ 442 h 7"/>
                <a:gd name="T8" fmla="*/ 170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51" name="Freeform 911">
              <a:extLst>
                <a:ext uri="{FF2B5EF4-FFF2-40B4-BE49-F238E27FC236}">
                  <a16:creationId xmlns:a16="http://schemas.microsoft.com/office/drawing/2014/main" id="{A5670FBB-4602-4481-A27E-1DC6F55C8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564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2" name="Freeform 912">
              <a:extLst>
                <a:ext uri="{FF2B5EF4-FFF2-40B4-BE49-F238E27FC236}">
                  <a16:creationId xmlns:a16="http://schemas.microsoft.com/office/drawing/2014/main" id="{761B221A-346A-43AB-A05F-E2B612D3E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543"/>
              <a:ext cx="17" cy="18"/>
            </a:xfrm>
            <a:custGeom>
              <a:avLst/>
              <a:gdLst>
                <a:gd name="T0" fmla="*/ 1243 w 7"/>
                <a:gd name="T1" fmla="*/ 1700 h 7"/>
                <a:gd name="T2" fmla="*/ 170 w 7"/>
                <a:gd name="T3" fmla="*/ 1700 h 7"/>
                <a:gd name="T4" fmla="*/ 170 w 7"/>
                <a:gd name="T5" fmla="*/ 357 h 7"/>
                <a:gd name="T6" fmla="*/ 1243 w 7"/>
                <a:gd name="T7" fmla="*/ 357 h 7"/>
                <a:gd name="T8" fmla="*/ 1243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53" name="Freeform 913">
              <a:extLst>
                <a:ext uri="{FF2B5EF4-FFF2-40B4-BE49-F238E27FC236}">
                  <a16:creationId xmlns:a16="http://schemas.microsoft.com/office/drawing/2014/main" id="{85F5F81C-5256-4BC5-A0E5-8FE925D71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548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4" name="Freeform 914">
              <a:extLst>
                <a:ext uri="{FF2B5EF4-FFF2-40B4-BE49-F238E27FC236}">
                  <a16:creationId xmlns:a16="http://schemas.microsoft.com/office/drawing/2014/main" id="{327F73D5-6B60-441C-9E4F-8C8CAFA10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2524"/>
              <a:ext cx="18" cy="21"/>
            </a:xfrm>
            <a:custGeom>
              <a:avLst/>
              <a:gdLst>
                <a:gd name="T0" fmla="*/ 1700 w 7"/>
                <a:gd name="T1" fmla="*/ 1992 h 8"/>
                <a:gd name="T2" fmla="*/ 357 w 7"/>
                <a:gd name="T3" fmla="*/ 1992 h 8"/>
                <a:gd name="T4" fmla="*/ 357 w 7"/>
                <a:gd name="T5" fmla="*/ 614 h 8"/>
                <a:gd name="T6" fmla="*/ 1448 w 7"/>
                <a:gd name="T7" fmla="*/ 614 h 8"/>
                <a:gd name="T8" fmla="*/ 1700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4" y="7"/>
                    <a:pt x="2" y="8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55" name="Freeform 915">
              <a:extLst>
                <a:ext uri="{FF2B5EF4-FFF2-40B4-BE49-F238E27FC236}">
                  <a16:creationId xmlns:a16="http://schemas.microsoft.com/office/drawing/2014/main" id="{757C5C79-719C-4916-9623-FCD6A62F8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529"/>
              <a:ext cx="5" cy="6"/>
            </a:xfrm>
            <a:custGeom>
              <a:avLst/>
              <a:gdLst>
                <a:gd name="T0" fmla="*/ 313 w 2"/>
                <a:gd name="T1" fmla="*/ 1458 h 2"/>
                <a:gd name="T2" fmla="*/ 0 w 2"/>
                <a:gd name="T3" fmla="*/ 1458 h 2"/>
                <a:gd name="T4" fmla="*/ 0 w 2"/>
                <a:gd name="T5" fmla="*/ 729 h 2"/>
                <a:gd name="T6" fmla="*/ 313 w 2"/>
                <a:gd name="T7" fmla="*/ 0 h 2"/>
                <a:gd name="T8" fmla="*/ 313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6" name="Freeform 916">
              <a:extLst>
                <a:ext uri="{FF2B5EF4-FFF2-40B4-BE49-F238E27FC236}">
                  <a16:creationId xmlns:a16="http://schemas.microsoft.com/office/drawing/2014/main" id="{2F2494C8-B521-4098-ACDA-BC07DC4B6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508"/>
              <a:ext cx="17" cy="19"/>
            </a:xfrm>
            <a:custGeom>
              <a:avLst/>
              <a:gdLst>
                <a:gd name="T0" fmla="*/ 1243 w 7"/>
                <a:gd name="T1" fmla="*/ 2342 h 7"/>
                <a:gd name="T2" fmla="*/ 170 w 7"/>
                <a:gd name="T3" fmla="*/ 2342 h 7"/>
                <a:gd name="T4" fmla="*/ 170 w 7"/>
                <a:gd name="T5" fmla="*/ 442 h 7"/>
                <a:gd name="T6" fmla="*/ 1243 w 7"/>
                <a:gd name="T7" fmla="*/ 442 h 7"/>
                <a:gd name="T8" fmla="*/ 124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57" name="Freeform 917">
              <a:extLst>
                <a:ext uri="{FF2B5EF4-FFF2-40B4-BE49-F238E27FC236}">
                  <a16:creationId xmlns:a16="http://schemas.microsoft.com/office/drawing/2014/main" id="{3523E220-A736-46BD-8966-918B34B28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513"/>
              <a:ext cx="5" cy="6"/>
            </a:xfrm>
            <a:custGeom>
              <a:avLst/>
              <a:gdLst>
                <a:gd name="T0" fmla="*/ 520 w 2"/>
                <a:gd name="T1" fmla="*/ 729 h 2"/>
                <a:gd name="T2" fmla="*/ 0 w 2"/>
                <a:gd name="T3" fmla="*/ 729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58" name="Freeform 918">
              <a:extLst>
                <a:ext uri="{FF2B5EF4-FFF2-40B4-BE49-F238E27FC236}">
                  <a16:creationId xmlns:a16="http://schemas.microsoft.com/office/drawing/2014/main" id="{A3CC6609-EC5E-435B-A03C-BA2C7E401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489"/>
              <a:ext cx="18" cy="19"/>
            </a:xfrm>
            <a:custGeom>
              <a:avLst/>
              <a:gdLst>
                <a:gd name="T0" fmla="*/ 1700 w 7"/>
                <a:gd name="T1" fmla="*/ 2342 h 7"/>
                <a:gd name="T2" fmla="*/ 357 w 7"/>
                <a:gd name="T3" fmla="*/ 2342 h 7"/>
                <a:gd name="T4" fmla="*/ 357 w 7"/>
                <a:gd name="T5" fmla="*/ 760 h 7"/>
                <a:gd name="T6" fmla="*/ 1700 w 7"/>
                <a:gd name="T7" fmla="*/ 442 h 7"/>
                <a:gd name="T8" fmla="*/ 170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59" name="Freeform 919">
              <a:extLst>
                <a:ext uri="{FF2B5EF4-FFF2-40B4-BE49-F238E27FC236}">
                  <a16:creationId xmlns:a16="http://schemas.microsoft.com/office/drawing/2014/main" id="{DEC358F0-F28B-444C-BDED-E90927385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2495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0" name="Freeform 920">
              <a:extLst>
                <a:ext uri="{FF2B5EF4-FFF2-40B4-BE49-F238E27FC236}">
                  <a16:creationId xmlns:a16="http://schemas.microsoft.com/office/drawing/2014/main" id="{6C50661E-1E13-4184-856C-7D6FBCFF5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473"/>
              <a:ext cx="17" cy="19"/>
            </a:xfrm>
            <a:custGeom>
              <a:avLst/>
              <a:gdLst>
                <a:gd name="T0" fmla="*/ 1243 w 7"/>
                <a:gd name="T1" fmla="*/ 2342 h 7"/>
                <a:gd name="T2" fmla="*/ 170 w 7"/>
                <a:gd name="T3" fmla="*/ 2342 h 7"/>
                <a:gd name="T4" fmla="*/ 170 w 7"/>
                <a:gd name="T5" fmla="*/ 442 h 7"/>
                <a:gd name="T6" fmla="*/ 1003 w 7"/>
                <a:gd name="T7" fmla="*/ 442 h 7"/>
                <a:gd name="T8" fmla="*/ 124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61" name="Freeform 921">
              <a:extLst>
                <a:ext uri="{FF2B5EF4-FFF2-40B4-BE49-F238E27FC236}">
                  <a16:creationId xmlns:a16="http://schemas.microsoft.com/office/drawing/2014/main" id="{C7003437-536F-43E7-A9D7-08A91705B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479"/>
              <a:ext cx="8" cy="5"/>
            </a:xfrm>
            <a:custGeom>
              <a:avLst/>
              <a:gdLst>
                <a:gd name="T0" fmla="*/ 1059 w 3"/>
                <a:gd name="T1" fmla="*/ 313 h 2"/>
                <a:gd name="T2" fmla="*/ 397 w 3"/>
                <a:gd name="T3" fmla="*/ 520 h 2"/>
                <a:gd name="T4" fmla="*/ 397 w 3"/>
                <a:gd name="T5" fmla="*/ 0 h 2"/>
                <a:gd name="T6" fmla="*/ 661 w 3"/>
                <a:gd name="T7" fmla="*/ 0 h 2"/>
                <a:gd name="T8" fmla="*/ 1059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2" name="Freeform 922">
              <a:extLst>
                <a:ext uri="{FF2B5EF4-FFF2-40B4-BE49-F238E27FC236}">
                  <a16:creationId xmlns:a16="http://schemas.microsoft.com/office/drawing/2014/main" id="{D84448CE-54A6-4C38-9132-090550022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455"/>
              <a:ext cx="18" cy="18"/>
            </a:xfrm>
            <a:custGeom>
              <a:avLst/>
              <a:gdLst>
                <a:gd name="T0" fmla="*/ 1700 w 7"/>
                <a:gd name="T1" fmla="*/ 1700 h 7"/>
                <a:gd name="T2" fmla="*/ 357 w 7"/>
                <a:gd name="T3" fmla="*/ 1700 h 7"/>
                <a:gd name="T4" fmla="*/ 357 w 7"/>
                <a:gd name="T5" fmla="*/ 357 h 7"/>
                <a:gd name="T6" fmla="*/ 1700 w 7"/>
                <a:gd name="T7" fmla="*/ 563 h 7"/>
                <a:gd name="T8" fmla="*/ 170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63" name="Freeform 923">
              <a:extLst>
                <a:ext uri="{FF2B5EF4-FFF2-40B4-BE49-F238E27FC236}">
                  <a16:creationId xmlns:a16="http://schemas.microsoft.com/office/drawing/2014/main" id="{47623975-BD02-4F4C-970B-E747F600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460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4" name="Freeform 924">
              <a:extLst>
                <a:ext uri="{FF2B5EF4-FFF2-40B4-BE49-F238E27FC236}">
                  <a16:creationId xmlns:a16="http://schemas.microsoft.com/office/drawing/2014/main" id="{0B916F46-5013-43A1-B2C7-E882C2799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439"/>
              <a:ext cx="18" cy="18"/>
            </a:xfrm>
            <a:custGeom>
              <a:avLst/>
              <a:gdLst>
                <a:gd name="T0" fmla="*/ 1448 w 7"/>
                <a:gd name="T1" fmla="*/ 1700 h 7"/>
                <a:gd name="T2" fmla="*/ 357 w 7"/>
                <a:gd name="T3" fmla="*/ 1448 h 7"/>
                <a:gd name="T4" fmla="*/ 357 w 7"/>
                <a:gd name="T5" fmla="*/ 357 h 7"/>
                <a:gd name="T6" fmla="*/ 1700 w 7"/>
                <a:gd name="T7" fmla="*/ 357 h 7"/>
                <a:gd name="T8" fmla="*/ 1448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5"/>
                    <a:pt x="5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65" name="Freeform 925">
              <a:extLst>
                <a:ext uri="{FF2B5EF4-FFF2-40B4-BE49-F238E27FC236}">
                  <a16:creationId xmlns:a16="http://schemas.microsoft.com/office/drawing/2014/main" id="{C952DAAB-1E82-4AB1-A58A-9FC77FC55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441"/>
              <a:ext cx="7" cy="8"/>
            </a:xfrm>
            <a:custGeom>
              <a:avLst/>
              <a:gdLst>
                <a:gd name="T0" fmla="*/ 355 w 3"/>
                <a:gd name="T1" fmla="*/ 661 h 3"/>
                <a:gd name="T2" fmla="*/ 152 w 3"/>
                <a:gd name="T3" fmla="*/ 661 h 3"/>
                <a:gd name="T4" fmla="*/ 152 w 3"/>
                <a:gd name="T5" fmla="*/ 397 h 3"/>
                <a:gd name="T6" fmla="*/ 355 w 3"/>
                <a:gd name="T7" fmla="*/ 397 h 3"/>
                <a:gd name="T8" fmla="*/ 355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6" name="Freeform 926">
              <a:extLst>
                <a:ext uri="{FF2B5EF4-FFF2-40B4-BE49-F238E27FC236}">
                  <a16:creationId xmlns:a16="http://schemas.microsoft.com/office/drawing/2014/main" id="{D70F275F-79F1-4F55-A87B-03D6260AF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420"/>
              <a:ext cx="17" cy="19"/>
            </a:xfrm>
            <a:custGeom>
              <a:avLst/>
              <a:gdLst>
                <a:gd name="T0" fmla="*/ 1243 w 7"/>
                <a:gd name="T1" fmla="*/ 2342 h 7"/>
                <a:gd name="T2" fmla="*/ 170 w 7"/>
                <a:gd name="T3" fmla="*/ 2342 h 7"/>
                <a:gd name="T4" fmla="*/ 413 w 7"/>
                <a:gd name="T5" fmla="*/ 442 h 7"/>
                <a:gd name="T6" fmla="*/ 1243 w 7"/>
                <a:gd name="T7" fmla="*/ 760 h 7"/>
                <a:gd name="T8" fmla="*/ 124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67" name="Freeform 927">
              <a:extLst>
                <a:ext uri="{FF2B5EF4-FFF2-40B4-BE49-F238E27FC236}">
                  <a16:creationId xmlns:a16="http://schemas.microsoft.com/office/drawing/2014/main" id="{B38DC30E-2C33-4B42-A68E-107ABCB27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425"/>
              <a:ext cx="5" cy="6"/>
            </a:xfrm>
            <a:custGeom>
              <a:avLst/>
              <a:gdLst>
                <a:gd name="T0" fmla="*/ 520 w 2"/>
                <a:gd name="T1" fmla="*/ 1458 h 2"/>
                <a:gd name="T2" fmla="*/ 0 w 2"/>
                <a:gd name="T3" fmla="*/ 1458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68" name="Freeform 928">
              <a:extLst>
                <a:ext uri="{FF2B5EF4-FFF2-40B4-BE49-F238E27FC236}">
                  <a16:creationId xmlns:a16="http://schemas.microsoft.com/office/drawing/2014/main" id="{005F35F7-1458-467B-8ED4-7C905B710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404"/>
              <a:ext cx="17" cy="19"/>
            </a:xfrm>
            <a:custGeom>
              <a:avLst/>
              <a:gdLst>
                <a:gd name="T0" fmla="*/ 1243 w 7"/>
                <a:gd name="T1" fmla="*/ 2342 h 7"/>
                <a:gd name="T2" fmla="*/ 170 w 7"/>
                <a:gd name="T3" fmla="*/ 2063 h 7"/>
                <a:gd name="T4" fmla="*/ 170 w 7"/>
                <a:gd name="T5" fmla="*/ 442 h 7"/>
                <a:gd name="T6" fmla="*/ 1243 w 7"/>
                <a:gd name="T7" fmla="*/ 442 h 7"/>
                <a:gd name="T8" fmla="*/ 124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69" name="Freeform 929">
              <a:extLst>
                <a:ext uri="{FF2B5EF4-FFF2-40B4-BE49-F238E27FC236}">
                  <a16:creationId xmlns:a16="http://schemas.microsoft.com/office/drawing/2014/main" id="{F8FAF2DF-2B5F-4186-8CCE-B2A87DA4B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407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70" name="Freeform 930">
              <a:extLst>
                <a:ext uri="{FF2B5EF4-FFF2-40B4-BE49-F238E27FC236}">
                  <a16:creationId xmlns:a16="http://schemas.microsoft.com/office/drawing/2014/main" id="{5A0F6011-F7AE-49DA-8AAA-A41CB99AF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385"/>
              <a:ext cx="18" cy="19"/>
            </a:xfrm>
            <a:custGeom>
              <a:avLst/>
              <a:gdLst>
                <a:gd name="T0" fmla="*/ 1700 w 7"/>
                <a:gd name="T1" fmla="*/ 2342 h 7"/>
                <a:gd name="T2" fmla="*/ 357 w 7"/>
                <a:gd name="T3" fmla="*/ 2063 h 7"/>
                <a:gd name="T4" fmla="*/ 563 w 7"/>
                <a:gd name="T5" fmla="*/ 442 h 7"/>
                <a:gd name="T6" fmla="*/ 1700 w 7"/>
                <a:gd name="T7" fmla="*/ 442 h 7"/>
                <a:gd name="T8" fmla="*/ 170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71" name="Freeform 931">
              <a:extLst>
                <a:ext uri="{FF2B5EF4-FFF2-40B4-BE49-F238E27FC236}">
                  <a16:creationId xmlns:a16="http://schemas.microsoft.com/office/drawing/2014/main" id="{BCCA52C2-4863-4D9E-9068-C95D2B933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388"/>
              <a:ext cx="5" cy="8"/>
            </a:xfrm>
            <a:custGeom>
              <a:avLst/>
              <a:gdLst>
                <a:gd name="T0" fmla="*/ 520 w 2"/>
                <a:gd name="T1" fmla="*/ 1059 h 3"/>
                <a:gd name="T2" fmla="*/ 0 w 2"/>
                <a:gd name="T3" fmla="*/ 661 h 3"/>
                <a:gd name="T4" fmla="*/ 313 w 2"/>
                <a:gd name="T5" fmla="*/ 397 h 3"/>
                <a:gd name="T6" fmla="*/ 520 w 2"/>
                <a:gd name="T7" fmla="*/ 397 h 3"/>
                <a:gd name="T8" fmla="*/ 520 w 2"/>
                <a:gd name="T9" fmla="*/ 1059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72" name="Freeform 932">
              <a:extLst>
                <a:ext uri="{FF2B5EF4-FFF2-40B4-BE49-F238E27FC236}">
                  <a16:creationId xmlns:a16="http://schemas.microsoft.com/office/drawing/2014/main" id="{30F501CA-72D1-40AB-B2A9-617D22CFB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367"/>
              <a:ext cx="18" cy="18"/>
            </a:xfrm>
            <a:custGeom>
              <a:avLst/>
              <a:gdLst>
                <a:gd name="T0" fmla="*/ 1700 w 7"/>
                <a:gd name="T1" fmla="*/ 1700 h 7"/>
                <a:gd name="T2" fmla="*/ 357 w 7"/>
                <a:gd name="T3" fmla="*/ 1700 h 7"/>
                <a:gd name="T4" fmla="*/ 357 w 7"/>
                <a:gd name="T5" fmla="*/ 357 h 7"/>
                <a:gd name="T6" fmla="*/ 1700 w 7"/>
                <a:gd name="T7" fmla="*/ 357 h 7"/>
                <a:gd name="T8" fmla="*/ 170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73" name="Freeform 933">
              <a:extLst>
                <a:ext uri="{FF2B5EF4-FFF2-40B4-BE49-F238E27FC236}">
                  <a16:creationId xmlns:a16="http://schemas.microsoft.com/office/drawing/2014/main" id="{A210C99F-4F74-4ACF-A814-5BB1DA6ED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372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74" name="Freeform 934">
              <a:extLst>
                <a:ext uri="{FF2B5EF4-FFF2-40B4-BE49-F238E27FC236}">
                  <a16:creationId xmlns:a16="http://schemas.microsoft.com/office/drawing/2014/main" id="{A6C71C35-62D6-4AA0-A588-7077B6E78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348"/>
              <a:ext cx="18" cy="21"/>
            </a:xfrm>
            <a:custGeom>
              <a:avLst/>
              <a:gdLst>
                <a:gd name="T0" fmla="*/ 1448 w 7"/>
                <a:gd name="T1" fmla="*/ 2226 h 8"/>
                <a:gd name="T2" fmla="*/ 357 w 7"/>
                <a:gd name="T3" fmla="*/ 1992 h 8"/>
                <a:gd name="T4" fmla="*/ 357 w 7"/>
                <a:gd name="T5" fmla="*/ 378 h 8"/>
                <a:gd name="T6" fmla="*/ 1700 w 7"/>
                <a:gd name="T7" fmla="*/ 614 h 8"/>
                <a:gd name="T8" fmla="*/ 1448 w 7"/>
                <a:gd name="T9" fmla="*/ 222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5" y="7"/>
                  </a:moveTo>
                  <a:cubicBezTo>
                    <a:pt x="4" y="8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1"/>
                    <a:pt x="6" y="2"/>
                  </a:cubicBezTo>
                  <a:cubicBezTo>
                    <a:pt x="7" y="4"/>
                    <a:pt x="7" y="6"/>
                    <a:pt x="5" y="7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75" name="Freeform 935">
              <a:extLst>
                <a:ext uri="{FF2B5EF4-FFF2-40B4-BE49-F238E27FC236}">
                  <a16:creationId xmlns:a16="http://schemas.microsoft.com/office/drawing/2014/main" id="{D9B61F52-02B5-42F4-8A99-93FB95444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353"/>
              <a:ext cx="7" cy="8"/>
            </a:xfrm>
            <a:custGeom>
              <a:avLst/>
              <a:gdLst>
                <a:gd name="T0" fmla="*/ 355 w 3"/>
                <a:gd name="T1" fmla="*/ 661 h 3"/>
                <a:gd name="T2" fmla="*/ 152 w 3"/>
                <a:gd name="T3" fmla="*/ 661 h 3"/>
                <a:gd name="T4" fmla="*/ 152 w 3"/>
                <a:gd name="T5" fmla="*/ 0 h 3"/>
                <a:gd name="T6" fmla="*/ 355 w 3"/>
                <a:gd name="T7" fmla="*/ 397 h 3"/>
                <a:gd name="T8" fmla="*/ 355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76" name="Freeform 936">
              <a:extLst>
                <a:ext uri="{FF2B5EF4-FFF2-40B4-BE49-F238E27FC236}">
                  <a16:creationId xmlns:a16="http://schemas.microsoft.com/office/drawing/2014/main" id="{8188738D-3EB6-4D72-B501-A3CB6A55D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332"/>
              <a:ext cx="18" cy="19"/>
            </a:xfrm>
            <a:custGeom>
              <a:avLst/>
              <a:gdLst>
                <a:gd name="T0" fmla="*/ 1448 w 7"/>
                <a:gd name="T1" fmla="*/ 2342 h 7"/>
                <a:gd name="T2" fmla="*/ 357 w 7"/>
                <a:gd name="T3" fmla="*/ 2063 h 7"/>
                <a:gd name="T4" fmla="*/ 563 w 7"/>
                <a:gd name="T5" fmla="*/ 442 h 7"/>
                <a:gd name="T6" fmla="*/ 1700 w 7"/>
                <a:gd name="T7" fmla="*/ 442 h 7"/>
                <a:gd name="T8" fmla="*/ 1448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5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77" name="Freeform 937">
              <a:extLst>
                <a:ext uri="{FF2B5EF4-FFF2-40B4-BE49-F238E27FC236}">
                  <a16:creationId xmlns:a16="http://schemas.microsoft.com/office/drawing/2014/main" id="{09429531-0D6C-4317-843A-7BA11AFE0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335"/>
              <a:ext cx="5" cy="8"/>
            </a:xfrm>
            <a:custGeom>
              <a:avLst/>
              <a:gdLst>
                <a:gd name="T0" fmla="*/ 313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313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78" name="Freeform 938">
              <a:extLst>
                <a:ext uri="{FF2B5EF4-FFF2-40B4-BE49-F238E27FC236}">
                  <a16:creationId xmlns:a16="http://schemas.microsoft.com/office/drawing/2014/main" id="{8F5FE625-3EB8-4F2A-BF68-500D4F13D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313"/>
              <a:ext cx="18" cy="22"/>
            </a:xfrm>
            <a:custGeom>
              <a:avLst/>
              <a:gdLst>
                <a:gd name="T0" fmla="*/ 1448 w 7"/>
                <a:gd name="T1" fmla="*/ 2973 h 8"/>
                <a:gd name="T2" fmla="*/ 357 w 7"/>
                <a:gd name="T3" fmla="*/ 2684 h 8"/>
                <a:gd name="T4" fmla="*/ 563 w 7"/>
                <a:gd name="T5" fmla="*/ 462 h 8"/>
                <a:gd name="T6" fmla="*/ 1700 w 7"/>
                <a:gd name="T7" fmla="*/ 976 h 8"/>
                <a:gd name="T8" fmla="*/ 1448 w 7"/>
                <a:gd name="T9" fmla="*/ 297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5" y="7"/>
                  </a:moveTo>
                  <a:cubicBezTo>
                    <a:pt x="4" y="8"/>
                    <a:pt x="2" y="7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1"/>
                    <a:pt x="6" y="2"/>
                  </a:cubicBezTo>
                  <a:cubicBezTo>
                    <a:pt x="7" y="4"/>
                    <a:pt x="7" y="6"/>
                    <a:pt x="5" y="7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79" name="Freeform 939">
              <a:extLst>
                <a:ext uri="{FF2B5EF4-FFF2-40B4-BE49-F238E27FC236}">
                  <a16:creationId xmlns:a16="http://schemas.microsoft.com/office/drawing/2014/main" id="{2A590C65-1907-431A-A34C-D8072254E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319"/>
              <a:ext cx="5" cy="5"/>
            </a:xfrm>
            <a:custGeom>
              <a:avLst/>
              <a:gdLst>
                <a:gd name="T0" fmla="*/ 313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313 h 2"/>
                <a:gd name="T8" fmla="*/ 313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80" name="Oval 940">
              <a:extLst>
                <a:ext uri="{FF2B5EF4-FFF2-40B4-BE49-F238E27FC236}">
                  <a16:creationId xmlns:a16="http://schemas.microsoft.com/office/drawing/2014/main" id="{49665118-95C5-40CF-AED5-30FCCB0AA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2" y="3169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81" name="Oval 941">
              <a:extLst>
                <a:ext uri="{FF2B5EF4-FFF2-40B4-BE49-F238E27FC236}">
                  <a16:creationId xmlns:a16="http://schemas.microsoft.com/office/drawing/2014/main" id="{02A45DD5-4E55-49CF-9784-C155FBF6B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3172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82" name="Oval 942">
              <a:extLst>
                <a:ext uri="{FF2B5EF4-FFF2-40B4-BE49-F238E27FC236}">
                  <a16:creationId xmlns:a16="http://schemas.microsoft.com/office/drawing/2014/main" id="{F2800638-F3F1-4CE5-A6F2-A22B1CD5E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3169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83" name="Oval 943">
              <a:extLst>
                <a:ext uri="{FF2B5EF4-FFF2-40B4-BE49-F238E27FC236}">
                  <a16:creationId xmlns:a16="http://schemas.microsoft.com/office/drawing/2014/main" id="{1A8CE238-ABAA-4EBC-8DD3-AFD5389B5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9" y="317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84" name="Oval 944">
              <a:extLst>
                <a:ext uri="{FF2B5EF4-FFF2-40B4-BE49-F238E27FC236}">
                  <a16:creationId xmlns:a16="http://schemas.microsoft.com/office/drawing/2014/main" id="{69E460AB-2B70-4160-805A-D588EA11B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3167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85" name="Oval 945">
              <a:extLst>
                <a:ext uri="{FF2B5EF4-FFF2-40B4-BE49-F238E27FC236}">
                  <a16:creationId xmlns:a16="http://schemas.microsoft.com/office/drawing/2014/main" id="{9D6D1115-01E3-4FBC-A9DC-0CA84D1DD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2" y="316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86" name="Oval 946">
              <a:extLst>
                <a:ext uri="{FF2B5EF4-FFF2-40B4-BE49-F238E27FC236}">
                  <a16:creationId xmlns:a16="http://schemas.microsoft.com/office/drawing/2014/main" id="{742CB1E6-3BA7-4041-93D1-8F96EF3B8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3164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87" name="Oval 947">
              <a:extLst>
                <a:ext uri="{FF2B5EF4-FFF2-40B4-BE49-F238E27FC236}">
                  <a16:creationId xmlns:a16="http://schemas.microsoft.com/office/drawing/2014/main" id="{3B7FEA7E-C9BB-4031-9712-6DE765E26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" y="316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88" name="Oval 948">
              <a:extLst>
                <a:ext uri="{FF2B5EF4-FFF2-40B4-BE49-F238E27FC236}">
                  <a16:creationId xmlns:a16="http://schemas.microsoft.com/office/drawing/2014/main" id="{D2F1EF4A-AD9B-4498-84A4-35EF5B88E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3159"/>
              <a:ext cx="18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89" name="Oval 949">
              <a:extLst>
                <a:ext uri="{FF2B5EF4-FFF2-40B4-BE49-F238E27FC236}">
                  <a16:creationId xmlns:a16="http://schemas.microsoft.com/office/drawing/2014/main" id="{39B4DCF4-07CD-4FEC-BCF1-E967F902F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316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90" name="Oval 950">
              <a:extLst>
                <a:ext uri="{FF2B5EF4-FFF2-40B4-BE49-F238E27FC236}">
                  <a16:creationId xmlns:a16="http://schemas.microsoft.com/office/drawing/2014/main" id="{0B5F9C92-984B-4228-AF7A-27F5C89E0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3153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91" name="Oval 951">
              <a:extLst>
                <a:ext uri="{FF2B5EF4-FFF2-40B4-BE49-F238E27FC236}">
                  <a16:creationId xmlns:a16="http://schemas.microsoft.com/office/drawing/2014/main" id="{61E5E27B-F048-4D9E-B2BE-62C6464C9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315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92" name="Oval 952">
              <a:extLst>
                <a:ext uri="{FF2B5EF4-FFF2-40B4-BE49-F238E27FC236}">
                  <a16:creationId xmlns:a16="http://schemas.microsoft.com/office/drawing/2014/main" id="{22F62164-4798-44D1-AE61-C9DC71D4F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3148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93" name="Oval 953">
              <a:extLst>
                <a:ext uri="{FF2B5EF4-FFF2-40B4-BE49-F238E27FC236}">
                  <a16:creationId xmlns:a16="http://schemas.microsoft.com/office/drawing/2014/main" id="{CA1AED17-A3AD-4B1D-974F-0B5EFADAC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3151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94" name="Oval 954">
              <a:extLst>
                <a:ext uri="{FF2B5EF4-FFF2-40B4-BE49-F238E27FC236}">
                  <a16:creationId xmlns:a16="http://schemas.microsoft.com/office/drawing/2014/main" id="{DB499470-3E44-4424-AB37-F33A79AB7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9" y="3140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95" name="Oval 955">
              <a:extLst>
                <a:ext uri="{FF2B5EF4-FFF2-40B4-BE49-F238E27FC236}">
                  <a16:creationId xmlns:a16="http://schemas.microsoft.com/office/drawing/2014/main" id="{738C27A9-D112-456B-90A4-FD1D44EDB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314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96" name="Oval 956">
              <a:extLst>
                <a:ext uri="{FF2B5EF4-FFF2-40B4-BE49-F238E27FC236}">
                  <a16:creationId xmlns:a16="http://schemas.microsoft.com/office/drawing/2014/main" id="{0F7FC6F2-1B24-4098-ABE9-92354CC86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7" y="3135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97" name="Oval 957">
              <a:extLst>
                <a:ext uri="{FF2B5EF4-FFF2-40B4-BE49-F238E27FC236}">
                  <a16:creationId xmlns:a16="http://schemas.microsoft.com/office/drawing/2014/main" id="{8E13C137-3348-4A1A-B0D2-180F538D5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" y="313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98" name="Oval 958">
              <a:extLst>
                <a:ext uri="{FF2B5EF4-FFF2-40B4-BE49-F238E27FC236}">
                  <a16:creationId xmlns:a16="http://schemas.microsoft.com/office/drawing/2014/main" id="{252C8D5D-39D9-47CD-9A3A-0A898C56B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2" y="3124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99" name="Oval 959">
              <a:extLst>
                <a:ext uri="{FF2B5EF4-FFF2-40B4-BE49-F238E27FC236}">
                  <a16:creationId xmlns:a16="http://schemas.microsoft.com/office/drawing/2014/main" id="{47888254-7B8C-4D35-A21F-481BF19E1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7" y="312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00" name="Oval 960">
              <a:extLst>
                <a:ext uri="{FF2B5EF4-FFF2-40B4-BE49-F238E27FC236}">
                  <a16:creationId xmlns:a16="http://schemas.microsoft.com/office/drawing/2014/main" id="{9605934D-8846-49BF-8B61-F43BCAC2B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3116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01" name="Oval 961">
              <a:extLst>
                <a:ext uri="{FF2B5EF4-FFF2-40B4-BE49-F238E27FC236}">
                  <a16:creationId xmlns:a16="http://schemas.microsoft.com/office/drawing/2014/main" id="{F822FA43-E954-4F27-B022-56E20CD48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2" y="311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02" name="Oval 962">
              <a:extLst>
                <a:ext uri="{FF2B5EF4-FFF2-40B4-BE49-F238E27FC236}">
                  <a16:creationId xmlns:a16="http://schemas.microsoft.com/office/drawing/2014/main" id="{0EAAE8A8-00D0-4DD6-A896-B3CC4C0BD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3105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03" name="Oval 963">
              <a:extLst>
                <a:ext uri="{FF2B5EF4-FFF2-40B4-BE49-F238E27FC236}">
                  <a16:creationId xmlns:a16="http://schemas.microsoft.com/office/drawing/2014/main" id="{C86B6002-0BBF-4B76-8458-2BF8712ED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" y="3108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04" name="Oval 964">
              <a:extLst>
                <a:ext uri="{FF2B5EF4-FFF2-40B4-BE49-F238E27FC236}">
                  <a16:creationId xmlns:a16="http://schemas.microsoft.com/office/drawing/2014/main" id="{01A63CFE-E113-4831-834F-127104E2D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3095"/>
              <a:ext cx="18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05" name="Oval 965">
              <a:extLst>
                <a:ext uri="{FF2B5EF4-FFF2-40B4-BE49-F238E27FC236}">
                  <a16:creationId xmlns:a16="http://schemas.microsoft.com/office/drawing/2014/main" id="{C37D1388-0CE7-44E1-927F-A360BA875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7" y="3097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06" name="Oval 966">
              <a:extLst>
                <a:ext uri="{FF2B5EF4-FFF2-40B4-BE49-F238E27FC236}">
                  <a16:creationId xmlns:a16="http://schemas.microsoft.com/office/drawing/2014/main" id="{722F1B0F-1680-4E47-8B2E-93ADD1197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" y="3084"/>
              <a:ext cx="17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07" name="Oval 967">
              <a:extLst>
                <a:ext uri="{FF2B5EF4-FFF2-40B4-BE49-F238E27FC236}">
                  <a16:creationId xmlns:a16="http://schemas.microsoft.com/office/drawing/2014/main" id="{64C7372A-FB9F-48A0-8C63-5619DB861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308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08" name="Oval 968">
              <a:extLst>
                <a:ext uri="{FF2B5EF4-FFF2-40B4-BE49-F238E27FC236}">
                  <a16:creationId xmlns:a16="http://schemas.microsoft.com/office/drawing/2014/main" id="{80CDADA6-30E9-489F-AA58-75E268BE9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7" y="3073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09" name="Oval 969">
              <a:extLst>
                <a:ext uri="{FF2B5EF4-FFF2-40B4-BE49-F238E27FC236}">
                  <a16:creationId xmlns:a16="http://schemas.microsoft.com/office/drawing/2014/main" id="{EB781720-5A43-4C66-984B-09E237F85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2" y="307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10" name="Oval 970">
              <a:extLst>
                <a:ext uri="{FF2B5EF4-FFF2-40B4-BE49-F238E27FC236}">
                  <a16:creationId xmlns:a16="http://schemas.microsoft.com/office/drawing/2014/main" id="{08C62B30-AB96-4783-84D3-65F5E3675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4" y="3060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11" name="Oval 971">
              <a:extLst>
                <a:ext uri="{FF2B5EF4-FFF2-40B4-BE49-F238E27FC236}">
                  <a16:creationId xmlns:a16="http://schemas.microsoft.com/office/drawing/2014/main" id="{CBDC9C9C-7C5D-4000-B8D4-DD756BB6E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9" y="3063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12" name="Oval 972">
              <a:extLst>
                <a:ext uri="{FF2B5EF4-FFF2-40B4-BE49-F238E27FC236}">
                  <a16:creationId xmlns:a16="http://schemas.microsoft.com/office/drawing/2014/main" id="{459001AF-CE9A-4922-9889-ED54B395F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1257"/>
              <a:ext cx="97" cy="104"/>
            </a:xfrm>
            <a:prstGeom prst="ellipse">
              <a:avLst/>
            </a:pr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13" name="Oval 973">
              <a:extLst>
                <a:ext uri="{FF2B5EF4-FFF2-40B4-BE49-F238E27FC236}">
                  <a16:creationId xmlns:a16="http://schemas.microsoft.com/office/drawing/2014/main" id="{CAE337FC-D507-4793-A5B9-A1039B00C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2" y="1276"/>
              <a:ext cx="47" cy="51"/>
            </a:xfrm>
            <a:prstGeom prst="ellipse">
              <a:avLst/>
            </a:pr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14" name="Oval 974">
              <a:extLst>
                <a:ext uri="{FF2B5EF4-FFF2-40B4-BE49-F238E27FC236}">
                  <a16:creationId xmlns:a16="http://schemas.microsoft.com/office/drawing/2014/main" id="{38AFB231-AE3C-41D8-B5E1-ABEBB4AD0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2" y="128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15" name="Freeform 975">
              <a:extLst>
                <a:ext uri="{FF2B5EF4-FFF2-40B4-BE49-F238E27FC236}">
                  <a16:creationId xmlns:a16="http://schemas.microsoft.com/office/drawing/2014/main" id="{E87D9A7B-91EB-4105-A218-0923BEA4E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361"/>
              <a:ext cx="17" cy="78"/>
            </a:xfrm>
            <a:custGeom>
              <a:avLst/>
              <a:gdLst>
                <a:gd name="T0" fmla="*/ 590 w 7"/>
                <a:gd name="T1" fmla="*/ 0 h 29"/>
                <a:gd name="T2" fmla="*/ 0 w 7"/>
                <a:gd name="T3" fmla="*/ 0 h 29"/>
                <a:gd name="T4" fmla="*/ 0 w 7"/>
                <a:gd name="T5" fmla="*/ 10995 h 29"/>
                <a:gd name="T6" fmla="*/ 0 w 7"/>
                <a:gd name="T7" fmla="*/ 10995 h 29"/>
                <a:gd name="T8" fmla="*/ 590 w 7"/>
                <a:gd name="T9" fmla="*/ 10995 h 29"/>
                <a:gd name="T10" fmla="*/ 1433 w 7"/>
                <a:gd name="T11" fmla="*/ 10995 h 29"/>
                <a:gd name="T12" fmla="*/ 1433 w 7"/>
                <a:gd name="T13" fmla="*/ 10995 h 29"/>
                <a:gd name="T14" fmla="*/ 1433 w 7"/>
                <a:gd name="T15" fmla="*/ 0 h 29"/>
                <a:gd name="T16" fmla="*/ 590 w 7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9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5" y="29"/>
                    <a:pt x="6" y="29"/>
                    <a:pt x="7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16" name="Freeform 976">
              <a:extLst>
                <a:ext uri="{FF2B5EF4-FFF2-40B4-BE49-F238E27FC236}">
                  <a16:creationId xmlns:a16="http://schemas.microsoft.com/office/drawing/2014/main" id="{878F1102-101E-494B-AC8C-2963C9AE0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367"/>
              <a:ext cx="10" cy="72"/>
            </a:xfrm>
            <a:custGeom>
              <a:avLst/>
              <a:gdLst>
                <a:gd name="T0" fmla="*/ 0 w 4"/>
                <a:gd name="T1" fmla="*/ 0 h 27"/>
                <a:gd name="T2" fmla="*/ 988 w 4"/>
                <a:gd name="T3" fmla="*/ 0 h 27"/>
                <a:gd name="T4" fmla="*/ 988 w 4"/>
                <a:gd name="T5" fmla="*/ 9707 h 27"/>
                <a:gd name="T6" fmla="*/ 783 w 4"/>
                <a:gd name="T7" fmla="*/ 661 h 27"/>
                <a:gd name="T8" fmla="*/ 0 w 4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7">
                  <a:moveTo>
                    <a:pt x="0" y="0"/>
                  </a:moveTo>
                  <a:cubicBezTo>
                    <a:pt x="1" y="0"/>
                    <a:pt x="4" y="0"/>
                    <a:pt x="4" y="0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4" y="3"/>
                    <a:pt x="3" y="2"/>
                  </a:cubicBezTo>
                  <a:cubicBezTo>
                    <a:pt x="2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17" name="Oval 977">
              <a:extLst>
                <a:ext uri="{FF2B5EF4-FFF2-40B4-BE49-F238E27FC236}">
                  <a16:creationId xmlns:a16="http://schemas.microsoft.com/office/drawing/2014/main" id="{051B365B-9086-40FA-BCD2-F854CEB21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3263"/>
              <a:ext cx="97" cy="106"/>
            </a:xfrm>
            <a:prstGeom prst="ellipse">
              <a:avLst/>
            </a:pr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18" name="Freeform 978">
              <a:extLst>
                <a:ext uri="{FF2B5EF4-FFF2-40B4-BE49-F238E27FC236}">
                  <a16:creationId xmlns:a16="http://schemas.microsoft.com/office/drawing/2014/main" id="{E09FC226-732B-4F9D-842C-E70BF50BE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281"/>
              <a:ext cx="52" cy="59"/>
            </a:xfrm>
            <a:custGeom>
              <a:avLst/>
              <a:gdLst>
                <a:gd name="T0" fmla="*/ 1582 w 21"/>
                <a:gd name="T1" fmla="*/ 676 h 22"/>
                <a:gd name="T2" fmla="*/ 4660 w 21"/>
                <a:gd name="T3" fmla="*/ 2891 h 22"/>
                <a:gd name="T4" fmla="*/ 3261 w 21"/>
                <a:gd name="T5" fmla="*/ 7501 h 22"/>
                <a:gd name="T6" fmla="*/ 453 w 21"/>
                <a:gd name="T7" fmla="*/ 5286 h 22"/>
                <a:gd name="T8" fmla="*/ 1582 w 21"/>
                <a:gd name="T9" fmla="*/ 67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7" y="2"/>
                  </a:moveTo>
                  <a:cubicBezTo>
                    <a:pt x="12" y="0"/>
                    <a:pt x="18" y="3"/>
                    <a:pt x="20" y="8"/>
                  </a:cubicBezTo>
                  <a:cubicBezTo>
                    <a:pt x="21" y="13"/>
                    <a:pt x="19" y="18"/>
                    <a:pt x="14" y="20"/>
                  </a:cubicBezTo>
                  <a:cubicBezTo>
                    <a:pt x="9" y="22"/>
                    <a:pt x="3" y="19"/>
                    <a:pt x="2" y="14"/>
                  </a:cubicBezTo>
                  <a:cubicBezTo>
                    <a:pt x="0" y="9"/>
                    <a:pt x="2" y="4"/>
                    <a:pt x="7" y="2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19" name="Freeform 979">
              <a:extLst>
                <a:ext uri="{FF2B5EF4-FFF2-40B4-BE49-F238E27FC236}">
                  <a16:creationId xmlns:a16="http://schemas.microsoft.com/office/drawing/2014/main" id="{61A88A5E-E9B8-4323-B76C-4355A5FD1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292"/>
              <a:ext cx="22" cy="24"/>
            </a:xfrm>
            <a:custGeom>
              <a:avLst/>
              <a:gdLst>
                <a:gd name="T0" fmla="*/ 616 w 9"/>
                <a:gd name="T1" fmla="*/ 397 h 9"/>
                <a:gd name="T2" fmla="*/ 1750 w 9"/>
                <a:gd name="T3" fmla="*/ 1059 h 9"/>
                <a:gd name="T4" fmla="*/ 1315 w 9"/>
                <a:gd name="T5" fmla="*/ 2824 h 9"/>
                <a:gd name="T6" fmla="*/ 174 w 9"/>
                <a:gd name="T7" fmla="*/ 2184 h 9"/>
                <a:gd name="T8" fmla="*/ 616 w 9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20" name="Freeform 980">
              <a:extLst>
                <a:ext uri="{FF2B5EF4-FFF2-40B4-BE49-F238E27FC236}">
                  <a16:creationId xmlns:a16="http://schemas.microsoft.com/office/drawing/2014/main" id="{A50DBEF7-D61D-45A7-B07E-04A46F5C7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185"/>
              <a:ext cx="17" cy="78"/>
            </a:xfrm>
            <a:custGeom>
              <a:avLst/>
              <a:gdLst>
                <a:gd name="T0" fmla="*/ 831 w 7"/>
                <a:gd name="T1" fmla="*/ 10995 h 29"/>
                <a:gd name="T2" fmla="*/ 1433 w 7"/>
                <a:gd name="T3" fmla="*/ 10995 h 29"/>
                <a:gd name="T4" fmla="*/ 1433 w 7"/>
                <a:gd name="T5" fmla="*/ 428 h 29"/>
                <a:gd name="T6" fmla="*/ 1433 w 7"/>
                <a:gd name="T7" fmla="*/ 0 h 29"/>
                <a:gd name="T8" fmla="*/ 831 w 7"/>
                <a:gd name="T9" fmla="*/ 428 h 29"/>
                <a:gd name="T10" fmla="*/ 0 w 7"/>
                <a:gd name="T11" fmla="*/ 0 h 29"/>
                <a:gd name="T12" fmla="*/ 0 w 7"/>
                <a:gd name="T13" fmla="*/ 428 h 29"/>
                <a:gd name="T14" fmla="*/ 0 w 7"/>
                <a:gd name="T15" fmla="*/ 10995 h 29"/>
                <a:gd name="T16" fmla="*/ 831 w 7"/>
                <a:gd name="T17" fmla="*/ 1099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9">
                  <a:moveTo>
                    <a:pt x="4" y="29"/>
                  </a:moveTo>
                  <a:cubicBezTo>
                    <a:pt x="5" y="29"/>
                    <a:pt x="6" y="29"/>
                    <a:pt x="7" y="2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0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29"/>
                    <a:pt x="2" y="29"/>
                    <a:pt x="4" y="29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21" name="Freeform 981">
              <a:extLst>
                <a:ext uri="{FF2B5EF4-FFF2-40B4-BE49-F238E27FC236}">
                  <a16:creationId xmlns:a16="http://schemas.microsoft.com/office/drawing/2014/main" id="{9652E8FC-02C2-4CCC-925E-15D457BA0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188"/>
              <a:ext cx="10" cy="72"/>
            </a:xfrm>
            <a:custGeom>
              <a:avLst/>
              <a:gdLst>
                <a:gd name="T0" fmla="*/ 988 w 4"/>
                <a:gd name="T1" fmla="*/ 9707 h 27"/>
                <a:gd name="T2" fmla="*/ 0 w 4"/>
                <a:gd name="T3" fmla="*/ 9707 h 27"/>
                <a:gd name="T4" fmla="*/ 0 w 4"/>
                <a:gd name="T5" fmla="*/ 0 h 27"/>
                <a:gd name="T6" fmla="*/ 313 w 4"/>
                <a:gd name="T7" fmla="*/ 9045 h 27"/>
                <a:gd name="T8" fmla="*/ 988 w 4"/>
                <a:gd name="T9" fmla="*/ 970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7">
                  <a:moveTo>
                    <a:pt x="4" y="27"/>
                  </a:moveTo>
                  <a:cubicBezTo>
                    <a:pt x="3" y="27"/>
                    <a:pt x="0" y="27"/>
                    <a:pt x="0" y="2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24"/>
                    <a:pt x="1" y="25"/>
                  </a:cubicBezTo>
                  <a:cubicBezTo>
                    <a:pt x="2" y="26"/>
                    <a:pt x="4" y="27"/>
                    <a:pt x="4" y="27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22" name="Freeform 982">
              <a:extLst>
                <a:ext uri="{FF2B5EF4-FFF2-40B4-BE49-F238E27FC236}">
                  <a16:creationId xmlns:a16="http://schemas.microsoft.com/office/drawing/2014/main" id="{8DE14665-43F8-4138-863E-0D8CD3B9D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361"/>
              <a:ext cx="17" cy="78"/>
            </a:xfrm>
            <a:custGeom>
              <a:avLst/>
              <a:gdLst>
                <a:gd name="T0" fmla="*/ 590 w 7"/>
                <a:gd name="T1" fmla="*/ 0 h 29"/>
                <a:gd name="T2" fmla="*/ 0 w 7"/>
                <a:gd name="T3" fmla="*/ 0 h 29"/>
                <a:gd name="T4" fmla="*/ 0 w 7"/>
                <a:gd name="T5" fmla="*/ 10995 h 29"/>
                <a:gd name="T6" fmla="*/ 0 w 7"/>
                <a:gd name="T7" fmla="*/ 10995 h 29"/>
                <a:gd name="T8" fmla="*/ 590 w 7"/>
                <a:gd name="T9" fmla="*/ 10995 h 29"/>
                <a:gd name="T10" fmla="*/ 1433 w 7"/>
                <a:gd name="T11" fmla="*/ 10995 h 29"/>
                <a:gd name="T12" fmla="*/ 1433 w 7"/>
                <a:gd name="T13" fmla="*/ 10995 h 29"/>
                <a:gd name="T14" fmla="*/ 1433 w 7"/>
                <a:gd name="T15" fmla="*/ 0 h 29"/>
                <a:gd name="T16" fmla="*/ 590 w 7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9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5" y="29"/>
                    <a:pt x="6" y="29"/>
                    <a:pt x="7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23" name="Oval 983">
              <a:extLst>
                <a:ext uri="{FF2B5EF4-FFF2-40B4-BE49-F238E27FC236}">
                  <a16:creationId xmlns:a16="http://schemas.microsoft.com/office/drawing/2014/main" id="{FE7741B8-6D2F-4B66-B301-0028B256D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1257"/>
              <a:ext cx="97" cy="10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24" name="Oval 984">
              <a:extLst>
                <a:ext uri="{FF2B5EF4-FFF2-40B4-BE49-F238E27FC236}">
                  <a16:creationId xmlns:a16="http://schemas.microsoft.com/office/drawing/2014/main" id="{35A59E16-0D18-489A-B8DF-F9140C90C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260"/>
              <a:ext cx="97" cy="104"/>
            </a:xfrm>
            <a:prstGeom prst="ellipse">
              <a:avLst/>
            </a:pr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25" name="Oval 985">
              <a:extLst>
                <a:ext uri="{FF2B5EF4-FFF2-40B4-BE49-F238E27FC236}">
                  <a16:creationId xmlns:a16="http://schemas.microsoft.com/office/drawing/2014/main" id="{EB4EB0BC-15C0-442C-9858-18F49E6D1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2276"/>
              <a:ext cx="47" cy="51"/>
            </a:xfrm>
            <a:prstGeom prst="ellipse">
              <a:avLst/>
            </a:pr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26" name="Oval 986">
              <a:extLst>
                <a:ext uri="{FF2B5EF4-FFF2-40B4-BE49-F238E27FC236}">
                  <a16:creationId xmlns:a16="http://schemas.microsoft.com/office/drawing/2014/main" id="{90A4ECFB-F04D-4E32-BF81-6B6C09C25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228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27" name="Freeform 987">
              <a:extLst>
                <a:ext uri="{FF2B5EF4-FFF2-40B4-BE49-F238E27FC236}">
                  <a16:creationId xmlns:a16="http://schemas.microsoft.com/office/drawing/2014/main" id="{03DD312C-223C-4CD4-A930-16F4D54F4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305"/>
              <a:ext cx="73" cy="16"/>
            </a:xfrm>
            <a:custGeom>
              <a:avLst/>
              <a:gdLst>
                <a:gd name="T0" fmla="*/ 7383 w 29"/>
                <a:gd name="T1" fmla="*/ 1059 h 6"/>
                <a:gd name="T2" fmla="*/ 7383 w 29"/>
                <a:gd name="T3" fmla="*/ 0 h 6"/>
                <a:gd name="T4" fmla="*/ 0 w 29"/>
                <a:gd name="T5" fmla="*/ 0 h 6"/>
                <a:gd name="T6" fmla="*/ 0 w 29"/>
                <a:gd name="T7" fmla="*/ 0 h 6"/>
                <a:gd name="T8" fmla="*/ 0 w 29"/>
                <a:gd name="T9" fmla="*/ 1059 h 6"/>
                <a:gd name="T10" fmla="*/ 0 w 29"/>
                <a:gd name="T11" fmla="*/ 2184 h 6"/>
                <a:gd name="T12" fmla="*/ 0 w 29"/>
                <a:gd name="T13" fmla="*/ 2184 h 6"/>
                <a:gd name="T14" fmla="*/ 7383 w 29"/>
                <a:gd name="T15" fmla="*/ 2184 h 6"/>
                <a:gd name="T16" fmla="*/ 7383 w 29"/>
                <a:gd name="T17" fmla="*/ 1059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6">
                  <a:moveTo>
                    <a:pt x="29" y="3"/>
                  </a:moveTo>
                  <a:cubicBezTo>
                    <a:pt x="29" y="2"/>
                    <a:pt x="29" y="1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9" y="4"/>
                    <a:pt x="29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28" name="Freeform 988">
              <a:extLst>
                <a:ext uri="{FF2B5EF4-FFF2-40B4-BE49-F238E27FC236}">
                  <a16:creationId xmlns:a16="http://schemas.microsoft.com/office/drawing/2014/main" id="{6D882130-ACA3-433C-A255-B84FD06D9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305"/>
              <a:ext cx="67" cy="14"/>
            </a:xfrm>
            <a:custGeom>
              <a:avLst/>
              <a:gdLst>
                <a:gd name="T0" fmla="*/ 6293 w 27"/>
                <a:gd name="T1" fmla="*/ 0 h 5"/>
                <a:gd name="T2" fmla="*/ 6114 w 27"/>
                <a:gd name="T3" fmla="*/ 2391 h 5"/>
                <a:gd name="T4" fmla="*/ 0 w 27"/>
                <a:gd name="T5" fmla="*/ 2391 h 5"/>
                <a:gd name="T6" fmla="*/ 5653 w 27"/>
                <a:gd name="T7" fmla="*/ 1364 h 5"/>
                <a:gd name="T8" fmla="*/ 6293 w 27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">
                  <a:moveTo>
                    <a:pt x="27" y="0"/>
                  </a:moveTo>
                  <a:cubicBezTo>
                    <a:pt x="26" y="2"/>
                    <a:pt x="26" y="4"/>
                    <a:pt x="26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23" y="4"/>
                    <a:pt x="24" y="3"/>
                  </a:cubicBezTo>
                  <a:cubicBezTo>
                    <a:pt x="26" y="2"/>
                    <a:pt x="26" y="1"/>
                    <a:pt x="27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29" name="Oval 989">
              <a:extLst>
                <a:ext uri="{FF2B5EF4-FFF2-40B4-BE49-F238E27FC236}">
                  <a16:creationId xmlns:a16="http://schemas.microsoft.com/office/drawing/2014/main" id="{065E70F0-8A2F-457B-A81F-088427DF5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" y="2260"/>
              <a:ext cx="97" cy="104"/>
            </a:xfrm>
            <a:prstGeom prst="ellipse">
              <a:avLst/>
            </a:pr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30" name="Oval 990">
              <a:extLst>
                <a:ext uri="{FF2B5EF4-FFF2-40B4-BE49-F238E27FC236}">
                  <a16:creationId xmlns:a16="http://schemas.microsoft.com/office/drawing/2014/main" id="{4F37B111-4C5E-4D5D-AD91-278DC742C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" y="2281"/>
              <a:ext cx="47" cy="51"/>
            </a:xfrm>
            <a:prstGeom prst="ellipse">
              <a:avLst/>
            </a:pr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31" name="Oval 991">
              <a:extLst>
                <a:ext uri="{FF2B5EF4-FFF2-40B4-BE49-F238E27FC236}">
                  <a16:creationId xmlns:a16="http://schemas.microsoft.com/office/drawing/2014/main" id="{B4D69C49-302A-4F1B-B155-3AD3162EF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" y="229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32" name="Freeform 992">
              <a:extLst>
                <a:ext uri="{FF2B5EF4-FFF2-40B4-BE49-F238E27FC236}">
                  <a16:creationId xmlns:a16="http://schemas.microsoft.com/office/drawing/2014/main" id="{F2940849-52F3-4050-B5B4-82020603F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2305"/>
              <a:ext cx="73" cy="16"/>
            </a:xfrm>
            <a:custGeom>
              <a:avLst/>
              <a:gdLst>
                <a:gd name="T0" fmla="*/ 0 w 29"/>
                <a:gd name="T1" fmla="*/ 1059 h 6"/>
                <a:gd name="T2" fmla="*/ 0 w 29"/>
                <a:gd name="T3" fmla="*/ 2184 h 6"/>
                <a:gd name="T4" fmla="*/ 7383 w 29"/>
                <a:gd name="T5" fmla="*/ 2184 h 6"/>
                <a:gd name="T6" fmla="*/ 7383 w 29"/>
                <a:gd name="T7" fmla="*/ 2184 h 6"/>
                <a:gd name="T8" fmla="*/ 7383 w 29"/>
                <a:gd name="T9" fmla="*/ 1059 h 6"/>
                <a:gd name="T10" fmla="*/ 7383 w 29"/>
                <a:gd name="T11" fmla="*/ 0 h 6"/>
                <a:gd name="T12" fmla="*/ 7383 w 29"/>
                <a:gd name="T13" fmla="*/ 0 h 6"/>
                <a:gd name="T14" fmla="*/ 0 w 29"/>
                <a:gd name="T15" fmla="*/ 0 h 6"/>
                <a:gd name="T16" fmla="*/ 0 w 29"/>
                <a:gd name="T17" fmla="*/ 1059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6">
                  <a:moveTo>
                    <a:pt x="0" y="3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9" y="4"/>
                    <a:pt x="29" y="3"/>
                  </a:cubicBezTo>
                  <a:cubicBezTo>
                    <a:pt x="29" y="2"/>
                    <a:pt x="29" y="1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3" name="Freeform 993">
              <a:extLst>
                <a:ext uri="{FF2B5EF4-FFF2-40B4-BE49-F238E27FC236}">
                  <a16:creationId xmlns:a16="http://schemas.microsoft.com/office/drawing/2014/main" id="{685C2B82-D51B-4FA7-ADB7-1F1A21B1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308"/>
              <a:ext cx="70" cy="11"/>
            </a:xfrm>
            <a:custGeom>
              <a:avLst/>
              <a:gdLst>
                <a:gd name="T0" fmla="*/ 0 w 28"/>
                <a:gd name="T1" fmla="*/ 1724 h 4"/>
                <a:gd name="T2" fmla="*/ 313 w 28"/>
                <a:gd name="T3" fmla="*/ 0 h 4"/>
                <a:gd name="T4" fmla="*/ 6845 w 28"/>
                <a:gd name="T5" fmla="*/ 0 h 4"/>
                <a:gd name="T6" fmla="*/ 783 w 28"/>
                <a:gd name="T7" fmla="*/ 976 h 4"/>
                <a:gd name="T8" fmla="*/ 0 w 28"/>
                <a:gd name="T9" fmla="*/ 172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">
                  <a:moveTo>
                    <a:pt x="0" y="4"/>
                  </a:moveTo>
                  <a:cubicBezTo>
                    <a:pt x="1" y="3"/>
                    <a:pt x="1" y="0"/>
                    <a:pt x="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4" y="0"/>
                    <a:pt x="3" y="2"/>
                  </a:cubicBezTo>
                  <a:cubicBezTo>
                    <a:pt x="1" y="3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4" name="Freeform 994">
              <a:extLst>
                <a:ext uri="{FF2B5EF4-FFF2-40B4-BE49-F238E27FC236}">
                  <a16:creationId xmlns:a16="http://schemas.microsoft.com/office/drawing/2014/main" id="{5A44680D-2EE1-4CC6-B7F5-5D4C4677F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305"/>
              <a:ext cx="73" cy="16"/>
            </a:xfrm>
            <a:custGeom>
              <a:avLst/>
              <a:gdLst>
                <a:gd name="T0" fmla="*/ 7383 w 29"/>
                <a:gd name="T1" fmla="*/ 1059 h 6"/>
                <a:gd name="T2" fmla="*/ 7383 w 29"/>
                <a:gd name="T3" fmla="*/ 0 h 6"/>
                <a:gd name="T4" fmla="*/ 0 w 29"/>
                <a:gd name="T5" fmla="*/ 0 h 6"/>
                <a:gd name="T6" fmla="*/ 0 w 29"/>
                <a:gd name="T7" fmla="*/ 0 h 6"/>
                <a:gd name="T8" fmla="*/ 0 w 29"/>
                <a:gd name="T9" fmla="*/ 1059 h 6"/>
                <a:gd name="T10" fmla="*/ 0 w 29"/>
                <a:gd name="T11" fmla="*/ 2184 h 6"/>
                <a:gd name="T12" fmla="*/ 0 w 29"/>
                <a:gd name="T13" fmla="*/ 2184 h 6"/>
                <a:gd name="T14" fmla="*/ 7383 w 29"/>
                <a:gd name="T15" fmla="*/ 2184 h 6"/>
                <a:gd name="T16" fmla="*/ 7383 w 29"/>
                <a:gd name="T17" fmla="*/ 1059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6">
                  <a:moveTo>
                    <a:pt x="29" y="3"/>
                  </a:moveTo>
                  <a:cubicBezTo>
                    <a:pt x="29" y="2"/>
                    <a:pt x="29" y="1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9" y="4"/>
                    <a:pt x="29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5" name="Oval 995">
              <a:extLst>
                <a:ext uri="{FF2B5EF4-FFF2-40B4-BE49-F238E27FC236}">
                  <a16:creationId xmlns:a16="http://schemas.microsoft.com/office/drawing/2014/main" id="{EABF0C59-170E-4BA9-8D9A-851A34ABF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260"/>
              <a:ext cx="97" cy="10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36" name="Freeform 996">
              <a:extLst>
                <a:ext uri="{FF2B5EF4-FFF2-40B4-BE49-F238E27FC236}">
                  <a16:creationId xmlns:a16="http://schemas.microsoft.com/office/drawing/2014/main" id="{EE9FE53E-30AC-4932-83F2-915E13D00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2964"/>
              <a:ext cx="107" cy="115"/>
            </a:xfrm>
            <a:custGeom>
              <a:avLst/>
              <a:gdLst>
                <a:gd name="T0" fmla="*/ 8271 w 43"/>
                <a:gd name="T1" fmla="*/ 13139 h 43"/>
                <a:gd name="T2" fmla="*/ 1914 w 43"/>
                <a:gd name="T3" fmla="*/ 13139 h 43"/>
                <a:gd name="T4" fmla="*/ 1914 w 43"/>
                <a:gd name="T5" fmla="*/ 2867 h 43"/>
                <a:gd name="T6" fmla="*/ 8271 w 43"/>
                <a:gd name="T7" fmla="*/ 2867 h 43"/>
                <a:gd name="T8" fmla="*/ 8271 w 43"/>
                <a:gd name="T9" fmla="*/ 1313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35" y="36"/>
                  </a:moveTo>
                  <a:cubicBezTo>
                    <a:pt x="28" y="43"/>
                    <a:pt x="15" y="43"/>
                    <a:pt x="8" y="36"/>
                  </a:cubicBezTo>
                  <a:cubicBezTo>
                    <a:pt x="0" y="28"/>
                    <a:pt x="0" y="16"/>
                    <a:pt x="8" y="8"/>
                  </a:cubicBezTo>
                  <a:cubicBezTo>
                    <a:pt x="15" y="0"/>
                    <a:pt x="28" y="0"/>
                    <a:pt x="35" y="8"/>
                  </a:cubicBezTo>
                  <a:cubicBezTo>
                    <a:pt x="43" y="16"/>
                    <a:pt x="43" y="28"/>
                    <a:pt x="35" y="36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7" name="Freeform 997">
              <a:extLst>
                <a:ext uri="{FF2B5EF4-FFF2-40B4-BE49-F238E27FC236}">
                  <a16:creationId xmlns:a16="http://schemas.microsoft.com/office/drawing/2014/main" id="{E96061CE-55D8-44EB-AAB4-4B87B17E6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2988"/>
              <a:ext cx="55" cy="59"/>
            </a:xfrm>
            <a:custGeom>
              <a:avLst/>
              <a:gdLst>
                <a:gd name="T0" fmla="*/ 783 w 22"/>
                <a:gd name="T1" fmla="*/ 1813 h 22"/>
                <a:gd name="T2" fmla="*/ 4220 w 22"/>
                <a:gd name="T3" fmla="*/ 1078 h 22"/>
                <a:gd name="T4" fmla="*/ 4425 w 22"/>
                <a:gd name="T5" fmla="*/ 6364 h 22"/>
                <a:gd name="T6" fmla="*/ 1300 w 22"/>
                <a:gd name="T7" fmla="*/ 6675 h 22"/>
                <a:gd name="T8" fmla="*/ 783 w 22"/>
                <a:gd name="T9" fmla="*/ 181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3" y="5"/>
                  </a:moveTo>
                  <a:cubicBezTo>
                    <a:pt x="7" y="1"/>
                    <a:pt x="13" y="0"/>
                    <a:pt x="17" y="3"/>
                  </a:cubicBezTo>
                  <a:cubicBezTo>
                    <a:pt x="21" y="7"/>
                    <a:pt x="22" y="13"/>
                    <a:pt x="18" y="17"/>
                  </a:cubicBezTo>
                  <a:cubicBezTo>
                    <a:pt x="15" y="21"/>
                    <a:pt x="9" y="22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8" name="Freeform 998">
              <a:extLst>
                <a:ext uri="{FF2B5EF4-FFF2-40B4-BE49-F238E27FC236}">
                  <a16:creationId xmlns:a16="http://schemas.microsoft.com/office/drawing/2014/main" id="{6BB057E4-06CA-451E-A4F3-0C7EE6EC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3001"/>
              <a:ext cx="23" cy="22"/>
            </a:xfrm>
            <a:custGeom>
              <a:avLst/>
              <a:gdLst>
                <a:gd name="T0" fmla="*/ 549 w 9"/>
                <a:gd name="T1" fmla="*/ 976 h 8"/>
                <a:gd name="T2" fmla="*/ 1973 w 9"/>
                <a:gd name="T3" fmla="*/ 462 h 8"/>
                <a:gd name="T4" fmla="*/ 2167 w 9"/>
                <a:gd name="T5" fmla="*/ 2973 h 8"/>
                <a:gd name="T6" fmla="*/ 549 w 9"/>
                <a:gd name="T7" fmla="*/ 2973 h 8"/>
                <a:gd name="T8" fmla="*/ 549 w 9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2" y="2"/>
                  </a:moveTo>
                  <a:cubicBezTo>
                    <a:pt x="3" y="0"/>
                    <a:pt x="5" y="0"/>
                    <a:pt x="7" y="1"/>
                  </a:cubicBezTo>
                  <a:cubicBezTo>
                    <a:pt x="9" y="2"/>
                    <a:pt x="9" y="5"/>
                    <a:pt x="8" y="7"/>
                  </a:cubicBezTo>
                  <a:cubicBezTo>
                    <a:pt x="6" y="8"/>
                    <a:pt x="4" y="8"/>
                    <a:pt x="2" y="7"/>
                  </a:cubicBezTo>
                  <a:cubicBezTo>
                    <a:pt x="0" y="6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39" name="Freeform 999">
              <a:extLst>
                <a:ext uri="{FF2B5EF4-FFF2-40B4-BE49-F238E27FC236}">
                  <a16:creationId xmlns:a16="http://schemas.microsoft.com/office/drawing/2014/main" id="{B4AEFD99-73F0-4181-8C8E-7B6DA3E90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2924"/>
              <a:ext cx="63" cy="67"/>
            </a:xfrm>
            <a:custGeom>
              <a:avLst/>
              <a:gdLst>
                <a:gd name="T0" fmla="*/ 527 w 25"/>
                <a:gd name="T1" fmla="*/ 8568 h 25"/>
                <a:gd name="T2" fmla="*/ 1328 w 25"/>
                <a:gd name="T3" fmla="*/ 9281 h 25"/>
                <a:gd name="T4" fmla="*/ 6421 w 25"/>
                <a:gd name="T5" fmla="*/ 1809 h 25"/>
                <a:gd name="T6" fmla="*/ 6421 w 25"/>
                <a:gd name="T7" fmla="*/ 1809 h 25"/>
                <a:gd name="T8" fmla="*/ 5887 w 25"/>
                <a:gd name="T9" fmla="*/ 1077 h 25"/>
                <a:gd name="T10" fmla="*/ 5410 w 25"/>
                <a:gd name="T11" fmla="*/ 0 h 25"/>
                <a:gd name="T12" fmla="*/ 5410 w 25"/>
                <a:gd name="T13" fmla="*/ 0 h 25"/>
                <a:gd name="T14" fmla="*/ 0 w 25"/>
                <a:gd name="T15" fmla="*/ 7734 h 25"/>
                <a:gd name="T16" fmla="*/ 527 w 25"/>
                <a:gd name="T17" fmla="*/ 856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5">
                  <a:moveTo>
                    <a:pt x="2" y="23"/>
                  </a:moveTo>
                  <a:cubicBezTo>
                    <a:pt x="3" y="24"/>
                    <a:pt x="4" y="24"/>
                    <a:pt x="5" y="2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4" y="4"/>
                    <a:pt x="24" y="3"/>
                    <a:pt x="23" y="3"/>
                  </a:cubicBezTo>
                  <a:cubicBezTo>
                    <a:pt x="22" y="2"/>
                    <a:pt x="21" y="1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1"/>
                    <a:pt x="2" y="22"/>
                    <a:pt x="2" y="2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0" name="Freeform 1000">
              <a:extLst>
                <a:ext uri="{FF2B5EF4-FFF2-40B4-BE49-F238E27FC236}">
                  <a16:creationId xmlns:a16="http://schemas.microsoft.com/office/drawing/2014/main" id="{79584396-0BB3-41B5-B1F7-8B7A48844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927"/>
              <a:ext cx="48" cy="61"/>
            </a:xfrm>
            <a:custGeom>
              <a:avLst/>
              <a:gdLst>
                <a:gd name="T0" fmla="*/ 824 w 19"/>
                <a:gd name="T1" fmla="*/ 8018 h 23"/>
                <a:gd name="T2" fmla="*/ 0 w 19"/>
                <a:gd name="T3" fmla="*/ 6583 h 23"/>
                <a:gd name="T4" fmla="*/ 4934 w 19"/>
                <a:gd name="T5" fmla="*/ 0 h 23"/>
                <a:gd name="T6" fmla="*/ 824 w 19"/>
                <a:gd name="T7" fmla="*/ 6583 h 23"/>
                <a:gd name="T8" fmla="*/ 824 w 19"/>
                <a:gd name="T9" fmla="*/ 801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3" y="23"/>
                  </a:moveTo>
                  <a:cubicBezTo>
                    <a:pt x="2" y="21"/>
                    <a:pt x="0" y="20"/>
                    <a:pt x="0" y="19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3" y="18"/>
                    <a:pt x="3" y="19"/>
                  </a:cubicBezTo>
                  <a:cubicBezTo>
                    <a:pt x="3" y="21"/>
                    <a:pt x="3" y="22"/>
                    <a:pt x="3" y="23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1" name="Freeform 1001">
              <a:extLst>
                <a:ext uri="{FF2B5EF4-FFF2-40B4-BE49-F238E27FC236}">
                  <a16:creationId xmlns:a16="http://schemas.microsoft.com/office/drawing/2014/main" id="{9EE33D9F-BA6B-48A4-B15F-07F8EEC9B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1545"/>
              <a:ext cx="107" cy="115"/>
            </a:xfrm>
            <a:custGeom>
              <a:avLst/>
              <a:gdLst>
                <a:gd name="T0" fmla="*/ 1914 w 43"/>
                <a:gd name="T1" fmla="*/ 13139 h 43"/>
                <a:gd name="T2" fmla="*/ 1914 w 43"/>
                <a:gd name="T3" fmla="*/ 2867 h 43"/>
                <a:gd name="T4" fmla="*/ 8271 w 43"/>
                <a:gd name="T5" fmla="*/ 2867 h 43"/>
                <a:gd name="T6" fmla="*/ 8271 w 43"/>
                <a:gd name="T7" fmla="*/ 13139 h 43"/>
                <a:gd name="T8" fmla="*/ 1914 w 43"/>
                <a:gd name="T9" fmla="*/ 1313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8" y="36"/>
                  </a:moveTo>
                  <a:cubicBezTo>
                    <a:pt x="0" y="28"/>
                    <a:pt x="0" y="16"/>
                    <a:pt x="8" y="8"/>
                  </a:cubicBezTo>
                  <a:cubicBezTo>
                    <a:pt x="15" y="0"/>
                    <a:pt x="28" y="0"/>
                    <a:pt x="35" y="8"/>
                  </a:cubicBezTo>
                  <a:cubicBezTo>
                    <a:pt x="43" y="16"/>
                    <a:pt x="43" y="28"/>
                    <a:pt x="35" y="36"/>
                  </a:cubicBezTo>
                  <a:cubicBezTo>
                    <a:pt x="28" y="43"/>
                    <a:pt x="15" y="43"/>
                    <a:pt x="8" y="36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2" name="Freeform 1002">
              <a:extLst>
                <a:ext uri="{FF2B5EF4-FFF2-40B4-BE49-F238E27FC236}">
                  <a16:creationId xmlns:a16="http://schemas.microsoft.com/office/drawing/2014/main" id="{F36CB1A4-8DF1-40B9-8385-82B5EA685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1564"/>
              <a:ext cx="52" cy="56"/>
            </a:xfrm>
            <a:custGeom>
              <a:avLst/>
              <a:gdLst>
                <a:gd name="T0" fmla="*/ 943 w 21"/>
                <a:gd name="T1" fmla="*/ 6067 h 21"/>
                <a:gd name="T2" fmla="*/ 943 w 21"/>
                <a:gd name="T3" fmla="*/ 1459 h 21"/>
                <a:gd name="T4" fmla="*/ 3917 w 21"/>
                <a:gd name="T5" fmla="*/ 1459 h 21"/>
                <a:gd name="T6" fmla="*/ 3917 w 21"/>
                <a:gd name="T7" fmla="*/ 6067 h 21"/>
                <a:gd name="T8" fmla="*/ 943 w 21"/>
                <a:gd name="T9" fmla="*/ 606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4" y="17"/>
                  </a:moveTo>
                  <a:cubicBezTo>
                    <a:pt x="0" y="13"/>
                    <a:pt x="0" y="7"/>
                    <a:pt x="4" y="4"/>
                  </a:cubicBezTo>
                  <a:cubicBezTo>
                    <a:pt x="7" y="0"/>
                    <a:pt x="14" y="0"/>
                    <a:pt x="17" y="4"/>
                  </a:cubicBezTo>
                  <a:cubicBezTo>
                    <a:pt x="21" y="7"/>
                    <a:pt x="21" y="13"/>
                    <a:pt x="17" y="17"/>
                  </a:cubicBezTo>
                  <a:cubicBezTo>
                    <a:pt x="14" y="21"/>
                    <a:pt x="7" y="21"/>
                    <a:pt x="4" y="17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3" name="Freeform 1003">
              <a:extLst>
                <a:ext uri="{FF2B5EF4-FFF2-40B4-BE49-F238E27FC236}">
                  <a16:creationId xmlns:a16="http://schemas.microsoft.com/office/drawing/2014/main" id="{A8F6542E-A2E6-43AD-A399-6C0D0710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575"/>
              <a:ext cx="23" cy="24"/>
            </a:xfrm>
            <a:custGeom>
              <a:avLst/>
              <a:gdLst>
                <a:gd name="T0" fmla="*/ 549 w 9"/>
                <a:gd name="T1" fmla="*/ 2581 h 9"/>
                <a:gd name="T2" fmla="*/ 549 w 9"/>
                <a:gd name="T3" fmla="*/ 661 h 9"/>
                <a:gd name="T4" fmla="*/ 1973 w 9"/>
                <a:gd name="T5" fmla="*/ 661 h 9"/>
                <a:gd name="T6" fmla="*/ 1973 w 9"/>
                <a:gd name="T7" fmla="*/ 2581 h 9"/>
                <a:gd name="T8" fmla="*/ 549 w 9"/>
                <a:gd name="T9" fmla="*/ 258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7"/>
                  </a:moveTo>
                  <a:cubicBezTo>
                    <a:pt x="0" y="6"/>
                    <a:pt x="0" y="3"/>
                    <a:pt x="2" y="2"/>
                  </a:cubicBezTo>
                  <a:cubicBezTo>
                    <a:pt x="3" y="0"/>
                    <a:pt x="6" y="0"/>
                    <a:pt x="7" y="2"/>
                  </a:cubicBezTo>
                  <a:cubicBezTo>
                    <a:pt x="9" y="3"/>
                    <a:pt x="9" y="6"/>
                    <a:pt x="7" y="7"/>
                  </a:cubicBezTo>
                  <a:cubicBezTo>
                    <a:pt x="6" y="9"/>
                    <a:pt x="3" y="9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4" name="Freeform 1004">
              <a:extLst>
                <a:ext uri="{FF2B5EF4-FFF2-40B4-BE49-F238E27FC236}">
                  <a16:creationId xmlns:a16="http://schemas.microsoft.com/office/drawing/2014/main" id="{AA3E489A-9554-4F98-A704-CB6AE26DF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633"/>
              <a:ext cx="63" cy="67"/>
            </a:xfrm>
            <a:custGeom>
              <a:avLst/>
              <a:gdLst>
                <a:gd name="T0" fmla="*/ 527 w 25"/>
                <a:gd name="T1" fmla="*/ 1077 h 25"/>
                <a:gd name="T2" fmla="*/ 0 w 25"/>
                <a:gd name="T3" fmla="*/ 1809 h 25"/>
                <a:gd name="T4" fmla="*/ 5088 w 25"/>
                <a:gd name="T5" fmla="*/ 9281 h 25"/>
                <a:gd name="T6" fmla="*/ 5410 w 25"/>
                <a:gd name="T7" fmla="*/ 9281 h 25"/>
                <a:gd name="T8" fmla="*/ 5887 w 25"/>
                <a:gd name="T9" fmla="*/ 8568 h 25"/>
                <a:gd name="T10" fmla="*/ 6421 w 25"/>
                <a:gd name="T11" fmla="*/ 7734 h 25"/>
                <a:gd name="T12" fmla="*/ 6421 w 25"/>
                <a:gd name="T13" fmla="*/ 7734 h 25"/>
                <a:gd name="T14" fmla="*/ 1328 w 25"/>
                <a:gd name="T15" fmla="*/ 0 h 25"/>
                <a:gd name="T16" fmla="*/ 527 w 25"/>
                <a:gd name="T17" fmla="*/ 10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5">
                  <a:moveTo>
                    <a:pt x="2" y="3"/>
                  </a:moveTo>
                  <a:cubicBezTo>
                    <a:pt x="2" y="4"/>
                    <a:pt x="1" y="4"/>
                    <a:pt x="0" y="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21" y="25"/>
                    <a:pt x="21" y="25"/>
                  </a:cubicBezTo>
                  <a:cubicBezTo>
                    <a:pt x="21" y="25"/>
                    <a:pt x="22" y="24"/>
                    <a:pt x="23" y="23"/>
                  </a:cubicBezTo>
                  <a:cubicBezTo>
                    <a:pt x="24" y="22"/>
                    <a:pt x="24" y="22"/>
                    <a:pt x="25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5" name="Freeform 1005">
              <a:extLst>
                <a:ext uri="{FF2B5EF4-FFF2-40B4-BE49-F238E27FC236}">
                  <a16:creationId xmlns:a16="http://schemas.microsoft.com/office/drawing/2014/main" id="{55B93550-F114-4256-8DD0-B731A1446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639"/>
              <a:ext cx="55" cy="53"/>
            </a:xfrm>
            <a:custGeom>
              <a:avLst/>
              <a:gdLst>
                <a:gd name="T0" fmla="*/ 0 w 22"/>
                <a:gd name="T1" fmla="*/ 1039 h 20"/>
                <a:gd name="T2" fmla="*/ 783 w 22"/>
                <a:gd name="T3" fmla="*/ 0 h 20"/>
                <a:gd name="T4" fmla="*/ 5395 w 22"/>
                <a:gd name="T5" fmla="*/ 6903 h 20"/>
                <a:gd name="T6" fmla="*/ 783 w 22"/>
                <a:gd name="T7" fmla="*/ 1039 h 20"/>
                <a:gd name="T8" fmla="*/ 0 w 22"/>
                <a:gd name="T9" fmla="*/ 103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0" y="3"/>
                  </a:moveTo>
                  <a:cubicBezTo>
                    <a:pt x="1" y="3"/>
                    <a:pt x="3" y="1"/>
                    <a:pt x="3" y="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5" y="3"/>
                    <a:pt x="3" y="3"/>
                  </a:cubicBezTo>
                  <a:cubicBezTo>
                    <a:pt x="1" y="3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6" name="Freeform 1006">
              <a:extLst>
                <a:ext uri="{FF2B5EF4-FFF2-40B4-BE49-F238E27FC236}">
                  <a16:creationId xmlns:a16="http://schemas.microsoft.com/office/drawing/2014/main" id="{1B5EA5AA-9A9A-46E7-8331-9BFA30085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3180"/>
              <a:ext cx="113" cy="120"/>
            </a:xfrm>
            <a:custGeom>
              <a:avLst/>
              <a:gdLst>
                <a:gd name="T0" fmla="*/ 10291 w 45"/>
                <a:gd name="T1" fmla="*/ 10773 h 45"/>
                <a:gd name="T2" fmla="*/ 3784 w 45"/>
                <a:gd name="T3" fmla="*/ 14712 h 45"/>
                <a:gd name="T4" fmla="*/ 997 w 45"/>
                <a:gd name="T5" fmla="*/ 5405 h 45"/>
                <a:gd name="T6" fmla="*/ 7473 w 45"/>
                <a:gd name="T7" fmla="*/ 1459 h 45"/>
                <a:gd name="T8" fmla="*/ 10291 w 45"/>
                <a:gd name="T9" fmla="*/ 107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1" y="30"/>
                  </a:moveTo>
                  <a:cubicBezTo>
                    <a:pt x="37" y="40"/>
                    <a:pt x="25" y="45"/>
                    <a:pt x="15" y="41"/>
                  </a:cubicBezTo>
                  <a:cubicBezTo>
                    <a:pt x="5" y="36"/>
                    <a:pt x="0" y="25"/>
                    <a:pt x="4" y="15"/>
                  </a:cubicBezTo>
                  <a:cubicBezTo>
                    <a:pt x="9" y="5"/>
                    <a:pt x="20" y="0"/>
                    <a:pt x="30" y="4"/>
                  </a:cubicBezTo>
                  <a:cubicBezTo>
                    <a:pt x="40" y="8"/>
                    <a:pt x="45" y="20"/>
                    <a:pt x="41" y="3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7" name="Freeform 1007">
              <a:extLst>
                <a:ext uri="{FF2B5EF4-FFF2-40B4-BE49-F238E27FC236}">
                  <a16:creationId xmlns:a16="http://schemas.microsoft.com/office/drawing/2014/main" id="{A8577614-511E-4D2E-B7A8-A894227C1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3204"/>
              <a:ext cx="50" cy="56"/>
            </a:xfrm>
            <a:custGeom>
              <a:avLst/>
              <a:gdLst>
                <a:gd name="T0" fmla="*/ 0 w 20"/>
                <a:gd name="T1" fmla="*/ 3243 h 21"/>
                <a:gd name="T2" fmla="*/ 2938 w 20"/>
                <a:gd name="T3" fmla="*/ 397 h 21"/>
                <a:gd name="T4" fmla="*/ 4688 w 20"/>
                <a:gd name="T5" fmla="*/ 4301 h 21"/>
                <a:gd name="T6" fmla="*/ 1958 w 20"/>
                <a:gd name="T7" fmla="*/ 7133 h 21"/>
                <a:gd name="T8" fmla="*/ 0 w 20"/>
                <a:gd name="T9" fmla="*/ 324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0" y="9"/>
                  </a:moveTo>
                  <a:cubicBezTo>
                    <a:pt x="1" y="3"/>
                    <a:pt x="6" y="0"/>
                    <a:pt x="12" y="1"/>
                  </a:cubicBezTo>
                  <a:cubicBezTo>
                    <a:pt x="17" y="2"/>
                    <a:pt x="20" y="7"/>
                    <a:pt x="19" y="12"/>
                  </a:cubicBezTo>
                  <a:cubicBezTo>
                    <a:pt x="18" y="17"/>
                    <a:pt x="13" y="21"/>
                    <a:pt x="8" y="20"/>
                  </a:cubicBezTo>
                  <a:cubicBezTo>
                    <a:pt x="3" y="19"/>
                    <a:pt x="0" y="14"/>
                    <a:pt x="0" y="9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8" name="Freeform 1008">
              <a:extLst>
                <a:ext uri="{FF2B5EF4-FFF2-40B4-BE49-F238E27FC236}">
                  <a16:creationId xmlns:a16="http://schemas.microsoft.com/office/drawing/2014/main" id="{2B4B3CE5-A0A6-4DFB-B8BD-2B5892F6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3217"/>
              <a:ext cx="20" cy="24"/>
            </a:xfrm>
            <a:custGeom>
              <a:avLst/>
              <a:gdLst>
                <a:gd name="T0" fmla="*/ 0 w 8"/>
                <a:gd name="T1" fmla="*/ 1459 h 9"/>
                <a:gd name="T2" fmla="*/ 1300 w 8"/>
                <a:gd name="T3" fmla="*/ 397 h 9"/>
                <a:gd name="T4" fmla="*/ 1958 w 8"/>
                <a:gd name="T5" fmla="*/ 1763 h 9"/>
                <a:gd name="T6" fmla="*/ 783 w 8"/>
                <a:gd name="T7" fmla="*/ 2824 h 9"/>
                <a:gd name="T8" fmla="*/ 0 w 8"/>
                <a:gd name="T9" fmla="*/ 14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1" y="2"/>
                    <a:pt x="3" y="0"/>
                    <a:pt x="5" y="1"/>
                  </a:cubicBezTo>
                  <a:cubicBezTo>
                    <a:pt x="7" y="1"/>
                    <a:pt x="8" y="3"/>
                    <a:pt x="8" y="5"/>
                  </a:cubicBezTo>
                  <a:cubicBezTo>
                    <a:pt x="7" y="7"/>
                    <a:pt x="5" y="9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49" name="Freeform 1009">
              <a:extLst>
                <a:ext uri="{FF2B5EF4-FFF2-40B4-BE49-F238E27FC236}">
                  <a16:creationId xmlns:a16="http://schemas.microsoft.com/office/drawing/2014/main" id="{FA85050A-5F48-473C-91BC-8651A70CD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116"/>
              <a:ext cx="42" cy="80"/>
            </a:xfrm>
            <a:custGeom>
              <a:avLst/>
              <a:gdLst>
                <a:gd name="T0" fmla="*/ 635 w 17"/>
                <a:gd name="T1" fmla="*/ 10104 h 30"/>
                <a:gd name="T2" fmla="*/ 1374 w 17"/>
                <a:gd name="T3" fmla="*/ 10773 h 30"/>
                <a:gd name="T4" fmla="*/ 3876 w 17"/>
                <a:gd name="T5" fmla="*/ 1059 h 30"/>
                <a:gd name="T6" fmla="*/ 3876 w 17"/>
                <a:gd name="T7" fmla="*/ 1059 h 30"/>
                <a:gd name="T8" fmla="*/ 3199 w 17"/>
                <a:gd name="T9" fmla="*/ 661 h 30"/>
                <a:gd name="T10" fmla="*/ 2503 w 17"/>
                <a:gd name="T11" fmla="*/ 0 h 30"/>
                <a:gd name="T12" fmla="*/ 2503 w 17"/>
                <a:gd name="T13" fmla="*/ 0 h 30"/>
                <a:gd name="T14" fmla="*/ 0 w 17"/>
                <a:gd name="T15" fmla="*/ 9707 h 30"/>
                <a:gd name="T16" fmla="*/ 635 w 17"/>
                <a:gd name="T17" fmla="*/ 10104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0">
                  <a:moveTo>
                    <a:pt x="3" y="28"/>
                  </a:moveTo>
                  <a:cubicBezTo>
                    <a:pt x="4" y="29"/>
                    <a:pt x="5" y="29"/>
                    <a:pt x="6" y="30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3" y="1"/>
                    <a:pt x="12" y="1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2" y="28"/>
                    <a:pt x="3" y="28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0" name="Freeform 1010">
              <a:extLst>
                <a:ext uri="{FF2B5EF4-FFF2-40B4-BE49-F238E27FC236}">
                  <a16:creationId xmlns:a16="http://schemas.microsoft.com/office/drawing/2014/main" id="{0B493C35-61FD-4BB8-995A-B43908EF2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3119"/>
              <a:ext cx="25" cy="72"/>
            </a:xfrm>
            <a:custGeom>
              <a:avLst/>
              <a:gdLst>
                <a:gd name="T0" fmla="*/ 988 w 10"/>
                <a:gd name="T1" fmla="*/ 9707 h 27"/>
                <a:gd name="T2" fmla="*/ 0 w 10"/>
                <a:gd name="T3" fmla="*/ 9045 h 27"/>
                <a:gd name="T4" fmla="*/ 2470 w 10"/>
                <a:gd name="T5" fmla="*/ 0 h 27"/>
                <a:gd name="T6" fmla="*/ 520 w 10"/>
                <a:gd name="T7" fmla="*/ 8648 h 27"/>
                <a:gd name="T8" fmla="*/ 988 w 10"/>
                <a:gd name="T9" fmla="*/ 970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4" y="27"/>
                  </a:moveTo>
                  <a:cubicBezTo>
                    <a:pt x="3" y="26"/>
                    <a:pt x="0" y="25"/>
                    <a:pt x="0" y="2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2" y="22"/>
                    <a:pt x="2" y="24"/>
                  </a:cubicBezTo>
                  <a:cubicBezTo>
                    <a:pt x="3" y="25"/>
                    <a:pt x="4" y="26"/>
                    <a:pt x="4" y="27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1" name="Freeform 1011">
              <a:extLst>
                <a:ext uri="{FF2B5EF4-FFF2-40B4-BE49-F238E27FC236}">
                  <a16:creationId xmlns:a16="http://schemas.microsoft.com/office/drawing/2014/main" id="{2C2D62C2-2F24-4849-B796-7BBB786EC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1327"/>
              <a:ext cx="113" cy="120"/>
            </a:xfrm>
            <a:custGeom>
              <a:avLst/>
              <a:gdLst>
                <a:gd name="T0" fmla="*/ 997 w 45"/>
                <a:gd name="T1" fmla="*/ 5405 h 45"/>
                <a:gd name="T2" fmla="*/ 7473 w 45"/>
                <a:gd name="T3" fmla="*/ 1459 h 45"/>
                <a:gd name="T4" fmla="*/ 10291 w 45"/>
                <a:gd name="T5" fmla="*/ 10773 h 45"/>
                <a:gd name="T6" fmla="*/ 3784 w 45"/>
                <a:gd name="T7" fmla="*/ 14413 h 45"/>
                <a:gd name="T8" fmla="*/ 997 w 45"/>
                <a:gd name="T9" fmla="*/ 540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" y="15"/>
                  </a:moveTo>
                  <a:cubicBezTo>
                    <a:pt x="8" y="5"/>
                    <a:pt x="20" y="0"/>
                    <a:pt x="30" y="4"/>
                  </a:cubicBezTo>
                  <a:cubicBezTo>
                    <a:pt x="40" y="8"/>
                    <a:pt x="45" y="20"/>
                    <a:pt x="41" y="30"/>
                  </a:cubicBezTo>
                  <a:cubicBezTo>
                    <a:pt x="36" y="40"/>
                    <a:pt x="25" y="45"/>
                    <a:pt x="15" y="40"/>
                  </a:cubicBezTo>
                  <a:cubicBezTo>
                    <a:pt x="5" y="36"/>
                    <a:pt x="0" y="25"/>
                    <a:pt x="4" y="15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2" name="Freeform 1012">
              <a:extLst>
                <a:ext uri="{FF2B5EF4-FFF2-40B4-BE49-F238E27FC236}">
                  <a16:creationId xmlns:a16="http://schemas.microsoft.com/office/drawing/2014/main" id="{3BC80701-61C5-4EB8-9416-4DE2DB08C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345"/>
              <a:ext cx="55" cy="59"/>
            </a:xfrm>
            <a:custGeom>
              <a:avLst/>
              <a:gdLst>
                <a:gd name="T0" fmla="*/ 520 w 22"/>
                <a:gd name="T1" fmla="*/ 2639 h 22"/>
                <a:gd name="T2" fmla="*/ 3720 w 22"/>
                <a:gd name="T3" fmla="*/ 676 h 22"/>
                <a:gd name="T4" fmla="*/ 4895 w 22"/>
                <a:gd name="T5" fmla="*/ 5538 h 22"/>
                <a:gd name="T6" fmla="*/ 1958 w 22"/>
                <a:gd name="T7" fmla="*/ 7501 h 22"/>
                <a:gd name="T8" fmla="*/ 520 w 22"/>
                <a:gd name="T9" fmla="*/ 263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" y="7"/>
                  </a:moveTo>
                  <a:cubicBezTo>
                    <a:pt x="4" y="2"/>
                    <a:pt x="10" y="0"/>
                    <a:pt x="15" y="2"/>
                  </a:cubicBezTo>
                  <a:cubicBezTo>
                    <a:pt x="20" y="4"/>
                    <a:pt x="22" y="10"/>
                    <a:pt x="20" y="15"/>
                  </a:cubicBezTo>
                  <a:cubicBezTo>
                    <a:pt x="18" y="20"/>
                    <a:pt x="13" y="22"/>
                    <a:pt x="8" y="20"/>
                  </a:cubicBezTo>
                  <a:cubicBezTo>
                    <a:pt x="3" y="18"/>
                    <a:pt x="0" y="12"/>
                    <a:pt x="2" y="7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3" name="Freeform 1013">
              <a:extLst>
                <a:ext uri="{FF2B5EF4-FFF2-40B4-BE49-F238E27FC236}">
                  <a16:creationId xmlns:a16="http://schemas.microsoft.com/office/drawing/2014/main" id="{042DD38F-D19B-490B-8567-FC08C7A2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359"/>
              <a:ext cx="23" cy="24"/>
            </a:xfrm>
            <a:custGeom>
              <a:avLst/>
              <a:gdLst>
                <a:gd name="T0" fmla="*/ 332 w 9"/>
                <a:gd name="T1" fmla="*/ 1059 h 9"/>
                <a:gd name="T2" fmla="*/ 1620 w 9"/>
                <a:gd name="T3" fmla="*/ 397 h 9"/>
                <a:gd name="T4" fmla="*/ 2167 w 9"/>
                <a:gd name="T5" fmla="*/ 2184 h 9"/>
                <a:gd name="T6" fmla="*/ 848 w 9"/>
                <a:gd name="T7" fmla="*/ 2824 h 9"/>
                <a:gd name="T8" fmla="*/ 332 w 9"/>
                <a:gd name="T9" fmla="*/ 10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3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ubicBezTo>
                    <a:pt x="7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4" name="Freeform 1014">
              <a:extLst>
                <a:ext uri="{FF2B5EF4-FFF2-40B4-BE49-F238E27FC236}">
                  <a16:creationId xmlns:a16="http://schemas.microsoft.com/office/drawing/2014/main" id="{B729CB71-D20F-465A-A091-A19EC5EE9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431"/>
              <a:ext cx="42" cy="77"/>
            </a:xfrm>
            <a:custGeom>
              <a:avLst/>
              <a:gdLst>
                <a:gd name="T0" fmla="*/ 3199 w 17"/>
                <a:gd name="T1" fmla="*/ 656 h 29"/>
                <a:gd name="T2" fmla="*/ 2503 w 17"/>
                <a:gd name="T3" fmla="*/ 0 h 29"/>
                <a:gd name="T4" fmla="*/ 0 w 17"/>
                <a:gd name="T5" fmla="*/ 9490 h 29"/>
                <a:gd name="T6" fmla="*/ 0 w 17"/>
                <a:gd name="T7" fmla="*/ 9490 h 29"/>
                <a:gd name="T8" fmla="*/ 635 w 17"/>
                <a:gd name="T9" fmla="*/ 9737 h 29"/>
                <a:gd name="T10" fmla="*/ 1374 w 17"/>
                <a:gd name="T11" fmla="*/ 10145 h 29"/>
                <a:gd name="T12" fmla="*/ 1374 w 17"/>
                <a:gd name="T13" fmla="*/ 10145 h 29"/>
                <a:gd name="T14" fmla="*/ 3876 w 17"/>
                <a:gd name="T15" fmla="*/ 1051 h 29"/>
                <a:gd name="T16" fmla="*/ 3199 w 17"/>
                <a:gd name="T17" fmla="*/ 656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9">
                  <a:moveTo>
                    <a:pt x="14" y="2"/>
                  </a:moveTo>
                  <a:cubicBezTo>
                    <a:pt x="13" y="1"/>
                    <a:pt x="12" y="1"/>
                    <a:pt x="11" y="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2" y="28"/>
                    <a:pt x="3" y="28"/>
                  </a:cubicBezTo>
                  <a:cubicBezTo>
                    <a:pt x="4" y="28"/>
                    <a:pt x="5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2"/>
                    <a:pt x="15" y="2"/>
                    <a:pt x="14" y="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5" name="Freeform 1015">
              <a:extLst>
                <a:ext uri="{FF2B5EF4-FFF2-40B4-BE49-F238E27FC236}">
                  <a16:creationId xmlns:a16="http://schemas.microsoft.com/office/drawing/2014/main" id="{4335BE4E-437B-4488-A096-19C0E8520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436"/>
              <a:ext cx="25" cy="72"/>
            </a:xfrm>
            <a:custGeom>
              <a:avLst/>
              <a:gdLst>
                <a:gd name="T0" fmla="*/ 1488 w 10"/>
                <a:gd name="T1" fmla="*/ 0 h 27"/>
                <a:gd name="T2" fmla="*/ 2470 w 10"/>
                <a:gd name="T3" fmla="*/ 661 h 27"/>
                <a:gd name="T4" fmla="*/ 0 w 10"/>
                <a:gd name="T5" fmla="*/ 9707 h 27"/>
                <a:gd name="T6" fmla="*/ 1958 w 10"/>
                <a:gd name="T7" fmla="*/ 1059 h 27"/>
                <a:gd name="T8" fmla="*/ 1488 w 10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6" y="0"/>
                  </a:moveTo>
                  <a:cubicBezTo>
                    <a:pt x="7" y="1"/>
                    <a:pt x="10" y="2"/>
                    <a:pt x="10" y="2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8" y="4"/>
                    <a:pt x="8" y="3"/>
                  </a:cubicBezTo>
                  <a:cubicBezTo>
                    <a:pt x="7" y="1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6" name="Freeform 1016">
              <a:extLst>
                <a:ext uri="{FF2B5EF4-FFF2-40B4-BE49-F238E27FC236}">
                  <a16:creationId xmlns:a16="http://schemas.microsoft.com/office/drawing/2014/main" id="{E09ECC3E-83F8-4AEC-B7D6-918DBD3FC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116"/>
              <a:ext cx="42" cy="80"/>
            </a:xfrm>
            <a:custGeom>
              <a:avLst/>
              <a:gdLst>
                <a:gd name="T0" fmla="*/ 635 w 17"/>
                <a:gd name="T1" fmla="*/ 10104 h 30"/>
                <a:gd name="T2" fmla="*/ 1374 w 17"/>
                <a:gd name="T3" fmla="*/ 10773 h 30"/>
                <a:gd name="T4" fmla="*/ 3876 w 17"/>
                <a:gd name="T5" fmla="*/ 1059 h 30"/>
                <a:gd name="T6" fmla="*/ 3876 w 17"/>
                <a:gd name="T7" fmla="*/ 1059 h 30"/>
                <a:gd name="T8" fmla="*/ 3199 w 17"/>
                <a:gd name="T9" fmla="*/ 661 h 30"/>
                <a:gd name="T10" fmla="*/ 2503 w 17"/>
                <a:gd name="T11" fmla="*/ 0 h 30"/>
                <a:gd name="T12" fmla="*/ 2503 w 17"/>
                <a:gd name="T13" fmla="*/ 0 h 30"/>
                <a:gd name="T14" fmla="*/ 0 w 17"/>
                <a:gd name="T15" fmla="*/ 9707 h 30"/>
                <a:gd name="T16" fmla="*/ 635 w 17"/>
                <a:gd name="T17" fmla="*/ 10104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0">
                  <a:moveTo>
                    <a:pt x="3" y="28"/>
                  </a:moveTo>
                  <a:cubicBezTo>
                    <a:pt x="4" y="29"/>
                    <a:pt x="5" y="29"/>
                    <a:pt x="6" y="30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3" y="1"/>
                    <a:pt x="12" y="1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2" y="28"/>
                    <a:pt x="3" y="2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7" name="Freeform 1017">
              <a:extLst>
                <a:ext uri="{FF2B5EF4-FFF2-40B4-BE49-F238E27FC236}">
                  <a16:creationId xmlns:a16="http://schemas.microsoft.com/office/drawing/2014/main" id="{8A8E96B9-4436-4F6D-9C1D-1F1AAFDC7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3180"/>
              <a:ext cx="113" cy="120"/>
            </a:xfrm>
            <a:custGeom>
              <a:avLst/>
              <a:gdLst>
                <a:gd name="T0" fmla="*/ 10291 w 45"/>
                <a:gd name="T1" fmla="*/ 10773 h 45"/>
                <a:gd name="T2" fmla="*/ 3784 w 45"/>
                <a:gd name="T3" fmla="*/ 14712 h 45"/>
                <a:gd name="T4" fmla="*/ 997 w 45"/>
                <a:gd name="T5" fmla="*/ 5405 h 45"/>
                <a:gd name="T6" fmla="*/ 7473 w 45"/>
                <a:gd name="T7" fmla="*/ 1459 h 45"/>
                <a:gd name="T8" fmla="*/ 10291 w 45"/>
                <a:gd name="T9" fmla="*/ 107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1" y="30"/>
                  </a:moveTo>
                  <a:cubicBezTo>
                    <a:pt x="37" y="40"/>
                    <a:pt x="25" y="45"/>
                    <a:pt x="15" y="41"/>
                  </a:cubicBezTo>
                  <a:cubicBezTo>
                    <a:pt x="5" y="36"/>
                    <a:pt x="0" y="25"/>
                    <a:pt x="4" y="15"/>
                  </a:cubicBezTo>
                  <a:cubicBezTo>
                    <a:pt x="9" y="5"/>
                    <a:pt x="20" y="0"/>
                    <a:pt x="30" y="4"/>
                  </a:cubicBezTo>
                  <a:cubicBezTo>
                    <a:pt x="40" y="8"/>
                    <a:pt x="45" y="20"/>
                    <a:pt x="41" y="3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8" name="Freeform 1018">
              <a:extLst>
                <a:ext uri="{FF2B5EF4-FFF2-40B4-BE49-F238E27FC236}">
                  <a16:creationId xmlns:a16="http://schemas.microsoft.com/office/drawing/2014/main" id="{2495B295-F4DD-49F5-9EDE-0C5D3AE5A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1871"/>
              <a:ext cx="110" cy="117"/>
            </a:xfrm>
            <a:custGeom>
              <a:avLst/>
              <a:gdLst>
                <a:gd name="T0" fmla="*/ 3438 w 44"/>
                <a:gd name="T1" fmla="*/ 14099 h 44"/>
                <a:gd name="T2" fmla="*/ 988 w 44"/>
                <a:gd name="T3" fmla="*/ 4906 h 44"/>
                <a:gd name="T4" fmla="*/ 7158 w 44"/>
                <a:gd name="T5" fmla="*/ 1449 h 44"/>
                <a:gd name="T6" fmla="*/ 9770 w 44"/>
                <a:gd name="T7" fmla="*/ 10245 h 44"/>
                <a:gd name="T8" fmla="*/ 3438 w 44"/>
                <a:gd name="T9" fmla="*/ 1409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14" y="40"/>
                  </a:moveTo>
                  <a:cubicBezTo>
                    <a:pt x="4" y="36"/>
                    <a:pt x="0" y="24"/>
                    <a:pt x="4" y="14"/>
                  </a:cubicBezTo>
                  <a:cubicBezTo>
                    <a:pt x="8" y="4"/>
                    <a:pt x="19" y="0"/>
                    <a:pt x="29" y="4"/>
                  </a:cubicBezTo>
                  <a:cubicBezTo>
                    <a:pt x="39" y="8"/>
                    <a:pt x="44" y="19"/>
                    <a:pt x="40" y="29"/>
                  </a:cubicBezTo>
                  <a:cubicBezTo>
                    <a:pt x="36" y="39"/>
                    <a:pt x="24" y="44"/>
                    <a:pt x="14" y="4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59" name="Freeform 1019">
              <a:extLst>
                <a:ext uri="{FF2B5EF4-FFF2-40B4-BE49-F238E27FC236}">
                  <a16:creationId xmlns:a16="http://schemas.microsoft.com/office/drawing/2014/main" id="{2C8703EC-059A-4C81-B25D-AD11C27FD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887"/>
              <a:ext cx="55" cy="58"/>
            </a:xfrm>
            <a:custGeom>
              <a:avLst/>
              <a:gdLst>
                <a:gd name="T0" fmla="*/ 1958 w 22"/>
                <a:gd name="T1" fmla="*/ 6762 h 22"/>
                <a:gd name="T2" fmla="*/ 520 w 22"/>
                <a:gd name="T3" fmla="*/ 2273 h 22"/>
                <a:gd name="T4" fmla="*/ 3720 w 22"/>
                <a:gd name="T5" fmla="*/ 625 h 22"/>
                <a:gd name="T6" fmla="*/ 4895 w 22"/>
                <a:gd name="T7" fmla="*/ 5075 h 22"/>
                <a:gd name="T8" fmla="*/ 1958 w 22"/>
                <a:gd name="T9" fmla="*/ 676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8" y="20"/>
                  </a:moveTo>
                  <a:cubicBezTo>
                    <a:pt x="3" y="18"/>
                    <a:pt x="0" y="12"/>
                    <a:pt x="2" y="7"/>
                  </a:cubicBezTo>
                  <a:cubicBezTo>
                    <a:pt x="5" y="2"/>
                    <a:pt x="10" y="0"/>
                    <a:pt x="15" y="2"/>
                  </a:cubicBezTo>
                  <a:cubicBezTo>
                    <a:pt x="20" y="4"/>
                    <a:pt x="22" y="10"/>
                    <a:pt x="20" y="15"/>
                  </a:cubicBezTo>
                  <a:cubicBezTo>
                    <a:pt x="18" y="20"/>
                    <a:pt x="13" y="22"/>
                    <a:pt x="8" y="20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0" name="Freeform 1020">
              <a:extLst>
                <a:ext uri="{FF2B5EF4-FFF2-40B4-BE49-F238E27FC236}">
                  <a16:creationId xmlns:a16="http://schemas.microsoft.com/office/drawing/2014/main" id="{89769236-2230-427D-ADA2-06B04541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1900"/>
              <a:ext cx="22" cy="21"/>
            </a:xfrm>
            <a:custGeom>
              <a:avLst/>
              <a:gdLst>
                <a:gd name="T0" fmla="*/ 616 w 9"/>
                <a:gd name="T1" fmla="*/ 2604 h 8"/>
                <a:gd name="T2" fmla="*/ 174 w 9"/>
                <a:gd name="T3" fmla="*/ 992 h 8"/>
                <a:gd name="T4" fmla="*/ 1315 w 9"/>
                <a:gd name="T5" fmla="*/ 378 h 8"/>
                <a:gd name="T6" fmla="*/ 1750 w 9"/>
                <a:gd name="T7" fmla="*/ 1992 h 8"/>
                <a:gd name="T8" fmla="*/ 616 w 9"/>
                <a:gd name="T9" fmla="*/ 260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3" y="8"/>
                  </a:move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1"/>
                    <a:pt x="9" y="4"/>
                    <a:pt x="8" y="6"/>
                  </a:cubicBezTo>
                  <a:cubicBezTo>
                    <a:pt x="7" y="8"/>
                    <a:pt x="5" y="8"/>
                    <a:pt x="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1" name="Freeform 1021">
              <a:extLst>
                <a:ext uri="{FF2B5EF4-FFF2-40B4-BE49-F238E27FC236}">
                  <a16:creationId xmlns:a16="http://schemas.microsoft.com/office/drawing/2014/main" id="{D5CD096D-1309-497D-9184-1BD001B4D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940"/>
              <a:ext cx="73" cy="45"/>
            </a:xfrm>
            <a:custGeom>
              <a:avLst/>
              <a:gdLst>
                <a:gd name="T0" fmla="*/ 317 w 29"/>
                <a:gd name="T1" fmla="*/ 1038 h 17"/>
                <a:gd name="T2" fmla="*/ 0 w 29"/>
                <a:gd name="T3" fmla="*/ 2059 h 17"/>
                <a:gd name="T4" fmla="*/ 6590 w 29"/>
                <a:gd name="T5" fmla="*/ 5845 h 17"/>
                <a:gd name="T6" fmla="*/ 6857 w 29"/>
                <a:gd name="T7" fmla="*/ 5845 h 17"/>
                <a:gd name="T8" fmla="*/ 7066 w 29"/>
                <a:gd name="T9" fmla="*/ 4807 h 17"/>
                <a:gd name="T10" fmla="*/ 7383 w 29"/>
                <a:gd name="T11" fmla="*/ 3783 h 17"/>
                <a:gd name="T12" fmla="*/ 7383 w 29"/>
                <a:gd name="T13" fmla="*/ 3783 h 17"/>
                <a:gd name="T14" fmla="*/ 526 w 29"/>
                <a:gd name="T15" fmla="*/ 0 h 17"/>
                <a:gd name="T16" fmla="*/ 317 w 29"/>
                <a:gd name="T17" fmla="*/ 103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1" y="3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7" y="17"/>
                    <a:pt x="27" y="17"/>
                  </a:cubicBezTo>
                  <a:cubicBezTo>
                    <a:pt x="27" y="16"/>
                    <a:pt x="27" y="15"/>
                    <a:pt x="28" y="14"/>
                  </a:cubicBezTo>
                  <a:cubicBezTo>
                    <a:pt x="28" y="13"/>
                    <a:pt x="29" y="12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2"/>
                    <a:pt x="1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2" name="Freeform 1022">
              <a:extLst>
                <a:ext uri="{FF2B5EF4-FFF2-40B4-BE49-F238E27FC236}">
                  <a16:creationId xmlns:a16="http://schemas.microsoft.com/office/drawing/2014/main" id="{D98652D3-1FEA-4470-A9B4-9F071B0A5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945"/>
              <a:ext cx="65" cy="30"/>
            </a:xfrm>
            <a:custGeom>
              <a:avLst/>
              <a:gdLst>
                <a:gd name="T0" fmla="*/ 0 w 26"/>
                <a:gd name="T1" fmla="*/ 1666 h 11"/>
                <a:gd name="T2" fmla="*/ 313 w 26"/>
                <a:gd name="T3" fmla="*/ 0 h 11"/>
                <a:gd name="T4" fmla="*/ 6375 w 26"/>
                <a:gd name="T5" fmla="*/ 4544 h 11"/>
                <a:gd name="T6" fmla="*/ 783 w 26"/>
                <a:gd name="T7" fmla="*/ 1219 h 11"/>
                <a:gd name="T8" fmla="*/ 0 w 26"/>
                <a:gd name="T9" fmla="*/ 166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4"/>
                  </a:moveTo>
                  <a:cubicBezTo>
                    <a:pt x="0" y="3"/>
                    <a:pt x="1" y="0"/>
                    <a:pt x="1" y="0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4" y="2"/>
                    <a:pt x="3" y="3"/>
                  </a:cubicBezTo>
                  <a:cubicBezTo>
                    <a:pt x="1" y="3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3" name="Freeform 1023">
              <a:extLst>
                <a:ext uri="{FF2B5EF4-FFF2-40B4-BE49-F238E27FC236}">
                  <a16:creationId xmlns:a16="http://schemas.microsoft.com/office/drawing/2014/main" id="{5C48E8BA-61E8-496A-89C6-16CBCA56D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636"/>
              <a:ext cx="110" cy="120"/>
            </a:xfrm>
            <a:custGeom>
              <a:avLst/>
              <a:gdLst>
                <a:gd name="T0" fmla="*/ 7345 w 44"/>
                <a:gd name="T1" fmla="*/ 1763 h 45"/>
                <a:gd name="T2" fmla="*/ 9770 w 44"/>
                <a:gd name="T3" fmla="*/ 10773 h 45"/>
                <a:gd name="T4" fmla="*/ 3720 w 44"/>
                <a:gd name="T5" fmla="*/ 14712 h 45"/>
                <a:gd name="T6" fmla="*/ 988 w 44"/>
                <a:gd name="T7" fmla="*/ 5405 h 45"/>
                <a:gd name="T8" fmla="*/ 7345 w 44"/>
                <a:gd name="T9" fmla="*/ 176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5">
                  <a:moveTo>
                    <a:pt x="30" y="5"/>
                  </a:moveTo>
                  <a:cubicBezTo>
                    <a:pt x="40" y="9"/>
                    <a:pt x="44" y="20"/>
                    <a:pt x="40" y="30"/>
                  </a:cubicBezTo>
                  <a:cubicBezTo>
                    <a:pt x="36" y="40"/>
                    <a:pt x="25" y="45"/>
                    <a:pt x="15" y="41"/>
                  </a:cubicBezTo>
                  <a:cubicBezTo>
                    <a:pt x="5" y="37"/>
                    <a:pt x="0" y="25"/>
                    <a:pt x="4" y="15"/>
                  </a:cubicBezTo>
                  <a:cubicBezTo>
                    <a:pt x="8" y="5"/>
                    <a:pt x="20" y="0"/>
                    <a:pt x="30" y="5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4" name="Freeform 1024">
              <a:extLst>
                <a:ext uri="{FF2B5EF4-FFF2-40B4-BE49-F238E27FC236}">
                  <a16:creationId xmlns:a16="http://schemas.microsoft.com/office/drawing/2014/main" id="{2733CC05-87A0-487A-A3E1-64AB789A6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657"/>
              <a:ext cx="55" cy="56"/>
            </a:xfrm>
            <a:custGeom>
              <a:avLst/>
              <a:gdLst>
                <a:gd name="T0" fmla="*/ 1958 w 22"/>
                <a:gd name="T1" fmla="*/ 397 h 21"/>
                <a:gd name="T2" fmla="*/ 4895 w 22"/>
                <a:gd name="T3" fmla="*/ 2824 h 21"/>
                <a:gd name="T4" fmla="*/ 3438 w 22"/>
                <a:gd name="T5" fmla="*/ 7133 h 21"/>
                <a:gd name="T6" fmla="*/ 520 w 22"/>
                <a:gd name="T7" fmla="*/ 4701 h 21"/>
                <a:gd name="T8" fmla="*/ 1958 w 22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8" y="1"/>
                  </a:moveTo>
                  <a:cubicBezTo>
                    <a:pt x="13" y="0"/>
                    <a:pt x="19" y="3"/>
                    <a:pt x="20" y="8"/>
                  </a:cubicBezTo>
                  <a:cubicBezTo>
                    <a:pt x="22" y="13"/>
                    <a:pt x="19" y="18"/>
                    <a:pt x="14" y="20"/>
                  </a:cubicBezTo>
                  <a:cubicBezTo>
                    <a:pt x="9" y="21"/>
                    <a:pt x="3" y="18"/>
                    <a:pt x="2" y="13"/>
                  </a:cubicBezTo>
                  <a:cubicBezTo>
                    <a:pt x="0" y="8"/>
                    <a:pt x="3" y="3"/>
                    <a:pt x="8" y="1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5" name="Freeform 1025">
              <a:extLst>
                <a:ext uri="{FF2B5EF4-FFF2-40B4-BE49-F238E27FC236}">
                  <a16:creationId xmlns:a16="http://schemas.microsoft.com/office/drawing/2014/main" id="{436D9ACE-24B1-43CD-830F-AE8A518E0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668"/>
              <a:ext cx="20" cy="24"/>
            </a:xfrm>
            <a:custGeom>
              <a:avLst/>
              <a:gdLst>
                <a:gd name="T0" fmla="*/ 783 w 8"/>
                <a:gd name="T1" fmla="*/ 397 h 9"/>
                <a:gd name="T2" fmla="*/ 1958 w 8"/>
                <a:gd name="T3" fmla="*/ 1459 h 9"/>
                <a:gd name="T4" fmla="*/ 1300 w 8"/>
                <a:gd name="T5" fmla="*/ 2824 h 9"/>
                <a:gd name="T6" fmla="*/ 0 w 8"/>
                <a:gd name="T7" fmla="*/ 2184 h 9"/>
                <a:gd name="T8" fmla="*/ 783 w 8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3" y="1"/>
                  </a:moveTo>
                  <a:cubicBezTo>
                    <a:pt x="5" y="0"/>
                    <a:pt x="7" y="2"/>
                    <a:pt x="8" y="4"/>
                  </a:cubicBezTo>
                  <a:cubicBezTo>
                    <a:pt x="8" y="6"/>
                    <a:pt x="7" y="8"/>
                    <a:pt x="5" y="8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6" name="Freeform 1026">
              <a:extLst>
                <a:ext uri="{FF2B5EF4-FFF2-40B4-BE49-F238E27FC236}">
                  <a16:creationId xmlns:a16="http://schemas.microsoft.com/office/drawing/2014/main" id="{3B9FEEB3-E469-4E12-ABEC-772BB3BDC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639"/>
              <a:ext cx="73" cy="45"/>
            </a:xfrm>
            <a:custGeom>
              <a:avLst/>
              <a:gdLst>
                <a:gd name="T0" fmla="*/ 7066 w 29"/>
                <a:gd name="T1" fmla="*/ 4807 h 17"/>
                <a:gd name="T2" fmla="*/ 7383 w 29"/>
                <a:gd name="T3" fmla="*/ 3783 h 17"/>
                <a:gd name="T4" fmla="*/ 798 w 29"/>
                <a:gd name="T5" fmla="*/ 0 h 17"/>
                <a:gd name="T6" fmla="*/ 526 w 29"/>
                <a:gd name="T7" fmla="*/ 0 h 17"/>
                <a:gd name="T8" fmla="*/ 317 w 29"/>
                <a:gd name="T9" fmla="*/ 1038 h 17"/>
                <a:gd name="T10" fmla="*/ 0 w 29"/>
                <a:gd name="T11" fmla="*/ 2059 h 17"/>
                <a:gd name="T12" fmla="*/ 0 w 29"/>
                <a:gd name="T13" fmla="*/ 2059 h 17"/>
                <a:gd name="T14" fmla="*/ 6857 w 29"/>
                <a:gd name="T15" fmla="*/ 5845 h 17"/>
                <a:gd name="T16" fmla="*/ 7066 w 29"/>
                <a:gd name="T17" fmla="*/ 480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28" y="14"/>
                  </a:moveTo>
                  <a:cubicBezTo>
                    <a:pt x="28" y="13"/>
                    <a:pt x="29" y="12"/>
                    <a:pt x="29" y="1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7" y="15"/>
                    <a:pt x="28" y="1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7" name="Freeform 1027">
              <a:extLst>
                <a:ext uri="{FF2B5EF4-FFF2-40B4-BE49-F238E27FC236}">
                  <a16:creationId xmlns:a16="http://schemas.microsoft.com/office/drawing/2014/main" id="{B0CACEE0-2D15-43D0-BF6F-895ADD9F8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652"/>
              <a:ext cx="65" cy="27"/>
            </a:xfrm>
            <a:custGeom>
              <a:avLst/>
              <a:gdLst>
                <a:gd name="T0" fmla="*/ 6375 w 26"/>
                <a:gd name="T1" fmla="*/ 2282 h 10"/>
                <a:gd name="T2" fmla="*/ 6175 w 26"/>
                <a:gd name="T3" fmla="*/ 3877 h 10"/>
                <a:gd name="T4" fmla="*/ 0 w 26"/>
                <a:gd name="T5" fmla="*/ 0 h 10"/>
                <a:gd name="T6" fmla="*/ 5675 w 26"/>
                <a:gd name="T7" fmla="*/ 3127 h 10"/>
                <a:gd name="T8" fmla="*/ 6375 w 26"/>
                <a:gd name="T9" fmla="*/ 228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">
                  <a:moveTo>
                    <a:pt x="26" y="6"/>
                  </a:moveTo>
                  <a:cubicBezTo>
                    <a:pt x="26" y="8"/>
                    <a:pt x="25" y="10"/>
                    <a:pt x="25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" y="9"/>
                    <a:pt x="23" y="8"/>
                  </a:cubicBezTo>
                  <a:cubicBezTo>
                    <a:pt x="25" y="8"/>
                    <a:pt x="26" y="6"/>
                    <a:pt x="26" y="6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8" name="Freeform 1028">
              <a:extLst>
                <a:ext uri="{FF2B5EF4-FFF2-40B4-BE49-F238E27FC236}">
                  <a16:creationId xmlns:a16="http://schemas.microsoft.com/office/drawing/2014/main" id="{817360E0-9DE0-45FC-866B-70144632D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940"/>
              <a:ext cx="73" cy="45"/>
            </a:xfrm>
            <a:custGeom>
              <a:avLst/>
              <a:gdLst>
                <a:gd name="T0" fmla="*/ 317 w 29"/>
                <a:gd name="T1" fmla="*/ 1038 h 17"/>
                <a:gd name="T2" fmla="*/ 0 w 29"/>
                <a:gd name="T3" fmla="*/ 2059 h 17"/>
                <a:gd name="T4" fmla="*/ 6590 w 29"/>
                <a:gd name="T5" fmla="*/ 5845 h 17"/>
                <a:gd name="T6" fmla="*/ 6857 w 29"/>
                <a:gd name="T7" fmla="*/ 5845 h 17"/>
                <a:gd name="T8" fmla="*/ 7066 w 29"/>
                <a:gd name="T9" fmla="*/ 4807 h 17"/>
                <a:gd name="T10" fmla="*/ 7383 w 29"/>
                <a:gd name="T11" fmla="*/ 3783 h 17"/>
                <a:gd name="T12" fmla="*/ 7383 w 29"/>
                <a:gd name="T13" fmla="*/ 3783 h 17"/>
                <a:gd name="T14" fmla="*/ 526 w 29"/>
                <a:gd name="T15" fmla="*/ 0 h 17"/>
                <a:gd name="T16" fmla="*/ 317 w 29"/>
                <a:gd name="T17" fmla="*/ 103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1" y="3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7" y="17"/>
                    <a:pt x="27" y="17"/>
                  </a:cubicBezTo>
                  <a:cubicBezTo>
                    <a:pt x="27" y="16"/>
                    <a:pt x="27" y="15"/>
                    <a:pt x="28" y="14"/>
                  </a:cubicBezTo>
                  <a:cubicBezTo>
                    <a:pt x="28" y="13"/>
                    <a:pt x="29" y="12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2"/>
                    <a:pt x="1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9" name="Freeform 1029">
              <a:extLst>
                <a:ext uri="{FF2B5EF4-FFF2-40B4-BE49-F238E27FC236}">
                  <a16:creationId xmlns:a16="http://schemas.microsoft.com/office/drawing/2014/main" id="{ADC0987F-141B-4D0F-A53A-E5F2FC392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1871"/>
              <a:ext cx="110" cy="117"/>
            </a:xfrm>
            <a:custGeom>
              <a:avLst/>
              <a:gdLst>
                <a:gd name="T0" fmla="*/ 3438 w 44"/>
                <a:gd name="T1" fmla="*/ 14099 h 44"/>
                <a:gd name="T2" fmla="*/ 988 w 44"/>
                <a:gd name="T3" fmla="*/ 4906 h 44"/>
                <a:gd name="T4" fmla="*/ 7158 w 44"/>
                <a:gd name="T5" fmla="*/ 1449 h 44"/>
                <a:gd name="T6" fmla="*/ 9770 w 44"/>
                <a:gd name="T7" fmla="*/ 10245 h 44"/>
                <a:gd name="T8" fmla="*/ 3438 w 44"/>
                <a:gd name="T9" fmla="*/ 1409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14" y="40"/>
                  </a:moveTo>
                  <a:cubicBezTo>
                    <a:pt x="4" y="36"/>
                    <a:pt x="0" y="24"/>
                    <a:pt x="4" y="14"/>
                  </a:cubicBezTo>
                  <a:cubicBezTo>
                    <a:pt x="8" y="4"/>
                    <a:pt x="19" y="0"/>
                    <a:pt x="29" y="4"/>
                  </a:cubicBezTo>
                  <a:cubicBezTo>
                    <a:pt x="39" y="8"/>
                    <a:pt x="44" y="19"/>
                    <a:pt x="40" y="29"/>
                  </a:cubicBezTo>
                  <a:cubicBezTo>
                    <a:pt x="36" y="39"/>
                    <a:pt x="24" y="44"/>
                    <a:pt x="14" y="4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0" name="Freeform 1030">
              <a:extLst>
                <a:ext uri="{FF2B5EF4-FFF2-40B4-BE49-F238E27FC236}">
                  <a16:creationId xmlns:a16="http://schemas.microsoft.com/office/drawing/2014/main" id="{D6DE7179-6AD8-4AED-92D4-983863CF8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2639"/>
              <a:ext cx="110" cy="117"/>
            </a:xfrm>
            <a:custGeom>
              <a:avLst/>
              <a:gdLst>
                <a:gd name="T0" fmla="*/ 7158 w 44"/>
                <a:gd name="T1" fmla="*/ 14099 h 44"/>
                <a:gd name="T2" fmla="*/ 988 w 44"/>
                <a:gd name="T3" fmla="*/ 10245 h 44"/>
                <a:gd name="T4" fmla="*/ 3438 w 44"/>
                <a:gd name="T5" fmla="*/ 1449 h 44"/>
                <a:gd name="T6" fmla="*/ 9770 w 44"/>
                <a:gd name="T7" fmla="*/ 4906 h 44"/>
                <a:gd name="T8" fmla="*/ 7158 w 44"/>
                <a:gd name="T9" fmla="*/ 1409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29" y="40"/>
                  </a:moveTo>
                  <a:cubicBezTo>
                    <a:pt x="19" y="44"/>
                    <a:pt x="8" y="39"/>
                    <a:pt x="4" y="29"/>
                  </a:cubicBezTo>
                  <a:cubicBezTo>
                    <a:pt x="0" y="19"/>
                    <a:pt x="4" y="8"/>
                    <a:pt x="14" y="4"/>
                  </a:cubicBezTo>
                  <a:cubicBezTo>
                    <a:pt x="24" y="0"/>
                    <a:pt x="36" y="4"/>
                    <a:pt x="40" y="14"/>
                  </a:cubicBezTo>
                  <a:cubicBezTo>
                    <a:pt x="44" y="24"/>
                    <a:pt x="39" y="36"/>
                    <a:pt x="29" y="4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1" name="Freeform 1031">
              <a:extLst>
                <a:ext uri="{FF2B5EF4-FFF2-40B4-BE49-F238E27FC236}">
                  <a16:creationId xmlns:a16="http://schemas.microsoft.com/office/drawing/2014/main" id="{268808C6-3725-4D3C-8B2C-E4ECAC798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663"/>
              <a:ext cx="55" cy="58"/>
            </a:xfrm>
            <a:custGeom>
              <a:avLst/>
              <a:gdLst>
                <a:gd name="T0" fmla="*/ 1300 w 22"/>
                <a:gd name="T1" fmla="*/ 1007 h 22"/>
                <a:gd name="T2" fmla="*/ 4688 w 22"/>
                <a:gd name="T3" fmla="*/ 1648 h 22"/>
                <a:gd name="T4" fmla="*/ 4220 w 22"/>
                <a:gd name="T5" fmla="*/ 6375 h 22"/>
                <a:gd name="T6" fmla="*/ 988 w 22"/>
                <a:gd name="T7" fmla="*/ 5755 h 22"/>
                <a:gd name="T8" fmla="*/ 1300 w 22"/>
                <a:gd name="T9" fmla="*/ 100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2" name="Freeform 1032">
              <a:extLst>
                <a:ext uri="{FF2B5EF4-FFF2-40B4-BE49-F238E27FC236}">
                  <a16:creationId xmlns:a16="http://schemas.microsoft.com/office/drawing/2014/main" id="{D4B64579-F1AD-449B-B05C-334C8BD22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" y="2676"/>
              <a:ext cx="23" cy="21"/>
            </a:xfrm>
            <a:custGeom>
              <a:avLst/>
              <a:gdLst>
                <a:gd name="T0" fmla="*/ 549 w 9"/>
                <a:gd name="T1" fmla="*/ 378 h 8"/>
                <a:gd name="T2" fmla="*/ 1973 w 9"/>
                <a:gd name="T3" fmla="*/ 614 h 8"/>
                <a:gd name="T4" fmla="*/ 1973 w 9"/>
                <a:gd name="T5" fmla="*/ 2226 h 8"/>
                <a:gd name="T6" fmla="*/ 332 w 9"/>
                <a:gd name="T7" fmla="*/ 1992 h 8"/>
                <a:gd name="T8" fmla="*/ 549 w 9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4" y="0"/>
                    <a:pt x="6" y="0"/>
                    <a:pt x="7" y="2"/>
                  </a:cubicBezTo>
                  <a:cubicBezTo>
                    <a:pt x="9" y="3"/>
                    <a:pt x="8" y="6"/>
                    <a:pt x="7" y="7"/>
                  </a:cubicBezTo>
                  <a:cubicBezTo>
                    <a:pt x="5" y="8"/>
                    <a:pt x="3" y="8"/>
                    <a:pt x="1" y="6"/>
                  </a:cubicBezTo>
                  <a:cubicBezTo>
                    <a:pt x="0" y="5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3" name="Freeform 1033">
              <a:extLst>
                <a:ext uri="{FF2B5EF4-FFF2-40B4-BE49-F238E27FC236}">
                  <a16:creationId xmlns:a16="http://schemas.microsoft.com/office/drawing/2014/main" id="{620A85BA-281A-42C3-8105-D8755B64B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639"/>
              <a:ext cx="73" cy="45"/>
            </a:xfrm>
            <a:custGeom>
              <a:avLst/>
              <a:gdLst>
                <a:gd name="T0" fmla="*/ 317 w 29"/>
                <a:gd name="T1" fmla="*/ 4807 h 17"/>
                <a:gd name="T2" fmla="*/ 526 w 29"/>
                <a:gd name="T3" fmla="*/ 5845 h 17"/>
                <a:gd name="T4" fmla="*/ 7383 w 29"/>
                <a:gd name="T5" fmla="*/ 2059 h 17"/>
                <a:gd name="T6" fmla="*/ 7383 w 29"/>
                <a:gd name="T7" fmla="*/ 2059 h 17"/>
                <a:gd name="T8" fmla="*/ 7066 w 29"/>
                <a:gd name="T9" fmla="*/ 1038 h 17"/>
                <a:gd name="T10" fmla="*/ 6857 w 29"/>
                <a:gd name="T11" fmla="*/ 0 h 17"/>
                <a:gd name="T12" fmla="*/ 6590 w 29"/>
                <a:gd name="T13" fmla="*/ 0 h 17"/>
                <a:gd name="T14" fmla="*/ 0 w 29"/>
                <a:gd name="T15" fmla="*/ 3783 h 17"/>
                <a:gd name="T16" fmla="*/ 317 w 29"/>
                <a:gd name="T17" fmla="*/ 480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1" y="14"/>
                  </a:moveTo>
                  <a:cubicBezTo>
                    <a:pt x="2" y="15"/>
                    <a:pt x="2" y="16"/>
                    <a:pt x="2" y="1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8" y="4"/>
                    <a:pt x="28" y="3"/>
                  </a:cubicBezTo>
                  <a:cubicBezTo>
                    <a:pt x="27" y="2"/>
                    <a:pt x="27" y="1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1" y="13"/>
                    <a:pt x="1" y="1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4" name="Freeform 1034">
              <a:extLst>
                <a:ext uri="{FF2B5EF4-FFF2-40B4-BE49-F238E27FC236}">
                  <a16:creationId xmlns:a16="http://schemas.microsoft.com/office/drawing/2014/main" id="{F9F5A9BF-743B-4480-83D0-A538FBF90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2644"/>
              <a:ext cx="63" cy="37"/>
            </a:xfrm>
            <a:custGeom>
              <a:avLst/>
              <a:gdLst>
                <a:gd name="T0" fmla="*/ 318 w 25"/>
                <a:gd name="T1" fmla="*/ 4784 h 14"/>
                <a:gd name="T2" fmla="*/ 0 w 25"/>
                <a:gd name="T3" fmla="*/ 3359 h 14"/>
                <a:gd name="T4" fmla="*/ 6421 w 25"/>
                <a:gd name="T5" fmla="*/ 0 h 14"/>
                <a:gd name="T6" fmla="*/ 527 w 25"/>
                <a:gd name="T7" fmla="*/ 3766 h 14"/>
                <a:gd name="T8" fmla="*/ 318 w 25"/>
                <a:gd name="T9" fmla="*/ 478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">
                  <a:moveTo>
                    <a:pt x="1" y="14"/>
                  </a:moveTo>
                  <a:cubicBezTo>
                    <a:pt x="1" y="13"/>
                    <a:pt x="0" y="10"/>
                    <a:pt x="0" y="1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3" y="9"/>
                    <a:pt x="2" y="11"/>
                  </a:cubicBezTo>
                  <a:cubicBezTo>
                    <a:pt x="2" y="12"/>
                    <a:pt x="2" y="14"/>
                    <a:pt x="1" y="14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5" name="Freeform 1035">
              <a:extLst>
                <a:ext uri="{FF2B5EF4-FFF2-40B4-BE49-F238E27FC236}">
                  <a16:creationId xmlns:a16="http://schemas.microsoft.com/office/drawing/2014/main" id="{FD127211-EC94-483A-B967-66F66F2BE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871"/>
              <a:ext cx="110" cy="117"/>
            </a:xfrm>
            <a:custGeom>
              <a:avLst/>
              <a:gdLst>
                <a:gd name="T0" fmla="*/ 3720 w 44"/>
                <a:gd name="T1" fmla="*/ 1449 h 44"/>
                <a:gd name="T2" fmla="*/ 9770 w 44"/>
                <a:gd name="T3" fmla="*/ 4906 h 44"/>
                <a:gd name="T4" fmla="*/ 7345 w 44"/>
                <a:gd name="T5" fmla="*/ 14099 h 44"/>
                <a:gd name="T6" fmla="*/ 988 w 44"/>
                <a:gd name="T7" fmla="*/ 10245 h 44"/>
                <a:gd name="T8" fmla="*/ 3720 w 44"/>
                <a:gd name="T9" fmla="*/ 144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15" y="4"/>
                  </a:moveTo>
                  <a:cubicBezTo>
                    <a:pt x="25" y="0"/>
                    <a:pt x="36" y="4"/>
                    <a:pt x="40" y="14"/>
                  </a:cubicBezTo>
                  <a:cubicBezTo>
                    <a:pt x="44" y="24"/>
                    <a:pt x="40" y="36"/>
                    <a:pt x="30" y="40"/>
                  </a:cubicBezTo>
                  <a:cubicBezTo>
                    <a:pt x="20" y="44"/>
                    <a:pt x="8" y="39"/>
                    <a:pt x="4" y="29"/>
                  </a:cubicBezTo>
                  <a:cubicBezTo>
                    <a:pt x="0" y="19"/>
                    <a:pt x="5" y="8"/>
                    <a:pt x="15" y="4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6" name="Freeform 1036">
              <a:extLst>
                <a:ext uri="{FF2B5EF4-FFF2-40B4-BE49-F238E27FC236}">
                  <a16:creationId xmlns:a16="http://schemas.microsoft.com/office/drawing/2014/main" id="{C7A6BE7F-EA9F-4A41-A5A0-526FE3F95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892"/>
              <a:ext cx="55" cy="59"/>
            </a:xfrm>
            <a:custGeom>
              <a:avLst/>
              <a:gdLst>
                <a:gd name="T0" fmla="*/ 1770 w 22"/>
                <a:gd name="T1" fmla="*/ 676 h 22"/>
                <a:gd name="T2" fmla="*/ 4895 w 22"/>
                <a:gd name="T3" fmla="*/ 2639 h 22"/>
                <a:gd name="T4" fmla="*/ 3438 w 22"/>
                <a:gd name="T5" fmla="*/ 7501 h 22"/>
                <a:gd name="T6" fmla="*/ 520 w 22"/>
                <a:gd name="T7" fmla="*/ 5538 h 22"/>
                <a:gd name="T8" fmla="*/ 1770 w 22"/>
                <a:gd name="T9" fmla="*/ 67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7" y="2"/>
                  </a:moveTo>
                  <a:cubicBezTo>
                    <a:pt x="12" y="0"/>
                    <a:pt x="17" y="2"/>
                    <a:pt x="20" y="7"/>
                  </a:cubicBezTo>
                  <a:cubicBezTo>
                    <a:pt x="22" y="12"/>
                    <a:pt x="19" y="18"/>
                    <a:pt x="14" y="20"/>
                  </a:cubicBezTo>
                  <a:cubicBezTo>
                    <a:pt x="9" y="22"/>
                    <a:pt x="4" y="19"/>
                    <a:pt x="2" y="15"/>
                  </a:cubicBezTo>
                  <a:cubicBezTo>
                    <a:pt x="0" y="10"/>
                    <a:pt x="2" y="4"/>
                    <a:pt x="7" y="2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7" name="Freeform 1037">
              <a:extLst>
                <a:ext uri="{FF2B5EF4-FFF2-40B4-BE49-F238E27FC236}">
                  <a16:creationId xmlns:a16="http://schemas.microsoft.com/office/drawing/2014/main" id="{B0A2621B-D82C-4C2F-A88A-8AA0C103D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903"/>
              <a:ext cx="22" cy="24"/>
            </a:xfrm>
            <a:custGeom>
              <a:avLst/>
              <a:gdLst>
                <a:gd name="T0" fmla="*/ 616 w 9"/>
                <a:gd name="T1" fmla="*/ 397 h 9"/>
                <a:gd name="T2" fmla="*/ 1750 w 9"/>
                <a:gd name="T3" fmla="*/ 1059 h 9"/>
                <a:gd name="T4" fmla="*/ 1315 w 9"/>
                <a:gd name="T5" fmla="*/ 2824 h 9"/>
                <a:gd name="T6" fmla="*/ 174 w 9"/>
                <a:gd name="T7" fmla="*/ 2184 h 9"/>
                <a:gd name="T8" fmla="*/ 616 w 9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8" name="Freeform 1038">
              <a:extLst>
                <a:ext uri="{FF2B5EF4-FFF2-40B4-BE49-F238E27FC236}">
                  <a16:creationId xmlns:a16="http://schemas.microsoft.com/office/drawing/2014/main" id="{C75F507A-E321-40E2-9439-73568BB55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940"/>
              <a:ext cx="73" cy="45"/>
            </a:xfrm>
            <a:custGeom>
              <a:avLst/>
              <a:gdLst>
                <a:gd name="T0" fmla="*/ 7066 w 29"/>
                <a:gd name="T1" fmla="*/ 1038 h 17"/>
                <a:gd name="T2" fmla="*/ 6857 w 29"/>
                <a:gd name="T3" fmla="*/ 0 h 17"/>
                <a:gd name="T4" fmla="*/ 0 w 29"/>
                <a:gd name="T5" fmla="*/ 3783 h 17"/>
                <a:gd name="T6" fmla="*/ 0 w 29"/>
                <a:gd name="T7" fmla="*/ 3783 h 17"/>
                <a:gd name="T8" fmla="*/ 317 w 29"/>
                <a:gd name="T9" fmla="*/ 4807 h 17"/>
                <a:gd name="T10" fmla="*/ 526 w 29"/>
                <a:gd name="T11" fmla="*/ 5845 h 17"/>
                <a:gd name="T12" fmla="*/ 798 w 29"/>
                <a:gd name="T13" fmla="*/ 5845 h 17"/>
                <a:gd name="T14" fmla="*/ 7383 w 29"/>
                <a:gd name="T15" fmla="*/ 2059 h 17"/>
                <a:gd name="T16" fmla="*/ 7066 w 29"/>
                <a:gd name="T17" fmla="*/ 103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28" y="3"/>
                  </a:moveTo>
                  <a:cubicBezTo>
                    <a:pt x="27" y="2"/>
                    <a:pt x="27" y="1"/>
                    <a:pt x="27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1" y="13"/>
                    <a:pt x="1" y="14"/>
                  </a:cubicBezTo>
                  <a:cubicBezTo>
                    <a:pt x="2" y="15"/>
                    <a:pt x="2" y="16"/>
                    <a:pt x="2" y="17"/>
                  </a:cubicBezTo>
                  <a:cubicBezTo>
                    <a:pt x="2" y="17"/>
                    <a:pt x="2" y="17"/>
                    <a:pt x="3" y="1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8" y="4"/>
                    <a:pt x="28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9" name="Freeform 1039">
              <a:extLst>
                <a:ext uri="{FF2B5EF4-FFF2-40B4-BE49-F238E27FC236}">
                  <a16:creationId xmlns:a16="http://schemas.microsoft.com/office/drawing/2014/main" id="{3F166766-971C-4793-BA8E-AB130176C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945"/>
              <a:ext cx="63" cy="38"/>
            </a:xfrm>
            <a:custGeom>
              <a:avLst/>
              <a:gdLst>
                <a:gd name="T0" fmla="*/ 6096 w 25"/>
                <a:gd name="T1" fmla="*/ 0 h 14"/>
                <a:gd name="T2" fmla="*/ 6421 w 25"/>
                <a:gd name="T3" fmla="*/ 1620 h 14"/>
                <a:gd name="T4" fmla="*/ 0 w 25"/>
                <a:gd name="T5" fmla="*/ 5600 h 14"/>
                <a:gd name="T6" fmla="*/ 5887 w 25"/>
                <a:gd name="T7" fmla="*/ 1200 h 14"/>
                <a:gd name="T8" fmla="*/ 6096 w 2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">
                  <a:moveTo>
                    <a:pt x="24" y="0"/>
                  </a:moveTo>
                  <a:cubicBezTo>
                    <a:pt x="24" y="1"/>
                    <a:pt x="25" y="4"/>
                    <a:pt x="25" y="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22" y="4"/>
                    <a:pt x="23" y="3"/>
                  </a:cubicBezTo>
                  <a:cubicBezTo>
                    <a:pt x="23" y="1"/>
                    <a:pt x="23" y="0"/>
                    <a:pt x="24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0" name="Freeform 1040">
              <a:extLst>
                <a:ext uri="{FF2B5EF4-FFF2-40B4-BE49-F238E27FC236}">
                  <a16:creationId xmlns:a16="http://schemas.microsoft.com/office/drawing/2014/main" id="{83256A53-F766-47FB-B113-B2B38F0C6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639"/>
              <a:ext cx="73" cy="45"/>
            </a:xfrm>
            <a:custGeom>
              <a:avLst/>
              <a:gdLst>
                <a:gd name="T0" fmla="*/ 317 w 29"/>
                <a:gd name="T1" fmla="*/ 4807 h 17"/>
                <a:gd name="T2" fmla="*/ 526 w 29"/>
                <a:gd name="T3" fmla="*/ 5845 h 17"/>
                <a:gd name="T4" fmla="*/ 7383 w 29"/>
                <a:gd name="T5" fmla="*/ 2059 h 17"/>
                <a:gd name="T6" fmla="*/ 7383 w 29"/>
                <a:gd name="T7" fmla="*/ 2059 h 17"/>
                <a:gd name="T8" fmla="*/ 7066 w 29"/>
                <a:gd name="T9" fmla="*/ 1038 h 17"/>
                <a:gd name="T10" fmla="*/ 6857 w 29"/>
                <a:gd name="T11" fmla="*/ 0 h 17"/>
                <a:gd name="T12" fmla="*/ 6590 w 29"/>
                <a:gd name="T13" fmla="*/ 0 h 17"/>
                <a:gd name="T14" fmla="*/ 0 w 29"/>
                <a:gd name="T15" fmla="*/ 3783 h 17"/>
                <a:gd name="T16" fmla="*/ 317 w 29"/>
                <a:gd name="T17" fmla="*/ 480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1" y="14"/>
                  </a:moveTo>
                  <a:cubicBezTo>
                    <a:pt x="2" y="15"/>
                    <a:pt x="2" y="16"/>
                    <a:pt x="2" y="1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8" y="4"/>
                    <a:pt x="28" y="3"/>
                  </a:cubicBezTo>
                  <a:cubicBezTo>
                    <a:pt x="27" y="2"/>
                    <a:pt x="27" y="1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1" y="13"/>
                    <a:pt x="1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1" name="Freeform 1041">
              <a:extLst>
                <a:ext uri="{FF2B5EF4-FFF2-40B4-BE49-F238E27FC236}">
                  <a16:creationId xmlns:a16="http://schemas.microsoft.com/office/drawing/2014/main" id="{03067F5D-C86E-477D-8AE5-04F22DE47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2639"/>
              <a:ext cx="110" cy="117"/>
            </a:xfrm>
            <a:custGeom>
              <a:avLst/>
              <a:gdLst>
                <a:gd name="T0" fmla="*/ 7158 w 44"/>
                <a:gd name="T1" fmla="*/ 14099 h 44"/>
                <a:gd name="T2" fmla="*/ 988 w 44"/>
                <a:gd name="T3" fmla="*/ 10245 h 44"/>
                <a:gd name="T4" fmla="*/ 3438 w 44"/>
                <a:gd name="T5" fmla="*/ 1449 h 44"/>
                <a:gd name="T6" fmla="*/ 9770 w 44"/>
                <a:gd name="T7" fmla="*/ 4906 h 44"/>
                <a:gd name="T8" fmla="*/ 7158 w 44"/>
                <a:gd name="T9" fmla="*/ 1409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29" y="40"/>
                  </a:moveTo>
                  <a:cubicBezTo>
                    <a:pt x="19" y="44"/>
                    <a:pt x="8" y="39"/>
                    <a:pt x="4" y="29"/>
                  </a:cubicBezTo>
                  <a:cubicBezTo>
                    <a:pt x="0" y="19"/>
                    <a:pt x="4" y="8"/>
                    <a:pt x="14" y="4"/>
                  </a:cubicBezTo>
                  <a:cubicBezTo>
                    <a:pt x="24" y="0"/>
                    <a:pt x="36" y="4"/>
                    <a:pt x="40" y="14"/>
                  </a:cubicBezTo>
                  <a:cubicBezTo>
                    <a:pt x="44" y="24"/>
                    <a:pt x="39" y="36"/>
                    <a:pt x="29" y="4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2" name="Freeform 1042">
              <a:extLst>
                <a:ext uri="{FF2B5EF4-FFF2-40B4-BE49-F238E27FC236}">
                  <a16:creationId xmlns:a16="http://schemas.microsoft.com/office/drawing/2014/main" id="{FFA63549-1361-4FE2-8DB1-FFF80AE82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327"/>
              <a:ext cx="113" cy="120"/>
            </a:xfrm>
            <a:custGeom>
              <a:avLst/>
              <a:gdLst>
                <a:gd name="T0" fmla="*/ 997 w 45"/>
                <a:gd name="T1" fmla="*/ 10773 h 45"/>
                <a:gd name="T2" fmla="*/ 3784 w 45"/>
                <a:gd name="T3" fmla="*/ 1459 h 45"/>
                <a:gd name="T4" fmla="*/ 10291 w 45"/>
                <a:gd name="T5" fmla="*/ 5405 h 45"/>
                <a:gd name="T6" fmla="*/ 7473 w 45"/>
                <a:gd name="T7" fmla="*/ 14413 h 45"/>
                <a:gd name="T8" fmla="*/ 997 w 45"/>
                <a:gd name="T9" fmla="*/ 107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" y="30"/>
                  </a:moveTo>
                  <a:cubicBezTo>
                    <a:pt x="0" y="20"/>
                    <a:pt x="5" y="8"/>
                    <a:pt x="15" y="4"/>
                  </a:cubicBezTo>
                  <a:cubicBezTo>
                    <a:pt x="25" y="0"/>
                    <a:pt x="37" y="5"/>
                    <a:pt x="41" y="15"/>
                  </a:cubicBezTo>
                  <a:cubicBezTo>
                    <a:pt x="45" y="25"/>
                    <a:pt x="40" y="36"/>
                    <a:pt x="30" y="40"/>
                  </a:cubicBezTo>
                  <a:cubicBezTo>
                    <a:pt x="20" y="45"/>
                    <a:pt x="9" y="40"/>
                    <a:pt x="4" y="3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3" name="Freeform 1043">
              <a:extLst>
                <a:ext uri="{FF2B5EF4-FFF2-40B4-BE49-F238E27FC236}">
                  <a16:creationId xmlns:a16="http://schemas.microsoft.com/office/drawing/2014/main" id="{1B0253D9-F550-42D8-9474-8E16E2FFB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348"/>
              <a:ext cx="55" cy="59"/>
            </a:xfrm>
            <a:custGeom>
              <a:avLst/>
              <a:gdLst>
                <a:gd name="T0" fmla="*/ 520 w 22"/>
                <a:gd name="T1" fmla="*/ 5286 h 22"/>
                <a:gd name="T2" fmla="*/ 1770 w 22"/>
                <a:gd name="T3" fmla="*/ 676 h 22"/>
                <a:gd name="T4" fmla="*/ 4895 w 22"/>
                <a:gd name="T5" fmla="*/ 2639 h 22"/>
                <a:gd name="T6" fmla="*/ 3720 w 22"/>
                <a:gd name="T7" fmla="*/ 7501 h 22"/>
                <a:gd name="T8" fmla="*/ 520 w 22"/>
                <a:gd name="T9" fmla="*/ 528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" y="14"/>
                  </a:moveTo>
                  <a:cubicBezTo>
                    <a:pt x="0" y="9"/>
                    <a:pt x="2" y="4"/>
                    <a:pt x="7" y="2"/>
                  </a:cubicBezTo>
                  <a:cubicBezTo>
                    <a:pt x="12" y="0"/>
                    <a:pt x="18" y="2"/>
                    <a:pt x="20" y="7"/>
                  </a:cubicBezTo>
                  <a:cubicBezTo>
                    <a:pt x="22" y="12"/>
                    <a:pt x="20" y="17"/>
                    <a:pt x="15" y="20"/>
                  </a:cubicBezTo>
                  <a:cubicBezTo>
                    <a:pt x="10" y="22"/>
                    <a:pt x="4" y="19"/>
                    <a:pt x="2" y="1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4" name="Freeform 1044">
              <a:extLst>
                <a:ext uri="{FF2B5EF4-FFF2-40B4-BE49-F238E27FC236}">
                  <a16:creationId xmlns:a16="http://schemas.microsoft.com/office/drawing/2014/main" id="{A70D368F-A356-4732-92BB-FC36920E1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353"/>
              <a:ext cx="20" cy="22"/>
            </a:xfrm>
            <a:custGeom>
              <a:avLst/>
              <a:gdLst>
                <a:gd name="T0" fmla="*/ 0 w 8"/>
                <a:gd name="T1" fmla="*/ 2225 h 8"/>
                <a:gd name="T2" fmla="*/ 783 w 8"/>
                <a:gd name="T3" fmla="*/ 0 h 8"/>
                <a:gd name="T4" fmla="*/ 1958 w 8"/>
                <a:gd name="T5" fmla="*/ 976 h 8"/>
                <a:gd name="T6" fmla="*/ 1300 w 8"/>
                <a:gd name="T7" fmla="*/ 2973 h 8"/>
                <a:gd name="T8" fmla="*/ 0 w 8"/>
                <a:gd name="T9" fmla="*/ 22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0"/>
                    <a:pt x="8" y="2"/>
                  </a:cubicBezTo>
                  <a:cubicBezTo>
                    <a:pt x="8" y="4"/>
                    <a:pt x="7" y="7"/>
                    <a:pt x="5" y="7"/>
                  </a:cubicBezTo>
                  <a:cubicBezTo>
                    <a:pt x="4" y="8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5" name="Freeform 1045">
              <a:extLst>
                <a:ext uri="{FF2B5EF4-FFF2-40B4-BE49-F238E27FC236}">
                  <a16:creationId xmlns:a16="http://schemas.microsoft.com/office/drawing/2014/main" id="{37E6CCB9-3F68-4E41-BF86-F40D4300C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431"/>
              <a:ext cx="42" cy="77"/>
            </a:xfrm>
            <a:custGeom>
              <a:avLst/>
              <a:gdLst>
                <a:gd name="T0" fmla="*/ 635 w 17"/>
                <a:gd name="T1" fmla="*/ 656 h 29"/>
                <a:gd name="T2" fmla="*/ 0 w 17"/>
                <a:gd name="T3" fmla="*/ 1051 h 29"/>
                <a:gd name="T4" fmla="*/ 2503 w 17"/>
                <a:gd name="T5" fmla="*/ 10145 h 29"/>
                <a:gd name="T6" fmla="*/ 2503 w 17"/>
                <a:gd name="T7" fmla="*/ 10145 h 29"/>
                <a:gd name="T8" fmla="*/ 3199 w 17"/>
                <a:gd name="T9" fmla="*/ 9737 h 29"/>
                <a:gd name="T10" fmla="*/ 3876 w 17"/>
                <a:gd name="T11" fmla="*/ 9490 h 29"/>
                <a:gd name="T12" fmla="*/ 3876 w 17"/>
                <a:gd name="T13" fmla="*/ 9490 h 29"/>
                <a:gd name="T14" fmla="*/ 1374 w 17"/>
                <a:gd name="T15" fmla="*/ 0 h 29"/>
                <a:gd name="T16" fmla="*/ 635 w 17"/>
                <a:gd name="T17" fmla="*/ 656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9">
                  <a:moveTo>
                    <a:pt x="3" y="2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29"/>
                    <a:pt x="13" y="28"/>
                    <a:pt x="14" y="28"/>
                  </a:cubicBezTo>
                  <a:cubicBezTo>
                    <a:pt x="15" y="28"/>
                    <a:pt x="16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6" name="Freeform 1046">
              <a:extLst>
                <a:ext uri="{FF2B5EF4-FFF2-40B4-BE49-F238E27FC236}">
                  <a16:creationId xmlns:a16="http://schemas.microsoft.com/office/drawing/2014/main" id="{5905B879-2905-41ED-B1F6-835E7032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436"/>
              <a:ext cx="38" cy="67"/>
            </a:xfrm>
            <a:custGeom>
              <a:avLst/>
              <a:gdLst>
                <a:gd name="T0" fmla="*/ 0 w 15"/>
                <a:gd name="T1" fmla="*/ 675 h 25"/>
                <a:gd name="T2" fmla="*/ 1026 w 15"/>
                <a:gd name="T3" fmla="*/ 0 h 25"/>
                <a:gd name="T4" fmla="*/ 3955 w 15"/>
                <a:gd name="T5" fmla="*/ 9281 h 25"/>
                <a:gd name="T6" fmla="*/ 1026 w 15"/>
                <a:gd name="T7" fmla="*/ 1077 h 25"/>
                <a:gd name="T8" fmla="*/ 0 w 15"/>
                <a:gd name="T9" fmla="*/ 67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5">
                  <a:moveTo>
                    <a:pt x="0" y="2"/>
                  </a:moveTo>
                  <a:cubicBezTo>
                    <a:pt x="2" y="1"/>
                    <a:pt x="4" y="0"/>
                    <a:pt x="4" y="0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5" y="3"/>
                    <a:pt x="4" y="3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7" name="Freeform 1047">
              <a:extLst>
                <a:ext uri="{FF2B5EF4-FFF2-40B4-BE49-F238E27FC236}">
                  <a16:creationId xmlns:a16="http://schemas.microsoft.com/office/drawing/2014/main" id="{7577B06A-A0FD-4AE3-AD94-AA2FE7465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3180"/>
              <a:ext cx="113" cy="120"/>
            </a:xfrm>
            <a:custGeom>
              <a:avLst/>
              <a:gdLst>
                <a:gd name="T0" fmla="*/ 10291 w 45"/>
                <a:gd name="T1" fmla="*/ 5405 h 45"/>
                <a:gd name="T2" fmla="*/ 7473 w 45"/>
                <a:gd name="T3" fmla="*/ 14712 h 45"/>
                <a:gd name="T4" fmla="*/ 997 w 45"/>
                <a:gd name="T5" fmla="*/ 10773 h 45"/>
                <a:gd name="T6" fmla="*/ 3784 w 45"/>
                <a:gd name="T7" fmla="*/ 1459 h 45"/>
                <a:gd name="T8" fmla="*/ 10291 w 45"/>
                <a:gd name="T9" fmla="*/ 540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1" y="15"/>
                  </a:moveTo>
                  <a:cubicBezTo>
                    <a:pt x="45" y="25"/>
                    <a:pt x="40" y="36"/>
                    <a:pt x="30" y="41"/>
                  </a:cubicBezTo>
                  <a:cubicBezTo>
                    <a:pt x="20" y="45"/>
                    <a:pt x="8" y="40"/>
                    <a:pt x="4" y="30"/>
                  </a:cubicBezTo>
                  <a:cubicBezTo>
                    <a:pt x="0" y="20"/>
                    <a:pt x="5" y="8"/>
                    <a:pt x="15" y="4"/>
                  </a:cubicBezTo>
                  <a:cubicBezTo>
                    <a:pt x="25" y="0"/>
                    <a:pt x="36" y="5"/>
                    <a:pt x="41" y="15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8" name="Freeform 1048">
              <a:extLst>
                <a:ext uri="{FF2B5EF4-FFF2-40B4-BE49-F238E27FC236}">
                  <a16:creationId xmlns:a16="http://schemas.microsoft.com/office/drawing/2014/main" id="{F6D3999B-202C-4451-A69A-7D4E132F2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3207"/>
              <a:ext cx="53" cy="56"/>
            </a:xfrm>
            <a:custGeom>
              <a:avLst/>
              <a:gdLst>
                <a:gd name="T0" fmla="*/ 2027 w 21"/>
                <a:gd name="T1" fmla="*/ 397 h 21"/>
                <a:gd name="T2" fmla="*/ 5116 w 21"/>
                <a:gd name="T3" fmla="*/ 2824 h 21"/>
                <a:gd name="T4" fmla="*/ 3357 w 21"/>
                <a:gd name="T5" fmla="*/ 6883 h 21"/>
                <a:gd name="T6" fmla="*/ 318 w 21"/>
                <a:gd name="T7" fmla="*/ 4301 h 21"/>
                <a:gd name="T8" fmla="*/ 2027 w 21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8" y="1"/>
                  </a:moveTo>
                  <a:cubicBezTo>
                    <a:pt x="13" y="0"/>
                    <a:pt x="18" y="3"/>
                    <a:pt x="20" y="8"/>
                  </a:cubicBezTo>
                  <a:cubicBezTo>
                    <a:pt x="21" y="13"/>
                    <a:pt x="18" y="18"/>
                    <a:pt x="13" y="19"/>
                  </a:cubicBezTo>
                  <a:cubicBezTo>
                    <a:pt x="8" y="21"/>
                    <a:pt x="3" y="18"/>
                    <a:pt x="1" y="12"/>
                  </a:cubicBezTo>
                  <a:cubicBezTo>
                    <a:pt x="0" y="7"/>
                    <a:pt x="3" y="2"/>
                    <a:pt x="8" y="1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9" name="Freeform 1049">
              <a:extLst>
                <a:ext uri="{FF2B5EF4-FFF2-40B4-BE49-F238E27FC236}">
                  <a16:creationId xmlns:a16="http://schemas.microsoft.com/office/drawing/2014/main" id="{8A02DAE3-76A9-4646-815A-F3523CA68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217"/>
              <a:ext cx="23" cy="22"/>
            </a:xfrm>
            <a:custGeom>
              <a:avLst/>
              <a:gdLst>
                <a:gd name="T0" fmla="*/ 1104 w 9"/>
                <a:gd name="T1" fmla="*/ 0 h 8"/>
                <a:gd name="T2" fmla="*/ 2167 w 9"/>
                <a:gd name="T3" fmla="*/ 1271 h 8"/>
                <a:gd name="T4" fmla="*/ 1403 w 9"/>
                <a:gd name="T5" fmla="*/ 3495 h 8"/>
                <a:gd name="T6" fmla="*/ 332 w 9"/>
                <a:gd name="T7" fmla="*/ 2225 h 8"/>
                <a:gd name="T8" fmla="*/ 1104 w 9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8" y="7"/>
                    <a:pt x="5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0" name="Freeform 1050">
              <a:extLst>
                <a:ext uri="{FF2B5EF4-FFF2-40B4-BE49-F238E27FC236}">
                  <a16:creationId xmlns:a16="http://schemas.microsoft.com/office/drawing/2014/main" id="{CA7BB290-91CE-4576-8B49-59E212B5B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116"/>
              <a:ext cx="42" cy="77"/>
            </a:xfrm>
            <a:custGeom>
              <a:avLst/>
              <a:gdLst>
                <a:gd name="T0" fmla="*/ 3199 w 17"/>
                <a:gd name="T1" fmla="*/ 9737 h 29"/>
                <a:gd name="T2" fmla="*/ 3876 w 17"/>
                <a:gd name="T3" fmla="*/ 9490 h 29"/>
                <a:gd name="T4" fmla="*/ 1374 w 17"/>
                <a:gd name="T5" fmla="*/ 0 h 29"/>
                <a:gd name="T6" fmla="*/ 1374 w 17"/>
                <a:gd name="T7" fmla="*/ 0 h 29"/>
                <a:gd name="T8" fmla="*/ 635 w 17"/>
                <a:gd name="T9" fmla="*/ 656 h 29"/>
                <a:gd name="T10" fmla="*/ 0 w 17"/>
                <a:gd name="T11" fmla="*/ 1051 h 29"/>
                <a:gd name="T12" fmla="*/ 0 w 17"/>
                <a:gd name="T13" fmla="*/ 1051 h 29"/>
                <a:gd name="T14" fmla="*/ 2503 w 17"/>
                <a:gd name="T15" fmla="*/ 10145 h 29"/>
                <a:gd name="T16" fmla="*/ 3199 w 17"/>
                <a:gd name="T17" fmla="*/ 97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9">
                  <a:moveTo>
                    <a:pt x="14" y="28"/>
                  </a:moveTo>
                  <a:cubicBezTo>
                    <a:pt x="15" y="28"/>
                    <a:pt x="16" y="27"/>
                    <a:pt x="17" y="27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4" y="1"/>
                    <a:pt x="3" y="2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29"/>
                    <a:pt x="13" y="29"/>
                    <a:pt x="14" y="28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1" name="Freeform 1051">
              <a:extLst>
                <a:ext uri="{FF2B5EF4-FFF2-40B4-BE49-F238E27FC236}">
                  <a16:creationId xmlns:a16="http://schemas.microsoft.com/office/drawing/2014/main" id="{887D41B8-1F8F-4A58-927D-532572C21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124"/>
              <a:ext cx="38" cy="67"/>
            </a:xfrm>
            <a:custGeom>
              <a:avLst/>
              <a:gdLst>
                <a:gd name="T0" fmla="*/ 3955 w 15"/>
                <a:gd name="T1" fmla="*/ 8568 h 25"/>
                <a:gd name="T2" fmla="*/ 2926 w 15"/>
                <a:gd name="T3" fmla="*/ 9281 h 25"/>
                <a:gd name="T4" fmla="*/ 0 w 15"/>
                <a:gd name="T5" fmla="*/ 0 h 25"/>
                <a:gd name="T6" fmla="*/ 2926 w 15"/>
                <a:gd name="T7" fmla="*/ 8145 h 25"/>
                <a:gd name="T8" fmla="*/ 3955 w 15"/>
                <a:gd name="T9" fmla="*/ 856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5">
                  <a:moveTo>
                    <a:pt x="15" y="23"/>
                  </a:moveTo>
                  <a:cubicBezTo>
                    <a:pt x="13" y="23"/>
                    <a:pt x="11" y="24"/>
                    <a:pt x="11" y="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0" y="21"/>
                    <a:pt x="11" y="22"/>
                  </a:cubicBezTo>
                  <a:cubicBezTo>
                    <a:pt x="13" y="23"/>
                    <a:pt x="14" y="23"/>
                    <a:pt x="15" y="23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2" name="Freeform 1052">
              <a:extLst>
                <a:ext uri="{FF2B5EF4-FFF2-40B4-BE49-F238E27FC236}">
                  <a16:creationId xmlns:a16="http://schemas.microsoft.com/office/drawing/2014/main" id="{6E879186-632C-4D09-9315-9137B8DD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431"/>
              <a:ext cx="42" cy="77"/>
            </a:xfrm>
            <a:custGeom>
              <a:avLst/>
              <a:gdLst>
                <a:gd name="T0" fmla="*/ 635 w 17"/>
                <a:gd name="T1" fmla="*/ 656 h 29"/>
                <a:gd name="T2" fmla="*/ 0 w 17"/>
                <a:gd name="T3" fmla="*/ 1051 h 29"/>
                <a:gd name="T4" fmla="*/ 2503 w 17"/>
                <a:gd name="T5" fmla="*/ 10145 h 29"/>
                <a:gd name="T6" fmla="*/ 2503 w 17"/>
                <a:gd name="T7" fmla="*/ 10145 h 29"/>
                <a:gd name="T8" fmla="*/ 3199 w 17"/>
                <a:gd name="T9" fmla="*/ 9737 h 29"/>
                <a:gd name="T10" fmla="*/ 3876 w 17"/>
                <a:gd name="T11" fmla="*/ 9490 h 29"/>
                <a:gd name="T12" fmla="*/ 3876 w 17"/>
                <a:gd name="T13" fmla="*/ 9490 h 29"/>
                <a:gd name="T14" fmla="*/ 1374 w 17"/>
                <a:gd name="T15" fmla="*/ 0 h 29"/>
                <a:gd name="T16" fmla="*/ 635 w 17"/>
                <a:gd name="T17" fmla="*/ 656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9">
                  <a:moveTo>
                    <a:pt x="3" y="2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29"/>
                    <a:pt x="13" y="28"/>
                    <a:pt x="14" y="28"/>
                  </a:cubicBezTo>
                  <a:cubicBezTo>
                    <a:pt x="15" y="28"/>
                    <a:pt x="16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4" y="1"/>
                    <a:pt x="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3" name="Freeform 1053">
              <a:extLst>
                <a:ext uri="{FF2B5EF4-FFF2-40B4-BE49-F238E27FC236}">
                  <a16:creationId xmlns:a16="http://schemas.microsoft.com/office/drawing/2014/main" id="{D5B5F34F-B6B5-45BE-8B5B-F0A053131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327"/>
              <a:ext cx="113" cy="120"/>
            </a:xfrm>
            <a:custGeom>
              <a:avLst/>
              <a:gdLst>
                <a:gd name="T0" fmla="*/ 997 w 45"/>
                <a:gd name="T1" fmla="*/ 10773 h 45"/>
                <a:gd name="T2" fmla="*/ 3784 w 45"/>
                <a:gd name="T3" fmla="*/ 1459 h 45"/>
                <a:gd name="T4" fmla="*/ 10291 w 45"/>
                <a:gd name="T5" fmla="*/ 5405 h 45"/>
                <a:gd name="T6" fmla="*/ 7473 w 45"/>
                <a:gd name="T7" fmla="*/ 14413 h 45"/>
                <a:gd name="T8" fmla="*/ 997 w 45"/>
                <a:gd name="T9" fmla="*/ 107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" y="30"/>
                  </a:moveTo>
                  <a:cubicBezTo>
                    <a:pt x="0" y="20"/>
                    <a:pt x="5" y="8"/>
                    <a:pt x="15" y="4"/>
                  </a:cubicBezTo>
                  <a:cubicBezTo>
                    <a:pt x="25" y="0"/>
                    <a:pt x="37" y="5"/>
                    <a:pt x="41" y="15"/>
                  </a:cubicBezTo>
                  <a:cubicBezTo>
                    <a:pt x="45" y="25"/>
                    <a:pt x="40" y="36"/>
                    <a:pt x="30" y="40"/>
                  </a:cubicBezTo>
                  <a:cubicBezTo>
                    <a:pt x="20" y="45"/>
                    <a:pt x="9" y="40"/>
                    <a:pt x="4" y="3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4" name="Oval 1054">
              <a:extLst>
                <a:ext uri="{FF2B5EF4-FFF2-40B4-BE49-F238E27FC236}">
                  <a16:creationId xmlns:a16="http://schemas.microsoft.com/office/drawing/2014/main" id="{59FF2678-6563-486C-AE12-FF6C9EA2E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3263"/>
              <a:ext cx="97" cy="10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95" name="Oval 1055">
              <a:extLst>
                <a:ext uri="{FF2B5EF4-FFF2-40B4-BE49-F238E27FC236}">
                  <a16:creationId xmlns:a16="http://schemas.microsoft.com/office/drawing/2014/main" id="{AB5CA488-4BFD-4D63-A39B-F7E7672A5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" y="2260"/>
              <a:ext cx="97" cy="10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096" name="Freeform 1056">
              <a:extLst>
                <a:ext uri="{FF2B5EF4-FFF2-40B4-BE49-F238E27FC236}">
                  <a16:creationId xmlns:a16="http://schemas.microsoft.com/office/drawing/2014/main" id="{E73FC09D-CB47-4D0E-86E3-8D773F394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2964"/>
              <a:ext cx="107" cy="115"/>
            </a:xfrm>
            <a:custGeom>
              <a:avLst/>
              <a:gdLst>
                <a:gd name="T0" fmla="*/ 8271 w 43"/>
                <a:gd name="T1" fmla="*/ 13139 h 43"/>
                <a:gd name="T2" fmla="*/ 1914 w 43"/>
                <a:gd name="T3" fmla="*/ 13139 h 43"/>
                <a:gd name="T4" fmla="*/ 1914 w 43"/>
                <a:gd name="T5" fmla="*/ 2867 h 43"/>
                <a:gd name="T6" fmla="*/ 8271 w 43"/>
                <a:gd name="T7" fmla="*/ 2867 h 43"/>
                <a:gd name="T8" fmla="*/ 8271 w 43"/>
                <a:gd name="T9" fmla="*/ 1313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35" y="36"/>
                  </a:moveTo>
                  <a:cubicBezTo>
                    <a:pt x="28" y="43"/>
                    <a:pt x="15" y="43"/>
                    <a:pt x="8" y="36"/>
                  </a:cubicBezTo>
                  <a:cubicBezTo>
                    <a:pt x="0" y="28"/>
                    <a:pt x="0" y="16"/>
                    <a:pt x="8" y="8"/>
                  </a:cubicBezTo>
                  <a:cubicBezTo>
                    <a:pt x="15" y="0"/>
                    <a:pt x="28" y="0"/>
                    <a:pt x="35" y="8"/>
                  </a:cubicBezTo>
                  <a:cubicBezTo>
                    <a:pt x="43" y="16"/>
                    <a:pt x="43" y="28"/>
                    <a:pt x="35" y="3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7" name="Freeform 1057">
              <a:extLst>
                <a:ext uri="{FF2B5EF4-FFF2-40B4-BE49-F238E27FC236}">
                  <a16:creationId xmlns:a16="http://schemas.microsoft.com/office/drawing/2014/main" id="{7942BA04-6D35-4186-B441-7464B3607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1545"/>
              <a:ext cx="107" cy="115"/>
            </a:xfrm>
            <a:custGeom>
              <a:avLst/>
              <a:gdLst>
                <a:gd name="T0" fmla="*/ 1914 w 43"/>
                <a:gd name="T1" fmla="*/ 13139 h 43"/>
                <a:gd name="T2" fmla="*/ 1914 w 43"/>
                <a:gd name="T3" fmla="*/ 2867 h 43"/>
                <a:gd name="T4" fmla="*/ 8271 w 43"/>
                <a:gd name="T5" fmla="*/ 2867 h 43"/>
                <a:gd name="T6" fmla="*/ 8271 w 43"/>
                <a:gd name="T7" fmla="*/ 13139 h 43"/>
                <a:gd name="T8" fmla="*/ 1914 w 43"/>
                <a:gd name="T9" fmla="*/ 1313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8" y="36"/>
                  </a:moveTo>
                  <a:cubicBezTo>
                    <a:pt x="0" y="28"/>
                    <a:pt x="0" y="16"/>
                    <a:pt x="8" y="8"/>
                  </a:cubicBezTo>
                  <a:cubicBezTo>
                    <a:pt x="15" y="0"/>
                    <a:pt x="28" y="0"/>
                    <a:pt x="35" y="8"/>
                  </a:cubicBezTo>
                  <a:cubicBezTo>
                    <a:pt x="43" y="16"/>
                    <a:pt x="43" y="28"/>
                    <a:pt x="35" y="36"/>
                  </a:cubicBezTo>
                  <a:cubicBezTo>
                    <a:pt x="28" y="43"/>
                    <a:pt x="15" y="43"/>
                    <a:pt x="8" y="3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8" name="Freeform 1058">
              <a:extLst>
                <a:ext uri="{FF2B5EF4-FFF2-40B4-BE49-F238E27FC236}">
                  <a16:creationId xmlns:a16="http://schemas.microsoft.com/office/drawing/2014/main" id="{48B1FCE7-9E0B-4CD1-8545-B52C9D511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1327"/>
              <a:ext cx="113" cy="120"/>
            </a:xfrm>
            <a:custGeom>
              <a:avLst/>
              <a:gdLst>
                <a:gd name="T0" fmla="*/ 997 w 45"/>
                <a:gd name="T1" fmla="*/ 5405 h 45"/>
                <a:gd name="T2" fmla="*/ 7473 w 45"/>
                <a:gd name="T3" fmla="*/ 1459 h 45"/>
                <a:gd name="T4" fmla="*/ 10291 w 45"/>
                <a:gd name="T5" fmla="*/ 10773 h 45"/>
                <a:gd name="T6" fmla="*/ 3784 w 45"/>
                <a:gd name="T7" fmla="*/ 14413 h 45"/>
                <a:gd name="T8" fmla="*/ 997 w 45"/>
                <a:gd name="T9" fmla="*/ 540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" y="15"/>
                  </a:moveTo>
                  <a:cubicBezTo>
                    <a:pt x="8" y="5"/>
                    <a:pt x="20" y="0"/>
                    <a:pt x="30" y="4"/>
                  </a:cubicBezTo>
                  <a:cubicBezTo>
                    <a:pt x="40" y="8"/>
                    <a:pt x="45" y="20"/>
                    <a:pt x="41" y="30"/>
                  </a:cubicBezTo>
                  <a:cubicBezTo>
                    <a:pt x="36" y="40"/>
                    <a:pt x="25" y="45"/>
                    <a:pt x="15" y="40"/>
                  </a:cubicBezTo>
                  <a:cubicBezTo>
                    <a:pt x="5" y="36"/>
                    <a:pt x="0" y="25"/>
                    <a:pt x="4" y="1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9" name="Freeform 1059">
              <a:extLst>
                <a:ext uri="{FF2B5EF4-FFF2-40B4-BE49-F238E27FC236}">
                  <a16:creationId xmlns:a16="http://schemas.microsoft.com/office/drawing/2014/main" id="{E67382AF-B402-4614-A14D-6EF4D745A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636"/>
              <a:ext cx="110" cy="120"/>
            </a:xfrm>
            <a:custGeom>
              <a:avLst/>
              <a:gdLst>
                <a:gd name="T0" fmla="*/ 7345 w 44"/>
                <a:gd name="T1" fmla="*/ 1763 h 45"/>
                <a:gd name="T2" fmla="*/ 9770 w 44"/>
                <a:gd name="T3" fmla="*/ 10773 h 45"/>
                <a:gd name="T4" fmla="*/ 3720 w 44"/>
                <a:gd name="T5" fmla="*/ 14712 h 45"/>
                <a:gd name="T6" fmla="*/ 988 w 44"/>
                <a:gd name="T7" fmla="*/ 5405 h 45"/>
                <a:gd name="T8" fmla="*/ 7345 w 44"/>
                <a:gd name="T9" fmla="*/ 176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5">
                  <a:moveTo>
                    <a:pt x="30" y="5"/>
                  </a:moveTo>
                  <a:cubicBezTo>
                    <a:pt x="40" y="9"/>
                    <a:pt x="44" y="20"/>
                    <a:pt x="40" y="30"/>
                  </a:cubicBezTo>
                  <a:cubicBezTo>
                    <a:pt x="36" y="40"/>
                    <a:pt x="25" y="45"/>
                    <a:pt x="15" y="41"/>
                  </a:cubicBezTo>
                  <a:cubicBezTo>
                    <a:pt x="5" y="37"/>
                    <a:pt x="0" y="25"/>
                    <a:pt x="4" y="15"/>
                  </a:cubicBezTo>
                  <a:cubicBezTo>
                    <a:pt x="8" y="5"/>
                    <a:pt x="20" y="0"/>
                    <a:pt x="30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0" name="Freeform 1060">
              <a:extLst>
                <a:ext uri="{FF2B5EF4-FFF2-40B4-BE49-F238E27FC236}">
                  <a16:creationId xmlns:a16="http://schemas.microsoft.com/office/drawing/2014/main" id="{E519E0DB-FDB0-4900-9A4D-98422EF2D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871"/>
              <a:ext cx="110" cy="117"/>
            </a:xfrm>
            <a:custGeom>
              <a:avLst/>
              <a:gdLst>
                <a:gd name="T0" fmla="*/ 3720 w 44"/>
                <a:gd name="T1" fmla="*/ 1449 h 44"/>
                <a:gd name="T2" fmla="*/ 9770 w 44"/>
                <a:gd name="T3" fmla="*/ 4906 h 44"/>
                <a:gd name="T4" fmla="*/ 7345 w 44"/>
                <a:gd name="T5" fmla="*/ 14099 h 44"/>
                <a:gd name="T6" fmla="*/ 988 w 44"/>
                <a:gd name="T7" fmla="*/ 10245 h 44"/>
                <a:gd name="T8" fmla="*/ 3720 w 44"/>
                <a:gd name="T9" fmla="*/ 144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15" y="4"/>
                  </a:moveTo>
                  <a:cubicBezTo>
                    <a:pt x="25" y="0"/>
                    <a:pt x="36" y="4"/>
                    <a:pt x="40" y="14"/>
                  </a:cubicBezTo>
                  <a:cubicBezTo>
                    <a:pt x="44" y="24"/>
                    <a:pt x="40" y="36"/>
                    <a:pt x="30" y="40"/>
                  </a:cubicBezTo>
                  <a:cubicBezTo>
                    <a:pt x="20" y="44"/>
                    <a:pt x="8" y="39"/>
                    <a:pt x="4" y="29"/>
                  </a:cubicBezTo>
                  <a:cubicBezTo>
                    <a:pt x="0" y="19"/>
                    <a:pt x="5" y="8"/>
                    <a:pt x="15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1" name="Freeform 1061">
              <a:extLst>
                <a:ext uri="{FF2B5EF4-FFF2-40B4-BE49-F238E27FC236}">
                  <a16:creationId xmlns:a16="http://schemas.microsoft.com/office/drawing/2014/main" id="{461F70D8-6EC3-4F4A-BA54-BE91C570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3180"/>
              <a:ext cx="113" cy="120"/>
            </a:xfrm>
            <a:custGeom>
              <a:avLst/>
              <a:gdLst>
                <a:gd name="T0" fmla="*/ 10291 w 45"/>
                <a:gd name="T1" fmla="*/ 5405 h 45"/>
                <a:gd name="T2" fmla="*/ 7473 w 45"/>
                <a:gd name="T3" fmla="*/ 14712 h 45"/>
                <a:gd name="T4" fmla="*/ 997 w 45"/>
                <a:gd name="T5" fmla="*/ 10773 h 45"/>
                <a:gd name="T6" fmla="*/ 3784 w 45"/>
                <a:gd name="T7" fmla="*/ 1459 h 45"/>
                <a:gd name="T8" fmla="*/ 10291 w 45"/>
                <a:gd name="T9" fmla="*/ 540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1" y="15"/>
                  </a:moveTo>
                  <a:cubicBezTo>
                    <a:pt x="45" y="25"/>
                    <a:pt x="40" y="36"/>
                    <a:pt x="30" y="41"/>
                  </a:cubicBezTo>
                  <a:cubicBezTo>
                    <a:pt x="20" y="45"/>
                    <a:pt x="8" y="40"/>
                    <a:pt x="4" y="30"/>
                  </a:cubicBezTo>
                  <a:cubicBezTo>
                    <a:pt x="0" y="20"/>
                    <a:pt x="5" y="8"/>
                    <a:pt x="15" y="4"/>
                  </a:cubicBezTo>
                  <a:cubicBezTo>
                    <a:pt x="25" y="0"/>
                    <a:pt x="36" y="5"/>
                    <a:pt x="41" y="1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2" name="Freeform 1062">
              <a:extLst>
                <a:ext uri="{FF2B5EF4-FFF2-40B4-BE49-F238E27FC236}">
                  <a16:creationId xmlns:a16="http://schemas.microsoft.com/office/drawing/2014/main" id="{7792ED33-DCF3-4A3C-AC05-C6D47B2BD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185"/>
              <a:ext cx="17" cy="78"/>
            </a:xfrm>
            <a:custGeom>
              <a:avLst/>
              <a:gdLst>
                <a:gd name="T0" fmla="*/ 831 w 7"/>
                <a:gd name="T1" fmla="*/ 10995 h 29"/>
                <a:gd name="T2" fmla="*/ 1433 w 7"/>
                <a:gd name="T3" fmla="*/ 10995 h 29"/>
                <a:gd name="T4" fmla="*/ 1433 w 7"/>
                <a:gd name="T5" fmla="*/ 428 h 29"/>
                <a:gd name="T6" fmla="*/ 1433 w 7"/>
                <a:gd name="T7" fmla="*/ 0 h 29"/>
                <a:gd name="T8" fmla="*/ 831 w 7"/>
                <a:gd name="T9" fmla="*/ 428 h 29"/>
                <a:gd name="T10" fmla="*/ 0 w 7"/>
                <a:gd name="T11" fmla="*/ 0 h 29"/>
                <a:gd name="T12" fmla="*/ 0 w 7"/>
                <a:gd name="T13" fmla="*/ 428 h 29"/>
                <a:gd name="T14" fmla="*/ 0 w 7"/>
                <a:gd name="T15" fmla="*/ 10995 h 29"/>
                <a:gd name="T16" fmla="*/ 831 w 7"/>
                <a:gd name="T17" fmla="*/ 1099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9">
                  <a:moveTo>
                    <a:pt x="4" y="29"/>
                  </a:moveTo>
                  <a:cubicBezTo>
                    <a:pt x="5" y="29"/>
                    <a:pt x="6" y="29"/>
                    <a:pt x="7" y="2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0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29"/>
                    <a:pt x="2" y="29"/>
                    <a:pt x="4" y="2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3" name="Freeform 1063">
              <a:extLst>
                <a:ext uri="{FF2B5EF4-FFF2-40B4-BE49-F238E27FC236}">
                  <a16:creationId xmlns:a16="http://schemas.microsoft.com/office/drawing/2014/main" id="{EA78D3BB-9323-47A7-B730-90B8CC974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2305"/>
              <a:ext cx="73" cy="16"/>
            </a:xfrm>
            <a:custGeom>
              <a:avLst/>
              <a:gdLst>
                <a:gd name="T0" fmla="*/ 0 w 29"/>
                <a:gd name="T1" fmla="*/ 1059 h 6"/>
                <a:gd name="T2" fmla="*/ 0 w 29"/>
                <a:gd name="T3" fmla="*/ 2184 h 6"/>
                <a:gd name="T4" fmla="*/ 7383 w 29"/>
                <a:gd name="T5" fmla="*/ 2184 h 6"/>
                <a:gd name="T6" fmla="*/ 7383 w 29"/>
                <a:gd name="T7" fmla="*/ 2184 h 6"/>
                <a:gd name="T8" fmla="*/ 7383 w 29"/>
                <a:gd name="T9" fmla="*/ 1059 h 6"/>
                <a:gd name="T10" fmla="*/ 7383 w 29"/>
                <a:gd name="T11" fmla="*/ 0 h 6"/>
                <a:gd name="T12" fmla="*/ 7383 w 29"/>
                <a:gd name="T13" fmla="*/ 0 h 6"/>
                <a:gd name="T14" fmla="*/ 0 w 29"/>
                <a:gd name="T15" fmla="*/ 0 h 6"/>
                <a:gd name="T16" fmla="*/ 0 w 29"/>
                <a:gd name="T17" fmla="*/ 1059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6">
                  <a:moveTo>
                    <a:pt x="0" y="3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9" y="4"/>
                    <a:pt x="29" y="3"/>
                  </a:cubicBezTo>
                  <a:cubicBezTo>
                    <a:pt x="29" y="2"/>
                    <a:pt x="29" y="1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4" name="Freeform 1064">
              <a:extLst>
                <a:ext uri="{FF2B5EF4-FFF2-40B4-BE49-F238E27FC236}">
                  <a16:creationId xmlns:a16="http://schemas.microsoft.com/office/drawing/2014/main" id="{E092E8D4-6025-43A4-8EE4-BFDD345C8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2924"/>
              <a:ext cx="63" cy="67"/>
            </a:xfrm>
            <a:custGeom>
              <a:avLst/>
              <a:gdLst>
                <a:gd name="T0" fmla="*/ 527 w 25"/>
                <a:gd name="T1" fmla="*/ 8568 h 25"/>
                <a:gd name="T2" fmla="*/ 1328 w 25"/>
                <a:gd name="T3" fmla="*/ 9281 h 25"/>
                <a:gd name="T4" fmla="*/ 6421 w 25"/>
                <a:gd name="T5" fmla="*/ 1809 h 25"/>
                <a:gd name="T6" fmla="*/ 6421 w 25"/>
                <a:gd name="T7" fmla="*/ 1809 h 25"/>
                <a:gd name="T8" fmla="*/ 5887 w 25"/>
                <a:gd name="T9" fmla="*/ 1077 h 25"/>
                <a:gd name="T10" fmla="*/ 5410 w 25"/>
                <a:gd name="T11" fmla="*/ 0 h 25"/>
                <a:gd name="T12" fmla="*/ 5410 w 25"/>
                <a:gd name="T13" fmla="*/ 0 h 25"/>
                <a:gd name="T14" fmla="*/ 0 w 25"/>
                <a:gd name="T15" fmla="*/ 7734 h 25"/>
                <a:gd name="T16" fmla="*/ 527 w 25"/>
                <a:gd name="T17" fmla="*/ 856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5">
                  <a:moveTo>
                    <a:pt x="2" y="23"/>
                  </a:moveTo>
                  <a:cubicBezTo>
                    <a:pt x="3" y="24"/>
                    <a:pt x="4" y="24"/>
                    <a:pt x="5" y="2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4" y="4"/>
                    <a:pt x="24" y="3"/>
                    <a:pt x="23" y="3"/>
                  </a:cubicBezTo>
                  <a:cubicBezTo>
                    <a:pt x="22" y="2"/>
                    <a:pt x="21" y="1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1"/>
                    <a:pt x="2" y="22"/>
                    <a:pt x="2" y="2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5" name="Freeform 1065">
              <a:extLst>
                <a:ext uri="{FF2B5EF4-FFF2-40B4-BE49-F238E27FC236}">
                  <a16:creationId xmlns:a16="http://schemas.microsoft.com/office/drawing/2014/main" id="{B5E23C43-C66A-450F-B621-5A767AA71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633"/>
              <a:ext cx="63" cy="67"/>
            </a:xfrm>
            <a:custGeom>
              <a:avLst/>
              <a:gdLst>
                <a:gd name="T0" fmla="*/ 527 w 25"/>
                <a:gd name="T1" fmla="*/ 1077 h 25"/>
                <a:gd name="T2" fmla="*/ 0 w 25"/>
                <a:gd name="T3" fmla="*/ 1809 h 25"/>
                <a:gd name="T4" fmla="*/ 5088 w 25"/>
                <a:gd name="T5" fmla="*/ 9281 h 25"/>
                <a:gd name="T6" fmla="*/ 5410 w 25"/>
                <a:gd name="T7" fmla="*/ 9281 h 25"/>
                <a:gd name="T8" fmla="*/ 5887 w 25"/>
                <a:gd name="T9" fmla="*/ 8568 h 25"/>
                <a:gd name="T10" fmla="*/ 6421 w 25"/>
                <a:gd name="T11" fmla="*/ 7734 h 25"/>
                <a:gd name="T12" fmla="*/ 6421 w 25"/>
                <a:gd name="T13" fmla="*/ 7734 h 25"/>
                <a:gd name="T14" fmla="*/ 1328 w 25"/>
                <a:gd name="T15" fmla="*/ 0 h 25"/>
                <a:gd name="T16" fmla="*/ 527 w 25"/>
                <a:gd name="T17" fmla="*/ 107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5">
                  <a:moveTo>
                    <a:pt x="2" y="3"/>
                  </a:moveTo>
                  <a:cubicBezTo>
                    <a:pt x="2" y="4"/>
                    <a:pt x="1" y="4"/>
                    <a:pt x="0" y="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21" y="25"/>
                    <a:pt x="21" y="25"/>
                  </a:cubicBezTo>
                  <a:cubicBezTo>
                    <a:pt x="21" y="25"/>
                    <a:pt x="22" y="24"/>
                    <a:pt x="23" y="23"/>
                  </a:cubicBezTo>
                  <a:cubicBezTo>
                    <a:pt x="24" y="22"/>
                    <a:pt x="24" y="22"/>
                    <a:pt x="25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3" y="2"/>
                    <a:pt x="2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6" name="Freeform 1066">
              <a:extLst>
                <a:ext uri="{FF2B5EF4-FFF2-40B4-BE49-F238E27FC236}">
                  <a16:creationId xmlns:a16="http://schemas.microsoft.com/office/drawing/2014/main" id="{2F5779F3-C653-437B-A278-08E424E37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431"/>
              <a:ext cx="42" cy="77"/>
            </a:xfrm>
            <a:custGeom>
              <a:avLst/>
              <a:gdLst>
                <a:gd name="T0" fmla="*/ 3199 w 17"/>
                <a:gd name="T1" fmla="*/ 656 h 29"/>
                <a:gd name="T2" fmla="*/ 2503 w 17"/>
                <a:gd name="T3" fmla="*/ 0 h 29"/>
                <a:gd name="T4" fmla="*/ 0 w 17"/>
                <a:gd name="T5" fmla="*/ 9490 h 29"/>
                <a:gd name="T6" fmla="*/ 0 w 17"/>
                <a:gd name="T7" fmla="*/ 9490 h 29"/>
                <a:gd name="T8" fmla="*/ 635 w 17"/>
                <a:gd name="T9" fmla="*/ 9737 h 29"/>
                <a:gd name="T10" fmla="*/ 1374 w 17"/>
                <a:gd name="T11" fmla="*/ 10145 h 29"/>
                <a:gd name="T12" fmla="*/ 1374 w 17"/>
                <a:gd name="T13" fmla="*/ 10145 h 29"/>
                <a:gd name="T14" fmla="*/ 3876 w 17"/>
                <a:gd name="T15" fmla="*/ 1051 h 29"/>
                <a:gd name="T16" fmla="*/ 3199 w 17"/>
                <a:gd name="T17" fmla="*/ 656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9">
                  <a:moveTo>
                    <a:pt x="14" y="2"/>
                  </a:moveTo>
                  <a:cubicBezTo>
                    <a:pt x="13" y="1"/>
                    <a:pt x="12" y="1"/>
                    <a:pt x="11" y="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2" y="28"/>
                    <a:pt x="3" y="28"/>
                  </a:cubicBezTo>
                  <a:cubicBezTo>
                    <a:pt x="4" y="28"/>
                    <a:pt x="5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2"/>
                    <a:pt x="15" y="2"/>
                    <a:pt x="14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7" name="Freeform 1067">
              <a:extLst>
                <a:ext uri="{FF2B5EF4-FFF2-40B4-BE49-F238E27FC236}">
                  <a16:creationId xmlns:a16="http://schemas.microsoft.com/office/drawing/2014/main" id="{BBDF1623-D0CA-4697-98FD-740366D0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639"/>
              <a:ext cx="73" cy="45"/>
            </a:xfrm>
            <a:custGeom>
              <a:avLst/>
              <a:gdLst>
                <a:gd name="T0" fmla="*/ 7066 w 29"/>
                <a:gd name="T1" fmla="*/ 4807 h 17"/>
                <a:gd name="T2" fmla="*/ 7383 w 29"/>
                <a:gd name="T3" fmla="*/ 3783 h 17"/>
                <a:gd name="T4" fmla="*/ 798 w 29"/>
                <a:gd name="T5" fmla="*/ 0 h 17"/>
                <a:gd name="T6" fmla="*/ 526 w 29"/>
                <a:gd name="T7" fmla="*/ 0 h 17"/>
                <a:gd name="T8" fmla="*/ 317 w 29"/>
                <a:gd name="T9" fmla="*/ 1038 h 17"/>
                <a:gd name="T10" fmla="*/ 0 w 29"/>
                <a:gd name="T11" fmla="*/ 2059 h 17"/>
                <a:gd name="T12" fmla="*/ 0 w 29"/>
                <a:gd name="T13" fmla="*/ 2059 h 17"/>
                <a:gd name="T14" fmla="*/ 6857 w 29"/>
                <a:gd name="T15" fmla="*/ 5845 h 17"/>
                <a:gd name="T16" fmla="*/ 7066 w 29"/>
                <a:gd name="T17" fmla="*/ 480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28" y="14"/>
                  </a:moveTo>
                  <a:cubicBezTo>
                    <a:pt x="28" y="13"/>
                    <a:pt x="29" y="12"/>
                    <a:pt x="29" y="1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7" y="15"/>
                    <a:pt x="28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8" name="Freeform 1068">
              <a:extLst>
                <a:ext uri="{FF2B5EF4-FFF2-40B4-BE49-F238E27FC236}">
                  <a16:creationId xmlns:a16="http://schemas.microsoft.com/office/drawing/2014/main" id="{939C2A89-48CF-4720-9C3F-DD906832F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940"/>
              <a:ext cx="73" cy="45"/>
            </a:xfrm>
            <a:custGeom>
              <a:avLst/>
              <a:gdLst>
                <a:gd name="T0" fmla="*/ 7066 w 29"/>
                <a:gd name="T1" fmla="*/ 1038 h 17"/>
                <a:gd name="T2" fmla="*/ 6857 w 29"/>
                <a:gd name="T3" fmla="*/ 0 h 17"/>
                <a:gd name="T4" fmla="*/ 0 w 29"/>
                <a:gd name="T5" fmla="*/ 3783 h 17"/>
                <a:gd name="T6" fmla="*/ 0 w 29"/>
                <a:gd name="T7" fmla="*/ 3783 h 17"/>
                <a:gd name="T8" fmla="*/ 317 w 29"/>
                <a:gd name="T9" fmla="*/ 4807 h 17"/>
                <a:gd name="T10" fmla="*/ 526 w 29"/>
                <a:gd name="T11" fmla="*/ 5845 h 17"/>
                <a:gd name="T12" fmla="*/ 798 w 29"/>
                <a:gd name="T13" fmla="*/ 5845 h 17"/>
                <a:gd name="T14" fmla="*/ 7383 w 29"/>
                <a:gd name="T15" fmla="*/ 2059 h 17"/>
                <a:gd name="T16" fmla="*/ 7066 w 29"/>
                <a:gd name="T17" fmla="*/ 103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28" y="3"/>
                  </a:moveTo>
                  <a:cubicBezTo>
                    <a:pt x="27" y="2"/>
                    <a:pt x="27" y="1"/>
                    <a:pt x="27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1" y="13"/>
                    <a:pt x="1" y="14"/>
                  </a:cubicBezTo>
                  <a:cubicBezTo>
                    <a:pt x="2" y="15"/>
                    <a:pt x="2" y="16"/>
                    <a:pt x="2" y="17"/>
                  </a:cubicBezTo>
                  <a:cubicBezTo>
                    <a:pt x="2" y="17"/>
                    <a:pt x="2" y="17"/>
                    <a:pt x="3" y="1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8" y="4"/>
                    <a:pt x="28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9" name="Freeform 1069">
              <a:extLst>
                <a:ext uri="{FF2B5EF4-FFF2-40B4-BE49-F238E27FC236}">
                  <a16:creationId xmlns:a16="http://schemas.microsoft.com/office/drawing/2014/main" id="{4D0DB4AB-46AB-4DB0-B6C0-4DBD5F043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116"/>
              <a:ext cx="42" cy="77"/>
            </a:xfrm>
            <a:custGeom>
              <a:avLst/>
              <a:gdLst>
                <a:gd name="T0" fmla="*/ 3199 w 17"/>
                <a:gd name="T1" fmla="*/ 9737 h 29"/>
                <a:gd name="T2" fmla="*/ 3876 w 17"/>
                <a:gd name="T3" fmla="*/ 9490 h 29"/>
                <a:gd name="T4" fmla="*/ 1374 w 17"/>
                <a:gd name="T5" fmla="*/ 0 h 29"/>
                <a:gd name="T6" fmla="*/ 1374 w 17"/>
                <a:gd name="T7" fmla="*/ 0 h 29"/>
                <a:gd name="T8" fmla="*/ 635 w 17"/>
                <a:gd name="T9" fmla="*/ 656 h 29"/>
                <a:gd name="T10" fmla="*/ 0 w 17"/>
                <a:gd name="T11" fmla="*/ 1051 h 29"/>
                <a:gd name="T12" fmla="*/ 0 w 17"/>
                <a:gd name="T13" fmla="*/ 1051 h 29"/>
                <a:gd name="T14" fmla="*/ 2503 w 17"/>
                <a:gd name="T15" fmla="*/ 10145 h 29"/>
                <a:gd name="T16" fmla="*/ 3199 w 17"/>
                <a:gd name="T17" fmla="*/ 97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9">
                  <a:moveTo>
                    <a:pt x="14" y="28"/>
                  </a:moveTo>
                  <a:cubicBezTo>
                    <a:pt x="15" y="28"/>
                    <a:pt x="16" y="27"/>
                    <a:pt x="17" y="27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4" y="1"/>
                    <a:pt x="3" y="2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29"/>
                    <a:pt x="13" y="29"/>
                    <a:pt x="14" y="2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0" name="Freeform 1070">
              <a:extLst>
                <a:ext uri="{FF2B5EF4-FFF2-40B4-BE49-F238E27FC236}">
                  <a16:creationId xmlns:a16="http://schemas.microsoft.com/office/drawing/2014/main" id="{923A4C8D-7E06-44A8-8B15-D3F7DB230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436"/>
              <a:ext cx="123" cy="131"/>
            </a:xfrm>
            <a:custGeom>
              <a:avLst/>
              <a:gdLst>
                <a:gd name="T0" fmla="*/ 1499 w 49"/>
                <a:gd name="T1" fmla="*/ 13129 h 49"/>
                <a:gd name="T2" fmla="*/ 3288 w 49"/>
                <a:gd name="T3" fmla="*/ 2195 h 49"/>
                <a:gd name="T4" fmla="*/ 10756 w 49"/>
                <a:gd name="T5" fmla="*/ 4395 h 49"/>
                <a:gd name="T6" fmla="*/ 8966 w 49"/>
                <a:gd name="T7" fmla="*/ 15268 h 49"/>
                <a:gd name="T8" fmla="*/ 1499 w 49"/>
                <a:gd name="T9" fmla="*/ 13129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6" y="36"/>
                  </a:moveTo>
                  <a:cubicBezTo>
                    <a:pt x="0" y="26"/>
                    <a:pt x="2" y="13"/>
                    <a:pt x="13" y="6"/>
                  </a:cubicBezTo>
                  <a:cubicBezTo>
                    <a:pt x="23" y="0"/>
                    <a:pt x="36" y="2"/>
                    <a:pt x="43" y="12"/>
                  </a:cubicBezTo>
                  <a:cubicBezTo>
                    <a:pt x="49" y="22"/>
                    <a:pt x="46" y="36"/>
                    <a:pt x="36" y="42"/>
                  </a:cubicBezTo>
                  <a:cubicBezTo>
                    <a:pt x="26" y="49"/>
                    <a:pt x="13" y="46"/>
                    <a:pt x="6" y="36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1" name="Freeform 1071">
              <a:extLst>
                <a:ext uri="{FF2B5EF4-FFF2-40B4-BE49-F238E27FC236}">
                  <a16:creationId xmlns:a16="http://schemas.microsoft.com/office/drawing/2014/main" id="{E37384F6-3AA7-44B7-8A07-F6B9E22F2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457"/>
              <a:ext cx="60" cy="64"/>
            </a:xfrm>
            <a:custGeom>
              <a:avLst/>
              <a:gdLst>
                <a:gd name="T0" fmla="*/ 783 w 24"/>
                <a:gd name="T1" fmla="*/ 2581 h 24"/>
                <a:gd name="T2" fmla="*/ 4220 w 24"/>
                <a:gd name="T3" fmla="*/ 661 h 24"/>
                <a:gd name="T4" fmla="*/ 5208 w 24"/>
                <a:gd name="T5" fmla="*/ 6067 h 24"/>
                <a:gd name="T6" fmla="*/ 1770 w 24"/>
                <a:gd name="T7" fmla="*/ 7531 h 24"/>
                <a:gd name="T8" fmla="*/ 783 w 24"/>
                <a:gd name="T9" fmla="*/ 258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3" y="7"/>
                  </a:moveTo>
                  <a:cubicBezTo>
                    <a:pt x="6" y="1"/>
                    <a:pt x="12" y="0"/>
                    <a:pt x="17" y="2"/>
                  </a:cubicBezTo>
                  <a:cubicBezTo>
                    <a:pt x="22" y="5"/>
                    <a:pt x="24" y="12"/>
                    <a:pt x="21" y="17"/>
                  </a:cubicBezTo>
                  <a:cubicBezTo>
                    <a:pt x="19" y="22"/>
                    <a:pt x="12" y="24"/>
                    <a:pt x="7" y="21"/>
                  </a:cubicBezTo>
                  <a:cubicBezTo>
                    <a:pt x="2" y="18"/>
                    <a:pt x="0" y="12"/>
                    <a:pt x="3" y="7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2" name="Freeform 1072">
              <a:extLst>
                <a:ext uri="{FF2B5EF4-FFF2-40B4-BE49-F238E27FC236}">
                  <a16:creationId xmlns:a16="http://schemas.microsoft.com/office/drawing/2014/main" id="{42D8049A-87C1-452D-A4EE-E38C0B0AE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471"/>
              <a:ext cx="23" cy="26"/>
            </a:xfrm>
            <a:custGeom>
              <a:avLst/>
              <a:gdLst>
                <a:gd name="T0" fmla="*/ 332 w 9"/>
                <a:gd name="T1" fmla="*/ 967 h 10"/>
                <a:gd name="T2" fmla="*/ 1973 w 9"/>
                <a:gd name="T3" fmla="*/ 372 h 10"/>
                <a:gd name="T4" fmla="*/ 2167 w 9"/>
                <a:gd name="T5" fmla="*/ 2142 h 10"/>
                <a:gd name="T6" fmla="*/ 549 w 9"/>
                <a:gd name="T7" fmla="*/ 2746 h 10"/>
                <a:gd name="T8" fmla="*/ 332 w 9"/>
                <a:gd name="T9" fmla="*/ 96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3"/>
                  </a:moveTo>
                  <a:cubicBezTo>
                    <a:pt x="2" y="1"/>
                    <a:pt x="4" y="0"/>
                    <a:pt x="7" y="1"/>
                  </a:cubicBezTo>
                  <a:cubicBezTo>
                    <a:pt x="9" y="2"/>
                    <a:pt x="9" y="5"/>
                    <a:pt x="8" y="7"/>
                  </a:cubicBezTo>
                  <a:cubicBezTo>
                    <a:pt x="7" y="9"/>
                    <a:pt x="5" y="10"/>
                    <a:pt x="2" y="9"/>
                  </a:cubicBezTo>
                  <a:cubicBezTo>
                    <a:pt x="0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3" name="Freeform 1073">
              <a:extLst>
                <a:ext uri="{FF2B5EF4-FFF2-40B4-BE49-F238E27FC236}">
                  <a16:creationId xmlns:a16="http://schemas.microsoft.com/office/drawing/2014/main" id="{CC13FF1E-5E9A-45E7-9A45-2F7CB04F3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543"/>
              <a:ext cx="57" cy="72"/>
            </a:xfrm>
            <a:custGeom>
              <a:avLst/>
              <a:gdLst>
                <a:gd name="T0" fmla="*/ 639 w 23"/>
                <a:gd name="T1" fmla="*/ 1059 h 27"/>
                <a:gd name="T2" fmla="*/ 0 w 23"/>
                <a:gd name="T3" fmla="*/ 1459 h 27"/>
                <a:gd name="T4" fmla="*/ 4367 w 23"/>
                <a:gd name="T5" fmla="*/ 9707 h 27"/>
                <a:gd name="T6" fmla="*/ 4367 w 23"/>
                <a:gd name="T7" fmla="*/ 9707 h 27"/>
                <a:gd name="T8" fmla="*/ 4870 w 23"/>
                <a:gd name="T9" fmla="*/ 9045 h 27"/>
                <a:gd name="T10" fmla="*/ 5313 w 23"/>
                <a:gd name="T11" fmla="*/ 8648 h 27"/>
                <a:gd name="T12" fmla="*/ 5313 w 23"/>
                <a:gd name="T13" fmla="*/ 8648 h 27"/>
                <a:gd name="T14" fmla="*/ 1400 w 23"/>
                <a:gd name="T15" fmla="*/ 0 h 27"/>
                <a:gd name="T16" fmla="*/ 639 w 23"/>
                <a:gd name="T17" fmla="*/ 105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7">
                  <a:moveTo>
                    <a:pt x="3" y="3"/>
                  </a:moveTo>
                  <a:cubicBezTo>
                    <a:pt x="2" y="3"/>
                    <a:pt x="1" y="4"/>
                    <a:pt x="0" y="4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20" y="26"/>
                    <a:pt x="21" y="25"/>
                  </a:cubicBezTo>
                  <a:cubicBezTo>
                    <a:pt x="21" y="25"/>
                    <a:pt x="22" y="25"/>
                    <a:pt x="23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4" name="Freeform 1074">
              <a:extLst>
                <a:ext uri="{FF2B5EF4-FFF2-40B4-BE49-F238E27FC236}">
                  <a16:creationId xmlns:a16="http://schemas.microsoft.com/office/drawing/2014/main" id="{82C6D4BA-E8C2-4D10-B1F1-FCB135DA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551"/>
              <a:ext cx="50" cy="58"/>
            </a:xfrm>
            <a:custGeom>
              <a:avLst/>
              <a:gdLst>
                <a:gd name="T0" fmla="*/ 0 w 20"/>
                <a:gd name="T1" fmla="*/ 625 h 22"/>
                <a:gd name="T2" fmla="*/ 988 w 20"/>
                <a:gd name="T3" fmla="*/ 0 h 22"/>
                <a:gd name="T4" fmla="*/ 4895 w 20"/>
                <a:gd name="T5" fmla="*/ 7382 h 22"/>
                <a:gd name="T6" fmla="*/ 988 w 20"/>
                <a:gd name="T7" fmla="*/ 1007 h 22"/>
                <a:gd name="T8" fmla="*/ 0 w 20"/>
                <a:gd name="T9" fmla="*/ 62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0" y="2"/>
                  </a:moveTo>
                  <a:cubicBezTo>
                    <a:pt x="1" y="2"/>
                    <a:pt x="4" y="0"/>
                    <a:pt x="4" y="0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2"/>
                    <a:pt x="5" y="3"/>
                    <a:pt x="4" y="3"/>
                  </a:cubicBezTo>
                  <a:cubicBezTo>
                    <a:pt x="2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5" name="Freeform 1075">
              <a:extLst>
                <a:ext uri="{FF2B5EF4-FFF2-40B4-BE49-F238E27FC236}">
                  <a16:creationId xmlns:a16="http://schemas.microsoft.com/office/drawing/2014/main" id="{40E93160-25AE-48F0-81A2-E40E35868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039"/>
              <a:ext cx="122" cy="130"/>
            </a:xfrm>
            <a:custGeom>
              <a:avLst/>
              <a:gdLst>
                <a:gd name="T0" fmla="*/ 10029 w 49"/>
                <a:gd name="T1" fmla="*/ 3807 h 49"/>
                <a:gd name="T2" fmla="*/ 9304 w 49"/>
                <a:gd name="T3" fmla="*/ 14324 h 49"/>
                <a:gd name="T4" fmla="*/ 1915 w 49"/>
                <a:gd name="T5" fmla="*/ 13276 h 49"/>
                <a:gd name="T6" fmla="*/ 2579 w 49"/>
                <a:gd name="T7" fmla="*/ 2780 h 49"/>
                <a:gd name="T8" fmla="*/ 10029 w 49"/>
                <a:gd name="T9" fmla="*/ 380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2" y="11"/>
                  </a:moveTo>
                  <a:cubicBezTo>
                    <a:pt x="49" y="20"/>
                    <a:pt x="48" y="34"/>
                    <a:pt x="39" y="41"/>
                  </a:cubicBezTo>
                  <a:cubicBezTo>
                    <a:pt x="29" y="49"/>
                    <a:pt x="16" y="48"/>
                    <a:pt x="8" y="38"/>
                  </a:cubicBezTo>
                  <a:cubicBezTo>
                    <a:pt x="0" y="29"/>
                    <a:pt x="2" y="15"/>
                    <a:pt x="11" y="8"/>
                  </a:cubicBezTo>
                  <a:cubicBezTo>
                    <a:pt x="20" y="0"/>
                    <a:pt x="34" y="2"/>
                    <a:pt x="42" y="11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6" name="Freeform 1076">
              <a:extLst>
                <a:ext uri="{FF2B5EF4-FFF2-40B4-BE49-F238E27FC236}">
                  <a16:creationId xmlns:a16="http://schemas.microsoft.com/office/drawing/2014/main" id="{36793235-3773-4D2C-A6C3-E0B2C5420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076"/>
              <a:ext cx="60" cy="64"/>
            </a:xfrm>
            <a:custGeom>
              <a:avLst/>
              <a:gdLst>
                <a:gd name="T0" fmla="*/ 783 w 24"/>
                <a:gd name="T1" fmla="*/ 2581 h 24"/>
                <a:gd name="T2" fmla="*/ 4220 w 24"/>
                <a:gd name="T3" fmla="*/ 1059 h 24"/>
                <a:gd name="T4" fmla="*/ 5208 w 24"/>
                <a:gd name="T5" fmla="*/ 6464 h 24"/>
                <a:gd name="T6" fmla="*/ 1770 w 24"/>
                <a:gd name="T7" fmla="*/ 7531 h 24"/>
                <a:gd name="T8" fmla="*/ 783 w 24"/>
                <a:gd name="T9" fmla="*/ 258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3" y="7"/>
                  </a:moveTo>
                  <a:cubicBezTo>
                    <a:pt x="6" y="2"/>
                    <a:pt x="12" y="0"/>
                    <a:pt x="17" y="3"/>
                  </a:cubicBezTo>
                  <a:cubicBezTo>
                    <a:pt x="23" y="6"/>
                    <a:pt x="24" y="12"/>
                    <a:pt x="21" y="18"/>
                  </a:cubicBezTo>
                  <a:cubicBezTo>
                    <a:pt x="18" y="23"/>
                    <a:pt x="12" y="24"/>
                    <a:pt x="7" y="21"/>
                  </a:cubicBezTo>
                  <a:cubicBezTo>
                    <a:pt x="2" y="18"/>
                    <a:pt x="0" y="12"/>
                    <a:pt x="3" y="7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7" name="Freeform 1077">
              <a:extLst>
                <a:ext uri="{FF2B5EF4-FFF2-40B4-BE49-F238E27FC236}">
                  <a16:creationId xmlns:a16="http://schemas.microsoft.com/office/drawing/2014/main" id="{553F3EDB-3698-4E52-A7B1-35182B1A0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3092"/>
              <a:ext cx="23" cy="24"/>
            </a:xfrm>
            <a:custGeom>
              <a:avLst/>
              <a:gdLst>
                <a:gd name="T0" fmla="*/ 332 w 9"/>
                <a:gd name="T1" fmla="*/ 661 h 9"/>
                <a:gd name="T2" fmla="*/ 1973 w 9"/>
                <a:gd name="T3" fmla="*/ 397 h 9"/>
                <a:gd name="T4" fmla="*/ 2167 w 9"/>
                <a:gd name="T5" fmla="*/ 2581 h 9"/>
                <a:gd name="T6" fmla="*/ 549 w 9"/>
                <a:gd name="T7" fmla="*/ 2824 h 9"/>
                <a:gd name="T8" fmla="*/ 332 w 9"/>
                <a:gd name="T9" fmla="*/ 66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2"/>
                  </a:move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9" y="5"/>
                    <a:pt x="8" y="7"/>
                  </a:cubicBezTo>
                  <a:cubicBezTo>
                    <a:pt x="7" y="9"/>
                    <a:pt x="4" y="9"/>
                    <a:pt x="2" y="8"/>
                  </a:cubicBezTo>
                  <a:cubicBezTo>
                    <a:pt x="0" y="7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8" name="Freeform 1078">
              <a:extLst>
                <a:ext uri="{FF2B5EF4-FFF2-40B4-BE49-F238E27FC236}">
                  <a16:creationId xmlns:a16="http://schemas.microsoft.com/office/drawing/2014/main" id="{586315BE-4AE6-421F-AA10-D5595337C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999"/>
              <a:ext cx="63" cy="66"/>
            </a:xfrm>
            <a:custGeom>
              <a:avLst/>
              <a:gdLst>
                <a:gd name="T0" fmla="*/ 5602 w 25"/>
                <a:gd name="T1" fmla="*/ 7820 h 25"/>
                <a:gd name="T2" fmla="*/ 6421 w 25"/>
                <a:gd name="T3" fmla="*/ 7046 h 25"/>
                <a:gd name="T4" fmla="*/ 1011 w 25"/>
                <a:gd name="T5" fmla="*/ 0 h 25"/>
                <a:gd name="T6" fmla="*/ 1011 w 25"/>
                <a:gd name="T7" fmla="*/ 0 h 25"/>
                <a:gd name="T8" fmla="*/ 527 w 25"/>
                <a:gd name="T9" fmla="*/ 628 h 25"/>
                <a:gd name="T10" fmla="*/ 0 w 25"/>
                <a:gd name="T11" fmla="*/ 1011 h 25"/>
                <a:gd name="T12" fmla="*/ 0 w 25"/>
                <a:gd name="T13" fmla="*/ 1011 h 25"/>
                <a:gd name="T14" fmla="*/ 4884 w 25"/>
                <a:gd name="T15" fmla="*/ 8448 h 25"/>
                <a:gd name="T16" fmla="*/ 5602 w 25"/>
                <a:gd name="T17" fmla="*/ 782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5">
                  <a:moveTo>
                    <a:pt x="22" y="23"/>
                  </a:moveTo>
                  <a:cubicBezTo>
                    <a:pt x="23" y="22"/>
                    <a:pt x="24" y="21"/>
                    <a:pt x="25" y="2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0" y="24"/>
                    <a:pt x="21" y="23"/>
                    <a:pt x="22" y="2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9" name="Freeform 1079">
              <a:extLst>
                <a:ext uri="{FF2B5EF4-FFF2-40B4-BE49-F238E27FC236}">
                  <a16:creationId xmlns:a16="http://schemas.microsoft.com/office/drawing/2014/main" id="{504C1BDD-94C7-4E5B-8ECE-B37E66032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3007"/>
              <a:ext cx="55" cy="53"/>
            </a:xfrm>
            <a:custGeom>
              <a:avLst/>
              <a:gdLst>
                <a:gd name="T0" fmla="*/ 5395 w 22"/>
                <a:gd name="T1" fmla="*/ 5864 h 20"/>
                <a:gd name="T2" fmla="*/ 4425 w 22"/>
                <a:gd name="T3" fmla="*/ 6903 h 20"/>
                <a:gd name="T4" fmla="*/ 0 w 22"/>
                <a:gd name="T5" fmla="*/ 0 h 20"/>
                <a:gd name="T6" fmla="*/ 4425 w 22"/>
                <a:gd name="T7" fmla="*/ 5864 h 20"/>
                <a:gd name="T8" fmla="*/ 5395 w 22"/>
                <a:gd name="T9" fmla="*/ 58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22" y="17"/>
                  </a:moveTo>
                  <a:cubicBezTo>
                    <a:pt x="21" y="18"/>
                    <a:pt x="18" y="20"/>
                    <a:pt x="18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6" y="17"/>
                    <a:pt x="18" y="17"/>
                  </a:cubicBezTo>
                  <a:cubicBezTo>
                    <a:pt x="20" y="17"/>
                    <a:pt x="22" y="17"/>
                    <a:pt x="22" y="17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0" name="Freeform 1080">
              <a:extLst>
                <a:ext uri="{FF2B5EF4-FFF2-40B4-BE49-F238E27FC236}">
                  <a16:creationId xmlns:a16="http://schemas.microsoft.com/office/drawing/2014/main" id="{FF2010DB-3E26-4994-937D-63DEAF7DD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543"/>
              <a:ext cx="57" cy="72"/>
            </a:xfrm>
            <a:custGeom>
              <a:avLst/>
              <a:gdLst>
                <a:gd name="T0" fmla="*/ 639 w 23"/>
                <a:gd name="T1" fmla="*/ 1059 h 27"/>
                <a:gd name="T2" fmla="*/ 0 w 23"/>
                <a:gd name="T3" fmla="*/ 1459 h 27"/>
                <a:gd name="T4" fmla="*/ 4367 w 23"/>
                <a:gd name="T5" fmla="*/ 9707 h 27"/>
                <a:gd name="T6" fmla="*/ 4367 w 23"/>
                <a:gd name="T7" fmla="*/ 9707 h 27"/>
                <a:gd name="T8" fmla="*/ 4870 w 23"/>
                <a:gd name="T9" fmla="*/ 9045 h 27"/>
                <a:gd name="T10" fmla="*/ 5313 w 23"/>
                <a:gd name="T11" fmla="*/ 8648 h 27"/>
                <a:gd name="T12" fmla="*/ 5313 w 23"/>
                <a:gd name="T13" fmla="*/ 8648 h 27"/>
                <a:gd name="T14" fmla="*/ 1400 w 23"/>
                <a:gd name="T15" fmla="*/ 0 h 27"/>
                <a:gd name="T16" fmla="*/ 639 w 23"/>
                <a:gd name="T17" fmla="*/ 105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7">
                  <a:moveTo>
                    <a:pt x="3" y="3"/>
                  </a:moveTo>
                  <a:cubicBezTo>
                    <a:pt x="2" y="3"/>
                    <a:pt x="1" y="4"/>
                    <a:pt x="0" y="4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20" y="26"/>
                    <a:pt x="21" y="25"/>
                  </a:cubicBezTo>
                  <a:cubicBezTo>
                    <a:pt x="21" y="25"/>
                    <a:pt x="22" y="25"/>
                    <a:pt x="23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4" y="2"/>
                    <a:pt x="3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1" name="Freeform 1081">
              <a:extLst>
                <a:ext uri="{FF2B5EF4-FFF2-40B4-BE49-F238E27FC236}">
                  <a16:creationId xmlns:a16="http://schemas.microsoft.com/office/drawing/2014/main" id="{B5B845D9-0393-48E8-ADB4-11DA75FD7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436"/>
              <a:ext cx="123" cy="131"/>
            </a:xfrm>
            <a:custGeom>
              <a:avLst/>
              <a:gdLst>
                <a:gd name="T0" fmla="*/ 1499 w 49"/>
                <a:gd name="T1" fmla="*/ 13129 h 49"/>
                <a:gd name="T2" fmla="*/ 3288 w 49"/>
                <a:gd name="T3" fmla="*/ 2195 h 49"/>
                <a:gd name="T4" fmla="*/ 10756 w 49"/>
                <a:gd name="T5" fmla="*/ 4395 h 49"/>
                <a:gd name="T6" fmla="*/ 8966 w 49"/>
                <a:gd name="T7" fmla="*/ 15268 h 49"/>
                <a:gd name="T8" fmla="*/ 1499 w 49"/>
                <a:gd name="T9" fmla="*/ 13129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6" y="36"/>
                  </a:moveTo>
                  <a:cubicBezTo>
                    <a:pt x="0" y="26"/>
                    <a:pt x="2" y="13"/>
                    <a:pt x="13" y="6"/>
                  </a:cubicBezTo>
                  <a:cubicBezTo>
                    <a:pt x="23" y="0"/>
                    <a:pt x="36" y="2"/>
                    <a:pt x="43" y="12"/>
                  </a:cubicBezTo>
                  <a:cubicBezTo>
                    <a:pt x="49" y="22"/>
                    <a:pt x="46" y="36"/>
                    <a:pt x="36" y="42"/>
                  </a:cubicBezTo>
                  <a:cubicBezTo>
                    <a:pt x="26" y="49"/>
                    <a:pt x="13" y="46"/>
                    <a:pt x="6" y="3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2" name="Freeform 1082">
              <a:extLst>
                <a:ext uri="{FF2B5EF4-FFF2-40B4-BE49-F238E27FC236}">
                  <a16:creationId xmlns:a16="http://schemas.microsoft.com/office/drawing/2014/main" id="{B209ED82-2671-4AD4-80AB-656B37C7C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732"/>
              <a:ext cx="122" cy="133"/>
            </a:xfrm>
            <a:custGeom>
              <a:avLst/>
              <a:gdLst>
                <a:gd name="T0" fmla="*/ 3067 w 49"/>
                <a:gd name="T1" fmla="*/ 2562 h 50"/>
                <a:gd name="T2" fmla="*/ 10216 w 49"/>
                <a:gd name="T3" fmla="*/ 4650 h 50"/>
                <a:gd name="T4" fmla="*/ 8610 w 49"/>
                <a:gd name="T5" fmla="*/ 15170 h 50"/>
                <a:gd name="T6" fmla="*/ 1419 w 49"/>
                <a:gd name="T7" fmla="*/ 13061 h 50"/>
                <a:gd name="T8" fmla="*/ 3067 w 49"/>
                <a:gd name="T9" fmla="*/ 256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13" y="7"/>
                  </a:moveTo>
                  <a:cubicBezTo>
                    <a:pt x="23" y="0"/>
                    <a:pt x="36" y="3"/>
                    <a:pt x="43" y="13"/>
                  </a:cubicBezTo>
                  <a:cubicBezTo>
                    <a:pt x="49" y="23"/>
                    <a:pt x="46" y="37"/>
                    <a:pt x="36" y="43"/>
                  </a:cubicBezTo>
                  <a:cubicBezTo>
                    <a:pt x="26" y="50"/>
                    <a:pt x="13" y="47"/>
                    <a:pt x="6" y="37"/>
                  </a:cubicBezTo>
                  <a:cubicBezTo>
                    <a:pt x="0" y="27"/>
                    <a:pt x="3" y="13"/>
                    <a:pt x="13" y="7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3" name="Freeform 1083">
              <a:extLst>
                <a:ext uri="{FF2B5EF4-FFF2-40B4-BE49-F238E27FC236}">
                  <a16:creationId xmlns:a16="http://schemas.microsoft.com/office/drawing/2014/main" id="{408884D1-1711-4173-B521-947905DA7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761"/>
              <a:ext cx="60" cy="64"/>
            </a:xfrm>
            <a:custGeom>
              <a:avLst/>
              <a:gdLst>
                <a:gd name="T0" fmla="*/ 1488 w 24"/>
                <a:gd name="T1" fmla="*/ 1059 h 24"/>
                <a:gd name="T2" fmla="*/ 5208 w 24"/>
                <a:gd name="T3" fmla="*/ 2184 h 24"/>
                <a:gd name="T4" fmla="*/ 4425 w 24"/>
                <a:gd name="T5" fmla="*/ 7531 h 24"/>
                <a:gd name="T6" fmla="*/ 783 w 24"/>
                <a:gd name="T7" fmla="*/ 6464 h 24"/>
                <a:gd name="T8" fmla="*/ 1488 w 24"/>
                <a:gd name="T9" fmla="*/ 105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6" y="3"/>
                  </a:moveTo>
                  <a:cubicBezTo>
                    <a:pt x="11" y="0"/>
                    <a:pt x="18" y="1"/>
                    <a:pt x="21" y="6"/>
                  </a:cubicBezTo>
                  <a:cubicBezTo>
                    <a:pt x="24" y="11"/>
                    <a:pt x="23" y="18"/>
                    <a:pt x="18" y="21"/>
                  </a:cubicBezTo>
                  <a:cubicBezTo>
                    <a:pt x="13" y="24"/>
                    <a:pt x="6" y="23"/>
                    <a:pt x="3" y="18"/>
                  </a:cubicBezTo>
                  <a:cubicBezTo>
                    <a:pt x="0" y="13"/>
                    <a:pt x="1" y="6"/>
                    <a:pt x="6" y="3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4" name="Freeform 1084">
              <a:extLst>
                <a:ext uri="{FF2B5EF4-FFF2-40B4-BE49-F238E27FC236}">
                  <a16:creationId xmlns:a16="http://schemas.microsoft.com/office/drawing/2014/main" id="{DB85FBA8-AED5-43C7-8A41-DE21F0345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775"/>
              <a:ext cx="23" cy="26"/>
            </a:xfrm>
            <a:custGeom>
              <a:avLst/>
              <a:gdLst>
                <a:gd name="T0" fmla="*/ 549 w 9"/>
                <a:gd name="T1" fmla="*/ 372 h 10"/>
                <a:gd name="T2" fmla="*/ 2167 w 9"/>
                <a:gd name="T3" fmla="*/ 595 h 10"/>
                <a:gd name="T4" fmla="*/ 1973 w 9"/>
                <a:gd name="T5" fmla="*/ 2514 h 10"/>
                <a:gd name="T6" fmla="*/ 332 w 9"/>
                <a:gd name="T7" fmla="*/ 2142 h 10"/>
                <a:gd name="T8" fmla="*/ 549 w 9"/>
                <a:gd name="T9" fmla="*/ 37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2" y="1"/>
                  </a:moveTo>
                  <a:cubicBezTo>
                    <a:pt x="4" y="0"/>
                    <a:pt x="7" y="0"/>
                    <a:pt x="8" y="2"/>
                  </a:cubicBezTo>
                  <a:cubicBezTo>
                    <a:pt x="9" y="4"/>
                    <a:pt x="9" y="7"/>
                    <a:pt x="7" y="8"/>
                  </a:cubicBezTo>
                  <a:cubicBezTo>
                    <a:pt x="5" y="10"/>
                    <a:pt x="2" y="9"/>
                    <a:pt x="1" y="7"/>
                  </a:cubicBezTo>
                  <a:cubicBezTo>
                    <a:pt x="0" y="5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5" name="Freeform 1085">
              <a:extLst>
                <a:ext uri="{FF2B5EF4-FFF2-40B4-BE49-F238E27FC236}">
                  <a16:creationId xmlns:a16="http://schemas.microsoft.com/office/drawing/2014/main" id="{82809EDF-9E74-457E-929B-8A2D8BD1C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823"/>
              <a:ext cx="75" cy="53"/>
            </a:xfrm>
            <a:custGeom>
              <a:avLst/>
              <a:gdLst>
                <a:gd name="T0" fmla="*/ 6845 w 30"/>
                <a:gd name="T1" fmla="*/ 1039 h 20"/>
                <a:gd name="T2" fmla="*/ 6375 w 30"/>
                <a:gd name="T3" fmla="*/ 0 h 20"/>
                <a:gd name="T4" fmla="*/ 0 w 30"/>
                <a:gd name="T5" fmla="*/ 5231 h 20"/>
                <a:gd name="T6" fmla="*/ 0 w 30"/>
                <a:gd name="T7" fmla="*/ 5470 h 20"/>
                <a:gd name="T8" fmla="*/ 520 w 30"/>
                <a:gd name="T9" fmla="*/ 6270 h 20"/>
                <a:gd name="T10" fmla="*/ 783 w 30"/>
                <a:gd name="T11" fmla="*/ 6903 h 20"/>
                <a:gd name="T12" fmla="*/ 783 w 30"/>
                <a:gd name="T13" fmla="*/ 6903 h 20"/>
                <a:gd name="T14" fmla="*/ 7345 w 30"/>
                <a:gd name="T15" fmla="*/ 2064 h 20"/>
                <a:gd name="T16" fmla="*/ 6845 w 30"/>
                <a:gd name="T17" fmla="*/ 103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0">
                  <a:moveTo>
                    <a:pt x="28" y="3"/>
                  </a:moveTo>
                  <a:cubicBezTo>
                    <a:pt x="27" y="2"/>
                    <a:pt x="27" y="1"/>
                    <a:pt x="26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1" y="16"/>
                    <a:pt x="1" y="17"/>
                    <a:pt x="2" y="18"/>
                  </a:cubicBezTo>
                  <a:cubicBezTo>
                    <a:pt x="2" y="18"/>
                    <a:pt x="2" y="19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5"/>
                    <a:pt x="29" y="4"/>
                    <a:pt x="28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6" name="Freeform 1086">
              <a:extLst>
                <a:ext uri="{FF2B5EF4-FFF2-40B4-BE49-F238E27FC236}">
                  <a16:creationId xmlns:a16="http://schemas.microsoft.com/office/drawing/2014/main" id="{988EC798-4395-41C5-B965-8F4A84BC8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825"/>
              <a:ext cx="63" cy="48"/>
            </a:xfrm>
            <a:custGeom>
              <a:avLst/>
              <a:gdLst>
                <a:gd name="T0" fmla="*/ 5602 w 25"/>
                <a:gd name="T1" fmla="*/ 0 h 18"/>
                <a:gd name="T2" fmla="*/ 6421 w 25"/>
                <a:gd name="T3" fmla="*/ 1763 h 18"/>
                <a:gd name="T4" fmla="*/ 0 w 25"/>
                <a:gd name="T5" fmla="*/ 6464 h 18"/>
                <a:gd name="T6" fmla="*/ 5602 w 25"/>
                <a:gd name="T7" fmla="*/ 1459 h 18"/>
                <a:gd name="T8" fmla="*/ 5602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22" y="0"/>
                  </a:moveTo>
                  <a:cubicBezTo>
                    <a:pt x="23" y="2"/>
                    <a:pt x="25" y="4"/>
                    <a:pt x="25" y="5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22" y="6"/>
                    <a:pt x="22" y="4"/>
                  </a:cubicBezTo>
                  <a:cubicBezTo>
                    <a:pt x="23" y="2"/>
                    <a:pt x="22" y="1"/>
                    <a:pt x="22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7" name="Freeform 1087">
              <a:extLst>
                <a:ext uri="{FF2B5EF4-FFF2-40B4-BE49-F238E27FC236}">
                  <a16:creationId xmlns:a16="http://schemas.microsoft.com/office/drawing/2014/main" id="{F8E1B3FE-21D7-4CFE-946C-D6F166632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2764"/>
              <a:ext cx="122" cy="131"/>
            </a:xfrm>
            <a:custGeom>
              <a:avLst/>
              <a:gdLst>
                <a:gd name="T0" fmla="*/ 8610 w 49"/>
                <a:gd name="T1" fmla="*/ 15688 h 49"/>
                <a:gd name="T2" fmla="*/ 1419 w 49"/>
                <a:gd name="T3" fmla="*/ 13129 h 49"/>
                <a:gd name="T4" fmla="*/ 3067 w 49"/>
                <a:gd name="T5" fmla="*/ 2195 h 49"/>
                <a:gd name="T6" fmla="*/ 10216 w 49"/>
                <a:gd name="T7" fmla="*/ 4796 h 49"/>
                <a:gd name="T8" fmla="*/ 8610 w 49"/>
                <a:gd name="T9" fmla="*/ 15688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36" y="43"/>
                  </a:moveTo>
                  <a:cubicBezTo>
                    <a:pt x="26" y="49"/>
                    <a:pt x="13" y="46"/>
                    <a:pt x="6" y="36"/>
                  </a:cubicBezTo>
                  <a:cubicBezTo>
                    <a:pt x="0" y="26"/>
                    <a:pt x="3" y="13"/>
                    <a:pt x="13" y="6"/>
                  </a:cubicBezTo>
                  <a:cubicBezTo>
                    <a:pt x="23" y="0"/>
                    <a:pt x="36" y="3"/>
                    <a:pt x="43" y="13"/>
                  </a:cubicBezTo>
                  <a:cubicBezTo>
                    <a:pt x="49" y="23"/>
                    <a:pt x="46" y="36"/>
                    <a:pt x="36" y="43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8" name="Freeform 1088">
              <a:extLst>
                <a:ext uri="{FF2B5EF4-FFF2-40B4-BE49-F238E27FC236}">
                  <a16:creationId xmlns:a16="http://schemas.microsoft.com/office/drawing/2014/main" id="{A7778AEC-72C5-4BD3-ABA6-8DB37C020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801"/>
              <a:ext cx="63" cy="64"/>
            </a:xfrm>
            <a:custGeom>
              <a:avLst/>
              <a:gdLst>
                <a:gd name="T0" fmla="*/ 4559 w 25"/>
                <a:gd name="T1" fmla="*/ 7531 h 24"/>
                <a:gd name="T2" fmla="*/ 1011 w 25"/>
                <a:gd name="T3" fmla="*/ 6464 h 24"/>
                <a:gd name="T4" fmla="*/ 1809 w 25"/>
                <a:gd name="T5" fmla="*/ 1059 h 24"/>
                <a:gd name="T6" fmla="*/ 5410 w 25"/>
                <a:gd name="T7" fmla="*/ 2184 h 24"/>
                <a:gd name="T8" fmla="*/ 4559 w 25"/>
                <a:gd name="T9" fmla="*/ 753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18" y="21"/>
                  </a:moveTo>
                  <a:cubicBezTo>
                    <a:pt x="13" y="24"/>
                    <a:pt x="7" y="23"/>
                    <a:pt x="4" y="18"/>
                  </a:cubicBezTo>
                  <a:cubicBezTo>
                    <a:pt x="0" y="13"/>
                    <a:pt x="2" y="6"/>
                    <a:pt x="7" y="3"/>
                  </a:cubicBezTo>
                  <a:cubicBezTo>
                    <a:pt x="12" y="0"/>
                    <a:pt x="18" y="1"/>
                    <a:pt x="21" y="6"/>
                  </a:cubicBezTo>
                  <a:cubicBezTo>
                    <a:pt x="25" y="11"/>
                    <a:pt x="23" y="18"/>
                    <a:pt x="18" y="21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9" name="Freeform 1089">
              <a:extLst>
                <a:ext uri="{FF2B5EF4-FFF2-40B4-BE49-F238E27FC236}">
                  <a16:creationId xmlns:a16="http://schemas.microsoft.com/office/drawing/2014/main" id="{BED8E792-4554-454F-B18C-5A0BBC2F6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817"/>
              <a:ext cx="23" cy="27"/>
            </a:xfrm>
            <a:custGeom>
              <a:avLst/>
              <a:gdLst>
                <a:gd name="T0" fmla="*/ 1973 w 9"/>
                <a:gd name="T1" fmla="*/ 3127 h 10"/>
                <a:gd name="T2" fmla="*/ 332 w 9"/>
                <a:gd name="T3" fmla="*/ 2719 h 10"/>
                <a:gd name="T4" fmla="*/ 549 w 9"/>
                <a:gd name="T5" fmla="*/ 429 h 10"/>
                <a:gd name="T6" fmla="*/ 2167 w 9"/>
                <a:gd name="T7" fmla="*/ 751 h 10"/>
                <a:gd name="T8" fmla="*/ 1973 w 9"/>
                <a:gd name="T9" fmla="*/ 312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7" y="8"/>
                  </a:moveTo>
                  <a:cubicBezTo>
                    <a:pt x="5" y="10"/>
                    <a:pt x="2" y="9"/>
                    <a:pt x="1" y="7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4" y="0"/>
                    <a:pt x="7" y="0"/>
                    <a:pt x="8" y="2"/>
                  </a:cubicBezTo>
                  <a:cubicBezTo>
                    <a:pt x="9" y="4"/>
                    <a:pt x="9" y="7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0" name="Freeform 1090">
              <a:extLst>
                <a:ext uri="{FF2B5EF4-FFF2-40B4-BE49-F238E27FC236}">
                  <a16:creationId xmlns:a16="http://schemas.microsoft.com/office/drawing/2014/main" id="{74CB3AA5-6E0D-489A-8291-18970B879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2753"/>
              <a:ext cx="75" cy="54"/>
            </a:xfrm>
            <a:custGeom>
              <a:avLst/>
              <a:gdLst>
                <a:gd name="T0" fmla="*/ 520 w 30"/>
                <a:gd name="T1" fmla="*/ 6599 h 20"/>
                <a:gd name="T2" fmla="*/ 988 w 30"/>
                <a:gd name="T3" fmla="*/ 7757 h 20"/>
                <a:gd name="T4" fmla="*/ 7345 w 30"/>
                <a:gd name="T5" fmla="*/ 1596 h 20"/>
                <a:gd name="T6" fmla="*/ 7345 w 30"/>
                <a:gd name="T7" fmla="*/ 1596 h 20"/>
                <a:gd name="T8" fmla="*/ 6845 w 30"/>
                <a:gd name="T9" fmla="*/ 751 h 20"/>
                <a:gd name="T10" fmla="*/ 6645 w 30"/>
                <a:gd name="T11" fmla="*/ 0 h 20"/>
                <a:gd name="T12" fmla="*/ 6645 w 30"/>
                <a:gd name="T13" fmla="*/ 0 h 20"/>
                <a:gd name="T14" fmla="*/ 0 w 30"/>
                <a:gd name="T15" fmla="*/ 5476 h 20"/>
                <a:gd name="T16" fmla="*/ 520 w 30"/>
                <a:gd name="T17" fmla="*/ 659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0">
                  <a:moveTo>
                    <a:pt x="2" y="17"/>
                  </a:moveTo>
                  <a:cubicBezTo>
                    <a:pt x="3" y="18"/>
                    <a:pt x="3" y="19"/>
                    <a:pt x="4" y="20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9" y="3"/>
                    <a:pt x="29" y="3"/>
                    <a:pt x="28" y="2"/>
                  </a:cubicBezTo>
                  <a:cubicBezTo>
                    <a:pt x="28" y="1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1" y="16"/>
                    <a:pt x="2" y="17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1" name="Freeform 1091">
              <a:extLst>
                <a:ext uri="{FF2B5EF4-FFF2-40B4-BE49-F238E27FC236}">
                  <a16:creationId xmlns:a16="http://schemas.microsoft.com/office/drawing/2014/main" id="{128ECCE0-D28A-43EE-B884-395DEF22E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756"/>
              <a:ext cx="63" cy="45"/>
            </a:xfrm>
            <a:custGeom>
              <a:avLst/>
              <a:gdLst>
                <a:gd name="T0" fmla="*/ 801 w 25"/>
                <a:gd name="T1" fmla="*/ 5845 h 17"/>
                <a:gd name="T2" fmla="*/ 0 w 25"/>
                <a:gd name="T3" fmla="*/ 4415 h 17"/>
                <a:gd name="T4" fmla="*/ 6421 w 25"/>
                <a:gd name="T5" fmla="*/ 0 h 17"/>
                <a:gd name="T6" fmla="*/ 801 w 25"/>
                <a:gd name="T7" fmla="*/ 4415 h 17"/>
                <a:gd name="T8" fmla="*/ 801 w 25"/>
                <a:gd name="T9" fmla="*/ 584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3" y="17"/>
                  </a:moveTo>
                  <a:cubicBezTo>
                    <a:pt x="2" y="16"/>
                    <a:pt x="0" y="13"/>
                    <a:pt x="0" y="1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3" y="11"/>
                    <a:pt x="3" y="13"/>
                  </a:cubicBezTo>
                  <a:cubicBezTo>
                    <a:pt x="2" y="15"/>
                    <a:pt x="3" y="17"/>
                    <a:pt x="3" y="17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2" name="Freeform 1092">
              <a:extLst>
                <a:ext uri="{FF2B5EF4-FFF2-40B4-BE49-F238E27FC236}">
                  <a16:creationId xmlns:a16="http://schemas.microsoft.com/office/drawing/2014/main" id="{166AD7DA-657E-4F66-BAB1-4A8A3964D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823"/>
              <a:ext cx="75" cy="53"/>
            </a:xfrm>
            <a:custGeom>
              <a:avLst/>
              <a:gdLst>
                <a:gd name="T0" fmla="*/ 6845 w 30"/>
                <a:gd name="T1" fmla="*/ 1039 h 20"/>
                <a:gd name="T2" fmla="*/ 6375 w 30"/>
                <a:gd name="T3" fmla="*/ 0 h 20"/>
                <a:gd name="T4" fmla="*/ 0 w 30"/>
                <a:gd name="T5" fmla="*/ 5231 h 20"/>
                <a:gd name="T6" fmla="*/ 0 w 30"/>
                <a:gd name="T7" fmla="*/ 5470 h 20"/>
                <a:gd name="T8" fmla="*/ 520 w 30"/>
                <a:gd name="T9" fmla="*/ 6270 h 20"/>
                <a:gd name="T10" fmla="*/ 783 w 30"/>
                <a:gd name="T11" fmla="*/ 6903 h 20"/>
                <a:gd name="T12" fmla="*/ 783 w 30"/>
                <a:gd name="T13" fmla="*/ 6903 h 20"/>
                <a:gd name="T14" fmla="*/ 7345 w 30"/>
                <a:gd name="T15" fmla="*/ 2064 h 20"/>
                <a:gd name="T16" fmla="*/ 6845 w 30"/>
                <a:gd name="T17" fmla="*/ 103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0">
                  <a:moveTo>
                    <a:pt x="28" y="3"/>
                  </a:moveTo>
                  <a:cubicBezTo>
                    <a:pt x="27" y="2"/>
                    <a:pt x="27" y="1"/>
                    <a:pt x="26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1" y="16"/>
                    <a:pt x="1" y="17"/>
                    <a:pt x="2" y="18"/>
                  </a:cubicBezTo>
                  <a:cubicBezTo>
                    <a:pt x="2" y="18"/>
                    <a:pt x="2" y="19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5"/>
                    <a:pt x="29" y="4"/>
                    <a:pt x="28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3" name="Freeform 1093">
              <a:extLst>
                <a:ext uri="{FF2B5EF4-FFF2-40B4-BE49-F238E27FC236}">
                  <a16:creationId xmlns:a16="http://schemas.microsoft.com/office/drawing/2014/main" id="{77F3A511-5442-4496-AD53-C8D830396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732"/>
              <a:ext cx="122" cy="133"/>
            </a:xfrm>
            <a:custGeom>
              <a:avLst/>
              <a:gdLst>
                <a:gd name="T0" fmla="*/ 3067 w 49"/>
                <a:gd name="T1" fmla="*/ 2562 h 50"/>
                <a:gd name="T2" fmla="*/ 10216 w 49"/>
                <a:gd name="T3" fmla="*/ 4650 h 50"/>
                <a:gd name="T4" fmla="*/ 8610 w 49"/>
                <a:gd name="T5" fmla="*/ 15170 h 50"/>
                <a:gd name="T6" fmla="*/ 1419 w 49"/>
                <a:gd name="T7" fmla="*/ 13061 h 50"/>
                <a:gd name="T8" fmla="*/ 3067 w 49"/>
                <a:gd name="T9" fmla="*/ 256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13" y="7"/>
                  </a:moveTo>
                  <a:cubicBezTo>
                    <a:pt x="23" y="0"/>
                    <a:pt x="36" y="3"/>
                    <a:pt x="43" y="13"/>
                  </a:cubicBezTo>
                  <a:cubicBezTo>
                    <a:pt x="49" y="23"/>
                    <a:pt x="46" y="37"/>
                    <a:pt x="36" y="43"/>
                  </a:cubicBezTo>
                  <a:cubicBezTo>
                    <a:pt x="26" y="50"/>
                    <a:pt x="13" y="47"/>
                    <a:pt x="6" y="37"/>
                  </a:cubicBezTo>
                  <a:cubicBezTo>
                    <a:pt x="0" y="27"/>
                    <a:pt x="3" y="13"/>
                    <a:pt x="13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4" name="Freeform 1094">
              <a:extLst>
                <a:ext uri="{FF2B5EF4-FFF2-40B4-BE49-F238E27FC236}">
                  <a16:creationId xmlns:a16="http://schemas.microsoft.com/office/drawing/2014/main" id="{64C61499-1FF2-4C45-A7F8-C5D9200D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316"/>
              <a:ext cx="117" cy="128"/>
            </a:xfrm>
            <a:custGeom>
              <a:avLst/>
              <a:gdLst>
                <a:gd name="T0" fmla="*/ 466 w 47"/>
                <a:gd name="T1" fmla="*/ 7133 h 48"/>
                <a:gd name="T2" fmla="*/ 6681 w 47"/>
                <a:gd name="T3" fmla="*/ 1059 h 48"/>
                <a:gd name="T4" fmla="*/ 10722 w 47"/>
                <a:gd name="T5" fmla="*/ 10376 h 48"/>
                <a:gd name="T6" fmla="*/ 4486 w 47"/>
                <a:gd name="T7" fmla="*/ 16179 h 48"/>
                <a:gd name="T8" fmla="*/ 466 w 47"/>
                <a:gd name="T9" fmla="*/ 713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2" y="20"/>
                  </a:moveTo>
                  <a:cubicBezTo>
                    <a:pt x="5" y="8"/>
                    <a:pt x="16" y="0"/>
                    <a:pt x="28" y="3"/>
                  </a:cubicBezTo>
                  <a:cubicBezTo>
                    <a:pt x="40" y="5"/>
                    <a:pt x="47" y="17"/>
                    <a:pt x="45" y="29"/>
                  </a:cubicBezTo>
                  <a:cubicBezTo>
                    <a:pt x="42" y="40"/>
                    <a:pt x="31" y="48"/>
                    <a:pt x="19" y="45"/>
                  </a:cubicBezTo>
                  <a:cubicBezTo>
                    <a:pt x="7" y="43"/>
                    <a:pt x="0" y="31"/>
                    <a:pt x="2" y="2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5" name="Freeform 1095">
              <a:extLst>
                <a:ext uri="{FF2B5EF4-FFF2-40B4-BE49-F238E27FC236}">
                  <a16:creationId xmlns:a16="http://schemas.microsoft.com/office/drawing/2014/main" id="{35C3AEF3-9B9F-4853-BC2B-C47F35DF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337"/>
              <a:ext cx="58" cy="64"/>
            </a:xfrm>
            <a:custGeom>
              <a:avLst/>
              <a:gdLst>
                <a:gd name="T0" fmla="*/ 318 w 23"/>
                <a:gd name="T1" fmla="*/ 3640 h 24"/>
                <a:gd name="T2" fmla="*/ 3351 w 23"/>
                <a:gd name="T3" fmla="*/ 661 h 24"/>
                <a:gd name="T4" fmla="*/ 5629 w 23"/>
                <a:gd name="T5" fmla="*/ 5005 h 24"/>
                <a:gd name="T6" fmla="*/ 2340 w 23"/>
                <a:gd name="T7" fmla="*/ 7944 h 24"/>
                <a:gd name="T8" fmla="*/ 318 w 23"/>
                <a:gd name="T9" fmla="*/ 364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1" y="10"/>
                  </a:moveTo>
                  <a:cubicBezTo>
                    <a:pt x="2" y="4"/>
                    <a:pt x="8" y="0"/>
                    <a:pt x="13" y="2"/>
                  </a:cubicBezTo>
                  <a:cubicBezTo>
                    <a:pt x="19" y="3"/>
                    <a:pt x="23" y="8"/>
                    <a:pt x="22" y="14"/>
                  </a:cubicBezTo>
                  <a:cubicBezTo>
                    <a:pt x="20" y="20"/>
                    <a:pt x="15" y="24"/>
                    <a:pt x="9" y="22"/>
                  </a:cubicBezTo>
                  <a:cubicBezTo>
                    <a:pt x="3" y="21"/>
                    <a:pt x="0" y="16"/>
                    <a:pt x="1" y="10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6" name="Freeform 1096">
              <a:extLst>
                <a:ext uri="{FF2B5EF4-FFF2-40B4-BE49-F238E27FC236}">
                  <a16:creationId xmlns:a16="http://schemas.microsoft.com/office/drawing/2014/main" id="{F8967CF1-D8E4-4EC9-AE98-03E25099B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353"/>
              <a:ext cx="25" cy="27"/>
            </a:xfrm>
            <a:custGeom>
              <a:avLst/>
              <a:gdLst>
                <a:gd name="T0" fmla="*/ 313 w 10"/>
                <a:gd name="T1" fmla="*/ 1596 h 10"/>
                <a:gd name="T2" fmla="*/ 1488 w 10"/>
                <a:gd name="T3" fmla="*/ 429 h 10"/>
                <a:gd name="T4" fmla="*/ 2270 w 10"/>
                <a:gd name="T5" fmla="*/ 2282 h 10"/>
                <a:gd name="T6" fmla="*/ 988 w 10"/>
                <a:gd name="T7" fmla="*/ 3464 h 10"/>
                <a:gd name="T8" fmla="*/ 313 w 10"/>
                <a:gd name="T9" fmla="*/ 159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4"/>
                  </a:moveTo>
                  <a:cubicBezTo>
                    <a:pt x="1" y="2"/>
                    <a:pt x="4" y="0"/>
                    <a:pt x="6" y="1"/>
                  </a:cubicBezTo>
                  <a:cubicBezTo>
                    <a:pt x="8" y="1"/>
                    <a:pt x="10" y="4"/>
                    <a:pt x="9" y="6"/>
                  </a:cubicBezTo>
                  <a:cubicBezTo>
                    <a:pt x="9" y="8"/>
                    <a:pt x="7" y="10"/>
                    <a:pt x="4" y="9"/>
                  </a:cubicBezTo>
                  <a:cubicBezTo>
                    <a:pt x="2" y="9"/>
                    <a:pt x="0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7" name="Freeform 1097">
              <a:extLst>
                <a:ext uri="{FF2B5EF4-FFF2-40B4-BE49-F238E27FC236}">
                  <a16:creationId xmlns:a16="http://schemas.microsoft.com/office/drawing/2014/main" id="{69AF86CD-98CC-462C-BE7E-B962F9A75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436"/>
              <a:ext cx="25" cy="48"/>
            </a:xfrm>
            <a:custGeom>
              <a:avLst/>
              <a:gdLst>
                <a:gd name="T0" fmla="*/ 1300 w 10"/>
                <a:gd name="T1" fmla="*/ 6464 h 18"/>
                <a:gd name="T2" fmla="*/ 2470 w 10"/>
                <a:gd name="T3" fmla="*/ 397 h 18"/>
                <a:gd name="T4" fmla="*/ 1770 w 10"/>
                <a:gd name="T5" fmla="*/ 397 h 18"/>
                <a:gd name="T6" fmla="*/ 783 w 10"/>
                <a:gd name="T7" fmla="*/ 0 h 18"/>
                <a:gd name="T8" fmla="*/ 0 w 10"/>
                <a:gd name="T9" fmla="*/ 5405 h 18"/>
                <a:gd name="T10" fmla="*/ 1300 w 10"/>
                <a:gd name="T11" fmla="*/ 646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8">
                  <a:moveTo>
                    <a:pt x="5" y="18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" y="16"/>
                    <a:pt x="4" y="17"/>
                    <a:pt x="5" y="18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8" name="Freeform 1098">
              <a:extLst>
                <a:ext uri="{FF2B5EF4-FFF2-40B4-BE49-F238E27FC236}">
                  <a16:creationId xmlns:a16="http://schemas.microsoft.com/office/drawing/2014/main" id="{D3459413-8505-48D3-B24C-F71EEFC7F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439"/>
              <a:ext cx="12" cy="37"/>
            </a:xfrm>
            <a:custGeom>
              <a:avLst/>
              <a:gdLst>
                <a:gd name="T0" fmla="*/ 0 w 5"/>
                <a:gd name="T1" fmla="*/ 0 h 14"/>
                <a:gd name="T2" fmla="*/ 967 w 5"/>
                <a:gd name="T3" fmla="*/ 629 h 14"/>
                <a:gd name="T4" fmla="*/ 168 w 5"/>
                <a:gd name="T5" fmla="*/ 4784 h 14"/>
                <a:gd name="T6" fmla="*/ 403 w 5"/>
                <a:gd name="T7" fmla="*/ 1033 h 14"/>
                <a:gd name="T8" fmla="*/ 0 w 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1" y="1"/>
                    <a:pt x="4" y="2"/>
                    <a:pt x="5" y="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3" y="5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9" name="Freeform 1099">
              <a:extLst>
                <a:ext uri="{FF2B5EF4-FFF2-40B4-BE49-F238E27FC236}">
                  <a16:creationId xmlns:a16="http://schemas.microsoft.com/office/drawing/2014/main" id="{2B393A34-BFC2-422B-93AC-4B01B2626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201"/>
              <a:ext cx="117" cy="126"/>
            </a:xfrm>
            <a:custGeom>
              <a:avLst/>
              <a:gdLst>
                <a:gd name="T0" fmla="*/ 10722 w 47"/>
                <a:gd name="T1" fmla="*/ 10386 h 47"/>
                <a:gd name="T2" fmla="*/ 4486 w 47"/>
                <a:gd name="T3" fmla="*/ 16745 h 47"/>
                <a:gd name="T4" fmla="*/ 466 w 47"/>
                <a:gd name="T5" fmla="*/ 7072 h 47"/>
                <a:gd name="T6" fmla="*/ 6681 w 47"/>
                <a:gd name="T7" fmla="*/ 676 h 47"/>
                <a:gd name="T8" fmla="*/ 10722 w 47"/>
                <a:gd name="T9" fmla="*/ 1038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45" y="28"/>
                  </a:moveTo>
                  <a:cubicBezTo>
                    <a:pt x="42" y="40"/>
                    <a:pt x="31" y="47"/>
                    <a:pt x="19" y="45"/>
                  </a:cubicBezTo>
                  <a:cubicBezTo>
                    <a:pt x="7" y="42"/>
                    <a:pt x="0" y="31"/>
                    <a:pt x="2" y="19"/>
                  </a:cubicBezTo>
                  <a:cubicBezTo>
                    <a:pt x="5" y="7"/>
                    <a:pt x="16" y="0"/>
                    <a:pt x="28" y="2"/>
                  </a:cubicBezTo>
                  <a:cubicBezTo>
                    <a:pt x="40" y="5"/>
                    <a:pt x="47" y="16"/>
                    <a:pt x="45" y="28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0" name="Freeform 1100">
              <a:extLst>
                <a:ext uri="{FF2B5EF4-FFF2-40B4-BE49-F238E27FC236}">
                  <a16:creationId xmlns:a16="http://schemas.microsoft.com/office/drawing/2014/main" id="{F69D337B-C17A-432B-A343-F77F11D3A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236"/>
              <a:ext cx="55" cy="61"/>
            </a:xfrm>
            <a:custGeom>
              <a:avLst/>
              <a:gdLst>
                <a:gd name="T0" fmla="*/ 0 w 22"/>
                <a:gd name="T1" fmla="*/ 3806 h 23"/>
                <a:gd name="T2" fmla="*/ 2938 w 22"/>
                <a:gd name="T3" fmla="*/ 395 h 23"/>
                <a:gd name="T4" fmla="*/ 5395 w 22"/>
                <a:gd name="T5" fmla="*/ 4458 h 23"/>
                <a:gd name="T6" fmla="*/ 2470 w 22"/>
                <a:gd name="T7" fmla="*/ 7612 h 23"/>
                <a:gd name="T8" fmla="*/ 0 w 22"/>
                <a:gd name="T9" fmla="*/ 380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0" y="11"/>
                  </a:moveTo>
                  <a:cubicBezTo>
                    <a:pt x="1" y="5"/>
                    <a:pt x="6" y="0"/>
                    <a:pt x="12" y="1"/>
                  </a:cubicBezTo>
                  <a:cubicBezTo>
                    <a:pt x="18" y="2"/>
                    <a:pt x="22" y="7"/>
                    <a:pt x="22" y="13"/>
                  </a:cubicBezTo>
                  <a:cubicBezTo>
                    <a:pt x="21" y="19"/>
                    <a:pt x="16" y="23"/>
                    <a:pt x="10" y="22"/>
                  </a:cubicBezTo>
                  <a:cubicBezTo>
                    <a:pt x="4" y="22"/>
                    <a:pt x="0" y="16"/>
                    <a:pt x="0" y="11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1" name="Freeform 1101">
              <a:extLst>
                <a:ext uri="{FF2B5EF4-FFF2-40B4-BE49-F238E27FC236}">
                  <a16:creationId xmlns:a16="http://schemas.microsoft.com/office/drawing/2014/main" id="{7FAA2A3F-3F62-4A06-8A5F-E7018E75D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3252"/>
              <a:ext cx="23" cy="24"/>
            </a:xfrm>
            <a:custGeom>
              <a:avLst/>
              <a:gdLst>
                <a:gd name="T0" fmla="*/ 332 w 9"/>
                <a:gd name="T1" fmla="*/ 1459 h 9"/>
                <a:gd name="T2" fmla="*/ 1403 w 9"/>
                <a:gd name="T3" fmla="*/ 397 h 9"/>
                <a:gd name="T4" fmla="*/ 2520 w 9"/>
                <a:gd name="T5" fmla="*/ 1763 h 9"/>
                <a:gd name="T6" fmla="*/ 1104 w 9"/>
                <a:gd name="T7" fmla="*/ 3243 h 9"/>
                <a:gd name="T8" fmla="*/ 332 w 9"/>
                <a:gd name="T9" fmla="*/ 14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4"/>
                  </a:moveTo>
                  <a:cubicBezTo>
                    <a:pt x="1" y="2"/>
                    <a:pt x="3" y="0"/>
                    <a:pt x="5" y="1"/>
                  </a:cubicBezTo>
                  <a:cubicBezTo>
                    <a:pt x="8" y="1"/>
                    <a:pt x="9" y="3"/>
                    <a:pt x="9" y="5"/>
                  </a:cubicBezTo>
                  <a:cubicBezTo>
                    <a:pt x="9" y="8"/>
                    <a:pt x="7" y="9"/>
                    <a:pt x="4" y="9"/>
                  </a:cubicBezTo>
                  <a:cubicBezTo>
                    <a:pt x="2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2" name="Freeform 1102">
              <a:extLst>
                <a:ext uri="{FF2B5EF4-FFF2-40B4-BE49-F238E27FC236}">
                  <a16:creationId xmlns:a16="http://schemas.microsoft.com/office/drawing/2014/main" id="{64D4DE05-3BD5-4AE2-8377-355964CA3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3145"/>
              <a:ext cx="28" cy="64"/>
            </a:xfrm>
            <a:custGeom>
              <a:avLst/>
              <a:gdLst>
                <a:gd name="T0" fmla="*/ 1601 w 11"/>
                <a:gd name="T1" fmla="*/ 0 h 24"/>
                <a:gd name="T2" fmla="*/ 0 w 11"/>
                <a:gd name="T3" fmla="*/ 8248 h 24"/>
                <a:gd name="T4" fmla="*/ 843 w 11"/>
                <a:gd name="T5" fmla="*/ 8248 h 24"/>
                <a:gd name="T6" fmla="*/ 1932 w 11"/>
                <a:gd name="T7" fmla="*/ 8648 h 24"/>
                <a:gd name="T8" fmla="*/ 2986 w 11"/>
                <a:gd name="T9" fmla="*/ 661 h 24"/>
                <a:gd name="T10" fmla="*/ 1601 w 11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4">
                  <a:moveTo>
                    <a:pt x="6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1" y="23"/>
                    <a:pt x="2" y="23"/>
                    <a:pt x="3" y="23"/>
                  </a:cubicBezTo>
                  <a:cubicBezTo>
                    <a:pt x="4" y="23"/>
                    <a:pt x="5" y="24"/>
                    <a:pt x="7" y="24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2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3" name="Freeform 1103">
              <a:extLst>
                <a:ext uri="{FF2B5EF4-FFF2-40B4-BE49-F238E27FC236}">
                  <a16:creationId xmlns:a16="http://schemas.microsoft.com/office/drawing/2014/main" id="{24ED2F6C-D6E9-4E78-9336-D6283A4DE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3151"/>
              <a:ext cx="17" cy="53"/>
            </a:xfrm>
            <a:custGeom>
              <a:avLst/>
              <a:gdLst>
                <a:gd name="T0" fmla="*/ 1003 w 7"/>
                <a:gd name="T1" fmla="*/ 6903 h 20"/>
                <a:gd name="T2" fmla="*/ 0 w 7"/>
                <a:gd name="T3" fmla="*/ 6551 h 20"/>
                <a:gd name="T4" fmla="*/ 1433 w 7"/>
                <a:gd name="T5" fmla="*/ 0 h 20"/>
                <a:gd name="T6" fmla="*/ 590 w 7"/>
                <a:gd name="T7" fmla="*/ 5864 h 20"/>
                <a:gd name="T8" fmla="*/ 1003 w 7"/>
                <a:gd name="T9" fmla="*/ 690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0">
                  <a:moveTo>
                    <a:pt x="5" y="20"/>
                  </a:moveTo>
                  <a:cubicBezTo>
                    <a:pt x="4" y="20"/>
                    <a:pt x="1" y="19"/>
                    <a:pt x="0" y="1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2" y="16"/>
                    <a:pt x="3" y="17"/>
                  </a:cubicBezTo>
                  <a:cubicBezTo>
                    <a:pt x="4" y="19"/>
                    <a:pt x="5" y="20"/>
                    <a:pt x="5" y="2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4" name="Freeform 1104">
              <a:extLst>
                <a:ext uri="{FF2B5EF4-FFF2-40B4-BE49-F238E27FC236}">
                  <a16:creationId xmlns:a16="http://schemas.microsoft.com/office/drawing/2014/main" id="{B3909F38-2784-4371-9E6D-965212162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436"/>
              <a:ext cx="25" cy="48"/>
            </a:xfrm>
            <a:custGeom>
              <a:avLst/>
              <a:gdLst>
                <a:gd name="T0" fmla="*/ 1300 w 10"/>
                <a:gd name="T1" fmla="*/ 6464 h 18"/>
                <a:gd name="T2" fmla="*/ 2470 w 10"/>
                <a:gd name="T3" fmla="*/ 397 h 18"/>
                <a:gd name="T4" fmla="*/ 1770 w 10"/>
                <a:gd name="T5" fmla="*/ 397 h 18"/>
                <a:gd name="T6" fmla="*/ 783 w 10"/>
                <a:gd name="T7" fmla="*/ 0 h 18"/>
                <a:gd name="T8" fmla="*/ 0 w 10"/>
                <a:gd name="T9" fmla="*/ 5405 h 18"/>
                <a:gd name="T10" fmla="*/ 1300 w 10"/>
                <a:gd name="T11" fmla="*/ 646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8">
                  <a:moveTo>
                    <a:pt x="5" y="18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" y="16"/>
                    <a:pt x="4" y="17"/>
                    <a:pt x="5" y="1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5" name="Freeform 1105">
              <a:extLst>
                <a:ext uri="{FF2B5EF4-FFF2-40B4-BE49-F238E27FC236}">
                  <a16:creationId xmlns:a16="http://schemas.microsoft.com/office/drawing/2014/main" id="{BEAECC70-3EA0-41B9-B716-6EF2EE6E7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316"/>
              <a:ext cx="117" cy="128"/>
            </a:xfrm>
            <a:custGeom>
              <a:avLst/>
              <a:gdLst>
                <a:gd name="T0" fmla="*/ 466 w 47"/>
                <a:gd name="T1" fmla="*/ 7133 h 48"/>
                <a:gd name="T2" fmla="*/ 6681 w 47"/>
                <a:gd name="T3" fmla="*/ 1059 h 48"/>
                <a:gd name="T4" fmla="*/ 10722 w 47"/>
                <a:gd name="T5" fmla="*/ 10376 h 48"/>
                <a:gd name="T6" fmla="*/ 4486 w 47"/>
                <a:gd name="T7" fmla="*/ 16179 h 48"/>
                <a:gd name="T8" fmla="*/ 466 w 47"/>
                <a:gd name="T9" fmla="*/ 713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2" y="20"/>
                  </a:moveTo>
                  <a:cubicBezTo>
                    <a:pt x="5" y="8"/>
                    <a:pt x="16" y="0"/>
                    <a:pt x="28" y="3"/>
                  </a:cubicBezTo>
                  <a:cubicBezTo>
                    <a:pt x="40" y="5"/>
                    <a:pt x="47" y="17"/>
                    <a:pt x="45" y="29"/>
                  </a:cubicBezTo>
                  <a:cubicBezTo>
                    <a:pt x="42" y="40"/>
                    <a:pt x="31" y="48"/>
                    <a:pt x="19" y="45"/>
                  </a:cubicBezTo>
                  <a:cubicBezTo>
                    <a:pt x="7" y="43"/>
                    <a:pt x="0" y="31"/>
                    <a:pt x="2" y="2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6" name="Freeform 1106">
              <a:extLst>
                <a:ext uri="{FF2B5EF4-FFF2-40B4-BE49-F238E27FC236}">
                  <a16:creationId xmlns:a16="http://schemas.microsoft.com/office/drawing/2014/main" id="{F37F11F3-ADC8-4CFA-BC73-E2876FFE5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425"/>
              <a:ext cx="118" cy="126"/>
            </a:xfrm>
            <a:custGeom>
              <a:avLst/>
              <a:gdLst>
                <a:gd name="T0" fmla="*/ 6997 w 47"/>
                <a:gd name="T1" fmla="*/ 676 h 47"/>
                <a:gd name="T2" fmla="*/ 11283 w 47"/>
                <a:gd name="T3" fmla="*/ 10386 h 47"/>
                <a:gd name="T4" fmla="*/ 4810 w 47"/>
                <a:gd name="T5" fmla="*/ 16745 h 47"/>
                <a:gd name="T6" fmla="*/ 522 w 47"/>
                <a:gd name="T7" fmla="*/ 7072 h 47"/>
                <a:gd name="T8" fmla="*/ 6997 w 47"/>
                <a:gd name="T9" fmla="*/ 67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28" y="2"/>
                  </a:moveTo>
                  <a:cubicBezTo>
                    <a:pt x="40" y="5"/>
                    <a:pt x="47" y="16"/>
                    <a:pt x="45" y="28"/>
                  </a:cubicBezTo>
                  <a:cubicBezTo>
                    <a:pt x="42" y="40"/>
                    <a:pt x="31" y="47"/>
                    <a:pt x="19" y="45"/>
                  </a:cubicBezTo>
                  <a:cubicBezTo>
                    <a:pt x="7" y="42"/>
                    <a:pt x="0" y="31"/>
                    <a:pt x="2" y="19"/>
                  </a:cubicBezTo>
                  <a:cubicBezTo>
                    <a:pt x="5" y="8"/>
                    <a:pt x="16" y="0"/>
                    <a:pt x="28" y="2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7" name="Freeform 1107">
              <a:extLst>
                <a:ext uri="{FF2B5EF4-FFF2-40B4-BE49-F238E27FC236}">
                  <a16:creationId xmlns:a16="http://schemas.microsoft.com/office/drawing/2014/main" id="{A68999D7-7F8D-487D-ACB1-031E5A95C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457"/>
              <a:ext cx="60" cy="64"/>
            </a:xfrm>
            <a:custGeom>
              <a:avLst/>
              <a:gdLst>
                <a:gd name="T0" fmla="*/ 520 w 24"/>
                <a:gd name="T1" fmla="*/ 5405 h 24"/>
                <a:gd name="T2" fmla="*/ 1958 w 24"/>
                <a:gd name="T3" fmla="*/ 661 h 24"/>
                <a:gd name="T4" fmla="*/ 5395 w 24"/>
                <a:gd name="T5" fmla="*/ 3243 h 24"/>
                <a:gd name="T6" fmla="*/ 3720 w 24"/>
                <a:gd name="T7" fmla="*/ 7944 h 24"/>
                <a:gd name="T8" fmla="*/ 520 w 24"/>
                <a:gd name="T9" fmla="*/ 540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" y="15"/>
                  </a:moveTo>
                  <a:cubicBezTo>
                    <a:pt x="0" y="10"/>
                    <a:pt x="3" y="4"/>
                    <a:pt x="8" y="2"/>
                  </a:cubicBezTo>
                  <a:cubicBezTo>
                    <a:pt x="14" y="0"/>
                    <a:pt x="20" y="3"/>
                    <a:pt x="22" y="9"/>
                  </a:cubicBezTo>
                  <a:cubicBezTo>
                    <a:pt x="24" y="14"/>
                    <a:pt x="20" y="20"/>
                    <a:pt x="15" y="22"/>
                  </a:cubicBezTo>
                  <a:cubicBezTo>
                    <a:pt x="9" y="24"/>
                    <a:pt x="3" y="21"/>
                    <a:pt x="2" y="1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8" name="Freeform 1108">
              <a:extLst>
                <a:ext uri="{FF2B5EF4-FFF2-40B4-BE49-F238E27FC236}">
                  <a16:creationId xmlns:a16="http://schemas.microsoft.com/office/drawing/2014/main" id="{5671AD95-B358-433E-B059-832C1CB90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476"/>
              <a:ext cx="23" cy="27"/>
            </a:xfrm>
            <a:custGeom>
              <a:avLst/>
              <a:gdLst>
                <a:gd name="T0" fmla="*/ 0 w 9"/>
                <a:gd name="T1" fmla="*/ 2719 h 10"/>
                <a:gd name="T2" fmla="*/ 848 w 9"/>
                <a:gd name="T3" fmla="*/ 429 h 10"/>
                <a:gd name="T4" fmla="*/ 2167 w 9"/>
                <a:gd name="T5" fmla="*/ 1596 h 10"/>
                <a:gd name="T6" fmla="*/ 1620 w 9"/>
                <a:gd name="T7" fmla="*/ 3464 h 10"/>
                <a:gd name="T8" fmla="*/ 0 w 9"/>
                <a:gd name="T9" fmla="*/ 271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8" y="2"/>
                    <a:pt x="8" y="4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3" y="10"/>
                    <a:pt x="1" y="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9" name="Freeform 1109">
              <a:extLst>
                <a:ext uri="{FF2B5EF4-FFF2-40B4-BE49-F238E27FC236}">
                  <a16:creationId xmlns:a16="http://schemas.microsoft.com/office/drawing/2014/main" id="{210831D6-0AA2-47F9-8BCF-FF1D019F6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55"/>
              <a:ext cx="83" cy="32"/>
            </a:xfrm>
            <a:custGeom>
              <a:avLst/>
              <a:gdLst>
                <a:gd name="T0" fmla="*/ 8054 w 33"/>
                <a:gd name="T1" fmla="*/ 2824 h 12"/>
                <a:gd name="T2" fmla="*/ 8370 w 33"/>
                <a:gd name="T3" fmla="*/ 1763 h 12"/>
                <a:gd name="T4" fmla="*/ 317 w 33"/>
                <a:gd name="T5" fmla="*/ 0 h 12"/>
                <a:gd name="T6" fmla="*/ 317 w 33"/>
                <a:gd name="T7" fmla="*/ 0 h 12"/>
                <a:gd name="T8" fmla="*/ 317 w 33"/>
                <a:gd name="T9" fmla="*/ 661 h 12"/>
                <a:gd name="T10" fmla="*/ 0 w 33"/>
                <a:gd name="T11" fmla="*/ 1763 h 12"/>
                <a:gd name="T12" fmla="*/ 0 w 33"/>
                <a:gd name="T13" fmla="*/ 1763 h 12"/>
                <a:gd name="T14" fmla="*/ 7845 w 33"/>
                <a:gd name="T15" fmla="*/ 4301 h 12"/>
                <a:gd name="T16" fmla="*/ 8054 w 33"/>
                <a:gd name="T17" fmla="*/ 282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2">
                  <a:moveTo>
                    <a:pt x="32" y="8"/>
                  </a:moveTo>
                  <a:cubicBezTo>
                    <a:pt x="32" y="7"/>
                    <a:pt x="32" y="6"/>
                    <a:pt x="33" y="5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1"/>
                    <a:pt x="32" y="9"/>
                    <a:pt x="32" y="8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0" name="Freeform 1110">
              <a:extLst>
                <a:ext uri="{FF2B5EF4-FFF2-40B4-BE49-F238E27FC236}">
                  <a16:creationId xmlns:a16="http://schemas.microsoft.com/office/drawing/2014/main" id="{5030735D-7320-4203-B79D-06B0EF43B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465"/>
              <a:ext cx="75" cy="16"/>
            </a:xfrm>
            <a:custGeom>
              <a:avLst/>
              <a:gdLst>
                <a:gd name="T0" fmla="*/ 7345 w 30"/>
                <a:gd name="T1" fmla="*/ 397 h 6"/>
                <a:gd name="T2" fmla="*/ 7158 w 30"/>
                <a:gd name="T3" fmla="*/ 2184 h 6"/>
                <a:gd name="T4" fmla="*/ 0 w 30"/>
                <a:gd name="T5" fmla="*/ 0 h 6"/>
                <a:gd name="T6" fmla="*/ 6645 w 30"/>
                <a:gd name="T7" fmla="*/ 1459 h 6"/>
                <a:gd name="T8" fmla="*/ 7345 w 30"/>
                <a:gd name="T9" fmla="*/ 39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">
                  <a:moveTo>
                    <a:pt x="30" y="1"/>
                  </a:moveTo>
                  <a:cubicBezTo>
                    <a:pt x="29" y="3"/>
                    <a:pt x="29" y="6"/>
                    <a:pt x="29" y="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6" y="5"/>
                    <a:pt x="27" y="4"/>
                  </a:cubicBezTo>
                  <a:cubicBezTo>
                    <a:pt x="29" y="3"/>
                    <a:pt x="30" y="1"/>
                    <a:pt x="30" y="1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1" name="Freeform 1111">
              <a:extLst>
                <a:ext uri="{FF2B5EF4-FFF2-40B4-BE49-F238E27FC236}">
                  <a16:creationId xmlns:a16="http://schemas.microsoft.com/office/drawing/2014/main" id="{5D1558D6-02BC-474A-BDD1-5BDED3AD7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073"/>
              <a:ext cx="118" cy="128"/>
            </a:xfrm>
            <a:custGeom>
              <a:avLst/>
              <a:gdLst>
                <a:gd name="T0" fmla="*/ 4810 w 47"/>
                <a:gd name="T1" fmla="*/ 16179 h 48"/>
                <a:gd name="T2" fmla="*/ 522 w 47"/>
                <a:gd name="T3" fmla="*/ 6883 h 48"/>
                <a:gd name="T4" fmla="*/ 6997 w 47"/>
                <a:gd name="T5" fmla="*/ 1059 h 48"/>
                <a:gd name="T6" fmla="*/ 11283 w 47"/>
                <a:gd name="T7" fmla="*/ 10104 h 48"/>
                <a:gd name="T8" fmla="*/ 4810 w 47"/>
                <a:gd name="T9" fmla="*/ 1617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19" y="45"/>
                  </a:moveTo>
                  <a:cubicBezTo>
                    <a:pt x="7" y="43"/>
                    <a:pt x="0" y="31"/>
                    <a:pt x="2" y="19"/>
                  </a:cubicBezTo>
                  <a:cubicBezTo>
                    <a:pt x="5" y="8"/>
                    <a:pt x="16" y="0"/>
                    <a:pt x="28" y="3"/>
                  </a:cubicBezTo>
                  <a:cubicBezTo>
                    <a:pt x="40" y="5"/>
                    <a:pt x="47" y="17"/>
                    <a:pt x="45" y="28"/>
                  </a:cubicBezTo>
                  <a:cubicBezTo>
                    <a:pt x="42" y="40"/>
                    <a:pt x="31" y="48"/>
                    <a:pt x="19" y="45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2" name="Freeform 1112">
              <a:extLst>
                <a:ext uri="{FF2B5EF4-FFF2-40B4-BE49-F238E27FC236}">
                  <a16:creationId xmlns:a16="http://schemas.microsoft.com/office/drawing/2014/main" id="{3CB360B2-7370-4E2C-9324-BF672C745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140"/>
              <a:ext cx="83" cy="32"/>
            </a:xfrm>
            <a:custGeom>
              <a:avLst/>
              <a:gdLst>
                <a:gd name="T0" fmla="*/ 317 w 33"/>
                <a:gd name="T1" fmla="*/ 1059 h 12"/>
                <a:gd name="T2" fmla="*/ 0 w 33"/>
                <a:gd name="T3" fmla="*/ 2581 h 12"/>
                <a:gd name="T4" fmla="*/ 8054 w 33"/>
                <a:gd name="T5" fmla="*/ 4301 h 12"/>
                <a:gd name="T6" fmla="*/ 8054 w 33"/>
                <a:gd name="T7" fmla="*/ 4301 h 12"/>
                <a:gd name="T8" fmla="*/ 8054 w 33"/>
                <a:gd name="T9" fmla="*/ 3243 h 12"/>
                <a:gd name="T10" fmla="*/ 8370 w 33"/>
                <a:gd name="T11" fmla="*/ 2581 h 12"/>
                <a:gd name="T12" fmla="*/ 8370 w 33"/>
                <a:gd name="T13" fmla="*/ 2581 h 12"/>
                <a:gd name="T14" fmla="*/ 526 w 33"/>
                <a:gd name="T15" fmla="*/ 0 h 12"/>
                <a:gd name="T16" fmla="*/ 317 w 33"/>
                <a:gd name="T17" fmla="*/ 1059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2">
                  <a:moveTo>
                    <a:pt x="1" y="3"/>
                  </a:moveTo>
                  <a:cubicBezTo>
                    <a:pt x="1" y="5"/>
                    <a:pt x="1" y="6"/>
                    <a:pt x="0" y="7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1"/>
                    <a:pt x="32" y="10"/>
                    <a:pt x="32" y="9"/>
                  </a:cubicBezTo>
                  <a:cubicBezTo>
                    <a:pt x="32" y="8"/>
                    <a:pt x="33" y="8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3" name="Freeform 1113">
              <a:extLst>
                <a:ext uri="{FF2B5EF4-FFF2-40B4-BE49-F238E27FC236}">
                  <a16:creationId xmlns:a16="http://schemas.microsoft.com/office/drawing/2014/main" id="{71187DC3-FDE7-472B-A13A-6FF76BA9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145"/>
              <a:ext cx="75" cy="16"/>
            </a:xfrm>
            <a:custGeom>
              <a:avLst/>
              <a:gdLst>
                <a:gd name="T0" fmla="*/ 0 w 30"/>
                <a:gd name="T1" fmla="*/ 1459 h 6"/>
                <a:gd name="T2" fmla="*/ 313 w 30"/>
                <a:gd name="T3" fmla="*/ 0 h 6"/>
                <a:gd name="T4" fmla="*/ 7345 w 30"/>
                <a:gd name="T5" fmla="*/ 2184 h 6"/>
                <a:gd name="T6" fmla="*/ 783 w 30"/>
                <a:gd name="T7" fmla="*/ 661 h 6"/>
                <a:gd name="T8" fmla="*/ 0 w 30"/>
                <a:gd name="T9" fmla="*/ 145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">
                  <a:moveTo>
                    <a:pt x="0" y="4"/>
                  </a:moveTo>
                  <a:cubicBezTo>
                    <a:pt x="1" y="3"/>
                    <a:pt x="1" y="0"/>
                    <a:pt x="1" y="0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4" y="1"/>
                    <a:pt x="3" y="2"/>
                  </a:cubicBezTo>
                  <a:cubicBezTo>
                    <a:pt x="1" y="3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4" name="Freeform 1114">
              <a:extLst>
                <a:ext uri="{FF2B5EF4-FFF2-40B4-BE49-F238E27FC236}">
                  <a16:creationId xmlns:a16="http://schemas.microsoft.com/office/drawing/2014/main" id="{EAB56307-2949-4CE5-8746-742FB679E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55"/>
              <a:ext cx="83" cy="32"/>
            </a:xfrm>
            <a:custGeom>
              <a:avLst/>
              <a:gdLst>
                <a:gd name="T0" fmla="*/ 8054 w 33"/>
                <a:gd name="T1" fmla="*/ 2824 h 12"/>
                <a:gd name="T2" fmla="*/ 8370 w 33"/>
                <a:gd name="T3" fmla="*/ 1763 h 12"/>
                <a:gd name="T4" fmla="*/ 317 w 33"/>
                <a:gd name="T5" fmla="*/ 0 h 12"/>
                <a:gd name="T6" fmla="*/ 317 w 33"/>
                <a:gd name="T7" fmla="*/ 0 h 12"/>
                <a:gd name="T8" fmla="*/ 317 w 33"/>
                <a:gd name="T9" fmla="*/ 661 h 12"/>
                <a:gd name="T10" fmla="*/ 0 w 33"/>
                <a:gd name="T11" fmla="*/ 1763 h 12"/>
                <a:gd name="T12" fmla="*/ 0 w 33"/>
                <a:gd name="T13" fmla="*/ 1763 h 12"/>
                <a:gd name="T14" fmla="*/ 7845 w 33"/>
                <a:gd name="T15" fmla="*/ 4301 h 12"/>
                <a:gd name="T16" fmla="*/ 8054 w 33"/>
                <a:gd name="T17" fmla="*/ 282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2">
                  <a:moveTo>
                    <a:pt x="32" y="8"/>
                  </a:moveTo>
                  <a:cubicBezTo>
                    <a:pt x="32" y="7"/>
                    <a:pt x="32" y="6"/>
                    <a:pt x="33" y="5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1"/>
                    <a:pt x="32" y="9"/>
                    <a:pt x="32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5" name="Freeform 1115">
              <a:extLst>
                <a:ext uri="{FF2B5EF4-FFF2-40B4-BE49-F238E27FC236}">
                  <a16:creationId xmlns:a16="http://schemas.microsoft.com/office/drawing/2014/main" id="{FCAC00A5-7E3C-4F49-9CC7-1AEC67E36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425"/>
              <a:ext cx="118" cy="126"/>
            </a:xfrm>
            <a:custGeom>
              <a:avLst/>
              <a:gdLst>
                <a:gd name="T0" fmla="*/ 6997 w 47"/>
                <a:gd name="T1" fmla="*/ 676 h 47"/>
                <a:gd name="T2" fmla="*/ 11283 w 47"/>
                <a:gd name="T3" fmla="*/ 10386 h 47"/>
                <a:gd name="T4" fmla="*/ 4810 w 47"/>
                <a:gd name="T5" fmla="*/ 16745 h 47"/>
                <a:gd name="T6" fmla="*/ 522 w 47"/>
                <a:gd name="T7" fmla="*/ 7072 h 47"/>
                <a:gd name="T8" fmla="*/ 6997 w 47"/>
                <a:gd name="T9" fmla="*/ 67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28" y="2"/>
                  </a:moveTo>
                  <a:cubicBezTo>
                    <a:pt x="40" y="5"/>
                    <a:pt x="47" y="16"/>
                    <a:pt x="45" y="28"/>
                  </a:cubicBezTo>
                  <a:cubicBezTo>
                    <a:pt x="42" y="40"/>
                    <a:pt x="31" y="47"/>
                    <a:pt x="19" y="45"/>
                  </a:cubicBezTo>
                  <a:cubicBezTo>
                    <a:pt x="7" y="42"/>
                    <a:pt x="0" y="31"/>
                    <a:pt x="2" y="19"/>
                  </a:cubicBezTo>
                  <a:cubicBezTo>
                    <a:pt x="5" y="8"/>
                    <a:pt x="16" y="0"/>
                    <a:pt x="28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6" name="Freeform 1116">
              <a:extLst>
                <a:ext uri="{FF2B5EF4-FFF2-40B4-BE49-F238E27FC236}">
                  <a16:creationId xmlns:a16="http://schemas.microsoft.com/office/drawing/2014/main" id="{8A08AFE1-76EF-43B1-AC70-53FC74260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204"/>
              <a:ext cx="118" cy="128"/>
            </a:xfrm>
            <a:custGeom>
              <a:avLst/>
              <a:gdLst>
                <a:gd name="T0" fmla="*/ 11283 w 47"/>
                <a:gd name="T1" fmla="*/ 7133 h 48"/>
                <a:gd name="T2" fmla="*/ 6789 w 47"/>
                <a:gd name="T3" fmla="*/ 16179 h 48"/>
                <a:gd name="T4" fmla="*/ 522 w 47"/>
                <a:gd name="T5" fmla="*/ 10104 h 48"/>
                <a:gd name="T6" fmla="*/ 4810 w 47"/>
                <a:gd name="T7" fmla="*/ 1059 h 48"/>
                <a:gd name="T8" fmla="*/ 11283 w 47"/>
                <a:gd name="T9" fmla="*/ 713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45" y="20"/>
                  </a:moveTo>
                  <a:cubicBezTo>
                    <a:pt x="47" y="32"/>
                    <a:pt x="39" y="43"/>
                    <a:pt x="27" y="45"/>
                  </a:cubicBezTo>
                  <a:cubicBezTo>
                    <a:pt x="16" y="48"/>
                    <a:pt x="4" y="40"/>
                    <a:pt x="2" y="28"/>
                  </a:cubicBezTo>
                  <a:cubicBezTo>
                    <a:pt x="0" y="16"/>
                    <a:pt x="8" y="5"/>
                    <a:pt x="19" y="3"/>
                  </a:cubicBezTo>
                  <a:cubicBezTo>
                    <a:pt x="31" y="0"/>
                    <a:pt x="43" y="8"/>
                    <a:pt x="45" y="2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7" name="Freeform 1117">
              <a:extLst>
                <a:ext uri="{FF2B5EF4-FFF2-40B4-BE49-F238E27FC236}">
                  <a16:creationId xmlns:a16="http://schemas.microsoft.com/office/drawing/2014/main" id="{0E8DD579-9C5A-47CB-A844-030064CA0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239"/>
              <a:ext cx="60" cy="64"/>
            </a:xfrm>
            <a:custGeom>
              <a:avLst/>
              <a:gdLst>
                <a:gd name="T0" fmla="*/ 783 w 24"/>
                <a:gd name="T1" fmla="*/ 5824 h 24"/>
                <a:gd name="T2" fmla="*/ 1958 w 24"/>
                <a:gd name="T3" fmla="*/ 661 h 24"/>
                <a:gd name="T4" fmla="*/ 5395 w 24"/>
                <a:gd name="T5" fmla="*/ 2824 h 24"/>
                <a:gd name="T6" fmla="*/ 4220 w 24"/>
                <a:gd name="T7" fmla="*/ 7531 h 24"/>
                <a:gd name="T8" fmla="*/ 783 w 24"/>
                <a:gd name="T9" fmla="*/ 58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3" y="16"/>
                  </a:moveTo>
                  <a:cubicBezTo>
                    <a:pt x="0" y="10"/>
                    <a:pt x="3" y="4"/>
                    <a:pt x="8" y="2"/>
                  </a:cubicBezTo>
                  <a:cubicBezTo>
                    <a:pt x="14" y="0"/>
                    <a:pt x="20" y="2"/>
                    <a:pt x="22" y="8"/>
                  </a:cubicBezTo>
                  <a:cubicBezTo>
                    <a:pt x="24" y="13"/>
                    <a:pt x="22" y="19"/>
                    <a:pt x="17" y="21"/>
                  </a:cubicBezTo>
                  <a:cubicBezTo>
                    <a:pt x="11" y="24"/>
                    <a:pt x="5" y="21"/>
                    <a:pt x="3" y="16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8" name="Freeform 1118">
              <a:extLst>
                <a:ext uri="{FF2B5EF4-FFF2-40B4-BE49-F238E27FC236}">
                  <a16:creationId xmlns:a16="http://schemas.microsoft.com/office/drawing/2014/main" id="{8AF48F60-70BE-4C41-A5CE-33114A58B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3257"/>
              <a:ext cx="25" cy="27"/>
            </a:xfrm>
            <a:custGeom>
              <a:avLst/>
              <a:gdLst>
                <a:gd name="T0" fmla="*/ 313 w 10"/>
                <a:gd name="T1" fmla="*/ 2719 h 10"/>
                <a:gd name="T2" fmla="*/ 988 w 10"/>
                <a:gd name="T3" fmla="*/ 429 h 10"/>
                <a:gd name="T4" fmla="*/ 2270 w 10"/>
                <a:gd name="T5" fmla="*/ 1158 h 10"/>
                <a:gd name="T6" fmla="*/ 1770 w 10"/>
                <a:gd name="T7" fmla="*/ 3464 h 10"/>
                <a:gd name="T8" fmla="*/ 313 w 10"/>
                <a:gd name="T9" fmla="*/ 271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7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9" y="3"/>
                  </a:cubicBezTo>
                  <a:cubicBezTo>
                    <a:pt x="10" y="5"/>
                    <a:pt x="9" y="8"/>
                    <a:pt x="7" y="9"/>
                  </a:cubicBezTo>
                  <a:cubicBezTo>
                    <a:pt x="5" y="10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9" name="Freeform 1119">
              <a:extLst>
                <a:ext uri="{FF2B5EF4-FFF2-40B4-BE49-F238E27FC236}">
                  <a16:creationId xmlns:a16="http://schemas.microsoft.com/office/drawing/2014/main" id="{D6279719-9EBD-4BF1-A2F5-819B74B42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3153"/>
              <a:ext cx="28" cy="59"/>
            </a:xfrm>
            <a:custGeom>
              <a:avLst/>
              <a:gdLst>
                <a:gd name="T0" fmla="*/ 0 w 11"/>
                <a:gd name="T1" fmla="*/ 676 h 22"/>
                <a:gd name="T2" fmla="*/ 1056 w 11"/>
                <a:gd name="T3" fmla="*/ 8177 h 22"/>
                <a:gd name="T4" fmla="*/ 1932 w 11"/>
                <a:gd name="T5" fmla="*/ 8177 h 22"/>
                <a:gd name="T6" fmla="*/ 2986 w 11"/>
                <a:gd name="T7" fmla="*/ 7753 h 22"/>
                <a:gd name="T8" fmla="*/ 1387 w 11"/>
                <a:gd name="T9" fmla="*/ 0 h 22"/>
                <a:gd name="T10" fmla="*/ 0 w 11"/>
                <a:gd name="T11" fmla="*/ 67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2">
                  <a:moveTo>
                    <a:pt x="0" y="2"/>
                  </a:moveTo>
                  <a:cubicBezTo>
                    <a:pt x="4" y="22"/>
                    <a:pt x="4" y="22"/>
                    <a:pt x="4" y="22"/>
                  </a:cubicBezTo>
                  <a:cubicBezTo>
                    <a:pt x="5" y="22"/>
                    <a:pt x="6" y="22"/>
                    <a:pt x="7" y="22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2" y="1"/>
                    <a:pt x="0" y="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0" name="Freeform 1120">
              <a:extLst>
                <a:ext uri="{FF2B5EF4-FFF2-40B4-BE49-F238E27FC236}">
                  <a16:creationId xmlns:a16="http://schemas.microsoft.com/office/drawing/2014/main" id="{44908517-8C54-4689-A093-9EC022217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3164"/>
              <a:ext cx="17" cy="43"/>
            </a:xfrm>
            <a:custGeom>
              <a:avLst/>
              <a:gdLst>
                <a:gd name="T0" fmla="*/ 1433 w 7"/>
                <a:gd name="T1" fmla="*/ 6060 h 16"/>
                <a:gd name="T2" fmla="*/ 413 w 7"/>
                <a:gd name="T3" fmla="*/ 6060 h 16"/>
                <a:gd name="T4" fmla="*/ 0 w 7"/>
                <a:gd name="T5" fmla="*/ 0 h 16"/>
                <a:gd name="T6" fmla="*/ 590 w 7"/>
                <a:gd name="T7" fmla="*/ 5316 h 16"/>
                <a:gd name="T8" fmla="*/ 1433 w 7"/>
                <a:gd name="T9" fmla="*/ 606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7" y="16"/>
                  </a:moveTo>
                  <a:cubicBezTo>
                    <a:pt x="5" y="16"/>
                    <a:pt x="2" y="16"/>
                    <a:pt x="2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13"/>
                    <a:pt x="3" y="14"/>
                  </a:cubicBezTo>
                  <a:cubicBezTo>
                    <a:pt x="5" y="15"/>
                    <a:pt x="7" y="15"/>
                    <a:pt x="7" y="16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1" name="Freeform 1121">
              <a:extLst>
                <a:ext uri="{FF2B5EF4-FFF2-40B4-BE49-F238E27FC236}">
                  <a16:creationId xmlns:a16="http://schemas.microsoft.com/office/drawing/2014/main" id="{9DFE4BED-32E6-4FE6-93D2-5BE102AD5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313"/>
              <a:ext cx="118" cy="126"/>
            </a:xfrm>
            <a:custGeom>
              <a:avLst/>
              <a:gdLst>
                <a:gd name="T0" fmla="*/ 522 w 47"/>
                <a:gd name="T1" fmla="*/ 10386 h 47"/>
                <a:gd name="T2" fmla="*/ 4999 w 47"/>
                <a:gd name="T3" fmla="*/ 676 h 47"/>
                <a:gd name="T4" fmla="*/ 11283 w 47"/>
                <a:gd name="T5" fmla="*/ 7496 h 47"/>
                <a:gd name="T6" fmla="*/ 6997 w 47"/>
                <a:gd name="T7" fmla="*/ 16745 h 47"/>
                <a:gd name="T8" fmla="*/ 522 w 47"/>
                <a:gd name="T9" fmla="*/ 1038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2" y="28"/>
                  </a:moveTo>
                  <a:cubicBezTo>
                    <a:pt x="0" y="16"/>
                    <a:pt x="8" y="5"/>
                    <a:pt x="20" y="2"/>
                  </a:cubicBezTo>
                  <a:cubicBezTo>
                    <a:pt x="31" y="0"/>
                    <a:pt x="43" y="8"/>
                    <a:pt x="45" y="20"/>
                  </a:cubicBezTo>
                  <a:cubicBezTo>
                    <a:pt x="47" y="32"/>
                    <a:pt x="39" y="43"/>
                    <a:pt x="28" y="45"/>
                  </a:cubicBezTo>
                  <a:cubicBezTo>
                    <a:pt x="16" y="47"/>
                    <a:pt x="4" y="40"/>
                    <a:pt x="2" y="28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2" name="Freeform 1122">
              <a:extLst>
                <a:ext uri="{FF2B5EF4-FFF2-40B4-BE49-F238E27FC236}">
                  <a16:creationId xmlns:a16="http://schemas.microsoft.com/office/drawing/2014/main" id="{6E61F317-3E8A-41B9-A0FA-CE6C2A19E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335"/>
              <a:ext cx="58" cy="58"/>
            </a:xfrm>
            <a:custGeom>
              <a:avLst/>
              <a:gdLst>
                <a:gd name="T0" fmla="*/ 318 w 23"/>
                <a:gd name="T1" fmla="*/ 4345 h 22"/>
                <a:gd name="T2" fmla="*/ 2549 w 23"/>
                <a:gd name="T3" fmla="*/ 382 h 22"/>
                <a:gd name="T4" fmla="*/ 5629 w 23"/>
                <a:gd name="T5" fmla="*/ 3045 h 22"/>
                <a:gd name="T6" fmla="*/ 3561 w 23"/>
                <a:gd name="T7" fmla="*/ 7000 h 22"/>
                <a:gd name="T8" fmla="*/ 318 w 23"/>
                <a:gd name="T9" fmla="*/ 434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1" y="13"/>
                  </a:moveTo>
                  <a:cubicBezTo>
                    <a:pt x="0" y="7"/>
                    <a:pt x="4" y="2"/>
                    <a:pt x="10" y="1"/>
                  </a:cubicBezTo>
                  <a:cubicBezTo>
                    <a:pt x="15" y="0"/>
                    <a:pt x="21" y="3"/>
                    <a:pt x="22" y="9"/>
                  </a:cubicBezTo>
                  <a:cubicBezTo>
                    <a:pt x="23" y="15"/>
                    <a:pt x="19" y="20"/>
                    <a:pt x="14" y="21"/>
                  </a:cubicBezTo>
                  <a:cubicBezTo>
                    <a:pt x="8" y="22"/>
                    <a:pt x="2" y="19"/>
                    <a:pt x="1" y="13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3" name="Freeform 1123">
              <a:extLst>
                <a:ext uri="{FF2B5EF4-FFF2-40B4-BE49-F238E27FC236}">
                  <a16:creationId xmlns:a16="http://schemas.microsoft.com/office/drawing/2014/main" id="{7E4E32E0-1644-48F3-9ABF-FA01D03AE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351"/>
              <a:ext cx="22" cy="24"/>
            </a:xfrm>
            <a:custGeom>
              <a:avLst/>
              <a:gdLst>
                <a:gd name="T0" fmla="*/ 0 w 9"/>
                <a:gd name="T1" fmla="*/ 2184 h 9"/>
                <a:gd name="T2" fmla="*/ 860 w 9"/>
                <a:gd name="T3" fmla="*/ 397 h 9"/>
                <a:gd name="T4" fmla="*/ 1931 w 9"/>
                <a:gd name="T5" fmla="*/ 1459 h 9"/>
                <a:gd name="T6" fmla="*/ 1039 w 9"/>
                <a:gd name="T7" fmla="*/ 3243 h 9"/>
                <a:gd name="T8" fmla="*/ 0 w 9"/>
                <a:gd name="T9" fmla="*/ 21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6"/>
                  </a:moveTo>
                  <a:cubicBezTo>
                    <a:pt x="0" y="3"/>
                    <a:pt x="1" y="1"/>
                    <a:pt x="4" y="1"/>
                  </a:cubicBezTo>
                  <a:cubicBezTo>
                    <a:pt x="6" y="0"/>
                    <a:pt x="8" y="2"/>
                    <a:pt x="9" y="4"/>
                  </a:cubicBezTo>
                  <a:cubicBezTo>
                    <a:pt x="9" y="6"/>
                    <a:pt x="8" y="9"/>
                    <a:pt x="5" y="9"/>
                  </a:cubicBezTo>
                  <a:cubicBezTo>
                    <a:pt x="3" y="9"/>
                    <a:pt x="1" y="8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4" name="Freeform 1124">
              <a:extLst>
                <a:ext uri="{FF2B5EF4-FFF2-40B4-BE49-F238E27FC236}">
                  <a16:creationId xmlns:a16="http://schemas.microsoft.com/office/drawing/2014/main" id="{E228E40B-2FCF-4660-AF95-D5239EA14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431"/>
              <a:ext cx="25" cy="45"/>
            </a:xfrm>
            <a:custGeom>
              <a:avLst/>
              <a:gdLst>
                <a:gd name="T0" fmla="*/ 2470 w 10"/>
                <a:gd name="T1" fmla="*/ 5212 h 17"/>
                <a:gd name="T2" fmla="*/ 1770 w 10"/>
                <a:gd name="T3" fmla="*/ 0 h 17"/>
                <a:gd name="T4" fmla="*/ 988 w 10"/>
                <a:gd name="T5" fmla="*/ 392 h 17"/>
                <a:gd name="T6" fmla="*/ 0 w 10"/>
                <a:gd name="T7" fmla="*/ 630 h 17"/>
                <a:gd name="T8" fmla="*/ 988 w 10"/>
                <a:gd name="T9" fmla="*/ 5845 h 17"/>
                <a:gd name="T10" fmla="*/ 2470 w 10"/>
                <a:gd name="T11" fmla="*/ 521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7">
                  <a:moveTo>
                    <a:pt x="10" y="15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6" y="16"/>
                    <a:pt x="8" y="15"/>
                    <a:pt x="10" y="15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5" name="Freeform 1125">
              <a:extLst>
                <a:ext uri="{FF2B5EF4-FFF2-40B4-BE49-F238E27FC236}">
                  <a16:creationId xmlns:a16="http://schemas.microsoft.com/office/drawing/2014/main" id="{6761784C-ACD4-4076-8D54-8380BF49E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439"/>
              <a:ext cx="17" cy="29"/>
            </a:xfrm>
            <a:custGeom>
              <a:avLst/>
              <a:gdLst>
                <a:gd name="T0" fmla="*/ 0 w 7"/>
                <a:gd name="T1" fmla="*/ 0 h 11"/>
                <a:gd name="T2" fmla="*/ 1003 w 7"/>
                <a:gd name="T3" fmla="*/ 0 h 11"/>
                <a:gd name="T4" fmla="*/ 1433 w 7"/>
                <a:gd name="T5" fmla="*/ 3662 h 11"/>
                <a:gd name="T6" fmla="*/ 831 w 7"/>
                <a:gd name="T7" fmla="*/ 625 h 11"/>
                <a:gd name="T8" fmla="*/ 0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2" y="0"/>
                    <a:pt x="5" y="0"/>
                    <a:pt x="5" y="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5" y="3"/>
                    <a:pt x="4" y="2"/>
                  </a:cubicBezTo>
                  <a:cubicBezTo>
                    <a:pt x="2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6" name="Freeform 1126">
              <a:extLst>
                <a:ext uri="{FF2B5EF4-FFF2-40B4-BE49-F238E27FC236}">
                  <a16:creationId xmlns:a16="http://schemas.microsoft.com/office/drawing/2014/main" id="{A5DF5EFA-C0F4-4125-B7A5-AD6ABDBEC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3153"/>
              <a:ext cx="28" cy="59"/>
            </a:xfrm>
            <a:custGeom>
              <a:avLst/>
              <a:gdLst>
                <a:gd name="T0" fmla="*/ 0 w 11"/>
                <a:gd name="T1" fmla="*/ 676 h 22"/>
                <a:gd name="T2" fmla="*/ 1056 w 11"/>
                <a:gd name="T3" fmla="*/ 8177 h 22"/>
                <a:gd name="T4" fmla="*/ 1932 w 11"/>
                <a:gd name="T5" fmla="*/ 8177 h 22"/>
                <a:gd name="T6" fmla="*/ 2986 w 11"/>
                <a:gd name="T7" fmla="*/ 7753 h 22"/>
                <a:gd name="T8" fmla="*/ 1387 w 11"/>
                <a:gd name="T9" fmla="*/ 0 h 22"/>
                <a:gd name="T10" fmla="*/ 0 w 11"/>
                <a:gd name="T11" fmla="*/ 67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2">
                  <a:moveTo>
                    <a:pt x="0" y="2"/>
                  </a:moveTo>
                  <a:cubicBezTo>
                    <a:pt x="4" y="22"/>
                    <a:pt x="4" y="22"/>
                    <a:pt x="4" y="22"/>
                  </a:cubicBezTo>
                  <a:cubicBezTo>
                    <a:pt x="5" y="22"/>
                    <a:pt x="6" y="22"/>
                    <a:pt x="7" y="22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2" y="1"/>
                    <a:pt x="0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7" name="Freeform 1127">
              <a:extLst>
                <a:ext uri="{FF2B5EF4-FFF2-40B4-BE49-F238E27FC236}">
                  <a16:creationId xmlns:a16="http://schemas.microsoft.com/office/drawing/2014/main" id="{34BE91AF-637A-480D-96F0-D553E9289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204"/>
              <a:ext cx="118" cy="128"/>
            </a:xfrm>
            <a:custGeom>
              <a:avLst/>
              <a:gdLst>
                <a:gd name="T0" fmla="*/ 11283 w 47"/>
                <a:gd name="T1" fmla="*/ 7133 h 48"/>
                <a:gd name="T2" fmla="*/ 6789 w 47"/>
                <a:gd name="T3" fmla="*/ 16179 h 48"/>
                <a:gd name="T4" fmla="*/ 522 w 47"/>
                <a:gd name="T5" fmla="*/ 10104 h 48"/>
                <a:gd name="T6" fmla="*/ 4810 w 47"/>
                <a:gd name="T7" fmla="*/ 1059 h 48"/>
                <a:gd name="T8" fmla="*/ 11283 w 47"/>
                <a:gd name="T9" fmla="*/ 713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45" y="20"/>
                  </a:moveTo>
                  <a:cubicBezTo>
                    <a:pt x="47" y="32"/>
                    <a:pt x="39" y="43"/>
                    <a:pt x="27" y="45"/>
                  </a:cubicBezTo>
                  <a:cubicBezTo>
                    <a:pt x="16" y="48"/>
                    <a:pt x="4" y="40"/>
                    <a:pt x="2" y="28"/>
                  </a:cubicBezTo>
                  <a:cubicBezTo>
                    <a:pt x="0" y="16"/>
                    <a:pt x="8" y="5"/>
                    <a:pt x="19" y="3"/>
                  </a:cubicBezTo>
                  <a:cubicBezTo>
                    <a:pt x="31" y="0"/>
                    <a:pt x="43" y="8"/>
                    <a:pt x="45" y="2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8" name="Freeform 1128">
              <a:extLst>
                <a:ext uri="{FF2B5EF4-FFF2-40B4-BE49-F238E27FC236}">
                  <a16:creationId xmlns:a16="http://schemas.microsoft.com/office/drawing/2014/main" id="{A372556E-6F67-46B2-B25D-5316B6390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095"/>
              <a:ext cx="55" cy="61"/>
            </a:xfrm>
            <a:custGeom>
              <a:avLst/>
              <a:gdLst>
                <a:gd name="T0" fmla="*/ 3250 w 22"/>
                <a:gd name="T1" fmla="*/ 7612 h 23"/>
                <a:gd name="T2" fmla="*/ 313 w 22"/>
                <a:gd name="T3" fmla="*/ 4853 h 23"/>
                <a:gd name="T4" fmla="*/ 2270 w 22"/>
                <a:gd name="T5" fmla="*/ 395 h 23"/>
                <a:gd name="T6" fmla="*/ 5208 w 22"/>
                <a:gd name="T7" fmla="*/ 3567 h 23"/>
                <a:gd name="T8" fmla="*/ 3250 w 22"/>
                <a:gd name="T9" fmla="*/ 761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13" y="22"/>
                  </a:moveTo>
                  <a:cubicBezTo>
                    <a:pt x="7" y="23"/>
                    <a:pt x="2" y="19"/>
                    <a:pt x="1" y="14"/>
                  </a:cubicBezTo>
                  <a:cubicBezTo>
                    <a:pt x="0" y="8"/>
                    <a:pt x="3" y="2"/>
                    <a:pt x="9" y="1"/>
                  </a:cubicBezTo>
                  <a:cubicBezTo>
                    <a:pt x="15" y="0"/>
                    <a:pt x="20" y="4"/>
                    <a:pt x="21" y="10"/>
                  </a:cubicBezTo>
                  <a:cubicBezTo>
                    <a:pt x="22" y="16"/>
                    <a:pt x="19" y="21"/>
                    <a:pt x="13" y="22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9" name="Freeform 1129">
              <a:extLst>
                <a:ext uri="{FF2B5EF4-FFF2-40B4-BE49-F238E27FC236}">
                  <a16:creationId xmlns:a16="http://schemas.microsoft.com/office/drawing/2014/main" id="{DFB65C4D-37A2-4BEE-9DB4-5AEAD2D3E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2108"/>
              <a:ext cx="23" cy="24"/>
            </a:xfrm>
            <a:custGeom>
              <a:avLst/>
              <a:gdLst>
                <a:gd name="T0" fmla="*/ 1403 w 9"/>
                <a:gd name="T1" fmla="*/ 3243 h 9"/>
                <a:gd name="T2" fmla="*/ 332 w 9"/>
                <a:gd name="T3" fmla="*/ 2184 h 9"/>
                <a:gd name="T4" fmla="*/ 1104 w 9"/>
                <a:gd name="T5" fmla="*/ 397 h 9"/>
                <a:gd name="T6" fmla="*/ 2520 w 9"/>
                <a:gd name="T7" fmla="*/ 1459 h 9"/>
                <a:gd name="T8" fmla="*/ 1403 w 9"/>
                <a:gd name="T9" fmla="*/ 324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3" y="9"/>
                    <a:pt x="1" y="8"/>
                    <a:pt x="1" y="6"/>
                  </a:cubicBezTo>
                  <a:cubicBezTo>
                    <a:pt x="0" y="3"/>
                    <a:pt x="2" y="1"/>
                    <a:pt x="4" y="1"/>
                  </a:cubicBezTo>
                  <a:cubicBezTo>
                    <a:pt x="6" y="0"/>
                    <a:pt x="8" y="2"/>
                    <a:pt x="9" y="4"/>
                  </a:cubicBezTo>
                  <a:cubicBezTo>
                    <a:pt x="9" y="6"/>
                    <a:pt x="8" y="9"/>
                    <a:pt x="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0" name="Freeform 1130">
              <a:extLst>
                <a:ext uri="{FF2B5EF4-FFF2-40B4-BE49-F238E27FC236}">
                  <a16:creationId xmlns:a16="http://schemas.microsoft.com/office/drawing/2014/main" id="{A62B88C7-702A-4730-AA18-D64A88FA9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92"/>
              <a:ext cx="117" cy="125"/>
            </a:xfrm>
            <a:custGeom>
              <a:avLst/>
              <a:gdLst>
                <a:gd name="T0" fmla="*/ 4765 w 47"/>
                <a:gd name="T1" fmla="*/ 1053 h 47"/>
                <a:gd name="T2" fmla="*/ 10722 w 47"/>
                <a:gd name="T3" fmla="*/ 7053 h 47"/>
                <a:gd name="T4" fmla="*/ 6681 w 47"/>
                <a:gd name="T5" fmla="*/ 15949 h 47"/>
                <a:gd name="T6" fmla="*/ 466 w 47"/>
                <a:gd name="T7" fmla="*/ 9859 h 47"/>
                <a:gd name="T8" fmla="*/ 4765 w 47"/>
                <a:gd name="T9" fmla="*/ 105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20" y="3"/>
                  </a:moveTo>
                  <a:cubicBezTo>
                    <a:pt x="31" y="0"/>
                    <a:pt x="43" y="8"/>
                    <a:pt x="45" y="20"/>
                  </a:cubicBezTo>
                  <a:cubicBezTo>
                    <a:pt x="47" y="32"/>
                    <a:pt x="39" y="43"/>
                    <a:pt x="28" y="45"/>
                  </a:cubicBezTo>
                  <a:cubicBezTo>
                    <a:pt x="16" y="47"/>
                    <a:pt x="5" y="40"/>
                    <a:pt x="2" y="28"/>
                  </a:cubicBezTo>
                  <a:cubicBezTo>
                    <a:pt x="0" y="16"/>
                    <a:pt x="8" y="5"/>
                    <a:pt x="20" y="3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1" name="Freeform 1131">
              <a:extLst>
                <a:ext uri="{FF2B5EF4-FFF2-40B4-BE49-F238E27FC236}">
                  <a16:creationId xmlns:a16="http://schemas.microsoft.com/office/drawing/2014/main" id="{445A5E4C-E936-48C4-8C20-9D72E0E0F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121"/>
              <a:ext cx="58" cy="64"/>
            </a:xfrm>
            <a:custGeom>
              <a:avLst/>
              <a:gdLst>
                <a:gd name="T0" fmla="*/ 1011 w 23"/>
                <a:gd name="T1" fmla="*/ 1763 h 24"/>
                <a:gd name="T2" fmla="*/ 4890 w 23"/>
                <a:gd name="T3" fmla="*/ 1459 h 24"/>
                <a:gd name="T4" fmla="*/ 5099 w 23"/>
                <a:gd name="T5" fmla="*/ 6883 h 24"/>
                <a:gd name="T6" fmla="*/ 1329 w 23"/>
                <a:gd name="T7" fmla="*/ 7133 h 24"/>
                <a:gd name="T8" fmla="*/ 1011 w 23"/>
                <a:gd name="T9" fmla="*/ 176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4" y="5"/>
                  </a:moveTo>
                  <a:cubicBezTo>
                    <a:pt x="7" y="1"/>
                    <a:pt x="14" y="0"/>
                    <a:pt x="19" y="4"/>
                  </a:cubicBezTo>
                  <a:cubicBezTo>
                    <a:pt x="23" y="8"/>
                    <a:pt x="23" y="15"/>
                    <a:pt x="20" y="19"/>
                  </a:cubicBezTo>
                  <a:cubicBezTo>
                    <a:pt x="16" y="23"/>
                    <a:pt x="9" y="24"/>
                    <a:pt x="5" y="20"/>
                  </a:cubicBezTo>
                  <a:cubicBezTo>
                    <a:pt x="0" y="16"/>
                    <a:pt x="0" y="10"/>
                    <a:pt x="4" y="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2" name="Freeform 1132">
              <a:extLst>
                <a:ext uri="{FF2B5EF4-FFF2-40B4-BE49-F238E27FC236}">
                  <a16:creationId xmlns:a16="http://schemas.microsoft.com/office/drawing/2014/main" id="{AD0BC122-6512-490E-B59C-FD7145495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135"/>
              <a:ext cx="23" cy="26"/>
            </a:xfrm>
            <a:custGeom>
              <a:avLst/>
              <a:gdLst>
                <a:gd name="T0" fmla="*/ 332 w 9"/>
                <a:gd name="T1" fmla="*/ 595 h 10"/>
                <a:gd name="T2" fmla="*/ 1973 w 9"/>
                <a:gd name="T3" fmla="*/ 595 h 10"/>
                <a:gd name="T4" fmla="*/ 2167 w 9"/>
                <a:gd name="T5" fmla="*/ 2514 h 10"/>
                <a:gd name="T6" fmla="*/ 549 w 9"/>
                <a:gd name="T7" fmla="*/ 2514 h 10"/>
                <a:gd name="T8" fmla="*/ 332 w 9"/>
                <a:gd name="T9" fmla="*/ 59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2"/>
                  </a:moveTo>
                  <a:cubicBezTo>
                    <a:pt x="3" y="1"/>
                    <a:pt x="5" y="0"/>
                    <a:pt x="7" y="2"/>
                  </a:cubicBezTo>
                  <a:cubicBezTo>
                    <a:pt x="9" y="4"/>
                    <a:pt x="9" y="6"/>
                    <a:pt x="8" y="8"/>
                  </a:cubicBezTo>
                  <a:cubicBezTo>
                    <a:pt x="6" y="10"/>
                    <a:pt x="3" y="10"/>
                    <a:pt x="2" y="8"/>
                  </a:cubicBezTo>
                  <a:cubicBezTo>
                    <a:pt x="0" y="7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3" name="Freeform 1133">
              <a:extLst>
                <a:ext uri="{FF2B5EF4-FFF2-40B4-BE49-F238E27FC236}">
                  <a16:creationId xmlns:a16="http://schemas.microsoft.com/office/drawing/2014/main" id="{205DA0D3-06A2-4C79-B92B-D7EFA989F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56"/>
              <a:ext cx="80" cy="29"/>
            </a:xfrm>
            <a:custGeom>
              <a:avLst/>
              <a:gdLst>
                <a:gd name="T0" fmla="*/ 7625 w 32"/>
                <a:gd name="T1" fmla="*/ 1389 h 11"/>
                <a:gd name="T2" fmla="*/ 7625 w 32"/>
                <a:gd name="T3" fmla="*/ 0 h 11"/>
                <a:gd name="T4" fmla="*/ 0 w 32"/>
                <a:gd name="T5" fmla="*/ 2035 h 11"/>
                <a:gd name="T6" fmla="*/ 0 w 32"/>
                <a:gd name="T7" fmla="*/ 2035 h 11"/>
                <a:gd name="T8" fmla="*/ 0 w 32"/>
                <a:gd name="T9" fmla="*/ 3045 h 11"/>
                <a:gd name="T10" fmla="*/ 0 w 32"/>
                <a:gd name="T11" fmla="*/ 3662 h 11"/>
                <a:gd name="T12" fmla="*/ 0 w 32"/>
                <a:gd name="T13" fmla="*/ 3662 h 11"/>
                <a:gd name="T14" fmla="*/ 7813 w 32"/>
                <a:gd name="T15" fmla="*/ 2273 h 11"/>
                <a:gd name="T16" fmla="*/ 7625 w 32"/>
                <a:gd name="T17" fmla="*/ 1389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1">
                  <a:moveTo>
                    <a:pt x="31" y="4"/>
                  </a:moveTo>
                  <a:cubicBezTo>
                    <a:pt x="31" y="3"/>
                    <a:pt x="31" y="2"/>
                    <a:pt x="3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1" y="5"/>
                    <a:pt x="31" y="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4" name="Freeform 1134">
              <a:extLst>
                <a:ext uri="{FF2B5EF4-FFF2-40B4-BE49-F238E27FC236}">
                  <a16:creationId xmlns:a16="http://schemas.microsoft.com/office/drawing/2014/main" id="{516E9A85-336F-40B0-954F-EFC722C06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61"/>
              <a:ext cx="75" cy="22"/>
            </a:xfrm>
            <a:custGeom>
              <a:avLst/>
              <a:gdLst>
                <a:gd name="T0" fmla="*/ 7158 w 30"/>
                <a:gd name="T1" fmla="*/ 0 h 8"/>
                <a:gd name="T2" fmla="*/ 7345 w 30"/>
                <a:gd name="T3" fmla="*/ 1724 h 8"/>
                <a:gd name="T4" fmla="*/ 0 w 30"/>
                <a:gd name="T5" fmla="*/ 3495 h 8"/>
                <a:gd name="T6" fmla="*/ 6645 w 30"/>
                <a:gd name="T7" fmla="*/ 1271 h 8"/>
                <a:gd name="T8" fmla="*/ 7158 w 3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">
                  <a:moveTo>
                    <a:pt x="29" y="0"/>
                  </a:moveTo>
                  <a:cubicBezTo>
                    <a:pt x="29" y="1"/>
                    <a:pt x="30" y="4"/>
                    <a:pt x="30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26" y="4"/>
                    <a:pt x="27" y="3"/>
                  </a:cubicBezTo>
                  <a:cubicBezTo>
                    <a:pt x="29" y="1"/>
                    <a:pt x="29" y="0"/>
                    <a:pt x="29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5" name="Freeform 1135">
              <a:extLst>
                <a:ext uri="{FF2B5EF4-FFF2-40B4-BE49-F238E27FC236}">
                  <a16:creationId xmlns:a16="http://schemas.microsoft.com/office/drawing/2014/main" id="{201A7A00-D657-48DA-A939-2DFDFBEC6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3028"/>
              <a:ext cx="122" cy="131"/>
            </a:xfrm>
            <a:custGeom>
              <a:avLst/>
              <a:gdLst>
                <a:gd name="T0" fmla="*/ 10029 w 49"/>
                <a:gd name="T1" fmla="*/ 13953 h 49"/>
                <a:gd name="T2" fmla="*/ 2579 w 49"/>
                <a:gd name="T3" fmla="*/ 15268 h 49"/>
                <a:gd name="T4" fmla="*/ 1915 w 49"/>
                <a:gd name="T5" fmla="*/ 3994 h 49"/>
                <a:gd name="T6" fmla="*/ 9108 w 49"/>
                <a:gd name="T7" fmla="*/ 2866 h 49"/>
                <a:gd name="T8" fmla="*/ 10029 w 49"/>
                <a:gd name="T9" fmla="*/ 1395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2" y="38"/>
                  </a:moveTo>
                  <a:cubicBezTo>
                    <a:pt x="34" y="48"/>
                    <a:pt x="20" y="49"/>
                    <a:pt x="11" y="42"/>
                  </a:cubicBezTo>
                  <a:cubicBezTo>
                    <a:pt x="2" y="34"/>
                    <a:pt x="0" y="20"/>
                    <a:pt x="8" y="11"/>
                  </a:cubicBezTo>
                  <a:cubicBezTo>
                    <a:pt x="15" y="2"/>
                    <a:pt x="29" y="0"/>
                    <a:pt x="38" y="8"/>
                  </a:cubicBezTo>
                  <a:cubicBezTo>
                    <a:pt x="48" y="15"/>
                    <a:pt x="49" y="29"/>
                    <a:pt x="42" y="38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6" name="Freeform 1136">
              <a:extLst>
                <a:ext uri="{FF2B5EF4-FFF2-40B4-BE49-F238E27FC236}">
                  <a16:creationId xmlns:a16="http://schemas.microsoft.com/office/drawing/2014/main" id="{B88BAD16-0542-4852-9BA9-5EB545E21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3065"/>
              <a:ext cx="60" cy="64"/>
            </a:xfrm>
            <a:custGeom>
              <a:avLst/>
              <a:gdLst>
                <a:gd name="T0" fmla="*/ 520 w 24"/>
                <a:gd name="T1" fmla="*/ 2824 h 24"/>
                <a:gd name="T2" fmla="*/ 3908 w 24"/>
                <a:gd name="T3" fmla="*/ 661 h 24"/>
                <a:gd name="T4" fmla="*/ 5395 w 24"/>
                <a:gd name="T5" fmla="*/ 5824 h 24"/>
                <a:gd name="T6" fmla="*/ 1958 w 24"/>
                <a:gd name="T7" fmla="*/ 7944 h 24"/>
                <a:gd name="T8" fmla="*/ 520 w 24"/>
                <a:gd name="T9" fmla="*/ 28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" y="8"/>
                  </a:moveTo>
                  <a:cubicBezTo>
                    <a:pt x="5" y="2"/>
                    <a:pt x="11" y="0"/>
                    <a:pt x="16" y="2"/>
                  </a:cubicBezTo>
                  <a:cubicBezTo>
                    <a:pt x="22" y="5"/>
                    <a:pt x="24" y="11"/>
                    <a:pt x="22" y="16"/>
                  </a:cubicBezTo>
                  <a:cubicBezTo>
                    <a:pt x="19" y="22"/>
                    <a:pt x="13" y="24"/>
                    <a:pt x="8" y="22"/>
                  </a:cubicBezTo>
                  <a:cubicBezTo>
                    <a:pt x="2" y="19"/>
                    <a:pt x="0" y="13"/>
                    <a:pt x="2" y="8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7" name="Freeform 1137">
              <a:extLst>
                <a:ext uri="{FF2B5EF4-FFF2-40B4-BE49-F238E27FC236}">
                  <a16:creationId xmlns:a16="http://schemas.microsoft.com/office/drawing/2014/main" id="{7E5C93DE-0D12-41D4-AB75-5C39E794F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081"/>
              <a:ext cx="25" cy="24"/>
            </a:xfrm>
            <a:custGeom>
              <a:avLst/>
              <a:gdLst>
                <a:gd name="T0" fmla="*/ 313 w 10"/>
                <a:gd name="T1" fmla="*/ 1059 h 9"/>
                <a:gd name="T2" fmla="*/ 1770 w 10"/>
                <a:gd name="T3" fmla="*/ 397 h 9"/>
                <a:gd name="T4" fmla="*/ 2270 w 10"/>
                <a:gd name="T5" fmla="*/ 2184 h 9"/>
                <a:gd name="T6" fmla="*/ 988 w 10"/>
                <a:gd name="T7" fmla="*/ 2824 h 9"/>
                <a:gd name="T8" fmla="*/ 313 w 10"/>
                <a:gd name="T9" fmla="*/ 10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" y="3"/>
                  </a:moveTo>
                  <a:cubicBezTo>
                    <a:pt x="2" y="1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ubicBezTo>
                    <a:pt x="8" y="8"/>
                    <a:pt x="6" y="9"/>
                    <a:pt x="4" y="8"/>
                  </a:cubicBezTo>
                  <a:cubicBezTo>
                    <a:pt x="1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8" name="Freeform 1138">
              <a:extLst>
                <a:ext uri="{FF2B5EF4-FFF2-40B4-BE49-F238E27FC236}">
                  <a16:creationId xmlns:a16="http://schemas.microsoft.com/office/drawing/2014/main" id="{53BF87FD-C5C3-45A6-82CF-CCDD331F5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988"/>
              <a:ext cx="60" cy="67"/>
            </a:xfrm>
            <a:custGeom>
              <a:avLst/>
              <a:gdLst>
                <a:gd name="T0" fmla="*/ 520 w 24"/>
                <a:gd name="T1" fmla="*/ 8568 h 25"/>
                <a:gd name="T2" fmla="*/ 1300 w 24"/>
                <a:gd name="T3" fmla="*/ 9281 h 25"/>
                <a:gd name="T4" fmla="*/ 5863 w 24"/>
                <a:gd name="T5" fmla="*/ 1501 h 25"/>
                <a:gd name="T6" fmla="*/ 5863 w 24"/>
                <a:gd name="T7" fmla="*/ 1501 h 25"/>
                <a:gd name="T8" fmla="*/ 5395 w 24"/>
                <a:gd name="T9" fmla="*/ 675 h 25"/>
                <a:gd name="T10" fmla="*/ 4895 w 24"/>
                <a:gd name="T11" fmla="*/ 0 h 25"/>
                <a:gd name="T12" fmla="*/ 4895 w 24"/>
                <a:gd name="T13" fmla="*/ 0 h 25"/>
                <a:gd name="T14" fmla="*/ 0 w 24"/>
                <a:gd name="T15" fmla="*/ 7734 h 25"/>
                <a:gd name="T16" fmla="*/ 520 w 24"/>
                <a:gd name="T17" fmla="*/ 856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5">
                  <a:moveTo>
                    <a:pt x="2" y="23"/>
                  </a:moveTo>
                  <a:cubicBezTo>
                    <a:pt x="3" y="23"/>
                    <a:pt x="4" y="24"/>
                    <a:pt x="5" y="25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3" y="3"/>
                    <a:pt x="23" y="3"/>
                    <a:pt x="22" y="2"/>
                  </a:cubicBezTo>
                  <a:cubicBezTo>
                    <a:pt x="21" y="1"/>
                    <a:pt x="21" y="1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1"/>
                    <a:pt x="1" y="22"/>
                    <a:pt x="2" y="2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9" name="Freeform 1139">
              <a:extLst>
                <a:ext uri="{FF2B5EF4-FFF2-40B4-BE49-F238E27FC236}">
                  <a16:creationId xmlns:a16="http://schemas.microsoft.com/office/drawing/2014/main" id="{C4B622CD-D4B6-40D4-8417-7D021F4E8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991"/>
              <a:ext cx="47" cy="58"/>
            </a:xfrm>
            <a:custGeom>
              <a:avLst/>
              <a:gdLst>
                <a:gd name="T0" fmla="*/ 636 w 19"/>
                <a:gd name="T1" fmla="*/ 7382 h 22"/>
                <a:gd name="T2" fmla="*/ 0 w 19"/>
                <a:gd name="T3" fmla="*/ 6375 h 22"/>
                <a:gd name="T4" fmla="*/ 4344 w 19"/>
                <a:gd name="T5" fmla="*/ 0 h 22"/>
                <a:gd name="T6" fmla="*/ 636 w 19"/>
                <a:gd name="T7" fmla="*/ 6375 h 22"/>
                <a:gd name="T8" fmla="*/ 636 w 19"/>
                <a:gd name="T9" fmla="*/ 73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3" y="22"/>
                  </a:moveTo>
                  <a:cubicBezTo>
                    <a:pt x="2" y="21"/>
                    <a:pt x="0" y="19"/>
                    <a:pt x="0" y="19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2" y="17"/>
                    <a:pt x="3" y="19"/>
                  </a:cubicBezTo>
                  <a:cubicBezTo>
                    <a:pt x="3" y="20"/>
                    <a:pt x="3" y="22"/>
                    <a:pt x="3" y="22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0" name="Freeform 1140">
              <a:extLst>
                <a:ext uri="{FF2B5EF4-FFF2-40B4-BE49-F238E27FC236}">
                  <a16:creationId xmlns:a16="http://schemas.microsoft.com/office/drawing/2014/main" id="{732DCF1E-CE61-4A2F-8D91-B8C85CF86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447"/>
              <a:ext cx="123" cy="130"/>
            </a:xfrm>
            <a:custGeom>
              <a:avLst/>
              <a:gdLst>
                <a:gd name="T0" fmla="*/ 1790 w 49"/>
                <a:gd name="T1" fmla="*/ 4224 h 49"/>
                <a:gd name="T2" fmla="*/ 9250 w 49"/>
                <a:gd name="T3" fmla="*/ 2069 h 49"/>
                <a:gd name="T4" fmla="*/ 10485 w 49"/>
                <a:gd name="T5" fmla="*/ 12889 h 49"/>
                <a:gd name="T6" fmla="*/ 2975 w 49"/>
                <a:gd name="T7" fmla="*/ 14563 h 49"/>
                <a:gd name="T8" fmla="*/ 1790 w 49"/>
                <a:gd name="T9" fmla="*/ 422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7" y="12"/>
                  </a:moveTo>
                  <a:cubicBezTo>
                    <a:pt x="13" y="2"/>
                    <a:pt x="27" y="0"/>
                    <a:pt x="37" y="6"/>
                  </a:cubicBezTo>
                  <a:cubicBezTo>
                    <a:pt x="47" y="13"/>
                    <a:pt x="49" y="27"/>
                    <a:pt x="42" y="37"/>
                  </a:cubicBezTo>
                  <a:cubicBezTo>
                    <a:pt x="36" y="46"/>
                    <a:pt x="22" y="49"/>
                    <a:pt x="12" y="42"/>
                  </a:cubicBezTo>
                  <a:cubicBezTo>
                    <a:pt x="2" y="35"/>
                    <a:pt x="0" y="22"/>
                    <a:pt x="7" y="12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1" name="Freeform 1141">
              <a:extLst>
                <a:ext uri="{FF2B5EF4-FFF2-40B4-BE49-F238E27FC236}">
                  <a16:creationId xmlns:a16="http://schemas.microsoft.com/office/drawing/2014/main" id="{D0D271C4-4883-490E-8568-984072F57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463"/>
              <a:ext cx="60" cy="64"/>
            </a:xfrm>
            <a:custGeom>
              <a:avLst/>
              <a:gdLst>
                <a:gd name="T0" fmla="*/ 783 w 24"/>
                <a:gd name="T1" fmla="*/ 2184 h 24"/>
                <a:gd name="T2" fmla="*/ 4425 w 24"/>
                <a:gd name="T3" fmla="*/ 1459 h 24"/>
                <a:gd name="T4" fmla="*/ 5208 w 24"/>
                <a:gd name="T5" fmla="*/ 6464 h 24"/>
                <a:gd name="T6" fmla="*/ 1488 w 24"/>
                <a:gd name="T7" fmla="*/ 7531 h 24"/>
                <a:gd name="T8" fmla="*/ 783 w 24"/>
                <a:gd name="T9" fmla="*/ 218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3" y="6"/>
                  </a:moveTo>
                  <a:cubicBezTo>
                    <a:pt x="7" y="2"/>
                    <a:pt x="13" y="0"/>
                    <a:pt x="18" y="4"/>
                  </a:cubicBezTo>
                  <a:cubicBezTo>
                    <a:pt x="23" y="7"/>
                    <a:pt x="24" y="13"/>
                    <a:pt x="21" y="18"/>
                  </a:cubicBezTo>
                  <a:cubicBezTo>
                    <a:pt x="18" y="23"/>
                    <a:pt x="11" y="24"/>
                    <a:pt x="6" y="21"/>
                  </a:cubicBezTo>
                  <a:cubicBezTo>
                    <a:pt x="1" y="18"/>
                    <a:pt x="0" y="11"/>
                    <a:pt x="3" y="6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2" name="Freeform 1142">
              <a:extLst>
                <a:ext uri="{FF2B5EF4-FFF2-40B4-BE49-F238E27FC236}">
                  <a16:creationId xmlns:a16="http://schemas.microsoft.com/office/drawing/2014/main" id="{AE23D1C0-AB49-4644-8DB9-8F4DCE584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479"/>
              <a:ext cx="25" cy="24"/>
            </a:xfrm>
            <a:custGeom>
              <a:avLst/>
              <a:gdLst>
                <a:gd name="T0" fmla="*/ 313 w 10"/>
                <a:gd name="T1" fmla="*/ 661 h 9"/>
                <a:gd name="T2" fmla="*/ 1770 w 10"/>
                <a:gd name="T3" fmla="*/ 397 h 9"/>
                <a:gd name="T4" fmla="*/ 1958 w 10"/>
                <a:gd name="T5" fmla="*/ 2581 h 9"/>
                <a:gd name="T6" fmla="*/ 520 w 10"/>
                <a:gd name="T7" fmla="*/ 2824 h 9"/>
                <a:gd name="T8" fmla="*/ 313 w 10"/>
                <a:gd name="T9" fmla="*/ 66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" y="2"/>
                  </a:moveTo>
                  <a:cubicBezTo>
                    <a:pt x="3" y="0"/>
                    <a:pt x="5" y="0"/>
                    <a:pt x="7" y="1"/>
                  </a:cubicBezTo>
                  <a:cubicBezTo>
                    <a:pt x="9" y="2"/>
                    <a:pt x="10" y="5"/>
                    <a:pt x="8" y="7"/>
                  </a:cubicBezTo>
                  <a:cubicBezTo>
                    <a:pt x="7" y="9"/>
                    <a:pt x="4" y="9"/>
                    <a:pt x="2" y="8"/>
                  </a:cubicBezTo>
                  <a:cubicBezTo>
                    <a:pt x="0" y="7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3" name="Freeform 1143">
              <a:extLst>
                <a:ext uri="{FF2B5EF4-FFF2-40B4-BE49-F238E27FC236}">
                  <a16:creationId xmlns:a16="http://schemas.microsoft.com/office/drawing/2014/main" id="{8F1335C8-E210-45B4-AAB8-7875DD16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553"/>
              <a:ext cx="58" cy="70"/>
            </a:xfrm>
            <a:custGeom>
              <a:avLst/>
              <a:gdLst>
                <a:gd name="T0" fmla="*/ 5099 w 23"/>
                <a:gd name="T1" fmla="*/ 681 h 26"/>
                <a:gd name="T2" fmla="*/ 4363 w 23"/>
                <a:gd name="T3" fmla="*/ 0 h 26"/>
                <a:gd name="T4" fmla="*/ 0 w 23"/>
                <a:gd name="T5" fmla="*/ 8785 h 26"/>
                <a:gd name="T6" fmla="*/ 0 w 23"/>
                <a:gd name="T7" fmla="*/ 8785 h 26"/>
                <a:gd name="T8" fmla="*/ 527 w 23"/>
                <a:gd name="T9" fmla="*/ 9466 h 26"/>
                <a:gd name="T10" fmla="*/ 1011 w 23"/>
                <a:gd name="T11" fmla="*/ 9873 h 26"/>
                <a:gd name="T12" fmla="*/ 1011 w 23"/>
                <a:gd name="T13" fmla="*/ 9873 h 26"/>
                <a:gd name="T14" fmla="*/ 5901 w 23"/>
                <a:gd name="T15" fmla="*/ 1580 h 26"/>
                <a:gd name="T16" fmla="*/ 5099 w 23"/>
                <a:gd name="T17" fmla="*/ 681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6">
                  <a:moveTo>
                    <a:pt x="20" y="2"/>
                  </a:moveTo>
                  <a:cubicBezTo>
                    <a:pt x="19" y="2"/>
                    <a:pt x="18" y="1"/>
                    <a:pt x="17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24"/>
                    <a:pt x="2" y="24"/>
                    <a:pt x="2" y="25"/>
                  </a:cubicBezTo>
                  <a:cubicBezTo>
                    <a:pt x="3" y="25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4"/>
                    <a:pt x="21" y="3"/>
                    <a:pt x="20" y="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4" name="Freeform 1144">
              <a:extLst>
                <a:ext uri="{FF2B5EF4-FFF2-40B4-BE49-F238E27FC236}">
                  <a16:creationId xmlns:a16="http://schemas.microsoft.com/office/drawing/2014/main" id="{F47F8540-33AF-4D68-A885-D150192E4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559"/>
              <a:ext cx="43" cy="61"/>
            </a:xfrm>
            <a:custGeom>
              <a:avLst/>
              <a:gdLst>
                <a:gd name="T0" fmla="*/ 3397 w 17"/>
                <a:gd name="T1" fmla="*/ 0 h 23"/>
                <a:gd name="T2" fmla="*/ 4467 w 17"/>
                <a:gd name="T3" fmla="*/ 1048 h 23"/>
                <a:gd name="T4" fmla="*/ 0 w 17"/>
                <a:gd name="T5" fmla="*/ 8018 h 23"/>
                <a:gd name="T6" fmla="*/ 3640 w 17"/>
                <a:gd name="T7" fmla="*/ 1435 h 23"/>
                <a:gd name="T8" fmla="*/ 3397 w 1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3">
                  <a:moveTo>
                    <a:pt x="13" y="0"/>
                  </a:moveTo>
                  <a:cubicBezTo>
                    <a:pt x="14" y="1"/>
                    <a:pt x="17" y="3"/>
                    <a:pt x="17" y="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15" y="5"/>
                    <a:pt x="14" y="4"/>
                  </a:cubicBezTo>
                  <a:cubicBezTo>
                    <a:pt x="14" y="2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5" name="Freeform 1145">
              <a:extLst>
                <a:ext uri="{FF2B5EF4-FFF2-40B4-BE49-F238E27FC236}">
                  <a16:creationId xmlns:a16="http://schemas.microsoft.com/office/drawing/2014/main" id="{CD3C4D33-1916-43BC-8D2D-61935ACF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988"/>
              <a:ext cx="60" cy="67"/>
            </a:xfrm>
            <a:custGeom>
              <a:avLst/>
              <a:gdLst>
                <a:gd name="T0" fmla="*/ 520 w 24"/>
                <a:gd name="T1" fmla="*/ 8568 h 25"/>
                <a:gd name="T2" fmla="*/ 1300 w 24"/>
                <a:gd name="T3" fmla="*/ 9281 h 25"/>
                <a:gd name="T4" fmla="*/ 5863 w 24"/>
                <a:gd name="T5" fmla="*/ 1501 h 25"/>
                <a:gd name="T6" fmla="*/ 5863 w 24"/>
                <a:gd name="T7" fmla="*/ 1501 h 25"/>
                <a:gd name="T8" fmla="*/ 5395 w 24"/>
                <a:gd name="T9" fmla="*/ 675 h 25"/>
                <a:gd name="T10" fmla="*/ 4895 w 24"/>
                <a:gd name="T11" fmla="*/ 0 h 25"/>
                <a:gd name="T12" fmla="*/ 4895 w 24"/>
                <a:gd name="T13" fmla="*/ 0 h 25"/>
                <a:gd name="T14" fmla="*/ 0 w 24"/>
                <a:gd name="T15" fmla="*/ 7734 h 25"/>
                <a:gd name="T16" fmla="*/ 520 w 24"/>
                <a:gd name="T17" fmla="*/ 856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5">
                  <a:moveTo>
                    <a:pt x="2" y="23"/>
                  </a:moveTo>
                  <a:cubicBezTo>
                    <a:pt x="3" y="23"/>
                    <a:pt x="4" y="24"/>
                    <a:pt x="5" y="25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3" y="3"/>
                    <a:pt x="23" y="3"/>
                    <a:pt x="22" y="2"/>
                  </a:cubicBezTo>
                  <a:cubicBezTo>
                    <a:pt x="21" y="1"/>
                    <a:pt x="21" y="1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1"/>
                    <a:pt x="1" y="22"/>
                    <a:pt x="2" y="2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6" name="Freeform 1146">
              <a:extLst>
                <a:ext uri="{FF2B5EF4-FFF2-40B4-BE49-F238E27FC236}">
                  <a16:creationId xmlns:a16="http://schemas.microsoft.com/office/drawing/2014/main" id="{0F0B1CAE-97D4-4F6E-802D-6A4CB83B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3028"/>
              <a:ext cx="122" cy="131"/>
            </a:xfrm>
            <a:custGeom>
              <a:avLst/>
              <a:gdLst>
                <a:gd name="T0" fmla="*/ 10029 w 49"/>
                <a:gd name="T1" fmla="*/ 13953 h 49"/>
                <a:gd name="T2" fmla="*/ 2579 w 49"/>
                <a:gd name="T3" fmla="*/ 15268 h 49"/>
                <a:gd name="T4" fmla="*/ 1915 w 49"/>
                <a:gd name="T5" fmla="*/ 3994 h 49"/>
                <a:gd name="T6" fmla="*/ 9108 w 49"/>
                <a:gd name="T7" fmla="*/ 2866 h 49"/>
                <a:gd name="T8" fmla="*/ 10029 w 49"/>
                <a:gd name="T9" fmla="*/ 1395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2" y="38"/>
                  </a:moveTo>
                  <a:cubicBezTo>
                    <a:pt x="34" y="48"/>
                    <a:pt x="20" y="49"/>
                    <a:pt x="11" y="42"/>
                  </a:cubicBezTo>
                  <a:cubicBezTo>
                    <a:pt x="2" y="34"/>
                    <a:pt x="0" y="20"/>
                    <a:pt x="8" y="11"/>
                  </a:cubicBezTo>
                  <a:cubicBezTo>
                    <a:pt x="15" y="2"/>
                    <a:pt x="29" y="0"/>
                    <a:pt x="38" y="8"/>
                  </a:cubicBezTo>
                  <a:cubicBezTo>
                    <a:pt x="48" y="15"/>
                    <a:pt x="49" y="29"/>
                    <a:pt x="42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7" name="Freeform 1147">
              <a:extLst>
                <a:ext uri="{FF2B5EF4-FFF2-40B4-BE49-F238E27FC236}">
                  <a16:creationId xmlns:a16="http://schemas.microsoft.com/office/drawing/2014/main" id="{B10B05C8-DA2D-4217-B83F-D4518F929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1716"/>
              <a:ext cx="122" cy="133"/>
            </a:xfrm>
            <a:custGeom>
              <a:avLst/>
              <a:gdLst>
                <a:gd name="T0" fmla="*/ 2888 w 49"/>
                <a:gd name="T1" fmla="*/ 15170 h 50"/>
                <a:gd name="T2" fmla="*/ 1618 w 49"/>
                <a:gd name="T3" fmla="*/ 4650 h 50"/>
                <a:gd name="T4" fmla="*/ 8796 w 49"/>
                <a:gd name="T5" fmla="*/ 2562 h 50"/>
                <a:gd name="T6" fmla="*/ 10029 w 49"/>
                <a:gd name="T7" fmla="*/ 13061 h 50"/>
                <a:gd name="T8" fmla="*/ 2888 w 49"/>
                <a:gd name="T9" fmla="*/ 1517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12" y="43"/>
                  </a:moveTo>
                  <a:cubicBezTo>
                    <a:pt x="2" y="36"/>
                    <a:pt x="0" y="23"/>
                    <a:pt x="7" y="13"/>
                  </a:cubicBezTo>
                  <a:cubicBezTo>
                    <a:pt x="13" y="3"/>
                    <a:pt x="27" y="0"/>
                    <a:pt x="37" y="7"/>
                  </a:cubicBezTo>
                  <a:cubicBezTo>
                    <a:pt x="47" y="14"/>
                    <a:pt x="49" y="27"/>
                    <a:pt x="42" y="37"/>
                  </a:cubicBezTo>
                  <a:cubicBezTo>
                    <a:pt x="36" y="47"/>
                    <a:pt x="22" y="50"/>
                    <a:pt x="12" y="43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8" name="Freeform 1148">
              <a:extLst>
                <a:ext uri="{FF2B5EF4-FFF2-40B4-BE49-F238E27FC236}">
                  <a16:creationId xmlns:a16="http://schemas.microsoft.com/office/drawing/2014/main" id="{A4E05EC3-9B4E-4AC4-8B4C-8FF204EC1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743"/>
              <a:ext cx="60" cy="64"/>
            </a:xfrm>
            <a:custGeom>
              <a:avLst/>
              <a:gdLst>
                <a:gd name="T0" fmla="*/ 988 w 24"/>
                <a:gd name="T1" fmla="*/ 1763 h 24"/>
                <a:gd name="T2" fmla="*/ 4425 w 24"/>
                <a:gd name="T3" fmla="*/ 1059 h 24"/>
                <a:gd name="T4" fmla="*/ 5208 w 24"/>
                <a:gd name="T5" fmla="*/ 6464 h 24"/>
                <a:gd name="T6" fmla="*/ 1488 w 24"/>
                <a:gd name="T7" fmla="*/ 7133 h 24"/>
                <a:gd name="T8" fmla="*/ 988 w 24"/>
                <a:gd name="T9" fmla="*/ 176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5"/>
                  </a:moveTo>
                  <a:cubicBezTo>
                    <a:pt x="7" y="1"/>
                    <a:pt x="14" y="0"/>
                    <a:pt x="18" y="3"/>
                  </a:cubicBezTo>
                  <a:cubicBezTo>
                    <a:pt x="23" y="7"/>
                    <a:pt x="24" y="13"/>
                    <a:pt x="21" y="18"/>
                  </a:cubicBezTo>
                  <a:cubicBezTo>
                    <a:pt x="17" y="23"/>
                    <a:pt x="10" y="24"/>
                    <a:pt x="6" y="20"/>
                  </a:cubicBezTo>
                  <a:cubicBezTo>
                    <a:pt x="1" y="17"/>
                    <a:pt x="0" y="10"/>
                    <a:pt x="4" y="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9" name="Freeform 1149">
              <a:extLst>
                <a:ext uri="{FF2B5EF4-FFF2-40B4-BE49-F238E27FC236}">
                  <a16:creationId xmlns:a16="http://schemas.microsoft.com/office/drawing/2014/main" id="{E69940C7-BA80-4C00-B285-B28E42785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1756"/>
              <a:ext cx="25" cy="27"/>
            </a:xfrm>
            <a:custGeom>
              <a:avLst/>
              <a:gdLst>
                <a:gd name="T0" fmla="*/ 313 w 10"/>
                <a:gd name="T1" fmla="*/ 751 h 10"/>
                <a:gd name="T2" fmla="*/ 1770 w 10"/>
                <a:gd name="T3" fmla="*/ 751 h 10"/>
                <a:gd name="T4" fmla="*/ 1958 w 10"/>
                <a:gd name="T5" fmla="*/ 3127 h 10"/>
                <a:gd name="T6" fmla="*/ 520 w 10"/>
                <a:gd name="T7" fmla="*/ 3127 h 10"/>
                <a:gd name="T8" fmla="*/ 313 w 10"/>
                <a:gd name="T9" fmla="*/ 75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2"/>
                  </a:moveTo>
                  <a:cubicBezTo>
                    <a:pt x="3" y="1"/>
                    <a:pt x="5" y="0"/>
                    <a:pt x="7" y="2"/>
                  </a:cubicBezTo>
                  <a:cubicBezTo>
                    <a:pt x="9" y="3"/>
                    <a:pt x="10" y="6"/>
                    <a:pt x="8" y="8"/>
                  </a:cubicBezTo>
                  <a:cubicBezTo>
                    <a:pt x="7" y="9"/>
                    <a:pt x="4" y="10"/>
                    <a:pt x="2" y="8"/>
                  </a:cubicBezTo>
                  <a:cubicBezTo>
                    <a:pt x="0" y="7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0" name="Freeform 1150">
              <a:extLst>
                <a:ext uri="{FF2B5EF4-FFF2-40B4-BE49-F238E27FC236}">
                  <a16:creationId xmlns:a16="http://schemas.microsoft.com/office/drawing/2014/main" id="{628C7702-D35D-4728-B2B8-9F3467690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807"/>
              <a:ext cx="75" cy="56"/>
            </a:xfrm>
            <a:custGeom>
              <a:avLst/>
              <a:gdLst>
                <a:gd name="T0" fmla="*/ 783 w 30"/>
                <a:gd name="T1" fmla="*/ 1059 h 21"/>
                <a:gd name="T2" fmla="*/ 0 w 30"/>
                <a:gd name="T3" fmla="*/ 2184 h 21"/>
                <a:gd name="T4" fmla="*/ 6645 w 30"/>
                <a:gd name="T5" fmla="*/ 7531 h 21"/>
                <a:gd name="T6" fmla="*/ 6645 w 30"/>
                <a:gd name="T7" fmla="*/ 7531 h 21"/>
                <a:gd name="T8" fmla="*/ 7158 w 30"/>
                <a:gd name="T9" fmla="*/ 6883 h 21"/>
                <a:gd name="T10" fmla="*/ 7345 w 30"/>
                <a:gd name="T11" fmla="*/ 6067 h 21"/>
                <a:gd name="T12" fmla="*/ 7345 w 30"/>
                <a:gd name="T13" fmla="*/ 6067 h 21"/>
                <a:gd name="T14" fmla="*/ 988 w 30"/>
                <a:gd name="T15" fmla="*/ 0 h 21"/>
                <a:gd name="T16" fmla="*/ 783 w 30"/>
                <a:gd name="T17" fmla="*/ 1059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3" y="3"/>
                  </a:moveTo>
                  <a:cubicBezTo>
                    <a:pt x="2" y="4"/>
                    <a:pt x="1" y="5"/>
                    <a:pt x="0" y="6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8" y="20"/>
                    <a:pt x="28" y="20"/>
                    <a:pt x="29" y="19"/>
                  </a:cubicBezTo>
                  <a:cubicBezTo>
                    <a:pt x="29" y="18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1" name="Freeform 1151">
              <a:extLst>
                <a:ext uri="{FF2B5EF4-FFF2-40B4-BE49-F238E27FC236}">
                  <a16:creationId xmlns:a16="http://schemas.microsoft.com/office/drawing/2014/main" id="{8267516D-EA0E-4920-8077-574E0407F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812"/>
              <a:ext cx="67" cy="40"/>
            </a:xfrm>
            <a:custGeom>
              <a:avLst/>
              <a:gdLst>
                <a:gd name="T0" fmla="*/ 0 w 27"/>
                <a:gd name="T1" fmla="*/ 1459 h 15"/>
                <a:gd name="T2" fmla="*/ 640 w 27"/>
                <a:gd name="T3" fmla="*/ 0 h 15"/>
                <a:gd name="T4" fmla="*/ 6293 w 27"/>
                <a:gd name="T5" fmla="*/ 5405 h 15"/>
                <a:gd name="T6" fmla="*/ 948 w 27"/>
                <a:gd name="T7" fmla="*/ 1059 h 15"/>
                <a:gd name="T8" fmla="*/ 0 w 27"/>
                <a:gd name="T9" fmla="*/ 145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5">
                  <a:moveTo>
                    <a:pt x="0" y="4"/>
                  </a:moveTo>
                  <a:cubicBezTo>
                    <a:pt x="1" y="3"/>
                    <a:pt x="3" y="1"/>
                    <a:pt x="3" y="0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6" y="3"/>
                    <a:pt x="4" y="3"/>
                  </a:cubicBezTo>
                  <a:cubicBezTo>
                    <a:pt x="2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2" name="Freeform 1152">
              <a:extLst>
                <a:ext uri="{FF2B5EF4-FFF2-40B4-BE49-F238E27FC236}">
                  <a16:creationId xmlns:a16="http://schemas.microsoft.com/office/drawing/2014/main" id="{761E61BA-F5E9-4E52-A11D-7236AFC7B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780"/>
              <a:ext cx="122" cy="131"/>
            </a:xfrm>
            <a:custGeom>
              <a:avLst/>
              <a:gdLst>
                <a:gd name="T0" fmla="*/ 8796 w 49"/>
                <a:gd name="T1" fmla="*/ 2601 h 49"/>
                <a:gd name="T2" fmla="*/ 10029 w 49"/>
                <a:gd name="T3" fmla="*/ 13530 h 49"/>
                <a:gd name="T4" fmla="*/ 2888 w 49"/>
                <a:gd name="T5" fmla="*/ 15268 h 49"/>
                <a:gd name="T6" fmla="*/ 1618 w 49"/>
                <a:gd name="T7" fmla="*/ 4395 h 49"/>
                <a:gd name="T8" fmla="*/ 8796 w 49"/>
                <a:gd name="T9" fmla="*/ 260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37" y="7"/>
                  </a:moveTo>
                  <a:cubicBezTo>
                    <a:pt x="47" y="13"/>
                    <a:pt x="49" y="27"/>
                    <a:pt x="42" y="37"/>
                  </a:cubicBezTo>
                  <a:cubicBezTo>
                    <a:pt x="36" y="47"/>
                    <a:pt x="22" y="49"/>
                    <a:pt x="12" y="42"/>
                  </a:cubicBezTo>
                  <a:cubicBezTo>
                    <a:pt x="2" y="36"/>
                    <a:pt x="0" y="22"/>
                    <a:pt x="7" y="12"/>
                  </a:cubicBezTo>
                  <a:cubicBezTo>
                    <a:pt x="13" y="2"/>
                    <a:pt x="27" y="0"/>
                    <a:pt x="37" y="7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3" name="Freeform 1153">
              <a:extLst>
                <a:ext uri="{FF2B5EF4-FFF2-40B4-BE49-F238E27FC236}">
                  <a16:creationId xmlns:a16="http://schemas.microsoft.com/office/drawing/2014/main" id="{2D1F519B-C6DE-4873-ADBB-8F581493C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815"/>
              <a:ext cx="57" cy="64"/>
            </a:xfrm>
            <a:custGeom>
              <a:avLst/>
              <a:gdLst>
                <a:gd name="T0" fmla="*/ 947 w 23"/>
                <a:gd name="T1" fmla="*/ 1763 h 24"/>
                <a:gd name="T2" fmla="*/ 4367 w 23"/>
                <a:gd name="T3" fmla="*/ 1459 h 24"/>
                <a:gd name="T4" fmla="*/ 4367 w 23"/>
                <a:gd name="T5" fmla="*/ 6883 h 24"/>
                <a:gd name="T6" fmla="*/ 947 w 23"/>
                <a:gd name="T7" fmla="*/ 7133 h 24"/>
                <a:gd name="T8" fmla="*/ 947 w 23"/>
                <a:gd name="T9" fmla="*/ 176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4" y="5"/>
                  </a:moveTo>
                  <a:cubicBezTo>
                    <a:pt x="8" y="0"/>
                    <a:pt x="14" y="0"/>
                    <a:pt x="19" y="4"/>
                  </a:cubicBezTo>
                  <a:cubicBezTo>
                    <a:pt x="23" y="8"/>
                    <a:pt x="23" y="15"/>
                    <a:pt x="19" y="19"/>
                  </a:cubicBezTo>
                  <a:cubicBezTo>
                    <a:pt x="15" y="23"/>
                    <a:pt x="9" y="24"/>
                    <a:pt x="4" y="20"/>
                  </a:cubicBezTo>
                  <a:cubicBezTo>
                    <a:pt x="0" y="16"/>
                    <a:pt x="0" y="9"/>
                    <a:pt x="4" y="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4" name="Freeform 1154">
              <a:extLst>
                <a:ext uri="{FF2B5EF4-FFF2-40B4-BE49-F238E27FC236}">
                  <a16:creationId xmlns:a16="http://schemas.microsoft.com/office/drawing/2014/main" id="{16C384FF-3AC7-4528-A36D-B1586580E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828"/>
              <a:ext cx="25" cy="27"/>
            </a:xfrm>
            <a:custGeom>
              <a:avLst/>
              <a:gdLst>
                <a:gd name="T0" fmla="*/ 520 w 10"/>
                <a:gd name="T1" fmla="*/ 751 h 10"/>
                <a:gd name="T2" fmla="*/ 1958 w 10"/>
                <a:gd name="T3" fmla="*/ 751 h 10"/>
                <a:gd name="T4" fmla="*/ 1958 w 10"/>
                <a:gd name="T5" fmla="*/ 3127 h 10"/>
                <a:gd name="T6" fmla="*/ 520 w 10"/>
                <a:gd name="T7" fmla="*/ 3127 h 10"/>
                <a:gd name="T8" fmla="*/ 520 w 10"/>
                <a:gd name="T9" fmla="*/ 75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2" y="2"/>
                  </a:moveTo>
                  <a:cubicBezTo>
                    <a:pt x="4" y="0"/>
                    <a:pt x="6" y="0"/>
                    <a:pt x="8" y="2"/>
                  </a:cubicBezTo>
                  <a:cubicBezTo>
                    <a:pt x="10" y="3"/>
                    <a:pt x="10" y="6"/>
                    <a:pt x="8" y="8"/>
                  </a:cubicBezTo>
                  <a:cubicBezTo>
                    <a:pt x="7" y="9"/>
                    <a:pt x="4" y="10"/>
                    <a:pt x="2" y="8"/>
                  </a:cubicBezTo>
                  <a:cubicBezTo>
                    <a:pt x="1" y="6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5" name="Freeform 1155">
              <a:extLst>
                <a:ext uri="{FF2B5EF4-FFF2-40B4-BE49-F238E27FC236}">
                  <a16:creationId xmlns:a16="http://schemas.microsoft.com/office/drawing/2014/main" id="{B136E350-75A8-4E4E-AAF3-F986CD0EB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767"/>
              <a:ext cx="75" cy="53"/>
            </a:xfrm>
            <a:custGeom>
              <a:avLst/>
              <a:gdLst>
                <a:gd name="T0" fmla="*/ 6645 w 30"/>
                <a:gd name="T1" fmla="*/ 5864 h 20"/>
                <a:gd name="T2" fmla="*/ 7345 w 30"/>
                <a:gd name="T3" fmla="*/ 4839 h 20"/>
                <a:gd name="T4" fmla="*/ 783 w 30"/>
                <a:gd name="T5" fmla="*/ 0 h 20"/>
                <a:gd name="T6" fmla="*/ 783 w 30"/>
                <a:gd name="T7" fmla="*/ 0 h 20"/>
                <a:gd name="T8" fmla="*/ 313 w 30"/>
                <a:gd name="T9" fmla="*/ 633 h 20"/>
                <a:gd name="T10" fmla="*/ 0 w 30"/>
                <a:gd name="T11" fmla="*/ 1434 h 20"/>
                <a:gd name="T12" fmla="*/ 0 w 30"/>
                <a:gd name="T13" fmla="*/ 1434 h 20"/>
                <a:gd name="T14" fmla="*/ 6375 w 30"/>
                <a:gd name="T15" fmla="*/ 6903 h 20"/>
                <a:gd name="T16" fmla="*/ 6645 w 30"/>
                <a:gd name="T17" fmla="*/ 586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0">
                  <a:moveTo>
                    <a:pt x="27" y="17"/>
                  </a:moveTo>
                  <a:cubicBezTo>
                    <a:pt x="28" y="16"/>
                    <a:pt x="29" y="15"/>
                    <a:pt x="30" y="14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1"/>
                    <a:pt x="1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19"/>
                    <a:pt x="27" y="18"/>
                    <a:pt x="27" y="17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6" name="Freeform 1156">
              <a:extLst>
                <a:ext uri="{FF2B5EF4-FFF2-40B4-BE49-F238E27FC236}">
                  <a16:creationId xmlns:a16="http://schemas.microsoft.com/office/drawing/2014/main" id="{F73A47A0-4CA1-4615-9807-677E2C610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775"/>
              <a:ext cx="67" cy="40"/>
            </a:xfrm>
            <a:custGeom>
              <a:avLst/>
              <a:gdLst>
                <a:gd name="T0" fmla="*/ 6293 w 27"/>
                <a:gd name="T1" fmla="*/ 3891 h 15"/>
                <a:gd name="T2" fmla="*/ 5653 w 27"/>
                <a:gd name="T3" fmla="*/ 5405 h 15"/>
                <a:gd name="T4" fmla="*/ 0 w 27"/>
                <a:gd name="T5" fmla="*/ 0 h 15"/>
                <a:gd name="T6" fmla="*/ 5350 w 27"/>
                <a:gd name="T7" fmla="*/ 4301 h 15"/>
                <a:gd name="T8" fmla="*/ 6293 w 27"/>
                <a:gd name="T9" fmla="*/ 389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5">
                  <a:moveTo>
                    <a:pt x="27" y="11"/>
                  </a:moveTo>
                  <a:cubicBezTo>
                    <a:pt x="26" y="12"/>
                    <a:pt x="24" y="15"/>
                    <a:pt x="24" y="1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1" y="12"/>
                    <a:pt x="23" y="12"/>
                  </a:cubicBezTo>
                  <a:cubicBezTo>
                    <a:pt x="25" y="12"/>
                    <a:pt x="26" y="11"/>
                    <a:pt x="27" y="11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7" name="Freeform 1157">
              <a:extLst>
                <a:ext uri="{FF2B5EF4-FFF2-40B4-BE49-F238E27FC236}">
                  <a16:creationId xmlns:a16="http://schemas.microsoft.com/office/drawing/2014/main" id="{2EA64740-057E-47E7-9101-63CC48338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807"/>
              <a:ext cx="75" cy="56"/>
            </a:xfrm>
            <a:custGeom>
              <a:avLst/>
              <a:gdLst>
                <a:gd name="T0" fmla="*/ 783 w 30"/>
                <a:gd name="T1" fmla="*/ 1059 h 21"/>
                <a:gd name="T2" fmla="*/ 0 w 30"/>
                <a:gd name="T3" fmla="*/ 2184 h 21"/>
                <a:gd name="T4" fmla="*/ 6645 w 30"/>
                <a:gd name="T5" fmla="*/ 7531 h 21"/>
                <a:gd name="T6" fmla="*/ 6645 w 30"/>
                <a:gd name="T7" fmla="*/ 7531 h 21"/>
                <a:gd name="T8" fmla="*/ 7158 w 30"/>
                <a:gd name="T9" fmla="*/ 6883 h 21"/>
                <a:gd name="T10" fmla="*/ 7345 w 30"/>
                <a:gd name="T11" fmla="*/ 6067 h 21"/>
                <a:gd name="T12" fmla="*/ 7345 w 30"/>
                <a:gd name="T13" fmla="*/ 6067 h 21"/>
                <a:gd name="T14" fmla="*/ 988 w 30"/>
                <a:gd name="T15" fmla="*/ 0 h 21"/>
                <a:gd name="T16" fmla="*/ 783 w 30"/>
                <a:gd name="T17" fmla="*/ 1059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3" y="3"/>
                  </a:moveTo>
                  <a:cubicBezTo>
                    <a:pt x="2" y="4"/>
                    <a:pt x="1" y="5"/>
                    <a:pt x="0" y="6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8" y="20"/>
                    <a:pt x="28" y="20"/>
                    <a:pt x="29" y="19"/>
                  </a:cubicBezTo>
                  <a:cubicBezTo>
                    <a:pt x="29" y="18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3" y="2"/>
                    <a:pt x="3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8" name="Freeform 1158">
              <a:extLst>
                <a:ext uri="{FF2B5EF4-FFF2-40B4-BE49-F238E27FC236}">
                  <a16:creationId xmlns:a16="http://schemas.microsoft.com/office/drawing/2014/main" id="{9B0DA9F3-199B-4F85-98E0-691BCE27E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1716"/>
              <a:ext cx="122" cy="133"/>
            </a:xfrm>
            <a:custGeom>
              <a:avLst/>
              <a:gdLst>
                <a:gd name="T0" fmla="*/ 2888 w 49"/>
                <a:gd name="T1" fmla="*/ 15170 h 50"/>
                <a:gd name="T2" fmla="*/ 1618 w 49"/>
                <a:gd name="T3" fmla="*/ 4650 h 50"/>
                <a:gd name="T4" fmla="*/ 8796 w 49"/>
                <a:gd name="T5" fmla="*/ 2562 h 50"/>
                <a:gd name="T6" fmla="*/ 10029 w 49"/>
                <a:gd name="T7" fmla="*/ 13061 h 50"/>
                <a:gd name="T8" fmla="*/ 2888 w 49"/>
                <a:gd name="T9" fmla="*/ 1517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12" y="43"/>
                  </a:moveTo>
                  <a:cubicBezTo>
                    <a:pt x="2" y="36"/>
                    <a:pt x="0" y="23"/>
                    <a:pt x="7" y="13"/>
                  </a:cubicBezTo>
                  <a:cubicBezTo>
                    <a:pt x="13" y="3"/>
                    <a:pt x="27" y="0"/>
                    <a:pt x="37" y="7"/>
                  </a:cubicBezTo>
                  <a:cubicBezTo>
                    <a:pt x="47" y="14"/>
                    <a:pt x="49" y="27"/>
                    <a:pt x="42" y="37"/>
                  </a:cubicBezTo>
                  <a:cubicBezTo>
                    <a:pt x="36" y="47"/>
                    <a:pt x="22" y="50"/>
                    <a:pt x="12" y="4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9" name="Freeform 1159">
              <a:extLst>
                <a:ext uri="{FF2B5EF4-FFF2-40B4-BE49-F238E27FC236}">
                  <a16:creationId xmlns:a16="http://schemas.microsoft.com/office/drawing/2014/main" id="{CCAD844C-01AF-44F9-8ECF-18DEF1F0C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039"/>
              <a:ext cx="122" cy="130"/>
            </a:xfrm>
            <a:custGeom>
              <a:avLst/>
              <a:gdLst>
                <a:gd name="T0" fmla="*/ 10029 w 49"/>
                <a:gd name="T1" fmla="*/ 3807 h 49"/>
                <a:gd name="T2" fmla="*/ 9304 w 49"/>
                <a:gd name="T3" fmla="*/ 14324 h 49"/>
                <a:gd name="T4" fmla="*/ 1915 w 49"/>
                <a:gd name="T5" fmla="*/ 13276 h 49"/>
                <a:gd name="T6" fmla="*/ 2579 w 49"/>
                <a:gd name="T7" fmla="*/ 2780 h 49"/>
                <a:gd name="T8" fmla="*/ 10029 w 49"/>
                <a:gd name="T9" fmla="*/ 380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2" y="11"/>
                  </a:moveTo>
                  <a:cubicBezTo>
                    <a:pt x="49" y="20"/>
                    <a:pt x="48" y="34"/>
                    <a:pt x="39" y="41"/>
                  </a:cubicBezTo>
                  <a:cubicBezTo>
                    <a:pt x="29" y="49"/>
                    <a:pt x="16" y="48"/>
                    <a:pt x="8" y="38"/>
                  </a:cubicBezTo>
                  <a:cubicBezTo>
                    <a:pt x="0" y="29"/>
                    <a:pt x="2" y="15"/>
                    <a:pt x="11" y="8"/>
                  </a:cubicBezTo>
                  <a:cubicBezTo>
                    <a:pt x="20" y="0"/>
                    <a:pt x="34" y="2"/>
                    <a:pt x="42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0" name="Freeform 1160">
              <a:extLst>
                <a:ext uri="{FF2B5EF4-FFF2-40B4-BE49-F238E27FC236}">
                  <a16:creationId xmlns:a16="http://schemas.microsoft.com/office/drawing/2014/main" id="{936BB9EB-BB2E-4A4F-9FF6-B5B2DFC7F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2764"/>
              <a:ext cx="122" cy="131"/>
            </a:xfrm>
            <a:custGeom>
              <a:avLst/>
              <a:gdLst>
                <a:gd name="T0" fmla="*/ 8610 w 49"/>
                <a:gd name="T1" fmla="*/ 15688 h 49"/>
                <a:gd name="T2" fmla="*/ 1419 w 49"/>
                <a:gd name="T3" fmla="*/ 13129 h 49"/>
                <a:gd name="T4" fmla="*/ 3067 w 49"/>
                <a:gd name="T5" fmla="*/ 2195 h 49"/>
                <a:gd name="T6" fmla="*/ 10216 w 49"/>
                <a:gd name="T7" fmla="*/ 4796 h 49"/>
                <a:gd name="T8" fmla="*/ 8610 w 49"/>
                <a:gd name="T9" fmla="*/ 15688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36" y="43"/>
                  </a:moveTo>
                  <a:cubicBezTo>
                    <a:pt x="26" y="49"/>
                    <a:pt x="13" y="46"/>
                    <a:pt x="6" y="36"/>
                  </a:cubicBezTo>
                  <a:cubicBezTo>
                    <a:pt x="0" y="26"/>
                    <a:pt x="3" y="13"/>
                    <a:pt x="13" y="6"/>
                  </a:cubicBezTo>
                  <a:cubicBezTo>
                    <a:pt x="23" y="0"/>
                    <a:pt x="36" y="3"/>
                    <a:pt x="43" y="13"/>
                  </a:cubicBezTo>
                  <a:cubicBezTo>
                    <a:pt x="49" y="23"/>
                    <a:pt x="46" y="36"/>
                    <a:pt x="36" y="4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1" name="Freeform 1161">
              <a:extLst>
                <a:ext uri="{FF2B5EF4-FFF2-40B4-BE49-F238E27FC236}">
                  <a16:creationId xmlns:a16="http://schemas.microsoft.com/office/drawing/2014/main" id="{8396D422-F7C3-455D-9DEC-8C040FB64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201"/>
              <a:ext cx="117" cy="126"/>
            </a:xfrm>
            <a:custGeom>
              <a:avLst/>
              <a:gdLst>
                <a:gd name="T0" fmla="*/ 10722 w 47"/>
                <a:gd name="T1" fmla="*/ 10386 h 47"/>
                <a:gd name="T2" fmla="*/ 4486 w 47"/>
                <a:gd name="T3" fmla="*/ 16745 h 47"/>
                <a:gd name="T4" fmla="*/ 466 w 47"/>
                <a:gd name="T5" fmla="*/ 7072 h 47"/>
                <a:gd name="T6" fmla="*/ 6681 w 47"/>
                <a:gd name="T7" fmla="*/ 676 h 47"/>
                <a:gd name="T8" fmla="*/ 10722 w 47"/>
                <a:gd name="T9" fmla="*/ 1038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45" y="28"/>
                  </a:moveTo>
                  <a:cubicBezTo>
                    <a:pt x="42" y="40"/>
                    <a:pt x="31" y="47"/>
                    <a:pt x="19" y="45"/>
                  </a:cubicBezTo>
                  <a:cubicBezTo>
                    <a:pt x="7" y="42"/>
                    <a:pt x="0" y="31"/>
                    <a:pt x="2" y="19"/>
                  </a:cubicBezTo>
                  <a:cubicBezTo>
                    <a:pt x="5" y="7"/>
                    <a:pt x="16" y="0"/>
                    <a:pt x="28" y="2"/>
                  </a:cubicBezTo>
                  <a:cubicBezTo>
                    <a:pt x="40" y="5"/>
                    <a:pt x="47" y="16"/>
                    <a:pt x="45" y="2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2" name="Freeform 1162">
              <a:extLst>
                <a:ext uri="{FF2B5EF4-FFF2-40B4-BE49-F238E27FC236}">
                  <a16:creationId xmlns:a16="http://schemas.microsoft.com/office/drawing/2014/main" id="{31C17AB3-518F-4255-880F-04C74E9E7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073"/>
              <a:ext cx="118" cy="128"/>
            </a:xfrm>
            <a:custGeom>
              <a:avLst/>
              <a:gdLst>
                <a:gd name="T0" fmla="*/ 4810 w 47"/>
                <a:gd name="T1" fmla="*/ 16179 h 48"/>
                <a:gd name="T2" fmla="*/ 522 w 47"/>
                <a:gd name="T3" fmla="*/ 6883 h 48"/>
                <a:gd name="T4" fmla="*/ 6997 w 47"/>
                <a:gd name="T5" fmla="*/ 1059 h 48"/>
                <a:gd name="T6" fmla="*/ 11283 w 47"/>
                <a:gd name="T7" fmla="*/ 10104 h 48"/>
                <a:gd name="T8" fmla="*/ 4810 w 47"/>
                <a:gd name="T9" fmla="*/ 1617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19" y="45"/>
                  </a:moveTo>
                  <a:cubicBezTo>
                    <a:pt x="7" y="43"/>
                    <a:pt x="0" y="31"/>
                    <a:pt x="2" y="19"/>
                  </a:cubicBezTo>
                  <a:cubicBezTo>
                    <a:pt x="5" y="8"/>
                    <a:pt x="16" y="0"/>
                    <a:pt x="28" y="3"/>
                  </a:cubicBezTo>
                  <a:cubicBezTo>
                    <a:pt x="40" y="5"/>
                    <a:pt x="47" y="17"/>
                    <a:pt x="45" y="28"/>
                  </a:cubicBezTo>
                  <a:cubicBezTo>
                    <a:pt x="42" y="40"/>
                    <a:pt x="31" y="48"/>
                    <a:pt x="19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3" name="Freeform 1163">
              <a:extLst>
                <a:ext uri="{FF2B5EF4-FFF2-40B4-BE49-F238E27FC236}">
                  <a16:creationId xmlns:a16="http://schemas.microsoft.com/office/drawing/2014/main" id="{754A30D1-AA8D-4000-BC23-6FB218B29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313"/>
              <a:ext cx="118" cy="126"/>
            </a:xfrm>
            <a:custGeom>
              <a:avLst/>
              <a:gdLst>
                <a:gd name="T0" fmla="*/ 522 w 47"/>
                <a:gd name="T1" fmla="*/ 10386 h 47"/>
                <a:gd name="T2" fmla="*/ 4999 w 47"/>
                <a:gd name="T3" fmla="*/ 676 h 47"/>
                <a:gd name="T4" fmla="*/ 11283 w 47"/>
                <a:gd name="T5" fmla="*/ 7496 h 47"/>
                <a:gd name="T6" fmla="*/ 6997 w 47"/>
                <a:gd name="T7" fmla="*/ 16745 h 47"/>
                <a:gd name="T8" fmla="*/ 522 w 47"/>
                <a:gd name="T9" fmla="*/ 1038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2" y="28"/>
                  </a:moveTo>
                  <a:cubicBezTo>
                    <a:pt x="0" y="16"/>
                    <a:pt x="8" y="5"/>
                    <a:pt x="20" y="2"/>
                  </a:cubicBezTo>
                  <a:cubicBezTo>
                    <a:pt x="31" y="0"/>
                    <a:pt x="43" y="8"/>
                    <a:pt x="45" y="20"/>
                  </a:cubicBezTo>
                  <a:cubicBezTo>
                    <a:pt x="47" y="32"/>
                    <a:pt x="39" y="43"/>
                    <a:pt x="28" y="45"/>
                  </a:cubicBezTo>
                  <a:cubicBezTo>
                    <a:pt x="16" y="47"/>
                    <a:pt x="4" y="40"/>
                    <a:pt x="2" y="2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4" name="Freeform 1164">
              <a:extLst>
                <a:ext uri="{FF2B5EF4-FFF2-40B4-BE49-F238E27FC236}">
                  <a16:creationId xmlns:a16="http://schemas.microsoft.com/office/drawing/2014/main" id="{04B3E6B7-EF26-4AE5-9B16-DEBCBC639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92"/>
              <a:ext cx="117" cy="125"/>
            </a:xfrm>
            <a:custGeom>
              <a:avLst/>
              <a:gdLst>
                <a:gd name="T0" fmla="*/ 4765 w 47"/>
                <a:gd name="T1" fmla="*/ 1053 h 47"/>
                <a:gd name="T2" fmla="*/ 10722 w 47"/>
                <a:gd name="T3" fmla="*/ 7053 h 47"/>
                <a:gd name="T4" fmla="*/ 6681 w 47"/>
                <a:gd name="T5" fmla="*/ 15949 h 47"/>
                <a:gd name="T6" fmla="*/ 466 w 47"/>
                <a:gd name="T7" fmla="*/ 9859 h 47"/>
                <a:gd name="T8" fmla="*/ 4765 w 47"/>
                <a:gd name="T9" fmla="*/ 105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20" y="3"/>
                  </a:moveTo>
                  <a:cubicBezTo>
                    <a:pt x="31" y="0"/>
                    <a:pt x="43" y="8"/>
                    <a:pt x="45" y="20"/>
                  </a:cubicBezTo>
                  <a:cubicBezTo>
                    <a:pt x="47" y="32"/>
                    <a:pt x="39" y="43"/>
                    <a:pt x="28" y="45"/>
                  </a:cubicBezTo>
                  <a:cubicBezTo>
                    <a:pt x="16" y="47"/>
                    <a:pt x="5" y="40"/>
                    <a:pt x="2" y="28"/>
                  </a:cubicBezTo>
                  <a:cubicBezTo>
                    <a:pt x="0" y="16"/>
                    <a:pt x="8" y="5"/>
                    <a:pt x="20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5" name="Freeform 1165">
              <a:extLst>
                <a:ext uri="{FF2B5EF4-FFF2-40B4-BE49-F238E27FC236}">
                  <a16:creationId xmlns:a16="http://schemas.microsoft.com/office/drawing/2014/main" id="{EF31BF3D-B46A-41F5-AB98-0C77FE374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447"/>
              <a:ext cx="123" cy="130"/>
            </a:xfrm>
            <a:custGeom>
              <a:avLst/>
              <a:gdLst>
                <a:gd name="T0" fmla="*/ 1790 w 49"/>
                <a:gd name="T1" fmla="*/ 4224 h 49"/>
                <a:gd name="T2" fmla="*/ 9250 w 49"/>
                <a:gd name="T3" fmla="*/ 2069 h 49"/>
                <a:gd name="T4" fmla="*/ 10485 w 49"/>
                <a:gd name="T5" fmla="*/ 12889 h 49"/>
                <a:gd name="T6" fmla="*/ 2975 w 49"/>
                <a:gd name="T7" fmla="*/ 14563 h 49"/>
                <a:gd name="T8" fmla="*/ 1790 w 49"/>
                <a:gd name="T9" fmla="*/ 422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7" y="12"/>
                  </a:moveTo>
                  <a:cubicBezTo>
                    <a:pt x="13" y="2"/>
                    <a:pt x="27" y="0"/>
                    <a:pt x="37" y="6"/>
                  </a:cubicBezTo>
                  <a:cubicBezTo>
                    <a:pt x="47" y="13"/>
                    <a:pt x="49" y="27"/>
                    <a:pt x="42" y="37"/>
                  </a:cubicBezTo>
                  <a:cubicBezTo>
                    <a:pt x="36" y="46"/>
                    <a:pt x="22" y="49"/>
                    <a:pt x="12" y="42"/>
                  </a:cubicBezTo>
                  <a:cubicBezTo>
                    <a:pt x="2" y="35"/>
                    <a:pt x="0" y="22"/>
                    <a:pt x="7" y="1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6" name="Freeform 1166">
              <a:extLst>
                <a:ext uri="{FF2B5EF4-FFF2-40B4-BE49-F238E27FC236}">
                  <a16:creationId xmlns:a16="http://schemas.microsoft.com/office/drawing/2014/main" id="{0B9BACF7-176C-4105-9597-D65963563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780"/>
              <a:ext cx="122" cy="131"/>
            </a:xfrm>
            <a:custGeom>
              <a:avLst/>
              <a:gdLst>
                <a:gd name="T0" fmla="*/ 8796 w 49"/>
                <a:gd name="T1" fmla="*/ 2601 h 49"/>
                <a:gd name="T2" fmla="*/ 10029 w 49"/>
                <a:gd name="T3" fmla="*/ 13530 h 49"/>
                <a:gd name="T4" fmla="*/ 2888 w 49"/>
                <a:gd name="T5" fmla="*/ 15268 h 49"/>
                <a:gd name="T6" fmla="*/ 1618 w 49"/>
                <a:gd name="T7" fmla="*/ 4395 h 49"/>
                <a:gd name="T8" fmla="*/ 8796 w 49"/>
                <a:gd name="T9" fmla="*/ 260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37" y="7"/>
                  </a:moveTo>
                  <a:cubicBezTo>
                    <a:pt x="47" y="13"/>
                    <a:pt x="49" y="27"/>
                    <a:pt x="42" y="37"/>
                  </a:cubicBezTo>
                  <a:cubicBezTo>
                    <a:pt x="36" y="47"/>
                    <a:pt x="22" y="49"/>
                    <a:pt x="12" y="42"/>
                  </a:cubicBezTo>
                  <a:cubicBezTo>
                    <a:pt x="2" y="36"/>
                    <a:pt x="0" y="22"/>
                    <a:pt x="7" y="12"/>
                  </a:cubicBezTo>
                  <a:cubicBezTo>
                    <a:pt x="13" y="2"/>
                    <a:pt x="27" y="0"/>
                    <a:pt x="37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7" name="Freeform 1167">
              <a:extLst>
                <a:ext uri="{FF2B5EF4-FFF2-40B4-BE49-F238E27FC236}">
                  <a16:creationId xmlns:a16="http://schemas.microsoft.com/office/drawing/2014/main" id="{A347B642-4FBF-4667-9233-A2E04BA1E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999"/>
              <a:ext cx="63" cy="66"/>
            </a:xfrm>
            <a:custGeom>
              <a:avLst/>
              <a:gdLst>
                <a:gd name="T0" fmla="*/ 5602 w 25"/>
                <a:gd name="T1" fmla="*/ 7820 h 25"/>
                <a:gd name="T2" fmla="*/ 6421 w 25"/>
                <a:gd name="T3" fmla="*/ 7046 h 25"/>
                <a:gd name="T4" fmla="*/ 1011 w 25"/>
                <a:gd name="T5" fmla="*/ 0 h 25"/>
                <a:gd name="T6" fmla="*/ 1011 w 25"/>
                <a:gd name="T7" fmla="*/ 0 h 25"/>
                <a:gd name="T8" fmla="*/ 527 w 25"/>
                <a:gd name="T9" fmla="*/ 628 h 25"/>
                <a:gd name="T10" fmla="*/ 0 w 25"/>
                <a:gd name="T11" fmla="*/ 1011 h 25"/>
                <a:gd name="T12" fmla="*/ 0 w 25"/>
                <a:gd name="T13" fmla="*/ 1011 h 25"/>
                <a:gd name="T14" fmla="*/ 4884 w 25"/>
                <a:gd name="T15" fmla="*/ 8448 h 25"/>
                <a:gd name="T16" fmla="*/ 5602 w 25"/>
                <a:gd name="T17" fmla="*/ 782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5">
                  <a:moveTo>
                    <a:pt x="22" y="23"/>
                  </a:moveTo>
                  <a:cubicBezTo>
                    <a:pt x="23" y="22"/>
                    <a:pt x="24" y="21"/>
                    <a:pt x="25" y="2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0" y="24"/>
                    <a:pt x="21" y="23"/>
                    <a:pt x="22" y="2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8" name="Freeform 1168">
              <a:extLst>
                <a:ext uri="{FF2B5EF4-FFF2-40B4-BE49-F238E27FC236}">
                  <a16:creationId xmlns:a16="http://schemas.microsoft.com/office/drawing/2014/main" id="{79DB25EE-DE57-4A10-81E7-5525316D6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2753"/>
              <a:ext cx="75" cy="54"/>
            </a:xfrm>
            <a:custGeom>
              <a:avLst/>
              <a:gdLst>
                <a:gd name="T0" fmla="*/ 520 w 30"/>
                <a:gd name="T1" fmla="*/ 6599 h 20"/>
                <a:gd name="T2" fmla="*/ 988 w 30"/>
                <a:gd name="T3" fmla="*/ 7757 h 20"/>
                <a:gd name="T4" fmla="*/ 7345 w 30"/>
                <a:gd name="T5" fmla="*/ 1596 h 20"/>
                <a:gd name="T6" fmla="*/ 7345 w 30"/>
                <a:gd name="T7" fmla="*/ 1596 h 20"/>
                <a:gd name="T8" fmla="*/ 6845 w 30"/>
                <a:gd name="T9" fmla="*/ 751 h 20"/>
                <a:gd name="T10" fmla="*/ 6645 w 30"/>
                <a:gd name="T11" fmla="*/ 0 h 20"/>
                <a:gd name="T12" fmla="*/ 6645 w 30"/>
                <a:gd name="T13" fmla="*/ 0 h 20"/>
                <a:gd name="T14" fmla="*/ 0 w 30"/>
                <a:gd name="T15" fmla="*/ 5476 h 20"/>
                <a:gd name="T16" fmla="*/ 520 w 30"/>
                <a:gd name="T17" fmla="*/ 659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0">
                  <a:moveTo>
                    <a:pt x="2" y="17"/>
                  </a:moveTo>
                  <a:cubicBezTo>
                    <a:pt x="3" y="18"/>
                    <a:pt x="3" y="19"/>
                    <a:pt x="4" y="20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9" y="3"/>
                    <a:pt x="29" y="3"/>
                    <a:pt x="28" y="2"/>
                  </a:cubicBezTo>
                  <a:cubicBezTo>
                    <a:pt x="28" y="1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1" y="16"/>
                    <a:pt x="2" y="1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9" name="Freeform 1169">
              <a:extLst>
                <a:ext uri="{FF2B5EF4-FFF2-40B4-BE49-F238E27FC236}">
                  <a16:creationId xmlns:a16="http://schemas.microsoft.com/office/drawing/2014/main" id="{FBF6ABF3-1990-4C20-9E78-1BF861EA7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3145"/>
              <a:ext cx="28" cy="64"/>
            </a:xfrm>
            <a:custGeom>
              <a:avLst/>
              <a:gdLst>
                <a:gd name="T0" fmla="*/ 1601 w 11"/>
                <a:gd name="T1" fmla="*/ 0 h 24"/>
                <a:gd name="T2" fmla="*/ 0 w 11"/>
                <a:gd name="T3" fmla="*/ 8248 h 24"/>
                <a:gd name="T4" fmla="*/ 843 w 11"/>
                <a:gd name="T5" fmla="*/ 8248 h 24"/>
                <a:gd name="T6" fmla="*/ 1932 w 11"/>
                <a:gd name="T7" fmla="*/ 8648 h 24"/>
                <a:gd name="T8" fmla="*/ 2986 w 11"/>
                <a:gd name="T9" fmla="*/ 661 h 24"/>
                <a:gd name="T10" fmla="*/ 1601 w 11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4">
                  <a:moveTo>
                    <a:pt x="6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1" y="23"/>
                    <a:pt x="2" y="23"/>
                    <a:pt x="3" y="23"/>
                  </a:cubicBezTo>
                  <a:cubicBezTo>
                    <a:pt x="4" y="23"/>
                    <a:pt x="5" y="24"/>
                    <a:pt x="7" y="24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2"/>
                    <a:pt x="8" y="1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0" name="Freeform 1170">
              <a:extLst>
                <a:ext uri="{FF2B5EF4-FFF2-40B4-BE49-F238E27FC236}">
                  <a16:creationId xmlns:a16="http://schemas.microsoft.com/office/drawing/2014/main" id="{B8E2FD8D-555B-4374-A634-2C04322A9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140"/>
              <a:ext cx="83" cy="32"/>
            </a:xfrm>
            <a:custGeom>
              <a:avLst/>
              <a:gdLst>
                <a:gd name="T0" fmla="*/ 317 w 33"/>
                <a:gd name="T1" fmla="*/ 1059 h 12"/>
                <a:gd name="T2" fmla="*/ 0 w 33"/>
                <a:gd name="T3" fmla="*/ 2581 h 12"/>
                <a:gd name="T4" fmla="*/ 8054 w 33"/>
                <a:gd name="T5" fmla="*/ 4301 h 12"/>
                <a:gd name="T6" fmla="*/ 8054 w 33"/>
                <a:gd name="T7" fmla="*/ 4301 h 12"/>
                <a:gd name="T8" fmla="*/ 8054 w 33"/>
                <a:gd name="T9" fmla="*/ 3243 h 12"/>
                <a:gd name="T10" fmla="*/ 8370 w 33"/>
                <a:gd name="T11" fmla="*/ 2581 h 12"/>
                <a:gd name="T12" fmla="*/ 8370 w 33"/>
                <a:gd name="T13" fmla="*/ 2581 h 12"/>
                <a:gd name="T14" fmla="*/ 526 w 33"/>
                <a:gd name="T15" fmla="*/ 0 h 12"/>
                <a:gd name="T16" fmla="*/ 317 w 33"/>
                <a:gd name="T17" fmla="*/ 1059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2">
                  <a:moveTo>
                    <a:pt x="1" y="3"/>
                  </a:moveTo>
                  <a:cubicBezTo>
                    <a:pt x="1" y="5"/>
                    <a:pt x="1" y="6"/>
                    <a:pt x="0" y="7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1"/>
                    <a:pt x="32" y="10"/>
                    <a:pt x="32" y="9"/>
                  </a:cubicBezTo>
                  <a:cubicBezTo>
                    <a:pt x="32" y="8"/>
                    <a:pt x="33" y="8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2"/>
                    <a:pt x="1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1" name="Freeform 1171">
              <a:extLst>
                <a:ext uri="{FF2B5EF4-FFF2-40B4-BE49-F238E27FC236}">
                  <a16:creationId xmlns:a16="http://schemas.microsoft.com/office/drawing/2014/main" id="{F869800B-7C01-4C71-85E6-493150E56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431"/>
              <a:ext cx="25" cy="45"/>
            </a:xfrm>
            <a:custGeom>
              <a:avLst/>
              <a:gdLst>
                <a:gd name="T0" fmla="*/ 2470 w 10"/>
                <a:gd name="T1" fmla="*/ 5212 h 17"/>
                <a:gd name="T2" fmla="*/ 1770 w 10"/>
                <a:gd name="T3" fmla="*/ 0 h 17"/>
                <a:gd name="T4" fmla="*/ 988 w 10"/>
                <a:gd name="T5" fmla="*/ 392 h 17"/>
                <a:gd name="T6" fmla="*/ 0 w 10"/>
                <a:gd name="T7" fmla="*/ 630 h 17"/>
                <a:gd name="T8" fmla="*/ 988 w 10"/>
                <a:gd name="T9" fmla="*/ 5845 h 17"/>
                <a:gd name="T10" fmla="*/ 2470 w 10"/>
                <a:gd name="T11" fmla="*/ 521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7">
                  <a:moveTo>
                    <a:pt x="10" y="15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6" y="16"/>
                    <a:pt x="8" y="15"/>
                    <a:pt x="10" y="1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2" name="Freeform 1172">
              <a:extLst>
                <a:ext uri="{FF2B5EF4-FFF2-40B4-BE49-F238E27FC236}">
                  <a16:creationId xmlns:a16="http://schemas.microsoft.com/office/drawing/2014/main" id="{793ED53B-4CEE-425F-AAF4-7397DC571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56"/>
              <a:ext cx="80" cy="29"/>
            </a:xfrm>
            <a:custGeom>
              <a:avLst/>
              <a:gdLst>
                <a:gd name="T0" fmla="*/ 7625 w 32"/>
                <a:gd name="T1" fmla="*/ 1389 h 11"/>
                <a:gd name="T2" fmla="*/ 7625 w 32"/>
                <a:gd name="T3" fmla="*/ 0 h 11"/>
                <a:gd name="T4" fmla="*/ 0 w 32"/>
                <a:gd name="T5" fmla="*/ 2035 h 11"/>
                <a:gd name="T6" fmla="*/ 0 w 32"/>
                <a:gd name="T7" fmla="*/ 2035 h 11"/>
                <a:gd name="T8" fmla="*/ 0 w 32"/>
                <a:gd name="T9" fmla="*/ 3045 h 11"/>
                <a:gd name="T10" fmla="*/ 0 w 32"/>
                <a:gd name="T11" fmla="*/ 3662 h 11"/>
                <a:gd name="T12" fmla="*/ 0 w 32"/>
                <a:gd name="T13" fmla="*/ 3662 h 11"/>
                <a:gd name="T14" fmla="*/ 7813 w 32"/>
                <a:gd name="T15" fmla="*/ 2273 h 11"/>
                <a:gd name="T16" fmla="*/ 7625 w 32"/>
                <a:gd name="T17" fmla="*/ 1389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1">
                  <a:moveTo>
                    <a:pt x="31" y="4"/>
                  </a:moveTo>
                  <a:cubicBezTo>
                    <a:pt x="31" y="3"/>
                    <a:pt x="31" y="2"/>
                    <a:pt x="3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1" y="5"/>
                    <a:pt x="31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3" name="Freeform 1173">
              <a:extLst>
                <a:ext uri="{FF2B5EF4-FFF2-40B4-BE49-F238E27FC236}">
                  <a16:creationId xmlns:a16="http://schemas.microsoft.com/office/drawing/2014/main" id="{4176E86C-87B1-40C7-9127-CF9587524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553"/>
              <a:ext cx="58" cy="70"/>
            </a:xfrm>
            <a:custGeom>
              <a:avLst/>
              <a:gdLst>
                <a:gd name="T0" fmla="*/ 5099 w 23"/>
                <a:gd name="T1" fmla="*/ 681 h 26"/>
                <a:gd name="T2" fmla="*/ 4363 w 23"/>
                <a:gd name="T3" fmla="*/ 0 h 26"/>
                <a:gd name="T4" fmla="*/ 0 w 23"/>
                <a:gd name="T5" fmla="*/ 8785 h 26"/>
                <a:gd name="T6" fmla="*/ 0 w 23"/>
                <a:gd name="T7" fmla="*/ 8785 h 26"/>
                <a:gd name="T8" fmla="*/ 527 w 23"/>
                <a:gd name="T9" fmla="*/ 9466 h 26"/>
                <a:gd name="T10" fmla="*/ 1011 w 23"/>
                <a:gd name="T11" fmla="*/ 9873 h 26"/>
                <a:gd name="T12" fmla="*/ 1011 w 23"/>
                <a:gd name="T13" fmla="*/ 9873 h 26"/>
                <a:gd name="T14" fmla="*/ 5901 w 23"/>
                <a:gd name="T15" fmla="*/ 1580 h 26"/>
                <a:gd name="T16" fmla="*/ 5099 w 23"/>
                <a:gd name="T17" fmla="*/ 681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6">
                  <a:moveTo>
                    <a:pt x="20" y="2"/>
                  </a:moveTo>
                  <a:cubicBezTo>
                    <a:pt x="19" y="2"/>
                    <a:pt x="18" y="1"/>
                    <a:pt x="17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24"/>
                    <a:pt x="2" y="24"/>
                    <a:pt x="2" y="25"/>
                  </a:cubicBezTo>
                  <a:cubicBezTo>
                    <a:pt x="3" y="25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4"/>
                    <a:pt x="21" y="3"/>
                    <a:pt x="20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4" name="Freeform 1174">
              <a:extLst>
                <a:ext uri="{FF2B5EF4-FFF2-40B4-BE49-F238E27FC236}">
                  <a16:creationId xmlns:a16="http://schemas.microsoft.com/office/drawing/2014/main" id="{F985F2F1-A00B-40F7-86B8-894B0A828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767"/>
              <a:ext cx="75" cy="53"/>
            </a:xfrm>
            <a:custGeom>
              <a:avLst/>
              <a:gdLst>
                <a:gd name="T0" fmla="*/ 6645 w 30"/>
                <a:gd name="T1" fmla="*/ 5864 h 20"/>
                <a:gd name="T2" fmla="*/ 7345 w 30"/>
                <a:gd name="T3" fmla="*/ 4839 h 20"/>
                <a:gd name="T4" fmla="*/ 783 w 30"/>
                <a:gd name="T5" fmla="*/ 0 h 20"/>
                <a:gd name="T6" fmla="*/ 783 w 30"/>
                <a:gd name="T7" fmla="*/ 0 h 20"/>
                <a:gd name="T8" fmla="*/ 313 w 30"/>
                <a:gd name="T9" fmla="*/ 633 h 20"/>
                <a:gd name="T10" fmla="*/ 0 w 30"/>
                <a:gd name="T11" fmla="*/ 1434 h 20"/>
                <a:gd name="T12" fmla="*/ 0 w 30"/>
                <a:gd name="T13" fmla="*/ 1434 h 20"/>
                <a:gd name="T14" fmla="*/ 6375 w 30"/>
                <a:gd name="T15" fmla="*/ 6903 h 20"/>
                <a:gd name="T16" fmla="*/ 6645 w 30"/>
                <a:gd name="T17" fmla="*/ 586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0">
                  <a:moveTo>
                    <a:pt x="27" y="17"/>
                  </a:moveTo>
                  <a:cubicBezTo>
                    <a:pt x="28" y="16"/>
                    <a:pt x="29" y="15"/>
                    <a:pt x="30" y="14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1"/>
                    <a:pt x="1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19"/>
                    <a:pt x="27" y="18"/>
                    <a:pt x="27" y="1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5" name="Freeform 1175">
              <a:extLst>
                <a:ext uri="{FF2B5EF4-FFF2-40B4-BE49-F238E27FC236}">
                  <a16:creationId xmlns:a16="http://schemas.microsoft.com/office/drawing/2014/main" id="{AED75387-15FA-4925-9EB4-0848562AD0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7" y="1545"/>
              <a:ext cx="740" cy="1536"/>
            </a:xfrm>
            <a:custGeom>
              <a:avLst/>
              <a:gdLst>
                <a:gd name="T0" fmla="*/ 63988 w 296"/>
                <a:gd name="T1" fmla="*/ 114744 h 576"/>
                <a:gd name="T2" fmla="*/ 63283 w 296"/>
                <a:gd name="T3" fmla="*/ 36259 h 576"/>
                <a:gd name="T4" fmla="*/ 51563 w 296"/>
                <a:gd name="T5" fmla="*/ 11469 h 576"/>
                <a:gd name="T6" fmla="*/ 25208 w 296"/>
                <a:gd name="T7" fmla="*/ 12288 h 576"/>
                <a:gd name="T8" fmla="*/ 15158 w 296"/>
                <a:gd name="T9" fmla="*/ 19819 h 576"/>
                <a:gd name="T10" fmla="*/ 9770 w 296"/>
                <a:gd name="T11" fmla="*/ 50723 h 576"/>
                <a:gd name="T12" fmla="*/ 4688 w 296"/>
                <a:gd name="T13" fmla="*/ 92387 h 576"/>
                <a:gd name="T14" fmla="*/ 9113 w 296"/>
                <a:gd name="T15" fmla="*/ 134861 h 576"/>
                <a:gd name="T16" fmla="*/ 21488 w 296"/>
                <a:gd name="T17" fmla="*/ 180829 h 576"/>
                <a:gd name="T18" fmla="*/ 39583 w 296"/>
                <a:gd name="T19" fmla="*/ 195640 h 576"/>
                <a:gd name="T20" fmla="*/ 62033 w 296"/>
                <a:gd name="T21" fmla="*/ 173304 h 576"/>
                <a:gd name="T22" fmla="*/ 67895 w 296"/>
                <a:gd name="T23" fmla="*/ 122973 h 576"/>
                <a:gd name="T24" fmla="*/ 56175 w 296"/>
                <a:gd name="T25" fmla="*/ 88840 h 576"/>
                <a:gd name="T26" fmla="*/ 47863 w 296"/>
                <a:gd name="T27" fmla="*/ 173704 h 576"/>
                <a:gd name="T28" fmla="*/ 46408 w 296"/>
                <a:gd name="T29" fmla="*/ 134165 h 576"/>
                <a:gd name="T30" fmla="*/ 51095 w 296"/>
                <a:gd name="T31" fmla="*/ 116907 h 576"/>
                <a:gd name="T32" fmla="*/ 24425 w 296"/>
                <a:gd name="T33" fmla="*/ 156011 h 576"/>
                <a:gd name="T34" fmla="*/ 15158 w 296"/>
                <a:gd name="T35" fmla="*/ 143053 h 576"/>
                <a:gd name="T36" fmla="*/ 21800 w 296"/>
                <a:gd name="T37" fmla="*/ 77005 h 576"/>
                <a:gd name="T38" fmla="*/ 23438 w 296"/>
                <a:gd name="T39" fmla="*/ 84557 h 576"/>
                <a:gd name="T40" fmla="*/ 27863 w 296"/>
                <a:gd name="T41" fmla="*/ 77277 h 576"/>
                <a:gd name="T42" fmla="*/ 46220 w 296"/>
                <a:gd name="T43" fmla="*/ 56491 h 576"/>
                <a:gd name="T44" fmla="*/ 20520 w 296"/>
                <a:gd name="T45" fmla="*/ 130923 h 576"/>
                <a:gd name="T46" fmla="*/ 27158 w 296"/>
                <a:gd name="T47" fmla="*/ 114744 h 576"/>
                <a:gd name="T48" fmla="*/ 34970 w 296"/>
                <a:gd name="T49" fmla="*/ 48947 h 576"/>
                <a:gd name="T50" fmla="*/ 50125 w 296"/>
                <a:gd name="T51" fmla="*/ 88043 h 576"/>
                <a:gd name="T52" fmla="*/ 42313 w 296"/>
                <a:gd name="T53" fmla="*/ 97485 h 576"/>
                <a:gd name="T54" fmla="*/ 35938 w 296"/>
                <a:gd name="T55" fmla="*/ 118691 h 576"/>
                <a:gd name="T56" fmla="*/ 37425 w 296"/>
                <a:gd name="T57" fmla="*/ 105037 h 576"/>
                <a:gd name="T58" fmla="*/ 40550 w 296"/>
                <a:gd name="T59" fmla="*/ 87381 h 576"/>
                <a:gd name="T60" fmla="*/ 37895 w 296"/>
                <a:gd name="T61" fmla="*/ 99669 h 576"/>
                <a:gd name="T62" fmla="*/ 24220 w 296"/>
                <a:gd name="T63" fmla="*/ 87779 h 576"/>
                <a:gd name="T64" fmla="*/ 29300 w 296"/>
                <a:gd name="T65" fmla="*/ 132040 h 576"/>
                <a:gd name="T66" fmla="*/ 40833 w 296"/>
                <a:gd name="T67" fmla="*/ 115848 h 576"/>
                <a:gd name="T68" fmla="*/ 44270 w 296"/>
                <a:gd name="T69" fmla="*/ 76608 h 576"/>
                <a:gd name="T70" fmla="*/ 53050 w 296"/>
                <a:gd name="T71" fmla="*/ 96029 h 576"/>
                <a:gd name="T72" fmla="*/ 39845 w 296"/>
                <a:gd name="T73" fmla="*/ 44237 h 576"/>
                <a:gd name="T74" fmla="*/ 37113 w 296"/>
                <a:gd name="T75" fmla="*/ 58915 h 576"/>
                <a:gd name="T76" fmla="*/ 32238 w 296"/>
                <a:gd name="T77" fmla="*/ 59315 h 576"/>
                <a:gd name="T78" fmla="*/ 27863 w 296"/>
                <a:gd name="T79" fmla="*/ 61077 h 576"/>
                <a:gd name="T80" fmla="*/ 22470 w 296"/>
                <a:gd name="T81" fmla="*/ 142813 h 576"/>
                <a:gd name="T82" fmla="*/ 37895 w 296"/>
                <a:gd name="T83" fmla="*/ 147093 h 576"/>
                <a:gd name="T84" fmla="*/ 57158 w 296"/>
                <a:gd name="T85" fmla="*/ 110685 h 576"/>
                <a:gd name="T86" fmla="*/ 63488 w 296"/>
                <a:gd name="T87" fmla="*/ 61496 h 576"/>
                <a:gd name="T88" fmla="*/ 49145 w 296"/>
                <a:gd name="T89" fmla="*/ 38173 h 576"/>
                <a:gd name="T90" fmla="*/ 39583 w 296"/>
                <a:gd name="T91" fmla="*/ 31709 h 576"/>
                <a:gd name="T92" fmla="*/ 38408 w 296"/>
                <a:gd name="T93" fmla="*/ 28728 h 576"/>
                <a:gd name="T94" fmla="*/ 20050 w 296"/>
                <a:gd name="T95" fmla="*/ 44907 h 576"/>
                <a:gd name="T96" fmla="*/ 15158 w 296"/>
                <a:gd name="T97" fmla="*/ 57856 h 576"/>
                <a:gd name="T98" fmla="*/ 9300 w 296"/>
                <a:gd name="T99" fmla="*/ 66901 h 576"/>
                <a:gd name="T100" fmla="*/ 9113 w 296"/>
                <a:gd name="T101" fmla="*/ 77277 h 576"/>
                <a:gd name="T102" fmla="*/ 7625 w 296"/>
                <a:gd name="T103" fmla="*/ 107200 h 576"/>
                <a:gd name="T104" fmla="*/ 17583 w 296"/>
                <a:gd name="T105" fmla="*/ 112205 h 576"/>
                <a:gd name="T106" fmla="*/ 13675 w 296"/>
                <a:gd name="T107" fmla="*/ 139811 h 576"/>
                <a:gd name="T108" fmla="*/ 11533 w 296"/>
                <a:gd name="T109" fmla="*/ 147400 h 576"/>
                <a:gd name="T110" fmla="*/ 26175 w 296"/>
                <a:gd name="T111" fmla="*/ 192000 h 576"/>
                <a:gd name="T112" fmla="*/ 32550 w 296"/>
                <a:gd name="T113" fmla="*/ 168696 h 576"/>
                <a:gd name="T114" fmla="*/ 38095 w 296"/>
                <a:gd name="T115" fmla="*/ 170872 h 576"/>
                <a:gd name="T116" fmla="*/ 41800 w 296"/>
                <a:gd name="T117" fmla="*/ 153579 h 576"/>
                <a:gd name="T118" fmla="*/ 46220 w 296"/>
                <a:gd name="T119" fmla="*/ 180587 h 576"/>
                <a:gd name="T120" fmla="*/ 60550 w 296"/>
                <a:gd name="T121" fmla="*/ 163293 h 576"/>
                <a:gd name="T122" fmla="*/ 54500 w 296"/>
                <a:gd name="T123" fmla="*/ 185933 h 576"/>
                <a:gd name="T124" fmla="*/ 54220 w 296"/>
                <a:gd name="T125" fmla="*/ 144179 h 5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96" h="576">
                  <a:moveTo>
                    <a:pt x="279" y="361"/>
                  </a:moveTo>
                  <a:cubicBezTo>
                    <a:pt x="274" y="375"/>
                    <a:pt x="278" y="387"/>
                    <a:pt x="284" y="397"/>
                  </a:cubicBezTo>
                  <a:cubicBezTo>
                    <a:pt x="285" y="392"/>
                    <a:pt x="287" y="387"/>
                    <a:pt x="287" y="381"/>
                  </a:cubicBezTo>
                  <a:cubicBezTo>
                    <a:pt x="286" y="376"/>
                    <a:pt x="286" y="371"/>
                    <a:pt x="288" y="364"/>
                  </a:cubicBezTo>
                  <a:cubicBezTo>
                    <a:pt x="289" y="362"/>
                    <a:pt x="290" y="360"/>
                    <a:pt x="291" y="358"/>
                  </a:cubicBezTo>
                  <a:cubicBezTo>
                    <a:pt x="292" y="353"/>
                    <a:pt x="292" y="348"/>
                    <a:pt x="293" y="343"/>
                  </a:cubicBezTo>
                  <a:cubicBezTo>
                    <a:pt x="287" y="347"/>
                    <a:pt x="282" y="353"/>
                    <a:pt x="279" y="361"/>
                  </a:cubicBezTo>
                  <a:close/>
                  <a:moveTo>
                    <a:pt x="282" y="317"/>
                  </a:moveTo>
                  <a:cubicBezTo>
                    <a:pt x="279" y="320"/>
                    <a:pt x="277" y="324"/>
                    <a:pt x="275" y="328"/>
                  </a:cubicBezTo>
                  <a:cubicBezTo>
                    <a:pt x="274" y="331"/>
                    <a:pt x="273" y="333"/>
                    <a:pt x="271" y="335"/>
                  </a:cubicBezTo>
                  <a:cubicBezTo>
                    <a:pt x="269" y="337"/>
                    <a:pt x="268" y="337"/>
                    <a:pt x="262" y="335"/>
                  </a:cubicBezTo>
                  <a:cubicBezTo>
                    <a:pt x="260" y="334"/>
                    <a:pt x="260" y="334"/>
                    <a:pt x="260" y="334"/>
                  </a:cubicBezTo>
                  <a:cubicBezTo>
                    <a:pt x="257" y="333"/>
                    <a:pt x="257" y="333"/>
                    <a:pt x="257" y="333"/>
                  </a:cubicBezTo>
                  <a:cubicBezTo>
                    <a:pt x="262" y="332"/>
                    <a:pt x="267" y="329"/>
                    <a:pt x="271" y="324"/>
                  </a:cubicBezTo>
                  <a:cubicBezTo>
                    <a:pt x="275" y="319"/>
                    <a:pt x="279" y="312"/>
                    <a:pt x="282" y="305"/>
                  </a:cubicBezTo>
                  <a:cubicBezTo>
                    <a:pt x="286" y="296"/>
                    <a:pt x="291" y="287"/>
                    <a:pt x="296" y="282"/>
                  </a:cubicBezTo>
                  <a:cubicBezTo>
                    <a:pt x="296" y="278"/>
                    <a:pt x="296" y="274"/>
                    <a:pt x="295" y="270"/>
                  </a:cubicBezTo>
                  <a:cubicBezTo>
                    <a:pt x="286" y="276"/>
                    <a:pt x="279" y="289"/>
                    <a:pt x="273" y="301"/>
                  </a:cubicBezTo>
                  <a:cubicBezTo>
                    <a:pt x="270" y="307"/>
                    <a:pt x="267" y="313"/>
                    <a:pt x="264" y="318"/>
                  </a:cubicBezTo>
                  <a:cubicBezTo>
                    <a:pt x="263" y="318"/>
                    <a:pt x="263" y="319"/>
                    <a:pt x="262" y="319"/>
                  </a:cubicBezTo>
                  <a:cubicBezTo>
                    <a:pt x="265" y="316"/>
                    <a:pt x="267" y="311"/>
                    <a:pt x="269" y="306"/>
                  </a:cubicBezTo>
                  <a:cubicBezTo>
                    <a:pt x="270" y="302"/>
                    <a:pt x="270" y="299"/>
                    <a:pt x="270" y="295"/>
                  </a:cubicBezTo>
                  <a:cubicBezTo>
                    <a:pt x="270" y="295"/>
                    <a:pt x="270" y="295"/>
                    <a:pt x="270" y="295"/>
                  </a:cubicBezTo>
                  <a:cubicBezTo>
                    <a:pt x="280" y="278"/>
                    <a:pt x="287" y="261"/>
                    <a:pt x="288" y="248"/>
                  </a:cubicBezTo>
                  <a:cubicBezTo>
                    <a:pt x="288" y="248"/>
                    <a:pt x="288" y="247"/>
                    <a:pt x="288" y="246"/>
                  </a:cubicBezTo>
                  <a:cubicBezTo>
                    <a:pt x="288" y="236"/>
                    <a:pt x="285" y="229"/>
                    <a:pt x="280" y="225"/>
                  </a:cubicBezTo>
                  <a:cubicBezTo>
                    <a:pt x="276" y="222"/>
                    <a:pt x="271" y="221"/>
                    <a:pt x="266" y="220"/>
                  </a:cubicBezTo>
                  <a:cubicBezTo>
                    <a:pt x="264" y="214"/>
                    <a:pt x="260" y="208"/>
                    <a:pt x="254" y="204"/>
                  </a:cubicBezTo>
                  <a:cubicBezTo>
                    <a:pt x="263" y="195"/>
                    <a:pt x="270" y="184"/>
                    <a:pt x="270" y="171"/>
                  </a:cubicBezTo>
                  <a:cubicBezTo>
                    <a:pt x="270" y="165"/>
                    <a:pt x="268" y="158"/>
                    <a:pt x="264" y="150"/>
                  </a:cubicBezTo>
                  <a:cubicBezTo>
                    <a:pt x="261" y="143"/>
                    <a:pt x="257" y="138"/>
                    <a:pt x="252" y="135"/>
                  </a:cubicBezTo>
                  <a:cubicBezTo>
                    <a:pt x="253" y="132"/>
                    <a:pt x="254" y="129"/>
                    <a:pt x="255" y="126"/>
                  </a:cubicBezTo>
                  <a:cubicBezTo>
                    <a:pt x="255" y="126"/>
                    <a:pt x="256" y="127"/>
                    <a:pt x="256" y="128"/>
                  </a:cubicBezTo>
                  <a:cubicBezTo>
                    <a:pt x="258" y="135"/>
                    <a:pt x="261" y="143"/>
                    <a:pt x="268" y="149"/>
                  </a:cubicBezTo>
                  <a:cubicBezTo>
                    <a:pt x="271" y="151"/>
                    <a:pt x="274" y="152"/>
                    <a:pt x="277" y="152"/>
                  </a:cubicBezTo>
                  <a:cubicBezTo>
                    <a:pt x="276" y="148"/>
                    <a:pt x="275" y="145"/>
                    <a:pt x="274" y="141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69" y="137"/>
                    <a:pt x="267" y="131"/>
                    <a:pt x="265" y="125"/>
                  </a:cubicBezTo>
                  <a:cubicBezTo>
                    <a:pt x="263" y="120"/>
                    <a:pt x="262" y="115"/>
                    <a:pt x="258" y="110"/>
                  </a:cubicBezTo>
                  <a:cubicBezTo>
                    <a:pt x="258" y="107"/>
                    <a:pt x="259" y="104"/>
                    <a:pt x="259" y="101"/>
                  </a:cubicBezTo>
                  <a:cubicBezTo>
                    <a:pt x="258" y="98"/>
                    <a:pt x="256" y="96"/>
                    <a:pt x="255" y="93"/>
                  </a:cubicBezTo>
                  <a:cubicBezTo>
                    <a:pt x="255" y="93"/>
                    <a:pt x="255" y="93"/>
                    <a:pt x="255" y="93"/>
                  </a:cubicBezTo>
                  <a:cubicBezTo>
                    <a:pt x="255" y="93"/>
                    <a:pt x="255" y="92"/>
                    <a:pt x="254" y="92"/>
                  </a:cubicBezTo>
                  <a:cubicBezTo>
                    <a:pt x="254" y="91"/>
                    <a:pt x="254" y="91"/>
                    <a:pt x="253" y="90"/>
                  </a:cubicBezTo>
                  <a:cubicBezTo>
                    <a:pt x="253" y="88"/>
                    <a:pt x="252" y="86"/>
                    <a:pt x="251" y="84"/>
                  </a:cubicBezTo>
                  <a:cubicBezTo>
                    <a:pt x="251" y="84"/>
                    <a:pt x="251" y="84"/>
                    <a:pt x="251" y="84"/>
                  </a:cubicBezTo>
                  <a:cubicBezTo>
                    <a:pt x="250" y="84"/>
                    <a:pt x="250" y="83"/>
                    <a:pt x="249" y="82"/>
                  </a:cubicBezTo>
                  <a:cubicBezTo>
                    <a:pt x="249" y="83"/>
                    <a:pt x="249" y="84"/>
                    <a:pt x="249" y="85"/>
                  </a:cubicBezTo>
                  <a:cubicBezTo>
                    <a:pt x="246" y="88"/>
                    <a:pt x="243" y="91"/>
                    <a:pt x="240" y="95"/>
                  </a:cubicBezTo>
                  <a:cubicBezTo>
                    <a:pt x="238" y="97"/>
                    <a:pt x="237" y="99"/>
                    <a:pt x="235" y="100"/>
                  </a:cubicBezTo>
                  <a:cubicBezTo>
                    <a:pt x="233" y="100"/>
                    <a:pt x="231" y="100"/>
                    <a:pt x="230" y="100"/>
                  </a:cubicBezTo>
                  <a:cubicBezTo>
                    <a:pt x="221" y="99"/>
                    <a:pt x="213" y="97"/>
                    <a:pt x="207" y="94"/>
                  </a:cubicBezTo>
                  <a:cubicBezTo>
                    <a:pt x="199" y="90"/>
                    <a:pt x="200" y="81"/>
                    <a:pt x="201" y="69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6"/>
                    <a:pt x="202" y="65"/>
                    <a:pt x="202" y="64"/>
                  </a:cubicBezTo>
                  <a:cubicBezTo>
                    <a:pt x="209" y="79"/>
                    <a:pt x="229" y="75"/>
                    <a:pt x="243" y="71"/>
                  </a:cubicBezTo>
                  <a:cubicBezTo>
                    <a:pt x="242" y="68"/>
                    <a:pt x="240" y="66"/>
                    <a:pt x="238" y="63"/>
                  </a:cubicBezTo>
                  <a:cubicBezTo>
                    <a:pt x="225" y="66"/>
                    <a:pt x="214" y="67"/>
                    <a:pt x="211" y="60"/>
                  </a:cubicBezTo>
                  <a:cubicBezTo>
                    <a:pt x="208" y="54"/>
                    <a:pt x="208" y="48"/>
                    <a:pt x="208" y="41"/>
                  </a:cubicBezTo>
                  <a:cubicBezTo>
                    <a:pt x="209" y="38"/>
                    <a:pt x="210" y="35"/>
                    <a:pt x="211" y="32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09" y="28"/>
                    <a:pt x="207" y="25"/>
                    <a:pt x="204" y="23"/>
                  </a:cubicBezTo>
                  <a:cubicBezTo>
                    <a:pt x="204" y="23"/>
                    <a:pt x="204" y="23"/>
                    <a:pt x="204" y="23"/>
                  </a:cubicBezTo>
                  <a:cubicBezTo>
                    <a:pt x="203" y="22"/>
                    <a:pt x="202" y="21"/>
                    <a:pt x="200" y="20"/>
                  </a:cubicBezTo>
                  <a:cubicBezTo>
                    <a:pt x="200" y="26"/>
                    <a:pt x="199" y="33"/>
                    <a:pt x="198" y="39"/>
                  </a:cubicBezTo>
                  <a:cubicBezTo>
                    <a:pt x="196" y="48"/>
                    <a:pt x="193" y="56"/>
                    <a:pt x="192" y="65"/>
                  </a:cubicBezTo>
                  <a:cubicBezTo>
                    <a:pt x="192" y="68"/>
                    <a:pt x="192" y="68"/>
                    <a:pt x="192" y="68"/>
                  </a:cubicBezTo>
                  <a:cubicBezTo>
                    <a:pt x="191" y="73"/>
                    <a:pt x="190" y="79"/>
                    <a:pt x="191" y="85"/>
                  </a:cubicBezTo>
                  <a:cubicBezTo>
                    <a:pt x="186" y="81"/>
                    <a:pt x="179" y="79"/>
                    <a:pt x="171" y="79"/>
                  </a:cubicBezTo>
                  <a:cubicBezTo>
                    <a:pt x="174" y="75"/>
                    <a:pt x="177" y="72"/>
                    <a:pt x="180" y="68"/>
                  </a:cubicBezTo>
                  <a:cubicBezTo>
                    <a:pt x="186" y="60"/>
                    <a:pt x="188" y="52"/>
                    <a:pt x="188" y="46"/>
                  </a:cubicBezTo>
                  <a:cubicBezTo>
                    <a:pt x="188" y="38"/>
                    <a:pt x="184" y="33"/>
                    <a:pt x="180" y="29"/>
                  </a:cubicBezTo>
                  <a:cubicBezTo>
                    <a:pt x="177" y="26"/>
                    <a:pt x="173" y="24"/>
                    <a:pt x="168" y="22"/>
                  </a:cubicBezTo>
                  <a:cubicBezTo>
                    <a:pt x="168" y="21"/>
                    <a:pt x="168" y="20"/>
                    <a:pt x="168" y="19"/>
                  </a:cubicBezTo>
                  <a:cubicBezTo>
                    <a:pt x="168" y="13"/>
                    <a:pt x="168" y="7"/>
                    <a:pt x="169" y="3"/>
                  </a:cubicBezTo>
                  <a:cubicBezTo>
                    <a:pt x="166" y="2"/>
                    <a:pt x="163" y="1"/>
                    <a:pt x="160" y="0"/>
                  </a:cubicBezTo>
                  <a:cubicBezTo>
                    <a:pt x="159" y="6"/>
                    <a:pt x="159" y="13"/>
                    <a:pt x="158" y="19"/>
                  </a:cubicBezTo>
                  <a:cubicBezTo>
                    <a:pt x="158" y="19"/>
                    <a:pt x="158" y="20"/>
                    <a:pt x="158" y="20"/>
                  </a:cubicBezTo>
                  <a:cubicBezTo>
                    <a:pt x="141" y="17"/>
                    <a:pt x="119" y="20"/>
                    <a:pt x="106" y="31"/>
                  </a:cubicBezTo>
                  <a:cubicBezTo>
                    <a:pt x="105" y="32"/>
                    <a:pt x="104" y="33"/>
                    <a:pt x="103" y="34"/>
                  </a:cubicBezTo>
                  <a:cubicBezTo>
                    <a:pt x="103" y="32"/>
                    <a:pt x="103" y="29"/>
                    <a:pt x="102" y="27"/>
                  </a:cubicBezTo>
                  <a:cubicBezTo>
                    <a:pt x="102" y="24"/>
                    <a:pt x="101" y="20"/>
                    <a:pt x="100" y="16"/>
                  </a:cubicBezTo>
                  <a:cubicBezTo>
                    <a:pt x="97" y="18"/>
                    <a:pt x="94" y="20"/>
                    <a:pt x="92" y="23"/>
                  </a:cubicBezTo>
                  <a:cubicBezTo>
                    <a:pt x="92" y="25"/>
                    <a:pt x="92" y="27"/>
                    <a:pt x="93" y="29"/>
                  </a:cubicBezTo>
                  <a:cubicBezTo>
                    <a:pt x="94" y="34"/>
                    <a:pt x="95" y="39"/>
                    <a:pt x="96" y="44"/>
                  </a:cubicBezTo>
                  <a:cubicBezTo>
                    <a:pt x="99" y="53"/>
                    <a:pt x="102" y="59"/>
                    <a:pt x="107" y="63"/>
                  </a:cubicBezTo>
                  <a:cubicBezTo>
                    <a:pt x="111" y="67"/>
                    <a:pt x="115" y="71"/>
                    <a:pt x="118" y="74"/>
                  </a:cubicBezTo>
                  <a:cubicBezTo>
                    <a:pt x="120" y="76"/>
                    <a:pt x="120" y="76"/>
                    <a:pt x="120" y="76"/>
                  </a:cubicBezTo>
                  <a:cubicBezTo>
                    <a:pt x="124" y="80"/>
                    <a:pt x="127" y="83"/>
                    <a:pt x="131" y="87"/>
                  </a:cubicBezTo>
                  <a:cubicBezTo>
                    <a:pt x="129" y="88"/>
                    <a:pt x="126" y="89"/>
                    <a:pt x="123" y="90"/>
                  </a:cubicBezTo>
                  <a:cubicBezTo>
                    <a:pt x="123" y="90"/>
                    <a:pt x="122" y="90"/>
                    <a:pt x="122" y="90"/>
                  </a:cubicBezTo>
                  <a:cubicBezTo>
                    <a:pt x="118" y="89"/>
                    <a:pt x="114" y="89"/>
                    <a:pt x="111" y="90"/>
                  </a:cubicBezTo>
                  <a:cubicBezTo>
                    <a:pt x="108" y="90"/>
                    <a:pt x="106" y="89"/>
                    <a:pt x="103" y="89"/>
                  </a:cubicBezTo>
                  <a:cubicBezTo>
                    <a:pt x="104" y="88"/>
                    <a:pt x="104" y="87"/>
                    <a:pt x="105" y="86"/>
                  </a:cubicBezTo>
                  <a:cubicBezTo>
                    <a:pt x="106" y="83"/>
                    <a:pt x="107" y="79"/>
                    <a:pt x="107" y="76"/>
                  </a:cubicBezTo>
                  <a:cubicBezTo>
                    <a:pt x="107" y="75"/>
                    <a:pt x="107" y="74"/>
                    <a:pt x="106" y="73"/>
                  </a:cubicBezTo>
                  <a:cubicBezTo>
                    <a:pt x="103" y="64"/>
                    <a:pt x="94" y="61"/>
                    <a:pt x="86" y="58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3" y="55"/>
                    <a:pt x="70" y="54"/>
                    <a:pt x="66" y="50"/>
                  </a:cubicBezTo>
                  <a:cubicBezTo>
                    <a:pt x="65" y="52"/>
                    <a:pt x="64" y="54"/>
                    <a:pt x="62" y="55"/>
                  </a:cubicBezTo>
                  <a:cubicBezTo>
                    <a:pt x="67" y="60"/>
                    <a:pt x="71" y="62"/>
                    <a:pt x="77" y="63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91" y="67"/>
                    <a:pt x="98" y="69"/>
                    <a:pt x="100" y="75"/>
                  </a:cubicBezTo>
                  <a:cubicBezTo>
                    <a:pt x="100" y="76"/>
                    <a:pt x="100" y="76"/>
                    <a:pt x="100" y="76"/>
                  </a:cubicBezTo>
                  <a:cubicBezTo>
                    <a:pt x="100" y="78"/>
                    <a:pt x="99" y="81"/>
                    <a:pt x="99" y="84"/>
                  </a:cubicBezTo>
                  <a:cubicBezTo>
                    <a:pt x="98" y="86"/>
                    <a:pt x="97" y="88"/>
                    <a:pt x="97" y="90"/>
                  </a:cubicBezTo>
                  <a:cubicBezTo>
                    <a:pt x="93" y="90"/>
                    <a:pt x="89" y="90"/>
                    <a:pt x="85" y="91"/>
                  </a:cubicBezTo>
                  <a:cubicBezTo>
                    <a:pt x="83" y="80"/>
                    <a:pt x="78" y="70"/>
                    <a:pt x="68" y="63"/>
                  </a:cubicBezTo>
                  <a:cubicBezTo>
                    <a:pt x="66" y="61"/>
                    <a:pt x="63" y="59"/>
                    <a:pt x="61" y="58"/>
                  </a:cubicBezTo>
                  <a:cubicBezTo>
                    <a:pt x="59" y="60"/>
                    <a:pt x="57" y="63"/>
                    <a:pt x="55" y="66"/>
                  </a:cubicBezTo>
                  <a:cubicBezTo>
                    <a:pt x="58" y="67"/>
                    <a:pt x="60" y="68"/>
                    <a:pt x="62" y="70"/>
                  </a:cubicBezTo>
                  <a:cubicBezTo>
                    <a:pt x="70" y="76"/>
                    <a:pt x="74" y="85"/>
                    <a:pt x="76" y="94"/>
                  </a:cubicBezTo>
                  <a:cubicBezTo>
                    <a:pt x="75" y="94"/>
                    <a:pt x="74" y="95"/>
                    <a:pt x="73" y="95"/>
                  </a:cubicBezTo>
                  <a:cubicBezTo>
                    <a:pt x="67" y="99"/>
                    <a:pt x="63" y="105"/>
                    <a:pt x="63" y="112"/>
                  </a:cubicBezTo>
                  <a:cubicBezTo>
                    <a:pt x="63" y="112"/>
                    <a:pt x="63" y="112"/>
                    <a:pt x="63" y="112"/>
                  </a:cubicBezTo>
                  <a:cubicBezTo>
                    <a:pt x="63" y="114"/>
                    <a:pt x="63" y="115"/>
                    <a:pt x="64" y="116"/>
                  </a:cubicBezTo>
                  <a:cubicBezTo>
                    <a:pt x="58" y="122"/>
                    <a:pt x="53" y="128"/>
                    <a:pt x="50" y="134"/>
                  </a:cubicBezTo>
                  <a:cubicBezTo>
                    <a:pt x="49" y="136"/>
                    <a:pt x="48" y="137"/>
                    <a:pt x="48" y="139"/>
                  </a:cubicBezTo>
                  <a:cubicBezTo>
                    <a:pt x="47" y="139"/>
                    <a:pt x="46" y="139"/>
                    <a:pt x="45" y="139"/>
                  </a:cubicBezTo>
                  <a:cubicBezTo>
                    <a:pt x="44" y="139"/>
                    <a:pt x="42" y="140"/>
                    <a:pt x="40" y="141"/>
                  </a:cubicBezTo>
                  <a:cubicBezTo>
                    <a:pt x="37" y="133"/>
                    <a:pt x="33" y="126"/>
                    <a:pt x="29" y="119"/>
                  </a:cubicBezTo>
                  <a:cubicBezTo>
                    <a:pt x="27" y="123"/>
                    <a:pt x="26" y="127"/>
                    <a:pt x="24" y="131"/>
                  </a:cubicBezTo>
                  <a:cubicBezTo>
                    <a:pt x="27" y="136"/>
                    <a:pt x="30" y="141"/>
                    <a:pt x="32" y="146"/>
                  </a:cubicBezTo>
                  <a:cubicBezTo>
                    <a:pt x="30" y="149"/>
                    <a:pt x="27" y="151"/>
                    <a:pt x="26" y="155"/>
                  </a:cubicBezTo>
                  <a:cubicBezTo>
                    <a:pt x="25" y="158"/>
                    <a:pt x="24" y="161"/>
                    <a:pt x="24" y="164"/>
                  </a:cubicBezTo>
                  <a:cubicBezTo>
                    <a:pt x="24" y="168"/>
                    <a:pt x="25" y="171"/>
                    <a:pt x="27" y="174"/>
                  </a:cubicBezTo>
                  <a:cubicBezTo>
                    <a:pt x="28" y="175"/>
                    <a:pt x="29" y="177"/>
                    <a:pt x="30" y="178"/>
                  </a:cubicBezTo>
                  <a:cubicBezTo>
                    <a:pt x="25" y="184"/>
                    <a:pt x="17" y="188"/>
                    <a:pt x="8" y="192"/>
                  </a:cubicBezTo>
                  <a:cubicBezTo>
                    <a:pt x="8" y="195"/>
                    <a:pt x="7" y="199"/>
                    <a:pt x="6" y="203"/>
                  </a:cubicBezTo>
                  <a:cubicBezTo>
                    <a:pt x="10" y="201"/>
                    <a:pt x="13" y="200"/>
                    <a:pt x="17" y="198"/>
                  </a:cubicBezTo>
                  <a:cubicBezTo>
                    <a:pt x="11" y="205"/>
                    <a:pt x="6" y="213"/>
                    <a:pt x="5" y="221"/>
                  </a:cubicBezTo>
                  <a:cubicBezTo>
                    <a:pt x="5" y="221"/>
                    <a:pt x="5" y="222"/>
                    <a:pt x="5" y="222"/>
                  </a:cubicBezTo>
                  <a:cubicBezTo>
                    <a:pt x="5" y="227"/>
                    <a:pt x="7" y="232"/>
                    <a:pt x="10" y="235"/>
                  </a:cubicBezTo>
                  <a:cubicBezTo>
                    <a:pt x="12" y="237"/>
                    <a:pt x="15" y="239"/>
                    <a:pt x="19" y="240"/>
                  </a:cubicBezTo>
                  <a:cubicBezTo>
                    <a:pt x="19" y="242"/>
                    <a:pt x="19" y="245"/>
                    <a:pt x="19" y="247"/>
                  </a:cubicBezTo>
                  <a:cubicBezTo>
                    <a:pt x="15" y="249"/>
                    <a:pt x="11" y="250"/>
                    <a:pt x="8" y="251"/>
                  </a:cubicBezTo>
                  <a:cubicBezTo>
                    <a:pt x="5" y="251"/>
                    <a:pt x="3" y="252"/>
                    <a:pt x="1" y="253"/>
                  </a:cubicBezTo>
                  <a:cubicBezTo>
                    <a:pt x="0" y="256"/>
                    <a:pt x="0" y="260"/>
                    <a:pt x="0" y="263"/>
                  </a:cubicBezTo>
                  <a:cubicBezTo>
                    <a:pt x="3" y="262"/>
                    <a:pt x="7" y="261"/>
                    <a:pt x="10" y="260"/>
                  </a:cubicBezTo>
                  <a:cubicBezTo>
                    <a:pt x="13" y="259"/>
                    <a:pt x="16" y="258"/>
                    <a:pt x="19" y="257"/>
                  </a:cubicBezTo>
                  <a:cubicBezTo>
                    <a:pt x="19" y="262"/>
                    <a:pt x="20" y="267"/>
                    <a:pt x="20" y="271"/>
                  </a:cubicBezTo>
                  <a:cubicBezTo>
                    <a:pt x="15" y="269"/>
                    <a:pt x="10" y="268"/>
                    <a:pt x="5" y="267"/>
                  </a:cubicBezTo>
                  <a:cubicBezTo>
                    <a:pt x="3" y="266"/>
                    <a:pt x="2" y="266"/>
                    <a:pt x="0" y="265"/>
                  </a:cubicBezTo>
                  <a:cubicBezTo>
                    <a:pt x="0" y="269"/>
                    <a:pt x="0" y="272"/>
                    <a:pt x="0" y="275"/>
                  </a:cubicBezTo>
                  <a:cubicBezTo>
                    <a:pt x="1" y="275"/>
                    <a:pt x="1" y="276"/>
                    <a:pt x="2" y="276"/>
                  </a:cubicBezTo>
                  <a:cubicBezTo>
                    <a:pt x="9" y="278"/>
                    <a:pt x="17" y="279"/>
                    <a:pt x="21" y="283"/>
                  </a:cubicBezTo>
                  <a:cubicBezTo>
                    <a:pt x="22" y="284"/>
                    <a:pt x="22" y="284"/>
                    <a:pt x="22" y="285"/>
                  </a:cubicBezTo>
                  <a:cubicBezTo>
                    <a:pt x="15" y="292"/>
                    <a:pt x="11" y="298"/>
                    <a:pt x="11" y="304"/>
                  </a:cubicBezTo>
                  <a:cubicBezTo>
                    <a:pt x="11" y="305"/>
                    <a:pt x="11" y="305"/>
                    <a:pt x="11" y="306"/>
                  </a:cubicBezTo>
                  <a:cubicBezTo>
                    <a:pt x="12" y="312"/>
                    <a:pt x="17" y="317"/>
                    <a:pt x="23" y="321"/>
                  </a:cubicBezTo>
                  <a:cubicBezTo>
                    <a:pt x="17" y="329"/>
                    <a:pt x="10" y="338"/>
                    <a:pt x="3" y="346"/>
                  </a:cubicBezTo>
                  <a:cubicBezTo>
                    <a:pt x="3" y="351"/>
                    <a:pt x="4" y="355"/>
                    <a:pt x="4" y="359"/>
                  </a:cubicBezTo>
                  <a:cubicBezTo>
                    <a:pt x="5" y="358"/>
                    <a:pt x="6" y="357"/>
                    <a:pt x="7" y="356"/>
                  </a:cubicBezTo>
                  <a:cubicBezTo>
                    <a:pt x="16" y="346"/>
                    <a:pt x="25" y="335"/>
                    <a:pt x="31" y="325"/>
                  </a:cubicBezTo>
                  <a:cubicBezTo>
                    <a:pt x="33" y="326"/>
                    <a:pt x="35" y="327"/>
                    <a:pt x="37" y="328"/>
                  </a:cubicBezTo>
                  <a:cubicBezTo>
                    <a:pt x="35" y="331"/>
                    <a:pt x="34" y="335"/>
                    <a:pt x="34" y="339"/>
                  </a:cubicBezTo>
                  <a:cubicBezTo>
                    <a:pt x="34" y="341"/>
                    <a:pt x="34" y="344"/>
                    <a:pt x="34" y="346"/>
                  </a:cubicBezTo>
                  <a:cubicBezTo>
                    <a:pt x="37" y="359"/>
                    <a:pt x="44" y="364"/>
                    <a:pt x="52" y="365"/>
                  </a:cubicBezTo>
                  <a:cubicBezTo>
                    <a:pt x="51" y="366"/>
                    <a:pt x="49" y="367"/>
                    <a:pt x="48" y="367"/>
                  </a:cubicBezTo>
                  <a:cubicBezTo>
                    <a:pt x="43" y="370"/>
                    <a:pt x="39" y="373"/>
                    <a:pt x="37" y="375"/>
                  </a:cubicBezTo>
                  <a:cubicBezTo>
                    <a:pt x="28" y="383"/>
                    <a:pt x="23" y="391"/>
                    <a:pt x="23" y="400"/>
                  </a:cubicBezTo>
                  <a:cubicBezTo>
                    <a:pt x="22" y="401"/>
                    <a:pt x="22" y="401"/>
                    <a:pt x="22" y="402"/>
                  </a:cubicBezTo>
                  <a:cubicBezTo>
                    <a:pt x="22" y="403"/>
                    <a:pt x="22" y="403"/>
                    <a:pt x="22" y="404"/>
                  </a:cubicBezTo>
                  <a:cubicBezTo>
                    <a:pt x="19" y="405"/>
                    <a:pt x="16" y="406"/>
                    <a:pt x="13" y="407"/>
                  </a:cubicBezTo>
                  <a:cubicBezTo>
                    <a:pt x="14" y="410"/>
                    <a:pt x="15" y="413"/>
                    <a:pt x="16" y="416"/>
                  </a:cubicBezTo>
                  <a:cubicBezTo>
                    <a:pt x="17" y="416"/>
                    <a:pt x="18" y="415"/>
                    <a:pt x="20" y="414"/>
                  </a:cubicBezTo>
                  <a:cubicBezTo>
                    <a:pt x="19" y="433"/>
                    <a:pt x="27" y="457"/>
                    <a:pt x="38" y="469"/>
                  </a:cubicBezTo>
                  <a:cubicBezTo>
                    <a:pt x="46" y="477"/>
                    <a:pt x="55" y="480"/>
                    <a:pt x="64" y="480"/>
                  </a:cubicBezTo>
                  <a:cubicBezTo>
                    <a:pt x="62" y="481"/>
                    <a:pt x="61" y="483"/>
                    <a:pt x="59" y="484"/>
                  </a:cubicBezTo>
                  <a:cubicBezTo>
                    <a:pt x="54" y="488"/>
                    <a:pt x="50" y="491"/>
                    <a:pt x="46" y="494"/>
                  </a:cubicBezTo>
                  <a:cubicBezTo>
                    <a:pt x="47" y="496"/>
                    <a:pt x="48" y="499"/>
                    <a:pt x="50" y="501"/>
                  </a:cubicBezTo>
                  <a:cubicBezTo>
                    <a:pt x="50" y="502"/>
                    <a:pt x="50" y="502"/>
                    <a:pt x="50" y="502"/>
                  </a:cubicBezTo>
                  <a:cubicBezTo>
                    <a:pt x="55" y="499"/>
                    <a:pt x="60" y="495"/>
                    <a:pt x="65" y="492"/>
                  </a:cubicBezTo>
                  <a:cubicBezTo>
                    <a:pt x="70" y="487"/>
                    <a:pt x="74" y="484"/>
                    <a:pt x="77" y="480"/>
                  </a:cubicBezTo>
                  <a:cubicBezTo>
                    <a:pt x="80" y="479"/>
                    <a:pt x="82" y="479"/>
                    <a:pt x="85" y="478"/>
                  </a:cubicBezTo>
                  <a:cubicBezTo>
                    <a:pt x="85" y="478"/>
                    <a:pt x="85" y="478"/>
                    <a:pt x="85" y="479"/>
                  </a:cubicBezTo>
                  <a:cubicBezTo>
                    <a:pt x="91" y="481"/>
                    <a:pt x="98" y="482"/>
                    <a:pt x="105" y="480"/>
                  </a:cubicBezTo>
                  <a:cubicBezTo>
                    <a:pt x="104" y="483"/>
                    <a:pt x="102" y="485"/>
                    <a:pt x="101" y="488"/>
                  </a:cubicBezTo>
                  <a:cubicBezTo>
                    <a:pt x="98" y="493"/>
                    <a:pt x="95" y="498"/>
                    <a:pt x="92" y="504"/>
                  </a:cubicBezTo>
                  <a:cubicBezTo>
                    <a:pt x="91" y="503"/>
                    <a:pt x="90" y="503"/>
                    <a:pt x="88" y="503"/>
                  </a:cubicBezTo>
                  <a:cubicBezTo>
                    <a:pt x="76" y="504"/>
                    <a:pt x="66" y="510"/>
                    <a:pt x="62" y="520"/>
                  </a:cubicBezTo>
                  <a:cubicBezTo>
                    <a:pt x="64" y="523"/>
                    <a:pt x="67" y="527"/>
                    <a:pt x="69" y="530"/>
                  </a:cubicBezTo>
                  <a:cubicBezTo>
                    <a:pt x="71" y="516"/>
                    <a:pt x="82" y="513"/>
                    <a:pt x="89" y="513"/>
                  </a:cubicBezTo>
                  <a:cubicBezTo>
                    <a:pt x="89" y="513"/>
                    <a:pt x="90" y="513"/>
                    <a:pt x="90" y="513"/>
                  </a:cubicBezTo>
                  <a:cubicBezTo>
                    <a:pt x="90" y="514"/>
                    <a:pt x="90" y="516"/>
                    <a:pt x="90" y="517"/>
                  </a:cubicBezTo>
                  <a:cubicBezTo>
                    <a:pt x="90" y="518"/>
                    <a:pt x="90" y="519"/>
                    <a:pt x="90" y="520"/>
                  </a:cubicBezTo>
                  <a:cubicBezTo>
                    <a:pt x="91" y="534"/>
                    <a:pt x="97" y="540"/>
                    <a:pt x="103" y="543"/>
                  </a:cubicBezTo>
                  <a:cubicBezTo>
                    <a:pt x="108" y="545"/>
                    <a:pt x="114" y="545"/>
                    <a:pt x="121" y="543"/>
                  </a:cubicBezTo>
                  <a:cubicBezTo>
                    <a:pt x="121" y="547"/>
                    <a:pt x="121" y="551"/>
                    <a:pt x="121" y="555"/>
                  </a:cubicBezTo>
                  <a:cubicBezTo>
                    <a:pt x="120" y="561"/>
                    <a:pt x="120" y="566"/>
                    <a:pt x="120" y="571"/>
                  </a:cubicBezTo>
                  <a:cubicBezTo>
                    <a:pt x="123" y="573"/>
                    <a:pt x="127" y="574"/>
                    <a:pt x="130" y="575"/>
                  </a:cubicBezTo>
                  <a:cubicBezTo>
                    <a:pt x="129" y="569"/>
                    <a:pt x="130" y="563"/>
                    <a:pt x="130" y="556"/>
                  </a:cubicBezTo>
                  <a:cubicBezTo>
                    <a:pt x="131" y="551"/>
                    <a:pt x="131" y="545"/>
                    <a:pt x="131" y="540"/>
                  </a:cubicBezTo>
                  <a:cubicBezTo>
                    <a:pt x="134" y="538"/>
                    <a:pt x="136" y="537"/>
                    <a:pt x="139" y="535"/>
                  </a:cubicBezTo>
                  <a:cubicBezTo>
                    <a:pt x="142" y="533"/>
                    <a:pt x="144" y="531"/>
                    <a:pt x="146" y="529"/>
                  </a:cubicBezTo>
                  <a:cubicBezTo>
                    <a:pt x="147" y="533"/>
                    <a:pt x="149" y="536"/>
                    <a:pt x="150" y="539"/>
                  </a:cubicBezTo>
                  <a:cubicBezTo>
                    <a:pt x="153" y="547"/>
                    <a:pt x="153" y="547"/>
                    <a:pt x="153" y="547"/>
                  </a:cubicBezTo>
                  <a:cubicBezTo>
                    <a:pt x="157" y="558"/>
                    <a:pt x="160" y="568"/>
                    <a:pt x="157" y="576"/>
                  </a:cubicBezTo>
                  <a:cubicBezTo>
                    <a:pt x="161" y="576"/>
                    <a:pt x="164" y="575"/>
                    <a:pt x="168" y="574"/>
                  </a:cubicBezTo>
                  <a:cubicBezTo>
                    <a:pt x="169" y="563"/>
                    <a:pt x="165" y="552"/>
                    <a:pt x="162" y="544"/>
                  </a:cubicBezTo>
                  <a:cubicBezTo>
                    <a:pt x="159" y="536"/>
                    <a:pt x="159" y="536"/>
                    <a:pt x="159" y="536"/>
                  </a:cubicBezTo>
                  <a:cubicBezTo>
                    <a:pt x="157" y="531"/>
                    <a:pt x="155" y="525"/>
                    <a:pt x="153" y="519"/>
                  </a:cubicBezTo>
                  <a:cubicBezTo>
                    <a:pt x="157" y="510"/>
                    <a:pt x="157" y="500"/>
                    <a:pt x="157" y="490"/>
                  </a:cubicBezTo>
                  <a:cubicBezTo>
                    <a:pt x="157" y="490"/>
                    <a:pt x="158" y="490"/>
                    <a:pt x="158" y="490"/>
                  </a:cubicBezTo>
                  <a:cubicBezTo>
                    <a:pt x="164" y="490"/>
                    <a:pt x="171" y="500"/>
                    <a:pt x="175" y="506"/>
                  </a:cubicBezTo>
                  <a:cubicBezTo>
                    <a:pt x="180" y="512"/>
                    <a:pt x="180" y="512"/>
                    <a:pt x="180" y="512"/>
                  </a:cubicBezTo>
                  <a:cubicBezTo>
                    <a:pt x="184" y="516"/>
                    <a:pt x="184" y="516"/>
                    <a:pt x="184" y="516"/>
                  </a:cubicBezTo>
                  <a:cubicBezTo>
                    <a:pt x="182" y="520"/>
                    <a:pt x="180" y="525"/>
                    <a:pt x="180" y="529"/>
                  </a:cubicBezTo>
                  <a:cubicBezTo>
                    <a:pt x="180" y="529"/>
                    <a:pt x="180" y="529"/>
                    <a:pt x="180" y="530"/>
                  </a:cubicBezTo>
                  <a:cubicBezTo>
                    <a:pt x="180" y="536"/>
                    <a:pt x="183" y="540"/>
                    <a:pt x="187" y="542"/>
                  </a:cubicBezTo>
                  <a:cubicBezTo>
                    <a:pt x="192" y="545"/>
                    <a:pt x="198" y="543"/>
                    <a:pt x="204" y="540"/>
                  </a:cubicBezTo>
                  <a:cubicBezTo>
                    <a:pt x="206" y="542"/>
                    <a:pt x="208" y="545"/>
                    <a:pt x="211" y="547"/>
                  </a:cubicBezTo>
                  <a:cubicBezTo>
                    <a:pt x="213" y="545"/>
                    <a:pt x="215" y="543"/>
                    <a:pt x="217" y="540"/>
                  </a:cubicBezTo>
                  <a:cubicBezTo>
                    <a:pt x="216" y="539"/>
                    <a:pt x="214" y="537"/>
                    <a:pt x="212" y="535"/>
                  </a:cubicBezTo>
                  <a:cubicBezTo>
                    <a:pt x="214" y="534"/>
                    <a:pt x="216" y="532"/>
                    <a:pt x="218" y="531"/>
                  </a:cubicBezTo>
                  <a:cubicBezTo>
                    <a:pt x="222" y="529"/>
                    <a:pt x="225" y="527"/>
                    <a:pt x="227" y="525"/>
                  </a:cubicBezTo>
                  <a:cubicBezTo>
                    <a:pt x="228" y="525"/>
                    <a:pt x="230" y="524"/>
                    <a:pt x="231" y="523"/>
                  </a:cubicBezTo>
                  <a:cubicBezTo>
                    <a:pt x="236" y="517"/>
                    <a:pt x="241" y="509"/>
                    <a:pt x="245" y="501"/>
                  </a:cubicBezTo>
                  <a:cubicBezTo>
                    <a:pt x="248" y="496"/>
                    <a:pt x="251" y="492"/>
                    <a:pt x="253" y="486"/>
                  </a:cubicBezTo>
                  <a:cubicBezTo>
                    <a:pt x="253" y="485"/>
                    <a:pt x="254" y="483"/>
                    <a:pt x="254" y="482"/>
                  </a:cubicBezTo>
                  <a:cubicBezTo>
                    <a:pt x="254" y="479"/>
                    <a:pt x="253" y="477"/>
                    <a:pt x="253" y="475"/>
                  </a:cubicBezTo>
                  <a:cubicBezTo>
                    <a:pt x="254" y="476"/>
                    <a:pt x="255" y="477"/>
                    <a:pt x="256" y="478"/>
                  </a:cubicBezTo>
                  <a:cubicBezTo>
                    <a:pt x="257" y="478"/>
                    <a:pt x="257" y="478"/>
                    <a:pt x="257" y="478"/>
                  </a:cubicBezTo>
                  <a:cubicBezTo>
                    <a:pt x="259" y="475"/>
                    <a:pt x="260" y="472"/>
                    <a:pt x="261" y="469"/>
                  </a:cubicBezTo>
                  <a:cubicBezTo>
                    <a:pt x="261" y="469"/>
                    <a:pt x="261" y="469"/>
                    <a:pt x="261" y="469"/>
                  </a:cubicBezTo>
                  <a:cubicBezTo>
                    <a:pt x="260" y="469"/>
                    <a:pt x="258" y="467"/>
                    <a:pt x="257" y="453"/>
                  </a:cubicBezTo>
                  <a:cubicBezTo>
                    <a:pt x="257" y="448"/>
                    <a:pt x="257" y="448"/>
                    <a:pt x="257" y="448"/>
                  </a:cubicBezTo>
                  <a:cubicBezTo>
                    <a:pt x="257" y="440"/>
                    <a:pt x="256" y="432"/>
                    <a:pt x="257" y="424"/>
                  </a:cubicBezTo>
                  <a:cubicBezTo>
                    <a:pt x="258" y="415"/>
                    <a:pt x="258" y="415"/>
                    <a:pt x="258" y="415"/>
                  </a:cubicBezTo>
                  <a:cubicBezTo>
                    <a:pt x="259" y="407"/>
                    <a:pt x="260" y="399"/>
                    <a:pt x="258" y="392"/>
                  </a:cubicBezTo>
                  <a:cubicBezTo>
                    <a:pt x="254" y="381"/>
                    <a:pt x="245" y="375"/>
                    <a:pt x="234" y="374"/>
                  </a:cubicBezTo>
                  <a:cubicBezTo>
                    <a:pt x="232" y="374"/>
                    <a:pt x="229" y="375"/>
                    <a:pt x="227" y="375"/>
                  </a:cubicBezTo>
                  <a:cubicBezTo>
                    <a:pt x="226" y="374"/>
                    <a:pt x="225" y="373"/>
                    <a:pt x="223" y="373"/>
                  </a:cubicBezTo>
                  <a:cubicBezTo>
                    <a:pt x="222" y="370"/>
                    <a:pt x="222" y="368"/>
                    <a:pt x="221" y="366"/>
                  </a:cubicBezTo>
                  <a:cubicBezTo>
                    <a:pt x="230" y="368"/>
                    <a:pt x="238" y="368"/>
                    <a:pt x="246" y="365"/>
                  </a:cubicBezTo>
                  <a:cubicBezTo>
                    <a:pt x="253" y="363"/>
                    <a:pt x="257" y="359"/>
                    <a:pt x="259" y="353"/>
                  </a:cubicBezTo>
                  <a:cubicBezTo>
                    <a:pt x="259" y="352"/>
                    <a:pt x="259" y="351"/>
                    <a:pt x="259" y="349"/>
                  </a:cubicBezTo>
                  <a:cubicBezTo>
                    <a:pt x="259" y="348"/>
                    <a:pt x="259" y="346"/>
                    <a:pt x="258" y="344"/>
                  </a:cubicBezTo>
                  <a:cubicBezTo>
                    <a:pt x="259" y="344"/>
                    <a:pt x="259" y="344"/>
                    <a:pt x="259" y="344"/>
                  </a:cubicBezTo>
                  <a:cubicBezTo>
                    <a:pt x="265" y="346"/>
                    <a:pt x="271" y="349"/>
                    <a:pt x="278" y="342"/>
                  </a:cubicBezTo>
                  <a:cubicBezTo>
                    <a:pt x="281" y="339"/>
                    <a:pt x="282" y="335"/>
                    <a:pt x="284" y="332"/>
                  </a:cubicBezTo>
                  <a:cubicBezTo>
                    <a:pt x="285" y="329"/>
                    <a:pt x="286" y="326"/>
                    <a:pt x="288" y="325"/>
                  </a:cubicBezTo>
                  <a:cubicBezTo>
                    <a:pt x="289" y="324"/>
                    <a:pt x="290" y="324"/>
                    <a:pt x="292" y="324"/>
                  </a:cubicBezTo>
                  <a:cubicBezTo>
                    <a:pt x="293" y="323"/>
                    <a:pt x="294" y="323"/>
                    <a:pt x="295" y="323"/>
                  </a:cubicBezTo>
                  <a:cubicBezTo>
                    <a:pt x="295" y="320"/>
                    <a:pt x="295" y="317"/>
                    <a:pt x="295" y="313"/>
                  </a:cubicBezTo>
                  <a:cubicBezTo>
                    <a:pt x="294" y="314"/>
                    <a:pt x="293" y="314"/>
                    <a:pt x="291" y="314"/>
                  </a:cubicBezTo>
                  <a:cubicBezTo>
                    <a:pt x="289" y="314"/>
                    <a:pt x="285" y="315"/>
                    <a:pt x="282" y="317"/>
                  </a:cubicBezTo>
                  <a:close/>
                  <a:moveTo>
                    <a:pt x="268" y="230"/>
                  </a:moveTo>
                  <a:cubicBezTo>
                    <a:pt x="270" y="231"/>
                    <a:pt x="273" y="231"/>
                    <a:pt x="274" y="232"/>
                  </a:cubicBezTo>
                  <a:cubicBezTo>
                    <a:pt x="277" y="235"/>
                    <a:pt x="278" y="239"/>
                    <a:pt x="278" y="246"/>
                  </a:cubicBezTo>
                  <a:cubicBezTo>
                    <a:pt x="278" y="246"/>
                    <a:pt x="278" y="247"/>
                    <a:pt x="278" y="248"/>
                  </a:cubicBezTo>
                  <a:cubicBezTo>
                    <a:pt x="278" y="257"/>
                    <a:pt x="273" y="269"/>
                    <a:pt x="267" y="281"/>
                  </a:cubicBezTo>
                  <a:cubicBezTo>
                    <a:pt x="265" y="276"/>
                    <a:pt x="261" y="271"/>
                    <a:pt x="257" y="267"/>
                  </a:cubicBezTo>
                  <a:cubicBezTo>
                    <a:pt x="265" y="257"/>
                    <a:pt x="269" y="246"/>
                    <a:pt x="269" y="235"/>
                  </a:cubicBezTo>
                  <a:cubicBezTo>
                    <a:pt x="269" y="234"/>
                    <a:pt x="268" y="232"/>
                    <a:pt x="268" y="230"/>
                  </a:cubicBezTo>
                  <a:close/>
                  <a:moveTo>
                    <a:pt x="259" y="230"/>
                  </a:moveTo>
                  <a:cubicBezTo>
                    <a:pt x="259" y="232"/>
                    <a:pt x="259" y="233"/>
                    <a:pt x="259" y="235"/>
                  </a:cubicBezTo>
                  <a:cubicBezTo>
                    <a:pt x="259" y="243"/>
                    <a:pt x="256" y="252"/>
                    <a:pt x="250" y="261"/>
                  </a:cubicBezTo>
                  <a:cubicBezTo>
                    <a:pt x="244" y="255"/>
                    <a:pt x="237" y="251"/>
                    <a:pt x="231" y="247"/>
                  </a:cubicBezTo>
                  <a:cubicBezTo>
                    <a:pt x="230" y="247"/>
                    <a:pt x="230" y="247"/>
                    <a:pt x="230" y="247"/>
                  </a:cubicBezTo>
                  <a:cubicBezTo>
                    <a:pt x="230" y="247"/>
                    <a:pt x="229" y="246"/>
                    <a:pt x="228" y="246"/>
                  </a:cubicBezTo>
                  <a:cubicBezTo>
                    <a:pt x="229" y="243"/>
                    <a:pt x="229" y="239"/>
                    <a:pt x="228" y="236"/>
                  </a:cubicBezTo>
                  <a:cubicBezTo>
                    <a:pt x="234" y="235"/>
                    <a:pt x="238" y="234"/>
                    <a:pt x="242" y="233"/>
                  </a:cubicBezTo>
                  <a:cubicBezTo>
                    <a:pt x="247" y="232"/>
                    <a:pt x="253" y="230"/>
                    <a:pt x="259" y="230"/>
                  </a:cubicBezTo>
                  <a:close/>
                  <a:moveTo>
                    <a:pt x="206" y="456"/>
                  </a:moveTo>
                  <a:cubicBezTo>
                    <a:pt x="202" y="459"/>
                    <a:pt x="195" y="461"/>
                    <a:pt x="189" y="462"/>
                  </a:cubicBezTo>
                  <a:cubicBezTo>
                    <a:pt x="188" y="460"/>
                    <a:pt x="187" y="458"/>
                    <a:pt x="186" y="456"/>
                  </a:cubicBezTo>
                  <a:cubicBezTo>
                    <a:pt x="186" y="454"/>
                    <a:pt x="187" y="452"/>
                    <a:pt x="187" y="452"/>
                  </a:cubicBezTo>
                  <a:cubicBezTo>
                    <a:pt x="187" y="452"/>
                    <a:pt x="187" y="452"/>
                    <a:pt x="187" y="452"/>
                  </a:cubicBezTo>
                  <a:cubicBezTo>
                    <a:pt x="191" y="449"/>
                    <a:pt x="194" y="445"/>
                    <a:pt x="195" y="441"/>
                  </a:cubicBezTo>
                  <a:cubicBezTo>
                    <a:pt x="201" y="439"/>
                    <a:pt x="206" y="436"/>
                    <a:pt x="210" y="433"/>
                  </a:cubicBezTo>
                  <a:cubicBezTo>
                    <a:pt x="211" y="434"/>
                    <a:pt x="211" y="434"/>
                    <a:pt x="212" y="435"/>
                  </a:cubicBezTo>
                  <a:cubicBezTo>
                    <a:pt x="213" y="437"/>
                    <a:pt x="214" y="440"/>
                    <a:pt x="215" y="442"/>
                  </a:cubicBezTo>
                  <a:cubicBezTo>
                    <a:pt x="213" y="448"/>
                    <a:pt x="210" y="453"/>
                    <a:pt x="206" y="456"/>
                  </a:cubicBezTo>
                  <a:close/>
                  <a:moveTo>
                    <a:pt x="219" y="450"/>
                  </a:moveTo>
                  <a:cubicBezTo>
                    <a:pt x="220" y="454"/>
                    <a:pt x="221" y="458"/>
                    <a:pt x="221" y="462"/>
                  </a:cubicBezTo>
                  <a:cubicBezTo>
                    <a:pt x="221" y="462"/>
                    <a:pt x="221" y="462"/>
                    <a:pt x="221" y="462"/>
                  </a:cubicBezTo>
                  <a:cubicBezTo>
                    <a:pt x="221" y="468"/>
                    <a:pt x="212" y="481"/>
                    <a:pt x="201" y="488"/>
                  </a:cubicBezTo>
                  <a:cubicBezTo>
                    <a:pt x="200" y="489"/>
                    <a:pt x="199" y="489"/>
                    <a:pt x="198" y="490"/>
                  </a:cubicBezTo>
                  <a:cubicBezTo>
                    <a:pt x="197" y="487"/>
                    <a:pt x="197" y="485"/>
                    <a:pt x="196" y="483"/>
                  </a:cubicBezTo>
                  <a:cubicBezTo>
                    <a:pt x="193" y="476"/>
                    <a:pt x="193" y="476"/>
                    <a:pt x="193" y="476"/>
                  </a:cubicBezTo>
                  <a:cubicBezTo>
                    <a:pt x="193" y="474"/>
                    <a:pt x="192" y="471"/>
                    <a:pt x="191" y="468"/>
                  </a:cubicBezTo>
                  <a:cubicBezTo>
                    <a:pt x="198" y="466"/>
                    <a:pt x="205" y="464"/>
                    <a:pt x="209" y="461"/>
                  </a:cubicBezTo>
                  <a:cubicBezTo>
                    <a:pt x="213" y="458"/>
                    <a:pt x="216" y="455"/>
                    <a:pt x="219" y="450"/>
                  </a:cubicBezTo>
                  <a:close/>
                  <a:moveTo>
                    <a:pt x="185" y="405"/>
                  </a:moveTo>
                  <a:cubicBezTo>
                    <a:pt x="190" y="405"/>
                    <a:pt x="196" y="405"/>
                    <a:pt x="201" y="406"/>
                  </a:cubicBezTo>
                  <a:cubicBezTo>
                    <a:pt x="201" y="411"/>
                    <a:pt x="202" y="416"/>
                    <a:pt x="204" y="420"/>
                  </a:cubicBezTo>
                  <a:cubicBezTo>
                    <a:pt x="202" y="421"/>
                    <a:pt x="201" y="423"/>
                    <a:pt x="199" y="424"/>
                  </a:cubicBezTo>
                  <a:cubicBezTo>
                    <a:pt x="198" y="424"/>
                    <a:pt x="196" y="425"/>
                    <a:pt x="195" y="426"/>
                  </a:cubicBezTo>
                  <a:cubicBezTo>
                    <a:pt x="194" y="425"/>
                    <a:pt x="194" y="424"/>
                    <a:pt x="193" y="423"/>
                  </a:cubicBezTo>
                  <a:cubicBezTo>
                    <a:pt x="192" y="422"/>
                    <a:pt x="190" y="420"/>
                    <a:pt x="188" y="419"/>
                  </a:cubicBezTo>
                  <a:cubicBezTo>
                    <a:pt x="188" y="414"/>
                    <a:pt x="187" y="409"/>
                    <a:pt x="185" y="405"/>
                  </a:cubicBezTo>
                  <a:close/>
                  <a:moveTo>
                    <a:pt x="212" y="413"/>
                  </a:moveTo>
                  <a:cubicBezTo>
                    <a:pt x="212" y="412"/>
                    <a:pt x="211" y="410"/>
                    <a:pt x="211" y="409"/>
                  </a:cubicBezTo>
                  <a:cubicBezTo>
                    <a:pt x="212" y="409"/>
                    <a:pt x="213" y="409"/>
                    <a:pt x="214" y="409"/>
                  </a:cubicBezTo>
                  <a:cubicBezTo>
                    <a:pt x="214" y="410"/>
                    <a:pt x="214" y="411"/>
                    <a:pt x="214" y="411"/>
                  </a:cubicBezTo>
                  <a:cubicBezTo>
                    <a:pt x="214" y="412"/>
                    <a:pt x="213" y="413"/>
                    <a:pt x="212" y="413"/>
                  </a:cubicBezTo>
                  <a:close/>
                  <a:moveTo>
                    <a:pt x="206" y="389"/>
                  </a:moveTo>
                  <a:cubicBezTo>
                    <a:pt x="199" y="382"/>
                    <a:pt x="199" y="382"/>
                    <a:pt x="199" y="382"/>
                  </a:cubicBezTo>
                  <a:cubicBezTo>
                    <a:pt x="196" y="379"/>
                    <a:pt x="193" y="376"/>
                    <a:pt x="190" y="373"/>
                  </a:cubicBezTo>
                  <a:cubicBezTo>
                    <a:pt x="191" y="373"/>
                    <a:pt x="192" y="373"/>
                    <a:pt x="193" y="373"/>
                  </a:cubicBezTo>
                  <a:cubicBezTo>
                    <a:pt x="202" y="375"/>
                    <a:pt x="210" y="376"/>
                    <a:pt x="216" y="379"/>
                  </a:cubicBezTo>
                  <a:cubicBezTo>
                    <a:pt x="216" y="380"/>
                    <a:pt x="216" y="380"/>
                    <a:pt x="216" y="380"/>
                  </a:cubicBezTo>
                  <a:cubicBezTo>
                    <a:pt x="212" y="382"/>
                    <a:pt x="208" y="385"/>
                    <a:pt x="206" y="389"/>
                  </a:cubicBezTo>
                  <a:close/>
                  <a:moveTo>
                    <a:pt x="187" y="354"/>
                  </a:moveTo>
                  <a:cubicBezTo>
                    <a:pt x="194" y="358"/>
                    <a:pt x="202" y="361"/>
                    <a:pt x="210" y="363"/>
                  </a:cubicBezTo>
                  <a:cubicBezTo>
                    <a:pt x="210" y="365"/>
                    <a:pt x="211" y="366"/>
                    <a:pt x="211" y="367"/>
                  </a:cubicBezTo>
                  <a:cubicBezTo>
                    <a:pt x="206" y="366"/>
                    <a:pt x="200" y="365"/>
                    <a:pt x="194" y="364"/>
                  </a:cubicBezTo>
                  <a:cubicBezTo>
                    <a:pt x="192" y="363"/>
                    <a:pt x="190" y="363"/>
                    <a:pt x="187" y="362"/>
                  </a:cubicBezTo>
                  <a:cubicBezTo>
                    <a:pt x="188" y="361"/>
                    <a:pt x="188" y="361"/>
                    <a:pt x="188" y="360"/>
                  </a:cubicBezTo>
                  <a:cubicBezTo>
                    <a:pt x="188" y="358"/>
                    <a:pt x="187" y="356"/>
                    <a:pt x="187" y="354"/>
                  </a:cubicBezTo>
                  <a:close/>
                  <a:moveTo>
                    <a:pt x="185" y="342"/>
                  </a:moveTo>
                  <a:cubicBezTo>
                    <a:pt x="184" y="342"/>
                    <a:pt x="184" y="342"/>
                    <a:pt x="184" y="342"/>
                  </a:cubicBezTo>
                  <a:cubicBezTo>
                    <a:pt x="192" y="344"/>
                    <a:pt x="201" y="346"/>
                    <a:pt x="209" y="346"/>
                  </a:cubicBezTo>
                  <a:cubicBezTo>
                    <a:pt x="208" y="348"/>
                    <a:pt x="208" y="350"/>
                    <a:pt x="208" y="353"/>
                  </a:cubicBezTo>
                  <a:cubicBezTo>
                    <a:pt x="199" y="350"/>
                    <a:pt x="191" y="346"/>
                    <a:pt x="185" y="342"/>
                  </a:cubicBezTo>
                  <a:close/>
                  <a:moveTo>
                    <a:pt x="212" y="336"/>
                  </a:moveTo>
                  <a:cubicBezTo>
                    <a:pt x="201" y="337"/>
                    <a:pt x="189" y="333"/>
                    <a:pt x="176" y="329"/>
                  </a:cubicBezTo>
                  <a:cubicBezTo>
                    <a:pt x="182" y="328"/>
                    <a:pt x="190" y="327"/>
                    <a:pt x="199" y="326"/>
                  </a:cubicBezTo>
                  <a:cubicBezTo>
                    <a:pt x="202" y="326"/>
                    <a:pt x="206" y="326"/>
                    <a:pt x="209" y="325"/>
                  </a:cubicBezTo>
                  <a:cubicBezTo>
                    <a:pt x="210" y="326"/>
                    <a:pt x="211" y="326"/>
                    <a:pt x="212" y="327"/>
                  </a:cubicBezTo>
                  <a:cubicBezTo>
                    <a:pt x="214" y="328"/>
                    <a:pt x="216" y="328"/>
                    <a:pt x="217" y="329"/>
                  </a:cubicBezTo>
                  <a:cubicBezTo>
                    <a:pt x="215" y="331"/>
                    <a:pt x="214" y="333"/>
                    <a:pt x="212" y="336"/>
                  </a:cubicBezTo>
                  <a:close/>
                  <a:moveTo>
                    <a:pt x="140" y="415"/>
                  </a:moveTo>
                  <a:cubicBezTo>
                    <a:pt x="140" y="414"/>
                    <a:pt x="140" y="414"/>
                    <a:pt x="140" y="413"/>
                  </a:cubicBezTo>
                  <a:cubicBezTo>
                    <a:pt x="142" y="413"/>
                    <a:pt x="143" y="413"/>
                    <a:pt x="144" y="412"/>
                  </a:cubicBezTo>
                  <a:cubicBezTo>
                    <a:pt x="144" y="413"/>
                    <a:pt x="144" y="413"/>
                    <a:pt x="144" y="414"/>
                  </a:cubicBezTo>
                  <a:cubicBezTo>
                    <a:pt x="143" y="414"/>
                    <a:pt x="141" y="414"/>
                    <a:pt x="140" y="415"/>
                  </a:cubicBezTo>
                  <a:close/>
                  <a:moveTo>
                    <a:pt x="143" y="421"/>
                  </a:moveTo>
                  <a:cubicBezTo>
                    <a:pt x="143" y="421"/>
                    <a:pt x="143" y="422"/>
                    <a:pt x="143" y="423"/>
                  </a:cubicBezTo>
                  <a:cubicBezTo>
                    <a:pt x="142" y="423"/>
                    <a:pt x="142" y="422"/>
                    <a:pt x="141" y="421"/>
                  </a:cubicBezTo>
                  <a:cubicBezTo>
                    <a:pt x="142" y="421"/>
                    <a:pt x="142" y="421"/>
                    <a:pt x="143" y="421"/>
                  </a:cubicBezTo>
                  <a:close/>
                  <a:moveTo>
                    <a:pt x="120" y="459"/>
                  </a:moveTo>
                  <a:cubicBezTo>
                    <a:pt x="120" y="457"/>
                    <a:pt x="119" y="455"/>
                    <a:pt x="119" y="453"/>
                  </a:cubicBezTo>
                  <a:cubicBezTo>
                    <a:pt x="122" y="455"/>
                    <a:pt x="126" y="456"/>
                    <a:pt x="130" y="457"/>
                  </a:cubicBezTo>
                  <a:cubicBezTo>
                    <a:pt x="127" y="460"/>
                    <a:pt x="123" y="462"/>
                    <a:pt x="120" y="465"/>
                  </a:cubicBezTo>
                  <a:cubicBezTo>
                    <a:pt x="120" y="464"/>
                    <a:pt x="120" y="463"/>
                    <a:pt x="120" y="463"/>
                  </a:cubicBezTo>
                  <a:cubicBezTo>
                    <a:pt x="120" y="462"/>
                    <a:pt x="120" y="460"/>
                    <a:pt x="120" y="459"/>
                  </a:cubicBezTo>
                  <a:close/>
                  <a:moveTo>
                    <a:pt x="116" y="445"/>
                  </a:moveTo>
                  <a:cubicBezTo>
                    <a:pt x="114" y="438"/>
                    <a:pt x="109" y="435"/>
                    <a:pt x="100" y="434"/>
                  </a:cubicBezTo>
                  <a:cubicBezTo>
                    <a:pt x="100" y="434"/>
                    <a:pt x="99" y="434"/>
                    <a:pt x="99" y="434"/>
                  </a:cubicBezTo>
                  <a:cubicBezTo>
                    <a:pt x="101" y="434"/>
                    <a:pt x="103" y="434"/>
                    <a:pt x="104" y="434"/>
                  </a:cubicBezTo>
                  <a:cubicBezTo>
                    <a:pt x="104" y="434"/>
                    <a:pt x="132" y="435"/>
                    <a:pt x="132" y="435"/>
                  </a:cubicBezTo>
                  <a:cubicBezTo>
                    <a:pt x="135" y="435"/>
                    <a:pt x="137" y="435"/>
                    <a:pt x="140" y="435"/>
                  </a:cubicBezTo>
                  <a:cubicBezTo>
                    <a:pt x="140" y="436"/>
                    <a:pt x="141" y="436"/>
                    <a:pt x="141" y="437"/>
                  </a:cubicBezTo>
                  <a:cubicBezTo>
                    <a:pt x="141" y="440"/>
                    <a:pt x="141" y="442"/>
                    <a:pt x="140" y="443"/>
                  </a:cubicBezTo>
                  <a:cubicBezTo>
                    <a:pt x="139" y="446"/>
                    <a:pt x="137" y="449"/>
                    <a:pt x="135" y="452"/>
                  </a:cubicBezTo>
                  <a:cubicBezTo>
                    <a:pt x="128" y="450"/>
                    <a:pt x="122" y="448"/>
                    <a:pt x="116" y="445"/>
                  </a:cubicBezTo>
                  <a:close/>
                  <a:moveTo>
                    <a:pt x="70" y="407"/>
                  </a:moveTo>
                  <a:cubicBezTo>
                    <a:pt x="72" y="406"/>
                    <a:pt x="74" y="406"/>
                    <a:pt x="75" y="405"/>
                  </a:cubicBezTo>
                  <a:cubicBezTo>
                    <a:pt x="76" y="406"/>
                    <a:pt x="76" y="407"/>
                    <a:pt x="77" y="407"/>
                  </a:cubicBezTo>
                  <a:cubicBezTo>
                    <a:pt x="82" y="414"/>
                    <a:pt x="88" y="417"/>
                    <a:pt x="94" y="419"/>
                  </a:cubicBezTo>
                  <a:cubicBezTo>
                    <a:pt x="96" y="421"/>
                    <a:pt x="98" y="423"/>
                    <a:pt x="100" y="424"/>
                  </a:cubicBezTo>
                  <a:cubicBezTo>
                    <a:pt x="95" y="423"/>
                    <a:pt x="89" y="422"/>
                    <a:pt x="84" y="421"/>
                  </a:cubicBezTo>
                  <a:cubicBezTo>
                    <a:pt x="79" y="416"/>
                    <a:pt x="74" y="412"/>
                    <a:pt x="70" y="407"/>
                  </a:cubicBezTo>
                  <a:close/>
                  <a:moveTo>
                    <a:pt x="71" y="417"/>
                  </a:moveTo>
                  <a:cubicBezTo>
                    <a:pt x="70" y="417"/>
                    <a:pt x="70" y="416"/>
                    <a:pt x="69" y="416"/>
                  </a:cubicBezTo>
                  <a:cubicBezTo>
                    <a:pt x="68" y="415"/>
                    <a:pt x="66" y="413"/>
                    <a:pt x="65" y="411"/>
                  </a:cubicBezTo>
                  <a:cubicBezTo>
                    <a:pt x="67" y="413"/>
                    <a:pt x="69" y="415"/>
                    <a:pt x="71" y="417"/>
                  </a:cubicBezTo>
                  <a:close/>
                  <a:moveTo>
                    <a:pt x="62" y="398"/>
                  </a:moveTo>
                  <a:cubicBezTo>
                    <a:pt x="62" y="397"/>
                    <a:pt x="62" y="396"/>
                    <a:pt x="63" y="395"/>
                  </a:cubicBezTo>
                  <a:cubicBezTo>
                    <a:pt x="65" y="393"/>
                    <a:pt x="68" y="391"/>
                    <a:pt x="70" y="390"/>
                  </a:cubicBezTo>
                  <a:cubicBezTo>
                    <a:pt x="70" y="392"/>
                    <a:pt x="71" y="394"/>
                    <a:pt x="71" y="396"/>
                  </a:cubicBezTo>
                  <a:cubicBezTo>
                    <a:pt x="68" y="397"/>
                    <a:pt x="65" y="398"/>
                    <a:pt x="62" y="398"/>
                  </a:cubicBezTo>
                  <a:close/>
                  <a:moveTo>
                    <a:pt x="84" y="250"/>
                  </a:moveTo>
                  <a:cubicBezTo>
                    <a:pt x="84" y="250"/>
                    <a:pt x="84" y="251"/>
                    <a:pt x="83" y="251"/>
                  </a:cubicBezTo>
                  <a:cubicBezTo>
                    <a:pt x="72" y="261"/>
                    <a:pt x="61" y="281"/>
                    <a:pt x="73" y="296"/>
                  </a:cubicBezTo>
                  <a:cubicBezTo>
                    <a:pt x="76" y="300"/>
                    <a:pt x="80" y="303"/>
                    <a:pt x="85" y="304"/>
                  </a:cubicBezTo>
                  <a:cubicBezTo>
                    <a:pt x="81" y="306"/>
                    <a:pt x="78" y="307"/>
                    <a:pt x="74" y="306"/>
                  </a:cubicBezTo>
                  <a:cubicBezTo>
                    <a:pt x="69" y="304"/>
                    <a:pt x="65" y="298"/>
                    <a:pt x="62" y="289"/>
                  </a:cubicBezTo>
                  <a:cubicBezTo>
                    <a:pt x="61" y="285"/>
                    <a:pt x="60" y="281"/>
                    <a:pt x="60" y="277"/>
                  </a:cubicBezTo>
                  <a:cubicBezTo>
                    <a:pt x="66" y="274"/>
                    <a:pt x="70" y="269"/>
                    <a:pt x="71" y="260"/>
                  </a:cubicBezTo>
                  <a:cubicBezTo>
                    <a:pt x="72" y="258"/>
                    <a:pt x="72" y="257"/>
                    <a:pt x="72" y="255"/>
                  </a:cubicBezTo>
                  <a:cubicBezTo>
                    <a:pt x="72" y="251"/>
                    <a:pt x="71" y="247"/>
                    <a:pt x="68" y="243"/>
                  </a:cubicBezTo>
                  <a:cubicBezTo>
                    <a:pt x="67" y="242"/>
                    <a:pt x="66" y="241"/>
                    <a:pt x="64" y="240"/>
                  </a:cubicBezTo>
                  <a:cubicBezTo>
                    <a:pt x="64" y="237"/>
                    <a:pt x="64" y="235"/>
                    <a:pt x="64" y="232"/>
                  </a:cubicBezTo>
                  <a:cubicBezTo>
                    <a:pt x="71" y="225"/>
                    <a:pt x="75" y="217"/>
                    <a:pt x="77" y="208"/>
                  </a:cubicBezTo>
                  <a:cubicBezTo>
                    <a:pt x="81" y="208"/>
                    <a:pt x="87" y="206"/>
                    <a:pt x="92" y="204"/>
                  </a:cubicBezTo>
                  <a:cubicBezTo>
                    <a:pt x="93" y="206"/>
                    <a:pt x="94" y="208"/>
                    <a:pt x="94" y="209"/>
                  </a:cubicBezTo>
                  <a:cubicBezTo>
                    <a:pt x="92" y="210"/>
                    <a:pt x="91" y="212"/>
                    <a:pt x="89" y="214"/>
                  </a:cubicBezTo>
                  <a:cubicBezTo>
                    <a:pt x="86" y="220"/>
                    <a:pt x="88" y="230"/>
                    <a:pt x="91" y="239"/>
                  </a:cubicBezTo>
                  <a:cubicBezTo>
                    <a:pt x="89" y="240"/>
                    <a:pt x="88" y="242"/>
                    <a:pt x="87" y="244"/>
                  </a:cubicBezTo>
                  <a:cubicBezTo>
                    <a:pt x="86" y="246"/>
                    <a:pt x="85" y="248"/>
                    <a:pt x="84" y="250"/>
                  </a:cubicBezTo>
                  <a:close/>
                  <a:moveTo>
                    <a:pt x="84" y="293"/>
                  </a:moveTo>
                  <a:cubicBezTo>
                    <a:pt x="83" y="292"/>
                    <a:pt x="81" y="291"/>
                    <a:pt x="80" y="290"/>
                  </a:cubicBezTo>
                  <a:cubicBezTo>
                    <a:pt x="78" y="287"/>
                    <a:pt x="77" y="284"/>
                    <a:pt x="77" y="281"/>
                  </a:cubicBezTo>
                  <a:cubicBezTo>
                    <a:pt x="77" y="277"/>
                    <a:pt x="79" y="272"/>
                    <a:pt x="82" y="267"/>
                  </a:cubicBezTo>
                  <a:cubicBezTo>
                    <a:pt x="82" y="276"/>
                    <a:pt x="83" y="285"/>
                    <a:pt x="84" y="293"/>
                  </a:cubicBezTo>
                  <a:close/>
                  <a:moveTo>
                    <a:pt x="75" y="189"/>
                  </a:moveTo>
                  <a:cubicBezTo>
                    <a:pt x="79" y="188"/>
                    <a:pt x="82" y="187"/>
                    <a:pt x="85" y="187"/>
                  </a:cubicBezTo>
                  <a:cubicBezTo>
                    <a:pt x="85" y="187"/>
                    <a:pt x="87" y="186"/>
                    <a:pt x="88" y="186"/>
                  </a:cubicBezTo>
                  <a:cubicBezTo>
                    <a:pt x="88" y="187"/>
                    <a:pt x="89" y="188"/>
                    <a:pt x="89" y="189"/>
                  </a:cubicBezTo>
                  <a:cubicBezTo>
                    <a:pt x="89" y="191"/>
                    <a:pt x="90" y="193"/>
                    <a:pt x="90" y="195"/>
                  </a:cubicBezTo>
                  <a:cubicBezTo>
                    <a:pt x="85" y="197"/>
                    <a:pt x="81" y="198"/>
                    <a:pt x="77" y="198"/>
                  </a:cubicBezTo>
                  <a:cubicBezTo>
                    <a:pt x="77" y="195"/>
                    <a:pt x="76" y="192"/>
                    <a:pt x="75" y="189"/>
                  </a:cubicBezTo>
                  <a:close/>
                  <a:moveTo>
                    <a:pt x="112" y="224"/>
                  </a:moveTo>
                  <a:cubicBezTo>
                    <a:pt x="115" y="229"/>
                    <a:pt x="119" y="235"/>
                    <a:pt x="121" y="240"/>
                  </a:cubicBezTo>
                  <a:cubicBezTo>
                    <a:pt x="120" y="241"/>
                    <a:pt x="119" y="242"/>
                    <a:pt x="118" y="243"/>
                  </a:cubicBezTo>
                  <a:cubicBezTo>
                    <a:pt x="113" y="237"/>
                    <a:pt x="107" y="233"/>
                    <a:pt x="101" y="233"/>
                  </a:cubicBezTo>
                  <a:cubicBezTo>
                    <a:pt x="99" y="233"/>
                    <a:pt x="98" y="234"/>
                    <a:pt x="96" y="235"/>
                  </a:cubicBezTo>
                  <a:cubicBezTo>
                    <a:pt x="94" y="228"/>
                    <a:pt x="93" y="221"/>
                    <a:pt x="95" y="217"/>
                  </a:cubicBezTo>
                  <a:cubicBezTo>
                    <a:pt x="96" y="216"/>
                    <a:pt x="97" y="215"/>
                    <a:pt x="98" y="215"/>
                  </a:cubicBezTo>
                  <a:cubicBezTo>
                    <a:pt x="101" y="219"/>
                    <a:pt x="105" y="222"/>
                    <a:pt x="112" y="224"/>
                  </a:cubicBezTo>
                  <a:close/>
                  <a:moveTo>
                    <a:pt x="98" y="186"/>
                  </a:moveTo>
                  <a:cubicBezTo>
                    <a:pt x="99" y="187"/>
                    <a:pt x="99" y="188"/>
                    <a:pt x="100" y="188"/>
                  </a:cubicBezTo>
                  <a:cubicBezTo>
                    <a:pt x="100" y="189"/>
                    <a:pt x="99" y="189"/>
                    <a:pt x="99" y="189"/>
                  </a:cubicBezTo>
                  <a:cubicBezTo>
                    <a:pt x="99" y="188"/>
                    <a:pt x="98" y="188"/>
                    <a:pt x="98" y="187"/>
                  </a:cubicBezTo>
                  <a:cubicBezTo>
                    <a:pt x="98" y="187"/>
                    <a:pt x="98" y="186"/>
                    <a:pt x="98" y="186"/>
                  </a:cubicBezTo>
                  <a:close/>
                  <a:moveTo>
                    <a:pt x="103" y="146"/>
                  </a:moveTo>
                  <a:cubicBezTo>
                    <a:pt x="104" y="147"/>
                    <a:pt x="106" y="148"/>
                    <a:pt x="107" y="149"/>
                  </a:cubicBezTo>
                  <a:cubicBezTo>
                    <a:pt x="107" y="149"/>
                    <a:pt x="106" y="149"/>
                    <a:pt x="106" y="149"/>
                  </a:cubicBezTo>
                  <a:cubicBezTo>
                    <a:pt x="105" y="148"/>
                    <a:pt x="104" y="147"/>
                    <a:pt x="103" y="146"/>
                  </a:cubicBezTo>
                  <a:close/>
                  <a:moveTo>
                    <a:pt x="105" y="166"/>
                  </a:moveTo>
                  <a:cubicBezTo>
                    <a:pt x="104" y="168"/>
                    <a:pt x="104" y="170"/>
                    <a:pt x="103" y="172"/>
                  </a:cubicBezTo>
                  <a:cubicBezTo>
                    <a:pt x="103" y="172"/>
                    <a:pt x="103" y="172"/>
                    <a:pt x="103" y="172"/>
                  </a:cubicBezTo>
                  <a:cubicBezTo>
                    <a:pt x="103" y="170"/>
                    <a:pt x="104" y="168"/>
                    <a:pt x="105" y="166"/>
                  </a:cubicBezTo>
                  <a:close/>
                  <a:moveTo>
                    <a:pt x="107" y="194"/>
                  </a:moveTo>
                  <a:cubicBezTo>
                    <a:pt x="113" y="198"/>
                    <a:pt x="119" y="201"/>
                    <a:pt x="125" y="203"/>
                  </a:cubicBezTo>
                  <a:cubicBezTo>
                    <a:pt x="125" y="207"/>
                    <a:pt x="126" y="210"/>
                    <a:pt x="129" y="214"/>
                  </a:cubicBezTo>
                  <a:cubicBezTo>
                    <a:pt x="124" y="215"/>
                    <a:pt x="119" y="216"/>
                    <a:pt x="114" y="215"/>
                  </a:cubicBezTo>
                  <a:cubicBezTo>
                    <a:pt x="113" y="214"/>
                    <a:pt x="112" y="214"/>
                    <a:pt x="111" y="213"/>
                  </a:cubicBezTo>
                  <a:cubicBezTo>
                    <a:pt x="109" y="212"/>
                    <a:pt x="108" y="211"/>
                    <a:pt x="106" y="210"/>
                  </a:cubicBezTo>
                  <a:cubicBezTo>
                    <a:pt x="104" y="208"/>
                    <a:pt x="102" y="204"/>
                    <a:pt x="101" y="199"/>
                  </a:cubicBezTo>
                  <a:cubicBezTo>
                    <a:pt x="103" y="198"/>
                    <a:pt x="105" y="196"/>
                    <a:pt x="107" y="194"/>
                  </a:cubicBezTo>
                  <a:close/>
                  <a:moveTo>
                    <a:pt x="191" y="167"/>
                  </a:moveTo>
                  <a:cubicBezTo>
                    <a:pt x="193" y="167"/>
                    <a:pt x="195" y="167"/>
                    <a:pt x="197" y="167"/>
                  </a:cubicBezTo>
                  <a:cubicBezTo>
                    <a:pt x="198" y="168"/>
                    <a:pt x="198" y="169"/>
                    <a:pt x="199" y="170"/>
                  </a:cubicBezTo>
                  <a:cubicBezTo>
                    <a:pt x="201" y="173"/>
                    <a:pt x="203" y="176"/>
                    <a:pt x="206" y="180"/>
                  </a:cubicBezTo>
                  <a:cubicBezTo>
                    <a:pt x="207" y="180"/>
                    <a:pt x="207" y="180"/>
                    <a:pt x="207" y="180"/>
                  </a:cubicBezTo>
                  <a:cubicBezTo>
                    <a:pt x="211" y="184"/>
                    <a:pt x="214" y="188"/>
                    <a:pt x="217" y="193"/>
                  </a:cubicBezTo>
                  <a:cubicBezTo>
                    <a:pt x="213" y="193"/>
                    <a:pt x="209" y="193"/>
                    <a:pt x="205" y="193"/>
                  </a:cubicBezTo>
                  <a:cubicBezTo>
                    <a:pt x="202" y="191"/>
                    <a:pt x="198" y="190"/>
                    <a:pt x="195" y="189"/>
                  </a:cubicBezTo>
                  <a:cubicBezTo>
                    <a:pt x="195" y="189"/>
                    <a:pt x="195" y="189"/>
                    <a:pt x="195" y="189"/>
                  </a:cubicBezTo>
                  <a:cubicBezTo>
                    <a:pt x="195" y="188"/>
                    <a:pt x="195" y="187"/>
                    <a:pt x="195" y="187"/>
                  </a:cubicBezTo>
                  <a:cubicBezTo>
                    <a:pt x="195" y="182"/>
                    <a:pt x="193" y="178"/>
                    <a:pt x="190" y="175"/>
                  </a:cubicBezTo>
                  <a:cubicBezTo>
                    <a:pt x="187" y="171"/>
                    <a:pt x="183" y="169"/>
                    <a:pt x="178" y="168"/>
                  </a:cubicBezTo>
                  <a:cubicBezTo>
                    <a:pt x="182" y="167"/>
                    <a:pt x="186" y="167"/>
                    <a:pt x="191" y="167"/>
                  </a:cubicBezTo>
                  <a:close/>
                  <a:moveTo>
                    <a:pt x="180" y="158"/>
                  </a:moveTo>
                  <a:cubicBezTo>
                    <a:pt x="182" y="157"/>
                    <a:pt x="184" y="156"/>
                    <a:pt x="186" y="156"/>
                  </a:cubicBezTo>
                  <a:cubicBezTo>
                    <a:pt x="187" y="156"/>
                    <a:pt x="188" y="157"/>
                    <a:pt x="189" y="157"/>
                  </a:cubicBezTo>
                  <a:cubicBezTo>
                    <a:pt x="186" y="158"/>
                    <a:pt x="183" y="158"/>
                    <a:pt x="180" y="158"/>
                  </a:cubicBezTo>
                  <a:close/>
                  <a:moveTo>
                    <a:pt x="196" y="151"/>
                  </a:moveTo>
                  <a:cubicBezTo>
                    <a:pt x="197" y="151"/>
                    <a:pt x="197" y="151"/>
                    <a:pt x="198" y="150"/>
                  </a:cubicBezTo>
                  <a:cubicBezTo>
                    <a:pt x="215" y="143"/>
                    <a:pt x="229" y="137"/>
                    <a:pt x="239" y="140"/>
                  </a:cubicBezTo>
                  <a:cubicBezTo>
                    <a:pt x="238" y="142"/>
                    <a:pt x="236" y="145"/>
                    <a:pt x="233" y="147"/>
                  </a:cubicBezTo>
                  <a:cubicBezTo>
                    <a:pt x="225" y="154"/>
                    <a:pt x="214" y="156"/>
                    <a:pt x="202" y="157"/>
                  </a:cubicBezTo>
                  <a:cubicBezTo>
                    <a:pt x="201" y="156"/>
                    <a:pt x="200" y="155"/>
                    <a:pt x="199" y="154"/>
                  </a:cubicBezTo>
                  <a:cubicBezTo>
                    <a:pt x="198" y="153"/>
                    <a:pt x="197" y="152"/>
                    <a:pt x="196" y="151"/>
                  </a:cubicBezTo>
                  <a:close/>
                  <a:moveTo>
                    <a:pt x="86" y="399"/>
                  </a:moveTo>
                  <a:cubicBezTo>
                    <a:pt x="86" y="401"/>
                    <a:pt x="86" y="402"/>
                    <a:pt x="87" y="404"/>
                  </a:cubicBezTo>
                  <a:cubicBezTo>
                    <a:pt x="86" y="403"/>
                    <a:pt x="85" y="402"/>
                    <a:pt x="84" y="401"/>
                  </a:cubicBezTo>
                  <a:cubicBezTo>
                    <a:pt x="84" y="401"/>
                    <a:pt x="84" y="401"/>
                    <a:pt x="84" y="401"/>
                  </a:cubicBezTo>
                  <a:cubicBezTo>
                    <a:pt x="85" y="400"/>
                    <a:pt x="85" y="399"/>
                    <a:pt x="86" y="399"/>
                  </a:cubicBezTo>
                  <a:close/>
                  <a:moveTo>
                    <a:pt x="80" y="391"/>
                  </a:moveTo>
                  <a:cubicBezTo>
                    <a:pt x="80" y="390"/>
                    <a:pt x="79" y="388"/>
                    <a:pt x="79" y="386"/>
                  </a:cubicBezTo>
                  <a:cubicBezTo>
                    <a:pt x="82" y="386"/>
                    <a:pt x="84" y="386"/>
                    <a:pt x="87" y="386"/>
                  </a:cubicBezTo>
                  <a:cubicBezTo>
                    <a:pt x="85" y="388"/>
                    <a:pt x="82" y="390"/>
                    <a:pt x="80" y="391"/>
                  </a:cubicBezTo>
                  <a:close/>
                  <a:moveTo>
                    <a:pt x="80" y="377"/>
                  </a:moveTo>
                  <a:cubicBezTo>
                    <a:pt x="80" y="375"/>
                    <a:pt x="81" y="373"/>
                    <a:pt x="81" y="371"/>
                  </a:cubicBezTo>
                  <a:cubicBezTo>
                    <a:pt x="82" y="368"/>
                    <a:pt x="83" y="366"/>
                    <a:pt x="84" y="364"/>
                  </a:cubicBezTo>
                  <a:cubicBezTo>
                    <a:pt x="85" y="364"/>
                    <a:pt x="87" y="363"/>
                    <a:pt x="87" y="363"/>
                  </a:cubicBezTo>
                  <a:cubicBezTo>
                    <a:pt x="91" y="363"/>
                    <a:pt x="95" y="363"/>
                    <a:pt x="99" y="363"/>
                  </a:cubicBezTo>
                  <a:cubicBezTo>
                    <a:pt x="98" y="368"/>
                    <a:pt x="96" y="372"/>
                    <a:pt x="94" y="376"/>
                  </a:cubicBezTo>
                  <a:cubicBezTo>
                    <a:pt x="94" y="376"/>
                    <a:pt x="94" y="376"/>
                    <a:pt x="94" y="377"/>
                  </a:cubicBezTo>
                  <a:cubicBezTo>
                    <a:pt x="89" y="376"/>
                    <a:pt x="85" y="376"/>
                    <a:pt x="80" y="377"/>
                  </a:cubicBezTo>
                  <a:close/>
                  <a:moveTo>
                    <a:pt x="88" y="354"/>
                  </a:moveTo>
                  <a:cubicBezTo>
                    <a:pt x="91" y="350"/>
                    <a:pt x="94" y="346"/>
                    <a:pt x="97" y="342"/>
                  </a:cubicBezTo>
                  <a:cubicBezTo>
                    <a:pt x="98" y="346"/>
                    <a:pt x="99" y="350"/>
                    <a:pt x="99" y="354"/>
                  </a:cubicBezTo>
                  <a:cubicBezTo>
                    <a:pt x="95" y="354"/>
                    <a:pt x="92" y="354"/>
                    <a:pt x="88" y="354"/>
                  </a:cubicBezTo>
                  <a:close/>
                  <a:moveTo>
                    <a:pt x="94" y="292"/>
                  </a:moveTo>
                  <a:cubicBezTo>
                    <a:pt x="92" y="281"/>
                    <a:pt x="90" y="267"/>
                    <a:pt x="92" y="256"/>
                  </a:cubicBezTo>
                  <a:cubicBezTo>
                    <a:pt x="93" y="256"/>
                    <a:pt x="95" y="255"/>
                    <a:pt x="96" y="255"/>
                  </a:cubicBezTo>
                  <a:cubicBezTo>
                    <a:pt x="100" y="273"/>
                    <a:pt x="100" y="287"/>
                    <a:pt x="94" y="296"/>
                  </a:cubicBezTo>
                  <a:lnTo>
                    <a:pt x="94" y="292"/>
                  </a:lnTo>
                  <a:close/>
                  <a:moveTo>
                    <a:pt x="96" y="306"/>
                  </a:moveTo>
                  <a:cubicBezTo>
                    <a:pt x="100" y="306"/>
                    <a:pt x="105" y="306"/>
                    <a:pt x="109" y="305"/>
                  </a:cubicBezTo>
                  <a:cubicBezTo>
                    <a:pt x="113" y="305"/>
                    <a:pt x="118" y="305"/>
                    <a:pt x="122" y="305"/>
                  </a:cubicBezTo>
                  <a:cubicBezTo>
                    <a:pt x="121" y="307"/>
                    <a:pt x="121" y="309"/>
                    <a:pt x="120" y="311"/>
                  </a:cubicBezTo>
                  <a:cubicBezTo>
                    <a:pt x="120" y="313"/>
                    <a:pt x="119" y="315"/>
                    <a:pt x="119" y="317"/>
                  </a:cubicBezTo>
                  <a:cubicBezTo>
                    <a:pt x="116" y="318"/>
                    <a:pt x="113" y="318"/>
                    <a:pt x="111" y="319"/>
                  </a:cubicBezTo>
                  <a:cubicBezTo>
                    <a:pt x="109" y="320"/>
                    <a:pt x="106" y="321"/>
                    <a:pt x="104" y="323"/>
                  </a:cubicBezTo>
                  <a:cubicBezTo>
                    <a:pt x="103" y="322"/>
                    <a:pt x="101" y="322"/>
                    <a:pt x="100" y="321"/>
                  </a:cubicBezTo>
                  <a:cubicBezTo>
                    <a:pt x="98" y="316"/>
                    <a:pt x="97" y="311"/>
                    <a:pt x="96" y="306"/>
                  </a:cubicBezTo>
                  <a:close/>
                  <a:moveTo>
                    <a:pt x="106" y="263"/>
                  </a:moveTo>
                  <a:cubicBezTo>
                    <a:pt x="107" y="270"/>
                    <a:pt x="112" y="275"/>
                    <a:pt x="122" y="280"/>
                  </a:cubicBezTo>
                  <a:cubicBezTo>
                    <a:pt x="123" y="281"/>
                    <a:pt x="125" y="281"/>
                    <a:pt x="126" y="282"/>
                  </a:cubicBezTo>
                  <a:cubicBezTo>
                    <a:pt x="126" y="286"/>
                    <a:pt x="125" y="291"/>
                    <a:pt x="124" y="296"/>
                  </a:cubicBezTo>
                  <a:cubicBezTo>
                    <a:pt x="119" y="295"/>
                    <a:pt x="113" y="296"/>
                    <a:pt x="108" y="296"/>
                  </a:cubicBezTo>
                  <a:cubicBezTo>
                    <a:pt x="106" y="296"/>
                    <a:pt x="103" y="296"/>
                    <a:pt x="101" y="296"/>
                  </a:cubicBezTo>
                  <a:cubicBezTo>
                    <a:pt x="106" y="286"/>
                    <a:pt x="106" y="271"/>
                    <a:pt x="102" y="253"/>
                  </a:cubicBezTo>
                  <a:cubicBezTo>
                    <a:pt x="104" y="253"/>
                    <a:pt x="106" y="253"/>
                    <a:pt x="109" y="253"/>
                  </a:cubicBezTo>
                  <a:cubicBezTo>
                    <a:pt x="107" y="256"/>
                    <a:pt x="106" y="259"/>
                    <a:pt x="106" y="262"/>
                  </a:cubicBezTo>
                  <a:cubicBezTo>
                    <a:pt x="106" y="262"/>
                    <a:pt x="106" y="262"/>
                    <a:pt x="106" y="263"/>
                  </a:cubicBezTo>
                  <a:close/>
                  <a:moveTo>
                    <a:pt x="147" y="178"/>
                  </a:moveTo>
                  <a:cubicBezTo>
                    <a:pt x="150" y="182"/>
                    <a:pt x="153" y="185"/>
                    <a:pt x="155" y="189"/>
                  </a:cubicBezTo>
                  <a:cubicBezTo>
                    <a:pt x="155" y="190"/>
                    <a:pt x="154" y="190"/>
                    <a:pt x="154" y="191"/>
                  </a:cubicBezTo>
                  <a:cubicBezTo>
                    <a:pt x="148" y="193"/>
                    <a:pt x="141" y="194"/>
                    <a:pt x="135" y="194"/>
                  </a:cubicBezTo>
                  <a:cubicBezTo>
                    <a:pt x="137" y="188"/>
                    <a:pt x="142" y="182"/>
                    <a:pt x="147" y="178"/>
                  </a:cubicBezTo>
                  <a:close/>
                  <a:moveTo>
                    <a:pt x="142" y="136"/>
                  </a:moveTo>
                  <a:cubicBezTo>
                    <a:pt x="142" y="136"/>
                    <a:pt x="142" y="136"/>
                    <a:pt x="143" y="136"/>
                  </a:cubicBezTo>
                  <a:cubicBezTo>
                    <a:pt x="143" y="136"/>
                    <a:pt x="143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lose/>
                  <a:moveTo>
                    <a:pt x="161" y="197"/>
                  </a:moveTo>
                  <a:cubicBezTo>
                    <a:pt x="164" y="201"/>
                    <a:pt x="166" y="205"/>
                    <a:pt x="168" y="209"/>
                  </a:cubicBezTo>
                  <a:cubicBezTo>
                    <a:pt x="167" y="210"/>
                    <a:pt x="165" y="211"/>
                    <a:pt x="163" y="213"/>
                  </a:cubicBezTo>
                  <a:cubicBezTo>
                    <a:pt x="161" y="210"/>
                    <a:pt x="158" y="208"/>
                    <a:pt x="155" y="206"/>
                  </a:cubicBezTo>
                  <a:cubicBezTo>
                    <a:pt x="157" y="203"/>
                    <a:pt x="159" y="200"/>
                    <a:pt x="161" y="197"/>
                  </a:cubicBezTo>
                  <a:close/>
                  <a:moveTo>
                    <a:pt x="157" y="174"/>
                  </a:moveTo>
                  <a:cubicBezTo>
                    <a:pt x="159" y="174"/>
                    <a:pt x="160" y="174"/>
                    <a:pt x="162" y="175"/>
                  </a:cubicBezTo>
                  <a:cubicBezTo>
                    <a:pt x="162" y="176"/>
                    <a:pt x="161" y="178"/>
                    <a:pt x="160" y="179"/>
                  </a:cubicBezTo>
                  <a:cubicBezTo>
                    <a:pt x="159" y="178"/>
                    <a:pt x="158" y="176"/>
                    <a:pt x="157" y="174"/>
                  </a:cubicBezTo>
                  <a:close/>
                  <a:moveTo>
                    <a:pt x="204" y="255"/>
                  </a:moveTo>
                  <a:cubicBezTo>
                    <a:pt x="204" y="256"/>
                    <a:pt x="204" y="256"/>
                    <a:pt x="204" y="256"/>
                  </a:cubicBezTo>
                  <a:cubicBezTo>
                    <a:pt x="198" y="257"/>
                    <a:pt x="191" y="258"/>
                    <a:pt x="186" y="260"/>
                  </a:cubicBezTo>
                  <a:cubicBezTo>
                    <a:pt x="183" y="260"/>
                    <a:pt x="180" y="260"/>
                    <a:pt x="178" y="261"/>
                  </a:cubicBezTo>
                  <a:cubicBezTo>
                    <a:pt x="177" y="261"/>
                    <a:pt x="176" y="262"/>
                    <a:pt x="176" y="262"/>
                  </a:cubicBezTo>
                  <a:cubicBezTo>
                    <a:pt x="177" y="256"/>
                    <a:pt x="178" y="249"/>
                    <a:pt x="178" y="244"/>
                  </a:cubicBezTo>
                  <a:cubicBezTo>
                    <a:pt x="179" y="242"/>
                    <a:pt x="180" y="240"/>
                    <a:pt x="180" y="238"/>
                  </a:cubicBezTo>
                  <a:cubicBezTo>
                    <a:pt x="184" y="238"/>
                    <a:pt x="188" y="238"/>
                    <a:pt x="191" y="238"/>
                  </a:cubicBezTo>
                  <a:cubicBezTo>
                    <a:pt x="196" y="241"/>
                    <a:pt x="200" y="243"/>
                    <a:pt x="205" y="245"/>
                  </a:cubicBezTo>
                  <a:cubicBezTo>
                    <a:pt x="204" y="248"/>
                    <a:pt x="204" y="252"/>
                    <a:pt x="204" y="255"/>
                  </a:cubicBezTo>
                  <a:close/>
                  <a:moveTo>
                    <a:pt x="176" y="203"/>
                  </a:moveTo>
                  <a:cubicBezTo>
                    <a:pt x="174" y="200"/>
                    <a:pt x="173" y="197"/>
                    <a:pt x="171" y="194"/>
                  </a:cubicBezTo>
                  <a:cubicBezTo>
                    <a:pt x="175" y="193"/>
                    <a:pt x="180" y="193"/>
                    <a:pt x="183" y="193"/>
                  </a:cubicBezTo>
                  <a:cubicBezTo>
                    <a:pt x="182" y="197"/>
                    <a:pt x="179" y="200"/>
                    <a:pt x="176" y="203"/>
                  </a:cubicBezTo>
                  <a:close/>
                  <a:moveTo>
                    <a:pt x="172" y="218"/>
                  </a:moveTo>
                  <a:cubicBezTo>
                    <a:pt x="172" y="219"/>
                    <a:pt x="172" y="220"/>
                    <a:pt x="172" y="220"/>
                  </a:cubicBezTo>
                  <a:cubicBezTo>
                    <a:pt x="172" y="221"/>
                    <a:pt x="172" y="223"/>
                    <a:pt x="173" y="224"/>
                  </a:cubicBezTo>
                  <a:cubicBezTo>
                    <a:pt x="172" y="222"/>
                    <a:pt x="171" y="221"/>
                    <a:pt x="170" y="220"/>
                  </a:cubicBezTo>
                  <a:cubicBezTo>
                    <a:pt x="170" y="219"/>
                    <a:pt x="171" y="219"/>
                    <a:pt x="172" y="218"/>
                  </a:cubicBezTo>
                  <a:close/>
                  <a:moveTo>
                    <a:pt x="173" y="271"/>
                  </a:moveTo>
                  <a:cubicBezTo>
                    <a:pt x="175" y="270"/>
                    <a:pt x="176" y="269"/>
                    <a:pt x="178" y="268"/>
                  </a:cubicBezTo>
                  <a:cubicBezTo>
                    <a:pt x="177" y="271"/>
                    <a:pt x="176" y="274"/>
                    <a:pt x="176" y="277"/>
                  </a:cubicBezTo>
                  <a:cubicBezTo>
                    <a:pt x="176" y="277"/>
                    <a:pt x="176" y="278"/>
                    <a:pt x="176" y="278"/>
                  </a:cubicBezTo>
                  <a:cubicBezTo>
                    <a:pt x="176" y="282"/>
                    <a:pt x="178" y="285"/>
                    <a:pt x="180" y="288"/>
                  </a:cubicBezTo>
                  <a:cubicBezTo>
                    <a:pt x="177" y="289"/>
                    <a:pt x="174" y="290"/>
                    <a:pt x="172" y="292"/>
                  </a:cubicBezTo>
                  <a:cubicBezTo>
                    <a:pt x="170" y="291"/>
                    <a:pt x="168" y="290"/>
                    <a:pt x="167" y="289"/>
                  </a:cubicBezTo>
                  <a:cubicBezTo>
                    <a:pt x="165" y="287"/>
                    <a:pt x="163" y="286"/>
                    <a:pt x="161" y="285"/>
                  </a:cubicBezTo>
                  <a:cubicBezTo>
                    <a:pt x="161" y="285"/>
                    <a:pt x="161" y="285"/>
                    <a:pt x="161" y="285"/>
                  </a:cubicBezTo>
                  <a:cubicBezTo>
                    <a:pt x="166" y="282"/>
                    <a:pt x="170" y="277"/>
                    <a:pt x="173" y="271"/>
                  </a:cubicBezTo>
                  <a:close/>
                  <a:moveTo>
                    <a:pt x="164" y="349"/>
                  </a:moveTo>
                  <a:cubicBezTo>
                    <a:pt x="164" y="349"/>
                    <a:pt x="164" y="349"/>
                    <a:pt x="163" y="349"/>
                  </a:cubicBezTo>
                  <a:cubicBezTo>
                    <a:pt x="163" y="348"/>
                    <a:pt x="163" y="347"/>
                    <a:pt x="163" y="346"/>
                  </a:cubicBezTo>
                  <a:cubicBezTo>
                    <a:pt x="163" y="347"/>
                    <a:pt x="164" y="348"/>
                    <a:pt x="164" y="349"/>
                  </a:cubicBezTo>
                  <a:close/>
                  <a:moveTo>
                    <a:pt x="159" y="299"/>
                  </a:moveTo>
                  <a:cubicBezTo>
                    <a:pt x="159" y="297"/>
                    <a:pt x="159" y="296"/>
                    <a:pt x="159" y="295"/>
                  </a:cubicBezTo>
                  <a:cubicBezTo>
                    <a:pt x="160" y="296"/>
                    <a:pt x="161" y="296"/>
                    <a:pt x="162" y="297"/>
                  </a:cubicBezTo>
                  <a:cubicBezTo>
                    <a:pt x="161" y="297"/>
                    <a:pt x="160" y="298"/>
                    <a:pt x="159" y="299"/>
                  </a:cubicBezTo>
                  <a:close/>
                  <a:moveTo>
                    <a:pt x="161" y="309"/>
                  </a:moveTo>
                  <a:cubicBezTo>
                    <a:pt x="160" y="310"/>
                    <a:pt x="160" y="311"/>
                    <a:pt x="159" y="312"/>
                  </a:cubicBezTo>
                  <a:cubicBezTo>
                    <a:pt x="159" y="311"/>
                    <a:pt x="159" y="311"/>
                    <a:pt x="159" y="310"/>
                  </a:cubicBezTo>
                  <a:cubicBezTo>
                    <a:pt x="160" y="310"/>
                    <a:pt x="160" y="309"/>
                    <a:pt x="161" y="309"/>
                  </a:cubicBezTo>
                  <a:close/>
                  <a:moveTo>
                    <a:pt x="153" y="346"/>
                  </a:moveTo>
                  <a:cubicBezTo>
                    <a:pt x="153" y="346"/>
                    <a:pt x="152" y="345"/>
                    <a:pt x="152" y="345"/>
                  </a:cubicBezTo>
                  <a:cubicBezTo>
                    <a:pt x="152" y="345"/>
                    <a:pt x="152" y="345"/>
                    <a:pt x="152" y="345"/>
                  </a:cubicBezTo>
                  <a:cubicBezTo>
                    <a:pt x="152" y="345"/>
                    <a:pt x="153" y="344"/>
                    <a:pt x="153" y="344"/>
                  </a:cubicBezTo>
                  <a:cubicBezTo>
                    <a:pt x="153" y="345"/>
                    <a:pt x="153" y="345"/>
                    <a:pt x="153" y="345"/>
                  </a:cubicBezTo>
                  <a:cubicBezTo>
                    <a:pt x="153" y="345"/>
                    <a:pt x="153" y="346"/>
                    <a:pt x="153" y="346"/>
                  </a:cubicBezTo>
                  <a:close/>
                  <a:moveTo>
                    <a:pt x="149" y="339"/>
                  </a:moveTo>
                  <a:cubicBezTo>
                    <a:pt x="148" y="336"/>
                    <a:pt x="147" y="333"/>
                    <a:pt x="147" y="330"/>
                  </a:cubicBezTo>
                  <a:cubicBezTo>
                    <a:pt x="150" y="331"/>
                    <a:pt x="153" y="332"/>
                    <a:pt x="156" y="333"/>
                  </a:cubicBezTo>
                  <a:cubicBezTo>
                    <a:pt x="155" y="334"/>
                    <a:pt x="154" y="336"/>
                    <a:pt x="154" y="337"/>
                  </a:cubicBezTo>
                  <a:cubicBezTo>
                    <a:pt x="152" y="338"/>
                    <a:pt x="151" y="338"/>
                    <a:pt x="149" y="339"/>
                  </a:cubicBezTo>
                  <a:close/>
                  <a:moveTo>
                    <a:pt x="140" y="318"/>
                  </a:moveTo>
                  <a:cubicBezTo>
                    <a:pt x="135" y="317"/>
                    <a:pt x="130" y="317"/>
                    <a:pt x="125" y="317"/>
                  </a:cubicBezTo>
                  <a:cubicBezTo>
                    <a:pt x="126" y="316"/>
                    <a:pt x="126" y="314"/>
                    <a:pt x="126" y="313"/>
                  </a:cubicBezTo>
                  <a:cubicBezTo>
                    <a:pt x="127" y="311"/>
                    <a:pt x="127" y="308"/>
                    <a:pt x="128" y="306"/>
                  </a:cubicBezTo>
                  <a:cubicBezTo>
                    <a:pt x="131" y="307"/>
                    <a:pt x="134" y="308"/>
                    <a:pt x="136" y="310"/>
                  </a:cubicBezTo>
                  <a:cubicBezTo>
                    <a:pt x="138" y="311"/>
                    <a:pt x="140" y="314"/>
                    <a:pt x="141" y="316"/>
                  </a:cubicBezTo>
                  <a:cubicBezTo>
                    <a:pt x="140" y="317"/>
                    <a:pt x="140" y="318"/>
                    <a:pt x="140" y="318"/>
                  </a:cubicBezTo>
                  <a:close/>
                  <a:moveTo>
                    <a:pt x="140" y="343"/>
                  </a:moveTo>
                  <a:cubicBezTo>
                    <a:pt x="132" y="346"/>
                    <a:pt x="125" y="350"/>
                    <a:pt x="119" y="355"/>
                  </a:cubicBezTo>
                  <a:cubicBezTo>
                    <a:pt x="119" y="348"/>
                    <a:pt x="120" y="342"/>
                    <a:pt x="121" y="336"/>
                  </a:cubicBezTo>
                  <a:cubicBezTo>
                    <a:pt x="124" y="336"/>
                    <a:pt x="126" y="336"/>
                    <a:pt x="129" y="335"/>
                  </a:cubicBezTo>
                  <a:cubicBezTo>
                    <a:pt x="132" y="335"/>
                    <a:pt x="135" y="334"/>
                    <a:pt x="138" y="333"/>
                  </a:cubicBezTo>
                  <a:cubicBezTo>
                    <a:pt x="138" y="336"/>
                    <a:pt x="139" y="339"/>
                    <a:pt x="140" y="343"/>
                  </a:cubicBezTo>
                  <a:close/>
                  <a:moveTo>
                    <a:pt x="130" y="296"/>
                  </a:moveTo>
                  <a:cubicBezTo>
                    <a:pt x="131" y="292"/>
                    <a:pt x="132" y="288"/>
                    <a:pt x="132" y="284"/>
                  </a:cubicBezTo>
                  <a:cubicBezTo>
                    <a:pt x="135" y="285"/>
                    <a:pt x="137" y="286"/>
                    <a:pt x="139" y="287"/>
                  </a:cubicBezTo>
                  <a:cubicBezTo>
                    <a:pt x="144" y="289"/>
                    <a:pt x="148" y="290"/>
                    <a:pt x="153" y="292"/>
                  </a:cubicBezTo>
                  <a:cubicBezTo>
                    <a:pt x="152" y="295"/>
                    <a:pt x="152" y="299"/>
                    <a:pt x="152" y="302"/>
                  </a:cubicBezTo>
                  <a:cubicBezTo>
                    <a:pt x="152" y="302"/>
                    <a:pt x="152" y="303"/>
                    <a:pt x="152" y="303"/>
                  </a:cubicBezTo>
                  <a:cubicBezTo>
                    <a:pt x="150" y="305"/>
                    <a:pt x="149" y="306"/>
                    <a:pt x="147" y="308"/>
                  </a:cubicBezTo>
                  <a:cubicBezTo>
                    <a:pt x="146" y="306"/>
                    <a:pt x="145" y="305"/>
                    <a:pt x="143" y="303"/>
                  </a:cubicBezTo>
                  <a:cubicBezTo>
                    <a:pt x="139" y="299"/>
                    <a:pt x="135" y="298"/>
                    <a:pt x="130" y="296"/>
                  </a:cubicBezTo>
                  <a:close/>
                  <a:moveTo>
                    <a:pt x="146" y="202"/>
                  </a:moveTo>
                  <a:cubicBezTo>
                    <a:pt x="145" y="201"/>
                    <a:pt x="143" y="200"/>
                    <a:pt x="142" y="200"/>
                  </a:cubicBezTo>
                  <a:cubicBezTo>
                    <a:pt x="144" y="200"/>
                    <a:pt x="146" y="199"/>
                    <a:pt x="148" y="199"/>
                  </a:cubicBezTo>
                  <a:cubicBezTo>
                    <a:pt x="147" y="200"/>
                    <a:pt x="147" y="201"/>
                    <a:pt x="146" y="202"/>
                  </a:cubicBezTo>
                  <a:close/>
                  <a:moveTo>
                    <a:pt x="155" y="218"/>
                  </a:moveTo>
                  <a:cubicBezTo>
                    <a:pt x="153" y="219"/>
                    <a:pt x="152" y="220"/>
                    <a:pt x="150" y="221"/>
                  </a:cubicBezTo>
                  <a:cubicBezTo>
                    <a:pt x="148" y="219"/>
                    <a:pt x="146" y="218"/>
                    <a:pt x="144" y="217"/>
                  </a:cubicBezTo>
                  <a:cubicBezTo>
                    <a:pt x="145" y="216"/>
                    <a:pt x="146" y="215"/>
                    <a:pt x="148" y="213"/>
                  </a:cubicBezTo>
                  <a:cubicBezTo>
                    <a:pt x="150" y="215"/>
                    <a:pt x="153" y="216"/>
                    <a:pt x="155" y="218"/>
                  </a:cubicBezTo>
                  <a:close/>
                  <a:moveTo>
                    <a:pt x="144" y="236"/>
                  </a:moveTo>
                  <a:cubicBezTo>
                    <a:pt x="144" y="236"/>
                    <a:pt x="148" y="234"/>
                    <a:pt x="151" y="232"/>
                  </a:cubicBezTo>
                  <a:cubicBezTo>
                    <a:pt x="156" y="234"/>
                    <a:pt x="161" y="235"/>
                    <a:pt x="167" y="236"/>
                  </a:cubicBezTo>
                  <a:cubicBezTo>
                    <a:pt x="167" y="236"/>
                    <a:pt x="167" y="237"/>
                    <a:pt x="167" y="238"/>
                  </a:cubicBezTo>
                  <a:cubicBezTo>
                    <a:pt x="168" y="239"/>
                    <a:pt x="168" y="240"/>
                    <a:pt x="168" y="241"/>
                  </a:cubicBezTo>
                  <a:cubicBezTo>
                    <a:pt x="167" y="242"/>
                    <a:pt x="167" y="243"/>
                    <a:pt x="166" y="243"/>
                  </a:cubicBezTo>
                  <a:cubicBezTo>
                    <a:pt x="159" y="249"/>
                    <a:pt x="145" y="247"/>
                    <a:pt x="131" y="245"/>
                  </a:cubicBezTo>
                  <a:cubicBezTo>
                    <a:pt x="131" y="245"/>
                    <a:pt x="131" y="245"/>
                    <a:pt x="131" y="245"/>
                  </a:cubicBezTo>
                  <a:cubicBezTo>
                    <a:pt x="133" y="243"/>
                    <a:pt x="135" y="242"/>
                    <a:pt x="137" y="241"/>
                  </a:cubicBezTo>
                  <a:lnTo>
                    <a:pt x="144" y="236"/>
                  </a:lnTo>
                  <a:close/>
                  <a:moveTo>
                    <a:pt x="162" y="225"/>
                  </a:moveTo>
                  <a:cubicBezTo>
                    <a:pt x="162" y="225"/>
                    <a:pt x="162" y="225"/>
                    <a:pt x="162" y="225"/>
                  </a:cubicBezTo>
                  <a:cubicBezTo>
                    <a:pt x="162" y="225"/>
                    <a:pt x="162" y="225"/>
                    <a:pt x="162" y="225"/>
                  </a:cubicBezTo>
                  <a:cubicBezTo>
                    <a:pt x="162" y="225"/>
                    <a:pt x="162" y="225"/>
                    <a:pt x="162" y="225"/>
                  </a:cubicBezTo>
                  <a:close/>
                  <a:moveTo>
                    <a:pt x="153" y="315"/>
                  </a:moveTo>
                  <a:cubicBezTo>
                    <a:pt x="153" y="318"/>
                    <a:pt x="154" y="320"/>
                    <a:pt x="154" y="322"/>
                  </a:cubicBezTo>
                  <a:cubicBezTo>
                    <a:pt x="153" y="322"/>
                    <a:pt x="151" y="321"/>
                    <a:pt x="150" y="321"/>
                  </a:cubicBezTo>
                  <a:cubicBezTo>
                    <a:pt x="150" y="320"/>
                    <a:pt x="150" y="319"/>
                    <a:pt x="150" y="319"/>
                  </a:cubicBezTo>
                  <a:cubicBezTo>
                    <a:pt x="151" y="318"/>
                    <a:pt x="152" y="316"/>
                    <a:pt x="153" y="315"/>
                  </a:cubicBezTo>
                  <a:close/>
                  <a:moveTo>
                    <a:pt x="155" y="277"/>
                  </a:moveTo>
                  <a:cubicBezTo>
                    <a:pt x="148" y="280"/>
                    <a:pt x="142" y="274"/>
                    <a:pt x="133" y="263"/>
                  </a:cubicBezTo>
                  <a:cubicBezTo>
                    <a:pt x="133" y="261"/>
                    <a:pt x="133" y="258"/>
                    <a:pt x="132" y="255"/>
                  </a:cubicBezTo>
                  <a:cubicBezTo>
                    <a:pt x="145" y="257"/>
                    <a:pt x="158" y="258"/>
                    <a:pt x="168" y="253"/>
                  </a:cubicBezTo>
                  <a:cubicBezTo>
                    <a:pt x="167" y="261"/>
                    <a:pt x="164" y="268"/>
                    <a:pt x="161" y="273"/>
                  </a:cubicBezTo>
                  <a:cubicBezTo>
                    <a:pt x="160" y="273"/>
                    <a:pt x="160" y="274"/>
                    <a:pt x="160" y="274"/>
                  </a:cubicBezTo>
                  <a:cubicBezTo>
                    <a:pt x="158" y="276"/>
                    <a:pt x="157" y="277"/>
                    <a:pt x="155" y="277"/>
                  </a:cubicBezTo>
                  <a:close/>
                  <a:moveTo>
                    <a:pt x="138" y="209"/>
                  </a:moveTo>
                  <a:cubicBezTo>
                    <a:pt x="138" y="209"/>
                    <a:pt x="137" y="209"/>
                    <a:pt x="137" y="209"/>
                  </a:cubicBezTo>
                  <a:cubicBezTo>
                    <a:pt x="137" y="209"/>
                    <a:pt x="136" y="208"/>
                    <a:pt x="136" y="208"/>
                  </a:cubicBezTo>
                  <a:cubicBezTo>
                    <a:pt x="137" y="208"/>
                    <a:pt x="137" y="208"/>
                    <a:pt x="138" y="209"/>
                  </a:cubicBezTo>
                  <a:close/>
                  <a:moveTo>
                    <a:pt x="141" y="227"/>
                  </a:moveTo>
                  <a:cubicBezTo>
                    <a:pt x="140" y="227"/>
                    <a:pt x="138" y="228"/>
                    <a:pt x="138" y="228"/>
                  </a:cubicBezTo>
                  <a:cubicBezTo>
                    <a:pt x="132" y="233"/>
                    <a:pt x="132" y="233"/>
                    <a:pt x="132" y="233"/>
                  </a:cubicBezTo>
                  <a:cubicBezTo>
                    <a:pt x="130" y="234"/>
                    <a:pt x="128" y="235"/>
                    <a:pt x="126" y="236"/>
                  </a:cubicBezTo>
                  <a:cubicBezTo>
                    <a:pt x="125" y="233"/>
                    <a:pt x="122" y="229"/>
                    <a:pt x="120" y="225"/>
                  </a:cubicBezTo>
                  <a:cubicBezTo>
                    <a:pt x="125" y="225"/>
                    <a:pt x="130" y="224"/>
                    <a:pt x="135" y="222"/>
                  </a:cubicBezTo>
                  <a:cubicBezTo>
                    <a:pt x="137" y="223"/>
                    <a:pt x="139" y="225"/>
                    <a:pt x="141" y="227"/>
                  </a:cubicBezTo>
                  <a:close/>
                  <a:moveTo>
                    <a:pt x="127" y="271"/>
                  </a:moveTo>
                  <a:cubicBezTo>
                    <a:pt x="127" y="271"/>
                    <a:pt x="127" y="272"/>
                    <a:pt x="127" y="272"/>
                  </a:cubicBezTo>
                  <a:cubicBezTo>
                    <a:pt x="127" y="272"/>
                    <a:pt x="126" y="272"/>
                    <a:pt x="126" y="271"/>
                  </a:cubicBezTo>
                  <a:cubicBezTo>
                    <a:pt x="119" y="268"/>
                    <a:pt x="116" y="265"/>
                    <a:pt x="116" y="262"/>
                  </a:cubicBezTo>
                  <a:cubicBezTo>
                    <a:pt x="116" y="262"/>
                    <a:pt x="116" y="262"/>
                    <a:pt x="116" y="262"/>
                  </a:cubicBezTo>
                  <a:cubicBezTo>
                    <a:pt x="116" y="260"/>
                    <a:pt x="116" y="259"/>
                    <a:pt x="117" y="258"/>
                  </a:cubicBezTo>
                  <a:cubicBezTo>
                    <a:pt x="118" y="259"/>
                    <a:pt x="119" y="260"/>
                    <a:pt x="120" y="261"/>
                  </a:cubicBezTo>
                  <a:cubicBezTo>
                    <a:pt x="122" y="265"/>
                    <a:pt x="125" y="268"/>
                    <a:pt x="127" y="271"/>
                  </a:cubicBezTo>
                  <a:close/>
                  <a:moveTo>
                    <a:pt x="99" y="244"/>
                  </a:moveTo>
                  <a:cubicBezTo>
                    <a:pt x="100" y="243"/>
                    <a:pt x="101" y="243"/>
                    <a:pt x="102" y="243"/>
                  </a:cubicBezTo>
                  <a:cubicBezTo>
                    <a:pt x="102" y="243"/>
                    <a:pt x="103" y="243"/>
                    <a:pt x="103" y="243"/>
                  </a:cubicBezTo>
                  <a:cubicBezTo>
                    <a:pt x="102" y="243"/>
                    <a:pt x="101" y="244"/>
                    <a:pt x="99" y="244"/>
                  </a:cubicBezTo>
                  <a:close/>
                  <a:moveTo>
                    <a:pt x="115" y="335"/>
                  </a:moveTo>
                  <a:cubicBezTo>
                    <a:pt x="114" y="342"/>
                    <a:pt x="113" y="348"/>
                    <a:pt x="113" y="355"/>
                  </a:cubicBezTo>
                  <a:cubicBezTo>
                    <a:pt x="111" y="355"/>
                    <a:pt x="110" y="355"/>
                    <a:pt x="109" y="354"/>
                  </a:cubicBezTo>
                  <a:cubicBezTo>
                    <a:pt x="108" y="349"/>
                    <a:pt x="107" y="343"/>
                    <a:pt x="105" y="337"/>
                  </a:cubicBezTo>
                  <a:cubicBezTo>
                    <a:pt x="105" y="336"/>
                    <a:pt x="104" y="335"/>
                    <a:pt x="104" y="335"/>
                  </a:cubicBezTo>
                  <a:cubicBezTo>
                    <a:pt x="105" y="334"/>
                    <a:pt x="105" y="334"/>
                    <a:pt x="106" y="333"/>
                  </a:cubicBezTo>
                  <a:cubicBezTo>
                    <a:pt x="109" y="334"/>
                    <a:pt x="112" y="335"/>
                    <a:pt x="115" y="335"/>
                  </a:cubicBezTo>
                  <a:close/>
                  <a:moveTo>
                    <a:pt x="106" y="373"/>
                  </a:moveTo>
                  <a:cubicBezTo>
                    <a:pt x="108" y="371"/>
                    <a:pt x="111" y="369"/>
                    <a:pt x="114" y="367"/>
                  </a:cubicBezTo>
                  <a:cubicBezTo>
                    <a:pt x="115" y="373"/>
                    <a:pt x="117" y="378"/>
                    <a:pt x="121" y="382"/>
                  </a:cubicBezTo>
                  <a:cubicBezTo>
                    <a:pt x="119" y="382"/>
                    <a:pt x="117" y="381"/>
                    <a:pt x="114" y="381"/>
                  </a:cubicBezTo>
                  <a:cubicBezTo>
                    <a:pt x="111" y="380"/>
                    <a:pt x="108" y="379"/>
                    <a:pt x="104" y="378"/>
                  </a:cubicBezTo>
                  <a:cubicBezTo>
                    <a:pt x="105" y="376"/>
                    <a:pt x="106" y="375"/>
                    <a:pt x="106" y="373"/>
                  </a:cubicBezTo>
                  <a:close/>
                  <a:moveTo>
                    <a:pt x="120" y="367"/>
                  </a:moveTo>
                  <a:cubicBezTo>
                    <a:pt x="124" y="368"/>
                    <a:pt x="126" y="370"/>
                    <a:pt x="128" y="373"/>
                  </a:cubicBezTo>
                  <a:cubicBezTo>
                    <a:pt x="130" y="376"/>
                    <a:pt x="130" y="378"/>
                    <a:pt x="130" y="379"/>
                  </a:cubicBezTo>
                  <a:cubicBezTo>
                    <a:pt x="125" y="378"/>
                    <a:pt x="122" y="374"/>
                    <a:pt x="120" y="367"/>
                  </a:cubicBezTo>
                  <a:close/>
                  <a:moveTo>
                    <a:pt x="125" y="358"/>
                  </a:moveTo>
                  <a:cubicBezTo>
                    <a:pt x="130" y="355"/>
                    <a:pt x="136" y="351"/>
                    <a:pt x="143" y="348"/>
                  </a:cubicBezTo>
                  <a:cubicBezTo>
                    <a:pt x="143" y="349"/>
                    <a:pt x="144" y="350"/>
                    <a:pt x="145" y="351"/>
                  </a:cubicBezTo>
                  <a:cubicBezTo>
                    <a:pt x="149" y="355"/>
                    <a:pt x="153" y="357"/>
                    <a:pt x="157" y="358"/>
                  </a:cubicBezTo>
                  <a:cubicBezTo>
                    <a:pt x="160" y="363"/>
                    <a:pt x="166" y="366"/>
                    <a:pt x="172" y="368"/>
                  </a:cubicBezTo>
                  <a:cubicBezTo>
                    <a:pt x="172" y="369"/>
                    <a:pt x="172" y="369"/>
                    <a:pt x="172" y="369"/>
                  </a:cubicBezTo>
                  <a:cubicBezTo>
                    <a:pt x="170" y="370"/>
                    <a:pt x="167" y="371"/>
                    <a:pt x="165" y="371"/>
                  </a:cubicBezTo>
                  <a:cubicBezTo>
                    <a:pt x="158" y="373"/>
                    <a:pt x="158" y="373"/>
                    <a:pt x="158" y="373"/>
                  </a:cubicBezTo>
                  <a:cubicBezTo>
                    <a:pt x="151" y="376"/>
                    <a:pt x="151" y="376"/>
                    <a:pt x="151" y="376"/>
                  </a:cubicBezTo>
                  <a:cubicBezTo>
                    <a:pt x="147" y="377"/>
                    <a:pt x="143" y="379"/>
                    <a:pt x="140" y="380"/>
                  </a:cubicBezTo>
                  <a:cubicBezTo>
                    <a:pt x="140" y="377"/>
                    <a:pt x="139" y="373"/>
                    <a:pt x="136" y="368"/>
                  </a:cubicBezTo>
                  <a:cubicBezTo>
                    <a:pt x="134" y="364"/>
                    <a:pt x="130" y="361"/>
                    <a:pt x="125" y="358"/>
                  </a:cubicBezTo>
                  <a:close/>
                  <a:moveTo>
                    <a:pt x="167" y="322"/>
                  </a:moveTo>
                  <a:cubicBezTo>
                    <a:pt x="166" y="321"/>
                    <a:pt x="166" y="321"/>
                    <a:pt x="166" y="320"/>
                  </a:cubicBezTo>
                  <a:cubicBezTo>
                    <a:pt x="166" y="317"/>
                    <a:pt x="168" y="315"/>
                    <a:pt x="171" y="312"/>
                  </a:cubicBezTo>
                  <a:cubicBezTo>
                    <a:pt x="173" y="310"/>
                    <a:pt x="175" y="308"/>
                    <a:pt x="178" y="307"/>
                  </a:cubicBezTo>
                  <a:cubicBezTo>
                    <a:pt x="179" y="307"/>
                    <a:pt x="180" y="308"/>
                    <a:pt x="181" y="309"/>
                  </a:cubicBezTo>
                  <a:cubicBezTo>
                    <a:pt x="186" y="312"/>
                    <a:pt x="190" y="314"/>
                    <a:pt x="194" y="317"/>
                  </a:cubicBezTo>
                  <a:cubicBezTo>
                    <a:pt x="184" y="318"/>
                    <a:pt x="174" y="319"/>
                    <a:pt x="167" y="323"/>
                  </a:cubicBezTo>
                  <a:cubicBezTo>
                    <a:pt x="167" y="322"/>
                    <a:pt x="167" y="322"/>
                    <a:pt x="167" y="322"/>
                  </a:cubicBezTo>
                  <a:close/>
                  <a:moveTo>
                    <a:pt x="188" y="302"/>
                  </a:moveTo>
                  <a:cubicBezTo>
                    <a:pt x="189" y="301"/>
                    <a:pt x="190" y="301"/>
                    <a:pt x="191" y="301"/>
                  </a:cubicBezTo>
                  <a:cubicBezTo>
                    <a:pt x="198" y="306"/>
                    <a:pt x="205" y="311"/>
                    <a:pt x="212" y="315"/>
                  </a:cubicBezTo>
                  <a:cubicBezTo>
                    <a:pt x="212" y="315"/>
                    <a:pt x="211" y="315"/>
                    <a:pt x="211" y="315"/>
                  </a:cubicBezTo>
                  <a:cubicBezTo>
                    <a:pt x="203" y="311"/>
                    <a:pt x="195" y="307"/>
                    <a:pt x="188" y="302"/>
                  </a:cubicBezTo>
                  <a:close/>
                  <a:moveTo>
                    <a:pt x="191" y="285"/>
                  </a:moveTo>
                  <a:cubicBezTo>
                    <a:pt x="190" y="286"/>
                    <a:pt x="190" y="286"/>
                    <a:pt x="190" y="286"/>
                  </a:cubicBezTo>
                  <a:cubicBezTo>
                    <a:pt x="187" y="283"/>
                    <a:pt x="186" y="280"/>
                    <a:pt x="185" y="277"/>
                  </a:cubicBezTo>
                  <a:cubicBezTo>
                    <a:pt x="185" y="277"/>
                    <a:pt x="185" y="277"/>
                    <a:pt x="185" y="277"/>
                  </a:cubicBezTo>
                  <a:cubicBezTo>
                    <a:pt x="185" y="275"/>
                    <a:pt x="186" y="273"/>
                    <a:pt x="190" y="269"/>
                  </a:cubicBezTo>
                  <a:cubicBezTo>
                    <a:pt x="190" y="269"/>
                    <a:pt x="191" y="268"/>
                    <a:pt x="193" y="268"/>
                  </a:cubicBezTo>
                  <a:cubicBezTo>
                    <a:pt x="193" y="268"/>
                    <a:pt x="194" y="268"/>
                    <a:pt x="195" y="268"/>
                  </a:cubicBezTo>
                  <a:cubicBezTo>
                    <a:pt x="198" y="269"/>
                    <a:pt x="202" y="270"/>
                    <a:pt x="205" y="270"/>
                  </a:cubicBezTo>
                  <a:cubicBezTo>
                    <a:pt x="205" y="270"/>
                    <a:pt x="206" y="271"/>
                    <a:pt x="206" y="272"/>
                  </a:cubicBezTo>
                  <a:cubicBezTo>
                    <a:pt x="206" y="275"/>
                    <a:pt x="205" y="279"/>
                    <a:pt x="203" y="281"/>
                  </a:cubicBezTo>
                  <a:cubicBezTo>
                    <a:pt x="200" y="284"/>
                    <a:pt x="195" y="285"/>
                    <a:pt x="191" y="285"/>
                  </a:cubicBezTo>
                  <a:close/>
                  <a:moveTo>
                    <a:pt x="194" y="229"/>
                  </a:moveTo>
                  <a:cubicBezTo>
                    <a:pt x="187" y="224"/>
                    <a:pt x="181" y="219"/>
                    <a:pt x="181" y="215"/>
                  </a:cubicBezTo>
                  <a:cubicBezTo>
                    <a:pt x="181" y="215"/>
                    <a:pt x="181" y="214"/>
                    <a:pt x="181" y="214"/>
                  </a:cubicBezTo>
                  <a:cubicBezTo>
                    <a:pt x="181" y="214"/>
                    <a:pt x="181" y="213"/>
                    <a:pt x="181" y="213"/>
                  </a:cubicBezTo>
                  <a:cubicBezTo>
                    <a:pt x="182" y="207"/>
                    <a:pt x="194" y="204"/>
                    <a:pt x="207" y="203"/>
                  </a:cubicBezTo>
                  <a:cubicBezTo>
                    <a:pt x="210" y="206"/>
                    <a:pt x="213" y="211"/>
                    <a:pt x="216" y="216"/>
                  </a:cubicBezTo>
                  <a:cubicBezTo>
                    <a:pt x="215" y="218"/>
                    <a:pt x="215" y="218"/>
                    <a:pt x="215" y="218"/>
                  </a:cubicBezTo>
                  <a:cubicBezTo>
                    <a:pt x="213" y="221"/>
                    <a:pt x="211" y="225"/>
                    <a:pt x="210" y="228"/>
                  </a:cubicBezTo>
                  <a:cubicBezTo>
                    <a:pt x="205" y="229"/>
                    <a:pt x="200" y="229"/>
                    <a:pt x="194" y="229"/>
                  </a:cubicBezTo>
                  <a:close/>
                  <a:moveTo>
                    <a:pt x="193" y="195"/>
                  </a:moveTo>
                  <a:cubicBezTo>
                    <a:pt x="193" y="195"/>
                    <a:pt x="193" y="195"/>
                    <a:pt x="193" y="195"/>
                  </a:cubicBezTo>
                  <a:cubicBezTo>
                    <a:pt x="193" y="195"/>
                    <a:pt x="194" y="195"/>
                    <a:pt x="194" y="195"/>
                  </a:cubicBezTo>
                  <a:cubicBezTo>
                    <a:pt x="194" y="195"/>
                    <a:pt x="193" y="195"/>
                    <a:pt x="193" y="195"/>
                  </a:cubicBezTo>
                  <a:close/>
                  <a:moveTo>
                    <a:pt x="215" y="250"/>
                  </a:moveTo>
                  <a:cubicBezTo>
                    <a:pt x="217" y="251"/>
                    <a:pt x="219" y="252"/>
                    <a:pt x="221" y="253"/>
                  </a:cubicBezTo>
                  <a:cubicBezTo>
                    <a:pt x="220" y="254"/>
                    <a:pt x="219" y="256"/>
                    <a:pt x="218" y="257"/>
                  </a:cubicBezTo>
                  <a:cubicBezTo>
                    <a:pt x="217" y="257"/>
                    <a:pt x="216" y="257"/>
                    <a:pt x="214" y="257"/>
                  </a:cubicBezTo>
                  <a:cubicBezTo>
                    <a:pt x="214" y="254"/>
                    <a:pt x="215" y="252"/>
                    <a:pt x="215" y="250"/>
                  </a:cubicBezTo>
                  <a:close/>
                  <a:moveTo>
                    <a:pt x="219" y="241"/>
                  </a:moveTo>
                  <a:cubicBezTo>
                    <a:pt x="220" y="240"/>
                    <a:pt x="220" y="238"/>
                    <a:pt x="221" y="237"/>
                  </a:cubicBezTo>
                  <a:cubicBezTo>
                    <a:pt x="222" y="237"/>
                    <a:pt x="222" y="237"/>
                    <a:pt x="222" y="236"/>
                  </a:cubicBezTo>
                  <a:cubicBezTo>
                    <a:pt x="222" y="239"/>
                    <a:pt x="222" y="241"/>
                    <a:pt x="222" y="243"/>
                  </a:cubicBezTo>
                  <a:cubicBezTo>
                    <a:pt x="221" y="242"/>
                    <a:pt x="220" y="242"/>
                    <a:pt x="219" y="241"/>
                  </a:cubicBezTo>
                  <a:close/>
                  <a:moveTo>
                    <a:pt x="217" y="267"/>
                  </a:moveTo>
                  <a:cubicBezTo>
                    <a:pt x="224" y="268"/>
                    <a:pt x="230" y="271"/>
                    <a:pt x="234" y="276"/>
                  </a:cubicBezTo>
                  <a:cubicBezTo>
                    <a:pt x="232" y="277"/>
                    <a:pt x="230" y="278"/>
                    <a:pt x="228" y="279"/>
                  </a:cubicBezTo>
                  <a:cubicBezTo>
                    <a:pt x="226" y="280"/>
                    <a:pt x="222" y="282"/>
                    <a:pt x="219" y="283"/>
                  </a:cubicBezTo>
                  <a:cubicBezTo>
                    <a:pt x="217" y="279"/>
                    <a:pt x="216" y="275"/>
                    <a:pt x="215" y="271"/>
                  </a:cubicBezTo>
                  <a:cubicBezTo>
                    <a:pt x="215" y="270"/>
                    <a:pt x="215" y="269"/>
                    <a:pt x="215" y="268"/>
                  </a:cubicBezTo>
                  <a:cubicBezTo>
                    <a:pt x="216" y="267"/>
                    <a:pt x="216" y="267"/>
                    <a:pt x="217" y="267"/>
                  </a:cubicBezTo>
                  <a:close/>
                  <a:moveTo>
                    <a:pt x="220" y="210"/>
                  </a:moveTo>
                  <a:cubicBezTo>
                    <a:pt x="218" y="207"/>
                    <a:pt x="217" y="205"/>
                    <a:pt x="215" y="202"/>
                  </a:cubicBezTo>
                  <a:cubicBezTo>
                    <a:pt x="217" y="202"/>
                    <a:pt x="219" y="202"/>
                    <a:pt x="222" y="203"/>
                  </a:cubicBezTo>
                  <a:cubicBezTo>
                    <a:pt x="222" y="203"/>
                    <a:pt x="222" y="203"/>
                    <a:pt x="222" y="203"/>
                  </a:cubicBezTo>
                  <a:cubicBezTo>
                    <a:pt x="223" y="203"/>
                    <a:pt x="223" y="204"/>
                    <a:pt x="223" y="204"/>
                  </a:cubicBezTo>
                  <a:cubicBezTo>
                    <a:pt x="223" y="206"/>
                    <a:pt x="222" y="208"/>
                    <a:pt x="220" y="210"/>
                  </a:cubicBezTo>
                  <a:close/>
                  <a:moveTo>
                    <a:pt x="183" y="181"/>
                  </a:moveTo>
                  <a:cubicBezTo>
                    <a:pt x="185" y="183"/>
                    <a:pt x="185" y="185"/>
                    <a:pt x="185" y="187"/>
                  </a:cubicBezTo>
                  <a:cubicBezTo>
                    <a:pt x="185" y="187"/>
                    <a:pt x="185" y="187"/>
                    <a:pt x="185" y="187"/>
                  </a:cubicBezTo>
                  <a:cubicBezTo>
                    <a:pt x="180" y="187"/>
                    <a:pt x="174" y="187"/>
                    <a:pt x="167" y="188"/>
                  </a:cubicBezTo>
                  <a:cubicBezTo>
                    <a:pt x="167" y="188"/>
                    <a:pt x="167" y="188"/>
                    <a:pt x="167" y="188"/>
                  </a:cubicBezTo>
                  <a:cubicBezTo>
                    <a:pt x="169" y="184"/>
                    <a:pt x="170" y="180"/>
                    <a:pt x="172" y="176"/>
                  </a:cubicBezTo>
                  <a:cubicBezTo>
                    <a:pt x="177" y="177"/>
                    <a:pt x="181" y="179"/>
                    <a:pt x="183" y="181"/>
                  </a:cubicBezTo>
                  <a:close/>
                  <a:moveTo>
                    <a:pt x="163" y="123"/>
                  </a:moveTo>
                  <a:cubicBezTo>
                    <a:pt x="163" y="123"/>
                    <a:pt x="163" y="123"/>
                    <a:pt x="163" y="123"/>
                  </a:cubicBezTo>
                  <a:cubicBezTo>
                    <a:pt x="161" y="122"/>
                    <a:pt x="160" y="123"/>
                    <a:pt x="158" y="123"/>
                  </a:cubicBezTo>
                  <a:cubicBezTo>
                    <a:pt x="157" y="118"/>
                    <a:pt x="156" y="113"/>
                    <a:pt x="154" y="108"/>
                  </a:cubicBezTo>
                  <a:cubicBezTo>
                    <a:pt x="155" y="108"/>
                    <a:pt x="155" y="108"/>
                    <a:pt x="155" y="108"/>
                  </a:cubicBezTo>
                  <a:cubicBezTo>
                    <a:pt x="166" y="111"/>
                    <a:pt x="177" y="113"/>
                    <a:pt x="189" y="114"/>
                  </a:cubicBezTo>
                  <a:cubicBezTo>
                    <a:pt x="182" y="118"/>
                    <a:pt x="172" y="121"/>
                    <a:pt x="163" y="123"/>
                  </a:cubicBezTo>
                  <a:close/>
                  <a:moveTo>
                    <a:pt x="167" y="138"/>
                  </a:moveTo>
                  <a:cubicBezTo>
                    <a:pt x="164" y="137"/>
                    <a:pt x="161" y="137"/>
                    <a:pt x="157" y="136"/>
                  </a:cubicBezTo>
                  <a:cubicBezTo>
                    <a:pt x="157" y="135"/>
                    <a:pt x="157" y="134"/>
                    <a:pt x="158" y="133"/>
                  </a:cubicBezTo>
                  <a:cubicBezTo>
                    <a:pt x="159" y="132"/>
                    <a:pt x="161" y="132"/>
                    <a:pt x="162" y="132"/>
                  </a:cubicBezTo>
                  <a:cubicBezTo>
                    <a:pt x="165" y="132"/>
                    <a:pt x="166" y="135"/>
                    <a:pt x="167" y="138"/>
                  </a:cubicBezTo>
                  <a:close/>
                  <a:moveTo>
                    <a:pt x="154" y="146"/>
                  </a:moveTo>
                  <a:cubicBezTo>
                    <a:pt x="159" y="146"/>
                    <a:pt x="164" y="147"/>
                    <a:pt x="168" y="148"/>
                  </a:cubicBezTo>
                  <a:cubicBezTo>
                    <a:pt x="168" y="149"/>
                    <a:pt x="168" y="150"/>
                    <a:pt x="168" y="151"/>
                  </a:cubicBezTo>
                  <a:cubicBezTo>
                    <a:pt x="164" y="152"/>
                    <a:pt x="161" y="153"/>
                    <a:pt x="158" y="152"/>
                  </a:cubicBezTo>
                  <a:cubicBezTo>
                    <a:pt x="156" y="152"/>
                    <a:pt x="154" y="151"/>
                    <a:pt x="152" y="150"/>
                  </a:cubicBezTo>
                  <a:cubicBezTo>
                    <a:pt x="153" y="149"/>
                    <a:pt x="154" y="148"/>
                    <a:pt x="154" y="146"/>
                  </a:cubicBezTo>
                  <a:close/>
                  <a:moveTo>
                    <a:pt x="157" y="162"/>
                  </a:moveTo>
                  <a:cubicBezTo>
                    <a:pt x="157" y="162"/>
                    <a:pt x="157" y="162"/>
                    <a:pt x="158" y="162"/>
                  </a:cubicBezTo>
                  <a:cubicBezTo>
                    <a:pt x="156" y="162"/>
                    <a:pt x="154" y="163"/>
                    <a:pt x="152" y="164"/>
                  </a:cubicBezTo>
                  <a:cubicBezTo>
                    <a:pt x="152" y="164"/>
                    <a:pt x="151" y="164"/>
                    <a:pt x="151" y="164"/>
                  </a:cubicBezTo>
                  <a:cubicBezTo>
                    <a:pt x="150" y="163"/>
                    <a:pt x="150" y="161"/>
                    <a:pt x="149" y="160"/>
                  </a:cubicBezTo>
                  <a:cubicBezTo>
                    <a:pt x="152" y="161"/>
                    <a:pt x="154" y="161"/>
                    <a:pt x="157" y="162"/>
                  </a:cubicBezTo>
                  <a:close/>
                  <a:moveTo>
                    <a:pt x="146" y="91"/>
                  </a:moveTo>
                  <a:cubicBezTo>
                    <a:pt x="145" y="91"/>
                    <a:pt x="145" y="90"/>
                    <a:pt x="144" y="89"/>
                  </a:cubicBezTo>
                  <a:cubicBezTo>
                    <a:pt x="144" y="89"/>
                    <a:pt x="144" y="89"/>
                    <a:pt x="145" y="89"/>
                  </a:cubicBezTo>
                  <a:cubicBezTo>
                    <a:pt x="146" y="88"/>
                    <a:pt x="148" y="88"/>
                    <a:pt x="149" y="88"/>
                  </a:cubicBezTo>
                  <a:cubicBezTo>
                    <a:pt x="148" y="89"/>
                    <a:pt x="147" y="90"/>
                    <a:pt x="146" y="91"/>
                  </a:cubicBezTo>
                  <a:close/>
                  <a:moveTo>
                    <a:pt x="144" y="109"/>
                  </a:moveTo>
                  <a:cubicBezTo>
                    <a:pt x="147" y="115"/>
                    <a:pt x="148" y="120"/>
                    <a:pt x="148" y="126"/>
                  </a:cubicBezTo>
                  <a:cubicBezTo>
                    <a:pt x="148" y="127"/>
                    <a:pt x="147" y="127"/>
                    <a:pt x="147" y="127"/>
                  </a:cubicBezTo>
                  <a:cubicBezTo>
                    <a:pt x="145" y="128"/>
                    <a:pt x="142" y="129"/>
                    <a:pt x="139" y="131"/>
                  </a:cubicBezTo>
                  <a:cubicBezTo>
                    <a:pt x="139" y="130"/>
                    <a:pt x="139" y="129"/>
                    <a:pt x="139" y="129"/>
                  </a:cubicBezTo>
                  <a:cubicBezTo>
                    <a:pt x="139" y="126"/>
                    <a:pt x="139" y="123"/>
                    <a:pt x="140" y="120"/>
                  </a:cubicBezTo>
                  <a:cubicBezTo>
                    <a:pt x="141" y="116"/>
                    <a:pt x="142" y="113"/>
                    <a:pt x="144" y="109"/>
                  </a:cubicBezTo>
                  <a:close/>
                  <a:moveTo>
                    <a:pt x="140" y="162"/>
                  </a:moveTo>
                  <a:cubicBezTo>
                    <a:pt x="140" y="163"/>
                    <a:pt x="141" y="164"/>
                    <a:pt x="141" y="166"/>
                  </a:cubicBezTo>
                  <a:cubicBezTo>
                    <a:pt x="135" y="166"/>
                    <a:pt x="130" y="167"/>
                    <a:pt x="124" y="168"/>
                  </a:cubicBezTo>
                  <a:cubicBezTo>
                    <a:pt x="124" y="167"/>
                    <a:pt x="124" y="167"/>
                    <a:pt x="124" y="166"/>
                  </a:cubicBezTo>
                  <a:cubicBezTo>
                    <a:pt x="127" y="166"/>
                    <a:pt x="129" y="166"/>
                    <a:pt x="132" y="165"/>
                  </a:cubicBezTo>
                  <a:cubicBezTo>
                    <a:pt x="135" y="165"/>
                    <a:pt x="137" y="164"/>
                    <a:pt x="140" y="162"/>
                  </a:cubicBezTo>
                  <a:close/>
                  <a:moveTo>
                    <a:pt x="130" y="156"/>
                  </a:moveTo>
                  <a:cubicBezTo>
                    <a:pt x="128" y="156"/>
                    <a:pt x="126" y="156"/>
                    <a:pt x="124" y="156"/>
                  </a:cubicBezTo>
                  <a:cubicBezTo>
                    <a:pt x="123" y="154"/>
                    <a:pt x="123" y="153"/>
                    <a:pt x="122" y="151"/>
                  </a:cubicBezTo>
                  <a:cubicBezTo>
                    <a:pt x="122" y="151"/>
                    <a:pt x="123" y="150"/>
                    <a:pt x="123" y="150"/>
                  </a:cubicBezTo>
                  <a:cubicBezTo>
                    <a:pt x="126" y="148"/>
                    <a:pt x="130" y="147"/>
                    <a:pt x="134" y="147"/>
                  </a:cubicBezTo>
                  <a:cubicBezTo>
                    <a:pt x="134" y="147"/>
                    <a:pt x="134" y="148"/>
                    <a:pt x="135" y="149"/>
                  </a:cubicBezTo>
                  <a:cubicBezTo>
                    <a:pt x="136" y="150"/>
                    <a:pt x="137" y="151"/>
                    <a:pt x="138" y="152"/>
                  </a:cubicBezTo>
                  <a:cubicBezTo>
                    <a:pt x="136" y="154"/>
                    <a:pt x="133" y="155"/>
                    <a:pt x="130" y="156"/>
                  </a:cubicBezTo>
                  <a:close/>
                  <a:moveTo>
                    <a:pt x="135" y="176"/>
                  </a:moveTo>
                  <a:cubicBezTo>
                    <a:pt x="131" y="180"/>
                    <a:pt x="127" y="186"/>
                    <a:pt x="125" y="193"/>
                  </a:cubicBezTo>
                  <a:cubicBezTo>
                    <a:pt x="122" y="191"/>
                    <a:pt x="118" y="189"/>
                    <a:pt x="115" y="187"/>
                  </a:cubicBezTo>
                  <a:cubicBezTo>
                    <a:pt x="117" y="184"/>
                    <a:pt x="119" y="181"/>
                    <a:pt x="121" y="178"/>
                  </a:cubicBezTo>
                  <a:cubicBezTo>
                    <a:pt x="126" y="177"/>
                    <a:pt x="131" y="176"/>
                    <a:pt x="135" y="176"/>
                  </a:cubicBezTo>
                  <a:close/>
                  <a:moveTo>
                    <a:pt x="114" y="170"/>
                  </a:moveTo>
                  <a:cubicBezTo>
                    <a:pt x="113" y="170"/>
                    <a:pt x="111" y="170"/>
                    <a:pt x="110" y="171"/>
                  </a:cubicBezTo>
                  <a:cubicBezTo>
                    <a:pt x="110" y="169"/>
                    <a:pt x="111" y="167"/>
                    <a:pt x="112" y="165"/>
                  </a:cubicBezTo>
                  <a:cubicBezTo>
                    <a:pt x="112" y="165"/>
                    <a:pt x="112" y="164"/>
                    <a:pt x="113" y="164"/>
                  </a:cubicBezTo>
                  <a:cubicBezTo>
                    <a:pt x="113" y="164"/>
                    <a:pt x="114" y="164"/>
                    <a:pt x="115" y="164"/>
                  </a:cubicBezTo>
                  <a:cubicBezTo>
                    <a:pt x="115" y="166"/>
                    <a:pt x="114" y="168"/>
                    <a:pt x="114" y="170"/>
                  </a:cubicBezTo>
                  <a:close/>
                  <a:moveTo>
                    <a:pt x="92" y="329"/>
                  </a:moveTo>
                  <a:cubicBezTo>
                    <a:pt x="92" y="330"/>
                    <a:pt x="93" y="331"/>
                    <a:pt x="93" y="332"/>
                  </a:cubicBezTo>
                  <a:cubicBezTo>
                    <a:pt x="88" y="337"/>
                    <a:pt x="84" y="342"/>
                    <a:pt x="81" y="348"/>
                  </a:cubicBezTo>
                  <a:cubicBezTo>
                    <a:pt x="81" y="348"/>
                    <a:pt x="81" y="347"/>
                    <a:pt x="81" y="347"/>
                  </a:cubicBezTo>
                  <a:cubicBezTo>
                    <a:pt x="81" y="346"/>
                    <a:pt x="81" y="345"/>
                    <a:pt x="80" y="344"/>
                  </a:cubicBezTo>
                  <a:cubicBezTo>
                    <a:pt x="79" y="336"/>
                    <a:pt x="69" y="330"/>
                    <a:pt x="56" y="325"/>
                  </a:cubicBezTo>
                  <a:cubicBezTo>
                    <a:pt x="58" y="325"/>
                    <a:pt x="60" y="324"/>
                    <a:pt x="62" y="324"/>
                  </a:cubicBezTo>
                  <a:cubicBezTo>
                    <a:pt x="72" y="322"/>
                    <a:pt x="82" y="325"/>
                    <a:pt x="92" y="329"/>
                  </a:cubicBezTo>
                  <a:close/>
                  <a:moveTo>
                    <a:pt x="107" y="420"/>
                  </a:moveTo>
                  <a:cubicBezTo>
                    <a:pt x="115" y="420"/>
                    <a:pt x="123" y="419"/>
                    <a:pt x="130" y="416"/>
                  </a:cubicBezTo>
                  <a:cubicBezTo>
                    <a:pt x="130" y="417"/>
                    <a:pt x="130" y="417"/>
                    <a:pt x="131" y="418"/>
                  </a:cubicBezTo>
                  <a:cubicBezTo>
                    <a:pt x="121" y="421"/>
                    <a:pt x="114" y="422"/>
                    <a:pt x="107" y="420"/>
                  </a:cubicBezTo>
                  <a:close/>
                  <a:moveTo>
                    <a:pt x="132" y="424"/>
                  </a:moveTo>
                  <a:cubicBezTo>
                    <a:pt x="132" y="424"/>
                    <a:pt x="133" y="425"/>
                    <a:pt x="133" y="426"/>
                  </a:cubicBezTo>
                  <a:cubicBezTo>
                    <a:pt x="133" y="426"/>
                    <a:pt x="133" y="426"/>
                    <a:pt x="133" y="426"/>
                  </a:cubicBezTo>
                  <a:cubicBezTo>
                    <a:pt x="127" y="425"/>
                    <a:pt x="127" y="425"/>
                    <a:pt x="127" y="425"/>
                  </a:cubicBezTo>
                  <a:cubicBezTo>
                    <a:pt x="129" y="425"/>
                    <a:pt x="130" y="424"/>
                    <a:pt x="132" y="424"/>
                  </a:cubicBezTo>
                  <a:close/>
                  <a:moveTo>
                    <a:pt x="134" y="405"/>
                  </a:moveTo>
                  <a:cubicBezTo>
                    <a:pt x="120" y="410"/>
                    <a:pt x="106" y="413"/>
                    <a:pt x="95" y="409"/>
                  </a:cubicBezTo>
                  <a:cubicBezTo>
                    <a:pt x="93" y="405"/>
                    <a:pt x="92" y="401"/>
                    <a:pt x="92" y="397"/>
                  </a:cubicBezTo>
                  <a:cubicBezTo>
                    <a:pt x="92" y="396"/>
                    <a:pt x="92" y="395"/>
                    <a:pt x="93" y="393"/>
                  </a:cubicBezTo>
                  <a:cubicBezTo>
                    <a:pt x="95" y="391"/>
                    <a:pt x="97" y="389"/>
                    <a:pt x="98" y="387"/>
                  </a:cubicBezTo>
                  <a:cubicBezTo>
                    <a:pt x="103" y="388"/>
                    <a:pt x="107" y="389"/>
                    <a:pt x="112" y="390"/>
                  </a:cubicBezTo>
                  <a:cubicBezTo>
                    <a:pt x="120" y="392"/>
                    <a:pt x="132" y="392"/>
                    <a:pt x="137" y="386"/>
                  </a:cubicBezTo>
                  <a:cubicBezTo>
                    <a:pt x="143" y="386"/>
                    <a:pt x="148" y="384"/>
                    <a:pt x="153" y="382"/>
                  </a:cubicBezTo>
                  <a:cubicBezTo>
                    <a:pt x="160" y="379"/>
                    <a:pt x="160" y="379"/>
                    <a:pt x="160" y="379"/>
                  </a:cubicBezTo>
                  <a:cubicBezTo>
                    <a:pt x="166" y="378"/>
                    <a:pt x="166" y="378"/>
                    <a:pt x="166" y="378"/>
                  </a:cubicBezTo>
                  <a:cubicBezTo>
                    <a:pt x="168" y="377"/>
                    <a:pt x="170" y="377"/>
                    <a:pt x="172" y="376"/>
                  </a:cubicBezTo>
                  <a:cubicBezTo>
                    <a:pt x="172" y="376"/>
                    <a:pt x="171" y="377"/>
                    <a:pt x="171" y="377"/>
                  </a:cubicBezTo>
                  <a:cubicBezTo>
                    <a:pt x="170" y="383"/>
                    <a:pt x="167" y="387"/>
                    <a:pt x="163" y="390"/>
                  </a:cubicBezTo>
                  <a:cubicBezTo>
                    <a:pt x="159" y="390"/>
                    <a:pt x="156" y="391"/>
                    <a:pt x="154" y="393"/>
                  </a:cubicBezTo>
                  <a:cubicBezTo>
                    <a:pt x="153" y="394"/>
                    <a:pt x="153" y="394"/>
                    <a:pt x="153" y="394"/>
                  </a:cubicBezTo>
                  <a:cubicBezTo>
                    <a:pt x="144" y="396"/>
                    <a:pt x="137" y="400"/>
                    <a:pt x="134" y="405"/>
                  </a:cubicBezTo>
                  <a:close/>
                  <a:moveTo>
                    <a:pt x="155" y="409"/>
                  </a:moveTo>
                  <a:cubicBezTo>
                    <a:pt x="159" y="408"/>
                    <a:pt x="162" y="407"/>
                    <a:pt x="165" y="406"/>
                  </a:cubicBezTo>
                  <a:cubicBezTo>
                    <a:pt x="168" y="406"/>
                    <a:pt x="171" y="405"/>
                    <a:pt x="175" y="405"/>
                  </a:cubicBezTo>
                  <a:cubicBezTo>
                    <a:pt x="176" y="408"/>
                    <a:pt x="177" y="410"/>
                    <a:pt x="178" y="414"/>
                  </a:cubicBezTo>
                  <a:cubicBezTo>
                    <a:pt x="170" y="411"/>
                    <a:pt x="162" y="411"/>
                    <a:pt x="157" y="411"/>
                  </a:cubicBezTo>
                  <a:cubicBezTo>
                    <a:pt x="156" y="411"/>
                    <a:pt x="155" y="411"/>
                    <a:pt x="154" y="411"/>
                  </a:cubicBezTo>
                  <a:cubicBezTo>
                    <a:pt x="155" y="410"/>
                    <a:pt x="155" y="410"/>
                    <a:pt x="155" y="409"/>
                  </a:cubicBezTo>
                  <a:close/>
                  <a:moveTo>
                    <a:pt x="167" y="341"/>
                  </a:moveTo>
                  <a:cubicBezTo>
                    <a:pt x="168" y="341"/>
                    <a:pt x="168" y="341"/>
                    <a:pt x="168" y="341"/>
                  </a:cubicBezTo>
                  <a:cubicBezTo>
                    <a:pt x="172" y="346"/>
                    <a:pt x="177" y="349"/>
                    <a:pt x="179" y="350"/>
                  </a:cubicBezTo>
                  <a:cubicBezTo>
                    <a:pt x="180" y="353"/>
                    <a:pt x="181" y="357"/>
                    <a:pt x="181" y="360"/>
                  </a:cubicBezTo>
                  <a:cubicBezTo>
                    <a:pt x="181" y="360"/>
                    <a:pt x="181" y="361"/>
                    <a:pt x="181" y="361"/>
                  </a:cubicBezTo>
                  <a:cubicBezTo>
                    <a:pt x="181" y="361"/>
                    <a:pt x="180" y="361"/>
                    <a:pt x="180" y="361"/>
                  </a:cubicBezTo>
                  <a:cubicBezTo>
                    <a:pt x="180" y="360"/>
                    <a:pt x="180" y="360"/>
                    <a:pt x="179" y="360"/>
                  </a:cubicBezTo>
                  <a:cubicBezTo>
                    <a:pt x="178" y="358"/>
                    <a:pt x="177" y="356"/>
                    <a:pt x="175" y="355"/>
                  </a:cubicBezTo>
                  <a:cubicBezTo>
                    <a:pt x="172" y="350"/>
                    <a:pt x="170" y="346"/>
                    <a:pt x="167" y="341"/>
                  </a:cubicBezTo>
                  <a:close/>
                  <a:moveTo>
                    <a:pt x="203" y="297"/>
                  </a:moveTo>
                  <a:cubicBezTo>
                    <a:pt x="204" y="297"/>
                    <a:pt x="206" y="296"/>
                    <a:pt x="207" y="296"/>
                  </a:cubicBezTo>
                  <a:cubicBezTo>
                    <a:pt x="209" y="295"/>
                    <a:pt x="211" y="295"/>
                    <a:pt x="214" y="294"/>
                  </a:cubicBezTo>
                  <a:cubicBezTo>
                    <a:pt x="217" y="301"/>
                    <a:pt x="221" y="307"/>
                    <a:pt x="225" y="312"/>
                  </a:cubicBezTo>
                  <a:cubicBezTo>
                    <a:pt x="218" y="307"/>
                    <a:pt x="210" y="302"/>
                    <a:pt x="203" y="297"/>
                  </a:cubicBezTo>
                  <a:close/>
                  <a:moveTo>
                    <a:pt x="223" y="291"/>
                  </a:moveTo>
                  <a:cubicBezTo>
                    <a:pt x="226" y="290"/>
                    <a:pt x="230" y="289"/>
                    <a:pt x="233" y="288"/>
                  </a:cubicBezTo>
                  <a:cubicBezTo>
                    <a:pt x="235" y="286"/>
                    <a:pt x="238" y="285"/>
                    <a:pt x="240" y="283"/>
                  </a:cubicBezTo>
                  <a:cubicBezTo>
                    <a:pt x="241" y="286"/>
                    <a:pt x="242" y="289"/>
                    <a:pt x="242" y="292"/>
                  </a:cubicBezTo>
                  <a:cubicBezTo>
                    <a:pt x="242" y="294"/>
                    <a:pt x="241" y="297"/>
                    <a:pt x="240" y="300"/>
                  </a:cubicBezTo>
                  <a:cubicBezTo>
                    <a:pt x="239" y="303"/>
                    <a:pt x="237" y="306"/>
                    <a:pt x="234" y="308"/>
                  </a:cubicBezTo>
                  <a:cubicBezTo>
                    <a:pt x="234" y="308"/>
                    <a:pt x="234" y="308"/>
                    <a:pt x="234" y="307"/>
                  </a:cubicBezTo>
                  <a:cubicBezTo>
                    <a:pt x="230" y="303"/>
                    <a:pt x="226" y="297"/>
                    <a:pt x="223" y="291"/>
                  </a:cubicBezTo>
                  <a:close/>
                  <a:moveTo>
                    <a:pt x="225" y="259"/>
                  </a:moveTo>
                  <a:cubicBezTo>
                    <a:pt x="225" y="258"/>
                    <a:pt x="226" y="257"/>
                    <a:pt x="226" y="256"/>
                  </a:cubicBezTo>
                  <a:cubicBezTo>
                    <a:pt x="232" y="259"/>
                    <a:pt x="238" y="263"/>
                    <a:pt x="244" y="268"/>
                  </a:cubicBezTo>
                  <a:cubicBezTo>
                    <a:pt x="243" y="269"/>
                    <a:pt x="243" y="269"/>
                    <a:pt x="242" y="270"/>
                  </a:cubicBezTo>
                  <a:cubicBezTo>
                    <a:pt x="238" y="265"/>
                    <a:pt x="231" y="261"/>
                    <a:pt x="225" y="259"/>
                  </a:cubicBezTo>
                  <a:close/>
                  <a:moveTo>
                    <a:pt x="256" y="221"/>
                  </a:moveTo>
                  <a:cubicBezTo>
                    <a:pt x="251" y="221"/>
                    <a:pt x="245" y="222"/>
                    <a:pt x="240" y="224"/>
                  </a:cubicBezTo>
                  <a:cubicBezTo>
                    <a:pt x="237" y="224"/>
                    <a:pt x="234" y="225"/>
                    <a:pt x="232" y="225"/>
                  </a:cubicBezTo>
                  <a:cubicBezTo>
                    <a:pt x="234" y="223"/>
                    <a:pt x="237" y="220"/>
                    <a:pt x="241" y="217"/>
                  </a:cubicBezTo>
                  <a:cubicBezTo>
                    <a:pt x="243" y="215"/>
                    <a:pt x="245" y="213"/>
                    <a:pt x="247" y="211"/>
                  </a:cubicBezTo>
                  <a:cubicBezTo>
                    <a:pt x="251" y="214"/>
                    <a:pt x="254" y="217"/>
                    <a:pt x="256" y="221"/>
                  </a:cubicBezTo>
                  <a:close/>
                  <a:moveTo>
                    <a:pt x="228" y="215"/>
                  </a:moveTo>
                  <a:cubicBezTo>
                    <a:pt x="230" y="212"/>
                    <a:pt x="232" y="208"/>
                    <a:pt x="232" y="204"/>
                  </a:cubicBezTo>
                  <a:cubicBezTo>
                    <a:pt x="235" y="205"/>
                    <a:pt x="237" y="205"/>
                    <a:pt x="238" y="206"/>
                  </a:cubicBezTo>
                  <a:cubicBezTo>
                    <a:pt x="237" y="207"/>
                    <a:pt x="236" y="209"/>
                    <a:pt x="234" y="210"/>
                  </a:cubicBezTo>
                  <a:cubicBezTo>
                    <a:pt x="232" y="212"/>
                    <a:pt x="230" y="213"/>
                    <a:pt x="228" y="215"/>
                  </a:cubicBezTo>
                  <a:close/>
                  <a:moveTo>
                    <a:pt x="256" y="154"/>
                  </a:moveTo>
                  <a:cubicBezTo>
                    <a:pt x="259" y="160"/>
                    <a:pt x="260" y="166"/>
                    <a:pt x="260" y="171"/>
                  </a:cubicBezTo>
                  <a:cubicBezTo>
                    <a:pt x="260" y="182"/>
                    <a:pt x="254" y="190"/>
                    <a:pt x="246" y="199"/>
                  </a:cubicBezTo>
                  <a:cubicBezTo>
                    <a:pt x="241" y="196"/>
                    <a:pt x="235" y="194"/>
                    <a:pt x="228" y="194"/>
                  </a:cubicBezTo>
                  <a:cubicBezTo>
                    <a:pt x="228" y="193"/>
                    <a:pt x="228" y="193"/>
                    <a:pt x="227" y="192"/>
                  </a:cubicBezTo>
                  <a:cubicBezTo>
                    <a:pt x="226" y="190"/>
                    <a:pt x="226" y="190"/>
                    <a:pt x="226" y="190"/>
                  </a:cubicBezTo>
                  <a:cubicBezTo>
                    <a:pt x="222" y="183"/>
                    <a:pt x="218" y="179"/>
                    <a:pt x="214" y="174"/>
                  </a:cubicBezTo>
                  <a:cubicBezTo>
                    <a:pt x="213" y="173"/>
                    <a:pt x="213" y="173"/>
                    <a:pt x="213" y="173"/>
                  </a:cubicBezTo>
                  <a:cubicBezTo>
                    <a:pt x="211" y="171"/>
                    <a:pt x="210" y="169"/>
                    <a:pt x="208" y="166"/>
                  </a:cubicBezTo>
                  <a:cubicBezTo>
                    <a:pt x="220" y="165"/>
                    <a:pt x="231" y="162"/>
                    <a:pt x="240" y="154"/>
                  </a:cubicBezTo>
                  <a:cubicBezTo>
                    <a:pt x="243" y="151"/>
                    <a:pt x="246" y="148"/>
                    <a:pt x="248" y="144"/>
                  </a:cubicBezTo>
                  <a:cubicBezTo>
                    <a:pt x="251" y="146"/>
                    <a:pt x="254" y="149"/>
                    <a:pt x="256" y="154"/>
                  </a:cubicBezTo>
                  <a:close/>
                  <a:moveTo>
                    <a:pt x="247" y="101"/>
                  </a:moveTo>
                  <a:cubicBezTo>
                    <a:pt x="248" y="100"/>
                    <a:pt x="249" y="99"/>
                    <a:pt x="249" y="98"/>
                  </a:cubicBezTo>
                  <a:cubicBezTo>
                    <a:pt x="249" y="100"/>
                    <a:pt x="249" y="102"/>
                    <a:pt x="249" y="104"/>
                  </a:cubicBezTo>
                  <a:cubicBezTo>
                    <a:pt x="248" y="103"/>
                    <a:pt x="247" y="103"/>
                    <a:pt x="246" y="102"/>
                  </a:cubicBezTo>
                  <a:cubicBezTo>
                    <a:pt x="246" y="102"/>
                    <a:pt x="247" y="102"/>
                    <a:pt x="247" y="101"/>
                  </a:cubicBezTo>
                  <a:close/>
                  <a:moveTo>
                    <a:pt x="202" y="102"/>
                  </a:moveTo>
                  <a:cubicBezTo>
                    <a:pt x="207" y="105"/>
                    <a:pt x="212" y="107"/>
                    <a:pt x="218" y="108"/>
                  </a:cubicBezTo>
                  <a:cubicBezTo>
                    <a:pt x="214" y="108"/>
                    <a:pt x="210" y="107"/>
                    <a:pt x="206" y="107"/>
                  </a:cubicBezTo>
                  <a:cubicBezTo>
                    <a:pt x="204" y="107"/>
                    <a:pt x="204" y="107"/>
                    <a:pt x="204" y="107"/>
                  </a:cubicBezTo>
                  <a:cubicBezTo>
                    <a:pt x="203" y="106"/>
                    <a:pt x="202" y="106"/>
                    <a:pt x="201" y="106"/>
                  </a:cubicBezTo>
                  <a:cubicBezTo>
                    <a:pt x="201" y="105"/>
                    <a:pt x="201" y="103"/>
                    <a:pt x="201" y="102"/>
                  </a:cubicBezTo>
                  <a:cubicBezTo>
                    <a:pt x="201" y="102"/>
                    <a:pt x="201" y="102"/>
                    <a:pt x="202" y="102"/>
                  </a:cubicBezTo>
                  <a:close/>
                  <a:moveTo>
                    <a:pt x="203" y="116"/>
                  </a:moveTo>
                  <a:cubicBezTo>
                    <a:pt x="205" y="116"/>
                    <a:pt x="205" y="116"/>
                    <a:pt x="205" y="116"/>
                  </a:cubicBezTo>
                  <a:cubicBezTo>
                    <a:pt x="216" y="118"/>
                    <a:pt x="227" y="119"/>
                    <a:pt x="238" y="111"/>
                  </a:cubicBezTo>
                  <a:cubicBezTo>
                    <a:pt x="238" y="111"/>
                    <a:pt x="238" y="111"/>
                    <a:pt x="238" y="110"/>
                  </a:cubicBezTo>
                  <a:cubicBezTo>
                    <a:pt x="239" y="111"/>
                    <a:pt x="240" y="111"/>
                    <a:pt x="242" y="111"/>
                  </a:cubicBezTo>
                  <a:cubicBezTo>
                    <a:pt x="244" y="112"/>
                    <a:pt x="246" y="113"/>
                    <a:pt x="248" y="114"/>
                  </a:cubicBezTo>
                  <a:cubicBezTo>
                    <a:pt x="247" y="120"/>
                    <a:pt x="245" y="126"/>
                    <a:pt x="244" y="131"/>
                  </a:cubicBezTo>
                  <a:cubicBezTo>
                    <a:pt x="228" y="126"/>
                    <a:pt x="210" y="135"/>
                    <a:pt x="194" y="142"/>
                  </a:cubicBezTo>
                  <a:cubicBezTo>
                    <a:pt x="192" y="143"/>
                    <a:pt x="189" y="144"/>
                    <a:pt x="187" y="145"/>
                  </a:cubicBezTo>
                  <a:cubicBezTo>
                    <a:pt x="184" y="143"/>
                    <a:pt x="181" y="142"/>
                    <a:pt x="178" y="141"/>
                  </a:cubicBezTo>
                  <a:cubicBezTo>
                    <a:pt x="177" y="134"/>
                    <a:pt x="175" y="130"/>
                    <a:pt x="172" y="127"/>
                  </a:cubicBezTo>
                  <a:cubicBezTo>
                    <a:pt x="182" y="125"/>
                    <a:pt x="192" y="121"/>
                    <a:pt x="197" y="115"/>
                  </a:cubicBezTo>
                  <a:cubicBezTo>
                    <a:pt x="199" y="116"/>
                    <a:pt x="201" y="116"/>
                    <a:pt x="203" y="116"/>
                  </a:cubicBezTo>
                  <a:close/>
                  <a:moveTo>
                    <a:pt x="190" y="93"/>
                  </a:moveTo>
                  <a:cubicBezTo>
                    <a:pt x="193" y="98"/>
                    <a:pt x="195" y="102"/>
                    <a:pt x="195" y="105"/>
                  </a:cubicBezTo>
                  <a:cubicBezTo>
                    <a:pt x="181" y="104"/>
                    <a:pt x="169" y="101"/>
                    <a:pt x="158" y="99"/>
                  </a:cubicBezTo>
                  <a:cubicBezTo>
                    <a:pt x="153" y="97"/>
                    <a:pt x="153" y="97"/>
                    <a:pt x="153" y="97"/>
                  </a:cubicBezTo>
                  <a:cubicBezTo>
                    <a:pt x="156" y="94"/>
                    <a:pt x="159" y="91"/>
                    <a:pt x="162" y="88"/>
                  </a:cubicBezTo>
                  <a:cubicBezTo>
                    <a:pt x="163" y="87"/>
                    <a:pt x="164" y="86"/>
                    <a:pt x="165" y="85"/>
                  </a:cubicBezTo>
                  <a:cubicBezTo>
                    <a:pt x="175" y="84"/>
                    <a:pt x="185" y="86"/>
                    <a:pt x="190" y="93"/>
                  </a:cubicBezTo>
                  <a:close/>
                  <a:moveTo>
                    <a:pt x="115" y="57"/>
                  </a:moveTo>
                  <a:cubicBezTo>
                    <a:pt x="115" y="56"/>
                    <a:pt x="114" y="56"/>
                    <a:pt x="114" y="56"/>
                  </a:cubicBezTo>
                  <a:cubicBezTo>
                    <a:pt x="111" y="52"/>
                    <a:pt x="109" y="48"/>
                    <a:pt x="109" y="45"/>
                  </a:cubicBezTo>
                  <a:cubicBezTo>
                    <a:pt x="109" y="45"/>
                    <a:pt x="109" y="45"/>
                    <a:pt x="109" y="45"/>
                  </a:cubicBezTo>
                  <a:cubicBezTo>
                    <a:pt x="109" y="42"/>
                    <a:pt x="110" y="40"/>
                    <a:pt x="112" y="38"/>
                  </a:cubicBezTo>
                  <a:cubicBezTo>
                    <a:pt x="123" y="30"/>
                    <a:pt x="143" y="27"/>
                    <a:pt x="158" y="30"/>
                  </a:cubicBezTo>
                  <a:cubicBezTo>
                    <a:pt x="158" y="31"/>
                    <a:pt x="158" y="32"/>
                    <a:pt x="158" y="33"/>
                  </a:cubicBezTo>
                  <a:cubicBezTo>
                    <a:pt x="156" y="46"/>
                    <a:pt x="153" y="48"/>
                    <a:pt x="143" y="52"/>
                  </a:cubicBezTo>
                  <a:cubicBezTo>
                    <a:pt x="131" y="56"/>
                    <a:pt x="121" y="60"/>
                    <a:pt x="115" y="57"/>
                  </a:cubicBezTo>
                  <a:close/>
                  <a:moveTo>
                    <a:pt x="127" y="69"/>
                  </a:moveTo>
                  <a:cubicBezTo>
                    <a:pt x="125" y="67"/>
                    <a:pt x="125" y="67"/>
                    <a:pt x="125" y="67"/>
                  </a:cubicBezTo>
                  <a:cubicBezTo>
                    <a:pt x="131" y="66"/>
                    <a:pt x="138" y="64"/>
                    <a:pt x="146" y="61"/>
                  </a:cubicBezTo>
                  <a:cubicBezTo>
                    <a:pt x="159" y="55"/>
                    <a:pt x="165" y="52"/>
                    <a:pt x="167" y="35"/>
                  </a:cubicBezTo>
                  <a:cubicBezTo>
                    <a:pt x="167" y="34"/>
                    <a:pt x="167" y="33"/>
                    <a:pt x="167" y="33"/>
                  </a:cubicBezTo>
                  <a:cubicBezTo>
                    <a:pt x="170" y="34"/>
                    <a:pt x="172" y="35"/>
                    <a:pt x="174" y="37"/>
                  </a:cubicBezTo>
                  <a:cubicBezTo>
                    <a:pt x="177" y="39"/>
                    <a:pt x="178" y="43"/>
                    <a:pt x="178" y="46"/>
                  </a:cubicBezTo>
                  <a:cubicBezTo>
                    <a:pt x="178" y="51"/>
                    <a:pt x="176" y="57"/>
                    <a:pt x="172" y="63"/>
                  </a:cubicBezTo>
                  <a:cubicBezTo>
                    <a:pt x="168" y="69"/>
                    <a:pt x="162" y="74"/>
                    <a:pt x="157" y="80"/>
                  </a:cubicBezTo>
                  <a:cubicBezTo>
                    <a:pt x="152" y="81"/>
                    <a:pt x="147" y="82"/>
                    <a:pt x="143" y="83"/>
                  </a:cubicBezTo>
                  <a:cubicBezTo>
                    <a:pt x="142" y="83"/>
                    <a:pt x="141" y="83"/>
                    <a:pt x="140" y="84"/>
                  </a:cubicBezTo>
                  <a:cubicBezTo>
                    <a:pt x="136" y="79"/>
                    <a:pt x="132" y="74"/>
                    <a:pt x="127" y="69"/>
                  </a:cubicBezTo>
                  <a:close/>
                  <a:moveTo>
                    <a:pt x="105" y="101"/>
                  </a:moveTo>
                  <a:cubicBezTo>
                    <a:pt x="108" y="101"/>
                    <a:pt x="111" y="101"/>
                    <a:pt x="114" y="100"/>
                  </a:cubicBezTo>
                  <a:cubicBezTo>
                    <a:pt x="124" y="101"/>
                    <a:pt x="132" y="103"/>
                    <a:pt x="136" y="105"/>
                  </a:cubicBezTo>
                  <a:cubicBezTo>
                    <a:pt x="133" y="109"/>
                    <a:pt x="132" y="113"/>
                    <a:pt x="130" y="118"/>
                  </a:cubicBezTo>
                  <a:cubicBezTo>
                    <a:pt x="130" y="121"/>
                    <a:pt x="129" y="125"/>
                    <a:pt x="129" y="129"/>
                  </a:cubicBezTo>
                  <a:cubicBezTo>
                    <a:pt x="129" y="131"/>
                    <a:pt x="129" y="134"/>
                    <a:pt x="130" y="136"/>
                  </a:cubicBezTo>
                  <a:cubicBezTo>
                    <a:pt x="129" y="137"/>
                    <a:pt x="128" y="138"/>
                    <a:pt x="127" y="138"/>
                  </a:cubicBezTo>
                  <a:cubicBezTo>
                    <a:pt x="124" y="139"/>
                    <a:pt x="121" y="140"/>
                    <a:pt x="118" y="142"/>
                  </a:cubicBezTo>
                  <a:cubicBezTo>
                    <a:pt x="117" y="142"/>
                    <a:pt x="116" y="143"/>
                    <a:pt x="115" y="143"/>
                  </a:cubicBezTo>
                  <a:cubicBezTo>
                    <a:pt x="109" y="138"/>
                    <a:pt x="102" y="135"/>
                    <a:pt x="95" y="132"/>
                  </a:cubicBezTo>
                  <a:cubicBezTo>
                    <a:pt x="94" y="131"/>
                    <a:pt x="94" y="131"/>
                    <a:pt x="94" y="131"/>
                  </a:cubicBezTo>
                  <a:cubicBezTo>
                    <a:pt x="91" y="124"/>
                    <a:pt x="90" y="117"/>
                    <a:pt x="89" y="109"/>
                  </a:cubicBezTo>
                  <a:cubicBezTo>
                    <a:pt x="94" y="105"/>
                    <a:pt x="100" y="102"/>
                    <a:pt x="105" y="101"/>
                  </a:cubicBezTo>
                  <a:close/>
                  <a:moveTo>
                    <a:pt x="82" y="125"/>
                  </a:moveTo>
                  <a:cubicBezTo>
                    <a:pt x="79" y="123"/>
                    <a:pt x="77" y="121"/>
                    <a:pt x="75" y="119"/>
                  </a:cubicBezTo>
                  <a:cubicBezTo>
                    <a:pt x="77" y="118"/>
                    <a:pt x="78" y="116"/>
                    <a:pt x="80" y="115"/>
                  </a:cubicBezTo>
                  <a:cubicBezTo>
                    <a:pt x="80" y="118"/>
                    <a:pt x="81" y="122"/>
                    <a:pt x="82" y="125"/>
                  </a:cubicBezTo>
                  <a:close/>
                  <a:moveTo>
                    <a:pt x="78" y="104"/>
                  </a:moveTo>
                  <a:cubicBezTo>
                    <a:pt x="78" y="104"/>
                    <a:pt x="78" y="104"/>
                    <a:pt x="78" y="104"/>
                  </a:cubicBezTo>
                  <a:cubicBezTo>
                    <a:pt x="78" y="105"/>
                    <a:pt x="77" y="105"/>
                    <a:pt x="77" y="105"/>
                  </a:cubicBezTo>
                  <a:cubicBezTo>
                    <a:pt x="76" y="106"/>
                    <a:pt x="75" y="107"/>
                    <a:pt x="74" y="108"/>
                  </a:cubicBezTo>
                  <a:cubicBezTo>
                    <a:pt x="74" y="106"/>
                    <a:pt x="76" y="105"/>
                    <a:pt x="78" y="104"/>
                  </a:cubicBezTo>
                  <a:close/>
                  <a:moveTo>
                    <a:pt x="58" y="139"/>
                  </a:moveTo>
                  <a:cubicBezTo>
                    <a:pt x="61" y="134"/>
                    <a:pt x="64" y="130"/>
                    <a:pt x="68" y="126"/>
                  </a:cubicBezTo>
                  <a:cubicBezTo>
                    <a:pt x="72" y="131"/>
                    <a:pt x="79" y="135"/>
                    <a:pt x="86" y="138"/>
                  </a:cubicBezTo>
                  <a:cubicBezTo>
                    <a:pt x="88" y="143"/>
                    <a:pt x="91" y="148"/>
                    <a:pt x="95" y="152"/>
                  </a:cubicBezTo>
                  <a:cubicBezTo>
                    <a:pt x="97" y="154"/>
                    <a:pt x="98" y="155"/>
                    <a:pt x="100" y="156"/>
                  </a:cubicBezTo>
                  <a:cubicBezTo>
                    <a:pt x="97" y="160"/>
                    <a:pt x="94" y="164"/>
                    <a:pt x="94" y="169"/>
                  </a:cubicBezTo>
                  <a:cubicBezTo>
                    <a:pt x="92" y="166"/>
                    <a:pt x="91" y="163"/>
                    <a:pt x="89" y="161"/>
                  </a:cubicBezTo>
                  <a:cubicBezTo>
                    <a:pt x="83" y="153"/>
                    <a:pt x="70" y="144"/>
                    <a:pt x="58" y="140"/>
                  </a:cubicBezTo>
                  <a:cubicBezTo>
                    <a:pt x="58" y="140"/>
                    <a:pt x="58" y="139"/>
                    <a:pt x="58" y="139"/>
                  </a:cubicBezTo>
                  <a:close/>
                  <a:moveTo>
                    <a:pt x="81" y="167"/>
                  </a:moveTo>
                  <a:cubicBezTo>
                    <a:pt x="84" y="169"/>
                    <a:pt x="85" y="173"/>
                    <a:pt x="86" y="176"/>
                  </a:cubicBezTo>
                  <a:cubicBezTo>
                    <a:pt x="85" y="177"/>
                    <a:pt x="83" y="177"/>
                    <a:pt x="83" y="177"/>
                  </a:cubicBezTo>
                  <a:cubicBezTo>
                    <a:pt x="79" y="178"/>
                    <a:pt x="76" y="179"/>
                    <a:pt x="72" y="179"/>
                  </a:cubicBezTo>
                  <a:cubicBezTo>
                    <a:pt x="69" y="174"/>
                    <a:pt x="66" y="169"/>
                    <a:pt x="64" y="165"/>
                  </a:cubicBezTo>
                  <a:cubicBezTo>
                    <a:pt x="62" y="161"/>
                    <a:pt x="62" y="161"/>
                    <a:pt x="62" y="161"/>
                  </a:cubicBezTo>
                  <a:cubicBezTo>
                    <a:pt x="59" y="157"/>
                    <a:pt x="57" y="153"/>
                    <a:pt x="56" y="150"/>
                  </a:cubicBezTo>
                  <a:cubicBezTo>
                    <a:pt x="65" y="153"/>
                    <a:pt x="76" y="160"/>
                    <a:pt x="81" y="167"/>
                  </a:cubicBezTo>
                  <a:close/>
                  <a:moveTo>
                    <a:pt x="67" y="195"/>
                  </a:moveTo>
                  <a:cubicBezTo>
                    <a:pt x="65" y="194"/>
                    <a:pt x="63" y="192"/>
                    <a:pt x="60" y="191"/>
                  </a:cubicBezTo>
                  <a:cubicBezTo>
                    <a:pt x="62" y="191"/>
                    <a:pt x="64" y="190"/>
                    <a:pt x="66" y="190"/>
                  </a:cubicBezTo>
                  <a:cubicBezTo>
                    <a:pt x="66" y="192"/>
                    <a:pt x="67" y="193"/>
                    <a:pt x="67" y="195"/>
                  </a:cubicBezTo>
                  <a:close/>
                  <a:moveTo>
                    <a:pt x="43" y="150"/>
                  </a:moveTo>
                  <a:cubicBezTo>
                    <a:pt x="44" y="149"/>
                    <a:pt x="45" y="149"/>
                    <a:pt x="46" y="149"/>
                  </a:cubicBezTo>
                  <a:cubicBezTo>
                    <a:pt x="47" y="155"/>
                    <a:pt x="50" y="160"/>
                    <a:pt x="53" y="166"/>
                  </a:cubicBezTo>
                  <a:cubicBezTo>
                    <a:pt x="55" y="170"/>
                    <a:pt x="55" y="170"/>
                    <a:pt x="55" y="170"/>
                  </a:cubicBezTo>
                  <a:cubicBezTo>
                    <a:pt x="58" y="173"/>
                    <a:pt x="60" y="177"/>
                    <a:pt x="62" y="181"/>
                  </a:cubicBezTo>
                  <a:cubicBezTo>
                    <a:pt x="58" y="182"/>
                    <a:pt x="54" y="182"/>
                    <a:pt x="49" y="183"/>
                  </a:cubicBezTo>
                  <a:cubicBezTo>
                    <a:pt x="47" y="181"/>
                    <a:pt x="44" y="179"/>
                    <a:pt x="42" y="177"/>
                  </a:cubicBezTo>
                  <a:cubicBezTo>
                    <a:pt x="43" y="175"/>
                    <a:pt x="44" y="173"/>
                    <a:pt x="44" y="171"/>
                  </a:cubicBezTo>
                  <a:cubicBezTo>
                    <a:pt x="45" y="168"/>
                    <a:pt x="45" y="165"/>
                    <a:pt x="45" y="162"/>
                  </a:cubicBezTo>
                  <a:cubicBezTo>
                    <a:pt x="45" y="158"/>
                    <a:pt x="44" y="154"/>
                    <a:pt x="43" y="150"/>
                  </a:cubicBezTo>
                  <a:close/>
                  <a:moveTo>
                    <a:pt x="38" y="186"/>
                  </a:moveTo>
                  <a:cubicBezTo>
                    <a:pt x="37" y="187"/>
                    <a:pt x="36" y="187"/>
                    <a:pt x="35" y="187"/>
                  </a:cubicBezTo>
                  <a:cubicBezTo>
                    <a:pt x="35" y="187"/>
                    <a:pt x="36" y="186"/>
                    <a:pt x="37" y="185"/>
                  </a:cubicBezTo>
                  <a:cubicBezTo>
                    <a:pt x="37" y="185"/>
                    <a:pt x="38" y="186"/>
                    <a:pt x="38" y="186"/>
                  </a:cubicBezTo>
                  <a:close/>
                  <a:moveTo>
                    <a:pt x="35" y="159"/>
                  </a:moveTo>
                  <a:cubicBezTo>
                    <a:pt x="35" y="158"/>
                    <a:pt x="35" y="158"/>
                    <a:pt x="35" y="158"/>
                  </a:cubicBezTo>
                  <a:cubicBezTo>
                    <a:pt x="35" y="159"/>
                    <a:pt x="36" y="161"/>
                    <a:pt x="36" y="162"/>
                  </a:cubicBezTo>
                  <a:cubicBezTo>
                    <a:pt x="36" y="165"/>
                    <a:pt x="35" y="167"/>
                    <a:pt x="35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34" y="167"/>
                    <a:pt x="33" y="166"/>
                    <a:pt x="33" y="164"/>
                  </a:cubicBezTo>
                  <a:cubicBezTo>
                    <a:pt x="33" y="162"/>
                    <a:pt x="34" y="160"/>
                    <a:pt x="35" y="159"/>
                  </a:cubicBezTo>
                  <a:close/>
                  <a:moveTo>
                    <a:pt x="21" y="230"/>
                  </a:moveTo>
                  <a:cubicBezTo>
                    <a:pt x="19" y="230"/>
                    <a:pt x="18" y="229"/>
                    <a:pt x="17" y="228"/>
                  </a:cubicBezTo>
                  <a:cubicBezTo>
                    <a:pt x="16" y="227"/>
                    <a:pt x="15" y="225"/>
                    <a:pt x="15" y="222"/>
                  </a:cubicBezTo>
                  <a:cubicBezTo>
                    <a:pt x="15" y="222"/>
                    <a:pt x="15" y="222"/>
                    <a:pt x="15" y="221"/>
                  </a:cubicBezTo>
                  <a:cubicBezTo>
                    <a:pt x="15" y="215"/>
                    <a:pt x="22" y="205"/>
                    <a:pt x="29" y="201"/>
                  </a:cubicBezTo>
                  <a:cubicBezTo>
                    <a:pt x="34" y="197"/>
                    <a:pt x="40" y="195"/>
                    <a:pt x="47" y="194"/>
                  </a:cubicBezTo>
                  <a:cubicBezTo>
                    <a:pt x="54" y="199"/>
                    <a:pt x="61" y="203"/>
                    <a:pt x="67" y="205"/>
                  </a:cubicBezTo>
                  <a:cubicBezTo>
                    <a:pt x="67" y="211"/>
                    <a:pt x="65" y="216"/>
                    <a:pt x="62" y="220"/>
                  </a:cubicBezTo>
                  <a:cubicBezTo>
                    <a:pt x="59" y="213"/>
                    <a:pt x="55" y="208"/>
                    <a:pt x="49" y="206"/>
                  </a:cubicBezTo>
                  <a:cubicBezTo>
                    <a:pt x="45" y="205"/>
                    <a:pt x="40" y="205"/>
                    <a:pt x="33" y="210"/>
                  </a:cubicBezTo>
                  <a:cubicBezTo>
                    <a:pt x="26" y="215"/>
                    <a:pt x="23" y="222"/>
                    <a:pt x="21" y="230"/>
                  </a:cubicBezTo>
                  <a:close/>
                  <a:moveTo>
                    <a:pt x="27" y="231"/>
                  </a:moveTo>
                  <a:cubicBezTo>
                    <a:pt x="29" y="225"/>
                    <a:pt x="32" y="219"/>
                    <a:pt x="37" y="215"/>
                  </a:cubicBezTo>
                  <a:cubicBezTo>
                    <a:pt x="41" y="212"/>
                    <a:pt x="44" y="211"/>
                    <a:pt x="47" y="212"/>
                  </a:cubicBezTo>
                  <a:cubicBezTo>
                    <a:pt x="51" y="214"/>
                    <a:pt x="55" y="219"/>
                    <a:pt x="57" y="226"/>
                  </a:cubicBezTo>
                  <a:cubicBezTo>
                    <a:pt x="54" y="228"/>
                    <a:pt x="51" y="231"/>
                    <a:pt x="48" y="233"/>
                  </a:cubicBezTo>
                  <a:cubicBezTo>
                    <a:pt x="46" y="233"/>
                    <a:pt x="45" y="232"/>
                    <a:pt x="43" y="232"/>
                  </a:cubicBezTo>
                  <a:cubicBezTo>
                    <a:pt x="34" y="232"/>
                    <a:pt x="34" y="232"/>
                    <a:pt x="34" y="232"/>
                  </a:cubicBezTo>
                  <a:cubicBezTo>
                    <a:pt x="31" y="232"/>
                    <a:pt x="29" y="232"/>
                    <a:pt x="27" y="231"/>
                  </a:cubicBezTo>
                  <a:close/>
                  <a:moveTo>
                    <a:pt x="33" y="241"/>
                  </a:moveTo>
                  <a:cubicBezTo>
                    <a:pt x="30" y="243"/>
                    <a:pt x="28" y="244"/>
                    <a:pt x="25" y="245"/>
                  </a:cubicBezTo>
                  <a:cubicBezTo>
                    <a:pt x="25" y="244"/>
                    <a:pt x="25" y="242"/>
                    <a:pt x="25" y="241"/>
                  </a:cubicBezTo>
                  <a:cubicBezTo>
                    <a:pt x="28" y="241"/>
                    <a:pt x="30" y="241"/>
                    <a:pt x="33" y="241"/>
                  </a:cubicBezTo>
                  <a:close/>
                  <a:moveTo>
                    <a:pt x="28" y="312"/>
                  </a:moveTo>
                  <a:cubicBezTo>
                    <a:pt x="24" y="310"/>
                    <a:pt x="21" y="307"/>
                    <a:pt x="21" y="305"/>
                  </a:cubicBezTo>
                  <a:cubicBezTo>
                    <a:pt x="21" y="304"/>
                    <a:pt x="21" y="304"/>
                    <a:pt x="21" y="304"/>
                  </a:cubicBezTo>
                  <a:cubicBezTo>
                    <a:pt x="21" y="302"/>
                    <a:pt x="21" y="301"/>
                    <a:pt x="22" y="299"/>
                  </a:cubicBezTo>
                  <a:cubicBezTo>
                    <a:pt x="22" y="299"/>
                    <a:pt x="22" y="299"/>
                    <a:pt x="22" y="299"/>
                  </a:cubicBezTo>
                  <a:cubicBezTo>
                    <a:pt x="22" y="301"/>
                    <a:pt x="24" y="303"/>
                    <a:pt x="26" y="303"/>
                  </a:cubicBezTo>
                  <a:cubicBezTo>
                    <a:pt x="27" y="303"/>
                    <a:pt x="29" y="301"/>
                    <a:pt x="29" y="300"/>
                  </a:cubicBezTo>
                  <a:cubicBezTo>
                    <a:pt x="29" y="297"/>
                    <a:pt x="29" y="295"/>
                    <a:pt x="29" y="292"/>
                  </a:cubicBezTo>
                  <a:cubicBezTo>
                    <a:pt x="29" y="292"/>
                    <a:pt x="29" y="292"/>
                    <a:pt x="29" y="291"/>
                  </a:cubicBezTo>
                  <a:cubicBezTo>
                    <a:pt x="30" y="293"/>
                    <a:pt x="31" y="296"/>
                    <a:pt x="31" y="298"/>
                  </a:cubicBezTo>
                  <a:cubicBezTo>
                    <a:pt x="31" y="298"/>
                    <a:pt x="31" y="299"/>
                    <a:pt x="31" y="299"/>
                  </a:cubicBezTo>
                  <a:cubicBezTo>
                    <a:pt x="31" y="303"/>
                    <a:pt x="30" y="308"/>
                    <a:pt x="28" y="312"/>
                  </a:cubicBezTo>
                  <a:close/>
                  <a:moveTo>
                    <a:pt x="30" y="277"/>
                  </a:moveTo>
                  <a:cubicBezTo>
                    <a:pt x="29" y="276"/>
                    <a:pt x="28" y="275"/>
                    <a:pt x="27" y="275"/>
                  </a:cubicBezTo>
                  <a:cubicBezTo>
                    <a:pt x="26" y="268"/>
                    <a:pt x="26" y="262"/>
                    <a:pt x="25" y="255"/>
                  </a:cubicBezTo>
                  <a:cubicBezTo>
                    <a:pt x="33" y="252"/>
                    <a:pt x="41" y="248"/>
                    <a:pt x="50" y="243"/>
                  </a:cubicBezTo>
                  <a:cubicBezTo>
                    <a:pt x="53" y="244"/>
                    <a:pt x="55" y="245"/>
                    <a:pt x="57" y="246"/>
                  </a:cubicBezTo>
                  <a:cubicBezTo>
                    <a:pt x="57" y="249"/>
                    <a:pt x="56" y="253"/>
                    <a:pt x="56" y="256"/>
                  </a:cubicBezTo>
                  <a:cubicBezTo>
                    <a:pt x="55" y="260"/>
                    <a:pt x="55" y="265"/>
                    <a:pt x="54" y="270"/>
                  </a:cubicBezTo>
                  <a:cubicBezTo>
                    <a:pt x="51" y="271"/>
                    <a:pt x="47" y="273"/>
                    <a:pt x="42" y="274"/>
                  </a:cubicBezTo>
                  <a:cubicBezTo>
                    <a:pt x="39" y="276"/>
                    <a:pt x="35" y="277"/>
                    <a:pt x="32" y="279"/>
                  </a:cubicBezTo>
                  <a:cubicBezTo>
                    <a:pt x="31" y="278"/>
                    <a:pt x="31" y="277"/>
                    <a:pt x="30" y="277"/>
                  </a:cubicBezTo>
                  <a:close/>
                  <a:moveTo>
                    <a:pt x="36" y="317"/>
                  </a:moveTo>
                  <a:cubicBezTo>
                    <a:pt x="39" y="311"/>
                    <a:pt x="41" y="305"/>
                    <a:pt x="41" y="299"/>
                  </a:cubicBezTo>
                  <a:cubicBezTo>
                    <a:pt x="41" y="299"/>
                    <a:pt x="41" y="298"/>
                    <a:pt x="41" y="297"/>
                  </a:cubicBezTo>
                  <a:cubicBezTo>
                    <a:pt x="41" y="293"/>
                    <a:pt x="40" y="290"/>
                    <a:pt x="38" y="286"/>
                  </a:cubicBezTo>
                  <a:cubicBezTo>
                    <a:pt x="40" y="285"/>
                    <a:pt x="43" y="284"/>
                    <a:pt x="45" y="284"/>
                  </a:cubicBezTo>
                  <a:cubicBezTo>
                    <a:pt x="48" y="283"/>
                    <a:pt x="51" y="282"/>
                    <a:pt x="54" y="280"/>
                  </a:cubicBezTo>
                  <a:cubicBezTo>
                    <a:pt x="54" y="284"/>
                    <a:pt x="55" y="287"/>
                    <a:pt x="56" y="291"/>
                  </a:cubicBezTo>
                  <a:cubicBezTo>
                    <a:pt x="58" y="297"/>
                    <a:pt x="63" y="308"/>
                    <a:pt x="72" y="312"/>
                  </a:cubicBezTo>
                  <a:cubicBezTo>
                    <a:pt x="77" y="314"/>
                    <a:pt x="82" y="313"/>
                    <a:pt x="87" y="311"/>
                  </a:cubicBezTo>
                  <a:cubicBezTo>
                    <a:pt x="87" y="313"/>
                    <a:pt x="88" y="315"/>
                    <a:pt x="89" y="318"/>
                  </a:cubicBezTo>
                  <a:cubicBezTo>
                    <a:pt x="80" y="315"/>
                    <a:pt x="71" y="313"/>
                    <a:pt x="61" y="315"/>
                  </a:cubicBezTo>
                  <a:cubicBezTo>
                    <a:pt x="53" y="316"/>
                    <a:pt x="48" y="318"/>
                    <a:pt x="43" y="320"/>
                  </a:cubicBezTo>
                  <a:cubicBezTo>
                    <a:pt x="41" y="319"/>
                    <a:pt x="38" y="318"/>
                    <a:pt x="36" y="317"/>
                  </a:cubicBezTo>
                  <a:close/>
                  <a:moveTo>
                    <a:pt x="44" y="345"/>
                  </a:moveTo>
                  <a:cubicBezTo>
                    <a:pt x="44" y="342"/>
                    <a:pt x="43" y="341"/>
                    <a:pt x="43" y="339"/>
                  </a:cubicBezTo>
                  <a:cubicBezTo>
                    <a:pt x="43" y="336"/>
                    <a:pt x="44" y="333"/>
                    <a:pt x="45" y="331"/>
                  </a:cubicBezTo>
                  <a:cubicBezTo>
                    <a:pt x="46" y="332"/>
                    <a:pt x="46" y="332"/>
                    <a:pt x="46" y="332"/>
                  </a:cubicBezTo>
                  <a:cubicBezTo>
                    <a:pt x="56" y="336"/>
                    <a:pt x="70" y="341"/>
                    <a:pt x="71" y="346"/>
                  </a:cubicBezTo>
                  <a:cubicBezTo>
                    <a:pt x="71" y="346"/>
                    <a:pt x="71" y="347"/>
                    <a:pt x="71" y="347"/>
                  </a:cubicBezTo>
                  <a:cubicBezTo>
                    <a:pt x="71" y="349"/>
                    <a:pt x="69" y="352"/>
                    <a:pt x="65" y="355"/>
                  </a:cubicBezTo>
                  <a:cubicBezTo>
                    <a:pt x="51" y="356"/>
                    <a:pt x="46" y="355"/>
                    <a:pt x="44" y="345"/>
                  </a:cubicBezTo>
                  <a:close/>
                  <a:moveTo>
                    <a:pt x="43" y="382"/>
                  </a:moveTo>
                  <a:cubicBezTo>
                    <a:pt x="45" y="380"/>
                    <a:pt x="49" y="378"/>
                    <a:pt x="53" y="376"/>
                  </a:cubicBezTo>
                  <a:cubicBezTo>
                    <a:pt x="58" y="372"/>
                    <a:pt x="64" y="368"/>
                    <a:pt x="69" y="364"/>
                  </a:cubicBezTo>
                  <a:cubicBezTo>
                    <a:pt x="69" y="364"/>
                    <a:pt x="71" y="364"/>
                    <a:pt x="73" y="364"/>
                  </a:cubicBezTo>
                  <a:cubicBezTo>
                    <a:pt x="73" y="365"/>
                    <a:pt x="72" y="367"/>
                    <a:pt x="72" y="368"/>
                  </a:cubicBezTo>
                  <a:cubicBezTo>
                    <a:pt x="71" y="372"/>
                    <a:pt x="70" y="375"/>
                    <a:pt x="70" y="379"/>
                  </a:cubicBezTo>
                  <a:cubicBezTo>
                    <a:pt x="65" y="381"/>
                    <a:pt x="60" y="384"/>
                    <a:pt x="56" y="389"/>
                  </a:cubicBezTo>
                  <a:cubicBezTo>
                    <a:pt x="55" y="390"/>
                    <a:pt x="54" y="391"/>
                    <a:pt x="54" y="393"/>
                  </a:cubicBezTo>
                  <a:cubicBezTo>
                    <a:pt x="48" y="389"/>
                    <a:pt x="43" y="387"/>
                    <a:pt x="38" y="387"/>
                  </a:cubicBezTo>
                  <a:cubicBezTo>
                    <a:pt x="40" y="386"/>
                    <a:pt x="41" y="384"/>
                    <a:pt x="43" y="382"/>
                  </a:cubicBezTo>
                  <a:close/>
                  <a:moveTo>
                    <a:pt x="34" y="395"/>
                  </a:moveTo>
                  <a:cubicBezTo>
                    <a:pt x="34" y="395"/>
                    <a:pt x="35" y="394"/>
                    <a:pt x="36" y="394"/>
                  </a:cubicBezTo>
                  <a:cubicBezTo>
                    <a:pt x="41" y="393"/>
                    <a:pt x="46" y="395"/>
                    <a:pt x="52" y="399"/>
                  </a:cubicBezTo>
                  <a:cubicBezTo>
                    <a:pt x="52" y="399"/>
                    <a:pt x="52" y="399"/>
                    <a:pt x="52" y="400"/>
                  </a:cubicBezTo>
                  <a:cubicBezTo>
                    <a:pt x="50" y="400"/>
                    <a:pt x="48" y="400"/>
                    <a:pt x="47" y="400"/>
                  </a:cubicBezTo>
                  <a:cubicBezTo>
                    <a:pt x="42" y="400"/>
                    <a:pt x="37" y="401"/>
                    <a:pt x="32" y="402"/>
                  </a:cubicBezTo>
                  <a:cubicBezTo>
                    <a:pt x="32" y="399"/>
                    <a:pt x="33" y="397"/>
                    <a:pt x="34" y="395"/>
                  </a:cubicBezTo>
                  <a:close/>
                  <a:moveTo>
                    <a:pt x="69" y="474"/>
                  </a:moveTo>
                  <a:cubicBezTo>
                    <a:pt x="60" y="474"/>
                    <a:pt x="50" y="472"/>
                    <a:pt x="43" y="465"/>
                  </a:cubicBezTo>
                  <a:cubicBezTo>
                    <a:pt x="33" y="455"/>
                    <a:pt x="27" y="435"/>
                    <a:pt x="26" y="418"/>
                  </a:cubicBezTo>
                  <a:cubicBezTo>
                    <a:pt x="28" y="423"/>
                    <a:pt x="31" y="428"/>
                    <a:pt x="34" y="432"/>
                  </a:cubicBezTo>
                  <a:cubicBezTo>
                    <a:pt x="42" y="445"/>
                    <a:pt x="56" y="460"/>
                    <a:pt x="71" y="470"/>
                  </a:cubicBezTo>
                  <a:cubicBezTo>
                    <a:pt x="71" y="472"/>
                    <a:pt x="70" y="473"/>
                    <a:pt x="69" y="474"/>
                  </a:cubicBezTo>
                  <a:close/>
                  <a:moveTo>
                    <a:pt x="72" y="459"/>
                  </a:moveTo>
                  <a:cubicBezTo>
                    <a:pt x="60" y="449"/>
                    <a:pt x="49" y="437"/>
                    <a:pt x="42" y="427"/>
                  </a:cubicBezTo>
                  <a:cubicBezTo>
                    <a:pt x="38" y="421"/>
                    <a:pt x="35" y="416"/>
                    <a:pt x="34" y="411"/>
                  </a:cubicBezTo>
                  <a:cubicBezTo>
                    <a:pt x="38" y="410"/>
                    <a:pt x="43" y="410"/>
                    <a:pt x="47" y="410"/>
                  </a:cubicBezTo>
                  <a:cubicBezTo>
                    <a:pt x="49" y="409"/>
                    <a:pt x="51" y="409"/>
                    <a:pt x="53" y="409"/>
                  </a:cubicBezTo>
                  <a:cubicBezTo>
                    <a:pt x="55" y="414"/>
                    <a:pt x="59" y="419"/>
                    <a:pt x="63" y="423"/>
                  </a:cubicBezTo>
                  <a:cubicBezTo>
                    <a:pt x="66" y="426"/>
                    <a:pt x="76" y="429"/>
                    <a:pt x="86" y="431"/>
                  </a:cubicBezTo>
                  <a:cubicBezTo>
                    <a:pt x="87" y="432"/>
                    <a:pt x="88" y="433"/>
                    <a:pt x="89" y="434"/>
                  </a:cubicBezTo>
                  <a:cubicBezTo>
                    <a:pt x="78" y="435"/>
                    <a:pt x="72" y="443"/>
                    <a:pt x="72" y="459"/>
                  </a:cubicBezTo>
                  <a:close/>
                  <a:moveTo>
                    <a:pt x="92" y="471"/>
                  </a:moveTo>
                  <a:cubicBezTo>
                    <a:pt x="92" y="471"/>
                    <a:pt x="92" y="471"/>
                    <a:pt x="92" y="471"/>
                  </a:cubicBezTo>
                  <a:cubicBezTo>
                    <a:pt x="91" y="470"/>
                    <a:pt x="90" y="470"/>
                    <a:pt x="89" y="470"/>
                  </a:cubicBezTo>
                  <a:cubicBezTo>
                    <a:pt x="87" y="469"/>
                    <a:pt x="84" y="467"/>
                    <a:pt x="81" y="465"/>
                  </a:cubicBezTo>
                  <a:cubicBezTo>
                    <a:pt x="81" y="464"/>
                    <a:pt x="81" y="464"/>
                    <a:pt x="81" y="463"/>
                  </a:cubicBezTo>
                  <a:cubicBezTo>
                    <a:pt x="81" y="462"/>
                    <a:pt x="81" y="461"/>
                    <a:pt x="81" y="461"/>
                  </a:cubicBezTo>
                  <a:cubicBezTo>
                    <a:pt x="81" y="460"/>
                    <a:pt x="81" y="460"/>
                    <a:pt x="81" y="459"/>
                  </a:cubicBezTo>
                  <a:cubicBezTo>
                    <a:pt x="81" y="444"/>
                    <a:pt x="87" y="444"/>
                    <a:pt x="90" y="444"/>
                  </a:cubicBezTo>
                  <a:cubicBezTo>
                    <a:pt x="97" y="443"/>
                    <a:pt x="101" y="444"/>
                    <a:pt x="104" y="445"/>
                  </a:cubicBezTo>
                  <a:cubicBezTo>
                    <a:pt x="105" y="445"/>
                    <a:pt x="105" y="446"/>
                    <a:pt x="106" y="446"/>
                  </a:cubicBezTo>
                  <a:cubicBezTo>
                    <a:pt x="108" y="448"/>
                    <a:pt x="109" y="453"/>
                    <a:pt x="110" y="460"/>
                  </a:cubicBezTo>
                  <a:cubicBezTo>
                    <a:pt x="110" y="461"/>
                    <a:pt x="110" y="462"/>
                    <a:pt x="110" y="463"/>
                  </a:cubicBezTo>
                  <a:cubicBezTo>
                    <a:pt x="110" y="465"/>
                    <a:pt x="110" y="467"/>
                    <a:pt x="110" y="469"/>
                  </a:cubicBezTo>
                  <a:cubicBezTo>
                    <a:pt x="104" y="469"/>
                    <a:pt x="98" y="469"/>
                    <a:pt x="92" y="471"/>
                  </a:cubicBezTo>
                  <a:close/>
                  <a:moveTo>
                    <a:pt x="107" y="534"/>
                  </a:moveTo>
                  <a:cubicBezTo>
                    <a:pt x="103" y="532"/>
                    <a:pt x="100" y="527"/>
                    <a:pt x="99" y="519"/>
                  </a:cubicBezTo>
                  <a:cubicBezTo>
                    <a:pt x="99" y="519"/>
                    <a:pt x="99" y="518"/>
                    <a:pt x="99" y="517"/>
                  </a:cubicBezTo>
                  <a:cubicBezTo>
                    <a:pt x="99" y="516"/>
                    <a:pt x="99" y="515"/>
                    <a:pt x="99" y="514"/>
                  </a:cubicBezTo>
                  <a:cubicBezTo>
                    <a:pt x="109" y="517"/>
                    <a:pt x="118" y="524"/>
                    <a:pt x="120" y="534"/>
                  </a:cubicBezTo>
                  <a:cubicBezTo>
                    <a:pt x="115" y="535"/>
                    <a:pt x="110" y="536"/>
                    <a:pt x="107" y="534"/>
                  </a:cubicBezTo>
                  <a:close/>
                  <a:moveTo>
                    <a:pt x="147" y="486"/>
                  </a:moveTo>
                  <a:cubicBezTo>
                    <a:pt x="146" y="486"/>
                    <a:pt x="146" y="487"/>
                    <a:pt x="145" y="487"/>
                  </a:cubicBezTo>
                  <a:cubicBezTo>
                    <a:pt x="138" y="495"/>
                    <a:pt x="139" y="507"/>
                    <a:pt x="142" y="518"/>
                  </a:cubicBezTo>
                  <a:cubicBezTo>
                    <a:pt x="140" y="521"/>
                    <a:pt x="138" y="524"/>
                    <a:pt x="134" y="527"/>
                  </a:cubicBezTo>
                  <a:cubicBezTo>
                    <a:pt x="132" y="528"/>
                    <a:pt x="131" y="529"/>
                    <a:pt x="129" y="530"/>
                  </a:cubicBezTo>
                  <a:cubicBezTo>
                    <a:pt x="125" y="517"/>
                    <a:pt x="114" y="509"/>
                    <a:pt x="102" y="505"/>
                  </a:cubicBezTo>
                  <a:cubicBezTo>
                    <a:pt x="104" y="501"/>
                    <a:pt x="106" y="497"/>
                    <a:pt x="109" y="493"/>
                  </a:cubicBezTo>
                  <a:cubicBezTo>
                    <a:pt x="112" y="488"/>
                    <a:pt x="115" y="482"/>
                    <a:pt x="117" y="477"/>
                  </a:cubicBezTo>
                  <a:cubicBezTo>
                    <a:pt x="117" y="477"/>
                    <a:pt x="117" y="477"/>
                    <a:pt x="118" y="477"/>
                  </a:cubicBezTo>
                  <a:cubicBezTo>
                    <a:pt x="119" y="476"/>
                    <a:pt x="120" y="475"/>
                    <a:pt x="122" y="475"/>
                  </a:cubicBezTo>
                  <a:cubicBezTo>
                    <a:pt x="125" y="475"/>
                    <a:pt x="129" y="475"/>
                    <a:pt x="133" y="475"/>
                  </a:cubicBezTo>
                  <a:cubicBezTo>
                    <a:pt x="147" y="475"/>
                    <a:pt x="147" y="475"/>
                    <a:pt x="147" y="475"/>
                  </a:cubicBezTo>
                  <a:cubicBezTo>
                    <a:pt x="147" y="479"/>
                    <a:pt x="147" y="482"/>
                    <a:pt x="147" y="486"/>
                  </a:cubicBezTo>
                  <a:close/>
                  <a:moveTo>
                    <a:pt x="148" y="469"/>
                  </a:moveTo>
                  <a:cubicBezTo>
                    <a:pt x="143" y="469"/>
                    <a:pt x="133" y="469"/>
                    <a:pt x="133" y="469"/>
                  </a:cubicBezTo>
                  <a:cubicBezTo>
                    <a:pt x="133" y="469"/>
                    <a:pt x="132" y="469"/>
                    <a:pt x="132" y="469"/>
                  </a:cubicBezTo>
                  <a:cubicBezTo>
                    <a:pt x="135" y="466"/>
                    <a:pt x="138" y="463"/>
                    <a:pt x="141" y="460"/>
                  </a:cubicBezTo>
                  <a:cubicBezTo>
                    <a:pt x="143" y="461"/>
                    <a:pt x="147" y="461"/>
                    <a:pt x="150" y="461"/>
                  </a:cubicBezTo>
                  <a:cubicBezTo>
                    <a:pt x="149" y="464"/>
                    <a:pt x="148" y="466"/>
                    <a:pt x="148" y="469"/>
                  </a:cubicBezTo>
                  <a:close/>
                  <a:moveTo>
                    <a:pt x="145" y="455"/>
                  </a:moveTo>
                  <a:cubicBezTo>
                    <a:pt x="147" y="452"/>
                    <a:pt x="148" y="449"/>
                    <a:pt x="149" y="446"/>
                  </a:cubicBezTo>
                  <a:cubicBezTo>
                    <a:pt x="150" y="445"/>
                    <a:pt x="150" y="444"/>
                    <a:pt x="150" y="443"/>
                  </a:cubicBezTo>
                  <a:cubicBezTo>
                    <a:pt x="155" y="445"/>
                    <a:pt x="159" y="446"/>
                    <a:pt x="164" y="447"/>
                  </a:cubicBezTo>
                  <a:cubicBezTo>
                    <a:pt x="162" y="448"/>
                    <a:pt x="159" y="450"/>
                    <a:pt x="157" y="452"/>
                  </a:cubicBezTo>
                  <a:cubicBezTo>
                    <a:pt x="156" y="453"/>
                    <a:pt x="155" y="454"/>
                    <a:pt x="154" y="455"/>
                  </a:cubicBezTo>
                  <a:cubicBezTo>
                    <a:pt x="151" y="455"/>
                    <a:pt x="148" y="455"/>
                    <a:pt x="145" y="455"/>
                  </a:cubicBezTo>
                  <a:close/>
                  <a:moveTo>
                    <a:pt x="161" y="436"/>
                  </a:moveTo>
                  <a:cubicBezTo>
                    <a:pt x="162" y="436"/>
                    <a:pt x="163" y="436"/>
                    <a:pt x="164" y="436"/>
                  </a:cubicBezTo>
                  <a:cubicBezTo>
                    <a:pt x="171" y="437"/>
                    <a:pt x="171" y="437"/>
                    <a:pt x="171" y="437"/>
                  </a:cubicBezTo>
                  <a:cubicBezTo>
                    <a:pt x="171" y="437"/>
                    <a:pt x="171" y="437"/>
                    <a:pt x="171" y="437"/>
                  </a:cubicBezTo>
                  <a:cubicBezTo>
                    <a:pt x="167" y="437"/>
                    <a:pt x="164" y="437"/>
                    <a:pt x="161" y="436"/>
                  </a:cubicBezTo>
                  <a:close/>
                  <a:moveTo>
                    <a:pt x="171" y="487"/>
                  </a:moveTo>
                  <a:cubicBezTo>
                    <a:pt x="167" y="483"/>
                    <a:pt x="163" y="481"/>
                    <a:pt x="159" y="481"/>
                  </a:cubicBezTo>
                  <a:cubicBezTo>
                    <a:pt x="158" y="481"/>
                    <a:pt x="157" y="481"/>
                    <a:pt x="156" y="481"/>
                  </a:cubicBezTo>
                  <a:cubicBezTo>
                    <a:pt x="156" y="479"/>
                    <a:pt x="156" y="477"/>
                    <a:pt x="156" y="475"/>
                  </a:cubicBezTo>
                  <a:cubicBezTo>
                    <a:pt x="162" y="475"/>
                    <a:pt x="166" y="474"/>
                    <a:pt x="171" y="473"/>
                  </a:cubicBezTo>
                  <a:cubicBezTo>
                    <a:pt x="171" y="476"/>
                    <a:pt x="171" y="478"/>
                    <a:pt x="171" y="481"/>
                  </a:cubicBezTo>
                  <a:cubicBezTo>
                    <a:pt x="171" y="483"/>
                    <a:pt x="171" y="485"/>
                    <a:pt x="171" y="487"/>
                  </a:cubicBezTo>
                  <a:close/>
                  <a:moveTo>
                    <a:pt x="173" y="466"/>
                  </a:moveTo>
                  <a:cubicBezTo>
                    <a:pt x="168" y="468"/>
                    <a:pt x="163" y="468"/>
                    <a:pt x="158" y="469"/>
                  </a:cubicBezTo>
                  <a:cubicBezTo>
                    <a:pt x="158" y="466"/>
                    <a:pt x="160" y="463"/>
                    <a:pt x="162" y="461"/>
                  </a:cubicBezTo>
                  <a:cubicBezTo>
                    <a:pt x="166" y="460"/>
                    <a:pt x="171" y="459"/>
                    <a:pt x="175" y="458"/>
                  </a:cubicBezTo>
                  <a:cubicBezTo>
                    <a:pt x="174" y="460"/>
                    <a:pt x="174" y="463"/>
                    <a:pt x="173" y="466"/>
                  </a:cubicBezTo>
                  <a:close/>
                  <a:moveTo>
                    <a:pt x="178" y="447"/>
                  </a:moveTo>
                  <a:cubicBezTo>
                    <a:pt x="177" y="447"/>
                    <a:pt x="177" y="446"/>
                    <a:pt x="176" y="446"/>
                  </a:cubicBezTo>
                  <a:cubicBezTo>
                    <a:pt x="177" y="446"/>
                    <a:pt x="178" y="446"/>
                    <a:pt x="178" y="446"/>
                  </a:cubicBezTo>
                  <a:cubicBezTo>
                    <a:pt x="178" y="446"/>
                    <a:pt x="178" y="447"/>
                    <a:pt x="178" y="447"/>
                  </a:cubicBezTo>
                  <a:close/>
                  <a:moveTo>
                    <a:pt x="171" y="427"/>
                  </a:moveTo>
                  <a:cubicBezTo>
                    <a:pt x="165" y="427"/>
                    <a:pt x="165" y="427"/>
                    <a:pt x="165" y="427"/>
                  </a:cubicBezTo>
                  <a:cubicBezTo>
                    <a:pt x="161" y="427"/>
                    <a:pt x="156" y="426"/>
                    <a:pt x="152" y="426"/>
                  </a:cubicBezTo>
                  <a:cubicBezTo>
                    <a:pt x="152" y="423"/>
                    <a:pt x="153" y="421"/>
                    <a:pt x="153" y="418"/>
                  </a:cubicBezTo>
                  <a:cubicBezTo>
                    <a:pt x="154" y="418"/>
                    <a:pt x="156" y="418"/>
                    <a:pt x="157" y="417"/>
                  </a:cubicBezTo>
                  <a:cubicBezTo>
                    <a:pt x="163" y="417"/>
                    <a:pt x="172" y="418"/>
                    <a:pt x="179" y="421"/>
                  </a:cubicBezTo>
                  <a:cubicBezTo>
                    <a:pt x="179" y="423"/>
                    <a:pt x="179" y="426"/>
                    <a:pt x="179" y="428"/>
                  </a:cubicBezTo>
                  <a:cubicBezTo>
                    <a:pt x="177" y="428"/>
                    <a:pt x="174" y="428"/>
                    <a:pt x="171" y="427"/>
                  </a:cubicBezTo>
                  <a:close/>
                  <a:moveTo>
                    <a:pt x="179" y="395"/>
                  </a:moveTo>
                  <a:cubicBezTo>
                    <a:pt x="178" y="394"/>
                    <a:pt x="176" y="393"/>
                    <a:pt x="175" y="392"/>
                  </a:cubicBezTo>
                  <a:cubicBezTo>
                    <a:pt x="177" y="389"/>
                    <a:pt x="180" y="385"/>
                    <a:pt x="181" y="379"/>
                  </a:cubicBezTo>
                  <a:cubicBezTo>
                    <a:pt x="181" y="377"/>
                    <a:pt x="182" y="375"/>
                    <a:pt x="182" y="373"/>
                  </a:cubicBezTo>
                  <a:cubicBezTo>
                    <a:pt x="186" y="377"/>
                    <a:pt x="190" y="382"/>
                    <a:pt x="195" y="387"/>
                  </a:cubicBezTo>
                  <a:cubicBezTo>
                    <a:pt x="203" y="395"/>
                    <a:pt x="203" y="395"/>
                    <a:pt x="203" y="395"/>
                  </a:cubicBezTo>
                  <a:cubicBezTo>
                    <a:pt x="203" y="396"/>
                    <a:pt x="202" y="396"/>
                    <a:pt x="202" y="397"/>
                  </a:cubicBezTo>
                  <a:cubicBezTo>
                    <a:pt x="194" y="396"/>
                    <a:pt x="186" y="395"/>
                    <a:pt x="179" y="395"/>
                  </a:cubicBezTo>
                  <a:close/>
                  <a:moveTo>
                    <a:pt x="180" y="481"/>
                  </a:moveTo>
                  <a:cubicBezTo>
                    <a:pt x="180" y="478"/>
                    <a:pt x="181" y="474"/>
                    <a:pt x="182" y="471"/>
                  </a:cubicBezTo>
                  <a:cubicBezTo>
                    <a:pt x="183" y="474"/>
                    <a:pt x="184" y="477"/>
                    <a:pt x="184" y="479"/>
                  </a:cubicBezTo>
                  <a:cubicBezTo>
                    <a:pt x="187" y="486"/>
                    <a:pt x="187" y="486"/>
                    <a:pt x="187" y="486"/>
                  </a:cubicBezTo>
                  <a:cubicBezTo>
                    <a:pt x="187" y="488"/>
                    <a:pt x="188" y="490"/>
                    <a:pt x="189" y="492"/>
                  </a:cubicBezTo>
                  <a:cubicBezTo>
                    <a:pt x="187" y="492"/>
                    <a:pt x="186" y="492"/>
                    <a:pt x="185" y="491"/>
                  </a:cubicBezTo>
                  <a:cubicBezTo>
                    <a:pt x="182" y="490"/>
                    <a:pt x="180" y="486"/>
                    <a:pt x="180" y="481"/>
                  </a:cubicBezTo>
                  <a:close/>
                  <a:moveTo>
                    <a:pt x="188" y="506"/>
                  </a:moveTo>
                  <a:cubicBezTo>
                    <a:pt x="188" y="506"/>
                    <a:pt x="188" y="506"/>
                    <a:pt x="188" y="507"/>
                  </a:cubicBezTo>
                  <a:cubicBezTo>
                    <a:pt x="187" y="506"/>
                    <a:pt x="187" y="506"/>
                    <a:pt x="187" y="506"/>
                  </a:cubicBezTo>
                  <a:cubicBezTo>
                    <a:pt x="184" y="501"/>
                    <a:pt x="184" y="501"/>
                    <a:pt x="184" y="501"/>
                  </a:cubicBezTo>
                  <a:cubicBezTo>
                    <a:pt x="185" y="502"/>
                    <a:pt x="187" y="502"/>
                    <a:pt x="189" y="502"/>
                  </a:cubicBezTo>
                  <a:cubicBezTo>
                    <a:pt x="189" y="503"/>
                    <a:pt x="189" y="505"/>
                    <a:pt x="188" y="506"/>
                  </a:cubicBezTo>
                  <a:close/>
                  <a:moveTo>
                    <a:pt x="191" y="534"/>
                  </a:moveTo>
                  <a:cubicBezTo>
                    <a:pt x="190" y="533"/>
                    <a:pt x="190" y="532"/>
                    <a:pt x="190" y="529"/>
                  </a:cubicBezTo>
                  <a:cubicBezTo>
                    <a:pt x="190" y="529"/>
                    <a:pt x="190" y="529"/>
                    <a:pt x="190" y="529"/>
                  </a:cubicBezTo>
                  <a:cubicBezTo>
                    <a:pt x="190" y="528"/>
                    <a:pt x="190" y="526"/>
                    <a:pt x="191" y="524"/>
                  </a:cubicBezTo>
                  <a:cubicBezTo>
                    <a:pt x="192" y="525"/>
                    <a:pt x="192" y="525"/>
                    <a:pt x="192" y="525"/>
                  </a:cubicBezTo>
                  <a:cubicBezTo>
                    <a:pt x="193" y="528"/>
                    <a:pt x="195" y="530"/>
                    <a:pt x="197" y="532"/>
                  </a:cubicBezTo>
                  <a:cubicBezTo>
                    <a:pt x="195" y="534"/>
                    <a:pt x="192" y="534"/>
                    <a:pt x="191" y="534"/>
                  </a:cubicBezTo>
                  <a:close/>
                  <a:moveTo>
                    <a:pt x="231" y="404"/>
                  </a:moveTo>
                  <a:cubicBezTo>
                    <a:pt x="233" y="400"/>
                    <a:pt x="234" y="396"/>
                    <a:pt x="234" y="391"/>
                  </a:cubicBezTo>
                  <a:cubicBezTo>
                    <a:pt x="234" y="390"/>
                    <a:pt x="234" y="389"/>
                    <a:pt x="234" y="388"/>
                  </a:cubicBezTo>
                  <a:cubicBezTo>
                    <a:pt x="234" y="386"/>
                    <a:pt x="233" y="385"/>
                    <a:pt x="233" y="384"/>
                  </a:cubicBezTo>
                  <a:cubicBezTo>
                    <a:pt x="233" y="384"/>
                    <a:pt x="234" y="384"/>
                    <a:pt x="234" y="384"/>
                  </a:cubicBezTo>
                  <a:cubicBezTo>
                    <a:pt x="238" y="384"/>
                    <a:pt x="246" y="386"/>
                    <a:pt x="248" y="395"/>
                  </a:cubicBezTo>
                  <a:cubicBezTo>
                    <a:pt x="249" y="397"/>
                    <a:pt x="249" y="399"/>
                    <a:pt x="249" y="401"/>
                  </a:cubicBezTo>
                  <a:cubicBezTo>
                    <a:pt x="249" y="405"/>
                    <a:pt x="249" y="409"/>
                    <a:pt x="248" y="413"/>
                  </a:cubicBezTo>
                  <a:cubicBezTo>
                    <a:pt x="247" y="423"/>
                    <a:pt x="247" y="423"/>
                    <a:pt x="247" y="423"/>
                  </a:cubicBezTo>
                  <a:cubicBezTo>
                    <a:pt x="247" y="425"/>
                    <a:pt x="247" y="427"/>
                    <a:pt x="247" y="430"/>
                  </a:cubicBezTo>
                  <a:cubicBezTo>
                    <a:pt x="247" y="436"/>
                    <a:pt x="247" y="442"/>
                    <a:pt x="248" y="449"/>
                  </a:cubicBezTo>
                  <a:cubicBezTo>
                    <a:pt x="248" y="454"/>
                    <a:pt x="248" y="454"/>
                    <a:pt x="248" y="454"/>
                  </a:cubicBezTo>
                  <a:cubicBezTo>
                    <a:pt x="248" y="455"/>
                    <a:pt x="248" y="456"/>
                    <a:pt x="248" y="457"/>
                  </a:cubicBezTo>
                  <a:cubicBezTo>
                    <a:pt x="248" y="456"/>
                    <a:pt x="247" y="455"/>
                    <a:pt x="246" y="454"/>
                  </a:cubicBezTo>
                  <a:cubicBezTo>
                    <a:pt x="245" y="452"/>
                    <a:pt x="243" y="450"/>
                    <a:pt x="242" y="446"/>
                  </a:cubicBezTo>
                  <a:cubicBezTo>
                    <a:pt x="242" y="445"/>
                    <a:pt x="242" y="444"/>
                    <a:pt x="242" y="443"/>
                  </a:cubicBezTo>
                  <a:cubicBezTo>
                    <a:pt x="242" y="441"/>
                    <a:pt x="242" y="438"/>
                    <a:pt x="243" y="435"/>
                  </a:cubicBezTo>
                  <a:cubicBezTo>
                    <a:pt x="244" y="432"/>
                    <a:pt x="244" y="429"/>
                    <a:pt x="244" y="426"/>
                  </a:cubicBezTo>
                  <a:cubicBezTo>
                    <a:pt x="244" y="422"/>
                    <a:pt x="244" y="419"/>
                    <a:pt x="241" y="416"/>
                  </a:cubicBezTo>
                  <a:cubicBezTo>
                    <a:pt x="238" y="413"/>
                    <a:pt x="235" y="409"/>
                    <a:pt x="230" y="407"/>
                  </a:cubicBezTo>
                  <a:cubicBezTo>
                    <a:pt x="231" y="406"/>
                    <a:pt x="231" y="405"/>
                    <a:pt x="231" y="404"/>
                  </a:cubicBezTo>
                  <a:close/>
                  <a:moveTo>
                    <a:pt x="223" y="421"/>
                  </a:moveTo>
                  <a:cubicBezTo>
                    <a:pt x="225" y="419"/>
                    <a:pt x="226" y="418"/>
                    <a:pt x="227" y="416"/>
                  </a:cubicBezTo>
                  <a:cubicBezTo>
                    <a:pt x="230" y="418"/>
                    <a:pt x="232" y="420"/>
                    <a:pt x="234" y="422"/>
                  </a:cubicBezTo>
                  <a:cubicBezTo>
                    <a:pt x="235" y="423"/>
                    <a:pt x="235" y="424"/>
                    <a:pt x="235" y="426"/>
                  </a:cubicBezTo>
                  <a:cubicBezTo>
                    <a:pt x="235" y="428"/>
                    <a:pt x="234" y="431"/>
                    <a:pt x="234" y="433"/>
                  </a:cubicBezTo>
                  <a:cubicBezTo>
                    <a:pt x="233" y="436"/>
                    <a:pt x="232" y="440"/>
                    <a:pt x="232" y="443"/>
                  </a:cubicBezTo>
                  <a:cubicBezTo>
                    <a:pt x="232" y="445"/>
                    <a:pt x="232" y="447"/>
                    <a:pt x="233" y="448"/>
                  </a:cubicBezTo>
                  <a:cubicBezTo>
                    <a:pt x="234" y="454"/>
                    <a:pt x="236" y="457"/>
                    <a:pt x="238" y="460"/>
                  </a:cubicBezTo>
                  <a:cubicBezTo>
                    <a:pt x="240" y="462"/>
                    <a:pt x="241" y="464"/>
                    <a:pt x="242" y="468"/>
                  </a:cubicBezTo>
                  <a:cubicBezTo>
                    <a:pt x="243" y="473"/>
                    <a:pt x="244" y="477"/>
                    <a:pt x="244" y="482"/>
                  </a:cubicBezTo>
                  <a:cubicBezTo>
                    <a:pt x="244" y="498"/>
                    <a:pt x="237" y="510"/>
                    <a:pt x="223" y="517"/>
                  </a:cubicBezTo>
                  <a:cubicBezTo>
                    <a:pt x="220" y="518"/>
                    <a:pt x="217" y="520"/>
                    <a:pt x="213" y="523"/>
                  </a:cubicBezTo>
                  <a:cubicBezTo>
                    <a:pt x="211" y="524"/>
                    <a:pt x="209" y="526"/>
                    <a:pt x="206" y="528"/>
                  </a:cubicBezTo>
                  <a:cubicBezTo>
                    <a:pt x="204" y="525"/>
                    <a:pt x="201" y="522"/>
                    <a:pt x="199" y="519"/>
                  </a:cubicBezTo>
                  <a:cubicBezTo>
                    <a:pt x="195" y="515"/>
                    <a:pt x="195" y="515"/>
                    <a:pt x="195" y="515"/>
                  </a:cubicBezTo>
                  <a:cubicBezTo>
                    <a:pt x="196" y="513"/>
                    <a:pt x="197" y="510"/>
                    <a:pt x="198" y="508"/>
                  </a:cubicBezTo>
                  <a:cubicBezTo>
                    <a:pt x="198" y="505"/>
                    <a:pt x="199" y="502"/>
                    <a:pt x="199" y="500"/>
                  </a:cubicBezTo>
                  <a:cubicBezTo>
                    <a:pt x="201" y="499"/>
                    <a:pt x="203" y="498"/>
                    <a:pt x="206" y="496"/>
                  </a:cubicBezTo>
                  <a:cubicBezTo>
                    <a:pt x="218" y="489"/>
                    <a:pt x="231" y="473"/>
                    <a:pt x="231" y="462"/>
                  </a:cubicBezTo>
                  <a:cubicBezTo>
                    <a:pt x="231" y="462"/>
                    <a:pt x="231" y="462"/>
                    <a:pt x="231" y="462"/>
                  </a:cubicBezTo>
                  <a:cubicBezTo>
                    <a:pt x="231" y="453"/>
                    <a:pt x="227" y="445"/>
                    <a:pt x="223" y="436"/>
                  </a:cubicBezTo>
                  <a:cubicBezTo>
                    <a:pt x="223" y="436"/>
                    <a:pt x="223" y="435"/>
                    <a:pt x="223" y="435"/>
                  </a:cubicBezTo>
                  <a:cubicBezTo>
                    <a:pt x="224" y="432"/>
                    <a:pt x="224" y="430"/>
                    <a:pt x="224" y="428"/>
                  </a:cubicBezTo>
                  <a:cubicBezTo>
                    <a:pt x="224" y="426"/>
                    <a:pt x="223" y="423"/>
                    <a:pt x="223" y="421"/>
                  </a:cubicBezTo>
                  <a:close/>
                  <a:moveTo>
                    <a:pt x="222" y="401"/>
                  </a:moveTo>
                  <a:cubicBezTo>
                    <a:pt x="221" y="402"/>
                    <a:pt x="221" y="402"/>
                    <a:pt x="221" y="402"/>
                  </a:cubicBezTo>
                  <a:cubicBezTo>
                    <a:pt x="219" y="401"/>
                    <a:pt x="217" y="401"/>
                    <a:pt x="215" y="400"/>
                  </a:cubicBezTo>
                  <a:cubicBezTo>
                    <a:pt x="215" y="399"/>
                    <a:pt x="215" y="399"/>
                    <a:pt x="214" y="399"/>
                  </a:cubicBezTo>
                  <a:cubicBezTo>
                    <a:pt x="213" y="397"/>
                    <a:pt x="213" y="397"/>
                    <a:pt x="213" y="397"/>
                  </a:cubicBezTo>
                  <a:cubicBezTo>
                    <a:pt x="214" y="393"/>
                    <a:pt x="217" y="391"/>
                    <a:pt x="220" y="389"/>
                  </a:cubicBezTo>
                  <a:cubicBezTo>
                    <a:pt x="221" y="394"/>
                    <a:pt x="222" y="398"/>
                    <a:pt x="222" y="401"/>
                  </a:cubicBezTo>
                  <a:close/>
                  <a:moveTo>
                    <a:pt x="250" y="351"/>
                  </a:moveTo>
                  <a:cubicBezTo>
                    <a:pt x="249" y="353"/>
                    <a:pt x="247" y="355"/>
                    <a:pt x="243" y="356"/>
                  </a:cubicBezTo>
                  <a:cubicBezTo>
                    <a:pt x="236" y="359"/>
                    <a:pt x="227" y="358"/>
                    <a:pt x="218" y="356"/>
                  </a:cubicBezTo>
                  <a:cubicBezTo>
                    <a:pt x="218" y="352"/>
                    <a:pt x="218" y="349"/>
                    <a:pt x="219" y="345"/>
                  </a:cubicBezTo>
                  <a:cubicBezTo>
                    <a:pt x="219" y="345"/>
                    <a:pt x="219" y="345"/>
                    <a:pt x="219" y="344"/>
                  </a:cubicBezTo>
                  <a:cubicBezTo>
                    <a:pt x="219" y="344"/>
                    <a:pt x="219" y="344"/>
                    <a:pt x="219" y="344"/>
                  </a:cubicBezTo>
                  <a:cubicBezTo>
                    <a:pt x="225" y="343"/>
                    <a:pt x="230" y="340"/>
                    <a:pt x="236" y="335"/>
                  </a:cubicBezTo>
                  <a:cubicBezTo>
                    <a:pt x="239" y="336"/>
                    <a:pt x="242" y="337"/>
                    <a:pt x="245" y="339"/>
                  </a:cubicBezTo>
                  <a:cubicBezTo>
                    <a:pt x="248" y="343"/>
                    <a:pt x="250" y="347"/>
                    <a:pt x="250" y="349"/>
                  </a:cubicBezTo>
                  <a:cubicBezTo>
                    <a:pt x="250" y="350"/>
                    <a:pt x="250" y="350"/>
                    <a:pt x="250" y="351"/>
                  </a:cubicBezTo>
                  <a:close/>
                  <a:moveTo>
                    <a:pt x="243" y="316"/>
                  </a:moveTo>
                  <a:cubicBezTo>
                    <a:pt x="242" y="316"/>
                    <a:pt x="242" y="315"/>
                    <a:pt x="241" y="315"/>
                  </a:cubicBezTo>
                  <a:cubicBezTo>
                    <a:pt x="245" y="312"/>
                    <a:pt x="248" y="308"/>
                    <a:pt x="249" y="303"/>
                  </a:cubicBezTo>
                  <a:cubicBezTo>
                    <a:pt x="251" y="299"/>
                    <a:pt x="252" y="295"/>
                    <a:pt x="252" y="292"/>
                  </a:cubicBezTo>
                  <a:cubicBezTo>
                    <a:pt x="252" y="287"/>
                    <a:pt x="250" y="282"/>
                    <a:pt x="248" y="278"/>
                  </a:cubicBezTo>
                  <a:cubicBezTo>
                    <a:pt x="249" y="277"/>
                    <a:pt x="250" y="275"/>
                    <a:pt x="251" y="274"/>
                  </a:cubicBezTo>
                  <a:cubicBezTo>
                    <a:pt x="256" y="280"/>
                    <a:pt x="260" y="286"/>
                    <a:pt x="260" y="293"/>
                  </a:cubicBezTo>
                  <a:cubicBezTo>
                    <a:pt x="255" y="301"/>
                    <a:pt x="249" y="310"/>
                    <a:pt x="243" y="316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6" name="Freeform 1176">
              <a:extLst>
                <a:ext uri="{FF2B5EF4-FFF2-40B4-BE49-F238E27FC236}">
                  <a16:creationId xmlns:a16="http://schemas.microsoft.com/office/drawing/2014/main" id="{835E7077-35DA-410B-823D-69209DD924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4" y="1679"/>
              <a:ext cx="545" cy="1160"/>
            </a:xfrm>
            <a:custGeom>
              <a:avLst/>
              <a:gdLst>
                <a:gd name="T0" fmla="*/ 48833 w 218"/>
                <a:gd name="T1" fmla="*/ 78336 h 435"/>
                <a:gd name="T2" fmla="*/ 34970 w 218"/>
                <a:gd name="T3" fmla="*/ 50312 h 435"/>
                <a:gd name="T4" fmla="*/ 32738 w 218"/>
                <a:gd name="T5" fmla="*/ 29789 h 435"/>
                <a:gd name="T6" fmla="*/ 44270 w 218"/>
                <a:gd name="T7" fmla="*/ 14413 h 435"/>
                <a:gd name="T8" fmla="*/ 21488 w 218"/>
                <a:gd name="T9" fmla="*/ 15531 h 435"/>
                <a:gd name="T10" fmla="*/ 22470 w 218"/>
                <a:gd name="T11" fmla="*/ 9309 h 435"/>
                <a:gd name="T12" fmla="*/ 15625 w 218"/>
                <a:gd name="T13" fmla="*/ 2581 h 435"/>
                <a:gd name="T14" fmla="*/ 15158 w 218"/>
                <a:gd name="T15" fmla="*/ 4701 h 435"/>
                <a:gd name="T16" fmla="*/ 20833 w 218"/>
                <a:gd name="T17" fmla="*/ 9309 h 435"/>
                <a:gd name="T18" fmla="*/ 20313 w 218"/>
                <a:gd name="T19" fmla="*/ 16840 h 435"/>
                <a:gd name="T20" fmla="*/ 42783 w 218"/>
                <a:gd name="T21" fmla="*/ 15531 h 435"/>
                <a:gd name="T22" fmla="*/ 32238 w 218"/>
                <a:gd name="T23" fmla="*/ 27669 h 435"/>
                <a:gd name="T24" fmla="*/ 35158 w 218"/>
                <a:gd name="T25" fmla="*/ 52851 h 435"/>
                <a:gd name="T26" fmla="*/ 48175 w 218"/>
                <a:gd name="T27" fmla="*/ 76211 h 435"/>
                <a:gd name="T28" fmla="*/ 34500 w 218"/>
                <a:gd name="T29" fmla="*/ 82376 h 435"/>
                <a:gd name="T30" fmla="*/ 25395 w 218"/>
                <a:gd name="T31" fmla="*/ 109624 h 435"/>
                <a:gd name="T32" fmla="*/ 28333 w 218"/>
                <a:gd name="T33" fmla="*/ 70792 h 435"/>
                <a:gd name="T34" fmla="*/ 19063 w 218"/>
                <a:gd name="T35" fmla="*/ 70792 h 435"/>
                <a:gd name="T36" fmla="*/ 14458 w 218"/>
                <a:gd name="T37" fmla="*/ 92083 h 435"/>
                <a:gd name="T38" fmla="*/ 11720 w 218"/>
                <a:gd name="T39" fmla="*/ 62955 h 435"/>
                <a:gd name="T40" fmla="*/ 1488 w 218"/>
                <a:gd name="T41" fmla="*/ 81315 h 435"/>
                <a:gd name="T42" fmla="*/ 3438 w 218"/>
                <a:gd name="T43" fmla="*/ 89963 h 435"/>
                <a:gd name="T44" fmla="*/ 7813 w 218"/>
                <a:gd name="T45" fmla="*/ 58253 h 435"/>
                <a:gd name="T46" fmla="*/ 10083 w 218"/>
                <a:gd name="T47" fmla="*/ 86720 h 435"/>
                <a:gd name="T48" fmla="*/ 21020 w 218"/>
                <a:gd name="T49" fmla="*/ 72269 h 435"/>
                <a:gd name="T50" fmla="*/ 20313 w 218"/>
                <a:gd name="T51" fmla="*/ 59315 h 435"/>
                <a:gd name="T52" fmla="*/ 25708 w 218"/>
                <a:gd name="T53" fmla="*/ 93845 h 435"/>
                <a:gd name="T54" fmla="*/ 21020 w 218"/>
                <a:gd name="T55" fmla="*/ 114744 h 435"/>
                <a:gd name="T56" fmla="*/ 30083 w 218"/>
                <a:gd name="T57" fmla="*/ 133747 h 435"/>
                <a:gd name="T58" fmla="*/ 42500 w 218"/>
                <a:gd name="T59" fmla="*/ 139571 h 435"/>
                <a:gd name="T60" fmla="*/ 4895 w 218"/>
                <a:gd name="T61" fmla="*/ 121515 h 435"/>
                <a:gd name="T62" fmla="*/ 19063 w 218"/>
                <a:gd name="T63" fmla="*/ 153579 h 435"/>
                <a:gd name="T64" fmla="*/ 39063 w 218"/>
                <a:gd name="T65" fmla="*/ 151701 h 435"/>
                <a:gd name="T66" fmla="*/ 50783 w 218"/>
                <a:gd name="T67" fmla="*/ 138504 h 435"/>
                <a:gd name="T68" fmla="*/ 44925 w 218"/>
                <a:gd name="T69" fmla="*/ 119331 h 435"/>
                <a:gd name="T70" fmla="*/ 40833 w 218"/>
                <a:gd name="T71" fmla="*/ 105037 h 435"/>
                <a:gd name="T72" fmla="*/ 35938 w 218"/>
                <a:gd name="T73" fmla="*/ 83491 h 435"/>
                <a:gd name="T74" fmla="*/ 47395 w 218"/>
                <a:gd name="T75" fmla="*/ 126883 h 435"/>
                <a:gd name="T76" fmla="*/ 46688 w 218"/>
                <a:gd name="T77" fmla="*/ 146035 h 435"/>
                <a:gd name="T78" fmla="*/ 33020 w 218"/>
                <a:gd name="T79" fmla="*/ 150643 h 435"/>
                <a:gd name="T80" fmla="*/ 6845 w 218"/>
                <a:gd name="T81" fmla="*/ 149277 h 435"/>
                <a:gd name="T82" fmla="*/ 11533 w 218"/>
                <a:gd name="T83" fmla="*/ 128797 h 435"/>
                <a:gd name="T84" fmla="*/ 43488 w 218"/>
                <a:gd name="T85" fmla="*/ 134165 h 435"/>
                <a:gd name="T86" fmla="*/ 20050 w 218"/>
                <a:gd name="T87" fmla="*/ 129856 h 435"/>
                <a:gd name="T88" fmla="*/ 24220 w 218"/>
                <a:gd name="T89" fmla="*/ 113928 h 435"/>
                <a:gd name="T90" fmla="*/ 35470 w 218"/>
                <a:gd name="T91" fmla="*/ 118272 h 435"/>
                <a:gd name="T92" fmla="*/ 43958 w 218"/>
                <a:gd name="T93" fmla="*/ 121208 h 435"/>
                <a:gd name="T94" fmla="*/ 40550 w 218"/>
                <a:gd name="T95" fmla="*/ 112205 h 435"/>
                <a:gd name="T96" fmla="*/ 35675 w 218"/>
                <a:gd name="T97" fmla="*/ 105037 h 435"/>
                <a:gd name="T98" fmla="*/ 34970 w 218"/>
                <a:gd name="T99" fmla="*/ 116109 h 435"/>
                <a:gd name="T100" fmla="*/ 25395 w 218"/>
                <a:gd name="T101" fmla="*/ 112205 h 43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18" h="435">
                  <a:moveTo>
                    <a:pt x="165" y="217"/>
                  </a:moveTo>
                  <a:cubicBezTo>
                    <a:pt x="169" y="216"/>
                    <a:pt x="174" y="217"/>
                    <a:pt x="180" y="218"/>
                  </a:cubicBezTo>
                  <a:cubicBezTo>
                    <a:pt x="186" y="219"/>
                    <a:pt x="193" y="221"/>
                    <a:pt x="200" y="218"/>
                  </a:cubicBezTo>
                  <a:cubicBezTo>
                    <a:pt x="218" y="209"/>
                    <a:pt x="215" y="182"/>
                    <a:pt x="208" y="167"/>
                  </a:cubicBezTo>
                  <a:cubicBezTo>
                    <a:pt x="198" y="142"/>
                    <a:pt x="180" y="133"/>
                    <a:pt x="151" y="138"/>
                  </a:cubicBezTo>
                  <a:cubicBezTo>
                    <a:pt x="143" y="140"/>
                    <a:pt x="143" y="140"/>
                    <a:pt x="143" y="140"/>
                  </a:cubicBezTo>
                  <a:cubicBezTo>
                    <a:pt x="126" y="144"/>
                    <a:pt x="103" y="149"/>
                    <a:pt x="96" y="133"/>
                  </a:cubicBezTo>
                  <a:cubicBezTo>
                    <a:pt x="94" y="127"/>
                    <a:pt x="94" y="121"/>
                    <a:pt x="97" y="115"/>
                  </a:cubicBezTo>
                  <a:cubicBezTo>
                    <a:pt x="103" y="100"/>
                    <a:pt x="123" y="87"/>
                    <a:pt x="134" y="83"/>
                  </a:cubicBezTo>
                  <a:cubicBezTo>
                    <a:pt x="138" y="82"/>
                    <a:pt x="143" y="80"/>
                    <a:pt x="148" y="79"/>
                  </a:cubicBezTo>
                  <a:cubicBezTo>
                    <a:pt x="163" y="76"/>
                    <a:pt x="180" y="72"/>
                    <a:pt x="185" y="61"/>
                  </a:cubicBezTo>
                  <a:cubicBezTo>
                    <a:pt x="187" y="55"/>
                    <a:pt x="186" y="48"/>
                    <a:pt x="181" y="40"/>
                  </a:cubicBezTo>
                  <a:cubicBezTo>
                    <a:pt x="169" y="23"/>
                    <a:pt x="143" y="29"/>
                    <a:pt x="128" y="33"/>
                  </a:cubicBezTo>
                  <a:cubicBezTo>
                    <a:pt x="126" y="33"/>
                    <a:pt x="123" y="34"/>
                    <a:pt x="119" y="36"/>
                  </a:cubicBezTo>
                  <a:cubicBezTo>
                    <a:pt x="111" y="39"/>
                    <a:pt x="91" y="47"/>
                    <a:pt x="88" y="43"/>
                  </a:cubicBezTo>
                  <a:cubicBezTo>
                    <a:pt x="88" y="43"/>
                    <a:pt x="88" y="43"/>
                    <a:pt x="88" y="42"/>
                  </a:cubicBezTo>
                  <a:cubicBezTo>
                    <a:pt x="88" y="41"/>
                    <a:pt x="89" y="38"/>
                    <a:pt x="90" y="36"/>
                  </a:cubicBezTo>
                  <a:cubicBezTo>
                    <a:pt x="91" y="33"/>
                    <a:pt x="92" y="29"/>
                    <a:pt x="92" y="26"/>
                  </a:cubicBezTo>
                  <a:cubicBezTo>
                    <a:pt x="92" y="25"/>
                    <a:pt x="92" y="24"/>
                    <a:pt x="91" y="23"/>
                  </a:cubicBezTo>
                  <a:cubicBezTo>
                    <a:pt x="88" y="14"/>
                    <a:pt x="79" y="11"/>
                    <a:pt x="71" y="8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58" y="5"/>
                    <a:pt x="55" y="4"/>
                    <a:pt x="51" y="0"/>
                  </a:cubicBezTo>
                  <a:cubicBezTo>
                    <a:pt x="50" y="2"/>
                    <a:pt x="49" y="4"/>
                    <a:pt x="47" y="5"/>
                  </a:cubicBezTo>
                  <a:cubicBezTo>
                    <a:pt x="52" y="10"/>
                    <a:pt x="56" y="12"/>
                    <a:pt x="62" y="13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76" y="17"/>
                    <a:pt x="83" y="19"/>
                    <a:pt x="85" y="25"/>
                  </a:cubicBezTo>
                  <a:cubicBezTo>
                    <a:pt x="85" y="26"/>
                    <a:pt x="85" y="26"/>
                    <a:pt x="85" y="26"/>
                  </a:cubicBezTo>
                  <a:cubicBezTo>
                    <a:pt x="85" y="28"/>
                    <a:pt x="84" y="31"/>
                    <a:pt x="84" y="34"/>
                  </a:cubicBezTo>
                  <a:cubicBezTo>
                    <a:pt x="83" y="37"/>
                    <a:pt x="81" y="40"/>
                    <a:pt x="81" y="42"/>
                  </a:cubicBezTo>
                  <a:cubicBezTo>
                    <a:pt x="81" y="44"/>
                    <a:pt x="82" y="46"/>
                    <a:pt x="83" y="47"/>
                  </a:cubicBezTo>
                  <a:cubicBezTo>
                    <a:pt x="89" y="55"/>
                    <a:pt x="104" y="49"/>
                    <a:pt x="121" y="42"/>
                  </a:cubicBezTo>
                  <a:cubicBezTo>
                    <a:pt x="125" y="40"/>
                    <a:pt x="128" y="39"/>
                    <a:pt x="130" y="39"/>
                  </a:cubicBezTo>
                  <a:cubicBezTo>
                    <a:pt x="142" y="36"/>
                    <a:pt x="166" y="30"/>
                    <a:pt x="175" y="43"/>
                  </a:cubicBezTo>
                  <a:cubicBezTo>
                    <a:pt x="179" y="50"/>
                    <a:pt x="181" y="55"/>
                    <a:pt x="179" y="58"/>
                  </a:cubicBezTo>
                  <a:cubicBezTo>
                    <a:pt x="176" y="67"/>
                    <a:pt x="160" y="70"/>
                    <a:pt x="147" y="73"/>
                  </a:cubicBezTo>
                  <a:cubicBezTo>
                    <a:pt x="141" y="74"/>
                    <a:pt x="136" y="75"/>
                    <a:pt x="132" y="77"/>
                  </a:cubicBezTo>
                  <a:cubicBezTo>
                    <a:pt x="120" y="81"/>
                    <a:pt x="99" y="95"/>
                    <a:pt x="91" y="113"/>
                  </a:cubicBezTo>
                  <a:cubicBezTo>
                    <a:pt x="88" y="121"/>
                    <a:pt x="87" y="128"/>
                    <a:pt x="90" y="135"/>
                  </a:cubicBezTo>
                  <a:cubicBezTo>
                    <a:pt x="100" y="157"/>
                    <a:pt x="126" y="151"/>
                    <a:pt x="144" y="147"/>
                  </a:cubicBezTo>
                  <a:cubicBezTo>
                    <a:pt x="152" y="145"/>
                    <a:pt x="152" y="145"/>
                    <a:pt x="152" y="145"/>
                  </a:cubicBezTo>
                  <a:cubicBezTo>
                    <a:pt x="178" y="140"/>
                    <a:pt x="193" y="147"/>
                    <a:pt x="203" y="170"/>
                  </a:cubicBezTo>
                  <a:cubicBezTo>
                    <a:pt x="207" y="180"/>
                    <a:pt x="212" y="205"/>
                    <a:pt x="197" y="212"/>
                  </a:cubicBezTo>
                  <a:cubicBezTo>
                    <a:pt x="193" y="214"/>
                    <a:pt x="187" y="213"/>
                    <a:pt x="181" y="212"/>
                  </a:cubicBezTo>
                  <a:cubicBezTo>
                    <a:pt x="175" y="211"/>
                    <a:pt x="169" y="209"/>
                    <a:pt x="163" y="211"/>
                  </a:cubicBezTo>
                  <a:cubicBezTo>
                    <a:pt x="154" y="214"/>
                    <a:pt x="145" y="221"/>
                    <a:pt x="141" y="229"/>
                  </a:cubicBezTo>
                  <a:cubicBezTo>
                    <a:pt x="138" y="235"/>
                    <a:pt x="137" y="243"/>
                    <a:pt x="137" y="252"/>
                  </a:cubicBezTo>
                  <a:cubicBezTo>
                    <a:pt x="137" y="265"/>
                    <a:pt x="140" y="278"/>
                    <a:pt x="143" y="286"/>
                  </a:cubicBezTo>
                  <a:cubicBezTo>
                    <a:pt x="129" y="289"/>
                    <a:pt x="115" y="297"/>
                    <a:pt x="104" y="305"/>
                  </a:cubicBezTo>
                  <a:cubicBezTo>
                    <a:pt x="104" y="291"/>
                    <a:pt x="108" y="277"/>
                    <a:pt x="111" y="263"/>
                  </a:cubicBezTo>
                  <a:cubicBezTo>
                    <a:pt x="115" y="248"/>
                    <a:pt x="119" y="233"/>
                    <a:pt x="119" y="218"/>
                  </a:cubicBezTo>
                  <a:cubicBezTo>
                    <a:pt x="119" y="211"/>
                    <a:pt x="118" y="204"/>
                    <a:pt x="116" y="197"/>
                  </a:cubicBezTo>
                  <a:cubicBezTo>
                    <a:pt x="113" y="187"/>
                    <a:pt x="97" y="154"/>
                    <a:pt x="81" y="158"/>
                  </a:cubicBezTo>
                  <a:cubicBezTo>
                    <a:pt x="78" y="159"/>
                    <a:pt x="76" y="161"/>
                    <a:pt x="74" y="164"/>
                  </a:cubicBezTo>
                  <a:cubicBezTo>
                    <a:pt x="70" y="173"/>
                    <a:pt x="75" y="187"/>
                    <a:pt x="78" y="197"/>
                  </a:cubicBezTo>
                  <a:cubicBezTo>
                    <a:pt x="80" y="202"/>
                    <a:pt x="80" y="202"/>
                    <a:pt x="80" y="202"/>
                  </a:cubicBezTo>
                  <a:cubicBezTo>
                    <a:pt x="87" y="228"/>
                    <a:pt x="84" y="246"/>
                    <a:pt x="71" y="254"/>
                  </a:cubicBezTo>
                  <a:cubicBezTo>
                    <a:pt x="67" y="256"/>
                    <a:pt x="63" y="257"/>
                    <a:pt x="59" y="256"/>
                  </a:cubicBezTo>
                  <a:cubicBezTo>
                    <a:pt x="54" y="254"/>
                    <a:pt x="50" y="248"/>
                    <a:pt x="47" y="239"/>
                  </a:cubicBezTo>
                  <a:cubicBezTo>
                    <a:pt x="44" y="228"/>
                    <a:pt x="45" y="218"/>
                    <a:pt x="47" y="207"/>
                  </a:cubicBezTo>
                  <a:cubicBezTo>
                    <a:pt x="49" y="197"/>
                    <a:pt x="51" y="186"/>
                    <a:pt x="48" y="175"/>
                  </a:cubicBezTo>
                  <a:cubicBezTo>
                    <a:pt x="46" y="166"/>
                    <a:pt x="41" y="159"/>
                    <a:pt x="34" y="156"/>
                  </a:cubicBezTo>
                  <a:cubicBezTo>
                    <a:pt x="30" y="155"/>
                    <a:pt x="25" y="155"/>
                    <a:pt x="18" y="160"/>
                  </a:cubicBezTo>
                  <a:cubicBezTo>
                    <a:pt x="0" y="175"/>
                    <a:pt x="3" y="202"/>
                    <a:pt x="6" y="226"/>
                  </a:cubicBezTo>
                  <a:cubicBezTo>
                    <a:pt x="7" y="235"/>
                    <a:pt x="8" y="243"/>
                    <a:pt x="7" y="249"/>
                  </a:cubicBezTo>
                  <a:cubicBezTo>
                    <a:pt x="7" y="251"/>
                    <a:pt x="9" y="253"/>
                    <a:pt x="11" y="253"/>
                  </a:cubicBezTo>
                  <a:cubicBezTo>
                    <a:pt x="12" y="253"/>
                    <a:pt x="14" y="251"/>
                    <a:pt x="14" y="250"/>
                  </a:cubicBezTo>
                  <a:cubicBezTo>
                    <a:pt x="14" y="243"/>
                    <a:pt x="13" y="234"/>
                    <a:pt x="12" y="226"/>
                  </a:cubicBezTo>
                  <a:cubicBezTo>
                    <a:pt x="10" y="203"/>
                    <a:pt x="7" y="178"/>
                    <a:pt x="22" y="165"/>
                  </a:cubicBezTo>
                  <a:cubicBezTo>
                    <a:pt x="26" y="162"/>
                    <a:pt x="29" y="161"/>
                    <a:pt x="32" y="162"/>
                  </a:cubicBezTo>
                  <a:cubicBezTo>
                    <a:pt x="37" y="164"/>
                    <a:pt x="40" y="170"/>
                    <a:pt x="42" y="177"/>
                  </a:cubicBezTo>
                  <a:cubicBezTo>
                    <a:pt x="44" y="186"/>
                    <a:pt x="43" y="196"/>
                    <a:pt x="41" y="206"/>
                  </a:cubicBezTo>
                  <a:cubicBezTo>
                    <a:pt x="39" y="217"/>
                    <a:pt x="37" y="229"/>
                    <a:pt x="41" y="241"/>
                  </a:cubicBezTo>
                  <a:cubicBezTo>
                    <a:pt x="43" y="247"/>
                    <a:pt x="48" y="258"/>
                    <a:pt x="57" y="262"/>
                  </a:cubicBezTo>
                  <a:cubicBezTo>
                    <a:pt x="63" y="264"/>
                    <a:pt x="68" y="263"/>
                    <a:pt x="75" y="259"/>
                  </a:cubicBezTo>
                  <a:cubicBezTo>
                    <a:pt x="90" y="249"/>
                    <a:pt x="94" y="230"/>
                    <a:pt x="86" y="201"/>
                  </a:cubicBezTo>
                  <a:cubicBezTo>
                    <a:pt x="85" y="195"/>
                    <a:pt x="85" y="195"/>
                    <a:pt x="85" y="195"/>
                  </a:cubicBezTo>
                  <a:cubicBezTo>
                    <a:pt x="82" y="187"/>
                    <a:pt x="77" y="173"/>
                    <a:pt x="80" y="167"/>
                  </a:cubicBezTo>
                  <a:cubicBezTo>
                    <a:pt x="81" y="166"/>
                    <a:pt x="82" y="165"/>
                    <a:pt x="83" y="165"/>
                  </a:cubicBezTo>
                  <a:cubicBezTo>
                    <a:pt x="92" y="162"/>
                    <a:pt x="106" y="188"/>
                    <a:pt x="110" y="199"/>
                  </a:cubicBezTo>
                  <a:cubicBezTo>
                    <a:pt x="111" y="205"/>
                    <a:pt x="112" y="211"/>
                    <a:pt x="112" y="218"/>
                  </a:cubicBezTo>
                  <a:cubicBezTo>
                    <a:pt x="112" y="232"/>
                    <a:pt x="109" y="247"/>
                    <a:pt x="105" y="261"/>
                  </a:cubicBezTo>
                  <a:cubicBezTo>
                    <a:pt x="101" y="276"/>
                    <a:pt x="98" y="291"/>
                    <a:pt x="98" y="306"/>
                  </a:cubicBezTo>
                  <a:cubicBezTo>
                    <a:pt x="98" y="307"/>
                    <a:pt x="98" y="308"/>
                    <a:pt x="98" y="309"/>
                  </a:cubicBezTo>
                  <a:cubicBezTo>
                    <a:pt x="93" y="313"/>
                    <a:pt x="89" y="316"/>
                    <a:pt x="86" y="319"/>
                  </a:cubicBezTo>
                  <a:cubicBezTo>
                    <a:pt x="76" y="328"/>
                    <a:pt x="71" y="337"/>
                    <a:pt x="71" y="347"/>
                  </a:cubicBezTo>
                  <a:cubicBezTo>
                    <a:pt x="71" y="353"/>
                    <a:pt x="72" y="359"/>
                    <a:pt x="76" y="365"/>
                  </a:cubicBezTo>
                  <a:cubicBezTo>
                    <a:pt x="87" y="384"/>
                    <a:pt x="106" y="378"/>
                    <a:pt x="123" y="372"/>
                  </a:cubicBezTo>
                  <a:cubicBezTo>
                    <a:pt x="130" y="370"/>
                    <a:pt x="136" y="368"/>
                    <a:pt x="142" y="367"/>
                  </a:cubicBezTo>
                  <a:cubicBezTo>
                    <a:pt x="151" y="367"/>
                    <a:pt x="167" y="370"/>
                    <a:pt x="173" y="377"/>
                  </a:cubicBezTo>
                  <a:cubicBezTo>
                    <a:pt x="176" y="380"/>
                    <a:pt x="176" y="384"/>
                    <a:pt x="174" y="388"/>
                  </a:cubicBezTo>
                  <a:cubicBezTo>
                    <a:pt x="169" y="404"/>
                    <a:pt x="139" y="407"/>
                    <a:pt x="125" y="404"/>
                  </a:cubicBezTo>
                  <a:cubicBezTo>
                    <a:pt x="95" y="397"/>
                    <a:pt x="72" y="376"/>
                    <a:pt x="52" y="354"/>
                  </a:cubicBezTo>
                  <a:cubicBezTo>
                    <a:pt x="43" y="345"/>
                    <a:pt x="30" y="335"/>
                    <a:pt x="20" y="338"/>
                  </a:cubicBezTo>
                  <a:cubicBezTo>
                    <a:pt x="14" y="339"/>
                    <a:pt x="9" y="344"/>
                    <a:pt x="7" y="352"/>
                  </a:cubicBezTo>
                  <a:cubicBezTo>
                    <a:pt x="1" y="372"/>
                    <a:pt x="9" y="405"/>
                    <a:pt x="23" y="419"/>
                  </a:cubicBezTo>
                  <a:cubicBezTo>
                    <a:pt x="39" y="435"/>
                    <a:pt x="61" y="430"/>
                    <a:pt x="78" y="427"/>
                  </a:cubicBezTo>
                  <a:cubicBezTo>
                    <a:pt x="91" y="424"/>
                    <a:pt x="105" y="425"/>
                    <a:pt x="118" y="425"/>
                  </a:cubicBezTo>
                  <a:cubicBezTo>
                    <a:pt x="136" y="425"/>
                    <a:pt x="136" y="425"/>
                    <a:pt x="136" y="425"/>
                  </a:cubicBezTo>
                  <a:cubicBezTo>
                    <a:pt x="144" y="425"/>
                    <a:pt x="152" y="425"/>
                    <a:pt x="160" y="422"/>
                  </a:cubicBezTo>
                  <a:cubicBezTo>
                    <a:pt x="160" y="422"/>
                    <a:pt x="168" y="420"/>
                    <a:pt x="168" y="420"/>
                  </a:cubicBezTo>
                  <a:cubicBezTo>
                    <a:pt x="177" y="418"/>
                    <a:pt x="188" y="416"/>
                    <a:pt x="194" y="411"/>
                  </a:cubicBezTo>
                  <a:cubicBezTo>
                    <a:pt x="202" y="406"/>
                    <a:pt x="207" y="396"/>
                    <a:pt x="208" y="385"/>
                  </a:cubicBezTo>
                  <a:cubicBezTo>
                    <a:pt x="209" y="382"/>
                    <a:pt x="209" y="380"/>
                    <a:pt x="209" y="378"/>
                  </a:cubicBezTo>
                  <a:cubicBezTo>
                    <a:pt x="209" y="366"/>
                    <a:pt x="205" y="355"/>
                    <a:pt x="199" y="349"/>
                  </a:cubicBezTo>
                  <a:cubicBezTo>
                    <a:pt x="184" y="332"/>
                    <a:pt x="184" y="332"/>
                    <a:pt x="184" y="332"/>
                  </a:cubicBezTo>
                  <a:cubicBezTo>
                    <a:pt x="180" y="327"/>
                    <a:pt x="175" y="323"/>
                    <a:pt x="171" y="318"/>
                  </a:cubicBezTo>
                  <a:cubicBezTo>
                    <a:pt x="172" y="315"/>
                    <a:pt x="173" y="313"/>
                    <a:pt x="173" y="310"/>
                  </a:cubicBezTo>
                  <a:cubicBezTo>
                    <a:pt x="173" y="303"/>
                    <a:pt x="170" y="295"/>
                    <a:pt x="167" y="292"/>
                  </a:cubicBezTo>
                  <a:cubicBezTo>
                    <a:pt x="162" y="285"/>
                    <a:pt x="156" y="285"/>
                    <a:pt x="149" y="285"/>
                  </a:cubicBezTo>
                  <a:cubicBezTo>
                    <a:pt x="146" y="277"/>
                    <a:pt x="144" y="264"/>
                    <a:pt x="144" y="252"/>
                  </a:cubicBezTo>
                  <a:cubicBezTo>
                    <a:pt x="144" y="244"/>
                    <a:pt x="145" y="237"/>
                    <a:pt x="147" y="232"/>
                  </a:cubicBezTo>
                  <a:cubicBezTo>
                    <a:pt x="150" y="226"/>
                    <a:pt x="158" y="219"/>
                    <a:pt x="165" y="217"/>
                  </a:cubicBezTo>
                  <a:close/>
                  <a:moveTo>
                    <a:pt x="180" y="337"/>
                  </a:moveTo>
                  <a:cubicBezTo>
                    <a:pt x="194" y="353"/>
                    <a:pt x="194" y="353"/>
                    <a:pt x="194" y="353"/>
                  </a:cubicBezTo>
                  <a:cubicBezTo>
                    <a:pt x="199" y="359"/>
                    <a:pt x="202" y="368"/>
                    <a:pt x="202" y="378"/>
                  </a:cubicBezTo>
                  <a:cubicBezTo>
                    <a:pt x="202" y="380"/>
                    <a:pt x="202" y="382"/>
                    <a:pt x="202" y="384"/>
                  </a:cubicBezTo>
                  <a:cubicBezTo>
                    <a:pt x="201" y="394"/>
                    <a:pt x="197" y="402"/>
                    <a:pt x="191" y="406"/>
                  </a:cubicBezTo>
                  <a:cubicBezTo>
                    <a:pt x="185" y="410"/>
                    <a:pt x="175" y="412"/>
                    <a:pt x="166" y="414"/>
                  </a:cubicBezTo>
                  <a:cubicBezTo>
                    <a:pt x="158" y="416"/>
                    <a:pt x="158" y="416"/>
                    <a:pt x="158" y="416"/>
                  </a:cubicBezTo>
                  <a:cubicBezTo>
                    <a:pt x="151" y="418"/>
                    <a:pt x="144" y="419"/>
                    <a:pt x="135" y="419"/>
                  </a:cubicBezTo>
                  <a:cubicBezTo>
                    <a:pt x="135" y="419"/>
                    <a:pt x="118" y="419"/>
                    <a:pt x="118" y="419"/>
                  </a:cubicBezTo>
                  <a:cubicBezTo>
                    <a:pt x="105" y="418"/>
                    <a:pt x="91" y="418"/>
                    <a:pt x="77" y="421"/>
                  </a:cubicBezTo>
                  <a:cubicBezTo>
                    <a:pt x="60" y="424"/>
                    <a:pt x="41" y="428"/>
                    <a:pt x="28" y="415"/>
                  </a:cubicBezTo>
                  <a:cubicBezTo>
                    <a:pt x="15" y="402"/>
                    <a:pt x="8" y="371"/>
                    <a:pt x="13" y="354"/>
                  </a:cubicBezTo>
                  <a:cubicBezTo>
                    <a:pt x="15" y="348"/>
                    <a:pt x="18" y="345"/>
                    <a:pt x="21" y="344"/>
                  </a:cubicBezTo>
                  <a:cubicBezTo>
                    <a:pt x="29" y="342"/>
                    <a:pt x="40" y="350"/>
                    <a:pt x="47" y="358"/>
                  </a:cubicBezTo>
                  <a:cubicBezTo>
                    <a:pt x="68" y="381"/>
                    <a:pt x="92" y="403"/>
                    <a:pt x="124" y="410"/>
                  </a:cubicBezTo>
                  <a:cubicBezTo>
                    <a:pt x="140" y="414"/>
                    <a:pt x="173" y="410"/>
                    <a:pt x="180" y="391"/>
                  </a:cubicBezTo>
                  <a:cubicBezTo>
                    <a:pt x="183" y="384"/>
                    <a:pt x="182" y="378"/>
                    <a:pt x="178" y="373"/>
                  </a:cubicBezTo>
                  <a:cubicBezTo>
                    <a:pt x="171" y="363"/>
                    <a:pt x="152" y="360"/>
                    <a:pt x="142" y="361"/>
                  </a:cubicBezTo>
                  <a:cubicBezTo>
                    <a:pt x="135" y="362"/>
                    <a:pt x="128" y="364"/>
                    <a:pt x="121" y="366"/>
                  </a:cubicBezTo>
                  <a:cubicBezTo>
                    <a:pt x="102" y="372"/>
                    <a:pt x="90" y="375"/>
                    <a:pt x="82" y="361"/>
                  </a:cubicBezTo>
                  <a:cubicBezTo>
                    <a:pt x="79" y="356"/>
                    <a:pt x="77" y="352"/>
                    <a:pt x="77" y="347"/>
                  </a:cubicBezTo>
                  <a:cubicBezTo>
                    <a:pt x="77" y="339"/>
                    <a:pt x="82" y="331"/>
                    <a:pt x="90" y="323"/>
                  </a:cubicBezTo>
                  <a:cubicBezTo>
                    <a:pt x="92" y="322"/>
                    <a:pt x="95" y="319"/>
                    <a:pt x="99" y="317"/>
                  </a:cubicBezTo>
                  <a:cubicBezTo>
                    <a:pt x="101" y="330"/>
                    <a:pt x="109" y="337"/>
                    <a:pt x="122" y="336"/>
                  </a:cubicBezTo>
                  <a:cubicBezTo>
                    <a:pt x="127" y="336"/>
                    <a:pt x="133" y="334"/>
                    <a:pt x="138" y="332"/>
                  </a:cubicBezTo>
                  <a:cubicBezTo>
                    <a:pt x="145" y="329"/>
                    <a:pt x="145" y="329"/>
                    <a:pt x="145" y="329"/>
                  </a:cubicBezTo>
                  <a:cubicBezTo>
                    <a:pt x="151" y="328"/>
                    <a:pt x="151" y="328"/>
                    <a:pt x="151" y="328"/>
                  </a:cubicBezTo>
                  <a:cubicBezTo>
                    <a:pt x="156" y="326"/>
                    <a:pt x="162" y="325"/>
                    <a:pt x="166" y="322"/>
                  </a:cubicBezTo>
                  <a:cubicBezTo>
                    <a:pt x="171" y="327"/>
                    <a:pt x="175" y="332"/>
                    <a:pt x="180" y="337"/>
                  </a:cubicBezTo>
                  <a:close/>
                  <a:moveTo>
                    <a:pt x="162" y="296"/>
                  </a:moveTo>
                  <a:cubicBezTo>
                    <a:pt x="164" y="299"/>
                    <a:pt x="166" y="305"/>
                    <a:pt x="166" y="310"/>
                  </a:cubicBezTo>
                  <a:cubicBezTo>
                    <a:pt x="166" y="311"/>
                    <a:pt x="166" y="311"/>
                    <a:pt x="166" y="312"/>
                  </a:cubicBezTo>
                  <a:cubicBezTo>
                    <a:pt x="161" y="306"/>
                    <a:pt x="156" y="299"/>
                    <a:pt x="152" y="291"/>
                  </a:cubicBezTo>
                  <a:cubicBezTo>
                    <a:pt x="157" y="291"/>
                    <a:pt x="160" y="292"/>
                    <a:pt x="162" y="296"/>
                  </a:cubicBezTo>
                  <a:close/>
                  <a:moveTo>
                    <a:pt x="146" y="292"/>
                  </a:moveTo>
                  <a:cubicBezTo>
                    <a:pt x="150" y="301"/>
                    <a:pt x="156" y="310"/>
                    <a:pt x="162" y="317"/>
                  </a:cubicBezTo>
                  <a:cubicBezTo>
                    <a:pt x="159" y="319"/>
                    <a:pt x="154" y="320"/>
                    <a:pt x="150" y="321"/>
                  </a:cubicBezTo>
                  <a:cubicBezTo>
                    <a:pt x="143" y="323"/>
                    <a:pt x="143" y="323"/>
                    <a:pt x="143" y="323"/>
                  </a:cubicBezTo>
                  <a:cubicBezTo>
                    <a:pt x="136" y="326"/>
                    <a:pt x="136" y="326"/>
                    <a:pt x="136" y="326"/>
                  </a:cubicBezTo>
                  <a:cubicBezTo>
                    <a:pt x="131" y="328"/>
                    <a:pt x="126" y="330"/>
                    <a:pt x="122" y="330"/>
                  </a:cubicBezTo>
                  <a:cubicBezTo>
                    <a:pt x="111" y="330"/>
                    <a:pt x="106" y="325"/>
                    <a:pt x="104" y="312"/>
                  </a:cubicBezTo>
                  <a:cubicBezTo>
                    <a:pt x="116" y="304"/>
                    <a:pt x="131" y="295"/>
                    <a:pt x="146" y="292"/>
                  </a:cubicBezTo>
                  <a:close/>
                </a:path>
              </a:pathLst>
            </a:custGeom>
            <a:solidFill>
              <a:srgbClr val="FFD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7" name="Freeform 1177">
              <a:extLst>
                <a:ext uri="{FF2B5EF4-FFF2-40B4-BE49-F238E27FC236}">
                  <a16:creationId xmlns:a16="http://schemas.microsoft.com/office/drawing/2014/main" id="{1D6690DA-4F92-471C-BB0A-FC18C7F61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545"/>
              <a:ext cx="192" cy="187"/>
            </a:xfrm>
            <a:custGeom>
              <a:avLst/>
              <a:gdLst>
                <a:gd name="T0" fmla="*/ 15891 w 77"/>
                <a:gd name="T1" fmla="*/ 6922 h 70"/>
                <a:gd name="T2" fmla="*/ 15891 w 77"/>
                <a:gd name="T3" fmla="*/ 11976 h 70"/>
                <a:gd name="T4" fmla="*/ 12248 w 77"/>
                <a:gd name="T5" fmla="*/ 18890 h 70"/>
                <a:gd name="T6" fmla="*/ 5491 w 77"/>
                <a:gd name="T7" fmla="*/ 20688 h 70"/>
                <a:gd name="T8" fmla="*/ 3084 w 77"/>
                <a:gd name="T9" fmla="*/ 15230 h 70"/>
                <a:gd name="T10" fmla="*/ 2399 w 77"/>
                <a:gd name="T11" fmla="*/ 9777 h 70"/>
                <a:gd name="T12" fmla="*/ 1940 w 77"/>
                <a:gd name="T13" fmla="*/ 5853 h 70"/>
                <a:gd name="T14" fmla="*/ 0 w 77"/>
                <a:gd name="T15" fmla="*/ 8292 h 70"/>
                <a:gd name="T16" fmla="*/ 187 w 77"/>
                <a:gd name="T17" fmla="*/ 10483 h 70"/>
                <a:gd name="T18" fmla="*/ 962 w 77"/>
                <a:gd name="T19" fmla="*/ 16050 h 70"/>
                <a:gd name="T20" fmla="*/ 4526 w 77"/>
                <a:gd name="T21" fmla="*/ 23680 h 70"/>
                <a:gd name="T22" fmla="*/ 13026 w 77"/>
                <a:gd name="T23" fmla="*/ 22151 h 70"/>
                <a:gd name="T24" fmla="*/ 18013 w 77"/>
                <a:gd name="T25" fmla="*/ 12796 h 70"/>
                <a:gd name="T26" fmla="*/ 18322 w 77"/>
                <a:gd name="T27" fmla="*/ 6922 h 70"/>
                <a:gd name="T28" fmla="*/ 18509 w 77"/>
                <a:gd name="T29" fmla="*/ 1071 h 70"/>
                <a:gd name="T30" fmla="*/ 16390 w 77"/>
                <a:gd name="T31" fmla="*/ 0 h 70"/>
                <a:gd name="T32" fmla="*/ 15891 w 77"/>
                <a:gd name="T33" fmla="*/ 6922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" h="70">
                  <a:moveTo>
                    <a:pt x="66" y="19"/>
                  </a:moveTo>
                  <a:cubicBezTo>
                    <a:pt x="66" y="24"/>
                    <a:pt x="66" y="29"/>
                    <a:pt x="66" y="33"/>
                  </a:cubicBezTo>
                  <a:cubicBezTo>
                    <a:pt x="64" y="46"/>
                    <a:pt x="61" y="48"/>
                    <a:pt x="51" y="52"/>
                  </a:cubicBezTo>
                  <a:cubicBezTo>
                    <a:pt x="39" y="56"/>
                    <a:pt x="29" y="60"/>
                    <a:pt x="23" y="57"/>
                  </a:cubicBezTo>
                  <a:cubicBezTo>
                    <a:pt x="19" y="55"/>
                    <a:pt x="16" y="50"/>
                    <a:pt x="13" y="42"/>
                  </a:cubicBezTo>
                  <a:cubicBezTo>
                    <a:pt x="12" y="37"/>
                    <a:pt x="11" y="32"/>
                    <a:pt x="10" y="27"/>
                  </a:cubicBezTo>
                  <a:cubicBezTo>
                    <a:pt x="10" y="24"/>
                    <a:pt x="9" y="20"/>
                    <a:pt x="8" y="16"/>
                  </a:cubicBezTo>
                  <a:cubicBezTo>
                    <a:pt x="5" y="18"/>
                    <a:pt x="2" y="20"/>
                    <a:pt x="0" y="23"/>
                  </a:cubicBezTo>
                  <a:cubicBezTo>
                    <a:pt x="0" y="25"/>
                    <a:pt x="0" y="27"/>
                    <a:pt x="1" y="29"/>
                  </a:cubicBezTo>
                  <a:cubicBezTo>
                    <a:pt x="2" y="34"/>
                    <a:pt x="3" y="39"/>
                    <a:pt x="4" y="44"/>
                  </a:cubicBezTo>
                  <a:cubicBezTo>
                    <a:pt x="7" y="55"/>
                    <a:pt x="12" y="62"/>
                    <a:pt x="19" y="65"/>
                  </a:cubicBezTo>
                  <a:cubicBezTo>
                    <a:pt x="29" y="70"/>
                    <a:pt x="40" y="66"/>
                    <a:pt x="54" y="61"/>
                  </a:cubicBezTo>
                  <a:cubicBezTo>
                    <a:pt x="67" y="55"/>
                    <a:pt x="73" y="52"/>
                    <a:pt x="75" y="35"/>
                  </a:cubicBezTo>
                  <a:cubicBezTo>
                    <a:pt x="76" y="30"/>
                    <a:pt x="76" y="24"/>
                    <a:pt x="76" y="19"/>
                  </a:cubicBezTo>
                  <a:cubicBezTo>
                    <a:pt x="76" y="13"/>
                    <a:pt x="76" y="7"/>
                    <a:pt x="77" y="3"/>
                  </a:cubicBezTo>
                  <a:cubicBezTo>
                    <a:pt x="74" y="2"/>
                    <a:pt x="71" y="1"/>
                    <a:pt x="68" y="0"/>
                  </a:cubicBezTo>
                  <a:cubicBezTo>
                    <a:pt x="67" y="6"/>
                    <a:pt x="67" y="13"/>
                    <a:pt x="66" y="19"/>
                  </a:cubicBezTo>
                  <a:close/>
                </a:path>
              </a:pathLst>
            </a:custGeom>
            <a:solidFill>
              <a:srgbClr val="F8E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8" name="Freeform 1178">
              <a:extLst>
                <a:ext uri="{FF2B5EF4-FFF2-40B4-BE49-F238E27FC236}">
                  <a16:creationId xmlns:a16="http://schemas.microsoft.com/office/drawing/2014/main" id="{DF59B6B1-8F72-4156-83FE-0FEF123C2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607"/>
              <a:ext cx="222" cy="344"/>
            </a:xfrm>
            <a:custGeom>
              <a:avLst/>
              <a:gdLst>
                <a:gd name="T0" fmla="*/ 20751 w 89"/>
                <a:gd name="T1" fmla="*/ 42475 h 129"/>
                <a:gd name="T2" fmla="*/ 20751 w 89"/>
                <a:gd name="T3" fmla="*/ 42475 h 129"/>
                <a:gd name="T4" fmla="*/ 18548 w 89"/>
                <a:gd name="T5" fmla="*/ 36659 h 129"/>
                <a:gd name="T6" fmla="*/ 13520 w 89"/>
                <a:gd name="T7" fmla="*/ 28467 h 129"/>
                <a:gd name="T8" fmla="*/ 10147 w 89"/>
                <a:gd name="T9" fmla="*/ 27669 h 129"/>
                <a:gd name="T10" fmla="*/ 4530 w 89"/>
                <a:gd name="T11" fmla="*/ 25485 h 129"/>
                <a:gd name="T12" fmla="*/ 3106 w 89"/>
                <a:gd name="T13" fmla="*/ 16589 h 129"/>
                <a:gd name="T14" fmla="*/ 3365 w 89"/>
                <a:gd name="T15" fmla="*/ 15779 h 129"/>
                <a:gd name="T16" fmla="*/ 5495 w 89"/>
                <a:gd name="T17" fmla="*/ 3243 h 129"/>
                <a:gd name="T18" fmla="*/ 5804 w 89"/>
                <a:gd name="T19" fmla="*/ 2581 h 129"/>
                <a:gd name="T20" fmla="*/ 3864 w 89"/>
                <a:gd name="T21" fmla="*/ 0 h 129"/>
                <a:gd name="T22" fmla="*/ 3864 w 89"/>
                <a:gd name="T23" fmla="*/ 661 h 129"/>
                <a:gd name="T24" fmla="*/ 3365 w 89"/>
                <a:gd name="T25" fmla="*/ 2184 h 129"/>
                <a:gd name="T26" fmla="*/ 965 w 89"/>
                <a:gd name="T27" fmla="*/ 15112 h 129"/>
                <a:gd name="T28" fmla="*/ 965 w 89"/>
                <a:gd name="T29" fmla="*/ 16179 h 129"/>
                <a:gd name="T30" fmla="*/ 3365 w 89"/>
                <a:gd name="T31" fmla="*/ 28467 h 129"/>
                <a:gd name="T32" fmla="*/ 9838 w 89"/>
                <a:gd name="T33" fmla="*/ 30891 h 129"/>
                <a:gd name="T34" fmla="*/ 13053 w 89"/>
                <a:gd name="T35" fmla="*/ 31709 h 129"/>
                <a:gd name="T36" fmla="*/ 16421 w 89"/>
                <a:gd name="T37" fmla="*/ 37773 h 129"/>
                <a:gd name="T38" fmla="*/ 19326 w 89"/>
                <a:gd name="T39" fmla="*/ 45304 h 129"/>
                <a:gd name="T40" fmla="*/ 21447 w 89"/>
                <a:gd name="T41" fmla="*/ 46365 h 129"/>
                <a:gd name="T42" fmla="*/ 20751 w 89"/>
                <a:gd name="T43" fmla="*/ 42475 h 12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9" h="129">
                  <a:moveTo>
                    <a:pt x="86" y="118"/>
                  </a:moveTo>
                  <a:cubicBezTo>
                    <a:pt x="86" y="118"/>
                    <a:pt x="86" y="118"/>
                    <a:pt x="86" y="118"/>
                  </a:cubicBezTo>
                  <a:cubicBezTo>
                    <a:pt x="81" y="114"/>
                    <a:pt x="79" y="108"/>
                    <a:pt x="77" y="102"/>
                  </a:cubicBezTo>
                  <a:cubicBezTo>
                    <a:pt x="74" y="93"/>
                    <a:pt x="71" y="82"/>
                    <a:pt x="56" y="79"/>
                  </a:cubicBezTo>
                  <a:cubicBezTo>
                    <a:pt x="51" y="78"/>
                    <a:pt x="47" y="77"/>
                    <a:pt x="42" y="77"/>
                  </a:cubicBezTo>
                  <a:cubicBezTo>
                    <a:pt x="33" y="76"/>
                    <a:pt x="25" y="74"/>
                    <a:pt x="19" y="71"/>
                  </a:cubicBezTo>
                  <a:cubicBezTo>
                    <a:pt x="11" y="67"/>
                    <a:pt x="12" y="58"/>
                    <a:pt x="13" y="46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5" y="31"/>
                    <a:pt x="19" y="21"/>
                    <a:pt x="23" y="9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1" y="5"/>
                    <a:pt x="19" y="2"/>
                    <a:pt x="16" y="0"/>
                  </a:cubicBezTo>
                  <a:cubicBezTo>
                    <a:pt x="16" y="1"/>
                    <a:pt x="16" y="1"/>
                    <a:pt x="16" y="2"/>
                  </a:cubicBezTo>
                  <a:cubicBezTo>
                    <a:pt x="16" y="2"/>
                    <a:pt x="14" y="6"/>
                    <a:pt x="14" y="6"/>
                  </a:cubicBezTo>
                  <a:cubicBezTo>
                    <a:pt x="10" y="18"/>
                    <a:pt x="6" y="29"/>
                    <a:pt x="4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2" y="56"/>
                    <a:pt x="0" y="72"/>
                    <a:pt x="14" y="79"/>
                  </a:cubicBezTo>
                  <a:cubicBezTo>
                    <a:pt x="22" y="84"/>
                    <a:pt x="31" y="85"/>
                    <a:pt x="41" y="86"/>
                  </a:cubicBezTo>
                  <a:cubicBezTo>
                    <a:pt x="45" y="87"/>
                    <a:pt x="50" y="87"/>
                    <a:pt x="54" y="88"/>
                  </a:cubicBezTo>
                  <a:cubicBezTo>
                    <a:pt x="63" y="90"/>
                    <a:pt x="65" y="97"/>
                    <a:pt x="68" y="105"/>
                  </a:cubicBezTo>
                  <a:cubicBezTo>
                    <a:pt x="70" y="112"/>
                    <a:pt x="73" y="120"/>
                    <a:pt x="80" y="126"/>
                  </a:cubicBezTo>
                  <a:cubicBezTo>
                    <a:pt x="83" y="128"/>
                    <a:pt x="86" y="129"/>
                    <a:pt x="89" y="129"/>
                  </a:cubicBezTo>
                  <a:cubicBezTo>
                    <a:pt x="88" y="125"/>
                    <a:pt x="87" y="122"/>
                    <a:pt x="86" y="118"/>
                  </a:cubicBezTo>
                  <a:close/>
                </a:path>
              </a:pathLst>
            </a:custGeom>
            <a:solidFill>
              <a:srgbClr val="F8E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9" name="Freeform 1179">
              <a:extLst>
                <a:ext uri="{FF2B5EF4-FFF2-40B4-BE49-F238E27FC236}">
                  <a16:creationId xmlns:a16="http://schemas.microsoft.com/office/drawing/2014/main" id="{B86AAE30-563C-42B5-B11D-ADCC98461F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2" y="2460"/>
              <a:ext cx="577" cy="621"/>
            </a:xfrm>
            <a:custGeom>
              <a:avLst/>
              <a:gdLst>
                <a:gd name="T0" fmla="*/ 6315 w 231"/>
                <a:gd name="T1" fmla="*/ 57268 h 233"/>
                <a:gd name="T2" fmla="*/ 0 w 231"/>
                <a:gd name="T3" fmla="*/ 63483 h 233"/>
                <a:gd name="T4" fmla="*/ 1634 w 231"/>
                <a:gd name="T5" fmla="*/ 66964 h 233"/>
                <a:gd name="T6" fmla="*/ 6502 w 231"/>
                <a:gd name="T7" fmla="*/ 60906 h 233"/>
                <a:gd name="T8" fmla="*/ 14295 w 231"/>
                <a:gd name="T9" fmla="*/ 68875 h 233"/>
                <a:gd name="T10" fmla="*/ 14295 w 231"/>
                <a:gd name="T11" fmla="*/ 75994 h 233"/>
                <a:gd name="T12" fmla="*/ 14088 w 231"/>
                <a:gd name="T13" fmla="*/ 81748 h 233"/>
                <a:gd name="T14" fmla="*/ 16553 w 231"/>
                <a:gd name="T15" fmla="*/ 83110 h 233"/>
                <a:gd name="T16" fmla="*/ 16553 w 231"/>
                <a:gd name="T17" fmla="*/ 76391 h 233"/>
                <a:gd name="T18" fmla="*/ 16553 w 231"/>
                <a:gd name="T19" fmla="*/ 68065 h 233"/>
                <a:gd name="T20" fmla="*/ 6315 w 231"/>
                <a:gd name="T21" fmla="*/ 57268 h 233"/>
                <a:gd name="T22" fmla="*/ 30329 w 231"/>
                <a:gd name="T23" fmla="*/ 58390 h 233"/>
                <a:gd name="T24" fmla="*/ 29342 w 231"/>
                <a:gd name="T25" fmla="*/ 56210 h 233"/>
                <a:gd name="T26" fmla="*/ 23515 w 231"/>
                <a:gd name="T27" fmla="*/ 49512 h 233"/>
                <a:gd name="T28" fmla="*/ 20123 w 231"/>
                <a:gd name="T29" fmla="*/ 51628 h 233"/>
                <a:gd name="T30" fmla="*/ 21414 w 231"/>
                <a:gd name="T31" fmla="*/ 70184 h 233"/>
                <a:gd name="T32" fmla="*/ 22068 w 231"/>
                <a:gd name="T33" fmla="*/ 73174 h 233"/>
                <a:gd name="T34" fmla="*/ 23048 w 231"/>
                <a:gd name="T35" fmla="*/ 83510 h 233"/>
                <a:gd name="T36" fmla="*/ 25775 w 231"/>
                <a:gd name="T37" fmla="*/ 82849 h 233"/>
                <a:gd name="T38" fmla="*/ 24296 w 231"/>
                <a:gd name="T39" fmla="*/ 72113 h 233"/>
                <a:gd name="T40" fmla="*/ 23515 w 231"/>
                <a:gd name="T41" fmla="*/ 69123 h 233"/>
                <a:gd name="T42" fmla="*/ 21881 w 231"/>
                <a:gd name="T43" fmla="*/ 54035 h 233"/>
                <a:gd name="T44" fmla="*/ 23315 w 231"/>
                <a:gd name="T45" fmla="*/ 52729 h 233"/>
                <a:gd name="T46" fmla="*/ 27396 w 231"/>
                <a:gd name="T47" fmla="*/ 58390 h 233"/>
                <a:gd name="T48" fmla="*/ 28695 w 231"/>
                <a:gd name="T49" fmla="*/ 60506 h 233"/>
                <a:gd name="T50" fmla="*/ 31608 w 231"/>
                <a:gd name="T51" fmla="*/ 65240 h 233"/>
                <a:gd name="T52" fmla="*/ 36156 w 231"/>
                <a:gd name="T53" fmla="*/ 73174 h 233"/>
                <a:gd name="T54" fmla="*/ 37635 w 231"/>
                <a:gd name="T55" fmla="*/ 70602 h 233"/>
                <a:gd name="T56" fmla="*/ 33241 w 231"/>
                <a:gd name="T57" fmla="*/ 63086 h 233"/>
                <a:gd name="T58" fmla="*/ 30329 w 231"/>
                <a:gd name="T59" fmla="*/ 58390 h 233"/>
                <a:gd name="T60" fmla="*/ 52709 w 231"/>
                <a:gd name="T61" fmla="*/ 6458 h 233"/>
                <a:gd name="T62" fmla="*/ 53956 w 231"/>
                <a:gd name="T63" fmla="*/ 19371 h 233"/>
                <a:gd name="T64" fmla="*/ 54655 w 231"/>
                <a:gd name="T65" fmla="*/ 13574 h 233"/>
                <a:gd name="T66" fmla="*/ 54917 w 231"/>
                <a:gd name="T67" fmla="*/ 7516 h 233"/>
                <a:gd name="T68" fmla="*/ 55622 w 231"/>
                <a:gd name="T69" fmla="*/ 5400 h 233"/>
                <a:gd name="T70" fmla="*/ 56091 w 231"/>
                <a:gd name="T71" fmla="*/ 0 h 233"/>
                <a:gd name="T72" fmla="*/ 52709 w 231"/>
                <a:gd name="T73" fmla="*/ 6458 h 2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1" h="233">
                  <a:moveTo>
                    <a:pt x="26" y="160"/>
                  </a:moveTo>
                  <a:cubicBezTo>
                    <a:pt x="14" y="161"/>
                    <a:pt x="4" y="167"/>
                    <a:pt x="0" y="177"/>
                  </a:cubicBezTo>
                  <a:cubicBezTo>
                    <a:pt x="2" y="180"/>
                    <a:pt x="5" y="184"/>
                    <a:pt x="7" y="187"/>
                  </a:cubicBezTo>
                  <a:cubicBezTo>
                    <a:pt x="9" y="173"/>
                    <a:pt x="20" y="170"/>
                    <a:pt x="27" y="170"/>
                  </a:cubicBezTo>
                  <a:cubicBezTo>
                    <a:pt x="40" y="170"/>
                    <a:pt x="56" y="178"/>
                    <a:pt x="59" y="192"/>
                  </a:cubicBezTo>
                  <a:cubicBezTo>
                    <a:pt x="60" y="198"/>
                    <a:pt x="59" y="205"/>
                    <a:pt x="59" y="212"/>
                  </a:cubicBezTo>
                  <a:cubicBezTo>
                    <a:pt x="58" y="218"/>
                    <a:pt x="58" y="223"/>
                    <a:pt x="58" y="228"/>
                  </a:cubicBezTo>
                  <a:cubicBezTo>
                    <a:pt x="61" y="230"/>
                    <a:pt x="65" y="231"/>
                    <a:pt x="68" y="232"/>
                  </a:cubicBezTo>
                  <a:cubicBezTo>
                    <a:pt x="67" y="226"/>
                    <a:pt x="68" y="220"/>
                    <a:pt x="68" y="213"/>
                  </a:cubicBezTo>
                  <a:cubicBezTo>
                    <a:pt x="69" y="206"/>
                    <a:pt x="70" y="198"/>
                    <a:pt x="68" y="190"/>
                  </a:cubicBezTo>
                  <a:cubicBezTo>
                    <a:pt x="65" y="171"/>
                    <a:pt x="44" y="160"/>
                    <a:pt x="26" y="160"/>
                  </a:cubicBezTo>
                  <a:close/>
                  <a:moveTo>
                    <a:pt x="125" y="163"/>
                  </a:moveTo>
                  <a:cubicBezTo>
                    <a:pt x="121" y="157"/>
                    <a:pt x="121" y="157"/>
                    <a:pt x="121" y="157"/>
                  </a:cubicBezTo>
                  <a:cubicBezTo>
                    <a:pt x="115" y="148"/>
                    <a:pt x="107" y="138"/>
                    <a:pt x="97" y="138"/>
                  </a:cubicBezTo>
                  <a:cubicBezTo>
                    <a:pt x="92" y="137"/>
                    <a:pt x="87" y="140"/>
                    <a:pt x="83" y="144"/>
                  </a:cubicBezTo>
                  <a:cubicBezTo>
                    <a:pt x="72" y="157"/>
                    <a:pt x="82" y="181"/>
                    <a:pt x="88" y="196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5" y="215"/>
                    <a:pt x="98" y="225"/>
                    <a:pt x="95" y="233"/>
                  </a:cubicBezTo>
                  <a:cubicBezTo>
                    <a:pt x="99" y="233"/>
                    <a:pt x="102" y="232"/>
                    <a:pt x="106" y="231"/>
                  </a:cubicBezTo>
                  <a:cubicBezTo>
                    <a:pt x="107" y="220"/>
                    <a:pt x="103" y="209"/>
                    <a:pt x="100" y="201"/>
                  </a:cubicBezTo>
                  <a:cubicBezTo>
                    <a:pt x="97" y="193"/>
                    <a:pt x="97" y="193"/>
                    <a:pt x="97" y="193"/>
                  </a:cubicBezTo>
                  <a:cubicBezTo>
                    <a:pt x="92" y="180"/>
                    <a:pt x="83" y="159"/>
                    <a:pt x="90" y="151"/>
                  </a:cubicBezTo>
                  <a:cubicBezTo>
                    <a:pt x="93" y="147"/>
                    <a:pt x="96" y="147"/>
                    <a:pt x="96" y="147"/>
                  </a:cubicBezTo>
                  <a:cubicBezTo>
                    <a:pt x="102" y="147"/>
                    <a:pt x="109" y="157"/>
                    <a:pt x="113" y="163"/>
                  </a:cubicBezTo>
                  <a:cubicBezTo>
                    <a:pt x="118" y="169"/>
                    <a:pt x="118" y="169"/>
                    <a:pt x="118" y="169"/>
                  </a:cubicBezTo>
                  <a:cubicBezTo>
                    <a:pt x="130" y="182"/>
                    <a:pt x="130" y="182"/>
                    <a:pt x="130" y="182"/>
                  </a:cubicBezTo>
                  <a:cubicBezTo>
                    <a:pt x="136" y="190"/>
                    <a:pt x="142" y="198"/>
                    <a:pt x="149" y="204"/>
                  </a:cubicBezTo>
                  <a:cubicBezTo>
                    <a:pt x="151" y="202"/>
                    <a:pt x="153" y="200"/>
                    <a:pt x="155" y="197"/>
                  </a:cubicBezTo>
                  <a:cubicBezTo>
                    <a:pt x="149" y="191"/>
                    <a:pt x="143" y="184"/>
                    <a:pt x="137" y="176"/>
                  </a:cubicBezTo>
                  <a:lnTo>
                    <a:pt x="125" y="163"/>
                  </a:lnTo>
                  <a:close/>
                  <a:moveTo>
                    <a:pt x="217" y="18"/>
                  </a:moveTo>
                  <a:cubicBezTo>
                    <a:pt x="212" y="32"/>
                    <a:pt x="216" y="44"/>
                    <a:pt x="222" y="54"/>
                  </a:cubicBezTo>
                  <a:cubicBezTo>
                    <a:pt x="223" y="49"/>
                    <a:pt x="225" y="44"/>
                    <a:pt x="225" y="38"/>
                  </a:cubicBezTo>
                  <a:cubicBezTo>
                    <a:pt x="224" y="33"/>
                    <a:pt x="224" y="28"/>
                    <a:pt x="226" y="21"/>
                  </a:cubicBezTo>
                  <a:cubicBezTo>
                    <a:pt x="227" y="19"/>
                    <a:pt x="228" y="17"/>
                    <a:pt x="229" y="15"/>
                  </a:cubicBezTo>
                  <a:cubicBezTo>
                    <a:pt x="230" y="10"/>
                    <a:pt x="230" y="5"/>
                    <a:pt x="231" y="0"/>
                  </a:cubicBezTo>
                  <a:cubicBezTo>
                    <a:pt x="225" y="4"/>
                    <a:pt x="220" y="10"/>
                    <a:pt x="217" y="18"/>
                  </a:cubicBezTo>
                  <a:close/>
                </a:path>
              </a:pathLst>
            </a:custGeom>
            <a:solidFill>
              <a:srgbClr val="F8E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0" name="Freeform 1180">
              <a:extLst>
                <a:ext uri="{FF2B5EF4-FFF2-40B4-BE49-F238E27FC236}">
                  <a16:creationId xmlns:a16="http://schemas.microsoft.com/office/drawing/2014/main" id="{44E22E42-6461-43AF-A416-CE41C655C5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7" y="1585"/>
              <a:ext cx="740" cy="1419"/>
            </a:xfrm>
            <a:custGeom>
              <a:avLst/>
              <a:gdLst>
                <a:gd name="T0" fmla="*/ 39845 w 296"/>
                <a:gd name="T1" fmla="*/ 117729 h 532"/>
                <a:gd name="T2" fmla="*/ 72083 w 296"/>
                <a:gd name="T3" fmla="*/ 91806 h 532"/>
                <a:gd name="T4" fmla="*/ 62033 w 296"/>
                <a:gd name="T5" fmla="*/ 68029 h 532"/>
                <a:gd name="T6" fmla="*/ 43488 w 296"/>
                <a:gd name="T7" fmla="*/ 45752 h 532"/>
                <a:gd name="T8" fmla="*/ 28833 w 296"/>
                <a:gd name="T9" fmla="*/ 21216 h 532"/>
                <a:gd name="T10" fmla="*/ 15438 w 296"/>
                <a:gd name="T11" fmla="*/ 34974 h 532"/>
                <a:gd name="T12" fmla="*/ 7813 w 296"/>
                <a:gd name="T13" fmla="*/ 47118 h 532"/>
                <a:gd name="T14" fmla="*/ 8333 w 296"/>
                <a:gd name="T15" fmla="*/ 81390 h 532"/>
                <a:gd name="T16" fmla="*/ 520 w 296"/>
                <a:gd name="T17" fmla="*/ 93931 h 532"/>
                <a:gd name="T18" fmla="*/ 8333 w 296"/>
                <a:gd name="T19" fmla="*/ 119188 h 532"/>
                <a:gd name="T20" fmla="*/ 15938 w 296"/>
                <a:gd name="T21" fmla="*/ 171736 h 532"/>
                <a:gd name="T22" fmla="*/ 42000 w 296"/>
                <a:gd name="T23" fmla="*/ 158475 h 532"/>
                <a:gd name="T24" fmla="*/ 55470 w 296"/>
                <a:gd name="T25" fmla="*/ 183632 h 532"/>
                <a:gd name="T26" fmla="*/ 17895 w 296"/>
                <a:gd name="T27" fmla="*/ 34974 h 532"/>
                <a:gd name="T28" fmla="*/ 6845 w 296"/>
                <a:gd name="T29" fmla="*/ 106894 h 532"/>
                <a:gd name="T30" fmla="*/ 52550 w 296"/>
                <a:gd name="T31" fmla="*/ 142281 h 532"/>
                <a:gd name="T32" fmla="*/ 27345 w 296"/>
                <a:gd name="T33" fmla="*/ 134997 h 532"/>
                <a:gd name="T34" fmla="*/ 49813 w 296"/>
                <a:gd name="T35" fmla="*/ 145810 h 532"/>
                <a:gd name="T36" fmla="*/ 22783 w 296"/>
                <a:gd name="T37" fmla="*/ 113120 h 532"/>
                <a:gd name="T38" fmla="*/ 18875 w 296"/>
                <a:gd name="T39" fmla="*/ 141223 h 532"/>
                <a:gd name="T40" fmla="*/ 38408 w 296"/>
                <a:gd name="T41" fmla="*/ 110197 h 532"/>
                <a:gd name="T42" fmla="*/ 25908 w 296"/>
                <a:gd name="T43" fmla="*/ 89229 h 532"/>
                <a:gd name="T44" fmla="*/ 33988 w 296"/>
                <a:gd name="T45" fmla="*/ 41044 h 532"/>
                <a:gd name="T46" fmla="*/ 34188 w 296"/>
                <a:gd name="T47" fmla="*/ 52946 h 532"/>
                <a:gd name="T48" fmla="*/ 35158 w 296"/>
                <a:gd name="T49" fmla="*/ 72796 h 532"/>
                <a:gd name="T50" fmla="*/ 39583 w 296"/>
                <a:gd name="T51" fmla="*/ 75620 h 532"/>
                <a:gd name="T52" fmla="*/ 43958 w 296"/>
                <a:gd name="T53" fmla="*/ 80328 h 532"/>
                <a:gd name="T54" fmla="*/ 30783 w 296"/>
                <a:gd name="T55" fmla="*/ 92224 h 532"/>
                <a:gd name="T56" fmla="*/ 45238 w 296"/>
                <a:gd name="T57" fmla="*/ 94353 h 532"/>
                <a:gd name="T58" fmla="*/ 55000 w 296"/>
                <a:gd name="T59" fmla="*/ 106894 h 532"/>
                <a:gd name="T60" fmla="*/ 59113 w 296"/>
                <a:gd name="T61" fmla="*/ 99759 h 532"/>
                <a:gd name="T62" fmla="*/ 59113 w 296"/>
                <a:gd name="T63" fmla="*/ 91806 h 532"/>
                <a:gd name="T64" fmla="*/ 40833 w 296"/>
                <a:gd name="T65" fmla="*/ 110594 h 532"/>
                <a:gd name="T66" fmla="*/ 51770 w 296"/>
                <a:gd name="T67" fmla="*/ 112322 h 532"/>
                <a:gd name="T68" fmla="*/ 61063 w 296"/>
                <a:gd name="T69" fmla="*/ 120314 h 532"/>
                <a:gd name="T70" fmla="*/ 66925 w 296"/>
                <a:gd name="T71" fmla="*/ 78146 h 532"/>
                <a:gd name="T72" fmla="*/ 56175 w 296"/>
                <a:gd name="T73" fmla="*/ 83574 h 532"/>
                <a:gd name="T74" fmla="*/ 48363 w 296"/>
                <a:gd name="T75" fmla="*/ 48598 h 532"/>
                <a:gd name="T76" fmla="*/ 60083 w 296"/>
                <a:gd name="T77" fmla="*/ 66306 h 532"/>
                <a:gd name="T78" fmla="*/ 42970 w 296"/>
                <a:gd name="T79" fmla="*/ 67629 h 532"/>
                <a:gd name="T80" fmla="*/ 37113 w 296"/>
                <a:gd name="T81" fmla="*/ 48598 h 532"/>
                <a:gd name="T82" fmla="*/ 26688 w 296"/>
                <a:gd name="T83" fmla="*/ 10779 h 532"/>
                <a:gd name="T84" fmla="*/ 23250 w 296"/>
                <a:gd name="T85" fmla="*/ 42111 h 532"/>
                <a:gd name="T86" fmla="*/ 23250 w 296"/>
                <a:gd name="T87" fmla="*/ 42111 h 532"/>
                <a:gd name="T88" fmla="*/ 23958 w 296"/>
                <a:gd name="T89" fmla="*/ 61959 h 532"/>
                <a:gd name="T90" fmla="*/ 10550 w 296"/>
                <a:gd name="T91" fmla="*/ 48598 h 532"/>
                <a:gd name="T92" fmla="*/ 9300 w 296"/>
                <a:gd name="T93" fmla="*/ 61540 h 532"/>
                <a:gd name="T94" fmla="*/ 8800 w 296"/>
                <a:gd name="T95" fmla="*/ 108831 h 532"/>
                <a:gd name="T96" fmla="*/ 3720 w 296"/>
                <a:gd name="T97" fmla="*/ 74503 h 532"/>
                <a:gd name="T98" fmla="*/ 28645 w 296"/>
                <a:gd name="T99" fmla="*/ 82507 h 532"/>
                <a:gd name="T100" fmla="*/ 14970 w 296"/>
                <a:gd name="T101" fmla="*/ 108012 h 532"/>
                <a:gd name="T102" fmla="*/ 17583 w 296"/>
                <a:gd name="T103" fmla="*/ 159840 h 532"/>
                <a:gd name="T104" fmla="*/ 15438 w 296"/>
                <a:gd name="T105" fmla="*/ 146877 h 532"/>
                <a:gd name="T106" fmla="*/ 19845 w 296"/>
                <a:gd name="T107" fmla="*/ 162017 h 532"/>
                <a:gd name="T108" fmla="*/ 38408 w 296"/>
                <a:gd name="T109" fmla="*/ 157408 h 532"/>
                <a:gd name="T110" fmla="*/ 40050 w 296"/>
                <a:gd name="T111" fmla="*/ 151601 h 532"/>
                <a:gd name="T112" fmla="*/ 41800 w 296"/>
                <a:gd name="T113" fmla="*/ 148358 h 532"/>
                <a:gd name="T114" fmla="*/ 49813 w 296"/>
                <a:gd name="T115" fmla="*/ 150123 h 532"/>
                <a:gd name="T116" fmla="*/ 52083 w 296"/>
                <a:gd name="T117" fmla="*/ 182934 h 532"/>
                <a:gd name="T118" fmla="*/ 52738 w 296"/>
                <a:gd name="T119" fmla="*/ 146877 h 532"/>
                <a:gd name="T120" fmla="*/ 60550 w 296"/>
                <a:gd name="T121" fmla="*/ 156346 h 532"/>
                <a:gd name="T122" fmla="*/ 57158 w 296"/>
                <a:gd name="T123" fmla="*/ 134336 h 53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96" h="532">
                  <a:moveTo>
                    <a:pt x="261" y="454"/>
                  </a:moveTo>
                  <a:cubicBezTo>
                    <a:pt x="260" y="454"/>
                    <a:pt x="258" y="452"/>
                    <a:pt x="257" y="438"/>
                  </a:cubicBezTo>
                  <a:cubicBezTo>
                    <a:pt x="257" y="433"/>
                    <a:pt x="257" y="433"/>
                    <a:pt x="257" y="433"/>
                  </a:cubicBezTo>
                  <a:cubicBezTo>
                    <a:pt x="257" y="425"/>
                    <a:pt x="256" y="417"/>
                    <a:pt x="257" y="409"/>
                  </a:cubicBezTo>
                  <a:cubicBezTo>
                    <a:pt x="258" y="400"/>
                    <a:pt x="258" y="400"/>
                    <a:pt x="258" y="400"/>
                  </a:cubicBezTo>
                  <a:cubicBezTo>
                    <a:pt x="259" y="392"/>
                    <a:pt x="260" y="384"/>
                    <a:pt x="258" y="377"/>
                  </a:cubicBezTo>
                  <a:cubicBezTo>
                    <a:pt x="254" y="366"/>
                    <a:pt x="245" y="360"/>
                    <a:pt x="234" y="359"/>
                  </a:cubicBezTo>
                  <a:cubicBezTo>
                    <a:pt x="232" y="359"/>
                    <a:pt x="229" y="360"/>
                    <a:pt x="227" y="360"/>
                  </a:cubicBezTo>
                  <a:cubicBezTo>
                    <a:pt x="219" y="353"/>
                    <a:pt x="206" y="351"/>
                    <a:pt x="194" y="349"/>
                  </a:cubicBezTo>
                  <a:cubicBezTo>
                    <a:pt x="173" y="345"/>
                    <a:pt x="163" y="342"/>
                    <a:pt x="163" y="330"/>
                  </a:cubicBezTo>
                  <a:cubicBezTo>
                    <a:pt x="163" y="329"/>
                    <a:pt x="163" y="328"/>
                    <a:pt x="163" y="327"/>
                  </a:cubicBezTo>
                  <a:cubicBezTo>
                    <a:pt x="163" y="325"/>
                    <a:pt x="163" y="324"/>
                    <a:pt x="164" y="322"/>
                  </a:cubicBezTo>
                  <a:cubicBezTo>
                    <a:pt x="170" y="329"/>
                    <a:pt x="177" y="334"/>
                    <a:pt x="180" y="335"/>
                  </a:cubicBezTo>
                  <a:cubicBezTo>
                    <a:pt x="195" y="344"/>
                    <a:pt x="226" y="357"/>
                    <a:pt x="246" y="350"/>
                  </a:cubicBezTo>
                  <a:cubicBezTo>
                    <a:pt x="253" y="348"/>
                    <a:pt x="257" y="344"/>
                    <a:pt x="259" y="338"/>
                  </a:cubicBezTo>
                  <a:cubicBezTo>
                    <a:pt x="259" y="337"/>
                    <a:pt x="259" y="336"/>
                    <a:pt x="259" y="334"/>
                  </a:cubicBezTo>
                  <a:cubicBezTo>
                    <a:pt x="259" y="329"/>
                    <a:pt x="256" y="323"/>
                    <a:pt x="252" y="318"/>
                  </a:cubicBezTo>
                  <a:cubicBezTo>
                    <a:pt x="253" y="318"/>
                    <a:pt x="254" y="318"/>
                    <a:pt x="255" y="318"/>
                  </a:cubicBezTo>
                  <a:cubicBezTo>
                    <a:pt x="261" y="318"/>
                    <a:pt x="266" y="315"/>
                    <a:pt x="271" y="309"/>
                  </a:cubicBezTo>
                  <a:cubicBezTo>
                    <a:pt x="275" y="304"/>
                    <a:pt x="279" y="297"/>
                    <a:pt x="282" y="290"/>
                  </a:cubicBezTo>
                  <a:cubicBezTo>
                    <a:pt x="286" y="281"/>
                    <a:pt x="291" y="272"/>
                    <a:pt x="296" y="267"/>
                  </a:cubicBezTo>
                  <a:cubicBezTo>
                    <a:pt x="296" y="263"/>
                    <a:pt x="296" y="259"/>
                    <a:pt x="295" y="255"/>
                  </a:cubicBezTo>
                  <a:cubicBezTo>
                    <a:pt x="286" y="261"/>
                    <a:pt x="279" y="274"/>
                    <a:pt x="273" y="286"/>
                  </a:cubicBezTo>
                  <a:cubicBezTo>
                    <a:pt x="270" y="292"/>
                    <a:pt x="267" y="298"/>
                    <a:pt x="264" y="303"/>
                  </a:cubicBezTo>
                  <a:cubicBezTo>
                    <a:pt x="263" y="303"/>
                    <a:pt x="263" y="304"/>
                    <a:pt x="262" y="304"/>
                  </a:cubicBezTo>
                  <a:cubicBezTo>
                    <a:pt x="265" y="301"/>
                    <a:pt x="267" y="296"/>
                    <a:pt x="269" y="291"/>
                  </a:cubicBezTo>
                  <a:cubicBezTo>
                    <a:pt x="270" y="287"/>
                    <a:pt x="270" y="284"/>
                    <a:pt x="270" y="280"/>
                  </a:cubicBezTo>
                  <a:cubicBezTo>
                    <a:pt x="270" y="280"/>
                    <a:pt x="270" y="280"/>
                    <a:pt x="270" y="280"/>
                  </a:cubicBezTo>
                  <a:cubicBezTo>
                    <a:pt x="280" y="263"/>
                    <a:pt x="287" y="246"/>
                    <a:pt x="288" y="233"/>
                  </a:cubicBezTo>
                  <a:cubicBezTo>
                    <a:pt x="288" y="233"/>
                    <a:pt x="288" y="232"/>
                    <a:pt x="288" y="231"/>
                  </a:cubicBezTo>
                  <a:cubicBezTo>
                    <a:pt x="288" y="221"/>
                    <a:pt x="285" y="214"/>
                    <a:pt x="280" y="210"/>
                  </a:cubicBezTo>
                  <a:cubicBezTo>
                    <a:pt x="276" y="207"/>
                    <a:pt x="271" y="206"/>
                    <a:pt x="266" y="205"/>
                  </a:cubicBezTo>
                  <a:cubicBezTo>
                    <a:pt x="264" y="199"/>
                    <a:pt x="260" y="193"/>
                    <a:pt x="254" y="189"/>
                  </a:cubicBezTo>
                  <a:cubicBezTo>
                    <a:pt x="263" y="180"/>
                    <a:pt x="270" y="169"/>
                    <a:pt x="270" y="156"/>
                  </a:cubicBezTo>
                  <a:cubicBezTo>
                    <a:pt x="270" y="150"/>
                    <a:pt x="268" y="143"/>
                    <a:pt x="264" y="135"/>
                  </a:cubicBezTo>
                  <a:cubicBezTo>
                    <a:pt x="261" y="128"/>
                    <a:pt x="257" y="123"/>
                    <a:pt x="252" y="120"/>
                  </a:cubicBezTo>
                  <a:cubicBezTo>
                    <a:pt x="256" y="110"/>
                    <a:pt x="258" y="98"/>
                    <a:pt x="259" y="86"/>
                  </a:cubicBezTo>
                  <a:cubicBezTo>
                    <a:pt x="256" y="79"/>
                    <a:pt x="253" y="73"/>
                    <a:pt x="249" y="67"/>
                  </a:cubicBezTo>
                  <a:cubicBezTo>
                    <a:pt x="249" y="70"/>
                    <a:pt x="250" y="74"/>
                    <a:pt x="250" y="77"/>
                  </a:cubicBezTo>
                  <a:cubicBezTo>
                    <a:pt x="250" y="92"/>
                    <a:pt x="247" y="105"/>
                    <a:pt x="244" y="116"/>
                  </a:cubicBezTo>
                  <a:cubicBezTo>
                    <a:pt x="228" y="111"/>
                    <a:pt x="210" y="120"/>
                    <a:pt x="194" y="127"/>
                  </a:cubicBezTo>
                  <a:cubicBezTo>
                    <a:pt x="189" y="129"/>
                    <a:pt x="183" y="131"/>
                    <a:pt x="178" y="133"/>
                  </a:cubicBezTo>
                  <a:cubicBezTo>
                    <a:pt x="178" y="133"/>
                    <a:pt x="178" y="132"/>
                    <a:pt x="178" y="131"/>
                  </a:cubicBezTo>
                  <a:cubicBezTo>
                    <a:pt x="178" y="130"/>
                    <a:pt x="178" y="128"/>
                    <a:pt x="178" y="127"/>
                  </a:cubicBezTo>
                  <a:cubicBezTo>
                    <a:pt x="177" y="110"/>
                    <a:pt x="166" y="108"/>
                    <a:pt x="163" y="108"/>
                  </a:cubicBezTo>
                  <a:cubicBezTo>
                    <a:pt x="161" y="107"/>
                    <a:pt x="160" y="108"/>
                    <a:pt x="158" y="108"/>
                  </a:cubicBezTo>
                  <a:cubicBezTo>
                    <a:pt x="157" y="101"/>
                    <a:pt x="155" y="93"/>
                    <a:pt x="151" y="85"/>
                  </a:cubicBezTo>
                  <a:cubicBezTo>
                    <a:pt x="154" y="81"/>
                    <a:pt x="158" y="77"/>
                    <a:pt x="162" y="73"/>
                  </a:cubicBezTo>
                  <a:cubicBezTo>
                    <a:pt x="168" y="67"/>
                    <a:pt x="175" y="61"/>
                    <a:pt x="180" y="53"/>
                  </a:cubicBezTo>
                  <a:cubicBezTo>
                    <a:pt x="186" y="45"/>
                    <a:pt x="188" y="37"/>
                    <a:pt x="188" y="31"/>
                  </a:cubicBezTo>
                  <a:cubicBezTo>
                    <a:pt x="188" y="23"/>
                    <a:pt x="184" y="18"/>
                    <a:pt x="180" y="14"/>
                  </a:cubicBezTo>
                  <a:cubicBezTo>
                    <a:pt x="164" y="0"/>
                    <a:pt x="126" y="0"/>
                    <a:pt x="106" y="16"/>
                  </a:cubicBezTo>
                  <a:cubicBezTo>
                    <a:pt x="102" y="20"/>
                    <a:pt x="99" y="24"/>
                    <a:pt x="99" y="29"/>
                  </a:cubicBezTo>
                  <a:cubicBezTo>
                    <a:pt x="99" y="29"/>
                    <a:pt x="99" y="30"/>
                    <a:pt x="99" y="30"/>
                  </a:cubicBezTo>
                  <a:cubicBezTo>
                    <a:pt x="99" y="41"/>
                    <a:pt x="109" y="51"/>
                    <a:pt x="118" y="59"/>
                  </a:cubicBezTo>
                  <a:cubicBezTo>
                    <a:pt x="120" y="61"/>
                    <a:pt x="120" y="61"/>
                    <a:pt x="120" y="61"/>
                  </a:cubicBezTo>
                  <a:cubicBezTo>
                    <a:pt x="126" y="67"/>
                    <a:pt x="132" y="73"/>
                    <a:pt x="137" y="80"/>
                  </a:cubicBezTo>
                  <a:cubicBezTo>
                    <a:pt x="125" y="76"/>
                    <a:pt x="103" y="72"/>
                    <a:pt x="85" y="76"/>
                  </a:cubicBezTo>
                  <a:cubicBezTo>
                    <a:pt x="83" y="65"/>
                    <a:pt x="78" y="55"/>
                    <a:pt x="68" y="48"/>
                  </a:cubicBezTo>
                  <a:cubicBezTo>
                    <a:pt x="66" y="46"/>
                    <a:pt x="63" y="44"/>
                    <a:pt x="61" y="43"/>
                  </a:cubicBezTo>
                  <a:cubicBezTo>
                    <a:pt x="59" y="45"/>
                    <a:pt x="57" y="48"/>
                    <a:pt x="55" y="51"/>
                  </a:cubicBezTo>
                  <a:cubicBezTo>
                    <a:pt x="58" y="52"/>
                    <a:pt x="60" y="53"/>
                    <a:pt x="62" y="55"/>
                  </a:cubicBezTo>
                  <a:cubicBezTo>
                    <a:pt x="70" y="61"/>
                    <a:pt x="74" y="70"/>
                    <a:pt x="76" y="79"/>
                  </a:cubicBezTo>
                  <a:cubicBezTo>
                    <a:pt x="75" y="79"/>
                    <a:pt x="74" y="80"/>
                    <a:pt x="73" y="80"/>
                  </a:cubicBezTo>
                  <a:cubicBezTo>
                    <a:pt x="67" y="84"/>
                    <a:pt x="63" y="90"/>
                    <a:pt x="63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3" y="110"/>
                    <a:pt x="74" y="117"/>
                    <a:pt x="86" y="123"/>
                  </a:cubicBezTo>
                  <a:cubicBezTo>
                    <a:pt x="88" y="128"/>
                    <a:pt x="91" y="133"/>
                    <a:pt x="95" y="137"/>
                  </a:cubicBezTo>
                  <a:cubicBezTo>
                    <a:pt x="101" y="143"/>
                    <a:pt x="108" y="147"/>
                    <a:pt x="115" y="149"/>
                  </a:cubicBezTo>
                  <a:cubicBezTo>
                    <a:pt x="115" y="151"/>
                    <a:pt x="114" y="153"/>
                    <a:pt x="114" y="155"/>
                  </a:cubicBezTo>
                  <a:cubicBezTo>
                    <a:pt x="108" y="156"/>
                    <a:pt x="101" y="158"/>
                    <a:pt x="95" y="159"/>
                  </a:cubicBezTo>
                  <a:cubicBezTo>
                    <a:pt x="94" y="154"/>
                    <a:pt x="92" y="149"/>
                    <a:pt x="89" y="146"/>
                  </a:cubicBezTo>
                  <a:cubicBezTo>
                    <a:pt x="81" y="135"/>
                    <a:pt x="59" y="122"/>
                    <a:pt x="45" y="124"/>
                  </a:cubicBezTo>
                  <a:cubicBezTo>
                    <a:pt x="44" y="124"/>
                    <a:pt x="42" y="125"/>
                    <a:pt x="40" y="126"/>
                  </a:cubicBezTo>
                  <a:cubicBezTo>
                    <a:pt x="37" y="118"/>
                    <a:pt x="33" y="111"/>
                    <a:pt x="29" y="104"/>
                  </a:cubicBezTo>
                  <a:cubicBezTo>
                    <a:pt x="27" y="108"/>
                    <a:pt x="26" y="112"/>
                    <a:pt x="24" y="116"/>
                  </a:cubicBezTo>
                  <a:cubicBezTo>
                    <a:pt x="27" y="121"/>
                    <a:pt x="30" y="126"/>
                    <a:pt x="32" y="131"/>
                  </a:cubicBezTo>
                  <a:cubicBezTo>
                    <a:pt x="30" y="134"/>
                    <a:pt x="27" y="136"/>
                    <a:pt x="26" y="140"/>
                  </a:cubicBezTo>
                  <a:cubicBezTo>
                    <a:pt x="25" y="143"/>
                    <a:pt x="24" y="146"/>
                    <a:pt x="24" y="149"/>
                  </a:cubicBezTo>
                  <a:cubicBezTo>
                    <a:pt x="24" y="153"/>
                    <a:pt x="25" y="156"/>
                    <a:pt x="27" y="159"/>
                  </a:cubicBezTo>
                  <a:cubicBezTo>
                    <a:pt x="28" y="160"/>
                    <a:pt x="29" y="162"/>
                    <a:pt x="30" y="163"/>
                  </a:cubicBezTo>
                  <a:cubicBezTo>
                    <a:pt x="25" y="169"/>
                    <a:pt x="17" y="173"/>
                    <a:pt x="8" y="177"/>
                  </a:cubicBezTo>
                  <a:cubicBezTo>
                    <a:pt x="8" y="180"/>
                    <a:pt x="7" y="184"/>
                    <a:pt x="6" y="188"/>
                  </a:cubicBezTo>
                  <a:cubicBezTo>
                    <a:pt x="10" y="186"/>
                    <a:pt x="13" y="185"/>
                    <a:pt x="17" y="183"/>
                  </a:cubicBezTo>
                  <a:cubicBezTo>
                    <a:pt x="11" y="190"/>
                    <a:pt x="6" y="198"/>
                    <a:pt x="5" y="206"/>
                  </a:cubicBezTo>
                  <a:cubicBezTo>
                    <a:pt x="5" y="206"/>
                    <a:pt x="5" y="207"/>
                    <a:pt x="5" y="207"/>
                  </a:cubicBezTo>
                  <a:cubicBezTo>
                    <a:pt x="5" y="212"/>
                    <a:pt x="7" y="217"/>
                    <a:pt x="10" y="220"/>
                  </a:cubicBezTo>
                  <a:cubicBezTo>
                    <a:pt x="15" y="226"/>
                    <a:pt x="25" y="226"/>
                    <a:pt x="34" y="226"/>
                  </a:cubicBezTo>
                  <a:cubicBezTo>
                    <a:pt x="42" y="227"/>
                    <a:pt x="42" y="227"/>
                    <a:pt x="42" y="227"/>
                  </a:cubicBezTo>
                  <a:cubicBezTo>
                    <a:pt x="52" y="228"/>
                    <a:pt x="58" y="230"/>
                    <a:pt x="60" y="234"/>
                  </a:cubicBezTo>
                  <a:cubicBezTo>
                    <a:pt x="62" y="236"/>
                    <a:pt x="62" y="238"/>
                    <a:pt x="62" y="240"/>
                  </a:cubicBezTo>
                  <a:cubicBezTo>
                    <a:pt x="62" y="241"/>
                    <a:pt x="62" y="242"/>
                    <a:pt x="62" y="243"/>
                  </a:cubicBezTo>
                  <a:cubicBezTo>
                    <a:pt x="60" y="253"/>
                    <a:pt x="54" y="256"/>
                    <a:pt x="42" y="259"/>
                  </a:cubicBezTo>
                  <a:cubicBezTo>
                    <a:pt x="39" y="261"/>
                    <a:pt x="35" y="262"/>
                    <a:pt x="32" y="264"/>
                  </a:cubicBezTo>
                  <a:cubicBezTo>
                    <a:pt x="31" y="263"/>
                    <a:pt x="31" y="262"/>
                    <a:pt x="30" y="262"/>
                  </a:cubicBezTo>
                  <a:cubicBezTo>
                    <a:pt x="23" y="256"/>
                    <a:pt x="14" y="254"/>
                    <a:pt x="5" y="252"/>
                  </a:cubicBezTo>
                  <a:cubicBezTo>
                    <a:pt x="3" y="251"/>
                    <a:pt x="2" y="251"/>
                    <a:pt x="0" y="250"/>
                  </a:cubicBezTo>
                  <a:cubicBezTo>
                    <a:pt x="0" y="254"/>
                    <a:pt x="0" y="257"/>
                    <a:pt x="0" y="260"/>
                  </a:cubicBezTo>
                  <a:cubicBezTo>
                    <a:pt x="1" y="260"/>
                    <a:pt x="1" y="261"/>
                    <a:pt x="2" y="261"/>
                  </a:cubicBezTo>
                  <a:cubicBezTo>
                    <a:pt x="10" y="263"/>
                    <a:pt x="18" y="265"/>
                    <a:pt x="23" y="269"/>
                  </a:cubicBezTo>
                  <a:cubicBezTo>
                    <a:pt x="15" y="276"/>
                    <a:pt x="11" y="282"/>
                    <a:pt x="11" y="289"/>
                  </a:cubicBezTo>
                  <a:cubicBezTo>
                    <a:pt x="11" y="290"/>
                    <a:pt x="11" y="290"/>
                    <a:pt x="11" y="291"/>
                  </a:cubicBezTo>
                  <a:cubicBezTo>
                    <a:pt x="12" y="297"/>
                    <a:pt x="17" y="302"/>
                    <a:pt x="23" y="306"/>
                  </a:cubicBezTo>
                  <a:cubicBezTo>
                    <a:pt x="17" y="314"/>
                    <a:pt x="10" y="323"/>
                    <a:pt x="3" y="331"/>
                  </a:cubicBezTo>
                  <a:cubicBezTo>
                    <a:pt x="3" y="336"/>
                    <a:pt x="4" y="340"/>
                    <a:pt x="4" y="344"/>
                  </a:cubicBezTo>
                  <a:cubicBezTo>
                    <a:pt x="5" y="343"/>
                    <a:pt x="6" y="342"/>
                    <a:pt x="7" y="341"/>
                  </a:cubicBezTo>
                  <a:cubicBezTo>
                    <a:pt x="16" y="331"/>
                    <a:pt x="25" y="320"/>
                    <a:pt x="31" y="310"/>
                  </a:cubicBezTo>
                  <a:cubicBezTo>
                    <a:pt x="33" y="311"/>
                    <a:pt x="35" y="312"/>
                    <a:pt x="37" y="313"/>
                  </a:cubicBezTo>
                  <a:cubicBezTo>
                    <a:pt x="35" y="316"/>
                    <a:pt x="34" y="320"/>
                    <a:pt x="34" y="324"/>
                  </a:cubicBezTo>
                  <a:cubicBezTo>
                    <a:pt x="34" y="326"/>
                    <a:pt x="34" y="329"/>
                    <a:pt x="34" y="331"/>
                  </a:cubicBezTo>
                  <a:cubicBezTo>
                    <a:pt x="37" y="344"/>
                    <a:pt x="44" y="349"/>
                    <a:pt x="52" y="350"/>
                  </a:cubicBezTo>
                  <a:cubicBezTo>
                    <a:pt x="51" y="351"/>
                    <a:pt x="49" y="352"/>
                    <a:pt x="48" y="352"/>
                  </a:cubicBezTo>
                  <a:cubicBezTo>
                    <a:pt x="43" y="355"/>
                    <a:pt x="39" y="358"/>
                    <a:pt x="37" y="360"/>
                  </a:cubicBezTo>
                  <a:cubicBezTo>
                    <a:pt x="27" y="369"/>
                    <a:pt x="23" y="378"/>
                    <a:pt x="23" y="387"/>
                  </a:cubicBezTo>
                  <a:cubicBezTo>
                    <a:pt x="23" y="397"/>
                    <a:pt x="27" y="407"/>
                    <a:pt x="34" y="417"/>
                  </a:cubicBezTo>
                  <a:cubicBezTo>
                    <a:pt x="42" y="430"/>
                    <a:pt x="56" y="445"/>
                    <a:pt x="71" y="455"/>
                  </a:cubicBezTo>
                  <a:cubicBezTo>
                    <a:pt x="70" y="460"/>
                    <a:pt x="66" y="463"/>
                    <a:pt x="59" y="469"/>
                  </a:cubicBezTo>
                  <a:cubicBezTo>
                    <a:pt x="54" y="473"/>
                    <a:pt x="50" y="476"/>
                    <a:pt x="46" y="479"/>
                  </a:cubicBezTo>
                  <a:cubicBezTo>
                    <a:pt x="47" y="481"/>
                    <a:pt x="48" y="484"/>
                    <a:pt x="50" y="486"/>
                  </a:cubicBezTo>
                  <a:cubicBezTo>
                    <a:pt x="50" y="487"/>
                    <a:pt x="50" y="487"/>
                    <a:pt x="50" y="487"/>
                  </a:cubicBezTo>
                  <a:cubicBezTo>
                    <a:pt x="55" y="484"/>
                    <a:pt x="60" y="480"/>
                    <a:pt x="65" y="477"/>
                  </a:cubicBezTo>
                  <a:cubicBezTo>
                    <a:pt x="72" y="471"/>
                    <a:pt x="77" y="466"/>
                    <a:pt x="79" y="460"/>
                  </a:cubicBezTo>
                  <a:cubicBezTo>
                    <a:pt x="81" y="462"/>
                    <a:pt x="83" y="463"/>
                    <a:pt x="85" y="464"/>
                  </a:cubicBezTo>
                  <a:cubicBezTo>
                    <a:pt x="91" y="466"/>
                    <a:pt x="98" y="467"/>
                    <a:pt x="105" y="465"/>
                  </a:cubicBezTo>
                  <a:cubicBezTo>
                    <a:pt x="104" y="468"/>
                    <a:pt x="102" y="470"/>
                    <a:pt x="101" y="473"/>
                  </a:cubicBezTo>
                  <a:cubicBezTo>
                    <a:pt x="95" y="482"/>
                    <a:pt x="90" y="491"/>
                    <a:pt x="90" y="502"/>
                  </a:cubicBezTo>
                  <a:cubicBezTo>
                    <a:pt x="90" y="503"/>
                    <a:pt x="90" y="504"/>
                    <a:pt x="90" y="505"/>
                  </a:cubicBezTo>
                  <a:cubicBezTo>
                    <a:pt x="91" y="519"/>
                    <a:pt x="97" y="525"/>
                    <a:pt x="103" y="528"/>
                  </a:cubicBezTo>
                  <a:cubicBezTo>
                    <a:pt x="112" y="532"/>
                    <a:pt x="126" y="529"/>
                    <a:pt x="139" y="520"/>
                  </a:cubicBezTo>
                  <a:cubicBezTo>
                    <a:pt x="158" y="507"/>
                    <a:pt x="157" y="489"/>
                    <a:pt x="156" y="474"/>
                  </a:cubicBezTo>
                  <a:cubicBezTo>
                    <a:pt x="156" y="462"/>
                    <a:pt x="156" y="452"/>
                    <a:pt x="163" y="444"/>
                  </a:cubicBezTo>
                  <a:cubicBezTo>
                    <a:pt x="166" y="442"/>
                    <a:pt x="169" y="439"/>
                    <a:pt x="172" y="440"/>
                  </a:cubicBezTo>
                  <a:cubicBezTo>
                    <a:pt x="173" y="440"/>
                    <a:pt x="174" y="441"/>
                    <a:pt x="175" y="442"/>
                  </a:cubicBezTo>
                  <a:cubicBezTo>
                    <a:pt x="173" y="449"/>
                    <a:pt x="171" y="458"/>
                    <a:pt x="171" y="466"/>
                  </a:cubicBezTo>
                  <a:cubicBezTo>
                    <a:pt x="171" y="474"/>
                    <a:pt x="173" y="481"/>
                    <a:pt x="181" y="485"/>
                  </a:cubicBezTo>
                  <a:cubicBezTo>
                    <a:pt x="183" y="486"/>
                    <a:pt x="186" y="487"/>
                    <a:pt x="189" y="487"/>
                  </a:cubicBezTo>
                  <a:cubicBezTo>
                    <a:pt x="189" y="488"/>
                    <a:pt x="189" y="490"/>
                    <a:pt x="188" y="491"/>
                  </a:cubicBezTo>
                  <a:cubicBezTo>
                    <a:pt x="188" y="493"/>
                    <a:pt x="186" y="496"/>
                    <a:pt x="185" y="499"/>
                  </a:cubicBezTo>
                  <a:cubicBezTo>
                    <a:pt x="182" y="504"/>
                    <a:pt x="180" y="509"/>
                    <a:pt x="180" y="514"/>
                  </a:cubicBezTo>
                  <a:cubicBezTo>
                    <a:pt x="180" y="514"/>
                    <a:pt x="180" y="514"/>
                    <a:pt x="180" y="515"/>
                  </a:cubicBezTo>
                  <a:cubicBezTo>
                    <a:pt x="180" y="521"/>
                    <a:pt x="183" y="525"/>
                    <a:pt x="187" y="527"/>
                  </a:cubicBezTo>
                  <a:cubicBezTo>
                    <a:pt x="195" y="531"/>
                    <a:pt x="208" y="523"/>
                    <a:pt x="218" y="516"/>
                  </a:cubicBezTo>
                  <a:cubicBezTo>
                    <a:pt x="222" y="514"/>
                    <a:pt x="225" y="512"/>
                    <a:pt x="227" y="510"/>
                  </a:cubicBezTo>
                  <a:cubicBezTo>
                    <a:pt x="228" y="510"/>
                    <a:pt x="230" y="509"/>
                    <a:pt x="231" y="508"/>
                  </a:cubicBezTo>
                  <a:cubicBezTo>
                    <a:pt x="236" y="502"/>
                    <a:pt x="241" y="494"/>
                    <a:pt x="245" y="486"/>
                  </a:cubicBezTo>
                  <a:cubicBezTo>
                    <a:pt x="248" y="481"/>
                    <a:pt x="251" y="477"/>
                    <a:pt x="253" y="471"/>
                  </a:cubicBezTo>
                  <a:cubicBezTo>
                    <a:pt x="253" y="470"/>
                    <a:pt x="254" y="468"/>
                    <a:pt x="254" y="467"/>
                  </a:cubicBezTo>
                  <a:cubicBezTo>
                    <a:pt x="254" y="464"/>
                    <a:pt x="253" y="462"/>
                    <a:pt x="253" y="460"/>
                  </a:cubicBezTo>
                  <a:cubicBezTo>
                    <a:pt x="254" y="461"/>
                    <a:pt x="255" y="462"/>
                    <a:pt x="256" y="463"/>
                  </a:cubicBezTo>
                  <a:cubicBezTo>
                    <a:pt x="257" y="463"/>
                    <a:pt x="257" y="463"/>
                    <a:pt x="257" y="463"/>
                  </a:cubicBezTo>
                  <a:cubicBezTo>
                    <a:pt x="259" y="460"/>
                    <a:pt x="260" y="457"/>
                    <a:pt x="261" y="454"/>
                  </a:cubicBezTo>
                  <a:cubicBezTo>
                    <a:pt x="261" y="454"/>
                    <a:pt x="261" y="454"/>
                    <a:pt x="261" y="454"/>
                  </a:cubicBezTo>
                  <a:close/>
                  <a:moveTo>
                    <a:pt x="73" y="97"/>
                  </a:moveTo>
                  <a:cubicBezTo>
                    <a:pt x="73" y="97"/>
                    <a:pt x="73" y="97"/>
                    <a:pt x="73" y="97"/>
                  </a:cubicBezTo>
                  <a:cubicBezTo>
                    <a:pt x="73" y="95"/>
                    <a:pt x="73" y="91"/>
                    <a:pt x="78" y="89"/>
                  </a:cubicBezTo>
                  <a:cubicBezTo>
                    <a:pt x="79" y="91"/>
                    <a:pt x="79" y="93"/>
                    <a:pt x="79" y="95"/>
                  </a:cubicBezTo>
                  <a:cubicBezTo>
                    <a:pt x="80" y="100"/>
                    <a:pt x="81" y="105"/>
                    <a:pt x="82" y="110"/>
                  </a:cubicBezTo>
                  <a:cubicBezTo>
                    <a:pt x="76" y="106"/>
                    <a:pt x="73" y="102"/>
                    <a:pt x="73" y="97"/>
                  </a:cubicBezTo>
                  <a:close/>
                  <a:moveTo>
                    <a:pt x="28" y="297"/>
                  </a:moveTo>
                  <a:cubicBezTo>
                    <a:pt x="24" y="295"/>
                    <a:pt x="21" y="292"/>
                    <a:pt x="21" y="290"/>
                  </a:cubicBezTo>
                  <a:cubicBezTo>
                    <a:pt x="21" y="289"/>
                    <a:pt x="21" y="289"/>
                    <a:pt x="21" y="289"/>
                  </a:cubicBezTo>
                  <a:cubicBezTo>
                    <a:pt x="21" y="285"/>
                    <a:pt x="25" y="280"/>
                    <a:pt x="29" y="276"/>
                  </a:cubicBezTo>
                  <a:cubicBezTo>
                    <a:pt x="30" y="278"/>
                    <a:pt x="31" y="281"/>
                    <a:pt x="31" y="283"/>
                  </a:cubicBezTo>
                  <a:cubicBezTo>
                    <a:pt x="31" y="283"/>
                    <a:pt x="31" y="284"/>
                    <a:pt x="31" y="284"/>
                  </a:cubicBezTo>
                  <a:cubicBezTo>
                    <a:pt x="31" y="288"/>
                    <a:pt x="30" y="293"/>
                    <a:pt x="28" y="297"/>
                  </a:cubicBezTo>
                  <a:close/>
                  <a:moveTo>
                    <a:pt x="224" y="372"/>
                  </a:moveTo>
                  <a:cubicBezTo>
                    <a:pt x="224" y="372"/>
                    <a:pt x="224" y="373"/>
                    <a:pt x="224" y="374"/>
                  </a:cubicBezTo>
                  <a:cubicBezTo>
                    <a:pt x="225" y="375"/>
                    <a:pt x="225" y="376"/>
                    <a:pt x="225" y="376"/>
                  </a:cubicBezTo>
                  <a:cubicBezTo>
                    <a:pt x="225" y="380"/>
                    <a:pt x="223" y="383"/>
                    <a:pt x="221" y="387"/>
                  </a:cubicBezTo>
                  <a:cubicBezTo>
                    <a:pt x="218" y="386"/>
                    <a:pt x="215" y="385"/>
                    <a:pt x="212" y="384"/>
                  </a:cubicBezTo>
                  <a:cubicBezTo>
                    <a:pt x="212" y="384"/>
                    <a:pt x="212" y="384"/>
                    <a:pt x="212" y="383"/>
                  </a:cubicBezTo>
                  <a:cubicBezTo>
                    <a:pt x="214" y="378"/>
                    <a:pt x="219" y="374"/>
                    <a:pt x="224" y="372"/>
                  </a:cubicBezTo>
                  <a:close/>
                  <a:moveTo>
                    <a:pt x="215" y="395"/>
                  </a:moveTo>
                  <a:cubicBezTo>
                    <a:pt x="214" y="396"/>
                    <a:pt x="213" y="397"/>
                    <a:pt x="212" y="398"/>
                  </a:cubicBezTo>
                  <a:cubicBezTo>
                    <a:pt x="212" y="397"/>
                    <a:pt x="211" y="395"/>
                    <a:pt x="211" y="394"/>
                  </a:cubicBezTo>
                  <a:cubicBezTo>
                    <a:pt x="213" y="394"/>
                    <a:pt x="214" y="394"/>
                    <a:pt x="215" y="395"/>
                  </a:cubicBezTo>
                  <a:close/>
                  <a:moveTo>
                    <a:pt x="193" y="358"/>
                  </a:moveTo>
                  <a:cubicBezTo>
                    <a:pt x="203" y="360"/>
                    <a:pt x="211" y="362"/>
                    <a:pt x="216" y="364"/>
                  </a:cubicBezTo>
                  <a:cubicBezTo>
                    <a:pt x="210" y="368"/>
                    <a:pt x="205" y="374"/>
                    <a:pt x="203" y="380"/>
                  </a:cubicBezTo>
                  <a:cubicBezTo>
                    <a:pt x="203" y="381"/>
                    <a:pt x="202" y="381"/>
                    <a:pt x="202" y="382"/>
                  </a:cubicBezTo>
                  <a:cubicBezTo>
                    <a:pt x="194" y="381"/>
                    <a:pt x="186" y="380"/>
                    <a:pt x="179" y="380"/>
                  </a:cubicBezTo>
                  <a:cubicBezTo>
                    <a:pt x="175" y="376"/>
                    <a:pt x="170" y="374"/>
                    <a:pt x="164" y="375"/>
                  </a:cubicBezTo>
                  <a:cubicBezTo>
                    <a:pt x="156" y="375"/>
                    <a:pt x="151" y="380"/>
                    <a:pt x="148" y="386"/>
                  </a:cubicBezTo>
                  <a:cubicBezTo>
                    <a:pt x="146" y="386"/>
                    <a:pt x="144" y="387"/>
                    <a:pt x="142" y="388"/>
                  </a:cubicBezTo>
                  <a:cubicBezTo>
                    <a:pt x="121" y="395"/>
                    <a:pt x="97" y="402"/>
                    <a:pt x="84" y="386"/>
                  </a:cubicBezTo>
                  <a:cubicBezTo>
                    <a:pt x="81" y="382"/>
                    <a:pt x="80" y="377"/>
                    <a:pt x="79" y="371"/>
                  </a:cubicBezTo>
                  <a:cubicBezTo>
                    <a:pt x="89" y="370"/>
                    <a:pt x="100" y="372"/>
                    <a:pt x="112" y="375"/>
                  </a:cubicBezTo>
                  <a:cubicBezTo>
                    <a:pt x="120" y="377"/>
                    <a:pt x="133" y="377"/>
                    <a:pt x="138" y="371"/>
                  </a:cubicBezTo>
                  <a:cubicBezTo>
                    <a:pt x="140" y="368"/>
                    <a:pt x="142" y="362"/>
                    <a:pt x="136" y="353"/>
                  </a:cubicBezTo>
                  <a:cubicBezTo>
                    <a:pt x="127" y="338"/>
                    <a:pt x="104" y="338"/>
                    <a:pt x="88" y="339"/>
                  </a:cubicBezTo>
                  <a:cubicBezTo>
                    <a:pt x="93" y="331"/>
                    <a:pt x="99" y="323"/>
                    <a:pt x="106" y="318"/>
                  </a:cubicBezTo>
                  <a:cubicBezTo>
                    <a:pt x="113" y="320"/>
                    <a:pt x="120" y="321"/>
                    <a:pt x="129" y="320"/>
                  </a:cubicBezTo>
                  <a:cubicBezTo>
                    <a:pt x="134" y="319"/>
                    <a:pt x="140" y="318"/>
                    <a:pt x="144" y="314"/>
                  </a:cubicBezTo>
                  <a:cubicBezTo>
                    <a:pt x="148" y="315"/>
                    <a:pt x="152" y="316"/>
                    <a:pt x="156" y="318"/>
                  </a:cubicBezTo>
                  <a:cubicBezTo>
                    <a:pt x="155" y="320"/>
                    <a:pt x="154" y="323"/>
                    <a:pt x="153" y="326"/>
                  </a:cubicBezTo>
                  <a:cubicBezTo>
                    <a:pt x="153" y="328"/>
                    <a:pt x="153" y="329"/>
                    <a:pt x="153" y="330"/>
                  </a:cubicBezTo>
                  <a:cubicBezTo>
                    <a:pt x="153" y="351"/>
                    <a:pt x="175" y="355"/>
                    <a:pt x="193" y="358"/>
                  </a:cubicBezTo>
                  <a:close/>
                  <a:moveTo>
                    <a:pt x="204" y="405"/>
                  </a:moveTo>
                  <a:cubicBezTo>
                    <a:pt x="202" y="406"/>
                    <a:pt x="201" y="408"/>
                    <a:pt x="199" y="409"/>
                  </a:cubicBezTo>
                  <a:cubicBezTo>
                    <a:pt x="196" y="411"/>
                    <a:pt x="192" y="412"/>
                    <a:pt x="189" y="412"/>
                  </a:cubicBezTo>
                  <a:cubicBezTo>
                    <a:pt x="189" y="405"/>
                    <a:pt x="188" y="397"/>
                    <a:pt x="185" y="390"/>
                  </a:cubicBezTo>
                  <a:cubicBezTo>
                    <a:pt x="190" y="390"/>
                    <a:pt x="196" y="390"/>
                    <a:pt x="201" y="391"/>
                  </a:cubicBezTo>
                  <a:cubicBezTo>
                    <a:pt x="201" y="396"/>
                    <a:pt x="202" y="401"/>
                    <a:pt x="204" y="405"/>
                  </a:cubicBezTo>
                  <a:close/>
                  <a:moveTo>
                    <a:pt x="81" y="333"/>
                  </a:moveTo>
                  <a:cubicBezTo>
                    <a:pt x="81" y="333"/>
                    <a:pt x="81" y="332"/>
                    <a:pt x="81" y="332"/>
                  </a:cubicBezTo>
                  <a:cubicBezTo>
                    <a:pt x="81" y="331"/>
                    <a:pt x="81" y="330"/>
                    <a:pt x="80" y="329"/>
                  </a:cubicBezTo>
                  <a:cubicBezTo>
                    <a:pt x="79" y="321"/>
                    <a:pt x="69" y="315"/>
                    <a:pt x="56" y="310"/>
                  </a:cubicBezTo>
                  <a:cubicBezTo>
                    <a:pt x="58" y="310"/>
                    <a:pt x="60" y="309"/>
                    <a:pt x="62" y="309"/>
                  </a:cubicBezTo>
                  <a:cubicBezTo>
                    <a:pt x="73" y="307"/>
                    <a:pt x="83" y="311"/>
                    <a:pt x="93" y="314"/>
                  </a:cubicBezTo>
                  <a:cubicBezTo>
                    <a:pt x="94" y="315"/>
                    <a:pt x="94" y="315"/>
                    <a:pt x="95" y="315"/>
                  </a:cubicBezTo>
                  <a:cubicBezTo>
                    <a:pt x="90" y="320"/>
                    <a:pt x="85" y="326"/>
                    <a:pt x="81" y="333"/>
                  </a:cubicBezTo>
                  <a:close/>
                  <a:moveTo>
                    <a:pt x="87" y="348"/>
                  </a:moveTo>
                  <a:cubicBezTo>
                    <a:pt x="101" y="348"/>
                    <a:pt x="122" y="348"/>
                    <a:pt x="128" y="358"/>
                  </a:cubicBezTo>
                  <a:cubicBezTo>
                    <a:pt x="130" y="362"/>
                    <a:pt x="131" y="364"/>
                    <a:pt x="130" y="365"/>
                  </a:cubicBezTo>
                  <a:cubicBezTo>
                    <a:pt x="129" y="367"/>
                    <a:pt x="121" y="367"/>
                    <a:pt x="114" y="366"/>
                  </a:cubicBezTo>
                  <a:cubicBezTo>
                    <a:pt x="105" y="363"/>
                    <a:pt x="93" y="360"/>
                    <a:pt x="80" y="362"/>
                  </a:cubicBezTo>
                  <a:cubicBezTo>
                    <a:pt x="80" y="360"/>
                    <a:pt x="81" y="358"/>
                    <a:pt x="81" y="356"/>
                  </a:cubicBezTo>
                  <a:cubicBezTo>
                    <a:pt x="82" y="353"/>
                    <a:pt x="83" y="351"/>
                    <a:pt x="84" y="349"/>
                  </a:cubicBezTo>
                  <a:cubicBezTo>
                    <a:pt x="85" y="349"/>
                    <a:pt x="87" y="348"/>
                    <a:pt x="87" y="348"/>
                  </a:cubicBezTo>
                  <a:close/>
                  <a:moveTo>
                    <a:pt x="77" y="392"/>
                  </a:moveTo>
                  <a:cubicBezTo>
                    <a:pt x="93" y="414"/>
                    <a:pt x="122" y="404"/>
                    <a:pt x="144" y="397"/>
                  </a:cubicBezTo>
                  <a:cubicBezTo>
                    <a:pt x="143" y="402"/>
                    <a:pt x="143" y="406"/>
                    <a:pt x="142" y="411"/>
                  </a:cubicBezTo>
                  <a:cubicBezTo>
                    <a:pt x="139" y="411"/>
                    <a:pt x="136" y="411"/>
                    <a:pt x="133" y="411"/>
                  </a:cubicBezTo>
                  <a:cubicBezTo>
                    <a:pt x="105" y="410"/>
                    <a:pt x="105" y="410"/>
                    <a:pt x="105" y="410"/>
                  </a:cubicBezTo>
                  <a:cubicBezTo>
                    <a:pt x="95" y="409"/>
                    <a:pt x="72" y="404"/>
                    <a:pt x="69" y="401"/>
                  </a:cubicBezTo>
                  <a:cubicBezTo>
                    <a:pt x="65" y="397"/>
                    <a:pt x="61" y="391"/>
                    <a:pt x="61" y="386"/>
                  </a:cubicBezTo>
                  <a:cubicBezTo>
                    <a:pt x="61" y="384"/>
                    <a:pt x="62" y="382"/>
                    <a:pt x="63" y="380"/>
                  </a:cubicBezTo>
                  <a:cubicBezTo>
                    <a:pt x="65" y="378"/>
                    <a:pt x="68" y="376"/>
                    <a:pt x="70" y="375"/>
                  </a:cubicBezTo>
                  <a:cubicBezTo>
                    <a:pt x="71" y="381"/>
                    <a:pt x="73" y="387"/>
                    <a:pt x="77" y="392"/>
                  </a:cubicBezTo>
                  <a:close/>
                  <a:moveTo>
                    <a:pt x="164" y="290"/>
                  </a:moveTo>
                  <a:cubicBezTo>
                    <a:pt x="158" y="296"/>
                    <a:pt x="157" y="301"/>
                    <a:pt x="157" y="306"/>
                  </a:cubicBezTo>
                  <a:cubicBezTo>
                    <a:pt x="157" y="306"/>
                    <a:pt x="157" y="307"/>
                    <a:pt x="157" y="308"/>
                  </a:cubicBezTo>
                  <a:cubicBezTo>
                    <a:pt x="155" y="307"/>
                    <a:pt x="152" y="306"/>
                    <a:pt x="150" y="306"/>
                  </a:cubicBezTo>
                  <a:cubicBezTo>
                    <a:pt x="150" y="305"/>
                    <a:pt x="151" y="304"/>
                    <a:pt x="151" y="302"/>
                  </a:cubicBezTo>
                  <a:cubicBezTo>
                    <a:pt x="151" y="298"/>
                    <a:pt x="149" y="293"/>
                    <a:pt x="143" y="288"/>
                  </a:cubicBezTo>
                  <a:cubicBezTo>
                    <a:pt x="133" y="279"/>
                    <a:pt x="120" y="280"/>
                    <a:pt x="108" y="281"/>
                  </a:cubicBezTo>
                  <a:cubicBezTo>
                    <a:pt x="96" y="282"/>
                    <a:pt x="86" y="282"/>
                    <a:pt x="80" y="275"/>
                  </a:cubicBezTo>
                  <a:cubicBezTo>
                    <a:pt x="78" y="272"/>
                    <a:pt x="77" y="269"/>
                    <a:pt x="77" y="266"/>
                  </a:cubicBezTo>
                  <a:cubicBezTo>
                    <a:pt x="77" y="258"/>
                    <a:pt x="83" y="248"/>
                    <a:pt x="90" y="243"/>
                  </a:cubicBezTo>
                  <a:cubicBezTo>
                    <a:pt x="94" y="239"/>
                    <a:pt x="101" y="238"/>
                    <a:pt x="109" y="238"/>
                  </a:cubicBezTo>
                  <a:cubicBezTo>
                    <a:pt x="107" y="241"/>
                    <a:pt x="106" y="244"/>
                    <a:pt x="106" y="247"/>
                  </a:cubicBezTo>
                  <a:cubicBezTo>
                    <a:pt x="106" y="247"/>
                    <a:pt x="106" y="247"/>
                    <a:pt x="106" y="248"/>
                  </a:cubicBezTo>
                  <a:cubicBezTo>
                    <a:pt x="107" y="255"/>
                    <a:pt x="112" y="260"/>
                    <a:pt x="122" y="265"/>
                  </a:cubicBezTo>
                  <a:cubicBezTo>
                    <a:pt x="128" y="268"/>
                    <a:pt x="134" y="270"/>
                    <a:pt x="139" y="272"/>
                  </a:cubicBezTo>
                  <a:cubicBezTo>
                    <a:pt x="147" y="275"/>
                    <a:pt x="155" y="278"/>
                    <a:pt x="162" y="282"/>
                  </a:cubicBezTo>
                  <a:cubicBezTo>
                    <a:pt x="164" y="283"/>
                    <a:pt x="167" y="285"/>
                    <a:pt x="169" y="286"/>
                  </a:cubicBezTo>
                  <a:cubicBezTo>
                    <a:pt x="167" y="287"/>
                    <a:pt x="165" y="289"/>
                    <a:pt x="164" y="290"/>
                  </a:cubicBezTo>
                  <a:close/>
                  <a:moveTo>
                    <a:pt x="140" y="105"/>
                  </a:moveTo>
                  <a:cubicBezTo>
                    <a:pt x="141" y="101"/>
                    <a:pt x="142" y="98"/>
                    <a:pt x="144" y="94"/>
                  </a:cubicBezTo>
                  <a:cubicBezTo>
                    <a:pt x="147" y="100"/>
                    <a:pt x="149" y="106"/>
                    <a:pt x="149" y="113"/>
                  </a:cubicBezTo>
                  <a:cubicBezTo>
                    <a:pt x="149" y="113"/>
                    <a:pt x="148" y="113"/>
                    <a:pt x="148" y="113"/>
                  </a:cubicBezTo>
                  <a:cubicBezTo>
                    <a:pt x="145" y="116"/>
                    <a:pt x="143" y="120"/>
                    <a:pt x="141" y="124"/>
                  </a:cubicBezTo>
                  <a:cubicBezTo>
                    <a:pt x="140" y="121"/>
                    <a:pt x="139" y="118"/>
                    <a:pt x="139" y="114"/>
                  </a:cubicBezTo>
                  <a:cubicBezTo>
                    <a:pt x="139" y="111"/>
                    <a:pt x="139" y="108"/>
                    <a:pt x="140" y="105"/>
                  </a:cubicBezTo>
                  <a:close/>
                  <a:moveTo>
                    <a:pt x="139" y="85"/>
                  </a:moveTo>
                  <a:cubicBezTo>
                    <a:pt x="139" y="85"/>
                    <a:pt x="139" y="84"/>
                    <a:pt x="139" y="84"/>
                  </a:cubicBezTo>
                  <a:cubicBezTo>
                    <a:pt x="139" y="84"/>
                    <a:pt x="139" y="84"/>
                    <a:pt x="139" y="84"/>
                  </a:cubicBezTo>
                  <a:cubicBezTo>
                    <a:pt x="139" y="84"/>
                    <a:pt x="139" y="85"/>
                    <a:pt x="139" y="85"/>
                  </a:cubicBezTo>
                  <a:close/>
                  <a:moveTo>
                    <a:pt x="140" y="147"/>
                  </a:moveTo>
                  <a:cubicBezTo>
                    <a:pt x="140" y="148"/>
                    <a:pt x="141" y="149"/>
                    <a:pt x="141" y="151"/>
                  </a:cubicBezTo>
                  <a:cubicBezTo>
                    <a:pt x="135" y="151"/>
                    <a:pt x="130" y="152"/>
                    <a:pt x="124" y="153"/>
                  </a:cubicBezTo>
                  <a:cubicBezTo>
                    <a:pt x="124" y="152"/>
                    <a:pt x="124" y="152"/>
                    <a:pt x="124" y="151"/>
                  </a:cubicBezTo>
                  <a:cubicBezTo>
                    <a:pt x="127" y="151"/>
                    <a:pt x="129" y="151"/>
                    <a:pt x="132" y="150"/>
                  </a:cubicBezTo>
                  <a:cubicBezTo>
                    <a:pt x="135" y="150"/>
                    <a:pt x="137" y="149"/>
                    <a:pt x="140" y="147"/>
                  </a:cubicBezTo>
                  <a:close/>
                  <a:moveTo>
                    <a:pt x="147" y="163"/>
                  </a:moveTo>
                  <a:cubicBezTo>
                    <a:pt x="150" y="167"/>
                    <a:pt x="153" y="170"/>
                    <a:pt x="155" y="174"/>
                  </a:cubicBezTo>
                  <a:cubicBezTo>
                    <a:pt x="151" y="180"/>
                    <a:pt x="147" y="186"/>
                    <a:pt x="142" y="191"/>
                  </a:cubicBezTo>
                  <a:cubicBezTo>
                    <a:pt x="140" y="192"/>
                    <a:pt x="139" y="193"/>
                    <a:pt x="137" y="194"/>
                  </a:cubicBezTo>
                  <a:cubicBezTo>
                    <a:pt x="135" y="191"/>
                    <a:pt x="134" y="188"/>
                    <a:pt x="134" y="185"/>
                  </a:cubicBezTo>
                  <a:cubicBezTo>
                    <a:pt x="134" y="183"/>
                    <a:pt x="134" y="182"/>
                    <a:pt x="134" y="180"/>
                  </a:cubicBezTo>
                  <a:cubicBezTo>
                    <a:pt x="136" y="174"/>
                    <a:pt x="141" y="167"/>
                    <a:pt x="147" y="163"/>
                  </a:cubicBezTo>
                  <a:close/>
                  <a:moveTo>
                    <a:pt x="161" y="182"/>
                  </a:moveTo>
                  <a:cubicBezTo>
                    <a:pt x="164" y="186"/>
                    <a:pt x="166" y="190"/>
                    <a:pt x="168" y="194"/>
                  </a:cubicBezTo>
                  <a:cubicBezTo>
                    <a:pt x="162" y="198"/>
                    <a:pt x="156" y="202"/>
                    <a:pt x="150" y="206"/>
                  </a:cubicBezTo>
                  <a:cubicBezTo>
                    <a:pt x="148" y="204"/>
                    <a:pt x="146" y="203"/>
                    <a:pt x="144" y="202"/>
                  </a:cubicBezTo>
                  <a:cubicBezTo>
                    <a:pt x="145" y="200"/>
                    <a:pt x="146" y="199"/>
                    <a:pt x="148" y="198"/>
                  </a:cubicBezTo>
                  <a:cubicBezTo>
                    <a:pt x="153" y="194"/>
                    <a:pt x="157" y="188"/>
                    <a:pt x="161" y="182"/>
                  </a:cubicBezTo>
                  <a:close/>
                  <a:moveTo>
                    <a:pt x="157" y="159"/>
                  </a:moveTo>
                  <a:cubicBezTo>
                    <a:pt x="159" y="159"/>
                    <a:pt x="160" y="159"/>
                    <a:pt x="162" y="160"/>
                  </a:cubicBezTo>
                  <a:cubicBezTo>
                    <a:pt x="162" y="161"/>
                    <a:pt x="161" y="163"/>
                    <a:pt x="160" y="164"/>
                  </a:cubicBezTo>
                  <a:cubicBezTo>
                    <a:pt x="159" y="163"/>
                    <a:pt x="158" y="161"/>
                    <a:pt x="157" y="159"/>
                  </a:cubicBezTo>
                  <a:close/>
                  <a:moveTo>
                    <a:pt x="172" y="203"/>
                  </a:moveTo>
                  <a:cubicBezTo>
                    <a:pt x="172" y="204"/>
                    <a:pt x="172" y="205"/>
                    <a:pt x="172" y="205"/>
                  </a:cubicBezTo>
                  <a:cubicBezTo>
                    <a:pt x="172" y="207"/>
                    <a:pt x="173" y="209"/>
                    <a:pt x="173" y="211"/>
                  </a:cubicBezTo>
                  <a:cubicBezTo>
                    <a:pt x="173" y="211"/>
                    <a:pt x="173" y="212"/>
                    <a:pt x="173" y="212"/>
                  </a:cubicBezTo>
                  <a:cubicBezTo>
                    <a:pt x="169" y="212"/>
                    <a:pt x="165" y="211"/>
                    <a:pt x="162" y="210"/>
                  </a:cubicBezTo>
                  <a:cubicBezTo>
                    <a:pt x="165" y="208"/>
                    <a:pt x="168" y="206"/>
                    <a:pt x="172" y="203"/>
                  </a:cubicBezTo>
                  <a:close/>
                  <a:moveTo>
                    <a:pt x="144" y="221"/>
                  </a:moveTo>
                  <a:cubicBezTo>
                    <a:pt x="144" y="221"/>
                    <a:pt x="148" y="219"/>
                    <a:pt x="151" y="217"/>
                  </a:cubicBezTo>
                  <a:cubicBezTo>
                    <a:pt x="157" y="219"/>
                    <a:pt x="164" y="221"/>
                    <a:pt x="171" y="222"/>
                  </a:cubicBezTo>
                  <a:cubicBezTo>
                    <a:pt x="170" y="224"/>
                    <a:pt x="168" y="227"/>
                    <a:pt x="166" y="228"/>
                  </a:cubicBezTo>
                  <a:cubicBezTo>
                    <a:pt x="159" y="234"/>
                    <a:pt x="145" y="232"/>
                    <a:pt x="131" y="230"/>
                  </a:cubicBezTo>
                  <a:cubicBezTo>
                    <a:pt x="131" y="230"/>
                    <a:pt x="131" y="230"/>
                    <a:pt x="131" y="230"/>
                  </a:cubicBezTo>
                  <a:cubicBezTo>
                    <a:pt x="133" y="228"/>
                    <a:pt x="135" y="227"/>
                    <a:pt x="137" y="226"/>
                  </a:cubicBezTo>
                  <a:lnTo>
                    <a:pt x="144" y="221"/>
                  </a:lnTo>
                  <a:close/>
                  <a:moveTo>
                    <a:pt x="172" y="236"/>
                  </a:moveTo>
                  <a:cubicBezTo>
                    <a:pt x="176" y="233"/>
                    <a:pt x="179" y="228"/>
                    <a:pt x="180" y="223"/>
                  </a:cubicBezTo>
                  <a:cubicBezTo>
                    <a:pt x="184" y="223"/>
                    <a:pt x="188" y="223"/>
                    <a:pt x="191" y="223"/>
                  </a:cubicBezTo>
                  <a:cubicBezTo>
                    <a:pt x="196" y="226"/>
                    <a:pt x="201" y="229"/>
                    <a:pt x="206" y="231"/>
                  </a:cubicBezTo>
                  <a:cubicBezTo>
                    <a:pt x="205" y="234"/>
                    <a:pt x="205" y="238"/>
                    <a:pt x="205" y="241"/>
                  </a:cubicBezTo>
                  <a:cubicBezTo>
                    <a:pt x="197" y="242"/>
                    <a:pt x="188" y="243"/>
                    <a:pt x="184" y="247"/>
                  </a:cubicBezTo>
                  <a:cubicBezTo>
                    <a:pt x="178" y="251"/>
                    <a:pt x="176" y="256"/>
                    <a:pt x="176" y="262"/>
                  </a:cubicBezTo>
                  <a:cubicBezTo>
                    <a:pt x="176" y="262"/>
                    <a:pt x="176" y="263"/>
                    <a:pt x="176" y="263"/>
                  </a:cubicBezTo>
                  <a:cubicBezTo>
                    <a:pt x="176" y="268"/>
                    <a:pt x="179" y="273"/>
                    <a:pt x="184" y="278"/>
                  </a:cubicBezTo>
                  <a:cubicBezTo>
                    <a:pt x="182" y="279"/>
                    <a:pt x="180" y="280"/>
                    <a:pt x="178" y="281"/>
                  </a:cubicBezTo>
                  <a:cubicBezTo>
                    <a:pt x="174" y="278"/>
                    <a:pt x="171" y="276"/>
                    <a:pt x="167" y="274"/>
                  </a:cubicBezTo>
                  <a:cubicBezTo>
                    <a:pt x="159" y="269"/>
                    <a:pt x="151" y="266"/>
                    <a:pt x="143" y="263"/>
                  </a:cubicBezTo>
                  <a:cubicBezTo>
                    <a:pt x="137" y="261"/>
                    <a:pt x="131" y="259"/>
                    <a:pt x="126" y="256"/>
                  </a:cubicBezTo>
                  <a:cubicBezTo>
                    <a:pt x="119" y="253"/>
                    <a:pt x="116" y="250"/>
                    <a:pt x="116" y="247"/>
                  </a:cubicBezTo>
                  <a:cubicBezTo>
                    <a:pt x="116" y="247"/>
                    <a:pt x="116" y="247"/>
                    <a:pt x="116" y="247"/>
                  </a:cubicBezTo>
                  <a:cubicBezTo>
                    <a:pt x="116" y="244"/>
                    <a:pt x="118" y="241"/>
                    <a:pt x="121" y="238"/>
                  </a:cubicBezTo>
                  <a:cubicBezTo>
                    <a:pt x="124" y="239"/>
                    <a:pt x="127" y="239"/>
                    <a:pt x="130" y="240"/>
                  </a:cubicBezTo>
                  <a:cubicBezTo>
                    <a:pt x="145" y="242"/>
                    <a:pt x="162" y="244"/>
                    <a:pt x="172" y="236"/>
                  </a:cubicBezTo>
                  <a:close/>
                  <a:moveTo>
                    <a:pt x="191" y="286"/>
                  </a:moveTo>
                  <a:cubicBezTo>
                    <a:pt x="198" y="291"/>
                    <a:pt x="205" y="296"/>
                    <a:pt x="212" y="300"/>
                  </a:cubicBezTo>
                  <a:cubicBezTo>
                    <a:pt x="212" y="300"/>
                    <a:pt x="211" y="300"/>
                    <a:pt x="211" y="300"/>
                  </a:cubicBezTo>
                  <a:cubicBezTo>
                    <a:pt x="203" y="296"/>
                    <a:pt x="195" y="292"/>
                    <a:pt x="188" y="287"/>
                  </a:cubicBezTo>
                  <a:cubicBezTo>
                    <a:pt x="189" y="286"/>
                    <a:pt x="190" y="286"/>
                    <a:pt x="191" y="286"/>
                  </a:cubicBezTo>
                  <a:close/>
                  <a:moveTo>
                    <a:pt x="185" y="262"/>
                  </a:moveTo>
                  <a:cubicBezTo>
                    <a:pt x="185" y="262"/>
                    <a:pt x="185" y="262"/>
                    <a:pt x="185" y="262"/>
                  </a:cubicBezTo>
                  <a:cubicBezTo>
                    <a:pt x="185" y="260"/>
                    <a:pt x="186" y="258"/>
                    <a:pt x="190" y="254"/>
                  </a:cubicBezTo>
                  <a:cubicBezTo>
                    <a:pt x="192" y="252"/>
                    <a:pt x="199" y="251"/>
                    <a:pt x="205" y="251"/>
                  </a:cubicBezTo>
                  <a:cubicBezTo>
                    <a:pt x="205" y="257"/>
                    <a:pt x="207" y="264"/>
                    <a:pt x="210" y="270"/>
                  </a:cubicBezTo>
                  <a:cubicBezTo>
                    <a:pt x="208" y="271"/>
                    <a:pt x="207" y="271"/>
                    <a:pt x="205" y="272"/>
                  </a:cubicBezTo>
                  <a:cubicBezTo>
                    <a:pt x="201" y="273"/>
                    <a:pt x="197" y="274"/>
                    <a:pt x="194" y="275"/>
                  </a:cubicBezTo>
                  <a:cubicBezTo>
                    <a:pt x="189" y="270"/>
                    <a:pt x="186" y="266"/>
                    <a:pt x="185" y="262"/>
                  </a:cubicBezTo>
                  <a:close/>
                  <a:moveTo>
                    <a:pt x="203" y="282"/>
                  </a:moveTo>
                  <a:cubicBezTo>
                    <a:pt x="204" y="282"/>
                    <a:pt x="206" y="281"/>
                    <a:pt x="207" y="281"/>
                  </a:cubicBezTo>
                  <a:cubicBezTo>
                    <a:pt x="209" y="280"/>
                    <a:pt x="211" y="280"/>
                    <a:pt x="214" y="279"/>
                  </a:cubicBezTo>
                  <a:cubicBezTo>
                    <a:pt x="217" y="286"/>
                    <a:pt x="221" y="292"/>
                    <a:pt x="225" y="297"/>
                  </a:cubicBezTo>
                  <a:cubicBezTo>
                    <a:pt x="218" y="292"/>
                    <a:pt x="210" y="287"/>
                    <a:pt x="203" y="282"/>
                  </a:cubicBezTo>
                  <a:close/>
                  <a:moveTo>
                    <a:pt x="215" y="251"/>
                  </a:moveTo>
                  <a:cubicBezTo>
                    <a:pt x="215" y="252"/>
                    <a:pt x="216" y="252"/>
                    <a:pt x="216" y="252"/>
                  </a:cubicBezTo>
                  <a:cubicBezTo>
                    <a:pt x="223" y="253"/>
                    <a:pt x="230" y="256"/>
                    <a:pt x="234" y="261"/>
                  </a:cubicBezTo>
                  <a:cubicBezTo>
                    <a:pt x="232" y="262"/>
                    <a:pt x="230" y="263"/>
                    <a:pt x="228" y="264"/>
                  </a:cubicBezTo>
                  <a:cubicBezTo>
                    <a:pt x="226" y="265"/>
                    <a:pt x="222" y="267"/>
                    <a:pt x="219" y="268"/>
                  </a:cubicBezTo>
                  <a:cubicBezTo>
                    <a:pt x="217" y="262"/>
                    <a:pt x="215" y="257"/>
                    <a:pt x="215" y="251"/>
                  </a:cubicBezTo>
                  <a:close/>
                  <a:moveTo>
                    <a:pt x="223" y="276"/>
                  </a:moveTo>
                  <a:cubicBezTo>
                    <a:pt x="226" y="275"/>
                    <a:pt x="230" y="274"/>
                    <a:pt x="233" y="273"/>
                  </a:cubicBezTo>
                  <a:cubicBezTo>
                    <a:pt x="235" y="271"/>
                    <a:pt x="238" y="270"/>
                    <a:pt x="240" y="268"/>
                  </a:cubicBezTo>
                  <a:cubicBezTo>
                    <a:pt x="241" y="271"/>
                    <a:pt x="242" y="274"/>
                    <a:pt x="242" y="277"/>
                  </a:cubicBezTo>
                  <a:cubicBezTo>
                    <a:pt x="242" y="279"/>
                    <a:pt x="241" y="282"/>
                    <a:pt x="240" y="285"/>
                  </a:cubicBezTo>
                  <a:cubicBezTo>
                    <a:pt x="239" y="288"/>
                    <a:pt x="237" y="291"/>
                    <a:pt x="234" y="293"/>
                  </a:cubicBezTo>
                  <a:cubicBezTo>
                    <a:pt x="234" y="293"/>
                    <a:pt x="234" y="293"/>
                    <a:pt x="234" y="292"/>
                  </a:cubicBezTo>
                  <a:cubicBezTo>
                    <a:pt x="230" y="288"/>
                    <a:pt x="226" y="282"/>
                    <a:pt x="223" y="276"/>
                  </a:cubicBezTo>
                  <a:close/>
                  <a:moveTo>
                    <a:pt x="218" y="242"/>
                  </a:moveTo>
                  <a:cubicBezTo>
                    <a:pt x="217" y="242"/>
                    <a:pt x="216" y="242"/>
                    <a:pt x="214" y="242"/>
                  </a:cubicBezTo>
                  <a:cubicBezTo>
                    <a:pt x="214" y="239"/>
                    <a:pt x="215" y="237"/>
                    <a:pt x="215" y="235"/>
                  </a:cubicBezTo>
                  <a:cubicBezTo>
                    <a:pt x="219" y="237"/>
                    <a:pt x="223" y="239"/>
                    <a:pt x="225" y="240"/>
                  </a:cubicBezTo>
                  <a:cubicBezTo>
                    <a:pt x="226" y="240"/>
                    <a:pt x="226" y="240"/>
                    <a:pt x="226" y="240"/>
                  </a:cubicBezTo>
                  <a:cubicBezTo>
                    <a:pt x="232" y="244"/>
                    <a:pt x="238" y="248"/>
                    <a:pt x="244" y="253"/>
                  </a:cubicBezTo>
                  <a:cubicBezTo>
                    <a:pt x="243" y="254"/>
                    <a:pt x="243" y="254"/>
                    <a:pt x="242" y="255"/>
                  </a:cubicBezTo>
                  <a:cubicBezTo>
                    <a:pt x="236" y="249"/>
                    <a:pt x="228" y="244"/>
                    <a:pt x="218" y="242"/>
                  </a:cubicBezTo>
                  <a:close/>
                  <a:moveTo>
                    <a:pt x="194" y="214"/>
                  </a:moveTo>
                  <a:cubicBezTo>
                    <a:pt x="187" y="209"/>
                    <a:pt x="181" y="204"/>
                    <a:pt x="181" y="200"/>
                  </a:cubicBezTo>
                  <a:cubicBezTo>
                    <a:pt x="181" y="200"/>
                    <a:pt x="181" y="199"/>
                    <a:pt x="181" y="199"/>
                  </a:cubicBezTo>
                  <a:cubicBezTo>
                    <a:pt x="181" y="199"/>
                    <a:pt x="181" y="198"/>
                    <a:pt x="181" y="198"/>
                  </a:cubicBezTo>
                  <a:cubicBezTo>
                    <a:pt x="183" y="190"/>
                    <a:pt x="206" y="187"/>
                    <a:pt x="222" y="188"/>
                  </a:cubicBezTo>
                  <a:cubicBezTo>
                    <a:pt x="228" y="188"/>
                    <a:pt x="234" y="189"/>
                    <a:pt x="238" y="191"/>
                  </a:cubicBezTo>
                  <a:cubicBezTo>
                    <a:pt x="237" y="192"/>
                    <a:pt x="236" y="194"/>
                    <a:pt x="234" y="195"/>
                  </a:cubicBezTo>
                  <a:cubicBezTo>
                    <a:pt x="228" y="200"/>
                    <a:pt x="222" y="206"/>
                    <a:pt x="216" y="213"/>
                  </a:cubicBezTo>
                  <a:cubicBezTo>
                    <a:pt x="209" y="213"/>
                    <a:pt x="202" y="214"/>
                    <a:pt x="194" y="214"/>
                  </a:cubicBezTo>
                  <a:close/>
                  <a:moveTo>
                    <a:pt x="167" y="307"/>
                  </a:moveTo>
                  <a:cubicBezTo>
                    <a:pt x="166" y="306"/>
                    <a:pt x="166" y="306"/>
                    <a:pt x="166" y="305"/>
                  </a:cubicBezTo>
                  <a:cubicBezTo>
                    <a:pt x="166" y="302"/>
                    <a:pt x="168" y="300"/>
                    <a:pt x="171" y="297"/>
                  </a:cubicBezTo>
                  <a:cubicBezTo>
                    <a:pt x="173" y="295"/>
                    <a:pt x="175" y="293"/>
                    <a:pt x="178" y="292"/>
                  </a:cubicBezTo>
                  <a:cubicBezTo>
                    <a:pt x="179" y="292"/>
                    <a:pt x="180" y="293"/>
                    <a:pt x="181" y="294"/>
                  </a:cubicBezTo>
                  <a:cubicBezTo>
                    <a:pt x="186" y="297"/>
                    <a:pt x="190" y="299"/>
                    <a:pt x="194" y="302"/>
                  </a:cubicBezTo>
                  <a:cubicBezTo>
                    <a:pt x="184" y="303"/>
                    <a:pt x="174" y="304"/>
                    <a:pt x="167" y="308"/>
                  </a:cubicBezTo>
                  <a:cubicBezTo>
                    <a:pt x="167" y="307"/>
                    <a:pt x="167" y="307"/>
                    <a:pt x="167" y="307"/>
                  </a:cubicBezTo>
                  <a:close/>
                  <a:moveTo>
                    <a:pt x="176" y="314"/>
                  </a:moveTo>
                  <a:cubicBezTo>
                    <a:pt x="182" y="313"/>
                    <a:pt x="190" y="312"/>
                    <a:pt x="199" y="311"/>
                  </a:cubicBezTo>
                  <a:cubicBezTo>
                    <a:pt x="202" y="311"/>
                    <a:pt x="206" y="311"/>
                    <a:pt x="209" y="310"/>
                  </a:cubicBezTo>
                  <a:cubicBezTo>
                    <a:pt x="210" y="311"/>
                    <a:pt x="211" y="311"/>
                    <a:pt x="212" y="312"/>
                  </a:cubicBezTo>
                  <a:cubicBezTo>
                    <a:pt x="216" y="314"/>
                    <a:pt x="221" y="315"/>
                    <a:pt x="226" y="316"/>
                  </a:cubicBezTo>
                  <a:cubicBezTo>
                    <a:pt x="223" y="318"/>
                    <a:pt x="220" y="319"/>
                    <a:pt x="217" y="320"/>
                  </a:cubicBezTo>
                  <a:cubicBezTo>
                    <a:pt x="205" y="323"/>
                    <a:pt x="191" y="319"/>
                    <a:pt x="176" y="314"/>
                  </a:cubicBezTo>
                  <a:close/>
                  <a:moveTo>
                    <a:pt x="250" y="336"/>
                  </a:moveTo>
                  <a:cubicBezTo>
                    <a:pt x="249" y="338"/>
                    <a:pt x="247" y="340"/>
                    <a:pt x="243" y="341"/>
                  </a:cubicBezTo>
                  <a:cubicBezTo>
                    <a:pt x="227" y="347"/>
                    <a:pt x="199" y="336"/>
                    <a:pt x="185" y="327"/>
                  </a:cubicBezTo>
                  <a:cubicBezTo>
                    <a:pt x="184" y="327"/>
                    <a:pt x="184" y="327"/>
                    <a:pt x="184" y="327"/>
                  </a:cubicBezTo>
                  <a:cubicBezTo>
                    <a:pt x="196" y="330"/>
                    <a:pt x="208" y="332"/>
                    <a:pt x="219" y="329"/>
                  </a:cubicBezTo>
                  <a:cubicBezTo>
                    <a:pt x="226" y="328"/>
                    <a:pt x="233" y="324"/>
                    <a:pt x="240" y="318"/>
                  </a:cubicBezTo>
                  <a:cubicBezTo>
                    <a:pt x="240" y="318"/>
                    <a:pt x="240" y="318"/>
                    <a:pt x="241" y="319"/>
                  </a:cubicBezTo>
                  <a:cubicBezTo>
                    <a:pt x="246" y="325"/>
                    <a:pt x="250" y="331"/>
                    <a:pt x="250" y="334"/>
                  </a:cubicBezTo>
                  <a:cubicBezTo>
                    <a:pt x="250" y="335"/>
                    <a:pt x="250" y="335"/>
                    <a:pt x="250" y="336"/>
                  </a:cubicBezTo>
                  <a:close/>
                  <a:moveTo>
                    <a:pt x="243" y="301"/>
                  </a:moveTo>
                  <a:cubicBezTo>
                    <a:pt x="242" y="301"/>
                    <a:pt x="242" y="300"/>
                    <a:pt x="241" y="300"/>
                  </a:cubicBezTo>
                  <a:cubicBezTo>
                    <a:pt x="245" y="297"/>
                    <a:pt x="248" y="293"/>
                    <a:pt x="249" y="288"/>
                  </a:cubicBezTo>
                  <a:cubicBezTo>
                    <a:pt x="251" y="284"/>
                    <a:pt x="252" y="280"/>
                    <a:pt x="252" y="277"/>
                  </a:cubicBezTo>
                  <a:cubicBezTo>
                    <a:pt x="252" y="272"/>
                    <a:pt x="250" y="267"/>
                    <a:pt x="248" y="263"/>
                  </a:cubicBezTo>
                  <a:cubicBezTo>
                    <a:pt x="249" y="262"/>
                    <a:pt x="250" y="260"/>
                    <a:pt x="251" y="259"/>
                  </a:cubicBezTo>
                  <a:cubicBezTo>
                    <a:pt x="256" y="265"/>
                    <a:pt x="260" y="271"/>
                    <a:pt x="260" y="278"/>
                  </a:cubicBezTo>
                  <a:cubicBezTo>
                    <a:pt x="255" y="286"/>
                    <a:pt x="249" y="295"/>
                    <a:pt x="243" y="301"/>
                  </a:cubicBezTo>
                  <a:close/>
                  <a:moveTo>
                    <a:pt x="268" y="215"/>
                  </a:moveTo>
                  <a:cubicBezTo>
                    <a:pt x="270" y="216"/>
                    <a:pt x="273" y="216"/>
                    <a:pt x="274" y="217"/>
                  </a:cubicBezTo>
                  <a:cubicBezTo>
                    <a:pt x="277" y="220"/>
                    <a:pt x="278" y="224"/>
                    <a:pt x="278" y="231"/>
                  </a:cubicBezTo>
                  <a:cubicBezTo>
                    <a:pt x="278" y="231"/>
                    <a:pt x="278" y="232"/>
                    <a:pt x="278" y="233"/>
                  </a:cubicBezTo>
                  <a:cubicBezTo>
                    <a:pt x="278" y="242"/>
                    <a:pt x="273" y="254"/>
                    <a:pt x="267" y="266"/>
                  </a:cubicBezTo>
                  <a:cubicBezTo>
                    <a:pt x="265" y="261"/>
                    <a:pt x="261" y="256"/>
                    <a:pt x="257" y="252"/>
                  </a:cubicBezTo>
                  <a:cubicBezTo>
                    <a:pt x="265" y="242"/>
                    <a:pt x="269" y="231"/>
                    <a:pt x="269" y="220"/>
                  </a:cubicBezTo>
                  <a:cubicBezTo>
                    <a:pt x="269" y="219"/>
                    <a:pt x="268" y="217"/>
                    <a:pt x="268" y="215"/>
                  </a:cubicBezTo>
                  <a:close/>
                  <a:moveTo>
                    <a:pt x="259" y="215"/>
                  </a:moveTo>
                  <a:cubicBezTo>
                    <a:pt x="259" y="217"/>
                    <a:pt x="259" y="218"/>
                    <a:pt x="259" y="220"/>
                  </a:cubicBezTo>
                  <a:cubicBezTo>
                    <a:pt x="259" y="228"/>
                    <a:pt x="256" y="237"/>
                    <a:pt x="250" y="246"/>
                  </a:cubicBezTo>
                  <a:cubicBezTo>
                    <a:pt x="244" y="240"/>
                    <a:pt x="237" y="236"/>
                    <a:pt x="231" y="232"/>
                  </a:cubicBezTo>
                  <a:cubicBezTo>
                    <a:pt x="230" y="232"/>
                    <a:pt x="230" y="232"/>
                    <a:pt x="230" y="232"/>
                  </a:cubicBezTo>
                  <a:cubicBezTo>
                    <a:pt x="228" y="230"/>
                    <a:pt x="224" y="228"/>
                    <a:pt x="219" y="226"/>
                  </a:cubicBezTo>
                  <a:cubicBezTo>
                    <a:pt x="220" y="225"/>
                    <a:pt x="220" y="223"/>
                    <a:pt x="221" y="222"/>
                  </a:cubicBezTo>
                  <a:cubicBezTo>
                    <a:pt x="230" y="221"/>
                    <a:pt x="237" y="219"/>
                    <a:pt x="242" y="218"/>
                  </a:cubicBezTo>
                  <a:cubicBezTo>
                    <a:pt x="247" y="217"/>
                    <a:pt x="253" y="215"/>
                    <a:pt x="259" y="215"/>
                  </a:cubicBezTo>
                  <a:close/>
                  <a:moveTo>
                    <a:pt x="256" y="206"/>
                  </a:moveTo>
                  <a:cubicBezTo>
                    <a:pt x="251" y="206"/>
                    <a:pt x="245" y="207"/>
                    <a:pt x="240" y="209"/>
                  </a:cubicBezTo>
                  <a:cubicBezTo>
                    <a:pt x="237" y="209"/>
                    <a:pt x="234" y="210"/>
                    <a:pt x="232" y="210"/>
                  </a:cubicBezTo>
                  <a:cubicBezTo>
                    <a:pt x="234" y="208"/>
                    <a:pt x="237" y="205"/>
                    <a:pt x="241" y="202"/>
                  </a:cubicBezTo>
                  <a:cubicBezTo>
                    <a:pt x="243" y="200"/>
                    <a:pt x="245" y="198"/>
                    <a:pt x="247" y="196"/>
                  </a:cubicBezTo>
                  <a:cubicBezTo>
                    <a:pt x="251" y="199"/>
                    <a:pt x="254" y="202"/>
                    <a:pt x="256" y="206"/>
                  </a:cubicBezTo>
                  <a:close/>
                  <a:moveTo>
                    <a:pt x="198" y="135"/>
                  </a:moveTo>
                  <a:cubicBezTo>
                    <a:pt x="215" y="128"/>
                    <a:pt x="229" y="122"/>
                    <a:pt x="239" y="125"/>
                  </a:cubicBezTo>
                  <a:cubicBezTo>
                    <a:pt x="238" y="127"/>
                    <a:pt x="236" y="130"/>
                    <a:pt x="233" y="132"/>
                  </a:cubicBezTo>
                  <a:cubicBezTo>
                    <a:pt x="223" y="141"/>
                    <a:pt x="207" y="142"/>
                    <a:pt x="191" y="142"/>
                  </a:cubicBezTo>
                  <a:cubicBezTo>
                    <a:pt x="187" y="143"/>
                    <a:pt x="184" y="143"/>
                    <a:pt x="180" y="143"/>
                  </a:cubicBezTo>
                  <a:cubicBezTo>
                    <a:pt x="186" y="141"/>
                    <a:pt x="192" y="138"/>
                    <a:pt x="198" y="135"/>
                  </a:cubicBezTo>
                  <a:close/>
                  <a:moveTo>
                    <a:pt x="191" y="152"/>
                  </a:moveTo>
                  <a:cubicBezTo>
                    <a:pt x="209" y="151"/>
                    <a:pt x="227" y="151"/>
                    <a:pt x="240" y="139"/>
                  </a:cubicBezTo>
                  <a:cubicBezTo>
                    <a:pt x="243" y="136"/>
                    <a:pt x="246" y="133"/>
                    <a:pt x="248" y="129"/>
                  </a:cubicBezTo>
                  <a:cubicBezTo>
                    <a:pt x="251" y="131"/>
                    <a:pt x="254" y="134"/>
                    <a:pt x="256" y="139"/>
                  </a:cubicBezTo>
                  <a:cubicBezTo>
                    <a:pt x="259" y="145"/>
                    <a:pt x="260" y="151"/>
                    <a:pt x="260" y="156"/>
                  </a:cubicBezTo>
                  <a:cubicBezTo>
                    <a:pt x="260" y="167"/>
                    <a:pt x="254" y="175"/>
                    <a:pt x="246" y="184"/>
                  </a:cubicBezTo>
                  <a:cubicBezTo>
                    <a:pt x="239" y="180"/>
                    <a:pt x="231" y="178"/>
                    <a:pt x="222" y="178"/>
                  </a:cubicBezTo>
                  <a:cubicBezTo>
                    <a:pt x="218" y="178"/>
                    <a:pt x="205" y="177"/>
                    <a:pt x="193" y="180"/>
                  </a:cubicBezTo>
                  <a:cubicBezTo>
                    <a:pt x="194" y="178"/>
                    <a:pt x="195" y="176"/>
                    <a:pt x="195" y="174"/>
                  </a:cubicBezTo>
                  <a:cubicBezTo>
                    <a:pt x="195" y="173"/>
                    <a:pt x="195" y="172"/>
                    <a:pt x="195" y="172"/>
                  </a:cubicBezTo>
                  <a:cubicBezTo>
                    <a:pt x="195" y="167"/>
                    <a:pt x="193" y="163"/>
                    <a:pt x="190" y="160"/>
                  </a:cubicBezTo>
                  <a:cubicBezTo>
                    <a:pt x="187" y="156"/>
                    <a:pt x="183" y="154"/>
                    <a:pt x="178" y="153"/>
                  </a:cubicBezTo>
                  <a:cubicBezTo>
                    <a:pt x="182" y="152"/>
                    <a:pt x="186" y="152"/>
                    <a:pt x="191" y="152"/>
                  </a:cubicBezTo>
                  <a:close/>
                  <a:moveTo>
                    <a:pt x="183" y="166"/>
                  </a:moveTo>
                  <a:cubicBezTo>
                    <a:pt x="185" y="168"/>
                    <a:pt x="185" y="170"/>
                    <a:pt x="185" y="172"/>
                  </a:cubicBezTo>
                  <a:cubicBezTo>
                    <a:pt x="185" y="172"/>
                    <a:pt x="185" y="172"/>
                    <a:pt x="185" y="173"/>
                  </a:cubicBezTo>
                  <a:cubicBezTo>
                    <a:pt x="185" y="178"/>
                    <a:pt x="181" y="183"/>
                    <a:pt x="176" y="188"/>
                  </a:cubicBezTo>
                  <a:cubicBezTo>
                    <a:pt x="173" y="182"/>
                    <a:pt x="170" y="178"/>
                    <a:pt x="167" y="173"/>
                  </a:cubicBezTo>
                  <a:cubicBezTo>
                    <a:pt x="169" y="169"/>
                    <a:pt x="170" y="165"/>
                    <a:pt x="172" y="161"/>
                  </a:cubicBezTo>
                  <a:cubicBezTo>
                    <a:pt x="177" y="162"/>
                    <a:pt x="181" y="164"/>
                    <a:pt x="183" y="166"/>
                  </a:cubicBezTo>
                  <a:close/>
                  <a:moveTo>
                    <a:pt x="155" y="130"/>
                  </a:moveTo>
                  <a:cubicBezTo>
                    <a:pt x="156" y="126"/>
                    <a:pt x="157" y="122"/>
                    <a:pt x="158" y="118"/>
                  </a:cubicBezTo>
                  <a:cubicBezTo>
                    <a:pt x="159" y="117"/>
                    <a:pt x="161" y="117"/>
                    <a:pt x="162" y="117"/>
                  </a:cubicBezTo>
                  <a:cubicBezTo>
                    <a:pt x="166" y="118"/>
                    <a:pt x="168" y="122"/>
                    <a:pt x="168" y="128"/>
                  </a:cubicBezTo>
                  <a:cubicBezTo>
                    <a:pt x="168" y="129"/>
                    <a:pt x="168" y="130"/>
                    <a:pt x="168" y="131"/>
                  </a:cubicBezTo>
                  <a:cubicBezTo>
                    <a:pt x="168" y="133"/>
                    <a:pt x="168" y="135"/>
                    <a:pt x="168" y="136"/>
                  </a:cubicBezTo>
                  <a:cubicBezTo>
                    <a:pt x="164" y="137"/>
                    <a:pt x="161" y="138"/>
                    <a:pt x="158" y="137"/>
                  </a:cubicBezTo>
                  <a:cubicBezTo>
                    <a:pt x="156" y="137"/>
                    <a:pt x="154" y="136"/>
                    <a:pt x="152" y="135"/>
                  </a:cubicBezTo>
                  <a:cubicBezTo>
                    <a:pt x="153" y="134"/>
                    <a:pt x="154" y="132"/>
                    <a:pt x="155" y="130"/>
                  </a:cubicBezTo>
                  <a:close/>
                  <a:moveTo>
                    <a:pt x="157" y="147"/>
                  </a:moveTo>
                  <a:cubicBezTo>
                    <a:pt x="157" y="147"/>
                    <a:pt x="157" y="147"/>
                    <a:pt x="158" y="147"/>
                  </a:cubicBezTo>
                  <a:cubicBezTo>
                    <a:pt x="156" y="147"/>
                    <a:pt x="154" y="148"/>
                    <a:pt x="152" y="149"/>
                  </a:cubicBezTo>
                  <a:cubicBezTo>
                    <a:pt x="152" y="149"/>
                    <a:pt x="151" y="149"/>
                    <a:pt x="151" y="149"/>
                  </a:cubicBezTo>
                  <a:cubicBezTo>
                    <a:pt x="150" y="148"/>
                    <a:pt x="150" y="146"/>
                    <a:pt x="149" y="145"/>
                  </a:cubicBezTo>
                  <a:cubicBezTo>
                    <a:pt x="152" y="146"/>
                    <a:pt x="154" y="146"/>
                    <a:pt x="157" y="147"/>
                  </a:cubicBezTo>
                  <a:close/>
                  <a:moveTo>
                    <a:pt x="127" y="54"/>
                  </a:moveTo>
                  <a:cubicBezTo>
                    <a:pt x="125" y="52"/>
                    <a:pt x="125" y="52"/>
                    <a:pt x="125" y="52"/>
                  </a:cubicBezTo>
                  <a:cubicBezTo>
                    <a:pt x="118" y="46"/>
                    <a:pt x="109" y="37"/>
                    <a:pt x="109" y="30"/>
                  </a:cubicBezTo>
                  <a:cubicBezTo>
                    <a:pt x="109" y="30"/>
                    <a:pt x="109" y="30"/>
                    <a:pt x="109" y="30"/>
                  </a:cubicBezTo>
                  <a:cubicBezTo>
                    <a:pt x="109" y="27"/>
                    <a:pt x="110" y="25"/>
                    <a:pt x="112" y="23"/>
                  </a:cubicBezTo>
                  <a:cubicBezTo>
                    <a:pt x="128" y="11"/>
                    <a:pt x="161" y="10"/>
                    <a:pt x="174" y="22"/>
                  </a:cubicBezTo>
                  <a:cubicBezTo>
                    <a:pt x="177" y="24"/>
                    <a:pt x="178" y="28"/>
                    <a:pt x="178" y="31"/>
                  </a:cubicBezTo>
                  <a:cubicBezTo>
                    <a:pt x="178" y="36"/>
                    <a:pt x="176" y="42"/>
                    <a:pt x="172" y="48"/>
                  </a:cubicBezTo>
                  <a:cubicBezTo>
                    <a:pt x="167" y="54"/>
                    <a:pt x="162" y="60"/>
                    <a:pt x="156" y="66"/>
                  </a:cubicBezTo>
                  <a:cubicBezTo>
                    <a:pt x="152" y="69"/>
                    <a:pt x="149" y="73"/>
                    <a:pt x="146" y="76"/>
                  </a:cubicBezTo>
                  <a:cubicBezTo>
                    <a:pt x="141" y="69"/>
                    <a:pt x="135" y="62"/>
                    <a:pt x="127" y="54"/>
                  </a:cubicBezTo>
                  <a:close/>
                  <a:moveTo>
                    <a:pt x="103" y="131"/>
                  </a:moveTo>
                  <a:cubicBezTo>
                    <a:pt x="106" y="133"/>
                    <a:pt x="108" y="135"/>
                    <a:pt x="110" y="137"/>
                  </a:cubicBezTo>
                  <a:cubicBezTo>
                    <a:pt x="108" y="135"/>
                    <a:pt x="105" y="134"/>
                    <a:pt x="103" y="131"/>
                  </a:cubicBezTo>
                  <a:close/>
                  <a:moveTo>
                    <a:pt x="95" y="117"/>
                  </a:moveTo>
                  <a:cubicBezTo>
                    <a:pt x="94" y="116"/>
                    <a:pt x="94" y="116"/>
                    <a:pt x="94" y="116"/>
                  </a:cubicBezTo>
                  <a:cubicBezTo>
                    <a:pt x="91" y="109"/>
                    <a:pt x="90" y="101"/>
                    <a:pt x="89" y="94"/>
                  </a:cubicBezTo>
                  <a:cubicBezTo>
                    <a:pt x="88" y="91"/>
                    <a:pt x="88" y="88"/>
                    <a:pt x="87" y="85"/>
                  </a:cubicBezTo>
                  <a:cubicBezTo>
                    <a:pt x="104" y="82"/>
                    <a:pt x="129" y="86"/>
                    <a:pt x="136" y="90"/>
                  </a:cubicBezTo>
                  <a:cubicBezTo>
                    <a:pt x="133" y="94"/>
                    <a:pt x="132" y="98"/>
                    <a:pt x="130" y="103"/>
                  </a:cubicBezTo>
                  <a:cubicBezTo>
                    <a:pt x="130" y="106"/>
                    <a:pt x="129" y="110"/>
                    <a:pt x="129" y="114"/>
                  </a:cubicBezTo>
                  <a:cubicBezTo>
                    <a:pt x="129" y="121"/>
                    <a:pt x="131" y="128"/>
                    <a:pt x="135" y="134"/>
                  </a:cubicBezTo>
                  <a:cubicBezTo>
                    <a:pt x="136" y="135"/>
                    <a:pt x="137" y="136"/>
                    <a:pt x="138" y="137"/>
                  </a:cubicBezTo>
                  <a:cubicBezTo>
                    <a:pt x="136" y="139"/>
                    <a:pt x="133" y="140"/>
                    <a:pt x="130" y="141"/>
                  </a:cubicBezTo>
                  <a:cubicBezTo>
                    <a:pt x="128" y="141"/>
                    <a:pt x="126" y="141"/>
                    <a:pt x="124" y="141"/>
                  </a:cubicBezTo>
                  <a:cubicBezTo>
                    <a:pt x="120" y="128"/>
                    <a:pt x="106" y="122"/>
                    <a:pt x="95" y="117"/>
                  </a:cubicBezTo>
                  <a:close/>
                  <a:moveTo>
                    <a:pt x="121" y="163"/>
                  </a:moveTo>
                  <a:cubicBezTo>
                    <a:pt x="126" y="162"/>
                    <a:pt x="131" y="161"/>
                    <a:pt x="135" y="161"/>
                  </a:cubicBezTo>
                  <a:cubicBezTo>
                    <a:pt x="131" y="166"/>
                    <a:pt x="127" y="171"/>
                    <a:pt x="125" y="178"/>
                  </a:cubicBezTo>
                  <a:cubicBezTo>
                    <a:pt x="125" y="180"/>
                    <a:pt x="124" y="183"/>
                    <a:pt x="124" y="185"/>
                  </a:cubicBezTo>
                  <a:cubicBezTo>
                    <a:pt x="124" y="190"/>
                    <a:pt x="126" y="194"/>
                    <a:pt x="129" y="199"/>
                  </a:cubicBezTo>
                  <a:cubicBezTo>
                    <a:pt x="124" y="200"/>
                    <a:pt x="119" y="201"/>
                    <a:pt x="114" y="200"/>
                  </a:cubicBezTo>
                  <a:cubicBezTo>
                    <a:pt x="107" y="198"/>
                    <a:pt x="103" y="193"/>
                    <a:pt x="101" y="184"/>
                  </a:cubicBezTo>
                  <a:cubicBezTo>
                    <a:pt x="110" y="179"/>
                    <a:pt x="117" y="171"/>
                    <a:pt x="121" y="163"/>
                  </a:cubicBezTo>
                  <a:close/>
                  <a:moveTo>
                    <a:pt x="108" y="166"/>
                  </a:moveTo>
                  <a:cubicBezTo>
                    <a:pt x="105" y="169"/>
                    <a:pt x="102" y="172"/>
                    <a:pt x="99" y="174"/>
                  </a:cubicBezTo>
                  <a:cubicBezTo>
                    <a:pt x="99" y="173"/>
                    <a:pt x="98" y="173"/>
                    <a:pt x="98" y="172"/>
                  </a:cubicBezTo>
                  <a:cubicBezTo>
                    <a:pt x="98" y="171"/>
                    <a:pt x="98" y="170"/>
                    <a:pt x="98" y="168"/>
                  </a:cubicBezTo>
                  <a:cubicBezTo>
                    <a:pt x="101" y="168"/>
                    <a:pt x="104" y="167"/>
                    <a:pt x="108" y="166"/>
                  </a:cubicBezTo>
                  <a:close/>
                  <a:moveTo>
                    <a:pt x="89" y="174"/>
                  </a:moveTo>
                  <a:cubicBezTo>
                    <a:pt x="89" y="176"/>
                    <a:pt x="90" y="178"/>
                    <a:pt x="90" y="180"/>
                  </a:cubicBezTo>
                  <a:cubicBezTo>
                    <a:pt x="85" y="182"/>
                    <a:pt x="80" y="184"/>
                    <a:pt x="76" y="183"/>
                  </a:cubicBezTo>
                  <a:cubicBezTo>
                    <a:pt x="72" y="183"/>
                    <a:pt x="66" y="180"/>
                    <a:pt x="60" y="176"/>
                  </a:cubicBezTo>
                  <a:cubicBezTo>
                    <a:pt x="62" y="176"/>
                    <a:pt x="64" y="175"/>
                    <a:pt x="66" y="175"/>
                  </a:cubicBezTo>
                  <a:cubicBezTo>
                    <a:pt x="73" y="174"/>
                    <a:pt x="79" y="173"/>
                    <a:pt x="85" y="172"/>
                  </a:cubicBezTo>
                  <a:cubicBezTo>
                    <a:pt x="85" y="172"/>
                    <a:pt x="87" y="171"/>
                    <a:pt x="88" y="171"/>
                  </a:cubicBezTo>
                  <a:cubicBezTo>
                    <a:pt x="88" y="172"/>
                    <a:pt x="89" y="173"/>
                    <a:pt x="89" y="174"/>
                  </a:cubicBezTo>
                  <a:close/>
                  <a:moveTo>
                    <a:pt x="43" y="135"/>
                  </a:moveTo>
                  <a:cubicBezTo>
                    <a:pt x="44" y="134"/>
                    <a:pt x="46" y="134"/>
                    <a:pt x="47" y="133"/>
                  </a:cubicBezTo>
                  <a:cubicBezTo>
                    <a:pt x="56" y="132"/>
                    <a:pt x="74" y="142"/>
                    <a:pt x="81" y="152"/>
                  </a:cubicBezTo>
                  <a:cubicBezTo>
                    <a:pt x="84" y="154"/>
                    <a:pt x="85" y="158"/>
                    <a:pt x="86" y="161"/>
                  </a:cubicBezTo>
                  <a:cubicBezTo>
                    <a:pt x="85" y="162"/>
                    <a:pt x="83" y="162"/>
                    <a:pt x="83" y="162"/>
                  </a:cubicBezTo>
                  <a:cubicBezTo>
                    <a:pt x="77" y="164"/>
                    <a:pt x="71" y="164"/>
                    <a:pt x="65" y="165"/>
                  </a:cubicBezTo>
                  <a:cubicBezTo>
                    <a:pt x="60" y="166"/>
                    <a:pt x="55" y="167"/>
                    <a:pt x="49" y="168"/>
                  </a:cubicBezTo>
                  <a:cubicBezTo>
                    <a:pt x="47" y="166"/>
                    <a:pt x="44" y="164"/>
                    <a:pt x="42" y="162"/>
                  </a:cubicBezTo>
                  <a:cubicBezTo>
                    <a:pt x="43" y="160"/>
                    <a:pt x="44" y="158"/>
                    <a:pt x="44" y="156"/>
                  </a:cubicBezTo>
                  <a:cubicBezTo>
                    <a:pt x="45" y="153"/>
                    <a:pt x="45" y="150"/>
                    <a:pt x="45" y="147"/>
                  </a:cubicBezTo>
                  <a:cubicBezTo>
                    <a:pt x="45" y="143"/>
                    <a:pt x="44" y="139"/>
                    <a:pt x="43" y="135"/>
                  </a:cubicBezTo>
                  <a:close/>
                  <a:moveTo>
                    <a:pt x="38" y="171"/>
                  </a:moveTo>
                  <a:cubicBezTo>
                    <a:pt x="37" y="172"/>
                    <a:pt x="36" y="172"/>
                    <a:pt x="35" y="172"/>
                  </a:cubicBezTo>
                  <a:cubicBezTo>
                    <a:pt x="35" y="172"/>
                    <a:pt x="36" y="171"/>
                    <a:pt x="37" y="170"/>
                  </a:cubicBezTo>
                  <a:cubicBezTo>
                    <a:pt x="37" y="170"/>
                    <a:pt x="38" y="171"/>
                    <a:pt x="38" y="171"/>
                  </a:cubicBezTo>
                  <a:close/>
                  <a:moveTo>
                    <a:pt x="35" y="144"/>
                  </a:moveTo>
                  <a:cubicBezTo>
                    <a:pt x="35" y="143"/>
                    <a:pt x="35" y="143"/>
                    <a:pt x="35" y="143"/>
                  </a:cubicBezTo>
                  <a:cubicBezTo>
                    <a:pt x="35" y="144"/>
                    <a:pt x="36" y="146"/>
                    <a:pt x="36" y="147"/>
                  </a:cubicBezTo>
                  <a:cubicBezTo>
                    <a:pt x="36" y="150"/>
                    <a:pt x="35" y="152"/>
                    <a:pt x="35" y="154"/>
                  </a:cubicBezTo>
                  <a:cubicBezTo>
                    <a:pt x="35" y="154"/>
                    <a:pt x="35" y="154"/>
                    <a:pt x="35" y="154"/>
                  </a:cubicBezTo>
                  <a:cubicBezTo>
                    <a:pt x="34" y="152"/>
                    <a:pt x="33" y="151"/>
                    <a:pt x="33" y="149"/>
                  </a:cubicBezTo>
                  <a:cubicBezTo>
                    <a:pt x="33" y="147"/>
                    <a:pt x="34" y="145"/>
                    <a:pt x="35" y="144"/>
                  </a:cubicBezTo>
                  <a:close/>
                  <a:moveTo>
                    <a:pt x="36" y="302"/>
                  </a:moveTo>
                  <a:cubicBezTo>
                    <a:pt x="39" y="296"/>
                    <a:pt x="41" y="290"/>
                    <a:pt x="41" y="284"/>
                  </a:cubicBezTo>
                  <a:cubicBezTo>
                    <a:pt x="41" y="284"/>
                    <a:pt x="41" y="283"/>
                    <a:pt x="41" y="282"/>
                  </a:cubicBezTo>
                  <a:cubicBezTo>
                    <a:pt x="41" y="278"/>
                    <a:pt x="40" y="275"/>
                    <a:pt x="38" y="271"/>
                  </a:cubicBezTo>
                  <a:cubicBezTo>
                    <a:pt x="40" y="270"/>
                    <a:pt x="43" y="269"/>
                    <a:pt x="45" y="269"/>
                  </a:cubicBezTo>
                  <a:cubicBezTo>
                    <a:pt x="56" y="265"/>
                    <a:pt x="69" y="261"/>
                    <a:pt x="71" y="245"/>
                  </a:cubicBezTo>
                  <a:cubicBezTo>
                    <a:pt x="72" y="243"/>
                    <a:pt x="72" y="242"/>
                    <a:pt x="72" y="240"/>
                  </a:cubicBezTo>
                  <a:cubicBezTo>
                    <a:pt x="72" y="236"/>
                    <a:pt x="71" y="232"/>
                    <a:pt x="68" y="228"/>
                  </a:cubicBezTo>
                  <a:cubicBezTo>
                    <a:pt x="62" y="220"/>
                    <a:pt x="51" y="218"/>
                    <a:pt x="43" y="217"/>
                  </a:cubicBezTo>
                  <a:cubicBezTo>
                    <a:pt x="34" y="217"/>
                    <a:pt x="34" y="217"/>
                    <a:pt x="34" y="217"/>
                  </a:cubicBezTo>
                  <a:cubicBezTo>
                    <a:pt x="27" y="217"/>
                    <a:pt x="20" y="216"/>
                    <a:pt x="17" y="213"/>
                  </a:cubicBezTo>
                  <a:cubicBezTo>
                    <a:pt x="16" y="212"/>
                    <a:pt x="15" y="210"/>
                    <a:pt x="15" y="207"/>
                  </a:cubicBezTo>
                  <a:cubicBezTo>
                    <a:pt x="15" y="207"/>
                    <a:pt x="15" y="207"/>
                    <a:pt x="15" y="206"/>
                  </a:cubicBezTo>
                  <a:cubicBezTo>
                    <a:pt x="15" y="200"/>
                    <a:pt x="22" y="190"/>
                    <a:pt x="29" y="186"/>
                  </a:cubicBezTo>
                  <a:cubicBezTo>
                    <a:pt x="34" y="182"/>
                    <a:pt x="40" y="180"/>
                    <a:pt x="47" y="179"/>
                  </a:cubicBezTo>
                  <a:cubicBezTo>
                    <a:pt x="57" y="186"/>
                    <a:pt x="68" y="192"/>
                    <a:pt x="74" y="193"/>
                  </a:cubicBezTo>
                  <a:cubicBezTo>
                    <a:pt x="80" y="193"/>
                    <a:pt x="86" y="192"/>
                    <a:pt x="92" y="189"/>
                  </a:cubicBezTo>
                  <a:cubicBezTo>
                    <a:pt x="95" y="198"/>
                    <a:pt x="101" y="207"/>
                    <a:pt x="112" y="209"/>
                  </a:cubicBezTo>
                  <a:cubicBezTo>
                    <a:pt x="120" y="211"/>
                    <a:pt x="127" y="210"/>
                    <a:pt x="135" y="207"/>
                  </a:cubicBezTo>
                  <a:cubicBezTo>
                    <a:pt x="137" y="208"/>
                    <a:pt x="139" y="210"/>
                    <a:pt x="141" y="212"/>
                  </a:cubicBezTo>
                  <a:cubicBezTo>
                    <a:pt x="140" y="212"/>
                    <a:pt x="138" y="213"/>
                    <a:pt x="138" y="213"/>
                  </a:cubicBezTo>
                  <a:cubicBezTo>
                    <a:pt x="132" y="218"/>
                    <a:pt x="132" y="218"/>
                    <a:pt x="132" y="218"/>
                  </a:cubicBezTo>
                  <a:cubicBezTo>
                    <a:pt x="127" y="221"/>
                    <a:pt x="122" y="225"/>
                    <a:pt x="117" y="229"/>
                  </a:cubicBezTo>
                  <a:cubicBezTo>
                    <a:pt x="104" y="227"/>
                    <a:pt x="92" y="228"/>
                    <a:pt x="83" y="236"/>
                  </a:cubicBezTo>
                  <a:cubicBezTo>
                    <a:pt x="72" y="246"/>
                    <a:pt x="61" y="266"/>
                    <a:pt x="73" y="281"/>
                  </a:cubicBezTo>
                  <a:cubicBezTo>
                    <a:pt x="82" y="292"/>
                    <a:pt x="96" y="291"/>
                    <a:pt x="109" y="290"/>
                  </a:cubicBezTo>
                  <a:cubicBezTo>
                    <a:pt x="120" y="290"/>
                    <a:pt x="130" y="289"/>
                    <a:pt x="136" y="295"/>
                  </a:cubicBezTo>
                  <a:cubicBezTo>
                    <a:pt x="138" y="297"/>
                    <a:pt x="141" y="300"/>
                    <a:pt x="141" y="302"/>
                  </a:cubicBezTo>
                  <a:cubicBezTo>
                    <a:pt x="141" y="303"/>
                    <a:pt x="141" y="303"/>
                    <a:pt x="141" y="303"/>
                  </a:cubicBezTo>
                  <a:cubicBezTo>
                    <a:pt x="141" y="303"/>
                    <a:pt x="141" y="303"/>
                    <a:pt x="141" y="304"/>
                  </a:cubicBezTo>
                  <a:cubicBezTo>
                    <a:pt x="130" y="301"/>
                    <a:pt x="120" y="301"/>
                    <a:pt x="111" y="304"/>
                  </a:cubicBezTo>
                  <a:cubicBezTo>
                    <a:pt x="109" y="305"/>
                    <a:pt x="106" y="306"/>
                    <a:pt x="104" y="308"/>
                  </a:cubicBezTo>
                  <a:cubicBezTo>
                    <a:pt x="102" y="307"/>
                    <a:pt x="99" y="306"/>
                    <a:pt x="96" y="305"/>
                  </a:cubicBezTo>
                  <a:cubicBezTo>
                    <a:pt x="85" y="301"/>
                    <a:pt x="74" y="297"/>
                    <a:pt x="61" y="300"/>
                  </a:cubicBezTo>
                  <a:cubicBezTo>
                    <a:pt x="53" y="301"/>
                    <a:pt x="48" y="303"/>
                    <a:pt x="43" y="305"/>
                  </a:cubicBezTo>
                  <a:cubicBezTo>
                    <a:pt x="41" y="304"/>
                    <a:pt x="38" y="303"/>
                    <a:pt x="36" y="302"/>
                  </a:cubicBezTo>
                  <a:close/>
                  <a:moveTo>
                    <a:pt x="44" y="330"/>
                  </a:moveTo>
                  <a:cubicBezTo>
                    <a:pt x="44" y="327"/>
                    <a:pt x="43" y="326"/>
                    <a:pt x="43" y="324"/>
                  </a:cubicBezTo>
                  <a:cubicBezTo>
                    <a:pt x="43" y="321"/>
                    <a:pt x="44" y="318"/>
                    <a:pt x="45" y="316"/>
                  </a:cubicBezTo>
                  <a:cubicBezTo>
                    <a:pt x="46" y="317"/>
                    <a:pt x="46" y="317"/>
                    <a:pt x="46" y="317"/>
                  </a:cubicBezTo>
                  <a:cubicBezTo>
                    <a:pt x="56" y="321"/>
                    <a:pt x="70" y="326"/>
                    <a:pt x="71" y="331"/>
                  </a:cubicBezTo>
                  <a:cubicBezTo>
                    <a:pt x="71" y="331"/>
                    <a:pt x="71" y="332"/>
                    <a:pt x="71" y="332"/>
                  </a:cubicBezTo>
                  <a:cubicBezTo>
                    <a:pt x="71" y="334"/>
                    <a:pt x="69" y="337"/>
                    <a:pt x="65" y="340"/>
                  </a:cubicBezTo>
                  <a:cubicBezTo>
                    <a:pt x="51" y="341"/>
                    <a:pt x="46" y="340"/>
                    <a:pt x="44" y="330"/>
                  </a:cubicBezTo>
                  <a:close/>
                  <a:moveTo>
                    <a:pt x="72" y="444"/>
                  </a:moveTo>
                  <a:cubicBezTo>
                    <a:pt x="60" y="434"/>
                    <a:pt x="49" y="422"/>
                    <a:pt x="42" y="412"/>
                  </a:cubicBezTo>
                  <a:cubicBezTo>
                    <a:pt x="36" y="403"/>
                    <a:pt x="32" y="395"/>
                    <a:pt x="32" y="387"/>
                  </a:cubicBezTo>
                  <a:cubicBezTo>
                    <a:pt x="32" y="380"/>
                    <a:pt x="36" y="374"/>
                    <a:pt x="43" y="367"/>
                  </a:cubicBezTo>
                  <a:cubicBezTo>
                    <a:pt x="45" y="365"/>
                    <a:pt x="49" y="363"/>
                    <a:pt x="53" y="361"/>
                  </a:cubicBezTo>
                  <a:cubicBezTo>
                    <a:pt x="58" y="357"/>
                    <a:pt x="64" y="353"/>
                    <a:pt x="69" y="349"/>
                  </a:cubicBezTo>
                  <a:cubicBezTo>
                    <a:pt x="69" y="349"/>
                    <a:pt x="71" y="349"/>
                    <a:pt x="73" y="349"/>
                  </a:cubicBezTo>
                  <a:cubicBezTo>
                    <a:pt x="73" y="350"/>
                    <a:pt x="72" y="352"/>
                    <a:pt x="72" y="353"/>
                  </a:cubicBezTo>
                  <a:cubicBezTo>
                    <a:pt x="71" y="357"/>
                    <a:pt x="70" y="360"/>
                    <a:pt x="70" y="364"/>
                  </a:cubicBezTo>
                  <a:cubicBezTo>
                    <a:pt x="65" y="366"/>
                    <a:pt x="60" y="369"/>
                    <a:pt x="56" y="374"/>
                  </a:cubicBezTo>
                  <a:cubicBezTo>
                    <a:pt x="53" y="377"/>
                    <a:pt x="52" y="381"/>
                    <a:pt x="52" y="386"/>
                  </a:cubicBezTo>
                  <a:cubicBezTo>
                    <a:pt x="52" y="393"/>
                    <a:pt x="56" y="402"/>
                    <a:pt x="63" y="408"/>
                  </a:cubicBezTo>
                  <a:cubicBezTo>
                    <a:pt x="69" y="414"/>
                    <a:pt x="96" y="419"/>
                    <a:pt x="104" y="419"/>
                  </a:cubicBezTo>
                  <a:cubicBezTo>
                    <a:pt x="104" y="419"/>
                    <a:pt x="132" y="420"/>
                    <a:pt x="132" y="420"/>
                  </a:cubicBezTo>
                  <a:cubicBezTo>
                    <a:pt x="135" y="420"/>
                    <a:pt x="139" y="420"/>
                    <a:pt x="142" y="420"/>
                  </a:cubicBezTo>
                  <a:cubicBezTo>
                    <a:pt x="141" y="424"/>
                    <a:pt x="141" y="427"/>
                    <a:pt x="140" y="428"/>
                  </a:cubicBezTo>
                  <a:cubicBezTo>
                    <a:pt x="138" y="436"/>
                    <a:pt x="130" y="444"/>
                    <a:pt x="120" y="450"/>
                  </a:cubicBezTo>
                  <a:cubicBezTo>
                    <a:pt x="120" y="449"/>
                    <a:pt x="120" y="448"/>
                    <a:pt x="120" y="448"/>
                  </a:cubicBezTo>
                  <a:cubicBezTo>
                    <a:pt x="120" y="447"/>
                    <a:pt x="120" y="445"/>
                    <a:pt x="120" y="444"/>
                  </a:cubicBezTo>
                  <a:cubicBezTo>
                    <a:pt x="118" y="424"/>
                    <a:pt x="111" y="418"/>
                    <a:pt x="90" y="419"/>
                  </a:cubicBezTo>
                  <a:cubicBezTo>
                    <a:pt x="78" y="420"/>
                    <a:pt x="72" y="428"/>
                    <a:pt x="72" y="444"/>
                  </a:cubicBezTo>
                  <a:close/>
                  <a:moveTo>
                    <a:pt x="89" y="455"/>
                  </a:moveTo>
                  <a:cubicBezTo>
                    <a:pt x="87" y="454"/>
                    <a:pt x="84" y="452"/>
                    <a:pt x="81" y="450"/>
                  </a:cubicBezTo>
                  <a:cubicBezTo>
                    <a:pt x="81" y="449"/>
                    <a:pt x="81" y="449"/>
                    <a:pt x="81" y="448"/>
                  </a:cubicBezTo>
                  <a:cubicBezTo>
                    <a:pt x="81" y="447"/>
                    <a:pt x="81" y="446"/>
                    <a:pt x="81" y="446"/>
                  </a:cubicBezTo>
                  <a:cubicBezTo>
                    <a:pt x="81" y="445"/>
                    <a:pt x="81" y="445"/>
                    <a:pt x="81" y="444"/>
                  </a:cubicBezTo>
                  <a:cubicBezTo>
                    <a:pt x="81" y="429"/>
                    <a:pt x="87" y="429"/>
                    <a:pt x="90" y="429"/>
                  </a:cubicBezTo>
                  <a:cubicBezTo>
                    <a:pt x="106" y="428"/>
                    <a:pt x="109" y="430"/>
                    <a:pt x="110" y="445"/>
                  </a:cubicBezTo>
                  <a:cubicBezTo>
                    <a:pt x="110" y="446"/>
                    <a:pt x="110" y="447"/>
                    <a:pt x="110" y="448"/>
                  </a:cubicBezTo>
                  <a:cubicBezTo>
                    <a:pt x="110" y="450"/>
                    <a:pt x="110" y="452"/>
                    <a:pt x="110" y="454"/>
                  </a:cubicBezTo>
                  <a:cubicBezTo>
                    <a:pt x="102" y="457"/>
                    <a:pt x="94" y="457"/>
                    <a:pt x="89" y="455"/>
                  </a:cubicBezTo>
                  <a:close/>
                  <a:moveTo>
                    <a:pt x="178" y="432"/>
                  </a:moveTo>
                  <a:cubicBezTo>
                    <a:pt x="177" y="431"/>
                    <a:pt x="175" y="431"/>
                    <a:pt x="174" y="430"/>
                  </a:cubicBezTo>
                  <a:cubicBezTo>
                    <a:pt x="168" y="429"/>
                    <a:pt x="163" y="431"/>
                    <a:pt x="157" y="437"/>
                  </a:cubicBezTo>
                  <a:cubicBezTo>
                    <a:pt x="146" y="448"/>
                    <a:pt x="146" y="461"/>
                    <a:pt x="147" y="474"/>
                  </a:cubicBezTo>
                  <a:cubicBezTo>
                    <a:pt x="148" y="489"/>
                    <a:pt x="148" y="502"/>
                    <a:pt x="134" y="512"/>
                  </a:cubicBezTo>
                  <a:cubicBezTo>
                    <a:pt x="123" y="519"/>
                    <a:pt x="113" y="522"/>
                    <a:pt x="107" y="519"/>
                  </a:cubicBezTo>
                  <a:cubicBezTo>
                    <a:pt x="103" y="517"/>
                    <a:pt x="100" y="512"/>
                    <a:pt x="99" y="504"/>
                  </a:cubicBezTo>
                  <a:cubicBezTo>
                    <a:pt x="99" y="504"/>
                    <a:pt x="99" y="503"/>
                    <a:pt x="99" y="502"/>
                  </a:cubicBezTo>
                  <a:cubicBezTo>
                    <a:pt x="99" y="494"/>
                    <a:pt x="104" y="486"/>
                    <a:pt x="109" y="478"/>
                  </a:cubicBezTo>
                  <a:cubicBezTo>
                    <a:pt x="112" y="473"/>
                    <a:pt x="115" y="467"/>
                    <a:pt x="117" y="462"/>
                  </a:cubicBezTo>
                  <a:cubicBezTo>
                    <a:pt x="117" y="462"/>
                    <a:pt x="117" y="462"/>
                    <a:pt x="118" y="462"/>
                  </a:cubicBezTo>
                  <a:cubicBezTo>
                    <a:pt x="133" y="455"/>
                    <a:pt x="145" y="443"/>
                    <a:pt x="149" y="431"/>
                  </a:cubicBezTo>
                  <a:cubicBezTo>
                    <a:pt x="150" y="429"/>
                    <a:pt x="151" y="425"/>
                    <a:pt x="151" y="421"/>
                  </a:cubicBezTo>
                  <a:cubicBezTo>
                    <a:pt x="155" y="421"/>
                    <a:pt x="160" y="421"/>
                    <a:pt x="164" y="421"/>
                  </a:cubicBezTo>
                  <a:cubicBezTo>
                    <a:pt x="171" y="422"/>
                    <a:pt x="171" y="422"/>
                    <a:pt x="171" y="422"/>
                  </a:cubicBezTo>
                  <a:cubicBezTo>
                    <a:pt x="174" y="422"/>
                    <a:pt x="176" y="422"/>
                    <a:pt x="179" y="423"/>
                  </a:cubicBezTo>
                  <a:cubicBezTo>
                    <a:pt x="179" y="426"/>
                    <a:pt x="179" y="429"/>
                    <a:pt x="178" y="432"/>
                  </a:cubicBezTo>
                  <a:close/>
                  <a:moveTo>
                    <a:pt x="171" y="412"/>
                  </a:moveTo>
                  <a:cubicBezTo>
                    <a:pt x="165" y="412"/>
                    <a:pt x="165" y="412"/>
                    <a:pt x="165" y="412"/>
                  </a:cubicBezTo>
                  <a:cubicBezTo>
                    <a:pt x="161" y="412"/>
                    <a:pt x="156" y="411"/>
                    <a:pt x="152" y="411"/>
                  </a:cubicBezTo>
                  <a:cubicBezTo>
                    <a:pt x="153" y="404"/>
                    <a:pt x="153" y="398"/>
                    <a:pt x="155" y="394"/>
                  </a:cubicBezTo>
                  <a:cubicBezTo>
                    <a:pt x="159" y="393"/>
                    <a:pt x="162" y="392"/>
                    <a:pt x="165" y="391"/>
                  </a:cubicBezTo>
                  <a:cubicBezTo>
                    <a:pt x="168" y="391"/>
                    <a:pt x="171" y="390"/>
                    <a:pt x="175" y="390"/>
                  </a:cubicBezTo>
                  <a:cubicBezTo>
                    <a:pt x="178" y="396"/>
                    <a:pt x="179" y="404"/>
                    <a:pt x="179" y="413"/>
                  </a:cubicBezTo>
                  <a:cubicBezTo>
                    <a:pt x="177" y="413"/>
                    <a:pt x="174" y="413"/>
                    <a:pt x="171" y="412"/>
                  </a:cubicBezTo>
                  <a:close/>
                  <a:moveTo>
                    <a:pt x="185" y="476"/>
                  </a:moveTo>
                  <a:cubicBezTo>
                    <a:pt x="182" y="475"/>
                    <a:pt x="180" y="471"/>
                    <a:pt x="180" y="466"/>
                  </a:cubicBezTo>
                  <a:cubicBezTo>
                    <a:pt x="180" y="463"/>
                    <a:pt x="181" y="459"/>
                    <a:pt x="182" y="456"/>
                  </a:cubicBezTo>
                  <a:cubicBezTo>
                    <a:pt x="183" y="459"/>
                    <a:pt x="184" y="462"/>
                    <a:pt x="184" y="464"/>
                  </a:cubicBezTo>
                  <a:cubicBezTo>
                    <a:pt x="187" y="471"/>
                    <a:pt x="187" y="471"/>
                    <a:pt x="187" y="471"/>
                  </a:cubicBezTo>
                  <a:cubicBezTo>
                    <a:pt x="187" y="473"/>
                    <a:pt x="188" y="475"/>
                    <a:pt x="189" y="477"/>
                  </a:cubicBezTo>
                  <a:cubicBezTo>
                    <a:pt x="187" y="477"/>
                    <a:pt x="186" y="477"/>
                    <a:pt x="185" y="476"/>
                  </a:cubicBezTo>
                  <a:close/>
                  <a:moveTo>
                    <a:pt x="186" y="441"/>
                  </a:moveTo>
                  <a:cubicBezTo>
                    <a:pt x="186" y="439"/>
                    <a:pt x="187" y="437"/>
                    <a:pt x="187" y="437"/>
                  </a:cubicBezTo>
                  <a:cubicBezTo>
                    <a:pt x="188" y="433"/>
                    <a:pt x="189" y="428"/>
                    <a:pt x="189" y="422"/>
                  </a:cubicBezTo>
                  <a:cubicBezTo>
                    <a:pt x="194" y="422"/>
                    <a:pt x="199" y="420"/>
                    <a:pt x="204" y="417"/>
                  </a:cubicBezTo>
                  <a:cubicBezTo>
                    <a:pt x="205" y="416"/>
                    <a:pt x="207" y="415"/>
                    <a:pt x="208" y="414"/>
                  </a:cubicBezTo>
                  <a:cubicBezTo>
                    <a:pt x="209" y="416"/>
                    <a:pt x="210" y="418"/>
                    <a:pt x="212" y="420"/>
                  </a:cubicBezTo>
                  <a:cubicBezTo>
                    <a:pt x="216" y="429"/>
                    <a:pt x="221" y="439"/>
                    <a:pt x="221" y="447"/>
                  </a:cubicBezTo>
                  <a:cubicBezTo>
                    <a:pt x="221" y="447"/>
                    <a:pt x="221" y="447"/>
                    <a:pt x="221" y="447"/>
                  </a:cubicBezTo>
                  <a:cubicBezTo>
                    <a:pt x="221" y="453"/>
                    <a:pt x="212" y="466"/>
                    <a:pt x="201" y="473"/>
                  </a:cubicBezTo>
                  <a:cubicBezTo>
                    <a:pt x="200" y="474"/>
                    <a:pt x="199" y="474"/>
                    <a:pt x="198" y="475"/>
                  </a:cubicBezTo>
                  <a:cubicBezTo>
                    <a:pt x="197" y="472"/>
                    <a:pt x="197" y="470"/>
                    <a:pt x="196" y="468"/>
                  </a:cubicBezTo>
                  <a:cubicBezTo>
                    <a:pt x="193" y="461"/>
                    <a:pt x="193" y="461"/>
                    <a:pt x="193" y="461"/>
                  </a:cubicBezTo>
                  <a:cubicBezTo>
                    <a:pt x="192" y="455"/>
                    <a:pt x="189" y="447"/>
                    <a:pt x="186" y="441"/>
                  </a:cubicBezTo>
                  <a:close/>
                  <a:moveTo>
                    <a:pt x="223" y="502"/>
                  </a:moveTo>
                  <a:cubicBezTo>
                    <a:pt x="220" y="503"/>
                    <a:pt x="217" y="505"/>
                    <a:pt x="213" y="508"/>
                  </a:cubicBezTo>
                  <a:cubicBezTo>
                    <a:pt x="207" y="512"/>
                    <a:pt x="195" y="520"/>
                    <a:pt x="191" y="519"/>
                  </a:cubicBezTo>
                  <a:cubicBezTo>
                    <a:pt x="190" y="518"/>
                    <a:pt x="190" y="517"/>
                    <a:pt x="190" y="514"/>
                  </a:cubicBezTo>
                  <a:cubicBezTo>
                    <a:pt x="190" y="514"/>
                    <a:pt x="190" y="514"/>
                    <a:pt x="190" y="514"/>
                  </a:cubicBezTo>
                  <a:cubicBezTo>
                    <a:pt x="190" y="511"/>
                    <a:pt x="192" y="507"/>
                    <a:pt x="193" y="504"/>
                  </a:cubicBezTo>
                  <a:cubicBezTo>
                    <a:pt x="195" y="500"/>
                    <a:pt x="197" y="496"/>
                    <a:pt x="198" y="493"/>
                  </a:cubicBezTo>
                  <a:cubicBezTo>
                    <a:pt x="198" y="490"/>
                    <a:pt x="199" y="487"/>
                    <a:pt x="199" y="485"/>
                  </a:cubicBezTo>
                  <a:cubicBezTo>
                    <a:pt x="201" y="484"/>
                    <a:pt x="203" y="483"/>
                    <a:pt x="206" y="481"/>
                  </a:cubicBezTo>
                  <a:cubicBezTo>
                    <a:pt x="218" y="474"/>
                    <a:pt x="231" y="458"/>
                    <a:pt x="231" y="447"/>
                  </a:cubicBezTo>
                  <a:cubicBezTo>
                    <a:pt x="231" y="447"/>
                    <a:pt x="231" y="447"/>
                    <a:pt x="231" y="447"/>
                  </a:cubicBezTo>
                  <a:cubicBezTo>
                    <a:pt x="231" y="436"/>
                    <a:pt x="225" y="426"/>
                    <a:pt x="220" y="416"/>
                  </a:cubicBezTo>
                  <a:cubicBezTo>
                    <a:pt x="219" y="413"/>
                    <a:pt x="217" y="411"/>
                    <a:pt x="216" y="408"/>
                  </a:cubicBezTo>
                  <a:cubicBezTo>
                    <a:pt x="219" y="405"/>
                    <a:pt x="222" y="402"/>
                    <a:pt x="224" y="399"/>
                  </a:cubicBezTo>
                  <a:cubicBezTo>
                    <a:pt x="228" y="401"/>
                    <a:pt x="231" y="404"/>
                    <a:pt x="234" y="407"/>
                  </a:cubicBezTo>
                  <a:cubicBezTo>
                    <a:pt x="235" y="408"/>
                    <a:pt x="235" y="409"/>
                    <a:pt x="235" y="411"/>
                  </a:cubicBezTo>
                  <a:cubicBezTo>
                    <a:pt x="235" y="413"/>
                    <a:pt x="234" y="416"/>
                    <a:pt x="234" y="418"/>
                  </a:cubicBezTo>
                  <a:cubicBezTo>
                    <a:pt x="233" y="421"/>
                    <a:pt x="232" y="425"/>
                    <a:pt x="232" y="428"/>
                  </a:cubicBezTo>
                  <a:cubicBezTo>
                    <a:pt x="232" y="430"/>
                    <a:pt x="232" y="432"/>
                    <a:pt x="233" y="433"/>
                  </a:cubicBezTo>
                  <a:cubicBezTo>
                    <a:pt x="234" y="439"/>
                    <a:pt x="236" y="442"/>
                    <a:pt x="238" y="445"/>
                  </a:cubicBezTo>
                  <a:cubicBezTo>
                    <a:pt x="240" y="447"/>
                    <a:pt x="241" y="449"/>
                    <a:pt x="242" y="453"/>
                  </a:cubicBezTo>
                  <a:cubicBezTo>
                    <a:pt x="243" y="458"/>
                    <a:pt x="244" y="462"/>
                    <a:pt x="244" y="467"/>
                  </a:cubicBezTo>
                  <a:cubicBezTo>
                    <a:pt x="244" y="483"/>
                    <a:pt x="237" y="495"/>
                    <a:pt x="223" y="502"/>
                  </a:cubicBezTo>
                  <a:close/>
                  <a:moveTo>
                    <a:pt x="248" y="434"/>
                  </a:moveTo>
                  <a:cubicBezTo>
                    <a:pt x="248" y="439"/>
                    <a:pt x="248" y="439"/>
                    <a:pt x="248" y="439"/>
                  </a:cubicBezTo>
                  <a:cubicBezTo>
                    <a:pt x="248" y="440"/>
                    <a:pt x="248" y="441"/>
                    <a:pt x="248" y="442"/>
                  </a:cubicBezTo>
                  <a:cubicBezTo>
                    <a:pt x="248" y="441"/>
                    <a:pt x="247" y="440"/>
                    <a:pt x="246" y="439"/>
                  </a:cubicBezTo>
                  <a:cubicBezTo>
                    <a:pt x="245" y="437"/>
                    <a:pt x="243" y="435"/>
                    <a:pt x="242" y="431"/>
                  </a:cubicBezTo>
                  <a:cubicBezTo>
                    <a:pt x="242" y="430"/>
                    <a:pt x="242" y="429"/>
                    <a:pt x="242" y="428"/>
                  </a:cubicBezTo>
                  <a:cubicBezTo>
                    <a:pt x="242" y="426"/>
                    <a:pt x="242" y="423"/>
                    <a:pt x="243" y="420"/>
                  </a:cubicBezTo>
                  <a:cubicBezTo>
                    <a:pt x="244" y="417"/>
                    <a:pt x="244" y="414"/>
                    <a:pt x="244" y="411"/>
                  </a:cubicBezTo>
                  <a:cubicBezTo>
                    <a:pt x="244" y="407"/>
                    <a:pt x="244" y="404"/>
                    <a:pt x="241" y="401"/>
                  </a:cubicBezTo>
                  <a:cubicBezTo>
                    <a:pt x="238" y="397"/>
                    <a:pt x="234" y="394"/>
                    <a:pt x="230" y="391"/>
                  </a:cubicBezTo>
                  <a:cubicBezTo>
                    <a:pt x="232" y="386"/>
                    <a:pt x="234" y="381"/>
                    <a:pt x="234" y="376"/>
                  </a:cubicBezTo>
                  <a:cubicBezTo>
                    <a:pt x="234" y="375"/>
                    <a:pt x="234" y="374"/>
                    <a:pt x="234" y="373"/>
                  </a:cubicBezTo>
                  <a:cubicBezTo>
                    <a:pt x="234" y="371"/>
                    <a:pt x="233" y="370"/>
                    <a:pt x="233" y="369"/>
                  </a:cubicBezTo>
                  <a:cubicBezTo>
                    <a:pt x="233" y="369"/>
                    <a:pt x="234" y="369"/>
                    <a:pt x="234" y="369"/>
                  </a:cubicBezTo>
                  <a:cubicBezTo>
                    <a:pt x="238" y="369"/>
                    <a:pt x="246" y="371"/>
                    <a:pt x="248" y="380"/>
                  </a:cubicBezTo>
                  <a:cubicBezTo>
                    <a:pt x="249" y="382"/>
                    <a:pt x="249" y="384"/>
                    <a:pt x="249" y="386"/>
                  </a:cubicBezTo>
                  <a:cubicBezTo>
                    <a:pt x="249" y="390"/>
                    <a:pt x="249" y="394"/>
                    <a:pt x="248" y="398"/>
                  </a:cubicBezTo>
                  <a:cubicBezTo>
                    <a:pt x="247" y="408"/>
                    <a:pt x="247" y="408"/>
                    <a:pt x="247" y="408"/>
                  </a:cubicBezTo>
                  <a:cubicBezTo>
                    <a:pt x="247" y="410"/>
                    <a:pt x="247" y="412"/>
                    <a:pt x="247" y="415"/>
                  </a:cubicBezTo>
                  <a:cubicBezTo>
                    <a:pt x="247" y="421"/>
                    <a:pt x="247" y="427"/>
                    <a:pt x="248" y="434"/>
                  </a:cubicBezTo>
                  <a:close/>
                </a:path>
              </a:pathLst>
            </a:custGeom>
            <a:solidFill>
              <a:srgbClr val="FFF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1" name="Freeform 1181">
              <a:extLst>
                <a:ext uri="{FF2B5EF4-FFF2-40B4-BE49-F238E27FC236}">
                  <a16:creationId xmlns:a16="http://schemas.microsoft.com/office/drawing/2014/main" id="{462DA7DB-DEF8-4F8C-AF90-942E235D7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599"/>
              <a:ext cx="117" cy="157"/>
            </a:xfrm>
            <a:custGeom>
              <a:avLst/>
              <a:gdLst>
                <a:gd name="T0" fmla="*/ 10027 w 47"/>
                <a:gd name="T1" fmla="*/ 15189 h 59"/>
                <a:gd name="T2" fmla="*/ 3532 w 47"/>
                <a:gd name="T3" fmla="*/ 14133 h 59"/>
                <a:gd name="T4" fmla="*/ 3067 w 47"/>
                <a:gd name="T5" fmla="*/ 2805 h 59"/>
                <a:gd name="T6" fmla="*/ 953 w 47"/>
                <a:gd name="T7" fmla="*/ 0 h 59"/>
                <a:gd name="T8" fmla="*/ 1419 w 47"/>
                <a:gd name="T9" fmla="*/ 15599 h 59"/>
                <a:gd name="T10" fmla="*/ 11167 w 47"/>
                <a:gd name="T11" fmla="*/ 18148 h 59"/>
                <a:gd name="T12" fmla="*/ 10027 w 47"/>
                <a:gd name="T13" fmla="*/ 15189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9">
                  <a:moveTo>
                    <a:pt x="42" y="43"/>
                  </a:moveTo>
                  <a:cubicBezTo>
                    <a:pt x="29" y="46"/>
                    <a:pt x="18" y="47"/>
                    <a:pt x="15" y="40"/>
                  </a:cubicBezTo>
                  <a:cubicBezTo>
                    <a:pt x="11" y="31"/>
                    <a:pt x="12" y="19"/>
                    <a:pt x="13" y="8"/>
                  </a:cubicBezTo>
                  <a:cubicBezTo>
                    <a:pt x="10" y="5"/>
                    <a:pt x="7" y="2"/>
                    <a:pt x="4" y="0"/>
                  </a:cubicBezTo>
                  <a:cubicBezTo>
                    <a:pt x="2" y="15"/>
                    <a:pt x="0" y="30"/>
                    <a:pt x="6" y="44"/>
                  </a:cubicBezTo>
                  <a:cubicBezTo>
                    <a:pt x="12" y="59"/>
                    <a:pt x="33" y="55"/>
                    <a:pt x="47" y="51"/>
                  </a:cubicBezTo>
                  <a:cubicBezTo>
                    <a:pt x="46" y="48"/>
                    <a:pt x="44" y="46"/>
                    <a:pt x="42" y="43"/>
                  </a:cubicBezTo>
                  <a:close/>
                </a:path>
              </a:pathLst>
            </a:custGeom>
            <a:solidFill>
              <a:srgbClr val="FFF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2" name="Freeform 1182">
              <a:extLst>
                <a:ext uri="{FF2B5EF4-FFF2-40B4-BE49-F238E27FC236}">
                  <a16:creationId xmlns:a16="http://schemas.microsoft.com/office/drawing/2014/main" id="{5CB2A478-1A1E-440F-8151-F6BE3BD53E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7" y="1769"/>
              <a:ext cx="737" cy="995"/>
            </a:xfrm>
            <a:custGeom>
              <a:avLst/>
              <a:gdLst>
                <a:gd name="T0" fmla="*/ 66847 w 295"/>
                <a:gd name="T1" fmla="*/ 87960 h 373"/>
                <a:gd name="T2" fmla="*/ 63265 w 295"/>
                <a:gd name="T3" fmla="*/ 90086 h 373"/>
                <a:gd name="T4" fmla="*/ 51113 w 295"/>
                <a:gd name="T5" fmla="*/ 92919 h 373"/>
                <a:gd name="T6" fmla="*/ 50338 w 295"/>
                <a:gd name="T7" fmla="*/ 122073 h 373"/>
                <a:gd name="T8" fmla="*/ 37674 w 295"/>
                <a:gd name="T9" fmla="*/ 114935 h 373"/>
                <a:gd name="T10" fmla="*/ 39108 w 295"/>
                <a:gd name="T11" fmla="*/ 95496 h 373"/>
                <a:gd name="T12" fmla="*/ 41057 w 295"/>
                <a:gd name="T13" fmla="*/ 78888 h 373"/>
                <a:gd name="T14" fmla="*/ 51113 w 295"/>
                <a:gd name="T15" fmla="*/ 73478 h 373"/>
                <a:gd name="T16" fmla="*/ 54501 w 295"/>
                <a:gd name="T17" fmla="*/ 49734 h 373"/>
                <a:gd name="T18" fmla="*/ 55200 w 295"/>
                <a:gd name="T19" fmla="*/ 38896 h 373"/>
                <a:gd name="T20" fmla="*/ 51767 w 295"/>
                <a:gd name="T21" fmla="*/ 32008 h 373"/>
                <a:gd name="T22" fmla="*/ 28706 w 295"/>
                <a:gd name="T23" fmla="*/ 20922 h 373"/>
                <a:gd name="T24" fmla="*/ 32106 w 295"/>
                <a:gd name="T25" fmla="*/ 43905 h 373"/>
                <a:gd name="T26" fmla="*/ 31126 w 295"/>
                <a:gd name="T27" fmla="*/ 61978 h 373"/>
                <a:gd name="T28" fmla="*/ 20459 w 295"/>
                <a:gd name="T29" fmla="*/ 75343 h 373"/>
                <a:gd name="T30" fmla="*/ 18975 w 295"/>
                <a:gd name="T31" fmla="*/ 111293 h 373"/>
                <a:gd name="T32" fmla="*/ 3900 w 295"/>
                <a:gd name="T33" fmla="*/ 119645 h 373"/>
                <a:gd name="T34" fmla="*/ 25510 w 295"/>
                <a:gd name="T35" fmla="*/ 91191 h 373"/>
                <a:gd name="T36" fmla="*/ 23062 w 295"/>
                <a:gd name="T37" fmla="*/ 59452 h 373"/>
                <a:gd name="T38" fmla="*/ 38641 w 295"/>
                <a:gd name="T39" fmla="*/ 72816 h 373"/>
                <a:gd name="T40" fmla="*/ 31826 w 295"/>
                <a:gd name="T41" fmla="*/ 39997 h 373"/>
                <a:gd name="T42" fmla="*/ 46698 w 295"/>
                <a:gd name="T43" fmla="*/ 27695 h 373"/>
                <a:gd name="T44" fmla="*/ 50338 w 295"/>
                <a:gd name="T45" fmla="*/ 34582 h 373"/>
                <a:gd name="T46" fmla="*/ 54233 w 295"/>
                <a:gd name="T47" fmla="*/ 43244 h 373"/>
                <a:gd name="T48" fmla="*/ 49634 w 295"/>
                <a:gd name="T49" fmla="*/ 61581 h 373"/>
                <a:gd name="T50" fmla="*/ 46436 w 295"/>
                <a:gd name="T51" fmla="*/ 72419 h 373"/>
                <a:gd name="T52" fmla="*/ 33272 w 295"/>
                <a:gd name="T53" fmla="*/ 88358 h 373"/>
                <a:gd name="T54" fmla="*/ 40587 w 295"/>
                <a:gd name="T55" fmla="*/ 99388 h 373"/>
                <a:gd name="T56" fmla="*/ 31826 w 295"/>
                <a:gd name="T57" fmla="*/ 117519 h 373"/>
                <a:gd name="T58" fmla="*/ 55667 w 295"/>
                <a:gd name="T59" fmla="*/ 108858 h 373"/>
                <a:gd name="T60" fmla="*/ 54700 w 295"/>
                <a:gd name="T61" fmla="*/ 90486 h 373"/>
                <a:gd name="T62" fmla="*/ 62952 w 295"/>
                <a:gd name="T63" fmla="*/ 93730 h 373"/>
                <a:gd name="T64" fmla="*/ 70072 w 295"/>
                <a:gd name="T65" fmla="*/ 86842 h 373"/>
                <a:gd name="T66" fmla="*/ 71716 w 295"/>
                <a:gd name="T67" fmla="*/ 82537 h 373"/>
                <a:gd name="T68" fmla="*/ 15579 w 295"/>
                <a:gd name="T69" fmla="*/ 29175 h 373"/>
                <a:gd name="T70" fmla="*/ 20149 w 295"/>
                <a:gd name="T71" fmla="*/ 10382 h 373"/>
                <a:gd name="T72" fmla="*/ 37674 w 295"/>
                <a:gd name="T73" fmla="*/ 8654 h 373"/>
                <a:gd name="T74" fmla="*/ 57883 w 295"/>
                <a:gd name="T75" fmla="*/ 9721 h 373"/>
                <a:gd name="T76" fmla="*/ 60999 w 295"/>
                <a:gd name="T77" fmla="*/ 0 h 373"/>
                <a:gd name="T78" fmla="*/ 50131 w 295"/>
                <a:gd name="T79" fmla="*/ 8253 h 373"/>
                <a:gd name="T80" fmla="*/ 35521 w 295"/>
                <a:gd name="T81" fmla="*/ 3892 h 373"/>
                <a:gd name="T82" fmla="*/ 12147 w 295"/>
                <a:gd name="T83" fmla="*/ 17974 h 373"/>
                <a:gd name="T84" fmla="*/ 16559 w 295"/>
                <a:gd name="T85" fmla="*/ 41721 h 373"/>
                <a:gd name="T86" fmla="*/ 187 w 295"/>
                <a:gd name="T87" fmla="*/ 60911 h 373"/>
                <a:gd name="T88" fmla="*/ 12352 w 295"/>
                <a:gd name="T89" fmla="*/ 56870 h 37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95" h="373">
                  <a:moveTo>
                    <a:pt x="291" y="230"/>
                  </a:moveTo>
                  <a:cubicBezTo>
                    <a:pt x="289" y="230"/>
                    <a:pt x="285" y="231"/>
                    <a:pt x="282" y="233"/>
                  </a:cubicBezTo>
                  <a:cubicBezTo>
                    <a:pt x="279" y="236"/>
                    <a:pt x="277" y="240"/>
                    <a:pt x="275" y="244"/>
                  </a:cubicBezTo>
                  <a:cubicBezTo>
                    <a:pt x="274" y="247"/>
                    <a:pt x="273" y="249"/>
                    <a:pt x="271" y="251"/>
                  </a:cubicBezTo>
                  <a:cubicBezTo>
                    <a:pt x="269" y="253"/>
                    <a:pt x="268" y="253"/>
                    <a:pt x="262" y="251"/>
                  </a:cubicBezTo>
                  <a:cubicBezTo>
                    <a:pt x="260" y="250"/>
                    <a:pt x="260" y="250"/>
                    <a:pt x="260" y="250"/>
                  </a:cubicBezTo>
                  <a:cubicBezTo>
                    <a:pt x="252" y="247"/>
                    <a:pt x="252" y="247"/>
                    <a:pt x="252" y="247"/>
                  </a:cubicBezTo>
                  <a:cubicBezTo>
                    <a:pt x="242" y="243"/>
                    <a:pt x="231" y="238"/>
                    <a:pt x="221" y="242"/>
                  </a:cubicBezTo>
                  <a:cubicBezTo>
                    <a:pt x="216" y="245"/>
                    <a:pt x="212" y="250"/>
                    <a:pt x="210" y="258"/>
                  </a:cubicBezTo>
                  <a:cubicBezTo>
                    <a:pt x="206" y="271"/>
                    <a:pt x="211" y="283"/>
                    <a:pt x="215" y="294"/>
                  </a:cubicBezTo>
                  <a:cubicBezTo>
                    <a:pt x="220" y="305"/>
                    <a:pt x="220" y="305"/>
                    <a:pt x="220" y="305"/>
                  </a:cubicBezTo>
                  <a:cubicBezTo>
                    <a:pt x="224" y="319"/>
                    <a:pt x="221" y="329"/>
                    <a:pt x="207" y="339"/>
                  </a:cubicBezTo>
                  <a:cubicBezTo>
                    <a:pt x="191" y="352"/>
                    <a:pt x="159" y="361"/>
                    <a:pt x="145" y="342"/>
                  </a:cubicBezTo>
                  <a:cubicBezTo>
                    <a:pt x="142" y="339"/>
                    <a:pt x="139" y="334"/>
                    <a:pt x="140" y="329"/>
                  </a:cubicBezTo>
                  <a:cubicBezTo>
                    <a:pt x="142" y="325"/>
                    <a:pt x="147" y="321"/>
                    <a:pt x="155" y="319"/>
                  </a:cubicBezTo>
                  <a:cubicBezTo>
                    <a:pt x="166" y="316"/>
                    <a:pt x="177" y="311"/>
                    <a:pt x="181" y="295"/>
                  </a:cubicBezTo>
                  <a:cubicBezTo>
                    <a:pt x="184" y="282"/>
                    <a:pt x="180" y="272"/>
                    <a:pt x="172" y="268"/>
                  </a:cubicBezTo>
                  <a:cubicBezTo>
                    <a:pt x="168" y="266"/>
                    <a:pt x="164" y="265"/>
                    <a:pt x="161" y="265"/>
                  </a:cubicBezTo>
                  <a:cubicBezTo>
                    <a:pt x="157" y="264"/>
                    <a:pt x="154" y="264"/>
                    <a:pt x="152" y="261"/>
                  </a:cubicBezTo>
                  <a:cubicBezTo>
                    <a:pt x="149" y="257"/>
                    <a:pt x="147" y="250"/>
                    <a:pt x="147" y="245"/>
                  </a:cubicBezTo>
                  <a:cubicBezTo>
                    <a:pt x="147" y="233"/>
                    <a:pt x="159" y="225"/>
                    <a:pt x="169" y="219"/>
                  </a:cubicBezTo>
                  <a:cubicBezTo>
                    <a:pt x="175" y="216"/>
                    <a:pt x="181" y="214"/>
                    <a:pt x="190" y="212"/>
                  </a:cubicBezTo>
                  <a:cubicBezTo>
                    <a:pt x="193" y="211"/>
                    <a:pt x="193" y="211"/>
                    <a:pt x="193" y="211"/>
                  </a:cubicBezTo>
                  <a:cubicBezTo>
                    <a:pt x="199" y="210"/>
                    <a:pt x="206" y="208"/>
                    <a:pt x="210" y="204"/>
                  </a:cubicBezTo>
                  <a:cubicBezTo>
                    <a:pt x="217" y="196"/>
                    <a:pt x="216" y="185"/>
                    <a:pt x="214" y="176"/>
                  </a:cubicBezTo>
                  <a:cubicBezTo>
                    <a:pt x="214" y="171"/>
                    <a:pt x="214" y="171"/>
                    <a:pt x="214" y="171"/>
                  </a:cubicBezTo>
                  <a:cubicBezTo>
                    <a:pt x="213" y="158"/>
                    <a:pt x="217" y="150"/>
                    <a:pt x="224" y="138"/>
                  </a:cubicBezTo>
                  <a:cubicBezTo>
                    <a:pt x="226" y="134"/>
                    <a:pt x="226" y="134"/>
                    <a:pt x="226" y="134"/>
                  </a:cubicBezTo>
                  <a:cubicBezTo>
                    <a:pt x="229" y="130"/>
                    <a:pt x="233" y="125"/>
                    <a:pt x="232" y="120"/>
                  </a:cubicBezTo>
                  <a:cubicBezTo>
                    <a:pt x="232" y="116"/>
                    <a:pt x="230" y="113"/>
                    <a:pt x="227" y="108"/>
                  </a:cubicBezTo>
                  <a:cubicBezTo>
                    <a:pt x="226" y="106"/>
                    <a:pt x="226" y="106"/>
                    <a:pt x="226" y="106"/>
                  </a:cubicBezTo>
                  <a:cubicBezTo>
                    <a:pt x="222" y="99"/>
                    <a:pt x="218" y="95"/>
                    <a:pt x="214" y="90"/>
                  </a:cubicBezTo>
                  <a:cubicBezTo>
                    <a:pt x="213" y="89"/>
                    <a:pt x="213" y="89"/>
                    <a:pt x="213" y="89"/>
                  </a:cubicBezTo>
                  <a:cubicBezTo>
                    <a:pt x="211" y="87"/>
                    <a:pt x="209" y="84"/>
                    <a:pt x="207" y="80"/>
                  </a:cubicBezTo>
                  <a:cubicBezTo>
                    <a:pt x="205" y="77"/>
                    <a:pt x="202" y="73"/>
                    <a:pt x="199" y="70"/>
                  </a:cubicBezTo>
                  <a:cubicBezTo>
                    <a:pt x="181" y="51"/>
                    <a:pt x="140" y="47"/>
                    <a:pt x="118" y="58"/>
                  </a:cubicBezTo>
                  <a:cubicBezTo>
                    <a:pt x="107" y="63"/>
                    <a:pt x="90" y="77"/>
                    <a:pt x="94" y="93"/>
                  </a:cubicBezTo>
                  <a:cubicBezTo>
                    <a:pt x="97" y="108"/>
                    <a:pt x="114" y="115"/>
                    <a:pt x="127" y="120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50" y="130"/>
                    <a:pt x="163" y="136"/>
                    <a:pt x="167" y="154"/>
                  </a:cubicBezTo>
                  <a:cubicBezTo>
                    <a:pt x="170" y="165"/>
                    <a:pt x="166" y="189"/>
                    <a:pt x="155" y="193"/>
                  </a:cubicBezTo>
                  <a:cubicBezTo>
                    <a:pt x="147" y="197"/>
                    <a:pt x="139" y="187"/>
                    <a:pt x="128" y="172"/>
                  </a:cubicBezTo>
                  <a:cubicBezTo>
                    <a:pt x="119" y="160"/>
                    <a:pt x="111" y="149"/>
                    <a:pt x="101" y="149"/>
                  </a:cubicBezTo>
                  <a:cubicBezTo>
                    <a:pt x="96" y="150"/>
                    <a:pt x="91" y="153"/>
                    <a:pt x="87" y="160"/>
                  </a:cubicBezTo>
                  <a:cubicBezTo>
                    <a:pt x="79" y="172"/>
                    <a:pt x="82" y="193"/>
                    <a:pt x="84" y="209"/>
                  </a:cubicBezTo>
                  <a:cubicBezTo>
                    <a:pt x="85" y="215"/>
                    <a:pt x="85" y="215"/>
                    <a:pt x="85" y="215"/>
                  </a:cubicBezTo>
                  <a:cubicBezTo>
                    <a:pt x="87" y="230"/>
                    <a:pt x="91" y="243"/>
                    <a:pt x="96" y="256"/>
                  </a:cubicBezTo>
                  <a:cubicBezTo>
                    <a:pt x="104" y="277"/>
                    <a:pt x="98" y="295"/>
                    <a:pt x="78" y="309"/>
                  </a:cubicBezTo>
                  <a:cubicBezTo>
                    <a:pt x="71" y="314"/>
                    <a:pt x="59" y="315"/>
                    <a:pt x="47" y="316"/>
                  </a:cubicBezTo>
                  <a:cubicBezTo>
                    <a:pt x="36" y="317"/>
                    <a:pt x="23" y="318"/>
                    <a:pt x="13" y="323"/>
                  </a:cubicBezTo>
                  <a:cubicBezTo>
                    <a:pt x="14" y="326"/>
                    <a:pt x="15" y="329"/>
                    <a:pt x="16" y="332"/>
                  </a:cubicBezTo>
                  <a:cubicBezTo>
                    <a:pt x="23" y="328"/>
                    <a:pt x="34" y="327"/>
                    <a:pt x="47" y="326"/>
                  </a:cubicBezTo>
                  <a:cubicBezTo>
                    <a:pt x="61" y="325"/>
                    <a:pt x="74" y="323"/>
                    <a:pt x="84" y="317"/>
                  </a:cubicBezTo>
                  <a:cubicBezTo>
                    <a:pt x="107" y="300"/>
                    <a:pt x="114" y="278"/>
                    <a:pt x="105" y="253"/>
                  </a:cubicBezTo>
                  <a:cubicBezTo>
                    <a:pt x="100" y="241"/>
                    <a:pt x="96" y="228"/>
                    <a:pt x="94" y="214"/>
                  </a:cubicBezTo>
                  <a:cubicBezTo>
                    <a:pt x="94" y="208"/>
                    <a:pt x="94" y="208"/>
                    <a:pt x="94" y="208"/>
                  </a:cubicBezTo>
                  <a:cubicBezTo>
                    <a:pt x="92" y="194"/>
                    <a:pt x="89" y="174"/>
                    <a:pt x="95" y="165"/>
                  </a:cubicBezTo>
                  <a:cubicBezTo>
                    <a:pt x="96" y="163"/>
                    <a:pt x="99" y="159"/>
                    <a:pt x="102" y="159"/>
                  </a:cubicBezTo>
                  <a:cubicBezTo>
                    <a:pt x="106" y="159"/>
                    <a:pt x="114" y="169"/>
                    <a:pt x="120" y="177"/>
                  </a:cubicBezTo>
                  <a:cubicBezTo>
                    <a:pt x="131" y="192"/>
                    <a:pt x="143" y="209"/>
                    <a:pt x="159" y="202"/>
                  </a:cubicBezTo>
                  <a:cubicBezTo>
                    <a:pt x="176" y="195"/>
                    <a:pt x="180" y="165"/>
                    <a:pt x="177" y="151"/>
                  </a:cubicBezTo>
                  <a:cubicBezTo>
                    <a:pt x="171" y="129"/>
                    <a:pt x="154" y="121"/>
                    <a:pt x="136" y="113"/>
                  </a:cubicBezTo>
                  <a:cubicBezTo>
                    <a:pt x="136" y="113"/>
                    <a:pt x="131" y="111"/>
                    <a:pt x="131" y="111"/>
                  </a:cubicBezTo>
                  <a:cubicBezTo>
                    <a:pt x="121" y="107"/>
                    <a:pt x="105" y="101"/>
                    <a:pt x="103" y="91"/>
                  </a:cubicBezTo>
                  <a:cubicBezTo>
                    <a:pt x="101" y="82"/>
                    <a:pt x="113" y="71"/>
                    <a:pt x="122" y="66"/>
                  </a:cubicBezTo>
                  <a:cubicBezTo>
                    <a:pt x="141" y="58"/>
                    <a:pt x="177" y="61"/>
                    <a:pt x="192" y="77"/>
                  </a:cubicBezTo>
                  <a:cubicBezTo>
                    <a:pt x="195" y="79"/>
                    <a:pt x="197" y="82"/>
                    <a:pt x="199" y="86"/>
                  </a:cubicBezTo>
                  <a:cubicBezTo>
                    <a:pt x="201" y="89"/>
                    <a:pt x="203" y="92"/>
                    <a:pt x="206" y="96"/>
                  </a:cubicBezTo>
                  <a:cubicBezTo>
                    <a:pt x="207" y="96"/>
                    <a:pt x="207" y="96"/>
                    <a:pt x="207" y="96"/>
                  </a:cubicBezTo>
                  <a:cubicBezTo>
                    <a:pt x="211" y="101"/>
                    <a:pt x="215" y="105"/>
                    <a:pt x="218" y="110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0" y="115"/>
                    <a:pt x="223" y="119"/>
                    <a:pt x="223" y="120"/>
                  </a:cubicBezTo>
                  <a:cubicBezTo>
                    <a:pt x="223" y="122"/>
                    <a:pt x="220" y="126"/>
                    <a:pt x="218" y="129"/>
                  </a:cubicBezTo>
                  <a:cubicBezTo>
                    <a:pt x="215" y="134"/>
                    <a:pt x="215" y="134"/>
                    <a:pt x="215" y="134"/>
                  </a:cubicBezTo>
                  <a:cubicBezTo>
                    <a:pt x="208" y="146"/>
                    <a:pt x="203" y="156"/>
                    <a:pt x="204" y="171"/>
                  </a:cubicBezTo>
                  <a:cubicBezTo>
                    <a:pt x="205" y="177"/>
                    <a:pt x="205" y="177"/>
                    <a:pt x="205" y="177"/>
                  </a:cubicBezTo>
                  <a:cubicBezTo>
                    <a:pt x="206" y="185"/>
                    <a:pt x="207" y="193"/>
                    <a:pt x="203" y="197"/>
                  </a:cubicBezTo>
                  <a:cubicBezTo>
                    <a:pt x="200" y="200"/>
                    <a:pt x="195" y="201"/>
                    <a:pt x="191" y="201"/>
                  </a:cubicBezTo>
                  <a:cubicBezTo>
                    <a:pt x="187" y="202"/>
                    <a:pt x="187" y="202"/>
                    <a:pt x="187" y="202"/>
                  </a:cubicBezTo>
                  <a:cubicBezTo>
                    <a:pt x="178" y="204"/>
                    <a:pt x="171" y="207"/>
                    <a:pt x="164" y="211"/>
                  </a:cubicBezTo>
                  <a:cubicBezTo>
                    <a:pt x="152" y="218"/>
                    <a:pt x="138" y="228"/>
                    <a:pt x="137" y="245"/>
                  </a:cubicBezTo>
                  <a:cubicBezTo>
                    <a:pt x="137" y="251"/>
                    <a:pt x="139" y="261"/>
                    <a:pt x="145" y="267"/>
                  </a:cubicBezTo>
                  <a:cubicBezTo>
                    <a:pt x="150" y="273"/>
                    <a:pt x="155" y="273"/>
                    <a:pt x="160" y="274"/>
                  </a:cubicBezTo>
                  <a:cubicBezTo>
                    <a:pt x="162" y="275"/>
                    <a:pt x="165" y="275"/>
                    <a:pt x="167" y="276"/>
                  </a:cubicBezTo>
                  <a:cubicBezTo>
                    <a:pt x="173" y="280"/>
                    <a:pt x="172" y="288"/>
                    <a:pt x="171" y="293"/>
                  </a:cubicBezTo>
                  <a:cubicBezTo>
                    <a:pt x="169" y="303"/>
                    <a:pt x="163" y="307"/>
                    <a:pt x="153" y="310"/>
                  </a:cubicBezTo>
                  <a:cubicBezTo>
                    <a:pt x="141" y="313"/>
                    <a:pt x="134" y="319"/>
                    <a:pt x="131" y="326"/>
                  </a:cubicBezTo>
                  <a:cubicBezTo>
                    <a:pt x="129" y="333"/>
                    <a:pt x="131" y="340"/>
                    <a:pt x="137" y="348"/>
                  </a:cubicBezTo>
                  <a:cubicBezTo>
                    <a:pt x="156" y="373"/>
                    <a:pt x="193" y="362"/>
                    <a:pt x="213" y="347"/>
                  </a:cubicBezTo>
                  <a:cubicBezTo>
                    <a:pt x="230" y="334"/>
                    <a:pt x="235" y="320"/>
                    <a:pt x="229" y="302"/>
                  </a:cubicBezTo>
                  <a:cubicBezTo>
                    <a:pt x="224" y="290"/>
                    <a:pt x="224" y="290"/>
                    <a:pt x="224" y="290"/>
                  </a:cubicBezTo>
                  <a:cubicBezTo>
                    <a:pt x="220" y="280"/>
                    <a:pt x="216" y="271"/>
                    <a:pt x="219" y="261"/>
                  </a:cubicBezTo>
                  <a:cubicBezTo>
                    <a:pt x="220" y="256"/>
                    <a:pt x="223" y="252"/>
                    <a:pt x="225" y="251"/>
                  </a:cubicBezTo>
                  <a:cubicBezTo>
                    <a:pt x="231" y="249"/>
                    <a:pt x="239" y="252"/>
                    <a:pt x="248" y="256"/>
                  </a:cubicBezTo>
                  <a:cubicBezTo>
                    <a:pt x="257" y="259"/>
                    <a:pt x="257" y="259"/>
                    <a:pt x="257" y="259"/>
                  </a:cubicBezTo>
                  <a:cubicBezTo>
                    <a:pt x="259" y="260"/>
                    <a:pt x="259" y="260"/>
                    <a:pt x="259" y="260"/>
                  </a:cubicBezTo>
                  <a:cubicBezTo>
                    <a:pt x="265" y="262"/>
                    <a:pt x="271" y="265"/>
                    <a:pt x="278" y="258"/>
                  </a:cubicBezTo>
                  <a:cubicBezTo>
                    <a:pt x="281" y="255"/>
                    <a:pt x="282" y="251"/>
                    <a:pt x="284" y="248"/>
                  </a:cubicBezTo>
                  <a:cubicBezTo>
                    <a:pt x="285" y="245"/>
                    <a:pt x="286" y="242"/>
                    <a:pt x="288" y="241"/>
                  </a:cubicBezTo>
                  <a:cubicBezTo>
                    <a:pt x="289" y="240"/>
                    <a:pt x="290" y="240"/>
                    <a:pt x="292" y="240"/>
                  </a:cubicBezTo>
                  <a:cubicBezTo>
                    <a:pt x="293" y="239"/>
                    <a:pt x="294" y="239"/>
                    <a:pt x="295" y="239"/>
                  </a:cubicBezTo>
                  <a:cubicBezTo>
                    <a:pt x="295" y="236"/>
                    <a:pt x="295" y="233"/>
                    <a:pt x="295" y="229"/>
                  </a:cubicBezTo>
                  <a:cubicBezTo>
                    <a:pt x="294" y="230"/>
                    <a:pt x="293" y="230"/>
                    <a:pt x="291" y="230"/>
                  </a:cubicBezTo>
                  <a:close/>
                  <a:moveTo>
                    <a:pt x="77" y="116"/>
                  </a:moveTo>
                  <a:cubicBezTo>
                    <a:pt x="77" y="103"/>
                    <a:pt x="70" y="91"/>
                    <a:pt x="64" y="81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56" y="68"/>
                    <a:pt x="53" y="64"/>
                    <a:pt x="58" y="55"/>
                  </a:cubicBezTo>
                  <a:cubicBezTo>
                    <a:pt x="64" y="44"/>
                    <a:pt x="74" y="36"/>
                    <a:pt x="83" y="29"/>
                  </a:cubicBezTo>
                  <a:cubicBezTo>
                    <a:pt x="96" y="19"/>
                    <a:pt x="107" y="14"/>
                    <a:pt x="121" y="15"/>
                  </a:cubicBezTo>
                  <a:cubicBezTo>
                    <a:pt x="128" y="16"/>
                    <a:pt x="135" y="18"/>
                    <a:pt x="143" y="21"/>
                  </a:cubicBezTo>
                  <a:cubicBezTo>
                    <a:pt x="155" y="24"/>
                    <a:pt x="155" y="24"/>
                    <a:pt x="155" y="24"/>
                  </a:cubicBezTo>
                  <a:cubicBezTo>
                    <a:pt x="170" y="28"/>
                    <a:pt x="186" y="30"/>
                    <a:pt x="203" y="32"/>
                  </a:cubicBezTo>
                  <a:cubicBezTo>
                    <a:pt x="205" y="32"/>
                    <a:pt x="205" y="32"/>
                    <a:pt x="205" y="32"/>
                  </a:cubicBezTo>
                  <a:cubicBezTo>
                    <a:pt x="216" y="34"/>
                    <a:pt x="227" y="35"/>
                    <a:pt x="238" y="27"/>
                  </a:cubicBezTo>
                  <a:cubicBezTo>
                    <a:pt x="241" y="24"/>
                    <a:pt x="244" y="20"/>
                    <a:pt x="247" y="17"/>
                  </a:cubicBezTo>
                  <a:cubicBezTo>
                    <a:pt x="250" y="14"/>
                    <a:pt x="252" y="11"/>
                    <a:pt x="255" y="9"/>
                  </a:cubicBezTo>
                  <a:cubicBezTo>
                    <a:pt x="254" y="6"/>
                    <a:pt x="252" y="3"/>
                    <a:pt x="251" y="0"/>
                  </a:cubicBezTo>
                  <a:cubicBezTo>
                    <a:pt x="246" y="3"/>
                    <a:pt x="243" y="7"/>
                    <a:pt x="240" y="11"/>
                  </a:cubicBezTo>
                  <a:cubicBezTo>
                    <a:pt x="237" y="14"/>
                    <a:pt x="235" y="17"/>
                    <a:pt x="232" y="19"/>
                  </a:cubicBezTo>
                  <a:cubicBezTo>
                    <a:pt x="224" y="25"/>
                    <a:pt x="216" y="24"/>
                    <a:pt x="206" y="23"/>
                  </a:cubicBezTo>
                  <a:cubicBezTo>
                    <a:pt x="204" y="23"/>
                    <a:pt x="204" y="23"/>
                    <a:pt x="204" y="23"/>
                  </a:cubicBezTo>
                  <a:cubicBezTo>
                    <a:pt x="187" y="21"/>
                    <a:pt x="172" y="18"/>
                    <a:pt x="158" y="15"/>
                  </a:cubicBezTo>
                  <a:cubicBezTo>
                    <a:pt x="146" y="11"/>
                    <a:pt x="146" y="11"/>
                    <a:pt x="146" y="11"/>
                  </a:cubicBezTo>
                  <a:cubicBezTo>
                    <a:pt x="138" y="9"/>
                    <a:pt x="130" y="7"/>
                    <a:pt x="122" y="6"/>
                  </a:cubicBezTo>
                  <a:cubicBezTo>
                    <a:pt x="103" y="4"/>
                    <a:pt x="89" y="12"/>
                    <a:pt x="77" y="21"/>
                  </a:cubicBezTo>
                  <a:cubicBezTo>
                    <a:pt x="67" y="29"/>
                    <a:pt x="56" y="38"/>
                    <a:pt x="50" y="50"/>
                  </a:cubicBezTo>
                  <a:cubicBezTo>
                    <a:pt x="42" y="64"/>
                    <a:pt x="48" y="73"/>
                    <a:pt x="53" y="82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61" y="95"/>
                    <a:pt x="67" y="106"/>
                    <a:pt x="68" y="116"/>
                  </a:cubicBezTo>
                  <a:cubicBezTo>
                    <a:pt x="68" y="130"/>
                    <a:pt x="61" y="141"/>
                    <a:pt x="46" y="150"/>
                  </a:cubicBezTo>
                  <a:cubicBezTo>
                    <a:pt x="33" y="158"/>
                    <a:pt x="21" y="163"/>
                    <a:pt x="8" y="167"/>
                  </a:cubicBezTo>
                  <a:cubicBezTo>
                    <a:pt x="5" y="167"/>
                    <a:pt x="3" y="168"/>
                    <a:pt x="1" y="169"/>
                  </a:cubicBezTo>
                  <a:cubicBezTo>
                    <a:pt x="0" y="172"/>
                    <a:pt x="0" y="176"/>
                    <a:pt x="0" y="179"/>
                  </a:cubicBezTo>
                  <a:cubicBezTo>
                    <a:pt x="3" y="178"/>
                    <a:pt x="7" y="177"/>
                    <a:pt x="10" y="176"/>
                  </a:cubicBezTo>
                  <a:cubicBezTo>
                    <a:pt x="24" y="172"/>
                    <a:pt x="37" y="167"/>
                    <a:pt x="51" y="158"/>
                  </a:cubicBezTo>
                  <a:cubicBezTo>
                    <a:pt x="69" y="147"/>
                    <a:pt x="78" y="134"/>
                    <a:pt x="77" y="116"/>
                  </a:cubicBez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3" name="Freeform 1183">
              <a:extLst>
                <a:ext uri="{FF2B5EF4-FFF2-40B4-BE49-F238E27FC236}">
                  <a16:creationId xmlns:a16="http://schemas.microsoft.com/office/drawing/2014/main" id="{49577ECD-4E9F-4138-B813-EDB406394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543"/>
              <a:ext cx="370" cy="1541"/>
            </a:xfrm>
            <a:custGeom>
              <a:avLst/>
              <a:gdLst>
                <a:gd name="T0" fmla="*/ 0 w 148"/>
                <a:gd name="T1" fmla="*/ 0 h 578"/>
                <a:gd name="T2" fmla="*/ 23750 w 148"/>
                <a:gd name="T3" fmla="*/ 27330 h 578"/>
                <a:gd name="T4" fmla="*/ 36145 w 148"/>
                <a:gd name="T5" fmla="*/ 103871 h 578"/>
                <a:gd name="T6" fmla="*/ 23750 w 148"/>
                <a:gd name="T7" fmla="*/ 180225 h 578"/>
                <a:gd name="T8" fmla="*/ 0 w 148"/>
                <a:gd name="T9" fmla="*/ 207547 h 5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578">
                  <a:moveTo>
                    <a:pt x="0" y="0"/>
                  </a:moveTo>
                  <a:cubicBezTo>
                    <a:pt x="34" y="0"/>
                    <a:pt x="70" y="28"/>
                    <a:pt x="97" y="76"/>
                  </a:cubicBezTo>
                  <a:cubicBezTo>
                    <a:pt x="130" y="132"/>
                    <a:pt x="148" y="208"/>
                    <a:pt x="148" y="289"/>
                  </a:cubicBezTo>
                  <a:cubicBezTo>
                    <a:pt x="148" y="370"/>
                    <a:pt x="130" y="446"/>
                    <a:pt x="97" y="502"/>
                  </a:cubicBezTo>
                  <a:cubicBezTo>
                    <a:pt x="70" y="550"/>
                    <a:pt x="34" y="578"/>
                    <a:pt x="0" y="57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4" name="Freeform 1184">
              <a:extLst>
                <a:ext uri="{FF2B5EF4-FFF2-40B4-BE49-F238E27FC236}">
                  <a16:creationId xmlns:a16="http://schemas.microsoft.com/office/drawing/2014/main" id="{B07C57C2-D029-4A13-A1F4-F4E728CA0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543"/>
              <a:ext cx="373" cy="1541"/>
            </a:xfrm>
            <a:custGeom>
              <a:avLst/>
              <a:gdLst>
                <a:gd name="T0" fmla="*/ 36679 w 149"/>
                <a:gd name="T1" fmla="*/ 207547 h 578"/>
                <a:gd name="T2" fmla="*/ 36679 w 149"/>
                <a:gd name="T3" fmla="*/ 207547 h 578"/>
                <a:gd name="T4" fmla="*/ 12564 w 149"/>
                <a:gd name="T5" fmla="*/ 180225 h 578"/>
                <a:gd name="T6" fmla="*/ 0 w 149"/>
                <a:gd name="T7" fmla="*/ 103871 h 578"/>
                <a:gd name="T8" fmla="*/ 12564 w 149"/>
                <a:gd name="T9" fmla="*/ 27330 h 578"/>
                <a:gd name="T10" fmla="*/ 36679 w 149"/>
                <a:gd name="T11" fmla="*/ 0 h 578"/>
                <a:gd name="T12" fmla="*/ 36679 w 149"/>
                <a:gd name="T13" fmla="*/ 0 h 5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578">
                  <a:moveTo>
                    <a:pt x="149" y="578"/>
                  </a:moveTo>
                  <a:cubicBezTo>
                    <a:pt x="149" y="578"/>
                    <a:pt x="149" y="578"/>
                    <a:pt x="149" y="578"/>
                  </a:cubicBezTo>
                  <a:cubicBezTo>
                    <a:pt x="114" y="578"/>
                    <a:pt x="79" y="550"/>
                    <a:pt x="51" y="502"/>
                  </a:cubicBezTo>
                  <a:cubicBezTo>
                    <a:pt x="18" y="446"/>
                    <a:pt x="0" y="370"/>
                    <a:pt x="0" y="289"/>
                  </a:cubicBezTo>
                  <a:cubicBezTo>
                    <a:pt x="0" y="208"/>
                    <a:pt x="18" y="132"/>
                    <a:pt x="51" y="76"/>
                  </a:cubicBezTo>
                  <a:cubicBezTo>
                    <a:pt x="79" y="28"/>
                    <a:pt x="114" y="0"/>
                    <a:pt x="149" y="0"/>
                  </a:cubicBezTo>
                  <a:cubicBezTo>
                    <a:pt x="149" y="0"/>
                    <a:pt x="149" y="0"/>
                    <a:pt x="14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5" name="Freeform 1185">
              <a:extLst>
                <a:ext uri="{FF2B5EF4-FFF2-40B4-BE49-F238E27FC236}">
                  <a16:creationId xmlns:a16="http://schemas.microsoft.com/office/drawing/2014/main" id="{A4BD7868-71BF-4D23-8817-63DC59AB1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612"/>
              <a:ext cx="133" cy="144"/>
            </a:xfrm>
            <a:custGeom>
              <a:avLst/>
              <a:gdLst>
                <a:gd name="T0" fmla="*/ 2494 w 53"/>
                <a:gd name="T1" fmla="*/ 15779 h 54"/>
                <a:gd name="T2" fmla="*/ 2304 w 53"/>
                <a:gd name="T3" fmla="*/ 3640 h 54"/>
                <a:gd name="T4" fmla="*/ 10951 w 53"/>
                <a:gd name="T5" fmla="*/ 3243 h 54"/>
                <a:gd name="T6" fmla="*/ 10951 w 53"/>
                <a:gd name="T7" fmla="*/ 15779 h 54"/>
                <a:gd name="T8" fmla="*/ 2494 w 53"/>
                <a:gd name="T9" fmla="*/ 1577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4">
                  <a:moveTo>
                    <a:pt x="10" y="44"/>
                  </a:moveTo>
                  <a:cubicBezTo>
                    <a:pt x="0" y="35"/>
                    <a:pt x="0" y="19"/>
                    <a:pt x="9" y="10"/>
                  </a:cubicBezTo>
                  <a:cubicBezTo>
                    <a:pt x="19" y="0"/>
                    <a:pt x="34" y="0"/>
                    <a:pt x="44" y="9"/>
                  </a:cubicBezTo>
                  <a:cubicBezTo>
                    <a:pt x="53" y="19"/>
                    <a:pt x="53" y="34"/>
                    <a:pt x="44" y="44"/>
                  </a:cubicBezTo>
                  <a:cubicBezTo>
                    <a:pt x="35" y="53"/>
                    <a:pt x="19" y="54"/>
                    <a:pt x="10" y="44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6" name="Freeform 1186">
              <a:extLst>
                <a:ext uri="{FF2B5EF4-FFF2-40B4-BE49-F238E27FC236}">
                  <a16:creationId xmlns:a16="http://schemas.microsoft.com/office/drawing/2014/main" id="{BF1197B6-9465-4662-990E-5C5D1E180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1639"/>
              <a:ext cx="67" cy="72"/>
            </a:xfrm>
            <a:custGeom>
              <a:avLst/>
              <a:gdLst>
                <a:gd name="T0" fmla="*/ 1134 w 27"/>
                <a:gd name="T1" fmla="*/ 2184 h 27"/>
                <a:gd name="T2" fmla="*/ 4889 w 27"/>
                <a:gd name="T3" fmla="*/ 1763 h 27"/>
                <a:gd name="T4" fmla="*/ 5350 w 27"/>
                <a:gd name="T5" fmla="*/ 7531 h 27"/>
                <a:gd name="T6" fmla="*/ 1405 w 27"/>
                <a:gd name="T7" fmla="*/ 8248 h 27"/>
                <a:gd name="T8" fmla="*/ 1134 w 27"/>
                <a:gd name="T9" fmla="*/ 218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5" y="6"/>
                  </a:moveTo>
                  <a:cubicBezTo>
                    <a:pt x="9" y="1"/>
                    <a:pt x="16" y="0"/>
                    <a:pt x="21" y="5"/>
                  </a:cubicBezTo>
                  <a:cubicBezTo>
                    <a:pt x="26" y="9"/>
                    <a:pt x="27" y="16"/>
                    <a:pt x="23" y="21"/>
                  </a:cubicBezTo>
                  <a:cubicBezTo>
                    <a:pt x="19" y="26"/>
                    <a:pt x="11" y="27"/>
                    <a:pt x="6" y="23"/>
                  </a:cubicBezTo>
                  <a:cubicBezTo>
                    <a:pt x="1" y="18"/>
                    <a:pt x="0" y="11"/>
                    <a:pt x="5" y="6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7" name="Freeform 1187">
              <a:extLst>
                <a:ext uri="{FF2B5EF4-FFF2-40B4-BE49-F238E27FC236}">
                  <a16:creationId xmlns:a16="http://schemas.microsoft.com/office/drawing/2014/main" id="{DF4BD81A-0996-4981-BB5E-3282FD8E5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655"/>
              <a:ext cx="28" cy="29"/>
            </a:xfrm>
            <a:custGeom>
              <a:avLst/>
              <a:gdLst>
                <a:gd name="T0" fmla="*/ 545 w 11"/>
                <a:gd name="T1" fmla="*/ 625 h 11"/>
                <a:gd name="T2" fmla="*/ 2146 w 11"/>
                <a:gd name="T3" fmla="*/ 625 h 11"/>
                <a:gd name="T4" fmla="*/ 2474 w 11"/>
                <a:gd name="T5" fmla="*/ 3045 h 11"/>
                <a:gd name="T6" fmla="*/ 545 w 11"/>
                <a:gd name="T7" fmla="*/ 3045 h 11"/>
                <a:gd name="T8" fmla="*/ 545 w 11"/>
                <a:gd name="T9" fmla="*/ 62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2"/>
                  </a:moveTo>
                  <a:cubicBezTo>
                    <a:pt x="3" y="0"/>
                    <a:pt x="6" y="0"/>
                    <a:pt x="8" y="2"/>
                  </a:cubicBezTo>
                  <a:cubicBezTo>
                    <a:pt x="10" y="4"/>
                    <a:pt x="11" y="7"/>
                    <a:pt x="9" y="9"/>
                  </a:cubicBezTo>
                  <a:cubicBezTo>
                    <a:pt x="7" y="11"/>
                    <a:pt x="4" y="11"/>
                    <a:pt x="2" y="9"/>
                  </a:cubicBezTo>
                  <a:cubicBezTo>
                    <a:pt x="0" y="7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8" name="Freeform 1188">
              <a:extLst>
                <a:ext uri="{FF2B5EF4-FFF2-40B4-BE49-F238E27FC236}">
                  <a16:creationId xmlns:a16="http://schemas.microsoft.com/office/drawing/2014/main" id="{19120022-2CE2-46CF-AE49-F5FA50FD3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721"/>
              <a:ext cx="100" cy="86"/>
            </a:xfrm>
            <a:custGeom>
              <a:avLst/>
              <a:gdLst>
                <a:gd name="T0" fmla="*/ 783 w 40"/>
                <a:gd name="T1" fmla="*/ 1148 h 32"/>
                <a:gd name="T2" fmla="*/ 0 w 40"/>
                <a:gd name="T3" fmla="*/ 2255 h 32"/>
                <a:gd name="T4" fmla="*/ 9113 w 40"/>
                <a:gd name="T5" fmla="*/ 12053 h 32"/>
                <a:gd name="T6" fmla="*/ 9113 w 40"/>
                <a:gd name="T7" fmla="*/ 12053 h 32"/>
                <a:gd name="T8" fmla="*/ 9300 w 40"/>
                <a:gd name="T9" fmla="*/ 10949 h 32"/>
                <a:gd name="T10" fmla="*/ 9770 w 40"/>
                <a:gd name="T11" fmla="*/ 10229 h 32"/>
                <a:gd name="T12" fmla="*/ 9770 w 40"/>
                <a:gd name="T13" fmla="*/ 10229 h 32"/>
                <a:gd name="T14" fmla="*/ 1488 w 40"/>
                <a:gd name="T15" fmla="*/ 0 h 32"/>
                <a:gd name="T16" fmla="*/ 783 w 40"/>
                <a:gd name="T17" fmla="*/ 114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32">
                  <a:moveTo>
                    <a:pt x="3" y="3"/>
                  </a:moveTo>
                  <a:cubicBezTo>
                    <a:pt x="2" y="4"/>
                    <a:pt x="1" y="5"/>
                    <a:pt x="0" y="6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8" y="31"/>
                    <a:pt x="38" y="30"/>
                    <a:pt x="38" y="29"/>
                  </a:cubicBezTo>
                  <a:cubicBezTo>
                    <a:pt x="39" y="29"/>
                    <a:pt x="39" y="28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9" name="Freeform 1189">
              <a:extLst>
                <a:ext uri="{FF2B5EF4-FFF2-40B4-BE49-F238E27FC236}">
                  <a16:creationId xmlns:a16="http://schemas.microsoft.com/office/drawing/2014/main" id="{3ADAE473-6DA9-4ECC-B570-48CE42FDC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727"/>
              <a:ext cx="92" cy="69"/>
            </a:xfrm>
            <a:custGeom>
              <a:avLst/>
              <a:gdLst>
                <a:gd name="T0" fmla="*/ 0 w 37"/>
                <a:gd name="T1" fmla="*/ 1436 h 26"/>
                <a:gd name="T2" fmla="*/ 952 w 37"/>
                <a:gd name="T3" fmla="*/ 0 h 26"/>
                <a:gd name="T4" fmla="*/ 8747 w 37"/>
                <a:gd name="T5" fmla="*/ 9084 h 26"/>
                <a:gd name="T6" fmla="*/ 1149 w 37"/>
                <a:gd name="T7" fmla="*/ 1436 h 26"/>
                <a:gd name="T8" fmla="*/ 0 w 37"/>
                <a:gd name="T9" fmla="*/ 143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6">
                  <a:moveTo>
                    <a:pt x="0" y="4"/>
                  </a:moveTo>
                  <a:cubicBezTo>
                    <a:pt x="2" y="3"/>
                    <a:pt x="4" y="1"/>
                    <a:pt x="4" y="0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7" y="26"/>
                    <a:pt x="7" y="4"/>
                    <a:pt x="5" y="4"/>
                  </a:cubicBezTo>
                  <a:cubicBezTo>
                    <a:pt x="2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0" name="Freeform 1190">
              <a:extLst>
                <a:ext uri="{FF2B5EF4-FFF2-40B4-BE49-F238E27FC236}">
                  <a16:creationId xmlns:a16="http://schemas.microsoft.com/office/drawing/2014/main" id="{CAFABF6A-1C84-404D-BC49-4589A3750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721"/>
              <a:ext cx="100" cy="86"/>
            </a:xfrm>
            <a:custGeom>
              <a:avLst/>
              <a:gdLst>
                <a:gd name="T0" fmla="*/ 783 w 40"/>
                <a:gd name="T1" fmla="*/ 1148 h 32"/>
                <a:gd name="T2" fmla="*/ 0 w 40"/>
                <a:gd name="T3" fmla="*/ 2255 h 32"/>
                <a:gd name="T4" fmla="*/ 9113 w 40"/>
                <a:gd name="T5" fmla="*/ 12053 h 32"/>
                <a:gd name="T6" fmla="*/ 9113 w 40"/>
                <a:gd name="T7" fmla="*/ 12053 h 32"/>
                <a:gd name="T8" fmla="*/ 9300 w 40"/>
                <a:gd name="T9" fmla="*/ 10949 h 32"/>
                <a:gd name="T10" fmla="*/ 9770 w 40"/>
                <a:gd name="T11" fmla="*/ 10229 h 32"/>
                <a:gd name="T12" fmla="*/ 9770 w 40"/>
                <a:gd name="T13" fmla="*/ 10229 h 32"/>
                <a:gd name="T14" fmla="*/ 1488 w 40"/>
                <a:gd name="T15" fmla="*/ 0 h 32"/>
                <a:gd name="T16" fmla="*/ 783 w 40"/>
                <a:gd name="T17" fmla="*/ 114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32">
                  <a:moveTo>
                    <a:pt x="3" y="3"/>
                  </a:moveTo>
                  <a:cubicBezTo>
                    <a:pt x="2" y="4"/>
                    <a:pt x="1" y="5"/>
                    <a:pt x="0" y="6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8" y="31"/>
                    <a:pt x="38" y="30"/>
                    <a:pt x="38" y="29"/>
                  </a:cubicBezTo>
                  <a:cubicBezTo>
                    <a:pt x="39" y="29"/>
                    <a:pt x="39" y="28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4" y="2"/>
                    <a:pt x="3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1" name="Freeform 1191">
              <a:extLst>
                <a:ext uri="{FF2B5EF4-FFF2-40B4-BE49-F238E27FC236}">
                  <a16:creationId xmlns:a16="http://schemas.microsoft.com/office/drawing/2014/main" id="{3E3F2C2A-3235-440F-AF53-E786D2214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612"/>
              <a:ext cx="133" cy="144"/>
            </a:xfrm>
            <a:custGeom>
              <a:avLst/>
              <a:gdLst>
                <a:gd name="T0" fmla="*/ 2494 w 53"/>
                <a:gd name="T1" fmla="*/ 15779 h 54"/>
                <a:gd name="T2" fmla="*/ 2304 w 53"/>
                <a:gd name="T3" fmla="*/ 3640 h 54"/>
                <a:gd name="T4" fmla="*/ 10951 w 53"/>
                <a:gd name="T5" fmla="*/ 3243 h 54"/>
                <a:gd name="T6" fmla="*/ 10951 w 53"/>
                <a:gd name="T7" fmla="*/ 15779 h 54"/>
                <a:gd name="T8" fmla="*/ 2494 w 53"/>
                <a:gd name="T9" fmla="*/ 1577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4">
                  <a:moveTo>
                    <a:pt x="10" y="44"/>
                  </a:moveTo>
                  <a:cubicBezTo>
                    <a:pt x="0" y="35"/>
                    <a:pt x="0" y="19"/>
                    <a:pt x="9" y="10"/>
                  </a:cubicBezTo>
                  <a:cubicBezTo>
                    <a:pt x="19" y="0"/>
                    <a:pt x="34" y="0"/>
                    <a:pt x="44" y="9"/>
                  </a:cubicBezTo>
                  <a:cubicBezTo>
                    <a:pt x="53" y="19"/>
                    <a:pt x="53" y="34"/>
                    <a:pt x="44" y="44"/>
                  </a:cubicBezTo>
                  <a:cubicBezTo>
                    <a:pt x="35" y="53"/>
                    <a:pt x="19" y="54"/>
                    <a:pt x="10" y="4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2" name="Freeform 1192">
              <a:extLst>
                <a:ext uri="{FF2B5EF4-FFF2-40B4-BE49-F238E27FC236}">
                  <a16:creationId xmlns:a16="http://schemas.microsoft.com/office/drawing/2014/main" id="{1EED467B-EB9C-4194-A5FC-8AC946BBB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847"/>
              <a:ext cx="137" cy="146"/>
            </a:xfrm>
            <a:custGeom>
              <a:avLst/>
              <a:gdLst>
                <a:gd name="T0" fmla="*/ 10275 w 55"/>
                <a:gd name="T1" fmla="*/ 16087 h 55"/>
                <a:gd name="T2" fmla="*/ 2115 w 55"/>
                <a:gd name="T3" fmla="*/ 15038 h 55"/>
                <a:gd name="T4" fmla="*/ 2892 w 55"/>
                <a:gd name="T5" fmla="*/ 2790 h 55"/>
                <a:gd name="T6" fmla="*/ 11207 w 55"/>
                <a:gd name="T7" fmla="*/ 4229 h 55"/>
                <a:gd name="T8" fmla="*/ 10275 w 55"/>
                <a:gd name="T9" fmla="*/ 1608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43" y="46"/>
                  </a:moveTo>
                  <a:cubicBezTo>
                    <a:pt x="32" y="55"/>
                    <a:pt x="17" y="53"/>
                    <a:pt x="9" y="43"/>
                  </a:cubicBezTo>
                  <a:cubicBezTo>
                    <a:pt x="0" y="32"/>
                    <a:pt x="2" y="17"/>
                    <a:pt x="12" y="8"/>
                  </a:cubicBezTo>
                  <a:cubicBezTo>
                    <a:pt x="23" y="0"/>
                    <a:pt x="38" y="2"/>
                    <a:pt x="47" y="12"/>
                  </a:cubicBezTo>
                  <a:cubicBezTo>
                    <a:pt x="55" y="23"/>
                    <a:pt x="53" y="38"/>
                    <a:pt x="43" y="46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3" name="Freeform 1193">
              <a:extLst>
                <a:ext uri="{FF2B5EF4-FFF2-40B4-BE49-F238E27FC236}">
                  <a16:creationId xmlns:a16="http://schemas.microsoft.com/office/drawing/2014/main" id="{645F2EBA-0FC5-48F2-B972-86DEEB96F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873"/>
              <a:ext cx="68" cy="72"/>
            </a:xfrm>
            <a:custGeom>
              <a:avLst/>
              <a:gdLst>
                <a:gd name="T0" fmla="*/ 5354 w 27"/>
                <a:gd name="T1" fmla="*/ 7944 h 27"/>
                <a:gd name="T2" fmla="*/ 1325 w 27"/>
                <a:gd name="T3" fmla="*/ 7531 h 27"/>
                <a:gd name="T4" fmla="*/ 1534 w 27"/>
                <a:gd name="T5" fmla="*/ 1459 h 27"/>
                <a:gd name="T6" fmla="*/ 5881 w 27"/>
                <a:gd name="T7" fmla="*/ 2184 h 27"/>
                <a:gd name="T8" fmla="*/ 5354 w 27"/>
                <a:gd name="T9" fmla="*/ 794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1" y="22"/>
                  </a:moveTo>
                  <a:cubicBezTo>
                    <a:pt x="16" y="27"/>
                    <a:pt x="9" y="26"/>
                    <a:pt x="5" y="21"/>
                  </a:cubicBezTo>
                  <a:cubicBezTo>
                    <a:pt x="0" y="15"/>
                    <a:pt x="1" y="8"/>
                    <a:pt x="6" y="4"/>
                  </a:cubicBezTo>
                  <a:cubicBezTo>
                    <a:pt x="11" y="0"/>
                    <a:pt x="19" y="1"/>
                    <a:pt x="23" y="6"/>
                  </a:cubicBezTo>
                  <a:cubicBezTo>
                    <a:pt x="27" y="11"/>
                    <a:pt x="26" y="18"/>
                    <a:pt x="21" y="22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4" name="Freeform 1194">
              <a:extLst>
                <a:ext uri="{FF2B5EF4-FFF2-40B4-BE49-F238E27FC236}">
                  <a16:creationId xmlns:a16="http://schemas.microsoft.com/office/drawing/2014/main" id="{AC83DF65-5333-408A-88AF-C5F9DD1CB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892"/>
              <a:ext cx="28" cy="27"/>
            </a:xfrm>
            <a:custGeom>
              <a:avLst/>
              <a:gdLst>
                <a:gd name="T0" fmla="*/ 2146 w 11"/>
                <a:gd name="T1" fmla="*/ 3464 h 10"/>
                <a:gd name="T2" fmla="*/ 545 w 11"/>
                <a:gd name="T3" fmla="*/ 3127 h 10"/>
                <a:gd name="T4" fmla="*/ 843 w 11"/>
                <a:gd name="T5" fmla="*/ 429 h 10"/>
                <a:gd name="T6" fmla="*/ 2474 w 11"/>
                <a:gd name="T7" fmla="*/ 751 h 10"/>
                <a:gd name="T8" fmla="*/ 2146 w 11"/>
                <a:gd name="T9" fmla="*/ 346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8" y="9"/>
                  </a:moveTo>
                  <a:cubicBezTo>
                    <a:pt x="6" y="10"/>
                    <a:pt x="3" y="10"/>
                    <a:pt x="2" y="8"/>
                  </a:cubicBezTo>
                  <a:cubicBezTo>
                    <a:pt x="0" y="6"/>
                    <a:pt x="0" y="3"/>
                    <a:pt x="3" y="1"/>
                  </a:cubicBezTo>
                  <a:cubicBezTo>
                    <a:pt x="5" y="0"/>
                    <a:pt x="8" y="0"/>
                    <a:pt x="9" y="2"/>
                  </a:cubicBezTo>
                  <a:cubicBezTo>
                    <a:pt x="11" y="4"/>
                    <a:pt x="11" y="7"/>
                    <a:pt x="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5" name="Freeform 1195">
              <a:extLst>
                <a:ext uri="{FF2B5EF4-FFF2-40B4-BE49-F238E27FC236}">
                  <a16:creationId xmlns:a16="http://schemas.microsoft.com/office/drawing/2014/main" id="{3F0F2166-0DAE-4446-92A6-E99619B9F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812"/>
              <a:ext cx="92" cy="75"/>
            </a:xfrm>
            <a:custGeom>
              <a:avLst/>
              <a:gdLst>
                <a:gd name="T0" fmla="*/ 644 w 37"/>
                <a:gd name="T1" fmla="*/ 9206 h 28"/>
                <a:gd name="T2" fmla="*/ 1149 w 37"/>
                <a:gd name="T3" fmla="*/ 10339 h 28"/>
                <a:gd name="T4" fmla="*/ 8747 w 37"/>
                <a:gd name="T5" fmla="*/ 1808 h 28"/>
                <a:gd name="T6" fmla="*/ 8747 w 37"/>
                <a:gd name="T7" fmla="*/ 1808 h 28"/>
                <a:gd name="T8" fmla="*/ 8253 w 37"/>
                <a:gd name="T9" fmla="*/ 675 h 28"/>
                <a:gd name="T10" fmla="*/ 8069 w 37"/>
                <a:gd name="T11" fmla="*/ 0 h 28"/>
                <a:gd name="T12" fmla="*/ 8069 w 37"/>
                <a:gd name="T13" fmla="*/ 0 h 28"/>
                <a:gd name="T14" fmla="*/ 0 w 37"/>
                <a:gd name="T15" fmla="*/ 8129 h 28"/>
                <a:gd name="T16" fmla="*/ 644 w 37"/>
                <a:gd name="T17" fmla="*/ 920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8">
                  <a:moveTo>
                    <a:pt x="3" y="25"/>
                  </a:moveTo>
                  <a:cubicBezTo>
                    <a:pt x="4" y="26"/>
                    <a:pt x="4" y="27"/>
                    <a:pt x="5" y="28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5" y="2"/>
                    <a:pt x="34" y="1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3"/>
                    <a:pt x="2" y="24"/>
                    <a:pt x="3" y="25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6" name="Freeform 1196">
              <a:extLst>
                <a:ext uri="{FF2B5EF4-FFF2-40B4-BE49-F238E27FC236}">
                  <a16:creationId xmlns:a16="http://schemas.microsoft.com/office/drawing/2014/main" id="{DACA5BB0-C790-418A-B7C2-2E9192C36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815"/>
              <a:ext cx="78" cy="66"/>
            </a:xfrm>
            <a:custGeom>
              <a:avLst/>
              <a:gdLst>
                <a:gd name="T0" fmla="*/ 798 w 31"/>
                <a:gd name="T1" fmla="*/ 8448 h 25"/>
                <a:gd name="T2" fmla="*/ 0 w 31"/>
                <a:gd name="T3" fmla="*/ 7046 h 25"/>
                <a:gd name="T4" fmla="*/ 7850 w 31"/>
                <a:gd name="T5" fmla="*/ 0 h 25"/>
                <a:gd name="T6" fmla="*/ 798 w 31"/>
                <a:gd name="T7" fmla="*/ 7046 h 25"/>
                <a:gd name="T8" fmla="*/ 798 w 31"/>
                <a:gd name="T9" fmla="*/ 84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3" y="25"/>
                  </a:moveTo>
                  <a:cubicBezTo>
                    <a:pt x="2" y="24"/>
                    <a:pt x="0" y="21"/>
                    <a:pt x="0" y="2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" y="19"/>
                    <a:pt x="3" y="21"/>
                  </a:cubicBezTo>
                  <a:cubicBezTo>
                    <a:pt x="3" y="23"/>
                    <a:pt x="3" y="25"/>
                    <a:pt x="3" y="2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7" name="Freeform 1197">
              <a:extLst>
                <a:ext uri="{FF2B5EF4-FFF2-40B4-BE49-F238E27FC236}">
                  <a16:creationId xmlns:a16="http://schemas.microsoft.com/office/drawing/2014/main" id="{2137A779-E1A9-4285-BC9C-CDC3EB0DB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233"/>
              <a:ext cx="125" cy="134"/>
            </a:xfrm>
            <a:custGeom>
              <a:avLst/>
              <a:gdLst>
                <a:gd name="T0" fmla="*/ 5863 w 50"/>
                <a:gd name="T1" fmla="*/ 18516 h 50"/>
                <a:gd name="T2" fmla="*/ 313 w 50"/>
                <a:gd name="T3" fmla="*/ 8871 h 50"/>
                <a:gd name="T4" fmla="*/ 6375 w 50"/>
                <a:gd name="T5" fmla="*/ 402 h 50"/>
                <a:gd name="T6" fmla="*/ 12033 w 50"/>
                <a:gd name="T7" fmla="*/ 9704 h 50"/>
                <a:gd name="T8" fmla="*/ 5863 w 50"/>
                <a:gd name="T9" fmla="*/ 1851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24" y="50"/>
                  </a:moveTo>
                  <a:cubicBezTo>
                    <a:pt x="11" y="49"/>
                    <a:pt x="0" y="38"/>
                    <a:pt x="1" y="24"/>
                  </a:cubicBezTo>
                  <a:cubicBezTo>
                    <a:pt x="1" y="11"/>
                    <a:pt x="13" y="0"/>
                    <a:pt x="26" y="1"/>
                  </a:cubicBezTo>
                  <a:cubicBezTo>
                    <a:pt x="40" y="2"/>
                    <a:pt x="50" y="13"/>
                    <a:pt x="49" y="26"/>
                  </a:cubicBezTo>
                  <a:cubicBezTo>
                    <a:pt x="49" y="40"/>
                    <a:pt x="37" y="50"/>
                    <a:pt x="24" y="5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8" name="Freeform 1198">
              <a:extLst>
                <a:ext uri="{FF2B5EF4-FFF2-40B4-BE49-F238E27FC236}">
                  <a16:creationId xmlns:a16="http://schemas.microsoft.com/office/drawing/2014/main" id="{15EB381B-DCBB-46BF-BE6B-066B5BEC5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292"/>
              <a:ext cx="118" cy="21"/>
            </a:xfrm>
            <a:custGeom>
              <a:avLst/>
              <a:gdLst>
                <a:gd name="T0" fmla="*/ 316 w 47"/>
                <a:gd name="T1" fmla="*/ 1378 h 8"/>
                <a:gd name="T2" fmla="*/ 0 w 47"/>
                <a:gd name="T3" fmla="*/ 2604 h 8"/>
                <a:gd name="T4" fmla="*/ 11755 w 47"/>
                <a:gd name="T5" fmla="*/ 2604 h 8"/>
                <a:gd name="T6" fmla="*/ 11755 w 47"/>
                <a:gd name="T7" fmla="*/ 2604 h 8"/>
                <a:gd name="T8" fmla="*/ 11755 w 47"/>
                <a:gd name="T9" fmla="*/ 1992 h 8"/>
                <a:gd name="T10" fmla="*/ 11755 w 47"/>
                <a:gd name="T11" fmla="*/ 992 h 8"/>
                <a:gd name="T12" fmla="*/ 11755 w 47"/>
                <a:gd name="T13" fmla="*/ 992 h 8"/>
                <a:gd name="T14" fmla="*/ 316 w 47"/>
                <a:gd name="T15" fmla="*/ 0 h 8"/>
                <a:gd name="T16" fmla="*/ 316 w 47"/>
                <a:gd name="T17" fmla="*/ 137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">
                  <a:moveTo>
                    <a:pt x="1" y="4"/>
                  </a:moveTo>
                  <a:cubicBezTo>
                    <a:pt x="1" y="6"/>
                    <a:pt x="0" y="7"/>
                    <a:pt x="0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6"/>
                    <a:pt x="47" y="6"/>
                  </a:cubicBezTo>
                  <a:cubicBezTo>
                    <a:pt x="47" y="5"/>
                    <a:pt x="47" y="4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9" name="Freeform 1199">
              <a:extLst>
                <a:ext uri="{FF2B5EF4-FFF2-40B4-BE49-F238E27FC236}">
                  <a16:creationId xmlns:a16="http://schemas.microsoft.com/office/drawing/2014/main" id="{3CD85112-5BB5-42BA-B34D-A70E30C76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2297"/>
              <a:ext cx="113" cy="16"/>
            </a:xfrm>
            <a:custGeom>
              <a:avLst/>
              <a:gdLst>
                <a:gd name="T0" fmla="*/ 0 w 45"/>
                <a:gd name="T1" fmla="*/ 2184 h 6"/>
                <a:gd name="T2" fmla="*/ 0 w 45"/>
                <a:gd name="T3" fmla="*/ 0 h 6"/>
                <a:gd name="T4" fmla="*/ 11287 w 45"/>
                <a:gd name="T5" fmla="*/ 661 h 6"/>
                <a:gd name="T6" fmla="*/ 794 w 45"/>
                <a:gd name="T7" fmla="*/ 661 h 6"/>
                <a:gd name="T8" fmla="*/ 0 w 45"/>
                <a:gd name="T9" fmla="*/ 218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">
                  <a:moveTo>
                    <a:pt x="0" y="6"/>
                  </a:moveTo>
                  <a:cubicBezTo>
                    <a:pt x="1" y="4"/>
                    <a:pt x="1" y="0"/>
                    <a:pt x="0" y="0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2"/>
                    <a:pt x="4" y="1"/>
                    <a:pt x="3" y="2"/>
                  </a:cubicBezTo>
                  <a:cubicBezTo>
                    <a:pt x="1" y="4"/>
                    <a:pt x="0" y="5"/>
                    <a:pt x="0" y="6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0" name="Freeform 1200">
              <a:extLst>
                <a:ext uri="{FF2B5EF4-FFF2-40B4-BE49-F238E27FC236}">
                  <a16:creationId xmlns:a16="http://schemas.microsoft.com/office/drawing/2014/main" id="{754F9879-A2F8-4FED-9B43-830BA7A0D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380"/>
              <a:ext cx="138" cy="147"/>
            </a:xfrm>
            <a:custGeom>
              <a:avLst/>
              <a:gdLst>
                <a:gd name="T0" fmla="*/ 1310 w 55"/>
                <a:gd name="T1" fmla="*/ 13936 h 55"/>
                <a:gd name="T2" fmla="*/ 4281 w 55"/>
                <a:gd name="T3" fmla="*/ 1793 h 55"/>
                <a:gd name="T4" fmla="*/ 12244 w 55"/>
                <a:gd name="T5" fmla="*/ 6129 h 55"/>
                <a:gd name="T6" fmla="*/ 9432 w 55"/>
                <a:gd name="T7" fmla="*/ 17851 h 55"/>
                <a:gd name="T8" fmla="*/ 1310 w 55"/>
                <a:gd name="T9" fmla="*/ 1393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5" y="38"/>
                  </a:moveTo>
                  <a:cubicBezTo>
                    <a:pt x="0" y="26"/>
                    <a:pt x="5" y="11"/>
                    <a:pt x="17" y="5"/>
                  </a:cubicBezTo>
                  <a:cubicBezTo>
                    <a:pt x="29" y="0"/>
                    <a:pt x="43" y="5"/>
                    <a:pt x="49" y="17"/>
                  </a:cubicBezTo>
                  <a:cubicBezTo>
                    <a:pt x="55" y="29"/>
                    <a:pt x="50" y="43"/>
                    <a:pt x="38" y="49"/>
                  </a:cubicBezTo>
                  <a:cubicBezTo>
                    <a:pt x="26" y="55"/>
                    <a:pt x="11" y="50"/>
                    <a:pt x="5" y="38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1" name="Freeform 1201">
              <a:extLst>
                <a:ext uri="{FF2B5EF4-FFF2-40B4-BE49-F238E27FC236}">
                  <a16:creationId xmlns:a16="http://schemas.microsoft.com/office/drawing/2014/main" id="{E5A941DF-3A7D-4ED2-8845-2FD82CFA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404"/>
              <a:ext cx="67" cy="72"/>
            </a:xfrm>
            <a:custGeom>
              <a:avLst/>
              <a:gdLst>
                <a:gd name="T0" fmla="*/ 948 w 27"/>
                <a:gd name="T1" fmla="*/ 2184 h 27"/>
                <a:gd name="T2" fmla="*/ 4889 w 27"/>
                <a:gd name="T3" fmla="*/ 1459 h 27"/>
                <a:gd name="T4" fmla="*/ 5350 w 27"/>
                <a:gd name="T5" fmla="*/ 7133 h 27"/>
                <a:gd name="T6" fmla="*/ 1405 w 27"/>
                <a:gd name="T7" fmla="*/ 8248 h 27"/>
                <a:gd name="T8" fmla="*/ 948 w 27"/>
                <a:gd name="T9" fmla="*/ 218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4" y="6"/>
                  </a:moveTo>
                  <a:cubicBezTo>
                    <a:pt x="8" y="1"/>
                    <a:pt x="15" y="0"/>
                    <a:pt x="21" y="4"/>
                  </a:cubicBezTo>
                  <a:cubicBezTo>
                    <a:pt x="26" y="8"/>
                    <a:pt x="27" y="15"/>
                    <a:pt x="23" y="20"/>
                  </a:cubicBezTo>
                  <a:cubicBezTo>
                    <a:pt x="19" y="26"/>
                    <a:pt x="11" y="27"/>
                    <a:pt x="6" y="23"/>
                  </a:cubicBezTo>
                  <a:cubicBezTo>
                    <a:pt x="1" y="19"/>
                    <a:pt x="0" y="11"/>
                    <a:pt x="4" y="6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2" name="Freeform 1202">
              <a:extLst>
                <a:ext uri="{FF2B5EF4-FFF2-40B4-BE49-F238E27FC236}">
                  <a16:creationId xmlns:a16="http://schemas.microsoft.com/office/drawing/2014/main" id="{91ED6CB5-63F8-4C1A-A2CE-2FBDD78C5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420"/>
              <a:ext cx="27" cy="29"/>
            </a:xfrm>
            <a:custGeom>
              <a:avLst/>
              <a:gdLst>
                <a:gd name="T0" fmla="*/ 427 w 11"/>
                <a:gd name="T1" fmla="*/ 625 h 11"/>
                <a:gd name="T2" fmla="*/ 1964 w 11"/>
                <a:gd name="T3" fmla="*/ 382 h 11"/>
                <a:gd name="T4" fmla="*/ 2216 w 11"/>
                <a:gd name="T5" fmla="*/ 2655 h 11"/>
                <a:gd name="T6" fmla="*/ 621 w 11"/>
                <a:gd name="T7" fmla="*/ 3045 h 11"/>
                <a:gd name="T8" fmla="*/ 427 w 11"/>
                <a:gd name="T9" fmla="*/ 62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2"/>
                  </a:moveTo>
                  <a:cubicBezTo>
                    <a:pt x="4" y="0"/>
                    <a:pt x="7" y="0"/>
                    <a:pt x="9" y="1"/>
                  </a:cubicBezTo>
                  <a:cubicBezTo>
                    <a:pt x="11" y="3"/>
                    <a:pt x="11" y="6"/>
                    <a:pt x="10" y="8"/>
                  </a:cubicBezTo>
                  <a:cubicBezTo>
                    <a:pt x="8" y="10"/>
                    <a:pt x="5" y="11"/>
                    <a:pt x="3" y="9"/>
                  </a:cubicBezTo>
                  <a:cubicBezTo>
                    <a:pt x="1" y="7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3" name="Freeform 1203">
              <a:extLst>
                <a:ext uri="{FF2B5EF4-FFF2-40B4-BE49-F238E27FC236}">
                  <a16:creationId xmlns:a16="http://schemas.microsoft.com/office/drawing/2014/main" id="{FC3FE2B1-9960-429B-A731-B4FC5A59B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508"/>
              <a:ext cx="63" cy="101"/>
            </a:xfrm>
            <a:custGeom>
              <a:avLst/>
              <a:gdLst>
                <a:gd name="T0" fmla="*/ 1011 w 25"/>
                <a:gd name="T1" fmla="*/ 396 h 38"/>
                <a:gd name="T2" fmla="*/ 0 w 25"/>
                <a:gd name="T3" fmla="*/ 1053 h 38"/>
                <a:gd name="T4" fmla="*/ 5410 w 25"/>
                <a:gd name="T5" fmla="*/ 13367 h 38"/>
                <a:gd name="T6" fmla="*/ 5410 w 25"/>
                <a:gd name="T7" fmla="*/ 13367 h 38"/>
                <a:gd name="T8" fmla="*/ 6096 w 25"/>
                <a:gd name="T9" fmla="*/ 12979 h 38"/>
                <a:gd name="T10" fmla="*/ 6421 w 25"/>
                <a:gd name="T11" fmla="*/ 12335 h 38"/>
                <a:gd name="T12" fmla="*/ 6421 w 25"/>
                <a:gd name="T13" fmla="*/ 12335 h 38"/>
                <a:gd name="T14" fmla="*/ 1809 w 25"/>
                <a:gd name="T15" fmla="*/ 0 h 38"/>
                <a:gd name="T16" fmla="*/ 1011 w 25"/>
                <a:gd name="T17" fmla="*/ 396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8">
                  <a:moveTo>
                    <a:pt x="4" y="1"/>
                  </a:moveTo>
                  <a:cubicBezTo>
                    <a:pt x="3" y="2"/>
                    <a:pt x="2" y="3"/>
                    <a:pt x="0" y="3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2" y="38"/>
                    <a:pt x="23" y="37"/>
                    <a:pt x="24" y="37"/>
                  </a:cubicBezTo>
                  <a:cubicBezTo>
                    <a:pt x="25" y="37"/>
                    <a:pt x="25" y="35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4" name="Freeform 1204">
              <a:extLst>
                <a:ext uri="{FF2B5EF4-FFF2-40B4-BE49-F238E27FC236}">
                  <a16:creationId xmlns:a16="http://schemas.microsoft.com/office/drawing/2014/main" id="{D285F955-E376-4107-B5D7-5D3566ED0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513"/>
              <a:ext cx="55" cy="88"/>
            </a:xfrm>
            <a:custGeom>
              <a:avLst/>
              <a:gdLst>
                <a:gd name="T0" fmla="*/ 0 w 22"/>
                <a:gd name="T1" fmla="*/ 661 h 33"/>
                <a:gd name="T2" fmla="*/ 1300 w 22"/>
                <a:gd name="T3" fmla="*/ 0 h 33"/>
                <a:gd name="T4" fmla="*/ 5395 w 22"/>
                <a:gd name="T5" fmla="*/ 11891 h 33"/>
                <a:gd name="T6" fmla="*/ 988 w 22"/>
                <a:gd name="T7" fmla="*/ 1059 h 33"/>
                <a:gd name="T8" fmla="*/ 0 w 22"/>
                <a:gd name="T9" fmla="*/ 66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2"/>
                  </a:moveTo>
                  <a:cubicBezTo>
                    <a:pt x="2" y="2"/>
                    <a:pt x="5" y="0"/>
                    <a:pt x="5" y="0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6" y="4"/>
                    <a:pt x="4" y="3"/>
                  </a:cubicBezTo>
                  <a:cubicBezTo>
                    <a:pt x="2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5" name="Freeform 1205">
              <a:extLst>
                <a:ext uri="{FF2B5EF4-FFF2-40B4-BE49-F238E27FC236}">
                  <a16:creationId xmlns:a16="http://schemas.microsoft.com/office/drawing/2014/main" id="{E0880722-8B07-4131-A0F1-30218CEDE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556"/>
              <a:ext cx="110" cy="48"/>
            </a:xfrm>
            <a:custGeom>
              <a:avLst/>
              <a:gdLst>
                <a:gd name="T0" fmla="*/ 313 w 44"/>
                <a:gd name="T1" fmla="*/ 5005 h 18"/>
                <a:gd name="T2" fmla="*/ 520 w 44"/>
                <a:gd name="T3" fmla="*/ 6464 h 18"/>
                <a:gd name="T4" fmla="*/ 10750 w 44"/>
                <a:gd name="T5" fmla="*/ 2184 h 18"/>
                <a:gd name="T6" fmla="*/ 10750 w 44"/>
                <a:gd name="T7" fmla="*/ 2184 h 18"/>
                <a:gd name="T8" fmla="*/ 10750 w 44"/>
                <a:gd name="T9" fmla="*/ 1059 h 18"/>
                <a:gd name="T10" fmla="*/ 10550 w 44"/>
                <a:gd name="T11" fmla="*/ 0 h 18"/>
                <a:gd name="T12" fmla="*/ 10550 w 44"/>
                <a:gd name="T13" fmla="*/ 0 h 18"/>
                <a:gd name="T14" fmla="*/ 0 w 44"/>
                <a:gd name="T15" fmla="*/ 3640 h 18"/>
                <a:gd name="T16" fmla="*/ 313 w 44"/>
                <a:gd name="T17" fmla="*/ 500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1" y="14"/>
                  </a:moveTo>
                  <a:cubicBezTo>
                    <a:pt x="2" y="15"/>
                    <a:pt x="2" y="17"/>
                    <a:pt x="2" y="18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5"/>
                    <a:pt x="44" y="4"/>
                    <a:pt x="44" y="3"/>
                  </a:cubicBezTo>
                  <a:cubicBezTo>
                    <a:pt x="44" y="2"/>
                    <a:pt x="43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1"/>
                    <a:pt x="1" y="13"/>
                    <a:pt x="1" y="1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6" name="Freeform 1206">
              <a:extLst>
                <a:ext uri="{FF2B5EF4-FFF2-40B4-BE49-F238E27FC236}">
                  <a16:creationId xmlns:a16="http://schemas.microsoft.com/office/drawing/2014/main" id="{E587388B-9D40-4257-B75F-2990F68F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559"/>
              <a:ext cx="102" cy="40"/>
            </a:xfrm>
            <a:custGeom>
              <a:avLst/>
              <a:gdLst>
                <a:gd name="T0" fmla="*/ 465 w 41"/>
                <a:gd name="T1" fmla="*/ 5405 h 15"/>
                <a:gd name="T2" fmla="*/ 0 w 41"/>
                <a:gd name="T3" fmla="*/ 3640 h 15"/>
                <a:gd name="T4" fmla="*/ 9730 w 41"/>
                <a:gd name="T5" fmla="*/ 0 h 15"/>
                <a:gd name="T6" fmla="*/ 644 w 41"/>
                <a:gd name="T7" fmla="*/ 4301 h 15"/>
                <a:gd name="T8" fmla="*/ 465 w 41"/>
                <a:gd name="T9" fmla="*/ 54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5">
                  <a:moveTo>
                    <a:pt x="2" y="15"/>
                  </a:moveTo>
                  <a:cubicBezTo>
                    <a:pt x="2" y="14"/>
                    <a:pt x="1" y="11"/>
                    <a:pt x="0" y="1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5" y="10"/>
                    <a:pt x="3" y="12"/>
                  </a:cubicBezTo>
                  <a:cubicBezTo>
                    <a:pt x="2" y="13"/>
                    <a:pt x="2" y="15"/>
                    <a:pt x="2" y="1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7" name="Freeform 1207">
              <a:extLst>
                <a:ext uri="{FF2B5EF4-FFF2-40B4-BE49-F238E27FC236}">
                  <a16:creationId xmlns:a16="http://schemas.microsoft.com/office/drawing/2014/main" id="{1F3C384E-7DC0-4336-AF66-CC674A197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556"/>
              <a:ext cx="110" cy="48"/>
            </a:xfrm>
            <a:custGeom>
              <a:avLst/>
              <a:gdLst>
                <a:gd name="T0" fmla="*/ 313 w 44"/>
                <a:gd name="T1" fmla="*/ 5005 h 18"/>
                <a:gd name="T2" fmla="*/ 520 w 44"/>
                <a:gd name="T3" fmla="*/ 6464 h 18"/>
                <a:gd name="T4" fmla="*/ 10750 w 44"/>
                <a:gd name="T5" fmla="*/ 2184 h 18"/>
                <a:gd name="T6" fmla="*/ 10750 w 44"/>
                <a:gd name="T7" fmla="*/ 2184 h 18"/>
                <a:gd name="T8" fmla="*/ 10750 w 44"/>
                <a:gd name="T9" fmla="*/ 1059 h 18"/>
                <a:gd name="T10" fmla="*/ 10550 w 44"/>
                <a:gd name="T11" fmla="*/ 0 h 18"/>
                <a:gd name="T12" fmla="*/ 10550 w 44"/>
                <a:gd name="T13" fmla="*/ 0 h 18"/>
                <a:gd name="T14" fmla="*/ 0 w 44"/>
                <a:gd name="T15" fmla="*/ 3640 h 18"/>
                <a:gd name="T16" fmla="*/ 313 w 44"/>
                <a:gd name="T17" fmla="*/ 500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1" y="14"/>
                  </a:moveTo>
                  <a:cubicBezTo>
                    <a:pt x="2" y="15"/>
                    <a:pt x="2" y="17"/>
                    <a:pt x="2" y="18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5"/>
                    <a:pt x="44" y="4"/>
                    <a:pt x="44" y="3"/>
                  </a:cubicBezTo>
                  <a:cubicBezTo>
                    <a:pt x="44" y="2"/>
                    <a:pt x="43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1"/>
                    <a:pt x="1" y="13"/>
                    <a:pt x="1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8" name="Freeform 1208">
              <a:extLst>
                <a:ext uri="{FF2B5EF4-FFF2-40B4-BE49-F238E27FC236}">
                  <a16:creationId xmlns:a16="http://schemas.microsoft.com/office/drawing/2014/main" id="{4D2EC0BE-BAB4-412F-B1D3-DC9768A78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3087"/>
              <a:ext cx="140" cy="149"/>
            </a:xfrm>
            <a:custGeom>
              <a:avLst/>
              <a:gdLst>
                <a:gd name="T0" fmla="*/ 12238 w 56"/>
                <a:gd name="T1" fmla="*/ 13884 h 56"/>
                <a:gd name="T2" fmla="*/ 4220 w 56"/>
                <a:gd name="T3" fmla="*/ 17742 h 56"/>
                <a:gd name="T4" fmla="*/ 1770 w 56"/>
                <a:gd name="T5" fmla="*/ 6011 h 56"/>
                <a:gd name="T6" fmla="*/ 9583 w 56"/>
                <a:gd name="T7" fmla="*/ 2145 h 56"/>
                <a:gd name="T8" fmla="*/ 12238 w 56"/>
                <a:gd name="T9" fmla="*/ 1388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0" y="39"/>
                  </a:moveTo>
                  <a:cubicBezTo>
                    <a:pt x="43" y="51"/>
                    <a:pt x="29" y="56"/>
                    <a:pt x="17" y="50"/>
                  </a:cubicBezTo>
                  <a:cubicBezTo>
                    <a:pt x="5" y="43"/>
                    <a:pt x="0" y="29"/>
                    <a:pt x="7" y="17"/>
                  </a:cubicBezTo>
                  <a:cubicBezTo>
                    <a:pt x="13" y="5"/>
                    <a:pt x="28" y="0"/>
                    <a:pt x="39" y="6"/>
                  </a:cubicBezTo>
                  <a:cubicBezTo>
                    <a:pt x="51" y="13"/>
                    <a:pt x="56" y="27"/>
                    <a:pt x="50" y="39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9" name="Freeform 1209">
              <a:extLst>
                <a:ext uri="{FF2B5EF4-FFF2-40B4-BE49-F238E27FC236}">
                  <a16:creationId xmlns:a16="http://schemas.microsoft.com/office/drawing/2014/main" id="{30DA59E8-6298-4712-A575-FA976620C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3113"/>
              <a:ext cx="65" cy="70"/>
            </a:xfrm>
            <a:custGeom>
              <a:avLst/>
              <a:gdLst>
                <a:gd name="T0" fmla="*/ 313 w 26"/>
                <a:gd name="T1" fmla="*/ 3842 h 26"/>
                <a:gd name="T2" fmla="*/ 3908 w 26"/>
                <a:gd name="T3" fmla="*/ 428 h 26"/>
                <a:gd name="T4" fmla="*/ 6175 w 26"/>
                <a:gd name="T5" fmla="*/ 6090 h 26"/>
                <a:gd name="T6" fmla="*/ 2470 w 26"/>
                <a:gd name="T7" fmla="*/ 9466 h 26"/>
                <a:gd name="T8" fmla="*/ 313 w 26"/>
                <a:gd name="T9" fmla="*/ 384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1" y="10"/>
                  </a:moveTo>
                  <a:cubicBezTo>
                    <a:pt x="3" y="4"/>
                    <a:pt x="9" y="0"/>
                    <a:pt x="16" y="1"/>
                  </a:cubicBezTo>
                  <a:cubicBezTo>
                    <a:pt x="22" y="3"/>
                    <a:pt x="26" y="9"/>
                    <a:pt x="25" y="16"/>
                  </a:cubicBezTo>
                  <a:cubicBezTo>
                    <a:pt x="23" y="22"/>
                    <a:pt x="17" y="26"/>
                    <a:pt x="10" y="25"/>
                  </a:cubicBezTo>
                  <a:cubicBezTo>
                    <a:pt x="4" y="23"/>
                    <a:pt x="0" y="17"/>
                    <a:pt x="1" y="10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0" name="Freeform 1210">
              <a:extLst>
                <a:ext uri="{FF2B5EF4-FFF2-40B4-BE49-F238E27FC236}">
                  <a16:creationId xmlns:a16="http://schemas.microsoft.com/office/drawing/2014/main" id="{F2227863-6415-445D-A64D-33787BCA8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132"/>
              <a:ext cx="25" cy="27"/>
            </a:xfrm>
            <a:custGeom>
              <a:avLst/>
              <a:gdLst>
                <a:gd name="T0" fmla="*/ 0 w 10"/>
                <a:gd name="T1" fmla="*/ 1596 h 10"/>
                <a:gd name="T2" fmla="*/ 1488 w 10"/>
                <a:gd name="T3" fmla="*/ 0 h 10"/>
                <a:gd name="T4" fmla="*/ 2270 w 10"/>
                <a:gd name="T5" fmla="*/ 2282 h 10"/>
                <a:gd name="T6" fmla="*/ 988 w 10"/>
                <a:gd name="T7" fmla="*/ 3464 h 10"/>
                <a:gd name="T8" fmla="*/ 0 w 10"/>
                <a:gd name="T9" fmla="*/ 159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8" y="1"/>
                    <a:pt x="10" y="3"/>
                    <a:pt x="9" y="6"/>
                  </a:cubicBezTo>
                  <a:cubicBezTo>
                    <a:pt x="9" y="8"/>
                    <a:pt x="6" y="10"/>
                    <a:pt x="4" y="9"/>
                  </a:cubicBezTo>
                  <a:cubicBezTo>
                    <a:pt x="1" y="9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1" name="Freeform 1211">
              <a:extLst>
                <a:ext uri="{FF2B5EF4-FFF2-40B4-BE49-F238E27FC236}">
                  <a16:creationId xmlns:a16="http://schemas.microsoft.com/office/drawing/2014/main" id="{78FD250D-A627-4F70-B87D-A8EB74F0F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015"/>
              <a:ext cx="63" cy="93"/>
            </a:xfrm>
            <a:custGeom>
              <a:avLst/>
              <a:gdLst>
                <a:gd name="T0" fmla="*/ 1011 w 25"/>
                <a:gd name="T1" fmla="*/ 11670 h 35"/>
                <a:gd name="T2" fmla="*/ 1809 w 25"/>
                <a:gd name="T3" fmla="*/ 12305 h 35"/>
                <a:gd name="T4" fmla="*/ 6421 w 25"/>
                <a:gd name="T5" fmla="*/ 1448 h 35"/>
                <a:gd name="T6" fmla="*/ 6421 w 25"/>
                <a:gd name="T7" fmla="*/ 1448 h 35"/>
                <a:gd name="T8" fmla="*/ 5887 w 25"/>
                <a:gd name="T9" fmla="*/ 656 h 35"/>
                <a:gd name="T10" fmla="*/ 5410 w 25"/>
                <a:gd name="T11" fmla="*/ 0 h 35"/>
                <a:gd name="T12" fmla="*/ 5410 w 25"/>
                <a:gd name="T13" fmla="*/ 0 h 35"/>
                <a:gd name="T14" fmla="*/ 0 w 25"/>
                <a:gd name="T15" fmla="*/ 11274 h 35"/>
                <a:gd name="T16" fmla="*/ 1011 w 25"/>
                <a:gd name="T17" fmla="*/ 1167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5">
                  <a:moveTo>
                    <a:pt x="4" y="33"/>
                  </a:moveTo>
                  <a:cubicBezTo>
                    <a:pt x="5" y="34"/>
                    <a:pt x="6" y="35"/>
                    <a:pt x="7" y="3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3"/>
                    <a:pt x="24" y="3"/>
                    <a:pt x="23" y="2"/>
                  </a:cubicBezTo>
                  <a:cubicBezTo>
                    <a:pt x="23" y="1"/>
                    <a:pt x="22" y="1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2"/>
                    <a:pt x="2" y="33"/>
                    <a:pt x="4" y="3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2" name="Freeform 1212">
              <a:extLst>
                <a:ext uri="{FF2B5EF4-FFF2-40B4-BE49-F238E27FC236}">
                  <a16:creationId xmlns:a16="http://schemas.microsoft.com/office/drawing/2014/main" id="{11A2B9E4-3E9E-4F59-8A5E-809E0BD47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017"/>
              <a:ext cx="50" cy="86"/>
            </a:xfrm>
            <a:custGeom>
              <a:avLst/>
              <a:gdLst>
                <a:gd name="T0" fmla="*/ 1300 w 20"/>
                <a:gd name="T1" fmla="*/ 12053 h 32"/>
                <a:gd name="T2" fmla="*/ 0 w 20"/>
                <a:gd name="T3" fmla="*/ 11376 h 32"/>
                <a:gd name="T4" fmla="*/ 4895 w 20"/>
                <a:gd name="T5" fmla="*/ 0 h 32"/>
                <a:gd name="T6" fmla="*/ 783 w 20"/>
                <a:gd name="T7" fmla="*/ 10538 h 32"/>
                <a:gd name="T8" fmla="*/ 1300 w 20"/>
                <a:gd name="T9" fmla="*/ 120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">
                  <a:moveTo>
                    <a:pt x="5" y="32"/>
                  </a:moveTo>
                  <a:cubicBezTo>
                    <a:pt x="4" y="31"/>
                    <a:pt x="1" y="30"/>
                    <a:pt x="0" y="3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3" y="26"/>
                    <a:pt x="3" y="28"/>
                  </a:cubicBezTo>
                  <a:cubicBezTo>
                    <a:pt x="4" y="30"/>
                    <a:pt x="5" y="32"/>
                    <a:pt x="5" y="32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3" name="Freeform 1213">
              <a:extLst>
                <a:ext uri="{FF2B5EF4-FFF2-40B4-BE49-F238E27FC236}">
                  <a16:creationId xmlns:a16="http://schemas.microsoft.com/office/drawing/2014/main" id="{F4563977-CCFB-43E7-8F93-06FBE7099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015"/>
              <a:ext cx="63" cy="93"/>
            </a:xfrm>
            <a:custGeom>
              <a:avLst/>
              <a:gdLst>
                <a:gd name="T0" fmla="*/ 1011 w 25"/>
                <a:gd name="T1" fmla="*/ 11670 h 35"/>
                <a:gd name="T2" fmla="*/ 1809 w 25"/>
                <a:gd name="T3" fmla="*/ 12305 h 35"/>
                <a:gd name="T4" fmla="*/ 6421 w 25"/>
                <a:gd name="T5" fmla="*/ 1448 h 35"/>
                <a:gd name="T6" fmla="*/ 6421 w 25"/>
                <a:gd name="T7" fmla="*/ 1448 h 35"/>
                <a:gd name="T8" fmla="*/ 5887 w 25"/>
                <a:gd name="T9" fmla="*/ 656 h 35"/>
                <a:gd name="T10" fmla="*/ 5410 w 25"/>
                <a:gd name="T11" fmla="*/ 0 h 35"/>
                <a:gd name="T12" fmla="*/ 5410 w 25"/>
                <a:gd name="T13" fmla="*/ 0 h 35"/>
                <a:gd name="T14" fmla="*/ 0 w 25"/>
                <a:gd name="T15" fmla="*/ 11274 h 35"/>
                <a:gd name="T16" fmla="*/ 1011 w 25"/>
                <a:gd name="T17" fmla="*/ 1167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5">
                  <a:moveTo>
                    <a:pt x="4" y="33"/>
                  </a:moveTo>
                  <a:cubicBezTo>
                    <a:pt x="5" y="34"/>
                    <a:pt x="6" y="35"/>
                    <a:pt x="7" y="3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3"/>
                    <a:pt x="24" y="3"/>
                    <a:pt x="23" y="2"/>
                  </a:cubicBezTo>
                  <a:cubicBezTo>
                    <a:pt x="23" y="1"/>
                    <a:pt x="22" y="1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2"/>
                    <a:pt x="2" y="33"/>
                    <a:pt x="4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4" name="Freeform 1214">
              <a:extLst>
                <a:ext uri="{FF2B5EF4-FFF2-40B4-BE49-F238E27FC236}">
                  <a16:creationId xmlns:a16="http://schemas.microsoft.com/office/drawing/2014/main" id="{0C503B13-2ADC-4237-9444-8E8CA7E4D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3087"/>
              <a:ext cx="140" cy="149"/>
            </a:xfrm>
            <a:custGeom>
              <a:avLst/>
              <a:gdLst>
                <a:gd name="T0" fmla="*/ 12238 w 56"/>
                <a:gd name="T1" fmla="*/ 13884 h 56"/>
                <a:gd name="T2" fmla="*/ 4220 w 56"/>
                <a:gd name="T3" fmla="*/ 17742 h 56"/>
                <a:gd name="T4" fmla="*/ 1770 w 56"/>
                <a:gd name="T5" fmla="*/ 6011 h 56"/>
                <a:gd name="T6" fmla="*/ 9583 w 56"/>
                <a:gd name="T7" fmla="*/ 2145 h 56"/>
                <a:gd name="T8" fmla="*/ 12238 w 56"/>
                <a:gd name="T9" fmla="*/ 1388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0" y="39"/>
                  </a:moveTo>
                  <a:cubicBezTo>
                    <a:pt x="43" y="51"/>
                    <a:pt x="29" y="56"/>
                    <a:pt x="17" y="50"/>
                  </a:cubicBezTo>
                  <a:cubicBezTo>
                    <a:pt x="5" y="43"/>
                    <a:pt x="0" y="29"/>
                    <a:pt x="7" y="17"/>
                  </a:cubicBezTo>
                  <a:cubicBezTo>
                    <a:pt x="13" y="5"/>
                    <a:pt x="28" y="0"/>
                    <a:pt x="39" y="6"/>
                  </a:cubicBezTo>
                  <a:cubicBezTo>
                    <a:pt x="51" y="13"/>
                    <a:pt x="56" y="27"/>
                    <a:pt x="50" y="3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5" name="Freeform 1215">
              <a:extLst>
                <a:ext uri="{FF2B5EF4-FFF2-40B4-BE49-F238E27FC236}">
                  <a16:creationId xmlns:a16="http://schemas.microsoft.com/office/drawing/2014/main" id="{AF1D3749-8307-462F-9B4C-68E0A5EEB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913"/>
              <a:ext cx="140" cy="150"/>
            </a:xfrm>
            <a:custGeom>
              <a:avLst/>
              <a:gdLst>
                <a:gd name="T0" fmla="*/ 4425 w 56"/>
                <a:gd name="T1" fmla="*/ 18490 h 56"/>
                <a:gd name="T2" fmla="*/ 1488 w 56"/>
                <a:gd name="T3" fmla="*/ 6651 h 56"/>
                <a:gd name="T4" fmla="*/ 9300 w 56"/>
                <a:gd name="T5" fmla="*/ 2210 h 56"/>
                <a:gd name="T6" fmla="*/ 12238 w 56"/>
                <a:gd name="T7" fmla="*/ 14049 h 56"/>
                <a:gd name="T8" fmla="*/ 4425 w 56"/>
                <a:gd name="T9" fmla="*/ 1849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18" y="50"/>
                  </a:moveTo>
                  <a:cubicBezTo>
                    <a:pt x="5" y="44"/>
                    <a:pt x="0" y="30"/>
                    <a:pt x="6" y="18"/>
                  </a:cubicBezTo>
                  <a:cubicBezTo>
                    <a:pt x="11" y="5"/>
                    <a:pt x="26" y="0"/>
                    <a:pt x="38" y="6"/>
                  </a:cubicBezTo>
                  <a:cubicBezTo>
                    <a:pt x="50" y="11"/>
                    <a:pt x="56" y="26"/>
                    <a:pt x="50" y="38"/>
                  </a:cubicBezTo>
                  <a:cubicBezTo>
                    <a:pt x="44" y="50"/>
                    <a:pt x="30" y="56"/>
                    <a:pt x="18" y="5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6" name="Freeform 1216">
              <a:extLst>
                <a:ext uri="{FF2B5EF4-FFF2-40B4-BE49-F238E27FC236}">
                  <a16:creationId xmlns:a16="http://schemas.microsoft.com/office/drawing/2014/main" id="{64A7C90F-1CDE-42A3-95FD-F3BE935E9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940"/>
              <a:ext cx="67" cy="72"/>
            </a:xfrm>
            <a:custGeom>
              <a:avLst/>
              <a:gdLst>
                <a:gd name="T0" fmla="*/ 1405 w 27"/>
                <a:gd name="T1" fmla="*/ 1459 h 27"/>
                <a:gd name="T2" fmla="*/ 5149 w 27"/>
                <a:gd name="T3" fmla="*/ 2184 h 27"/>
                <a:gd name="T4" fmla="*/ 4705 w 27"/>
                <a:gd name="T5" fmla="*/ 8248 h 27"/>
                <a:gd name="T6" fmla="*/ 948 w 27"/>
                <a:gd name="T7" fmla="*/ 7531 h 27"/>
                <a:gd name="T8" fmla="*/ 1405 w 27"/>
                <a:gd name="T9" fmla="*/ 145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6" y="4"/>
                  </a:moveTo>
                  <a:cubicBezTo>
                    <a:pt x="11" y="0"/>
                    <a:pt x="18" y="1"/>
                    <a:pt x="22" y="6"/>
                  </a:cubicBezTo>
                  <a:cubicBezTo>
                    <a:pt x="27" y="12"/>
                    <a:pt x="26" y="19"/>
                    <a:pt x="20" y="23"/>
                  </a:cubicBezTo>
                  <a:cubicBezTo>
                    <a:pt x="15" y="27"/>
                    <a:pt x="8" y="26"/>
                    <a:pt x="4" y="21"/>
                  </a:cubicBezTo>
                  <a:cubicBezTo>
                    <a:pt x="0" y="16"/>
                    <a:pt x="1" y="8"/>
                    <a:pt x="6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7" name="Freeform 1217">
              <a:extLst>
                <a:ext uri="{FF2B5EF4-FFF2-40B4-BE49-F238E27FC236}">
                  <a16:creationId xmlns:a16="http://schemas.microsoft.com/office/drawing/2014/main" id="{96DF8BB6-0D95-4F5A-B4D6-76F706DD8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956"/>
              <a:ext cx="28" cy="29"/>
            </a:xfrm>
            <a:custGeom>
              <a:avLst/>
              <a:gdLst>
                <a:gd name="T0" fmla="*/ 545 w 11"/>
                <a:gd name="T1" fmla="*/ 625 h 11"/>
                <a:gd name="T2" fmla="*/ 2474 w 11"/>
                <a:gd name="T3" fmla="*/ 625 h 11"/>
                <a:gd name="T4" fmla="*/ 2146 w 11"/>
                <a:gd name="T5" fmla="*/ 3045 h 11"/>
                <a:gd name="T6" fmla="*/ 331 w 11"/>
                <a:gd name="T7" fmla="*/ 2655 h 11"/>
                <a:gd name="T8" fmla="*/ 545 w 11"/>
                <a:gd name="T9" fmla="*/ 62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2"/>
                  </a:moveTo>
                  <a:cubicBezTo>
                    <a:pt x="4" y="0"/>
                    <a:pt x="7" y="0"/>
                    <a:pt x="9" y="2"/>
                  </a:cubicBezTo>
                  <a:cubicBezTo>
                    <a:pt x="11" y="4"/>
                    <a:pt x="10" y="7"/>
                    <a:pt x="8" y="9"/>
                  </a:cubicBezTo>
                  <a:cubicBezTo>
                    <a:pt x="6" y="11"/>
                    <a:pt x="3" y="10"/>
                    <a:pt x="1" y="8"/>
                  </a:cubicBezTo>
                  <a:cubicBezTo>
                    <a:pt x="0" y="6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8" name="Freeform 1218">
              <a:extLst>
                <a:ext uri="{FF2B5EF4-FFF2-40B4-BE49-F238E27FC236}">
                  <a16:creationId xmlns:a16="http://schemas.microsoft.com/office/drawing/2014/main" id="{638F22F2-2708-457F-BF22-B59074819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257"/>
              <a:ext cx="68" cy="72"/>
            </a:xfrm>
            <a:custGeom>
              <a:avLst/>
              <a:gdLst>
                <a:gd name="T0" fmla="*/ 1534 w 27"/>
                <a:gd name="T1" fmla="*/ 1459 h 27"/>
                <a:gd name="T2" fmla="*/ 5881 w 27"/>
                <a:gd name="T3" fmla="*/ 2184 h 27"/>
                <a:gd name="T4" fmla="*/ 5354 w 27"/>
                <a:gd name="T5" fmla="*/ 8248 h 27"/>
                <a:gd name="T6" fmla="*/ 1007 w 27"/>
                <a:gd name="T7" fmla="*/ 7531 h 27"/>
                <a:gd name="T8" fmla="*/ 1534 w 27"/>
                <a:gd name="T9" fmla="*/ 145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6" y="4"/>
                  </a:moveTo>
                  <a:cubicBezTo>
                    <a:pt x="12" y="0"/>
                    <a:pt x="19" y="1"/>
                    <a:pt x="23" y="6"/>
                  </a:cubicBezTo>
                  <a:cubicBezTo>
                    <a:pt x="27" y="11"/>
                    <a:pt x="26" y="19"/>
                    <a:pt x="21" y="23"/>
                  </a:cubicBezTo>
                  <a:cubicBezTo>
                    <a:pt x="16" y="27"/>
                    <a:pt x="8" y="26"/>
                    <a:pt x="4" y="21"/>
                  </a:cubicBezTo>
                  <a:cubicBezTo>
                    <a:pt x="0" y="15"/>
                    <a:pt x="1" y="8"/>
                    <a:pt x="6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9" name="Freeform 1219">
              <a:extLst>
                <a:ext uri="{FF2B5EF4-FFF2-40B4-BE49-F238E27FC236}">
                  <a16:creationId xmlns:a16="http://schemas.microsoft.com/office/drawing/2014/main" id="{06FF4BC3-62AE-4C3E-AF51-AC211CC12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273"/>
              <a:ext cx="27" cy="27"/>
            </a:xfrm>
            <a:custGeom>
              <a:avLst/>
              <a:gdLst>
                <a:gd name="T0" fmla="*/ 621 w 11"/>
                <a:gd name="T1" fmla="*/ 429 h 10"/>
                <a:gd name="T2" fmla="*/ 1964 w 11"/>
                <a:gd name="T3" fmla="*/ 751 h 10"/>
                <a:gd name="T4" fmla="*/ 1964 w 11"/>
                <a:gd name="T5" fmla="*/ 3464 h 10"/>
                <a:gd name="T6" fmla="*/ 427 w 11"/>
                <a:gd name="T7" fmla="*/ 3127 h 10"/>
                <a:gd name="T8" fmla="*/ 621 w 11"/>
                <a:gd name="T9" fmla="*/ 4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3" y="1"/>
                  </a:moveTo>
                  <a:cubicBezTo>
                    <a:pt x="5" y="0"/>
                    <a:pt x="8" y="0"/>
                    <a:pt x="9" y="2"/>
                  </a:cubicBezTo>
                  <a:cubicBezTo>
                    <a:pt x="11" y="4"/>
                    <a:pt x="11" y="7"/>
                    <a:pt x="9" y="9"/>
                  </a:cubicBezTo>
                  <a:cubicBezTo>
                    <a:pt x="7" y="10"/>
                    <a:pt x="4" y="10"/>
                    <a:pt x="2" y="8"/>
                  </a:cubicBezTo>
                  <a:cubicBezTo>
                    <a:pt x="0" y="6"/>
                    <a:pt x="1" y="3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0" name="Freeform 1220">
              <a:extLst>
                <a:ext uri="{FF2B5EF4-FFF2-40B4-BE49-F238E27FC236}">
                  <a16:creationId xmlns:a16="http://schemas.microsoft.com/office/drawing/2014/main" id="{4DD2802B-6FE8-4B59-8DE3-0D1F33507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004"/>
              <a:ext cx="120" cy="64"/>
            </a:xfrm>
            <a:custGeom>
              <a:avLst/>
              <a:gdLst>
                <a:gd name="T0" fmla="*/ 520 w 48"/>
                <a:gd name="T1" fmla="*/ 1459 h 24"/>
                <a:gd name="T2" fmla="*/ 0 w 48"/>
                <a:gd name="T3" fmla="*/ 2824 h 24"/>
                <a:gd name="T4" fmla="*/ 11063 w 48"/>
                <a:gd name="T5" fmla="*/ 8648 h 24"/>
                <a:gd name="T6" fmla="*/ 11063 w 48"/>
                <a:gd name="T7" fmla="*/ 8648 h 24"/>
                <a:gd name="T8" fmla="*/ 11533 w 48"/>
                <a:gd name="T9" fmla="*/ 7531 h 24"/>
                <a:gd name="T10" fmla="*/ 11720 w 48"/>
                <a:gd name="T11" fmla="*/ 6883 h 24"/>
                <a:gd name="T12" fmla="*/ 11720 w 48"/>
                <a:gd name="T13" fmla="*/ 6883 h 24"/>
                <a:gd name="T14" fmla="*/ 988 w 48"/>
                <a:gd name="T15" fmla="*/ 0 h 24"/>
                <a:gd name="T16" fmla="*/ 520 w 48"/>
                <a:gd name="T17" fmla="*/ 1459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4">
                  <a:moveTo>
                    <a:pt x="2" y="4"/>
                  </a:moveTo>
                  <a:cubicBezTo>
                    <a:pt x="2" y="5"/>
                    <a:pt x="1" y="7"/>
                    <a:pt x="0" y="8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3"/>
                    <a:pt x="46" y="22"/>
                    <a:pt x="47" y="21"/>
                  </a:cubicBezTo>
                  <a:cubicBezTo>
                    <a:pt x="47" y="20"/>
                    <a:pt x="47" y="20"/>
                    <a:pt x="48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2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1" name="Freeform 1221">
              <a:extLst>
                <a:ext uri="{FF2B5EF4-FFF2-40B4-BE49-F238E27FC236}">
                  <a16:creationId xmlns:a16="http://schemas.microsoft.com/office/drawing/2014/main" id="{2B8CA0C2-7FCF-4C73-A5D2-2815032E7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012"/>
              <a:ext cx="112" cy="45"/>
            </a:xfrm>
            <a:custGeom>
              <a:avLst/>
              <a:gdLst>
                <a:gd name="T0" fmla="*/ 0 w 45"/>
                <a:gd name="T1" fmla="*/ 1668 h 17"/>
                <a:gd name="T2" fmla="*/ 650 w 45"/>
                <a:gd name="T3" fmla="*/ 0 h 17"/>
                <a:gd name="T4" fmla="*/ 10697 w 45"/>
                <a:gd name="T5" fmla="*/ 5845 h 17"/>
                <a:gd name="T6" fmla="*/ 953 w 45"/>
                <a:gd name="T7" fmla="*/ 1038 h 17"/>
                <a:gd name="T8" fmla="*/ 0 w 45"/>
                <a:gd name="T9" fmla="*/ 166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7">
                  <a:moveTo>
                    <a:pt x="0" y="5"/>
                  </a:moveTo>
                  <a:cubicBezTo>
                    <a:pt x="1" y="3"/>
                    <a:pt x="3" y="0"/>
                    <a:pt x="3" y="0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7"/>
                    <a:pt x="6" y="2"/>
                    <a:pt x="4" y="3"/>
                  </a:cubicBezTo>
                  <a:cubicBezTo>
                    <a:pt x="2" y="3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2" name="Freeform 1222">
              <a:extLst>
                <a:ext uri="{FF2B5EF4-FFF2-40B4-BE49-F238E27FC236}">
                  <a16:creationId xmlns:a16="http://schemas.microsoft.com/office/drawing/2014/main" id="{786C8184-323B-4F40-88CB-A7CABF59C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004"/>
              <a:ext cx="120" cy="64"/>
            </a:xfrm>
            <a:custGeom>
              <a:avLst/>
              <a:gdLst>
                <a:gd name="T0" fmla="*/ 520 w 48"/>
                <a:gd name="T1" fmla="*/ 1459 h 24"/>
                <a:gd name="T2" fmla="*/ 0 w 48"/>
                <a:gd name="T3" fmla="*/ 2824 h 24"/>
                <a:gd name="T4" fmla="*/ 11063 w 48"/>
                <a:gd name="T5" fmla="*/ 8648 h 24"/>
                <a:gd name="T6" fmla="*/ 11063 w 48"/>
                <a:gd name="T7" fmla="*/ 8648 h 24"/>
                <a:gd name="T8" fmla="*/ 11533 w 48"/>
                <a:gd name="T9" fmla="*/ 7531 h 24"/>
                <a:gd name="T10" fmla="*/ 11720 w 48"/>
                <a:gd name="T11" fmla="*/ 6883 h 24"/>
                <a:gd name="T12" fmla="*/ 11720 w 48"/>
                <a:gd name="T13" fmla="*/ 6883 h 24"/>
                <a:gd name="T14" fmla="*/ 988 w 48"/>
                <a:gd name="T15" fmla="*/ 0 h 24"/>
                <a:gd name="T16" fmla="*/ 520 w 48"/>
                <a:gd name="T17" fmla="*/ 1459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4">
                  <a:moveTo>
                    <a:pt x="2" y="4"/>
                  </a:moveTo>
                  <a:cubicBezTo>
                    <a:pt x="2" y="5"/>
                    <a:pt x="1" y="7"/>
                    <a:pt x="0" y="8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3"/>
                    <a:pt x="46" y="22"/>
                    <a:pt x="47" y="21"/>
                  </a:cubicBezTo>
                  <a:cubicBezTo>
                    <a:pt x="47" y="20"/>
                    <a:pt x="47" y="20"/>
                    <a:pt x="48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2"/>
                    <a:pt x="3" y="3"/>
                    <a:pt x="2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3" name="Freeform 1223">
              <a:extLst>
                <a:ext uri="{FF2B5EF4-FFF2-40B4-BE49-F238E27FC236}">
                  <a16:creationId xmlns:a16="http://schemas.microsoft.com/office/drawing/2014/main" id="{20B7128A-E3AF-40D4-93F4-0EE0242BB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913"/>
              <a:ext cx="140" cy="150"/>
            </a:xfrm>
            <a:custGeom>
              <a:avLst/>
              <a:gdLst>
                <a:gd name="T0" fmla="*/ 4425 w 56"/>
                <a:gd name="T1" fmla="*/ 18490 h 56"/>
                <a:gd name="T2" fmla="*/ 1488 w 56"/>
                <a:gd name="T3" fmla="*/ 6651 h 56"/>
                <a:gd name="T4" fmla="*/ 9300 w 56"/>
                <a:gd name="T5" fmla="*/ 2210 h 56"/>
                <a:gd name="T6" fmla="*/ 12238 w 56"/>
                <a:gd name="T7" fmla="*/ 14049 h 56"/>
                <a:gd name="T8" fmla="*/ 4425 w 56"/>
                <a:gd name="T9" fmla="*/ 1849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18" y="50"/>
                  </a:moveTo>
                  <a:cubicBezTo>
                    <a:pt x="5" y="44"/>
                    <a:pt x="0" y="30"/>
                    <a:pt x="6" y="18"/>
                  </a:cubicBezTo>
                  <a:cubicBezTo>
                    <a:pt x="11" y="5"/>
                    <a:pt x="26" y="0"/>
                    <a:pt x="38" y="6"/>
                  </a:cubicBezTo>
                  <a:cubicBezTo>
                    <a:pt x="50" y="11"/>
                    <a:pt x="56" y="26"/>
                    <a:pt x="50" y="38"/>
                  </a:cubicBezTo>
                  <a:cubicBezTo>
                    <a:pt x="44" y="50"/>
                    <a:pt x="30" y="56"/>
                    <a:pt x="18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4" name="Freeform 1224">
              <a:extLst>
                <a:ext uri="{FF2B5EF4-FFF2-40B4-BE49-F238E27FC236}">
                  <a16:creationId xmlns:a16="http://schemas.microsoft.com/office/drawing/2014/main" id="{F08E03EC-C5F9-4C9F-8E68-EB906AFBE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847"/>
              <a:ext cx="137" cy="146"/>
            </a:xfrm>
            <a:custGeom>
              <a:avLst/>
              <a:gdLst>
                <a:gd name="T0" fmla="*/ 10275 w 55"/>
                <a:gd name="T1" fmla="*/ 16087 h 55"/>
                <a:gd name="T2" fmla="*/ 2115 w 55"/>
                <a:gd name="T3" fmla="*/ 15038 h 55"/>
                <a:gd name="T4" fmla="*/ 2892 w 55"/>
                <a:gd name="T5" fmla="*/ 2790 h 55"/>
                <a:gd name="T6" fmla="*/ 11207 w 55"/>
                <a:gd name="T7" fmla="*/ 4229 h 55"/>
                <a:gd name="T8" fmla="*/ 10275 w 55"/>
                <a:gd name="T9" fmla="*/ 1608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43" y="46"/>
                  </a:moveTo>
                  <a:cubicBezTo>
                    <a:pt x="32" y="55"/>
                    <a:pt x="17" y="53"/>
                    <a:pt x="9" y="43"/>
                  </a:cubicBezTo>
                  <a:cubicBezTo>
                    <a:pt x="0" y="32"/>
                    <a:pt x="2" y="17"/>
                    <a:pt x="12" y="8"/>
                  </a:cubicBezTo>
                  <a:cubicBezTo>
                    <a:pt x="23" y="0"/>
                    <a:pt x="38" y="2"/>
                    <a:pt x="47" y="12"/>
                  </a:cubicBezTo>
                  <a:cubicBezTo>
                    <a:pt x="55" y="23"/>
                    <a:pt x="53" y="38"/>
                    <a:pt x="43" y="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5" name="Freeform 1225">
              <a:extLst>
                <a:ext uri="{FF2B5EF4-FFF2-40B4-BE49-F238E27FC236}">
                  <a16:creationId xmlns:a16="http://schemas.microsoft.com/office/drawing/2014/main" id="{56547AAF-4A39-40A5-89E9-6AB3FC993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233"/>
              <a:ext cx="125" cy="134"/>
            </a:xfrm>
            <a:custGeom>
              <a:avLst/>
              <a:gdLst>
                <a:gd name="T0" fmla="*/ 5863 w 50"/>
                <a:gd name="T1" fmla="*/ 18516 h 50"/>
                <a:gd name="T2" fmla="*/ 313 w 50"/>
                <a:gd name="T3" fmla="*/ 8871 h 50"/>
                <a:gd name="T4" fmla="*/ 6375 w 50"/>
                <a:gd name="T5" fmla="*/ 402 h 50"/>
                <a:gd name="T6" fmla="*/ 12033 w 50"/>
                <a:gd name="T7" fmla="*/ 9704 h 50"/>
                <a:gd name="T8" fmla="*/ 5863 w 50"/>
                <a:gd name="T9" fmla="*/ 1851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24" y="50"/>
                  </a:moveTo>
                  <a:cubicBezTo>
                    <a:pt x="11" y="49"/>
                    <a:pt x="0" y="38"/>
                    <a:pt x="1" y="24"/>
                  </a:cubicBezTo>
                  <a:cubicBezTo>
                    <a:pt x="1" y="11"/>
                    <a:pt x="13" y="0"/>
                    <a:pt x="26" y="1"/>
                  </a:cubicBezTo>
                  <a:cubicBezTo>
                    <a:pt x="40" y="2"/>
                    <a:pt x="50" y="13"/>
                    <a:pt x="49" y="26"/>
                  </a:cubicBezTo>
                  <a:cubicBezTo>
                    <a:pt x="49" y="40"/>
                    <a:pt x="37" y="50"/>
                    <a:pt x="24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6" name="Freeform 1226">
              <a:extLst>
                <a:ext uri="{FF2B5EF4-FFF2-40B4-BE49-F238E27FC236}">
                  <a16:creationId xmlns:a16="http://schemas.microsoft.com/office/drawing/2014/main" id="{95AE01F9-D0AB-40D6-BC4F-31AB46243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380"/>
              <a:ext cx="138" cy="147"/>
            </a:xfrm>
            <a:custGeom>
              <a:avLst/>
              <a:gdLst>
                <a:gd name="T0" fmla="*/ 1310 w 55"/>
                <a:gd name="T1" fmla="*/ 13936 h 55"/>
                <a:gd name="T2" fmla="*/ 4281 w 55"/>
                <a:gd name="T3" fmla="*/ 1793 h 55"/>
                <a:gd name="T4" fmla="*/ 12244 w 55"/>
                <a:gd name="T5" fmla="*/ 6129 h 55"/>
                <a:gd name="T6" fmla="*/ 9432 w 55"/>
                <a:gd name="T7" fmla="*/ 17851 h 55"/>
                <a:gd name="T8" fmla="*/ 1310 w 55"/>
                <a:gd name="T9" fmla="*/ 1393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5" y="38"/>
                  </a:moveTo>
                  <a:cubicBezTo>
                    <a:pt x="0" y="26"/>
                    <a:pt x="5" y="11"/>
                    <a:pt x="17" y="5"/>
                  </a:cubicBezTo>
                  <a:cubicBezTo>
                    <a:pt x="29" y="0"/>
                    <a:pt x="43" y="5"/>
                    <a:pt x="49" y="17"/>
                  </a:cubicBezTo>
                  <a:cubicBezTo>
                    <a:pt x="55" y="29"/>
                    <a:pt x="50" y="43"/>
                    <a:pt x="38" y="49"/>
                  </a:cubicBezTo>
                  <a:cubicBezTo>
                    <a:pt x="26" y="55"/>
                    <a:pt x="11" y="50"/>
                    <a:pt x="5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7" name="Freeform 1227">
              <a:extLst>
                <a:ext uri="{FF2B5EF4-FFF2-40B4-BE49-F238E27FC236}">
                  <a16:creationId xmlns:a16="http://schemas.microsoft.com/office/drawing/2014/main" id="{1DA79A2D-A82F-4FA6-8A42-8BFCE8838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812"/>
              <a:ext cx="92" cy="75"/>
            </a:xfrm>
            <a:custGeom>
              <a:avLst/>
              <a:gdLst>
                <a:gd name="T0" fmla="*/ 644 w 37"/>
                <a:gd name="T1" fmla="*/ 9206 h 28"/>
                <a:gd name="T2" fmla="*/ 1149 w 37"/>
                <a:gd name="T3" fmla="*/ 10339 h 28"/>
                <a:gd name="T4" fmla="*/ 8747 w 37"/>
                <a:gd name="T5" fmla="*/ 1808 h 28"/>
                <a:gd name="T6" fmla="*/ 8747 w 37"/>
                <a:gd name="T7" fmla="*/ 1808 h 28"/>
                <a:gd name="T8" fmla="*/ 8253 w 37"/>
                <a:gd name="T9" fmla="*/ 675 h 28"/>
                <a:gd name="T10" fmla="*/ 8069 w 37"/>
                <a:gd name="T11" fmla="*/ 0 h 28"/>
                <a:gd name="T12" fmla="*/ 8069 w 37"/>
                <a:gd name="T13" fmla="*/ 0 h 28"/>
                <a:gd name="T14" fmla="*/ 0 w 37"/>
                <a:gd name="T15" fmla="*/ 8129 h 28"/>
                <a:gd name="T16" fmla="*/ 644 w 37"/>
                <a:gd name="T17" fmla="*/ 920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8">
                  <a:moveTo>
                    <a:pt x="3" y="25"/>
                  </a:moveTo>
                  <a:cubicBezTo>
                    <a:pt x="4" y="26"/>
                    <a:pt x="4" y="27"/>
                    <a:pt x="5" y="28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5" y="2"/>
                    <a:pt x="34" y="1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3"/>
                    <a:pt x="2" y="24"/>
                    <a:pt x="3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8" name="Freeform 1228">
              <a:extLst>
                <a:ext uri="{FF2B5EF4-FFF2-40B4-BE49-F238E27FC236}">
                  <a16:creationId xmlns:a16="http://schemas.microsoft.com/office/drawing/2014/main" id="{D6CAD474-3016-48CE-BB5E-64155838A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292"/>
              <a:ext cx="118" cy="21"/>
            </a:xfrm>
            <a:custGeom>
              <a:avLst/>
              <a:gdLst>
                <a:gd name="T0" fmla="*/ 316 w 47"/>
                <a:gd name="T1" fmla="*/ 1378 h 8"/>
                <a:gd name="T2" fmla="*/ 0 w 47"/>
                <a:gd name="T3" fmla="*/ 2604 h 8"/>
                <a:gd name="T4" fmla="*/ 11755 w 47"/>
                <a:gd name="T5" fmla="*/ 2604 h 8"/>
                <a:gd name="T6" fmla="*/ 11755 w 47"/>
                <a:gd name="T7" fmla="*/ 2604 h 8"/>
                <a:gd name="T8" fmla="*/ 11755 w 47"/>
                <a:gd name="T9" fmla="*/ 1992 h 8"/>
                <a:gd name="T10" fmla="*/ 11755 w 47"/>
                <a:gd name="T11" fmla="*/ 992 h 8"/>
                <a:gd name="T12" fmla="*/ 11755 w 47"/>
                <a:gd name="T13" fmla="*/ 992 h 8"/>
                <a:gd name="T14" fmla="*/ 316 w 47"/>
                <a:gd name="T15" fmla="*/ 0 h 8"/>
                <a:gd name="T16" fmla="*/ 316 w 47"/>
                <a:gd name="T17" fmla="*/ 137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">
                  <a:moveTo>
                    <a:pt x="1" y="4"/>
                  </a:moveTo>
                  <a:cubicBezTo>
                    <a:pt x="1" y="6"/>
                    <a:pt x="0" y="7"/>
                    <a:pt x="0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6"/>
                    <a:pt x="47" y="6"/>
                  </a:cubicBezTo>
                  <a:cubicBezTo>
                    <a:pt x="47" y="5"/>
                    <a:pt x="47" y="4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1" y="3"/>
                    <a:pt x="1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9" name="Freeform 1229">
              <a:extLst>
                <a:ext uri="{FF2B5EF4-FFF2-40B4-BE49-F238E27FC236}">
                  <a16:creationId xmlns:a16="http://schemas.microsoft.com/office/drawing/2014/main" id="{C2A586B3-D69B-4455-B91F-8DA669077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508"/>
              <a:ext cx="63" cy="101"/>
            </a:xfrm>
            <a:custGeom>
              <a:avLst/>
              <a:gdLst>
                <a:gd name="T0" fmla="*/ 1011 w 25"/>
                <a:gd name="T1" fmla="*/ 396 h 38"/>
                <a:gd name="T2" fmla="*/ 0 w 25"/>
                <a:gd name="T3" fmla="*/ 1053 h 38"/>
                <a:gd name="T4" fmla="*/ 5410 w 25"/>
                <a:gd name="T5" fmla="*/ 13367 h 38"/>
                <a:gd name="T6" fmla="*/ 5410 w 25"/>
                <a:gd name="T7" fmla="*/ 13367 h 38"/>
                <a:gd name="T8" fmla="*/ 6096 w 25"/>
                <a:gd name="T9" fmla="*/ 12979 h 38"/>
                <a:gd name="T10" fmla="*/ 6421 w 25"/>
                <a:gd name="T11" fmla="*/ 12335 h 38"/>
                <a:gd name="T12" fmla="*/ 6421 w 25"/>
                <a:gd name="T13" fmla="*/ 12335 h 38"/>
                <a:gd name="T14" fmla="*/ 1809 w 25"/>
                <a:gd name="T15" fmla="*/ 0 h 38"/>
                <a:gd name="T16" fmla="*/ 1011 w 25"/>
                <a:gd name="T17" fmla="*/ 396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8">
                  <a:moveTo>
                    <a:pt x="4" y="1"/>
                  </a:moveTo>
                  <a:cubicBezTo>
                    <a:pt x="3" y="2"/>
                    <a:pt x="2" y="3"/>
                    <a:pt x="0" y="3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2" y="38"/>
                    <a:pt x="23" y="37"/>
                    <a:pt x="24" y="37"/>
                  </a:cubicBezTo>
                  <a:cubicBezTo>
                    <a:pt x="25" y="37"/>
                    <a:pt x="25" y="35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1"/>
                    <a:pt x="4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0" name="Freeform 1230">
              <a:extLst>
                <a:ext uri="{FF2B5EF4-FFF2-40B4-BE49-F238E27FC236}">
                  <a16:creationId xmlns:a16="http://schemas.microsoft.com/office/drawing/2014/main" id="{5E87B624-1C0A-4D75-97EA-238859F78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628"/>
              <a:ext cx="135" cy="144"/>
            </a:xfrm>
            <a:custGeom>
              <a:avLst/>
              <a:gdLst>
                <a:gd name="T0" fmla="*/ 10750 w 54"/>
                <a:gd name="T1" fmla="*/ 16179 h 54"/>
                <a:gd name="T2" fmla="*/ 10750 w 54"/>
                <a:gd name="T3" fmla="*/ 3640 h 54"/>
                <a:gd name="T4" fmla="*/ 2470 w 54"/>
                <a:gd name="T5" fmla="*/ 3640 h 54"/>
                <a:gd name="T6" fmla="*/ 2270 w 54"/>
                <a:gd name="T7" fmla="*/ 15779 h 54"/>
                <a:gd name="T8" fmla="*/ 10750 w 54"/>
                <a:gd name="T9" fmla="*/ 1617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4">
                  <a:moveTo>
                    <a:pt x="44" y="45"/>
                  </a:moveTo>
                  <a:cubicBezTo>
                    <a:pt x="53" y="35"/>
                    <a:pt x="54" y="20"/>
                    <a:pt x="44" y="10"/>
                  </a:cubicBezTo>
                  <a:cubicBezTo>
                    <a:pt x="35" y="1"/>
                    <a:pt x="20" y="0"/>
                    <a:pt x="10" y="10"/>
                  </a:cubicBezTo>
                  <a:cubicBezTo>
                    <a:pt x="0" y="19"/>
                    <a:pt x="0" y="34"/>
                    <a:pt x="9" y="44"/>
                  </a:cubicBezTo>
                  <a:cubicBezTo>
                    <a:pt x="19" y="54"/>
                    <a:pt x="34" y="54"/>
                    <a:pt x="44" y="45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1" name="Freeform 1231">
              <a:extLst>
                <a:ext uri="{FF2B5EF4-FFF2-40B4-BE49-F238E27FC236}">
                  <a16:creationId xmlns:a16="http://schemas.microsoft.com/office/drawing/2014/main" id="{F595B0C0-1BE8-4D00-89B6-5B00478E2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652"/>
              <a:ext cx="68" cy="69"/>
            </a:xfrm>
            <a:custGeom>
              <a:avLst/>
              <a:gdLst>
                <a:gd name="T0" fmla="*/ 5589 w 27"/>
                <a:gd name="T1" fmla="*/ 1741 h 26"/>
                <a:gd name="T2" fmla="*/ 1534 w 27"/>
                <a:gd name="T3" fmla="*/ 1436 h 26"/>
                <a:gd name="T4" fmla="*/ 1007 w 27"/>
                <a:gd name="T5" fmla="*/ 6993 h 26"/>
                <a:gd name="T6" fmla="*/ 5354 w 27"/>
                <a:gd name="T7" fmla="*/ 7640 h 26"/>
                <a:gd name="T8" fmla="*/ 5589 w 27"/>
                <a:gd name="T9" fmla="*/ 174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6">
                  <a:moveTo>
                    <a:pt x="22" y="5"/>
                  </a:moveTo>
                  <a:cubicBezTo>
                    <a:pt x="18" y="0"/>
                    <a:pt x="11" y="0"/>
                    <a:pt x="6" y="4"/>
                  </a:cubicBezTo>
                  <a:cubicBezTo>
                    <a:pt x="1" y="8"/>
                    <a:pt x="0" y="15"/>
                    <a:pt x="4" y="20"/>
                  </a:cubicBezTo>
                  <a:cubicBezTo>
                    <a:pt x="9" y="25"/>
                    <a:pt x="16" y="26"/>
                    <a:pt x="21" y="22"/>
                  </a:cubicBezTo>
                  <a:cubicBezTo>
                    <a:pt x="26" y="18"/>
                    <a:pt x="27" y="10"/>
                    <a:pt x="22" y="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2" name="Freeform 1232">
              <a:extLst>
                <a:ext uri="{FF2B5EF4-FFF2-40B4-BE49-F238E27FC236}">
                  <a16:creationId xmlns:a16="http://schemas.microsoft.com/office/drawing/2014/main" id="{21B6360C-42E3-4A12-A33F-1F65126EE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665"/>
              <a:ext cx="27" cy="30"/>
            </a:xfrm>
            <a:custGeom>
              <a:avLst/>
              <a:gdLst>
                <a:gd name="T0" fmla="*/ 1964 w 11"/>
                <a:gd name="T1" fmla="*/ 1219 h 11"/>
                <a:gd name="T2" fmla="*/ 621 w 11"/>
                <a:gd name="T3" fmla="*/ 775 h 11"/>
                <a:gd name="T4" fmla="*/ 427 w 11"/>
                <a:gd name="T5" fmla="*/ 3755 h 11"/>
                <a:gd name="T6" fmla="*/ 1964 w 11"/>
                <a:gd name="T7" fmla="*/ 3755 h 11"/>
                <a:gd name="T8" fmla="*/ 1964 w 11"/>
                <a:gd name="T9" fmla="*/ 121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9" y="3"/>
                  </a:moveTo>
                  <a:cubicBezTo>
                    <a:pt x="8" y="1"/>
                    <a:pt x="5" y="0"/>
                    <a:pt x="3" y="2"/>
                  </a:cubicBezTo>
                  <a:cubicBezTo>
                    <a:pt x="1" y="4"/>
                    <a:pt x="0" y="7"/>
                    <a:pt x="2" y="9"/>
                  </a:cubicBezTo>
                  <a:cubicBezTo>
                    <a:pt x="4" y="11"/>
                    <a:pt x="7" y="11"/>
                    <a:pt x="9" y="9"/>
                  </a:cubicBezTo>
                  <a:cubicBezTo>
                    <a:pt x="11" y="8"/>
                    <a:pt x="11" y="5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3" name="Freeform 1233">
              <a:extLst>
                <a:ext uri="{FF2B5EF4-FFF2-40B4-BE49-F238E27FC236}">
                  <a16:creationId xmlns:a16="http://schemas.microsoft.com/office/drawing/2014/main" id="{44A0FEB9-9DF0-4A04-AF9B-F03666DC8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737"/>
              <a:ext cx="97" cy="86"/>
            </a:xfrm>
            <a:custGeom>
              <a:avLst/>
              <a:gdLst>
                <a:gd name="T0" fmla="*/ 8568 w 39"/>
                <a:gd name="T1" fmla="*/ 1148 h 32"/>
                <a:gd name="T2" fmla="*/ 9217 w 39"/>
                <a:gd name="T3" fmla="*/ 2255 h 32"/>
                <a:gd name="T4" fmla="*/ 644 w 39"/>
                <a:gd name="T5" fmla="*/ 12053 h 32"/>
                <a:gd name="T6" fmla="*/ 644 w 39"/>
                <a:gd name="T7" fmla="*/ 12053 h 32"/>
                <a:gd name="T8" fmla="*/ 187 w 39"/>
                <a:gd name="T9" fmla="*/ 11376 h 32"/>
                <a:gd name="T10" fmla="*/ 0 w 39"/>
                <a:gd name="T11" fmla="*/ 10229 h 32"/>
                <a:gd name="T12" fmla="*/ 0 w 39"/>
                <a:gd name="T13" fmla="*/ 10229 h 32"/>
                <a:gd name="T14" fmla="*/ 8078 w 39"/>
                <a:gd name="T15" fmla="*/ 0 h 32"/>
                <a:gd name="T16" fmla="*/ 8568 w 39"/>
                <a:gd name="T17" fmla="*/ 114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2">
                  <a:moveTo>
                    <a:pt x="36" y="3"/>
                  </a:moveTo>
                  <a:cubicBezTo>
                    <a:pt x="37" y="4"/>
                    <a:pt x="38" y="5"/>
                    <a:pt x="39" y="6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2" y="32"/>
                    <a:pt x="2" y="30"/>
                    <a:pt x="1" y="30"/>
                  </a:cubicBezTo>
                  <a:cubicBezTo>
                    <a:pt x="0" y="29"/>
                    <a:pt x="0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"/>
                    <a:pt x="35" y="2"/>
                    <a:pt x="36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4" name="Freeform 1234">
              <a:extLst>
                <a:ext uri="{FF2B5EF4-FFF2-40B4-BE49-F238E27FC236}">
                  <a16:creationId xmlns:a16="http://schemas.microsoft.com/office/drawing/2014/main" id="{834FF3CA-F86C-4567-AB52-99325B92F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745"/>
              <a:ext cx="90" cy="67"/>
            </a:xfrm>
            <a:custGeom>
              <a:avLst/>
              <a:gdLst>
                <a:gd name="T0" fmla="*/ 8800 w 36"/>
                <a:gd name="T1" fmla="*/ 1077 h 25"/>
                <a:gd name="T2" fmla="*/ 7813 w 36"/>
                <a:gd name="T3" fmla="*/ 0 h 25"/>
                <a:gd name="T4" fmla="*/ 0 w 36"/>
                <a:gd name="T5" fmla="*/ 9281 h 25"/>
                <a:gd name="T6" fmla="*/ 7813 w 36"/>
                <a:gd name="T7" fmla="*/ 1077 h 25"/>
                <a:gd name="T8" fmla="*/ 8800 w 36"/>
                <a:gd name="T9" fmla="*/ 107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5">
                  <a:moveTo>
                    <a:pt x="36" y="3"/>
                  </a:moveTo>
                  <a:cubicBezTo>
                    <a:pt x="35" y="3"/>
                    <a:pt x="32" y="0"/>
                    <a:pt x="32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30" y="3"/>
                    <a:pt x="32" y="3"/>
                  </a:cubicBezTo>
                  <a:cubicBezTo>
                    <a:pt x="34" y="3"/>
                    <a:pt x="36" y="4"/>
                    <a:pt x="36" y="3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5" name="Freeform 1235">
              <a:extLst>
                <a:ext uri="{FF2B5EF4-FFF2-40B4-BE49-F238E27FC236}">
                  <a16:creationId xmlns:a16="http://schemas.microsoft.com/office/drawing/2014/main" id="{23EC056A-7E84-46B5-B422-E567B58B4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737"/>
              <a:ext cx="97" cy="86"/>
            </a:xfrm>
            <a:custGeom>
              <a:avLst/>
              <a:gdLst>
                <a:gd name="T0" fmla="*/ 8568 w 39"/>
                <a:gd name="T1" fmla="*/ 1148 h 32"/>
                <a:gd name="T2" fmla="*/ 9217 w 39"/>
                <a:gd name="T3" fmla="*/ 2255 h 32"/>
                <a:gd name="T4" fmla="*/ 644 w 39"/>
                <a:gd name="T5" fmla="*/ 12053 h 32"/>
                <a:gd name="T6" fmla="*/ 644 w 39"/>
                <a:gd name="T7" fmla="*/ 12053 h 32"/>
                <a:gd name="T8" fmla="*/ 187 w 39"/>
                <a:gd name="T9" fmla="*/ 11376 h 32"/>
                <a:gd name="T10" fmla="*/ 0 w 39"/>
                <a:gd name="T11" fmla="*/ 10229 h 32"/>
                <a:gd name="T12" fmla="*/ 0 w 39"/>
                <a:gd name="T13" fmla="*/ 10229 h 32"/>
                <a:gd name="T14" fmla="*/ 8078 w 39"/>
                <a:gd name="T15" fmla="*/ 0 h 32"/>
                <a:gd name="T16" fmla="*/ 8568 w 39"/>
                <a:gd name="T17" fmla="*/ 114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2">
                  <a:moveTo>
                    <a:pt x="36" y="3"/>
                  </a:moveTo>
                  <a:cubicBezTo>
                    <a:pt x="37" y="4"/>
                    <a:pt x="38" y="5"/>
                    <a:pt x="39" y="6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2" y="32"/>
                    <a:pt x="2" y="30"/>
                    <a:pt x="1" y="30"/>
                  </a:cubicBezTo>
                  <a:cubicBezTo>
                    <a:pt x="0" y="29"/>
                    <a:pt x="0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"/>
                    <a:pt x="35" y="2"/>
                    <a:pt x="36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6" name="Freeform 1236">
              <a:extLst>
                <a:ext uri="{FF2B5EF4-FFF2-40B4-BE49-F238E27FC236}">
                  <a16:creationId xmlns:a16="http://schemas.microsoft.com/office/drawing/2014/main" id="{BE4DCCD9-EE7A-41C0-AEB3-7FD3384AC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628"/>
              <a:ext cx="135" cy="144"/>
            </a:xfrm>
            <a:custGeom>
              <a:avLst/>
              <a:gdLst>
                <a:gd name="T0" fmla="*/ 10750 w 54"/>
                <a:gd name="T1" fmla="*/ 16179 h 54"/>
                <a:gd name="T2" fmla="*/ 10750 w 54"/>
                <a:gd name="T3" fmla="*/ 3640 h 54"/>
                <a:gd name="T4" fmla="*/ 2470 w 54"/>
                <a:gd name="T5" fmla="*/ 3640 h 54"/>
                <a:gd name="T6" fmla="*/ 2270 w 54"/>
                <a:gd name="T7" fmla="*/ 15779 h 54"/>
                <a:gd name="T8" fmla="*/ 10750 w 54"/>
                <a:gd name="T9" fmla="*/ 1617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4">
                  <a:moveTo>
                    <a:pt x="44" y="45"/>
                  </a:moveTo>
                  <a:cubicBezTo>
                    <a:pt x="53" y="35"/>
                    <a:pt x="54" y="20"/>
                    <a:pt x="44" y="10"/>
                  </a:cubicBezTo>
                  <a:cubicBezTo>
                    <a:pt x="35" y="1"/>
                    <a:pt x="20" y="0"/>
                    <a:pt x="10" y="10"/>
                  </a:cubicBezTo>
                  <a:cubicBezTo>
                    <a:pt x="0" y="19"/>
                    <a:pt x="0" y="34"/>
                    <a:pt x="9" y="44"/>
                  </a:cubicBezTo>
                  <a:cubicBezTo>
                    <a:pt x="19" y="54"/>
                    <a:pt x="34" y="54"/>
                    <a:pt x="44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7" name="Freeform 1237">
              <a:extLst>
                <a:ext uri="{FF2B5EF4-FFF2-40B4-BE49-F238E27FC236}">
                  <a16:creationId xmlns:a16="http://schemas.microsoft.com/office/drawing/2014/main" id="{2B850F05-526D-40DC-B075-A35524CDF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855"/>
              <a:ext cx="137" cy="146"/>
            </a:xfrm>
            <a:custGeom>
              <a:avLst/>
              <a:gdLst>
                <a:gd name="T0" fmla="*/ 2892 w 55"/>
                <a:gd name="T1" fmla="*/ 16482 h 55"/>
                <a:gd name="T2" fmla="*/ 11007 w 55"/>
                <a:gd name="T3" fmla="*/ 15038 h 55"/>
                <a:gd name="T4" fmla="*/ 10275 w 55"/>
                <a:gd name="T5" fmla="*/ 3177 h 55"/>
                <a:gd name="T6" fmla="*/ 1930 w 55"/>
                <a:gd name="T7" fmla="*/ 4622 h 55"/>
                <a:gd name="T8" fmla="*/ 2892 w 55"/>
                <a:gd name="T9" fmla="*/ 1648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12" y="47"/>
                  </a:moveTo>
                  <a:cubicBezTo>
                    <a:pt x="23" y="55"/>
                    <a:pt x="38" y="53"/>
                    <a:pt x="46" y="43"/>
                  </a:cubicBezTo>
                  <a:cubicBezTo>
                    <a:pt x="55" y="33"/>
                    <a:pt x="53" y="17"/>
                    <a:pt x="43" y="9"/>
                  </a:cubicBezTo>
                  <a:cubicBezTo>
                    <a:pt x="32" y="0"/>
                    <a:pt x="17" y="2"/>
                    <a:pt x="8" y="13"/>
                  </a:cubicBezTo>
                  <a:cubicBezTo>
                    <a:pt x="0" y="23"/>
                    <a:pt x="2" y="38"/>
                    <a:pt x="12" y="47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8" name="Freeform 1238">
              <a:extLst>
                <a:ext uri="{FF2B5EF4-FFF2-40B4-BE49-F238E27FC236}">
                  <a16:creationId xmlns:a16="http://schemas.microsoft.com/office/drawing/2014/main" id="{F001F9CF-5967-477B-B104-1B4CFF593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881"/>
              <a:ext cx="67" cy="72"/>
            </a:xfrm>
            <a:custGeom>
              <a:avLst/>
              <a:gdLst>
                <a:gd name="T0" fmla="*/ 1405 w 27"/>
                <a:gd name="T1" fmla="*/ 8248 h 27"/>
                <a:gd name="T2" fmla="*/ 5350 w 27"/>
                <a:gd name="T3" fmla="*/ 7531 h 27"/>
                <a:gd name="T4" fmla="*/ 4889 w 27"/>
                <a:gd name="T5" fmla="*/ 1763 h 27"/>
                <a:gd name="T6" fmla="*/ 948 w 27"/>
                <a:gd name="T7" fmla="*/ 2184 h 27"/>
                <a:gd name="T8" fmla="*/ 1405 w 27"/>
                <a:gd name="T9" fmla="*/ 824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6" y="23"/>
                  </a:moveTo>
                  <a:cubicBezTo>
                    <a:pt x="11" y="27"/>
                    <a:pt x="19" y="26"/>
                    <a:pt x="23" y="21"/>
                  </a:cubicBezTo>
                  <a:cubicBezTo>
                    <a:pt x="27" y="16"/>
                    <a:pt x="26" y="9"/>
                    <a:pt x="21" y="5"/>
                  </a:cubicBezTo>
                  <a:cubicBezTo>
                    <a:pt x="16" y="0"/>
                    <a:pt x="8" y="1"/>
                    <a:pt x="4" y="6"/>
                  </a:cubicBezTo>
                  <a:cubicBezTo>
                    <a:pt x="0" y="12"/>
                    <a:pt x="1" y="19"/>
                    <a:pt x="6" y="23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9" name="Freeform 1239">
              <a:extLst>
                <a:ext uri="{FF2B5EF4-FFF2-40B4-BE49-F238E27FC236}">
                  <a16:creationId xmlns:a16="http://schemas.microsoft.com/office/drawing/2014/main" id="{64D79F72-60C6-4FFD-9A96-F670B0AD4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897"/>
              <a:ext cx="28" cy="30"/>
            </a:xfrm>
            <a:custGeom>
              <a:avLst/>
              <a:gdLst>
                <a:gd name="T0" fmla="*/ 843 w 11"/>
                <a:gd name="T1" fmla="*/ 3755 h 11"/>
                <a:gd name="T2" fmla="*/ 2474 w 11"/>
                <a:gd name="T3" fmla="*/ 3325 h 11"/>
                <a:gd name="T4" fmla="*/ 2474 w 11"/>
                <a:gd name="T5" fmla="*/ 775 h 11"/>
                <a:gd name="T6" fmla="*/ 545 w 11"/>
                <a:gd name="T7" fmla="*/ 1219 h 11"/>
                <a:gd name="T8" fmla="*/ 843 w 11"/>
                <a:gd name="T9" fmla="*/ 375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3" y="9"/>
                  </a:moveTo>
                  <a:cubicBezTo>
                    <a:pt x="5" y="11"/>
                    <a:pt x="8" y="11"/>
                    <a:pt x="9" y="8"/>
                  </a:cubicBezTo>
                  <a:cubicBezTo>
                    <a:pt x="11" y="6"/>
                    <a:pt x="11" y="3"/>
                    <a:pt x="9" y="2"/>
                  </a:cubicBezTo>
                  <a:cubicBezTo>
                    <a:pt x="6" y="0"/>
                    <a:pt x="3" y="0"/>
                    <a:pt x="2" y="3"/>
                  </a:cubicBezTo>
                  <a:cubicBezTo>
                    <a:pt x="0" y="5"/>
                    <a:pt x="1" y="8"/>
                    <a:pt x="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0" name="Freeform 1240">
              <a:extLst>
                <a:ext uri="{FF2B5EF4-FFF2-40B4-BE49-F238E27FC236}">
                  <a16:creationId xmlns:a16="http://schemas.microsoft.com/office/drawing/2014/main" id="{79EA88AB-51B1-4420-817D-872A3D74E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823"/>
              <a:ext cx="92" cy="74"/>
            </a:xfrm>
            <a:custGeom>
              <a:avLst/>
              <a:gdLst>
                <a:gd name="T0" fmla="*/ 8069 w 37"/>
                <a:gd name="T1" fmla="*/ 8494 h 28"/>
                <a:gd name="T2" fmla="*/ 7611 w 37"/>
                <a:gd name="T3" fmla="*/ 9562 h 28"/>
                <a:gd name="T4" fmla="*/ 0 w 37"/>
                <a:gd name="T5" fmla="*/ 1425 h 28"/>
                <a:gd name="T6" fmla="*/ 0 w 37"/>
                <a:gd name="T7" fmla="*/ 1425 h 28"/>
                <a:gd name="T8" fmla="*/ 462 w 37"/>
                <a:gd name="T9" fmla="*/ 629 h 28"/>
                <a:gd name="T10" fmla="*/ 644 w 37"/>
                <a:gd name="T11" fmla="*/ 0 h 28"/>
                <a:gd name="T12" fmla="*/ 644 w 37"/>
                <a:gd name="T13" fmla="*/ 0 h 28"/>
                <a:gd name="T14" fmla="*/ 8747 w 37"/>
                <a:gd name="T15" fmla="*/ 7461 h 28"/>
                <a:gd name="T16" fmla="*/ 8069 w 37"/>
                <a:gd name="T17" fmla="*/ 8494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8">
                  <a:moveTo>
                    <a:pt x="34" y="25"/>
                  </a:moveTo>
                  <a:cubicBezTo>
                    <a:pt x="33" y="26"/>
                    <a:pt x="33" y="27"/>
                    <a:pt x="32" y="2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6" y="22"/>
                    <a:pt x="35" y="23"/>
                    <a:pt x="34" y="25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1" name="Freeform 1241">
              <a:extLst>
                <a:ext uri="{FF2B5EF4-FFF2-40B4-BE49-F238E27FC236}">
                  <a16:creationId xmlns:a16="http://schemas.microsoft.com/office/drawing/2014/main" id="{8A2BFCCC-DD9F-49F8-8626-DA8595B41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825"/>
              <a:ext cx="78" cy="67"/>
            </a:xfrm>
            <a:custGeom>
              <a:avLst/>
              <a:gdLst>
                <a:gd name="T0" fmla="*/ 7058 w 31"/>
                <a:gd name="T1" fmla="*/ 9281 h 25"/>
                <a:gd name="T2" fmla="*/ 7850 w 31"/>
                <a:gd name="T3" fmla="*/ 7491 h 25"/>
                <a:gd name="T4" fmla="*/ 0 w 31"/>
                <a:gd name="T5" fmla="*/ 0 h 25"/>
                <a:gd name="T6" fmla="*/ 7058 w 31"/>
                <a:gd name="T7" fmla="*/ 7734 h 25"/>
                <a:gd name="T8" fmla="*/ 7058 w 31"/>
                <a:gd name="T9" fmla="*/ 928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28" y="25"/>
                  </a:moveTo>
                  <a:cubicBezTo>
                    <a:pt x="29" y="23"/>
                    <a:pt x="31" y="21"/>
                    <a:pt x="31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8" y="19"/>
                    <a:pt x="28" y="21"/>
                  </a:cubicBezTo>
                  <a:cubicBezTo>
                    <a:pt x="28" y="23"/>
                    <a:pt x="28" y="24"/>
                    <a:pt x="28" y="2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2" name="Freeform 1242">
              <a:extLst>
                <a:ext uri="{FF2B5EF4-FFF2-40B4-BE49-F238E27FC236}">
                  <a16:creationId xmlns:a16="http://schemas.microsoft.com/office/drawing/2014/main" id="{240FDBB5-DF87-4465-ACA1-F07F92451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313"/>
              <a:ext cx="117" cy="22"/>
            </a:xfrm>
            <a:custGeom>
              <a:avLst/>
              <a:gdLst>
                <a:gd name="T0" fmla="*/ 11167 w 47"/>
                <a:gd name="T1" fmla="*/ 1724 h 8"/>
                <a:gd name="T2" fmla="*/ 11167 w 47"/>
                <a:gd name="T3" fmla="*/ 3495 h 8"/>
                <a:gd name="T4" fmla="*/ 0 w 47"/>
                <a:gd name="T5" fmla="*/ 2973 h 8"/>
                <a:gd name="T6" fmla="*/ 0 w 47"/>
                <a:gd name="T7" fmla="*/ 2973 h 8"/>
                <a:gd name="T8" fmla="*/ 0 w 47"/>
                <a:gd name="T9" fmla="*/ 2225 h 8"/>
                <a:gd name="T10" fmla="*/ 0 w 47"/>
                <a:gd name="T11" fmla="*/ 976 h 8"/>
                <a:gd name="T12" fmla="*/ 0 w 47"/>
                <a:gd name="T13" fmla="*/ 976 h 8"/>
                <a:gd name="T14" fmla="*/ 11167 w 47"/>
                <a:gd name="T15" fmla="*/ 0 h 8"/>
                <a:gd name="T16" fmla="*/ 11167 w 47"/>
                <a:gd name="T17" fmla="*/ 172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">
                  <a:moveTo>
                    <a:pt x="47" y="4"/>
                  </a:moveTo>
                  <a:cubicBezTo>
                    <a:pt x="47" y="5"/>
                    <a:pt x="47" y="6"/>
                    <a:pt x="47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1"/>
                    <a:pt x="47" y="2"/>
                    <a:pt x="47" y="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3" name="Freeform 1243">
              <a:extLst>
                <a:ext uri="{FF2B5EF4-FFF2-40B4-BE49-F238E27FC236}">
                  <a16:creationId xmlns:a16="http://schemas.microsoft.com/office/drawing/2014/main" id="{5C0A94AA-35B9-479B-8CA5-9F8604CA1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316"/>
              <a:ext cx="112" cy="16"/>
            </a:xfrm>
            <a:custGeom>
              <a:avLst/>
              <a:gdLst>
                <a:gd name="T0" fmla="*/ 10697 w 45"/>
                <a:gd name="T1" fmla="*/ 2184 h 6"/>
                <a:gd name="T2" fmla="*/ 10697 w 45"/>
                <a:gd name="T3" fmla="*/ 0 h 6"/>
                <a:gd name="T4" fmla="*/ 0 w 45"/>
                <a:gd name="T5" fmla="*/ 661 h 6"/>
                <a:gd name="T6" fmla="*/ 10023 w 45"/>
                <a:gd name="T7" fmla="*/ 1059 h 6"/>
                <a:gd name="T8" fmla="*/ 10697 w 45"/>
                <a:gd name="T9" fmla="*/ 218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">
                  <a:moveTo>
                    <a:pt x="45" y="6"/>
                  </a:moveTo>
                  <a:cubicBezTo>
                    <a:pt x="45" y="4"/>
                    <a:pt x="45" y="1"/>
                    <a:pt x="45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41" y="1"/>
                    <a:pt x="42" y="3"/>
                  </a:cubicBezTo>
                  <a:cubicBezTo>
                    <a:pt x="44" y="4"/>
                    <a:pt x="45" y="6"/>
                    <a:pt x="45" y="6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4" name="Freeform 1244">
              <a:extLst>
                <a:ext uri="{FF2B5EF4-FFF2-40B4-BE49-F238E27FC236}">
                  <a16:creationId xmlns:a16="http://schemas.microsoft.com/office/drawing/2014/main" id="{CEF32DBC-6868-419C-B93E-C3DF65990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388"/>
              <a:ext cx="138" cy="147"/>
            </a:xfrm>
            <a:custGeom>
              <a:avLst/>
              <a:gdLst>
                <a:gd name="T0" fmla="*/ 12244 w 55"/>
                <a:gd name="T1" fmla="*/ 13936 h 55"/>
                <a:gd name="T2" fmla="*/ 9432 w 55"/>
                <a:gd name="T3" fmla="*/ 2194 h 55"/>
                <a:gd name="T4" fmla="*/ 1310 w 55"/>
                <a:gd name="T5" fmla="*/ 6129 h 55"/>
                <a:gd name="T6" fmla="*/ 4281 w 55"/>
                <a:gd name="T7" fmla="*/ 17851 h 55"/>
                <a:gd name="T8" fmla="*/ 12244 w 55"/>
                <a:gd name="T9" fmla="*/ 1393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49" y="38"/>
                  </a:moveTo>
                  <a:cubicBezTo>
                    <a:pt x="55" y="26"/>
                    <a:pt x="50" y="11"/>
                    <a:pt x="38" y="6"/>
                  </a:cubicBezTo>
                  <a:cubicBezTo>
                    <a:pt x="26" y="0"/>
                    <a:pt x="11" y="5"/>
                    <a:pt x="5" y="17"/>
                  </a:cubicBezTo>
                  <a:cubicBezTo>
                    <a:pt x="0" y="29"/>
                    <a:pt x="5" y="44"/>
                    <a:pt x="17" y="49"/>
                  </a:cubicBezTo>
                  <a:cubicBezTo>
                    <a:pt x="29" y="55"/>
                    <a:pt x="43" y="50"/>
                    <a:pt x="49" y="38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5" name="Freeform 1245">
              <a:extLst>
                <a:ext uri="{FF2B5EF4-FFF2-40B4-BE49-F238E27FC236}">
                  <a16:creationId xmlns:a16="http://schemas.microsoft.com/office/drawing/2014/main" id="{98C4E916-8C28-459F-BC0E-639AEDED0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409"/>
              <a:ext cx="67" cy="72"/>
            </a:xfrm>
            <a:custGeom>
              <a:avLst/>
              <a:gdLst>
                <a:gd name="T0" fmla="*/ 5350 w 27"/>
                <a:gd name="T1" fmla="*/ 2184 h 27"/>
                <a:gd name="T2" fmla="*/ 1405 w 27"/>
                <a:gd name="T3" fmla="*/ 1459 h 27"/>
                <a:gd name="T4" fmla="*/ 948 w 27"/>
                <a:gd name="T5" fmla="*/ 7133 h 27"/>
                <a:gd name="T6" fmla="*/ 4889 w 27"/>
                <a:gd name="T7" fmla="*/ 8248 h 27"/>
                <a:gd name="T8" fmla="*/ 5350 w 27"/>
                <a:gd name="T9" fmla="*/ 218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3" y="6"/>
                  </a:moveTo>
                  <a:cubicBezTo>
                    <a:pt x="19" y="1"/>
                    <a:pt x="12" y="0"/>
                    <a:pt x="6" y="4"/>
                  </a:cubicBezTo>
                  <a:cubicBezTo>
                    <a:pt x="1" y="8"/>
                    <a:pt x="0" y="15"/>
                    <a:pt x="4" y="20"/>
                  </a:cubicBezTo>
                  <a:cubicBezTo>
                    <a:pt x="8" y="26"/>
                    <a:pt x="16" y="27"/>
                    <a:pt x="21" y="23"/>
                  </a:cubicBezTo>
                  <a:cubicBezTo>
                    <a:pt x="26" y="19"/>
                    <a:pt x="27" y="11"/>
                    <a:pt x="23" y="6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6" name="Freeform 1246">
              <a:extLst>
                <a:ext uri="{FF2B5EF4-FFF2-40B4-BE49-F238E27FC236}">
                  <a16:creationId xmlns:a16="http://schemas.microsoft.com/office/drawing/2014/main" id="{316A7960-4EDD-4E27-BC6B-C96AD1B78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425"/>
              <a:ext cx="27" cy="30"/>
            </a:xfrm>
            <a:custGeom>
              <a:avLst/>
              <a:gdLst>
                <a:gd name="T0" fmla="*/ 1964 w 11"/>
                <a:gd name="T1" fmla="*/ 775 h 11"/>
                <a:gd name="T2" fmla="*/ 427 w 11"/>
                <a:gd name="T3" fmla="*/ 447 h 11"/>
                <a:gd name="T4" fmla="*/ 174 w 11"/>
                <a:gd name="T5" fmla="*/ 3325 h 11"/>
                <a:gd name="T6" fmla="*/ 1777 w 11"/>
                <a:gd name="T7" fmla="*/ 3755 h 11"/>
                <a:gd name="T8" fmla="*/ 1964 w 11"/>
                <a:gd name="T9" fmla="*/ 77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9" y="2"/>
                  </a:moveTo>
                  <a:cubicBezTo>
                    <a:pt x="7" y="0"/>
                    <a:pt x="4" y="0"/>
                    <a:pt x="2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3" y="10"/>
                    <a:pt x="6" y="11"/>
                    <a:pt x="8" y="9"/>
                  </a:cubicBezTo>
                  <a:cubicBezTo>
                    <a:pt x="10" y="7"/>
                    <a:pt x="11" y="4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7" name="Freeform 1247">
              <a:extLst>
                <a:ext uri="{FF2B5EF4-FFF2-40B4-BE49-F238E27FC236}">
                  <a16:creationId xmlns:a16="http://schemas.microsoft.com/office/drawing/2014/main" id="{050AE20E-12E8-4455-94EB-EA876DBAD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516"/>
              <a:ext cx="62" cy="101"/>
            </a:xfrm>
            <a:custGeom>
              <a:avLst/>
              <a:gdLst>
                <a:gd name="T0" fmla="*/ 5141 w 25"/>
                <a:gd name="T1" fmla="*/ 657 h 38"/>
                <a:gd name="T2" fmla="*/ 5826 w 25"/>
                <a:gd name="T3" fmla="*/ 1053 h 38"/>
                <a:gd name="T4" fmla="*/ 1131 w 25"/>
                <a:gd name="T5" fmla="*/ 13367 h 38"/>
                <a:gd name="T6" fmla="*/ 1131 w 25"/>
                <a:gd name="T7" fmla="*/ 13367 h 38"/>
                <a:gd name="T8" fmla="*/ 456 w 25"/>
                <a:gd name="T9" fmla="*/ 12979 h 38"/>
                <a:gd name="T10" fmla="*/ 0 w 25"/>
                <a:gd name="T11" fmla="*/ 12335 h 38"/>
                <a:gd name="T12" fmla="*/ 0 w 25"/>
                <a:gd name="T13" fmla="*/ 12335 h 38"/>
                <a:gd name="T14" fmla="*/ 4238 w 25"/>
                <a:gd name="T15" fmla="*/ 0 h 38"/>
                <a:gd name="T16" fmla="*/ 5141 w 25"/>
                <a:gd name="T17" fmla="*/ 65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8">
                  <a:moveTo>
                    <a:pt x="22" y="2"/>
                  </a:moveTo>
                  <a:cubicBezTo>
                    <a:pt x="23" y="2"/>
                    <a:pt x="24" y="3"/>
                    <a:pt x="25" y="3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4" y="38"/>
                    <a:pt x="3" y="37"/>
                    <a:pt x="2" y="37"/>
                  </a:cubicBezTo>
                  <a:cubicBezTo>
                    <a:pt x="1" y="37"/>
                    <a:pt x="1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21" y="1"/>
                    <a:pt x="22" y="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8" name="Freeform 1248">
              <a:extLst>
                <a:ext uri="{FF2B5EF4-FFF2-40B4-BE49-F238E27FC236}">
                  <a16:creationId xmlns:a16="http://schemas.microsoft.com/office/drawing/2014/main" id="{6D2D83D5-84CE-46C0-BE1B-281E66658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521"/>
              <a:ext cx="58" cy="88"/>
            </a:xfrm>
            <a:custGeom>
              <a:avLst/>
              <a:gdLst>
                <a:gd name="T0" fmla="*/ 5901 w 23"/>
                <a:gd name="T1" fmla="*/ 661 h 33"/>
                <a:gd name="T2" fmla="*/ 4572 w 23"/>
                <a:gd name="T3" fmla="*/ 0 h 33"/>
                <a:gd name="T4" fmla="*/ 0 w 23"/>
                <a:gd name="T5" fmla="*/ 11891 h 33"/>
                <a:gd name="T6" fmla="*/ 4890 w 23"/>
                <a:gd name="T7" fmla="*/ 1059 h 33"/>
                <a:gd name="T8" fmla="*/ 5901 w 23"/>
                <a:gd name="T9" fmla="*/ 66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3">
                  <a:moveTo>
                    <a:pt x="23" y="2"/>
                  </a:moveTo>
                  <a:cubicBezTo>
                    <a:pt x="21" y="2"/>
                    <a:pt x="18" y="0"/>
                    <a:pt x="18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17" y="4"/>
                    <a:pt x="19" y="3"/>
                  </a:cubicBezTo>
                  <a:cubicBezTo>
                    <a:pt x="21" y="3"/>
                    <a:pt x="22" y="3"/>
                    <a:pt x="23" y="2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9" name="Freeform 1249">
              <a:extLst>
                <a:ext uri="{FF2B5EF4-FFF2-40B4-BE49-F238E27FC236}">
                  <a16:creationId xmlns:a16="http://schemas.microsoft.com/office/drawing/2014/main" id="{DF1F2DCB-BD32-4768-A655-E6F263EFC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553"/>
              <a:ext cx="135" cy="144"/>
            </a:xfrm>
            <a:custGeom>
              <a:avLst/>
              <a:gdLst>
                <a:gd name="T0" fmla="*/ 4895 w 54"/>
                <a:gd name="T1" fmla="*/ 17955 h 54"/>
                <a:gd name="T2" fmla="*/ 12500 w 54"/>
                <a:gd name="T3" fmla="*/ 12288 h 54"/>
                <a:gd name="T4" fmla="*/ 8333 w 54"/>
                <a:gd name="T5" fmla="*/ 1459 h 54"/>
                <a:gd name="T6" fmla="*/ 988 w 54"/>
                <a:gd name="T7" fmla="*/ 7133 h 54"/>
                <a:gd name="T8" fmla="*/ 4895 w 54"/>
                <a:gd name="T9" fmla="*/ 1795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4">
                  <a:moveTo>
                    <a:pt x="20" y="50"/>
                  </a:moveTo>
                  <a:cubicBezTo>
                    <a:pt x="33" y="54"/>
                    <a:pt x="47" y="47"/>
                    <a:pt x="51" y="34"/>
                  </a:cubicBezTo>
                  <a:cubicBezTo>
                    <a:pt x="54" y="21"/>
                    <a:pt x="47" y="8"/>
                    <a:pt x="34" y="4"/>
                  </a:cubicBezTo>
                  <a:cubicBezTo>
                    <a:pt x="21" y="0"/>
                    <a:pt x="8" y="7"/>
                    <a:pt x="4" y="20"/>
                  </a:cubicBezTo>
                  <a:cubicBezTo>
                    <a:pt x="0" y="33"/>
                    <a:pt x="7" y="46"/>
                    <a:pt x="20" y="5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0" name="Freeform 1250">
              <a:extLst>
                <a:ext uri="{FF2B5EF4-FFF2-40B4-BE49-F238E27FC236}">
                  <a16:creationId xmlns:a16="http://schemas.microsoft.com/office/drawing/2014/main" id="{61B9DDF5-DAB4-4504-A46D-265AEF44C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69"/>
              <a:ext cx="110" cy="48"/>
            </a:xfrm>
            <a:custGeom>
              <a:avLst/>
              <a:gdLst>
                <a:gd name="T0" fmla="*/ 10550 w 44"/>
                <a:gd name="T1" fmla="*/ 5005 h 18"/>
                <a:gd name="T2" fmla="*/ 10283 w 44"/>
                <a:gd name="T3" fmla="*/ 6464 h 18"/>
                <a:gd name="T4" fmla="*/ 0 w 44"/>
                <a:gd name="T5" fmla="*/ 2184 h 18"/>
                <a:gd name="T6" fmla="*/ 0 w 44"/>
                <a:gd name="T7" fmla="*/ 2184 h 18"/>
                <a:gd name="T8" fmla="*/ 0 w 44"/>
                <a:gd name="T9" fmla="*/ 1059 h 18"/>
                <a:gd name="T10" fmla="*/ 313 w 44"/>
                <a:gd name="T11" fmla="*/ 0 h 18"/>
                <a:gd name="T12" fmla="*/ 313 w 44"/>
                <a:gd name="T13" fmla="*/ 0 h 18"/>
                <a:gd name="T14" fmla="*/ 10750 w 44"/>
                <a:gd name="T15" fmla="*/ 3640 h 18"/>
                <a:gd name="T16" fmla="*/ 10550 w 44"/>
                <a:gd name="T17" fmla="*/ 500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43" y="14"/>
                  </a:moveTo>
                  <a:cubicBezTo>
                    <a:pt x="42" y="15"/>
                    <a:pt x="42" y="17"/>
                    <a:pt x="42" y="1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11"/>
                    <a:pt x="43" y="13"/>
                    <a:pt x="43" y="1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1" name="Freeform 1251">
              <a:extLst>
                <a:ext uri="{FF2B5EF4-FFF2-40B4-BE49-F238E27FC236}">
                  <a16:creationId xmlns:a16="http://schemas.microsoft.com/office/drawing/2014/main" id="{5CF2250C-E3EC-4B63-8440-B98942830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572"/>
              <a:ext cx="102" cy="40"/>
            </a:xfrm>
            <a:custGeom>
              <a:avLst/>
              <a:gdLst>
                <a:gd name="T0" fmla="*/ 9240 w 41"/>
                <a:gd name="T1" fmla="*/ 5405 h 15"/>
                <a:gd name="T2" fmla="*/ 9730 w 41"/>
                <a:gd name="T3" fmla="*/ 3640 h 15"/>
                <a:gd name="T4" fmla="*/ 0 w 41"/>
                <a:gd name="T5" fmla="*/ 0 h 15"/>
                <a:gd name="T6" fmla="*/ 9036 w 41"/>
                <a:gd name="T7" fmla="*/ 4301 h 15"/>
                <a:gd name="T8" fmla="*/ 9240 w 41"/>
                <a:gd name="T9" fmla="*/ 54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5">
                  <a:moveTo>
                    <a:pt x="39" y="15"/>
                  </a:moveTo>
                  <a:cubicBezTo>
                    <a:pt x="39" y="14"/>
                    <a:pt x="41" y="11"/>
                    <a:pt x="41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7" y="10"/>
                    <a:pt x="38" y="12"/>
                  </a:cubicBezTo>
                  <a:cubicBezTo>
                    <a:pt x="39" y="13"/>
                    <a:pt x="39" y="15"/>
                    <a:pt x="39" y="1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2" name="Freeform 1252">
              <a:extLst>
                <a:ext uri="{FF2B5EF4-FFF2-40B4-BE49-F238E27FC236}">
                  <a16:creationId xmlns:a16="http://schemas.microsoft.com/office/drawing/2014/main" id="{8C3CC72B-2279-419A-A1BF-537B8D3B0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69"/>
              <a:ext cx="110" cy="48"/>
            </a:xfrm>
            <a:custGeom>
              <a:avLst/>
              <a:gdLst>
                <a:gd name="T0" fmla="*/ 10550 w 44"/>
                <a:gd name="T1" fmla="*/ 5005 h 18"/>
                <a:gd name="T2" fmla="*/ 10283 w 44"/>
                <a:gd name="T3" fmla="*/ 6464 h 18"/>
                <a:gd name="T4" fmla="*/ 0 w 44"/>
                <a:gd name="T5" fmla="*/ 2184 h 18"/>
                <a:gd name="T6" fmla="*/ 0 w 44"/>
                <a:gd name="T7" fmla="*/ 2184 h 18"/>
                <a:gd name="T8" fmla="*/ 0 w 44"/>
                <a:gd name="T9" fmla="*/ 1059 h 18"/>
                <a:gd name="T10" fmla="*/ 313 w 44"/>
                <a:gd name="T11" fmla="*/ 0 h 18"/>
                <a:gd name="T12" fmla="*/ 313 w 44"/>
                <a:gd name="T13" fmla="*/ 0 h 18"/>
                <a:gd name="T14" fmla="*/ 10750 w 44"/>
                <a:gd name="T15" fmla="*/ 3640 h 18"/>
                <a:gd name="T16" fmla="*/ 10550 w 44"/>
                <a:gd name="T17" fmla="*/ 500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43" y="14"/>
                  </a:moveTo>
                  <a:cubicBezTo>
                    <a:pt x="42" y="15"/>
                    <a:pt x="42" y="17"/>
                    <a:pt x="42" y="1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11"/>
                    <a:pt x="43" y="13"/>
                    <a:pt x="43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3" name="Freeform 1253">
              <a:extLst>
                <a:ext uri="{FF2B5EF4-FFF2-40B4-BE49-F238E27FC236}">
                  <a16:creationId xmlns:a16="http://schemas.microsoft.com/office/drawing/2014/main" id="{46C5AFDD-F653-45BA-B22B-9C5356745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553"/>
              <a:ext cx="135" cy="144"/>
            </a:xfrm>
            <a:custGeom>
              <a:avLst/>
              <a:gdLst>
                <a:gd name="T0" fmla="*/ 4895 w 54"/>
                <a:gd name="T1" fmla="*/ 17955 h 54"/>
                <a:gd name="T2" fmla="*/ 12500 w 54"/>
                <a:gd name="T3" fmla="*/ 12288 h 54"/>
                <a:gd name="T4" fmla="*/ 8333 w 54"/>
                <a:gd name="T5" fmla="*/ 1459 h 54"/>
                <a:gd name="T6" fmla="*/ 988 w 54"/>
                <a:gd name="T7" fmla="*/ 7133 h 54"/>
                <a:gd name="T8" fmla="*/ 4895 w 54"/>
                <a:gd name="T9" fmla="*/ 1795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4">
                  <a:moveTo>
                    <a:pt x="20" y="50"/>
                  </a:moveTo>
                  <a:cubicBezTo>
                    <a:pt x="33" y="54"/>
                    <a:pt x="47" y="47"/>
                    <a:pt x="51" y="34"/>
                  </a:cubicBezTo>
                  <a:cubicBezTo>
                    <a:pt x="54" y="21"/>
                    <a:pt x="47" y="8"/>
                    <a:pt x="34" y="4"/>
                  </a:cubicBezTo>
                  <a:cubicBezTo>
                    <a:pt x="21" y="0"/>
                    <a:pt x="8" y="7"/>
                    <a:pt x="4" y="20"/>
                  </a:cubicBezTo>
                  <a:cubicBezTo>
                    <a:pt x="0" y="33"/>
                    <a:pt x="7" y="46"/>
                    <a:pt x="20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4" name="Freeform 1254">
              <a:extLst>
                <a:ext uri="{FF2B5EF4-FFF2-40B4-BE49-F238E27FC236}">
                  <a16:creationId xmlns:a16="http://schemas.microsoft.com/office/drawing/2014/main" id="{FF5A4266-82A8-4E67-B8C9-ED63730A0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092"/>
              <a:ext cx="138" cy="147"/>
            </a:xfrm>
            <a:custGeom>
              <a:avLst/>
              <a:gdLst>
                <a:gd name="T0" fmla="*/ 1498 w 55"/>
                <a:gd name="T1" fmla="*/ 14187 h 55"/>
                <a:gd name="T2" fmla="*/ 9745 w 55"/>
                <a:gd name="T3" fmla="*/ 17851 h 55"/>
                <a:gd name="T4" fmla="*/ 12244 w 55"/>
                <a:gd name="T5" fmla="*/ 5864 h 55"/>
                <a:gd name="T6" fmla="*/ 3967 w 55"/>
                <a:gd name="T7" fmla="*/ 2194 h 55"/>
                <a:gd name="T8" fmla="*/ 1498 w 55"/>
                <a:gd name="T9" fmla="*/ 1418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6" y="39"/>
                  </a:moveTo>
                  <a:cubicBezTo>
                    <a:pt x="12" y="51"/>
                    <a:pt x="27" y="55"/>
                    <a:pt x="39" y="49"/>
                  </a:cubicBezTo>
                  <a:cubicBezTo>
                    <a:pt x="51" y="43"/>
                    <a:pt x="55" y="28"/>
                    <a:pt x="49" y="16"/>
                  </a:cubicBezTo>
                  <a:cubicBezTo>
                    <a:pt x="43" y="4"/>
                    <a:pt x="28" y="0"/>
                    <a:pt x="16" y="6"/>
                  </a:cubicBezTo>
                  <a:cubicBezTo>
                    <a:pt x="4" y="12"/>
                    <a:pt x="0" y="27"/>
                    <a:pt x="6" y="39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" name="Freeform 1255">
              <a:extLst>
                <a:ext uri="{FF2B5EF4-FFF2-40B4-BE49-F238E27FC236}">
                  <a16:creationId xmlns:a16="http://schemas.microsoft.com/office/drawing/2014/main" id="{37CE1B27-2104-40F4-8B5C-3214ED5A7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3113"/>
              <a:ext cx="65" cy="70"/>
            </a:xfrm>
            <a:custGeom>
              <a:avLst/>
              <a:gdLst>
                <a:gd name="T0" fmla="*/ 6175 w 26"/>
                <a:gd name="T1" fmla="*/ 3842 h 26"/>
                <a:gd name="T2" fmla="*/ 2738 w 26"/>
                <a:gd name="T3" fmla="*/ 428 h 26"/>
                <a:gd name="T4" fmla="*/ 520 w 26"/>
                <a:gd name="T5" fmla="*/ 5675 h 26"/>
                <a:gd name="T6" fmla="*/ 3908 w 26"/>
                <a:gd name="T7" fmla="*/ 9192 h 26"/>
                <a:gd name="T8" fmla="*/ 6175 w 26"/>
                <a:gd name="T9" fmla="*/ 384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5" y="10"/>
                  </a:moveTo>
                  <a:cubicBezTo>
                    <a:pt x="24" y="4"/>
                    <a:pt x="17" y="0"/>
                    <a:pt x="11" y="1"/>
                  </a:cubicBezTo>
                  <a:cubicBezTo>
                    <a:pt x="4" y="3"/>
                    <a:pt x="0" y="9"/>
                    <a:pt x="2" y="15"/>
                  </a:cubicBezTo>
                  <a:cubicBezTo>
                    <a:pt x="3" y="22"/>
                    <a:pt x="10" y="26"/>
                    <a:pt x="16" y="24"/>
                  </a:cubicBezTo>
                  <a:cubicBezTo>
                    <a:pt x="22" y="23"/>
                    <a:pt x="26" y="16"/>
                    <a:pt x="25" y="10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6" name="Freeform 1256">
              <a:extLst>
                <a:ext uri="{FF2B5EF4-FFF2-40B4-BE49-F238E27FC236}">
                  <a16:creationId xmlns:a16="http://schemas.microsoft.com/office/drawing/2014/main" id="{2DCC1B98-2E6E-4CC5-ADF2-FA7C41E6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3127"/>
              <a:ext cx="28" cy="26"/>
            </a:xfrm>
            <a:custGeom>
              <a:avLst/>
              <a:gdLst>
                <a:gd name="T0" fmla="*/ 2688 w 11"/>
                <a:gd name="T1" fmla="*/ 1196 h 10"/>
                <a:gd name="T2" fmla="*/ 1056 w 11"/>
                <a:gd name="T3" fmla="*/ 0 h 10"/>
                <a:gd name="T4" fmla="*/ 331 w 11"/>
                <a:gd name="T5" fmla="*/ 1914 h 10"/>
                <a:gd name="T6" fmla="*/ 1601 w 11"/>
                <a:gd name="T7" fmla="*/ 3110 h 10"/>
                <a:gd name="T8" fmla="*/ 2688 w 11"/>
                <a:gd name="T9" fmla="*/ 119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4"/>
                  </a:moveTo>
                  <a:cubicBezTo>
                    <a:pt x="9" y="1"/>
                    <a:pt x="7" y="0"/>
                    <a:pt x="4" y="0"/>
                  </a:cubicBezTo>
                  <a:cubicBezTo>
                    <a:pt x="2" y="1"/>
                    <a:pt x="0" y="4"/>
                    <a:pt x="1" y="6"/>
                  </a:cubicBezTo>
                  <a:cubicBezTo>
                    <a:pt x="1" y="9"/>
                    <a:pt x="4" y="10"/>
                    <a:pt x="6" y="10"/>
                  </a:cubicBezTo>
                  <a:cubicBezTo>
                    <a:pt x="9" y="9"/>
                    <a:pt x="11" y="7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7" name="Freeform 1257">
              <a:extLst>
                <a:ext uri="{FF2B5EF4-FFF2-40B4-BE49-F238E27FC236}">
                  <a16:creationId xmlns:a16="http://schemas.microsoft.com/office/drawing/2014/main" id="{26E24EC7-6FFC-468C-9ABE-BB23C4DC7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020"/>
              <a:ext cx="65" cy="93"/>
            </a:xfrm>
            <a:custGeom>
              <a:avLst/>
              <a:gdLst>
                <a:gd name="T0" fmla="*/ 5395 w 26"/>
                <a:gd name="T1" fmla="*/ 11670 h 35"/>
                <a:gd name="T2" fmla="*/ 4688 w 26"/>
                <a:gd name="T3" fmla="*/ 12305 h 35"/>
                <a:gd name="T4" fmla="*/ 0 w 26"/>
                <a:gd name="T5" fmla="*/ 1448 h 35"/>
                <a:gd name="T6" fmla="*/ 0 w 26"/>
                <a:gd name="T7" fmla="*/ 1448 h 35"/>
                <a:gd name="T8" fmla="*/ 520 w 26"/>
                <a:gd name="T9" fmla="*/ 656 h 35"/>
                <a:gd name="T10" fmla="*/ 1300 w 26"/>
                <a:gd name="T11" fmla="*/ 0 h 35"/>
                <a:gd name="T12" fmla="*/ 1300 w 26"/>
                <a:gd name="T13" fmla="*/ 0 h 35"/>
                <a:gd name="T14" fmla="*/ 6375 w 26"/>
                <a:gd name="T15" fmla="*/ 10860 h 35"/>
                <a:gd name="T16" fmla="*/ 5395 w 26"/>
                <a:gd name="T17" fmla="*/ 1167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5">
                  <a:moveTo>
                    <a:pt x="22" y="33"/>
                  </a:moveTo>
                  <a:cubicBezTo>
                    <a:pt x="21" y="34"/>
                    <a:pt x="20" y="34"/>
                    <a:pt x="19" y="3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2"/>
                    <a:pt x="23" y="32"/>
                    <a:pt x="22" y="3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8" name="Freeform 1258">
              <a:extLst>
                <a:ext uri="{FF2B5EF4-FFF2-40B4-BE49-F238E27FC236}">
                  <a16:creationId xmlns:a16="http://schemas.microsoft.com/office/drawing/2014/main" id="{E9917866-AF87-4BDD-8271-1336C53F3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3020"/>
              <a:ext cx="50" cy="88"/>
            </a:xfrm>
            <a:custGeom>
              <a:avLst/>
              <a:gdLst>
                <a:gd name="T0" fmla="*/ 3720 w 20"/>
                <a:gd name="T1" fmla="*/ 11891 h 33"/>
                <a:gd name="T2" fmla="*/ 4895 w 20"/>
                <a:gd name="T3" fmla="*/ 10773 h 33"/>
                <a:gd name="T4" fmla="*/ 0 w 20"/>
                <a:gd name="T5" fmla="*/ 0 h 33"/>
                <a:gd name="T6" fmla="*/ 3908 w 20"/>
                <a:gd name="T7" fmla="*/ 10376 h 33"/>
                <a:gd name="T8" fmla="*/ 3720 w 20"/>
                <a:gd name="T9" fmla="*/ 1189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5" y="33"/>
                  </a:moveTo>
                  <a:cubicBezTo>
                    <a:pt x="16" y="32"/>
                    <a:pt x="19" y="30"/>
                    <a:pt x="20" y="3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7" y="27"/>
                    <a:pt x="16" y="29"/>
                  </a:cubicBezTo>
                  <a:cubicBezTo>
                    <a:pt x="16" y="31"/>
                    <a:pt x="15" y="32"/>
                    <a:pt x="15" y="33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9" name="Freeform 1259">
              <a:extLst>
                <a:ext uri="{FF2B5EF4-FFF2-40B4-BE49-F238E27FC236}">
                  <a16:creationId xmlns:a16="http://schemas.microsoft.com/office/drawing/2014/main" id="{2FC97609-F7AB-4B7A-A25C-14164E756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020"/>
              <a:ext cx="65" cy="93"/>
            </a:xfrm>
            <a:custGeom>
              <a:avLst/>
              <a:gdLst>
                <a:gd name="T0" fmla="*/ 5395 w 26"/>
                <a:gd name="T1" fmla="*/ 11670 h 35"/>
                <a:gd name="T2" fmla="*/ 4688 w 26"/>
                <a:gd name="T3" fmla="*/ 12305 h 35"/>
                <a:gd name="T4" fmla="*/ 0 w 26"/>
                <a:gd name="T5" fmla="*/ 1448 h 35"/>
                <a:gd name="T6" fmla="*/ 0 w 26"/>
                <a:gd name="T7" fmla="*/ 1448 h 35"/>
                <a:gd name="T8" fmla="*/ 520 w 26"/>
                <a:gd name="T9" fmla="*/ 656 h 35"/>
                <a:gd name="T10" fmla="*/ 1300 w 26"/>
                <a:gd name="T11" fmla="*/ 0 h 35"/>
                <a:gd name="T12" fmla="*/ 1300 w 26"/>
                <a:gd name="T13" fmla="*/ 0 h 35"/>
                <a:gd name="T14" fmla="*/ 6375 w 26"/>
                <a:gd name="T15" fmla="*/ 10860 h 35"/>
                <a:gd name="T16" fmla="*/ 5395 w 26"/>
                <a:gd name="T17" fmla="*/ 1167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5">
                  <a:moveTo>
                    <a:pt x="22" y="33"/>
                  </a:moveTo>
                  <a:cubicBezTo>
                    <a:pt x="21" y="34"/>
                    <a:pt x="20" y="34"/>
                    <a:pt x="19" y="3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2"/>
                    <a:pt x="23" y="32"/>
                    <a:pt x="22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0" name="Freeform 1260">
              <a:extLst>
                <a:ext uri="{FF2B5EF4-FFF2-40B4-BE49-F238E27FC236}">
                  <a16:creationId xmlns:a16="http://schemas.microsoft.com/office/drawing/2014/main" id="{AECB68A6-BCE8-4A07-A42B-065F88BD5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092"/>
              <a:ext cx="138" cy="147"/>
            </a:xfrm>
            <a:custGeom>
              <a:avLst/>
              <a:gdLst>
                <a:gd name="T0" fmla="*/ 1498 w 55"/>
                <a:gd name="T1" fmla="*/ 14187 h 55"/>
                <a:gd name="T2" fmla="*/ 9745 w 55"/>
                <a:gd name="T3" fmla="*/ 17851 h 55"/>
                <a:gd name="T4" fmla="*/ 12244 w 55"/>
                <a:gd name="T5" fmla="*/ 5864 h 55"/>
                <a:gd name="T6" fmla="*/ 3967 w 55"/>
                <a:gd name="T7" fmla="*/ 2194 h 55"/>
                <a:gd name="T8" fmla="*/ 1498 w 55"/>
                <a:gd name="T9" fmla="*/ 1418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6" y="39"/>
                  </a:moveTo>
                  <a:cubicBezTo>
                    <a:pt x="12" y="51"/>
                    <a:pt x="27" y="55"/>
                    <a:pt x="39" y="49"/>
                  </a:cubicBezTo>
                  <a:cubicBezTo>
                    <a:pt x="51" y="43"/>
                    <a:pt x="55" y="28"/>
                    <a:pt x="49" y="16"/>
                  </a:cubicBezTo>
                  <a:cubicBezTo>
                    <a:pt x="43" y="4"/>
                    <a:pt x="28" y="0"/>
                    <a:pt x="16" y="6"/>
                  </a:cubicBezTo>
                  <a:cubicBezTo>
                    <a:pt x="4" y="12"/>
                    <a:pt x="0" y="27"/>
                    <a:pt x="6" y="3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1" name="Freeform 1261">
              <a:extLst>
                <a:ext uri="{FF2B5EF4-FFF2-40B4-BE49-F238E27FC236}">
                  <a16:creationId xmlns:a16="http://schemas.microsoft.com/office/drawing/2014/main" id="{B1588DBF-6675-453E-81F0-F4FE423B9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129"/>
              <a:ext cx="125" cy="134"/>
            </a:xfrm>
            <a:custGeom>
              <a:avLst/>
              <a:gdLst>
                <a:gd name="T0" fmla="*/ 0 w 50"/>
                <a:gd name="T1" fmla="*/ 8871 h 50"/>
                <a:gd name="T2" fmla="*/ 5863 w 50"/>
                <a:gd name="T3" fmla="*/ 18114 h 50"/>
                <a:gd name="T4" fmla="*/ 12033 w 50"/>
                <a:gd name="T5" fmla="*/ 9704 h 50"/>
                <a:gd name="T6" fmla="*/ 6375 w 50"/>
                <a:gd name="T7" fmla="*/ 402 h 50"/>
                <a:gd name="T8" fmla="*/ 0 w 50"/>
                <a:gd name="T9" fmla="*/ 887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0" y="24"/>
                  </a:moveTo>
                  <a:cubicBezTo>
                    <a:pt x="0" y="37"/>
                    <a:pt x="10" y="49"/>
                    <a:pt x="24" y="49"/>
                  </a:cubicBezTo>
                  <a:cubicBezTo>
                    <a:pt x="37" y="50"/>
                    <a:pt x="48" y="40"/>
                    <a:pt x="49" y="26"/>
                  </a:cubicBezTo>
                  <a:cubicBezTo>
                    <a:pt x="50" y="13"/>
                    <a:pt x="39" y="1"/>
                    <a:pt x="26" y="1"/>
                  </a:cubicBezTo>
                  <a:cubicBezTo>
                    <a:pt x="13" y="0"/>
                    <a:pt x="1" y="10"/>
                    <a:pt x="0" y="24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2" name="Freeform 1262">
              <a:extLst>
                <a:ext uri="{FF2B5EF4-FFF2-40B4-BE49-F238E27FC236}">
                  <a16:creationId xmlns:a16="http://schemas.microsoft.com/office/drawing/2014/main" id="{1BC811A7-5897-45EC-8575-7B117541B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151"/>
              <a:ext cx="67" cy="72"/>
            </a:xfrm>
            <a:custGeom>
              <a:avLst/>
              <a:gdLst>
                <a:gd name="T0" fmla="*/ 5836 w 27"/>
                <a:gd name="T1" fmla="*/ 6067 h 27"/>
                <a:gd name="T2" fmla="*/ 3941 w 27"/>
                <a:gd name="T3" fmla="*/ 661 h 27"/>
                <a:gd name="T4" fmla="*/ 457 w 27"/>
                <a:gd name="T5" fmla="*/ 3640 h 27"/>
                <a:gd name="T6" fmla="*/ 2352 w 27"/>
                <a:gd name="T7" fmla="*/ 9045 h 27"/>
                <a:gd name="T8" fmla="*/ 5836 w 27"/>
                <a:gd name="T9" fmla="*/ 606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5" y="17"/>
                  </a:moveTo>
                  <a:cubicBezTo>
                    <a:pt x="27" y="11"/>
                    <a:pt x="23" y="4"/>
                    <a:pt x="17" y="2"/>
                  </a:cubicBezTo>
                  <a:cubicBezTo>
                    <a:pt x="11" y="0"/>
                    <a:pt x="4" y="4"/>
                    <a:pt x="2" y="10"/>
                  </a:cubicBezTo>
                  <a:cubicBezTo>
                    <a:pt x="0" y="16"/>
                    <a:pt x="4" y="23"/>
                    <a:pt x="10" y="25"/>
                  </a:cubicBezTo>
                  <a:cubicBezTo>
                    <a:pt x="16" y="27"/>
                    <a:pt x="23" y="23"/>
                    <a:pt x="25" y="17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3" name="Freeform 1263">
              <a:extLst>
                <a:ext uri="{FF2B5EF4-FFF2-40B4-BE49-F238E27FC236}">
                  <a16:creationId xmlns:a16="http://schemas.microsoft.com/office/drawing/2014/main" id="{7BE80670-5508-415B-9CB7-FFF8116BC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167"/>
              <a:ext cx="27" cy="29"/>
            </a:xfrm>
            <a:custGeom>
              <a:avLst/>
              <a:gdLst>
                <a:gd name="T0" fmla="*/ 2216 w 11"/>
                <a:gd name="T1" fmla="*/ 2273 h 11"/>
                <a:gd name="T2" fmla="*/ 1524 w 11"/>
                <a:gd name="T3" fmla="*/ 382 h 11"/>
                <a:gd name="T4" fmla="*/ 174 w 11"/>
                <a:gd name="T5" fmla="*/ 1389 h 11"/>
                <a:gd name="T6" fmla="*/ 903 w 11"/>
                <a:gd name="T7" fmla="*/ 3335 h 11"/>
                <a:gd name="T8" fmla="*/ 2216 w 11"/>
                <a:gd name="T9" fmla="*/ 227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7"/>
                  </a:moveTo>
                  <a:cubicBezTo>
                    <a:pt x="11" y="5"/>
                    <a:pt x="10" y="2"/>
                    <a:pt x="7" y="1"/>
                  </a:cubicBezTo>
                  <a:cubicBezTo>
                    <a:pt x="5" y="0"/>
                    <a:pt x="2" y="2"/>
                    <a:pt x="1" y="4"/>
                  </a:cubicBezTo>
                  <a:cubicBezTo>
                    <a:pt x="0" y="7"/>
                    <a:pt x="2" y="10"/>
                    <a:pt x="4" y="10"/>
                  </a:cubicBezTo>
                  <a:cubicBezTo>
                    <a:pt x="7" y="11"/>
                    <a:pt x="10" y="10"/>
                    <a:pt x="1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4" name="Freeform 1264">
              <a:extLst>
                <a:ext uri="{FF2B5EF4-FFF2-40B4-BE49-F238E27FC236}">
                  <a16:creationId xmlns:a16="http://schemas.microsoft.com/office/drawing/2014/main" id="{3B963240-CCBC-4A4F-9A2F-BBA58FE14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031"/>
              <a:ext cx="20" cy="101"/>
            </a:xfrm>
            <a:custGeom>
              <a:avLst/>
              <a:gdLst>
                <a:gd name="T0" fmla="*/ 988 w 8"/>
                <a:gd name="T1" fmla="*/ 13367 h 38"/>
                <a:gd name="T2" fmla="*/ 0 w 8"/>
                <a:gd name="T3" fmla="*/ 13367 h 38"/>
                <a:gd name="T4" fmla="*/ 0 w 8"/>
                <a:gd name="T5" fmla="*/ 396 h 38"/>
                <a:gd name="T6" fmla="*/ 0 w 8"/>
                <a:gd name="T7" fmla="*/ 396 h 38"/>
                <a:gd name="T8" fmla="*/ 783 w 8"/>
                <a:gd name="T9" fmla="*/ 396 h 38"/>
                <a:gd name="T10" fmla="*/ 1300 w 8"/>
                <a:gd name="T11" fmla="*/ 0 h 38"/>
                <a:gd name="T12" fmla="*/ 1300 w 8"/>
                <a:gd name="T13" fmla="*/ 0 h 38"/>
                <a:gd name="T14" fmla="*/ 1958 w 8"/>
                <a:gd name="T15" fmla="*/ 13367 h 38"/>
                <a:gd name="T16" fmla="*/ 988 w 8"/>
                <a:gd name="T17" fmla="*/ 1336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38">
                  <a:moveTo>
                    <a:pt x="4" y="38"/>
                  </a:moveTo>
                  <a:cubicBezTo>
                    <a:pt x="3" y="38"/>
                    <a:pt x="1" y="38"/>
                    <a:pt x="0" y="38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7" y="38"/>
                    <a:pt x="5" y="38"/>
                    <a:pt x="4" y="38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5" name="Freeform 1265">
              <a:extLst>
                <a:ext uri="{FF2B5EF4-FFF2-40B4-BE49-F238E27FC236}">
                  <a16:creationId xmlns:a16="http://schemas.microsoft.com/office/drawing/2014/main" id="{21C16300-B890-429D-9BDB-D1783EC90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031"/>
              <a:ext cx="12" cy="96"/>
            </a:xfrm>
            <a:custGeom>
              <a:avLst/>
              <a:gdLst>
                <a:gd name="T0" fmla="*/ 0 w 5"/>
                <a:gd name="T1" fmla="*/ 12949 h 36"/>
                <a:gd name="T2" fmla="*/ 967 w 5"/>
                <a:gd name="T3" fmla="*/ 12949 h 36"/>
                <a:gd name="T4" fmla="*/ 564 w 5"/>
                <a:gd name="T5" fmla="*/ 0 h 36"/>
                <a:gd name="T6" fmla="*/ 564 w 5"/>
                <a:gd name="T7" fmla="*/ 11891 h 36"/>
                <a:gd name="T8" fmla="*/ 0 w 5"/>
                <a:gd name="T9" fmla="*/ 1294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6">
                  <a:moveTo>
                    <a:pt x="0" y="36"/>
                  </a:moveTo>
                  <a:cubicBezTo>
                    <a:pt x="2" y="36"/>
                    <a:pt x="5" y="36"/>
                    <a:pt x="5" y="36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5" y="32"/>
                    <a:pt x="3" y="33"/>
                  </a:cubicBezTo>
                  <a:cubicBezTo>
                    <a:pt x="2" y="35"/>
                    <a:pt x="0" y="35"/>
                    <a:pt x="0" y="36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6" name="Freeform 1266">
              <a:extLst>
                <a:ext uri="{FF2B5EF4-FFF2-40B4-BE49-F238E27FC236}">
                  <a16:creationId xmlns:a16="http://schemas.microsoft.com/office/drawing/2014/main" id="{87BDE4A0-04DB-4EF6-A7F3-AFBC12714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031"/>
              <a:ext cx="20" cy="101"/>
            </a:xfrm>
            <a:custGeom>
              <a:avLst/>
              <a:gdLst>
                <a:gd name="T0" fmla="*/ 988 w 8"/>
                <a:gd name="T1" fmla="*/ 13367 h 38"/>
                <a:gd name="T2" fmla="*/ 0 w 8"/>
                <a:gd name="T3" fmla="*/ 13367 h 38"/>
                <a:gd name="T4" fmla="*/ 0 w 8"/>
                <a:gd name="T5" fmla="*/ 396 h 38"/>
                <a:gd name="T6" fmla="*/ 0 w 8"/>
                <a:gd name="T7" fmla="*/ 396 h 38"/>
                <a:gd name="T8" fmla="*/ 783 w 8"/>
                <a:gd name="T9" fmla="*/ 396 h 38"/>
                <a:gd name="T10" fmla="*/ 1300 w 8"/>
                <a:gd name="T11" fmla="*/ 0 h 38"/>
                <a:gd name="T12" fmla="*/ 1300 w 8"/>
                <a:gd name="T13" fmla="*/ 0 h 38"/>
                <a:gd name="T14" fmla="*/ 1958 w 8"/>
                <a:gd name="T15" fmla="*/ 13367 h 38"/>
                <a:gd name="T16" fmla="*/ 988 w 8"/>
                <a:gd name="T17" fmla="*/ 1336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38">
                  <a:moveTo>
                    <a:pt x="4" y="38"/>
                  </a:moveTo>
                  <a:cubicBezTo>
                    <a:pt x="3" y="38"/>
                    <a:pt x="1" y="38"/>
                    <a:pt x="0" y="38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7" y="38"/>
                    <a:pt x="5" y="38"/>
                    <a:pt x="4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7" name="Freeform 1267">
              <a:extLst>
                <a:ext uri="{FF2B5EF4-FFF2-40B4-BE49-F238E27FC236}">
                  <a16:creationId xmlns:a16="http://schemas.microsoft.com/office/drawing/2014/main" id="{7B9CDB7B-0A98-4CEB-9F7F-41A3BEC2C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129"/>
              <a:ext cx="125" cy="134"/>
            </a:xfrm>
            <a:custGeom>
              <a:avLst/>
              <a:gdLst>
                <a:gd name="T0" fmla="*/ 0 w 50"/>
                <a:gd name="T1" fmla="*/ 8871 h 50"/>
                <a:gd name="T2" fmla="*/ 5863 w 50"/>
                <a:gd name="T3" fmla="*/ 18114 h 50"/>
                <a:gd name="T4" fmla="*/ 12033 w 50"/>
                <a:gd name="T5" fmla="*/ 9704 h 50"/>
                <a:gd name="T6" fmla="*/ 6375 w 50"/>
                <a:gd name="T7" fmla="*/ 402 h 50"/>
                <a:gd name="T8" fmla="*/ 0 w 50"/>
                <a:gd name="T9" fmla="*/ 887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0" y="24"/>
                  </a:moveTo>
                  <a:cubicBezTo>
                    <a:pt x="0" y="37"/>
                    <a:pt x="10" y="49"/>
                    <a:pt x="24" y="49"/>
                  </a:cubicBezTo>
                  <a:cubicBezTo>
                    <a:pt x="37" y="50"/>
                    <a:pt x="48" y="40"/>
                    <a:pt x="49" y="26"/>
                  </a:cubicBezTo>
                  <a:cubicBezTo>
                    <a:pt x="50" y="13"/>
                    <a:pt x="39" y="1"/>
                    <a:pt x="26" y="1"/>
                  </a:cubicBezTo>
                  <a:cubicBezTo>
                    <a:pt x="13" y="0"/>
                    <a:pt x="1" y="10"/>
                    <a:pt x="0" y="2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8" name="Freeform 1268">
              <a:extLst>
                <a:ext uri="{FF2B5EF4-FFF2-40B4-BE49-F238E27FC236}">
                  <a16:creationId xmlns:a16="http://schemas.microsoft.com/office/drawing/2014/main" id="{DB984176-AAF3-4DE5-A05B-32B6F2F1F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929"/>
              <a:ext cx="137" cy="150"/>
            </a:xfrm>
            <a:custGeom>
              <a:avLst/>
              <a:gdLst>
                <a:gd name="T0" fmla="*/ 9122 w 55"/>
                <a:gd name="T1" fmla="*/ 18490 h 56"/>
                <a:gd name="T2" fmla="*/ 11974 w 55"/>
                <a:gd name="T3" fmla="*/ 6651 h 56"/>
                <a:gd name="T4" fmla="*/ 4053 w 55"/>
                <a:gd name="T5" fmla="*/ 2210 h 56"/>
                <a:gd name="T6" fmla="*/ 1420 w 55"/>
                <a:gd name="T7" fmla="*/ 14049 h 56"/>
                <a:gd name="T8" fmla="*/ 9122 w 55"/>
                <a:gd name="T9" fmla="*/ 1849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38" y="50"/>
                  </a:moveTo>
                  <a:cubicBezTo>
                    <a:pt x="50" y="45"/>
                    <a:pt x="55" y="30"/>
                    <a:pt x="50" y="18"/>
                  </a:cubicBezTo>
                  <a:cubicBezTo>
                    <a:pt x="44" y="6"/>
                    <a:pt x="30" y="0"/>
                    <a:pt x="17" y="6"/>
                  </a:cubicBezTo>
                  <a:cubicBezTo>
                    <a:pt x="5" y="12"/>
                    <a:pt x="0" y="26"/>
                    <a:pt x="6" y="38"/>
                  </a:cubicBezTo>
                  <a:cubicBezTo>
                    <a:pt x="11" y="51"/>
                    <a:pt x="26" y="56"/>
                    <a:pt x="38" y="5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9" name="Freeform 1269">
              <a:extLst>
                <a:ext uri="{FF2B5EF4-FFF2-40B4-BE49-F238E27FC236}">
                  <a16:creationId xmlns:a16="http://schemas.microsoft.com/office/drawing/2014/main" id="{21054E7A-4A4F-4838-9BE2-9D57313BE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956"/>
              <a:ext cx="67" cy="72"/>
            </a:xfrm>
            <a:custGeom>
              <a:avLst/>
              <a:gdLst>
                <a:gd name="T0" fmla="*/ 4889 w 27"/>
                <a:gd name="T1" fmla="*/ 1459 h 27"/>
                <a:gd name="T2" fmla="*/ 948 w 27"/>
                <a:gd name="T3" fmla="*/ 2184 h 27"/>
                <a:gd name="T4" fmla="*/ 1405 w 27"/>
                <a:gd name="T5" fmla="*/ 8248 h 27"/>
                <a:gd name="T6" fmla="*/ 5350 w 27"/>
                <a:gd name="T7" fmla="*/ 7531 h 27"/>
                <a:gd name="T8" fmla="*/ 4889 w 27"/>
                <a:gd name="T9" fmla="*/ 145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1" y="4"/>
                  </a:moveTo>
                  <a:cubicBezTo>
                    <a:pt x="16" y="0"/>
                    <a:pt x="8" y="1"/>
                    <a:pt x="4" y="6"/>
                  </a:cubicBezTo>
                  <a:cubicBezTo>
                    <a:pt x="0" y="11"/>
                    <a:pt x="1" y="19"/>
                    <a:pt x="6" y="23"/>
                  </a:cubicBezTo>
                  <a:cubicBezTo>
                    <a:pt x="12" y="27"/>
                    <a:pt x="19" y="26"/>
                    <a:pt x="23" y="21"/>
                  </a:cubicBezTo>
                  <a:cubicBezTo>
                    <a:pt x="27" y="16"/>
                    <a:pt x="26" y="8"/>
                    <a:pt x="21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0" name="Freeform 1270">
              <a:extLst>
                <a:ext uri="{FF2B5EF4-FFF2-40B4-BE49-F238E27FC236}">
                  <a16:creationId xmlns:a16="http://schemas.microsoft.com/office/drawing/2014/main" id="{18E05791-F551-4B75-8976-CA13ACC95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972"/>
              <a:ext cx="28" cy="29"/>
            </a:xfrm>
            <a:custGeom>
              <a:avLst/>
              <a:gdLst>
                <a:gd name="T0" fmla="*/ 2474 w 11"/>
                <a:gd name="T1" fmla="*/ 382 h 11"/>
                <a:gd name="T2" fmla="*/ 545 w 11"/>
                <a:gd name="T3" fmla="*/ 625 h 11"/>
                <a:gd name="T4" fmla="*/ 843 w 11"/>
                <a:gd name="T5" fmla="*/ 3045 h 11"/>
                <a:gd name="T6" fmla="*/ 2474 w 11"/>
                <a:gd name="T7" fmla="*/ 2655 h 11"/>
                <a:gd name="T8" fmla="*/ 2474 w 11"/>
                <a:gd name="T9" fmla="*/ 38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9" y="1"/>
                  </a:moveTo>
                  <a:cubicBezTo>
                    <a:pt x="7" y="0"/>
                    <a:pt x="4" y="0"/>
                    <a:pt x="2" y="2"/>
                  </a:cubicBezTo>
                  <a:cubicBezTo>
                    <a:pt x="0" y="4"/>
                    <a:pt x="1" y="7"/>
                    <a:pt x="3" y="9"/>
                  </a:cubicBezTo>
                  <a:cubicBezTo>
                    <a:pt x="5" y="11"/>
                    <a:pt x="8" y="10"/>
                    <a:pt x="9" y="8"/>
                  </a:cubicBezTo>
                  <a:cubicBezTo>
                    <a:pt x="11" y="6"/>
                    <a:pt x="11" y="3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1" name="Freeform 1271">
              <a:extLst>
                <a:ext uri="{FF2B5EF4-FFF2-40B4-BE49-F238E27FC236}">
                  <a16:creationId xmlns:a16="http://schemas.microsoft.com/office/drawing/2014/main" id="{D13C3FAE-C290-44D7-A6BD-EED74FE22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572"/>
              <a:ext cx="68" cy="72"/>
            </a:xfrm>
            <a:custGeom>
              <a:avLst/>
              <a:gdLst>
                <a:gd name="T0" fmla="*/ 5354 w 27"/>
                <a:gd name="T1" fmla="*/ 1459 h 27"/>
                <a:gd name="T2" fmla="*/ 1007 w 27"/>
                <a:gd name="T3" fmla="*/ 2184 h 27"/>
                <a:gd name="T4" fmla="*/ 1534 w 27"/>
                <a:gd name="T5" fmla="*/ 8248 h 27"/>
                <a:gd name="T6" fmla="*/ 5881 w 27"/>
                <a:gd name="T7" fmla="*/ 7531 h 27"/>
                <a:gd name="T8" fmla="*/ 5354 w 27"/>
                <a:gd name="T9" fmla="*/ 145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1" y="4"/>
                  </a:moveTo>
                  <a:cubicBezTo>
                    <a:pt x="16" y="0"/>
                    <a:pt x="8" y="1"/>
                    <a:pt x="4" y="6"/>
                  </a:cubicBezTo>
                  <a:cubicBezTo>
                    <a:pt x="0" y="11"/>
                    <a:pt x="1" y="19"/>
                    <a:pt x="6" y="23"/>
                  </a:cubicBezTo>
                  <a:cubicBezTo>
                    <a:pt x="11" y="27"/>
                    <a:pt x="19" y="26"/>
                    <a:pt x="23" y="21"/>
                  </a:cubicBezTo>
                  <a:cubicBezTo>
                    <a:pt x="27" y="16"/>
                    <a:pt x="26" y="8"/>
                    <a:pt x="21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2" name="Freeform 1272">
              <a:extLst>
                <a:ext uri="{FF2B5EF4-FFF2-40B4-BE49-F238E27FC236}">
                  <a16:creationId xmlns:a16="http://schemas.microsoft.com/office/drawing/2014/main" id="{624A1D72-EE89-499D-B669-9DB652212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588"/>
              <a:ext cx="27" cy="27"/>
            </a:xfrm>
            <a:custGeom>
              <a:avLst/>
              <a:gdLst>
                <a:gd name="T0" fmla="*/ 1777 w 11"/>
                <a:gd name="T1" fmla="*/ 429 h 10"/>
                <a:gd name="T2" fmla="*/ 427 w 11"/>
                <a:gd name="T3" fmla="*/ 751 h 10"/>
                <a:gd name="T4" fmla="*/ 427 w 11"/>
                <a:gd name="T5" fmla="*/ 3464 h 10"/>
                <a:gd name="T6" fmla="*/ 1964 w 11"/>
                <a:gd name="T7" fmla="*/ 3127 h 10"/>
                <a:gd name="T8" fmla="*/ 1777 w 11"/>
                <a:gd name="T9" fmla="*/ 4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8" y="1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0" y="4"/>
                    <a:pt x="0" y="7"/>
                    <a:pt x="2" y="9"/>
                  </a:cubicBezTo>
                  <a:cubicBezTo>
                    <a:pt x="5" y="10"/>
                    <a:pt x="8" y="10"/>
                    <a:pt x="9" y="8"/>
                  </a:cubicBezTo>
                  <a:cubicBezTo>
                    <a:pt x="11" y="6"/>
                    <a:pt x="10" y="3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3" name="Freeform 1273">
              <a:extLst>
                <a:ext uri="{FF2B5EF4-FFF2-40B4-BE49-F238E27FC236}">
                  <a16:creationId xmlns:a16="http://schemas.microsoft.com/office/drawing/2014/main" id="{27E29B26-B966-4D76-BE71-04DAC5B48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023"/>
              <a:ext cx="117" cy="61"/>
            </a:xfrm>
            <a:custGeom>
              <a:avLst/>
              <a:gdLst>
                <a:gd name="T0" fmla="*/ 10722 w 47"/>
                <a:gd name="T1" fmla="*/ 1435 h 23"/>
                <a:gd name="T2" fmla="*/ 11167 w 47"/>
                <a:gd name="T3" fmla="*/ 2482 h 23"/>
                <a:gd name="T4" fmla="*/ 466 w 47"/>
                <a:gd name="T5" fmla="*/ 8018 h 23"/>
                <a:gd name="T6" fmla="*/ 466 w 47"/>
                <a:gd name="T7" fmla="*/ 8018 h 23"/>
                <a:gd name="T8" fmla="*/ 187 w 47"/>
                <a:gd name="T9" fmla="*/ 7370 h 23"/>
                <a:gd name="T10" fmla="*/ 0 w 47"/>
                <a:gd name="T11" fmla="*/ 6288 h 23"/>
                <a:gd name="T12" fmla="*/ 0 w 47"/>
                <a:gd name="T13" fmla="*/ 6288 h 23"/>
                <a:gd name="T14" fmla="*/ 10523 w 47"/>
                <a:gd name="T15" fmla="*/ 0 h 23"/>
                <a:gd name="T16" fmla="*/ 10722 w 47"/>
                <a:gd name="T17" fmla="*/ 1435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3">
                  <a:moveTo>
                    <a:pt x="45" y="4"/>
                  </a:moveTo>
                  <a:cubicBezTo>
                    <a:pt x="46" y="5"/>
                    <a:pt x="47" y="6"/>
                    <a:pt x="47" y="7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2"/>
                    <a:pt x="1" y="22"/>
                    <a:pt x="1" y="21"/>
                  </a:cubicBezTo>
                  <a:cubicBezTo>
                    <a:pt x="1" y="20"/>
                    <a:pt x="0" y="19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5" y="2"/>
                    <a:pt x="45" y="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4" name="Freeform 1274">
              <a:extLst>
                <a:ext uri="{FF2B5EF4-FFF2-40B4-BE49-F238E27FC236}">
                  <a16:creationId xmlns:a16="http://schemas.microsoft.com/office/drawing/2014/main" id="{4244D672-2720-420E-B71C-D28236C66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028"/>
              <a:ext cx="112" cy="45"/>
            </a:xfrm>
            <a:custGeom>
              <a:avLst/>
              <a:gdLst>
                <a:gd name="T0" fmla="*/ 10697 w 45"/>
                <a:gd name="T1" fmla="*/ 1668 h 17"/>
                <a:gd name="T2" fmla="*/ 10209 w 45"/>
                <a:gd name="T3" fmla="*/ 0 h 17"/>
                <a:gd name="T4" fmla="*/ 0 w 45"/>
                <a:gd name="T5" fmla="*/ 5845 h 17"/>
                <a:gd name="T6" fmla="*/ 9744 w 45"/>
                <a:gd name="T7" fmla="*/ 1038 h 17"/>
                <a:gd name="T8" fmla="*/ 10697 w 45"/>
                <a:gd name="T9" fmla="*/ 166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7">
                  <a:moveTo>
                    <a:pt x="45" y="5"/>
                  </a:moveTo>
                  <a:cubicBezTo>
                    <a:pt x="44" y="4"/>
                    <a:pt x="43" y="0"/>
                    <a:pt x="43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39" y="2"/>
                    <a:pt x="41" y="3"/>
                  </a:cubicBezTo>
                  <a:cubicBezTo>
                    <a:pt x="43" y="4"/>
                    <a:pt x="45" y="5"/>
                    <a:pt x="45" y="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5" name="Freeform 1275">
              <a:extLst>
                <a:ext uri="{FF2B5EF4-FFF2-40B4-BE49-F238E27FC236}">
                  <a16:creationId xmlns:a16="http://schemas.microsoft.com/office/drawing/2014/main" id="{404DE296-908F-4DA8-98E9-1F22A5D73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023"/>
              <a:ext cx="117" cy="61"/>
            </a:xfrm>
            <a:custGeom>
              <a:avLst/>
              <a:gdLst>
                <a:gd name="T0" fmla="*/ 10722 w 47"/>
                <a:gd name="T1" fmla="*/ 1435 h 23"/>
                <a:gd name="T2" fmla="*/ 11167 w 47"/>
                <a:gd name="T3" fmla="*/ 2482 h 23"/>
                <a:gd name="T4" fmla="*/ 466 w 47"/>
                <a:gd name="T5" fmla="*/ 8018 h 23"/>
                <a:gd name="T6" fmla="*/ 466 w 47"/>
                <a:gd name="T7" fmla="*/ 8018 h 23"/>
                <a:gd name="T8" fmla="*/ 187 w 47"/>
                <a:gd name="T9" fmla="*/ 7370 h 23"/>
                <a:gd name="T10" fmla="*/ 0 w 47"/>
                <a:gd name="T11" fmla="*/ 6288 h 23"/>
                <a:gd name="T12" fmla="*/ 0 w 47"/>
                <a:gd name="T13" fmla="*/ 6288 h 23"/>
                <a:gd name="T14" fmla="*/ 10523 w 47"/>
                <a:gd name="T15" fmla="*/ 0 h 23"/>
                <a:gd name="T16" fmla="*/ 10722 w 47"/>
                <a:gd name="T17" fmla="*/ 1435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3">
                  <a:moveTo>
                    <a:pt x="45" y="4"/>
                  </a:moveTo>
                  <a:cubicBezTo>
                    <a:pt x="46" y="5"/>
                    <a:pt x="47" y="6"/>
                    <a:pt x="47" y="7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2"/>
                    <a:pt x="1" y="22"/>
                    <a:pt x="1" y="21"/>
                  </a:cubicBezTo>
                  <a:cubicBezTo>
                    <a:pt x="1" y="20"/>
                    <a:pt x="0" y="19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5" y="2"/>
                    <a:pt x="45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6" name="Freeform 1276">
              <a:extLst>
                <a:ext uri="{FF2B5EF4-FFF2-40B4-BE49-F238E27FC236}">
                  <a16:creationId xmlns:a16="http://schemas.microsoft.com/office/drawing/2014/main" id="{441E63D0-5820-4DF2-8A18-F393950E9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929"/>
              <a:ext cx="137" cy="150"/>
            </a:xfrm>
            <a:custGeom>
              <a:avLst/>
              <a:gdLst>
                <a:gd name="T0" fmla="*/ 9122 w 55"/>
                <a:gd name="T1" fmla="*/ 18490 h 56"/>
                <a:gd name="T2" fmla="*/ 11974 w 55"/>
                <a:gd name="T3" fmla="*/ 6651 h 56"/>
                <a:gd name="T4" fmla="*/ 4053 w 55"/>
                <a:gd name="T5" fmla="*/ 2210 h 56"/>
                <a:gd name="T6" fmla="*/ 1420 w 55"/>
                <a:gd name="T7" fmla="*/ 14049 h 56"/>
                <a:gd name="T8" fmla="*/ 9122 w 55"/>
                <a:gd name="T9" fmla="*/ 1849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38" y="50"/>
                  </a:moveTo>
                  <a:cubicBezTo>
                    <a:pt x="50" y="45"/>
                    <a:pt x="55" y="30"/>
                    <a:pt x="50" y="18"/>
                  </a:cubicBezTo>
                  <a:cubicBezTo>
                    <a:pt x="44" y="6"/>
                    <a:pt x="30" y="0"/>
                    <a:pt x="17" y="6"/>
                  </a:cubicBezTo>
                  <a:cubicBezTo>
                    <a:pt x="5" y="12"/>
                    <a:pt x="0" y="26"/>
                    <a:pt x="6" y="38"/>
                  </a:cubicBezTo>
                  <a:cubicBezTo>
                    <a:pt x="11" y="51"/>
                    <a:pt x="26" y="56"/>
                    <a:pt x="38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7" name="Freeform 1277">
              <a:extLst>
                <a:ext uri="{FF2B5EF4-FFF2-40B4-BE49-F238E27FC236}">
                  <a16:creationId xmlns:a16="http://schemas.microsoft.com/office/drawing/2014/main" id="{4D7C4060-D784-4DC7-A8A5-BCBE9F7F7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855"/>
              <a:ext cx="137" cy="146"/>
            </a:xfrm>
            <a:custGeom>
              <a:avLst/>
              <a:gdLst>
                <a:gd name="T0" fmla="*/ 2892 w 55"/>
                <a:gd name="T1" fmla="*/ 16482 h 55"/>
                <a:gd name="T2" fmla="*/ 11007 w 55"/>
                <a:gd name="T3" fmla="*/ 15038 h 55"/>
                <a:gd name="T4" fmla="*/ 10275 w 55"/>
                <a:gd name="T5" fmla="*/ 3177 h 55"/>
                <a:gd name="T6" fmla="*/ 1930 w 55"/>
                <a:gd name="T7" fmla="*/ 4622 h 55"/>
                <a:gd name="T8" fmla="*/ 2892 w 55"/>
                <a:gd name="T9" fmla="*/ 1648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12" y="47"/>
                  </a:moveTo>
                  <a:cubicBezTo>
                    <a:pt x="23" y="55"/>
                    <a:pt x="38" y="53"/>
                    <a:pt x="46" y="43"/>
                  </a:cubicBezTo>
                  <a:cubicBezTo>
                    <a:pt x="55" y="33"/>
                    <a:pt x="53" y="17"/>
                    <a:pt x="43" y="9"/>
                  </a:cubicBezTo>
                  <a:cubicBezTo>
                    <a:pt x="32" y="0"/>
                    <a:pt x="17" y="2"/>
                    <a:pt x="8" y="13"/>
                  </a:cubicBezTo>
                  <a:cubicBezTo>
                    <a:pt x="0" y="23"/>
                    <a:pt x="2" y="38"/>
                    <a:pt x="12" y="4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8" name="Freeform 1278">
              <a:extLst>
                <a:ext uri="{FF2B5EF4-FFF2-40B4-BE49-F238E27FC236}">
                  <a16:creationId xmlns:a16="http://schemas.microsoft.com/office/drawing/2014/main" id="{53F89E4F-6641-4ED8-A982-90B1C7CB0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388"/>
              <a:ext cx="138" cy="147"/>
            </a:xfrm>
            <a:custGeom>
              <a:avLst/>
              <a:gdLst>
                <a:gd name="T0" fmla="*/ 12244 w 55"/>
                <a:gd name="T1" fmla="*/ 13936 h 55"/>
                <a:gd name="T2" fmla="*/ 9432 w 55"/>
                <a:gd name="T3" fmla="*/ 2194 h 55"/>
                <a:gd name="T4" fmla="*/ 1310 w 55"/>
                <a:gd name="T5" fmla="*/ 6129 h 55"/>
                <a:gd name="T6" fmla="*/ 4281 w 55"/>
                <a:gd name="T7" fmla="*/ 17851 h 55"/>
                <a:gd name="T8" fmla="*/ 12244 w 55"/>
                <a:gd name="T9" fmla="*/ 1393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49" y="38"/>
                  </a:moveTo>
                  <a:cubicBezTo>
                    <a:pt x="55" y="26"/>
                    <a:pt x="50" y="11"/>
                    <a:pt x="38" y="6"/>
                  </a:cubicBezTo>
                  <a:cubicBezTo>
                    <a:pt x="26" y="0"/>
                    <a:pt x="11" y="5"/>
                    <a:pt x="5" y="17"/>
                  </a:cubicBezTo>
                  <a:cubicBezTo>
                    <a:pt x="0" y="29"/>
                    <a:pt x="5" y="44"/>
                    <a:pt x="17" y="49"/>
                  </a:cubicBezTo>
                  <a:cubicBezTo>
                    <a:pt x="29" y="55"/>
                    <a:pt x="43" y="50"/>
                    <a:pt x="49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19" name="Freeform 1279">
              <a:extLst>
                <a:ext uri="{FF2B5EF4-FFF2-40B4-BE49-F238E27FC236}">
                  <a16:creationId xmlns:a16="http://schemas.microsoft.com/office/drawing/2014/main" id="{FA2B3991-F2BD-429A-A71A-C8977BDD2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823"/>
              <a:ext cx="92" cy="74"/>
            </a:xfrm>
            <a:custGeom>
              <a:avLst/>
              <a:gdLst>
                <a:gd name="T0" fmla="*/ 8069 w 37"/>
                <a:gd name="T1" fmla="*/ 8494 h 28"/>
                <a:gd name="T2" fmla="*/ 7611 w 37"/>
                <a:gd name="T3" fmla="*/ 9562 h 28"/>
                <a:gd name="T4" fmla="*/ 0 w 37"/>
                <a:gd name="T5" fmla="*/ 1425 h 28"/>
                <a:gd name="T6" fmla="*/ 0 w 37"/>
                <a:gd name="T7" fmla="*/ 1425 h 28"/>
                <a:gd name="T8" fmla="*/ 462 w 37"/>
                <a:gd name="T9" fmla="*/ 629 h 28"/>
                <a:gd name="T10" fmla="*/ 644 w 37"/>
                <a:gd name="T11" fmla="*/ 0 h 28"/>
                <a:gd name="T12" fmla="*/ 644 w 37"/>
                <a:gd name="T13" fmla="*/ 0 h 28"/>
                <a:gd name="T14" fmla="*/ 8747 w 37"/>
                <a:gd name="T15" fmla="*/ 7461 h 28"/>
                <a:gd name="T16" fmla="*/ 8069 w 37"/>
                <a:gd name="T17" fmla="*/ 8494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8">
                  <a:moveTo>
                    <a:pt x="34" y="25"/>
                  </a:moveTo>
                  <a:cubicBezTo>
                    <a:pt x="33" y="26"/>
                    <a:pt x="33" y="27"/>
                    <a:pt x="32" y="2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6" y="22"/>
                    <a:pt x="35" y="23"/>
                    <a:pt x="34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0" name="Freeform 1280">
              <a:extLst>
                <a:ext uri="{FF2B5EF4-FFF2-40B4-BE49-F238E27FC236}">
                  <a16:creationId xmlns:a16="http://schemas.microsoft.com/office/drawing/2014/main" id="{886F3722-101C-4A4A-803A-E6601C91D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313"/>
              <a:ext cx="117" cy="22"/>
            </a:xfrm>
            <a:custGeom>
              <a:avLst/>
              <a:gdLst>
                <a:gd name="T0" fmla="*/ 11167 w 47"/>
                <a:gd name="T1" fmla="*/ 1724 h 8"/>
                <a:gd name="T2" fmla="*/ 11167 w 47"/>
                <a:gd name="T3" fmla="*/ 3495 h 8"/>
                <a:gd name="T4" fmla="*/ 0 w 47"/>
                <a:gd name="T5" fmla="*/ 2973 h 8"/>
                <a:gd name="T6" fmla="*/ 0 w 47"/>
                <a:gd name="T7" fmla="*/ 2973 h 8"/>
                <a:gd name="T8" fmla="*/ 0 w 47"/>
                <a:gd name="T9" fmla="*/ 2225 h 8"/>
                <a:gd name="T10" fmla="*/ 0 w 47"/>
                <a:gd name="T11" fmla="*/ 976 h 8"/>
                <a:gd name="T12" fmla="*/ 0 w 47"/>
                <a:gd name="T13" fmla="*/ 976 h 8"/>
                <a:gd name="T14" fmla="*/ 11167 w 47"/>
                <a:gd name="T15" fmla="*/ 0 h 8"/>
                <a:gd name="T16" fmla="*/ 11167 w 47"/>
                <a:gd name="T17" fmla="*/ 172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">
                  <a:moveTo>
                    <a:pt x="47" y="4"/>
                  </a:moveTo>
                  <a:cubicBezTo>
                    <a:pt x="47" y="5"/>
                    <a:pt x="47" y="6"/>
                    <a:pt x="47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1"/>
                    <a:pt x="47" y="2"/>
                    <a:pt x="47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1" name="Freeform 1281">
              <a:extLst>
                <a:ext uri="{FF2B5EF4-FFF2-40B4-BE49-F238E27FC236}">
                  <a16:creationId xmlns:a16="http://schemas.microsoft.com/office/drawing/2014/main" id="{7D974770-FD03-4065-A76F-860459877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516"/>
              <a:ext cx="62" cy="101"/>
            </a:xfrm>
            <a:custGeom>
              <a:avLst/>
              <a:gdLst>
                <a:gd name="T0" fmla="*/ 5141 w 25"/>
                <a:gd name="T1" fmla="*/ 657 h 38"/>
                <a:gd name="T2" fmla="*/ 5826 w 25"/>
                <a:gd name="T3" fmla="*/ 1053 h 38"/>
                <a:gd name="T4" fmla="*/ 1131 w 25"/>
                <a:gd name="T5" fmla="*/ 13367 h 38"/>
                <a:gd name="T6" fmla="*/ 1131 w 25"/>
                <a:gd name="T7" fmla="*/ 13367 h 38"/>
                <a:gd name="T8" fmla="*/ 456 w 25"/>
                <a:gd name="T9" fmla="*/ 12979 h 38"/>
                <a:gd name="T10" fmla="*/ 0 w 25"/>
                <a:gd name="T11" fmla="*/ 12335 h 38"/>
                <a:gd name="T12" fmla="*/ 0 w 25"/>
                <a:gd name="T13" fmla="*/ 12335 h 38"/>
                <a:gd name="T14" fmla="*/ 4238 w 25"/>
                <a:gd name="T15" fmla="*/ 0 h 38"/>
                <a:gd name="T16" fmla="*/ 5141 w 25"/>
                <a:gd name="T17" fmla="*/ 65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8">
                  <a:moveTo>
                    <a:pt x="22" y="2"/>
                  </a:moveTo>
                  <a:cubicBezTo>
                    <a:pt x="23" y="2"/>
                    <a:pt x="24" y="3"/>
                    <a:pt x="25" y="3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4" y="38"/>
                    <a:pt x="3" y="37"/>
                    <a:pt x="2" y="37"/>
                  </a:cubicBezTo>
                  <a:cubicBezTo>
                    <a:pt x="1" y="37"/>
                    <a:pt x="1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21" y="1"/>
                    <a:pt x="22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2" name="Freeform 1282">
              <a:extLst>
                <a:ext uri="{FF2B5EF4-FFF2-40B4-BE49-F238E27FC236}">
                  <a16:creationId xmlns:a16="http://schemas.microsoft.com/office/drawing/2014/main" id="{4B84B1B3-3134-4434-B932-F0FDDED1C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1439"/>
              <a:ext cx="1120" cy="1749"/>
            </a:xfrm>
            <a:custGeom>
              <a:avLst/>
              <a:gdLst>
                <a:gd name="T0" fmla="*/ 54688 w 448"/>
                <a:gd name="T1" fmla="*/ 235614 h 656"/>
                <a:gd name="T2" fmla="*/ 109375 w 448"/>
                <a:gd name="T3" fmla="*/ 117887 h 656"/>
                <a:gd name="T4" fmla="*/ 54688 w 448"/>
                <a:gd name="T5" fmla="*/ 0 h 656"/>
                <a:gd name="T6" fmla="*/ 54688 w 448"/>
                <a:gd name="T7" fmla="*/ 0 h 656"/>
                <a:gd name="T8" fmla="*/ 0 w 448"/>
                <a:gd name="T9" fmla="*/ 117887 h 656"/>
                <a:gd name="T10" fmla="*/ 54688 w 448"/>
                <a:gd name="T11" fmla="*/ 235614 h 6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8" h="656">
                  <a:moveTo>
                    <a:pt x="224" y="656"/>
                  </a:moveTo>
                  <a:cubicBezTo>
                    <a:pt x="347" y="656"/>
                    <a:pt x="448" y="509"/>
                    <a:pt x="448" y="328"/>
                  </a:cubicBezTo>
                  <a:cubicBezTo>
                    <a:pt x="448" y="147"/>
                    <a:pt x="347" y="0"/>
                    <a:pt x="224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100" y="0"/>
                    <a:pt x="0" y="147"/>
                    <a:pt x="0" y="328"/>
                  </a:cubicBezTo>
                  <a:cubicBezTo>
                    <a:pt x="0" y="509"/>
                    <a:pt x="100" y="656"/>
                    <a:pt x="224" y="656"/>
                  </a:cubicBezTo>
                </a:path>
              </a:pathLst>
            </a:custGeom>
            <a:solidFill>
              <a:srgbClr val="F3A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3" name="Freeform 1283">
              <a:extLst>
                <a:ext uri="{FF2B5EF4-FFF2-40B4-BE49-F238E27FC236}">
                  <a16:creationId xmlns:a16="http://schemas.microsoft.com/office/drawing/2014/main" id="{0EC3C977-4946-4743-95ED-211C63A497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2" y="1497"/>
              <a:ext cx="597" cy="1654"/>
            </a:xfrm>
            <a:custGeom>
              <a:avLst/>
              <a:gdLst>
                <a:gd name="T0" fmla="*/ 48320 w 239"/>
                <a:gd name="T1" fmla="*/ 1059 h 620"/>
                <a:gd name="T2" fmla="*/ 45429 w 239"/>
                <a:gd name="T3" fmla="*/ 0 h 620"/>
                <a:gd name="T4" fmla="*/ 49591 w 239"/>
                <a:gd name="T5" fmla="*/ 2185 h 620"/>
                <a:gd name="T6" fmla="*/ 48320 w 239"/>
                <a:gd name="T7" fmla="*/ 1059 h 620"/>
                <a:gd name="T8" fmla="*/ 26947 w 239"/>
                <a:gd name="T9" fmla="*/ 220942 h 620"/>
                <a:gd name="T10" fmla="*/ 0 w 239"/>
                <a:gd name="T11" fmla="*/ 212019 h 620"/>
                <a:gd name="T12" fmla="*/ 7981 w 239"/>
                <a:gd name="T13" fmla="*/ 220217 h 620"/>
                <a:gd name="T14" fmla="*/ 25469 w 239"/>
                <a:gd name="T15" fmla="*/ 223461 h 620"/>
                <a:gd name="T16" fmla="*/ 27210 w 239"/>
                <a:gd name="T17" fmla="*/ 223461 h 620"/>
                <a:gd name="T18" fmla="*/ 28696 w 239"/>
                <a:gd name="T19" fmla="*/ 223461 h 620"/>
                <a:gd name="T20" fmla="*/ 48112 w 239"/>
                <a:gd name="T21" fmla="*/ 219819 h 620"/>
                <a:gd name="T22" fmla="*/ 58041 w 239"/>
                <a:gd name="T23" fmla="*/ 208367 h 620"/>
                <a:gd name="T24" fmla="*/ 26947 w 239"/>
                <a:gd name="T25" fmla="*/ 220942 h 6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9" h="620">
                  <a:moveTo>
                    <a:pt x="199" y="3"/>
                  </a:moveTo>
                  <a:cubicBezTo>
                    <a:pt x="195" y="2"/>
                    <a:pt x="191" y="1"/>
                    <a:pt x="187" y="0"/>
                  </a:cubicBezTo>
                  <a:cubicBezTo>
                    <a:pt x="193" y="2"/>
                    <a:pt x="198" y="4"/>
                    <a:pt x="204" y="6"/>
                  </a:cubicBezTo>
                  <a:cubicBezTo>
                    <a:pt x="202" y="5"/>
                    <a:pt x="201" y="4"/>
                    <a:pt x="199" y="3"/>
                  </a:cubicBezTo>
                  <a:close/>
                  <a:moveTo>
                    <a:pt x="111" y="613"/>
                  </a:moveTo>
                  <a:cubicBezTo>
                    <a:pt x="73" y="611"/>
                    <a:pt x="35" y="602"/>
                    <a:pt x="0" y="588"/>
                  </a:cubicBezTo>
                  <a:cubicBezTo>
                    <a:pt x="10" y="597"/>
                    <a:pt x="21" y="605"/>
                    <a:pt x="33" y="611"/>
                  </a:cubicBezTo>
                  <a:cubicBezTo>
                    <a:pt x="56" y="617"/>
                    <a:pt x="80" y="620"/>
                    <a:pt x="105" y="620"/>
                  </a:cubicBezTo>
                  <a:cubicBezTo>
                    <a:pt x="107" y="620"/>
                    <a:pt x="109" y="620"/>
                    <a:pt x="112" y="620"/>
                  </a:cubicBezTo>
                  <a:cubicBezTo>
                    <a:pt x="114" y="620"/>
                    <a:pt x="116" y="620"/>
                    <a:pt x="118" y="620"/>
                  </a:cubicBezTo>
                  <a:cubicBezTo>
                    <a:pt x="146" y="620"/>
                    <a:pt x="172" y="616"/>
                    <a:pt x="198" y="610"/>
                  </a:cubicBezTo>
                  <a:cubicBezTo>
                    <a:pt x="212" y="601"/>
                    <a:pt x="226" y="590"/>
                    <a:pt x="239" y="578"/>
                  </a:cubicBezTo>
                  <a:cubicBezTo>
                    <a:pt x="200" y="598"/>
                    <a:pt x="157" y="610"/>
                    <a:pt x="111" y="613"/>
                  </a:cubicBezTo>
                  <a:close/>
                </a:path>
              </a:pathLst>
            </a:custGeom>
            <a:solidFill>
              <a:srgbClr val="E74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4" name="Freeform 1284">
              <a:extLst>
                <a:ext uri="{FF2B5EF4-FFF2-40B4-BE49-F238E27FC236}">
                  <a16:creationId xmlns:a16="http://schemas.microsoft.com/office/drawing/2014/main" id="{1A8B84B8-54F6-4DE5-BF73-01E456FE3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612"/>
              <a:ext cx="133" cy="144"/>
            </a:xfrm>
            <a:custGeom>
              <a:avLst/>
              <a:gdLst>
                <a:gd name="T0" fmla="*/ 2494 w 53"/>
                <a:gd name="T1" fmla="*/ 15779 h 54"/>
                <a:gd name="T2" fmla="*/ 2304 w 53"/>
                <a:gd name="T3" fmla="*/ 3640 h 54"/>
                <a:gd name="T4" fmla="*/ 10951 w 53"/>
                <a:gd name="T5" fmla="*/ 3243 h 54"/>
                <a:gd name="T6" fmla="*/ 10951 w 53"/>
                <a:gd name="T7" fmla="*/ 15779 h 54"/>
                <a:gd name="T8" fmla="*/ 2494 w 53"/>
                <a:gd name="T9" fmla="*/ 1577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4">
                  <a:moveTo>
                    <a:pt x="10" y="44"/>
                  </a:moveTo>
                  <a:cubicBezTo>
                    <a:pt x="0" y="35"/>
                    <a:pt x="0" y="19"/>
                    <a:pt x="9" y="10"/>
                  </a:cubicBezTo>
                  <a:cubicBezTo>
                    <a:pt x="19" y="0"/>
                    <a:pt x="34" y="0"/>
                    <a:pt x="44" y="9"/>
                  </a:cubicBezTo>
                  <a:cubicBezTo>
                    <a:pt x="53" y="19"/>
                    <a:pt x="53" y="34"/>
                    <a:pt x="44" y="44"/>
                  </a:cubicBezTo>
                  <a:cubicBezTo>
                    <a:pt x="35" y="53"/>
                    <a:pt x="19" y="54"/>
                    <a:pt x="10" y="44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5" name="Freeform 1285">
              <a:extLst>
                <a:ext uri="{FF2B5EF4-FFF2-40B4-BE49-F238E27FC236}">
                  <a16:creationId xmlns:a16="http://schemas.microsoft.com/office/drawing/2014/main" id="{D4223642-C103-4B08-B2A9-8AB0929EC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1639"/>
              <a:ext cx="67" cy="72"/>
            </a:xfrm>
            <a:custGeom>
              <a:avLst/>
              <a:gdLst>
                <a:gd name="T0" fmla="*/ 1134 w 27"/>
                <a:gd name="T1" fmla="*/ 2184 h 27"/>
                <a:gd name="T2" fmla="*/ 4889 w 27"/>
                <a:gd name="T3" fmla="*/ 1763 h 27"/>
                <a:gd name="T4" fmla="*/ 5350 w 27"/>
                <a:gd name="T5" fmla="*/ 7531 h 27"/>
                <a:gd name="T6" fmla="*/ 1405 w 27"/>
                <a:gd name="T7" fmla="*/ 8248 h 27"/>
                <a:gd name="T8" fmla="*/ 1134 w 27"/>
                <a:gd name="T9" fmla="*/ 218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5" y="6"/>
                  </a:moveTo>
                  <a:cubicBezTo>
                    <a:pt x="9" y="1"/>
                    <a:pt x="16" y="0"/>
                    <a:pt x="21" y="5"/>
                  </a:cubicBezTo>
                  <a:cubicBezTo>
                    <a:pt x="26" y="9"/>
                    <a:pt x="27" y="16"/>
                    <a:pt x="23" y="21"/>
                  </a:cubicBezTo>
                  <a:cubicBezTo>
                    <a:pt x="19" y="26"/>
                    <a:pt x="11" y="27"/>
                    <a:pt x="6" y="23"/>
                  </a:cubicBezTo>
                  <a:cubicBezTo>
                    <a:pt x="1" y="18"/>
                    <a:pt x="0" y="11"/>
                    <a:pt x="5" y="6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6" name="Freeform 1286">
              <a:extLst>
                <a:ext uri="{FF2B5EF4-FFF2-40B4-BE49-F238E27FC236}">
                  <a16:creationId xmlns:a16="http://schemas.microsoft.com/office/drawing/2014/main" id="{8B5BF06A-AE88-4C14-9171-521E9207F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655"/>
              <a:ext cx="28" cy="29"/>
            </a:xfrm>
            <a:custGeom>
              <a:avLst/>
              <a:gdLst>
                <a:gd name="T0" fmla="*/ 545 w 11"/>
                <a:gd name="T1" fmla="*/ 625 h 11"/>
                <a:gd name="T2" fmla="*/ 2146 w 11"/>
                <a:gd name="T3" fmla="*/ 625 h 11"/>
                <a:gd name="T4" fmla="*/ 2474 w 11"/>
                <a:gd name="T5" fmla="*/ 3045 h 11"/>
                <a:gd name="T6" fmla="*/ 545 w 11"/>
                <a:gd name="T7" fmla="*/ 3045 h 11"/>
                <a:gd name="T8" fmla="*/ 545 w 11"/>
                <a:gd name="T9" fmla="*/ 62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2"/>
                  </a:moveTo>
                  <a:cubicBezTo>
                    <a:pt x="3" y="0"/>
                    <a:pt x="6" y="0"/>
                    <a:pt x="8" y="2"/>
                  </a:cubicBezTo>
                  <a:cubicBezTo>
                    <a:pt x="10" y="4"/>
                    <a:pt x="11" y="7"/>
                    <a:pt x="9" y="9"/>
                  </a:cubicBezTo>
                  <a:cubicBezTo>
                    <a:pt x="7" y="11"/>
                    <a:pt x="4" y="11"/>
                    <a:pt x="2" y="9"/>
                  </a:cubicBezTo>
                  <a:cubicBezTo>
                    <a:pt x="0" y="7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7" name="Freeform 1287">
              <a:extLst>
                <a:ext uri="{FF2B5EF4-FFF2-40B4-BE49-F238E27FC236}">
                  <a16:creationId xmlns:a16="http://schemas.microsoft.com/office/drawing/2014/main" id="{0734B6A9-8CE7-40BF-8CF5-FFC580ED2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721"/>
              <a:ext cx="100" cy="86"/>
            </a:xfrm>
            <a:custGeom>
              <a:avLst/>
              <a:gdLst>
                <a:gd name="T0" fmla="*/ 783 w 40"/>
                <a:gd name="T1" fmla="*/ 1148 h 32"/>
                <a:gd name="T2" fmla="*/ 0 w 40"/>
                <a:gd name="T3" fmla="*/ 2255 h 32"/>
                <a:gd name="T4" fmla="*/ 9113 w 40"/>
                <a:gd name="T5" fmla="*/ 12053 h 32"/>
                <a:gd name="T6" fmla="*/ 9113 w 40"/>
                <a:gd name="T7" fmla="*/ 12053 h 32"/>
                <a:gd name="T8" fmla="*/ 9300 w 40"/>
                <a:gd name="T9" fmla="*/ 10949 h 32"/>
                <a:gd name="T10" fmla="*/ 9770 w 40"/>
                <a:gd name="T11" fmla="*/ 10229 h 32"/>
                <a:gd name="T12" fmla="*/ 9770 w 40"/>
                <a:gd name="T13" fmla="*/ 10229 h 32"/>
                <a:gd name="T14" fmla="*/ 1488 w 40"/>
                <a:gd name="T15" fmla="*/ 0 h 32"/>
                <a:gd name="T16" fmla="*/ 783 w 40"/>
                <a:gd name="T17" fmla="*/ 114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32">
                  <a:moveTo>
                    <a:pt x="3" y="3"/>
                  </a:moveTo>
                  <a:cubicBezTo>
                    <a:pt x="2" y="4"/>
                    <a:pt x="1" y="5"/>
                    <a:pt x="0" y="6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8" y="31"/>
                    <a:pt x="38" y="30"/>
                    <a:pt x="38" y="29"/>
                  </a:cubicBezTo>
                  <a:cubicBezTo>
                    <a:pt x="39" y="29"/>
                    <a:pt x="39" y="28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8" name="Freeform 1288">
              <a:extLst>
                <a:ext uri="{FF2B5EF4-FFF2-40B4-BE49-F238E27FC236}">
                  <a16:creationId xmlns:a16="http://schemas.microsoft.com/office/drawing/2014/main" id="{139D1BD2-6CED-4606-A0B6-2A3A5F4CA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727"/>
              <a:ext cx="92" cy="69"/>
            </a:xfrm>
            <a:custGeom>
              <a:avLst/>
              <a:gdLst>
                <a:gd name="T0" fmla="*/ 0 w 37"/>
                <a:gd name="T1" fmla="*/ 1436 h 26"/>
                <a:gd name="T2" fmla="*/ 952 w 37"/>
                <a:gd name="T3" fmla="*/ 0 h 26"/>
                <a:gd name="T4" fmla="*/ 8747 w 37"/>
                <a:gd name="T5" fmla="*/ 9084 h 26"/>
                <a:gd name="T6" fmla="*/ 1149 w 37"/>
                <a:gd name="T7" fmla="*/ 1436 h 26"/>
                <a:gd name="T8" fmla="*/ 0 w 37"/>
                <a:gd name="T9" fmla="*/ 143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6">
                  <a:moveTo>
                    <a:pt x="0" y="4"/>
                  </a:moveTo>
                  <a:cubicBezTo>
                    <a:pt x="2" y="3"/>
                    <a:pt x="4" y="1"/>
                    <a:pt x="4" y="0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7" y="26"/>
                    <a:pt x="7" y="4"/>
                    <a:pt x="5" y="4"/>
                  </a:cubicBezTo>
                  <a:cubicBezTo>
                    <a:pt x="2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29" name="Freeform 1289">
              <a:extLst>
                <a:ext uri="{FF2B5EF4-FFF2-40B4-BE49-F238E27FC236}">
                  <a16:creationId xmlns:a16="http://schemas.microsoft.com/office/drawing/2014/main" id="{A496A21B-EB6C-4366-AC2C-897798B79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721"/>
              <a:ext cx="100" cy="86"/>
            </a:xfrm>
            <a:custGeom>
              <a:avLst/>
              <a:gdLst>
                <a:gd name="T0" fmla="*/ 783 w 40"/>
                <a:gd name="T1" fmla="*/ 1148 h 32"/>
                <a:gd name="T2" fmla="*/ 0 w 40"/>
                <a:gd name="T3" fmla="*/ 2255 h 32"/>
                <a:gd name="T4" fmla="*/ 9113 w 40"/>
                <a:gd name="T5" fmla="*/ 12053 h 32"/>
                <a:gd name="T6" fmla="*/ 9113 w 40"/>
                <a:gd name="T7" fmla="*/ 12053 h 32"/>
                <a:gd name="T8" fmla="*/ 9300 w 40"/>
                <a:gd name="T9" fmla="*/ 10949 h 32"/>
                <a:gd name="T10" fmla="*/ 9770 w 40"/>
                <a:gd name="T11" fmla="*/ 10229 h 32"/>
                <a:gd name="T12" fmla="*/ 9770 w 40"/>
                <a:gd name="T13" fmla="*/ 10229 h 32"/>
                <a:gd name="T14" fmla="*/ 1488 w 40"/>
                <a:gd name="T15" fmla="*/ 0 h 32"/>
                <a:gd name="T16" fmla="*/ 783 w 40"/>
                <a:gd name="T17" fmla="*/ 114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32">
                  <a:moveTo>
                    <a:pt x="3" y="3"/>
                  </a:moveTo>
                  <a:cubicBezTo>
                    <a:pt x="2" y="4"/>
                    <a:pt x="1" y="5"/>
                    <a:pt x="0" y="6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8" y="31"/>
                    <a:pt x="38" y="30"/>
                    <a:pt x="38" y="29"/>
                  </a:cubicBezTo>
                  <a:cubicBezTo>
                    <a:pt x="39" y="29"/>
                    <a:pt x="39" y="28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4" y="2"/>
                    <a:pt x="3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0" name="Freeform 1290">
              <a:extLst>
                <a:ext uri="{FF2B5EF4-FFF2-40B4-BE49-F238E27FC236}">
                  <a16:creationId xmlns:a16="http://schemas.microsoft.com/office/drawing/2014/main" id="{52A3182A-FF85-4665-B18D-D81A72A78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612"/>
              <a:ext cx="133" cy="144"/>
            </a:xfrm>
            <a:custGeom>
              <a:avLst/>
              <a:gdLst>
                <a:gd name="T0" fmla="*/ 2494 w 53"/>
                <a:gd name="T1" fmla="*/ 15779 h 54"/>
                <a:gd name="T2" fmla="*/ 2304 w 53"/>
                <a:gd name="T3" fmla="*/ 3640 h 54"/>
                <a:gd name="T4" fmla="*/ 10951 w 53"/>
                <a:gd name="T5" fmla="*/ 3243 h 54"/>
                <a:gd name="T6" fmla="*/ 10951 w 53"/>
                <a:gd name="T7" fmla="*/ 15779 h 54"/>
                <a:gd name="T8" fmla="*/ 2494 w 53"/>
                <a:gd name="T9" fmla="*/ 1577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4">
                  <a:moveTo>
                    <a:pt x="10" y="44"/>
                  </a:moveTo>
                  <a:cubicBezTo>
                    <a:pt x="0" y="35"/>
                    <a:pt x="0" y="19"/>
                    <a:pt x="9" y="10"/>
                  </a:cubicBezTo>
                  <a:cubicBezTo>
                    <a:pt x="19" y="0"/>
                    <a:pt x="34" y="0"/>
                    <a:pt x="44" y="9"/>
                  </a:cubicBezTo>
                  <a:cubicBezTo>
                    <a:pt x="53" y="19"/>
                    <a:pt x="53" y="34"/>
                    <a:pt x="44" y="44"/>
                  </a:cubicBezTo>
                  <a:cubicBezTo>
                    <a:pt x="35" y="53"/>
                    <a:pt x="19" y="54"/>
                    <a:pt x="10" y="4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1" name="Freeform 1291">
              <a:extLst>
                <a:ext uri="{FF2B5EF4-FFF2-40B4-BE49-F238E27FC236}">
                  <a16:creationId xmlns:a16="http://schemas.microsoft.com/office/drawing/2014/main" id="{095FD4C5-5921-4F40-8341-7F65BE807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847"/>
              <a:ext cx="137" cy="146"/>
            </a:xfrm>
            <a:custGeom>
              <a:avLst/>
              <a:gdLst>
                <a:gd name="T0" fmla="*/ 10275 w 55"/>
                <a:gd name="T1" fmla="*/ 16087 h 55"/>
                <a:gd name="T2" fmla="*/ 2115 w 55"/>
                <a:gd name="T3" fmla="*/ 15038 h 55"/>
                <a:gd name="T4" fmla="*/ 2892 w 55"/>
                <a:gd name="T5" fmla="*/ 2790 h 55"/>
                <a:gd name="T6" fmla="*/ 11207 w 55"/>
                <a:gd name="T7" fmla="*/ 4229 h 55"/>
                <a:gd name="T8" fmla="*/ 10275 w 55"/>
                <a:gd name="T9" fmla="*/ 1608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43" y="46"/>
                  </a:moveTo>
                  <a:cubicBezTo>
                    <a:pt x="32" y="55"/>
                    <a:pt x="17" y="53"/>
                    <a:pt x="9" y="43"/>
                  </a:cubicBezTo>
                  <a:cubicBezTo>
                    <a:pt x="0" y="32"/>
                    <a:pt x="2" y="17"/>
                    <a:pt x="12" y="8"/>
                  </a:cubicBezTo>
                  <a:cubicBezTo>
                    <a:pt x="23" y="0"/>
                    <a:pt x="38" y="2"/>
                    <a:pt x="47" y="12"/>
                  </a:cubicBezTo>
                  <a:cubicBezTo>
                    <a:pt x="55" y="23"/>
                    <a:pt x="53" y="38"/>
                    <a:pt x="43" y="46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2" name="Freeform 1292">
              <a:extLst>
                <a:ext uri="{FF2B5EF4-FFF2-40B4-BE49-F238E27FC236}">
                  <a16:creationId xmlns:a16="http://schemas.microsoft.com/office/drawing/2014/main" id="{86F2F980-D0B5-4A68-8DDB-9EA2A56A4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873"/>
              <a:ext cx="68" cy="72"/>
            </a:xfrm>
            <a:custGeom>
              <a:avLst/>
              <a:gdLst>
                <a:gd name="T0" fmla="*/ 5354 w 27"/>
                <a:gd name="T1" fmla="*/ 7944 h 27"/>
                <a:gd name="T2" fmla="*/ 1325 w 27"/>
                <a:gd name="T3" fmla="*/ 7531 h 27"/>
                <a:gd name="T4" fmla="*/ 1534 w 27"/>
                <a:gd name="T5" fmla="*/ 1459 h 27"/>
                <a:gd name="T6" fmla="*/ 5881 w 27"/>
                <a:gd name="T7" fmla="*/ 2184 h 27"/>
                <a:gd name="T8" fmla="*/ 5354 w 27"/>
                <a:gd name="T9" fmla="*/ 794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1" y="22"/>
                  </a:moveTo>
                  <a:cubicBezTo>
                    <a:pt x="16" y="27"/>
                    <a:pt x="9" y="26"/>
                    <a:pt x="5" y="21"/>
                  </a:cubicBezTo>
                  <a:cubicBezTo>
                    <a:pt x="0" y="15"/>
                    <a:pt x="1" y="8"/>
                    <a:pt x="6" y="4"/>
                  </a:cubicBezTo>
                  <a:cubicBezTo>
                    <a:pt x="11" y="0"/>
                    <a:pt x="19" y="1"/>
                    <a:pt x="23" y="6"/>
                  </a:cubicBezTo>
                  <a:cubicBezTo>
                    <a:pt x="27" y="11"/>
                    <a:pt x="26" y="18"/>
                    <a:pt x="21" y="22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3" name="Freeform 1293">
              <a:extLst>
                <a:ext uri="{FF2B5EF4-FFF2-40B4-BE49-F238E27FC236}">
                  <a16:creationId xmlns:a16="http://schemas.microsoft.com/office/drawing/2014/main" id="{95F6413F-D04A-4712-921B-560D7B90A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892"/>
              <a:ext cx="28" cy="27"/>
            </a:xfrm>
            <a:custGeom>
              <a:avLst/>
              <a:gdLst>
                <a:gd name="T0" fmla="*/ 2146 w 11"/>
                <a:gd name="T1" fmla="*/ 3464 h 10"/>
                <a:gd name="T2" fmla="*/ 545 w 11"/>
                <a:gd name="T3" fmla="*/ 3127 h 10"/>
                <a:gd name="T4" fmla="*/ 843 w 11"/>
                <a:gd name="T5" fmla="*/ 429 h 10"/>
                <a:gd name="T6" fmla="*/ 2474 w 11"/>
                <a:gd name="T7" fmla="*/ 751 h 10"/>
                <a:gd name="T8" fmla="*/ 2146 w 11"/>
                <a:gd name="T9" fmla="*/ 346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8" y="9"/>
                  </a:moveTo>
                  <a:cubicBezTo>
                    <a:pt x="6" y="10"/>
                    <a:pt x="3" y="10"/>
                    <a:pt x="2" y="8"/>
                  </a:cubicBezTo>
                  <a:cubicBezTo>
                    <a:pt x="0" y="6"/>
                    <a:pt x="0" y="3"/>
                    <a:pt x="3" y="1"/>
                  </a:cubicBezTo>
                  <a:cubicBezTo>
                    <a:pt x="5" y="0"/>
                    <a:pt x="8" y="0"/>
                    <a:pt x="9" y="2"/>
                  </a:cubicBezTo>
                  <a:cubicBezTo>
                    <a:pt x="11" y="4"/>
                    <a:pt x="11" y="7"/>
                    <a:pt x="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4" name="Freeform 1294">
              <a:extLst>
                <a:ext uri="{FF2B5EF4-FFF2-40B4-BE49-F238E27FC236}">
                  <a16:creationId xmlns:a16="http://schemas.microsoft.com/office/drawing/2014/main" id="{30437ECC-8CB8-44CA-A341-784EF7C4D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812"/>
              <a:ext cx="92" cy="75"/>
            </a:xfrm>
            <a:custGeom>
              <a:avLst/>
              <a:gdLst>
                <a:gd name="T0" fmla="*/ 644 w 37"/>
                <a:gd name="T1" fmla="*/ 9206 h 28"/>
                <a:gd name="T2" fmla="*/ 1149 w 37"/>
                <a:gd name="T3" fmla="*/ 10339 h 28"/>
                <a:gd name="T4" fmla="*/ 8747 w 37"/>
                <a:gd name="T5" fmla="*/ 1808 h 28"/>
                <a:gd name="T6" fmla="*/ 8747 w 37"/>
                <a:gd name="T7" fmla="*/ 1808 h 28"/>
                <a:gd name="T8" fmla="*/ 8253 w 37"/>
                <a:gd name="T9" fmla="*/ 675 h 28"/>
                <a:gd name="T10" fmla="*/ 8069 w 37"/>
                <a:gd name="T11" fmla="*/ 0 h 28"/>
                <a:gd name="T12" fmla="*/ 8069 w 37"/>
                <a:gd name="T13" fmla="*/ 0 h 28"/>
                <a:gd name="T14" fmla="*/ 0 w 37"/>
                <a:gd name="T15" fmla="*/ 8129 h 28"/>
                <a:gd name="T16" fmla="*/ 644 w 37"/>
                <a:gd name="T17" fmla="*/ 920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8">
                  <a:moveTo>
                    <a:pt x="3" y="25"/>
                  </a:moveTo>
                  <a:cubicBezTo>
                    <a:pt x="4" y="26"/>
                    <a:pt x="4" y="27"/>
                    <a:pt x="5" y="28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5" y="2"/>
                    <a:pt x="34" y="1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3"/>
                    <a:pt x="2" y="24"/>
                    <a:pt x="3" y="25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5" name="Freeform 1295">
              <a:extLst>
                <a:ext uri="{FF2B5EF4-FFF2-40B4-BE49-F238E27FC236}">
                  <a16:creationId xmlns:a16="http://schemas.microsoft.com/office/drawing/2014/main" id="{9C50B5FA-7925-492C-811E-A7A55BEB2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815"/>
              <a:ext cx="78" cy="66"/>
            </a:xfrm>
            <a:custGeom>
              <a:avLst/>
              <a:gdLst>
                <a:gd name="T0" fmla="*/ 798 w 31"/>
                <a:gd name="T1" fmla="*/ 8448 h 25"/>
                <a:gd name="T2" fmla="*/ 0 w 31"/>
                <a:gd name="T3" fmla="*/ 7046 h 25"/>
                <a:gd name="T4" fmla="*/ 7850 w 31"/>
                <a:gd name="T5" fmla="*/ 0 h 25"/>
                <a:gd name="T6" fmla="*/ 798 w 31"/>
                <a:gd name="T7" fmla="*/ 7046 h 25"/>
                <a:gd name="T8" fmla="*/ 798 w 31"/>
                <a:gd name="T9" fmla="*/ 84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3" y="25"/>
                  </a:moveTo>
                  <a:cubicBezTo>
                    <a:pt x="2" y="24"/>
                    <a:pt x="0" y="21"/>
                    <a:pt x="0" y="2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" y="19"/>
                    <a:pt x="3" y="21"/>
                  </a:cubicBezTo>
                  <a:cubicBezTo>
                    <a:pt x="3" y="23"/>
                    <a:pt x="3" y="25"/>
                    <a:pt x="3" y="2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6" name="Freeform 1296">
              <a:extLst>
                <a:ext uri="{FF2B5EF4-FFF2-40B4-BE49-F238E27FC236}">
                  <a16:creationId xmlns:a16="http://schemas.microsoft.com/office/drawing/2014/main" id="{A73074DF-9C77-43EC-81C8-ABD953DAC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233"/>
              <a:ext cx="125" cy="134"/>
            </a:xfrm>
            <a:custGeom>
              <a:avLst/>
              <a:gdLst>
                <a:gd name="T0" fmla="*/ 5863 w 50"/>
                <a:gd name="T1" fmla="*/ 18516 h 50"/>
                <a:gd name="T2" fmla="*/ 313 w 50"/>
                <a:gd name="T3" fmla="*/ 8871 h 50"/>
                <a:gd name="T4" fmla="*/ 6375 w 50"/>
                <a:gd name="T5" fmla="*/ 402 h 50"/>
                <a:gd name="T6" fmla="*/ 12033 w 50"/>
                <a:gd name="T7" fmla="*/ 9704 h 50"/>
                <a:gd name="T8" fmla="*/ 5863 w 50"/>
                <a:gd name="T9" fmla="*/ 1851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24" y="50"/>
                  </a:moveTo>
                  <a:cubicBezTo>
                    <a:pt x="11" y="49"/>
                    <a:pt x="0" y="38"/>
                    <a:pt x="1" y="24"/>
                  </a:cubicBezTo>
                  <a:cubicBezTo>
                    <a:pt x="1" y="11"/>
                    <a:pt x="13" y="0"/>
                    <a:pt x="26" y="1"/>
                  </a:cubicBezTo>
                  <a:cubicBezTo>
                    <a:pt x="40" y="2"/>
                    <a:pt x="50" y="13"/>
                    <a:pt x="49" y="26"/>
                  </a:cubicBezTo>
                  <a:cubicBezTo>
                    <a:pt x="49" y="40"/>
                    <a:pt x="37" y="50"/>
                    <a:pt x="24" y="5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7" name="Freeform 1297">
              <a:extLst>
                <a:ext uri="{FF2B5EF4-FFF2-40B4-BE49-F238E27FC236}">
                  <a16:creationId xmlns:a16="http://schemas.microsoft.com/office/drawing/2014/main" id="{AD196C00-DEBC-4085-8E5F-9D0195B0C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292"/>
              <a:ext cx="118" cy="21"/>
            </a:xfrm>
            <a:custGeom>
              <a:avLst/>
              <a:gdLst>
                <a:gd name="T0" fmla="*/ 316 w 47"/>
                <a:gd name="T1" fmla="*/ 1378 h 8"/>
                <a:gd name="T2" fmla="*/ 0 w 47"/>
                <a:gd name="T3" fmla="*/ 2604 h 8"/>
                <a:gd name="T4" fmla="*/ 11755 w 47"/>
                <a:gd name="T5" fmla="*/ 2604 h 8"/>
                <a:gd name="T6" fmla="*/ 11755 w 47"/>
                <a:gd name="T7" fmla="*/ 2604 h 8"/>
                <a:gd name="T8" fmla="*/ 11755 w 47"/>
                <a:gd name="T9" fmla="*/ 1992 h 8"/>
                <a:gd name="T10" fmla="*/ 11755 w 47"/>
                <a:gd name="T11" fmla="*/ 992 h 8"/>
                <a:gd name="T12" fmla="*/ 11755 w 47"/>
                <a:gd name="T13" fmla="*/ 992 h 8"/>
                <a:gd name="T14" fmla="*/ 316 w 47"/>
                <a:gd name="T15" fmla="*/ 0 h 8"/>
                <a:gd name="T16" fmla="*/ 316 w 47"/>
                <a:gd name="T17" fmla="*/ 137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">
                  <a:moveTo>
                    <a:pt x="1" y="4"/>
                  </a:moveTo>
                  <a:cubicBezTo>
                    <a:pt x="1" y="6"/>
                    <a:pt x="0" y="7"/>
                    <a:pt x="0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6"/>
                    <a:pt x="47" y="6"/>
                  </a:cubicBezTo>
                  <a:cubicBezTo>
                    <a:pt x="47" y="5"/>
                    <a:pt x="47" y="4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8" name="Freeform 1298">
              <a:extLst>
                <a:ext uri="{FF2B5EF4-FFF2-40B4-BE49-F238E27FC236}">
                  <a16:creationId xmlns:a16="http://schemas.microsoft.com/office/drawing/2014/main" id="{3C7D4D82-6299-43EC-8E7D-A9A51CE45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2297"/>
              <a:ext cx="113" cy="16"/>
            </a:xfrm>
            <a:custGeom>
              <a:avLst/>
              <a:gdLst>
                <a:gd name="T0" fmla="*/ 0 w 45"/>
                <a:gd name="T1" fmla="*/ 2184 h 6"/>
                <a:gd name="T2" fmla="*/ 0 w 45"/>
                <a:gd name="T3" fmla="*/ 0 h 6"/>
                <a:gd name="T4" fmla="*/ 11287 w 45"/>
                <a:gd name="T5" fmla="*/ 661 h 6"/>
                <a:gd name="T6" fmla="*/ 794 w 45"/>
                <a:gd name="T7" fmla="*/ 661 h 6"/>
                <a:gd name="T8" fmla="*/ 0 w 45"/>
                <a:gd name="T9" fmla="*/ 218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">
                  <a:moveTo>
                    <a:pt x="0" y="6"/>
                  </a:moveTo>
                  <a:cubicBezTo>
                    <a:pt x="1" y="4"/>
                    <a:pt x="1" y="0"/>
                    <a:pt x="0" y="0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2"/>
                    <a:pt x="4" y="1"/>
                    <a:pt x="3" y="2"/>
                  </a:cubicBezTo>
                  <a:cubicBezTo>
                    <a:pt x="1" y="4"/>
                    <a:pt x="0" y="5"/>
                    <a:pt x="0" y="6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39" name="Freeform 1299">
              <a:extLst>
                <a:ext uri="{FF2B5EF4-FFF2-40B4-BE49-F238E27FC236}">
                  <a16:creationId xmlns:a16="http://schemas.microsoft.com/office/drawing/2014/main" id="{B61AD182-B9D5-49E1-B54B-7F0A016EA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380"/>
              <a:ext cx="138" cy="147"/>
            </a:xfrm>
            <a:custGeom>
              <a:avLst/>
              <a:gdLst>
                <a:gd name="T0" fmla="*/ 1310 w 55"/>
                <a:gd name="T1" fmla="*/ 13936 h 55"/>
                <a:gd name="T2" fmla="*/ 4281 w 55"/>
                <a:gd name="T3" fmla="*/ 1793 h 55"/>
                <a:gd name="T4" fmla="*/ 12244 w 55"/>
                <a:gd name="T5" fmla="*/ 6129 h 55"/>
                <a:gd name="T6" fmla="*/ 9432 w 55"/>
                <a:gd name="T7" fmla="*/ 17851 h 55"/>
                <a:gd name="T8" fmla="*/ 1310 w 55"/>
                <a:gd name="T9" fmla="*/ 1393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5" y="38"/>
                  </a:moveTo>
                  <a:cubicBezTo>
                    <a:pt x="0" y="26"/>
                    <a:pt x="5" y="11"/>
                    <a:pt x="17" y="5"/>
                  </a:cubicBezTo>
                  <a:cubicBezTo>
                    <a:pt x="29" y="0"/>
                    <a:pt x="43" y="5"/>
                    <a:pt x="49" y="17"/>
                  </a:cubicBezTo>
                  <a:cubicBezTo>
                    <a:pt x="55" y="29"/>
                    <a:pt x="50" y="43"/>
                    <a:pt x="38" y="49"/>
                  </a:cubicBezTo>
                  <a:cubicBezTo>
                    <a:pt x="26" y="55"/>
                    <a:pt x="11" y="50"/>
                    <a:pt x="5" y="38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0" name="Freeform 1300">
              <a:extLst>
                <a:ext uri="{FF2B5EF4-FFF2-40B4-BE49-F238E27FC236}">
                  <a16:creationId xmlns:a16="http://schemas.microsoft.com/office/drawing/2014/main" id="{9B2FAC8E-E03E-4E80-8E06-99BC257A1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404"/>
              <a:ext cx="67" cy="72"/>
            </a:xfrm>
            <a:custGeom>
              <a:avLst/>
              <a:gdLst>
                <a:gd name="T0" fmla="*/ 948 w 27"/>
                <a:gd name="T1" fmla="*/ 2184 h 27"/>
                <a:gd name="T2" fmla="*/ 4889 w 27"/>
                <a:gd name="T3" fmla="*/ 1459 h 27"/>
                <a:gd name="T4" fmla="*/ 5350 w 27"/>
                <a:gd name="T5" fmla="*/ 7133 h 27"/>
                <a:gd name="T6" fmla="*/ 1405 w 27"/>
                <a:gd name="T7" fmla="*/ 8248 h 27"/>
                <a:gd name="T8" fmla="*/ 948 w 27"/>
                <a:gd name="T9" fmla="*/ 218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4" y="6"/>
                  </a:moveTo>
                  <a:cubicBezTo>
                    <a:pt x="8" y="1"/>
                    <a:pt x="15" y="0"/>
                    <a:pt x="21" y="4"/>
                  </a:cubicBezTo>
                  <a:cubicBezTo>
                    <a:pt x="26" y="8"/>
                    <a:pt x="27" y="15"/>
                    <a:pt x="23" y="20"/>
                  </a:cubicBezTo>
                  <a:cubicBezTo>
                    <a:pt x="19" y="26"/>
                    <a:pt x="11" y="27"/>
                    <a:pt x="6" y="23"/>
                  </a:cubicBezTo>
                  <a:cubicBezTo>
                    <a:pt x="1" y="19"/>
                    <a:pt x="0" y="11"/>
                    <a:pt x="4" y="6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1" name="Freeform 1301">
              <a:extLst>
                <a:ext uri="{FF2B5EF4-FFF2-40B4-BE49-F238E27FC236}">
                  <a16:creationId xmlns:a16="http://schemas.microsoft.com/office/drawing/2014/main" id="{53F839AD-86E4-4EBC-8F53-7341396DD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420"/>
              <a:ext cx="27" cy="29"/>
            </a:xfrm>
            <a:custGeom>
              <a:avLst/>
              <a:gdLst>
                <a:gd name="T0" fmla="*/ 427 w 11"/>
                <a:gd name="T1" fmla="*/ 625 h 11"/>
                <a:gd name="T2" fmla="*/ 1964 w 11"/>
                <a:gd name="T3" fmla="*/ 382 h 11"/>
                <a:gd name="T4" fmla="*/ 2216 w 11"/>
                <a:gd name="T5" fmla="*/ 2655 h 11"/>
                <a:gd name="T6" fmla="*/ 621 w 11"/>
                <a:gd name="T7" fmla="*/ 3045 h 11"/>
                <a:gd name="T8" fmla="*/ 427 w 11"/>
                <a:gd name="T9" fmla="*/ 62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2"/>
                  </a:moveTo>
                  <a:cubicBezTo>
                    <a:pt x="4" y="0"/>
                    <a:pt x="7" y="0"/>
                    <a:pt x="9" y="1"/>
                  </a:cubicBezTo>
                  <a:cubicBezTo>
                    <a:pt x="11" y="3"/>
                    <a:pt x="11" y="6"/>
                    <a:pt x="10" y="8"/>
                  </a:cubicBezTo>
                  <a:cubicBezTo>
                    <a:pt x="8" y="10"/>
                    <a:pt x="5" y="11"/>
                    <a:pt x="3" y="9"/>
                  </a:cubicBezTo>
                  <a:cubicBezTo>
                    <a:pt x="1" y="7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2" name="Freeform 1302">
              <a:extLst>
                <a:ext uri="{FF2B5EF4-FFF2-40B4-BE49-F238E27FC236}">
                  <a16:creationId xmlns:a16="http://schemas.microsoft.com/office/drawing/2014/main" id="{36A33C3C-AEA6-450E-AD59-F5B885189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508"/>
              <a:ext cx="63" cy="101"/>
            </a:xfrm>
            <a:custGeom>
              <a:avLst/>
              <a:gdLst>
                <a:gd name="T0" fmla="*/ 1011 w 25"/>
                <a:gd name="T1" fmla="*/ 396 h 38"/>
                <a:gd name="T2" fmla="*/ 0 w 25"/>
                <a:gd name="T3" fmla="*/ 1053 h 38"/>
                <a:gd name="T4" fmla="*/ 5410 w 25"/>
                <a:gd name="T5" fmla="*/ 13367 h 38"/>
                <a:gd name="T6" fmla="*/ 5410 w 25"/>
                <a:gd name="T7" fmla="*/ 13367 h 38"/>
                <a:gd name="T8" fmla="*/ 6096 w 25"/>
                <a:gd name="T9" fmla="*/ 12979 h 38"/>
                <a:gd name="T10" fmla="*/ 6421 w 25"/>
                <a:gd name="T11" fmla="*/ 12335 h 38"/>
                <a:gd name="T12" fmla="*/ 6421 w 25"/>
                <a:gd name="T13" fmla="*/ 12335 h 38"/>
                <a:gd name="T14" fmla="*/ 1809 w 25"/>
                <a:gd name="T15" fmla="*/ 0 h 38"/>
                <a:gd name="T16" fmla="*/ 1011 w 25"/>
                <a:gd name="T17" fmla="*/ 396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8">
                  <a:moveTo>
                    <a:pt x="4" y="1"/>
                  </a:moveTo>
                  <a:cubicBezTo>
                    <a:pt x="3" y="2"/>
                    <a:pt x="2" y="3"/>
                    <a:pt x="0" y="3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2" y="38"/>
                    <a:pt x="23" y="37"/>
                    <a:pt x="24" y="37"/>
                  </a:cubicBezTo>
                  <a:cubicBezTo>
                    <a:pt x="25" y="37"/>
                    <a:pt x="25" y="35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3" name="Freeform 1303">
              <a:extLst>
                <a:ext uri="{FF2B5EF4-FFF2-40B4-BE49-F238E27FC236}">
                  <a16:creationId xmlns:a16="http://schemas.microsoft.com/office/drawing/2014/main" id="{68785A89-0E77-41AD-8A74-18647A3C1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513"/>
              <a:ext cx="55" cy="88"/>
            </a:xfrm>
            <a:custGeom>
              <a:avLst/>
              <a:gdLst>
                <a:gd name="T0" fmla="*/ 0 w 22"/>
                <a:gd name="T1" fmla="*/ 661 h 33"/>
                <a:gd name="T2" fmla="*/ 1300 w 22"/>
                <a:gd name="T3" fmla="*/ 0 h 33"/>
                <a:gd name="T4" fmla="*/ 5395 w 22"/>
                <a:gd name="T5" fmla="*/ 11891 h 33"/>
                <a:gd name="T6" fmla="*/ 988 w 22"/>
                <a:gd name="T7" fmla="*/ 1059 h 33"/>
                <a:gd name="T8" fmla="*/ 0 w 22"/>
                <a:gd name="T9" fmla="*/ 66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2"/>
                  </a:moveTo>
                  <a:cubicBezTo>
                    <a:pt x="2" y="2"/>
                    <a:pt x="5" y="0"/>
                    <a:pt x="5" y="0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6" y="4"/>
                    <a:pt x="4" y="3"/>
                  </a:cubicBezTo>
                  <a:cubicBezTo>
                    <a:pt x="2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4" name="Freeform 1304">
              <a:extLst>
                <a:ext uri="{FF2B5EF4-FFF2-40B4-BE49-F238E27FC236}">
                  <a16:creationId xmlns:a16="http://schemas.microsoft.com/office/drawing/2014/main" id="{83E338E2-E44D-4434-92E0-446B7AD44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3087"/>
              <a:ext cx="140" cy="149"/>
            </a:xfrm>
            <a:custGeom>
              <a:avLst/>
              <a:gdLst>
                <a:gd name="T0" fmla="*/ 12238 w 56"/>
                <a:gd name="T1" fmla="*/ 13884 h 56"/>
                <a:gd name="T2" fmla="*/ 4220 w 56"/>
                <a:gd name="T3" fmla="*/ 17742 h 56"/>
                <a:gd name="T4" fmla="*/ 1770 w 56"/>
                <a:gd name="T5" fmla="*/ 6011 h 56"/>
                <a:gd name="T6" fmla="*/ 9583 w 56"/>
                <a:gd name="T7" fmla="*/ 2145 h 56"/>
                <a:gd name="T8" fmla="*/ 12238 w 56"/>
                <a:gd name="T9" fmla="*/ 1388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0" y="39"/>
                  </a:moveTo>
                  <a:cubicBezTo>
                    <a:pt x="43" y="51"/>
                    <a:pt x="29" y="56"/>
                    <a:pt x="17" y="50"/>
                  </a:cubicBezTo>
                  <a:cubicBezTo>
                    <a:pt x="5" y="43"/>
                    <a:pt x="0" y="29"/>
                    <a:pt x="7" y="17"/>
                  </a:cubicBezTo>
                  <a:cubicBezTo>
                    <a:pt x="13" y="5"/>
                    <a:pt x="28" y="0"/>
                    <a:pt x="39" y="6"/>
                  </a:cubicBezTo>
                  <a:cubicBezTo>
                    <a:pt x="51" y="13"/>
                    <a:pt x="56" y="27"/>
                    <a:pt x="50" y="39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5" name="Freeform 1305">
              <a:extLst>
                <a:ext uri="{FF2B5EF4-FFF2-40B4-BE49-F238E27FC236}">
                  <a16:creationId xmlns:a16="http://schemas.microsoft.com/office/drawing/2014/main" id="{F49DA38B-D2F0-4CCA-939B-F9F59AE6A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3113"/>
              <a:ext cx="65" cy="70"/>
            </a:xfrm>
            <a:custGeom>
              <a:avLst/>
              <a:gdLst>
                <a:gd name="T0" fmla="*/ 313 w 26"/>
                <a:gd name="T1" fmla="*/ 3842 h 26"/>
                <a:gd name="T2" fmla="*/ 3908 w 26"/>
                <a:gd name="T3" fmla="*/ 428 h 26"/>
                <a:gd name="T4" fmla="*/ 6175 w 26"/>
                <a:gd name="T5" fmla="*/ 6090 h 26"/>
                <a:gd name="T6" fmla="*/ 2470 w 26"/>
                <a:gd name="T7" fmla="*/ 9466 h 26"/>
                <a:gd name="T8" fmla="*/ 313 w 26"/>
                <a:gd name="T9" fmla="*/ 384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1" y="10"/>
                  </a:moveTo>
                  <a:cubicBezTo>
                    <a:pt x="3" y="4"/>
                    <a:pt x="9" y="0"/>
                    <a:pt x="16" y="1"/>
                  </a:cubicBezTo>
                  <a:cubicBezTo>
                    <a:pt x="22" y="3"/>
                    <a:pt x="26" y="9"/>
                    <a:pt x="25" y="16"/>
                  </a:cubicBezTo>
                  <a:cubicBezTo>
                    <a:pt x="23" y="22"/>
                    <a:pt x="17" y="26"/>
                    <a:pt x="10" y="25"/>
                  </a:cubicBezTo>
                  <a:cubicBezTo>
                    <a:pt x="4" y="23"/>
                    <a:pt x="0" y="17"/>
                    <a:pt x="1" y="10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6" name="Freeform 1306">
              <a:extLst>
                <a:ext uri="{FF2B5EF4-FFF2-40B4-BE49-F238E27FC236}">
                  <a16:creationId xmlns:a16="http://schemas.microsoft.com/office/drawing/2014/main" id="{8B84DB8E-D9FC-4598-8761-2FBAB405F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132"/>
              <a:ext cx="25" cy="27"/>
            </a:xfrm>
            <a:custGeom>
              <a:avLst/>
              <a:gdLst>
                <a:gd name="T0" fmla="*/ 0 w 10"/>
                <a:gd name="T1" fmla="*/ 1596 h 10"/>
                <a:gd name="T2" fmla="*/ 1488 w 10"/>
                <a:gd name="T3" fmla="*/ 0 h 10"/>
                <a:gd name="T4" fmla="*/ 2270 w 10"/>
                <a:gd name="T5" fmla="*/ 2282 h 10"/>
                <a:gd name="T6" fmla="*/ 988 w 10"/>
                <a:gd name="T7" fmla="*/ 3464 h 10"/>
                <a:gd name="T8" fmla="*/ 0 w 10"/>
                <a:gd name="T9" fmla="*/ 159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8" y="1"/>
                    <a:pt x="10" y="3"/>
                    <a:pt x="9" y="6"/>
                  </a:cubicBezTo>
                  <a:cubicBezTo>
                    <a:pt x="9" y="8"/>
                    <a:pt x="6" y="10"/>
                    <a:pt x="4" y="9"/>
                  </a:cubicBezTo>
                  <a:cubicBezTo>
                    <a:pt x="1" y="9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7" name="Freeform 1307">
              <a:extLst>
                <a:ext uri="{FF2B5EF4-FFF2-40B4-BE49-F238E27FC236}">
                  <a16:creationId xmlns:a16="http://schemas.microsoft.com/office/drawing/2014/main" id="{26EAC06C-04D9-42FC-8E5D-F7D5DDD72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015"/>
              <a:ext cx="63" cy="93"/>
            </a:xfrm>
            <a:custGeom>
              <a:avLst/>
              <a:gdLst>
                <a:gd name="T0" fmla="*/ 1011 w 25"/>
                <a:gd name="T1" fmla="*/ 11670 h 35"/>
                <a:gd name="T2" fmla="*/ 1809 w 25"/>
                <a:gd name="T3" fmla="*/ 12305 h 35"/>
                <a:gd name="T4" fmla="*/ 6421 w 25"/>
                <a:gd name="T5" fmla="*/ 1448 h 35"/>
                <a:gd name="T6" fmla="*/ 6421 w 25"/>
                <a:gd name="T7" fmla="*/ 1448 h 35"/>
                <a:gd name="T8" fmla="*/ 5887 w 25"/>
                <a:gd name="T9" fmla="*/ 656 h 35"/>
                <a:gd name="T10" fmla="*/ 5410 w 25"/>
                <a:gd name="T11" fmla="*/ 0 h 35"/>
                <a:gd name="T12" fmla="*/ 5410 w 25"/>
                <a:gd name="T13" fmla="*/ 0 h 35"/>
                <a:gd name="T14" fmla="*/ 0 w 25"/>
                <a:gd name="T15" fmla="*/ 11274 h 35"/>
                <a:gd name="T16" fmla="*/ 1011 w 25"/>
                <a:gd name="T17" fmla="*/ 1167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5">
                  <a:moveTo>
                    <a:pt x="4" y="33"/>
                  </a:moveTo>
                  <a:cubicBezTo>
                    <a:pt x="5" y="34"/>
                    <a:pt x="6" y="35"/>
                    <a:pt x="7" y="3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3"/>
                    <a:pt x="24" y="3"/>
                    <a:pt x="23" y="2"/>
                  </a:cubicBezTo>
                  <a:cubicBezTo>
                    <a:pt x="23" y="1"/>
                    <a:pt x="22" y="1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2"/>
                    <a:pt x="2" y="33"/>
                    <a:pt x="4" y="3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8" name="Freeform 1308">
              <a:extLst>
                <a:ext uri="{FF2B5EF4-FFF2-40B4-BE49-F238E27FC236}">
                  <a16:creationId xmlns:a16="http://schemas.microsoft.com/office/drawing/2014/main" id="{C12D0EDD-8920-42C2-A010-B027CA3FB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017"/>
              <a:ext cx="50" cy="86"/>
            </a:xfrm>
            <a:custGeom>
              <a:avLst/>
              <a:gdLst>
                <a:gd name="T0" fmla="*/ 1300 w 20"/>
                <a:gd name="T1" fmla="*/ 12053 h 32"/>
                <a:gd name="T2" fmla="*/ 0 w 20"/>
                <a:gd name="T3" fmla="*/ 11376 h 32"/>
                <a:gd name="T4" fmla="*/ 4895 w 20"/>
                <a:gd name="T5" fmla="*/ 0 h 32"/>
                <a:gd name="T6" fmla="*/ 783 w 20"/>
                <a:gd name="T7" fmla="*/ 10538 h 32"/>
                <a:gd name="T8" fmla="*/ 1300 w 20"/>
                <a:gd name="T9" fmla="*/ 120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">
                  <a:moveTo>
                    <a:pt x="5" y="32"/>
                  </a:moveTo>
                  <a:cubicBezTo>
                    <a:pt x="4" y="31"/>
                    <a:pt x="1" y="30"/>
                    <a:pt x="0" y="3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3" y="26"/>
                    <a:pt x="3" y="28"/>
                  </a:cubicBezTo>
                  <a:cubicBezTo>
                    <a:pt x="4" y="30"/>
                    <a:pt x="5" y="32"/>
                    <a:pt x="5" y="32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49" name="Freeform 1309">
              <a:extLst>
                <a:ext uri="{FF2B5EF4-FFF2-40B4-BE49-F238E27FC236}">
                  <a16:creationId xmlns:a16="http://schemas.microsoft.com/office/drawing/2014/main" id="{6894E6E1-9B75-4A05-8B42-179A09EC1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015"/>
              <a:ext cx="63" cy="93"/>
            </a:xfrm>
            <a:custGeom>
              <a:avLst/>
              <a:gdLst>
                <a:gd name="T0" fmla="*/ 1011 w 25"/>
                <a:gd name="T1" fmla="*/ 11670 h 35"/>
                <a:gd name="T2" fmla="*/ 1809 w 25"/>
                <a:gd name="T3" fmla="*/ 12305 h 35"/>
                <a:gd name="T4" fmla="*/ 6421 w 25"/>
                <a:gd name="T5" fmla="*/ 1448 h 35"/>
                <a:gd name="T6" fmla="*/ 6421 w 25"/>
                <a:gd name="T7" fmla="*/ 1448 h 35"/>
                <a:gd name="T8" fmla="*/ 5887 w 25"/>
                <a:gd name="T9" fmla="*/ 656 h 35"/>
                <a:gd name="T10" fmla="*/ 5410 w 25"/>
                <a:gd name="T11" fmla="*/ 0 h 35"/>
                <a:gd name="T12" fmla="*/ 5410 w 25"/>
                <a:gd name="T13" fmla="*/ 0 h 35"/>
                <a:gd name="T14" fmla="*/ 0 w 25"/>
                <a:gd name="T15" fmla="*/ 11274 h 35"/>
                <a:gd name="T16" fmla="*/ 1011 w 25"/>
                <a:gd name="T17" fmla="*/ 1167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5">
                  <a:moveTo>
                    <a:pt x="4" y="33"/>
                  </a:moveTo>
                  <a:cubicBezTo>
                    <a:pt x="5" y="34"/>
                    <a:pt x="6" y="35"/>
                    <a:pt x="7" y="3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3"/>
                    <a:pt x="24" y="3"/>
                    <a:pt x="23" y="2"/>
                  </a:cubicBezTo>
                  <a:cubicBezTo>
                    <a:pt x="23" y="1"/>
                    <a:pt x="22" y="1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2"/>
                    <a:pt x="2" y="33"/>
                    <a:pt x="4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0" name="Freeform 1310">
              <a:extLst>
                <a:ext uri="{FF2B5EF4-FFF2-40B4-BE49-F238E27FC236}">
                  <a16:creationId xmlns:a16="http://schemas.microsoft.com/office/drawing/2014/main" id="{94390A75-8CA9-4765-A468-99E03FD3F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3087"/>
              <a:ext cx="140" cy="149"/>
            </a:xfrm>
            <a:custGeom>
              <a:avLst/>
              <a:gdLst>
                <a:gd name="T0" fmla="*/ 12238 w 56"/>
                <a:gd name="T1" fmla="*/ 13884 h 56"/>
                <a:gd name="T2" fmla="*/ 4220 w 56"/>
                <a:gd name="T3" fmla="*/ 17742 h 56"/>
                <a:gd name="T4" fmla="*/ 1770 w 56"/>
                <a:gd name="T5" fmla="*/ 6011 h 56"/>
                <a:gd name="T6" fmla="*/ 9583 w 56"/>
                <a:gd name="T7" fmla="*/ 2145 h 56"/>
                <a:gd name="T8" fmla="*/ 12238 w 56"/>
                <a:gd name="T9" fmla="*/ 1388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0" y="39"/>
                  </a:moveTo>
                  <a:cubicBezTo>
                    <a:pt x="43" y="51"/>
                    <a:pt x="29" y="56"/>
                    <a:pt x="17" y="50"/>
                  </a:cubicBezTo>
                  <a:cubicBezTo>
                    <a:pt x="5" y="43"/>
                    <a:pt x="0" y="29"/>
                    <a:pt x="7" y="17"/>
                  </a:cubicBezTo>
                  <a:cubicBezTo>
                    <a:pt x="13" y="5"/>
                    <a:pt x="28" y="0"/>
                    <a:pt x="39" y="6"/>
                  </a:cubicBezTo>
                  <a:cubicBezTo>
                    <a:pt x="51" y="13"/>
                    <a:pt x="56" y="27"/>
                    <a:pt x="50" y="3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1" name="Freeform 1311">
              <a:extLst>
                <a:ext uri="{FF2B5EF4-FFF2-40B4-BE49-F238E27FC236}">
                  <a16:creationId xmlns:a16="http://schemas.microsoft.com/office/drawing/2014/main" id="{E8E4FD01-87A8-4A3C-890D-CBB8AA9C8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913"/>
              <a:ext cx="140" cy="150"/>
            </a:xfrm>
            <a:custGeom>
              <a:avLst/>
              <a:gdLst>
                <a:gd name="T0" fmla="*/ 4425 w 56"/>
                <a:gd name="T1" fmla="*/ 18490 h 56"/>
                <a:gd name="T2" fmla="*/ 1488 w 56"/>
                <a:gd name="T3" fmla="*/ 6651 h 56"/>
                <a:gd name="T4" fmla="*/ 9300 w 56"/>
                <a:gd name="T5" fmla="*/ 2210 h 56"/>
                <a:gd name="T6" fmla="*/ 12238 w 56"/>
                <a:gd name="T7" fmla="*/ 14049 h 56"/>
                <a:gd name="T8" fmla="*/ 4425 w 56"/>
                <a:gd name="T9" fmla="*/ 1849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18" y="50"/>
                  </a:moveTo>
                  <a:cubicBezTo>
                    <a:pt x="5" y="44"/>
                    <a:pt x="0" y="30"/>
                    <a:pt x="6" y="18"/>
                  </a:cubicBezTo>
                  <a:cubicBezTo>
                    <a:pt x="11" y="5"/>
                    <a:pt x="26" y="0"/>
                    <a:pt x="38" y="6"/>
                  </a:cubicBezTo>
                  <a:cubicBezTo>
                    <a:pt x="50" y="11"/>
                    <a:pt x="56" y="26"/>
                    <a:pt x="50" y="38"/>
                  </a:cubicBezTo>
                  <a:cubicBezTo>
                    <a:pt x="44" y="50"/>
                    <a:pt x="30" y="56"/>
                    <a:pt x="18" y="5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2" name="Freeform 1312">
              <a:extLst>
                <a:ext uri="{FF2B5EF4-FFF2-40B4-BE49-F238E27FC236}">
                  <a16:creationId xmlns:a16="http://schemas.microsoft.com/office/drawing/2014/main" id="{8E17E018-578B-478C-8AE8-63C2CD774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940"/>
              <a:ext cx="67" cy="72"/>
            </a:xfrm>
            <a:custGeom>
              <a:avLst/>
              <a:gdLst>
                <a:gd name="T0" fmla="*/ 1405 w 27"/>
                <a:gd name="T1" fmla="*/ 1459 h 27"/>
                <a:gd name="T2" fmla="*/ 5149 w 27"/>
                <a:gd name="T3" fmla="*/ 2184 h 27"/>
                <a:gd name="T4" fmla="*/ 4705 w 27"/>
                <a:gd name="T5" fmla="*/ 8248 h 27"/>
                <a:gd name="T6" fmla="*/ 948 w 27"/>
                <a:gd name="T7" fmla="*/ 7531 h 27"/>
                <a:gd name="T8" fmla="*/ 1405 w 27"/>
                <a:gd name="T9" fmla="*/ 145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6" y="4"/>
                  </a:moveTo>
                  <a:cubicBezTo>
                    <a:pt x="11" y="0"/>
                    <a:pt x="18" y="1"/>
                    <a:pt x="22" y="6"/>
                  </a:cubicBezTo>
                  <a:cubicBezTo>
                    <a:pt x="27" y="12"/>
                    <a:pt x="26" y="19"/>
                    <a:pt x="20" y="23"/>
                  </a:cubicBezTo>
                  <a:cubicBezTo>
                    <a:pt x="15" y="27"/>
                    <a:pt x="8" y="26"/>
                    <a:pt x="4" y="21"/>
                  </a:cubicBezTo>
                  <a:cubicBezTo>
                    <a:pt x="0" y="16"/>
                    <a:pt x="1" y="8"/>
                    <a:pt x="6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3" name="Freeform 1313">
              <a:extLst>
                <a:ext uri="{FF2B5EF4-FFF2-40B4-BE49-F238E27FC236}">
                  <a16:creationId xmlns:a16="http://schemas.microsoft.com/office/drawing/2014/main" id="{82C0AFD3-071D-4616-9A54-89147023E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956"/>
              <a:ext cx="28" cy="29"/>
            </a:xfrm>
            <a:custGeom>
              <a:avLst/>
              <a:gdLst>
                <a:gd name="T0" fmla="*/ 545 w 11"/>
                <a:gd name="T1" fmla="*/ 625 h 11"/>
                <a:gd name="T2" fmla="*/ 2474 w 11"/>
                <a:gd name="T3" fmla="*/ 625 h 11"/>
                <a:gd name="T4" fmla="*/ 2146 w 11"/>
                <a:gd name="T5" fmla="*/ 3045 h 11"/>
                <a:gd name="T6" fmla="*/ 331 w 11"/>
                <a:gd name="T7" fmla="*/ 2655 h 11"/>
                <a:gd name="T8" fmla="*/ 545 w 11"/>
                <a:gd name="T9" fmla="*/ 62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2"/>
                  </a:moveTo>
                  <a:cubicBezTo>
                    <a:pt x="4" y="0"/>
                    <a:pt x="7" y="0"/>
                    <a:pt x="9" y="2"/>
                  </a:cubicBezTo>
                  <a:cubicBezTo>
                    <a:pt x="11" y="4"/>
                    <a:pt x="10" y="7"/>
                    <a:pt x="8" y="9"/>
                  </a:cubicBezTo>
                  <a:cubicBezTo>
                    <a:pt x="6" y="11"/>
                    <a:pt x="3" y="10"/>
                    <a:pt x="1" y="8"/>
                  </a:cubicBezTo>
                  <a:cubicBezTo>
                    <a:pt x="0" y="6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4" name="Freeform 1314">
              <a:extLst>
                <a:ext uri="{FF2B5EF4-FFF2-40B4-BE49-F238E27FC236}">
                  <a16:creationId xmlns:a16="http://schemas.microsoft.com/office/drawing/2014/main" id="{3D5F4D9C-C554-4F6F-BCE9-5EF87414D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257"/>
              <a:ext cx="68" cy="72"/>
            </a:xfrm>
            <a:custGeom>
              <a:avLst/>
              <a:gdLst>
                <a:gd name="T0" fmla="*/ 1534 w 27"/>
                <a:gd name="T1" fmla="*/ 1459 h 27"/>
                <a:gd name="T2" fmla="*/ 5881 w 27"/>
                <a:gd name="T3" fmla="*/ 2184 h 27"/>
                <a:gd name="T4" fmla="*/ 5354 w 27"/>
                <a:gd name="T5" fmla="*/ 8248 h 27"/>
                <a:gd name="T6" fmla="*/ 1007 w 27"/>
                <a:gd name="T7" fmla="*/ 7531 h 27"/>
                <a:gd name="T8" fmla="*/ 1534 w 27"/>
                <a:gd name="T9" fmla="*/ 145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6" y="4"/>
                  </a:moveTo>
                  <a:cubicBezTo>
                    <a:pt x="12" y="0"/>
                    <a:pt x="19" y="1"/>
                    <a:pt x="23" y="6"/>
                  </a:cubicBezTo>
                  <a:cubicBezTo>
                    <a:pt x="27" y="11"/>
                    <a:pt x="26" y="19"/>
                    <a:pt x="21" y="23"/>
                  </a:cubicBezTo>
                  <a:cubicBezTo>
                    <a:pt x="16" y="27"/>
                    <a:pt x="8" y="26"/>
                    <a:pt x="4" y="21"/>
                  </a:cubicBezTo>
                  <a:cubicBezTo>
                    <a:pt x="0" y="15"/>
                    <a:pt x="1" y="8"/>
                    <a:pt x="6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5" name="Freeform 1315">
              <a:extLst>
                <a:ext uri="{FF2B5EF4-FFF2-40B4-BE49-F238E27FC236}">
                  <a16:creationId xmlns:a16="http://schemas.microsoft.com/office/drawing/2014/main" id="{D9BB5653-5EB1-47F0-BA29-0E3FC8672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273"/>
              <a:ext cx="27" cy="27"/>
            </a:xfrm>
            <a:custGeom>
              <a:avLst/>
              <a:gdLst>
                <a:gd name="T0" fmla="*/ 621 w 11"/>
                <a:gd name="T1" fmla="*/ 429 h 10"/>
                <a:gd name="T2" fmla="*/ 1964 w 11"/>
                <a:gd name="T3" fmla="*/ 751 h 10"/>
                <a:gd name="T4" fmla="*/ 1964 w 11"/>
                <a:gd name="T5" fmla="*/ 3464 h 10"/>
                <a:gd name="T6" fmla="*/ 427 w 11"/>
                <a:gd name="T7" fmla="*/ 3127 h 10"/>
                <a:gd name="T8" fmla="*/ 621 w 11"/>
                <a:gd name="T9" fmla="*/ 4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3" y="1"/>
                  </a:moveTo>
                  <a:cubicBezTo>
                    <a:pt x="5" y="0"/>
                    <a:pt x="8" y="0"/>
                    <a:pt x="9" y="2"/>
                  </a:cubicBezTo>
                  <a:cubicBezTo>
                    <a:pt x="11" y="4"/>
                    <a:pt x="11" y="7"/>
                    <a:pt x="9" y="9"/>
                  </a:cubicBezTo>
                  <a:cubicBezTo>
                    <a:pt x="7" y="10"/>
                    <a:pt x="4" y="10"/>
                    <a:pt x="2" y="8"/>
                  </a:cubicBezTo>
                  <a:cubicBezTo>
                    <a:pt x="0" y="6"/>
                    <a:pt x="1" y="3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6" name="Freeform 1316">
              <a:extLst>
                <a:ext uri="{FF2B5EF4-FFF2-40B4-BE49-F238E27FC236}">
                  <a16:creationId xmlns:a16="http://schemas.microsoft.com/office/drawing/2014/main" id="{42FCC55A-53DC-4DA2-BE42-00139D75D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004"/>
              <a:ext cx="120" cy="64"/>
            </a:xfrm>
            <a:custGeom>
              <a:avLst/>
              <a:gdLst>
                <a:gd name="T0" fmla="*/ 520 w 48"/>
                <a:gd name="T1" fmla="*/ 1459 h 24"/>
                <a:gd name="T2" fmla="*/ 0 w 48"/>
                <a:gd name="T3" fmla="*/ 2824 h 24"/>
                <a:gd name="T4" fmla="*/ 11063 w 48"/>
                <a:gd name="T5" fmla="*/ 8648 h 24"/>
                <a:gd name="T6" fmla="*/ 11063 w 48"/>
                <a:gd name="T7" fmla="*/ 8648 h 24"/>
                <a:gd name="T8" fmla="*/ 11533 w 48"/>
                <a:gd name="T9" fmla="*/ 7531 h 24"/>
                <a:gd name="T10" fmla="*/ 11720 w 48"/>
                <a:gd name="T11" fmla="*/ 6883 h 24"/>
                <a:gd name="T12" fmla="*/ 11720 w 48"/>
                <a:gd name="T13" fmla="*/ 6883 h 24"/>
                <a:gd name="T14" fmla="*/ 988 w 48"/>
                <a:gd name="T15" fmla="*/ 0 h 24"/>
                <a:gd name="T16" fmla="*/ 520 w 48"/>
                <a:gd name="T17" fmla="*/ 1459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4">
                  <a:moveTo>
                    <a:pt x="2" y="4"/>
                  </a:moveTo>
                  <a:cubicBezTo>
                    <a:pt x="2" y="5"/>
                    <a:pt x="1" y="7"/>
                    <a:pt x="0" y="8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3"/>
                    <a:pt x="46" y="22"/>
                    <a:pt x="47" y="21"/>
                  </a:cubicBezTo>
                  <a:cubicBezTo>
                    <a:pt x="47" y="20"/>
                    <a:pt x="47" y="20"/>
                    <a:pt x="48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2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7" name="Freeform 1317">
              <a:extLst>
                <a:ext uri="{FF2B5EF4-FFF2-40B4-BE49-F238E27FC236}">
                  <a16:creationId xmlns:a16="http://schemas.microsoft.com/office/drawing/2014/main" id="{095C5103-F92D-4A4E-A434-47ECFC7F0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012"/>
              <a:ext cx="112" cy="45"/>
            </a:xfrm>
            <a:custGeom>
              <a:avLst/>
              <a:gdLst>
                <a:gd name="T0" fmla="*/ 0 w 45"/>
                <a:gd name="T1" fmla="*/ 1668 h 17"/>
                <a:gd name="T2" fmla="*/ 650 w 45"/>
                <a:gd name="T3" fmla="*/ 0 h 17"/>
                <a:gd name="T4" fmla="*/ 10697 w 45"/>
                <a:gd name="T5" fmla="*/ 5845 h 17"/>
                <a:gd name="T6" fmla="*/ 953 w 45"/>
                <a:gd name="T7" fmla="*/ 1038 h 17"/>
                <a:gd name="T8" fmla="*/ 0 w 45"/>
                <a:gd name="T9" fmla="*/ 166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7">
                  <a:moveTo>
                    <a:pt x="0" y="5"/>
                  </a:moveTo>
                  <a:cubicBezTo>
                    <a:pt x="1" y="3"/>
                    <a:pt x="3" y="0"/>
                    <a:pt x="3" y="0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7"/>
                    <a:pt x="6" y="2"/>
                    <a:pt x="4" y="3"/>
                  </a:cubicBezTo>
                  <a:cubicBezTo>
                    <a:pt x="2" y="3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8" name="Freeform 1318">
              <a:extLst>
                <a:ext uri="{FF2B5EF4-FFF2-40B4-BE49-F238E27FC236}">
                  <a16:creationId xmlns:a16="http://schemas.microsoft.com/office/drawing/2014/main" id="{2B5929D4-1DCA-4972-9A1F-9D7784285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004"/>
              <a:ext cx="120" cy="64"/>
            </a:xfrm>
            <a:custGeom>
              <a:avLst/>
              <a:gdLst>
                <a:gd name="T0" fmla="*/ 520 w 48"/>
                <a:gd name="T1" fmla="*/ 1459 h 24"/>
                <a:gd name="T2" fmla="*/ 0 w 48"/>
                <a:gd name="T3" fmla="*/ 2824 h 24"/>
                <a:gd name="T4" fmla="*/ 11063 w 48"/>
                <a:gd name="T5" fmla="*/ 8648 h 24"/>
                <a:gd name="T6" fmla="*/ 11063 w 48"/>
                <a:gd name="T7" fmla="*/ 8648 h 24"/>
                <a:gd name="T8" fmla="*/ 11533 w 48"/>
                <a:gd name="T9" fmla="*/ 7531 h 24"/>
                <a:gd name="T10" fmla="*/ 11720 w 48"/>
                <a:gd name="T11" fmla="*/ 6883 h 24"/>
                <a:gd name="T12" fmla="*/ 11720 w 48"/>
                <a:gd name="T13" fmla="*/ 6883 h 24"/>
                <a:gd name="T14" fmla="*/ 988 w 48"/>
                <a:gd name="T15" fmla="*/ 0 h 24"/>
                <a:gd name="T16" fmla="*/ 520 w 48"/>
                <a:gd name="T17" fmla="*/ 1459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4">
                  <a:moveTo>
                    <a:pt x="2" y="4"/>
                  </a:moveTo>
                  <a:cubicBezTo>
                    <a:pt x="2" y="5"/>
                    <a:pt x="1" y="7"/>
                    <a:pt x="0" y="8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3"/>
                    <a:pt x="46" y="22"/>
                    <a:pt x="47" y="21"/>
                  </a:cubicBezTo>
                  <a:cubicBezTo>
                    <a:pt x="47" y="20"/>
                    <a:pt x="47" y="20"/>
                    <a:pt x="48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2"/>
                    <a:pt x="3" y="3"/>
                    <a:pt x="2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59" name="Freeform 1319">
              <a:extLst>
                <a:ext uri="{FF2B5EF4-FFF2-40B4-BE49-F238E27FC236}">
                  <a16:creationId xmlns:a16="http://schemas.microsoft.com/office/drawing/2014/main" id="{8C88B26F-9724-470C-908E-31BE89E28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913"/>
              <a:ext cx="140" cy="150"/>
            </a:xfrm>
            <a:custGeom>
              <a:avLst/>
              <a:gdLst>
                <a:gd name="T0" fmla="*/ 4425 w 56"/>
                <a:gd name="T1" fmla="*/ 18490 h 56"/>
                <a:gd name="T2" fmla="*/ 1488 w 56"/>
                <a:gd name="T3" fmla="*/ 6651 h 56"/>
                <a:gd name="T4" fmla="*/ 9300 w 56"/>
                <a:gd name="T5" fmla="*/ 2210 h 56"/>
                <a:gd name="T6" fmla="*/ 12238 w 56"/>
                <a:gd name="T7" fmla="*/ 14049 h 56"/>
                <a:gd name="T8" fmla="*/ 4425 w 56"/>
                <a:gd name="T9" fmla="*/ 1849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18" y="50"/>
                  </a:moveTo>
                  <a:cubicBezTo>
                    <a:pt x="5" y="44"/>
                    <a:pt x="0" y="30"/>
                    <a:pt x="6" y="18"/>
                  </a:cubicBezTo>
                  <a:cubicBezTo>
                    <a:pt x="11" y="5"/>
                    <a:pt x="26" y="0"/>
                    <a:pt x="38" y="6"/>
                  </a:cubicBezTo>
                  <a:cubicBezTo>
                    <a:pt x="50" y="11"/>
                    <a:pt x="56" y="26"/>
                    <a:pt x="50" y="38"/>
                  </a:cubicBezTo>
                  <a:cubicBezTo>
                    <a:pt x="44" y="50"/>
                    <a:pt x="30" y="56"/>
                    <a:pt x="18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0" name="Freeform 1320">
              <a:extLst>
                <a:ext uri="{FF2B5EF4-FFF2-40B4-BE49-F238E27FC236}">
                  <a16:creationId xmlns:a16="http://schemas.microsoft.com/office/drawing/2014/main" id="{A016222D-B7A7-4B4F-BBB2-9E6716B08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847"/>
              <a:ext cx="137" cy="146"/>
            </a:xfrm>
            <a:custGeom>
              <a:avLst/>
              <a:gdLst>
                <a:gd name="T0" fmla="*/ 10275 w 55"/>
                <a:gd name="T1" fmla="*/ 16087 h 55"/>
                <a:gd name="T2" fmla="*/ 2115 w 55"/>
                <a:gd name="T3" fmla="*/ 15038 h 55"/>
                <a:gd name="T4" fmla="*/ 2892 w 55"/>
                <a:gd name="T5" fmla="*/ 2790 h 55"/>
                <a:gd name="T6" fmla="*/ 11207 w 55"/>
                <a:gd name="T7" fmla="*/ 4229 h 55"/>
                <a:gd name="T8" fmla="*/ 10275 w 55"/>
                <a:gd name="T9" fmla="*/ 1608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43" y="46"/>
                  </a:moveTo>
                  <a:cubicBezTo>
                    <a:pt x="32" y="55"/>
                    <a:pt x="17" y="53"/>
                    <a:pt x="9" y="43"/>
                  </a:cubicBezTo>
                  <a:cubicBezTo>
                    <a:pt x="0" y="32"/>
                    <a:pt x="2" y="17"/>
                    <a:pt x="12" y="8"/>
                  </a:cubicBezTo>
                  <a:cubicBezTo>
                    <a:pt x="23" y="0"/>
                    <a:pt x="38" y="2"/>
                    <a:pt x="47" y="12"/>
                  </a:cubicBezTo>
                  <a:cubicBezTo>
                    <a:pt x="55" y="23"/>
                    <a:pt x="53" y="38"/>
                    <a:pt x="43" y="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1" name="Freeform 1321">
              <a:extLst>
                <a:ext uri="{FF2B5EF4-FFF2-40B4-BE49-F238E27FC236}">
                  <a16:creationId xmlns:a16="http://schemas.microsoft.com/office/drawing/2014/main" id="{1ECAEAF2-FD7E-43B0-B1D4-3FD76F153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233"/>
              <a:ext cx="125" cy="134"/>
            </a:xfrm>
            <a:custGeom>
              <a:avLst/>
              <a:gdLst>
                <a:gd name="T0" fmla="*/ 5863 w 50"/>
                <a:gd name="T1" fmla="*/ 18516 h 50"/>
                <a:gd name="T2" fmla="*/ 313 w 50"/>
                <a:gd name="T3" fmla="*/ 8871 h 50"/>
                <a:gd name="T4" fmla="*/ 6375 w 50"/>
                <a:gd name="T5" fmla="*/ 402 h 50"/>
                <a:gd name="T6" fmla="*/ 12033 w 50"/>
                <a:gd name="T7" fmla="*/ 9704 h 50"/>
                <a:gd name="T8" fmla="*/ 5863 w 50"/>
                <a:gd name="T9" fmla="*/ 1851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24" y="50"/>
                  </a:moveTo>
                  <a:cubicBezTo>
                    <a:pt x="11" y="49"/>
                    <a:pt x="0" y="38"/>
                    <a:pt x="1" y="24"/>
                  </a:cubicBezTo>
                  <a:cubicBezTo>
                    <a:pt x="1" y="11"/>
                    <a:pt x="13" y="0"/>
                    <a:pt x="26" y="1"/>
                  </a:cubicBezTo>
                  <a:cubicBezTo>
                    <a:pt x="40" y="2"/>
                    <a:pt x="50" y="13"/>
                    <a:pt x="49" y="26"/>
                  </a:cubicBezTo>
                  <a:cubicBezTo>
                    <a:pt x="49" y="40"/>
                    <a:pt x="37" y="50"/>
                    <a:pt x="24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2" name="Freeform 1322">
              <a:extLst>
                <a:ext uri="{FF2B5EF4-FFF2-40B4-BE49-F238E27FC236}">
                  <a16:creationId xmlns:a16="http://schemas.microsoft.com/office/drawing/2014/main" id="{F7EE7702-B7CF-47EB-BA03-DB9062389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380"/>
              <a:ext cx="138" cy="147"/>
            </a:xfrm>
            <a:custGeom>
              <a:avLst/>
              <a:gdLst>
                <a:gd name="T0" fmla="*/ 1310 w 55"/>
                <a:gd name="T1" fmla="*/ 13936 h 55"/>
                <a:gd name="T2" fmla="*/ 4281 w 55"/>
                <a:gd name="T3" fmla="*/ 1793 h 55"/>
                <a:gd name="T4" fmla="*/ 12244 w 55"/>
                <a:gd name="T5" fmla="*/ 6129 h 55"/>
                <a:gd name="T6" fmla="*/ 9432 w 55"/>
                <a:gd name="T7" fmla="*/ 17851 h 55"/>
                <a:gd name="T8" fmla="*/ 1310 w 55"/>
                <a:gd name="T9" fmla="*/ 1393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5" y="38"/>
                  </a:moveTo>
                  <a:cubicBezTo>
                    <a:pt x="0" y="26"/>
                    <a:pt x="5" y="11"/>
                    <a:pt x="17" y="5"/>
                  </a:cubicBezTo>
                  <a:cubicBezTo>
                    <a:pt x="29" y="0"/>
                    <a:pt x="43" y="5"/>
                    <a:pt x="49" y="17"/>
                  </a:cubicBezTo>
                  <a:cubicBezTo>
                    <a:pt x="55" y="29"/>
                    <a:pt x="50" y="43"/>
                    <a:pt x="38" y="49"/>
                  </a:cubicBezTo>
                  <a:cubicBezTo>
                    <a:pt x="26" y="55"/>
                    <a:pt x="11" y="50"/>
                    <a:pt x="5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3" name="Freeform 1323">
              <a:extLst>
                <a:ext uri="{FF2B5EF4-FFF2-40B4-BE49-F238E27FC236}">
                  <a16:creationId xmlns:a16="http://schemas.microsoft.com/office/drawing/2014/main" id="{690621E4-B411-4EB3-999B-6A1AF277D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812"/>
              <a:ext cx="92" cy="75"/>
            </a:xfrm>
            <a:custGeom>
              <a:avLst/>
              <a:gdLst>
                <a:gd name="T0" fmla="*/ 644 w 37"/>
                <a:gd name="T1" fmla="*/ 9206 h 28"/>
                <a:gd name="T2" fmla="*/ 1149 w 37"/>
                <a:gd name="T3" fmla="*/ 10339 h 28"/>
                <a:gd name="T4" fmla="*/ 8747 w 37"/>
                <a:gd name="T5" fmla="*/ 1808 h 28"/>
                <a:gd name="T6" fmla="*/ 8747 w 37"/>
                <a:gd name="T7" fmla="*/ 1808 h 28"/>
                <a:gd name="T8" fmla="*/ 8253 w 37"/>
                <a:gd name="T9" fmla="*/ 675 h 28"/>
                <a:gd name="T10" fmla="*/ 8069 w 37"/>
                <a:gd name="T11" fmla="*/ 0 h 28"/>
                <a:gd name="T12" fmla="*/ 8069 w 37"/>
                <a:gd name="T13" fmla="*/ 0 h 28"/>
                <a:gd name="T14" fmla="*/ 0 w 37"/>
                <a:gd name="T15" fmla="*/ 8129 h 28"/>
                <a:gd name="T16" fmla="*/ 644 w 37"/>
                <a:gd name="T17" fmla="*/ 920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8">
                  <a:moveTo>
                    <a:pt x="3" y="25"/>
                  </a:moveTo>
                  <a:cubicBezTo>
                    <a:pt x="4" y="26"/>
                    <a:pt x="4" y="27"/>
                    <a:pt x="5" y="28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5" y="2"/>
                    <a:pt x="34" y="1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3"/>
                    <a:pt x="2" y="24"/>
                    <a:pt x="3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4" name="Freeform 1324">
              <a:extLst>
                <a:ext uri="{FF2B5EF4-FFF2-40B4-BE49-F238E27FC236}">
                  <a16:creationId xmlns:a16="http://schemas.microsoft.com/office/drawing/2014/main" id="{783C7C60-02E7-4F59-92CE-469099B6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292"/>
              <a:ext cx="118" cy="21"/>
            </a:xfrm>
            <a:custGeom>
              <a:avLst/>
              <a:gdLst>
                <a:gd name="T0" fmla="*/ 316 w 47"/>
                <a:gd name="T1" fmla="*/ 1378 h 8"/>
                <a:gd name="T2" fmla="*/ 0 w 47"/>
                <a:gd name="T3" fmla="*/ 2604 h 8"/>
                <a:gd name="T4" fmla="*/ 11755 w 47"/>
                <a:gd name="T5" fmla="*/ 2604 h 8"/>
                <a:gd name="T6" fmla="*/ 11755 w 47"/>
                <a:gd name="T7" fmla="*/ 2604 h 8"/>
                <a:gd name="T8" fmla="*/ 11755 w 47"/>
                <a:gd name="T9" fmla="*/ 1992 h 8"/>
                <a:gd name="T10" fmla="*/ 11755 w 47"/>
                <a:gd name="T11" fmla="*/ 992 h 8"/>
                <a:gd name="T12" fmla="*/ 11755 w 47"/>
                <a:gd name="T13" fmla="*/ 992 h 8"/>
                <a:gd name="T14" fmla="*/ 316 w 47"/>
                <a:gd name="T15" fmla="*/ 0 h 8"/>
                <a:gd name="T16" fmla="*/ 316 w 47"/>
                <a:gd name="T17" fmla="*/ 137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">
                  <a:moveTo>
                    <a:pt x="1" y="4"/>
                  </a:moveTo>
                  <a:cubicBezTo>
                    <a:pt x="1" y="6"/>
                    <a:pt x="0" y="7"/>
                    <a:pt x="0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6"/>
                    <a:pt x="47" y="6"/>
                  </a:cubicBezTo>
                  <a:cubicBezTo>
                    <a:pt x="47" y="5"/>
                    <a:pt x="47" y="4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1" y="3"/>
                    <a:pt x="1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5" name="Freeform 1325">
              <a:extLst>
                <a:ext uri="{FF2B5EF4-FFF2-40B4-BE49-F238E27FC236}">
                  <a16:creationId xmlns:a16="http://schemas.microsoft.com/office/drawing/2014/main" id="{CEC7D9F3-D8C8-41FB-BF65-13643FB23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508"/>
              <a:ext cx="63" cy="101"/>
            </a:xfrm>
            <a:custGeom>
              <a:avLst/>
              <a:gdLst>
                <a:gd name="T0" fmla="*/ 1011 w 25"/>
                <a:gd name="T1" fmla="*/ 396 h 38"/>
                <a:gd name="T2" fmla="*/ 0 w 25"/>
                <a:gd name="T3" fmla="*/ 1053 h 38"/>
                <a:gd name="T4" fmla="*/ 5410 w 25"/>
                <a:gd name="T5" fmla="*/ 13367 h 38"/>
                <a:gd name="T6" fmla="*/ 5410 w 25"/>
                <a:gd name="T7" fmla="*/ 13367 h 38"/>
                <a:gd name="T8" fmla="*/ 6096 w 25"/>
                <a:gd name="T9" fmla="*/ 12979 h 38"/>
                <a:gd name="T10" fmla="*/ 6421 w 25"/>
                <a:gd name="T11" fmla="*/ 12335 h 38"/>
                <a:gd name="T12" fmla="*/ 6421 w 25"/>
                <a:gd name="T13" fmla="*/ 12335 h 38"/>
                <a:gd name="T14" fmla="*/ 1809 w 25"/>
                <a:gd name="T15" fmla="*/ 0 h 38"/>
                <a:gd name="T16" fmla="*/ 1011 w 25"/>
                <a:gd name="T17" fmla="*/ 396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8">
                  <a:moveTo>
                    <a:pt x="4" y="1"/>
                  </a:moveTo>
                  <a:cubicBezTo>
                    <a:pt x="3" y="2"/>
                    <a:pt x="2" y="3"/>
                    <a:pt x="0" y="3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2" y="38"/>
                    <a:pt x="23" y="37"/>
                    <a:pt x="24" y="37"/>
                  </a:cubicBezTo>
                  <a:cubicBezTo>
                    <a:pt x="25" y="37"/>
                    <a:pt x="25" y="35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1"/>
                    <a:pt x="4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6" name="Freeform 1326">
              <a:extLst>
                <a:ext uri="{FF2B5EF4-FFF2-40B4-BE49-F238E27FC236}">
                  <a16:creationId xmlns:a16="http://schemas.microsoft.com/office/drawing/2014/main" id="{E150E819-7492-460C-858A-C93157277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340"/>
              <a:ext cx="125" cy="133"/>
            </a:xfrm>
            <a:custGeom>
              <a:avLst/>
              <a:gdLst>
                <a:gd name="T0" fmla="*/ 313 w 50"/>
                <a:gd name="T1" fmla="*/ 8504 h 50"/>
                <a:gd name="T2" fmla="*/ 6375 w 50"/>
                <a:gd name="T3" fmla="*/ 0 h 50"/>
                <a:gd name="T4" fmla="*/ 12033 w 50"/>
                <a:gd name="T5" fmla="*/ 9206 h 50"/>
                <a:gd name="T6" fmla="*/ 5863 w 50"/>
                <a:gd name="T7" fmla="*/ 17314 h 50"/>
                <a:gd name="T8" fmla="*/ 313 w 50"/>
                <a:gd name="T9" fmla="*/ 850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1" y="24"/>
                  </a:moveTo>
                  <a:cubicBezTo>
                    <a:pt x="1" y="10"/>
                    <a:pt x="13" y="0"/>
                    <a:pt x="26" y="0"/>
                  </a:cubicBezTo>
                  <a:cubicBezTo>
                    <a:pt x="40" y="1"/>
                    <a:pt x="50" y="12"/>
                    <a:pt x="49" y="26"/>
                  </a:cubicBezTo>
                  <a:cubicBezTo>
                    <a:pt x="49" y="39"/>
                    <a:pt x="37" y="50"/>
                    <a:pt x="24" y="49"/>
                  </a:cubicBezTo>
                  <a:cubicBezTo>
                    <a:pt x="11" y="48"/>
                    <a:pt x="0" y="37"/>
                    <a:pt x="1" y="24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7" name="Freeform 1327">
              <a:extLst>
                <a:ext uri="{FF2B5EF4-FFF2-40B4-BE49-F238E27FC236}">
                  <a16:creationId xmlns:a16="http://schemas.microsoft.com/office/drawing/2014/main" id="{7D089063-A883-49A2-B4A5-4B804B32B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351"/>
              <a:ext cx="68" cy="72"/>
            </a:xfrm>
            <a:custGeom>
              <a:avLst/>
              <a:gdLst>
                <a:gd name="T0" fmla="*/ 2010 w 27"/>
                <a:gd name="T1" fmla="*/ 1059 h 27"/>
                <a:gd name="T2" fmla="*/ 6070 w 27"/>
                <a:gd name="T3" fmla="*/ 3243 h 27"/>
                <a:gd name="T4" fmla="*/ 4553 w 27"/>
                <a:gd name="T5" fmla="*/ 9045 h 27"/>
                <a:gd name="T6" fmla="*/ 526 w 27"/>
                <a:gd name="T7" fmla="*/ 6883 h 27"/>
                <a:gd name="T8" fmla="*/ 2010 w 27"/>
                <a:gd name="T9" fmla="*/ 105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8" y="3"/>
                  </a:moveTo>
                  <a:cubicBezTo>
                    <a:pt x="14" y="0"/>
                    <a:pt x="21" y="3"/>
                    <a:pt x="24" y="9"/>
                  </a:cubicBezTo>
                  <a:cubicBezTo>
                    <a:pt x="27" y="15"/>
                    <a:pt x="24" y="22"/>
                    <a:pt x="18" y="25"/>
                  </a:cubicBezTo>
                  <a:cubicBezTo>
                    <a:pt x="12" y="27"/>
                    <a:pt x="5" y="25"/>
                    <a:pt x="2" y="19"/>
                  </a:cubicBezTo>
                  <a:cubicBezTo>
                    <a:pt x="0" y="13"/>
                    <a:pt x="2" y="6"/>
                    <a:pt x="8" y="3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8" name="Freeform 1328">
              <a:extLst>
                <a:ext uri="{FF2B5EF4-FFF2-40B4-BE49-F238E27FC236}">
                  <a16:creationId xmlns:a16="http://schemas.microsoft.com/office/drawing/2014/main" id="{1E5F3866-2491-4E48-9215-1E0453BBE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367"/>
              <a:ext cx="27" cy="29"/>
            </a:xfrm>
            <a:custGeom>
              <a:avLst/>
              <a:gdLst>
                <a:gd name="T0" fmla="*/ 903 w 11"/>
                <a:gd name="T1" fmla="*/ 382 h 11"/>
                <a:gd name="T2" fmla="*/ 2216 w 11"/>
                <a:gd name="T3" fmla="*/ 1007 h 11"/>
                <a:gd name="T4" fmla="*/ 1777 w 11"/>
                <a:gd name="T5" fmla="*/ 3335 h 11"/>
                <a:gd name="T6" fmla="*/ 174 w 11"/>
                <a:gd name="T7" fmla="*/ 2273 h 11"/>
                <a:gd name="T8" fmla="*/ 903 w 11"/>
                <a:gd name="T9" fmla="*/ 38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4" y="1"/>
                  </a:moveTo>
                  <a:cubicBezTo>
                    <a:pt x="6" y="0"/>
                    <a:pt x="9" y="1"/>
                    <a:pt x="10" y="3"/>
                  </a:cubicBezTo>
                  <a:cubicBezTo>
                    <a:pt x="11" y="6"/>
                    <a:pt x="10" y="9"/>
                    <a:pt x="8" y="10"/>
                  </a:cubicBezTo>
                  <a:cubicBezTo>
                    <a:pt x="5" y="11"/>
                    <a:pt x="2" y="10"/>
                    <a:pt x="1" y="7"/>
                  </a:cubicBezTo>
                  <a:cubicBezTo>
                    <a:pt x="0" y="5"/>
                    <a:pt x="1" y="2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69" name="Freeform 1329">
              <a:extLst>
                <a:ext uri="{FF2B5EF4-FFF2-40B4-BE49-F238E27FC236}">
                  <a16:creationId xmlns:a16="http://schemas.microsoft.com/office/drawing/2014/main" id="{776C313F-7972-418D-9722-07A2B4DE6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471"/>
              <a:ext cx="20" cy="109"/>
            </a:xfrm>
            <a:custGeom>
              <a:avLst/>
              <a:gdLst>
                <a:gd name="T0" fmla="*/ 988 w 8"/>
                <a:gd name="T1" fmla="*/ 0 h 41"/>
                <a:gd name="T2" fmla="*/ 0 w 8"/>
                <a:gd name="T3" fmla="*/ 0 h 41"/>
                <a:gd name="T4" fmla="*/ 520 w 8"/>
                <a:gd name="T5" fmla="*/ 14489 h 41"/>
                <a:gd name="T6" fmla="*/ 520 w 8"/>
                <a:gd name="T7" fmla="*/ 14489 h 41"/>
                <a:gd name="T8" fmla="*/ 1300 w 8"/>
                <a:gd name="T9" fmla="*/ 14489 h 41"/>
                <a:gd name="T10" fmla="*/ 1770 w 8"/>
                <a:gd name="T11" fmla="*/ 14093 h 41"/>
                <a:gd name="T12" fmla="*/ 1770 w 8"/>
                <a:gd name="T13" fmla="*/ 14093 h 41"/>
                <a:gd name="T14" fmla="*/ 1958 w 8"/>
                <a:gd name="T15" fmla="*/ 0 h 41"/>
                <a:gd name="T16" fmla="*/ 988 w 8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41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1"/>
                    <a:pt x="4" y="41"/>
                    <a:pt x="5" y="41"/>
                  </a:cubicBezTo>
                  <a:cubicBezTo>
                    <a:pt x="6" y="41"/>
                    <a:pt x="6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0" name="Freeform 1330">
              <a:extLst>
                <a:ext uri="{FF2B5EF4-FFF2-40B4-BE49-F238E27FC236}">
                  <a16:creationId xmlns:a16="http://schemas.microsoft.com/office/drawing/2014/main" id="{9D42DE94-F397-465B-A701-D3CB91827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476"/>
              <a:ext cx="12" cy="101"/>
            </a:xfrm>
            <a:custGeom>
              <a:avLst/>
              <a:gdLst>
                <a:gd name="T0" fmla="*/ 0 w 5"/>
                <a:gd name="T1" fmla="*/ 0 h 38"/>
                <a:gd name="T2" fmla="*/ 967 w 5"/>
                <a:gd name="T3" fmla="*/ 0 h 38"/>
                <a:gd name="T4" fmla="*/ 967 w 5"/>
                <a:gd name="T5" fmla="*/ 13367 h 38"/>
                <a:gd name="T6" fmla="*/ 564 w 5"/>
                <a:gd name="T7" fmla="*/ 1053 h 38"/>
                <a:gd name="T8" fmla="*/ 0 w 5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8">
                  <a:moveTo>
                    <a:pt x="0" y="0"/>
                  </a:moveTo>
                  <a:cubicBezTo>
                    <a:pt x="2" y="0"/>
                    <a:pt x="5" y="0"/>
                    <a:pt x="5" y="0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8"/>
                    <a:pt x="4" y="4"/>
                    <a:pt x="3" y="3"/>
                  </a:cubicBezTo>
                  <a:cubicBezTo>
                    <a:pt x="2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1" name="Freeform 1331">
              <a:extLst>
                <a:ext uri="{FF2B5EF4-FFF2-40B4-BE49-F238E27FC236}">
                  <a16:creationId xmlns:a16="http://schemas.microsoft.com/office/drawing/2014/main" id="{30BB4DEA-20BF-4C9B-A8E1-DFBD94991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340"/>
              <a:ext cx="125" cy="133"/>
            </a:xfrm>
            <a:custGeom>
              <a:avLst/>
              <a:gdLst>
                <a:gd name="T0" fmla="*/ 313 w 50"/>
                <a:gd name="T1" fmla="*/ 8504 h 50"/>
                <a:gd name="T2" fmla="*/ 6375 w 50"/>
                <a:gd name="T3" fmla="*/ 0 h 50"/>
                <a:gd name="T4" fmla="*/ 12033 w 50"/>
                <a:gd name="T5" fmla="*/ 9206 h 50"/>
                <a:gd name="T6" fmla="*/ 5863 w 50"/>
                <a:gd name="T7" fmla="*/ 17314 h 50"/>
                <a:gd name="T8" fmla="*/ 313 w 50"/>
                <a:gd name="T9" fmla="*/ 850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1" y="24"/>
                  </a:moveTo>
                  <a:cubicBezTo>
                    <a:pt x="1" y="10"/>
                    <a:pt x="13" y="0"/>
                    <a:pt x="26" y="0"/>
                  </a:cubicBezTo>
                  <a:cubicBezTo>
                    <a:pt x="40" y="1"/>
                    <a:pt x="50" y="12"/>
                    <a:pt x="49" y="26"/>
                  </a:cubicBezTo>
                  <a:cubicBezTo>
                    <a:pt x="49" y="39"/>
                    <a:pt x="37" y="50"/>
                    <a:pt x="24" y="49"/>
                  </a:cubicBezTo>
                  <a:cubicBezTo>
                    <a:pt x="11" y="48"/>
                    <a:pt x="0" y="37"/>
                    <a:pt x="1" y="2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2" name="Freeform 1332">
              <a:extLst>
                <a:ext uri="{FF2B5EF4-FFF2-40B4-BE49-F238E27FC236}">
                  <a16:creationId xmlns:a16="http://schemas.microsoft.com/office/drawing/2014/main" id="{9D740CD6-9701-4354-9AE2-E74A3CE3D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471"/>
              <a:ext cx="20" cy="109"/>
            </a:xfrm>
            <a:custGeom>
              <a:avLst/>
              <a:gdLst>
                <a:gd name="T0" fmla="*/ 988 w 8"/>
                <a:gd name="T1" fmla="*/ 0 h 41"/>
                <a:gd name="T2" fmla="*/ 0 w 8"/>
                <a:gd name="T3" fmla="*/ 0 h 41"/>
                <a:gd name="T4" fmla="*/ 520 w 8"/>
                <a:gd name="T5" fmla="*/ 14489 h 41"/>
                <a:gd name="T6" fmla="*/ 520 w 8"/>
                <a:gd name="T7" fmla="*/ 14489 h 41"/>
                <a:gd name="T8" fmla="*/ 1300 w 8"/>
                <a:gd name="T9" fmla="*/ 14489 h 41"/>
                <a:gd name="T10" fmla="*/ 1770 w 8"/>
                <a:gd name="T11" fmla="*/ 14093 h 41"/>
                <a:gd name="T12" fmla="*/ 1770 w 8"/>
                <a:gd name="T13" fmla="*/ 14093 h 41"/>
                <a:gd name="T14" fmla="*/ 1958 w 8"/>
                <a:gd name="T15" fmla="*/ 0 h 41"/>
                <a:gd name="T16" fmla="*/ 988 w 8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41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1"/>
                    <a:pt x="4" y="41"/>
                    <a:pt x="5" y="41"/>
                  </a:cubicBezTo>
                  <a:cubicBezTo>
                    <a:pt x="6" y="41"/>
                    <a:pt x="6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5" y="0"/>
                    <a:pt x="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3" name="Freeform 1333">
              <a:extLst>
                <a:ext uri="{FF2B5EF4-FFF2-40B4-BE49-F238E27FC236}">
                  <a16:creationId xmlns:a16="http://schemas.microsoft.com/office/drawing/2014/main" id="{1BB25E0C-6F3C-4508-BA80-7474AE2F3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628"/>
              <a:ext cx="135" cy="144"/>
            </a:xfrm>
            <a:custGeom>
              <a:avLst/>
              <a:gdLst>
                <a:gd name="T0" fmla="*/ 10750 w 54"/>
                <a:gd name="T1" fmla="*/ 16179 h 54"/>
                <a:gd name="T2" fmla="*/ 10750 w 54"/>
                <a:gd name="T3" fmla="*/ 3640 h 54"/>
                <a:gd name="T4" fmla="*/ 2470 w 54"/>
                <a:gd name="T5" fmla="*/ 3640 h 54"/>
                <a:gd name="T6" fmla="*/ 2270 w 54"/>
                <a:gd name="T7" fmla="*/ 15779 h 54"/>
                <a:gd name="T8" fmla="*/ 10750 w 54"/>
                <a:gd name="T9" fmla="*/ 1617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4">
                  <a:moveTo>
                    <a:pt x="44" y="45"/>
                  </a:moveTo>
                  <a:cubicBezTo>
                    <a:pt x="53" y="35"/>
                    <a:pt x="54" y="20"/>
                    <a:pt x="44" y="10"/>
                  </a:cubicBezTo>
                  <a:cubicBezTo>
                    <a:pt x="35" y="1"/>
                    <a:pt x="20" y="0"/>
                    <a:pt x="10" y="10"/>
                  </a:cubicBezTo>
                  <a:cubicBezTo>
                    <a:pt x="0" y="19"/>
                    <a:pt x="0" y="34"/>
                    <a:pt x="9" y="44"/>
                  </a:cubicBezTo>
                  <a:cubicBezTo>
                    <a:pt x="19" y="54"/>
                    <a:pt x="34" y="54"/>
                    <a:pt x="44" y="45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4" name="Freeform 1334">
              <a:extLst>
                <a:ext uri="{FF2B5EF4-FFF2-40B4-BE49-F238E27FC236}">
                  <a16:creationId xmlns:a16="http://schemas.microsoft.com/office/drawing/2014/main" id="{4AC4DD9E-F1B6-4F23-8A11-F394B42FC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652"/>
              <a:ext cx="68" cy="69"/>
            </a:xfrm>
            <a:custGeom>
              <a:avLst/>
              <a:gdLst>
                <a:gd name="T0" fmla="*/ 5589 w 27"/>
                <a:gd name="T1" fmla="*/ 1741 h 26"/>
                <a:gd name="T2" fmla="*/ 1534 w 27"/>
                <a:gd name="T3" fmla="*/ 1436 h 26"/>
                <a:gd name="T4" fmla="*/ 1007 w 27"/>
                <a:gd name="T5" fmla="*/ 6993 h 26"/>
                <a:gd name="T6" fmla="*/ 5354 w 27"/>
                <a:gd name="T7" fmla="*/ 7640 h 26"/>
                <a:gd name="T8" fmla="*/ 5589 w 27"/>
                <a:gd name="T9" fmla="*/ 174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6">
                  <a:moveTo>
                    <a:pt x="22" y="5"/>
                  </a:moveTo>
                  <a:cubicBezTo>
                    <a:pt x="18" y="0"/>
                    <a:pt x="11" y="0"/>
                    <a:pt x="6" y="4"/>
                  </a:cubicBezTo>
                  <a:cubicBezTo>
                    <a:pt x="1" y="8"/>
                    <a:pt x="0" y="15"/>
                    <a:pt x="4" y="20"/>
                  </a:cubicBezTo>
                  <a:cubicBezTo>
                    <a:pt x="9" y="25"/>
                    <a:pt x="16" y="26"/>
                    <a:pt x="21" y="22"/>
                  </a:cubicBezTo>
                  <a:cubicBezTo>
                    <a:pt x="26" y="18"/>
                    <a:pt x="27" y="10"/>
                    <a:pt x="22" y="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5" name="Freeform 1335">
              <a:extLst>
                <a:ext uri="{FF2B5EF4-FFF2-40B4-BE49-F238E27FC236}">
                  <a16:creationId xmlns:a16="http://schemas.microsoft.com/office/drawing/2014/main" id="{974B7986-DB09-4E17-8749-FDADCD5EF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665"/>
              <a:ext cx="27" cy="30"/>
            </a:xfrm>
            <a:custGeom>
              <a:avLst/>
              <a:gdLst>
                <a:gd name="T0" fmla="*/ 1964 w 11"/>
                <a:gd name="T1" fmla="*/ 1219 h 11"/>
                <a:gd name="T2" fmla="*/ 621 w 11"/>
                <a:gd name="T3" fmla="*/ 775 h 11"/>
                <a:gd name="T4" fmla="*/ 427 w 11"/>
                <a:gd name="T5" fmla="*/ 3755 h 11"/>
                <a:gd name="T6" fmla="*/ 1964 w 11"/>
                <a:gd name="T7" fmla="*/ 3755 h 11"/>
                <a:gd name="T8" fmla="*/ 1964 w 11"/>
                <a:gd name="T9" fmla="*/ 121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9" y="3"/>
                  </a:moveTo>
                  <a:cubicBezTo>
                    <a:pt x="8" y="1"/>
                    <a:pt x="5" y="0"/>
                    <a:pt x="3" y="2"/>
                  </a:cubicBezTo>
                  <a:cubicBezTo>
                    <a:pt x="1" y="4"/>
                    <a:pt x="0" y="7"/>
                    <a:pt x="2" y="9"/>
                  </a:cubicBezTo>
                  <a:cubicBezTo>
                    <a:pt x="4" y="11"/>
                    <a:pt x="7" y="11"/>
                    <a:pt x="9" y="9"/>
                  </a:cubicBezTo>
                  <a:cubicBezTo>
                    <a:pt x="11" y="8"/>
                    <a:pt x="11" y="5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6" name="Freeform 1336">
              <a:extLst>
                <a:ext uri="{FF2B5EF4-FFF2-40B4-BE49-F238E27FC236}">
                  <a16:creationId xmlns:a16="http://schemas.microsoft.com/office/drawing/2014/main" id="{0C94A4E7-320F-4C78-90DC-5947BC6CE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737"/>
              <a:ext cx="97" cy="86"/>
            </a:xfrm>
            <a:custGeom>
              <a:avLst/>
              <a:gdLst>
                <a:gd name="T0" fmla="*/ 8568 w 39"/>
                <a:gd name="T1" fmla="*/ 1148 h 32"/>
                <a:gd name="T2" fmla="*/ 9217 w 39"/>
                <a:gd name="T3" fmla="*/ 2255 h 32"/>
                <a:gd name="T4" fmla="*/ 644 w 39"/>
                <a:gd name="T5" fmla="*/ 12053 h 32"/>
                <a:gd name="T6" fmla="*/ 644 w 39"/>
                <a:gd name="T7" fmla="*/ 12053 h 32"/>
                <a:gd name="T8" fmla="*/ 187 w 39"/>
                <a:gd name="T9" fmla="*/ 11376 h 32"/>
                <a:gd name="T10" fmla="*/ 0 w 39"/>
                <a:gd name="T11" fmla="*/ 10229 h 32"/>
                <a:gd name="T12" fmla="*/ 0 w 39"/>
                <a:gd name="T13" fmla="*/ 10229 h 32"/>
                <a:gd name="T14" fmla="*/ 8078 w 39"/>
                <a:gd name="T15" fmla="*/ 0 h 32"/>
                <a:gd name="T16" fmla="*/ 8568 w 39"/>
                <a:gd name="T17" fmla="*/ 114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2">
                  <a:moveTo>
                    <a:pt x="36" y="3"/>
                  </a:moveTo>
                  <a:cubicBezTo>
                    <a:pt x="37" y="4"/>
                    <a:pt x="38" y="5"/>
                    <a:pt x="39" y="6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2" y="32"/>
                    <a:pt x="2" y="30"/>
                    <a:pt x="1" y="30"/>
                  </a:cubicBezTo>
                  <a:cubicBezTo>
                    <a:pt x="0" y="29"/>
                    <a:pt x="0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"/>
                    <a:pt x="35" y="2"/>
                    <a:pt x="36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7" name="Freeform 1337">
              <a:extLst>
                <a:ext uri="{FF2B5EF4-FFF2-40B4-BE49-F238E27FC236}">
                  <a16:creationId xmlns:a16="http://schemas.microsoft.com/office/drawing/2014/main" id="{2CAB5DCA-20D8-4558-B01C-071CA18C2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745"/>
              <a:ext cx="90" cy="67"/>
            </a:xfrm>
            <a:custGeom>
              <a:avLst/>
              <a:gdLst>
                <a:gd name="T0" fmla="*/ 8800 w 36"/>
                <a:gd name="T1" fmla="*/ 1077 h 25"/>
                <a:gd name="T2" fmla="*/ 7813 w 36"/>
                <a:gd name="T3" fmla="*/ 0 h 25"/>
                <a:gd name="T4" fmla="*/ 0 w 36"/>
                <a:gd name="T5" fmla="*/ 9281 h 25"/>
                <a:gd name="T6" fmla="*/ 7813 w 36"/>
                <a:gd name="T7" fmla="*/ 1077 h 25"/>
                <a:gd name="T8" fmla="*/ 8800 w 36"/>
                <a:gd name="T9" fmla="*/ 107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5">
                  <a:moveTo>
                    <a:pt x="36" y="3"/>
                  </a:moveTo>
                  <a:cubicBezTo>
                    <a:pt x="35" y="3"/>
                    <a:pt x="32" y="0"/>
                    <a:pt x="32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30" y="3"/>
                    <a:pt x="32" y="3"/>
                  </a:cubicBezTo>
                  <a:cubicBezTo>
                    <a:pt x="34" y="3"/>
                    <a:pt x="36" y="4"/>
                    <a:pt x="36" y="3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8" name="Freeform 1338">
              <a:extLst>
                <a:ext uri="{FF2B5EF4-FFF2-40B4-BE49-F238E27FC236}">
                  <a16:creationId xmlns:a16="http://schemas.microsoft.com/office/drawing/2014/main" id="{8FCCF633-4F08-4887-89C7-F83CF3C63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737"/>
              <a:ext cx="97" cy="86"/>
            </a:xfrm>
            <a:custGeom>
              <a:avLst/>
              <a:gdLst>
                <a:gd name="T0" fmla="*/ 8568 w 39"/>
                <a:gd name="T1" fmla="*/ 1148 h 32"/>
                <a:gd name="T2" fmla="*/ 9217 w 39"/>
                <a:gd name="T3" fmla="*/ 2255 h 32"/>
                <a:gd name="T4" fmla="*/ 644 w 39"/>
                <a:gd name="T5" fmla="*/ 12053 h 32"/>
                <a:gd name="T6" fmla="*/ 644 w 39"/>
                <a:gd name="T7" fmla="*/ 12053 h 32"/>
                <a:gd name="T8" fmla="*/ 187 w 39"/>
                <a:gd name="T9" fmla="*/ 11376 h 32"/>
                <a:gd name="T10" fmla="*/ 0 w 39"/>
                <a:gd name="T11" fmla="*/ 10229 h 32"/>
                <a:gd name="T12" fmla="*/ 0 w 39"/>
                <a:gd name="T13" fmla="*/ 10229 h 32"/>
                <a:gd name="T14" fmla="*/ 8078 w 39"/>
                <a:gd name="T15" fmla="*/ 0 h 32"/>
                <a:gd name="T16" fmla="*/ 8568 w 39"/>
                <a:gd name="T17" fmla="*/ 114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2">
                  <a:moveTo>
                    <a:pt x="36" y="3"/>
                  </a:moveTo>
                  <a:cubicBezTo>
                    <a:pt x="37" y="4"/>
                    <a:pt x="38" y="5"/>
                    <a:pt x="39" y="6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2" y="32"/>
                    <a:pt x="2" y="30"/>
                    <a:pt x="1" y="30"/>
                  </a:cubicBezTo>
                  <a:cubicBezTo>
                    <a:pt x="0" y="29"/>
                    <a:pt x="0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"/>
                    <a:pt x="35" y="2"/>
                    <a:pt x="36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79" name="Freeform 1339">
              <a:extLst>
                <a:ext uri="{FF2B5EF4-FFF2-40B4-BE49-F238E27FC236}">
                  <a16:creationId xmlns:a16="http://schemas.microsoft.com/office/drawing/2014/main" id="{1ACACF01-242F-4575-B46E-BB4EC2D98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628"/>
              <a:ext cx="135" cy="144"/>
            </a:xfrm>
            <a:custGeom>
              <a:avLst/>
              <a:gdLst>
                <a:gd name="T0" fmla="*/ 10750 w 54"/>
                <a:gd name="T1" fmla="*/ 16179 h 54"/>
                <a:gd name="T2" fmla="*/ 10750 w 54"/>
                <a:gd name="T3" fmla="*/ 3640 h 54"/>
                <a:gd name="T4" fmla="*/ 2470 w 54"/>
                <a:gd name="T5" fmla="*/ 3640 h 54"/>
                <a:gd name="T6" fmla="*/ 2270 w 54"/>
                <a:gd name="T7" fmla="*/ 15779 h 54"/>
                <a:gd name="T8" fmla="*/ 10750 w 54"/>
                <a:gd name="T9" fmla="*/ 1617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4">
                  <a:moveTo>
                    <a:pt x="44" y="45"/>
                  </a:moveTo>
                  <a:cubicBezTo>
                    <a:pt x="53" y="35"/>
                    <a:pt x="54" y="20"/>
                    <a:pt x="44" y="10"/>
                  </a:cubicBezTo>
                  <a:cubicBezTo>
                    <a:pt x="35" y="1"/>
                    <a:pt x="20" y="0"/>
                    <a:pt x="10" y="10"/>
                  </a:cubicBezTo>
                  <a:cubicBezTo>
                    <a:pt x="0" y="19"/>
                    <a:pt x="0" y="34"/>
                    <a:pt x="9" y="44"/>
                  </a:cubicBezTo>
                  <a:cubicBezTo>
                    <a:pt x="19" y="54"/>
                    <a:pt x="34" y="54"/>
                    <a:pt x="44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0" name="Freeform 1340">
              <a:extLst>
                <a:ext uri="{FF2B5EF4-FFF2-40B4-BE49-F238E27FC236}">
                  <a16:creationId xmlns:a16="http://schemas.microsoft.com/office/drawing/2014/main" id="{C6A265A5-BA00-46B1-8429-566CD008E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855"/>
              <a:ext cx="137" cy="146"/>
            </a:xfrm>
            <a:custGeom>
              <a:avLst/>
              <a:gdLst>
                <a:gd name="T0" fmla="*/ 2892 w 55"/>
                <a:gd name="T1" fmla="*/ 16482 h 55"/>
                <a:gd name="T2" fmla="*/ 11007 w 55"/>
                <a:gd name="T3" fmla="*/ 15038 h 55"/>
                <a:gd name="T4" fmla="*/ 10275 w 55"/>
                <a:gd name="T5" fmla="*/ 3177 h 55"/>
                <a:gd name="T6" fmla="*/ 1930 w 55"/>
                <a:gd name="T7" fmla="*/ 4622 h 55"/>
                <a:gd name="T8" fmla="*/ 2892 w 55"/>
                <a:gd name="T9" fmla="*/ 1648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12" y="47"/>
                  </a:moveTo>
                  <a:cubicBezTo>
                    <a:pt x="23" y="55"/>
                    <a:pt x="38" y="53"/>
                    <a:pt x="46" y="43"/>
                  </a:cubicBezTo>
                  <a:cubicBezTo>
                    <a:pt x="55" y="33"/>
                    <a:pt x="53" y="17"/>
                    <a:pt x="43" y="9"/>
                  </a:cubicBezTo>
                  <a:cubicBezTo>
                    <a:pt x="32" y="0"/>
                    <a:pt x="17" y="2"/>
                    <a:pt x="8" y="13"/>
                  </a:cubicBezTo>
                  <a:cubicBezTo>
                    <a:pt x="0" y="23"/>
                    <a:pt x="2" y="38"/>
                    <a:pt x="12" y="47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1" name="Freeform 1341">
              <a:extLst>
                <a:ext uri="{FF2B5EF4-FFF2-40B4-BE49-F238E27FC236}">
                  <a16:creationId xmlns:a16="http://schemas.microsoft.com/office/drawing/2014/main" id="{3F0A5A7C-0E36-435D-B7A6-204239FC6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881"/>
              <a:ext cx="67" cy="72"/>
            </a:xfrm>
            <a:custGeom>
              <a:avLst/>
              <a:gdLst>
                <a:gd name="T0" fmla="*/ 1405 w 27"/>
                <a:gd name="T1" fmla="*/ 8248 h 27"/>
                <a:gd name="T2" fmla="*/ 5350 w 27"/>
                <a:gd name="T3" fmla="*/ 7531 h 27"/>
                <a:gd name="T4" fmla="*/ 4889 w 27"/>
                <a:gd name="T5" fmla="*/ 1763 h 27"/>
                <a:gd name="T6" fmla="*/ 948 w 27"/>
                <a:gd name="T7" fmla="*/ 2184 h 27"/>
                <a:gd name="T8" fmla="*/ 1405 w 27"/>
                <a:gd name="T9" fmla="*/ 824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6" y="23"/>
                  </a:moveTo>
                  <a:cubicBezTo>
                    <a:pt x="11" y="27"/>
                    <a:pt x="19" y="26"/>
                    <a:pt x="23" y="21"/>
                  </a:cubicBezTo>
                  <a:cubicBezTo>
                    <a:pt x="27" y="16"/>
                    <a:pt x="26" y="9"/>
                    <a:pt x="21" y="5"/>
                  </a:cubicBezTo>
                  <a:cubicBezTo>
                    <a:pt x="16" y="0"/>
                    <a:pt x="8" y="1"/>
                    <a:pt x="4" y="6"/>
                  </a:cubicBezTo>
                  <a:cubicBezTo>
                    <a:pt x="0" y="12"/>
                    <a:pt x="1" y="19"/>
                    <a:pt x="6" y="23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2" name="Freeform 1342">
              <a:extLst>
                <a:ext uri="{FF2B5EF4-FFF2-40B4-BE49-F238E27FC236}">
                  <a16:creationId xmlns:a16="http://schemas.microsoft.com/office/drawing/2014/main" id="{68F208AA-A8E7-41AB-998A-8F65A3E72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897"/>
              <a:ext cx="28" cy="30"/>
            </a:xfrm>
            <a:custGeom>
              <a:avLst/>
              <a:gdLst>
                <a:gd name="T0" fmla="*/ 843 w 11"/>
                <a:gd name="T1" fmla="*/ 3755 h 11"/>
                <a:gd name="T2" fmla="*/ 2474 w 11"/>
                <a:gd name="T3" fmla="*/ 3325 h 11"/>
                <a:gd name="T4" fmla="*/ 2474 w 11"/>
                <a:gd name="T5" fmla="*/ 775 h 11"/>
                <a:gd name="T6" fmla="*/ 545 w 11"/>
                <a:gd name="T7" fmla="*/ 1219 h 11"/>
                <a:gd name="T8" fmla="*/ 843 w 11"/>
                <a:gd name="T9" fmla="*/ 375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3" y="9"/>
                  </a:moveTo>
                  <a:cubicBezTo>
                    <a:pt x="5" y="11"/>
                    <a:pt x="8" y="11"/>
                    <a:pt x="9" y="8"/>
                  </a:cubicBezTo>
                  <a:cubicBezTo>
                    <a:pt x="11" y="6"/>
                    <a:pt x="11" y="3"/>
                    <a:pt x="9" y="2"/>
                  </a:cubicBezTo>
                  <a:cubicBezTo>
                    <a:pt x="6" y="0"/>
                    <a:pt x="3" y="0"/>
                    <a:pt x="2" y="3"/>
                  </a:cubicBezTo>
                  <a:cubicBezTo>
                    <a:pt x="0" y="5"/>
                    <a:pt x="1" y="8"/>
                    <a:pt x="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3" name="Freeform 1343">
              <a:extLst>
                <a:ext uri="{FF2B5EF4-FFF2-40B4-BE49-F238E27FC236}">
                  <a16:creationId xmlns:a16="http://schemas.microsoft.com/office/drawing/2014/main" id="{9172B112-DEBB-431C-A50B-127EA05DA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823"/>
              <a:ext cx="92" cy="74"/>
            </a:xfrm>
            <a:custGeom>
              <a:avLst/>
              <a:gdLst>
                <a:gd name="T0" fmla="*/ 8069 w 37"/>
                <a:gd name="T1" fmla="*/ 8494 h 28"/>
                <a:gd name="T2" fmla="*/ 7611 w 37"/>
                <a:gd name="T3" fmla="*/ 9562 h 28"/>
                <a:gd name="T4" fmla="*/ 0 w 37"/>
                <a:gd name="T5" fmla="*/ 1425 h 28"/>
                <a:gd name="T6" fmla="*/ 0 w 37"/>
                <a:gd name="T7" fmla="*/ 1425 h 28"/>
                <a:gd name="T8" fmla="*/ 462 w 37"/>
                <a:gd name="T9" fmla="*/ 629 h 28"/>
                <a:gd name="T10" fmla="*/ 644 w 37"/>
                <a:gd name="T11" fmla="*/ 0 h 28"/>
                <a:gd name="T12" fmla="*/ 644 w 37"/>
                <a:gd name="T13" fmla="*/ 0 h 28"/>
                <a:gd name="T14" fmla="*/ 8747 w 37"/>
                <a:gd name="T15" fmla="*/ 7461 h 28"/>
                <a:gd name="T16" fmla="*/ 8069 w 37"/>
                <a:gd name="T17" fmla="*/ 8494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8">
                  <a:moveTo>
                    <a:pt x="34" y="25"/>
                  </a:moveTo>
                  <a:cubicBezTo>
                    <a:pt x="33" y="26"/>
                    <a:pt x="33" y="27"/>
                    <a:pt x="32" y="2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6" y="22"/>
                    <a:pt x="35" y="23"/>
                    <a:pt x="34" y="25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4" name="Freeform 1344">
              <a:extLst>
                <a:ext uri="{FF2B5EF4-FFF2-40B4-BE49-F238E27FC236}">
                  <a16:creationId xmlns:a16="http://schemas.microsoft.com/office/drawing/2014/main" id="{00B5E63A-96AB-4FB0-8BB3-4C7C3A44C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825"/>
              <a:ext cx="78" cy="67"/>
            </a:xfrm>
            <a:custGeom>
              <a:avLst/>
              <a:gdLst>
                <a:gd name="T0" fmla="*/ 7058 w 31"/>
                <a:gd name="T1" fmla="*/ 9281 h 25"/>
                <a:gd name="T2" fmla="*/ 7850 w 31"/>
                <a:gd name="T3" fmla="*/ 7491 h 25"/>
                <a:gd name="T4" fmla="*/ 0 w 31"/>
                <a:gd name="T5" fmla="*/ 0 h 25"/>
                <a:gd name="T6" fmla="*/ 7058 w 31"/>
                <a:gd name="T7" fmla="*/ 7734 h 25"/>
                <a:gd name="T8" fmla="*/ 7058 w 31"/>
                <a:gd name="T9" fmla="*/ 928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28" y="25"/>
                  </a:moveTo>
                  <a:cubicBezTo>
                    <a:pt x="29" y="23"/>
                    <a:pt x="31" y="21"/>
                    <a:pt x="31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8" y="19"/>
                    <a:pt x="28" y="21"/>
                  </a:cubicBezTo>
                  <a:cubicBezTo>
                    <a:pt x="28" y="23"/>
                    <a:pt x="28" y="24"/>
                    <a:pt x="28" y="2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5" name="Freeform 1345">
              <a:extLst>
                <a:ext uri="{FF2B5EF4-FFF2-40B4-BE49-F238E27FC236}">
                  <a16:creationId xmlns:a16="http://schemas.microsoft.com/office/drawing/2014/main" id="{38A49843-EC46-4F4F-959C-A40F8CA66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388"/>
              <a:ext cx="138" cy="147"/>
            </a:xfrm>
            <a:custGeom>
              <a:avLst/>
              <a:gdLst>
                <a:gd name="T0" fmla="*/ 12244 w 55"/>
                <a:gd name="T1" fmla="*/ 13936 h 55"/>
                <a:gd name="T2" fmla="*/ 9432 w 55"/>
                <a:gd name="T3" fmla="*/ 2194 h 55"/>
                <a:gd name="T4" fmla="*/ 1310 w 55"/>
                <a:gd name="T5" fmla="*/ 6129 h 55"/>
                <a:gd name="T6" fmla="*/ 4281 w 55"/>
                <a:gd name="T7" fmla="*/ 17851 h 55"/>
                <a:gd name="T8" fmla="*/ 12244 w 55"/>
                <a:gd name="T9" fmla="*/ 1393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49" y="38"/>
                  </a:moveTo>
                  <a:cubicBezTo>
                    <a:pt x="55" y="26"/>
                    <a:pt x="50" y="11"/>
                    <a:pt x="38" y="6"/>
                  </a:cubicBezTo>
                  <a:cubicBezTo>
                    <a:pt x="26" y="0"/>
                    <a:pt x="11" y="5"/>
                    <a:pt x="5" y="17"/>
                  </a:cubicBezTo>
                  <a:cubicBezTo>
                    <a:pt x="0" y="29"/>
                    <a:pt x="5" y="44"/>
                    <a:pt x="17" y="49"/>
                  </a:cubicBezTo>
                  <a:cubicBezTo>
                    <a:pt x="29" y="55"/>
                    <a:pt x="43" y="50"/>
                    <a:pt x="49" y="38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6" name="Freeform 1346">
              <a:extLst>
                <a:ext uri="{FF2B5EF4-FFF2-40B4-BE49-F238E27FC236}">
                  <a16:creationId xmlns:a16="http://schemas.microsoft.com/office/drawing/2014/main" id="{58B691B3-8CCF-4F39-A037-EBC77CBC8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409"/>
              <a:ext cx="67" cy="72"/>
            </a:xfrm>
            <a:custGeom>
              <a:avLst/>
              <a:gdLst>
                <a:gd name="T0" fmla="*/ 5350 w 27"/>
                <a:gd name="T1" fmla="*/ 2184 h 27"/>
                <a:gd name="T2" fmla="*/ 1405 w 27"/>
                <a:gd name="T3" fmla="*/ 1459 h 27"/>
                <a:gd name="T4" fmla="*/ 948 w 27"/>
                <a:gd name="T5" fmla="*/ 7133 h 27"/>
                <a:gd name="T6" fmla="*/ 4889 w 27"/>
                <a:gd name="T7" fmla="*/ 8248 h 27"/>
                <a:gd name="T8" fmla="*/ 5350 w 27"/>
                <a:gd name="T9" fmla="*/ 218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3" y="6"/>
                  </a:moveTo>
                  <a:cubicBezTo>
                    <a:pt x="19" y="1"/>
                    <a:pt x="12" y="0"/>
                    <a:pt x="6" y="4"/>
                  </a:cubicBezTo>
                  <a:cubicBezTo>
                    <a:pt x="1" y="8"/>
                    <a:pt x="0" y="15"/>
                    <a:pt x="4" y="20"/>
                  </a:cubicBezTo>
                  <a:cubicBezTo>
                    <a:pt x="8" y="26"/>
                    <a:pt x="16" y="27"/>
                    <a:pt x="21" y="23"/>
                  </a:cubicBezTo>
                  <a:cubicBezTo>
                    <a:pt x="26" y="19"/>
                    <a:pt x="27" y="11"/>
                    <a:pt x="23" y="6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7" name="Freeform 1347">
              <a:extLst>
                <a:ext uri="{FF2B5EF4-FFF2-40B4-BE49-F238E27FC236}">
                  <a16:creationId xmlns:a16="http://schemas.microsoft.com/office/drawing/2014/main" id="{95C61084-4E92-4EA9-91E9-58E4C7457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425"/>
              <a:ext cx="27" cy="30"/>
            </a:xfrm>
            <a:custGeom>
              <a:avLst/>
              <a:gdLst>
                <a:gd name="T0" fmla="*/ 1964 w 11"/>
                <a:gd name="T1" fmla="*/ 775 h 11"/>
                <a:gd name="T2" fmla="*/ 427 w 11"/>
                <a:gd name="T3" fmla="*/ 447 h 11"/>
                <a:gd name="T4" fmla="*/ 174 w 11"/>
                <a:gd name="T5" fmla="*/ 3325 h 11"/>
                <a:gd name="T6" fmla="*/ 1777 w 11"/>
                <a:gd name="T7" fmla="*/ 3755 h 11"/>
                <a:gd name="T8" fmla="*/ 1964 w 11"/>
                <a:gd name="T9" fmla="*/ 77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9" y="2"/>
                  </a:moveTo>
                  <a:cubicBezTo>
                    <a:pt x="7" y="0"/>
                    <a:pt x="4" y="0"/>
                    <a:pt x="2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3" y="10"/>
                    <a:pt x="6" y="11"/>
                    <a:pt x="8" y="9"/>
                  </a:cubicBezTo>
                  <a:cubicBezTo>
                    <a:pt x="10" y="7"/>
                    <a:pt x="11" y="4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8" name="Freeform 1348">
              <a:extLst>
                <a:ext uri="{FF2B5EF4-FFF2-40B4-BE49-F238E27FC236}">
                  <a16:creationId xmlns:a16="http://schemas.microsoft.com/office/drawing/2014/main" id="{A2ADF24A-78F7-4396-B5B8-15C8AF03F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516"/>
              <a:ext cx="62" cy="101"/>
            </a:xfrm>
            <a:custGeom>
              <a:avLst/>
              <a:gdLst>
                <a:gd name="T0" fmla="*/ 5141 w 25"/>
                <a:gd name="T1" fmla="*/ 657 h 38"/>
                <a:gd name="T2" fmla="*/ 5826 w 25"/>
                <a:gd name="T3" fmla="*/ 1053 h 38"/>
                <a:gd name="T4" fmla="*/ 1131 w 25"/>
                <a:gd name="T5" fmla="*/ 13367 h 38"/>
                <a:gd name="T6" fmla="*/ 1131 w 25"/>
                <a:gd name="T7" fmla="*/ 13367 h 38"/>
                <a:gd name="T8" fmla="*/ 456 w 25"/>
                <a:gd name="T9" fmla="*/ 12979 h 38"/>
                <a:gd name="T10" fmla="*/ 0 w 25"/>
                <a:gd name="T11" fmla="*/ 12335 h 38"/>
                <a:gd name="T12" fmla="*/ 0 w 25"/>
                <a:gd name="T13" fmla="*/ 12335 h 38"/>
                <a:gd name="T14" fmla="*/ 4238 w 25"/>
                <a:gd name="T15" fmla="*/ 0 h 38"/>
                <a:gd name="T16" fmla="*/ 5141 w 25"/>
                <a:gd name="T17" fmla="*/ 65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8">
                  <a:moveTo>
                    <a:pt x="22" y="2"/>
                  </a:moveTo>
                  <a:cubicBezTo>
                    <a:pt x="23" y="2"/>
                    <a:pt x="24" y="3"/>
                    <a:pt x="25" y="3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4" y="38"/>
                    <a:pt x="3" y="37"/>
                    <a:pt x="2" y="37"/>
                  </a:cubicBezTo>
                  <a:cubicBezTo>
                    <a:pt x="1" y="37"/>
                    <a:pt x="1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21" y="1"/>
                    <a:pt x="22" y="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89" name="Freeform 1349">
              <a:extLst>
                <a:ext uri="{FF2B5EF4-FFF2-40B4-BE49-F238E27FC236}">
                  <a16:creationId xmlns:a16="http://schemas.microsoft.com/office/drawing/2014/main" id="{4A0ACA57-71F3-4C71-8F32-BF46B717C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521"/>
              <a:ext cx="58" cy="88"/>
            </a:xfrm>
            <a:custGeom>
              <a:avLst/>
              <a:gdLst>
                <a:gd name="T0" fmla="*/ 5901 w 23"/>
                <a:gd name="T1" fmla="*/ 661 h 33"/>
                <a:gd name="T2" fmla="*/ 4572 w 23"/>
                <a:gd name="T3" fmla="*/ 0 h 33"/>
                <a:gd name="T4" fmla="*/ 0 w 23"/>
                <a:gd name="T5" fmla="*/ 11891 h 33"/>
                <a:gd name="T6" fmla="*/ 4890 w 23"/>
                <a:gd name="T7" fmla="*/ 1059 h 33"/>
                <a:gd name="T8" fmla="*/ 5901 w 23"/>
                <a:gd name="T9" fmla="*/ 66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3">
                  <a:moveTo>
                    <a:pt x="23" y="2"/>
                  </a:moveTo>
                  <a:cubicBezTo>
                    <a:pt x="21" y="2"/>
                    <a:pt x="18" y="0"/>
                    <a:pt x="18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17" y="4"/>
                    <a:pt x="19" y="3"/>
                  </a:cubicBezTo>
                  <a:cubicBezTo>
                    <a:pt x="21" y="3"/>
                    <a:pt x="22" y="3"/>
                    <a:pt x="23" y="2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0" name="Freeform 1350">
              <a:extLst>
                <a:ext uri="{FF2B5EF4-FFF2-40B4-BE49-F238E27FC236}">
                  <a16:creationId xmlns:a16="http://schemas.microsoft.com/office/drawing/2014/main" id="{F3066E9C-E2BE-4C44-B188-34FA26B7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553"/>
              <a:ext cx="135" cy="144"/>
            </a:xfrm>
            <a:custGeom>
              <a:avLst/>
              <a:gdLst>
                <a:gd name="T0" fmla="*/ 4895 w 54"/>
                <a:gd name="T1" fmla="*/ 17955 h 54"/>
                <a:gd name="T2" fmla="*/ 12500 w 54"/>
                <a:gd name="T3" fmla="*/ 12288 h 54"/>
                <a:gd name="T4" fmla="*/ 8333 w 54"/>
                <a:gd name="T5" fmla="*/ 1459 h 54"/>
                <a:gd name="T6" fmla="*/ 988 w 54"/>
                <a:gd name="T7" fmla="*/ 7133 h 54"/>
                <a:gd name="T8" fmla="*/ 4895 w 54"/>
                <a:gd name="T9" fmla="*/ 1795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4">
                  <a:moveTo>
                    <a:pt x="20" y="50"/>
                  </a:moveTo>
                  <a:cubicBezTo>
                    <a:pt x="33" y="54"/>
                    <a:pt x="47" y="47"/>
                    <a:pt x="51" y="34"/>
                  </a:cubicBezTo>
                  <a:cubicBezTo>
                    <a:pt x="54" y="21"/>
                    <a:pt x="47" y="8"/>
                    <a:pt x="34" y="4"/>
                  </a:cubicBezTo>
                  <a:cubicBezTo>
                    <a:pt x="21" y="0"/>
                    <a:pt x="8" y="7"/>
                    <a:pt x="4" y="20"/>
                  </a:cubicBezTo>
                  <a:cubicBezTo>
                    <a:pt x="0" y="33"/>
                    <a:pt x="7" y="46"/>
                    <a:pt x="20" y="5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1" name="Freeform 1351">
              <a:extLst>
                <a:ext uri="{FF2B5EF4-FFF2-40B4-BE49-F238E27FC236}">
                  <a16:creationId xmlns:a16="http://schemas.microsoft.com/office/drawing/2014/main" id="{7B3591BB-6162-4DC4-8720-D1AE2E211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69"/>
              <a:ext cx="110" cy="48"/>
            </a:xfrm>
            <a:custGeom>
              <a:avLst/>
              <a:gdLst>
                <a:gd name="T0" fmla="*/ 10550 w 44"/>
                <a:gd name="T1" fmla="*/ 5005 h 18"/>
                <a:gd name="T2" fmla="*/ 10283 w 44"/>
                <a:gd name="T3" fmla="*/ 6464 h 18"/>
                <a:gd name="T4" fmla="*/ 0 w 44"/>
                <a:gd name="T5" fmla="*/ 2184 h 18"/>
                <a:gd name="T6" fmla="*/ 0 w 44"/>
                <a:gd name="T7" fmla="*/ 2184 h 18"/>
                <a:gd name="T8" fmla="*/ 0 w 44"/>
                <a:gd name="T9" fmla="*/ 1059 h 18"/>
                <a:gd name="T10" fmla="*/ 313 w 44"/>
                <a:gd name="T11" fmla="*/ 0 h 18"/>
                <a:gd name="T12" fmla="*/ 313 w 44"/>
                <a:gd name="T13" fmla="*/ 0 h 18"/>
                <a:gd name="T14" fmla="*/ 10750 w 44"/>
                <a:gd name="T15" fmla="*/ 3640 h 18"/>
                <a:gd name="T16" fmla="*/ 10550 w 44"/>
                <a:gd name="T17" fmla="*/ 500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43" y="14"/>
                  </a:moveTo>
                  <a:cubicBezTo>
                    <a:pt x="42" y="15"/>
                    <a:pt x="42" y="17"/>
                    <a:pt x="42" y="1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11"/>
                    <a:pt x="43" y="13"/>
                    <a:pt x="43" y="1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2" name="Freeform 1352">
              <a:extLst>
                <a:ext uri="{FF2B5EF4-FFF2-40B4-BE49-F238E27FC236}">
                  <a16:creationId xmlns:a16="http://schemas.microsoft.com/office/drawing/2014/main" id="{DA10E862-FC9D-4332-922D-0CBFD00A7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572"/>
              <a:ext cx="102" cy="40"/>
            </a:xfrm>
            <a:custGeom>
              <a:avLst/>
              <a:gdLst>
                <a:gd name="T0" fmla="*/ 9240 w 41"/>
                <a:gd name="T1" fmla="*/ 5405 h 15"/>
                <a:gd name="T2" fmla="*/ 9730 w 41"/>
                <a:gd name="T3" fmla="*/ 3640 h 15"/>
                <a:gd name="T4" fmla="*/ 0 w 41"/>
                <a:gd name="T5" fmla="*/ 0 h 15"/>
                <a:gd name="T6" fmla="*/ 9036 w 41"/>
                <a:gd name="T7" fmla="*/ 4301 h 15"/>
                <a:gd name="T8" fmla="*/ 9240 w 41"/>
                <a:gd name="T9" fmla="*/ 54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5">
                  <a:moveTo>
                    <a:pt x="39" y="15"/>
                  </a:moveTo>
                  <a:cubicBezTo>
                    <a:pt x="39" y="14"/>
                    <a:pt x="41" y="11"/>
                    <a:pt x="41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7" y="10"/>
                    <a:pt x="38" y="12"/>
                  </a:cubicBezTo>
                  <a:cubicBezTo>
                    <a:pt x="39" y="13"/>
                    <a:pt x="39" y="15"/>
                    <a:pt x="39" y="1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3" name="Freeform 1353">
              <a:extLst>
                <a:ext uri="{FF2B5EF4-FFF2-40B4-BE49-F238E27FC236}">
                  <a16:creationId xmlns:a16="http://schemas.microsoft.com/office/drawing/2014/main" id="{BEB91793-747B-4DEB-9AE0-1DB5C2E7B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69"/>
              <a:ext cx="110" cy="48"/>
            </a:xfrm>
            <a:custGeom>
              <a:avLst/>
              <a:gdLst>
                <a:gd name="T0" fmla="*/ 10550 w 44"/>
                <a:gd name="T1" fmla="*/ 5005 h 18"/>
                <a:gd name="T2" fmla="*/ 10283 w 44"/>
                <a:gd name="T3" fmla="*/ 6464 h 18"/>
                <a:gd name="T4" fmla="*/ 0 w 44"/>
                <a:gd name="T5" fmla="*/ 2184 h 18"/>
                <a:gd name="T6" fmla="*/ 0 w 44"/>
                <a:gd name="T7" fmla="*/ 2184 h 18"/>
                <a:gd name="T8" fmla="*/ 0 w 44"/>
                <a:gd name="T9" fmla="*/ 1059 h 18"/>
                <a:gd name="T10" fmla="*/ 313 w 44"/>
                <a:gd name="T11" fmla="*/ 0 h 18"/>
                <a:gd name="T12" fmla="*/ 313 w 44"/>
                <a:gd name="T13" fmla="*/ 0 h 18"/>
                <a:gd name="T14" fmla="*/ 10750 w 44"/>
                <a:gd name="T15" fmla="*/ 3640 h 18"/>
                <a:gd name="T16" fmla="*/ 10550 w 44"/>
                <a:gd name="T17" fmla="*/ 500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43" y="14"/>
                  </a:moveTo>
                  <a:cubicBezTo>
                    <a:pt x="42" y="15"/>
                    <a:pt x="42" y="17"/>
                    <a:pt x="42" y="1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11"/>
                    <a:pt x="43" y="13"/>
                    <a:pt x="43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4" name="Freeform 1354">
              <a:extLst>
                <a:ext uri="{FF2B5EF4-FFF2-40B4-BE49-F238E27FC236}">
                  <a16:creationId xmlns:a16="http://schemas.microsoft.com/office/drawing/2014/main" id="{6C63190E-5EEF-4166-918A-498AF6810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553"/>
              <a:ext cx="135" cy="144"/>
            </a:xfrm>
            <a:custGeom>
              <a:avLst/>
              <a:gdLst>
                <a:gd name="T0" fmla="*/ 4895 w 54"/>
                <a:gd name="T1" fmla="*/ 17955 h 54"/>
                <a:gd name="T2" fmla="*/ 12500 w 54"/>
                <a:gd name="T3" fmla="*/ 12288 h 54"/>
                <a:gd name="T4" fmla="*/ 8333 w 54"/>
                <a:gd name="T5" fmla="*/ 1459 h 54"/>
                <a:gd name="T6" fmla="*/ 988 w 54"/>
                <a:gd name="T7" fmla="*/ 7133 h 54"/>
                <a:gd name="T8" fmla="*/ 4895 w 54"/>
                <a:gd name="T9" fmla="*/ 1795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4">
                  <a:moveTo>
                    <a:pt x="20" y="50"/>
                  </a:moveTo>
                  <a:cubicBezTo>
                    <a:pt x="33" y="54"/>
                    <a:pt x="47" y="47"/>
                    <a:pt x="51" y="34"/>
                  </a:cubicBezTo>
                  <a:cubicBezTo>
                    <a:pt x="54" y="21"/>
                    <a:pt x="47" y="8"/>
                    <a:pt x="34" y="4"/>
                  </a:cubicBezTo>
                  <a:cubicBezTo>
                    <a:pt x="21" y="0"/>
                    <a:pt x="8" y="7"/>
                    <a:pt x="4" y="20"/>
                  </a:cubicBezTo>
                  <a:cubicBezTo>
                    <a:pt x="0" y="33"/>
                    <a:pt x="7" y="46"/>
                    <a:pt x="20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5" name="Freeform 1355">
              <a:extLst>
                <a:ext uri="{FF2B5EF4-FFF2-40B4-BE49-F238E27FC236}">
                  <a16:creationId xmlns:a16="http://schemas.microsoft.com/office/drawing/2014/main" id="{3FFFF8E6-F62B-4623-B6E2-CD59AFAE8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092"/>
              <a:ext cx="138" cy="147"/>
            </a:xfrm>
            <a:custGeom>
              <a:avLst/>
              <a:gdLst>
                <a:gd name="T0" fmla="*/ 1498 w 55"/>
                <a:gd name="T1" fmla="*/ 14187 h 55"/>
                <a:gd name="T2" fmla="*/ 9745 w 55"/>
                <a:gd name="T3" fmla="*/ 17851 h 55"/>
                <a:gd name="T4" fmla="*/ 12244 w 55"/>
                <a:gd name="T5" fmla="*/ 5864 h 55"/>
                <a:gd name="T6" fmla="*/ 3967 w 55"/>
                <a:gd name="T7" fmla="*/ 2194 h 55"/>
                <a:gd name="T8" fmla="*/ 1498 w 55"/>
                <a:gd name="T9" fmla="*/ 1418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6" y="39"/>
                  </a:moveTo>
                  <a:cubicBezTo>
                    <a:pt x="12" y="51"/>
                    <a:pt x="27" y="55"/>
                    <a:pt x="39" y="49"/>
                  </a:cubicBezTo>
                  <a:cubicBezTo>
                    <a:pt x="51" y="43"/>
                    <a:pt x="55" y="28"/>
                    <a:pt x="49" y="16"/>
                  </a:cubicBezTo>
                  <a:cubicBezTo>
                    <a:pt x="43" y="4"/>
                    <a:pt x="28" y="0"/>
                    <a:pt x="16" y="6"/>
                  </a:cubicBezTo>
                  <a:cubicBezTo>
                    <a:pt x="4" y="12"/>
                    <a:pt x="0" y="27"/>
                    <a:pt x="6" y="39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6" name="Freeform 1356">
              <a:extLst>
                <a:ext uri="{FF2B5EF4-FFF2-40B4-BE49-F238E27FC236}">
                  <a16:creationId xmlns:a16="http://schemas.microsoft.com/office/drawing/2014/main" id="{6EFAF3F1-3CD8-4E52-909F-CC2B07A42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3113"/>
              <a:ext cx="65" cy="70"/>
            </a:xfrm>
            <a:custGeom>
              <a:avLst/>
              <a:gdLst>
                <a:gd name="T0" fmla="*/ 6175 w 26"/>
                <a:gd name="T1" fmla="*/ 3842 h 26"/>
                <a:gd name="T2" fmla="*/ 2738 w 26"/>
                <a:gd name="T3" fmla="*/ 428 h 26"/>
                <a:gd name="T4" fmla="*/ 520 w 26"/>
                <a:gd name="T5" fmla="*/ 5675 h 26"/>
                <a:gd name="T6" fmla="*/ 3908 w 26"/>
                <a:gd name="T7" fmla="*/ 9192 h 26"/>
                <a:gd name="T8" fmla="*/ 6175 w 26"/>
                <a:gd name="T9" fmla="*/ 384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5" y="10"/>
                  </a:moveTo>
                  <a:cubicBezTo>
                    <a:pt x="24" y="4"/>
                    <a:pt x="17" y="0"/>
                    <a:pt x="11" y="1"/>
                  </a:cubicBezTo>
                  <a:cubicBezTo>
                    <a:pt x="4" y="3"/>
                    <a:pt x="0" y="9"/>
                    <a:pt x="2" y="15"/>
                  </a:cubicBezTo>
                  <a:cubicBezTo>
                    <a:pt x="3" y="22"/>
                    <a:pt x="10" y="26"/>
                    <a:pt x="16" y="24"/>
                  </a:cubicBezTo>
                  <a:cubicBezTo>
                    <a:pt x="22" y="23"/>
                    <a:pt x="26" y="16"/>
                    <a:pt x="25" y="10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7" name="Freeform 1357">
              <a:extLst>
                <a:ext uri="{FF2B5EF4-FFF2-40B4-BE49-F238E27FC236}">
                  <a16:creationId xmlns:a16="http://schemas.microsoft.com/office/drawing/2014/main" id="{93E3C102-D122-4DD2-AFA8-D6FC3F289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3127"/>
              <a:ext cx="28" cy="26"/>
            </a:xfrm>
            <a:custGeom>
              <a:avLst/>
              <a:gdLst>
                <a:gd name="T0" fmla="*/ 2688 w 11"/>
                <a:gd name="T1" fmla="*/ 1196 h 10"/>
                <a:gd name="T2" fmla="*/ 1056 w 11"/>
                <a:gd name="T3" fmla="*/ 0 h 10"/>
                <a:gd name="T4" fmla="*/ 331 w 11"/>
                <a:gd name="T5" fmla="*/ 1914 h 10"/>
                <a:gd name="T6" fmla="*/ 1601 w 11"/>
                <a:gd name="T7" fmla="*/ 3110 h 10"/>
                <a:gd name="T8" fmla="*/ 2688 w 11"/>
                <a:gd name="T9" fmla="*/ 119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4"/>
                  </a:moveTo>
                  <a:cubicBezTo>
                    <a:pt x="9" y="1"/>
                    <a:pt x="7" y="0"/>
                    <a:pt x="4" y="0"/>
                  </a:cubicBezTo>
                  <a:cubicBezTo>
                    <a:pt x="2" y="1"/>
                    <a:pt x="0" y="4"/>
                    <a:pt x="1" y="6"/>
                  </a:cubicBezTo>
                  <a:cubicBezTo>
                    <a:pt x="1" y="9"/>
                    <a:pt x="4" y="10"/>
                    <a:pt x="6" y="10"/>
                  </a:cubicBezTo>
                  <a:cubicBezTo>
                    <a:pt x="9" y="9"/>
                    <a:pt x="11" y="7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8" name="Freeform 1358">
              <a:extLst>
                <a:ext uri="{FF2B5EF4-FFF2-40B4-BE49-F238E27FC236}">
                  <a16:creationId xmlns:a16="http://schemas.microsoft.com/office/drawing/2014/main" id="{28D91C1F-AD94-46CA-B1E9-24E4E2D74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020"/>
              <a:ext cx="65" cy="93"/>
            </a:xfrm>
            <a:custGeom>
              <a:avLst/>
              <a:gdLst>
                <a:gd name="T0" fmla="*/ 5395 w 26"/>
                <a:gd name="T1" fmla="*/ 11670 h 35"/>
                <a:gd name="T2" fmla="*/ 4688 w 26"/>
                <a:gd name="T3" fmla="*/ 12305 h 35"/>
                <a:gd name="T4" fmla="*/ 0 w 26"/>
                <a:gd name="T5" fmla="*/ 1448 h 35"/>
                <a:gd name="T6" fmla="*/ 0 w 26"/>
                <a:gd name="T7" fmla="*/ 1448 h 35"/>
                <a:gd name="T8" fmla="*/ 520 w 26"/>
                <a:gd name="T9" fmla="*/ 656 h 35"/>
                <a:gd name="T10" fmla="*/ 1300 w 26"/>
                <a:gd name="T11" fmla="*/ 0 h 35"/>
                <a:gd name="T12" fmla="*/ 1300 w 26"/>
                <a:gd name="T13" fmla="*/ 0 h 35"/>
                <a:gd name="T14" fmla="*/ 6375 w 26"/>
                <a:gd name="T15" fmla="*/ 10860 h 35"/>
                <a:gd name="T16" fmla="*/ 5395 w 26"/>
                <a:gd name="T17" fmla="*/ 1167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5">
                  <a:moveTo>
                    <a:pt x="22" y="33"/>
                  </a:moveTo>
                  <a:cubicBezTo>
                    <a:pt x="21" y="34"/>
                    <a:pt x="20" y="34"/>
                    <a:pt x="19" y="3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2"/>
                    <a:pt x="23" y="32"/>
                    <a:pt x="22" y="3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99" name="Freeform 1359">
              <a:extLst>
                <a:ext uri="{FF2B5EF4-FFF2-40B4-BE49-F238E27FC236}">
                  <a16:creationId xmlns:a16="http://schemas.microsoft.com/office/drawing/2014/main" id="{7774BD42-9B13-4DB5-B382-1B480A918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3020"/>
              <a:ext cx="50" cy="88"/>
            </a:xfrm>
            <a:custGeom>
              <a:avLst/>
              <a:gdLst>
                <a:gd name="T0" fmla="*/ 3720 w 20"/>
                <a:gd name="T1" fmla="*/ 11891 h 33"/>
                <a:gd name="T2" fmla="*/ 4895 w 20"/>
                <a:gd name="T3" fmla="*/ 10773 h 33"/>
                <a:gd name="T4" fmla="*/ 0 w 20"/>
                <a:gd name="T5" fmla="*/ 0 h 33"/>
                <a:gd name="T6" fmla="*/ 3908 w 20"/>
                <a:gd name="T7" fmla="*/ 10376 h 33"/>
                <a:gd name="T8" fmla="*/ 3720 w 20"/>
                <a:gd name="T9" fmla="*/ 1189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5" y="33"/>
                  </a:moveTo>
                  <a:cubicBezTo>
                    <a:pt x="16" y="32"/>
                    <a:pt x="19" y="30"/>
                    <a:pt x="20" y="3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7" y="27"/>
                    <a:pt x="16" y="29"/>
                  </a:cubicBezTo>
                  <a:cubicBezTo>
                    <a:pt x="16" y="31"/>
                    <a:pt x="15" y="32"/>
                    <a:pt x="15" y="33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0" name="Freeform 1360">
              <a:extLst>
                <a:ext uri="{FF2B5EF4-FFF2-40B4-BE49-F238E27FC236}">
                  <a16:creationId xmlns:a16="http://schemas.microsoft.com/office/drawing/2014/main" id="{A74C3359-582A-452C-87D1-D3095330C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020"/>
              <a:ext cx="65" cy="93"/>
            </a:xfrm>
            <a:custGeom>
              <a:avLst/>
              <a:gdLst>
                <a:gd name="T0" fmla="*/ 5395 w 26"/>
                <a:gd name="T1" fmla="*/ 11670 h 35"/>
                <a:gd name="T2" fmla="*/ 4688 w 26"/>
                <a:gd name="T3" fmla="*/ 12305 h 35"/>
                <a:gd name="T4" fmla="*/ 0 w 26"/>
                <a:gd name="T5" fmla="*/ 1448 h 35"/>
                <a:gd name="T6" fmla="*/ 0 w 26"/>
                <a:gd name="T7" fmla="*/ 1448 h 35"/>
                <a:gd name="T8" fmla="*/ 520 w 26"/>
                <a:gd name="T9" fmla="*/ 656 h 35"/>
                <a:gd name="T10" fmla="*/ 1300 w 26"/>
                <a:gd name="T11" fmla="*/ 0 h 35"/>
                <a:gd name="T12" fmla="*/ 1300 w 26"/>
                <a:gd name="T13" fmla="*/ 0 h 35"/>
                <a:gd name="T14" fmla="*/ 6375 w 26"/>
                <a:gd name="T15" fmla="*/ 10860 h 35"/>
                <a:gd name="T16" fmla="*/ 5395 w 26"/>
                <a:gd name="T17" fmla="*/ 1167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5">
                  <a:moveTo>
                    <a:pt x="22" y="33"/>
                  </a:moveTo>
                  <a:cubicBezTo>
                    <a:pt x="21" y="34"/>
                    <a:pt x="20" y="34"/>
                    <a:pt x="19" y="3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2"/>
                    <a:pt x="23" y="32"/>
                    <a:pt x="22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1" name="Freeform 1361">
              <a:extLst>
                <a:ext uri="{FF2B5EF4-FFF2-40B4-BE49-F238E27FC236}">
                  <a16:creationId xmlns:a16="http://schemas.microsoft.com/office/drawing/2014/main" id="{2F3F4DAC-8162-43CE-BFBE-A2581C6EA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092"/>
              <a:ext cx="138" cy="147"/>
            </a:xfrm>
            <a:custGeom>
              <a:avLst/>
              <a:gdLst>
                <a:gd name="T0" fmla="*/ 1498 w 55"/>
                <a:gd name="T1" fmla="*/ 14187 h 55"/>
                <a:gd name="T2" fmla="*/ 9745 w 55"/>
                <a:gd name="T3" fmla="*/ 17851 h 55"/>
                <a:gd name="T4" fmla="*/ 12244 w 55"/>
                <a:gd name="T5" fmla="*/ 5864 h 55"/>
                <a:gd name="T6" fmla="*/ 3967 w 55"/>
                <a:gd name="T7" fmla="*/ 2194 h 55"/>
                <a:gd name="T8" fmla="*/ 1498 w 55"/>
                <a:gd name="T9" fmla="*/ 1418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6" y="39"/>
                  </a:moveTo>
                  <a:cubicBezTo>
                    <a:pt x="12" y="51"/>
                    <a:pt x="27" y="55"/>
                    <a:pt x="39" y="49"/>
                  </a:cubicBezTo>
                  <a:cubicBezTo>
                    <a:pt x="51" y="43"/>
                    <a:pt x="55" y="28"/>
                    <a:pt x="49" y="16"/>
                  </a:cubicBezTo>
                  <a:cubicBezTo>
                    <a:pt x="43" y="4"/>
                    <a:pt x="28" y="0"/>
                    <a:pt x="16" y="6"/>
                  </a:cubicBezTo>
                  <a:cubicBezTo>
                    <a:pt x="4" y="12"/>
                    <a:pt x="0" y="27"/>
                    <a:pt x="6" y="3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2" name="Freeform 1362">
              <a:extLst>
                <a:ext uri="{FF2B5EF4-FFF2-40B4-BE49-F238E27FC236}">
                  <a16:creationId xmlns:a16="http://schemas.microsoft.com/office/drawing/2014/main" id="{E5EB9700-B37C-42CC-9A77-851F272E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129"/>
              <a:ext cx="125" cy="134"/>
            </a:xfrm>
            <a:custGeom>
              <a:avLst/>
              <a:gdLst>
                <a:gd name="T0" fmla="*/ 0 w 50"/>
                <a:gd name="T1" fmla="*/ 8871 h 50"/>
                <a:gd name="T2" fmla="*/ 5863 w 50"/>
                <a:gd name="T3" fmla="*/ 18114 h 50"/>
                <a:gd name="T4" fmla="*/ 12033 w 50"/>
                <a:gd name="T5" fmla="*/ 9704 h 50"/>
                <a:gd name="T6" fmla="*/ 6375 w 50"/>
                <a:gd name="T7" fmla="*/ 402 h 50"/>
                <a:gd name="T8" fmla="*/ 0 w 50"/>
                <a:gd name="T9" fmla="*/ 887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0" y="24"/>
                  </a:moveTo>
                  <a:cubicBezTo>
                    <a:pt x="0" y="37"/>
                    <a:pt x="10" y="49"/>
                    <a:pt x="24" y="49"/>
                  </a:cubicBezTo>
                  <a:cubicBezTo>
                    <a:pt x="37" y="50"/>
                    <a:pt x="48" y="40"/>
                    <a:pt x="49" y="26"/>
                  </a:cubicBezTo>
                  <a:cubicBezTo>
                    <a:pt x="50" y="13"/>
                    <a:pt x="39" y="1"/>
                    <a:pt x="26" y="1"/>
                  </a:cubicBezTo>
                  <a:cubicBezTo>
                    <a:pt x="13" y="0"/>
                    <a:pt x="1" y="10"/>
                    <a:pt x="0" y="24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3" name="Freeform 1363">
              <a:extLst>
                <a:ext uri="{FF2B5EF4-FFF2-40B4-BE49-F238E27FC236}">
                  <a16:creationId xmlns:a16="http://schemas.microsoft.com/office/drawing/2014/main" id="{073706AF-499B-4678-B458-77673B331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151"/>
              <a:ext cx="67" cy="72"/>
            </a:xfrm>
            <a:custGeom>
              <a:avLst/>
              <a:gdLst>
                <a:gd name="T0" fmla="*/ 5836 w 27"/>
                <a:gd name="T1" fmla="*/ 6067 h 27"/>
                <a:gd name="T2" fmla="*/ 3941 w 27"/>
                <a:gd name="T3" fmla="*/ 661 h 27"/>
                <a:gd name="T4" fmla="*/ 457 w 27"/>
                <a:gd name="T5" fmla="*/ 3640 h 27"/>
                <a:gd name="T6" fmla="*/ 2352 w 27"/>
                <a:gd name="T7" fmla="*/ 9045 h 27"/>
                <a:gd name="T8" fmla="*/ 5836 w 27"/>
                <a:gd name="T9" fmla="*/ 606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5" y="17"/>
                  </a:moveTo>
                  <a:cubicBezTo>
                    <a:pt x="27" y="11"/>
                    <a:pt x="23" y="4"/>
                    <a:pt x="17" y="2"/>
                  </a:cubicBezTo>
                  <a:cubicBezTo>
                    <a:pt x="11" y="0"/>
                    <a:pt x="4" y="4"/>
                    <a:pt x="2" y="10"/>
                  </a:cubicBezTo>
                  <a:cubicBezTo>
                    <a:pt x="0" y="16"/>
                    <a:pt x="4" y="23"/>
                    <a:pt x="10" y="25"/>
                  </a:cubicBezTo>
                  <a:cubicBezTo>
                    <a:pt x="16" y="27"/>
                    <a:pt x="23" y="23"/>
                    <a:pt x="25" y="17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4" name="Freeform 1364">
              <a:extLst>
                <a:ext uri="{FF2B5EF4-FFF2-40B4-BE49-F238E27FC236}">
                  <a16:creationId xmlns:a16="http://schemas.microsoft.com/office/drawing/2014/main" id="{98A519F1-7B71-448E-8202-45BBF4087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167"/>
              <a:ext cx="27" cy="29"/>
            </a:xfrm>
            <a:custGeom>
              <a:avLst/>
              <a:gdLst>
                <a:gd name="T0" fmla="*/ 2216 w 11"/>
                <a:gd name="T1" fmla="*/ 2273 h 11"/>
                <a:gd name="T2" fmla="*/ 1524 w 11"/>
                <a:gd name="T3" fmla="*/ 382 h 11"/>
                <a:gd name="T4" fmla="*/ 174 w 11"/>
                <a:gd name="T5" fmla="*/ 1389 h 11"/>
                <a:gd name="T6" fmla="*/ 903 w 11"/>
                <a:gd name="T7" fmla="*/ 3335 h 11"/>
                <a:gd name="T8" fmla="*/ 2216 w 11"/>
                <a:gd name="T9" fmla="*/ 227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7"/>
                  </a:moveTo>
                  <a:cubicBezTo>
                    <a:pt x="11" y="5"/>
                    <a:pt x="10" y="2"/>
                    <a:pt x="7" y="1"/>
                  </a:cubicBezTo>
                  <a:cubicBezTo>
                    <a:pt x="5" y="0"/>
                    <a:pt x="2" y="2"/>
                    <a:pt x="1" y="4"/>
                  </a:cubicBezTo>
                  <a:cubicBezTo>
                    <a:pt x="0" y="7"/>
                    <a:pt x="2" y="10"/>
                    <a:pt x="4" y="10"/>
                  </a:cubicBezTo>
                  <a:cubicBezTo>
                    <a:pt x="7" y="11"/>
                    <a:pt x="10" y="10"/>
                    <a:pt x="1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5" name="Freeform 1365">
              <a:extLst>
                <a:ext uri="{FF2B5EF4-FFF2-40B4-BE49-F238E27FC236}">
                  <a16:creationId xmlns:a16="http://schemas.microsoft.com/office/drawing/2014/main" id="{EFE0EA85-3D0A-494A-96C8-28480FE7E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031"/>
              <a:ext cx="20" cy="101"/>
            </a:xfrm>
            <a:custGeom>
              <a:avLst/>
              <a:gdLst>
                <a:gd name="T0" fmla="*/ 988 w 8"/>
                <a:gd name="T1" fmla="*/ 13367 h 38"/>
                <a:gd name="T2" fmla="*/ 0 w 8"/>
                <a:gd name="T3" fmla="*/ 13367 h 38"/>
                <a:gd name="T4" fmla="*/ 0 w 8"/>
                <a:gd name="T5" fmla="*/ 396 h 38"/>
                <a:gd name="T6" fmla="*/ 0 w 8"/>
                <a:gd name="T7" fmla="*/ 396 h 38"/>
                <a:gd name="T8" fmla="*/ 783 w 8"/>
                <a:gd name="T9" fmla="*/ 396 h 38"/>
                <a:gd name="T10" fmla="*/ 1300 w 8"/>
                <a:gd name="T11" fmla="*/ 0 h 38"/>
                <a:gd name="T12" fmla="*/ 1300 w 8"/>
                <a:gd name="T13" fmla="*/ 0 h 38"/>
                <a:gd name="T14" fmla="*/ 1958 w 8"/>
                <a:gd name="T15" fmla="*/ 13367 h 38"/>
                <a:gd name="T16" fmla="*/ 988 w 8"/>
                <a:gd name="T17" fmla="*/ 1336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38">
                  <a:moveTo>
                    <a:pt x="4" y="38"/>
                  </a:moveTo>
                  <a:cubicBezTo>
                    <a:pt x="3" y="38"/>
                    <a:pt x="1" y="38"/>
                    <a:pt x="0" y="38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7" y="38"/>
                    <a:pt x="5" y="38"/>
                    <a:pt x="4" y="38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6" name="Freeform 1366">
              <a:extLst>
                <a:ext uri="{FF2B5EF4-FFF2-40B4-BE49-F238E27FC236}">
                  <a16:creationId xmlns:a16="http://schemas.microsoft.com/office/drawing/2014/main" id="{CC1E802E-6EB4-44E6-B8BC-478A65820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031"/>
              <a:ext cx="12" cy="96"/>
            </a:xfrm>
            <a:custGeom>
              <a:avLst/>
              <a:gdLst>
                <a:gd name="T0" fmla="*/ 0 w 5"/>
                <a:gd name="T1" fmla="*/ 12949 h 36"/>
                <a:gd name="T2" fmla="*/ 967 w 5"/>
                <a:gd name="T3" fmla="*/ 12949 h 36"/>
                <a:gd name="T4" fmla="*/ 564 w 5"/>
                <a:gd name="T5" fmla="*/ 0 h 36"/>
                <a:gd name="T6" fmla="*/ 564 w 5"/>
                <a:gd name="T7" fmla="*/ 11891 h 36"/>
                <a:gd name="T8" fmla="*/ 0 w 5"/>
                <a:gd name="T9" fmla="*/ 1294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6">
                  <a:moveTo>
                    <a:pt x="0" y="36"/>
                  </a:moveTo>
                  <a:cubicBezTo>
                    <a:pt x="2" y="36"/>
                    <a:pt x="5" y="36"/>
                    <a:pt x="5" y="36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5" y="32"/>
                    <a:pt x="3" y="33"/>
                  </a:cubicBezTo>
                  <a:cubicBezTo>
                    <a:pt x="2" y="35"/>
                    <a:pt x="0" y="35"/>
                    <a:pt x="0" y="36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7" name="Freeform 1367">
              <a:extLst>
                <a:ext uri="{FF2B5EF4-FFF2-40B4-BE49-F238E27FC236}">
                  <a16:creationId xmlns:a16="http://schemas.microsoft.com/office/drawing/2014/main" id="{31E98EA0-AEDC-4FCD-AF1E-9D6F5D107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031"/>
              <a:ext cx="20" cy="101"/>
            </a:xfrm>
            <a:custGeom>
              <a:avLst/>
              <a:gdLst>
                <a:gd name="T0" fmla="*/ 988 w 8"/>
                <a:gd name="T1" fmla="*/ 13367 h 38"/>
                <a:gd name="T2" fmla="*/ 0 w 8"/>
                <a:gd name="T3" fmla="*/ 13367 h 38"/>
                <a:gd name="T4" fmla="*/ 0 w 8"/>
                <a:gd name="T5" fmla="*/ 396 h 38"/>
                <a:gd name="T6" fmla="*/ 0 w 8"/>
                <a:gd name="T7" fmla="*/ 396 h 38"/>
                <a:gd name="T8" fmla="*/ 783 w 8"/>
                <a:gd name="T9" fmla="*/ 396 h 38"/>
                <a:gd name="T10" fmla="*/ 1300 w 8"/>
                <a:gd name="T11" fmla="*/ 0 h 38"/>
                <a:gd name="T12" fmla="*/ 1300 w 8"/>
                <a:gd name="T13" fmla="*/ 0 h 38"/>
                <a:gd name="T14" fmla="*/ 1958 w 8"/>
                <a:gd name="T15" fmla="*/ 13367 h 38"/>
                <a:gd name="T16" fmla="*/ 988 w 8"/>
                <a:gd name="T17" fmla="*/ 1336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38">
                  <a:moveTo>
                    <a:pt x="4" y="38"/>
                  </a:moveTo>
                  <a:cubicBezTo>
                    <a:pt x="3" y="38"/>
                    <a:pt x="1" y="38"/>
                    <a:pt x="0" y="38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7" y="38"/>
                    <a:pt x="5" y="38"/>
                    <a:pt x="4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8" name="Freeform 1368">
              <a:extLst>
                <a:ext uri="{FF2B5EF4-FFF2-40B4-BE49-F238E27FC236}">
                  <a16:creationId xmlns:a16="http://schemas.microsoft.com/office/drawing/2014/main" id="{A561AB73-826E-4ED6-AB07-B1C5EA019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129"/>
              <a:ext cx="125" cy="134"/>
            </a:xfrm>
            <a:custGeom>
              <a:avLst/>
              <a:gdLst>
                <a:gd name="T0" fmla="*/ 0 w 50"/>
                <a:gd name="T1" fmla="*/ 8871 h 50"/>
                <a:gd name="T2" fmla="*/ 5863 w 50"/>
                <a:gd name="T3" fmla="*/ 18114 h 50"/>
                <a:gd name="T4" fmla="*/ 12033 w 50"/>
                <a:gd name="T5" fmla="*/ 9704 h 50"/>
                <a:gd name="T6" fmla="*/ 6375 w 50"/>
                <a:gd name="T7" fmla="*/ 402 h 50"/>
                <a:gd name="T8" fmla="*/ 0 w 50"/>
                <a:gd name="T9" fmla="*/ 887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0" y="24"/>
                  </a:moveTo>
                  <a:cubicBezTo>
                    <a:pt x="0" y="37"/>
                    <a:pt x="10" y="49"/>
                    <a:pt x="24" y="49"/>
                  </a:cubicBezTo>
                  <a:cubicBezTo>
                    <a:pt x="37" y="50"/>
                    <a:pt x="48" y="40"/>
                    <a:pt x="49" y="26"/>
                  </a:cubicBezTo>
                  <a:cubicBezTo>
                    <a:pt x="50" y="13"/>
                    <a:pt x="39" y="1"/>
                    <a:pt x="26" y="1"/>
                  </a:cubicBezTo>
                  <a:cubicBezTo>
                    <a:pt x="13" y="0"/>
                    <a:pt x="1" y="10"/>
                    <a:pt x="0" y="2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9" name="Freeform 1369">
              <a:extLst>
                <a:ext uri="{FF2B5EF4-FFF2-40B4-BE49-F238E27FC236}">
                  <a16:creationId xmlns:a16="http://schemas.microsoft.com/office/drawing/2014/main" id="{393E7540-AE3C-4203-99FD-DE7BB8B40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929"/>
              <a:ext cx="137" cy="150"/>
            </a:xfrm>
            <a:custGeom>
              <a:avLst/>
              <a:gdLst>
                <a:gd name="T0" fmla="*/ 9122 w 55"/>
                <a:gd name="T1" fmla="*/ 18490 h 56"/>
                <a:gd name="T2" fmla="*/ 11974 w 55"/>
                <a:gd name="T3" fmla="*/ 6651 h 56"/>
                <a:gd name="T4" fmla="*/ 4053 w 55"/>
                <a:gd name="T5" fmla="*/ 2210 h 56"/>
                <a:gd name="T6" fmla="*/ 1420 w 55"/>
                <a:gd name="T7" fmla="*/ 14049 h 56"/>
                <a:gd name="T8" fmla="*/ 9122 w 55"/>
                <a:gd name="T9" fmla="*/ 1849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38" y="50"/>
                  </a:moveTo>
                  <a:cubicBezTo>
                    <a:pt x="50" y="45"/>
                    <a:pt x="55" y="30"/>
                    <a:pt x="50" y="18"/>
                  </a:cubicBezTo>
                  <a:cubicBezTo>
                    <a:pt x="44" y="6"/>
                    <a:pt x="30" y="0"/>
                    <a:pt x="17" y="6"/>
                  </a:cubicBezTo>
                  <a:cubicBezTo>
                    <a:pt x="5" y="12"/>
                    <a:pt x="0" y="26"/>
                    <a:pt x="6" y="38"/>
                  </a:cubicBezTo>
                  <a:cubicBezTo>
                    <a:pt x="11" y="51"/>
                    <a:pt x="26" y="56"/>
                    <a:pt x="38" y="5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0" name="Freeform 1370">
              <a:extLst>
                <a:ext uri="{FF2B5EF4-FFF2-40B4-BE49-F238E27FC236}">
                  <a16:creationId xmlns:a16="http://schemas.microsoft.com/office/drawing/2014/main" id="{139AA86B-57A9-494A-A651-C88C5967E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956"/>
              <a:ext cx="67" cy="72"/>
            </a:xfrm>
            <a:custGeom>
              <a:avLst/>
              <a:gdLst>
                <a:gd name="T0" fmla="*/ 4889 w 27"/>
                <a:gd name="T1" fmla="*/ 1459 h 27"/>
                <a:gd name="T2" fmla="*/ 948 w 27"/>
                <a:gd name="T3" fmla="*/ 2184 h 27"/>
                <a:gd name="T4" fmla="*/ 1405 w 27"/>
                <a:gd name="T5" fmla="*/ 8248 h 27"/>
                <a:gd name="T6" fmla="*/ 5350 w 27"/>
                <a:gd name="T7" fmla="*/ 7531 h 27"/>
                <a:gd name="T8" fmla="*/ 4889 w 27"/>
                <a:gd name="T9" fmla="*/ 145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1" y="4"/>
                  </a:moveTo>
                  <a:cubicBezTo>
                    <a:pt x="16" y="0"/>
                    <a:pt x="8" y="1"/>
                    <a:pt x="4" y="6"/>
                  </a:cubicBezTo>
                  <a:cubicBezTo>
                    <a:pt x="0" y="11"/>
                    <a:pt x="1" y="19"/>
                    <a:pt x="6" y="23"/>
                  </a:cubicBezTo>
                  <a:cubicBezTo>
                    <a:pt x="12" y="27"/>
                    <a:pt x="19" y="26"/>
                    <a:pt x="23" y="21"/>
                  </a:cubicBezTo>
                  <a:cubicBezTo>
                    <a:pt x="27" y="16"/>
                    <a:pt x="26" y="8"/>
                    <a:pt x="21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1" name="Freeform 1371">
              <a:extLst>
                <a:ext uri="{FF2B5EF4-FFF2-40B4-BE49-F238E27FC236}">
                  <a16:creationId xmlns:a16="http://schemas.microsoft.com/office/drawing/2014/main" id="{1482A9E9-12F0-46BC-9553-1D0810062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972"/>
              <a:ext cx="28" cy="29"/>
            </a:xfrm>
            <a:custGeom>
              <a:avLst/>
              <a:gdLst>
                <a:gd name="T0" fmla="*/ 2474 w 11"/>
                <a:gd name="T1" fmla="*/ 382 h 11"/>
                <a:gd name="T2" fmla="*/ 545 w 11"/>
                <a:gd name="T3" fmla="*/ 625 h 11"/>
                <a:gd name="T4" fmla="*/ 843 w 11"/>
                <a:gd name="T5" fmla="*/ 3045 h 11"/>
                <a:gd name="T6" fmla="*/ 2474 w 11"/>
                <a:gd name="T7" fmla="*/ 2655 h 11"/>
                <a:gd name="T8" fmla="*/ 2474 w 11"/>
                <a:gd name="T9" fmla="*/ 38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9" y="1"/>
                  </a:moveTo>
                  <a:cubicBezTo>
                    <a:pt x="7" y="0"/>
                    <a:pt x="4" y="0"/>
                    <a:pt x="2" y="2"/>
                  </a:cubicBezTo>
                  <a:cubicBezTo>
                    <a:pt x="0" y="4"/>
                    <a:pt x="1" y="7"/>
                    <a:pt x="3" y="9"/>
                  </a:cubicBezTo>
                  <a:cubicBezTo>
                    <a:pt x="5" y="11"/>
                    <a:pt x="8" y="10"/>
                    <a:pt x="9" y="8"/>
                  </a:cubicBezTo>
                  <a:cubicBezTo>
                    <a:pt x="11" y="6"/>
                    <a:pt x="11" y="3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2" name="Freeform 1372">
              <a:extLst>
                <a:ext uri="{FF2B5EF4-FFF2-40B4-BE49-F238E27FC236}">
                  <a16:creationId xmlns:a16="http://schemas.microsoft.com/office/drawing/2014/main" id="{2451BE3D-4CF1-4195-9A65-939D4A441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572"/>
              <a:ext cx="68" cy="72"/>
            </a:xfrm>
            <a:custGeom>
              <a:avLst/>
              <a:gdLst>
                <a:gd name="T0" fmla="*/ 5354 w 27"/>
                <a:gd name="T1" fmla="*/ 1459 h 27"/>
                <a:gd name="T2" fmla="*/ 1007 w 27"/>
                <a:gd name="T3" fmla="*/ 2184 h 27"/>
                <a:gd name="T4" fmla="*/ 1534 w 27"/>
                <a:gd name="T5" fmla="*/ 8248 h 27"/>
                <a:gd name="T6" fmla="*/ 5881 w 27"/>
                <a:gd name="T7" fmla="*/ 7531 h 27"/>
                <a:gd name="T8" fmla="*/ 5354 w 27"/>
                <a:gd name="T9" fmla="*/ 145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1" y="4"/>
                  </a:moveTo>
                  <a:cubicBezTo>
                    <a:pt x="16" y="0"/>
                    <a:pt x="8" y="1"/>
                    <a:pt x="4" y="6"/>
                  </a:cubicBezTo>
                  <a:cubicBezTo>
                    <a:pt x="0" y="11"/>
                    <a:pt x="1" y="19"/>
                    <a:pt x="6" y="23"/>
                  </a:cubicBezTo>
                  <a:cubicBezTo>
                    <a:pt x="11" y="27"/>
                    <a:pt x="19" y="26"/>
                    <a:pt x="23" y="21"/>
                  </a:cubicBezTo>
                  <a:cubicBezTo>
                    <a:pt x="27" y="16"/>
                    <a:pt x="26" y="8"/>
                    <a:pt x="21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3" name="Freeform 1373">
              <a:extLst>
                <a:ext uri="{FF2B5EF4-FFF2-40B4-BE49-F238E27FC236}">
                  <a16:creationId xmlns:a16="http://schemas.microsoft.com/office/drawing/2014/main" id="{3586AF35-1E45-4B14-B49C-017C6FDD6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588"/>
              <a:ext cx="27" cy="27"/>
            </a:xfrm>
            <a:custGeom>
              <a:avLst/>
              <a:gdLst>
                <a:gd name="T0" fmla="*/ 1777 w 11"/>
                <a:gd name="T1" fmla="*/ 429 h 10"/>
                <a:gd name="T2" fmla="*/ 427 w 11"/>
                <a:gd name="T3" fmla="*/ 751 h 10"/>
                <a:gd name="T4" fmla="*/ 427 w 11"/>
                <a:gd name="T5" fmla="*/ 3464 h 10"/>
                <a:gd name="T6" fmla="*/ 1964 w 11"/>
                <a:gd name="T7" fmla="*/ 3127 h 10"/>
                <a:gd name="T8" fmla="*/ 1777 w 11"/>
                <a:gd name="T9" fmla="*/ 4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8" y="1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0" y="4"/>
                    <a:pt x="0" y="7"/>
                    <a:pt x="2" y="9"/>
                  </a:cubicBezTo>
                  <a:cubicBezTo>
                    <a:pt x="5" y="10"/>
                    <a:pt x="8" y="10"/>
                    <a:pt x="9" y="8"/>
                  </a:cubicBezTo>
                  <a:cubicBezTo>
                    <a:pt x="11" y="6"/>
                    <a:pt x="10" y="3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4" name="Freeform 1374">
              <a:extLst>
                <a:ext uri="{FF2B5EF4-FFF2-40B4-BE49-F238E27FC236}">
                  <a16:creationId xmlns:a16="http://schemas.microsoft.com/office/drawing/2014/main" id="{E003E713-E751-41B3-9783-6785C8ADD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023"/>
              <a:ext cx="117" cy="61"/>
            </a:xfrm>
            <a:custGeom>
              <a:avLst/>
              <a:gdLst>
                <a:gd name="T0" fmla="*/ 10722 w 47"/>
                <a:gd name="T1" fmla="*/ 1435 h 23"/>
                <a:gd name="T2" fmla="*/ 11167 w 47"/>
                <a:gd name="T3" fmla="*/ 2482 h 23"/>
                <a:gd name="T4" fmla="*/ 466 w 47"/>
                <a:gd name="T5" fmla="*/ 8018 h 23"/>
                <a:gd name="T6" fmla="*/ 466 w 47"/>
                <a:gd name="T7" fmla="*/ 8018 h 23"/>
                <a:gd name="T8" fmla="*/ 187 w 47"/>
                <a:gd name="T9" fmla="*/ 7370 h 23"/>
                <a:gd name="T10" fmla="*/ 0 w 47"/>
                <a:gd name="T11" fmla="*/ 6288 h 23"/>
                <a:gd name="T12" fmla="*/ 0 w 47"/>
                <a:gd name="T13" fmla="*/ 6288 h 23"/>
                <a:gd name="T14" fmla="*/ 10523 w 47"/>
                <a:gd name="T15" fmla="*/ 0 h 23"/>
                <a:gd name="T16" fmla="*/ 10722 w 47"/>
                <a:gd name="T17" fmla="*/ 1435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3">
                  <a:moveTo>
                    <a:pt x="45" y="4"/>
                  </a:moveTo>
                  <a:cubicBezTo>
                    <a:pt x="46" y="5"/>
                    <a:pt x="47" y="6"/>
                    <a:pt x="47" y="7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2"/>
                    <a:pt x="1" y="22"/>
                    <a:pt x="1" y="21"/>
                  </a:cubicBezTo>
                  <a:cubicBezTo>
                    <a:pt x="1" y="20"/>
                    <a:pt x="0" y="19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5" y="2"/>
                    <a:pt x="45" y="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5" name="Freeform 1375">
              <a:extLst>
                <a:ext uri="{FF2B5EF4-FFF2-40B4-BE49-F238E27FC236}">
                  <a16:creationId xmlns:a16="http://schemas.microsoft.com/office/drawing/2014/main" id="{148A1121-3136-4455-BB2C-BEC5582A2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028"/>
              <a:ext cx="112" cy="45"/>
            </a:xfrm>
            <a:custGeom>
              <a:avLst/>
              <a:gdLst>
                <a:gd name="T0" fmla="*/ 10697 w 45"/>
                <a:gd name="T1" fmla="*/ 1668 h 17"/>
                <a:gd name="T2" fmla="*/ 10209 w 45"/>
                <a:gd name="T3" fmla="*/ 0 h 17"/>
                <a:gd name="T4" fmla="*/ 0 w 45"/>
                <a:gd name="T5" fmla="*/ 5845 h 17"/>
                <a:gd name="T6" fmla="*/ 9744 w 45"/>
                <a:gd name="T7" fmla="*/ 1038 h 17"/>
                <a:gd name="T8" fmla="*/ 10697 w 45"/>
                <a:gd name="T9" fmla="*/ 166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7">
                  <a:moveTo>
                    <a:pt x="45" y="5"/>
                  </a:moveTo>
                  <a:cubicBezTo>
                    <a:pt x="44" y="4"/>
                    <a:pt x="43" y="0"/>
                    <a:pt x="43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39" y="2"/>
                    <a:pt x="41" y="3"/>
                  </a:cubicBezTo>
                  <a:cubicBezTo>
                    <a:pt x="43" y="4"/>
                    <a:pt x="45" y="5"/>
                    <a:pt x="45" y="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6" name="Freeform 1376">
              <a:extLst>
                <a:ext uri="{FF2B5EF4-FFF2-40B4-BE49-F238E27FC236}">
                  <a16:creationId xmlns:a16="http://schemas.microsoft.com/office/drawing/2014/main" id="{E8F10404-17CE-4B6A-9056-8F6779BAD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023"/>
              <a:ext cx="117" cy="61"/>
            </a:xfrm>
            <a:custGeom>
              <a:avLst/>
              <a:gdLst>
                <a:gd name="T0" fmla="*/ 10722 w 47"/>
                <a:gd name="T1" fmla="*/ 1435 h 23"/>
                <a:gd name="T2" fmla="*/ 11167 w 47"/>
                <a:gd name="T3" fmla="*/ 2482 h 23"/>
                <a:gd name="T4" fmla="*/ 466 w 47"/>
                <a:gd name="T5" fmla="*/ 8018 h 23"/>
                <a:gd name="T6" fmla="*/ 466 w 47"/>
                <a:gd name="T7" fmla="*/ 8018 h 23"/>
                <a:gd name="T8" fmla="*/ 187 w 47"/>
                <a:gd name="T9" fmla="*/ 7370 h 23"/>
                <a:gd name="T10" fmla="*/ 0 w 47"/>
                <a:gd name="T11" fmla="*/ 6288 h 23"/>
                <a:gd name="T12" fmla="*/ 0 w 47"/>
                <a:gd name="T13" fmla="*/ 6288 h 23"/>
                <a:gd name="T14" fmla="*/ 10523 w 47"/>
                <a:gd name="T15" fmla="*/ 0 h 23"/>
                <a:gd name="T16" fmla="*/ 10722 w 47"/>
                <a:gd name="T17" fmla="*/ 1435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3">
                  <a:moveTo>
                    <a:pt x="45" y="4"/>
                  </a:moveTo>
                  <a:cubicBezTo>
                    <a:pt x="46" y="5"/>
                    <a:pt x="47" y="6"/>
                    <a:pt x="47" y="7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2"/>
                    <a:pt x="1" y="22"/>
                    <a:pt x="1" y="21"/>
                  </a:cubicBezTo>
                  <a:cubicBezTo>
                    <a:pt x="1" y="20"/>
                    <a:pt x="0" y="19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5" y="2"/>
                    <a:pt x="45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7" name="Freeform 1377">
              <a:extLst>
                <a:ext uri="{FF2B5EF4-FFF2-40B4-BE49-F238E27FC236}">
                  <a16:creationId xmlns:a16="http://schemas.microsoft.com/office/drawing/2014/main" id="{C2C057ED-25DC-415E-895A-55D953825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929"/>
              <a:ext cx="137" cy="150"/>
            </a:xfrm>
            <a:custGeom>
              <a:avLst/>
              <a:gdLst>
                <a:gd name="T0" fmla="*/ 9122 w 55"/>
                <a:gd name="T1" fmla="*/ 18490 h 56"/>
                <a:gd name="T2" fmla="*/ 11974 w 55"/>
                <a:gd name="T3" fmla="*/ 6651 h 56"/>
                <a:gd name="T4" fmla="*/ 4053 w 55"/>
                <a:gd name="T5" fmla="*/ 2210 h 56"/>
                <a:gd name="T6" fmla="*/ 1420 w 55"/>
                <a:gd name="T7" fmla="*/ 14049 h 56"/>
                <a:gd name="T8" fmla="*/ 9122 w 55"/>
                <a:gd name="T9" fmla="*/ 1849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38" y="50"/>
                  </a:moveTo>
                  <a:cubicBezTo>
                    <a:pt x="50" y="45"/>
                    <a:pt x="55" y="30"/>
                    <a:pt x="50" y="18"/>
                  </a:cubicBezTo>
                  <a:cubicBezTo>
                    <a:pt x="44" y="6"/>
                    <a:pt x="30" y="0"/>
                    <a:pt x="17" y="6"/>
                  </a:cubicBezTo>
                  <a:cubicBezTo>
                    <a:pt x="5" y="12"/>
                    <a:pt x="0" y="26"/>
                    <a:pt x="6" y="38"/>
                  </a:cubicBezTo>
                  <a:cubicBezTo>
                    <a:pt x="11" y="51"/>
                    <a:pt x="26" y="56"/>
                    <a:pt x="38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8" name="Freeform 1378">
              <a:extLst>
                <a:ext uri="{FF2B5EF4-FFF2-40B4-BE49-F238E27FC236}">
                  <a16:creationId xmlns:a16="http://schemas.microsoft.com/office/drawing/2014/main" id="{47F53FBF-3939-463D-9CA1-E74FB68D7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855"/>
              <a:ext cx="137" cy="146"/>
            </a:xfrm>
            <a:custGeom>
              <a:avLst/>
              <a:gdLst>
                <a:gd name="T0" fmla="*/ 2892 w 55"/>
                <a:gd name="T1" fmla="*/ 16482 h 55"/>
                <a:gd name="T2" fmla="*/ 11007 w 55"/>
                <a:gd name="T3" fmla="*/ 15038 h 55"/>
                <a:gd name="T4" fmla="*/ 10275 w 55"/>
                <a:gd name="T5" fmla="*/ 3177 h 55"/>
                <a:gd name="T6" fmla="*/ 1930 w 55"/>
                <a:gd name="T7" fmla="*/ 4622 h 55"/>
                <a:gd name="T8" fmla="*/ 2892 w 55"/>
                <a:gd name="T9" fmla="*/ 1648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12" y="47"/>
                  </a:moveTo>
                  <a:cubicBezTo>
                    <a:pt x="23" y="55"/>
                    <a:pt x="38" y="53"/>
                    <a:pt x="46" y="43"/>
                  </a:cubicBezTo>
                  <a:cubicBezTo>
                    <a:pt x="55" y="33"/>
                    <a:pt x="53" y="17"/>
                    <a:pt x="43" y="9"/>
                  </a:cubicBezTo>
                  <a:cubicBezTo>
                    <a:pt x="32" y="0"/>
                    <a:pt x="17" y="2"/>
                    <a:pt x="8" y="13"/>
                  </a:cubicBezTo>
                  <a:cubicBezTo>
                    <a:pt x="0" y="23"/>
                    <a:pt x="2" y="38"/>
                    <a:pt x="12" y="4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19" name="Freeform 1379">
              <a:extLst>
                <a:ext uri="{FF2B5EF4-FFF2-40B4-BE49-F238E27FC236}">
                  <a16:creationId xmlns:a16="http://schemas.microsoft.com/office/drawing/2014/main" id="{2D301C85-3465-432E-9D33-97164DBDA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388"/>
              <a:ext cx="138" cy="147"/>
            </a:xfrm>
            <a:custGeom>
              <a:avLst/>
              <a:gdLst>
                <a:gd name="T0" fmla="*/ 12244 w 55"/>
                <a:gd name="T1" fmla="*/ 13936 h 55"/>
                <a:gd name="T2" fmla="*/ 9432 w 55"/>
                <a:gd name="T3" fmla="*/ 2194 h 55"/>
                <a:gd name="T4" fmla="*/ 1310 w 55"/>
                <a:gd name="T5" fmla="*/ 6129 h 55"/>
                <a:gd name="T6" fmla="*/ 4281 w 55"/>
                <a:gd name="T7" fmla="*/ 17851 h 55"/>
                <a:gd name="T8" fmla="*/ 12244 w 55"/>
                <a:gd name="T9" fmla="*/ 1393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49" y="38"/>
                  </a:moveTo>
                  <a:cubicBezTo>
                    <a:pt x="55" y="26"/>
                    <a:pt x="50" y="11"/>
                    <a:pt x="38" y="6"/>
                  </a:cubicBezTo>
                  <a:cubicBezTo>
                    <a:pt x="26" y="0"/>
                    <a:pt x="11" y="5"/>
                    <a:pt x="5" y="17"/>
                  </a:cubicBezTo>
                  <a:cubicBezTo>
                    <a:pt x="0" y="29"/>
                    <a:pt x="5" y="44"/>
                    <a:pt x="17" y="49"/>
                  </a:cubicBezTo>
                  <a:cubicBezTo>
                    <a:pt x="29" y="55"/>
                    <a:pt x="43" y="50"/>
                    <a:pt x="49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20" name="Freeform 1380">
              <a:extLst>
                <a:ext uri="{FF2B5EF4-FFF2-40B4-BE49-F238E27FC236}">
                  <a16:creationId xmlns:a16="http://schemas.microsoft.com/office/drawing/2014/main" id="{1888C3DB-40EB-43A9-B263-E15D5FF88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823"/>
              <a:ext cx="92" cy="74"/>
            </a:xfrm>
            <a:custGeom>
              <a:avLst/>
              <a:gdLst>
                <a:gd name="T0" fmla="*/ 8069 w 37"/>
                <a:gd name="T1" fmla="*/ 8494 h 28"/>
                <a:gd name="T2" fmla="*/ 7611 w 37"/>
                <a:gd name="T3" fmla="*/ 9562 h 28"/>
                <a:gd name="T4" fmla="*/ 0 w 37"/>
                <a:gd name="T5" fmla="*/ 1425 h 28"/>
                <a:gd name="T6" fmla="*/ 0 w 37"/>
                <a:gd name="T7" fmla="*/ 1425 h 28"/>
                <a:gd name="T8" fmla="*/ 462 w 37"/>
                <a:gd name="T9" fmla="*/ 629 h 28"/>
                <a:gd name="T10" fmla="*/ 644 w 37"/>
                <a:gd name="T11" fmla="*/ 0 h 28"/>
                <a:gd name="T12" fmla="*/ 644 w 37"/>
                <a:gd name="T13" fmla="*/ 0 h 28"/>
                <a:gd name="T14" fmla="*/ 8747 w 37"/>
                <a:gd name="T15" fmla="*/ 7461 h 28"/>
                <a:gd name="T16" fmla="*/ 8069 w 37"/>
                <a:gd name="T17" fmla="*/ 8494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8">
                  <a:moveTo>
                    <a:pt x="34" y="25"/>
                  </a:moveTo>
                  <a:cubicBezTo>
                    <a:pt x="33" y="26"/>
                    <a:pt x="33" y="27"/>
                    <a:pt x="32" y="2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6" y="22"/>
                    <a:pt x="35" y="23"/>
                    <a:pt x="34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21" name="Freeform 1381">
              <a:extLst>
                <a:ext uri="{FF2B5EF4-FFF2-40B4-BE49-F238E27FC236}">
                  <a16:creationId xmlns:a16="http://schemas.microsoft.com/office/drawing/2014/main" id="{97692C01-FDCD-41EC-9D6C-877658B84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516"/>
              <a:ext cx="62" cy="101"/>
            </a:xfrm>
            <a:custGeom>
              <a:avLst/>
              <a:gdLst>
                <a:gd name="T0" fmla="*/ 5141 w 25"/>
                <a:gd name="T1" fmla="*/ 657 h 38"/>
                <a:gd name="T2" fmla="*/ 5826 w 25"/>
                <a:gd name="T3" fmla="*/ 1053 h 38"/>
                <a:gd name="T4" fmla="*/ 1131 w 25"/>
                <a:gd name="T5" fmla="*/ 13367 h 38"/>
                <a:gd name="T6" fmla="*/ 1131 w 25"/>
                <a:gd name="T7" fmla="*/ 13367 h 38"/>
                <a:gd name="T8" fmla="*/ 456 w 25"/>
                <a:gd name="T9" fmla="*/ 12979 h 38"/>
                <a:gd name="T10" fmla="*/ 0 w 25"/>
                <a:gd name="T11" fmla="*/ 12335 h 38"/>
                <a:gd name="T12" fmla="*/ 0 w 25"/>
                <a:gd name="T13" fmla="*/ 12335 h 38"/>
                <a:gd name="T14" fmla="*/ 4238 w 25"/>
                <a:gd name="T15" fmla="*/ 0 h 38"/>
                <a:gd name="T16" fmla="*/ 5141 w 25"/>
                <a:gd name="T17" fmla="*/ 65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8">
                  <a:moveTo>
                    <a:pt x="22" y="2"/>
                  </a:moveTo>
                  <a:cubicBezTo>
                    <a:pt x="23" y="2"/>
                    <a:pt x="24" y="3"/>
                    <a:pt x="25" y="3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4" y="38"/>
                    <a:pt x="3" y="37"/>
                    <a:pt x="2" y="37"/>
                  </a:cubicBezTo>
                  <a:cubicBezTo>
                    <a:pt x="1" y="37"/>
                    <a:pt x="1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21" y="1"/>
                    <a:pt x="22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22" name="Freeform 1382">
              <a:extLst>
                <a:ext uri="{FF2B5EF4-FFF2-40B4-BE49-F238E27FC236}">
                  <a16:creationId xmlns:a16="http://schemas.microsoft.com/office/drawing/2014/main" id="{843E4CA0-6900-437F-ABFA-3C62463A7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551"/>
              <a:ext cx="165" cy="90"/>
            </a:xfrm>
            <a:custGeom>
              <a:avLst/>
              <a:gdLst>
                <a:gd name="T0" fmla="*/ 783 w 66"/>
                <a:gd name="T1" fmla="*/ 8590 h 34"/>
                <a:gd name="T2" fmla="*/ 1300 w 66"/>
                <a:gd name="T3" fmla="*/ 11687 h 34"/>
                <a:gd name="T4" fmla="*/ 15938 w 66"/>
                <a:gd name="T5" fmla="*/ 4177 h 34"/>
                <a:gd name="T6" fmla="*/ 15938 w 66"/>
                <a:gd name="T7" fmla="*/ 4177 h 34"/>
                <a:gd name="T8" fmla="*/ 15938 w 66"/>
                <a:gd name="T9" fmla="*/ 1668 h 34"/>
                <a:gd name="T10" fmla="*/ 14970 w 66"/>
                <a:gd name="T11" fmla="*/ 0 h 34"/>
                <a:gd name="T12" fmla="*/ 0 w 66"/>
                <a:gd name="T13" fmla="*/ 5845 h 34"/>
                <a:gd name="T14" fmla="*/ 783 w 66"/>
                <a:gd name="T15" fmla="*/ 859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34">
                  <a:moveTo>
                    <a:pt x="3" y="25"/>
                  </a:moveTo>
                  <a:cubicBezTo>
                    <a:pt x="4" y="28"/>
                    <a:pt x="5" y="31"/>
                    <a:pt x="5" y="34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6" y="12"/>
                    <a:pt x="65" y="7"/>
                    <a:pt x="65" y="5"/>
                  </a:cubicBezTo>
                  <a:cubicBezTo>
                    <a:pt x="63" y="0"/>
                    <a:pt x="61" y="0"/>
                    <a:pt x="61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9"/>
                    <a:pt x="2" y="22"/>
                    <a:pt x="3" y="25"/>
                  </a:cubicBezTo>
                  <a:close/>
                </a:path>
              </a:pathLst>
            </a:custGeom>
            <a:solidFill>
              <a:srgbClr val="008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23" name="Freeform 1383">
              <a:extLst>
                <a:ext uri="{FF2B5EF4-FFF2-40B4-BE49-F238E27FC236}">
                  <a16:creationId xmlns:a16="http://schemas.microsoft.com/office/drawing/2014/main" id="{1CF7FA5D-C46A-4BD2-8B2E-50A52D146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559"/>
              <a:ext cx="130" cy="69"/>
            </a:xfrm>
            <a:custGeom>
              <a:avLst/>
              <a:gdLst>
                <a:gd name="T0" fmla="*/ 783 w 52"/>
                <a:gd name="T1" fmla="*/ 9084 h 26"/>
                <a:gd name="T2" fmla="*/ 0 w 52"/>
                <a:gd name="T3" fmla="*/ 4859 h 26"/>
                <a:gd name="T4" fmla="*/ 12708 w 52"/>
                <a:gd name="T5" fmla="*/ 0 h 26"/>
                <a:gd name="T6" fmla="*/ 1770 w 52"/>
                <a:gd name="T7" fmla="*/ 5910 h 26"/>
                <a:gd name="T8" fmla="*/ 783 w 52"/>
                <a:gd name="T9" fmla="*/ 908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6">
                  <a:moveTo>
                    <a:pt x="3" y="26"/>
                  </a:moveTo>
                  <a:cubicBezTo>
                    <a:pt x="3" y="22"/>
                    <a:pt x="0" y="15"/>
                    <a:pt x="0" y="14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9" y="13"/>
                    <a:pt x="7" y="17"/>
                  </a:cubicBezTo>
                  <a:cubicBezTo>
                    <a:pt x="4" y="21"/>
                    <a:pt x="4" y="25"/>
                    <a:pt x="3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24" name="Freeform 1384">
              <a:extLst>
                <a:ext uri="{FF2B5EF4-FFF2-40B4-BE49-F238E27FC236}">
                  <a16:creationId xmlns:a16="http://schemas.microsoft.com/office/drawing/2014/main" id="{3FF29F96-9049-4115-83AD-37FBD1FA1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551"/>
              <a:ext cx="165" cy="90"/>
            </a:xfrm>
            <a:custGeom>
              <a:avLst/>
              <a:gdLst>
                <a:gd name="T0" fmla="*/ 783 w 66"/>
                <a:gd name="T1" fmla="*/ 8590 h 34"/>
                <a:gd name="T2" fmla="*/ 1300 w 66"/>
                <a:gd name="T3" fmla="*/ 11687 h 34"/>
                <a:gd name="T4" fmla="*/ 15938 w 66"/>
                <a:gd name="T5" fmla="*/ 4177 h 34"/>
                <a:gd name="T6" fmla="*/ 15938 w 66"/>
                <a:gd name="T7" fmla="*/ 4177 h 34"/>
                <a:gd name="T8" fmla="*/ 15938 w 66"/>
                <a:gd name="T9" fmla="*/ 1668 h 34"/>
                <a:gd name="T10" fmla="*/ 14970 w 66"/>
                <a:gd name="T11" fmla="*/ 0 h 34"/>
                <a:gd name="T12" fmla="*/ 0 w 66"/>
                <a:gd name="T13" fmla="*/ 5845 h 34"/>
                <a:gd name="T14" fmla="*/ 783 w 66"/>
                <a:gd name="T15" fmla="*/ 859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34">
                  <a:moveTo>
                    <a:pt x="3" y="25"/>
                  </a:moveTo>
                  <a:cubicBezTo>
                    <a:pt x="4" y="28"/>
                    <a:pt x="5" y="31"/>
                    <a:pt x="5" y="34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6" y="12"/>
                    <a:pt x="65" y="7"/>
                    <a:pt x="65" y="5"/>
                  </a:cubicBezTo>
                  <a:cubicBezTo>
                    <a:pt x="63" y="0"/>
                    <a:pt x="61" y="0"/>
                    <a:pt x="61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9"/>
                    <a:pt x="2" y="22"/>
                    <a:pt x="3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25" name="Freeform 1385">
              <a:extLst>
                <a:ext uri="{FF2B5EF4-FFF2-40B4-BE49-F238E27FC236}">
                  <a16:creationId xmlns:a16="http://schemas.microsoft.com/office/drawing/2014/main" id="{00CFEAB9-D2D0-4198-A642-7C5853D61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593"/>
              <a:ext cx="37" cy="51"/>
            </a:xfrm>
            <a:custGeom>
              <a:avLst/>
              <a:gdLst>
                <a:gd name="T0" fmla="*/ 451 w 15"/>
                <a:gd name="T1" fmla="*/ 4193 h 19"/>
                <a:gd name="T2" fmla="*/ 1112 w 15"/>
                <a:gd name="T3" fmla="*/ 403 h 19"/>
                <a:gd name="T4" fmla="*/ 3182 w 15"/>
                <a:gd name="T5" fmla="*/ 2904 h 19"/>
                <a:gd name="T6" fmla="*/ 2294 w 15"/>
                <a:gd name="T7" fmla="*/ 6694 h 19"/>
                <a:gd name="T8" fmla="*/ 451 w 15"/>
                <a:gd name="T9" fmla="*/ 419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">
                  <a:moveTo>
                    <a:pt x="2" y="11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9" y="0"/>
                    <a:pt x="12" y="3"/>
                    <a:pt x="14" y="8"/>
                  </a:cubicBezTo>
                  <a:cubicBezTo>
                    <a:pt x="15" y="13"/>
                    <a:pt x="13" y="17"/>
                    <a:pt x="10" y="18"/>
                  </a:cubicBezTo>
                  <a:cubicBezTo>
                    <a:pt x="7" y="19"/>
                    <a:pt x="3" y="16"/>
                    <a:pt x="2" y="11"/>
                  </a:cubicBezTo>
                  <a:close/>
                </a:path>
              </a:pathLst>
            </a:custGeom>
            <a:solidFill>
              <a:srgbClr val="BCD7E3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26" name="Freeform 1386">
              <a:extLst>
                <a:ext uri="{FF2B5EF4-FFF2-40B4-BE49-F238E27FC236}">
                  <a16:creationId xmlns:a16="http://schemas.microsoft.com/office/drawing/2014/main" id="{A3A7B21C-1A0B-49F9-8332-24C76986A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295"/>
              <a:ext cx="165" cy="50"/>
            </a:xfrm>
            <a:custGeom>
              <a:avLst/>
              <a:gdLst>
                <a:gd name="T0" fmla="*/ 15938 w 66"/>
                <a:gd name="T1" fmla="*/ 3026 h 19"/>
                <a:gd name="T2" fmla="*/ 16145 w 66"/>
                <a:gd name="T3" fmla="*/ 5666 h 19"/>
                <a:gd name="T4" fmla="*/ 783 w 66"/>
                <a:gd name="T5" fmla="*/ 6324 h 19"/>
                <a:gd name="T6" fmla="*/ 783 w 66"/>
                <a:gd name="T7" fmla="*/ 6324 h 19"/>
                <a:gd name="T8" fmla="*/ 0 w 66"/>
                <a:gd name="T9" fmla="*/ 4032 h 19"/>
                <a:gd name="T10" fmla="*/ 520 w 66"/>
                <a:gd name="T11" fmla="*/ 2258 h 19"/>
                <a:gd name="T12" fmla="*/ 15938 w 66"/>
                <a:gd name="T13" fmla="*/ 0 h 19"/>
                <a:gd name="T14" fmla="*/ 15938 w 66"/>
                <a:gd name="T15" fmla="*/ 3026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19">
                  <a:moveTo>
                    <a:pt x="65" y="9"/>
                  </a:moveTo>
                  <a:cubicBezTo>
                    <a:pt x="65" y="12"/>
                    <a:pt x="65" y="15"/>
                    <a:pt x="66" y="17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" y="19"/>
                    <a:pt x="1" y="14"/>
                    <a:pt x="0" y="12"/>
                  </a:cubicBezTo>
                  <a:cubicBezTo>
                    <a:pt x="0" y="7"/>
                    <a:pt x="2" y="7"/>
                    <a:pt x="2" y="7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4" y="3"/>
                    <a:pt x="65" y="5"/>
                    <a:pt x="65" y="9"/>
                  </a:cubicBezTo>
                  <a:close/>
                </a:path>
              </a:pathLst>
            </a:custGeom>
            <a:solidFill>
              <a:srgbClr val="008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27" name="Freeform 1387">
              <a:extLst>
                <a:ext uri="{FF2B5EF4-FFF2-40B4-BE49-F238E27FC236}">
                  <a16:creationId xmlns:a16="http://schemas.microsoft.com/office/drawing/2014/main" id="{F773AFFB-70CC-4D50-B306-EFE760BF8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303"/>
              <a:ext cx="138" cy="32"/>
            </a:xfrm>
            <a:custGeom>
              <a:avLst/>
              <a:gdLst>
                <a:gd name="T0" fmla="*/ 13712 w 55"/>
                <a:gd name="T1" fmla="*/ 4301 h 12"/>
                <a:gd name="T2" fmla="*/ 13441 w 55"/>
                <a:gd name="T3" fmla="*/ 0 h 12"/>
                <a:gd name="T4" fmla="*/ 0 w 55"/>
                <a:gd name="T5" fmla="*/ 2184 h 12"/>
                <a:gd name="T6" fmla="*/ 11923 w 55"/>
                <a:gd name="T7" fmla="*/ 1763 h 12"/>
                <a:gd name="T8" fmla="*/ 13712 w 55"/>
                <a:gd name="T9" fmla="*/ 430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2">
                  <a:moveTo>
                    <a:pt x="55" y="12"/>
                  </a:moveTo>
                  <a:cubicBezTo>
                    <a:pt x="54" y="8"/>
                    <a:pt x="53" y="1"/>
                    <a:pt x="54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45" y="2"/>
                    <a:pt x="48" y="5"/>
                  </a:cubicBezTo>
                  <a:cubicBezTo>
                    <a:pt x="52" y="8"/>
                    <a:pt x="54" y="12"/>
                    <a:pt x="55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28" name="Freeform 1388">
              <a:extLst>
                <a:ext uri="{FF2B5EF4-FFF2-40B4-BE49-F238E27FC236}">
                  <a16:creationId xmlns:a16="http://schemas.microsoft.com/office/drawing/2014/main" id="{F3C07F8D-76B9-4AA5-9268-C1FE9311D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295"/>
              <a:ext cx="165" cy="50"/>
            </a:xfrm>
            <a:custGeom>
              <a:avLst/>
              <a:gdLst>
                <a:gd name="T0" fmla="*/ 15938 w 66"/>
                <a:gd name="T1" fmla="*/ 3026 h 19"/>
                <a:gd name="T2" fmla="*/ 16145 w 66"/>
                <a:gd name="T3" fmla="*/ 5666 h 19"/>
                <a:gd name="T4" fmla="*/ 783 w 66"/>
                <a:gd name="T5" fmla="*/ 6324 h 19"/>
                <a:gd name="T6" fmla="*/ 783 w 66"/>
                <a:gd name="T7" fmla="*/ 6324 h 19"/>
                <a:gd name="T8" fmla="*/ 0 w 66"/>
                <a:gd name="T9" fmla="*/ 4032 h 19"/>
                <a:gd name="T10" fmla="*/ 520 w 66"/>
                <a:gd name="T11" fmla="*/ 2258 h 19"/>
                <a:gd name="T12" fmla="*/ 15938 w 66"/>
                <a:gd name="T13" fmla="*/ 0 h 19"/>
                <a:gd name="T14" fmla="*/ 15938 w 66"/>
                <a:gd name="T15" fmla="*/ 3026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19">
                  <a:moveTo>
                    <a:pt x="65" y="9"/>
                  </a:moveTo>
                  <a:cubicBezTo>
                    <a:pt x="65" y="12"/>
                    <a:pt x="65" y="15"/>
                    <a:pt x="66" y="17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" y="19"/>
                    <a:pt x="1" y="14"/>
                    <a:pt x="0" y="12"/>
                  </a:cubicBezTo>
                  <a:cubicBezTo>
                    <a:pt x="0" y="7"/>
                    <a:pt x="2" y="7"/>
                    <a:pt x="2" y="7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4" y="3"/>
                    <a:pt x="65" y="5"/>
                    <a:pt x="65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29" name="Freeform 1389">
              <a:extLst>
                <a:ext uri="{FF2B5EF4-FFF2-40B4-BE49-F238E27FC236}">
                  <a16:creationId xmlns:a16="http://schemas.microsoft.com/office/drawing/2014/main" id="{CCEE98CB-B5E9-4A11-8CE2-284175593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92"/>
              <a:ext cx="33" cy="51"/>
            </a:xfrm>
            <a:custGeom>
              <a:avLst/>
              <a:gdLst>
                <a:gd name="T0" fmla="*/ 3485 w 13"/>
                <a:gd name="T1" fmla="*/ 3328 h 19"/>
                <a:gd name="T2" fmla="*/ 1373 w 13"/>
                <a:gd name="T3" fmla="*/ 0 h 19"/>
                <a:gd name="T4" fmla="*/ 0 w 13"/>
                <a:gd name="T5" fmla="*/ 3731 h 19"/>
                <a:gd name="T6" fmla="*/ 1914 w 13"/>
                <a:gd name="T7" fmla="*/ 6694 h 19"/>
                <a:gd name="T8" fmla="*/ 3485 w 13"/>
                <a:gd name="T9" fmla="*/ 332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13" y="9"/>
                  </a:moveTo>
                  <a:cubicBezTo>
                    <a:pt x="12" y="4"/>
                    <a:pt x="9" y="0"/>
                    <a:pt x="5" y="0"/>
                  </a:cubicBezTo>
                  <a:cubicBezTo>
                    <a:pt x="2" y="1"/>
                    <a:pt x="0" y="5"/>
                    <a:pt x="0" y="10"/>
                  </a:cubicBezTo>
                  <a:cubicBezTo>
                    <a:pt x="1" y="15"/>
                    <a:pt x="4" y="19"/>
                    <a:pt x="7" y="18"/>
                  </a:cubicBezTo>
                  <a:cubicBezTo>
                    <a:pt x="11" y="18"/>
                    <a:pt x="13" y="14"/>
                    <a:pt x="13" y="9"/>
                  </a:cubicBezTo>
                  <a:close/>
                </a:path>
              </a:pathLst>
            </a:custGeom>
            <a:solidFill>
              <a:srgbClr val="BCD7E3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30" name="Freeform 1390">
              <a:extLst>
                <a:ext uri="{FF2B5EF4-FFF2-40B4-BE49-F238E27FC236}">
                  <a16:creationId xmlns:a16="http://schemas.microsoft.com/office/drawing/2014/main" id="{83520C0F-39B8-438F-BC02-D95ED2C43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452"/>
              <a:ext cx="130" cy="59"/>
            </a:xfrm>
            <a:custGeom>
              <a:avLst/>
              <a:gdLst>
                <a:gd name="T0" fmla="*/ 520 w 52"/>
                <a:gd name="T1" fmla="*/ 5286 h 22"/>
                <a:gd name="T2" fmla="*/ 783 w 52"/>
                <a:gd name="T3" fmla="*/ 8177 h 22"/>
                <a:gd name="T4" fmla="*/ 12238 w 52"/>
                <a:gd name="T5" fmla="*/ 4149 h 22"/>
                <a:gd name="T6" fmla="*/ 12238 w 52"/>
                <a:gd name="T7" fmla="*/ 4149 h 22"/>
                <a:gd name="T8" fmla="*/ 12500 w 52"/>
                <a:gd name="T9" fmla="*/ 1813 h 22"/>
                <a:gd name="T10" fmla="*/ 11720 w 52"/>
                <a:gd name="T11" fmla="*/ 0 h 22"/>
                <a:gd name="T12" fmla="*/ 11720 w 52"/>
                <a:gd name="T13" fmla="*/ 0 h 22"/>
                <a:gd name="T14" fmla="*/ 0 w 52"/>
                <a:gd name="T15" fmla="*/ 2215 h 22"/>
                <a:gd name="T16" fmla="*/ 520 w 52"/>
                <a:gd name="T17" fmla="*/ 528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22">
                  <a:moveTo>
                    <a:pt x="2" y="14"/>
                  </a:moveTo>
                  <a:cubicBezTo>
                    <a:pt x="3" y="17"/>
                    <a:pt x="3" y="19"/>
                    <a:pt x="3" y="2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2" y="10"/>
                    <a:pt x="52" y="7"/>
                    <a:pt x="51" y="5"/>
                  </a:cubicBezTo>
                  <a:cubicBezTo>
                    <a:pt x="51" y="3"/>
                    <a:pt x="50" y="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2" y="11"/>
                    <a:pt x="2" y="14"/>
                  </a:cubicBezTo>
                  <a:close/>
                </a:path>
              </a:pathLst>
            </a:custGeom>
            <a:solidFill>
              <a:srgbClr val="008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31" name="Freeform 1391">
              <a:extLst>
                <a:ext uri="{FF2B5EF4-FFF2-40B4-BE49-F238E27FC236}">
                  <a16:creationId xmlns:a16="http://schemas.microsoft.com/office/drawing/2014/main" id="{35AF0504-DE37-470E-954E-02803CB4F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2457"/>
              <a:ext cx="107" cy="46"/>
            </a:xfrm>
            <a:custGeom>
              <a:avLst/>
              <a:gdLst>
                <a:gd name="T0" fmla="*/ 465 w 43"/>
                <a:gd name="T1" fmla="*/ 6656 h 17"/>
                <a:gd name="T2" fmla="*/ 0 w 43"/>
                <a:gd name="T3" fmla="*/ 2730 h 17"/>
                <a:gd name="T4" fmla="*/ 10197 w 43"/>
                <a:gd name="T5" fmla="*/ 0 h 17"/>
                <a:gd name="T6" fmla="*/ 1418 w 43"/>
                <a:gd name="T7" fmla="*/ 3924 h 17"/>
                <a:gd name="T8" fmla="*/ 465 w 43"/>
                <a:gd name="T9" fmla="*/ 665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7">
                  <a:moveTo>
                    <a:pt x="2" y="17"/>
                  </a:moveTo>
                  <a:cubicBezTo>
                    <a:pt x="2" y="14"/>
                    <a:pt x="0" y="7"/>
                    <a:pt x="0" y="7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8" y="7"/>
                    <a:pt x="6" y="10"/>
                  </a:cubicBezTo>
                  <a:cubicBezTo>
                    <a:pt x="3" y="13"/>
                    <a:pt x="2" y="17"/>
                    <a:pt x="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32" name="Freeform 1392">
              <a:extLst>
                <a:ext uri="{FF2B5EF4-FFF2-40B4-BE49-F238E27FC236}">
                  <a16:creationId xmlns:a16="http://schemas.microsoft.com/office/drawing/2014/main" id="{43C3A2BB-4BBA-466E-BC08-E5EA354D7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452"/>
              <a:ext cx="130" cy="59"/>
            </a:xfrm>
            <a:custGeom>
              <a:avLst/>
              <a:gdLst>
                <a:gd name="T0" fmla="*/ 520 w 52"/>
                <a:gd name="T1" fmla="*/ 5286 h 22"/>
                <a:gd name="T2" fmla="*/ 783 w 52"/>
                <a:gd name="T3" fmla="*/ 8177 h 22"/>
                <a:gd name="T4" fmla="*/ 12238 w 52"/>
                <a:gd name="T5" fmla="*/ 4149 h 22"/>
                <a:gd name="T6" fmla="*/ 12238 w 52"/>
                <a:gd name="T7" fmla="*/ 4149 h 22"/>
                <a:gd name="T8" fmla="*/ 12500 w 52"/>
                <a:gd name="T9" fmla="*/ 1813 h 22"/>
                <a:gd name="T10" fmla="*/ 11720 w 52"/>
                <a:gd name="T11" fmla="*/ 0 h 22"/>
                <a:gd name="T12" fmla="*/ 11720 w 52"/>
                <a:gd name="T13" fmla="*/ 0 h 22"/>
                <a:gd name="T14" fmla="*/ 0 w 52"/>
                <a:gd name="T15" fmla="*/ 2215 h 22"/>
                <a:gd name="T16" fmla="*/ 520 w 52"/>
                <a:gd name="T17" fmla="*/ 528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22">
                  <a:moveTo>
                    <a:pt x="2" y="14"/>
                  </a:moveTo>
                  <a:cubicBezTo>
                    <a:pt x="3" y="17"/>
                    <a:pt x="3" y="19"/>
                    <a:pt x="3" y="2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2" y="10"/>
                    <a:pt x="52" y="7"/>
                    <a:pt x="51" y="5"/>
                  </a:cubicBezTo>
                  <a:cubicBezTo>
                    <a:pt x="51" y="3"/>
                    <a:pt x="50" y="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2" y="11"/>
                    <a:pt x="2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33" name="Freeform 1393">
              <a:extLst>
                <a:ext uri="{FF2B5EF4-FFF2-40B4-BE49-F238E27FC236}">
                  <a16:creationId xmlns:a16="http://schemas.microsoft.com/office/drawing/2014/main" id="{24BA5BAC-53BB-4C8C-85A6-F57C85D86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2468"/>
              <a:ext cx="18" cy="43"/>
            </a:xfrm>
            <a:custGeom>
              <a:avLst/>
              <a:gdLst>
                <a:gd name="T0" fmla="*/ 357 w 7"/>
                <a:gd name="T1" fmla="*/ 3394 h 16"/>
                <a:gd name="T2" fmla="*/ 563 w 7"/>
                <a:gd name="T3" fmla="*/ 0 h 16"/>
                <a:gd name="T4" fmla="*/ 1700 w 7"/>
                <a:gd name="T5" fmla="*/ 3085 h 16"/>
                <a:gd name="T6" fmla="*/ 1448 w 7"/>
                <a:gd name="T7" fmla="*/ 6060 h 16"/>
                <a:gd name="T8" fmla="*/ 357 w 7"/>
                <a:gd name="T9" fmla="*/ 339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1" y="9"/>
                  </a:moveTo>
                  <a:cubicBezTo>
                    <a:pt x="0" y="4"/>
                    <a:pt x="1" y="1"/>
                    <a:pt x="2" y="0"/>
                  </a:cubicBezTo>
                  <a:cubicBezTo>
                    <a:pt x="4" y="0"/>
                    <a:pt x="5" y="3"/>
                    <a:pt x="6" y="8"/>
                  </a:cubicBezTo>
                  <a:cubicBezTo>
                    <a:pt x="7" y="12"/>
                    <a:pt x="6" y="16"/>
                    <a:pt x="5" y="16"/>
                  </a:cubicBezTo>
                  <a:cubicBezTo>
                    <a:pt x="4" y="16"/>
                    <a:pt x="2" y="13"/>
                    <a:pt x="1" y="9"/>
                  </a:cubicBezTo>
                  <a:close/>
                </a:path>
              </a:pathLst>
            </a:custGeom>
            <a:solidFill>
              <a:srgbClr val="BCD7E3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34" name="Freeform 1394">
              <a:extLst>
                <a:ext uri="{FF2B5EF4-FFF2-40B4-BE49-F238E27FC236}">
                  <a16:creationId xmlns:a16="http://schemas.microsoft.com/office/drawing/2014/main" id="{195934DA-613D-4AD5-912B-C53E20151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647"/>
              <a:ext cx="70" cy="178"/>
            </a:xfrm>
            <a:custGeom>
              <a:avLst/>
              <a:gdLst>
                <a:gd name="T0" fmla="*/ 2270 w 28"/>
                <a:gd name="T1" fmla="*/ 656 h 67"/>
                <a:gd name="T2" fmla="*/ 0 w 28"/>
                <a:gd name="T3" fmla="*/ 1448 h 67"/>
                <a:gd name="T4" fmla="*/ 3908 w 28"/>
                <a:gd name="T5" fmla="*/ 22917 h 67"/>
                <a:gd name="T6" fmla="*/ 3908 w 28"/>
                <a:gd name="T7" fmla="*/ 22917 h 67"/>
                <a:gd name="T8" fmla="*/ 5675 w 28"/>
                <a:gd name="T9" fmla="*/ 22917 h 67"/>
                <a:gd name="T10" fmla="*/ 6845 w 28"/>
                <a:gd name="T11" fmla="*/ 21825 h 67"/>
                <a:gd name="T12" fmla="*/ 4425 w 28"/>
                <a:gd name="T13" fmla="*/ 0 h 67"/>
                <a:gd name="T14" fmla="*/ 2270 w 28"/>
                <a:gd name="T15" fmla="*/ 656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67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7"/>
                    <a:pt x="21" y="66"/>
                    <a:pt x="23" y="65"/>
                  </a:cubicBezTo>
                  <a:cubicBezTo>
                    <a:pt x="28" y="64"/>
                    <a:pt x="28" y="62"/>
                    <a:pt x="28" y="6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12" y="2"/>
                    <a:pt x="9" y="2"/>
                  </a:cubicBezTo>
                  <a:close/>
                </a:path>
              </a:pathLst>
            </a:custGeom>
            <a:solidFill>
              <a:srgbClr val="008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35" name="Freeform 1395">
              <a:extLst>
                <a:ext uri="{FF2B5EF4-FFF2-40B4-BE49-F238E27FC236}">
                  <a16:creationId xmlns:a16="http://schemas.microsoft.com/office/drawing/2014/main" id="{BFB4D12F-F8DC-423D-85A0-AE0C3DFDB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668"/>
              <a:ext cx="52" cy="141"/>
            </a:xfrm>
            <a:custGeom>
              <a:avLst/>
              <a:gdLst>
                <a:gd name="T0" fmla="*/ 0 w 21"/>
                <a:gd name="T1" fmla="*/ 657 h 53"/>
                <a:gd name="T2" fmla="*/ 2778 w 21"/>
                <a:gd name="T3" fmla="*/ 0 h 53"/>
                <a:gd name="T4" fmla="*/ 4843 w 21"/>
                <a:gd name="T5" fmla="*/ 18790 h 53"/>
                <a:gd name="T6" fmla="*/ 2035 w 21"/>
                <a:gd name="T7" fmla="*/ 2144 h 53"/>
                <a:gd name="T8" fmla="*/ 0 w 21"/>
                <a:gd name="T9" fmla="*/ 65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3">
                  <a:moveTo>
                    <a:pt x="0" y="2"/>
                  </a:moveTo>
                  <a:cubicBezTo>
                    <a:pt x="4" y="2"/>
                    <a:pt x="12" y="0"/>
                    <a:pt x="12" y="0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13" y="9"/>
                    <a:pt x="9" y="6"/>
                  </a:cubicBezTo>
                  <a:cubicBezTo>
                    <a:pt x="5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36" name="Freeform 1396">
              <a:extLst>
                <a:ext uri="{FF2B5EF4-FFF2-40B4-BE49-F238E27FC236}">
                  <a16:creationId xmlns:a16="http://schemas.microsoft.com/office/drawing/2014/main" id="{54B0A3AC-C9D4-429A-BE14-6478D2720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647"/>
              <a:ext cx="70" cy="178"/>
            </a:xfrm>
            <a:custGeom>
              <a:avLst/>
              <a:gdLst>
                <a:gd name="T0" fmla="*/ 2270 w 28"/>
                <a:gd name="T1" fmla="*/ 656 h 67"/>
                <a:gd name="T2" fmla="*/ 0 w 28"/>
                <a:gd name="T3" fmla="*/ 1448 h 67"/>
                <a:gd name="T4" fmla="*/ 3908 w 28"/>
                <a:gd name="T5" fmla="*/ 22917 h 67"/>
                <a:gd name="T6" fmla="*/ 3908 w 28"/>
                <a:gd name="T7" fmla="*/ 22917 h 67"/>
                <a:gd name="T8" fmla="*/ 5675 w 28"/>
                <a:gd name="T9" fmla="*/ 22917 h 67"/>
                <a:gd name="T10" fmla="*/ 6845 w 28"/>
                <a:gd name="T11" fmla="*/ 21825 h 67"/>
                <a:gd name="T12" fmla="*/ 4425 w 28"/>
                <a:gd name="T13" fmla="*/ 0 h 67"/>
                <a:gd name="T14" fmla="*/ 2270 w 28"/>
                <a:gd name="T15" fmla="*/ 656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67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7"/>
                    <a:pt x="21" y="66"/>
                    <a:pt x="23" y="65"/>
                  </a:cubicBezTo>
                  <a:cubicBezTo>
                    <a:pt x="28" y="64"/>
                    <a:pt x="28" y="62"/>
                    <a:pt x="28" y="6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12" y="2"/>
                    <a:pt x="9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37" name="Freeform 1397">
              <a:extLst>
                <a:ext uri="{FF2B5EF4-FFF2-40B4-BE49-F238E27FC236}">
                  <a16:creationId xmlns:a16="http://schemas.microsoft.com/office/drawing/2014/main" id="{951A2D09-D8E6-4357-A5C9-157FCB999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631"/>
              <a:ext cx="48" cy="37"/>
            </a:xfrm>
            <a:custGeom>
              <a:avLst/>
              <a:gdLst>
                <a:gd name="T0" fmla="*/ 2367 w 19"/>
                <a:gd name="T1" fmla="*/ 391 h 14"/>
                <a:gd name="T2" fmla="*/ 4934 w 19"/>
                <a:gd name="T3" fmla="*/ 1662 h 14"/>
                <a:gd name="T4" fmla="*/ 2885 w 19"/>
                <a:gd name="T5" fmla="*/ 4392 h 14"/>
                <a:gd name="T6" fmla="*/ 326 w 19"/>
                <a:gd name="T7" fmla="*/ 2730 h 14"/>
                <a:gd name="T8" fmla="*/ 2367 w 19"/>
                <a:gd name="T9" fmla="*/ 39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9" y="1"/>
                  </a:moveTo>
                  <a:cubicBezTo>
                    <a:pt x="14" y="0"/>
                    <a:pt x="18" y="2"/>
                    <a:pt x="19" y="5"/>
                  </a:cubicBezTo>
                  <a:cubicBezTo>
                    <a:pt x="19" y="9"/>
                    <a:pt x="16" y="12"/>
                    <a:pt x="11" y="13"/>
                  </a:cubicBezTo>
                  <a:cubicBezTo>
                    <a:pt x="6" y="14"/>
                    <a:pt x="1" y="12"/>
                    <a:pt x="1" y="8"/>
                  </a:cubicBezTo>
                  <a:cubicBezTo>
                    <a:pt x="0" y="5"/>
                    <a:pt x="4" y="1"/>
                    <a:pt x="9" y="1"/>
                  </a:cubicBezTo>
                  <a:close/>
                </a:path>
              </a:pathLst>
            </a:custGeom>
            <a:solidFill>
              <a:srgbClr val="BCD7E3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38" name="Freeform 1398">
              <a:extLst>
                <a:ext uri="{FF2B5EF4-FFF2-40B4-BE49-F238E27FC236}">
                  <a16:creationId xmlns:a16="http://schemas.microsoft.com/office/drawing/2014/main" id="{A8B32183-552C-4950-BDB9-1BE45374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591"/>
              <a:ext cx="105" cy="112"/>
            </a:xfrm>
            <a:custGeom>
              <a:avLst/>
              <a:gdLst>
                <a:gd name="T0" fmla="*/ 9300 w 42"/>
                <a:gd name="T1" fmla="*/ 1059 h 42"/>
                <a:gd name="T2" fmla="*/ 8333 w 42"/>
                <a:gd name="T3" fmla="*/ 0 h 42"/>
                <a:gd name="T4" fmla="*/ 0 w 42"/>
                <a:gd name="T5" fmla="*/ 11171 h 42"/>
                <a:gd name="T6" fmla="*/ 0 w 42"/>
                <a:gd name="T7" fmla="*/ 11171 h 42"/>
                <a:gd name="T8" fmla="*/ 1488 w 42"/>
                <a:gd name="T9" fmla="*/ 13347 h 42"/>
                <a:gd name="T10" fmla="*/ 2938 w 42"/>
                <a:gd name="T11" fmla="*/ 15112 h 42"/>
                <a:gd name="T12" fmla="*/ 2938 w 42"/>
                <a:gd name="T13" fmla="*/ 15112 h 42"/>
                <a:gd name="T14" fmla="*/ 10283 w 42"/>
                <a:gd name="T15" fmla="*/ 2581 h 42"/>
                <a:gd name="T16" fmla="*/ 9300 w 42"/>
                <a:gd name="T17" fmla="*/ 1059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2">
                  <a:moveTo>
                    <a:pt x="38" y="3"/>
                  </a:moveTo>
                  <a:cubicBezTo>
                    <a:pt x="36" y="2"/>
                    <a:pt x="35" y="1"/>
                    <a:pt x="34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2"/>
                    <a:pt x="5" y="36"/>
                    <a:pt x="6" y="37"/>
                  </a:cubicBezTo>
                  <a:cubicBezTo>
                    <a:pt x="7" y="38"/>
                    <a:pt x="11" y="41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0" y="6"/>
                    <a:pt x="39" y="5"/>
                    <a:pt x="38" y="3"/>
                  </a:cubicBezTo>
                  <a:close/>
                </a:path>
              </a:pathLst>
            </a:custGeom>
            <a:solidFill>
              <a:srgbClr val="008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39" name="Freeform 1399">
              <a:extLst>
                <a:ext uri="{FF2B5EF4-FFF2-40B4-BE49-F238E27FC236}">
                  <a16:creationId xmlns:a16="http://schemas.microsoft.com/office/drawing/2014/main" id="{8C0677B5-6380-4EA4-B9CD-3EEE935BC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591"/>
              <a:ext cx="105" cy="112"/>
            </a:xfrm>
            <a:custGeom>
              <a:avLst/>
              <a:gdLst>
                <a:gd name="T0" fmla="*/ 9300 w 42"/>
                <a:gd name="T1" fmla="*/ 1059 h 42"/>
                <a:gd name="T2" fmla="*/ 8333 w 42"/>
                <a:gd name="T3" fmla="*/ 0 h 42"/>
                <a:gd name="T4" fmla="*/ 0 w 42"/>
                <a:gd name="T5" fmla="*/ 11171 h 42"/>
                <a:gd name="T6" fmla="*/ 0 w 42"/>
                <a:gd name="T7" fmla="*/ 11171 h 42"/>
                <a:gd name="T8" fmla="*/ 1488 w 42"/>
                <a:gd name="T9" fmla="*/ 13347 h 42"/>
                <a:gd name="T10" fmla="*/ 2938 w 42"/>
                <a:gd name="T11" fmla="*/ 15112 h 42"/>
                <a:gd name="T12" fmla="*/ 2938 w 42"/>
                <a:gd name="T13" fmla="*/ 15112 h 42"/>
                <a:gd name="T14" fmla="*/ 10283 w 42"/>
                <a:gd name="T15" fmla="*/ 2581 h 42"/>
                <a:gd name="T16" fmla="*/ 9300 w 42"/>
                <a:gd name="T17" fmla="*/ 1059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2">
                  <a:moveTo>
                    <a:pt x="38" y="3"/>
                  </a:moveTo>
                  <a:cubicBezTo>
                    <a:pt x="36" y="2"/>
                    <a:pt x="35" y="1"/>
                    <a:pt x="34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2"/>
                    <a:pt x="5" y="36"/>
                    <a:pt x="6" y="37"/>
                  </a:cubicBezTo>
                  <a:cubicBezTo>
                    <a:pt x="7" y="38"/>
                    <a:pt x="11" y="41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0" y="6"/>
                    <a:pt x="39" y="5"/>
                    <a:pt x="38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40" name="Freeform 1400">
              <a:extLst>
                <a:ext uri="{FF2B5EF4-FFF2-40B4-BE49-F238E27FC236}">
                  <a16:creationId xmlns:a16="http://schemas.microsoft.com/office/drawing/2014/main" id="{F376FD31-9908-491A-9CD8-8EF538000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585"/>
              <a:ext cx="25" cy="30"/>
            </a:xfrm>
            <a:custGeom>
              <a:avLst/>
              <a:gdLst>
                <a:gd name="T0" fmla="*/ 1770 w 10"/>
                <a:gd name="T1" fmla="*/ 1219 h 11"/>
                <a:gd name="T2" fmla="*/ 1958 w 10"/>
                <a:gd name="T3" fmla="*/ 3755 h 11"/>
                <a:gd name="T4" fmla="*/ 520 w 10"/>
                <a:gd name="T5" fmla="*/ 3325 h 11"/>
                <a:gd name="T6" fmla="*/ 313 w 10"/>
                <a:gd name="T7" fmla="*/ 775 h 11"/>
                <a:gd name="T8" fmla="*/ 1770 w 10"/>
                <a:gd name="T9" fmla="*/ 121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7" y="3"/>
                  </a:moveTo>
                  <a:cubicBezTo>
                    <a:pt x="9" y="5"/>
                    <a:pt x="10" y="8"/>
                    <a:pt x="8" y="9"/>
                  </a:cubicBezTo>
                  <a:cubicBezTo>
                    <a:pt x="7" y="11"/>
                    <a:pt x="4" y="10"/>
                    <a:pt x="2" y="8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3" y="0"/>
                    <a:pt x="5" y="1"/>
                    <a:pt x="7" y="3"/>
                  </a:cubicBezTo>
                  <a:close/>
                </a:path>
              </a:pathLst>
            </a:custGeom>
            <a:solidFill>
              <a:srgbClr val="BCD7E3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41" name="Freeform 1401">
              <a:extLst>
                <a:ext uri="{FF2B5EF4-FFF2-40B4-BE49-F238E27FC236}">
                  <a16:creationId xmlns:a16="http://schemas.microsoft.com/office/drawing/2014/main" id="{C9654F2F-4709-4FA2-9C9A-7800262BD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921"/>
              <a:ext cx="105" cy="112"/>
            </a:xfrm>
            <a:custGeom>
              <a:avLst/>
              <a:gdLst>
                <a:gd name="T0" fmla="*/ 9300 w 42"/>
                <a:gd name="T1" fmla="*/ 13597 h 42"/>
                <a:gd name="T2" fmla="*/ 10283 w 42"/>
                <a:gd name="T3" fmla="*/ 12536 h 42"/>
                <a:gd name="T4" fmla="*/ 2738 w 42"/>
                <a:gd name="T5" fmla="*/ 0 h 42"/>
                <a:gd name="T6" fmla="*/ 2738 w 42"/>
                <a:gd name="T7" fmla="*/ 0 h 42"/>
                <a:gd name="T8" fmla="*/ 1300 w 42"/>
                <a:gd name="T9" fmla="*/ 1763 h 42"/>
                <a:gd name="T10" fmla="*/ 0 w 42"/>
                <a:gd name="T11" fmla="*/ 3891 h 42"/>
                <a:gd name="T12" fmla="*/ 0 w 42"/>
                <a:gd name="T13" fmla="*/ 3891 h 42"/>
                <a:gd name="T14" fmla="*/ 8595 w 42"/>
                <a:gd name="T15" fmla="*/ 15112 h 42"/>
                <a:gd name="T16" fmla="*/ 9300 w 42"/>
                <a:gd name="T17" fmla="*/ 13597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2">
                  <a:moveTo>
                    <a:pt x="38" y="38"/>
                  </a:moveTo>
                  <a:cubicBezTo>
                    <a:pt x="39" y="37"/>
                    <a:pt x="41" y="36"/>
                    <a:pt x="42" y="35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1"/>
                    <a:pt x="7" y="4"/>
                    <a:pt x="5" y="5"/>
                  </a:cubicBezTo>
                  <a:cubicBezTo>
                    <a:pt x="4" y="7"/>
                    <a:pt x="1" y="10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6" y="41"/>
                    <a:pt x="37" y="39"/>
                    <a:pt x="38" y="38"/>
                  </a:cubicBezTo>
                  <a:close/>
                </a:path>
              </a:pathLst>
            </a:custGeom>
            <a:solidFill>
              <a:srgbClr val="008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42" name="Freeform 1402">
              <a:extLst>
                <a:ext uri="{FF2B5EF4-FFF2-40B4-BE49-F238E27FC236}">
                  <a16:creationId xmlns:a16="http://schemas.microsoft.com/office/drawing/2014/main" id="{20BFCF56-17AC-42DF-8A43-4EAF85D6A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921"/>
              <a:ext cx="105" cy="112"/>
            </a:xfrm>
            <a:custGeom>
              <a:avLst/>
              <a:gdLst>
                <a:gd name="T0" fmla="*/ 9300 w 42"/>
                <a:gd name="T1" fmla="*/ 13597 h 42"/>
                <a:gd name="T2" fmla="*/ 10283 w 42"/>
                <a:gd name="T3" fmla="*/ 12536 h 42"/>
                <a:gd name="T4" fmla="*/ 2738 w 42"/>
                <a:gd name="T5" fmla="*/ 0 h 42"/>
                <a:gd name="T6" fmla="*/ 2738 w 42"/>
                <a:gd name="T7" fmla="*/ 0 h 42"/>
                <a:gd name="T8" fmla="*/ 1300 w 42"/>
                <a:gd name="T9" fmla="*/ 1763 h 42"/>
                <a:gd name="T10" fmla="*/ 0 w 42"/>
                <a:gd name="T11" fmla="*/ 3891 h 42"/>
                <a:gd name="T12" fmla="*/ 0 w 42"/>
                <a:gd name="T13" fmla="*/ 3891 h 42"/>
                <a:gd name="T14" fmla="*/ 8595 w 42"/>
                <a:gd name="T15" fmla="*/ 15112 h 42"/>
                <a:gd name="T16" fmla="*/ 9300 w 42"/>
                <a:gd name="T17" fmla="*/ 13597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2">
                  <a:moveTo>
                    <a:pt x="38" y="38"/>
                  </a:moveTo>
                  <a:cubicBezTo>
                    <a:pt x="39" y="37"/>
                    <a:pt x="41" y="36"/>
                    <a:pt x="42" y="35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1"/>
                    <a:pt x="7" y="4"/>
                    <a:pt x="5" y="5"/>
                  </a:cubicBezTo>
                  <a:cubicBezTo>
                    <a:pt x="4" y="7"/>
                    <a:pt x="1" y="10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6" y="41"/>
                    <a:pt x="37" y="39"/>
                    <a:pt x="38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43" name="Freeform 1403">
              <a:extLst>
                <a:ext uri="{FF2B5EF4-FFF2-40B4-BE49-F238E27FC236}">
                  <a16:creationId xmlns:a16="http://schemas.microsoft.com/office/drawing/2014/main" id="{CA4CB806-1D97-47C1-B891-21100F29D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3009"/>
              <a:ext cx="25" cy="27"/>
            </a:xfrm>
            <a:custGeom>
              <a:avLst/>
              <a:gdLst>
                <a:gd name="T0" fmla="*/ 1958 w 10"/>
                <a:gd name="T1" fmla="*/ 3127 h 10"/>
                <a:gd name="T2" fmla="*/ 313 w 10"/>
                <a:gd name="T3" fmla="*/ 3127 h 10"/>
                <a:gd name="T4" fmla="*/ 783 w 10"/>
                <a:gd name="T5" fmla="*/ 751 h 10"/>
                <a:gd name="T6" fmla="*/ 2270 w 10"/>
                <a:gd name="T7" fmla="*/ 751 h 10"/>
                <a:gd name="T8" fmla="*/ 1958 w 10"/>
                <a:gd name="T9" fmla="*/ 312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8" y="8"/>
                  </a:moveTo>
                  <a:cubicBezTo>
                    <a:pt x="5" y="10"/>
                    <a:pt x="3" y="10"/>
                    <a:pt x="1" y="8"/>
                  </a:cubicBezTo>
                  <a:cubicBezTo>
                    <a:pt x="0" y="7"/>
                    <a:pt x="1" y="4"/>
                    <a:pt x="3" y="2"/>
                  </a:cubicBezTo>
                  <a:cubicBezTo>
                    <a:pt x="5" y="1"/>
                    <a:pt x="8" y="0"/>
                    <a:pt x="9" y="2"/>
                  </a:cubicBezTo>
                  <a:cubicBezTo>
                    <a:pt x="10" y="3"/>
                    <a:pt x="10" y="6"/>
                    <a:pt x="8" y="8"/>
                  </a:cubicBezTo>
                  <a:close/>
                </a:path>
              </a:pathLst>
            </a:custGeom>
            <a:solidFill>
              <a:srgbClr val="BCD7E3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44" name="Freeform 1404">
              <a:extLst>
                <a:ext uri="{FF2B5EF4-FFF2-40B4-BE49-F238E27FC236}">
                  <a16:creationId xmlns:a16="http://schemas.microsoft.com/office/drawing/2014/main" id="{FC4D23D9-09B9-4A61-B15E-0C6074B55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807"/>
              <a:ext cx="142" cy="152"/>
            </a:xfrm>
            <a:custGeom>
              <a:avLst/>
              <a:gdLst>
                <a:gd name="T0" fmla="*/ 2892 w 57"/>
                <a:gd name="T1" fmla="*/ 17237 h 57"/>
                <a:gd name="T2" fmla="*/ 2118 w 57"/>
                <a:gd name="T3" fmla="*/ 4301 h 57"/>
                <a:gd name="T4" fmla="*/ 10742 w 57"/>
                <a:gd name="T5" fmla="*/ 3243 h 57"/>
                <a:gd name="T6" fmla="*/ 11519 w 57"/>
                <a:gd name="T7" fmla="*/ 16179 h 57"/>
                <a:gd name="T8" fmla="*/ 2892 w 57"/>
                <a:gd name="T9" fmla="*/ 1723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12" y="48"/>
                  </a:moveTo>
                  <a:cubicBezTo>
                    <a:pt x="1" y="39"/>
                    <a:pt x="0" y="23"/>
                    <a:pt x="9" y="12"/>
                  </a:cubicBezTo>
                  <a:cubicBezTo>
                    <a:pt x="18" y="2"/>
                    <a:pt x="34" y="0"/>
                    <a:pt x="45" y="9"/>
                  </a:cubicBezTo>
                  <a:cubicBezTo>
                    <a:pt x="55" y="18"/>
                    <a:pt x="57" y="34"/>
                    <a:pt x="48" y="45"/>
                  </a:cubicBezTo>
                  <a:cubicBezTo>
                    <a:pt x="39" y="56"/>
                    <a:pt x="23" y="57"/>
                    <a:pt x="12" y="48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45" name="Freeform 1405">
              <a:extLst>
                <a:ext uri="{FF2B5EF4-FFF2-40B4-BE49-F238E27FC236}">
                  <a16:creationId xmlns:a16="http://schemas.microsoft.com/office/drawing/2014/main" id="{B23136C1-41AE-4A0F-8013-11744BA10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839"/>
              <a:ext cx="70" cy="74"/>
            </a:xfrm>
            <a:custGeom>
              <a:avLst/>
              <a:gdLst>
                <a:gd name="T0" fmla="*/ 988 w 28"/>
                <a:gd name="T1" fmla="*/ 2437 h 28"/>
                <a:gd name="T2" fmla="*/ 5208 w 28"/>
                <a:gd name="T3" fmla="*/ 1425 h 28"/>
                <a:gd name="T4" fmla="*/ 5863 w 28"/>
                <a:gd name="T5" fmla="*/ 7215 h 28"/>
                <a:gd name="T6" fmla="*/ 1770 w 28"/>
                <a:gd name="T7" fmla="*/ 8145 h 28"/>
                <a:gd name="T8" fmla="*/ 988 w 28"/>
                <a:gd name="T9" fmla="*/ 243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4" y="7"/>
                  </a:moveTo>
                  <a:cubicBezTo>
                    <a:pt x="8" y="1"/>
                    <a:pt x="16" y="0"/>
                    <a:pt x="21" y="4"/>
                  </a:cubicBezTo>
                  <a:cubicBezTo>
                    <a:pt x="27" y="8"/>
                    <a:pt x="28" y="16"/>
                    <a:pt x="24" y="21"/>
                  </a:cubicBezTo>
                  <a:cubicBezTo>
                    <a:pt x="20" y="27"/>
                    <a:pt x="12" y="28"/>
                    <a:pt x="7" y="24"/>
                  </a:cubicBezTo>
                  <a:cubicBezTo>
                    <a:pt x="1" y="20"/>
                    <a:pt x="0" y="12"/>
                    <a:pt x="4" y="7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46" name="Freeform 1406">
              <a:extLst>
                <a:ext uri="{FF2B5EF4-FFF2-40B4-BE49-F238E27FC236}">
                  <a16:creationId xmlns:a16="http://schemas.microsoft.com/office/drawing/2014/main" id="{D9FD66E2-CF1F-4436-8FB6-EFE00BA0F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855"/>
              <a:ext cx="28" cy="29"/>
            </a:xfrm>
            <a:custGeom>
              <a:avLst/>
              <a:gdLst>
                <a:gd name="T0" fmla="*/ 331 w 11"/>
                <a:gd name="T1" fmla="*/ 1007 h 11"/>
                <a:gd name="T2" fmla="*/ 2146 w 11"/>
                <a:gd name="T3" fmla="*/ 625 h 11"/>
                <a:gd name="T4" fmla="*/ 2474 w 11"/>
                <a:gd name="T5" fmla="*/ 3045 h 11"/>
                <a:gd name="T6" fmla="*/ 545 w 11"/>
                <a:gd name="T7" fmla="*/ 3335 h 11"/>
                <a:gd name="T8" fmla="*/ 331 w 11"/>
                <a:gd name="T9" fmla="*/ 100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3"/>
                  </a:moveTo>
                  <a:cubicBezTo>
                    <a:pt x="3" y="1"/>
                    <a:pt x="6" y="0"/>
                    <a:pt x="8" y="2"/>
                  </a:cubicBezTo>
                  <a:cubicBezTo>
                    <a:pt x="10" y="3"/>
                    <a:pt x="11" y="7"/>
                    <a:pt x="9" y="9"/>
                  </a:cubicBezTo>
                  <a:cubicBezTo>
                    <a:pt x="8" y="11"/>
                    <a:pt x="5" y="11"/>
                    <a:pt x="2" y="10"/>
                  </a:cubicBezTo>
                  <a:cubicBezTo>
                    <a:pt x="0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47" name="Freeform 1407">
              <a:extLst>
                <a:ext uri="{FF2B5EF4-FFF2-40B4-BE49-F238E27FC236}">
                  <a16:creationId xmlns:a16="http://schemas.microsoft.com/office/drawing/2014/main" id="{A9E7A5FC-4A8E-4601-ACC9-56417514D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19"/>
              <a:ext cx="73" cy="56"/>
            </a:xfrm>
            <a:custGeom>
              <a:avLst/>
              <a:gdLst>
                <a:gd name="T0" fmla="*/ 798 w 29"/>
                <a:gd name="T1" fmla="*/ 1059 h 21"/>
                <a:gd name="T2" fmla="*/ 0 w 29"/>
                <a:gd name="T3" fmla="*/ 2184 h 21"/>
                <a:gd name="T4" fmla="*/ 6590 w 29"/>
                <a:gd name="T5" fmla="*/ 7531 h 21"/>
                <a:gd name="T6" fmla="*/ 6590 w 29"/>
                <a:gd name="T7" fmla="*/ 7531 h 21"/>
                <a:gd name="T8" fmla="*/ 6857 w 29"/>
                <a:gd name="T9" fmla="*/ 6464 h 21"/>
                <a:gd name="T10" fmla="*/ 7383 w 29"/>
                <a:gd name="T11" fmla="*/ 5824 h 21"/>
                <a:gd name="T12" fmla="*/ 7383 w 29"/>
                <a:gd name="T13" fmla="*/ 5824 h 21"/>
                <a:gd name="T14" fmla="*/ 1324 w 29"/>
                <a:gd name="T15" fmla="*/ 0 h 21"/>
                <a:gd name="T16" fmla="*/ 798 w 29"/>
                <a:gd name="T17" fmla="*/ 1059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1">
                  <a:moveTo>
                    <a:pt x="3" y="3"/>
                  </a:moveTo>
                  <a:cubicBezTo>
                    <a:pt x="2" y="4"/>
                    <a:pt x="1" y="5"/>
                    <a:pt x="0" y="6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7" y="20"/>
                    <a:pt x="27" y="19"/>
                    <a:pt x="27" y="18"/>
                  </a:cubicBezTo>
                  <a:cubicBezTo>
                    <a:pt x="28" y="18"/>
                    <a:pt x="28" y="17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48" name="Freeform 1408">
              <a:extLst>
                <a:ext uri="{FF2B5EF4-FFF2-40B4-BE49-F238E27FC236}">
                  <a16:creationId xmlns:a16="http://schemas.microsoft.com/office/drawing/2014/main" id="{BD76AE58-7D03-4628-8EF0-68D111288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924"/>
              <a:ext cx="65" cy="40"/>
            </a:xfrm>
            <a:custGeom>
              <a:avLst/>
              <a:gdLst>
                <a:gd name="T0" fmla="*/ 0 w 26"/>
                <a:gd name="T1" fmla="*/ 1763 h 15"/>
                <a:gd name="T2" fmla="*/ 988 w 26"/>
                <a:gd name="T3" fmla="*/ 0 h 15"/>
                <a:gd name="T4" fmla="*/ 6375 w 26"/>
                <a:gd name="T5" fmla="*/ 5405 h 15"/>
                <a:gd name="T6" fmla="*/ 988 w 26"/>
                <a:gd name="T7" fmla="*/ 1459 h 15"/>
                <a:gd name="T8" fmla="*/ 0 w 26"/>
                <a:gd name="T9" fmla="*/ 17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0" y="5"/>
                  </a:moveTo>
                  <a:cubicBezTo>
                    <a:pt x="1" y="3"/>
                    <a:pt x="4" y="1"/>
                    <a:pt x="4" y="0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7" y="4"/>
                    <a:pt x="4" y="4"/>
                  </a:cubicBezTo>
                  <a:cubicBezTo>
                    <a:pt x="2" y="4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49" name="Freeform 1409">
              <a:extLst>
                <a:ext uri="{FF2B5EF4-FFF2-40B4-BE49-F238E27FC236}">
                  <a16:creationId xmlns:a16="http://schemas.microsoft.com/office/drawing/2014/main" id="{ED4EF2C3-3ECF-4E43-BA28-342ED3F63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19"/>
              <a:ext cx="73" cy="56"/>
            </a:xfrm>
            <a:custGeom>
              <a:avLst/>
              <a:gdLst>
                <a:gd name="T0" fmla="*/ 798 w 29"/>
                <a:gd name="T1" fmla="*/ 1059 h 21"/>
                <a:gd name="T2" fmla="*/ 0 w 29"/>
                <a:gd name="T3" fmla="*/ 2184 h 21"/>
                <a:gd name="T4" fmla="*/ 6590 w 29"/>
                <a:gd name="T5" fmla="*/ 7531 h 21"/>
                <a:gd name="T6" fmla="*/ 6590 w 29"/>
                <a:gd name="T7" fmla="*/ 7531 h 21"/>
                <a:gd name="T8" fmla="*/ 6857 w 29"/>
                <a:gd name="T9" fmla="*/ 6464 h 21"/>
                <a:gd name="T10" fmla="*/ 7383 w 29"/>
                <a:gd name="T11" fmla="*/ 5824 h 21"/>
                <a:gd name="T12" fmla="*/ 7383 w 29"/>
                <a:gd name="T13" fmla="*/ 5824 h 21"/>
                <a:gd name="T14" fmla="*/ 1324 w 29"/>
                <a:gd name="T15" fmla="*/ 0 h 21"/>
                <a:gd name="T16" fmla="*/ 798 w 29"/>
                <a:gd name="T17" fmla="*/ 1059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1">
                  <a:moveTo>
                    <a:pt x="3" y="3"/>
                  </a:moveTo>
                  <a:cubicBezTo>
                    <a:pt x="2" y="4"/>
                    <a:pt x="1" y="5"/>
                    <a:pt x="0" y="6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7" y="20"/>
                    <a:pt x="27" y="19"/>
                    <a:pt x="27" y="18"/>
                  </a:cubicBezTo>
                  <a:cubicBezTo>
                    <a:pt x="28" y="18"/>
                    <a:pt x="28" y="17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4" y="2"/>
                    <a:pt x="3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50" name="Freeform 1410">
              <a:extLst>
                <a:ext uri="{FF2B5EF4-FFF2-40B4-BE49-F238E27FC236}">
                  <a16:creationId xmlns:a16="http://schemas.microsoft.com/office/drawing/2014/main" id="{822B05D8-D123-4542-BED0-D5442955F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807"/>
              <a:ext cx="142" cy="152"/>
            </a:xfrm>
            <a:custGeom>
              <a:avLst/>
              <a:gdLst>
                <a:gd name="T0" fmla="*/ 2892 w 57"/>
                <a:gd name="T1" fmla="*/ 17237 h 57"/>
                <a:gd name="T2" fmla="*/ 2118 w 57"/>
                <a:gd name="T3" fmla="*/ 4301 h 57"/>
                <a:gd name="T4" fmla="*/ 10742 w 57"/>
                <a:gd name="T5" fmla="*/ 3243 h 57"/>
                <a:gd name="T6" fmla="*/ 11519 w 57"/>
                <a:gd name="T7" fmla="*/ 16179 h 57"/>
                <a:gd name="T8" fmla="*/ 2892 w 57"/>
                <a:gd name="T9" fmla="*/ 1723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12" y="48"/>
                  </a:moveTo>
                  <a:cubicBezTo>
                    <a:pt x="1" y="39"/>
                    <a:pt x="0" y="23"/>
                    <a:pt x="9" y="12"/>
                  </a:cubicBezTo>
                  <a:cubicBezTo>
                    <a:pt x="18" y="2"/>
                    <a:pt x="34" y="0"/>
                    <a:pt x="45" y="9"/>
                  </a:cubicBezTo>
                  <a:cubicBezTo>
                    <a:pt x="55" y="18"/>
                    <a:pt x="57" y="34"/>
                    <a:pt x="48" y="45"/>
                  </a:cubicBezTo>
                  <a:cubicBezTo>
                    <a:pt x="39" y="56"/>
                    <a:pt x="23" y="57"/>
                    <a:pt x="12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51" name="Freeform 1411">
              <a:extLst>
                <a:ext uri="{FF2B5EF4-FFF2-40B4-BE49-F238E27FC236}">
                  <a16:creationId xmlns:a16="http://schemas.microsoft.com/office/drawing/2014/main" id="{E83BFF3A-378A-47E4-B503-D3E991AC6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636"/>
              <a:ext cx="140" cy="152"/>
            </a:xfrm>
            <a:custGeom>
              <a:avLst/>
              <a:gdLst>
                <a:gd name="T0" fmla="*/ 10750 w 56"/>
                <a:gd name="T1" fmla="*/ 17656 h 57"/>
                <a:gd name="T2" fmla="*/ 1958 w 56"/>
                <a:gd name="T3" fmla="*/ 16179 h 57"/>
                <a:gd name="T4" fmla="*/ 2938 w 56"/>
                <a:gd name="T5" fmla="*/ 3243 h 57"/>
                <a:gd name="T6" fmla="*/ 11720 w 56"/>
                <a:gd name="T7" fmla="*/ 4701 h 57"/>
                <a:gd name="T8" fmla="*/ 10750 w 56"/>
                <a:gd name="T9" fmla="*/ 1765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44" y="49"/>
                  </a:moveTo>
                  <a:cubicBezTo>
                    <a:pt x="33" y="57"/>
                    <a:pt x="17" y="56"/>
                    <a:pt x="8" y="45"/>
                  </a:cubicBezTo>
                  <a:cubicBezTo>
                    <a:pt x="0" y="34"/>
                    <a:pt x="1" y="18"/>
                    <a:pt x="12" y="9"/>
                  </a:cubicBezTo>
                  <a:cubicBezTo>
                    <a:pt x="23" y="0"/>
                    <a:pt x="39" y="2"/>
                    <a:pt x="48" y="13"/>
                  </a:cubicBezTo>
                  <a:cubicBezTo>
                    <a:pt x="56" y="24"/>
                    <a:pt x="55" y="40"/>
                    <a:pt x="44" y="49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52" name="Freeform 1412">
              <a:extLst>
                <a:ext uri="{FF2B5EF4-FFF2-40B4-BE49-F238E27FC236}">
                  <a16:creationId xmlns:a16="http://schemas.microsoft.com/office/drawing/2014/main" id="{2C32CC05-D923-4129-9904-77C342C8E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665"/>
              <a:ext cx="70" cy="72"/>
            </a:xfrm>
            <a:custGeom>
              <a:avLst/>
              <a:gdLst>
                <a:gd name="T0" fmla="*/ 5395 w 28"/>
                <a:gd name="T1" fmla="*/ 8248 h 27"/>
                <a:gd name="T2" fmla="*/ 988 w 28"/>
                <a:gd name="T3" fmla="*/ 7531 h 27"/>
                <a:gd name="T4" fmla="*/ 1488 w 28"/>
                <a:gd name="T5" fmla="*/ 1459 h 27"/>
                <a:gd name="T6" fmla="*/ 5863 w 28"/>
                <a:gd name="T7" fmla="*/ 2184 h 27"/>
                <a:gd name="T8" fmla="*/ 5395 w 28"/>
                <a:gd name="T9" fmla="*/ 824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22" y="23"/>
                  </a:moveTo>
                  <a:cubicBezTo>
                    <a:pt x="16" y="27"/>
                    <a:pt x="9" y="27"/>
                    <a:pt x="4" y="21"/>
                  </a:cubicBezTo>
                  <a:cubicBezTo>
                    <a:pt x="0" y="16"/>
                    <a:pt x="1" y="8"/>
                    <a:pt x="6" y="4"/>
                  </a:cubicBezTo>
                  <a:cubicBezTo>
                    <a:pt x="12" y="0"/>
                    <a:pt x="19" y="1"/>
                    <a:pt x="24" y="6"/>
                  </a:cubicBezTo>
                  <a:cubicBezTo>
                    <a:pt x="28" y="11"/>
                    <a:pt x="27" y="19"/>
                    <a:pt x="22" y="23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53" name="Freeform 1413">
              <a:extLst>
                <a:ext uri="{FF2B5EF4-FFF2-40B4-BE49-F238E27FC236}">
                  <a16:creationId xmlns:a16="http://schemas.microsoft.com/office/drawing/2014/main" id="{B002E46D-8A18-4123-A58A-3E6576FF5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684"/>
              <a:ext cx="27" cy="29"/>
            </a:xfrm>
            <a:custGeom>
              <a:avLst/>
              <a:gdLst>
                <a:gd name="T0" fmla="*/ 1964 w 11"/>
                <a:gd name="T1" fmla="*/ 3045 h 11"/>
                <a:gd name="T2" fmla="*/ 427 w 11"/>
                <a:gd name="T3" fmla="*/ 2655 h 11"/>
                <a:gd name="T4" fmla="*/ 621 w 11"/>
                <a:gd name="T5" fmla="*/ 382 h 11"/>
                <a:gd name="T6" fmla="*/ 1964 w 11"/>
                <a:gd name="T7" fmla="*/ 625 h 11"/>
                <a:gd name="T8" fmla="*/ 1964 w 11"/>
                <a:gd name="T9" fmla="*/ 304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9" y="9"/>
                  </a:moveTo>
                  <a:cubicBezTo>
                    <a:pt x="7" y="11"/>
                    <a:pt x="3" y="10"/>
                    <a:pt x="2" y="8"/>
                  </a:cubicBezTo>
                  <a:cubicBezTo>
                    <a:pt x="0" y="6"/>
                    <a:pt x="0" y="3"/>
                    <a:pt x="3" y="1"/>
                  </a:cubicBezTo>
                  <a:cubicBezTo>
                    <a:pt x="5" y="0"/>
                    <a:pt x="8" y="0"/>
                    <a:pt x="9" y="2"/>
                  </a:cubicBezTo>
                  <a:cubicBezTo>
                    <a:pt x="11" y="4"/>
                    <a:pt x="11" y="7"/>
                    <a:pt x="9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54" name="Freeform 1414">
              <a:extLst>
                <a:ext uri="{FF2B5EF4-FFF2-40B4-BE49-F238E27FC236}">
                  <a16:creationId xmlns:a16="http://schemas.microsoft.com/office/drawing/2014/main" id="{1676BD39-1B60-4AD8-AB68-C818DA173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631"/>
              <a:ext cx="67" cy="48"/>
            </a:xfrm>
            <a:custGeom>
              <a:avLst/>
              <a:gdLst>
                <a:gd name="T0" fmla="*/ 640 w 27"/>
                <a:gd name="T1" fmla="*/ 5405 h 18"/>
                <a:gd name="T2" fmla="*/ 1134 w 27"/>
                <a:gd name="T3" fmla="*/ 6464 h 18"/>
                <a:gd name="T4" fmla="*/ 6293 w 27"/>
                <a:gd name="T5" fmla="*/ 1763 h 18"/>
                <a:gd name="T6" fmla="*/ 6293 w 27"/>
                <a:gd name="T7" fmla="*/ 1763 h 18"/>
                <a:gd name="T8" fmla="*/ 6114 w 27"/>
                <a:gd name="T9" fmla="*/ 661 h 18"/>
                <a:gd name="T10" fmla="*/ 5653 w 27"/>
                <a:gd name="T11" fmla="*/ 0 h 18"/>
                <a:gd name="T12" fmla="*/ 5653 w 27"/>
                <a:gd name="T13" fmla="*/ 0 h 18"/>
                <a:gd name="T14" fmla="*/ 0 w 27"/>
                <a:gd name="T15" fmla="*/ 4301 h 18"/>
                <a:gd name="T16" fmla="*/ 640 w 27"/>
                <a:gd name="T17" fmla="*/ 540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8">
                  <a:moveTo>
                    <a:pt x="3" y="15"/>
                  </a:moveTo>
                  <a:cubicBezTo>
                    <a:pt x="4" y="16"/>
                    <a:pt x="5" y="17"/>
                    <a:pt x="5" y="18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4"/>
                    <a:pt x="26" y="3"/>
                    <a:pt x="26" y="2"/>
                  </a:cubicBezTo>
                  <a:cubicBezTo>
                    <a:pt x="25" y="2"/>
                    <a:pt x="25" y="1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2" y="14"/>
                    <a:pt x="3" y="15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55" name="Freeform 1415">
              <a:extLst>
                <a:ext uri="{FF2B5EF4-FFF2-40B4-BE49-F238E27FC236}">
                  <a16:creationId xmlns:a16="http://schemas.microsoft.com/office/drawing/2014/main" id="{2E877608-7CDA-4D2E-ACC1-02509C0E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633"/>
              <a:ext cx="55" cy="40"/>
            </a:xfrm>
            <a:custGeom>
              <a:avLst/>
              <a:gdLst>
                <a:gd name="T0" fmla="*/ 783 w 22"/>
                <a:gd name="T1" fmla="*/ 5405 h 15"/>
                <a:gd name="T2" fmla="*/ 0 w 22"/>
                <a:gd name="T3" fmla="*/ 3891 h 15"/>
                <a:gd name="T4" fmla="*/ 5395 w 22"/>
                <a:gd name="T5" fmla="*/ 0 h 15"/>
                <a:gd name="T6" fmla="*/ 783 w 22"/>
                <a:gd name="T7" fmla="*/ 3891 h 15"/>
                <a:gd name="T8" fmla="*/ 783 w 22"/>
                <a:gd name="T9" fmla="*/ 54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5">
                  <a:moveTo>
                    <a:pt x="3" y="15"/>
                  </a:moveTo>
                  <a:cubicBezTo>
                    <a:pt x="2" y="14"/>
                    <a:pt x="0" y="11"/>
                    <a:pt x="0" y="1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4" y="9"/>
                    <a:pt x="3" y="11"/>
                  </a:cubicBezTo>
                  <a:cubicBezTo>
                    <a:pt x="3" y="13"/>
                    <a:pt x="3" y="15"/>
                    <a:pt x="3" y="1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56" name="Freeform 1416">
              <a:extLst>
                <a:ext uri="{FF2B5EF4-FFF2-40B4-BE49-F238E27FC236}">
                  <a16:creationId xmlns:a16="http://schemas.microsoft.com/office/drawing/2014/main" id="{62F825ED-41BC-4E11-8FE6-2150D1381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225"/>
              <a:ext cx="143" cy="152"/>
            </a:xfrm>
            <a:custGeom>
              <a:avLst/>
              <a:gdLst>
                <a:gd name="T0" fmla="*/ 6771 w 57"/>
                <a:gd name="T1" fmla="*/ 20083 h 57"/>
                <a:gd name="T2" fmla="*/ 314 w 57"/>
                <a:gd name="T3" fmla="*/ 9707 h 57"/>
                <a:gd name="T4" fmla="*/ 7451 w 57"/>
                <a:gd name="T5" fmla="*/ 397 h 57"/>
                <a:gd name="T6" fmla="*/ 13909 w 57"/>
                <a:gd name="T7" fmla="*/ 10773 h 57"/>
                <a:gd name="T8" fmla="*/ 6771 w 57"/>
                <a:gd name="T9" fmla="*/ 20083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27" y="56"/>
                  </a:moveTo>
                  <a:cubicBezTo>
                    <a:pt x="12" y="55"/>
                    <a:pt x="0" y="42"/>
                    <a:pt x="1" y="27"/>
                  </a:cubicBezTo>
                  <a:cubicBezTo>
                    <a:pt x="2" y="12"/>
                    <a:pt x="15" y="0"/>
                    <a:pt x="30" y="1"/>
                  </a:cubicBezTo>
                  <a:cubicBezTo>
                    <a:pt x="45" y="1"/>
                    <a:pt x="57" y="14"/>
                    <a:pt x="56" y="30"/>
                  </a:cubicBezTo>
                  <a:cubicBezTo>
                    <a:pt x="56" y="45"/>
                    <a:pt x="43" y="57"/>
                    <a:pt x="27" y="56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57" name="Freeform 1417">
              <a:extLst>
                <a:ext uri="{FF2B5EF4-FFF2-40B4-BE49-F238E27FC236}">
                  <a16:creationId xmlns:a16="http://schemas.microsoft.com/office/drawing/2014/main" id="{455AB829-AB67-4097-9089-08F69EED6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292"/>
              <a:ext cx="23" cy="24"/>
            </a:xfrm>
            <a:custGeom>
              <a:avLst/>
              <a:gdLst>
                <a:gd name="T0" fmla="*/ 332 w 9"/>
                <a:gd name="T1" fmla="*/ 1763 h 9"/>
                <a:gd name="T2" fmla="*/ 0 w 9"/>
                <a:gd name="T3" fmla="*/ 3243 h 9"/>
                <a:gd name="T4" fmla="*/ 2520 w 9"/>
                <a:gd name="T5" fmla="*/ 2184 h 9"/>
                <a:gd name="T6" fmla="*/ 2520 w 9"/>
                <a:gd name="T7" fmla="*/ 2184 h 9"/>
                <a:gd name="T8" fmla="*/ 2520 w 9"/>
                <a:gd name="T9" fmla="*/ 1059 h 9"/>
                <a:gd name="T10" fmla="*/ 2520 w 9"/>
                <a:gd name="T11" fmla="*/ 0 h 9"/>
                <a:gd name="T12" fmla="*/ 2520 w 9"/>
                <a:gd name="T13" fmla="*/ 0 h 9"/>
                <a:gd name="T14" fmla="*/ 332 w 9"/>
                <a:gd name="T15" fmla="*/ 0 h 9"/>
                <a:gd name="T16" fmla="*/ 332 w 9"/>
                <a:gd name="T17" fmla="*/ 1763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9">
                  <a:moveTo>
                    <a:pt x="1" y="5"/>
                  </a:moveTo>
                  <a:cubicBezTo>
                    <a:pt x="1" y="6"/>
                    <a:pt x="0" y="8"/>
                    <a:pt x="0" y="9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9" y="2"/>
                    <a:pt x="9" y="1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1" y="3"/>
                    <a:pt x="1" y="5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58" name="Freeform 1418">
              <a:extLst>
                <a:ext uri="{FF2B5EF4-FFF2-40B4-BE49-F238E27FC236}">
                  <a16:creationId xmlns:a16="http://schemas.microsoft.com/office/drawing/2014/main" id="{8A744305-7B60-4D5D-BEAE-28300885E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295"/>
              <a:ext cx="18" cy="18"/>
            </a:xfrm>
            <a:custGeom>
              <a:avLst/>
              <a:gdLst>
                <a:gd name="T0" fmla="*/ 0 w 7"/>
                <a:gd name="T1" fmla="*/ 2003 h 7"/>
                <a:gd name="T2" fmla="*/ 357 w 7"/>
                <a:gd name="T3" fmla="*/ 357 h 7"/>
                <a:gd name="T4" fmla="*/ 2003 w 7"/>
                <a:gd name="T5" fmla="*/ 0 h 7"/>
                <a:gd name="T6" fmla="*/ 1137 w 7"/>
                <a:gd name="T7" fmla="*/ 1137 h 7"/>
                <a:gd name="T8" fmla="*/ 0 w 7"/>
                <a:gd name="T9" fmla="*/ 20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1" y="5"/>
                    <a:pt x="1" y="1"/>
                    <a:pt x="1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2"/>
                    <a:pt x="4" y="4"/>
                  </a:cubicBezTo>
                  <a:cubicBezTo>
                    <a:pt x="2" y="5"/>
                    <a:pt x="1" y="7"/>
                    <a:pt x="0" y="7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59" name="Freeform 1419">
              <a:extLst>
                <a:ext uri="{FF2B5EF4-FFF2-40B4-BE49-F238E27FC236}">
                  <a16:creationId xmlns:a16="http://schemas.microsoft.com/office/drawing/2014/main" id="{0D6F5852-7AE4-41CE-B42A-065C8B1E0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399"/>
              <a:ext cx="140" cy="149"/>
            </a:xfrm>
            <a:custGeom>
              <a:avLst/>
              <a:gdLst>
                <a:gd name="T0" fmla="*/ 8595 w 56"/>
                <a:gd name="T1" fmla="*/ 18386 h 56"/>
                <a:gd name="T2" fmla="*/ 988 w 56"/>
                <a:gd name="T3" fmla="*/ 12375 h 56"/>
                <a:gd name="T4" fmla="*/ 5208 w 56"/>
                <a:gd name="T5" fmla="*/ 1450 h 56"/>
                <a:gd name="T6" fmla="*/ 12708 w 56"/>
                <a:gd name="T7" fmla="*/ 7461 h 56"/>
                <a:gd name="T8" fmla="*/ 8595 w 56"/>
                <a:gd name="T9" fmla="*/ 1838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35" y="52"/>
                  </a:moveTo>
                  <a:cubicBezTo>
                    <a:pt x="22" y="56"/>
                    <a:pt x="8" y="49"/>
                    <a:pt x="4" y="35"/>
                  </a:cubicBezTo>
                  <a:cubicBezTo>
                    <a:pt x="0" y="22"/>
                    <a:pt x="8" y="8"/>
                    <a:pt x="21" y="4"/>
                  </a:cubicBezTo>
                  <a:cubicBezTo>
                    <a:pt x="34" y="0"/>
                    <a:pt x="48" y="8"/>
                    <a:pt x="52" y="21"/>
                  </a:cubicBezTo>
                  <a:cubicBezTo>
                    <a:pt x="56" y="34"/>
                    <a:pt x="49" y="48"/>
                    <a:pt x="35" y="52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60" name="Freeform 1420">
              <a:extLst>
                <a:ext uri="{FF2B5EF4-FFF2-40B4-BE49-F238E27FC236}">
                  <a16:creationId xmlns:a16="http://schemas.microsoft.com/office/drawing/2014/main" id="{A3FB6664-5509-459D-85E7-1EDFFC690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428"/>
              <a:ext cx="82" cy="37"/>
            </a:xfrm>
            <a:custGeom>
              <a:avLst/>
              <a:gdLst>
                <a:gd name="T0" fmla="*/ 462 w 33"/>
                <a:gd name="T1" fmla="*/ 3359 h 14"/>
                <a:gd name="T2" fmla="*/ 641 w 33"/>
                <a:gd name="T3" fmla="*/ 4784 h 14"/>
                <a:gd name="T4" fmla="*/ 7780 w 33"/>
                <a:gd name="T5" fmla="*/ 2046 h 14"/>
                <a:gd name="T6" fmla="*/ 7780 w 33"/>
                <a:gd name="T7" fmla="*/ 2046 h 14"/>
                <a:gd name="T8" fmla="*/ 7581 w 33"/>
                <a:gd name="T9" fmla="*/ 1033 h 14"/>
                <a:gd name="T10" fmla="*/ 7286 w 33"/>
                <a:gd name="T11" fmla="*/ 0 h 14"/>
                <a:gd name="T12" fmla="*/ 7286 w 33"/>
                <a:gd name="T13" fmla="*/ 0 h 14"/>
                <a:gd name="T14" fmla="*/ 0 w 33"/>
                <a:gd name="T15" fmla="*/ 2046 h 14"/>
                <a:gd name="T16" fmla="*/ 462 w 33"/>
                <a:gd name="T17" fmla="*/ 3359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4">
                  <a:moveTo>
                    <a:pt x="2" y="10"/>
                  </a:moveTo>
                  <a:cubicBezTo>
                    <a:pt x="2" y="11"/>
                    <a:pt x="2" y="13"/>
                    <a:pt x="3" y="14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5"/>
                    <a:pt x="32" y="4"/>
                    <a:pt x="32" y="3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1" y="8"/>
                    <a:pt x="2" y="10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61" name="Freeform 1421">
              <a:extLst>
                <a:ext uri="{FF2B5EF4-FFF2-40B4-BE49-F238E27FC236}">
                  <a16:creationId xmlns:a16="http://schemas.microsoft.com/office/drawing/2014/main" id="{7D3F18D2-ADB7-4E73-8F53-3CC3DF3A0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433"/>
              <a:ext cx="70" cy="27"/>
            </a:xfrm>
            <a:custGeom>
              <a:avLst/>
              <a:gdLst>
                <a:gd name="T0" fmla="*/ 313 w 28"/>
                <a:gd name="T1" fmla="*/ 3877 h 10"/>
                <a:gd name="T2" fmla="*/ 0 w 28"/>
                <a:gd name="T3" fmla="*/ 2028 h 10"/>
                <a:gd name="T4" fmla="*/ 6845 w 28"/>
                <a:gd name="T5" fmla="*/ 0 h 10"/>
                <a:gd name="T6" fmla="*/ 783 w 28"/>
                <a:gd name="T7" fmla="*/ 2282 h 10"/>
                <a:gd name="T8" fmla="*/ 313 w 28"/>
                <a:gd name="T9" fmla="*/ 38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">
                  <a:moveTo>
                    <a:pt x="1" y="10"/>
                  </a:moveTo>
                  <a:cubicBezTo>
                    <a:pt x="1" y="9"/>
                    <a:pt x="0" y="5"/>
                    <a:pt x="0" y="5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4" y="4"/>
                    <a:pt x="3" y="6"/>
                  </a:cubicBezTo>
                  <a:cubicBezTo>
                    <a:pt x="2" y="8"/>
                    <a:pt x="1" y="10"/>
                    <a:pt x="1" y="1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62" name="Freeform 1422">
              <a:extLst>
                <a:ext uri="{FF2B5EF4-FFF2-40B4-BE49-F238E27FC236}">
                  <a16:creationId xmlns:a16="http://schemas.microsoft.com/office/drawing/2014/main" id="{332CA276-2B8B-40AE-BF87-A6B251B3C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428"/>
              <a:ext cx="82" cy="37"/>
            </a:xfrm>
            <a:custGeom>
              <a:avLst/>
              <a:gdLst>
                <a:gd name="T0" fmla="*/ 462 w 33"/>
                <a:gd name="T1" fmla="*/ 3359 h 14"/>
                <a:gd name="T2" fmla="*/ 641 w 33"/>
                <a:gd name="T3" fmla="*/ 4784 h 14"/>
                <a:gd name="T4" fmla="*/ 7780 w 33"/>
                <a:gd name="T5" fmla="*/ 2046 h 14"/>
                <a:gd name="T6" fmla="*/ 7780 w 33"/>
                <a:gd name="T7" fmla="*/ 2046 h 14"/>
                <a:gd name="T8" fmla="*/ 7581 w 33"/>
                <a:gd name="T9" fmla="*/ 1033 h 14"/>
                <a:gd name="T10" fmla="*/ 7286 w 33"/>
                <a:gd name="T11" fmla="*/ 0 h 14"/>
                <a:gd name="T12" fmla="*/ 7286 w 33"/>
                <a:gd name="T13" fmla="*/ 0 h 14"/>
                <a:gd name="T14" fmla="*/ 0 w 33"/>
                <a:gd name="T15" fmla="*/ 2046 h 14"/>
                <a:gd name="T16" fmla="*/ 462 w 33"/>
                <a:gd name="T17" fmla="*/ 3359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4">
                  <a:moveTo>
                    <a:pt x="2" y="10"/>
                  </a:moveTo>
                  <a:cubicBezTo>
                    <a:pt x="2" y="11"/>
                    <a:pt x="2" y="13"/>
                    <a:pt x="3" y="14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5"/>
                    <a:pt x="32" y="4"/>
                    <a:pt x="32" y="3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1" y="8"/>
                    <a:pt x="2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63" name="Freeform 1423">
              <a:extLst>
                <a:ext uri="{FF2B5EF4-FFF2-40B4-BE49-F238E27FC236}">
                  <a16:creationId xmlns:a16="http://schemas.microsoft.com/office/drawing/2014/main" id="{1D1B596C-03E3-4DF2-8DF7-A798F88C6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399"/>
              <a:ext cx="140" cy="149"/>
            </a:xfrm>
            <a:custGeom>
              <a:avLst/>
              <a:gdLst>
                <a:gd name="T0" fmla="*/ 8595 w 56"/>
                <a:gd name="T1" fmla="*/ 18386 h 56"/>
                <a:gd name="T2" fmla="*/ 988 w 56"/>
                <a:gd name="T3" fmla="*/ 12375 h 56"/>
                <a:gd name="T4" fmla="*/ 5208 w 56"/>
                <a:gd name="T5" fmla="*/ 1450 h 56"/>
                <a:gd name="T6" fmla="*/ 12708 w 56"/>
                <a:gd name="T7" fmla="*/ 7461 h 56"/>
                <a:gd name="T8" fmla="*/ 8595 w 56"/>
                <a:gd name="T9" fmla="*/ 1838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35" y="52"/>
                  </a:moveTo>
                  <a:cubicBezTo>
                    <a:pt x="22" y="56"/>
                    <a:pt x="8" y="49"/>
                    <a:pt x="4" y="35"/>
                  </a:cubicBezTo>
                  <a:cubicBezTo>
                    <a:pt x="0" y="22"/>
                    <a:pt x="8" y="8"/>
                    <a:pt x="21" y="4"/>
                  </a:cubicBezTo>
                  <a:cubicBezTo>
                    <a:pt x="34" y="0"/>
                    <a:pt x="48" y="8"/>
                    <a:pt x="52" y="21"/>
                  </a:cubicBezTo>
                  <a:cubicBezTo>
                    <a:pt x="56" y="34"/>
                    <a:pt x="49" y="48"/>
                    <a:pt x="35" y="5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64" name="Freeform 1424">
              <a:extLst>
                <a:ext uri="{FF2B5EF4-FFF2-40B4-BE49-F238E27FC236}">
                  <a16:creationId xmlns:a16="http://schemas.microsoft.com/office/drawing/2014/main" id="{6F5DF012-1428-46E1-93D1-5ECF4E5C8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841"/>
              <a:ext cx="143" cy="152"/>
            </a:xfrm>
            <a:custGeom>
              <a:avLst/>
              <a:gdLst>
                <a:gd name="T0" fmla="*/ 12915 w 57"/>
                <a:gd name="T1" fmla="*/ 13347 h 57"/>
                <a:gd name="T2" fmla="*/ 4960 w 57"/>
                <a:gd name="T3" fmla="*/ 19021 h 57"/>
                <a:gd name="T4" fmla="*/ 1310 w 57"/>
                <a:gd name="T5" fmla="*/ 7133 h 57"/>
                <a:gd name="T6" fmla="*/ 9240 w 57"/>
                <a:gd name="T7" fmla="*/ 1763 h 57"/>
                <a:gd name="T8" fmla="*/ 12915 w 57"/>
                <a:gd name="T9" fmla="*/ 1334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52" y="37"/>
                  </a:moveTo>
                  <a:cubicBezTo>
                    <a:pt x="48" y="50"/>
                    <a:pt x="33" y="57"/>
                    <a:pt x="20" y="53"/>
                  </a:cubicBezTo>
                  <a:cubicBezTo>
                    <a:pt x="7" y="48"/>
                    <a:pt x="0" y="34"/>
                    <a:pt x="5" y="20"/>
                  </a:cubicBezTo>
                  <a:cubicBezTo>
                    <a:pt x="9" y="7"/>
                    <a:pt x="24" y="0"/>
                    <a:pt x="37" y="5"/>
                  </a:cubicBezTo>
                  <a:cubicBezTo>
                    <a:pt x="50" y="10"/>
                    <a:pt x="57" y="24"/>
                    <a:pt x="52" y="37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65" name="Freeform 1425">
              <a:extLst>
                <a:ext uri="{FF2B5EF4-FFF2-40B4-BE49-F238E27FC236}">
                  <a16:creationId xmlns:a16="http://schemas.microsoft.com/office/drawing/2014/main" id="{614BBDDC-D4D6-4854-905C-83065A62F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873"/>
              <a:ext cx="63" cy="67"/>
            </a:xfrm>
            <a:custGeom>
              <a:avLst/>
              <a:gdLst>
                <a:gd name="T0" fmla="*/ 0 w 25"/>
                <a:gd name="T1" fmla="*/ 4425 h 25"/>
                <a:gd name="T2" fmla="*/ 3347 w 25"/>
                <a:gd name="T3" fmla="*/ 0 h 25"/>
                <a:gd name="T4" fmla="*/ 6421 w 25"/>
                <a:gd name="T5" fmla="*/ 4848 h 25"/>
                <a:gd name="T6" fmla="*/ 3074 w 25"/>
                <a:gd name="T7" fmla="*/ 9281 h 25"/>
                <a:gd name="T8" fmla="*/ 0 w 25"/>
                <a:gd name="T9" fmla="*/ 44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0" y="12"/>
                  </a:moveTo>
                  <a:cubicBezTo>
                    <a:pt x="1" y="5"/>
                    <a:pt x="7" y="0"/>
                    <a:pt x="13" y="0"/>
                  </a:cubicBezTo>
                  <a:cubicBezTo>
                    <a:pt x="20" y="1"/>
                    <a:pt x="25" y="7"/>
                    <a:pt x="25" y="13"/>
                  </a:cubicBezTo>
                  <a:cubicBezTo>
                    <a:pt x="24" y="20"/>
                    <a:pt x="18" y="25"/>
                    <a:pt x="12" y="25"/>
                  </a:cubicBezTo>
                  <a:cubicBezTo>
                    <a:pt x="5" y="24"/>
                    <a:pt x="0" y="18"/>
                    <a:pt x="0" y="12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66" name="Freeform 1426">
              <a:extLst>
                <a:ext uri="{FF2B5EF4-FFF2-40B4-BE49-F238E27FC236}">
                  <a16:creationId xmlns:a16="http://schemas.microsoft.com/office/drawing/2014/main" id="{BEF12AB7-175F-46AA-BFA8-21C841A16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889"/>
              <a:ext cx="25" cy="30"/>
            </a:xfrm>
            <a:custGeom>
              <a:avLst/>
              <a:gdLst>
                <a:gd name="T0" fmla="*/ 0 w 10"/>
                <a:gd name="T1" fmla="*/ 2114 h 11"/>
                <a:gd name="T2" fmla="*/ 1300 w 10"/>
                <a:gd name="T3" fmla="*/ 447 h 11"/>
                <a:gd name="T4" fmla="*/ 2470 w 10"/>
                <a:gd name="T5" fmla="*/ 2433 h 11"/>
                <a:gd name="T6" fmla="*/ 1300 w 10"/>
                <a:gd name="T7" fmla="*/ 4099 h 11"/>
                <a:gd name="T8" fmla="*/ 0 w 10"/>
                <a:gd name="T9" fmla="*/ 211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0" y="2"/>
                    <a:pt x="3" y="0"/>
                    <a:pt x="5" y="1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10" y="9"/>
                    <a:pt x="7" y="11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67" name="Freeform 1427">
              <a:extLst>
                <a:ext uri="{FF2B5EF4-FFF2-40B4-BE49-F238E27FC236}">
                  <a16:creationId xmlns:a16="http://schemas.microsoft.com/office/drawing/2014/main" id="{F36FE94C-3444-4E94-ADCE-35C3B6395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2791"/>
              <a:ext cx="40" cy="66"/>
            </a:xfrm>
            <a:custGeom>
              <a:avLst/>
              <a:gdLst>
                <a:gd name="T0" fmla="*/ 988 w 16"/>
                <a:gd name="T1" fmla="*/ 8057 h 25"/>
                <a:gd name="T2" fmla="*/ 1958 w 16"/>
                <a:gd name="T3" fmla="*/ 8448 h 25"/>
                <a:gd name="T4" fmla="*/ 3908 w 16"/>
                <a:gd name="T5" fmla="*/ 1011 h 25"/>
                <a:gd name="T6" fmla="*/ 3908 w 16"/>
                <a:gd name="T7" fmla="*/ 1011 h 25"/>
                <a:gd name="T8" fmla="*/ 3438 w 16"/>
                <a:gd name="T9" fmla="*/ 383 h 25"/>
                <a:gd name="T10" fmla="*/ 2738 w 16"/>
                <a:gd name="T11" fmla="*/ 0 h 25"/>
                <a:gd name="T12" fmla="*/ 2738 w 16"/>
                <a:gd name="T13" fmla="*/ 0 h 25"/>
                <a:gd name="T14" fmla="*/ 0 w 16"/>
                <a:gd name="T15" fmla="*/ 7820 h 25"/>
                <a:gd name="T16" fmla="*/ 988 w 16"/>
                <a:gd name="T17" fmla="*/ 805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5">
                  <a:moveTo>
                    <a:pt x="4" y="24"/>
                  </a:moveTo>
                  <a:cubicBezTo>
                    <a:pt x="5" y="24"/>
                    <a:pt x="7" y="25"/>
                    <a:pt x="8" y="25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2"/>
                    <a:pt x="15" y="2"/>
                    <a:pt x="14" y="1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23"/>
                    <a:pt x="3" y="23"/>
                    <a:pt x="4" y="2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68" name="Freeform 1428">
              <a:extLst>
                <a:ext uri="{FF2B5EF4-FFF2-40B4-BE49-F238E27FC236}">
                  <a16:creationId xmlns:a16="http://schemas.microsoft.com/office/drawing/2014/main" id="{CC291CE9-62FA-4684-B76B-D6C3C5FB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791"/>
              <a:ext cx="25" cy="61"/>
            </a:xfrm>
            <a:custGeom>
              <a:avLst/>
              <a:gdLst>
                <a:gd name="T0" fmla="*/ 1300 w 10"/>
                <a:gd name="T1" fmla="*/ 8018 h 23"/>
                <a:gd name="T2" fmla="*/ 0 w 10"/>
                <a:gd name="T3" fmla="*/ 7370 h 23"/>
                <a:gd name="T4" fmla="*/ 2470 w 10"/>
                <a:gd name="T5" fmla="*/ 0 h 23"/>
                <a:gd name="T6" fmla="*/ 783 w 10"/>
                <a:gd name="T7" fmla="*/ 6583 h 23"/>
                <a:gd name="T8" fmla="*/ 1300 w 10"/>
                <a:gd name="T9" fmla="*/ 801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3">
                  <a:moveTo>
                    <a:pt x="5" y="23"/>
                  </a:moveTo>
                  <a:cubicBezTo>
                    <a:pt x="4" y="22"/>
                    <a:pt x="1" y="21"/>
                    <a:pt x="0" y="2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2" y="18"/>
                    <a:pt x="3" y="19"/>
                  </a:cubicBezTo>
                  <a:cubicBezTo>
                    <a:pt x="4" y="21"/>
                    <a:pt x="5" y="23"/>
                    <a:pt x="5" y="23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69" name="Freeform 1429">
              <a:extLst>
                <a:ext uri="{FF2B5EF4-FFF2-40B4-BE49-F238E27FC236}">
                  <a16:creationId xmlns:a16="http://schemas.microsoft.com/office/drawing/2014/main" id="{8B70394D-8664-4A40-BAE0-EBD2CD5B3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2791"/>
              <a:ext cx="40" cy="66"/>
            </a:xfrm>
            <a:custGeom>
              <a:avLst/>
              <a:gdLst>
                <a:gd name="T0" fmla="*/ 988 w 16"/>
                <a:gd name="T1" fmla="*/ 8057 h 25"/>
                <a:gd name="T2" fmla="*/ 1958 w 16"/>
                <a:gd name="T3" fmla="*/ 8448 h 25"/>
                <a:gd name="T4" fmla="*/ 3908 w 16"/>
                <a:gd name="T5" fmla="*/ 1011 h 25"/>
                <a:gd name="T6" fmla="*/ 3908 w 16"/>
                <a:gd name="T7" fmla="*/ 1011 h 25"/>
                <a:gd name="T8" fmla="*/ 3438 w 16"/>
                <a:gd name="T9" fmla="*/ 383 h 25"/>
                <a:gd name="T10" fmla="*/ 2738 w 16"/>
                <a:gd name="T11" fmla="*/ 0 h 25"/>
                <a:gd name="T12" fmla="*/ 2738 w 16"/>
                <a:gd name="T13" fmla="*/ 0 h 25"/>
                <a:gd name="T14" fmla="*/ 0 w 16"/>
                <a:gd name="T15" fmla="*/ 7820 h 25"/>
                <a:gd name="T16" fmla="*/ 988 w 16"/>
                <a:gd name="T17" fmla="*/ 805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5">
                  <a:moveTo>
                    <a:pt x="4" y="24"/>
                  </a:moveTo>
                  <a:cubicBezTo>
                    <a:pt x="5" y="24"/>
                    <a:pt x="7" y="25"/>
                    <a:pt x="8" y="25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2"/>
                    <a:pt x="15" y="2"/>
                    <a:pt x="14" y="1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23"/>
                    <a:pt x="3" y="23"/>
                    <a:pt x="4" y="2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70" name="Freeform 1430">
              <a:extLst>
                <a:ext uri="{FF2B5EF4-FFF2-40B4-BE49-F238E27FC236}">
                  <a16:creationId xmlns:a16="http://schemas.microsoft.com/office/drawing/2014/main" id="{F77A159D-5E3A-4306-91AF-C53F372E1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841"/>
              <a:ext cx="143" cy="152"/>
            </a:xfrm>
            <a:custGeom>
              <a:avLst/>
              <a:gdLst>
                <a:gd name="T0" fmla="*/ 12915 w 57"/>
                <a:gd name="T1" fmla="*/ 13347 h 57"/>
                <a:gd name="T2" fmla="*/ 4960 w 57"/>
                <a:gd name="T3" fmla="*/ 19021 h 57"/>
                <a:gd name="T4" fmla="*/ 1310 w 57"/>
                <a:gd name="T5" fmla="*/ 7133 h 57"/>
                <a:gd name="T6" fmla="*/ 9240 w 57"/>
                <a:gd name="T7" fmla="*/ 1763 h 57"/>
                <a:gd name="T8" fmla="*/ 12915 w 57"/>
                <a:gd name="T9" fmla="*/ 1334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52" y="37"/>
                  </a:moveTo>
                  <a:cubicBezTo>
                    <a:pt x="48" y="50"/>
                    <a:pt x="33" y="57"/>
                    <a:pt x="20" y="53"/>
                  </a:cubicBezTo>
                  <a:cubicBezTo>
                    <a:pt x="7" y="48"/>
                    <a:pt x="0" y="34"/>
                    <a:pt x="5" y="20"/>
                  </a:cubicBezTo>
                  <a:cubicBezTo>
                    <a:pt x="9" y="7"/>
                    <a:pt x="24" y="0"/>
                    <a:pt x="37" y="5"/>
                  </a:cubicBezTo>
                  <a:cubicBezTo>
                    <a:pt x="50" y="10"/>
                    <a:pt x="57" y="24"/>
                    <a:pt x="52" y="3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71" name="Freeform 1431">
              <a:extLst>
                <a:ext uri="{FF2B5EF4-FFF2-40B4-BE49-F238E27FC236}">
                  <a16:creationId xmlns:a16="http://schemas.microsoft.com/office/drawing/2014/main" id="{663EA2F0-4A03-4687-BEFC-FF38DDE9B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057"/>
              <a:ext cx="142" cy="152"/>
            </a:xfrm>
            <a:custGeom>
              <a:avLst/>
              <a:gdLst>
                <a:gd name="T0" fmla="*/ 4499 w 57"/>
                <a:gd name="T1" fmla="*/ 18752 h 57"/>
                <a:gd name="T2" fmla="*/ 1161 w 57"/>
                <a:gd name="T3" fmla="*/ 6883 h 57"/>
                <a:gd name="T4" fmla="*/ 8814 w 57"/>
                <a:gd name="T5" fmla="*/ 1763 h 57"/>
                <a:gd name="T6" fmla="*/ 12474 w 57"/>
                <a:gd name="T7" fmla="*/ 13597 h 57"/>
                <a:gd name="T8" fmla="*/ 4499 w 57"/>
                <a:gd name="T9" fmla="*/ 1875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19" y="52"/>
                  </a:moveTo>
                  <a:cubicBezTo>
                    <a:pt x="6" y="47"/>
                    <a:pt x="0" y="32"/>
                    <a:pt x="5" y="19"/>
                  </a:cubicBezTo>
                  <a:cubicBezTo>
                    <a:pt x="10" y="6"/>
                    <a:pt x="24" y="0"/>
                    <a:pt x="37" y="5"/>
                  </a:cubicBezTo>
                  <a:cubicBezTo>
                    <a:pt x="50" y="10"/>
                    <a:pt x="57" y="25"/>
                    <a:pt x="52" y="38"/>
                  </a:cubicBezTo>
                  <a:cubicBezTo>
                    <a:pt x="47" y="51"/>
                    <a:pt x="32" y="57"/>
                    <a:pt x="19" y="52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72" name="Freeform 1432">
              <a:extLst>
                <a:ext uri="{FF2B5EF4-FFF2-40B4-BE49-F238E27FC236}">
                  <a16:creationId xmlns:a16="http://schemas.microsoft.com/office/drawing/2014/main" id="{D67FBFEB-3A9F-453A-BC54-38BAA67B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087"/>
              <a:ext cx="70" cy="72"/>
            </a:xfrm>
            <a:custGeom>
              <a:avLst/>
              <a:gdLst>
                <a:gd name="T0" fmla="*/ 1488 w 28"/>
                <a:gd name="T1" fmla="*/ 1763 h 27"/>
                <a:gd name="T2" fmla="*/ 5675 w 28"/>
                <a:gd name="T3" fmla="*/ 2184 h 27"/>
                <a:gd name="T4" fmla="*/ 5395 w 28"/>
                <a:gd name="T5" fmla="*/ 8248 h 27"/>
                <a:gd name="T6" fmla="*/ 1300 w 28"/>
                <a:gd name="T7" fmla="*/ 7944 h 27"/>
                <a:gd name="T8" fmla="*/ 1488 w 28"/>
                <a:gd name="T9" fmla="*/ 17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6" y="5"/>
                  </a:moveTo>
                  <a:cubicBezTo>
                    <a:pt x="11" y="0"/>
                    <a:pt x="19" y="0"/>
                    <a:pt x="23" y="6"/>
                  </a:cubicBezTo>
                  <a:cubicBezTo>
                    <a:pt x="28" y="11"/>
                    <a:pt x="27" y="18"/>
                    <a:pt x="22" y="23"/>
                  </a:cubicBezTo>
                  <a:cubicBezTo>
                    <a:pt x="17" y="27"/>
                    <a:pt x="9" y="27"/>
                    <a:pt x="5" y="22"/>
                  </a:cubicBezTo>
                  <a:cubicBezTo>
                    <a:pt x="0" y="17"/>
                    <a:pt x="1" y="9"/>
                    <a:pt x="6" y="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73" name="Freeform 1433">
              <a:extLst>
                <a:ext uri="{FF2B5EF4-FFF2-40B4-BE49-F238E27FC236}">
                  <a16:creationId xmlns:a16="http://schemas.microsoft.com/office/drawing/2014/main" id="{C7C61207-B9D8-44CE-8DDC-A5590717D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103"/>
              <a:ext cx="27" cy="29"/>
            </a:xfrm>
            <a:custGeom>
              <a:avLst/>
              <a:gdLst>
                <a:gd name="T0" fmla="*/ 427 w 11"/>
                <a:gd name="T1" fmla="*/ 625 h 11"/>
                <a:gd name="T2" fmla="*/ 1964 w 11"/>
                <a:gd name="T3" fmla="*/ 625 h 11"/>
                <a:gd name="T4" fmla="*/ 1964 w 11"/>
                <a:gd name="T5" fmla="*/ 3045 h 11"/>
                <a:gd name="T6" fmla="*/ 427 w 11"/>
                <a:gd name="T7" fmla="*/ 3045 h 11"/>
                <a:gd name="T8" fmla="*/ 427 w 11"/>
                <a:gd name="T9" fmla="*/ 62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2"/>
                  </a:moveTo>
                  <a:cubicBezTo>
                    <a:pt x="4" y="0"/>
                    <a:pt x="8" y="0"/>
                    <a:pt x="9" y="2"/>
                  </a:cubicBezTo>
                  <a:cubicBezTo>
                    <a:pt x="11" y="4"/>
                    <a:pt x="11" y="7"/>
                    <a:pt x="9" y="9"/>
                  </a:cubicBezTo>
                  <a:cubicBezTo>
                    <a:pt x="7" y="11"/>
                    <a:pt x="4" y="11"/>
                    <a:pt x="2" y="9"/>
                  </a:cubicBezTo>
                  <a:cubicBezTo>
                    <a:pt x="0" y="7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74" name="Freeform 1434">
              <a:extLst>
                <a:ext uri="{FF2B5EF4-FFF2-40B4-BE49-F238E27FC236}">
                  <a16:creationId xmlns:a16="http://schemas.microsoft.com/office/drawing/2014/main" id="{83CE8BA8-D9F6-41BA-9EF6-07548CDEB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252"/>
              <a:ext cx="78" cy="80"/>
            </a:xfrm>
            <a:custGeom>
              <a:avLst/>
              <a:gdLst>
                <a:gd name="T0" fmla="*/ 1799 w 31"/>
                <a:gd name="T1" fmla="*/ 1459 h 30"/>
                <a:gd name="T2" fmla="*/ 6577 w 31"/>
                <a:gd name="T3" fmla="*/ 2581 h 30"/>
                <a:gd name="T4" fmla="*/ 6051 w 31"/>
                <a:gd name="T5" fmla="*/ 9309 h 30"/>
                <a:gd name="T6" fmla="*/ 1323 w 31"/>
                <a:gd name="T7" fmla="*/ 8248 h 30"/>
                <a:gd name="T8" fmla="*/ 1799 w 31"/>
                <a:gd name="T9" fmla="*/ 145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7" y="4"/>
                  </a:moveTo>
                  <a:cubicBezTo>
                    <a:pt x="13" y="0"/>
                    <a:pt x="21" y="1"/>
                    <a:pt x="26" y="7"/>
                  </a:cubicBezTo>
                  <a:cubicBezTo>
                    <a:pt x="31" y="12"/>
                    <a:pt x="30" y="21"/>
                    <a:pt x="24" y="26"/>
                  </a:cubicBezTo>
                  <a:cubicBezTo>
                    <a:pt x="18" y="30"/>
                    <a:pt x="9" y="29"/>
                    <a:pt x="5" y="23"/>
                  </a:cubicBezTo>
                  <a:cubicBezTo>
                    <a:pt x="0" y="17"/>
                    <a:pt x="1" y="9"/>
                    <a:pt x="7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75" name="Freeform 1435">
              <a:extLst>
                <a:ext uri="{FF2B5EF4-FFF2-40B4-BE49-F238E27FC236}">
                  <a16:creationId xmlns:a16="http://schemas.microsoft.com/office/drawing/2014/main" id="{39BFB210-8C43-49CD-AE25-5F0FD4E69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268"/>
              <a:ext cx="30" cy="32"/>
            </a:xfrm>
            <a:custGeom>
              <a:avLst/>
              <a:gdLst>
                <a:gd name="T0" fmla="*/ 783 w 12"/>
                <a:gd name="T1" fmla="*/ 661 h 12"/>
                <a:gd name="T2" fmla="*/ 2738 w 12"/>
                <a:gd name="T3" fmla="*/ 1059 h 12"/>
                <a:gd name="T4" fmla="*/ 2470 w 12"/>
                <a:gd name="T5" fmla="*/ 3891 h 12"/>
                <a:gd name="T6" fmla="*/ 520 w 12"/>
                <a:gd name="T7" fmla="*/ 3640 h 12"/>
                <a:gd name="T8" fmla="*/ 783 w 12"/>
                <a:gd name="T9" fmla="*/ 66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3" y="2"/>
                  </a:moveTo>
                  <a:cubicBezTo>
                    <a:pt x="5" y="0"/>
                    <a:pt x="9" y="1"/>
                    <a:pt x="11" y="3"/>
                  </a:cubicBezTo>
                  <a:cubicBezTo>
                    <a:pt x="12" y="5"/>
                    <a:pt x="12" y="9"/>
                    <a:pt x="10" y="11"/>
                  </a:cubicBezTo>
                  <a:cubicBezTo>
                    <a:pt x="7" y="12"/>
                    <a:pt x="4" y="12"/>
                    <a:pt x="2" y="10"/>
                  </a:cubicBezTo>
                  <a:cubicBezTo>
                    <a:pt x="0" y="7"/>
                    <a:pt x="1" y="4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76" name="Freeform 1436">
              <a:extLst>
                <a:ext uri="{FF2B5EF4-FFF2-40B4-BE49-F238E27FC236}">
                  <a16:creationId xmlns:a16="http://schemas.microsoft.com/office/drawing/2014/main" id="{0950BB73-C970-4B8A-B81A-E5AF53D3C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428"/>
              <a:ext cx="70" cy="75"/>
            </a:xfrm>
            <a:custGeom>
              <a:avLst/>
              <a:gdLst>
                <a:gd name="T0" fmla="*/ 1770 w 28"/>
                <a:gd name="T1" fmla="*/ 1500 h 28"/>
                <a:gd name="T2" fmla="*/ 5863 w 28"/>
                <a:gd name="T3" fmla="*/ 2210 h 28"/>
                <a:gd name="T4" fmla="*/ 5395 w 28"/>
                <a:gd name="T5" fmla="*/ 8553 h 28"/>
                <a:gd name="T6" fmla="*/ 988 w 28"/>
                <a:gd name="T7" fmla="*/ 7728 h 28"/>
                <a:gd name="T8" fmla="*/ 1770 w 28"/>
                <a:gd name="T9" fmla="*/ 150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7" y="4"/>
                  </a:moveTo>
                  <a:cubicBezTo>
                    <a:pt x="12" y="0"/>
                    <a:pt x="20" y="1"/>
                    <a:pt x="24" y="6"/>
                  </a:cubicBezTo>
                  <a:cubicBezTo>
                    <a:pt x="28" y="12"/>
                    <a:pt x="27" y="19"/>
                    <a:pt x="22" y="23"/>
                  </a:cubicBezTo>
                  <a:cubicBezTo>
                    <a:pt x="16" y="28"/>
                    <a:pt x="9" y="27"/>
                    <a:pt x="4" y="21"/>
                  </a:cubicBezTo>
                  <a:cubicBezTo>
                    <a:pt x="0" y="16"/>
                    <a:pt x="1" y="8"/>
                    <a:pt x="7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77" name="Freeform 1437">
              <a:extLst>
                <a:ext uri="{FF2B5EF4-FFF2-40B4-BE49-F238E27FC236}">
                  <a16:creationId xmlns:a16="http://schemas.microsoft.com/office/drawing/2014/main" id="{644AA817-0296-4597-819E-2688EA043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444"/>
              <a:ext cx="28" cy="29"/>
            </a:xfrm>
            <a:custGeom>
              <a:avLst/>
              <a:gdLst>
                <a:gd name="T0" fmla="*/ 545 w 11"/>
                <a:gd name="T1" fmla="*/ 382 h 11"/>
                <a:gd name="T2" fmla="*/ 2474 w 11"/>
                <a:gd name="T3" fmla="*/ 625 h 11"/>
                <a:gd name="T4" fmla="*/ 2146 w 11"/>
                <a:gd name="T5" fmla="*/ 3045 h 11"/>
                <a:gd name="T6" fmla="*/ 331 w 11"/>
                <a:gd name="T7" fmla="*/ 2655 h 11"/>
                <a:gd name="T8" fmla="*/ 545 w 11"/>
                <a:gd name="T9" fmla="*/ 38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1"/>
                  </a:moveTo>
                  <a:cubicBezTo>
                    <a:pt x="4" y="0"/>
                    <a:pt x="7" y="0"/>
                    <a:pt x="9" y="2"/>
                  </a:cubicBezTo>
                  <a:cubicBezTo>
                    <a:pt x="11" y="4"/>
                    <a:pt x="10" y="8"/>
                    <a:pt x="8" y="9"/>
                  </a:cubicBezTo>
                  <a:cubicBezTo>
                    <a:pt x="6" y="11"/>
                    <a:pt x="3" y="11"/>
                    <a:pt x="1" y="8"/>
                  </a:cubicBezTo>
                  <a:cubicBezTo>
                    <a:pt x="0" y="6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78" name="Freeform 1438">
              <a:extLst>
                <a:ext uri="{FF2B5EF4-FFF2-40B4-BE49-F238E27FC236}">
                  <a16:creationId xmlns:a16="http://schemas.microsoft.com/office/drawing/2014/main" id="{A7540D2A-5912-44AE-AAA4-B9DCEEAF3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148"/>
              <a:ext cx="87" cy="43"/>
            </a:xfrm>
            <a:custGeom>
              <a:avLst/>
              <a:gdLst>
                <a:gd name="T0" fmla="*/ 462 w 35"/>
                <a:gd name="T1" fmla="*/ 1575 h 16"/>
                <a:gd name="T2" fmla="*/ 0 w 35"/>
                <a:gd name="T3" fmla="*/ 2658 h 16"/>
                <a:gd name="T4" fmla="*/ 7785 w 35"/>
                <a:gd name="T5" fmla="*/ 6060 h 16"/>
                <a:gd name="T6" fmla="*/ 7785 w 35"/>
                <a:gd name="T7" fmla="*/ 6060 h 16"/>
                <a:gd name="T8" fmla="*/ 8051 w 35"/>
                <a:gd name="T9" fmla="*/ 4913 h 16"/>
                <a:gd name="T10" fmla="*/ 8248 w 35"/>
                <a:gd name="T11" fmla="*/ 3806 h 16"/>
                <a:gd name="T12" fmla="*/ 8248 w 35"/>
                <a:gd name="T13" fmla="*/ 3806 h 16"/>
                <a:gd name="T14" fmla="*/ 644 w 35"/>
                <a:gd name="T15" fmla="*/ 0 h 16"/>
                <a:gd name="T16" fmla="*/ 462 w 35"/>
                <a:gd name="T17" fmla="*/ 157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6">
                  <a:moveTo>
                    <a:pt x="2" y="4"/>
                  </a:moveTo>
                  <a:cubicBezTo>
                    <a:pt x="1" y="5"/>
                    <a:pt x="1" y="6"/>
                    <a:pt x="0" y="7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5"/>
                    <a:pt x="33" y="14"/>
                    <a:pt x="34" y="13"/>
                  </a:cubicBezTo>
                  <a:cubicBezTo>
                    <a:pt x="34" y="12"/>
                    <a:pt x="34" y="11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2" y="2"/>
                    <a:pt x="2" y="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79" name="Freeform 1439">
              <a:extLst>
                <a:ext uri="{FF2B5EF4-FFF2-40B4-BE49-F238E27FC236}">
                  <a16:creationId xmlns:a16="http://schemas.microsoft.com/office/drawing/2014/main" id="{117FE9FC-0684-4128-81EB-F592F9402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153"/>
              <a:ext cx="80" cy="24"/>
            </a:xfrm>
            <a:custGeom>
              <a:avLst/>
              <a:gdLst>
                <a:gd name="T0" fmla="*/ 0 w 32"/>
                <a:gd name="T1" fmla="*/ 1763 h 9"/>
                <a:gd name="T2" fmla="*/ 783 w 32"/>
                <a:gd name="T3" fmla="*/ 0 h 9"/>
                <a:gd name="T4" fmla="*/ 7813 w 32"/>
                <a:gd name="T5" fmla="*/ 3243 h 9"/>
                <a:gd name="T6" fmla="*/ 988 w 32"/>
                <a:gd name="T7" fmla="*/ 1059 h 9"/>
                <a:gd name="T8" fmla="*/ 0 w 32"/>
                <a:gd name="T9" fmla="*/ 176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9">
                  <a:moveTo>
                    <a:pt x="0" y="5"/>
                  </a:moveTo>
                  <a:cubicBezTo>
                    <a:pt x="1" y="4"/>
                    <a:pt x="3" y="0"/>
                    <a:pt x="3" y="0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6" y="2"/>
                    <a:pt x="4" y="3"/>
                  </a:cubicBezTo>
                  <a:cubicBezTo>
                    <a:pt x="2" y="4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80" name="Freeform 1440">
              <a:extLst>
                <a:ext uri="{FF2B5EF4-FFF2-40B4-BE49-F238E27FC236}">
                  <a16:creationId xmlns:a16="http://schemas.microsoft.com/office/drawing/2014/main" id="{C2096C99-2AAF-43B8-B194-1241801C6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148"/>
              <a:ext cx="87" cy="43"/>
            </a:xfrm>
            <a:custGeom>
              <a:avLst/>
              <a:gdLst>
                <a:gd name="T0" fmla="*/ 462 w 35"/>
                <a:gd name="T1" fmla="*/ 1575 h 16"/>
                <a:gd name="T2" fmla="*/ 0 w 35"/>
                <a:gd name="T3" fmla="*/ 2658 h 16"/>
                <a:gd name="T4" fmla="*/ 7785 w 35"/>
                <a:gd name="T5" fmla="*/ 6060 h 16"/>
                <a:gd name="T6" fmla="*/ 7785 w 35"/>
                <a:gd name="T7" fmla="*/ 6060 h 16"/>
                <a:gd name="T8" fmla="*/ 8051 w 35"/>
                <a:gd name="T9" fmla="*/ 4913 h 16"/>
                <a:gd name="T10" fmla="*/ 8248 w 35"/>
                <a:gd name="T11" fmla="*/ 3806 h 16"/>
                <a:gd name="T12" fmla="*/ 8248 w 35"/>
                <a:gd name="T13" fmla="*/ 3806 h 16"/>
                <a:gd name="T14" fmla="*/ 644 w 35"/>
                <a:gd name="T15" fmla="*/ 0 h 16"/>
                <a:gd name="T16" fmla="*/ 462 w 35"/>
                <a:gd name="T17" fmla="*/ 157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6">
                  <a:moveTo>
                    <a:pt x="2" y="4"/>
                  </a:moveTo>
                  <a:cubicBezTo>
                    <a:pt x="1" y="5"/>
                    <a:pt x="1" y="6"/>
                    <a:pt x="0" y="7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5"/>
                    <a:pt x="33" y="14"/>
                    <a:pt x="34" y="13"/>
                  </a:cubicBezTo>
                  <a:cubicBezTo>
                    <a:pt x="34" y="12"/>
                    <a:pt x="34" y="11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2" y="2"/>
                    <a:pt x="2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81" name="Freeform 1441">
              <a:extLst>
                <a:ext uri="{FF2B5EF4-FFF2-40B4-BE49-F238E27FC236}">
                  <a16:creationId xmlns:a16="http://schemas.microsoft.com/office/drawing/2014/main" id="{B5890063-7FAE-4D6F-8F54-BFFC30F39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057"/>
              <a:ext cx="142" cy="152"/>
            </a:xfrm>
            <a:custGeom>
              <a:avLst/>
              <a:gdLst>
                <a:gd name="T0" fmla="*/ 4499 w 57"/>
                <a:gd name="T1" fmla="*/ 18752 h 57"/>
                <a:gd name="T2" fmla="*/ 1161 w 57"/>
                <a:gd name="T3" fmla="*/ 6883 h 57"/>
                <a:gd name="T4" fmla="*/ 8814 w 57"/>
                <a:gd name="T5" fmla="*/ 1763 h 57"/>
                <a:gd name="T6" fmla="*/ 12474 w 57"/>
                <a:gd name="T7" fmla="*/ 13597 h 57"/>
                <a:gd name="T8" fmla="*/ 4499 w 57"/>
                <a:gd name="T9" fmla="*/ 1875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19" y="52"/>
                  </a:moveTo>
                  <a:cubicBezTo>
                    <a:pt x="6" y="47"/>
                    <a:pt x="0" y="32"/>
                    <a:pt x="5" y="19"/>
                  </a:cubicBezTo>
                  <a:cubicBezTo>
                    <a:pt x="10" y="6"/>
                    <a:pt x="24" y="0"/>
                    <a:pt x="37" y="5"/>
                  </a:cubicBezTo>
                  <a:cubicBezTo>
                    <a:pt x="50" y="10"/>
                    <a:pt x="57" y="25"/>
                    <a:pt x="52" y="38"/>
                  </a:cubicBezTo>
                  <a:cubicBezTo>
                    <a:pt x="47" y="51"/>
                    <a:pt x="32" y="57"/>
                    <a:pt x="19" y="5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82" name="Freeform 1442">
              <a:extLst>
                <a:ext uri="{FF2B5EF4-FFF2-40B4-BE49-F238E27FC236}">
                  <a16:creationId xmlns:a16="http://schemas.microsoft.com/office/drawing/2014/main" id="{33002098-2D39-48AD-AE57-5E6BE5927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636"/>
              <a:ext cx="140" cy="152"/>
            </a:xfrm>
            <a:custGeom>
              <a:avLst/>
              <a:gdLst>
                <a:gd name="T0" fmla="*/ 10750 w 56"/>
                <a:gd name="T1" fmla="*/ 17656 h 57"/>
                <a:gd name="T2" fmla="*/ 1958 w 56"/>
                <a:gd name="T3" fmla="*/ 16179 h 57"/>
                <a:gd name="T4" fmla="*/ 2938 w 56"/>
                <a:gd name="T5" fmla="*/ 3243 h 57"/>
                <a:gd name="T6" fmla="*/ 11720 w 56"/>
                <a:gd name="T7" fmla="*/ 4701 h 57"/>
                <a:gd name="T8" fmla="*/ 10750 w 56"/>
                <a:gd name="T9" fmla="*/ 1765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44" y="49"/>
                  </a:moveTo>
                  <a:cubicBezTo>
                    <a:pt x="33" y="57"/>
                    <a:pt x="17" y="56"/>
                    <a:pt x="8" y="45"/>
                  </a:cubicBezTo>
                  <a:cubicBezTo>
                    <a:pt x="0" y="34"/>
                    <a:pt x="1" y="18"/>
                    <a:pt x="12" y="9"/>
                  </a:cubicBezTo>
                  <a:cubicBezTo>
                    <a:pt x="23" y="0"/>
                    <a:pt x="39" y="2"/>
                    <a:pt x="48" y="13"/>
                  </a:cubicBezTo>
                  <a:cubicBezTo>
                    <a:pt x="56" y="24"/>
                    <a:pt x="55" y="40"/>
                    <a:pt x="44" y="4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83" name="Freeform 1443">
              <a:extLst>
                <a:ext uri="{FF2B5EF4-FFF2-40B4-BE49-F238E27FC236}">
                  <a16:creationId xmlns:a16="http://schemas.microsoft.com/office/drawing/2014/main" id="{0015CF88-D1FC-4F20-8549-7E1CC3F1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225"/>
              <a:ext cx="143" cy="152"/>
            </a:xfrm>
            <a:custGeom>
              <a:avLst/>
              <a:gdLst>
                <a:gd name="T0" fmla="*/ 6771 w 57"/>
                <a:gd name="T1" fmla="*/ 20083 h 57"/>
                <a:gd name="T2" fmla="*/ 314 w 57"/>
                <a:gd name="T3" fmla="*/ 9707 h 57"/>
                <a:gd name="T4" fmla="*/ 7451 w 57"/>
                <a:gd name="T5" fmla="*/ 397 h 57"/>
                <a:gd name="T6" fmla="*/ 13909 w 57"/>
                <a:gd name="T7" fmla="*/ 10773 h 57"/>
                <a:gd name="T8" fmla="*/ 6771 w 57"/>
                <a:gd name="T9" fmla="*/ 20083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27" y="56"/>
                  </a:moveTo>
                  <a:cubicBezTo>
                    <a:pt x="12" y="55"/>
                    <a:pt x="0" y="42"/>
                    <a:pt x="1" y="27"/>
                  </a:cubicBezTo>
                  <a:cubicBezTo>
                    <a:pt x="2" y="12"/>
                    <a:pt x="15" y="0"/>
                    <a:pt x="30" y="1"/>
                  </a:cubicBezTo>
                  <a:cubicBezTo>
                    <a:pt x="45" y="1"/>
                    <a:pt x="57" y="14"/>
                    <a:pt x="56" y="30"/>
                  </a:cubicBezTo>
                  <a:cubicBezTo>
                    <a:pt x="56" y="45"/>
                    <a:pt x="43" y="57"/>
                    <a:pt x="27" y="5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84" name="Freeform 1444">
              <a:extLst>
                <a:ext uri="{FF2B5EF4-FFF2-40B4-BE49-F238E27FC236}">
                  <a16:creationId xmlns:a16="http://schemas.microsoft.com/office/drawing/2014/main" id="{4E8B68C6-E1AD-4CDA-B544-88208FED3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073"/>
              <a:ext cx="155" cy="168"/>
            </a:xfrm>
            <a:custGeom>
              <a:avLst/>
              <a:gdLst>
                <a:gd name="T0" fmla="*/ 7345 w 62"/>
                <a:gd name="T1" fmla="*/ 22243 h 63"/>
                <a:gd name="T2" fmla="*/ 0 w 62"/>
                <a:gd name="T3" fmla="*/ 10773 h 63"/>
                <a:gd name="T4" fmla="*/ 7813 w 62"/>
                <a:gd name="T5" fmla="*/ 397 h 63"/>
                <a:gd name="T6" fmla="*/ 14970 w 62"/>
                <a:gd name="T7" fmla="*/ 11891 h 63"/>
                <a:gd name="T8" fmla="*/ 7345 w 62"/>
                <a:gd name="T9" fmla="*/ 2224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0" y="62"/>
                  </a:moveTo>
                  <a:cubicBezTo>
                    <a:pt x="13" y="61"/>
                    <a:pt x="0" y="47"/>
                    <a:pt x="0" y="30"/>
                  </a:cubicBezTo>
                  <a:cubicBezTo>
                    <a:pt x="1" y="13"/>
                    <a:pt x="16" y="0"/>
                    <a:pt x="32" y="1"/>
                  </a:cubicBezTo>
                  <a:cubicBezTo>
                    <a:pt x="49" y="2"/>
                    <a:pt x="62" y="16"/>
                    <a:pt x="61" y="33"/>
                  </a:cubicBezTo>
                  <a:cubicBezTo>
                    <a:pt x="61" y="50"/>
                    <a:pt x="46" y="63"/>
                    <a:pt x="30" y="62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85" name="Freeform 1445">
              <a:extLst>
                <a:ext uri="{FF2B5EF4-FFF2-40B4-BE49-F238E27FC236}">
                  <a16:creationId xmlns:a16="http://schemas.microsoft.com/office/drawing/2014/main" id="{BC2FB3A1-13C1-42F1-95B0-2C37E9FC2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103"/>
              <a:ext cx="85" cy="90"/>
            </a:xfrm>
            <a:custGeom>
              <a:avLst/>
              <a:gdLst>
                <a:gd name="T0" fmla="*/ 1958 w 34"/>
                <a:gd name="T1" fmla="*/ 1668 h 34"/>
                <a:gd name="T2" fmla="*/ 7158 w 34"/>
                <a:gd name="T3" fmla="*/ 2748 h 34"/>
                <a:gd name="T4" fmla="*/ 6375 w 34"/>
                <a:gd name="T5" fmla="*/ 9627 h 34"/>
                <a:gd name="T6" fmla="*/ 1300 w 34"/>
                <a:gd name="T7" fmla="*/ 8976 h 34"/>
                <a:gd name="T8" fmla="*/ 1958 w 34"/>
                <a:gd name="T9" fmla="*/ 166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8" y="5"/>
                  </a:moveTo>
                  <a:cubicBezTo>
                    <a:pt x="14" y="0"/>
                    <a:pt x="24" y="1"/>
                    <a:pt x="29" y="8"/>
                  </a:cubicBezTo>
                  <a:cubicBezTo>
                    <a:pt x="34" y="14"/>
                    <a:pt x="33" y="23"/>
                    <a:pt x="26" y="28"/>
                  </a:cubicBezTo>
                  <a:cubicBezTo>
                    <a:pt x="20" y="34"/>
                    <a:pt x="10" y="32"/>
                    <a:pt x="5" y="26"/>
                  </a:cubicBezTo>
                  <a:cubicBezTo>
                    <a:pt x="0" y="19"/>
                    <a:pt x="1" y="10"/>
                    <a:pt x="8" y="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86" name="Freeform 1446">
              <a:extLst>
                <a:ext uri="{FF2B5EF4-FFF2-40B4-BE49-F238E27FC236}">
                  <a16:creationId xmlns:a16="http://schemas.microsoft.com/office/drawing/2014/main" id="{5E173C72-4CE2-42BB-856C-D14784FFA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121"/>
              <a:ext cx="32" cy="38"/>
            </a:xfrm>
            <a:custGeom>
              <a:avLst/>
              <a:gdLst>
                <a:gd name="T0" fmla="*/ 625 w 13"/>
                <a:gd name="T1" fmla="*/ 760 h 14"/>
                <a:gd name="T2" fmla="*/ 2417 w 13"/>
                <a:gd name="T3" fmla="*/ 1200 h 14"/>
                <a:gd name="T4" fmla="*/ 2284 w 13"/>
                <a:gd name="T5" fmla="*/ 4397 h 14"/>
                <a:gd name="T6" fmla="*/ 448 w 13"/>
                <a:gd name="T7" fmla="*/ 3957 h 14"/>
                <a:gd name="T8" fmla="*/ 625 w 13"/>
                <a:gd name="T9" fmla="*/ 7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3" y="2"/>
                  </a:moveTo>
                  <a:cubicBezTo>
                    <a:pt x="6" y="0"/>
                    <a:pt x="9" y="0"/>
                    <a:pt x="11" y="3"/>
                  </a:cubicBezTo>
                  <a:cubicBezTo>
                    <a:pt x="13" y="6"/>
                    <a:pt x="13" y="9"/>
                    <a:pt x="10" y="11"/>
                  </a:cubicBezTo>
                  <a:cubicBezTo>
                    <a:pt x="8" y="14"/>
                    <a:pt x="4" y="13"/>
                    <a:pt x="2" y="10"/>
                  </a:cubicBezTo>
                  <a:cubicBezTo>
                    <a:pt x="0" y="8"/>
                    <a:pt x="0" y="4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87" name="Freeform 1447">
              <a:extLst>
                <a:ext uri="{FF2B5EF4-FFF2-40B4-BE49-F238E27FC236}">
                  <a16:creationId xmlns:a16="http://schemas.microsoft.com/office/drawing/2014/main" id="{40B0FA2B-1974-4522-BCBC-838644FA7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073"/>
              <a:ext cx="155" cy="168"/>
            </a:xfrm>
            <a:custGeom>
              <a:avLst/>
              <a:gdLst>
                <a:gd name="T0" fmla="*/ 7345 w 62"/>
                <a:gd name="T1" fmla="*/ 22243 h 63"/>
                <a:gd name="T2" fmla="*/ 0 w 62"/>
                <a:gd name="T3" fmla="*/ 10773 h 63"/>
                <a:gd name="T4" fmla="*/ 7813 w 62"/>
                <a:gd name="T5" fmla="*/ 397 h 63"/>
                <a:gd name="T6" fmla="*/ 14970 w 62"/>
                <a:gd name="T7" fmla="*/ 11891 h 63"/>
                <a:gd name="T8" fmla="*/ 7345 w 62"/>
                <a:gd name="T9" fmla="*/ 2224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0" y="62"/>
                  </a:moveTo>
                  <a:cubicBezTo>
                    <a:pt x="13" y="61"/>
                    <a:pt x="0" y="47"/>
                    <a:pt x="0" y="30"/>
                  </a:cubicBezTo>
                  <a:cubicBezTo>
                    <a:pt x="1" y="13"/>
                    <a:pt x="16" y="0"/>
                    <a:pt x="32" y="1"/>
                  </a:cubicBezTo>
                  <a:cubicBezTo>
                    <a:pt x="49" y="2"/>
                    <a:pt x="62" y="16"/>
                    <a:pt x="61" y="33"/>
                  </a:cubicBezTo>
                  <a:cubicBezTo>
                    <a:pt x="61" y="50"/>
                    <a:pt x="46" y="63"/>
                    <a:pt x="30" y="6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88" name="Freeform 1448">
              <a:extLst>
                <a:ext uri="{FF2B5EF4-FFF2-40B4-BE49-F238E27FC236}">
                  <a16:creationId xmlns:a16="http://schemas.microsoft.com/office/drawing/2014/main" id="{83EBD2D2-BF3B-4768-8D07-C672283C8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348"/>
              <a:ext cx="155" cy="165"/>
            </a:xfrm>
            <a:custGeom>
              <a:avLst/>
              <a:gdLst>
                <a:gd name="T0" fmla="*/ 7345 w 62"/>
                <a:gd name="T1" fmla="*/ 21623 h 62"/>
                <a:gd name="T2" fmla="*/ 0 w 62"/>
                <a:gd name="T3" fmla="*/ 10291 h 62"/>
                <a:gd name="T4" fmla="*/ 7813 w 62"/>
                <a:gd name="T5" fmla="*/ 0 h 62"/>
                <a:gd name="T6" fmla="*/ 14970 w 62"/>
                <a:gd name="T7" fmla="*/ 11324 h 62"/>
                <a:gd name="T8" fmla="*/ 7345 w 62"/>
                <a:gd name="T9" fmla="*/ 2162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30" y="61"/>
                  </a:moveTo>
                  <a:cubicBezTo>
                    <a:pt x="13" y="61"/>
                    <a:pt x="0" y="46"/>
                    <a:pt x="0" y="29"/>
                  </a:cubicBezTo>
                  <a:cubicBezTo>
                    <a:pt x="1" y="13"/>
                    <a:pt x="16" y="0"/>
                    <a:pt x="32" y="0"/>
                  </a:cubicBezTo>
                  <a:cubicBezTo>
                    <a:pt x="49" y="1"/>
                    <a:pt x="62" y="15"/>
                    <a:pt x="61" y="32"/>
                  </a:cubicBezTo>
                  <a:cubicBezTo>
                    <a:pt x="61" y="49"/>
                    <a:pt x="46" y="62"/>
                    <a:pt x="30" y="61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89" name="Freeform 1449">
              <a:extLst>
                <a:ext uri="{FF2B5EF4-FFF2-40B4-BE49-F238E27FC236}">
                  <a16:creationId xmlns:a16="http://schemas.microsoft.com/office/drawing/2014/main" id="{E1540E1E-0C90-4701-9036-05B003280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75"/>
              <a:ext cx="85" cy="90"/>
            </a:xfrm>
            <a:custGeom>
              <a:avLst/>
              <a:gdLst>
                <a:gd name="T0" fmla="*/ 1958 w 34"/>
                <a:gd name="T1" fmla="*/ 1668 h 34"/>
                <a:gd name="T2" fmla="*/ 7158 w 34"/>
                <a:gd name="T3" fmla="*/ 2748 h 34"/>
                <a:gd name="T4" fmla="*/ 6375 w 34"/>
                <a:gd name="T5" fmla="*/ 10014 h 34"/>
                <a:gd name="T6" fmla="*/ 1300 w 34"/>
                <a:gd name="T7" fmla="*/ 8976 h 34"/>
                <a:gd name="T8" fmla="*/ 1958 w 34"/>
                <a:gd name="T9" fmla="*/ 166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8" y="5"/>
                  </a:moveTo>
                  <a:cubicBezTo>
                    <a:pt x="14" y="0"/>
                    <a:pt x="24" y="1"/>
                    <a:pt x="29" y="8"/>
                  </a:cubicBezTo>
                  <a:cubicBezTo>
                    <a:pt x="34" y="14"/>
                    <a:pt x="33" y="24"/>
                    <a:pt x="26" y="29"/>
                  </a:cubicBezTo>
                  <a:cubicBezTo>
                    <a:pt x="20" y="34"/>
                    <a:pt x="10" y="33"/>
                    <a:pt x="5" y="26"/>
                  </a:cubicBezTo>
                  <a:cubicBezTo>
                    <a:pt x="0" y="20"/>
                    <a:pt x="1" y="10"/>
                    <a:pt x="8" y="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90" name="Freeform 1450">
              <a:extLst>
                <a:ext uri="{FF2B5EF4-FFF2-40B4-BE49-F238E27FC236}">
                  <a16:creationId xmlns:a16="http://schemas.microsoft.com/office/drawing/2014/main" id="{D8359CD6-BF45-4AB3-B762-79C4A9D32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2393"/>
              <a:ext cx="33" cy="38"/>
            </a:xfrm>
            <a:custGeom>
              <a:avLst/>
              <a:gdLst>
                <a:gd name="T0" fmla="*/ 830 w 13"/>
                <a:gd name="T1" fmla="*/ 760 h 14"/>
                <a:gd name="T2" fmla="*/ 2945 w 13"/>
                <a:gd name="T3" fmla="*/ 1200 h 14"/>
                <a:gd name="T4" fmla="*/ 2617 w 13"/>
                <a:gd name="T5" fmla="*/ 4878 h 14"/>
                <a:gd name="T6" fmla="*/ 541 w 13"/>
                <a:gd name="T7" fmla="*/ 4397 h 14"/>
                <a:gd name="T8" fmla="*/ 830 w 13"/>
                <a:gd name="T9" fmla="*/ 7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3" y="2"/>
                  </a:moveTo>
                  <a:cubicBezTo>
                    <a:pt x="6" y="0"/>
                    <a:pt x="9" y="1"/>
                    <a:pt x="11" y="3"/>
                  </a:cubicBezTo>
                  <a:cubicBezTo>
                    <a:pt x="13" y="6"/>
                    <a:pt x="13" y="10"/>
                    <a:pt x="10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8"/>
                    <a:pt x="0" y="4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91" name="Freeform 1451">
              <a:extLst>
                <a:ext uri="{FF2B5EF4-FFF2-40B4-BE49-F238E27FC236}">
                  <a16:creationId xmlns:a16="http://schemas.microsoft.com/office/drawing/2014/main" id="{87F51211-300E-4C61-BD10-B24BDA1D8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348"/>
              <a:ext cx="155" cy="165"/>
            </a:xfrm>
            <a:custGeom>
              <a:avLst/>
              <a:gdLst>
                <a:gd name="T0" fmla="*/ 7345 w 62"/>
                <a:gd name="T1" fmla="*/ 21623 h 62"/>
                <a:gd name="T2" fmla="*/ 0 w 62"/>
                <a:gd name="T3" fmla="*/ 10291 h 62"/>
                <a:gd name="T4" fmla="*/ 7813 w 62"/>
                <a:gd name="T5" fmla="*/ 0 h 62"/>
                <a:gd name="T6" fmla="*/ 14970 w 62"/>
                <a:gd name="T7" fmla="*/ 11324 h 62"/>
                <a:gd name="T8" fmla="*/ 7345 w 62"/>
                <a:gd name="T9" fmla="*/ 2162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30" y="61"/>
                  </a:moveTo>
                  <a:cubicBezTo>
                    <a:pt x="13" y="61"/>
                    <a:pt x="0" y="46"/>
                    <a:pt x="0" y="29"/>
                  </a:cubicBezTo>
                  <a:cubicBezTo>
                    <a:pt x="1" y="13"/>
                    <a:pt x="16" y="0"/>
                    <a:pt x="32" y="0"/>
                  </a:cubicBezTo>
                  <a:cubicBezTo>
                    <a:pt x="49" y="1"/>
                    <a:pt x="62" y="15"/>
                    <a:pt x="61" y="32"/>
                  </a:cubicBezTo>
                  <a:cubicBezTo>
                    <a:pt x="61" y="49"/>
                    <a:pt x="46" y="62"/>
                    <a:pt x="30" y="6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92" name="Freeform 1452">
              <a:extLst>
                <a:ext uri="{FF2B5EF4-FFF2-40B4-BE49-F238E27FC236}">
                  <a16:creationId xmlns:a16="http://schemas.microsoft.com/office/drawing/2014/main" id="{5BBFCA07-6D32-4619-974D-9CDFDD42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631"/>
              <a:ext cx="67" cy="48"/>
            </a:xfrm>
            <a:custGeom>
              <a:avLst/>
              <a:gdLst>
                <a:gd name="T0" fmla="*/ 640 w 27"/>
                <a:gd name="T1" fmla="*/ 5405 h 18"/>
                <a:gd name="T2" fmla="*/ 1134 w 27"/>
                <a:gd name="T3" fmla="*/ 6464 h 18"/>
                <a:gd name="T4" fmla="*/ 6293 w 27"/>
                <a:gd name="T5" fmla="*/ 1763 h 18"/>
                <a:gd name="T6" fmla="*/ 6293 w 27"/>
                <a:gd name="T7" fmla="*/ 1763 h 18"/>
                <a:gd name="T8" fmla="*/ 6114 w 27"/>
                <a:gd name="T9" fmla="*/ 661 h 18"/>
                <a:gd name="T10" fmla="*/ 5653 w 27"/>
                <a:gd name="T11" fmla="*/ 0 h 18"/>
                <a:gd name="T12" fmla="*/ 5653 w 27"/>
                <a:gd name="T13" fmla="*/ 0 h 18"/>
                <a:gd name="T14" fmla="*/ 0 w 27"/>
                <a:gd name="T15" fmla="*/ 4301 h 18"/>
                <a:gd name="T16" fmla="*/ 640 w 27"/>
                <a:gd name="T17" fmla="*/ 540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8">
                  <a:moveTo>
                    <a:pt x="3" y="15"/>
                  </a:moveTo>
                  <a:cubicBezTo>
                    <a:pt x="4" y="16"/>
                    <a:pt x="5" y="17"/>
                    <a:pt x="5" y="18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4"/>
                    <a:pt x="26" y="3"/>
                    <a:pt x="26" y="2"/>
                  </a:cubicBezTo>
                  <a:cubicBezTo>
                    <a:pt x="25" y="2"/>
                    <a:pt x="25" y="1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2" y="14"/>
                    <a:pt x="3" y="1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93" name="Freeform 1453">
              <a:extLst>
                <a:ext uri="{FF2B5EF4-FFF2-40B4-BE49-F238E27FC236}">
                  <a16:creationId xmlns:a16="http://schemas.microsoft.com/office/drawing/2014/main" id="{8C172B24-A5BA-4959-BBB7-0F04477F8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292"/>
              <a:ext cx="23" cy="24"/>
            </a:xfrm>
            <a:custGeom>
              <a:avLst/>
              <a:gdLst>
                <a:gd name="T0" fmla="*/ 332 w 9"/>
                <a:gd name="T1" fmla="*/ 1763 h 9"/>
                <a:gd name="T2" fmla="*/ 0 w 9"/>
                <a:gd name="T3" fmla="*/ 3243 h 9"/>
                <a:gd name="T4" fmla="*/ 2520 w 9"/>
                <a:gd name="T5" fmla="*/ 2184 h 9"/>
                <a:gd name="T6" fmla="*/ 2520 w 9"/>
                <a:gd name="T7" fmla="*/ 2184 h 9"/>
                <a:gd name="T8" fmla="*/ 2520 w 9"/>
                <a:gd name="T9" fmla="*/ 1059 h 9"/>
                <a:gd name="T10" fmla="*/ 2520 w 9"/>
                <a:gd name="T11" fmla="*/ 0 h 9"/>
                <a:gd name="T12" fmla="*/ 2520 w 9"/>
                <a:gd name="T13" fmla="*/ 0 h 9"/>
                <a:gd name="T14" fmla="*/ 332 w 9"/>
                <a:gd name="T15" fmla="*/ 0 h 9"/>
                <a:gd name="T16" fmla="*/ 332 w 9"/>
                <a:gd name="T17" fmla="*/ 1763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9">
                  <a:moveTo>
                    <a:pt x="1" y="5"/>
                  </a:moveTo>
                  <a:cubicBezTo>
                    <a:pt x="1" y="6"/>
                    <a:pt x="0" y="8"/>
                    <a:pt x="0" y="9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9" y="2"/>
                    <a:pt x="9" y="1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1" y="3"/>
                    <a:pt x="1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94" name="Freeform 1454">
              <a:extLst>
                <a:ext uri="{FF2B5EF4-FFF2-40B4-BE49-F238E27FC236}">
                  <a16:creationId xmlns:a16="http://schemas.microsoft.com/office/drawing/2014/main" id="{6DC97EAA-C246-4109-8442-AFFD5163F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849"/>
              <a:ext cx="143" cy="152"/>
            </a:xfrm>
            <a:custGeom>
              <a:avLst/>
              <a:gdLst>
                <a:gd name="T0" fmla="*/ 314 w 57"/>
                <a:gd name="T1" fmla="*/ 9707 h 57"/>
                <a:gd name="T2" fmla="*/ 7451 w 57"/>
                <a:gd name="T3" fmla="*/ 397 h 57"/>
                <a:gd name="T4" fmla="*/ 13909 w 57"/>
                <a:gd name="T5" fmla="*/ 10773 h 57"/>
                <a:gd name="T6" fmla="*/ 6771 w 57"/>
                <a:gd name="T7" fmla="*/ 20083 h 57"/>
                <a:gd name="T8" fmla="*/ 314 w 57"/>
                <a:gd name="T9" fmla="*/ 970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1" y="27"/>
                  </a:moveTo>
                  <a:cubicBezTo>
                    <a:pt x="1" y="12"/>
                    <a:pt x="14" y="0"/>
                    <a:pt x="30" y="1"/>
                  </a:cubicBezTo>
                  <a:cubicBezTo>
                    <a:pt x="45" y="2"/>
                    <a:pt x="57" y="14"/>
                    <a:pt x="56" y="30"/>
                  </a:cubicBezTo>
                  <a:cubicBezTo>
                    <a:pt x="56" y="45"/>
                    <a:pt x="43" y="57"/>
                    <a:pt x="27" y="56"/>
                  </a:cubicBezTo>
                  <a:cubicBezTo>
                    <a:pt x="12" y="56"/>
                    <a:pt x="0" y="43"/>
                    <a:pt x="1" y="27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95" name="Freeform 1455">
              <a:extLst>
                <a:ext uri="{FF2B5EF4-FFF2-40B4-BE49-F238E27FC236}">
                  <a16:creationId xmlns:a16="http://schemas.microsoft.com/office/drawing/2014/main" id="{55C9C04C-1BF6-46F5-8D19-41C6B759D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863"/>
              <a:ext cx="77" cy="82"/>
            </a:xfrm>
            <a:custGeom>
              <a:avLst/>
              <a:gdLst>
                <a:gd name="T0" fmla="*/ 2362 w 31"/>
                <a:gd name="T1" fmla="*/ 1034 h 31"/>
                <a:gd name="T2" fmla="*/ 6620 w 31"/>
                <a:gd name="T3" fmla="*/ 3386 h 31"/>
                <a:gd name="T4" fmla="*/ 4906 w 31"/>
                <a:gd name="T5" fmla="*/ 9586 h 31"/>
                <a:gd name="T6" fmla="*/ 641 w 31"/>
                <a:gd name="T7" fmla="*/ 7235 h 31"/>
                <a:gd name="T8" fmla="*/ 2362 w 31"/>
                <a:gd name="T9" fmla="*/ 103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0" y="3"/>
                  </a:moveTo>
                  <a:cubicBezTo>
                    <a:pt x="16" y="0"/>
                    <a:pt x="25" y="3"/>
                    <a:pt x="28" y="10"/>
                  </a:cubicBezTo>
                  <a:cubicBezTo>
                    <a:pt x="31" y="17"/>
                    <a:pt x="28" y="25"/>
                    <a:pt x="21" y="28"/>
                  </a:cubicBezTo>
                  <a:cubicBezTo>
                    <a:pt x="14" y="31"/>
                    <a:pt x="6" y="28"/>
                    <a:pt x="3" y="21"/>
                  </a:cubicBezTo>
                  <a:cubicBezTo>
                    <a:pt x="0" y="15"/>
                    <a:pt x="3" y="6"/>
                    <a:pt x="10" y="3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96" name="Freeform 1456">
              <a:extLst>
                <a:ext uri="{FF2B5EF4-FFF2-40B4-BE49-F238E27FC236}">
                  <a16:creationId xmlns:a16="http://schemas.microsoft.com/office/drawing/2014/main" id="{A069537F-82E7-454D-BA4C-776ADAE37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881"/>
              <a:ext cx="30" cy="32"/>
            </a:xfrm>
            <a:custGeom>
              <a:avLst/>
              <a:gdLst>
                <a:gd name="T0" fmla="*/ 988 w 12"/>
                <a:gd name="T1" fmla="*/ 397 h 12"/>
                <a:gd name="T2" fmla="*/ 2738 w 12"/>
                <a:gd name="T3" fmla="*/ 1459 h 12"/>
                <a:gd name="T4" fmla="*/ 1958 w 12"/>
                <a:gd name="T5" fmla="*/ 3891 h 12"/>
                <a:gd name="T6" fmla="*/ 313 w 12"/>
                <a:gd name="T7" fmla="*/ 2824 h 12"/>
                <a:gd name="T8" fmla="*/ 988 w 12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4" y="1"/>
                  </a:moveTo>
                  <a:cubicBezTo>
                    <a:pt x="6" y="0"/>
                    <a:pt x="10" y="1"/>
                    <a:pt x="11" y="4"/>
                  </a:cubicBezTo>
                  <a:cubicBezTo>
                    <a:pt x="12" y="6"/>
                    <a:pt x="11" y="10"/>
                    <a:pt x="8" y="11"/>
                  </a:cubicBezTo>
                  <a:cubicBezTo>
                    <a:pt x="5" y="12"/>
                    <a:pt x="2" y="11"/>
                    <a:pt x="1" y="8"/>
                  </a:cubicBezTo>
                  <a:cubicBezTo>
                    <a:pt x="0" y="5"/>
                    <a:pt x="1" y="2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97" name="Freeform 1457">
              <a:extLst>
                <a:ext uri="{FF2B5EF4-FFF2-40B4-BE49-F238E27FC236}">
                  <a16:creationId xmlns:a16="http://schemas.microsoft.com/office/drawing/2014/main" id="{F322CEC9-1C71-4496-A4F0-B64E22BED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999"/>
              <a:ext cx="22" cy="45"/>
            </a:xfrm>
            <a:custGeom>
              <a:avLst/>
              <a:gdLst>
                <a:gd name="T0" fmla="*/ 860 w 9"/>
                <a:gd name="T1" fmla="*/ 392 h 17"/>
                <a:gd name="T2" fmla="*/ 0 w 9"/>
                <a:gd name="T3" fmla="*/ 0 h 17"/>
                <a:gd name="T4" fmla="*/ 174 w 9"/>
                <a:gd name="T5" fmla="*/ 5845 h 17"/>
                <a:gd name="T6" fmla="*/ 174 w 9"/>
                <a:gd name="T7" fmla="*/ 5845 h 17"/>
                <a:gd name="T8" fmla="*/ 860 w 9"/>
                <a:gd name="T9" fmla="*/ 5845 h 17"/>
                <a:gd name="T10" fmla="*/ 1506 w 9"/>
                <a:gd name="T11" fmla="*/ 5450 h 17"/>
                <a:gd name="T12" fmla="*/ 1506 w 9"/>
                <a:gd name="T13" fmla="*/ 5450 h 17"/>
                <a:gd name="T14" fmla="*/ 1931 w 9"/>
                <a:gd name="T15" fmla="*/ 0 h 17"/>
                <a:gd name="T16" fmla="*/ 860 w 9"/>
                <a:gd name="T17" fmla="*/ 392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7">
                  <a:moveTo>
                    <a:pt x="4" y="1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5" y="17"/>
                    <a:pt x="6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1"/>
                    <a:pt x="6" y="1"/>
                    <a:pt x="4" y="1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98" name="Freeform 1458">
              <a:extLst>
                <a:ext uri="{FF2B5EF4-FFF2-40B4-BE49-F238E27FC236}">
                  <a16:creationId xmlns:a16="http://schemas.microsoft.com/office/drawing/2014/main" id="{1D53CF76-FCA1-42F2-888C-D649A3B48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849"/>
              <a:ext cx="143" cy="152"/>
            </a:xfrm>
            <a:custGeom>
              <a:avLst/>
              <a:gdLst>
                <a:gd name="T0" fmla="*/ 314 w 57"/>
                <a:gd name="T1" fmla="*/ 9707 h 57"/>
                <a:gd name="T2" fmla="*/ 7451 w 57"/>
                <a:gd name="T3" fmla="*/ 397 h 57"/>
                <a:gd name="T4" fmla="*/ 13909 w 57"/>
                <a:gd name="T5" fmla="*/ 10773 h 57"/>
                <a:gd name="T6" fmla="*/ 6771 w 57"/>
                <a:gd name="T7" fmla="*/ 20083 h 57"/>
                <a:gd name="T8" fmla="*/ 314 w 57"/>
                <a:gd name="T9" fmla="*/ 970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1" y="27"/>
                  </a:moveTo>
                  <a:cubicBezTo>
                    <a:pt x="1" y="12"/>
                    <a:pt x="14" y="0"/>
                    <a:pt x="30" y="1"/>
                  </a:cubicBezTo>
                  <a:cubicBezTo>
                    <a:pt x="45" y="2"/>
                    <a:pt x="57" y="14"/>
                    <a:pt x="56" y="30"/>
                  </a:cubicBezTo>
                  <a:cubicBezTo>
                    <a:pt x="56" y="45"/>
                    <a:pt x="43" y="57"/>
                    <a:pt x="27" y="56"/>
                  </a:cubicBezTo>
                  <a:cubicBezTo>
                    <a:pt x="12" y="56"/>
                    <a:pt x="0" y="43"/>
                    <a:pt x="1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99" name="Freeform 1459">
              <a:extLst>
                <a:ext uri="{FF2B5EF4-FFF2-40B4-BE49-F238E27FC236}">
                  <a16:creationId xmlns:a16="http://schemas.microsoft.com/office/drawing/2014/main" id="{A9441CD1-5DE4-4B59-9558-11FD913C5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999"/>
              <a:ext cx="22" cy="45"/>
            </a:xfrm>
            <a:custGeom>
              <a:avLst/>
              <a:gdLst>
                <a:gd name="T0" fmla="*/ 860 w 9"/>
                <a:gd name="T1" fmla="*/ 392 h 17"/>
                <a:gd name="T2" fmla="*/ 0 w 9"/>
                <a:gd name="T3" fmla="*/ 0 h 17"/>
                <a:gd name="T4" fmla="*/ 174 w 9"/>
                <a:gd name="T5" fmla="*/ 5845 h 17"/>
                <a:gd name="T6" fmla="*/ 174 w 9"/>
                <a:gd name="T7" fmla="*/ 5845 h 17"/>
                <a:gd name="T8" fmla="*/ 860 w 9"/>
                <a:gd name="T9" fmla="*/ 5845 h 17"/>
                <a:gd name="T10" fmla="*/ 1506 w 9"/>
                <a:gd name="T11" fmla="*/ 5450 h 17"/>
                <a:gd name="T12" fmla="*/ 1506 w 9"/>
                <a:gd name="T13" fmla="*/ 5450 h 17"/>
                <a:gd name="T14" fmla="*/ 1931 w 9"/>
                <a:gd name="T15" fmla="*/ 0 h 17"/>
                <a:gd name="T16" fmla="*/ 860 w 9"/>
                <a:gd name="T17" fmla="*/ 392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7">
                  <a:moveTo>
                    <a:pt x="4" y="1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5" y="17"/>
                    <a:pt x="6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1"/>
                    <a:pt x="6" y="1"/>
                    <a:pt x="4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0" name="Freeform 1460">
              <a:extLst>
                <a:ext uri="{FF2B5EF4-FFF2-40B4-BE49-F238E27FC236}">
                  <a16:creationId xmlns:a16="http://schemas.microsoft.com/office/drawing/2014/main" id="{0242E0C5-0804-4CC2-BA69-EC30DDA88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847"/>
              <a:ext cx="142" cy="154"/>
            </a:xfrm>
            <a:custGeom>
              <a:avLst/>
              <a:gdLst>
                <a:gd name="T0" fmla="*/ 9788 w 57"/>
                <a:gd name="T1" fmla="*/ 17800 h 58"/>
                <a:gd name="T2" fmla="*/ 11985 w 57"/>
                <a:gd name="T3" fmla="*/ 5563 h 58"/>
                <a:gd name="T4" fmla="*/ 3849 w 57"/>
                <a:gd name="T5" fmla="*/ 2488 h 58"/>
                <a:gd name="T6" fmla="*/ 1627 w 57"/>
                <a:gd name="T7" fmla="*/ 14362 h 58"/>
                <a:gd name="T8" fmla="*/ 9788 w 57"/>
                <a:gd name="T9" fmla="*/ 1780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41" y="51"/>
                  </a:moveTo>
                  <a:cubicBezTo>
                    <a:pt x="53" y="44"/>
                    <a:pt x="57" y="28"/>
                    <a:pt x="50" y="16"/>
                  </a:cubicBezTo>
                  <a:cubicBezTo>
                    <a:pt x="43" y="4"/>
                    <a:pt x="28" y="0"/>
                    <a:pt x="16" y="7"/>
                  </a:cubicBezTo>
                  <a:cubicBezTo>
                    <a:pt x="4" y="14"/>
                    <a:pt x="0" y="29"/>
                    <a:pt x="7" y="41"/>
                  </a:cubicBezTo>
                  <a:cubicBezTo>
                    <a:pt x="14" y="53"/>
                    <a:pt x="29" y="58"/>
                    <a:pt x="41" y="51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1" name="Freeform 1461">
              <a:extLst>
                <a:ext uri="{FF2B5EF4-FFF2-40B4-BE49-F238E27FC236}">
                  <a16:creationId xmlns:a16="http://schemas.microsoft.com/office/drawing/2014/main" id="{31B74733-4F91-4DF5-B0FD-32F9E234A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868"/>
              <a:ext cx="70" cy="75"/>
            </a:xfrm>
            <a:custGeom>
              <a:avLst/>
              <a:gdLst>
                <a:gd name="T0" fmla="*/ 6175 w 28"/>
                <a:gd name="T1" fmla="*/ 3287 h 28"/>
                <a:gd name="T2" fmla="*/ 2270 w 28"/>
                <a:gd name="T3" fmla="*/ 1077 h 28"/>
                <a:gd name="T4" fmla="*/ 783 w 28"/>
                <a:gd name="T5" fmla="*/ 7053 h 28"/>
                <a:gd name="T6" fmla="*/ 4895 w 28"/>
                <a:gd name="T7" fmla="*/ 9206 h 28"/>
                <a:gd name="T8" fmla="*/ 6175 w 28"/>
                <a:gd name="T9" fmla="*/ 328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25" y="9"/>
                  </a:moveTo>
                  <a:cubicBezTo>
                    <a:pt x="22" y="3"/>
                    <a:pt x="15" y="0"/>
                    <a:pt x="9" y="3"/>
                  </a:cubicBezTo>
                  <a:cubicBezTo>
                    <a:pt x="3" y="6"/>
                    <a:pt x="0" y="13"/>
                    <a:pt x="3" y="19"/>
                  </a:cubicBezTo>
                  <a:cubicBezTo>
                    <a:pt x="6" y="26"/>
                    <a:pt x="14" y="28"/>
                    <a:pt x="20" y="25"/>
                  </a:cubicBezTo>
                  <a:cubicBezTo>
                    <a:pt x="26" y="22"/>
                    <a:pt x="28" y="15"/>
                    <a:pt x="25" y="9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2" name="Freeform 1462">
              <a:extLst>
                <a:ext uri="{FF2B5EF4-FFF2-40B4-BE49-F238E27FC236}">
                  <a16:creationId xmlns:a16="http://schemas.microsoft.com/office/drawing/2014/main" id="{A68A059F-DDB9-4784-9FC8-4D450935E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887"/>
              <a:ext cx="28" cy="29"/>
            </a:xfrm>
            <a:custGeom>
              <a:avLst/>
              <a:gdLst>
                <a:gd name="T0" fmla="*/ 2688 w 11"/>
                <a:gd name="T1" fmla="*/ 1007 h 11"/>
                <a:gd name="T2" fmla="*/ 843 w 11"/>
                <a:gd name="T3" fmla="*/ 382 h 11"/>
                <a:gd name="T4" fmla="*/ 331 w 11"/>
                <a:gd name="T5" fmla="*/ 2273 h 11"/>
                <a:gd name="T6" fmla="*/ 2146 w 11"/>
                <a:gd name="T7" fmla="*/ 3335 h 11"/>
                <a:gd name="T8" fmla="*/ 2688 w 11"/>
                <a:gd name="T9" fmla="*/ 100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9" y="1"/>
                    <a:pt x="6" y="0"/>
                    <a:pt x="3" y="1"/>
                  </a:cubicBezTo>
                  <a:cubicBezTo>
                    <a:pt x="1" y="2"/>
                    <a:pt x="0" y="5"/>
                    <a:pt x="1" y="7"/>
                  </a:cubicBezTo>
                  <a:cubicBezTo>
                    <a:pt x="2" y="10"/>
                    <a:pt x="5" y="11"/>
                    <a:pt x="8" y="10"/>
                  </a:cubicBezTo>
                  <a:cubicBezTo>
                    <a:pt x="10" y="9"/>
                    <a:pt x="11" y="6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3" name="Freeform 1463">
              <a:extLst>
                <a:ext uri="{FF2B5EF4-FFF2-40B4-BE49-F238E27FC236}">
                  <a16:creationId xmlns:a16="http://schemas.microsoft.com/office/drawing/2014/main" id="{7CA4B32C-24F3-496F-9E6E-BAD18579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948"/>
              <a:ext cx="85" cy="51"/>
            </a:xfrm>
            <a:custGeom>
              <a:avLst/>
              <a:gdLst>
                <a:gd name="T0" fmla="*/ 7625 w 34"/>
                <a:gd name="T1" fmla="*/ 1082 h 19"/>
                <a:gd name="T2" fmla="*/ 8333 w 34"/>
                <a:gd name="T3" fmla="*/ 2652 h 19"/>
                <a:gd name="T4" fmla="*/ 520 w 34"/>
                <a:gd name="T5" fmla="*/ 7119 h 19"/>
                <a:gd name="T6" fmla="*/ 520 w 34"/>
                <a:gd name="T7" fmla="*/ 7119 h 19"/>
                <a:gd name="T8" fmla="*/ 313 w 34"/>
                <a:gd name="T9" fmla="*/ 5972 h 19"/>
                <a:gd name="T10" fmla="*/ 0 w 34"/>
                <a:gd name="T11" fmla="*/ 4872 h 19"/>
                <a:gd name="T12" fmla="*/ 0 w 34"/>
                <a:gd name="T13" fmla="*/ 4872 h 19"/>
                <a:gd name="T14" fmla="*/ 7345 w 34"/>
                <a:gd name="T15" fmla="*/ 0 h 19"/>
                <a:gd name="T16" fmla="*/ 7625 w 34"/>
                <a:gd name="T17" fmla="*/ 1082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9">
                  <a:moveTo>
                    <a:pt x="31" y="3"/>
                  </a:moveTo>
                  <a:cubicBezTo>
                    <a:pt x="32" y="5"/>
                    <a:pt x="33" y="6"/>
                    <a:pt x="34" y="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8"/>
                    <a:pt x="2" y="17"/>
                    <a:pt x="1" y="16"/>
                  </a:cubicBezTo>
                  <a:cubicBezTo>
                    <a:pt x="1" y="15"/>
                    <a:pt x="1" y="14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1"/>
                    <a:pt x="31" y="2"/>
                    <a:pt x="31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4" name="Freeform 1464">
              <a:extLst>
                <a:ext uri="{FF2B5EF4-FFF2-40B4-BE49-F238E27FC236}">
                  <a16:creationId xmlns:a16="http://schemas.microsoft.com/office/drawing/2014/main" id="{A9B53BD4-FA85-4283-BFED-D4D70451F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953"/>
              <a:ext cx="77" cy="32"/>
            </a:xfrm>
            <a:custGeom>
              <a:avLst/>
              <a:gdLst>
                <a:gd name="T0" fmla="*/ 7263 w 31"/>
                <a:gd name="T1" fmla="*/ 1763 h 12"/>
                <a:gd name="T2" fmla="*/ 6620 w 31"/>
                <a:gd name="T3" fmla="*/ 0 h 12"/>
                <a:gd name="T4" fmla="*/ 0 w 31"/>
                <a:gd name="T5" fmla="*/ 4301 h 12"/>
                <a:gd name="T6" fmla="*/ 6133 w 31"/>
                <a:gd name="T7" fmla="*/ 1059 h 12"/>
                <a:gd name="T8" fmla="*/ 7263 w 31"/>
                <a:gd name="T9" fmla="*/ 176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2">
                  <a:moveTo>
                    <a:pt x="31" y="5"/>
                  </a:moveTo>
                  <a:cubicBezTo>
                    <a:pt x="29" y="4"/>
                    <a:pt x="28" y="1"/>
                    <a:pt x="28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24" y="3"/>
                    <a:pt x="26" y="3"/>
                  </a:cubicBezTo>
                  <a:cubicBezTo>
                    <a:pt x="29" y="4"/>
                    <a:pt x="30" y="5"/>
                    <a:pt x="31" y="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5" name="Freeform 1465">
              <a:extLst>
                <a:ext uri="{FF2B5EF4-FFF2-40B4-BE49-F238E27FC236}">
                  <a16:creationId xmlns:a16="http://schemas.microsoft.com/office/drawing/2014/main" id="{733B1925-F7ED-44A5-AA0D-002B8F053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948"/>
              <a:ext cx="85" cy="51"/>
            </a:xfrm>
            <a:custGeom>
              <a:avLst/>
              <a:gdLst>
                <a:gd name="T0" fmla="*/ 7625 w 34"/>
                <a:gd name="T1" fmla="*/ 1082 h 19"/>
                <a:gd name="T2" fmla="*/ 8333 w 34"/>
                <a:gd name="T3" fmla="*/ 2652 h 19"/>
                <a:gd name="T4" fmla="*/ 520 w 34"/>
                <a:gd name="T5" fmla="*/ 7119 h 19"/>
                <a:gd name="T6" fmla="*/ 520 w 34"/>
                <a:gd name="T7" fmla="*/ 7119 h 19"/>
                <a:gd name="T8" fmla="*/ 313 w 34"/>
                <a:gd name="T9" fmla="*/ 5972 h 19"/>
                <a:gd name="T10" fmla="*/ 0 w 34"/>
                <a:gd name="T11" fmla="*/ 4872 h 19"/>
                <a:gd name="T12" fmla="*/ 0 w 34"/>
                <a:gd name="T13" fmla="*/ 4872 h 19"/>
                <a:gd name="T14" fmla="*/ 7345 w 34"/>
                <a:gd name="T15" fmla="*/ 0 h 19"/>
                <a:gd name="T16" fmla="*/ 7625 w 34"/>
                <a:gd name="T17" fmla="*/ 1082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9">
                  <a:moveTo>
                    <a:pt x="31" y="3"/>
                  </a:moveTo>
                  <a:cubicBezTo>
                    <a:pt x="32" y="5"/>
                    <a:pt x="33" y="6"/>
                    <a:pt x="34" y="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8"/>
                    <a:pt x="2" y="17"/>
                    <a:pt x="1" y="16"/>
                  </a:cubicBezTo>
                  <a:cubicBezTo>
                    <a:pt x="1" y="15"/>
                    <a:pt x="1" y="14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1"/>
                    <a:pt x="31" y="2"/>
                    <a:pt x="31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6" name="Freeform 1466">
              <a:extLst>
                <a:ext uri="{FF2B5EF4-FFF2-40B4-BE49-F238E27FC236}">
                  <a16:creationId xmlns:a16="http://schemas.microsoft.com/office/drawing/2014/main" id="{F99B614A-403C-449D-8ACC-DC19E645E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847"/>
              <a:ext cx="142" cy="154"/>
            </a:xfrm>
            <a:custGeom>
              <a:avLst/>
              <a:gdLst>
                <a:gd name="T0" fmla="*/ 9788 w 57"/>
                <a:gd name="T1" fmla="*/ 17800 h 58"/>
                <a:gd name="T2" fmla="*/ 11985 w 57"/>
                <a:gd name="T3" fmla="*/ 5563 h 58"/>
                <a:gd name="T4" fmla="*/ 3849 w 57"/>
                <a:gd name="T5" fmla="*/ 2488 h 58"/>
                <a:gd name="T6" fmla="*/ 1627 w 57"/>
                <a:gd name="T7" fmla="*/ 14362 h 58"/>
                <a:gd name="T8" fmla="*/ 9788 w 57"/>
                <a:gd name="T9" fmla="*/ 1780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41" y="51"/>
                  </a:moveTo>
                  <a:cubicBezTo>
                    <a:pt x="53" y="44"/>
                    <a:pt x="57" y="28"/>
                    <a:pt x="50" y="16"/>
                  </a:cubicBezTo>
                  <a:cubicBezTo>
                    <a:pt x="43" y="4"/>
                    <a:pt x="28" y="0"/>
                    <a:pt x="16" y="7"/>
                  </a:cubicBezTo>
                  <a:cubicBezTo>
                    <a:pt x="4" y="14"/>
                    <a:pt x="0" y="29"/>
                    <a:pt x="7" y="41"/>
                  </a:cubicBezTo>
                  <a:cubicBezTo>
                    <a:pt x="14" y="53"/>
                    <a:pt x="29" y="58"/>
                    <a:pt x="41" y="5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7" name="Freeform 1467">
              <a:extLst>
                <a:ext uri="{FF2B5EF4-FFF2-40B4-BE49-F238E27FC236}">
                  <a16:creationId xmlns:a16="http://schemas.microsoft.com/office/drawing/2014/main" id="{BD53941F-9444-472F-A76A-8FE9053A2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620"/>
              <a:ext cx="143" cy="149"/>
            </a:xfrm>
            <a:custGeom>
              <a:avLst/>
              <a:gdLst>
                <a:gd name="T0" fmla="*/ 3286 w 57"/>
                <a:gd name="T1" fmla="*/ 17082 h 56"/>
                <a:gd name="T2" fmla="*/ 11922 w 57"/>
                <a:gd name="T3" fmla="*/ 15576 h 56"/>
                <a:gd name="T4" fmla="*/ 10926 w 57"/>
                <a:gd name="T5" fmla="*/ 2804 h 56"/>
                <a:gd name="T6" fmla="*/ 2303 w 57"/>
                <a:gd name="T7" fmla="*/ 4254 h 56"/>
                <a:gd name="T8" fmla="*/ 3286 w 57"/>
                <a:gd name="T9" fmla="*/ 1708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6">
                  <a:moveTo>
                    <a:pt x="13" y="48"/>
                  </a:moveTo>
                  <a:cubicBezTo>
                    <a:pt x="24" y="56"/>
                    <a:pt x="40" y="55"/>
                    <a:pt x="48" y="44"/>
                  </a:cubicBezTo>
                  <a:cubicBezTo>
                    <a:pt x="57" y="33"/>
                    <a:pt x="55" y="17"/>
                    <a:pt x="44" y="8"/>
                  </a:cubicBezTo>
                  <a:cubicBezTo>
                    <a:pt x="33" y="0"/>
                    <a:pt x="18" y="1"/>
                    <a:pt x="9" y="12"/>
                  </a:cubicBezTo>
                  <a:cubicBezTo>
                    <a:pt x="0" y="23"/>
                    <a:pt x="2" y="39"/>
                    <a:pt x="13" y="48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8" name="Freeform 1468">
              <a:extLst>
                <a:ext uri="{FF2B5EF4-FFF2-40B4-BE49-F238E27FC236}">
                  <a16:creationId xmlns:a16="http://schemas.microsoft.com/office/drawing/2014/main" id="{BC2FD0F2-A97A-4F63-A8B2-683664034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647"/>
              <a:ext cx="70" cy="74"/>
            </a:xfrm>
            <a:custGeom>
              <a:avLst/>
              <a:gdLst>
                <a:gd name="T0" fmla="*/ 1770 w 28"/>
                <a:gd name="T1" fmla="*/ 8145 h 28"/>
                <a:gd name="T2" fmla="*/ 5863 w 28"/>
                <a:gd name="T3" fmla="*/ 7461 h 28"/>
                <a:gd name="T4" fmla="*/ 5395 w 28"/>
                <a:gd name="T5" fmla="*/ 1425 h 28"/>
                <a:gd name="T6" fmla="*/ 1300 w 28"/>
                <a:gd name="T7" fmla="*/ 2046 h 28"/>
                <a:gd name="T8" fmla="*/ 1770 w 28"/>
                <a:gd name="T9" fmla="*/ 814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7" y="24"/>
                  </a:moveTo>
                  <a:cubicBezTo>
                    <a:pt x="12" y="28"/>
                    <a:pt x="20" y="27"/>
                    <a:pt x="24" y="22"/>
                  </a:cubicBezTo>
                  <a:cubicBezTo>
                    <a:pt x="28" y="16"/>
                    <a:pt x="27" y="9"/>
                    <a:pt x="22" y="4"/>
                  </a:cubicBezTo>
                  <a:cubicBezTo>
                    <a:pt x="17" y="0"/>
                    <a:pt x="9" y="1"/>
                    <a:pt x="5" y="6"/>
                  </a:cubicBezTo>
                  <a:cubicBezTo>
                    <a:pt x="0" y="12"/>
                    <a:pt x="1" y="19"/>
                    <a:pt x="7" y="2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9" name="Freeform 1469">
              <a:extLst>
                <a:ext uri="{FF2B5EF4-FFF2-40B4-BE49-F238E27FC236}">
                  <a16:creationId xmlns:a16="http://schemas.microsoft.com/office/drawing/2014/main" id="{0B0A0E18-77EE-41DA-893C-E22040547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663"/>
              <a:ext cx="28" cy="29"/>
            </a:xfrm>
            <a:custGeom>
              <a:avLst/>
              <a:gdLst>
                <a:gd name="T0" fmla="*/ 545 w 11"/>
                <a:gd name="T1" fmla="*/ 3045 h 11"/>
                <a:gd name="T2" fmla="*/ 2474 w 11"/>
                <a:gd name="T3" fmla="*/ 3045 h 11"/>
                <a:gd name="T4" fmla="*/ 2474 w 11"/>
                <a:gd name="T5" fmla="*/ 625 h 11"/>
                <a:gd name="T6" fmla="*/ 545 w 11"/>
                <a:gd name="T7" fmla="*/ 625 h 11"/>
                <a:gd name="T8" fmla="*/ 545 w 11"/>
                <a:gd name="T9" fmla="*/ 304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9"/>
                  </a:moveTo>
                  <a:cubicBezTo>
                    <a:pt x="4" y="11"/>
                    <a:pt x="8" y="11"/>
                    <a:pt x="9" y="9"/>
                  </a:cubicBezTo>
                  <a:cubicBezTo>
                    <a:pt x="11" y="6"/>
                    <a:pt x="11" y="3"/>
                    <a:pt x="9" y="2"/>
                  </a:cubicBezTo>
                  <a:cubicBezTo>
                    <a:pt x="6" y="0"/>
                    <a:pt x="3" y="0"/>
                    <a:pt x="2" y="2"/>
                  </a:cubicBezTo>
                  <a:cubicBezTo>
                    <a:pt x="0" y="5"/>
                    <a:pt x="0" y="8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0" name="Freeform 1470">
              <a:extLst>
                <a:ext uri="{FF2B5EF4-FFF2-40B4-BE49-F238E27FC236}">
                  <a16:creationId xmlns:a16="http://schemas.microsoft.com/office/drawing/2014/main" id="{708B5EAE-6A8C-46F4-8223-34991C2FA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604"/>
              <a:ext cx="65" cy="59"/>
            </a:xfrm>
            <a:custGeom>
              <a:avLst/>
              <a:gdLst>
                <a:gd name="T0" fmla="*/ 5863 w 26"/>
                <a:gd name="T1" fmla="*/ 6675 h 22"/>
                <a:gd name="T2" fmla="*/ 5208 w 26"/>
                <a:gd name="T3" fmla="*/ 8177 h 22"/>
                <a:gd name="T4" fmla="*/ 0 w 26"/>
                <a:gd name="T5" fmla="*/ 1813 h 22"/>
                <a:gd name="T6" fmla="*/ 0 w 26"/>
                <a:gd name="T7" fmla="*/ 1813 h 22"/>
                <a:gd name="T8" fmla="*/ 520 w 26"/>
                <a:gd name="T9" fmla="*/ 676 h 22"/>
                <a:gd name="T10" fmla="*/ 783 w 26"/>
                <a:gd name="T11" fmla="*/ 0 h 22"/>
                <a:gd name="T12" fmla="*/ 783 w 26"/>
                <a:gd name="T13" fmla="*/ 0 h 22"/>
                <a:gd name="T14" fmla="*/ 6375 w 26"/>
                <a:gd name="T15" fmla="*/ 5538 h 22"/>
                <a:gd name="T16" fmla="*/ 5863 w 26"/>
                <a:gd name="T17" fmla="*/ 6675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3" y="19"/>
                    <a:pt x="22" y="20"/>
                    <a:pt x="21" y="2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5" y="16"/>
                    <a:pt x="25" y="17"/>
                    <a:pt x="24" y="18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1" name="Freeform 1471">
              <a:extLst>
                <a:ext uri="{FF2B5EF4-FFF2-40B4-BE49-F238E27FC236}">
                  <a16:creationId xmlns:a16="http://schemas.microsoft.com/office/drawing/2014/main" id="{B7B54EC5-C6C4-4763-BD97-2A2151445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636"/>
              <a:ext cx="25" cy="27"/>
            </a:xfrm>
            <a:custGeom>
              <a:avLst/>
              <a:gdLst>
                <a:gd name="T0" fmla="*/ 1958 w 10"/>
                <a:gd name="T1" fmla="*/ 3877 h 10"/>
                <a:gd name="T2" fmla="*/ 2470 w 10"/>
                <a:gd name="T3" fmla="*/ 2719 h 10"/>
                <a:gd name="T4" fmla="*/ 0 w 10"/>
                <a:gd name="T5" fmla="*/ 0 h 10"/>
                <a:gd name="T6" fmla="*/ 1958 w 10"/>
                <a:gd name="T7" fmla="*/ 2719 h 10"/>
                <a:gd name="T8" fmla="*/ 1958 w 10"/>
                <a:gd name="T9" fmla="*/ 38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8" y="10"/>
                  </a:moveTo>
                  <a:cubicBezTo>
                    <a:pt x="9" y="8"/>
                    <a:pt x="10" y="7"/>
                    <a:pt x="1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" y="5"/>
                    <a:pt x="8" y="7"/>
                  </a:cubicBezTo>
                  <a:cubicBezTo>
                    <a:pt x="8" y="8"/>
                    <a:pt x="8" y="9"/>
                    <a:pt x="8" y="1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2" name="Freeform 1472">
              <a:extLst>
                <a:ext uri="{FF2B5EF4-FFF2-40B4-BE49-F238E27FC236}">
                  <a16:creationId xmlns:a16="http://schemas.microsoft.com/office/drawing/2014/main" id="{6C5634E2-A58E-473A-9F61-D3DDD6CA7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225"/>
              <a:ext cx="142" cy="152"/>
            </a:xfrm>
            <a:custGeom>
              <a:avLst/>
              <a:gdLst>
                <a:gd name="T0" fmla="*/ 6430 w 57"/>
                <a:gd name="T1" fmla="*/ 20083 h 57"/>
                <a:gd name="T2" fmla="*/ 13438 w 57"/>
                <a:gd name="T3" fmla="*/ 10773 h 57"/>
                <a:gd name="T4" fmla="*/ 7205 w 57"/>
                <a:gd name="T5" fmla="*/ 397 h 57"/>
                <a:gd name="T6" fmla="*/ 187 w 57"/>
                <a:gd name="T7" fmla="*/ 9707 h 57"/>
                <a:gd name="T8" fmla="*/ 6430 w 57"/>
                <a:gd name="T9" fmla="*/ 20083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27" y="56"/>
                  </a:moveTo>
                  <a:cubicBezTo>
                    <a:pt x="42" y="57"/>
                    <a:pt x="56" y="46"/>
                    <a:pt x="56" y="30"/>
                  </a:cubicBezTo>
                  <a:cubicBezTo>
                    <a:pt x="57" y="15"/>
                    <a:pt x="46" y="2"/>
                    <a:pt x="30" y="1"/>
                  </a:cubicBezTo>
                  <a:cubicBezTo>
                    <a:pt x="15" y="0"/>
                    <a:pt x="2" y="12"/>
                    <a:pt x="1" y="27"/>
                  </a:cubicBezTo>
                  <a:cubicBezTo>
                    <a:pt x="0" y="42"/>
                    <a:pt x="12" y="55"/>
                    <a:pt x="27" y="56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3" name="Freeform 1473">
              <a:extLst>
                <a:ext uri="{FF2B5EF4-FFF2-40B4-BE49-F238E27FC236}">
                  <a16:creationId xmlns:a16="http://schemas.microsoft.com/office/drawing/2014/main" id="{F80C5080-3913-419C-80A4-330824DFA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284"/>
              <a:ext cx="27" cy="27"/>
            </a:xfrm>
            <a:custGeom>
              <a:avLst/>
              <a:gdLst>
                <a:gd name="T0" fmla="*/ 2398 w 11"/>
                <a:gd name="T1" fmla="*/ 2028 h 10"/>
                <a:gd name="T2" fmla="*/ 2398 w 11"/>
                <a:gd name="T3" fmla="*/ 3877 h 10"/>
                <a:gd name="T4" fmla="*/ 0 w 11"/>
                <a:gd name="T5" fmla="*/ 3877 h 10"/>
                <a:gd name="T6" fmla="*/ 0 w 11"/>
                <a:gd name="T7" fmla="*/ 3877 h 10"/>
                <a:gd name="T8" fmla="*/ 0 w 11"/>
                <a:gd name="T9" fmla="*/ 2719 h 10"/>
                <a:gd name="T10" fmla="*/ 0 w 11"/>
                <a:gd name="T11" fmla="*/ 1596 h 10"/>
                <a:gd name="T12" fmla="*/ 0 w 11"/>
                <a:gd name="T13" fmla="*/ 1596 h 10"/>
                <a:gd name="T14" fmla="*/ 2398 w 11"/>
                <a:gd name="T15" fmla="*/ 0 h 10"/>
                <a:gd name="T16" fmla="*/ 2398 w 11"/>
                <a:gd name="T17" fmla="*/ 202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7"/>
                    <a:pt x="11" y="8"/>
                    <a:pt x="1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8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2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4" name="Freeform 1474">
              <a:extLst>
                <a:ext uri="{FF2B5EF4-FFF2-40B4-BE49-F238E27FC236}">
                  <a16:creationId xmlns:a16="http://schemas.microsoft.com/office/drawing/2014/main" id="{90AED911-0C74-4097-93F5-9C35D2CD8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289"/>
              <a:ext cx="20" cy="16"/>
            </a:xfrm>
            <a:custGeom>
              <a:avLst/>
              <a:gdLst>
                <a:gd name="T0" fmla="*/ 1958 w 8"/>
                <a:gd name="T1" fmla="*/ 2184 h 6"/>
                <a:gd name="T2" fmla="*/ 1958 w 8"/>
                <a:gd name="T3" fmla="*/ 0 h 6"/>
                <a:gd name="T4" fmla="*/ 0 w 8"/>
                <a:gd name="T5" fmla="*/ 1059 h 6"/>
                <a:gd name="T6" fmla="*/ 1300 w 8"/>
                <a:gd name="T7" fmla="*/ 661 h 6"/>
                <a:gd name="T8" fmla="*/ 1958 w 8"/>
                <a:gd name="T9" fmla="*/ 218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7" y="4"/>
                    <a:pt x="8" y="1"/>
                    <a:pt x="8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3" y="1"/>
                    <a:pt x="5" y="2"/>
                  </a:cubicBezTo>
                  <a:cubicBezTo>
                    <a:pt x="7" y="4"/>
                    <a:pt x="7" y="6"/>
                    <a:pt x="8" y="6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5" name="Freeform 1475">
              <a:extLst>
                <a:ext uri="{FF2B5EF4-FFF2-40B4-BE49-F238E27FC236}">
                  <a16:creationId xmlns:a16="http://schemas.microsoft.com/office/drawing/2014/main" id="{9CDADEFA-58A9-4AF2-A568-CA3357951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652"/>
              <a:ext cx="143" cy="155"/>
            </a:xfrm>
            <a:custGeom>
              <a:avLst/>
              <a:gdLst>
                <a:gd name="T0" fmla="*/ 12915 w 57"/>
                <a:gd name="T1" fmla="*/ 14183 h 58"/>
                <a:gd name="T2" fmla="*/ 9744 w 57"/>
                <a:gd name="T3" fmla="*/ 2191 h 58"/>
                <a:gd name="T4" fmla="*/ 1498 w 57"/>
                <a:gd name="T5" fmla="*/ 6927 h 58"/>
                <a:gd name="T6" fmla="*/ 4752 w 57"/>
                <a:gd name="T7" fmla="*/ 18913 h 58"/>
                <a:gd name="T8" fmla="*/ 12915 w 57"/>
                <a:gd name="T9" fmla="*/ 1418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52" y="39"/>
                  </a:moveTo>
                  <a:cubicBezTo>
                    <a:pt x="57" y="26"/>
                    <a:pt x="52" y="11"/>
                    <a:pt x="39" y="6"/>
                  </a:cubicBezTo>
                  <a:cubicBezTo>
                    <a:pt x="26" y="0"/>
                    <a:pt x="11" y="6"/>
                    <a:pt x="6" y="19"/>
                  </a:cubicBezTo>
                  <a:cubicBezTo>
                    <a:pt x="0" y="32"/>
                    <a:pt x="6" y="46"/>
                    <a:pt x="19" y="52"/>
                  </a:cubicBezTo>
                  <a:cubicBezTo>
                    <a:pt x="31" y="58"/>
                    <a:pt x="46" y="52"/>
                    <a:pt x="52" y="39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6" name="Freeform 1476">
              <a:extLst>
                <a:ext uri="{FF2B5EF4-FFF2-40B4-BE49-F238E27FC236}">
                  <a16:creationId xmlns:a16="http://schemas.microsoft.com/office/drawing/2014/main" id="{0BF45F09-9A83-4CD0-9E57-4CA330F0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676"/>
              <a:ext cx="68" cy="75"/>
            </a:xfrm>
            <a:custGeom>
              <a:avLst/>
              <a:gdLst>
                <a:gd name="T0" fmla="*/ 5881 w 27"/>
                <a:gd name="T1" fmla="*/ 2210 h 28"/>
                <a:gd name="T2" fmla="*/ 1534 w 27"/>
                <a:gd name="T3" fmla="*/ 1500 h 28"/>
                <a:gd name="T4" fmla="*/ 1007 w 27"/>
                <a:gd name="T5" fmla="*/ 8129 h 28"/>
                <a:gd name="T6" fmla="*/ 5354 w 27"/>
                <a:gd name="T7" fmla="*/ 8553 h 28"/>
                <a:gd name="T8" fmla="*/ 5881 w 27"/>
                <a:gd name="T9" fmla="*/ 221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8">
                  <a:moveTo>
                    <a:pt x="23" y="6"/>
                  </a:moveTo>
                  <a:cubicBezTo>
                    <a:pt x="19" y="1"/>
                    <a:pt x="11" y="0"/>
                    <a:pt x="6" y="4"/>
                  </a:cubicBezTo>
                  <a:cubicBezTo>
                    <a:pt x="0" y="9"/>
                    <a:pt x="0" y="16"/>
                    <a:pt x="4" y="22"/>
                  </a:cubicBezTo>
                  <a:cubicBezTo>
                    <a:pt x="8" y="27"/>
                    <a:pt x="16" y="28"/>
                    <a:pt x="21" y="23"/>
                  </a:cubicBezTo>
                  <a:cubicBezTo>
                    <a:pt x="27" y="19"/>
                    <a:pt x="27" y="11"/>
                    <a:pt x="23" y="6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7" name="Freeform 1477">
              <a:extLst>
                <a:ext uri="{FF2B5EF4-FFF2-40B4-BE49-F238E27FC236}">
                  <a16:creationId xmlns:a16="http://schemas.microsoft.com/office/drawing/2014/main" id="{42DA8217-B0CD-49FE-8835-53828A374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692"/>
              <a:ext cx="30" cy="29"/>
            </a:xfrm>
            <a:custGeom>
              <a:avLst/>
              <a:gdLst>
                <a:gd name="T0" fmla="*/ 2470 w 12"/>
                <a:gd name="T1" fmla="*/ 625 h 11"/>
                <a:gd name="T2" fmla="*/ 783 w 12"/>
                <a:gd name="T3" fmla="*/ 625 h 11"/>
                <a:gd name="T4" fmla="*/ 520 w 12"/>
                <a:gd name="T5" fmla="*/ 3045 h 11"/>
                <a:gd name="T6" fmla="*/ 2270 w 12"/>
                <a:gd name="T7" fmla="*/ 3045 h 11"/>
                <a:gd name="T8" fmla="*/ 2470 w 12"/>
                <a:gd name="T9" fmla="*/ 62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0" y="2"/>
                  </a:moveTo>
                  <a:cubicBezTo>
                    <a:pt x="8" y="0"/>
                    <a:pt x="5" y="0"/>
                    <a:pt x="3" y="2"/>
                  </a:cubicBezTo>
                  <a:cubicBezTo>
                    <a:pt x="1" y="3"/>
                    <a:pt x="0" y="7"/>
                    <a:pt x="2" y="9"/>
                  </a:cubicBezTo>
                  <a:cubicBezTo>
                    <a:pt x="4" y="11"/>
                    <a:pt x="7" y="11"/>
                    <a:pt x="9" y="9"/>
                  </a:cubicBezTo>
                  <a:cubicBezTo>
                    <a:pt x="11" y="8"/>
                    <a:pt x="12" y="5"/>
                    <a:pt x="1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8" name="Freeform 1478">
              <a:extLst>
                <a:ext uri="{FF2B5EF4-FFF2-40B4-BE49-F238E27FC236}">
                  <a16:creationId xmlns:a16="http://schemas.microsoft.com/office/drawing/2014/main" id="{2747996F-5334-4542-86C6-19B32F6CC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785"/>
              <a:ext cx="50" cy="78"/>
            </a:xfrm>
            <a:custGeom>
              <a:avLst/>
              <a:gdLst>
                <a:gd name="T0" fmla="*/ 3908 w 20"/>
                <a:gd name="T1" fmla="*/ 680 h 29"/>
                <a:gd name="T2" fmla="*/ 4895 w 20"/>
                <a:gd name="T3" fmla="*/ 1576 h 29"/>
                <a:gd name="T4" fmla="*/ 1300 w 20"/>
                <a:gd name="T5" fmla="*/ 10995 h 29"/>
                <a:gd name="T6" fmla="*/ 1300 w 20"/>
                <a:gd name="T7" fmla="*/ 10995 h 29"/>
                <a:gd name="T8" fmla="*/ 520 w 20"/>
                <a:gd name="T9" fmla="*/ 10562 h 29"/>
                <a:gd name="T10" fmla="*/ 0 w 20"/>
                <a:gd name="T11" fmla="*/ 9847 h 29"/>
                <a:gd name="T12" fmla="*/ 0 w 20"/>
                <a:gd name="T13" fmla="*/ 9847 h 29"/>
                <a:gd name="T14" fmla="*/ 2938 w 20"/>
                <a:gd name="T15" fmla="*/ 0 h 29"/>
                <a:gd name="T16" fmla="*/ 3908 w 20"/>
                <a:gd name="T17" fmla="*/ 68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9">
                  <a:moveTo>
                    <a:pt x="16" y="2"/>
                  </a:moveTo>
                  <a:cubicBezTo>
                    <a:pt x="17" y="3"/>
                    <a:pt x="18" y="3"/>
                    <a:pt x="20" y="4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29"/>
                    <a:pt x="3" y="28"/>
                    <a:pt x="2" y="28"/>
                  </a:cubicBezTo>
                  <a:cubicBezTo>
                    <a:pt x="1" y="27"/>
                    <a:pt x="1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1"/>
                    <a:pt x="14" y="2"/>
                    <a:pt x="16" y="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9" name="Freeform 1479">
              <a:extLst>
                <a:ext uri="{FF2B5EF4-FFF2-40B4-BE49-F238E27FC236}">
                  <a16:creationId xmlns:a16="http://schemas.microsoft.com/office/drawing/2014/main" id="{BEFABB72-017E-4C05-B278-05A74CCF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793"/>
              <a:ext cx="40" cy="62"/>
            </a:xfrm>
            <a:custGeom>
              <a:avLst/>
              <a:gdLst>
                <a:gd name="T0" fmla="*/ 3908 w 16"/>
                <a:gd name="T1" fmla="*/ 682 h 23"/>
                <a:gd name="T2" fmla="*/ 2738 w 16"/>
                <a:gd name="T3" fmla="*/ 0 h 23"/>
                <a:gd name="T4" fmla="*/ 0 w 16"/>
                <a:gd name="T5" fmla="*/ 8815 h 23"/>
                <a:gd name="T6" fmla="*/ 2938 w 16"/>
                <a:gd name="T7" fmla="*/ 1156 h 23"/>
                <a:gd name="T8" fmla="*/ 3908 w 16"/>
                <a:gd name="T9" fmla="*/ 68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6" y="2"/>
                  </a:moveTo>
                  <a:cubicBezTo>
                    <a:pt x="14" y="2"/>
                    <a:pt x="11" y="0"/>
                    <a:pt x="11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10" y="4"/>
                    <a:pt x="12" y="3"/>
                  </a:cubicBezTo>
                  <a:cubicBezTo>
                    <a:pt x="14" y="2"/>
                    <a:pt x="15" y="2"/>
                    <a:pt x="16" y="2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20" name="Freeform 1480">
              <a:extLst>
                <a:ext uri="{FF2B5EF4-FFF2-40B4-BE49-F238E27FC236}">
                  <a16:creationId xmlns:a16="http://schemas.microsoft.com/office/drawing/2014/main" id="{DE7379CC-8B86-4C52-B630-78CFCE3D5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393"/>
              <a:ext cx="138" cy="144"/>
            </a:xfrm>
            <a:custGeom>
              <a:avLst/>
              <a:gdLst>
                <a:gd name="T0" fmla="*/ 5778 w 55"/>
                <a:gd name="T1" fmla="*/ 18752 h 54"/>
                <a:gd name="T2" fmla="*/ 12919 w 55"/>
                <a:gd name="T3" fmla="*/ 11171 h 54"/>
                <a:gd name="T4" fmla="*/ 7768 w 55"/>
                <a:gd name="T5" fmla="*/ 661 h 54"/>
                <a:gd name="T6" fmla="*/ 522 w 55"/>
                <a:gd name="T7" fmla="*/ 8248 h 54"/>
                <a:gd name="T8" fmla="*/ 5778 w 55"/>
                <a:gd name="T9" fmla="*/ 1875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4">
                  <a:moveTo>
                    <a:pt x="23" y="52"/>
                  </a:moveTo>
                  <a:cubicBezTo>
                    <a:pt x="37" y="54"/>
                    <a:pt x="50" y="45"/>
                    <a:pt x="52" y="31"/>
                  </a:cubicBezTo>
                  <a:cubicBezTo>
                    <a:pt x="55" y="18"/>
                    <a:pt x="45" y="5"/>
                    <a:pt x="31" y="2"/>
                  </a:cubicBezTo>
                  <a:cubicBezTo>
                    <a:pt x="18" y="0"/>
                    <a:pt x="5" y="9"/>
                    <a:pt x="2" y="23"/>
                  </a:cubicBezTo>
                  <a:cubicBezTo>
                    <a:pt x="0" y="37"/>
                    <a:pt x="10" y="50"/>
                    <a:pt x="23" y="52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21" name="Freeform 1481">
              <a:extLst>
                <a:ext uri="{FF2B5EF4-FFF2-40B4-BE49-F238E27FC236}">
                  <a16:creationId xmlns:a16="http://schemas.microsoft.com/office/drawing/2014/main" id="{EB42FF0F-1B91-4BC1-9330-88A6A3B8E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36"/>
              <a:ext cx="65" cy="29"/>
            </a:xfrm>
            <a:custGeom>
              <a:avLst/>
              <a:gdLst>
                <a:gd name="T0" fmla="*/ 6175 w 26"/>
                <a:gd name="T1" fmla="*/ 2273 h 11"/>
                <a:gd name="T2" fmla="*/ 6175 w 26"/>
                <a:gd name="T3" fmla="*/ 3662 h 11"/>
                <a:gd name="T4" fmla="*/ 0 w 26"/>
                <a:gd name="T5" fmla="*/ 2035 h 11"/>
                <a:gd name="T6" fmla="*/ 0 w 26"/>
                <a:gd name="T7" fmla="*/ 2035 h 11"/>
                <a:gd name="T8" fmla="*/ 0 w 26"/>
                <a:gd name="T9" fmla="*/ 1007 h 11"/>
                <a:gd name="T10" fmla="*/ 0 w 26"/>
                <a:gd name="T11" fmla="*/ 0 h 11"/>
                <a:gd name="T12" fmla="*/ 0 w 26"/>
                <a:gd name="T13" fmla="*/ 0 h 11"/>
                <a:gd name="T14" fmla="*/ 6375 w 26"/>
                <a:gd name="T15" fmla="*/ 1007 h 11"/>
                <a:gd name="T16" fmla="*/ 6175 w 26"/>
                <a:gd name="T17" fmla="*/ 2273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11">
                  <a:moveTo>
                    <a:pt x="25" y="7"/>
                  </a:moveTo>
                  <a:cubicBezTo>
                    <a:pt x="25" y="9"/>
                    <a:pt x="25" y="10"/>
                    <a:pt x="25" y="1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"/>
                    <a:pt x="25" y="6"/>
                    <a:pt x="25" y="7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22" name="Freeform 1482">
              <a:extLst>
                <a:ext uri="{FF2B5EF4-FFF2-40B4-BE49-F238E27FC236}">
                  <a16:creationId xmlns:a16="http://schemas.microsoft.com/office/drawing/2014/main" id="{ECD580AD-45F2-424C-97C1-2FAB8AECC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41"/>
              <a:ext cx="60" cy="22"/>
            </a:xfrm>
            <a:custGeom>
              <a:avLst/>
              <a:gdLst>
                <a:gd name="T0" fmla="*/ 5675 w 24"/>
                <a:gd name="T1" fmla="*/ 3495 h 8"/>
                <a:gd name="T2" fmla="*/ 5863 w 24"/>
                <a:gd name="T3" fmla="*/ 976 h 8"/>
                <a:gd name="T4" fmla="*/ 0 w 24"/>
                <a:gd name="T5" fmla="*/ 0 h 8"/>
                <a:gd name="T6" fmla="*/ 5208 w 24"/>
                <a:gd name="T7" fmla="*/ 1724 h 8"/>
                <a:gd name="T8" fmla="*/ 5675 w 24"/>
                <a:gd name="T9" fmla="*/ 349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8">
                  <a:moveTo>
                    <a:pt x="23" y="8"/>
                  </a:moveTo>
                  <a:cubicBezTo>
                    <a:pt x="23" y="6"/>
                    <a:pt x="24" y="3"/>
                    <a:pt x="24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0" y="2"/>
                    <a:pt x="21" y="4"/>
                  </a:cubicBezTo>
                  <a:cubicBezTo>
                    <a:pt x="22" y="6"/>
                    <a:pt x="23" y="8"/>
                    <a:pt x="23" y="8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23" name="Freeform 1483">
              <a:extLst>
                <a:ext uri="{FF2B5EF4-FFF2-40B4-BE49-F238E27FC236}">
                  <a16:creationId xmlns:a16="http://schemas.microsoft.com/office/drawing/2014/main" id="{D08227F1-BD61-4275-AFF4-271F5AE9E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36"/>
              <a:ext cx="65" cy="29"/>
            </a:xfrm>
            <a:custGeom>
              <a:avLst/>
              <a:gdLst>
                <a:gd name="T0" fmla="*/ 6175 w 26"/>
                <a:gd name="T1" fmla="*/ 2273 h 11"/>
                <a:gd name="T2" fmla="*/ 6175 w 26"/>
                <a:gd name="T3" fmla="*/ 3662 h 11"/>
                <a:gd name="T4" fmla="*/ 0 w 26"/>
                <a:gd name="T5" fmla="*/ 2035 h 11"/>
                <a:gd name="T6" fmla="*/ 0 w 26"/>
                <a:gd name="T7" fmla="*/ 2035 h 11"/>
                <a:gd name="T8" fmla="*/ 0 w 26"/>
                <a:gd name="T9" fmla="*/ 1007 h 11"/>
                <a:gd name="T10" fmla="*/ 0 w 26"/>
                <a:gd name="T11" fmla="*/ 0 h 11"/>
                <a:gd name="T12" fmla="*/ 0 w 26"/>
                <a:gd name="T13" fmla="*/ 0 h 11"/>
                <a:gd name="T14" fmla="*/ 6375 w 26"/>
                <a:gd name="T15" fmla="*/ 1007 h 11"/>
                <a:gd name="T16" fmla="*/ 6175 w 26"/>
                <a:gd name="T17" fmla="*/ 2273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11">
                  <a:moveTo>
                    <a:pt x="25" y="7"/>
                  </a:moveTo>
                  <a:cubicBezTo>
                    <a:pt x="25" y="9"/>
                    <a:pt x="25" y="10"/>
                    <a:pt x="25" y="1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"/>
                    <a:pt x="25" y="6"/>
                    <a:pt x="25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24" name="Freeform 1484">
              <a:extLst>
                <a:ext uri="{FF2B5EF4-FFF2-40B4-BE49-F238E27FC236}">
                  <a16:creationId xmlns:a16="http://schemas.microsoft.com/office/drawing/2014/main" id="{A08CB263-CA76-4D5E-A319-526EF7EB0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393"/>
              <a:ext cx="138" cy="144"/>
            </a:xfrm>
            <a:custGeom>
              <a:avLst/>
              <a:gdLst>
                <a:gd name="T0" fmla="*/ 5778 w 55"/>
                <a:gd name="T1" fmla="*/ 18752 h 54"/>
                <a:gd name="T2" fmla="*/ 12919 w 55"/>
                <a:gd name="T3" fmla="*/ 11171 h 54"/>
                <a:gd name="T4" fmla="*/ 7768 w 55"/>
                <a:gd name="T5" fmla="*/ 661 h 54"/>
                <a:gd name="T6" fmla="*/ 522 w 55"/>
                <a:gd name="T7" fmla="*/ 8248 h 54"/>
                <a:gd name="T8" fmla="*/ 5778 w 55"/>
                <a:gd name="T9" fmla="*/ 1875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4">
                  <a:moveTo>
                    <a:pt x="23" y="52"/>
                  </a:moveTo>
                  <a:cubicBezTo>
                    <a:pt x="37" y="54"/>
                    <a:pt x="50" y="45"/>
                    <a:pt x="52" y="31"/>
                  </a:cubicBezTo>
                  <a:cubicBezTo>
                    <a:pt x="55" y="18"/>
                    <a:pt x="45" y="5"/>
                    <a:pt x="31" y="2"/>
                  </a:cubicBezTo>
                  <a:cubicBezTo>
                    <a:pt x="18" y="0"/>
                    <a:pt x="5" y="9"/>
                    <a:pt x="2" y="23"/>
                  </a:cubicBezTo>
                  <a:cubicBezTo>
                    <a:pt x="0" y="37"/>
                    <a:pt x="10" y="50"/>
                    <a:pt x="23" y="5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25" name="Freeform 1485">
              <a:extLst>
                <a:ext uri="{FF2B5EF4-FFF2-40B4-BE49-F238E27FC236}">
                  <a16:creationId xmlns:a16="http://schemas.microsoft.com/office/drawing/2014/main" id="{D1205F40-1598-404E-88E2-3CCC0958C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852"/>
              <a:ext cx="142" cy="152"/>
            </a:xfrm>
            <a:custGeom>
              <a:avLst/>
              <a:gdLst>
                <a:gd name="T0" fmla="*/ 957 w 57"/>
                <a:gd name="T1" fmla="*/ 12949 h 57"/>
                <a:gd name="T2" fmla="*/ 8627 w 57"/>
                <a:gd name="T3" fmla="*/ 18752 h 57"/>
                <a:gd name="T4" fmla="*/ 12680 w 57"/>
                <a:gd name="T5" fmla="*/ 7531 h 57"/>
                <a:gd name="T6" fmla="*/ 5007 w 57"/>
                <a:gd name="T7" fmla="*/ 1459 h 57"/>
                <a:gd name="T8" fmla="*/ 957 w 57"/>
                <a:gd name="T9" fmla="*/ 1294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4" y="36"/>
                  </a:moveTo>
                  <a:cubicBezTo>
                    <a:pt x="8" y="49"/>
                    <a:pt x="23" y="57"/>
                    <a:pt x="36" y="52"/>
                  </a:cubicBezTo>
                  <a:cubicBezTo>
                    <a:pt x="49" y="48"/>
                    <a:pt x="57" y="34"/>
                    <a:pt x="53" y="21"/>
                  </a:cubicBezTo>
                  <a:cubicBezTo>
                    <a:pt x="48" y="8"/>
                    <a:pt x="34" y="0"/>
                    <a:pt x="21" y="4"/>
                  </a:cubicBezTo>
                  <a:cubicBezTo>
                    <a:pt x="8" y="8"/>
                    <a:pt x="0" y="22"/>
                    <a:pt x="4" y="36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26" name="Freeform 1486">
              <a:extLst>
                <a:ext uri="{FF2B5EF4-FFF2-40B4-BE49-F238E27FC236}">
                  <a16:creationId xmlns:a16="http://schemas.microsoft.com/office/drawing/2014/main" id="{EC33A287-6870-498A-9DFD-9AC4F54C5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873"/>
              <a:ext cx="62" cy="67"/>
            </a:xfrm>
            <a:custGeom>
              <a:avLst/>
              <a:gdLst>
                <a:gd name="T0" fmla="*/ 5826 w 25"/>
                <a:gd name="T1" fmla="*/ 4425 h 25"/>
                <a:gd name="T2" fmla="*/ 2805 w 25"/>
                <a:gd name="T3" fmla="*/ 0 h 25"/>
                <a:gd name="T4" fmla="*/ 0 w 25"/>
                <a:gd name="T5" fmla="*/ 4848 h 25"/>
                <a:gd name="T6" fmla="*/ 2988 w 25"/>
                <a:gd name="T7" fmla="*/ 9281 h 25"/>
                <a:gd name="T8" fmla="*/ 5826 w 25"/>
                <a:gd name="T9" fmla="*/ 44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5" y="12"/>
                  </a:moveTo>
                  <a:cubicBezTo>
                    <a:pt x="24" y="5"/>
                    <a:pt x="19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4"/>
                    <a:pt x="25" y="19"/>
                    <a:pt x="25" y="12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27" name="Freeform 1487">
              <a:extLst>
                <a:ext uri="{FF2B5EF4-FFF2-40B4-BE49-F238E27FC236}">
                  <a16:creationId xmlns:a16="http://schemas.microsoft.com/office/drawing/2014/main" id="{EE567A05-D944-48F2-9C27-01DC71DB5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884"/>
              <a:ext cx="25" cy="27"/>
            </a:xfrm>
            <a:custGeom>
              <a:avLst/>
              <a:gdLst>
                <a:gd name="T0" fmla="*/ 2470 w 10"/>
                <a:gd name="T1" fmla="*/ 2028 h 10"/>
                <a:gd name="T2" fmla="*/ 1300 w 10"/>
                <a:gd name="T3" fmla="*/ 0 h 10"/>
                <a:gd name="T4" fmla="*/ 0 w 10"/>
                <a:gd name="T5" fmla="*/ 2028 h 10"/>
                <a:gd name="T6" fmla="*/ 1300 w 10"/>
                <a:gd name="T7" fmla="*/ 3877 h 10"/>
                <a:gd name="T8" fmla="*/ 2470 w 10"/>
                <a:gd name="T9" fmla="*/ 20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2"/>
                    <a:pt x="7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ubicBezTo>
                    <a:pt x="0" y="8"/>
                    <a:pt x="2" y="10"/>
                    <a:pt x="5" y="10"/>
                  </a:cubicBezTo>
                  <a:cubicBezTo>
                    <a:pt x="8" y="10"/>
                    <a:pt x="10" y="8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28" name="Freeform 1488">
              <a:extLst>
                <a:ext uri="{FF2B5EF4-FFF2-40B4-BE49-F238E27FC236}">
                  <a16:creationId xmlns:a16="http://schemas.microsoft.com/office/drawing/2014/main" id="{F1873F82-593E-42F4-9F3A-940886BC0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791"/>
              <a:ext cx="40" cy="74"/>
            </a:xfrm>
            <a:custGeom>
              <a:avLst/>
              <a:gdLst>
                <a:gd name="T0" fmla="*/ 2938 w 16"/>
                <a:gd name="T1" fmla="*/ 9179 h 28"/>
                <a:gd name="T2" fmla="*/ 1958 w 16"/>
                <a:gd name="T3" fmla="*/ 9562 h 28"/>
                <a:gd name="T4" fmla="*/ 0 w 16"/>
                <a:gd name="T5" fmla="*/ 1033 h 28"/>
                <a:gd name="T6" fmla="*/ 0 w 16"/>
                <a:gd name="T7" fmla="*/ 1033 h 28"/>
                <a:gd name="T8" fmla="*/ 783 w 16"/>
                <a:gd name="T9" fmla="*/ 391 h 28"/>
                <a:gd name="T10" fmla="*/ 1300 w 16"/>
                <a:gd name="T11" fmla="*/ 0 h 28"/>
                <a:gd name="T12" fmla="*/ 1300 w 16"/>
                <a:gd name="T13" fmla="*/ 0 h 28"/>
                <a:gd name="T14" fmla="*/ 3908 w 16"/>
                <a:gd name="T15" fmla="*/ 8877 h 28"/>
                <a:gd name="T16" fmla="*/ 2938 w 16"/>
                <a:gd name="T17" fmla="*/ 9179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8">
                  <a:moveTo>
                    <a:pt x="12" y="27"/>
                  </a:moveTo>
                  <a:cubicBezTo>
                    <a:pt x="11" y="27"/>
                    <a:pt x="9" y="28"/>
                    <a:pt x="8" y="2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4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5" y="26"/>
                    <a:pt x="13" y="27"/>
                    <a:pt x="12" y="27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29" name="Freeform 1489">
              <a:extLst>
                <a:ext uri="{FF2B5EF4-FFF2-40B4-BE49-F238E27FC236}">
                  <a16:creationId xmlns:a16="http://schemas.microsoft.com/office/drawing/2014/main" id="{0DDAF74A-E78D-4248-A7CB-0D9271BD1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91"/>
              <a:ext cx="25" cy="69"/>
            </a:xfrm>
            <a:custGeom>
              <a:avLst/>
              <a:gdLst>
                <a:gd name="T0" fmla="*/ 988 w 10"/>
                <a:gd name="T1" fmla="*/ 9084 h 26"/>
                <a:gd name="T2" fmla="*/ 2470 w 10"/>
                <a:gd name="T3" fmla="*/ 8670 h 26"/>
                <a:gd name="T4" fmla="*/ 0 w 10"/>
                <a:gd name="T5" fmla="*/ 0 h 26"/>
                <a:gd name="T6" fmla="*/ 1770 w 10"/>
                <a:gd name="T7" fmla="*/ 8036 h 26"/>
                <a:gd name="T8" fmla="*/ 988 w 10"/>
                <a:gd name="T9" fmla="*/ 908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6">
                  <a:moveTo>
                    <a:pt x="4" y="26"/>
                  </a:moveTo>
                  <a:cubicBezTo>
                    <a:pt x="6" y="25"/>
                    <a:pt x="9" y="25"/>
                    <a:pt x="10" y="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" y="21"/>
                    <a:pt x="7" y="23"/>
                  </a:cubicBezTo>
                  <a:cubicBezTo>
                    <a:pt x="6" y="25"/>
                    <a:pt x="5" y="26"/>
                    <a:pt x="4" y="26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30" name="Freeform 1490">
              <a:extLst>
                <a:ext uri="{FF2B5EF4-FFF2-40B4-BE49-F238E27FC236}">
                  <a16:creationId xmlns:a16="http://schemas.microsoft.com/office/drawing/2014/main" id="{F7334683-113C-42F9-8A96-74A02DE09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791"/>
              <a:ext cx="40" cy="74"/>
            </a:xfrm>
            <a:custGeom>
              <a:avLst/>
              <a:gdLst>
                <a:gd name="T0" fmla="*/ 2938 w 16"/>
                <a:gd name="T1" fmla="*/ 9179 h 28"/>
                <a:gd name="T2" fmla="*/ 1958 w 16"/>
                <a:gd name="T3" fmla="*/ 9562 h 28"/>
                <a:gd name="T4" fmla="*/ 0 w 16"/>
                <a:gd name="T5" fmla="*/ 1033 h 28"/>
                <a:gd name="T6" fmla="*/ 0 w 16"/>
                <a:gd name="T7" fmla="*/ 1033 h 28"/>
                <a:gd name="T8" fmla="*/ 783 w 16"/>
                <a:gd name="T9" fmla="*/ 391 h 28"/>
                <a:gd name="T10" fmla="*/ 1300 w 16"/>
                <a:gd name="T11" fmla="*/ 0 h 28"/>
                <a:gd name="T12" fmla="*/ 1300 w 16"/>
                <a:gd name="T13" fmla="*/ 0 h 28"/>
                <a:gd name="T14" fmla="*/ 3908 w 16"/>
                <a:gd name="T15" fmla="*/ 8877 h 28"/>
                <a:gd name="T16" fmla="*/ 2938 w 16"/>
                <a:gd name="T17" fmla="*/ 9179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8">
                  <a:moveTo>
                    <a:pt x="12" y="27"/>
                  </a:moveTo>
                  <a:cubicBezTo>
                    <a:pt x="11" y="27"/>
                    <a:pt x="9" y="28"/>
                    <a:pt x="8" y="2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4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5" y="26"/>
                    <a:pt x="13" y="27"/>
                    <a:pt x="12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31" name="Freeform 1491">
              <a:extLst>
                <a:ext uri="{FF2B5EF4-FFF2-40B4-BE49-F238E27FC236}">
                  <a16:creationId xmlns:a16="http://schemas.microsoft.com/office/drawing/2014/main" id="{425BA09B-702F-47B7-A0AA-F6F2DF0E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852"/>
              <a:ext cx="142" cy="152"/>
            </a:xfrm>
            <a:custGeom>
              <a:avLst/>
              <a:gdLst>
                <a:gd name="T0" fmla="*/ 957 w 57"/>
                <a:gd name="T1" fmla="*/ 12949 h 57"/>
                <a:gd name="T2" fmla="*/ 8627 w 57"/>
                <a:gd name="T3" fmla="*/ 18752 h 57"/>
                <a:gd name="T4" fmla="*/ 12680 w 57"/>
                <a:gd name="T5" fmla="*/ 7531 h 57"/>
                <a:gd name="T6" fmla="*/ 5007 w 57"/>
                <a:gd name="T7" fmla="*/ 1459 h 57"/>
                <a:gd name="T8" fmla="*/ 957 w 57"/>
                <a:gd name="T9" fmla="*/ 1294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4" y="36"/>
                  </a:moveTo>
                  <a:cubicBezTo>
                    <a:pt x="8" y="49"/>
                    <a:pt x="23" y="57"/>
                    <a:pt x="36" y="52"/>
                  </a:cubicBezTo>
                  <a:cubicBezTo>
                    <a:pt x="49" y="48"/>
                    <a:pt x="57" y="34"/>
                    <a:pt x="53" y="21"/>
                  </a:cubicBezTo>
                  <a:cubicBezTo>
                    <a:pt x="48" y="8"/>
                    <a:pt x="34" y="0"/>
                    <a:pt x="21" y="4"/>
                  </a:cubicBezTo>
                  <a:cubicBezTo>
                    <a:pt x="8" y="8"/>
                    <a:pt x="0" y="22"/>
                    <a:pt x="4" y="3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32" name="Freeform 1492">
              <a:extLst>
                <a:ext uri="{FF2B5EF4-FFF2-40B4-BE49-F238E27FC236}">
                  <a16:creationId xmlns:a16="http://schemas.microsoft.com/office/drawing/2014/main" id="{DCD20EA4-02EA-4ED8-B51E-DE1071BC0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628"/>
              <a:ext cx="142" cy="152"/>
            </a:xfrm>
            <a:custGeom>
              <a:avLst/>
              <a:gdLst>
                <a:gd name="T0" fmla="*/ 187 w 57"/>
                <a:gd name="T1" fmla="*/ 9707 h 57"/>
                <a:gd name="T2" fmla="*/ 6430 w 57"/>
                <a:gd name="T3" fmla="*/ 20480 h 57"/>
                <a:gd name="T4" fmla="*/ 13438 w 57"/>
                <a:gd name="T5" fmla="*/ 10773 h 57"/>
                <a:gd name="T6" fmla="*/ 7205 w 57"/>
                <a:gd name="T7" fmla="*/ 397 h 57"/>
                <a:gd name="T8" fmla="*/ 187 w 57"/>
                <a:gd name="T9" fmla="*/ 970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1" y="27"/>
                  </a:moveTo>
                  <a:cubicBezTo>
                    <a:pt x="0" y="43"/>
                    <a:pt x="12" y="56"/>
                    <a:pt x="27" y="57"/>
                  </a:cubicBezTo>
                  <a:cubicBezTo>
                    <a:pt x="42" y="57"/>
                    <a:pt x="55" y="45"/>
                    <a:pt x="56" y="30"/>
                  </a:cubicBezTo>
                  <a:cubicBezTo>
                    <a:pt x="57" y="15"/>
                    <a:pt x="45" y="2"/>
                    <a:pt x="30" y="1"/>
                  </a:cubicBezTo>
                  <a:cubicBezTo>
                    <a:pt x="15" y="0"/>
                    <a:pt x="2" y="12"/>
                    <a:pt x="1" y="27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33" name="Freeform 1493">
              <a:extLst>
                <a:ext uri="{FF2B5EF4-FFF2-40B4-BE49-F238E27FC236}">
                  <a16:creationId xmlns:a16="http://schemas.microsoft.com/office/drawing/2014/main" id="{C86A4552-88D8-47E7-8545-DF8710DB5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655"/>
              <a:ext cx="75" cy="80"/>
            </a:xfrm>
            <a:custGeom>
              <a:avLst/>
              <a:gdLst>
                <a:gd name="T0" fmla="*/ 6845 w 30"/>
                <a:gd name="T1" fmla="*/ 6883 h 30"/>
                <a:gd name="T2" fmla="*/ 4688 w 30"/>
                <a:gd name="T3" fmla="*/ 661 h 30"/>
                <a:gd name="T4" fmla="*/ 520 w 30"/>
                <a:gd name="T5" fmla="*/ 3891 h 30"/>
                <a:gd name="T6" fmla="*/ 2738 w 30"/>
                <a:gd name="T7" fmla="*/ 10104 h 30"/>
                <a:gd name="T8" fmla="*/ 6845 w 30"/>
                <a:gd name="T9" fmla="*/ 688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28" y="19"/>
                  </a:moveTo>
                  <a:cubicBezTo>
                    <a:pt x="30" y="12"/>
                    <a:pt x="26" y="4"/>
                    <a:pt x="19" y="2"/>
                  </a:cubicBezTo>
                  <a:cubicBezTo>
                    <a:pt x="12" y="0"/>
                    <a:pt x="5" y="3"/>
                    <a:pt x="2" y="11"/>
                  </a:cubicBezTo>
                  <a:cubicBezTo>
                    <a:pt x="0" y="18"/>
                    <a:pt x="4" y="25"/>
                    <a:pt x="11" y="28"/>
                  </a:cubicBezTo>
                  <a:cubicBezTo>
                    <a:pt x="18" y="30"/>
                    <a:pt x="26" y="26"/>
                    <a:pt x="28" y="19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34" name="Freeform 1494">
              <a:extLst>
                <a:ext uri="{FF2B5EF4-FFF2-40B4-BE49-F238E27FC236}">
                  <a16:creationId xmlns:a16="http://schemas.microsoft.com/office/drawing/2014/main" id="{685938B6-C87E-40D3-84D3-A47C3DD39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673"/>
              <a:ext cx="30" cy="32"/>
            </a:xfrm>
            <a:custGeom>
              <a:avLst/>
              <a:gdLst>
                <a:gd name="T0" fmla="*/ 2738 w 12"/>
                <a:gd name="T1" fmla="*/ 2581 h 12"/>
                <a:gd name="T2" fmla="*/ 1958 w 12"/>
                <a:gd name="T3" fmla="*/ 397 h 12"/>
                <a:gd name="T4" fmla="*/ 313 w 12"/>
                <a:gd name="T5" fmla="*/ 1459 h 12"/>
                <a:gd name="T6" fmla="*/ 988 w 12"/>
                <a:gd name="T7" fmla="*/ 3891 h 12"/>
                <a:gd name="T8" fmla="*/ 2738 w 12"/>
                <a:gd name="T9" fmla="*/ 258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5"/>
                    <a:pt x="11" y="2"/>
                    <a:pt x="8" y="1"/>
                  </a:cubicBezTo>
                  <a:cubicBezTo>
                    <a:pt x="5" y="0"/>
                    <a:pt x="2" y="1"/>
                    <a:pt x="1" y="4"/>
                  </a:cubicBezTo>
                  <a:cubicBezTo>
                    <a:pt x="0" y="7"/>
                    <a:pt x="2" y="10"/>
                    <a:pt x="4" y="11"/>
                  </a:cubicBezTo>
                  <a:cubicBezTo>
                    <a:pt x="7" y="12"/>
                    <a:pt x="10" y="10"/>
                    <a:pt x="1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35" name="Freeform 1495">
              <a:extLst>
                <a:ext uri="{FF2B5EF4-FFF2-40B4-BE49-F238E27FC236}">
                  <a16:creationId xmlns:a16="http://schemas.microsoft.com/office/drawing/2014/main" id="{31AC6D70-4A70-44B2-9771-879C3EAF6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577"/>
              <a:ext cx="23" cy="54"/>
            </a:xfrm>
            <a:custGeom>
              <a:avLst/>
              <a:gdLst>
                <a:gd name="T0" fmla="*/ 1403 w 9"/>
                <a:gd name="T1" fmla="*/ 7757 h 20"/>
                <a:gd name="T2" fmla="*/ 0 w 9"/>
                <a:gd name="T3" fmla="*/ 7757 h 20"/>
                <a:gd name="T4" fmla="*/ 332 w 9"/>
                <a:gd name="T5" fmla="*/ 429 h 20"/>
                <a:gd name="T6" fmla="*/ 332 w 9"/>
                <a:gd name="T7" fmla="*/ 429 h 20"/>
                <a:gd name="T8" fmla="*/ 1104 w 9"/>
                <a:gd name="T9" fmla="*/ 0 h 20"/>
                <a:gd name="T10" fmla="*/ 1973 w 9"/>
                <a:gd name="T11" fmla="*/ 0 h 20"/>
                <a:gd name="T12" fmla="*/ 1973 w 9"/>
                <a:gd name="T13" fmla="*/ 0 h 20"/>
                <a:gd name="T14" fmla="*/ 2520 w 9"/>
                <a:gd name="T15" fmla="*/ 7757 h 20"/>
                <a:gd name="T16" fmla="*/ 1403 w 9"/>
                <a:gd name="T17" fmla="*/ 775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0">
                  <a:moveTo>
                    <a:pt x="5" y="20"/>
                  </a:moveTo>
                  <a:cubicBezTo>
                    <a:pt x="3" y="20"/>
                    <a:pt x="2" y="20"/>
                    <a:pt x="0" y="2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20"/>
                    <a:pt x="6" y="20"/>
                    <a:pt x="5" y="20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36" name="Freeform 1496">
              <a:extLst>
                <a:ext uri="{FF2B5EF4-FFF2-40B4-BE49-F238E27FC236}">
                  <a16:creationId xmlns:a16="http://schemas.microsoft.com/office/drawing/2014/main" id="{86440FC7-0F4F-4207-AA7F-43B22FE21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2577"/>
              <a:ext cx="17" cy="48"/>
            </a:xfrm>
            <a:custGeom>
              <a:avLst/>
              <a:gdLst>
                <a:gd name="T0" fmla="*/ 0 w 7"/>
                <a:gd name="T1" fmla="*/ 6464 h 18"/>
                <a:gd name="T2" fmla="*/ 1433 w 7"/>
                <a:gd name="T3" fmla="*/ 6464 h 18"/>
                <a:gd name="T4" fmla="*/ 1003 w 7"/>
                <a:gd name="T5" fmla="*/ 0 h 18"/>
                <a:gd name="T6" fmla="*/ 831 w 7"/>
                <a:gd name="T7" fmla="*/ 5405 h 18"/>
                <a:gd name="T8" fmla="*/ 0 w 7"/>
                <a:gd name="T9" fmla="*/ 646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2" y="17"/>
                    <a:pt x="6" y="18"/>
                    <a:pt x="7" y="1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6" y="13"/>
                    <a:pt x="4" y="15"/>
                  </a:cubicBezTo>
                  <a:cubicBezTo>
                    <a:pt x="3" y="17"/>
                    <a:pt x="1" y="17"/>
                    <a:pt x="0" y="18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37" name="Freeform 1497">
              <a:extLst>
                <a:ext uri="{FF2B5EF4-FFF2-40B4-BE49-F238E27FC236}">
                  <a16:creationId xmlns:a16="http://schemas.microsoft.com/office/drawing/2014/main" id="{5B53BD82-7D7C-4BDA-BAEF-0D86E0CDF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577"/>
              <a:ext cx="23" cy="54"/>
            </a:xfrm>
            <a:custGeom>
              <a:avLst/>
              <a:gdLst>
                <a:gd name="T0" fmla="*/ 1403 w 9"/>
                <a:gd name="T1" fmla="*/ 7757 h 20"/>
                <a:gd name="T2" fmla="*/ 0 w 9"/>
                <a:gd name="T3" fmla="*/ 7757 h 20"/>
                <a:gd name="T4" fmla="*/ 332 w 9"/>
                <a:gd name="T5" fmla="*/ 429 h 20"/>
                <a:gd name="T6" fmla="*/ 332 w 9"/>
                <a:gd name="T7" fmla="*/ 429 h 20"/>
                <a:gd name="T8" fmla="*/ 1104 w 9"/>
                <a:gd name="T9" fmla="*/ 0 h 20"/>
                <a:gd name="T10" fmla="*/ 1973 w 9"/>
                <a:gd name="T11" fmla="*/ 0 h 20"/>
                <a:gd name="T12" fmla="*/ 1973 w 9"/>
                <a:gd name="T13" fmla="*/ 0 h 20"/>
                <a:gd name="T14" fmla="*/ 2520 w 9"/>
                <a:gd name="T15" fmla="*/ 7757 h 20"/>
                <a:gd name="T16" fmla="*/ 1403 w 9"/>
                <a:gd name="T17" fmla="*/ 775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0">
                  <a:moveTo>
                    <a:pt x="5" y="20"/>
                  </a:moveTo>
                  <a:cubicBezTo>
                    <a:pt x="3" y="20"/>
                    <a:pt x="2" y="20"/>
                    <a:pt x="0" y="2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20"/>
                    <a:pt x="6" y="20"/>
                    <a:pt x="5" y="2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38" name="Freeform 1498">
              <a:extLst>
                <a:ext uri="{FF2B5EF4-FFF2-40B4-BE49-F238E27FC236}">
                  <a16:creationId xmlns:a16="http://schemas.microsoft.com/office/drawing/2014/main" id="{29AD46ED-1DB7-4469-92DC-1DE039694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628"/>
              <a:ext cx="142" cy="152"/>
            </a:xfrm>
            <a:custGeom>
              <a:avLst/>
              <a:gdLst>
                <a:gd name="T0" fmla="*/ 187 w 57"/>
                <a:gd name="T1" fmla="*/ 9707 h 57"/>
                <a:gd name="T2" fmla="*/ 6430 w 57"/>
                <a:gd name="T3" fmla="*/ 20480 h 57"/>
                <a:gd name="T4" fmla="*/ 13438 w 57"/>
                <a:gd name="T5" fmla="*/ 10773 h 57"/>
                <a:gd name="T6" fmla="*/ 7205 w 57"/>
                <a:gd name="T7" fmla="*/ 397 h 57"/>
                <a:gd name="T8" fmla="*/ 187 w 57"/>
                <a:gd name="T9" fmla="*/ 970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1" y="27"/>
                  </a:moveTo>
                  <a:cubicBezTo>
                    <a:pt x="0" y="43"/>
                    <a:pt x="12" y="56"/>
                    <a:pt x="27" y="57"/>
                  </a:cubicBezTo>
                  <a:cubicBezTo>
                    <a:pt x="42" y="57"/>
                    <a:pt x="55" y="45"/>
                    <a:pt x="56" y="30"/>
                  </a:cubicBezTo>
                  <a:cubicBezTo>
                    <a:pt x="57" y="15"/>
                    <a:pt x="45" y="2"/>
                    <a:pt x="30" y="1"/>
                  </a:cubicBezTo>
                  <a:cubicBezTo>
                    <a:pt x="15" y="0"/>
                    <a:pt x="2" y="12"/>
                    <a:pt x="1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39" name="Freeform 1499">
              <a:extLst>
                <a:ext uri="{FF2B5EF4-FFF2-40B4-BE49-F238E27FC236}">
                  <a16:creationId xmlns:a16="http://schemas.microsoft.com/office/drawing/2014/main" id="{9C7DD372-28F6-4825-8A28-6BB7B70E3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065"/>
              <a:ext cx="140" cy="150"/>
            </a:xfrm>
            <a:custGeom>
              <a:avLst/>
              <a:gdLst>
                <a:gd name="T0" fmla="*/ 8333 w 56"/>
                <a:gd name="T1" fmla="*/ 19141 h 56"/>
                <a:gd name="T2" fmla="*/ 12708 w 56"/>
                <a:gd name="T3" fmla="*/ 8129 h 56"/>
                <a:gd name="T4" fmla="*/ 5208 w 56"/>
                <a:gd name="T5" fmla="*/ 1500 h 56"/>
                <a:gd name="T6" fmla="*/ 783 w 56"/>
                <a:gd name="T7" fmla="*/ 12972 h 56"/>
                <a:gd name="T8" fmla="*/ 8333 w 56"/>
                <a:gd name="T9" fmla="*/ 1914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34" y="52"/>
                  </a:moveTo>
                  <a:cubicBezTo>
                    <a:pt x="48" y="49"/>
                    <a:pt x="56" y="35"/>
                    <a:pt x="52" y="22"/>
                  </a:cubicBezTo>
                  <a:cubicBezTo>
                    <a:pt x="48" y="8"/>
                    <a:pt x="35" y="0"/>
                    <a:pt x="21" y="4"/>
                  </a:cubicBezTo>
                  <a:cubicBezTo>
                    <a:pt x="8" y="7"/>
                    <a:pt x="0" y="21"/>
                    <a:pt x="3" y="35"/>
                  </a:cubicBezTo>
                  <a:cubicBezTo>
                    <a:pt x="7" y="48"/>
                    <a:pt x="21" y="56"/>
                    <a:pt x="34" y="52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40" name="Freeform 1500">
              <a:extLst>
                <a:ext uri="{FF2B5EF4-FFF2-40B4-BE49-F238E27FC236}">
                  <a16:creationId xmlns:a16="http://schemas.microsoft.com/office/drawing/2014/main" id="{11DCAF00-5ACA-4808-96B9-757536F6A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089"/>
              <a:ext cx="67" cy="72"/>
            </a:xfrm>
            <a:custGeom>
              <a:avLst/>
              <a:gdLst>
                <a:gd name="T0" fmla="*/ 5350 w 27"/>
                <a:gd name="T1" fmla="*/ 1763 h 27"/>
                <a:gd name="T2" fmla="*/ 1134 w 27"/>
                <a:gd name="T3" fmla="*/ 1763 h 27"/>
                <a:gd name="T4" fmla="*/ 948 w 27"/>
                <a:gd name="T5" fmla="*/ 7944 h 27"/>
                <a:gd name="T6" fmla="*/ 5149 w 27"/>
                <a:gd name="T7" fmla="*/ 8248 h 27"/>
                <a:gd name="T8" fmla="*/ 5350 w 27"/>
                <a:gd name="T9" fmla="*/ 17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3" y="5"/>
                  </a:moveTo>
                  <a:cubicBezTo>
                    <a:pt x="18" y="0"/>
                    <a:pt x="10" y="0"/>
                    <a:pt x="5" y="5"/>
                  </a:cubicBezTo>
                  <a:cubicBezTo>
                    <a:pt x="0" y="9"/>
                    <a:pt x="0" y="17"/>
                    <a:pt x="4" y="22"/>
                  </a:cubicBezTo>
                  <a:cubicBezTo>
                    <a:pt x="9" y="27"/>
                    <a:pt x="17" y="27"/>
                    <a:pt x="22" y="23"/>
                  </a:cubicBezTo>
                  <a:cubicBezTo>
                    <a:pt x="27" y="18"/>
                    <a:pt x="27" y="10"/>
                    <a:pt x="23" y="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41" name="Freeform 1501">
              <a:extLst>
                <a:ext uri="{FF2B5EF4-FFF2-40B4-BE49-F238E27FC236}">
                  <a16:creationId xmlns:a16="http://schemas.microsoft.com/office/drawing/2014/main" id="{F3776805-BAE1-43AC-A6C8-0B65BC68A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105"/>
              <a:ext cx="28" cy="30"/>
            </a:xfrm>
            <a:custGeom>
              <a:avLst/>
              <a:gdLst>
                <a:gd name="T0" fmla="*/ 2688 w 11"/>
                <a:gd name="T1" fmla="*/ 775 h 11"/>
                <a:gd name="T2" fmla="*/ 843 w 11"/>
                <a:gd name="T3" fmla="*/ 775 h 11"/>
                <a:gd name="T4" fmla="*/ 545 w 11"/>
                <a:gd name="T5" fmla="*/ 3755 h 11"/>
                <a:gd name="T6" fmla="*/ 2474 w 11"/>
                <a:gd name="T7" fmla="*/ 3755 h 11"/>
                <a:gd name="T8" fmla="*/ 2688 w 11"/>
                <a:gd name="T9" fmla="*/ 77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2"/>
                  </a:moveTo>
                  <a:cubicBezTo>
                    <a:pt x="8" y="0"/>
                    <a:pt x="5" y="0"/>
                    <a:pt x="3" y="2"/>
                  </a:cubicBezTo>
                  <a:cubicBezTo>
                    <a:pt x="1" y="4"/>
                    <a:pt x="0" y="7"/>
                    <a:pt x="2" y="9"/>
                  </a:cubicBezTo>
                  <a:cubicBezTo>
                    <a:pt x="4" y="11"/>
                    <a:pt x="7" y="11"/>
                    <a:pt x="9" y="9"/>
                  </a:cubicBezTo>
                  <a:cubicBezTo>
                    <a:pt x="11" y="7"/>
                    <a:pt x="11" y="4"/>
                    <a:pt x="1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42" name="Freeform 1502">
              <a:extLst>
                <a:ext uri="{FF2B5EF4-FFF2-40B4-BE49-F238E27FC236}">
                  <a16:creationId xmlns:a16="http://schemas.microsoft.com/office/drawing/2014/main" id="{8C9AD484-37F9-4639-B337-09FD780F0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244"/>
              <a:ext cx="75" cy="80"/>
            </a:xfrm>
            <a:custGeom>
              <a:avLst/>
              <a:gdLst>
                <a:gd name="T0" fmla="*/ 6175 w 30"/>
                <a:gd name="T1" fmla="*/ 2184 h 30"/>
                <a:gd name="T2" fmla="*/ 1300 w 30"/>
                <a:gd name="T3" fmla="*/ 2184 h 30"/>
                <a:gd name="T4" fmla="*/ 1488 w 30"/>
                <a:gd name="T5" fmla="*/ 9045 h 30"/>
                <a:gd name="T6" fmla="*/ 6175 w 30"/>
                <a:gd name="T7" fmla="*/ 9045 h 30"/>
                <a:gd name="T8" fmla="*/ 6175 w 30"/>
                <a:gd name="T9" fmla="*/ 218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25" y="6"/>
                  </a:moveTo>
                  <a:cubicBezTo>
                    <a:pt x="19" y="0"/>
                    <a:pt x="11" y="1"/>
                    <a:pt x="5" y="6"/>
                  </a:cubicBezTo>
                  <a:cubicBezTo>
                    <a:pt x="0" y="11"/>
                    <a:pt x="0" y="20"/>
                    <a:pt x="6" y="25"/>
                  </a:cubicBezTo>
                  <a:cubicBezTo>
                    <a:pt x="11" y="30"/>
                    <a:pt x="20" y="30"/>
                    <a:pt x="25" y="25"/>
                  </a:cubicBezTo>
                  <a:cubicBezTo>
                    <a:pt x="30" y="19"/>
                    <a:pt x="30" y="11"/>
                    <a:pt x="25" y="6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43" name="Freeform 1503">
              <a:extLst>
                <a:ext uri="{FF2B5EF4-FFF2-40B4-BE49-F238E27FC236}">
                  <a16:creationId xmlns:a16="http://schemas.microsoft.com/office/drawing/2014/main" id="{67FEB9ED-7358-41B3-84EA-D589C2DB9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263"/>
              <a:ext cx="30" cy="32"/>
            </a:xfrm>
            <a:custGeom>
              <a:avLst/>
              <a:gdLst>
                <a:gd name="T0" fmla="*/ 2270 w 12"/>
                <a:gd name="T1" fmla="*/ 661 h 12"/>
                <a:gd name="T2" fmla="*/ 520 w 12"/>
                <a:gd name="T3" fmla="*/ 661 h 12"/>
                <a:gd name="T4" fmla="*/ 520 w 12"/>
                <a:gd name="T5" fmla="*/ 3640 h 12"/>
                <a:gd name="T6" fmla="*/ 2270 w 12"/>
                <a:gd name="T7" fmla="*/ 3640 h 12"/>
                <a:gd name="T8" fmla="*/ 2270 w 12"/>
                <a:gd name="T9" fmla="*/ 66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9" y="2"/>
                  </a:moveTo>
                  <a:cubicBezTo>
                    <a:pt x="7" y="0"/>
                    <a:pt x="4" y="0"/>
                    <a:pt x="2" y="2"/>
                  </a:cubicBezTo>
                  <a:cubicBezTo>
                    <a:pt x="0" y="4"/>
                    <a:pt x="0" y="8"/>
                    <a:pt x="2" y="10"/>
                  </a:cubicBezTo>
                  <a:cubicBezTo>
                    <a:pt x="4" y="12"/>
                    <a:pt x="7" y="12"/>
                    <a:pt x="9" y="10"/>
                  </a:cubicBezTo>
                  <a:cubicBezTo>
                    <a:pt x="12" y="7"/>
                    <a:pt x="11" y="4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44" name="Freeform 1504">
              <a:extLst>
                <a:ext uri="{FF2B5EF4-FFF2-40B4-BE49-F238E27FC236}">
                  <a16:creationId xmlns:a16="http://schemas.microsoft.com/office/drawing/2014/main" id="{D84CD8EB-15D3-4059-A8D8-B4DE98CCA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412"/>
              <a:ext cx="72" cy="75"/>
            </a:xfrm>
            <a:custGeom>
              <a:avLst/>
              <a:gdLst>
                <a:gd name="T0" fmla="*/ 4894 w 29"/>
                <a:gd name="T1" fmla="*/ 1500 h 28"/>
                <a:gd name="T2" fmla="*/ 948 w 29"/>
                <a:gd name="T3" fmla="*/ 2885 h 28"/>
                <a:gd name="T4" fmla="*/ 1899 w 29"/>
                <a:gd name="T5" fmla="*/ 9206 h 28"/>
                <a:gd name="T6" fmla="*/ 5844 w 29"/>
                <a:gd name="T7" fmla="*/ 7728 h 28"/>
                <a:gd name="T8" fmla="*/ 4894 w 29"/>
                <a:gd name="T9" fmla="*/ 150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21" y="4"/>
                  </a:moveTo>
                  <a:cubicBezTo>
                    <a:pt x="15" y="0"/>
                    <a:pt x="7" y="2"/>
                    <a:pt x="4" y="8"/>
                  </a:cubicBezTo>
                  <a:cubicBezTo>
                    <a:pt x="0" y="14"/>
                    <a:pt x="2" y="21"/>
                    <a:pt x="8" y="25"/>
                  </a:cubicBezTo>
                  <a:cubicBezTo>
                    <a:pt x="14" y="28"/>
                    <a:pt x="22" y="26"/>
                    <a:pt x="25" y="21"/>
                  </a:cubicBezTo>
                  <a:cubicBezTo>
                    <a:pt x="29" y="15"/>
                    <a:pt x="27" y="7"/>
                    <a:pt x="21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45" name="Freeform 1505">
              <a:extLst>
                <a:ext uri="{FF2B5EF4-FFF2-40B4-BE49-F238E27FC236}">
                  <a16:creationId xmlns:a16="http://schemas.microsoft.com/office/drawing/2014/main" id="{90FA5E5E-EF44-4163-94D3-CBB53EA79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428"/>
              <a:ext cx="27" cy="29"/>
            </a:xfrm>
            <a:custGeom>
              <a:avLst/>
              <a:gdLst>
                <a:gd name="T0" fmla="*/ 1777 w 11"/>
                <a:gd name="T1" fmla="*/ 382 h 11"/>
                <a:gd name="T2" fmla="*/ 174 w 11"/>
                <a:gd name="T3" fmla="*/ 1007 h 11"/>
                <a:gd name="T4" fmla="*/ 621 w 11"/>
                <a:gd name="T5" fmla="*/ 3335 h 11"/>
                <a:gd name="T6" fmla="*/ 1964 w 11"/>
                <a:gd name="T7" fmla="*/ 2655 h 11"/>
                <a:gd name="T8" fmla="*/ 1777 w 11"/>
                <a:gd name="T9" fmla="*/ 38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8" y="1"/>
                  </a:moveTo>
                  <a:cubicBezTo>
                    <a:pt x="5" y="0"/>
                    <a:pt x="2" y="1"/>
                    <a:pt x="1" y="3"/>
                  </a:cubicBezTo>
                  <a:cubicBezTo>
                    <a:pt x="0" y="6"/>
                    <a:pt x="0" y="9"/>
                    <a:pt x="3" y="10"/>
                  </a:cubicBezTo>
                  <a:cubicBezTo>
                    <a:pt x="5" y="11"/>
                    <a:pt x="8" y="11"/>
                    <a:pt x="9" y="8"/>
                  </a:cubicBezTo>
                  <a:cubicBezTo>
                    <a:pt x="11" y="6"/>
                    <a:pt x="10" y="3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46" name="Freeform 1506">
              <a:extLst>
                <a:ext uri="{FF2B5EF4-FFF2-40B4-BE49-F238E27FC236}">
                  <a16:creationId xmlns:a16="http://schemas.microsoft.com/office/drawing/2014/main" id="{2F5EF0A8-A9E4-4A37-B27D-7CF07B156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148"/>
              <a:ext cx="85" cy="27"/>
            </a:xfrm>
            <a:custGeom>
              <a:avLst/>
              <a:gdLst>
                <a:gd name="T0" fmla="*/ 8125 w 34"/>
                <a:gd name="T1" fmla="*/ 1596 h 10"/>
                <a:gd name="T2" fmla="*/ 8333 w 34"/>
                <a:gd name="T3" fmla="*/ 3127 h 10"/>
                <a:gd name="T4" fmla="*/ 520 w 34"/>
                <a:gd name="T5" fmla="*/ 3877 h 10"/>
                <a:gd name="T6" fmla="*/ 520 w 34"/>
                <a:gd name="T7" fmla="*/ 3877 h 10"/>
                <a:gd name="T8" fmla="*/ 313 w 34"/>
                <a:gd name="T9" fmla="*/ 2719 h 10"/>
                <a:gd name="T10" fmla="*/ 0 w 34"/>
                <a:gd name="T11" fmla="*/ 2028 h 10"/>
                <a:gd name="T12" fmla="*/ 0 w 34"/>
                <a:gd name="T13" fmla="*/ 2028 h 10"/>
                <a:gd name="T14" fmla="*/ 7813 w 34"/>
                <a:gd name="T15" fmla="*/ 0 h 10"/>
                <a:gd name="T16" fmla="*/ 8125 w 34"/>
                <a:gd name="T17" fmla="*/ 1596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">
                  <a:moveTo>
                    <a:pt x="33" y="4"/>
                  </a:moveTo>
                  <a:cubicBezTo>
                    <a:pt x="33" y="5"/>
                    <a:pt x="34" y="6"/>
                    <a:pt x="34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1" y="8"/>
                    <a:pt x="1" y="7"/>
                  </a:cubicBezTo>
                  <a:cubicBezTo>
                    <a:pt x="1" y="7"/>
                    <a:pt x="1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1"/>
                    <a:pt x="33" y="2"/>
                    <a:pt x="33" y="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47" name="Freeform 1507">
              <a:extLst>
                <a:ext uri="{FF2B5EF4-FFF2-40B4-BE49-F238E27FC236}">
                  <a16:creationId xmlns:a16="http://schemas.microsoft.com/office/drawing/2014/main" id="{EB8035C8-1C04-4963-8118-81DD0D5E3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153"/>
              <a:ext cx="77" cy="14"/>
            </a:xfrm>
            <a:custGeom>
              <a:avLst/>
              <a:gdLst>
                <a:gd name="T0" fmla="*/ 7263 w 31"/>
                <a:gd name="T1" fmla="*/ 2391 h 5"/>
                <a:gd name="T2" fmla="*/ 7082 w 31"/>
                <a:gd name="T3" fmla="*/ 0 h 5"/>
                <a:gd name="T4" fmla="*/ 0 w 31"/>
                <a:gd name="T5" fmla="*/ 1912 h 5"/>
                <a:gd name="T6" fmla="*/ 6620 w 31"/>
                <a:gd name="T7" fmla="*/ 1364 h 5"/>
                <a:gd name="T8" fmla="*/ 7263 w 31"/>
                <a:gd name="T9" fmla="*/ 239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">
                  <a:moveTo>
                    <a:pt x="31" y="5"/>
                  </a:moveTo>
                  <a:cubicBezTo>
                    <a:pt x="30" y="4"/>
                    <a:pt x="30" y="0"/>
                    <a:pt x="3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26" y="2"/>
                    <a:pt x="28" y="3"/>
                  </a:cubicBezTo>
                  <a:cubicBezTo>
                    <a:pt x="30" y="4"/>
                    <a:pt x="31" y="5"/>
                    <a:pt x="31" y="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48" name="Freeform 1508">
              <a:extLst>
                <a:ext uri="{FF2B5EF4-FFF2-40B4-BE49-F238E27FC236}">
                  <a16:creationId xmlns:a16="http://schemas.microsoft.com/office/drawing/2014/main" id="{4392C2FA-6A62-4072-A3BB-E50C66B79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148"/>
              <a:ext cx="85" cy="27"/>
            </a:xfrm>
            <a:custGeom>
              <a:avLst/>
              <a:gdLst>
                <a:gd name="T0" fmla="*/ 8125 w 34"/>
                <a:gd name="T1" fmla="*/ 1596 h 10"/>
                <a:gd name="T2" fmla="*/ 8333 w 34"/>
                <a:gd name="T3" fmla="*/ 3127 h 10"/>
                <a:gd name="T4" fmla="*/ 520 w 34"/>
                <a:gd name="T5" fmla="*/ 3877 h 10"/>
                <a:gd name="T6" fmla="*/ 520 w 34"/>
                <a:gd name="T7" fmla="*/ 3877 h 10"/>
                <a:gd name="T8" fmla="*/ 313 w 34"/>
                <a:gd name="T9" fmla="*/ 2719 h 10"/>
                <a:gd name="T10" fmla="*/ 0 w 34"/>
                <a:gd name="T11" fmla="*/ 2028 h 10"/>
                <a:gd name="T12" fmla="*/ 0 w 34"/>
                <a:gd name="T13" fmla="*/ 2028 h 10"/>
                <a:gd name="T14" fmla="*/ 7813 w 34"/>
                <a:gd name="T15" fmla="*/ 0 h 10"/>
                <a:gd name="T16" fmla="*/ 8125 w 34"/>
                <a:gd name="T17" fmla="*/ 1596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">
                  <a:moveTo>
                    <a:pt x="33" y="4"/>
                  </a:moveTo>
                  <a:cubicBezTo>
                    <a:pt x="33" y="5"/>
                    <a:pt x="34" y="6"/>
                    <a:pt x="34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1" y="8"/>
                    <a:pt x="1" y="7"/>
                  </a:cubicBezTo>
                  <a:cubicBezTo>
                    <a:pt x="1" y="7"/>
                    <a:pt x="1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1"/>
                    <a:pt x="33" y="2"/>
                    <a:pt x="33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49" name="Freeform 1509">
              <a:extLst>
                <a:ext uri="{FF2B5EF4-FFF2-40B4-BE49-F238E27FC236}">
                  <a16:creationId xmlns:a16="http://schemas.microsoft.com/office/drawing/2014/main" id="{BA9C1F57-D992-4870-BC58-B3FC584A0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065"/>
              <a:ext cx="140" cy="150"/>
            </a:xfrm>
            <a:custGeom>
              <a:avLst/>
              <a:gdLst>
                <a:gd name="T0" fmla="*/ 8333 w 56"/>
                <a:gd name="T1" fmla="*/ 19141 h 56"/>
                <a:gd name="T2" fmla="*/ 12708 w 56"/>
                <a:gd name="T3" fmla="*/ 8129 h 56"/>
                <a:gd name="T4" fmla="*/ 5208 w 56"/>
                <a:gd name="T5" fmla="*/ 1500 h 56"/>
                <a:gd name="T6" fmla="*/ 783 w 56"/>
                <a:gd name="T7" fmla="*/ 12972 h 56"/>
                <a:gd name="T8" fmla="*/ 8333 w 56"/>
                <a:gd name="T9" fmla="*/ 1914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34" y="52"/>
                  </a:moveTo>
                  <a:cubicBezTo>
                    <a:pt x="48" y="49"/>
                    <a:pt x="56" y="35"/>
                    <a:pt x="52" y="22"/>
                  </a:cubicBezTo>
                  <a:cubicBezTo>
                    <a:pt x="48" y="8"/>
                    <a:pt x="35" y="0"/>
                    <a:pt x="21" y="4"/>
                  </a:cubicBezTo>
                  <a:cubicBezTo>
                    <a:pt x="8" y="7"/>
                    <a:pt x="0" y="21"/>
                    <a:pt x="3" y="35"/>
                  </a:cubicBezTo>
                  <a:cubicBezTo>
                    <a:pt x="7" y="48"/>
                    <a:pt x="21" y="56"/>
                    <a:pt x="34" y="5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50" name="Freeform 1510">
              <a:extLst>
                <a:ext uri="{FF2B5EF4-FFF2-40B4-BE49-F238E27FC236}">
                  <a16:creationId xmlns:a16="http://schemas.microsoft.com/office/drawing/2014/main" id="{9981A1FA-FDF3-4788-948B-095B9F905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620"/>
              <a:ext cx="143" cy="149"/>
            </a:xfrm>
            <a:custGeom>
              <a:avLst/>
              <a:gdLst>
                <a:gd name="T0" fmla="*/ 3286 w 57"/>
                <a:gd name="T1" fmla="*/ 17082 h 56"/>
                <a:gd name="T2" fmla="*/ 11922 w 57"/>
                <a:gd name="T3" fmla="*/ 15576 h 56"/>
                <a:gd name="T4" fmla="*/ 10926 w 57"/>
                <a:gd name="T5" fmla="*/ 2804 h 56"/>
                <a:gd name="T6" fmla="*/ 2303 w 57"/>
                <a:gd name="T7" fmla="*/ 4254 h 56"/>
                <a:gd name="T8" fmla="*/ 3286 w 57"/>
                <a:gd name="T9" fmla="*/ 1708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6">
                  <a:moveTo>
                    <a:pt x="13" y="48"/>
                  </a:moveTo>
                  <a:cubicBezTo>
                    <a:pt x="24" y="56"/>
                    <a:pt x="40" y="55"/>
                    <a:pt x="48" y="44"/>
                  </a:cubicBezTo>
                  <a:cubicBezTo>
                    <a:pt x="57" y="33"/>
                    <a:pt x="55" y="17"/>
                    <a:pt x="44" y="8"/>
                  </a:cubicBezTo>
                  <a:cubicBezTo>
                    <a:pt x="33" y="0"/>
                    <a:pt x="18" y="1"/>
                    <a:pt x="9" y="12"/>
                  </a:cubicBezTo>
                  <a:cubicBezTo>
                    <a:pt x="0" y="23"/>
                    <a:pt x="2" y="39"/>
                    <a:pt x="13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51" name="Freeform 1511">
              <a:extLst>
                <a:ext uri="{FF2B5EF4-FFF2-40B4-BE49-F238E27FC236}">
                  <a16:creationId xmlns:a16="http://schemas.microsoft.com/office/drawing/2014/main" id="{8A0EF7A5-6046-4F7A-8C27-838E4DDE8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225"/>
              <a:ext cx="142" cy="152"/>
            </a:xfrm>
            <a:custGeom>
              <a:avLst/>
              <a:gdLst>
                <a:gd name="T0" fmla="*/ 6430 w 57"/>
                <a:gd name="T1" fmla="*/ 20083 h 57"/>
                <a:gd name="T2" fmla="*/ 13438 w 57"/>
                <a:gd name="T3" fmla="*/ 10773 h 57"/>
                <a:gd name="T4" fmla="*/ 7205 w 57"/>
                <a:gd name="T5" fmla="*/ 397 h 57"/>
                <a:gd name="T6" fmla="*/ 187 w 57"/>
                <a:gd name="T7" fmla="*/ 9707 h 57"/>
                <a:gd name="T8" fmla="*/ 6430 w 57"/>
                <a:gd name="T9" fmla="*/ 20083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27" y="56"/>
                  </a:moveTo>
                  <a:cubicBezTo>
                    <a:pt x="42" y="57"/>
                    <a:pt x="56" y="46"/>
                    <a:pt x="56" y="30"/>
                  </a:cubicBezTo>
                  <a:cubicBezTo>
                    <a:pt x="57" y="15"/>
                    <a:pt x="46" y="2"/>
                    <a:pt x="30" y="1"/>
                  </a:cubicBezTo>
                  <a:cubicBezTo>
                    <a:pt x="15" y="0"/>
                    <a:pt x="2" y="12"/>
                    <a:pt x="1" y="27"/>
                  </a:cubicBezTo>
                  <a:cubicBezTo>
                    <a:pt x="0" y="42"/>
                    <a:pt x="12" y="55"/>
                    <a:pt x="27" y="5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52" name="Freeform 1512">
              <a:extLst>
                <a:ext uri="{FF2B5EF4-FFF2-40B4-BE49-F238E27FC236}">
                  <a16:creationId xmlns:a16="http://schemas.microsoft.com/office/drawing/2014/main" id="{1AE72975-BCEA-4AC8-87E5-7FA5D430A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652"/>
              <a:ext cx="143" cy="155"/>
            </a:xfrm>
            <a:custGeom>
              <a:avLst/>
              <a:gdLst>
                <a:gd name="T0" fmla="*/ 12915 w 57"/>
                <a:gd name="T1" fmla="*/ 14183 h 58"/>
                <a:gd name="T2" fmla="*/ 9744 w 57"/>
                <a:gd name="T3" fmla="*/ 2191 h 58"/>
                <a:gd name="T4" fmla="*/ 1498 w 57"/>
                <a:gd name="T5" fmla="*/ 6927 h 58"/>
                <a:gd name="T6" fmla="*/ 4752 w 57"/>
                <a:gd name="T7" fmla="*/ 18913 h 58"/>
                <a:gd name="T8" fmla="*/ 12915 w 57"/>
                <a:gd name="T9" fmla="*/ 1418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52" y="39"/>
                  </a:moveTo>
                  <a:cubicBezTo>
                    <a:pt x="57" y="26"/>
                    <a:pt x="52" y="11"/>
                    <a:pt x="39" y="6"/>
                  </a:cubicBezTo>
                  <a:cubicBezTo>
                    <a:pt x="26" y="0"/>
                    <a:pt x="11" y="6"/>
                    <a:pt x="6" y="19"/>
                  </a:cubicBezTo>
                  <a:cubicBezTo>
                    <a:pt x="0" y="32"/>
                    <a:pt x="6" y="46"/>
                    <a:pt x="19" y="52"/>
                  </a:cubicBezTo>
                  <a:cubicBezTo>
                    <a:pt x="31" y="58"/>
                    <a:pt x="46" y="52"/>
                    <a:pt x="52" y="3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53" name="Freeform 1513">
              <a:extLst>
                <a:ext uri="{FF2B5EF4-FFF2-40B4-BE49-F238E27FC236}">
                  <a16:creationId xmlns:a16="http://schemas.microsoft.com/office/drawing/2014/main" id="{B051DA6F-2785-4627-AA79-6D773CEFA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604"/>
              <a:ext cx="65" cy="59"/>
            </a:xfrm>
            <a:custGeom>
              <a:avLst/>
              <a:gdLst>
                <a:gd name="T0" fmla="*/ 5863 w 26"/>
                <a:gd name="T1" fmla="*/ 6675 h 22"/>
                <a:gd name="T2" fmla="*/ 5208 w 26"/>
                <a:gd name="T3" fmla="*/ 8177 h 22"/>
                <a:gd name="T4" fmla="*/ 0 w 26"/>
                <a:gd name="T5" fmla="*/ 1813 h 22"/>
                <a:gd name="T6" fmla="*/ 0 w 26"/>
                <a:gd name="T7" fmla="*/ 1813 h 22"/>
                <a:gd name="T8" fmla="*/ 520 w 26"/>
                <a:gd name="T9" fmla="*/ 676 h 22"/>
                <a:gd name="T10" fmla="*/ 783 w 26"/>
                <a:gd name="T11" fmla="*/ 0 h 22"/>
                <a:gd name="T12" fmla="*/ 783 w 26"/>
                <a:gd name="T13" fmla="*/ 0 h 22"/>
                <a:gd name="T14" fmla="*/ 6375 w 26"/>
                <a:gd name="T15" fmla="*/ 5538 h 22"/>
                <a:gd name="T16" fmla="*/ 5863 w 26"/>
                <a:gd name="T17" fmla="*/ 6675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3" y="19"/>
                    <a:pt x="22" y="20"/>
                    <a:pt x="21" y="2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5" y="16"/>
                    <a:pt x="25" y="17"/>
                    <a:pt x="24" y="1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54" name="Freeform 1514">
              <a:extLst>
                <a:ext uri="{FF2B5EF4-FFF2-40B4-BE49-F238E27FC236}">
                  <a16:creationId xmlns:a16="http://schemas.microsoft.com/office/drawing/2014/main" id="{D993E9F7-855D-4CB8-8C12-3946DC705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284"/>
              <a:ext cx="27" cy="27"/>
            </a:xfrm>
            <a:custGeom>
              <a:avLst/>
              <a:gdLst>
                <a:gd name="T0" fmla="*/ 2398 w 11"/>
                <a:gd name="T1" fmla="*/ 2028 h 10"/>
                <a:gd name="T2" fmla="*/ 2398 w 11"/>
                <a:gd name="T3" fmla="*/ 3877 h 10"/>
                <a:gd name="T4" fmla="*/ 0 w 11"/>
                <a:gd name="T5" fmla="*/ 3877 h 10"/>
                <a:gd name="T6" fmla="*/ 0 w 11"/>
                <a:gd name="T7" fmla="*/ 3877 h 10"/>
                <a:gd name="T8" fmla="*/ 0 w 11"/>
                <a:gd name="T9" fmla="*/ 2719 h 10"/>
                <a:gd name="T10" fmla="*/ 0 w 11"/>
                <a:gd name="T11" fmla="*/ 1596 h 10"/>
                <a:gd name="T12" fmla="*/ 0 w 11"/>
                <a:gd name="T13" fmla="*/ 1596 h 10"/>
                <a:gd name="T14" fmla="*/ 2398 w 11"/>
                <a:gd name="T15" fmla="*/ 0 h 10"/>
                <a:gd name="T16" fmla="*/ 2398 w 11"/>
                <a:gd name="T17" fmla="*/ 202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7"/>
                    <a:pt x="11" y="8"/>
                    <a:pt x="1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8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2"/>
                    <a:pt x="11" y="3"/>
                    <a:pt x="11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55" name="Freeform 1515">
              <a:extLst>
                <a:ext uri="{FF2B5EF4-FFF2-40B4-BE49-F238E27FC236}">
                  <a16:creationId xmlns:a16="http://schemas.microsoft.com/office/drawing/2014/main" id="{9BDE53FA-C268-4685-A71D-1A8BCC0DA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785"/>
              <a:ext cx="50" cy="78"/>
            </a:xfrm>
            <a:custGeom>
              <a:avLst/>
              <a:gdLst>
                <a:gd name="T0" fmla="*/ 3908 w 20"/>
                <a:gd name="T1" fmla="*/ 680 h 29"/>
                <a:gd name="T2" fmla="*/ 4895 w 20"/>
                <a:gd name="T3" fmla="*/ 1576 h 29"/>
                <a:gd name="T4" fmla="*/ 1300 w 20"/>
                <a:gd name="T5" fmla="*/ 10995 h 29"/>
                <a:gd name="T6" fmla="*/ 1300 w 20"/>
                <a:gd name="T7" fmla="*/ 10995 h 29"/>
                <a:gd name="T8" fmla="*/ 520 w 20"/>
                <a:gd name="T9" fmla="*/ 10562 h 29"/>
                <a:gd name="T10" fmla="*/ 0 w 20"/>
                <a:gd name="T11" fmla="*/ 9847 h 29"/>
                <a:gd name="T12" fmla="*/ 0 w 20"/>
                <a:gd name="T13" fmla="*/ 9847 h 29"/>
                <a:gd name="T14" fmla="*/ 2938 w 20"/>
                <a:gd name="T15" fmla="*/ 0 h 29"/>
                <a:gd name="T16" fmla="*/ 3908 w 20"/>
                <a:gd name="T17" fmla="*/ 68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9">
                  <a:moveTo>
                    <a:pt x="16" y="2"/>
                  </a:moveTo>
                  <a:cubicBezTo>
                    <a:pt x="17" y="3"/>
                    <a:pt x="18" y="3"/>
                    <a:pt x="20" y="4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29"/>
                    <a:pt x="3" y="28"/>
                    <a:pt x="2" y="28"/>
                  </a:cubicBezTo>
                  <a:cubicBezTo>
                    <a:pt x="1" y="27"/>
                    <a:pt x="1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1"/>
                    <a:pt x="14" y="2"/>
                    <a:pt x="16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2" name="influenza-virus-structure-diagram">
            <a:extLst>
              <a:ext uri="{FF2B5EF4-FFF2-40B4-BE49-F238E27FC236}">
                <a16:creationId xmlns:a16="http://schemas.microsoft.com/office/drawing/2014/main" id="{326FFAF4-1A44-4B65-92E4-0CD024053107}"/>
              </a:ext>
            </a:extLst>
          </p:cNvPr>
          <p:cNvGrpSpPr>
            <a:grpSpLocks/>
          </p:cNvGrpSpPr>
          <p:nvPr/>
        </p:nvGrpSpPr>
        <p:grpSpPr bwMode="auto">
          <a:xfrm>
            <a:off x="5548313" y="1319213"/>
            <a:ext cx="2919412" cy="3114675"/>
            <a:chOff x="2505" y="771"/>
            <a:chExt cx="1980" cy="2112"/>
          </a:xfrm>
        </p:grpSpPr>
        <p:sp>
          <p:nvSpPr>
            <p:cNvPr id="22759" name="Oval 1517">
              <a:extLst>
                <a:ext uri="{FF2B5EF4-FFF2-40B4-BE49-F238E27FC236}">
                  <a16:creationId xmlns:a16="http://schemas.microsoft.com/office/drawing/2014/main" id="{BB5EFC87-ED57-4EB3-8688-E6300E0B3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955"/>
              <a:ext cx="1637" cy="1746"/>
            </a:xfrm>
            <a:prstGeom prst="ellipse">
              <a:avLst/>
            </a:prstGeom>
            <a:solidFill>
              <a:srgbClr val="F3A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60" name="Freeform 1518">
              <a:extLst>
                <a:ext uri="{FF2B5EF4-FFF2-40B4-BE49-F238E27FC236}">
                  <a16:creationId xmlns:a16="http://schemas.microsoft.com/office/drawing/2014/main" id="{58835EFC-37D6-40EC-8044-D16E3CBBB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011"/>
              <a:ext cx="1017" cy="1653"/>
            </a:xfrm>
            <a:custGeom>
              <a:avLst/>
              <a:gdLst>
                <a:gd name="T0" fmla="*/ 39643 w 407"/>
                <a:gd name="T1" fmla="*/ 0 h 620"/>
                <a:gd name="T2" fmla="*/ 93222 w 407"/>
                <a:gd name="T3" fmla="*/ 107776 h 620"/>
                <a:gd name="T4" fmla="*/ 16759 w 407"/>
                <a:gd name="T5" fmla="*/ 220497 h 620"/>
                <a:gd name="T6" fmla="*/ 0 w 407"/>
                <a:gd name="T7" fmla="*/ 217676 h 620"/>
                <a:gd name="T8" fmla="*/ 22889 w 407"/>
                <a:gd name="T9" fmla="*/ 222680 h 620"/>
                <a:gd name="T10" fmla="*/ 99059 w 407"/>
                <a:gd name="T11" fmla="*/ 110356 h 620"/>
                <a:gd name="T12" fmla="*/ 39643 w 407"/>
                <a:gd name="T13" fmla="*/ 0 h 6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7" h="620">
                  <a:moveTo>
                    <a:pt x="163" y="0"/>
                  </a:moveTo>
                  <a:cubicBezTo>
                    <a:pt x="290" y="40"/>
                    <a:pt x="383" y="159"/>
                    <a:pt x="383" y="300"/>
                  </a:cubicBezTo>
                  <a:cubicBezTo>
                    <a:pt x="383" y="473"/>
                    <a:pt x="242" y="614"/>
                    <a:pt x="69" y="614"/>
                  </a:cubicBezTo>
                  <a:cubicBezTo>
                    <a:pt x="45" y="614"/>
                    <a:pt x="22" y="611"/>
                    <a:pt x="0" y="606"/>
                  </a:cubicBezTo>
                  <a:cubicBezTo>
                    <a:pt x="30" y="615"/>
                    <a:pt x="61" y="620"/>
                    <a:pt x="94" y="620"/>
                  </a:cubicBezTo>
                  <a:cubicBezTo>
                    <a:pt x="267" y="620"/>
                    <a:pt x="407" y="480"/>
                    <a:pt x="407" y="307"/>
                  </a:cubicBezTo>
                  <a:cubicBezTo>
                    <a:pt x="407" y="157"/>
                    <a:pt x="303" y="32"/>
                    <a:pt x="163" y="0"/>
                  </a:cubicBezTo>
                  <a:close/>
                </a:path>
              </a:pathLst>
            </a:custGeom>
            <a:solidFill>
              <a:srgbClr val="EA6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1" name="Freeform 1519">
              <a:extLst>
                <a:ext uri="{FF2B5EF4-FFF2-40B4-BE49-F238E27FC236}">
                  <a16:creationId xmlns:a16="http://schemas.microsoft.com/office/drawing/2014/main" id="{BD050F8A-4F71-41BE-ACB8-080E8B1EA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829"/>
              <a:ext cx="1020" cy="835"/>
            </a:xfrm>
            <a:custGeom>
              <a:avLst/>
              <a:gdLst>
                <a:gd name="T0" fmla="*/ 313 w 408"/>
                <a:gd name="T1" fmla="*/ 0 h 313"/>
                <a:gd name="T2" fmla="*/ 82813 w 408"/>
                <a:gd name="T3" fmla="*/ 110666 h 313"/>
                <a:gd name="T4" fmla="*/ 99613 w 408"/>
                <a:gd name="T5" fmla="*/ 107840 h 313"/>
                <a:gd name="T6" fmla="*/ 76688 w 408"/>
                <a:gd name="T7" fmla="*/ 112850 h 313"/>
                <a:gd name="T8" fmla="*/ 0 w 408"/>
                <a:gd name="T9" fmla="*/ 0 h 3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313">
                  <a:moveTo>
                    <a:pt x="1" y="0"/>
                  </a:moveTo>
                  <a:cubicBezTo>
                    <a:pt x="1" y="173"/>
                    <a:pt x="166" y="307"/>
                    <a:pt x="339" y="307"/>
                  </a:cubicBezTo>
                  <a:cubicBezTo>
                    <a:pt x="362" y="307"/>
                    <a:pt x="385" y="304"/>
                    <a:pt x="408" y="299"/>
                  </a:cubicBezTo>
                  <a:cubicBezTo>
                    <a:pt x="378" y="308"/>
                    <a:pt x="347" y="313"/>
                    <a:pt x="314" y="313"/>
                  </a:cubicBezTo>
                  <a:cubicBezTo>
                    <a:pt x="141" y="313"/>
                    <a:pt x="0" y="173"/>
                    <a:pt x="0" y="0"/>
                  </a:cubicBezTo>
                </a:path>
              </a:pathLst>
            </a:custGeom>
            <a:solidFill>
              <a:srgbClr val="EA6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2" name="Freeform 1520">
              <a:extLst>
                <a:ext uri="{FF2B5EF4-FFF2-40B4-BE49-F238E27FC236}">
                  <a16:creationId xmlns:a16="http://schemas.microsoft.com/office/drawing/2014/main" id="{9173AEDB-7601-4EC6-B6CD-6B72627FD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955"/>
              <a:ext cx="472" cy="1746"/>
            </a:xfrm>
            <a:custGeom>
              <a:avLst/>
              <a:gdLst>
                <a:gd name="T0" fmla="*/ 0 w 189"/>
                <a:gd name="T1" fmla="*/ 117345 h 655"/>
                <a:gd name="T2" fmla="*/ 45854 w 189"/>
                <a:gd name="T3" fmla="*/ 234985 h 655"/>
                <a:gd name="T4" fmla="*/ 45854 w 189"/>
                <a:gd name="T5" fmla="*/ 225684 h 655"/>
                <a:gd name="T6" fmla="*/ 19409 w 189"/>
                <a:gd name="T7" fmla="*/ 196253 h 655"/>
                <a:gd name="T8" fmla="*/ 6805 w 189"/>
                <a:gd name="T9" fmla="*/ 117345 h 655"/>
                <a:gd name="T10" fmla="*/ 19409 w 189"/>
                <a:gd name="T11" fmla="*/ 38775 h 655"/>
                <a:gd name="T12" fmla="*/ 45854 w 189"/>
                <a:gd name="T13" fmla="*/ 9039 h 655"/>
                <a:gd name="T14" fmla="*/ 45854 w 189"/>
                <a:gd name="T15" fmla="*/ 0 h 655"/>
                <a:gd name="T16" fmla="*/ 0 w 189"/>
                <a:gd name="T17" fmla="*/ 117345 h 6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655">
                  <a:moveTo>
                    <a:pt x="0" y="327"/>
                  </a:moveTo>
                  <a:cubicBezTo>
                    <a:pt x="0" y="508"/>
                    <a:pt x="84" y="655"/>
                    <a:pt x="189" y="655"/>
                  </a:cubicBezTo>
                  <a:cubicBezTo>
                    <a:pt x="189" y="629"/>
                    <a:pt x="189" y="629"/>
                    <a:pt x="189" y="629"/>
                  </a:cubicBezTo>
                  <a:cubicBezTo>
                    <a:pt x="150" y="629"/>
                    <a:pt x="110" y="599"/>
                    <a:pt x="80" y="547"/>
                  </a:cubicBezTo>
                  <a:cubicBezTo>
                    <a:pt x="46" y="489"/>
                    <a:pt x="28" y="411"/>
                    <a:pt x="28" y="327"/>
                  </a:cubicBezTo>
                  <a:cubicBezTo>
                    <a:pt x="28" y="244"/>
                    <a:pt x="46" y="166"/>
                    <a:pt x="80" y="108"/>
                  </a:cubicBezTo>
                  <a:cubicBezTo>
                    <a:pt x="110" y="55"/>
                    <a:pt x="150" y="25"/>
                    <a:pt x="189" y="25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84" y="0"/>
                    <a:pt x="0" y="146"/>
                    <a:pt x="0" y="327"/>
                  </a:cubicBezTo>
                  <a:close/>
                </a:path>
              </a:pathLst>
            </a:custGeom>
            <a:solidFill>
              <a:srgbClr val="FD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3" name="Freeform 1521">
              <a:extLst>
                <a:ext uri="{FF2B5EF4-FFF2-40B4-BE49-F238E27FC236}">
                  <a16:creationId xmlns:a16="http://schemas.microsoft.com/office/drawing/2014/main" id="{42DFFC33-95A1-49C6-B1A9-B361D3B47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955"/>
              <a:ext cx="472" cy="1746"/>
            </a:xfrm>
            <a:custGeom>
              <a:avLst/>
              <a:gdLst>
                <a:gd name="T0" fmla="*/ 45854 w 189"/>
                <a:gd name="T1" fmla="*/ 117345 h 655"/>
                <a:gd name="T2" fmla="*/ 0 w 189"/>
                <a:gd name="T3" fmla="*/ 234985 h 655"/>
                <a:gd name="T4" fmla="*/ 0 w 189"/>
                <a:gd name="T5" fmla="*/ 225684 h 655"/>
                <a:gd name="T6" fmla="*/ 26420 w 189"/>
                <a:gd name="T7" fmla="*/ 196253 h 655"/>
                <a:gd name="T8" fmla="*/ 39049 w 189"/>
                <a:gd name="T9" fmla="*/ 117345 h 655"/>
                <a:gd name="T10" fmla="*/ 26420 w 189"/>
                <a:gd name="T11" fmla="*/ 38775 h 655"/>
                <a:gd name="T12" fmla="*/ 0 w 189"/>
                <a:gd name="T13" fmla="*/ 9039 h 655"/>
                <a:gd name="T14" fmla="*/ 0 w 189"/>
                <a:gd name="T15" fmla="*/ 0 h 655"/>
                <a:gd name="T16" fmla="*/ 45854 w 189"/>
                <a:gd name="T17" fmla="*/ 117345 h 6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655">
                  <a:moveTo>
                    <a:pt x="189" y="327"/>
                  </a:moveTo>
                  <a:cubicBezTo>
                    <a:pt x="189" y="508"/>
                    <a:pt x="104" y="655"/>
                    <a:pt x="0" y="655"/>
                  </a:cubicBezTo>
                  <a:cubicBezTo>
                    <a:pt x="0" y="629"/>
                    <a:pt x="0" y="629"/>
                    <a:pt x="0" y="629"/>
                  </a:cubicBezTo>
                  <a:cubicBezTo>
                    <a:pt x="39" y="629"/>
                    <a:pt x="79" y="599"/>
                    <a:pt x="109" y="547"/>
                  </a:cubicBezTo>
                  <a:cubicBezTo>
                    <a:pt x="142" y="489"/>
                    <a:pt x="161" y="411"/>
                    <a:pt x="161" y="327"/>
                  </a:cubicBezTo>
                  <a:cubicBezTo>
                    <a:pt x="161" y="244"/>
                    <a:pt x="142" y="166"/>
                    <a:pt x="109" y="108"/>
                  </a:cubicBezTo>
                  <a:cubicBezTo>
                    <a:pt x="79" y="55"/>
                    <a:pt x="39" y="25"/>
                    <a:pt x="0" y="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4" y="0"/>
                    <a:pt x="189" y="146"/>
                    <a:pt x="189" y="327"/>
                  </a:cubicBezTo>
                  <a:close/>
                </a:path>
              </a:pathLst>
            </a:custGeom>
            <a:solidFill>
              <a:srgbClr val="FEE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4" name="Freeform 1522">
              <a:extLst>
                <a:ext uri="{FF2B5EF4-FFF2-40B4-BE49-F238E27FC236}">
                  <a16:creationId xmlns:a16="http://schemas.microsoft.com/office/drawing/2014/main" id="{08A9B951-E82E-4312-8A5A-4C7D170C3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056"/>
              <a:ext cx="740" cy="1541"/>
            </a:xfrm>
            <a:custGeom>
              <a:avLst/>
              <a:gdLst>
                <a:gd name="T0" fmla="*/ 60083 w 296"/>
                <a:gd name="T1" fmla="*/ 27330 h 578"/>
                <a:gd name="T2" fmla="*/ 36145 w 296"/>
                <a:gd name="T3" fmla="*/ 0 h 578"/>
                <a:gd name="T4" fmla="*/ 36145 w 296"/>
                <a:gd name="T5" fmla="*/ 0 h 578"/>
                <a:gd name="T6" fmla="*/ 36145 w 296"/>
                <a:gd name="T7" fmla="*/ 0 h 578"/>
                <a:gd name="T8" fmla="*/ 12238 w 296"/>
                <a:gd name="T9" fmla="*/ 27330 h 578"/>
                <a:gd name="T10" fmla="*/ 0 w 296"/>
                <a:gd name="T11" fmla="*/ 103871 h 578"/>
                <a:gd name="T12" fmla="*/ 12238 w 296"/>
                <a:gd name="T13" fmla="*/ 180622 h 578"/>
                <a:gd name="T14" fmla="*/ 36145 w 296"/>
                <a:gd name="T15" fmla="*/ 207547 h 578"/>
                <a:gd name="T16" fmla="*/ 36145 w 296"/>
                <a:gd name="T17" fmla="*/ 207547 h 578"/>
                <a:gd name="T18" fmla="*/ 36145 w 296"/>
                <a:gd name="T19" fmla="*/ 207547 h 578"/>
                <a:gd name="T20" fmla="*/ 60083 w 296"/>
                <a:gd name="T21" fmla="*/ 180622 h 578"/>
                <a:gd name="T22" fmla="*/ 72270 w 296"/>
                <a:gd name="T23" fmla="*/ 103871 h 578"/>
                <a:gd name="T24" fmla="*/ 60083 w 296"/>
                <a:gd name="T25" fmla="*/ 27330 h 5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6" h="578">
                  <a:moveTo>
                    <a:pt x="246" y="76"/>
                  </a:moveTo>
                  <a:cubicBezTo>
                    <a:pt x="218" y="28"/>
                    <a:pt x="182" y="0"/>
                    <a:pt x="148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14" y="0"/>
                    <a:pt x="78" y="28"/>
                    <a:pt x="50" y="76"/>
                  </a:cubicBezTo>
                  <a:cubicBezTo>
                    <a:pt x="18" y="132"/>
                    <a:pt x="0" y="208"/>
                    <a:pt x="0" y="289"/>
                  </a:cubicBezTo>
                  <a:cubicBezTo>
                    <a:pt x="0" y="371"/>
                    <a:pt x="18" y="446"/>
                    <a:pt x="50" y="503"/>
                  </a:cubicBezTo>
                  <a:cubicBezTo>
                    <a:pt x="78" y="551"/>
                    <a:pt x="114" y="578"/>
                    <a:pt x="148" y="578"/>
                  </a:cubicBezTo>
                  <a:cubicBezTo>
                    <a:pt x="148" y="578"/>
                    <a:pt x="148" y="578"/>
                    <a:pt x="148" y="578"/>
                  </a:cubicBezTo>
                  <a:cubicBezTo>
                    <a:pt x="148" y="578"/>
                    <a:pt x="148" y="578"/>
                    <a:pt x="148" y="578"/>
                  </a:cubicBezTo>
                  <a:cubicBezTo>
                    <a:pt x="182" y="578"/>
                    <a:pt x="218" y="551"/>
                    <a:pt x="246" y="503"/>
                  </a:cubicBezTo>
                  <a:cubicBezTo>
                    <a:pt x="278" y="446"/>
                    <a:pt x="296" y="371"/>
                    <a:pt x="296" y="289"/>
                  </a:cubicBezTo>
                  <a:cubicBezTo>
                    <a:pt x="296" y="208"/>
                    <a:pt x="278" y="132"/>
                    <a:pt x="246" y="76"/>
                  </a:cubicBezTo>
                  <a:close/>
                </a:path>
              </a:pathLst>
            </a:custGeom>
            <a:solidFill>
              <a:srgbClr val="653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5" name="Freeform 1523">
              <a:extLst>
                <a:ext uri="{FF2B5EF4-FFF2-40B4-BE49-F238E27FC236}">
                  <a16:creationId xmlns:a16="http://schemas.microsoft.com/office/drawing/2014/main" id="{FADCD15B-26D6-4353-A8E2-6C4D7B9E3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056"/>
              <a:ext cx="618" cy="1541"/>
            </a:xfrm>
            <a:custGeom>
              <a:avLst/>
              <a:gdLst>
                <a:gd name="T0" fmla="*/ 28258 w 247"/>
                <a:gd name="T1" fmla="*/ 184253 h 578"/>
                <a:gd name="T2" fmla="*/ 16964 w 247"/>
                <a:gd name="T3" fmla="*/ 115292 h 578"/>
                <a:gd name="T4" fmla="*/ 28258 w 247"/>
                <a:gd name="T5" fmla="*/ 46737 h 578"/>
                <a:gd name="T6" fmla="*/ 49543 w 247"/>
                <a:gd name="T7" fmla="*/ 22227 h 578"/>
                <a:gd name="T8" fmla="*/ 49543 w 247"/>
                <a:gd name="T9" fmla="*/ 22227 h 578"/>
                <a:gd name="T10" fmla="*/ 49543 w 247"/>
                <a:gd name="T11" fmla="*/ 22227 h 578"/>
                <a:gd name="T12" fmla="*/ 60587 w 247"/>
                <a:gd name="T13" fmla="*/ 28447 h 578"/>
                <a:gd name="T14" fmla="*/ 60316 w 247"/>
                <a:gd name="T15" fmla="*/ 27330 h 578"/>
                <a:gd name="T16" fmla="*/ 36289 w 247"/>
                <a:gd name="T17" fmla="*/ 0 h 578"/>
                <a:gd name="T18" fmla="*/ 36289 w 247"/>
                <a:gd name="T19" fmla="*/ 0 h 578"/>
                <a:gd name="T20" fmla="*/ 36289 w 247"/>
                <a:gd name="T21" fmla="*/ 0 h 578"/>
                <a:gd name="T22" fmla="*/ 12262 w 247"/>
                <a:gd name="T23" fmla="*/ 27330 h 578"/>
                <a:gd name="T24" fmla="*/ 0 w 247"/>
                <a:gd name="T25" fmla="*/ 103871 h 578"/>
                <a:gd name="T26" fmla="*/ 12262 w 247"/>
                <a:gd name="T27" fmla="*/ 180622 h 578"/>
                <a:gd name="T28" fmla="*/ 36289 w 247"/>
                <a:gd name="T29" fmla="*/ 207547 h 578"/>
                <a:gd name="T30" fmla="*/ 36289 w 247"/>
                <a:gd name="T31" fmla="*/ 207547 h 578"/>
                <a:gd name="T32" fmla="*/ 36289 w 247"/>
                <a:gd name="T33" fmla="*/ 207547 h 578"/>
                <a:gd name="T34" fmla="*/ 42444 w 247"/>
                <a:gd name="T35" fmla="*/ 205841 h 578"/>
                <a:gd name="T36" fmla="*/ 28258 w 247"/>
                <a:gd name="T37" fmla="*/ 184253 h 5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7" h="578">
                  <a:moveTo>
                    <a:pt x="115" y="513"/>
                  </a:moveTo>
                  <a:cubicBezTo>
                    <a:pt x="85" y="462"/>
                    <a:pt x="69" y="394"/>
                    <a:pt x="69" y="321"/>
                  </a:cubicBezTo>
                  <a:cubicBezTo>
                    <a:pt x="69" y="249"/>
                    <a:pt x="85" y="181"/>
                    <a:pt x="115" y="130"/>
                  </a:cubicBezTo>
                  <a:cubicBezTo>
                    <a:pt x="140" y="87"/>
                    <a:pt x="172" y="62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17" y="62"/>
                    <a:pt x="233" y="68"/>
                    <a:pt x="247" y="79"/>
                  </a:cubicBezTo>
                  <a:cubicBezTo>
                    <a:pt x="247" y="78"/>
                    <a:pt x="246" y="77"/>
                    <a:pt x="246" y="76"/>
                  </a:cubicBezTo>
                  <a:cubicBezTo>
                    <a:pt x="218" y="28"/>
                    <a:pt x="182" y="0"/>
                    <a:pt x="148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14" y="0"/>
                    <a:pt x="78" y="28"/>
                    <a:pt x="50" y="76"/>
                  </a:cubicBezTo>
                  <a:cubicBezTo>
                    <a:pt x="18" y="132"/>
                    <a:pt x="0" y="208"/>
                    <a:pt x="0" y="289"/>
                  </a:cubicBezTo>
                  <a:cubicBezTo>
                    <a:pt x="0" y="371"/>
                    <a:pt x="18" y="446"/>
                    <a:pt x="50" y="503"/>
                  </a:cubicBezTo>
                  <a:cubicBezTo>
                    <a:pt x="78" y="551"/>
                    <a:pt x="114" y="578"/>
                    <a:pt x="148" y="578"/>
                  </a:cubicBezTo>
                  <a:cubicBezTo>
                    <a:pt x="148" y="578"/>
                    <a:pt x="148" y="578"/>
                    <a:pt x="148" y="578"/>
                  </a:cubicBezTo>
                  <a:cubicBezTo>
                    <a:pt x="148" y="578"/>
                    <a:pt x="148" y="578"/>
                    <a:pt x="148" y="578"/>
                  </a:cubicBezTo>
                  <a:cubicBezTo>
                    <a:pt x="156" y="578"/>
                    <a:pt x="165" y="577"/>
                    <a:pt x="173" y="573"/>
                  </a:cubicBezTo>
                  <a:cubicBezTo>
                    <a:pt x="152" y="563"/>
                    <a:pt x="132" y="542"/>
                    <a:pt x="115" y="513"/>
                  </a:cubicBezTo>
                  <a:close/>
                </a:path>
              </a:pathLst>
            </a:custGeom>
            <a:solidFill>
              <a:srgbClr val="461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6" name="Freeform 1524">
              <a:extLst>
                <a:ext uri="{FF2B5EF4-FFF2-40B4-BE49-F238E27FC236}">
                  <a16:creationId xmlns:a16="http://schemas.microsoft.com/office/drawing/2014/main" id="{69B0CDAE-32FB-44CC-A0E6-9C1AF539C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301"/>
              <a:ext cx="195" cy="979"/>
            </a:xfrm>
            <a:custGeom>
              <a:avLst/>
              <a:gdLst>
                <a:gd name="T0" fmla="*/ 16613 w 78"/>
                <a:gd name="T1" fmla="*/ 132272 h 367"/>
                <a:gd name="T2" fmla="*/ 19063 w 78"/>
                <a:gd name="T3" fmla="*/ 0 h 367"/>
                <a:gd name="T4" fmla="*/ 16613 w 78"/>
                <a:gd name="T5" fmla="*/ 132272 h 3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367">
                  <a:moveTo>
                    <a:pt x="68" y="367"/>
                  </a:moveTo>
                  <a:cubicBezTo>
                    <a:pt x="16" y="225"/>
                    <a:pt x="50" y="45"/>
                    <a:pt x="78" y="0"/>
                  </a:cubicBezTo>
                  <a:cubicBezTo>
                    <a:pt x="42" y="47"/>
                    <a:pt x="0" y="229"/>
                    <a:pt x="68" y="367"/>
                  </a:cubicBezTo>
                  <a:close/>
                </a:path>
              </a:pathLst>
            </a:custGeom>
            <a:solidFill>
              <a:srgbClr val="FFF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7" name="Freeform 1525">
              <a:extLst>
                <a:ext uri="{FF2B5EF4-FFF2-40B4-BE49-F238E27FC236}">
                  <a16:creationId xmlns:a16="http://schemas.microsoft.com/office/drawing/2014/main" id="{DE3D6ADB-6372-4C82-BAC1-D1F70F46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301"/>
              <a:ext cx="195" cy="979"/>
            </a:xfrm>
            <a:custGeom>
              <a:avLst/>
              <a:gdLst>
                <a:gd name="T0" fmla="*/ 2470 w 78"/>
                <a:gd name="T1" fmla="*/ 132272 h 367"/>
                <a:gd name="T2" fmla="*/ 0 w 78"/>
                <a:gd name="T3" fmla="*/ 0 h 367"/>
                <a:gd name="T4" fmla="*/ 2470 w 78"/>
                <a:gd name="T5" fmla="*/ 132272 h 3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367">
                  <a:moveTo>
                    <a:pt x="10" y="367"/>
                  </a:moveTo>
                  <a:cubicBezTo>
                    <a:pt x="62" y="225"/>
                    <a:pt x="28" y="45"/>
                    <a:pt x="0" y="0"/>
                  </a:cubicBezTo>
                  <a:cubicBezTo>
                    <a:pt x="36" y="47"/>
                    <a:pt x="78" y="229"/>
                    <a:pt x="10" y="367"/>
                  </a:cubicBezTo>
                  <a:close/>
                </a:path>
              </a:pathLst>
            </a:custGeom>
            <a:solidFill>
              <a:srgbClr val="FC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8" name="Freeform 1526">
              <a:extLst>
                <a:ext uri="{FF2B5EF4-FFF2-40B4-BE49-F238E27FC236}">
                  <a16:creationId xmlns:a16="http://schemas.microsoft.com/office/drawing/2014/main" id="{B41798E4-BC36-4ED6-A89B-9E3EB2ED3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022"/>
              <a:ext cx="403" cy="1610"/>
            </a:xfrm>
            <a:custGeom>
              <a:avLst/>
              <a:gdLst>
                <a:gd name="T0" fmla="*/ 26816 w 161"/>
                <a:gd name="T1" fmla="*/ 187194 h 604"/>
                <a:gd name="T2" fmla="*/ 39617 w 161"/>
                <a:gd name="T3" fmla="*/ 108334 h 604"/>
                <a:gd name="T4" fmla="*/ 26816 w 161"/>
                <a:gd name="T5" fmla="*/ 29734 h 604"/>
                <a:gd name="T6" fmla="*/ 0 w 161"/>
                <a:gd name="T7" fmla="*/ 0 h 604"/>
                <a:gd name="T8" fmla="*/ 0 w 161"/>
                <a:gd name="T9" fmla="*/ 4697 h 604"/>
                <a:gd name="T10" fmla="*/ 24060 w 161"/>
                <a:gd name="T11" fmla="*/ 31909 h 604"/>
                <a:gd name="T12" fmla="*/ 36353 w 161"/>
                <a:gd name="T13" fmla="*/ 108334 h 604"/>
                <a:gd name="T14" fmla="*/ 24060 w 161"/>
                <a:gd name="T15" fmla="*/ 185019 h 604"/>
                <a:gd name="T16" fmla="*/ 0 w 161"/>
                <a:gd name="T17" fmla="*/ 211934 h 604"/>
                <a:gd name="T18" fmla="*/ 0 w 161"/>
                <a:gd name="T19" fmla="*/ 216689 h 604"/>
                <a:gd name="T20" fmla="*/ 26816 w 161"/>
                <a:gd name="T21" fmla="*/ 187194 h 6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604">
                  <a:moveTo>
                    <a:pt x="109" y="522"/>
                  </a:moveTo>
                  <a:cubicBezTo>
                    <a:pt x="142" y="464"/>
                    <a:pt x="161" y="386"/>
                    <a:pt x="161" y="302"/>
                  </a:cubicBezTo>
                  <a:cubicBezTo>
                    <a:pt x="161" y="219"/>
                    <a:pt x="142" y="141"/>
                    <a:pt x="109" y="83"/>
                  </a:cubicBezTo>
                  <a:cubicBezTo>
                    <a:pt x="79" y="30"/>
                    <a:pt x="39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4" y="13"/>
                    <a:pt x="70" y="41"/>
                    <a:pt x="98" y="89"/>
                  </a:cubicBezTo>
                  <a:cubicBezTo>
                    <a:pt x="130" y="145"/>
                    <a:pt x="148" y="221"/>
                    <a:pt x="148" y="302"/>
                  </a:cubicBezTo>
                  <a:cubicBezTo>
                    <a:pt x="148" y="384"/>
                    <a:pt x="130" y="459"/>
                    <a:pt x="98" y="516"/>
                  </a:cubicBezTo>
                  <a:cubicBezTo>
                    <a:pt x="70" y="564"/>
                    <a:pt x="34" y="591"/>
                    <a:pt x="0" y="591"/>
                  </a:cubicBezTo>
                  <a:cubicBezTo>
                    <a:pt x="0" y="604"/>
                    <a:pt x="0" y="604"/>
                    <a:pt x="0" y="604"/>
                  </a:cubicBezTo>
                  <a:cubicBezTo>
                    <a:pt x="39" y="604"/>
                    <a:pt x="79" y="574"/>
                    <a:pt x="109" y="52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9" name="Freeform 1527">
              <a:extLst>
                <a:ext uri="{FF2B5EF4-FFF2-40B4-BE49-F238E27FC236}">
                  <a16:creationId xmlns:a16="http://schemas.microsoft.com/office/drawing/2014/main" id="{F466C6A7-50B0-40DF-8865-07B538845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022"/>
              <a:ext cx="402" cy="1610"/>
            </a:xfrm>
            <a:custGeom>
              <a:avLst/>
              <a:gdLst>
                <a:gd name="T0" fmla="*/ 39029 w 161"/>
                <a:gd name="T1" fmla="*/ 4697 h 604"/>
                <a:gd name="T2" fmla="*/ 39029 w 161"/>
                <a:gd name="T3" fmla="*/ 4697 h 604"/>
                <a:gd name="T4" fmla="*/ 39029 w 161"/>
                <a:gd name="T5" fmla="*/ 0 h 604"/>
                <a:gd name="T6" fmla="*/ 12624 w 161"/>
                <a:gd name="T7" fmla="*/ 29734 h 604"/>
                <a:gd name="T8" fmla="*/ 0 w 161"/>
                <a:gd name="T9" fmla="*/ 108334 h 604"/>
                <a:gd name="T10" fmla="*/ 12624 w 161"/>
                <a:gd name="T11" fmla="*/ 187194 h 604"/>
                <a:gd name="T12" fmla="*/ 39029 w 161"/>
                <a:gd name="T13" fmla="*/ 216689 h 604"/>
                <a:gd name="T14" fmla="*/ 39029 w 161"/>
                <a:gd name="T15" fmla="*/ 211934 h 604"/>
                <a:gd name="T16" fmla="*/ 39029 w 161"/>
                <a:gd name="T17" fmla="*/ 211934 h 604"/>
                <a:gd name="T18" fmla="*/ 15236 w 161"/>
                <a:gd name="T19" fmla="*/ 185019 h 604"/>
                <a:gd name="T20" fmla="*/ 3111 w 161"/>
                <a:gd name="T21" fmla="*/ 108334 h 604"/>
                <a:gd name="T22" fmla="*/ 15236 w 161"/>
                <a:gd name="T23" fmla="*/ 31909 h 604"/>
                <a:gd name="T24" fmla="*/ 39029 w 161"/>
                <a:gd name="T25" fmla="*/ 4697 h 6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1" h="604">
                  <a:moveTo>
                    <a:pt x="161" y="13"/>
                  </a:moveTo>
                  <a:cubicBezTo>
                    <a:pt x="161" y="13"/>
                    <a:pt x="161" y="13"/>
                    <a:pt x="161" y="13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22" y="0"/>
                    <a:pt x="82" y="30"/>
                    <a:pt x="52" y="83"/>
                  </a:cubicBezTo>
                  <a:cubicBezTo>
                    <a:pt x="18" y="141"/>
                    <a:pt x="0" y="219"/>
                    <a:pt x="0" y="302"/>
                  </a:cubicBezTo>
                  <a:cubicBezTo>
                    <a:pt x="0" y="386"/>
                    <a:pt x="18" y="464"/>
                    <a:pt x="52" y="522"/>
                  </a:cubicBezTo>
                  <a:cubicBezTo>
                    <a:pt x="82" y="574"/>
                    <a:pt x="122" y="604"/>
                    <a:pt x="161" y="604"/>
                  </a:cubicBezTo>
                  <a:cubicBezTo>
                    <a:pt x="161" y="591"/>
                    <a:pt x="161" y="591"/>
                    <a:pt x="161" y="591"/>
                  </a:cubicBezTo>
                  <a:cubicBezTo>
                    <a:pt x="161" y="591"/>
                    <a:pt x="161" y="591"/>
                    <a:pt x="161" y="591"/>
                  </a:cubicBezTo>
                  <a:cubicBezTo>
                    <a:pt x="127" y="591"/>
                    <a:pt x="91" y="564"/>
                    <a:pt x="63" y="516"/>
                  </a:cubicBezTo>
                  <a:cubicBezTo>
                    <a:pt x="31" y="459"/>
                    <a:pt x="13" y="384"/>
                    <a:pt x="13" y="302"/>
                  </a:cubicBezTo>
                  <a:cubicBezTo>
                    <a:pt x="13" y="221"/>
                    <a:pt x="31" y="145"/>
                    <a:pt x="63" y="89"/>
                  </a:cubicBezTo>
                  <a:cubicBezTo>
                    <a:pt x="91" y="41"/>
                    <a:pt x="127" y="13"/>
                    <a:pt x="161" y="1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0" name="Oval 1528">
              <a:extLst>
                <a:ext uri="{FF2B5EF4-FFF2-40B4-BE49-F238E27FC236}">
                  <a16:creationId xmlns:a16="http://schemas.microsoft.com/office/drawing/2014/main" id="{90AE9891-DF7C-4B4B-BC21-F37232EE0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955"/>
              <a:ext cx="1637" cy="174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71" name="Freeform 1529">
              <a:extLst>
                <a:ext uri="{FF2B5EF4-FFF2-40B4-BE49-F238E27FC236}">
                  <a16:creationId xmlns:a16="http://schemas.microsoft.com/office/drawing/2014/main" id="{B37EC91B-4177-4022-9471-455B1325B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955"/>
              <a:ext cx="472" cy="1746"/>
            </a:xfrm>
            <a:custGeom>
              <a:avLst/>
              <a:gdLst>
                <a:gd name="T0" fmla="*/ 0 w 189"/>
                <a:gd name="T1" fmla="*/ 117345 h 655"/>
                <a:gd name="T2" fmla="*/ 45854 w 189"/>
                <a:gd name="T3" fmla="*/ 234985 h 655"/>
                <a:gd name="T4" fmla="*/ 45854 w 189"/>
                <a:gd name="T5" fmla="*/ 225684 h 655"/>
                <a:gd name="T6" fmla="*/ 19409 w 189"/>
                <a:gd name="T7" fmla="*/ 196253 h 655"/>
                <a:gd name="T8" fmla="*/ 6805 w 189"/>
                <a:gd name="T9" fmla="*/ 117345 h 655"/>
                <a:gd name="T10" fmla="*/ 19409 w 189"/>
                <a:gd name="T11" fmla="*/ 38775 h 655"/>
                <a:gd name="T12" fmla="*/ 45854 w 189"/>
                <a:gd name="T13" fmla="*/ 9039 h 655"/>
                <a:gd name="T14" fmla="*/ 45854 w 189"/>
                <a:gd name="T15" fmla="*/ 0 h 655"/>
                <a:gd name="T16" fmla="*/ 0 w 189"/>
                <a:gd name="T17" fmla="*/ 117345 h 6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655">
                  <a:moveTo>
                    <a:pt x="0" y="327"/>
                  </a:moveTo>
                  <a:cubicBezTo>
                    <a:pt x="0" y="508"/>
                    <a:pt x="84" y="655"/>
                    <a:pt x="189" y="655"/>
                  </a:cubicBezTo>
                  <a:cubicBezTo>
                    <a:pt x="189" y="629"/>
                    <a:pt x="189" y="629"/>
                    <a:pt x="189" y="629"/>
                  </a:cubicBezTo>
                  <a:cubicBezTo>
                    <a:pt x="150" y="629"/>
                    <a:pt x="110" y="599"/>
                    <a:pt x="80" y="547"/>
                  </a:cubicBezTo>
                  <a:cubicBezTo>
                    <a:pt x="46" y="489"/>
                    <a:pt x="28" y="411"/>
                    <a:pt x="28" y="327"/>
                  </a:cubicBezTo>
                  <a:cubicBezTo>
                    <a:pt x="28" y="244"/>
                    <a:pt x="46" y="166"/>
                    <a:pt x="80" y="108"/>
                  </a:cubicBezTo>
                  <a:cubicBezTo>
                    <a:pt x="110" y="55"/>
                    <a:pt x="150" y="25"/>
                    <a:pt x="189" y="25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84" y="0"/>
                    <a:pt x="0" y="146"/>
                    <a:pt x="0" y="3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2" name="Freeform 1530">
              <a:extLst>
                <a:ext uri="{FF2B5EF4-FFF2-40B4-BE49-F238E27FC236}">
                  <a16:creationId xmlns:a16="http://schemas.microsoft.com/office/drawing/2014/main" id="{303C717E-59E4-4E00-B76B-F2411D485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955"/>
              <a:ext cx="472" cy="1746"/>
            </a:xfrm>
            <a:custGeom>
              <a:avLst/>
              <a:gdLst>
                <a:gd name="T0" fmla="*/ 45854 w 189"/>
                <a:gd name="T1" fmla="*/ 117345 h 655"/>
                <a:gd name="T2" fmla="*/ 0 w 189"/>
                <a:gd name="T3" fmla="*/ 234985 h 655"/>
                <a:gd name="T4" fmla="*/ 0 w 189"/>
                <a:gd name="T5" fmla="*/ 225684 h 655"/>
                <a:gd name="T6" fmla="*/ 26420 w 189"/>
                <a:gd name="T7" fmla="*/ 196253 h 655"/>
                <a:gd name="T8" fmla="*/ 39049 w 189"/>
                <a:gd name="T9" fmla="*/ 117345 h 655"/>
                <a:gd name="T10" fmla="*/ 26420 w 189"/>
                <a:gd name="T11" fmla="*/ 38775 h 655"/>
                <a:gd name="T12" fmla="*/ 0 w 189"/>
                <a:gd name="T13" fmla="*/ 9039 h 655"/>
                <a:gd name="T14" fmla="*/ 0 w 189"/>
                <a:gd name="T15" fmla="*/ 0 h 655"/>
                <a:gd name="T16" fmla="*/ 45854 w 189"/>
                <a:gd name="T17" fmla="*/ 117345 h 6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655">
                  <a:moveTo>
                    <a:pt x="189" y="327"/>
                  </a:moveTo>
                  <a:cubicBezTo>
                    <a:pt x="189" y="508"/>
                    <a:pt x="104" y="655"/>
                    <a:pt x="0" y="655"/>
                  </a:cubicBezTo>
                  <a:cubicBezTo>
                    <a:pt x="0" y="629"/>
                    <a:pt x="0" y="629"/>
                    <a:pt x="0" y="629"/>
                  </a:cubicBezTo>
                  <a:cubicBezTo>
                    <a:pt x="39" y="629"/>
                    <a:pt x="79" y="599"/>
                    <a:pt x="109" y="547"/>
                  </a:cubicBezTo>
                  <a:cubicBezTo>
                    <a:pt x="142" y="489"/>
                    <a:pt x="161" y="411"/>
                    <a:pt x="161" y="327"/>
                  </a:cubicBezTo>
                  <a:cubicBezTo>
                    <a:pt x="161" y="244"/>
                    <a:pt x="142" y="166"/>
                    <a:pt x="109" y="108"/>
                  </a:cubicBezTo>
                  <a:cubicBezTo>
                    <a:pt x="79" y="55"/>
                    <a:pt x="39" y="25"/>
                    <a:pt x="0" y="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4" y="0"/>
                    <a:pt x="189" y="146"/>
                    <a:pt x="189" y="3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3" name="Oval 1531">
              <a:extLst>
                <a:ext uri="{FF2B5EF4-FFF2-40B4-BE49-F238E27FC236}">
                  <a16:creationId xmlns:a16="http://schemas.microsoft.com/office/drawing/2014/main" id="{BCC44967-CF78-4DE6-98D5-7AB65D9B9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006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74" name="Oval 1532">
              <a:extLst>
                <a:ext uri="{FF2B5EF4-FFF2-40B4-BE49-F238E27FC236}">
                  <a16:creationId xmlns:a16="http://schemas.microsoft.com/office/drawing/2014/main" id="{038E04A2-5F7D-43BA-BFEC-FA12495C5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100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75" name="Oval 1533">
              <a:extLst>
                <a:ext uri="{FF2B5EF4-FFF2-40B4-BE49-F238E27FC236}">
                  <a16:creationId xmlns:a16="http://schemas.microsoft.com/office/drawing/2014/main" id="{D2993867-68F6-4CFC-A4DA-15528621A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3" y="1006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76" name="Oval 1534">
              <a:extLst>
                <a:ext uri="{FF2B5EF4-FFF2-40B4-BE49-F238E27FC236}">
                  <a16:creationId xmlns:a16="http://schemas.microsoft.com/office/drawing/2014/main" id="{B1E2A97A-026D-4F71-88AA-D6B10D76E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101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77" name="Oval 1535">
              <a:extLst>
                <a:ext uri="{FF2B5EF4-FFF2-40B4-BE49-F238E27FC236}">
                  <a16:creationId xmlns:a16="http://schemas.microsoft.com/office/drawing/2014/main" id="{F53F1FE3-D431-4CE1-8FFD-8CEDA8CE0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1008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78" name="Oval 1536">
              <a:extLst>
                <a:ext uri="{FF2B5EF4-FFF2-40B4-BE49-F238E27FC236}">
                  <a16:creationId xmlns:a16="http://schemas.microsoft.com/office/drawing/2014/main" id="{C6E26847-88BB-4E5C-AF80-6A1E49117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1014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79" name="Oval 1537">
              <a:extLst>
                <a:ext uri="{FF2B5EF4-FFF2-40B4-BE49-F238E27FC236}">
                  <a16:creationId xmlns:a16="http://schemas.microsoft.com/office/drawing/2014/main" id="{0293BF01-7F26-4F06-85BD-FE487796B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1014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80" name="Oval 1538">
              <a:extLst>
                <a:ext uri="{FF2B5EF4-FFF2-40B4-BE49-F238E27FC236}">
                  <a16:creationId xmlns:a16="http://schemas.microsoft.com/office/drawing/2014/main" id="{6004A32F-8439-48D3-BE89-23C4B6A01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0" y="1016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81" name="Oval 1539">
              <a:extLst>
                <a:ext uri="{FF2B5EF4-FFF2-40B4-BE49-F238E27FC236}">
                  <a16:creationId xmlns:a16="http://schemas.microsoft.com/office/drawing/2014/main" id="{12A522DE-F3E1-4B9E-8F35-F16A4B134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019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82" name="Oval 1540">
              <a:extLst>
                <a:ext uri="{FF2B5EF4-FFF2-40B4-BE49-F238E27FC236}">
                  <a16:creationId xmlns:a16="http://schemas.microsoft.com/office/drawing/2014/main" id="{B8612109-0614-4658-94D8-2C1F07D6C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102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83" name="Oval 1541">
              <a:extLst>
                <a:ext uri="{FF2B5EF4-FFF2-40B4-BE49-F238E27FC236}">
                  <a16:creationId xmlns:a16="http://schemas.microsoft.com/office/drawing/2014/main" id="{5E18412B-4DB1-48E3-95A6-07EC309E4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1027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84" name="Oval 1542">
              <a:extLst>
                <a:ext uri="{FF2B5EF4-FFF2-40B4-BE49-F238E27FC236}">
                  <a16:creationId xmlns:a16="http://schemas.microsoft.com/office/drawing/2014/main" id="{3D893FE2-A67B-4611-9F4D-DD4CCBE37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103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85" name="Oval 1543">
              <a:extLst>
                <a:ext uri="{FF2B5EF4-FFF2-40B4-BE49-F238E27FC236}">
                  <a16:creationId xmlns:a16="http://schemas.microsoft.com/office/drawing/2014/main" id="{59805894-6BDB-40F2-8D76-1317FADDB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1035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86" name="Oval 1544">
              <a:extLst>
                <a:ext uri="{FF2B5EF4-FFF2-40B4-BE49-F238E27FC236}">
                  <a16:creationId xmlns:a16="http://schemas.microsoft.com/office/drawing/2014/main" id="{A150705E-7108-45FB-AFB9-2AB48274A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103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87" name="Oval 1545">
              <a:extLst>
                <a:ext uri="{FF2B5EF4-FFF2-40B4-BE49-F238E27FC236}">
                  <a16:creationId xmlns:a16="http://schemas.microsoft.com/office/drawing/2014/main" id="{65DE432D-E793-4E92-8132-847CC035F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1043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88" name="Oval 1546">
              <a:extLst>
                <a:ext uri="{FF2B5EF4-FFF2-40B4-BE49-F238E27FC236}">
                  <a16:creationId xmlns:a16="http://schemas.microsoft.com/office/drawing/2014/main" id="{846DA3C1-954F-4782-9EE7-A89FAF391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1046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89" name="Oval 1547">
              <a:extLst>
                <a:ext uri="{FF2B5EF4-FFF2-40B4-BE49-F238E27FC236}">
                  <a16:creationId xmlns:a16="http://schemas.microsoft.com/office/drawing/2014/main" id="{DBA69507-BCD5-4AE2-A44F-6F56D06C0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1051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90" name="Oval 1548">
              <a:extLst>
                <a:ext uri="{FF2B5EF4-FFF2-40B4-BE49-F238E27FC236}">
                  <a16:creationId xmlns:a16="http://schemas.microsoft.com/office/drawing/2014/main" id="{C95F5DED-DEDC-41EE-B28C-642187F7B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1056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91" name="Oval 1549">
              <a:extLst>
                <a:ext uri="{FF2B5EF4-FFF2-40B4-BE49-F238E27FC236}">
                  <a16:creationId xmlns:a16="http://schemas.microsoft.com/office/drawing/2014/main" id="{D5B22D9A-474E-4366-B465-2DC41B43A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1062"/>
              <a:ext cx="17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92" name="Oval 1550">
              <a:extLst>
                <a:ext uri="{FF2B5EF4-FFF2-40B4-BE49-F238E27FC236}">
                  <a16:creationId xmlns:a16="http://schemas.microsoft.com/office/drawing/2014/main" id="{F8708E31-1077-43B9-852C-68384BBEB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06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93" name="Oval 1551">
              <a:extLst>
                <a:ext uri="{FF2B5EF4-FFF2-40B4-BE49-F238E27FC236}">
                  <a16:creationId xmlns:a16="http://schemas.microsoft.com/office/drawing/2014/main" id="{E6974F80-B814-48F3-B905-0477BCF2F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1072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94" name="Oval 1552">
              <a:extLst>
                <a:ext uri="{FF2B5EF4-FFF2-40B4-BE49-F238E27FC236}">
                  <a16:creationId xmlns:a16="http://schemas.microsoft.com/office/drawing/2014/main" id="{2C82905D-9CB8-43EE-83B9-6C38E462B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107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95" name="Freeform 1553">
              <a:extLst>
                <a:ext uri="{FF2B5EF4-FFF2-40B4-BE49-F238E27FC236}">
                  <a16:creationId xmlns:a16="http://schemas.microsoft.com/office/drawing/2014/main" id="{67B0DD97-472E-46B2-98C3-A9124D9CA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083"/>
              <a:ext cx="17" cy="19"/>
            </a:xfrm>
            <a:custGeom>
              <a:avLst/>
              <a:gdLst>
                <a:gd name="T0" fmla="*/ 170 w 7"/>
                <a:gd name="T1" fmla="*/ 1200 h 7"/>
                <a:gd name="T2" fmla="*/ 1003 w 7"/>
                <a:gd name="T3" fmla="*/ 442 h 7"/>
                <a:gd name="T4" fmla="*/ 1433 w 7"/>
                <a:gd name="T5" fmla="*/ 1620 h 7"/>
                <a:gd name="T6" fmla="*/ 590 w 7"/>
                <a:gd name="T7" fmla="*/ 2823 h 7"/>
                <a:gd name="T8" fmla="*/ 170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2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96" name="Freeform 1554">
              <a:extLst>
                <a:ext uri="{FF2B5EF4-FFF2-40B4-BE49-F238E27FC236}">
                  <a16:creationId xmlns:a16="http://schemas.microsoft.com/office/drawing/2014/main" id="{452E86B1-20D8-4650-B49D-806E2E850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088"/>
              <a:ext cx="7" cy="6"/>
            </a:xfrm>
            <a:custGeom>
              <a:avLst/>
              <a:gdLst>
                <a:gd name="T0" fmla="*/ 0 w 3"/>
                <a:gd name="T1" fmla="*/ 729 h 2"/>
                <a:gd name="T2" fmla="*/ 355 w 3"/>
                <a:gd name="T3" fmla="*/ 0 h 2"/>
                <a:gd name="T4" fmla="*/ 469 w 3"/>
                <a:gd name="T5" fmla="*/ 729 h 2"/>
                <a:gd name="T6" fmla="*/ 152 w 3"/>
                <a:gd name="T7" fmla="*/ 1458 h 2"/>
                <a:gd name="T8" fmla="*/ 0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7" name="Freeform 1555">
              <a:extLst>
                <a:ext uri="{FF2B5EF4-FFF2-40B4-BE49-F238E27FC236}">
                  <a16:creationId xmlns:a16="http://schemas.microsoft.com/office/drawing/2014/main" id="{024D6518-83A4-4F72-A0B1-C49023F34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096"/>
              <a:ext cx="18" cy="19"/>
            </a:xfrm>
            <a:custGeom>
              <a:avLst/>
              <a:gdLst>
                <a:gd name="T0" fmla="*/ 357 w 7"/>
                <a:gd name="T1" fmla="*/ 760 h 7"/>
                <a:gd name="T2" fmla="*/ 1448 w 7"/>
                <a:gd name="T3" fmla="*/ 0 h 7"/>
                <a:gd name="T4" fmla="*/ 2003 w 7"/>
                <a:gd name="T5" fmla="*/ 1620 h 7"/>
                <a:gd name="T6" fmla="*/ 918 w 7"/>
                <a:gd name="T7" fmla="*/ 2342 h 7"/>
                <a:gd name="T8" fmla="*/ 357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5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98" name="Freeform 1556">
              <a:extLst>
                <a:ext uri="{FF2B5EF4-FFF2-40B4-BE49-F238E27FC236}">
                  <a16:creationId xmlns:a16="http://schemas.microsoft.com/office/drawing/2014/main" id="{5992A8A0-F0B7-4A0C-B132-35C9872E2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1099"/>
              <a:ext cx="8" cy="8"/>
            </a:xfrm>
            <a:custGeom>
              <a:avLst/>
              <a:gdLst>
                <a:gd name="T0" fmla="*/ 0 w 3"/>
                <a:gd name="T1" fmla="*/ 397 h 3"/>
                <a:gd name="T2" fmla="*/ 661 w 3"/>
                <a:gd name="T3" fmla="*/ 0 h 3"/>
                <a:gd name="T4" fmla="*/ 661 w 3"/>
                <a:gd name="T5" fmla="*/ 661 h 3"/>
                <a:gd name="T6" fmla="*/ 397 w 3"/>
                <a:gd name="T7" fmla="*/ 661 h 3"/>
                <a:gd name="T8" fmla="*/ 0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9" name="Freeform 1557">
              <a:extLst>
                <a:ext uri="{FF2B5EF4-FFF2-40B4-BE49-F238E27FC236}">
                  <a16:creationId xmlns:a16="http://schemas.microsoft.com/office/drawing/2014/main" id="{1E646EC4-6767-4E05-9D54-545F38A4A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107"/>
              <a:ext cx="17" cy="19"/>
            </a:xfrm>
            <a:custGeom>
              <a:avLst/>
              <a:gdLst>
                <a:gd name="T0" fmla="*/ 0 w 7"/>
                <a:gd name="T1" fmla="*/ 1200 h 7"/>
                <a:gd name="T2" fmla="*/ 831 w 7"/>
                <a:gd name="T3" fmla="*/ 442 h 7"/>
                <a:gd name="T4" fmla="*/ 1243 w 7"/>
                <a:gd name="T5" fmla="*/ 1620 h 7"/>
                <a:gd name="T6" fmla="*/ 590 w 7"/>
                <a:gd name="T7" fmla="*/ 2823 h 7"/>
                <a:gd name="T8" fmla="*/ 0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00" name="Freeform 1558">
              <a:extLst>
                <a:ext uri="{FF2B5EF4-FFF2-40B4-BE49-F238E27FC236}">
                  <a16:creationId xmlns:a16="http://schemas.microsoft.com/office/drawing/2014/main" id="{5724D8B0-D8F1-49F9-98D2-996FB5DEA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112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313 w 2"/>
                <a:gd name="T3" fmla="*/ 0 h 2"/>
                <a:gd name="T4" fmla="*/ 520 w 2"/>
                <a:gd name="T5" fmla="*/ 729 h 2"/>
                <a:gd name="T6" fmla="*/ 313 w 2"/>
                <a:gd name="T7" fmla="*/ 1458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1" name="Freeform 1559">
              <a:extLst>
                <a:ext uri="{FF2B5EF4-FFF2-40B4-BE49-F238E27FC236}">
                  <a16:creationId xmlns:a16="http://schemas.microsoft.com/office/drawing/2014/main" id="{956063B8-F22B-43C7-BF23-7A88C028E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120"/>
              <a:ext cx="17" cy="19"/>
            </a:xfrm>
            <a:custGeom>
              <a:avLst/>
              <a:gdLst>
                <a:gd name="T0" fmla="*/ 170 w 7"/>
                <a:gd name="T1" fmla="*/ 1200 h 7"/>
                <a:gd name="T2" fmla="*/ 831 w 7"/>
                <a:gd name="T3" fmla="*/ 0 h 7"/>
                <a:gd name="T4" fmla="*/ 1433 w 7"/>
                <a:gd name="T5" fmla="*/ 1620 h 7"/>
                <a:gd name="T6" fmla="*/ 590 w 7"/>
                <a:gd name="T7" fmla="*/ 2823 h 7"/>
                <a:gd name="T8" fmla="*/ 170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02" name="Freeform 1560">
              <a:extLst>
                <a:ext uri="{FF2B5EF4-FFF2-40B4-BE49-F238E27FC236}">
                  <a16:creationId xmlns:a16="http://schemas.microsoft.com/office/drawing/2014/main" id="{E4E5E8BB-402A-42D2-902E-51A474BF5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126"/>
              <a:ext cx="7" cy="5"/>
            </a:xfrm>
            <a:custGeom>
              <a:avLst/>
              <a:gdLst>
                <a:gd name="T0" fmla="*/ 0 w 3"/>
                <a:gd name="T1" fmla="*/ 313 h 2"/>
                <a:gd name="T2" fmla="*/ 355 w 3"/>
                <a:gd name="T3" fmla="*/ 0 h 2"/>
                <a:gd name="T4" fmla="*/ 355 w 3"/>
                <a:gd name="T5" fmla="*/ 313 h 2"/>
                <a:gd name="T6" fmla="*/ 152 w 3"/>
                <a:gd name="T7" fmla="*/ 520 h 2"/>
                <a:gd name="T8" fmla="*/ 0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0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3" name="Freeform 1561">
              <a:extLst>
                <a:ext uri="{FF2B5EF4-FFF2-40B4-BE49-F238E27FC236}">
                  <a16:creationId xmlns:a16="http://schemas.microsoft.com/office/drawing/2014/main" id="{CF1A3CA8-BE5A-4676-9F95-A285444B1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134"/>
              <a:ext cx="18" cy="18"/>
            </a:xfrm>
            <a:custGeom>
              <a:avLst/>
              <a:gdLst>
                <a:gd name="T0" fmla="*/ 0 w 7"/>
                <a:gd name="T1" fmla="*/ 918 h 7"/>
                <a:gd name="T2" fmla="*/ 1137 w 7"/>
                <a:gd name="T3" fmla="*/ 0 h 7"/>
                <a:gd name="T4" fmla="*/ 1700 w 7"/>
                <a:gd name="T5" fmla="*/ 1137 h 7"/>
                <a:gd name="T6" fmla="*/ 563 w 7"/>
                <a:gd name="T7" fmla="*/ 2003 h 7"/>
                <a:gd name="T8" fmla="*/ 0 w 7"/>
                <a:gd name="T9" fmla="*/ 9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7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04" name="Freeform 1562">
              <a:extLst>
                <a:ext uri="{FF2B5EF4-FFF2-40B4-BE49-F238E27FC236}">
                  <a16:creationId xmlns:a16="http://schemas.microsoft.com/office/drawing/2014/main" id="{1F1CA51F-57C1-489C-BEF3-73908B0A3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139"/>
              <a:ext cx="7" cy="5"/>
            </a:xfrm>
            <a:custGeom>
              <a:avLst/>
              <a:gdLst>
                <a:gd name="T0" fmla="*/ 152 w 3"/>
                <a:gd name="T1" fmla="*/ 313 h 2"/>
                <a:gd name="T2" fmla="*/ 355 w 3"/>
                <a:gd name="T3" fmla="*/ 0 h 2"/>
                <a:gd name="T4" fmla="*/ 469 w 3"/>
                <a:gd name="T5" fmla="*/ 313 h 2"/>
                <a:gd name="T6" fmla="*/ 152 w 3"/>
                <a:gd name="T7" fmla="*/ 520 h 2"/>
                <a:gd name="T8" fmla="*/ 152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5" name="Freeform 1563">
              <a:extLst>
                <a:ext uri="{FF2B5EF4-FFF2-40B4-BE49-F238E27FC236}">
                  <a16:creationId xmlns:a16="http://schemas.microsoft.com/office/drawing/2014/main" id="{0C46BA78-5367-4D09-8184-81421C892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147"/>
              <a:ext cx="20" cy="21"/>
            </a:xfrm>
            <a:custGeom>
              <a:avLst/>
              <a:gdLst>
                <a:gd name="T0" fmla="*/ 313 w 8"/>
                <a:gd name="T1" fmla="*/ 992 h 8"/>
                <a:gd name="T2" fmla="*/ 1300 w 8"/>
                <a:gd name="T3" fmla="*/ 378 h 8"/>
                <a:gd name="T4" fmla="*/ 1770 w 8"/>
                <a:gd name="T5" fmla="*/ 1612 h 8"/>
                <a:gd name="T6" fmla="*/ 783 w 8"/>
                <a:gd name="T7" fmla="*/ 2226 h 8"/>
                <a:gd name="T8" fmla="*/ 313 w 8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7" y="1"/>
                    <a:pt x="8" y="3"/>
                    <a:pt x="7" y="5"/>
                  </a:cubicBezTo>
                  <a:cubicBezTo>
                    <a:pt x="6" y="7"/>
                    <a:pt x="5" y="8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06" name="Freeform 1564">
              <a:extLst>
                <a:ext uri="{FF2B5EF4-FFF2-40B4-BE49-F238E27FC236}">
                  <a16:creationId xmlns:a16="http://schemas.microsoft.com/office/drawing/2014/main" id="{805B8AA5-654A-4359-B909-524E95D02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152"/>
              <a:ext cx="7" cy="5"/>
            </a:xfrm>
            <a:custGeom>
              <a:avLst/>
              <a:gdLst>
                <a:gd name="T0" fmla="*/ 152 w 3"/>
                <a:gd name="T1" fmla="*/ 313 h 2"/>
                <a:gd name="T2" fmla="*/ 355 w 3"/>
                <a:gd name="T3" fmla="*/ 0 h 2"/>
                <a:gd name="T4" fmla="*/ 469 w 3"/>
                <a:gd name="T5" fmla="*/ 520 h 2"/>
                <a:gd name="T6" fmla="*/ 152 w 3"/>
                <a:gd name="T7" fmla="*/ 520 h 2"/>
                <a:gd name="T8" fmla="*/ 152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7" name="Freeform 1565">
              <a:extLst>
                <a:ext uri="{FF2B5EF4-FFF2-40B4-BE49-F238E27FC236}">
                  <a16:creationId xmlns:a16="http://schemas.microsoft.com/office/drawing/2014/main" id="{805A4C88-DDAB-49E6-8D3D-8222D9534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160"/>
              <a:ext cx="18" cy="21"/>
            </a:xfrm>
            <a:custGeom>
              <a:avLst/>
              <a:gdLst>
                <a:gd name="T0" fmla="*/ 0 w 7"/>
                <a:gd name="T1" fmla="*/ 992 h 8"/>
                <a:gd name="T2" fmla="*/ 1137 w 7"/>
                <a:gd name="T3" fmla="*/ 378 h 8"/>
                <a:gd name="T4" fmla="*/ 1700 w 7"/>
                <a:gd name="T5" fmla="*/ 1612 h 8"/>
                <a:gd name="T6" fmla="*/ 563 w 7"/>
                <a:gd name="T7" fmla="*/ 2226 h 8"/>
                <a:gd name="T8" fmla="*/ 0 w 7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08" name="Freeform 1566">
              <a:extLst>
                <a:ext uri="{FF2B5EF4-FFF2-40B4-BE49-F238E27FC236}">
                  <a16:creationId xmlns:a16="http://schemas.microsoft.com/office/drawing/2014/main" id="{4477D02D-A601-436B-8A2B-EB30FD27E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165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313 w 2"/>
                <a:gd name="T3" fmla="*/ 0 h 2"/>
                <a:gd name="T4" fmla="*/ 520 w 2"/>
                <a:gd name="T5" fmla="*/ 1458 h 2"/>
                <a:gd name="T6" fmla="*/ 313 w 2"/>
                <a:gd name="T7" fmla="*/ 1458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9" name="Freeform 1567">
              <a:extLst>
                <a:ext uri="{FF2B5EF4-FFF2-40B4-BE49-F238E27FC236}">
                  <a16:creationId xmlns:a16="http://schemas.microsoft.com/office/drawing/2014/main" id="{94933D28-A852-4259-B510-4E2A3E20B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173"/>
              <a:ext cx="20" cy="22"/>
            </a:xfrm>
            <a:custGeom>
              <a:avLst/>
              <a:gdLst>
                <a:gd name="T0" fmla="*/ 313 w 8"/>
                <a:gd name="T1" fmla="*/ 1271 h 8"/>
                <a:gd name="T2" fmla="*/ 1300 w 8"/>
                <a:gd name="T3" fmla="*/ 462 h 8"/>
                <a:gd name="T4" fmla="*/ 1770 w 8"/>
                <a:gd name="T5" fmla="*/ 2225 h 8"/>
                <a:gd name="T6" fmla="*/ 783 w 8"/>
                <a:gd name="T7" fmla="*/ 2973 h 8"/>
                <a:gd name="T8" fmla="*/ 313 w 8"/>
                <a:gd name="T9" fmla="*/ 127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7" y="2"/>
                    <a:pt x="8" y="3"/>
                    <a:pt x="7" y="5"/>
                  </a:cubicBezTo>
                  <a:cubicBezTo>
                    <a:pt x="6" y="7"/>
                    <a:pt x="5" y="8"/>
                    <a:pt x="3" y="7"/>
                  </a:cubicBezTo>
                  <a:cubicBezTo>
                    <a:pt x="1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10" name="Freeform 1568">
              <a:extLst>
                <a:ext uri="{FF2B5EF4-FFF2-40B4-BE49-F238E27FC236}">
                  <a16:creationId xmlns:a16="http://schemas.microsoft.com/office/drawing/2014/main" id="{2D416B3F-99E9-4229-96EF-EC85DB1BE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179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0 h 3"/>
                <a:gd name="T4" fmla="*/ 469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1" name="Freeform 1569">
              <a:extLst>
                <a:ext uri="{FF2B5EF4-FFF2-40B4-BE49-F238E27FC236}">
                  <a16:creationId xmlns:a16="http://schemas.microsoft.com/office/drawing/2014/main" id="{08D1FBC2-D500-4D1B-8F82-10CB603ED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189"/>
              <a:ext cx="17" cy="19"/>
            </a:xfrm>
            <a:custGeom>
              <a:avLst/>
              <a:gdLst>
                <a:gd name="T0" fmla="*/ 170 w 7"/>
                <a:gd name="T1" fmla="*/ 760 h 7"/>
                <a:gd name="T2" fmla="*/ 1003 w 7"/>
                <a:gd name="T3" fmla="*/ 0 h 7"/>
                <a:gd name="T4" fmla="*/ 1433 w 7"/>
                <a:gd name="T5" fmla="*/ 2063 h 7"/>
                <a:gd name="T6" fmla="*/ 590 w 7"/>
                <a:gd name="T7" fmla="*/ 2823 h 7"/>
                <a:gd name="T8" fmla="*/ 170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12" name="Freeform 1570">
              <a:extLst>
                <a:ext uri="{FF2B5EF4-FFF2-40B4-BE49-F238E27FC236}">
                  <a16:creationId xmlns:a16="http://schemas.microsoft.com/office/drawing/2014/main" id="{13B41BE5-DF57-44A0-AB5C-EF25673B1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195"/>
              <a:ext cx="7" cy="5"/>
            </a:xfrm>
            <a:custGeom>
              <a:avLst/>
              <a:gdLst>
                <a:gd name="T0" fmla="*/ 0 w 3"/>
                <a:gd name="T1" fmla="*/ 0 h 2"/>
                <a:gd name="T2" fmla="*/ 355 w 3"/>
                <a:gd name="T3" fmla="*/ 0 h 2"/>
                <a:gd name="T4" fmla="*/ 355 w 3"/>
                <a:gd name="T5" fmla="*/ 313 h 2"/>
                <a:gd name="T6" fmla="*/ 152 w 3"/>
                <a:gd name="T7" fmla="*/ 520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3" name="Freeform 1571">
              <a:extLst>
                <a:ext uri="{FF2B5EF4-FFF2-40B4-BE49-F238E27FC236}">
                  <a16:creationId xmlns:a16="http://schemas.microsoft.com/office/drawing/2014/main" id="{FEF83A5C-4824-4077-ACD7-46295B89D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203"/>
              <a:ext cx="17" cy="21"/>
            </a:xfrm>
            <a:custGeom>
              <a:avLst/>
              <a:gdLst>
                <a:gd name="T0" fmla="*/ 0 w 7"/>
                <a:gd name="T1" fmla="*/ 992 h 8"/>
                <a:gd name="T2" fmla="*/ 831 w 7"/>
                <a:gd name="T3" fmla="*/ 378 h 8"/>
                <a:gd name="T4" fmla="*/ 1243 w 7"/>
                <a:gd name="T5" fmla="*/ 1612 h 8"/>
                <a:gd name="T6" fmla="*/ 413 w 7"/>
                <a:gd name="T7" fmla="*/ 2226 h 8"/>
                <a:gd name="T8" fmla="*/ 0 w 7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14" name="Freeform 1572">
              <a:extLst>
                <a:ext uri="{FF2B5EF4-FFF2-40B4-BE49-F238E27FC236}">
                  <a16:creationId xmlns:a16="http://schemas.microsoft.com/office/drawing/2014/main" id="{1A4A6C68-489B-4996-A205-BF5C5DA3F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208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313 w 2"/>
                <a:gd name="T3" fmla="*/ 0 h 3"/>
                <a:gd name="T4" fmla="*/ 520 w 2"/>
                <a:gd name="T5" fmla="*/ 661 h 3"/>
                <a:gd name="T6" fmla="*/ 313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5" name="Freeform 1573">
              <a:extLst>
                <a:ext uri="{FF2B5EF4-FFF2-40B4-BE49-F238E27FC236}">
                  <a16:creationId xmlns:a16="http://schemas.microsoft.com/office/drawing/2014/main" id="{7884C01B-C421-47C1-BFBD-74916CDE4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219"/>
              <a:ext cx="18" cy="18"/>
            </a:xfrm>
            <a:custGeom>
              <a:avLst/>
              <a:gdLst>
                <a:gd name="T0" fmla="*/ 357 w 7"/>
                <a:gd name="T1" fmla="*/ 918 h 7"/>
                <a:gd name="T2" fmla="*/ 1448 w 7"/>
                <a:gd name="T3" fmla="*/ 357 h 7"/>
                <a:gd name="T4" fmla="*/ 2003 w 7"/>
                <a:gd name="T5" fmla="*/ 1448 h 7"/>
                <a:gd name="T6" fmla="*/ 918 w 7"/>
                <a:gd name="T7" fmla="*/ 2003 h 7"/>
                <a:gd name="T8" fmla="*/ 357 w 7"/>
                <a:gd name="T9" fmla="*/ 9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16" name="Freeform 1574">
              <a:extLst>
                <a:ext uri="{FF2B5EF4-FFF2-40B4-BE49-F238E27FC236}">
                  <a16:creationId xmlns:a16="http://schemas.microsoft.com/office/drawing/2014/main" id="{449B8F82-BBFC-42E0-8D81-28E4C9549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224"/>
              <a:ext cx="8" cy="5"/>
            </a:xfrm>
            <a:custGeom>
              <a:avLst/>
              <a:gdLst>
                <a:gd name="T0" fmla="*/ 0 w 3"/>
                <a:gd name="T1" fmla="*/ 313 h 2"/>
                <a:gd name="T2" fmla="*/ 661 w 3"/>
                <a:gd name="T3" fmla="*/ 0 h 2"/>
                <a:gd name="T4" fmla="*/ 661 w 3"/>
                <a:gd name="T5" fmla="*/ 313 h 2"/>
                <a:gd name="T6" fmla="*/ 397 w 3"/>
                <a:gd name="T7" fmla="*/ 520 h 2"/>
                <a:gd name="T8" fmla="*/ 0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7" name="Freeform 1575">
              <a:extLst>
                <a:ext uri="{FF2B5EF4-FFF2-40B4-BE49-F238E27FC236}">
                  <a16:creationId xmlns:a16="http://schemas.microsoft.com/office/drawing/2014/main" id="{1D0B728F-5B78-4EB8-A116-6F0E82C1C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235"/>
              <a:ext cx="20" cy="18"/>
            </a:xfrm>
            <a:custGeom>
              <a:avLst/>
              <a:gdLst>
                <a:gd name="T0" fmla="*/ 313 w 8"/>
                <a:gd name="T1" fmla="*/ 563 h 7"/>
                <a:gd name="T2" fmla="*/ 1300 w 8"/>
                <a:gd name="T3" fmla="*/ 357 h 7"/>
                <a:gd name="T4" fmla="*/ 1770 w 8"/>
                <a:gd name="T5" fmla="*/ 1448 h 7"/>
                <a:gd name="T6" fmla="*/ 520 w 8"/>
                <a:gd name="T7" fmla="*/ 2003 h 7"/>
                <a:gd name="T8" fmla="*/ 313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18" name="Freeform 1576">
              <a:extLst>
                <a:ext uri="{FF2B5EF4-FFF2-40B4-BE49-F238E27FC236}">
                  <a16:creationId xmlns:a16="http://schemas.microsoft.com/office/drawing/2014/main" id="{E92ADE17-1F42-4A5C-B8C3-44B0729A1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240"/>
              <a:ext cx="7" cy="5"/>
            </a:xfrm>
            <a:custGeom>
              <a:avLst/>
              <a:gdLst>
                <a:gd name="T0" fmla="*/ 152 w 3"/>
                <a:gd name="T1" fmla="*/ 0 h 2"/>
                <a:gd name="T2" fmla="*/ 355 w 3"/>
                <a:gd name="T3" fmla="*/ 0 h 2"/>
                <a:gd name="T4" fmla="*/ 469 w 3"/>
                <a:gd name="T5" fmla="*/ 313 h 2"/>
                <a:gd name="T6" fmla="*/ 152 w 3"/>
                <a:gd name="T7" fmla="*/ 520 h 2"/>
                <a:gd name="T8" fmla="*/ 15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9" name="Freeform 1577">
              <a:extLst>
                <a:ext uri="{FF2B5EF4-FFF2-40B4-BE49-F238E27FC236}">
                  <a16:creationId xmlns:a16="http://schemas.microsoft.com/office/drawing/2014/main" id="{BE04CC52-D4F0-4C01-B4C6-5669C8F3C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1251"/>
              <a:ext cx="17" cy="18"/>
            </a:xfrm>
            <a:custGeom>
              <a:avLst/>
              <a:gdLst>
                <a:gd name="T0" fmla="*/ 170 w 7"/>
                <a:gd name="T1" fmla="*/ 563 h 7"/>
                <a:gd name="T2" fmla="*/ 1003 w 7"/>
                <a:gd name="T3" fmla="*/ 0 h 7"/>
                <a:gd name="T4" fmla="*/ 1243 w 7"/>
                <a:gd name="T5" fmla="*/ 1448 h 7"/>
                <a:gd name="T6" fmla="*/ 413 w 7"/>
                <a:gd name="T7" fmla="*/ 1700 h 7"/>
                <a:gd name="T8" fmla="*/ 170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0" name="Freeform 1578">
              <a:extLst>
                <a:ext uri="{FF2B5EF4-FFF2-40B4-BE49-F238E27FC236}">
                  <a16:creationId xmlns:a16="http://schemas.microsoft.com/office/drawing/2014/main" id="{F015E510-C447-4EB9-BB99-4CAE13D9C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253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520 w 2"/>
                <a:gd name="T5" fmla="*/ 661 h 3"/>
                <a:gd name="T6" fmla="*/ 313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1" name="Freeform 1579">
              <a:extLst>
                <a:ext uri="{FF2B5EF4-FFF2-40B4-BE49-F238E27FC236}">
                  <a16:creationId xmlns:a16="http://schemas.microsoft.com/office/drawing/2014/main" id="{FD8B5F29-6FA6-4202-93A8-841E1E7F8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264"/>
              <a:ext cx="18" cy="21"/>
            </a:xfrm>
            <a:custGeom>
              <a:avLst/>
              <a:gdLst>
                <a:gd name="T0" fmla="*/ 357 w 7"/>
                <a:gd name="T1" fmla="*/ 614 h 8"/>
                <a:gd name="T2" fmla="*/ 1448 w 7"/>
                <a:gd name="T3" fmla="*/ 378 h 8"/>
                <a:gd name="T4" fmla="*/ 1700 w 7"/>
                <a:gd name="T5" fmla="*/ 1612 h 8"/>
                <a:gd name="T6" fmla="*/ 563 w 7"/>
                <a:gd name="T7" fmla="*/ 2226 h 8"/>
                <a:gd name="T8" fmla="*/ 357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2" name="Freeform 1580">
              <a:extLst>
                <a:ext uri="{FF2B5EF4-FFF2-40B4-BE49-F238E27FC236}">
                  <a16:creationId xmlns:a16="http://schemas.microsoft.com/office/drawing/2014/main" id="{B77EC9D3-601A-4F0B-8F03-4E45BD5F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269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520 w 2"/>
                <a:gd name="T3" fmla="*/ 0 h 2"/>
                <a:gd name="T4" fmla="*/ 520 w 2"/>
                <a:gd name="T5" fmla="*/ 1458 h 2"/>
                <a:gd name="T6" fmla="*/ 313 w 2"/>
                <a:gd name="T7" fmla="*/ 1458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3" name="Freeform 1581">
              <a:extLst>
                <a:ext uri="{FF2B5EF4-FFF2-40B4-BE49-F238E27FC236}">
                  <a16:creationId xmlns:a16="http://schemas.microsoft.com/office/drawing/2014/main" id="{9654C0D3-2354-42F9-976D-FA950B1A8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280"/>
              <a:ext cx="17" cy="21"/>
            </a:xfrm>
            <a:custGeom>
              <a:avLst/>
              <a:gdLst>
                <a:gd name="T0" fmla="*/ 0 w 7"/>
                <a:gd name="T1" fmla="*/ 614 h 8"/>
                <a:gd name="T2" fmla="*/ 1003 w 7"/>
                <a:gd name="T3" fmla="*/ 378 h 8"/>
                <a:gd name="T4" fmla="*/ 1243 w 7"/>
                <a:gd name="T5" fmla="*/ 1612 h 8"/>
                <a:gd name="T6" fmla="*/ 413 w 7"/>
                <a:gd name="T7" fmla="*/ 2226 h 8"/>
                <a:gd name="T8" fmla="*/ 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4" name="Freeform 1582">
              <a:extLst>
                <a:ext uri="{FF2B5EF4-FFF2-40B4-BE49-F238E27FC236}">
                  <a16:creationId xmlns:a16="http://schemas.microsoft.com/office/drawing/2014/main" id="{E619DB44-9BA2-435C-B9F6-EB2C2D38D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285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520 w 2"/>
                <a:gd name="T3" fmla="*/ 0 h 2"/>
                <a:gd name="T4" fmla="*/ 520 w 2"/>
                <a:gd name="T5" fmla="*/ 1458 h 2"/>
                <a:gd name="T6" fmla="*/ 313 w 2"/>
                <a:gd name="T7" fmla="*/ 1458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5" name="Freeform 1583">
              <a:extLst>
                <a:ext uri="{FF2B5EF4-FFF2-40B4-BE49-F238E27FC236}">
                  <a16:creationId xmlns:a16="http://schemas.microsoft.com/office/drawing/2014/main" id="{290DB509-CC3A-4425-A6F0-3A8E9B538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296"/>
              <a:ext cx="20" cy="21"/>
            </a:xfrm>
            <a:custGeom>
              <a:avLst/>
              <a:gdLst>
                <a:gd name="T0" fmla="*/ 313 w 8"/>
                <a:gd name="T1" fmla="*/ 614 h 8"/>
                <a:gd name="T2" fmla="*/ 1488 w 8"/>
                <a:gd name="T3" fmla="*/ 378 h 8"/>
                <a:gd name="T4" fmla="*/ 1770 w 8"/>
                <a:gd name="T5" fmla="*/ 1612 h 8"/>
                <a:gd name="T6" fmla="*/ 783 w 8"/>
                <a:gd name="T7" fmla="*/ 2226 h 8"/>
                <a:gd name="T8" fmla="*/ 313 w 8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6" name="Freeform 1584">
              <a:extLst>
                <a:ext uri="{FF2B5EF4-FFF2-40B4-BE49-F238E27FC236}">
                  <a16:creationId xmlns:a16="http://schemas.microsoft.com/office/drawing/2014/main" id="{ABC2BEFB-94E8-423D-B082-AE6312C6A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301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313 w 2"/>
                <a:gd name="T3" fmla="*/ 0 h 2"/>
                <a:gd name="T4" fmla="*/ 520 w 2"/>
                <a:gd name="T5" fmla="*/ 1458 h 2"/>
                <a:gd name="T6" fmla="*/ 0 w 2"/>
                <a:gd name="T7" fmla="*/ 1458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7" name="Freeform 1585">
              <a:extLst>
                <a:ext uri="{FF2B5EF4-FFF2-40B4-BE49-F238E27FC236}">
                  <a16:creationId xmlns:a16="http://schemas.microsoft.com/office/drawing/2014/main" id="{0C33DF3F-CF5B-464B-AB64-4ABFD1A10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312"/>
              <a:ext cx="18" cy="21"/>
            </a:xfrm>
            <a:custGeom>
              <a:avLst/>
              <a:gdLst>
                <a:gd name="T0" fmla="*/ 357 w 7"/>
                <a:gd name="T1" fmla="*/ 992 h 8"/>
                <a:gd name="T2" fmla="*/ 1448 w 7"/>
                <a:gd name="T3" fmla="*/ 378 h 8"/>
                <a:gd name="T4" fmla="*/ 2003 w 7"/>
                <a:gd name="T5" fmla="*/ 1612 h 8"/>
                <a:gd name="T6" fmla="*/ 563 w 7"/>
                <a:gd name="T7" fmla="*/ 2226 h 8"/>
                <a:gd name="T8" fmla="*/ 357 w 7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8" name="Freeform 1586">
              <a:extLst>
                <a:ext uri="{FF2B5EF4-FFF2-40B4-BE49-F238E27FC236}">
                  <a16:creationId xmlns:a16="http://schemas.microsoft.com/office/drawing/2014/main" id="{ED067EC9-F656-45D3-9BC9-048253443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317"/>
              <a:ext cx="8" cy="6"/>
            </a:xfrm>
            <a:custGeom>
              <a:avLst/>
              <a:gdLst>
                <a:gd name="T0" fmla="*/ 0 w 3"/>
                <a:gd name="T1" fmla="*/ 729 h 2"/>
                <a:gd name="T2" fmla="*/ 661 w 3"/>
                <a:gd name="T3" fmla="*/ 0 h 2"/>
                <a:gd name="T4" fmla="*/ 661 w 3"/>
                <a:gd name="T5" fmla="*/ 1458 h 2"/>
                <a:gd name="T6" fmla="*/ 397 w 3"/>
                <a:gd name="T7" fmla="*/ 1458 h 2"/>
                <a:gd name="T8" fmla="*/ 0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9" name="Freeform 1587">
              <a:extLst>
                <a:ext uri="{FF2B5EF4-FFF2-40B4-BE49-F238E27FC236}">
                  <a16:creationId xmlns:a16="http://schemas.microsoft.com/office/drawing/2014/main" id="{20FF8536-0982-49C7-9ABA-5EEAE3A00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328"/>
              <a:ext cx="20" cy="21"/>
            </a:xfrm>
            <a:custGeom>
              <a:avLst/>
              <a:gdLst>
                <a:gd name="T0" fmla="*/ 313 w 8"/>
                <a:gd name="T1" fmla="*/ 992 h 8"/>
                <a:gd name="T2" fmla="*/ 1300 w 8"/>
                <a:gd name="T3" fmla="*/ 378 h 8"/>
                <a:gd name="T4" fmla="*/ 1770 w 8"/>
                <a:gd name="T5" fmla="*/ 1612 h 8"/>
                <a:gd name="T6" fmla="*/ 783 w 8"/>
                <a:gd name="T7" fmla="*/ 2226 h 8"/>
                <a:gd name="T8" fmla="*/ 313 w 8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8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0" name="Freeform 1588">
              <a:extLst>
                <a:ext uri="{FF2B5EF4-FFF2-40B4-BE49-F238E27FC236}">
                  <a16:creationId xmlns:a16="http://schemas.microsoft.com/office/drawing/2014/main" id="{46704F66-50C3-4532-B40F-5026C498A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333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313 w 2"/>
                <a:gd name="T3" fmla="*/ 0 h 2"/>
                <a:gd name="T4" fmla="*/ 520 w 2"/>
                <a:gd name="T5" fmla="*/ 1458 h 2"/>
                <a:gd name="T6" fmla="*/ 0 w 2"/>
                <a:gd name="T7" fmla="*/ 1458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1" name="Freeform 1589">
              <a:extLst>
                <a:ext uri="{FF2B5EF4-FFF2-40B4-BE49-F238E27FC236}">
                  <a16:creationId xmlns:a16="http://schemas.microsoft.com/office/drawing/2014/main" id="{54026B86-01C0-40BF-83C5-0806EE80D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344"/>
              <a:ext cx="17" cy="21"/>
            </a:xfrm>
            <a:custGeom>
              <a:avLst/>
              <a:gdLst>
                <a:gd name="T0" fmla="*/ 170 w 7"/>
                <a:gd name="T1" fmla="*/ 614 h 8"/>
                <a:gd name="T2" fmla="*/ 1003 w 7"/>
                <a:gd name="T3" fmla="*/ 378 h 8"/>
                <a:gd name="T4" fmla="*/ 1243 w 7"/>
                <a:gd name="T5" fmla="*/ 1992 h 8"/>
                <a:gd name="T6" fmla="*/ 413 w 7"/>
                <a:gd name="T7" fmla="*/ 2226 h 8"/>
                <a:gd name="T8" fmla="*/ 17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2" name="Freeform 1590">
              <a:extLst>
                <a:ext uri="{FF2B5EF4-FFF2-40B4-BE49-F238E27FC236}">
                  <a16:creationId xmlns:a16="http://schemas.microsoft.com/office/drawing/2014/main" id="{204EA169-E153-4CFD-B6CA-9B6B749F6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349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0 h 3"/>
                <a:gd name="T4" fmla="*/ 355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3" name="Freeform 1591">
              <a:extLst>
                <a:ext uri="{FF2B5EF4-FFF2-40B4-BE49-F238E27FC236}">
                  <a16:creationId xmlns:a16="http://schemas.microsoft.com/office/drawing/2014/main" id="{5A344059-6F0D-42D7-A472-E1D88624E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363"/>
              <a:ext cx="20" cy="18"/>
            </a:xfrm>
            <a:custGeom>
              <a:avLst/>
              <a:gdLst>
                <a:gd name="T0" fmla="*/ 313 w 8"/>
                <a:gd name="T1" fmla="*/ 563 h 7"/>
                <a:gd name="T2" fmla="*/ 1488 w 8"/>
                <a:gd name="T3" fmla="*/ 357 h 7"/>
                <a:gd name="T4" fmla="*/ 1770 w 8"/>
                <a:gd name="T5" fmla="*/ 1448 h 7"/>
                <a:gd name="T6" fmla="*/ 520 w 8"/>
                <a:gd name="T7" fmla="*/ 1700 h 7"/>
                <a:gd name="T8" fmla="*/ 313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4" name="Freeform 1592">
              <a:extLst>
                <a:ext uri="{FF2B5EF4-FFF2-40B4-BE49-F238E27FC236}">
                  <a16:creationId xmlns:a16="http://schemas.microsoft.com/office/drawing/2014/main" id="{0DA2488C-6304-4DB6-BD88-601D73E78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365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520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5" name="Freeform 1593">
              <a:extLst>
                <a:ext uri="{FF2B5EF4-FFF2-40B4-BE49-F238E27FC236}">
                  <a16:creationId xmlns:a16="http://schemas.microsoft.com/office/drawing/2014/main" id="{FDAE4175-177C-47F5-B6D8-69FD71BC7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379"/>
              <a:ext cx="18" cy="18"/>
            </a:xfrm>
            <a:custGeom>
              <a:avLst/>
              <a:gdLst>
                <a:gd name="T0" fmla="*/ 357 w 7"/>
                <a:gd name="T1" fmla="*/ 357 h 7"/>
                <a:gd name="T2" fmla="*/ 1448 w 7"/>
                <a:gd name="T3" fmla="*/ 357 h 7"/>
                <a:gd name="T4" fmla="*/ 1700 w 7"/>
                <a:gd name="T5" fmla="*/ 1448 h 7"/>
                <a:gd name="T6" fmla="*/ 563 w 7"/>
                <a:gd name="T7" fmla="*/ 1700 h 7"/>
                <a:gd name="T8" fmla="*/ 357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6" name="Freeform 1594">
              <a:extLst>
                <a:ext uri="{FF2B5EF4-FFF2-40B4-BE49-F238E27FC236}">
                  <a16:creationId xmlns:a16="http://schemas.microsoft.com/office/drawing/2014/main" id="{7049955E-BAB5-4EF2-8B4B-8AF53ABED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381"/>
              <a:ext cx="8" cy="8"/>
            </a:xfrm>
            <a:custGeom>
              <a:avLst/>
              <a:gdLst>
                <a:gd name="T0" fmla="*/ 0 w 3"/>
                <a:gd name="T1" fmla="*/ 397 h 3"/>
                <a:gd name="T2" fmla="*/ 661 w 3"/>
                <a:gd name="T3" fmla="*/ 397 h 3"/>
                <a:gd name="T4" fmla="*/ 661 w 3"/>
                <a:gd name="T5" fmla="*/ 661 h 3"/>
                <a:gd name="T6" fmla="*/ 397 w 3"/>
                <a:gd name="T7" fmla="*/ 661 h 3"/>
                <a:gd name="T8" fmla="*/ 0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" name="Freeform 1595">
              <a:extLst>
                <a:ext uri="{FF2B5EF4-FFF2-40B4-BE49-F238E27FC236}">
                  <a16:creationId xmlns:a16="http://schemas.microsoft.com/office/drawing/2014/main" id="{0512C295-413B-4B92-92DF-63469D980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395"/>
              <a:ext cx="18" cy="18"/>
            </a:xfrm>
            <a:custGeom>
              <a:avLst/>
              <a:gdLst>
                <a:gd name="T0" fmla="*/ 357 w 7"/>
                <a:gd name="T1" fmla="*/ 563 h 7"/>
                <a:gd name="T2" fmla="*/ 1700 w 7"/>
                <a:gd name="T3" fmla="*/ 357 h 7"/>
                <a:gd name="T4" fmla="*/ 2003 w 7"/>
                <a:gd name="T5" fmla="*/ 1448 h 7"/>
                <a:gd name="T6" fmla="*/ 563 w 7"/>
                <a:gd name="T7" fmla="*/ 1700 h 7"/>
                <a:gd name="T8" fmla="*/ 357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8" name="Freeform 1596">
              <a:extLst>
                <a:ext uri="{FF2B5EF4-FFF2-40B4-BE49-F238E27FC236}">
                  <a16:creationId xmlns:a16="http://schemas.microsoft.com/office/drawing/2014/main" id="{029FEC21-2A05-49AD-8FDC-65B2A9742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397"/>
              <a:ext cx="8" cy="8"/>
            </a:xfrm>
            <a:custGeom>
              <a:avLst/>
              <a:gdLst>
                <a:gd name="T0" fmla="*/ 397 w 3"/>
                <a:gd name="T1" fmla="*/ 397 h 3"/>
                <a:gd name="T2" fmla="*/ 661 w 3"/>
                <a:gd name="T3" fmla="*/ 397 h 3"/>
                <a:gd name="T4" fmla="*/ 1059 w 3"/>
                <a:gd name="T5" fmla="*/ 661 h 3"/>
                <a:gd name="T6" fmla="*/ 397 w 3"/>
                <a:gd name="T7" fmla="*/ 1059 h 3"/>
                <a:gd name="T8" fmla="*/ 397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" name="Freeform 1597">
              <a:extLst>
                <a:ext uri="{FF2B5EF4-FFF2-40B4-BE49-F238E27FC236}">
                  <a16:creationId xmlns:a16="http://schemas.microsoft.com/office/drawing/2014/main" id="{52C105B5-0E88-4493-8545-03AAE828E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411"/>
              <a:ext cx="20" cy="18"/>
            </a:xfrm>
            <a:custGeom>
              <a:avLst/>
              <a:gdLst>
                <a:gd name="T0" fmla="*/ 313 w 8"/>
                <a:gd name="T1" fmla="*/ 563 h 7"/>
                <a:gd name="T2" fmla="*/ 1488 w 8"/>
                <a:gd name="T3" fmla="*/ 357 h 7"/>
                <a:gd name="T4" fmla="*/ 1770 w 8"/>
                <a:gd name="T5" fmla="*/ 1448 h 7"/>
                <a:gd name="T6" fmla="*/ 520 w 8"/>
                <a:gd name="T7" fmla="*/ 1700 h 7"/>
                <a:gd name="T8" fmla="*/ 313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0" name="Freeform 1598">
              <a:extLst>
                <a:ext uri="{FF2B5EF4-FFF2-40B4-BE49-F238E27FC236}">
                  <a16:creationId xmlns:a16="http://schemas.microsoft.com/office/drawing/2014/main" id="{9447D67A-2D0E-49C6-A0D1-FA0E53B90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416"/>
              <a:ext cx="5" cy="5"/>
            </a:xfrm>
            <a:custGeom>
              <a:avLst/>
              <a:gdLst>
                <a:gd name="T0" fmla="*/ 0 w 2"/>
                <a:gd name="T1" fmla="*/ 0 h 2"/>
                <a:gd name="T2" fmla="*/ 313 w 2"/>
                <a:gd name="T3" fmla="*/ 0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1" name="Freeform 1599">
              <a:extLst>
                <a:ext uri="{FF2B5EF4-FFF2-40B4-BE49-F238E27FC236}">
                  <a16:creationId xmlns:a16="http://schemas.microsoft.com/office/drawing/2014/main" id="{A80F871B-F7CD-4850-8CDC-01B00DF67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429"/>
              <a:ext cx="18" cy="19"/>
            </a:xfrm>
            <a:custGeom>
              <a:avLst/>
              <a:gdLst>
                <a:gd name="T0" fmla="*/ 357 w 7"/>
                <a:gd name="T1" fmla="*/ 442 h 7"/>
                <a:gd name="T2" fmla="*/ 1700 w 7"/>
                <a:gd name="T3" fmla="*/ 442 h 7"/>
                <a:gd name="T4" fmla="*/ 1700 w 7"/>
                <a:gd name="T5" fmla="*/ 2063 h 7"/>
                <a:gd name="T6" fmla="*/ 563 w 7"/>
                <a:gd name="T7" fmla="*/ 2342 h 7"/>
                <a:gd name="T8" fmla="*/ 357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2" name="Freeform 1600">
              <a:extLst>
                <a:ext uri="{FF2B5EF4-FFF2-40B4-BE49-F238E27FC236}">
                  <a16:creationId xmlns:a16="http://schemas.microsoft.com/office/drawing/2014/main" id="{37BDFB63-CCD2-4A6A-B963-D331376F3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432"/>
              <a:ext cx="8" cy="8"/>
            </a:xfrm>
            <a:custGeom>
              <a:avLst/>
              <a:gdLst>
                <a:gd name="T0" fmla="*/ 397 w 3"/>
                <a:gd name="T1" fmla="*/ 397 h 3"/>
                <a:gd name="T2" fmla="*/ 661 w 3"/>
                <a:gd name="T3" fmla="*/ 0 h 3"/>
                <a:gd name="T4" fmla="*/ 1059 w 3"/>
                <a:gd name="T5" fmla="*/ 661 h 3"/>
                <a:gd name="T6" fmla="*/ 397 w 3"/>
                <a:gd name="T7" fmla="*/ 661 h 3"/>
                <a:gd name="T8" fmla="*/ 397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3" name="Freeform 1601">
              <a:extLst>
                <a:ext uri="{FF2B5EF4-FFF2-40B4-BE49-F238E27FC236}">
                  <a16:creationId xmlns:a16="http://schemas.microsoft.com/office/drawing/2014/main" id="{304ECD8B-AE33-43A1-B411-0512FAD37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445"/>
              <a:ext cx="18" cy="19"/>
            </a:xfrm>
            <a:custGeom>
              <a:avLst/>
              <a:gdLst>
                <a:gd name="T0" fmla="*/ 357 w 7"/>
                <a:gd name="T1" fmla="*/ 442 h 7"/>
                <a:gd name="T2" fmla="*/ 1700 w 7"/>
                <a:gd name="T3" fmla="*/ 442 h 7"/>
                <a:gd name="T4" fmla="*/ 1700 w 7"/>
                <a:gd name="T5" fmla="*/ 2063 h 7"/>
                <a:gd name="T6" fmla="*/ 563 w 7"/>
                <a:gd name="T7" fmla="*/ 2342 h 7"/>
                <a:gd name="T8" fmla="*/ 357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4" name="Freeform 1602">
              <a:extLst>
                <a:ext uri="{FF2B5EF4-FFF2-40B4-BE49-F238E27FC236}">
                  <a16:creationId xmlns:a16="http://schemas.microsoft.com/office/drawing/2014/main" id="{F4F545F5-B67A-4D90-BCB3-9CB89488B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448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313 w 2"/>
                <a:gd name="T3" fmla="*/ 397 h 3"/>
                <a:gd name="T4" fmla="*/ 520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" name="Freeform 1603">
              <a:extLst>
                <a:ext uri="{FF2B5EF4-FFF2-40B4-BE49-F238E27FC236}">
                  <a16:creationId xmlns:a16="http://schemas.microsoft.com/office/drawing/2014/main" id="{B5073331-10E7-45BC-9BB4-F7E5484B8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461"/>
              <a:ext cx="18" cy="19"/>
            </a:xfrm>
            <a:custGeom>
              <a:avLst/>
              <a:gdLst>
                <a:gd name="T0" fmla="*/ 357 w 7"/>
                <a:gd name="T1" fmla="*/ 442 h 7"/>
                <a:gd name="T2" fmla="*/ 1700 w 7"/>
                <a:gd name="T3" fmla="*/ 442 h 7"/>
                <a:gd name="T4" fmla="*/ 1700 w 7"/>
                <a:gd name="T5" fmla="*/ 2342 h 7"/>
                <a:gd name="T6" fmla="*/ 563 w 7"/>
                <a:gd name="T7" fmla="*/ 2342 h 7"/>
                <a:gd name="T8" fmla="*/ 357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6" name="Freeform 1604">
              <a:extLst>
                <a:ext uri="{FF2B5EF4-FFF2-40B4-BE49-F238E27FC236}">
                  <a16:creationId xmlns:a16="http://schemas.microsoft.com/office/drawing/2014/main" id="{73930D91-33A3-474A-8D23-D59965130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467"/>
              <a:ext cx="5" cy="5"/>
            </a:xfrm>
            <a:custGeom>
              <a:avLst/>
              <a:gdLst>
                <a:gd name="T0" fmla="*/ 0 w 2"/>
                <a:gd name="T1" fmla="*/ 0 h 2"/>
                <a:gd name="T2" fmla="*/ 313 w 2"/>
                <a:gd name="T3" fmla="*/ 0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7" name="Freeform 1605">
              <a:extLst>
                <a:ext uri="{FF2B5EF4-FFF2-40B4-BE49-F238E27FC236}">
                  <a16:creationId xmlns:a16="http://schemas.microsoft.com/office/drawing/2014/main" id="{FCD2F88B-A255-4928-ADF1-6180E68D7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477"/>
              <a:ext cx="18" cy="19"/>
            </a:xfrm>
            <a:custGeom>
              <a:avLst/>
              <a:gdLst>
                <a:gd name="T0" fmla="*/ 357 w 7"/>
                <a:gd name="T1" fmla="*/ 760 h 7"/>
                <a:gd name="T2" fmla="*/ 1448 w 7"/>
                <a:gd name="T3" fmla="*/ 442 h 7"/>
                <a:gd name="T4" fmla="*/ 1700 w 7"/>
                <a:gd name="T5" fmla="*/ 2342 h 7"/>
                <a:gd name="T6" fmla="*/ 357 w 7"/>
                <a:gd name="T7" fmla="*/ 2342 h 7"/>
                <a:gd name="T8" fmla="*/ 357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8" name="Freeform 1606">
              <a:extLst>
                <a:ext uri="{FF2B5EF4-FFF2-40B4-BE49-F238E27FC236}">
                  <a16:creationId xmlns:a16="http://schemas.microsoft.com/office/drawing/2014/main" id="{19E3B622-4A68-4A2E-9EF6-431F9FDF1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483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9" name="Freeform 1607">
              <a:extLst>
                <a:ext uri="{FF2B5EF4-FFF2-40B4-BE49-F238E27FC236}">
                  <a16:creationId xmlns:a16="http://schemas.microsoft.com/office/drawing/2014/main" id="{6338BAC6-064C-4574-80A6-F3BB64511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496"/>
              <a:ext cx="17" cy="19"/>
            </a:xfrm>
            <a:custGeom>
              <a:avLst/>
              <a:gdLst>
                <a:gd name="T0" fmla="*/ 170 w 7"/>
                <a:gd name="T1" fmla="*/ 442 h 7"/>
                <a:gd name="T2" fmla="*/ 1243 w 7"/>
                <a:gd name="T3" fmla="*/ 442 h 7"/>
                <a:gd name="T4" fmla="*/ 1243 w 7"/>
                <a:gd name="T5" fmla="*/ 2063 h 7"/>
                <a:gd name="T6" fmla="*/ 170 w 7"/>
                <a:gd name="T7" fmla="*/ 2342 h 7"/>
                <a:gd name="T8" fmla="*/ 17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50" name="Freeform 1608">
              <a:extLst>
                <a:ext uri="{FF2B5EF4-FFF2-40B4-BE49-F238E27FC236}">
                  <a16:creationId xmlns:a16="http://schemas.microsoft.com/office/drawing/2014/main" id="{B5985C33-8CCF-4DC3-A5B5-B69C8F076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499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397 h 3"/>
                <a:gd name="T4" fmla="*/ 355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1" name="Freeform 1609">
              <a:extLst>
                <a:ext uri="{FF2B5EF4-FFF2-40B4-BE49-F238E27FC236}">
                  <a16:creationId xmlns:a16="http://schemas.microsoft.com/office/drawing/2014/main" id="{38E9C170-B8A7-4A5C-84B8-1F6C8C1FD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512"/>
              <a:ext cx="18" cy="19"/>
            </a:xfrm>
            <a:custGeom>
              <a:avLst/>
              <a:gdLst>
                <a:gd name="T0" fmla="*/ 357 w 7"/>
                <a:gd name="T1" fmla="*/ 760 h 7"/>
                <a:gd name="T2" fmla="*/ 1700 w 7"/>
                <a:gd name="T3" fmla="*/ 442 h 7"/>
                <a:gd name="T4" fmla="*/ 1700 w 7"/>
                <a:gd name="T5" fmla="*/ 2342 h 7"/>
                <a:gd name="T6" fmla="*/ 563 w 7"/>
                <a:gd name="T7" fmla="*/ 2342 h 7"/>
                <a:gd name="T8" fmla="*/ 357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52" name="Freeform 1610">
              <a:extLst>
                <a:ext uri="{FF2B5EF4-FFF2-40B4-BE49-F238E27FC236}">
                  <a16:creationId xmlns:a16="http://schemas.microsoft.com/office/drawing/2014/main" id="{FB5F1572-A271-40C8-B90A-B3302B47E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1517"/>
              <a:ext cx="8" cy="6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661 w 3"/>
                <a:gd name="T5" fmla="*/ 1458 h 2"/>
                <a:gd name="T6" fmla="*/ 397 w 3"/>
                <a:gd name="T7" fmla="*/ 1458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3" name="Freeform 1611">
              <a:extLst>
                <a:ext uri="{FF2B5EF4-FFF2-40B4-BE49-F238E27FC236}">
                  <a16:creationId xmlns:a16="http://schemas.microsoft.com/office/drawing/2014/main" id="{3525B119-06C5-4B49-9A1B-EF1EBDA54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1075"/>
              <a:ext cx="17" cy="19"/>
            </a:xfrm>
            <a:custGeom>
              <a:avLst/>
              <a:gdLst>
                <a:gd name="T0" fmla="*/ 170 w 7"/>
                <a:gd name="T1" fmla="*/ 1200 h 7"/>
                <a:gd name="T2" fmla="*/ 831 w 7"/>
                <a:gd name="T3" fmla="*/ 0 h 7"/>
                <a:gd name="T4" fmla="*/ 1433 w 7"/>
                <a:gd name="T5" fmla="*/ 1620 h 7"/>
                <a:gd name="T6" fmla="*/ 590 w 7"/>
                <a:gd name="T7" fmla="*/ 2823 h 7"/>
                <a:gd name="T8" fmla="*/ 170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54" name="Freeform 1612">
              <a:extLst>
                <a:ext uri="{FF2B5EF4-FFF2-40B4-BE49-F238E27FC236}">
                  <a16:creationId xmlns:a16="http://schemas.microsoft.com/office/drawing/2014/main" id="{D9529111-9426-451E-B574-BE78DD511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080"/>
              <a:ext cx="7" cy="6"/>
            </a:xfrm>
            <a:custGeom>
              <a:avLst/>
              <a:gdLst>
                <a:gd name="T0" fmla="*/ 0 w 3"/>
                <a:gd name="T1" fmla="*/ 0 h 2"/>
                <a:gd name="T2" fmla="*/ 355 w 3"/>
                <a:gd name="T3" fmla="*/ 0 h 2"/>
                <a:gd name="T4" fmla="*/ 355 w 3"/>
                <a:gd name="T5" fmla="*/ 729 h 2"/>
                <a:gd name="T6" fmla="*/ 152 w 3"/>
                <a:gd name="T7" fmla="*/ 1458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5" name="Freeform 1613">
              <a:extLst>
                <a:ext uri="{FF2B5EF4-FFF2-40B4-BE49-F238E27FC236}">
                  <a16:creationId xmlns:a16="http://schemas.microsoft.com/office/drawing/2014/main" id="{0863C83D-83F3-4AAF-976F-48B99ADB2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1088"/>
              <a:ext cx="18" cy="19"/>
            </a:xfrm>
            <a:custGeom>
              <a:avLst/>
              <a:gdLst>
                <a:gd name="T0" fmla="*/ 0 w 7"/>
                <a:gd name="T1" fmla="*/ 1200 h 7"/>
                <a:gd name="T2" fmla="*/ 1137 w 7"/>
                <a:gd name="T3" fmla="*/ 0 h 7"/>
                <a:gd name="T4" fmla="*/ 2003 w 7"/>
                <a:gd name="T5" fmla="*/ 1620 h 7"/>
                <a:gd name="T6" fmla="*/ 918 w 7"/>
                <a:gd name="T7" fmla="*/ 2342 h 7"/>
                <a:gd name="T8" fmla="*/ 0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56" name="Freeform 1614">
              <a:extLst>
                <a:ext uri="{FF2B5EF4-FFF2-40B4-BE49-F238E27FC236}">
                  <a16:creationId xmlns:a16="http://schemas.microsoft.com/office/drawing/2014/main" id="{2DB8942D-53FD-4D51-A0C3-A06264EB8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091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313 w 2"/>
                <a:gd name="T3" fmla="*/ 0 h 3"/>
                <a:gd name="T4" fmla="*/ 520 w 2"/>
                <a:gd name="T5" fmla="*/ 661 h 3"/>
                <a:gd name="T6" fmla="*/ 313 w 2"/>
                <a:gd name="T7" fmla="*/ 1059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7" name="Freeform 1615">
              <a:extLst>
                <a:ext uri="{FF2B5EF4-FFF2-40B4-BE49-F238E27FC236}">
                  <a16:creationId xmlns:a16="http://schemas.microsoft.com/office/drawing/2014/main" id="{851CB024-F20D-424F-9DE7-EE36F888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102"/>
              <a:ext cx="18" cy="18"/>
            </a:xfrm>
            <a:custGeom>
              <a:avLst/>
              <a:gdLst>
                <a:gd name="T0" fmla="*/ 0 w 7"/>
                <a:gd name="T1" fmla="*/ 563 h 7"/>
                <a:gd name="T2" fmla="*/ 1137 w 7"/>
                <a:gd name="T3" fmla="*/ 0 h 7"/>
                <a:gd name="T4" fmla="*/ 2003 w 7"/>
                <a:gd name="T5" fmla="*/ 1137 h 7"/>
                <a:gd name="T6" fmla="*/ 918 w 7"/>
                <a:gd name="T7" fmla="*/ 1700 h 7"/>
                <a:gd name="T8" fmla="*/ 0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58" name="Freeform 1616">
              <a:extLst>
                <a:ext uri="{FF2B5EF4-FFF2-40B4-BE49-F238E27FC236}">
                  <a16:creationId xmlns:a16="http://schemas.microsoft.com/office/drawing/2014/main" id="{DF92A90D-F56B-4CCD-B2EC-C620B107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104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313 w 2"/>
                <a:gd name="T3" fmla="*/ 397 h 3"/>
                <a:gd name="T4" fmla="*/ 520 w 2"/>
                <a:gd name="T5" fmla="*/ 661 h 3"/>
                <a:gd name="T6" fmla="*/ 313 w 2"/>
                <a:gd name="T7" fmla="*/ 1059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9" name="Freeform 1617">
              <a:extLst>
                <a:ext uri="{FF2B5EF4-FFF2-40B4-BE49-F238E27FC236}">
                  <a16:creationId xmlns:a16="http://schemas.microsoft.com/office/drawing/2014/main" id="{46EE6657-4B48-4F1A-A0CA-3E74BA108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115"/>
              <a:ext cx="20" cy="19"/>
            </a:xfrm>
            <a:custGeom>
              <a:avLst/>
              <a:gdLst>
                <a:gd name="T0" fmla="*/ 313 w 8"/>
                <a:gd name="T1" fmla="*/ 760 h 7"/>
                <a:gd name="T2" fmla="*/ 1300 w 8"/>
                <a:gd name="T3" fmla="*/ 0 h 7"/>
                <a:gd name="T4" fmla="*/ 1770 w 8"/>
                <a:gd name="T5" fmla="*/ 1620 h 7"/>
                <a:gd name="T6" fmla="*/ 783 w 8"/>
                <a:gd name="T7" fmla="*/ 2342 h 7"/>
                <a:gd name="T8" fmla="*/ 313 w 8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7" y="1"/>
                    <a:pt x="8" y="3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60" name="Freeform 1618">
              <a:extLst>
                <a:ext uri="{FF2B5EF4-FFF2-40B4-BE49-F238E27FC236}">
                  <a16:creationId xmlns:a16="http://schemas.microsoft.com/office/drawing/2014/main" id="{E9949B3D-5B96-4DE3-A77F-A3781E225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118"/>
              <a:ext cx="8" cy="8"/>
            </a:xfrm>
            <a:custGeom>
              <a:avLst/>
              <a:gdLst>
                <a:gd name="T0" fmla="*/ 397 w 3"/>
                <a:gd name="T1" fmla="*/ 397 h 3"/>
                <a:gd name="T2" fmla="*/ 661 w 3"/>
                <a:gd name="T3" fmla="*/ 0 h 3"/>
                <a:gd name="T4" fmla="*/ 1059 w 3"/>
                <a:gd name="T5" fmla="*/ 661 h 3"/>
                <a:gd name="T6" fmla="*/ 397 w 3"/>
                <a:gd name="T7" fmla="*/ 1059 h 3"/>
                <a:gd name="T8" fmla="*/ 397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1" name="Freeform 1619">
              <a:extLst>
                <a:ext uri="{FF2B5EF4-FFF2-40B4-BE49-F238E27FC236}">
                  <a16:creationId xmlns:a16="http://schemas.microsoft.com/office/drawing/2014/main" id="{B158F96C-8408-48DC-BA0D-503686BC2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128"/>
              <a:ext cx="18" cy="19"/>
            </a:xfrm>
            <a:custGeom>
              <a:avLst/>
              <a:gdLst>
                <a:gd name="T0" fmla="*/ 357 w 7"/>
                <a:gd name="T1" fmla="*/ 760 h 7"/>
                <a:gd name="T2" fmla="*/ 1448 w 7"/>
                <a:gd name="T3" fmla="*/ 0 h 7"/>
                <a:gd name="T4" fmla="*/ 2003 w 7"/>
                <a:gd name="T5" fmla="*/ 1620 h 7"/>
                <a:gd name="T6" fmla="*/ 918 w 7"/>
                <a:gd name="T7" fmla="*/ 2342 h 7"/>
                <a:gd name="T8" fmla="*/ 357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62" name="Freeform 1620">
              <a:extLst>
                <a:ext uri="{FF2B5EF4-FFF2-40B4-BE49-F238E27FC236}">
                  <a16:creationId xmlns:a16="http://schemas.microsoft.com/office/drawing/2014/main" id="{1F349B49-66B5-4238-9911-342791543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131"/>
              <a:ext cx="8" cy="8"/>
            </a:xfrm>
            <a:custGeom>
              <a:avLst/>
              <a:gdLst>
                <a:gd name="T0" fmla="*/ 0 w 3"/>
                <a:gd name="T1" fmla="*/ 397 h 3"/>
                <a:gd name="T2" fmla="*/ 661 w 3"/>
                <a:gd name="T3" fmla="*/ 397 h 3"/>
                <a:gd name="T4" fmla="*/ 661 w 3"/>
                <a:gd name="T5" fmla="*/ 661 h 3"/>
                <a:gd name="T6" fmla="*/ 397 w 3"/>
                <a:gd name="T7" fmla="*/ 1059 h 3"/>
                <a:gd name="T8" fmla="*/ 0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3" name="Freeform 1621">
              <a:extLst>
                <a:ext uri="{FF2B5EF4-FFF2-40B4-BE49-F238E27FC236}">
                  <a16:creationId xmlns:a16="http://schemas.microsoft.com/office/drawing/2014/main" id="{6CFB7B2C-4925-4E75-88A8-43B4953B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142"/>
              <a:ext cx="18" cy="18"/>
            </a:xfrm>
            <a:custGeom>
              <a:avLst/>
              <a:gdLst>
                <a:gd name="T0" fmla="*/ 357 w 7"/>
                <a:gd name="T1" fmla="*/ 918 h 7"/>
                <a:gd name="T2" fmla="*/ 1448 w 7"/>
                <a:gd name="T3" fmla="*/ 357 h 7"/>
                <a:gd name="T4" fmla="*/ 2003 w 7"/>
                <a:gd name="T5" fmla="*/ 1448 h 7"/>
                <a:gd name="T6" fmla="*/ 918 w 7"/>
                <a:gd name="T7" fmla="*/ 2003 h 7"/>
                <a:gd name="T8" fmla="*/ 357 w 7"/>
                <a:gd name="T9" fmla="*/ 9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64" name="Freeform 1622">
              <a:extLst>
                <a:ext uri="{FF2B5EF4-FFF2-40B4-BE49-F238E27FC236}">
                  <a16:creationId xmlns:a16="http://schemas.microsoft.com/office/drawing/2014/main" id="{CAE9F4DE-7DDA-4A68-AFD8-5D852D71A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147"/>
              <a:ext cx="8" cy="5"/>
            </a:xfrm>
            <a:custGeom>
              <a:avLst/>
              <a:gdLst>
                <a:gd name="T0" fmla="*/ 0 w 3"/>
                <a:gd name="T1" fmla="*/ 313 h 2"/>
                <a:gd name="T2" fmla="*/ 661 w 3"/>
                <a:gd name="T3" fmla="*/ 0 h 2"/>
                <a:gd name="T4" fmla="*/ 661 w 3"/>
                <a:gd name="T5" fmla="*/ 313 h 2"/>
                <a:gd name="T6" fmla="*/ 397 w 3"/>
                <a:gd name="T7" fmla="*/ 520 h 2"/>
                <a:gd name="T8" fmla="*/ 0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5" name="Freeform 1623">
              <a:extLst>
                <a:ext uri="{FF2B5EF4-FFF2-40B4-BE49-F238E27FC236}">
                  <a16:creationId xmlns:a16="http://schemas.microsoft.com/office/drawing/2014/main" id="{A7055D7B-2297-491A-AA4B-0773F3B38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155"/>
              <a:ext cx="18" cy="21"/>
            </a:xfrm>
            <a:custGeom>
              <a:avLst/>
              <a:gdLst>
                <a:gd name="T0" fmla="*/ 357 w 7"/>
                <a:gd name="T1" fmla="*/ 992 h 8"/>
                <a:gd name="T2" fmla="*/ 1448 w 7"/>
                <a:gd name="T3" fmla="*/ 378 h 8"/>
                <a:gd name="T4" fmla="*/ 2003 w 7"/>
                <a:gd name="T5" fmla="*/ 1612 h 8"/>
                <a:gd name="T6" fmla="*/ 918 w 7"/>
                <a:gd name="T7" fmla="*/ 2226 h 8"/>
                <a:gd name="T8" fmla="*/ 357 w 7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7"/>
                    <a:pt x="4" y="8"/>
                    <a:pt x="3" y="7"/>
                  </a:cubicBezTo>
                  <a:cubicBezTo>
                    <a:pt x="1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66" name="Freeform 1624">
              <a:extLst>
                <a:ext uri="{FF2B5EF4-FFF2-40B4-BE49-F238E27FC236}">
                  <a16:creationId xmlns:a16="http://schemas.microsoft.com/office/drawing/2014/main" id="{7359FD03-6771-4721-9FD1-9A07E6A3A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160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520 w 2"/>
                <a:gd name="T3" fmla="*/ 0 h 2"/>
                <a:gd name="T4" fmla="*/ 520 w 2"/>
                <a:gd name="T5" fmla="*/ 520 h 2"/>
                <a:gd name="T6" fmla="*/ 313 w 2"/>
                <a:gd name="T7" fmla="*/ 52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7" name="Freeform 1625">
              <a:extLst>
                <a:ext uri="{FF2B5EF4-FFF2-40B4-BE49-F238E27FC236}">
                  <a16:creationId xmlns:a16="http://schemas.microsoft.com/office/drawing/2014/main" id="{6322137F-8C5A-42A2-974A-EBFBDF68C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171"/>
              <a:ext cx="18" cy="18"/>
            </a:xfrm>
            <a:custGeom>
              <a:avLst/>
              <a:gdLst>
                <a:gd name="T0" fmla="*/ 0 w 7"/>
                <a:gd name="T1" fmla="*/ 918 h 7"/>
                <a:gd name="T2" fmla="*/ 1137 w 7"/>
                <a:gd name="T3" fmla="*/ 357 h 7"/>
                <a:gd name="T4" fmla="*/ 1700 w 7"/>
                <a:gd name="T5" fmla="*/ 1448 h 7"/>
                <a:gd name="T6" fmla="*/ 563 w 7"/>
                <a:gd name="T7" fmla="*/ 2003 h 7"/>
                <a:gd name="T8" fmla="*/ 0 w 7"/>
                <a:gd name="T9" fmla="*/ 9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68" name="Freeform 1626">
              <a:extLst>
                <a:ext uri="{FF2B5EF4-FFF2-40B4-BE49-F238E27FC236}">
                  <a16:creationId xmlns:a16="http://schemas.microsoft.com/office/drawing/2014/main" id="{DB08BBE0-1ADD-4D49-8C1B-F982060BC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176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313 w 2"/>
                <a:gd name="T3" fmla="*/ 0 h 2"/>
                <a:gd name="T4" fmla="*/ 520 w 2"/>
                <a:gd name="T5" fmla="*/ 313 h 2"/>
                <a:gd name="T6" fmla="*/ 0 w 2"/>
                <a:gd name="T7" fmla="*/ 52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9" name="Freeform 1627">
              <a:extLst>
                <a:ext uri="{FF2B5EF4-FFF2-40B4-BE49-F238E27FC236}">
                  <a16:creationId xmlns:a16="http://schemas.microsoft.com/office/drawing/2014/main" id="{C9600384-7B49-456F-B038-54FBC3F8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187"/>
              <a:ext cx="17" cy="18"/>
            </a:xfrm>
            <a:custGeom>
              <a:avLst/>
              <a:gdLst>
                <a:gd name="T0" fmla="*/ 170 w 7"/>
                <a:gd name="T1" fmla="*/ 563 h 7"/>
                <a:gd name="T2" fmla="*/ 1003 w 7"/>
                <a:gd name="T3" fmla="*/ 0 h 7"/>
                <a:gd name="T4" fmla="*/ 1243 w 7"/>
                <a:gd name="T5" fmla="*/ 1448 h 7"/>
                <a:gd name="T6" fmla="*/ 413 w 7"/>
                <a:gd name="T7" fmla="*/ 1700 h 7"/>
                <a:gd name="T8" fmla="*/ 170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70" name="Freeform 1628">
              <a:extLst>
                <a:ext uri="{FF2B5EF4-FFF2-40B4-BE49-F238E27FC236}">
                  <a16:creationId xmlns:a16="http://schemas.microsoft.com/office/drawing/2014/main" id="{4E664ABE-341F-4964-B73D-4790B419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189"/>
              <a:ext cx="7" cy="8"/>
            </a:xfrm>
            <a:custGeom>
              <a:avLst/>
              <a:gdLst>
                <a:gd name="T0" fmla="*/ 0 w 3"/>
                <a:gd name="T1" fmla="*/ 397 h 3"/>
                <a:gd name="T2" fmla="*/ 355 w 3"/>
                <a:gd name="T3" fmla="*/ 397 h 3"/>
                <a:gd name="T4" fmla="*/ 355 w 3"/>
                <a:gd name="T5" fmla="*/ 661 h 3"/>
                <a:gd name="T6" fmla="*/ 152 w 3"/>
                <a:gd name="T7" fmla="*/ 1059 h 3"/>
                <a:gd name="T8" fmla="*/ 0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1" name="Freeform 1629">
              <a:extLst>
                <a:ext uri="{FF2B5EF4-FFF2-40B4-BE49-F238E27FC236}">
                  <a16:creationId xmlns:a16="http://schemas.microsoft.com/office/drawing/2014/main" id="{770C5885-9354-41BA-B49B-D928392A1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200"/>
              <a:ext cx="17" cy="21"/>
            </a:xfrm>
            <a:custGeom>
              <a:avLst/>
              <a:gdLst>
                <a:gd name="T0" fmla="*/ 0 w 7"/>
                <a:gd name="T1" fmla="*/ 614 h 8"/>
                <a:gd name="T2" fmla="*/ 1003 w 7"/>
                <a:gd name="T3" fmla="*/ 378 h 8"/>
                <a:gd name="T4" fmla="*/ 1243 w 7"/>
                <a:gd name="T5" fmla="*/ 1612 h 8"/>
                <a:gd name="T6" fmla="*/ 413 w 7"/>
                <a:gd name="T7" fmla="*/ 2226 h 8"/>
                <a:gd name="T8" fmla="*/ 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72" name="Freeform 1630">
              <a:extLst>
                <a:ext uri="{FF2B5EF4-FFF2-40B4-BE49-F238E27FC236}">
                  <a16:creationId xmlns:a16="http://schemas.microsoft.com/office/drawing/2014/main" id="{D148F434-9F50-46A1-A17B-0BCA71EFF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205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313 w 2"/>
                <a:gd name="T3" fmla="*/ 0 h 2"/>
                <a:gd name="T4" fmla="*/ 520 w 2"/>
                <a:gd name="T5" fmla="*/ 1458 h 2"/>
                <a:gd name="T6" fmla="*/ 0 w 2"/>
                <a:gd name="T7" fmla="*/ 1458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3" name="Freeform 1631">
              <a:extLst>
                <a:ext uri="{FF2B5EF4-FFF2-40B4-BE49-F238E27FC236}">
                  <a16:creationId xmlns:a16="http://schemas.microsoft.com/office/drawing/2014/main" id="{B0D40667-C197-40A8-9BD2-E806D986F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216"/>
              <a:ext cx="18" cy="19"/>
            </a:xfrm>
            <a:custGeom>
              <a:avLst/>
              <a:gdLst>
                <a:gd name="T0" fmla="*/ 0 w 7"/>
                <a:gd name="T1" fmla="*/ 760 h 7"/>
                <a:gd name="T2" fmla="*/ 1448 w 7"/>
                <a:gd name="T3" fmla="*/ 442 h 7"/>
                <a:gd name="T4" fmla="*/ 1700 w 7"/>
                <a:gd name="T5" fmla="*/ 2063 h 7"/>
                <a:gd name="T6" fmla="*/ 563 w 7"/>
                <a:gd name="T7" fmla="*/ 2342 h 7"/>
                <a:gd name="T8" fmla="*/ 0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74" name="Freeform 1632">
              <a:extLst>
                <a:ext uri="{FF2B5EF4-FFF2-40B4-BE49-F238E27FC236}">
                  <a16:creationId xmlns:a16="http://schemas.microsoft.com/office/drawing/2014/main" id="{5D160CE2-373C-46B1-A05D-99A706224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219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520 w 2"/>
                <a:gd name="T5" fmla="*/ 661 h 3"/>
                <a:gd name="T6" fmla="*/ 313 w 2"/>
                <a:gd name="T7" fmla="*/ 1059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5" name="Freeform 1633">
              <a:extLst>
                <a:ext uri="{FF2B5EF4-FFF2-40B4-BE49-F238E27FC236}">
                  <a16:creationId xmlns:a16="http://schemas.microsoft.com/office/drawing/2014/main" id="{AE6639AC-BE15-44B8-8F2D-DD1F829E9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232"/>
              <a:ext cx="17" cy="19"/>
            </a:xfrm>
            <a:custGeom>
              <a:avLst/>
              <a:gdLst>
                <a:gd name="T0" fmla="*/ 170 w 7"/>
                <a:gd name="T1" fmla="*/ 760 h 7"/>
                <a:gd name="T2" fmla="*/ 1003 w 7"/>
                <a:gd name="T3" fmla="*/ 0 h 7"/>
                <a:gd name="T4" fmla="*/ 1243 w 7"/>
                <a:gd name="T5" fmla="*/ 2063 h 7"/>
                <a:gd name="T6" fmla="*/ 413 w 7"/>
                <a:gd name="T7" fmla="*/ 2342 h 7"/>
                <a:gd name="T8" fmla="*/ 170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76" name="Freeform 1634">
              <a:extLst>
                <a:ext uri="{FF2B5EF4-FFF2-40B4-BE49-F238E27FC236}">
                  <a16:creationId xmlns:a16="http://schemas.microsoft.com/office/drawing/2014/main" id="{11C7CCD3-6D5D-4ECE-A349-E3CFB58E3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235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0 h 3"/>
                <a:gd name="T4" fmla="*/ 520 w 2"/>
                <a:gd name="T5" fmla="*/ 661 h 3"/>
                <a:gd name="T6" fmla="*/ 313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7" name="Freeform 1635">
              <a:extLst>
                <a:ext uri="{FF2B5EF4-FFF2-40B4-BE49-F238E27FC236}">
                  <a16:creationId xmlns:a16="http://schemas.microsoft.com/office/drawing/2014/main" id="{47F765D4-A754-43C6-B3D6-75CBB4FFD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245"/>
              <a:ext cx="18" cy="22"/>
            </a:xfrm>
            <a:custGeom>
              <a:avLst/>
              <a:gdLst>
                <a:gd name="T0" fmla="*/ 357 w 7"/>
                <a:gd name="T1" fmla="*/ 1271 h 8"/>
                <a:gd name="T2" fmla="*/ 1448 w 7"/>
                <a:gd name="T3" fmla="*/ 462 h 8"/>
                <a:gd name="T4" fmla="*/ 1700 w 7"/>
                <a:gd name="T5" fmla="*/ 2684 h 8"/>
                <a:gd name="T6" fmla="*/ 563 w 7"/>
                <a:gd name="T7" fmla="*/ 2973 h 8"/>
                <a:gd name="T8" fmla="*/ 357 w 7"/>
                <a:gd name="T9" fmla="*/ 127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0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78" name="Freeform 1636">
              <a:extLst>
                <a:ext uri="{FF2B5EF4-FFF2-40B4-BE49-F238E27FC236}">
                  <a16:creationId xmlns:a16="http://schemas.microsoft.com/office/drawing/2014/main" id="{ED39490C-23AD-4EF0-AA20-88C60D85A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251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0 h 3"/>
                <a:gd name="T4" fmla="*/ 520 w 2"/>
                <a:gd name="T5" fmla="*/ 661 h 3"/>
                <a:gd name="T6" fmla="*/ 313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9" name="Freeform 1637">
              <a:extLst>
                <a:ext uri="{FF2B5EF4-FFF2-40B4-BE49-F238E27FC236}">
                  <a16:creationId xmlns:a16="http://schemas.microsoft.com/office/drawing/2014/main" id="{F67861AB-A87F-4918-95B3-2676118CC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261"/>
              <a:ext cx="17" cy="22"/>
            </a:xfrm>
            <a:custGeom>
              <a:avLst/>
              <a:gdLst>
                <a:gd name="T0" fmla="*/ 0 w 7"/>
                <a:gd name="T1" fmla="*/ 1271 h 8"/>
                <a:gd name="T2" fmla="*/ 1003 w 7"/>
                <a:gd name="T3" fmla="*/ 462 h 8"/>
                <a:gd name="T4" fmla="*/ 1243 w 7"/>
                <a:gd name="T5" fmla="*/ 2225 h 8"/>
                <a:gd name="T6" fmla="*/ 413 w 7"/>
                <a:gd name="T7" fmla="*/ 2973 h 8"/>
                <a:gd name="T8" fmla="*/ 0 w 7"/>
                <a:gd name="T9" fmla="*/ 127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4" y="8"/>
                    <a:pt x="2" y="7"/>
                  </a:cubicBezTo>
                  <a:cubicBezTo>
                    <a:pt x="0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0" name="Freeform 1638">
              <a:extLst>
                <a:ext uri="{FF2B5EF4-FFF2-40B4-BE49-F238E27FC236}">
                  <a16:creationId xmlns:a16="http://schemas.microsoft.com/office/drawing/2014/main" id="{C3BEEC9E-5E87-4556-917E-99DA81BEC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267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313 w 2"/>
                <a:gd name="T3" fmla="*/ 0 h 3"/>
                <a:gd name="T4" fmla="*/ 520 w 2"/>
                <a:gd name="T5" fmla="*/ 661 h 3"/>
                <a:gd name="T6" fmla="*/ 313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1" name="Freeform 1639">
              <a:extLst>
                <a:ext uri="{FF2B5EF4-FFF2-40B4-BE49-F238E27FC236}">
                  <a16:creationId xmlns:a16="http://schemas.microsoft.com/office/drawing/2014/main" id="{D2A5C7F5-4B77-48F0-AF1C-D3ED74DDB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277"/>
              <a:ext cx="20" cy="22"/>
            </a:xfrm>
            <a:custGeom>
              <a:avLst/>
              <a:gdLst>
                <a:gd name="T0" fmla="*/ 313 w 8"/>
                <a:gd name="T1" fmla="*/ 1271 h 8"/>
                <a:gd name="T2" fmla="*/ 1300 w 8"/>
                <a:gd name="T3" fmla="*/ 462 h 8"/>
                <a:gd name="T4" fmla="*/ 1770 w 8"/>
                <a:gd name="T5" fmla="*/ 2225 h 8"/>
                <a:gd name="T6" fmla="*/ 783 w 8"/>
                <a:gd name="T7" fmla="*/ 2973 h 8"/>
                <a:gd name="T8" fmla="*/ 313 w 8"/>
                <a:gd name="T9" fmla="*/ 127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8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2" name="Freeform 1640">
              <a:extLst>
                <a:ext uri="{FF2B5EF4-FFF2-40B4-BE49-F238E27FC236}">
                  <a16:creationId xmlns:a16="http://schemas.microsoft.com/office/drawing/2014/main" id="{628E3E0E-9370-40A0-B79D-3046037FA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283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0 h 3"/>
                <a:gd name="T4" fmla="*/ 469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3" name="Freeform 1641">
              <a:extLst>
                <a:ext uri="{FF2B5EF4-FFF2-40B4-BE49-F238E27FC236}">
                  <a16:creationId xmlns:a16="http://schemas.microsoft.com/office/drawing/2014/main" id="{62E29692-A3B1-467A-8FB7-7761532C1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293"/>
              <a:ext cx="18" cy="22"/>
            </a:xfrm>
            <a:custGeom>
              <a:avLst/>
              <a:gdLst>
                <a:gd name="T0" fmla="*/ 357 w 7"/>
                <a:gd name="T1" fmla="*/ 976 h 8"/>
                <a:gd name="T2" fmla="*/ 1448 w 7"/>
                <a:gd name="T3" fmla="*/ 462 h 8"/>
                <a:gd name="T4" fmla="*/ 1700 w 7"/>
                <a:gd name="T5" fmla="*/ 2684 h 8"/>
                <a:gd name="T6" fmla="*/ 563 w 7"/>
                <a:gd name="T7" fmla="*/ 2973 h 8"/>
                <a:gd name="T8" fmla="*/ 357 w 7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4" name="Freeform 1642">
              <a:extLst>
                <a:ext uri="{FF2B5EF4-FFF2-40B4-BE49-F238E27FC236}">
                  <a16:creationId xmlns:a16="http://schemas.microsoft.com/office/drawing/2014/main" id="{3300921C-3C59-4D13-90BC-FD5E30838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299"/>
              <a:ext cx="8" cy="8"/>
            </a:xfrm>
            <a:custGeom>
              <a:avLst/>
              <a:gdLst>
                <a:gd name="T0" fmla="*/ 397 w 3"/>
                <a:gd name="T1" fmla="*/ 397 h 3"/>
                <a:gd name="T2" fmla="*/ 661 w 3"/>
                <a:gd name="T3" fmla="*/ 0 h 3"/>
                <a:gd name="T4" fmla="*/ 661 w 3"/>
                <a:gd name="T5" fmla="*/ 661 h 3"/>
                <a:gd name="T6" fmla="*/ 397 w 3"/>
                <a:gd name="T7" fmla="*/ 661 h 3"/>
                <a:gd name="T8" fmla="*/ 397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5" name="Freeform 1643">
              <a:extLst>
                <a:ext uri="{FF2B5EF4-FFF2-40B4-BE49-F238E27FC236}">
                  <a16:creationId xmlns:a16="http://schemas.microsoft.com/office/drawing/2014/main" id="{CF84E00D-BB91-4690-8DEB-2ECD63743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312"/>
              <a:ext cx="17" cy="19"/>
            </a:xfrm>
            <a:custGeom>
              <a:avLst/>
              <a:gdLst>
                <a:gd name="T0" fmla="*/ 170 w 7"/>
                <a:gd name="T1" fmla="*/ 760 h 7"/>
                <a:gd name="T2" fmla="*/ 1003 w 7"/>
                <a:gd name="T3" fmla="*/ 0 h 7"/>
                <a:gd name="T4" fmla="*/ 1243 w 7"/>
                <a:gd name="T5" fmla="*/ 2063 h 7"/>
                <a:gd name="T6" fmla="*/ 413 w 7"/>
                <a:gd name="T7" fmla="*/ 2342 h 7"/>
                <a:gd name="T8" fmla="*/ 170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6" name="Freeform 1644">
              <a:extLst>
                <a:ext uri="{FF2B5EF4-FFF2-40B4-BE49-F238E27FC236}">
                  <a16:creationId xmlns:a16="http://schemas.microsoft.com/office/drawing/2014/main" id="{9B6DD247-70CD-40DF-8EB3-1049CDA61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315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0 h 3"/>
                <a:gd name="T4" fmla="*/ 520 w 2"/>
                <a:gd name="T5" fmla="*/ 661 h 3"/>
                <a:gd name="T6" fmla="*/ 313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7" name="Freeform 1645">
              <a:extLst>
                <a:ext uri="{FF2B5EF4-FFF2-40B4-BE49-F238E27FC236}">
                  <a16:creationId xmlns:a16="http://schemas.microsoft.com/office/drawing/2014/main" id="{3AA68E18-10FB-4A96-AF4F-0552BC96E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325"/>
              <a:ext cx="20" cy="22"/>
            </a:xfrm>
            <a:custGeom>
              <a:avLst/>
              <a:gdLst>
                <a:gd name="T0" fmla="*/ 313 w 8"/>
                <a:gd name="T1" fmla="*/ 976 h 8"/>
                <a:gd name="T2" fmla="*/ 1488 w 8"/>
                <a:gd name="T3" fmla="*/ 462 h 8"/>
                <a:gd name="T4" fmla="*/ 1770 w 8"/>
                <a:gd name="T5" fmla="*/ 2684 h 8"/>
                <a:gd name="T6" fmla="*/ 520 w 8"/>
                <a:gd name="T7" fmla="*/ 2973 h 8"/>
                <a:gd name="T8" fmla="*/ 313 w 8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8" name="Freeform 1646">
              <a:extLst>
                <a:ext uri="{FF2B5EF4-FFF2-40B4-BE49-F238E27FC236}">
                  <a16:creationId xmlns:a16="http://schemas.microsoft.com/office/drawing/2014/main" id="{35C7DC12-962F-439C-9FF1-4D313FF0C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331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0 h 3"/>
                <a:gd name="T4" fmla="*/ 469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9" name="Freeform 1647">
              <a:extLst>
                <a:ext uri="{FF2B5EF4-FFF2-40B4-BE49-F238E27FC236}">
                  <a16:creationId xmlns:a16="http://schemas.microsoft.com/office/drawing/2014/main" id="{40B0D49A-8A67-4B41-B7D9-18B303447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341"/>
              <a:ext cx="18" cy="22"/>
            </a:xfrm>
            <a:custGeom>
              <a:avLst/>
              <a:gdLst>
                <a:gd name="T0" fmla="*/ 357 w 7"/>
                <a:gd name="T1" fmla="*/ 976 h 8"/>
                <a:gd name="T2" fmla="*/ 1448 w 7"/>
                <a:gd name="T3" fmla="*/ 462 h 8"/>
                <a:gd name="T4" fmla="*/ 1700 w 7"/>
                <a:gd name="T5" fmla="*/ 2684 h 8"/>
                <a:gd name="T6" fmla="*/ 563 w 7"/>
                <a:gd name="T7" fmla="*/ 2973 h 8"/>
                <a:gd name="T8" fmla="*/ 357 w 7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90" name="Freeform 1648">
              <a:extLst>
                <a:ext uri="{FF2B5EF4-FFF2-40B4-BE49-F238E27FC236}">
                  <a16:creationId xmlns:a16="http://schemas.microsoft.com/office/drawing/2014/main" id="{EB3CB19E-7145-498E-875E-71517C5F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347"/>
              <a:ext cx="8" cy="8"/>
            </a:xfrm>
            <a:custGeom>
              <a:avLst/>
              <a:gdLst>
                <a:gd name="T0" fmla="*/ 0 w 3"/>
                <a:gd name="T1" fmla="*/ 397 h 3"/>
                <a:gd name="T2" fmla="*/ 661 w 3"/>
                <a:gd name="T3" fmla="*/ 0 h 3"/>
                <a:gd name="T4" fmla="*/ 661 w 3"/>
                <a:gd name="T5" fmla="*/ 661 h 3"/>
                <a:gd name="T6" fmla="*/ 397 w 3"/>
                <a:gd name="T7" fmla="*/ 661 h 3"/>
                <a:gd name="T8" fmla="*/ 0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1" name="Freeform 1649">
              <a:extLst>
                <a:ext uri="{FF2B5EF4-FFF2-40B4-BE49-F238E27FC236}">
                  <a16:creationId xmlns:a16="http://schemas.microsoft.com/office/drawing/2014/main" id="{FABAB6C7-0E0E-4C31-B510-5671497E1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360"/>
              <a:ext cx="18" cy="19"/>
            </a:xfrm>
            <a:custGeom>
              <a:avLst/>
              <a:gdLst>
                <a:gd name="T0" fmla="*/ 357 w 7"/>
                <a:gd name="T1" fmla="*/ 760 h 7"/>
                <a:gd name="T2" fmla="*/ 1448 w 7"/>
                <a:gd name="T3" fmla="*/ 442 h 7"/>
                <a:gd name="T4" fmla="*/ 2003 w 7"/>
                <a:gd name="T5" fmla="*/ 2063 h 7"/>
                <a:gd name="T6" fmla="*/ 563 w 7"/>
                <a:gd name="T7" fmla="*/ 2342 h 7"/>
                <a:gd name="T8" fmla="*/ 357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92" name="Freeform 1650">
              <a:extLst>
                <a:ext uri="{FF2B5EF4-FFF2-40B4-BE49-F238E27FC236}">
                  <a16:creationId xmlns:a16="http://schemas.microsoft.com/office/drawing/2014/main" id="{713D0B6B-5BD4-4E2E-8B8A-0EE7A29E2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363"/>
              <a:ext cx="8" cy="8"/>
            </a:xfrm>
            <a:custGeom>
              <a:avLst/>
              <a:gdLst>
                <a:gd name="T0" fmla="*/ 397 w 3"/>
                <a:gd name="T1" fmla="*/ 397 h 3"/>
                <a:gd name="T2" fmla="*/ 661 w 3"/>
                <a:gd name="T3" fmla="*/ 397 h 3"/>
                <a:gd name="T4" fmla="*/ 1059 w 3"/>
                <a:gd name="T5" fmla="*/ 661 h 3"/>
                <a:gd name="T6" fmla="*/ 397 w 3"/>
                <a:gd name="T7" fmla="*/ 661 h 3"/>
                <a:gd name="T8" fmla="*/ 397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2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3" name="Freeform 1651">
              <a:extLst>
                <a:ext uri="{FF2B5EF4-FFF2-40B4-BE49-F238E27FC236}">
                  <a16:creationId xmlns:a16="http://schemas.microsoft.com/office/drawing/2014/main" id="{D03320F5-2156-4D2A-A617-32E6B369A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376"/>
              <a:ext cx="20" cy="19"/>
            </a:xfrm>
            <a:custGeom>
              <a:avLst/>
              <a:gdLst>
                <a:gd name="T0" fmla="*/ 313 w 8"/>
                <a:gd name="T1" fmla="*/ 760 h 7"/>
                <a:gd name="T2" fmla="*/ 1488 w 8"/>
                <a:gd name="T3" fmla="*/ 442 h 7"/>
                <a:gd name="T4" fmla="*/ 1770 w 8"/>
                <a:gd name="T5" fmla="*/ 2063 h 7"/>
                <a:gd name="T6" fmla="*/ 520 w 8"/>
                <a:gd name="T7" fmla="*/ 2342 h 7"/>
                <a:gd name="T8" fmla="*/ 313 w 8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94" name="Freeform 1652">
              <a:extLst>
                <a:ext uri="{FF2B5EF4-FFF2-40B4-BE49-F238E27FC236}">
                  <a16:creationId xmlns:a16="http://schemas.microsoft.com/office/drawing/2014/main" id="{73F854F6-9FBF-4B5B-8BDA-72B6A2192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381"/>
              <a:ext cx="8" cy="6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1059 w 3"/>
                <a:gd name="T5" fmla="*/ 1458 h 2"/>
                <a:gd name="T6" fmla="*/ 397 w 3"/>
                <a:gd name="T7" fmla="*/ 1458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5" name="Freeform 1653">
              <a:extLst>
                <a:ext uri="{FF2B5EF4-FFF2-40B4-BE49-F238E27FC236}">
                  <a16:creationId xmlns:a16="http://schemas.microsoft.com/office/drawing/2014/main" id="{04FF1006-75EB-4C84-BD7A-891C5C77A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392"/>
              <a:ext cx="20" cy="19"/>
            </a:xfrm>
            <a:custGeom>
              <a:avLst/>
              <a:gdLst>
                <a:gd name="T0" fmla="*/ 520 w 8"/>
                <a:gd name="T1" fmla="*/ 760 h 7"/>
                <a:gd name="T2" fmla="*/ 1488 w 8"/>
                <a:gd name="T3" fmla="*/ 442 h 7"/>
                <a:gd name="T4" fmla="*/ 1770 w 8"/>
                <a:gd name="T5" fmla="*/ 2342 h 7"/>
                <a:gd name="T6" fmla="*/ 520 w 8"/>
                <a:gd name="T7" fmla="*/ 2342 h 7"/>
                <a:gd name="T8" fmla="*/ 520 w 8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2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8" y="3"/>
                    <a:pt x="8" y="5"/>
                    <a:pt x="7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96" name="Freeform 1654">
              <a:extLst>
                <a:ext uri="{FF2B5EF4-FFF2-40B4-BE49-F238E27FC236}">
                  <a16:creationId xmlns:a16="http://schemas.microsoft.com/office/drawing/2014/main" id="{2DC64B52-8010-4CA9-8A7F-E551B3499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397"/>
              <a:ext cx="5" cy="6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1458 h 2"/>
                <a:gd name="T6" fmla="*/ 0 w 2"/>
                <a:gd name="T7" fmla="*/ 1458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7" name="Freeform 1655">
              <a:extLst>
                <a:ext uri="{FF2B5EF4-FFF2-40B4-BE49-F238E27FC236}">
                  <a16:creationId xmlns:a16="http://schemas.microsoft.com/office/drawing/2014/main" id="{80EB1B4D-ACA0-42C7-85CE-D7D45B8C1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408"/>
              <a:ext cx="17" cy="21"/>
            </a:xfrm>
            <a:custGeom>
              <a:avLst/>
              <a:gdLst>
                <a:gd name="T0" fmla="*/ 170 w 7"/>
                <a:gd name="T1" fmla="*/ 614 h 8"/>
                <a:gd name="T2" fmla="*/ 1003 w 7"/>
                <a:gd name="T3" fmla="*/ 614 h 8"/>
                <a:gd name="T4" fmla="*/ 1243 w 7"/>
                <a:gd name="T5" fmla="*/ 1992 h 8"/>
                <a:gd name="T6" fmla="*/ 170 w 7"/>
                <a:gd name="T7" fmla="*/ 2226 h 8"/>
                <a:gd name="T8" fmla="*/ 17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8"/>
                    <a:pt x="1" y="7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98" name="Freeform 1656">
              <a:extLst>
                <a:ext uri="{FF2B5EF4-FFF2-40B4-BE49-F238E27FC236}">
                  <a16:creationId xmlns:a16="http://schemas.microsoft.com/office/drawing/2014/main" id="{19DF8176-0BB7-4D12-A17D-67BF18362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413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520 w 2"/>
                <a:gd name="T3" fmla="*/ 0 h 2"/>
                <a:gd name="T4" fmla="*/ 520 w 2"/>
                <a:gd name="T5" fmla="*/ 1458 h 2"/>
                <a:gd name="T6" fmla="*/ 313 w 2"/>
                <a:gd name="T7" fmla="*/ 1458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9" name="Freeform 1657">
              <a:extLst>
                <a:ext uri="{FF2B5EF4-FFF2-40B4-BE49-F238E27FC236}">
                  <a16:creationId xmlns:a16="http://schemas.microsoft.com/office/drawing/2014/main" id="{B8C8CFA3-CCF2-42C4-9018-83CEC7FE3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427"/>
              <a:ext cx="20" cy="18"/>
            </a:xfrm>
            <a:custGeom>
              <a:avLst/>
              <a:gdLst>
                <a:gd name="T0" fmla="*/ 313 w 8"/>
                <a:gd name="T1" fmla="*/ 357 h 7"/>
                <a:gd name="T2" fmla="*/ 1488 w 8"/>
                <a:gd name="T3" fmla="*/ 357 h 7"/>
                <a:gd name="T4" fmla="*/ 1488 w 8"/>
                <a:gd name="T5" fmla="*/ 1448 h 7"/>
                <a:gd name="T6" fmla="*/ 520 w 8"/>
                <a:gd name="T7" fmla="*/ 1700 h 7"/>
                <a:gd name="T8" fmla="*/ 313 w 8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8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00" name="Freeform 1658">
              <a:extLst>
                <a:ext uri="{FF2B5EF4-FFF2-40B4-BE49-F238E27FC236}">
                  <a16:creationId xmlns:a16="http://schemas.microsoft.com/office/drawing/2014/main" id="{8A0E9D0F-3826-4526-81DB-9F5FC002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429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520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1" name="Freeform 1659">
              <a:extLst>
                <a:ext uri="{FF2B5EF4-FFF2-40B4-BE49-F238E27FC236}">
                  <a16:creationId xmlns:a16="http://schemas.microsoft.com/office/drawing/2014/main" id="{CBBD21A6-9E6C-4F60-A704-8FAF61DFD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443"/>
              <a:ext cx="18" cy="18"/>
            </a:xfrm>
            <a:custGeom>
              <a:avLst/>
              <a:gdLst>
                <a:gd name="T0" fmla="*/ 357 w 7"/>
                <a:gd name="T1" fmla="*/ 563 h 7"/>
                <a:gd name="T2" fmla="*/ 1700 w 7"/>
                <a:gd name="T3" fmla="*/ 357 h 7"/>
                <a:gd name="T4" fmla="*/ 1700 w 7"/>
                <a:gd name="T5" fmla="*/ 1700 h 7"/>
                <a:gd name="T6" fmla="*/ 357 w 7"/>
                <a:gd name="T7" fmla="*/ 1700 h 7"/>
                <a:gd name="T8" fmla="*/ 357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02" name="Freeform 1660">
              <a:extLst>
                <a:ext uri="{FF2B5EF4-FFF2-40B4-BE49-F238E27FC236}">
                  <a16:creationId xmlns:a16="http://schemas.microsoft.com/office/drawing/2014/main" id="{0D470918-5631-4DBC-9694-72D83B1F2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448"/>
              <a:ext cx="8" cy="5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661 w 3"/>
                <a:gd name="T5" fmla="*/ 313 h 2"/>
                <a:gd name="T6" fmla="*/ 397 w 3"/>
                <a:gd name="T7" fmla="*/ 520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3" name="Freeform 1661">
              <a:extLst>
                <a:ext uri="{FF2B5EF4-FFF2-40B4-BE49-F238E27FC236}">
                  <a16:creationId xmlns:a16="http://schemas.microsoft.com/office/drawing/2014/main" id="{A0B46D3A-2499-4482-B5BF-70EC4775F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459"/>
              <a:ext cx="20" cy="21"/>
            </a:xfrm>
            <a:custGeom>
              <a:avLst/>
              <a:gdLst>
                <a:gd name="T0" fmla="*/ 313 w 8"/>
                <a:gd name="T1" fmla="*/ 614 h 8"/>
                <a:gd name="T2" fmla="*/ 1488 w 8"/>
                <a:gd name="T3" fmla="*/ 614 h 8"/>
                <a:gd name="T4" fmla="*/ 1488 w 8"/>
                <a:gd name="T5" fmla="*/ 1992 h 8"/>
                <a:gd name="T6" fmla="*/ 520 w 8"/>
                <a:gd name="T7" fmla="*/ 2226 h 8"/>
                <a:gd name="T8" fmla="*/ 313 w 8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3" y="1"/>
                    <a:pt x="5" y="0"/>
                    <a:pt x="6" y="2"/>
                  </a:cubicBezTo>
                  <a:cubicBezTo>
                    <a:pt x="7" y="3"/>
                    <a:pt x="8" y="5"/>
                    <a:pt x="6" y="6"/>
                  </a:cubicBezTo>
                  <a:cubicBezTo>
                    <a:pt x="5" y="8"/>
                    <a:pt x="3" y="8"/>
                    <a:pt x="2" y="7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04" name="Freeform 1662">
              <a:extLst>
                <a:ext uri="{FF2B5EF4-FFF2-40B4-BE49-F238E27FC236}">
                  <a16:creationId xmlns:a16="http://schemas.microsoft.com/office/drawing/2014/main" id="{192BA134-A994-4003-9154-2526AEBF4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464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520 w 2"/>
                <a:gd name="T3" fmla="*/ 0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5" name="Freeform 1663">
              <a:extLst>
                <a:ext uri="{FF2B5EF4-FFF2-40B4-BE49-F238E27FC236}">
                  <a16:creationId xmlns:a16="http://schemas.microsoft.com/office/drawing/2014/main" id="{CDE8ED70-5AB2-4FE5-A13C-82EEAB6DB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528"/>
              <a:ext cx="20" cy="21"/>
            </a:xfrm>
            <a:custGeom>
              <a:avLst/>
              <a:gdLst>
                <a:gd name="T0" fmla="*/ 313 w 8"/>
                <a:gd name="T1" fmla="*/ 614 h 8"/>
                <a:gd name="T2" fmla="*/ 1488 w 8"/>
                <a:gd name="T3" fmla="*/ 378 h 8"/>
                <a:gd name="T4" fmla="*/ 1770 w 8"/>
                <a:gd name="T5" fmla="*/ 1992 h 8"/>
                <a:gd name="T6" fmla="*/ 520 w 8"/>
                <a:gd name="T7" fmla="*/ 2226 h 8"/>
                <a:gd name="T8" fmla="*/ 313 w 8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3" y="1"/>
                    <a:pt x="5" y="0"/>
                    <a:pt x="6" y="1"/>
                  </a:cubicBezTo>
                  <a:cubicBezTo>
                    <a:pt x="7" y="3"/>
                    <a:pt x="8" y="5"/>
                    <a:pt x="7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06" name="Freeform 1664">
              <a:extLst>
                <a:ext uri="{FF2B5EF4-FFF2-40B4-BE49-F238E27FC236}">
                  <a16:creationId xmlns:a16="http://schemas.microsoft.com/office/drawing/2014/main" id="{BF7E51D9-6751-4460-BCBA-B972BACFE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533"/>
              <a:ext cx="5" cy="6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1458 h 2"/>
                <a:gd name="T6" fmla="*/ 0 w 2"/>
                <a:gd name="T7" fmla="*/ 1458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7" name="Freeform 1665">
              <a:extLst>
                <a:ext uri="{FF2B5EF4-FFF2-40B4-BE49-F238E27FC236}">
                  <a16:creationId xmlns:a16="http://schemas.microsoft.com/office/drawing/2014/main" id="{FBAE4118-765F-4368-8ABC-BBC5833EB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547"/>
              <a:ext cx="17" cy="18"/>
            </a:xfrm>
            <a:custGeom>
              <a:avLst/>
              <a:gdLst>
                <a:gd name="T0" fmla="*/ 170 w 7"/>
                <a:gd name="T1" fmla="*/ 357 h 7"/>
                <a:gd name="T2" fmla="*/ 1243 w 7"/>
                <a:gd name="T3" fmla="*/ 357 h 7"/>
                <a:gd name="T4" fmla="*/ 1243 w 7"/>
                <a:gd name="T5" fmla="*/ 1448 h 7"/>
                <a:gd name="T6" fmla="*/ 413 w 7"/>
                <a:gd name="T7" fmla="*/ 1700 h 7"/>
                <a:gd name="T8" fmla="*/ 17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08" name="Freeform 1666">
              <a:extLst>
                <a:ext uri="{FF2B5EF4-FFF2-40B4-BE49-F238E27FC236}">
                  <a16:creationId xmlns:a16="http://schemas.microsoft.com/office/drawing/2014/main" id="{32D1ACC8-7AAD-4F83-A338-F4BBAA4D4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1549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397 h 3"/>
                <a:gd name="T4" fmla="*/ 355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9" name="Freeform 1667">
              <a:extLst>
                <a:ext uri="{FF2B5EF4-FFF2-40B4-BE49-F238E27FC236}">
                  <a16:creationId xmlns:a16="http://schemas.microsoft.com/office/drawing/2014/main" id="{434C9FA4-5E0C-47FA-9A11-5FB6B4385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563"/>
              <a:ext cx="20" cy="21"/>
            </a:xfrm>
            <a:custGeom>
              <a:avLst/>
              <a:gdLst>
                <a:gd name="T0" fmla="*/ 520 w 8"/>
                <a:gd name="T1" fmla="*/ 614 h 8"/>
                <a:gd name="T2" fmla="*/ 1488 w 8"/>
                <a:gd name="T3" fmla="*/ 378 h 8"/>
                <a:gd name="T4" fmla="*/ 1770 w 8"/>
                <a:gd name="T5" fmla="*/ 1992 h 8"/>
                <a:gd name="T6" fmla="*/ 520 w 8"/>
                <a:gd name="T7" fmla="*/ 1992 h 8"/>
                <a:gd name="T8" fmla="*/ 520 w 8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2" y="2"/>
                  </a:moveTo>
                  <a:cubicBezTo>
                    <a:pt x="3" y="1"/>
                    <a:pt x="5" y="0"/>
                    <a:pt x="6" y="1"/>
                  </a:cubicBezTo>
                  <a:cubicBezTo>
                    <a:pt x="7" y="3"/>
                    <a:pt x="8" y="5"/>
                    <a:pt x="7" y="6"/>
                  </a:cubicBezTo>
                  <a:cubicBezTo>
                    <a:pt x="5" y="7"/>
                    <a:pt x="3" y="8"/>
                    <a:pt x="2" y="6"/>
                  </a:cubicBezTo>
                  <a:cubicBezTo>
                    <a:pt x="1" y="5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10" name="Freeform 1668">
              <a:extLst>
                <a:ext uri="{FF2B5EF4-FFF2-40B4-BE49-F238E27FC236}">
                  <a16:creationId xmlns:a16="http://schemas.microsoft.com/office/drawing/2014/main" id="{A6A31905-F06E-431E-A4E2-7EF0DD6A1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568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1" name="Freeform 1669">
              <a:extLst>
                <a:ext uri="{FF2B5EF4-FFF2-40B4-BE49-F238E27FC236}">
                  <a16:creationId xmlns:a16="http://schemas.microsoft.com/office/drawing/2014/main" id="{8061D654-82F7-4F28-B1A4-B6A81F3F1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581"/>
              <a:ext cx="18" cy="19"/>
            </a:xfrm>
            <a:custGeom>
              <a:avLst/>
              <a:gdLst>
                <a:gd name="T0" fmla="*/ 357 w 7"/>
                <a:gd name="T1" fmla="*/ 442 h 7"/>
                <a:gd name="T2" fmla="*/ 1700 w 7"/>
                <a:gd name="T3" fmla="*/ 442 h 7"/>
                <a:gd name="T4" fmla="*/ 1448 w 7"/>
                <a:gd name="T5" fmla="*/ 2342 h 7"/>
                <a:gd name="T6" fmla="*/ 357 w 7"/>
                <a:gd name="T7" fmla="*/ 2342 h 7"/>
                <a:gd name="T8" fmla="*/ 357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12" name="Freeform 1670">
              <a:extLst>
                <a:ext uri="{FF2B5EF4-FFF2-40B4-BE49-F238E27FC236}">
                  <a16:creationId xmlns:a16="http://schemas.microsoft.com/office/drawing/2014/main" id="{00129800-1A73-4CCB-84A1-ABC900CFB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584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520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3" name="Freeform 1671">
              <a:extLst>
                <a:ext uri="{FF2B5EF4-FFF2-40B4-BE49-F238E27FC236}">
                  <a16:creationId xmlns:a16="http://schemas.microsoft.com/office/drawing/2014/main" id="{B265C5E7-1F59-4F4B-B8B9-225A318E3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597"/>
              <a:ext cx="20" cy="19"/>
            </a:xfrm>
            <a:custGeom>
              <a:avLst/>
              <a:gdLst>
                <a:gd name="T0" fmla="*/ 520 w 8"/>
                <a:gd name="T1" fmla="*/ 442 h 7"/>
                <a:gd name="T2" fmla="*/ 1488 w 8"/>
                <a:gd name="T3" fmla="*/ 760 h 7"/>
                <a:gd name="T4" fmla="*/ 1488 w 8"/>
                <a:gd name="T5" fmla="*/ 2342 h 7"/>
                <a:gd name="T6" fmla="*/ 520 w 8"/>
                <a:gd name="T7" fmla="*/ 2342 h 7"/>
                <a:gd name="T8" fmla="*/ 520 w 8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8" y="3"/>
                    <a:pt x="7" y="5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14" name="Freeform 1672">
              <a:extLst>
                <a:ext uri="{FF2B5EF4-FFF2-40B4-BE49-F238E27FC236}">
                  <a16:creationId xmlns:a16="http://schemas.microsoft.com/office/drawing/2014/main" id="{27093E44-1A67-41FC-BF31-632D9A5D4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603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5" name="Freeform 1673">
              <a:extLst>
                <a:ext uri="{FF2B5EF4-FFF2-40B4-BE49-F238E27FC236}">
                  <a16:creationId xmlns:a16="http://schemas.microsoft.com/office/drawing/2014/main" id="{BE4C65B1-74E6-4287-AD4B-65ABE12FD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616"/>
              <a:ext cx="17" cy="19"/>
            </a:xfrm>
            <a:custGeom>
              <a:avLst/>
              <a:gdLst>
                <a:gd name="T0" fmla="*/ 413 w 7"/>
                <a:gd name="T1" fmla="*/ 442 h 7"/>
                <a:gd name="T2" fmla="*/ 1243 w 7"/>
                <a:gd name="T3" fmla="*/ 442 h 7"/>
                <a:gd name="T4" fmla="*/ 1243 w 7"/>
                <a:gd name="T5" fmla="*/ 2063 h 7"/>
                <a:gd name="T6" fmla="*/ 413 w 7"/>
                <a:gd name="T7" fmla="*/ 2063 h 7"/>
                <a:gd name="T8" fmla="*/ 41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16" name="Freeform 1674">
              <a:extLst>
                <a:ext uri="{FF2B5EF4-FFF2-40B4-BE49-F238E27FC236}">
                  <a16:creationId xmlns:a16="http://schemas.microsoft.com/office/drawing/2014/main" id="{A3AF9AAD-4036-4BD6-B8FA-4D43A5FD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619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520 w 2"/>
                <a:gd name="T3" fmla="*/ 313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7" name="Freeform 1675">
              <a:extLst>
                <a:ext uri="{FF2B5EF4-FFF2-40B4-BE49-F238E27FC236}">
                  <a16:creationId xmlns:a16="http://schemas.microsoft.com/office/drawing/2014/main" id="{76A205F3-5629-4F60-8F4A-6CF2681B4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632"/>
              <a:ext cx="18" cy="19"/>
            </a:xfrm>
            <a:custGeom>
              <a:avLst/>
              <a:gdLst>
                <a:gd name="T0" fmla="*/ 357 w 7"/>
                <a:gd name="T1" fmla="*/ 760 h 7"/>
                <a:gd name="T2" fmla="*/ 1700 w 7"/>
                <a:gd name="T3" fmla="*/ 442 h 7"/>
                <a:gd name="T4" fmla="*/ 1700 w 7"/>
                <a:gd name="T5" fmla="*/ 2342 h 7"/>
                <a:gd name="T6" fmla="*/ 357 w 7"/>
                <a:gd name="T7" fmla="*/ 2342 h 7"/>
                <a:gd name="T8" fmla="*/ 357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18" name="Freeform 1676">
              <a:extLst>
                <a:ext uri="{FF2B5EF4-FFF2-40B4-BE49-F238E27FC236}">
                  <a16:creationId xmlns:a16="http://schemas.microsoft.com/office/drawing/2014/main" id="{83F5A0DC-CA6D-4964-90C6-14DA00F89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637"/>
              <a:ext cx="8" cy="6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661 w 3"/>
                <a:gd name="T5" fmla="*/ 1458 h 2"/>
                <a:gd name="T6" fmla="*/ 397 w 3"/>
                <a:gd name="T7" fmla="*/ 1458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9" name="Freeform 1677">
              <a:extLst>
                <a:ext uri="{FF2B5EF4-FFF2-40B4-BE49-F238E27FC236}">
                  <a16:creationId xmlns:a16="http://schemas.microsoft.com/office/drawing/2014/main" id="{36895955-53BB-4FD1-A4DF-E243F52D1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651"/>
              <a:ext cx="17" cy="18"/>
            </a:xfrm>
            <a:custGeom>
              <a:avLst/>
              <a:gdLst>
                <a:gd name="T0" fmla="*/ 170 w 7"/>
                <a:gd name="T1" fmla="*/ 357 h 7"/>
                <a:gd name="T2" fmla="*/ 1243 w 7"/>
                <a:gd name="T3" fmla="*/ 357 h 7"/>
                <a:gd name="T4" fmla="*/ 1243 w 7"/>
                <a:gd name="T5" fmla="*/ 1700 h 7"/>
                <a:gd name="T6" fmla="*/ 170 w 7"/>
                <a:gd name="T7" fmla="*/ 1700 h 7"/>
                <a:gd name="T8" fmla="*/ 17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20" name="Freeform 1678">
              <a:extLst>
                <a:ext uri="{FF2B5EF4-FFF2-40B4-BE49-F238E27FC236}">
                  <a16:creationId xmlns:a16="http://schemas.microsoft.com/office/drawing/2014/main" id="{51D2B163-4CDB-4483-B879-3891DD35D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653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397 h 3"/>
                <a:gd name="T4" fmla="*/ 355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1" name="Freeform 1679">
              <a:extLst>
                <a:ext uri="{FF2B5EF4-FFF2-40B4-BE49-F238E27FC236}">
                  <a16:creationId xmlns:a16="http://schemas.microsoft.com/office/drawing/2014/main" id="{A92A5044-BAF9-4845-B9C1-E6F560DD8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667"/>
              <a:ext cx="18" cy="18"/>
            </a:xfrm>
            <a:custGeom>
              <a:avLst/>
              <a:gdLst>
                <a:gd name="T0" fmla="*/ 357 w 7"/>
                <a:gd name="T1" fmla="*/ 563 h 7"/>
                <a:gd name="T2" fmla="*/ 1700 w 7"/>
                <a:gd name="T3" fmla="*/ 357 h 7"/>
                <a:gd name="T4" fmla="*/ 1700 w 7"/>
                <a:gd name="T5" fmla="*/ 1700 h 7"/>
                <a:gd name="T6" fmla="*/ 563 w 7"/>
                <a:gd name="T7" fmla="*/ 1700 h 7"/>
                <a:gd name="T8" fmla="*/ 357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22" name="Freeform 1680">
              <a:extLst>
                <a:ext uri="{FF2B5EF4-FFF2-40B4-BE49-F238E27FC236}">
                  <a16:creationId xmlns:a16="http://schemas.microsoft.com/office/drawing/2014/main" id="{AB9E6F23-3EF1-40B3-ACF9-BF53A2961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672"/>
              <a:ext cx="8" cy="5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661 w 3"/>
                <a:gd name="T5" fmla="*/ 520 h 2"/>
                <a:gd name="T6" fmla="*/ 397 w 3"/>
                <a:gd name="T7" fmla="*/ 520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3" name="Freeform 1681">
              <a:extLst>
                <a:ext uri="{FF2B5EF4-FFF2-40B4-BE49-F238E27FC236}">
                  <a16:creationId xmlns:a16="http://schemas.microsoft.com/office/drawing/2014/main" id="{4EED1127-DD00-4B78-AD62-5FEBD23B8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685"/>
              <a:ext cx="17" cy="19"/>
            </a:xfrm>
            <a:custGeom>
              <a:avLst/>
              <a:gdLst>
                <a:gd name="T0" fmla="*/ 170 w 7"/>
                <a:gd name="T1" fmla="*/ 442 h 7"/>
                <a:gd name="T2" fmla="*/ 1003 w 7"/>
                <a:gd name="T3" fmla="*/ 442 h 7"/>
                <a:gd name="T4" fmla="*/ 1243 w 7"/>
                <a:gd name="T5" fmla="*/ 2342 h 7"/>
                <a:gd name="T6" fmla="*/ 170 w 7"/>
                <a:gd name="T7" fmla="*/ 2342 h 7"/>
                <a:gd name="T8" fmla="*/ 17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24" name="Freeform 1682">
              <a:extLst>
                <a:ext uri="{FF2B5EF4-FFF2-40B4-BE49-F238E27FC236}">
                  <a16:creationId xmlns:a16="http://schemas.microsoft.com/office/drawing/2014/main" id="{D54874E8-082E-49FB-B35A-7E65728DC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688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520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5" name="Freeform 1683">
              <a:extLst>
                <a:ext uri="{FF2B5EF4-FFF2-40B4-BE49-F238E27FC236}">
                  <a16:creationId xmlns:a16="http://schemas.microsoft.com/office/drawing/2014/main" id="{A3250BBE-3CEE-4BC3-9A57-2BF0D5E2D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701"/>
              <a:ext cx="17" cy="22"/>
            </a:xfrm>
            <a:custGeom>
              <a:avLst/>
              <a:gdLst>
                <a:gd name="T0" fmla="*/ 413 w 7"/>
                <a:gd name="T1" fmla="*/ 462 h 8"/>
                <a:gd name="T2" fmla="*/ 1243 w 7"/>
                <a:gd name="T3" fmla="*/ 976 h 8"/>
                <a:gd name="T4" fmla="*/ 1243 w 7"/>
                <a:gd name="T5" fmla="*/ 2973 h 8"/>
                <a:gd name="T6" fmla="*/ 170 w 7"/>
                <a:gd name="T7" fmla="*/ 2684 h 8"/>
                <a:gd name="T8" fmla="*/ 413 w 7"/>
                <a:gd name="T9" fmla="*/ 46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3" y="0"/>
                    <a:pt x="5" y="1"/>
                    <a:pt x="6" y="2"/>
                  </a:cubicBezTo>
                  <a:cubicBezTo>
                    <a:pt x="7" y="3"/>
                    <a:pt x="7" y="5"/>
                    <a:pt x="6" y="7"/>
                  </a:cubicBezTo>
                  <a:cubicBezTo>
                    <a:pt x="4" y="8"/>
                    <a:pt x="2" y="7"/>
                    <a:pt x="1" y="6"/>
                  </a:cubicBezTo>
                  <a:cubicBezTo>
                    <a:pt x="0" y="5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26" name="Freeform 1684">
              <a:extLst>
                <a:ext uri="{FF2B5EF4-FFF2-40B4-BE49-F238E27FC236}">
                  <a16:creationId xmlns:a16="http://schemas.microsoft.com/office/drawing/2014/main" id="{99B6FBD0-C7A6-4A10-87B0-C1683746C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707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313 h 2"/>
                <a:gd name="T4" fmla="*/ 313 w 2"/>
                <a:gd name="T5" fmla="*/ 520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7" name="Freeform 1685">
              <a:extLst>
                <a:ext uri="{FF2B5EF4-FFF2-40B4-BE49-F238E27FC236}">
                  <a16:creationId xmlns:a16="http://schemas.microsoft.com/office/drawing/2014/main" id="{82C29628-DAB9-458B-BE07-1E7F574BC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20"/>
              <a:ext cx="18" cy="19"/>
            </a:xfrm>
            <a:custGeom>
              <a:avLst/>
              <a:gdLst>
                <a:gd name="T0" fmla="*/ 357 w 7"/>
                <a:gd name="T1" fmla="*/ 442 h 7"/>
                <a:gd name="T2" fmla="*/ 1700 w 7"/>
                <a:gd name="T3" fmla="*/ 760 h 7"/>
                <a:gd name="T4" fmla="*/ 1448 w 7"/>
                <a:gd name="T5" fmla="*/ 2342 h 7"/>
                <a:gd name="T6" fmla="*/ 357 w 7"/>
                <a:gd name="T7" fmla="*/ 2342 h 7"/>
                <a:gd name="T8" fmla="*/ 357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28" name="Freeform 1686">
              <a:extLst>
                <a:ext uri="{FF2B5EF4-FFF2-40B4-BE49-F238E27FC236}">
                  <a16:creationId xmlns:a16="http://schemas.microsoft.com/office/drawing/2014/main" id="{62A67D2A-365D-4814-8787-57049CD13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725"/>
              <a:ext cx="8" cy="6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661 w 3"/>
                <a:gd name="T5" fmla="*/ 1458 h 2"/>
                <a:gd name="T6" fmla="*/ 0 w 3"/>
                <a:gd name="T7" fmla="*/ 1458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9" name="Freeform 1687">
              <a:extLst>
                <a:ext uri="{FF2B5EF4-FFF2-40B4-BE49-F238E27FC236}">
                  <a16:creationId xmlns:a16="http://schemas.microsoft.com/office/drawing/2014/main" id="{6A4BCBC2-030E-480A-A488-10740B651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36"/>
              <a:ext cx="18" cy="21"/>
            </a:xfrm>
            <a:custGeom>
              <a:avLst/>
              <a:gdLst>
                <a:gd name="T0" fmla="*/ 563 w 7"/>
                <a:gd name="T1" fmla="*/ 614 h 8"/>
                <a:gd name="T2" fmla="*/ 1700 w 7"/>
                <a:gd name="T3" fmla="*/ 614 h 8"/>
                <a:gd name="T4" fmla="*/ 1448 w 7"/>
                <a:gd name="T5" fmla="*/ 2226 h 8"/>
                <a:gd name="T6" fmla="*/ 357 w 7"/>
                <a:gd name="T7" fmla="*/ 1992 h 8"/>
                <a:gd name="T8" fmla="*/ 563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2" y="2"/>
                  </a:moveTo>
                  <a:cubicBezTo>
                    <a:pt x="3" y="0"/>
                    <a:pt x="5" y="1"/>
                    <a:pt x="6" y="2"/>
                  </a:cubicBezTo>
                  <a:cubicBezTo>
                    <a:pt x="7" y="3"/>
                    <a:pt x="7" y="6"/>
                    <a:pt x="5" y="7"/>
                  </a:cubicBezTo>
                  <a:cubicBezTo>
                    <a:pt x="4" y="8"/>
                    <a:pt x="2" y="7"/>
                    <a:pt x="1" y="6"/>
                  </a:cubicBezTo>
                  <a:cubicBezTo>
                    <a:pt x="0" y="5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30" name="Freeform 1688">
              <a:extLst>
                <a:ext uri="{FF2B5EF4-FFF2-40B4-BE49-F238E27FC236}">
                  <a16:creationId xmlns:a16="http://schemas.microsoft.com/office/drawing/2014/main" id="{755C420B-870B-4884-A39B-E0746E73A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741"/>
              <a:ext cx="8" cy="6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729 h 2"/>
                <a:gd name="T4" fmla="*/ 661 w 3"/>
                <a:gd name="T5" fmla="*/ 1458 h 2"/>
                <a:gd name="T6" fmla="*/ 397 w 3"/>
                <a:gd name="T7" fmla="*/ 1458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1" name="Freeform 1689">
              <a:extLst>
                <a:ext uri="{FF2B5EF4-FFF2-40B4-BE49-F238E27FC236}">
                  <a16:creationId xmlns:a16="http://schemas.microsoft.com/office/drawing/2014/main" id="{E49C020F-477F-4A4C-9166-D804BA623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55"/>
              <a:ext cx="18" cy="18"/>
            </a:xfrm>
            <a:custGeom>
              <a:avLst/>
              <a:gdLst>
                <a:gd name="T0" fmla="*/ 563 w 7"/>
                <a:gd name="T1" fmla="*/ 357 h 7"/>
                <a:gd name="T2" fmla="*/ 1700 w 7"/>
                <a:gd name="T3" fmla="*/ 563 h 7"/>
                <a:gd name="T4" fmla="*/ 1700 w 7"/>
                <a:gd name="T5" fmla="*/ 1700 h 7"/>
                <a:gd name="T6" fmla="*/ 357 w 7"/>
                <a:gd name="T7" fmla="*/ 1700 h 7"/>
                <a:gd name="T8" fmla="*/ 563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32" name="Freeform 1690">
              <a:extLst>
                <a:ext uri="{FF2B5EF4-FFF2-40B4-BE49-F238E27FC236}">
                  <a16:creationId xmlns:a16="http://schemas.microsoft.com/office/drawing/2014/main" id="{15EB9127-AFAC-4120-9C40-74A1ABA30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760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3" name="Freeform 1691">
              <a:extLst>
                <a:ext uri="{FF2B5EF4-FFF2-40B4-BE49-F238E27FC236}">
                  <a16:creationId xmlns:a16="http://schemas.microsoft.com/office/drawing/2014/main" id="{A16C5D97-1FAC-430E-B243-6911DF6A3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73"/>
              <a:ext cx="18" cy="19"/>
            </a:xfrm>
            <a:custGeom>
              <a:avLst/>
              <a:gdLst>
                <a:gd name="T0" fmla="*/ 563 w 7"/>
                <a:gd name="T1" fmla="*/ 442 h 7"/>
                <a:gd name="T2" fmla="*/ 1700 w 7"/>
                <a:gd name="T3" fmla="*/ 442 h 7"/>
                <a:gd name="T4" fmla="*/ 1700 w 7"/>
                <a:gd name="T5" fmla="*/ 2342 h 7"/>
                <a:gd name="T6" fmla="*/ 357 w 7"/>
                <a:gd name="T7" fmla="*/ 2063 h 7"/>
                <a:gd name="T8" fmla="*/ 56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34" name="Freeform 1692">
              <a:extLst>
                <a:ext uri="{FF2B5EF4-FFF2-40B4-BE49-F238E27FC236}">
                  <a16:creationId xmlns:a16="http://schemas.microsoft.com/office/drawing/2014/main" id="{5CA587CC-7D8D-4957-84C9-235AD16D3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776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520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5" name="Freeform 1693">
              <a:extLst>
                <a:ext uri="{FF2B5EF4-FFF2-40B4-BE49-F238E27FC236}">
                  <a16:creationId xmlns:a16="http://schemas.microsoft.com/office/drawing/2014/main" id="{20870E55-863B-484F-B872-CD182E6F2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89"/>
              <a:ext cx="18" cy="22"/>
            </a:xfrm>
            <a:custGeom>
              <a:avLst/>
              <a:gdLst>
                <a:gd name="T0" fmla="*/ 563 w 7"/>
                <a:gd name="T1" fmla="*/ 462 h 8"/>
                <a:gd name="T2" fmla="*/ 1700 w 7"/>
                <a:gd name="T3" fmla="*/ 976 h 8"/>
                <a:gd name="T4" fmla="*/ 1448 w 7"/>
                <a:gd name="T5" fmla="*/ 2973 h 8"/>
                <a:gd name="T6" fmla="*/ 357 w 7"/>
                <a:gd name="T7" fmla="*/ 2684 h 8"/>
                <a:gd name="T8" fmla="*/ 563 w 7"/>
                <a:gd name="T9" fmla="*/ 46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3" y="0"/>
                    <a:pt x="5" y="1"/>
                    <a:pt x="6" y="2"/>
                  </a:cubicBezTo>
                  <a:cubicBezTo>
                    <a:pt x="7" y="3"/>
                    <a:pt x="7" y="5"/>
                    <a:pt x="5" y="7"/>
                  </a:cubicBezTo>
                  <a:cubicBezTo>
                    <a:pt x="4" y="8"/>
                    <a:pt x="2" y="7"/>
                    <a:pt x="1" y="6"/>
                  </a:cubicBezTo>
                  <a:cubicBezTo>
                    <a:pt x="0" y="5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36" name="Freeform 1694">
              <a:extLst>
                <a:ext uri="{FF2B5EF4-FFF2-40B4-BE49-F238E27FC236}">
                  <a16:creationId xmlns:a16="http://schemas.microsoft.com/office/drawing/2014/main" id="{A03173FA-D5BA-4A28-99BE-E7B040FD1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795"/>
              <a:ext cx="8" cy="5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313 h 2"/>
                <a:gd name="T4" fmla="*/ 661 w 3"/>
                <a:gd name="T5" fmla="*/ 520 h 2"/>
                <a:gd name="T6" fmla="*/ 397 w 3"/>
                <a:gd name="T7" fmla="*/ 520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7" name="Freeform 1695">
              <a:extLst>
                <a:ext uri="{FF2B5EF4-FFF2-40B4-BE49-F238E27FC236}">
                  <a16:creationId xmlns:a16="http://schemas.microsoft.com/office/drawing/2014/main" id="{C74F8600-C34C-40A0-BE70-489956134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808"/>
              <a:ext cx="18" cy="19"/>
            </a:xfrm>
            <a:custGeom>
              <a:avLst/>
              <a:gdLst>
                <a:gd name="T0" fmla="*/ 563 w 7"/>
                <a:gd name="T1" fmla="*/ 442 h 7"/>
                <a:gd name="T2" fmla="*/ 1700 w 7"/>
                <a:gd name="T3" fmla="*/ 760 h 7"/>
                <a:gd name="T4" fmla="*/ 1700 w 7"/>
                <a:gd name="T5" fmla="*/ 2342 h 7"/>
                <a:gd name="T6" fmla="*/ 357 w 7"/>
                <a:gd name="T7" fmla="*/ 2063 h 7"/>
                <a:gd name="T8" fmla="*/ 56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38" name="Freeform 1696">
              <a:extLst>
                <a:ext uri="{FF2B5EF4-FFF2-40B4-BE49-F238E27FC236}">
                  <a16:creationId xmlns:a16="http://schemas.microsoft.com/office/drawing/2014/main" id="{DD78B646-DB94-450D-BDF4-5645DF049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811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313 w 2"/>
                <a:gd name="T5" fmla="*/ 1059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1" y="1"/>
                    <a:pt x="2" y="1"/>
                  </a:cubicBezTo>
                  <a:cubicBezTo>
                    <a:pt x="2" y="2"/>
                    <a:pt x="2" y="2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9" name="Freeform 1697">
              <a:extLst>
                <a:ext uri="{FF2B5EF4-FFF2-40B4-BE49-F238E27FC236}">
                  <a16:creationId xmlns:a16="http://schemas.microsoft.com/office/drawing/2014/main" id="{33C49BDE-0FDA-4C36-95B6-477B49E9B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477"/>
              <a:ext cx="17" cy="19"/>
            </a:xfrm>
            <a:custGeom>
              <a:avLst/>
              <a:gdLst>
                <a:gd name="T0" fmla="*/ 170 w 7"/>
                <a:gd name="T1" fmla="*/ 442 h 7"/>
                <a:gd name="T2" fmla="*/ 1243 w 7"/>
                <a:gd name="T3" fmla="*/ 442 h 7"/>
                <a:gd name="T4" fmla="*/ 1243 w 7"/>
                <a:gd name="T5" fmla="*/ 2342 h 7"/>
                <a:gd name="T6" fmla="*/ 413 w 7"/>
                <a:gd name="T7" fmla="*/ 2342 h 7"/>
                <a:gd name="T8" fmla="*/ 17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40" name="Freeform 1698">
              <a:extLst>
                <a:ext uri="{FF2B5EF4-FFF2-40B4-BE49-F238E27FC236}">
                  <a16:creationId xmlns:a16="http://schemas.microsoft.com/office/drawing/2014/main" id="{06930CBD-9D06-41E9-8324-FB14617EA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480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313 w 2"/>
                <a:gd name="T3" fmla="*/ 397 h 3"/>
                <a:gd name="T4" fmla="*/ 520 w 2"/>
                <a:gd name="T5" fmla="*/ 661 h 3"/>
                <a:gd name="T6" fmla="*/ 0 w 2"/>
                <a:gd name="T7" fmla="*/ 1059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1" name="Freeform 1699">
              <a:extLst>
                <a:ext uri="{FF2B5EF4-FFF2-40B4-BE49-F238E27FC236}">
                  <a16:creationId xmlns:a16="http://schemas.microsoft.com/office/drawing/2014/main" id="{871B0DFA-26E9-4924-997A-65BE78661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493"/>
              <a:ext cx="17" cy="22"/>
            </a:xfrm>
            <a:custGeom>
              <a:avLst/>
              <a:gdLst>
                <a:gd name="T0" fmla="*/ 170 w 7"/>
                <a:gd name="T1" fmla="*/ 976 h 8"/>
                <a:gd name="T2" fmla="*/ 1003 w 7"/>
                <a:gd name="T3" fmla="*/ 976 h 8"/>
                <a:gd name="T4" fmla="*/ 1243 w 7"/>
                <a:gd name="T5" fmla="*/ 2684 h 8"/>
                <a:gd name="T6" fmla="*/ 170 w 7"/>
                <a:gd name="T7" fmla="*/ 2684 h 8"/>
                <a:gd name="T8" fmla="*/ 170 w 7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0"/>
                    <a:pt x="4" y="0"/>
                    <a:pt x="5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8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42" name="Freeform 1700">
              <a:extLst>
                <a:ext uri="{FF2B5EF4-FFF2-40B4-BE49-F238E27FC236}">
                  <a16:creationId xmlns:a16="http://schemas.microsoft.com/office/drawing/2014/main" id="{76CCDBE8-3F31-4558-93CE-FF721193D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499"/>
              <a:ext cx="7" cy="5"/>
            </a:xfrm>
            <a:custGeom>
              <a:avLst/>
              <a:gdLst>
                <a:gd name="T0" fmla="*/ 0 w 3"/>
                <a:gd name="T1" fmla="*/ 0 h 2"/>
                <a:gd name="T2" fmla="*/ 355 w 3"/>
                <a:gd name="T3" fmla="*/ 0 h 2"/>
                <a:gd name="T4" fmla="*/ 355 w 3"/>
                <a:gd name="T5" fmla="*/ 520 h 2"/>
                <a:gd name="T6" fmla="*/ 152 w 3"/>
                <a:gd name="T7" fmla="*/ 520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3" name="Freeform 1701">
              <a:extLst>
                <a:ext uri="{FF2B5EF4-FFF2-40B4-BE49-F238E27FC236}">
                  <a16:creationId xmlns:a16="http://schemas.microsoft.com/office/drawing/2014/main" id="{D2D71634-DB37-4443-A003-8F1473F22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512"/>
              <a:ext cx="17" cy="19"/>
            </a:xfrm>
            <a:custGeom>
              <a:avLst/>
              <a:gdLst>
                <a:gd name="T0" fmla="*/ 170 w 7"/>
                <a:gd name="T1" fmla="*/ 442 h 7"/>
                <a:gd name="T2" fmla="*/ 1243 w 7"/>
                <a:gd name="T3" fmla="*/ 442 h 7"/>
                <a:gd name="T4" fmla="*/ 1243 w 7"/>
                <a:gd name="T5" fmla="*/ 2342 h 7"/>
                <a:gd name="T6" fmla="*/ 170 w 7"/>
                <a:gd name="T7" fmla="*/ 2342 h 7"/>
                <a:gd name="T8" fmla="*/ 17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44" name="Freeform 1702">
              <a:extLst>
                <a:ext uri="{FF2B5EF4-FFF2-40B4-BE49-F238E27FC236}">
                  <a16:creationId xmlns:a16="http://schemas.microsoft.com/office/drawing/2014/main" id="{15D898D3-F1CE-40A4-BF21-05C395AAB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515"/>
              <a:ext cx="8" cy="8"/>
            </a:xfrm>
            <a:custGeom>
              <a:avLst/>
              <a:gdLst>
                <a:gd name="T0" fmla="*/ 397 w 3"/>
                <a:gd name="T1" fmla="*/ 397 h 3"/>
                <a:gd name="T2" fmla="*/ 661 w 3"/>
                <a:gd name="T3" fmla="*/ 397 h 3"/>
                <a:gd name="T4" fmla="*/ 661 w 3"/>
                <a:gd name="T5" fmla="*/ 661 h 3"/>
                <a:gd name="T6" fmla="*/ 397 w 3"/>
                <a:gd name="T7" fmla="*/ 661 h 3"/>
                <a:gd name="T8" fmla="*/ 397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5" name="Freeform 1703">
              <a:extLst>
                <a:ext uri="{FF2B5EF4-FFF2-40B4-BE49-F238E27FC236}">
                  <a16:creationId xmlns:a16="http://schemas.microsoft.com/office/drawing/2014/main" id="{1275F33F-D8A4-42AD-81C4-A3C17FBFC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528"/>
              <a:ext cx="19" cy="21"/>
            </a:xfrm>
            <a:custGeom>
              <a:avLst/>
              <a:gdLst>
                <a:gd name="T0" fmla="*/ 164 w 8"/>
                <a:gd name="T1" fmla="*/ 614 h 8"/>
                <a:gd name="T2" fmla="*/ 1043 w 8"/>
                <a:gd name="T3" fmla="*/ 378 h 8"/>
                <a:gd name="T4" fmla="*/ 1275 w 8"/>
                <a:gd name="T5" fmla="*/ 1992 h 8"/>
                <a:gd name="T6" fmla="*/ 390 w 8"/>
                <a:gd name="T7" fmla="*/ 1992 h 8"/>
                <a:gd name="T8" fmla="*/ 164 w 8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5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8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46" name="Freeform 1704">
              <a:extLst>
                <a:ext uri="{FF2B5EF4-FFF2-40B4-BE49-F238E27FC236}">
                  <a16:creationId xmlns:a16="http://schemas.microsoft.com/office/drawing/2014/main" id="{5289DDE4-F81C-4697-BAA5-C27AF323D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533"/>
              <a:ext cx="5" cy="6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1458 h 2"/>
                <a:gd name="T6" fmla="*/ 0 w 2"/>
                <a:gd name="T7" fmla="*/ 1458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7" name="Freeform 1705">
              <a:extLst>
                <a:ext uri="{FF2B5EF4-FFF2-40B4-BE49-F238E27FC236}">
                  <a16:creationId xmlns:a16="http://schemas.microsoft.com/office/drawing/2014/main" id="{DA98902E-5712-4A7C-AE24-2D04F5C4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547"/>
              <a:ext cx="17" cy="18"/>
            </a:xfrm>
            <a:custGeom>
              <a:avLst/>
              <a:gdLst>
                <a:gd name="T0" fmla="*/ 170 w 7"/>
                <a:gd name="T1" fmla="*/ 357 h 7"/>
                <a:gd name="T2" fmla="*/ 1243 w 7"/>
                <a:gd name="T3" fmla="*/ 357 h 7"/>
                <a:gd name="T4" fmla="*/ 1243 w 7"/>
                <a:gd name="T5" fmla="*/ 1700 h 7"/>
                <a:gd name="T6" fmla="*/ 170 w 7"/>
                <a:gd name="T7" fmla="*/ 1700 h 7"/>
                <a:gd name="T8" fmla="*/ 17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48" name="Freeform 1706">
              <a:extLst>
                <a:ext uri="{FF2B5EF4-FFF2-40B4-BE49-F238E27FC236}">
                  <a16:creationId xmlns:a16="http://schemas.microsoft.com/office/drawing/2014/main" id="{0F6F4E35-FFFD-4830-8E99-10CC6FDCF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549"/>
              <a:ext cx="7" cy="8"/>
            </a:xfrm>
            <a:custGeom>
              <a:avLst/>
              <a:gdLst>
                <a:gd name="T0" fmla="*/ 152 w 3"/>
                <a:gd name="T1" fmla="*/ 397 h 3"/>
                <a:gd name="T2" fmla="*/ 355 w 3"/>
                <a:gd name="T3" fmla="*/ 397 h 3"/>
                <a:gd name="T4" fmla="*/ 355 w 3"/>
                <a:gd name="T5" fmla="*/ 661 h 3"/>
                <a:gd name="T6" fmla="*/ 152 w 3"/>
                <a:gd name="T7" fmla="*/ 661 h 3"/>
                <a:gd name="T8" fmla="*/ 152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9" name="Freeform 1707">
              <a:extLst>
                <a:ext uri="{FF2B5EF4-FFF2-40B4-BE49-F238E27FC236}">
                  <a16:creationId xmlns:a16="http://schemas.microsoft.com/office/drawing/2014/main" id="{637AFBE0-4FFB-4237-8B3E-1A7AFB6DD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563"/>
              <a:ext cx="17" cy="18"/>
            </a:xfrm>
            <a:custGeom>
              <a:avLst/>
              <a:gdLst>
                <a:gd name="T0" fmla="*/ 170 w 7"/>
                <a:gd name="T1" fmla="*/ 563 h 7"/>
                <a:gd name="T2" fmla="*/ 1243 w 7"/>
                <a:gd name="T3" fmla="*/ 357 h 7"/>
                <a:gd name="T4" fmla="*/ 1243 w 7"/>
                <a:gd name="T5" fmla="*/ 1700 h 7"/>
                <a:gd name="T6" fmla="*/ 170 w 7"/>
                <a:gd name="T7" fmla="*/ 1700 h 7"/>
                <a:gd name="T8" fmla="*/ 170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50" name="Freeform 1708">
              <a:extLst>
                <a:ext uri="{FF2B5EF4-FFF2-40B4-BE49-F238E27FC236}">
                  <a16:creationId xmlns:a16="http://schemas.microsoft.com/office/drawing/2014/main" id="{C34D25D3-AE8F-4F9A-8202-6DD320155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568"/>
              <a:ext cx="7" cy="5"/>
            </a:xfrm>
            <a:custGeom>
              <a:avLst/>
              <a:gdLst>
                <a:gd name="T0" fmla="*/ 152 w 3"/>
                <a:gd name="T1" fmla="*/ 0 h 2"/>
                <a:gd name="T2" fmla="*/ 355 w 3"/>
                <a:gd name="T3" fmla="*/ 0 h 2"/>
                <a:gd name="T4" fmla="*/ 355 w 3"/>
                <a:gd name="T5" fmla="*/ 520 h 2"/>
                <a:gd name="T6" fmla="*/ 152 w 3"/>
                <a:gd name="T7" fmla="*/ 520 h 2"/>
                <a:gd name="T8" fmla="*/ 15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1" name="Freeform 1709">
              <a:extLst>
                <a:ext uri="{FF2B5EF4-FFF2-40B4-BE49-F238E27FC236}">
                  <a16:creationId xmlns:a16="http://schemas.microsoft.com/office/drawing/2014/main" id="{A64B5BD9-8009-46F3-B0E7-0287B927C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581"/>
              <a:ext cx="17" cy="19"/>
            </a:xfrm>
            <a:custGeom>
              <a:avLst/>
              <a:gdLst>
                <a:gd name="T0" fmla="*/ 413 w 7"/>
                <a:gd name="T1" fmla="*/ 442 h 7"/>
                <a:gd name="T2" fmla="*/ 1243 w 7"/>
                <a:gd name="T3" fmla="*/ 442 h 7"/>
                <a:gd name="T4" fmla="*/ 1243 w 7"/>
                <a:gd name="T5" fmla="*/ 2063 h 7"/>
                <a:gd name="T6" fmla="*/ 413 w 7"/>
                <a:gd name="T7" fmla="*/ 2063 h 7"/>
                <a:gd name="T8" fmla="*/ 41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52" name="Freeform 1710">
              <a:extLst>
                <a:ext uri="{FF2B5EF4-FFF2-40B4-BE49-F238E27FC236}">
                  <a16:creationId xmlns:a16="http://schemas.microsoft.com/office/drawing/2014/main" id="{A831F9DF-B827-49CC-9E7C-D4A7D5DF2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584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3" name="Freeform 1711">
              <a:extLst>
                <a:ext uri="{FF2B5EF4-FFF2-40B4-BE49-F238E27FC236}">
                  <a16:creationId xmlns:a16="http://schemas.microsoft.com/office/drawing/2014/main" id="{11EE7358-9EF5-497A-A78A-5B30C18B1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597"/>
              <a:ext cx="20" cy="19"/>
            </a:xfrm>
            <a:custGeom>
              <a:avLst/>
              <a:gdLst>
                <a:gd name="T0" fmla="*/ 520 w 8"/>
                <a:gd name="T1" fmla="*/ 442 h 7"/>
                <a:gd name="T2" fmla="*/ 1488 w 8"/>
                <a:gd name="T3" fmla="*/ 442 h 7"/>
                <a:gd name="T4" fmla="*/ 1488 w 8"/>
                <a:gd name="T5" fmla="*/ 2342 h 7"/>
                <a:gd name="T6" fmla="*/ 520 w 8"/>
                <a:gd name="T7" fmla="*/ 2342 h 7"/>
                <a:gd name="T8" fmla="*/ 520 w 8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8" y="2"/>
                    <a:pt x="8" y="5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54" name="Freeform 1712">
              <a:extLst>
                <a:ext uri="{FF2B5EF4-FFF2-40B4-BE49-F238E27FC236}">
                  <a16:creationId xmlns:a16="http://schemas.microsoft.com/office/drawing/2014/main" id="{1CF57B95-8E4C-4BAE-8F58-EBA7D85B5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603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313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5" name="Freeform 1713">
              <a:extLst>
                <a:ext uri="{FF2B5EF4-FFF2-40B4-BE49-F238E27FC236}">
                  <a16:creationId xmlns:a16="http://schemas.microsoft.com/office/drawing/2014/main" id="{954AD2C8-955A-4316-AB79-4B6EEB34B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616"/>
              <a:ext cx="18" cy="19"/>
            </a:xfrm>
            <a:custGeom>
              <a:avLst/>
              <a:gdLst>
                <a:gd name="T0" fmla="*/ 563 w 7"/>
                <a:gd name="T1" fmla="*/ 442 h 7"/>
                <a:gd name="T2" fmla="*/ 1700 w 7"/>
                <a:gd name="T3" fmla="*/ 442 h 7"/>
                <a:gd name="T4" fmla="*/ 1700 w 7"/>
                <a:gd name="T5" fmla="*/ 2063 h 7"/>
                <a:gd name="T6" fmla="*/ 563 w 7"/>
                <a:gd name="T7" fmla="*/ 2063 h 7"/>
                <a:gd name="T8" fmla="*/ 56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56" name="Freeform 1714">
              <a:extLst>
                <a:ext uri="{FF2B5EF4-FFF2-40B4-BE49-F238E27FC236}">
                  <a16:creationId xmlns:a16="http://schemas.microsoft.com/office/drawing/2014/main" id="{386F6C67-5612-42D8-877A-799747B44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619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520 w 2"/>
                <a:gd name="T3" fmla="*/ 313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7" name="Freeform 1715">
              <a:extLst>
                <a:ext uri="{FF2B5EF4-FFF2-40B4-BE49-F238E27FC236}">
                  <a16:creationId xmlns:a16="http://schemas.microsoft.com/office/drawing/2014/main" id="{202F23C8-E9BC-405D-A8D3-8CABECA5B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632"/>
              <a:ext cx="17" cy="19"/>
            </a:xfrm>
            <a:custGeom>
              <a:avLst/>
              <a:gdLst>
                <a:gd name="T0" fmla="*/ 170 w 7"/>
                <a:gd name="T1" fmla="*/ 442 h 7"/>
                <a:gd name="T2" fmla="*/ 1243 w 7"/>
                <a:gd name="T3" fmla="*/ 442 h 7"/>
                <a:gd name="T4" fmla="*/ 1243 w 7"/>
                <a:gd name="T5" fmla="*/ 2342 h 7"/>
                <a:gd name="T6" fmla="*/ 413 w 7"/>
                <a:gd name="T7" fmla="*/ 2342 h 7"/>
                <a:gd name="T8" fmla="*/ 17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58" name="Freeform 1716">
              <a:extLst>
                <a:ext uri="{FF2B5EF4-FFF2-40B4-BE49-F238E27FC236}">
                  <a16:creationId xmlns:a16="http://schemas.microsoft.com/office/drawing/2014/main" id="{1D4196E6-2C44-4588-95A4-519BF3F33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637"/>
              <a:ext cx="7" cy="6"/>
            </a:xfrm>
            <a:custGeom>
              <a:avLst/>
              <a:gdLst>
                <a:gd name="T0" fmla="*/ 152 w 3"/>
                <a:gd name="T1" fmla="*/ 0 h 2"/>
                <a:gd name="T2" fmla="*/ 355 w 3"/>
                <a:gd name="T3" fmla="*/ 0 h 2"/>
                <a:gd name="T4" fmla="*/ 355 w 3"/>
                <a:gd name="T5" fmla="*/ 1458 h 2"/>
                <a:gd name="T6" fmla="*/ 152 w 3"/>
                <a:gd name="T7" fmla="*/ 1458 h 2"/>
                <a:gd name="T8" fmla="*/ 15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9" name="Freeform 1717">
              <a:extLst>
                <a:ext uri="{FF2B5EF4-FFF2-40B4-BE49-F238E27FC236}">
                  <a16:creationId xmlns:a16="http://schemas.microsoft.com/office/drawing/2014/main" id="{3C07B65D-5E24-4152-B5C4-DF2784396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651"/>
              <a:ext cx="18" cy="18"/>
            </a:xfrm>
            <a:custGeom>
              <a:avLst/>
              <a:gdLst>
                <a:gd name="T0" fmla="*/ 357 w 7"/>
                <a:gd name="T1" fmla="*/ 357 h 7"/>
                <a:gd name="T2" fmla="*/ 1448 w 7"/>
                <a:gd name="T3" fmla="*/ 357 h 7"/>
                <a:gd name="T4" fmla="*/ 1700 w 7"/>
                <a:gd name="T5" fmla="*/ 1448 h 7"/>
                <a:gd name="T6" fmla="*/ 357 w 7"/>
                <a:gd name="T7" fmla="*/ 1700 h 7"/>
                <a:gd name="T8" fmla="*/ 357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60" name="Freeform 1718">
              <a:extLst>
                <a:ext uri="{FF2B5EF4-FFF2-40B4-BE49-F238E27FC236}">
                  <a16:creationId xmlns:a16="http://schemas.microsoft.com/office/drawing/2014/main" id="{347B9E8E-E451-4FF0-BA18-85BB804BD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653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520 w 2"/>
                <a:gd name="T5" fmla="*/ 661 h 3"/>
                <a:gd name="T6" fmla="*/ 313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61" name="Freeform 1719">
              <a:extLst>
                <a:ext uri="{FF2B5EF4-FFF2-40B4-BE49-F238E27FC236}">
                  <a16:creationId xmlns:a16="http://schemas.microsoft.com/office/drawing/2014/main" id="{EC1406DE-C8B8-474E-A1A6-828D31308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667"/>
              <a:ext cx="20" cy="18"/>
            </a:xfrm>
            <a:custGeom>
              <a:avLst/>
              <a:gdLst>
                <a:gd name="T0" fmla="*/ 520 w 8"/>
                <a:gd name="T1" fmla="*/ 357 h 7"/>
                <a:gd name="T2" fmla="*/ 1488 w 8"/>
                <a:gd name="T3" fmla="*/ 563 h 7"/>
                <a:gd name="T4" fmla="*/ 1488 w 8"/>
                <a:gd name="T5" fmla="*/ 1700 h 7"/>
                <a:gd name="T6" fmla="*/ 520 w 8"/>
                <a:gd name="T7" fmla="*/ 1700 h 7"/>
                <a:gd name="T8" fmla="*/ 520 w 8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8" y="3"/>
                    <a:pt x="7" y="5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4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62" name="Freeform 1720">
              <a:extLst>
                <a:ext uri="{FF2B5EF4-FFF2-40B4-BE49-F238E27FC236}">
                  <a16:creationId xmlns:a16="http://schemas.microsoft.com/office/drawing/2014/main" id="{41F8A8E5-D75B-40CA-99A6-8130AF2DA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672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63" name="Freeform 1721">
              <a:extLst>
                <a:ext uri="{FF2B5EF4-FFF2-40B4-BE49-F238E27FC236}">
                  <a16:creationId xmlns:a16="http://schemas.microsoft.com/office/drawing/2014/main" id="{EB04F2FE-4BC3-4AC5-BCC6-DB56A0252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685"/>
              <a:ext cx="17" cy="19"/>
            </a:xfrm>
            <a:custGeom>
              <a:avLst/>
              <a:gdLst>
                <a:gd name="T0" fmla="*/ 413 w 7"/>
                <a:gd name="T1" fmla="*/ 442 h 7"/>
                <a:gd name="T2" fmla="*/ 1243 w 7"/>
                <a:gd name="T3" fmla="*/ 442 h 7"/>
                <a:gd name="T4" fmla="*/ 1243 w 7"/>
                <a:gd name="T5" fmla="*/ 2342 h 7"/>
                <a:gd name="T6" fmla="*/ 170 w 7"/>
                <a:gd name="T7" fmla="*/ 2063 h 7"/>
                <a:gd name="T8" fmla="*/ 41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64" name="Freeform 1722">
              <a:extLst>
                <a:ext uri="{FF2B5EF4-FFF2-40B4-BE49-F238E27FC236}">
                  <a16:creationId xmlns:a16="http://schemas.microsoft.com/office/drawing/2014/main" id="{B7A6C35F-E3D9-4E7C-8D1A-59C3CE43F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688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313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65" name="Freeform 1723">
              <a:extLst>
                <a:ext uri="{FF2B5EF4-FFF2-40B4-BE49-F238E27FC236}">
                  <a16:creationId xmlns:a16="http://schemas.microsoft.com/office/drawing/2014/main" id="{108F8D21-1D2A-4239-97B2-D90E1024C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701"/>
              <a:ext cx="18" cy="19"/>
            </a:xfrm>
            <a:custGeom>
              <a:avLst/>
              <a:gdLst>
                <a:gd name="T0" fmla="*/ 357 w 7"/>
                <a:gd name="T1" fmla="*/ 442 h 7"/>
                <a:gd name="T2" fmla="*/ 1700 w 7"/>
                <a:gd name="T3" fmla="*/ 760 h 7"/>
                <a:gd name="T4" fmla="*/ 1448 w 7"/>
                <a:gd name="T5" fmla="*/ 2342 h 7"/>
                <a:gd name="T6" fmla="*/ 357 w 7"/>
                <a:gd name="T7" fmla="*/ 2342 h 7"/>
                <a:gd name="T8" fmla="*/ 357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66" name="Freeform 1724">
              <a:extLst>
                <a:ext uri="{FF2B5EF4-FFF2-40B4-BE49-F238E27FC236}">
                  <a16:creationId xmlns:a16="http://schemas.microsoft.com/office/drawing/2014/main" id="{DDE546B5-63E2-44CD-90F8-F47760DA4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707"/>
              <a:ext cx="8" cy="5"/>
            </a:xfrm>
            <a:custGeom>
              <a:avLst/>
              <a:gdLst>
                <a:gd name="T0" fmla="*/ 397 w 3"/>
                <a:gd name="T1" fmla="*/ 0 h 2"/>
                <a:gd name="T2" fmla="*/ 661 w 3"/>
                <a:gd name="T3" fmla="*/ 0 h 2"/>
                <a:gd name="T4" fmla="*/ 661 w 3"/>
                <a:gd name="T5" fmla="*/ 520 h 2"/>
                <a:gd name="T6" fmla="*/ 0 w 3"/>
                <a:gd name="T7" fmla="*/ 520 h 2"/>
                <a:gd name="T8" fmla="*/ 39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67" name="Freeform 1725">
              <a:extLst>
                <a:ext uri="{FF2B5EF4-FFF2-40B4-BE49-F238E27FC236}">
                  <a16:creationId xmlns:a16="http://schemas.microsoft.com/office/drawing/2014/main" id="{38AACAFC-F9D0-4551-B28A-6A0B37FD0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720"/>
              <a:ext cx="18" cy="19"/>
            </a:xfrm>
            <a:custGeom>
              <a:avLst/>
              <a:gdLst>
                <a:gd name="T0" fmla="*/ 563 w 7"/>
                <a:gd name="T1" fmla="*/ 442 h 7"/>
                <a:gd name="T2" fmla="*/ 1700 w 7"/>
                <a:gd name="T3" fmla="*/ 442 h 7"/>
                <a:gd name="T4" fmla="*/ 1700 w 7"/>
                <a:gd name="T5" fmla="*/ 2342 h 7"/>
                <a:gd name="T6" fmla="*/ 357 w 7"/>
                <a:gd name="T7" fmla="*/ 2063 h 7"/>
                <a:gd name="T8" fmla="*/ 56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68" name="Freeform 1726">
              <a:extLst>
                <a:ext uri="{FF2B5EF4-FFF2-40B4-BE49-F238E27FC236}">
                  <a16:creationId xmlns:a16="http://schemas.microsoft.com/office/drawing/2014/main" id="{834EF4DA-213A-4B39-A0ED-F3E842E96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723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313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69" name="Freeform 1727">
              <a:extLst>
                <a:ext uri="{FF2B5EF4-FFF2-40B4-BE49-F238E27FC236}">
                  <a16:creationId xmlns:a16="http://schemas.microsoft.com/office/drawing/2014/main" id="{E3AD7992-AFB1-4409-BABB-DB1D6CFDE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736"/>
              <a:ext cx="20" cy="21"/>
            </a:xfrm>
            <a:custGeom>
              <a:avLst/>
              <a:gdLst>
                <a:gd name="T0" fmla="*/ 520 w 8"/>
                <a:gd name="T1" fmla="*/ 378 h 8"/>
                <a:gd name="T2" fmla="*/ 1488 w 8"/>
                <a:gd name="T3" fmla="*/ 614 h 8"/>
                <a:gd name="T4" fmla="*/ 1488 w 8"/>
                <a:gd name="T5" fmla="*/ 1992 h 8"/>
                <a:gd name="T6" fmla="*/ 313 w 8"/>
                <a:gd name="T7" fmla="*/ 1992 h 8"/>
                <a:gd name="T8" fmla="*/ 520 w 8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2" y="1"/>
                  </a:moveTo>
                  <a:cubicBezTo>
                    <a:pt x="3" y="0"/>
                    <a:pt x="5" y="1"/>
                    <a:pt x="6" y="2"/>
                  </a:cubicBezTo>
                  <a:cubicBezTo>
                    <a:pt x="8" y="3"/>
                    <a:pt x="7" y="5"/>
                    <a:pt x="6" y="6"/>
                  </a:cubicBezTo>
                  <a:cubicBezTo>
                    <a:pt x="5" y="8"/>
                    <a:pt x="3" y="7"/>
                    <a:pt x="1" y="6"/>
                  </a:cubicBezTo>
                  <a:cubicBezTo>
                    <a:pt x="0" y="5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70" name="Freeform 1728">
              <a:extLst>
                <a:ext uri="{FF2B5EF4-FFF2-40B4-BE49-F238E27FC236}">
                  <a16:creationId xmlns:a16="http://schemas.microsoft.com/office/drawing/2014/main" id="{74D0EFEA-D72E-47C3-8F9A-0355D948B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741"/>
              <a:ext cx="5" cy="6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1458 h 2"/>
                <a:gd name="T6" fmla="*/ 0 w 2"/>
                <a:gd name="T7" fmla="*/ 1458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71" name="Freeform 1729">
              <a:extLst>
                <a:ext uri="{FF2B5EF4-FFF2-40B4-BE49-F238E27FC236}">
                  <a16:creationId xmlns:a16="http://schemas.microsoft.com/office/drawing/2014/main" id="{300554D0-CEA4-414D-8422-DA40CD230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755"/>
              <a:ext cx="17" cy="18"/>
            </a:xfrm>
            <a:custGeom>
              <a:avLst/>
              <a:gdLst>
                <a:gd name="T0" fmla="*/ 170 w 7"/>
                <a:gd name="T1" fmla="*/ 563 h 7"/>
                <a:gd name="T2" fmla="*/ 1243 w 7"/>
                <a:gd name="T3" fmla="*/ 563 h 7"/>
                <a:gd name="T4" fmla="*/ 1003 w 7"/>
                <a:gd name="T5" fmla="*/ 1700 h 7"/>
                <a:gd name="T6" fmla="*/ 170 w 7"/>
                <a:gd name="T7" fmla="*/ 1700 h 7"/>
                <a:gd name="T8" fmla="*/ 170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2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72" name="Freeform 1730">
              <a:extLst>
                <a:ext uri="{FF2B5EF4-FFF2-40B4-BE49-F238E27FC236}">
                  <a16:creationId xmlns:a16="http://schemas.microsoft.com/office/drawing/2014/main" id="{2D98A066-8CA7-4EDB-8F3F-EB14D05AE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760"/>
              <a:ext cx="5" cy="5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520 h 2"/>
                <a:gd name="T6" fmla="*/ 0 w 2"/>
                <a:gd name="T7" fmla="*/ 5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73" name="Freeform 1731">
              <a:extLst>
                <a:ext uri="{FF2B5EF4-FFF2-40B4-BE49-F238E27FC236}">
                  <a16:creationId xmlns:a16="http://schemas.microsoft.com/office/drawing/2014/main" id="{CFB3C0E8-F4AA-4A84-97ED-931E1B724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773"/>
              <a:ext cx="17" cy="19"/>
            </a:xfrm>
            <a:custGeom>
              <a:avLst/>
              <a:gdLst>
                <a:gd name="T0" fmla="*/ 170 w 7"/>
                <a:gd name="T1" fmla="*/ 442 h 7"/>
                <a:gd name="T2" fmla="*/ 1243 w 7"/>
                <a:gd name="T3" fmla="*/ 760 h 7"/>
                <a:gd name="T4" fmla="*/ 1003 w 7"/>
                <a:gd name="T5" fmla="*/ 2342 h 7"/>
                <a:gd name="T6" fmla="*/ 170 w 7"/>
                <a:gd name="T7" fmla="*/ 2063 h 7"/>
                <a:gd name="T8" fmla="*/ 17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74" name="Freeform 1732">
              <a:extLst>
                <a:ext uri="{FF2B5EF4-FFF2-40B4-BE49-F238E27FC236}">
                  <a16:creationId xmlns:a16="http://schemas.microsoft.com/office/drawing/2014/main" id="{0D4DEF86-D4B0-4B5D-AC3D-67BCCCB58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779"/>
              <a:ext cx="7" cy="5"/>
            </a:xfrm>
            <a:custGeom>
              <a:avLst/>
              <a:gdLst>
                <a:gd name="T0" fmla="*/ 152 w 3"/>
                <a:gd name="T1" fmla="*/ 0 h 2"/>
                <a:gd name="T2" fmla="*/ 355 w 3"/>
                <a:gd name="T3" fmla="*/ 0 h 2"/>
                <a:gd name="T4" fmla="*/ 355 w 3"/>
                <a:gd name="T5" fmla="*/ 520 h 2"/>
                <a:gd name="T6" fmla="*/ 0 w 3"/>
                <a:gd name="T7" fmla="*/ 313 h 2"/>
                <a:gd name="T8" fmla="*/ 15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75" name="Freeform 1733">
              <a:extLst>
                <a:ext uri="{FF2B5EF4-FFF2-40B4-BE49-F238E27FC236}">
                  <a16:creationId xmlns:a16="http://schemas.microsoft.com/office/drawing/2014/main" id="{B7DF0276-CBA0-4688-BFDC-A666EE4C4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792"/>
              <a:ext cx="17" cy="19"/>
            </a:xfrm>
            <a:custGeom>
              <a:avLst/>
              <a:gdLst>
                <a:gd name="T0" fmla="*/ 413 w 7"/>
                <a:gd name="T1" fmla="*/ 442 h 7"/>
                <a:gd name="T2" fmla="*/ 1243 w 7"/>
                <a:gd name="T3" fmla="*/ 442 h 7"/>
                <a:gd name="T4" fmla="*/ 1243 w 7"/>
                <a:gd name="T5" fmla="*/ 2342 h 7"/>
                <a:gd name="T6" fmla="*/ 170 w 7"/>
                <a:gd name="T7" fmla="*/ 2063 h 7"/>
                <a:gd name="T8" fmla="*/ 41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76" name="Freeform 1734">
              <a:extLst>
                <a:ext uri="{FF2B5EF4-FFF2-40B4-BE49-F238E27FC236}">
                  <a16:creationId xmlns:a16="http://schemas.microsoft.com/office/drawing/2014/main" id="{E6C5C340-1B62-4745-BFBE-282CE9F68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795"/>
              <a:ext cx="5" cy="8"/>
            </a:xfrm>
            <a:custGeom>
              <a:avLst/>
              <a:gdLst>
                <a:gd name="T0" fmla="*/ 0 w 2"/>
                <a:gd name="T1" fmla="*/ 397 h 3"/>
                <a:gd name="T2" fmla="*/ 520 w 2"/>
                <a:gd name="T3" fmla="*/ 397 h 3"/>
                <a:gd name="T4" fmla="*/ 520 w 2"/>
                <a:gd name="T5" fmla="*/ 661 h 3"/>
                <a:gd name="T6" fmla="*/ 0 w 2"/>
                <a:gd name="T7" fmla="*/ 661 h 3"/>
                <a:gd name="T8" fmla="*/ 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77" name="Freeform 1735">
              <a:extLst>
                <a:ext uri="{FF2B5EF4-FFF2-40B4-BE49-F238E27FC236}">
                  <a16:creationId xmlns:a16="http://schemas.microsoft.com/office/drawing/2014/main" id="{B816EA08-D87C-4578-AE1B-B4E0E5790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808"/>
              <a:ext cx="17" cy="19"/>
            </a:xfrm>
            <a:custGeom>
              <a:avLst/>
              <a:gdLst>
                <a:gd name="T0" fmla="*/ 413 w 7"/>
                <a:gd name="T1" fmla="*/ 442 h 7"/>
                <a:gd name="T2" fmla="*/ 1243 w 7"/>
                <a:gd name="T3" fmla="*/ 760 h 7"/>
                <a:gd name="T4" fmla="*/ 1243 w 7"/>
                <a:gd name="T5" fmla="*/ 2342 h 7"/>
                <a:gd name="T6" fmla="*/ 170 w 7"/>
                <a:gd name="T7" fmla="*/ 2063 h 7"/>
                <a:gd name="T8" fmla="*/ 41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78" name="Freeform 1736">
              <a:extLst>
                <a:ext uri="{FF2B5EF4-FFF2-40B4-BE49-F238E27FC236}">
                  <a16:creationId xmlns:a16="http://schemas.microsoft.com/office/drawing/2014/main" id="{C256F5C7-A32A-46CC-8FBF-D00E7A34C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813"/>
              <a:ext cx="5" cy="6"/>
            </a:xfrm>
            <a:custGeom>
              <a:avLst/>
              <a:gdLst>
                <a:gd name="T0" fmla="*/ 0 w 2"/>
                <a:gd name="T1" fmla="*/ 0 h 2"/>
                <a:gd name="T2" fmla="*/ 520 w 2"/>
                <a:gd name="T3" fmla="*/ 0 h 2"/>
                <a:gd name="T4" fmla="*/ 520 w 2"/>
                <a:gd name="T5" fmla="*/ 1458 h 2"/>
                <a:gd name="T6" fmla="*/ 0 w 2"/>
                <a:gd name="T7" fmla="*/ 729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79" name="Oval 1737">
              <a:extLst>
                <a:ext uri="{FF2B5EF4-FFF2-40B4-BE49-F238E27FC236}">
                  <a16:creationId xmlns:a16="http://schemas.microsoft.com/office/drawing/2014/main" id="{FB0F516B-BDDD-4CD1-8243-77EE50849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955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80" name="Oval 1738">
              <a:extLst>
                <a:ext uri="{FF2B5EF4-FFF2-40B4-BE49-F238E27FC236}">
                  <a16:creationId xmlns:a16="http://schemas.microsoft.com/office/drawing/2014/main" id="{A4949EFA-0F5D-45D7-8567-0CD5DC1CD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958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81" name="Oval 1739">
              <a:extLst>
                <a:ext uri="{FF2B5EF4-FFF2-40B4-BE49-F238E27FC236}">
                  <a16:creationId xmlns:a16="http://schemas.microsoft.com/office/drawing/2014/main" id="{7EC7C3CB-4BC5-4E97-A28E-32323702D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3" y="955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82" name="Oval 1740">
              <a:extLst>
                <a:ext uri="{FF2B5EF4-FFF2-40B4-BE49-F238E27FC236}">
                  <a16:creationId xmlns:a16="http://schemas.microsoft.com/office/drawing/2014/main" id="{4D53189F-F313-4A58-A39E-84C3D21A6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960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83" name="Oval 1741">
              <a:extLst>
                <a:ext uri="{FF2B5EF4-FFF2-40B4-BE49-F238E27FC236}">
                  <a16:creationId xmlns:a16="http://schemas.microsoft.com/office/drawing/2014/main" id="{7972DB35-DA95-4980-842E-D1FDAAB35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958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84" name="Oval 1742">
              <a:extLst>
                <a:ext uri="{FF2B5EF4-FFF2-40B4-BE49-F238E27FC236}">
                  <a16:creationId xmlns:a16="http://schemas.microsoft.com/office/drawing/2014/main" id="{250D09D5-BBA5-45E2-8F2F-7C83012E6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963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85" name="Oval 1743">
              <a:extLst>
                <a:ext uri="{FF2B5EF4-FFF2-40B4-BE49-F238E27FC236}">
                  <a16:creationId xmlns:a16="http://schemas.microsoft.com/office/drawing/2014/main" id="{FC25FFA9-A94D-4BEF-A52B-B45D54648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960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86" name="Oval 1744">
              <a:extLst>
                <a:ext uri="{FF2B5EF4-FFF2-40B4-BE49-F238E27FC236}">
                  <a16:creationId xmlns:a16="http://schemas.microsoft.com/office/drawing/2014/main" id="{BE69E314-B531-42AE-BF7B-DE38B641C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0" y="96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87" name="Oval 1745">
              <a:extLst>
                <a:ext uri="{FF2B5EF4-FFF2-40B4-BE49-F238E27FC236}">
                  <a16:creationId xmlns:a16="http://schemas.microsoft.com/office/drawing/2014/main" id="{14434C03-D4AE-4C05-A1F6-268C7C9A1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966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88" name="Oval 1746">
              <a:extLst>
                <a:ext uri="{FF2B5EF4-FFF2-40B4-BE49-F238E27FC236}">
                  <a16:creationId xmlns:a16="http://schemas.microsoft.com/office/drawing/2014/main" id="{B0EB9F44-69ED-4236-9626-48F6D5B92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96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89" name="Oval 1747">
              <a:extLst>
                <a:ext uri="{FF2B5EF4-FFF2-40B4-BE49-F238E27FC236}">
                  <a16:creationId xmlns:a16="http://schemas.microsoft.com/office/drawing/2014/main" id="{ACA8F844-142E-4416-9A27-AD256E451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971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90" name="Oval 1748">
              <a:extLst>
                <a:ext uri="{FF2B5EF4-FFF2-40B4-BE49-F238E27FC236}">
                  <a16:creationId xmlns:a16="http://schemas.microsoft.com/office/drawing/2014/main" id="{277FF5C7-5B90-4BE1-ACEC-5308AA246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974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91" name="Oval 1749">
              <a:extLst>
                <a:ext uri="{FF2B5EF4-FFF2-40B4-BE49-F238E27FC236}">
                  <a16:creationId xmlns:a16="http://schemas.microsoft.com/office/drawing/2014/main" id="{37ED9EF4-C491-4A54-B590-678D46275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976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92" name="Oval 1750">
              <a:extLst>
                <a:ext uri="{FF2B5EF4-FFF2-40B4-BE49-F238E27FC236}">
                  <a16:creationId xmlns:a16="http://schemas.microsoft.com/office/drawing/2014/main" id="{73EDA78C-22AE-4F44-B5EA-AFF2E43DA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98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93" name="Oval 1751">
              <a:extLst>
                <a:ext uri="{FF2B5EF4-FFF2-40B4-BE49-F238E27FC236}">
                  <a16:creationId xmlns:a16="http://schemas.microsoft.com/office/drawing/2014/main" id="{91C74794-8234-48E9-81B4-AC6C8D2F8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984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94" name="Oval 1752">
              <a:extLst>
                <a:ext uri="{FF2B5EF4-FFF2-40B4-BE49-F238E27FC236}">
                  <a16:creationId xmlns:a16="http://schemas.microsoft.com/office/drawing/2014/main" id="{E6ECC02C-01F0-418B-8357-2383735EE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98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95" name="Oval 1753">
              <a:extLst>
                <a:ext uri="{FF2B5EF4-FFF2-40B4-BE49-F238E27FC236}">
                  <a16:creationId xmlns:a16="http://schemas.microsoft.com/office/drawing/2014/main" id="{74A55597-00A6-4CAB-A0DC-E522C0B1A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992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96" name="Oval 1754">
              <a:extLst>
                <a:ext uri="{FF2B5EF4-FFF2-40B4-BE49-F238E27FC236}">
                  <a16:creationId xmlns:a16="http://schemas.microsoft.com/office/drawing/2014/main" id="{28450B6C-C4AD-423C-9B29-DC2B3C2D2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" y="99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97" name="Oval 1755">
              <a:extLst>
                <a:ext uri="{FF2B5EF4-FFF2-40B4-BE49-F238E27FC236}">
                  <a16:creationId xmlns:a16="http://schemas.microsoft.com/office/drawing/2014/main" id="{BE31C185-D5CB-46F7-8737-A52300943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1000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98" name="Oval 1756">
              <a:extLst>
                <a:ext uri="{FF2B5EF4-FFF2-40B4-BE49-F238E27FC236}">
                  <a16:creationId xmlns:a16="http://schemas.microsoft.com/office/drawing/2014/main" id="{2DBE1AC0-DB2D-4172-8C57-3CA426EC0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00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999" name="Oval 1757">
              <a:extLst>
                <a:ext uri="{FF2B5EF4-FFF2-40B4-BE49-F238E27FC236}">
                  <a16:creationId xmlns:a16="http://schemas.microsoft.com/office/drawing/2014/main" id="{125034CA-BB67-42E2-A6E2-C1733C22D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1008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00" name="Oval 1758">
              <a:extLst>
                <a:ext uri="{FF2B5EF4-FFF2-40B4-BE49-F238E27FC236}">
                  <a16:creationId xmlns:a16="http://schemas.microsoft.com/office/drawing/2014/main" id="{90C25642-EFD7-4DF7-9343-58134ECA1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01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01" name="Oval 1759">
              <a:extLst>
                <a:ext uri="{FF2B5EF4-FFF2-40B4-BE49-F238E27FC236}">
                  <a16:creationId xmlns:a16="http://schemas.microsoft.com/office/drawing/2014/main" id="{682E5466-4D70-4892-8D06-91DED0F0D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019"/>
              <a:ext cx="17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02" name="Oval 1760">
              <a:extLst>
                <a:ext uri="{FF2B5EF4-FFF2-40B4-BE49-F238E27FC236}">
                  <a16:creationId xmlns:a16="http://schemas.microsoft.com/office/drawing/2014/main" id="{92F7B133-29A3-467C-A621-03A12B5CA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8" y="1022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03" name="Oval 1761">
              <a:extLst>
                <a:ext uri="{FF2B5EF4-FFF2-40B4-BE49-F238E27FC236}">
                  <a16:creationId xmlns:a16="http://schemas.microsoft.com/office/drawing/2014/main" id="{3281CA5E-C188-4C72-8CA0-385DA667B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1030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04" name="Oval 1762">
              <a:extLst>
                <a:ext uri="{FF2B5EF4-FFF2-40B4-BE49-F238E27FC236}">
                  <a16:creationId xmlns:a16="http://schemas.microsoft.com/office/drawing/2014/main" id="{C83084DD-3879-45A6-952C-4066F8173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0" y="1032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05" name="Oval 1763">
              <a:extLst>
                <a:ext uri="{FF2B5EF4-FFF2-40B4-BE49-F238E27FC236}">
                  <a16:creationId xmlns:a16="http://schemas.microsoft.com/office/drawing/2014/main" id="{0FA1A5A2-5C3F-4457-8820-463F75F02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040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06" name="Oval 1764">
              <a:extLst>
                <a:ext uri="{FF2B5EF4-FFF2-40B4-BE49-F238E27FC236}">
                  <a16:creationId xmlns:a16="http://schemas.microsoft.com/office/drawing/2014/main" id="{C8EA6431-F68B-44DA-9BA7-E0AF705BE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104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07" name="Oval 1765">
              <a:extLst>
                <a:ext uri="{FF2B5EF4-FFF2-40B4-BE49-F238E27FC236}">
                  <a16:creationId xmlns:a16="http://schemas.microsoft.com/office/drawing/2014/main" id="{9D1557AE-DFA5-4552-8E32-3A827099D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1051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08" name="Oval 1766">
              <a:extLst>
                <a:ext uri="{FF2B5EF4-FFF2-40B4-BE49-F238E27FC236}">
                  <a16:creationId xmlns:a16="http://schemas.microsoft.com/office/drawing/2014/main" id="{E054FF29-010E-43E2-80D7-213B9CC42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056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09" name="Oval 1767">
              <a:extLst>
                <a:ext uri="{FF2B5EF4-FFF2-40B4-BE49-F238E27FC236}">
                  <a16:creationId xmlns:a16="http://schemas.microsoft.com/office/drawing/2014/main" id="{B8BE2BFE-507B-476D-92B7-94E98B511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1064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10" name="Oval 1768">
              <a:extLst>
                <a:ext uri="{FF2B5EF4-FFF2-40B4-BE49-F238E27FC236}">
                  <a16:creationId xmlns:a16="http://schemas.microsoft.com/office/drawing/2014/main" id="{525460B6-14C9-409A-A380-0E4B192F9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106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11" name="Oval 1769">
              <a:extLst>
                <a:ext uri="{FF2B5EF4-FFF2-40B4-BE49-F238E27FC236}">
                  <a16:creationId xmlns:a16="http://schemas.microsoft.com/office/drawing/2014/main" id="{BA5D4224-35C4-41C6-A721-4D4270DE7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006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12" name="Oval 1770">
              <a:extLst>
                <a:ext uri="{FF2B5EF4-FFF2-40B4-BE49-F238E27FC236}">
                  <a16:creationId xmlns:a16="http://schemas.microsoft.com/office/drawing/2014/main" id="{00032FF9-95DA-4C33-8A5B-FA0AFEB49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00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13" name="Oval 1771">
              <a:extLst>
                <a:ext uri="{FF2B5EF4-FFF2-40B4-BE49-F238E27FC236}">
                  <a16:creationId xmlns:a16="http://schemas.microsoft.com/office/drawing/2014/main" id="{3F7FED37-320C-45BF-848A-5DCFE2D48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3" y="1006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14" name="Oval 1772">
              <a:extLst>
                <a:ext uri="{FF2B5EF4-FFF2-40B4-BE49-F238E27FC236}">
                  <a16:creationId xmlns:a16="http://schemas.microsoft.com/office/drawing/2014/main" id="{00E75451-B0ED-47F7-A8F7-DEC46606E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101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15" name="Oval 1773">
              <a:extLst>
                <a:ext uri="{FF2B5EF4-FFF2-40B4-BE49-F238E27FC236}">
                  <a16:creationId xmlns:a16="http://schemas.microsoft.com/office/drawing/2014/main" id="{1D09C020-32E4-4BAE-B11B-DC58E48A2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1008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16" name="Oval 1774">
              <a:extLst>
                <a:ext uri="{FF2B5EF4-FFF2-40B4-BE49-F238E27FC236}">
                  <a16:creationId xmlns:a16="http://schemas.microsoft.com/office/drawing/2014/main" id="{B21D30E5-65FC-46A8-A2FB-38D664F52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3" y="101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17" name="Oval 1775">
              <a:extLst>
                <a:ext uri="{FF2B5EF4-FFF2-40B4-BE49-F238E27FC236}">
                  <a16:creationId xmlns:a16="http://schemas.microsoft.com/office/drawing/2014/main" id="{01CB0827-9190-4BA9-A9C8-A36DACE82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1014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18" name="Oval 1776">
              <a:extLst>
                <a:ext uri="{FF2B5EF4-FFF2-40B4-BE49-F238E27FC236}">
                  <a16:creationId xmlns:a16="http://schemas.microsoft.com/office/drawing/2014/main" id="{072D7631-D562-4025-910B-E7BF4F910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" y="1016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19" name="Oval 1777">
              <a:extLst>
                <a:ext uri="{FF2B5EF4-FFF2-40B4-BE49-F238E27FC236}">
                  <a16:creationId xmlns:a16="http://schemas.microsoft.com/office/drawing/2014/main" id="{3B5C6B11-2228-4DD1-B057-8B6EDA6A4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1019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20" name="Oval 1778">
              <a:extLst>
                <a:ext uri="{FF2B5EF4-FFF2-40B4-BE49-F238E27FC236}">
                  <a16:creationId xmlns:a16="http://schemas.microsoft.com/office/drawing/2014/main" id="{346B90C5-4247-4EA2-A7C6-D1C5AF5AA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1024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21" name="Oval 1779">
              <a:extLst>
                <a:ext uri="{FF2B5EF4-FFF2-40B4-BE49-F238E27FC236}">
                  <a16:creationId xmlns:a16="http://schemas.microsoft.com/office/drawing/2014/main" id="{18114C5E-5E1C-4A38-9222-E067821AD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1027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22" name="Oval 1780">
              <a:extLst>
                <a:ext uri="{FF2B5EF4-FFF2-40B4-BE49-F238E27FC236}">
                  <a16:creationId xmlns:a16="http://schemas.microsoft.com/office/drawing/2014/main" id="{DFF8BA56-E9B2-4B4A-82BE-F670892A8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103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23" name="Oval 1781">
              <a:extLst>
                <a:ext uri="{FF2B5EF4-FFF2-40B4-BE49-F238E27FC236}">
                  <a16:creationId xmlns:a16="http://schemas.microsoft.com/office/drawing/2014/main" id="{C2F2DFFF-672A-4F90-A1ED-2F3CD129E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035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24" name="Oval 1782">
              <a:extLst>
                <a:ext uri="{FF2B5EF4-FFF2-40B4-BE49-F238E27FC236}">
                  <a16:creationId xmlns:a16="http://schemas.microsoft.com/office/drawing/2014/main" id="{50ABF115-7198-4BAF-B33C-86DFBFBD9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103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25" name="Oval 1783">
              <a:extLst>
                <a:ext uri="{FF2B5EF4-FFF2-40B4-BE49-F238E27FC236}">
                  <a16:creationId xmlns:a16="http://schemas.microsoft.com/office/drawing/2014/main" id="{392C1965-F651-4DE3-BB31-D5C3EF5F8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043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26" name="Oval 1784">
              <a:extLst>
                <a:ext uri="{FF2B5EF4-FFF2-40B4-BE49-F238E27FC236}">
                  <a16:creationId xmlns:a16="http://schemas.microsoft.com/office/drawing/2014/main" id="{2DD75844-DF5A-44F8-9431-3C2FCC65E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1046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27" name="Oval 1785">
              <a:extLst>
                <a:ext uri="{FF2B5EF4-FFF2-40B4-BE49-F238E27FC236}">
                  <a16:creationId xmlns:a16="http://schemas.microsoft.com/office/drawing/2014/main" id="{C73FE0C8-72F3-4C17-876E-F7BA0A41A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1051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28" name="Oval 1786">
              <a:extLst>
                <a:ext uri="{FF2B5EF4-FFF2-40B4-BE49-F238E27FC236}">
                  <a16:creationId xmlns:a16="http://schemas.microsoft.com/office/drawing/2014/main" id="{F81CCE80-1A5C-4E67-9727-8C8EC44CC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3" y="1056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29" name="Oval 1787">
              <a:extLst>
                <a:ext uri="{FF2B5EF4-FFF2-40B4-BE49-F238E27FC236}">
                  <a16:creationId xmlns:a16="http://schemas.microsoft.com/office/drawing/2014/main" id="{9572266C-C749-4D01-94F5-59E43AB0F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062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30" name="Oval 1788">
              <a:extLst>
                <a:ext uri="{FF2B5EF4-FFF2-40B4-BE49-F238E27FC236}">
                  <a16:creationId xmlns:a16="http://schemas.microsoft.com/office/drawing/2014/main" id="{ED11F16D-8BBC-447C-AB56-C9376EE40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0" y="106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31" name="Oval 1789">
              <a:extLst>
                <a:ext uri="{FF2B5EF4-FFF2-40B4-BE49-F238E27FC236}">
                  <a16:creationId xmlns:a16="http://schemas.microsoft.com/office/drawing/2014/main" id="{A36B8CF8-696C-41DE-A40B-05ADD7733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1072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32" name="Oval 1790">
              <a:extLst>
                <a:ext uri="{FF2B5EF4-FFF2-40B4-BE49-F238E27FC236}">
                  <a16:creationId xmlns:a16="http://schemas.microsoft.com/office/drawing/2014/main" id="{12AF30CD-6940-4DA3-A6C7-1E52EDE78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1078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033" name="Freeform 1791">
              <a:extLst>
                <a:ext uri="{FF2B5EF4-FFF2-40B4-BE49-F238E27FC236}">
                  <a16:creationId xmlns:a16="http://schemas.microsoft.com/office/drawing/2014/main" id="{C2513FCA-F71D-416D-B0D6-934D23AFE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083"/>
              <a:ext cx="18" cy="19"/>
            </a:xfrm>
            <a:custGeom>
              <a:avLst/>
              <a:gdLst>
                <a:gd name="T0" fmla="*/ 2003 w 7"/>
                <a:gd name="T1" fmla="*/ 1200 h 7"/>
                <a:gd name="T2" fmla="*/ 918 w 7"/>
                <a:gd name="T3" fmla="*/ 442 h 7"/>
                <a:gd name="T4" fmla="*/ 0 w 7"/>
                <a:gd name="T5" fmla="*/ 1620 h 7"/>
                <a:gd name="T6" fmla="*/ 1137 w 7"/>
                <a:gd name="T7" fmla="*/ 2823 h 7"/>
                <a:gd name="T8" fmla="*/ 2003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1"/>
                    <a:pt x="5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2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34" name="Freeform 1792">
              <a:extLst>
                <a:ext uri="{FF2B5EF4-FFF2-40B4-BE49-F238E27FC236}">
                  <a16:creationId xmlns:a16="http://schemas.microsoft.com/office/drawing/2014/main" id="{BB4A591A-31DC-49F9-9B7A-9208CE5AB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088"/>
              <a:ext cx="5" cy="6"/>
            </a:xfrm>
            <a:custGeom>
              <a:avLst/>
              <a:gdLst>
                <a:gd name="T0" fmla="*/ 520 w 2"/>
                <a:gd name="T1" fmla="*/ 729 h 2"/>
                <a:gd name="T2" fmla="*/ 313 w 2"/>
                <a:gd name="T3" fmla="*/ 0 h 2"/>
                <a:gd name="T4" fmla="*/ 0 w 2"/>
                <a:gd name="T5" fmla="*/ 729 h 2"/>
                <a:gd name="T6" fmla="*/ 313 w 2"/>
                <a:gd name="T7" fmla="*/ 1458 h 2"/>
                <a:gd name="T8" fmla="*/ 52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35" name="Freeform 1793">
              <a:extLst>
                <a:ext uri="{FF2B5EF4-FFF2-40B4-BE49-F238E27FC236}">
                  <a16:creationId xmlns:a16="http://schemas.microsoft.com/office/drawing/2014/main" id="{CA3F828D-1F97-46CC-8E20-296457D0F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096"/>
              <a:ext cx="17" cy="19"/>
            </a:xfrm>
            <a:custGeom>
              <a:avLst/>
              <a:gdLst>
                <a:gd name="T0" fmla="*/ 1433 w 7"/>
                <a:gd name="T1" fmla="*/ 760 h 7"/>
                <a:gd name="T2" fmla="*/ 590 w 7"/>
                <a:gd name="T3" fmla="*/ 0 h 7"/>
                <a:gd name="T4" fmla="*/ 0 w 7"/>
                <a:gd name="T5" fmla="*/ 1620 h 7"/>
                <a:gd name="T6" fmla="*/ 831 w 7"/>
                <a:gd name="T7" fmla="*/ 2342 h 7"/>
                <a:gd name="T8" fmla="*/ 143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1" y="5"/>
                    <a:pt x="3" y="7"/>
                    <a:pt x="4" y="6"/>
                  </a:cubicBezTo>
                  <a:cubicBezTo>
                    <a:pt x="6" y="6"/>
                    <a:pt x="7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36" name="Freeform 1794">
              <a:extLst>
                <a:ext uri="{FF2B5EF4-FFF2-40B4-BE49-F238E27FC236}">
                  <a16:creationId xmlns:a16="http://schemas.microsoft.com/office/drawing/2014/main" id="{842618EC-07CC-4F7D-8534-BB1C6A0FF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099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313 w 2"/>
                <a:gd name="T3" fmla="*/ 0 h 3"/>
                <a:gd name="T4" fmla="*/ 0 w 2"/>
                <a:gd name="T5" fmla="*/ 661 h 3"/>
                <a:gd name="T6" fmla="*/ 313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3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37" name="Freeform 1795">
              <a:extLst>
                <a:ext uri="{FF2B5EF4-FFF2-40B4-BE49-F238E27FC236}">
                  <a16:creationId xmlns:a16="http://schemas.microsoft.com/office/drawing/2014/main" id="{B9D18B14-2D6F-4DB4-9601-9192F1A43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107"/>
              <a:ext cx="17" cy="19"/>
            </a:xfrm>
            <a:custGeom>
              <a:avLst/>
              <a:gdLst>
                <a:gd name="T0" fmla="*/ 1243 w 7"/>
                <a:gd name="T1" fmla="*/ 1200 h 7"/>
                <a:gd name="T2" fmla="*/ 590 w 7"/>
                <a:gd name="T3" fmla="*/ 442 h 7"/>
                <a:gd name="T4" fmla="*/ 0 w 7"/>
                <a:gd name="T5" fmla="*/ 1620 h 7"/>
                <a:gd name="T6" fmla="*/ 831 w 7"/>
                <a:gd name="T7" fmla="*/ 2823 h 7"/>
                <a:gd name="T8" fmla="*/ 1243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6" y="1"/>
                    <a:pt x="4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6" y="7"/>
                    <a:pt x="7" y="5"/>
                    <a:pt x="6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38" name="Freeform 1796">
              <a:extLst>
                <a:ext uri="{FF2B5EF4-FFF2-40B4-BE49-F238E27FC236}">
                  <a16:creationId xmlns:a16="http://schemas.microsoft.com/office/drawing/2014/main" id="{44453604-C90A-41E1-9D26-BB966AA45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112"/>
              <a:ext cx="5" cy="6"/>
            </a:xfrm>
            <a:custGeom>
              <a:avLst/>
              <a:gdLst>
                <a:gd name="T0" fmla="*/ 520 w 2"/>
                <a:gd name="T1" fmla="*/ 729 h 2"/>
                <a:gd name="T2" fmla="*/ 0 w 2"/>
                <a:gd name="T3" fmla="*/ 0 h 2"/>
                <a:gd name="T4" fmla="*/ 0 w 2"/>
                <a:gd name="T5" fmla="*/ 729 h 2"/>
                <a:gd name="T6" fmla="*/ 313 w 2"/>
                <a:gd name="T7" fmla="*/ 1458 h 2"/>
                <a:gd name="T8" fmla="*/ 52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39" name="Freeform 1797">
              <a:extLst>
                <a:ext uri="{FF2B5EF4-FFF2-40B4-BE49-F238E27FC236}">
                  <a16:creationId xmlns:a16="http://schemas.microsoft.com/office/drawing/2014/main" id="{CDCB14F6-89CF-420B-82C9-090B93031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120"/>
              <a:ext cx="18" cy="19"/>
            </a:xfrm>
            <a:custGeom>
              <a:avLst/>
              <a:gdLst>
                <a:gd name="T0" fmla="*/ 2003 w 7"/>
                <a:gd name="T1" fmla="*/ 1200 h 7"/>
                <a:gd name="T2" fmla="*/ 918 w 7"/>
                <a:gd name="T3" fmla="*/ 0 h 7"/>
                <a:gd name="T4" fmla="*/ 357 w 7"/>
                <a:gd name="T5" fmla="*/ 1620 h 7"/>
                <a:gd name="T6" fmla="*/ 1137 w 7"/>
                <a:gd name="T7" fmla="*/ 2823 h 7"/>
                <a:gd name="T8" fmla="*/ 2003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1"/>
                    <a:pt x="5" y="0"/>
                    <a:pt x="3" y="0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1" y="6"/>
                    <a:pt x="3" y="7"/>
                    <a:pt x="4" y="7"/>
                  </a:cubicBezTo>
                  <a:cubicBezTo>
                    <a:pt x="6" y="6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40" name="Freeform 1798">
              <a:extLst>
                <a:ext uri="{FF2B5EF4-FFF2-40B4-BE49-F238E27FC236}">
                  <a16:creationId xmlns:a16="http://schemas.microsoft.com/office/drawing/2014/main" id="{94B48FA6-D378-477F-9EE5-E8EBA1D0E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126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313 w 2"/>
                <a:gd name="T3" fmla="*/ 0 h 2"/>
                <a:gd name="T4" fmla="*/ 0 w 2"/>
                <a:gd name="T5" fmla="*/ 313 h 2"/>
                <a:gd name="T6" fmla="*/ 313 w 2"/>
                <a:gd name="T7" fmla="*/ 52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1" name="Freeform 1799">
              <a:extLst>
                <a:ext uri="{FF2B5EF4-FFF2-40B4-BE49-F238E27FC236}">
                  <a16:creationId xmlns:a16="http://schemas.microsoft.com/office/drawing/2014/main" id="{32D7038E-5FB9-4825-A6BB-BB8847077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1134"/>
              <a:ext cx="18" cy="18"/>
            </a:xfrm>
            <a:custGeom>
              <a:avLst/>
              <a:gdLst>
                <a:gd name="T0" fmla="*/ 2003 w 7"/>
                <a:gd name="T1" fmla="*/ 918 h 7"/>
                <a:gd name="T2" fmla="*/ 918 w 7"/>
                <a:gd name="T3" fmla="*/ 0 h 7"/>
                <a:gd name="T4" fmla="*/ 0 w 7"/>
                <a:gd name="T5" fmla="*/ 1137 h 7"/>
                <a:gd name="T6" fmla="*/ 1137 w 7"/>
                <a:gd name="T7" fmla="*/ 2003 h 7"/>
                <a:gd name="T8" fmla="*/ 2003 w 7"/>
                <a:gd name="T9" fmla="*/ 9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1"/>
                    <a:pt x="5" y="0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2" y="7"/>
                    <a:pt x="4" y="7"/>
                  </a:cubicBezTo>
                  <a:cubicBezTo>
                    <a:pt x="6" y="6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42" name="Freeform 1800">
              <a:extLst>
                <a:ext uri="{FF2B5EF4-FFF2-40B4-BE49-F238E27FC236}">
                  <a16:creationId xmlns:a16="http://schemas.microsoft.com/office/drawing/2014/main" id="{3FF338B5-6EC5-4CAA-82DE-FAFF59B04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139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313 w 2"/>
                <a:gd name="T3" fmla="*/ 0 h 2"/>
                <a:gd name="T4" fmla="*/ 0 w 2"/>
                <a:gd name="T5" fmla="*/ 313 h 2"/>
                <a:gd name="T6" fmla="*/ 313 w 2"/>
                <a:gd name="T7" fmla="*/ 52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3" name="Freeform 1801">
              <a:extLst>
                <a:ext uri="{FF2B5EF4-FFF2-40B4-BE49-F238E27FC236}">
                  <a16:creationId xmlns:a16="http://schemas.microsoft.com/office/drawing/2014/main" id="{6C1C00BA-6BD3-41C1-AF0E-DC47425F0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147"/>
              <a:ext cx="18" cy="21"/>
            </a:xfrm>
            <a:custGeom>
              <a:avLst/>
              <a:gdLst>
                <a:gd name="T0" fmla="*/ 2003 w 7"/>
                <a:gd name="T1" fmla="*/ 992 h 8"/>
                <a:gd name="T2" fmla="*/ 563 w 7"/>
                <a:gd name="T3" fmla="*/ 378 h 8"/>
                <a:gd name="T4" fmla="*/ 0 w 7"/>
                <a:gd name="T5" fmla="*/ 1612 h 8"/>
                <a:gd name="T6" fmla="*/ 1448 w 7"/>
                <a:gd name="T7" fmla="*/ 2226 h 8"/>
                <a:gd name="T8" fmla="*/ 2003 w 7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3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1" y="7"/>
                    <a:pt x="3" y="8"/>
                    <a:pt x="5" y="7"/>
                  </a:cubicBezTo>
                  <a:cubicBezTo>
                    <a:pt x="6" y="6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44" name="Freeform 1802">
              <a:extLst>
                <a:ext uri="{FF2B5EF4-FFF2-40B4-BE49-F238E27FC236}">
                  <a16:creationId xmlns:a16="http://schemas.microsoft.com/office/drawing/2014/main" id="{006C3BC5-C4DD-449D-9A73-95E6F81A1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152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0 w 2"/>
                <a:gd name="T3" fmla="*/ 0 h 2"/>
                <a:gd name="T4" fmla="*/ 0 w 2"/>
                <a:gd name="T5" fmla="*/ 520 h 2"/>
                <a:gd name="T6" fmla="*/ 313 w 2"/>
                <a:gd name="T7" fmla="*/ 52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5" name="Freeform 1803">
              <a:extLst>
                <a:ext uri="{FF2B5EF4-FFF2-40B4-BE49-F238E27FC236}">
                  <a16:creationId xmlns:a16="http://schemas.microsoft.com/office/drawing/2014/main" id="{CC997393-5A09-49F5-B5D5-759ECEF29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160"/>
              <a:ext cx="18" cy="21"/>
            </a:xfrm>
            <a:custGeom>
              <a:avLst/>
              <a:gdLst>
                <a:gd name="T0" fmla="*/ 1700 w 7"/>
                <a:gd name="T1" fmla="*/ 992 h 8"/>
                <a:gd name="T2" fmla="*/ 563 w 7"/>
                <a:gd name="T3" fmla="*/ 378 h 8"/>
                <a:gd name="T4" fmla="*/ 0 w 7"/>
                <a:gd name="T5" fmla="*/ 1612 h 8"/>
                <a:gd name="T6" fmla="*/ 1137 w 7"/>
                <a:gd name="T7" fmla="*/ 2226 h 8"/>
                <a:gd name="T8" fmla="*/ 1700 w 7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1" y="7"/>
                    <a:pt x="3" y="8"/>
                    <a:pt x="4" y="7"/>
                  </a:cubicBezTo>
                  <a:cubicBezTo>
                    <a:pt x="6" y="6"/>
                    <a:pt x="7" y="5"/>
                    <a:pt x="6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46" name="Freeform 1804">
              <a:extLst>
                <a:ext uri="{FF2B5EF4-FFF2-40B4-BE49-F238E27FC236}">
                  <a16:creationId xmlns:a16="http://schemas.microsoft.com/office/drawing/2014/main" id="{F4ED68FD-6C56-4BA9-94F9-7C6A973A1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165"/>
              <a:ext cx="8" cy="6"/>
            </a:xfrm>
            <a:custGeom>
              <a:avLst/>
              <a:gdLst>
                <a:gd name="T0" fmla="*/ 1059 w 3"/>
                <a:gd name="T1" fmla="*/ 729 h 2"/>
                <a:gd name="T2" fmla="*/ 397 w 3"/>
                <a:gd name="T3" fmla="*/ 0 h 2"/>
                <a:gd name="T4" fmla="*/ 397 w 3"/>
                <a:gd name="T5" fmla="*/ 1458 h 2"/>
                <a:gd name="T6" fmla="*/ 661 w 3"/>
                <a:gd name="T7" fmla="*/ 1458 h 2"/>
                <a:gd name="T8" fmla="*/ 1059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7" name="Freeform 1805">
              <a:extLst>
                <a:ext uri="{FF2B5EF4-FFF2-40B4-BE49-F238E27FC236}">
                  <a16:creationId xmlns:a16="http://schemas.microsoft.com/office/drawing/2014/main" id="{3A217532-5F50-475E-A9ED-1BC412C42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173"/>
              <a:ext cx="18" cy="22"/>
            </a:xfrm>
            <a:custGeom>
              <a:avLst/>
              <a:gdLst>
                <a:gd name="T0" fmla="*/ 2003 w 7"/>
                <a:gd name="T1" fmla="*/ 1271 h 8"/>
                <a:gd name="T2" fmla="*/ 563 w 7"/>
                <a:gd name="T3" fmla="*/ 462 h 8"/>
                <a:gd name="T4" fmla="*/ 0 w 7"/>
                <a:gd name="T5" fmla="*/ 2225 h 8"/>
                <a:gd name="T6" fmla="*/ 1448 w 7"/>
                <a:gd name="T7" fmla="*/ 2973 h 8"/>
                <a:gd name="T8" fmla="*/ 2003 w 7"/>
                <a:gd name="T9" fmla="*/ 127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3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1" y="7"/>
                    <a:pt x="3" y="8"/>
                    <a:pt x="5" y="7"/>
                  </a:cubicBezTo>
                  <a:cubicBezTo>
                    <a:pt x="6" y="7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48" name="Freeform 1806">
              <a:extLst>
                <a:ext uri="{FF2B5EF4-FFF2-40B4-BE49-F238E27FC236}">
                  <a16:creationId xmlns:a16="http://schemas.microsoft.com/office/drawing/2014/main" id="{E89AED69-8BFA-44A5-9FDC-EB43313B1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179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0 h 3"/>
                <a:gd name="T4" fmla="*/ 0 w 2"/>
                <a:gd name="T5" fmla="*/ 661 h 3"/>
                <a:gd name="T6" fmla="*/ 313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9" name="Freeform 1807">
              <a:extLst>
                <a:ext uri="{FF2B5EF4-FFF2-40B4-BE49-F238E27FC236}">
                  <a16:creationId xmlns:a16="http://schemas.microsoft.com/office/drawing/2014/main" id="{254DDC21-C7B8-4593-A6B2-5031A0F3F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189"/>
              <a:ext cx="18" cy="19"/>
            </a:xfrm>
            <a:custGeom>
              <a:avLst/>
              <a:gdLst>
                <a:gd name="T0" fmla="*/ 2003 w 7"/>
                <a:gd name="T1" fmla="*/ 760 h 7"/>
                <a:gd name="T2" fmla="*/ 918 w 7"/>
                <a:gd name="T3" fmla="*/ 0 h 7"/>
                <a:gd name="T4" fmla="*/ 357 w 7"/>
                <a:gd name="T5" fmla="*/ 2063 h 7"/>
                <a:gd name="T6" fmla="*/ 1448 w 7"/>
                <a:gd name="T7" fmla="*/ 2823 h 7"/>
                <a:gd name="T8" fmla="*/ 200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1" y="6"/>
                    <a:pt x="3" y="7"/>
                    <a:pt x="5" y="7"/>
                  </a:cubicBezTo>
                  <a:cubicBezTo>
                    <a:pt x="6" y="6"/>
                    <a:pt x="7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50" name="Freeform 1808">
              <a:extLst>
                <a:ext uri="{FF2B5EF4-FFF2-40B4-BE49-F238E27FC236}">
                  <a16:creationId xmlns:a16="http://schemas.microsoft.com/office/drawing/2014/main" id="{C75B9482-EEC6-4CCC-A855-506EF2B43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195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313 w 2"/>
                <a:gd name="T3" fmla="*/ 0 h 2"/>
                <a:gd name="T4" fmla="*/ 0 w 2"/>
                <a:gd name="T5" fmla="*/ 313 h 2"/>
                <a:gd name="T6" fmla="*/ 313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51" name="Freeform 1809">
              <a:extLst>
                <a:ext uri="{FF2B5EF4-FFF2-40B4-BE49-F238E27FC236}">
                  <a16:creationId xmlns:a16="http://schemas.microsoft.com/office/drawing/2014/main" id="{057A2F8E-A131-4445-8F19-5915E78A8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203"/>
              <a:ext cx="18" cy="18"/>
            </a:xfrm>
            <a:custGeom>
              <a:avLst/>
              <a:gdLst>
                <a:gd name="T0" fmla="*/ 2003 w 7"/>
                <a:gd name="T1" fmla="*/ 918 h 7"/>
                <a:gd name="T2" fmla="*/ 918 w 7"/>
                <a:gd name="T3" fmla="*/ 357 h 7"/>
                <a:gd name="T4" fmla="*/ 357 w 7"/>
                <a:gd name="T5" fmla="*/ 1448 h 7"/>
                <a:gd name="T6" fmla="*/ 1448 w 7"/>
                <a:gd name="T7" fmla="*/ 2003 h 7"/>
                <a:gd name="T8" fmla="*/ 2003 w 7"/>
                <a:gd name="T9" fmla="*/ 9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1"/>
                    <a:pt x="4" y="0"/>
                    <a:pt x="3" y="1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1" y="7"/>
                    <a:pt x="3" y="7"/>
                    <a:pt x="5" y="7"/>
                  </a:cubicBezTo>
                  <a:cubicBezTo>
                    <a:pt x="6" y="6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52" name="Freeform 1810">
              <a:extLst>
                <a:ext uri="{FF2B5EF4-FFF2-40B4-BE49-F238E27FC236}">
                  <a16:creationId xmlns:a16="http://schemas.microsoft.com/office/drawing/2014/main" id="{67A521EF-DC5D-47DE-8378-8E754D4B8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208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313 w 2"/>
                <a:gd name="T3" fmla="*/ 0 h 2"/>
                <a:gd name="T4" fmla="*/ 0 w 2"/>
                <a:gd name="T5" fmla="*/ 313 h 2"/>
                <a:gd name="T6" fmla="*/ 313 w 2"/>
                <a:gd name="T7" fmla="*/ 52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53" name="Freeform 1811">
              <a:extLst>
                <a:ext uri="{FF2B5EF4-FFF2-40B4-BE49-F238E27FC236}">
                  <a16:creationId xmlns:a16="http://schemas.microsoft.com/office/drawing/2014/main" id="{62D36722-2CDA-47E3-BACB-1FE453649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219"/>
              <a:ext cx="17" cy="18"/>
            </a:xfrm>
            <a:custGeom>
              <a:avLst/>
              <a:gdLst>
                <a:gd name="T0" fmla="*/ 1243 w 7"/>
                <a:gd name="T1" fmla="*/ 918 h 7"/>
                <a:gd name="T2" fmla="*/ 413 w 7"/>
                <a:gd name="T3" fmla="*/ 357 h 7"/>
                <a:gd name="T4" fmla="*/ 0 w 7"/>
                <a:gd name="T5" fmla="*/ 1448 h 7"/>
                <a:gd name="T6" fmla="*/ 831 w 7"/>
                <a:gd name="T7" fmla="*/ 2003 h 7"/>
                <a:gd name="T8" fmla="*/ 1243 w 7"/>
                <a:gd name="T9" fmla="*/ 9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1" y="6"/>
                    <a:pt x="3" y="7"/>
                    <a:pt x="4" y="7"/>
                  </a:cubicBezTo>
                  <a:cubicBezTo>
                    <a:pt x="6" y="6"/>
                    <a:pt x="7" y="4"/>
                    <a:pt x="6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54" name="Freeform 1812">
              <a:extLst>
                <a:ext uri="{FF2B5EF4-FFF2-40B4-BE49-F238E27FC236}">
                  <a16:creationId xmlns:a16="http://schemas.microsoft.com/office/drawing/2014/main" id="{35324989-31F6-45C0-A99B-E098F674D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224"/>
              <a:ext cx="7" cy="5"/>
            </a:xfrm>
            <a:custGeom>
              <a:avLst/>
              <a:gdLst>
                <a:gd name="T0" fmla="*/ 469 w 3"/>
                <a:gd name="T1" fmla="*/ 0 h 2"/>
                <a:gd name="T2" fmla="*/ 152 w 3"/>
                <a:gd name="T3" fmla="*/ 0 h 2"/>
                <a:gd name="T4" fmla="*/ 152 w 3"/>
                <a:gd name="T5" fmla="*/ 313 h 2"/>
                <a:gd name="T6" fmla="*/ 355 w 3"/>
                <a:gd name="T7" fmla="*/ 520 h 2"/>
                <a:gd name="T8" fmla="*/ 469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55" name="Freeform 1813">
              <a:extLst>
                <a:ext uri="{FF2B5EF4-FFF2-40B4-BE49-F238E27FC236}">
                  <a16:creationId xmlns:a16="http://schemas.microsoft.com/office/drawing/2014/main" id="{87F7435F-91ED-42F3-BF5C-3B8020B57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235"/>
              <a:ext cx="20" cy="18"/>
            </a:xfrm>
            <a:custGeom>
              <a:avLst/>
              <a:gdLst>
                <a:gd name="T0" fmla="*/ 1770 w 8"/>
                <a:gd name="T1" fmla="*/ 563 h 7"/>
                <a:gd name="T2" fmla="*/ 783 w 8"/>
                <a:gd name="T3" fmla="*/ 357 h 7"/>
                <a:gd name="T4" fmla="*/ 313 w 8"/>
                <a:gd name="T5" fmla="*/ 1448 h 7"/>
                <a:gd name="T6" fmla="*/ 1488 w 8"/>
                <a:gd name="T7" fmla="*/ 1700 h 7"/>
                <a:gd name="T8" fmla="*/ 1770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6" y="0"/>
                    <a:pt x="4" y="0"/>
                    <a:pt x="3" y="1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8" y="3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56" name="Freeform 1814">
              <a:extLst>
                <a:ext uri="{FF2B5EF4-FFF2-40B4-BE49-F238E27FC236}">
                  <a16:creationId xmlns:a16="http://schemas.microsoft.com/office/drawing/2014/main" id="{51602143-713F-44E9-8CD1-ACF15C094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237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397 h 3"/>
                <a:gd name="T4" fmla="*/ 0 w 3"/>
                <a:gd name="T5" fmla="*/ 661 h 3"/>
                <a:gd name="T6" fmla="*/ 661 w 3"/>
                <a:gd name="T7" fmla="*/ 1059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57" name="Freeform 1815">
              <a:extLst>
                <a:ext uri="{FF2B5EF4-FFF2-40B4-BE49-F238E27FC236}">
                  <a16:creationId xmlns:a16="http://schemas.microsoft.com/office/drawing/2014/main" id="{EA91F082-EB19-4FAF-9960-B532B5354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251"/>
              <a:ext cx="20" cy="18"/>
            </a:xfrm>
            <a:custGeom>
              <a:avLst/>
              <a:gdLst>
                <a:gd name="T0" fmla="*/ 1770 w 8"/>
                <a:gd name="T1" fmla="*/ 563 h 7"/>
                <a:gd name="T2" fmla="*/ 783 w 8"/>
                <a:gd name="T3" fmla="*/ 0 h 7"/>
                <a:gd name="T4" fmla="*/ 313 w 8"/>
                <a:gd name="T5" fmla="*/ 1448 h 7"/>
                <a:gd name="T6" fmla="*/ 1488 w 8"/>
                <a:gd name="T7" fmla="*/ 1700 h 7"/>
                <a:gd name="T8" fmla="*/ 1770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6" y="0"/>
                    <a:pt x="4" y="0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2" y="6"/>
                    <a:pt x="4" y="7"/>
                    <a:pt x="6" y="6"/>
                  </a:cubicBezTo>
                  <a:cubicBezTo>
                    <a:pt x="7" y="5"/>
                    <a:pt x="8" y="3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58" name="Freeform 1816">
              <a:extLst>
                <a:ext uri="{FF2B5EF4-FFF2-40B4-BE49-F238E27FC236}">
                  <a16:creationId xmlns:a16="http://schemas.microsoft.com/office/drawing/2014/main" id="{D60D95E5-528B-43DC-A0E2-1D369E533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253"/>
              <a:ext cx="7" cy="8"/>
            </a:xfrm>
            <a:custGeom>
              <a:avLst/>
              <a:gdLst>
                <a:gd name="T0" fmla="*/ 355 w 3"/>
                <a:gd name="T1" fmla="*/ 397 h 3"/>
                <a:gd name="T2" fmla="*/ 152 w 3"/>
                <a:gd name="T3" fmla="*/ 397 h 3"/>
                <a:gd name="T4" fmla="*/ 0 w 3"/>
                <a:gd name="T5" fmla="*/ 661 h 3"/>
                <a:gd name="T6" fmla="*/ 355 w 3"/>
                <a:gd name="T7" fmla="*/ 661 h 3"/>
                <a:gd name="T8" fmla="*/ 355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3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59" name="Freeform 1817">
              <a:extLst>
                <a:ext uri="{FF2B5EF4-FFF2-40B4-BE49-F238E27FC236}">
                  <a16:creationId xmlns:a16="http://schemas.microsoft.com/office/drawing/2014/main" id="{1C0DE3A0-FB65-449D-9E15-62D88F743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264"/>
              <a:ext cx="20" cy="21"/>
            </a:xfrm>
            <a:custGeom>
              <a:avLst/>
              <a:gdLst>
                <a:gd name="T0" fmla="*/ 1770 w 8"/>
                <a:gd name="T1" fmla="*/ 614 h 8"/>
                <a:gd name="T2" fmla="*/ 783 w 8"/>
                <a:gd name="T3" fmla="*/ 378 h 8"/>
                <a:gd name="T4" fmla="*/ 313 w 8"/>
                <a:gd name="T5" fmla="*/ 1612 h 8"/>
                <a:gd name="T6" fmla="*/ 1488 w 8"/>
                <a:gd name="T7" fmla="*/ 2226 h 8"/>
                <a:gd name="T8" fmla="*/ 1770 w 8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2"/>
                  </a:moveTo>
                  <a:cubicBezTo>
                    <a:pt x="6" y="1"/>
                    <a:pt x="4" y="0"/>
                    <a:pt x="3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4" y="8"/>
                    <a:pt x="6" y="7"/>
                  </a:cubicBezTo>
                  <a:cubicBezTo>
                    <a:pt x="7" y="6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60" name="Freeform 1818">
              <a:extLst>
                <a:ext uri="{FF2B5EF4-FFF2-40B4-BE49-F238E27FC236}">
                  <a16:creationId xmlns:a16="http://schemas.microsoft.com/office/drawing/2014/main" id="{BAE7D5AB-2B77-4F7C-8D11-109CC0BEA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269"/>
              <a:ext cx="8" cy="6"/>
            </a:xfrm>
            <a:custGeom>
              <a:avLst/>
              <a:gdLst>
                <a:gd name="T0" fmla="*/ 661 w 3"/>
                <a:gd name="T1" fmla="*/ 729 h 2"/>
                <a:gd name="T2" fmla="*/ 397 w 3"/>
                <a:gd name="T3" fmla="*/ 0 h 2"/>
                <a:gd name="T4" fmla="*/ 0 w 3"/>
                <a:gd name="T5" fmla="*/ 1458 h 2"/>
                <a:gd name="T6" fmla="*/ 661 w 3"/>
                <a:gd name="T7" fmla="*/ 1458 h 2"/>
                <a:gd name="T8" fmla="*/ 661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61" name="Freeform 1819">
              <a:extLst>
                <a:ext uri="{FF2B5EF4-FFF2-40B4-BE49-F238E27FC236}">
                  <a16:creationId xmlns:a16="http://schemas.microsoft.com/office/drawing/2014/main" id="{96E1B5EE-C655-45DF-9321-2FDCA2EDC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280"/>
              <a:ext cx="17" cy="21"/>
            </a:xfrm>
            <a:custGeom>
              <a:avLst/>
              <a:gdLst>
                <a:gd name="T0" fmla="*/ 1243 w 7"/>
                <a:gd name="T1" fmla="*/ 614 h 8"/>
                <a:gd name="T2" fmla="*/ 413 w 7"/>
                <a:gd name="T3" fmla="*/ 378 h 8"/>
                <a:gd name="T4" fmla="*/ 0 w 7"/>
                <a:gd name="T5" fmla="*/ 1612 h 8"/>
                <a:gd name="T6" fmla="*/ 1003 w 7"/>
                <a:gd name="T7" fmla="*/ 2226 h 8"/>
                <a:gd name="T8" fmla="*/ 1243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1" y="7"/>
                    <a:pt x="3" y="8"/>
                    <a:pt x="5" y="7"/>
                  </a:cubicBezTo>
                  <a:cubicBezTo>
                    <a:pt x="6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62" name="Freeform 1820">
              <a:extLst>
                <a:ext uri="{FF2B5EF4-FFF2-40B4-BE49-F238E27FC236}">
                  <a16:creationId xmlns:a16="http://schemas.microsoft.com/office/drawing/2014/main" id="{2A7C6636-463B-4BEE-B36D-CE2FB4212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285"/>
              <a:ext cx="7" cy="6"/>
            </a:xfrm>
            <a:custGeom>
              <a:avLst/>
              <a:gdLst>
                <a:gd name="T0" fmla="*/ 355 w 3"/>
                <a:gd name="T1" fmla="*/ 729 h 2"/>
                <a:gd name="T2" fmla="*/ 152 w 3"/>
                <a:gd name="T3" fmla="*/ 0 h 2"/>
                <a:gd name="T4" fmla="*/ 0 w 3"/>
                <a:gd name="T5" fmla="*/ 1458 h 2"/>
                <a:gd name="T6" fmla="*/ 355 w 3"/>
                <a:gd name="T7" fmla="*/ 1458 h 2"/>
                <a:gd name="T8" fmla="*/ 355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63" name="Freeform 1821">
              <a:extLst>
                <a:ext uri="{FF2B5EF4-FFF2-40B4-BE49-F238E27FC236}">
                  <a16:creationId xmlns:a16="http://schemas.microsoft.com/office/drawing/2014/main" id="{D44886D0-B29B-40ED-B29B-633765231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296"/>
              <a:ext cx="18" cy="21"/>
            </a:xfrm>
            <a:custGeom>
              <a:avLst/>
              <a:gdLst>
                <a:gd name="T0" fmla="*/ 1700 w 7"/>
                <a:gd name="T1" fmla="*/ 614 h 8"/>
                <a:gd name="T2" fmla="*/ 563 w 7"/>
                <a:gd name="T3" fmla="*/ 378 h 8"/>
                <a:gd name="T4" fmla="*/ 357 w 7"/>
                <a:gd name="T5" fmla="*/ 1612 h 8"/>
                <a:gd name="T6" fmla="*/ 1448 w 7"/>
                <a:gd name="T7" fmla="*/ 2226 h 8"/>
                <a:gd name="T8" fmla="*/ 170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1" y="7"/>
                    <a:pt x="3" y="8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64" name="Freeform 1822">
              <a:extLst>
                <a:ext uri="{FF2B5EF4-FFF2-40B4-BE49-F238E27FC236}">
                  <a16:creationId xmlns:a16="http://schemas.microsoft.com/office/drawing/2014/main" id="{15F92769-C122-4DA9-BFA0-64DA73EB1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301"/>
              <a:ext cx="8" cy="6"/>
            </a:xfrm>
            <a:custGeom>
              <a:avLst/>
              <a:gdLst>
                <a:gd name="T0" fmla="*/ 1059 w 3"/>
                <a:gd name="T1" fmla="*/ 729 h 2"/>
                <a:gd name="T2" fmla="*/ 397 w 3"/>
                <a:gd name="T3" fmla="*/ 0 h 2"/>
                <a:gd name="T4" fmla="*/ 397 w 3"/>
                <a:gd name="T5" fmla="*/ 1458 h 2"/>
                <a:gd name="T6" fmla="*/ 661 w 3"/>
                <a:gd name="T7" fmla="*/ 1458 h 2"/>
                <a:gd name="T8" fmla="*/ 1059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65" name="Freeform 1823">
              <a:extLst>
                <a:ext uri="{FF2B5EF4-FFF2-40B4-BE49-F238E27FC236}">
                  <a16:creationId xmlns:a16="http://schemas.microsoft.com/office/drawing/2014/main" id="{5907090B-22B8-4BAF-AF0C-C226E4913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312"/>
              <a:ext cx="17" cy="19"/>
            </a:xfrm>
            <a:custGeom>
              <a:avLst/>
              <a:gdLst>
                <a:gd name="T0" fmla="*/ 1243 w 7"/>
                <a:gd name="T1" fmla="*/ 760 h 7"/>
                <a:gd name="T2" fmla="*/ 413 w 7"/>
                <a:gd name="T3" fmla="*/ 442 h 7"/>
                <a:gd name="T4" fmla="*/ 170 w 7"/>
                <a:gd name="T5" fmla="*/ 2063 h 7"/>
                <a:gd name="T6" fmla="*/ 1003 w 7"/>
                <a:gd name="T7" fmla="*/ 2823 h 7"/>
                <a:gd name="T8" fmla="*/ 124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1" y="7"/>
                    <a:pt x="3" y="7"/>
                    <a:pt x="5" y="7"/>
                  </a:cubicBezTo>
                  <a:cubicBezTo>
                    <a:pt x="6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66" name="Freeform 1824">
              <a:extLst>
                <a:ext uri="{FF2B5EF4-FFF2-40B4-BE49-F238E27FC236}">
                  <a16:creationId xmlns:a16="http://schemas.microsoft.com/office/drawing/2014/main" id="{691246D0-F282-4A17-B0F1-D16D1E83B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317"/>
              <a:ext cx="5" cy="6"/>
            </a:xfrm>
            <a:custGeom>
              <a:avLst/>
              <a:gdLst>
                <a:gd name="T0" fmla="*/ 520 w 2"/>
                <a:gd name="T1" fmla="*/ 729 h 2"/>
                <a:gd name="T2" fmla="*/ 0 w 2"/>
                <a:gd name="T3" fmla="*/ 0 h 2"/>
                <a:gd name="T4" fmla="*/ 0 w 2"/>
                <a:gd name="T5" fmla="*/ 729 h 2"/>
                <a:gd name="T6" fmla="*/ 313 w 2"/>
                <a:gd name="T7" fmla="*/ 1458 h 2"/>
                <a:gd name="T8" fmla="*/ 52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67" name="Freeform 1825">
              <a:extLst>
                <a:ext uri="{FF2B5EF4-FFF2-40B4-BE49-F238E27FC236}">
                  <a16:creationId xmlns:a16="http://schemas.microsoft.com/office/drawing/2014/main" id="{7DC9FF2C-F9C4-4073-A1D6-63606C57C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328"/>
              <a:ext cx="18" cy="21"/>
            </a:xfrm>
            <a:custGeom>
              <a:avLst/>
              <a:gdLst>
                <a:gd name="T0" fmla="*/ 2003 w 7"/>
                <a:gd name="T1" fmla="*/ 614 h 8"/>
                <a:gd name="T2" fmla="*/ 563 w 7"/>
                <a:gd name="T3" fmla="*/ 378 h 8"/>
                <a:gd name="T4" fmla="*/ 357 w 7"/>
                <a:gd name="T5" fmla="*/ 1612 h 8"/>
                <a:gd name="T6" fmla="*/ 1448 w 7"/>
                <a:gd name="T7" fmla="*/ 2226 h 8"/>
                <a:gd name="T8" fmla="*/ 2003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2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3" y="8"/>
                    <a:pt x="5" y="7"/>
                  </a:cubicBezTo>
                  <a:cubicBezTo>
                    <a:pt x="7" y="6"/>
                    <a:pt x="7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68" name="Freeform 1826">
              <a:extLst>
                <a:ext uri="{FF2B5EF4-FFF2-40B4-BE49-F238E27FC236}">
                  <a16:creationId xmlns:a16="http://schemas.microsoft.com/office/drawing/2014/main" id="{978EBEB7-C88B-42FC-B628-9B8F4EFF7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333"/>
              <a:ext cx="5" cy="6"/>
            </a:xfrm>
            <a:custGeom>
              <a:avLst/>
              <a:gdLst>
                <a:gd name="T0" fmla="*/ 520 w 2"/>
                <a:gd name="T1" fmla="*/ 729 h 2"/>
                <a:gd name="T2" fmla="*/ 0 w 2"/>
                <a:gd name="T3" fmla="*/ 0 h 2"/>
                <a:gd name="T4" fmla="*/ 0 w 2"/>
                <a:gd name="T5" fmla="*/ 1458 h 2"/>
                <a:gd name="T6" fmla="*/ 313 w 2"/>
                <a:gd name="T7" fmla="*/ 1458 h 2"/>
                <a:gd name="T8" fmla="*/ 52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69" name="Freeform 1827">
              <a:extLst>
                <a:ext uri="{FF2B5EF4-FFF2-40B4-BE49-F238E27FC236}">
                  <a16:creationId xmlns:a16="http://schemas.microsoft.com/office/drawing/2014/main" id="{306F3477-AE3B-4778-B258-855881C9C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344"/>
              <a:ext cx="18" cy="21"/>
            </a:xfrm>
            <a:custGeom>
              <a:avLst/>
              <a:gdLst>
                <a:gd name="T0" fmla="*/ 1700 w 7"/>
                <a:gd name="T1" fmla="*/ 614 h 8"/>
                <a:gd name="T2" fmla="*/ 357 w 7"/>
                <a:gd name="T3" fmla="*/ 378 h 8"/>
                <a:gd name="T4" fmla="*/ 357 w 7"/>
                <a:gd name="T5" fmla="*/ 1992 h 8"/>
                <a:gd name="T6" fmla="*/ 1448 w 7"/>
                <a:gd name="T7" fmla="*/ 2226 h 8"/>
                <a:gd name="T8" fmla="*/ 170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70" name="Freeform 1828">
              <a:extLst>
                <a:ext uri="{FF2B5EF4-FFF2-40B4-BE49-F238E27FC236}">
                  <a16:creationId xmlns:a16="http://schemas.microsoft.com/office/drawing/2014/main" id="{69AD21AC-57DE-4874-820F-518669B0A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349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0 h 3"/>
                <a:gd name="T4" fmla="*/ 0 w 3"/>
                <a:gd name="T5" fmla="*/ 661 h 3"/>
                <a:gd name="T6" fmla="*/ 661 w 3"/>
                <a:gd name="T7" fmla="*/ 661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71" name="Freeform 1829">
              <a:extLst>
                <a:ext uri="{FF2B5EF4-FFF2-40B4-BE49-F238E27FC236}">
                  <a16:creationId xmlns:a16="http://schemas.microsoft.com/office/drawing/2014/main" id="{1AED0A8C-2C8B-49F7-BC96-46879C330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363"/>
              <a:ext cx="17" cy="18"/>
            </a:xfrm>
            <a:custGeom>
              <a:avLst/>
              <a:gdLst>
                <a:gd name="T0" fmla="*/ 1243 w 7"/>
                <a:gd name="T1" fmla="*/ 563 h 7"/>
                <a:gd name="T2" fmla="*/ 413 w 7"/>
                <a:gd name="T3" fmla="*/ 357 h 7"/>
                <a:gd name="T4" fmla="*/ 170 w 7"/>
                <a:gd name="T5" fmla="*/ 1448 h 7"/>
                <a:gd name="T6" fmla="*/ 1003 w 7"/>
                <a:gd name="T7" fmla="*/ 1700 h 7"/>
                <a:gd name="T8" fmla="*/ 1243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72" name="Freeform 1830">
              <a:extLst>
                <a:ext uri="{FF2B5EF4-FFF2-40B4-BE49-F238E27FC236}">
                  <a16:creationId xmlns:a16="http://schemas.microsoft.com/office/drawing/2014/main" id="{83F88660-001F-4A59-8731-CA52655C5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365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313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73" name="Freeform 1831">
              <a:extLst>
                <a:ext uri="{FF2B5EF4-FFF2-40B4-BE49-F238E27FC236}">
                  <a16:creationId xmlns:a16="http://schemas.microsoft.com/office/drawing/2014/main" id="{B8E96CBD-FE01-48DE-A50B-F780EBF00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379"/>
              <a:ext cx="20" cy="18"/>
            </a:xfrm>
            <a:custGeom>
              <a:avLst/>
              <a:gdLst>
                <a:gd name="T0" fmla="*/ 1770 w 8"/>
                <a:gd name="T1" fmla="*/ 357 h 7"/>
                <a:gd name="T2" fmla="*/ 520 w 8"/>
                <a:gd name="T3" fmla="*/ 357 h 7"/>
                <a:gd name="T4" fmla="*/ 313 w 8"/>
                <a:gd name="T5" fmla="*/ 1448 h 7"/>
                <a:gd name="T6" fmla="*/ 1488 w 8"/>
                <a:gd name="T7" fmla="*/ 1700 h 7"/>
                <a:gd name="T8" fmla="*/ 1770 w 8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1"/>
                  </a:moveTo>
                  <a:cubicBezTo>
                    <a:pt x="6" y="0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8" y="3"/>
                    <a:pt x="7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74" name="Freeform 1832">
              <a:extLst>
                <a:ext uri="{FF2B5EF4-FFF2-40B4-BE49-F238E27FC236}">
                  <a16:creationId xmlns:a16="http://schemas.microsoft.com/office/drawing/2014/main" id="{E6F39C67-387B-4D97-91E1-2EFE72DEC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381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313 w 2"/>
                <a:gd name="T3" fmla="*/ 397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75" name="Freeform 1833">
              <a:extLst>
                <a:ext uri="{FF2B5EF4-FFF2-40B4-BE49-F238E27FC236}">
                  <a16:creationId xmlns:a16="http://schemas.microsoft.com/office/drawing/2014/main" id="{60762E41-B32A-4B41-B1F7-C99632969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395"/>
              <a:ext cx="17" cy="18"/>
            </a:xfrm>
            <a:custGeom>
              <a:avLst/>
              <a:gdLst>
                <a:gd name="T0" fmla="*/ 1243 w 7"/>
                <a:gd name="T1" fmla="*/ 563 h 7"/>
                <a:gd name="T2" fmla="*/ 413 w 7"/>
                <a:gd name="T3" fmla="*/ 357 h 7"/>
                <a:gd name="T4" fmla="*/ 170 w 7"/>
                <a:gd name="T5" fmla="*/ 1448 h 7"/>
                <a:gd name="T6" fmla="*/ 1003 w 7"/>
                <a:gd name="T7" fmla="*/ 1700 h 7"/>
                <a:gd name="T8" fmla="*/ 1243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76" name="Freeform 1834">
              <a:extLst>
                <a:ext uri="{FF2B5EF4-FFF2-40B4-BE49-F238E27FC236}">
                  <a16:creationId xmlns:a16="http://schemas.microsoft.com/office/drawing/2014/main" id="{BF4396E2-983C-493D-9A2E-5FAA09595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397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313 w 2"/>
                <a:gd name="T7" fmla="*/ 1059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77" name="Freeform 1835">
              <a:extLst>
                <a:ext uri="{FF2B5EF4-FFF2-40B4-BE49-F238E27FC236}">
                  <a16:creationId xmlns:a16="http://schemas.microsoft.com/office/drawing/2014/main" id="{E5C6EE7F-CD32-4A85-9659-807F96351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411"/>
              <a:ext cx="17" cy="18"/>
            </a:xfrm>
            <a:custGeom>
              <a:avLst/>
              <a:gdLst>
                <a:gd name="T0" fmla="*/ 1243 w 7"/>
                <a:gd name="T1" fmla="*/ 563 h 7"/>
                <a:gd name="T2" fmla="*/ 413 w 7"/>
                <a:gd name="T3" fmla="*/ 357 h 7"/>
                <a:gd name="T4" fmla="*/ 170 w 7"/>
                <a:gd name="T5" fmla="*/ 1448 h 7"/>
                <a:gd name="T6" fmla="*/ 1003 w 7"/>
                <a:gd name="T7" fmla="*/ 1700 h 7"/>
                <a:gd name="T8" fmla="*/ 1243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78" name="Freeform 1836">
              <a:extLst>
                <a:ext uri="{FF2B5EF4-FFF2-40B4-BE49-F238E27FC236}">
                  <a16:creationId xmlns:a16="http://schemas.microsoft.com/office/drawing/2014/main" id="{DAFBB8E9-D6AD-4692-B08D-2D3D0CED3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416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520 h 2"/>
                <a:gd name="T6" fmla="*/ 313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79" name="Freeform 1837">
              <a:extLst>
                <a:ext uri="{FF2B5EF4-FFF2-40B4-BE49-F238E27FC236}">
                  <a16:creationId xmlns:a16="http://schemas.microsoft.com/office/drawing/2014/main" id="{F5EB7D0D-94A1-45EB-99DE-A12A6C529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429"/>
              <a:ext cx="17" cy="19"/>
            </a:xfrm>
            <a:custGeom>
              <a:avLst/>
              <a:gdLst>
                <a:gd name="T0" fmla="*/ 1243 w 7"/>
                <a:gd name="T1" fmla="*/ 442 h 7"/>
                <a:gd name="T2" fmla="*/ 413 w 7"/>
                <a:gd name="T3" fmla="*/ 442 h 7"/>
                <a:gd name="T4" fmla="*/ 170 w 7"/>
                <a:gd name="T5" fmla="*/ 2063 h 7"/>
                <a:gd name="T6" fmla="*/ 1243 w 7"/>
                <a:gd name="T7" fmla="*/ 2342 h 7"/>
                <a:gd name="T8" fmla="*/ 124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6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80" name="Freeform 1838">
              <a:extLst>
                <a:ext uri="{FF2B5EF4-FFF2-40B4-BE49-F238E27FC236}">
                  <a16:creationId xmlns:a16="http://schemas.microsoft.com/office/drawing/2014/main" id="{2DC2BEE4-2FD9-4233-80FF-76ADF966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432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0 h 3"/>
                <a:gd name="T4" fmla="*/ 0 w 2"/>
                <a:gd name="T5" fmla="*/ 661 h 3"/>
                <a:gd name="T6" fmla="*/ 313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81" name="Freeform 1839">
              <a:extLst>
                <a:ext uri="{FF2B5EF4-FFF2-40B4-BE49-F238E27FC236}">
                  <a16:creationId xmlns:a16="http://schemas.microsoft.com/office/drawing/2014/main" id="{9B767F79-A5D7-4BF0-B67C-2D5D33197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445"/>
              <a:ext cx="17" cy="19"/>
            </a:xfrm>
            <a:custGeom>
              <a:avLst/>
              <a:gdLst>
                <a:gd name="T0" fmla="*/ 1243 w 7"/>
                <a:gd name="T1" fmla="*/ 442 h 7"/>
                <a:gd name="T2" fmla="*/ 413 w 7"/>
                <a:gd name="T3" fmla="*/ 442 h 7"/>
                <a:gd name="T4" fmla="*/ 170 w 7"/>
                <a:gd name="T5" fmla="*/ 2063 h 7"/>
                <a:gd name="T6" fmla="*/ 1243 w 7"/>
                <a:gd name="T7" fmla="*/ 2342 h 7"/>
                <a:gd name="T8" fmla="*/ 124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82" name="Freeform 1840">
              <a:extLst>
                <a:ext uri="{FF2B5EF4-FFF2-40B4-BE49-F238E27FC236}">
                  <a16:creationId xmlns:a16="http://schemas.microsoft.com/office/drawing/2014/main" id="{CCEAFC74-439A-4400-AFEF-1CC3A772C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448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83" name="Freeform 1841">
              <a:extLst>
                <a:ext uri="{FF2B5EF4-FFF2-40B4-BE49-F238E27FC236}">
                  <a16:creationId xmlns:a16="http://schemas.microsoft.com/office/drawing/2014/main" id="{11C2D8EA-5DC7-43B0-9E6B-39A9E26F8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461"/>
              <a:ext cx="17" cy="19"/>
            </a:xfrm>
            <a:custGeom>
              <a:avLst/>
              <a:gdLst>
                <a:gd name="T0" fmla="*/ 1243 w 7"/>
                <a:gd name="T1" fmla="*/ 442 h 7"/>
                <a:gd name="T2" fmla="*/ 413 w 7"/>
                <a:gd name="T3" fmla="*/ 442 h 7"/>
                <a:gd name="T4" fmla="*/ 170 w 7"/>
                <a:gd name="T5" fmla="*/ 2342 h 7"/>
                <a:gd name="T6" fmla="*/ 1243 w 7"/>
                <a:gd name="T7" fmla="*/ 2342 h 7"/>
                <a:gd name="T8" fmla="*/ 124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84" name="Freeform 1842">
              <a:extLst>
                <a:ext uri="{FF2B5EF4-FFF2-40B4-BE49-F238E27FC236}">
                  <a16:creationId xmlns:a16="http://schemas.microsoft.com/office/drawing/2014/main" id="{E112D190-AA4F-4C02-AD37-5C05FC3FE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467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520 h 2"/>
                <a:gd name="T6" fmla="*/ 520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85" name="Freeform 1843">
              <a:extLst>
                <a:ext uri="{FF2B5EF4-FFF2-40B4-BE49-F238E27FC236}">
                  <a16:creationId xmlns:a16="http://schemas.microsoft.com/office/drawing/2014/main" id="{3BC552BA-B62A-4DFD-B8F5-8AF42B555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477"/>
              <a:ext cx="18" cy="19"/>
            </a:xfrm>
            <a:custGeom>
              <a:avLst/>
              <a:gdLst>
                <a:gd name="T0" fmla="*/ 1700 w 7"/>
                <a:gd name="T1" fmla="*/ 760 h 7"/>
                <a:gd name="T2" fmla="*/ 357 w 7"/>
                <a:gd name="T3" fmla="*/ 442 h 7"/>
                <a:gd name="T4" fmla="*/ 357 w 7"/>
                <a:gd name="T5" fmla="*/ 2342 h 7"/>
                <a:gd name="T6" fmla="*/ 1700 w 7"/>
                <a:gd name="T7" fmla="*/ 2342 h 7"/>
                <a:gd name="T8" fmla="*/ 1700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86" name="Freeform 1844">
              <a:extLst>
                <a:ext uri="{FF2B5EF4-FFF2-40B4-BE49-F238E27FC236}">
                  <a16:creationId xmlns:a16="http://schemas.microsoft.com/office/drawing/2014/main" id="{6448E71E-2234-49D9-AA3B-67469FDBD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483"/>
              <a:ext cx="8" cy="5"/>
            </a:xfrm>
            <a:custGeom>
              <a:avLst/>
              <a:gdLst>
                <a:gd name="T0" fmla="*/ 661 w 3"/>
                <a:gd name="T1" fmla="*/ 0 h 2"/>
                <a:gd name="T2" fmla="*/ 397 w 3"/>
                <a:gd name="T3" fmla="*/ 0 h 2"/>
                <a:gd name="T4" fmla="*/ 397 w 3"/>
                <a:gd name="T5" fmla="*/ 520 h 2"/>
                <a:gd name="T6" fmla="*/ 661 w 3"/>
                <a:gd name="T7" fmla="*/ 520 h 2"/>
                <a:gd name="T8" fmla="*/ 661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87" name="Freeform 1845">
              <a:extLst>
                <a:ext uri="{FF2B5EF4-FFF2-40B4-BE49-F238E27FC236}">
                  <a16:creationId xmlns:a16="http://schemas.microsoft.com/office/drawing/2014/main" id="{AC12BB01-AC41-4E80-A0AF-4FBB2179F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496"/>
              <a:ext cx="20" cy="19"/>
            </a:xfrm>
            <a:custGeom>
              <a:avLst/>
              <a:gdLst>
                <a:gd name="T0" fmla="*/ 1488 w 8"/>
                <a:gd name="T1" fmla="*/ 442 h 7"/>
                <a:gd name="T2" fmla="*/ 520 w 8"/>
                <a:gd name="T3" fmla="*/ 442 h 7"/>
                <a:gd name="T4" fmla="*/ 520 w 8"/>
                <a:gd name="T5" fmla="*/ 2063 h 7"/>
                <a:gd name="T6" fmla="*/ 1488 w 8"/>
                <a:gd name="T7" fmla="*/ 2342 h 7"/>
                <a:gd name="T8" fmla="*/ 1488 w 8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2" y="5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8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88" name="Freeform 1846">
              <a:extLst>
                <a:ext uri="{FF2B5EF4-FFF2-40B4-BE49-F238E27FC236}">
                  <a16:creationId xmlns:a16="http://schemas.microsoft.com/office/drawing/2014/main" id="{FA97124F-2723-453D-84F4-CCBB241AF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499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89" name="Freeform 1847">
              <a:extLst>
                <a:ext uri="{FF2B5EF4-FFF2-40B4-BE49-F238E27FC236}">
                  <a16:creationId xmlns:a16="http://schemas.microsoft.com/office/drawing/2014/main" id="{CCAC9808-B458-4C68-BAC6-24331A9FD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512"/>
              <a:ext cx="18" cy="19"/>
            </a:xfrm>
            <a:custGeom>
              <a:avLst/>
              <a:gdLst>
                <a:gd name="T0" fmla="*/ 1700 w 7"/>
                <a:gd name="T1" fmla="*/ 760 h 7"/>
                <a:gd name="T2" fmla="*/ 563 w 7"/>
                <a:gd name="T3" fmla="*/ 442 h 7"/>
                <a:gd name="T4" fmla="*/ 357 w 7"/>
                <a:gd name="T5" fmla="*/ 2342 h 7"/>
                <a:gd name="T6" fmla="*/ 1700 w 7"/>
                <a:gd name="T7" fmla="*/ 2342 h 7"/>
                <a:gd name="T8" fmla="*/ 1700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5"/>
                    <a:pt x="1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90" name="Freeform 1848">
              <a:extLst>
                <a:ext uri="{FF2B5EF4-FFF2-40B4-BE49-F238E27FC236}">
                  <a16:creationId xmlns:a16="http://schemas.microsoft.com/office/drawing/2014/main" id="{65372BF2-CB1A-4A01-9499-8BDF524B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1517"/>
              <a:ext cx="5" cy="6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1458 h 2"/>
                <a:gd name="T6" fmla="*/ 520 w 2"/>
                <a:gd name="T7" fmla="*/ 1458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91" name="Freeform 1849">
              <a:extLst>
                <a:ext uri="{FF2B5EF4-FFF2-40B4-BE49-F238E27FC236}">
                  <a16:creationId xmlns:a16="http://schemas.microsoft.com/office/drawing/2014/main" id="{76F599F8-CAE4-47AA-AF52-8D5DF39DA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075"/>
              <a:ext cx="18" cy="19"/>
            </a:xfrm>
            <a:custGeom>
              <a:avLst/>
              <a:gdLst>
                <a:gd name="T0" fmla="*/ 2003 w 7"/>
                <a:gd name="T1" fmla="*/ 1200 h 7"/>
                <a:gd name="T2" fmla="*/ 918 w 7"/>
                <a:gd name="T3" fmla="*/ 0 h 7"/>
                <a:gd name="T4" fmla="*/ 0 w 7"/>
                <a:gd name="T5" fmla="*/ 1620 h 7"/>
                <a:gd name="T6" fmla="*/ 1137 w 7"/>
                <a:gd name="T7" fmla="*/ 2823 h 7"/>
                <a:gd name="T8" fmla="*/ 2003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1"/>
                    <a:pt x="5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1" y="6"/>
                    <a:pt x="2" y="7"/>
                    <a:pt x="4" y="7"/>
                  </a:cubicBezTo>
                  <a:cubicBezTo>
                    <a:pt x="6" y="6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92" name="Freeform 1850">
              <a:extLst>
                <a:ext uri="{FF2B5EF4-FFF2-40B4-BE49-F238E27FC236}">
                  <a16:creationId xmlns:a16="http://schemas.microsoft.com/office/drawing/2014/main" id="{2C80A2D6-EF19-414B-8E7C-B397D0DD1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080"/>
              <a:ext cx="5" cy="6"/>
            </a:xfrm>
            <a:custGeom>
              <a:avLst/>
              <a:gdLst>
                <a:gd name="T0" fmla="*/ 520 w 2"/>
                <a:gd name="T1" fmla="*/ 0 h 2"/>
                <a:gd name="T2" fmla="*/ 313 w 2"/>
                <a:gd name="T3" fmla="*/ 0 h 2"/>
                <a:gd name="T4" fmla="*/ 0 w 2"/>
                <a:gd name="T5" fmla="*/ 729 h 2"/>
                <a:gd name="T6" fmla="*/ 313 w 2"/>
                <a:gd name="T7" fmla="*/ 1458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93" name="Freeform 1851">
              <a:extLst>
                <a:ext uri="{FF2B5EF4-FFF2-40B4-BE49-F238E27FC236}">
                  <a16:creationId xmlns:a16="http://schemas.microsoft.com/office/drawing/2014/main" id="{C13D8A4C-044C-4D1D-9DD7-AEBAE46E0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088"/>
              <a:ext cx="18" cy="19"/>
            </a:xfrm>
            <a:custGeom>
              <a:avLst/>
              <a:gdLst>
                <a:gd name="T0" fmla="*/ 1700 w 7"/>
                <a:gd name="T1" fmla="*/ 1200 h 7"/>
                <a:gd name="T2" fmla="*/ 918 w 7"/>
                <a:gd name="T3" fmla="*/ 0 h 7"/>
                <a:gd name="T4" fmla="*/ 0 w 7"/>
                <a:gd name="T5" fmla="*/ 1620 h 7"/>
                <a:gd name="T6" fmla="*/ 1137 w 7"/>
                <a:gd name="T7" fmla="*/ 2342 h 7"/>
                <a:gd name="T8" fmla="*/ 1700 w 7"/>
                <a:gd name="T9" fmla="*/ 12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6" y="1"/>
                    <a:pt x="4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2" y="7"/>
                    <a:pt x="4" y="6"/>
                  </a:cubicBezTo>
                  <a:cubicBezTo>
                    <a:pt x="5" y="6"/>
                    <a:pt x="7" y="4"/>
                    <a:pt x="6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94" name="Freeform 1852">
              <a:extLst>
                <a:ext uri="{FF2B5EF4-FFF2-40B4-BE49-F238E27FC236}">
                  <a16:creationId xmlns:a16="http://schemas.microsoft.com/office/drawing/2014/main" id="{5D13741B-89E2-442A-A1CD-379E0BE78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091"/>
              <a:ext cx="8" cy="8"/>
            </a:xfrm>
            <a:custGeom>
              <a:avLst/>
              <a:gdLst>
                <a:gd name="T0" fmla="*/ 1059 w 3"/>
                <a:gd name="T1" fmla="*/ 397 h 3"/>
                <a:gd name="T2" fmla="*/ 397 w 3"/>
                <a:gd name="T3" fmla="*/ 0 h 3"/>
                <a:gd name="T4" fmla="*/ 397 w 3"/>
                <a:gd name="T5" fmla="*/ 661 h 3"/>
                <a:gd name="T6" fmla="*/ 661 w 3"/>
                <a:gd name="T7" fmla="*/ 1059 h 3"/>
                <a:gd name="T8" fmla="*/ 1059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2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95" name="Freeform 1853">
              <a:extLst>
                <a:ext uri="{FF2B5EF4-FFF2-40B4-BE49-F238E27FC236}">
                  <a16:creationId xmlns:a16="http://schemas.microsoft.com/office/drawing/2014/main" id="{C8FCF49D-5C07-49EA-991E-822D0DCB5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102"/>
              <a:ext cx="20" cy="18"/>
            </a:xfrm>
            <a:custGeom>
              <a:avLst/>
              <a:gdLst>
                <a:gd name="T0" fmla="*/ 1770 w 8"/>
                <a:gd name="T1" fmla="*/ 563 h 7"/>
                <a:gd name="T2" fmla="*/ 783 w 8"/>
                <a:gd name="T3" fmla="*/ 0 h 7"/>
                <a:gd name="T4" fmla="*/ 313 w 8"/>
                <a:gd name="T5" fmla="*/ 1137 h 7"/>
                <a:gd name="T6" fmla="*/ 1300 w 8"/>
                <a:gd name="T7" fmla="*/ 1700 h 7"/>
                <a:gd name="T8" fmla="*/ 1770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7" y="1"/>
                    <a:pt x="5" y="0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1" y="6"/>
                    <a:pt x="3" y="7"/>
                    <a:pt x="5" y="6"/>
                  </a:cubicBezTo>
                  <a:cubicBezTo>
                    <a:pt x="7" y="6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96" name="Freeform 1854">
              <a:extLst>
                <a:ext uri="{FF2B5EF4-FFF2-40B4-BE49-F238E27FC236}">
                  <a16:creationId xmlns:a16="http://schemas.microsoft.com/office/drawing/2014/main" id="{6FBE7527-D77B-4676-BCD7-4458C56EC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104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397 h 3"/>
                <a:gd name="T4" fmla="*/ 0 w 3"/>
                <a:gd name="T5" fmla="*/ 661 h 3"/>
                <a:gd name="T6" fmla="*/ 661 w 3"/>
                <a:gd name="T7" fmla="*/ 1059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2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3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97" name="Freeform 1855">
              <a:extLst>
                <a:ext uri="{FF2B5EF4-FFF2-40B4-BE49-F238E27FC236}">
                  <a16:creationId xmlns:a16="http://schemas.microsoft.com/office/drawing/2014/main" id="{23AA2D3A-570E-4B66-8F38-7EC931F5E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115"/>
              <a:ext cx="17" cy="19"/>
            </a:xfrm>
            <a:custGeom>
              <a:avLst/>
              <a:gdLst>
                <a:gd name="T0" fmla="*/ 1433 w 7"/>
                <a:gd name="T1" fmla="*/ 760 h 7"/>
                <a:gd name="T2" fmla="*/ 590 w 7"/>
                <a:gd name="T3" fmla="*/ 0 h 7"/>
                <a:gd name="T4" fmla="*/ 170 w 7"/>
                <a:gd name="T5" fmla="*/ 1620 h 7"/>
                <a:gd name="T6" fmla="*/ 1003 w 7"/>
                <a:gd name="T7" fmla="*/ 2342 h 7"/>
                <a:gd name="T8" fmla="*/ 143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1" y="6"/>
                    <a:pt x="3" y="7"/>
                    <a:pt x="5" y="6"/>
                  </a:cubicBezTo>
                  <a:cubicBezTo>
                    <a:pt x="6" y="6"/>
                    <a:pt x="7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98" name="Freeform 1856">
              <a:extLst>
                <a:ext uri="{FF2B5EF4-FFF2-40B4-BE49-F238E27FC236}">
                  <a16:creationId xmlns:a16="http://schemas.microsoft.com/office/drawing/2014/main" id="{77404D48-9166-4421-8780-73AFC739D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118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313 w 2"/>
                <a:gd name="T3" fmla="*/ 0 h 3"/>
                <a:gd name="T4" fmla="*/ 0 w 2"/>
                <a:gd name="T5" fmla="*/ 661 h 3"/>
                <a:gd name="T6" fmla="*/ 313 w 2"/>
                <a:gd name="T7" fmla="*/ 1059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99" name="Freeform 1857">
              <a:extLst>
                <a:ext uri="{FF2B5EF4-FFF2-40B4-BE49-F238E27FC236}">
                  <a16:creationId xmlns:a16="http://schemas.microsoft.com/office/drawing/2014/main" id="{2138CA83-6EDD-4953-A7ED-5C037AA24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128"/>
              <a:ext cx="17" cy="19"/>
            </a:xfrm>
            <a:custGeom>
              <a:avLst/>
              <a:gdLst>
                <a:gd name="T0" fmla="*/ 1433 w 7"/>
                <a:gd name="T1" fmla="*/ 760 h 7"/>
                <a:gd name="T2" fmla="*/ 590 w 7"/>
                <a:gd name="T3" fmla="*/ 0 h 7"/>
                <a:gd name="T4" fmla="*/ 170 w 7"/>
                <a:gd name="T5" fmla="*/ 1620 h 7"/>
                <a:gd name="T6" fmla="*/ 1003 w 7"/>
                <a:gd name="T7" fmla="*/ 2342 h 7"/>
                <a:gd name="T8" fmla="*/ 143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1" y="6"/>
                    <a:pt x="3" y="7"/>
                    <a:pt x="5" y="6"/>
                  </a:cubicBezTo>
                  <a:cubicBezTo>
                    <a:pt x="6" y="6"/>
                    <a:pt x="7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00" name="Freeform 1858">
              <a:extLst>
                <a:ext uri="{FF2B5EF4-FFF2-40B4-BE49-F238E27FC236}">
                  <a16:creationId xmlns:a16="http://schemas.microsoft.com/office/drawing/2014/main" id="{535AD0F6-C185-4227-B8B2-A84F964C7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131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313 w 2"/>
                <a:gd name="T3" fmla="*/ 397 h 3"/>
                <a:gd name="T4" fmla="*/ 0 w 2"/>
                <a:gd name="T5" fmla="*/ 661 h 3"/>
                <a:gd name="T6" fmla="*/ 313 w 2"/>
                <a:gd name="T7" fmla="*/ 1059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01" name="Freeform 1859">
              <a:extLst>
                <a:ext uri="{FF2B5EF4-FFF2-40B4-BE49-F238E27FC236}">
                  <a16:creationId xmlns:a16="http://schemas.microsoft.com/office/drawing/2014/main" id="{11E87AF4-D2C9-4AC9-AF7A-DFF4AE75E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142"/>
              <a:ext cx="17" cy="18"/>
            </a:xfrm>
            <a:custGeom>
              <a:avLst/>
              <a:gdLst>
                <a:gd name="T0" fmla="*/ 1433 w 7"/>
                <a:gd name="T1" fmla="*/ 918 h 7"/>
                <a:gd name="T2" fmla="*/ 590 w 7"/>
                <a:gd name="T3" fmla="*/ 357 h 7"/>
                <a:gd name="T4" fmla="*/ 170 w 7"/>
                <a:gd name="T5" fmla="*/ 1448 h 7"/>
                <a:gd name="T6" fmla="*/ 1003 w 7"/>
                <a:gd name="T7" fmla="*/ 2003 h 7"/>
                <a:gd name="T8" fmla="*/ 1433 w 7"/>
                <a:gd name="T9" fmla="*/ 9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1"/>
                    <a:pt x="4" y="0"/>
                    <a:pt x="3" y="1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1" y="6"/>
                    <a:pt x="3" y="7"/>
                    <a:pt x="5" y="7"/>
                  </a:cubicBezTo>
                  <a:cubicBezTo>
                    <a:pt x="6" y="6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02" name="Freeform 1860">
              <a:extLst>
                <a:ext uri="{FF2B5EF4-FFF2-40B4-BE49-F238E27FC236}">
                  <a16:creationId xmlns:a16="http://schemas.microsoft.com/office/drawing/2014/main" id="{D57559F0-41D9-473F-9889-15C1C23C4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147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313 w 2"/>
                <a:gd name="T3" fmla="*/ 0 h 2"/>
                <a:gd name="T4" fmla="*/ 0 w 2"/>
                <a:gd name="T5" fmla="*/ 313 h 2"/>
                <a:gd name="T6" fmla="*/ 313 w 2"/>
                <a:gd name="T7" fmla="*/ 52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03" name="Freeform 1861">
              <a:extLst>
                <a:ext uri="{FF2B5EF4-FFF2-40B4-BE49-F238E27FC236}">
                  <a16:creationId xmlns:a16="http://schemas.microsoft.com/office/drawing/2014/main" id="{C222A0B0-4BD2-412D-8127-002172BFE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155"/>
              <a:ext cx="20" cy="21"/>
            </a:xfrm>
            <a:custGeom>
              <a:avLst/>
              <a:gdLst>
                <a:gd name="T0" fmla="*/ 1770 w 8"/>
                <a:gd name="T1" fmla="*/ 992 h 8"/>
                <a:gd name="T2" fmla="*/ 783 w 8"/>
                <a:gd name="T3" fmla="*/ 378 h 8"/>
                <a:gd name="T4" fmla="*/ 313 w 8"/>
                <a:gd name="T5" fmla="*/ 1612 h 8"/>
                <a:gd name="T6" fmla="*/ 1300 w 8"/>
                <a:gd name="T7" fmla="*/ 2226 h 8"/>
                <a:gd name="T8" fmla="*/ 1770 w 8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6" y="1"/>
                    <a:pt x="5" y="0"/>
                    <a:pt x="3" y="1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1" y="7"/>
                    <a:pt x="3" y="8"/>
                    <a:pt x="5" y="7"/>
                  </a:cubicBezTo>
                  <a:cubicBezTo>
                    <a:pt x="7" y="7"/>
                    <a:pt x="8" y="5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04" name="Freeform 1862">
              <a:extLst>
                <a:ext uri="{FF2B5EF4-FFF2-40B4-BE49-F238E27FC236}">
                  <a16:creationId xmlns:a16="http://schemas.microsoft.com/office/drawing/2014/main" id="{237F2790-7A8C-48A8-879D-9AD6A16D2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60"/>
              <a:ext cx="8" cy="5"/>
            </a:xfrm>
            <a:custGeom>
              <a:avLst/>
              <a:gdLst>
                <a:gd name="T0" fmla="*/ 661 w 3"/>
                <a:gd name="T1" fmla="*/ 313 h 2"/>
                <a:gd name="T2" fmla="*/ 397 w 3"/>
                <a:gd name="T3" fmla="*/ 0 h 2"/>
                <a:gd name="T4" fmla="*/ 0 w 3"/>
                <a:gd name="T5" fmla="*/ 520 h 2"/>
                <a:gd name="T6" fmla="*/ 661 w 3"/>
                <a:gd name="T7" fmla="*/ 520 h 2"/>
                <a:gd name="T8" fmla="*/ 661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3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05" name="Freeform 1863">
              <a:extLst>
                <a:ext uri="{FF2B5EF4-FFF2-40B4-BE49-F238E27FC236}">
                  <a16:creationId xmlns:a16="http://schemas.microsoft.com/office/drawing/2014/main" id="{900FD419-59EB-4F8E-8223-54A5D759B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171"/>
              <a:ext cx="18" cy="18"/>
            </a:xfrm>
            <a:custGeom>
              <a:avLst/>
              <a:gdLst>
                <a:gd name="T0" fmla="*/ 1700 w 7"/>
                <a:gd name="T1" fmla="*/ 918 h 7"/>
                <a:gd name="T2" fmla="*/ 563 w 7"/>
                <a:gd name="T3" fmla="*/ 357 h 7"/>
                <a:gd name="T4" fmla="*/ 0 w 7"/>
                <a:gd name="T5" fmla="*/ 1448 h 7"/>
                <a:gd name="T6" fmla="*/ 1137 w 7"/>
                <a:gd name="T7" fmla="*/ 2003 h 7"/>
                <a:gd name="T8" fmla="*/ 1700 w 7"/>
                <a:gd name="T9" fmla="*/ 9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1" y="6"/>
                    <a:pt x="3" y="7"/>
                    <a:pt x="4" y="7"/>
                  </a:cubicBezTo>
                  <a:cubicBezTo>
                    <a:pt x="6" y="6"/>
                    <a:pt x="7" y="4"/>
                    <a:pt x="6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06" name="Freeform 1864">
              <a:extLst>
                <a:ext uri="{FF2B5EF4-FFF2-40B4-BE49-F238E27FC236}">
                  <a16:creationId xmlns:a16="http://schemas.microsoft.com/office/drawing/2014/main" id="{606174F6-60B1-4DBE-8096-C4BC421D8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176"/>
              <a:ext cx="8" cy="5"/>
            </a:xfrm>
            <a:custGeom>
              <a:avLst/>
              <a:gdLst>
                <a:gd name="T0" fmla="*/ 1059 w 3"/>
                <a:gd name="T1" fmla="*/ 313 h 2"/>
                <a:gd name="T2" fmla="*/ 397 w 3"/>
                <a:gd name="T3" fmla="*/ 0 h 2"/>
                <a:gd name="T4" fmla="*/ 397 w 3"/>
                <a:gd name="T5" fmla="*/ 313 h 2"/>
                <a:gd name="T6" fmla="*/ 661 w 3"/>
                <a:gd name="T7" fmla="*/ 520 h 2"/>
                <a:gd name="T8" fmla="*/ 1059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07" name="Freeform 1865">
              <a:extLst>
                <a:ext uri="{FF2B5EF4-FFF2-40B4-BE49-F238E27FC236}">
                  <a16:creationId xmlns:a16="http://schemas.microsoft.com/office/drawing/2014/main" id="{23CF05E1-CF6D-42AB-A51C-B2C9C17E2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187"/>
              <a:ext cx="20" cy="18"/>
            </a:xfrm>
            <a:custGeom>
              <a:avLst/>
              <a:gdLst>
                <a:gd name="T0" fmla="*/ 1770 w 8"/>
                <a:gd name="T1" fmla="*/ 563 h 7"/>
                <a:gd name="T2" fmla="*/ 783 w 8"/>
                <a:gd name="T3" fmla="*/ 0 h 7"/>
                <a:gd name="T4" fmla="*/ 313 w 8"/>
                <a:gd name="T5" fmla="*/ 1448 h 7"/>
                <a:gd name="T6" fmla="*/ 1300 w 8"/>
                <a:gd name="T7" fmla="*/ 1700 h 7"/>
                <a:gd name="T8" fmla="*/ 1770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6" y="0"/>
                    <a:pt x="4" y="0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2" y="6"/>
                    <a:pt x="4" y="7"/>
                    <a:pt x="5" y="6"/>
                  </a:cubicBezTo>
                  <a:cubicBezTo>
                    <a:pt x="7" y="6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08" name="Freeform 1866">
              <a:extLst>
                <a:ext uri="{FF2B5EF4-FFF2-40B4-BE49-F238E27FC236}">
                  <a16:creationId xmlns:a16="http://schemas.microsoft.com/office/drawing/2014/main" id="{5D00491E-D684-40DD-A9FB-384F6A794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189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313 w 2"/>
                <a:gd name="T3" fmla="*/ 397 h 3"/>
                <a:gd name="T4" fmla="*/ 0 w 2"/>
                <a:gd name="T5" fmla="*/ 661 h 3"/>
                <a:gd name="T6" fmla="*/ 520 w 2"/>
                <a:gd name="T7" fmla="*/ 1059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09" name="Freeform 1867">
              <a:extLst>
                <a:ext uri="{FF2B5EF4-FFF2-40B4-BE49-F238E27FC236}">
                  <a16:creationId xmlns:a16="http://schemas.microsoft.com/office/drawing/2014/main" id="{0D13F247-3993-4120-A3A7-17FEF38F8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200"/>
              <a:ext cx="17" cy="21"/>
            </a:xfrm>
            <a:custGeom>
              <a:avLst/>
              <a:gdLst>
                <a:gd name="T0" fmla="*/ 1243 w 7"/>
                <a:gd name="T1" fmla="*/ 614 h 8"/>
                <a:gd name="T2" fmla="*/ 413 w 7"/>
                <a:gd name="T3" fmla="*/ 378 h 8"/>
                <a:gd name="T4" fmla="*/ 0 w 7"/>
                <a:gd name="T5" fmla="*/ 1612 h 8"/>
                <a:gd name="T6" fmla="*/ 1003 w 7"/>
                <a:gd name="T7" fmla="*/ 2226 h 8"/>
                <a:gd name="T8" fmla="*/ 1243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1" y="7"/>
                    <a:pt x="3" y="8"/>
                    <a:pt x="5" y="7"/>
                  </a:cubicBezTo>
                  <a:cubicBezTo>
                    <a:pt x="6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10" name="Freeform 1868">
              <a:extLst>
                <a:ext uri="{FF2B5EF4-FFF2-40B4-BE49-F238E27FC236}">
                  <a16:creationId xmlns:a16="http://schemas.microsoft.com/office/drawing/2014/main" id="{95F9192F-CBE7-4073-9551-1EB073B81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05"/>
              <a:ext cx="7" cy="6"/>
            </a:xfrm>
            <a:custGeom>
              <a:avLst/>
              <a:gdLst>
                <a:gd name="T0" fmla="*/ 469 w 3"/>
                <a:gd name="T1" fmla="*/ 729 h 2"/>
                <a:gd name="T2" fmla="*/ 152 w 3"/>
                <a:gd name="T3" fmla="*/ 0 h 2"/>
                <a:gd name="T4" fmla="*/ 152 w 3"/>
                <a:gd name="T5" fmla="*/ 1458 h 2"/>
                <a:gd name="T6" fmla="*/ 355 w 3"/>
                <a:gd name="T7" fmla="*/ 1458 h 2"/>
                <a:gd name="T8" fmla="*/ 469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11" name="Freeform 1869">
              <a:extLst>
                <a:ext uri="{FF2B5EF4-FFF2-40B4-BE49-F238E27FC236}">
                  <a16:creationId xmlns:a16="http://schemas.microsoft.com/office/drawing/2014/main" id="{38EF7797-DB70-4CC1-888D-29005C3F7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216"/>
              <a:ext cx="18" cy="19"/>
            </a:xfrm>
            <a:custGeom>
              <a:avLst/>
              <a:gdLst>
                <a:gd name="T0" fmla="*/ 1700 w 7"/>
                <a:gd name="T1" fmla="*/ 760 h 7"/>
                <a:gd name="T2" fmla="*/ 563 w 7"/>
                <a:gd name="T3" fmla="*/ 442 h 7"/>
                <a:gd name="T4" fmla="*/ 0 w 7"/>
                <a:gd name="T5" fmla="*/ 2063 h 7"/>
                <a:gd name="T6" fmla="*/ 1448 w 7"/>
                <a:gd name="T7" fmla="*/ 2342 h 7"/>
                <a:gd name="T8" fmla="*/ 1700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1" y="6"/>
                    <a:pt x="3" y="7"/>
                    <a:pt x="5" y="6"/>
                  </a:cubicBezTo>
                  <a:cubicBezTo>
                    <a:pt x="6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12" name="Freeform 1870">
              <a:extLst>
                <a:ext uri="{FF2B5EF4-FFF2-40B4-BE49-F238E27FC236}">
                  <a16:creationId xmlns:a16="http://schemas.microsoft.com/office/drawing/2014/main" id="{3962486E-CB03-443F-836E-AA113B6FE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219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397 h 3"/>
                <a:gd name="T4" fmla="*/ 0 w 3"/>
                <a:gd name="T5" fmla="*/ 661 h 3"/>
                <a:gd name="T6" fmla="*/ 661 w 3"/>
                <a:gd name="T7" fmla="*/ 1059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2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13" name="Freeform 1871">
              <a:extLst>
                <a:ext uri="{FF2B5EF4-FFF2-40B4-BE49-F238E27FC236}">
                  <a16:creationId xmlns:a16="http://schemas.microsoft.com/office/drawing/2014/main" id="{6C0C942A-5704-4CAC-886D-E6C3EFAB5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232"/>
              <a:ext cx="20" cy="19"/>
            </a:xfrm>
            <a:custGeom>
              <a:avLst/>
              <a:gdLst>
                <a:gd name="T0" fmla="*/ 1770 w 8"/>
                <a:gd name="T1" fmla="*/ 760 h 7"/>
                <a:gd name="T2" fmla="*/ 783 w 8"/>
                <a:gd name="T3" fmla="*/ 0 h 7"/>
                <a:gd name="T4" fmla="*/ 313 w 8"/>
                <a:gd name="T5" fmla="*/ 2063 h 7"/>
                <a:gd name="T6" fmla="*/ 1300 w 8"/>
                <a:gd name="T7" fmla="*/ 2342 h 7"/>
                <a:gd name="T8" fmla="*/ 1770 w 8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6" y="0"/>
                    <a:pt x="4" y="0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2" y="6"/>
                    <a:pt x="4" y="7"/>
                    <a:pt x="5" y="6"/>
                  </a:cubicBezTo>
                  <a:cubicBezTo>
                    <a:pt x="7" y="5"/>
                    <a:pt x="8" y="3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14" name="Freeform 1872">
              <a:extLst>
                <a:ext uri="{FF2B5EF4-FFF2-40B4-BE49-F238E27FC236}">
                  <a16:creationId xmlns:a16="http://schemas.microsoft.com/office/drawing/2014/main" id="{D7BF22D9-5398-41F2-A0CA-607068D5A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235"/>
              <a:ext cx="7" cy="8"/>
            </a:xfrm>
            <a:custGeom>
              <a:avLst/>
              <a:gdLst>
                <a:gd name="T0" fmla="*/ 355 w 3"/>
                <a:gd name="T1" fmla="*/ 397 h 3"/>
                <a:gd name="T2" fmla="*/ 152 w 3"/>
                <a:gd name="T3" fmla="*/ 0 h 3"/>
                <a:gd name="T4" fmla="*/ 0 w 3"/>
                <a:gd name="T5" fmla="*/ 661 h 3"/>
                <a:gd name="T6" fmla="*/ 355 w 3"/>
                <a:gd name="T7" fmla="*/ 661 h 3"/>
                <a:gd name="T8" fmla="*/ 355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15" name="Freeform 1873">
              <a:extLst>
                <a:ext uri="{FF2B5EF4-FFF2-40B4-BE49-F238E27FC236}">
                  <a16:creationId xmlns:a16="http://schemas.microsoft.com/office/drawing/2014/main" id="{00F38CA4-1861-4DE2-B13C-EB62457A0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245"/>
              <a:ext cx="20" cy="22"/>
            </a:xfrm>
            <a:custGeom>
              <a:avLst/>
              <a:gdLst>
                <a:gd name="T0" fmla="*/ 1770 w 8"/>
                <a:gd name="T1" fmla="*/ 1271 h 8"/>
                <a:gd name="T2" fmla="*/ 783 w 8"/>
                <a:gd name="T3" fmla="*/ 462 h 8"/>
                <a:gd name="T4" fmla="*/ 313 w 8"/>
                <a:gd name="T5" fmla="*/ 2684 h 8"/>
                <a:gd name="T6" fmla="*/ 1300 w 8"/>
                <a:gd name="T7" fmla="*/ 2973 h 8"/>
                <a:gd name="T8" fmla="*/ 1770 w 8"/>
                <a:gd name="T9" fmla="*/ 127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6" y="1"/>
                    <a:pt x="4" y="0"/>
                    <a:pt x="3" y="1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8" y="4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16" name="Freeform 1874">
              <a:extLst>
                <a:ext uri="{FF2B5EF4-FFF2-40B4-BE49-F238E27FC236}">
                  <a16:creationId xmlns:a16="http://schemas.microsoft.com/office/drawing/2014/main" id="{8E765F50-D2FC-4F76-959F-7C723A9A2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251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0 h 3"/>
                <a:gd name="T4" fmla="*/ 0 w 3"/>
                <a:gd name="T5" fmla="*/ 661 h 3"/>
                <a:gd name="T6" fmla="*/ 661 w 3"/>
                <a:gd name="T7" fmla="*/ 661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17" name="Freeform 1875">
              <a:extLst>
                <a:ext uri="{FF2B5EF4-FFF2-40B4-BE49-F238E27FC236}">
                  <a16:creationId xmlns:a16="http://schemas.microsoft.com/office/drawing/2014/main" id="{EF07970B-33AB-4CCB-A25B-749D09E9B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261"/>
              <a:ext cx="17" cy="22"/>
            </a:xfrm>
            <a:custGeom>
              <a:avLst/>
              <a:gdLst>
                <a:gd name="T0" fmla="*/ 1243 w 7"/>
                <a:gd name="T1" fmla="*/ 1271 h 8"/>
                <a:gd name="T2" fmla="*/ 413 w 7"/>
                <a:gd name="T3" fmla="*/ 462 h 8"/>
                <a:gd name="T4" fmla="*/ 0 w 7"/>
                <a:gd name="T5" fmla="*/ 2225 h 8"/>
                <a:gd name="T6" fmla="*/ 1003 w 7"/>
                <a:gd name="T7" fmla="*/ 2973 h 8"/>
                <a:gd name="T8" fmla="*/ 1243 w 7"/>
                <a:gd name="T9" fmla="*/ 127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1" y="7"/>
                    <a:pt x="3" y="8"/>
                    <a:pt x="5" y="7"/>
                  </a:cubicBezTo>
                  <a:cubicBezTo>
                    <a:pt x="6" y="6"/>
                    <a:pt x="7" y="4"/>
                    <a:pt x="6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18" name="Freeform 1876">
              <a:extLst>
                <a:ext uri="{FF2B5EF4-FFF2-40B4-BE49-F238E27FC236}">
                  <a16:creationId xmlns:a16="http://schemas.microsoft.com/office/drawing/2014/main" id="{14F9C1EA-861B-4E66-83E9-84E278965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267"/>
              <a:ext cx="7" cy="8"/>
            </a:xfrm>
            <a:custGeom>
              <a:avLst/>
              <a:gdLst>
                <a:gd name="T0" fmla="*/ 469 w 3"/>
                <a:gd name="T1" fmla="*/ 397 h 3"/>
                <a:gd name="T2" fmla="*/ 152 w 3"/>
                <a:gd name="T3" fmla="*/ 0 h 3"/>
                <a:gd name="T4" fmla="*/ 152 w 3"/>
                <a:gd name="T5" fmla="*/ 661 h 3"/>
                <a:gd name="T6" fmla="*/ 355 w 3"/>
                <a:gd name="T7" fmla="*/ 661 h 3"/>
                <a:gd name="T8" fmla="*/ 469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19" name="Freeform 1877">
              <a:extLst>
                <a:ext uri="{FF2B5EF4-FFF2-40B4-BE49-F238E27FC236}">
                  <a16:creationId xmlns:a16="http://schemas.microsoft.com/office/drawing/2014/main" id="{FD33183F-67CE-4E74-A987-112F478A6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277"/>
              <a:ext cx="18" cy="22"/>
            </a:xfrm>
            <a:custGeom>
              <a:avLst/>
              <a:gdLst>
                <a:gd name="T0" fmla="*/ 2003 w 7"/>
                <a:gd name="T1" fmla="*/ 1271 h 8"/>
                <a:gd name="T2" fmla="*/ 563 w 7"/>
                <a:gd name="T3" fmla="*/ 462 h 8"/>
                <a:gd name="T4" fmla="*/ 357 w 7"/>
                <a:gd name="T5" fmla="*/ 2225 h 8"/>
                <a:gd name="T6" fmla="*/ 1448 w 7"/>
                <a:gd name="T7" fmla="*/ 2973 h 8"/>
                <a:gd name="T8" fmla="*/ 2003 w 7"/>
                <a:gd name="T9" fmla="*/ 127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3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1" y="7"/>
                    <a:pt x="3" y="8"/>
                    <a:pt x="5" y="7"/>
                  </a:cubicBezTo>
                  <a:cubicBezTo>
                    <a:pt x="7" y="6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20" name="Freeform 1878">
              <a:extLst>
                <a:ext uri="{FF2B5EF4-FFF2-40B4-BE49-F238E27FC236}">
                  <a16:creationId xmlns:a16="http://schemas.microsoft.com/office/drawing/2014/main" id="{86C0BC03-1DCE-409F-91B7-7BC10EF82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283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0 h 3"/>
                <a:gd name="T4" fmla="*/ 0 w 2"/>
                <a:gd name="T5" fmla="*/ 661 h 3"/>
                <a:gd name="T6" fmla="*/ 313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21" name="Freeform 1879">
              <a:extLst>
                <a:ext uri="{FF2B5EF4-FFF2-40B4-BE49-F238E27FC236}">
                  <a16:creationId xmlns:a16="http://schemas.microsoft.com/office/drawing/2014/main" id="{81F3A545-15C7-44B4-A659-70A419305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293"/>
              <a:ext cx="20" cy="22"/>
            </a:xfrm>
            <a:custGeom>
              <a:avLst/>
              <a:gdLst>
                <a:gd name="T0" fmla="*/ 1770 w 8"/>
                <a:gd name="T1" fmla="*/ 976 h 8"/>
                <a:gd name="T2" fmla="*/ 520 w 8"/>
                <a:gd name="T3" fmla="*/ 462 h 8"/>
                <a:gd name="T4" fmla="*/ 313 w 8"/>
                <a:gd name="T5" fmla="*/ 2684 h 8"/>
                <a:gd name="T6" fmla="*/ 1488 w 8"/>
                <a:gd name="T7" fmla="*/ 2973 h 8"/>
                <a:gd name="T8" fmla="*/ 1770 w 8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2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2" y="7"/>
                    <a:pt x="4" y="8"/>
                    <a:pt x="6" y="7"/>
                  </a:cubicBezTo>
                  <a:cubicBezTo>
                    <a:pt x="7" y="6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22" name="Freeform 1880">
              <a:extLst>
                <a:ext uri="{FF2B5EF4-FFF2-40B4-BE49-F238E27FC236}">
                  <a16:creationId xmlns:a16="http://schemas.microsoft.com/office/drawing/2014/main" id="{3ABA87A1-D62F-4C65-9A6C-745B94B54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299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0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23" name="Freeform 1881">
              <a:extLst>
                <a:ext uri="{FF2B5EF4-FFF2-40B4-BE49-F238E27FC236}">
                  <a16:creationId xmlns:a16="http://schemas.microsoft.com/office/drawing/2014/main" id="{802B6DD9-7CB7-472D-8C56-B7142484B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312"/>
              <a:ext cx="20" cy="19"/>
            </a:xfrm>
            <a:custGeom>
              <a:avLst/>
              <a:gdLst>
                <a:gd name="T0" fmla="*/ 1770 w 8"/>
                <a:gd name="T1" fmla="*/ 760 h 7"/>
                <a:gd name="T2" fmla="*/ 520 w 8"/>
                <a:gd name="T3" fmla="*/ 0 h 7"/>
                <a:gd name="T4" fmla="*/ 313 w 8"/>
                <a:gd name="T5" fmla="*/ 2063 h 7"/>
                <a:gd name="T6" fmla="*/ 1488 w 8"/>
                <a:gd name="T7" fmla="*/ 2342 h 7"/>
                <a:gd name="T8" fmla="*/ 1770 w 8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6" y="0"/>
                    <a:pt x="4" y="0"/>
                    <a:pt x="2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2" y="6"/>
                    <a:pt x="4" y="7"/>
                    <a:pt x="6" y="6"/>
                  </a:cubicBezTo>
                  <a:cubicBezTo>
                    <a:pt x="7" y="5"/>
                    <a:pt x="8" y="3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24" name="Freeform 1882">
              <a:extLst>
                <a:ext uri="{FF2B5EF4-FFF2-40B4-BE49-F238E27FC236}">
                  <a16:creationId xmlns:a16="http://schemas.microsoft.com/office/drawing/2014/main" id="{281F82ED-1312-43BD-9408-F7D3E4DA5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315"/>
              <a:ext cx="7" cy="8"/>
            </a:xfrm>
            <a:custGeom>
              <a:avLst/>
              <a:gdLst>
                <a:gd name="T0" fmla="*/ 355 w 3"/>
                <a:gd name="T1" fmla="*/ 397 h 3"/>
                <a:gd name="T2" fmla="*/ 152 w 3"/>
                <a:gd name="T3" fmla="*/ 0 h 3"/>
                <a:gd name="T4" fmla="*/ 0 w 3"/>
                <a:gd name="T5" fmla="*/ 661 h 3"/>
                <a:gd name="T6" fmla="*/ 355 w 3"/>
                <a:gd name="T7" fmla="*/ 661 h 3"/>
                <a:gd name="T8" fmla="*/ 355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25" name="Freeform 1883">
              <a:extLst>
                <a:ext uri="{FF2B5EF4-FFF2-40B4-BE49-F238E27FC236}">
                  <a16:creationId xmlns:a16="http://schemas.microsoft.com/office/drawing/2014/main" id="{339CE8B3-50DB-4A34-BC7F-9CE6C60C8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325"/>
              <a:ext cx="18" cy="22"/>
            </a:xfrm>
            <a:custGeom>
              <a:avLst/>
              <a:gdLst>
                <a:gd name="T0" fmla="*/ 1700 w 7"/>
                <a:gd name="T1" fmla="*/ 976 h 8"/>
                <a:gd name="T2" fmla="*/ 563 w 7"/>
                <a:gd name="T3" fmla="*/ 462 h 8"/>
                <a:gd name="T4" fmla="*/ 357 w 7"/>
                <a:gd name="T5" fmla="*/ 2684 h 8"/>
                <a:gd name="T6" fmla="*/ 1448 w 7"/>
                <a:gd name="T7" fmla="*/ 2973 h 8"/>
                <a:gd name="T8" fmla="*/ 1700 w 7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26" name="Freeform 1884">
              <a:extLst>
                <a:ext uri="{FF2B5EF4-FFF2-40B4-BE49-F238E27FC236}">
                  <a16:creationId xmlns:a16="http://schemas.microsoft.com/office/drawing/2014/main" id="{4A2B03B4-14D2-4A50-A424-F41822AEA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1331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0 h 3"/>
                <a:gd name="T4" fmla="*/ 0 w 2"/>
                <a:gd name="T5" fmla="*/ 661 h 3"/>
                <a:gd name="T6" fmla="*/ 313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27" name="Freeform 1885">
              <a:extLst>
                <a:ext uri="{FF2B5EF4-FFF2-40B4-BE49-F238E27FC236}">
                  <a16:creationId xmlns:a16="http://schemas.microsoft.com/office/drawing/2014/main" id="{5916BC83-10AE-420F-94FE-3AA6FBD3E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341"/>
              <a:ext cx="20" cy="22"/>
            </a:xfrm>
            <a:custGeom>
              <a:avLst/>
              <a:gdLst>
                <a:gd name="T0" fmla="*/ 1770 w 8"/>
                <a:gd name="T1" fmla="*/ 976 h 8"/>
                <a:gd name="T2" fmla="*/ 520 w 8"/>
                <a:gd name="T3" fmla="*/ 462 h 8"/>
                <a:gd name="T4" fmla="*/ 313 w 8"/>
                <a:gd name="T5" fmla="*/ 2684 h 8"/>
                <a:gd name="T6" fmla="*/ 1488 w 8"/>
                <a:gd name="T7" fmla="*/ 2973 h 8"/>
                <a:gd name="T8" fmla="*/ 1770 w 8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2"/>
                  </a:move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2" y="7"/>
                    <a:pt x="4" y="8"/>
                    <a:pt x="6" y="7"/>
                  </a:cubicBezTo>
                  <a:cubicBezTo>
                    <a:pt x="7" y="6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28" name="Freeform 1886">
              <a:extLst>
                <a:ext uri="{FF2B5EF4-FFF2-40B4-BE49-F238E27FC236}">
                  <a16:creationId xmlns:a16="http://schemas.microsoft.com/office/drawing/2014/main" id="{38CF5E5D-E1FE-450B-8A78-45AA929F5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347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313 w 2"/>
                <a:gd name="T3" fmla="*/ 0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29" name="Freeform 1887">
              <a:extLst>
                <a:ext uri="{FF2B5EF4-FFF2-40B4-BE49-F238E27FC236}">
                  <a16:creationId xmlns:a16="http://schemas.microsoft.com/office/drawing/2014/main" id="{6188F404-0215-498D-94E4-90F4DC032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360"/>
              <a:ext cx="17" cy="19"/>
            </a:xfrm>
            <a:custGeom>
              <a:avLst/>
              <a:gdLst>
                <a:gd name="T0" fmla="*/ 1243 w 7"/>
                <a:gd name="T1" fmla="*/ 760 h 7"/>
                <a:gd name="T2" fmla="*/ 413 w 7"/>
                <a:gd name="T3" fmla="*/ 442 h 7"/>
                <a:gd name="T4" fmla="*/ 170 w 7"/>
                <a:gd name="T5" fmla="*/ 2063 h 7"/>
                <a:gd name="T6" fmla="*/ 1003 w 7"/>
                <a:gd name="T7" fmla="*/ 2342 h 7"/>
                <a:gd name="T8" fmla="*/ 124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6" y="0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30" name="Freeform 1888">
              <a:extLst>
                <a:ext uri="{FF2B5EF4-FFF2-40B4-BE49-F238E27FC236}">
                  <a16:creationId xmlns:a16="http://schemas.microsoft.com/office/drawing/2014/main" id="{DBE74FA7-0463-4A38-91CE-380FC5FE3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363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313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31" name="Freeform 1889">
              <a:extLst>
                <a:ext uri="{FF2B5EF4-FFF2-40B4-BE49-F238E27FC236}">
                  <a16:creationId xmlns:a16="http://schemas.microsoft.com/office/drawing/2014/main" id="{57B663DA-89C2-4E7B-89EC-F671EDA6F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376"/>
              <a:ext cx="17" cy="19"/>
            </a:xfrm>
            <a:custGeom>
              <a:avLst/>
              <a:gdLst>
                <a:gd name="T0" fmla="*/ 1243 w 7"/>
                <a:gd name="T1" fmla="*/ 760 h 7"/>
                <a:gd name="T2" fmla="*/ 413 w 7"/>
                <a:gd name="T3" fmla="*/ 442 h 7"/>
                <a:gd name="T4" fmla="*/ 170 w 7"/>
                <a:gd name="T5" fmla="*/ 2063 h 7"/>
                <a:gd name="T6" fmla="*/ 1003 w 7"/>
                <a:gd name="T7" fmla="*/ 2342 h 7"/>
                <a:gd name="T8" fmla="*/ 124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32" name="Freeform 1890">
              <a:extLst>
                <a:ext uri="{FF2B5EF4-FFF2-40B4-BE49-F238E27FC236}">
                  <a16:creationId xmlns:a16="http://schemas.microsoft.com/office/drawing/2014/main" id="{BFB73D75-DC24-41F4-A0EC-D06276D8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381"/>
              <a:ext cx="5" cy="6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1458 h 2"/>
                <a:gd name="T6" fmla="*/ 313 w 2"/>
                <a:gd name="T7" fmla="*/ 1458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33" name="Freeform 1891">
              <a:extLst>
                <a:ext uri="{FF2B5EF4-FFF2-40B4-BE49-F238E27FC236}">
                  <a16:creationId xmlns:a16="http://schemas.microsoft.com/office/drawing/2014/main" id="{90CD9A70-0F17-4BAF-B1D2-22CE8CCD7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392"/>
              <a:ext cx="17" cy="19"/>
            </a:xfrm>
            <a:custGeom>
              <a:avLst/>
              <a:gdLst>
                <a:gd name="T0" fmla="*/ 1243 w 7"/>
                <a:gd name="T1" fmla="*/ 760 h 7"/>
                <a:gd name="T2" fmla="*/ 170 w 7"/>
                <a:gd name="T3" fmla="*/ 442 h 7"/>
                <a:gd name="T4" fmla="*/ 170 w 7"/>
                <a:gd name="T5" fmla="*/ 2342 h 7"/>
                <a:gd name="T6" fmla="*/ 1243 w 7"/>
                <a:gd name="T7" fmla="*/ 2342 h 7"/>
                <a:gd name="T8" fmla="*/ 124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34" name="Freeform 1892">
              <a:extLst>
                <a:ext uri="{FF2B5EF4-FFF2-40B4-BE49-F238E27FC236}">
                  <a16:creationId xmlns:a16="http://schemas.microsoft.com/office/drawing/2014/main" id="{C6E7410C-084B-4E8F-8FCB-E449ABD79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397"/>
              <a:ext cx="7" cy="6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152 w 3"/>
                <a:gd name="T5" fmla="*/ 1458 h 2"/>
                <a:gd name="T6" fmla="*/ 355 w 3"/>
                <a:gd name="T7" fmla="*/ 1458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35" name="Freeform 1893">
              <a:extLst>
                <a:ext uri="{FF2B5EF4-FFF2-40B4-BE49-F238E27FC236}">
                  <a16:creationId xmlns:a16="http://schemas.microsoft.com/office/drawing/2014/main" id="{CE8EA20A-5937-444C-8483-9AEF1DCD6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408"/>
              <a:ext cx="17" cy="21"/>
            </a:xfrm>
            <a:custGeom>
              <a:avLst/>
              <a:gdLst>
                <a:gd name="T0" fmla="*/ 1243 w 7"/>
                <a:gd name="T1" fmla="*/ 614 h 8"/>
                <a:gd name="T2" fmla="*/ 170 w 7"/>
                <a:gd name="T3" fmla="*/ 614 h 8"/>
                <a:gd name="T4" fmla="*/ 170 w 7"/>
                <a:gd name="T5" fmla="*/ 1992 h 8"/>
                <a:gd name="T6" fmla="*/ 1003 w 7"/>
                <a:gd name="T7" fmla="*/ 2226 h 8"/>
                <a:gd name="T8" fmla="*/ 1243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36" name="Freeform 1894">
              <a:extLst>
                <a:ext uri="{FF2B5EF4-FFF2-40B4-BE49-F238E27FC236}">
                  <a16:creationId xmlns:a16="http://schemas.microsoft.com/office/drawing/2014/main" id="{039A4EB4-91F0-4A72-8CB2-D64DF6D8C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413"/>
              <a:ext cx="7" cy="6"/>
            </a:xfrm>
            <a:custGeom>
              <a:avLst/>
              <a:gdLst>
                <a:gd name="T0" fmla="*/ 355 w 3"/>
                <a:gd name="T1" fmla="*/ 729 h 2"/>
                <a:gd name="T2" fmla="*/ 152 w 3"/>
                <a:gd name="T3" fmla="*/ 0 h 2"/>
                <a:gd name="T4" fmla="*/ 0 w 3"/>
                <a:gd name="T5" fmla="*/ 1458 h 2"/>
                <a:gd name="T6" fmla="*/ 355 w 3"/>
                <a:gd name="T7" fmla="*/ 1458 h 2"/>
                <a:gd name="T8" fmla="*/ 355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37" name="Freeform 1895">
              <a:extLst>
                <a:ext uri="{FF2B5EF4-FFF2-40B4-BE49-F238E27FC236}">
                  <a16:creationId xmlns:a16="http://schemas.microsoft.com/office/drawing/2014/main" id="{B41720D6-5EFB-4945-83AC-6F270A4CB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427"/>
              <a:ext cx="17" cy="18"/>
            </a:xfrm>
            <a:custGeom>
              <a:avLst/>
              <a:gdLst>
                <a:gd name="T0" fmla="*/ 1243 w 7"/>
                <a:gd name="T1" fmla="*/ 357 h 7"/>
                <a:gd name="T2" fmla="*/ 413 w 7"/>
                <a:gd name="T3" fmla="*/ 357 h 7"/>
                <a:gd name="T4" fmla="*/ 170 w 7"/>
                <a:gd name="T5" fmla="*/ 1448 h 7"/>
                <a:gd name="T6" fmla="*/ 1243 w 7"/>
                <a:gd name="T7" fmla="*/ 1700 h 7"/>
                <a:gd name="T8" fmla="*/ 1243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38" name="Freeform 1896">
              <a:extLst>
                <a:ext uri="{FF2B5EF4-FFF2-40B4-BE49-F238E27FC236}">
                  <a16:creationId xmlns:a16="http://schemas.microsoft.com/office/drawing/2014/main" id="{52FC0B96-4BB9-49C0-A3ED-086912E41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429"/>
              <a:ext cx="7" cy="8"/>
            </a:xfrm>
            <a:custGeom>
              <a:avLst/>
              <a:gdLst>
                <a:gd name="T0" fmla="*/ 355 w 3"/>
                <a:gd name="T1" fmla="*/ 397 h 3"/>
                <a:gd name="T2" fmla="*/ 152 w 3"/>
                <a:gd name="T3" fmla="*/ 397 h 3"/>
                <a:gd name="T4" fmla="*/ 152 w 3"/>
                <a:gd name="T5" fmla="*/ 661 h 3"/>
                <a:gd name="T6" fmla="*/ 355 w 3"/>
                <a:gd name="T7" fmla="*/ 661 h 3"/>
                <a:gd name="T8" fmla="*/ 355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39" name="Freeform 1897">
              <a:extLst>
                <a:ext uri="{FF2B5EF4-FFF2-40B4-BE49-F238E27FC236}">
                  <a16:creationId xmlns:a16="http://schemas.microsoft.com/office/drawing/2014/main" id="{ACB57F9C-7BAA-417E-A05D-13B0C4FDF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443"/>
              <a:ext cx="20" cy="18"/>
            </a:xfrm>
            <a:custGeom>
              <a:avLst/>
              <a:gdLst>
                <a:gd name="T0" fmla="*/ 1488 w 8"/>
                <a:gd name="T1" fmla="*/ 563 h 7"/>
                <a:gd name="T2" fmla="*/ 520 w 8"/>
                <a:gd name="T3" fmla="*/ 357 h 7"/>
                <a:gd name="T4" fmla="*/ 313 w 8"/>
                <a:gd name="T5" fmla="*/ 1700 h 7"/>
                <a:gd name="T6" fmla="*/ 1488 w 8"/>
                <a:gd name="T7" fmla="*/ 1700 h 7"/>
                <a:gd name="T8" fmla="*/ 1488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2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8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40" name="Freeform 1898">
              <a:extLst>
                <a:ext uri="{FF2B5EF4-FFF2-40B4-BE49-F238E27FC236}">
                  <a16:creationId xmlns:a16="http://schemas.microsoft.com/office/drawing/2014/main" id="{74F4C76C-DEA3-4C13-A282-9360E3B9C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448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313 h 2"/>
                <a:gd name="T6" fmla="*/ 520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1" name="Freeform 1899">
              <a:extLst>
                <a:ext uri="{FF2B5EF4-FFF2-40B4-BE49-F238E27FC236}">
                  <a16:creationId xmlns:a16="http://schemas.microsoft.com/office/drawing/2014/main" id="{9E245AEE-E4CC-4B4B-9547-8B2E8F364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59"/>
              <a:ext cx="18" cy="21"/>
            </a:xfrm>
            <a:custGeom>
              <a:avLst/>
              <a:gdLst>
                <a:gd name="T0" fmla="*/ 1700 w 7"/>
                <a:gd name="T1" fmla="*/ 614 h 8"/>
                <a:gd name="T2" fmla="*/ 563 w 7"/>
                <a:gd name="T3" fmla="*/ 614 h 8"/>
                <a:gd name="T4" fmla="*/ 357 w 7"/>
                <a:gd name="T5" fmla="*/ 1992 h 8"/>
                <a:gd name="T6" fmla="*/ 1700 w 7"/>
                <a:gd name="T7" fmla="*/ 2226 h 8"/>
                <a:gd name="T8" fmla="*/ 1700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8"/>
                    <a:pt x="4" y="8"/>
                    <a:pt x="6" y="7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42" name="Freeform 1900">
              <a:extLst>
                <a:ext uri="{FF2B5EF4-FFF2-40B4-BE49-F238E27FC236}">
                  <a16:creationId xmlns:a16="http://schemas.microsoft.com/office/drawing/2014/main" id="{5913BE87-2719-418C-ACDE-12A89DE0C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464"/>
              <a:ext cx="8" cy="5"/>
            </a:xfrm>
            <a:custGeom>
              <a:avLst/>
              <a:gdLst>
                <a:gd name="T0" fmla="*/ 661 w 3"/>
                <a:gd name="T1" fmla="*/ 313 h 2"/>
                <a:gd name="T2" fmla="*/ 397 w 3"/>
                <a:gd name="T3" fmla="*/ 0 h 2"/>
                <a:gd name="T4" fmla="*/ 397 w 3"/>
                <a:gd name="T5" fmla="*/ 520 h 2"/>
                <a:gd name="T6" fmla="*/ 661 w 3"/>
                <a:gd name="T7" fmla="*/ 520 h 2"/>
                <a:gd name="T8" fmla="*/ 661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3" name="Freeform 1901">
              <a:extLst>
                <a:ext uri="{FF2B5EF4-FFF2-40B4-BE49-F238E27FC236}">
                  <a16:creationId xmlns:a16="http://schemas.microsoft.com/office/drawing/2014/main" id="{EFEC03D3-6AF5-454D-9897-B6A3F24A0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528"/>
              <a:ext cx="17" cy="19"/>
            </a:xfrm>
            <a:custGeom>
              <a:avLst/>
              <a:gdLst>
                <a:gd name="T0" fmla="*/ 1243 w 7"/>
                <a:gd name="T1" fmla="*/ 760 h 7"/>
                <a:gd name="T2" fmla="*/ 413 w 7"/>
                <a:gd name="T3" fmla="*/ 442 h 7"/>
                <a:gd name="T4" fmla="*/ 170 w 7"/>
                <a:gd name="T5" fmla="*/ 2342 h 7"/>
                <a:gd name="T6" fmla="*/ 1243 w 7"/>
                <a:gd name="T7" fmla="*/ 2342 h 7"/>
                <a:gd name="T8" fmla="*/ 124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44" name="Freeform 1902">
              <a:extLst>
                <a:ext uri="{FF2B5EF4-FFF2-40B4-BE49-F238E27FC236}">
                  <a16:creationId xmlns:a16="http://schemas.microsoft.com/office/drawing/2014/main" id="{9FC97705-58CF-4462-B0E1-77F7CB51E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533"/>
              <a:ext cx="7" cy="6"/>
            </a:xfrm>
            <a:custGeom>
              <a:avLst/>
              <a:gdLst>
                <a:gd name="T0" fmla="*/ 469 w 3"/>
                <a:gd name="T1" fmla="*/ 0 h 2"/>
                <a:gd name="T2" fmla="*/ 152 w 3"/>
                <a:gd name="T3" fmla="*/ 0 h 2"/>
                <a:gd name="T4" fmla="*/ 152 w 3"/>
                <a:gd name="T5" fmla="*/ 1458 h 2"/>
                <a:gd name="T6" fmla="*/ 355 w 3"/>
                <a:gd name="T7" fmla="*/ 1458 h 2"/>
                <a:gd name="T8" fmla="*/ 469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" name="Freeform 1903">
              <a:extLst>
                <a:ext uri="{FF2B5EF4-FFF2-40B4-BE49-F238E27FC236}">
                  <a16:creationId xmlns:a16="http://schemas.microsoft.com/office/drawing/2014/main" id="{C1A31B1D-3A13-411B-AE36-F54CBBE36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547"/>
              <a:ext cx="20" cy="18"/>
            </a:xfrm>
            <a:custGeom>
              <a:avLst/>
              <a:gdLst>
                <a:gd name="T0" fmla="*/ 1488 w 8"/>
                <a:gd name="T1" fmla="*/ 357 h 7"/>
                <a:gd name="T2" fmla="*/ 520 w 8"/>
                <a:gd name="T3" fmla="*/ 357 h 7"/>
                <a:gd name="T4" fmla="*/ 313 w 8"/>
                <a:gd name="T5" fmla="*/ 1448 h 7"/>
                <a:gd name="T6" fmla="*/ 1488 w 8"/>
                <a:gd name="T7" fmla="*/ 1700 h 7"/>
                <a:gd name="T8" fmla="*/ 1488 w 8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8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46" name="Freeform 1904">
              <a:extLst>
                <a:ext uri="{FF2B5EF4-FFF2-40B4-BE49-F238E27FC236}">
                  <a16:creationId xmlns:a16="http://schemas.microsoft.com/office/drawing/2014/main" id="{41FCB737-176F-4496-A719-5FDD8880B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549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7" name="Freeform 1905">
              <a:extLst>
                <a:ext uri="{FF2B5EF4-FFF2-40B4-BE49-F238E27FC236}">
                  <a16:creationId xmlns:a16="http://schemas.microsoft.com/office/drawing/2014/main" id="{8F4C96BC-E3EF-483F-BFC4-A90464D32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563"/>
              <a:ext cx="17" cy="21"/>
            </a:xfrm>
            <a:custGeom>
              <a:avLst/>
              <a:gdLst>
                <a:gd name="T0" fmla="*/ 1243 w 7"/>
                <a:gd name="T1" fmla="*/ 614 h 8"/>
                <a:gd name="T2" fmla="*/ 170 w 7"/>
                <a:gd name="T3" fmla="*/ 378 h 8"/>
                <a:gd name="T4" fmla="*/ 170 w 7"/>
                <a:gd name="T5" fmla="*/ 1992 h 8"/>
                <a:gd name="T6" fmla="*/ 1003 w 7"/>
                <a:gd name="T7" fmla="*/ 1992 h 8"/>
                <a:gd name="T8" fmla="*/ 1243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8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48" name="Freeform 1906">
              <a:extLst>
                <a:ext uri="{FF2B5EF4-FFF2-40B4-BE49-F238E27FC236}">
                  <a16:creationId xmlns:a16="http://schemas.microsoft.com/office/drawing/2014/main" id="{28F10B26-784D-4D4F-8316-1326D8EE7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568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152 w 3"/>
                <a:gd name="T5" fmla="*/ 520 h 2"/>
                <a:gd name="T6" fmla="*/ 355 w 3"/>
                <a:gd name="T7" fmla="*/ 520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9" name="Freeform 1907">
              <a:extLst>
                <a:ext uri="{FF2B5EF4-FFF2-40B4-BE49-F238E27FC236}">
                  <a16:creationId xmlns:a16="http://schemas.microsoft.com/office/drawing/2014/main" id="{555956E3-49F8-45A3-89BD-269A1D812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581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357 w 7"/>
                <a:gd name="T3" fmla="*/ 442 h 7"/>
                <a:gd name="T4" fmla="*/ 357 w 7"/>
                <a:gd name="T5" fmla="*/ 2342 h 7"/>
                <a:gd name="T6" fmla="*/ 1700 w 7"/>
                <a:gd name="T7" fmla="*/ 2342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50" name="Freeform 1908">
              <a:extLst>
                <a:ext uri="{FF2B5EF4-FFF2-40B4-BE49-F238E27FC236}">
                  <a16:creationId xmlns:a16="http://schemas.microsoft.com/office/drawing/2014/main" id="{383B1897-3EB8-437F-8F00-AEA5978C1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584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313 w 2"/>
                <a:gd name="T3" fmla="*/ 397 h 3"/>
                <a:gd name="T4" fmla="*/ 313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51" name="Freeform 1909">
              <a:extLst>
                <a:ext uri="{FF2B5EF4-FFF2-40B4-BE49-F238E27FC236}">
                  <a16:creationId xmlns:a16="http://schemas.microsoft.com/office/drawing/2014/main" id="{5188EE13-48E3-474E-B68C-2BDE7A58E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597"/>
              <a:ext cx="17" cy="19"/>
            </a:xfrm>
            <a:custGeom>
              <a:avLst/>
              <a:gdLst>
                <a:gd name="T0" fmla="*/ 1243 w 7"/>
                <a:gd name="T1" fmla="*/ 442 h 7"/>
                <a:gd name="T2" fmla="*/ 170 w 7"/>
                <a:gd name="T3" fmla="*/ 760 h 7"/>
                <a:gd name="T4" fmla="*/ 170 w 7"/>
                <a:gd name="T5" fmla="*/ 2342 h 7"/>
                <a:gd name="T6" fmla="*/ 1243 w 7"/>
                <a:gd name="T7" fmla="*/ 2342 h 7"/>
                <a:gd name="T8" fmla="*/ 124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52" name="Freeform 1910">
              <a:extLst>
                <a:ext uri="{FF2B5EF4-FFF2-40B4-BE49-F238E27FC236}">
                  <a16:creationId xmlns:a16="http://schemas.microsoft.com/office/drawing/2014/main" id="{4F688F49-5629-49D3-85D4-D276D7AE8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603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152 w 3"/>
                <a:gd name="T5" fmla="*/ 520 h 2"/>
                <a:gd name="T6" fmla="*/ 355 w 3"/>
                <a:gd name="T7" fmla="*/ 520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53" name="Freeform 1911">
              <a:extLst>
                <a:ext uri="{FF2B5EF4-FFF2-40B4-BE49-F238E27FC236}">
                  <a16:creationId xmlns:a16="http://schemas.microsoft.com/office/drawing/2014/main" id="{59A51782-97C2-4522-A509-333596025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6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357 w 7"/>
                <a:gd name="T3" fmla="*/ 442 h 7"/>
                <a:gd name="T4" fmla="*/ 357 w 7"/>
                <a:gd name="T5" fmla="*/ 2063 h 7"/>
                <a:gd name="T6" fmla="*/ 1700 w 7"/>
                <a:gd name="T7" fmla="*/ 2063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2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54" name="Freeform 1912">
              <a:extLst>
                <a:ext uri="{FF2B5EF4-FFF2-40B4-BE49-F238E27FC236}">
                  <a16:creationId xmlns:a16="http://schemas.microsoft.com/office/drawing/2014/main" id="{BB5C1888-8A67-419B-A109-9E5C13A7C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619"/>
              <a:ext cx="8" cy="5"/>
            </a:xfrm>
            <a:custGeom>
              <a:avLst/>
              <a:gdLst>
                <a:gd name="T0" fmla="*/ 661 w 3"/>
                <a:gd name="T1" fmla="*/ 313 h 2"/>
                <a:gd name="T2" fmla="*/ 397 w 3"/>
                <a:gd name="T3" fmla="*/ 313 h 2"/>
                <a:gd name="T4" fmla="*/ 397 w 3"/>
                <a:gd name="T5" fmla="*/ 520 h 2"/>
                <a:gd name="T6" fmla="*/ 661 w 3"/>
                <a:gd name="T7" fmla="*/ 520 h 2"/>
                <a:gd name="T8" fmla="*/ 661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55" name="Freeform 1913">
              <a:extLst>
                <a:ext uri="{FF2B5EF4-FFF2-40B4-BE49-F238E27FC236}">
                  <a16:creationId xmlns:a16="http://schemas.microsoft.com/office/drawing/2014/main" id="{957953CB-3C82-4B84-AAF0-8F4B44097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32"/>
              <a:ext cx="17" cy="19"/>
            </a:xfrm>
            <a:custGeom>
              <a:avLst/>
              <a:gdLst>
                <a:gd name="T0" fmla="*/ 1243 w 7"/>
                <a:gd name="T1" fmla="*/ 760 h 7"/>
                <a:gd name="T2" fmla="*/ 170 w 7"/>
                <a:gd name="T3" fmla="*/ 442 h 7"/>
                <a:gd name="T4" fmla="*/ 170 w 7"/>
                <a:gd name="T5" fmla="*/ 2342 h 7"/>
                <a:gd name="T6" fmla="*/ 1003 w 7"/>
                <a:gd name="T7" fmla="*/ 2342 h 7"/>
                <a:gd name="T8" fmla="*/ 124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56" name="Freeform 1914">
              <a:extLst>
                <a:ext uri="{FF2B5EF4-FFF2-40B4-BE49-F238E27FC236}">
                  <a16:creationId xmlns:a16="http://schemas.microsoft.com/office/drawing/2014/main" id="{090A6205-90EB-423B-A258-E499720DF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637"/>
              <a:ext cx="5" cy="6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1458 h 2"/>
                <a:gd name="T6" fmla="*/ 520 w 2"/>
                <a:gd name="T7" fmla="*/ 1458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57" name="Freeform 1915">
              <a:extLst>
                <a:ext uri="{FF2B5EF4-FFF2-40B4-BE49-F238E27FC236}">
                  <a16:creationId xmlns:a16="http://schemas.microsoft.com/office/drawing/2014/main" id="{752A8E32-8C50-4E25-BC5A-EAE41599F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651"/>
              <a:ext cx="18" cy="18"/>
            </a:xfrm>
            <a:custGeom>
              <a:avLst/>
              <a:gdLst>
                <a:gd name="T0" fmla="*/ 1700 w 7"/>
                <a:gd name="T1" fmla="*/ 357 h 7"/>
                <a:gd name="T2" fmla="*/ 357 w 7"/>
                <a:gd name="T3" fmla="*/ 357 h 7"/>
                <a:gd name="T4" fmla="*/ 357 w 7"/>
                <a:gd name="T5" fmla="*/ 1700 h 7"/>
                <a:gd name="T6" fmla="*/ 1700 w 7"/>
                <a:gd name="T7" fmla="*/ 1700 h 7"/>
                <a:gd name="T8" fmla="*/ 170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58" name="Freeform 1916">
              <a:extLst>
                <a:ext uri="{FF2B5EF4-FFF2-40B4-BE49-F238E27FC236}">
                  <a16:creationId xmlns:a16="http://schemas.microsoft.com/office/drawing/2014/main" id="{221E872C-BE6B-4E9A-B295-9799F2A53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53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397 h 3"/>
                <a:gd name="T4" fmla="*/ 397 w 3"/>
                <a:gd name="T5" fmla="*/ 661 h 3"/>
                <a:gd name="T6" fmla="*/ 661 w 3"/>
                <a:gd name="T7" fmla="*/ 661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59" name="Freeform 1917">
              <a:extLst>
                <a:ext uri="{FF2B5EF4-FFF2-40B4-BE49-F238E27FC236}">
                  <a16:creationId xmlns:a16="http://schemas.microsoft.com/office/drawing/2014/main" id="{B1E3D69E-5A0D-45C6-82F0-1E73EE36A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67"/>
              <a:ext cx="17" cy="18"/>
            </a:xfrm>
            <a:custGeom>
              <a:avLst/>
              <a:gdLst>
                <a:gd name="T0" fmla="*/ 1243 w 7"/>
                <a:gd name="T1" fmla="*/ 563 h 7"/>
                <a:gd name="T2" fmla="*/ 170 w 7"/>
                <a:gd name="T3" fmla="*/ 357 h 7"/>
                <a:gd name="T4" fmla="*/ 170 w 7"/>
                <a:gd name="T5" fmla="*/ 1700 h 7"/>
                <a:gd name="T6" fmla="*/ 1243 w 7"/>
                <a:gd name="T7" fmla="*/ 1700 h 7"/>
                <a:gd name="T8" fmla="*/ 1243 w 7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60" name="Freeform 1918">
              <a:extLst>
                <a:ext uri="{FF2B5EF4-FFF2-40B4-BE49-F238E27FC236}">
                  <a16:creationId xmlns:a16="http://schemas.microsoft.com/office/drawing/2014/main" id="{30D1AB10-8F3F-4B70-8CA3-B607D39FC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72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152 w 3"/>
                <a:gd name="T5" fmla="*/ 520 h 2"/>
                <a:gd name="T6" fmla="*/ 355 w 3"/>
                <a:gd name="T7" fmla="*/ 520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1" name="Freeform 1919">
              <a:extLst>
                <a:ext uri="{FF2B5EF4-FFF2-40B4-BE49-F238E27FC236}">
                  <a16:creationId xmlns:a16="http://schemas.microsoft.com/office/drawing/2014/main" id="{2366FB9B-EF55-4C43-8590-1C89FC9B2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685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563 w 7"/>
                <a:gd name="T3" fmla="*/ 442 h 7"/>
                <a:gd name="T4" fmla="*/ 563 w 7"/>
                <a:gd name="T5" fmla="*/ 2342 h 7"/>
                <a:gd name="T6" fmla="*/ 1700 w 7"/>
                <a:gd name="T7" fmla="*/ 2342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2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62" name="Freeform 1920">
              <a:extLst>
                <a:ext uri="{FF2B5EF4-FFF2-40B4-BE49-F238E27FC236}">
                  <a16:creationId xmlns:a16="http://schemas.microsoft.com/office/drawing/2014/main" id="{86928065-7900-4D7C-84C7-BCD4D4844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88"/>
              <a:ext cx="5" cy="8"/>
            </a:xfrm>
            <a:custGeom>
              <a:avLst/>
              <a:gdLst>
                <a:gd name="T0" fmla="*/ 520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3" name="Freeform 1921">
              <a:extLst>
                <a:ext uri="{FF2B5EF4-FFF2-40B4-BE49-F238E27FC236}">
                  <a16:creationId xmlns:a16="http://schemas.microsoft.com/office/drawing/2014/main" id="{098565BE-C5C8-4EC7-945E-E10624280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701"/>
              <a:ext cx="18" cy="22"/>
            </a:xfrm>
            <a:custGeom>
              <a:avLst/>
              <a:gdLst>
                <a:gd name="T0" fmla="*/ 1448 w 7"/>
                <a:gd name="T1" fmla="*/ 976 h 8"/>
                <a:gd name="T2" fmla="*/ 357 w 7"/>
                <a:gd name="T3" fmla="*/ 976 h 8"/>
                <a:gd name="T4" fmla="*/ 357 w 7"/>
                <a:gd name="T5" fmla="*/ 2973 h 8"/>
                <a:gd name="T6" fmla="*/ 1700 w 7"/>
                <a:gd name="T7" fmla="*/ 2684 h 8"/>
                <a:gd name="T8" fmla="*/ 1448 w 7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4" y="0"/>
                    <a:pt x="2" y="1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3" y="8"/>
                    <a:pt x="5" y="7"/>
                    <a:pt x="6" y="6"/>
                  </a:cubicBezTo>
                  <a:cubicBezTo>
                    <a:pt x="7" y="5"/>
                    <a:pt x="7" y="3"/>
                    <a:pt x="5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64" name="Freeform 1922">
              <a:extLst>
                <a:ext uri="{FF2B5EF4-FFF2-40B4-BE49-F238E27FC236}">
                  <a16:creationId xmlns:a16="http://schemas.microsoft.com/office/drawing/2014/main" id="{56C4164D-51A3-4311-BA9C-F2315D980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707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313 h 2"/>
                <a:gd name="T4" fmla="*/ 313 w 2"/>
                <a:gd name="T5" fmla="*/ 520 h 2"/>
                <a:gd name="T6" fmla="*/ 520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5" name="Freeform 1923">
              <a:extLst>
                <a:ext uri="{FF2B5EF4-FFF2-40B4-BE49-F238E27FC236}">
                  <a16:creationId xmlns:a16="http://schemas.microsoft.com/office/drawing/2014/main" id="{EEB4804F-4C15-450C-B055-7EC158701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720"/>
              <a:ext cx="18" cy="19"/>
            </a:xfrm>
            <a:custGeom>
              <a:avLst/>
              <a:gdLst>
                <a:gd name="T0" fmla="*/ 1448 w 7"/>
                <a:gd name="T1" fmla="*/ 442 h 7"/>
                <a:gd name="T2" fmla="*/ 357 w 7"/>
                <a:gd name="T3" fmla="*/ 760 h 7"/>
                <a:gd name="T4" fmla="*/ 357 w 7"/>
                <a:gd name="T5" fmla="*/ 2342 h 7"/>
                <a:gd name="T6" fmla="*/ 1700 w 7"/>
                <a:gd name="T7" fmla="*/ 2342 h 7"/>
                <a:gd name="T8" fmla="*/ 1448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5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66" name="Freeform 1924">
              <a:extLst>
                <a:ext uri="{FF2B5EF4-FFF2-40B4-BE49-F238E27FC236}">
                  <a16:creationId xmlns:a16="http://schemas.microsoft.com/office/drawing/2014/main" id="{113567F4-0D84-4A21-B138-FC00ED339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725"/>
              <a:ext cx="5" cy="6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1458 h 2"/>
                <a:gd name="T6" fmla="*/ 520 w 2"/>
                <a:gd name="T7" fmla="*/ 1458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7" name="Freeform 1925">
              <a:extLst>
                <a:ext uri="{FF2B5EF4-FFF2-40B4-BE49-F238E27FC236}">
                  <a16:creationId xmlns:a16="http://schemas.microsoft.com/office/drawing/2014/main" id="{F0AB632C-10B1-4E56-86D9-8A68C46BD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736"/>
              <a:ext cx="17" cy="21"/>
            </a:xfrm>
            <a:custGeom>
              <a:avLst/>
              <a:gdLst>
                <a:gd name="T0" fmla="*/ 1243 w 7"/>
                <a:gd name="T1" fmla="*/ 614 h 8"/>
                <a:gd name="T2" fmla="*/ 170 w 7"/>
                <a:gd name="T3" fmla="*/ 614 h 8"/>
                <a:gd name="T4" fmla="*/ 413 w 7"/>
                <a:gd name="T5" fmla="*/ 2226 h 8"/>
                <a:gd name="T6" fmla="*/ 1243 w 7"/>
                <a:gd name="T7" fmla="*/ 1992 h 8"/>
                <a:gd name="T8" fmla="*/ 1243 w 7"/>
                <a:gd name="T9" fmla="*/ 6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4" y="0"/>
                    <a:pt x="2" y="1"/>
                    <a:pt x="1" y="2"/>
                  </a:cubicBezTo>
                  <a:cubicBezTo>
                    <a:pt x="0" y="3"/>
                    <a:pt x="0" y="5"/>
                    <a:pt x="2" y="7"/>
                  </a:cubicBezTo>
                  <a:cubicBezTo>
                    <a:pt x="3" y="8"/>
                    <a:pt x="5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68" name="Freeform 1926">
              <a:extLst>
                <a:ext uri="{FF2B5EF4-FFF2-40B4-BE49-F238E27FC236}">
                  <a16:creationId xmlns:a16="http://schemas.microsoft.com/office/drawing/2014/main" id="{B077B2CC-B477-4208-AACA-4B73274C8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41"/>
              <a:ext cx="7" cy="6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729 h 2"/>
                <a:gd name="T4" fmla="*/ 152 w 3"/>
                <a:gd name="T5" fmla="*/ 1458 h 2"/>
                <a:gd name="T6" fmla="*/ 355 w 3"/>
                <a:gd name="T7" fmla="*/ 1458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9" name="Freeform 1927">
              <a:extLst>
                <a:ext uri="{FF2B5EF4-FFF2-40B4-BE49-F238E27FC236}">
                  <a16:creationId xmlns:a16="http://schemas.microsoft.com/office/drawing/2014/main" id="{8753960F-9608-44F3-8BA2-5DB687D32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755"/>
              <a:ext cx="17" cy="18"/>
            </a:xfrm>
            <a:custGeom>
              <a:avLst/>
              <a:gdLst>
                <a:gd name="T0" fmla="*/ 1003 w 7"/>
                <a:gd name="T1" fmla="*/ 357 h 7"/>
                <a:gd name="T2" fmla="*/ 170 w 7"/>
                <a:gd name="T3" fmla="*/ 563 h 7"/>
                <a:gd name="T4" fmla="*/ 170 w 7"/>
                <a:gd name="T5" fmla="*/ 1700 h 7"/>
                <a:gd name="T6" fmla="*/ 1243 w 7"/>
                <a:gd name="T7" fmla="*/ 1700 h 7"/>
                <a:gd name="T8" fmla="*/ 1003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5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70" name="Freeform 1928">
              <a:extLst>
                <a:ext uri="{FF2B5EF4-FFF2-40B4-BE49-F238E27FC236}">
                  <a16:creationId xmlns:a16="http://schemas.microsoft.com/office/drawing/2014/main" id="{8E58BBDD-D866-4283-A1ED-3819F4354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60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0 w 3"/>
                <a:gd name="T3" fmla="*/ 0 h 2"/>
                <a:gd name="T4" fmla="*/ 152 w 3"/>
                <a:gd name="T5" fmla="*/ 520 h 2"/>
                <a:gd name="T6" fmla="*/ 355 w 3"/>
                <a:gd name="T7" fmla="*/ 313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1" name="Freeform 1929">
              <a:extLst>
                <a:ext uri="{FF2B5EF4-FFF2-40B4-BE49-F238E27FC236}">
                  <a16:creationId xmlns:a16="http://schemas.microsoft.com/office/drawing/2014/main" id="{5041ADB6-94B7-47BC-BF45-FEEB94579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773"/>
              <a:ext cx="20" cy="19"/>
            </a:xfrm>
            <a:custGeom>
              <a:avLst/>
              <a:gdLst>
                <a:gd name="T0" fmla="*/ 1488 w 8"/>
                <a:gd name="T1" fmla="*/ 442 h 7"/>
                <a:gd name="T2" fmla="*/ 313 w 8"/>
                <a:gd name="T3" fmla="*/ 442 h 7"/>
                <a:gd name="T4" fmla="*/ 520 w 8"/>
                <a:gd name="T5" fmla="*/ 2342 h 7"/>
                <a:gd name="T6" fmla="*/ 1488 w 8"/>
                <a:gd name="T7" fmla="*/ 2063 h 7"/>
                <a:gd name="T8" fmla="*/ 1488 w 8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5" y="0"/>
                    <a:pt x="2" y="0"/>
                    <a:pt x="1" y="1"/>
                  </a:cubicBezTo>
                  <a:cubicBezTo>
                    <a:pt x="0" y="3"/>
                    <a:pt x="1" y="5"/>
                    <a:pt x="2" y="6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8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72" name="Freeform 1930">
              <a:extLst>
                <a:ext uri="{FF2B5EF4-FFF2-40B4-BE49-F238E27FC236}">
                  <a16:creationId xmlns:a16="http://schemas.microsoft.com/office/drawing/2014/main" id="{242EE919-8A21-4388-9C18-340A7FE99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76"/>
              <a:ext cx="5" cy="8"/>
            </a:xfrm>
            <a:custGeom>
              <a:avLst/>
              <a:gdLst>
                <a:gd name="T0" fmla="*/ 313 w 2"/>
                <a:gd name="T1" fmla="*/ 397 h 3"/>
                <a:gd name="T2" fmla="*/ 0 w 2"/>
                <a:gd name="T3" fmla="*/ 397 h 3"/>
                <a:gd name="T4" fmla="*/ 0 w 2"/>
                <a:gd name="T5" fmla="*/ 661 h 3"/>
                <a:gd name="T6" fmla="*/ 520 w 2"/>
                <a:gd name="T7" fmla="*/ 661 h 3"/>
                <a:gd name="T8" fmla="*/ 313 w 2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3" name="Freeform 1931">
              <a:extLst>
                <a:ext uri="{FF2B5EF4-FFF2-40B4-BE49-F238E27FC236}">
                  <a16:creationId xmlns:a16="http://schemas.microsoft.com/office/drawing/2014/main" id="{1DE624FD-5219-4F9E-84CF-9710E1F1D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789"/>
              <a:ext cx="20" cy="22"/>
            </a:xfrm>
            <a:custGeom>
              <a:avLst/>
              <a:gdLst>
                <a:gd name="T0" fmla="*/ 1488 w 8"/>
                <a:gd name="T1" fmla="*/ 462 h 8"/>
                <a:gd name="T2" fmla="*/ 313 w 8"/>
                <a:gd name="T3" fmla="*/ 976 h 8"/>
                <a:gd name="T4" fmla="*/ 520 w 8"/>
                <a:gd name="T5" fmla="*/ 2973 h 8"/>
                <a:gd name="T6" fmla="*/ 1770 w 8"/>
                <a:gd name="T7" fmla="*/ 2684 h 8"/>
                <a:gd name="T8" fmla="*/ 1488 w 8"/>
                <a:gd name="T9" fmla="*/ 46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6" y="1"/>
                  </a:moveTo>
                  <a:cubicBezTo>
                    <a:pt x="5" y="0"/>
                    <a:pt x="3" y="1"/>
                    <a:pt x="1" y="2"/>
                  </a:cubicBezTo>
                  <a:cubicBezTo>
                    <a:pt x="0" y="3"/>
                    <a:pt x="1" y="5"/>
                    <a:pt x="2" y="7"/>
                  </a:cubicBezTo>
                  <a:cubicBezTo>
                    <a:pt x="3" y="8"/>
                    <a:pt x="5" y="7"/>
                    <a:pt x="7" y="6"/>
                  </a:cubicBezTo>
                  <a:cubicBezTo>
                    <a:pt x="8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74" name="Freeform 1932">
              <a:extLst>
                <a:ext uri="{FF2B5EF4-FFF2-40B4-BE49-F238E27FC236}">
                  <a16:creationId xmlns:a16="http://schemas.microsoft.com/office/drawing/2014/main" id="{8F3D63B3-BA97-4C07-9F82-B69A4EB61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95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313 h 2"/>
                <a:gd name="T4" fmla="*/ 0 w 2"/>
                <a:gd name="T5" fmla="*/ 520 h 2"/>
                <a:gd name="T6" fmla="*/ 520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5" name="Freeform 1933">
              <a:extLst>
                <a:ext uri="{FF2B5EF4-FFF2-40B4-BE49-F238E27FC236}">
                  <a16:creationId xmlns:a16="http://schemas.microsoft.com/office/drawing/2014/main" id="{8A7F0174-23B3-49EB-B620-061685A0D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08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357 w 7"/>
                <a:gd name="T3" fmla="*/ 760 h 7"/>
                <a:gd name="T4" fmla="*/ 563 w 7"/>
                <a:gd name="T5" fmla="*/ 2342 h 7"/>
                <a:gd name="T6" fmla="*/ 1700 w 7"/>
                <a:gd name="T7" fmla="*/ 2063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76" name="Freeform 1934">
              <a:extLst>
                <a:ext uri="{FF2B5EF4-FFF2-40B4-BE49-F238E27FC236}">
                  <a16:creationId xmlns:a16="http://schemas.microsoft.com/office/drawing/2014/main" id="{7E9D6611-015A-433D-B585-D2270DE6E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11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397 h 3"/>
                <a:gd name="T4" fmla="*/ 397 w 3"/>
                <a:gd name="T5" fmla="*/ 1059 h 3"/>
                <a:gd name="T6" fmla="*/ 1059 w 3"/>
                <a:gd name="T7" fmla="*/ 661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7" name="Freeform 1935">
              <a:extLst>
                <a:ext uri="{FF2B5EF4-FFF2-40B4-BE49-F238E27FC236}">
                  <a16:creationId xmlns:a16="http://schemas.microsoft.com/office/drawing/2014/main" id="{0B8A2D10-8D8E-4B63-8182-DC4E86CBC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477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357 w 7"/>
                <a:gd name="T3" fmla="*/ 442 h 7"/>
                <a:gd name="T4" fmla="*/ 357 w 7"/>
                <a:gd name="T5" fmla="*/ 2063 h 7"/>
                <a:gd name="T6" fmla="*/ 1448 w 7"/>
                <a:gd name="T7" fmla="*/ 2342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78" name="Freeform 1936">
              <a:extLst>
                <a:ext uri="{FF2B5EF4-FFF2-40B4-BE49-F238E27FC236}">
                  <a16:creationId xmlns:a16="http://schemas.microsoft.com/office/drawing/2014/main" id="{216C3D38-0731-472C-8BBF-C2A3E65F0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80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0 h 3"/>
                <a:gd name="T4" fmla="*/ 0 w 3"/>
                <a:gd name="T5" fmla="*/ 661 h 3"/>
                <a:gd name="T6" fmla="*/ 661 w 3"/>
                <a:gd name="T7" fmla="*/ 661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9" name="Freeform 1937">
              <a:extLst>
                <a:ext uri="{FF2B5EF4-FFF2-40B4-BE49-F238E27FC236}">
                  <a16:creationId xmlns:a16="http://schemas.microsoft.com/office/drawing/2014/main" id="{2C97627B-A3B8-4368-A119-95B40C1D4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493"/>
              <a:ext cx="18" cy="19"/>
            </a:xfrm>
            <a:custGeom>
              <a:avLst/>
              <a:gdLst>
                <a:gd name="T0" fmla="*/ 1700 w 7"/>
                <a:gd name="T1" fmla="*/ 760 h 7"/>
                <a:gd name="T2" fmla="*/ 563 w 7"/>
                <a:gd name="T3" fmla="*/ 442 h 7"/>
                <a:gd name="T4" fmla="*/ 357 w 7"/>
                <a:gd name="T5" fmla="*/ 2063 h 7"/>
                <a:gd name="T6" fmla="*/ 1700 w 7"/>
                <a:gd name="T7" fmla="*/ 2342 h 7"/>
                <a:gd name="T8" fmla="*/ 1700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80" name="Freeform 1938">
              <a:extLst>
                <a:ext uri="{FF2B5EF4-FFF2-40B4-BE49-F238E27FC236}">
                  <a16:creationId xmlns:a16="http://schemas.microsoft.com/office/drawing/2014/main" id="{8F365178-898A-4AFA-99D2-CBC30C392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499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313 h 2"/>
                <a:gd name="T6" fmla="*/ 313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1" name="Freeform 1939">
              <a:extLst>
                <a:ext uri="{FF2B5EF4-FFF2-40B4-BE49-F238E27FC236}">
                  <a16:creationId xmlns:a16="http://schemas.microsoft.com/office/drawing/2014/main" id="{41BB47FF-0649-48B7-A2F7-CDFDFC31D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509"/>
              <a:ext cx="17" cy="22"/>
            </a:xfrm>
            <a:custGeom>
              <a:avLst/>
              <a:gdLst>
                <a:gd name="T0" fmla="*/ 1243 w 7"/>
                <a:gd name="T1" fmla="*/ 976 h 8"/>
                <a:gd name="T2" fmla="*/ 170 w 7"/>
                <a:gd name="T3" fmla="*/ 462 h 8"/>
                <a:gd name="T4" fmla="*/ 170 w 7"/>
                <a:gd name="T5" fmla="*/ 2684 h 8"/>
                <a:gd name="T6" fmla="*/ 1003 w 7"/>
                <a:gd name="T7" fmla="*/ 2973 h 8"/>
                <a:gd name="T8" fmla="*/ 1243 w 7"/>
                <a:gd name="T9" fmla="*/ 9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82" name="Freeform 1940">
              <a:extLst>
                <a:ext uri="{FF2B5EF4-FFF2-40B4-BE49-F238E27FC236}">
                  <a16:creationId xmlns:a16="http://schemas.microsoft.com/office/drawing/2014/main" id="{8955C1AD-AF76-480E-9242-FD61E632F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515"/>
              <a:ext cx="7" cy="5"/>
            </a:xfrm>
            <a:custGeom>
              <a:avLst/>
              <a:gdLst>
                <a:gd name="T0" fmla="*/ 355 w 3"/>
                <a:gd name="T1" fmla="*/ 313 h 2"/>
                <a:gd name="T2" fmla="*/ 152 w 3"/>
                <a:gd name="T3" fmla="*/ 0 h 2"/>
                <a:gd name="T4" fmla="*/ 152 w 3"/>
                <a:gd name="T5" fmla="*/ 520 h 2"/>
                <a:gd name="T6" fmla="*/ 355 w 3"/>
                <a:gd name="T7" fmla="*/ 520 h 2"/>
                <a:gd name="T8" fmla="*/ 355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3" name="Freeform 1941">
              <a:extLst>
                <a:ext uri="{FF2B5EF4-FFF2-40B4-BE49-F238E27FC236}">
                  <a16:creationId xmlns:a16="http://schemas.microsoft.com/office/drawing/2014/main" id="{C69A5D1C-4EE6-46BA-A7A8-56136A22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528"/>
              <a:ext cx="17" cy="19"/>
            </a:xfrm>
            <a:custGeom>
              <a:avLst/>
              <a:gdLst>
                <a:gd name="T0" fmla="*/ 1243 w 7"/>
                <a:gd name="T1" fmla="*/ 760 h 7"/>
                <a:gd name="T2" fmla="*/ 413 w 7"/>
                <a:gd name="T3" fmla="*/ 442 h 7"/>
                <a:gd name="T4" fmla="*/ 170 w 7"/>
                <a:gd name="T5" fmla="*/ 2063 h 7"/>
                <a:gd name="T6" fmla="*/ 1243 w 7"/>
                <a:gd name="T7" fmla="*/ 2342 h 7"/>
                <a:gd name="T8" fmla="*/ 1243 w 7"/>
                <a:gd name="T9" fmla="*/ 7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84" name="Freeform 1942">
              <a:extLst>
                <a:ext uri="{FF2B5EF4-FFF2-40B4-BE49-F238E27FC236}">
                  <a16:creationId xmlns:a16="http://schemas.microsoft.com/office/drawing/2014/main" id="{B4E24DD5-C3F3-41F9-8DBD-50260DCDA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533"/>
              <a:ext cx="5" cy="6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729 h 2"/>
                <a:gd name="T6" fmla="*/ 313 w 2"/>
                <a:gd name="T7" fmla="*/ 1458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5" name="Freeform 1943">
              <a:extLst>
                <a:ext uri="{FF2B5EF4-FFF2-40B4-BE49-F238E27FC236}">
                  <a16:creationId xmlns:a16="http://schemas.microsoft.com/office/drawing/2014/main" id="{3CCC6078-6EDF-43DF-BABB-F621AF12D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547"/>
              <a:ext cx="18" cy="18"/>
            </a:xfrm>
            <a:custGeom>
              <a:avLst/>
              <a:gdLst>
                <a:gd name="T0" fmla="*/ 1700 w 7"/>
                <a:gd name="T1" fmla="*/ 357 h 7"/>
                <a:gd name="T2" fmla="*/ 563 w 7"/>
                <a:gd name="T3" fmla="*/ 357 h 7"/>
                <a:gd name="T4" fmla="*/ 563 w 7"/>
                <a:gd name="T5" fmla="*/ 1448 h 7"/>
                <a:gd name="T6" fmla="*/ 1700 w 7"/>
                <a:gd name="T7" fmla="*/ 1448 h 7"/>
                <a:gd name="T8" fmla="*/ 170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2" y="5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86" name="Freeform 1944">
              <a:extLst>
                <a:ext uri="{FF2B5EF4-FFF2-40B4-BE49-F238E27FC236}">
                  <a16:creationId xmlns:a16="http://schemas.microsoft.com/office/drawing/2014/main" id="{1411829B-4CDC-49A2-84B1-AD69586B5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549"/>
              <a:ext cx="5" cy="6"/>
            </a:xfrm>
            <a:custGeom>
              <a:avLst/>
              <a:gdLst>
                <a:gd name="T0" fmla="*/ 520 w 2"/>
                <a:gd name="T1" fmla="*/ 729 h 2"/>
                <a:gd name="T2" fmla="*/ 0 w 2"/>
                <a:gd name="T3" fmla="*/ 729 h 2"/>
                <a:gd name="T4" fmla="*/ 0 w 2"/>
                <a:gd name="T5" fmla="*/ 1458 h 2"/>
                <a:gd name="T6" fmla="*/ 520 w 2"/>
                <a:gd name="T7" fmla="*/ 1458 h 2"/>
                <a:gd name="T8" fmla="*/ 52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7" name="Freeform 1945">
              <a:extLst>
                <a:ext uri="{FF2B5EF4-FFF2-40B4-BE49-F238E27FC236}">
                  <a16:creationId xmlns:a16="http://schemas.microsoft.com/office/drawing/2014/main" id="{4A9DC55F-A47D-48DB-B72B-9B9B0BD14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563"/>
              <a:ext cx="17" cy="18"/>
            </a:xfrm>
            <a:custGeom>
              <a:avLst/>
              <a:gdLst>
                <a:gd name="T0" fmla="*/ 1243 w 7"/>
                <a:gd name="T1" fmla="*/ 357 h 7"/>
                <a:gd name="T2" fmla="*/ 170 w 7"/>
                <a:gd name="T3" fmla="*/ 357 h 7"/>
                <a:gd name="T4" fmla="*/ 170 w 7"/>
                <a:gd name="T5" fmla="*/ 1700 h 7"/>
                <a:gd name="T6" fmla="*/ 1243 w 7"/>
                <a:gd name="T7" fmla="*/ 1700 h 7"/>
                <a:gd name="T8" fmla="*/ 1243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5" y="7"/>
                    <a:pt x="6" y="6"/>
                  </a:cubicBezTo>
                  <a:cubicBezTo>
                    <a:pt x="7" y="5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88" name="Freeform 1946">
              <a:extLst>
                <a:ext uri="{FF2B5EF4-FFF2-40B4-BE49-F238E27FC236}">
                  <a16:creationId xmlns:a16="http://schemas.microsoft.com/office/drawing/2014/main" id="{C13714AB-9DF8-4C6C-99CB-0C4E7FA0D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565"/>
              <a:ext cx="7" cy="8"/>
            </a:xfrm>
            <a:custGeom>
              <a:avLst/>
              <a:gdLst>
                <a:gd name="T0" fmla="*/ 355 w 3"/>
                <a:gd name="T1" fmla="*/ 397 h 3"/>
                <a:gd name="T2" fmla="*/ 152 w 3"/>
                <a:gd name="T3" fmla="*/ 397 h 3"/>
                <a:gd name="T4" fmla="*/ 152 w 3"/>
                <a:gd name="T5" fmla="*/ 661 h 3"/>
                <a:gd name="T6" fmla="*/ 355 w 3"/>
                <a:gd name="T7" fmla="*/ 661 h 3"/>
                <a:gd name="T8" fmla="*/ 355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9" name="Freeform 1947">
              <a:extLst>
                <a:ext uri="{FF2B5EF4-FFF2-40B4-BE49-F238E27FC236}">
                  <a16:creationId xmlns:a16="http://schemas.microsoft.com/office/drawing/2014/main" id="{3B3BE8D9-543F-4120-AC34-D19C452F1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581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357 w 7"/>
                <a:gd name="T3" fmla="*/ 442 h 7"/>
                <a:gd name="T4" fmla="*/ 357 w 7"/>
                <a:gd name="T5" fmla="*/ 2063 h 7"/>
                <a:gd name="T6" fmla="*/ 1700 w 7"/>
                <a:gd name="T7" fmla="*/ 2063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90" name="Freeform 1948">
              <a:extLst>
                <a:ext uri="{FF2B5EF4-FFF2-40B4-BE49-F238E27FC236}">
                  <a16:creationId xmlns:a16="http://schemas.microsoft.com/office/drawing/2014/main" id="{852F7A23-7604-4FC2-91C9-12774F1FF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584"/>
              <a:ext cx="8" cy="5"/>
            </a:xfrm>
            <a:custGeom>
              <a:avLst/>
              <a:gdLst>
                <a:gd name="T0" fmla="*/ 661 w 3"/>
                <a:gd name="T1" fmla="*/ 0 h 2"/>
                <a:gd name="T2" fmla="*/ 397 w 3"/>
                <a:gd name="T3" fmla="*/ 0 h 2"/>
                <a:gd name="T4" fmla="*/ 397 w 3"/>
                <a:gd name="T5" fmla="*/ 520 h 2"/>
                <a:gd name="T6" fmla="*/ 661 w 3"/>
                <a:gd name="T7" fmla="*/ 520 h 2"/>
                <a:gd name="T8" fmla="*/ 661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1" name="Freeform 1949">
              <a:extLst>
                <a:ext uri="{FF2B5EF4-FFF2-40B4-BE49-F238E27FC236}">
                  <a16:creationId xmlns:a16="http://schemas.microsoft.com/office/drawing/2014/main" id="{A9B5F128-71E5-4E68-9E07-1A991D9AD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597"/>
              <a:ext cx="17" cy="19"/>
            </a:xfrm>
            <a:custGeom>
              <a:avLst/>
              <a:gdLst>
                <a:gd name="T0" fmla="*/ 1243 w 7"/>
                <a:gd name="T1" fmla="*/ 442 h 7"/>
                <a:gd name="T2" fmla="*/ 170 w 7"/>
                <a:gd name="T3" fmla="*/ 442 h 7"/>
                <a:gd name="T4" fmla="*/ 170 w 7"/>
                <a:gd name="T5" fmla="*/ 2342 h 7"/>
                <a:gd name="T6" fmla="*/ 1243 w 7"/>
                <a:gd name="T7" fmla="*/ 2342 h 7"/>
                <a:gd name="T8" fmla="*/ 124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5"/>
                    <a:pt x="1" y="6"/>
                  </a:cubicBez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92" name="Freeform 1950">
              <a:extLst>
                <a:ext uri="{FF2B5EF4-FFF2-40B4-BE49-F238E27FC236}">
                  <a16:creationId xmlns:a16="http://schemas.microsoft.com/office/drawing/2014/main" id="{C1B7C471-86CD-4871-A0B9-F9521D825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03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152 w 3"/>
                <a:gd name="T5" fmla="*/ 313 h 2"/>
                <a:gd name="T6" fmla="*/ 355 w 3"/>
                <a:gd name="T7" fmla="*/ 520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3" name="Freeform 1951">
              <a:extLst>
                <a:ext uri="{FF2B5EF4-FFF2-40B4-BE49-F238E27FC236}">
                  <a16:creationId xmlns:a16="http://schemas.microsoft.com/office/drawing/2014/main" id="{B818D99C-7AA2-4F9E-9D5A-2180533BE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6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357 w 7"/>
                <a:gd name="T3" fmla="*/ 442 h 7"/>
                <a:gd name="T4" fmla="*/ 357 w 7"/>
                <a:gd name="T5" fmla="*/ 2063 h 7"/>
                <a:gd name="T6" fmla="*/ 1700 w 7"/>
                <a:gd name="T7" fmla="*/ 2063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94" name="Freeform 1952">
              <a:extLst>
                <a:ext uri="{FF2B5EF4-FFF2-40B4-BE49-F238E27FC236}">
                  <a16:creationId xmlns:a16="http://schemas.microsoft.com/office/drawing/2014/main" id="{43EBDCC9-1086-4F44-B013-828100487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619"/>
              <a:ext cx="8" cy="5"/>
            </a:xfrm>
            <a:custGeom>
              <a:avLst/>
              <a:gdLst>
                <a:gd name="T0" fmla="*/ 661 w 3"/>
                <a:gd name="T1" fmla="*/ 313 h 2"/>
                <a:gd name="T2" fmla="*/ 397 w 3"/>
                <a:gd name="T3" fmla="*/ 313 h 2"/>
                <a:gd name="T4" fmla="*/ 397 w 3"/>
                <a:gd name="T5" fmla="*/ 520 h 2"/>
                <a:gd name="T6" fmla="*/ 661 w 3"/>
                <a:gd name="T7" fmla="*/ 520 h 2"/>
                <a:gd name="T8" fmla="*/ 661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5" name="Freeform 1953">
              <a:extLst>
                <a:ext uri="{FF2B5EF4-FFF2-40B4-BE49-F238E27FC236}">
                  <a16:creationId xmlns:a16="http://schemas.microsoft.com/office/drawing/2014/main" id="{73A03964-6EBD-40CD-9397-75229F2E3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32"/>
              <a:ext cx="17" cy="19"/>
            </a:xfrm>
            <a:custGeom>
              <a:avLst/>
              <a:gdLst>
                <a:gd name="T0" fmla="*/ 1243 w 7"/>
                <a:gd name="T1" fmla="*/ 442 h 7"/>
                <a:gd name="T2" fmla="*/ 413 w 7"/>
                <a:gd name="T3" fmla="*/ 442 h 7"/>
                <a:gd name="T4" fmla="*/ 170 w 7"/>
                <a:gd name="T5" fmla="*/ 2342 h 7"/>
                <a:gd name="T6" fmla="*/ 1243 w 7"/>
                <a:gd name="T7" fmla="*/ 2342 h 7"/>
                <a:gd name="T8" fmla="*/ 124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96" name="Freeform 1954">
              <a:extLst>
                <a:ext uri="{FF2B5EF4-FFF2-40B4-BE49-F238E27FC236}">
                  <a16:creationId xmlns:a16="http://schemas.microsoft.com/office/drawing/2014/main" id="{1BF35B1B-F906-40B7-9DFC-7DCC49726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637"/>
              <a:ext cx="5" cy="6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1458 h 2"/>
                <a:gd name="T6" fmla="*/ 520 w 2"/>
                <a:gd name="T7" fmla="*/ 1458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7" name="Freeform 1955">
              <a:extLst>
                <a:ext uri="{FF2B5EF4-FFF2-40B4-BE49-F238E27FC236}">
                  <a16:creationId xmlns:a16="http://schemas.microsoft.com/office/drawing/2014/main" id="{110F0A2E-45A9-4AB4-AFE0-179163843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651"/>
              <a:ext cx="18" cy="18"/>
            </a:xfrm>
            <a:custGeom>
              <a:avLst/>
              <a:gdLst>
                <a:gd name="T0" fmla="*/ 1700 w 7"/>
                <a:gd name="T1" fmla="*/ 357 h 7"/>
                <a:gd name="T2" fmla="*/ 357 w 7"/>
                <a:gd name="T3" fmla="*/ 357 h 7"/>
                <a:gd name="T4" fmla="*/ 357 w 7"/>
                <a:gd name="T5" fmla="*/ 1448 h 7"/>
                <a:gd name="T6" fmla="*/ 1700 w 7"/>
                <a:gd name="T7" fmla="*/ 1448 h 7"/>
                <a:gd name="T8" fmla="*/ 1700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98" name="Freeform 1956">
              <a:extLst>
                <a:ext uri="{FF2B5EF4-FFF2-40B4-BE49-F238E27FC236}">
                  <a16:creationId xmlns:a16="http://schemas.microsoft.com/office/drawing/2014/main" id="{1962AB2A-1264-4BD3-BC93-CB507A498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53"/>
              <a:ext cx="8" cy="6"/>
            </a:xfrm>
            <a:custGeom>
              <a:avLst/>
              <a:gdLst>
                <a:gd name="T0" fmla="*/ 661 w 3"/>
                <a:gd name="T1" fmla="*/ 729 h 2"/>
                <a:gd name="T2" fmla="*/ 397 w 3"/>
                <a:gd name="T3" fmla="*/ 0 h 2"/>
                <a:gd name="T4" fmla="*/ 397 w 3"/>
                <a:gd name="T5" fmla="*/ 1458 h 2"/>
                <a:gd name="T6" fmla="*/ 661 w 3"/>
                <a:gd name="T7" fmla="*/ 1458 h 2"/>
                <a:gd name="T8" fmla="*/ 661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9" name="Freeform 1957">
              <a:extLst>
                <a:ext uri="{FF2B5EF4-FFF2-40B4-BE49-F238E27FC236}">
                  <a16:creationId xmlns:a16="http://schemas.microsoft.com/office/drawing/2014/main" id="{B4500954-534A-4B06-8083-C3EE45BF7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67"/>
              <a:ext cx="17" cy="18"/>
            </a:xfrm>
            <a:custGeom>
              <a:avLst/>
              <a:gdLst>
                <a:gd name="T0" fmla="*/ 1243 w 7"/>
                <a:gd name="T1" fmla="*/ 357 h 7"/>
                <a:gd name="T2" fmla="*/ 170 w 7"/>
                <a:gd name="T3" fmla="*/ 563 h 7"/>
                <a:gd name="T4" fmla="*/ 413 w 7"/>
                <a:gd name="T5" fmla="*/ 1700 h 7"/>
                <a:gd name="T6" fmla="*/ 1243 w 7"/>
                <a:gd name="T7" fmla="*/ 1700 h 7"/>
                <a:gd name="T8" fmla="*/ 1243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00" name="Freeform 1958">
              <a:extLst>
                <a:ext uri="{FF2B5EF4-FFF2-40B4-BE49-F238E27FC236}">
                  <a16:creationId xmlns:a16="http://schemas.microsoft.com/office/drawing/2014/main" id="{BC51DAB9-C494-4F2F-BBC4-275EB3325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72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152 w 3"/>
                <a:gd name="T5" fmla="*/ 520 h 2"/>
                <a:gd name="T6" fmla="*/ 469 w 3"/>
                <a:gd name="T7" fmla="*/ 520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1" name="Freeform 1959">
              <a:extLst>
                <a:ext uri="{FF2B5EF4-FFF2-40B4-BE49-F238E27FC236}">
                  <a16:creationId xmlns:a16="http://schemas.microsoft.com/office/drawing/2014/main" id="{437EB1D2-7BD8-4036-AEF1-F51C9AD44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85"/>
              <a:ext cx="17" cy="19"/>
            </a:xfrm>
            <a:custGeom>
              <a:avLst/>
              <a:gdLst>
                <a:gd name="T0" fmla="*/ 1003 w 7"/>
                <a:gd name="T1" fmla="*/ 442 h 7"/>
                <a:gd name="T2" fmla="*/ 170 w 7"/>
                <a:gd name="T3" fmla="*/ 442 h 7"/>
                <a:gd name="T4" fmla="*/ 170 w 7"/>
                <a:gd name="T5" fmla="*/ 2342 h 7"/>
                <a:gd name="T6" fmla="*/ 1243 w 7"/>
                <a:gd name="T7" fmla="*/ 2063 h 7"/>
                <a:gd name="T8" fmla="*/ 100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02" name="Freeform 1960">
              <a:extLst>
                <a:ext uri="{FF2B5EF4-FFF2-40B4-BE49-F238E27FC236}">
                  <a16:creationId xmlns:a16="http://schemas.microsoft.com/office/drawing/2014/main" id="{67865BFF-F11B-4DDC-89AA-86D298A39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88"/>
              <a:ext cx="7" cy="8"/>
            </a:xfrm>
            <a:custGeom>
              <a:avLst/>
              <a:gdLst>
                <a:gd name="T0" fmla="*/ 355 w 3"/>
                <a:gd name="T1" fmla="*/ 397 h 3"/>
                <a:gd name="T2" fmla="*/ 0 w 3"/>
                <a:gd name="T3" fmla="*/ 397 h 3"/>
                <a:gd name="T4" fmla="*/ 152 w 3"/>
                <a:gd name="T5" fmla="*/ 661 h 3"/>
                <a:gd name="T6" fmla="*/ 355 w 3"/>
                <a:gd name="T7" fmla="*/ 661 h 3"/>
                <a:gd name="T8" fmla="*/ 355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3" name="Freeform 1961">
              <a:extLst>
                <a:ext uri="{FF2B5EF4-FFF2-40B4-BE49-F238E27FC236}">
                  <a16:creationId xmlns:a16="http://schemas.microsoft.com/office/drawing/2014/main" id="{1D2970B5-F68E-4FF9-8AFA-362FA3EFB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701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357 w 7"/>
                <a:gd name="T3" fmla="*/ 760 h 7"/>
                <a:gd name="T4" fmla="*/ 563 w 7"/>
                <a:gd name="T5" fmla="*/ 2342 h 7"/>
                <a:gd name="T6" fmla="*/ 1700 w 7"/>
                <a:gd name="T7" fmla="*/ 2342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04" name="Freeform 1962">
              <a:extLst>
                <a:ext uri="{FF2B5EF4-FFF2-40B4-BE49-F238E27FC236}">
                  <a16:creationId xmlns:a16="http://schemas.microsoft.com/office/drawing/2014/main" id="{CF22951E-8D05-45AC-80AB-AD70BEEF7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707"/>
              <a:ext cx="5" cy="5"/>
            </a:xfrm>
            <a:custGeom>
              <a:avLst/>
              <a:gdLst>
                <a:gd name="T0" fmla="*/ 313 w 2"/>
                <a:gd name="T1" fmla="*/ 0 h 2"/>
                <a:gd name="T2" fmla="*/ 0 w 2"/>
                <a:gd name="T3" fmla="*/ 0 h 2"/>
                <a:gd name="T4" fmla="*/ 0 w 2"/>
                <a:gd name="T5" fmla="*/ 520 h 2"/>
                <a:gd name="T6" fmla="*/ 520 w 2"/>
                <a:gd name="T7" fmla="*/ 520 h 2"/>
                <a:gd name="T8" fmla="*/ 313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5" name="Freeform 1963">
              <a:extLst>
                <a:ext uri="{FF2B5EF4-FFF2-40B4-BE49-F238E27FC236}">
                  <a16:creationId xmlns:a16="http://schemas.microsoft.com/office/drawing/2014/main" id="{7BFC66D2-CAC7-4A87-B206-3FF0FA44F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720"/>
              <a:ext cx="18" cy="19"/>
            </a:xfrm>
            <a:custGeom>
              <a:avLst/>
              <a:gdLst>
                <a:gd name="T0" fmla="*/ 1700 w 7"/>
                <a:gd name="T1" fmla="*/ 442 h 7"/>
                <a:gd name="T2" fmla="*/ 357 w 7"/>
                <a:gd name="T3" fmla="*/ 442 h 7"/>
                <a:gd name="T4" fmla="*/ 563 w 7"/>
                <a:gd name="T5" fmla="*/ 2342 h 7"/>
                <a:gd name="T6" fmla="*/ 1700 w 7"/>
                <a:gd name="T7" fmla="*/ 2063 h 7"/>
                <a:gd name="T8" fmla="*/ 1700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5" y="0"/>
                    <a:pt x="2" y="0"/>
                    <a:pt x="1" y="1"/>
                  </a:cubicBezTo>
                  <a:cubicBezTo>
                    <a:pt x="0" y="3"/>
                    <a:pt x="0" y="5"/>
                    <a:pt x="2" y="6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06" name="Freeform 1964">
              <a:extLst>
                <a:ext uri="{FF2B5EF4-FFF2-40B4-BE49-F238E27FC236}">
                  <a16:creationId xmlns:a16="http://schemas.microsoft.com/office/drawing/2014/main" id="{B7644325-0D5C-4FB2-BDC9-E79A7548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723"/>
              <a:ext cx="8" cy="8"/>
            </a:xfrm>
            <a:custGeom>
              <a:avLst/>
              <a:gdLst>
                <a:gd name="T0" fmla="*/ 661 w 3"/>
                <a:gd name="T1" fmla="*/ 397 h 3"/>
                <a:gd name="T2" fmla="*/ 397 w 3"/>
                <a:gd name="T3" fmla="*/ 397 h 3"/>
                <a:gd name="T4" fmla="*/ 397 w 3"/>
                <a:gd name="T5" fmla="*/ 661 h 3"/>
                <a:gd name="T6" fmla="*/ 1059 w 3"/>
                <a:gd name="T7" fmla="*/ 661 h 3"/>
                <a:gd name="T8" fmla="*/ 661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7" name="Freeform 1965">
              <a:extLst>
                <a:ext uri="{FF2B5EF4-FFF2-40B4-BE49-F238E27FC236}">
                  <a16:creationId xmlns:a16="http://schemas.microsoft.com/office/drawing/2014/main" id="{B3659B03-B618-47CC-B11F-3D979AA83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739"/>
              <a:ext cx="18" cy="18"/>
            </a:xfrm>
            <a:custGeom>
              <a:avLst/>
              <a:gdLst>
                <a:gd name="T0" fmla="*/ 1448 w 7"/>
                <a:gd name="T1" fmla="*/ 357 h 7"/>
                <a:gd name="T2" fmla="*/ 357 w 7"/>
                <a:gd name="T3" fmla="*/ 357 h 7"/>
                <a:gd name="T4" fmla="*/ 357 w 7"/>
                <a:gd name="T5" fmla="*/ 1700 h 7"/>
                <a:gd name="T6" fmla="*/ 1700 w 7"/>
                <a:gd name="T7" fmla="*/ 1448 h 7"/>
                <a:gd name="T8" fmla="*/ 1448 w 7"/>
                <a:gd name="T9" fmla="*/ 35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7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08" name="Freeform 1966">
              <a:extLst>
                <a:ext uri="{FF2B5EF4-FFF2-40B4-BE49-F238E27FC236}">
                  <a16:creationId xmlns:a16="http://schemas.microsoft.com/office/drawing/2014/main" id="{49B841C4-6B7E-47A1-A72A-63058EF6F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741"/>
              <a:ext cx="5" cy="8"/>
            </a:xfrm>
            <a:custGeom>
              <a:avLst/>
              <a:gdLst>
                <a:gd name="T0" fmla="*/ 520 w 2"/>
                <a:gd name="T1" fmla="*/ 0 h 3"/>
                <a:gd name="T2" fmla="*/ 0 w 2"/>
                <a:gd name="T3" fmla="*/ 397 h 3"/>
                <a:gd name="T4" fmla="*/ 0 w 2"/>
                <a:gd name="T5" fmla="*/ 661 h 3"/>
                <a:gd name="T6" fmla="*/ 520 w 2"/>
                <a:gd name="T7" fmla="*/ 661 h 3"/>
                <a:gd name="T8" fmla="*/ 52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9" name="Freeform 1967">
              <a:extLst>
                <a:ext uri="{FF2B5EF4-FFF2-40B4-BE49-F238E27FC236}">
                  <a16:creationId xmlns:a16="http://schemas.microsoft.com/office/drawing/2014/main" id="{BB85AF72-4537-477A-80B8-D776EF8E5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755"/>
              <a:ext cx="20" cy="18"/>
            </a:xfrm>
            <a:custGeom>
              <a:avLst/>
              <a:gdLst>
                <a:gd name="T0" fmla="*/ 1488 w 8"/>
                <a:gd name="T1" fmla="*/ 563 h 7"/>
                <a:gd name="T2" fmla="*/ 520 w 8"/>
                <a:gd name="T3" fmla="*/ 563 h 7"/>
                <a:gd name="T4" fmla="*/ 520 w 8"/>
                <a:gd name="T5" fmla="*/ 1700 h 7"/>
                <a:gd name="T6" fmla="*/ 1488 w 8"/>
                <a:gd name="T7" fmla="*/ 1700 h 7"/>
                <a:gd name="T8" fmla="*/ 1488 w 8"/>
                <a:gd name="T9" fmla="*/ 5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2"/>
                  </a:move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5"/>
                    <a:pt x="2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8" y="5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10" name="Freeform 1968">
              <a:extLst>
                <a:ext uri="{FF2B5EF4-FFF2-40B4-BE49-F238E27FC236}">
                  <a16:creationId xmlns:a16="http://schemas.microsoft.com/office/drawing/2014/main" id="{C71A256C-2309-4621-9791-71302DFF5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760"/>
              <a:ext cx="5" cy="5"/>
            </a:xfrm>
            <a:custGeom>
              <a:avLst/>
              <a:gdLst>
                <a:gd name="T0" fmla="*/ 520 w 2"/>
                <a:gd name="T1" fmla="*/ 0 h 2"/>
                <a:gd name="T2" fmla="*/ 0 w 2"/>
                <a:gd name="T3" fmla="*/ 0 h 2"/>
                <a:gd name="T4" fmla="*/ 0 w 2"/>
                <a:gd name="T5" fmla="*/ 520 h 2"/>
                <a:gd name="T6" fmla="*/ 520 w 2"/>
                <a:gd name="T7" fmla="*/ 520 h 2"/>
                <a:gd name="T8" fmla="*/ 5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1" name="Freeform 1969">
              <a:extLst>
                <a:ext uri="{FF2B5EF4-FFF2-40B4-BE49-F238E27FC236}">
                  <a16:creationId xmlns:a16="http://schemas.microsoft.com/office/drawing/2014/main" id="{3196F5BA-0726-4B80-8168-7540A2E03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773"/>
              <a:ext cx="17" cy="19"/>
            </a:xfrm>
            <a:custGeom>
              <a:avLst/>
              <a:gdLst>
                <a:gd name="T0" fmla="*/ 1003 w 7"/>
                <a:gd name="T1" fmla="*/ 442 h 7"/>
                <a:gd name="T2" fmla="*/ 170 w 7"/>
                <a:gd name="T3" fmla="*/ 760 h 7"/>
                <a:gd name="T4" fmla="*/ 413 w 7"/>
                <a:gd name="T5" fmla="*/ 2342 h 7"/>
                <a:gd name="T6" fmla="*/ 1243 w 7"/>
                <a:gd name="T7" fmla="*/ 2063 h 7"/>
                <a:gd name="T8" fmla="*/ 100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12" name="Freeform 1970">
              <a:extLst>
                <a:ext uri="{FF2B5EF4-FFF2-40B4-BE49-F238E27FC236}">
                  <a16:creationId xmlns:a16="http://schemas.microsoft.com/office/drawing/2014/main" id="{8A1FFD29-BABB-4CED-A1B6-CA1CA4FB5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776"/>
              <a:ext cx="7" cy="8"/>
            </a:xfrm>
            <a:custGeom>
              <a:avLst/>
              <a:gdLst>
                <a:gd name="T0" fmla="*/ 355 w 3"/>
                <a:gd name="T1" fmla="*/ 397 h 3"/>
                <a:gd name="T2" fmla="*/ 0 w 3"/>
                <a:gd name="T3" fmla="*/ 397 h 3"/>
                <a:gd name="T4" fmla="*/ 152 w 3"/>
                <a:gd name="T5" fmla="*/ 1059 h 3"/>
                <a:gd name="T6" fmla="*/ 355 w 3"/>
                <a:gd name="T7" fmla="*/ 661 h 3"/>
                <a:gd name="T8" fmla="*/ 355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3" name="Freeform 1971">
              <a:extLst>
                <a:ext uri="{FF2B5EF4-FFF2-40B4-BE49-F238E27FC236}">
                  <a16:creationId xmlns:a16="http://schemas.microsoft.com/office/drawing/2014/main" id="{56248C91-8B8E-4B0C-820D-78D44E8DC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792"/>
              <a:ext cx="17" cy="19"/>
            </a:xfrm>
            <a:custGeom>
              <a:avLst/>
              <a:gdLst>
                <a:gd name="T0" fmla="*/ 1243 w 7"/>
                <a:gd name="T1" fmla="*/ 442 h 7"/>
                <a:gd name="T2" fmla="*/ 170 w 7"/>
                <a:gd name="T3" fmla="*/ 442 h 7"/>
                <a:gd name="T4" fmla="*/ 413 w 7"/>
                <a:gd name="T5" fmla="*/ 2342 h 7"/>
                <a:gd name="T6" fmla="*/ 1243 w 7"/>
                <a:gd name="T7" fmla="*/ 2063 h 7"/>
                <a:gd name="T8" fmla="*/ 124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2" y="6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14" name="Freeform 1972">
              <a:extLst>
                <a:ext uri="{FF2B5EF4-FFF2-40B4-BE49-F238E27FC236}">
                  <a16:creationId xmlns:a16="http://schemas.microsoft.com/office/drawing/2014/main" id="{3D6F54B5-AFAF-4842-8A23-75A50C692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795"/>
              <a:ext cx="7" cy="8"/>
            </a:xfrm>
            <a:custGeom>
              <a:avLst/>
              <a:gdLst>
                <a:gd name="T0" fmla="*/ 355 w 3"/>
                <a:gd name="T1" fmla="*/ 397 h 3"/>
                <a:gd name="T2" fmla="*/ 152 w 3"/>
                <a:gd name="T3" fmla="*/ 397 h 3"/>
                <a:gd name="T4" fmla="*/ 152 w 3"/>
                <a:gd name="T5" fmla="*/ 661 h 3"/>
                <a:gd name="T6" fmla="*/ 355 w 3"/>
                <a:gd name="T7" fmla="*/ 661 h 3"/>
                <a:gd name="T8" fmla="*/ 355 w 3"/>
                <a:gd name="T9" fmla="*/ 39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5" name="Freeform 1973">
              <a:extLst>
                <a:ext uri="{FF2B5EF4-FFF2-40B4-BE49-F238E27FC236}">
                  <a16:creationId xmlns:a16="http://schemas.microsoft.com/office/drawing/2014/main" id="{CD189E3C-2E75-4F8F-B51C-40719DC83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808"/>
              <a:ext cx="17" cy="19"/>
            </a:xfrm>
            <a:custGeom>
              <a:avLst/>
              <a:gdLst>
                <a:gd name="T0" fmla="*/ 1243 w 7"/>
                <a:gd name="T1" fmla="*/ 442 h 7"/>
                <a:gd name="T2" fmla="*/ 170 w 7"/>
                <a:gd name="T3" fmla="*/ 760 h 7"/>
                <a:gd name="T4" fmla="*/ 413 w 7"/>
                <a:gd name="T5" fmla="*/ 2342 h 7"/>
                <a:gd name="T6" fmla="*/ 1243 w 7"/>
                <a:gd name="T7" fmla="*/ 2063 h 7"/>
                <a:gd name="T8" fmla="*/ 1243 w 7"/>
                <a:gd name="T9" fmla="*/ 4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16" name="Freeform 1974">
              <a:extLst>
                <a:ext uri="{FF2B5EF4-FFF2-40B4-BE49-F238E27FC236}">
                  <a16:creationId xmlns:a16="http://schemas.microsoft.com/office/drawing/2014/main" id="{83EEAA6A-1606-490F-834D-BC1A31739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813"/>
              <a:ext cx="7" cy="6"/>
            </a:xfrm>
            <a:custGeom>
              <a:avLst/>
              <a:gdLst>
                <a:gd name="T0" fmla="*/ 355 w 3"/>
                <a:gd name="T1" fmla="*/ 0 h 2"/>
                <a:gd name="T2" fmla="*/ 152 w 3"/>
                <a:gd name="T3" fmla="*/ 0 h 2"/>
                <a:gd name="T4" fmla="*/ 152 w 3"/>
                <a:gd name="T5" fmla="*/ 1458 h 2"/>
                <a:gd name="T6" fmla="*/ 355 w 3"/>
                <a:gd name="T7" fmla="*/ 729 h 2"/>
                <a:gd name="T8" fmla="*/ 35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3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7" name="Oval 1975">
              <a:extLst>
                <a:ext uri="{FF2B5EF4-FFF2-40B4-BE49-F238E27FC236}">
                  <a16:creationId xmlns:a16="http://schemas.microsoft.com/office/drawing/2014/main" id="{6DDEEDF1-9F2F-4A79-AE26-B171FE01C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955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18" name="Oval 1976">
              <a:extLst>
                <a:ext uri="{FF2B5EF4-FFF2-40B4-BE49-F238E27FC236}">
                  <a16:creationId xmlns:a16="http://schemas.microsoft.com/office/drawing/2014/main" id="{01367305-4BEF-41A3-AF77-BB99E19F3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958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19" name="Oval 1977">
              <a:extLst>
                <a:ext uri="{FF2B5EF4-FFF2-40B4-BE49-F238E27FC236}">
                  <a16:creationId xmlns:a16="http://schemas.microsoft.com/office/drawing/2014/main" id="{8DB9CF54-3A12-4D02-B810-0881E9486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3" y="955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20" name="Oval 1978">
              <a:extLst>
                <a:ext uri="{FF2B5EF4-FFF2-40B4-BE49-F238E27FC236}">
                  <a16:creationId xmlns:a16="http://schemas.microsoft.com/office/drawing/2014/main" id="{5A6500CB-DE64-4293-80EE-B77894A3A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960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21" name="Oval 1979">
              <a:extLst>
                <a:ext uri="{FF2B5EF4-FFF2-40B4-BE49-F238E27FC236}">
                  <a16:creationId xmlns:a16="http://schemas.microsoft.com/office/drawing/2014/main" id="{EBCC698E-8A16-4FAE-B48D-8CC40600C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958"/>
              <a:ext cx="18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22" name="Oval 1980">
              <a:extLst>
                <a:ext uri="{FF2B5EF4-FFF2-40B4-BE49-F238E27FC236}">
                  <a16:creationId xmlns:a16="http://schemas.microsoft.com/office/drawing/2014/main" id="{8954F5BF-13FA-4F59-982C-AF50B640A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3" y="96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23" name="Oval 1981">
              <a:extLst>
                <a:ext uri="{FF2B5EF4-FFF2-40B4-BE49-F238E27FC236}">
                  <a16:creationId xmlns:a16="http://schemas.microsoft.com/office/drawing/2014/main" id="{E535B1F6-2038-45DF-9090-78CF9281A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960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24" name="Oval 1982">
              <a:extLst>
                <a:ext uri="{FF2B5EF4-FFF2-40B4-BE49-F238E27FC236}">
                  <a16:creationId xmlns:a16="http://schemas.microsoft.com/office/drawing/2014/main" id="{BFF21B34-05EF-49E8-9687-27E01DC19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" y="96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25" name="Oval 1983">
              <a:extLst>
                <a:ext uri="{FF2B5EF4-FFF2-40B4-BE49-F238E27FC236}">
                  <a16:creationId xmlns:a16="http://schemas.microsoft.com/office/drawing/2014/main" id="{2A8FE2DA-DC23-466E-B672-B2DDC3BD4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966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26" name="Oval 1984">
              <a:extLst>
                <a:ext uri="{FF2B5EF4-FFF2-40B4-BE49-F238E27FC236}">
                  <a16:creationId xmlns:a16="http://schemas.microsoft.com/office/drawing/2014/main" id="{9F00E3CA-68EB-4F90-8DC5-60D122FF6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968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27" name="Oval 1985">
              <a:extLst>
                <a:ext uri="{FF2B5EF4-FFF2-40B4-BE49-F238E27FC236}">
                  <a16:creationId xmlns:a16="http://schemas.microsoft.com/office/drawing/2014/main" id="{B2FFC5EB-7244-4738-92B7-4BB7A2440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971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28" name="Oval 1986">
              <a:extLst>
                <a:ext uri="{FF2B5EF4-FFF2-40B4-BE49-F238E27FC236}">
                  <a16:creationId xmlns:a16="http://schemas.microsoft.com/office/drawing/2014/main" id="{34B89C83-11F7-4E38-B634-BE972B021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974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29" name="Oval 1987">
              <a:extLst>
                <a:ext uri="{FF2B5EF4-FFF2-40B4-BE49-F238E27FC236}">
                  <a16:creationId xmlns:a16="http://schemas.microsoft.com/office/drawing/2014/main" id="{C85D0DC3-BD8A-4C8C-803B-7C7F6D06F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976"/>
              <a:ext cx="17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30" name="Oval 1988">
              <a:extLst>
                <a:ext uri="{FF2B5EF4-FFF2-40B4-BE49-F238E27FC236}">
                  <a16:creationId xmlns:a16="http://schemas.microsoft.com/office/drawing/2014/main" id="{00BACB8A-D38A-4C73-807A-91CBB4E20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98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31" name="Oval 1989">
              <a:extLst>
                <a:ext uri="{FF2B5EF4-FFF2-40B4-BE49-F238E27FC236}">
                  <a16:creationId xmlns:a16="http://schemas.microsoft.com/office/drawing/2014/main" id="{A782F8E4-E338-447F-A710-1CE32A616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984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32" name="Oval 1990">
              <a:extLst>
                <a:ext uri="{FF2B5EF4-FFF2-40B4-BE49-F238E27FC236}">
                  <a16:creationId xmlns:a16="http://schemas.microsoft.com/office/drawing/2014/main" id="{E5E3759E-3B22-4D2A-B5B3-5F6E996CE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" y="98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33" name="Oval 1991">
              <a:extLst>
                <a:ext uri="{FF2B5EF4-FFF2-40B4-BE49-F238E27FC236}">
                  <a16:creationId xmlns:a16="http://schemas.microsoft.com/office/drawing/2014/main" id="{0A93882F-0753-41DB-B642-36C4E4C65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992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34" name="Oval 1992">
              <a:extLst>
                <a:ext uri="{FF2B5EF4-FFF2-40B4-BE49-F238E27FC236}">
                  <a16:creationId xmlns:a16="http://schemas.microsoft.com/office/drawing/2014/main" id="{9FF62860-265A-4508-AC02-F85DAE64E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3" y="99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35" name="Oval 1993">
              <a:extLst>
                <a:ext uri="{FF2B5EF4-FFF2-40B4-BE49-F238E27FC236}">
                  <a16:creationId xmlns:a16="http://schemas.microsoft.com/office/drawing/2014/main" id="{9835AD43-3331-4B74-ADAC-31F212545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1000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36" name="Oval 1994">
              <a:extLst>
                <a:ext uri="{FF2B5EF4-FFF2-40B4-BE49-F238E27FC236}">
                  <a16:creationId xmlns:a16="http://schemas.microsoft.com/office/drawing/2014/main" id="{12392440-07E7-4793-8829-ECCEDE5F9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8" y="100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37" name="Oval 1995">
              <a:extLst>
                <a:ext uri="{FF2B5EF4-FFF2-40B4-BE49-F238E27FC236}">
                  <a16:creationId xmlns:a16="http://schemas.microsoft.com/office/drawing/2014/main" id="{2E6C080E-DEEB-4C7E-B5E3-D25E06E2B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1008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38" name="Oval 1996">
              <a:extLst>
                <a:ext uri="{FF2B5EF4-FFF2-40B4-BE49-F238E27FC236}">
                  <a16:creationId xmlns:a16="http://schemas.microsoft.com/office/drawing/2014/main" id="{5AF1E366-7BA9-46F4-8BF9-93BECCCFA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" y="101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39" name="Oval 1997">
              <a:extLst>
                <a:ext uri="{FF2B5EF4-FFF2-40B4-BE49-F238E27FC236}">
                  <a16:creationId xmlns:a16="http://schemas.microsoft.com/office/drawing/2014/main" id="{B9799AC2-3721-4DAB-AD60-EF029AF01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019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40" name="Oval 1998">
              <a:extLst>
                <a:ext uri="{FF2B5EF4-FFF2-40B4-BE49-F238E27FC236}">
                  <a16:creationId xmlns:a16="http://schemas.microsoft.com/office/drawing/2014/main" id="{2D963B01-47E8-40FB-969E-586EB1EBC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022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41" name="Oval 1999">
              <a:extLst>
                <a:ext uri="{FF2B5EF4-FFF2-40B4-BE49-F238E27FC236}">
                  <a16:creationId xmlns:a16="http://schemas.microsoft.com/office/drawing/2014/main" id="{0F4F5D3C-302A-4609-9ED4-E399C0173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1030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42" name="Oval 2000">
              <a:extLst>
                <a:ext uri="{FF2B5EF4-FFF2-40B4-BE49-F238E27FC236}">
                  <a16:creationId xmlns:a16="http://schemas.microsoft.com/office/drawing/2014/main" id="{679108D4-8390-428D-948B-95316E130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103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43" name="Oval 2001">
              <a:extLst>
                <a:ext uri="{FF2B5EF4-FFF2-40B4-BE49-F238E27FC236}">
                  <a16:creationId xmlns:a16="http://schemas.microsoft.com/office/drawing/2014/main" id="{BA3D8975-5F9C-43EF-8F5C-E6A5CA0D5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1040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44" name="Oval 2002">
              <a:extLst>
                <a:ext uri="{FF2B5EF4-FFF2-40B4-BE49-F238E27FC236}">
                  <a16:creationId xmlns:a16="http://schemas.microsoft.com/office/drawing/2014/main" id="{59D126FB-4714-486C-9802-F7EA2AA8D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04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45" name="Oval 2003">
              <a:extLst>
                <a:ext uri="{FF2B5EF4-FFF2-40B4-BE49-F238E27FC236}">
                  <a16:creationId xmlns:a16="http://schemas.microsoft.com/office/drawing/2014/main" id="{3299E1ED-C7D5-4AE7-B086-EC802DF8F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1051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46" name="Oval 2004">
              <a:extLst>
                <a:ext uri="{FF2B5EF4-FFF2-40B4-BE49-F238E27FC236}">
                  <a16:creationId xmlns:a16="http://schemas.microsoft.com/office/drawing/2014/main" id="{3306564F-0EE8-4EB7-9227-497640D3B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1056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47" name="Oval 2005">
              <a:extLst>
                <a:ext uri="{FF2B5EF4-FFF2-40B4-BE49-F238E27FC236}">
                  <a16:creationId xmlns:a16="http://schemas.microsoft.com/office/drawing/2014/main" id="{762C3619-04ED-4A54-B8B2-72FEAB792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1064"/>
              <a:ext cx="17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48" name="Oval 2006">
              <a:extLst>
                <a:ext uri="{FF2B5EF4-FFF2-40B4-BE49-F238E27FC236}">
                  <a16:creationId xmlns:a16="http://schemas.microsoft.com/office/drawing/2014/main" id="{840678B8-7EBE-478B-966E-1B84881D9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1067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49" name="Oval 2007">
              <a:extLst>
                <a:ext uri="{FF2B5EF4-FFF2-40B4-BE49-F238E27FC236}">
                  <a16:creationId xmlns:a16="http://schemas.microsoft.com/office/drawing/2014/main" id="{4D72172E-79EF-4ECF-AA83-14DF9258E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635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50" name="Oval 2008">
              <a:extLst>
                <a:ext uri="{FF2B5EF4-FFF2-40B4-BE49-F238E27FC236}">
                  <a16:creationId xmlns:a16="http://schemas.microsoft.com/office/drawing/2014/main" id="{93EE9FF2-AE6C-48E2-9DEC-CEEDD17E6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8" y="263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51" name="Oval 2009">
              <a:extLst>
                <a:ext uri="{FF2B5EF4-FFF2-40B4-BE49-F238E27FC236}">
                  <a16:creationId xmlns:a16="http://schemas.microsoft.com/office/drawing/2014/main" id="{CF7F3650-6402-4110-912F-9E3B6DF80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3" y="2632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52" name="Oval 2010">
              <a:extLst>
                <a:ext uri="{FF2B5EF4-FFF2-40B4-BE49-F238E27FC236}">
                  <a16:creationId xmlns:a16="http://schemas.microsoft.com/office/drawing/2014/main" id="{0B838C86-AA41-47C9-89E2-B3622901B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635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53" name="Oval 2011">
              <a:extLst>
                <a:ext uri="{FF2B5EF4-FFF2-40B4-BE49-F238E27FC236}">
                  <a16:creationId xmlns:a16="http://schemas.microsoft.com/office/drawing/2014/main" id="{DC48920C-C0AE-45F0-A73B-99008B9BC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629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54" name="Oval 2012">
              <a:extLst>
                <a:ext uri="{FF2B5EF4-FFF2-40B4-BE49-F238E27FC236}">
                  <a16:creationId xmlns:a16="http://schemas.microsoft.com/office/drawing/2014/main" id="{58DDADB1-BAD1-4F70-9ABB-B645F16FE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2632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55" name="Oval 2013">
              <a:extLst>
                <a:ext uri="{FF2B5EF4-FFF2-40B4-BE49-F238E27FC236}">
                  <a16:creationId xmlns:a16="http://schemas.microsoft.com/office/drawing/2014/main" id="{802B9525-7119-415C-922C-AD49C9841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2627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56" name="Oval 2014">
              <a:extLst>
                <a:ext uri="{FF2B5EF4-FFF2-40B4-BE49-F238E27FC236}">
                  <a16:creationId xmlns:a16="http://schemas.microsoft.com/office/drawing/2014/main" id="{BDD6429D-A0F3-4084-924D-EDD7BFE34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8" y="262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57" name="Oval 2015">
              <a:extLst>
                <a:ext uri="{FF2B5EF4-FFF2-40B4-BE49-F238E27FC236}">
                  <a16:creationId xmlns:a16="http://schemas.microsoft.com/office/drawing/2014/main" id="{AF7BDFE7-66F5-4277-AC6A-20F3A626D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2619"/>
              <a:ext cx="18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58" name="Oval 2016">
              <a:extLst>
                <a:ext uri="{FF2B5EF4-FFF2-40B4-BE49-F238E27FC236}">
                  <a16:creationId xmlns:a16="http://schemas.microsoft.com/office/drawing/2014/main" id="{4CAB427C-E1B0-46BB-903C-6B4F9BC2C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" y="2624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59" name="Oval 2017">
              <a:extLst>
                <a:ext uri="{FF2B5EF4-FFF2-40B4-BE49-F238E27FC236}">
                  <a16:creationId xmlns:a16="http://schemas.microsoft.com/office/drawing/2014/main" id="{E31192C3-86DC-49B0-B338-943B3EC8A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2613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60" name="Oval 2018">
              <a:extLst>
                <a:ext uri="{FF2B5EF4-FFF2-40B4-BE49-F238E27FC236}">
                  <a16:creationId xmlns:a16="http://schemas.microsoft.com/office/drawing/2014/main" id="{7BC5968B-6D41-4CB3-A494-7897680C0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261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61" name="Oval 2019">
              <a:extLst>
                <a:ext uri="{FF2B5EF4-FFF2-40B4-BE49-F238E27FC236}">
                  <a16:creationId xmlns:a16="http://schemas.microsoft.com/office/drawing/2014/main" id="{86CF0E91-7DC4-4E4D-8130-3F6FBED9D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2605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62" name="Oval 2020">
              <a:extLst>
                <a:ext uri="{FF2B5EF4-FFF2-40B4-BE49-F238E27FC236}">
                  <a16:creationId xmlns:a16="http://schemas.microsoft.com/office/drawing/2014/main" id="{DC316E73-E0F9-423A-8117-64621F606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260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63" name="Oval 2021">
              <a:extLst>
                <a:ext uri="{FF2B5EF4-FFF2-40B4-BE49-F238E27FC236}">
                  <a16:creationId xmlns:a16="http://schemas.microsoft.com/office/drawing/2014/main" id="{5C8153A7-3626-4E70-9B9C-56C91CB2C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597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64" name="Oval 2022">
              <a:extLst>
                <a:ext uri="{FF2B5EF4-FFF2-40B4-BE49-F238E27FC236}">
                  <a16:creationId xmlns:a16="http://schemas.microsoft.com/office/drawing/2014/main" id="{00463EA8-94DD-4654-B255-B4B0937E0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260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65" name="Oval 2023">
              <a:extLst>
                <a:ext uri="{FF2B5EF4-FFF2-40B4-BE49-F238E27FC236}">
                  <a16:creationId xmlns:a16="http://schemas.microsoft.com/office/drawing/2014/main" id="{9DB91195-792A-421E-92BF-18FCEFA67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2587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66" name="Oval 2024">
              <a:extLst>
                <a:ext uri="{FF2B5EF4-FFF2-40B4-BE49-F238E27FC236}">
                  <a16:creationId xmlns:a16="http://schemas.microsoft.com/office/drawing/2014/main" id="{E2BD3276-2B4D-4DE9-AAB7-E49AF485F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258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67" name="Oval 2025">
              <a:extLst>
                <a:ext uri="{FF2B5EF4-FFF2-40B4-BE49-F238E27FC236}">
                  <a16:creationId xmlns:a16="http://schemas.microsoft.com/office/drawing/2014/main" id="{C6F920CC-EAA1-4A7B-A2E6-A2B159EC8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2576"/>
              <a:ext cx="17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68" name="Oval 2026">
              <a:extLst>
                <a:ext uri="{FF2B5EF4-FFF2-40B4-BE49-F238E27FC236}">
                  <a16:creationId xmlns:a16="http://schemas.microsoft.com/office/drawing/2014/main" id="{6881A843-9C9F-44CE-8325-B753B8DE6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257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69" name="Oval 2027">
              <a:extLst>
                <a:ext uri="{FF2B5EF4-FFF2-40B4-BE49-F238E27FC236}">
                  <a16:creationId xmlns:a16="http://schemas.microsoft.com/office/drawing/2014/main" id="{1EAAB9B8-113C-432D-B6D0-72B2CB115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2565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70" name="Oval 2028">
              <a:extLst>
                <a:ext uri="{FF2B5EF4-FFF2-40B4-BE49-F238E27FC236}">
                  <a16:creationId xmlns:a16="http://schemas.microsoft.com/office/drawing/2014/main" id="{2F1521B2-6448-40E1-9800-3D1E3144C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2568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271" name="Freeform 2029">
              <a:extLst>
                <a:ext uri="{FF2B5EF4-FFF2-40B4-BE49-F238E27FC236}">
                  <a16:creationId xmlns:a16="http://schemas.microsoft.com/office/drawing/2014/main" id="{EFA520EF-BAF5-4D4B-A64B-61A5C9845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555"/>
              <a:ext cx="17" cy="18"/>
            </a:xfrm>
            <a:custGeom>
              <a:avLst/>
              <a:gdLst>
                <a:gd name="T0" fmla="*/ 170 w 7"/>
                <a:gd name="T1" fmla="*/ 1137 h 7"/>
                <a:gd name="T2" fmla="*/ 1003 w 7"/>
                <a:gd name="T3" fmla="*/ 1700 h 7"/>
                <a:gd name="T4" fmla="*/ 1433 w 7"/>
                <a:gd name="T5" fmla="*/ 563 h 7"/>
                <a:gd name="T6" fmla="*/ 590 w 7"/>
                <a:gd name="T7" fmla="*/ 0 h 7"/>
                <a:gd name="T8" fmla="*/ 170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5"/>
                    <a:pt x="3" y="7"/>
                    <a:pt x="5" y="6"/>
                  </a:cubicBezTo>
                  <a:cubicBezTo>
                    <a:pt x="6" y="6"/>
                    <a:pt x="7" y="4"/>
                    <a:pt x="7" y="2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2" y="0"/>
                    <a:pt x="0" y="2"/>
                    <a:pt x="1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72" name="Freeform 2030">
              <a:extLst>
                <a:ext uri="{FF2B5EF4-FFF2-40B4-BE49-F238E27FC236}">
                  <a16:creationId xmlns:a16="http://schemas.microsoft.com/office/drawing/2014/main" id="{E898656C-2B08-4626-9EA2-06786C260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557"/>
              <a:ext cx="5" cy="6"/>
            </a:xfrm>
            <a:custGeom>
              <a:avLst/>
              <a:gdLst>
                <a:gd name="T0" fmla="*/ 0 w 2"/>
                <a:gd name="T1" fmla="*/ 1458 h 2"/>
                <a:gd name="T2" fmla="*/ 313 w 2"/>
                <a:gd name="T3" fmla="*/ 1458 h 2"/>
                <a:gd name="T4" fmla="*/ 520 w 2"/>
                <a:gd name="T5" fmla="*/ 729 h 2"/>
                <a:gd name="T6" fmla="*/ 313 w 2"/>
                <a:gd name="T7" fmla="*/ 0 h 2"/>
                <a:gd name="T8" fmla="*/ 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3" name="Freeform 2031">
              <a:extLst>
                <a:ext uri="{FF2B5EF4-FFF2-40B4-BE49-F238E27FC236}">
                  <a16:creationId xmlns:a16="http://schemas.microsoft.com/office/drawing/2014/main" id="{AEE55B3C-C659-42F8-9FCE-426F50BA7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541"/>
              <a:ext cx="18" cy="19"/>
            </a:xfrm>
            <a:custGeom>
              <a:avLst/>
              <a:gdLst>
                <a:gd name="T0" fmla="*/ 357 w 7"/>
                <a:gd name="T1" fmla="*/ 1620 h 7"/>
                <a:gd name="T2" fmla="*/ 1448 w 7"/>
                <a:gd name="T3" fmla="*/ 2823 h 7"/>
                <a:gd name="T4" fmla="*/ 2003 w 7"/>
                <a:gd name="T5" fmla="*/ 1200 h 7"/>
                <a:gd name="T6" fmla="*/ 918 w 7"/>
                <a:gd name="T7" fmla="*/ 442 h 7"/>
                <a:gd name="T8" fmla="*/ 357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74" name="Freeform 2032">
              <a:extLst>
                <a:ext uri="{FF2B5EF4-FFF2-40B4-BE49-F238E27FC236}">
                  <a16:creationId xmlns:a16="http://schemas.microsoft.com/office/drawing/2014/main" id="{C8A450F3-A803-4DE1-BD9F-96E09D0AF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547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313 w 2"/>
                <a:gd name="T3" fmla="*/ 520 h 2"/>
                <a:gd name="T4" fmla="*/ 520 w 2"/>
                <a:gd name="T5" fmla="*/ 313 h 2"/>
                <a:gd name="T6" fmla="*/ 313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5" name="Freeform 2033">
              <a:extLst>
                <a:ext uri="{FF2B5EF4-FFF2-40B4-BE49-F238E27FC236}">
                  <a16:creationId xmlns:a16="http://schemas.microsoft.com/office/drawing/2014/main" id="{EA8DCDEA-A612-4771-8261-632AFD417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531"/>
              <a:ext cx="17" cy="18"/>
            </a:xfrm>
            <a:custGeom>
              <a:avLst/>
              <a:gdLst>
                <a:gd name="T0" fmla="*/ 0 w 7"/>
                <a:gd name="T1" fmla="*/ 1137 h 7"/>
                <a:gd name="T2" fmla="*/ 831 w 7"/>
                <a:gd name="T3" fmla="*/ 1700 h 7"/>
                <a:gd name="T4" fmla="*/ 1243 w 7"/>
                <a:gd name="T5" fmla="*/ 563 h 7"/>
                <a:gd name="T6" fmla="*/ 590 w 7"/>
                <a:gd name="T7" fmla="*/ 0 h 7"/>
                <a:gd name="T8" fmla="*/ 0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5"/>
                    <a:pt x="2" y="7"/>
                    <a:pt x="4" y="6"/>
                  </a:cubicBezTo>
                  <a:cubicBezTo>
                    <a:pt x="6" y="6"/>
                    <a:pt x="7" y="4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76" name="Freeform 2034">
              <a:extLst>
                <a:ext uri="{FF2B5EF4-FFF2-40B4-BE49-F238E27FC236}">
                  <a16:creationId xmlns:a16="http://schemas.microsoft.com/office/drawing/2014/main" id="{546938DD-4EAB-4E3E-969E-4E274D870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533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520 w 2"/>
                <a:gd name="T3" fmla="*/ 1458 h 2"/>
                <a:gd name="T4" fmla="*/ 520 w 2"/>
                <a:gd name="T5" fmla="*/ 729 h 2"/>
                <a:gd name="T6" fmla="*/ 313 w 2"/>
                <a:gd name="T7" fmla="*/ 0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7" name="Freeform 2035">
              <a:extLst>
                <a:ext uri="{FF2B5EF4-FFF2-40B4-BE49-F238E27FC236}">
                  <a16:creationId xmlns:a16="http://schemas.microsoft.com/office/drawing/2014/main" id="{939E3491-F1C4-4128-86FF-3137AF69C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517"/>
              <a:ext cx="17" cy="19"/>
            </a:xfrm>
            <a:custGeom>
              <a:avLst/>
              <a:gdLst>
                <a:gd name="T0" fmla="*/ 170 w 7"/>
                <a:gd name="T1" fmla="*/ 1620 h 7"/>
                <a:gd name="T2" fmla="*/ 831 w 7"/>
                <a:gd name="T3" fmla="*/ 2342 h 7"/>
                <a:gd name="T4" fmla="*/ 1433 w 7"/>
                <a:gd name="T5" fmla="*/ 1200 h 7"/>
                <a:gd name="T6" fmla="*/ 590 w 7"/>
                <a:gd name="T7" fmla="*/ 0 h 7"/>
                <a:gd name="T8" fmla="*/ 170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6"/>
                    <a:pt x="3" y="7"/>
                    <a:pt x="4" y="6"/>
                  </a:cubicBezTo>
                  <a:cubicBezTo>
                    <a:pt x="6" y="6"/>
                    <a:pt x="7" y="4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1" y="0"/>
                    <a:pt x="0" y="2"/>
                    <a:pt x="1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78" name="Freeform 2036">
              <a:extLst>
                <a:ext uri="{FF2B5EF4-FFF2-40B4-BE49-F238E27FC236}">
                  <a16:creationId xmlns:a16="http://schemas.microsoft.com/office/drawing/2014/main" id="{944AD15D-2C05-4F1B-B793-81999B30C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520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1059 h 3"/>
                <a:gd name="T4" fmla="*/ 520 w 2"/>
                <a:gd name="T5" fmla="*/ 397 h 3"/>
                <a:gd name="T6" fmla="*/ 313 w 2"/>
                <a:gd name="T7" fmla="*/ 0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9" name="Freeform 2037">
              <a:extLst>
                <a:ext uri="{FF2B5EF4-FFF2-40B4-BE49-F238E27FC236}">
                  <a16:creationId xmlns:a16="http://schemas.microsoft.com/office/drawing/2014/main" id="{8D43866D-A7C3-497F-BACC-AC6CD1113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504"/>
              <a:ext cx="18" cy="19"/>
            </a:xfrm>
            <a:custGeom>
              <a:avLst/>
              <a:gdLst>
                <a:gd name="T0" fmla="*/ 0 w 7"/>
                <a:gd name="T1" fmla="*/ 1620 h 7"/>
                <a:gd name="T2" fmla="*/ 1137 w 7"/>
                <a:gd name="T3" fmla="*/ 2342 h 7"/>
                <a:gd name="T4" fmla="*/ 1700 w 7"/>
                <a:gd name="T5" fmla="*/ 1200 h 7"/>
                <a:gd name="T6" fmla="*/ 563 w 7"/>
                <a:gd name="T7" fmla="*/ 0 h 7"/>
                <a:gd name="T8" fmla="*/ 0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6"/>
                    <a:pt x="2" y="7"/>
                    <a:pt x="4" y="6"/>
                  </a:cubicBezTo>
                  <a:cubicBezTo>
                    <a:pt x="5" y="6"/>
                    <a:pt x="7" y="4"/>
                    <a:pt x="6" y="3"/>
                  </a:cubicBezTo>
                  <a:cubicBezTo>
                    <a:pt x="6" y="1"/>
                    <a:pt x="4" y="0"/>
                    <a:pt x="2" y="0"/>
                  </a:cubicBezTo>
                  <a:cubicBezTo>
                    <a:pt x="1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80" name="Freeform 2038">
              <a:extLst>
                <a:ext uri="{FF2B5EF4-FFF2-40B4-BE49-F238E27FC236}">
                  <a16:creationId xmlns:a16="http://schemas.microsoft.com/office/drawing/2014/main" id="{69E00295-FE90-424A-A799-09E1E1694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507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661 h 3"/>
                <a:gd name="T4" fmla="*/ 520 w 2"/>
                <a:gd name="T5" fmla="*/ 397 h 3"/>
                <a:gd name="T6" fmla="*/ 313 w 2"/>
                <a:gd name="T7" fmla="*/ 0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1" y="3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1" name="Freeform 2039">
              <a:extLst>
                <a:ext uri="{FF2B5EF4-FFF2-40B4-BE49-F238E27FC236}">
                  <a16:creationId xmlns:a16="http://schemas.microsoft.com/office/drawing/2014/main" id="{B02F8F6B-EBEA-4672-A165-F3D8726CA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488"/>
              <a:ext cx="20" cy="21"/>
            </a:xfrm>
            <a:custGeom>
              <a:avLst/>
              <a:gdLst>
                <a:gd name="T0" fmla="*/ 313 w 8"/>
                <a:gd name="T1" fmla="*/ 1612 h 8"/>
                <a:gd name="T2" fmla="*/ 1300 w 8"/>
                <a:gd name="T3" fmla="*/ 2226 h 8"/>
                <a:gd name="T4" fmla="*/ 1770 w 8"/>
                <a:gd name="T5" fmla="*/ 992 h 8"/>
                <a:gd name="T6" fmla="*/ 783 w 8"/>
                <a:gd name="T7" fmla="*/ 378 h 8"/>
                <a:gd name="T8" fmla="*/ 313 w 8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5"/>
                  </a:moveTo>
                  <a:cubicBezTo>
                    <a:pt x="2" y="7"/>
                    <a:pt x="3" y="8"/>
                    <a:pt x="5" y="7"/>
                  </a:cubicBezTo>
                  <a:cubicBezTo>
                    <a:pt x="7" y="6"/>
                    <a:pt x="8" y="5"/>
                    <a:pt x="7" y="3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82" name="Freeform 2040">
              <a:extLst>
                <a:ext uri="{FF2B5EF4-FFF2-40B4-BE49-F238E27FC236}">
                  <a16:creationId xmlns:a16="http://schemas.microsoft.com/office/drawing/2014/main" id="{613B37D9-EB89-4402-881C-6D7D4FAA7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493"/>
              <a:ext cx="5" cy="6"/>
            </a:xfrm>
            <a:custGeom>
              <a:avLst/>
              <a:gdLst>
                <a:gd name="T0" fmla="*/ 0 w 2"/>
                <a:gd name="T1" fmla="*/ 1458 h 2"/>
                <a:gd name="T2" fmla="*/ 520 w 2"/>
                <a:gd name="T3" fmla="*/ 1458 h 2"/>
                <a:gd name="T4" fmla="*/ 520 w 2"/>
                <a:gd name="T5" fmla="*/ 729 h 2"/>
                <a:gd name="T6" fmla="*/ 313 w 2"/>
                <a:gd name="T7" fmla="*/ 0 h 2"/>
                <a:gd name="T8" fmla="*/ 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3" name="Freeform 2041">
              <a:extLst>
                <a:ext uri="{FF2B5EF4-FFF2-40B4-BE49-F238E27FC236}">
                  <a16:creationId xmlns:a16="http://schemas.microsoft.com/office/drawing/2014/main" id="{F9ABCDDD-29FA-461C-8D8E-B0A9BAC32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475"/>
              <a:ext cx="18" cy="21"/>
            </a:xfrm>
            <a:custGeom>
              <a:avLst/>
              <a:gdLst>
                <a:gd name="T0" fmla="*/ 0 w 7"/>
                <a:gd name="T1" fmla="*/ 1612 h 8"/>
                <a:gd name="T2" fmla="*/ 1137 w 7"/>
                <a:gd name="T3" fmla="*/ 2226 h 8"/>
                <a:gd name="T4" fmla="*/ 1700 w 7"/>
                <a:gd name="T5" fmla="*/ 992 h 8"/>
                <a:gd name="T6" fmla="*/ 563 w 7"/>
                <a:gd name="T7" fmla="*/ 378 h 8"/>
                <a:gd name="T8" fmla="*/ 0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7"/>
                    <a:pt x="3" y="8"/>
                    <a:pt x="4" y="7"/>
                  </a:cubicBezTo>
                  <a:cubicBezTo>
                    <a:pt x="6" y="6"/>
                    <a:pt x="7" y="5"/>
                    <a:pt x="6" y="3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84" name="Freeform 2042">
              <a:extLst>
                <a:ext uri="{FF2B5EF4-FFF2-40B4-BE49-F238E27FC236}">
                  <a16:creationId xmlns:a16="http://schemas.microsoft.com/office/drawing/2014/main" id="{D292291E-F6BC-44B0-96F5-2F7FE703D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480"/>
              <a:ext cx="7" cy="5"/>
            </a:xfrm>
            <a:custGeom>
              <a:avLst/>
              <a:gdLst>
                <a:gd name="T0" fmla="*/ 0 w 3"/>
                <a:gd name="T1" fmla="*/ 520 h 2"/>
                <a:gd name="T2" fmla="*/ 355 w 3"/>
                <a:gd name="T3" fmla="*/ 520 h 2"/>
                <a:gd name="T4" fmla="*/ 355 w 3"/>
                <a:gd name="T5" fmla="*/ 313 h 2"/>
                <a:gd name="T6" fmla="*/ 152 w 3"/>
                <a:gd name="T7" fmla="*/ 0 h 2"/>
                <a:gd name="T8" fmla="*/ 0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5" name="Freeform 2043">
              <a:extLst>
                <a:ext uri="{FF2B5EF4-FFF2-40B4-BE49-F238E27FC236}">
                  <a16:creationId xmlns:a16="http://schemas.microsoft.com/office/drawing/2014/main" id="{8AC32D77-0AC7-4763-862A-122EA440E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461"/>
              <a:ext cx="20" cy="19"/>
            </a:xfrm>
            <a:custGeom>
              <a:avLst/>
              <a:gdLst>
                <a:gd name="T0" fmla="*/ 313 w 8"/>
                <a:gd name="T1" fmla="*/ 2063 h 7"/>
                <a:gd name="T2" fmla="*/ 1300 w 8"/>
                <a:gd name="T3" fmla="*/ 2823 h 7"/>
                <a:gd name="T4" fmla="*/ 1770 w 8"/>
                <a:gd name="T5" fmla="*/ 1200 h 7"/>
                <a:gd name="T6" fmla="*/ 783 w 8"/>
                <a:gd name="T7" fmla="*/ 442 h 7"/>
                <a:gd name="T8" fmla="*/ 313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2" y="6"/>
                    <a:pt x="3" y="7"/>
                    <a:pt x="5" y="7"/>
                  </a:cubicBezTo>
                  <a:cubicBezTo>
                    <a:pt x="7" y="6"/>
                    <a:pt x="8" y="4"/>
                    <a:pt x="7" y="3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86" name="Freeform 2044">
              <a:extLst>
                <a:ext uri="{FF2B5EF4-FFF2-40B4-BE49-F238E27FC236}">
                  <a16:creationId xmlns:a16="http://schemas.microsoft.com/office/drawing/2014/main" id="{FB133D50-E5CF-43ED-9091-AAEA7F095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467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313 w 2"/>
                <a:gd name="T3" fmla="*/ 520 h 2"/>
                <a:gd name="T4" fmla="*/ 520 w 2"/>
                <a:gd name="T5" fmla="*/ 313 h 2"/>
                <a:gd name="T6" fmla="*/ 313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7" name="Freeform 2045">
              <a:extLst>
                <a:ext uri="{FF2B5EF4-FFF2-40B4-BE49-F238E27FC236}">
                  <a16:creationId xmlns:a16="http://schemas.microsoft.com/office/drawing/2014/main" id="{BAC40AED-039B-48B4-AF5E-44255DA72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448"/>
              <a:ext cx="17" cy="19"/>
            </a:xfrm>
            <a:custGeom>
              <a:avLst/>
              <a:gdLst>
                <a:gd name="T0" fmla="*/ 170 w 7"/>
                <a:gd name="T1" fmla="*/ 1620 h 7"/>
                <a:gd name="T2" fmla="*/ 1003 w 7"/>
                <a:gd name="T3" fmla="*/ 2342 h 7"/>
                <a:gd name="T4" fmla="*/ 1433 w 7"/>
                <a:gd name="T5" fmla="*/ 760 h 7"/>
                <a:gd name="T6" fmla="*/ 590 w 7"/>
                <a:gd name="T7" fmla="*/ 0 h 7"/>
                <a:gd name="T8" fmla="*/ 170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6"/>
                    <a:pt x="3" y="7"/>
                    <a:pt x="5" y="6"/>
                  </a:cubicBezTo>
                  <a:cubicBezTo>
                    <a:pt x="7" y="6"/>
                    <a:pt x="7" y="4"/>
                    <a:pt x="7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88" name="Freeform 2046">
              <a:extLst>
                <a:ext uri="{FF2B5EF4-FFF2-40B4-BE49-F238E27FC236}">
                  <a16:creationId xmlns:a16="http://schemas.microsoft.com/office/drawing/2014/main" id="{E9D4166E-1704-45FB-9A92-1BBD6155A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451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1059 h 3"/>
                <a:gd name="T4" fmla="*/ 520 w 2"/>
                <a:gd name="T5" fmla="*/ 397 h 3"/>
                <a:gd name="T6" fmla="*/ 313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9" name="Freeform 2047">
              <a:extLst>
                <a:ext uri="{FF2B5EF4-FFF2-40B4-BE49-F238E27FC236}">
                  <a16:creationId xmlns:a16="http://schemas.microsoft.com/office/drawing/2014/main" id="{4365845B-9CF6-4111-88BE-F363D1BFA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432"/>
              <a:ext cx="17" cy="19"/>
            </a:xfrm>
            <a:custGeom>
              <a:avLst/>
              <a:gdLst>
                <a:gd name="T0" fmla="*/ 0 w 7"/>
                <a:gd name="T1" fmla="*/ 2063 h 7"/>
                <a:gd name="T2" fmla="*/ 831 w 7"/>
                <a:gd name="T3" fmla="*/ 2823 h 7"/>
                <a:gd name="T4" fmla="*/ 1243 w 7"/>
                <a:gd name="T5" fmla="*/ 1200 h 7"/>
                <a:gd name="T6" fmla="*/ 413 w 7"/>
                <a:gd name="T7" fmla="*/ 442 h 7"/>
                <a:gd name="T8" fmla="*/ 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6"/>
                    <a:pt x="3" y="7"/>
                    <a:pt x="4" y="7"/>
                  </a:cubicBezTo>
                  <a:cubicBezTo>
                    <a:pt x="6" y="6"/>
                    <a:pt x="7" y="4"/>
                    <a:pt x="6" y="3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90" name="Freeform 2048">
              <a:extLst>
                <a:ext uri="{FF2B5EF4-FFF2-40B4-BE49-F238E27FC236}">
                  <a16:creationId xmlns:a16="http://schemas.microsoft.com/office/drawing/2014/main" id="{DCBDB5E5-518D-490E-ADD8-99D146B70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437"/>
              <a:ext cx="8" cy="6"/>
            </a:xfrm>
            <a:custGeom>
              <a:avLst/>
              <a:gdLst>
                <a:gd name="T0" fmla="*/ 0 w 3"/>
                <a:gd name="T1" fmla="*/ 729 h 2"/>
                <a:gd name="T2" fmla="*/ 661 w 3"/>
                <a:gd name="T3" fmla="*/ 1458 h 2"/>
                <a:gd name="T4" fmla="*/ 1059 w 3"/>
                <a:gd name="T5" fmla="*/ 729 h 2"/>
                <a:gd name="T6" fmla="*/ 397 w 3"/>
                <a:gd name="T7" fmla="*/ 0 h 2"/>
                <a:gd name="T8" fmla="*/ 0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1" name="Freeform 2049">
              <a:extLst>
                <a:ext uri="{FF2B5EF4-FFF2-40B4-BE49-F238E27FC236}">
                  <a16:creationId xmlns:a16="http://schemas.microsoft.com/office/drawing/2014/main" id="{40D1F4AD-6E8D-4D11-9698-94797D436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416"/>
              <a:ext cx="18" cy="21"/>
            </a:xfrm>
            <a:custGeom>
              <a:avLst/>
              <a:gdLst>
                <a:gd name="T0" fmla="*/ 357 w 7"/>
                <a:gd name="T1" fmla="*/ 1612 h 8"/>
                <a:gd name="T2" fmla="*/ 1448 w 7"/>
                <a:gd name="T3" fmla="*/ 2226 h 8"/>
                <a:gd name="T4" fmla="*/ 2003 w 7"/>
                <a:gd name="T5" fmla="*/ 992 h 8"/>
                <a:gd name="T6" fmla="*/ 918 w 7"/>
                <a:gd name="T7" fmla="*/ 378 h 8"/>
                <a:gd name="T8" fmla="*/ 357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5"/>
                  </a:moveTo>
                  <a:cubicBezTo>
                    <a:pt x="1" y="7"/>
                    <a:pt x="3" y="8"/>
                    <a:pt x="5" y="7"/>
                  </a:cubicBezTo>
                  <a:cubicBezTo>
                    <a:pt x="7" y="6"/>
                    <a:pt x="7" y="5"/>
                    <a:pt x="7" y="3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1" y="2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92" name="Freeform 2050">
              <a:extLst>
                <a:ext uri="{FF2B5EF4-FFF2-40B4-BE49-F238E27FC236}">
                  <a16:creationId xmlns:a16="http://schemas.microsoft.com/office/drawing/2014/main" id="{9BEA24DB-BEDA-46AA-BB33-206460E2D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421"/>
              <a:ext cx="5" cy="6"/>
            </a:xfrm>
            <a:custGeom>
              <a:avLst/>
              <a:gdLst>
                <a:gd name="T0" fmla="*/ 0 w 2"/>
                <a:gd name="T1" fmla="*/ 1458 h 2"/>
                <a:gd name="T2" fmla="*/ 313 w 2"/>
                <a:gd name="T3" fmla="*/ 1458 h 2"/>
                <a:gd name="T4" fmla="*/ 520 w 2"/>
                <a:gd name="T5" fmla="*/ 729 h 2"/>
                <a:gd name="T6" fmla="*/ 313 w 2"/>
                <a:gd name="T7" fmla="*/ 0 h 2"/>
                <a:gd name="T8" fmla="*/ 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3" name="Freeform 2051">
              <a:extLst>
                <a:ext uri="{FF2B5EF4-FFF2-40B4-BE49-F238E27FC236}">
                  <a16:creationId xmlns:a16="http://schemas.microsoft.com/office/drawing/2014/main" id="{2F9B9A04-4B76-4356-BFFF-A3238F52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400"/>
              <a:ext cx="20" cy="21"/>
            </a:xfrm>
            <a:custGeom>
              <a:avLst/>
              <a:gdLst>
                <a:gd name="T0" fmla="*/ 313 w 8"/>
                <a:gd name="T1" fmla="*/ 1992 h 8"/>
                <a:gd name="T2" fmla="*/ 1300 w 8"/>
                <a:gd name="T3" fmla="*/ 2226 h 8"/>
                <a:gd name="T4" fmla="*/ 1770 w 8"/>
                <a:gd name="T5" fmla="*/ 992 h 8"/>
                <a:gd name="T6" fmla="*/ 520 w 8"/>
                <a:gd name="T7" fmla="*/ 378 h 8"/>
                <a:gd name="T8" fmla="*/ 313 w 8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2" y="7"/>
                    <a:pt x="4" y="8"/>
                    <a:pt x="5" y="7"/>
                  </a:cubicBezTo>
                  <a:cubicBezTo>
                    <a:pt x="7" y="6"/>
                    <a:pt x="8" y="4"/>
                    <a:pt x="7" y="3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94" name="Freeform 2052">
              <a:extLst>
                <a:ext uri="{FF2B5EF4-FFF2-40B4-BE49-F238E27FC236}">
                  <a16:creationId xmlns:a16="http://schemas.microsoft.com/office/drawing/2014/main" id="{6BFF4495-6C20-4897-A932-E65BA2D9B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405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313 w 2"/>
                <a:gd name="T7" fmla="*/ 0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2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5" name="Freeform 2053">
              <a:extLst>
                <a:ext uri="{FF2B5EF4-FFF2-40B4-BE49-F238E27FC236}">
                  <a16:creationId xmlns:a16="http://schemas.microsoft.com/office/drawing/2014/main" id="{AB5FEB26-5982-48CB-A6D4-8358815C9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387"/>
              <a:ext cx="17" cy="18"/>
            </a:xfrm>
            <a:custGeom>
              <a:avLst/>
              <a:gdLst>
                <a:gd name="T0" fmla="*/ 170 w 7"/>
                <a:gd name="T1" fmla="*/ 1448 h 7"/>
                <a:gd name="T2" fmla="*/ 1003 w 7"/>
                <a:gd name="T3" fmla="*/ 1700 h 7"/>
                <a:gd name="T4" fmla="*/ 1243 w 7"/>
                <a:gd name="T5" fmla="*/ 563 h 7"/>
                <a:gd name="T6" fmla="*/ 413 w 7"/>
                <a:gd name="T7" fmla="*/ 357 h 7"/>
                <a:gd name="T8" fmla="*/ 170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1" y="7"/>
                    <a:pt x="3" y="7"/>
                    <a:pt x="5" y="6"/>
                  </a:cubicBezTo>
                  <a:cubicBezTo>
                    <a:pt x="7" y="6"/>
                    <a:pt x="7" y="4"/>
                    <a:pt x="6" y="2"/>
                  </a:cubicBezTo>
                  <a:cubicBezTo>
                    <a:pt x="5" y="0"/>
                    <a:pt x="4" y="0"/>
                    <a:pt x="2" y="1"/>
                  </a:cubicBezTo>
                  <a:cubicBezTo>
                    <a:pt x="0" y="2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96" name="Freeform 2054">
              <a:extLst>
                <a:ext uri="{FF2B5EF4-FFF2-40B4-BE49-F238E27FC236}">
                  <a16:creationId xmlns:a16="http://schemas.microsoft.com/office/drawing/2014/main" id="{C03A1007-E7F0-4698-AC63-E06AA2BB7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392"/>
              <a:ext cx="8" cy="5"/>
            </a:xfrm>
            <a:custGeom>
              <a:avLst/>
              <a:gdLst>
                <a:gd name="T0" fmla="*/ 397 w 3"/>
                <a:gd name="T1" fmla="*/ 313 h 2"/>
                <a:gd name="T2" fmla="*/ 661 w 3"/>
                <a:gd name="T3" fmla="*/ 520 h 2"/>
                <a:gd name="T4" fmla="*/ 1059 w 3"/>
                <a:gd name="T5" fmla="*/ 0 h 2"/>
                <a:gd name="T6" fmla="*/ 397 w 3"/>
                <a:gd name="T7" fmla="*/ 0 h 2"/>
                <a:gd name="T8" fmla="*/ 397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7" name="Freeform 2055">
              <a:extLst>
                <a:ext uri="{FF2B5EF4-FFF2-40B4-BE49-F238E27FC236}">
                  <a16:creationId xmlns:a16="http://schemas.microsoft.com/office/drawing/2014/main" id="{24C219E3-4F8B-4D0D-8405-8DEFA76CC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371"/>
              <a:ext cx="18" cy="21"/>
            </a:xfrm>
            <a:custGeom>
              <a:avLst/>
              <a:gdLst>
                <a:gd name="T0" fmla="*/ 357 w 7"/>
                <a:gd name="T1" fmla="*/ 1612 h 8"/>
                <a:gd name="T2" fmla="*/ 1448 w 7"/>
                <a:gd name="T3" fmla="*/ 2226 h 8"/>
                <a:gd name="T4" fmla="*/ 1700 w 7"/>
                <a:gd name="T5" fmla="*/ 614 h 8"/>
                <a:gd name="T6" fmla="*/ 563 w 7"/>
                <a:gd name="T7" fmla="*/ 378 h 8"/>
                <a:gd name="T8" fmla="*/ 357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5"/>
                  </a:moveTo>
                  <a:cubicBezTo>
                    <a:pt x="1" y="7"/>
                    <a:pt x="3" y="8"/>
                    <a:pt x="5" y="7"/>
                  </a:cubicBezTo>
                  <a:cubicBezTo>
                    <a:pt x="6" y="6"/>
                    <a:pt x="7" y="4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98" name="Freeform 2056">
              <a:extLst>
                <a:ext uri="{FF2B5EF4-FFF2-40B4-BE49-F238E27FC236}">
                  <a16:creationId xmlns:a16="http://schemas.microsoft.com/office/drawing/2014/main" id="{B342F535-AEAC-4F9A-AC36-E8272ADAC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376"/>
              <a:ext cx="7" cy="5"/>
            </a:xfrm>
            <a:custGeom>
              <a:avLst/>
              <a:gdLst>
                <a:gd name="T0" fmla="*/ 152 w 3"/>
                <a:gd name="T1" fmla="*/ 520 h 2"/>
                <a:gd name="T2" fmla="*/ 355 w 3"/>
                <a:gd name="T3" fmla="*/ 520 h 2"/>
                <a:gd name="T4" fmla="*/ 469 w 3"/>
                <a:gd name="T5" fmla="*/ 313 h 2"/>
                <a:gd name="T6" fmla="*/ 152 w 3"/>
                <a:gd name="T7" fmla="*/ 0 h 2"/>
                <a:gd name="T8" fmla="*/ 152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9" name="Freeform 2057">
              <a:extLst>
                <a:ext uri="{FF2B5EF4-FFF2-40B4-BE49-F238E27FC236}">
                  <a16:creationId xmlns:a16="http://schemas.microsoft.com/office/drawing/2014/main" id="{5ABD7345-8250-480F-99A4-F537B736A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355"/>
              <a:ext cx="17" cy="21"/>
            </a:xfrm>
            <a:custGeom>
              <a:avLst/>
              <a:gdLst>
                <a:gd name="T0" fmla="*/ 0 w 7"/>
                <a:gd name="T1" fmla="*/ 1612 h 8"/>
                <a:gd name="T2" fmla="*/ 1003 w 7"/>
                <a:gd name="T3" fmla="*/ 2226 h 8"/>
                <a:gd name="T4" fmla="*/ 1243 w 7"/>
                <a:gd name="T5" fmla="*/ 614 h 8"/>
                <a:gd name="T6" fmla="*/ 413 w 7"/>
                <a:gd name="T7" fmla="*/ 378 h 8"/>
                <a:gd name="T8" fmla="*/ 0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7"/>
                    <a:pt x="3" y="8"/>
                    <a:pt x="5" y="7"/>
                  </a:cubicBezTo>
                  <a:cubicBezTo>
                    <a:pt x="6" y="6"/>
                    <a:pt x="7" y="4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00" name="Freeform 2058">
              <a:extLst>
                <a:ext uri="{FF2B5EF4-FFF2-40B4-BE49-F238E27FC236}">
                  <a16:creationId xmlns:a16="http://schemas.microsoft.com/office/drawing/2014/main" id="{F99C5302-1983-4E43-9D6F-39062FC51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360"/>
              <a:ext cx="8" cy="8"/>
            </a:xfrm>
            <a:custGeom>
              <a:avLst/>
              <a:gdLst>
                <a:gd name="T0" fmla="*/ 397 w 3"/>
                <a:gd name="T1" fmla="*/ 661 h 3"/>
                <a:gd name="T2" fmla="*/ 661 w 3"/>
                <a:gd name="T3" fmla="*/ 661 h 3"/>
                <a:gd name="T4" fmla="*/ 1059 w 3"/>
                <a:gd name="T5" fmla="*/ 397 h 3"/>
                <a:gd name="T6" fmla="*/ 397 w 3"/>
                <a:gd name="T7" fmla="*/ 0 h 3"/>
                <a:gd name="T8" fmla="*/ 397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2" y="3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01" name="Freeform 2059">
              <a:extLst>
                <a:ext uri="{FF2B5EF4-FFF2-40B4-BE49-F238E27FC236}">
                  <a16:creationId xmlns:a16="http://schemas.microsoft.com/office/drawing/2014/main" id="{F468D3BE-68C6-441A-95CF-8F21BFB34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339"/>
              <a:ext cx="20" cy="21"/>
            </a:xfrm>
            <a:custGeom>
              <a:avLst/>
              <a:gdLst>
                <a:gd name="T0" fmla="*/ 313 w 8"/>
                <a:gd name="T1" fmla="*/ 1612 h 8"/>
                <a:gd name="T2" fmla="*/ 1488 w 8"/>
                <a:gd name="T3" fmla="*/ 2226 h 8"/>
                <a:gd name="T4" fmla="*/ 1770 w 8"/>
                <a:gd name="T5" fmla="*/ 614 h 8"/>
                <a:gd name="T6" fmla="*/ 783 w 8"/>
                <a:gd name="T7" fmla="*/ 378 h 8"/>
                <a:gd name="T8" fmla="*/ 313 w 8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5"/>
                  </a:moveTo>
                  <a:cubicBezTo>
                    <a:pt x="2" y="7"/>
                    <a:pt x="4" y="8"/>
                    <a:pt x="6" y="7"/>
                  </a:cubicBezTo>
                  <a:cubicBezTo>
                    <a:pt x="7" y="6"/>
                    <a:pt x="8" y="4"/>
                    <a:pt x="7" y="2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1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02" name="Freeform 2060">
              <a:extLst>
                <a:ext uri="{FF2B5EF4-FFF2-40B4-BE49-F238E27FC236}">
                  <a16:creationId xmlns:a16="http://schemas.microsoft.com/office/drawing/2014/main" id="{6A8D70D4-D4C3-4D6B-8F1E-B474522C6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344"/>
              <a:ext cx="7" cy="5"/>
            </a:xfrm>
            <a:custGeom>
              <a:avLst/>
              <a:gdLst>
                <a:gd name="T0" fmla="*/ 0 w 3"/>
                <a:gd name="T1" fmla="*/ 520 h 2"/>
                <a:gd name="T2" fmla="*/ 355 w 3"/>
                <a:gd name="T3" fmla="*/ 520 h 2"/>
                <a:gd name="T4" fmla="*/ 355 w 3"/>
                <a:gd name="T5" fmla="*/ 313 h 2"/>
                <a:gd name="T6" fmla="*/ 152 w 3"/>
                <a:gd name="T7" fmla="*/ 0 h 2"/>
                <a:gd name="T8" fmla="*/ 0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03" name="Freeform 2061">
              <a:extLst>
                <a:ext uri="{FF2B5EF4-FFF2-40B4-BE49-F238E27FC236}">
                  <a16:creationId xmlns:a16="http://schemas.microsoft.com/office/drawing/2014/main" id="{819D76BC-212D-499A-A10D-5188D5E12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323"/>
              <a:ext cx="18" cy="21"/>
            </a:xfrm>
            <a:custGeom>
              <a:avLst/>
              <a:gdLst>
                <a:gd name="T0" fmla="*/ 357 w 7"/>
                <a:gd name="T1" fmla="*/ 1612 h 8"/>
                <a:gd name="T2" fmla="*/ 1448 w 7"/>
                <a:gd name="T3" fmla="*/ 2226 h 8"/>
                <a:gd name="T4" fmla="*/ 2003 w 7"/>
                <a:gd name="T5" fmla="*/ 992 h 8"/>
                <a:gd name="T6" fmla="*/ 563 w 7"/>
                <a:gd name="T7" fmla="*/ 378 h 8"/>
                <a:gd name="T8" fmla="*/ 357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5"/>
                  </a:moveTo>
                  <a:cubicBezTo>
                    <a:pt x="2" y="7"/>
                    <a:pt x="3" y="8"/>
                    <a:pt x="5" y="7"/>
                  </a:cubicBezTo>
                  <a:cubicBezTo>
                    <a:pt x="7" y="6"/>
                    <a:pt x="7" y="4"/>
                    <a:pt x="7" y="3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04" name="Freeform 2062">
              <a:extLst>
                <a:ext uri="{FF2B5EF4-FFF2-40B4-BE49-F238E27FC236}">
                  <a16:creationId xmlns:a16="http://schemas.microsoft.com/office/drawing/2014/main" id="{57D086F8-DA38-4EA5-B3EC-EF6A4578F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328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313 w 2"/>
                <a:gd name="T3" fmla="*/ 520 h 2"/>
                <a:gd name="T4" fmla="*/ 520 w 2"/>
                <a:gd name="T5" fmla="*/ 313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05" name="Freeform 2063">
              <a:extLst>
                <a:ext uri="{FF2B5EF4-FFF2-40B4-BE49-F238E27FC236}">
                  <a16:creationId xmlns:a16="http://schemas.microsoft.com/office/drawing/2014/main" id="{5845662E-459B-46C3-925B-232BD7816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307"/>
              <a:ext cx="20" cy="18"/>
            </a:xfrm>
            <a:custGeom>
              <a:avLst/>
              <a:gdLst>
                <a:gd name="T0" fmla="*/ 313 w 8"/>
                <a:gd name="T1" fmla="*/ 1448 h 7"/>
                <a:gd name="T2" fmla="*/ 1300 w 8"/>
                <a:gd name="T3" fmla="*/ 2003 h 7"/>
                <a:gd name="T4" fmla="*/ 1770 w 8"/>
                <a:gd name="T5" fmla="*/ 563 h 7"/>
                <a:gd name="T6" fmla="*/ 783 w 8"/>
                <a:gd name="T7" fmla="*/ 357 h 7"/>
                <a:gd name="T8" fmla="*/ 313 w 8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2" y="7"/>
                    <a:pt x="4" y="7"/>
                    <a:pt x="5" y="7"/>
                  </a:cubicBezTo>
                  <a:cubicBezTo>
                    <a:pt x="7" y="6"/>
                    <a:pt x="8" y="4"/>
                    <a:pt x="7" y="2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1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06" name="Freeform 2064">
              <a:extLst>
                <a:ext uri="{FF2B5EF4-FFF2-40B4-BE49-F238E27FC236}">
                  <a16:creationId xmlns:a16="http://schemas.microsoft.com/office/drawing/2014/main" id="{FDE13574-EEC8-4793-BE01-4E0278ACE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312"/>
              <a:ext cx="8" cy="5"/>
            </a:xfrm>
            <a:custGeom>
              <a:avLst/>
              <a:gdLst>
                <a:gd name="T0" fmla="*/ 0 w 3"/>
                <a:gd name="T1" fmla="*/ 520 h 2"/>
                <a:gd name="T2" fmla="*/ 661 w 3"/>
                <a:gd name="T3" fmla="*/ 520 h 2"/>
                <a:gd name="T4" fmla="*/ 661 w 3"/>
                <a:gd name="T5" fmla="*/ 313 h 2"/>
                <a:gd name="T6" fmla="*/ 397 w 3"/>
                <a:gd name="T7" fmla="*/ 0 h 2"/>
                <a:gd name="T8" fmla="*/ 0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07" name="Freeform 2065">
              <a:extLst>
                <a:ext uri="{FF2B5EF4-FFF2-40B4-BE49-F238E27FC236}">
                  <a16:creationId xmlns:a16="http://schemas.microsoft.com/office/drawing/2014/main" id="{76BCBEE8-05B0-43F4-A1B5-6668781EC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291"/>
              <a:ext cx="17" cy="18"/>
            </a:xfrm>
            <a:custGeom>
              <a:avLst/>
              <a:gdLst>
                <a:gd name="T0" fmla="*/ 170 w 7"/>
                <a:gd name="T1" fmla="*/ 1448 h 7"/>
                <a:gd name="T2" fmla="*/ 1003 w 7"/>
                <a:gd name="T3" fmla="*/ 1700 h 7"/>
                <a:gd name="T4" fmla="*/ 1243 w 7"/>
                <a:gd name="T5" fmla="*/ 563 h 7"/>
                <a:gd name="T6" fmla="*/ 413 w 7"/>
                <a:gd name="T7" fmla="*/ 357 h 7"/>
                <a:gd name="T8" fmla="*/ 170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08" name="Freeform 2066">
              <a:extLst>
                <a:ext uri="{FF2B5EF4-FFF2-40B4-BE49-F238E27FC236}">
                  <a16:creationId xmlns:a16="http://schemas.microsoft.com/office/drawing/2014/main" id="{FAF9B1BE-C71F-45B8-AC78-D2318AF5F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296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09" name="Freeform 2067">
              <a:extLst>
                <a:ext uri="{FF2B5EF4-FFF2-40B4-BE49-F238E27FC236}">
                  <a16:creationId xmlns:a16="http://schemas.microsoft.com/office/drawing/2014/main" id="{E5F126EB-DC07-48D2-A2B2-7C9B029DF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275"/>
              <a:ext cx="20" cy="18"/>
            </a:xfrm>
            <a:custGeom>
              <a:avLst/>
              <a:gdLst>
                <a:gd name="T0" fmla="*/ 313 w 8"/>
                <a:gd name="T1" fmla="*/ 1448 h 7"/>
                <a:gd name="T2" fmla="*/ 1488 w 8"/>
                <a:gd name="T3" fmla="*/ 1700 h 7"/>
                <a:gd name="T4" fmla="*/ 1770 w 8"/>
                <a:gd name="T5" fmla="*/ 563 h 7"/>
                <a:gd name="T6" fmla="*/ 520 w 8"/>
                <a:gd name="T7" fmla="*/ 357 h 7"/>
                <a:gd name="T8" fmla="*/ 313 w 8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8" y="3"/>
                    <a:pt x="7" y="2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10" name="Freeform 2068">
              <a:extLst>
                <a:ext uri="{FF2B5EF4-FFF2-40B4-BE49-F238E27FC236}">
                  <a16:creationId xmlns:a16="http://schemas.microsoft.com/office/drawing/2014/main" id="{F0EABCCC-7231-4498-ABF9-8A82D1BFA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280"/>
              <a:ext cx="7" cy="5"/>
            </a:xfrm>
            <a:custGeom>
              <a:avLst/>
              <a:gdLst>
                <a:gd name="T0" fmla="*/ 152 w 3"/>
                <a:gd name="T1" fmla="*/ 313 h 2"/>
                <a:gd name="T2" fmla="*/ 355 w 3"/>
                <a:gd name="T3" fmla="*/ 520 h 2"/>
                <a:gd name="T4" fmla="*/ 355 w 3"/>
                <a:gd name="T5" fmla="*/ 0 h 2"/>
                <a:gd name="T6" fmla="*/ 152 w 3"/>
                <a:gd name="T7" fmla="*/ 0 h 2"/>
                <a:gd name="T8" fmla="*/ 152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1" name="Freeform 2069">
              <a:extLst>
                <a:ext uri="{FF2B5EF4-FFF2-40B4-BE49-F238E27FC236}">
                  <a16:creationId xmlns:a16="http://schemas.microsoft.com/office/drawing/2014/main" id="{9ED3B660-5F07-4505-B400-1B014E4B5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59"/>
              <a:ext cx="18" cy="18"/>
            </a:xfrm>
            <a:custGeom>
              <a:avLst/>
              <a:gdLst>
                <a:gd name="T0" fmla="*/ 357 w 7"/>
                <a:gd name="T1" fmla="*/ 1448 h 7"/>
                <a:gd name="T2" fmla="*/ 1448 w 7"/>
                <a:gd name="T3" fmla="*/ 1700 h 7"/>
                <a:gd name="T4" fmla="*/ 1700 w 7"/>
                <a:gd name="T5" fmla="*/ 563 h 7"/>
                <a:gd name="T6" fmla="*/ 563 w 7"/>
                <a:gd name="T7" fmla="*/ 357 h 7"/>
                <a:gd name="T8" fmla="*/ 357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12" name="Freeform 2070">
              <a:extLst>
                <a:ext uri="{FF2B5EF4-FFF2-40B4-BE49-F238E27FC236}">
                  <a16:creationId xmlns:a16="http://schemas.microsoft.com/office/drawing/2014/main" id="{BF8595F6-9AD3-4379-9C9F-C99C1B98F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64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313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3" name="Freeform 2071">
              <a:extLst>
                <a:ext uri="{FF2B5EF4-FFF2-40B4-BE49-F238E27FC236}">
                  <a16:creationId xmlns:a16="http://schemas.microsoft.com/office/drawing/2014/main" id="{78B4EBA2-0071-4B5E-9971-0011FC739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43"/>
              <a:ext cx="18" cy="18"/>
            </a:xfrm>
            <a:custGeom>
              <a:avLst/>
              <a:gdLst>
                <a:gd name="T0" fmla="*/ 357 w 7"/>
                <a:gd name="T1" fmla="*/ 1448 h 7"/>
                <a:gd name="T2" fmla="*/ 1700 w 7"/>
                <a:gd name="T3" fmla="*/ 1700 h 7"/>
                <a:gd name="T4" fmla="*/ 2003 w 7"/>
                <a:gd name="T5" fmla="*/ 563 h 7"/>
                <a:gd name="T6" fmla="*/ 563 w 7"/>
                <a:gd name="T7" fmla="*/ 357 h 7"/>
                <a:gd name="T8" fmla="*/ 357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7" y="2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14" name="Freeform 2072">
              <a:extLst>
                <a:ext uri="{FF2B5EF4-FFF2-40B4-BE49-F238E27FC236}">
                  <a16:creationId xmlns:a16="http://schemas.microsoft.com/office/drawing/2014/main" id="{5547EB9B-F023-49B8-9C98-DE43E9001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245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1059 h 3"/>
                <a:gd name="T4" fmla="*/ 520 w 2"/>
                <a:gd name="T5" fmla="*/ 397 h 3"/>
                <a:gd name="T6" fmla="*/ 313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5" name="Freeform 2073">
              <a:extLst>
                <a:ext uri="{FF2B5EF4-FFF2-40B4-BE49-F238E27FC236}">
                  <a16:creationId xmlns:a16="http://schemas.microsoft.com/office/drawing/2014/main" id="{EF561945-D972-43A2-9A15-4AEA92DB4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224"/>
              <a:ext cx="20" cy="21"/>
            </a:xfrm>
            <a:custGeom>
              <a:avLst/>
              <a:gdLst>
                <a:gd name="T0" fmla="*/ 313 w 8"/>
                <a:gd name="T1" fmla="*/ 1992 h 8"/>
                <a:gd name="T2" fmla="*/ 1488 w 8"/>
                <a:gd name="T3" fmla="*/ 2226 h 8"/>
                <a:gd name="T4" fmla="*/ 1770 w 8"/>
                <a:gd name="T5" fmla="*/ 614 h 8"/>
                <a:gd name="T6" fmla="*/ 520 w 8"/>
                <a:gd name="T7" fmla="*/ 378 h 8"/>
                <a:gd name="T8" fmla="*/ 313 w 8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2" y="7"/>
                    <a:pt x="4" y="8"/>
                    <a:pt x="6" y="7"/>
                  </a:cubicBezTo>
                  <a:cubicBezTo>
                    <a:pt x="7" y="6"/>
                    <a:pt x="8" y="4"/>
                    <a:pt x="7" y="2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16" name="Freeform 2074">
              <a:extLst>
                <a:ext uri="{FF2B5EF4-FFF2-40B4-BE49-F238E27FC236}">
                  <a16:creationId xmlns:a16="http://schemas.microsoft.com/office/drawing/2014/main" id="{4D37686F-BA9A-4C56-AA23-CEBCE4133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29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313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7" name="Freeform 2075">
              <a:extLst>
                <a:ext uri="{FF2B5EF4-FFF2-40B4-BE49-F238E27FC236}">
                  <a16:creationId xmlns:a16="http://schemas.microsoft.com/office/drawing/2014/main" id="{09693371-FD67-4720-91C5-50A02B7F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08"/>
              <a:ext cx="18" cy="19"/>
            </a:xfrm>
            <a:custGeom>
              <a:avLst/>
              <a:gdLst>
                <a:gd name="T0" fmla="*/ 357 w 7"/>
                <a:gd name="T1" fmla="*/ 2063 h 7"/>
                <a:gd name="T2" fmla="*/ 1700 w 7"/>
                <a:gd name="T3" fmla="*/ 2342 h 7"/>
                <a:gd name="T4" fmla="*/ 1700 w 7"/>
                <a:gd name="T5" fmla="*/ 760 h 7"/>
                <a:gd name="T6" fmla="*/ 563 w 7"/>
                <a:gd name="T7" fmla="*/ 442 h 7"/>
                <a:gd name="T8" fmla="*/ 357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18" name="Freeform 2076">
              <a:extLst>
                <a:ext uri="{FF2B5EF4-FFF2-40B4-BE49-F238E27FC236}">
                  <a16:creationId xmlns:a16="http://schemas.microsoft.com/office/drawing/2014/main" id="{99F78C2E-5ED0-407F-8A2A-EF6A417FE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13"/>
              <a:ext cx="5" cy="6"/>
            </a:xfrm>
            <a:custGeom>
              <a:avLst/>
              <a:gdLst>
                <a:gd name="T0" fmla="*/ 0 w 2"/>
                <a:gd name="T1" fmla="*/ 1458 h 2"/>
                <a:gd name="T2" fmla="*/ 520 w 2"/>
                <a:gd name="T3" fmla="*/ 1458 h 2"/>
                <a:gd name="T4" fmla="*/ 520 w 2"/>
                <a:gd name="T5" fmla="*/ 0 h 2"/>
                <a:gd name="T6" fmla="*/ 313 w 2"/>
                <a:gd name="T7" fmla="*/ 0 h 2"/>
                <a:gd name="T8" fmla="*/ 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9" name="Freeform 2077">
              <a:extLst>
                <a:ext uri="{FF2B5EF4-FFF2-40B4-BE49-F238E27FC236}">
                  <a16:creationId xmlns:a16="http://schemas.microsoft.com/office/drawing/2014/main" id="{D3A87C04-C7A7-4D24-AAA4-15F91E7DF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192"/>
              <a:ext cx="18" cy="19"/>
            </a:xfrm>
            <a:custGeom>
              <a:avLst/>
              <a:gdLst>
                <a:gd name="T0" fmla="*/ 357 w 7"/>
                <a:gd name="T1" fmla="*/ 2342 h 7"/>
                <a:gd name="T2" fmla="*/ 1700 w 7"/>
                <a:gd name="T3" fmla="*/ 2342 h 7"/>
                <a:gd name="T4" fmla="*/ 1700 w 7"/>
                <a:gd name="T5" fmla="*/ 442 h 7"/>
                <a:gd name="T6" fmla="*/ 563 w 7"/>
                <a:gd name="T7" fmla="*/ 442 h 7"/>
                <a:gd name="T8" fmla="*/ 357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20" name="Freeform 2078">
              <a:extLst>
                <a:ext uri="{FF2B5EF4-FFF2-40B4-BE49-F238E27FC236}">
                  <a16:creationId xmlns:a16="http://schemas.microsoft.com/office/drawing/2014/main" id="{0901938B-0D80-43E9-A307-0D33BADA1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197"/>
              <a:ext cx="5" cy="6"/>
            </a:xfrm>
            <a:custGeom>
              <a:avLst/>
              <a:gdLst>
                <a:gd name="T0" fmla="*/ 0 w 2"/>
                <a:gd name="T1" fmla="*/ 1458 h 2"/>
                <a:gd name="T2" fmla="*/ 520 w 2"/>
                <a:gd name="T3" fmla="*/ 1458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1" name="Freeform 2079">
              <a:extLst>
                <a:ext uri="{FF2B5EF4-FFF2-40B4-BE49-F238E27FC236}">
                  <a16:creationId xmlns:a16="http://schemas.microsoft.com/office/drawing/2014/main" id="{16D57F92-CD8E-494A-924F-6F9A2AA40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176"/>
              <a:ext cx="18" cy="19"/>
            </a:xfrm>
            <a:custGeom>
              <a:avLst/>
              <a:gdLst>
                <a:gd name="T0" fmla="*/ 357 w 7"/>
                <a:gd name="T1" fmla="*/ 2063 h 7"/>
                <a:gd name="T2" fmla="*/ 1700 w 7"/>
                <a:gd name="T3" fmla="*/ 2342 h 7"/>
                <a:gd name="T4" fmla="*/ 1700 w 7"/>
                <a:gd name="T5" fmla="*/ 442 h 7"/>
                <a:gd name="T6" fmla="*/ 563 w 7"/>
                <a:gd name="T7" fmla="*/ 442 h 7"/>
                <a:gd name="T8" fmla="*/ 357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22" name="Freeform 2080">
              <a:extLst>
                <a:ext uri="{FF2B5EF4-FFF2-40B4-BE49-F238E27FC236}">
                  <a16:creationId xmlns:a16="http://schemas.microsoft.com/office/drawing/2014/main" id="{319F37F1-43FA-426E-A22D-0E92C78E1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179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3" name="Freeform 2081">
              <a:extLst>
                <a:ext uri="{FF2B5EF4-FFF2-40B4-BE49-F238E27FC236}">
                  <a16:creationId xmlns:a16="http://schemas.microsoft.com/office/drawing/2014/main" id="{BF4CA1D5-D44A-4E74-ACFC-E624CBCF1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157"/>
              <a:ext cx="18" cy="22"/>
            </a:xfrm>
            <a:custGeom>
              <a:avLst/>
              <a:gdLst>
                <a:gd name="T0" fmla="*/ 357 w 7"/>
                <a:gd name="T1" fmla="*/ 2684 h 8"/>
                <a:gd name="T2" fmla="*/ 1448 w 7"/>
                <a:gd name="T3" fmla="*/ 2684 h 8"/>
                <a:gd name="T4" fmla="*/ 1700 w 7"/>
                <a:gd name="T5" fmla="*/ 976 h 8"/>
                <a:gd name="T6" fmla="*/ 357 w 7"/>
                <a:gd name="T7" fmla="*/ 976 h 8"/>
                <a:gd name="T8" fmla="*/ 357 w 7"/>
                <a:gd name="T9" fmla="*/ 268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2" y="7"/>
                    <a:pt x="4" y="8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4" y="1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24" name="Freeform 2082">
              <a:extLst>
                <a:ext uri="{FF2B5EF4-FFF2-40B4-BE49-F238E27FC236}">
                  <a16:creationId xmlns:a16="http://schemas.microsoft.com/office/drawing/2014/main" id="{D5487327-163D-4322-906F-F6FD45DE9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163"/>
              <a:ext cx="7" cy="8"/>
            </a:xfrm>
            <a:custGeom>
              <a:avLst/>
              <a:gdLst>
                <a:gd name="T0" fmla="*/ 152 w 3"/>
                <a:gd name="T1" fmla="*/ 661 h 3"/>
                <a:gd name="T2" fmla="*/ 355 w 3"/>
                <a:gd name="T3" fmla="*/ 661 h 3"/>
                <a:gd name="T4" fmla="*/ 355 w 3"/>
                <a:gd name="T5" fmla="*/ 397 h 3"/>
                <a:gd name="T6" fmla="*/ 152 w 3"/>
                <a:gd name="T7" fmla="*/ 397 h 3"/>
                <a:gd name="T8" fmla="*/ 152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5" name="Freeform 2083">
              <a:extLst>
                <a:ext uri="{FF2B5EF4-FFF2-40B4-BE49-F238E27FC236}">
                  <a16:creationId xmlns:a16="http://schemas.microsoft.com/office/drawing/2014/main" id="{1A2251F6-437D-46B4-B567-95A1BE77A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141"/>
              <a:ext cx="17" cy="19"/>
            </a:xfrm>
            <a:custGeom>
              <a:avLst/>
              <a:gdLst>
                <a:gd name="T0" fmla="*/ 170 w 7"/>
                <a:gd name="T1" fmla="*/ 2342 h 7"/>
                <a:gd name="T2" fmla="*/ 1243 w 7"/>
                <a:gd name="T3" fmla="*/ 2342 h 7"/>
                <a:gd name="T4" fmla="*/ 1243 w 7"/>
                <a:gd name="T5" fmla="*/ 442 h 7"/>
                <a:gd name="T6" fmla="*/ 170 w 7"/>
                <a:gd name="T7" fmla="*/ 442 h 7"/>
                <a:gd name="T8" fmla="*/ 17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26" name="Freeform 2084">
              <a:extLst>
                <a:ext uri="{FF2B5EF4-FFF2-40B4-BE49-F238E27FC236}">
                  <a16:creationId xmlns:a16="http://schemas.microsoft.com/office/drawing/2014/main" id="{7E7130DA-CEDE-4934-AC9E-EE7B54F54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147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7" name="Freeform 2085">
              <a:extLst>
                <a:ext uri="{FF2B5EF4-FFF2-40B4-BE49-F238E27FC236}">
                  <a16:creationId xmlns:a16="http://schemas.microsoft.com/office/drawing/2014/main" id="{DF08AD76-F269-46DC-BC09-B27B8ACA0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123"/>
              <a:ext cx="18" cy="21"/>
            </a:xfrm>
            <a:custGeom>
              <a:avLst/>
              <a:gdLst>
                <a:gd name="T0" fmla="*/ 357 w 7"/>
                <a:gd name="T1" fmla="*/ 1992 h 8"/>
                <a:gd name="T2" fmla="*/ 1700 w 7"/>
                <a:gd name="T3" fmla="*/ 1992 h 8"/>
                <a:gd name="T4" fmla="*/ 1700 w 7"/>
                <a:gd name="T5" fmla="*/ 614 h 8"/>
                <a:gd name="T6" fmla="*/ 563 w 7"/>
                <a:gd name="T7" fmla="*/ 614 h 8"/>
                <a:gd name="T8" fmla="*/ 357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3" y="8"/>
                    <a:pt x="5" y="8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1"/>
                    <a:pt x="3" y="0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28" name="Freeform 2086">
              <a:extLst>
                <a:ext uri="{FF2B5EF4-FFF2-40B4-BE49-F238E27FC236}">
                  <a16:creationId xmlns:a16="http://schemas.microsoft.com/office/drawing/2014/main" id="{C5E76528-17CF-4174-BFF9-EC147C9C2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128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9" name="Freeform 2087">
              <a:extLst>
                <a:ext uri="{FF2B5EF4-FFF2-40B4-BE49-F238E27FC236}">
                  <a16:creationId xmlns:a16="http://schemas.microsoft.com/office/drawing/2014/main" id="{555A1C61-47E3-4A80-A25E-3823330B5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563"/>
              <a:ext cx="17" cy="18"/>
            </a:xfrm>
            <a:custGeom>
              <a:avLst/>
              <a:gdLst>
                <a:gd name="T0" fmla="*/ 170 w 7"/>
                <a:gd name="T1" fmla="*/ 1137 h 7"/>
                <a:gd name="T2" fmla="*/ 831 w 7"/>
                <a:gd name="T3" fmla="*/ 2003 h 7"/>
                <a:gd name="T4" fmla="*/ 1433 w 7"/>
                <a:gd name="T5" fmla="*/ 918 h 7"/>
                <a:gd name="T6" fmla="*/ 590 w 7"/>
                <a:gd name="T7" fmla="*/ 0 h 7"/>
                <a:gd name="T8" fmla="*/ 170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6"/>
                    <a:pt x="3" y="7"/>
                    <a:pt x="4" y="7"/>
                  </a:cubicBezTo>
                  <a:cubicBezTo>
                    <a:pt x="6" y="6"/>
                    <a:pt x="7" y="5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2" y="1"/>
                    <a:pt x="0" y="2"/>
                    <a:pt x="1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30" name="Freeform 2088">
              <a:extLst>
                <a:ext uri="{FF2B5EF4-FFF2-40B4-BE49-F238E27FC236}">
                  <a16:creationId xmlns:a16="http://schemas.microsoft.com/office/drawing/2014/main" id="{E7F376E7-34C6-4D3C-A612-EA569BA5C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565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1059 h 3"/>
                <a:gd name="T4" fmla="*/ 520 w 2"/>
                <a:gd name="T5" fmla="*/ 397 h 3"/>
                <a:gd name="T6" fmla="*/ 313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1" name="Freeform 2089">
              <a:extLst>
                <a:ext uri="{FF2B5EF4-FFF2-40B4-BE49-F238E27FC236}">
                  <a16:creationId xmlns:a16="http://schemas.microsoft.com/office/drawing/2014/main" id="{AA918AFC-DC4E-4F9C-AF44-FE921E81B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549"/>
              <a:ext cx="18" cy="19"/>
            </a:xfrm>
            <a:custGeom>
              <a:avLst/>
              <a:gdLst>
                <a:gd name="T0" fmla="*/ 0 w 7"/>
                <a:gd name="T1" fmla="*/ 1620 h 7"/>
                <a:gd name="T2" fmla="*/ 1137 w 7"/>
                <a:gd name="T3" fmla="*/ 2823 h 7"/>
                <a:gd name="T4" fmla="*/ 2003 w 7"/>
                <a:gd name="T5" fmla="*/ 1200 h 7"/>
                <a:gd name="T6" fmla="*/ 918 w 7"/>
                <a:gd name="T7" fmla="*/ 0 h 7"/>
                <a:gd name="T8" fmla="*/ 0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6"/>
                    <a:pt x="2" y="7"/>
                    <a:pt x="4" y="7"/>
                  </a:cubicBezTo>
                  <a:cubicBezTo>
                    <a:pt x="6" y="6"/>
                    <a:pt x="7" y="5"/>
                    <a:pt x="7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32" name="Freeform 2090">
              <a:extLst>
                <a:ext uri="{FF2B5EF4-FFF2-40B4-BE49-F238E27FC236}">
                  <a16:creationId xmlns:a16="http://schemas.microsoft.com/office/drawing/2014/main" id="{FC999582-305A-4144-876C-040A9C568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555"/>
              <a:ext cx="7" cy="5"/>
            </a:xfrm>
            <a:custGeom>
              <a:avLst/>
              <a:gdLst>
                <a:gd name="T0" fmla="*/ 0 w 3"/>
                <a:gd name="T1" fmla="*/ 313 h 2"/>
                <a:gd name="T2" fmla="*/ 355 w 3"/>
                <a:gd name="T3" fmla="*/ 520 h 2"/>
                <a:gd name="T4" fmla="*/ 355 w 3"/>
                <a:gd name="T5" fmla="*/ 313 h 2"/>
                <a:gd name="T6" fmla="*/ 152 w 3"/>
                <a:gd name="T7" fmla="*/ 0 h 2"/>
                <a:gd name="T8" fmla="*/ 0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3" name="Freeform 2091">
              <a:extLst>
                <a:ext uri="{FF2B5EF4-FFF2-40B4-BE49-F238E27FC236}">
                  <a16:creationId xmlns:a16="http://schemas.microsoft.com/office/drawing/2014/main" id="{959665E7-0879-4362-8F22-958E3D3E9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536"/>
              <a:ext cx="18" cy="19"/>
            </a:xfrm>
            <a:custGeom>
              <a:avLst/>
              <a:gdLst>
                <a:gd name="T0" fmla="*/ 0 w 7"/>
                <a:gd name="T1" fmla="*/ 1620 h 7"/>
                <a:gd name="T2" fmla="*/ 1137 w 7"/>
                <a:gd name="T3" fmla="*/ 2823 h 7"/>
                <a:gd name="T4" fmla="*/ 2003 w 7"/>
                <a:gd name="T5" fmla="*/ 760 h 7"/>
                <a:gd name="T6" fmla="*/ 918 w 7"/>
                <a:gd name="T7" fmla="*/ 0 h 7"/>
                <a:gd name="T8" fmla="*/ 0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3" y="7"/>
                    <a:pt x="4" y="7"/>
                  </a:cubicBezTo>
                  <a:cubicBezTo>
                    <a:pt x="6" y="6"/>
                    <a:pt x="7" y="4"/>
                    <a:pt x="7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34" name="Freeform 2092">
              <a:extLst>
                <a:ext uri="{FF2B5EF4-FFF2-40B4-BE49-F238E27FC236}">
                  <a16:creationId xmlns:a16="http://schemas.microsoft.com/office/drawing/2014/main" id="{7F80AD04-154D-45D1-BB0F-5C3A73380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539"/>
              <a:ext cx="7" cy="8"/>
            </a:xfrm>
            <a:custGeom>
              <a:avLst/>
              <a:gdLst>
                <a:gd name="T0" fmla="*/ 152 w 3"/>
                <a:gd name="T1" fmla="*/ 661 h 3"/>
                <a:gd name="T2" fmla="*/ 355 w 3"/>
                <a:gd name="T3" fmla="*/ 1059 h 3"/>
                <a:gd name="T4" fmla="*/ 469 w 3"/>
                <a:gd name="T5" fmla="*/ 397 h 3"/>
                <a:gd name="T6" fmla="*/ 152 w 3"/>
                <a:gd name="T7" fmla="*/ 397 h 3"/>
                <a:gd name="T8" fmla="*/ 152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2" y="1"/>
                    <a:pt x="2" y="0"/>
                    <a:pt x="1" y="1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5" name="Freeform 2093">
              <a:extLst>
                <a:ext uri="{FF2B5EF4-FFF2-40B4-BE49-F238E27FC236}">
                  <a16:creationId xmlns:a16="http://schemas.microsoft.com/office/drawing/2014/main" id="{315CAEA2-9410-4719-A8E3-C7EC41D1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523"/>
              <a:ext cx="20" cy="18"/>
            </a:xfrm>
            <a:custGeom>
              <a:avLst/>
              <a:gdLst>
                <a:gd name="T0" fmla="*/ 313 w 8"/>
                <a:gd name="T1" fmla="*/ 1448 h 7"/>
                <a:gd name="T2" fmla="*/ 1300 w 8"/>
                <a:gd name="T3" fmla="*/ 2003 h 7"/>
                <a:gd name="T4" fmla="*/ 1770 w 8"/>
                <a:gd name="T5" fmla="*/ 918 h 7"/>
                <a:gd name="T6" fmla="*/ 783 w 8"/>
                <a:gd name="T7" fmla="*/ 0 h 7"/>
                <a:gd name="T8" fmla="*/ 313 w 8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7" y="6"/>
                    <a:pt x="8" y="4"/>
                    <a:pt x="7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36" name="Freeform 2094">
              <a:extLst>
                <a:ext uri="{FF2B5EF4-FFF2-40B4-BE49-F238E27FC236}">
                  <a16:creationId xmlns:a16="http://schemas.microsoft.com/office/drawing/2014/main" id="{AFB3F0B8-7C44-4FCE-B3CC-651945294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528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313 w 2"/>
                <a:gd name="T3" fmla="*/ 520 h 2"/>
                <a:gd name="T4" fmla="*/ 520 w 2"/>
                <a:gd name="T5" fmla="*/ 0 h 2"/>
                <a:gd name="T6" fmla="*/ 313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7" name="Freeform 2095">
              <a:extLst>
                <a:ext uri="{FF2B5EF4-FFF2-40B4-BE49-F238E27FC236}">
                  <a16:creationId xmlns:a16="http://schemas.microsoft.com/office/drawing/2014/main" id="{3BEB20A7-8AAE-4EFB-BA0D-BF27359EF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509"/>
              <a:ext cx="18" cy="19"/>
            </a:xfrm>
            <a:custGeom>
              <a:avLst/>
              <a:gdLst>
                <a:gd name="T0" fmla="*/ 357 w 7"/>
                <a:gd name="T1" fmla="*/ 1620 h 7"/>
                <a:gd name="T2" fmla="*/ 1448 w 7"/>
                <a:gd name="T3" fmla="*/ 2823 h 7"/>
                <a:gd name="T4" fmla="*/ 2003 w 7"/>
                <a:gd name="T5" fmla="*/ 1200 h 7"/>
                <a:gd name="T6" fmla="*/ 918 w 7"/>
                <a:gd name="T7" fmla="*/ 0 h 7"/>
                <a:gd name="T8" fmla="*/ 357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6" y="6"/>
                    <a:pt x="7" y="4"/>
                    <a:pt x="7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38" name="Freeform 2096">
              <a:extLst>
                <a:ext uri="{FF2B5EF4-FFF2-40B4-BE49-F238E27FC236}">
                  <a16:creationId xmlns:a16="http://schemas.microsoft.com/office/drawing/2014/main" id="{52A53349-44D6-4F14-8700-EDB4E5C5D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515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313 w 2"/>
                <a:gd name="T3" fmla="*/ 520 h 2"/>
                <a:gd name="T4" fmla="*/ 520 w 2"/>
                <a:gd name="T5" fmla="*/ 0 h 2"/>
                <a:gd name="T6" fmla="*/ 313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9" name="Freeform 2097">
              <a:extLst>
                <a:ext uri="{FF2B5EF4-FFF2-40B4-BE49-F238E27FC236}">
                  <a16:creationId xmlns:a16="http://schemas.microsoft.com/office/drawing/2014/main" id="{52A5BB37-842B-4A60-B7F4-E814238BC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496"/>
              <a:ext cx="18" cy="19"/>
            </a:xfrm>
            <a:custGeom>
              <a:avLst/>
              <a:gdLst>
                <a:gd name="T0" fmla="*/ 357 w 7"/>
                <a:gd name="T1" fmla="*/ 1620 h 7"/>
                <a:gd name="T2" fmla="*/ 1448 w 7"/>
                <a:gd name="T3" fmla="*/ 2342 h 7"/>
                <a:gd name="T4" fmla="*/ 2003 w 7"/>
                <a:gd name="T5" fmla="*/ 760 h 7"/>
                <a:gd name="T6" fmla="*/ 918 w 7"/>
                <a:gd name="T7" fmla="*/ 0 h 7"/>
                <a:gd name="T8" fmla="*/ 357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6"/>
                    <a:pt x="3" y="7"/>
                    <a:pt x="5" y="6"/>
                  </a:cubicBezTo>
                  <a:cubicBezTo>
                    <a:pt x="6" y="6"/>
                    <a:pt x="7" y="4"/>
                    <a:pt x="7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40" name="Freeform 2098">
              <a:extLst>
                <a:ext uri="{FF2B5EF4-FFF2-40B4-BE49-F238E27FC236}">
                  <a16:creationId xmlns:a16="http://schemas.microsoft.com/office/drawing/2014/main" id="{9F058293-81D2-4F22-A050-F6DC571F9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499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1059 h 3"/>
                <a:gd name="T4" fmla="*/ 520 w 2"/>
                <a:gd name="T5" fmla="*/ 397 h 3"/>
                <a:gd name="T6" fmla="*/ 313 w 2"/>
                <a:gd name="T7" fmla="*/ 0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1" name="Freeform 2099">
              <a:extLst>
                <a:ext uri="{FF2B5EF4-FFF2-40B4-BE49-F238E27FC236}">
                  <a16:creationId xmlns:a16="http://schemas.microsoft.com/office/drawing/2014/main" id="{CF94306E-06BF-40FF-8315-5773BEE3D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480"/>
              <a:ext cx="18" cy="19"/>
            </a:xfrm>
            <a:custGeom>
              <a:avLst/>
              <a:gdLst>
                <a:gd name="T0" fmla="*/ 357 w 7"/>
                <a:gd name="T1" fmla="*/ 2063 h 7"/>
                <a:gd name="T2" fmla="*/ 1448 w 7"/>
                <a:gd name="T3" fmla="*/ 2823 h 7"/>
                <a:gd name="T4" fmla="*/ 2003 w 7"/>
                <a:gd name="T5" fmla="*/ 1200 h 7"/>
                <a:gd name="T6" fmla="*/ 918 w 7"/>
                <a:gd name="T7" fmla="*/ 442 h 7"/>
                <a:gd name="T8" fmla="*/ 357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1" y="6"/>
                    <a:pt x="3" y="7"/>
                    <a:pt x="5" y="7"/>
                  </a:cubicBezTo>
                  <a:cubicBezTo>
                    <a:pt x="6" y="6"/>
                    <a:pt x="7" y="5"/>
                    <a:pt x="7" y="3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42" name="Freeform 2100">
              <a:extLst>
                <a:ext uri="{FF2B5EF4-FFF2-40B4-BE49-F238E27FC236}">
                  <a16:creationId xmlns:a16="http://schemas.microsoft.com/office/drawing/2014/main" id="{097AEB1C-5B26-421E-A05C-41962D2D6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485"/>
              <a:ext cx="7" cy="6"/>
            </a:xfrm>
            <a:custGeom>
              <a:avLst/>
              <a:gdLst>
                <a:gd name="T0" fmla="*/ 152 w 3"/>
                <a:gd name="T1" fmla="*/ 729 h 2"/>
                <a:gd name="T2" fmla="*/ 355 w 3"/>
                <a:gd name="T3" fmla="*/ 1458 h 2"/>
                <a:gd name="T4" fmla="*/ 469 w 3"/>
                <a:gd name="T5" fmla="*/ 729 h 2"/>
                <a:gd name="T6" fmla="*/ 152 w 3"/>
                <a:gd name="T7" fmla="*/ 0 h 2"/>
                <a:gd name="T8" fmla="*/ 152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3" name="Freeform 2101">
              <a:extLst>
                <a:ext uri="{FF2B5EF4-FFF2-40B4-BE49-F238E27FC236}">
                  <a16:creationId xmlns:a16="http://schemas.microsoft.com/office/drawing/2014/main" id="{13581431-9AC6-4604-B4A9-9607BE523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467"/>
              <a:ext cx="18" cy="18"/>
            </a:xfrm>
            <a:custGeom>
              <a:avLst/>
              <a:gdLst>
                <a:gd name="T0" fmla="*/ 0 w 7"/>
                <a:gd name="T1" fmla="*/ 1137 h 7"/>
                <a:gd name="T2" fmla="*/ 1137 w 7"/>
                <a:gd name="T3" fmla="*/ 1700 h 7"/>
                <a:gd name="T4" fmla="*/ 1700 w 7"/>
                <a:gd name="T5" fmla="*/ 563 h 7"/>
                <a:gd name="T6" fmla="*/ 563 w 7"/>
                <a:gd name="T7" fmla="*/ 0 h 7"/>
                <a:gd name="T8" fmla="*/ 0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6"/>
                    <a:pt x="2" y="7"/>
                    <a:pt x="4" y="6"/>
                  </a:cubicBezTo>
                  <a:cubicBezTo>
                    <a:pt x="6" y="6"/>
                    <a:pt x="7" y="4"/>
                    <a:pt x="6" y="2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44" name="Freeform 2102">
              <a:extLst>
                <a:ext uri="{FF2B5EF4-FFF2-40B4-BE49-F238E27FC236}">
                  <a16:creationId xmlns:a16="http://schemas.microsoft.com/office/drawing/2014/main" id="{EB5E68D1-86AB-427A-AC7B-B027D74A0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469"/>
              <a:ext cx="7" cy="8"/>
            </a:xfrm>
            <a:custGeom>
              <a:avLst/>
              <a:gdLst>
                <a:gd name="T0" fmla="*/ 0 w 3"/>
                <a:gd name="T1" fmla="*/ 661 h 3"/>
                <a:gd name="T2" fmla="*/ 355 w 3"/>
                <a:gd name="T3" fmla="*/ 661 h 3"/>
                <a:gd name="T4" fmla="*/ 355 w 3"/>
                <a:gd name="T5" fmla="*/ 397 h 3"/>
                <a:gd name="T6" fmla="*/ 152 w 3"/>
                <a:gd name="T7" fmla="*/ 0 h 3"/>
                <a:gd name="T8" fmla="*/ 0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1" y="3"/>
                    <a:pt x="2" y="2"/>
                  </a:cubicBezTo>
                  <a:cubicBezTo>
                    <a:pt x="2" y="2"/>
                    <a:pt x="3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5" name="Freeform 2103">
              <a:extLst>
                <a:ext uri="{FF2B5EF4-FFF2-40B4-BE49-F238E27FC236}">
                  <a16:creationId xmlns:a16="http://schemas.microsoft.com/office/drawing/2014/main" id="{22C22B91-0576-48D3-AFDD-41D5874EC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451"/>
              <a:ext cx="17" cy="18"/>
            </a:xfrm>
            <a:custGeom>
              <a:avLst/>
              <a:gdLst>
                <a:gd name="T0" fmla="*/ 170 w 7"/>
                <a:gd name="T1" fmla="*/ 1448 h 7"/>
                <a:gd name="T2" fmla="*/ 1003 w 7"/>
                <a:gd name="T3" fmla="*/ 1700 h 7"/>
                <a:gd name="T4" fmla="*/ 1243 w 7"/>
                <a:gd name="T5" fmla="*/ 563 h 7"/>
                <a:gd name="T6" fmla="*/ 413 w 7"/>
                <a:gd name="T7" fmla="*/ 357 h 7"/>
                <a:gd name="T8" fmla="*/ 170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1" y="6"/>
                    <a:pt x="3" y="7"/>
                    <a:pt x="5" y="6"/>
                  </a:cubicBezTo>
                  <a:cubicBezTo>
                    <a:pt x="7" y="6"/>
                    <a:pt x="7" y="4"/>
                    <a:pt x="6" y="2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46" name="Freeform 2104">
              <a:extLst>
                <a:ext uri="{FF2B5EF4-FFF2-40B4-BE49-F238E27FC236}">
                  <a16:creationId xmlns:a16="http://schemas.microsoft.com/office/drawing/2014/main" id="{11180103-3800-4DCF-9108-3AFD624E2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453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313 w 2"/>
                <a:gd name="T3" fmla="*/ 1059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7" name="Freeform 2105">
              <a:extLst>
                <a:ext uri="{FF2B5EF4-FFF2-40B4-BE49-F238E27FC236}">
                  <a16:creationId xmlns:a16="http://schemas.microsoft.com/office/drawing/2014/main" id="{32F85C4A-9928-4CC8-9777-4AA58D349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435"/>
              <a:ext cx="17" cy="21"/>
            </a:xfrm>
            <a:custGeom>
              <a:avLst/>
              <a:gdLst>
                <a:gd name="T0" fmla="*/ 0 w 7"/>
                <a:gd name="T1" fmla="*/ 1612 h 8"/>
                <a:gd name="T2" fmla="*/ 1003 w 7"/>
                <a:gd name="T3" fmla="*/ 2226 h 8"/>
                <a:gd name="T4" fmla="*/ 1243 w 7"/>
                <a:gd name="T5" fmla="*/ 992 h 8"/>
                <a:gd name="T6" fmla="*/ 413 w 7"/>
                <a:gd name="T7" fmla="*/ 378 h 8"/>
                <a:gd name="T8" fmla="*/ 0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7"/>
                    <a:pt x="3" y="8"/>
                    <a:pt x="5" y="7"/>
                  </a:cubicBezTo>
                  <a:cubicBezTo>
                    <a:pt x="6" y="6"/>
                    <a:pt x="7" y="4"/>
                    <a:pt x="6" y="3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48" name="Freeform 2106">
              <a:extLst>
                <a:ext uri="{FF2B5EF4-FFF2-40B4-BE49-F238E27FC236}">
                  <a16:creationId xmlns:a16="http://schemas.microsoft.com/office/drawing/2014/main" id="{B342E0D4-5B7A-46B1-9261-A682CBD2B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440"/>
              <a:ext cx="8" cy="5"/>
            </a:xfrm>
            <a:custGeom>
              <a:avLst/>
              <a:gdLst>
                <a:gd name="T0" fmla="*/ 0 w 3"/>
                <a:gd name="T1" fmla="*/ 520 h 2"/>
                <a:gd name="T2" fmla="*/ 661 w 3"/>
                <a:gd name="T3" fmla="*/ 520 h 2"/>
                <a:gd name="T4" fmla="*/ 661 w 3"/>
                <a:gd name="T5" fmla="*/ 313 h 2"/>
                <a:gd name="T6" fmla="*/ 397 w 3"/>
                <a:gd name="T7" fmla="*/ 0 h 2"/>
                <a:gd name="T8" fmla="*/ 0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9" name="Freeform 2107">
              <a:extLst>
                <a:ext uri="{FF2B5EF4-FFF2-40B4-BE49-F238E27FC236}">
                  <a16:creationId xmlns:a16="http://schemas.microsoft.com/office/drawing/2014/main" id="{368A7B14-5C02-47C5-959F-BABA8BE37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421"/>
              <a:ext cx="18" cy="19"/>
            </a:xfrm>
            <a:custGeom>
              <a:avLst/>
              <a:gdLst>
                <a:gd name="T0" fmla="*/ 0 w 7"/>
                <a:gd name="T1" fmla="*/ 2063 h 7"/>
                <a:gd name="T2" fmla="*/ 1448 w 7"/>
                <a:gd name="T3" fmla="*/ 2342 h 7"/>
                <a:gd name="T4" fmla="*/ 1700 w 7"/>
                <a:gd name="T5" fmla="*/ 760 h 7"/>
                <a:gd name="T6" fmla="*/ 563 w 7"/>
                <a:gd name="T7" fmla="*/ 442 h 7"/>
                <a:gd name="T8" fmla="*/ 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6"/>
                    <a:pt x="3" y="7"/>
                    <a:pt x="5" y="6"/>
                  </a:cubicBezTo>
                  <a:cubicBezTo>
                    <a:pt x="6" y="6"/>
                    <a:pt x="7" y="4"/>
                    <a:pt x="6" y="2"/>
                  </a:cubicBezTo>
                  <a:cubicBezTo>
                    <a:pt x="5" y="0"/>
                    <a:pt x="4" y="0"/>
                    <a:pt x="2" y="1"/>
                  </a:cubicBezTo>
                  <a:cubicBezTo>
                    <a:pt x="0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50" name="Freeform 2108">
              <a:extLst>
                <a:ext uri="{FF2B5EF4-FFF2-40B4-BE49-F238E27FC236}">
                  <a16:creationId xmlns:a16="http://schemas.microsoft.com/office/drawing/2014/main" id="{547F835C-CE62-4D10-ACC7-E4E36231E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424"/>
              <a:ext cx="7" cy="8"/>
            </a:xfrm>
            <a:custGeom>
              <a:avLst/>
              <a:gdLst>
                <a:gd name="T0" fmla="*/ 152 w 3"/>
                <a:gd name="T1" fmla="*/ 661 h 3"/>
                <a:gd name="T2" fmla="*/ 355 w 3"/>
                <a:gd name="T3" fmla="*/ 1059 h 3"/>
                <a:gd name="T4" fmla="*/ 469 w 3"/>
                <a:gd name="T5" fmla="*/ 397 h 3"/>
                <a:gd name="T6" fmla="*/ 152 w 3"/>
                <a:gd name="T7" fmla="*/ 397 h 3"/>
                <a:gd name="T8" fmla="*/ 152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1"/>
                    <a:pt x="2" y="0"/>
                    <a:pt x="1" y="1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1" name="Freeform 2109">
              <a:extLst>
                <a:ext uri="{FF2B5EF4-FFF2-40B4-BE49-F238E27FC236}">
                  <a16:creationId xmlns:a16="http://schemas.microsoft.com/office/drawing/2014/main" id="{418F1018-45DA-4C8C-A0CB-C159ECA4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405"/>
              <a:ext cx="17" cy="19"/>
            </a:xfrm>
            <a:custGeom>
              <a:avLst/>
              <a:gdLst>
                <a:gd name="T0" fmla="*/ 170 w 7"/>
                <a:gd name="T1" fmla="*/ 2063 h 7"/>
                <a:gd name="T2" fmla="*/ 1003 w 7"/>
                <a:gd name="T3" fmla="*/ 2823 h 7"/>
                <a:gd name="T4" fmla="*/ 1243 w 7"/>
                <a:gd name="T5" fmla="*/ 760 h 7"/>
                <a:gd name="T6" fmla="*/ 413 w 7"/>
                <a:gd name="T7" fmla="*/ 442 h 7"/>
                <a:gd name="T8" fmla="*/ 17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1" y="7"/>
                    <a:pt x="3" y="7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52" name="Freeform 2110">
              <a:extLst>
                <a:ext uri="{FF2B5EF4-FFF2-40B4-BE49-F238E27FC236}">
                  <a16:creationId xmlns:a16="http://schemas.microsoft.com/office/drawing/2014/main" id="{421665D3-1898-44EA-8466-BB8C68676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411"/>
              <a:ext cx="8" cy="5"/>
            </a:xfrm>
            <a:custGeom>
              <a:avLst/>
              <a:gdLst>
                <a:gd name="T0" fmla="*/ 397 w 3"/>
                <a:gd name="T1" fmla="*/ 313 h 2"/>
                <a:gd name="T2" fmla="*/ 661 w 3"/>
                <a:gd name="T3" fmla="*/ 520 h 2"/>
                <a:gd name="T4" fmla="*/ 1059 w 3"/>
                <a:gd name="T5" fmla="*/ 0 h 2"/>
                <a:gd name="T6" fmla="*/ 397 w 3"/>
                <a:gd name="T7" fmla="*/ 0 h 2"/>
                <a:gd name="T8" fmla="*/ 397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3" name="Freeform 2111">
              <a:extLst>
                <a:ext uri="{FF2B5EF4-FFF2-40B4-BE49-F238E27FC236}">
                  <a16:creationId xmlns:a16="http://schemas.microsoft.com/office/drawing/2014/main" id="{7FB2D6CC-3EFB-4B5E-80B9-B4B344940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389"/>
              <a:ext cx="18" cy="19"/>
            </a:xfrm>
            <a:custGeom>
              <a:avLst/>
              <a:gdLst>
                <a:gd name="T0" fmla="*/ 357 w 7"/>
                <a:gd name="T1" fmla="*/ 2063 h 7"/>
                <a:gd name="T2" fmla="*/ 1448 w 7"/>
                <a:gd name="T3" fmla="*/ 2823 h 7"/>
                <a:gd name="T4" fmla="*/ 1700 w 7"/>
                <a:gd name="T5" fmla="*/ 760 h 7"/>
                <a:gd name="T6" fmla="*/ 563 w 7"/>
                <a:gd name="T7" fmla="*/ 442 h 7"/>
                <a:gd name="T8" fmla="*/ 357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1" y="7"/>
                    <a:pt x="3" y="7"/>
                    <a:pt x="5" y="7"/>
                  </a:cubicBezTo>
                  <a:cubicBezTo>
                    <a:pt x="6" y="6"/>
                    <a:pt x="7" y="4"/>
                    <a:pt x="6" y="2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0" y="2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54" name="Freeform 2112">
              <a:extLst>
                <a:ext uri="{FF2B5EF4-FFF2-40B4-BE49-F238E27FC236}">
                  <a16:creationId xmlns:a16="http://schemas.microsoft.com/office/drawing/2014/main" id="{FBB101F6-87E6-42F2-8152-CACB75D21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395"/>
              <a:ext cx="7" cy="5"/>
            </a:xfrm>
            <a:custGeom>
              <a:avLst/>
              <a:gdLst>
                <a:gd name="T0" fmla="*/ 152 w 3"/>
                <a:gd name="T1" fmla="*/ 313 h 2"/>
                <a:gd name="T2" fmla="*/ 355 w 3"/>
                <a:gd name="T3" fmla="*/ 520 h 2"/>
                <a:gd name="T4" fmla="*/ 469 w 3"/>
                <a:gd name="T5" fmla="*/ 0 h 2"/>
                <a:gd name="T6" fmla="*/ 152 w 3"/>
                <a:gd name="T7" fmla="*/ 0 h 2"/>
                <a:gd name="T8" fmla="*/ 152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5" name="Freeform 2113">
              <a:extLst>
                <a:ext uri="{FF2B5EF4-FFF2-40B4-BE49-F238E27FC236}">
                  <a16:creationId xmlns:a16="http://schemas.microsoft.com/office/drawing/2014/main" id="{B24DB4F1-897B-4127-BA8C-699434FA6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373"/>
              <a:ext cx="17" cy="19"/>
            </a:xfrm>
            <a:custGeom>
              <a:avLst/>
              <a:gdLst>
                <a:gd name="T0" fmla="*/ 0 w 7"/>
                <a:gd name="T1" fmla="*/ 2063 h 7"/>
                <a:gd name="T2" fmla="*/ 1003 w 7"/>
                <a:gd name="T3" fmla="*/ 2823 h 7"/>
                <a:gd name="T4" fmla="*/ 1243 w 7"/>
                <a:gd name="T5" fmla="*/ 760 h 7"/>
                <a:gd name="T6" fmla="*/ 413 w 7"/>
                <a:gd name="T7" fmla="*/ 442 h 7"/>
                <a:gd name="T8" fmla="*/ 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7"/>
                    <a:pt x="3" y="7"/>
                    <a:pt x="5" y="7"/>
                  </a:cubicBezTo>
                  <a:cubicBezTo>
                    <a:pt x="6" y="6"/>
                    <a:pt x="7" y="4"/>
                    <a:pt x="6" y="2"/>
                  </a:cubicBezTo>
                  <a:cubicBezTo>
                    <a:pt x="5" y="1"/>
                    <a:pt x="4" y="0"/>
                    <a:pt x="2" y="1"/>
                  </a:cubicBezTo>
                  <a:cubicBezTo>
                    <a:pt x="0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56" name="Freeform 2114">
              <a:extLst>
                <a:ext uri="{FF2B5EF4-FFF2-40B4-BE49-F238E27FC236}">
                  <a16:creationId xmlns:a16="http://schemas.microsoft.com/office/drawing/2014/main" id="{9F6BEF25-5983-474F-8150-722DA0305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379"/>
              <a:ext cx="8" cy="5"/>
            </a:xfrm>
            <a:custGeom>
              <a:avLst/>
              <a:gdLst>
                <a:gd name="T0" fmla="*/ 0 w 3"/>
                <a:gd name="T1" fmla="*/ 313 h 2"/>
                <a:gd name="T2" fmla="*/ 661 w 3"/>
                <a:gd name="T3" fmla="*/ 520 h 2"/>
                <a:gd name="T4" fmla="*/ 661 w 3"/>
                <a:gd name="T5" fmla="*/ 313 h 2"/>
                <a:gd name="T6" fmla="*/ 397 w 3"/>
                <a:gd name="T7" fmla="*/ 0 h 2"/>
                <a:gd name="T8" fmla="*/ 0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7" name="Freeform 2115">
              <a:extLst>
                <a:ext uri="{FF2B5EF4-FFF2-40B4-BE49-F238E27FC236}">
                  <a16:creationId xmlns:a16="http://schemas.microsoft.com/office/drawing/2014/main" id="{5C029A75-3351-4CE5-9C5B-034682450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357"/>
              <a:ext cx="20" cy="19"/>
            </a:xfrm>
            <a:custGeom>
              <a:avLst/>
              <a:gdLst>
                <a:gd name="T0" fmla="*/ 313 w 8"/>
                <a:gd name="T1" fmla="*/ 2063 h 7"/>
                <a:gd name="T2" fmla="*/ 1300 w 8"/>
                <a:gd name="T3" fmla="*/ 2823 h 7"/>
                <a:gd name="T4" fmla="*/ 1770 w 8"/>
                <a:gd name="T5" fmla="*/ 760 h 7"/>
                <a:gd name="T6" fmla="*/ 783 w 8"/>
                <a:gd name="T7" fmla="*/ 442 h 7"/>
                <a:gd name="T8" fmla="*/ 313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2" y="7"/>
                    <a:pt x="4" y="7"/>
                    <a:pt x="5" y="7"/>
                  </a:cubicBezTo>
                  <a:cubicBezTo>
                    <a:pt x="7" y="6"/>
                    <a:pt x="8" y="4"/>
                    <a:pt x="7" y="2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1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58" name="Freeform 2116">
              <a:extLst>
                <a:ext uri="{FF2B5EF4-FFF2-40B4-BE49-F238E27FC236}">
                  <a16:creationId xmlns:a16="http://schemas.microsoft.com/office/drawing/2014/main" id="{01F253BF-663A-45F6-877E-076F83217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363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520 w 2"/>
                <a:gd name="T3" fmla="*/ 520 h 2"/>
                <a:gd name="T4" fmla="*/ 520 w 2"/>
                <a:gd name="T5" fmla="*/ 313 h 2"/>
                <a:gd name="T6" fmla="*/ 313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9" name="Freeform 2117">
              <a:extLst>
                <a:ext uri="{FF2B5EF4-FFF2-40B4-BE49-F238E27FC236}">
                  <a16:creationId xmlns:a16="http://schemas.microsoft.com/office/drawing/2014/main" id="{491B42AD-2D30-4D28-89B7-77C7B7A4A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341"/>
              <a:ext cx="18" cy="19"/>
            </a:xfrm>
            <a:custGeom>
              <a:avLst/>
              <a:gdLst>
                <a:gd name="T0" fmla="*/ 357 w 7"/>
                <a:gd name="T1" fmla="*/ 2063 h 7"/>
                <a:gd name="T2" fmla="*/ 1448 w 7"/>
                <a:gd name="T3" fmla="*/ 2342 h 7"/>
                <a:gd name="T4" fmla="*/ 1700 w 7"/>
                <a:gd name="T5" fmla="*/ 760 h 7"/>
                <a:gd name="T6" fmla="*/ 563 w 7"/>
                <a:gd name="T7" fmla="*/ 442 h 7"/>
                <a:gd name="T8" fmla="*/ 357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4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60" name="Freeform 2118">
              <a:extLst>
                <a:ext uri="{FF2B5EF4-FFF2-40B4-BE49-F238E27FC236}">
                  <a16:creationId xmlns:a16="http://schemas.microsoft.com/office/drawing/2014/main" id="{B8CE33BA-A139-4935-AE13-9FE9BEAB6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347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1" name="Freeform 2119">
              <a:extLst>
                <a:ext uri="{FF2B5EF4-FFF2-40B4-BE49-F238E27FC236}">
                  <a16:creationId xmlns:a16="http://schemas.microsoft.com/office/drawing/2014/main" id="{86D698F2-0057-45E8-AB0A-8DBDFE5F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325"/>
              <a:ext cx="17" cy="19"/>
            </a:xfrm>
            <a:custGeom>
              <a:avLst/>
              <a:gdLst>
                <a:gd name="T0" fmla="*/ 170 w 7"/>
                <a:gd name="T1" fmla="*/ 2063 h 7"/>
                <a:gd name="T2" fmla="*/ 1003 w 7"/>
                <a:gd name="T3" fmla="*/ 2342 h 7"/>
                <a:gd name="T4" fmla="*/ 1243 w 7"/>
                <a:gd name="T5" fmla="*/ 760 h 7"/>
                <a:gd name="T6" fmla="*/ 413 w 7"/>
                <a:gd name="T7" fmla="*/ 442 h 7"/>
                <a:gd name="T8" fmla="*/ 17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62" name="Freeform 2120">
              <a:extLst>
                <a:ext uri="{FF2B5EF4-FFF2-40B4-BE49-F238E27FC236}">
                  <a16:creationId xmlns:a16="http://schemas.microsoft.com/office/drawing/2014/main" id="{4DB00CB6-06F0-4B06-B1A4-F183CFF5C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331"/>
              <a:ext cx="8" cy="5"/>
            </a:xfrm>
            <a:custGeom>
              <a:avLst/>
              <a:gdLst>
                <a:gd name="T0" fmla="*/ 397 w 3"/>
                <a:gd name="T1" fmla="*/ 313 h 2"/>
                <a:gd name="T2" fmla="*/ 661 w 3"/>
                <a:gd name="T3" fmla="*/ 520 h 2"/>
                <a:gd name="T4" fmla="*/ 1059 w 3"/>
                <a:gd name="T5" fmla="*/ 0 h 2"/>
                <a:gd name="T6" fmla="*/ 397 w 3"/>
                <a:gd name="T7" fmla="*/ 0 h 2"/>
                <a:gd name="T8" fmla="*/ 397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3" name="Freeform 2121">
              <a:extLst>
                <a:ext uri="{FF2B5EF4-FFF2-40B4-BE49-F238E27FC236}">
                  <a16:creationId xmlns:a16="http://schemas.microsoft.com/office/drawing/2014/main" id="{5102F166-E5D5-449A-8134-74D937EAD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309"/>
              <a:ext cx="20" cy="19"/>
            </a:xfrm>
            <a:custGeom>
              <a:avLst/>
              <a:gdLst>
                <a:gd name="T0" fmla="*/ 313 w 8"/>
                <a:gd name="T1" fmla="*/ 2063 h 7"/>
                <a:gd name="T2" fmla="*/ 1488 w 8"/>
                <a:gd name="T3" fmla="*/ 2342 h 7"/>
                <a:gd name="T4" fmla="*/ 1770 w 8"/>
                <a:gd name="T5" fmla="*/ 760 h 7"/>
                <a:gd name="T6" fmla="*/ 520 w 8"/>
                <a:gd name="T7" fmla="*/ 442 h 7"/>
                <a:gd name="T8" fmla="*/ 313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6"/>
                    <a:pt x="8" y="4"/>
                    <a:pt x="7" y="2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64" name="Freeform 2122">
              <a:extLst>
                <a:ext uri="{FF2B5EF4-FFF2-40B4-BE49-F238E27FC236}">
                  <a16:creationId xmlns:a16="http://schemas.microsoft.com/office/drawing/2014/main" id="{10F3003C-4ED6-44B4-B823-CF98A4EC6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315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313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5" name="Freeform 2123">
              <a:extLst>
                <a:ext uri="{FF2B5EF4-FFF2-40B4-BE49-F238E27FC236}">
                  <a16:creationId xmlns:a16="http://schemas.microsoft.com/office/drawing/2014/main" id="{032D9F32-1033-48E0-A6CD-0CC144F64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293"/>
              <a:ext cx="18" cy="19"/>
            </a:xfrm>
            <a:custGeom>
              <a:avLst/>
              <a:gdLst>
                <a:gd name="T0" fmla="*/ 357 w 7"/>
                <a:gd name="T1" fmla="*/ 2063 h 7"/>
                <a:gd name="T2" fmla="*/ 1448 w 7"/>
                <a:gd name="T3" fmla="*/ 2342 h 7"/>
                <a:gd name="T4" fmla="*/ 1700 w 7"/>
                <a:gd name="T5" fmla="*/ 760 h 7"/>
                <a:gd name="T6" fmla="*/ 563 w 7"/>
                <a:gd name="T7" fmla="*/ 442 h 7"/>
                <a:gd name="T8" fmla="*/ 357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66" name="Freeform 2124">
              <a:extLst>
                <a:ext uri="{FF2B5EF4-FFF2-40B4-BE49-F238E27FC236}">
                  <a16:creationId xmlns:a16="http://schemas.microsoft.com/office/drawing/2014/main" id="{5C2851CE-91BB-426A-A97D-DE4207435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299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313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7" name="Freeform 2125">
              <a:extLst>
                <a:ext uri="{FF2B5EF4-FFF2-40B4-BE49-F238E27FC236}">
                  <a16:creationId xmlns:a16="http://schemas.microsoft.com/office/drawing/2014/main" id="{7D43BB87-93B3-4B96-82DA-F229DF1BD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277"/>
              <a:ext cx="18" cy="19"/>
            </a:xfrm>
            <a:custGeom>
              <a:avLst/>
              <a:gdLst>
                <a:gd name="T0" fmla="*/ 357 w 7"/>
                <a:gd name="T1" fmla="*/ 2063 h 7"/>
                <a:gd name="T2" fmla="*/ 1448 w 7"/>
                <a:gd name="T3" fmla="*/ 2342 h 7"/>
                <a:gd name="T4" fmla="*/ 2003 w 7"/>
                <a:gd name="T5" fmla="*/ 760 h 7"/>
                <a:gd name="T6" fmla="*/ 563 w 7"/>
                <a:gd name="T7" fmla="*/ 442 h 7"/>
                <a:gd name="T8" fmla="*/ 357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7" y="2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68" name="Freeform 2126">
              <a:extLst>
                <a:ext uri="{FF2B5EF4-FFF2-40B4-BE49-F238E27FC236}">
                  <a16:creationId xmlns:a16="http://schemas.microsoft.com/office/drawing/2014/main" id="{7B55761B-C335-41B1-9B84-8849483D2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283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9" name="Freeform 2127">
              <a:extLst>
                <a:ext uri="{FF2B5EF4-FFF2-40B4-BE49-F238E27FC236}">
                  <a16:creationId xmlns:a16="http://schemas.microsoft.com/office/drawing/2014/main" id="{DAD8786E-72C2-4C33-814D-DC3906B3D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259"/>
              <a:ext cx="20" cy="21"/>
            </a:xfrm>
            <a:custGeom>
              <a:avLst/>
              <a:gdLst>
                <a:gd name="T0" fmla="*/ 313 w 8"/>
                <a:gd name="T1" fmla="*/ 1992 h 8"/>
                <a:gd name="T2" fmla="*/ 1488 w 8"/>
                <a:gd name="T3" fmla="*/ 2226 h 8"/>
                <a:gd name="T4" fmla="*/ 1770 w 8"/>
                <a:gd name="T5" fmla="*/ 614 h 8"/>
                <a:gd name="T6" fmla="*/ 520 w 8"/>
                <a:gd name="T7" fmla="*/ 378 h 8"/>
                <a:gd name="T8" fmla="*/ 313 w 8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2" y="7"/>
                    <a:pt x="4" y="8"/>
                    <a:pt x="6" y="7"/>
                  </a:cubicBezTo>
                  <a:cubicBezTo>
                    <a:pt x="7" y="6"/>
                    <a:pt x="8" y="4"/>
                    <a:pt x="7" y="2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70" name="Freeform 2128">
              <a:extLst>
                <a:ext uri="{FF2B5EF4-FFF2-40B4-BE49-F238E27FC236}">
                  <a16:creationId xmlns:a16="http://schemas.microsoft.com/office/drawing/2014/main" id="{A6C9192D-2430-4D34-B2FC-E6447A6AE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264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313 w 2"/>
                <a:gd name="T7" fmla="*/ 0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2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1" name="Freeform 2129">
              <a:extLst>
                <a:ext uri="{FF2B5EF4-FFF2-40B4-BE49-F238E27FC236}">
                  <a16:creationId xmlns:a16="http://schemas.microsoft.com/office/drawing/2014/main" id="{07865C1E-C122-4648-9881-DAFAF70C0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243"/>
              <a:ext cx="20" cy="21"/>
            </a:xfrm>
            <a:custGeom>
              <a:avLst/>
              <a:gdLst>
                <a:gd name="T0" fmla="*/ 520 w 8"/>
                <a:gd name="T1" fmla="*/ 1992 h 8"/>
                <a:gd name="T2" fmla="*/ 1488 w 8"/>
                <a:gd name="T3" fmla="*/ 1992 h 8"/>
                <a:gd name="T4" fmla="*/ 1770 w 8"/>
                <a:gd name="T5" fmla="*/ 614 h 8"/>
                <a:gd name="T6" fmla="*/ 520 w 8"/>
                <a:gd name="T7" fmla="*/ 614 h 8"/>
                <a:gd name="T8" fmla="*/ 520 w 8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2" y="6"/>
                  </a:moveTo>
                  <a:cubicBezTo>
                    <a:pt x="3" y="7"/>
                    <a:pt x="5" y="8"/>
                    <a:pt x="6" y="6"/>
                  </a:cubicBezTo>
                  <a:cubicBezTo>
                    <a:pt x="8" y="5"/>
                    <a:pt x="8" y="3"/>
                    <a:pt x="7" y="2"/>
                  </a:cubicBezTo>
                  <a:cubicBezTo>
                    <a:pt x="5" y="1"/>
                    <a:pt x="3" y="0"/>
                    <a:pt x="2" y="2"/>
                  </a:cubicBezTo>
                  <a:cubicBezTo>
                    <a:pt x="1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72" name="Freeform 2130">
              <a:extLst>
                <a:ext uri="{FF2B5EF4-FFF2-40B4-BE49-F238E27FC236}">
                  <a16:creationId xmlns:a16="http://schemas.microsoft.com/office/drawing/2014/main" id="{9701150D-EA52-4749-9AC7-059B0D0B0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248"/>
              <a:ext cx="8" cy="8"/>
            </a:xfrm>
            <a:custGeom>
              <a:avLst/>
              <a:gdLst>
                <a:gd name="T0" fmla="*/ 397 w 3"/>
                <a:gd name="T1" fmla="*/ 661 h 3"/>
                <a:gd name="T2" fmla="*/ 661 w 3"/>
                <a:gd name="T3" fmla="*/ 661 h 3"/>
                <a:gd name="T4" fmla="*/ 661 w 3"/>
                <a:gd name="T5" fmla="*/ 397 h 3"/>
                <a:gd name="T6" fmla="*/ 397 w 3"/>
                <a:gd name="T7" fmla="*/ 0 h 3"/>
                <a:gd name="T8" fmla="*/ 397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3" name="Freeform 2131">
              <a:extLst>
                <a:ext uri="{FF2B5EF4-FFF2-40B4-BE49-F238E27FC236}">
                  <a16:creationId xmlns:a16="http://schemas.microsoft.com/office/drawing/2014/main" id="{8C05F335-ADF9-452C-8B3F-F23C1CC17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227"/>
              <a:ext cx="17" cy="18"/>
            </a:xfrm>
            <a:custGeom>
              <a:avLst/>
              <a:gdLst>
                <a:gd name="T0" fmla="*/ 170 w 7"/>
                <a:gd name="T1" fmla="*/ 1700 h 7"/>
                <a:gd name="T2" fmla="*/ 1003 w 7"/>
                <a:gd name="T3" fmla="*/ 1700 h 7"/>
                <a:gd name="T4" fmla="*/ 1243 w 7"/>
                <a:gd name="T5" fmla="*/ 563 h 7"/>
                <a:gd name="T6" fmla="*/ 170 w 7"/>
                <a:gd name="T7" fmla="*/ 357 h 7"/>
                <a:gd name="T8" fmla="*/ 17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74" name="Freeform 2132">
              <a:extLst>
                <a:ext uri="{FF2B5EF4-FFF2-40B4-BE49-F238E27FC236}">
                  <a16:creationId xmlns:a16="http://schemas.microsoft.com/office/drawing/2014/main" id="{66DF8E7A-478A-4344-A08F-D47578241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232"/>
              <a:ext cx="8" cy="5"/>
            </a:xfrm>
            <a:custGeom>
              <a:avLst/>
              <a:gdLst>
                <a:gd name="T0" fmla="*/ 397 w 3"/>
                <a:gd name="T1" fmla="*/ 520 h 2"/>
                <a:gd name="T2" fmla="*/ 661 w 3"/>
                <a:gd name="T3" fmla="*/ 520 h 2"/>
                <a:gd name="T4" fmla="*/ 1059 w 3"/>
                <a:gd name="T5" fmla="*/ 0 h 2"/>
                <a:gd name="T6" fmla="*/ 397 w 3"/>
                <a:gd name="T7" fmla="*/ 0 h 2"/>
                <a:gd name="T8" fmla="*/ 397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5" name="Freeform 2133">
              <a:extLst>
                <a:ext uri="{FF2B5EF4-FFF2-40B4-BE49-F238E27FC236}">
                  <a16:creationId xmlns:a16="http://schemas.microsoft.com/office/drawing/2014/main" id="{C929FB5E-1D8C-4891-A37A-C93865BC3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211"/>
              <a:ext cx="20" cy="18"/>
            </a:xfrm>
            <a:custGeom>
              <a:avLst/>
              <a:gdLst>
                <a:gd name="T0" fmla="*/ 313 w 8"/>
                <a:gd name="T1" fmla="*/ 1700 h 7"/>
                <a:gd name="T2" fmla="*/ 1488 w 8"/>
                <a:gd name="T3" fmla="*/ 1700 h 7"/>
                <a:gd name="T4" fmla="*/ 1488 w 8"/>
                <a:gd name="T5" fmla="*/ 563 h 7"/>
                <a:gd name="T6" fmla="*/ 520 w 8"/>
                <a:gd name="T7" fmla="*/ 357 h 7"/>
                <a:gd name="T8" fmla="*/ 313 w 8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8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76" name="Freeform 2134">
              <a:extLst>
                <a:ext uri="{FF2B5EF4-FFF2-40B4-BE49-F238E27FC236}">
                  <a16:creationId xmlns:a16="http://schemas.microsoft.com/office/drawing/2014/main" id="{3001D152-2D9F-4D09-BA04-F02913B69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216"/>
              <a:ext cx="8" cy="5"/>
            </a:xfrm>
            <a:custGeom>
              <a:avLst/>
              <a:gdLst>
                <a:gd name="T0" fmla="*/ 397 w 3"/>
                <a:gd name="T1" fmla="*/ 520 h 2"/>
                <a:gd name="T2" fmla="*/ 661 w 3"/>
                <a:gd name="T3" fmla="*/ 520 h 2"/>
                <a:gd name="T4" fmla="*/ 661 w 3"/>
                <a:gd name="T5" fmla="*/ 0 h 2"/>
                <a:gd name="T6" fmla="*/ 397 w 3"/>
                <a:gd name="T7" fmla="*/ 0 h 2"/>
                <a:gd name="T8" fmla="*/ 397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7" name="Freeform 2135">
              <a:extLst>
                <a:ext uri="{FF2B5EF4-FFF2-40B4-BE49-F238E27FC236}">
                  <a16:creationId xmlns:a16="http://schemas.microsoft.com/office/drawing/2014/main" id="{CB657712-B334-46FF-A3C3-A153E6790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195"/>
              <a:ext cx="18" cy="18"/>
            </a:xfrm>
            <a:custGeom>
              <a:avLst/>
              <a:gdLst>
                <a:gd name="T0" fmla="*/ 357 w 7"/>
                <a:gd name="T1" fmla="*/ 1448 h 7"/>
                <a:gd name="T2" fmla="*/ 1700 w 7"/>
                <a:gd name="T3" fmla="*/ 1700 h 7"/>
                <a:gd name="T4" fmla="*/ 1700 w 7"/>
                <a:gd name="T5" fmla="*/ 357 h 7"/>
                <a:gd name="T6" fmla="*/ 357 w 7"/>
                <a:gd name="T7" fmla="*/ 357 h 7"/>
                <a:gd name="T8" fmla="*/ 357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78" name="Freeform 2136">
              <a:extLst>
                <a:ext uri="{FF2B5EF4-FFF2-40B4-BE49-F238E27FC236}">
                  <a16:creationId xmlns:a16="http://schemas.microsoft.com/office/drawing/2014/main" id="{3CCBB6EF-F386-44F3-A307-8AFC1DF98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197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9" name="Freeform 2137">
              <a:extLst>
                <a:ext uri="{FF2B5EF4-FFF2-40B4-BE49-F238E27FC236}">
                  <a16:creationId xmlns:a16="http://schemas.microsoft.com/office/drawing/2014/main" id="{CE4EE68F-46CF-4E38-BB44-A439C7F15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176"/>
              <a:ext cx="20" cy="19"/>
            </a:xfrm>
            <a:custGeom>
              <a:avLst/>
              <a:gdLst>
                <a:gd name="T0" fmla="*/ 313 w 8"/>
                <a:gd name="T1" fmla="*/ 2342 h 7"/>
                <a:gd name="T2" fmla="*/ 1488 w 8"/>
                <a:gd name="T3" fmla="*/ 2342 h 7"/>
                <a:gd name="T4" fmla="*/ 1488 w 8"/>
                <a:gd name="T5" fmla="*/ 760 h 7"/>
                <a:gd name="T6" fmla="*/ 520 w 8"/>
                <a:gd name="T7" fmla="*/ 442 h 7"/>
                <a:gd name="T8" fmla="*/ 313 w 8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8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80" name="Freeform 2138">
              <a:extLst>
                <a:ext uri="{FF2B5EF4-FFF2-40B4-BE49-F238E27FC236}">
                  <a16:creationId xmlns:a16="http://schemas.microsoft.com/office/drawing/2014/main" id="{C8CFF921-DA77-4CCC-AE2C-03366E1E7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2181"/>
              <a:ext cx="7" cy="6"/>
            </a:xfrm>
            <a:custGeom>
              <a:avLst/>
              <a:gdLst>
                <a:gd name="T0" fmla="*/ 0 w 3"/>
                <a:gd name="T1" fmla="*/ 1458 h 2"/>
                <a:gd name="T2" fmla="*/ 355 w 3"/>
                <a:gd name="T3" fmla="*/ 1458 h 2"/>
                <a:gd name="T4" fmla="*/ 355 w 3"/>
                <a:gd name="T5" fmla="*/ 0 h 2"/>
                <a:gd name="T6" fmla="*/ 152 w 3"/>
                <a:gd name="T7" fmla="*/ 0 h 2"/>
                <a:gd name="T8" fmla="*/ 0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1" name="Freeform 2139">
              <a:extLst>
                <a:ext uri="{FF2B5EF4-FFF2-40B4-BE49-F238E27FC236}">
                  <a16:creationId xmlns:a16="http://schemas.microsoft.com/office/drawing/2014/main" id="{7A82D737-4076-43DD-AF7B-B968D773F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107"/>
              <a:ext cx="20" cy="18"/>
            </a:xfrm>
            <a:custGeom>
              <a:avLst/>
              <a:gdLst>
                <a:gd name="T0" fmla="*/ 313 w 8"/>
                <a:gd name="T1" fmla="*/ 1700 h 7"/>
                <a:gd name="T2" fmla="*/ 1488 w 8"/>
                <a:gd name="T3" fmla="*/ 1700 h 7"/>
                <a:gd name="T4" fmla="*/ 1770 w 8"/>
                <a:gd name="T5" fmla="*/ 563 h 7"/>
                <a:gd name="T6" fmla="*/ 520 w 8"/>
                <a:gd name="T7" fmla="*/ 357 h 7"/>
                <a:gd name="T8" fmla="*/ 313 w 8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8" y="3"/>
                    <a:pt x="7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82" name="Freeform 2140">
              <a:extLst>
                <a:ext uri="{FF2B5EF4-FFF2-40B4-BE49-F238E27FC236}">
                  <a16:creationId xmlns:a16="http://schemas.microsoft.com/office/drawing/2014/main" id="{B50916BD-BE31-440E-A3DF-2D47639CD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112"/>
              <a:ext cx="7" cy="5"/>
            </a:xfrm>
            <a:custGeom>
              <a:avLst/>
              <a:gdLst>
                <a:gd name="T0" fmla="*/ 152 w 3"/>
                <a:gd name="T1" fmla="*/ 520 h 2"/>
                <a:gd name="T2" fmla="*/ 355 w 3"/>
                <a:gd name="T3" fmla="*/ 520 h 2"/>
                <a:gd name="T4" fmla="*/ 355 w 3"/>
                <a:gd name="T5" fmla="*/ 0 h 2"/>
                <a:gd name="T6" fmla="*/ 152 w 3"/>
                <a:gd name="T7" fmla="*/ 0 h 2"/>
                <a:gd name="T8" fmla="*/ 152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3" name="Freeform 2141">
              <a:extLst>
                <a:ext uri="{FF2B5EF4-FFF2-40B4-BE49-F238E27FC236}">
                  <a16:creationId xmlns:a16="http://schemas.microsoft.com/office/drawing/2014/main" id="{91526FC4-EB54-4105-8CB5-34E86DD37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091"/>
              <a:ext cx="17" cy="18"/>
            </a:xfrm>
            <a:custGeom>
              <a:avLst/>
              <a:gdLst>
                <a:gd name="T0" fmla="*/ 170 w 7"/>
                <a:gd name="T1" fmla="*/ 1448 h 7"/>
                <a:gd name="T2" fmla="*/ 1243 w 7"/>
                <a:gd name="T3" fmla="*/ 1700 h 7"/>
                <a:gd name="T4" fmla="*/ 1243 w 7"/>
                <a:gd name="T5" fmla="*/ 357 h 7"/>
                <a:gd name="T6" fmla="*/ 413 w 7"/>
                <a:gd name="T7" fmla="*/ 357 h 7"/>
                <a:gd name="T8" fmla="*/ 170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84" name="Freeform 2142">
              <a:extLst>
                <a:ext uri="{FF2B5EF4-FFF2-40B4-BE49-F238E27FC236}">
                  <a16:creationId xmlns:a16="http://schemas.microsoft.com/office/drawing/2014/main" id="{78CF68B8-07C3-4902-88DB-6314F7D1C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096"/>
              <a:ext cx="5" cy="5"/>
            </a:xfrm>
            <a:custGeom>
              <a:avLst/>
              <a:gdLst>
                <a:gd name="T0" fmla="*/ 0 w 2"/>
                <a:gd name="T1" fmla="*/ 313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5" name="Freeform 2143">
              <a:extLst>
                <a:ext uri="{FF2B5EF4-FFF2-40B4-BE49-F238E27FC236}">
                  <a16:creationId xmlns:a16="http://schemas.microsoft.com/office/drawing/2014/main" id="{FA73F986-BBC5-4DA2-AEF0-58767D2B1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072"/>
              <a:ext cx="20" cy="19"/>
            </a:xfrm>
            <a:custGeom>
              <a:avLst/>
              <a:gdLst>
                <a:gd name="T0" fmla="*/ 520 w 8"/>
                <a:gd name="T1" fmla="*/ 2342 h 7"/>
                <a:gd name="T2" fmla="*/ 1488 w 8"/>
                <a:gd name="T3" fmla="*/ 2342 h 7"/>
                <a:gd name="T4" fmla="*/ 1770 w 8"/>
                <a:gd name="T5" fmla="*/ 760 h 7"/>
                <a:gd name="T6" fmla="*/ 520 w 8"/>
                <a:gd name="T7" fmla="*/ 442 h 7"/>
                <a:gd name="T8" fmla="*/ 520 w 8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8" y="3"/>
                    <a:pt x="7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86" name="Freeform 2144">
              <a:extLst>
                <a:ext uri="{FF2B5EF4-FFF2-40B4-BE49-F238E27FC236}">
                  <a16:creationId xmlns:a16="http://schemas.microsoft.com/office/drawing/2014/main" id="{73962AE5-156A-4338-881D-08E3ED3F8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077"/>
              <a:ext cx="8" cy="6"/>
            </a:xfrm>
            <a:custGeom>
              <a:avLst/>
              <a:gdLst>
                <a:gd name="T0" fmla="*/ 397 w 3"/>
                <a:gd name="T1" fmla="*/ 1458 h 2"/>
                <a:gd name="T2" fmla="*/ 661 w 3"/>
                <a:gd name="T3" fmla="*/ 1458 h 2"/>
                <a:gd name="T4" fmla="*/ 661 w 3"/>
                <a:gd name="T5" fmla="*/ 729 h 2"/>
                <a:gd name="T6" fmla="*/ 397 w 3"/>
                <a:gd name="T7" fmla="*/ 0 h 2"/>
                <a:gd name="T8" fmla="*/ 397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7" name="Freeform 2145">
              <a:extLst>
                <a:ext uri="{FF2B5EF4-FFF2-40B4-BE49-F238E27FC236}">
                  <a16:creationId xmlns:a16="http://schemas.microsoft.com/office/drawing/2014/main" id="{60DB3984-B7EF-4DDC-91BE-86334B4BD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056"/>
              <a:ext cx="18" cy="19"/>
            </a:xfrm>
            <a:custGeom>
              <a:avLst/>
              <a:gdLst>
                <a:gd name="T0" fmla="*/ 357 w 7"/>
                <a:gd name="T1" fmla="*/ 2342 h 7"/>
                <a:gd name="T2" fmla="*/ 1700 w 7"/>
                <a:gd name="T3" fmla="*/ 2342 h 7"/>
                <a:gd name="T4" fmla="*/ 1448 w 7"/>
                <a:gd name="T5" fmla="*/ 442 h 7"/>
                <a:gd name="T6" fmla="*/ 357 w 7"/>
                <a:gd name="T7" fmla="*/ 442 h 7"/>
                <a:gd name="T8" fmla="*/ 357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88" name="Freeform 2146">
              <a:extLst>
                <a:ext uri="{FF2B5EF4-FFF2-40B4-BE49-F238E27FC236}">
                  <a16:creationId xmlns:a16="http://schemas.microsoft.com/office/drawing/2014/main" id="{5B0B34EB-FC1E-4C13-99DE-1E702D165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059"/>
              <a:ext cx="7" cy="8"/>
            </a:xfrm>
            <a:custGeom>
              <a:avLst/>
              <a:gdLst>
                <a:gd name="T0" fmla="*/ 152 w 3"/>
                <a:gd name="T1" fmla="*/ 661 h 3"/>
                <a:gd name="T2" fmla="*/ 355 w 3"/>
                <a:gd name="T3" fmla="*/ 661 h 3"/>
                <a:gd name="T4" fmla="*/ 355 w 3"/>
                <a:gd name="T5" fmla="*/ 397 h 3"/>
                <a:gd name="T6" fmla="*/ 152 w 3"/>
                <a:gd name="T7" fmla="*/ 397 h 3"/>
                <a:gd name="T8" fmla="*/ 152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9" name="Freeform 2147">
              <a:extLst>
                <a:ext uri="{FF2B5EF4-FFF2-40B4-BE49-F238E27FC236}">
                  <a16:creationId xmlns:a16="http://schemas.microsoft.com/office/drawing/2014/main" id="{BFC3A959-DED7-4B9F-AB73-C24A2CEE1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037"/>
              <a:ext cx="20" cy="22"/>
            </a:xfrm>
            <a:custGeom>
              <a:avLst/>
              <a:gdLst>
                <a:gd name="T0" fmla="*/ 520 w 8"/>
                <a:gd name="T1" fmla="*/ 2684 h 8"/>
                <a:gd name="T2" fmla="*/ 1488 w 8"/>
                <a:gd name="T3" fmla="*/ 2684 h 8"/>
                <a:gd name="T4" fmla="*/ 1488 w 8"/>
                <a:gd name="T5" fmla="*/ 976 h 8"/>
                <a:gd name="T6" fmla="*/ 520 w 8"/>
                <a:gd name="T7" fmla="*/ 976 h 8"/>
                <a:gd name="T8" fmla="*/ 520 w 8"/>
                <a:gd name="T9" fmla="*/ 268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2" y="6"/>
                  </a:moveTo>
                  <a:cubicBezTo>
                    <a:pt x="3" y="8"/>
                    <a:pt x="5" y="8"/>
                    <a:pt x="6" y="6"/>
                  </a:cubicBezTo>
                  <a:cubicBezTo>
                    <a:pt x="8" y="5"/>
                    <a:pt x="7" y="3"/>
                    <a:pt x="6" y="2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90" name="Freeform 2148">
              <a:extLst>
                <a:ext uri="{FF2B5EF4-FFF2-40B4-BE49-F238E27FC236}">
                  <a16:creationId xmlns:a16="http://schemas.microsoft.com/office/drawing/2014/main" id="{D2E49716-B051-4A6C-85EF-A918206D2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043"/>
              <a:ext cx="8" cy="8"/>
            </a:xfrm>
            <a:custGeom>
              <a:avLst/>
              <a:gdLst>
                <a:gd name="T0" fmla="*/ 397 w 3"/>
                <a:gd name="T1" fmla="*/ 661 h 3"/>
                <a:gd name="T2" fmla="*/ 661 w 3"/>
                <a:gd name="T3" fmla="*/ 661 h 3"/>
                <a:gd name="T4" fmla="*/ 661 w 3"/>
                <a:gd name="T5" fmla="*/ 397 h 3"/>
                <a:gd name="T6" fmla="*/ 397 w 3"/>
                <a:gd name="T7" fmla="*/ 397 h 3"/>
                <a:gd name="T8" fmla="*/ 397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1" name="Freeform 2149">
              <a:extLst>
                <a:ext uri="{FF2B5EF4-FFF2-40B4-BE49-F238E27FC236}">
                  <a16:creationId xmlns:a16="http://schemas.microsoft.com/office/drawing/2014/main" id="{2186175D-0C45-480E-A0BF-482656815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021"/>
              <a:ext cx="17" cy="19"/>
            </a:xfrm>
            <a:custGeom>
              <a:avLst/>
              <a:gdLst>
                <a:gd name="T0" fmla="*/ 413 w 7"/>
                <a:gd name="T1" fmla="*/ 2342 h 7"/>
                <a:gd name="T2" fmla="*/ 1243 w 7"/>
                <a:gd name="T3" fmla="*/ 2342 h 7"/>
                <a:gd name="T4" fmla="*/ 1243 w 7"/>
                <a:gd name="T5" fmla="*/ 442 h 7"/>
                <a:gd name="T6" fmla="*/ 413 w 7"/>
                <a:gd name="T7" fmla="*/ 442 h 7"/>
                <a:gd name="T8" fmla="*/ 41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92" name="Freeform 2150">
              <a:extLst>
                <a:ext uri="{FF2B5EF4-FFF2-40B4-BE49-F238E27FC236}">
                  <a16:creationId xmlns:a16="http://schemas.microsoft.com/office/drawing/2014/main" id="{957DEA50-A601-464A-AA29-E419FD113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027"/>
              <a:ext cx="7" cy="5"/>
            </a:xfrm>
            <a:custGeom>
              <a:avLst/>
              <a:gdLst>
                <a:gd name="T0" fmla="*/ 152 w 3"/>
                <a:gd name="T1" fmla="*/ 520 h 2"/>
                <a:gd name="T2" fmla="*/ 355 w 3"/>
                <a:gd name="T3" fmla="*/ 520 h 2"/>
                <a:gd name="T4" fmla="*/ 355 w 3"/>
                <a:gd name="T5" fmla="*/ 0 h 2"/>
                <a:gd name="T6" fmla="*/ 152 w 3"/>
                <a:gd name="T7" fmla="*/ 0 h 2"/>
                <a:gd name="T8" fmla="*/ 152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3" name="Freeform 2151">
              <a:extLst>
                <a:ext uri="{FF2B5EF4-FFF2-40B4-BE49-F238E27FC236}">
                  <a16:creationId xmlns:a16="http://schemas.microsoft.com/office/drawing/2014/main" id="{06C32026-A9E5-41FB-8B4B-FD592B148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003"/>
              <a:ext cx="18" cy="21"/>
            </a:xfrm>
            <a:custGeom>
              <a:avLst/>
              <a:gdLst>
                <a:gd name="T0" fmla="*/ 357 w 7"/>
                <a:gd name="T1" fmla="*/ 1992 h 8"/>
                <a:gd name="T2" fmla="*/ 1700 w 7"/>
                <a:gd name="T3" fmla="*/ 1992 h 8"/>
                <a:gd name="T4" fmla="*/ 1700 w 7"/>
                <a:gd name="T5" fmla="*/ 614 h 8"/>
                <a:gd name="T6" fmla="*/ 357 w 7"/>
                <a:gd name="T7" fmla="*/ 614 h 8"/>
                <a:gd name="T8" fmla="*/ 357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2" y="7"/>
                    <a:pt x="4" y="8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1"/>
                    <a:pt x="3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94" name="Freeform 2152">
              <a:extLst>
                <a:ext uri="{FF2B5EF4-FFF2-40B4-BE49-F238E27FC236}">
                  <a16:creationId xmlns:a16="http://schemas.microsoft.com/office/drawing/2014/main" id="{3D28FCC9-2D9A-492E-AC9C-1482E42F1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008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2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5" name="Freeform 2153">
              <a:extLst>
                <a:ext uri="{FF2B5EF4-FFF2-40B4-BE49-F238E27FC236}">
                  <a16:creationId xmlns:a16="http://schemas.microsoft.com/office/drawing/2014/main" id="{624D4217-9D12-44D0-AAC9-CA4AE3B29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987"/>
              <a:ext cx="17" cy="18"/>
            </a:xfrm>
            <a:custGeom>
              <a:avLst/>
              <a:gdLst>
                <a:gd name="T0" fmla="*/ 170 w 7"/>
                <a:gd name="T1" fmla="*/ 1700 h 7"/>
                <a:gd name="T2" fmla="*/ 1243 w 7"/>
                <a:gd name="T3" fmla="*/ 1700 h 7"/>
                <a:gd name="T4" fmla="*/ 1243 w 7"/>
                <a:gd name="T5" fmla="*/ 357 h 7"/>
                <a:gd name="T6" fmla="*/ 170 w 7"/>
                <a:gd name="T7" fmla="*/ 357 h 7"/>
                <a:gd name="T8" fmla="*/ 17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96" name="Freeform 2154">
              <a:extLst>
                <a:ext uri="{FF2B5EF4-FFF2-40B4-BE49-F238E27FC236}">
                  <a16:creationId xmlns:a16="http://schemas.microsoft.com/office/drawing/2014/main" id="{11256761-AA50-487D-9998-0812A2029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992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7" name="Freeform 2155">
              <a:extLst>
                <a:ext uri="{FF2B5EF4-FFF2-40B4-BE49-F238E27FC236}">
                  <a16:creationId xmlns:a16="http://schemas.microsoft.com/office/drawing/2014/main" id="{992E7806-12BF-4299-B859-5C543BFF0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968"/>
              <a:ext cx="18" cy="21"/>
            </a:xfrm>
            <a:custGeom>
              <a:avLst/>
              <a:gdLst>
                <a:gd name="T0" fmla="*/ 357 w 7"/>
                <a:gd name="T1" fmla="*/ 1992 h 8"/>
                <a:gd name="T2" fmla="*/ 1700 w 7"/>
                <a:gd name="T3" fmla="*/ 1992 h 8"/>
                <a:gd name="T4" fmla="*/ 1700 w 7"/>
                <a:gd name="T5" fmla="*/ 614 h 8"/>
                <a:gd name="T6" fmla="*/ 563 w 7"/>
                <a:gd name="T7" fmla="*/ 614 h 8"/>
                <a:gd name="T8" fmla="*/ 357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2" y="7"/>
                    <a:pt x="4" y="8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98" name="Freeform 2156">
              <a:extLst>
                <a:ext uri="{FF2B5EF4-FFF2-40B4-BE49-F238E27FC236}">
                  <a16:creationId xmlns:a16="http://schemas.microsoft.com/office/drawing/2014/main" id="{B375E53B-B4E9-4AE2-91CB-0EFF75943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973"/>
              <a:ext cx="5" cy="6"/>
            </a:xfrm>
            <a:custGeom>
              <a:avLst/>
              <a:gdLst>
                <a:gd name="T0" fmla="*/ 0 w 2"/>
                <a:gd name="T1" fmla="*/ 1458 h 2"/>
                <a:gd name="T2" fmla="*/ 520 w 2"/>
                <a:gd name="T3" fmla="*/ 1458 h 2"/>
                <a:gd name="T4" fmla="*/ 520 w 2"/>
                <a:gd name="T5" fmla="*/ 729 h 2"/>
                <a:gd name="T6" fmla="*/ 0 w 2"/>
                <a:gd name="T7" fmla="*/ 0 h 2"/>
                <a:gd name="T8" fmla="*/ 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9" name="Freeform 2157">
              <a:extLst>
                <a:ext uri="{FF2B5EF4-FFF2-40B4-BE49-F238E27FC236}">
                  <a16:creationId xmlns:a16="http://schemas.microsoft.com/office/drawing/2014/main" id="{B738D471-C1FD-4069-A8DE-C7FFF2C7B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952"/>
              <a:ext cx="17" cy="19"/>
            </a:xfrm>
            <a:custGeom>
              <a:avLst/>
              <a:gdLst>
                <a:gd name="T0" fmla="*/ 170 w 7"/>
                <a:gd name="T1" fmla="*/ 2342 h 7"/>
                <a:gd name="T2" fmla="*/ 1003 w 7"/>
                <a:gd name="T3" fmla="*/ 2342 h 7"/>
                <a:gd name="T4" fmla="*/ 1243 w 7"/>
                <a:gd name="T5" fmla="*/ 442 h 7"/>
                <a:gd name="T6" fmla="*/ 170 w 7"/>
                <a:gd name="T7" fmla="*/ 442 h 7"/>
                <a:gd name="T8" fmla="*/ 17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00" name="Freeform 2158">
              <a:extLst>
                <a:ext uri="{FF2B5EF4-FFF2-40B4-BE49-F238E27FC236}">
                  <a16:creationId xmlns:a16="http://schemas.microsoft.com/office/drawing/2014/main" id="{98DB0B4B-C6D7-41EB-B771-8181003B1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957"/>
              <a:ext cx="5" cy="6"/>
            </a:xfrm>
            <a:custGeom>
              <a:avLst/>
              <a:gdLst>
                <a:gd name="T0" fmla="*/ 0 w 2"/>
                <a:gd name="T1" fmla="*/ 729 h 2"/>
                <a:gd name="T2" fmla="*/ 313 w 2"/>
                <a:gd name="T3" fmla="*/ 729 h 2"/>
                <a:gd name="T4" fmla="*/ 313 w 2"/>
                <a:gd name="T5" fmla="*/ 0 h 2"/>
                <a:gd name="T6" fmla="*/ 0 w 2"/>
                <a:gd name="T7" fmla="*/ 0 h 2"/>
                <a:gd name="T8" fmla="*/ 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01" name="Freeform 2159">
              <a:extLst>
                <a:ext uri="{FF2B5EF4-FFF2-40B4-BE49-F238E27FC236}">
                  <a16:creationId xmlns:a16="http://schemas.microsoft.com/office/drawing/2014/main" id="{55A16155-3F40-405D-936C-8F5DAFCE4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933"/>
              <a:ext cx="17" cy="19"/>
            </a:xfrm>
            <a:custGeom>
              <a:avLst/>
              <a:gdLst>
                <a:gd name="T0" fmla="*/ 413 w 7"/>
                <a:gd name="T1" fmla="*/ 2342 h 7"/>
                <a:gd name="T2" fmla="*/ 1243 w 7"/>
                <a:gd name="T3" fmla="*/ 2342 h 7"/>
                <a:gd name="T4" fmla="*/ 1243 w 7"/>
                <a:gd name="T5" fmla="*/ 442 h 7"/>
                <a:gd name="T6" fmla="*/ 170 w 7"/>
                <a:gd name="T7" fmla="*/ 760 h 7"/>
                <a:gd name="T8" fmla="*/ 41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02" name="Freeform 2160">
              <a:extLst>
                <a:ext uri="{FF2B5EF4-FFF2-40B4-BE49-F238E27FC236}">
                  <a16:creationId xmlns:a16="http://schemas.microsoft.com/office/drawing/2014/main" id="{AEC2BEC1-853A-494D-801C-A0C15BC94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939"/>
              <a:ext cx="7" cy="5"/>
            </a:xfrm>
            <a:custGeom>
              <a:avLst/>
              <a:gdLst>
                <a:gd name="T0" fmla="*/ 152 w 3"/>
                <a:gd name="T1" fmla="*/ 520 h 2"/>
                <a:gd name="T2" fmla="*/ 355 w 3"/>
                <a:gd name="T3" fmla="*/ 520 h 2"/>
                <a:gd name="T4" fmla="*/ 355 w 3"/>
                <a:gd name="T5" fmla="*/ 0 h 2"/>
                <a:gd name="T6" fmla="*/ 0 w 3"/>
                <a:gd name="T7" fmla="*/ 0 h 2"/>
                <a:gd name="T8" fmla="*/ 152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03" name="Freeform 2161">
              <a:extLst>
                <a:ext uri="{FF2B5EF4-FFF2-40B4-BE49-F238E27FC236}">
                  <a16:creationId xmlns:a16="http://schemas.microsoft.com/office/drawing/2014/main" id="{10319208-6D74-4831-9507-009C4C2D8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917"/>
              <a:ext cx="18" cy="19"/>
            </a:xfrm>
            <a:custGeom>
              <a:avLst/>
              <a:gdLst>
                <a:gd name="T0" fmla="*/ 357 w 7"/>
                <a:gd name="T1" fmla="*/ 2342 h 7"/>
                <a:gd name="T2" fmla="*/ 1700 w 7"/>
                <a:gd name="T3" fmla="*/ 2063 h 7"/>
                <a:gd name="T4" fmla="*/ 1448 w 7"/>
                <a:gd name="T5" fmla="*/ 442 h 7"/>
                <a:gd name="T6" fmla="*/ 357 w 7"/>
                <a:gd name="T7" fmla="*/ 442 h 7"/>
                <a:gd name="T8" fmla="*/ 357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04" name="Freeform 2162">
              <a:extLst>
                <a:ext uri="{FF2B5EF4-FFF2-40B4-BE49-F238E27FC236}">
                  <a16:creationId xmlns:a16="http://schemas.microsoft.com/office/drawing/2014/main" id="{0AAE8FF2-E7A8-41BE-B010-E8C75D1A8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920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313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05" name="Freeform 2163">
              <a:extLst>
                <a:ext uri="{FF2B5EF4-FFF2-40B4-BE49-F238E27FC236}">
                  <a16:creationId xmlns:a16="http://schemas.microsoft.com/office/drawing/2014/main" id="{3C575BE1-C2A9-4A49-967F-113D4DD7B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899"/>
              <a:ext cx="18" cy="18"/>
            </a:xfrm>
            <a:custGeom>
              <a:avLst/>
              <a:gdLst>
                <a:gd name="T0" fmla="*/ 563 w 7"/>
                <a:gd name="T1" fmla="*/ 1700 h 7"/>
                <a:gd name="T2" fmla="*/ 1700 w 7"/>
                <a:gd name="T3" fmla="*/ 1700 h 7"/>
                <a:gd name="T4" fmla="*/ 1448 w 7"/>
                <a:gd name="T5" fmla="*/ 357 h 7"/>
                <a:gd name="T6" fmla="*/ 357 w 7"/>
                <a:gd name="T7" fmla="*/ 563 h 7"/>
                <a:gd name="T8" fmla="*/ 563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06" name="Freeform 2164">
              <a:extLst>
                <a:ext uri="{FF2B5EF4-FFF2-40B4-BE49-F238E27FC236}">
                  <a16:creationId xmlns:a16="http://schemas.microsoft.com/office/drawing/2014/main" id="{247D0A99-825E-4A4D-BA33-080F0D004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904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07" name="Freeform 2165">
              <a:extLst>
                <a:ext uri="{FF2B5EF4-FFF2-40B4-BE49-F238E27FC236}">
                  <a16:creationId xmlns:a16="http://schemas.microsoft.com/office/drawing/2014/main" id="{083BAC60-495D-4CE4-8836-66A45E0F0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883"/>
              <a:ext cx="18" cy="18"/>
            </a:xfrm>
            <a:custGeom>
              <a:avLst/>
              <a:gdLst>
                <a:gd name="T0" fmla="*/ 563 w 7"/>
                <a:gd name="T1" fmla="*/ 1700 h 7"/>
                <a:gd name="T2" fmla="*/ 1700 w 7"/>
                <a:gd name="T3" fmla="*/ 1448 h 7"/>
                <a:gd name="T4" fmla="*/ 1700 w 7"/>
                <a:gd name="T5" fmla="*/ 357 h 7"/>
                <a:gd name="T6" fmla="*/ 357 w 7"/>
                <a:gd name="T7" fmla="*/ 357 h 7"/>
                <a:gd name="T8" fmla="*/ 563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08" name="Freeform 2166">
              <a:extLst>
                <a:ext uri="{FF2B5EF4-FFF2-40B4-BE49-F238E27FC236}">
                  <a16:creationId xmlns:a16="http://schemas.microsoft.com/office/drawing/2014/main" id="{1C09F7E7-2DE4-4691-915E-587C9F9CB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885"/>
              <a:ext cx="8" cy="8"/>
            </a:xfrm>
            <a:custGeom>
              <a:avLst/>
              <a:gdLst>
                <a:gd name="T0" fmla="*/ 397 w 3"/>
                <a:gd name="T1" fmla="*/ 661 h 3"/>
                <a:gd name="T2" fmla="*/ 661 w 3"/>
                <a:gd name="T3" fmla="*/ 661 h 3"/>
                <a:gd name="T4" fmla="*/ 661 w 3"/>
                <a:gd name="T5" fmla="*/ 397 h 3"/>
                <a:gd name="T6" fmla="*/ 0 w 3"/>
                <a:gd name="T7" fmla="*/ 397 h 3"/>
                <a:gd name="T8" fmla="*/ 397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2" y="1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09" name="Freeform 2167">
              <a:extLst>
                <a:ext uri="{FF2B5EF4-FFF2-40B4-BE49-F238E27FC236}">
                  <a16:creationId xmlns:a16="http://schemas.microsoft.com/office/drawing/2014/main" id="{225EF8B1-87DA-4A38-9E08-23F7D2550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864"/>
              <a:ext cx="18" cy="19"/>
            </a:xfrm>
            <a:custGeom>
              <a:avLst/>
              <a:gdLst>
                <a:gd name="T0" fmla="*/ 563 w 7"/>
                <a:gd name="T1" fmla="*/ 2342 h 7"/>
                <a:gd name="T2" fmla="*/ 1700 w 7"/>
                <a:gd name="T3" fmla="*/ 2342 h 7"/>
                <a:gd name="T4" fmla="*/ 1700 w 7"/>
                <a:gd name="T5" fmla="*/ 442 h 7"/>
                <a:gd name="T6" fmla="*/ 357 w 7"/>
                <a:gd name="T7" fmla="*/ 760 h 7"/>
                <a:gd name="T8" fmla="*/ 56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10" name="Freeform 2168">
              <a:extLst>
                <a:ext uri="{FF2B5EF4-FFF2-40B4-BE49-F238E27FC236}">
                  <a16:creationId xmlns:a16="http://schemas.microsoft.com/office/drawing/2014/main" id="{E321AE52-2052-471E-BD2E-154E2ADDF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869"/>
              <a:ext cx="8" cy="6"/>
            </a:xfrm>
            <a:custGeom>
              <a:avLst/>
              <a:gdLst>
                <a:gd name="T0" fmla="*/ 397 w 3"/>
                <a:gd name="T1" fmla="*/ 1458 h 2"/>
                <a:gd name="T2" fmla="*/ 661 w 3"/>
                <a:gd name="T3" fmla="*/ 1458 h 2"/>
                <a:gd name="T4" fmla="*/ 661 w 3"/>
                <a:gd name="T5" fmla="*/ 0 h 2"/>
                <a:gd name="T6" fmla="*/ 0 w 3"/>
                <a:gd name="T7" fmla="*/ 0 h 2"/>
                <a:gd name="T8" fmla="*/ 397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1" name="Freeform 2169">
              <a:extLst>
                <a:ext uri="{FF2B5EF4-FFF2-40B4-BE49-F238E27FC236}">
                  <a16:creationId xmlns:a16="http://schemas.microsoft.com/office/drawing/2014/main" id="{C7F85A29-89F3-4649-9C81-21388AEC2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845"/>
              <a:ext cx="18" cy="19"/>
            </a:xfrm>
            <a:custGeom>
              <a:avLst/>
              <a:gdLst>
                <a:gd name="T0" fmla="*/ 563 w 7"/>
                <a:gd name="T1" fmla="*/ 2342 h 7"/>
                <a:gd name="T2" fmla="*/ 1700 w 7"/>
                <a:gd name="T3" fmla="*/ 2342 h 7"/>
                <a:gd name="T4" fmla="*/ 1448 w 7"/>
                <a:gd name="T5" fmla="*/ 442 h 7"/>
                <a:gd name="T6" fmla="*/ 357 w 7"/>
                <a:gd name="T7" fmla="*/ 760 h 7"/>
                <a:gd name="T8" fmla="*/ 56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12" name="Freeform 2170">
              <a:extLst>
                <a:ext uri="{FF2B5EF4-FFF2-40B4-BE49-F238E27FC236}">
                  <a16:creationId xmlns:a16="http://schemas.microsoft.com/office/drawing/2014/main" id="{9AD2EBAF-0718-4EE1-B835-FC974849A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851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520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3" name="Freeform 2171">
              <a:extLst>
                <a:ext uri="{FF2B5EF4-FFF2-40B4-BE49-F238E27FC236}">
                  <a16:creationId xmlns:a16="http://schemas.microsoft.com/office/drawing/2014/main" id="{78C843D7-8A7A-49FF-A7FF-2318FAF2F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829"/>
              <a:ext cx="18" cy="19"/>
            </a:xfrm>
            <a:custGeom>
              <a:avLst/>
              <a:gdLst>
                <a:gd name="T0" fmla="*/ 563 w 7"/>
                <a:gd name="T1" fmla="*/ 2342 h 7"/>
                <a:gd name="T2" fmla="*/ 1700 w 7"/>
                <a:gd name="T3" fmla="*/ 2063 h 7"/>
                <a:gd name="T4" fmla="*/ 1700 w 7"/>
                <a:gd name="T5" fmla="*/ 442 h 7"/>
                <a:gd name="T6" fmla="*/ 357 w 7"/>
                <a:gd name="T7" fmla="*/ 442 h 7"/>
                <a:gd name="T8" fmla="*/ 56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14" name="Freeform 2172">
              <a:extLst>
                <a:ext uri="{FF2B5EF4-FFF2-40B4-BE49-F238E27FC236}">
                  <a16:creationId xmlns:a16="http://schemas.microsoft.com/office/drawing/2014/main" id="{137DDCB3-5B0B-45F9-A8A2-5F9074738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832"/>
              <a:ext cx="8" cy="8"/>
            </a:xfrm>
            <a:custGeom>
              <a:avLst/>
              <a:gdLst>
                <a:gd name="T0" fmla="*/ 397 w 3"/>
                <a:gd name="T1" fmla="*/ 1059 h 3"/>
                <a:gd name="T2" fmla="*/ 661 w 3"/>
                <a:gd name="T3" fmla="*/ 661 h 3"/>
                <a:gd name="T4" fmla="*/ 661 w 3"/>
                <a:gd name="T5" fmla="*/ 397 h 3"/>
                <a:gd name="T6" fmla="*/ 0 w 3"/>
                <a:gd name="T7" fmla="*/ 397 h 3"/>
                <a:gd name="T8" fmla="*/ 397 w 3"/>
                <a:gd name="T9" fmla="*/ 1059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2" y="1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5" name="Freeform 2173">
              <a:extLst>
                <a:ext uri="{FF2B5EF4-FFF2-40B4-BE49-F238E27FC236}">
                  <a16:creationId xmlns:a16="http://schemas.microsoft.com/office/drawing/2014/main" id="{FEEFF7CF-5196-4FE2-AC62-83F996629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2160"/>
              <a:ext cx="17" cy="19"/>
            </a:xfrm>
            <a:custGeom>
              <a:avLst/>
              <a:gdLst>
                <a:gd name="T0" fmla="*/ 170 w 7"/>
                <a:gd name="T1" fmla="*/ 2063 h 7"/>
                <a:gd name="T2" fmla="*/ 1243 w 7"/>
                <a:gd name="T3" fmla="*/ 2342 h 7"/>
                <a:gd name="T4" fmla="*/ 1243 w 7"/>
                <a:gd name="T5" fmla="*/ 442 h 7"/>
                <a:gd name="T6" fmla="*/ 413 w 7"/>
                <a:gd name="T7" fmla="*/ 442 h 7"/>
                <a:gd name="T8" fmla="*/ 17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16" name="Freeform 2174">
              <a:extLst>
                <a:ext uri="{FF2B5EF4-FFF2-40B4-BE49-F238E27FC236}">
                  <a16:creationId xmlns:a16="http://schemas.microsoft.com/office/drawing/2014/main" id="{EDF38D0E-A7A2-4C56-8539-D045D2A64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163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313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7" name="Freeform 2175">
              <a:extLst>
                <a:ext uri="{FF2B5EF4-FFF2-40B4-BE49-F238E27FC236}">
                  <a16:creationId xmlns:a16="http://schemas.microsoft.com/office/drawing/2014/main" id="{DEEBA7CA-8D8A-47E0-BA56-AC719690D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141"/>
              <a:ext cx="17" cy="19"/>
            </a:xfrm>
            <a:custGeom>
              <a:avLst/>
              <a:gdLst>
                <a:gd name="T0" fmla="*/ 170 w 7"/>
                <a:gd name="T1" fmla="*/ 2342 h 7"/>
                <a:gd name="T2" fmla="*/ 1003 w 7"/>
                <a:gd name="T3" fmla="*/ 2342 h 7"/>
                <a:gd name="T4" fmla="*/ 1243 w 7"/>
                <a:gd name="T5" fmla="*/ 760 h 7"/>
                <a:gd name="T6" fmla="*/ 170 w 7"/>
                <a:gd name="T7" fmla="*/ 442 h 7"/>
                <a:gd name="T8" fmla="*/ 17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18" name="Freeform 2176">
              <a:extLst>
                <a:ext uri="{FF2B5EF4-FFF2-40B4-BE49-F238E27FC236}">
                  <a16:creationId xmlns:a16="http://schemas.microsoft.com/office/drawing/2014/main" id="{E0D1EC13-0850-442A-9D83-55C445732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2147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313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9" name="Freeform 2177">
              <a:extLst>
                <a:ext uri="{FF2B5EF4-FFF2-40B4-BE49-F238E27FC236}">
                  <a16:creationId xmlns:a16="http://schemas.microsoft.com/office/drawing/2014/main" id="{92EABBD0-AFDA-48BA-B89C-8D6FF1E1D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125"/>
              <a:ext cx="17" cy="19"/>
            </a:xfrm>
            <a:custGeom>
              <a:avLst/>
              <a:gdLst>
                <a:gd name="T0" fmla="*/ 170 w 7"/>
                <a:gd name="T1" fmla="*/ 2342 h 7"/>
                <a:gd name="T2" fmla="*/ 1243 w 7"/>
                <a:gd name="T3" fmla="*/ 2342 h 7"/>
                <a:gd name="T4" fmla="*/ 1243 w 7"/>
                <a:gd name="T5" fmla="*/ 442 h 7"/>
                <a:gd name="T6" fmla="*/ 170 w 7"/>
                <a:gd name="T7" fmla="*/ 442 h 7"/>
                <a:gd name="T8" fmla="*/ 17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20" name="Freeform 2178">
              <a:extLst>
                <a:ext uri="{FF2B5EF4-FFF2-40B4-BE49-F238E27FC236}">
                  <a16:creationId xmlns:a16="http://schemas.microsoft.com/office/drawing/2014/main" id="{82069BB9-2583-4F0B-A3DB-128920136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128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1059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1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1" name="Freeform 2179">
              <a:extLst>
                <a:ext uri="{FF2B5EF4-FFF2-40B4-BE49-F238E27FC236}">
                  <a16:creationId xmlns:a16="http://schemas.microsoft.com/office/drawing/2014/main" id="{A0FBC968-DF88-4055-8878-7CD9EC2C8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2107"/>
              <a:ext cx="19" cy="21"/>
            </a:xfrm>
            <a:custGeom>
              <a:avLst/>
              <a:gdLst>
                <a:gd name="T0" fmla="*/ 164 w 8"/>
                <a:gd name="T1" fmla="*/ 1992 h 8"/>
                <a:gd name="T2" fmla="*/ 1043 w 8"/>
                <a:gd name="T3" fmla="*/ 2226 h 8"/>
                <a:gd name="T4" fmla="*/ 1275 w 8"/>
                <a:gd name="T5" fmla="*/ 614 h 8"/>
                <a:gd name="T6" fmla="*/ 390 w 8"/>
                <a:gd name="T7" fmla="*/ 378 h 8"/>
                <a:gd name="T8" fmla="*/ 164 w 8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2" y="7"/>
                    <a:pt x="5" y="8"/>
                    <a:pt x="6" y="7"/>
                  </a:cubicBezTo>
                  <a:cubicBezTo>
                    <a:pt x="7" y="5"/>
                    <a:pt x="8" y="3"/>
                    <a:pt x="7" y="2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22" name="Freeform 2180">
              <a:extLst>
                <a:ext uri="{FF2B5EF4-FFF2-40B4-BE49-F238E27FC236}">
                  <a16:creationId xmlns:a16="http://schemas.microsoft.com/office/drawing/2014/main" id="{6A020060-10FA-44BB-8624-A0441C9CE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112"/>
              <a:ext cx="7" cy="5"/>
            </a:xfrm>
            <a:custGeom>
              <a:avLst/>
              <a:gdLst>
                <a:gd name="T0" fmla="*/ 152 w 3"/>
                <a:gd name="T1" fmla="*/ 520 h 2"/>
                <a:gd name="T2" fmla="*/ 355 w 3"/>
                <a:gd name="T3" fmla="*/ 520 h 2"/>
                <a:gd name="T4" fmla="*/ 355 w 3"/>
                <a:gd name="T5" fmla="*/ 313 h 2"/>
                <a:gd name="T6" fmla="*/ 152 w 3"/>
                <a:gd name="T7" fmla="*/ 0 h 2"/>
                <a:gd name="T8" fmla="*/ 152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3" name="Freeform 2181">
              <a:extLst>
                <a:ext uri="{FF2B5EF4-FFF2-40B4-BE49-F238E27FC236}">
                  <a16:creationId xmlns:a16="http://schemas.microsoft.com/office/drawing/2014/main" id="{6F08D25A-ADEC-44D3-ABE9-5B7AD0E6E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091"/>
              <a:ext cx="17" cy="18"/>
            </a:xfrm>
            <a:custGeom>
              <a:avLst/>
              <a:gdLst>
                <a:gd name="T0" fmla="*/ 170 w 7"/>
                <a:gd name="T1" fmla="*/ 1700 h 7"/>
                <a:gd name="T2" fmla="*/ 1243 w 7"/>
                <a:gd name="T3" fmla="*/ 1700 h 7"/>
                <a:gd name="T4" fmla="*/ 1243 w 7"/>
                <a:gd name="T5" fmla="*/ 357 h 7"/>
                <a:gd name="T6" fmla="*/ 170 w 7"/>
                <a:gd name="T7" fmla="*/ 357 h 7"/>
                <a:gd name="T8" fmla="*/ 17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24" name="Freeform 2182">
              <a:extLst>
                <a:ext uri="{FF2B5EF4-FFF2-40B4-BE49-F238E27FC236}">
                  <a16:creationId xmlns:a16="http://schemas.microsoft.com/office/drawing/2014/main" id="{2E4FBBF0-B012-4A58-A3E5-8BA49FA4C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096"/>
              <a:ext cx="4" cy="5"/>
            </a:xfrm>
            <a:custGeom>
              <a:avLst/>
              <a:gdLst>
                <a:gd name="T0" fmla="*/ 0 w 2"/>
                <a:gd name="T1" fmla="*/ 520 h 2"/>
                <a:gd name="T2" fmla="*/ 128 w 2"/>
                <a:gd name="T3" fmla="*/ 520 h 2"/>
                <a:gd name="T4" fmla="*/ 128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5" name="Freeform 2183">
              <a:extLst>
                <a:ext uri="{FF2B5EF4-FFF2-40B4-BE49-F238E27FC236}">
                  <a16:creationId xmlns:a16="http://schemas.microsoft.com/office/drawing/2014/main" id="{BB7FFC2F-7627-4A1B-9D71-20FABBF01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075"/>
              <a:ext cx="17" cy="18"/>
            </a:xfrm>
            <a:custGeom>
              <a:avLst/>
              <a:gdLst>
                <a:gd name="T0" fmla="*/ 170 w 7"/>
                <a:gd name="T1" fmla="*/ 1448 h 7"/>
                <a:gd name="T2" fmla="*/ 1243 w 7"/>
                <a:gd name="T3" fmla="*/ 1448 h 7"/>
                <a:gd name="T4" fmla="*/ 1243 w 7"/>
                <a:gd name="T5" fmla="*/ 357 h 7"/>
                <a:gd name="T6" fmla="*/ 170 w 7"/>
                <a:gd name="T7" fmla="*/ 357 h 7"/>
                <a:gd name="T8" fmla="*/ 170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26" name="Freeform 2184">
              <a:extLst>
                <a:ext uri="{FF2B5EF4-FFF2-40B4-BE49-F238E27FC236}">
                  <a16:creationId xmlns:a16="http://schemas.microsoft.com/office/drawing/2014/main" id="{146EAD62-1294-4888-BD91-121824AD9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077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7" name="Freeform 2185">
              <a:extLst>
                <a:ext uri="{FF2B5EF4-FFF2-40B4-BE49-F238E27FC236}">
                  <a16:creationId xmlns:a16="http://schemas.microsoft.com/office/drawing/2014/main" id="{798C9AB0-0390-402B-A400-B243A7B50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056"/>
              <a:ext cx="17" cy="19"/>
            </a:xfrm>
            <a:custGeom>
              <a:avLst/>
              <a:gdLst>
                <a:gd name="T0" fmla="*/ 413 w 7"/>
                <a:gd name="T1" fmla="*/ 2342 h 7"/>
                <a:gd name="T2" fmla="*/ 1243 w 7"/>
                <a:gd name="T3" fmla="*/ 2342 h 7"/>
                <a:gd name="T4" fmla="*/ 1243 w 7"/>
                <a:gd name="T5" fmla="*/ 760 h 7"/>
                <a:gd name="T6" fmla="*/ 413 w 7"/>
                <a:gd name="T7" fmla="*/ 442 h 7"/>
                <a:gd name="T8" fmla="*/ 41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28" name="Freeform 2186">
              <a:extLst>
                <a:ext uri="{FF2B5EF4-FFF2-40B4-BE49-F238E27FC236}">
                  <a16:creationId xmlns:a16="http://schemas.microsoft.com/office/drawing/2014/main" id="{93141D8C-5963-4F35-AAC9-892BE43E3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061"/>
              <a:ext cx="5" cy="6"/>
            </a:xfrm>
            <a:custGeom>
              <a:avLst/>
              <a:gdLst>
                <a:gd name="T0" fmla="*/ 313 w 2"/>
                <a:gd name="T1" fmla="*/ 1458 h 2"/>
                <a:gd name="T2" fmla="*/ 520 w 2"/>
                <a:gd name="T3" fmla="*/ 1458 h 2"/>
                <a:gd name="T4" fmla="*/ 520 w 2"/>
                <a:gd name="T5" fmla="*/ 0 h 2"/>
                <a:gd name="T6" fmla="*/ 313 w 2"/>
                <a:gd name="T7" fmla="*/ 0 h 2"/>
                <a:gd name="T8" fmla="*/ 313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9" name="Freeform 2187">
              <a:extLst>
                <a:ext uri="{FF2B5EF4-FFF2-40B4-BE49-F238E27FC236}">
                  <a16:creationId xmlns:a16="http://schemas.microsoft.com/office/drawing/2014/main" id="{49B683A7-F0A3-4359-94CF-ABC35B76A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040"/>
              <a:ext cx="20" cy="19"/>
            </a:xfrm>
            <a:custGeom>
              <a:avLst/>
              <a:gdLst>
                <a:gd name="T0" fmla="*/ 520 w 8"/>
                <a:gd name="T1" fmla="*/ 2342 h 7"/>
                <a:gd name="T2" fmla="*/ 1488 w 8"/>
                <a:gd name="T3" fmla="*/ 2342 h 7"/>
                <a:gd name="T4" fmla="*/ 1488 w 8"/>
                <a:gd name="T5" fmla="*/ 442 h 7"/>
                <a:gd name="T6" fmla="*/ 520 w 8"/>
                <a:gd name="T7" fmla="*/ 442 h 7"/>
                <a:gd name="T8" fmla="*/ 520 w 8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8" y="4"/>
                    <a:pt x="8" y="2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30" name="Freeform 2188">
              <a:extLst>
                <a:ext uri="{FF2B5EF4-FFF2-40B4-BE49-F238E27FC236}">
                  <a16:creationId xmlns:a16="http://schemas.microsoft.com/office/drawing/2014/main" id="{4960F8A8-E400-4E75-BE7C-C3E27E046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043"/>
              <a:ext cx="7" cy="8"/>
            </a:xfrm>
            <a:custGeom>
              <a:avLst/>
              <a:gdLst>
                <a:gd name="T0" fmla="*/ 152 w 3"/>
                <a:gd name="T1" fmla="*/ 661 h 3"/>
                <a:gd name="T2" fmla="*/ 355 w 3"/>
                <a:gd name="T3" fmla="*/ 661 h 3"/>
                <a:gd name="T4" fmla="*/ 355 w 3"/>
                <a:gd name="T5" fmla="*/ 397 h 3"/>
                <a:gd name="T6" fmla="*/ 152 w 3"/>
                <a:gd name="T7" fmla="*/ 397 h 3"/>
                <a:gd name="T8" fmla="*/ 152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1" name="Freeform 2189">
              <a:extLst>
                <a:ext uri="{FF2B5EF4-FFF2-40B4-BE49-F238E27FC236}">
                  <a16:creationId xmlns:a16="http://schemas.microsoft.com/office/drawing/2014/main" id="{A2A33851-0AFB-4435-A168-3EBEDA90B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021"/>
              <a:ext cx="18" cy="19"/>
            </a:xfrm>
            <a:custGeom>
              <a:avLst/>
              <a:gdLst>
                <a:gd name="T0" fmla="*/ 563 w 7"/>
                <a:gd name="T1" fmla="*/ 2342 h 7"/>
                <a:gd name="T2" fmla="*/ 1700 w 7"/>
                <a:gd name="T3" fmla="*/ 2342 h 7"/>
                <a:gd name="T4" fmla="*/ 1700 w 7"/>
                <a:gd name="T5" fmla="*/ 442 h 7"/>
                <a:gd name="T6" fmla="*/ 563 w 7"/>
                <a:gd name="T7" fmla="*/ 442 h 7"/>
                <a:gd name="T8" fmla="*/ 56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32" name="Freeform 2190">
              <a:extLst>
                <a:ext uri="{FF2B5EF4-FFF2-40B4-BE49-F238E27FC236}">
                  <a16:creationId xmlns:a16="http://schemas.microsoft.com/office/drawing/2014/main" id="{33772D0A-B0AF-446B-A9FD-00EEE5F47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027"/>
              <a:ext cx="8" cy="5"/>
            </a:xfrm>
            <a:custGeom>
              <a:avLst/>
              <a:gdLst>
                <a:gd name="T0" fmla="*/ 397 w 3"/>
                <a:gd name="T1" fmla="*/ 520 h 2"/>
                <a:gd name="T2" fmla="*/ 661 w 3"/>
                <a:gd name="T3" fmla="*/ 520 h 2"/>
                <a:gd name="T4" fmla="*/ 661 w 3"/>
                <a:gd name="T5" fmla="*/ 0 h 2"/>
                <a:gd name="T6" fmla="*/ 397 w 3"/>
                <a:gd name="T7" fmla="*/ 0 h 2"/>
                <a:gd name="T8" fmla="*/ 397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3" name="Freeform 2191">
              <a:extLst>
                <a:ext uri="{FF2B5EF4-FFF2-40B4-BE49-F238E27FC236}">
                  <a16:creationId xmlns:a16="http://schemas.microsoft.com/office/drawing/2014/main" id="{4D4877F8-391E-412B-A0A8-B686FFA8A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005"/>
              <a:ext cx="17" cy="19"/>
            </a:xfrm>
            <a:custGeom>
              <a:avLst/>
              <a:gdLst>
                <a:gd name="T0" fmla="*/ 170 w 7"/>
                <a:gd name="T1" fmla="*/ 2063 h 7"/>
                <a:gd name="T2" fmla="*/ 1243 w 7"/>
                <a:gd name="T3" fmla="*/ 2342 h 7"/>
                <a:gd name="T4" fmla="*/ 1243 w 7"/>
                <a:gd name="T5" fmla="*/ 442 h 7"/>
                <a:gd name="T6" fmla="*/ 413 w 7"/>
                <a:gd name="T7" fmla="*/ 442 h 7"/>
                <a:gd name="T8" fmla="*/ 17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5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34" name="Freeform 2192">
              <a:extLst>
                <a:ext uri="{FF2B5EF4-FFF2-40B4-BE49-F238E27FC236}">
                  <a16:creationId xmlns:a16="http://schemas.microsoft.com/office/drawing/2014/main" id="{D13EC040-3D33-457E-9D9E-061CE0B5E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008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520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5" name="Freeform 2193">
              <a:extLst>
                <a:ext uri="{FF2B5EF4-FFF2-40B4-BE49-F238E27FC236}">
                  <a16:creationId xmlns:a16="http://schemas.microsoft.com/office/drawing/2014/main" id="{D3A03C6D-4168-4E6E-9F4F-E0D629A8B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987"/>
              <a:ext cx="18" cy="18"/>
            </a:xfrm>
            <a:custGeom>
              <a:avLst/>
              <a:gdLst>
                <a:gd name="T0" fmla="*/ 357 w 7"/>
                <a:gd name="T1" fmla="*/ 1700 h 7"/>
                <a:gd name="T2" fmla="*/ 1448 w 7"/>
                <a:gd name="T3" fmla="*/ 1700 h 7"/>
                <a:gd name="T4" fmla="*/ 1700 w 7"/>
                <a:gd name="T5" fmla="*/ 357 h 7"/>
                <a:gd name="T6" fmla="*/ 357 w 7"/>
                <a:gd name="T7" fmla="*/ 357 h 7"/>
                <a:gd name="T8" fmla="*/ 357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36" name="Freeform 2194">
              <a:extLst>
                <a:ext uri="{FF2B5EF4-FFF2-40B4-BE49-F238E27FC236}">
                  <a16:creationId xmlns:a16="http://schemas.microsoft.com/office/drawing/2014/main" id="{C38BA415-7823-4D6E-884E-C4C75E3DD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992"/>
              <a:ext cx="5" cy="5"/>
            </a:xfrm>
            <a:custGeom>
              <a:avLst/>
              <a:gdLst>
                <a:gd name="T0" fmla="*/ 0 w 2"/>
                <a:gd name="T1" fmla="*/ 520 h 2"/>
                <a:gd name="T2" fmla="*/ 313 w 2"/>
                <a:gd name="T3" fmla="*/ 520 h 2"/>
                <a:gd name="T4" fmla="*/ 520 w 2"/>
                <a:gd name="T5" fmla="*/ 0 h 2"/>
                <a:gd name="T6" fmla="*/ 0 w 2"/>
                <a:gd name="T7" fmla="*/ 0 h 2"/>
                <a:gd name="T8" fmla="*/ 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7" name="Freeform 2195">
              <a:extLst>
                <a:ext uri="{FF2B5EF4-FFF2-40B4-BE49-F238E27FC236}">
                  <a16:creationId xmlns:a16="http://schemas.microsoft.com/office/drawing/2014/main" id="{302F7748-80F9-4853-AAAF-8E17A24B4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968"/>
              <a:ext cx="20" cy="21"/>
            </a:xfrm>
            <a:custGeom>
              <a:avLst/>
              <a:gdLst>
                <a:gd name="T0" fmla="*/ 520 w 8"/>
                <a:gd name="T1" fmla="*/ 2226 h 8"/>
                <a:gd name="T2" fmla="*/ 1488 w 8"/>
                <a:gd name="T3" fmla="*/ 1992 h 8"/>
                <a:gd name="T4" fmla="*/ 1488 w 8"/>
                <a:gd name="T5" fmla="*/ 614 h 8"/>
                <a:gd name="T6" fmla="*/ 520 w 8"/>
                <a:gd name="T7" fmla="*/ 614 h 8"/>
                <a:gd name="T8" fmla="*/ 520 w 8"/>
                <a:gd name="T9" fmla="*/ 222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2" y="7"/>
                  </a:moveTo>
                  <a:cubicBezTo>
                    <a:pt x="3" y="8"/>
                    <a:pt x="5" y="7"/>
                    <a:pt x="6" y="6"/>
                  </a:cubicBezTo>
                  <a:cubicBezTo>
                    <a:pt x="8" y="5"/>
                    <a:pt x="7" y="3"/>
                    <a:pt x="6" y="2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0" y="3"/>
                    <a:pt x="1" y="5"/>
                    <a:pt x="2" y="7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38" name="Freeform 2196">
              <a:extLst>
                <a:ext uri="{FF2B5EF4-FFF2-40B4-BE49-F238E27FC236}">
                  <a16:creationId xmlns:a16="http://schemas.microsoft.com/office/drawing/2014/main" id="{CCE0114C-1896-41E7-9AE3-294649515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973"/>
              <a:ext cx="8" cy="8"/>
            </a:xfrm>
            <a:custGeom>
              <a:avLst/>
              <a:gdLst>
                <a:gd name="T0" fmla="*/ 397 w 3"/>
                <a:gd name="T1" fmla="*/ 661 h 3"/>
                <a:gd name="T2" fmla="*/ 661 w 3"/>
                <a:gd name="T3" fmla="*/ 661 h 3"/>
                <a:gd name="T4" fmla="*/ 661 w 3"/>
                <a:gd name="T5" fmla="*/ 397 h 3"/>
                <a:gd name="T6" fmla="*/ 397 w 3"/>
                <a:gd name="T7" fmla="*/ 397 h 3"/>
                <a:gd name="T8" fmla="*/ 397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9" name="Freeform 2197">
              <a:extLst>
                <a:ext uri="{FF2B5EF4-FFF2-40B4-BE49-F238E27FC236}">
                  <a16:creationId xmlns:a16="http://schemas.microsoft.com/office/drawing/2014/main" id="{AF51CC2E-5B03-484F-8725-8E5CFD632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952"/>
              <a:ext cx="17" cy="19"/>
            </a:xfrm>
            <a:custGeom>
              <a:avLst/>
              <a:gdLst>
                <a:gd name="T0" fmla="*/ 413 w 7"/>
                <a:gd name="T1" fmla="*/ 2342 h 7"/>
                <a:gd name="T2" fmla="*/ 1243 w 7"/>
                <a:gd name="T3" fmla="*/ 2063 h 7"/>
                <a:gd name="T4" fmla="*/ 1243 w 7"/>
                <a:gd name="T5" fmla="*/ 442 h 7"/>
                <a:gd name="T6" fmla="*/ 170 w 7"/>
                <a:gd name="T7" fmla="*/ 442 h 7"/>
                <a:gd name="T8" fmla="*/ 41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40" name="Freeform 2198">
              <a:extLst>
                <a:ext uri="{FF2B5EF4-FFF2-40B4-BE49-F238E27FC236}">
                  <a16:creationId xmlns:a16="http://schemas.microsoft.com/office/drawing/2014/main" id="{6765CF8D-40EA-43D4-BE08-4A372F289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957"/>
              <a:ext cx="5" cy="6"/>
            </a:xfrm>
            <a:custGeom>
              <a:avLst/>
              <a:gdLst>
                <a:gd name="T0" fmla="*/ 313 w 2"/>
                <a:gd name="T1" fmla="*/ 1458 h 2"/>
                <a:gd name="T2" fmla="*/ 520 w 2"/>
                <a:gd name="T3" fmla="*/ 729 h 2"/>
                <a:gd name="T4" fmla="*/ 520 w 2"/>
                <a:gd name="T5" fmla="*/ 0 h 2"/>
                <a:gd name="T6" fmla="*/ 0 w 2"/>
                <a:gd name="T7" fmla="*/ 0 h 2"/>
                <a:gd name="T8" fmla="*/ 313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1" name="Freeform 2199">
              <a:extLst>
                <a:ext uri="{FF2B5EF4-FFF2-40B4-BE49-F238E27FC236}">
                  <a16:creationId xmlns:a16="http://schemas.microsoft.com/office/drawing/2014/main" id="{CB9059AE-FA32-4948-B6E3-D1DBE7921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933"/>
              <a:ext cx="18" cy="22"/>
            </a:xfrm>
            <a:custGeom>
              <a:avLst/>
              <a:gdLst>
                <a:gd name="T0" fmla="*/ 357 w 7"/>
                <a:gd name="T1" fmla="*/ 2973 h 8"/>
                <a:gd name="T2" fmla="*/ 1700 w 7"/>
                <a:gd name="T3" fmla="*/ 2684 h 8"/>
                <a:gd name="T4" fmla="*/ 1448 w 7"/>
                <a:gd name="T5" fmla="*/ 976 h 8"/>
                <a:gd name="T6" fmla="*/ 357 w 7"/>
                <a:gd name="T7" fmla="*/ 976 h 8"/>
                <a:gd name="T8" fmla="*/ 357 w 7"/>
                <a:gd name="T9" fmla="*/ 297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7"/>
                  </a:moveTo>
                  <a:cubicBezTo>
                    <a:pt x="3" y="8"/>
                    <a:pt x="5" y="7"/>
                    <a:pt x="6" y="6"/>
                  </a:cubicBezTo>
                  <a:cubicBezTo>
                    <a:pt x="7" y="5"/>
                    <a:pt x="7" y="3"/>
                    <a:pt x="5" y="2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42" name="Freeform 2200">
              <a:extLst>
                <a:ext uri="{FF2B5EF4-FFF2-40B4-BE49-F238E27FC236}">
                  <a16:creationId xmlns:a16="http://schemas.microsoft.com/office/drawing/2014/main" id="{33E7CF9D-E2AD-459D-B82E-A141027F1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939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313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3" name="Freeform 2201">
              <a:extLst>
                <a:ext uri="{FF2B5EF4-FFF2-40B4-BE49-F238E27FC236}">
                  <a16:creationId xmlns:a16="http://schemas.microsoft.com/office/drawing/2014/main" id="{7A65CEEE-D1AF-44D1-ABCE-B51B621EA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917"/>
              <a:ext cx="18" cy="19"/>
            </a:xfrm>
            <a:custGeom>
              <a:avLst/>
              <a:gdLst>
                <a:gd name="T0" fmla="*/ 563 w 7"/>
                <a:gd name="T1" fmla="*/ 2342 h 7"/>
                <a:gd name="T2" fmla="*/ 1700 w 7"/>
                <a:gd name="T3" fmla="*/ 2342 h 7"/>
                <a:gd name="T4" fmla="*/ 1700 w 7"/>
                <a:gd name="T5" fmla="*/ 442 h 7"/>
                <a:gd name="T6" fmla="*/ 357 w 7"/>
                <a:gd name="T7" fmla="*/ 442 h 7"/>
                <a:gd name="T8" fmla="*/ 56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44" name="Freeform 2202">
              <a:extLst>
                <a:ext uri="{FF2B5EF4-FFF2-40B4-BE49-F238E27FC236}">
                  <a16:creationId xmlns:a16="http://schemas.microsoft.com/office/drawing/2014/main" id="{B88EF46D-D099-406B-852B-8E9377071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923"/>
              <a:ext cx="5" cy="5"/>
            </a:xfrm>
            <a:custGeom>
              <a:avLst/>
              <a:gdLst>
                <a:gd name="T0" fmla="*/ 313 w 2"/>
                <a:gd name="T1" fmla="*/ 520 h 2"/>
                <a:gd name="T2" fmla="*/ 520 w 2"/>
                <a:gd name="T3" fmla="*/ 313 h 2"/>
                <a:gd name="T4" fmla="*/ 520 w 2"/>
                <a:gd name="T5" fmla="*/ 0 h 2"/>
                <a:gd name="T6" fmla="*/ 0 w 2"/>
                <a:gd name="T7" fmla="*/ 0 h 2"/>
                <a:gd name="T8" fmla="*/ 313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5" name="Freeform 2203">
              <a:extLst>
                <a:ext uri="{FF2B5EF4-FFF2-40B4-BE49-F238E27FC236}">
                  <a16:creationId xmlns:a16="http://schemas.microsoft.com/office/drawing/2014/main" id="{083B072C-DD6F-409F-B34D-F21E2195B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899"/>
              <a:ext cx="20" cy="18"/>
            </a:xfrm>
            <a:custGeom>
              <a:avLst/>
              <a:gdLst>
                <a:gd name="T0" fmla="*/ 520 w 8"/>
                <a:gd name="T1" fmla="*/ 1700 h 7"/>
                <a:gd name="T2" fmla="*/ 1488 w 8"/>
                <a:gd name="T3" fmla="*/ 1700 h 7"/>
                <a:gd name="T4" fmla="*/ 1488 w 8"/>
                <a:gd name="T5" fmla="*/ 357 h 7"/>
                <a:gd name="T6" fmla="*/ 313 w 8"/>
                <a:gd name="T7" fmla="*/ 563 h 7"/>
                <a:gd name="T8" fmla="*/ 520 w 8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8" y="5"/>
                    <a:pt x="7" y="3"/>
                    <a:pt x="6" y="1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46" name="Freeform 2204">
              <a:extLst>
                <a:ext uri="{FF2B5EF4-FFF2-40B4-BE49-F238E27FC236}">
                  <a16:creationId xmlns:a16="http://schemas.microsoft.com/office/drawing/2014/main" id="{E244B256-4B3B-4657-AC51-16DE241FE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904"/>
              <a:ext cx="8" cy="5"/>
            </a:xfrm>
            <a:custGeom>
              <a:avLst/>
              <a:gdLst>
                <a:gd name="T0" fmla="*/ 397 w 3"/>
                <a:gd name="T1" fmla="*/ 520 h 2"/>
                <a:gd name="T2" fmla="*/ 661 w 3"/>
                <a:gd name="T3" fmla="*/ 520 h 2"/>
                <a:gd name="T4" fmla="*/ 661 w 3"/>
                <a:gd name="T5" fmla="*/ 0 h 2"/>
                <a:gd name="T6" fmla="*/ 397 w 3"/>
                <a:gd name="T7" fmla="*/ 0 h 2"/>
                <a:gd name="T8" fmla="*/ 397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7" name="Freeform 2205">
              <a:extLst>
                <a:ext uri="{FF2B5EF4-FFF2-40B4-BE49-F238E27FC236}">
                  <a16:creationId xmlns:a16="http://schemas.microsoft.com/office/drawing/2014/main" id="{E5E95720-9CDF-419E-A97C-A57F0869F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880"/>
              <a:ext cx="17" cy="21"/>
            </a:xfrm>
            <a:custGeom>
              <a:avLst/>
              <a:gdLst>
                <a:gd name="T0" fmla="*/ 170 w 7"/>
                <a:gd name="T1" fmla="*/ 1992 h 8"/>
                <a:gd name="T2" fmla="*/ 1243 w 7"/>
                <a:gd name="T3" fmla="*/ 1992 h 8"/>
                <a:gd name="T4" fmla="*/ 1003 w 7"/>
                <a:gd name="T5" fmla="*/ 614 h 8"/>
                <a:gd name="T6" fmla="*/ 170 w 7"/>
                <a:gd name="T7" fmla="*/ 614 h 8"/>
                <a:gd name="T8" fmla="*/ 170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2" y="8"/>
                    <a:pt x="4" y="7"/>
                    <a:pt x="6" y="6"/>
                  </a:cubicBezTo>
                  <a:cubicBezTo>
                    <a:pt x="7" y="5"/>
                    <a:pt x="7" y="3"/>
                    <a:pt x="5" y="2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48" name="Freeform 2206">
              <a:extLst>
                <a:ext uri="{FF2B5EF4-FFF2-40B4-BE49-F238E27FC236}">
                  <a16:creationId xmlns:a16="http://schemas.microsoft.com/office/drawing/2014/main" id="{D86B1604-939A-43FD-8615-355335DEE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885"/>
              <a:ext cx="8" cy="6"/>
            </a:xfrm>
            <a:custGeom>
              <a:avLst/>
              <a:gdLst>
                <a:gd name="T0" fmla="*/ 397 w 3"/>
                <a:gd name="T1" fmla="*/ 1458 h 2"/>
                <a:gd name="T2" fmla="*/ 661 w 3"/>
                <a:gd name="T3" fmla="*/ 1458 h 2"/>
                <a:gd name="T4" fmla="*/ 661 w 3"/>
                <a:gd name="T5" fmla="*/ 0 h 2"/>
                <a:gd name="T6" fmla="*/ 397 w 3"/>
                <a:gd name="T7" fmla="*/ 729 h 2"/>
                <a:gd name="T8" fmla="*/ 397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9" name="Freeform 2207">
              <a:extLst>
                <a:ext uri="{FF2B5EF4-FFF2-40B4-BE49-F238E27FC236}">
                  <a16:creationId xmlns:a16="http://schemas.microsoft.com/office/drawing/2014/main" id="{ADDF414A-CDDF-40FF-B068-16630AE98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864"/>
              <a:ext cx="17" cy="19"/>
            </a:xfrm>
            <a:custGeom>
              <a:avLst/>
              <a:gdLst>
                <a:gd name="T0" fmla="*/ 170 w 7"/>
                <a:gd name="T1" fmla="*/ 2342 h 7"/>
                <a:gd name="T2" fmla="*/ 1243 w 7"/>
                <a:gd name="T3" fmla="*/ 2063 h 7"/>
                <a:gd name="T4" fmla="*/ 1003 w 7"/>
                <a:gd name="T5" fmla="*/ 442 h 7"/>
                <a:gd name="T6" fmla="*/ 170 w 7"/>
                <a:gd name="T7" fmla="*/ 442 h 7"/>
                <a:gd name="T8" fmla="*/ 17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3" y="7"/>
                    <a:pt x="5" y="6"/>
                    <a:pt x="6" y="5"/>
                  </a:cubicBezTo>
                  <a:cubicBezTo>
                    <a:pt x="7" y="4"/>
                    <a:pt x="7" y="2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50" name="Freeform 2208">
              <a:extLst>
                <a:ext uri="{FF2B5EF4-FFF2-40B4-BE49-F238E27FC236}">
                  <a16:creationId xmlns:a16="http://schemas.microsoft.com/office/drawing/2014/main" id="{F88B910D-20A1-4A1D-8515-9BAB72FE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867"/>
              <a:ext cx="5" cy="8"/>
            </a:xfrm>
            <a:custGeom>
              <a:avLst/>
              <a:gdLst>
                <a:gd name="T0" fmla="*/ 0 w 2"/>
                <a:gd name="T1" fmla="*/ 661 h 3"/>
                <a:gd name="T2" fmla="*/ 520 w 2"/>
                <a:gd name="T3" fmla="*/ 661 h 3"/>
                <a:gd name="T4" fmla="*/ 313 w 2"/>
                <a:gd name="T5" fmla="*/ 397 h 3"/>
                <a:gd name="T6" fmla="*/ 0 w 2"/>
                <a:gd name="T7" fmla="*/ 397 h 3"/>
                <a:gd name="T8" fmla="*/ 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1" name="Freeform 2209">
              <a:extLst>
                <a:ext uri="{FF2B5EF4-FFF2-40B4-BE49-F238E27FC236}">
                  <a16:creationId xmlns:a16="http://schemas.microsoft.com/office/drawing/2014/main" id="{9AFCDF1D-7F63-4D4E-9B89-427FF9488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845"/>
              <a:ext cx="17" cy="19"/>
            </a:xfrm>
            <a:custGeom>
              <a:avLst/>
              <a:gdLst>
                <a:gd name="T0" fmla="*/ 413 w 7"/>
                <a:gd name="T1" fmla="*/ 2342 h 7"/>
                <a:gd name="T2" fmla="*/ 1243 w 7"/>
                <a:gd name="T3" fmla="*/ 2063 h 7"/>
                <a:gd name="T4" fmla="*/ 1243 w 7"/>
                <a:gd name="T5" fmla="*/ 442 h 7"/>
                <a:gd name="T6" fmla="*/ 170 w 7"/>
                <a:gd name="T7" fmla="*/ 760 h 7"/>
                <a:gd name="T8" fmla="*/ 41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52" name="Freeform 2210">
              <a:extLst>
                <a:ext uri="{FF2B5EF4-FFF2-40B4-BE49-F238E27FC236}">
                  <a16:creationId xmlns:a16="http://schemas.microsoft.com/office/drawing/2014/main" id="{D1FF5AE0-888C-493D-9780-83049DFFB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851"/>
              <a:ext cx="7" cy="5"/>
            </a:xfrm>
            <a:custGeom>
              <a:avLst/>
              <a:gdLst>
                <a:gd name="T0" fmla="*/ 152 w 3"/>
                <a:gd name="T1" fmla="*/ 520 h 2"/>
                <a:gd name="T2" fmla="*/ 355 w 3"/>
                <a:gd name="T3" fmla="*/ 520 h 2"/>
                <a:gd name="T4" fmla="*/ 355 w 3"/>
                <a:gd name="T5" fmla="*/ 0 h 2"/>
                <a:gd name="T6" fmla="*/ 152 w 3"/>
                <a:gd name="T7" fmla="*/ 0 h 2"/>
                <a:gd name="T8" fmla="*/ 152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3" name="Freeform 2211">
              <a:extLst>
                <a:ext uri="{FF2B5EF4-FFF2-40B4-BE49-F238E27FC236}">
                  <a16:creationId xmlns:a16="http://schemas.microsoft.com/office/drawing/2014/main" id="{AE94A563-CDDE-4DF3-A83A-1151BEBC8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829"/>
              <a:ext cx="17" cy="19"/>
            </a:xfrm>
            <a:custGeom>
              <a:avLst/>
              <a:gdLst>
                <a:gd name="T0" fmla="*/ 413 w 7"/>
                <a:gd name="T1" fmla="*/ 2342 h 7"/>
                <a:gd name="T2" fmla="*/ 1243 w 7"/>
                <a:gd name="T3" fmla="*/ 2063 h 7"/>
                <a:gd name="T4" fmla="*/ 1243 w 7"/>
                <a:gd name="T5" fmla="*/ 442 h 7"/>
                <a:gd name="T6" fmla="*/ 170 w 7"/>
                <a:gd name="T7" fmla="*/ 442 h 7"/>
                <a:gd name="T8" fmla="*/ 41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3" y="7"/>
                    <a:pt x="5" y="7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2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54" name="Freeform 2212">
              <a:extLst>
                <a:ext uri="{FF2B5EF4-FFF2-40B4-BE49-F238E27FC236}">
                  <a16:creationId xmlns:a16="http://schemas.microsoft.com/office/drawing/2014/main" id="{384CA752-2C17-4618-937A-3876F1C40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832"/>
              <a:ext cx="7" cy="8"/>
            </a:xfrm>
            <a:custGeom>
              <a:avLst/>
              <a:gdLst>
                <a:gd name="T0" fmla="*/ 152 w 3"/>
                <a:gd name="T1" fmla="*/ 661 h 3"/>
                <a:gd name="T2" fmla="*/ 355 w 3"/>
                <a:gd name="T3" fmla="*/ 661 h 3"/>
                <a:gd name="T4" fmla="*/ 355 w 3"/>
                <a:gd name="T5" fmla="*/ 397 h 3"/>
                <a:gd name="T6" fmla="*/ 152 w 3"/>
                <a:gd name="T7" fmla="*/ 397 h 3"/>
                <a:gd name="T8" fmla="*/ 152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5" name="Oval 2213">
              <a:extLst>
                <a:ext uri="{FF2B5EF4-FFF2-40B4-BE49-F238E27FC236}">
                  <a16:creationId xmlns:a16="http://schemas.microsoft.com/office/drawing/2014/main" id="{E7E062D5-01C3-4912-92FA-CE04617F4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683"/>
              <a:ext cx="18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56" name="Oval 2214">
              <a:extLst>
                <a:ext uri="{FF2B5EF4-FFF2-40B4-BE49-F238E27FC236}">
                  <a16:creationId xmlns:a16="http://schemas.microsoft.com/office/drawing/2014/main" id="{DA37A9BD-05DF-4134-8F08-34F640851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8" y="268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57" name="Oval 2215">
              <a:extLst>
                <a:ext uri="{FF2B5EF4-FFF2-40B4-BE49-F238E27FC236}">
                  <a16:creationId xmlns:a16="http://schemas.microsoft.com/office/drawing/2014/main" id="{BF3BF522-E1CB-4C04-9DF9-F0E4A90A4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3" y="2683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58" name="Oval 2216">
              <a:extLst>
                <a:ext uri="{FF2B5EF4-FFF2-40B4-BE49-F238E27FC236}">
                  <a16:creationId xmlns:a16="http://schemas.microsoft.com/office/drawing/2014/main" id="{0F311053-0F6B-487A-9ED1-AAF51A09F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685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59" name="Oval 2217">
              <a:extLst>
                <a:ext uri="{FF2B5EF4-FFF2-40B4-BE49-F238E27FC236}">
                  <a16:creationId xmlns:a16="http://schemas.microsoft.com/office/drawing/2014/main" id="{4045221C-C52C-4DC0-8430-DEAD06E56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680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60" name="Oval 2218">
              <a:extLst>
                <a:ext uri="{FF2B5EF4-FFF2-40B4-BE49-F238E27FC236}">
                  <a16:creationId xmlns:a16="http://schemas.microsoft.com/office/drawing/2014/main" id="{B7EE3420-73F7-4C0F-AD28-9047A6A5A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2683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61" name="Oval 2219">
              <a:extLst>
                <a:ext uri="{FF2B5EF4-FFF2-40B4-BE49-F238E27FC236}">
                  <a16:creationId xmlns:a16="http://schemas.microsoft.com/office/drawing/2014/main" id="{E496EEC2-A930-4284-9F64-0C06FEC02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2677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62" name="Oval 2220">
              <a:extLst>
                <a:ext uri="{FF2B5EF4-FFF2-40B4-BE49-F238E27FC236}">
                  <a16:creationId xmlns:a16="http://schemas.microsoft.com/office/drawing/2014/main" id="{E2D09788-182F-4CCE-BC25-C7B104E62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8" y="268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63" name="Oval 2221">
              <a:extLst>
                <a:ext uri="{FF2B5EF4-FFF2-40B4-BE49-F238E27FC236}">
                  <a16:creationId xmlns:a16="http://schemas.microsoft.com/office/drawing/2014/main" id="{7DE1019D-2A86-4FB5-BD33-47E7D39EE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2675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64" name="Oval 2222">
              <a:extLst>
                <a:ext uri="{FF2B5EF4-FFF2-40B4-BE49-F238E27FC236}">
                  <a16:creationId xmlns:a16="http://schemas.microsoft.com/office/drawing/2014/main" id="{46C83A9C-5174-4DCB-A7B9-1C1CA6420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" y="2677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65" name="Oval 2223">
              <a:extLst>
                <a:ext uri="{FF2B5EF4-FFF2-40B4-BE49-F238E27FC236}">
                  <a16:creationId xmlns:a16="http://schemas.microsoft.com/office/drawing/2014/main" id="{3B066191-CF06-4154-AA77-9447A3462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2667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66" name="Oval 2224">
              <a:extLst>
                <a:ext uri="{FF2B5EF4-FFF2-40B4-BE49-F238E27FC236}">
                  <a16:creationId xmlns:a16="http://schemas.microsoft.com/office/drawing/2014/main" id="{16A99A1B-D033-4ACB-AC03-1E4793CA9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267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67" name="Oval 2225">
              <a:extLst>
                <a:ext uri="{FF2B5EF4-FFF2-40B4-BE49-F238E27FC236}">
                  <a16:creationId xmlns:a16="http://schemas.microsoft.com/office/drawing/2014/main" id="{67562200-0C29-4A1F-BB40-E81DE96B7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661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68" name="Oval 2226">
              <a:extLst>
                <a:ext uri="{FF2B5EF4-FFF2-40B4-BE49-F238E27FC236}">
                  <a16:creationId xmlns:a16="http://schemas.microsoft.com/office/drawing/2014/main" id="{F5FCDA2E-006E-4855-A81B-7D4A5326F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266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69" name="Oval 2227">
              <a:extLst>
                <a:ext uri="{FF2B5EF4-FFF2-40B4-BE49-F238E27FC236}">
                  <a16:creationId xmlns:a16="http://schemas.microsoft.com/office/drawing/2014/main" id="{A18A7AE2-6B03-47E1-A39D-58FB657ED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656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70" name="Oval 2228">
              <a:extLst>
                <a:ext uri="{FF2B5EF4-FFF2-40B4-BE49-F238E27FC236}">
                  <a16:creationId xmlns:a16="http://schemas.microsoft.com/office/drawing/2014/main" id="{427E1626-0B04-4693-BB3E-851226A0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265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71" name="Oval 2229">
              <a:extLst>
                <a:ext uri="{FF2B5EF4-FFF2-40B4-BE49-F238E27FC236}">
                  <a16:creationId xmlns:a16="http://schemas.microsoft.com/office/drawing/2014/main" id="{4C9C33C2-DBFE-4D36-AADD-3100B9D70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2648"/>
              <a:ext cx="18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72" name="Oval 2230">
              <a:extLst>
                <a:ext uri="{FF2B5EF4-FFF2-40B4-BE49-F238E27FC236}">
                  <a16:creationId xmlns:a16="http://schemas.microsoft.com/office/drawing/2014/main" id="{5770AF1F-0D17-4710-907F-1462C8BAE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265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73" name="Oval 2231">
              <a:extLst>
                <a:ext uri="{FF2B5EF4-FFF2-40B4-BE49-F238E27FC236}">
                  <a16:creationId xmlns:a16="http://schemas.microsoft.com/office/drawing/2014/main" id="{8B4FD725-6150-4914-8504-B9F3EF69C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2640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74" name="Oval 2232">
              <a:extLst>
                <a:ext uri="{FF2B5EF4-FFF2-40B4-BE49-F238E27FC236}">
                  <a16:creationId xmlns:a16="http://schemas.microsoft.com/office/drawing/2014/main" id="{5FC29607-D520-4345-847F-25753F27F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264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75" name="Oval 2233">
              <a:extLst>
                <a:ext uri="{FF2B5EF4-FFF2-40B4-BE49-F238E27FC236}">
                  <a16:creationId xmlns:a16="http://schemas.microsoft.com/office/drawing/2014/main" id="{EE4F2EEF-57BA-405B-9FCD-AD54AD896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629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76" name="Oval 2234">
              <a:extLst>
                <a:ext uri="{FF2B5EF4-FFF2-40B4-BE49-F238E27FC236}">
                  <a16:creationId xmlns:a16="http://schemas.microsoft.com/office/drawing/2014/main" id="{496B84C0-8640-4B5D-A939-FCC43FEF0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263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77" name="Oval 2235">
              <a:extLst>
                <a:ext uri="{FF2B5EF4-FFF2-40B4-BE49-F238E27FC236}">
                  <a16:creationId xmlns:a16="http://schemas.microsoft.com/office/drawing/2014/main" id="{26C5C6A5-5D5D-43C3-84AB-E7F484A16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2619"/>
              <a:ext cx="17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78" name="Oval 2236">
              <a:extLst>
                <a:ext uri="{FF2B5EF4-FFF2-40B4-BE49-F238E27FC236}">
                  <a16:creationId xmlns:a16="http://schemas.microsoft.com/office/drawing/2014/main" id="{4F759542-5DD1-479D-AC94-C570D67B4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262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79" name="Oval 2237">
              <a:extLst>
                <a:ext uri="{FF2B5EF4-FFF2-40B4-BE49-F238E27FC236}">
                  <a16:creationId xmlns:a16="http://schemas.microsoft.com/office/drawing/2014/main" id="{184DB317-E385-493A-A605-0DA31F518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2608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80" name="Oval 2238">
              <a:extLst>
                <a:ext uri="{FF2B5EF4-FFF2-40B4-BE49-F238E27FC236}">
                  <a16:creationId xmlns:a16="http://schemas.microsoft.com/office/drawing/2014/main" id="{C0368794-789D-4807-912D-4448A8CDF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2613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81" name="Oval 2239">
              <a:extLst>
                <a:ext uri="{FF2B5EF4-FFF2-40B4-BE49-F238E27FC236}">
                  <a16:creationId xmlns:a16="http://schemas.microsoft.com/office/drawing/2014/main" id="{2C38C90F-AC26-41EB-8256-1738FA61B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2597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82" name="Oval 2240">
              <a:extLst>
                <a:ext uri="{FF2B5EF4-FFF2-40B4-BE49-F238E27FC236}">
                  <a16:creationId xmlns:a16="http://schemas.microsoft.com/office/drawing/2014/main" id="{6F4E1F0E-30B4-4724-9190-CCAEDA457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260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83" name="Oval 2241">
              <a:extLst>
                <a:ext uri="{FF2B5EF4-FFF2-40B4-BE49-F238E27FC236}">
                  <a16:creationId xmlns:a16="http://schemas.microsoft.com/office/drawing/2014/main" id="{C3DC5CCE-8125-4435-901E-43CB2EAF0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2587"/>
              <a:ext cx="18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84" name="Oval 2242">
              <a:extLst>
                <a:ext uri="{FF2B5EF4-FFF2-40B4-BE49-F238E27FC236}">
                  <a16:creationId xmlns:a16="http://schemas.microsoft.com/office/drawing/2014/main" id="{CC4E89FF-88FA-4101-880D-A392CF8AC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258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85" name="Oval 2243">
              <a:extLst>
                <a:ext uri="{FF2B5EF4-FFF2-40B4-BE49-F238E27FC236}">
                  <a16:creationId xmlns:a16="http://schemas.microsoft.com/office/drawing/2014/main" id="{CD794AE5-7946-4ABF-8A84-BF4CE4370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2576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86" name="Oval 2244">
              <a:extLst>
                <a:ext uri="{FF2B5EF4-FFF2-40B4-BE49-F238E27FC236}">
                  <a16:creationId xmlns:a16="http://schemas.microsoft.com/office/drawing/2014/main" id="{5A572749-83AB-43A1-A76D-527A03011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57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87" name="Oval 2245">
              <a:extLst>
                <a:ext uri="{FF2B5EF4-FFF2-40B4-BE49-F238E27FC236}">
                  <a16:creationId xmlns:a16="http://schemas.microsoft.com/office/drawing/2014/main" id="{8DA67F89-D595-4BD1-80DE-BA9CC9D8F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2635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88" name="Oval 2246">
              <a:extLst>
                <a:ext uri="{FF2B5EF4-FFF2-40B4-BE49-F238E27FC236}">
                  <a16:creationId xmlns:a16="http://schemas.microsoft.com/office/drawing/2014/main" id="{1BEEE8F7-1698-48F1-AE8D-919D38478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" y="263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89" name="Oval 2247">
              <a:extLst>
                <a:ext uri="{FF2B5EF4-FFF2-40B4-BE49-F238E27FC236}">
                  <a16:creationId xmlns:a16="http://schemas.microsoft.com/office/drawing/2014/main" id="{3F09905B-0362-4DCF-96B1-3BBE351FF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3" y="2632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90" name="Oval 2248">
              <a:extLst>
                <a:ext uri="{FF2B5EF4-FFF2-40B4-BE49-F238E27FC236}">
                  <a16:creationId xmlns:a16="http://schemas.microsoft.com/office/drawing/2014/main" id="{FC0A8634-1B46-4B60-850C-52531D358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635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91" name="Oval 2249">
              <a:extLst>
                <a:ext uri="{FF2B5EF4-FFF2-40B4-BE49-F238E27FC236}">
                  <a16:creationId xmlns:a16="http://schemas.microsoft.com/office/drawing/2014/main" id="{EE290AB4-59BA-4B32-8EF4-C17BB14D3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2629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92" name="Oval 2250">
              <a:extLst>
                <a:ext uri="{FF2B5EF4-FFF2-40B4-BE49-F238E27FC236}">
                  <a16:creationId xmlns:a16="http://schemas.microsoft.com/office/drawing/2014/main" id="{94007E03-9982-4F99-8190-7E51D3CE9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0" y="263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93" name="Oval 2251">
              <a:extLst>
                <a:ext uri="{FF2B5EF4-FFF2-40B4-BE49-F238E27FC236}">
                  <a16:creationId xmlns:a16="http://schemas.microsoft.com/office/drawing/2014/main" id="{389E3BD9-5AF2-490D-96EF-C0706F3F5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627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94" name="Oval 2252">
              <a:extLst>
                <a:ext uri="{FF2B5EF4-FFF2-40B4-BE49-F238E27FC236}">
                  <a16:creationId xmlns:a16="http://schemas.microsoft.com/office/drawing/2014/main" id="{D68E82E4-E1B9-4A07-9163-9F6E1B13C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62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95" name="Oval 2253">
              <a:extLst>
                <a:ext uri="{FF2B5EF4-FFF2-40B4-BE49-F238E27FC236}">
                  <a16:creationId xmlns:a16="http://schemas.microsoft.com/office/drawing/2014/main" id="{10014C7B-6DFD-4174-9A49-5809E4B6A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619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96" name="Oval 2254">
              <a:extLst>
                <a:ext uri="{FF2B5EF4-FFF2-40B4-BE49-F238E27FC236}">
                  <a16:creationId xmlns:a16="http://schemas.microsoft.com/office/drawing/2014/main" id="{2AC9BEB0-E018-4B02-947E-2397E7530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62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97" name="Oval 2255">
              <a:extLst>
                <a:ext uri="{FF2B5EF4-FFF2-40B4-BE49-F238E27FC236}">
                  <a16:creationId xmlns:a16="http://schemas.microsoft.com/office/drawing/2014/main" id="{8EF6CECE-D7BE-45CC-B6BD-10B207395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613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98" name="Oval 2256">
              <a:extLst>
                <a:ext uri="{FF2B5EF4-FFF2-40B4-BE49-F238E27FC236}">
                  <a16:creationId xmlns:a16="http://schemas.microsoft.com/office/drawing/2014/main" id="{49ECD24E-6057-40D8-8846-206DFBA8C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261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499" name="Oval 2257">
              <a:extLst>
                <a:ext uri="{FF2B5EF4-FFF2-40B4-BE49-F238E27FC236}">
                  <a16:creationId xmlns:a16="http://schemas.microsoft.com/office/drawing/2014/main" id="{EBAABB53-8111-466A-A24B-7D14CB5DA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605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00" name="Oval 2258">
              <a:extLst>
                <a:ext uri="{FF2B5EF4-FFF2-40B4-BE49-F238E27FC236}">
                  <a16:creationId xmlns:a16="http://schemas.microsoft.com/office/drawing/2014/main" id="{BC498A90-75BB-40D3-8DA2-960CD3FC2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60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01" name="Oval 2259">
              <a:extLst>
                <a:ext uri="{FF2B5EF4-FFF2-40B4-BE49-F238E27FC236}">
                  <a16:creationId xmlns:a16="http://schemas.microsoft.com/office/drawing/2014/main" id="{BA4A8E46-3C25-402D-9C40-027627F8F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2597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02" name="Oval 2260">
              <a:extLst>
                <a:ext uri="{FF2B5EF4-FFF2-40B4-BE49-F238E27FC236}">
                  <a16:creationId xmlns:a16="http://schemas.microsoft.com/office/drawing/2014/main" id="{6631DD47-236C-449A-A555-67DA82DAB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" y="260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03" name="Oval 2261">
              <a:extLst>
                <a:ext uri="{FF2B5EF4-FFF2-40B4-BE49-F238E27FC236}">
                  <a16:creationId xmlns:a16="http://schemas.microsoft.com/office/drawing/2014/main" id="{30C4FC65-A17F-468D-B0C4-6D1FFEC84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2587"/>
              <a:ext cx="18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04" name="Oval 2262">
              <a:extLst>
                <a:ext uri="{FF2B5EF4-FFF2-40B4-BE49-F238E27FC236}">
                  <a16:creationId xmlns:a16="http://schemas.microsoft.com/office/drawing/2014/main" id="{ADBA05AA-3F64-4FBF-8129-B98A29BC6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589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05" name="Oval 2263">
              <a:extLst>
                <a:ext uri="{FF2B5EF4-FFF2-40B4-BE49-F238E27FC236}">
                  <a16:creationId xmlns:a16="http://schemas.microsoft.com/office/drawing/2014/main" id="{F11A65F1-32E3-4EBF-8EE8-B6181722F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2576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06" name="Oval 2264">
              <a:extLst>
                <a:ext uri="{FF2B5EF4-FFF2-40B4-BE49-F238E27FC236}">
                  <a16:creationId xmlns:a16="http://schemas.microsoft.com/office/drawing/2014/main" id="{EDCDFB7B-34CE-4597-A407-BB6C0D7D4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8" y="257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07" name="Oval 2265">
              <a:extLst>
                <a:ext uri="{FF2B5EF4-FFF2-40B4-BE49-F238E27FC236}">
                  <a16:creationId xmlns:a16="http://schemas.microsoft.com/office/drawing/2014/main" id="{098A7BBB-0310-4561-B067-B9CFEDFB6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2565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08" name="Oval 2266">
              <a:extLst>
                <a:ext uri="{FF2B5EF4-FFF2-40B4-BE49-F238E27FC236}">
                  <a16:creationId xmlns:a16="http://schemas.microsoft.com/office/drawing/2014/main" id="{7AE0C7B7-4CCC-4B3F-A913-C9A06E1BB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56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09" name="Freeform 2267">
              <a:extLst>
                <a:ext uri="{FF2B5EF4-FFF2-40B4-BE49-F238E27FC236}">
                  <a16:creationId xmlns:a16="http://schemas.microsoft.com/office/drawing/2014/main" id="{E8050B05-D8D8-4C38-9C92-3CD55E129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555"/>
              <a:ext cx="18" cy="18"/>
            </a:xfrm>
            <a:custGeom>
              <a:avLst/>
              <a:gdLst>
                <a:gd name="T0" fmla="*/ 2003 w 7"/>
                <a:gd name="T1" fmla="*/ 1137 h 7"/>
                <a:gd name="T2" fmla="*/ 918 w 7"/>
                <a:gd name="T3" fmla="*/ 1700 h 7"/>
                <a:gd name="T4" fmla="*/ 0 w 7"/>
                <a:gd name="T5" fmla="*/ 563 h 7"/>
                <a:gd name="T6" fmla="*/ 1137 w 7"/>
                <a:gd name="T7" fmla="*/ 0 h 7"/>
                <a:gd name="T8" fmla="*/ 2003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10" name="Freeform 2268">
              <a:extLst>
                <a:ext uri="{FF2B5EF4-FFF2-40B4-BE49-F238E27FC236}">
                  <a16:creationId xmlns:a16="http://schemas.microsoft.com/office/drawing/2014/main" id="{DFC4CF5C-02BC-4ECE-BFAD-24DBE90E7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557"/>
              <a:ext cx="8" cy="6"/>
            </a:xfrm>
            <a:custGeom>
              <a:avLst/>
              <a:gdLst>
                <a:gd name="T0" fmla="*/ 1059 w 3"/>
                <a:gd name="T1" fmla="*/ 1458 h 2"/>
                <a:gd name="T2" fmla="*/ 397 w 3"/>
                <a:gd name="T3" fmla="*/ 1458 h 2"/>
                <a:gd name="T4" fmla="*/ 0 w 3"/>
                <a:gd name="T5" fmla="*/ 729 h 2"/>
                <a:gd name="T6" fmla="*/ 661 w 3"/>
                <a:gd name="T7" fmla="*/ 0 h 2"/>
                <a:gd name="T8" fmla="*/ 1059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1" name="Freeform 2269">
              <a:extLst>
                <a:ext uri="{FF2B5EF4-FFF2-40B4-BE49-F238E27FC236}">
                  <a16:creationId xmlns:a16="http://schemas.microsoft.com/office/drawing/2014/main" id="{F3440812-E056-4F0B-9E3F-24BFE82CC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541"/>
              <a:ext cx="17" cy="19"/>
            </a:xfrm>
            <a:custGeom>
              <a:avLst/>
              <a:gdLst>
                <a:gd name="T0" fmla="*/ 1433 w 7"/>
                <a:gd name="T1" fmla="*/ 1620 h 7"/>
                <a:gd name="T2" fmla="*/ 590 w 7"/>
                <a:gd name="T3" fmla="*/ 2823 h 7"/>
                <a:gd name="T4" fmla="*/ 0 w 7"/>
                <a:gd name="T5" fmla="*/ 1200 h 7"/>
                <a:gd name="T6" fmla="*/ 831 w 7"/>
                <a:gd name="T7" fmla="*/ 442 h 7"/>
                <a:gd name="T8" fmla="*/ 1433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12" name="Freeform 2270">
              <a:extLst>
                <a:ext uri="{FF2B5EF4-FFF2-40B4-BE49-F238E27FC236}">
                  <a16:creationId xmlns:a16="http://schemas.microsoft.com/office/drawing/2014/main" id="{1BDC770A-A31A-42D3-B7E3-54582D63F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547"/>
              <a:ext cx="7" cy="5"/>
            </a:xfrm>
            <a:custGeom>
              <a:avLst/>
              <a:gdLst>
                <a:gd name="T0" fmla="*/ 469 w 3"/>
                <a:gd name="T1" fmla="*/ 313 h 2"/>
                <a:gd name="T2" fmla="*/ 152 w 3"/>
                <a:gd name="T3" fmla="*/ 520 h 2"/>
                <a:gd name="T4" fmla="*/ 152 w 3"/>
                <a:gd name="T5" fmla="*/ 313 h 2"/>
                <a:gd name="T6" fmla="*/ 355 w 3"/>
                <a:gd name="T7" fmla="*/ 0 h 2"/>
                <a:gd name="T8" fmla="*/ 469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3" name="Freeform 2271">
              <a:extLst>
                <a:ext uri="{FF2B5EF4-FFF2-40B4-BE49-F238E27FC236}">
                  <a16:creationId xmlns:a16="http://schemas.microsoft.com/office/drawing/2014/main" id="{BDE49811-7F55-48A0-917D-284AB1017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531"/>
              <a:ext cx="17" cy="18"/>
            </a:xfrm>
            <a:custGeom>
              <a:avLst/>
              <a:gdLst>
                <a:gd name="T0" fmla="*/ 1243 w 7"/>
                <a:gd name="T1" fmla="*/ 1137 h 7"/>
                <a:gd name="T2" fmla="*/ 590 w 7"/>
                <a:gd name="T3" fmla="*/ 1700 h 7"/>
                <a:gd name="T4" fmla="*/ 0 w 7"/>
                <a:gd name="T5" fmla="*/ 563 h 7"/>
                <a:gd name="T6" fmla="*/ 831 w 7"/>
                <a:gd name="T7" fmla="*/ 0 h 7"/>
                <a:gd name="T8" fmla="*/ 1243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6" y="5"/>
                    <a:pt x="4" y="7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14" name="Freeform 2272">
              <a:extLst>
                <a:ext uri="{FF2B5EF4-FFF2-40B4-BE49-F238E27FC236}">
                  <a16:creationId xmlns:a16="http://schemas.microsoft.com/office/drawing/2014/main" id="{EF038739-7BF8-4080-973D-B59B3134A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533"/>
              <a:ext cx="5" cy="6"/>
            </a:xfrm>
            <a:custGeom>
              <a:avLst/>
              <a:gdLst>
                <a:gd name="T0" fmla="*/ 520 w 2"/>
                <a:gd name="T1" fmla="*/ 729 h 2"/>
                <a:gd name="T2" fmla="*/ 313 w 2"/>
                <a:gd name="T3" fmla="*/ 1458 h 2"/>
                <a:gd name="T4" fmla="*/ 0 w 2"/>
                <a:gd name="T5" fmla="*/ 729 h 2"/>
                <a:gd name="T6" fmla="*/ 313 w 2"/>
                <a:gd name="T7" fmla="*/ 0 h 2"/>
                <a:gd name="T8" fmla="*/ 52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5" name="Freeform 2273">
              <a:extLst>
                <a:ext uri="{FF2B5EF4-FFF2-40B4-BE49-F238E27FC236}">
                  <a16:creationId xmlns:a16="http://schemas.microsoft.com/office/drawing/2014/main" id="{DA92E872-4331-4BB4-9B3B-ECC15CA88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517"/>
              <a:ext cx="18" cy="19"/>
            </a:xfrm>
            <a:custGeom>
              <a:avLst/>
              <a:gdLst>
                <a:gd name="T0" fmla="*/ 2003 w 7"/>
                <a:gd name="T1" fmla="*/ 1620 h 7"/>
                <a:gd name="T2" fmla="*/ 918 w 7"/>
                <a:gd name="T3" fmla="*/ 2342 h 7"/>
                <a:gd name="T4" fmla="*/ 357 w 7"/>
                <a:gd name="T5" fmla="*/ 1200 h 7"/>
                <a:gd name="T6" fmla="*/ 1137 w 7"/>
                <a:gd name="T7" fmla="*/ 0 h 7"/>
                <a:gd name="T8" fmla="*/ 2003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16" name="Freeform 2274">
              <a:extLst>
                <a:ext uri="{FF2B5EF4-FFF2-40B4-BE49-F238E27FC236}">
                  <a16:creationId xmlns:a16="http://schemas.microsoft.com/office/drawing/2014/main" id="{3B0BEE39-63FC-48E6-9EA4-7F85CCC99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520"/>
              <a:ext cx="8" cy="8"/>
            </a:xfrm>
            <a:custGeom>
              <a:avLst/>
              <a:gdLst>
                <a:gd name="T0" fmla="*/ 1059 w 3"/>
                <a:gd name="T1" fmla="*/ 661 h 3"/>
                <a:gd name="T2" fmla="*/ 397 w 3"/>
                <a:gd name="T3" fmla="*/ 1059 h 3"/>
                <a:gd name="T4" fmla="*/ 397 w 3"/>
                <a:gd name="T5" fmla="*/ 397 h 3"/>
                <a:gd name="T6" fmla="*/ 661 w 3"/>
                <a:gd name="T7" fmla="*/ 0 h 3"/>
                <a:gd name="T8" fmla="*/ 1059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7" name="Freeform 2275">
              <a:extLst>
                <a:ext uri="{FF2B5EF4-FFF2-40B4-BE49-F238E27FC236}">
                  <a16:creationId xmlns:a16="http://schemas.microsoft.com/office/drawing/2014/main" id="{889363FE-368C-48AA-A1A6-CFDDC0150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504"/>
              <a:ext cx="18" cy="19"/>
            </a:xfrm>
            <a:custGeom>
              <a:avLst/>
              <a:gdLst>
                <a:gd name="T0" fmla="*/ 2003 w 7"/>
                <a:gd name="T1" fmla="*/ 1620 h 7"/>
                <a:gd name="T2" fmla="*/ 918 w 7"/>
                <a:gd name="T3" fmla="*/ 2342 h 7"/>
                <a:gd name="T4" fmla="*/ 0 w 7"/>
                <a:gd name="T5" fmla="*/ 1200 h 7"/>
                <a:gd name="T6" fmla="*/ 1137 w 7"/>
                <a:gd name="T7" fmla="*/ 0 h 7"/>
                <a:gd name="T8" fmla="*/ 2003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18" name="Freeform 2276">
              <a:extLst>
                <a:ext uri="{FF2B5EF4-FFF2-40B4-BE49-F238E27FC236}">
                  <a16:creationId xmlns:a16="http://schemas.microsoft.com/office/drawing/2014/main" id="{7E486ADF-6F83-4C9C-B087-1BB007CBA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507"/>
              <a:ext cx="8" cy="8"/>
            </a:xfrm>
            <a:custGeom>
              <a:avLst/>
              <a:gdLst>
                <a:gd name="T0" fmla="*/ 661 w 3"/>
                <a:gd name="T1" fmla="*/ 661 h 3"/>
                <a:gd name="T2" fmla="*/ 397 w 3"/>
                <a:gd name="T3" fmla="*/ 661 h 3"/>
                <a:gd name="T4" fmla="*/ 0 w 3"/>
                <a:gd name="T5" fmla="*/ 397 h 3"/>
                <a:gd name="T6" fmla="*/ 661 w 3"/>
                <a:gd name="T7" fmla="*/ 0 h 3"/>
                <a:gd name="T8" fmla="*/ 661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9" name="Freeform 2277">
              <a:extLst>
                <a:ext uri="{FF2B5EF4-FFF2-40B4-BE49-F238E27FC236}">
                  <a16:creationId xmlns:a16="http://schemas.microsoft.com/office/drawing/2014/main" id="{074498C4-2718-463C-81B0-9E97DF22E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488"/>
              <a:ext cx="18" cy="21"/>
            </a:xfrm>
            <a:custGeom>
              <a:avLst/>
              <a:gdLst>
                <a:gd name="T0" fmla="*/ 2003 w 7"/>
                <a:gd name="T1" fmla="*/ 1612 h 8"/>
                <a:gd name="T2" fmla="*/ 563 w 7"/>
                <a:gd name="T3" fmla="*/ 2226 h 8"/>
                <a:gd name="T4" fmla="*/ 0 w 7"/>
                <a:gd name="T5" fmla="*/ 992 h 8"/>
                <a:gd name="T6" fmla="*/ 1448 w 7"/>
                <a:gd name="T7" fmla="*/ 378 h 8"/>
                <a:gd name="T8" fmla="*/ 2003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5"/>
                  </a:move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0" name="Freeform 2278">
              <a:extLst>
                <a:ext uri="{FF2B5EF4-FFF2-40B4-BE49-F238E27FC236}">
                  <a16:creationId xmlns:a16="http://schemas.microsoft.com/office/drawing/2014/main" id="{3D8150D4-A93C-4DC8-85AA-D01E51C4B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493"/>
              <a:ext cx="8" cy="6"/>
            </a:xfrm>
            <a:custGeom>
              <a:avLst/>
              <a:gdLst>
                <a:gd name="T0" fmla="*/ 661 w 3"/>
                <a:gd name="T1" fmla="*/ 1458 h 2"/>
                <a:gd name="T2" fmla="*/ 397 w 3"/>
                <a:gd name="T3" fmla="*/ 1458 h 2"/>
                <a:gd name="T4" fmla="*/ 0 w 3"/>
                <a:gd name="T5" fmla="*/ 729 h 2"/>
                <a:gd name="T6" fmla="*/ 661 w 3"/>
                <a:gd name="T7" fmla="*/ 0 h 2"/>
                <a:gd name="T8" fmla="*/ 661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1" name="Freeform 2279">
              <a:extLst>
                <a:ext uri="{FF2B5EF4-FFF2-40B4-BE49-F238E27FC236}">
                  <a16:creationId xmlns:a16="http://schemas.microsoft.com/office/drawing/2014/main" id="{3216DD6E-0153-4179-8DA4-CDF827B67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475"/>
              <a:ext cx="18" cy="21"/>
            </a:xfrm>
            <a:custGeom>
              <a:avLst/>
              <a:gdLst>
                <a:gd name="T0" fmla="*/ 1700 w 7"/>
                <a:gd name="T1" fmla="*/ 1612 h 8"/>
                <a:gd name="T2" fmla="*/ 563 w 7"/>
                <a:gd name="T3" fmla="*/ 2226 h 8"/>
                <a:gd name="T4" fmla="*/ 0 w 7"/>
                <a:gd name="T5" fmla="*/ 992 h 8"/>
                <a:gd name="T6" fmla="*/ 1137 w 7"/>
                <a:gd name="T7" fmla="*/ 378 h 8"/>
                <a:gd name="T8" fmla="*/ 1700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5"/>
                  </a:moveTo>
                  <a:cubicBezTo>
                    <a:pt x="6" y="7"/>
                    <a:pt x="4" y="8"/>
                    <a:pt x="2" y="7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2" name="Freeform 2280">
              <a:extLst>
                <a:ext uri="{FF2B5EF4-FFF2-40B4-BE49-F238E27FC236}">
                  <a16:creationId xmlns:a16="http://schemas.microsoft.com/office/drawing/2014/main" id="{9758E78E-B061-456A-B0F0-BC2A3B8B2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480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313 w 2"/>
                <a:gd name="T3" fmla="*/ 520 h 2"/>
                <a:gd name="T4" fmla="*/ 0 w 2"/>
                <a:gd name="T5" fmla="*/ 313 h 2"/>
                <a:gd name="T6" fmla="*/ 313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3" name="Freeform 2281">
              <a:extLst>
                <a:ext uri="{FF2B5EF4-FFF2-40B4-BE49-F238E27FC236}">
                  <a16:creationId xmlns:a16="http://schemas.microsoft.com/office/drawing/2014/main" id="{A2681271-6773-4F73-92B3-CA2A23F5C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461"/>
              <a:ext cx="18" cy="19"/>
            </a:xfrm>
            <a:custGeom>
              <a:avLst/>
              <a:gdLst>
                <a:gd name="T0" fmla="*/ 2003 w 7"/>
                <a:gd name="T1" fmla="*/ 2063 h 7"/>
                <a:gd name="T2" fmla="*/ 563 w 7"/>
                <a:gd name="T3" fmla="*/ 2823 h 7"/>
                <a:gd name="T4" fmla="*/ 0 w 7"/>
                <a:gd name="T5" fmla="*/ 1200 h 7"/>
                <a:gd name="T6" fmla="*/ 1448 w 7"/>
                <a:gd name="T7" fmla="*/ 442 h 7"/>
                <a:gd name="T8" fmla="*/ 200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4" name="Freeform 2282">
              <a:extLst>
                <a:ext uri="{FF2B5EF4-FFF2-40B4-BE49-F238E27FC236}">
                  <a16:creationId xmlns:a16="http://schemas.microsoft.com/office/drawing/2014/main" id="{2A71588F-C207-4D65-9BB4-C830BE7C4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467"/>
              <a:ext cx="8" cy="5"/>
            </a:xfrm>
            <a:custGeom>
              <a:avLst/>
              <a:gdLst>
                <a:gd name="T0" fmla="*/ 661 w 3"/>
                <a:gd name="T1" fmla="*/ 313 h 2"/>
                <a:gd name="T2" fmla="*/ 397 w 3"/>
                <a:gd name="T3" fmla="*/ 520 h 2"/>
                <a:gd name="T4" fmla="*/ 0 w 3"/>
                <a:gd name="T5" fmla="*/ 313 h 2"/>
                <a:gd name="T6" fmla="*/ 661 w 3"/>
                <a:gd name="T7" fmla="*/ 0 h 2"/>
                <a:gd name="T8" fmla="*/ 661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5" name="Freeform 2283">
              <a:extLst>
                <a:ext uri="{FF2B5EF4-FFF2-40B4-BE49-F238E27FC236}">
                  <a16:creationId xmlns:a16="http://schemas.microsoft.com/office/drawing/2014/main" id="{E29BF85F-425A-479B-B53B-048BA6A10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448"/>
              <a:ext cx="18" cy="19"/>
            </a:xfrm>
            <a:custGeom>
              <a:avLst/>
              <a:gdLst>
                <a:gd name="T0" fmla="*/ 2003 w 7"/>
                <a:gd name="T1" fmla="*/ 1620 h 7"/>
                <a:gd name="T2" fmla="*/ 918 w 7"/>
                <a:gd name="T3" fmla="*/ 2342 h 7"/>
                <a:gd name="T4" fmla="*/ 357 w 7"/>
                <a:gd name="T5" fmla="*/ 760 h 7"/>
                <a:gd name="T6" fmla="*/ 1448 w 7"/>
                <a:gd name="T7" fmla="*/ 0 h 7"/>
                <a:gd name="T8" fmla="*/ 2003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3"/>
                    <a:pt x="7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6" name="Freeform 2284">
              <a:extLst>
                <a:ext uri="{FF2B5EF4-FFF2-40B4-BE49-F238E27FC236}">
                  <a16:creationId xmlns:a16="http://schemas.microsoft.com/office/drawing/2014/main" id="{709C6813-38A0-4EB1-8B76-A83124582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451"/>
              <a:ext cx="8" cy="8"/>
            </a:xfrm>
            <a:custGeom>
              <a:avLst/>
              <a:gdLst>
                <a:gd name="T0" fmla="*/ 1059 w 3"/>
                <a:gd name="T1" fmla="*/ 661 h 3"/>
                <a:gd name="T2" fmla="*/ 397 w 3"/>
                <a:gd name="T3" fmla="*/ 1059 h 3"/>
                <a:gd name="T4" fmla="*/ 0 w 3"/>
                <a:gd name="T5" fmla="*/ 397 h 3"/>
                <a:gd name="T6" fmla="*/ 661 w 3"/>
                <a:gd name="T7" fmla="*/ 397 h 3"/>
                <a:gd name="T8" fmla="*/ 1059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2" y="3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7" name="Freeform 2285">
              <a:extLst>
                <a:ext uri="{FF2B5EF4-FFF2-40B4-BE49-F238E27FC236}">
                  <a16:creationId xmlns:a16="http://schemas.microsoft.com/office/drawing/2014/main" id="{E6016645-5154-462B-9D7C-23DAAA834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432"/>
              <a:ext cx="18" cy="21"/>
            </a:xfrm>
            <a:custGeom>
              <a:avLst/>
              <a:gdLst>
                <a:gd name="T0" fmla="*/ 2003 w 7"/>
                <a:gd name="T1" fmla="*/ 1612 h 8"/>
                <a:gd name="T2" fmla="*/ 918 w 7"/>
                <a:gd name="T3" fmla="*/ 2226 h 8"/>
                <a:gd name="T4" fmla="*/ 357 w 7"/>
                <a:gd name="T5" fmla="*/ 992 h 8"/>
                <a:gd name="T6" fmla="*/ 1448 w 7"/>
                <a:gd name="T7" fmla="*/ 378 h 8"/>
                <a:gd name="T8" fmla="*/ 2003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5"/>
                  </a:moveTo>
                  <a:cubicBezTo>
                    <a:pt x="6" y="7"/>
                    <a:pt x="4" y="8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8" name="Freeform 2286">
              <a:extLst>
                <a:ext uri="{FF2B5EF4-FFF2-40B4-BE49-F238E27FC236}">
                  <a16:creationId xmlns:a16="http://schemas.microsoft.com/office/drawing/2014/main" id="{180F949A-BA4F-4AFD-A59B-1D59FA37E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437"/>
              <a:ext cx="8" cy="6"/>
            </a:xfrm>
            <a:custGeom>
              <a:avLst/>
              <a:gdLst>
                <a:gd name="T0" fmla="*/ 1059 w 3"/>
                <a:gd name="T1" fmla="*/ 1458 h 2"/>
                <a:gd name="T2" fmla="*/ 397 w 3"/>
                <a:gd name="T3" fmla="*/ 1458 h 2"/>
                <a:gd name="T4" fmla="*/ 397 w 3"/>
                <a:gd name="T5" fmla="*/ 729 h 2"/>
                <a:gd name="T6" fmla="*/ 661 w 3"/>
                <a:gd name="T7" fmla="*/ 0 h 2"/>
                <a:gd name="T8" fmla="*/ 1059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9" name="Freeform 2287">
              <a:extLst>
                <a:ext uri="{FF2B5EF4-FFF2-40B4-BE49-F238E27FC236}">
                  <a16:creationId xmlns:a16="http://schemas.microsoft.com/office/drawing/2014/main" id="{50521C01-7EAA-45E2-8D67-80BD7E375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419"/>
              <a:ext cx="17" cy="18"/>
            </a:xfrm>
            <a:custGeom>
              <a:avLst/>
              <a:gdLst>
                <a:gd name="T0" fmla="*/ 1243 w 7"/>
                <a:gd name="T1" fmla="*/ 1137 h 7"/>
                <a:gd name="T2" fmla="*/ 413 w 7"/>
                <a:gd name="T3" fmla="*/ 1700 h 7"/>
                <a:gd name="T4" fmla="*/ 0 w 7"/>
                <a:gd name="T5" fmla="*/ 563 h 7"/>
                <a:gd name="T6" fmla="*/ 831 w 7"/>
                <a:gd name="T7" fmla="*/ 0 h 7"/>
                <a:gd name="T8" fmla="*/ 1243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30" name="Freeform 2288">
              <a:extLst>
                <a:ext uri="{FF2B5EF4-FFF2-40B4-BE49-F238E27FC236}">
                  <a16:creationId xmlns:a16="http://schemas.microsoft.com/office/drawing/2014/main" id="{30CE53F4-6AB8-421C-BC74-765740001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421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661 h 3"/>
                <a:gd name="T4" fmla="*/ 0 w 2"/>
                <a:gd name="T5" fmla="*/ 397 h 3"/>
                <a:gd name="T6" fmla="*/ 520 w 2"/>
                <a:gd name="T7" fmla="*/ 0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1" name="Freeform 2289">
              <a:extLst>
                <a:ext uri="{FF2B5EF4-FFF2-40B4-BE49-F238E27FC236}">
                  <a16:creationId xmlns:a16="http://schemas.microsoft.com/office/drawing/2014/main" id="{31F1E9F1-D734-4192-9493-F61B5B95C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403"/>
              <a:ext cx="20" cy="18"/>
            </a:xfrm>
            <a:custGeom>
              <a:avLst/>
              <a:gdLst>
                <a:gd name="T0" fmla="*/ 1770 w 8"/>
                <a:gd name="T1" fmla="*/ 1448 h 7"/>
                <a:gd name="T2" fmla="*/ 783 w 8"/>
                <a:gd name="T3" fmla="*/ 1700 h 7"/>
                <a:gd name="T4" fmla="*/ 313 w 8"/>
                <a:gd name="T5" fmla="*/ 563 h 7"/>
                <a:gd name="T6" fmla="*/ 1488 w 8"/>
                <a:gd name="T7" fmla="*/ 357 h 7"/>
                <a:gd name="T8" fmla="*/ 1770 w 8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6"/>
                    <a:pt x="4" y="7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1"/>
                    <a:pt x="8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32" name="Freeform 2290">
              <a:extLst>
                <a:ext uri="{FF2B5EF4-FFF2-40B4-BE49-F238E27FC236}">
                  <a16:creationId xmlns:a16="http://schemas.microsoft.com/office/drawing/2014/main" id="{F5E90F0A-2D93-4442-8708-F7D15D24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405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1059 h 3"/>
                <a:gd name="T4" fmla="*/ 0 w 2"/>
                <a:gd name="T5" fmla="*/ 397 h 3"/>
                <a:gd name="T6" fmla="*/ 313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3" name="Freeform 2291">
              <a:extLst>
                <a:ext uri="{FF2B5EF4-FFF2-40B4-BE49-F238E27FC236}">
                  <a16:creationId xmlns:a16="http://schemas.microsoft.com/office/drawing/2014/main" id="{6DBC4AB0-32BA-43FD-9BEA-1B0E00291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387"/>
              <a:ext cx="20" cy="18"/>
            </a:xfrm>
            <a:custGeom>
              <a:avLst/>
              <a:gdLst>
                <a:gd name="T0" fmla="*/ 1770 w 8"/>
                <a:gd name="T1" fmla="*/ 1448 h 7"/>
                <a:gd name="T2" fmla="*/ 783 w 8"/>
                <a:gd name="T3" fmla="*/ 1700 h 7"/>
                <a:gd name="T4" fmla="*/ 313 w 8"/>
                <a:gd name="T5" fmla="*/ 563 h 7"/>
                <a:gd name="T6" fmla="*/ 1488 w 8"/>
                <a:gd name="T7" fmla="*/ 357 h 7"/>
                <a:gd name="T8" fmla="*/ 1770 w 8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34" name="Freeform 2292">
              <a:extLst>
                <a:ext uri="{FF2B5EF4-FFF2-40B4-BE49-F238E27FC236}">
                  <a16:creationId xmlns:a16="http://schemas.microsoft.com/office/drawing/2014/main" id="{BC812E6C-5089-470A-8366-18E6EFC82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392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0 w 2"/>
                <a:gd name="T3" fmla="*/ 520 h 2"/>
                <a:gd name="T4" fmla="*/ 0 w 2"/>
                <a:gd name="T5" fmla="*/ 0 h 2"/>
                <a:gd name="T6" fmla="*/ 313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5" name="Freeform 2293">
              <a:extLst>
                <a:ext uri="{FF2B5EF4-FFF2-40B4-BE49-F238E27FC236}">
                  <a16:creationId xmlns:a16="http://schemas.microsoft.com/office/drawing/2014/main" id="{1089F337-F8C5-4AF0-8DE4-AACE8C427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371"/>
              <a:ext cx="20" cy="21"/>
            </a:xfrm>
            <a:custGeom>
              <a:avLst/>
              <a:gdLst>
                <a:gd name="T0" fmla="*/ 1770 w 8"/>
                <a:gd name="T1" fmla="*/ 1612 h 8"/>
                <a:gd name="T2" fmla="*/ 783 w 8"/>
                <a:gd name="T3" fmla="*/ 2226 h 8"/>
                <a:gd name="T4" fmla="*/ 313 w 8"/>
                <a:gd name="T5" fmla="*/ 614 h 8"/>
                <a:gd name="T6" fmla="*/ 1488 w 8"/>
                <a:gd name="T7" fmla="*/ 378 h 8"/>
                <a:gd name="T8" fmla="*/ 1770 w 8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5"/>
                  </a:moveTo>
                  <a:cubicBezTo>
                    <a:pt x="6" y="7"/>
                    <a:pt x="4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36" name="Freeform 2294">
              <a:extLst>
                <a:ext uri="{FF2B5EF4-FFF2-40B4-BE49-F238E27FC236}">
                  <a16:creationId xmlns:a16="http://schemas.microsoft.com/office/drawing/2014/main" id="{C0402C05-1A6B-4F8C-91FF-73681D021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376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313 h 2"/>
                <a:gd name="T6" fmla="*/ 313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7" name="Freeform 2295">
              <a:extLst>
                <a:ext uri="{FF2B5EF4-FFF2-40B4-BE49-F238E27FC236}">
                  <a16:creationId xmlns:a16="http://schemas.microsoft.com/office/drawing/2014/main" id="{C3564B76-3FF2-4150-8271-87DFA9F8E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355"/>
              <a:ext cx="17" cy="21"/>
            </a:xfrm>
            <a:custGeom>
              <a:avLst/>
              <a:gdLst>
                <a:gd name="T0" fmla="*/ 1243 w 7"/>
                <a:gd name="T1" fmla="*/ 1612 h 8"/>
                <a:gd name="T2" fmla="*/ 413 w 7"/>
                <a:gd name="T3" fmla="*/ 2226 h 8"/>
                <a:gd name="T4" fmla="*/ 0 w 7"/>
                <a:gd name="T5" fmla="*/ 614 h 8"/>
                <a:gd name="T6" fmla="*/ 1003 w 7"/>
                <a:gd name="T7" fmla="*/ 378 h 8"/>
                <a:gd name="T8" fmla="*/ 1243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5"/>
                  </a:move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38" name="Freeform 2296">
              <a:extLst>
                <a:ext uri="{FF2B5EF4-FFF2-40B4-BE49-F238E27FC236}">
                  <a16:creationId xmlns:a16="http://schemas.microsoft.com/office/drawing/2014/main" id="{0741E2F8-D8C7-4F63-894D-A0A2D0DA6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360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313 w 2"/>
                <a:gd name="T7" fmla="*/ 0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9" name="Freeform 2297">
              <a:extLst>
                <a:ext uri="{FF2B5EF4-FFF2-40B4-BE49-F238E27FC236}">
                  <a16:creationId xmlns:a16="http://schemas.microsoft.com/office/drawing/2014/main" id="{5CC90E5D-2313-4032-9885-05EA7CA1E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339"/>
              <a:ext cx="18" cy="21"/>
            </a:xfrm>
            <a:custGeom>
              <a:avLst/>
              <a:gdLst>
                <a:gd name="T0" fmla="*/ 1700 w 7"/>
                <a:gd name="T1" fmla="*/ 1612 h 8"/>
                <a:gd name="T2" fmla="*/ 563 w 7"/>
                <a:gd name="T3" fmla="*/ 2226 h 8"/>
                <a:gd name="T4" fmla="*/ 357 w 7"/>
                <a:gd name="T5" fmla="*/ 614 h 8"/>
                <a:gd name="T6" fmla="*/ 1448 w 7"/>
                <a:gd name="T7" fmla="*/ 378 h 8"/>
                <a:gd name="T8" fmla="*/ 1700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5"/>
                  </a:moveTo>
                  <a:cubicBezTo>
                    <a:pt x="6" y="7"/>
                    <a:pt x="4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40" name="Freeform 2298">
              <a:extLst>
                <a:ext uri="{FF2B5EF4-FFF2-40B4-BE49-F238E27FC236}">
                  <a16:creationId xmlns:a16="http://schemas.microsoft.com/office/drawing/2014/main" id="{C224A797-21CF-4EB1-98ED-5D42821D4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344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313 w 2"/>
                <a:gd name="T3" fmla="*/ 520 h 2"/>
                <a:gd name="T4" fmla="*/ 0 w 2"/>
                <a:gd name="T5" fmla="*/ 313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1" name="Freeform 2299">
              <a:extLst>
                <a:ext uri="{FF2B5EF4-FFF2-40B4-BE49-F238E27FC236}">
                  <a16:creationId xmlns:a16="http://schemas.microsoft.com/office/drawing/2014/main" id="{831C1DB7-D436-45DC-8CB9-C1429249F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323"/>
              <a:ext cx="17" cy="21"/>
            </a:xfrm>
            <a:custGeom>
              <a:avLst/>
              <a:gdLst>
                <a:gd name="T0" fmla="*/ 1243 w 7"/>
                <a:gd name="T1" fmla="*/ 1612 h 8"/>
                <a:gd name="T2" fmla="*/ 413 w 7"/>
                <a:gd name="T3" fmla="*/ 2226 h 8"/>
                <a:gd name="T4" fmla="*/ 170 w 7"/>
                <a:gd name="T5" fmla="*/ 992 h 8"/>
                <a:gd name="T6" fmla="*/ 1003 w 7"/>
                <a:gd name="T7" fmla="*/ 378 h 8"/>
                <a:gd name="T8" fmla="*/ 1243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5"/>
                  </a:moveTo>
                  <a:cubicBezTo>
                    <a:pt x="6" y="7"/>
                    <a:pt x="4" y="8"/>
                    <a:pt x="2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42" name="Freeform 2300">
              <a:extLst>
                <a:ext uri="{FF2B5EF4-FFF2-40B4-BE49-F238E27FC236}">
                  <a16:creationId xmlns:a16="http://schemas.microsoft.com/office/drawing/2014/main" id="{42361531-F79E-4546-8660-EC036CFEF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328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661 h 3"/>
                <a:gd name="T4" fmla="*/ 0 w 2"/>
                <a:gd name="T5" fmla="*/ 397 h 3"/>
                <a:gd name="T6" fmla="*/ 520 w 2"/>
                <a:gd name="T7" fmla="*/ 0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3" name="Freeform 2301">
              <a:extLst>
                <a:ext uri="{FF2B5EF4-FFF2-40B4-BE49-F238E27FC236}">
                  <a16:creationId xmlns:a16="http://schemas.microsoft.com/office/drawing/2014/main" id="{C6C6E0D4-33A9-456E-9A7F-90285C9A4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307"/>
              <a:ext cx="18" cy="21"/>
            </a:xfrm>
            <a:custGeom>
              <a:avLst/>
              <a:gdLst>
                <a:gd name="T0" fmla="*/ 2003 w 7"/>
                <a:gd name="T1" fmla="*/ 1612 h 8"/>
                <a:gd name="T2" fmla="*/ 563 w 7"/>
                <a:gd name="T3" fmla="*/ 2226 h 8"/>
                <a:gd name="T4" fmla="*/ 357 w 7"/>
                <a:gd name="T5" fmla="*/ 992 h 8"/>
                <a:gd name="T6" fmla="*/ 1448 w 7"/>
                <a:gd name="T7" fmla="*/ 378 h 8"/>
                <a:gd name="T8" fmla="*/ 2003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5"/>
                  </a:move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44" name="Freeform 2302">
              <a:extLst>
                <a:ext uri="{FF2B5EF4-FFF2-40B4-BE49-F238E27FC236}">
                  <a16:creationId xmlns:a16="http://schemas.microsoft.com/office/drawing/2014/main" id="{DDA611D1-27FA-4F1E-A3D0-33581B7D8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312"/>
              <a:ext cx="8" cy="5"/>
            </a:xfrm>
            <a:custGeom>
              <a:avLst/>
              <a:gdLst>
                <a:gd name="T0" fmla="*/ 661 w 3"/>
                <a:gd name="T1" fmla="*/ 520 h 2"/>
                <a:gd name="T2" fmla="*/ 397 w 3"/>
                <a:gd name="T3" fmla="*/ 520 h 2"/>
                <a:gd name="T4" fmla="*/ 0 w 3"/>
                <a:gd name="T5" fmla="*/ 313 h 2"/>
                <a:gd name="T6" fmla="*/ 661 w 3"/>
                <a:gd name="T7" fmla="*/ 0 h 2"/>
                <a:gd name="T8" fmla="*/ 661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5" name="Freeform 2303">
              <a:extLst>
                <a:ext uri="{FF2B5EF4-FFF2-40B4-BE49-F238E27FC236}">
                  <a16:creationId xmlns:a16="http://schemas.microsoft.com/office/drawing/2014/main" id="{C05BD93E-CAC3-4E14-A4C3-78CD2F29F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291"/>
              <a:ext cx="18" cy="18"/>
            </a:xfrm>
            <a:custGeom>
              <a:avLst/>
              <a:gdLst>
                <a:gd name="T0" fmla="*/ 1700 w 7"/>
                <a:gd name="T1" fmla="*/ 1448 h 7"/>
                <a:gd name="T2" fmla="*/ 357 w 7"/>
                <a:gd name="T3" fmla="*/ 1700 h 7"/>
                <a:gd name="T4" fmla="*/ 357 w 7"/>
                <a:gd name="T5" fmla="*/ 563 h 7"/>
                <a:gd name="T6" fmla="*/ 1448 w 7"/>
                <a:gd name="T7" fmla="*/ 357 h 7"/>
                <a:gd name="T8" fmla="*/ 1700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46" name="Freeform 2304">
              <a:extLst>
                <a:ext uri="{FF2B5EF4-FFF2-40B4-BE49-F238E27FC236}">
                  <a16:creationId xmlns:a16="http://schemas.microsoft.com/office/drawing/2014/main" id="{740F0958-03C3-46DA-A2D7-307FB252B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296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313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7" name="Freeform 2305">
              <a:extLst>
                <a:ext uri="{FF2B5EF4-FFF2-40B4-BE49-F238E27FC236}">
                  <a16:creationId xmlns:a16="http://schemas.microsoft.com/office/drawing/2014/main" id="{2CBB5226-E9F4-4406-B32B-179B8FF42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275"/>
              <a:ext cx="17" cy="18"/>
            </a:xfrm>
            <a:custGeom>
              <a:avLst/>
              <a:gdLst>
                <a:gd name="T0" fmla="*/ 1243 w 7"/>
                <a:gd name="T1" fmla="*/ 1448 h 7"/>
                <a:gd name="T2" fmla="*/ 413 w 7"/>
                <a:gd name="T3" fmla="*/ 1700 h 7"/>
                <a:gd name="T4" fmla="*/ 170 w 7"/>
                <a:gd name="T5" fmla="*/ 563 h 7"/>
                <a:gd name="T6" fmla="*/ 1003 w 7"/>
                <a:gd name="T7" fmla="*/ 357 h 7"/>
                <a:gd name="T8" fmla="*/ 1243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48" name="Freeform 2306">
              <a:extLst>
                <a:ext uri="{FF2B5EF4-FFF2-40B4-BE49-F238E27FC236}">
                  <a16:creationId xmlns:a16="http://schemas.microsoft.com/office/drawing/2014/main" id="{9FC9CD3D-8427-4F8F-94F4-EFAD5A42C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280"/>
              <a:ext cx="7" cy="5"/>
            </a:xfrm>
            <a:custGeom>
              <a:avLst/>
              <a:gdLst>
                <a:gd name="T0" fmla="*/ 355 w 3"/>
                <a:gd name="T1" fmla="*/ 313 h 2"/>
                <a:gd name="T2" fmla="*/ 152 w 3"/>
                <a:gd name="T3" fmla="*/ 520 h 2"/>
                <a:gd name="T4" fmla="*/ 0 w 3"/>
                <a:gd name="T5" fmla="*/ 0 h 2"/>
                <a:gd name="T6" fmla="*/ 355 w 3"/>
                <a:gd name="T7" fmla="*/ 0 h 2"/>
                <a:gd name="T8" fmla="*/ 355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9" name="Freeform 2307">
              <a:extLst>
                <a:ext uri="{FF2B5EF4-FFF2-40B4-BE49-F238E27FC236}">
                  <a16:creationId xmlns:a16="http://schemas.microsoft.com/office/drawing/2014/main" id="{89FEBFB3-32EC-495C-BCCC-6D8A0E81E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259"/>
              <a:ext cx="20" cy="18"/>
            </a:xfrm>
            <a:custGeom>
              <a:avLst/>
              <a:gdLst>
                <a:gd name="T0" fmla="*/ 1770 w 8"/>
                <a:gd name="T1" fmla="*/ 1448 h 7"/>
                <a:gd name="T2" fmla="*/ 520 w 8"/>
                <a:gd name="T3" fmla="*/ 1700 h 7"/>
                <a:gd name="T4" fmla="*/ 313 w 8"/>
                <a:gd name="T5" fmla="*/ 563 h 7"/>
                <a:gd name="T6" fmla="*/ 1488 w 8"/>
                <a:gd name="T7" fmla="*/ 357 h 7"/>
                <a:gd name="T8" fmla="*/ 1770 w 8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50" name="Freeform 2308">
              <a:extLst>
                <a:ext uri="{FF2B5EF4-FFF2-40B4-BE49-F238E27FC236}">
                  <a16:creationId xmlns:a16="http://schemas.microsoft.com/office/drawing/2014/main" id="{DE6167FD-2B9E-4A36-9338-372110DB6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264"/>
              <a:ext cx="7" cy="5"/>
            </a:xfrm>
            <a:custGeom>
              <a:avLst/>
              <a:gdLst>
                <a:gd name="T0" fmla="*/ 469 w 3"/>
                <a:gd name="T1" fmla="*/ 313 h 2"/>
                <a:gd name="T2" fmla="*/ 152 w 3"/>
                <a:gd name="T3" fmla="*/ 520 h 2"/>
                <a:gd name="T4" fmla="*/ 152 w 3"/>
                <a:gd name="T5" fmla="*/ 0 h 2"/>
                <a:gd name="T6" fmla="*/ 355 w 3"/>
                <a:gd name="T7" fmla="*/ 0 h 2"/>
                <a:gd name="T8" fmla="*/ 469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1" name="Freeform 2309">
              <a:extLst>
                <a:ext uri="{FF2B5EF4-FFF2-40B4-BE49-F238E27FC236}">
                  <a16:creationId xmlns:a16="http://schemas.microsoft.com/office/drawing/2014/main" id="{B7975AFB-C52C-4C11-ADAB-B92FD76C4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243"/>
              <a:ext cx="17" cy="18"/>
            </a:xfrm>
            <a:custGeom>
              <a:avLst/>
              <a:gdLst>
                <a:gd name="T0" fmla="*/ 1243 w 7"/>
                <a:gd name="T1" fmla="*/ 1448 h 7"/>
                <a:gd name="T2" fmla="*/ 413 w 7"/>
                <a:gd name="T3" fmla="*/ 1700 h 7"/>
                <a:gd name="T4" fmla="*/ 170 w 7"/>
                <a:gd name="T5" fmla="*/ 563 h 7"/>
                <a:gd name="T6" fmla="*/ 1003 w 7"/>
                <a:gd name="T7" fmla="*/ 357 h 7"/>
                <a:gd name="T8" fmla="*/ 1243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52" name="Freeform 2310">
              <a:extLst>
                <a:ext uri="{FF2B5EF4-FFF2-40B4-BE49-F238E27FC236}">
                  <a16:creationId xmlns:a16="http://schemas.microsoft.com/office/drawing/2014/main" id="{F96D5F0B-14D4-4740-8DD7-E1DDDB1EB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245"/>
              <a:ext cx="7" cy="8"/>
            </a:xfrm>
            <a:custGeom>
              <a:avLst/>
              <a:gdLst>
                <a:gd name="T0" fmla="*/ 355 w 3"/>
                <a:gd name="T1" fmla="*/ 661 h 3"/>
                <a:gd name="T2" fmla="*/ 152 w 3"/>
                <a:gd name="T3" fmla="*/ 1059 h 3"/>
                <a:gd name="T4" fmla="*/ 0 w 3"/>
                <a:gd name="T5" fmla="*/ 397 h 3"/>
                <a:gd name="T6" fmla="*/ 355 w 3"/>
                <a:gd name="T7" fmla="*/ 397 h 3"/>
                <a:gd name="T8" fmla="*/ 355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3" name="Freeform 2311">
              <a:extLst>
                <a:ext uri="{FF2B5EF4-FFF2-40B4-BE49-F238E27FC236}">
                  <a16:creationId xmlns:a16="http://schemas.microsoft.com/office/drawing/2014/main" id="{B7766796-E853-4C85-B74D-F680979C6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224"/>
              <a:ext cx="17" cy="21"/>
            </a:xfrm>
            <a:custGeom>
              <a:avLst/>
              <a:gdLst>
                <a:gd name="T0" fmla="*/ 1243 w 7"/>
                <a:gd name="T1" fmla="*/ 1992 h 8"/>
                <a:gd name="T2" fmla="*/ 413 w 7"/>
                <a:gd name="T3" fmla="*/ 2226 h 8"/>
                <a:gd name="T4" fmla="*/ 170 w 7"/>
                <a:gd name="T5" fmla="*/ 614 h 8"/>
                <a:gd name="T6" fmla="*/ 1003 w 7"/>
                <a:gd name="T7" fmla="*/ 378 h 8"/>
                <a:gd name="T8" fmla="*/ 1243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54" name="Freeform 2312">
              <a:extLst>
                <a:ext uri="{FF2B5EF4-FFF2-40B4-BE49-F238E27FC236}">
                  <a16:creationId xmlns:a16="http://schemas.microsoft.com/office/drawing/2014/main" id="{C671EC3C-E287-4EDC-B999-FF475777D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229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5" name="Freeform 2313">
              <a:extLst>
                <a:ext uri="{FF2B5EF4-FFF2-40B4-BE49-F238E27FC236}">
                  <a16:creationId xmlns:a16="http://schemas.microsoft.com/office/drawing/2014/main" id="{6E33B898-6308-4ACB-85F4-A1C32149E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208"/>
              <a:ext cx="17" cy="19"/>
            </a:xfrm>
            <a:custGeom>
              <a:avLst/>
              <a:gdLst>
                <a:gd name="T0" fmla="*/ 1243 w 7"/>
                <a:gd name="T1" fmla="*/ 2063 h 7"/>
                <a:gd name="T2" fmla="*/ 413 w 7"/>
                <a:gd name="T3" fmla="*/ 2342 h 7"/>
                <a:gd name="T4" fmla="*/ 170 w 7"/>
                <a:gd name="T5" fmla="*/ 760 h 7"/>
                <a:gd name="T6" fmla="*/ 1243 w 7"/>
                <a:gd name="T7" fmla="*/ 442 h 7"/>
                <a:gd name="T8" fmla="*/ 124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56" name="Freeform 2314">
              <a:extLst>
                <a:ext uri="{FF2B5EF4-FFF2-40B4-BE49-F238E27FC236}">
                  <a16:creationId xmlns:a16="http://schemas.microsoft.com/office/drawing/2014/main" id="{BD4177CD-2F3F-4720-83BB-DC0755E9C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213"/>
              <a:ext cx="7" cy="6"/>
            </a:xfrm>
            <a:custGeom>
              <a:avLst/>
              <a:gdLst>
                <a:gd name="T0" fmla="*/ 355 w 3"/>
                <a:gd name="T1" fmla="*/ 1458 h 2"/>
                <a:gd name="T2" fmla="*/ 152 w 3"/>
                <a:gd name="T3" fmla="*/ 1458 h 2"/>
                <a:gd name="T4" fmla="*/ 0 w 3"/>
                <a:gd name="T5" fmla="*/ 0 h 2"/>
                <a:gd name="T6" fmla="*/ 355 w 3"/>
                <a:gd name="T7" fmla="*/ 0 h 2"/>
                <a:gd name="T8" fmla="*/ 355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7" name="Freeform 2315">
              <a:extLst>
                <a:ext uri="{FF2B5EF4-FFF2-40B4-BE49-F238E27FC236}">
                  <a16:creationId xmlns:a16="http://schemas.microsoft.com/office/drawing/2014/main" id="{04E0FA00-D91C-4E1D-9493-CD76E720D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192"/>
              <a:ext cx="17" cy="19"/>
            </a:xfrm>
            <a:custGeom>
              <a:avLst/>
              <a:gdLst>
                <a:gd name="T0" fmla="*/ 1243 w 7"/>
                <a:gd name="T1" fmla="*/ 2342 h 7"/>
                <a:gd name="T2" fmla="*/ 413 w 7"/>
                <a:gd name="T3" fmla="*/ 2342 h 7"/>
                <a:gd name="T4" fmla="*/ 170 w 7"/>
                <a:gd name="T5" fmla="*/ 442 h 7"/>
                <a:gd name="T6" fmla="*/ 1243 w 7"/>
                <a:gd name="T7" fmla="*/ 442 h 7"/>
                <a:gd name="T8" fmla="*/ 124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58" name="Freeform 2316">
              <a:extLst>
                <a:ext uri="{FF2B5EF4-FFF2-40B4-BE49-F238E27FC236}">
                  <a16:creationId xmlns:a16="http://schemas.microsoft.com/office/drawing/2014/main" id="{15EE27EC-02AF-450B-ABD4-902CB8F6F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197"/>
              <a:ext cx="5" cy="6"/>
            </a:xfrm>
            <a:custGeom>
              <a:avLst/>
              <a:gdLst>
                <a:gd name="T0" fmla="*/ 520 w 2"/>
                <a:gd name="T1" fmla="*/ 1458 h 2"/>
                <a:gd name="T2" fmla="*/ 313 w 2"/>
                <a:gd name="T3" fmla="*/ 1458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9" name="Freeform 2317">
              <a:extLst>
                <a:ext uri="{FF2B5EF4-FFF2-40B4-BE49-F238E27FC236}">
                  <a16:creationId xmlns:a16="http://schemas.microsoft.com/office/drawing/2014/main" id="{563399B3-4AE3-4AAF-BF16-5784A33FA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176"/>
              <a:ext cx="17" cy="19"/>
            </a:xfrm>
            <a:custGeom>
              <a:avLst/>
              <a:gdLst>
                <a:gd name="T0" fmla="*/ 1243 w 7"/>
                <a:gd name="T1" fmla="*/ 2063 h 7"/>
                <a:gd name="T2" fmla="*/ 413 w 7"/>
                <a:gd name="T3" fmla="*/ 2342 h 7"/>
                <a:gd name="T4" fmla="*/ 170 w 7"/>
                <a:gd name="T5" fmla="*/ 442 h 7"/>
                <a:gd name="T6" fmla="*/ 1243 w 7"/>
                <a:gd name="T7" fmla="*/ 442 h 7"/>
                <a:gd name="T8" fmla="*/ 124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60" name="Freeform 2318">
              <a:extLst>
                <a:ext uri="{FF2B5EF4-FFF2-40B4-BE49-F238E27FC236}">
                  <a16:creationId xmlns:a16="http://schemas.microsoft.com/office/drawing/2014/main" id="{C27C5B36-EDC5-43AD-B4A9-C96AFBA17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179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2319">
              <a:extLst>
                <a:ext uri="{FF2B5EF4-FFF2-40B4-BE49-F238E27FC236}">
                  <a16:creationId xmlns:a16="http://schemas.microsoft.com/office/drawing/2014/main" id="{8E5E1510-1830-4554-92FF-81B75BE33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157"/>
              <a:ext cx="18" cy="22"/>
            </a:xfrm>
            <a:custGeom>
              <a:avLst/>
              <a:gdLst>
                <a:gd name="T0" fmla="*/ 1700 w 7"/>
                <a:gd name="T1" fmla="*/ 2684 h 8"/>
                <a:gd name="T2" fmla="*/ 357 w 7"/>
                <a:gd name="T3" fmla="*/ 2684 h 8"/>
                <a:gd name="T4" fmla="*/ 357 w 7"/>
                <a:gd name="T5" fmla="*/ 976 h 8"/>
                <a:gd name="T6" fmla="*/ 1700 w 7"/>
                <a:gd name="T7" fmla="*/ 976 h 8"/>
                <a:gd name="T8" fmla="*/ 1700 w 7"/>
                <a:gd name="T9" fmla="*/ 268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7"/>
                    <a:pt x="3" y="8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2320">
              <a:extLst>
                <a:ext uri="{FF2B5EF4-FFF2-40B4-BE49-F238E27FC236}">
                  <a16:creationId xmlns:a16="http://schemas.microsoft.com/office/drawing/2014/main" id="{005AB316-4D0B-4FE5-8591-B53F6E62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163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2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2321">
              <a:extLst>
                <a:ext uri="{FF2B5EF4-FFF2-40B4-BE49-F238E27FC236}">
                  <a16:creationId xmlns:a16="http://schemas.microsoft.com/office/drawing/2014/main" id="{BC7B05CA-F5F7-4EDD-ACB2-B00B8814D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141"/>
              <a:ext cx="20" cy="19"/>
            </a:xfrm>
            <a:custGeom>
              <a:avLst/>
              <a:gdLst>
                <a:gd name="T0" fmla="*/ 1488 w 8"/>
                <a:gd name="T1" fmla="*/ 2342 h 7"/>
                <a:gd name="T2" fmla="*/ 520 w 8"/>
                <a:gd name="T3" fmla="*/ 2342 h 7"/>
                <a:gd name="T4" fmla="*/ 520 w 8"/>
                <a:gd name="T5" fmla="*/ 442 h 7"/>
                <a:gd name="T6" fmla="*/ 1488 w 8"/>
                <a:gd name="T7" fmla="*/ 442 h 7"/>
                <a:gd name="T8" fmla="*/ 1488 w 8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6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8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2322">
              <a:extLst>
                <a:ext uri="{FF2B5EF4-FFF2-40B4-BE49-F238E27FC236}">
                  <a16:creationId xmlns:a16="http://schemas.microsoft.com/office/drawing/2014/main" id="{921A681C-DA96-474D-B22A-22FD2C037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147"/>
              <a:ext cx="8" cy="5"/>
            </a:xfrm>
            <a:custGeom>
              <a:avLst/>
              <a:gdLst>
                <a:gd name="T0" fmla="*/ 661 w 3"/>
                <a:gd name="T1" fmla="*/ 520 h 2"/>
                <a:gd name="T2" fmla="*/ 397 w 3"/>
                <a:gd name="T3" fmla="*/ 520 h 2"/>
                <a:gd name="T4" fmla="*/ 397 w 3"/>
                <a:gd name="T5" fmla="*/ 0 h 2"/>
                <a:gd name="T6" fmla="*/ 661 w 3"/>
                <a:gd name="T7" fmla="*/ 0 h 2"/>
                <a:gd name="T8" fmla="*/ 661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2323">
              <a:extLst>
                <a:ext uri="{FF2B5EF4-FFF2-40B4-BE49-F238E27FC236}">
                  <a16:creationId xmlns:a16="http://schemas.microsoft.com/office/drawing/2014/main" id="{EC37DAFF-B289-4BDD-AE45-DAA345258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125"/>
              <a:ext cx="18" cy="19"/>
            </a:xfrm>
            <a:custGeom>
              <a:avLst/>
              <a:gdLst>
                <a:gd name="T0" fmla="*/ 1700 w 7"/>
                <a:gd name="T1" fmla="*/ 2063 h 7"/>
                <a:gd name="T2" fmla="*/ 563 w 7"/>
                <a:gd name="T3" fmla="*/ 2342 h 7"/>
                <a:gd name="T4" fmla="*/ 357 w 7"/>
                <a:gd name="T5" fmla="*/ 442 h 7"/>
                <a:gd name="T6" fmla="*/ 1700 w 7"/>
                <a:gd name="T7" fmla="*/ 442 h 7"/>
                <a:gd name="T8" fmla="*/ 170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2324">
              <a:extLst>
                <a:ext uri="{FF2B5EF4-FFF2-40B4-BE49-F238E27FC236}">
                  <a16:creationId xmlns:a16="http://schemas.microsoft.com/office/drawing/2014/main" id="{D1352268-14D4-4855-9F2C-6EAE0ACFB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128"/>
              <a:ext cx="8" cy="8"/>
            </a:xfrm>
            <a:custGeom>
              <a:avLst/>
              <a:gdLst>
                <a:gd name="T0" fmla="*/ 661 w 3"/>
                <a:gd name="T1" fmla="*/ 661 h 3"/>
                <a:gd name="T2" fmla="*/ 397 w 3"/>
                <a:gd name="T3" fmla="*/ 661 h 3"/>
                <a:gd name="T4" fmla="*/ 397 w 3"/>
                <a:gd name="T5" fmla="*/ 397 h 3"/>
                <a:gd name="T6" fmla="*/ 661 w 3"/>
                <a:gd name="T7" fmla="*/ 397 h 3"/>
                <a:gd name="T8" fmla="*/ 661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2325">
              <a:extLst>
                <a:ext uri="{FF2B5EF4-FFF2-40B4-BE49-F238E27FC236}">
                  <a16:creationId xmlns:a16="http://schemas.microsoft.com/office/drawing/2014/main" id="{CEA13149-005F-4E7A-AD96-46CEC899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563"/>
              <a:ext cx="18" cy="18"/>
            </a:xfrm>
            <a:custGeom>
              <a:avLst/>
              <a:gdLst>
                <a:gd name="T0" fmla="*/ 2003 w 7"/>
                <a:gd name="T1" fmla="*/ 1137 h 7"/>
                <a:gd name="T2" fmla="*/ 918 w 7"/>
                <a:gd name="T3" fmla="*/ 2003 h 7"/>
                <a:gd name="T4" fmla="*/ 0 w 7"/>
                <a:gd name="T5" fmla="*/ 918 h 7"/>
                <a:gd name="T6" fmla="*/ 1137 w 7"/>
                <a:gd name="T7" fmla="*/ 0 h 7"/>
                <a:gd name="T8" fmla="*/ 2003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6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2326">
              <a:extLst>
                <a:ext uri="{FF2B5EF4-FFF2-40B4-BE49-F238E27FC236}">
                  <a16:creationId xmlns:a16="http://schemas.microsoft.com/office/drawing/2014/main" id="{572C2005-82F3-4681-B328-16D42E747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565"/>
              <a:ext cx="8" cy="8"/>
            </a:xfrm>
            <a:custGeom>
              <a:avLst/>
              <a:gdLst>
                <a:gd name="T0" fmla="*/ 1059 w 3"/>
                <a:gd name="T1" fmla="*/ 661 h 3"/>
                <a:gd name="T2" fmla="*/ 397 w 3"/>
                <a:gd name="T3" fmla="*/ 1059 h 3"/>
                <a:gd name="T4" fmla="*/ 397 w 3"/>
                <a:gd name="T5" fmla="*/ 397 h 3"/>
                <a:gd name="T6" fmla="*/ 661 w 3"/>
                <a:gd name="T7" fmla="*/ 397 h 3"/>
                <a:gd name="T8" fmla="*/ 1059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2327">
              <a:extLst>
                <a:ext uri="{FF2B5EF4-FFF2-40B4-BE49-F238E27FC236}">
                  <a16:creationId xmlns:a16="http://schemas.microsoft.com/office/drawing/2014/main" id="{4A9805B3-746A-4476-BA37-6D54B08DF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549"/>
              <a:ext cx="18" cy="19"/>
            </a:xfrm>
            <a:custGeom>
              <a:avLst/>
              <a:gdLst>
                <a:gd name="T0" fmla="*/ 1700 w 7"/>
                <a:gd name="T1" fmla="*/ 1620 h 7"/>
                <a:gd name="T2" fmla="*/ 918 w 7"/>
                <a:gd name="T3" fmla="*/ 2823 h 7"/>
                <a:gd name="T4" fmla="*/ 0 w 7"/>
                <a:gd name="T5" fmla="*/ 1200 h 7"/>
                <a:gd name="T6" fmla="*/ 1137 w 7"/>
                <a:gd name="T7" fmla="*/ 0 h 7"/>
                <a:gd name="T8" fmla="*/ 1700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7" y="2"/>
                    <a:pt x="6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2328">
              <a:extLst>
                <a:ext uri="{FF2B5EF4-FFF2-40B4-BE49-F238E27FC236}">
                  <a16:creationId xmlns:a16="http://schemas.microsoft.com/office/drawing/2014/main" id="{BCBE8F05-2000-4335-AF27-EBAA24A77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555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313 w 2"/>
                <a:gd name="T3" fmla="*/ 520 h 2"/>
                <a:gd name="T4" fmla="*/ 0 w 2"/>
                <a:gd name="T5" fmla="*/ 313 h 2"/>
                <a:gd name="T6" fmla="*/ 313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2329">
              <a:extLst>
                <a:ext uri="{FF2B5EF4-FFF2-40B4-BE49-F238E27FC236}">
                  <a16:creationId xmlns:a16="http://schemas.microsoft.com/office/drawing/2014/main" id="{E3A60218-E647-406A-944D-996F0A8DA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536"/>
              <a:ext cx="20" cy="19"/>
            </a:xfrm>
            <a:custGeom>
              <a:avLst/>
              <a:gdLst>
                <a:gd name="T0" fmla="*/ 1770 w 8"/>
                <a:gd name="T1" fmla="*/ 1620 h 7"/>
                <a:gd name="T2" fmla="*/ 783 w 8"/>
                <a:gd name="T3" fmla="*/ 2823 h 7"/>
                <a:gd name="T4" fmla="*/ 313 w 8"/>
                <a:gd name="T5" fmla="*/ 760 h 7"/>
                <a:gd name="T6" fmla="*/ 1300 w 8"/>
                <a:gd name="T7" fmla="*/ 0 h 7"/>
                <a:gd name="T8" fmla="*/ 1770 w 8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4"/>
                  </a:moveTo>
                  <a:cubicBezTo>
                    <a:pt x="7" y="6"/>
                    <a:pt x="5" y="7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7" y="1"/>
                    <a:pt x="8" y="3"/>
                    <a:pt x="7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2330">
              <a:extLst>
                <a:ext uri="{FF2B5EF4-FFF2-40B4-BE49-F238E27FC236}">
                  <a16:creationId xmlns:a16="http://schemas.microsoft.com/office/drawing/2014/main" id="{8E87AAAD-8AE4-4935-A402-7C968A59F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539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1059 h 3"/>
                <a:gd name="T4" fmla="*/ 0 w 2"/>
                <a:gd name="T5" fmla="*/ 397 h 3"/>
                <a:gd name="T6" fmla="*/ 313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2331">
              <a:extLst>
                <a:ext uri="{FF2B5EF4-FFF2-40B4-BE49-F238E27FC236}">
                  <a16:creationId xmlns:a16="http://schemas.microsoft.com/office/drawing/2014/main" id="{A5597921-1E2A-44F1-8FE9-1AA87F4DF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523"/>
              <a:ext cx="17" cy="18"/>
            </a:xfrm>
            <a:custGeom>
              <a:avLst/>
              <a:gdLst>
                <a:gd name="T0" fmla="*/ 1433 w 7"/>
                <a:gd name="T1" fmla="*/ 1448 h 7"/>
                <a:gd name="T2" fmla="*/ 590 w 7"/>
                <a:gd name="T3" fmla="*/ 2003 h 7"/>
                <a:gd name="T4" fmla="*/ 170 w 7"/>
                <a:gd name="T5" fmla="*/ 918 h 7"/>
                <a:gd name="T6" fmla="*/ 1003 w 7"/>
                <a:gd name="T7" fmla="*/ 0 h 7"/>
                <a:gd name="T8" fmla="*/ 1433 w 7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2332">
              <a:extLst>
                <a:ext uri="{FF2B5EF4-FFF2-40B4-BE49-F238E27FC236}">
                  <a16:creationId xmlns:a16="http://schemas.microsoft.com/office/drawing/2014/main" id="{C163A75E-C713-49C2-AC4C-A5399F287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528"/>
              <a:ext cx="7" cy="5"/>
            </a:xfrm>
            <a:custGeom>
              <a:avLst/>
              <a:gdLst>
                <a:gd name="T0" fmla="*/ 355 w 3"/>
                <a:gd name="T1" fmla="*/ 313 h 2"/>
                <a:gd name="T2" fmla="*/ 152 w 3"/>
                <a:gd name="T3" fmla="*/ 520 h 2"/>
                <a:gd name="T4" fmla="*/ 0 w 3"/>
                <a:gd name="T5" fmla="*/ 0 h 2"/>
                <a:gd name="T6" fmla="*/ 355 w 3"/>
                <a:gd name="T7" fmla="*/ 0 h 2"/>
                <a:gd name="T8" fmla="*/ 355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2333">
              <a:extLst>
                <a:ext uri="{FF2B5EF4-FFF2-40B4-BE49-F238E27FC236}">
                  <a16:creationId xmlns:a16="http://schemas.microsoft.com/office/drawing/2014/main" id="{A8C9C494-E3B8-4EBD-95BB-AD63DD245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509"/>
              <a:ext cx="17" cy="19"/>
            </a:xfrm>
            <a:custGeom>
              <a:avLst/>
              <a:gdLst>
                <a:gd name="T0" fmla="*/ 1433 w 7"/>
                <a:gd name="T1" fmla="*/ 1620 h 7"/>
                <a:gd name="T2" fmla="*/ 590 w 7"/>
                <a:gd name="T3" fmla="*/ 2823 h 7"/>
                <a:gd name="T4" fmla="*/ 170 w 7"/>
                <a:gd name="T5" fmla="*/ 1200 h 7"/>
                <a:gd name="T6" fmla="*/ 1003 w 7"/>
                <a:gd name="T7" fmla="*/ 0 h 7"/>
                <a:gd name="T8" fmla="*/ 1433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3"/>
                    <a:pt x="7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2334">
              <a:extLst>
                <a:ext uri="{FF2B5EF4-FFF2-40B4-BE49-F238E27FC236}">
                  <a16:creationId xmlns:a16="http://schemas.microsoft.com/office/drawing/2014/main" id="{E2E76BE2-5BFC-4DCF-98B3-F4A78ADE0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515"/>
              <a:ext cx="7" cy="5"/>
            </a:xfrm>
            <a:custGeom>
              <a:avLst/>
              <a:gdLst>
                <a:gd name="T0" fmla="*/ 469 w 3"/>
                <a:gd name="T1" fmla="*/ 313 h 2"/>
                <a:gd name="T2" fmla="*/ 152 w 3"/>
                <a:gd name="T3" fmla="*/ 520 h 2"/>
                <a:gd name="T4" fmla="*/ 0 w 3"/>
                <a:gd name="T5" fmla="*/ 0 h 2"/>
                <a:gd name="T6" fmla="*/ 355 w 3"/>
                <a:gd name="T7" fmla="*/ 0 h 2"/>
                <a:gd name="T8" fmla="*/ 469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2335">
              <a:extLst>
                <a:ext uri="{FF2B5EF4-FFF2-40B4-BE49-F238E27FC236}">
                  <a16:creationId xmlns:a16="http://schemas.microsoft.com/office/drawing/2014/main" id="{0DFFF5BB-FB96-4DF6-A138-0BD625F4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496"/>
              <a:ext cx="17" cy="19"/>
            </a:xfrm>
            <a:custGeom>
              <a:avLst/>
              <a:gdLst>
                <a:gd name="T0" fmla="*/ 1433 w 7"/>
                <a:gd name="T1" fmla="*/ 1620 h 7"/>
                <a:gd name="T2" fmla="*/ 590 w 7"/>
                <a:gd name="T3" fmla="*/ 2342 h 7"/>
                <a:gd name="T4" fmla="*/ 170 w 7"/>
                <a:gd name="T5" fmla="*/ 760 h 7"/>
                <a:gd name="T6" fmla="*/ 1003 w 7"/>
                <a:gd name="T7" fmla="*/ 0 h 7"/>
                <a:gd name="T8" fmla="*/ 1433 w 7"/>
                <a:gd name="T9" fmla="*/ 162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3"/>
                    <a:pt x="7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2336">
              <a:extLst>
                <a:ext uri="{FF2B5EF4-FFF2-40B4-BE49-F238E27FC236}">
                  <a16:creationId xmlns:a16="http://schemas.microsoft.com/office/drawing/2014/main" id="{8CDCF6DD-37B7-4D41-B342-EA0105D16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499"/>
              <a:ext cx="7" cy="8"/>
            </a:xfrm>
            <a:custGeom>
              <a:avLst/>
              <a:gdLst>
                <a:gd name="T0" fmla="*/ 469 w 3"/>
                <a:gd name="T1" fmla="*/ 661 h 3"/>
                <a:gd name="T2" fmla="*/ 152 w 3"/>
                <a:gd name="T3" fmla="*/ 1059 h 3"/>
                <a:gd name="T4" fmla="*/ 152 w 3"/>
                <a:gd name="T5" fmla="*/ 397 h 3"/>
                <a:gd name="T6" fmla="*/ 355 w 3"/>
                <a:gd name="T7" fmla="*/ 0 h 3"/>
                <a:gd name="T8" fmla="*/ 469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2337">
              <a:extLst>
                <a:ext uri="{FF2B5EF4-FFF2-40B4-BE49-F238E27FC236}">
                  <a16:creationId xmlns:a16="http://schemas.microsoft.com/office/drawing/2014/main" id="{3C82E902-6B1F-4DD5-93E4-3AF6E6AF8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480"/>
              <a:ext cx="20" cy="19"/>
            </a:xfrm>
            <a:custGeom>
              <a:avLst/>
              <a:gdLst>
                <a:gd name="T0" fmla="*/ 1770 w 8"/>
                <a:gd name="T1" fmla="*/ 2063 h 7"/>
                <a:gd name="T2" fmla="*/ 783 w 8"/>
                <a:gd name="T3" fmla="*/ 2823 h 7"/>
                <a:gd name="T4" fmla="*/ 313 w 8"/>
                <a:gd name="T5" fmla="*/ 1200 h 7"/>
                <a:gd name="T6" fmla="*/ 1300 w 8"/>
                <a:gd name="T7" fmla="*/ 442 h 7"/>
                <a:gd name="T8" fmla="*/ 1770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7" y="1"/>
                    <a:pt x="8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2338">
              <a:extLst>
                <a:ext uri="{FF2B5EF4-FFF2-40B4-BE49-F238E27FC236}">
                  <a16:creationId xmlns:a16="http://schemas.microsoft.com/office/drawing/2014/main" id="{4ADB458E-49D9-4CD5-979F-FDFD8289F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485"/>
              <a:ext cx="5" cy="6"/>
            </a:xfrm>
            <a:custGeom>
              <a:avLst/>
              <a:gdLst>
                <a:gd name="T0" fmla="*/ 520 w 2"/>
                <a:gd name="T1" fmla="*/ 729 h 2"/>
                <a:gd name="T2" fmla="*/ 0 w 2"/>
                <a:gd name="T3" fmla="*/ 1458 h 2"/>
                <a:gd name="T4" fmla="*/ 0 w 2"/>
                <a:gd name="T5" fmla="*/ 729 h 2"/>
                <a:gd name="T6" fmla="*/ 313 w 2"/>
                <a:gd name="T7" fmla="*/ 0 h 2"/>
                <a:gd name="T8" fmla="*/ 520 w 2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2339">
              <a:extLst>
                <a:ext uri="{FF2B5EF4-FFF2-40B4-BE49-F238E27FC236}">
                  <a16:creationId xmlns:a16="http://schemas.microsoft.com/office/drawing/2014/main" id="{30B11E69-4CD2-4E1B-A75C-7E204D8E9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467"/>
              <a:ext cx="18" cy="18"/>
            </a:xfrm>
            <a:custGeom>
              <a:avLst/>
              <a:gdLst>
                <a:gd name="T0" fmla="*/ 1700 w 7"/>
                <a:gd name="T1" fmla="*/ 1137 h 7"/>
                <a:gd name="T2" fmla="*/ 563 w 7"/>
                <a:gd name="T3" fmla="*/ 1700 h 7"/>
                <a:gd name="T4" fmla="*/ 0 w 7"/>
                <a:gd name="T5" fmla="*/ 563 h 7"/>
                <a:gd name="T6" fmla="*/ 1137 w 7"/>
                <a:gd name="T7" fmla="*/ 0 h 7"/>
                <a:gd name="T8" fmla="*/ 1700 w 7"/>
                <a:gd name="T9" fmla="*/ 11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2340">
              <a:extLst>
                <a:ext uri="{FF2B5EF4-FFF2-40B4-BE49-F238E27FC236}">
                  <a16:creationId xmlns:a16="http://schemas.microsoft.com/office/drawing/2014/main" id="{B6EA5CD4-7873-4386-B4C0-57D559F33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469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661 h 3"/>
                <a:gd name="T4" fmla="*/ 0 w 2"/>
                <a:gd name="T5" fmla="*/ 397 h 3"/>
                <a:gd name="T6" fmla="*/ 313 w 2"/>
                <a:gd name="T7" fmla="*/ 0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2341">
              <a:extLst>
                <a:ext uri="{FF2B5EF4-FFF2-40B4-BE49-F238E27FC236}">
                  <a16:creationId xmlns:a16="http://schemas.microsoft.com/office/drawing/2014/main" id="{A3169E2A-24C8-46EB-AC16-D8210292E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451"/>
              <a:ext cx="20" cy="18"/>
            </a:xfrm>
            <a:custGeom>
              <a:avLst/>
              <a:gdLst>
                <a:gd name="T0" fmla="*/ 1770 w 8"/>
                <a:gd name="T1" fmla="*/ 1448 h 7"/>
                <a:gd name="T2" fmla="*/ 783 w 8"/>
                <a:gd name="T3" fmla="*/ 1700 h 7"/>
                <a:gd name="T4" fmla="*/ 313 w 8"/>
                <a:gd name="T5" fmla="*/ 563 h 7"/>
                <a:gd name="T6" fmla="*/ 1300 w 8"/>
                <a:gd name="T7" fmla="*/ 357 h 7"/>
                <a:gd name="T8" fmla="*/ 1770 w 8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8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2342">
              <a:extLst>
                <a:ext uri="{FF2B5EF4-FFF2-40B4-BE49-F238E27FC236}">
                  <a16:creationId xmlns:a16="http://schemas.microsoft.com/office/drawing/2014/main" id="{509EEA16-E794-4938-B6FC-4E89D2720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453"/>
              <a:ext cx="8" cy="8"/>
            </a:xfrm>
            <a:custGeom>
              <a:avLst/>
              <a:gdLst>
                <a:gd name="T0" fmla="*/ 1059 w 3"/>
                <a:gd name="T1" fmla="*/ 661 h 3"/>
                <a:gd name="T2" fmla="*/ 397 w 3"/>
                <a:gd name="T3" fmla="*/ 1059 h 3"/>
                <a:gd name="T4" fmla="*/ 397 w 3"/>
                <a:gd name="T5" fmla="*/ 397 h 3"/>
                <a:gd name="T6" fmla="*/ 661 w 3"/>
                <a:gd name="T7" fmla="*/ 397 h 3"/>
                <a:gd name="T8" fmla="*/ 1059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2343">
              <a:extLst>
                <a:ext uri="{FF2B5EF4-FFF2-40B4-BE49-F238E27FC236}">
                  <a16:creationId xmlns:a16="http://schemas.microsoft.com/office/drawing/2014/main" id="{08F9D033-C71D-4030-94AC-967252CC2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435"/>
              <a:ext cx="17" cy="21"/>
            </a:xfrm>
            <a:custGeom>
              <a:avLst/>
              <a:gdLst>
                <a:gd name="T0" fmla="*/ 1243 w 7"/>
                <a:gd name="T1" fmla="*/ 1612 h 8"/>
                <a:gd name="T2" fmla="*/ 413 w 7"/>
                <a:gd name="T3" fmla="*/ 2226 h 8"/>
                <a:gd name="T4" fmla="*/ 0 w 7"/>
                <a:gd name="T5" fmla="*/ 992 h 8"/>
                <a:gd name="T6" fmla="*/ 1003 w 7"/>
                <a:gd name="T7" fmla="*/ 378 h 8"/>
                <a:gd name="T8" fmla="*/ 1243 w 7"/>
                <a:gd name="T9" fmla="*/ 16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5"/>
                  </a:move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2344">
              <a:extLst>
                <a:ext uri="{FF2B5EF4-FFF2-40B4-BE49-F238E27FC236}">
                  <a16:creationId xmlns:a16="http://schemas.microsoft.com/office/drawing/2014/main" id="{5A290450-D716-4365-8C5C-BCFF92D48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440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313 w 2"/>
                <a:gd name="T3" fmla="*/ 520 h 2"/>
                <a:gd name="T4" fmla="*/ 0 w 2"/>
                <a:gd name="T5" fmla="*/ 313 h 2"/>
                <a:gd name="T6" fmla="*/ 313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2345">
              <a:extLst>
                <a:ext uri="{FF2B5EF4-FFF2-40B4-BE49-F238E27FC236}">
                  <a16:creationId xmlns:a16="http://schemas.microsoft.com/office/drawing/2014/main" id="{D9787DEE-8DEA-493C-AAC5-AB58B2D91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421"/>
              <a:ext cx="18" cy="19"/>
            </a:xfrm>
            <a:custGeom>
              <a:avLst/>
              <a:gdLst>
                <a:gd name="T0" fmla="*/ 1700 w 7"/>
                <a:gd name="T1" fmla="*/ 2063 h 7"/>
                <a:gd name="T2" fmla="*/ 563 w 7"/>
                <a:gd name="T3" fmla="*/ 2342 h 7"/>
                <a:gd name="T4" fmla="*/ 0 w 7"/>
                <a:gd name="T5" fmla="*/ 760 h 7"/>
                <a:gd name="T6" fmla="*/ 1448 w 7"/>
                <a:gd name="T7" fmla="*/ 442 h 7"/>
                <a:gd name="T8" fmla="*/ 170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2346">
              <a:extLst>
                <a:ext uri="{FF2B5EF4-FFF2-40B4-BE49-F238E27FC236}">
                  <a16:creationId xmlns:a16="http://schemas.microsoft.com/office/drawing/2014/main" id="{8E6E2F25-CC8D-465D-965C-8BDBD0375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424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1059 h 3"/>
                <a:gd name="T4" fmla="*/ 0 w 2"/>
                <a:gd name="T5" fmla="*/ 397 h 3"/>
                <a:gd name="T6" fmla="*/ 313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2347">
              <a:extLst>
                <a:ext uri="{FF2B5EF4-FFF2-40B4-BE49-F238E27FC236}">
                  <a16:creationId xmlns:a16="http://schemas.microsoft.com/office/drawing/2014/main" id="{DD99FA62-A720-437E-99CA-36F35CC65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405"/>
              <a:ext cx="20" cy="19"/>
            </a:xfrm>
            <a:custGeom>
              <a:avLst/>
              <a:gdLst>
                <a:gd name="T0" fmla="*/ 1770 w 8"/>
                <a:gd name="T1" fmla="*/ 2063 h 7"/>
                <a:gd name="T2" fmla="*/ 783 w 8"/>
                <a:gd name="T3" fmla="*/ 2823 h 7"/>
                <a:gd name="T4" fmla="*/ 313 w 8"/>
                <a:gd name="T5" fmla="*/ 760 h 7"/>
                <a:gd name="T6" fmla="*/ 1300 w 8"/>
                <a:gd name="T7" fmla="*/ 442 h 7"/>
                <a:gd name="T8" fmla="*/ 1770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1"/>
                    <a:pt x="8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2348">
              <a:extLst>
                <a:ext uri="{FF2B5EF4-FFF2-40B4-BE49-F238E27FC236}">
                  <a16:creationId xmlns:a16="http://schemas.microsoft.com/office/drawing/2014/main" id="{57F644C7-BC8B-41DB-8FF6-ADEDD963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411"/>
              <a:ext cx="8" cy="5"/>
            </a:xfrm>
            <a:custGeom>
              <a:avLst/>
              <a:gdLst>
                <a:gd name="T0" fmla="*/ 1059 w 3"/>
                <a:gd name="T1" fmla="*/ 313 h 2"/>
                <a:gd name="T2" fmla="*/ 397 w 3"/>
                <a:gd name="T3" fmla="*/ 520 h 2"/>
                <a:gd name="T4" fmla="*/ 397 w 3"/>
                <a:gd name="T5" fmla="*/ 0 h 2"/>
                <a:gd name="T6" fmla="*/ 661 w 3"/>
                <a:gd name="T7" fmla="*/ 0 h 2"/>
                <a:gd name="T8" fmla="*/ 1059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2349">
              <a:extLst>
                <a:ext uri="{FF2B5EF4-FFF2-40B4-BE49-F238E27FC236}">
                  <a16:creationId xmlns:a16="http://schemas.microsoft.com/office/drawing/2014/main" id="{F33D4E05-9898-4765-ADA3-239739722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389"/>
              <a:ext cx="20" cy="19"/>
            </a:xfrm>
            <a:custGeom>
              <a:avLst/>
              <a:gdLst>
                <a:gd name="T0" fmla="*/ 1770 w 8"/>
                <a:gd name="T1" fmla="*/ 2063 h 7"/>
                <a:gd name="T2" fmla="*/ 783 w 8"/>
                <a:gd name="T3" fmla="*/ 2823 h 7"/>
                <a:gd name="T4" fmla="*/ 313 w 8"/>
                <a:gd name="T5" fmla="*/ 760 h 7"/>
                <a:gd name="T6" fmla="*/ 1300 w 8"/>
                <a:gd name="T7" fmla="*/ 442 h 7"/>
                <a:gd name="T8" fmla="*/ 1770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2350">
              <a:extLst>
                <a:ext uri="{FF2B5EF4-FFF2-40B4-BE49-F238E27FC236}">
                  <a16:creationId xmlns:a16="http://schemas.microsoft.com/office/drawing/2014/main" id="{FC558ABF-A671-4B6C-9E79-B4AFA9051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395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0 w 2"/>
                <a:gd name="T3" fmla="*/ 520 h 2"/>
                <a:gd name="T4" fmla="*/ 0 w 2"/>
                <a:gd name="T5" fmla="*/ 0 h 2"/>
                <a:gd name="T6" fmla="*/ 313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2351">
              <a:extLst>
                <a:ext uri="{FF2B5EF4-FFF2-40B4-BE49-F238E27FC236}">
                  <a16:creationId xmlns:a16="http://schemas.microsoft.com/office/drawing/2014/main" id="{08DCE68E-4D8C-4449-8002-9A4AD8D28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373"/>
              <a:ext cx="17" cy="19"/>
            </a:xfrm>
            <a:custGeom>
              <a:avLst/>
              <a:gdLst>
                <a:gd name="T0" fmla="*/ 1243 w 7"/>
                <a:gd name="T1" fmla="*/ 2063 h 7"/>
                <a:gd name="T2" fmla="*/ 413 w 7"/>
                <a:gd name="T3" fmla="*/ 2823 h 7"/>
                <a:gd name="T4" fmla="*/ 0 w 7"/>
                <a:gd name="T5" fmla="*/ 760 h 7"/>
                <a:gd name="T6" fmla="*/ 1003 w 7"/>
                <a:gd name="T7" fmla="*/ 442 h 7"/>
                <a:gd name="T8" fmla="*/ 124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7"/>
                    <a:pt x="4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2352">
              <a:extLst>
                <a:ext uri="{FF2B5EF4-FFF2-40B4-BE49-F238E27FC236}">
                  <a16:creationId xmlns:a16="http://schemas.microsoft.com/office/drawing/2014/main" id="{0009CBFF-23D4-4FEC-A006-F6F6CD3BF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379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313 w 2"/>
                <a:gd name="T3" fmla="*/ 520 h 2"/>
                <a:gd name="T4" fmla="*/ 0 w 2"/>
                <a:gd name="T5" fmla="*/ 313 h 2"/>
                <a:gd name="T6" fmla="*/ 313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2353">
              <a:extLst>
                <a:ext uri="{FF2B5EF4-FFF2-40B4-BE49-F238E27FC236}">
                  <a16:creationId xmlns:a16="http://schemas.microsoft.com/office/drawing/2014/main" id="{0E34C014-12D4-4830-9644-222754D9D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357"/>
              <a:ext cx="18" cy="19"/>
            </a:xfrm>
            <a:custGeom>
              <a:avLst/>
              <a:gdLst>
                <a:gd name="T0" fmla="*/ 2003 w 7"/>
                <a:gd name="T1" fmla="*/ 2063 h 7"/>
                <a:gd name="T2" fmla="*/ 563 w 7"/>
                <a:gd name="T3" fmla="*/ 2823 h 7"/>
                <a:gd name="T4" fmla="*/ 357 w 7"/>
                <a:gd name="T5" fmla="*/ 760 h 7"/>
                <a:gd name="T6" fmla="*/ 1448 w 7"/>
                <a:gd name="T7" fmla="*/ 442 h 7"/>
                <a:gd name="T8" fmla="*/ 200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7" y="1"/>
                    <a:pt x="7" y="3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2354">
              <a:extLst>
                <a:ext uri="{FF2B5EF4-FFF2-40B4-BE49-F238E27FC236}">
                  <a16:creationId xmlns:a16="http://schemas.microsoft.com/office/drawing/2014/main" id="{6A4DD051-C5C5-4FE9-88FD-D11BC6A8E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363"/>
              <a:ext cx="8" cy="5"/>
            </a:xfrm>
            <a:custGeom>
              <a:avLst/>
              <a:gdLst>
                <a:gd name="T0" fmla="*/ 661 w 3"/>
                <a:gd name="T1" fmla="*/ 313 h 2"/>
                <a:gd name="T2" fmla="*/ 397 w 3"/>
                <a:gd name="T3" fmla="*/ 520 h 2"/>
                <a:gd name="T4" fmla="*/ 0 w 3"/>
                <a:gd name="T5" fmla="*/ 313 h 2"/>
                <a:gd name="T6" fmla="*/ 661 w 3"/>
                <a:gd name="T7" fmla="*/ 0 h 2"/>
                <a:gd name="T8" fmla="*/ 661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2355">
              <a:extLst>
                <a:ext uri="{FF2B5EF4-FFF2-40B4-BE49-F238E27FC236}">
                  <a16:creationId xmlns:a16="http://schemas.microsoft.com/office/drawing/2014/main" id="{D3943EC1-0439-4284-80FC-B224CCF3E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341"/>
              <a:ext cx="20" cy="19"/>
            </a:xfrm>
            <a:custGeom>
              <a:avLst/>
              <a:gdLst>
                <a:gd name="T0" fmla="*/ 1770 w 8"/>
                <a:gd name="T1" fmla="*/ 2063 h 7"/>
                <a:gd name="T2" fmla="*/ 520 w 8"/>
                <a:gd name="T3" fmla="*/ 2342 h 7"/>
                <a:gd name="T4" fmla="*/ 313 w 8"/>
                <a:gd name="T5" fmla="*/ 760 h 7"/>
                <a:gd name="T6" fmla="*/ 1488 w 8"/>
                <a:gd name="T7" fmla="*/ 442 h 7"/>
                <a:gd name="T8" fmla="*/ 1770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2356">
              <a:extLst>
                <a:ext uri="{FF2B5EF4-FFF2-40B4-BE49-F238E27FC236}">
                  <a16:creationId xmlns:a16="http://schemas.microsoft.com/office/drawing/2014/main" id="{E3373EFE-0A51-443A-80EE-1DAC2ACEB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347"/>
              <a:ext cx="7" cy="5"/>
            </a:xfrm>
            <a:custGeom>
              <a:avLst/>
              <a:gdLst>
                <a:gd name="T0" fmla="*/ 355 w 3"/>
                <a:gd name="T1" fmla="*/ 520 h 2"/>
                <a:gd name="T2" fmla="*/ 152 w 3"/>
                <a:gd name="T3" fmla="*/ 520 h 2"/>
                <a:gd name="T4" fmla="*/ 152 w 3"/>
                <a:gd name="T5" fmla="*/ 0 h 2"/>
                <a:gd name="T6" fmla="*/ 355 w 3"/>
                <a:gd name="T7" fmla="*/ 0 h 2"/>
                <a:gd name="T8" fmla="*/ 355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2357">
              <a:extLst>
                <a:ext uri="{FF2B5EF4-FFF2-40B4-BE49-F238E27FC236}">
                  <a16:creationId xmlns:a16="http://schemas.microsoft.com/office/drawing/2014/main" id="{9DFC3D9A-F07E-41FF-95F2-02B7CF050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325"/>
              <a:ext cx="20" cy="19"/>
            </a:xfrm>
            <a:custGeom>
              <a:avLst/>
              <a:gdLst>
                <a:gd name="T0" fmla="*/ 1770 w 8"/>
                <a:gd name="T1" fmla="*/ 2063 h 7"/>
                <a:gd name="T2" fmla="*/ 520 w 8"/>
                <a:gd name="T3" fmla="*/ 2342 h 7"/>
                <a:gd name="T4" fmla="*/ 313 w 8"/>
                <a:gd name="T5" fmla="*/ 760 h 7"/>
                <a:gd name="T6" fmla="*/ 1488 w 8"/>
                <a:gd name="T7" fmla="*/ 442 h 7"/>
                <a:gd name="T8" fmla="*/ 1770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2358">
              <a:extLst>
                <a:ext uri="{FF2B5EF4-FFF2-40B4-BE49-F238E27FC236}">
                  <a16:creationId xmlns:a16="http://schemas.microsoft.com/office/drawing/2014/main" id="{4F13623C-6E7E-4482-AA8C-0CF32CA26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331"/>
              <a:ext cx="5" cy="5"/>
            </a:xfrm>
            <a:custGeom>
              <a:avLst/>
              <a:gdLst>
                <a:gd name="T0" fmla="*/ 520 w 2"/>
                <a:gd name="T1" fmla="*/ 313 h 2"/>
                <a:gd name="T2" fmla="*/ 0 w 2"/>
                <a:gd name="T3" fmla="*/ 520 h 2"/>
                <a:gd name="T4" fmla="*/ 0 w 2"/>
                <a:gd name="T5" fmla="*/ 0 h 2"/>
                <a:gd name="T6" fmla="*/ 313 w 2"/>
                <a:gd name="T7" fmla="*/ 0 h 2"/>
                <a:gd name="T8" fmla="*/ 520 w 2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2359">
              <a:extLst>
                <a:ext uri="{FF2B5EF4-FFF2-40B4-BE49-F238E27FC236}">
                  <a16:creationId xmlns:a16="http://schemas.microsoft.com/office/drawing/2014/main" id="{ADDBB583-4004-4559-8558-ED0330C5D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309"/>
              <a:ext cx="18" cy="19"/>
            </a:xfrm>
            <a:custGeom>
              <a:avLst/>
              <a:gdLst>
                <a:gd name="T0" fmla="*/ 1700 w 7"/>
                <a:gd name="T1" fmla="*/ 2063 h 7"/>
                <a:gd name="T2" fmla="*/ 563 w 7"/>
                <a:gd name="T3" fmla="*/ 2342 h 7"/>
                <a:gd name="T4" fmla="*/ 357 w 7"/>
                <a:gd name="T5" fmla="*/ 760 h 7"/>
                <a:gd name="T6" fmla="*/ 1448 w 7"/>
                <a:gd name="T7" fmla="*/ 442 h 7"/>
                <a:gd name="T8" fmla="*/ 170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2360">
              <a:extLst>
                <a:ext uri="{FF2B5EF4-FFF2-40B4-BE49-F238E27FC236}">
                  <a16:creationId xmlns:a16="http://schemas.microsoft.com/office/drawing/2014/main" id="{0EB217DA-7D23-489E-AEFF-B9DA77A68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315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313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2361">
              <a:extLst>
                <a:ext uri="{FF2B5EF4-FFF2-40B4-BE49-F238E27FC236}">
                  <a16:creationId xmlns:a16="http://schemas.microsoft.com/office/drawing/2014/main" id="{9D0295D8-06AC-49CE-B603-8A1537DB9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293"/>
              <a:ext cx="20" cy="19"/>
            </a:xfrm>
            <a:custGeom>
              <a:avLst/>
              <a:gdLst>
                <a:gd name="T0" fmla="*/ 1770 w 8"/>
                <a:gd name="T1" fmla="*/ 2063 h 7"/>
                <a:gd name="T2" fmla="*/ 520 w 8"/>
                <a:gd name="T3" fmla="*/ 2342 h 7"/>
                <a:gd name="T4" fmla="*/ 313 w 8"/>
                <a:gd name="T5" fmla="*/ 760 h 7"/>
                <a:gd name="T6" fmla="*/ 1488 w 8"/>
                <a:gd name="T7" fmla="*/ 442 h 7"/>
                <a:gd name="T8" fmla="*/ 1770 w 8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2362">
              <a:extLst>
                <a:ext uri="{FF2B5EF4-FFF2-40B4-BE49-F238E27FC236}">
                  <a16:creationId xmlns:a16="http://schemas.microsoft.com/office/drawing/2014/main" id="{DAF487E5-1A07-45FB-86E7-621D29AB8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299"/>
              <a:ext cx="7" cy="5"/>
            </a:xfrm>
            <a:custGeom>
              <a:avLst/>
              <a:gdLst>
                <a:gd name="T0" fmla="*/ 469 w 3"/>
                <a:gd name="T1" fmla="*/ 520 h 2"/>
                <a:gd name="T2" fmla="*/ 152 w 3"/>
                <a:gd name="T3" fmla="*/ 520 h 2"/>
                <a:gd name="T4" fmla="*/ 152 w 3"/>
                <a:gd name="T5" fmla="*/ 0 h 2"/>
                <a:gd name="T6" fmla="*/ 355 w 3"/>
                <a:gd name="T7" fmla="*/ 0 h 2"/>
                <a:gd name="T8" fmla="*/ 469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2363">
              <a:extLst>
                <a:ext uri="{FF2B5EF4-FFF2-40B4-BE49-F238E27FC236}">
                  <a16:creationId xmlns:a16="http://schemas.microsoft.com/office/drawing/2014/main" id="{772D2F02-8273-4123-B135-120950B90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277"/>
              <a:ext cx="17" cy="19"/>
            </a:xfrm>
            <a:custGeom>
              <a:avLst/>
              <a:gdLst>
                <a:gd name="T0" fmla="*/ 1243 w 7"/>
                <a:gd name="T1" fmla="*/ 2063 h 7"/>
                <a:gd name="T2" fmla="*/ 413 w 7"/>
                <a:gd name="T3" fmla="*/ 2342 h 7"/>
                <a:gd name="T4" fmla="*/ 170 w 7"/>
                <a:gd name="T5" fmla="*/ 760 h 7"/>
                <a:gd name="T6" fmla="*/ 1003 w 7"/>
                <a:gd name="T7" fmla="*/ 442 h 7"/>
                <a:gd name="T8" fmla="*/ 124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2364">
              <a:extLst>
                <a:ext uri="{FF2B5EF4-FFF2-40B4-BE49-F238E27FC236}">
                  <a16:creationId xmlns:a16="http://schemas.microsoft.com/office/drawing/2014/main" id="{5D0FCBB6-79A7-4B56-9A53-98643A6A4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283"/>
              <a:ext cx="7" cy="5"/>
            </a:xfrm>
            <a:custGeom>
              <a:avLst/>
              <a:gdLst>
                <a:gd name="T0" fmla="*/ 355 w 3"/>
                <a:gd name="T1" fmla="*/ 313 h 2"/>
                <a:gd name="T2" fmla="*/ 152 w 3"/>
                <a:gd name="T3" fmla="*/ 520 h 2"/>
                <a:gd name="T4" fmla="*/ 0 w 3"/>
                <a:gd name="T5" fmla="*/ 0 h 2"/>
                <a:gd name="T6" fmla="*/ 355 w 3"/>
                <a:gd name="T7" fmla="*/ 0 h 2"/>
                <a:gd name="T8" fmla="*/ 355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2365">
              <a:extLst>
                <a:ext uri="{FF2B5EF4-FFF2-40B4-BE49-F238E27FC236}">
                  <a16:creationId xmlns:a16="http://schemas.microsoft.com/office/drawing/2014/main" id="{B9FCFE1B-5282-4AEE-B30A-6E64FEB2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259"/>
              <a:ext cx="17" cy="21"/>
            </a:xfrm>
            <a:custGeom>
              <a:avLst/>
              <a:gdLst>
                <a:gd name="T0" fmla="*/ 1243 w 7"/>
                <a:gd name="T1" fmla="*/ 1992 h 8"/>
                <a:gd name="T2" fmla="*/ 413 w 7"/>
                <a:gd name="T3" fmla="*/ 2226 h 8"/>
                <a:gd name="T4" fmla="*/ 170 w 7"/>
                <a:gd name="T5" fmla="*/ 614 h 8"/>
                <a:gd name="T6" fmla="*/ 1003 w 7"/>
                <a:gd name="T7" fmla="*/ 378 h 8"/>
                <a:gd name="T8" fmla="*/ 1243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2366">
              <a:extLst>
                <a:ext uri="{FF2B5EF4-FFF2-40B4-BE49-F238E27FC236}">
                  <a16:creationId xmlns:a16="http://schemas.microsoft.com/office/drawing/2014/main" id="{CFE45CEF-3F22-457A-94C8-2A64ADBDA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264"/>
              <a:ext cx="7" cy="8"/>
            </a:xfrm>
            <a:custGeom>
              <a:avLst/>
              <a:gdLst>
                <a:gd name="T0" fmla="*/ 355 w 3"/>
                <a:gd name="T1" fmla="*/ 661 h 3"/>
                <a:gd name="T2" fmla="*/ 152 w 3"/>
                <a:gd name="T3" fmla="*/ 661 h 3"/>
                <a:gd name="T4" fmla="*/ 0 w 3"/>
                <a:gd name="T5" fmla="*/ 397 h 3"/>
                <a:gd name="T6" fmla="*/ 355 w 3"/>
                <a:gd name="T7" fmla="*/ 0 h 3"/>
                <a:gd name="T8" fmla="*/ 355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2367">
              <a:extLst>
                <a:ext uri="{FF2B5EF4-FFF2-40B4-BE49-F238E27FC236}">
                  <a16:creationId xmlns:a16="http://schemas.microsoft.com/office/drawing/2014/main" id="{4F1C2D12-7B28-4DE4-922C-4F1D35681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243"/>
              <a:ext cx="17" cy="21"/>
            </a:xfrm>
            <a:custGeom>
              <a:avLst/>
              <a:gdLst>
                <a:gd name="T0" fmla="*/ 1243 w 7"/>
                <a:gd name="T1" fmla="*/ 1992 h 8"/>
                <a:gd name="T2" fmla="*/ 170 w 7"/>
                <a:gd name="T3" fmla="*/ 1992 h 8"/>
                <a:gd name="T4" fmla="*/ 170 w 7"/>
                <a:gd name="T5" fmla="*/ 614 h 8"/>
                <a:gd name="T6" fmla="*/ 1243 w 7"/>
                <a:gd name="T7" fmla="*/ 614 h 8"/>
                <a:gd name="T8" fmla="*/ 1243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7"/>
                    <a:pt x="3" y="8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2368">
              <a:extLst>
                <a:ext uri="{FF2B5EF4-FFF2-40B4-BE49-F238E27FC236}">
                  <a16:creationId xmlns:a16="http://schemas.microsoft.com/office/drawing/2014/main" id="{A04EDD0E-BC1F-4A58-A493-5052EDC39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248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0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2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2369">
              <a:extLst>
                <a:ext uri="{FF2B5EF4-FFF2-40B4-BE49-F238E27FC236}">
                  <a16:creationId xmlns:a16="http://schemas.microsoft.com/office/drawing/2014/main" id="{F74AA994-8D64-41E7-82D7-5E3C44124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227"/>
              <a:ext cx="17" cy="18"/>
            </a:xfrm>
            <a:custGeom>
              <a:avLst/>
              <a:gdLst>
                <a:gd name="T0" fmla="*/ 1243 w 7"/>
                <a:gd name="T1" fmla="*/ 1700 h 7"/>
                <a:gd name="T2" fmla="*/ 170 w 7"/>
                <a:gd name="T3" fmla="*/ 1700 h 7"/>
                <a:gd name="T4" fmla="*/ 170 w 7"/>
                <a:gd name="T5" fmla="*/ 563 h 7"/>
                <a:gd name="T6" fmla="*/ 1003 w 7"/>
                <a:gd name="T7" fmla="*/ 357 h 7"/>
                <a:gd name="T8" fmla="*/ 1243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2370">
              <a:extLst>
                <a:ext uri="{FF2B5EF4-FFF2-40B4-BE49-F238E27FC236}">
                  <a16:creationId xmlns:a16="http://schemas.microsoft.com/office/drawing/2014/main" id="{C927BE6C-E599-49B5-93B9-0D00CB7D4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232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313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2371">
              <a:extLst>
                <a:ext uri="{FF2B5EF4-FFF2-40B4-BE49-F238E27FC236}">
                  <a16:creationId xmlns:a16="http://schemas.microsoft.com/office/drawing/2014/main" id="{A449C238-6A09-4C01-B71B-548851FFE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211"/>
              <a:ext cx="17" cy="18"/>
            </a:xfrm>
            <a:custGeom>
              <a:avLst/>
              <a:gdLst>
                <a:gd name="T0" fmla="*/ 1243 w 7"/>
                <a:gd name="T1" fmla="*/ 1700 h 7"/>
                <a:gd name="T2" fmla="*/ 413 w 7"/>
                <a:gd name="T3" fmla="*/ 1700 h 7"/>
                <a:gd name="T4" fmla="*/ 170 w 7"/>
                <a:gd name="T5" fmla="*/ 563 h 7"/>
                <a:gd name="T6" fmla="*/ 1243 w 7"/>
                <a:gd name="T7" fmla="*/ 357 h 7"/>
                <a:gd name="T8" fmla="*/ 1243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2372">
              <a:extLst>
                <a:ext uri="{FF2B5EF4-FFF2-40B4-BE49-F238E27FC236}">
                  <a16:creationId xmlns:a16="http://schemas.microsoft.com/office/drawing/2014/main" id="{9175E704-C009-4EE8-A0D2-202C019BD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216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2373">
              <a:extLst>
                <a:ext uri="{FF2B5EF4-FFF2-40B4-BE49-F238E27FC236}">
                  <a16:creationId xmlns:a16="http://schemas.microsoft.com/office/drawing/2014/main" id="{2F8609F4-FD41-48AF-93D2-93EBF4E5C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195"/>
              <a:ext cx="20" cy="18"/>
            </a:xfrm>
            <a:custGeom>
              <a:avLst/>
              <a:gdLst>
                <a:gd name="T0" fmla="*/ 1488 w 8"/>
                <a:gd name="T1" fmla="*/ 1448 h 7"/>
                <a:gd name="T2" fmla="*/ 520 w 8"/>
                <a:gd name="T3" fmla="*/ 1700 h 7"/>
                <a:gd name="T4" fmla="*/ 313 w 8"/>
                <a:gd name="T5" fmla="*/ 357 h 7"/>
                <a:gd name="T6" fmla="*/ 1488 w 8"/>
                <a:gd name="T7" fmla="*/ 357 h 7"/>
                <a:gd name="T8" fmla="*/ 1488 w 8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8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2374">
              <a:extLst>
                <a:ext uri="{FF2B5EF4-FFF2-40B4-BE49-F238E27FC236}">
                  <a16:creationId xmlns:a16="http://schemas.microsoft.com/office/drawing/2014/main" id="{ABE36219-BFD9-4C91-98AE-0B157BF75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197"/>
              <a:ext cx="7" cy="8"/>
            </a:xfrm>
            <a:custGeom>
              <a:avLst/>
              <a:gdLst>
                <a:gd name="T0" fmla="*/ 355 w 3"/>
                <a:gd name="T1" fmla="*/ 661 h 3"/>
                <a:gd name="T2" fmla="*/ 152 w 3"/>
                <a:gd name="T3" fmla="*/ 661 h 3"/>
                <a:gd name="T4" fmla="*/ 152 w 3"/>
                <a:gd name="T5" fmla="*/ 397 h 3"/>
                <a:gd name="T6" fmla="*/ 355 w 3"/>
                <a:gd name="T7" fmla="*/ 397 h 3"/>
                <a:gd name="T8" fmla="*/ 355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2375">
              <a:extLst>
                <a:ext uri="{FF2B5EF4-FFF2-40B4-BE49-F238E27FC236}">
                  <a16:creationId xmlns:a16="http://schemas.microsoft.com/office/drawing/2014/main" id="{DA9D56D6-38E6-4F59-9B03-BD694B468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176"/>
              <a:ext cx="18" cy="19"/>
            </a:xfrm>
            <a:custGeom>
              <a:avLst/>
              <a:gdLst>
                <a:gd name="T0" fmla="*/ 1700 w 7"/>
                <a:gd name="T1" fmla="*/ 2342 h 7"/>
                <a:gd name="T2" fmla="*/ 563 w 7"/>
                <a:gd name="T3" fmla="*/ 2342 h 7"/>
                <a:gd name="T4" fmla="*/ 357 w 7"/>
                <a:gd name="T5" fmla="*/ 760 h 7"/>
                <a:gd name="T6" fmla="*/ 1700 w 7"/>
                <a:gd name="T7" fmla="*/ 442 h 7"/>
                <a:gd name="T8" fmla="*/ 170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2376">
              <a:extLst>
                <a:ext uri="{FF2B5EF4-FFF2-40B4-BE49-F238E27FC236}">
                  <a16:creationId xmlns:a16="http://schemas.microsoft.com/office/drawing/2014/main" id="{37409E5B-F8A4-43CC-9313-A1C3B8D52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181"/>
              <a:ext cx="5" cy="6"/>
            </a:xfrm>
            <a:custGeom>
              <a:avLst/>
              <a:gdLst>
                <a:gd name="T0" fmla="*/ 520 w 2"/>
                <a:gd name="T1" fmla="*/ 1458 h 2"/>
                <a:gd name="T2" fmla="*/ 0 w 2"/>
                <a:gd name="T3" fmla="*/ 1458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Freeform 2377">
              <a:extLst>
                <a:ext uri="{FF2B5EF4-FFF2-40B4-BE49-F238E27FC236}">
                  <a16:creationId xmlns:a16="http://schemas.microsoft.com/office/drawing/2014/main" id="{D31BDC36-E880-45AD-858A-485F9D13E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107"/>
              <a:ext cx="17" cy="21"/>
            </a:xfrm>
            <a:custGeom>
              <a:avLst/>
              <a:gdLst>
                <a:gd name="T0" fmla="*/ 1243 w 7"/>
                <a:gd name="T1" fmla="*/ 1992 h 8"/>
                <a:gd name="T2" fmla="*/ 413 w 7"/>
                <a:gd name="T3" fmla="*/ 2226 h 8"/>
                <a:gd name="T4" fmla="*/ 170 w 7"/>
                <a:gd name="T5" fmla="*/ 614 h 8"/>
                <a:gd name="T6" fmla="*/ 1243 w 7"/>
                <a:gd name="T7" fmla="*/ 378 h 8"/>
                <a:gd name="T8" fmla="*/ 1243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7"/>
                    <a:pt x="3" y="8"/>
                    <a:pt x="2" y="7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Freeform 2378">
              <a:extLst>
                <a:ext uri="{FF2B5EF4-FFF2-40B4-BE49-F238E27FC236}">
                  <a16:creationId xmlns:a16="http://schemas.microsoft.com/office/drawing/2014/main" id="{C93A2AB0-EE7C-4405-A14C-110A046EA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112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0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Freeform 2379">
              <a:extLst>
                <a:ext uri="{FF2B5EF4-FFF2-40B4-BE49-F238E27FC236}">
                  <a16:creationId xmlns:a16="http://schemas.microsoft.com/office/drawing/2014/main" id="{4F25C0CE-FC9D-449C-B633-54F4CF81A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091"/>
              <a:ext cx="20" cy="18"/>
            </a:xfrm>
            <a:custGeom>
              <a:avLst/>
              <a:gdLst>
                <a:gd name="T0" fmla="*/ 1488 w 8"/>
                <a:gd name="T1" fmla="*/ 1448 h 7"/>
                <a:gd name="T2" fmla="*/ 520 w 8"/>
                <a:gd name="T3" fmla="*/ 1700 h 7"/>
                <a:gd name="T4" fmla="*/ 313 w 8"/>
                <a:gd name="T5" fmla="*/ 357 h 7"/>
                <a:gd name="T6" fmla="*/ 1488 w 8"/>
                <a:gd name="T7" fmla="*/ 357 h 7"/>
                <a:gd name="T8" fmla="*/ 1488 w 8"/>
                <a:gd name="T9" fmla="*/ 14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Freeform 2380">
              <a:extLst>
                <a:ext uri="{FF2B5EF4-FFF2-40B4-BE49-F238E27FC236}">
                  <a16:creationId xmlns:a16="http://schemas.microsoft.com/office/drawing/2014/main" id="{CE034D0B-5796-4F1C-B5B6-51E069D49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96"/>
              <a:ext cx="8" cy="5"/>
            </a:xfrm>
            <a:custGeom>
              <a:avLst/>
              <a:gdLst>
                <a:gd name="T0" fmla="*/ 661 w 3"/>
                <a:gd name="T1" fmla="*/ 313 h 2"/>
                <a:gd name="T2" fmla="*/ 397 w 3"/>
                <a:gd name="T3" fmla="*/ 520 h 2"/>
                <a:gd name="T4" fmla="*/ 397 w 3"/>
                <a:gd name="T5" fmla="*/ 0 h 2"/>
                <a:gd name="T6" fmla="*/ 661 w 3"/>
                <a:gd name="T7" fmla="*/ 0 h 2"/>
                <a:gd name="T8" fmla="*/ 661 w 3"/>
                <a:gd name="T9" fmla="*/ 3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2381">
              <a:extLst>
                <a:ext uri="{FF2B5EF4-FFF2-40B4-BE49-F238E27FC236}">
                  <a16:creationId xmlns:a16="http://schemas.microsoft.com/office/drawing/2014/main" id="{8B81EA7A-1927-40DF-B1C2-E1097AB76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72"/>
              <a:ext cx="17" cy="19"/>
            </a:xfrm>
            <a:custGeom>
              <a:avLst/>
              <a:gdLst>
                <a:gd name="T0" fmla="*/ 1243 w 7"/>
                <a:gd name="T1" fmla="*/ 2342 h 7"/>
                <a:gd name="T2" fmla="*/ 170 w 7"/>
                <a:gd name="T3" fmla="*/ 2342 h 7"/>
                <a:gd name="T4" fmla="*/ 170 w 7"/>
                <a:gd name="T5" fmla="*/ 760 h 7"/>
                <a:gd name="T6" fmla="*/ 1003 w 7"/>
                <a:gd name="T7" fmla="*/ 442 h 7"/>
                <a:gd name="T8" fmla="*/ 124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2382">
              <a:extLst>
                <a:ext uri="{FF2B5EF4-FFF2-40B4-BE49-F238E27FC236}">
                  <a16:creationId xmlns:a16="http://schemas.microsoft.com/office/drawing/2014/main" id="{AE796F2C-88FA-4A6E-86AC-F8401542C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077"/>
              <a:ext cx="5" cy="6"/>
            </a:xfrm>
            <a:custGeom>
              <a:avLst/>
              <a:gdLst>
                <a:gd name="T0" fmla="*/ 520 w 2"/>
                <a:gd name="T1" fmla="*/ 1458 h 2"/>
                <a:gd name="T2" fmla="*/ 0 w 2"/>
                <a:gd name="T3" fmla="*/ 1458 h 2"/>
                <a:gd name="T4" fmla="*/ 0 w 2"/>
                <a:gd name="T5" fmla="*/ 729 h 2"/>
                <a:gd name="T6" fmla="*/ 520 w 2"/>
                <a:gd name="T7" fmla="*/ 0 h 2"/>
                <a:gd name="T8" fmla="*/ 52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2383">
              <a:extLst>
                <a:ext uri="{FF2B5EF4-FFF2-40B4-BE49-F238E27FC236}">
                  <a16:creationId xmlns:a16="http://schemas.microsoft.com/office/drawing/2014/main" id="{47DFC77B-212F-4756-BCD5-8EB98C268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056"/>
              <a:ext cx="18" cy="19"/>
            </a:xfrm>
            <a:custGeom>
              <a:avLst/>
              <a:gdLst>
                <a:gd name="T0" fmla="*/ 1700 w 7"/>
                <a:gd name="T1" fmla="*/ 2342 h 7"/>
                <a:gd name="T2" fmla="*/ 357 w 7"/>
                <a:gd name="T3" fmla="*/ 2342 h 7"/>
                <a:gd name="T4" fmla="*/ 357 w 7"/>
                <a:gd name="T5" fmla="*/ 442 h 7"/>
                <a:gd name="T6" fmla="*/ 1700 w 7"/>
                <a:gd name="T7" fmla="*/ 442 h 7"/>
                <a:gd name="T8" fmla="*/ 170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2384">
              <a:extLst>
                <a:ext uri="{FF2B5EF4-FFF2-40B4-BE49-F238E27FC236}">
                  <a16:creationId xmlns:a16="http://schemas.microsoft.com/office/drawing/2014/main" id="{93483B3B-FE1D-4234-83B4-0187A1323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059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Freeform 2385">
              <a:extLst>
                <a:ext uri="{FF2B5EF4-FFF2-40B4-BE49-F238E27FC236}">
                  <a16:creationId xmlns:a16="http://schemas.microsoft.com/office/drawing/2014/main" id="{3F5FB781-E4E6-481A-BDDA-FAEBD4497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037"/>
              <a:ext cx="17" cy="22"/>
            </a:xfrm>
            <a:custGeom>
              <a:avLst/>
              <a:gdLst>
                <a:gd name="T0" fmla="*/ 1243 w 7"/>
                <a:gd name="T1" fmla="*/ 2684 h 8"/>
                <a:gd name="T2" fmla="*/ 170 w 7"/>
                <a:gd name="T3" fmla="*/ 2684 h 8"/>
                <a:gd name="T4" fmla="*/ 170 w 7"/>
                <a:gd name="T5" fmla="*/ 976 h 8"/>
                <a:gd name="T6" fmla="*/ 1243 w 7"/>
                <a:gd name="T7" fmla="*/ 976 h 8"/>
                <a:gd name="T8" fmla="*/ 1243 w 7"/>
                <a:gd name="T9" fmla="*/ 268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4" y="8"/>
                    <a:pt x="2" y="8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3" y="0"/>
                    <a:pt x="5" y="1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Freeform 2386">
              <a:extLst>
                <a:ext uri="{FF2B5EF4-FFF2-40B4-BE49-F238E27FC236}">
                  <a16:creationId xmlns:a16="http://schemas.microsoft.com/office/drawing/2014/main" id="{26B66AF1-093E-4BA6-8C57-647562913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43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9" name="Freeform 2387">
              <a:extLst>
                <a:ext uri="{FF2B5EF4-FFF2-40B4-BE49-F238E27FC236}">
                  <a16:creationId xmlns:a16="http://schemas.microsoft.com/office/drawing/2014/main" id="{BCEE34BC-3DAE-4F9B-955B-39CF0729B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021"/>
              <a:ext cx="18" cy="19"/>
            </a:xfrm>
            <a:custGeom>
              <a:avLst/>
              <a:gdLst>
                <a:gd name="T0" fmla="*/ 1700 w 7"/>
                <a:gd name="T1" fmla="*/ 2342 h 7"/>
                <a:gd name="T2" fmla="*/ 357 w 7"/>
                <a:gd name="T3" fmla="*/ 2342 h 7"/>
                <a:gd name="T4" fmla="*/ 357 w 7"/>
                <a:gd name="T5" fmla="*/ 442 h 7"/>
                <a:gd name="T6" fmla="*/ 1700 w 7"/>
                <a:gd name="T7" fmla="*/ 442 h 7"/>
                <a:gd name="T8" fmla="*/ 170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2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30" name="Freeform 2388">
              <a:extLst>
                <a:ext uri="{FF2B5EF4-FFF2-40B4-BE49-F238E27FC236}">
                  <a16:creationId xmlns:a16="http://schemas.microsoft.com/office/drawing/2014/main" id="{8F849CAC-EFEF-4571-AFE8-46C7D0476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027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1" name="Freeform 2389">
              <a:extLst>
                <a:ext uri="{FF2B5EF4-FFF2-40B4-BE49-F238E27FC236}">
                  <a16:creationId xmlns:a16="http://schemas.microsoft.com/office/drawing/2014/main" id="{A1866DF5-7C0D-4D09-B957-A863312C0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003"/>
              <a:ext cx="17" cy="21"/>
            </a:xfrm>
            <a:custGeom>
              <a:avLst/>
              <a:gdLst>
                <a:gd name="T0" fmla="*/ 1243 w 7"/>
                <a:gd name="T1" fmla="*/ 1992 h 8"/>
                <a:gd name="T2" fmla="*/ 170 w 7"/>
                <a:gd name="T3" fmla="*/ 1992 h 8"/>
                <a:gd name="T4" fmla="*/ 170 w 7"/>
                <a:gd name="T5" fmla="*/ 614 h 8"/>
                <a:gd name="T6" fmla="*/ 1003 w 7"/>
                <a:gd name="T7" fmla="*/ 614 h 8"/>
                <a:gd name="T8" fmla="*/ 1243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4" y="7"/>
                    <a:pt x="2" y="8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4" y="0"/>
                    <a:pt x="5" y="2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32" name="Freeform 2390">
              <a:extLst>
                <a:ext uri="{FF2B5EF4-FFF2-40B4-BE49-F238E27FC236}">
                  <a16:creationId xmlns:a16="http://schemas.microsoft.com/office/drawing/2014/main" id="{D6ABEA56-570F-4331-9B9F-7C62F54B3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008"/>
              <a:ext cx="8" cy="8"/>
            </a:xfrm>
            <a:custGeom>
              <a:avLst/>
              <a:gdLst>
                <a:gd name="T0" fmla="*/ 661 w 3"/>
                <a:gd name="T1" fmla="*/ 661 h 3"/>
                <a:gd name="T2" fmla="*/ 397 w 3"/>
                <a:gd name="T3" fmla="*/ 661 h 3"/>
                <a:gd name="T4" fmla="*/ 397 w 3"/>
                <a:gd name="T5" fmla="*/ 397 h 3"/>
                <a:gd name="T6" fmla="*/ 661 w 3"/>
                <a:gd name="T7" fmla="*/ 0 h 3"/>
                <a:gd name="T8" fmla="*/ 661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3" name="Freeform 2391">
              <a:extLst>
                <a:ext uri="{FF2B5EF4-FFF2-40B4-BE49-F238E27FC236}">
                  <a16:creationId xmlns:a16="http://schemas.microsoft.com/office/drawing/2014/main" id="{6D22B7AF-D927-4AEA-9E19-0E00DAB09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987"/>
              <a:ext cx="18" cy="18"/>
            </a:xfrm>
            <a:custGeom>
              <a:avLst/>
              <a:gdLst>
                <a:gd name="T0" fmla="*/ 1700 w 7"/>
                <a:gd name="T1" fmla="*/ 1700 h 7"/>
                <a:gd name="T2" fmla="*/ 357 w 7"/>
                <a:gd name="T3" fmla="*/ 1700 h 7"/>
                <a:gd name="T4" fmla="*/ 357 w 7"/>
                <a:gd name="T5" fmla="*/ 357 h 7"/>
                <a:gd name="T6" fmla="*/ 1700 w 7"/>
                <a:gd name="T7" fmla="*/ 357 h 7"/>
                <a:gd name="T8" fmla="*/ 170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34" name="Freeform 2392">
              <a:extLst>
                <a:ext uri="{FF2B5EF4-FFF2-40B4-BE49-F238E27FC236}">
                  <a16:creationId xmlns:a16="http://schemas.microsoft.com/office/drawing/2014/main" id="{CAB70019-431C-4436-A135-9E16881B0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92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5" name="Freeform 2393">
              <a:extLst>
                <a:ext uri="{FF2B5EF4-FFF2-40B4-BE49-F238E27FC236}">
                  <a16:creationId xmlns:a16="http://schemas.microsoft.com/office/drawing/2014/main" id="{CA07C804-6755-4244-8C02-3BCEFE0A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68"/>
              <a:ext cx="17" cy="21"/>
            </a:xfrm>
            <a:custGeom>
              <a:avLst/>
              <a:gdLst>
                <a:gd name="T0" fmla="*/ 1243 w 7"/>
                <a:gd name="T1" fmla="*/ 1992 h 8"/>
                <a:gd name="T2" fmla="*/ 170 w 7"/>
                <a:gd name="T3" fmla="*/ 1992 h 8"/>
                <a:gd name="T4" fmla="*/ 170 w 7"/>
                <a:gd name="T5" fmla="*/ 614 h 8"/>
                <a:gd name="T6" fmla="*/ 1243 w 7"/>
                <a:gd name="T7" fmla="*/ 614 h 8"/>
                <a:gd name="T8" fmla="*/ 1243 w 7"/>
                <a:gd name="T9" fmla="*/ 1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7"/>
                    <a:pt x="3" y="8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36" name="Freeform 2394">
              <a:extLst>
                <a:ext uri="{FF2B5EF4-FFF2-40B4-BE49-F238E27FC236}">
                  <a16:creationId xmlns:a16="http://schemas.microsoft.com/office/drawing/2014/main" id="{F8693A38-C9D2-4D9F-BA73-AE3AEF0AB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973"/>
              <a:ext cx="5" cy="6"/>
            </a:xfrm>
            <a:custGeom>
              <a:avLst/>
              <a:gdLst>
                <a:gd name="T0" fmla="*/ 520 w 2"/>
                <a:gd name="T1" fmla="*/ 1458 h 2"/>
                <a:gd name="T2" fmla="*/ 0 w 2"/>
                <a:gd name="T3" fmla="*/ 1458 h 2"/>
                <a:gd name="T4" fmla="*/ 0 w 2"/>
                <a:gd name="T5" fmla="*/ 729 h 2"/>
                <a:gd name="T6" fmla="*/ 520 w 2"/>
                <a:gd name="T7" fmla="*/ 0 h 2"/>
                <a:gd name="T8" fmla="*/ 52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7" name="Freeform 2395">
              <a:extLst>
                <a:ext uri="{FF2B5EF4-FFF2-40B4-BE49-F238E27FC236}">
                  <a16:creationId xmlns:a16="http://schemas.microsoft.com/office/drawing/2014/main" id="{F663B47F-F0DF-40DB-9835-50309680A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952"/>
              <a:ext cx="18" cy="19"/>
            </a:xfrm>
            <a:custGeom>
              <a:avLst/>
              <a:gdLst>
                <a:gd name="T0" fmla="*/ 1700 w 7"/>
                <a:gd name="T1" fmla="*/ 2342 h 7"/>
                <a:gd name="T2" fmla="*/ 563 w 7"/>
                <a:gd name="T3" fmla="*/ 2342 h 7"/>
                <a:gd name="T4" fmla="*/ 563 w 7"/>
                <a:gd name="T5" fmla="*/ 442 h 7"/>
                <a:gd name="T6" fmla="*/ 1700 w 7"/>
                <a:gd name="T7" fmla="*/ 442 h 7"/>
                <a:gd name="T8" fmla="*/ 170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38" name="Freeform 2396">
              <a:extLst>
                <a:ext uri="{FF2B5EF4-FFF2-40B4-BE49-F238E27FC236}">
                  <a16:creationId xmlns:a16="http://schemas.microsoft.com/office/drawing/2014/main" id="{C893F5BB-1A29-484D-8A85-ED13E9C34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957"/>
              <a:ext cx="8" cy="6"/>
            </a:xfrm>
            <a:custGeom>
              <a:avLst/>
              <a:gdLst>
                <a:gd name="T0" fmla="*/ 661 w 3"/>
                <a:gd name="T1" fmla="*/ 729 h 2"/>
                <a:gd name="T2" fmla="*/ 397 w 3"/>
                <a:gd name="T3" fmla="*/ 729 h 2"/>
                <a:gd name="T4" fmla="*/ 397 w 3"/>
                <a:gd name="T5" fmla="*/ 0 h 2"/>
                <a:gd name="T6" fmla="*/ 661 w 3"/>
                <a:gd name="T7" fmla="*/ 0 h 2"/>
                <a:gd name="T8" fmla="*/ 661 w 3"/>
                <a:gd name="T9" fmla="*/ 72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1" y="2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9" name="Freeform 2397">
              <a:extLst>
                <a:ext uri="{FF2B5EF4-FFF2-40B4-BE49-F238E27FC236}">
                  <a16:creationId xmlns:a16="http://schemas.microsoft.com/office/drawing/2014/main" id="{161A2708-BE5C-4322-BC32-154885386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933"/>
              <a:ext cx="18" cy="19"/>
            </a:xfrm>
            <a:custGeom>
              <a:avLst/>
              <a:gdLst>
                <a:gd name="T0" fmla="*/ 1448 w 7"/>
                <a:gd name="T1" fmla="*/ 2342 h 7"/>
                <a:gd name="T2" fmla="*/ 357 w 7"/>
                <a:gd name="T3" fmla="*/ 2342 h 7"/>
                <a:gd name="T4" fmla="*/ 357 w 7"/>
                <a:gd name="T5" fmla="*/ 442 h 7"/>
                <a:gd name="T6" fmla="*/ 1700 w 7"/>
                <a:gd name="T7" fmla="*/ 760 h 7"/>
                <a:gd name="T8" fmla="*/ 1448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5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40" name="Freeform 2398">
              <a:extLst>
                <a:ext uri="{FF2B5EF4-FFF2-40B4-BE49-F238E27FC236}">
                  <a16:creationId xmlns:a16="http://schemas.microsoft.com/office/drawing/2014/main" id="{E2F79B80-28B9-4107-95EA-23E321B15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39"/>
              <a:ext cx="7" cy="5"/>
            </a:xfrm>
            <a:custGeom>
              <a:avLst/>
              <a:gdLst>
                <a:gd name="T0" fmla="*/ 355 w 3"/>
                <a:gd name="T1" fmla="*/ 520 h 2"/>
                <a:gd name="T2" fmla="*/ 152 w 3"/>
                <a:gd name="T3" fmla="*/ 520 h 2"/>
                <a:gd name="T4" fmla="*/ 152 w 3"/>
                <a:gd name="T5" fmla="*/ 0 h 2"/>
                <a:gd name="T6" fmla="*/ 469 w 3"/>
                <a:gd name="T7" fmla="*/ 0 h 2"/>
                <a:gd name="T8" fmla="*/ 355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1" name="Freeform 2399">
              <a:extLst>
                <a:ext uri="{FF2B5EF4-FFF2-40B4-BE49-F238E27FC236}">
                  <a16:creationId xmlns:a16="http://schemas.microsoft.com/office/drawing/2014/main" id="{EF6B085E-C568-403D-89A9-BF63DED46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917"/>
              <a:ext cx="18" cy="19"/>
            </a:xfrm>
            <a:custGeom>
              <a:avLst/>
              <a:gdLst>
                <a:gd name="T0" fmla="*/ 1448 w 7"/>
                <a:gd name="T1" fmla="*/ 2342 h 7"/>
                <a:gd name="T2" fmla="*/ 357 w 7"/>
                <a:gd name="T3" fmla="*/ 2063 h 7"/>
                <a:gd name="T4" fmla="*/ 357 w 7"/>
                <a:gd name="T5" fmla="*/ 442 h 7"/>
                <a:gd name="T6" fmla="*/ 1700 w 7"/>
                <a:gd name="T7" fmla="*/ 442 h 7"/>
                <a:gd name="T8" fmla="*/ 1448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5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42" name="Freeform 2400">
              <a:extLst>
                <a:ext uri="{FF2B5EF4-FFF2-40B4-BE49-F238E27FC236}">
                  <a16:creationId xmlns:a16="http://schemas.microsoft.com/office/drawing/2014/main" id="{E3D43AD9-A376-4E9B-A400-D76948014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20"/>
              <a:ext cx="7" cy="8"/>
            </a:xfrm>
            <a:custGeom>
              <a:avLst/>
              <a:gdLst>
                <a:gd name="T0" fmla="*/ 355 w 3"/>
                <a:gd name="T1" fmla="*/ 661 h 3"/>
                <a:gd name="T2" fmla="*/ 152 w 3"/>
                <a:gd name="T3" fmla="*/ 661 h 3"/>
                <a:gd name="T4" fmla="*/ 152 w 3"/>
                <a:gd name="T5" fmla="*/ 397 h 3"/>
                <a:gd name="T6" fmla="*/ 355 w 3"/>
                <a:gd name="T7" fmla="*/ 397 h 3"/>
                <a:gd name="T8" fmla="*/ 355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3" name="Freeform 2401">
              <a:extLst>
                <a:ext uri="{FF2B5EF4-FFF2-40B4-BE49-F238E27FC236}">
                  <a16:creationId xmlns:a16="http://schemas.microsoft.com/office/drawing/2014/main" id="{92F8029E-4755-4344-9BE3-4C3A03E31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99"/>
              <a:ext cx="17" cy="18"/>
            </a:xfrm>
            <a:custGeom>
              <a:avLst/>
              <a:gdLst>
                <a:gd name="T0" fmla="*/ 1243 w 7"/>
                <a:gd name="T1" fmla="*/ 1700 h 7"/>
                <a:gd name="T2" fmla="*/ 170 w 7"/>
                <a:gd name="T3" fmla="*/ 1700 h 7"/>
                <a:gd name="T4" fmla="*/ 413 w 7"/>
                <a:gd name="T5" fmla="*/ 357 h 7"/>
                <a:gd name="T6" fmla="*/ 1243 w 7"/>
                <a:gd name="T7" fmla="*/ 563 h 7"/>
                <a:gd name="T8" fmla="*/ 1243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44" name="Freeform 2402">
              <a:extLst>
                <a:ext uri="{FF2B5EF4-FFF2-40B4-BE49-F238E27FC236}">
                  <a16:creationId xmlns:a16="http://schemas.microsoft.com/office/drawing/2014/main" id="{DB55CFBC-4D97-48B2-A03A-B8998D65B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04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5" name="Freeform 2403">
              <a:extLst>
                <a:ext uri="{FF2B5EF4-FFF2-40B4-BE49-F238E27FC236}">
                  <a16:creationId xmlns:a16="http://schemas.microsoft.com/office/drawing/2014/main" id="{0B8F6019-71B3-4526-B273-E184F46D2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83"/>
              <a:ext cx="17" cy="18"/>
            </a:xfrm>
            <a:custGeom>
              <a:avLst/>
              <a:gdLst>
                <a:gd name="T0" fmla="*/ 1003 w 7"/>
                <a:gd name="T1" fmla="*/ 1700 h 7"/>
                <a:gd name="T2" fmla="*/ 170 w 7"/>
                <a:gd name="T3" fmla="*/ 1448 h 7"/>
                <a:gd name="T4" fmla="*/ 170 w 7"/>
                <a:gd name="T5" fmla="*/ 357 h 7"/>
                <a:gd name="T6" fmla="*/ 1243 w 7"/>
                <a:gd name="T7" fmla="*/ 357 h 7"/>
                <a:gd name="T8" fmla="*/ 1003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5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46" name="Freeform 2404">
              <a:extLst>
                <a:ext uri="{FF2B5EF4-FFF2-40B4-BE49-F238E27FC236}">
                  <a16:creationId xmlns:a16="http://schemas.microsoft.com/office/drawing/2014/main" id="{49026CA4-29D5-4CB5-9401-7A645D3B1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885"/>
              <a:ext cx="5" cy="8"/>
            </a:xfrm>
            <a:custGeom>
              <a:avLst/>
              <a:gdLst>
                <a:gd name="T0" fmla="*/ 313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313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7" name="Freeform 2405">
              <a:extLst>
                <a:ext uri="{FF2B5EF4-FFF2-40B4-BE49-F238E27FC236}">
                  <a16:creationId xmlns:a16="http://schemas.microsoft.com/office/drawing/2014/main" id="{2A06EFE3-EF6B-4EE7-B06A-66824C324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64"/>
              <a:ext cx="20" cy="19"/>
            </a:xfrm>
            <a:custGeom>
              <a:avLst/>
              <a:gdLst>
                <a:gd name="T0" fmla="*/ 1488 w 8"/>
                <a:gd name="T1" fmla="*/ 2342 h 7"/>
                <a:gd name="T2" fmla="*/ 313 w 8"/>
                <a:gd name="T3" fmla="*/ 2342 h 7"/>
                <a:gd name="T4" fmla="*/ 520 w 8"/>
                <a:gd name="T5" fmla="*/ 442 h 7"/>
                <a:gd name="T6" fmla="*/ 1488 w 8"/>
                <a:gd name="T7" fmla="*/ 760 h 7"/>
                <a:gd name="T8" fmla="*/ 1488 w 8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6"/>
                  </a:moveTo>
                  <a:cubicBezTo>
                    <a:pt x="5" y="7"/>
                    <a:pt x="2" y="7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8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48" name="Freeform 2406">
              <a:extLst>
                <a:ext uri="{FF2B5EF4-FFF2-40B4-BE49-F238E27FC236}">
                  <a16:creationId xmlns:a16="http://schemas.microsoft.com/office/drawing/2014/main" id="{246D5251-661E-4ABE-8A9C-0E9833310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69"/>
              <a:ext cx="8" cy="6"/>
            </a:xfrm>
            <a:custGeom>
              <a:avLst/>
              <a:gdLst>
                <a:gd name="T0" fmla="*/ 661 w 3"/>
                <a:gd name="T1" fmla="*/ 1458 h 2"/>
                <a:gd name="T2" fmla="*/ 0 w 3"/>
                <a:gd name="T3" fmla="*/ 1458 h 2"/>
                <a:gd name="T4" fmla="*/ 397 w 3"/>
                <a:gd name="T5" fmla="*/ 0 h 2"/>
                <a:gd name="T6" fmla="*/ 661 w 3"/>
                <a:gd name="T7" fmla="*/ 0 h 2"/>
                <a:gd name="T8" fmla="*/ 661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9" name="Freeform 2407">
              <a:extLst>
                <a:ext uri="{FF2B5EF4-FFF2-40B4-BE49-F238E27FC236}">
                  <a16:creationId xmlns:a16="http://schemas.microsoft.com/office/drawing/2014/main" id="{77375AB8-03A5-4B38-A433-F9F33EA7C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45"/>
              <a:ext cx="20" cy="19"/>
            </a:xfrm>
            <a:custGeom>
              <a:avLst/>
              <a:gdLst>
                <a:gd name="T0" fmla="*/ 1488 w 8"/>
                <a:gd name="T1" fmla="*/ 2342 h 7"/>
                <a:gd name="T2" fmla="*/ 313 w 8"/>
                <a:gd name="T3" fmla="*/ 2342 h 7"/>
                <a:gd name="T4" fmla="*/ 520 w 8"/>
                <a:gd name="T5" fmla="*/ 442 h 7"/>
                <a:gd name="T6" fmla="*/ 1770 w 8"/>
                <a:gd name="T7" fmla="*/ 760 h 7"/>
                <a:gd name="T8" fmla="*/ 1488 w 8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8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50" name="Freeform 2408">
              <a:extLst>
                <a:ext uri="{FF2B5EF4-FFF2-40B4-BE49-F238E27FC236}">
                  <a16:creationId xmlns:a16="http://schemas.microsoft.com/office/drawing/2014/main" id="{58E65978-3EA8-4F7A-8737-40DD8B387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51"/>
              <a:ext cx="8" cy="5"/>
            </a:xfrm>
            <a:custGeom>
              <a:avLst/>
              <a:gdLst>
                <a:gd name="T0" fmla="*/ 661 w 3"/>
                <a:gd name="T1" fmla="*/ 520 h 2"/>
                <a:gd name="T2" fmla="*/ 397 w 3"/>
                <a:gd name="T3" fmla="*/ 520 h 2"/>
                <a:gd name="T4" fmla="*/ 397 w 3"/>
                <a:gd name="T5" fmla="*/ 0 h 2"/>
                <a:gd name="T6" fmla="*/ 661 w 3"/>
                <a:gd name="T7" fmla="*/ 0 h 2"/>
                <a:gd name="T8" fmla="*/ 661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1" name="Freeform 2409">
              <a:extLst>
                <a:ext uri="{FF2B5EF4-FFF2-40B4-BE49-F238E27FC236}">
                  <a16:creationId xmlns:a16="http://schemas.microsoft.com/office/drawing/2014/main" id="{BBD0D9A0-C7C0-47A4-A3C7-7C4AFB9F6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29"/>
              <a:ext cx="18" cy="19"/>
            </a:xfrm>
            <a:custGeom>
              <a:avLst/>
              <a:gdLst>
                <a:gd name="T0" fmla="*/ 1700 w 7"/>
                <a:gd name="T1" fmla="*/ 2342 h 7"/>
                <a:gd name="T2" fmla="*/ 357 w 7"/>
                <a:gd name="T3" fmla="*/ 2063 h 7"/>
                <a:gd name="T4" fmla="*/ 563 w 7"/>
                <a:gd name="T5" fmla="*/ 442 h 7"/>
                <a:gd name="T6" fmla="*/ 1700 w 7"/>
                <a:gd name="T7" fmla="*/ 442 h 7"/>
                <a:gd name="T8" fmla="*/ 170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52" name="Freeform 2410">
              <a:extLst>
                <a:ext uri="{FF2B5EF4-FFF2-40B4-BE49-F238E27FC236}">
                  <a16:creationId xmlns:a16="http://schemas.microsoft.com/office/drawing/2014/main" id="{CC1F3654-228F-454C-B5CD-03A4F44A8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32"/>
              <a:ext cx="5" cy="8"/>
            </a:xfrm>
            <a:custGeom>
              <a:avLst/>
              <a:gdLst>
                <a:gd name="T0" fmla="*/ 520 w 2"/>
                <a:gd name="T1" fmla="*/ 1059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1059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3" name="Freeform 2411">
              <a:extLst>
                <a:ext uri="{FF2B5EF4-FFF2-40B4-BE49-F238E27FC236}">
                  <a16:creationId xmlns:a16="http://schemas.microsoft.com/office/drawing/2014/main" id="{2DE7097F-3927-4950-9DC6-809DCF285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160"/>
              <a:ext cx="18" cy="19"/>
            </a:xfrm>
            <a:custGeom>
              <a:avLst/>
              <a:gdLst>
                <a:gd name="T0" fmla="*/ 1700 w 7"/>
                <a:gd name="T1" fmla="*/ 2342 h 7"/>
                <a:gd name="T2" fmla="*/ 357 w 7"/>
                <a:gd name="T3" fmla="*/ 2342 h 7"/>
                <a:gd name="T4" fmla="*/ 357 w 7"/>
                <a:gd name="T5" fmla="*/ 760 h 7"/>
                <a:gd name="T6" fmla="*/ 1448 w 7"/>
                <a:gd name="T7" fmla="*/ 442 h 7"/>
                <a:gd name="T8" fmla="*/ 170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54" name="Freeform 2412">
              <a:extLst>
                <a:ext uri="{FF2B5EF4-FFF2-40B4-BE49-F238E27FC236}">
                  <a16:creationId xmlns:a16="http://schemas.microsoft.com/office/drawing/2014/main" id="{D9E104E8-4752-446D-AE80-DEE52ADD1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165"/>
              <a:ext cx="5" cy="6"/>
            </a:xfrm>
            <a:custGeom>
              <a:avLst/>
              <a:gdLst>
                <a:gd name="T0" fmla="*/ 520 w 2"/>
                <a:gd name="T1" fmla="*/ 1458 h 2"/>
                <a:gd name="T2" fmla="*/ 0 w 2"/>
                <a:gd name="T3" fmla="*/ 1458 h 2"/>
                <a:gd name="T4" fmla="*/ 0 w 2"/>
                <a:gd name="T5" fmla="*/ 0 h 2"/>
                <a:gd name="T6" fmla="*/ 313 w 2"/>
                <a:gd name="T7" fmla="*/ 0 h 2"/>
                <a:gd name="T8" fmla="*/ 52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5" name="Freeform 2413">
              <a:extLst>
                <a:ext uri="{FF2B5EF4-FFF2-40B4-BE49-F238E27FC236}">
                  <a16:creationId xmlns:a16="http://schemas.microsoft.com/office/drawing/2014/main" id="{DAC5EEAF-4CAC-4176-B361-E5222DF5C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144"/>
              <a:ext cx="18" cy="19"/>
            </a:xfrm>
            <a:custGeom>
              <a:avLst/>
              <a:gdLst>
                <a:gd name="T0" fmla="*/ 1700 w 7"/>
                <a:gd name="T1" fmla="*/ 2063 h 7"/>
                <a:gd name="T2" fmla="*/ 563 w 7"/>
                <a:gd name="T3" fmla="*/ 2342 h 7"/>
                <a:gd name="T4" fmla="*/ 357 w 7"/>
                <a:gd name="T5" fmla="*/ 442 h 7"/>
                <a:gd name="T6" fmla="*/ 1700 w 7"/>
                <a:gd name="T7" fmla="*/ 442 h 7"/>
                <a:gd name="T8" fmla="*/ 1700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56" name="Freeform 2414">
              <a:extLst>
                <a:ext uri="{FF2B5EF4-FFF2-40B4-BE49-F238E27FC236}">
                  <a16:creationId xmlns:a16="http://schemas.microsoft.com/office/drawing/2014/main" id="{A394DB70-2CDB-4555-AC48-7AC950890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147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313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7" name="Freeform 2415">
              <a:extLst>
                <a:ext uri="{FF2B5EF4-FFF2-40B4-BE49-F238E27FC236}">
                  <a16:creationId xmlns:a16="http://schemas.microsoft.com/office/drawing/2014/main" id="{09A12397-BE6B-48D2-B054-4A1547403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125"/>
              <a:ext cx="17" cy="19"/>
            </a:xfrm>
            <a:custGeom>
              <a:avLst/>
              <a:gdLst>
                <a:gd name="T0" fmla="*/ 1243 w 7"/>
                <a:gd name="T1" fmla="*/ 2342 h 7"/>
                <a:gd name="T2" fmla="*/ 170 w 7"/>
                <a:gd name="T3" fmla="*/ 2342 h 7"/>
                <a:gd name="T4" fmla="*/ 170 w 7"/>
                <a:gd name="T5" fmla="*/ 760 h 7"/>
                <a:gd name="T6" fmla="*/ 1003 w 7"/>
                <a:gd name="T7" fmla="*/ 442 h 7"/>
                <a:gd name="T8" fmla="*/ 124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58" name="Freeform 2416">
              <a:extLst>
                <a:ext uri="{FF2B5EF4-FFF2-40B4-BE49-F238E27FC236}">
                  <a16:creationId xmlns:a16="http://schemas.microsoft.com/office/drawing/2014/main" id="{6A753074-A4A9-4019-978F-820C5B33B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131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9" name="Freeform 2417">
              <a:extLst>
                <a:ext uri="{FF2B5EF4-FFF2-40B4-BE49-F238E27FC236}">
                  <a16:creationId xmlns:a16="http://schemas.microsoft.com/office/drawing/2014/main" id="{8917C012-C552-41FB-85D0-EC28610FF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109"/>
              <a:ext cx="17" cy="19"/>
            </a:xfrm>
            <a:custGeom>
              <a:avLst/>
              <a:gdLst>
                <a:gd name="T0" fmla="*/ 1243 w 7"/>
                <a:gd name="T1" fmla="*/ 2063 h 7"/>
                <a:gd name="T2" fmla="*/ 413 w 7"/>
                <a:gd name="T3" fmla="*/ 2342 h 7"/>
                <a:gd name="T4" fmla="*/ 170 w 7"/>
                <a:gd name="T5" fmla="*/ 442 h 7"/>
                <a:gd name="T6" fmla="*/ 1243 w 7"/>
                <a:gd name="T7" fmla="*/ 442 h 7"/>
                <a:gd name="T8" fmla="*/ 124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60" name="Freeform 2418">
              <a:extLst>
                <a:ext uri="{FF2B5EF4-FFF2-40B4-BE49-F238E27FC236}">
                  <a16:creationId xmlns:a16="http://schemas.microsoft.com/office/drawing/2014/main" id="{1714AF80-959C-4484-A665-BE7DB21BD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112"/>
              <a:ext cx="7" cy="8"/>
            </a:xfrm>
            <a:custGeom>
              <a:avLst/>
              <a:gdLst>
                <a:gd name="T0" fmla="*/ 355 w 3"/>
                <a:gd name="T1" fmla="*/ 661 h 3"/>
                <a:gd name="T2" fmla="*/ 152 w 3"/>
                <a:gd name="T3" fmla="*/ 661 h 3"/>
                <a:gd name="T4" fmla="*/ 0 w 3"/>
                <a:gd name="T5" fmla="*/ 397 h 3"/>
                <a:gd name="T6" fmla="*/ 355 w 3"/>
                <a:gd name="T7" fmla="*/ 397 h 3"/>
                <a:gd name="T8" fmla="*/ 355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1" name="Freeform 2419">
              <a:extLst>
                <a:ext uri="{FF2B5EF4-FFF2-40B4-BE49-F238E27FC236}">
                  <a16:creationId xmlns:a16="http://schemas.microsoft.com/office/drawing/2014/main" id="{454C6F3B-42A2-42FC-A0A4-43C12D93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091"/>
              <a:ext cx="18" cy="18"/>
            </a:xfrm>
            <a:custGeom>
              <a:avLst/>
              <a:gdLst>
                <a:gd name="T0" fmla="*/ 1700 w 7"/>
                <a:gd name="T1" fmla="*/ 1700 h 7"/>
                <a:gd name="T2" fmla="*/ 563 w 7"/>
                <a:gd name="T3" fmla="*/ 1700 h 7"/>
                <a:gd name="T4" fmla="*/ 563 w 7"/>
                <a:gd name="T5" fmla="*/ 357 h 7"/>
                <a:gd name="T6" fmla="*/ 1700 w 7"/>
                <a:gd name="T7" fmla="*/ 357 h 7"/>
                <a:gd name="T8" fmla="*/ 170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62" name="Freeform 2420">
              <a:extLst>
                <a:ext uri="{FF2B5EF4-FFF2-40B4-BE49-F238E27FC236}">
                  <a16:creationId xmlns:a16="http://schemas.microsoft.com/office/drawing/2014/main" id="{9261DB14-67CA-4F58-A15A-7296FA90C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096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313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3" name="Freeform 2421">
              <a:extLst>
                <a:ext uri="{FF2B5EF4-FFF2-40B4-BE49-F238E27FC236}">
                  <a16:creationId xmlns:a16="http://schemas.microsoft.com/office/drawing/2014/main" id="{E24CB1A1-1EBB-48AA-A4DD-E151C565C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075"/>
              <a:ext cx="17" cy="18"/>
            </a:xfrm>
            <a:custGeom>
              <a:avLst/>
              <a:gdLst>
                <a:gd name="T0" fmla="*/ 1243 w 7"/>
                <a:gd name="T1" fmla="*/ 1700 h 7"/>
                <a:gd name="T2" fmla="*/ 170 w 7"/>
                <a:gd name="T3" fmla="*/ 1700 h 7"/>
                <a:gd name="T4" fmla="*/ 170 w 7"/>
                <a:gd name="T5" fmla="*/ 357 h 7"/>
                <a:gd name="T6" fmla="*/ 1243 w 7"/>
                <a:gd name="T7" fmla="*/ 357 h 7"/>
                <a:gd name="T8" fmla="*/ 1243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64" name="Freeform 2422">
              <a:extLst>
                <a:ext uri="{FF2B5EF4-FFF2-40B4-BE49-F238E27FC236}">
                  <a16:creationId xmlns:a16="http://schemas.microsoft.com/office/drawing/2014/main" id="{81F05DB8-F3C5-49EC-BE1C-8B21A816E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077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5" name="Freeform 2423">
              <a:extLst>
                <a:ext uri="{FF2B5EF4-FFF2-40B4-BE49-F238E27FC236}">
                  <a16:creationId xmlns:a16="http://schemas.microsoft.com/office/drawing/2014/main" id="{C45349D4-7B18-4D6B-A6C5-3CA1E6DD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056"/>
              <a:ext cx="18" cy="19"/>
            </a:xfrm>
            <a:custGeom>
              <a:avLst/>
              <a:gdLst>
                <a:gd name="T0" fmla="*/ 1700 w 7"/>
                <a:gd name="T1" fmla="*/ 2342 h 7"/>
                <a:gd name="T2" fmla="*/ 357 w 7"/>
                <a:gd name="T3" fmla="*/ 2342 h 7"/>
                <a:gd name="T4" fmla="*/ 357 w 7"/>
                <a:gd name="T5" fmla="*/ 760 h 7"/>
                <a:gd name="T6" fmla="*/ 1700 w 7"/>
                <a:gd name="T7" fmla="*/ 442 h 7"/>
                <a:gd name="T8" fmla="*/ 170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66" name="Freeform 2424">
              <a:extLst>
                <a:ext uri="{FF2B5EF4-FFF2-40B4-BE49-F238E27FC236}">
                  <a16:creationId xmlns:a16="http://schemas.microsoft.com/office/drawing/2014/main" id="{76E28A87-6C7C-4A35-9BC7-C1D84B4D8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061"/>
              <a:ext cx="5" cy="6"/>
            </a:xfrm>
            <a:custGeom>
              <a:avLst/>
              <a:gdLst>
                <a:gd name="T0" fmla="*/ 520 w 2"/>
                <a:gd name="T1" fmla="*/ 1458 h 2"/>
                <a:gd name="T2" fmla="*/ 0 w 2"/>
                <a:gd name="T3" fmla="*/ 1458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7" name="Freeform 2425">
              <a:extLst>
                <a:ext uri="{FF2B5EF4-FFF2-40B4-BE49-F238E27FC236}">
                  <a16:creationId xmlns:a16="http://schemas.microsoft.com/office/drawing/2014/main" id="{C6B9BC6B-3A40-45EA-B6D0-8BE1F3E81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040"/>
              <a:ext cx="17" cy="19"/>
            </a:xfrm>
            <a:custGeom>
              <a:avLst/>
              <a:gdLst>
                <a:gd name="T0" fmla="*/ 1243 w 7"/>
                <a:gd name="T1" fmla="*/ 2342 h 7"/>
                <a:gd name="T2" fmla="*/ 170 w 7"/>
                <a:gd name="T3" fmla="*/ 2342 h 7"/>
                <a:gd name="T4" fmla="*/ 170 w 7"/>
                <a:gd name="T5" fmla="*/ 442 h 7"/>
                <a:gd name="T6" fmla="*/ 1243 w 7"/>
                <a:gd name="T7" fmla="*/ 442 h 7"/>
                <a:gd name="T8" fmla="*/ 124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68" name="Freeform 2426">
              <a:extLst>
                <a:ext uri="{FF2B5EF4-FFF2-40B4-BE49-F238E27FC236}">
                  <a16:creationId xmlns:a16="http://schemas.microsoft.com/office/drawing/2014/main" id="{E6C679F7-1E63-427D-844A-3130014A8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043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9" name="Freeform 2427">
              <a:extLst>
                <a:ext uri="{FF2B5EF4-FFF2-40B4-BE49-F238E27FC236}">
                  <a16:creationId xmlns:a16="http://schemas.microsoft.com/office/drawing/2014/main" id="{F8930C4D-3AE0-451E-94E2-DD2A520E4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021"/>
              <a:ext cx="18" cy="19"/>
            </a:xfrm>
            <a:custGeom>
              <a:avLst/>
              <a:gdLst>
                <a:gd name="T0" fmla="*/ 1700 w 7"/>
                <a:gd name="T1" fmla="*/ 2342 h 7"/>
                <a:gd name="T2" fmla="*/ 357 w 7"/>
                <a:gd name="T3" fmla="*/ 2342 h 7"/>
                <a:gd name="T4" fmla="*/ 357 w 7"/>
                <a:gd name="T5" fmla="*/ 442 h 7"/>
                <a:gd name="T6" fmla="*/ 1700 w 7"/>
                <a:gd name="T7" fmla="*/ 442 h 7"/>
                <a:gd name="T8" fmla="*/ 170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70" name="Freeform 2428">
              <a:extLst>
                <a:ext uri="{FF2B5EF4-FFF2-40B4-BE49-F238E27FC236}">
                  <a16:creationId xmlns:a16="http://schemas.microsoft.com/office/drawing/2014/main" id="{2BE9CC3C-0EAF-48A1-B9B6-904BD108C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027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1" name="Freeform 2429">
              <a:extLst>
                <a:ext uri="{FF2B5EF4-FFF2-40B4-BE49-F238E27FC236}">
                  <a16:creationId xmlns:a16="http://schemas.microsoft.com/office/drawing/2014/main" id="{36867303-A366-4758-B092-4F213BB63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005"/>
              <a:ext cx="17" cy="19"/>
            </a:xfrm>
            <a:custGeom>
              <a:avLst/>
              <a:gdLst>
                <a:gd name="T0" fmla="*/ 1243 w 7"/>
                <a:gd name="T1" fmla="*/ 2063 h 7"/>
                <a:gd name="T2" fmla="*/ 413 w 7"/>
                <a:gd name="T3" fmla="*/ 2342 h 7"/>
                <a:gd name="T4" fmla="*/ 170 w 7"/>
                <a:gd name="T5" fmla="*/ 442 h 7"/>
                <a:gd name="T6" fmla="*/ 1243 w 7"/>
                <a:gd name="T7" fmla="*/ 442 h 7"/>
                <a:gd name="T8" fmla="*/ 1243 w 7"/>
                <a:gd name="T9" fmla="*/ 206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72" name="Freeform 2430">
              <a:extLst>
                <a:ext uri="{FF2B5EF4-FFF2-40B4-BE49-F238E27FC236}">
                  <a16:creationId xmlns:a16="http://schemas.microsoft.com/office/drawing/2014/main" id="{C06E274D-D7C3-4EA4-92BA-E5049D81C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008"/>
              <a:ext cx="7" cy="8"/>
            </a:xfrm>
            <a:custGeom>
              <a:avLst/>
              <a:gdLst>
                <a:gd name="T0" fmla="*/ 355 w 3"/>
                <a:gd name="T1" fmla="*/ 661 h 3"/>
                <a:gd name="T2" fmla="*/ 152 w 3"/>
                <a:gd name="T3" fmla="*/ 661 h 3"/>
                <a:gd name="T4" fmla="*/ 152 w 3"/>
                <a:gd name="T5" fmla="*/ 397 h 3"/>
                <a:gd name="T6" fmla="*/ 355 w 3"/>
                <a:gd name="T7" fmla="*/ 397 h 3"/>
                <a:gd name="T8" fmla="*/ 355 w 3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3" name="Freeform 2431">
              <a:extLst>
                <a:ext uri="{FF2B5EF4-FFF2-40B4-BE49-F238E27FC236}">
                  <a16:creationId xmlns:a16="http://schemas.microsoft.com/office/drawing/2014/main" id="{ECCED34A-118E-4109-A66A-847D031C1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987"/>
              <a:ext cx="18" cy="18"/>
            </a:xfrm>
            <a:custGeom>
              <a:avLst/>
              <a:gdLst>
                <a:gd name="T0" fmla="*/ 1700 w 7"/>
                <a:gd name="T1" fmla="*/ 1700 h 7"/>
                <a:gd name="T2" fmla="*/ 357 w 7"/>
                <a:gd name="T3" fmla="*/ 1700 h 7"/>
                <a:gd name="T4" fmla="*/ 357 w 7"/>
                <a:gd name="T5" fmla="*/ 563 h 7"/>
                <a:gd name="T6" fmla="*/ 1700 w 7"/>
                <a:gd name="T7" fmla="*/ 357 h 7"/>
                <a:gd name="T8" fmla="*/ 1700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74" name="Freeform 2432">
              <a:extLst>
                <a:ext uri="{FF2B5EF4-FFF2-40B4-BE49-F238E27FC236}">
                  <a16:creationId xmlns:a16="http://schemas.microsoft.com/office/drawing/2014/main" id="{0FA9A051-8DDB-4CA5-AB4F-8020A1ED7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992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5" name="Freeform 2433">
              <a:extLst>
                <a:ext uri="{FF2B5EF4-FFF2-40B4-BE49-F238E27FC236}">
                  <a16:creationId xmlns:a16="http://schemas.microsoft.com/office/drawing/2014/main" id="{C45403B2-CC93-4843-86BF-1CFA640D9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971"/>
              <a:ext cx="17" cy="18"/>
            </a:xfrm>
            <a:custGeom>
              <a:avLst/>
              <a:gdLst>
                <a:gd name="T0" fmla="*/ 1243 w 7"/>
                <a:gd name="T1" fmla="*/ 1700 h 7"/>
                <a:gd name="T2" fmla="*/ 170 w 7"/>
                <a:gd name="T3" fmla="*/ 1448 h 7"/>
                <a:gd name="T4" fmla="*/ 413 w 7"/>
                <a:gd name="T5" fmla="*/ 357 h 7"/>
                <a:gd name="T6" fmla="*/ 1243 w 7"/>
                <a:gd name="T7" fmla="*/ 357 h 7"/>
                <a:gd name="T8" fmla="*/ 1243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76" name="Freeform 2434">
              <a:extLst>
                <a:ext uri="{FF2B5EF4-FFF2-40B4-BE49-F238E27FC236}">
                  <a16:creationId xmlns:a16="http://schemas.microsoft.com/office/drawing/2014/main" id="{298AF3AA-C8CD-4AD2-BE96-FA5A00E7B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973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7" name="Freeform 2435">
              <a:extLst>
                <a:ext uri="{FF2B5EF4-FFF2-40B4-BE49-F238E27FC236}">
                  <a16:creationId xmlns:a16="http://schemas.microsoft.com/office/drawing/2014/main" id="{351F7CB4-7C9F-4CF2-9BF1-7C54A0EFE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952"/>
              <a:ext cx="17" cy="19"/>
            </a:xfrm>
            <a:custGeom>
              <a:avLst/>
              <a:gdLst>
                <a:gd name="T0" fmla="*/ 1003 w 7"/>
                <a:gd name="T1" fmla="*/ 2342 h 7"/>
                <a:gd name="T2" fmla="*/ 170 w 7"/>
                <a:gd name="T3" fmla="*/ 2342 h 7"/>
                <a:gd name="T4" fmla="*/ 170 w 7"/>
                <a:gd name="T5" fmla="*/ 442 h 7"/>
                <a:gd name="T6" fmla="*/ 1243 w 7"/>
                <a:gd name="T7" fmla="*/ 442 h 7"/>
                <a:gd name="T8" fmla="*/ 100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5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78" name="Freeform 2436">
              <a:extLst>
                <a:ext uri="{FF2B5EF4-FFF2-40B4-BE49-F238E27FC236}">
                  <a16:creationId xmlns:a16="http://schemas.microsoft.com/office/drawing/2014/main" id="{901D0213-EBE3-4B20-AEB2-8D77BB4FE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957"/>
              <a:ext cx="5" cy="6"/>
            </a:xfrm>
            <a:custGeom>
              <a:avLst/>
              <a:gdLst>
                <a:gd name="T0" fmla="*/ 313 w 2"/>
                <a:gd name="T1" fmla="*/ 1458 h 2"/>
                <a:gd name="T2" fmla="*/ 0 w 2"/>
                <a:gd name="T3" fmla="*/ 729 h 2"/>
                <a:gd name="T4" fmla="*/ 0 w 2"/>
                <a:gd name="T5" fmla="*/ 0 h 2"/>
                <a:gd name="T6" fmla="*/ 520 w 2"/>
                <a:gd name="T7" fmla="*/ 0 h 2"/>
                <a:gd name="T8" fmla="*/ 313 w 2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9" name="Freeform 2437">
              <a:extLst>
                <a:ext uri="{FF2B5EF4-FFF2-40B4-BE49-F238E27FC236}">
                  <a16:creationId xmlns:a16="http://schemas.microsoft.com/office/drawing/2014/main" id="{CB83AFEA-1019-45D2-B447-C0E50141C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936"/>
              <a:ext cx="18" cy="19"/>
            </a:xfrm>
            <a:custGeom>
              <a:avLst/>
              <a:gdLst>
                <a:gd name="T0" fmla="*/ 1700 w 7"/>
                <a:gd name="T1" fmla="*/ 2342 h 7"/>
                <a:gd name="T2" fmla="*/ 357 w 7"/>
                <a:gd name="T3" fmla="*/ 2063 h 7"/>
                <a:gd name="T4" fmla="*/ 563 w 7"/>
                <a:gd name="T5" fmla="*/ 442 h 7"/>
                <a:gd name="T6" fmla="*/ 1700 w 7"/>
                <a:gd name="T7" fmla="*/ 442 h 7"/>
                <a:gd name="T8" fmla="*/ 170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3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80" name="Freeform 2438">
              <a:extLst>
                <a:ext uri="{FF2B5EF4-FFF2-40B4-BE49-F238E27FC236}">
                  <a16:creationId xmlns:a16="http://schemas.microsoft.com/office/drawing/2014/main" id="{C409899A-0C44-4655-85D8-BDCF52213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939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313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1" name="Freeform 2439">
              <a:extLst>
                <a:ext uri="{FF2B5EF4-FFF2-40B4-BE49-F238E27FC236}">
                  <a16:creationId xmlns:a16="http://schemas.microsoft.com/office/drawing/2014/main" id="{5BC9CA17-E892-4354-836D-B9F76A8BC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917"/>
              <a:ext cx="18" cy="19"/>
            </a:xfrm>
            <a:custGeom>
              <a:avLst/>
              <a:gdLst>
                <a:gd name="T0" fmla="*/ 1700 w 7"/>
                <a:gd name="T1" fmla="*/ 2342 h 7"/>
                <a:gd name="T2" fmla="*/ 357 w 7"/>
                <a:gd name="T3" fmla="*/ 2342 h 7"/>
                <a:gd name="T4" fmla="*/ 563 w 7"/>
                <a:gd name="T5" fmla="*/ 442 h 7"/>
                <a:gd name="T6" fmla="*/ 1700 w 7"/>
                <a:gd name="T7" fmla="*/ 442 h 7"/>
                <a:gd name="T8" fmla="*/ 1700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5" y="7"/>
                    <a:pt x="2" y="7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82" name="Freeform 2440">
              <a:extLst>
                <a:ext uri="{FF2B5EF4-FFF2-40B4-BE49-F238E27FC236}">
                  <a16:creationId xmlns:a16="http://schemas.microsoft.com/office/drawing/2014/main" id="{636D34D7-AA81-4E7C-B99C-1D924EAF3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923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313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3" name="Freeform 2441">
              <a:extLst>
                <a:ext uri="{FF2B5EF4-FFF2-40B4-BE49-F238E27FC236}">
                  <a16:creationId xmlns:a16="http://schemas.microsoft.com/office/drawing/2014/main" id="{6527753B-BFBE-41C8-86F9-3DDA2D05E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99"/>
              <a:ext cx="18" cy="18"/>
            </a:xfrm>
            <a:custGeom>
              <a:avLst/>
              <a:gdLst>
                <a:gd name="T0" fmla="*/ 1448 w 7"/>
                <a:gd name="T1" fmla="*/ 1700 h 7"/>
                <a:gd name="T2" fmla="*/ 357 w 7"/>
                <a:gd name="T3" fmla="*/ 1700 h 7"/>
                <a:gd name="T4" fmla="*/ 357 w 7"/>
                <a:gd name="T5" fmla="*/ 357 h 7"/>
                <a:gd name="T6" fmla="*/ 1700 w 7"/>
                <a:gd name="T7" fmla="*/ 563 h 7"/>
                <a:gd name="T8" fmla="*/ 1448 w 7"/>
                <a:gd name="T9" fmla="*/ 17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6" y="2"/>
                  </a:cubicBezTo>
                  <a:cubicBezTo>
                    <a:pt x="7" y="3"/>
                    <a:pt x="7" y="5"/>
                    <a:pt x="5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84" name="Freeform 2442">
              <a:extLst>
                <a:ext uri="{FF2B5EF4-FFF2-40B4-BE49-F238E27FC236}">
                  <a16:creationId xmlns:a16="http://schemas.microsoft.com/office/drawing/2014/main" id="{32BF2E5F-C03F-4798-AE8E-D87BDE31A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904"/>
              <a:ext cx="7" cy="5"/>
            </a:xfrm>
            <a:custGeom>
              <a:avLst/>
              <a:gdLst>
                <a:gd name="T0" fmla="*/ 355 w 3"/>
                <a:gd name="T1" fmla="*/ 520 h 2"/>
                <a:gd name="T2" fmla="*/ 152 w 3"/>
                <a:gd name="T3" fmla="*/ 520 h 2"/>
                <a:gd name="T4" fmla="*/ 152 w 3"/>
                <a:gd name="T5" fmla="*/ 0 h 2"/>
                <a:gd name="T6" fmla="*/ 355 w 3"/>
                <a:gd name="T7" fmla="*/ 0 h 2"/>
                <a:gd name="T8" fmla="*/ 355 w 3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5" name="Freeform 2443">
              <a:extLst>
                <a:ext uri="{FF2B5EF4-FFF2-40B4-BE49-F238E27FC236}">
                  <a16:creationId xmlns:a16="http://schemas.microsoft.com/office/drawing/2014/main" id="{BA915B2C-3D67-4B7B-8690-546440270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880"/>
              <a:ext cx="20" cy="19"/>
            </a:xfrm>
            <a:custGeom>
              <a:avLst/>
              <a:gdLst>
                <a:gd name="T0" fmla="*/ 1488 w 8"/>
                <a:gd name="T1" fmla="*/ 2342 h 7"/>
                <a:gd name="T2" fmla="*/ 520 w 8"/>
                <a:gd name="T3" fmla="*/ 2342 h 7"/>
                <a:gd name="T4" fmla="*/ 520 w 8"/>
                <a:gd name="T5" fmla="*/ 760 h 7"/>
                <a:gd name="T6" fmla="*/ 1488 w 8"/>
                <a:gd name="T7" fmla="*/ 760 h 7"/>
                <a:gd name="T8" fmla="*/ 1488 w 8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6" y="6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2" y="2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8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86" name="Freeform 2444">
              <a:extLst>
                <a:ext uri="{FF2B5EF4-FFF2-40B4-BE49-F238E27FC236}">
                  <a16:creationId xmlns:a16="http://schemas.microsoft.com/office/drawing/2014/main" id="{54D15F5D-B29E-43C2-A6F1-0AED9DED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885"/>
              <a:ext cx="7" cy="6"/>
            </a:xfrm>
            <a:custGeom>
              <a:avLst/>
              <a:gdLst>
                <a:gd name="T0" fmla="*/ 355 w 3"/>
                <a:gd name="T1" fmla="*/ 1458 h 2"/>
                <a:gd name="T2" fmla="*/ 152 w 3"/>
                <a:gd name="T3" fmla="*/ 1458 h 2"/>
                <a:gd name="T4" fmla="*/ 152 w 3"/>
                <a:gd name="T5" fmla="*/ 0 h 2"/>
                <a:gd name="T6" fmla="*/ 355 w 3"/>
                <a:gd name="T7" fmla="*/ 0 h 2"/>
                <a:gd name="T8" fmla="*/ 355 w 3"/>
                <a:gd name="T9" fmla="*/ 145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7" name="Freeform 2445">
              <a:extLst>
                <a:ext uri="{FF2B5EF4-FFF2-40B4-BE49-F238E27FC236}">
                  <a16:creationId xmlns:a16="http://schemas.microsoft.com/office/drawing/2014/main" id="{61EB0F64-BB8B-438F-929E-A2EC1CB35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864"/>
              <a:ext cx="17" cy="19"/>
            </a:xfrm>
            <a:custGeom>
              <a:avLst/>
              <a:gdLst>
                <a:gd name="T0" fmla="*/ 1003 w 7"/>
                <a:gd name="T1" fmla="*/ 2342 h 7"/>
                <a:gd name="T2" fmla="*/ 170 w 7"/>
                <a:gd name="T3" fmla="*/ 2063 h 7"/>
                <a:gd name="T4" fmla="*/ 413 w 7"/>
                <a:gd name="T5" fmla="*/ 442 h 7"/>
                <a:gd name="T6" fmla="*/ 1243 w 7"/>
                <a:gd name="T7" fmla="*/ 442 h 7"/>
                <a:gd name="T8" fmla="*/ 100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5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88" name="Freeform 2446">
              <a:extLst>
                <a:ext uri="{FF2B5EF4-FFF2-40B4-BE49-F238E27FC236}">
                  <a16:creationId xmlns:a16="http://schemas.microsoft.com/office/drawing/2014/main" id="{B35AE077-F57E-447A-8C9E-A1FA2AD9D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867"/>
              <a:ext cx="5" cy="8"/>
            </a:xfrm>
            <a:custGeom>
              <a:avLst/>
              <a:gdLst>
                <a:gd name="T0" fmla="*/ 313 w 2"/>
                <a:gd name="T1" fmla="*/ 1059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313 w 2"/>
                <a:gd name="T9" fmla="*/ 1059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9" name="Freeform 2447">
              <a:extLst>
                <a:ext uri="{FF2B5EF4-FFF2-40B4-BE49-F238E27FC236}">
                  <a16:creationId xmlns:a16="http://schemas.microsoft.com/office/drawing/2014/main" id="{C4057C83-F4BE-4DD2-89A8-303241E88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845"/>
              <a:ext cx="17" cy="19"/>
            </a:xfrm>
            <a:custGeom>
              <a:avLst/>
              <a:gdLst>
                <a:gd name="T0" fmla="*/ 1243 w 7"/>
                <a:gd name="T1" fmla="*/ 2342 h 7"/>
                <a:gd name="T2" fmla="*/ 170 w 7"/>
                <a:gd name="T3" fmla="*/ 2063 h 7"/>
                <a:gd name="T4" fmla="*/ 413 w 7"/>
                <a:gd name="T5" fmla="*/ 442 h 7"/>
                <a:gd name="T6" fmla="*/ 1243 w 7"/>
                <a:gd name="T7" fmla="*/ 760 h 7"/>
                <a:gd name="T8" fmla="*/ 124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90" name="Freeform 2448">
              <a:extLst>
                <a:ext uri="{FF2B5EF4-FFF2-40B4-BE49-F238E27FC236}">
                  <a16:creationId xmlns:a16="http://schemas.microsoft.com/office/drawing/2014/main" id="{168489C1-D1CD-4948-B2BF-03F3BE997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851"/>
              <a:ext cx="5" cy="5"/>
            </a:xfrm>
            <a:custGeom>
              <a:avLst/>
              <a:gdLst>
                <a:gd name="T0" fmla="*/ 520 w 2"/>
                <a:gd name="T1" fmla="*/ 520 h 2"/>
                <a:gd name="T2" fmla="*/ 0 w 2"/>
                <a:gd name="T3" fmla="*/ 520 h 2"/>
                <a:gd name="T4" fmla="*/ 0 w 2"/>
                <a:gd name="T5" fmla="*/ 0 h 2"/>
                <a:gd name="T6" fmla="*/ 520 w 2"/>
                <a:gd name="T7" fmla="*/ 0 h 2"/>
                <a:gd name="T8" fmla="*/ 520 w 2"/>
                <a:gd name="T9" fmla="*/ 5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1" name="Freeform 2449">
              <a:extLst>
                <a:ext uri="{FF2B5EF4-FFF2-40B4-BE49-F238E27FC236}">
                  <a16:creationId xmlns:a16="http://schemas.microsoft.com/office/drawing/2014/main" id="{F0C963A2-DDD3-42E7-BFC4-E4D1E949D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829"/>
              <a:ext cx="17" cy="19"/>
            </a:xfrm>
            <a:custGeom>
              <a:avLst/>
              <a:gdLst>
                <a:gd name="T0" fmla="*/ 1243 w 7"/>
                <a:gd name="T1" fmla="*/ 2342 h 7"/>
                <a:gd name="T2" fmla="*/ 170 w 7"/>
                <a:gd name="T3" fmla="*/ 2063 h 7"/>
                <a:gd name="T4" fmla="*/ 413 w 7"/>
                <a:gd name="T5" fmla="*/ 442 h 7"/>
                <a:gd name="T6" fmla="*/ 1243 w 7"/>
                <a:gd name="T7" fmla="*/ 442 h 7"/>
                <a:gd name="T8" fmla="*/ 1243 w 7"/>
                <a:gd name="T9" fmla="*/ 234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6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lose/>
                </a:path>
              </a:pathLst>
            </a:custGeom>
            <a:solidFill>
              <a:srgbClr val="FFEC0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92" name="Freeform 2450">
              <a:extLst>
                <a:ext uri="{FF2B5EF4-FFF2-40B4-BE49-F238E27FC236}">
                  <a16:creationId xmlns:a16="http://schemas.microsoft.com/office/drawing/2014/main" id="{F00AF350-A91B-46F0-A8CF-FCEBD7A03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832"/>
              <a:ext cx="5" cy="8"/>
            </a:xfrm>
            <a:custGeom>
              <a:avLst/>
              <a:gdLst>
                <a:gd name="T0" fmla="*/ 520 w 2"/>
                <a:gd name="T1" fmla="*/ 661 h 3"/>
                <a:gd name="T2" fmla="*/ 0 w 2"/>
                <a:gd name="T3" fmla="*/ 661 h 3"/>
                <a:gd name="T4" fmla="*/ 0 w 2"/>
                <a:gd name="T5" fmla="*/ 397 h 3"/>
                <a:gd name="T6" fmla="*/ 520 w 2"/>
                <a:gd name="T7" fmla="*/ 397 h 3"/>
                <a:gd name="T8" fmla="*/ 520 w 2"/>
                <a:gd name="T9" fmla="*/ 66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3" name="Oval 2451">
              <a:extLst>
                <a:ext uri="{FF2B5EF4-FFF2-40B4-BE49-F238E27FC236}">
                  <a16:creationId xmlns:a16="http://schemas.microsoft.com/office/drawing/2014/main" id="{5750044B-2EC6-4F8B-9DFA-E05A42888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2683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4" name="Oval 2452">
              <a:extLst>
                <a:ext uri="{FF2B5EF4-FFF2-40B4-BE49-F238E27FC236}">
                  <a16:creationId xmlns:a16="http://schemas.microsoft.com/office/drawing/2014/main" id="{B1329237-AB2C-4679-9CF1-88BF8B843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" y="268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5" name="Oval 2453">
              <a:extLst>
                <a:ext uri="{FF2B5EF4-FFF2-40B4-BE49-F238E27FC236}">
                  <a16:creationId xmlns:a16="http://schemas.microsoft.com/office/drawing/2014/main" id="{57A0A969-6D5A-4274-8DB1-532285BB7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3" y="2683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6" name="Oval 2454">
              <a:extLst>
                <a:ext uri="{FF2B5EF4-FFF2-40B4-BE49-F238E27FC236}">
                  <a16:creationId xmlns:a16="http://schemas.microsoft.com/office/drawing/2014/main" id="{6C5E9D84-9FD8-4518-98F1-7EA1270E4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685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7" name="Oval 2455">
              <a:extLst>
                <a:ext uri="{FF2B5EF4-FFF2-40B4-BE49-F238E27FC236}">
                  <a16:creationId xmlns:a16="http://schemas.microsoft.com/office/drawing/2014/main" id="{9D1E9020-45FC-4961-B5E2-E58115164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2680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8" name="Oval 2456">
              <a:extLst>
                <a:ext uri="{FF2B5EF4-FFF2-40B4-BE49-F238E27FC236}">
                  <a16:creationId xmlns:a16="http://schemas.microsoft.com/office/drawing/2014/main" id="{628B92A5-CDC6-42E7-8DD7-E371A8630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0" y="268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699" name="Oval 2457">
              <a:extLst>
                <a:ext uri="{FF2B5EF4-FFF2-40B4-BE49-F238E27FC236}">
                  <a16:creationId xmlns:a16="http://schemas.microsoft.com/office/drawing/2014/main" id="{5F59399F-66F0-4A8A-B0C3-3D9E0A908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677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0" name="Oval 2458">
              <a:extLst>
                <a:ext uri="{FF2B5EF4-FFF2-40B4-BE49-F238E27FC236}">
                  <a16:creationId xmlns:a16="http://schemas.microsoft.com/office/drawing/2014/main" id="{69EC678F-243A-491C-AAB3-36224E61A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68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1" name="Oval 2459">
              <a:extLst>
                <a:ext uri="{FF2B5EF4-FFF2-40B4-BE49-F238E27FC236}">
                  <a16:creationId xmlns:a16="http://schemas.microsoft.com/office/drawing/2014/main" id="{E150114D-677A-43FD-80CA-2AC3E56E7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675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2" name="Oval 2460">
              <a:extLst>
                <a:ext uri="{FF2B5EF4-FFF2-40B4-BE49-F238E27FC236}">
                  <a16:creationId xmlns:a16="http://schemas.microsoft.com/office/drawing/2014/main" id="{5307D106-881D-4606-BCAE-3DF8473C8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67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3" name="Oval 2461">
              <a:extLst>
                <a:ext uri="{FF2B5EF4-FFF2-40B4-BE49-F238E27FC236}">
                  <a16:creationId xmlns:a16="http://schemas.microsoft.com/office/drawing/2014/main" id="{70693A30-57CD-4556-9D8A-2331D7574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667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4" name="Oval 2462">
              <a:extLst>
                <a:ext uri="{FF2B5EF4-FFF2-40B4-BE49-F238E27FC236}">
                  <a16:creationId xmlns:a16="http://schemas.microsoft.com/office/drawing/2014/main" id="{6EC249A5-3AE1-4765-9A77-C93A905DA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267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5" name="Oval 2463">
              <a:extLst>
                <a:ext uri="{FF2B5EF4-FFF2-40B4-BE49-F238E27FC236}">
                  <a16:creationId xmlns:a16="http://schemas.microsoft.com/office/drawing/2014/main" id="{2513732E-A311-401D-BE32-D40AC6ACD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2661"/>
              <a:ext cx="17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6" name="Oval 2464">
              <a:extLst>
                <a:ext uri="{FF2B5EF4-FFF2-40B4-BE49-F238E27FC236}">
                  <a16:creationId xmlns:a16="http://schemas.microsoft.com/office/drawing/2014/main" id="{8FEE3783-E1A0-4FA8-B3ED-4B9E4D6F9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66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7" name="Oval 2465">
              <a:extLst>
                <a:ext uri="{FF2B5EF4-FFF2-40B4-BE49-F238E27FC236}">
                  <a16:creationId xmlns:a16="http://schemas.microsoft.com/office/drawing/2014/main" id="{7A173A7E-60BE-4660-8164-341477598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2656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8" name="Oval 2466">
              <a:extLst>
                <a:ext uri="{FF2B5EF4-FFF2-40B4-BE49-F238E27FC236}">
                  <a16:creationId xmlns:a16="http://schemas.microsoft.com/office/drawing/2014/main" id="{E0A344EF-BEB4-42DE-B73A-B5CF3D419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" y="265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09" name="Oval 2467">
              <a:extLst>
                <a:ext uri="{FF2B5EF4-FFF2-40B4-BE49-F238E27FC236}">
                  <a16:creationId xmlns:a16="http://schemas.microsoft.com/office/drawing/2014/main" id="{465AB5FF-D61D-4E4A-BAF7-7F63929D4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2648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10" name="Oval 2468">
              <a:extLst>
                <a:ext uri="{FF2B5EF4-FFF2-40B4-BE49-F238E27FC236}">
                  <a16:creationId xmlns:a16="http://schemas.microsoft.com/office/drawing/2014/main" id="{3D6D7E6F-1BF3-4909-8F07-E361D1BF0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65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11" name="Oval 2469">
              <a:extLst>
                <a:ext uri="{FF2B5EF4-FFF2-40B4-BE49-F238E27FC236}">
                  <a16:creationId xmlns:a16="http://schemas.microsoft.com/office/drawing/2014/main" id="{A911771D-BB5B-4243-9350-9498CD9EB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2640"/>
              <a:ext cx="15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12" name="Oval 2470">
              <a:extLst>
                <a:ext uri="{FF2B5EF4-FFF2-40B4-BE49-F238E27FC236}">
                  <a16:creationId xmlns:a16="http://schemas.microsoft.com/office/drawing/2014/main" id="{C9DDEF6A-F57F-416F-AD98-704B01C2F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264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13" name="Oval 2471">
              <a:extLst>
                <a:ext uri="{FF2B5EF4-FFF2-40B4-BE49-F238E27FC236}">
                  <a16:creationId xmlns:a16="http://schemas.microsoft.com/office/drawing/2014/main" id="{17DE92D4-BAC7-433B-A43B-62D0AB198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2629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14" name="Oval 2472">
              <a:extLst>
                <a:ext uri="{FF2B5EF4-FFF2-40B4-BE49-F238E27FC236}">
                  <a16:creationId xmlns:a16="http://schemas.microsoft.com/office/drawing/2014/main" id="{1C563705-315F-487C-B3B1-A9933DB52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" y="263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15" name="Oval 2473">
              <a:extLst>
                <a:ext uri="{FF2B5EF4-FFF2-40B4-BE49-F238E27FC236}">
                  <a16:creationId xmlns:a16="http://schemas.microsoft.com/office/drawing/2014/main" id="{F357374F-8B1C-4FB8-BA08-AA17D3491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2619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16" name="Oval 2474">
              <a:extLst>
                <a:ext uri="{FF2B5EF4-FFF2-40B4-BE49-F238E27FC236}">
                  <a16:creationId xmlns:a16="http://schemas.microsoft.com/office/drawing/2014/main" id="{16208B29-0A53-453F-8D55-5FE68597D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262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17" name="Oval 2475">
              <a:extLst>
                <a:ext uri="{FF2B5EF4-FFF2-40B4-BE49-F238E27FC236}">
                  <a16:creationId xmlns:a16="http://schemas.microsoft.com/office/drawing/2014/main" id="{0D027DFD-D6E8-44C5-8BC5-536E1270C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2608"/>
              <a:ext cx="15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18" name="Oval 2476">
              <a:extLst>
                <a:ext uri="{FF2B5EF4-FFF2-40B4-BE49-F238E27FC236}">
                  <a16:creationId xmlns:a16="http://schemas.microsoft.com/office/drawing/2014/main" id="{4946C85B-E446-4D60-AC1E-C5BADD3B3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61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19" name="Oval 2477">
              <a:extLst>
                <a:ext uri="{FF2B5EF4-FFF2-40B4-BE49-F238E27FC236}">
                  <a16:creationId xmlns:a16="http://schemas.microsoft.com/office/drawing/2014/main" id="{39FAD274-9C40-40E3-9893-FE821B069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2597"/>
              <a:ext cx="18" cy="19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0" name="Oval 2478">
              <a:extLst>
                <a:ext uri="{FF2B5EF4-FFF2-40B4-BE49-F238E27FC236}">
                  <a16:creationId xmlns:a16="http://schemas.microsoft.com/office/drawing/2014/main" id="{3AFB0B22-B4D4-434D-8EF1-C1D853047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260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1" name="Oval 2479">
              <a:extLst>
                <a:ext uri="{FF2B5EF4-FFF2-40B4-BE49-F238E27FC236}">
                  <a16:creationId xmlns:a16="http://schemas.microsoft.com/office/drawing/2014/main" id="{58150F47-3342-4F2C-BE7A-C0BF55FF2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2587"/>
              <a:ext cx="15" cy="18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2" name="Oval 2480">
              <a:extLst>
                <a:ext uri="{FF2B5EF4-FFF2-40B4-BE49-F238E27FC236}">
                  <a16:creationId xmlns:a16="http://schemas.microsoft.com/office/drawing/2014/main" id="{4423CC94-43CE-4C58-9E52-616BE6D5A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58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3" name="Oval 2481">
              <a:extLst>
                <a:ext uri="{FF2B5EF4-FFF2-40B4-BE49-F238E27FC236}">
                  <a16:creationId xmlns:a16="http://schemas.microsoft.com/office/drawing/2014/main" id="{CB4AE00C-1CC0-4FB2-9A69-45A087AB6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576"/>
              <a:ext cx="17" cy="16"/>
            </a:xfrm>
            <a:prstGeom prst="ellipse">
              <a:avLst/>
            </a:prstGeom>
            <a:solidFill>
              <a:srgbClr val="FFEC00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4" name="Oval 2482">
              <a:extLst>
                <a:ext uri="{FF2B5EF4-FFF2-40B4-BE49-F238E27FC236}">
                  <a16:creationId xmlns:a16="http://schemas.microsoft.com/office/drawing/2014/main" id="{9EA8225E-F817-40CE-B39C-8CD1E5F87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257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5" name="Oval 2483">
              <a:extLst>
                <a:ext uri="{FF2B5EF4-FFF2-40B4-BE49-F238E27FC236}">
                  <a16:creationId xmlns:a16="http://schemas.microsoft.com/office/drawing/2014/main" id="{020F9FDE-855C-4139-B398-3490A18DE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771"/>
              <a:ext cx="98" cy="107"/>
            </a:xfrm>
            <a:prstGeom prst="ellipse">
              <a:avLst/>
            </a:pr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6" name="Oval 2484">
              <a:extLst>
                <a:ext uri="{FF2B5EF4-FFF2-40B4-BE49-F238E27FC236}">
                  <a16:creationId xmlns:a16="http://schemas.microsoft.com/office/drawing/2014/main" id="{FD2E7019-1DB0-4CBD-9DF5-E12520918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3" y="790"/>
              <a:ext cx="47" cy="50"/>
            </a:xfrm>
            <a:prstGeom prst="ellipse">
              <a:avLst/>
            </a:pr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7" name="Oval 2485">
              <a:extLst>
                <a:ext uri="{FF2B5EF4-FFF2-40B4-BE49-F238E27FC236}">
                  <a16:creationId xmlns:a16="http://schemas.microsoft.com/office/drawing/2014/main" id="{7DA48C25-6AE5-48FE-A559-9229C10D3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80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8" name="Freeform 2486">
              <a:extLst>
                <a:ext uri="{FF2B5EF4-FFF2-40B4-BE49-F238E27FC236}">
                  <a16:creationId xmlns:a16="http://schemas.microsoft.com/office/drawing/2014/main" id="{A4B07309-42DC-4A2C-99F3-4B23FB217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878"/>
              <a:ext cx="15" cy="74"/>
            </a:xfrm>
            <a:custGeom>
              <a:avLst/>
              <a:gdLst>
                <a:gd name="T0" fmla="*/ 783 w 6"/>
                <a:gd name="T1" fmla="*/ 0 h 28"/>
                <a:gd name="T2" fmla="*/ 0 w 6"/>
                <a:gd name="T3" fmla="*/ 0 h 28"/>
                <a:gd name="T4" fmla="*/ 0 w 6"/>
                <a:gd name="T5" fmla="*/ 9562 h 28"/>
                <a:gd name="T6" fmla="*/ 0 w 6"/>
                <a:gd name="T7" fmla="*/ 9562 h 28"/>
                <a:gd name="T8" fmla="*/ 783 w 6"/>
                <a:gd name="T9" fmla="*/ 9562 h 28"/>
                <a:gd name="T10" fmla="*/ 1488 w 6"/>
                <a:gd name="T11" fmla="*/ 9562 h 28"/>
                <a:gd name="T12" fmla="*/ 1488 w 6"/>
                <a:gd name="T13" fmla="*/ 9562 h 28"/>
                <a:gd name="T14" fmla="*/ 1488 w 6"/>
                <a:gd name="T15" fmla="*/ 0 h 28"/>
                <a:gd name="T16" fmla="*/ 783 w 6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28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8"/>
                    <a:pt x="2" y="28"/>
                    <a:pt x="3" y="28"/>
                  </a:cubicBezTo>
                  <a:cubicBezTo>
                    <a:pt x="4" y="28"/>
                    <a:pt x="5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9" name="Freeform 2487">
              <a:extLst>
                <a:ext uri="{FF2B5EF4-FFF2-40B4-BE49-F238E27FC236}">
                  <a16:creationId xmlns:a16="http://schemas.microsoft.com/office/drawing/2014/main" id="{0291ED5A-B051-4150-AAB0-425983C45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880"/>
              <a:ext cx="12" cy="72"/>
            </a:xfrm>
            <a:custGeom>
              <a:avLst/>
              <a:gdLst>
                <a:gd name="T0" fmla="*/ 0 w 5"/>
                <a:gd name="T1" fmla="*/ 0 h 27"/>
                <a:gd name="T2" fmla="*/ 967 w 5"/>
                <a:gd name="T3" fmla="*/ 0 h 27"/>
                <a:gd name="T4" fmla="*/ 967 w 5"/>
                <a:gd name="T5" fmla="*/ 9707 h 27"/>
                <a:gd name="T6" fmla="*/ 564 w 5"/>
                <a:gd name="T7" fmla="*/ 661 h 27"/>
                <a:gd name="T8" fmla="*/ 0 w 5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7"/>
                    <a:pt x="4" y="3"/>
                    <a:pt x="3" y="2"/>
                  </a:cubicBezTo>
                  <a:cubicBezTo>
                    <a:pt x="2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0" name="Oval 2488">
              <a:extLst>
                <a:ext uri="{FF2B5EF4-FFF2-40B4-BE49-F238E27FC236}">
                  <a16:creationId xmlns:a16="http://schemas.microsoft.com/office/drawing/2014/main" id="{3E744C5F-4D50-41A5-B096-7AE0360AB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2779"/>
              <a:ext cx="98" cy="104"/>
            </a:xfrm>
            <a:prstGeom prst="ellipse">
              <a:avLst/>
            </a:pr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31" name="Freeform 2489">
              <a:extLst>
                <a:ext uri="{FF2B5EF4-FFF2-40B4-BE49-F238E27FC236}">
                  <a16:creationId xmlns:a16="http://schemas.microsoft.com/office/drawing/2014/main" id="{06182968-6603-4E51-BC42-1D69A8B05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795"/>
              <a:ext cx="55" cy="58"/>
            </a:xfrm>
            <a:custGeom>
              <a:avLst/>
              <a:gdLst>
                <a:gd name="T0" fmla="*/ 1958 w 22"/>
                <a:gd name="T1" fmla="*/ 625 h 22"/>
                <a:gd name="T2" fmla="*/ 4895 w 22"/>
                <a:gd name="T3" fmla="*/ 2655 h 22"/>
                <a:gd name="T4" fmla="*/ 3438 w 22"/>
                <a:gd name="T5" fmla="*/ 6762 h 22"/>
                <a:gd name="T6" fmla="*/ 520 w 22"/>
                <a:gd name="T7" fmla="*/ 4727 h 22"/>
                <a:gd name="T8" fmla="*/ 1958 w 22"/>
                <a:gd name="T9" fmla="*/ 62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8" y="2"/>
                  </a:moveTo>
                  <a:cubicBezTo>
                    <a:pt x="13" y="0"/>
                    <a:pt x="18" y="3"/>
                    <a:pt x="20" y="8"/>
                  </a:cubicBezTo>
                  <a:cubicBezTo>
                    <a:pt x="22" y="13"/>
                    <a:pt x="19" y="18"/>
                    <a:pt x="14" y="20"/>
                  </a:cubicBezTo>
                  <a:cubicBezTo>
                    <a:pt x="9" y="22"/>
                    <a:pt x="4" y="19"/>
                    <a:pt x="2" y="14"/>
                  </a:cubicBezTo>
                  <a:cubicBezTo>
                    <a:pt x="0" y="9"/>
                    <a:pt x="3" y="4"/>
                    <a:pt x="8" y="2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2" name="Freeform 2490">
              <a:extLst>
                <a:ext uri="{FF2B5EF4-FFF2-40B4-BE49-F238E27FC236}">
                  <a16:creationId xmlns:a16="http://schemas.microsoft.com/office/drawing/2014/main" id="{B4036ED9-7D53-4613-82A6-35D93041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808"/>
              <a:ext cx="23" cy="21"/>
            </a:xfrm>
            <a:custGeom>
              <a:avLst/>
              <a:gdLst>
                <a:gd name="T0" fmla="*/ 848 w 9"/>
                <a:gd name="T1" fmla="*/ 0 h 8"/>
                <a:gd name="T2" fmla="*/ 2167 w 9"/>
                <a:gd name="T3" fmla="*/ 992 h 8"/>
                <a:gd name="T4" fmla="*/ 1620 w 9"/>
                <a:gd name="T5" fmla="*/ 2604 h 8"/>
                <a:gd name="T6" fmla="*/ 332 w 9"/>
                <a:gd name="T7" fmla="*/ 1612 h 8"/>
                <a:gd name="T8" fmla="*/ 848 w 9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8"/>
                    <a:pt x="2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3" name="Freeform 2491">
              <a:extLst>
                <a:ext uri="{FF2B5EF4-FFF2-40B4-BE49-F238E27FC236}">
                  <a16:creationId xmlns:a16="http://schemas.microsoft.com/office/drawing/2014/main" id="{F9E49F5E-A5FE-4A4E-8B4E-25493DD1A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701"/>
              <a:ext cx="15" cy="78"/>
            </a:xfrm>
            <a:custGeom>
              <a:avLst/>
              <a:gdLst>
                <a:gd name="T0" fmla="*/ 783 w 6"/>
                <a:gd name="T1" fmla="*/ 10995 h 29"/>
                <a:gd name="T2" fmla="*/ 1488 w 6"/>
                <a:gd name="T3" fmla="*/ 10995 h 29"/>
                <a:gd name="T4" fmla="*/ 1488 w 6"/>
                <a:gd name="T5" fmla="*/ 0 h 29"/>
                <a:gd name="T6" fmla="*/ 1488 w 6"/>
                <a:gd name="T7" fmla="*/ 0 h 29"/>
                <a:gd name="T8" fmla="*/ 783 w 6"/>
                <a:gd name="T9" fmla="*/ 0 h 29"/>
                <a:gd name="T10" fmla="*/ 0 w 6"/>
                <a:gd name="T11" fmla="*/ 0 h 29"/>
                <a:gd name="T12" fmla="*/ 0 w 6"/>
                <a:gd name="T13" fmla="*/ 0 h 29"/>
                <a:gd name="T14" fmla="*/ 0 w 6"/>
                <a:gd name="T15" fmla="*/ 10995 h 29"/>
                <a:gd name="T16" fmla="*/ 783 w 6"/>
                <a:gd name="T17" fmla="*/ 1099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29">
                  <a:moveTo>
                    <a:pt x="3" y="29"/>
                  </a:moveTo>
                  <a:cubicBezTo>
                    <a:pt x="4" y="29"/>
                    <a:pt x="5" y="29"/>
                    <a:pt x="6" y="2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29"/>
                    <a:pt x="2" y="29"/>
                    <a:pt x="3" y="29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4" name="Freeform 2492">
              <a:extLst>
                <a:ext uri="{FF2B5EF4-FFF2-40B4-BE49-F238E27FC236}">
                  <a16:creationId xmlns:a16="http://schemas.microsoft.com/office/drawing/2014/main" id="{01BFC826-6714-44A1-9649-343E056D4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701"/>
              <a:ext cx="10" cy="72"/>
            </a:xfrm>
            <a:custGeom>
              <a:avLst/>
              <a:gdLst>
                <a:gd name="T0" fmla="*/ 988 w 4"/>
                <a:gd name="T1" fmla="*/ 9707 h 27"/>
                <a:gd name="T2" fmla="*/ 0 w 4"/>
                <a:gd name="T3" fmla="*/ 9707 h 27"/>
                <a:gd name="T4" fmla="*/ 0 w 4"/>
                <a:gd name="T5" fmla="*/ 0 h 27"/>
                <a:gd name="T6" fmla="*/ 520 w 4"/>
                <a:gd name="T7" fmla="*/ 9045 h 27"/>
                <a:gd name="T8" fmla="*/ 988 w 4"/>
                <a:gd name="T9" fmla="*/ 970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7">
                  <a:moveTo>
                    <a:pt x="4" y="27"/>
                  </a:moveTo>
                  <a:cubicBezTo>
                    <a:pt x="3" y="27"/>
                    <a:pt x="0" y="27"/>
                    <a:pt x="0" y="2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24"/>
                    <a:pt x="2" y="25"/>
                  </a:cubicBezTo>
                  <a:cubicBezTo>
                    <a:pt x="3" y="26"/>
                    <a:pt x="4" y="27"/>
                    <a:pt x="4" y="27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5" name="Freeform 2493">
              <a:extLst>
                <a:ext uri="{FF2B5EF4-FFF2-40B4-BE49-F238E27FC236}">
                  <a16:creationId xmlns:a16="http://schemas.microsoft.com/office/drawing/2014/main" id="{AC74CA6B-6017-4F56-8AE6-AC26ACEEA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878"/>
              <a:ext cx="15" cy="74"/>
            </a:xfrm>
            <a:custGeom>
              <a:avLst/>
              <a:gdLst>
                <a:gd name="T0" fmla="*/ 783 w 6"/>
                <a:gd name="T1" fmla="*/ 0 h 28"/>
                <a:gd name="T2" fmla="*/ 0 w 6"/>
                <a:gd name="T3" fmla="*/ 0 h 28"/>
                <a:gd name="T4" fmla="*/ 0 w 6"/>
                <a:gd name="T5" fmla="*/ 9562 h 28"/>
                <a:gd name="T6" fmla="*/ 0 w 6"/>
                <a:gd name="T7" fmla="*/ 9562 h 28"/>
                <a:gd name="T8" fmla="*/ 783 w 6"/>
                <a:gd name="T9" fmla="*/ 9562 h 28"/>
                <a:gd name="T10" fmla="*/ 1488 w 6"/>
                <a:gd name="T11" fmla="*/ 9562 h 28"/>
                <a:gd name="T12" fmla="*/ 1488 w 6"/>
                <a:gd name="T13" fmla="*/ 9562 h 28"/>
                <a:gd name="T14" fmla="*/ 1488 w 6"/>
                <a:gd name="T15" fmla="*/ 0 h 28"/>
                <a:gd name="T16" fmla="*/ 783 w 6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28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8"/>
                    <a:pt x="2" y="28"/>
                    <a:pt x="3" y="28"/>
                  </a:cubicBezTo>
                  <a:cubicBezTo>
                    <a:pt x="4" y="28"/>
                    <a:pt x="5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6" name="Oval 2494">
              <a:extLst>
                <a:ext uri="{FF2B5EF4-FFF2-40B4-BE49-F238E27FC236}">
                  <a16:creationId xmlns:a16="http://schemas.microsoft.com/office/drawing/2014/main" id="{0FA03C7C-9533-4FFD-AD47-3068176E3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771"/>
              <a:ext cx="9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37" name="Oval 2495">
              <a:extLst>
                <a:ext uri="{FF2B5EF4-FFF2-40B4-BE49-F238E27FC236}">
                  <a16:creationId xmlns:a16="http://schemas.microsoft.com/office/drawing/2014/main" id="{75A9798E-6269-4900-ACF3-3B2E3F88F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5" y="1773"/>
              <a:ext cx="100" cy="107"/>
            </a:xfrm>
            <a:prstGeom prst="ellipse">
              <a:avLst/>
            </a:pr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38" name="Oval 2496">
              <a:extLst>
                <a:ext uri="{FF2B5EF4-FFF2-40B4-BE49-F238E27FC236}">
                  <a16:creationId xmlns:a16="http://schemas.microsoft.com/office/drawing/2014/main" id="{1A2B6BD8-E2D5-4A85-BDF2-B8A31B97B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2" y="1789"/>
              <a:ext cx="48" cy="51"/>
            </a:xfrm>
            <a:prstGeom prst="ellipse">
              <a:avLst/>
            </a:pr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39" name="Oval 2497">
              <a:extLst>
                <a:ext uri="{FF2B5EF4-FFF2-40B4-BE49-F238E27FC236}">
                  <a16:creationId xmlns:a16="http://schemas.microsoft.com/office/drawing/2014/main" id="{56D0B70C-DC0B-4507-ADD0-C2996AA6F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7" y="1800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40" name="Freeform 2498">
              <a:extLst>
                <a:ext uri="{FF2B5EF4-FFF2-40B4-BE49-F238E27FC236}">
                  <a16:creationId xmlns:a16="http://schemas.microsoft.com/office/drawing/2014/main" id="{34E31A6A-EFDC-4466-9E7C-CCFF0DD51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819"/>
              <a:ext cx="73" cy="16"/>
            </a:xfrm>
            <a:custGeom>
              <a:avLst/>
              <a:gdLst>
                <a:gd name="T0" fmla="*/ 7383 w 29"/>
                <a:gd name="T1" fmla="*/ 1059 h 6"/>
                <a:gd name="T2" fmla="*/ 7383 w 29"/>
                <a:gd name="T3" fmla="*/ 0 h 6"/>
                <a:gd name="T4" fmla="*/ 317 w 29"/>
                <a:gd name="T5" fmla="*/ 0 h 6"/>
                <a:gd name="T6" fmla="*/ 0 w 29"/>
                <a:gd name="T7" fmla="*/ 0 h 6"/>
                <a:gd name="T8" fmla="*/ 317 w 29"/>
                <a:gd name="T9" fmla="*/ 1059 h 6"/>
                <a:gd name="T10" fmla="*/ 0 w 29"/>
                <a:gd name="T11" fmla="*/ 2184 h 6"/>
                <a:gd name="T12" fmla="*/ 317 w 29"/>
                <a:gd name="T13" fmla="*/ 2184 h 6"/>
                <a:gd name="T14" fmla="*/ 7383 w 29"/>
                <a:gd name="T15" fmla="*/ 2184 h 6"/>
                <a:gd name="T16" fmla="*/ 7383 w 29"/>
                <a:gd name="T17" fmla="*/ 1059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6">
                  <a:moveTo>
                    <a:pt x="29" y="3"/>
                  </a:moveTo>
                  <a:cubicBezTo>
                    <a:pt x="29" y="2"/>
                    <a:pt x="29" y="1"/>
                    <a:pt x="29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9" y="4"/>
                    <a:pt x="29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1" name="Freeform 2499">
              <a:extLst>
                <a:ext uri="{FF2B5EF4-FFF2-40B4-BE49-F238E27FC236}">
                  <a16:creationId xmlns:a16="http://schemas.microsoft.com/office/drawing/2014/main" id="{BAA6CE12-CD9F-44FB-9C00-1BA0145E4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821"/>
              <a:ext cx="67" cy="11"/>
            </a:xfrm>
            <a:custGeom>
              <a:avLst/>
              <a:gdLst>
                <a:gd name="T0" fmla="*/ 6293 w 27"/>
                <a:gd name="T1" fmla="*/ 0 h 4"/>
                <a:gd name="T2" fmla="*/ 6293 w 27"/>
                <a:gd name="T3" fmla="*/ 1724 h 4"/>
                <a:gd name="T4" fmla="*/ 0 w 27"/>
                <a:gd name="T5" fmla="*/ 1724 h 4"/>
                <a:gd name="T6" fmla="*/ 5836 w 27"/>
                <a:gd name="T7" fmla="*/ 976 h 4"/>
                <a:gd name="T8" fmla="*/ 6293 w 2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">
                  <a:moveTo>
                    <a:pt x="27" y="0"/>
                  </a:moveTo>
                  <a:cubicBezTo>
                    <a:pt x="27" y="1"/>
                    <a:pt x="27" y="4"/>
                    <a:pt x="2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24" y="3"/>
                    <a:pt x="25" y="2"/>
                  </a:cubicBezTo>
                  <a:cubicBezTo>
                    <a:pt x="26" y="1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2" name="Oval 2500">
              <a:extLst>
                <a:ext uri="{FF2B5EF4-FFF2-40B4-BE49-F238E27FC236}">
                  <a16:creationId xmlns:a16="http://schemas.microsoft.com/office/drawing/2014/main" id="{B134A61A-4FEA-460A-8F03-ED6B35FC0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1773"/>
              <a:ext cx="98" cy="107"/>
            </a:xfrm>
            <a:prstGeom prst="ellipse">
              <a:avLst/>
            </a:pr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43" name="Oval 2501">
              <a:extLst>
                <a:ext uri="{FF2B5EF4-FFF2-40B4-BE49-F238E27FC236}">
                  <a16:creationId xmlns:a16="http://schemas.microsoft.com/office/drawing/2014/main" id="{C76D5070-4F24-4A31-8B35-9F34BACA2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1795"/>
              <a:ext cx="48" cy="50"/>
            </a:xfrm>
            <a:prstGeom prst="ellipse">
              <a:avLst/>
            </a:pr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44" name="Oval 2502">
              <a:extLst>
                <a:ext uri="{FF2B5EF4-FFF2-40B4-BE49-F238E27FC236}">
                  <a16:creationId xmlns:a16="http://schemas.microsoft.com/office/drawing/2014/main" id="{BFB8A138-6DB4-473C-9421-8105EBA5D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180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45" name="Freeform 2503">
              <a:extLst>
                <a:ext uri="{FF2B5EF4-FFF2-40B4-BE49-F238E27FC236}">
                  <a16:creationId xmlns:a16="http://schemas.microsoft.com/office/drawing/2014/main" id="{3084130F-77F2-4AB6-B2E3-1CE7DF374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819"/>
              <a:ext cx="72" cy="16"/>
            </a:xfrm>
            <a:custGeom>
              <a:avLst/>
              <a:gdLst>
                <a:gd name="T0" fmla="*/ 0 w 29"/>
                <a:gd name="T1" fmla="*/ 1059 h 6"/>
                <a:gd name="T2" fmla="*/ 0 w 29"/>
                <a:gd name="T3" fmla="*/ 2184 h 6"/>
                <a:gd name="T4" fmla="*/ 6793 w 29"/>
                <a:gd name="T5" fmla="*/ 2184 h 6"/>
                <a:gd name="T6" fmla="*/ 6793 w 29"/>
                <a:gd name="T7" fmla="*/ 2184 h 6"/>
                <a:gd name="T8" fmla="*/ 6793 w 29"/>
                <a:gd name="T9" fmla="*/ 1059 h 6"/>
                <a:gd name="T10" fmla="*/ 6793 w 29"/>
                <a:gd name="T11" fmla="*/ 0 h 6"/>
                <a:gd name="T12" fmla="*/ 6793 w 29"/>
                <a:gd name="T13" fmla="*/ 0 h 6"/>
                <a:gd name="T14" fmla="*/ 0 w 29"/>
                <a:gd name="T15" fmla="*/ 0 h 6"/>
                <a:gd name="T16" fmla="*/ 0 w 29"/>
                <a:gd name="T17" fmla="*/ 1059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6">
                  <a:moveTo>
                    <a:pt x="0" y="3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9" y="4"/>
                    <a:pt x="29" y="3"/>
                  </a:cubicBezTo>
                  <a:cubicBezTo>
                    <a:pt x="29" y="2"/>
                    <a:pt x="29" y="1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6" name="Freeform 2504">
              <a:extLst>
                <a:ext uri="{FF2B5EF4-FFF2-40B4-BE49-F238E27FC236}">
                  <a16:creationId xmlns:a16="http://schemas.microsoft.com/office/drawing/2014/main" id="{BD87E8C5-0727-4601-8C49-09EA60727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821"/>
              <a:ext cx="67" cy="14"/>
            </a:xfrm>
            <a:custGeom>
              <a:avLst/>
              <a:gdLst>
                <a:gd name="T0" fmla="*/ 0 w 27"/>
                <a:gd name="T1" fmla="*/ 2391 h 5"/>
                <a:gd name="T2" fmla="*/ 0 w 27"/>
                <a:gd name="T3" fmla="*/ 0 h 5"/>
                <a:gd name="T4" fmla="*/ 6293 w 27"/>
                <a:gd name="T5" fmla="*/ 0 h 5"/>
                <a:gd name="T6" fmla="*/ 457 w 27"/>
                <a:gd name="T7" fmla="*/ 1050 h 5"/>
                <a:gd name="T8" fmla="*/ 0 w 27"/>
                <a:gd name="T9" fmla="*/ 239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">
                  <a:moveTo>
                    <a:pt x="0" y="5"/>
                  </a:moveTo>
                  <a:cubicBezTo>
                    <a:pt x="0" y="3"/>
                    <a:pt x="0" y="0"/>
                    <a:pt x="0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3" y="1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7" name="Freeform 2505">
              <a:extLst>
                <a:ext uri="{FF2B5EF4-FFF2-40B4-BE49-F238E27FC236}">
                  <a16:creationId xmlns:a16="http://schemas.microsoft.com/office/drawing/2014/main" id="{53BA89A7-B34E-4AC8-8E20-4AF5F52FE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819"/>
              <a:ext cx="73" cy="16"/>
            </a:xfrm>
            <a:custGeom>
              <a:avLst/>
              <a:gdLst>
                <a:gd name="T0" fmla="*/ 7383 w 29"/>
                <a:gd name="T1" fmla="*/ 1059 h 6"/>
                <a:gd name="T2" fmla="*/ 7383 w 29"/>
                <a:gd name="T3" fmla="*/ 0 h 6"/>
                <a:gd name="T4" fmla="*/ 317 w 29"/>
                <a:gd name="T5" fmla="*/ 0 h 6"/>
                <a:gd name="T6" fmla="*/ 0 w 29"/>
                <a:gd name="T7" fmla="*/ 0 h 6"/>
                <a:gd name="T8" fmla="*/ 317 w 29"/>
                <a:gd name="T9" fmla="*/ 1059 h 6"/>
                <a:gd name="T10" fmla="*/ 0 w 29"/>
                <a:gd name="T11" fmla="*/ 2184 h 6"/>
                <a:gd name="T12" fmla="*/ 317 w 29"/>
                <a:gd name="T13" fmla="*/ 2184 h 6"/>
                <a:gd name="T14" fmla="*/ 7383 w 29"/>
                <a:gd name="T15" fmla="*/ 2184 h 6"/>
                <a:gd name="T16" fmla="*/ 7383 w 29"/>
                <a:gd name="T17" fmla="*/ 1059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6">
                  <a:moveTo>
                    <a:pt x="29" y="3"/>
                  </a:moveTo>
                  <a:cubicBezTo>
                    <a:pt x="29" y="2"/>
                    <a:pt x="29" y="1"/>
                    <a:pt x="29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9" y="4"/>
                    <a:pt x="29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8" name="Oval 2506">
              <a:extLst>
                <a:ext uri="{FF2B5EF4-FFF2-40B4-BE49-F238E27FC236}">
                  <a16:creationId xmlns:a16="http://schemas.microsoft.com/office/drawing/2014/main" id="{E04C4D0E-89EB-4924-A754-C03AD914D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5" y="1773"/>
              <a:ext cx="100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49" name="Freeform 2507">
              <a:extLst>
                <a:ext uri="{FF2B5EF4-FFF2-40B4-BE49-F238E27FC236}">
                  <a16:creationId xmlns:a16="http://schemas.microsoft.com/office/drawing/2014/main" id="{7705820A-52E7-448C-909E-3913AD26A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480"/>
              <a:ext cx="108" cy="115"/>
            </a:xfrm>
            <a:custGeom>
              <a:avLst/>
              <a:gdLst>
                <a:gd name="T0" fmla="*/ 9002 w 43"/>
                <a:gd name="T1" fmla="*/ 12840 h 43"/>
                <a:gd name="T2" fmla="*/ 1994 w 43"/>
                <a:gd name="T3" fmla="*/ 12840 h 43"/>
                <a:gd name="T4" fmla="*/ 1994 w 43"/>
                <a:gd name="T5" fmla="*/ 2602 h 43"/>
                <a:gd name="T6" fmla="*/ 9002 w 43"/>
                <a:gd name="T7" fmla="*/ 2602 h 43"/>
                <a:gd name="T8" fmla="*/ 9002 w 43"/>
                <a:gd name="T9" fmla="*/ 1284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36" y="35"/>
                  </a:moveTo>
                  <a:cubicBezTo>
                    <a:pt x="28" y="43"/>
                    <a:pt x="16" y="43"/>
                    <a:pt x="8" y="35"/>
                  </a:cubicBezTo>
                  <a:cubicBezTo>
                    <a:pt x="0" y="27"/>
                    <a:pt x="0" y="15"/>
                    <a:pt x="8" y="7"/>
                  </a:cubicBezTo>
                  <a:cubicBezTo>
                    <a:pt x="16" y="0"/>
                    <a:pt x="28" y="0"/>
                    <a:pt x="36" y="7"/>
                  </a:cubicBezTo>
                  <a:cubicBezTo>
                    <a:pt x="43" y="15"/>
                    <a:pt x="43" y="27"/>
                    <a:pt x="36" y="35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0" name="Freeform 2508">
              <a:extLst>
                <a:ext uri="{FF2B5EF4-FFF2-40B4-BE49-F238E27FC236}">
                  <a16:creationId xmlns:a16="http://schemas.microsoft.com/office/drawing/2014/main" id="{B85DE424-7E52-47F8-8FA9-F4ECC2F08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501"/>
              <a:ext cx="55" cy="59"/>
            </a:xfrm>
            <a:custGeom>
              <a:avLst/>
              <a:gdLst>
                <a:gd name="T0" fmla="*/ 988 w 22"/>
                <a:gd name="T1" fmla="*/ 1813 h 22"/>
                <a:gd name="T2" fmla="*/ 4220 w 22"/>
                <a:gd name="T3" fmla="*/ 1547 h 22"/>
                <a:gd name="T4" fmla="*/ 4425 w 22"/>
                <a:gd name="T5" fmla="*/ 6364 h 22"/>
                <a:gd name="T6" fmla="*/ 1300 w 22"/>
                <a:gd name="T7" fmla="*/ 7077 h 22"/>
                <a:gd name="T8" fmla="*/ 988 w 22"/>
                <a:gd name="T9" fmla="*/ 181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5"/>
                  </a:moveTo>
                  <a:cubicBezTo>
                    <a:pt x="7" y="1"/>
                    <a:pt x="13" y="0"/>
                    <a:pt x="17" y="4"/>
                  </a:cubicBezTo>
                  <a:cubicBezTo>
                    <a:pt x="21" y="7"/>
                    <a:pt x="22" y="13"/>
                    <a:pt x="18" y="17"/>
                  </a:cubicBezTo>
                  <a:cubicBezTo>
                    <a:pt x="15" y="21"/>
                    <a:pt x="9" y="22"/>
                    <a:pt x="5" y="19"/>
                  </a:cubicBezTo>
                  <a:cubicBezTo>
                    <a:pt x="1" y="15"/>
                    <a:pt x="0" y="9"/>
                    <a:pt x="4" y="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1" name="Freeform 2509">
              <a:extLst>
                <a:ext uri="{FF2B5EF4-FFF2-40B4-BE49-F238E27FC236}">
                  <a16:creationId xmlns:a16="http://schemas.microsoft.com/office/drawing/2014/main" id="{BDC7369C-B034-4DCE-8204-BECAD6511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515"/>
              <a:ext cx="22" cy="24"/>
            </a:xfrm>
            <a:custGeom>
              <a:avLst/>
              <a:gdLst>
                <a:gd name="T0" fmla="*/ 425 w 9"/>
                <a:gd name="T1" fmla="*/ 661 h 9"/>
                <a:gd name="T2" fmla="*/ 1506 w 9"/>
                <a:gd name="T3" fmla="*/ 397 h 9"/>
                <a:gd name="T4" fmla="*/ 1750 w 9"/>
                <a:gd name="T5" fmla="*/ 2581 h 9"/>
                <a:gd name="T6" fmla="*/ 425 w 9"/>
                <a:gd name="T7" fmla="*/ 2581 h 9"/>
                <a:gd name="T8" fmla="*/ 425 w 9"/>
                <a:gd name="T9" fmla="*/ 66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0"/>
                    <a:pt x="6" y="0"/>
                    <a:pt x="7" y="1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6" y="8"/>
                    <a:pt x="4" y="9"/>
                    <a:pt x="2" y="7"/>
                  </a:cubicBezTo>
                  <a:cubicBezTo>
                    <a:pt x="1" y="6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2" name="Freeform 2510">
              <a:extLst>
                <a:ext uri="{FF2B5EF4-FFF2-40B4-BE49-F238E27FC236}">
                  <a16:creationId xmlns:a16="http://schemas.microsoft.com/office/drawing/2014/main" id="{5A691734-5E7C-487A-9891-DA87FDE5D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440"/>
              <a:ext cx="62" cy="67"/>
            </a:xfrm>
            <a:custGeom>
              <a:avLst/>
              <a:gdLst>
                <a:gd name="T0" fmla="*/ 640 w 25"/>
                <a:gd name="T1" fmla="*/ 8145 h 25"/>
                <a:gd name="T2" fmla="*/ 1131 w 25"/>
                <a:gd name="T3" fmla="*/ 9281 h 25"/>
                <a:gd name="T4" fmla="*/ 5826 w 25"/>
                <a:gd name="T5" fmla="*/ 1501 h 25"/>
                <a:gd name="T6" fmla="*/ 5826 w 25"/>
                <a:gd name="T7" fmla="*/ 1501 h 25"/>
                <a:gd name="T8" fmla="*/ 5339 w 25"/>
                <a:gd name="T9" fmla="*/ 675 h 25"/>
                <a:gd name="T10" fmla="*/ 4883 w 25"/>
                <a:gd name="T11" fmla="*/ 0 h 25"/>
                <a:gd name="T12" fmla="*/ 4883 w 25"/>
                <a:gd name="T13" fmla="*/ 0 h 25"/>
                <a:gd name="T14" fmla="*/ 0 w 25"/>
                <a:gd name="T15" fmla="*/ 7491 h 25"/>
                <a:gd name="T16" fmla="*/ 640 w 25"/>
                <a:gd name="T17" fmla="*/ 8145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5">
                  <a:moveTo>
                    <a:pt x="3" y="22"/>
                  </a:moveTo>
                  <a:cubicBezTo>
                    <a:pt x="4" y="23"/>
                    <a:pt x="4" y="24"/>
                    <a:pt x="5" y="2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3"/>
                    <a:pt x="24" y="3"/>
                    <a:pt x="23" y="2"/>
                  </a:cubicBezTo>
                  <a:cubicBezTo>
                    <a:pt x="22" y="1"/>
                    <a:pt x="22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1"/>
                    <a:pt x="2" y="21"/>
                    <a:pt x="3" y="2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3" name="Freeform 2511">
              <a:extLst>
                <a:ext uri="{FF2B5EF4-FFF2-40B4-BE49-F238E27FC236}">
                  <a16:creationId xmlns:a16="http://schemas.microsoft.com/office/drawing/2014/main" id="{C3E481C5-3456-4280-B89E-4DEAAEECA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443"/>
              <a:ext cx="47" cy="58"/>
            </a:xfrm>
            <a:custGeom>
              <a:avLst/>
              <a:gdLst>
                <a:gd name="T0" fmla="*/ 636 w 19"/>
                <a:gd name="T1" fmla="*/ 7382 h 22"/>
                <a:gd name="T2" fmla="*/ 0 w 19"/>
                <a:gd name="T3" fmla="*/ 6375 h 22"/>
                <a:gd name="T4" fmla="*/ 4344 w 19"/>
                <a:gd name="T5" fmla="*/ 0 h 22"/>
                <a:gd name="T6" fmla="*/ 636 w 19"/>
                <a:gd name="T7" fmla="*/ 6375 h 22"/>
                <a:gd name="T8" fmla="*/ 636 w 19"/>
                <a:gd name="T9" fmla="*/ 73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3" y="22"/>
                  </a:moveTo>
                  <a:cubicBezTo>
                    <a:pt x="3" y="21"/>
                    <a:pt x="1" y="19"/>
                    <a:pt x="0" y="19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3" y="17"/>
                    <a:pt x="3" y="19"/>
                  </a:cubicBezTo>
                  <a:cubicBezTo>
                    <a:pt x="3" y="20"/>
                    <a:pt x="4" y="22"/>
                    <a:pt x="3" y="22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4" name="Freeform 2512">
              <a:extLst>
                <a:ext uri="{FF2B5EF4-FFF2-40B4-BE49-F238E27FC236}">
                  <a16:creationId xmlns:a16="http://schemas.microsoft.com/office/drawing/2014/main" id="{AA262F73-5F51-4B02-A88B-166BD7A0A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062"/>
              <a:ext cx="108" cy="114"/>
            </a:xfrm>
            <a:custGeom>
              <a:avLst/>
              <a:gdLst>
                <a:gd name="T0" fmla="*/ 1994 w 43"/>
                <a:gd name="T1" fmla="*/ 12209 h 43"/>
                <a:gd name="T2" fmla="*/ 1994 w 43"/>
                <a:gd name="T3" fmla="*/ 2481 h 43"/>
                <a:gd name="T4" fmla="*/ 9002 w 43"/>
                <a:gd name="T5" fmla="*/ 2481 h 43"/>
                <a:gd name="T6" fmla="*/ 9002 w 43"/>
                <a:gd name="T7" fmla="*/ 12209 h 43"/>
                <a:gd name="T8" fmla="*/ 1994 w 43"/>
                <a:gd name="T9" fmla="*/ 1220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8" y="35"/>
                  </a:moveTo>
                  <a:cubicBezTo>
                    <a:pt x="0" y="27"/>
                    <a:pt x="0" y="15"/>
                    <a:pt x="8" y="7"/>
                  </a:cubicBezTo>
                  <a:cubicBezTo>
                    <a:pt x="16" y="0"/>
                    <a:pt x="28" y="0"/>
                    <a:pt x="36" y="7"/>
                  </a:cubicBezTo>
                  <a:cubicBezTo>
                    <a:pt x="43" y="15"/>
                    <a:pt x="43" y="27"/>
                    <a:pt x="36" y="35"/>
                  </a:cubicBezTo>
                  <a:cubicBezTo>
                    <a:pt x="28" y="43"/>
                    <a:pt x="16" y="43"/>
                    <a:pt x="8" y="35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5" name="Freeform 2513">
              <a:extLst>
                <a:ext uri="{FF2B5EF4-FFF2-40B4-BE49-F238E27FC236}">
                  <a16:creationId xmlns:a16="http://schemas.microsoft.com/office/drawing/2014/main" id="{2A463D46-8776-4E1D-9FA2-022F05185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078"/>
              <a:ext cx="53" cy="56"/>
            </a:xfrm>
            <a:custGeom>
              <a:avLst/>
              <a:gdLst>
                <a:gd name="T0" fmla="*/ 1012 w 21"/>
                <a:gd name="T1" fmla="*/ 6067 h 21"/>
                <a:gd name="T2" fmla="*/ 1012 w 21"/>
                <a:gd name="T3" fmla="*/ 1459 h 21"/>
                <a:gd name="T4" fmla="*/ 4631 w 21"/>
                <a:gd name="T5" fmla="*/ 1459 h 21"/>
                <a:gd name="T6" fmla="*/ 4631 w 21"/>
                <a:gd name="T7" fmla="*/ 6067 h 21"/>
                <a:gd name="T8" fmla="*/ 1012 w 21"/>
                <a:gd name="T9" fmla="*/ 606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4" y="17"/>
                  </a:moveTo>
                  <a:cubicBezTo>
                    <a:pt x="0" y="14"/>
                    <a:pt x="0" y="8"/>
                    <a:pt x="4" y="4"/>
                  </a:cubicBezTo>
                  <a:cubicBezTo>
                    <a:pt x="8" y="0"/>
                    <a:pt x="14" y="0"/>
                    <a:pt x="18" y="4"/>
                  </a:cubicBezTo>
                  <a:cubicBezTo>
                    <a:pt x="21" y="8"/>
                    <a:pt x="21" y="14"/>
                    <a:pt x="18" y="17"/>
                  </a:cubicBezTo>
                  <a:cubicBezTo>
                    <a:pt x="14" y="21"/>
                    <a:pt x="8" y="21"/>
                    <a:pt x="4" y="17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6" name="Freeform 2514">
              <a:extLst>
                <a:ext uri="{FF2B5EF4-FFF2-40B4-BE49-F238E27FC236}">
                  <a16:creationId xmlns:a16="http://schemas.microsoft.com/office/drawing/2014/main" id="{6FCE637B-1F76-4F0B-B0FB-03C11E1DF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088"/>
              <a:ext cx="20" cy="24"/>
            </a:xfrm>
            <a:custGeom>
              <a:avLst/>
              <a:gdLst>
                <a:gd name="T0" fmla="*/ 313 w 8"/>
                <a:gd name="T1" fmla="*/ 2581 h 9"/>
                <a:gd name="T2" fmla="*/ 313 w 8"/>
                <a:gd name="T3" fmla="*/ 661 h 9"/>
                <a:gd name="T4" fmla="*/ 1770 w 8"/>
                <a:gd name="T5" fmla="*/ 661 h 9"/>
                <a:gd name="T6" fmla="*/ 1770 w 8"/>
                <a:gd name="T7" fmla="*/ 2581 h 9"/>
                <a:gd name="T8" fmla="*/ 313 w 8"/>
                <a:gd name="T9" fmla="*/ 258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7"/>
                  </a:moveTo>
                  <a:cubicBezTo>
                    <a:pt x="0" y="6"/>
                    <a:pt x="0" y="3"/>
                    <a:pt x="1" y="2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8" y="3"/>
                    <a:pt x="8" y="6"/>
                    <a:pt x="7" y="7"/>
                  </a:cubicBezTo>
                  <a:cubicBezTo>
                    <a:pt x="5" y="9"/>
                    <a:pt x="3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7" name="Freeform 2515">
              <a:extLst>
                <a:ext uri="{FF2B5EF4-FFF2-40B4-BE49-F238E27FC236}">
                  <a16:creationId xmlns:a16="http://schemas.microsoft.com/office/drawing/2014/main" id="{FA9E5AF7-9FB9-4111-A9DF-4BABE53F0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150"/>
              <a:ext cx="62" cy="66"/>
            </a:xfrm>
            <a:custGeom>
              <a:avLst/>
              <a:gdLst>
                <a:gd name="T0" fmla="*/ 640 w 25"/>
                <a:gd name="T1" fmla="*/ 628 h 25"/>
                <a:gd name="T2" fmla="*/ 0 w 25"/>
                <a:gd name="T3" fmla="*/ 1415 h 25"/>
                <a:gd name="T4" fmla="*/ 4883 w 25"/>
                <a:gd name="T5" fmla="*/ 8448 h 25"/>
                <a:gd name="T6" fmla="*/ 4883 w 25"/>
                <a:gd name="T7" fmla="*/ 8448 h 25"/>
                <a:gd name="T8" fmla="*/ 5339 w 25"/>
                <a:gd name="T9" fmla="*/ 7437 h 25"/>
                <a:gd name="T10" fmla="*/ 5826 w 25"/>
                <a:gd name="T11" fmla="*/ 6809 h 25"/>
                <a:gd name="T12" fmla="*/ 5826 w 25"/>
                <a:gd name="T13" fmla="*/ 6809 h 25"/>
                <a:gd name="T14" fmla="*/ 1131 w 25"/>
                <a:gd name="T15" fmla="*/ 0 h 25"/>
                <a:gd name="T16" fmla="*/ 640 w 25"/>
                <a:gd name="T17" fmla="*/ 62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5">
                  <a:moveTo>
                    <a:pt x="3" y="2"/>
                  </a:moveTo>
                  <a:cubicBezTo>
                    <a:pt x="2" y="3"/>
                    <a:pt x="1" y="4"/>
                    <a:pt x="0" y="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2" y="24"/>
                    <a:pt x="22" y="23"/>
                    <a:pt x="23" y="22"/>
                  </a:cubicBezTo>
                  <a:cubicBezTo>
                    <a:pt x="24" y="22"/>
                    <a:pt x="25" y="21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8" name="Freeform 2516">
              <a:extLst>
                <a:ext uri="{FF2B5EF4-FFF2-40B4-BE49-F238E27FC236}">
                  <a16:creationId xmlns:a16="http://schemas.microsoft.com/office/drawing/2014/main" id="{65FA9A75-4B1D-4F4B-8F18-5827B7B34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155"/>
              <a:ext cx="55" cy="50"/>
            </a:xfrm>
            <a:custGeom>
              <a:avLst/>
              <a:gdLst>
                <a:gd name="T0" fmla="*/ 0 w 22"/>
                <a:gd name="T1" fmla="*/ 1005 h 19"/>
                <a:gd name="T2" fmla="*/ 783 w 22"/>
                <a:gd name="T3" fmla="*/ 0 h 19"/>
                <a:gd name="T4" fmla="*/ 5395 w 22"/>
                <a:gd name="T5" fmla="*/ 6324 h 19"/>
                <a:gd name="T6" fmla="*/ 783 w 22"/>
                <a:gd name="T7" fmla="*/ 616 h 19"/>
                <a:gd name="T8" fmla="*/ 0 w 22"/>
                <a:gd name="T9" fmla="*/ 100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9">
                  <a:moveTo>
                    <a:pt x="0" y="3"/>
                  </a:moveTo>
                  <a:cubicBezTo>
                    <a:pt x="1" y="2"/>
                    <a:pt x="3" y="0"/>
                    <a:pt x="3" y="0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5" y="2"/>
                    <a:pt x="3" y="2"/>
                  </a:cubicBezTo>
                  <a:cubicBezTo>
                    <a:pt x="2" y="2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9" name="Freeform 2517">
              <a:extLst>
                <a:ext uri="{FF2B5EF4-FFF2-40B4-BE49-F238E27FC236}">
                  <a16:creationId xmlns:a16="http://schemas.microsoft.com/office/drawing/2014/main" id="{FCF79585-9D76-42DC-8C92-CFF870958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693"/>
              <a:ext cx="110" cy="120"/>
            </a:xfrm>
            <a:custGeom>
              <a:avLst/>
              <a:gdLst>
                <a:gd name="T0" fmla="*/ 9770 w 44"/>
                <a:gd name="T1" fmla="*/ 10773 h 45"/>
                <a:gd name="T2" fmla="*/ 3438 w 44"/>
                <a:gd name="T3" fmla="*/ 14712 h 45"/>
                <a:gd name="T4" fmla="*/ 988 w 44"/>
                <a:gd name="T5" fmla="*/ 5405 h 45"/>
                <a:gd name="T6" fmla="*/ 7158 w 44"/>
                <a:gd name="T7" fmla="*/ 1763 h 45"/>
                <a:gd name="T8" fmla="*/ 9770 w 44"/>
                <a:gd name="T9" fmla="*/ 107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5">
                  <a:moveTo>
                    <a:pt x="40" y="30"/>
                  </a:moveTo>
                  <a:cubicBezTo>
                    <a:pt x="36" y="40"/>
                    <a:pt x="24" y="45"/>
                    <a:pt x="14" y="41"/>
                  </a:cubicBezTo>
                  <a:cubicBezTo>
                    <a:pt x="4" y="37"/>
                    <a:pt x="0" y="25"/>
                    <a:pt x="4" y="15"/>
                  </a:cubicBezTo>
                  <a:cubicBezTo>
                    <a:pt x="8" y="5"/>
                    <a:pt x="19" y="0"/>
                    <a:pt x="29" y="5"/>
                  </a:cubicBezTo>
                  <a:cubicBezTo>
                    <a:pt x="39" y="9"/>
                    <a:pt x="44" y="20"/>
                    <a:pt x="40" y="3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0" name="Freeform 2518">
              <a:extLst>
                <a:ext uri="{FF2B5EF4-FFF2-40B4-BE49-F238E27FC236}">
                  <a16:creationId xmlns:a16="http://schemas.microsoft.com/office/drawing/2014/main" id="{8FE07337-5BD9-4AB0-A884-D16DB66B7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717"/>
              <a:ext cx="53" cy="56"/>
            </a:xfrm>
            <a:custGeom>
              <a:avLst/>
              <a:gdLst>
                <a:gd name="T0" fmla="*/ 318 w 21"/>
                <a:gd name="T1" fmla="*/ 3243 h 21"/>
                <a:gd name="T2" fmla="*/ 3089 w 21"/>
                <a:gd name="T3" fmla="*/ 397 h 21"/>
                <a:gd name="T4" fmla="*/ 5116 w 21"/>
                <a:gd name="T5" fmla="*/ 4301 h 21"/>
                <a:gd name="T6" fmla="*/ 2027 w 21"/>
                <a:gd name="T7" fmla="*/ 7133 h 21"/>
                <a:gd name="T8" fmla="*/ 318 w 21"/>
                <a:gd name="T9" fmla="*/ 324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" y="9"/>
                  </a:moveTo>
                  <a:cubicBezTo>
                    <a:pt x="2" y="4"/>
                    <a:pt x="7" y="0"/>
                    <a:pt x="12" y="1"/>
                  </a:cubicBezTo>
                  <a:cubicBezTo>
                    <a:pt x="17" y="2"/>
                    <a:pt x="21" y="7"/>
                    <a:pt x="20" y="12"/>
                  </a:cubicBezTo>
                  <a:cubicBezTo>
                    <a:pt x="19" y="18"/>
                    <a:pt x="14" y="21"/>
                    <a:pt x="8" y="20"/>
                  </a:cubicBezTo>
                  <a:cubicBezTo>
                    <a:pt x="3" y="19"/>
                    <a:pt x="0" y="14"/>
                    <a:pt x="1" y="9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1" name="Freeform 2519">
              <a:extLst>
                <a:ext uri="{FF2B5EF4-FFF2-40B4-BE49-F238E27FC236}">
                  <a16:creationId xmlns:a16="http://schemas.microsoft.com/office/drawing/2014/main" id="{AA6DE7DD-5DC1-466F-9229-331C2DBBD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733"/>
              <a:ext cx="20" cy="22"/>
            </a:xfrm>
            <a:custGeom>
              <a:avLst/>
              <a:gdLst>
                <a:gd name="T0" fmla="*/ 313 w 8"/>
                <a:gd name="T1" fmla="*/ 1271 h 8"/>
                <a:gd name="T2" fmla="*/ 1300 w 8"/>
                <a:gd name="T3" fmla="*/ 0 h 8"/>
                <a:gd name="T4" fmla="*/ 1958 w 8"/>
                <a:gd name="T5" fmla="*/ 1724 h 8"/>
                <a:gd name="T6" fmla="*/ 988 w 8"/>
                <a:gd name="T7" fmla="*/ 3495 h 8"/>
                <a:gd name="T8" fmla="*/ 313 w 8"/>
                <a:gd name="T9" fmla="*/ 127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2" name="Freeform 2520">
              <a:extLst>
                <a:ext uri="{FF2B5EF4-FFF2-40B4-BE49-F238E27FC236}">
                  <a16:creationId xmlns:a16="http://schemas.microsoft.com/office/drawing/2014/main" id="{1FD38617-B87D-4E80-9896-509F89F68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632"/>
              <a:ext cx="43" cy="77"/>
            </a:xfrm>
            <a:custGeom>
              <a:avLst/>
              <a:gdLst>
                <a:gd name="T0" fmla="*/ 825 w 17"/>
                <a:gd name="T1" fmla="*/ 9490 h 29"/>
                <a:gd name="T2" fmla="*/ 1556 w 17"/>
                <a:gd name="T3" fmla="*/ 10145 h 29"/>
                <a:gd name="T4" fmla="*/ 4467 w 17"/>
                <a:gd name="T5" fmla="*/ 656 h 29"/>
                <a:gd name="T6" fmla="*/ 4467 w 17"/>
                <a:gd name="T7" fmla="*/ 656 h 29"/>
                <a:gd name="T8" fmla="*/ 3640 w 17"/>
                <a:gd name="T9" fmla="*/ 396 h 29"/>
                <a:gd name="T10" fmla="*/ 2911 w 17"/>
                <a:gd name="T11" fmla="*/ 0 h 29"/>
                <a:gd name="T12" fmla="*/ 2911 w 17"/>
                <a:gd name="T13" fmla="*/ 0 h 29"/>
                <a:gd name="T14" fmla="*/ 0 w 17"/>
                <a:gd name="T15" fmla="*/ 9094 h 29"/>
                <a:gd name="T16" fmla="*/ 825 w 17"/>
                <a:gd name="T17" fmla="*/ 949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9">
                  <a:moveTo>
                    <a:pt x="3" y="27"/>
                  </a:moveTo>
                  <a:cubicBezTo>
                    <a:pt x="4" y="28"/>
                    <a:pt x="5" y="28"/>
                    <a:pt x="6" y="29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5" y="1"/>
                    <a:pt x="14" y="1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7"/>
                    <a:pt x="2" y="27"/>
                    <a:pt x="3" y="27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3" name="Freeform 2521">
              <a:extLst>
                <a:ext uri="{FF2B5EF4-FFF2-40B4-BE49-F238E27FC236}">
                  <a16:creationId xmlns:a16="http://schemas.microsoft.com/office/drawing/2014/main" id="{B56F4A27-7FC2-4400-BEF9-BE71CC255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632"/>
              <a:ext cx="25" cy="72"/>
            </a:xfrm>
            <a:custGeom>
              <a:avLst/>
              <a:gdLst>
                <a:gd name="T0" fmla="*/ 988 w 10"/>
                <a:gd name="T1" fmla="*/ 9707 h 27"/>
                <a:gd name="T2" fmla="*/ 0 w 10"/>
                <a:gd name="T3" fmla="*/ 9045 h 27"/>
                <a:gd name="T4" fmla="*/ 2470 w 10"/>
                <a:gd name="T5" fmla="*/ 0 h 27"/>
                <a:gd name="T6" fmla="*/ 783 w 10"/>
                <a:gd name="T7" fmla="*/ 8648 h 27"/>
                <a:gd name="T8" fmla="*/ 988 w 10"/>
                <a:gd name="T9" fmla="*/ 970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4" y="27"/>
                  </a:moveTo>
                  <a:cubicBezTo>
                    <a:pt x="3" y="26"/>
                    <a:pt x="0" y="25"/>
                    <a:pt x="0" y="2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2" y="23"/>
                    <a:pt x="3" y="24"/>
                  </a:cubicBezTo>
                  <a:cubicBezTo>
                    <a:pt x="3" y="26"/>
                    <a:pt x="4" y="27"/>
                    <a:pt x="4" y="27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4" name="Freeform 2522">
              <a:extLst>
                <a:ext uri="{FF2B5EF4-FFF2-40B4-BE49-F238E27FC236}">
                  <a16:creationId xmlns:a16="http://schemas.microsoft.com/office/drawing/2014/main" id="{99919FC1-0E6A-4DBE-A679-CA4364E89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840"/>
              <a:ext cx="112" cy="120"/>
            </a:xfrm>
            <a:custGeom>
              <a:avLst/>
              <a:gdLst>
                <a:gd name="T0" fmla="*/ 1157 w 45"/>
                <a:gd name="T1" fmla="*/ 5405 h 45"/>
                <a:gd name="T2" fmla="*/ 7168 w 45"/>
                <a:gd name="T3" fmla="*/ 1459 h 45"/>
                <a:gd name="T4" fmla="*/ 9744 w 45"/>
                <a:gd name="T5" fmla="*/ 10773 h 45"/>
                <a:gd name="T6" fmla="*/ 3532 w 45"/>
                <a:gd name="T7" fmla="*/ 14712 h 45"/>
                <a:gd name="T8" fmla="*/ 1157 w 45"/>
                <a:gd name="T9" fmla="*/ 540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5" y="15"/>
                  </a:moveTo>
                  <a:cubicBezTo>
                    <a:pt x="9" y="5"/>
                    <a:pt x="20" y="0"/>
                    <a:pt x="30" y="4"/>
                  </a:cubicBezTo>
                  <a:cubicBezTo>
                    <a:pt x="40" y="9"/>
                    <a:pt x="45" y="20"/>
                    <a:pt x="41" y="30"/>
                  </a:cubicBezTo>
                  <a:cubicBezTo>
                    <a:pt x="37" y="40"/>
                    <a:pt x="25" y="45"/>
                    <a:pt x="15" y="41"/>
                  </a:cubicBezTo>
                  <a:cubicBezTo>
                    <a:pt x="5" y="37"/>
                    <a:pt x="0" y="25"/>
                    <a:pt x="5" y="15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5" name="Freeform 2523">
              <a:extLst>
                <a:ext uri="{FF2B5EF4-FFF2-40B4-BE49-F238E27FC236}">
                  <a16:creationId xmlns:a16="http://schemas.microsoft.com/office/drawing/2014/main" id="{C63D72CA-E4DB-4D50-954C-3ADFB8B06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859"/>
              <a:ext cx="52" cy="59"/>
            </a:xfrm>
            <a:custGeom>
              <a:avLst/>
              <a:gdLst>
                <a:gd name="T0" fmla="*/ 453 w 21"/>
                <a:gd name="T1" fmla="*/ 2891 h 22"/>
                <a:gd name="T2" fmla="*/ 3261 w 21"/>
                <a:gd name="T3" fmla="*/ 676 h 22"/>
                <a:gd name="T4" fmla="*/ 4361 w 21"/>
                <a:gd name="T5" fmla="*/ 5538 h 22"/>
                <a:gd name="T6" fmla="*/ 1582 w 21"/>
                <a:gd name="T7" fmla="*/ 7501 h 22"/>
                <a:gd name="T8" fmla="*/ 453 w 21"/>
                <a:gd name="T9" fmla="*/ 289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2" y="8"/>
                  </a:moveTo>
                  <a:cubicBezTo>
                    <a:pt x="4" y="3"/>
                    <a:pt x="9" y="0"/>
                    <a:pt x="14" y="2"/>
                  </a:cubicBezTo>
                  <a:cubicBezTo>
                    <a:pt x="19" y="4"/>
                    <a:pt x="21" y="10"/>
                    <a:pt x="19" y="15"/>
                  </a:cubicBezTo>
                  <a:cubicBezTo>
                    <a:pt x="17" y="20"/>
                    <a:pt x="12" y="22"/>
                    <a:pt x="7" y="20"/>
                  </a:cubicBezTo>
                  <a:cubicBezTo>
                    <a:pt x="2" y="18"/>
                    <a:pt x="0" y="13"/>
                    <a:pt x="2" y="8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6" name="Freeform 2524">
              <a:extLst>
                <a:ext uri="{FF2B5EF4-FFF2-40B4-BE49-F238E27FC236}">
                  <a16:creationId xmlns:a16="http://schemas.microsoft.com/office/drawing/2014/main" id="{50F6A56F-770F-45A0-8CF5-AB356E9B0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875"/>
              <a:ext cx="20" cy="21"/>
            </a:xfrm>
            <a:custGeom>
              <a:avLst/>
              <a:gdLst>
                <a:gd name="T0" fmla="*/ 0 w 8"/>
                <a:gd name="T1" fmla="*/ 992 h 8"/>
                <a:gd name="T2" fmla="*/ 1300 w 8"/>
                <a:gd name="T3" fmla="*/ 0 h 8"/>
                <a:gd name="T4" fmla="*/ 1770 w 8"/>
                <a:gd name="T5" fmla="*/ 1992 h 8"/>
                <a:gd name="T6" fmla="*/ 520 w 8"/>
                <a:gd name="T7" fmla="*/ 2604 h 8"/>
                <a:gd name="T8" fmla="*/ 0 w 8"/>
                <a:gd name="T9" fmla="*/ 9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7" y="1"/>
                    <a:pt x="8" y="4"/>
                    <a:pt x="7" y="6"/>
                  </a:cubicBezTo>
                  <a:cubicBezTo>
                    <a:pt x="7" y="7"/>
                    <a:pt x="4" y="8"/>
                    <a:pt x="2" y="8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7" name="Freeform 2525">
              <a:extLst>
                <a:ext uri="{FF2B5EF4-FFF2-40B4-BE49-F238E27FC236}">
                  <a16:creationId xmlns:a16="http://schemas.microsoft.com/office/drawing/2014/main" id="{1270D6A4-D218-4BAE-B706-582295702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944"/>
              <a:ext cx="43" cy="80"/>
            </a:xfrm>
            <a:custGeom>
              <a:avLst/>
              <a:gdLst>
                <a:gd name="T0" fmla="*/ 3640 w 17"/>
                <a:gd name="T1" fmla="*/ 661 h 30"/>
                <a:gd name="T2" fmla="*/ 2911 w 17"/>
                <a:gd name="T3" fmla="*/ 0 h 30"/>
                <a:gd name="T4" fmla="*/ 0 w 17"/>
                <a:gd name="T5" fmla="*/ 9707 h 30"/>
                <a:gd name="T6" fmla="*/ 0 w 17"/>
                <a:gd name="T7" fmla="*/ 9707 h 30"/>
                <a:gd name="T8" fmla="*/ 825 w 17"/>
                <a:gd name="T9" fmla="*/ 10104 h 30"/>
                <a:gd name="T10" fmla="*/ 1556 w 17"/>
                <a:gd name="T11" fmla="*/ 10773 h 30"/>
                <a:gd name="T12" fmla="*/ 1556 w 17"/>
                <a:gd name="T13" fmla="*/ 10773 h 30"/>
                <a:gd name="T14" fmla="*/ 4467 w 17"/>
                <a:gd name="T15" fmla="*/ 1059 h 30"/>
                <a:gd name="T16" fmla="*/ 3640 w 17"/>
                <a:gd name="T17" fmla="*/ 661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0">
                  <a:moveTo>
                    <a:pt x="14" y="2"/>
                  </a:moveTo>
                  <a:cubicBezTo>
                    <a:pt x="13" y="1"/>
                    <a:pt x="12" y="1"/>
                    <a:pt x="11" y="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2" y="28"/>
                    <a:pt x="3" y="28"/>
                  </a:cubicBezTo>
                  <a:cubicBezTo>
                    <a:pt x="4" y="29"/>
                    <a:pt x="5" y="29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3"/>
                    <a:pt x="15" y="2"/>
                    <a:pt x="14" y="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8" name="Freeform 2526">
              <a:extLst>
                <a:ext uri="{FF2B5EF4-FFF2-40B4-BE49-F238E27FC236}">
                  <a16:creationId xmlns:a16="http://schemas.microsoft.com/office/drawing/2014/main" id="{3392F987-2F49-4A9B-9613-CC0FFDFF1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950"/>
              <a:ext cx="25" cy="72"/>
            </a:xfrm>
            <a:custGeom>
              <a:avLst/>
              <a:gdLst>
                <a:gd name="T0" fmla="*/ 1488 w 10"/>
                <a:gd name="T1" fmla="*/ 0 h 27"/>
                <a:gd name="T2" fmla="*/ 2470 w 10"/>
                <a:gd name="T3" fmla="*/ 661 h 27"/>
                <a:gd name="T4" fmla="*/ 0 w 10"/>
                <a:gd name="T5" fmla="*/ 9707 h 27"/>
                <a:gd name="T6" fmla="*/ 1958 w 10"/>
                <a:gd name="T7" fmla="*/ 1059 h 27"/>
                <a:gd name="T8" fmla="*/ 1488 w 10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6" y="0"/>
                  </a:moveTo>
                  <a:cubicBezTo>
                    <a:pt x="8" y="1"/>
                    <a:pt x="10" y="2"/>
                    <a:pt x="10" y="2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9" y="5"/>
                    <a:pt x="8" y="3"/>
                  </a:cubicBezTo>
                  <a:cubicBezTo>
                    <a:pt x="7" y="2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9" name="Freeform 2527">
              <a:extLst>
                <a:ext uri="{FF2B5EF4-FFF2-40B4-BE49-F238E27FC236}">
                  <a16:creationId xmlns:a16="http://schemas.microsoft.com/office/drawing/2014/main" id="{17B389E5-0CC4-4726-8C70-5B91B2047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632"/>
              <a:ext cx="43" cy="77"/>
            </a:xfrm>
            <a:custGeom>
              <a:avLst/>
              <a:gdLst>
                <a:gd name="T0" fmla="*/ 825 w 17"/>
                <a:gd name="T1" fmla="*/ 9490 h 29"/>
                <a:gd name="T2" fmla="*/ 1556 w 17"/>
                <a:gd name="T3" fmla="*/ 10145 h 29"/>
                <a:gd name="T4" fmla="*/ 4467 w 17"/>
                <a:gd name="T5" fmla="*/ 656 h 29"/>
                <a:gd name="T6" fmla="*/ 4467 w 17"/>
                <a:gd name="T7" fmla="*/ 656 h 29"/>
                <a:gd name="T8" fmla="*/ 3640 w 17"/>
                <a:gd name="T9" fmla="*/ 396 h 29"/>
                <a:gd name="T10" fmla="*/ 2911 w 17"/>
                <a:gd name="T11" fmla="*/ 0 h 29"/>
                <a:gd name="T12" fmla="*/ 2911 w 17"/>
                <a:gd name="T13" fmla="*/ 0 h 29"/>
                <a:gd name="T14" fmla="*/ 0 w 17"/>
                <a:gd name="T15" fmla="*/ 9094 h 29"/>
                <a:gd name="T16" fmla="*/ 825 w 17"/>
                <a:gd name="T17" fmla="*/ 949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9">
                  <a:moveTo>
                    <a:pt x="3" y="27"/>
                  </a:moveTo>
                  <a:cubicBezTo>
                    <a:pt x="4" y="28"/>
                    <a:pt x="5" y="28"/>
                    <a:pt x="6" y="29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5" y="1"/>
                    <a:pt x="14" y="1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7"/>
                    <a:pt x="2" y="27"/>
                    <a:pt x="3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0" name="Freeform 2528">
              <a:extLst>
                <a:ext uri="{FF2B5EF4-FFF2-40B4-BE49-F238E27FC236}">
                  <a16:creationId xmlns:a16="http://schemas.microsoft.com/office/drawing/2014/main" id="{00C9689C-03D2-4997-A90D-949530513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693"/>
              <a:ext cx="110" cy="120"/>
            </a:xfrm>
            <a:custGeom>
              <a:avLst/>
              <a:gdLst>
                <a:gd name="T0" fmla="*/ 9770 w 44"/>
                <a:gd name="T1" fmla="*/ 10773 h 45"/>
                <a:gd name="T2" fmla="*/ 3438 w 44"/>
                <a:gd name="T3" fmla="*/ 14712 h 45"/>
                <a:gd name="T4" fmla="*/ 988 w 44"/>
                <a:gd name="T5" fmla="*/ 5405 h 45"/>
                <a:gd name="T6" fmla="*/ 7158 w 44"/>
                <a:gd name="T7" fmla="*/ 1763 h 45"/>
                <a:gd name="T8" fmla="*/ 9770 w 44"/>
                <a:gd name="T9" fmla="*/ 107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5">
                  <a:moveTo>
                    <a:pt x="40" y="30"/>
                  </a:moveTo>
                  <a:cubicBezTo>
                    <a:pt x="36" y="40"/>
                    <a:pt x="24" y="45"/>
                    <a:pt x="14" y="41"/>
                  </a:cubicBezTo>
                  <a:cubicBezTo>
                    <a:pt x="4" y="37"/>
                    <a:pt x="0" y="25"/>
                    <a:pt x="4" y="15"/>
                  </a:cubicBezTo>
                  <a:cubicBezTo>
                    <a:pt x="8" y="5"/>
                    <a:pt x="19" y="0"/>
                    <a:pt x="29" y="5"/>
                  </a:cubicBezTo>
                  <a:cubicBezTo>
                    <a:pt x="39" y="9"/>
                    <a:pt x="44" y="20"/>
                    <a:pt x="40" y="3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1" name="Freeform 2529">
              <a:extLst>
                <a:ext uri="{FF2B5EF4-FFF2-40B4-BE49-F238E27FC236}">
                  <a16:creationId xmlns:a16="http://schemas.microsoft.com/office/drawing/2014/main" id="{C0D50B3B-13FF-4030-BE85-733C82D2B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384"/>
              <a:ext cx="113" cy="117"/>
            </a:xfrm>
            <a:custGeom>
              <a:avLst/>
              <a:gdLst>
                <a:gd name="T0" fmla="*/ 3784 w 45"/>
                <a:gd name="T1" fmla="*/ 14099 h 44"/>
                <a:gd name="T2" fmla="*/ 997 w 45"/>
                <a:gd name="T3" fmla="*/ 5302 h 44"/>
                <a:gd name="T4" fmla="*/ 7473 w 45"/>
                <a:gd name="T5" fmla="*/ 1449 h 44"/>
                <a:gd name="T6" fmla="*/ 9977 w 45"/>
                <a:gd name="T7" fmla="*/ 10642 h 44"/>
                <a:gd name="T8" fmla="*/ 3784 w 45"/>
                <a:gd name="T9" fmla="*/ 1409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4">
                  <a:moveTo>
                    <a:pt x="15" y="40"/>
                  </a:moveTo>
                  <a:cubicBezTo>
                    <a:pt x="5" y="36"/>
                    <a:pt x="0" y="25"/>
                    <a:pt x="4" y="15"/>
                  </a:cubicBezTo>
                  <a:cubicBezTo>
                    <a:pt x="8" y="5"/>
                    <a:pt x="20" y="0"/>
                    <a:pt x="30" y="4"/>
                  </a:cubicBezTo>
                  <a:cubicBezTo>
                    <a:pt x="40" y="8"/>
                    <a:pt x="45" y="20"/>
                    <a:pt x="40" y="30"/>
                  </a:cubicBezTo>
                  <a:cubicBezTo>
                    <a:pt x="36" y="40"/>
                    <a:pt x="25" y="44"/>
                    <a:pt x="15" y="4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2" name="Freeform 2530">
              <a:extLst>
                <a:ext uri="{FF2B5EF4-FFF2-40B4-BE49-F238E27FC236}">
                  <a16:creationId xmlns:a16="http://schemas.microsoft.com/office/drawing/2014/main" id="{424FFB89-C43A-4CE7-B8EF-8F97A5F81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400"/>
              <a:ext cx="53" cy="59"/>
            </a:xfrm>
            <a:custGeom>
              <a:avLst/>
              <a:gdLst>
                <a:gd name="T0" fmla="*/ 1835 w 21"/>
                <a:gd name="T1" fmla="*/ 7501 h 22"/>
                <a:gd name="T2" fmla="*/ 527 w 21"/>
                <a:gd name="T3" fmla="*/ 2891 h 22"/>
                <a:gd name="T4" fmla="*/ 3566 w 21"/>
                <a:gd name="T5" fmla="*/ 1078 h 22"/>
                <a:gd name="T6" fmla="*/ 4904 w 21"/>
                <a:gd name="T7" fmla="*/ 5538 h 22"/>
                <a:gd name="T8" fmla="*/ 1835 w 21"/>
                <a:gd name="T9" fmla="*/ 750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7" y="20"/>
                  </a:moveTo>
                  <a:cubicBezTo>
                    <a:pt x="2" y="18"/>
                    <a:pt x="0" y="13"/>
                    <a:pt x="2" y="8"/>
                  </a:cubicBezTo>
                  <a:cubicBezTo>
                    <a:pt x="4" y="3"/>
                    <a:pt x="9" y="0"/>
                    <a:pt x="14" y="3"/>
                  </a:cubicBezTo>
                  <a:cubicBezTo>
                    <a:pt x="19" y="5"/>
                    <a:pt x="21" y="10"/>
                    <a:pt x="19" y="15"/>
                  </a:cubicBezTo>
                  <a:cubicBezTo>
                    <a:pt x="17" y="20"/>
                    <a:pt x="12" y="22"/>
                    <a:pt x="7" y="20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3" name="Freeform 2531">
              <a:extLst>
                <a:ext uri="{FF2B5EF4-FFF2-40B4-BE49-F238E27FC236}">
                  <a16:creationId xmlns:a16="http://schemas.microsoft.com/office/drawing/2014/main" id="{8CE3AC96-A8A0-4888-809E-1F6D7BBD9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413"/>
              <a:ext cx="23" cy="24"/>
            </a:xfrm>
            <a:custGeom>
              <a:avLst/>
              <a:gdLst>
                <a:gd name="T0" fmla="*/ 848 w 9"/>
                <a:gd name="T1" fmla="*/ 2824 h 9"/>
                <a:gd name="T2" fmla="*/ 332 w 9"/>
                <a:gd name="T3" fmla="*/ 1059 h 9"/>
                <a:gd name="T4" fmla="*/ 1620 w 9"/>
                <a:gd name="T5" fmla="*/ 397 h 9"/>
                <a:gd name="T6" fmla="*/ 2167 w 9"/>
                <a:gd name="T7" fmla="*/ 2184 h 9"/>
                <a:gd name="T8" fmla="*/ 848 w 9"/>
                <a:gd name="T9" fmla="*/ 282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3" y="8"/>
                  </a:move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ubicBezTo>
                    <a:pt x="7" y="8"/>
                    <a:pt x="5" y="9"/>
                    <a:pt x="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4" name="Freeform 2532">
              <a:extLst>
                <a:ext uri="{FF2B5EF4-FFF2-40B4-BE49-F238E27FC236}">
                  <a16:creationId xmlns:a16="http://schemas.microsoft.com/office/drawing/2014/main" id="{65A3F087-700D-4517-A68D-327E8F14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456"/>
              <a:ext cx="72" cy="45"/>
            </a:xfrm>
            <a:custGeom>
              <a:avLst/>
              <a:gdLst>
                <a:gd name="T0" fmla="*/ 184 w 29"/>
                <a:gd name="T1" fmla="*/ 1038 h 17"/>
                <a:gd name="T2" fmla="*/ 0 w 29"/>
                <a:gd name="T3" fmla="*/ 2059 h 17"/>
                <a:gd name="T4" fmla="*/ 6306 w 29"/>
                <a:gd name="T5" fmla="*/ 5845 h 17"/>
                <a:gd name="T6" fmla="*/ 6306 w 29"/>
                <a:gd name="T7" fmla="*/ 5845 h 17"/>
                <a:gd name="T8" fmla="*/ 6614 w 29"/>
                <a:gd name="T9" fmla="*/ 4807 h 17"/>
                <a:gd name="T10" fmla="*/ 6793 w 29"/>
                <a:gd name="T11" fmla="*/ 3783 h 17"/>
                <a:gd name="T12" fmla="*/ 6793 w 29"/>
                <a:gd name="T13" fmla="*/ 3783 h 17"/>
                <a:gd name="T14" fmla="*/ 641 w 29"/>
                <a:gd name="T15" fmla="*/ 0 h 17"/>
                <a:gd name="T16" fmla="*/ 184 w 29"/>
                <a:gd name="T17" fmla="*/ 103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1" y="3"/>
                  </a:moveTo>
                  <a:cubicBezTo>
                    <a:pt x="1" y="4"/>
                    <a:pt x="1" y="5"/>
                    <a:pt x="0" y="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8" y="15"/>
                    <a:pt x="28" y="14"/>
                  </a:cubicBezTo>
                  <a:cubicBezTo>
                    <a:pt x="28" y="13"/>
                    <a:pt x="29" y="12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2"/>
                    <a:pt x="1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5" name="Freeform 2533">
              <a:extLst>
                <a:ext uri="{FF2B5EF4-FFF2-40B4-BE49-F238E27FC236}">
                  <a16:creationId xmlns:a16="http://schemas.microsoft.com/office/drawing/2014/main" id="{AC749B2B-C91C-4217-AD45-426EFE3C9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459"/>
              <a:ext cx="65" cy="29"/>
            </a:xfrm>
            <a:custGeom>
              <a:avLst/>
              <a:gdLst>
                <a:gd name="T0" fmla="*/ 0 w 26"/>
                <a:gd name="T1" fmla="*/ 1648 h 11"/>
                <a:gd name="T2" fmla="*/ 520 w 26"/>
                <a:gd name="T3" fmla="*/ 0 h 11"/>
                <a:gd name="T4" fmla="*/ 6375 w 26"/>
                <a:gd name="T5" fmla="*/ 3662 h 11"/>
                <a:gd name="T6" fmla="*/ 783 w 26"/>
                <a:gd name="T7" fmla="*/ 1007 h 11"/>
                <a:gd name="T8" fmla="*/ 0 w 26"/>
                <a:gd name="T9" fmla="*/ 164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5"/>
                  </a:moveTo>
                  <a:cubicBezTo>
                    <a:pt x="1" y="3"/>
                    <a:pt x="2" y="1"/>
                    <a:pt x="2" y="0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4" y="2"/>
                    <a:pt x="3" y="3"/>
                  </a:cubicBezTo>
                  <a:cubicBezTo>
                    <a:pt x="1" y="3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6" name="Freeform 2534">
              <a:extLst>
                <a:ext uri="{FF2B5EF4-FFF2-40B4-BE49-F238E27FC236}">
                  <a16:creationId xmlns:a16="http://schemas.microsoft.com/office/drawing/2014/main" id="{AA2CD334-AEFC-44B1-9CD0-4FF8C4A98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152"/>
              <a:ext cx="113" cy="117"/>
            </a:xfrm>
            <a:custGeom>
              <a:avLst/>
              <a:gdLst>
                <a:gd name="T0" fmla="*/ 7473 w 45"/>
                <a:gd name="T1" fmla="*/ 1449 h 44"/>
                <a:gd name="T2" fmla="*/ 9977 w 45"/>
                <a:gd name="T3" fmla="*/ 10642 h 44"/>
                <a:gd name="T4" fmla="*/ 3784 w 45"/>
                <a:gd name="T5" fmla="*/ 14099 h 44"/>
                <a:gd name="T6" fmla="*/ 997 w 45"/>
                <a:gd name="T7" fmla="*/ 5302 h 44"/>
                <a:gd name="T8" fmla="*/ 7473 w 45"/>
                <a:gd name="T9" fmla="*/ 144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4">
                  <a:moveTo>
                    <a:pt x="30" y="4"/>
                  </a:moveTo>
                  <a:cubicBezTo>
                    <a:pt x="40" y="8"/>
                    <a:pt x="45" y="20"/>
                    <a:pt x="40" y="30"/>
                  </a:cubicBezTo>
                  <a:cubicBezTo>
                    <a:pt x="36" y="40"/>
                    <a:pt x="25" y="44"/>
                    <a:pt x="15" y="40"/>
                  </a:cubicBezTo>
                  <a:cubicBezTo>
                    <a:pt x="5" y="36"/>
                    <a:pt x="0" y="25"/>
                    <a:pt x="4" y="15"/>
                  </a:cubicBezTo>
                  <a:cubicBezTo>
                    <a:pt x="8" y="5"/>
                    <a:pt x="20" y="0"/>
                    <a:pt x="30" y="4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7" name="Freeform 2535">
              <a:extLst>
                <a:ext uri="{FF2B5EF4-FFF2-40B4-BE49-F238E27FC236}">
                  <a16:creationId xmlns:a16="http://schemas.microsoft.com/office/drawing/2014/main" id="{2757CBFA-21E3-4855-9406-48B7E1484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2171"/>
              <a:ext cx="52" cy="58"/>
            </a:xfrm>
            <a:custGeom>
              <a:avLst/>
              <a:gdLst>
                <a:gd name="T0" fmla="*/ 1882 w 21"/>
                <a:gd name="T1" fmla="*/ 625 h 22"/>
                <a:gd name="T2" fmla="*/ 4660 w 21"/>
                <a:gd name="T3" fmla="*/ 2655 h 22"/>
                <a:gd name="T4" fmla="*/ 2974 w 21"/>
                <a:gd name="T5" fmla="*/ 6762 h 22"/>
                <a:gd name="T6" fmla="*/ 183 w 21"/>
                <a:gd name="T7" fmla="*/ 4727 h 22"/>
                <a:gd name="T8" fmla="*/ 1882 w 21"/>
                <a:gd name="T9" fmla="*/ 62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8" y="2"/>
                  </a:moveTo>
                  <a:cubicBezTo>
                    <a:pt x="13" y="0"/>
                    <a:pt x="18" y="3"/>
                    <a:pt x="20" y="8"/>
                  </a:cubicBezTo>
                  <a:cubicBezTo>
                    <a:pt x="21" y="13"/>
                    <a:pt x="18" y="19"/>
                    <a:pt x="13" y="20"/>
                  </a:cubicBezTo>
                  <a:cubicBezTo>
                    <a:pt x="8" y="22"/>
                    <a:pt x="3" y="19"/>
                    <a:pt x="1" y="14"/>
                  </a:cubicBezTo>
                  <a:cubicBezTo>
                    <a:pt x="0" y="9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8" name="Freeform 2536">
              <a:extLst>
                <a:ext uri="{FF2B5EF4-FFF2-40B4-BE49-F238E27FC236}">
                  <a16:creationId xmlns:a16="http://schemas.microsoft.com/office/drawing/2014/main" id="{90B3F784-5092-498D-ACA5-26496486E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184"/>
              <a:ext cx="22" cy="21"/>
            </a:xfrm>
            <a:custGeom>
              <a:avLst/>
              <a:gdLst>
                <a:gd name="T0" fmla="*/ 616 w 9"/>
                <a:gd name="T1" fmla="*/ 0 h 8"/>
                <a:gd name="T2" fmla="*/ 1750 w 9"/>
                <a:gd name="T3" fmla="*/ 992 h 8"/>
                <a:gd name="T4" fmla="*/ 1039 w 9"/>
                <a:gd name="T5" fmla="*/ 2604 h 8"/>
                <a:gd name="T6" fmla="*/ 174 w 9"/>
                <a:gd name="T7" fmla="*/ 1612 h 8"/>
                <a:gd name="T8" fmla="*/ 616 w 9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7" y="7"/>
                    <a:pt x="5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9" name="Freeform 2537">
              <a:extLst>
                <a:ext uri="{FF2B5EF4-FFF2-40B4-BE49-F238E27FC236}">
                  <a16:creationId xmlns:a16="http://schemas.microsoft.com/office/drawing/2014/main" id="{168112D0-9163-4516-B048-A6F07796F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155"/>
              <a:ext cx="73" cy="45"/>
            </a:xfrm>
            <a:custGeom>
              <a:avLst/>
              <a:gdLst>
                <a:gd name="T0" fmla="*/ 7066 w 29"/>
                <a:gd name="T1" fmla="*/ 4807 h 17"/>
                <a:gd name="T2" fmla="*/ 7383 w 29"/>
                <a:gd name="T3" fmla="*/ 3783 h 17"/>
                <a:gd name="T4" fmla="*/ 798 w 29"/>
                <a:gd name="T5" fmla="*/ 0 h 17"/>
                <a:gd name="T6" fmla="*/ 798 w 29"/>
                <a:gd name="T7" fmla="*/ 0 h 17"/>
                <a:gd name="T8" fmla="*/ 526 w 29"/>
                <a:gd name="T9" fmla="*/ 1038 h 17"/>
                <a:gd name="T10" fmla="*/ 0 w 29"/>
                <a:gd name="T11" fmla="*/ 1668 h 17"/>
                <a:gd name="T12" fmla="*/ 0 w 29"/>
                <a:gd name="T13" fmla="*/ 2059 h 17"/>
                <a:gd name="T14" fmla="*/ 6857 w 29"/>
                <a:gd name="T15" fmla="*/ 5845 h 17"/>
                <a:gd name="T16" fmla="*/ 7066 w 29"/>
                <a:gd name="T17" fmla="*/ 480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28" y="14"/>
                  </a:moveTo>
                  <a:cubicBezTo>
                    <a:pt x="28" y="12"/>
                    <a:pt x="29" y="12"/>
                    <a:pt x="29" y="1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1" y="4"/>
                    <a:pt x="1" y="5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8" y="15"/>
                    <a:pt x="28" y="1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0" name="Freeform 2538">
              <a:extLst>
                <a:ext uri="{FF2B5EF4-FFF2-40B4-BE49-F238E27FC236}">
                  <a16:creationId xmlns:a16="http://schemas.microsoft.com/office/drawing/2014/main" id="{5A91FDC6-D4E1-4B34-A7FB-AED3B523E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165"/>
              <a:ext cx="67" cy="30"/>
            </a:xfrm>
            <a:custGeom>
              <a:avLst/>
              <a:gdLst>
                <a:gd name="T0" fmla="*/ 6293 w 27"/>
                <a:gd name="T1" fmla="*/ 2877 h 11"/>
                <a:gd name="T2" fmla="*/ 5836 w 27"/>
                <a:gd name="T3" fmla="*/ 4544 h 11"/>
                <a:gd name="T4" fmla="*/ 0 w 27"/>
                <a:gd name="T5" fmla="*/ 0 h 11"/>
                <a:gd name="T6" fmla="*/ 5653 w 27"/>
                <a:gd name="T7" fmla="*/ 3325 h 11"/>
                <a:gd name="T8" fmla="*/ 6293 w 27"/>
                <a:gd name="T9" fmla="*/ 287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">
                  <a:moveTo>
                    <a:pt x="27" y="7"/>
                  </a:moveTo>
                  <a:cubicBezTo>
                    <a:pt x="26" y="8"/>
                    <a:pt x="25" y="10"/>
                    <a:pt x="25" y="1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" y="9"/>
                    <a:pt x="24" y="8"/>
                  </a:cubicBezTo>
                  <a:cubicBezTo>
                    <a:pt x="25" y="8"/>
                    <a:pt x="26" y="7"/>
                    <a:pt x="27" y="7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1" name="Freeform 2539">
              <a:extLst>
                <a:ext uri="{FF2B5EF4-FFF2-40B4-BE49-F238E27FC236}">
                  <a16:creationId xmlns:a16="http://schemas.microsoft.com/office/drawing/2014/main" id="{F0FB249D-3948-4D1A-BB98-1A06CB315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456"/>
              <a:ext cx="72" cy="45"/>
            </a:xfrm>
            <a:custGeom>
              <a:avLst/>
              <a:gdLst>
                <a:gd name="T0" fmla="*/ 184 w 29"/>
                <a:gd name="T1" fmla="*/ 1038 h 17"/>
                <a:gd name="T2" fmla="*/ 0 w 29"/>
                <a:gd name="T3" fmla="*/ 2059 h 17"/>
                <a:gd name="T4" fmla="*/ 6306 w 29"/>
                <a:gd name="T5" fmla="*/ 5845 h 17"/>
                <a:gd name="T6" fmla="*/ 6306 w 29"/>
                <a:gd name="T7" fmla="*/ 5845 h 17"/>
                <a:gd name="T8" fmla="*/ 6614 w 29"/>
                <a:gd name="T9" fmla="*/ 4807 h 17"/>
                <a:gd name="T10" fmla="*/ 6793 w 29"/>
                <a:gd name="T11" fmla="*/ 3783 h 17"/>
                <a:gd name="T12" fmla="*/ 6793 w 29"/>
                <a:gd name="T13" fmla="*/ 3783 h 17"/>
                <a:gd name="T14" fmla="*/ 641 w 29"/>
                <a:gd name="T15" fmla="*/ 0 h 17"/>
                <a:gd name="T16" fmla="*/ 184 w 29"/>
                <a:gd name="T17" fmla="*/ 103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1" y="3"/>
                  </a:moveTo>
                  <a:cubicBezTo>
                    <a:pt x="1" y="4"/>
                    <a:pt x="1" y="5"/>
                    <a:pt x="0" y="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8" y="15"/>
                    <a:pt x="28" y="14"/>
                  </a:cubicBezTo>
                  <a:cubicBezTo>
                    <a:pt x="28" y="13"/>
                    <a:pt x="29" y="12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2"/>
                    <a:pt x="1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2" name="Freeform 2540">
              <a:extLst>
                <a:ext uri="{FF2B5EF4-FFF2-40B4-BE49-F238E27FC236}">
                  <a16:creationId xmlns:a16="http://schemas.microsoft.com/office/drawing/2014/main" id="{F62E3B48-A62F-467D-8436-A59EF1CCE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384"/>
              <a:ext cx="113" cy="117"/>
            </a:xfrm>
            <a:custGeom>
              <a:avLst/>
              <a:gdLst>
                <a:gd name="T0" fmla="*/ 3784 w 45"/>
                <a:gd name="T1" fmla="*/ 14099 h 44"/>
                <a:gd name="T2" fmla="*/ 997 w 45"/>
                <a:gd name="T3" fmla="*/ 5302 h 44"/>
                <a:gd name="T4" fmla="*/ 7473 w 45"/>
                <a:gd name="T5" fmla="*/ 1449 h 44"/>
                <a:gd name="T6" fmla="*/ 9977 w 45"/>
                <a:gd name="T7" fmla="*/ 10642 h 44"/>
                <a:gd name="T8" fmla="*/ 3784 w 45"/>
                <a:gd name="T9" fmla="*/ 1409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4">
                  <a:moveTo>
                    <a:pt x="15" y="40"/>
                  </a:moveTo>
                  <a:cubicBezTo>
                    <a:pt x="5" y="36"/>
                    <a:pt x="0" y="25"/>
                    <a:pt x="4" y="15"/>
                  </a:cubicBezTo>
                  <a:cubicBezTo>
                    <a:pt x="8" y="5"/>
                    <a:pt x="20" y="0"/>
                    <a:pt x="30" y="4"/>
                  </a:cubicBezTo>
                  <a:cubicBezTo>
                    <a:pt x="40" y="8"/>
                    <a:pt x="45" y="20"/>
                    <a:pt x="40" y="30"/>
                  </a:cubicBezTo>
                  <a:cubicBezTo>
                    <a:pt x="36" y="40"/>
                    <a:pt x="25" y="44"/>
                    <a:pt x="15" y="4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3" name="Freeform 2541">
              <a:extLst>
                <a:ext uri="{FF2B5EF4-FFF2-40B4-BE49-F238E27FC236}">
                  <a16:creationId xmlns:a16="http://schemas.microsoft.com/office/drawing/2014/main" id="{6332E15E-DB88-457D-8362-528EB1676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152"/>
              <a:ext cx="113" cy="117"/>
            </a:xfrm>
            <a:custGeom>
              <a:avLst/>
              <a:gdLst>
                <a:gd name="T0" fmla="*/ 7473 w 45"/>
                <a:gd name="T1" fmla="*/ 14099 h 44"/>
                <a:gd name="T2" fmla="*/ 997 w 45"/>
                <a:gd name="T3" fmla="*/ 10642 h 44"/>
                <a:gd name="T4" fmla="*/ 3784 w 45"/>
                <a:gd name="T5" fmla="*/ 1449 h 44"/>
                <a:gd name="T6" fmla="*/ 9977 w 45"/>
                <a:gd name="T7" fmla="*/ 5302 h 44"/>
                <a:gd name="T8" fmla="*/ 7473 w 45"/>
                <a:gd name="T9" fmla="*/ 1409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4">
                  <a:moveTo>
                    <a:pt x="30" y="40"/>
                  </a:moveTo>
                  <a:cubicBezTo>
                    <a:pt x="20" y="44"/>
                    <a:pt x="8" y="40"/>
                    <a:pt x="4" y="30"/>
                  </a:cubicBezTo>
                  <a:cubicBezTo>
                    <a:pt x="0" y="20"/>
                    <a:pt x="5" y="8"/>
                    <a:pt x="15" y="4"/>
                  </a:cubicBezTo>
                  <a:cubicBezTo>
                    <a:pt x="25" y="0"/>
                    <a:pt x="36" y="5"/>
                    <a:pt x="40" y="15"/>
                  </a:cubicBezTo>
                  <a:cubicBezTo>
                    <a:pt x="45" y="25"/>
                    <a:pt x="40" y="36"/>
                    <a:pt x="30" y="4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4" name="Freeform 2542">
              <a:extLst>
                <a:ext uri="{FF2B5EF4-FFF2-40B4-BE49-F238E27FC236}">
                  <a16:creationId xmlns:a16="http://schemas.microsoft.com/office/drawing/2014/main" id="{85344015-D38E-4D46-B05A-3542963B5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176"/>
              <a:ext cx="53" cy="59"/>
            </a:xfrm>
            <a:custGeom>
              <a:avLst/>
              <a:gdLst>
                <a:gd name="T0" fmla="*/ 1330 w 21"/>
                <a:gd name="T1" fmla="*/ 1547 h 22"/>
                <a:gd name="T2" fmla="*/ 4631 w 21"/>
                <a:gd name="T3" fmla="*/ 1813 h 22"/>
                <a:gd name="T4" fmla="*/ 4101 w 21"/>
                <a:gd name="T5" fmla="*/ 7077 h 22"/>
                <a:gd name="T6" fmla="*/ 803 w 21"/>
                <a:gd name="T7" fmla="*/ 6364 h 22"/>
                <a:gd name="T8" fmla="*/ 1330 w 21"/>
                <a:gd name="T9" fmla="*/ 154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1" y="10"/>
                    <a:pt x="21" y="16"/>
                    <a:pt x="16" y="19"/>
                  </a:cubicBezTo>
                  <a:cubicBezTo>
                    <a:pt x="12" y="22"/>
                    <a:pt x="6" y="21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5" name="Freeform 2543">
              <a:extLst>
                <a:ext uri="{FF2B5EF4-FFF2-40B4-BE49-F238E27FC236}">
                  <a16:creationId xmlns:a16="http://schemas.microsoft.com/office/drawing/2014/main" id="{4FB735FD-1F10-4B69-8E8A-9848805B9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189"/>
              <a:ext cx="22" cy="24"/>
            </a:xfrm>
            <a:custGeom>
              <a:avLst/>
              <a:gdLst>
                <a:gd name="T0" fmla="*/ 425 w 9"/>
                <a:gd name="T1" fmla="*/ 397 h 9"/>
                <a:gd name="T2" fmla="*/ 1750 w 9"/>
                <a:gd name="T3" fmla="*/ 661 h 9"/>
                <a:gd name="T4" fmla="*/ 1506 w 9"/>
                <a:gd name="T5" fmla="*/ 2581 h 9"/>
                <a:gd name="T6" fmla="*/ 425 w 9"/>
                <a:gd name="T7" fmla="*/ 2581 h 9"/>
                <a:gd name="T8" fmla="*/ 425 w 9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4" y="0"/>
                    <a:pt x="6" y="0"/>
                    <a:pt x="8" y="2"/>
                  </a:cubicBezTo>
                  <a:cubicBezTo>
                    <a:pt x="9" y="4"/>
                    <a:pt x="9" y="6"/>
                    <a:pt x="7" y="7"/>
                  </a:cubicBezTo>
                  <a:cubicBezTo>
                    <a:pt x="5" y="9"/>
                    <a:pt x="3" y="8"/>
                    <a:pt x="2" y="7"/>
                  </a:cubicBezTo>
                  <a:cubicBezTo>
                    <a:pt x="0" y="5"/>
                    <a:pt x="1" y="3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6" name="Freeform 2544">
              <a:extLst>
                <a:ext uri="{FF2B5EF4-FFF2-40B4-BE49-F238E27FC236}">
                  <a16:creationId xmlns:a16="http://schemas.microsoft.com/office/drawing/2014/main" id="{DDFBA8FB-38F7-479A-AFDD-BFFFA9458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155"/>
              <a:ext cx="72" cy="45"/>
            </a:xfrm>
            <a:custGeom>
              <a:avLst/>
              <a:gdLst>
                <a:gd name="T0" fmla="*/ 457 w 29"/>
                <a:gd name="T1" fmla="*/ 4807 h 17"/>
                <a:gd name="T2" fmla="*/ 641 w 29"/>
                <a:gd name="T3" fmla="*/ 5845 h 17"/>
                <a:gd name="T4" fmla="*/ 6793 w 29"/>
                <a:gd name="T5" fmla="*/ 2059 h 17"/>
                <a:gd name="T6" fmla="*/ 6793 w 29"/>
                <a:gd name="T7" fmla="*/ 2059 h 17"/>
                <a:gd name="T8" fmla="*/ 6614 w 29"/>
                <a:gd name="T9" fmla="*/ 1038 h 17"/>
                <a:gd name="T10" fmla="*/ 6306 w 29"/>
                <a:gd name="T11" fmla="*/ 0 h 17"/>
                <a:gd name="T12" fmla="*/ 6306 w 29"/>
                <a:gd name="T13" fmla="*/ 0 h 17"/>
                <a:gd name="T14" fmla="*/ 0 w 29"/>
                <a:gd name="T15" fmla="*/ 3783 h 17"/>
                <a:gd name="T16" fmla="*/ 457 w 29"/>
                <a:gd name="T17" fmla="*/ 480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2" y="14"/>
                  </a:moveTo>
                  <a:cubicBezTo>
                    <a:pt x="2" y="15"/>
                    <a:pt x="2" y="16"/>
                    <a:pt x="3" y="1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8" y="4"/>
                    <a:pt x="28" y="3"/>
                  </a:cubicBezTo>
                  <a:cubicBezTo>
                    <a:pt x="28" y="2"/>
                    <a:pt x="27" y="1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3"/>
                    <a:pt x="2" y="1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7" name="Freeform 2545">
              <a:extLst>
                <a:ext uri="{FF2B5EF4-FFF2-40B4-BE49-F238E27FC236}">
                  <a16:creationId xmlns:a16="http://schemas.microsoft.com/office/drawing/2014/main" id="{CCE6AAA6-5EBF-4E16-A109-B7BACD8AE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157"/>
              <a:ext cx="62" cy="38"/>
            </a:xfrm>
            <a:custGeom>
              <a:avLst/>
              <a:gdLst>
                <a:gd name="T0" fmla="*/ 456 w 25"/>
                <a:gd name="T1" fmla="*/ 5600 h 14"/>
                <a:gd name="T2" fmla="*/ 0 w 25"/>
                <a:gd name="T3" fmla="*/ 3957 h 14"/>
                <a:gd name="T4" fmla="*/ 5826 w 25"/>
                <a:gd name="T5" fmla="*/ 0 h 14"/>
                <a:gd name="T6" fmla="*/ 640 w 25"/>
                <a:gd name="T7" fmla="*/ 4397 h 14"/>
                <a:gd name="T8" fmla="*/ 456 w 25"/>
                <a:gd name="T9" fmla="*/ 560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">
                  <a:moveTo>
                    <a:pt x="2" y="14"/>
                  </a:moveTo>
                  <a:cubicBezTo>
                    <a:pt x="1" y="13"/>
                    <a:pt x="0" y="10"/>
                    <a:pt x="0" y="1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3" y="9"/>
                    <a:pt x="3" y="11"/>
                  </a:cubicBezTo>
                  <a:cubicBezTo>
                    <a:pt x="2" y="13"/>
                    <a:pt x="2" y="14"/>
                    <a:pt x="2" y="14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8" name="Freeform 2546">
              <a:extLst>
                <a:ext uri="{FF2B5EF4-FFF2-40B4-BE49-F238E27FC236}">
                  <a16:creationId xmlns:a16="http://schemas.microsoft.com/office/drawing/2014/main" id="{427AE8A8-B4B9-44F9-AD88-AB080EE31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384"/>
              <a:ext cx="113" cy="117"/>
            </a:xfrm>
            <a:custGeom>
              <a:avLst/>
              <a:gdLst>
                <a:gd name="T0" fmla="*/ 3784 w 45"/>
                <a:gd name="T1" fmla="*/ 1449 h 44"/>
                <a:gd name="T2" fmla="*/ 9977 w 45"/>
                <a:gd name="T3" fmla="*/ 5302 h 44"/>
                <a:gd name="T4" fmla="*/ 7473 w 45"/>
                <a:gd name="T5" fmla="*/ 14099 h 44"/>
                <a:gd name="T6" fmla="*/ 997 w 45"/>
                <a:gd name="T7" fmla="*/ 10642 h 44"/>
                <a:gd name="T8" fmla="*/ 3784 w 45"/>
                <a:gd name="T9" fmla="*/ 144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4">
                  <a:moveTo>
                    <a:pt x="15" y="4"/>
                  </a:moveTo>
                  <a:cubicBezTo>
                    <a:pt x="25" y="0"/>
                    <a:pt x="36" y="5"/>
                    <a:pt x="40" y="15"/>
                  </a:cubicBezTo>
                  <a:cubicBezTo>
                    <a:pt x="45" y="25"/>
                    <a:pt x="40" y="36"/>
                    <a:pt x="30" y="40"/>
                  </a:cubicBezTo>
                  <a:cubicBezTo>
                    <a:pt x="20" y="44"/>
                    <a:pt x="8" y="40"/>
                    <a:pt x="4" y="30"/>
                  </a:cubicBezTo>
                  <a:cubicBezTo>
                    <a:pt x="0" y="20"/>
                    <a:pt x="5" y="8"/>
                    <a:pt x="15" y="4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9" name="Freeform 2547">
              <a:extLst>
                <a:ext uri="{FF2B5EF4-FFF2-40B4-BE49-F238E27FC236}">
                  <a16:creationId xmlns:a16="http://schemas.microsoft.com/office/drawing/2014/main" id="{4A7CA73B-AEB1-4552-84F1-499F2C949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405"/>
              <a:ext cx="55" cy="59"/>
            </a:xfrm>
            <a:custGeom>
              <a:avLst/>
              <a:gdLst>
                <a:gd name="T0" fmla="*/ 1770 w 22"/>
                <a:gd name="T1" fmla="*/ 676 h 22"/>
                <a:gd name="T2" fmla="*/ 4895 w 22"/>
                <a:gd name="T3" fmla="*/ 2891 h 22"/>
                <a:gd name="T4" fmla="*/ 3720 w 22"/>
                <a:gd name="T5" fmla="*/ 7501 h 22"/>
                <a:gd name="T6" fmla="*/ 520 w 22"/>
                <a:gd name="T7" fmla="*/ 5538 h 22"/>
                <a:gd name="T8" fmla="*/ 1770 w 22"/>
                <a:gd name="T9" fmla="*/ 67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7" y="2"/>
                  </a:moveTo>
                  <a:cubicBezTo>
                    <a:pt x="12" y="0"/>
                    <a:pt x="18" y="3"/>
                    <a:pt x="20" y="8"/>
                  </a:cubicBezTo>
                  <a:cubicBezTo>
                    <a:pt x="22" y="12"/>
                    <a:pt x="19" y="18"/>
                    <a:pt x="15" y="20"/>
                  </a:cubicBezTo>
                  <a:cubicBezTo>
                    <a:pt x="10" y="22"/>
                    <a:pt x="4" y="20"/>
                    <a:pt x="2" y="15"/>
                  </a:cubicBezTo>
                  <a:cubicBezTo>
                    <a:pt x="0" y="10"/>
                    <a:pt x="2" y="4"/>
                    <a:pt x="7" y="2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0" name="Freeform 2548">
              <a:extLst>
                <a:ext uri="{FF2B5EF4-FFF2-40B4-BE49-F238E27FC236}">
                  <a16:creationId xmlns:a16="http://schemas.microsoft.com/office/drawing/2014/main" id="{16C31EE7-ED59-4C4D-931B-10EC82A0D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1419"/>
              <a:ext cx="22" cy="24"/>
            </a:xfrm>
            <a:custGeom>
              <a:avLst/>
              <a:gdLst>
                <a:gd name="T0" fmla="*/ 616 w 9"/>
                <a:gd name="T1" fmla="*/ 397 h 9"/>
                <a:gd name="T2" fmla="*/ 1750 w 9"/>
                <a:gd name="T3" fmla="*/ 1059 h 9"/>
                <a:gd name="T4" fmla="*/ 1315 w 9"/>
                <a:gd name="T5" fmla="*/ 2824 h 9"/>
                <a:gd name="T6" fmla="*/ 174 w 9"/>
                <a:gd name="T7" fmla="*/ 2184 h 9"/>
                <a:gd name="T8" fmla="*/ 616 w 9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1" name="Freeform 2549">
              <a:extLst>
                <a:ext uri="{FF2B5EF4-FFF2-40B4-BE49-F238E27FC236}">
                  <a16:creationId xmlns:a16="http://schemas.microsoft.com/office/drawing/2014/main" id="{C7DD01A2-FDAB-4D9F-BCE9-25869E6CA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456"/>
              <a:ext cx="73" cy="45"/>
            </a:xfrm>
            <a:custGeom>
              <a:avLst/>
              <a:gdLst>
                <a:gd name="T0" fmla="*/ 7066 w 29"/>
                <a:gd name="T1" fmla="*/ 1038 h 17"/>
                <a:gd name="T2" fmla="*/ 6857 w 29"/>
                <a:gd name="T3" fmla="*/ 0 h 17"/>
                <a:gd name="T4" fmla="*/ 0 w 29"/>
                <a:gd name="T5" fmla="*/ 3783 h 17"/>
                <a:gd name="T6" fmla="*/ 0 w 29"/>
                <a:gd name="T7" fmla="*/ 3783 h 17"/>
                <a:gd name="T8" fmla="*/ 526 w 29"/>
                <a:gd name="T9" fmla="*/ 4807 h 17"/>
                <a:gd name="T10" fmla="*/ 798 w 29"/>
                <a:gd name="T11" fmla="*/ 5845 h 17"/>
                <a:gd name="T12" fmla="*/ 798 w 29"/>
                <a:gd name="T13" fmla="*/ 5845 h 17"/>
                <a:gd name="T14" fmla="*/ 7383 w 29"/>
                <a:gd name="T15" fmla="*/ 2059 h 17"/>
                <a:gd name="T16" fmla="*/ 7066 w 29"/>
                <a:gd name="T17" fmla="*/ 103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28" y="3"/>
                  </a:moveTo>
                  <a:cubicBezTo>
                    <a:pt x="28" y="2"/>
                    <a:pt x="27" y="1"/>
                    <a:pt x="27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3"/>
                    <a:pt x="2" y="14"/>
                  </a:cubicBezTo>
                  <a:cubicBezTo>
                    <a:pt x="2" y="15"/>
                    <a:pt x="2" y="16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8" y="4"/>
                    <a:pt x="28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2" name="Freeform 2550">
              <a:extLst>
                <a:ext uri="{FF2B5EF4-FFF2-40B4-BE49-F238E27FC236}">
                  <a16:creationId xmlns:a16="http://schemas.microsoft.com/office/drawing/2014/main" id="{6A68BC91-AF42-42DD-8634-DDBF82354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459"/>
              <a:ext cx="60" cy="37"/>
            </a:xfrm>
            <a:custGeom>
              <a:avLst/>
              <a:gdLst>
                <a:gd name="T0" fmla="*/ 5675 w 24"/>
                <a:gd name="T1" fmla="*/ 0 h 14"/>
                <a:gd name="T2" fmla="*/ 5863 w 24"/>
                <a:gd name="T3" fmla="*/ 1425 h 14"/>
                <a:gd name="T4" fmla="*/ 0 w 24"/>
                <a:gd name="T5" fmla="*/ 4784 h 14"/>
                <a:gd name="T6" fmla="*/ 5395 w 24"/>
                <a:gd name="T7" fmla="*/ 1033 h 14"/>
                <a:gd name="T8" fmla="*/ 5675 w 2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0"/>
                  </a:moveTo>
                  <a:cubicBezTo>
                    <a:pt x="23" y="1"/>
                    <a:pt x="24" y="4"/>
                    <a:pt x="24" y="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21" y="5"/>
                    <a:pt x="22" y="3"/>
                  </a:cubicBezTo>
                  <a:cubicBezTo>
                    <a:pt x="23" y="2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3" name="Freeform 2551">
              <a:extLst>
                <a:ext uri="{FF2B5EF4-FFF2-40B4-BE49-F238E27FC236}">
                  <a16:creationId xmlns:a16="http://schemas.microsoft.com/office/drawing/2014/main" id="{5C655696-022C-43CA-973A-4A64BDF3F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155"/>
              <a:ext cx="72" cy="45"/>
            </a:xfrm>
            <a:custGeom>
              <a:avLst/>
              <a:gdLst>
                <a:gd name="T0" fmla="*/ 457 w 29"/>
                <a:gd name="T1" fmla="*/ 4807 h 17"/>
                <a:gd name="T2" fmla="*/ 641 w 29"/>
                <a:gd name="T3" fmla="*/ 5845 h 17"/>
                <a:gd name="T4" fmla="*/ 6793 w 29"/>
                <a:gd name="T5" fmla="*/ 2059 h 17"/>
                <a:gd name="T6" fmla="*/ 6793 w 29"/>
                <a:gd name="T7" fmla="*/ 2059 h 17"/>
                <a:gd name="T8" fmla="*/ 6614 w 29"/>
                <a:gd name="T9" fmla="*/ 1038 h 17"/>
                <a:gd name="T10" fmla="*/ 6306 w 29"/>
                <a:gd name="T11" fmla="*/ 0 h 17"/>
                <a:gd name="T12" fmla="*/ 6306 w 29"/>
                <a:gd name="T13" fmla="*/ 0 h 17"/>
                <a:gd name="T14" fmla="*/ 0 w 29"/>
                <a:gd name="T15" fmla="*/ 3783 h 17"/>
                <a:gd name="T16" fmla="*/ 457 w 29"/>
                <a:gd name="T17" fmla="*/ 480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2" y="14"/>
                  </a:moveTo>
                  <a:cubicBezTo>
                    <a:pt x="2" y="15"/>
                    <a:pt x="2" y="16"/>
                    <a:pt x="3" y="1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8" y="4"/>
                    <a:pt x="28" y="3"/>
                  </a:cubicBezTo>
                  <a:cubicBezTo>
                    <a:pt x="28" y="2"/>
                    <a:pt x="27" y="1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3"/>
                    <a:pt x="2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4" name="Freeform 2552">
              <a:extLst>
                <a:ext uri="{FF2B5EF4-FFF2-40B4-BE49-F238E27FC236}">
                  <a16:creationId xmlns:a16="http://schemas.microsoft.com/office/drawing/2014/main" id="{7EDEBB2E-5B9E-4BFB-A167-6E58AECA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152"/>
              <a:ext cx="113" cy="117"/>
            </a:xfrm>
            <a:custGeom>
              <a:avLst/>
              <a:gdLst>
                <a:gd name="T0" fmla="*/ 7473 w 45"/>
                <a:gd name="T1" fmla="*/ 14099 h 44"/>
                <a:gd name="T2" fmla="*/ 997 w 45"/>
                <a:gd name="T3" fmla="*/ 10642 h 44"/>
                <a:gd name="T4" fmla="*/ 3784 w 45"/>
                <a:gd name="T5" fmla="*/ 1449 h 44"/>
                <a:gd name="T6" fmla="*/ 9977 w 45"/>
                <a:gd name="T7" fmla="*/ 5302 h 44"/>
                <a:gd name="T8" fmla="*/ 7473 w 45"/>
                <a:gd name="T9" fmla="*/ 1409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4">
                  <a:moveTo>
                    <a:pt x="30" y="40"/>
                  </a:moveTo>
                  <a:cubicBezTo>
                    <a:pt x="20" y="44"/>
                    <a:pt x="8" y="40"/>
                    <a:pt x="4" y="30"/>
                  </a:cubicBezTo>
                  <a:cubicBezTo>
                    <a:pt x="0" y="20"/>
                    <a:pt x="5" y="8"/>
                    <a:pt x="15" y="4"/>
                  </a:cubicBezTo>
                  <a:cubicBezTo>
                    <a:pt x="25" y="0"/>
                    <a:pt x="36" y="5"/>
                    <a:pt x="40" y="15"/>
                  </a:cubicBezTo>
                  <a:cubicBezTo>
                    <a:pt x="45" y="25"/>
                    <a:pt x="40" y="36"/>
                    <a:pt x="30" y="4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5" name="Freeform 2553">
              <a:extLst>
                <a:ext uri="{FF2B5EF4-FFF2-40B4-BE49-F238E27FC236}">
                  <a16:creationId xmlns:a16="http://schemas.microsoft.com/office/drawing/2014/main" id="{9B4F6809-E4A6-49DE-B250-A695548BA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840"/>
              <a:ext cx="110" cy="120"/>
            </a:xfrm>
            <a:custGeom>
              <a:avLst/>
              <a:gdLst>
                <a:gd name="T0" fmla="*/ 988 w 44"/>
                <a:gd name="T1" fmla="*/ 10773 h 45"/>
                <a:gd name="T2" fmla="*/ 3438 w 44"/>
                <a:gd name="T3" fmla="*/ 1459 h 45"/>
                <a:gd name="T4" fmla="*/ 9770 w 44"/>
                <a:gd name="T5" fmla="*/ 5405 h 45"/>
                <a:gd name="T6" fmla="*/ 7158 w 44"/>
                <a:gd name="T7" fmla="*/ 14712 h 45"/>
                <a:gd name="T8" fmla="*/ 988 w 44"/>
                <a:gd name="T9" fmla="*/ 107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5">
                  <a:moveTo>
                    <a:pt x="4" y="30"/>
                  </a:moveTo>
                  <a:cubicBezTo>
                    <a:pt x="0" y="20"/>
                    <a:pt x="4" y="9"/>
                    <a:pt x="14" y="4"/>
                  </a:cubicBezTo>
                  <a:cubicBezTo>
                    <a:pt x="24" y="0"/>
                    <a:pt x="36" y="5"/>
                    <a:pt x="40" y="15"/>
                  </a:cubicBezTo>
                  <a:cubicBezTo>
                    <a:pt x="44" y="25"/>
                    <a:pt x="39" y="37"/>
                    <a:pt x="29" y="41"/>
                  </a:cubicBezTo>
                  <a:cubicBezTo>
                    <a:pt x="19" y="45"/>
                    <a:pt x="8" y="40"/>
                    <a:pt x="4" y="3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6" name="Freeform 2554">
              <a:extLst>
                <a:ext uri="{FF2B5EF4-FFF2-40B4-BE49-F238E27FC236}">
                  <a16:creationId xmlns:a16="http://schemas.microsoft.com/office/drawing/2014/main" id="{5C9B1EFC-D6AE-4BE9-90E2-69D6825C2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862"/>
              <a:ext cx="55" cy="58"/>
            </a:xfrm>
            <a:custGeom>
              <a:avLst/>
              <a:gdLst>
                <a:gd name="T0" fmla="*/ 520 w 22"/>
                <a:gd name="T1" fmla="*/ 5075 h 22"/>
                <a:gd name="T2" fmla="*/ 1958 w 22"/>
                <a:gd name="T3" fmla="*/ 625 h 22"/>
                <a:gd name="T4" fmla="*/ 4895 w 22"/>
                <a:gd name="T5" fmla="*/ 2273 h 22"/>
                <a:gd name="T6" fmla="*/ 3720 w 22"/>
                <a:gd name="T7" fmla="*/ 6762 h 22"/>
                <a:gd name="T8" fmla="*/ 520 w 22"/>
                <a:gd name="T9" fmla="*/ 507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" y="15"/>
                  </a:moveTo>
                  <a:cubicBezTo>
                    <a:pt x="0" y="10"/>
                    <a:pt x="3" y="4"/>
                    <a:pt x="8" y="2"/>
                  </a:cubicBezTo>
                  <a:cubicBezTo>
                    <a:pt x="12" y="0"/>
                    <a:pt x="18" y="2"/>
                    <a:pt x="20" y="7"/>
                  </a:cubicBezTo>
                  <a:cubicBezTo>
                    <a:pt x="22" y="12"/>
                    <a:pt x="20" y="18"/>
                    <a:pt x="15" y="20"/>
                  </a:cubicBezTo>
                  <a:cubicBezTo>
                    <a:pt x="10" y="22"/>
                    <a:pt x="4" y="20"/>
                    <a:pt x="2" y="1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7" name="Freeform 2555">
              <a:extLst>
                <a:ext uri="{FF2B5EF4-FFF2-40B4-BE49-F238E27FC236}">
                  <a16:creationId xmlns:a16="http://schemas.microsoft.com/office/drawing/2014/main" id="{20A507B7-85F6-46F0-BD2A-713DDF3F8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867"/>
              <a:ext cx="22" cy="24"/>
            </a:xfrm>
            <a:custGeom>
              <a:avLst/>
              <a:gdLst>
                <a:gd name="T0" fmla="*/ 174 w 9"/>
                <a:gd name="T1" fmla="*/ 2184 h 9"/>
                <a:gd name="T2" fmla="*/ 616 w 9"/>
                <a:gd name="T3" fmla="*/ 397 h 9"/>
                <a:gd name="T4" fmla="*/ 1750 w 9"/>
                <a:gd name="T5" fmla="*/ 1059 h 9"/>
                <a:gd name="T6" fmla="*/ 1315 w 9"/>
                <a:gd name="T7" fmla="*/ 2824 h 9"/>
                <a:gd name="T8" fmla="*/ 174 w 9"/>
                <a:gd name="T9" fmla="*/ 21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6"/>
                  </a:moveTo>
                  <a:cubicBezTo>
                    <a:pt x="0" y="4"/>
                    <a:pt x="1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8" name="Freeform 2556">
              <a:extLst>
                <a:ext uri="{FF2B5EF4-FFF2-40B4-BE49-F238E27FC236}">
                  <a16:creationId xmlns:a16="http://schemas.microsoft.com/office/drawing/2014/main" id="{96329160-097E-4335-8E6A-C8D4700FF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944"/>
              <a:ext cx="43" cy="80"/>
            </a:xfrm>
            <a:custGeom>
              <a:avLst/>
              <a:gdLst>
                <a:gd name="T0" fmla="*/ 825 w 17"/>
                <a:gd name="T1" fmla="*/ 661 h 30"/>
                <a:gd name="T2" fmla="*/ 0 w 17"/>
                <a:gd name="T3" fmla="*/ 1059 h 30"/>
                <a:gd name="T4" fmla="*/ 2911 w 17"/>
                <a:gd name="T5" fmla="*/ 10773 h 30"/>
                <a:gd name="T6" fmla="*/ 2911 w 17"/>
                <a:gd name="T7" fmla="*/ 10773 h 30"/>
                <a:gd name="T8" fmla="*/ 3640 w 17"/>
                <a:gd name="T9" fmla="*/ 10104 h 30"/>
                <a:gd name="T10" fmla="*/ 4467 w 17"/>
                <a:gd name="T11" fmla="*/ 9707 h 30"/>
                <a:gd name="T12" fmla="*/ 4467 w 17"/>
                <a:gd name="T13" fmla="*/ 9707 h 30"/>
                <a:gd name="T14" fmla="*/ 1556 w 17"/>
                <a:gd name="T15" fmla="*/ 0 h 30"/>
                <a:gd name="T16" fmla="*/ 825 w 17"/>
                <a:gd name="T17" fmla="*/ 661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0">
                  <a:moveTo>
                    <a:pt x="3" y="2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2" y="29"/>
                    <a:pt x="13" y="29"/>
                    <a:pt x="14" y="28"/>
                  </a:cubicBezTo>
                  <a:cubicBezTo>
                    <a:pt x="15" y="28"/>
                    <a:pt x="16" y="28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9" name="Freeform 2557">
              <a:extLst>
                <a:ext uri="{FF2B5EF4-FFF2-40B4-BE49-F238E27FC236}">
                  <a16:creationId xmlns:a16="http://schemas.microsoft.com/office/drawing/2014/main" id="{CD6D2720-2991-49BF-BDFC-28B60A0DC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950"/>
              <a:ext cx="35" cy="66"/>
            </a:xfrm>
            <a:custGeom>
              <a:avLst/>
              <a:gdLst>
                <a:gd name="T0" fmla="*/ 0 w 14"/>
                <a:gd name="T1" fmla="*/ 628 h 25"/>
                <a:gd name="T2" fmla="*/ 988 w 14"/>
                <a:gd name="T3" fmla="*/ 0 h 25"/>
                <a:gd name="T4" fmla="*/ 3438 w 14"/>
                <a:gd name="T5" fmla="*/ 8448 h 25"/>
                <a:gd name="T6" fmla="*/ 783 w 14"/>
                <a:gd name="T7" fmla="*/ 1011 h 25"/>
                <a:gd name="T8" fmla="*/ 0 w 14"/>
                <a:gd name="T9" fmla="*/ 62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5">
                  <a:moveTo>
                    <a:pt x="0" y="2"/>
                  </a:moveTo>
                  <a:cubicBezTo>
                    <a:pt x="1" y="2"/>
                    <a:pt x="3" y="1"/>
                    <a:pt x="4" y="0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4" y="4"/>
                    <a:pt x="3" y="3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0" name="Freeform 2558">
              <a:extLst>
                <a:ext uri="{FF2B5EF4-FFF2-40B4-BE49-F238E27FC236}">
                  <a16:creationId xmlns:a16="http://schemas.microsoft.com/office/drawing/2014/main" id="{D6E33A97-E3EE-43A8-92D4-1108E7736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693"/>
              <a:ext cx="112" cy="120"/>
            </a:xfrm>
            <a:custGeom>
              <a:avLst/>
              <a:gdLst>
                <a:gd name="T0" fmla="*/ 9744 w 45"/>
                <a:gd name="T1" fmla="*/ 5405 h 45"/>
                <a:gd name="T2" fmla="*/ 7168 w 45"/>
                <a:gd name="T3" fmla="*/ 14712 h 45"/>
                <a:gd name="T4" fmla="*/ 1157 w 45"/>
                <a:gd name="T5" fmla="*/ 10773 h 45"/>
                <a:gd name="T6" fmla="*/ 3532 w 45"/>
                <a:gd name="T7" fmla="*/ 1763 h 45"/>
                <a:gd name="T8" fmla="*/ 9744 w 45"/>
                <a:gd name="T9" fmla="*/ 540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1" y="15"/>
                  </a:moveTo>
                  <a:cubicBezTo>
                    <a:pt x="45" y="25"/>
                    <a:pt x="40" y="37"/>
                    <a:pt x="30" y="41"/>
                  </a:cubicBezTo>
                  <a:cubicBezTo>
                    <a:pt x="20" y="45"/>
                    <a:pt x="9" y="40"/>
                    <a:pt x="5" y="30"/>
                  </a:cubicBezTo>
                  <a:cubicBezTo>
                    <a:pt x="0" y="20"/>
                    <a:pt x="5" y="9"/>
                    <a:pt x="15" y="5"/>
                  </a:cubicBezTo>
                  <a:cubicBezTo>
                    <a:pt x="25" y="0"/>
                    <a:pt x="37" y="5"/>
                    <a:pt x="41" y="15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1" name="Freeform 2559">
              <a:extLst>
                <a:ext uri="{FF2B5EF4-FFF2-40B4-BE49-F238E27FC236}">
                  <a16:creationId xmlns:a16="http://schemas.microsoft.com/office/drawing/2014/main" id="{D7D170A4-A2E0-4966-B423-A1623CAFF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720"/>
              <a:ext cx="52" cy="56"/>
            </a:xfrm>
            <a:custGeom>
              <a:avLst/>
              <a:gdLst>
                <a:gd name="T0" fmla="*/ 1882 w 21"/>
                <a:gd name="T1" fmla="*/ 397 h 21"/>
                <a:gd name="T2" fmla="*/ 4660 w 21"/>
                <a:gd name="T3" fmla="*/ 2824 h 21"/>
                <a:gd name="T4" fmla="*/ 2974 w 21"/>
                <a:gd name="T5" fmla="*/ 7133 h 21"/>
                <a:gd name="T6" fmla="*/ 183 w 21"/>
                <a:gd name="T7" fmla="*/ 4701 h 21"/>
                <a:gd name="T8" fmla="*/ 1882 w 21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8" y="1"/>
                  </a:moveTo>
                  <a:cubicBezTo>
                    <a:pt x="14" y="0"/>
                    <a:pt x="19" y="3"/>
                    <a:pt x="20" y="8"/>
                  </a:cubicBezTo>
                  <a:cubicBezTo>
                    <a:pt x="21" y="13"/>
                    <a:pt x="18" y="18"/>
                    <a:pt x="13" y="20"/>
                  </a:cubicBezTo>
                  <a:cubicBezTo>
                    <a:pt x="8" y="21"/>
                    <a:pt x="3" y="18"/>
                    <a:pt x="1" y="13"/>
                  </a:cubicBezTo>
                  <a:cubicBezTo>
                    <a:pt x="0" y="8"/>
                    <a:pt x="3" y="2"/>
                    <a:pt x="8" y="1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2" name="Freeform 2560">
              <a:extLst>
                <a:ext uri="{FF2B5EF4-FFF2-40B4-BE49-F238E27FC236}">
                  <a16:creationId xmlns:a16="http://schemas.microsoft.com/office/drawing/2014/main" id="{8777576E-B2ED-4EA4-8F69-BEC698281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731"/>
              <a:ext cx="20" cy="24"/>
            </a:xfrm>
            <a:custGeom>
              <a:avLst/>
              <a:gdLst>
                <a:gd name="T0" fmla="*/ 783 w 8"/>
                <a:gd name="T1" fmla="*/ 397 h 9"/>
                <a:gd name="T2" fmla="*/ 1958 w 8"/>
                <a:gd name="T3" fmla="*/ 1059 h 9"/>
                <a:gd name="T4" fmla="*/ 1300 w 8"/>
                <a:gd name="T5" fmla="*/ 2824 h 9"/>
                <a:gd name="T6" fmla="*/ 0 w 8"/>
                <a:gd name="T7" fmla="*/ 1763 h 9"/>
                <a:gd name="T8" fmla="*/ 783 w 8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3" y="1"/>
                  </a:moveTo>
                  <a:cubicBezTo>
                    <a:pt x="5" y="0"/>
                    <a:pt x="7" y="1"/>
                    <a:pt x="8" y="3"/>
                  </a:cubicBezTo>
                  <a:cubicBezTo>
                    <a:pt x="8" y="5"/>
                    <a:pt x="7" y="8"/>
                    <a:pt x="5" y="8"/>
                  </a:cubicBezTo>
                  <a:cubicBezTo>
                    <a:pt x="3" y="9"/>
                    <a:pt x="1" y="7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3" name="Freeform 2561">
              <a:extLst>
                <a:ext uri="{FF2B5EF4-FFF2-40B4-BE49-F238E27FC236}">
                  <a16:creationId xmlns:a16="http://schemas.microsoft.com/office/drawing/2014/main" id="{8080B25A-965D-449C-8890-7AAE202E3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632"/>
              <a:ext cx="43" cy="77"/>
            </a:xfrm>
            <a:custGeom>
              <a:avLst/>
              <a:gdLst>
                <a:gd name="T0" fmla="*/ 3640 w 17"/>
                <a:gd name="T1" fmla="*/ 9490 h 29"/>
                <a:gd name="T2" fmla="*/ 4467 w 17"/>
                <a:gd name="T3" fmla="*/ 9094 h 29"/>
                <a:gd name="T4" fmla="*/ 1556 w 17"/>
                <a:gd name="T5" fmla="*/ 0 h 29"/>
                <a:gd name="T6" fmla="*/ 1556 w 17"/>
                <a:gd name="T7" fmla="*/ 0 h 29"/>
                <a:gd name="T8" fmla="*/ 825 w 17"/>
                <a:gd name="T9" fmla="*/ 396 h 29"/>
                <a:gd name="T10" fmla="*/ 0 w 17"/>
                <a:gd name="T11" fmla="*/ 656 h 29"/>
                <a:gd name="T12" fmla="*/ 0 w 17"/>
                <a:gd name="T13" fmla="*/ 656 h 29"/>
                <a:gd name="T14" fmla="*/ 2911 w 17"/>
                <a:gd name="T15" fmla="*/ 10145 h 29"/>
                <a:gd name="T16" fmla="*/ 3640 w 17"/>
                <a:gd name="T17" fmla="*/ 949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9">
                  <a:moveTo>
                    <a:pt x="14" y="27"/>
                  </a:moveTo>
                  <a:cubicBezTo>
                    <a:pt x="15" y="27"/>
                    <a:pt x="16" y="27"/>
                    <a:pt x="17" y="2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28"/>
                    <a:pt x="13" y="28"/>
                    <a:pt x="14" y="27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4" name="Freeform 2562">
              <a:extLst>
                <a:ext uri="{FF2B5EF4-FFF2-40B4-BE49-F238E27FC236}">
                  <a16:creationId xmlns:a16="http://schemas.microsoft.com/office/drawing/2014/main" id="{5B470513-4284-4D2E-B943-C917BC139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637"/>
              <a:ext cx="35" cy="67"/>
            </a:xfrm>
            <a:custGeom>
              <a:avLst/>
              <a:gdLst>
                <a:gd name="T0" fmla="*/ 3438 w 14"/>
                <a:gd name="T1" fmla="*/ 8568 h 25"/>
                <a:gd name="T2" fmla="*/ 2470 w 14"/>
                <a:gd name="T3" fmla="*/ 9281 h 25"/>
                <a:gd name="T4" fmla="*/ 0 w 14"/>
                <a:gd name="T5" fmla="*/ 0 h 25"/>
                <a:gd name="T6" fmla="*/ 2738 w 14"/>
                <a:gd name="T7" fmla="*/ 8145 h 25"/>
                <a:gd name="T8" fmla="*/ 3438 w 14"/>
                <a:gd name="T9" fmla="*/ 856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5">
                  <a:moveTo>
                    <a:pt x="14" y="23"/>
                  </a:moveTo>
                  <a:cubicBezTo>
                    <a:pt x="13" y="23"/>
                    <a:pt x="10" y="25"/>
                    <a:pt x="10" y="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" y="22"/>
                    <a:pt x="11" y="22"/>
                  </a:cubicBezTo>
                  <a:cubicBezTo>
                    <a:pt x="12" y="23"/>
                    <a:pt x="14" y="23"/>
                    <a:pt x="14" y="23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5" name="Freeform 2563">
              <a:extLst>
                <a:ext uri="{FF2B5EF4-FFF2-40B4-BE49-F238E27FC236}">
                  <a16:creationId xmlns:a16="http://schemas.microsoft.com/office/drawing/2014/main" id="{8E6A7746-ACCA-4F1A-845A-DBAED6782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944"/>
              <a:ext cx="43" cy="80"/>
            </a:xfrm>
            <a:custGeom>
              <a:avLst/>
              <a:gdLst>
                <a:gd name="T0" fmla="*/ 825 w 17"/>
                <a:gd name="T1" fmla="*/ 661 h 30"/>
                <a:gd name="T2" fmla="*/ 0 w 17"/>
                <a:gd name="T3" fmla="*/ 1059 h 30"/>
                <a:gd name="T4" fmla="*/ 2911 w 17"/>
                <a:gd name="T5" fmla="*/ 10773 h 30"/>
                <a:gd name="T6" fmla="*/ 2911 w 17"/>
                <a:gd name="T7" fmla="*/ 10773 h 30"/>
                <a:gd name="T8" fmla="*/ 3640 w 17"/>
                <a:gd name="T9" fmla="*/ 10104 h 30"/>
                <a:gd name="T10" fmla="*/ 4467 w 17"/>
                <a:gd name="T11" fmla="*/ 9707 h 30"/>
                <a:gd name="T12" fmla="*/ 4467 w 17"/>
                <a:gd name="T13" fmla="*/ 9707 h 30"/>
                <a:gd name="T14" fmla="*/ 1556 w 17"/>
                <a:gd name="T15" fmla="*/ 0 h 30"/>
                <a:gd name="T16" fmla="*/ 825 w 17"/>
                <a:gd name="T17" fmla="*/ 661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0">
                  <a:moveTo>
                    <a:pt x="3" y="2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2" y="29"/>
                    <a:pt x="13" y="29"/>
                    <a:pt x="14" y="28"/>
                  </a:cubicBezTo>
                  <a:cubicBezTo>
                    <a:pt x="15" y="28"/>
                    <a:pt x="16" y="28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4" y="1"/>
                    <a:pt x="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6" name="Freeform 2564">
              <a:extLst>
                <a:ext uri="{FF2B5EF4-FFF2-40B4-BE49-F238E27FC236}">
                  <a16:creationId xmlns:a16="http://schemas.microsoft.com/office/drawing/2014/main" id="{E956FBB9-B6F7-4CDF-B746-E13EFA076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840"/>
              <a:ext cx="110" cy="120"/>
            </a:xfrm>
            <a:custGeom>
              <a:avLst/>
              <a:gdLst>
                <a:gd name="T0" fmla="*/ 988 w 44"/>
                <a:gd name="T1" fmla="*/ 10773 h 45"/>
                <a:gd name="T2" fmla="*/ 3438 w 44"/>
                <a:gd name="T3" fmla="*/ 1459 h 45"/>
                <a:gd name="T4" fmla="*/ 9770 w 44"/>
                <a:gd name="T5" fmla="*/ 5405 h 45"/>
                <a:gd name="T6" fmla="*/ 7158 w 44"/>
                <a:gd name="T7" fmla="*/ 14712 h 45"/>
                <a:gd name="T8" fmla="*/ 988 w 44"/>
                <a:gd name="T9" fmla="*/ 107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5">
                  <a:moveTo>
                    <a:pt x="4" y="30"/>
                  </a:moveTo>
                  <a:cubicBezTo>
                    <a:pt x="0" y="20"/>
                    <a:pt x="4" y="9"/>
                    <a:pt x="14" y="4"/>
                  </a:cubicBezTo>
                  <a:cubicBezTo>
                    <a:pt x="24" y="0"/>
                    <a:pt x="36" y="5"/>
                    <a:pt x="40" y="15"/>
                  </a:cubicBezTo>
                  <a:cubicBezTo>
                    <a:pt x="44" y="25"/>
                    <a:pt x="39" y="37"/>
                    <a:pt x="29" y="41"/>
                  </a:cubicBezTo>
                  <a:cubicBezTo>
                    <a:pt x="19" y="45"/>
                    <a:pt x="8" y="40"/>
                    <a:pt x="4" y="3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7" name="Oval 2565">
              <a:extLst>
                <a:ext uri="{FF2B5EF4-FFF2-40B4-BE49-F238E27FC236}">
                  <a16:creationId xmlns:a16="http://schemas.microsoft.com/office/drawing/2014/main" id="{3B00CE6F-83B4-41EF-BA50-F0F3A661D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2779"/>
              <a:ext cx="98" cy="10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08" name="Oval 2566">
              <a:extLst>
                <a:ext uri="{FF2B5EF4-FFF2-40B4-BE49-F238E27FC236}">
                  <a16:creationId xmlns:a16="http://schemas.microsoft.com/office/drawing/2014/main" id="{75FCBCC9-29E7-4FC8-AEE0-554BB7D29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1773"/>
              <a:ext cx="98" cy="10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09" name="Freeform 2567">
              <a:extLst>
                <a:ext uri="{FF2B5EF4-FFF2-40B4-BE49-F238E27FC236}">
                  <a16:creationId xmlns:a16="http://schemas.microsoft.com/office/drawing/2014/main" id="{08152B67-E03B-43F9-9BB3-CD52A1FAA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480"/>
              <a:ext cx="108" cy="115"/>
            </a:xfrm>
            <a:custGeom>
              <a:avLst/>
              <a:gdLst>
                <a:gd name="T0" fmla="*/ 9002 w 43"/>
                <a:gd name="T1" fmla="*/ 12840 h 43"/>
                <a:gd name="T2" fmla="*/ 1994 w 43"/>
                <a:gd name="T3" fmla="*/ 12840 h 43"/>
                <a:gd name="T4" fmla="*/ 1994 w 43"/>
                <a:gd name="T5" fmla="*/ 2602 h 43"/>
                <a:gd name="T6" fmla="*/ 9002 w 43"/>
                <a:gd name="T7" fmla="*/ 2602 h 43"/>
                <a:gd name="T8" fmla="*/ 9002 w 43"/>
                <a:gd name="T9" fmla="*/ 1284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36" y="35"/>
                  </a:moveTo>
                  <a:cubicBezTo>
                    <a:pt x="28" y="43"/>
                    <a:pt x="16" y="43"/>
                    <a:pt x="8" y="35"/>
                  </a:cubicBezTo>
                  <a:cubicBezTo>
                    <a:pt x="0" y="27"/>
                    <a:pt x="0" y="15"/>
                    <a:pt x="8" y="7"/>
                  </a:cubicBezTo>
                  <a:cubicBezTo>
                    <a:pt x="16" y="0"/>
                    <a:pt x="28" y="0"/>
                    <a:pt x="36" y="7"/>
                  </a:cubicBezTo>
                  <a:cubicBezTo>
                    <a:pt x="43" y="15"/>
                    <a:pt x="43" y="27"/>
                    <a:pt x="36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0" name="Freeform 2568">
              <a:extLst>
                <a:ext uri="{FF2B5EF4-FFF2-40B4-BE49-F238E27FC236}">
                  <a16:creationId xmlns:a16="http://schemas.microsoft.com/office/drawing/2014/main" id="{79596D12-DC8B-4670-945D-AD36FBF23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062"/>
              <a:ext cx="108" cy="114"/>
            </a:xfrm>
            <a:custGeom>
              <a:avLst/>
              <a:gdLst>
                <a:gd name="T0" fmla="*/ 1994 w 43"/>
                <a:gd name="T1" fmla="*/ 12209 h 43"/>
                <a:gd name="T2" fmla="*/ 1994 w 43"/>
                <a:gd name="T3" fmla="*/ 2481 h 43"/>
                <a:gd name="T4" fmla="*/ 9002 w 43"/>
                <a:gd name="T5" fmla="*/ 2481 h 43"/>
                <a:gd name="T6" fmla="*/ 9002 w 43"/>
                <a:gd name="T7" fmla="*/ 12209 h 43"/>
                <a:gd name="T8" fmla="*/ 1994 w 43"/>
                <a:gd name="T9" fmla="*/ 1220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8" y="35"/>
                  </a:moveTo>
                  <a:cubicBezTo>
                    <a:pt x="0" y="27"/>
                    <a:pt x="0" y="15"/>
                    <a:pt x="8" y="7"/>
                  </a:cubicBezTo>
                  <a:cubicBezTo>
                    <a:pt x="16" y="0"/>
                    <a:pt x="28" y="0"/>
                    <a:pt x="36" y="7"/>
                  </a:cubicBezTo>
                  <a:cubicBezTo>
                    <a:pt x="43" y="15"/>
                    <a:pt x="43" y="27"/>
                    <a:pt x="36" y="35"/>
                  </a:cubicBezTo>
                  <a:cubicBezTo>
                    <a:pt x="28" y="43"/>
                    <a:pt x="16" y="43"/>
                    <a:pt x="8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1" name="Freeform 2569">
              <a:extLst>
                <a:ext uri="{FF2B5EF4-FFF2-40B4-BE49-F238E27FC236}">
                  <a16:creationId xmlns:a16="http://schemas.microsoft.com/office/drawing/2014/main" id="{F29ADC1A-3506-434E-9210-E6A503873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840"/>
              <a:ext cx="112" cy="120"/>
            </a:xfrm>
            <a:custGeom>
              <a:avLst/>
              <a:gdLst>
                <a:gd name="T0" fmla="*/ 1157 w 45"/>
                <a:gd name="T1" fmla="*/ 5405 h 45"/>
                <a:gd name="T2" fmla="*/ 7168 w 45"/>
                <a:gd name="T3" fmla="*/ 1459 h 45"/>
                <a:gd name="T4" fmla="*/ 9744 w 45"/>
                <a:gd name="T5" fmla="*/ 10773 h 45"/>
                <a:gd name="T6" fmla="*/ 3532 w 45"/>
                <a:gd name="T7" fmla="*/ 14712 h 45"/>
                <a:gd name="T8" fmla="*/ 1157 w 45"/>
                <a:gd name="T9" fmla="*/ 540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5" y="15"/>
                  </a:moveTo>
                  <a:cubicBezTo>
                    <a:pt x="9" y="5"/>
                    <a:pt x="20" y="0"/>
                    <a:pt x="30" y="4"/>
                  </a:cubicBezTo>
                  <a:cubicBezTo>
                    <a:pt x="40" y="9"/>
                    <a:pt x="45" y="20"/>
                    <a:pt x="41" y="30"/>
                  </a:cubicBezTo>
                  <a:cubicBezTo>
                    <a:pt x="37" y="40"/>
                    <a:pt x="25" y="45"/>
                    <a:pt x="15" y="41"/>
                  </a:cubicBezTo>
                  <a:cubicBezTo>
                    <a:pt x="5" y="37"/>
                    <a:pt x="0" y="25"/>
                    <a:pt x="5" y="1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2" name="Freeform 2570">
              <a:extLst>
                <a:ext uri="{FF2B5EF4-FFF2-40B4-BE49-F238E27FC236}">
                  <a16:creationId xmlns:a16="http://schemas.microsoft.com/office/drawing/2014/main" id="{02DE490C-7D5E-455A-991C-7311BB82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152"/>
              <a:ext cx="113" cy="117"/>
            </a:xfrm>
            <a:custGeom>
              <a:avLst/>
              <a:gdLst>
                <a:gd name="T0" fmla="*/ 7473 w 45"/>
                <a:gd name="T1" fmla="*/ 1449 h 44"/>
                <a:gd name="T2" fmla="*/ 9977 w 45"/>
                <a:gd name="T3" fmla="*/ 10642 h 44"/>
                <a:gd name="T4" fmla="*/ 3784 w 45"/>
                <a:gd name="T5" fmla="*/ 14099 h 44"/>
                <a:gd name="T6" fmla="*/ 997 w 45"/>
                <a:gd name="T7" fmla="*/ 5302 h 44"/>
                <a:gd name="T8" fmla="*/ 7473 w 45"/>
                <a:gd name="T9" fmla="*/ 144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4">
                  <a:moveTo>
                    <a:pt x="30" y="4"/>
                  </a:moveTo>
                  <a:cubicBezTo>
                    <a:pt x="40" y="8"/>
                    <a:pt x="45" y="20"/>
                    <a:pt x="40" y="30"/>
                  </a:cubicBezTo>
                  <a:cubicBezTo>
                    <a:pt x="36" y="40"/>
                    <a:pt x="25" y="44"/>
                    <a:pt x="15" y="40"/>
                  </a:cubicBezTo>
                  <a:cubicBezTo>
                    <a:pt x="5" y="36"/>
                    <a:pt x="0" y="25"/>
                    <a:pt x="4" y="15"/>
                  </a:cubicBezTo>
                  <a:cubicBezTo>
                    <a:pt x="8" y="5"/>
                    <a:pt x="20" y="0"/>
                    <a:pt x="30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3" name="Freeform 2571">
              <a:extLst>
                <a:ext uri="{FF2B5EF4-FFF2-40B4-BE49-F238E27FC236}">
                  <a16:creationId xmlns:a16="http://schemas.microsoft.com/office/drawing/2014/main" id="{89661698-F781-401E-A960-413358E15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384"/>
              <a:ext cx="113" cy="117"/>
            </a:xfrm>
            <a:custGeom>
              <a:avLst/>
              <a:gdLst>
                <a:gd name="T0" fmla="*/ 3784 w 45"/>
                <a:gd name="T1" fmla="*/ 1449 h 44"/>
                <a:gd name="T2" fmla="*/ 9977 w 45"/>
                <a:gd name="T3" fmla="*/ 5302 h 44"/>
                <a:gd name="T4" fmla="*/ 7473 w 45"/>
                <a:gd name="T5" fmla="*/ 14099 h 44"/>
                <a:gd name="T6" fmla="*/ 997 w 45"/>
                <a:gd name="T7" fmla="*/ 10642 h 44"/>
                <a:gd name="T8" fmla="*/ 3784 w 45"/>
                <a:gd name="T9" fmla="*/ 144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4">
                  <a:moveTo>
                    <a:pt x="15" y="4"/>
                  </a:moveTo>
                  <a:cubicBezTo>
                    <a:pt x="25" y="0"/>
                    <a:pt x="36" y="5"/>
                    <a:pt x="40" y="15"/>
                  </a:cubicBezTo>
                  <a:cubicBezTo>
                    <a:pt x="45" y="25"/>
                    <a:pt x="40" y="36"/>
                    <a:pt x="30" y="40"/>
                  </a:cubicBezTo>
                  <a:cubicBezTo>
                    <a:pt x="20" y="44"/>
                    <a:pt x="8" y="40"/>
                    <a:pt x="4" y="30"/>
                  </a:cubicBezTo>
                  <a:cubicBezTo>
                    <a:pt x="0" y="20"/>
                    <a:pt x="5" y="8"/>
                    <a:pt x="15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4" name="Freeform 2572">
              <a:extLst>
                <a:ext uri="{FF2B5EF4-FFF2-40B4-BE49-F238E27FC236}">
                  <a16:creationId xmlns:a16="http://schemas.microsoft.com/office/drawing/2014/main" id="{AD076E99-E274-4D61-A76E-7C5BB99EA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693"/>
              <a:ext cx="112" cy="120"/>
            </a:xfrm>
            <a:custGeom>
              <a:avLst/>
              <a:gdLst>
                <a:gd name="T0" fmla="*/ 9744 w 45"/>
                <a:gd name="T1" fmla="*/ 5405 h 45"/>
                <a:gd name="T2" fmla="*/ 7168 w 45"/>
                <a:gd name="T3" fmla="*/ 14712 h 45"/>
                <a:gd name="T4" fmla="*/ 1157 w 45"/>
                <a:gd name="T5" fmla="*/ 10773 h 45"/>
                <a:gd name="T6" fmla="*/ 3532 w 45"/>
                <a:gd name="T7" fmla="*/ 1763 h 45"/>
                <a:gd name="T8" fmla="*/ 9744 w 45"/>
                <a:gd name="T9" fmla="*/ 540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1" y="15"/>
                  </a:moveTo>
                  <a:cubicBezTo>
                    <a:pt x="45" y="25"/>
                    <a:pt x="40" y="37"/>
                    <a:pt x="30" y="41"/>
                  </a:cubicBezTo>
                  <a:cubicBezTo>
                    <a:pt x="20" y="45"/>
                    <a:pt x="9" y="40"/>
                    <a:pt x="5" y="30"/>
                  </a:cubicBezTo>
                  <a:cubicBezTo>
                    <a:pt x="0" y="20"/>
                    <a:pt x="5" y="9"/>
                    <a:pt x="15" y="5"/>
                  </a:cubicBezTo>
                  <a:cubicBezTo>
                    <a:pt x="25" y="0"/>
                    <a:pt x="37" y="5"/>
                    <a:pt x="41" y="1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5" name="Freeform 2573">
              <a:extLst>
                <a:ext uri="{FF2B5EF4-FFF2-40B4-BE49-F238E27FC236}">
                  <a16:creationId xmlns:a16="http://schemas.microsoft.com/office/drawing/2014/main" id="{411D994A-0B38-4AFA-BDB3-76C06DCA7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701"/>
              <a:ext cx="15" cy="78"/>
            </a:xfrm>
            <a:custGeom>
              <a:avLst/>
              <a:gdLst>
                <a:gd name="T0" fmla="*/ 783 w 6"/>
                <a:gd name="T1" fmla="*/ 10995 h 29"/>
                <a:gd name="T2" fmla="*/ 1488 w 6"/>
                <a:gd name="T3" fmla="*/ 10995 h 29"/>
                <a:gd name="T4" fmla="*/ 1488 w 6"/>
                <a:gd name="T5" fmla="*/ 0 h 29"/>
                <a:gd name="T6" fmla="*/ 1488 w 6"/>
                <a:gd name="T7" fmla="*/ 0 h 29"/>
                <a:gd name="T8" fmla="*/ 783 w 6"/>
                <a:gd name="T9" fmla="*/ 0 h 29"/>
                <a:gd name="T10" fmla="*/ 0 w 6"/>
                <a:gd name="T11" fmla="*/ 0 h 29"/>
                <a:gd name="T12" fmla="*/ 0 w 6"/>
                <a:gd name="T13" fmla="*/ 0 h 29"/>
                <a:gd name="T14" fmla="*/ 0 w 6"/>
                <a:gd name="T15" fmla="*/ 10995 h 29"/>
                <a:gd name="T16" fmla="*/ 783 w 6"/>
                <a:gd name="T17" fmla="*/ 1099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29">
                  <a:moveTo>
                    <a:pt x="3" y="29"/>
                  </a:moveTo>
                  <a:cubicBezTo>
                    <a:pt x="4" y="29"/>
                    <a:pt x="5" y="29"/>
                    <a:pt x="6" y="2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29"/>
                    <a:pt x="2" y="29"/>
                    <a:pt x="3" y="2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6" name="Freeform 2574">
              <a:extLst>
                <a:ext uri="{FF2B5EF4-FFF2-40B4-BE49-F238E27FC236}">
                  <a16:creationId xmlns:a16="http://schemas.microsoft.com/office/drawing/2014/main" id="{399FC2B4-B670-4D52-BD75-E8813411D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819"/>
              <a:ext cx="72" cy="16"/>
            </a:xfrm>
            <a:custGeom>
              <a:avLst/>
              <a:gdLst>
                <a:gd name="T0" fmla="*/ 0 w 29"/>
                <a:gd name="T1" fmla="*/ 1059 h 6"/>
                <a:gd name="T2" fmla="*/ 0 w 29"/>
                <a:gd name="T3" fmla="*/ 2184 h 6"/>
                <a:gd name="T4" fmla="*/ 6793 w 29"/>
                <a:gd name="T5" fmla="*/ 2184 h 6"/>
                <a:gd name="T6" fmla="*/ 6793 w 29"/>
                <a:gd name="T7" fmla="*/ 2184 h 6"/>
                <a:gd name="T8" fmla="*/ 6793 w 29"/>
                <a:gd name="T9" fmla="*/ 1059 h 6"/>
                <a:gd name="T10" fmla="*/ 6793 w 29"/>
                <a:gd name="T11" fmla="*/ 0 h 6"/>
                <a:gd name="T12" fmla="*/ 6793 w 29"/>
                <a:gd name="T13" fmla="*/ 0 h 6"/>
                <a:gd name="T14" fmla="*/ 0 w 29"/>
                <a:gd name="T15" fmla="*/ 0 h 6"/>
                <a:gd name="T16" fmla="*/ 0 w 29"/>
                <a:gd name="T17" fmla="*/ 1059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6">
                  <a:moveTo>
                    <a:pt x="0" y="3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9" y="4"/>
                    <a:pt x="29" y="3"/>
                  </a:cubicBezTo>
                  <a:cubicBezTo>
                    <a:pt x="29" y="2"/>
                    <a:pt x="29" y="1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7" name="Freeform 2575">
              <a:extLst>
                <a:ext uri="{FF2B5EF4-FFF2-40B4-BE49-F238E27FC236}">
                  <a16:creationId xmlns:a16="http://schemas.microsoft.com/office/drawing/2014/main" id="{423ECE36-4FED-4C89-B725-9FF04744E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440"/>
              <a:ext cx="62" cy="67"/>
            </a:xfrm>
            <a:custGeom>
              <a:avLst/>
              <a:gdLst>
                <a:gd name="T0" fmla="*/ 640 w 25"/>
                <a:gd name="T1" fmla="*/ 8145 h 25"/>
                <a:gd name="T2" fmla="*/ 1131 w 25"/>
                <a:gd name="T3" fmla="*/ 9281 h 25"/>
                <a:gd name="T4" fmla="*/ 5826 w 25"/>
                <a:gd name="T5" fmla="*/ 1501 h 25"/>
                <a:gd name="T6" fmla="*/ 5826 w 25"/>
                <a:gd name="T7" fmla="*/ 1501 h 25"/>
                <a:gd name="T8" fmla="*/ 5339 w 25"/>
                <a:gd name="T9" fmla="*/ 675 h 25"/>
                <a:gd name="T10" fmla="*/ 4883 w 25"/>
                <a:gd name="T11" fmla="*/ 0 h 25"/>
                <a:gd name="T12" fmla="*/ 4883 w 25"/>
                <a:gd name="T13" fmla="*/ 0 h 25"/>
                <a:gd name="T14" fmla="*/ 0 w 25"/>
                <a:gd name="T15" fmla="*/ 7491 h 25"/>
                <a:gd name="T16" fmla="*/ 640 w 25"/>
                <a:gd name="T17" fmla="*/ 8145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5">
                  <a:moveTo>
                    <a:pt x="3" y="22"/>
                  </a:moveTo>
                  <a:cubicBezTo>
                    <a:pt x="4" y="23"/>
                    <a:pt x="4" y="24"/>
                    <a:pt x="5" y="2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3"/>
                    <a:pt x="24" y="3"/>
                    <a:pt x="23" y="2"/>
                  </a:cubicBezTo>
                  <a:cubicBezTo>
                    <a:pt x="22" y="1"/>
                    <a:pt x="22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1"/>
                    <a:pt x="2" y="21"/>
                    <a:pt x="3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8" name="Freeform 2576">
              <a:extLst>
                <a:ext uri="{FF2B5EF4-FFF2-40B4-BE49-F238E27FC236}">
                  <a16:creationId xmlns:a16="http://schemas.microsoft.com/office/drawing/2014/main" id="{7AF4E4B0-1FC1-4FA9-8124-E43C7B589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150"/>
              <a:ext cx="62" cy="66"/>
            </a:xfrm>
            <a:custGeom>
              <a:avLst/>
              <a:gdLst>
                <a:gd name="T0" fmla="*/ 640 w 25"/>
                <a:gd name="T1" fmla="*/ 628 h 25"/>
                <a:gd name="T2" fmla="*/ 0 w 25"/>
                <a:gd name="T3" fmla="*/ 1415 h 25"/>
                <a:gd name="T4" fmla="*/ 4883 w 25"/>
                <a:gd name="T5" fmla="*/ 8448 h 25"/>
                <a:gd name="T6" fmla="*/ 4883 w 25"/>
                <a:gd name="T7" fmla="*/ 8448 h 25"/>
                <a:gd name="T8" fmla="*/ 5339 w 25"/>
                <a:gd name="T9" fmla="*/ 7437 h 25"/>
                <a:gd name="T10" fmla="*/ 5826 w 25"/>
                <a:gd name="T11" fmla="*/ 6809 h 25"/>
                <a:gd name="T12" fmla="*/ 5826 w 25"/>
                <a:gd name="T13" fmla="*/ 6809 h 25"/>
                <a:gd name="T14" fmla="*/ 1131 w 25"/>
                <a:gd name="T15" fmla="*/ 0 h 25"/>
                <a:gd name="T16" fmla="*/ 640 w 25"/>
                <a:gd name="T17" fmla="*/ 62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5">
                  <a:moveTo>
                    <a:pt x="3" y="2"/>
                  </a:moveTo>
                  <a:cubicBezTo>
                    <a:pt x="2" y="3"/>
                    <a:pt x="1" y="4"/>
                    <a:pt x="0" y="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2" y="24"/>
                    <a:pt x="22" y="23"/>
                    <a:pt x="23" y="22"/>
                  </a:cubicBezTo>
                  <a:cubicBezTo>
                    <a:pt x="24" y="22"/>
                    <a:pt x="25" y="21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4" y="1"/>
                    <a:pt x="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9" name="Freeform 2577">
              <a:extLst>
                <a:ext uri="{FF2B5EF4-FFF2-40B4-BE49-F238E27FC236}">
                  <a16:creationId xmlns:a16="http://schemas.microsoft.com/office/drawing/2014/main" id="{29278211-BBD1-4B1F-BD0A-7BC421FD8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944"/>
              <a:ext cx="43" cy="80"/>
            </a:xfrm>
            <a:custGeom>
              <a:avLst/>
              <a:gdLst>
                <a:gd name="T0" fmla="*/ 3640 w 17"/>
                <a:gd name="T1" fmla="*/ 661 h 30"/>
                <a:gd name="T2" fmla="*/ 2911 w 17"/>
                <a:gd name="T3" fmla="*/ 0 h 30"/>
                <a:gd name="T4" fmla="*/ 0 w 17"/>
                <a:gd name="T5" fmla="*/ 9707 h 30"/>
                <a:gd name="T6" fmla="*/ 0 w 17"/>
                <a:gd name="T7" fmla="*/ 9707 h 30"/>
                <a:gd name="T8" fmla="*/ 825 w 17"/>
                <a:gd name="T9" fmla="*/ 10104 h 30"/>
                <a:gd name="T10" fmla="*/ 1556 w 17"/>
                <a:gd name="T11" fmla="*/ 10773 h 30"/>
                <a:gd name="T12" fmla="*/ 1556 w 17"/>
                <a:gd name="T13" fmla="*/ 10773 h 30"/>
                <a:gd name="T14" fmla="*/ 4467 w 17"/>
                <a:gd name="T15" fmla="*/ 1059 h 30"/>
                <a:gd name="T16" fmla="*/ 3640 w 17"/>
                <a:gd name="T17" fmla="*/ 661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0">
                  <a:moveTo>
                    <a:pt x="14" y="2"/>
                  </a:moveTo>
                  <a:cubicBezTo>
                    <a:pt x="13" y="1"/>
                    <a:pt x="12" y="1"/>
                    <a:pt x="11" y="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2" y="28"/>
                    <a:pt x="3" y="28"/>
                  </a:cubicBezTo>
                  <a:cubicBezTo>
                    <a:pt x="4" y="29"/>
                    <a:pt x="5" y="29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3"/>
                    <a:pt x="15" y="2"/>
                    <a:pt x="14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0" name="Freeform 2578">
              <a:extLst>
                <a:ext uri="{FF2B5EF4-FFF2-40B4-BE49-F238E27FC236}">
                  <a16:creationId xmlns:a16="http://schemas.microsoft.com/office/drawing/2014/main" id="{910C35BC-2506-46FB-B980-B5D0482A2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155"/>
              <a:ext cx="73" cy="45"/>
            </a:xfrm>
            <a:custGeom>
              <a:avLst/>
              <a:gdLst>
                <a:gd name="T0" fmla="*/ 7066 w 29"/>
                <a:gd name="T1" fmla="*/ 4807 h 17"/>
                <a:gd name="T2" fmla="*/ 7383 w 29"/>
                <a:gd name="T3" fmla="*/ 3783 h 17"/>
                <a:gd name="T4" fmla="*/ 798 w 29"/>
                <a:gd name="T5" fmla="*/ 0 h 17"/>
                <a:gd name="T6" fmla="*/ 798 w 29"/>
                <a:gd name="T7" fmla="*/ 0 h 17"/>
                <a:gd name="T8" fmla="*/ 526 w 29"/>
                <a:gd name="T9" fmla="*/ 1038 h 17"/>
                <a:gd name="T10" fmla="*/ 0 w 29"/>
                <a:gd name="T11" fmla="*/ 1668 h 17"/>
                <a:gd name="T12" fmla="*/ 0 w 29"/>
                <a:gd name="T13" fmla="*/ 2059 h 17"/>
                <a:gd name="T14" fmla="*/ 6857 w 29"/>
                <a:gd name="T15" fmla="*/ 5845 h 17"/>
                <a:gd name="T16" fmla="*/ 7066 w 29"/>
                <a:gd name="T17" fmla="*/ 480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28" y="14"/>
                  </a:moveTo>
                  <a:cubicBezTo>
                    <a:pt x="28" y="12"/>
                    <a:pt x="29" y="12"/>
                    <a:pt x="29" y="1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1" y="4"/>
                    <a:pt x="1" y="5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8" y="15"/>
                    <a:pt x="28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1" name="Freeform 2579">
              <a:extLst>
                <a:ext uri="{FF2B5EF4-FFF2-40B4-BE49-F238E27FC236}">
                  <a16:creationId xmlns:a16="http://schemas.microsoft.com/office/drawing/2014/main" id="{608E3277-3AAF-422B-A990-F9F24E9C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456"/>
              <a:ext cx="73" cy="45"/>
            </a:xfrm>
            <a:custGeom>
              <a:avLst/>
              <a:gdLst>
                <a:gd name="T0" fmla="*/ 7066 w 29"/>
                <a:gd name="T1" fmla="*/ 1038 h 17"/>
                <a:gd name="T2" fmla="*/ 6857 w 29"/>
                <a:gd name="T3" fmla="*/ 0 h 17"/>
                <a:gd name="T4" fmla="*/ 0 w 29"/>
                <a:gd name="T5" fmla="*/ 3783 h 17"/>
                <a:gd name="T6" fmla="*/ 0 w 29"/>
                <a:gd name="T7" fmla="*/ 3783 h 17"/>
                <a:gd name="T8" fmla="*/ 526 w 29"/>
                <a:gd name="T9" fmla="*/ 4807 h 17"/>
                <a:gd name="T10" fmla="*/ 798 w 29"/>
                <a:gd name="T11" fmla="*/ 5845 h 17"/>
                <a:gd name="T12" fmla="*/ 798 w 29"/>
                <a:gd name="T13" fmla="*/ 5845 h 17"/>
                <a:gd name="T14" fmla="*/ 7383 w 29"/>
                <a:gd name="T15" fmla="*/ 2059 h 17"/>
                <a:gd name="T16" fmla="*/ 7066 w 29"/>
                <a:gd name="T17" fmla="*/ 103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7">
                  <a:moveTo>
                    <a:pt x="28" y="3"/>
                  </a:moveTo>
                  <a:cubicBezTo>
                    <a:pt x="28" y="2"/>
                    <a:pt x="27" y="1"/>
                    <a:pt x="27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3"/>
                    <a:pt x="2" y="14"/>
                  </a:cubicBezTo>
                  <a:cubicBezTo>
                    <a:pt x="2" y="15"/>
                    <a:pt x="2" y="16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8" y="4"/>
                    <a:pt x="28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2" name="Freeform 2580">
              <a:extLst>
                <a:ext uri="{FF2B5EF4-FFF2-40B4-BE49-F238E27FC236}">
                  <a16:creationId xmlns:a16="http://schemas.microsoft.com/office/drawing/2014/main" id="{66944D02-B2CB-4580-97E3-DC1C0D345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632"/>
              <a:ext cx="43" cy="77"/>
            </a:xfrm>
            <a:custGeom>
              <a:avLst/>
              <a:gdLst>
                <a:gd name="T0" fmla="*/ 3640 w 17"/>
                <a:gd name="T1" fmla="*/ 9490 h 29"/>
                <a:gd name="T2" fmla="*/ 4467 w 17"/>
                <a:gd name="T3" fmla="*/ 9094 h 29"/>
                <a:gd name="T4" fmla="*/ 1556 w 17"/>
                <a:gd name="T5" fmla="*/ 0 h 29"/>
                <a:gd name="T6" fmla="*/ 1556 w 17"/>
                <a:gd name="T7" fmla="*/ 0 h 29"/>
                <a:gd name="T8" fmla="*/ 825 w 17"/>
                <a:gd name="T9" fmla="*/ 396 h 29"/>
                <a:gd name="T10" fmla="*/ 0 w 17"/>
                <a:gd name="T11" fmla="*/ 656 h 29"/>
                <a:gd name="T12" fmla="*/ 0 w 17"/>
                <a:gd name="T13" fmla="*/ 656 h 29"/>
                <a:gd name="T14" fmla="*/ 2911 w 17"/>
                <a:gd name="T15" fmla="*/ 10145 h 29"/>
                <a:gd name="T16" fmla="*/ 3640 w 17"/>
                <a:gd name="T17" fmla="*/ 949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9">
                  <a:moveTo>
                    <a:pt x="14" y="27"/>
                  </a:moveTo>
                  <a:cubicBezTo>
                    <a:pt x="15" y="27"/>
                    <a:pt x="16" y="27"/>
                    <a:pt x="17" y="2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28"/>
                    <a:pt x="13" y="28"/>
                    <a:pt x="14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3" name="Freeform 2581">
              <a:extLst>
                <a:ext uri="{FF2B5EF4-FFF2-40B4-BE49-F238E27FC236}">
                  <a16:creationId xmlns:a16="http://schemas.microsoft.com/office/drawing/2014/main" id="{407EF2D1-3235-4180-A364-109F9C456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950"/>
              <a:ext cx="122" cy="130"/>
            </a:xfrm>
            <a:custGeom>
              <a:avLst/>
              <a:gdLst>
                <a:gd name="T0" fmla="*/ 1419 w 49"/>
                <a:gd name="T1" fmla="*/ 12642 h 49"/>
                <a:gd name="T2" fmla="*/ 3067 w 49"/>
                <a:gd name="T3" fmla="*/ 2069 h 49"/>
                <a:gd name="T4" fmla="*/ 10216 w 49"/>
                <a:gd name="T5" fmla="*/ 4462 h 49"/>
                <a:gd name="T6" fmla="*/ 8796 w 49"/>
                <a:gd name="T7" fmla="*/ 14958 h 49"/>
                <a:gd name="T8" fmla="*/ 1419 w 49"/>
                <a:gd name="T9" fmla="*/ 1264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6" y="36"/>
                  </a:moveTo>
                  <a:cubicBezTo>
                    <a:pt x="0" y="26"/>
                    <a:pt x="3" y="13"/>
                    <a:pt x="13" y="6"/>
                  </a:cubicBezTo>
                  <a:cubicBezTo>
                    <a:pt x="23" y="0"/>
                    <a:pt x="36" y="3"/>
                    <a:pt x="43" y="13"/>
                  </a:cubicBezTo>
                  <a:cubicBezTo>
                    <a:pt x="49" y="23"/>
                    <a:pt x="47" y="36"/>
                    <a:pt x="37" y="43"/>
                  </a:cubicBezTo>
                  <a:cubicBezTo>
                    <a:pt x="26" y="49"/>
                    <a:pt x="13" y="46"/>
                    <a:pt x="6" y="36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4" name="Freeform 2582">
              <a:extLst>
                <a:ext uri="{FF2B5EF4-FFF2-40B4-BE49-F238E27FC236}">
                  <a16:creationId xmlns:a16="http://schemas.microsoft.com/office/drawing/2014/main" id="{99DD7575-4C14-4604-A191-226F04616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971"/>
              <a:ext cx="62" cy="64"/>
            </a:xfrm>
            <a:custGeom>
              <a:avLst/>
              <a:gdLst>
                <a:gd name="T0" fmla="*/ 640 w 25"/>
                <a:gd name="T1" fmla="*/ 2581 h 24"/>
                <a:gd name="T2" fmla="*/ 3936 w 25"/>
                <a:gd name="T3" fmla="*/ 1059 h 24"/>
                <a:gd name="T4" fmla="*/ 5141 w 25"/>
                <a:gd name="T5" fmla="*/ 6067 h 24"/>
                <a:gd name="T6" fmla="*/ 1587 w 25"/>
                <a:gd name="T7" fmla="*/ 7531 h 24"/>
                <a:gd name="T8" fmla="*/ 640 w 25"/>
                <a:gd name="T9" fmla="*/ 258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3" y="7"/>
                  </a:moveTo>
                  <a:cubicBezTo>
                    <a:pt x="6" y="2"/>
                    <a:pt x="12" y="0"/>
                    <a:pt x="17" y="3"/>
                  </a:cubicBezTo>
                  <a:cubicBezTo>
                    <a:pt x="23" y="5"/>
                    <a:pt x="25" y="12"/>
                    <a:pt x="22" y="17"/>
                  </a:cubicBezTo>
                  <a:cubicBezTo>
                    <a:pt x="19" y="22"/>
                    <a:pt x="12" y="24"/>
                    <a:pt x="7" y="21"/>
                  </a:cubicBezTo>
                  <a:cubicBezTo>
                    <a:pt x="2" y="18"/>
                    <a:pt x="0" y="12"/>
                    <a:pt x="3" y="7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5" name="Freeform 2583">
              <a:extLst>
                <a:ext uri="{FF2B5EF4-FFF2-40B4-BE49-F238E27FC236}">
                  <a16:creationId xmlns:a16="http://schemas.microsoft.com/office/drawing/2014/main" id="{B3B08F45-342E-455C-A8E0-FC57E27EF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987"/>
              <a:ext cx="25" cy="24"/>
            </a:xfrm>
            <a:custGeom>
              <a:avLst/>
              <a:gdLst>
                <a:gd name="T0" fmla="*/ 313 w 10"/>
                <a:gd name="T1" fmla="*/ 661 h 9"/>
                <a:gd name="T2" fmla="*/ 1770 w 10"/>
                <a:gd name="T3" fmla="*/ 397 h 9"/>
                <a:gd name="T4" fmla="*/ 2270 w 10"/>
                <a:gd name="T5" fmla="*/ 2184 h 9"/>
                <a:gd name="T6" fmla="*/ 783 w 10"/>
                <a:gd name="T7" fmla="*/ 2824 h 9"/>
                <a:gd name="T8" fmla="*/ 313 w 10"/>
                <a:gd name="T9" fmla="*/ 66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" y="2"/>
                  </a:move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ubicBezTo>
                    <a:pt x="7" y="8"/>
                    <a:pt x="5" y="9"/>
                    <a:pt x="3" y="8"/>
                  </a:cubicBezTo>
                  <a:cubicBezTo>
                    <a:pt x="1" y="7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6" name="Freeform 2584">
              <a:extLst>
                <a:ext uri="{FF2B5EF4-FFF2-40B4-BE49-F238E27FC236}">
                  <a16:creationId xmlns:a16="http://schemas.microsoft.com/office/drawing/2014/main" id="{94410078-65AA-4259-9E81-C595E7E13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059"/>
              <a:ext cx="55" cy="69"/>
            </a:xfrm>
            <a:custGeom>
              <a:avLst/>
              <a:gdLst>
                <a:gd name="T0" fmla="*/ 783 w 22"/>
                <a:gd name="T1" fmla="*/ 656 h 26"/>
                <a:gd name="T2" fmla="*/ 0 w 22"/>
                <a:gd name="T3" fmla="*/ 1436 h 26"/>
                <a:gd name="T4" fmla="*/ 4425 w 22"/>
                <a:gd name="T5" fmla="*/ 9084 h 26"/>
                <a:gd name="T6" fmla="*/ 4425 w 22"/>
                <a:gd name="T7" fmla="*/ 9084 h 26"/>
                <a:gd name="T8" fmla="*/ 4895 w 22"/>
                <a:gd name="T9" fmla="*/ 8670 h 26"/>
                <a:gd name="T10" fmla="*/ 5395 w 22"/>
                <a:gd name="T11" fmla="*/ 8036 h 26"/>
                <a:gd name="T12" fmla="*/ 5395 w 22"/>
                <a:gd name="T13" fmla="*/ 8036 h 26"/>
                <a:gd name="T14" fmla="*/ 1300 w 22"/>
                <a:gd name="T15" fmla="*/ 0 h 26"/>
                <a:gd name="T16" fmla="*/ 783 w 22"/>
                <a:gd name="T17" fmla="*/ 65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6">
                  <a:moveTo>
                    <a:pt x="3" y="2"/>
                  </a:moveTo>
                  <a:cubicBezTo>
                    <a:pt x="2" y="3"/>
                    <a:pt x="1" y="3"/>
                    <a:pt x="0" y="4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5"/>
                    <a:pt x="20" y="25"/>
                  </a:cubicBezTo>
                  <a:cubicBezTo>
                    <a:pt x="21" y="24"/>
                    <a:pt x="21" y="24"/>
                    <a:pt x="22" y="23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7" name="Freeform 2585">
              <a:extLst>
                <a:ext uri="{FF2B5EF4-FFF2-40B4-BE49-F238E27FC236}">
                  <a16:creationId xmlns:a16="http://schemas.microsoft.com/office/drawing/2014/main" id="{4B36F709-A70D-4923-AF60-BC67A9DF2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064"/>
              <a:ext cx="50" cy="59"/>
            </a:xfrm>
            <a:custGeom>
              <a:avLst/>
              <a:gdLst>
                <a:gd name="T0" fmla="*/ 0 w 20"/>
                <a:gd name="T1" fmla="*/ 1078 h 22"/>
                <a:gd name="T2" fmla="*/ 988 w 20"/>
                <a:gd name="T3" fmla="*/ 0 h 22"/>
                <a:gd name="T4" fmla="*/ 4895 w 20"/>
                <a:gd name="T5" fmla="*/ 8177 h 22"/>
                <a:gd name="T6" fmla="*/ 988 w 20"/>
                <a:gd name="T7" fmla="*/ 1078 h 22"/>
                <a:gd name="T8" fmla="*/ 0 w 20"/>
                <a:gd name="T9" fmla="*/ 107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0" y="3"/>
                  </a:moveTo>
                  <a:cubicBezTo>
                    <a:pt x="2" y="2"/>
                    <a:pt x="4" y="0"/>
                    <a:pt x="4" y="0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2"/>
                    <a:pt x="6" y="3"/>
                    <a:pt x="4" y="3"/>
                  </a:cubicBezTo>
                  <a:cubicBezTo>
                    <a:pt x="2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8" name="Freeform 2586">
              <a:extLst>
                <a:ext uri="{FF2B5EF4-FFF2-40B4-BE49-F238E27FC236}">
                  <a16:creationId xmlns:a16="http://schemas.microsoft.com/office/drawing/2014/main" id="{E1C0BAD1-2973-4B32-B95A-E7FF6F5A9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555"/>
              <a:ext cx="119" cy="128"/>
            </a:xfrm>
            <a:custGeom>
              <a:avLst/>
              <a:gdLst>
                <a:gd name="T0" fmla="*/ 9552 w 48"/>
                <a:gd name="T1" fmla="*/ 3640 h 48"/>
                <a:gd name="T2" fmla="*/ 8808 w 48"/>
                <a:gd name="T3" fmla="*/ 14712 h 48"/>
                <a:gd name="T4" fmla="*/ 1587 w 48"/>
                <a:gd name="T5" fmla="*/ 13597 h 48"/>
                <a:gd name="T6" fmla="*/ 2348 w 48"/>
                <a:gd name="T7" fmla="*/ 2581 h 48"/>
                <a:gd name="T8" fmla="*/ 9552 w 48"/>
                <a:gd name="T9" fmla="*/ 364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1" y="10"/>
                  </a:moveTo>
                  <a:cubicBezTo>
                    <a:pt x="48" y="19"/>
                    <a:pt x="47" y="33"/>
                    <a:pt x="38" y="41"/>
                  </a:cubicBezTo>
                  <a:cubicBezTo>
                    <a:pt x="29" y="48"/>
                    <a:pt x="15" y="47"/>
                    <a:pt x="7" y="38"/>
                  </a:cubicBezTo>
                  <a:cubicBezTo>
                    <a:pt x="0" y="28"/>
                    <a:pt x="1" y="15"/>
                    <a:pt x="10" y="7"/>
                  </a:cubicBezTo>
                  <a:cubicBezTo>
                    <a:pt x="20" y="0"/>
                    <a:pt x="33" y="1"/>
                    <a:pt x="41" y="1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9" name="Freeform 2587">
              <a:extLst>
                <a:ext uri="{FF2B5EF4-FFF2-40B4-BE49-F238E27FC236}">
                  <a16:creationId xmlns:a16="http://schemas.microsoft.com/office/drawing/2014/main" id="{1CD2E3E8-FA5A-4BC0-9F8C-95A00C8E8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589"/>
              <a:ext cx="59" cy="67"/>
            </a:xfrm>
            <a:custGeom>
              <a:avLst/>
              <a:gdLst>
                <a:gd name="T0" fmla="*/ 622 w 24"/>
                <a:gd name="T1" fmla="*/ 2637 h 25"/>
                <a:gd name="T2" fmla="*/ 3953 w 24"/>
                <a:gd name="T3" fmla="*/ 1077 h 25"/>
                <a:gd name="T4" fmla="*/ 4678 w 24"/>
                <a:gd name="T5" fmla="*/ 6657 h 25"/>
                <a:gd name="T6" fmla="*/ 1529 w 24"/>
                <a:gd name="T7" fmla="*/ 8145 h 25"/>
                <a:gd name="T8" fmla="*/ 622 w 24"/>
                <a:gd name="T9" fmla="*/ 263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3" y="7"/>
                  </a:moveTo>
                  <a:cubicBezTo>
                    <a:pt x="6" y="2"/>
                    <a:pt x="13" y="0"/>
                    <a:pt x="18" y="3"/>
                  </a:cubicBezTo>
                  <a:cubicBezTo>
                    <a:pt x="23" y="6"/>
                    <a:pt x="24" y="13"/>
                    <a:pt x="21" y="18"/>
                  </a:cubicBezTo>
                  <a:cubicBezTo>
                    <a:pt x="18" y="23"/>
                    <a:pt x="12" y="25"/>
                    <a:pt x="7" y="22"/>
                  </a:cubicBezTo>
                  <a:cubicBezTo>
                    <a:pt x="2" y="19"/>
                    <a:pt x="0" y="12"/>
                    <a:pt x="3" y="7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0" name="Freeform 2588">
              <a:extLst>
                <a:ext uri="{FF2B5EF4-FFF2-40B4-BE49-F238E27FC236}">
                  <a16:creationId xmlns:a16="http://schemas.microsoft.com/office/drawing/2014/main" id="{073C5557-027D-4C03-9480-E5651910D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605"/>
              <a:ext cx="25" cy="27"/>
            </a:xfrm>
            <a:custGeom>
              <a:avLst/>
              <a:gdLst>
                <a:gd name="T0" fmla="*/ 313 w 10"/>
                <a:gd name="T1" fmla="*/ 1158 h 10"/>
                <a:gd name="T2" fmla="*/ 1770 w 10"/>
                <a:gd name="T3" fmla="*/ 429 h 10"/>
                <a:gd name="T4" fmla="*/ 1958 w 10"/>
                <a:gd name="T5" fmla="*/ 2719 h 10"/>
                <a:gd name="T6" fmla="*/ 783 w 10"/>
                <a:gd name="T7" fmla="*/ 3127 h 10"/>
                <a:gd name="T8" fmla="*/ 313 w 10"/>
                <a:gd name="T9" fmla="*/ 115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2" y="1"/>
                    <a:pt x="5" y="0"/>
                    <a:pt x="7" y="1"/>
                  </a:cubicBezTo>
                  <a:cubicBezTo>
                    <a:pt x="9" y="2"/>
                    <a:pt x="10" y="5"/>
                    <a:pt x="8" y="7"/>
                  </a:cubicBezTo>
                  <a:cubicBezTo>
                    <a:pt x="7" y="9"/>
                    <a:pt x="5" y="10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1" name="Freeform 2589">
              <a:extLst>
                <a:ext uri="{FF2B5EF4-FFF2-40B4-BE49-F238E27FC236}">
                  <a16:creationId xmlns:a16="http://schemas.microsoft.com/office/drawing/2014/main" id="{C37372D7-FD94-4A00-A2F3-3ABEC72FE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515"/>
              <a:ext cx="62" cy="64"/>
            </a:xfrm>
            <a:custGeom>
              <a:avLst/>
              <a:gdLst>
                <a:gd name="T0" fmla="*/ 5141 w 25"/>
                <a:gd name="T1" fmla="*/ 7944 h 24"/>
                <a:gd name="T2" fmla="*/ 5826 w 25"/>
                <a:gd name="T3" fmla="*/ 7133 h 24"/>
                <a:gd name="T4" fmla="*/ 947 w 25"/>
                <a:gd name="T5" fmla="*/ 0 h 24"/>
                <a:gd name="T6" fmla="*/ 947 w 25"/>
                <a:gd name="T7" fmla="*/ 0 h 24"/>
                <a:gd name="T8" fmla="*/ 456 w 25"/>
                <a:gd name="T9" fmla="*/ 397 h 24"/>
                <a:gd name="T10" fmla="*/ 0 w 25"/>
                <a:gd name="T11" fmla="*/ 1059 h 24"/>
                <a:gd name="T12" fmla="*/ 184 w 25"/>
                <a:gd name="T13" fmla="*/ 1059 h 24"/>
                <a:gd name="T14" fmla="*/ 4700 w 25"/>
                <a:gd name="T15" fmla="*/ 8648 h 24"/>
                <a:gd name="T16" fmla="*/ 5141 w 25"/>
                <a:gd name="T17" fmla="*/ 7944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4">
                  <a:moveTo>
                    <a:pt x="22" y="22"/>
                  </a:moveTo>
                  <a:cubicBezTo>
                    <a:pt x="23" y="21"/>
                    <a:pt x="24" y="21"/>
                    <a:pt x="25" y="2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1" y="23"/>
                    <a:pt x="22" y="2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2" name="Freeform 2590">
              <a:extLst>
                <a:ext uri="{FF2B5EF4-FFF2-40B4-BE49-F238E27FC236}">
                  <a16:creationId xmlns:a16="http://schemas.microsoft.com/office/drawing/2014/main" id="{44500F57-6513-45D2-AD8C-18B2B7838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520"/>
              <a:ext cx="55" cy="53"/>
            </a:xfrm>
            <a:custGeom>
              <a:avLst/>
              <a:gdLst>
                <a:gd name="T0" fmla="*/ 5395 w 22"/>
                <a:gd name="T1" fmla="*/ 5864 h 20"/>
                <a:gd name="T2" fmla="*/ 4688 w 22"/>
                <a:gd name="T3" fmla="*/ 6903 h 20"/>
                <a:gd name="T4" fmla="*/ 0 w 22"/>
                <a:gd name="T5" fmla="*/ 0 h 20"/>
                <a:gd name="T6" fmla="*/ 4688 w 22"/>
                <a:gd name="T7" fmla="*/ 5864 h 20"/>
                <a:gd name="T8" fmla="*/ 5395 w 22"/>
                <a:gd name="T9" fmla="*/ 58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22" y="17"/>
                  </a:moveTo>
                  <a:cubicBezTo>
                    <a:pt x="21" y="18"/>
                    <a:pt x="19" y="20"/>
                    <a:pt x="19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7" y="17"/>
                    <a:pt x="19" y="17"/>
                  </a:cubicBezTo>
                  <a:cubicBezTo>
                    <a:pt x="20" y="17"/>
                    <a:pt x="22" y="17"/>
                    <a:pt x="22" y="17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3" name="Freeform 2591">
              <a:extLst>
                <a:ext uri="{FF2B5EF4-FFF2-40B4-BE49-F238E27FC236}">
                  <a16:creationId xmlns:a16="http://schemas.microsoft.com/office/drawing/2014/main" id="{12C59563-80EC-4B3B-A441-7F029127B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059"/>
              <a:ext cx="55" cy="69"/>
            </a:xfrm>
            <a:custGeom>
              <a:avLst/>
              <a:gdLst>
                <a:gd name="T0" fmla="*/ 783 w 22"/>
                <a:gd name="T1" fmla="*/ 656 h 26"/>
                <a:gd name="T2" fmla="*/ 0 w 22"/>
                <a:gd name="T3" fmla="*/ 1436 h 26"/>
                <a:gd name="T4" fmla="*/ 4425 w 22"/>
                <a:gd name="T5" fmla="*/ 9084 h 26"/>
                <a:gd name="T6" fmla="*/ 4425 w 22"/>
                <a:gd name="T7" fmla="*/ 9084 h 26"/>
                <a:gd name="T8" fmla="*/ 4895 w 22"/>
                <a:gd name="T9" fmla="*/ 8670 h 26"/>
                <a:gd name="T10" fmla="*/ 5395 w 22"/>
                <a:gd name="T11" fmla="*/ 8036 h 26"/>
                <a:gd name="T12" fmla="*/ 5395 w 22"/>
                <a:gd name="T13" fmla="*/ 8036 h 26"/>
                <a:gd name="T14" fmla="*/ 1300 w 22"/>
                <a:gd name="T15" fmla="*/ 0 h 26"/>
                <a:gd name="T16" fmla="*/ 783 w 22"/>
                <a:gd name="T17" fmla="*/ 65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6">
                  <a:moveTo>
                    <a:pt x="3" y="2"/>
                  </a:moveTo>
                  <a:cubicBezTo>
                    <a:pt x="2" y="3"/>
                    <a:pt x="1" y="3"/>
                    <a:pt x="0" y="4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5"/>
                    <a:pt x="20" y="25"/>
                  </a:cubicBezTo>
                  <a:cubicBezTo>
                    <a:pt x="21" y="24"/>
                    <a:pt x="21" y="24"/>
                    <a:pt x="22" y="23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4" y="1"/>
                    <a:pt x="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4" name="Freeform 2592">
              <a:extLst>
                <a:ext uri="{FF2B5EF4-FFF2-40B4-BE49-F238E27FC236}">
                  <a16:creationId xmlns:a16="http://schemas.microsoft.com/office/drawing/2014/main" id="{14BB49EF-77B2-4E3B-A9D4-F7D5CFD35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950"/>
              <a:ext cx="122" cy="130"/>
            </a:xfrm>
            <a:custGeom>
              <a:avLst/>
              <a:gdLst>
                <a:gd name="T0" fmla="*/ 1419 w 49"/>
                <a:gd name="T1" fmla="*/ 12642 h 49"/>
                <a:gd name="T2" fmla="*/ 3067 w 49"/>
                <a:gd name="T3" fmla="*/ 2069 h 49"/>
                <a:gd name="T4" fmla="*/ 10216 w 49"/>
                <a:gd name="T5" fmla="*/ 4462 h 49"/>
                <a:gd name="T6" fmla="*/ 8796 w 49"/>
                <a:gd name="T7" fmla="*/ 14958 h 49"/>
                <a:gd name="T8" fmla="*/ 1419 w 49"/>
                <a:gd name="T9" fmla="*/ 1264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6" y="36"/>
                  </a:moveTo>
                  <a:cubicBezTo>
                    <a:pt x="0" y="26"/>
                    <a:pt x="3" y="13"/>
                    <a:pt x="13" y="6"/>
                  </a:cubicBezTo>
                  <a:cubicBezTo>
                    <a:pt x="23" y="0"/>
                    <a:pt x="36" y="3"/>
                    <a:pt x="43" y="13"/>
                  </a:cubicBezTo>
                  <a:cubicBezTo>
                    <a:pt x="49" y="23"/>
                    <a:pt x="47" y="36"/>
                    <a:pt x="37" y="43"/>
                  </a:cubicBezTo>
                  <a:cubicBezTo>
                    <a:pt x="26" y="49"/>
                    <a:pt x="13" y="46"/>
                    <a:pt x="6" y="3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5" name="Freeform 2593">
              <a:extLst>
                <a:ext uri="{FF2B5EF4-FFF2-40B4-BE49-F238E27FC236}">
                  <a16:creationId xmlns:a16="http://schemas.microsoft.com/office/drawing/2014/main" id="{C6786BF1-4487-484A-B2F7-0DB7E2234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245"/>
              <a:ext cx="122" cy="134"/>
            </a:xfrm>
            <a:custGeom>
              <a:avLst/>
              <a:gdLst>
                <a:gd name="T0" fmla="*/ 3067 w 49"/>
                <a:gd name="T1" fmla="*/ 2637 h 50"/>
                <a:gd name="T2" fmla="*/ 10216 w 49"/>
                <a:gd name="T3" fmla="*/ 4848 h 50"/>
                <a:gd name="T4" fmla="*/ 8796 w 49"/>
                <a:gd name="T5" fmla="*/ 15879 h 50"/>
                <a:gd name="T6" fmla="*/ 1618 w 49"/>
                <a:gd name="T7" fmla="*/ 13668 h 50"/>
                <a:gd name="T8" fmla="*/ 3067 w 49"/>
                <a:gd name="T9" fmla="*/ 263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13" y="7"/>
                  </a:moveTo>
                  <a:cubicBezTo>
                    <a:pt x="23" y="0"/>
                    <a:pt x="36" y="3"/>
                    <a:pt x="43" y="13"/>
                  </a:cubicBezTo>
                  <a:cubicBezTo>
                    <a:pt x="49" y="23"/>
                    <a:pt x="47" y="37"/>
                    <a:pt x="37" y="43"/>
                  </a:cubicBezTo>
                  <a:cubicBezTo>
                    <a:pt x="27" y="50"/>
                    <a:pt x="13" y="47"/>
                    <a:pt x="7" y="37"/>
                  </a:cubicBezTo>
                  <a:cubicBezTo>
                    <a:pt x="0" y="27"/>
                    <a:pt x="3" y="14"/>
                    <a:pt x="13" y="7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6" name="Freeform 2594">
              <a:extLst>
                <a:ext uri="{FF2B5EF4-FFF2-40B4-BE49-F238E27FC236}">
                  <a16:creationId xmlns:a16="http://schemas.microsoft.com/office/drawing/2014/main" id="{462BD54C-B679-4B1D-B201-9C5798CEC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275"/>
              <a:ext cx="60" cy="64"/>
            </a:xfrm>
            <a:custGeom>
              <a:avLst/>
              <a:gdLst>
                <a:gd name="T0" fmla="*/ 1770 w 24"/>
                <a:gd name="T1" fmla="*/ 1059 h 24"/>
                <a:gd name="T2" fmla="*/ 5208 w 24"/>
                <a:gd name="T3" fmla="*/ 2184 h 24"/>
                <a:gd name="T4" fmla="*/ 4425 w 24"/>
                <a:gd name="T5" fmla="*/ 7531 h 24"/>
                <a:gd name="T6" fmla="*/ 783 w 24"/>
                <a:gd name="T7" fmla="*/ 6464 h 24"/>
                <a:gd name="T8" fmla="*/ 1770 w 24"/>
                <a:gd name="T9" fmla="*/ 105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7" y="3"/>
                  </a:moveTo>
                  <a:cubicBezTo>
                    <a:pt x="11" y="0"/>
                    <a:pt x="18" y="1"/>
                    <a:pt x="21" y="6"/>
                  </a:cubicBezTo>
                  <a:cubicBezTo>
                    <a:pt x="24" y="11"/>
                    <a:pt x="23" y="18"/>
                    <a:pt x="18" y="21"/>
                  </a:cubicBezTo>
                  <a:cubicBezTo>
                    <a:pt x="13" y="24"/>
                    <a:pt x="7" y="23"/>
                    <a:pt x="3" y="18"/>
                  </a:cubicBezTo>
                  <a:cubicBezTo>
                    <a:pt x="0" y="13"/>
                    <a:pt x="2" y="7"/>
                    <a:pt x="7" y="3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7" name="Freeform 2595">
              <a:extLst>
                <a:ext uri="{FF2B5EF4-FFF2-40B4-BE49-F238E27FC236}">
                  <a16:creationId xmlns:a16="http://schemas.microsoft.com/office/drawing/2014/main" id="{69DC97FF-F547-4382-BCCD-F2C30B9EF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288"/>
              <a:ext cx="23" cy="27"/>
            </a:xfrm>
            <a:custGeom>
              <a:avLst/>
              <a:gdLst>
                <a:gd name="T0" fmla="*/ 549 w 9"/>
                <a:gd name="T1" fmla="*/ 429 h 10"/>
                <a:gd name="T2" fmla="*/ 2167 w 9"/>
                <a:gd name="T3" fmla="*/ 1158 h 10"/>
                <a:gd name="T4" fmla="*/ 1973 w 9"/>
                <a:gd name="T5" fmla="*/ 3464 h 10"/>
                <a:gd name="T6" fmla="*/ 332 w 9"/>
                <a:gd name="T7" fmla="*/ 2719 h 10"/>
                <a:gd name="T8" fmla="*/ 549 w 9"/>
                <a:gd name="T9" fmla="*/ 4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2" y="1"/>
                  </a:moveTo>
                  <a:cubicBezTo>
                    <a:pt x="4" y="0"/>
                    <a:pt x="7" y="1"/>
                    <a:pt x="8" y="3"/>
                  </a:cubicBezTo>
                  <a:cubicBezTo>
                    <a:pt x="9" y="5"/>
                    <a:pt x="9" y="7"/>
                    <a:pt x="7" y="9"/>
                  </a:cubicBezTo>
                  <a:cubicBezTo>
                    <a:pt x="5" y="10"/>
                    <a:pt x="2" y="9"/>
                    <a:pt x="1" y="7"/>
                  </a:cubicBezTo>
                  <a:cubicBezTo>
                    <a:pt x="0" y="5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8" name="Freeform 2596">
              <a:extLst>
                <a:ext uri="{FF2B5EF4-FFF2-40B4-BE49-F238E27FC236}">
                  <a16:creationId xmlns:a16="http://schemas.microsoft.com/office/drawing/2014/main" id="{C1C2DF0B-631D-4343-8F60-30B29ED0C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336"/>
              <a:ext cx="77" cy="53"/>
            </a:xfrm>
            <a:custGeom>
              <a:avLst/>
              <a:gdLst>
                <a:gd name="T0" fmla="*/ 6620 w 31"/>
                <a:gd name="T1" fmla="*/ 1039 h 20"/>
                <a:gd name="T2" fmla="*/ 6312 w 31"/>
                <a:gd name="T3" fmla="*/ 0 h 20"/>
                <a:gd name="T4" fmla="*/ 0 w 31"/>
                <a:gd name="T5" fmla="*/ 5470 h 20"/>
                <a:gd name="T6" fmla="*/ 0 w 31"/>
                <a:gd name="T7" fmla="*/ 5470 h 20"/>
                <a:gd name="T8" fmla="*/ 462 w 31"/>
                <a:gd name="T9" fmla="*/ 6270 h 20"/>
                <a:gd name="T10" fmla="*/ 641 w 31"/>
                <a:gd name="T11" fmla="*/ 6903 h 20"/>
                <a:gd name="T12" fmla="*/ 641 w 31"/>
                <a:gd name="T13" fmla="*/ 6903 h 20"/>
                <a:gd name="T14" fmla="*/ 7263 w 31"/>
                <a:gd name="T15" fmla="*/ 2064 h 20"/>
                <a:gd name="T16" fmla="*/ 6620 w 31"/>
                <a:gd name="T17" fmla="*/ 103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0">
                  <a:moveTo>
                    <a:pt x="28" y="3"/>
                  </a:moveTo>
                  <a:cubicBezTo>
                    <a:pt x="28" y="2"/>
                    <a:pt x="27" y="1"/>
                    <a:pt x="27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1" y="17"/>
                    <a:pt x="2" y="18"/>
                  </a:cubicBezTo>
                  <a:cubicBezTo>
                    <a:pt x="2" y="19"/>
                    <a:pt x="3" y="19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0" y="5"/>
                    <a:pt x="29" y="4"/>
                    <a:pt x="28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9" name="Freeform 2597">
              <a:extLst>
                <a:ext uri="{FF2B5EF4-FFF2-40B4-BE49-F238E27FC236}">
                  <a16:creationId xmlns:a16="http://schemas.microsoft.com/office/drawing/2014/main" id="{89FD2AC6-0002-494B-BEF3-A60BAA2BB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341"/>
              <a:ext cx="63" cy="46"/>
            </a:xfrm>
            <a:custGeom>
              <a:avLst/>
              <a:gdLst>
                <a:gd name="T0" fmla="*/ 5887 w 25"/>
                <a:gd name="T1" fmla="*/ 0 h 17"/>
                <a:gd name="T2" fmla="*/ 6421 w 25"/>
                <a:gd name="T3" fmla="*/ 1605 h 17"/>
                <a:gd name="T4" fmla="*/ 0 w 25"/>
                <a:gd name="T5" fmla="*/ 6656 h 17"/>
                <a:gd name="T6" fmla="*/ 5602 w 25"/>
                <a:gd name="T7" fmla="*/ 1185 h 17"/>
                <a:gd name="T8" fmla="*/ 5887 w 2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23" y="0"/>
                  </a:moveTo>
                  <a:cubicBezTo>
                    <a:pt x="23" y="1"/>
                    <a:pt x="25" y="4"/>
                    <a:pt x="25" y="4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22" y="5"/>
                    <a:pt x="22" y="3"/>
                  </a:cubicBezTo>
                  <a:cubicBezTo>
                    <a:pt x="23" y="2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0" name="Freeform 2598">
              <a:extLst>
                <a:ext uri="{FF2B5EF4-FFF2-40B4-BE49-F238E27FC236}">
                  <a16:creationId xmlns:a16="http://schemas.microsoft.com/office/drawing/2014/main" id="{AF54B436-767A-4F84-9E14-05DD21965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277"/>
              <a:ext cx="125" cy="134"/>
            </a:xfrm>
            <a:custGeom>
              <a:avLst/>
              <a:gdLst>
                <a:gd name="T0" fmla="*/ 9113 w 50"/>
                <a:gd name="T1" fmla="*/ 15879 h 50"/>
                <a:gd name="T2" fmla="*/ 1770 w 50"/>
                <a:gd name="T3" fmla="*/ 13668 h 50"/>
                <a:gd name="T4" fmla="*/ 3250 w 50"/>
                <a:gd name="T5" fmla="*/ 2637 h 50"/>
                <a:gd name="T6" fmla="*/ 10550 w 50"/>
                <a:gd name="T7" fmla="*/ 4848 h 50"/>
                <a:gd name="T8" fmla="*/ 9113 w 50"/>
                <a:gd name="T9" fmla="*/ 1587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37" y="43"/>
                  </a:moveTo>
                  <a:cubicBezTo>
                    <a:pt x="27" y="50"/>
                    <a:pt x="13" y="47"/>
                    <a:pt x="7" y="37"/>
                  </a:cubicBezTo>
                  <a:cubicBezTo>
                    <a:pt x="0" y="27"/>
                    <a:pt x="3" y="13"/>
                    <a:pt x="13" y="7"/>
                  </a:cubicBezTo>
                  <a:cubicBezTo>
                    <a:pt x="23" y="0"/>
                    <a:pt x="36" y="3"/>
                    <a:pt x="43" y="13"/>
                  </a:cubicBezTo>
                  <a:cubicBezTo>
                    <a:pt x="50" y="23"/>
                    <a:pt x="47" y="36"/>
                    <a:pt x="37" y="43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1" name="Freeform 2599">
              <a:extLst>
                <a:ext uri="{FF2B5EF4-FFF2-40B4-BE49-F238E27FC236}">
                  <a16:creationId xmlns:a16="http://schemas.microsoft.com/office/drawing/2014/main" id="{2E652D08-46E6-4325-9A54-2B90F7A8E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315"/>
              <a:ext cx="60" cy="64"/>
            </a:xfrm>
            <a:custGeom>
              <a:avLst/>
              <a:gdLst>
                <a:gd name="T0" fmla="*/ 4425 w 24"/>
                <a:gd name="T1" fmla="*/ 7531 h 24"/>
                <a:gd name="T2" fmla="*/ 783 w 24"/>
                <a:gd name="T3" fmla="*/ 6464 h 24"/>
                <a:gd name="T4" fmla="*/ 1488 w 24"/>
                <a:gd name="T5" fmla="*/ 1059 h 24"/>
                <a:gd name="T6" fmla="*/ 5208 w 24"/>
                <a:gd name="T7" fmla="*/ 2581 h 24"/>
                <a:gd name="T8" fmla="*/ 4425 w 24"/>
                <a:gd name="T9" fmla="*/ 753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18" y="21"/>
                  </a:moveTo>
                  <a:cubicBezTo>
                    <a:pt x="13" y="24"/>
                    <a:pt x="6" y="23"/>
                    <a:pt x="3" y="18"/>
                  </a:cubicBezTo>
                  <a:cubicBezTo>
                    <a:pt x="0" y="13"/>
                    <a:pt x="1" y="7"/>
                    <a:pt x="6" y="3"/>
                  </a:cubicBezTo>
                  <a:cubicBezTo>
                    <a:pt x="11" y="0"/>
                    <a:pt x="17" y="2"/>
                    <a:pt x="21" y="7"/>
                  </a:cubicBezTo>
                  <a:cubicBezTo>
                    <a:pt x="24" y="11"/>
                    <a:pt x="22" y="18"/>
                    <a:pt x="18" y="21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2" name="Freeform 2600">
              <a:extLst>
                <a:ext uri="{FF2B5EF4-FFF2-40B4-BE49-F238E27FC236}">
                  <a16:creationId xmlns:a16="http://schemas.microsoft.com/office/drawing/2014/main" id="{41BA8E0F-D231-458C-ADF3-6148899DF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331"/>
              <a:ext cx="25" cy="26"/>
            </a:xfrm>
            <a:custGeom>
              <a:avLst/>
              <a:gdLst>
                <a:gd name="T0" fmla="*/ 1770 w 10"/>
                <a:gd name="T1" fmla="*/ 2746 h 10"/>
                <a:gd name="T2" fmla="*/ 313 w 10"/>
                <a:gd name="T3" fmla="*/ 2142 h 10"/>
                <a:gd name="T4" fmla="*/ 520 w 10"/>
                <a:gd name="T5" fmla="*/ 372 h 10"/>
                <a:gd name="T6" fmla="*/ 1958 w 10"/>
                <a:gd name="T7" fmla="*/ 967 h 10"/>
                <a:gd name="T8" fmla="*/ 1770 w 10"/>
                <a:gd name="T9" fmla="*/ 274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7" y="9"/>
                  </a:moveTo>
                  <a:cubicBezTo>
                    <a:pt x="5" y="10"/>
                    <a:pt x="3" y="9"/>
                    <a:pt x="1" y="7"/>
                  </a:cubicBezTo>
                  <a:cubicBezTo>
                    <a:pt x="0" y="5"/>
                    <a:pt x="1" y="3"/>
                    <a:pt x="2" y="1"/>
                  </a:cubicBezTo>
                  <a:cubicBezTo>
                    <a:pt x="4" y="0"/>
                    <a:pt x="7" y="1"/>
                    <a:pt x="8" y="3"/>
                  </a:cubicBezTo>
                  <a:cubicBezTo>
                    <a:pt x="10" y="5"/>
                    <a:pt x="9" y="7"/>
                    <a:pt x="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3" name="Freeform 2601">
              <a:extLst>
                <a:ext uri="{FF2B5EF4-FFF2-40B4-BE49-F238E27FC236}">
                  <a16:creationId xmlns:a16="http://schemas.microsoft.com/office/drawing/2014/main" id="{735CC231-0719-4A7E-81CD-10FEA9535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267"/>
              <a:ext cx="75" cy="53"/>
            </a:xfrm>
            <a:custGeom>
              <a:avLst/>
              <a:gdLst>
                <a:gd name="T0" fmla="*/ 520 w 30"/>
                <a:gd name="T1" fmla="*/ 5864 h 20"/>
                <a:gd name="T2" fmla="*/ 988 w 30"/>
                <a:gd name="T3" fmla="*/ 6903 h 20"/>
                <a:gd name="T4" fmla="*/ 7345 w 30"/>
                <a:gd name="T5" fmla="*/ 1434 h 20"/>
                <a:gd name="T6" fmla="*/ 7345 w 30"/>
                <a:gd name="T7" fmla="*/ 1434 h 20"/>
                <a:gd name="T8" fmla="*/ 7158 w 30"/>
                <a:gd name="T9" fmla="*/ 633 h 20"/>
                <a:gd name="T10" fmla="*/ 6645 w 30"/>
                <a:gd name="T11" fmla="*/ 0 h 20"/>
                <a:gd name="T12" fmla="*/ 6645 w 30"/>
                <a:gd name="T13" fmla="*/ 0 h 20"/>
                <a:gd name="T14" fmla="*/ 0 w 30"/>
                <a:gd name="T15" fmla="*/ 4839 h 20"/>
                <a:gd name="T16" fmla="*/ 520 w 30"/>
                <a:gd name="T17" fmla="*/ 586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0">
                  <a:moveTo>
                    <a:pt x="2" y="17"/>
                  </a:moveTo>
                  <a:cubicBezTo>
                    <a:pt x="3" y="18"/>
                    <a:pt x="3" y="19"/>
                    <a:pt x="4" y="20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29" y="3"/>
                    <a:pt x="29" y="2"/>
                  </a:cubicBezTo>
                  <a:cubicBezTo>
                    <a:pt x="28" y="1"/>
                    <a:pt x="28" y="1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1" y="16"/>
                    <a:pt x="2" y="17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4" name="Freeform 2602">
              <a:extLst>
                <a:ext uri="{FF2B5EF4-FFF2-40B4-BE49-F238E27FC236}">
                  <a16:creationId xmlns:a16="http://schemas.microsoft.com/office/drawing/2014/main" id="{98CCA3AE-7C07-46EF-B776-C809538E0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269"/>
              <a:ext cx="65" cy="46"/>
            </a:xfrm>
            <a:custGeom>
              <a:avLst/>
              <a:gdLst>
                <a:gd name="T0" fmla="*/ 783 w 26"/>
                <a:gd name="T1" fmla="*/ 6656 h 17"/>
                <a:gd name="T2" fmla="*/ 0 w 26"/>
                <a:gd name="T3" fmla="*/ 5090 h 17"/>
                <a:gd name="T4" fmla="*/ 6375 w 26"/>
                <a:gd name="T5" fmla="*/ 0 h 17"/>
                <a:gd name="T6" fmla="*/ 783 w 26"/>
                <a:gd name="T7" fmla="*/ 5528 h 17"/>
                <a:gd name="T8" fmla="*/ 783 w 26"/>
                <a:gd name="T9" fmla="*/ 665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3" y="17"/>
                  </a:moveTo>
                  <a:cubicBezTo>
                    <a:pt x="2" y="16"/>
                    <a:pt x="1" y="13"/>
                    <a:pt x="0" y="13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4" y="12"/>
                    <a:pt x="3" y="14"/>
                  </a:cubicBezTo>
                  <a:cubicBezTo>
                    <a:pt x="3" y="15"/>
                    <a:pt x="3" y="17"/>
                    <a:pt x="3" y="17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5" name="Freeform 2603">
              <a:extLst>
                <a:ext uri="{FF2B5EF4-FFF2-40B4-BE49-F238E27FC236}">
                  <a16:creationId xmlns:a16="http://schemas.microsoft.com/office/drawing/2014/main" id="{251C08B1-EC72-4CDF-A7FB-80925B927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336"/>
              <a:ext cx="77" cy="53"/>
            </a:xfrm>
            <a:custGeom>
              <a:avLst/>
              <a:gdLst>
                <a:gd name="T0" fmla="*/ 6620 w 31"/>
                <a:gd name="T1" fmla="*/ 1039 h 20"/>
                <a:gd name="T2" fmla="*/ 6312 w 31"/>
                <a:gd name="T3" fmla="*/ 0 h 20"/>
                <a:gd name="T4" fmla="*/ 0 w 31"/>
                <a:gd name="T5" fmla="*/ 5470 h 20"/>
                <a:gd name="T6" fmla="*/ 0 w 31"/>
                <a:gd name="T7" fmla="*/ 5470 h 20"/>
                <a:gd name="T8" fmla="*/ 462 w 31"/>
                <a:gd name="T9" fmla="*/ 6270 h 20"/>
                <a:gd name="T10" fmla="*/ 641 w 31"/>
                <a:gd name="T11" fmla="*/ 6903 h 20"/>
                <a:gd name="T12" fmla="*/ 641 w 31"/>
                <a:gd name="T13" fmla="*/ 6903 h 20"/>
                <a:gd name="T14" fmla="*/ 7263 w 31"/>
                <a:gd name="T15" fmla="*/ 2064 h 20"/>
                <a:gd name="T16" fmla="*/ 6620 w 31"/>
                <a:gd name="T17" fmla="*/ 103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0">
                  <a:moveTo>
                    <a:pt x="28" y="3"/>
                  </a:moveTo>
                  <a:cubicBezTo>
                    <a:pt x="28" y="2"/>
                    <a:pt x="27" y="1"/>
                    <a:pt x="27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1" y="17"/>
                    <a:pt x="2" y="18"/>
                  </a:cubicBezTo>
                  <a:cubicBezTo>
                    <a:pt x="2" y="19"/>
                    <a:pt x="3" y="19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0" y="5"/>
                    <a:pt x="29" y="4"/>
                    <a:pt x="28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6" name="Freeform 2604">
              <a:extLst>
                <a:ext uri="{FF2B5EF4-FFF2-40B4-BE49-F238E27FC236}">
                  <a16:creationId xmlns:a16="http://schemas.microsoft.com/office/drawing/2014/main" id="{8947F5FF-6976-4C86-9783-BAB3B7BDC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245"/>
              <a:ext cx="122" cy="134"/>
            </a:xfrm>
            <a:custGeom>
              <a:avLst/>
              <a:gdLst>
                <a:gd name="T0" fmla="*/ 3067 w 49"/>
                <a:gd name="T1" fmla="*/ 2637 h 50"/>
                <a:gd name="T2" fmla="*/ 10216 w 49"/>
                <a:gd name="T3" fmla="*/ 4848 h 50"/>
                <a:gd name="T4" fmla="*/ 8796 w 49"/>
                <a:gd name="T5" fmla="*/ 15879 h 50"/>
                <a:gd name="T6" fmla="*/ 1618 w 49"/>
                <a:gd name="T7" fmla="*/ 13668 h 50"/>
                <a:gd name="T8" fmla="*/ 3067 w 49"/>
                <a:gd name="T9" fmla="*/ 263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13" y="7"/>
                  </a:moveTo>
                  <a:cubicBezTo>
                    <a:pt x="23" y="0"/>
                    <a:pt x="36" y="3"/>
                    <a:pt x="43" y="13"/>
                  </a:cubicBezTo>
                  <a:cubicBezTo>
                    <a:pt x="49" y="23"/>
                    <a:pt x="47" y="37"/>
                    <a:pt x="37" y="43"/>
                  </a:cubicBezTo>
                  <a:cubicBezTo>
                    <a:pt x="27" y="50"/>
                    <a:pt x="13" y="47"/>
                    <a:pt x="7" y="37"/>
                  </a:cubicBezTo>
                  <a:cubicBezTo>
                    <a:pt x="0" y="27"/>
                    <a:pt x="3" y="14"/>
                    <a:pt x="13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7" name="Freeform 2605">
              <a:extLst>
                <a:ext uri="{FF2B5EF4-FFF2-40B4-BE49-F238E27FC236}">
                  <a16:creationId xmlns:a16="http://schemas.microsoft.com/office/drawing/2014/main" id="{78EFE0BE-2B8D-4B61-B941-604F690EC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832"/>
              <a:ext cx="118" cy="126"/>
            </a:xfrm>
            <a:custGeom>
              <a:avLst/>
              <a:gdLst>
                <a:gd name="T0" fmla="*/ 522 w 47"/>
                <a:gd name="T1" fmla="*/ 7072 h 47"/>
                <a:gd name="T2" fmla="*/ 6997 w 47"/>
                <a:gd name="T3" fmla="*/ 676 h 47"/>
                <a:gd name="T4" fmla="*/ 11283 w 47"/>
                <a:gd name="T5" fmla="*/ 10386 h 47"/>
                <a:gd name="T6" fmla="*/ 4810 w 47"/>
                <a:gd name="T7" fmla="*/ 16745 h 47"/>
                <a:gd name="T8" fmla="*/ 522 w 47"/>
                <a:gd name="T9" fmla="*/ 707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2" y="19"/>
                  </a:moveTo>
                  <a:cubicBezTo>
                    <a:pt x="5" y="7"/>
                    <a:pt x="16" y="0"/>
                    <a:pt x="28" y="2"/>
                  </a:cubicBezTo>
                  <a:cubicBezTo>
                    <a:pt x="40" y="5"/>
                    <a:pt x="47" y="16"/>
                    <a:pt x="45" y="28"/>
                  </a:cubicBezTo>
                  <a:cubicBezTo>
                    <a:pt x="42" y="40"/>
                    <a:pt x="31" y="47"/>
                    <a:pt x="19" y="45"/>
                  </a:cubicBezTo>
                  <a:cubicBezTo>
                    <a:pt x="7" y="42"/>
                    <a:pt x="0" y="31"/>
                    <a:pt x="2" y="19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8" name="Freeform 2606">
              <a:extLst>
                <a:ext uri="{FF2B5EF4-FFF2-40B4-BE49-F238E27FC236}">
                  <a16:creationId xmlns:a16="http://schemas.microsoft.com/office/drawing/2014/main" id="{C5863013-F984-4315-9D0B-4DCEEE8E4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854"/>
              <a:ext cx="57" cy="61"/>
            </a:xfrm>
            <a:custGeom>
              <a:avLst/>
              <a:gdLst>
                <a:gd name="T0" fmla="*/ 183 w 23"/>
                <a:gd name="T1" fmla="*/ 3172 h 23"/>
                <a:gd name="T2" fmla="*/ 3286 w 23"/>
                <a:gd name="T3" fmla="*/ 395 h 23"/>
                <a:gd name="T4" fmla="*/ 5128 w 23"/>
                <a:gd name="T5" fmla="*/ 4853 h 23"/>
                <a:gd name="T6" fmla="*/ 2069 w 23"/>
                <a:gd name="T7" fmla="*/ 7612 h 23"/>
                <a:gd name="T8" fmla="*/ 183 w 23"/>
                <a:gd name="T9" fmla="*/ 317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" y="9"/>
                  </a:moveTo>
                  <a:cubicBezTo>
                    <a:pt x="2" y="3"/>
                    <a:pt x="8" y="0"/>
                    <a:pt x="14" y="1"/>
                  </a:cubicBezTo>
                  <a:cubicBezTo>
                    <a:pt x="19" y="2"/>
                    <a:pt x="23" y="8"/>
                    <a:pt x="22" y="14"/>
                  </a:cubicBezTo>
                  <a:cubicBezTo>
                    <a:pt x="21" y="19"/>
                    <a:pt x="15" y="23"/>
                    <a:pt x="9" y="22"/>
                  </a:cubicBezTo>
                  <a:cubicBezTo>
                    <a:pt x="4" y="21"/>
                    <a:pt x="0" y="15"/>
                    <a:pt x="1" y="9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9" name="Freeform 2607">
              <a:extLst>
                <a:ext uri="{FF2B5EF4-FFF2-40B4-BE49-F238E27FC236}">
                  <a16:creationId xmlns:a16="http://schemas.microsoft.com/office/drawing/2014/main" id="{7DDB72FD-4FF0-4037-AA3D-3256A774D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870"/>
              <a:ext cx="23" cy="24"/>
            </a:xfrm>
            <a:custGeom>
              <a:avLst/>
              <a:gdLst>
                <a:gd name="T0" fmla="*/ 0 w 9"/>
                <a:gd name="T1" fmla="*/ 1059 h 9"/>
                <a:gd name="T2" fmla="*/ 1403 w 9"/>
                <a:gd name="T3" fmla="*/ 0 h 9"/>
                <a:gd name="T4" fmla="*/ 2520 w 9"/>
                <a:gd name="T5" fmla="*/ 1763 h 9"/>
                <a:gd name="T6" fmla="*/ 1104 w 9"/>
                <a:gd name="T7" fmla="*/ 2824 h 9"/>
                <a:gd name="T8" fmla="*/ 0 w 9"/>
                <a:gd name="T9" fmla="*/ 10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8" y="1"/>
                    <a:pt x="9" y="3"/>
                    <a:pt x="9" y="5"/>
                  </a:cubicBezTo>
                  <a:cubicBezTo>
                    <a:pt x="8" y="7"/>
                    <a:pt x="6" y="9"/>
                    <a:pt x="4" y="8"/>
                  </a:cubicBezTo>
                  <a:cubicBezTo>
                    <a:pt x="1" y="8"/>
                    <a:pt x="0" y="6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0" name="Freeform 2608">
              <a:extLst>
                <a:ext uri="{FF2B5EF4-FFF2-40B4-BE49-F238E27FC236}">
                  <a16:creationId xmlns:a16="http://schemas.microsoft.com/office/drawing/2014/main" id="{9CB2FAC3-19A4-419B-8DEE-D8EB6B42B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950"/>
              <a:ext cx="28" cy="48"/>
            </a:xfrm>
            <a:custGeom>
              <a:avLst/>
              <a:gdLst>
                <a:gd name="T0" fmla="*/ 1601 w 11"/>
                <a:gd name="T1" fmla="*/ 6464 h 18"/>
                <a:gd name="T2" fmla="*/ 2986 w 11"/>
                <a:gd name="T3" fmla="*/ 397 h 18"/>
                <a:gd name="T4" fmla="*/ 1932 w 11"/>
                <a:gd name="T5" fmla="*/ 397 h 18"/>
                <a:gd name="T6" fmla="*/ 1056 w 11"/>
                <a:gd name="T7" fmla="*/ 0 h 18"/>
                <a:gd name="T8" fmla="*/ 0 w 11"/>
                <a:gd name="T9" fmla="*/ 5824 h 18"/>
                <a:gd name="T10" fmla="*/ 1601 w 11"/>
                <a:gd name="T11" fmla="*/ 646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8">
                  <a:moveTo>
                    <a:pt x="6" y="18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8" y="1"/>
                    <a:pt x="7" y="1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4" y="17"/>
                    <a:pt x="6" y="18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1" name="Freeform 2609">
              <a:extLst>
                <a:ext uri="{FF2B5EF4-FFF2-40B4-BE49-F238E27FC236}">
                  <a16:creationId xmlns:a16="http://schemas.microsoft.com/office/drawing/2014/main" id="{2AEFBC50-3AB3-4740-9275-656FB13EB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955"/>
              <a:ext cx="13" cy="35"/>
            </a:xfrm>
            <a:custGeom>
              <a:avLst/>
              <a:gdLst>
                <a:gd name="T0" fmla="*/ 0 w 5"/>
                <a:gd name="T1" fmla="*/ 0 h 13"/>
                <a:gd name="T2" fmla="*/ 1547 w 5"/>
                <a:gd name="T3" fmla="*/ 428 h 13"/>
                <a:gd name="T4" fmla="*/ 372 w 5"/>
                <a:gd name="T5" fmla="*/ 4935 h 13"/>
                <a:gd name="T6" fmla="*/ 967 w 5"/>
                <a:gd name="T7" fmla="*/ 1152 h 13"/>
                <a:gd name="T8" fmla="*/ 0 w 5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2" y="0"/>
                    <a:pt x="5" y="1"/>
                    <a:pt x="5" y="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4" y="4"/>
                    <a:pt x="3" y="3"/>
                  </a:cubicBezTo>
                  <a:cubicBezTo>
                    <a:pt x="2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2" name="Freeform 2610">
              <a:extLst>
                <a:ext uri="{FF2B5EF4-FFF2-40B4-BE49-F238E27FC236}">
                  <a16:creationId xmlns:a16="http://schemas.microsoft.com/office/drawing/2014/main" id="{4B1CF565-B288-412C-BA39-06B4A3A7E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715"/>
              <a:ext cx="120" cy="128"/>
            </a:xfrm>
            <a:custGeom>
              <a:avLst/>
              <a:gdLst>
                <a:gd name="T0" fmla="*/ 11063 w 48"/>
                <a:gd name="T1" fmla="*/ 10104 h 48"/>
                <a:gd name="T2" fmla="*/ 4688 w 48"/>
                <a:gd name="T3" fmla="*/ 16179 h 48"/>
                <a:gd name="T4" fmla="*/ 783 w 48"/>
                <a:gd name="T5" fmla="*/ 6883 h 48"/>
                <a:gd name="T6" fmla="*/ 6845 w 48"/>
                <a:gd name="T7" fmla="*/ 1059 h 48"/>
                <a:gd name="T8" fmla="*/ 11063 w 48"/>
                <a:gd name="T9" fmla="*/ 1010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5" y="28"/>
                  </a:moveTo>
                  <a:cubicBezTo>
                    <a:pt x="43" y="40"/>
                    <a:pt x="31" y="48"/>
                    <a:pt x="19" y="45"/>
                  </a:cubicBezTo>
                  <a:cubicBezTo>
                    <a:pt x="8" y="43"/>
                    <a:pt x="0" y="31"/>
                    <a:pt x="3" y="19"/>
                  </a:cubicBezTo>
                  <a:cubicBezTo>
                    <a:pt x="5" y="8"/>
                    <a:pt x="17" y="0"/>
                    <a:pt x="28" y="3"/>
                  </a:cubicBezTo>
                  <a:cubicBezTo>
                    <a:pt x="40" y="5"/>
                    <a:pt x="48" y="17"/>
                    <a:pt x="45" y="28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3" name="Freeform 2611">
              <a:extLst>
                <a:ext uri="{FF2B5EF4-FFF2-40B4-BE49-F238E27FC236}">
                  <a16:creationId xmlns:a16="http://schemas.microsoft.com/office/drawing/2014/main" id="{633C2393-D2A9-43BB-9624-98802113B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752"/>
              <a:ext cx="55" cy="59"/>
            </a:xfrm>
            <a:custGeom>
              <a:avLst/>
              <a:gdLst>
                <a:gd name="T0" fmla="*/ 313 w 22"/>
                <a:gd name="T1" fmla="*/ 3725 h 22"/>
                <a:gd name="T2" fmla="*/ 2938 w 22"/>
                <a:gd name="T3" fmla="*/ 0 h 22"/>
                <a:gd name="T4" fmla="*/ 5395 w 22"/>
                <a:gd name="T5" fmla="*/ 4460 h 22"/>
                <a:gd name="T6" fmla="*/ 2470 w 22"/>
                <a:gd name="T7" fmla="*/ 7753 h 22"/>
                <a:gd name="T8" fmla="*/ 313 w 22"/>
                <a:gd name="T9" fmla="*/ 372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1" y="10"/>
                  </a:moveTo>
                  <a:cubicBezTo>
                    <a:pt x="1" y="4"/>
                    <a:pt x="7" y="0"/>
                    <a:pt x="12" y="0"/>
                  </a:cubicBezTo>
                  <a:cubicBezTo>
                    <a:pt x="18" y="1"/>
                    <a:pt x="22" y="6"/>
                    <a:pt x="22" y="12"/>
                  </a:cubicBezTo>
                  <a:cubicBezTo>
                    <a:pt x="21" y="18"/>
                    <a:pt x="16" y="22"/>
                    <a:pt x="10" y="21"/>
                  </a:cubicBezTo>
                  <a:cubicBezTo>
                    <a:pt x="4" y="21"/>
                    <a:pt x="0" y="16"/>
                    <a:pt x="1" y="10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4" name="Freeform 2612">
              <a:extLst>
                <a:ext uri="{FF2B5EF4-FFF2-40B4-BE49-F238E27FC236}">
                  <a16:creationId xmlns:a16="http://schemas.microsoft.com/office/drawing/2014/main" id="{C6455B36-D463-43D7-AD28-E2837ADC2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768"/>
              <a:ext cx="23" cy="24"/>
            </a:xfrm>
            <a:custGeom>
              <a:avLst/>
              <a:gdLst>
                <a:gd name="T0" fmla="*/ 0 w 9"/>
                <a:gd name="T1" fmla="*/ 1459 h 9"/>
                <a:gd name="T2" fmla="*/ 1403 w 9"/>
                <a:gd name="T3" fmla="*/ 0 h 9"/>
                <a:gd name="T4" fmla="*/ 2167 w 9"/>
                <a:gd name="T5" fmla="*/ 1763 h 9"/>
                <a:gd name="T6" fmla="*/ 1104 w 9"/>
                <a:gd name="T7" fmla="*/ 2824 h 9"/>
                <a:gd name="T8" fmla="*/ 0 w 9"/>
                <a:gd name="T9" fmla="*/ 14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2"/>
                    <a:pt x="8" y="5"/>
                  </a:cubicBezTo>
                  <a:cubicBezTo>
                    <a:pt x="8" y="7"/>
                    <a:pt x="6" y="9"/>
                    <a:pt x="4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5" name="Freeform 2613">
              <a:extLst>
                <a:ext uri="{FF2B5EF4-FFF2-40B4-BE49-F238E27FC236}">
                  <a16:creationId xmlns:a16="http://schemas.microsoft.com/office/drawing/2014/main" id="{09AD3C88-CC02-49AF-A56D-3C179343C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659"/>
              <a:ext cx="27" cy="64"/>
            </a:xfrm>
            <a:custGeom>
              <a:avLst/>
              <a:gdLst>
                <a:gd name="T0" fmla="*/ 1524 w 11"/>
                <a:gd name="T1" fmla="*/ 0 h 24"/>
                <a:gd name="T2" fmla="*/ 0 w 11"/>
                <a:gd name="T3" fmla="*/ 8248 h 24"/>
                <a:gd name="T4" fmla="*/ 621 w 11"/>
                <a:gd name="T5" fmla="*/ 8648 h 24"/>
                <a:gd name="T6" fmla="*/ 1524 w 11"/>
                <a:gd name="T7" fmla="*/ 8648 h 24"/>
                <a:gd name="T8" fmla="*/ 2398 w 11"/>
                <a:gd name="T9" fmla="*/ 1059 h 24"/>
                <a:gd name="T10" fmla="*/ 1524 w 11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4">
                  <a:moveTo>
                    <a:pt x="7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1" y="23"/>
                    <a:pt x="2" y="23"/>
                    <a:pt x="3" y="24"/>
                  </a:cubicBezTo>
                  <a:cubicBezTo>
                    <a:pt x="5" y="24"/>
                    <a:pt x="6" y="24"/>
                    <a:pt x="7" y="2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2"/>
                    <a:pt x="8" y="1"/>
                    <a:pt x="7" y="0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6" name="Freeform 2614">
              <a:extLst>
                <a:ext uri="{FF2B5EF4-FFF2-40B4-BE49-F238E27FC236}">
                  <a16:creationId xmlns:a16="http://schemas.microsoft.com/office/drawing/2014/main" id="{9BD4078C-9420-41F9-8D4A-5E381B5D3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664"/>
              <a:ext cx="15" cy="56"/>
            </a:xfrm>
            <a:custGeom>
              <a:avLst/>
              <a:gdLst>
                <a:gd name="T0" fmla="*/ 988 w 6"/>
                <a:gd name="T1" fmla="*/ 7531 h 21"/>
                <a:gd name="T2" fmla="*/ 0 w 6"/>
                <a:gd name="T3" fmla="*/ 7133 h 21"/>
                <a:gd name="T4" fmla="*/ 1488 w 6"/>
                <a:gd name="T5" fmla="*/ 0 h 21"/>
                <a:gd name="T6" fmla="*/ 520 w 6"/>
                <a:gd name="T7" fmla="*/ 6464 h 21"/>
                <a:gd name="T8" fmla="*/ 988 w 6"/>
                <a:gd name="T9" fmla="*/ 753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1">
                  <a:moveTo>
                    <a:pt x="4" y="21"/>
                  </a:moveTo>
                  <a:cubicBezTo>
                    <a:pt x="3" y="20"/>
                    <a:pt x="0" y="20"/>
                    <a:pt x="0" y="2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1" y="16"/>
                    <a:pt x="2" y="18"/>
                  </a:cubicBezTo>
                  <a:cubicBezTo>
                    <a:pt x="3" y="19"/>
                    <a:pt x="4" y="20"/>
                    <a:pt x="4" y="21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7" name="Freeform 2615">
              <a:extLst>
                <a:ext uri="{FF2B5EF4-FFF2-40B4-BE49-F238E27FC236}">
                  <a16:creationId xmlns:a16="http://schemas.microsoft.com/office/drawing/2014/main" id="{9EAD6F21-FA91-466C-8684-25DA39390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950"/>
              <a:ext cx="28" cy="48"/>
            </a:xfrm>
            <a:custGeom>
              <a:avLst/>
              <a:gdLst>
                <a:gd name="T0" fmla="*/ 1601 w 11"/>
                <a:gd name="T1" fmla="*/ 6464 h 18"/>
                <a:gd name="T2" fmla="*/ 2986 w 11"/>
                <a:gd name="T3" fmla="*/ 397 h 18"/>
                <a:gd name="T4" fmla="*/ 1932 w 11"/>
                <a:gd name="T5" fmla="*/ 397 h 18"/>
                <a:gd name="T6" fmla="*/ 1056 w 11"/>
                <a:gd name="T7" fmla="*/ 0 h 18"/>
                <a:gd name="T8" fmla="*/ 0 w 11"/>
                <a:gd name="T9" fmla="*/ 5824 h 18"/>
                <a:gd name="T10" fmla="*/ 1601 w 11"/>
                <a:gd name="T11" fmla="*/ 646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8">
                  <a:moveTo>
                    <a:pt x="6" y="18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8" y="1"/>
                    <a:pt x="7" y="1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4" y="17"/>
                    <a:pt x="6" y="1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8" name="Freeform 2616">
              <a:extLst>
                <a:ext uri="{FF2B5EF4-FFF2-40B4-BE49-F238E27FC236}">
                  <a16:creationId xmlns:a16="http://schemas.microsoft.com/office/drawing/2014/main" id="{09A07760-B66F-4C2D-AF7E-780B978F7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832"/>
              <a:ext cx="118" cy="126"/>
            </a:xfrm>
            <a:custGeom>
              <a:avLst/>
              <a:gdLst>
                <a:gd name="T0" fmla="*/ 522 w 47"/>
                <a:gd name="T1" fmla="*/ 7072 h 47"/>
                <a:gd name="T2" fmla="*/ 6997 w 47"/>
                <a:gd name="T3" fmla="*/ 676 h 47"/>
                <a:gd name="T4" fmla="*/ 11283 w 47"/>
                <a:gd name="T5" fmla="*/ 10386 h 47"/>
                <a:gd name="T6" fmla="*/ 4810 w 47"/>
                <a:gd name="T7" fmla="*/ 16745 h 47"/>
                <a:gd name="T8" fmla="*/ 522 w 47"/>
                <a:gd name="T9" fmla="*/ 707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2" y="19"/>
                  </a:moveTo>
                  <a:cubicBezTo>
                    <a:pt x="5" y="7"/>
                    <a:pt x="16" y="0"/>
                    <a:pt x="28" y="2"/>
                  </a:cubicBezTo>
                  <a:cubicBezTo>
                    <a:pt x="40" y="5"/>
                    <a:pt x="47" y="16"/>
                    <a:pt x="45" y="28"/>
                  </a:cubicBezTo>
                  <a:cubicBezTo>
                    <a:pt x="42" y="40"/>
                    <a:pt x="31" y="47"/>
                    <a:pt x="19" y="45"/>
                  </a:cubicBezTo>
                  <a:cubicBezTo>
                    <a:pt x="7" y="42"/>
                    <a:pt x="0" y="31"/>
                    <a:pt x="2" y="1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9" name="Freeform 2617">
              <a:extLst>
                <a:ext uri="{FF2B5EF4-FFF2-40B4-BE49-F238E27FC236}">
                  <a16:creationId xmlns:a16="http://schemas.microsoft.com/office/drawing/2014/main" id="{9CEF80EB-6D74-463B-8F25-2354D922D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939"/>
              <a:ext cx="118" cy="128"/>
            </a:xfrm>
            <a:custGeom>
              <a:avLst/>
              <a:gdLst>
                <a:gd name="T0" fmla="*/ 6997 w 47"/>
                <a:gd name="T1" fmla="*/ 1059 h 48"/>
                <a:gd name="T2" fmla="*/ 11283 w 47"/>
                <a:gd name="T3" fmla="*/ 10104 h 48"/>
                <a:gd name="T4" fmla="*/ 4810 w 47"/>
                <a:gd name="T5" fmla="*/ 16179 h 48"/>
                <a:gd name="T6" fmla="*/ 522 w 47"/>
                <a:gd name="T7" fmla="*/ 7133 h 48"/>
                <a:gd name="T8" fmla="*/ 6997 w 47"/>
                <a:gd name="T9" fmla="*/ 105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28" y="3"/>
                  </a:moveTo>
                  <a:cubicBezTo>
                    <a:pt x="40" y="5"/>
                    <a:pt x="47" y="17"/>
                    <a:pt x="45" y="28"/>
                  </a:cubicBezTo>
                  <a:cubicBezTo>
                    <a:pt x="42" y="40"/>
                    <a:pt x="31" y="48"/>
                    <a:pt x="19" y="45"/>
                  </a:cubicBezTo>
                  <a:cubicBezTo>
                    <a:pt x="7" y="43"/>
                    <a:pt x="0" y="31"/>
                    <a:pt x="2" y="20"/>
                  </a:cubicBezTo>
                  <a:cubicBezTo>
                    <a:pt x="5" y="8"/>
                    <a:pt x="16" y="0"/>
                    <a:pt x="28" y="3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0" name="Freeform 2618">
              <a:extLst>
                <a:ext uri="{FF2B5EF4-FFF2-40B4-BE49-F238E27FC236}">
                  <a16:creationId xmlns:a16="http://schemas.microsoft.com/office/drawing/2014/main" id="{FE1FD671-F423-4F9F-B9B5-B81DFAC16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973"/>
              <a:ext cx="60" cy="62"/>
            </a:xfrm>
            <a:custGeom>
              <a:avLst/>
              <a:gdLst>
                <a:gd name="T0" fmla="*/ 520 w 24"/>
                <a:gd name="T1" fmla="*/ 5696 h 23"/>
                <a:gd name="T2" fmla="*/ 2270 w 24"/>
                <a:gd name="T3" fmla="*/ 429 h 23"/>
                <a:gd name="T4" fmla="*/ 5395 w 24"/>
                <a:gd name="T5" fmla="*/ 3116 h 23"/>
                <a:gd name="T6" fmla="*/ 3720 w 24"/>
                <a:gd name="T7" fmla="*/ 8400 h 23"/>
                <a:gd name="T8" fmla="*/ 520 w 24"/>
                <a:gd name="T9" fmla="*/ 569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" y="15"/>
                  </a:moveTo>
                  <a:cubicBezTo>
                    <a:pt x="0" y="9"/>
                    <a:pt x="3" y="3"/>
                    <a:pt x="9" y="1"/>
                  </a:cubicBezTo>
                  <a:cubicBezTo>
                    <a:pt x="14" y="0"/>
                    <a:pt x="20" y="3"/>
                    <a:pt x="22" y="8"/>
                  </a:cubicBezTo>
                  <a:cubicBezTo>
                    <a:pt x="24" y="14"/>
                    <a:pt x="21" y="20"/>
                    <a:pt x="15" y="22"/>
                  </a:cubicBezTo>
                  <a:cubicBezTo>
                    <a:pt x="10" y="23"/>
                    <a:pt x="4" y="20"/>
                    <a:pt x="2" y="1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1" name="Freeform 2619">
              <a:extLst>
                <a:ext uri="{FF2B5EF4-FFF2-40B4-BE49-F238E27FC236}">
                  <a16:creationId xmlns:a16="http://schemas.microsoft.com/office/drawing/2014/main" id="{58933470-BE6C-410F-B51E-92B1B090A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992"/>
              <a:ext cx="23" cy="24"/>
            </a:xfrm>
            <a:custGeom>
              <a:avLst/>
              <a:gdLst>
                <a:gd name="T0" fmla="*/ 332 w 9"/>
                <a:gd name="T1" fmla="*/ 2184 h 9"/>
                <a:gd name="T2" fmla="*/ 848 w 9"/>
                <a:gd name="T3" fmla="*/ 0 h 9"/>
                <a:gd name="T4" fmla="*/ 2520 w 9"/>
                <a:gd name="T5" fmla="*/ 1059 h 9"/>
                <a:gd name="T6" fmla="*/ 1620 w 9"/>
                <a:gd name="T7" fmla="*/ 3243 h 9"/>
                <a:gd name="T8" fmla="*/ 332 w 9"/>
                <a:gd name="T9" fmla="*/ 21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6"/>
                  </a:moveTo>
                  <a:cubicBezTo>
                    <a:pt x="0" y="4"/>
                    <a:pt x="1" y="1"/>
                    <a:pt x="3" y="0"/>
                  </a:cubicBezTo>
                  <a:cubicBezTo>
                    <a:pt x="6" y="0"/>
                    <a:pt x="8" y="1"/>
                    <a:pt x="9" y="3"/>
                  </a:cubicBezTo>
                  <a:cubicBezTo>
                    <a:pt x="9" y="5"/>
                    <a:pt x="8" y="8"/>
                    <a:pt x="6" y="9"/>
                  </a:cubicBezTo>
                  <a:cubicBezTo>
                    <a:pt x="4" y="9"/>
                    <a:pt x="1" y="8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2" name="Freeform 2620">
              <a:extLst>
                <a:ext uri="{FF2B5EF4-FFF2-40B4-BE49-F238E27FC236}">
                  <a16:creationId xmlns:a16="http://schemas.microsoft.com/office/drawing/2014/main" id="{2CAF7A75-45BE-44C3-B19F-D92F07237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968"/>
              <a:ext cx="80" cy="32"/>
            </a:xfrm>
            <a:custGeom>
              <a:avLst/>
              <a:gdLst>
                <a:gd name="T0" fmla="*/ 7625 w 32"/>
                <a:gd name="T1" fmla="*/ 2824 h 12"/>
                <a:gd name="T2" fmla="*/ 7813 w 32"/>
                <a:gd name="T3" fmla="*/ 1763 h 12"/>
                <a:gd name="T4" fmla="*/ 313 w 32"/>
                <a:gd name="T5" fmla="*/ 0 h 12"/>
                <a:gd name="T6" fmla="*/ 313 w 32"/>
                <a:gd name="T7" fmla="*/ 0 h 12"/>
                <a:gd name="T8" fmla="*/ 0 w 32"/>
                <a:gd name="T9" fmla="*/ 1059 h 12"/>
                <a:gd name="T10" fmla="*/ 0 w 32"/>
                <a:gd name="T11" fmla="*/ 1763 h 12"/>
                <a:gd name="T12" fmla="*/ 0 w 32"/>
                <a:gd name="T13" fmla="*/ 1763 h 12"/>
                <a:gd name="T14" fmla="*/ 7625 w 32"/>
                <a:gd name="T15" fmla="*/ 4301 h 12"/>
                <a:gd name="T16" fmla="*/ 7625 w 32"/>
                <a:gd name="T17" fmla="*/ 282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2">
                  <a:moveTo>
                    <a:pt x="31" y="8"/>
                  </a:moveTo>
                  <a:cubicBezTo>
                    <a:pt x="31" y="7"/>
                    <a:pt x="32" y="6"/>
                    <a:pt x="32" y="5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1"/>
                    <a:pt x="31" y="10"/>
                    <a:pt x="31" y="8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3" name="Freeform 2621">
              <a:extLst>
                <a:ext uri="{FF2B5EF4-FFF2-40B4-BE49-F238E27FC236}">
                  <a16:creationId xmlns:a16="http://schemas.microsoft.com/office/drawing/2014/main" id="{C2B2CF2B-A7FF-4C1C-8DD5-728B25893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979"/>
              <a:ext cx="75" cy="16"/>
            </a:xfrm>
            <a:custGeom>
              <a:avLst/>
              <a:gdLst>
                <a:gd name="T0" fmla="*/ 7345 w 30"/>
                <a:gd name="T1" fmla="*/ 661 h 6"/>
                <a:gd name="T2" fmla="*/ 7158 w 30"/>
                <a:gd name="T3" fmla="*/ 2184 h 6"/>
                <a:gd name="T4" fmla="*/ 0 w 30"/>
                <a:gd name="T5" fmla="*/ 0 h 6"/>
                <a:gd name="T6" fmla="*/ 6645 w 30"/>
                <a:gd name="T7" fmla="*/ 1459 h 6"/>
                <a:gd name="T8" fmla="*/ 7345 w 30"/>
                <a:gd name="T9" fmla="*/ 66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">
                  <a:moveTo>
                    <a:pt x="30" y="2"/>
                  </a:moveTo>
                  <a:cubicBezTo>
                    <a:pt x="30" y="3"/>
                    <a:pt x="29" y="6"/>
                    <a:pt x="29" y="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6" y="5"/>
                    <a:pt x="27" y="4"/>
                  </a:cubicBezTo>
                  <a:cubicBezTo>
                    <a:pt x="29" y="3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4" name="Freeform 2622">
              <a:extLst>
                <a:ext uri="{FF2B5EF4-FFF2-40B4-BE49-F238E27FC236}">
                  <a16:creationId xmlns:a16="http://schemas.microsoft.com/office/drawing/2014/main" id="{A47EA6B0-E28D-4122-9B6A-F6E41F7AF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589"/>
              <a:ext cx="120" cy="126"/>
            </a:xfrm>
            <a:custGeom>
              <a:avLst/>
              <a:gdLst>
                <a:gd name="T0" fmla="*/ 4688 w 48"/>
                <a:gd name="T1" fmla="*/ 16321 h 47"/>
                <a:gd name="T2" fmla="*/ 783 w 48"/>
                <a:gd name="T3" fmla="*/ 7072 h 47"/>
                <a:gd name="T4" fmla="*/ 6845 w 48"/>
                <a:gd name="T5" fmla="*/ 676 h 47"/>
                <a:gd name="T6" fmla="*/ 11063 w 48"/>
                <a:gd name="T7" fmla="*/ 10386 h 47"/>
                <a:gd name="T8" fmla="*/ 4688 w 48"/>
                <a:gd name="T9" fmla="*/ 1632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9" y="44"/>
                  </a:moveTo>
                  <a:cubicBezTo>
                    <a:pt x="8" y="42"/>
                    <a:pt x="0" y="31"/>
                    <a:pt x="3" y="19"/>
                  </a:cubicBezTo>
                  <a:cubicBezTo>
                    <a:pt x="5" y="7"/>
                    <a:pt x="17" y="0"/>
                    <a:pt x="28" y="2"/>
                  </a:cubicBezTo>
                  <a:cubicBezTo>
                    <a:pt x="40" y="4"/>
                    <a:pt x="48" y="16"/>
                    <a:pt x="45" y="28"/>
                  </a:cubicBezTo>
                  <a:cubicBezTo>
                    <a:pt x="43" y="39"/>
                    <a:pt x="31" y="47"/>
                    <a:pt x="19" y="44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5" name="Freeform 2623">
              <a:extLst>
                <a:ext uri="{FF2B5EF4-FFF2-40B4-BE49-F238E27FC236}">
                  <a16:creationId xmlns:a16="http://schemas.microsoft.com/office/drawing/2014/main" id="{2C89C066-0B5A-4BD8-906D-DAD1A31EA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653"/>
              <a:ext cx="82" cy="32"/>
            </a:xfrm>
            <a:custGeom>
              <a:avLst/>
              <a:gdLst>
                <a:gd name="T0" fmla="*/ 186 w 33"/>
                <a:gd name="T1" fmla="*/ 1459 h 12"/>
                <a:gd name="T2" fmla="*/ 0 w 33"/>
                <a:gd name="T3" fmla="*/ 2581 h 12"/>
                <a:gd name="T4" fmla="*/ 7581 w 33"/>
                <a:gd name="T5" fmla="*/ 4301 h 12"/>
                <a:gd name="T6" fmla="*/ 7581 w 33"/>
                <a:gd name="T7" fmla="*/ 4301 h 12"/>
                <a:gd name="T8" fmla="*/ 7581 w 33"/>
                <a:gd name="T9" fmla="*/ 3640 h 12"/>
                <a:gd name="T10" fmla="*/ 7780 w 33"/>
                <a:gd name="T11" fmla="*/ 2581 h 12"/>
                <a:gd name="T12" fmla="*/ 7780 w 33"/>
                <a:gd name="T13" fmla="*/ 2581 h 12"/>
                <a:gd name="T14" fmla="*/ 462 w 33"/>
                <a:gd name="T15" fmla="*/ 0 h 12"/>
                <a:gd name="T16" fmla="*/ 186 w 33"/>
                <a:gd name="T17" fmla="*/ 1459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2">
                  <a:moveTo>
                    <a:pt x="1" y="4"/>
                  </a:moveTo>
                  <a:cubicBezTo>
                    <a:pt x="1" y="5"/>
                    <a:pt x="1" y="6"/>
                    <a:pt x="0" y="7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1"/>
                    <a:pt x="32" y="10"/>
                    <a:pt x="32" y="10"/>
                  </a:cubicBezTo>
                  <a:cubicBezTo>
                    <a:pt x="33" y="9"/>
                    <a:pt x="33" y="8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3"/>
                    <a:pt x="1" y="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" name="Freeform 2624">
              <a:extLst>
                <a:ext uri="{FF2B5EF4-FFF2-40B4-BE49-F238E27FC236}">
                  <a16:creationId xmlns:a16="http://schemas.microsoft.com/office/drawing/2014/main" id="{13A1B052-C706-4CFE-8D92-6AE6024D9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659"/>
              <a:ext cx="77" cy="16"/>
            </a:xfrm>
            <a:custGeom>
              <a:avLst/>
              <a:gdLst>
                <a:gd name="T0" fmla="*/ 0 w 31"/>
                <a:gd name="T1" fmla="*/ 1763 h 6"/>
                <a:gd name="T2" fmla="*/ 186 w 31"/>
                <a:gd name="T3" fmla="*/ 0 h 6"/>
                <a:gd name="T4" fmla="*/ 7263 w 31"/>
                <a:gd name="T5" fmla="*/ 2184 h 6"/>
                <a:gd name="T6" fmla="*/ 641 w 31"/>
                <a:gd name="T7" fmla="*/ 661 h 6"/>
                <a:gd name="T8" fmla="*/ 0 w 31"/>
                <a:gd name="T9" fmla="*/ 17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">
                  <a:moveTo>
                    <a:pt x="0" y="5"/>
                  </a:moveTo>
                  <a:cubicBezTo>
                    <a:pt x="1" y="3"/>
                    <a:pt x="1" y="0"/>
                    <a:pt x="1" y="0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5" y="1"/>
                    <a:pt x="3" y="2"/>
                  </a:cubicBezTo>
                  <a:cubicBezTo>
                    <a:pt x="2" y="3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" name="Freeform 2625">
              <a:extLst>
                <a:ext uri="{FF2B5EF4-FFF2-40B4-BE49-F238E27FC236}">
                  <a16:creationId xmlns:a16="http://schemas.microsoft.com/office/drawing/2014/main" id="{A9F7549A-1154-4468-AAD3-2D890837E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968"/>
              <a:ext cx="80" cy="32"/>
            </a:xfrm>
            <a:custGeom>
              <a:avLst/>
              <a:gdLst>
                <a:gd name="T0" fmla="*/ 7625 w 32"/>
                <a:gd name="T1" fmla="*/ 2824 h 12"/>
                <a:gd name="T2" fmla="*/ 7813 w 32"/>
                <a:gd name="T3" fmla="*/ 1763 h 12"/>
                <a:gd name="T4" fmla="*/ 313 w 32"/>
                <a:gd name="T5" fmla="*/ 0 h 12"/>
                <a:gd name="T6" fmla="*/ 313 w 32"/>
                <a:gd name="T7" fmla="*/ 0 h 12"/>
                <a:gd name="T8" fmla="*/ 0 w 32"/>
                <a:gd name="T9" fmla="*/ 1059 h 12"/>
                <a:gd name="T10" fmla="*/ 0 w 32"/>
                <a:gd name="T11" fmla="*/ 1763 h 12"/>
                <a:gd name="T12" fmla="*/ 0 w 32"/>
                <a:gd name="T13" fmla="*/ 1763 h 12"/>
                <a:gd name="T14" fmla="*/ 7625 w 32"/>
                <a:gd name="T15" fmla="*/ 4301 h 12"/>
                <a:gd name="T16" fmla="*/ 7625 w 32"/>
                <a:gd name="T17" fmla="*/ 282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2">
                  <a:moveTo>
                    <a:pt x="31" y="8"/>
                  </a:moveTo>
                  <a:cubicBezTo>
                    <a:pt x="31" y="7"/>
                    <a:pt x="32" y="6"/>
                    <a:pt x="32" y="5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1"/>
                    <a:pt x="31" y="10"/>
                    <a:pt x="31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8" name="Freeform 2626">
              <a:extLst>
                <a:ext uri="{FF2B5EF4-FFF2-40B4-BE49-F238E27FC236}">
                  <a16:creationId xmlns:a16="http://schemas.microsoft.com/office/drawing/2014/main" id="{CEFA38A6-7BAA-4E18-906A-FFB01C8C5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939"/>
              <a:ext cx="118" cy="128"/>
            </a:xfrm>
            <a:custGeom>
              <a:avLst/>
              <a:gdLst>
                <a:gd name="T0" fmla="*/ 6997 w 47"/>
                <a:gd name="T1" fmla="*/ 1059 h 48"/>
                <a:gd name="T2" fmla="*/ 11283 w 47"/>
                <a:gd name="T3" fmla="*/ 10104 h 48"/>
                <a:gd name="T4" fmla="*/ 4810 w 47"/>
                <a:gd name="T5" fmla="*/ 16179 h 48"/>
                <a:gd name="T6" fmla="*/ 522 w 47"/>
                <a:gd name="T7" fmla="*/ 7133 h 48"/>
                <a:gd name="T8" fmla="*/ 6997 w 47"/>
                <a:gd name="T9" fmla="*/ 105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28" y="3"/>
                  </a:moveTo>
                  <a:cubicBezTo>
                    <a:pt x="40" y="5"/>
                    <a:pt x="47" y="17"/>
                    <a:pt x="45" y="28"/>
                  </a:cubicBezTo>
                  <a:cubicBezTo>
                    <a:pt x="42" y="40"/>
                    <a:pt x="31" y="48"/>
                    <a:pt x="19" y="45"/>
                  </a:cubicBezTo>
                  <a:cubicBezTo>
                    <a:pt x="7" y="43"/>
                    <a:pt x="0" y="31"/>
                    <a:pt x="2" y="20"/>
                  </a:cubicBezTo>
                  <a:cubicBezTo>
                    <a:pt x="5" y="8"/>
                    <a:pt x="16" y="0"/>
                    <a:pt x="28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9" name="Freeform 2627">
              <a:extLst>
                <a:ext uri="{FF2B5EF4-FFF2-40B4-BE49-F238E27FC236}">
                  <a16:creationId xmlns:a16="http://schemas.microsoft.com/office/drawing/2014/main" id="{E4367947-234D-4B45-AF2F-87EAD834D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720"/>
              <a:ext cx="117" cy="125"/>
            </a:xfrm>
            <a:custGeom>
              <a:avLst/>
              <a:gdLst>
                <a:gd name="T0" fmla="*/ 10722 w 47"/>
                <a:gd name="T1" fmla="*/ 6811 h 47"/>
                <a:gd name="T2" fmla="*/ 6681 w 47"/>
                <a:gd name="T3" fmla="*/ 15949 h 47"/>
                <a:gd name="T4" fmla="*/ 466 w 47"/>
                <a:gd name="T5" fmla="*/ 9556 h 47"/>
                <a:gd name="T6" fmla="*/ 4765 w 47"/>
                <a:gd name="T7" fmla="*/ 657 h 47"/>
                <a:gd name="T8" fmla="*/ 10722 w 47"/>
                <a:gd name="T9" fmla="*/ 681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45" y="19"/>
                  </a:moveTo>
                  <a:cubicBezTo>
                    <a:pt x="47" y="31"/>
                    <a:pt x="40" y="42"/>
                    <a:pt x="28" y="45"/>
                  </a:cubicBezTo>
                  <a:cubicBezTo>
                    <a:pt x="16" y="47"/>
                    <a:pt x="5" y="39"/>
                    <a:pt x="2" y="27"/>
                  </a:cubicBezTo>
                  <a:cubicBezTo>
                    <a:pt x="0" y="16"/>
                    <a:pt x="8" y="4"/>
                    <a:pt x="20" y="2"/>
                  </a:cubicBezTo>
                  <a:cubicBezTo>
                    <a:pt x="32" y="0"/>
                    <a:pt x="43" y="8"/>
                    <a:pt x="45" y="19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0" name="Freeform 2628">
              <a:extLst>
                <a:ext uri="{FF2B5EF4-FFF2-40B4-BE49-F238E27FC236}">
                  <a16:creationId xmlns:a16="http://schemas.microsoft.com/office/drawing/2014/main" id="{696E1856-F313-434A-9424-14C8D24FA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752"/>
              <a:ext cx="60" cy="64"/>
            </a:xfrm>
            <a:custGeom>
              <a:avLst/>
              <a:gdLst>
                <a:gd name="T0" fmla="*/ 520 w 24"/>
                <a:gd name="T1" fmla="*/ 5824 h 24"/>
                <a:gd name="T2" fmla="*/ 1958 w 24"/>
                <a:gd name="T3" fmla="*/ 661 h 24"/>
                <a:gd name="T4" fmla="*/ 5208 w 24"/>
                <a:gd name="T5" fmla="*/ 2824 h 24"/>
                <a:gd name="T6" fmla="*/ 3908 w 24"/>
                <a:gd name="T7" fmla="*/ 7944 h 24"/>
                <a:gd name="T8" fmla="*/ 520 w 24"/>
                <a:gd name="T9" fmla="*/ 58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" y="16"/>
                  </a:moveTo>
                  <a:cubicBezTo>
                    <a:pt x="0" y="11"/>
                    <a:pt x="2" y="4"/>
                    <a:pt x="8" y="2"/>
                  </a:cubicBezTo>
                  <a:cubicBezTo>
                    <a:pt x="13" y="0"/>
                    <a:pt x="19" y="2"/>
                    <a:pt x="21" y="8"/>
                  </a:cubicBezTo>
                  <a:cubicBezTo>
                    <a:pt x="24" y="13"/>
                    <a:pt x="21" y="19"/>
                    <a:pt x="16" y="22"/>
                  </a:cubicBezTo>
                  <a:cubicBezTo>
                    <a:pt x="10" y="24"/>
                    <a:pt x="4" y="21"/>
                    <a:pt x="2" y="16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1" name="Freeform 2629">
              <a:extLst>
                <a:ext uri="{FF2B5EF4-FFF2-40B4-BE49-F238E27FC236}">
                  <a16:creationId xmlns:a16="http://schemas.microsoft.com/office/drawing/2014/main" id="{B2DAE7AA-4C8B-4821-B7EB-1B01B58EE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771"/>
              <a:ext cx="22" cy="26"/>
            </a:xfrm>
            <a:custGeom>
              <a:avLst/>
              <a:gdLst>
                <a:gd name="T0" fmla="*/ 174 w 9"/>
                <a:gd name="T1" fmla="*/ 2142 h 10"/>
                <a:gd name="T2" fmla="*/ 616 w 9"/>
                <a:gd name="T3" fmla="*/ 372 h 10"/>
                <a:gd name="T4" fmla="*/ 1750 w 9"/>
                <a:gd name="T5" fmla="*/ 1196 h 10"/>
                <a:gd name="T6" fmla="*/ 1315 w 9"/>
                <a:gd name="T7" fmla="*/ 2746 h 10"/>
                <a:gd name="T8" fmla="*/ 174 w 9"/>
                <a:gd name="T9" fmla="*/ 21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7"/>
                  </a:move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7" y="1"/>
                    <a:pt x="8" y="4"/>
                  </a:cubicBezTo>
                  <a:cubicBezTo>
                    <a:pt x="9" y="6"/>
                    <a:pt x="8" y="8"/>
                    <a:pt x="6" y="9"/>
                  </a:cubicBezTo>
                  <a:cubicBezTo>
                    <a:pt x="4" y="10"/>
                    <a:pt x="1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2" name="Freeform 2630">
              <a:extLst>
                <a:ext uri="{FF2B5EF4-FFF2-40B4-BE49-F238E27FC236}">
                  <a16:creationId xmlns:a16="http://schemas.microsoft.com/office/drawing/2014/main" id="{96E7212E-269C-4713-8CFD-DF13C2DA3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667"/>
              <a:ext cx="25" cy="61"/>
            </a:xfrm>
            <a:custGeom>
              <a:avLst/>
              <a:gdLst>
                <a:gd name="T0" fmla="*/ 0 w 10"/>
                <a:gd name="T1" fmla="*/ 634 h 23"/>
                <a:gd name="T2" fmla="*/ 783 w 10"/>
                <a:gd name="T3" fmla="*/ 8018 h 23"/>
                <a:gd name="T4" fmla="*/ 1770 w 10"/>
                <a:gd name="T5" fmla="*/ 7612 h 23"/>
                <a:gd name="T6" fmla="*/ 2470 w 10"/>
                <a:gd name="T7" fmla="*/ 7370 h 23"/>
                <a:gd name="T8" fmla="*/ 1300 w 10"/>
                <a:gd name="T9" fmla="*/ 0 h 23"/>
                <a:gd name="T10" fmla="*/ 0 w 10"/>
                <a:gd name="T11" fmla="*/ 63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3">
                  <a:moveTo>
                    <a:pt x="0" y="2"/>
                  </a:moveTo>
                  <a:cubicBezTo>
                    <a:pt x="3" y="23"/>
                    <a:pt x="3" y="23"/>
                    <a:pt x="3" y="23"/>
                  </a:cubicBezTo>
                  <a:cubicBezTo>
                    <a:pt x="4" y="22"/>
                    <a:pt x="6" y="22"/>
                    <a:pt x="7" y="22"/>
                  </a:cubicBezTo>
                  <a:cubicBezTo>
                    <a:pt x="8" y="22"/>
                    <a:pt x="9" y="21"/>
                    <a:pt x="10" y="2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3" name="Freeform 2631">
              <a:extLst>
                <a:ext uri="{FF2B5EF4-FFF2-40B4-BE49-F238E27FC236}">
                  <a16:creationId xmlns:a16="http://schemas.microsoft.com/office/drawing/2014/main" id="{62A68048-242B-4927-AE17-AA3AA1A74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680"/>
              <a:ext cx="18" cy="43"/>
            </a:xfrm>
            <a:custGeom>
              <a:avLst/>
              <a:gdLst>
                <a:gd name="T0" fmla="*/ 2003 w 7"/>
                <a:gd name="T1" fmla="*/ 5628 h 16"/>
                <a:gd name="T2" fmla="*/ 563 w 7"/>
                <a:gd name="T3" fmla="*/ 6060 h 16"/>
                <a:gd name="T4" fmla="*/ 0 w 7"/>
                <a:gd name="T5" fmla="*/ 0 h 16"/>
                <a:gd name="T6" fmla="*/ 1137 w 7"/>
                <a:gd name="T7" fmla="*/ 4913 h 16"/>
                <a:gd name="T8" fmla="*/ 2003 w 7"/>
                <a:gd name="T9" fmla="*/ 562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7" y="15"/>
                  </a:moveTo>
                  <a:cubicBezTo>
                    <a:pt x="6" y="15"/>
                    <a:pt x="3" y="16"/>
                    <a:pt x="2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12"/>
                    <a:pt x="4" y="13"/>
                  </a:cubicBezTo>
                  <a:cubicBezTo>
                    <a:pt x="5" y="14"/>
                    <a:pt x="7" y="15"/>
                    <a:pt x="7" y="1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4" name="Freeform 2632">
              <a:extLst>
                <a:ext uri="{FF2B5EF4-FFF2-40B4-BE49-F238E27FC236}">
                  <a16:creationId xmlns:a16="http://schemas.microsoft.com/office/drawing/2014/main" id="{C7414122-146D-482F-B23A-81770F7B8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830"/>
              <a:ext cx="117" cy="125"/>
            </a:xfrm>
            <a:custGeom>
              <a:avLst/>
              <a:gdLst>
                <a:gd name="T0" fmla="*/ 466 w 47"/>
                <a:gd name="T1" fmla="*/ 9556 h 47"/>
                <a:gd name="T2" fmla="*/ 4765 w 47"/>
                <a:gd name="T3" fmla="*/ 657 h 47"/>
                <a:gd name="T4" fmla="*/ 10722 w 47"/>
                <a:gd name="T5" fmla="*/ 6811 h 47"/>
                <a:gd name="T6" fmla="*/ 6681 w 47"/>
                <a:gd name="T7" fmla="*/ 15553 h 47"/>
                <a:gd name="T8" fmla="*/ 466 w 47"/>
                <a:gd name="T9" fmla="*/ 955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2" y="27"/>
                  </a:moveTo>
                  <a:cubicBezTo>
                    <a:pt x="0" y="15"/>
                    <a:pt x="8" y="4"/>
                    <a:pt x="20" y="2"/>
                  </a:cubicBezTo>
                  <a:cubicBezTo>
                    <a:pt x="32" y="0"/>
                    <a:pt x="43" y="7"/>
                    <a:pt x="45" y="19"/>
                  </a:cubicBezTo>
                  <a:cubicBezTo>
                    <a:pt x="47" y="31"/>
                    <a:pt x="40" y="42"/>
                    <a:pt x="28" y="44"/>
                  </a:cubicBezTo>
                  <a:cubicBezTo>
                    <a:pt x="16" y="47"/>
                    <a:pt x="5" y="39"/>
                    <a:pt x="2" y="27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5" name="Freeform 2633">
              <a:extLst>
                <a:ext uri="{FF2B5EF4-FFF2-40B4-BE49-F238E27FC236}">
                  <a16:creationId xmlns:a16="http://schemas.microsoft.com/office/drawing/2014/main" id="{0AB3D464-94CD-4061-B819-9D99E7688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848"/>
              <a:ext cx="57" cy="62"/>
            </a:xfrm>
            <a:custGeom>
              <a:avLst/>
              <a:gdLst>
                <a:gd name="T0" fmla="*/ 454 w 23"/>
                <a:gd name="T1" fmla="*/ 4955 h 23"/>
                <a:gd name="T2" fmla="*/ 2347 w 23"/>
                <a:gd name="T3" fmla="*/ 429 h 23"/>
                <a:gd name="T4" fmla="*/ 5128 w 23"/>
                <a:gd name="T5" fmla="*/ 3429 h 23"/>
                <a:gd name="T6" fmla="*/ 3286 w 23"/>
                <a:gd name="T7" fmla="*/ 8400 h 23"/>
                <a:gd name="T8" fmla="*/ 454 w 23"/>
                <a:gd name="T9" fmla="*/ 495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" y="13"/>
                  </a:moveTo>
                  <a:cubicBezTo>
                    <a:pt x="0" y="8"/>
                    <a:pt x="4" y="2"/>
                    <a:pt x="10" y="1"/>
                  </a:cubicBezTo>
                  <a:cubicBezTo>
                    <a:pt x="16" y="0"/>
                    <a:pt x="21" y="4"/>
                    <a:pt x="22" y="9"/>
                  </a:cubicBezTo>
                  <a:cubicBezTo>
                    <a:pt x="23" y="15"/>
                    <a:pt x="20" y="21"/>
                    <a:pt x="14" y="22"/>
                  </a:cubicBezTo>
                  <a:cubicBezTo>
                    <a:pt x="8" y="23"/>
                    <a:pt x="3" y="19"/>
                    <a:pt x="2" y="13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6" name="Freeform 2634">
              <a:extLst>
                <a:ext uri="{FF2B5EF4-FFF2-40B4-BE49-F238E27FC236}">
                  <a16:creationId xmlns:a16="http://schemas.microsoft.com/office/drawing/2014/main" id="{B51775AA-F25F-433D-B3D7-AD5A8FE34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867"/>
              <a:ext cx="23" cy="24"/>
            </a:xfrm>
            <a:custGeom>
              <a:avLst/>
              <a:gdLst>
                <a:gd name="T0" fmla="*/ 332 w 9"/>
                <a:gd name="T1" fmla="*/ 1763 h 9"/>
                <a:gd name="T2" fmla="*/ 1104 w 9"/>
                <a:gd name="T3" fmla="*/ 0 h 9"/>
                <a:gd name="T4" fmla="*/ 2520 w 9"/>
                <a:gd name="T5" fmla="*/ 1059 h 9"/>
                <a:gd name="T6" fmla="*/ 1403 w 9"/>
                <a:gd name="T7" fmla="*/ 2824 h 9"/>
                <a:gd name="T8" fmla="*/ 332 w 9"/>
                <a:gd name="T9" fmla="*/ 176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5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6" y="0"/>
                    <a:pt x="8" y="1"/>
                    <a:pt x="9" y="3"/>
                  </a:cubicBezTo>
                  <a:cubicBezTo>
                    <a:pt x="9" y="6"/>
                    <a:pt x="8" y="8"/>
                    <a:pt x="5" y="8"/>
                  </a:cubicBezTo>
                  <a:cubicBezTo>
                    <a:pt x="3" y="9"/>
                    <a:pt x="1" y="7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7" name="Freeform 2635">
              <a:extLst>
                <a:ext uri="{FF2B5EF4-FFF2-40B4-BE49-F238E27FC236}">
                  <a16:creationId xmlns:a16="http://schemas.microsoft.com/office/drawing/2014/main" id="{947D9A28-9B8F-46C4-B3D7-9F30FAE00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947"/>
              <a:ext cx="25" cy="45"/>
            </a:xfrm>
            <a:custGeom>
              <a:avLst/>
              <a:gdLst>
                <a:gd name="T0" fmla="*/ 2470 w 10"/>
                <a:gd name="T1" fmla="*/ 4807 h 17"/>
                <a:gd name="T2" fmla="*/ 1770 w 10"/>
                <a:gd name="T3" fmla="*/ 0 h 17"/>
                <a:gd name="T4" fmla="*/ 988 w 10"/>
                <a:gd name="T5" fmla="*/ 392 h 17"/>
                <a:gd name="T6" fmla="*/ 0 w 10"/>
                <a:gd name="T7" fmla="*/ 392 h 17"/>
                <a:gd name="T8" fmla="*/ 988 w 10"/>
                <a:gd name="T9" fmla="*/ 5845 h 17"/>
                <a:gd name="T10" fmla="*/ 2470 w 10"/>
                <a:gd name="T11" fmla="*/ 480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7">
                  <a:moveTo>
                    <a:pt x="10" y="14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6" y="16"/>
                    <a:pt x="8" y="15"/>
                    <a:pt x="10" y="1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8" name="Freeform 2636">
              <a:extLst>
                <a:ext uri="{FF2B5EF4-FFF2-40B4-BE49-F238E27FC236}">
                  <a16:creationId xmlns:a16="http://schemas.microsoft.com/office/drawing/2014/main" id="{FADD1FD2-5A1A-4388-B8D5-96CBFD238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952"/>
              <a:ext cx="20" cy="30"/>
            </a:xfrm>
            <a:custGeom>
              <a:avLst/>
              <a:gdLst>
                <a:gd name="T0" fmla="*/ 0 w 8"/>
                <a:gd name="T1" fmla="*/ 447 h 11"/>
                <a:gd name="T2" fmla="*/ 1300 w 8"/>
                <a:gd name="T3" fmla="*/ 0 h 11"/>
                <a:gd name="T4" fmla="*/ 1958 w 8"/>
                <a:gd name="T5" fmla="*/ 4544 h 11"/>
                <a:gd name="T6" fmla="*/ 988 w 8"/>
                <a:gd name="T7" fmla="*/ 775 h 11"/>
                <a:gd name="T8" fmla="*/ 0 w 8"/>
                <a:gd name="T9" fmla="*/ 44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0" y="1"/>
                  </a:moveTo>
                  <a:cubicBezTo>
                    <a:pt x="2" y="1"/>
                    <a:pt x="5" y="0"/>
                    <a:pt x="5" y="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5" y="3"/>
                    <a:pt x="4" y="2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9" name="Freeform 2637">
              <a:extLst>
                <a:ext uri="{FF2B5EF4-FFF2-40B4-BE49-F238E27FC236}">
                  <a16:creationId xmlns:a16="http://schemas.microsoft.com/office/drawing/2014/main" id="{80825EBA-AF6F-4435-901D-7231D61BD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667"/>
              <a:ext cx="25" cy="61"/>
            </a:xfrm>
            <a:custGeom>
              <a:avLst/>
              <a:gdLst>
                <a:gd name="T0" fmla="*/ 0 w 10"/>
                <a:gd name="T1" fmla="*/ 634 h 23"/>
                <a:gd name="T2" fmla="*/ 783 w 10"/>
                <a:gd name="T3" fmla="*/ 8018 h 23"/>
                <a:gd name="T4" fmla="*/ 1770 w 10"/>
                <a:gd name="T5" fmla="*/ 7612 h 23"/>
                <a:gd name="T6" fmla="*/ 2470 w 10"/>
                <a:gd name="T7" fmla="*/ 7370 h 23"/>
                <a:gd name="T8" fmla="*/ 1300 w 10"/>
                <a:gd name="T9" fmla="*/ 0 h 23"/>
                <a:gd name="T10" fmla="*/ 0 w 10"/>
                <a:gd name="T11" fmla="*/ 63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3">
                  <a:moveTo>
                    <a:pt x="0" y="2"/>
                  </a:moveTo>
                  <a:cubicBezTo>
                    <a:pt x="3" y="23"/>
                    <a:pt x="3" y="23"/>
                    <a:pt x="3" y="23"/>
                  </a:cubicBezTo>
                  <a:cubicBezTo>
                    <a:pt x="4" y="22"/>
                    <a:pt x="6" y="22"/>
                    <a:pt x="7" y="22"/>
                  </a:cubicBezTo>
                  <a:cubicBezTo>
                    <a:pt x="8" y="22"/>
                    <a:pt x="9" y="21"/>
                    <a:pt x="10" y="2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1" y="2"/>
                    <a:pt x="0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0" name="Freeform 2638">
              <a:extLst>
                <a:ext uri="{FF2B5EF4-FFF2-40B4-BE49-F238E27FC236}">
                  <a16:creationId xmlns:a16="http://schemas.microsoft.com/office/drawing/2014/main" id="{D3A851E4-DA97-44C3-8978-FE96A9D86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720"/>
              <a:ext cx="117" cy="125"/>
            </a:xfrm>
            <a:custGeom>
              <a:avLst/>
              <a:gdLst>
                <a:gd name="T0" fmla="*/ 10722 w 47"/>
                <a:gd name="T1" fmla="*/ 6811 h 47"/>
                <a:gd name="T2" fmla="*/ 6681 w 47"/>
                <a:gd name="T3" fmla="*/ 15949 h 47"/>
                <a:gd name="T4" fmla="*/ 466 w 47"/>
                <a:gd name="T5" fmla="*/ 9556 h 47"/>
                <a:gd name="T6" fmla="*/ 4765 w 47"/>
                <a:gd name="T7" fmla="*/ 657 h 47"/>
                <a:gd name="T8" fmla="*/ 10722 w 47"/>
                <a:gd name="T9" fmla="*/ 681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45" y="19"/>
                  </a:moveTo>
                  <a:cubicBezTo>
                    <a:pt x="47" y="31"/>
                    <a:pt x="40" y="42"/>
                    <a:pt x="28" y="45"/>
                  </a:cubicBezTo>
                  <a:cubicBezTo>
                    <a:pt x="16" y="47"/>
                    <a:pt x="5" y="39"/>
                    <a:pt x="2" y="27"/>
                  </a:cubicBezTo>
                  <a:cubicBezTo>
                    <a:pt x="0" y="16"/>
                    <a:pt x="8" y="4"/>
                    <a:pt x="20" y="2"/>
                  </a:cubicBezTo>
                  <a:cubicBezTo>
                    <a:pt x="32" y="0"/>
                    <a:pt x="43" y="8"/>
                    <a:pt x="45" y="1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1" name="Freeform 2639">
              <a:extLst>
                <a:ext uri="{FF2B5EF4-FFF2-40B4-BE49-F238E27FC236}">
                  <a16:creationId xmlns:a16="http://schemas.microsoft.com/office/drawing/2014/main" id="{D386EE93-EDC8-4E55-8F6A-104449387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611"/>
              <a:ext cx="57" cy="61"/>
            </a:xfrm>
            <a:custGeom>
              <a:avLst/>
              <a:gdLst>
                <a:gd name="T0" fmla="*/ 2984 w 23"/>
                <a:gd name="T1" fmla="*/ 7612 h 23"/>
                <a:gd name="T2" fmla="*/ 183 w 23"/>
                <a:gd name="T3" fmla="*/ 4458 h 23"/>
                <a:gd name="T4" fmla="*/ 2069 w 23"/>
                <a:gd name="T5" fmla="*/ 395 h 23"/>
                <a:gd name="T6" fmla="*/ 5128 w 23"/>
                <a:gd name="T7" fmla="*/ 3172 h 23"/>
                <a:gd name="T8" fmla="*/ 2984 w 23"/>
                <a:gd name="T9" fmla="*/ 761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3" y="22"/>
                  </a:move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4" y="2"/>
                    <a:pt x="9" y="1"/>
                  </a:cubicBezTo>
                  <a:cubicBezTo>
                    <a:pt x="15" y="0"/>
                    <a:pt x="21" y="3"/>
                    <a:pt x="22" y="9"/>
                  </a:cubicBezTo>
                  <a:cubicBezTo>
                    <a:pt x="23" y="15"/>
                    <a:pt x="19" y="20"/>
                    <a:pt x="13" y="22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2" name="Freeform 2640">
              <a:extLst>
                <a:ext uri="{FF2B5EF4-FFF2-40B4-BE49-F238E27FC236}">
                  <a16:creationId xmlns:a16="http://schemas.microsoft.com/office/drawing/2014/main" id="{BEB3BEF8-DF9A-4C15-A87E-D7796C50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624"/>
              <a:ext cx="25" cy="24"/>
            </a:xfrm>
            <a:custGeom>
              <a:avLst/>
              <a:gdLst>
                <a:gd name="T0" fmla="*/ 1488 w 10"/>
                <a:gd name="T1" fmla="*/ 2824 h 9"/>
                <a:gd name="T2" fmla="*/ 313 w 10"/>
                <a:gd name="T3" fmla="*/ 1763 h 9"/>
                <a:gd name="T4" fmla="*/ 988 w 10"/>
                <a:gd name="T5" fmla="*/ 0 h 9"/>
                <a:gd name="T6" fmla="*/ 2270 w 10"/>
                <a:gd name="T7" fmla="*/ 1059 h 9"/>
                <a:gd name="T8" fmla="*/ 1488 w 10"/>
                <a:gd name="T9" fmla="*/ 282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6" y="8"/>
                  </a:moveTo>
                  <a:cubicBezTo>
                    <a:pt x="3" y="9"/>
                    <a:pt x="1" y="7"/>
                    <a:pt x="1" y="5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6" y="0"/>
                    <a:pt x="9" y="1"/>
                    <a:pt x="9" y="3"/>
                  </a:cubicBezTo>
                  <a:cubicBezTo>
                    <a:pt x="10" y="6"/>
                    <a:pt x="8" y="8"/>
                    <a:pt x="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3" name="Freeform 2641">
              <a:extLst>
                <a:ext uri="{FF2B5EF4-FFF2-40B4-BE49-F238E27FC236}">
                  <a16:creationId xmlns:a16="http://schemas.microsoft.com/office/drawing/2014/main" id="{0EFADA79-762B-45F0-AFB2-DF1BC295D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608"/>
              <a:ext cx="120" cy="125"/>
            </a:xfrm>
            <a:custGeom>
              <a:avLst/>
              <a:gdLst>
                <a:gd name="T0" fmla="*/ 4895 w 48"/>
                <a:gd name="T1" fmla="*/ 657 h 47"/>
                <a:gd name="T2" fmla="*/ 11063 w 48"/>
                <a:gd name="T3" fmla="*/ 6811 h 47"/>
                <a:gd name="T4" fmla="*/ 6845 w 48"/>
                <a:gd name="T5" fmla="*/ 15949 h 47"/>
                <a:gd name="T6" fmla="*/ 783 w 48"/>
                <a:gd name="T7" fmla="*/ 9556 h 47"/>
                <a:gd name="T8" fmla="*/ 4895 w 48"/>
                <a:gd name="T9" fmla="*/ 65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20" y="2"/>
                  </a:moveTo>
                  <a:cubicBezTo>
                    <a:pt x="32" y="0"/>
                    <a:pt x="43" y="7"/>
                    <a:pt x="45" y="19"/>
                  </a:cubicBezTo>
                  <a:cubicBezTo>
                    <a:pt x="48" y="31"/>
                    <a:pt x="40" y="42"/>
                    <a:pt x="28" y="45"/>
                  </a:cubicBezTo>
                  <a:cubicBezTo>
                    <a:pt x="16" y="47"/>
                    <a:pt x="5" y="39"/>
                    <a:pt x="3" y="27"/>
                  </a:cubicBezTo>
                  <a:cubicBezTo>
                    <a:pt x="0" y="15"/>
                    <a:pt x="8" y="4"/>
                    <a:pt x="20" y="2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4" name="Freeform 2642">
              <a:extLst>
                <a:ext uri="{FF2B5EF4-FFF2-40B4-BE49-F238E27FC236}">
                  <a16:creationId xmlns:a16="http://schemas.microsoft.com/office/drawing/2014/main" id="{E33FF281-3824-4DAB-8565-62DBAF64E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637"/>
              <a:ext cx="60" cy="62"/>
            </a:xfrm>
            <a:custGeom>
              <a:avLst/>
              <a:gdLst>
                <a:gd name="T0" fmla="*/ 988 w 24"/>
                <a:gd name="T1" fmla="*/ 1585 h 23"/>
                <a:gd name="T2" fmla="*/ 4688 w 24"/>
                <a:gd name="T3" fmla="*/ 1156 h 23"/>
                <a:gd name="T4" fmla="*/ 4895 w 24"/>
                <a:gd name="T5" fmla="*/ 6976 h 23"/>
                <a:gd name="T6" fmla="*/ 1300 w 24"/>
                <a:gd name="T7" fmla="*/ 7230 h 23"/>
                <a:gd name="T8" fmla="*/ 988 w 24"/>
                <a:gd name="T9" fmla="*/ 158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4" y="4"/>
                  </a:moveTo>
                  <a:cubicBezTo>
                    <a:pt x="8" y="0"/>
                    <a:pt x="14" y="0"/>
                    <a:pt x="19" y="3"/>
                  </a:cubicBezTo>
                  <a:cubicBezTo>
                    <a:pt x="23" y="7"/>
                    <a:pt x="24" y="14"/>
                    <a:pt x="20" y="18"/>
                  </a:cubicBezTo>
                  <a:cubicBezTo>
                    <a:pt x="16" y="23"/>
                    <a:pt x="9" y="23"/>
                    <a:pt x="5" y="19"/>
                  </a:cubicBezTo>
                  <a:cubicBezTo>
                    <a:pt x="1" y="16"/>
                    <a:pt x="0" y="9"/>
                    <a:pt x="4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5" name="Freeform 2643">
              <a:extLst>
                <a:ext uri="{FF2B5EF4-FFF2-40B4-BE49-F238E27FC236}">
                  <a16:creationId xmlns:a16="http://schemas.microsoft.com/office/drawing/2014/main" id="{AF207D7B-8916-4B10-BCE3-C6FC9099D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651"/>
              <a:ext cx="23" cy="24"/>
            </a:xfrm>
            <a:custGeom>
              <a:avLst/>
              <a:gdLst>
                <a:gd name="T0" fmla="*/ 332 w 9"/>
                <a:gd name="T1" fmla="*/ 661 h 9"/>
                <a:gd name="T2" fmla="*/ 1973 w 9"/>
                <a:gd name="T3" fmla="*/ 397 h 9"/>
                <a:gd name="T4" fmla="*/ 2167 w 9"/>
                <a:gd name="T5" fmla="*/ 2581 h 9"/>
                <a:gd name="T6" fmla="*/ 549 w 9"/>
                <a:gd name="T7" fmla="*/ 2824 h 9"/>
                <a:gd name="T8" fmla="*/ 332 w 9"/>
                <a:gd name="T9" fmla="*/ 66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2"/>
                  </a:moveTo>
                  <a:cubicBezTo>
                    <a:pt x="3" y="0"/>
                    <a:pt x="6" y="0"/>
                    <a:pt x="7" y="1"/>
                  </a:cubicBezTo>
                  <a:cubicBezTo>
                    <a:pt x="9" y="3"/>
                    <a:pt x="9" y="6"/>
                    <a:pt x="8" y="7"/>
                  </a:cubicBezTo>
                  <a:cubicBezTo>
                    <a:pt x="6" y="9"/>
                    <a:pt x="4" y="9"/>
                    <a:pt x="2" y="8"/>
                  </a:cubicBezTo>
                  <a:cubicBezTo>
                    <a:pt x="0" y="6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6" name="Freeform 2644">
              <a:extLst>
                <a:ext uri="{FF2B5EF4-FFF2-40B4-BE49-F238E27FC236}">
                  <a16:creationId xmlns:a16="http://schemas.microsoft.com/office/drawing/2014/main" id="{895451D2-2158-49E0-BC70-683977359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672"/>
              <a:ext cx="80" cy="29"/>
            </a:xfrm>
            <a:custGeom>
              <a:avLst/>
              <a:gdLst>
                <a:gd name="T0" fmla="*/ 7625 w 32"/>
                <a:gd name="T1" fmla="*/ 1007 h 11"/>
                <a:gd name="T2" fmla="*/ 7625 w 32"/>
                <a:gd name="T3" fmla="*/ 0 h 11"/>
                <a:gd name="T4" fmla="*/ 0 w 32"/>
                <a:gd name="T5" fmla="*/ 2035 h 11"/>
                <a:gd name="T6" fmla="*/ 0 w 32"/>
                <a:gd name="T7" fmla="*/ 2035 h 11"/>
                <a:gd name="T8" fmla="*/ 0 w 32"/>
                <a:gd name="T9" fmla="*/ 2655 h 11"/>
                <a:gd name="T10" fmla="*/ 313 w 32"/>
                <a:gd name="T11" fmla="*/ 3662 h 11"/>
                <a:gd name="T12" fmla="*/ 313 w 32"/>
                <a:gd name="T13" fmla="*/ 3662 h 11"/>
                <a:gd name="T14" fmla="*/ 7813 w 32"/>
                <a:gd name="T15" fmla="*/ 2273 h 11"/>
                <a:gd name="T16" fmla="*/ 7625 w 32"/>
                <a:gd name="T17" fmla="*/ 1007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1">
                  <a:moveTo>
                    <a:pt x="31" y="3"/>
                  </a:moveTo>
                  <a:cubicBezTo>
                    <a:pt x="31" y="2"/>
                    <a:pt x="31" y="1"/>
                    <a:pt x="3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2" y="4"/>
                    <a:pt x="31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7" name="Freeform 2645">
              <a:extLst>
                <a:ext uri="{FF2B5EF4-FFF2-40B4-BE49-F238E27FC236}">
                  <a16:creationId xmlns:a16="http://schemas.microsoft.com/office/drawing/2014/main" id="{8098C954-111F-4902-A862-DD4BD7DBC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675"/>
              <a:ext cx="72" cy="24"/>
            </a:xfrm>
            <a:custGeom>
              <a:avLst/>
              <a:gdLst>
                <a:gd name="T0" fmla="*/ 6793 w 29"/>
                <a:gd name="T1" fmla="*/ 0 h 9"/>
                <a:gd name="T2" fmla="*/ 6793 w 29"/>
                <a:gd name="T3" fmla="*/ 1763 h 9"/>
                <a:gd name="T4" fmla="*/ 0 w 29"/>
                <a:gd name="T5" fmla="*/ 3243 h 9"/>
                <a:gd name="T6" fmla="*/ 6306 w 29"/>
                <a:gd name="T7" fmla="*/ 1059 h 9"/>
                <a:gd name="T8" fmla="*/ 6793 w 29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">
                  <a:moveTo>
                    <a:pt x="29" y="0"/>
                  </a:moveTo>
                  <a:cubicBezTo>
                    <a:pt x="28" y="1"/>
                    <a:pt x="29" y="4"/>
                    <a:pt x="29" y="5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26" y="5"/>
                    <a:pt x="27" y="3"/>
                  </a:cubicBezTo>
                  <a:cubicBezTo>
                    <a:pt x="28" y="2"/>
                    <a:pt x="28" y="0"/>
                    <a:pt x="29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8" name="Freeform 2646">
              <a:extLst>
                <a:ext uri="{FF2B5EF4-FFF2-40B4-BE49-F238E27FC236}">
                  <a16:creationId xmlns:a16="http://schemas.microsoft.com/office/drawing/2014/main" id="{77B24FD8-E526-42F0-8F80-DB0664DA2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544"/>
              <a:ext cx="123" cy="128"/>
            </a:xfrm>
            <a:custGeom>
              <a:avLst/>
              <a:gdLst>
                <a:gd name="T0" fmla="*/ 10485 w 49"/>
                <a:gd name="T1" fmla="*/ 13597 h 48"/>
                <a:gd name="T2" fmla="*/ 2786 w 49"/>
                <a:gd name="T3" fmla="*/ 14712 h 48"/>
                <a:gd name="T4" fmla="*/ 1991 w 49"/>
                <a:gd name="T5" fmla="*/ 3640 h 48"/>
                <a:gd name="T6" fmla="*/ 9772 w 49"/>
                <a:gd name="T7" fmla="*/ 2581 h 48"/>
                <a:gd name="T8" fmla="*/ 10485 w 49"/>
                <a:gd name="T9" fmla="*/ 1359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8">
                  <a:moveTo>
                    <a:pt x="42" y="38"/>
                  </a:moveTo>
                  <a:cubicBezTo>
                    <a:pt x="34" y="47"/>
                    <a:pt x="21" y="48"/>
                    <a:pt x="11" y="41"/>
                  </a:cubicBezTo>
                  <a:cubicBezTo>
                    <a:pt x="2" y="33"/>
                    <a:pt x="0" y="20"/>
                    <a:pt x="8" y="10"/>
                  </a:cubicBezTo>
                  <a:cubicBezTo>
                    <a:pt x="16" y="1"/>
                    <a:pt x="29" y="0"/>
                    <a:pt x="39" y="7"/>
                  </a:cubicBezTo>
                  <a:cubicBezTo>
                    <a:pt x="48" y="15"/>
                    <a:pt x="49" y="28"/>
                    <a:pt x="42" y="38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9" name="Freeform 2647">
              <a:extLst>
                <a:ext uri="{FF2B5EF4-FFF2-40B4-BE49-F238E27FC236}">
                  <a16:creationId xmlns:a16="http://schemas.microsoft.com/office/drawing/2014/main" id="{3750EBC3-B05E-49D7-BE34-F382B000E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579"/>
              <a:ext cx="60" cy="64"/>
            </a:xfrm>
            <a:custGeom>
              <a:avLst/>
              <a:gdLst>
                <a:gd name="T0" fmla="*/ 783 w 24"/>
                <a:gd name="T1" fmla="*/ 2824 h 24"/>
                <a:gd name="T2" fmla="*/ 4220 w 24"/>
                <a:gd name="T3" fmla="*/ 1059 h 24"/>
                <a:gd name="T4" fmla="*/ 5395 w 24"/>
                <a:gd name="T5" fmla="*/ 6067 h 24"/>
                <a:gd name="T6" fmla="*/ 1958 w 24"/>
                <a:gd name="T7" fmla="*/ 7944 h 24"/>
                <a:gd name="T8" fmla="*/ 783 w 24"/>
                <a:gd name="T9" fmla="*/ 28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3" y="8"/>
                  </a:moveTo>
                  <a:cubicBezTo>
                    <a:pt x="5" y="3"/>
                    <a:pt x="11" y="0"/>
                    <a:pt x="17" y="3"/>
                  </a:cubicBezTo>
                  <a:cubicBezTo>
                    <a:pt x="22" y="5"/>
                    <a:pt x="24" y="11"/>
                    <a:pt x="22" y="17"/>
                  </a:cubicBezTo>
                  <a:cubicBezTo>
                    <a:pt x="20" y="22"/>
                    <a:pt x="13" y="24"/>
                    <a:pt x="8" y="22"/>
                  </a:cubicBezTo>
                  <a:cubicBezTo>
                    <a:pt x="3" y="20"/>
                    <a:pt x="0" y="13"/>
                    <a:pt x="3" y="8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0" name="Freeform 2648">
              <a:extLst>
                <a:ext uri="{FF2B5EF4-FFF2-40B4-BE49-F238E27FC236}">
                  <a16:creationId xmlns:a16="http://schemas.microsoft.com/office/drawing/2014/main" id="{3ACB0566-223D-4444-8936-9F2C2BB9B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595"/>
              <a:ext cx="23" cy="26"/>
            </a:xfrm>
            <a:custGeom>
              <a:avLst/>
              <a:gdLst>
                <a:gd name="T0" fmla="*/ 332 w 9"/>
                <a:gd name="T1" fmla="*/ 967 h 10"/>
                <a:gd name="T2" fmla="*/ 1620 w 9"/>
                <a:gd name="T3" fmla="*/ 372 h 10"/>
                <a:gd name="T4" fmla="*/ 2167 w 9"/>
                <a:gd name="T5" fmla="*/ 2142 h 10"/>
                <a:gd name="T6" fmla="*/ 848 w 9"/>
                <a:gd name="T7" fmla="*/ 2746 h 10"/>
                <a:gd name="T8" fmla="*/ 332 w 9"/>
                <a:gd name="T9" fmla="*/ 96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3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4"/>
                    <a:pt x="8" y="7"/>
                  </a:cubicBezTo>
                  <a:cubicBezTo>
                    <a:pt x="8" y="9"/>
                    <a:pt x="5" y="10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1" name="Freeform 2649">
              <a:extLst>
                <a:ext uri="{FF2B5EF4-FFF2-40B4-BE49-F238E27FC236}">
                  <a16:creationId xmlns:a16="http://schemas.microsoft.com/office/drawing/2014/main" id="{5BA09F46-F5E5-4C7A-A126-C47C8A12A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504"/>
              <a:ext cx="60" cy="64"/>
            </a:xfrm>
            <a:custGeom>
              <a:avLst/>
              <a:gdLst>
                <a:gd name="T0" fmla="*/ 783 w 24"/>
                <a:gd name="T1" fmla="*/ 7944 h 24"/>
                <a:gd name="T2" fmla="*/ 1300 w 24"/>
                <a:gd name="T3" fmla="*/ 8648 h 24"/>
                <a:gd name="T4" fmla="*/ 5863 w 24"/>
                <a:gd name="T5" fmla="*/ 1059 h 24"/>
                <a:gd name="T6" fmla="*/ 5863 w 24"/>
                <a:gd name="T7" fmla="*/ 1059 h 24"/>
                <a:gd name="T8" fmla="*/ 5395 w 24"/>
                <a:gd name="T9" fmla="*/ 397 h 24"/>
                <a:gd name="T10" fmla="*/ 4895 w 24"/>
                <a:gd name="T11" fmla="*/ 0 h 24"/>
                <a:gd name="T12" fmla="*/ 4895 w 24"/>
                <a:gd name="T13" fmla="*/ 0 h 24"/>
                <a:gd name="T14" fmla="*/ 0 w 24"/>
                <a:gd name="T15" fmla="*/ 7133 h 24"/>
                <a:gd name="T16" fmla="*/ 783 w 24"/>
                <a:gd name="T17" fmla="*/ 7944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4">
                  <a:moveTo>
                    <a:pt x="3" y="22"/>
                  </a:moveTo>
                  <a:cubicBezTo>
                    <a:pt x="4" y="23"/>
                    <a:pt x="5" y="24"/>
                    <a:pt x="5" y="24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2"/>
                    <a:pt x="23" y="2"/>
                    <a:pt x="22" y="1"/>
                  </a:cubicBezTo>
                  <a:cubicBezTo>
                    <a:pt x="22" y="1"/>
                    <a:pt x="21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1"/>
                    <a:pt x="2" y="21"/>
                    <a:pt x="3" y="2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2" name="Freeform 2650">
              <a:extLst>
                <a:ext uri="{FF2B5EF4-FFF2-40B4-BE49-F238E27FC236}">
                  <a16:creationId xmlns:a16="http://schemas.microsoft.com/office/drawing/2014/main" id="{F1CB3834-2B08-456E-A389-1CF9065AE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507"/>
              <a:ext cx="48" cy="58"/>
            </a:xfrm>
            <a:custGeom>
              <a:avLst/>
              <a:gdLst>
                <a:gd name="T0" fmla="*/ 1016 w 19"/>
                <a:gd name="T1" fmla="*/ 7382 h 22"/>
                <a:gd name="T2" fmla="*/ 0 w 19"/>
                <a:gd name="T3" fmla="*/ 5992 h 22"/>
                <a:gd name="T4" fmla="*/ 4934 w 19"/>
                <a:gd name="T5" fmla="*/ 0 h 22"/>
                <a:gd name="T6" fmla="*/ 824 w 19"/>
                <a:gd name="T7" fmla="*/ 5992 h 22"/>
                <a:gd name="T8" fmla="*/ 1016 w 19"/>
                <a:gd name="T9" fmla="*/ 73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4" y="22"/>
                  </a:moveTo>
                  <a:cubicBezTo>
                    <a:pt x="3" y="20"/>
                    <a:pt x="0" y="19"/>
                    <a:pt x="0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3" y="16"/>
                    <a:pt x="3" y="18"/>
                  </a:cubicBezTo>
                  <a:cubicBezTo>
                    <a:pt x="3" y="20"/>
                    <a:pt x="4" y="21"/>
                    <a:pt x="4" y="22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3" name="Freeform 2651">
              <a:extLst>
                <a:ext uri="{FF2B5EF4-FFF2-40B4-BE49-F238E27FC236}">
                  <a16:creationId xmlns:a16="http://schemas.microsoft.com/office/drawing/2014/main" id="{B32D06C1-CA17-4395-BCC8-B09E18365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960"/>
              <a:ext cx="124" cy="131"/>
            </a:xfrm>
            <a:custGeom>
              <a:avLst/>
              <a:gdLst>
                <a:gd name="T0" fmla="*/ 1587 w 50"/>
                <a:gd name="T1" fmla="*/ 4395 h 49"/>
                <a:gd name="T2" fmla="*/ 8616 w 50"/>
                <a:gd name="T3" fmla="*/ 2601 h 49"/>
                <a:gd name="T4" fmla="*/ 10019 w 50"/>
                <a:gd name="T5" fmla="*/ 13530 h 49"/>
                <a:gd name="T6" fmla="*/ 2988 w 50"/>
                <a:gd name="T7" fmla="*/ 15268 h 49"/>
                <a:gd name="T8" fmla="*/ 1587 w 50"/>
                <a:gd name="T9" fmla="*/ 439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9">
                  <a:moveTo>
                    <a:pt x="7" y="12"/>
                  </a:moveTo>
                  <a:cubicBezTo>
                    <a:pt x="14" y="2"/>
                    <a:pt x="27" y="0"/>
                    <a:pt x="37" y="7"/>
                  </a:cubicBezTo>
                  <a:cubicBezTo>
                    <a:pt x="47" y="13"/>
                    <a:pt x="50" y="27"/>
                    <a:pt x="43" y="37"/>
                  </a:cubicBezTo>
                  <a:cubicBezTo>
                    <a:pt x="36" y="47"/>
                    <a:pt x="22" y="49"/>
                    <a:pt x="13" y="42"/>
                  </a:cubicBezTo>
                  <a:cubicBezTo>
                    <a:pt x="3" y="36"/>
                    <a:pt x="0" y="22"/>
                    <a:pt x="7" y="12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4" name="Freeform 2652">
              <a:extLst>
                <a:ext uri="{FF2B5EF4-FFF2-40B4-BE49-F238E27FC236}">
                  <a16:creationId xmlns:a16="http://schemas.microsoft.com/office/drawing/2014/main" id="{0D9F25E3-6153-4BBF-9E23-7F8DBCB1C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979"/>
              <a:ext cx="62" cy="64"/>
            </a:xfrm>
            <a:custGeom>
              <a:avLst/>
              <a:gdLst>
                <a:gd name="T0" fmla="*/ 947 w 25"/>
                <a:gd name="T1" fmla="*/ 2184 h 24"/>
                <a:gd name="T2" fmla="*/ 4238 w 25"/>
                <a:gd name="T3" fmla="*/ 1059 h 24"/>
                <a:gd name="T4" fmla="*/ 4883 w 25"/>
                <a:gd name="T5" fmla="*/ 6464 h 24"/>
                <a:gd name="T6" fmla="*/ 1401 w 25"/>
                <a:gd name="T7" fmla="*/ 7133 h 24"/>
                <a:gd name="T8" fmla="*/ 947 w 25"/>
                <a:gd name="T9" fmla="*/ 218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4" y="6"/>
                  </a:moveTo>
                  <a:cubicBezTo>
                    <a:pt x="7" y="1"/>
                    <a:pt x="14" y="0"/>
                    <a:pt x="18" y="3"/>
                  </a:cubicBezTo>
                  <a:cubicBezTo>
                    <a:pt x="23" y="6"/>
                    <a:pt x="25" y="13"/>
                    <a:pt x="21" y="18"/>
                  </a:cubicBezTo>
                  <a:cubicBezTo>
                    <a:pt x="18" y="22"/>
                    <a:pt x="11" y="24"/>
                    <a:pt x="6" y="20"/>
                  </a:cubicBezTo>
                  <a:cubicBezTo>
                    <a:pt x="2" y="17"/>
                    <a:pt x="0" y="10"/>
                    <a:pt x="4" y="6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5" name="Freeform 2653">
              <a:extLst>
                <a:ext uri="{FF2B5EF4-FFF2-40B4-BE49-F238E27FC236}">
                  <a16:creationId xmlns:a16="http://schemas.microsoft.com/office/drawing/2014/main" id="{7683BFE5-13A4-48D2-A618-C82F899F9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992"/>
              <a:ext cx="24" cy="27"/>
            </a:xfrm>
            <a:custGeom>
              <a:avLst/>
              <a:gdLst>
                <a:gd name="T0" fmla="*/ 168 w 10"/>
                <a:gd name="T1" fmla="*/ 751 h 10"/>
                <a:gd name="T2" fmla="*/ 1354 w 10"/>
                <a:gd name="T3" fmla="*/ 429 h 10"/>
                <a:gd name="T4" fmla="*/ 1522 w 10"/>
                <a:gd name="T5" fmla="*/ 2719 h 10"/>
                <a:gd name="T6" fmla="*/ 564 w 10"/>
                <a:gd name="T7" fmla="*/ 3127 h 10"/>
                <a:gd name="T8" fmla="*/ 168 w 10"/>
                <a:gd name="T9" fmla="*/ 75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2"/>
                  </a:moveTo>
                  <a:cubicBezTo>
                    <a:pt x="3" y="1"/>
                    <a:pt x="5" y="0"/>
                    <a:pt x="7" y="1"/>
                  </a:cubicBezTo>
                  <a:cubicBezTo>
                    <a:pt x="9" y="3"/>
                    <a:pt x="10" y="5"/>
                    <a:pt x="8" y="7"/>
                  </a:cubicBezTo>
                  <a:cubicBezTo>
                    <a:pt x="7" y="9"/>
                    <a:pt x="5" y="10"/>
                    <a:pt x="3" y="8"/>
                  </a:cubicBezTo>
                  <a:cubicBezTo>
                    <a:pt x="1" y="7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6" name="Freeform 2654">
              <a:extLst>
                <a:ext uri="{FF2B5EF4-FFF2-40B4-BE49-F238E27FC236}">
                  <a16:creationId xmlns:a16="http://schemas.microsoft.com/office/drawing/2014/main" id="{42F6E671-BD00-4D0F-ABA6-39F99BAEA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067"/>
              <a:ext cx="60" cy="69"/>
            </a:xfrm>
            <a:custGeom>
              <a:avLst/>
              <a:gdLst>
                <a:gd name="T0" fmla="*/ 4895 w 24"/>
                <a:gd name="T1" fmla="*/ 1048 h 26"/>
                <a:gd name="T2" fmla="*/ 4425 w 24"/>
                <a:gd name="T3" fmla="*/ 0 h 26"/>
                <a:gd name="T4" fmla="*/ 313 w 24"/>
                <a:gd name="T5" fmla="*/ 8036 h 26"/>
                <a:gd name="T6" fmla="*/ 0 w 24"/>
                <a:gd name="T7" fmla="*/ 8036 h 26"/>
                <a:gd name="T8" fmla="*/ 783 w 24"/>
                <a:gd name="T9" fmla="*/ 8670 h 26"/>
                <a:gd name="T10" fmla="*/ 1300 w 24"/>
                <a:gd name="T11" fmla="*/ 9084 h 26"/>
                <a:gd name="T12" fmla="*/ 1300 w 24"/>
                <a:gd name="T13" fmla="*/ 9084 h 26"/>
                <a:gd name="T14" fmla="*/ 5863 w 24"/>
                <a:gd name="T15" fmla="*/ 1436 h 26"/>
                <a:gd name="T16" fmla="*/ 4895 w 24"/>
                <a:gd name="T17" fmla="*/ 104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6">
                  <a:moveTo>
                    <a:pt x="20" y="3"/>
                  </a:moveTo>
                  <a:cubicBezTo>
                    <a:pt x="19" y="2"/>
                    <a:pt x="19" y="1"/>
                    <a:pt x="18" y="0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0" y="23"/>
                    <a:pt x="0" y="23"/>
                  </a:cubicBezTo>
                  <a:cubicBezTo>
                    <a:pt x="1" y="24"/>
                    <a:pt x="2" y="24"/>
                    <a:pt x="3" y="25"/>
                  </a:cubicBezTo>
                  <a:cubicBezTo>
                    <a:pt x="3" y="25"/>
                    <a:pt x="4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3" y="4"/>
                    <a:pt x="21" y="3"/>
                    <a:pt x="20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7" name="Freeform 2655">
              <a:extLst>
                <a:ext uri="{FF2B5EF4-FFF2-40B4-BE49-F238E27FC236}">
                  <a16:creationId xmlns:a16="http://schemas.microsoft.com/office/drawing/2014/main" id="{BCEB45A4-F67B-44C9-BDDC-E4B149565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1072"/>
              <a:ext cx="42" cy="64"/>
            </a:xfrm>
            <a:custGeom>
              <a:avLst/>
              <a:gdLst>
                <a:gd name="T0" fmla="*/ 2942 w 17"/>
                <a:gd name="T1" fmla="*/ 0 h 24"/>
                <a:gd name="T2" fmla="*/ 3876 w 17"/>
                <a:gd name="T3" fmla="*/ 1059 h 24"/>
                <a:gd name="T4" fmla="*/ 0 w 17"/>
                <a:gd name="T5" fmla="*/ 8648 h 24"/>
                <a:gd name="T6" fmla="*/ 3395 w 17"/>
                <a:gd name="T7" fmla="*/ 1459 h 24"/>
                <a:gd name="T8" fmla="*/ 2942 w 17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4">
                  <a:moveTo>
                    <a:pt x="13" y="0"/>
                  </a:moveTo>
                  <a:cubicBezTo>
                    <a:pt x="15" y="1"/>
                    <a:pt x="17" y="3"/>
                    <a:pt x="17" y="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15" y="6"/>
                    <a:pt x="15" y="4"/>
                  </a:cubicBezTo>
                  <a:cubicBezTo>
                    <a:pt x="14" y="2"/>
                    <a:pt x="13" y="1"/>
                    <a:pt x="13" y="0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8" name="Freeform 2656">
              <a:extLst>
                <a:ext uri="{FF2B5EF4-FFF2-40B4-BE49-F238E27FC236}">
                  <a16:creationId xmlns:a16="http://schemas.microsoft.com/office/drawing/2014/main" id="{1F074821-49B5-439E-A9D2-8C0FC518C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504"/>
              <a:ext cx="60" cy="64"/>
            </a:xfrm>
            <a:custGeom>
              <a:avLst/>
              <a:gdLst>
                <a:gd name="T0" fmla="*/ 783 w 24"/>
                <a:gd name="T1" fmla="*/ 7944 h 24"/>
                <a:gd name="T2" fmla="*/ 1300 w 24"/>
                <a:gd name="T3" fmla="*/ 8648 h 24"/>
                <a:gd name="T4" fmla="*/ 5863 w 24"/>
                <a:gd name="T5" fmla="*/ 1059 h 24"/>
                <a:gd name="T6" fmla="*/ 5863 w 24"/>
                <a:gd name="T7" fmla="*/ 1059 h 24"/>
                <a:gd name="T8" fmla="*/ 5395 w 24"/>
                <a:gd name="T9" fmla="*/ 397 h 24"/>
                <a:gd name="T10" fmla="*/ 4895 w 24"/>
                <a:gd name="T11" fmla="*/ 0 h 24"/>
                <a:gd name="T12" fmla="*/ 4895 w 24"/>
                <a:gd name="T13" fmla="*/ 0 h 24"/>
                <a:gd name="T14" fmla="*/ 0 w 24"/>
                <a:gd name="T15" fmla="*/ 7133 h 24"/>
                <a:gd name="T16" fmla="*/ 783 w 24"/>
                <a:gd name="T17" fmla="*/ 7944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4">
                  <a:moveTo>
                    <a:pt x="3" y="22"/>
                  </a:moveTo>
                  <a:cubicBezTo>
                    <a:pt x="4" y="23"/>
                    <a:pt x="5" y="24"/>
                    <a:pt x="5" y="24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2"/>
                    <a:pt x="23" y="2"/>
                    <a:pt x="22" y="1"/>
                  </a:cubicBezTo>
                  <a:cubicBezTo>
                    <a:pt x="22" y="1"/>
                    <a:pt x="21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1"/>
                    <a:pt x="2" y="21"/>
                    <a:pt x="3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9" name="Freeform 2657">
              <a:extLst>
                <a:ext uri="{FF2B5EF4-FFF2-40B4-BE49-F238E27FC236}">
                  <a16:creationId xmlns:a16="http://schemas.microsoft.com/office/drawing/2014/main" id="{C0B1BC73-A72D-43BD-9EFC-C47C2853D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544"/>
              <a:ext cx="123" cy="128"/>
            </a:xfrm>
            <a:custGeom>
              <a:avLst/>
              <a:gdLst>
                <a:gd name="T0" fmla="*/ 10485 w 49"/>
                <a:gd name="T1" fmla="*/ 13597 h 48"/>
                <a:gd name="T2" fmla="*/ 2786 w 49"/>
                <a:gd name="T3" fmla="*/ 14712 h 48"/>
                <a:gd name="T4" fmla="*/ 1991 w 49"/>
                <a:gd name="T5" fmla="*/ 3640 h 48"/>
                <a:gd name="T6" fmla="*/ 9772 w 49"/>
                <a:gd name="T7" fmla="*/ 2581 h 48"/>
                <a:gd name="T8" fmla="*/ 10485 w 49"/>
                <a:gd name="T9" fmla="*/ 1359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8">
                  <a:moveTo>
                    <a:pt x="42" y="38"/>
                  </a:moveTo>
                  <a:cubicBezTo>
                    <a:pt x="34" y="47"/>
                    <a:pt x="21" y="48"/>
                    <a:pt x="11" y="41"/>
                  </a:cubicBezTo>
                  <a:cubicBezTo>
                    <a:pt x="2" y="33"/>
                    <a:pt x="0" y="20"/>
                    <a:pt x="8" y="10"/>
                  </a:cubicBezTo>
                  <a:cubicBezTo>
                    <a:pt x="16" y="1"/>
                    <a:pt x="29" y="0"/>
                    <a:pt x="39" y="7"/>
                  </a:cubicBezTo>
                  <a:cubicBezTo>
                    <a:pt x="48" y="15"/>
                    <a:pt x="49" y="28"/>
                    <a:pt x="42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0" name="Freeform 2658">
              <a:extLst>
                <a:ext uri="{FF2B5EF4-FFF2-40B4-BE49-F238E27FC236}">
                  <a16:creationId xmlns:a16="http://schemas.microsoft.com/office/drawing/2014/main" id="{5530D253-40E9-415D-A8B8-4706D7529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232"/>
              <a:ext cx="125" cy="131"/>
            </a:xfrm>
            <a:custGeom>
              <a:avLst/>
              <a:gdLst>
                <a:gd name="T0" fmla="*/ 3250 w 50"/>
                <a:gd name="T1" fmla="*/ 15268 h 49"/>
                <a:gd name="T2" fmla="*/ 1770 w 50"/>
                <a:gd name="T3" fmla="*/ 4395 h 49"/>
                <a:gd name="T4" fmla="*/ 9113 w 50"/>
                <a:gd name="T5" fmla="*/ 2195 h 49"/>
                <a:gd name="T6" fmla="*/ 10550 w 50"/>
                <a:gd name="T7" fmla="*/ 13530 h 49"/>
                <a:gd name="T8" fmla="*/ 3250 w 50"/>
                <a:gd name="T9" fmla="*/ 15268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9">
                  <a:moveTo>
                    <a:pt x="13" y="42"/>
                  </a:moveTo>
                  <a:cubicBezTo>
                    <a:pt x="3" y="35"/>
                    <a:pt x="0" y="22"/>
                    <a:pt x="7" y="12"/>
                  </a:cubicBezTo>
                  <a:cubicBezTo>
                    <a:pt x="14" y="2"/>
                    <a:pt x="27" y="0"/>
                    <a:pt x="37" y="6"/>
                  </a:cubicBezTo>
                  <a:cubicBezTo>
                    <a:pt x="47" y="13"/>
                    <a:pt x="50" y="27"/>
                    <a:pt x="43" y="37"/>
                  </a:cubicBezTo>
                  <a:cubicBezTo>
                    <a:pt x="36" y="46"/>
                    <a:pt x="22" y="49"/>
                    <a:pt x="13" y="42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1" name="Freeform 2659">
              <a:extLst>
                <a:ext uri="{FF2B5EF4-FFF2-40B4-BE49-F238E27FC236}">
                  <a16:creationId xmlns:a16="http://schemas.microsoft.com/office/drawing/2014/main" id="{8385F171-5E15-4589-8FFE-90D707DC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256"/>
              <a:ext cx="60" cy="64"/>
            </a:xfrm>
            <a:custGeom>
              <a:avLst/>
              <a:gdLst>
                <a:gd name="T0" fmla="*/ 988 w 24"/>
                <a:gd name="T1" fmla="*/ 2184 h 24"/>
                <a:gd name="T2" fmla="*/ 4688 w 24"/>
                <a:gd name="T3" fmla="*/ 1459 h 24"/>
                <a:gd name="T4" fmla="*/ 5208 w 24"/>
                <a:gd name="T5" fmla="*/ 6464 h 24"/>
                <a:gd name="T6" fmla="*/ 1488 w 24"/>
                <a:gd name="T7" fmla="*/ 7531 h 24"/>
                <a:gd name="T8" fmla="*/ 988 w 24"/>
                <a:gd name="T9" fmla="*/ 218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6"/>
                  </a:moveTo>
                  <a:cubicBezTo>
                    <a:pt x="7" y="1"/>
                    <a:pt x="14" y="0"/>
                    <a:pt x="19" y="4"/>
                  </a:cubicBezTo>
                  <a:cubicBezTo>
                    <a:pt x="23" y="7"/>
                    <a:pt x="24" y="14"/>
                    <a:pt x="21" y="18"/>
                  </a:cubicBezTo>
                  <a:cubicBezTo>
                    <a:pt x="17" y="23"/>
                    <a:pt x="11" y="24"/>
                    <a:pt x="6" y="21"/>
                  </a:cubicBezTo>
                  <a:cubicBezTo>
                    <a:pt x="1" y="17"/>
                    <a:pt x="0" y="10"/>
                    <a:pt x="4" y="6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2" name="Freeform 2660">
              <a:extLst>
                <a:ext uri="{FF2B5EF4-FFF2-40B4-BE49-F238E27FC236}">
                  <a16:creationId xmlns:a16="http://schemas.microsoft.com/office/drawing/2014/main" id="{5C8B6E5D-09EA-4636-A09D-09BFCA581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269"/>
              <a:ext cx="25" cy="27"/>
            </a:xfrm>
            <a:custGeom>
              <a:avLst/>
              <a:gdLst>
                <a:gd name="T0" fmla="*/ 520 w 10"/>
                <a:gd name="T1" fmla="*/ 1158 h 10"/>
                <a:gd name="T2" fmla="*/ 1958 w 10"/>
                <a:gd name="T3" fmla="*/ 751 h 10"/>
                <a:gd name="T4" fmla="*/ 1958 w 10"/>
                <a:gd name="T5" fmla="*/ 3127 h 10"/>
                <a:gd name="T6" fmla="*/ 520 w 10"/>
                <a:gd name="T7" fmla="*/ 3464 h 10"/>
                <a:gd name="T8" fmla="*/ 520 w 10"/>
                <a:gd name="T9" fmla="*/ 115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2" y="3"/>
                  </a:moveTo>
                  <a:cubicBezTo>
                    <a:pt x="3" y="1"/>
                    <a:pt x="6" y="0"/>
                    <a:pt x="8" y="2"/>
                  </a:cubicBezTo>
                  <a:cubicBezTo>
                    <a:pt x="9" y="3"/>
                    <a:pt x="10" y="6"/>
                    <a:pt x="8" y="8"/>
                  </a:cubicBezTo>
                  <a:cubicBezTo>
                    <a:pt x="7" y="10"/>
                    <a:pt x="4" y="10"/>
                    <a:pt x="2" y="9"/>
                  </a:cubicBezTo>
                  <a:cubicBezTo>
                    <a:pt x="1" y="7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3" name="Freeform 2661">
              <a:extLst>
                <a:ext uri="{FF2B5EF4-FFF2-40B4-BE49-F238E27FC236}">
                  <a16:creationId xmlns:a16="http://schemas.microsoft.com/office/drawing/2014/main" id="{902811FB-7114-4E09-BA1C-3B3FF1F5E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323"/>
              <a:ext cx="72" cy="53"/>
            </a:xfrm>
            <a:custGeom>
              <a:avLst/>
              <a:gdLst>
                <a:gd name="T0" fmla="*/ 457 w 29"/>
                <a:gd name="T1" fmla="*/ 1039 h 20"/>
                <a:gd name="T2" fmla="*/ 0 w 29"/>
                <a:gd name="T3" fmla="*/ 1677 h 20"/>
                <a:gd name="T4" fmla="*/ 6306 w 29"/>
                <a:gd name="T5" fmla="*/ 6903 h 20"/>
                <a:gd name="T6" fmla="*/ 6306 w 29"/>
                <a:gd name="T7" fmla="*/ 6903 h 20"/>
                <a:gd name="T8" fmla="*/ 6614 w 29"/>
                <a:gd name="T9" fmla="*/ 6270 h 20"/>
                <a:gd name="T10" fmla="*/ 6793 w 29"/>
                <a:gd name="T11" fmla="*/ 5470 h 20"/>
                <a:gd name="T12" fmla="*/ 6793 w 29"/>
                <a:gd name="T13" fmla="*/ 5470 h 20"/>
                <a:gd name="T14" fmla="*/ 948 w 29"/>
                <a:gd name="T15" fmla="*/ 0 h 20"/>
                <a:gd name="T16" fmla="*/ 457 w 29"/>
                <a:gd name="T17" fmla="*/ 103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0">
                  <a:moveTo>
                    <a:pt x="2" y="3"/>
                  </a:moveTo>
                  <a:cubicBezTo>
                    <a:pt x="1" y="4"/>
                    <a:pt x="0" y="5"/>
                    <a:pt x="0" y="5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8" y="19"/>
                    <a:pt x="28" y="18"/>
                  </a:cubicBezTo>
                  <a:cubicBezTo>
                    <a:pt x="29" y="17"/>
                    <a:pt x="29" y="17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4" name="Freeform 2662">
              <a:extLst>
                <a:ext uri="{FF2B5EF4-FFF2-40B4-BE49-F238E27FC236}">
                  <a16:creationId xmlns:a16="http://schemas.microsoft.com/office/drawing/2014/main" id="{7DA7CAE5-85A5-418F-80FE-35D12FDD2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328"/>
              <a:ext cx="67" cy="40"/>
            </a:xfrm>
            <a:custGeom>
              <a:avLst/>
              <a:gdLst>
                <a:gd name="T0" fmla="*/ 0 w 27"/>
                <a:gd name="T1" fmla="*/ 1459 h 15"/>
                <a:gd name="T2" fmla="*/ 457 w 27"/>
                <a:gd name="T3" fmla="*/ 0 h 15"/>
                <a:gd name="T4" fmla="*/ 6293 w 27"/>
                <a:gd name="T5" fmla="*/ 5405 h 15"/>
                <a:gd name="T6" fmla="*/ 640 w 27"/>
                <a:gd name="T7" fmla="*/ 1059 h 15"/>
                <a:gd name="T8" fmla="*/ 0 w 27"/>
                <a:gd name="T9" fmla="*/ 145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5">
                  <a:moveTo>
                    <a:pt x="0" y="4"/>
                  </a:moveTo>
                  <a:cubicBezTo>
                    <a:pt x="1" y="3"/>
                    <a:pt x="2" y="0"/>
                    <a:pt x="2" y="0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5" y="2"/>
                    <a:pt x="3" y="3"/>
                  </a:cubicBezTo>
                  <a:cubicBezTo>
                    <a:pt x="1" y="3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5" name="Freeform 2663">
              <a:extLst>
                <a:ext uri="{FF2B5EF4-FFF2-40B4-BE49-F238E27FC236}">
                  <a16:creationId xmlns:a16="http://schemas.microsoft.com/office/drawing/2014/main" id="{E8DB9CD5-476E-4ED1-9C78-45166E0DC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293"/>
              <a:ext cx="122" cy="131"/>
            </a:xfrm>
            <a:custGeom>
              <a:avLst/>
              <a:gdLst>
                <a:gd name="T0" fmla="*/ 8796 w 49"/>
                <a:gd name="T1" fmla="*/ 2601 h 49"/>
                <a:gd name="T2" fmla="*/ 10216 w 49"/>
                <a:gd name="T3" fmla="*/ 13530 h 49"/>
                <a:gd name="T4" fmla="*/ 2888 w 49"/>
                <a:gd name="T5" fmla="*/ 15688 h 49"/>
                <a:gd name="T6" fmla="*/ 1618 w 49"/>
                <a:gd name="T7" fmla="*/ 4796 h 49"/>
                <a:gd name="T8" fmla="*/ 8796 w 49"/>
                <a:gd name="T9" fmla="*/ 260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37" y="7"/>
                  </a:moveTo>
                  <a:cubicBezTo>
                    <a:pt x="47" y="14"/>
                    <a:pt x="49" y="27"/>
                    <a:pt x="43" y="37"/>
                  </a:cubicBezTo>
                  <a:cubicBezTo>
                    <a:pt x="36" y="47"/>
                    <a:pt x="22" y="49"/>
                    <a:pt x="12" y="43"/>
                  </a:cubicBezTo>
                  <a:cubicBezTo>
                    <a:pt x="3" y="36"/>
                    <a:pt x="0" y="22"/>
                    <a:pt x="7" y="13"/>
                  </a:cubicBezTo>
                  <a:cubicBezTo>
                    <a:pt x="14" y="3"/>
                    <a:pt x="27" y="0"/>
                    <a:pt x="37" y="7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6" name="Freeform 2664">
              <a:extLst>
                <a:ext uri="{FF2B5EF4-FFF2-40B4-BE49-F238E27FC236}">
                  <a16:creationId xmlns:a16="http://schemas.microsoft.com/office/drawing/2014/main" id="{5079BC18-0B8F-4AA6-859F-5537902AC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328"/>
              <a:ext cx="57" cy="64"/>
            </a:xfrm>
            <a:custGeom>
              <a:avLst/>
              <a:gdLst>
                <a:gd name="T0" fmla="*/ 947 w 23"/>
                <a:gd name="T1" fmla="*/ 1763 h 24"/>
                <a:gd name="T2" fmla="*/ 4367 w 23"/>
                <a:gd name="T3" fmla="*/ 1459 h 24"/>
                <a:gd name="T4" fmla="*/ 4367 w 23"/>
                <a:gd name="T5" fmla="*/ 6883 h 24"/>
                <a:gd name="T6" fmla="*/ 947 w 23"/>
                <a:gd name="T7" fmla="*/ 7133 h 24"/>
                <a:gd name="T8" fmla="*/ 947 w 23"/>
                <a:gd name="T9" fmla="*/ 176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4" y="5"/>
                  </a:moveTo>
                  <a:cubicBezTo>
                    <a:pt x="8" y="1"/>
                    <a:pt x="15" y="0"/>
                    <a:pt x="19" y="4"/>
                  </a:cubicBezTo>
                  <a:cubicBezTo>
                    <a:pt x="23" y="8"/>
                    <a:pt x="23" y="15"/>
                    <a:pt x="19" y="19"/>
                  </a:cubicBezTo>
                  <a:cubicBezTo>
                    <a:pt x="16" y="24"/>
                    <a:pt x="9" y="24"/>
                    <a:pt x="4" y="20"/>
                  </a:cubicBezTo>
                  <a:cubicBezTo>
                    <a:pt x="0" y="16"/>
                    <a:pt x="0" y="9"/>
                    <a:pt x="4" y="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7" name="Freeform 2665">
              <a:extLst>
                <a:ext uri="{FF2B5EF4-FFF2-40B4-BE49-F238E27FC236}">
                  <a16:creationId xmlns:a16="http://schemas.microsoft.com/office/drawing/2014/main" id="{408AEC26-98E5-4A5D-B133-462388BD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341"/>
              <a:ext cx="22" cy="27"/>
            </a:xfrm>
            <a:custGeom>
              <a:avLst/>
              <a:gdLst>
                <a:gd name="T0" fmla="*/ 174 w 9"/>
                <a:gd name="T1" fmla="*/ 751 h 10"/>
                <a:gd name="T2" fmla="*/ 1506 w 9"/>
                <a:gd name="T3" fmla="*/ 751 h 10"/>
                <a:gd name="T4" fmla="*/ 1750 w 9"/>
                <a:gd name="T5" fmla="*/ 3127 h 10"/>
                <a:gd name="T6" fmla="*/ 425 w 9"/>
                <a:gd name="T7" fmla="*/ 3127 h 10"/>
                <a:gd name="T8" fmla="*/ 174 w 9"/>
                <a:gd name="T9" fmla="*/ 75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2"/>
                  </a:moveTo>
                  <a:cubicBezTo>
                    <a:pt x="3" y="1"/>
                    <a:pt x="6" y="0"/>
                    <a:pt x="7" y="2"/>
                  </a:cubicBezTo>
                  <a:cubicBezTo>
                    <a:pt x="9" y="4"/>
                    <a:pt x="9" y="6"/>
                    <a:pt x="8" y="8"/>
                  </a:cubicBezTo>
                  <a:cubicBezTo>
                    <a:pt x="6" y="10"/>
                    <a:pt x="3" y="10"/>
                    <a:pt x="2" y="8"/>
                  </a:cubicBezTo>
                  <a:cubicBezTo>
                    <a:pt x="0" y="7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8" name="Freeform 2666">
              <a:extLst>
                <a:ext uri="{FF2B5EF4-FFF2-40B4-BE49-F238E27FC236}">
                  <a16:creationId xmlns:a16="http://schemas.microsoft.com/office/drawing/2014/main" id="{9D9ECDBB-D53E-49F6-A611-774008432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280"/>
              <a:ext cx="75" cy="53"/>
            </a:xfrm>
            <a:custGeom>
              <a:avLst/>
              <a:gdLst>
                <a:gd name="T0" fmla="*/ 6845 w 30"/>
                <a:gd name="T1" fmla="*/ 5864 h 20"/>
                <a:gd name="T2" fmla="*/ 7345 w 30"/>
                <a:gd name="T3" fmla="*/ 5231 h 20"/>
                <a:gd name="T4" fmla="*/ 783 w 30"/>
                <a:gd name="T5" fmla="*/ 0 h 20"/>
                <a:gd name="T6" fmla="*/ 783 w 30"/>
                <a:gd name="T7" fmla="*/ 0 h 20"/>
                <a:gd name="T8" fmla="*/ 313 w 30"/>
                <a:gd name="T9" fmla="*/ 633 h 20"/>
                <a:gd name="T10" fmla="*/ 0 w 30"/>
                <a:gd name="T11" fmla="*/ 1434 h 20"/>
                <a:gd name="T12" fmla="*/ 0 w 30"/>
                <a:gd name="T13" fmla="*/ 1434 h 20"/>
                <a:gd name="T14" fmla="*/ 6375 w 30"/>
                <a:gd name="T15" fmla="*/ 6903 h 20"/>
                <a:gd name="T16" fmla="*/ 6845 w 30"/>
                <a:gd name="T17" fmla="*/ 586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0">
                  <a:moveTo>
                    <a:pt x="28" y="17"/>
                  </a:moveTo>
                  <a:cubicBezTo>
                    <a:pt x="28" y="16"/>
                    <a:pt x="29" y="15"/>
                    <a:pt x="30" y="15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19"/>
                    <a:pt x="27" y="18"/>
                    <a:pt x="28" y="17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9" name="Freeform 2667">
              <a:extLst>
                <a:ext uri="{FF2B5EF4-FFF2-40B4-BE49-F238E27FC236}">
                  <a16:creationId xmlns:a16="http://schemas.microsoft.com/office/drawing/2014/main" id="{6D7EE209-63B1-4FB3-9F37-1DD5F243C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288"/>
              <a:ext cx="67" cy="40"/>
            </a:xfrm>
            <a:custGeom>
              <a:avLst/>
              <a:gdLst>
                <a:gd name="T0" fmla="*/ 6293 w 27"/>
                <a:gd name="T1" fmla="*/ 3891 h 15"/>
                <a:gd name="T2" fmla="*/ 5653 w 27"/>
                <a:gd name="T3" fmla="*/ 5405 h 15"/>
                <a:gd name="T4" fmla="*/ 0 w 27"/>
                <a:gd name="T5" fmla="*/ 0 h 15"/>
                <a:gd name="T6" fmla="*/ 5350 w 27"/>
                <a:gd name="T7" fmla="*/ 4301 h 15"/>
                <a:gd name="T8" fmla="*/ 6293 w 27"/>
                <a:gd name="T9" fmla="*/ 389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5">
                  <a:moveTo>
                    <a:pt x="27" y="11"/>
                  </a:moveTo>
                  <a:cubicBezTo>
                    <a:pt x="26" y="12"/>
                    <a:pt x="24" y="15"/>
                    <a:pt x="24" y="1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" y="13"/>
                    <a:pt x="23" y="12"/>
                  </a:cubicBezTo>
                  <a:cubicBezTo>
                    <a:pt x="25" y="12"/>
                    <a:pt x="27" y="11"/>
                    <a:pt x="27" y="11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0" name="Freeform 2668">
              <a:extLst>
                <a:ext uri="{FF2B5EF4-FFF2-40B4-BE49-F238E27FC236}">
                  <a16:creationId xmlns:a16="http://schemas.microsoft.com/office/drawing/2014/main" id="{D032A9D9-78D1-488F-B4B9-4EC8AE2E7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323"/>
              <a:ext cx="72" cy="53"/>
            </a:xfrm>
            <a:custGeom>
              <a:avLst/>
              <a:gdLst>
                <a:gd name="T0" fmla="*/ 457 w 29"/>
                <a:gd name="T1" fmla="*/ 1039 h 20"/>
                <a:gd name="T2" fmla="*/ 0 w 29"/>
                <a:gd name="T3" fmla="*/ 1677 h 20"/>
                <a:gd name="T4" fmla="*/ 6306 w 29"/>
                <a:gd name="T5" fmla="*/ 6903 h 20"/>
                <a:gd name="T6" fmla="*/ 6306 w 29"/>
                <a:gd name="T7" fmla="*/ 6903 h 20"/>
                <a:gd name="T8" fmla="*/ 6614 w 29"/>
                <a:gd name="T9" fmla="*/ 6270 h 20"/>
                <a:gd name="T10" fmla="*/ 6793 w 29"/>
                <a:gd name="T11" fmla="*/ 5470 h 20"/>
                <a:gd name="T12" fmla="*/ 6793 w 29"/>
                <a:gd name="T13" fmla="*/ 5470 h 20"/>
                <a:gd name="T14" fmla="*/ 948 w 29"/>
                <a:gd name="T15" fmla="*/ 0 h 20"/>
                <a:gd name="T16" fmla="*/ 457 w 29"/>
                <a:gd name="T17" fmla="*/ 103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0">
                  <a:moveTo>
                    <a:pt x="2" y="3"/>
                  </a:moveTo>
                  <a:cubicBezTo>
                    <a:pt x="1" y="4"/>
                    <a:pt x="0" y="5"/>
                    <a:pt x="0" y="5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8" y="19"/>
                    <a:pt x="28" y="18"/>
                  </a:cubicBezTo>
                  <a:cubicBezTo>
                    <a:pt x="29" y="17"/>
                    <a:pt x="29" y="17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2"/>
                    <a:pt x="2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1" name="Freeform 2669">
              <a:extLst>
                <a:ext uri="{FF2B5EF4-FFF2-40B4-BE49-F238E27FC236}">
                  <a16:creationId xmlns:a16="http://schemas.microsoft.com/office/drawing/2014/main" id="{D5D99DF5-1DDF-47CF-9DDA-79F3EB9FF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232"/>
              <a:ext cx="125" cy="131"/>
            </a:xfrm>
            <a:custGeom>
              <a:avLst/>
              <a:gdLst>
                <a:gd name="T0" fmla="*/ 3250 w 50"/>
                <a:gd name="T1" fmla="*/ 15268 h 49"/>
                <a:gd name="T2" fmla="*/ 1770 w 50"/>
                <a:gd name="T3" fmla="*/ 4395 h 49"/>
                <a:gd name="T4" fmla="*/ 9113 w 50"/>
                <a:gd name="T5" fmla="*/ 2195 h 49"/>
                <a:gd name="T6" fmla="*/ 10550 w 50"/>
                <a:gd name="T7" fmla="*/ 13530 h 49"/>
                <a:gd name="T8" fmla="*/ 3250 w 50"/>
                <a:gd name="T9" fmla="*/ 15268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9">
                  <a:moveTo>
                    <a:pt x="13" y="42"/>
                  </a:moveTo>
                  <a:cubicBezTo>
                    <a:pt x="3" y="35"/>
                    <a:pt x="0" y="22"/>
                    <a:pt x="7" y="12"/>
                  </a:cubicBezTo>
                  <a:cubicBezTo>
                    <a:pt x="14" y="2"/>
                    <a:pt x="27" y="0"/>
                    <a:pt x="37" y="6"/>
                  </a:cubicBezTo>
                  <a:cubicBezTo>
                    <a:pt x="47" y="13"/>
                    <a:pt x="50" y="27"/>
                    <a:pt x="43" y="37"/>
                  </a:cubicBezTo>
                  <a:cubicBezTo>
                    <a:pt x="36" y="46"/>
                    <a:pt x="22" y="49"/>
                    <a:pt x="13" y="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2" name="Freeform 2670">
              <a:extLst>
                <a:ext uri="{FF2B5EF4-FFF2-40B4-BE49-F238E27FC236}">
                  <a16:creationId xmlns:a16="http://schemas.microsoft.com/office/drawing/2014/main" id="{6B08631D-8860-4A14-8EFD-8FA8CF03F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555"/>
              <a:ext cx="119" cy="128"/>
            </a:xfrm>
            <a:custGeom>
              <a:avLst/>
              <a:gdLst>
                <a:gd name="T0" fmla="*/ 9552 w 48"/>
                <a:gd name="T1" fmla="*/ 3640 h 48"/>
                <a:gd name="T2" fmla="*/ 8808 w 48"/>
                <a:gd name="T3" fmla="*/ 14712 h 48"/>
                <a:gd name="T4" fmla="*/ 1587 w 48"/>
                <a:gd name="T5" fmla="*/ 13597 h 48"/>
                <a:gd name="T6" fmla="*/ 2348 w 48"/>
                <a:gd name="T7" fmla="*/ 2581 h 48"/>
                <a:gd name="T8" fmla="*/ 9552 w 48"/>
                <a:gd name="T9" fmla="*/ 364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1" y="10"/>
                  </a:moveTo>
                  <a:cubicBezTo>
                    <a:pt x="48" y="19"/>
                    <a:pt x="47" y="33"/>
                    <a:pt x="38" y="41"/>
                  </a:cubicBezTo>
                  <a:cubicBezTo>
                    <a:pt x="29" y="48"/>
                    <a:pt x="15" y="47"/>
                    <a:pt x="7" y="38"/>
                  </a:cubicBezTo>
                  <a:cubicBezTo>
                    <a:pt x="0" y="28"/>
                    <a:pt x="1" y="15"/>
                    <a:pt x="10" y="7"/>
                  </a:cubicBezTo>
                  <a:cubicBezTo>
                    <a:pt x="20" y="0"/>
                    <a:pt x="33" y="1"/>
                    <a:pt x="41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3" name="Freeform 2671">
              <a:extLst>
                <a:ext uri="{FF2B5EF4-FFF2-40B4-BE49-F238E27FC236}">
                  <a16:creationId xmlns:a16="http://schemas.microsoft.com/office/drawing/2014/main" id="{8114E682-B6E0-4A58-BDD2-791E797D5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277"/>
              <a:ext cx="125" cy="134"/>
            </a:xfrm>
            <a:custGeom>
              <a:avLst/>
              <a:gdLst>
                <a:gd name="T0" fmla="*/ 9113 w 50"/>
                <a:gd name="T1" fmla="*/ 15879 h 50"/>
                <a:gd name="T2" fmla="*/ 1770 w 50"/>
                <a:gd name="T3" fmla="*/ 13668 h 50"/>
                <a:gd name="T4" fmla="*/ 3250 w 50"/>
                <a:gd name="T5" fmla="*/ 2637 h 50"/>
                <a:gd name="T6" fmla="*/ 10550 w 50"/>
                <a:gd name="T7" fmla="*/ 4848 h 50"/>
                <a:gd name="T8" fmla="*/ 9113 w 50"/>
                <a:gd name="T9" fmla="*/ 1587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37" y="43"/>
                  </a:moveTo>
                  <a:cubicBezTo>
                    <a:pt x="27" y="50"/>
                    <a:pt x="13" y="47"/>
                    <a:pt x="7" y="37"/>
                  </a:cubicBezTo>
                  <a:cubicBezTo>
                    <a:pt x="0" y="27"/>
                    <a:pt x="3" y="13"/>
                    <a:pt x="13" y="7"/>
                  </a:cubicBezTo>
                  <a:cubicBezTo>
                    <a:pt x="23" y="0"/>
                    <a:pt x="36" y="3"/>
                    <a:pt x="43" y="13"/>
                  </a:cubicBezTo>
                  <a:cubicBezTo>
                    <a:pt x="50" y="23"/>
                    <a:pt x="47" y="36"/>
                    <a:pt x="37" y="4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4" name="Freeform 2672">
              <a:extLst>
                <a:ext uri="{FF2B5EF4-FFF2-40B4-BE49-F238E27FC236}">
                  <a16:creationId xmlns:a16="http://schemas.microsoft.com/office/drawing/2014/main" id="{E1CF8D57-A9DF-46F7-9D32-698E04969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715"/>
              <a:ext cx="120" cy="128"/>
            </a:xfrm>
            <a:custGeom>
              <a:avLst/>
              <a:gdLst>
                <a:gd name="T0" fmla="*/ 11063 w 48"/>
                <a:gd name="T1" fmla="*/ 10104 h 48"/>
                <a:gd name="T2" fmla="*/ 4688 w 48"/>
                <a:gd name="T3" fmla="*/ 16179 h 48"/>
                <a:gd name="T4" fmla="*/ 783 w 48"/>
                <a:gd name="T5" fmla="*/ 6883 h 48"/>
                <a:gd name="T6" fmla="*/ 6845 w 48"/>
                <a:gd name="T7" fmla="*/ 1059 h 48"/>
                <a:gd name="T8" fmla="*/ 11063 w 48"/>
                <a:gd name="T9" fmla="*/ 1010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5" y="28"/>
                  </a:moveTo>
                  <a:cubicBezTo>
                    <a:pt x="43" y="40"/>
                    <a:pt x="31" y="48"/>
                    <a:pt x="19" y="45"/>
                  </a:cubicBezTo>
                  <a:cubicBezTo>
                    <a:pt x="8" y="43"/>
                    <a:pt x="0" y="31"/>
                    <a:pt x="3" y="19"/>
                  </a:cubicBezTo>
                  <a:cubicBezTo>
                    <a:pt x="5" y="8"/>
                    <a:pt x="17" y="0"/>
                    <a:pt x="28" y="3"/>
                  </a:cubicBezTo>
                  <a:cubicBezTo>
                    <a:pt x="40" y="5"/>
                    <a:pt x="48" y="17"/>
                    <a:pt x="45" y="2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5" name="Freeform 2673">
              <a:extLst>
                <a:ext uri="{FF2B5EF4-FFF2-40B4-BE49-F238E27FC236}">
                  <a16:creationId xmlns:a16="http://schemas.microsoft.com/office/drawing/2014/main" id="{6501874C-896A-4077-9E9C-861B02ED2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589"/>
              <a:ext cx="120" cy="126"/>
            </a:xfrm>
            <a:custGeom>
              <a:avLst/>
              <a:gdLst>
                <a:gd name="T0" fmla="*/ 4688 w 48"/>
                <a:gd name="T1" fmla="*/ 16321 h 47"/>
                <a:gd name="T2" fmla="*/ 783 w 48"/>
                <a:gd name="T3" fmla="*/ 7072 h 47"/>
                <a:gd name="T4" fmla="*/ 6845 w 48"/>
                <a:gd name="T5" fmla="*/ 676 h 47"/>
                <a:gd name="T6" fmla="*/ 11063 w 48"/>
                <a:gd name="T7" fmla="*/ 10386 h 47"/>
                <a:gd name="T8" fmla="*/ 4688 w 48"/>
                <a:gd name="T9" fmla="*/ 1632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9" y="44"/>
                  </a:moveTo>
                  <a:cubicBezTo>
                    <a:pt x="8" y="42"/>
                    <a:pt x="0" y="31"/>
                    <a:pt x="3" y="19"/>
                  </a:cubicBezTo>
                  <a:cubicBezTo>
                    <a:pt x="5" y="7"/>
                    <a:pt x="17" y="0"/>
                    <a:pt x="28" y="2"/>
                  </a:cubicBezTo>
                  <a:cubicBezTo>
                    <a:pt x="40" y="4"/>
                    <a:pt x="48" y="16"/>
                    <a:pt x="45" y="28"/>
                  </a:cubicBezTo>
                  <a:cubicBezTo>
                    <a:pt x="43" y="39"/>
                    <a:pt x="31" y="47"/>
                    <a:pt x="19" y="4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6" name="Freeform 2674">
              <a:extLst>
                <a:ext uri="{FF2B5EF4-FFF2-40B4-BE49-F238E27FC236}">
                  <a16:creationId xmlns:a16="http://schemas.microsoft.com/office/drawing/2014/main" id="{618AEFA9-395D-4D70-BF88-D2494CA72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830"/>
              <a:ext cx="117" cy="125"/>
            </a:xfrm>
            <a:custGeom>
              <a:avLst/>
              <a:gdLst>
                <a:gd name="T0" fmla="*/ 466 w 47"/>
                <a:gd name="T1" fmla="*/ 9556 h 47"/>
                <a:gd name="T2" fmla="*/ 4765 w 47"/>
                <a:gd name="T3" fmla="*/ 657 h 47"/>
                <a:gd name="T4" fmla="*/ 10722 w 47"/>
                <a:gd name="T5" fmla="*/ 6811 h 47"/>
                <a:gd name="T6" fmla="*/ 6681 w 47"/>
                <a:gd name="T7" fmla="*/ 15553 h 47"/>
                <a:gd name="T8" fmla="*/ 466 w 47"/>
                <a:gd name="T9" fmla="*/ 955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2" y="27"/>
                  </a:moveTo>
                  <a:cubicBezTo>
                    <a:pt x="0" y="15"/>
                    <a:pt x="8" y="4"/>
                    <a:pt x="20" y="2"/>
                  </a:cubicBezTo>
                  <a:cubicBezTo>
                    <a:pt x="32" y="0"/>
                    <a:pt x="43" y="7"/>
                    <a:pt x="45" y="19"/>
                  </a:cubicBezTo>
                  <a:cubicBezTo>
                    <a:pt x="47" y="31"/>
                    <a:pt x="40" y="42"/>
                    <a:pt x="28" y="44"/>
                  </a:cubicBezTo>
                  <a:cubicBezTo>
                    <a:pt x="16" y="47"/>
                    <a:pt x="5" y="39"/>
                    <a:pt x="2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7" name="Freeform 2675">
              <a:extLst>
                <a:ext uri="{FF2B5EF4-FFF2-40B4-BE49-F238E27FC236}">
                  <a16:creationId xmlns:a16="http://schemas.microsoft.com/office/drawing/2014/main" id="{5B36E3F9-8EDC-4547-A017-8DB4C74CD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608"/>
              <a:ext cx="120" cy="125"/>
            </a:xfrm>
            <a:custGeom>
              <a:avLst/>
              <a:gdLst>
                <a:gd name="T0" fmla="*/ 4895 w 48"/>
                <a:gd name="T1" fmla="*/ 657 h 47"/>
                <a:gd name="T2" fmla="*/ 11063 w 48"/>
                <a:gd name="T3" fmla="*/ 6811 h 47"/>
                <a:gd name="T4" fmla="*/ 6845 w 48"/>
                <a:gd name="T5" fmla="*/ 15949 h 47"/>
                <a:gd name="T6" fmla="*/ 783 w 48"/>
                <a:gd name="T7" fmla="*/ 9556 h 47"/>
                <a:gd name="T8" fmla="*/ 4895 w 48"/>
                <a:gd name="T9" fmla="*/ 65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20" y="2"/>
                  </a:moveTo>
                  <a:cubicBezTo>
                    <a:pt x="32" y="0"/>
                    <a:pt x="43" y="7"/>
                    <a:pt x="45" y="19"/>
                  </a:cubicBezTo>
                  <a:cubicBezTo>
                    <a:pt x="48" y="31"/>
                    <a:pt x="40" y="42"/>
                    <a:pt x="28" y="45"/>
                  </a:cubicBezTo>
                  <a:cubicBezTo>
                    <a:pt x="16" y="47"/>
                    <a:pt x="5" y="39"/>
                    <a:pt x="3" y="27"/>
                  </a:cubicBezTo>
                  <a:cubicBezTo>
                    <a:pt x="0" y="15"/>
                    <a:pt x="8" y="4"/>
                    <a:pt x="20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8" name="Freeform 2676">
              <a:extLst>
                <a:ext uri="{FF2B5EF4-FFF2-40B4-BE49-F238E27FC236}">
                  <a16:creationId xmlns:a16="http://schemas.microsoft.com/office/drawing/2014/main" id="{FDC0E93E-691F-4C8F-8A26-3C37892CB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960"/>
              <a:ext cx="124" cy="131"/>
            </a:xfrm>
            <a:custGeom>
              <a:avLst/>
              <a:gdLst>
                <a:gd name="T0" fmla="*/ 1587 w 50"/>
                <a:gd name="T1" fmla="*/ 4395 h 49"/>
                <a:gd name="T2" fmla="*/ 8616 w 50"/>
                <a:gd name="T3" fmla="*/ 2601 h 49"/>
                <a:gd name="T4" fmla="*/ 10019 w 50"/>
                <a:gd name="T5" fmla="*/ 13530 h 49"/>
                <a:gd name="T6" fmla="*/ 2988 w 50"/>
                <a:gd name="T7" fmla="*/ 15268 h 49"/>
                <a:gd name="T8" fmla="*/ 1587 w 50"/>
                <a:gd name="T9" fmla="*/ 439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9">
                  <a:moveTo>
                    <a:pt x="7" y="12"/>
                  </a:moveTo>
                  <a:cubicBezTo>
                    <a:pt x="14" y="2"/>
                    <a:pt x="27" y="0"/>
                    <a:pt x="37" y="7"/>
                  </a:cubicBezTo>
                  <a:cubicBezTo>
                    <a:pt x="47" y="13"/>
                    <a:pt x="50" y="27"/>
                    <a:pt x="43" y="37"/>
                  </a:cubicBezTo>
                  <a:cubicBezTo>
                    <a:pt x="36" y="47"/>
                    <a:pt x="22" y="49"/>
                    <a:pt x="13" y="42"/>
                  </a:cubicBezTo>
                  <a:cubicBezTo>
                    <a:pt x="3" y="36"/>
                    <a:pt x="0" y="22"/>
                    <a:pt x="7" y="1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9" name="Freeform 2677">
              <a:extLst>
                <a:ext uri="{FF2B5EF4-FFF2-40B4-BE49-F238E27FC236}">
                  <a16:creationId xmlns:a16="http://schemas.microsoft.com/office/drawing/2014/main" id="{FCA215C1-234C-4327-BE5E-3824BC736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293"/>
              <a:ext cx="122" cy="131"/>
            </a:xfrm>
            <a:custGeom>
              <a:avLst/>
              <a:gdLst>
                <a:gd name="T0" fmla="*/ 8796 w 49"/>
                <a:gd name="T1" fmla="*/ 2601 h 49"/>
                <a:gd name="T2" fmla="*/ 10216 w 49"/>
                <a:gd name="T3" fmla="*/ 13530 h 49"/>
                <a:gd name="T4" fmla="*/ 2888 w 49"/>
                <a:gd name="T5" fmla="*/ 15688 h 49"/>
                <a:gd name="T6" fmla="*/ 1618 w 49"/>
                <a:gd name="T7" fmla="*/ 4796 h 49"/>
                <a:gd name="T8" fmla="*/ 8796 w 49"/>
                <a:gd name="T9" fmla="*/ 260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37" y="7"/>
                  </a:moveTo>
                  <a:cubicBezTo>
                    <a:pt x="47" y="14"/>
                    <a:pt x="49" y="27"/>
                    <a:pt x="43" y="37"/>
                  </a:cubicBezTo>
                  <a:cubicBezTo>
                    <a:pt x="36" y="47"/>
                    <a:pt x="22" y="49"/>
                    <a:pt x="12" y="43"/>
                  </a:cubicBezTo>
                  <a:cubicBezTo>
                    <a:pt x="3" y="36"/>
                    <a:pt x="0" y="22"/>
                    <a:pt x="7" y="13"/>
                  </a:cubicBezTo>
                  <a:cubicBezTo>
                    <a:pt x="14" y="3"/>
                    <a:pt x="27" y="0"/>
                    <a:pt x="37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0" name="Freeform 2678">
              <a:extLst>
                <a:ext uri="{FF2B5EF4-FFF2-40B4-BE49-F238E27FC236}">
                  <a16:creationId xmlns:a16="http://schemas.microsoft.com/office/drawing/2014/main" id="{0913B7B8-B1F7-42F6-B2E1-BDBA4B28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515"/>
              <a:ext cx="62" cy="64"/>
            </a:xfrm>
            <a:custGeom>
              <a:avLst/>
              <a:gdLst>
                <a:gd name="T0" fmla="*/ 5141 w 25"/>
                <a:gd name="T1" fmla="*/ 7944 h 24"/>
                <a:gd name="T2" fmla="*/ 5826 w 25"/>
                <a:gd name="T3" fmla="*/ 7133 h 24"/>
                <a:gd name="T4" fmla="*/ 947 w 25"/>
                <a:gd name="T5" fmla="*/ 0 h 24"/>
                <a:gd name="T6" fmla="*/ 947 w 25"/>
                <a:gd name="T7" fmla="*/ 0 h 24"/>
                <a:gd name="T8" fmla="*/ 456 w 25"/>
                <a:gd name="T9" fmla="*/ 397 h 24"/>
                <a:gd name="T10" fmla="*/ 0 w 25"/>
                <a:gd name="T11" fmla="*/ 1059 h 24"/>
                <a:gd name="T12" fmla="*/ 184 w 25"/>
                <a:gd name="T13" fmla="*/ 1059 h 24"/>
                <a:gd name="T14" fmla="*/ 4700 w 25"/>
                <a:gd name="T15" fmla="*/ 8648 h 24"/>
                <a:gd name="T16" fmla="*/ 5141 w 25"/>
                <a:gd name="T17" fmla="*/ 7944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4">
                  <a:moveTo>
                    <a:pt x="22" y="22"/>
                  </a:moveTo>
                  <a:cubicBezTo>
                    <a:pt x="23" y="21"/>
                    <a:pt x="24" y="21"/>
                    <a:pt x="25" y="2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1" y="23"/>
                    <a:pt x="22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1" name="Freeform 2679">
              <a:extLst>
                <a:ext uri="{FF2B5EF4-FFF2-40B4-BE49-F238E27FC236}">
                  <a16:creationId xmlns:a16="http://schemas.microsoft.com/office/drawing/2014/main" id="{A5CBB19D-0D6C-4531-89EC-9574C0415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267"/>
              <a:ext cx="75" cy="53"/>
            </a:xfrm>
            <a:custGeom>
              <a:avLst/>
              <a:gdLst>
                <a:gd name="T0" fmla="*/ 520 w 30"/>
                <a:gd name="T1" fmla="*/ 5864 h 20"/>
                <a:gd name="T2" fmla="*/ 988 w 30"/>
                <a:gd name="T3" fmla="*/ 6903 h 20"/>
                <a:gd name="T4" fmla="*/ 7345 w 30"/>
                <a:gd name="T5" fmla="*/ 1434 h 20"/>
                <a:gd name="T6" fmla="*/ 7345 w 30"/>
                <a:gd name="T7" fmla="*/ 1434 h 20"/>
                <a:gd name="T8" fmla="*/ 7158 w 30"/>
                <a:gd name="T9" fmla="*/ 633 h 20"/>
                <a:gd name="T10" fmla="*/ 6645 w 30"/>
                <a:gd name="T11" fmla="*/ 0 h 20"/>
                <a:gd name="T12" fmla="*/ 6645 w 30"/>
                <a:gd name="T13" fmla="*/ 0 h 20"/>
                <a:gd name="T14" fmla="*/ 0 w 30"/>
                <a:gd name="T15" fmla="*/ 4839 h 20"/>
                <a:gd name="T16" fmla="*/ 520 w 30"/>
                <a:gd name="T17" fmla="*/ 586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0">
                  <a:moveTo>
                    <a:pt x="2" y="17"/>
                  </a:moveTo>
                  <a:cubicBezTo>
                    <a:pt x="3" y="18"/>
                    <a:pt x="3" y="19"/>
                    <a:pt x="4" y="20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29" y="3"/>
                    <a:pt x="29" y="2"/>
                  </a:cubicBezTo>
                  <a:cubicBezTo>
                    <a:pt x="28" y="1"/>
                    <a:pt x="28" y="1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1" y="16"/>
                    <a:pt x="2" y="1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2" name="Freeform 2680">
              <a:extLst>
                <a:ext uri="{FF2B5EF4-FFF2-40B4-BE49-F238E27FC236}">
                  <a16:creationId xmlns:a16="http://schemas.microsoft.com/office/drawing/2014/main" id="{ADE6D1B9-3157-4B6E-A23C-6F5F59DBF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659"/>
              <a:ext cx="27" cy="64"/>
            </a:xfrm>
            <a:custGeom>
              <a:avLst/>
              <a:gdLst>
                <a:gd name="T0" fmla="*/ 1524 w 11"/>
                <a:gd name="T1" fmla="*/ 0 h 24"/>
                <a:gd name="T2" fmla="*/ 0 w 11"/>
                <a:gd name="T3" fmla="*/ 8248 h 24"/>
                <a:gd name="T4" fmla="*/ 621 w 11"/>
                <a:gd name="T5" fmla="*/ 8648 h 24"/>
                <a:gd name="T6" fmla="*/ 1524 w 11"/>
                <a:gd name="T7" fmla="*/ 8648 h 24"/>
                <a:gd name="T8" fmla="*/ 2398 w 11"/>
                <a:gd name="T9" fmla="*/ 1059 h 24"/>
                <a:gd name="T10" fmla="*/ 1524 w 11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4">
                  <a:moveTo>
                    <a:pt x="7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1" y="23"/>
                    <a:pt x="2" y="23"/>
                    <a:pt x="3" y="24"/>
                  </a:cubicBezTo>
                  <a:cubicBezTo>
                    <a:pt x="5" y="24"/>
                    <a:pt x="6" y="24"/>
                    <a:pt x="7" y="2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2"/>
                    <a:pt x="8" y="1"/>
                    <a:pt x="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3" name="Freeform 2681">
              <a:extLst>
                <a:ext uri="{FF2B5EF4-FFF2-40B4-BE49-F238E27FC236}">
                  <a16:creationId xmlns:a16="http://schemas.microsoft.com/office/drawing/2014/main" id="{2BD0AF9B-A131-43AB-A7E8-6631375C2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653"/>
              <a:ext cx="82" cy="32"/>
            </a:xfrm>
            <a:custGeom>
              <a:avLst/>
              <a:gdLst>
                <a:gd name="T0" fmla="*/ 186 w 33"/>
                <a:gd name="T1" fmla="*/ 1459 h 12"/>
                <a:gd name="T2" fmla="*/ 0 w 33"/>
                <a:gd name="T3" fmla="*/ 2581 h 12"/>
                <a:gd name="T4" fmla="*/ 7581 w 33"/>
                <a:gd name="T5" fmla="*/ 4301 h 12"/>
                <a:gd name="T6" fmla="*/ 7581 w 33"/>
                <a:gd name="T7" fmla="*/ 4301 h 12"/>
                <a:gd name="T8" fmla="*/ 7581 w 33"/>
                <a:gd name="T9" fmla="*/ 3640 h 12"/>
                <a:gd name="T10" fmla="*/ 7780 w 33"/>
                <a:gd name="T11" fmla="*/ 2581 h 12"/>
                <a:gd name="T12" fmla="*/ 7780 w 33"/>
                <a:gd name="T13" fmla="*/ 2581 h 12"/>
                <a:gd name="T14" fmla="*/ 462 w 33"/>
                <a:gd name="T15" fmla="*/ 0 h 12"/>
                <a:gd name="T16" fmla="*/ 186 w 33"/>
                <a:gd name="T17" fmla="*/ 1459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2">
                  <a:moveTo>
                    <a:pt x="1" y="4"/>
                  </a:moveTo>
                  <a:cubicBezTo>
                    <a:pt x="1" y="5"/>
                    <a:pt x="1" y="6"/>
                    <a:pt x="0" y="7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1"/>
                    <a:pt x="32" y="10"/>
                    <a:pt x="32" y="10"/>
                  </a:cubicBezTo>
                  <a:cubicBezTo>
                    <a:pt x="33" y="9"/>
                    <a:pt x="33" y="8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3"/>
                    <a:pt x="1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4" name="Freeform 2682">
              <a:extLst>
                <a:ext uri="{FF2B5EF4-FFF2-40B4-BE49-F238E27FC236}">
                  <a16:creationId xmlns:a16="http://schemas.microsoft.com/office/drawing/2014/main" id="{3FC526CC-2C30-441F-B293-3C668E8E3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947"/>
              <a:ext cx="25" cy="45"/>
            </a:xfrm>
            <a:custGeom>
              <a:avLst/>
              <a:gdLst>
                <a:gd name="T0" fmla="*/ 2470 w 10"/>
                <a:gd name="T1" fmla="*/ 4807 h 17"/>
                <a:gd name="T2" fmla="*/ 1770 w 10"/>
                <a:gd name="T3" fmla="*/ 0 h 17"/>
                <a:gd name="T4" fmla="*/ 988 w 10"/>
                <a:gd name="T5" fmla="*/ 392 h 17"/>
                <a:gd name="T6" fmla="*/ 0 w 10"/>
                <a:gd name="T7" fmla="*/ 392 h 17"/>
                <a:gd name="T8" fmla="*/ 988 w 10"/>
                <a:gd name="T9" fmla="*/ 5845 h 17"/>
                <a:gd name="T10" fmla="*/ 2470 w 10"/>
                <a:gd name="T11" fmla="*/ 480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7">
                  <a:moveTo>
                    <a:pt x="10" y="14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6" y="16"/>
                    <a:pt x="8" y="15"/>
                    <a:pt x="10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5" name="Freeform 2683">
              <a:extLst>
                <a:ext uri="{FF2B5EF4-FFF2-40B4-BE49-F238E27FC236}">
                  <a16:creationId xmlns:a16="http://schemas.microsoft.com/office/drawing/2014/main" id="{2511ACE2-66F9-47AD-8D25-CAF7DC52F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672"/>
              <a:ext cx="80" cy="29"/>
            </a:xfrm>
            <a:custGeom>
              <a:avLst/>
              <a:gdLst>
                <a:gd name="T0" fmla="*/ 7625 w 32"/>
                <a:gd name="T1" fmla="*/ 1007 h 11"/>
                <a:gd name="T2" fmla="*/ 7625 w 32"/>
                <a:gd name="T3" fmla="*/ 0 h 11"/>
                <a:gd name="T4" fmla="*/ 0 w 32"/>
                <a:gd name="T5" fmla="*/ 2035 h 11"/>
                <a:gd name="T6" fmla="*/ 0 w 32"/>
                <a:gd name="T7" fmla="*/ 2035 h 11"/>
                <a:gd name="T8" fmla="*/ 0 w 32"/>
                <a:gd name="T9" fmla="*/ 2655 h 11"/>
                <a:gd name="T10" fmla="*/ 313 w 32"/>
                <a:gd name="T11" fmla="*/ 3662 h 11"/>
                <a:gd name="T12" fmla="*/ 313 w 32"/>
                <a:gd name="T13" fmla="*/ 3662 h 11"/>
                <a:gd name="T14" fmla="*/ 7813 w 32"/>
                <a:gd name="T15" fmla="*/ 2273 h 11"/>
                <a:gd name="T16" fmla="*/ 7625 w 32"/>
                <a:gd name="T17" fmla="*/ 1007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1">
                  <a:moveTo>
                    <a:pt x="31" y="3"/>
                  </a:moveTo>
                  <a:cubicBezTo>
                    <a:pt x="31" y="2"/>
                    <a:pt x="31" y="1"/>
                    <a:pt x="3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2" y="4"/>
                    <a:pt x="31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6" name="Freeform 2684">
              <a:extLst>
                <a:ext uri="{FF2B5EF4-FFF2-40B4-BE49-F238E27FC236}">
                  <a16:creationId xmlns:a16="http://schemas.microsoft.com/office/drawing/2014/main" id="{2AE211DA-A8EE-4EB7-A809-CEB8B73F2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067"/>
              <a:ext cx="60" cy="69"/>
            </a:xfrm>
            <a:custGeom>
              <a:avLst/>
              <a:gdLst>
                <a:gd name="T0" fmla="*/ 4895 w 24"/>
                <a:gd name="T1" fmla="*/ 1048 h 26"/>
                <a:gd name="T2" fmla="*/ 4425 w 24"/>
                <a:gd name="T3" fmla="*/ 0 h 26"/>
                <a:gd name="T4" fmla="*/ 313 w 24"/>
                <a:gd name="T5" fmla="*/ 8036 h 26"/>
                <a:gd name="T6" fmla="*/ 0 w 24"/>
                <a:gd name="T7" fmla="*/ 8036 h 26"/>
                <a:gd name="T8" fmla="*/ 783 w 24"/>
                <a:gd name="T9" fmla="*/ 8670 h 26"/>
                <a:gd name="T10" fmla="*/ 1300 w 24"/>
                <a:gd name="T11" fmla="*/ 9084 h 26"/>
                <a:gd name="T12" fmla="*/ 1300 w 24"/>
                <a:gd name="T13" fmla="*/ 9084 h 26"/>
                <a:gd name="T14" fmla="*/ 5863 w 24"/>
                <a:gd name="T15" fmla="*/ 1436 h 26"/>
                <a:gd name="T16" fmla="*/ 4895 w 24"/>
                <a:gd name="T17" fmla="*/ 104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6">
                  <a:moveTo>
                    <a:pt x="20" y="3"/>
                  </a:moveTo>
                  <a:cubicBezTo>
                    <a:pt x="19" y="2"/>
                    <a:pt x="19" y="1"/>
                    <a:pt x="18" y="0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0" y="23"/>
                    <a:pt x="0" y="23"/>
                  </a:cubicBezTo>
                  <a:cubicBezTo>
                    <a:pt x="1" y="24"/>
                    <a:pt x="2" y="24"/>
                    <a:pt x="3" y="25"/>
                  </a:cubicBezTo>
                  <a:cubicBezTo>
                    <a:pt x="3" y="25"/>
                    <a:pt x="4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3" y="4"/>
                    <a:pt x="21" y="3"/>
                    <a:pt x="20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7" name="Freeform 2685">
              <a:extLst>
                <a:ext uri="{FF2B5EF4-FFF2-40B4-BE49-F238E27FC236}">
                  <a16:creationId xmlns:a16="http://schemas.microsoft.com/office/drawing/2014/main" id="{2EC9BB3C-B935-46A3-8B4E-4BD558D61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280"/>
              <a:ext cx="75" cy="53"/>
            </a:xfrm>
            <a:custGeom>
              <a:avLst/>
              <a:gdLst>
                <a:gd name="T0" fmla="*/ 6845 w 30"/>
                <a:gd name="T1" fmla="*/ 5864 h 20"/>
                <a:gd name="T2" fmla="*/ 7345 w 30"/>
                <a:gd name="T3" fmla="*/ 5231 h 20"/>
                <a:gd name="T4" fmla="*/ 783 w 30"/>
                <a:gd name="T5" fmla="*/ 0 h 20"/>
                <a:gd name="T6" fmla="*/ 783 w 30"/>
                <a:gd name="T7" fmla="*/ 0 h 20"/>
                <a:gd name="T8" fmla="*/ 313 w 30"/>
                <a:gd name="T9" fmla="*/ 633 h 20"/>
                <a:gd name="T10" fmla="*/ 0 w 30"/>
                <a:gd name="T11" fmla="*/ 1434 h 20"/>
                <a:gd name="T12" fmla="*/ 0 w 30"/>
                <a:gd name="T13" fmla="*/ 1434 h 20"/>
                <a:gd name="T14" fmla="*/ 6375 w 30"/>
                <a:gd name="T15" fmla="*/ 6903 h 20"/>
                <a:gd name="T16" fmla="*/ 6845 w 30"/>
                <a:gd name="T17" fmla="*/ 586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0">
                  <a:moveTo>
                    <a:pt x="28" y="17"/>
                  </a:moveTo>
                  <a:cubicBezTo>
                    <a:pt x="28" y="16"/>
                    <a:pt x="29" y="15"/>
                    <a:pt x="30" y="15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19"/>
                    <a:pt x="27" y="18"/>
                    <a:pt x="28" y="1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8" name="Freeform 2686">
              <a:extLst>
                <a:ext uri="{FF2B5EF4-FFF2-40B4-BE49-F238E27FC236}">
                  <a16:creationId xmlns:a16="http://schemas.microsoft.com/office/drawing/2014/main" id="{7C480B63-A1C8-4CD8-9143-5CAD4392B8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3" y="1195"/>
              <a:ext cx="547" cy="1157"/>
            </a:xfrm>
            <a:custGeom>
              <a:avLst/>
              <a:gdLst>
                <a:gd name="T0" fmla="*/ 48618 w 219"/>
                <a:gd name="T1" fmla="*/ 77986 h 434"/>
                <a:gd name="T2" fmla="*/ 34718 w 219"/>
                <a:gd name="T3" fmla="*/ 50212 h 434"/>
                <a:gd name="T4" fmla="*/ 32773 w 219"/>
                <a:gd name="T5" fmla="*/ 29501 h 434"/>
                <a:gd name="T6" fmla="*/ 43945 w 219"/>
                <a:gd name="T7" fmla="*/ 13980 h 434"/>
                <a:gd name="T8" fmla="*/ 21360 w 219"/>
                <a:gd name="T9" fmla="*/ 15500 h 434"/>
                <a:gd name="T10" fmla="*/ 22347 w 219"/>
                <a:gd name="T11" fmla="*/ 9304 h 434"/>
                <a:gd name="T12" fmla="*/ 15566 w 219"/>
                <a:gd name="T13" fmla="*/ 2181 h 434"/>
                <a:gd name="T14" fmla="*/ 15066 w 219"/>
                <a:gd name="T15" fmla="*/ 4300 h 434"/>
                <a:gd name="T16" fmla="*/ 20893 w 219"/>
                <a:gd name="T17" fmla="*/ 9304 h 434"/>
                <a:gd name="T18" fmla="*/ 20119 w 219"/>
                <a:gd name="T19" fmla="*/ 16822 h 434"/>
                <a:gd name="T20" fmla="*/ 42509 w 219"/>
                <a:gd name="T21" fmla="*/ 15500 h 434"/>
                <a:gd name="T22" fmla="*/ 32066 w 219"/>
                <a:gd name="T23" fmla="*/ 27320 h 434"/>
                <a:gd name="T24" fmla="*/ 34981 w 219"/>
                <a:gd name="T25" fmla="*/ 52385 h 434"/>
                <a:gd name="T26" fmla="*/ 47836 w 219"/>
                <a:gd name="T27" fmla="*/ 75823 h 434"/>
                <a:gd name="T28" fmla="*/ 34511 w 219"/>
                <a:gd name="T29" fmla="*/ 81864 h 434"/>
                <a:gd name="T30" fmla="*/ 25259 w 219"/>
                <a:gd name="T31" fmla="*/ 109057 h 434"/>
                <a:gd name="T32" fmla="*/ 28174 w 219"/>
                <a:gd name="T33" fmla="*/ 70401 h 434"/>
                <a:gd name="T34" fmla="*/ 19152 w 219"/>
                <a:gd name="T35" fmla="*/ 70708 h 434"/>
                <a:gd name="T36" fmla="*/ 14599 w 219"/>
                <a:gd name="T37" fmla="*/ 91566 h 434"/>
                <a:gd name="T38" fmla="*/ 11872 w 219"/>
                <a:gd name="T39" fmla="*/ 62883 h 434"/>
                <a:gd name="T40" fmla="*/ 1434 w 219"/>
                <a:gd name="T41" fmla="*/ 81070 h 434"/>
                <a:gd name="T42" fmla="*/ 3382 w 219"/>
                <a:gd name="T43" fmla="*/ 89406 h 434"/>
                <a:gd name="T44" fmla="*/ 7793 w 219"/>
                <a:gd name="T45" fmla="*/ 58186 h 434"/>
                <a:gd name="T46" fmla="*/ 9926 w 219"/>
                <a:gd name="T47" fmla="*/ 86173 h 434"/>
                <a:gd name="T48" fmla="*/ 21098 w 219"/>
                <a:gd name="T49" fmla="*/ 71766 h 434"/>
                <a:gd name="T50" fmla="*/ 20119 w 219"/>
                <a:gd name="T51" fmla="*/ 58847 h 434"/>
                <a:gd name="T52" fmla="*/ 25459 w 219"/>
                <a:gd name="T53" fmla="*/ 93693 h 434"/>
                <a:gd name="T54" fmla="*/ 20893 w 219"/>
                <a:gd name="T55" fmla="*/ 114210 h 434"/>
                <a:gd name="T56" fmla="*/ 29858 w 219"/>
                <a:gd name="T57" fmla="*/ 133194 h 434"/>
                <a:gd name="T58" fmla="*/ 42509 w 219"/>
                <a:gd name="T59" fmla="*/ 139256 h 434"/>
                <a:gd name="T60" fmla="*/ 4861 w 219"/>
                <a:gd name="T61" fmla="*/ 120920 h 434"/>
                <a:gd name="T62" fmla="*/ 18948 w 219"/>
                <a:gd name="T63" fmla="*/ 152935 h 434"/>
                <a:gd name="T64" fmla="*/ 38879 w 219"/>
                <a:gd name="T65" fmla="*/ 151479 h 434"/>
                <a:gd name="T66" fmla="*/ 50564 w 219"/>
                <a:gd name="T67" fmla="*/ 137891 h 434"/>
                <a:gd name="T68" fmla="*/ 44719 w 219"/>
                <a:gd name="T69" fmla="*/ 118758 h 434"/>
                <a:gd name="T70" fmla="*/ 40825 w 219"/>
                <a:gd name="T71" fmla="*/ 104509 h 434"/>
                <a:gd name="T72" fmla="*/ 35685 w 219"/>
                <a:gd name="T73" fmla="*/ 82931 h 434"/>
                <a:gd name="T74" fmla="*/ 47327 w 219"/>
                <a:gd name="T75" fmla="*/ 126321 h 434"/>
                <a:gd name="T76" fmla="*/ 46360 w 219"/>
                <a:gd name="T77" fmla="*/ 145417 h 434"/>
                <a:gd name="T78" fmla="*/ 33052 w 219"/>
                <a:gd name="T79" fmla="*/ 150021 h 434"/>
                <a:gd name="T80" fmla="*/ 6814 w 219"/>
                <a:gd name="T81" fmla="*/ 148659 h 434"/>
                <a:gd name="T82" fmla="*/ 11672 w 219"/>
                <a:gd name="T83" fmla="*/ 128190 h 434"/>
                <a:gd name="T84" fmla="*/ 43428 w 219"/>
                <a:gd name="T85" fmla="*/ 133860 h 434"/>
                <a:gd name="T86" fmla="*/ 19932 w 219"/>
                <a:gd name="T87" fmla="*/ 129555 h 434"/>
                <a:gd name="T88" fmla="*/ 24013 w 219"/>
                <a:gd name="T89" fmla="*/ 113391 h 434"/>
                <a:gd name="T90" fmla="*/ 35498 w 219"/>
                <a:gd name="T91" fmla="*/ 117699 h 434"/>
                <a:gd name="T92" fmla="*/ 43738 w 219"/>
                <a:gd name="T93" fmla="*/ 120669 h 434"/>
                <a:gd name="T94" fmla="*/ 40358 w 219"/>
                <a:gd name="T95" fmla="*/ 111629 h 434"/>
                <a:gd name="T96" fmla="*/ 35498 w 219"/>
                <a:gd name="T97" fmla="*/ 104756 h 434"/>
                <a:gd name="T98" fmla="*/ 34981 w 219"/>
                <a:gd name="T99" fmla="*/ 115519 h 434"/>
                <a:gd name="T100" fmla="*/ 25459 w 219"/>
                <a:gd name="T101" fmla="*/ 112029 h 43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19" h="434">
                  <a:moveTo>
                    <a:pt x="165" y="217"/>
                  </a:moveTo>
                  <a:cubicBezTo>
                    <a:pt x="169" y="215"/>
                    <a:pt x="175" y="216"/>
                    <a:pt x="180" y="217"/>
                  </a:cubicBezTo>
                  <a:cubicBezTo>
                    <a:pt x="187" y="219"/>
                    <a:pt x="194" y="220"/>
                    <a:pt x="200" y="217"/>
                  </a:cubicBezTo>
                  <a:cubicBezTo>
                    <a:pt x="219" y="208"/>
                    <a:pt x="215" y="181"/>
                    <a:pt x="209" y="166"/>
                  </a:cubicBezTo>
                  <a:cubicBezTo>
                    <a:pt x="198" y="141"/>
                    <a:pt x="180" y="132"/>
                    <a:pt x="151" y="138"/>
                  </a:cubicBezTo>
                  <a:cubicBezTo>
                    <a:pt x="143" y="140"/>
                    <a:pt x="143" y="140"/>
                    <a:pt x="143" y="140"/>
                  </a:cubicBezTo>
                  <a:cubicBezTo>
                    <a:pt x="126" y="143"/>
                    <a:pt x="104" y="149"/>
                    <a:pt x="97" y="132"/>
                  </a:cubicBezTo>
                  <a:cubicBezTo>
                    <a:pt x="94" y="127"/>
                    <a:pt x="94" y="121"/>
                    <a:pt x="97" y="115"/>
                  </a:cubicBezTo>
                  <a:cubicBezTo>
                    <a:pt x="104" y="100"/>
                    <a:pt x="123" y="87"/>
                    <a:pt x="135" y="82"/>
                  </a:cubicBezTo>
                  <a:cubicBezTo>
                    <a:pt x="138" y="81"/>
                    <a:pt x="143" y="80"/>
                    <a:pt x="148" y="79"/>
                  </a:cubicBezTo>
                  <a:cubicBezTo>
                    <a:pt x="164" y="75"/>
                    <a:pt x="181" y="72"/>
                    <a:pt x="185" y="60"/>
                  </a:cubicBezTo>
                  <a:cubicBezTo>
                    <a:pt x="188" y="54"/>
                    <a:pt x="186" y="47"/>
                    <a:pt x="181" y="39"/>
                  </a:cubicBezTo>
                  <a:cubicBezTo>
                    <a:pt x="170" y="22"/>
                    <a:pt x="143" y="28"/>
                    <a:pt x="128" y="32"/>
                  </a:cubicBezTo>
                  <a:cubicBezTo>
                    <a:pt x="126" y="32"/>
                    <a:pt x="123" y="34"/>
                    <a:pt x="119" y="35"/>
                  </a:cubicBezTo>
                  <a:cubicBezTo>
                    <a:pt x="112" y="39"/>
                    <a:pt x="92" y="47"/>
                    <a:pt x="88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8" y="40"/>
                    <a:pt x="89" y="37"/>
                    <a:pt x="90" y="35"/>
                  </a:cubicBezTo>
                  <a:cubicBezTo>
                    <a:pt x="91" y="32"/>
                    <a:pt x="92" y="29"/>
                    <a:pt x="92" y="26"/>
                  </a:cubicBezTo>
                  <a:cubicBezTo>
                    <a:pt x="92" y="25"/>
                    <a:pt x="92" y="24"/>
                    <a:pt x="92" y="23"/>
                  </a:cubicBezTo>
                  <a:cubicBezTo>
                    <a:pt x="89" y="13"/>
                    <a:pt x="79" y="10"/>
                    <a:pt x="71" y="8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58" y="5"/>
                    <a:pt x="55" y="4"/>
                    <a:pt x="51" y="0"/>
                  </a:cubicBezTo>
                  <a:cubicBezTo>
                    <a:pt x="50" y="1"/>
                    <a:pt x="49" y="3"/>
                    <a:pt x="48" y="5"/>
                  </a:cubicBezTo>
                  <a:cubicBezTo>
                    <a:pt x="52" y="10"/>
                    <a:pt x="57" y="11"/>
                    <a:pt x="62" y="12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76" y="16"/>
                    <a:pt x="84" y="18"/>
                    <a:pt x="86" y="25"/>
                  </a:cubicBezTo>
                  <a:cubicBezTo>
                    <a:pt x="86" y="25"/>
                    <a:pt x="86" y="25"/>
                    <a:pt x="86" y="26"/>
                  </a:cubicBezTo>
                  <a:cubicBezTo>
                    <a:pt x="86" y="28"/>
                    <a:pt x="85" y="30"/>
                    <a:pt x="84" y="33"/>
                  </a:cubicBezTo>
                  <a:cubicBezTo>
                    <a:pt x="83" y="36"/>
                    <a:pt x="82" y="39"/>
                    <a:pt x="82" y="42"/>
                  </a:cubicBezTo>
                  <a:cubicBezTo>
                    <a:pt x="82" y="44"/>
                    <a:pt x="82" y="45"/>
                    <a:pt x="83" y="47"/>
                  </a:cubicBezTo>
                  <a:cubicBezTo>
                    <a:pt x="89" y="54"/>
                    <a:pt x="104" y="49"/>
                    <a:pt x="121" y="41"/>
                  </a:cubicBezTo>
                  <a:cubicBezTo>
                    <a:pt x="125" y="40"/>
                    <a:pt x="128" y="38"/>
                    <a:pt x="130" y="38"/>
                  </a:cubicBezTo>
                  <a:cubicBezTo>
                    <a:pt x="143" y="35"/>
                    <a:pt x="167" y="30"/>
                    <a:pt x="175" y="43"/>
                  </a:cubicBezTo>
                  <a:cubicBezTo>
                    <a:pt x="180" y="49"/>
                    <a:pt x="181" y="54"/>
                    <a:pt x="179" y="58"/>
                  </a:cubicBezTo>
                  <a:cubicBezTo>
                    <a:pt x="176" y="66"/>
                    <a:pt x="160" y="69"/>
                    <a:pt x="147" y="72"/>
                  </a:cubicBezTo>
                  <a:cubicBezTo>
                    <a:pt x="141" y="74"/>
                    <a:pt x="136" y="75"/>
                    <a:pt x="132" y="76"/>
                  </a:cubicBezTo>
                  <a:cubicBezTo>
                    <a:pt x="120" y="81"/>
                    <a:pt x="99" y="94"/>
                    <a:pt x="91" y="112"/>
                  </a:cubicBezTo>
                  <a:cubicBezTo>
                    <a:pt x="88" y="120"/>
                    <a:pt x="88" y="127"/>
                    <a:pt x="91" y="134"/>
                  </a:cubicBezTo>
                  <a:cubicBezTo>
                    <a:pt x="100" y="156"/>
                    <a:pt x="127" y="150"/>
                    <a:pt x="144" y="146"/>
                  </a:cubicBezTo>
                  <a:cubicBezTo>
                    <a:pt x="152" y="144"/>
                    <a:pt x="152" y="144"/>
                    <a:pt x="152" y="144"/>
                  </a:cubicBezTo>
                  <a:cubicBezTo>
                    <a:pt x="178" y="139"/>
                    <a:pt x="193" y="146"/>
                    <a:pt x="203" y="169"/>
                  </a:cubicBezTo>
                  <a:cubicBezTo>
                    <a:pt x="208" y="180"/>
                    <a:pt x="212" y="204"/>
                    <a:pt x="197" y="211"/>
                  </a:cubicBezTo>
                  <a:cubicBezTo>
                    <a:pt x="193" y="214"/>
                    <a:pt x="187" y="212"/>
                    <a:pt x="181" y="211"/>
                  </a:cubicBezTo>
                  <a:cubicBezTo>
                    <a:pt x="175" y="210"/>
                    <a:pt x="169" y="209"/>
                    <a:pt x="163" y="211"/>
                  </a:cubicBezTo>
                  <a:cubicBezTo>
                    <a:pt x="154" y="213"/>
                    <a:pt x="145" y="221"/>
                    <a:pt x="142" y="228"/>
                  </a:cubicBezTo>
                  <a:cubicBezTo>
                    <a:pt x="139" y="234"/>
                    <a:pt x="137" y="243"/>
                    <a:pt x="137" y="251"/>
                  </a:cubicBezTo>
                  <a:cubicBezTo>
                    <a:pt x="137" y="264"/>
                    <a:pt x="140" y="277"/>
                    <a:pt x="143" y="286"/>
                  </a:cubicBezTo>
                  <a:cubicBezTo>
                    <a:pt x="129" y="289"/>
                    <a:pt x="115" y="296"/>
                    <a:pt x="104" y="304"/>
                  </a:cubicBezTo>
                  <a:cubicBezTo>
                    <a:pt x="105" y="290"/>
                    <a:pt x="108" y="276"/>
                    <a:pt x="111" y="262"/>
                  </a:cubicBezTo>
                  <a:cubicBezTo>
                    <a:pt x="115" y="248"/>
                    <a:pt x="119" y="232"/>
                    <a:pt x="119" y="217"/>
                  </a:cubicBezTo>
                  <a:cubicBezTo>
                    <a:pt x="119" y="210"/>
                    <a:pt x="118" y="203"/>
                    <a:pt x="116" y="196"/>
                  </a:cubicBezTo>
                  <a:cubicBezTo>
                    <a:pt x="113" y="187"/>
                    <a:pt x="97" y="153"/>
                    <a:pt x="82" y="158"/>
                  </a:cubicBezTo>
                  <a:cubicBezTo>
                    <a:pt x="79" y="159"/>
                    <a:pt x="76" y="161"/>
                    <a:pt x="75" y="163"/>
                  </a:cubicBezTo>
                  <a:cubicBezTo>
                    <a:pt x="70" y="172"/>
                    <a:pt x="75" y="187"/>
                    <a:pt x="79" y="197"/>
                  </a:cubicBezTo>
                  <a:cubicBezTo>
                    <a:pt x="80" y="202"/>
                    <a:pt x="80" y="202"/>
                    <a:pt x="80" y="202"/>
                  </a:cubicBezTo>
                  <a:cubicBezTo>
                    <a:pt x="87" y="228"/>
                    <a:pt x="84" y="245"/>
                    <a:pt x="72" y="253"/>
                  </a:cubicBezTo>
                  <a:cubicBezTo>
                    <a:pt x="67" y="256"/>
                    <a:pt x="63" y="256"/>
                    <a:pt x="60" y="255"/>
                  </a:cubicBezTo>
                  <a:cubicBezTo>
                    <a:pt x="55" y="253"/>
                    <a:pt x="50" y="247"/>
                    <a:pt x="47" y="238"/>
                  </a:cubicBezTo>
                  <a:cubicBezTo>
                    <a:pt x="44" y="228"/>
                    <a:pt x="46" y="217"/>
                    <a:pt x="48" y="206"/>
                  </a:cubicBezTo>
                  <a:cubicBezTo>
                    <a:pt x="49" y="196"/>
                    <a:pt x="51" y="186"/>
                    <a:pt x="49" y="175"/>
                  </a:cubicBezTo>
                  <a:cubicBezTo>
                    <a:pt x="47" y="165"/>
                    <a:pt x="41" y="158"/>
                    <a:pt x="34" y="156"/>
                  </a:cubicBezTo>
                  <a:cubicBezTo>
                    <a:pt x="31" y="154"/>
                    <a:pt x="25" y="154"/>
                    <a:pt x="18" y="159"/>
                  </a:cubicBezTo>
                  <a:cubicBezTo>
                    <a:pt x="0" y="174"/>
                    <a:pt x="3" y="201"/>
                    <a:pt x="6" y="226"/>
                  </a:cubicBezTo>
                  <a:cubicBezTo>
                    <a:pt x="7" y="234"/>
                    <a:pt x="8" y="242"/>
                    <a:pt x="8" y="249"/>
                  </a:cubicBezTo>
                  <a:cubicBezTo>
                    <a:pt x="8" y="250"/>
                    <a:pt x="9" y="252"/>
                    <a:pt x="11" y="252"/>
                  </a:cubicBezTo>
                  <a:cubicBezTo>
                    <a:pt x="13" y="252"/>
                    <a:pt x="14" y="251"/>
                    <a:pt x="14" y="249"/>
                  </a:cubicBezTo>
                  <a:cubicBezTo>
                    <a:pt x="14" y="242"/>
                    <a:pt x="13" y="234"/>
                    <a:pt x="12" y="225"/>
                  </a:cubicBezTo>
                  <a:cubicBezTo>
                    <a:pt x="10" y="202"/>
                    <a:pt x="7" y="177"/>
                    <a:pt x="22" y="164"/>
                  </a:cubicBezTo>
                  <a:cubicBezTo>
                    <a:pt x="26" y="161"/>
                    <a:pt x="29" y="160"/>
                    <a:pt x="32" y="162"/>
                  </a:cubicBezTo>
                  <a:cubicBezTo>
                    <a:pt x="37" y="163"/>
                    <a:pt x="41" y="169"/>
                    <a:pt x="42" y="176"/>
                  </a:cubicBezTo>
                  <a:cubicBezTo>
                    <a:pt x="44" y="186"/>
                    <a:pt x="43" y="195"/>
                    <a:pt x="41" y="205"/>
                  </a:cubicBezTo>
                  <a:cubicBezTo>
                    <a:pt x="39" y="217"/>
                    <a:pt x="38" y="228"/>
                    <a:pt x="41" y="240"/>
                  </a:cubicBezTo>
                  <a:cubicBezTo>
                    <a:pt x="43" y="246"/>
                    <a:pt x="48" y="258"/>
                    <a:pt x="57" y="261"/>
                  </a:cubicBezTo>
                  <a:cubicBezTo>
                    <a:pt x="63" y="263"/>
                    <a:pt x="69" y="262"/>
                    <a:pt x="75" y="258"/>
                  </a:cubicBezTo>
                  <a:cubicBezTo>
                    <a:pt x="90" y="249"/>
                    <a:pt x="94" y="229"/>
                    <a:pt x="87" y="200"/>
                  </a:cubicBezTo>
                  <a:cubicBezTo>
                    <a:pt x="85" y="194"/>
                    <a:pt x="85" y="194"/>
                    <a:pt x="85" y="194"/>
                  </a:cubicBezTo>
                  <a:cubicBezTo>
                    <a:pt x="82" y="187"/>
                    <a:pt x="77" y="172"/>
                    <a:pt x="80" y="166"/>
                  </a:cubicBezTo>
                  <a:cubicBezTo>
                    <a:pt x="81" y="165"/>
                    <a:pt x="82" y="164"/>
                    <a:pt x="83" y="164"/>
                  </a:cubicBezTo>
                  <a:cubicBezTo>
                    <a:pt x="92" y="161"/>
                    <a:pt x="107" y="187"/>
                    <a:pt x="110" y="198"/>
                  </a:cubicBezTo>
                  <a:cubicBezTo>
                    <a:pt x="112" y="204"/>
                    <a:pt x="112" y="211"/>
                    <a:pt x="112" y="217"/>
                  </a:cubicBezTo>
                  <a:cubicBezTo>
                    <a:pt x="112" y="232"/>
                    <a:pt x="109" y="246"/>
                    <a:pt x="105" y="261"/>
                  </a:cubicBezTo>
                  <a:cubicBezTo>
                    <a:pt x="102" y="275"/>
                    <a:pt x="98" y="290"/>
                    <a:pt x="98" y="305"/>
                  </a:cubicBezTo>
                  <a:cubicBezTo>
                    <a:pt x="98" y="306"/>
                    <a:pt x="98" y="307"/>
                    <a:pt x="98" y="309"/>
                  </a:cubicBezTo>
                  <a:cubicBezTo>
                    <a:pt x="93" y="312"/>
                    <a:pt x="89" y="316"/>
                    <a:pt x="86" y="318"/>
                  </a:cubicBezTo>
                  <a:cubicBezTo>
                    <a:pt x="76" y="327"/>
                    <a:pt x="71" y="337"/>
                    <a:pt x="71" y="346"/>
                  </a:cubicBezTo>
                  <a:cubicBezTo>
                    <a:pt x="71" y="352"/>
                    <a:pt x="73" y="358"/>
                    <a:pt x="76" y="364"/>
                  </a:cubicBezTo>
                  <a:cubicBezTo>
                    <a:pt x="87" y="383"/>
                    <a:pt x="106" y="377"/>
                    <a:pt x="123" y="371"/>
                  </a:cubicBezTo>
                  <a:cubicBezTo>
                    <a:pt x="130" y="369"/>
                    <a:pt x="136" y="367"/>
                    <a:pt x="142" y="367"/>
                  </a:cubicBezTo>
                  <a:cubicBezTo>
                    <a:pt x="152" y="366"/>
                    <a:pt x="168" y="369"/>
                    <a:pt x="173" y="377"/>
                  </a:cubicBezTo>
                  <a:cubicBezTo>
                    <a:pt x="176" y="380"/>
                    <a:pt x="176" y="383"/>
                    <a:pt x="175" y="388"/>
                  </a:cubicBezTo>
                  <a:cubicBezTo>
                    <a:pt x="169" y="403"/>
                    <a:pt x="140" y="406"/>
                    <a:pt x="126" y="403"/>
                  </a:cubicBezTo>
                  <a:cubicBezTo>
                    <a:pt x="96" y="396"/>
                    <a:pt x="73" y="375"/>
                    <a:pt x="52" y="353"/>
                  </a:cubicBezTo>
                  <a:cubicBezTo>
                    <a:pt x="44" y="344"/>
                    <a:pt x="31" y="335"/>
                    <a:pt x="20" y="337"/>
                  </a:cubicBezTo>
                  <a:cubicBezTo>
                    <a:pt x="14" y="339"/>
                    <a:pt x="10" y="343"/>
                    <a:pt x="7" y="352"/>
                  </a:cubicBezTo>
                  <a:cubicBezTo>
                    <a:pt x="1" y="371"/>
                    <a:pt x="9" y="404"/>
                    <a:pt x="23" y="418"/>
                  </a:cubicBezTo>
                  <a:cubicBezTo>
                    <a:pt x="39" y="434"/>
                    <a:pt x="61" y="430"/>
                    <a:pt x="78" y="426"/>
                  </a:cubicBezTo>
                  <a:cubicBezTo>
                    <a:pt x="91" y="424"/>
                    <a:pt x="105" y="424"/>
                    <a:pt x="119" y="424"/>
                  </a:cubicBezTo>
                  <a:cubicBezTo>
                    <a:pt x="136" y="425"/>
                    <a:pt x="136" y="425"/>
                    <a:pt x="136" y="425"/>
                  </a:cubicBezTo>
                  <a:cubicBezTo>
                    <a:pt x="144" y="424"/>
                    <a:pt x="152" y="424"/>
                    <a:pt x="160" y="422"/>
                  </a:cubicBezTo>
                  <a:cubicBezTo>
                    <a:pt x="160" y="422"/>
                    <a:pt x="168" y="420"/>
                    <a:pt x="168" y="420"/>
                  </a:cubicBezTo>
                  <a:cubicBezTo>
                    <a:pt x="177" y="418"/>
                    <a:pt x="188" y="415"/>
                    <a:pt x="195" y="410"/>
                  </a:cubicBezTo>
                  <a:cubicBezTo>
                    <a:pt x="202" y="405"/>
                    <a:pt x="207" y="396"/>
                    <a:pt x="208" y="384"/>
                  </a:cubicBezTo>
                  <a:cubicBezTo>
                    <a:pt x="209" y="382"/>
                    <a:pt x="209" y="379"/>
                    <a:pt x="209" y="377"/>
                  </a:cubicBezTo>
                  <a:cubicBezTo>
                    <a:pt x="209" y="366"/>
                    <a:pt x="206" y="355"/>
                    <a:pt x="200" y="348"/>
                  </a:cubicBezTo>
                  <a:cubicBezTo>
                    <a:pt x="184" y="331"/>
                    <a:pt x="184" y="331"/>
                    <a:pt x="184" y="331"/>
                  </a:cubicBezTo>
                  <a:cubicBezTo>
                    <a:pt x="180" y="327"/>
                    <a:pt x="175" y="322"/>
                    <a:pt x="171" y="317"/>
                  </a:cubicBezTo>
                  <a:cubicBezTo>
                    <a:pt x="172" y="315"/>
                    <a:pt x="173" y="312"/>
                    <a:pt x="173" y="309"/>
                  </a:cubicBezTo>
                  <a:cubicBezTo>
                    <a:pt x="173" y="302"/>
                    <a:pt x="170" y="295"/>
                    <a:pt x="168" y="291"/>
                  </a:cubicBezTo>
                  <a:cubicBezTo>
                    <a:pt x="163" y="284"/>
                    <a:pt x="156" y="284"/>
                    <a:pt x="150" y="285"/>
                  </a:cubicBezTo>
                  <a:cubicBezTo>
                    <a:pt x="146" y="277"/>
                    <a:pt x="144" y="263"/>
                    <a:pt x="144" y="251"/>
                  </a:cubicBezTo>
                  <a:cubicBezTo>
                    <a:pt x="144" y="243"/>
                    <a:pt x="145" y="236"/>
                    <a:pt x="147" y="231"/>
                  </a:cubicBezTo>
                  <a:cubicBezTo>
                    <a:pt x="150" y="225"/>
                    <a:pt x="158" y="219"/>
                    <a:pt x="165" y="217"/>
                  </a:cubicBezTo>
                  <a:close/>
                  <a:moveTo>
                    <a:pt x="180" y="336"/>
                  </a:moveTo>
                  <a:cubicBezTo>
                    <a:pt x="195" y="352"/>
                    <a:pt x="195" y="352"/>
                    <a:pt x="195" y="352"/>
                  </a:cubicBezTo>
                  <a:cubicBezTo>
                    <a:pt x="200" y="358"/>
                    <a:pt x="203" y="367"/>
                    <a:pt x="203" y="377"/>
                  </a:cubicBezTo>
                  <a:cubicBezTo>
                    <a:pt x="203" y="379"/>
                    <a:pt x="202" y="381"/>
                    <a:pt x="202" y="383"/>
                  </a:cubicBezTo>
                  <a:cubicBezTo>
                    <a:pt x="201" y="393"/>
                    <a:pt x="197" y="401"/>
                    <a:pt x="191" y="405"/>
                  </a:cubicBezTo>
                  <a:cubicBezTo>
                    <a:pt x="185" y="409"/>
                    <a:pt x="175" y="411"/>
                    <a:pt x="166" y="413"/>
                  </a:cubicBezTo>
                  <a:cubicBezTo>
                    <a:pt x="159" y="415"/>
                    <a:pt x="159" y="415"/>
                    <a:pt x="159" y="415"/>
                  </a:cubicBezTo>
                  <a:cubicBezTo>
                    <a:pt x="151" y="418"/>
                    <a:pt x="144" y="418"/>
                    <a:pt x="136" y="418"/>
                  </a:cubicBezTo>
                  <a:cubicBezTo>
                    <a:pt x="136" y="418"/>
                    <a:pt x="119" y="418"/>
                    <a:pt x="119" y="418"/>
                  </a:cubicBezTo>
                  <a:cubicBezTo>
                    <a:pt x="105" y="418"/>
                    <a:pt x="91" y="417"/>
                    <a:pt x="77" y="420"/>
                  </a:cubicBezTo>
                  <a:cubicBezTo>
                    <a:pt x="60" y="423"/>
                    <a:pt x="41" y="427"/>
                    <a:pt x="28" y="414"/>
                  </a:cubicBezTo>
                  <a:cubicBezTo>
                    <a:pt x="16" y="401"/>
                    <a:pt x="8" y="370"/>
                    <a:pt x="13" y="353"/>
                  </a:cubicBezTo>
                  <a:cubicBezTo>
                    <a:pt x="15" y="348"/>
                    <a:pt x="18" y="344"/>
                    <a:pt x="22" y="343"/>
                  </a:cubicBezTo>
                  <a:cubicBezTo>
                    <a:pt x="29" y="342"/>
                    <a:pt x="40" y="349"/>
                    <a:pt x="48" y="357"/>
                  </a:cubicBezTo>
                  <a:cubicBezTo>
                    <a:pt x="69" y="380"/>
                    <a:pt x="92" y="402"/>
                    <a:pt x="124" y="409"/>
                  </a:cubicBezTo>
                  <a:cubicBezTo>
                    <a:pt x="140" y="413"/>
                    <a:pt x="173" y="410"/>
                    <a:pt x="181" y="390"/>
                  </a:cubicBezTo>
                  <a:cubicBezTo>
                    <a:pt x="183" y="384"/>
                    <a:pt x="182" y="378"/>
                    <a:pt x="179" y="373"/>
                  </a:cubicBezTo>
                  <a:cubicBezTo>
                    <a:pt x="171" y="363"/>
                    <a:pt x="153" y="359"/>
                    <a:pt x="142" y="360"/>
                  </a:cubicBezTo>
                  <a:cubicBezTo>
                    <a:pt x="135" y="361"/>
                    <a:pt x="128" y="363"/>
                    <a:pt x="121" y="365"/>
                  </a:cubicBezTo>
                  <a:cubicBezTo>
                    <a:pt x="102" y="372"/>
                    <a:pt x="90" y="374"/>
                    <a:pt x="82" y="361"/>
                  </a:cubicBezTo>
                  <a:cubicBezTo>
                    <a:pt x="79" y="356"/>
                    <a:pt x="77" y="351"/>
                    <a:pt x="77" y="346"/>
                  </a:cubicBezTo>
                  <a:cubicBezTo>
                    <a:pt x="77" y="338"/>
                    <a:pt x="82" y="331"/>
                    <a:pt x="91" y="323"/>
                  </a:cubicBezTo>
                  <a:cubicBezTo>
                    <a:pt x="93" y="321"/>
                    <a:pt x="96" y="319"/>
                    <a:pt x="99" y="316"/>
                  </a:cubicBezTo>
                  <a:cubicBezTo>
                    <a:pt x="101" y="329"/>
                    <a:pt x="109" y="336"/>
                    <a:pt x="122" y="336"/>
                  </a:cubicBezTo>
                  <a:cubicBezTo>
                    <a:pt x="128" y="335"/>
                    <a:pt x="133" y="333"/>
                    <a:pt x="139" y="331"/>
                  </a:cubicBezTo>
                  <a:cubicBezTo>
                    <a:pt x="146" y="328"/>
                    <a:pt x="146" y="328"/>
                    <a:pt x="146" y="328"/>
                  </a:cubicBezTo>
                  <a:cubicBezTo>
                    <a:pt x="151" y="327"/>
                    <a:pt x="151" y="327"/>
                    <a:pt x="151" y="327"/>
                  </a:cubicBezTo>
                  <a:cubicBezTo>
                    <a:pt x="156" y="326"/>
                    <a:pt x="162" y="324"/>
                    <a:pt x="166" y="321"/>
                  </a:cubicBezTo>
                  <a:cubicBezTo>
                    <a:pt x="171" y="326"/>
                    <a:pt x="175" y="331"/>
                    <a:pt x="180" y="336"/>
                  </a:cubicBezTo>
                  <a:close/>
                  <a:moveTo>
                    <a:pt x="163" y="295"/>
                  </a:moveTo>
                  <a:cubicBezTo>
                    <a:pt x="165" y="298"/>
                    <a:pt x="166" y="304"/>
                    <a:pt x="166" y="309"/>
                  </a:cubicBezTo>
                  <a:cubicBezTo>
                    <a:pt x="166" y="310"/>
                    <a:pt x="166" y="311"/>
                    <a:pt x="166" y="311"/>
                  </a:cubicBezTo>
                  <a:cubicBezTo>
                    <a:pt x="161" y="305"/>
                    <a:pt x="156" y="298"/>
                    <a:pt x="153" y="291"/>
                  </a:cubicBezTo>
                  <a:cubicBezTo>
                    <a:pt x="157" y="290"/>
                    <a:pt x="160" y="291"/>
                    <a:pt x="163" y="295"/>
                  </a:cubicBezTo>
                  <a:close/>
                  <a:moveTo>
                    <a:pt x="146" y="292"/>
                  </a:moveTo>
                  <a:cubicBezTo>
                    <a:pt x="150" y="301"/>
                    <a:pt x="156" y="309"/>
                    <a:pt x="162" y="317"/>
                  </a:cubicBezTo>
                  <a:cubicBezTo>
                    <a:pt x="159" y="319"/>
                    <a:pt x="154" y="320"/>
                    <a:pt x="150" y="321"/>
                  </a:cubicBezTo>
                  <a:cubicBezTo>
                    <a:pt x="144" y="322"/>
                    <a:pt x="144" y="322"/>
                    <a:pt x="144" y="322"/>
                  </a:cubicBezTo>
                  <a:cubicBezTo>
                    <a:pt x="136" y="325"/>
                    <a:pt x="136" y="325"/>
                    <a:pt x="136" y="325"/>
                  </a:cubicBezTo>
                  <a:cubicBezTo>
                    <a:pt x="131" y="327"/>
                    <a:pt x="126" y="329"/>
                    <a:pt x="122" y="329"/>
                  </a:cubicBezTo>
                  <a:cubicBezTo>
                    <a:pt x="111" y="330"/>
                    <a:pt x="106" y="324"/>
                    <a:pt x="105" y="312"/>
                  </a:cubicBezTo>
                  <a:cubicBezTo>
                    <a:pt x="116" y="303"/>
                    <a:pt x="131" y="294"/>
                    <a:pt x="146" y="292"/>
                  </a:cubicBezTo>
                  <a:close/>
                </a:path>
              </a:pathLst>
            </a:custGeom>
            <a:solidFill>
              <a:srgbClr val="009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9" name="Freeform 2687">
              <a:extLst>
                <a:ext uri="{FF2B5EF4-FFF2-40B4-BE49-F238E27FC236}">
                  <a16:creationId xmlns:a16="http://schemas.microsoft.com/office/drawing/2014/main" id="{8FAD15DF-3901-40F2-A6D2-2326E31D5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059"/>
              <a:ext cx="193" cy="186"/>
            </a:xfrm>
            <a:custGeom>
              <a:avLst/>
              <a:gdLst>
                <a:gd name="T0" fmla="*/ 16611 w 77"/>
                <a:gd name="T1" fmla="*/ 6622 h 70"/>
                <a:gd name="T2" fmla="*/ 16347 w 77"/>
                <a:gd name="T3" fmla="*/ 11912 h 70"/>
                <a:gd name="T4" fmla="*/ 12678 w 77"/>
                <a:gd name="T5" fmla="*/ 18294 h 70"/>
                <a:gd name="T6" fmla="*/ 5717 w 77"/>
                <a:gd name="T7" fmla="*/ 20003 h 70"/>
                <a:gd name="T8" fmla="*/ 3273 w 77"/>
                <a:gd name="T9" fmla="*/ 14856 h 70"/>
                <a:gd name="T10" fmla="*/ 2489 w 77"/>
                <a:gd name="T11" fmla="*/ 9531 h 70"/>
                <a:gd name="T12" fmla="*/ 1968 w 77"/>
                <a:gd name="T13" fmla="*/ 5684 h 70"/>
                <a:gd name="T14" fmla="*/ 0 w 77"/>
                <a:gd name="T15" fmla="*/ 8070 h 70"/>
                <a:gd name="T16" fmla="*/ 313 w 77"/>
                <a:gd name="T17" fmla="*/ 10225 h 70"/>
                <a:gd name="T18" fmla="*/ 993 w 77"/>
                <a:gd name="T19" fmla="*/ 15908 h 70"/>
                <a:gd name="T20" fmla="*/ 4737 w 77"/>
                <a:gd name="T21" fmla="*/ 23186 h 70"/>
                <a:gd name="T22" fmla="*/ 13653 w 77"/>
                <a:gd name="T23" fmla="*/ 21443 h 70"/>
                <a:gd name="T24" fmla="*/ 18596 w 77"/>
                <a:gd name="T25" fmla="*/ 12305 h 70"/>
                <a:gd name="T26" fmla="*/ 18784 w 77"/>
                <a:gd name="T27" fmla="*/ 6622 h 70"/>
                <a:gd name="T28" fmla="*/ 19099 w 77"/>
                <a:gd name="T29" fmla="*/ 1052 h 70"/>
                <a:gd name="T30" fmla="*/ 16819 w 77"/>
                <a:gd name="T31" fmla="*/ 0 h 70"/>
                <a:gd name="T32" fmla="*/ 16611 w 77"/>
                <a:gd name="T33" fmla="*/ 6622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" h="70">
                  <a:moveTo>
                    <a:pt x="67" y="19"/>
                  </a:moveTo>
                  <a:cubicBezTo>
                    <a:pt x="67" y="24"/>
                    <a:pt x="66" y="29"/>
                    <a:pt x="66" y="34"/>
                  </a:cubicBezTo>
                  <a:cubicBezTo>
                    <a:pt x="64" y="46"/>
                    <a:pt x="62" y="48"/>
                    <a:pt x="51" y="52"/>
                  </a:cubicBezTo>
                  <a:cubicBezTo>
                    <a:pt x="39" y="57"/>
                    <a:pt x="30" y="60"/>
                    <a:pt x="23" y="57"/>
                  </a:cubicBezTo>
                  <a:cubicBezTo>
                    <a:pt x="19" y="55"/>
                    <a:pt x="16" y="50"/>
                    <a:pt x="13" y="42"/>
                  </a:cubicBezTo>
                  <a:cubicBezTo>
                    <a:pt x="12" y="38"/>
                    <a:pt x="11" y="33"/>
                    <a:pt x="10" y="27"/>
                  </a:cubicBezTo>
                  <a:cubicBezTo>
                    <a:pt x="10" y="24"/>
                    <a:pt x="9" y="20"/>
                    <a:pt x="8" y="16"/>
                  </a:cubicBezTo>
                  <a:cubicBezTo>
                    <a:pt x="6" y="18"/>
                    <a:pt x="3" y="21"/>
                    <a:pt x="0" y="23"/>
                  </a:cubicBezTo>
                  <a:cubicBezTo>
                    <a:pt x="0" y="25"/>
                    <a:pt x="1" y="27"/>
                    <a:pt x="1" y="29"/>
                  </a:cubicBezTo>
                  <a:cubicBezTo>
                    <a:pt x="2" y="34"/>
                    <a:pt x="3" y="40"/>
                    <a:pt x="4" y="45"/>
                  </a:cubicBezTo>
                  <a:cubicBezTo>
                    <a:pt x="7" y="55"/>
                    <a:pt x="12" y="62"/>
                    <a:pt x="19" y="66"/>
                  </a:cubicBezTo>
                  <a:cubicBezTo>
                    <a:pt x="29" y="70"/>
                    <a:pt x="40" y="67"/>
                    <a:pt x="55" y="61"/>
                  </a:cubicBezTo>
                  <a:cubicBezTo>
                    <a:pt x="68" y="56"/>
                    <a:pt x="73" y="52"/>
                    <a:pt x="75" y="35"/>
                  </a:cubicBezTo>
                  <a:cubicBezTo>
                    <a:pt x="76" y="30"/>
                    <a:pt x="76" y="24"/>
                    <a:pt x="76" y="19"/>
                  </a:cubicBezTo>
                  <a:cubicBezTo>
                    <a:pt x="76" y="13"/>
                    <a:pt x="77" y="8"/>
                    <a:pt x="77" y="3"/>
                  </a:cubicBezTo>
                  <a:cubicBezTo>
                    <a:pt x="74" y="2"/>
                    <a:pt x="71" y="1"/>
                    <a:pt x="68" y="0"/>
                  </a:cubicBezTo>
                  <a:cubicBezTo>
                    <a:pt x="67" y="7"/>
                    <a:pt x="67" y="13"/>
                    <a:pt x="67" y="19"/>
                  </a:cubicBezTo>
                  <a:close/>
                </a:path>
              </a:pathLst>
            </a:custGeom>
            <a:solidFill>
              <a:srgbClr val="009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0" name="Freeform 2688">
              <a:extLst>
                <a:ext uri="{FF2B5EF4-FFF2-40B4-BE49-F238E27FC236}">
                  <a16:creationId xmlns:a16="http://schemas.microsoft.com/office/drawing/2014/main" id="{38EEFCCE-7BE4-4DD9-B44D-ED9D266E7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120"/>
              <a:ext cx="225" cy="344"/>
            </a:xfrm>
            <a:custGeom>
              <a:avLst/>
              <a:gdLst>
                <a:gd name="T0" fmla="*/ 21020 w 90"/>
                <a:gd name="T1" fmla="*/ 42475 h 129"/>
                <a:gd name="T2" fmla="*/ 21020 w 90"/>
                <a:gd name="T3" fmla="*/ 42475 h 129"/>
                <a:gd name="T4" fmla="*/ 18875 w 90"/>
                <a:gd name="T5" fmla="*/ 37069 h 129"/>
                <a:gd name="T6" fmla="*/ 13675 w 90"/>
                <a:gd name="T7" fmla="*/ 28467 h 129"/>
                <a:gd name="T8" fmla="*/ 10283 w 90"/>
                <a:gd name="T9" fmla="*/ 27669 h 129"/>
                <a:gd name="T10" fmla="*/ 4688 w 90"/>
                <a:gd name="T11" fmla="*/ 25485 h 129"/>
                <a:gd name="T12" fmla="*/ 3438 w 90"/>
                <a:gd name="T13" fmla="*/ 16589 h 129"/>
                <a:gd name="T14" fmla="*/ 3438 w 90"/>
                <a:gd name="T15" fmla="*/ 15779 h 129"/>
                <a:gd name="T16" fmla="*/ 5863 w 90"/>
                <a:gd name="T17" fmla="*/ 3243 h 129"/>
                <a:gd name="T18" fmla="*/ 5863 w 90"/>
                <a:gd name="T19" fmla="*/ 2824 h 129"/>
                <a:gd name="T20" fmla="*/ 3908 w 90"/>
                <a:gd name="T21" fmla="*/ 0 h 129"/>
                <a:gd name="T22" fmla="*/ 3908 w 90"/>
                <a:gd name="T23" fmla="*/ 661 h 129"/>
                <a:gd name="T24" fmla="*/ 3438 w 90"/>
                <a:gd name="T25" fmla="*/ 2184 h 129"/>
                <a:gd name="T26" fmla="*/ 988 w 90"/>
                <a:gd name="T27" fmla="*/ 15531 h 129"/>
                <a:gd name="T28" fmla="*/ 988 w 90"/>
                <a:gd name="T29" fmla="*/ 16179 h 129"/>
                <a:gd name="T30" fmla="*/ 3438 w 90"/>
                <a:gd name="T31" fmla="*/ 28728 h 129"/>
                <a:gd name="T32" fmla="*/ 10083 w 90"/>
                <a:gd name="T33" fmla="*/ 30891 h 129"/>
                <a:gd name="T34" fmla="*/ 13208 w 90"/>
                <a:gd name="T35" fmla="*/ 31709 h 129"/>
                <a:gd name="T36" fmla="*/ 16613 w 90"/>
                <a:gd name="T37" fmla="*/ 37773 h 129"/>
                <a:gd name="T38" fmla="*/ 19533 w 90"/>
                <a:gd name="T39" fmla="*/ 45304 h 129"/>
                <a:gd name="T40" fmla="*/ 22000 w 90"/>
                <a:gd name="T41" fmla="*/ 46365 h 129"/>
                <a:gd name="T42" fmla="*/ 21020 w 90"/>
                <a:gd name="T43" fmla="*/ 42475 h 12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0" h="129">
                  <a:moveTo>
                    <a:pt x="86" y="118"/>
                  </a:moveTo>
                  <a:cubicBezTo>
                    <a:pt x="86" y="118"/>
                    <a:pt x="86" y="118"/>
                    <a:pt x="86" y="118"/>
                  </a:cubicBezTo>
                  <a:cubicBezTo>
                    <a:pt x="81" y="115"/>
                    <a:pt x="79" y="109"/>
                    <a:pt x="77" y="103"/>
                  </a:cubicBezTo>
                  <a:cubicBezTo>
                    <a:pt x="75" y="94"/>
                    <a:pt x="71" y="83"/>
                    <a:pt x="56" y="79"/>
                  </a:cubicBezTo>
                  <a:cubicBezTo>
                    <a:pt x="52" y="78"/>
                    <a:pt x="47" y="77"/>
                    <a:pt x="42" y="77"/>
                  </a:cubicBezTo>
                  <a:cubicBezTo>
                    <a:pt x="34" y="76"/>
                    <a:pt x="25" y="75"/>
                    <a:pt x="19" y="71"/>
                  </a:cubicBezTo>
                  <a:cubicBezTo>
                    <a:pt x="11" y="67"/>
                    <a:pt x="12" y="58"/>
                    <a:pt x="14" y="46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5" y="31"/>
                    <a:pt x="19" y="21"/>
                    <a:pt x="24" y="9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2" y="5"/>
                    <a:pt x="19" y="3"/>
                    <a:pt x="16" y="0"/>
                  </a:cubicBezTo>
                  <a:cubicBezTo>
                    <a:pt x="16" y="1"/>
                    <a:pt x="16" y="2"/>
                    <a:pt x="16" y="2"/>
                  </a:cubicBezTo>
                  <a:cubicBezTo>
                    <a:pt x="16" y="2"/>
                    <a:pt x="14" y="6"/>
                    <a:pt x="14" y="6"/>
                  </a:cubicBezTo>
                  <a:cubicBezTo>
                    <a:pt x="10" y="18"/>
                    <a:pt x="6" y="29"/>
                    <a:pt x="4" y="43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2" y="56"/>
                    <a:pt x="0" y="72"/>
                    <a:pt x="14" y="80"/>
                  </a:cubicBezTo>
                  <a:cubicBezTo>
                    <a:pt x="22" y="84"/>
                    <a:pt x="32" y="85"/>
                    <a:pt x="41" y="86"/>
                  </a:cubicBezTo>
                  <a:cubicBezTo>
                    <a:pt x="46" y="87"/>
                    <a:pt x="50" y="88"/>
                    <a:pt x="54" y="88"/>
                  </a:cubicBezTo>
                  <a:cubicBezTo>
                    <a:pt x="64" y="91"/>
                    <a:pt x="65" y="97"/>
                    <a:pt x="68" y="105"/>
                  </a:cubicBezTo>
                  <a:cubicBezTo>
                    <a:pt x="70" y="112"/>
                    <a:pt x="73" y="120"/>
                    <a:pt x="80" y="126"/>
                  </a:cubicBezTo>
                  <a:cubicBezTo>
                    <a:pt x="83" y="128"/>
                    <a:pt x="86" y="129"/>
                    <a:pt x="90" y="129"/>
                  </a:cubicBezTo>
                  <a:cubicBezTo>
                    <a:pt x="89" y="126"/>
                    <a:pt x="88" y="122"/>
                    <a:pt x="86" y="118"/>
                  </a:cubicBez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1" name="Freeform 2689">
              <a:extLst>
                <a:ext uri="{FF2B5EF4-FFF2-40B4-BE49-F238E27FC236}">
                  <a16:creationId xmlns:a16="http://schemas.microsoft.com/office/drawing/2014/main" id="{9BD4D7FF-6B40-4148-9323-3C28F7BAE2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0" y="1973"/>
              <a:ext cx="578" cy="624"/>
            </a:xfrm>
            <a:custGeom>
              <a:avLst/>
              <a:gdLst>
                <a:gd name="T0" fmla="*/ 6656 w 231"/>
                <a:gd name="T1" fmla="*/ 57856 h 234"/>
                <a:gd name="T2" fmla="*/ 0 w 231"/>
                <a:gd name="T3" fmla="*/ 64077 h 234"/>
                <a:gd name="T4" fmla="*/ 1772 w 231"/>
                <a:gd name="T5" fmla="*/ 67299 h 234"/>
                <a:gd name="T6" fmla="*/ 6656 w 231"/>
                <a:gd name="T7" fmla="*/ 61077 h 234"/>
                <a:gd name="T8" fmla="*/ 14508 w 231"/>
                <a:gd name="T9" fmla="*/ 69027 h 234"/>
                <a:gd name="T10" fmla="*/ 14508 w 231"/>
                <a:gd name="T11" fmla="*/ 76608 h 234"/>
                <a:gd name="T12" fmla="*/ 14225 w 231"/>
                <a:gd name="T13" fmla="*/ 82376 h 234"/>
                <a:gd name="T14" fmla="*/ 16654 w 231"/>
                <a:gd name="T15" fmla="*/ 83491 h 234"/>
                <a:gd name="T16" fmla="*/ 16654 w 231"/>
                <a:gd name="T17" fmla="*/ 77005 h 234"/>
                <a:gd name="T18" fmla="*/ 16654 w 231"/>
                <a:gd name="T19" fmla="*/ 68360 h 234"/>
                <a:gd name="T20" fmla="*/ 6656 w 231"/>
                <a:gd name="T21" fmla="*/ 57856 h 234"/>
                <a:gd name="T22" fmla="*/ 30892 w 231"/>
                <a:gd name="T23" fmla="*/ 58653 h 234"/>
                <a:gd name="T24" fmla="*/ 29721 w 231"/>
                <a:gd name="T25" fmla="*/ 56491 h 234"/>
                <a:gd name="T26" fmla="*/ 23828 w 231"/>
                <a:gd name="T27" fmla="*/ 49608 h 234"/>
                <a:gd name="T28" fmla="*/ 20380 w 231"/>
                <a:gd name="T29" fmla="*/ 52189 h 234"/>
                <a:gd name="T30" fmla="*/ 21556 w 231"/>
                <a:gd name="T31" fmla="*/ 70792 h 234"/>
                <a:gd name="T32" fmla="*/ 22339 w 231"/>
                <a:gd name="T33" fmla="*/ 73365 h 234"/>
                <a:gd name="T34" fmla="*/ 23560 w 231"/>
                <a:gd name="T35" fmla="*/ 84139 h 234"/>
                <a:gd name="T36" fmla="*/ 25987 w 231"/>
                <a:gd name="T37" fmla="*/ 83080 h 234"/>
                <a:gd name="T38" fmla="*/ 24529 w 231"/>
                <a:gd name="T39" fmla="*/ 72269 h 234"/>
                <a:gd name="T40" fmla="*/ 23828 w 231"/>
                <a:gd name="T41" fmla="*/ 69427 h 234"/>
                <a:gd name="T42" fmla="*/ 22339 w 231"/>
                <a:gd name="T43" fmla="*/ 54365 h 234"/>
                <a:gd name="T44" fmla="*/ 23560 w 231"/>
                <a:gd name="T45" fmla="*/ 53248 h 234"/>
                <a:gd name="T46" fmla="*/ 27949 w 231"/>
                <a:gd name="T47" fmla="*/ 58653 h 234"/>
                <a:gd name="T48" fmla="*/ 29250 w 231"/>
                <a:gd name="T49" fmla="*/ 60835 h 234"/>
                <a:gd name="T50" fmla="*/ 31863 w 231"/>
                <a:gd name="T51" fmla="*/ 65784 h 234"/>
                <a:gd name="T52" fmla="*/ 36582 w 231"/>
                <a:gd name="T53" fmla="*/ 73365 h 234"/>
                <a:gd name="T54" fmla="*/ 38253 w 231"/>
                <a:gd name="T55" fmla="*/ 70792 h 234"/>
                <a:gd name="T56" fmla="*/ 33634 w 231"/>
                <a:gd name="T57" fmla="*/ 63659 h 234"/>
                <a:gd name="T58" fmla="*/ 30892 w 231"/>
                <a:gd name="T59" fmla="*/ 58653 h 234"/>
                <a:gd name="T60" fmla="*/ 53261 w 231"/>
                <a:gd name="T61" fmla="*/ 6464 h 234"/>
                <a:gd name="T62" fmla="*/ 54720 w 231"/>
                <a:gd name="T63" fmla="*/ 19421 h 234"/>
                <a:gd name="T64" fmla="*/ 55428 w 231"/>
                <a:gd name="T65" fmla="*/ 14016 h 234"/>
                <a:gd name="T66" fmla="*/ 55428 w 231"/>
                <a:gd name="T67" fmla="*/ 7531 h 234"/>
                <a:gd name="T68" fmla="*/ 56209 w 231"/>
                <a:gd name="T69" fmla="*/ 5405 h 234"/>
                <a:gd name="T70" fmla="*/ 56679 w 231"/>
                <a:gd name="T71" fmla="*/ 0 h 234"/>
                <a:gd name="T72" fmla="*/ 53261 w 231"/>
                <a:gd name="T73" fmla="*/ 6464 h 23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1" h="234">
                  <a:moveTo>
                    <a:pt x="27" y="161"/>
                  </a:moveTo>
                  <a:cubicBezTo>
                    <a:pt x="14" y="161"/>
                    <a:pt x="5" y="167"/>
                    <a:pt x="0" y="178"/>
                  </a:cubicBezTo>
                  <a:cubicBezTo>
                    <a:pt x="3" y="181"/>
                    <a:pt x="5" y="184"/>
                    <a:pt x="7" y="187"/>
                  </a:cubicBezTo>
                  <a:cubicBezTo>
                    <a:pt x="10" y="173"/>
                    <a:pt x="21" y="171"/>
                    <a:pt x="27" y="170"/>
                  </a:cubicBezTo>
                  <a:cubicBezTo>
                    <a:pt x="40" y="170"/>
                    <a:pt x="56" y="178"/>
                    <a:pt x="59" y="192"/>
                  </a:cubicBezTo>
                  <a:cubicBezTo>
                    <a:pt x="60" y="199"/>
                    <a:pt x="60" y="206"/>
                    <a:pt x="59" y="213"/>
                  </a:cubicBezTo>
                  <a:cubicBezTo>
                    <a:pt x="58" y="218"/>
                    <a:pt x="58" y="223"/>
                    <a:pt x="58" y="229"/>
                  </a:cubicBezTo>
                  <a:cubicBezTo>
                    <a:pt x="62" y="230"/>
                    <a:pt x="65" y="231"/>
                    <a:pt x="68" y="232"/>
                  </a:cubicBezTo>
                  <a:cubicBezTo>
                    <a:pt x="67" y="226"/>
                    <a:pt x="68" y="220"/>
                    <a:pt x="68" y="214"/>
                  </a:cubicBezTo>
                  <a:cubicBezTo>
                    <a:pt x="69" y="206"/>
                    <a:pt x="70" y="198"/>
                    <a:pt x="68" y="190"/>
                  </a:cubicBezTo>
                  <a:cubicBezTo>
                    <a:pt x="65" y="171"/>
                    <a:pt x="44" y="160"/>
                    <a:pt x="27" y="161"/>
                  </a:cubicBezTo>
                  <a:close/>
                  <a:moveTo>
                    <a:pt x="126" y="163"/>
                  </a:moveTo>
                  <a:cubicBezTo>
                    <a:pt x="121" y="157"/>
                    <a:pt x="121" y="157"/>
                    <a:pt x="121" y="157"/>
                  </a:cubicBezTo>
                  <a:cubicBezTo>
                    <a:pt x="115" y="149"/>
                    <a:pt x="107" y="138"/>
                    <a:pt x="97" y="138"/>
                  </a:cubicBezTo>
                  <a:cubicBezTo>
                    <a:pt x="92" y="138"/>
                    <a:pt x="87" y="140"/>
                    <a:pt x="83" y="145"/>
                  </a:cubicBezTo>
                  <a:cubicBezTo>
                    <a:pt x="72" y="158"/>
                    <a:pt x="82" y="181"/>
                    <a:pt x="88" y="197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6" y="215"/>
                    <a:pt x="99" y="225"/>
                    <a:pt x="96" y="234"/>
                  </a:cubicBezTo>
                  <a:cubicBezTo>
                    <a:pt x="99" y="233"/>
                    <a:pt x="103" y="232"/>
                    <a:pt x="106" y="231"/>
                  </a:cubicBezTo>
                  <a:cubicBezTo>
                    <a:pt x="108" y="220"/>
                    <a:pt x="104" y="209"/>
                    <a:pt x="100" y="201"/>
                  </a:cubicBezTo>
                  <a:cubicBezTo>
                    <a:pt x="97" y="193"/>
                    <a:pt x="97" y="193"/>
                    <a:pt x="97" y="193"/>
                  </a:cubicBezTo>
                  <a:cubicBezTo>
                    <a:pt x="92" y="181"/>
                    <a:pt x="83" y="160"/>
                    <a:pt x="91" y="151"/>
                  </a:cubicBezTo>
                  <a:cubicBezTo>
                    <a:pt x="94" y="147"/>
                    <a:pt x="96" y="148"/>
                    <a:pt x="96" y="148"/>
                  </a:cubicBezTo>
                  <a:cubicBezTo>
                    <a:pt x="102" y="148"/>
                    <a:pt x="109" y="157"/>
                    <a:pt x="114" y="163"/>
                  </a:cubicBezTo>
                  <a:cubicBezTo>
                    <a:pt x="119" y="169"/>
                    <a:pt x="119" y="169"/>
                    <a:pt x="119" y="169"/>
                  </a:cubicBezTo>
                  <a:cubicBezTo>
                    <a:pt x="130" y="183"/>
                    <a:pt x="130" y="183"/>
                    <a:pt x="130" y="183"/>
                  </a:cubicBezTo>
                  <a:cubicBezTo>
                    <a:pt x="136" y="190"/>
                    <a:pt x="142" y="198"/>
                    <a:pt x="149" y="204"/>
                  </a:cubicBezTo>
                  <a:cubicBezTo>
                    <a:pt x="151" y="202"/>
                    <a:pt x="153" y="200"/>
                    <a:pt x="156" y="197"/>
                  </a:cubicBezTo>
                  <a:cubicBezTo>
                    <a:pt x="149" y="191"/>
                    <a:pt x="143" y="184"/>
                    <a:pt x="137" y="177"/>
                  </a:cubicBezTo>
                  <a:lnTo>
                    <a:pt x="126" y="163"/>
                  </a:lnTo>
                  <a:close/>
                  <a:moveTo>
                    <a:pt x="217" y="18"/>
                  </a:moveTo>
                  <a:cubicBezTo>
                    <a:pt x="212" y="33"/>
                    <a:pt x="216" y="44"/>
                    <a:pt x="223" y="54"/>
                  </a:cubicBezTo>
                  <a:cubicBezTo>
                    <a:pt x="224" y="49"/>
                    <a:pt x="225" y="44"/>
                    <a:pt x="226" y="39"/>
                  </a:cubicBezTo>
                  <a:cubicBezTo>
                    <a:pt x="224" y="33"/>
                    <a:pt x="224" y="28"/>
                    <a:pt x="226" y="21"/>
                  </a:cubicBezTo>
                  <a:cubicBezTo>
                    <a:pt x="227" y="19"/>
                    <a:pt x="228" y="17"/>
                    <a:pt x="229" y="15"/>
                  </a:cubicBezTo>
                  <a:cubicBezTo>
                    <a:pt x="230" y="10"/>
                    <a:pt x="231" y="5"/>
                    <a:pt x="231" y="0"/>
                  </a:cubicBezTo>
                  <a:cubicBezTo>
                    <a:pt x="225" y="5"/>
                    <a:pt x="220" y="10"/>
                    <a:pt x="217" y="18"/>
                  </a:cubicBezTo>
                  <a:close/>
                </a:path>
              </a:pathLst>
            </a:custGeom>
            <a:solidFill>
              <a:srgbClr val="C2E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2" name="Freeform 2690">
              <a:extLst>
                <a:ext uri="{FF2B5EF4-FFF2-40B4-BE49-F238E27FC236}">
                  <a16:creationId xmlns:a16="http://schemas.microsoft.com/office/drawing/2014/main" id="{659AC264-8EDC-4F20-8B89-4CC11BF8D2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" y="1099"/>
              <a:ext cx="740" cy="1418"/>
            </a:xfrm>
            <a:custGeom>
              <a:avLst/>
              <a:gdLst>
                <a:gd name="T0" fmla="*/ 39845 w 296"/>
                <a:gd name="T1" fmla="*/ 117593 h 532"/>
                <a:gd name="T2" fmla="*/ 72270 w 296"/>
                <a:gd name="T3" fmla="*/ 91768 h 532"/>
                <a:gd name="T4" fmla="*/ 62033 w 296"/>
                <a:gd name="T5" fmla="*/ 67789 h 532"/>
                <a:gd name="T6" fmla="*/ 43488 w 296"/>
                <a:gd name="T7" fmla="*/ 45880 h 532"/>
                <a:gd name="T8" fmla="*/ 28833 w 296"/>
                <a:gd name="T9" fmla="*/ 21094 h 532"/>
                <a:gd name="T10" fmla="*/ 15438 w 296"/>
                <a:gd name="T11" fmla="*/ 35125 h 532"/>
                <a:gd name="T12" fmla="*/ 7813 w 296"/>
                <a:gd name="T13" fmla="*/ 47343 h 532"/>
                <a:gd name="T14" fmla="*/ 8333 w 296"/>
                <a:gd name="T15" fmla="*/ 81410 h 532"/>
                <a:gd name="T16" fmla="*/ 783 w 296"/>
                <a:gd name="T17" fmla="*/ 93623 h 532"/>
                <a:gd name="T18" fmla="*/ 8595 w 296"/>
                <a:gd name="T19" fmla="*/ 118651 h 532"/>
                <a:gd name="T20" fmla="*/ 15938 w 296"/>
                <a:gd name="T21" fmla="*/ 170997 h 532"/>
                <a:gd name="T22" fmla="*/ 42000 w 296"/>
                <a:gd name="T23" fmla="*/ 157832 h 532"/>
                <a:gd name="T24" fmla="*/ 55470 w 296"/>
                <a:gd name="T25" fmla="*/ 183210 h 532"/>
                <a:gd name="T26" fmla="*/ 17895 w 296"/>
                <a:gd name="T27" fmla="*/ 34826 h 532"/>
                <a:gd name="T28" fmla="*/ 6845 w 296"/>
                <a:gd name="T29" fmla="*/ 106800 h 532"/>
                <a:gd name="T30" fmla="*/ 52738 w 296"/>
                <a:gd name="T31" fmla="*/ 141683 h 532"/>
                <a:gd name="T32" fmla="*/ 27345 w 296"/>
                <a:gd name="T33" fmla="*/ 134502 h 532"/>
                <a:gd name="T34" fmla="*/ 50125 w 296"/>
                <a:gd name="T35" fmla="*/ 145164 h 532"/>
                <a:gd name="T36" fmla="*/ 22970 w 296"/>
                <a:gd name="T37" fmla="*/ 113011 h 532"/>
                <a:gd name="T38" fmla="*/ 18875 w 296"/>
                <a:gd name="T39" fmla="*/ 140979 h 532"/>
                <a:gd name="T40" fmla="*/ 38408 w 296"/>
                <a:gd name="T41" fmla="*/ 109770 h 532"/>
                <a:gd name="T42" fmla="*/ 25908 w 296"/>
                <a:gd name="T43" fmla="*/ 88926 h 532"/>
                <a:gd name="T44" fmla="*/ 33988 w 296"/>
                <a:gd name="T45" fmla="*/ 40885 h 532"/>
                <a:gd name="T46" fmla="*/ 34188 w 296"/>
                <a:gd name="T47" fmla="*/ 52999 h 532"/>
                <a:gd name="T48" fmla="*/ 35158 w 296"/>
                <a:gd name="T49" fmla="*/ 72374 h 532"/>
                <a:gd name="T50" fmla="*/ 39583 w 296"/>
                <a:gd name="T51" fmla="*/ 75349 h 532"/>
                <a:gd name="T52" fmla="*/ 44270 w 296"/>
                <a:gd name="T53" fmla="*/ 79890 h 532"/>
                <a:gd name="T54" fmla="*/ 30783 w 296"/>
                <a:gd name="T55" fmla="*/ 92165 h 532"/>
                <a:gd name="T56" fmla="*/ 45438 w 296"/>
                <a:gd name="T57" fmla="*/ 94284 h 532"/>
                <a:gd name="T58" fmla="*/ 55000 w 296"/>
                <a:gd name="T59" fmla="*/ 106553 h 532"/>
                <a:gd name="T60" fmla="*/ 59113 w 296"/>
                <a:gd name="T61" fmla="*/ 99284 h 532"/>
                <a:gd name="T62" fmla="*/ 59113 w 296"/>
                <a:gd name="T63" fmla="*/ 91464 h 532"/>
                <a:gd name="T64" fmla="*/ 40833 w 296"/>
                <a:gd name="T65" fmla="*/ 110042 h 532"/>
                <a:gd name="T66" fmla="*/ 51770 w 296"/>
                <a:gd name="T67" fmla="*/ 111953 h 532"/>
                <a:gd name="T68" fmla="*/ 61063 w 296"/>
                <a:gd name="T69" fmla="*/ 120128 h 532"/>
                <a:gd name="T70" fmla="*/ 66925 w 296"/>
                <a:gd name="T71" fmla="*/ 78185 h 532"/>
                <a:gd name="T72" fmla="*/ 56458 w 296"/>
                <a:gd name="T73" fmla="*/ 83129 h 532"/>
                <a:gd name="T74" fmla="*/ 48363 w 296"/>
                <a:gd name="T75" fmla="*/ 48700 h 532"/>
                <a:gd name="T76" fmla="*/ 60083 w 296"/>
                <a:gd name="T77" fmla="*/ 65916 h 532"/>
                <a:gd name="T78" fmla="*/ 42970 w 296"/>
                <a:gd name="T79" fmla="*/ 67379 h 532"/>
                <a:gd name="T80" fmla="*/ 37113 w 296"/>
                <a:gd name="T81" fmla="*/ 48700 h 532"/>
                <a:gd name="T82" fmla="*/ 26688 w 296"/>
                <a:gd name="T83" fmla="*/ 10755 h 532"/>
                <a:gd name="T84" fmla="*/ 23250 w 296"/>
                <a:gd name="T85" fmla="*/ 42002 h 532"/>
                <a:gd name="T86" fmla="*/ 23250 w 296"/>
                <a:gd name="T87" fmla="*/ 42002 h 532"/>
                <a:gd name="T88" fmla="*/ 24220 w 296"/>
                <a:gd name="T89" fmla="*/ 61616 h 532"/>
                <a:gd name="T90" fmla="*/ 10750 w 296"/>
                <a:gd name="T91" fmla="*/ 48460 h 532"/>
                <a:gd name="T92" fmla="*/ 9300 w 296"/>
                <a:gd name="T93" fmla="*/ 61616 h 532"/>
                <a:gd name="T94" fmla="*/ 8800 w 296"/>
                <a:gd name="T95" fmla="*/ 108314 h 532"/>
                <a:gd name="T96" fmla="*/ 3720 w 296"/>
                <a:gd name="T97" fmla="*/ 74554 h 532"/>
                <a:gd name="T98" fmla="*/ 28645 w 296"/>
                <a:gd name="T99" fmla="*/ 82071 h 532"/>
                <a:gd name="T100" fmla="*/ 14970 w 296"/>
                <a:gd name="T101" fmla="*/ 107619 h 532"/>
                <a:gd name="T102" fmla="*/ 17583 w 296"/>
                <a:gd name="T103" fmla="*/ 159139 h 532"/>
                <a:gd name="T104" fmla="*/ 15438 w 296"/>
                <a:gd name="T105" fmla="*/ 146225 h 532"/>
                <a:gd name="T106" fmla="*/ 19845 w 296"/>
                <a:gd name="T107" fmla="*/ 161719 h 532"/>
                <a:gd name="T108" fmla="*/ 38408 w 296"/>
                <a:gd name="T109" fmla="*/ 156716 h 532"/>
                <a:gd name="T110" fmla="*/ 40050 w 296"/>
                <a:gd name="T111" fmla="*/ 151374 h 532"/>
                <a:gd name="T112" fmla="*/ 42000 w 296"/>
                <a:gd name="T113" fmla="*/ 148141 h 532"/>
                <a:gd name="T114" fmla="*/ 49813 w 296"/>
                <a:gd name="T115" fmla="*/ 149442 h 532"/>
                <a:gd name="T116" fmla="*/ 52083 w 296"/>
                <a:gd name="T117" fmla="*/ 182152 h 532"/>
                <a:gd name="T118" fmla="*/ 52738 w 296"/>
                <a:gd name="T119" fmla="*/ 146225 h 532"/>
                <a:gd name="T120" fmla="*/ 60550 w 296"/>
                <a:gd name="T121" fmla="*/ 155657 h 532"/>
                <a:gd name="T122" fmla="*/ 57158 w 296"/>
                <a:gd name="T123" fmla="*/ 133705 h 53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96" h="532">
                  <a:moveTo>
                    <a:pt x="261" y="454"/>
                  </a:moveTo>
                  <a:cubicBezTo>
                    <a:pt x="261" y="454"/>
                    <a:pt x="259" y="452"/>
                    <a:pt x="258" y="439"/>
                  </a:cubicBezTo>
                  <a:cubicBezTo>
                    <a:pt x="257" y="433"/>
                    <a:pt x="257" y="433"/>
                    <a:pt x="257" y="433"/>
                  </a:cubicBezTo>
                  <a:cubicBezTo>
                    <a:pt x="257" y="425"/>
                    <a:pt x="256" y="417"/>
                    <a:pt x="257" y="409"/>
                  </a:cubicBezTo>
                  <a:cubicBezTo>
                    <a:pt x="258" y="400"/>
                    <a:pt x="258" y="400"/>
                    <a:pt x="258" y="400"/>
                  </a:cubicBezTo>
                  <a:cubicBezTo>
                    <a:pt x="259" y="393"/>
                    <a:pt x="260" y="384"/>
                    <a:pt x="258" y="377"/>
                  </a:cubicBezTo>
                  <a:cubicBezTo>
                    <a:pt x="254" y="366"/>
                    <a:pt x="246" y="360"/>
                    <a:pt x="235" y="360"/>
                  </a:cubicBezTo>
                  <a:cubicBezTo>
                    <a:pt x="232" y="360"/>
                    <a:pt x="230" y="360"/>
                    <a:pt x="227" y="361"/>
                  </a:cubicBezTo>
                  <a:cubicBezTo>
                    <a:pt x="219" y="353"/>
                    <a:pt x="206" y="351"/>
                    <a:pt x="195" y="349"/>
                  </a:cubicBezTo>
                  <a:cubicBezTo>
                    <a:pt x="173" y="345"/>
                    <a:pt x="163" y="342"/>
                    <a:pt x="163" y="330"/>
                  </a:cubicBezTo>
                  <a:cubicBezTo>
                    <a:pt x="163" y="329"/>
                    <a:pt x="163" y="328"/>
                    <a:pt x="163" y="328"/>
                  </a:cubicBezTo>
                  <a:cubicBezTo>
                    <a:pt x="163" y="326"/>
                    <a:pt x="164" y="324"/>
                    <a:pt x="164" y="323"/>
                  </a:cubicBezTo>
                  <a:cubicBezTo>
                    <a:pt x="170" y="329"/>
                    <a:pt x="177" y="334"/>
                    <a:pt x="180" y="336"/>
                  </a:cubicBezTo>
                  <a:cubicBezTo>
                    <a:pt x="195" y="344"/>
                    <a:pt x="226" y="358"/>
                    <a:pt x="246" y="351"/>
                  </a:cubicBezTo>
                  <a:cubicBezTo>
                    <a:pt x="253" y="348"/>
                    <a:pt x="258" y="344"/>
                    <a:pt x="259" y="339"/>
                  </a:cubicBezTo>
                  <a:cubicBezTo>
                    <a:pt x="259" y="337"/>
                    <a:pt x="260" y="336"/>
                    <a:pt x="260" y="335"/>
                  </a:cubicBezTo>
                  <a:cubicBezTo>
                    <a:pt x="260" y="329"/>
                    <a:pt x="256" y="323"/>
                    <a:pt x="253" y="318"/>
                  </a:cubicBezTo>
                  <a:cubicBezTo>
                    <a:pt x="254" y="318"/>
                    <a:pt x="255" y="319"/>
                    <a:pt x="256" y="318"/>
                  </a:cubicBezTo>
                  <a:cubicBezTo>
                    <a:pt x="261" y="318"/>
                    <a:pt x="267" y="315"/>
                    <a:pt x="272" y="309"/>
                  </a:cubicBezTo>
                  <a:cubicBezTo>
                    <a:pt x="276" y="304"/>
                    <a:pt x="279" y="297"/>
                    <a:pt x="282" y="290"/>
                  </a:cubicBezTo>
                  <a:cubicBezTo>
                    <a:pt x="287" y="282"/>
                    <a:pt x="291" y="273"/>
                    <a:pt x="296" y="267"/>
                  </a:cubicBezTo>
                  <a:cubicBezTo>
                    <a:pt x="296" y="264"/>
                    <a:pt x="296" y="260"/>
                    <a:pt x="296" y="256"/>
                  </a:cubicBezTo>
                  <a:cubicBezTo>
                    <a:pt x="286" y="261"/>
                    <a:pt x="279" y="274"/>
                    <a:pt x="274" y="286"/>
                  </a:cubicBezTo>
                  <a:cubicBezTo>
                    <a:pt x="270" y="293"/>
                    <a:pt x="267" y="299"/>
                    <a:pt x="264" y="303"/>
                  </a:cubicBezTo>
                  <a:cubicBezTo>
                    <a:pt x="264" y="304"/>
                    <a:pt x="263" y="304"/>
                    <a:pt x="262" y="305"/>
                  </a:cubicBezTo>
                  <a:cubicBezTo>
                    <a:pt x="265" y="301"/>
                    <a:pt x="268" y="296"/>
                    <a:pt x="269" y="291"/>
                  </a:cubicBezTo>
                  <a:cubicBezTo>
                    <a:pt x="270" y="288"/>
                    <a:pt x="271" y="284"/>
                    <a:pt x="271" y="281"/>
                  </a:cubicBezTo>
                  <a:cubicBezTo>
                    <a:pt x="271" y="280"/>
                    <a:pt x="271" y="280"/>
                    <a:pt x="271" y="280"/>
                  </a:cubicBezTo>
                  <a:cubicBezTo>
                    <a:pt x="280" y="264"/>
                    <a:pt x="287" y="246"/>
                    <a:pt x="288" y="234"/>
                  </a:cubicBezTo>
                  <a:cubicBezTo>
                    <a:pt x="288" y="233"/>
                    <a:pt x="288" y="232"/>
                    <a:pt x="288" y="231"/>
                  </a:cubicBezTo>
                  <a:cubicBezTo>
                    <a:pt x="288" y="221"/>
                    <a:pt x="285" y="215"/>
                    <a:pt x="280" y="210"/>
                  </a:cubicBezTo>
                  <a:cubicBezTo>
                    <a:pt x="277" y="207"/>
                    <a:pt x="272" y="206"/>
                    <a:pt x="266" y="206"/>
                  </a:cubicBezTo>
                  <a:cubicBezTo>
                    <a:pt x="264" y="199"/>
                    <a:pt x="260" y="194"/>
                    <a:pt x="254" y="189"/>
                  </a:cubicBezTo>
                  <a:cubicBezTo>
                    <a:pt x="263" y="180"/>
                    <a:pt x="270" y="169"/>
                    <a:pt x="270" y="156"/>
                  </a:cubicBezTo>
                  <a:cubicBezTo>
                    <a:pt x="270" y="150"/>
                    <a:pt x="268" y="143"/>
                    <a:pt x="265" y="135"/>
                  </a:cubicBezTo>
                  <a:cubicBezTo>
                    <a:pt x="261" y="128"/>
                    <a:pt x="257" y="123"/>
                    <a:pt x="253" y="120"/>
                  </a:cubicBezTo>
                  <a:cubicBezTo>
                    <a:pt x="256" y="110"/>
                    <a:pt x="258" y="98"/>
                    <a:pt x="259" y="86"/>
                  </a:cubicBezTo>
                  <a:cubicBezTo>
                    <a:pt x="256" y="80"/>
                    <a:pt x="253" y="73"/>
                    <a:pt x="249" y="67"/>
                  </a:cubicBezTo>
                  <a:cubicBezTo>
                    <a:pt x="250" y="71"/>
                    <a:pt x="250" y="74"/>
                    <a:pt x="250" y="77"/>
                  </a:cubicBezTo>
                  <a:cubicBezTo>
                    <a:pt x="250" y="92"/>
                    <a:pt x="248" y="105"/>
                    <a:pt x="244" y="116"/>
                  </a:cubicBezTo>
                  <a:cubicBezTo>
                    <a:pt x="229" y="112"/>
                    <a:pt x="210" y="120"/>
                    <a:pt x="194" y="127"/>
                  </a:cubicBezTo>
                  <a:cubicBezTo>
                    <a:pt x="189" y="129"/>
                    <a:pt x="183" y="132"/>
                    <a:pt x="178" y="134"/>
                  </a:cubicBezTo>
                  <a:cubicBezTo>
                    <a:pt x="178" y="133"/>
                    <a:pt x="178" y="132"/>
                    <a:pt x="178" y="131"/>
                  </a:cubicBezTo>
                  <a:cubicBezTo>
                    <a:pt x="178" y="130"/>
                    <a:pt x="178" y="129"/>
                    <a:pt x="178" y="128"/>
                  </a:cubicBezTo>
                  <a:cubicBezTo>
                    <a:pt x="177" y="111"/>
                    <a:pt x="167" y="108"/>
                    <a:pt x="163" y="108"/>
                  </a:cubicBezTo>
                  <a:cubicBezTo>
                    <a:pt x="162" y="108"/>
                    <a:pt x="160" y="108"/>
                    <a:pt x="158" y="109"/>
                  </a:cubicBezTo>
                  <a:cubicBezTo>
                    <a:pt x="157" y="101"/>
                    <a:pt x="155" y="93"/>
                    <a:pt x="151" y="86"/>
                  </a:cubicBezTo>
                  <a:cubicBezTo>
                    <a:pt x="155" y="81"/>
                    <a:pt x="158" y="77"/>
                    <a:pt x="163" y="73"/>
                  </a:cubicBezTo>
                  <a:cubicBezTo>
                    <a:pt x="169" y="67"/>
                    <a:pt x="175" y="61"/>
                    <a:pt x="180" y="54"/>
                  </a:cubicBezTo>
                  <a:cubicBezTo>
                    <a:pt x="186" y="45"/>
                    <a:pt x="188" y="38"/>
                    <a:pt x="188" y="32"/>
                  </a:cubicBezTo>
                  <a:cubicBezTo>
                    <a:pt x="188" y="23"/>
                    <a:pt x="184" y="18"/>
                    <a:pt x="180" y="15"/>
                  </a:cubicBezTo>
                  <a:cubicBezTo>
                    <a:pt x="164" y="0"/>
                    <a:pt x="126" y="1"/>
                    <a:pt x="107" y="16"/>
                  </a:cubicBezTo>
                  <a:cubicBezTo>
                    <a:pt x="102" y="20"/>
                    <a:pt x="99" y="24"/>
                    <a:pt x="99" y="30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9" y="41"/>
                    <a:pt x="110" y="51"/>
                    <a:pt x="118" y="59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6" y="67"/>
                    <a:pt x="132" y="73"/>
                    <a:pt x="137" y="80"/>
                  </a:cubicBezTo>
                  <a:cubicBezTo>
                    <a:pt x="126" y="76"/>
                    <a:pt x="103" y="73"/>
                    <a:pt x="86" y="76"/>
                  </a:cubicBezTo>
                  <a:cubicBezTo>
                    <a:pt x="83" y="66"/>
                    <a:pt x="79" y="56"/>
                    <a:pt x="69" y="48"/>
                  </a:cubicBezTo>
                  <a:cubicBezTo>
                    <a:pt x="66" y="46"/>
                    <a:pt x="64" y="44"/>
                    <a:pt x="61" y="43"/>
                  </a:cubicBezTo>
                  <a:cubicBezTo>
                    <a:pt x="59" y="46"/>
                    <a:pt x="57" y="48"/>
                    <a:pt x="56" y="51"/>
                  </a:cubicBezTo>
                  <a:cubicBezTo>
                    <a:pt x="58" y="52"/>
                    <a:pt x="60" y="54"/>
                    <a:pt x="63" y="55"/>
                  </a:cubicBezTo>
                  <a:cubicBezTo>
                    <a:pt x="71" y="62"/>
                    <a:pt x="74" y="70"/>
                    <a:pt x="77" y="79"/>
                  </a:cubicBezTo>
                  <a:cubicBezTo>
                    <a:pt x="76" y="80"/>
                    <a:pt x="75" y="80"/>
                    <a:pt x="74" y="80"/>
                  </a:cubicBezTo>
                  <a:cubicBezTo>
                    <a:pt x="67" y="84"/>
                    <a:pt x="63" y="90"/>
                    <a:pt x="63" y="97"/>
                  </a:cubicBezTo>
                  <a:cubicBezTo>
                    <a:pt x="63" y="97"/>
                    <a:pt x="63" y="98"/>
                    <a:pt x="63" y="98"/>
                  </a:cubicBezTo>
                  <a:cubicBezTo>
                    <a:pt x="64" y="111"/>
                    <a:pt x="75" y="118"/>
                    <a:pt x="86" y="123"/>
                  </a:cubicBezTo>
                  <a:cubicBezTo>
                    <a:pt x="88" y="128"/>
                    <a:pt x="91" y="133"/>
                    <a:pt x="95" y="138"/>
                  </a:cubicBezTo>
                  <a:cubicBezTo>
                    <a:pt x="101" y="144"/>
                    <a:pt x="108" y="148"/>
                    <a:pt x="115" y="150"/>
                  </a:cubicBezTo>
                  <a:cubicBezTo>
                    <a:pt x="115" y="151"/>
                    <a:pt x="115" y="153"/>
                    <a:pt x="114" y="155"/>
                  </a:cubicBezTo>
                  <a:cubicBezTo>
                    <a:pt x="108" y="156"/>
                    <a:pt x="102" y="158"/>
                    <a:pt x="96" y="159"/>
                  </a:cubicBezTo>
                  <a:cubicBezTo>
                    <a:pt x="94" y="154"/>
                    <a:pt x="92" y="150"/>
                    <a:pt x="89" y="146"/>
                  </a:cubicBezTo>
                  <a:cubicBezTo>
                    <a:pt x="81" y="136"/>
                    <a:pt x="60" y="122"/>
                    <a:pt x="46" y="124"/>
                  </a:cubicBezTo>
                  <a:cubicBezTo>
                    <a:pt x="44" y="125"/>
                    <a:pt x="42" y="125"/>
                    <a:pt x="40" y="126"/>
                  </a:cubicBezTo>
                  <a:cubicBezTo>
                    <a:pt x="37" y="118"/>
                    <a:pt x="33" y="111"/>
                    <a:pt x="29" y="105"/>
                  </a:cubicBezTo>
                  <a:cubicBezTo>
                    <a:pt x="28" y="109"/>
                    <a:pt x="26" y="112"/>
                    <a:pt x="25" y="116"/>
                  </a:cubicBezTo>
                  <a:cubicBezTo>
                    <a:pt x="28" y="121"/>
                    <a:pt x="30" y="126"/>
                    <a:pt x="32" y="132"/>
                  </a:cubicBezTo>
                  <a:cubicBezTo>
                    <a:pt x="30" y="134"/>
                    <a:pt x="28" y="137"/>
                    <a:pt x="26" y="140"/>
                  </a:cubicBezTo>
                  <a:cubicBezTo>
                    <a:pt x="25" y="143"/>
                    <a:pt x="24" y="146"/>
                    <a:pt x="24" y="149"/>
                  </a:cubicBezTo>
                  <a:cubicBezTo>
                    <a:pt x="24" y="153"/>
                    <a:pt x="25" y="156"/>
                    <a:pt x="27" y="159"/>
                  </a:cubicBezTo>
                  <a:cubicBezTo>
                    <a:pt x="28" y="161"/>
                    <a:pt x="29" y="162"/>
                    <a:pt x="30" y="164"/>
                  </a:cubicBezTo>
                  <a:cubicBezTo>
                    <a:pt x="25" y="170"/>
                    <a:pt x="17" y="173"/>
                    <a:pt x="9" y="177"/>
                  </a:cubicBezTo>
                  <a:cubicBezTo>
                    <a:pt x="8" y="181"/>
                    <a:pt x="7" y="184"/>
                    <a:pt x="7" y="188"/>
                  </a:cubicBezTo>
                  <a:cubicBezTo>
                    <a:pt x="10" y="187"/>
                    <a:pt x="14" y="185"/>
                    <a:pt x="17" y="184"/>
                  </a:cubicBezTo>
                  <a:cubicBezTo>
                    <a:pt x="11" y="190"/>
                    <a:pt x="6" y="199"/>
                    <a:pt x="6" y="206"/>
                  </a:cubicBezTo>
                  <a:cubicBezTo>
                    <a:pt x="6" y="207"/>
                    <a:pt x="6" y="207"/>
                    <a:pt x="6" y="208"/>
                  </a:cubicBezTo>
                  <a:cubicBezTo>
                    <a:pt x="6" y="213"/>
                    <a:pt x="7" y="217"/>
                    <a:pt x="10" y="220"/>
                  </a:cubicBezTo>
                  <a:cubicBezTo>
                    <a:pt x="16" y="226"/>
                    <a:pt x="25" y="226"/>
                    <a:pt x="34" y="227"/>
                  </a:cubicBezTo>
                  <a:cubicBezTo>
                    <a:pt x="42" y="227"/>
                    <a:pt x="42" y="227"/>
                    <a:pt x="42" y="227"/>
                  </a:cubicBezTo>
                  <a:cubicBezTo>
                    <a:pt x="52" y="228"/>
                    <a:pt x="58" y="231"/>
                    <a:pt x="61" y="234"/>
                  </a:cubicBezTo>
                  <a:cubicBezTo>
                    <a:pt x="62" y="236"/>
                    <a:pt x="63" y="238"/>
                    <a:pt x="63" y="241"/>
                  </a:cubicBezTo>
                  <a:cubicBezTo>
                    <a:pt x="63" y="242"/>
                    <a:pt x="62" y="243"/>
                    <a:pt x="62" y="244"/>
                  </a:cubicBezTo>
                  <a:cubicBezTo>
                    <a:pt x="61" y="253"/>
                    <a:pt x="54" y="256"/>
                    <a:pt x="43" y="260"/>
                  </a:cubicBezTo>
                  <a:cubicBezTo>
                    <a:pt x="39" y="261"/>
                    <a:pt x="35" y="262"/>
                    <a:pt x="32" y="264"/>
                  </a:cubicBezTo>
                  <a:cubicBezTo>
                    <a:pt x="31" y="263"/>
                    <a:pt x="31" y="263"/>
                    <a:pt x="30" y="262"/>
                  </a:cubicBezTo>
                  <a:cubicBezTo>
                    <a:pt x="24" y="257"/>
                    <a:pt x="14" y="254"/>
                    <a:pt x="5" y="252"/>
                  </a:cubicBezTo>
                  <a:cubicBezTo>
                    <a:pt x="3" y="251"/>
                    <a:pt x="2" y="251"/>
                    <a:pt x="0" y="251"/>
                  </a:cubicBezTo>
                  <a:cubicBezTo>
                    <a:pt x="0" y="254"/>
                    <a:pt x="0" y="257"/>
                    <a:pt x="0" y="260"/>
                  </a:cubicBezTo>
                  <a:cubicBezTo>
                    <a:pt x="1" y="261"/>
                    <a:pt x="2" y="261"/>
                    <a:pt x="3" y="261"/>
                  </a:cubicBezTo>
                  <a:cubicBezTo>
                    <a:pt x="11" y="263"/>
                    <a:pt x="19" y="265"/>
                    <a:pt x="24" y="269"/>
                  </a:cubicBezTo>
                  <a:cubicBezTo>
                    <a:pt x="15" y="276"/>
                    <a:pt x="12" y="283"/>
                    <a:pt x="12" y="289"/>
                  </a:cubicBezTo>
                  <a:cubicBezTo>
                    <a:pt x="12" y="290"/>
                    <a:pt x="12" y="291"/>
                    <a:pt x="12" y="292"/>
                  </a:cubicBezTo>
                  <a:cubicBezTo>
                    <a:pt x="13" y="298"/>
                    <a:pt x="17" y="302"/>
                    <a:pt x="23" y="306"/>
                  </a:cubicBezTo>
                  <a:cubicBezTo>
                    <a:pt x="18" y="314"/>
                    <a:pt x="10" y="323"/>
                    <a:pt x="3" y="332"/>
                  </a:cubicBezTo>
                  <a:cubicBezTo>
                    <a:pt x="3" y="336"/>
                    <a:pt x="4" y="340"/>
                    <a:pt x="4" y="344"/>
                  </a:cubicBezTo>
                  <a:cubicBezTo>
                    <a:pt x="6" y="343"/>
                    <a:pt x="7" y="342"/>
                    <a:pt x="8" y="341"/>
                  </a:cubicBezTo>
                  <a:cubicBezTo>
                    <a:pt x="16" y="331"/>
                    <a:pt x="25" y="321"/>
                    <a:pt x="32" y="311"/>
                  </a:cubicBezTo>
                  <a:cubicBezTo>
                    <a:pt x="33" y="312"/>
                    <a:pt x="35" y="312"/>
                    <a:pt x="37" y="313"/>
                  </a:cubicBezTo>
                  <a:cubicBezTo>
                    <a:pt x="35" y="316"/>
                    <a:pt x="34" y="320"/>
                    <a:pt x="34" y="324"/>
                  </a:cubicBezTo>
                  <a:cubicBezTo>
                    <a:pt x="34" y="326"/>
                    <a:pt x="34" y="329"/>
                    <a:pt x="35" y="331"/>
                  </a:cubicBezTo>
                  <a:cubicBezTo>
                    <a:pt x="37" y="344"/>
                    <a:pt x="44" y="349"/>
                    <a:pt x="52" y="350"/>
                  </a:cubicBezTo>
                  <a:cubicBezTo>
                    <a:pt x="51" y="351"/>
                    <a:pt x="49" y="352"/>
                    <a:pt x="48" y="353"/>
                  </a:cubicBezTo>
                  <a:cubicBezTo>
                    <a:pt x="44" y="355"/>
                    <a:pt x="40" y="358"/>
                    <a:pt x="37" y="360"/>
                  </a:cubicBezTo>
                  <a:cubicBezTo>
                    <a:pt x="27" y="369"/>
                    <a:pt x="23" y="378"/>
                    <a:pt x="23" y="387"/>
                  </a:cubicBezTo>
                  <a:cubicBezTo>
                    <a:pt x="23" y="397"/>
                    <a:pt x="28" y="407"/>
                    <a:pt x="35" y="418"/>
                  </a:cubicBezTo>
                  <a:cubicBezTo>
                    <a:pt x="42" y="430"/>
                    <a:pt x="56" y="445"/>
                    <a:pt x="71" y="455"/>
                  </a:cubicBezTo>
                  <a:cubicBezTo>
                    <a:pt x="70" y="461"/>
                    <a:pt x="66" y="464"/>
                    <a:pt x="59" y="469"/>
                  </a:cubicBezTo>
                  <a:cubicBezTo>
                    <a:pt x="54" y="473"/>
                    <a:pt x="50" y="476"/>
                    <a:pt x="46" y="479"/>
                  </a:cubicBezTo>
                  <a:cubicBezTo>
                    <a:pt x="47" y="482"/>
                    <a:pt x="49" y="484"/>
                    <a:pt x="50" y="487"/>
                  </a:cubicBezTo>
                  <a:cubicBezTo>
                    <a:pt x="50" y="487"/>
                    <a:pt x="51" y="487"/>
                    <a:pt x="51" y="487"/>
                  </a:cubicBezTo>
                  <a:cubicBezTo>
                    <a:pt x="56" y="484"/>
                    <a:pt x="60" y="481"/>
                    <a:pt x="65" y="477"/>
                  </a:cubicBezTo>
                  <a:cubicBezTo>
                    <a:pt x="72" y="471"/>
                    <a:pt x="77" y="467"/>
                    <a:pt x="80" y="461"/>
                  </a:cubicBezTo>
                  <a:cubicBezTo>
                    <a:pt x="82" y="462"/>
                    <a:pt x="83" y="463"/>
                    <a:pt x="85" y="464"/>
                  </a:cubicBezTo>
                  <a:cubicBezTo>
                    <a:pt x="91" y="466"/>
                    <a:pt x="98" y="467"/>
                    <a:pt x="105" y="466"/>
                  </a:cubicBezTo>
                  <a:cubicBezTo>
                    <a:pt x="104" y="468"/>
                    <a:pt x="102" y="471"/>
                    <a:pt x="101" y="473"/>
                  </a:cubicBezTo>
                  <a:cubicBezTo>
                    <a:pt x="96" y="482"/>
                    <a:pt x="90" y="491"/>
                    <a:pt x="90" y="502"/>
                  </a:cubicBezTo>
                  <a:cubicBezTo>
                    <a:pt x="90" y="503"/>
                    <a:pt x="90" y="504"/>
                    <a:pt x="90" y="505"/>
                  </a:cubicBezTo>
                  <a:cubicBezTo>
                    <a:pt x="91" y="520"/>
                    <a:pt x="98" y="526"/>
                    <a:pt x="103" y="528"/>
                  </a:cubicBezTo>
                  <a:cubicBezTo>
                    <a:pt x="112" y="532"/>
                    <a:pt x="126" y="529"/>
                    <a:pt x="139" y="520"/>
                  </a:cubicBezTo>
                  <a:cubicBezTo>
                    <a:pt x="158" y="507"/>
                    <a:pt x="157" y="490"/>
                    <a:pt x="157" y="474"/>
                  </a:cubicBezTo>
                  <a:cubicBezTo>
                    <a:pt x="156" y="462"/>
                    <a:pt x="156" y="452"/>
                    <a:pt x="164" y="444"/>
                  </a:cubicBezTo>
                  <a:cubicBezTo>
                    <a:pt x="166" y="442"/>
                    <a:pt x="169" y="439"/>
                    <a:pt x="172" y="440"/>
                  </a:cubicBezTo>
                  <a:cubicBezTo>
                    <a:pt x="173" y="440"/>
                    <a:pt x="174" y="441"/>
                    <a:pt x="176" y="443"/>
                  </a:cubicBezTo>
                  <a:cubicBezTo>
                    <a:pt x="174" y="450"/>
                    <a:pt x="171" y="458"/>
                    <a:pt x="171" y="466"/>
                  </a:cubicBezTo>
                  <a:cubicBezTo>
                    <a:pt x="171" y="474"/>
                    <a:pt x="174" y="481"/>
                    <a:pt x="181" y="485"/>
                  </a:cubicBezTo>
                  <a:cubicBezTo>
                    <a:pt x="184" y="486"/>
                    <a:pt x="186" y="487"/>
                    <a:pt x="189" y="487"/>
                  </a:cubicBezTo>
                  <a:cubicBezTo>
                    <a:pt x="189" y="489"/>
                    <a:pt x="189" y="490"/>
                    <a:pt x="189" y="492"/>
                  </a:cubicBezTo>
                  <a:cubicBezTo>
                    <a:pt x="188" y="494"/>
                    <a:pt x="187" y="497"/>
                    <a:pt x="185" y="500"/>
                  </a:cubicBezTo>
                  <a:cubicBezTo>
                    <a:pt x="183" y="504"/>
                    <a:pt x="180" y="509"/>
                    <a:pt x="180" y="514"/>
                  </a:cubicBezTo>
                  <a:cubicBezTo>
                    <a:pt x="180" y="514"/>
                    <a:pt x="180" y="515"/>
                    <a:pt x="180" y="515"/>
                  </a:cubicBezTo>
                  <a:cubicBezTo>
                    <a:pt x="181" y="521"/>
                    <a:pt x="183" y="526"/>
                    <a:pt x="187" y="528"/>
                  </a:cubicBezTo>
                  <a:cubicBezTo>
                    <a:pt x="196" y="532"/>
                    <a:pt x="208" y="524"/>
                    <a:pt x="219" y="516"/>
                  </a:cubicBezTo>
                  <a:cubicBezTo>
                    <a:pt x="222" y="514"/>
                    <a:pt x="225" y="512"/>
                    <a:pt x="227" y="511"/>
                  </a:cubicBezTo>
                  <a:cubicBezTo>
                    <a:pt x="229" y="510"/>
                    <a:pt x="230" y="509"/>
                    <a:pt x="231" y="509"/>
                  </a:cubicBezTo>
                  <a:cubicBezTo>
                    <a:pt x="236" y="502"/>
                    <a:pt x="241" y="495"/>
                    <a:pt x="246" y="487"/>
                  </a:cubicBezTo>
                  <a:cubicBezTo>
                    <a:pt x="248" y="482"/>
                    <a:pt x="251" y="477"/>
                    <a:pt x="254" y="472"/>
                  </a:cubicBezTo>
                  <a:cubicBezTo>
                    <a:pt x="254" y="470"/>
                    <a:pt x="254" y="469"/>
                    <a:pt x="254" y="467"/>
                  </a:cubicBezTo>
                  <a:cubicBezTo>
                    <a:pt x="254" y="465"/>
                    <a:pt x="254" y="462"/>
                    <a:pt x="253" y="460"/>
                  </a:cubicBezTo>
                  <a:cubicBezTo>
                    <a:pt x="254" y="461"/>
                    <a:pt x="255" y="462"/>
                    <a:pt x="257" y="463"/>
                  </a:cubicBezTo>
                  <a:cubicBezTo>
                    <a:pt x="257" y="463"/>
                    <a:pt x="257" y="463"/>
                    <a:pt x="258" y="463"/>
                  </a:cubicBezTo>
                  <a:cubicBezTo>
                    <a:pt x="259" y="460"/>
                    <a:pt x="260" y="457"/>
                    <a:pt x="262" y="455"/>
                  </a:cubicBezTo>
                  <a:cubicBezTo>
                    <a:pt x="261" y="455"/>
                    <a:pt x="261" y="454"/>
                    <a:pt x="261" y="454"/>
                  </a:cubicBezTo>
                  <a:close/>
                  <a:moveTo>
                    <a:pt x="73" y="97"/>
                  </a:moveTo>
                  <a:cubicBezTo>
                    <a:pt x="73" y="97"/>
                    <a:pt x="73" y="97"/>
                    <a:pt x="73" y="97"/>
                  </a:cubicBezTo>
                  <a:cubicBezTo>
                    <a:pt x="73" y="95"/>
                    <a:pt x="74" y="92"/>
                    <a:pt x="78" y="89"/>
                  </a:cubicBezTo>
                  <a:cubicBezTo>
                    <a:pt x="79" y="91"/>
                    <a:pt x="79" y="93"/>
                    <a:pt x="79" y="95"/>
                  </a:cubicBezTo>
                  <a:cubicBezTo>
                    <a:pt x="80" y="100"/>
                    <a:pt x="81" y="105"/>
                    <a:pt x="82" y="110"/>
                  </a:cubicBezTo>
                  <a:cubicBezTo>
                    <a:pt x="76" y="106"/>
                    <a:pt x="73" y="103"/>
                    <a:pt x="73" y="97"/>
                  </a:cubicBezTo>
                  <a:close/>
                  <a:moveTo>
                    <a:pt x="28" y="298"/>
                  </a:moveTo>
                  <a:cubicBezTo>
                    <a:pt x="24" y="295"/>
                    <a:pt x="22" y="293"/>
                    <a:pt x="21" y="290"/>
                  </a:cubicBezTo>
                  <a:cubicBezTo>
                    <a:pt x="21" y="290"/>
                    <a:pt x="21" y="289"/>
                    <a:pt x="21" y="289"/>
                  </a:cubicBezTo>
                  <a:cubicBezTo>
                    <a:pt x="21" y="285"/>
                    <a:pt x="26" y="280"/>
                    <a:pt x="30" y="277"/>
                  </a:cubicBezTo>
                  <a:cubicBezTo>
                    <a:pt x="31" y="279"/>
                    <a:pt x="31" y="281"/>
                    <a:pt x="32" y="283"/>
                  </a:cubicBezTo>
                  <a:cubicBezTo>
                    <a:pt x="32" y="284"/>
                    <a:pt x="32" y="284"/>
                    <a:pt x="32" y="285"/>
                  </a:cubicBezTo>
                  <a:cubicBezTo>
                    <a:pt x="32" y="289"/>
                    <a:pt x="30" y="293"/>
                    <a:pt x="28" y="298"/>
                  </a:cubicBezTo>
                  <a:close/>
                  <a:moveTo>
                    <a:pt x="224" y="372"/>
                  </a:moveTo>
                  <a:cubicBezTo>
                    <a:pt x="224" y="373"/>
                    <a:pt x="225" y="374"/>
                    <a:pt x="225" y="375"/>
                  </a:cubicBezTo>
                  <a:cubicBezTo>
                    <a:pt x="225" y="375"/>
                    <a:pt x="225" y="376"/>
                    <a:pt x="225" y="377"/>
                  </a:cubicBezTo>
                  <a:cubicBezTo>
                    <a:pt x="225" y="380"/>
                    <a:pt x="224" y="384"/>
                    <a:pt x="222" y="387"/>
                  </a:cubicBezTo>
                  <a:cubicBezTo>
                    <a:pt x="218" y="386"/>
                    <a:pt x="215" y="385"/>
                    <a:pt x="212" y="384"/>
                  </a:cubicBezTo>
                  <a:cubicBezTo>
                    <a:pt x="212" y="384"/>
                    <a:pt x="212" y="384"/>
                    <a:pt x="212" y="384"/>
                  </a:cubicBezTo>
                  <a:cubicBezTo>
                    <a:pt x="214" y="378"/>
                    <a:pt x="219" y="374"/>
                    <a:pt x="224" y="372"/>
                  </a:cubicBezTo>
                  <a:close/>
                  <a:moveTo>
                    <a:pt x="216" y="395"/>
                  </a:moveTo>
                  <a:cubicBezTo>
                    <a:pt x="215" y="397"/>
                    <a:pt x="214" y="398"/>
                    <a:pt x="212" y="399"/>
                  </a:cubicBezTo>
                  <a:cubicBezTo>
                    <a:pt x="212" y="397"/>
                    <a:pt x="212" y="395"/>
                    <a:pt x="211" y="394"/>
                  </a:cubicBezTo>
                  <a:cubicBezTo>
                    <a:pt x="213" y="394"/>
                    <a:pt x="214" y="395"/>
                    <a:pt x="216" y="395"/>
                  </a:cubicBezTo>
                  <a:close/>
                  <a:moveTo>
                    <a:pt x="193" y="358"/>
                  </a:moveTo>
                  <a:cubicBezTo>
                    <a:pt x="203" y="360"/>
                    <a:pt x="211" y="362"/>
                    <a:pt x="217" y="365"/>
                  </a:cubicBezTo>
                  <a:cubicBezTo>
                    <a:pt x="210" y="368"/>
                    <a:pt x="206" y="374"/>
                    <a:pt x="203" y="380"/>
                  </a:cubicBezTo>
                  <a:cubicBezTo>
                    <a:pt x="203" y="381"/>
                    <a:pt x="203" y="382"/>
                    <a:pt x="203" y="382"/>
                  </a:cubicBezTo>
                  <a:cubicBezTo>
                    <a:pt x="195" y="381"/>
                    <a:pt x="187" y="381"/>
                    <a:pt x="180" y="381"/>
                  </a:cubicBezTo>
                  <a:cubicBezTo>
                    <a:pt x="175" y="377"/>
                    <a:pt x="170" y="375"/>
                    <a:pt x="164" y="375"/>
                  </a:cubicBezTo>
                  <a:cubicBezTo>
                    <a:pt x="156" y="375"/>
                    <a:pt x="152" y="380"/>
                    <a:pt x="148" y="386"/>
                  </a:cubicBezTo>
                  <a:cubicBezTo>
                    <a:pt x="146" y="387"/>
                    <a:pt x="144" y="387"/>
                    <a:pt x="142" y="388"/>
                  </a:cubicBezTo>
                  <a:cubicBezTo>
                    <a:pt x="121" y="395"/>
                    <a:pt x="97" y="403"/>
                    <a:pt x="85" y="387"/>
                  </a:cubicBezTo>
                  <a:cubicBezTo>
                    <a:pt x="82" y="383"/>
                    <a:pt x="80" y="378"/>
                    <a:pt x="80" y="372"/>
                  </a:cubicBezTo>
                  <a:cubicBezTo>
                    <a:pt x="89" y="370"/>
                    <a:pt x="101" y="372"/>
                    <a:pt x="112" y="375"/>
                  </a:cubicBezTo>
                  <a:cubicBezTo>
                    <a:pt x="121" y="377"/>
                    <a:pt x="133" y="378"/>
                    <a:pt x="138" y="371"/>
                  </a:cubicBezTo>
                  <a:cubicBezTo>
                    <a:pt x="140" y="368"/>
                    <a:pt x="142" y="362"/>
                    <a:pt x="137" y="354"/>
                  </a:cubicBezTo>
                  <a:cubicBezTo>
                    <a:pt x="128" y="339"/>
                    <a:pt x="105" y="339"/>
                    <a:pt x="89" y="339"/>
                  </a:cubicBezTo>
                  <a:cubicBezTo>
                    <a:pt x="93" y="331"/>
                    <a:pt x="100" y="324"/>
                    <a:pt x="106" y="319"/>
                  </a:cubicBezTo>
                  <a:cubicBezTo>
                    <a:pt x="113" y="321"/>
                    <a:pt x="121" y="322"/>
                    <a:pt x="129" y="321"/>
                  </a:cubicBezTo>
                  <a:cubicBezTo>
                    <a:pt x="134" y="320"/>
                    <a:pt x="140" y="318"/>
                    <a:pt x="145" y="314"/>
                  </a:cubicBezTo>
                  <a:cubicBezTo>
                    <a:pt x="148" y="315"/>
                    <a:pt x="152" y="317"/>
                    <a:pt x="156" y="318"/>
                  </a:cubicBezTo>
                  <a:cubicBezTo>
                    <a:pt x="155" y="320"/>
                    <a:pt x="154" y="323"/>
                    <a:pt x="153" y="327"/>
                  </a:cubicBezTo>
                  <a:cubicBezTo>
                    <a:pt x="153" y="328"/>
                    <a:pt x="153" y="329"/>
                    <a:pt x="153" y="330"/>
                  </a:cubicBezTo>
                  <a:cubicBezTo>
                    <a:pt x="153" y="351"/>
                    <a:pt x="175" y="355"/>
                    <a:pt x="193" y="358"/>
                  </a:cubicBezTo>
                  <a:close/>
                  <a:moveTo>
                    <a:pt x="205" y="405"/>
                  </a:moveTo>
                  <a:cubicBezTo>
                    <a:pt x="203" y="407"/>
                    <a:pt x="201" y="408"/>
                    <a:pt x="199" y="409"/>
                  </a:cubicBezTo>
                  <a:cubicBezTo>
                    <a:pt x="196" y="411"/>
                    <a:pt x="193" y="412"/>
                    <a:pt x="189" y="413"/>
                  </a:cubicBezTo>
                  <a:cubicBezTo>
                    <a:pt x="189" y="405"/>
                    <a:pt x="188" y="397"/>
                    <a:pt x="185" y="390"/>
                  </a:cubicBezTo>
                  <a:cubicBezTo>
                    <a:pt x="191" y="390"/>
                    <a:pt x="196" y="391"/>
                    <a:pt x="201" y="392"/>
                  </a:cubicBezTo>
                  <a:cubicBezTo>
                    <a:pt x="202" y="396"/>
                    <a:pt x="203" y="401"/>
                    <a:pt x="205" y="405"/>
                  </a:cubicBezTo>
                  <a:close/>
                  <a:moveTo>
                    <a:pt x="81" y="334"/>
                  </a:moveTo>
                  <a:cubicBezTo>
                    <a:pt x="81" y="333"/>
                    <a:pt x="81" y="333"/>
                    <a:pt x="81" y="332"/>
                  </a:cubicBezTo>
                  <a:cubicBezTo>
                    <a:pt x="81" y="331"/>
                    <a:pt x="81" y="330"/>
                    <a:pt x="81" y="329"/>
                  </a:cubicBezTo>
                  <a:cubicBezTo>
                    <a:pt x="79" y="321"/>
                    <a:pt x="69" y="316"/>
                    <a:pt x="56" y="311"/>
                  </a:cubicBezTo>
                  <a:cubicBezTo>
                    <a:pt x="58" y="310"/>
                    <a:pt x="60" y="310"/>
                    <a:pt x="62" y="309"/>
                  </a:cubicBezTo>
                  <a:cubicBezTo>
                    <a:pt x="73" y="308"/>
                    <a:pt x="83" y="311"/>
                    <a:pt x="94" y="315"/>
                  </a:cubicBezTo>
                  <a:cubicBezTo>
                    <a:pt x="94" y="315"/>
                    <a:pt x="95" y="315"/>
                    <a:pt x="95" y="315"/>
                  </a:cubicBezTo>
                  <a:cubicBezTo>
                    <a:pt x="90" y="320"/>
                    <a:pt x="85" y="327"/>
                    <a:pt x="81" y="334"/>
                  </a:cubicBezTo>
                  <a:close/>
                  <a:moveTo>
                    <a:pt x="87" y="349"/>
                  </a:moveTo>
                  <a:cubicBezTo>
                    <a:pt x="101" y="348"/>
                    <a:pt x="122" y="348"/>
                    <a:pt x="128" y="358"/>
                  </a:cubicBezTo>
                  <a:cubicBezTo>
                    <a:pt x="130" y="362"/>
                    <a:pt x="131" y="364"/>
                    <a:pt x="130" y="365"/>
                  </a:cubicBezTo>
                  <a:cubicBezTo>
                    <a:pt x="129" y="367"/>
                    <a:pt x="122" y="368"/>
                    <a:pt x="114" y="366"/>
                  </a:cubicBezTo>
                  <a:cubicBezTo>
                    <a:pt x="106" y="364"/>
                    <a:pt x="93" y="360"/>
                    <a:pt x="80" y="362"/>
                  </a:cubicBezTo>
                  <a:cubicBezTo>
                    <a:pt x="80" y="360"/>
                    <a:pt x="81" y="358"/>
                    <a:pt x="81" y="356"/>
                  </a:cubicBezTo>
                  <a:cubicBezTo>
                    <a:pt x="82" y="354"/>
                    <a:pt x="83" y="351"/>
                    <a:pt x="84" y="349"/>
                  </a:cubicBezTo>
                  <a:cubicBezTo>
                    <a:pt x="86" y="349"/>
                    <a:pt x="87" y="349"/>
                    <a:pt x="87" y="349"/>
                  </a:cubicBezTo>
                  <a:close/>
                  <a:moveTo>
                    <a:pt x="77" y="393"/>
                  </a:moveTo>
                  <a:cubicBezTo>
                    <a:pt x="94" y="414"/>
                    <a:pt x="122" y="405"/>
                    <a:pt x="145" y="397"/>
                  </a:cubicBezTo>
                  <a:cubicBezTo>
                    <a:pt x="144" y="402"/>
                    <a:pt x="143" y="407"/>
                    <a:pt x="143" y="411"/>
                  </a:cubicBezTo>
                  <a:cubicBezTo>
                    <a:pt x="139" y="411"/>
                    <a:pt x="136" y="411"/>
                    <a:pt x="133" y="411"/>
                  </a:cubicBezTo>
                  <a:cubicBezTo>
                    <a:pt x="105" y="410"/>
                    <a:pt x="105" y="410"/>
                    <a:pt x="105" y="410"/>
                  </a:cubicBezTo>
                  <a:cubicBezTo>
                    <a:pt x="95" y="409"/>
                    <a:pt x="73" y="404"/>
                    <a:pt x="70" y="401"/>
                  </a:cubicBezTo>
                  <a:cubicBezTo>
                    <a:pt x="65" y="397"/>
                    <a:pt x="62" y="391"/>
                    <a:pt x="62" y="386"/>
                  </a:cubicBezTo>
                  <a:cubicBezTo>
                    <a:pt x="62" y="384"/>
                    <a:pt x="62" y="382"/>
                    <a:pt x="64" y="380"/>
                  </a:cubicBezTo>
                  <a:cubicBezTo>
                    <a:pt x="66" y="378"/>
                    <a:pt x="68" y="376"/>
                    <a:pt x="70" y="375"/>
                  </a:cubicBezTo>
                  <a:cubicBezTo>
                    <a:pt x="71" y="382"/>
                    <a:pt x="73" y="388"/>
                    <a:pt x="77" y="393"/>
                  </a:cubicBezTo>
                  <a:close/>
                  <a:moveTo>
                    <a:pt x="164" y="290"/>
                  </a:moveTo>
                  <a:cubicBezTo>
                    <a:pt x="159" y="296"/>
                    <a:pt x="157" y="301"/>
                    <a:pt x="157" y="306"/>
                  </a:cubicBezTo>
                  <a:cubicBezTo>
                    <a:pt x="157" y="307"/>
                    <a:pt x="157" y="307"/>
                    <a:pt x="157" y="308"/>
                  </a:cubicBezTo>
                  <a:cubicBezTo>
                    <a:pt x="155" y="307"/>
                    <a:pt x="153" y="307"/>
                    <a:pt x="150" y="306"/>
                  </a:cubicBezTo>
                  <a:cubicBezTo>
                    <a:pt x="151" y="305"/>
                    <a:pt x="151" y="304"/>
                    <a:pt x="151" y="303"/>
                  </a:cubicBezTo>
                  <a:cubicBezTo>
                    <a:pt x="151" y="299"/>
                    <a:pt x="149" y="294"/>
                    <a:pt x="143" y="288"/>
                  </a:cubicBezTo>
                  <a:cubicBezTo>
                    <a:pt x="134" y="279"/>
                    <a:pt x="120" y="280"/>
                    <a:pt x="109" y="281"/>
                  </a:cubicBezTo>
                  <a:cubicBezTo>
                    <a:pt x="97" y="282"/>
                    <a:pt x="86" y="283"/>
                    <a:pt x="80" y="275"/>
                  </a:cubicBezTo>
                  <a:cubicBezTo>
                    <a:pt x="78" y="273"/>
                    <a:pt x="77" y="270"/>
                    <a:pt x="77" y="267"/>
                  </a:cubicBezTo>
                  <a:cubicBezTo>
                    <a:pt x="77" y="258"/>
                    <a:pt x="84" y="249"/>
                    <a:pt x="90" y="243"/>
                  </a:cubicBezTo>
                  <a:cubicBezTo>
                    <a:pt x="95" y="239"/>
                    <a:pt x="101" y="238"/>
                    <a:pt x="109" y="238"/>
                  </a:cubicBezTo>
                  <a:cubicBezTo>
                    <a:pt x="107" y="241"/>
                    <a:pt x="106" y="244"/>
                    <a:pt x="106" y="247"/>
                  </a:cubicBezTo>
                  <a:cubicBezTo>
                    <a:pt x="106" y="247"/>
                    <a:pt x="106" y="248"/>
                    <a:pt x="106" y="248"/>
                  </a:cubicBezTo>
                  <a:cubicBezTo>
                    <a:pt x="107" y="255"/>
                    <a:pt x="112" y="261"/>
                    <a:pt x="122" y="265"/>
                  </a:cubicBezTo>
                  <a:cubicBezTo>
                    <a:pt x="128" y="268"/>
                    <a:pt x="134" y="270"/>
                    <a:pt x="140" y="272"/>
                  </a:cubicBezTo>
                  <a:cubicBezTo>
                    <a:pt x="148" y="275"/>
                    <a:pt x="155" y="278"/>
                    <a:pt x="162" y="282"/>
                  </a:cubicBezTo>
                  <a:cubicBezTo>
                    <a:pt x="165" y="284"/>
                    <a:pt x="167" y="285"/>
                    <a:pt x="169" y="287"/>
                  </a:cubicBezTo>
                  <a:cubicBezTo>
                    <a:pt x="167" y="288"/>
                    <a:pt x="166" y="289"/>
                    <a:pt x="164" y="290"/>
                  </a:cubicBezTo>
                  <a:close/>
                  <a:moveTo>
                    <a:pt x="140" y="105"/>
                  </a:moveTo>
                  <a:cubicBezTo>
                    <a:pt x="141" y="101"/>
                    <a:pt x="143" y="98"/>
                    <a:pt x="145" y="94"/>
                  </a:cubicBezTo>
                  <a:cubicBezTo>
                    <a:pt x="147" y="100"/>
                    <a:pt x="149" y="107"/>
                    <a:pt x="149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6" y="116"/>
                    <a:pt x="143" y="120"/>
                    <a:pt x="141" y="125"/>
                  </a:cubicBezTo>
                  <a:cubicBezTo>
                    <a:pt x="140" y="121"/>
                    <a:pt x="139" y="118"/>
                    <a:pt x="139" y="114"/>
                  </a:cubicBezTo>
                  <a:cubicBezTo>
                    <a:pt x="139" y="111"/>
                    <a:pt x="139" y="108"/>
                    <a:pt x="140" y="105"/>
                  </a:cubicBezTo>
                  <a:close/>
                  <a:moveTo>
                    <a:pt x="139" y="85"/>
                  </a:moveTo>
                  <a:cubicBezTo>
                    <a:pt x="139" y="85"/>
                    <a:pt x="140" y="85"/>
                    <a:pt x="140" y="85"/>
                  </a:cubicBezTo>
                  <a:cubicBezTo>
                    <a:pt x="140" y="85"/>
                    <a:pt x="140" y="85"/>
                    <a:pt x="140" y="85"/>
                  </a:cubicBezTo>
                  <a:cubicBezTo>
                    <a:pt x="140" y="85"/>
                    <a:pt x="139" y="85"/>
                    <a:pt x="139" y="85"/>
                  </a:cubicBezTo>
                  <a:close/>
                  <a:moveTo>
                    <a:pt x="140" y="148"/>
                  </a:moveTo>
                  <a:cubicBezTo>
                    <a:pt x="141" y="149"/>
                    <a:pt x="141" y="150"/>
                    <a:pt x="141" y="151"/>
                  </a:cubicBezTo>
                  <a:cubicBezTo>
                    <a:pt x="136" y="151"/>
                    <a:pt x="130" y="152"/>
                    <a:pt x="124" y="153"/>
                  </a:cubicBezTo>
                  <a:cubicBezTo>
                    <a:pt x="125" y="152"/>
                    <a:pt x="125" y="152"/>
                    <a:pt x="125" y="151"/>
                  </a:cubicBezTo>
                  <a:cubicBezTo>
                    <a:pt x="127" y="151"/>
                    <a:pt x="130" y="151"/>
                    <a:pt x="132" y="151"/>
                  </a:cubicBezTo>
                  <a:cubicBezTo>
                    <a:pt x="135" y="150"/>
                    <a:pt x="138" y="149"/>
                    <a:pt x="140" y="148"/>
                  </a:cubicBezTo>
                  <a:close/>
                  <a:moveTo>
                    <a:pt x="148" y="163"/>
                  </a:moveTo>
                  <a:cubicBezTo>
                    <a:pt x="150" y="167"/>
                    <a:pt x="153" y="171"/>
                    <a:pt x="156" y="174"/>
                  </a:cubicBezTo>
                  <a:cubicBezTo>
                    <a:pt x="152" y="181"/>
                    <a:pt x="147" y="187"/>
                    <a:pt x="142" y="191"/>
                  </a:cubicBezTo>
                  <a:cubicBezTo>
                    <a:pt x="140" y="193"/>
                    <a:pt x="139" y="194"/>
                    <a:pt x="137" y="195"/>
                  </a:cubicBezTo>
                  <a:cubicBezTo>
                    <a:pt x="135" y="192"/>
                    <a:pt x="134" y="189"/>
                    <a:pt x="134" y="185"/>
                  </a:cubicBezTo>
                  <a:cubicBezTo>
                    <a:pt x="134" y="184"/>
                    <a:pt x="134" y="182"/>
                    <a:pt x="135" y="181"/>
                  </a:cubicBezTo>
                  <a:cubicBezTo>
                    <a:pt x="136" y="174"/>
                    <a:pt x="142" y="168"/>
                    <a:pt x="148" y="163"/>
                  </a:cubicBezTo>
                  <a:close/>
                  <a:moveTo>
                    <a:pt x="162" y="183"/>
                  </a:moveTo>
                  <a:cubicBezTo>
                    <a:pt x="164" y="186"/>
                    <a:pt x="167" y="190"/>
                    <a:pt x="169" y="194"/>
                  </a:cubicBezTo>
                  <a:cubicBezTo>
                    <a:pt x="163" y="199"/>
                    <a:pt x="156" y="203"/>
                    <a:pt x="151" y="206"/>
                  </a:cubicBezTo>
                  <a:cubicBezTo>
                    <a:pt x="148" y="205"/>
                    <a:pt x="146" y="203"/>
                    <a:pt x="144" y="202"/>
                  </a:cubicBezTo>
                  <a:cubicBezTo>
                    <a:pt x="145" y="201"/>
                    <a:pt x="147" y="200"/>
                    <a:pt x="148" y="199"/>
                  </a:cubicBezTo>
                  <a:cubicBezTo>
                    <a:pt x="153" y="194"/>
                    <a:pt x="158" y="189"/>
                    <a:pt x="162" y="183"/>
                  </a:cubicBezTo>
                  <a:close/>
                  <a:moveTo>
                    <a:pt x="157" y="160"/>
                  </a:moveTo>
                  <a:cubicBezTo>
                    <a:pt x="159" y="160"/>
                    <a:pt x="161" y="160"/>
                    <a:pt x="162" y="160"/>
                  </a:cubicBezTo>
                  <a:cubicBezTo>
                    <a:pt x="162" y="161"/>
                    <a:pt x="161" y="163"/>
                    <a:pt x="160" y="165"/>
                  </a:cubicBezTo>
                  <a:cubicBezTo>
                    <a:pt x="159" y="163"/>
                    <a:pt x="158" y="161"/>
                    <a:pt x="157" y="160"/>
                  </a:cubicBezTo>
                  <a:close/>
                  <a:moveTo>
                    <a:pt x="172" y="204"/>
                  </a:moveTo>
                  <a:cubicBezTo>
                    <a:pt x="172" y="204"/>
                    <a:pt x="172" y="205"/>
                    <a:pt x="172" y="206"/>
                  </a:cubicBezTo>
                  <a:cubicBezTo>
                    <a:pt x="173" y="207"/>
                    <a:pt x="173" y="209"/>
                    <a:pt x="173" y="211"/>
                  </a:cubicBezTo>
                  <a:cubicBezTo>
                    <a:pt x="173" y="212"/>
                    <a:pt x="173" y="212"/>
                    <a:pt x="173" y="213"/>
                  </a:cubicBezTo>
                  <a:cubicBezTo>
                    <a:pt x="169" y="212"/>
                    <a:pt x="165" y="211"/>
                    <a:pt x="162" y="210"/>
                  </a:cubicBezTo>
                  <a:cubicBezTo>
                    <a:pt x="165" y="208"/>
                    <a:pt x="169" y="206"/>
                    <a:pt x="172" y="204"/>
                  </a:cubicBezTo>
                  <a:close/>
                  <a:moveTo>
                    <a:pt x="144" y="222"/>
                  </a:moveTo>
                  <a:cubicBezTo>
                    <a:pt x="144" y="222"/>
                    <a:pt x="148" y="219"/>
                    <a:pt x="151" y="217"/>
                  </a:cubicBezTo>
                  <a:cubicBezTo>
                    <a:pt x="157" y="219"/>
                    <a:pt x="164" y="221"/>
                    <a:pt x="171" y="222"/>
                  </a:cubicBezTo>
                  <a:cubicBezTo>
                    <a:pt x="170" y="225"/>
                    <a:pt x="168" y="227"/>
                    <a:pt x="166" y="228"/>
                  </a:cubicBezTo>
                  <a:cubicBezTo>
                    <a:pt x="159" y="234"/>
                    <a:pt x="146" y="232"/>
                    <a:pt x="131" y="230"/>
                  </a:cubicBezTo>
                  <a:cubicBezTo>
                    <a:pt x="131" y="230"/>
                    <a:pt x="131" y="230"/>
                    <a:pt x="131" y="230"/>
                  </a:cubicBezTo>
                  <a:cubicBezTo>
                    <a:pt x="133" y="229"/>
                    <a:pt x="136" y="227"/>
                    <a:pt x="138" y="226"/>
                  </a:cubicBezTo>
                  <a:lnTo>
                    <a:pt x="144" y="222"/>
                  </a:lnTo>
                  <a:close/>
                  <a:moveTo>
                    <a:pt x="172" y="236"/>
                  </a:moveTo>
                  <a:cubicBezTo>
                    <a:pt x="176" y="233"/>
                    <a:pt x="179" y="229"/>
                    <a:pt x="181" y="223"/>
                  </a:cubicBezTo>
                  <a:cubicBezTo>
                    <a:pt x="184" y="223"/>
                    <a:pt x="188" y="224"/>
                    <a:pt x="192" y="224"/>
                  </a:cubicBezTo>
                  <a:cubicBezTo>
                    <a:pt x="196" y="226"/>
                    <a:pt x="202" y="229"/>
                    <a:pt x="207" y="231"/>
                  </a:cubicBezTo>
                  <a:cubicBezTo>
                    <a:pt x="206" y="235"/>
                    <a:pt x="205" y="238"/>
                    <a:pt x="205" y="242"/>
                  </a:cubicBezTo>
                  <a:cubicBezTo>
                    <a:pt x="197" y="242"/>
                    <a:pt x="189" y="243"/>
                    <a:pt x="184" y="247"/>
                  </a:cubicBezTo>
                  <a:cubicBezTo>
                    <a:pt x="179" y="252"/>
                    <a:pt x="176" y="256"/>
                    <a:pt x="176" y="262"/>
                  </a:cubicBezTo>
                  <a:cubicBezTo>
                    <a:pt x="176" y="262"/>
                    <a:pt x="176" y="263"/>
                    <a:pt x="176" y="263"/>
                  </a:cubicBezTo>
                  <a:cubicBezTo>
                    <a:pt x="177" y="268"/>
                    <a:pt x="180" y="274"/>
                    <a:pt x="184" y="278"/>
                  </a:cubicBezTo>
                  <a:cubicBezTo>
                    <a:pt x="182" y="279"/>
                    <a:pt x="180" y="280"/>
                    <a:pt x="178" y="281"/>
                  </a:cubicBezTo>
                  <a:cubicBezTo>
                    <a:pt x="175" y="279"/>
                    <a:pt x="171" y="276"/>
                    <a:pt x="167" y="274"/>
                  </a:cubicBezTo>
                  <a:cubicBezTo>
                    <a:pt x="159" y="269"/>
                    <a:pt x="151" y="266"/>
                    <a:pt x="143" y="263"/>
                  </a:cubicBezTo>
                  <a:cubicBezTo>
                    <a:pt x="137" y="261"/>
                    <a:pt x="132" y="259"/>
                    <a:pt x="126" y="257"/>
                  </a:cubicBezTo>
                  <a:cubicBezTo>
                    <a:pt x="120" y="254"/>
                    <a:pt x="116" y="250"/>
                    <a:pt x="116" y="247"/>
                  </a:cubicBezTo>
                  <a:cubicBezTo>
                    <a:pt x="116" y="247"/>
                    <a:pt x="116" y="247"/>
                    <a:pt x="116" y="247"/>
                  </a:cubicBezTo>
                  <a:cubicBezTo>
                    <a:pt x="116" y="245"/>
                    <a:pt x="118" y="242"/>
                    <a:pt x="121" y="239"/>
                  </a:cubicBezTo>
                  <a:cubicBezTo>
                    <a:pt x="124" y="239"/>
                    <a:pt x="127" y="239"/>
                    <a:pt x="130" y="240"/>
                  </a:cubicBezTo>
                  <a:cubicBezTo>
                    <a:pt x="146" y="242"/>
                    <a:pt x="162" y="244"/>
                    <a:pt x="172" y="236"/>
                  </a:cubicBezTo>
                  <a:close/>
                  <a:moveTo>
                    <a:pt x="192" y="286"/>
                  </a:moveTo>
                  <a:cubicBezTo>
                    <a:pt x="198" y="291"/>
                    <a:pt x="205" y="296"/>
                    <a:pt x="213" y="301"/>
                  </a:cubicBezTo>
                  <a:cubicBezTo>
                    <a:pt x="212" y="301"/>
                    <a:pt x="212" y="301"/>
                    <a:pt x="211" y="301"/>
                  </a:cubicBezTo>
                  <a:cubicBezTo>
                    <a:pt x="203" y="297"/>
                    <a:pt x="196" y="292"/>
                    <a:pt x="188" y="287"/>
                  </a:cubicBezTo>
                  <a:cubicBezTo>
                    <a:pt x="189" y="287"/>
                    <a:pt x="191" y="286"/>
                    <a:pt x="192" y="286"/>
                  </a:cubicBezTo>
                  <a:close/>
                  <a:moveTo>
                    <a:pt x="186" y="263"/>
                  </a:moveTo>
                  <a:cubicBezTo>
                    <a:pt x="186" y="262"/>
                    <a:pt x="186" y="262"/>
                    <a:pt x="186" y="262"/>
                  </a:cubicBezTo>
                  <a:cubicBezTo>
                    <a:pt x="186" y="261"/>
                    <a:pt x="186" y="258"/>
                    <a:pt x="190" y="255"/>
                  </a:cubicBezTo>
                  <a:cubicBezTo>
                    <a:pt x="193" y="252"/>
                    <a:pt x="199" y="251"/>
                    <a:pt x="205" y="251"/>
                  </a:cubicBezTo>
                  <a:cubicBezTo>
                    <a:pt x="206" y="258"/>
                    <a:pt x="208" y="264"/>
                    <a:pt x="210" y="271"/>
                  </a:cubicBezTo>
                  <a:cubicBezTo>
                    <a:pt x="208" y="271"/>
                    <a:pt x="207" y="272"/>
                    <a:pt x="205" y="272"/>
                  </a:cubicBezTo>
                  <a:cubicBezTo>
                    <a:pt x="201" y="273"/>
                    <a:pt x="198" y="274"/>
                    <a:pt x="194" y="275"/>
                  </a:cubicBezTo>
                  <a:cubicBezTo>
                    <a:pt x="189" y="271"/>
                    <a:pt x="186" y="266"/>
                    <a:pt x="186" y="263"/>
                  </a:cubicBezTo>
                  <a:close/>
                  <a:moveTo>
                    <a:pt x="203" y="283"/>
                  </a:moveTo>
                  <a:cubicBezTo>
                    <a:pt x="205" y="282"/>
                    <a:pt x="206" y="282"/>
                    <a:pt x="208" y="281"/>
                  </a:cubicBezTo>
                  <a:cubicBezTo>
                    <a:pt x="210" y="281"/>
                    <a:pt x="212" y="280"/>
                    <a:pt x="214" y="280"/>
                  </a:cubicBezTo>
                  <a:cubicBezTo>
                    <a:pt x="217" y="286"/>
                    <a:pt x="221" y="292"/>
                    <a:pt x="225" y="297"/>
                  </a:cubicBezTo>
                  <a:cubicBezTo>
                    <a:pt x="218" y="293"/>
                    <a:pt x="210" y="288"/>
                    <a:pt x="203" y="283"/>
                  </a:cubicBezTo>
                  <a:close/>
                  <a:moveTo>
                    <a:pt x="215" y="252"/>
                  </a:moveTo>
                  <a:cubicBezTo>
                    <a:pt x="215" y="252"/>
                    <a:pt x="216" y="252"/>
                    <a:pt x="217" y="252"/>
                  </a:cubicBezTo>
                  <a:cubicBezTo>
                    <a:pt x="224" y="253"/>
                    <a:pt x="230" y="257"/>
                    <a:pt x="235" y="261"/>
                  </a:cubicBezTo>
                  <a:cubicBezTo>
                    <a:pt x="233" y="262"/>
                    <a:pt x="231" y="263"/>
                    <a:pt x="229" y="264"/>
                  </a:cubicBezTo>
                  <a:cubicBezTo>
                    <a:pt x="226" y="266"/>
                    <a:pt x="223" y="267"/>
                    <a:pt x="219" y="268"/>
                  </a:cubicBezTo>
                  <a:cubicBezTo>
                    <a:pt x="217" y="263"/>
                    <a:pt x="216" y="257"/>
                    <a:pt x="215" y="252"/>
                  </a:cubicBezTo>
                  <a:close/>
                  <a:moveTo>
                    <a:pt x="223" y="277"/>
                  </a:moveTo>
                  <a:cubicBezTo>
                    <a:pt x="226" y="276"/>
                    <a:pt x="230" y="274"/>
                    <a:pt x="233" y="273"/>
                  </a:cubicBezTo>
                  <a:cubicBezTo>
                    <a:pt x="235" y="272"/>
                    <a:pt x="238" y="270"/>
                    <a:pt x="240" y="269"/>
                  </a:cubicBezTo>
                  <a:cubicBezTo>
                    <a:pt x="241" y="271"/>
                    <a:pt x="242" y="274"/>
                    <a:pt x="242" y="277"/>
                  </a:cubicBezTo>
                  <a:cubicBezTo>
                    <a:pt x="242" y="280"/>
                    <a:pt x="242" y="282"/>
                    <a:pt x="241" y="285"/>
                  </a:cubicBezTo>
                  <a:cubicBezTo>
                    <a:pt x="239" y="288"/>
                    <a:pt x="237" y="291"/>
                    <a:pt x="235" y="293"/>
                  </a:cubicBezTo>
                  <a:cubicBezTo>
                    <a:pt x="234" y="293"/>
                    <a:pt x="234" y="293"/>
                    <a:pt x="234" y="293"/>
                  </a:cubicBezTo>
                  <a:cubicBezTo>
                    <a:pt x="230" y="288"/>
                    <a:pt x="226" y="283"/>
                    <a:pt x="223" y="277"/>
                  </a:cubicBezTo>
                  <a:close/>
                  <a:moveTo>
                    <a:pt x="219" y="243"/>
                  </a:moveTo>
                  <a:cubicBezTo>
                    <a:pt x="218" y="242"/>
                    <a:pt x="216" y="242"/>
                    <a:pt x="214" y="242"/>
                  </a:cubicBezTo>
                  <a:cubicBezTo>
                    <a:pt x="215" y="240"/>
                    <a:pt x="215" y="238"/>
                    <a:pt x="215" y="235"/>
                  </a:cubicBezTo>
                  <a:cubicBezTo>
                    <a:pt x="220" y="237"/>
                    <a:pt x="223" y="239"/>
                    <a:pt x="225" y="240"/>
                  </a:cubicBezTo>
                  <a:cubicBezTo>
                    <a:pt x="226" y="241"/>
                    <a:pt x="226" y="241"/>
                    <a:pt x="226" y="241"/>
                  </a:cubicBezTo>
                  <a:cubicBezTo>
                    <a:pt x="232" y="244"/>
                    <a:pt x="239" y="249"/>
                    <a:pt x="244" y="253"/>
                  </a:cubicBezTo>
                  <a:cubicBezTo>
                    <a:pt x="244" y="254"/>
                    <a:pt x="243" y="255"/>
                    <a:pt x="242" y="255"/>
                  </a:cubicBezTo>
                  <a:cubicBezTo>
                    <a:pt x="236" y="249"/>
                    <a:pt x="228" y="244"/>
                    <a:pt x="219" y="243"/>
                  </a:cubicBezTo>
                  <a:close/>
                  <a:moveTo>
                    <a:pt x="195" y="214"/>
                  </a:moveTo>
                  <a:cubicBezTo>
                    <a:pt x="187" y="210"/>
                    <a:pt x="181" y="205"/>
                    <a:pt x="181" y="200"/>
                  </a:cubicBezTo>
                  <a:cubicBezTo>
                    <a:pt x="181" y="200"/>
                    <a:pt x="181" y="200"/>
                    <a:pt x="181" y="200"/>
                  </a:cubicBezTo>
                  <a:cubicBezTo>
                    <a:pt x="181" y="199"/>
                    <a:pt x="181" y="199"/>
                    <a:pt x="181" y="198"/>
                  </a:cubicBezTo>
                  <a:cubicBezTo>
                    <a:pt x="183" y="190"/>
                    <a:pt x="206" y="187"/>
                    <a:pt x="222" y="188"/>
                  </a:cubicBezTo>
                  <a:cubicBezTo>
                    <a:pt x="228" y="188"/>
                    <a:pt x="234" y="189"/>
                    <a:pt x="239" y="191"/>
                  </a:cubicBezTo>
                  <a:cubicBezTo>
                    <a:pt x="237" y="193"/>
                    <a:pt x="236" y="194"/>
                    <a:pt x="234" y="195"/>
                  </a:cubicBezTo>
                  <a:cubicBezTo>
                    <a:pt x="228" y="201"/>
                    <a:pt x="222" y="207"/>
                    <a:pt x="217" y="213"/>
                  </a:cubicBezTo>
                  <a:cubicBezTo>
                    <a:pt x="210" y="214"/>
                    <a:pt x="202" y="214"/>
                    <a:pt x="195" y="214"/>
                  </a:cubicBezTo>
                  <a:close/>
                  <a:moveTo>
                    <a:pt x="167" y="307"/>
                  </a:moveTo>
                  <a:cubicBezTo>
                    <a:pt x="167" y="307"/>
                    <a:pt x="167" y="306"/>
                    <a:pt x="167" y="306"/>
                  </a:cubicBezTo>
                  <a:cubicBezTo>
                    <a:pt x="167" y="303"/>
                    <a:pt x="168" y="300"/>
                    <a:pt x="171" y="297"/>
                  </a:cubicBezTo>
                  <a:cubicBezTo>
                    <a:pt x="173" y="295"/>
                    <a:pt x="175" y="294"/>
                    <a:pt x="178" y="292"/>
                  </a:cubicBezTo>
                  <a:cubicBezTo>
                    <a:pt x="179" y="293"/>
                    <a:pt x="180" y="294"/>
                    <a:pt x="182" y="294"/>
                  </a:cubicBezTo>
                  <a:cubicBezTo>
                    <a:pt x="186" y="297"/>
                    <a:pt x="190" y="300"/>
                    <a:pt x="194" y="302"/>
                  </a:cubicBezTo>
                  <a:cubicBezTo>
                    <a:pt x="185" y="303"/>
                    <a:pt x="175" y="304"/>
                    <a:pt x="167" y="308"/>
                  </a:cubicBezTo>
                  <a:cubicBezTo>
                    <a:pt x="167" y="308"/>
                    <a:pt x="167" y="307"/>
                    <a:pt x="167" y="307"/>
                  </a:cubicBezTo>
                  <a:close/>
                  <a:moveTo>
                    <a:pt x="176" y="315"/>
                  </a:moveTo>
                  <a:cubicBezTo>
                    <a:pt x="182" y="313"/>
                    <a:pt x="190" y="312"/>
                    <a:pt x="199" y="311"/>
                  </a:cubicBezTo>
                  <a:cubicBezTo>
                    <a:pt x="202" y="311"/>
                    <a:pt x="206" y="311"/>
                    <a:pt x="209" y="311"/>
                  </a:cubicBezTo>
                  <a:cubicBezTo>
                    <a:pt x="210" y="311"/>
                    <a:pt x="211" y="312"/>
                    <a:pt x="212" y="312"/>
                  </a:cubicBezTo>
                  <a:cubicBezTo>
                    <a:pt x="217" y="314"/>
                    <a:pt x="221" y="316"/>
                    <a:pt x="226" y="316"/>
                  </a:cubicBezTo>
                  <a:cubicBezTo>
                    <a:pt x="223" y="318"/>
                    <a:pt x="220" y="320"/>
                    <a:pt x="217" y="320"/>
                  </a:cubicBezTo>
                  <a:cubicBezTo>
                    <a:pt x="205" y="323"/>
                    <a:pt x="191" y="319"/>
                    <a:pt x="176" y="315"/>
                  </a:cubicBezTo>
                  <a:close/>
                  <a:moveTo>
                    <a:pt x="250" y="336"/>
                  </a:moveTo>
                  <a:cubicBezTo>
                    <a:pt x="249" y="338"/>
                    <a:pt x="247" y="340"/>
                    <a:pt x="243" y="342"/>
                  </a:cubicBezTo>
                  <a:cubicBezTo>
                    <a:pt x="227" y="347"/>
                    <a:pt x="200" y="336"/>
                    <a:pt x="185" y="327"/>
                  </a:cubicBezTo>
                  <a:cubicBezTo>
                    <a:pt x="185" y="327"/>
                    <a:pt x="185" y="327"/>
                    <a:pt x="184" y="327"/>
                  </a:cubicBezTo>
                  <a:cubicBezTo>
                    <a:pt x="196" y="330"/>
                    <a:pt x="208" y="332"/>
                    <a:pt x="220" y="330"/>
                  </a:cubicBezTo>
                  <a:cubicBezTo>
                    <a:pt x="226" y="328"/>
                    <a:pt x="233" y="324"/>
                    <a:pt x="240" y="318"/>
                  </a:cubicBezTo>
                  <a:cubicBezTo>
                    <a:pt x="240" y="318"/>
                    <a:pt x="241" y="319"/>
                    <a:pt x="241" y="319"/>
                  </a:cubicBezTo>
                  <a:cubicBezTo>
                    <a:pt x="247" y="325"/>
                    <a:pt x="250" y="331"/>
                    <a:pt x="250" y="335"/>
                  </a:cubicBezTo>
                  <a:cubicBezTo>
                    <a:pt x="250" y="335"/>
                    <a:pt x="250" y="336"/>
                    <a:pt x="250" y="336"/>
                  </a:cubicBezTo>
                  <a:close/>
                  <a:moveTo>
                    <a:pt x="243" y="302"/>
                  </a:moveTo>
                  <a:cubicBezTo>
                    <a:pt x="242" y="301"/>
                    <a:pt x="242" y="301"/>
                    <a:pt x="241" y="300"/>
                  </a:cubicBezTo>
                  <a:cubicBezTo>
                    <a:pt x="245" y="297"/>
                    <a:pt x="248" y="293"/>
                    <a:pt x="250" y="288"/>
                  </a:cubicBezTo>
                  <a:cubicBezTo>
                    <a:pt x="251" y="284"/>
                    <a:pt x="252" y="281"/>
                    <a:pt x="252" y="277"/>
                  </a:cubicBezTo>
                  <a:cubicBezTo>
                    <a:pt x="252" y="272"/>
                    <a:pt x="251" y="267"/>
                    <a:pt x="248" y="263"/>
                  </a:cubicBezTo>
                  <a:cubicBezTo>
                    <a:pt x="249" y="262"/>
                    <a:pt x="250" y="261"/>
                    <a:pt x="251" y="260"/>
                  </a:cubicBezTo>
                  <a:cubicBezTo>
                    <a:pt x="256" y="265"/>
                    <a:pt x="260" y="271"/>
                    <a:pt x="261" y="278"/>
                  </a:cubicBezTo>
                  <a:cubicBezTo>
                    <a:pt x="255" y="287"/>
                    <a:pt x="249" y="295"/>
                    <a:pt x="243" y="302"/>
                  </a:cubicBezTo>
                  <a:close/>
                  <a:moveTo>
                    <a:pt x="269" y="216"/>
                  </a:moveTo>
                  <a:cubicBezTo>
                    <a:pt x="271" y="216"/>
                    <a:pt x="273" y="217"/>
                    <a:pt x="274" y="218"/>
                  </a:cubicBezTo>
                  <a:cubicBezTo>
                    <a:pt x="277" y="220"/>
                    <a:pt x="278" y="224"/>
                    <a:pt x="278" y="231"/>
                  </a:cubicBezTo>
                  <a:cubicBezTo>
                    <a:pt x="278" y="232"/>
                    <a:pt x="278" y="232"/>
                    <a:pt x="278" y="233"/>
                  </a:cubicBezTo>
                  <a:cubicBezTo>
                    <a:pt x="278" y="242"/>
                    <a:pt x="274" y="254"/>
                    <a:pt x="267" y="266"/>
                  </a:cubicBezTo>
                  <a:cubicBezTo>
                    <a:pt x="265" y="261"/>
                    <a:pt x="262" y="257"/>
                    <a:pt x="258" y="252"/>
                  </a:cubicBezTo>
                  <a:cubicBezTo>
                    <a:pt x="265" y="243"/>
                    <a:pt x="269" y="232"/>
                    <a:pt x="269" y="220"/>
                  </a:cubicBezTo>
                  <a:cubicBezTo>
                    <a:pt x="269" y="219"/>
                    <a:pt x="269" y="217"/>
                    <a:pt x="269" y="216"/>
                  </a:cubicBezTo>
                  <a:close/>
                  <a:moveTo>
                    <a:pt x="259" y="215"/>
                  </a:moveTo>
                  <a:cubicBezTo>
                    <a:pt x="259" y="217"/>
                    <a:pt x="259" y="219"/>
                    <a:pt x="259" y="220"/>
                  </a:cubicBezTo>
                  <a:cubicBezTo>
                    <a:pt x="259" y="229"/>
                    <a:pt x="256" y="238"/>
                    <a:pt x="251" y="246"/>
                  </a:cubicBezTo>
                  <a:cubicBezTo>
                    <a:pt x="244" y="241"/>
                    <a:pt x="237" y="236"/>
                    <a:pt x="231" y="232"/>
                  </a:cubicBezTo>
                  <a:cubicBezTo>
                    <a:pt x="231" y="232"/>
                    <a:pt x="231" y="232"/>
                    <a:pt x="231" y="232"/>
                  </a:cubicBezTo>
                  <a:cubicBezTo>
                    <a:pt x="228" y="231"/>
                    <a:pt x="224" y="229"/>
                    <a:pt x="219" y="226"/>
                  </a:cubicBezTo>
                  <a:cubicBezTo>
                    <a:pt x="220" y="225"/>
                    <a:pt x="221" y="223"/>
                    <a:pt x="222" y="222"/>
                  </a:cubicBezTo>
                  <a:cubicBezTo>
                    <a:pt x="230" y="221"/>
                    <a:pt x="237" y="220"/>
                    <a:pt x="242" y="218"/>
                  </a:cubicBezTo>
                  <a:cubicBezTo>
                    <a:pt x="248" y="217"/>
                    <a:pt x="253" y="216"/>
                    <a:pt x="259" y="215"/>
                  </a:cubicBezTo>
                  <a:close/>
                  <a:moveTo>
                    <a:pt x="256" y="206"/>
                  </a:moveTo>
                  <a:cubicBezTo>
                    <a:pt x="251" y="207"/>
                    <a:pt x="245" y="208"/>
                    <a:pt x="240" y="209"/>
                  </a:cubicBezTo>
                  <a:cubicBezTo>
                    <a:pt x="237" y="210"/>
                    <a:pt x="235" y="210"/>
                    <a:pt x="232" y="211"/>
                  </a:cubicBezTo>
                  <a:cubicBezTo>
                    <a:pt x="235" y="208"/>
                    <a:pt x="238" y="205"/>
                    <a:pt x="241" y="202"/>
                  </a:cubicBezTo>
                  <a:cubicBezTo>
                    <a:pt x="243" y="200"/>
                    <a:pt x="245" y="198"/>
                    <a:pt x="248" y="196"/>
                  </a:cubicBezTo>
                  <a:cubicBezTo>
                    <a:pt x="251" y="199"/>
                    <a:pt x="254" y="202"/>
                    <a:pt x="256" y="206"/>
                  </a:cubicBezTo>
                  <a:close/>
                  <a:moveTo>
                    <a:pt x="198" y="136"/>
                  </a:moveTo>
                  <a:cubicBezTo>
                    <a:pt x="216" y="128"/>
                    <a:pt x="229" y="123"/>
                    <a:pt x="240" y="125"/>
                  </a:cubicBezTo>
                  <a:cubicBezTo>
                    <a:pt x="238" y="128"/>
                    <a:pt x="236" y="130"/>
                    <a:pt x="234" y="132"/>
                  </a:cubicBezTo>
                  <a:cubicBezTo>
                    <a:pt x="223" y="142"/>
                    <a:pt x="208" y="142"/>
                    <a:pt x="191" y="143"/>
                  </a:cubicBezTo>
                  <a:cubicBezTo>
                    <a:pt x="187" y="143"/>
                    <a:pt x="184" y="143"/>
                    <a:pt x="180" y="143"/>
                  </a:cubicBezTo>
                  <a:cubicBezTo>
                    <a:pt x="186" y="141"/>
                    <a:pt x="192" y="138"/>
                    <a:pt x="198" y="136"/>
                  </a:cubicBezTo>
                  <a:close/>
                  <a:moveTo>
                    <a:pt x="191" y="152"/>
                  </a:moveTo>
                  <a:cubicBezTo>
                    <a:pt x="209" y="152"/>
                    <a:pt x="227" y="151"/>
                    <a:pt x="240" y="139"/>
                  </a:cubicBezTo>
                  <a:cubicBezTo>
                    <a:pt x="243" y="137"/>
                    <a:pt x="246" y="133"/>
                    <a:pt x="248" y="129"/>
                  </a:cubicBezTo>
                  <a:cubicBezTo>
                    <a:pt x="251" y="131"/>
                    <a:pt x="254" y="135"/>
                    <a:pt x="256" y="139"/>
                  </a:cubicBezTo>
                  <a:cubicBezTo>
                    <a:pt x="259" y="146"/>
                    <a:pt x="260" y="151"/>
                    <a:pt x="260" y="156"/>
                  </a:cubicBezTo>
                  <a:cubicBezTo>
                    <a:pt x="260" y="167"/>
                    <a:pt x="254" y="176"/>
                    <a:pt x="246" y="184"/>
                  </a:cubicBezTo>
                  <a:cubicBezTo>
                    <a:pt x="239" y="181"/>
                    <a:pt x="231" y="179"/>
                    <a:pt x="222" y="178"/>
                  </a:cubicBezTo>
                  <a:cubicBezTo>
                    <a:pt x="218" y="178"/>
                    <a:pt x="205" y="178"/>
                    <a:pt x="193" y="180"/>
                  </a:cubicBezTo>
                  <a:cubicBezTo>
                    <a:pt x="194" y="178"/>
                    <a:pt x="195" y="176"/>
                    <a:pt x="195" y="174"/>
                  </a:cubicBezTo>
                  <a:cubicBezTo>
                    <a:pt x="195" y="173"/>
                    <a:pt x="195" y="173"/>
                    <a:pt x="195" y="172"/>
                  </a:cubicBezTo>
                  <a:cubicBezTo>
                    <a:pt x="195" y="168"/>
                    <a:pt x="193" y="163"/>
                    <a:pt x="190" y="160"/>
                  </a:cubicBezTo>
                  <a:cubicBezTo>
                    <a:pt x="187" y="157"/>
                    <a:pt x="183" y="154"/>
                    <a:pt x="178" y="153"/>
                  </a:cubicBezTo>
                  <a:cubicBezTo>
                    <a:pt x="182" y="153"/>
                    <a:pt x="187" y="152"/>
                    <a:pt x="191" y="152"/>
                  </a:cubicBezTo>
                  <a:close/>
                  <a:moveTo>
                    <a:pt x="183" y="167"/>
                  </a:moveTo>
                  <a:cubicBezTo>
                    <a:pt x="185" y="168"/>
                    <a:pt x="186" y="170"/>
                    <a:pt x="186" y="172"/>
                  </a:cubicBezTo>
                  <a:cubicBezTo>
                    <a:pt x="186" y="172"/>
                    <a:pt x="186" y="173"/>
                    <a:pt x="185" y="173"/>
                  </a:cubicBezTo>
                  <a:cubicBezTo>
                    <a:pt x="185" y="178"/>
                    <a:pt x="181" y="183"/>
                    <a:pt x="176" y="188"/>
                  </a:cubicBezTo>
                  <a:cubicBezTo>
                    <a:pt x="174" y="183"/>
                    <a:pt x="170" y="178"/>
                    <a:pt x="167" y="173"/>
                  </a:cubicBezTo>
                  <a:cubicBezTo>
                    <a:pt x="169" y="169"/>
                    <a:pt x="171" y="165"/>
                    <a:pt x="172" y="161"/>
                  </a:cubicBezTo>
                  <a:cubicBezTo>
                    <a:pt x="177" y="162"/>
                    <a:pt x="181" y="164"/>
                    <a:pt x="183" y="167"/>
                  </a:cubicBezTo>
                  <a:close/>
                  <a:moveTo>
                    <a:pt x="155" y="131"/>
                  </a:moveTo>
                  <a:cubicBezTo>
                    <a:pt x="157" y="127"/>
                    <a:pt x="157" y="123"/>
                    <a:pt x="158" y="119"/>
                  </a:cubicBezTo>
                  <a:cubicBezTo>
                    <a:pt x="159" y="118"/>
                    <a:pt x="161" y="117"/>
                    <a:pt x="162" y="117"/>
                  </a:cubicBezTo>
                  <a:cubicBezTo>
                    <a:pt x="166" y="118"/>
                    <a:pt x="168" y="122"/>
                    <a:pt x="169" y="128"/>
                  </a:cubicBezTo>
                  <a:cubicBezTo>
                    <a:pt x="169" y="129"/>
                    <a:pt x="169" y="130"/>
                    <a:pt x="169" y="132"/>
                  </a:cubicBezTo>
                  <a:cubicBezTo>
                    <a:pt x="169" y="133"/>
                    <a:pt x="169" y="135"/>
                    <a:pt x="168" y="137"/>
                  </a:cubicBezTo>
                  <a:cubicBezTo>
                    <a:pt x="165" y="137"/>
                    <a:pt x="161" y="138"/>
                    <a:pt x="158" y="137"/>
                  </a:cubicBezTo>
                  <a:cubicBezTo>
                    <a:pt x="156" y="137"/>
                    <a:pt x="154" y="136"/>
                    <a:pt x="152" y="136"/>
                  </a:cubicBezTo>
                  <a:cubicBezTo>
                    <a:pt x="153" y="134"/>
                    <a:pt x="154" y="132"/>
                    <a:pt x="155" y="131"/>
                  </a:cubicBezTo>
                  <a:close/>
                  <a:moveTo>
                    <a:pt x="157" y="147"/>
                  </a:moveTo>
                  <a:cubicBezTo>
                    <a:pt x="157" y="147"/>
                    <a:pt x="158" y="147"/>
                    <a:pt x="158" y="147"/>
                  </a:cubicBezTo>
                  <a:cubicBezTo>
                    <a:pt x="156" y="148"/>
                    <a:pt x="154" y="148"/>
                    <a:pt x="152" y="149"/>
                  </a:cubicBezTo>
                  <a:cubicBezTo>
                    <a:pt x="152" y="149"/>
                    <a:pt x="152" y="149"/>
                    <a:pt x="151" y="149"/>
                  </a:cubicBezTo>
                  <a:cubicBezTo>
                    <a:pt x="151" y="148"/>
                    <a:pt x="150" y="146"/>
                    <a:pt x="150" y="145"/>
                  </a:cubicBezTo>
                  <a:cubicBezTo>
                    <a:pt x="152" y="146"/>
                    <a:pt x="154" y="147"/>
                    <a:pt x="157" y="147"/>
                  </a:cubicBezTo>
                  <a:close/>
                  <a:moveTo>
                    <a:pt x="127" y="55"/>
                  </a:moveTo>
                  <a:cubicBezTo>
                    <a:pt x="125" y="52"/>
                    <a:pt x="125" y="52"/>
                    <a:pt x="125" y="52"/>
                  </a:cubicBezTo>
                  <a:cubicBezTo>
                    <a:pt x="118" y="46"/>
                    <a:pt x="109" y="37"/>
                    <a:pt x="109" y="30"/>
                  </a:cubicBezTo>
                  <a:cubicBezTo>
                    <a:pt x="109" y="30"/>
                    <a:pt x="109" y="30"/>
                    <a:pt x="109" y="30"/>
                  </a:cubicBezTo>
                  <a:cubicBezTo>
                    <a:pt x="109" y="28"/>
                    <a:pt x="110" y="26"/>
                    <a:pt x="113" y="24"/>
                  </a:cubicBezTo>
                  <a:cubicBezTo>
                    <a:pt x="128" y="11"/>
                    <a:pt x="162" y="10"/>
                    <a:pt x="174" y="22"/>
                  </a:cubicBezTo>
                  <a:cubicBezTo>
                    <a:pt x="177" y="25"/>
                    <a:pt x="178" y="28"/>
                    <a:pt x="178" y="32"/>
                  </a:cubicBezTo>
                  <a:cubicBezTo>
                    <a:pt x="178" y="36"/>
                    <a:pt x="176" y="42"/>
                    <a:pt x="172" y="48"/>
                  </a:cubicBezTo>
                  <a:cubicBezTo>
                    <a:pt x="168" y="55"/>
                    <a:pt x="162" y="60"/>
                    <a:pt x="156" y="66"/>
                  </a:cubicBezTo>
                  <a:cubicBezTo>
                    <a:pt x="152" y="70"/>
                    <a:pt x="149" y="73"/>
                    <a:pt x="146" y="77"/>
                  </a:cubicBezTo>
                  <a:cubicBezTo>
                    <a:pt x="141" y="69"/>
                    <a:pt x="135" y="62"/>
                    <a:pt x="127" y="55"/>
                  </a:cubicBezTo>
                  <a:close/>
                  <a:moveTo>
                    <a:pt x="103" y="132"/>
                  </a:moveTo>
                  <a:cubicBezTo>
                    <a:pt x="106" y="133"/>
                    <a:pt x="109" y="135"/>
                    <a:pt x="111" y="137"/>
                  </a:cubicBezTo>
                  <a:cubicBezTo>
                    <a:pt x="108" y="136"/>
                    <a:pt x="105" y="134"/>
                    <a:pt x="103" y="132"/>
                  </a:cubicBezTo>
                  <a:close/>
                  <a:moveTo>
                    <a:pt x="95" y="117"/>
                  </a:moveTo>
                  <a:cubicBezTo>
                    <a:pt x="95" y="117"/>
                    <a:pt x="94" y="116"/>
                    <a:pt x="94" y="116"/>
                  </a:cubicBezTo>
                  <a:cubicBezTo>
                    <a:pt x="91" y="109"/>
                    <a:pt x="90" y="102"/>
                    <a:pt x="89" y="94"/>
                  </a:cubicBezTo>
                  <a:cubicBezTo>
                    <a:pt x="89" y="91"/>
                    <a:pt x="88" y="88"/>
                    <a:pt x="88" y="86"/>
                  </a:cubicBezTo>
                  <a:cubicBezTo>
                    <a:pt x="104" y="82"/>
                    <a:pt x="129" y="86"/>
                    <a:pt x="136" y="90"/>
                  </a:cubicBezTo>
                  <a:cubicBezTo>
                    <a:pt x="134" y="94"/>
                    <a:pt x="132" y="98"/>
                    <a:pt x="131" y="103"/>
                  </a:cubicBezTo>
                  <a:cubicBezTo>
                    <a:pt x="130" y="107"/>
                    <a:pt x="129" y="110"/>
                    <a:pt x="129" y="114"/>
                  </a:cubicBezTo>
                  <a:cubicBezTo>
                    <a:pt x="129" y="121"/>
                    <a:pt x="131" y="128"/>
                    <a:pt x="135" y="134"/>
                  </a:cubicBezTo>
                  <a:cubicBezTo>
                    <a:pt x="136" y="135"/>
                    <a:pt x="137" y="136"/>
                    <a:pt x="138" y="138"/>
                  </a:cubicBezTo>
                  <a:cubicBezTo>
                    <a:pt x="136" y="139"/>
                    <a:pt x="133" y="141"/>
                    <a:pt x="130" y="141"/>
                  </a:cubicBezTo>
                  <a:cubicBezTo>
                    <a:pt x="128" y="142"/>
                    <a:pt x="126" y="142"/>
                    <a:pt x="124" y="142"/>
                  </a:cubicBezTo>
                  <a:cubicBezTo>
                    <a:pt x="120" y="129"/>
                    <a:pt x="106" y="122"/>
                    <a:pt x="95" y="117"/>
                  </a:cubicBezTo>
                  <a:close/>
                  <a:moveTo>
                    <a:pt x="121" y="163"/>
                  </a:moveTo>
                  <a:cubicBezTo>
                    <a:pt x="126" y="162"/>
                    <a:pt x="131" y="162"/>
                    <a:pt x="136" y="161"/>
                  </a:cubicBezTo>
                  <a:cubicBezTo>
                    <a:pt x="131" y="166"/>
                    <a:pt x="127" y="172"/>
                    <a:pt x="125" y="178"/>
                  </a:cubicBezTo>
                  <a:cubicBezTo>
                    <a:pt x="125" y="181"/>
                    <a:pt x="125" y="183"/>
                    <a:pt x="125" y="185"/>
                  </a:cubicBezTo>
                  <a:cubicBezTo>
                    <a:pt x="125" y="190"/>
                    <a:pt x="126" y="195"/>
                    <a:pt x="129" y="199"/>
                  </a:cubicBezTo>
                  <a:cubicBezTo>
                    <a:pt x="124" y="201"/>
                    <a:pt x="119" y="201"/>
                    <a:pt x="115" y="200"/>
                  </a:cubicBezTo>
                  <a:cubicBezTo>
                    <a:pt x="107" y="198"/>
                    <a:pt x="104" y="193"/>
                    <a:pt x="101" y="185"/>
                  </a:cubicBezTo>
                  <a:cubicBezTo>
                    <a:pt x="110" y="179"/>
                    <a:pt x="117" y="171"/>
                    <a:pt x="121" y="163"/>
                  </a:cubicBezTo>
                  <a:close/>
                  <a:moveTo>
                    <a:pt x="108" y="166"/>
                  </a:moveTo>
                  <a:cubicBezTo>
                    <a:pt x="105" y="169"/>
                    <a:pt x="102" y="172"/>
                    <a:pt x="99" y="175"/>
                  </a:cubicBezTo>
                  <a:cubicBezTo>
                    <a:pt x="99" y="174"/>
                    <a:pt x="99" y="173"/>
                    <a:pt x="99" y="172"/>
                  </a:cubicBezTo>
                  <a:cubicBezTo>
                    <a:pt x="98" y="171"/>
                    <a:pt x="98" y="170"/>
                    <a:pt x="98" y="169"/>
                  </a:cubicBezTo>
                  <a:cubicBezTo>
                    <a:pt x="101" y="168"/>
                    <a:pt x="105" y="167"/>
                    <a:pt x="108" y="166"/>
                  </a:cubicBezTo>
                  <a:close/>
                  <a:moveTo>
                    <a:pt x="89" y="174"/>
                  </a:moveTo>
                  <a:cubicBezTo>
                    <a:pt x="89" y="176"/>
                    <a:pt x="90" y="178"/>
                    <a:pt x="90" y="180"/>
                  </a:cubicBezTo>
                  <a:cubicBezTo>
                    <a:pt x="85" y="182"/>
                    <a:pt x="80" y="184"/>
                    <a:pt x="76" y="183"/>
                  </a:cubicBezTo>
                  <a:cubicBezTo>
                    <a:pt x="72" y="183"/>
                    <a:pt x="67" y="180"/>
                    <a:pt x="61" y="176"/>
                  </a:cubicBezTo>
                  <a:cubicBezTo>
                    <a:pt x="63" y="176"/>
                    <a:pt x="65" y="176"/>
                    <a:pt x="67" y="175"/>
                  </a:cubicBezTo>
                  <a:cubicBezTo>
                    <a:pt x="73" y="174"/>
                    <a:pt x="80" y="173"/>
                    <a:pt x="85" y="172"/>
                  </a:cubicBezTo>
                  <a:cubicBezTo>
                    <a:pt x="85" y="172"/>
                    <a:pt x="87" y="171"/>
                    <a:pt x="89" y="171"/>
                  </a:cubicBezTo>
                  <a:cubicBezTo>
                    <a:pt x="89" y="172"/>
                    <a:pt x="89" y="173"/>
                    <a:pt x="89" y="174"/>
                  </a:cubicBezTo>
                  <a:close/>
                  <a:moveTo>
                    <a:pt x="44" y="135"/>
                  </a:moveTo>
                  <a:cubicBezTo>
                    <a:pt x="45" y="134"/>
                    <a:pt x="46" y="134"/>
                    <a:pt x="47" y="134"/>
                  </a:cubicBezTo>
                  <a:cubicBezTo>
                    <a:pt x="56" y="132"/>
                    <a:pt x="74" y="143"/>
                    <a:pt x="82" y="152"/>
                  </a:cubicBezTo>
                  <a:cubicBezTo>
                    <a:pt x="84" y="154"/>
                    <a:pt x="85" y="158"/>
                    <a:pt x="86" y="162"/>
                  </a:cubicBezTo>
                  <a:cubicBezTo>
                    <a:pt x="85" y="162"/>
                    <a:pt x="83" y="163"/>
                    <a:pt x="83" y="163"/>
                  </a:cubicBezTo>
                  <a:cubicBezTo>
                    <a:pt x="78" y="164"/>
                    <a:pt x="72" y="165"/>
                    <a:pt x="65" y="166"/>
                  </a:cubicBezTo>
                  <a:cubicBezTo>
                    <a:pt x="60" y="167"/>
                    <a:pt x="55" y="167"/>
                    <a:pt x="50" y="169"/>
                  </a:cubicBezTo>
                  <a:cubicBezTo>
                    <a:pt x="47" y="166"/>
                    <a:pt x="45" y="164"/>
                    <a:pt x="42" y="162"/>
                  </a:cubicBezTo>
                  <a:cubicBezTo>
                    <a:pt x="43" y="160"/>
                    <a:pt x="44" y="159"/>
                    <a:pt x="44" y="157"/>
                  </a:cubicBezTo>
                  <a:cubicBezTo>
                    <a:pt x="45" y="154"/>
                    <a:pt x="45" y="151"/>
                    <a:pt x="45" y="148"/>
                  </a:cubicBezTo>
                  <a:cubicBezTo>
                    <a:pt x="45" y="143"/>
                    <a:pt x="45" y="139"/>
                    <a:pt x="44" y="135"/>
                  </a:cubicBezTo>
                  <a:close/>
                  <a:moveTo>
                    <a:pt x="38" y="172"/>
                  </a:moveTo>
                  <a:cubicBezTo>
                    <a:pt x="37" y="172"/>
                    <a:pt x="36" y="172"/>
                    <a:pt x="35" y="173"/>
                  </a:cubicBezTo>
                  <a:cubicBezTo>
                    <a:pt x="36" y="172"/>
                    <a:pt x="36" y="171"/>
                    <a:pt x="37" y="170"/>
                  </a:cubicBezTo>
                  <a:cubicBezTo>
                    <a:pt x="37" y="171"/>
                    <a:pt x="38" y="171"/>
                    <a:pt x="38" y="172"/>
                  </a:cubicBezTo>
                  <a:close/>
                  <a:moveTo>
                    <a:pt x="35" y="144"/>
                  </a:moveTo>
                  <a:cubicBezTo>
                    <a:pt x="35" y="144"/>
                    <a:pt x="35" y="143"/>
                    <a:pt x="35" y="143"/>
                  </a:cubicBezTo>
                  <a:cubicBezTo>
                    <a:pt x="36" y="145"/>
                    <a:pt x="36" y="146"/>
                    <a:pt x="36" y="148"/>
                  </a:cubicBezTo>
                  <a:cubicBezTo>
                    <a:pt x="36" y="150"/>
                    <a:pt x="36" y="152"/>
                    <a:pt x="35" y="154"/>
                  </a:cubicBezTo>
                  <a:cubicBezTo>
                    <a:pt x="35" y="154"/>
                    <a:pt x="35" y="154"/>
                    <a:pt x="35" y="154"/>
                  </a:cubicBezTo>
                  <a:cubicBezTo>
                    <a:pt x="34" y="153"/>
                    <a:pt x="34" y="151"/>
                    <a:pt x="34" y="149"/>
                  </a:cubicBezTo>
                  <a:cubicBezTo>
                    <a:pt x="34" y="147"/>
                    <a:pt x="34" y="145"/>
                    <a:pt x="35" y="144"/>
                  </a:cubicBezTo>
                  <a:close/>
                  <a:moveTo>
                    <a:pt x="36" y="302"/>
                  </a:moveTo>
                  <a:cubicBezTo>
                    <a:pt x="39" y="296"/>
                    <a:pt x="41" y="290"/>
                    <a:pt x="41" y="285"/>
                  </a:cubicBezTo>
                  <a:cubicBezTo>
                    <a:pt x="41" y="284"/>
                    <a:pt x="41" y="283"/>
                    <a:pt x="41" y="283"/>
                  </a:cubicBezTo>
                  <a:cubicBezTo>
                    <a:pt x="41" y="279"/>
                    <a:pt x="40" y="275"/>
                    <a:pt x="38" y="272"/>
                  </a:cubicBezTo>
                  <a:cubicBezTo>
                    <a:pt x="40" y="271"/>
                    <a:pt x="43" y="270"/>
                    <a:pt x="46" y="269"/>
                  </a:cubicBezTo>
                  <a:cubicBezTo>
                    <a:pt x="57" y="265"/>
                    <a:pt x="69" y="261"/>
                    <a:pt x="72" y="245"/>
                  </a:cubicBezTo>
                  <a:cubicBezTo>
                    <a:pt x="72" y="244"/>
                    <a:pt x="72" y="242"/>
                    <a:pt x="72" y="241"/>
                  </a:cubicBezTo>
                  <a:cubicBezTo>
                    <a:pt x="72" y="236"/>
                    <a:pt x="71" y="232"/>
                    <a:pt x="68" y="229"/>
                  </a:cubicBezTo>
                  <a:cubicBezTo>
                    <a:pt x="62" y="221"/>
                    <a:pt x="51" y="218"/>
                    <a:pt x="43" y="218"/>
                  </a:cubicBezTo>
                  <a:cubicBezTo>
                    <a:pt x="34" y="217"/>
                    <a:pt x="34" y="217"/>
                    <a:pt x="34" y="217"/>
                  </a:cubicBezTo>
                  <a:cubicBezTo>
                    <a:pt x="27" y="217"/>
                    <a:pt x="20" y="217"/>
                    <a:pt x="17" y="214"/>
                  </a:cubicBezTo>
                  <a:cubicBezTo>
                    <a:pt x="16" y="212"/>
                    <a:pt x="15" y="210"/>
                    <a:pt x="15" y="208"/>
                  </a:cubicBezTo>
                  <a:cubicBezTo>
                    <a:pt x="15" y="207"/>
                    <a:pt x="15" y="207"/>
                    <a:pt x="15" y="207"/>
                  </a:cubicBezTo>
                  <a:cubicBezTo>
                    <a:pt x="16" y="200"/>
                    <a:pt x="23" y="190"/>
                    <a:pt x="29" y="186"/>
                  </a:cubicBezTo>
                  <a:cubicBezTo>
                    <a:pt x="34" y="183"/>
                    <a:pt x="40" y="180"/>
                    <a:pt x="47" y="179"/>
                  </a:cubicBezTo>
                  <a:cubicBezTo>
                    <a:pt x="57" y="186"/>
                    <a:pt x="68" y="192"/>
                    <a:pt x="75" y="193"/>
                  </a:cubicBezTo>
                  <a:cubicBezTo>
                    <a:pt x="80" y="194"/>
                    <a:pt x="86" y="192"/>
                    <a:pt x="93" y="189"/>
                  </a:cubicBezTo>
                  <a:cubicBezTo>
                    <a:pt x="96" y="199"/>
                    <a:pt x="101" y="207"/>
                    <a:pt x="113" y="209"/>
                  </a:cubicBezTo>
                  <a:cubicBezTo>
                    <a:pt x="120" y="211"/>
                    <a:pt x="128" y="210"/>
                    <a:pt x="135" y="207"/>
                  </a:cubicBezTo>
                  <a:cubicBezTo>
                    <a:pt x="137" y="209"/>
                    <a:pt x="139" y="210"/>
                    <a:pt x="141" y="212"/>
                  </a:cubicBezTo>
                  <a:cubicBezTo>
                    <a:pt x="140" y="213"/>
                    <a:pt x="138" y="214"/>
                    <a:pt x="138" y="214"/>
                  </a:cubicBezTo>
                  <a:cubicBezTo>
                    <a:pt x="132" y="218"/>
                    <a:pt x="132" y="218"/>
                    <a:pt x="132" y="218"/>
                  </a:cubicBezTo>
                  <a:cubicBezTo>
                    <a:pt x="127" y="221"/>
                    <a:pt x="122" y="225"/>
                    <a:pt x="117" y="229"/>
                  </a:cubicBezTo>
                  <a:cubicBezTo>
                    <a:pt x="105" y="228"/>
                    <a:pt x="92" y="228"/>
                    <a:pt x="84" y="236"/>
                  </a:cubicBezTo>
                  <a:cubicBezTo>
                    <a:pt x="72" y="246"/>
                    <a:pt x="61" y="267"/>
                    <a:pt x="73" y="281"/>
                  </a:cubicBezTo>
                  <a:cubicBezTo>
                    <a:pt x="82" y="293"/>
                    <a:pt x="96" y="292"/>
                    <a:pt x="109" y="291"/>
                  </a:cubicBezTo>
                  <a:cubicBezTo>
                    <a:pt x="120" y="290"/>
                    <a:pt x="130" y="289"/>
                    <a:pt x="137" y="295"/>
                  </a:cubicBezTo>
                  <a:cubicBezTo>
                    <a:pt x="139" y="297"/>
                    <a:pt x="141" y="300"/>
                    <a:pt x="141" y="303"/>
                  </a:cubicBezTo>
                  <a:cubicBezTo>
                    <a:pt x="141" y="303"/>
                    <a:pt x="141" y="303"/>
                    <a:pt x="141" y="304"/>
                  </a:cubicBezTo>
                  <a:cubicBezTo>
                    <a:pt x="141" y="304"/>
                    <a:pt x="141" y="304"/>
                    <a:pt x="141" y="304"/>
                  </a:cubicBezTo>
                  <a:cubicBezTo>
                    <a:pt x="131" y="302"/>
                    <a:pt x="120" y="301"/>
                    <a:pt x="111" y="305"/>
                  </a:cubicBezTo>
                  <a:cubicBezTo>
                    <a:pt x="109" y="306"/>
                    <a:pt x="107" y="307"/>
                    <a:pt x="104" y="308"/>
                  </a:cubicBezTo>
                  <a:cubicBezTo>
                    <a:pt x="102" y="307"/>
                    <a:pt x="99" y="307"/>
                    <a:pt x="97" y="306"/>
                  </a:cubicBezTo>
                  <a:cubicBezTo>
                    <a:pt x="86" y="302"/>
                    <a:pt x="74" y="298"/>
                    <a:pt x="61" y="300"/>
                  </a:cubicBezTo>
                  <a:cubicBezTo>
                    <a:pt x="53" y="301"/>
                    <a:pt x="48" y="303"/>
                    <a:pt x="44" y="306"/>
                  </a:cubicBezTo>
                  <a:cubicBezTo>
                    <a:pt x="41" y="305"/>
                    <a:pt x="39" y="303"/>
                    <a:pt x="36" y="302"/>
                  </a:cubicBezTo>
                  <a:close/>
                  <a:moveTo>
                    <a:pt x="44" y="330"/>
                  </a:moveTo>
                  <a:cubicBezTo>
                    <a:pt x="44" y="328"/>
                    <a:pt x="44" y="326"/>
                    <a:pt x="44" y="324"/>
                  </a:cubicBezTo>
                  <a:cubicBezTo>
                    <a:pt x="44" y="321"/>
                    <a:pt x="44" y="319"/>
                    <a:pt x="46" y="317"/>
                  </a:cubicBezTo>
                  <a:cubicBezTo>
                    <a:pt x="46" y="317"/>
                    <a:pt x="46" y="317"/>
                    <a:pt x="47" y="317"/>
                  </a:cubicBezTo>
                  <a:cubicBezTo>
                    <a:pt x="57" y="321"/>
                    <a:pt x="70" y="327"/>
                    <a:pt x="71" y="331"/>
                  </a:cubicBezTo>
                  <a:cubicBezTo>
                    <a:pt x="71" y="332"/>
                    <a:pt x="71" y="332"/>
                    <a:pt x="71" y="332"/>
                  </a:cubicBezTo>
                  <a:cubicBezTo>
                    <a:pt x="71" y="335"/>
                    <a:pt x="69" y="337"/>
                    <a:pt x="66" y="340"/>
                  </a:cubicBezTo>
                  <a:cubicBezTo>
                    <a:pt x="52" y="342"/>
                    <a:pt x="46" y="341"/>
                    <a:pt x="44" y="330"/>
                  </a:cubicBezTo>
                  <a:close/>
                  <a:moveTo>
                    <a:pt x="72" y="444"/>
                  </a:moveTo>
                  <a:cubicBezTo>
                    <a:pt x="60" y="435"/>
                    <a:pt x="49" y="422"/>
                    <a:pt x="43" y="413"/>
                  </a:cubicBezTo>
                  <a:cubicBezTo>
                    <a:pt x="36" y="403"/>
                    <a:pt x="33" y="395"/>
                    <a:pt x="33" y="388"/>
                  </a:cubicBezTo>
                  <a:cubicBezTo>
                    <a:pt x="33" y="381"/>
                    <a:pt x="36" y="374"/>
                    <a:pt x="44" y="367"/>
                  </a:cubicBezTo>
                  <a:cubicBezTo>
                    <a:pt x="45" y="366"/>
                    <a:pt x="49" y="363"/>
                    <a:pt x="53" y="361"/>
                  </a:cubicBezTo>
                  <a:cubicBezTo>
                    <a:pt x="59" y="357"/>
                    <a:pt x="65" y="354"/>
                    <a:pt x="70" y="350"/>
                  </a:cubicBezTo>
                  <a:cubicBezTo>
                    <a:pt x="70" y="350"/>
                    <a:pt x="72" y="350"/>
                    <a:pt x="74" y="349"/>
                  </a:cubicBezTo>
                  <a:cubicBezTo>
                    <a:pt x="73" y="351"/>
                    <a:pt x="73" y="352"/>
                    <a:pt x="72" y="353"/>
                  </a:cubicBezTo>
                  <a:cubicBezTo>
                    <a:pt x="71" y="357"/>
                    <a:pt x="71" y="361"/>
                    <a:pt x="70" y="364"/>
                  </a:cubicBezTo>
                  <a:cubicBezTo>
                    <a:pt x="65" y="366"/>
                    <a:pt x="61" y="369"/>
                    <a:pt x="56" y="374"/>
                  </a:cubicBezTo>
                  <a:cubicBezTo>
                    <a:pt x="53" y="378"/>
                    <a:pt x="52" y="382"/>
                    <a:pt x="52" y="386"/>
                  </a:cubicBezTo>
                  <a:cubicBezTo>
                    <a:pt x="52" y="394"/>
                    <a:pt x="57" y="402"/>
                    <a:pt x="63" y="408"/>
                  </a:cubicBezTo>
                  <a:cubicBezTo>
                    <a:pt x="69" y="414"/>
                    <a:pt x="96" y="419"/>
                    <a:pt x="104" y="420"/>
                  </a:cubicBezTo>
                  <a:cubicBezTo>
                    <a:pt x="104" y="420"/>
                    <a:pt x="133" y="421"/>
                    <a:pt x="133" y="421"/>
                  </a:cubicBezTo>
                  <a:cubicBezTo>
                    <a:pt x="136" y="421"/>
                    <a:pt x="139" y="421"/>
                    <a:pt x="142" y="421"/>
                  </a:cubicBezTo>
                  <a:cubicBezTo>
                    <a:pt x="141" y="424"/>
                    <a:pt x="141" y="427"/>
                    <a:pt x="141" y="429"/>
                  </a:cubicBezTo>
                  <a:cubicBezTo>
                    <a:pt x="138" y="436"/>
                    <a:pt x="130" y="444"/>
                    <a:pt x="120" y="450"/>
                  </a:cubicBezTo>
                  <a:cubicBezTo>
                    <a:pt x="120" y="449"/>
                    <a:pt x="120" y="449"/>
                    <a:pt x="120" y="448"/>
                  </a:cubicBezTo>
                  <a:cubicBezTo>
                    <a:pt x="120" y="447"/>
                    <a:pt x="120" y="445"/>
                    <a:pt x="120" y="444"/>
                  </a:cubicBezTo>
                  <a:cubicBezTo>
                    <a:pt x="118" y="424"/>
                    <a:pt x="111" y="419"/>
                    <a:pt x="90" y="419"/>
                  </a:cubicBezTo>
                  <a:cubicBezTo>
                    <a:pt x="78" y="420"/>
                    <a:pt x="72" y="428"/>
                    <a:pt x="72" y="444"/>
                  </a:cubicBezTo>
                  <a:close/>
                  <a:moveTo>
                    <a:pt x="89" y="455"/>
                  </a:moveTo>
                  <a:cubicBezTo>
                    <a:pt x="87" y="454"/>
                    <a:pt x="84" y="452"/>
                    <a:pt x="81" y="451"/>
                  </a:cubicBezTo>
                  <a:cubicBezTo>
                    <a:pt x="82" y="450"/>
                    <a:pt x="82" y="449"/>
                    <a:pt x="82" y="448"/>
                  </a:cubicBezTo>
                  <a:cubicBezTo>
                    <a:pt x="82" y="447"/>
                    <a:pt x="82" y="447"/>
                    <a:pt x="82" y="446"/>
                  </a:cubicBezTo>
                  <a:cubicBezTo>
                    <a:pt x="82" y="446"/>
                    <a:pt x="82" y="445"/>
                    <a:pt x="82" y="445"/>
                  </a:cubicBezTo>
                  <a:cubicBezTo>
                    <a:pt x="82" y="430"/>
                    <a:pt x="87" y="429"/>
                    <a:pt x="91" y="429"/>
                  </a:cubicBezTo>
                  <a:cubicBezTo>
                    <a:pt x="107" y="428"/>
                    <a:pt x="109" y="430"/>
                    <a:pt x="111" y="445"/>
                  </a:cubicBezTo>
                  <a:cubicBezTo>
                    <a:pt x="111" y="446"/>
                    <a:pt x="111" y="447"/>
                    <a:pt x="111" y="448"/>
                  </a:cubicBezTo>
                  <a:cubicBezTo>
                    <a:pt x="111" y="450"/>
                    <a:pt x="110" y="452"/>
                    <a:pt x="110" y="455"/>
                  </a:cubicBezTo>
                  <a:cubicBezTo>
                    <a:pt x="102" y="457"/>
                    <a:pt x="95" y="457"/>
                    <a:pt x="89" y="455"/>
                  </a:cubicBezTo>
                  <a:close/>
                  <a:moveTo>
                    <a:pt x="178" y="432"/>
                  </a:moveTo>
                  <a:cubicBezTo>
                    <a:pt x="177" y="432"/>
                    <a:pt x="176" y="431"/>
                    <a:pt x="174" y="431"/>
                  </a:cubicBezTo>
                  <a:cubicBezTo>
                    <a:pt x="169" y="429"/>
                    <a:pt x="163" y="432"/>
                    <a:pt x="157" y="437"/>
                  </a:cubicBezTo>
                  <a:cubicBezTo>
                    <a:pt x="146" y="448"/>
                    <a:pt x="147" y="462"/>
                    <a:pt x="147" y="475"/>
                  </a:cubicBezTo>
                  <a:cubicBezTo>
                    <a:pt x="148" y="489"/>
                    <a:pt x="148" y="502"/>
                    <a:pt x="134" y="512"/>
                  </a:cubicBezTo>
                  <a:cubicBezTo>
                    <a:pt x="124" y="519"/>
                    <a:pt x="113" y="522"/>
                    <a:pt x="107" y="519"/>
                  </a:cubicBezTo>
                  <a:cubicBezTo>
                    <a:pt x="103" y="517"/>
                    <a:pt x="100" y="512"/>
                    <a:pt x="100" y="505"/>
                  </a:cubicBezTo>
                  <a:cubicBezTo>
                    <a:pt x="100" y="504"/>
                    <a:pt x="100" y="503"/>
                    <a:pt x="100" y="503"/>
                  </a:cubicBezTo>
                  <a:cubicBezTo>
                    <a:pt x="100" y="494"/>
                    <a:pt x="104" y="486"/>
                    <a:pt x="109" y="478"/>
                  </a:cubicBezTo>
                  <a:cubicBezTo>
                    <a:pt x="112" y="473"/>
                    <a:pt x="115" y="468"/>
                    <a:pt x="117" y="462"/>
                  </a:cubicBezTo>
                  <a:cubicBezTo>
                    <a:pt x="118" y="462"/>
                    <a:pt x="118" y="462"/>
                    <a:pt x="118" y="462"/>
                  </a:cubicBezTo>
                  <a:cubicBezTo>
                    <a:pt x="133" y="456"/>
                    <a:pt x="146" y="443"/>
                    <a:pt x="150" y="432"/>
                  </a:cubicBezTo>
                  <a:cubicBezTo>
                    <a:pt x="151" y="429"/>
                    <a:pt x="151" y="425"/>
                    <a:pt x="151" y="421"/>
                  </a:cubicBezTo>
                  <a:cubicBezTo>
                    <a:pt x="156" y="421"/>
                    <a:pt x="160" y="421"/>
                    <a:pt x="164" y="422"/>
                  </a:cubicBezTo>
                  <a:cubicBezTo>
                    <a:pt x="171" y="422"/>
                    <a:pt x="171" y="422"/>
                    <a:pt x="171" y="422"/>
                  </a:cubicBezTo>
                  <a:cubicBezTo>
                    <a:pt x="174" y="423"/>
                    <a:pt x="177" y="423"/>
                    <a:pt x="180" y="423"/>
                  </a:cubicBezTo>
                  <a:cubicBezTo>
                    <a:pt x="179" y="426"/>
                    <a:pt x="179" y="430"/>
                    <a:pt x="178" y="432"/>
                  </a:cubicBezTo>
                  <a:close/>
                  <a:moveTo>
                    <a:pt x="172" y="413"/>
                  </a:moveTo>
                  <a:cubicBezTo>
                    <a:pt x="165" y="412"/>
                    <a:pt x="165" y="412"/>
                    <a:pt x="165" y="412"/>
                  </a:cubicBezTo>
                  <a:cubicBezTo>
                    <a:pt x="161" y="412"/>
                    <a:pt x="157" y="412"/>
                    <a:pt x="152" y="411"/>
                  </a:cubicBezTo>
                  <a:cubicBezTo>
                    <a:pt x="153" y="405"/>
                    <a:pt x="154" y="399"/>
                    <a:pt x="155" y="394"/>
                  </a:cubicBezTo>
                  <a:cubicBezTo>
                    <a:pt x="159" y="393"/>
                    <a:pt x="162" y="392"/>
                    <a:pt x="165" y="392"/>
                  </a:cubicBezTo>
                  <a:cubicBezTo>
                    <a:pt x="168" y="391"/>
                    <a:pt x="171" y="391"/>
                    <a:pt x="175" y="390"/>
                  </a:cubicBezTo>
                  <a:cubicBezTo>
                    <a:pt x="178" y="396"/>
                    <a:pt x="180" y="405"/>
                    <a:pt x="180" y="413"/>
                  </a:cubicBezTo>
                  <a:cubicBezTo>
                    <a:pt x="177" y="413"/>
                    <a:pt x="175" y="413"/>
                    <a:pt x="172" y="413"/>
                  </a:cubicBezTo>
                  <a:close/>
                  <a:moveTo>
                    <a:pt x="186" y="477"/>
                  </a:moveTo>
                  <a:cubicBezTo>
                    <a:pt x="182" y="475"/>
                    <a:pt x="181" y="471"/>
                    <a:pt x="181" y="466"/>
                  </a:cubicBezTo>
                  <a:cubicBezTo>
                    <a:pt x="181" y="463"/>
                    <a:pt x="181" y="459"/>
                    <a:pt x="182" y="456"/>
                  </a:cubicBezTo>
                  <a:cubicBezTo>
                    <a:pt x="183" y="459"/>
                    <a:pt x="184" y="462"/>
                    <a:pt x="185" y="464"/>
                  </a:cubicBezTo>
                  <a:cubicBezTo>
                    <a:pt x="187" y="471"/>
                    <a:pt x="187" y="471"/>
                    <a:pt x="187" y="471"/>
                  </a:cubicBezTo>
                  <a:cubicBezTo>
                    <a:pt x="188" y="473"/>
                    <a:pt x="188" y="475"/>
                    <a:pt x="189" y="477"/>
                  </a:cubicBezTo>
                  <a:cubicBezTo>
                    <a:pt x="188" y="477"/>
                    <a:pt x="187" y="477"/>
                    <a:pt x="186" y="477"/>
                  </a:cubicBezTo>
                  <a:close/>
                  <a:moveTo>
                    <a:pt x="186" y="441"/>
                  </a:moveTo>
                  <a:cubicBezTo>
                    <a:pt x="187" y="439"/>
                    <a:pt x="187" y="437"/>
                    <a:pt x="187" y="437"/>
                  </a:cubicBezTo>
                  <a:cubicBezTo>
                    <a:pt x="188" y="434"/>
                    <a:pt x="189" y="428"/>
                    <a:pt x="189" y="422"/>
                  </a:cubicBezTo>
                  <a:cubicBezTo>
                    <a:pt x="194" y="422"/>
                    <a:pt x="199" y="420"/>
                    <a:pt x="204" y="417"/>
                  </a:cubicBezTo>
                  <a:cubicBezTo>
                    <a:pt x="206" y="416"/>
                    <a:pt x="207" y="415"/>
                    <a:pt x="209" y="414"/>
                  </a:cubicBezTo>
                  <a:cubicBezTo>
                    <a:pt x="210" y="416"/>
                    <a:pt x="211" y="419"/>
                    <a:pt x="212" y="421"/>
                  </a:cubicBezTo>
                  <a:cubicBezTo>
                    <a:pt x="217" y="430"/>
                    <a:pt x="222" y="439"/>
                    <a:pt x="222" y="447"/>
                  </a:cubicBezTo>
                  <a:cubicBezTo>
                    <a:pt x="222" y="447"/>
                    <a:pt x="222" y="447"/>
                    <a:pt x="222" y="447"/>
                  </a:cubicBezTo>
                  <a:cubicBezTo>
                    <a:pt x="222" y="453"/>
                    <a:pt x="212" y="467"/>
                    <a:pt x="201" y="474"/>
                  </a:cubicBezTo>
                  <a:cubicBezTo>
                    <a:pt x="200" y="474"/>
                    <a:pt x="199" y="475"/>
                    <a:pt x="198" y="475"/>
                  </a:cubicBezTo>
                  <a:cubicBezTo>
                    <a:pt x="198" y="473"/>
                    <a:pt x="197" y="470"/>
                    <a:pt x="196" y="468"/>
                  </a:cubicBezTo>
                  <a:cubicBezTo>
                    <a:pt x="194" y="461"/>
                    <a:pt x="194" y="461"/>
                    <a:pt x="194" y="461"/>
                  </a:cubicBezTo>
                  <a:cubicBezTo>
                    <a:pt x="192" y="455"/>
                    <a:pt x="189" y="447"/>
                    <a:pt x="186" y="441"/>
                  </a:cubicBezTo>
                  <a:close/>
                  <a:moveTo>
                    <a:pt x="223" y="502"/>
                  </a:moveTo>
                  <a:cubicBezTo>
                    <a:pt x="220" y="504"/>
                    <a:pt x="217" y="506"/>
                    <a:pt x="213" y="508"/>
                  </a:cubicBezTo>
                  <a:cubicBezTo>
                    <a:pt x="207" y="512"/>
                    <a:pt x="195" y="521"/>
                    <a:pt x="191" y="519"/>
                  </a:cubicBezTo>
                  <a:cubicBezTo>
                    <a:pt x="191" y="519"/>
                    <a:pt x="190" y="517"/>
                    <a:pt x="190" y="514"/>
                  </a:cubicBezTo>
                  <a:cubicBezTo>
                    <a:pt x="190" y="514"/>
                    <a:pt x="190" y="514"/>
                    <a:pt x="190" y="514"/>
                  </a:cubicBezTo>
                  <a:cubicBezTo>
                    <a:pt x="190" y="512"/>
                    <a:pt x="192" y="507"/>
                    <a:pt x="194" y="504"/>
                  </a:cubicBezTo>
                  <a:cubicBezTo>
                    <a:pt x="196" y="500"/>
                    <a:pt x="197" y="497"/>
                    <a:pt x="198" y="493"/>
                  </a:cubicBezTo>
                  <a:cubicBezTo>
                    <a:pt x="199" y="490"/>
                    <a:pt x="199" y="488"/>
                    <a:pt x="199" y="485"/>
                  </a:cubicBezTo>
                  <a:cubicBezTo>
                    <a:pt x="201" y="484"/>
                    <a:pt x="204" y="483"/>
                    <a:pt x="206" y="482"/>
                  </a:cubicBezTo>
                  <a:cubicBezTo>
                    <a:pt x="218" y="474"/>
                    <a:pt x="231" y="459"/>
                    <a:pt x="231" y="447"/>
                  </a:cubicBezTo>
                  <a:cubicBezTo>
                    <a:pt x="231" y="447"/>
                    <a:pt x="231" y="447"/>
                    <a:pt x="231" y="447"/>
                  </a:cubicBezTo>
                  <a:cubicBezTo>
                    <a:pt x="231" y="436"/>
                    <a:pt x="226" y="426"/>
                    <a:pt x="220" y="416"/>
                  </a:cubicBezTo>
                  <a:cubicBezTo>
                    <a:pt x="219" y="413"/>
                    <a:pt x="218" y="411"/>
                    <a:pt x="216" y="408"/>
                  </a:cubicBezTo>
                  <a:cubicBezTo>
                    <a:pt x="219" y="406"/>
                    <a:pt x="222" y="403"/>
                    <a:pt x="225" y="400"/>
                  </a:cubicBezTo>
                  <a:cubicBezTo>
                    <a:pt x="228" y="402"/>
                    <a:pt x="232" y="404"/>
                    <a:pt x="234" y="408"/>
                  </a:cubicBezTo>
                  <a:cubicBezTo>
                    <a:pt x="235" y="408"/>
                    <a:pt x="235" y="410"/>
                    <a:pt x="235" y="411"/>
                  </a:cubicBezTo>
                  <a:cubicBezTo>
                    <a:pt x="235" y="413"/>
                    <a:pt x="234" y="416"/>
                    <a:pt x="234" y="419"/>
                  </a:cubicBezTo>
                  <a:cubicBezTo>
                    <a:pt x="233" y="422"/>
                    <a:pt x="232" y="425"/>
                    <a:pt x="232" y="429"/>
                  </a:cubicBezTo>
                  <a:cubicBezTo>
                    <a:pt x="232" y="430"/>
                    <a:pt x="233" y="432"/>
                    <a:pt x="233" y="434"/>
                  </a:cubicBezTo>
                  <a:cubicBezTo>
                    <a:pt x="235" y="439"/>
                    <a:pt x="237" y="442"/>
                    <a:pt x="239" y="445"/>
                  </a:cubicBezTo>
                  <a:cubicBezTo>
                    <a:pt x="240" y="448"/>
                    <a:pt x="242" y="450"/>
                    <a:pt x="243" y="453"/>
                  </a:cubicBezTo>
                  <a:cubicBezTo>
                    <a:pt x="244" y="458"/>
                    <a:pt x="244" y="463"/>
                    <a:pt x="244" y="467"/>
                  </a:cubicBezTo>
                  <a:cubicBezTo>
                    <a:pt x="244" y="483"/>
                    <a:pt x="237" y="495"/>
                    <a:pt x="223" y="502"/>
                  </a:cubicBezTo>
                  <a:close/>
                  <a:moveTo>
                    <a:pt x="248" y="434"/>
                  </a:moveTo>
                  <a:cubicBezTo>
                    <a:pt x="248" y="439"/>
                    <a:pt x="248" y="439"/>
                    <a:pt x="248" y="439"/>
                  </a:cubicBezTo>
                  <a:cubicBezTo>
                    <a:pt x="248" y="440"/>
                    <a:pt x="248" y="441"/>
                    <a:pt x="248" y="443"/>
                  </a:cubicBezTo>
                  <a:cubicBezTo>
                    <a:pt x="248" y="442"/>
                    <a:pt x="247" y="441"/>
                    <a:pt x="247" y="440"/>
                  </a:cubicBezTo>
                  <a:cubicBezTo>
                    <a:pt x="245" y="437"/>
                    <a:pt x="243" y="435"/>
                    <a:pt x="242" y="431"/>
                  </a:cubicBezTo>
                  <a:cubicBezTo>
                    <a:pt x="242" y="430"/>
                    <a:pt x="242" y="430"/>
                    <a:pt x="242" y="429"/>
                  </a:cubicBezTo>
                  <a:cubicBezTo>
                    <a:pt x="242" y="426"/>
                    <a:pt x="243" y="423"/>
                    <a:pt x="243" y="421"/>
                  </a:cubicBezTo>
                  <a:cubicBezTo>
                    <a:pt x="244" y="418"/>
                    <a:pt x="245" y="414"/>
                    <a:pt x="245" y="411"/>
                  </a:cubicBezTo>
                  <a:cubicBezTo>
                    <a:pt x="245" y="408"/>
                    <a:pt x="244" y="405"/>
                    <a:pt x="242" y="402"/>
                  </a:cubicBezTo>
                  <a:cubicBezTo>
                    <a:pt x="238" y="398"/>
                    <a:pt x="234" y="394"/>
                    <a:pt x="230" y="392"/>
                  </a:cubicBezTo>
                  <a:cubicBezTo>
                    <a:pt x="233" y="387"/>
                    <a:pt x="234" y="382"/>
                    <a:pt x="234" y="377"/>
                  </a:cubicBezTo>
                  <a:cubicBezTo>
                    <a:pt x="234" y="376"/>
                    <a:pt x="234" y="374"/>
                    <a:pt x="234" y="373"/>
                  </a:cubicBezTo>
                  <a:cubicBezTo>
                    <a:pt x="234" y="372"/>
                    <a:pt x="233" y="371"/>
                    <a:pt x="233" y="370"/>
                  </a:cubicBezTo>
                  <a:cubicBezTo>
                    <a:pt x="233" y="369"/>
                    <a:pt x="234" y="369"/>
                    <a:pt x="234" y="369"/>
                  </a:cubicBezTo>
                  <a:cubicBezTo>
                    <a:pt x="238" y="370"/>
                    <a:pt x="246" y="371"/>
                    <a:pt x="249" y="380"/>
                  </a:cubicBezTo>
                  <a:cubicBezTo>
                    <a:pt x="249" y="382"/>
                    <a:pt x="250" y="384"/>
                    <a:pt x="250" y="387"/>
                  </a:cubicBezTo>
                  <a:cubicBezTo>
                    <a:pt x="250" y="390"/>
                    <a:pt x="249" y="395"/>
                    <a:pt x="248" y="399"/>
                  </a:cubicBezTo>
                  <a:cubicBezTo>
                    <a:pt x="247" y="409"/>
                    <a:pt x="247" y="409"/>
                    <a:pt x="247" y="409"/>
                  </a:cubicBezTo>
                  <a:cubicBezTo>
                    <a:pt x="247" y="411"/>
                    <a:pt x="247" y="413"/>
                    <a:pt x="247" y="415"/>
                  </a:cubicBezTo>
                  <a:cubicBezTo>
                    <a:pt x="247" y="421"/>
                    <a:pt x="248" y="428"/>
                    <a:pt x="248" y="434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3" name="Freeform 2691">
              <a:extLst>
                <a:ext uri="{FF2B5EF4-FFF2-40B4-BE49-F238E27FC236}">
                  <a16:creationId xmlns:a16="http://schemas.microsoft.com/office/drawing/2014/main" id="{77A0ACDA-24B6-40EB-8D06-38D2620E8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112"/>
              <a:ext cx="117" cy="160"/>
            </a:xfrm>
            <a:custGeom>
              <a:avLst/>
              <a:gdLst>
                <a:gd name="T0" fmla="*/ 9748 w 47"/>
                <a:gd name="T1" fmla="*/ 15531 h 60"/>
                <a:gd name="T2" fmla="*/ 3346 w 47"/>
                <a:gd name="T3" fmla="*/ 14413 h 60"/>
                <a:gd name="T4" fmla="*/ 2888 w 47"/>
                <a:gd name="T5" fmla="*/ 2824 h 60"/>
                <a:gd name="T6" fmla="*/ 953 w 47"/>
                <a:gd name="T7" fmla="*/ 0 h 60"/>
                <a:gd name="T8" fmla="*/ 1160 w 47"/>
                <a:gd name="T9" fmla="*/ 15779 h 60"/>
                <a:gd name="T10" fmla="*/ 11167 w 47"/>
                <a:gd name="T11" fmla="*/ 18752 h 60"/>
                <a:gd name="T12" fmla="*/ 9748 w 47"/>
                <a:gd name="T13" fmla="*/ 1553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60">
                  <a:moveTo>
                    <a:pt x="41" y="43"/>
                  </a:moveTo>
                  <a:cubicBezTo>
                    <a:pt x="28" y="46"/>
                    <a:pt x="17" y="48"/>
                    <a:pt x="14" y="40"/>
                  </a:cubicBezTo>
                  <a:cubicBezTo>
                    <a:pt x="10" y="31"/>
                    <a:pt x="11" y="20"/>
                    <a:pt x="12" y="8"/>
                  </a:cubicBezTo>
                  <a:cubicBezTo>
                    <a:pt x="10" y="5"/>
                    <a:pt x="7" y="3"/>
                    <a:pt x="4" y="0"/>
                  </a:cubicBezTo>
                  <a:cubicBezTo>
                    <a:pt x="2" y="15"/>
                    <a:pt x="0" y="31"/>
                    <a:pt x="5" y="44"/>
                  </a:cubicBezTo>
                  <a:cubicBezTo>
                    <a:pt x="12" y="60"/>
                    <a:pt x="32" y="55"/>
                    <a:pt x="47" y="52"/>
                  </a:cubicBezTo>
                  <a:cubicBezTo>
                    <a:pt x="45" y="49"/>
                    <a:pt x="43" y="46"/>
                    <a:pt x="41" y="43"/>
                  </a:cubicBezTo>
                  <a:close/>
                </a:path>
              </a:pathLst>
            </a:custGeom>
            <a:solidFill>
              <a:srgbClr val="C2E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4" name="Freeform 2692">
              <a:extLst>
                <a:ext uri="{FF2B5EF4-FFF2-40B4-BE49-F238E27FC236}">
                  <a16:creationId xmlns:a16="http://schemas.microsoft.com/office/drawing/2014/main" id="{FF8C911A-07BB-4FC2-A1A1-FEFF9F4A1D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" y="1285"/>
              <a:ext cx="738" cy="992"/>
            </a:xfrm>
            <a:custGeom>
              <a:avLst/>
              <a:gdLst>
                <a:gd name="T0" fmla="*/ 67403 w 295"/>
                <a:gd name="T1" fmla="*/ 87381 h 372"/>
                <a:gd name="T2" fmla="*/ 63693 w 295"/>
                <a:gd name="T3" fmla="*/ 89963 h 372"/>
                <a:gd name="T4" fmla="*/ 51432 w 295"/>
                <a:gd name="T5" fmla="*/ 92787 h 372"/>
                <a:gd name="T6" fmla="*/ 50962 w 295"/>
                <a:gd name="T7" fmla="*/ 121515 h 372"/>
                <a:gd name="T8" fmla="*/ 38233 w 295"/>
                <a:gd name="T9" fmla="*/ 114325 h 372"/>
                <a:gd name="T10" fmla="*/ 39484 w 295"/>
                <a:gd name="T11" fmla="*/ 94912 h 372"/>
                <a:gd name="T12" fmla="*/ 41443 w 295"/>
                <a:gd name="T13" fmla="*/ 78733 h 372"/>
                <a:gd name="T14" fmla="*/ 51432 w 295"/>
                <a:gd name="T15" fmla="*/ 72968 h 372"/>
                <a:gd name="T16" fmla="*/ 54875 w 295"/>
                <a:gd name="T17" fmla="*/ 49208 h 372"/>
                <a:gd name="T18" fmla="*/ 55850 w 295"/>
                <a:gd name="T19" fmla="*/ 38435 h 372"/>
                <a:gd name="T20" fmla="*/ 52403 w 295"/>
                <a:gd name="T21" fmla="*/ 31709 h 372"/>
                <a:gd name="T22" fmla="*/ 28902 w 295"/>
                <a:gd name="T23" fmla="*/ 20480 h 372"/>
                <a:gd name="T24" fmla="*/ 32349 w 295"/>
                <a:gd name="T25" fmla="*/ 43541 h 372"/>
                <a:gd name="T26" fmla="*/ 31374 w 295"/>
                <a:gd name="T27" fmla="*/ 61496 h 372"/>
                <a:gd name="T28" fmla="*/ 20559 w 295"/>
                <a:gd name="T29" fmla="*/ 74845 h 372"/>
                <a:gd name="T30" fmla="*/ 19120 w 295"/>
                <a:gd name="T31" fmla="*/ 110685 h 372"/>
                <a:gd name="T32" fmla="*/ 3913 w 295"/>
                <a:gd name="T33" fmla="*/ 119331 h 372"/>
                <a:gd name="T34" fmla="*/ 25772 w 295"/>
                <a:gd name="T35" fmla="*/ 90624 h 372"/>
                <a:gd name="T36" fmla="*/ 23313 w 295"/>
                <a:gd name="T37" fmla="*/ 58915 h 372"/>
                <a:gd name="T38" fmla="*/ 39016 w 295"/>
                <a:gd name="T39" fmla="*/ 72669 h 372"/>
                <a:gd name="T40" fmla="*/ 32157 w 295"/>
                <a:gd name="T41" fmla="*/ 39501 h 372"/>
                <a:gd name="T42" fmla="*/ 47315 w 295"/>
                <a:gd name="T43" fmla="*/ 27363 h 372"/>
                <a:gd name="T44" fmla="*/ 50757 w 295"/>
                <a:gd name="T45" fmla="*/ 34133 h 372"/>
                <a:gd name="T46" fmla="*/ 54675 w 295"/>
                <a:gd name="T47" fmla="*/ 42723 h 372"/>
                <a:gd name="T48" fmla="*/ 50257 w 295"/>
                <a:gd name="T49" fmla="*/ 61496 h 372"/>
                <a:gd name="T50" fmla="*/ 46844 w 295"/>
                <a:gd name="T51" fmla="*/ 72269 h 372"/>
                <a:gd name="T52" fmla="*/ 33803 w 295"/>
                <a:gd name="T53" fmla="*/ 87779 h 372"/>
                <a:gd name="T54" fmla="*/ 40975 w 295"/>
                <a:gd name="T55" fmla="*/ 98851 h 372"/>
                <a:gd name="T56" fmla="*/ 32349 w 295"/>
                <a:gd name="T57" fmla="*/ 116907 h 372"/>
                <a:gd name="T58" fmla="*/ 56133 w 295"/>
                <a:gd name="T59" fmla="*/ 108259 h 372"/>
                <a:gd name="T60" fmla="*/ 55342 w 295"/>
                <a:gd name="T61" fmla="*/ 89963 h 372"/>
                <a:gd name="T62" fmla="*/ 63486 w 295"/>
                <a:gd name="T63" fmla="*/ 93448 h 372"/>
                <a:gd name="T64" fmla="*/ 70553 w 295"/>
                <a:gd name="T65" fmla="*/ 86323 h 372"/>
                <a:gd name="T66" fmla="*/ 72304 w 295"/>
                <a:gd name="T67" fmla="*/ 81976 h 372"/>
                <a:gd name="T68" fmla="*/ 15671 w 295"/>
                <a:gd name="T69" fmla="*/ 28728 h 372"/>
                <a:gd name="T70" fmla="*/ 20371 w 295"/>
                <a:gd name="T71" fmla="*/ 10104 h 372"/>
                <a:gd name="T72" fmla="*/ 38233 w 295"/>
                <a:gd name="T73" fmla="*/ 8248 h 372"/>
                <a:gd name="T74" fmla="*/ 58322 w 295"/>
                <a:gd name="T75" fmla="*/ 9309 h 372"/>
                <a:gd name="T76" fmla="*/ 61534 w 295"/>
                <a:gd name="T77" fmla="*/ 0 h 372"/>
                <a:gd name="T78" fmla="*/ 50444 w 295"/>
                <a:gd name="T79" fmla="*/ 7944 h 372"/>
                <a:gd name="T80" fmla="*/ 35762 w 295"/>
                <a:gd name="T81" fmla="*/ 3891 h 372"/>
                <a:gd name="T82" fmla="*/ 12261 w 295"/>
                <a:gd name="T83" fmla="*/ 17955 h 372"/>
                <a:gd name="T84" fmla="*/ 16641 w 295"/>
                <a:gd name="T85" fmla="*/ 41416 h 372"/>
                <a:gd name="T86" fmla="*/ 313 w 295"/>
                <a:gd name="T87" fmla="*/ 60437 h 372"/>
                <a:gd name="T88" fmla="*/ 12541 w 295"/>
                <a:gd name="T89" fmla="*/ 56797 h 37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95" h="372">
                  <a:moveTo>
                    <a:pt x="292" y="229"/>
                  </a:moveTo>
                  <a:cubicBezTo>
                    <a:pt x="289" y="230"/>
                    <a:pt x="286" y="230"/>
                    <a:pt x="283" y="232"/>
                  </a:cubicBezTo>
                  <a:cubicBezTo>
                    <a:pt x="279" y="235"/>
                    <a:pt x="277" y="239"/>
                    <a:pt x="275" y="243"/>
                  </a:cubicBezTo>
                  <a:cubicBezTo>
                    <a:pt x="274" y="246"/>
                    <a:pt x="273" y="249"/>
                    <a:pt x="271" y="250"/>
                  </a:cubicBezTo>
                  <a:cubicBezTo>
                    <a:pt x="269" y="253"/>
                    <a:pt x="268" y="252"/>
                    <a:pt x="263" y="251"/>
                  </a:cubicBezTo>
                  <a:cubicBezTo>
                    <a:pt x="260" y="250"/>
                    <a:pt x="260" y="250"/>
                    <a:pt x="260" y="250"/>
                  </a:cubicBezTo>
                  <a:cubicBezTo>
                    <a:pt x="252" y="246"/>
                    <a:pt x="252" y="246"/>
                    <a:pt x="252" y="246"/>
                  </a:cubicBezTo>
                  <a:cubicBezTo>
                    <a:pt x="242" y="242"/>
                    <a:pt x="231" y="237"/>
                    <a:pt x="222" y="242"/>
                  </a:cubicBezTo>
                  <a:cubicBezTo>
                    <a:pt x="216" y="244"/>
                    <a:pt x="212" y="250"/>
                    <a:pt x="210" y="258"/>
                  </a:cubicBezTo>
                  <a:cubicBezTo>
                    <a:pt x="206" y="271"/>
                    <a:pt x="211" y="282"/>
                    <a:pt x="216" y="293"/>
                  </a:cubicBezTo>
                  <a:cubicBezTo>
                    <a:pt x="220" y="304"/>
                    <a:pt x="220" y="304"/>
                    <a:pt x="220" y="304"/>
                  </a:cubicBezTo>
                  <a:cubicBezTo>
                    <a:pt x="225" y="319"/>
                    <a:pt x="221" y="328"/>
                    <a:pt x="208" y="338"/>
                  </a:cubicBezTo>
                  <a:cubicBezTo>
                    <a:pt x="191" y="351"/>
                    <a:pt x="160" y="361"/>
                    <a:pt x="145" y="342"/>
                  </a:cubicBezTo>
                  <a:cubicBezTo>
                    <a:pt x="142" y="338"/>
                    <a:pt x="139" y="333"/>
                    <a:pt x="141" y="328"/>
                  </a:cubicBezTo>
                  <a:cubicBezTo>
                    <a:pt x="142" y="324"/>
                    <a:pt x="147" y="321"/>
                    <a:pt x="156" y="318"/>
                  </a:cubicBezTo>
                  <a:cubicBezTo>
                    <a:pt x="166" y="315"/>
                    <a:pt x="177" y="311"/>
                    <a:pt x="181" y="294"/>
                  </a:cubicBezTo>
                  <a:cubicBezTo>
                    <a:pt x="184" y="282"/>
                    <a:pt x="180" y="272"/>
                    <a:pt x="172" y="267"/>
                  </a:cubicBezTo>
                  <a:cubicBezTo>
                    <a:pt x="168" y="265"/>
                    <a:pt x="165" y="264"/>
                    <a:pt x="161" y="264"/>
                  </a:cubicBezTo>
                  <a:cubicBezTo>
                    <a:pt x="157" y="263"/>
                    <a:pt x="155" y="263"/>
                    <a:pt x="152" y="260"/>
                  </a:cubicBezTo>
                  <a:cubicBezTo>
                    <a:pt x="149" y="257"/>
                    <a:pt x="147" y="250"/>
                    <a:pt x="147" y="244"/>
                  </a:cubicBezTo>
                  <a:cubicBezTo>
                    <a:pt x="148" y="233"/>
                    <a:pt x="159" y="225"/>
                    <a:pt x="169" y="219"/>
                  </a:cubicBezTo>
                  <a:cubicBezTo>
                    <a:pt x="176" y="215"/>
                    <a:pt x="182" y="213"/>
                    <a:pt x="190" y="211"/>
                  </a:cubicBezTo>
                  <a:cubicBezTo>
                    <a:pt x="193" y="210"/>
                    <a:pt x="193" y="210"/>
                    <a:pt x="193" y="210"/>
                  </a:cubicBezTo>
                  <a:cubicBezTo>
                    <a:pt x="199" y="209"/>
                    <a:pt x="206" y="208"/>
                    <a:pt x="210" y="203"/>
                  </a:cubicBezTo>
                  <a:cubicBezTo>
                    <a:pt x="217" y="195"/>
                    <a:pt x="216" y="184"/>
                    <a:pt x="215" y="175"/>
                  </a:cubicBezTo>
                  <a:cubicBezTo>
                    <a:pt x="214" y="170"/>
                    <a:pt x="214" y="170"/>
                    <a:pt x="214" y="170"/>
                  </a:cubicBezTo>
                  <a:cubicBezTo>
                    <a:pt x="213" y="158"/>
                    <a:pt x="217" y="149"/>
                    <a:pt x="224" y="137"/>
                  </a:cubicBezTo>
                  <a:cubicBezTo>
                    <a:pt x="226" y="134"/>
                    <a:pt x="226" y="134"/>
                    <a:pt x="226" y="134"/>
                  </a:cubicBezTo>
                  <a:cubicBezTo>
                    <a:pt x="229" y="130"/>
                    <a:pt x="233" y="124"/>
                    <a:pt x="233" y="119"/>
                  </a:cubicBezTo>
                  <a:cubicBezTo>
                    <a:pt x="233" y="115"/>
                    <a:pt x="230" y="112"/>
                    <a:pt x="228" y="107"/>
                  </a:cubicBezTo>
                  <a:cubicBezTo>
                    <a:pt x="226" y="105"/>
                    <a:pt x="226" y="105"/>
                    <a:pt x="226" y="105"/>
                  </a:cubicBezTo>
                  <a:cubicBezTo>
                    <a:pt x="223" y="98"/>
                    <a:pt x="219" y="94"/>
                    <a:pt x="214" y="89"/>
                  </a:cubicBezTo>
                  <a:cubicBezTo>
                    <a:pt x="214" y="88"/>
                    <a:pt x="214" y="88"/>
                    <a:pt x="214" y="88"/>
                  </a:cubicBezTo>
                  <a:cubicBezTo>
                    <a:pt x="211" y="86"/>
                    <a:pt x="209" y="83"/>
                    <a:pt x="207" y="80"/>
                  </a:cubicBezTo>
                  <a:cubicBezTo>
                    <a:pt x="205" y="76"/>
                    <a:pt x="203" y="73"/>
                    <a:pt x="200" y="69"/>
                  </a:cubicBezTo>
                  <a:cubicBezTo>
                    <a:pt x="181" y="50"/>
                    <a:pt x="140" y="47"/>
                    <a:pt x="118" y="57"/>
                  </a:cubicBezTo>
                  <a:cubicBezTo>
                    <a:pt x="107" y="62"/>
                    <a:pt x="90" y="77"/>
                    <a:pt x="94" y="93"/>
                  </a:cubicBezTo>
                  <a:cubicBezTo>
                    <a:pt x="97" y="107"/>
                    <a:pt x="115" y="114"/>
                    <a:pt x="127" y="119"/>
                  </a:cubicBezTo>
                  <a:cubicBezTo>
                    <a:pt x="132" y="121"/>
                    <a:pt x="132" y="121"/>
                    <a:pt x="132" y="121"/>
                  </a:cubicBezTo>
                  <a:cubicBezTo>
                    <a:pt x="150" y="129"/>
                    <a:pt x="163" y="135"/>
                    <a:pt x="168" y="153"/>
                  </a:cubicBezTo>
                  <a:cubicBezTo>
                    <a:pt x="171" y="165"/>
                    <a:pt x="166" y="188"/>
                    <a:pt x="155" y="193"/>
                  </a:cubicBezTo>
                  <a:cubicBezTo>
                    <a:pt x="147" y="196"/>
                    <a:pt x="139" y="186"/>
                    <a:pt x="128" y="171"/>
                  </a:cubicBezTo>
                  <a:cubicBezTo>
                    <a:pt x="119" y="159"/>
                    <a:pt x="111" y="148"/>
                    <a:pt x="101" y="149"/>
                  </a:cubicBezTo>
                  <a:cubicBezTo>
                    <a:pt x="96" y="149"/>
                    <a:pt x="91" y="152"/>
                    <a:pt x="87" y="159"/>
                  </a:cubicBezTo>
                  <a:cubicBezTo>
                    <a:pt x="79" y="172"/>
                    <a:pt x="82" y="193"/>
                    <a:pt x="84" y="208"/>
                  </a:cubicBezTo>
                  <a:cubicBezTo>
                    <a:pt x="85" y="214"/>
                    <a:pt x="85" y="214"/>
                    <a:pt x="85" y="214"/>
                  </a:cubicBezTo>
                  <a:cubicBezTo>
                    <a:pt x="87" y="230"/>
                    <a:pt x="92" y="243"/>
                    <a:pt x="96" y="255"/>
                  </a:cubicBezTo>
                  <a:cubicBezTo>
                    <a:pt x="104" y="276"/>
                    <a:pt x="98" y="294"/>
                    <a:pt x="78" y="308"/>
                  </a:cubicBezTo>
                  <a:cubicBezTo>
                    <a:pt x="71" y="313"/>
                    <a:pt x="59" y="314"/>
                    <a:pt x="47" y="315"/>
                  </a:cubicBezTo>
                  <a:cubicBezTo>
                    <a:pt x="36" y="316"/>
                    <a:pt x="23" y="317"/>
                    <a:pt x="14" y="322"/>
                  </a:cubicBezTo>
                  <a:cubicBezTo>
                    <a:pt x="14" y="325"/>
                    <a:pt x="15" y="329"/>
                    <a:pt x="16" y="332"/>
                  </a:cubicBezTo>
                  <a:cubicBezTo>
                    <a:pt x="23" y="327"/>
                    <a:pt x="34" y="326"/>
                    <a:pt x="48" y="325"/>
                  </a:cubicBezTo>
                  <a:cubicBezTo>
                    <a:pt x="61" y="324"/>
                    <a:pt x="75" y="323"/>
                    <a:pt x="84" y="316"/>
                  </a:cubicBezTo>
                  <a:cubicBezTo>
                    <a:pt x="107" y="299"/>
                    <a:pt x="115" y="277"/>
                    <a:pt x="105" y="252"/>
                  </a:cubicBezTo>
                  <a:cubicBezTo>
                    <a:pt x="101" y="240"/>
                    <a:pt x="96" y="227"/>
                    <a:pt x="95" y="213"/>
                  </a:cubicBezTo>
                  <a:cubicBezTo>
                    <a:pt x="94" y="207"/>
                    <a:pt x="94" y="207"/>
                    <a:pt x="94" y="207"/>
                  </a:cubicBezTo>
                  <a:cubicBezTo>
                    <a:pt x="92" y="194"/>
                    <a:pt x="89" y="174"/>
                    <a:pt x="95" y="164"/>
                  </a:cubicBezTo>
                  <a:cubicBezTo>
                    <a:pt x="97" y="162"/>
                    <a:pt x="99" y="158"/>
                    <a:pt x="102" y="158"/>
                  </a:cubicBezTo>
                  <a:cubicBezTo>
                    <a:pt x="107" y="158"/>
                    <a:pt x="114" y="168"/>
                    <a:pt x="120" y="177"/>
                  </a:cubicBezTo>
                  <a:cubicBezTo>
                    <a:pt x="131" y="192"/>
                    <a:pt x="143" y="208"/>
                    <a:pt x="159" y="202"/>
                  </a:cubicBezTo>
                  <a:cubicBezTo>
                    <a:pt x="176" y="194"/>
                    <a:pt x="180" y="165"/>
                    <a:pt x="177" y="151"/>
                  </a:cubicBezTo>
                  <a:cubicBezTo>
                    <a:pt x="172" y="128"/>
                    <a:pt x="155" y="121"/>
                    <a:pt x="137" y="113"/>
                  </a:cubicBezTo>
                  <a:cubicBezTo>
                    <a:pt x="136" y="112"/>
                    <a:pt x="131" y="110"/>
                    <a:pt x="131" y="110"/>
                  </a:cubicBezTo>
                  <a:cubicBezTo>
                    <a:pt x="121" y="106"/>
                    <a:pt x="106" y="100"/>
                    <a:pt x="103" y="91"/>
                  </a:cubicBezTo>
                  <a:cubicBezTo>
                    <a:pt x="101" y="81"/>
                    <a:pt x="113" y="70"/>
                    <a:pt x="122" y="66"/>
                  </a:cubicBezTo>
                  <a:cubicBezTo>
                    <a:pt x="141" y="57"/>
                    <a:pt x="178" y="60"/>
                    <a:pt x="193" y="76"/>
                  </a:cubicBezTo>
                  <a:cubicBezTo>
                    <a:pt x="195" y="79"/>
                    <a:pt x="197" y="82"/>
                    <a:pt x="199" y="85"/>
                  </a:cubicBezTo>
                  <a:cubicBezTo>
                    <a:pt x="201" y="88"/>
                    <a:pt x="204" y="92"/>
                    <a:pt x="206" y="95"/>
                  </a:cubicBezTo>
                  <a:cubicBezTo>
                    <a:pt x="207" y="95"/>
                    <a:pt x="207" y="95"/>
                    <a:pt x="207" y="95"/>
                  </a:cubicBezTo>
                  <a:cubicBezTo>
                    <a:pt x="211" y="100"/>
                    <a:pt x="215" y="104"/>
                    <a:pt x="218" y="110"/>
                  </a:cubicBezTo>
                  <a:cubicBezTo>
                    <a:pt x="220" y="113"/>
                    <a:pt x="220" y="113"/>
                    <a:pt x="220" y="113"/>
                  </a:cubicBezTo>
                  <a:cubicBezTo>
                    <a:pt x="221" y="114"/>
                    <a:pt x="223" y="118"/>
                    <a:pt x="223" y="119"/>
                  </a:cubicBezTo>
                  <a:cubicBezTo>
                    <a:pt x="223" y="122"/>
                    <a:pt x="221" y="125"/>
                    <a:pt x="219" y="128"/>
                  </a:cubicBezTo>
                  <a:cubicBezTo>
                    <a:pt x="216" y="133"/>
                    <a:pt x="216" y="133"/>
                    <a:pt x="216" y="133"/>
                  </a:cubicBezTo>
                  <a:cubicBezTo>
                    <a:pt x="209" y="145"/>
                    <a:pt x="204" y="156"/>
                    <a:pt x="205" y="171"/>
                  </a:cubicBezTo>
                  <a:cubicBezTo>
                    <a:pt x="205" y="176"/>
                    <a:pt x="205" y="176"/>
                    <a:pt x="205" y="176"/>
                  </a:cubicBezTo>
                  <a:cubicBezTo>
                    <a:pt x="206" y="184"/>
                    <a:pt x="207" y="192"/>
                    <a:pt x="203" y="197"/>
                  </a:cubicBezTo>
                  <a:cubicBezTo>
                    <a:pt x="201" y="199"/>
                    <a:pt x="196" y="200"/>
                    <a:pt x="191" y="201"/>
                  </a:cubicBezTo>
                  <a:cubicBezTo>
                    <a:pt x="188" y="202"/>
                    <a:pt x="188" y="202"/>
                    <a:pt x="188" y="202"/>
                  </a:cubicBezTo>
                  <a:cubicBezTo>
                    <a:pt x="179" y="204"/>
                    <a:pt x="172" y="207"/>
                    <a:pt x="165" y="210"/>
                  </a:cubicBezTo>
                  <a:cubicBezTo>
                    <a:pt x="152" y="217"/>
                    <a:pt x="138" y="228"/>
                    <a:pt x="138" y="244"/>
                  </a:cubicBezTo>
                  <a:cubicBezTo>
                    <a:pt x="137" y="250"/>
                    <a:pt x="140" y="260"/>
                    <a:pt x="145" y="267"/>
                  </a:cubicBezTo>
                  <a:cubicBezTo>
                    <a:pt x="150" y="272"/>
                    <a:pt x="156" y="273"/>
                    <a:pt x="160" y="273"/>
                  </a:cubicBezTo>
                  <a:cubicBezTo>
                    <a:pt x="163" y="274"/>
                    <a:pt x="165" y="274"/>
                    <a:pt x="167" y="275"/>
                  </a:cubicBezTo>
                  <a:cubicBezTo>
                    <a:pt x="174" y="279"/>
                    <a:pt x="173" y="288"/>
                    <a:pt x="172" y="292"/>
                  </a:cubicBezTo>
                  <a:cubicBezTo>
                    <a:pt x="169" y="303"/>
                    <a:pt x="164" y="306"/>
                    <a:pt x="153" y="309"/>
                  </a:cubicBezTo>
                  <a:cubicBezTo>
                    <a:pt x="141" y="312"/>
                    <a:pt x="134" y="318"/>
                    <a:pt x="132" y="325"/>
                  </a:cubicBezTo>
                  <a:cubicBezTo>
                    <a:pt x="129" y="332"/>
                    <a:pt x="131" y="340"/>
                    <a:pt x="137" y="348"/>
                  </a:cubicBezTo>
                  <a:cubicBezTo>
                    <a:pt x="156" y="372"/>
                    <a:pt x="193" y="361"/>
                    <a:pt x="213" y="346"/>
                  </a:cubicBezTo>
                  <a:cubicBezTo>
                    <a:pt x="230" y="333"/>
                    <a:pt x="235" y="319"/>
                    <a:pt x="229" y="301"/>
                  </a:cubicBezTo>
                  <a:cubicBezTo>
                    <a:pt x="224" y="290"/>
                    <a:pt x="224" y="290"/>
                    <a:pt x="224" y="290"/>
                  </a:cubicBezTo>
                  <a:cubicBezTo>
                    <a:pt x="220" y="280"/>
                    <a:pt x="216" y="270"/>
                    <a:pt x="219" y="260"/>
                  </a:cubicBezTo>
                  <a:cubicBezTo>
                    <a:pt x="221" y="255"/>
                    <a:pt x="223" y="252"/>
                    <a:pt x="226" y="250"/>
                  </a:cubicBezTo>
                  <a:cubicBezTo>
                    <a:pt x="231" y="248"/>
                    <a:pt x="240" y="252"/>
                    <a:pt x="248" y="255"/>
                  </a:cubicBezTo>
                  <a:cubicBezTo>
                    <a:pt x="257" y="259"/>
                    <a:pt x="257" y="259"/>
                    <a:pt x="257" y="259"/>
                  </a:cubicBezTo>
                  <a:cubicBezTo>
                    <a:pt x="259" y="260"/>
                    <a:pt x="259" y="260"/>
                    <a:pt x="259" y="260"/>
                  </a:cubicBezTo>
                  <a:cubicBezTo>
                    <a:pt x="265" y="262"/>
                    <a:pt x="271" y="264"/>
                    <a:pt x="278" y="257"/>
                  </a:cubicBezTo>
                  <a:cubicBezTo>
                    <a:pt x="281" y="254"/>
                    <a:pt x="283" y="251"/>
                    <a:pt x="284" y="247"/>
                  </a:cubicBezTo>
                  <a:cubicBezTo>
                    <a:pt x="285" y="244"/>
                    <a:pt x="287" y="241"/>
                    <a:pt x="288" y="240"/>
                  </a:cubicBezTo>
                  <a:cubicBezTo>
                    <a:pt x="289" y="239"/>
                    <a:pt x="291" y="239"/>
                    <a:pt x="293" y="239"/>
                  </a:cubicBezTo>
                  <a:cubicBezTo>
                    <a:pt x="293" y="239"/>
                    <a:pt x="294" y="239"/>
                    <a:pt x="295" y="239"/>
                  </a:cubicBezTo>
                  <a:cubicBezTo>
                    <a:pt x="295" y="235"/>
                    <a:pt x="295" y="232"/>
                    <a:pt x="295" y="228"/>
                  </a:cubicBezTo>
                  <a:cubicBezTo>
                    <a:pt x="294" y="229"/>
                    <a:pt x="293" y="229"/>
                    <a:pt x="292" y="229"/>
                  </a:cubicBezTo>
                  <a:close/>
                  <a:moveTo>
                    <a:pt x="77" y="115"/>
                  </a:moveTo>
                  <a:cubicBezTo>
                    <a:pt x="77" y="102"/>
                    <a:pt x="70" y="90"/>
                    <a:pt x="64" y="80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57" y="68"/>
                    <a:pt x="54" y="63"/>
                    <a:pt x="58" y="54"/>
                  </a:cubicBezTo>
                  <a:cubicBezTo>
                    <a:pt x="64" y="44"/>
                    <a:pt x="74" y="35"/>
                    <a:pt x="83" y="28"/>
                  </a:cubicBezTo>
                  <a:cubicBezTo>
                    <a:pt x="96" y="18"/>
                    <a:pt x="107" y="13"/>
                    <a:pt x="121" y="15"/>
                  </a:cubicBezTo>
                  <a:cubicBezTo>
                    <a:pt x="129" y="16"/>
                    <a:pt x="136" y="18"/>
                    <a:pt x="143" y="20"/>
                  </a:cubicBezTo>
                  <a:cubicBezTo>
                    <a:pt x="156" y="23"/>
                    <a:pt x="156" y="23"/>
                    <a:pt x="156" y="23"/>
                  </a:cubicBezTo>
                  <a:cubicBezTo>
                    <a:pt x="170" y="27"/>
                    <a:pt x="186" y="30"/>
                    <a:pt x="203" y="31"/>
                  </a:cubicBezTo>
                  <a:cubicBezTo>
                    <a:pt x="205" y="32"/>
                    <a:pt x="205" y="32"/>
                    <a:pt x="205" y="32"/>
                  </a:cubicBezTo>
                  <a:cubicBezTo>
                    <a:pt x="216" y="33"/>
                    <a:pt x="227" y="34"/>
                    <a:pt x="238" y="26"/>
                  </a:cubicBezTo>
                  <a:cubicBezTo>
                    <a:pt x="242" y="23"/>
                    <a:pt x="245" y="20"/>
                    <a:pt x="247" y="16"/>
                  </a:cubicBezTo>
                  <a:cubicBezTo>
                    <a:pt x="250" y="13"/>
                    <a:pt x="253" y="10"/>
                    <a:pt x="255" y="8"/>
                  </a:cubicBezTo>
                  <a:cubicBezTo>
                    <a:pt x="254" y="5"/>
                    <a:pt x="252" y="3"/>
                    <a:pt x="251" y="0"/>
                  </a:cubicBezTo>
                  <a:cubicBezTo>
                    <a:pt x="247" y="2"/>
                    <a:pt x="243" y="6"/>
                    <a:pt x="240" y="10"/>
                  </a:cubicBezTo>
                  <a:cubicBezTo>
                    <a:pt x="237" y="13"/>
                    <a:pt x="235" y="16"/>
                    <a:pt x="232" y="18"/>
                  </a:cubicBezTo>
                  <a:cubicBezTo>
                    <a:pt x="224" y="24"/>
                    <a:pt x="217" y="23"/>
                    <a:pt x="206" y="22"/>
                  </a:cubicBezTo>
                  <a:cubicBezTo>
                    <a:pt x="204" y="22"/>
                    <a:pt x="204" y="22"/>
                    <a:pt x="204" y="22"/>
                  </a:cubicBezTo>
                  <a:cubicBezTo>
                    <a:pt x="187" y="20"/>
                    <a:pt x="172" y="17"/>
                    <a:pt x="158" y="14"/>
                  </a:cubicBezTo>
                  <a:cubicBezTo>
                    <a:pt x="146" y="11"/>
                    <a:pt x="146" y="11"/>
                    <a:pt x="146" y="11"/>
                  </a:cubicBezTo>
                  <a:cubicBezTo>
                    <a:pt x="138" y="9"/>
                    <a:pt x="130" y="6"/>
                    <a:pt x="122" y="5"/>
                  </a:cubicBezTo>
                  <a:cubicBezTo>
                    <a:pt x="103" y="3"/>
                    <a:pt x="89" y="12"/>
                    <a:pt x="77" y="21"/>
                  </a:cubicBezTo>
                  <a:cubicBezTo>
                    <a:pt x="67" y="28"/>
                    <a:pt x="56" y="37"/>
                    <a:pt x="50" y="50"/>
                  </a:cubicBezTo>
                  <a:cubicBezTo>
                    <a:pt x="43" y="63"/>
                    <a:pt x="48" y="72"/>
                    <a:pt x="54" y="81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61" y="94"/>
                    <a:pt x="68" y="105"/>
                    <a:pt x="68" y="115"/>
                  </a:cubicBezTo>
                  <a:cubicBezTo>
                    <a:pt x="68" y="130"/>
                    <a:pt x="61" y="140"/>
                    <a:pt x="46" y="150"/>
                  </a:cubicBezTo>
                  <a:cubicBezTo>
                    <a:pt x="33" y="157"/>
                    <a:pt x="21" y="163"/>
                    <a:pt x="8" y="166"/>
                  </a:cubicBezTo>
                  <a:cubicBezTo>
                    <a:pt x="6" y="167"/>
                    <a:pt x="3" y="167"/>
                    <a:pt x="1" y="168"/>
                  </a:cubicBezTo>
                  <a:cubicBezTo>
                    <a:pt x="1" y="172"/>
                    <a:pt x="1" y="175"/>
                    <a:pt x="0" y="179"/>
                  </a:cubicBezTo>
                  <a:cubicBezTo>
                    <a:pt x="4" y="177"/>
                    <a:pt x="7" y="176"/>
                    <a:pt x="10" y="175"/>
                  </a:cubicBezTo>
                  <a:cubicBezTo>
                    <a:pt x="25" y="172"/>
                    <a:pt x="37" y="166"/>
                    <a:pt x="51" y="158"/>
                  </a:cubicBezTo>
                  <a:cubicBezTo>
                    <a:pt x="69" y="147"/>
                    <a:pt x="78" y="133"/>
                    <a:pt x="77" y="115"/>
                  </a:cubicBezTo>
                  <a:close/>
                </a:path>
              </a:pathLst>
            </a:custGeom>
            <a:solidFill>
              <a:srgbClr val="9ED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5" name="Freeform 2693">
              <a:extLst>
                <a:ext uri="{FF2B5EF4-FFF2-40B4-BE49-F238E27FC236}">
                  <a16:creationId xmlns:a16="http://schemas.microsoft.com/office/drawing/2014/main" id="{A3622132-75D5-45F3-9E68-648FC471A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022"/>
              <a:ext cx="403" cy="1610"/>
            </a:xfrm>
            <a:custGeom>
              <a:avLst/>
              <a:gdLst>
                <a:gd name="T0" fmla="*/ 26816 w 161"/>
                <a:gd name="T1" fmla="*/ 187194 h 604"/>
                <a:gd name="T2" fmla="*/ 39617 w 161"/>
                <a:gd name="T3" fmla="*/ 108334 h 604"/>
                <a:gd name="T4" fmla="*/ 26816 w 161"/>
                <a:gd name="T5" fmla="*/ 29734 h 604"/>
                <a:gd name="T6" fmla="*/ 0 w 161"/>
                <a:gd name="T7" fmla="*/ 0 h 604"/>
                <a:gd name="T8" fmla="*/ 0 w 161"/>
                <a:gd name="T9" fmla="*/ 4697 h 604"/>
                <a:gd name="T10" fmla="*/ 24060 w 161"/>
                <a:gd name="T11" fmla="*/ 31909 h 604"/>
                <a:gd name="T12" fmla="*/ 36353 w 161"/>
                <a:gd name="T13" fmla="*/ 108334 h 604"/>
                <a:gd name="T14" fmla="*/ 24060 w 161"/>
                <a:gd name="T15" fmla="*/ 185019 h 604"/>
                <a:gd name="T16" fmla="*/ 0 w 161"/>
                <a:gd name="T17" fmla="*/ 211934 h 604"/>
                <a:gd name="T18" fmla="*/ 0 w 161"/>
                <a:gd name="T19" fmla="*/ 216689 h 604"/>
                <a:gd name="T20" fmla="*/ 26816 w 161"/>
                <a:gd name="T21" fmla="*/ 187194 h 6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604">
                  <a:moveTo>
                    <a:pt x="109" y="522"/>
                  </a:moveTo>
                  <a:cubicBezTo>
                    <a:pt x="142" y="464"/>
                    <a:pt x="161" y="386"/>
                    <a:pt x="161" y="302"/>
                  </a:cubicBezTo>
                  <a:cubicBezTo>
                    <a:pt x="161" y="219"/>
                    <a:pt x="142" y="141"/>
                    <a:pt x="109" y="83"/>
                  </a:cubicBezTo>
                  <a:cubicBezTo>
                    <a:pt x="79" y="30"/>
                    <a:pt x="39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4" y="13"/>
                    <a:pt x="70" y="41"/>
                    <a:pt x="98" y="89"/>
                  </a:cubicBezTo>
                  <a:cubicBezTo>
                    <a:pt x="130" y="145"/>
                    <a:pt x="148" y="221"/>
                    <a:pt x="148" y="302"/>
                  </a:cubicBezTo>
                  <a:cubicBezTo>
                    <a:pt x="148" y="384"/>
                    <a:pt x="130" y="459"/>
                    <a:pt x="98" y="516"/>
                  </a:cubicBezTo>
                  <a:cubicBezTo>
                    <a:pt x="70" y="564"/>
                    <a:pt x="34" y="591"/>
                    <a:pt x="0" y="591"/>
                  </a:cubicBezTo>
                  <a:cubicBezTo>
                    <a:pt x="0" y="604"/>
                    <a:pt x="0" y="604"/>
                    <a:pt x="0" y="604"/>
                  </a:cubicBezTo>
                  <a:cubicBezTo>
                    <a:pt x="39" y="604"/>
                    <a:pt x="79" y="574"/>
                    <a:pt x="109" y="522"/>
                  </a:cubicBezTo>
                  <a:close/>
                </a:path>
              </a:pathLst>
            </a:custGeom>
            <a:solidFill>
              <a:srgbClr val="AC9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6" name="Freeform 2694">
              <a:extLst>
                <a:ext uri="{FF2B5EF4-FFF2-40B4-BE49-F238E27FC236}">
                  <a16:creationId xmlns:a16="http://schemas.microsoft.com/office/drawing/2014/main" id="{B693E680-43D5-4747-8B9A-C8A43F8C0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056"/>
              <a:ext cx="370" cy="1541"/>
            </a:xfrm>
            <a:custGeom>
              <a:avLst/>
              <a:gdLst>
                <a:gd name="T0" fmla="*/ 0 w 148"/>
                <a:gd name="T1" fmla="*/ 0 h 578"/>
                <a:gd name="T2" fmla="*/ 23958 w 148"/>
                <a:gd name="T3" fmla="*/ 27330 h 578"/>
                <a:gd name="T4" fmla="*/ 36145 w 148"/>
                <a:gd name="T5" fmla="*/ 103871 h 578"/>
                <a:gd name="T6" fmla="*/ 23958 w 148"/>
                <a:gd name="T7" fmla="*/ 180622 h 578"/>
                <a:gd name="T8" fmla="*/ 0 w 148"/>
                <a:gd name="T9" fmla="*/ 207547 h 5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578">
                  <a:moveTo>
                    <a:pt x="0" y="0"/>
                  </a:moveTo>
                  <a:cubicBezTo>
                    <a:pt x="34" y="0"/>
                    <a:pt x="70" y="28"/>
                    <a:pt x="98" y="76"/>
                  </a:cubicBezTo>
                  <a:cubicBezTo>
                    <a:pt x="130" y="132"/>
                    <a:pt x="148" y="208"/>
                    <a:pt x="148" y="289"/>
                  </a:cubicBezTo>
                  <a:cubicBezTo>
                    <a:pt x="148" y="371"/>
                    <a:pt x="130" y="446"/>
                    <a:pt x="98" y="503"/>
                  </a:cubicBezTo>
                  <a:cubicBezTo>
                    <a:pt x="70" y="551"/>
                    <a:pt x="34" y="578"/>
                    <a:pt x="0" y="57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7" name="Freeform 2695">
              <a:extLst>
                <a:ext uri="{FF2B5EF4-FFF2-40B4-BE49-F238E27FC236}">
                  <a16:creationId xmlns:a16="http://schemas.microsoft.com/office/drawing/2014/main" id="{0E566B92-232E-4AC5-895F-AE9903967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022"/>
              <a:ext cx="402" cy="1610"/>
            </a:xfrm>
            <a:custGeom>
              <a:avLst/>
              <a:gdLst>
                <a:gd name="T0" fmla="*/ 39029 w 161"/>
                <a:gd name="T1" fmla="*/ 4697 h 604"/>
                <a:gd name="T2" fmla="*/ 39029 w 161"/>
                <a:gd name="T3" fmla="*/ 4697 h 604"/>
                <a:gd name="T4" fmla="*/ 39029 w 161"/>
                <a:gd name="T5" fmla="*/ 0 h 604"/>
                <a:gd name="T6" fmla="*/ 12624 w 161"/>
                <a:gd name="T7" fmla="*/ 29734 h 604"/>
                <a:gd name="T8" fmla="*/ 0 w 161"/>
                <a:gd name="T9" fmla="*/ 108334 h 604"/>
                <a:gd name="T10" fmla="*/ 12624 w 161"/>
                <a:gd name="T11" fmla="*/ 187194 h 604"/>
                <a:gd name="T12" fmla="*/ 39029 w 161"/>
                <a:gd name="T13" fmla="*/ 216689 h 604"/>
                <a:gd name="T14" fmla="*/ 39029 w 161"/>
                <a:gd name="T15" fmla="*/ 211934 h 604"/>
                <a:gd name="T16" fmla="*/ 39029 w 161"/>
                <a:gd name="T17" fmla="*/ 211934 h 604"/>
                <a:gd name="T18" fmla="*/ 15236 w 161"/>
                <a:gd name="T19" fmla="*/ 185019 h 604"/>
                <a:gd name="T20" fmla="*/ 3111 w 161"/>
                <a:gd name="T21" fmla="*/ 108334 h 604"/>
                <a:gd name="T22" fmla="*/ 15236 w 161"/>
                <a:gd name="T23" fmla="*/ 31909 h 604"/>
                <a:gd name="T24" fmla="*/ 39029 w 161"/>
                <a:gd name="T25" fmla="*/ 4697 h 6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1" h="604">
                  <a:moveTo>
                    <a:pt x="161" y="13"/>
                  </a:moveTo>
                  <a:cubicBezTo>
                    <a:pt x="161" y="13"/>
                    <a:pt x="161" y="13"/>
                    <a:pt x="161" y="13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22" y="0"/>
                    <a:pt x="82" y="30"/>
                    <a:pt x="52" y="83"/>
                  </a:cubicBezTo>
                  <a:cubicBezTo>
                    <a:pt x="18" y="141"/>
                    <a:pt x="0" y="219"/>
                    <a:pt x="0" y="302"/>
                  </a:cubicBezTo>
                  <a:cubicBezTo>
                    <a:pt x="0" y="386"/>
                    <a:pt x="18" y="464"/>
                    <a:pt x="52" y="522"/>
                  </a:cubicBezTo>
                  <a:cubicBezTo>
                    <a:pt x="82" y="574"/>
                    <a:pt x="122" y="604"/>
                    <a:pt x="161" y="604"/>
                  </a:cubicBezTo>
                  <a:cubicBezTo>
                    <a:pt x="161" y="591"/>
                    <a:pt x="161" y="591"/>
                    <a:pt x="161" y="591"/>
                  </a:cubicBezTo>
                  <a:cubicBezTo>
                    <a:pt x="161" y="591"/>
                    <a:pt x="161" y="591"/>
                    <a:pt x="161" y="591"/>
                  </a:cubicBezTo>
                  <a:cubicBezTo>
                    <a:pt x="127" y="591"/>
                    <a:pt x="91" y="564"/>
                    <a:pt x="63" y="516"/>
                  </a:cubicBezTo>
                  <a:cubicBezTo>
                    <a:pt x="31" y="459"/>
                    <a:pt x="13" y="384"/>
                    <a:pt x="13" y="302"/>
                  </a:cubicBezTo>
                  <a:cubicBezTo>
                    <a:pt x="13" y="221"/>
                    <a:pt x="31" y="145"/>
                    <a:pt x="63" y="89"/>
                  </a:cubicBezTo>
                  <a:cubicBezTo>
                    <a:pt x="91" y="41"/>
                    <a:pt x="127" y="13"/>
                    <a:pt x="161" y="13"/>
                  </a:cubicBezTo>
                  <a:close/>
                </a:path>
              </a:pathLst>
            </a:custGeom>
            <a:solidFill>
              <a:srgbClr val="754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8" name="Freeform 2696">
              <a:extLst>
                <a:ext uri="{FF2B5EF4-FFF2-40B4-BE49-F238E27FC236}">
                  <a16:creationId xmlns:a16="http://schemas.microsoft.com/office/drawing/2014/main" id="{AB3CFA58-20AF-4217-97B5-424BEF216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056"/>
              <a:ext cx="370" cy="1541"/>
            </a:xfrm>
            <a:custGeom>
              <a:avLst/>
              <a:gdLst>
                <a:gd name="T0" fmla="*/ 36145 w 148"/>
                <a:gd name="T1" fmla="*/ 207547 h 578"/>
                <a:gd name="T2" fmla="*/ 36145 w 148"/>
                <a:gd name="T3" fmla="*/ 207547 h 578"/>
                <a:gd name="T4" fmla="*/ 12238 w 148"/>
                <a:gd name="T5" fmla="*/ 180622 h 578"/>
                <a:gd name="T6" fmla="*/ 0 w 148"/>
                <a:gd name="T7" fmla="*/ 103871 h 578"/>
                <a:gd name="T8" fmla="*/ 12238 w 148"/>
                <a:gd name="T9" fmla="*/ 27330 h 578"/>
                <a:gd name="T10" fmla="*/ 36145 w 148"/>
                <a:gd name="T11" fmla="*/ 0 h 578"/>
                <a:gd name="T12" fmla="*/ 36145 w 148"/>
                <a:gd name="T13" fmla="*/ 0 h 5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578">
                  <a:moveTo>
                    <a:pt x="148" y="578"/>
                  </a:moveTo>
                  <a:cubicBezTo>
                    <a:pt x="148" y="578"/>
                    <a:pt x="148" y="578"/>
                    <a:pt x="148" y="578"/>
                  </a:cubicBezTo>
                  <a:cubicBezTo>
                    <a:pt x="114" y="578"/>
                    <a:pt x="78" y="551"/>
                    <a:pt x="50" y="503"/>
                  </a:cubicBezTo>
                  <a:cubicBezTo>
                    <a:pt x="18" y="446"/>
                    <a:pt x="0" y="371"/>
                    <a:pt x="0" y="289"/>
                  </a:cubicBezTo>
                  <a:cubicBezTo>
                    <a:pt x="0" y="208"/>
                    <a:pt x="18" y="132"/>
                    <a:pt x="50" y="76"/>
                  </a:cubicBezTo>
                  <a:cubicBezTo>
                    <a:pt x="78" y="28"/>
                    <a:pt x="114" y="0"/>
                    <a:pt x="148" y="0"/>
                  </a:cubicBezTo>
                  <a:cubicBezTo>
                    <a:pt x="148" y="0"/>
                    <a:pt x="148" y="0"/>
                    <a:pt x="14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9" name="Freeform 2697">
              <a:extLst>
                <a:ext uri="{FF2B5EF4-FFF2-40B4-BE49-F238E27FC236}">
                  <a16:creationId xmlns:a16="http://schemas.microsoft.com/office/drawing/2014/main" id="{38B25E78-BBB9-427A-9BE8-F1F54716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126"/>
              <a:ext cx="135" cy="143"/>
            </a:xfrm>
            <a:custGeom>
              <a:avLst/>
              <a:gdLst>
                <a:gd name="T0" fmla="*/ 2470 w 54"/>
                <a:gd name="T1" fmla="*/ 15245 h 54"/>
                <a:gd name="T2" fmla="*/ 2270 w 54"/>
                <a:gd name="T3" fmla="*/ 3400 h 54"/>
                <a:gd name="T4" fmla="*/ 10750 w 54"/>
                <a:gd name="T5" fmla="*/ 3400 h 54"/>
                <a:gd name="T6" fmla="*/ 10750 w 54"/>
                <a:gd name="T7" fmla="*/ 15245 h 54"/>
                <a:gd name="T8" fmla="*/ 2470 w 54"/>
                <a:gd name="T9" fmla="*/ 152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4">
                  <a:moveTo>
                    <a:pt x="10" y="44"/>
                  </a:moveTo>
                  <a:cubicBezTo>
                    <a:pt x="0" y="35"/>
                    <a:pt x="0" y="20"/>
                    <a:pt x="9" y="10"/>
                  </a:cubicBezTo>
                  <a:cubicBezTo>
                    <a:pt x="19" y="0"/>
                    <a:pt x="34" y="0"/>
                    <a:pt x="44" y="10"/>
                  </a:cubicBezTo>
                  <a:cubicBezTo>
                    <a:pt x="53" y="19"/>
                    <a:pt x="54" y="34"/>
                    <a:pt x="44" y="44"/>
                  </a:cubicBezTo>
                  <a:cubicBezTo>
                    <a:pt x="35" y="54"/>
                    <a:pt x="20" y="54"/>
                    <a:pt x="10" y="44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0" name="Freeform 2698">
              <a:extLst>
                <a:ext uri="{FF2B5EF4-FFF2-40B4-BE49-F238E27FC236}">
                  <a16:creationId xmlns:a16="http://schemas.microsoft.com/office/drawing/2014/main" id="{33271526-BDE9-41F2-BACE-EC23A1320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155"/>
              <a:ext cx="65" cy="69"/>
            </a:xfrm>
            <a:custGeom>
              <a:avLst/>
              <a:gdLst>
                <a:gd name="T0" fmla="*/ 988 w 26"/>
                <a:gd name="T1" fmla="*/ 1741 h 26"/>
                <a:gd name="T2" fmla="*/ 5208 w 26"/>
                <a:gd name="T3" fmla="*/ 1436 h 26"/>
                <a:gd name="T4" fmla="*/ 5395 w 26"/>
                <a:gd name="T5" fmla="*/ 7380 h 26"/>
                <a:gd name="T6" fmla="*/ 1300 w 26"/>
                <a:gd name="T7" fmla="*/ 7640 h 26"/>
                <a:gd name="T8" fmla="*/ 988 w 26"/>
                <a:gd name="T9" fmla="*/ 174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4" y="5"/>
                  </a:moveTo>
                  <a:cubicBezTo>
                    <a:pt x="8" y="0"/>
                    <a:pt x="16" y="0"/>
                    <a:pt x="21" y="4"/>
                  </a:cubicBezTo>
                  <a:cubicBezTo>
                    <a:pt x="26" y="8"/>
                    <a:pt x="26" y="16"/>
                    <a:pt x="22" y="21"/>
                  </a:cubicBezTo>
                  <a:cubicBezTo>
                    <a:pt x="18" y="26"/>
                    <a:pt x="10" y="26"/>
                    <a:pt x="5" y="22"/>
                  </a:cubicBezTo>
                  <a:cubicBezTo>
                    <a:pt x="0" y="18"/>
                    <a:pt x="0" y="10"/>
                    <a:pt x="4" y="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1" name="Freeform 2699">
              <a:extLst>
                <a:ext uri="{FF2B5EF4-FFF2-40B4-BE49-F238E27FC236}">
                  <a16:creationId xmlns:a16="http://schemas.microsoft.com/office/drawing/2014/main" id="{57C5B27F-3D2A-4B52-8FB6-0581A6CF6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168"/>
              <a:ext cx="27" cy="29"/>
            </a:xfrm>
            <a:custGeom>
              <a:avLst/>
              <a:gdLst>
                <a:gd name="T0" fmla="*/ 427 w 11"/>
                <a:gd name="T1" fmla="*/ 1007 h 11"/>
                <a:gd name="T2" fmla="*/ 1964 w 11"/>
                <a:gd name="T3" fmla="*/ 625 h 11"/>
                <a:gd name="T4" fmla="*/ 1964 w 11"/>
                <a:gd name="T5" fmla="*/ 3045 h 11"/>
                <a:gd name="T6" fmla="*/ 621 w 11"/>
                <a:gd name="T7" fmla="*/ 3045 h 11"/>
                <a:gd name="T8" fmla="*/ 427 w 11"/>
                <a:gd name="T9" fmla="*/ 100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3"/>
                  </a:moveTo>
                  <a:cubicBezTo>
                    <a:pt x="4" y="1"/>
                    <a:pt x="7" y="0"/>
                    <a:pt x="9" y="2"/>
                  </a:cubicBezTo>
                  <a:cubicBezTo>
                    <a:pt x="11" y="4"/>
                    <a:pt x="11" y="7"/>
                    <a:pt x="9" y="9"/>
                  </a:cubicBezTo>
                  <a:cubicBezTo>
                    <a:pt x="8" y="11"/>
                    <a:pt x="5" y="11"/>
                    <a:pt x="3" y="9"/>
                  </a:cubicBezTo>
                  <a:cubicBezTo>
                    <a:pt x="1" y="8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2" name="Freeform 2700">
              <a:extLst>
                <a:ext uri="{FF2B5EF4-FFF2-40B4-BE49-F238E27FC236}">
                  <a16:creationId xmlns:a16="http://schemas.microsoft.com/office/drawing/2014/main" id="{94521095-AA27-4663-9484-509CF05DF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235"/>
              <a:ext cx="97" cy="85"/>
            </a:xfrm>
            <a:custGeom>
              <a:avLst/>
              <a:gdLst>
                <a:gd name="T0" fmla="*/ 465 w 39"/>
                <a:gd name="T1" fmla="*/ 1052 h 32"/>
                <a:gd name="T2" fmla="*/ 0 w 39"/>
                <a:gd name="T3" fmla="*/ 2138 h 32"/>
                <a:gd name="T4" fmla="*/ 8568 w 39"/>
                <a:gd name="T5" fmla="*/ 11247 h 32"/>
                <a:gd name="T6" fmla="*/ 8568 w 39"/>
                <a:gd name="T7" fmla="*/ 11247 h 32"/>
                <a:gd name="T8" fmla="*/ 9031 w 39"/>
                <a:gd name="T9" fmla="*/ 10604 h 32"/>
                <a:gd name="T10" fmla="*/ 9217 w 39"/>
                <a:gd name="T11" fmla="*/ 9504 h 32"/>
                <a:gd name="T12" fmla="*/ 9217 w 39"/>
                <a:gd name="T13" fmla="*/ 9504 h 32"/>
                <a:gd name="T14" fmla="*/ 1157 w 39"/>
                <a:gd name="T15" fmla="*/ 0 h 32"/>
                <a:gd name="T16" fmla="*/ 465 w 39"/>
                <a:gd name="T17" fmla="*/ 1052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2">
                  <a:moveTo>
                    <a:pt x="2" y="3"/>
                  </a:moveTo>
                  <a:cubicBezTo>
                    <a:pt x="2" y="4"/>
                    <a:pt x="1" y="5"/>
                    <a:pt x="0" y="6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7" y="32"/>
                    <a:pt x="37" y="30"/>
                    <a:pt x="38" y="30"/>
                  </a:cubicBezTo>
                  <a:cubicBezTo>
                    <a:pt x="38" y="29"/>
                    <a:pt x="39" y="28"/>
                    <a:pt x="39" y="27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3" name="Freeform 2701">
              <a:extLst>
                <a:ext uri="{FF2B5EF4-FFF2-40B4-BE49-F238E27FC236}">
                  <a16:creationId xmlns:a16="http://schemas.microsoft.com/office/drawing/2014/main" id="{9E20ECD9-4C1D-430A-9919-E4FAFFCDD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243"/>
              <a:ext cx="90" cy="66"/>
            </a:xfrm>
            <a:custGeom>
              <a:avLst/>
              <a:gdLst>
                <a:gd name="T0" fmla="*/ 0 w 36"/>
                <a:gd name="T1" fmla="*/ 1011 h 25"/>
                <a:gd name="T2" fmla="*/ 783 w 36"/>
                <a:gd name="T3" fmla="*/ 0 h 25"/>
                <a:gd name="T4" fmla="*/ 8800 w 36"/>
                <a:gd name="T5" fmla="*/ 8448 h 25"/>
                <a:gd name="T6" fmla="*/ 988 w 36"/>
                <a:gd name="T7" fmla="*/ 1011 h 25"/>
                <a:gd name="T8" fmla="*/ 0 w 36"/>
                <a:gd name="T9" fmla="*/ 101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5">
                  <a:moveTo>
                    <a:pt x="0" y="3"/>
                  </a:moveTo>
                  <a:cubicBezTo>
                    <a:pt x="1" y="2"/>
                    <a:pt x="3" y="0"/>
                    <a:pt x="3" y="0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5"/>
                    <a:pt x="6" y="3"/>
                    <a:pt x="4" y="3"/>
                  </a:cubicBezTo>
                  <a:cubicBezTo>
                    <a:pt x="2" y="3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4" name="Freeform 2702">
              <a:extLst>
                <a:ext uri="{FF2B5EF4-FFF2-40B4-BE49-F238E27FC236}">
                  <a16:creationId xmlns:a16="http://schemas.microsoft.com/office/drawing/2014/main" id="{94968982-38FF-4430-B6DC-E4A69D615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235"/>
              <a:ext cx="97" cy="85"/>
            </a:xfrm>
            <a:custGeom>
              <a:avLst/>
              <a:gdLst>
                <a:gd name="T0" fmla="*/ 465 w 39"/>
                <a:gd name="T1" fmla="*/ 1052 h 32"/>
                <a:gd name="T2" fmla="*/ 0 w 39"/>
                <a:gd name="T3" fmla="*/ 2138 h 32"/>
                <a:gd name="T4" fmla="*/ 8568 w 39"/>
                <a:gd name="T5" fmla="*/ 11247 h 32"/>
                <a:gd name="T6" fmla="*/ 8568 w 39"/>
                <a:gd name="T7" fmla="*/ 11247 h 32"/>
                <a:gd name="T8" fmla="*/ 9031 w 39"/>
                <a:gd name="T9" fmla="*/ 10604 h 32"/>
                <a:gd name="T10" fmla="*/ 9217 w 39"/>
                <a:gd name="T11" fmla="*/ 9504 h 32"/>
                <a:gd name="T12" fmla="*/ 9217 w 39"/>
                <a:gd name="T13" fmla="*/ 9504 h 32"/>
                <a:gd name="T14" fmla="*/ 1157 w 39"/>
                <a:gd name="T15" fmla="*/ 0 h 32"/>
                <a:gd name="T16" fmla="*/ 465 w 39"/>
                <a:gd name="T17" fmla="*/ 1052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2">
                  <a:moveTo>
                    <a:pt x="2" y="3"/>
                  </a:moveTo>
                  <a:cubicBezTo>
                    <a:pt x="2" y="4"/>
                    <a:pt x="1" y="5"/>
                    <a:pt x="0" y="6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7" y="32"/>
                    <a:pt x="37" y="30"/>
                    <a:pt x="38" y="30"/>
                  </a:cubicBezTo>
                  <a:cubicBezTo>
                    <a:pt x="38" y="29"/>
                    <a:pt x="39" y="28"/>
                    <a:pt x="39" y="27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3" y="2"/>
                    <a:pt x="2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5" name="Freeform 2703">
              <a:extLst>
                <a:ext uri="{FF2B5EF4-FFF2-40B4-BE49-F238E27FC236}">
                  <a16:creationId xmlns:a16="http://schemas.microsoft.com/office/drawing/2014/main" id="{F92332E3-58EA-4D3D-8319-C067E9C9D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126"/>
              <a:ext cx="135" cy="143"/>
            </a:xfrm>
            <a:custGeom>
              <a:avLst/>
              <a:gdLst>
                <a:gd name="T0" fmla="*/ 2470 w 54"/>
                <a:gd name="T1" fmla="*/ 15245 h 54"/>
                <a:gd name="T2" fmla="*/ 2270 w 54"/>
                <a:gd name="T3" fmla="*/ 3400 h 54"/>
                <a:gd name="T4" fmla="*/ 10750 w 54"/>
                <a:gd name="T5" fmla="*/ 3400 h 54"/>
                <a:gd name="T6" fmla="*/ 10750 w 54"/>
                <a:gd name="T7" fmla="*/ 15245 h 54"/>
                <a:gd name="T8" fmla="*/ 2470 w 54"/>
                <a:gd name="T9" fmla="*/ 152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4">
                  <a:moveTo>
                    <a:pt x="10" y="44"/>
                  </a:moveTo>
                  <a:cubicBezTo>
                    <a:pt x="0" y="35"/>
                    <a:pt x="0" y="20"/>
                    <a:pt x="9" y="10"/>
                  </a:cubicBezTo>
                  <a:cubicBezTo>
                    <a:pt x="19" y="0"/>
                    <a:pt x="34" y="0"/>
                    <a:pt x="44" y="10"/>
                  </a:cubicBezTo>
                  <a:cubicBezTo>
                    <a:pt x="53" y="19"/>
                    <a:pt x="54" y="34"/>
                    <a:pt x="44" y="44"/>
                  </a:cubicBezTo>
                  <a:cubicBezTo>
                    <a:pt x="35" y="54"/>
                    <a:pt x="20" y="54"/>
                    <a:pt x="10" y="4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6" name="Freeform 2704">
              <a:extLst>
                <a:ext uri="{FF2B5EF4-FFF2-40B4-BE49-F238E27FC236}">
                  <a16:creationId xmlns:a16="http://schemas.microsoft.com/office/drawing/2014/main" id="{36EA6512-DC9E-4624-A2FD-2126A6DA6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360"/>
              <a:ext cx="138" cy="147"/>
            </a:xfrm>
            <a:custGeom>
              <a:avLst/>
              <a:gdLst>
                <a:gd name="T0" fmla="*/ 10741 w 55"/>
                <a:gd name="T1" fmla="*/ 17202 h 55"/>
                <a:gd name="T2" fmla="*/ 2303 w 55"/>
                <a:gd name="T3" fmla="*/ 15673 h 55"/>
                <a:gd name="T4" fmla="*/ 3287 w 55"/>
                <a:gd name="T5" fmla="*/ 3263 h 55"/>
                <a:gd name="T6" fmla="*/ 11735 w 55"/>
                <a:gd name="T7" fmla="*/ 4394 h 55"/>
                <a:gd name="T8" fmla="*/ 10741 w 55"/>
                <a:gd name="T9" fmla="*/ 1720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43" y="47"/>
                  </a:moveTo>
                  <a:cubicBezTo>
                    <a:pt x="33" y="55"/>
                    <a:pt x="17" y="53"/>
                    <a:pt x="9" y="43"/>
                  </a:cubicBezTo>
                  <a:cubicBezTo>
                    <a:pt x="0" y="32"/>
                    <a:pt x="2" y="17"/>
                    <a:pt x="13" y="9"/>
                  </a:cubicBezTo>
                  <a:cubicBezTo>
                    <a:pt x="23" y="0"/>
                    <a:pt x="38" y="2"/>
                    <a:pt x="47" y="12"/>
                  </a:cubicBezTo>
                  <a:cubicBezTo>
                    <a:pt x="55" y="23"/>
                    <a:pt x="54" y="38"/>
                    <a:pt x="43" y="47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7" name="Freeform 2705">
              <a:extLst>
                <a:ext uri="{FF2B5EF4-FFF2-40B4-BE49-F238E27FC236}">
                  <a16:creationId xmlns:a16="http://schemas.microsoft.com/office/drawing/2014/main" id="{79BFA958-24B9-41A7-8571-B051423C0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387"/>
              <a:ext cx="65" cy="72"/>
            </a:xfrm>
            <a:custGeom>
              <a:avLst/>
              <a:gdLst>
                <a:gd name="T0" fmla="*/ 4895 w 26"/>
                <a:gd name="T1" fmla="*/ 8248 h 27"/>
                <a:gd name="T2" fmla="*/ 988 w 26"/>
                <a:gd name="T3" fmla="*/ 7531 h 27"/>
                <a:gd name="T4" fmla="*/ 1488 w 26"/>
                <a:gd name="T5" fmla="*/ 1459 h 27"/>
                <a:gd name="T6" fmla="*/ 5395 w 26"/>
                <a:gd name="T7" fmla="*/ 2184 h 27"/>
                <a:gd name="T8" fmla="*/ 4895 w 26"/>
                <a:gd name="T9" fmla="*/ 824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20" y="23"/>
                  </a:moveTo>
                  <a:cubicBezTo>
                    <a:pt x="15" y="27"/>
                    <a:pt x="8" y="26"/>
                    <a:pt x="4" y="21"/>
                  </a:cubicBezTo>
                  <a:cubicBezTo>
                    <a:pt x="0" y="16"/>
                    <a:pt x="1" y="8"/>
                    <a:pt x="6" y="4"/>
                  </a:cubicBezTo>
                  <a:cubicBezTo>
                    <a:pt x="11" y="0"/>
                    <a:pt x="18" y="1"/>
                    <a:pt x="22" y="6"/>
                  </a:cubicBezTo>
                  <a:cubicBezTo>
                    <a:pt x="26" y="11"/>
                    <a:pt x="26" y="19"/>
                    <a:pt x="20" y="23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8" name="Freeform 2706">
              <a:extLst>
                <a:ext uri="{FF2B5EF4-FFF2-40B4-BE49-F238E27FC236}">
                  <a16:creationId xmlns:a16="http://schemas.microsoft.com/office/drawing/2014/main" id="{07C3CC53-273D-4C63-A3D0-6AAEF5CE1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405"/>
              <a:ext cx="27" cy="30"/>
            </a:xfrm>
            <a:custGeom>
              <a:avLst/>
              <a:gdLst>
                <a:gd name="T0" fmla="*/ 1964 w 11"/>
                <a:gd name="T1" fmla="*/ 3755 h 11"/>
                <a:gd name="T2" fmla="*/ 427 w 11"/>
                <a:gd name="T3" fmla="*/ 3325 h 11"/>
                <a:gd name="T4" fmla="*/ 621 w 11"/>
                <a:gd name="T5" fmla="*/ 447 h 11"/>
                <a:gd name="T6" fmla="*/ 1964 w 11"/>
                <a:gd name="T7" fmla="*/ 775 h 11"/>
                <a:gd name="T8" fmla="*/ 1964 w 11"/>
                <a:gd name="T9" fmla="*/ 375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9" y="9"/>
                  </a:moveTo>
                  <a:cubicBezTo>
                    <a:pt x="7" y="11"/>
                    <a:pt x="4" y="10"/>
                    <a:pt x="2" y="8"/>
                  </a:cubicBezTo>
                  <a:cubicBezTo>
                    <a:pt x="0" y="6"/>
                    <a:pt x="1" y="3"/>
                    <a:pt x="3" y="1"/>
                  </a:cubicBezTo>
                  <a:cubicBezTo>
                    <a:pt x="5" y="0"/>
                    <a:pt x="8" y="0"/>
                    <a:pt x="9" y="2"/>
                  </a:cubicBezTo>
                  <a:cubicBezTo>
                    <a:pt x="11" y="4"/>
                    <a:pt x="11" y="7"/>
                    <a:pt x="9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9" name="Freeform 2707">
              <a:extLst>
                <a:ext uri="{FF2B5EF4-FFF2-40B4-BE49-F238E27FC236}">
                  <a16:creationId xmlns:a16="http://schemas.microsoft.com/office/drawing/2014/main" id="{97BE5850-666E-41F7-8202-0E5CEFB58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325"/>
              <a:ext cx="93" cy="78"/>
            </a:xfrm>
            <a:custGeom>
              <a:avLst/>
              <a:gdLst>
                <a:gd name="T0" fmla="*/ 797 w 37"/>
                <a:gd name="T1" fmla="*/ 9419 h 29"/>
                <a:gd name="T2" fmla="*/ 1320 w 37"/>
                <a:gd name="T3" fmla="*/ 10995 h 29"/>
                <a:gd name="T4" fmla="*/ 9338 w 37"/>
                <a:gd name="T5" fmla="*/ 1829 h 29"/>
                <a:gd name="T6" fmla="*/ 9338 w 37"/>
                <a:gd name="T7" fmla="*/ 1829 h 29"/>
                <a:gd name="T8" fmla="*/ 8812 w 37"/>
                <a:gd name="T9" fmla="*/ 1151 h 29"/>
                <a:gd name="T10" fmla="*/ 8541 w 37"/>
                <a:gd name="T11" fmla="*/ 0 h 29"/>
                <a:gd name="T12" fmla="*/ 8541 w 37"/>
                <a:gd name="T13" fmla="*/ 0 h 29"/>
                <a:gd name="T14" fmla="*/ 0 w 37"/>
                <a:gd name="T15" fmla="*/ 8327 h 29"/>
                <a:gd name="T16" fmla="*/ 797 w 37"/>
                <a:gd name="T17" fmla="*/ 9419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9">
                  <a:moveTo>
                    <a:pt x="3" y="25"/>
                  </a:moveTo>
                  <a:cubicBezTo>
                    <a:pt x="4" y="26"/>
                    <a:pt x="5" y="28"/>
                    <a:pt x="5" y="29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6" y="5"/>
                    <a:pt x="36" y="3"/>
                    <a:pt x="35" y="3"/>
                  </a:cubicBezTo>
                  <a:cubicBezTo>
                    <a:pt x="35" y="2"/>
                    <a:pt x="35" y="1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3"/>
                    <a:pt x="2" y="24"/>
                    <a:pt x="3" y="25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0" name="Freeform 2708">
              <a:extLst>
                <a:ext uri="{FF2B5EF4-FFF2-40B4-BE49-F238E27FC236}">
                  <a16:creationId xmlns:a16="http://schemas.microsoft.com/office/drawing/2014/main" id="{BAFAF4AB-1AF2-4B5F-95DF-CC452781C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328"/>
              <a:ext cx="80" cy="69"/>
            </a:xfrm>
            <a:custGeom>
              <a:avLst/>
              <a:gdLst>
                <a:gd name="T0" fmla="*/ 783 w 32"/>
                <a:gd name="T1" fmla="*/ 9084 h 26"/>
                <a:gd name="T2" fmla="*/ 0 w 32"/>
                <a:gd name="T3" fmla="*/ 7380 h 26"/>
                <a:gd name="T4" fmla="*/ 7813 w 32"/>
                <a:gd name="T5" fmla="*/ 0 h 26"/>
                <a:gd name="T6" fmla="*/ 783 w 32"/>
                <a:gd name="T7" fmla="*/ 7380 h 26"/>
                <a:gd name="T8" fmla="*/ 783 w 32"/>
                <a:gd name="T9" fmla="*/ 908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" y="26"/>
                  </a:moveTo>
                  <a:cubicBezTo>
                    <a:pt x="2" y="24"/>
                    <a:pt x="0" y="22"/>
                    <a:pt x="0" y="2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" y="19"/>
                    <a:pt x="3" y="21"/>
                  </a:cubicBezTo>
                  <a:cubicBezTo>
                    <a:pt x="3" y="23"/>
                    <a:pt x="3" y="25"/>
                    <a:pt x="3" y="26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1" name="Freeform 2709">
              <a:extLst>
                <a:ext uri="{FF2B5EF4-FFF2-40B4-BE49-F238E27FC236}">
                  <a16:creationId xmlns:a16="http://schemas.microsoft.com/office/drawing/2014/main" id="{6902C537-7931-49A9-A31C-9A83FDBC8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749"/>
              <a:ext cx="125" cy="134"/>
            </a:xfrm>
            <a:custGeom>
              <a:avLst/>
              <a:gdLst>
                <a:gd name="T0" fmla="*/ 5863 w 50"/>
                <a:gd name="T1" fmla="*/ 18114 h 50"/>
                <a:gd name="T2" fmla="*/ 313 w 50"/>
                <a:gd name="T3" fmla="*/ 8871 h 50"/>
                <a:gd name="T4" fmla="*/ 6375 w 50"/>
                <a:gd name="T5" fmla="*/ 0 h 50"/>
                <a:gd name="T6" fmla="*/ 12238 w 50"/>
                <a:gd name="T7" fmla="*/ 9704 h 50"/>
                <a:gd name="T8" fmla="*/ 5863 w 50"/>
                <a:gd name="T9" fmla="*/ 1811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24" y="49"/>
                  </a:moveTo>
                  <a:cubicBezTo>
                    <a:pt x="11" y="48"/>
                    <a:pt x="0" y="37"/>
                    <a:pt x="1" y="24"/>
                  </a:cubicBezTo>
                  <a:cubicBezTo>
                    <a:pt x="2" y="10"/>
                    <a:pt x="13" y="0"/>
                    <a:pt x="26" y="0"/>
                  </a:cubicBezTo>
                  <a:cubicBezTo>
                    <a:pt x="40" y="1"/>
                    <a:pt x="50" y="12"/>
                    <a:pt x="50" y="26"/>
                  </a:cubicBezTo>
                  <a:cubicBezTo>
                    <a:pt x="49" y="39"/>
                    <a:pt x="38" y="50"/>
                    <a:pt x="24" y="49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2" name="Freeform 2710">
              <a:extLst>
                <a:ext uri="{FF2B5EF4-FFF2-40B4-BE49-F238E27FC236}">
                  <a16:creationId xmlns:a16="http://schemas.microsoft.com/office/drawing/2014/main" id="{460C0068-D999-418D-8B8A-F7EC79B06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808"/>
              <a:ext cx="117" cy="21"/>
            </a:xfrm>
            <a:custGeom>
              <a:avLst/>
              <a:gdLst>
                <a:gd name="T0" fmla="*/ 187 w 47"/>
                <a:gd name="T1" fmla="*/ 1378 h 8"/>
                <a:gd name="T2" fmla="*/ 0 w 47"/>
                <a:gd name="T3" fmla="*/ 2604 h 8"/>
                <a:gd name="T4" fmla="*/ 11167 w 47"/>
                <a:gd name="T5" fmla="*/ 2604 h 8"/>
                <a:gd name="T6" fmla="*/ 11167 w 47"/>
                <a:gd name="T7" fmla="*/ 2604 h 8"/>
                <a:gd name="T8" fmla="*/ 11167 w 47"/>
                <a:gd name="T9" fmla="*/ 1612 h 8"/>
                <a:gd name="T10" fmla="*/ 11167 w 47"/>
                <a:gd name="T11" fmla="*/ 614 h 8"/>
                <a:gd name="T12" fmla="*/ 11167 w 47"/>
                <a:gd name="T13" fmla="*/ 614 h 8"/>
                <a:gd name="T14" fmla="*/ 187 w 47"/>
                <a:gd name="T15" fmla="*/ 0 h 8"/>
                <a:gd name="T16" fmla="*/ 187 w 47"/>
                <a:gd name="T17" fmla="*/ 137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">
                  <a:moveTo>
                    <a:pt x="1" y="4"/>
                  </a:moveTo>
                  <a:cubicBezTo>
                    <a:pt x="1" y="5"/>
                    <a:pt x="1" y="6"/>
                    <a:pt x="0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6"/>
                    <a:pt x="47" y="5"/>
                  </a:cubicBezTo>
                  <a:cubicBezTo>
                    <a:pt x="47" y="4"/>
                    <a:pt x="47" y="3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3" name="Freeform 2711">
              <a:extLst>
                <a:ext uri="{FF2B5EF4-FFF2-40B4-BE49-F238E27FC236}">
                  <a16:creationId xmlns:a16="http://schemas.microsoft.com/office/drawing/2014/main" id="{909FC3D7-300A-48E4-A84C-06428AC86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11"/>
              <a:ext cx="112" cy="16"/>
            </a:xfrm>
            <a:custGeom>
              <a:avLst/>
              <a:gdLst>
                <a:gd name="T0" fmla="*/ 0 w 45"/>
                <a:gd name="T1" fmla="*/ 2184 h 6"/>
                <a:gd name="T2" fmla="*/ 187 w 45"/>
                <a:gd name="T3" fmla="*/ 0 h 6"/>
                <a:gd name="T4" fmla="*/ 10697 w 45"/>
                <a:gd name="T5" fmla="*/ 661 h 6"/>
                <a:gd name="T6" fmla="*/ 650 w 45"/>
                <a:gd name="T7" fmla="*/ 1059 h 6"/>
                <a:gd name="T8" fmla="*/ 0 w 45"/>
                <a:gd name="T9" fmla="*/ 218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">
                  <a:moveTo>
                    <a:pt x="0" y="6"/>
                  </a:moveTo>
                  <a:cubicBezTo>
                    <a:pt x="1" y="4"/>
                    <a:pt x="1" y="1"/>
                    <a:pt x="1" y="0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2"/>
                    <a:pt x="5" y="1"/>
                    <a:pt x="3" y="3"/>
                  </a:cubicBezTo>
                  <a:cubicBezTo>
                    <a:pt x="2" y="4"/>
                    <a:pt x="1" y="6"/>
                    <a:pt x="0" y="6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4" name="Freeform 2712">
              <a:extLst>
                <a:ext uri="{FF2B5EF4-FFF2-40B4-BE49-F238E27FC236}">
                  <a16:creationId xmlns:a16="http://schemas.microsoft.com/office/drawing/2014/main" id="{21033B96-C12F-471A-81AF-A43B7D3A0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894"/>
              <a:ext cx="137" cy="146"/>
            </a:xfrm>
            <a:custGeom>
              <a:avLst/>
              <a:gdLst>
                <a:gd name="T0" fmla="*/ 1420 w 55"/>
                <a:gd name="T1" fmla="*/ 13297 h 55"/>
                <a:gd name="T2" fmla="*/ 4053 w 55"/>
                <a:gd name="T3" fmla="*/ 2079 h 55"/>
                <a:gd name="T4" fmla="*/ 11974 w 55"/>
                <a:gd name="T5" fmla="*/ 5912 h 55"/>
                <a:gd name="T6" fmla="*/ 9122 w 55"/>
                <a:gd name="T7" fmla="*/ 17525 h 55"/>
                <a:gd name="T8" fmla="*/ 1420 w 55"/>
                <a:gd name="T9" fmla="*/ 1329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6" y="38"/>
                  </a:moveTo>
                  <a:cubicBezTo>
                    <a:pt x="0" y="26"/>
                    <a:pt x="5" y="12"/>
                    <a:pt x="17" y="6"/>
                  </a:cubicBezTo>
                  <a:cubicBezTo>
                    <a:pt x="29" y="0"/>
                    <a:pt x="44" y="5"/>
                    <a:pt x="50" y="17"/>
                  </a:cubicBezTo>
                  <a:cubicBezTo>
                    <a:pt x="55" y="29"/>
                    <a:pt x="50" y="44"/>
                    <a:pt x="38" y="50"/>
                  </a:cubicBezTo>
                  <a:cubicBezTo>
                    <a:pt x="26" y="55"/>
                    <a:pt x="12" y="50"/>
                    <a:pt x="6" y="38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5" name="Freeform 2713">
              <a:extLst>
                <a:ext uri="{FF2B5EF4-FFF2-40B4-BE49-F238E27FC236}">
                  <a16:creationId xmlns:a16="http://schemas.microsoft.com/office/drawing/2014/main" id="{16068798-9829-470E-A508-CF82E13C3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918"/>
              <a:ext cx="68" cy="72"/>
            </a:xfrm>
            <a:custGeom>
              <a:avLst/>
              <a:gdLst>
                <a:gd name="T0" fmla="*/ 1007 w 27"/>
                <a:gd name="T1" fmla="*/ 2184 h 27"/>
                <a:gd name="T2" fmla="*/ 5354 w 27"/>
                <a:gd name="T3" fmla="*/ 1459 h 27"/>
                <a:gd name="T4" fmla="*/ 5881 w 27"/>
                <a:gd name="T5" fmla="*/ 7531 h 27"/>
                <a:gd name="T6" fmla="*/ 1534 w 27"/>
                <a:gd name="T7" fmla="*/ 8248 h 27"/>
                <a:gd name="T8" fmla="*/ 1007 w 27"/>
                <a:gd name="T9" fmla="*/ 218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4" y="6"/>
                  </a:moveTo>
                  <a:cubicBezTo>
                    <a:pt x="8" y="1"/>
                    <a:pt x="16" y="0"/>
                    <a:pt x="21" y="4"/>
                  </a:cubicBezTo>
                  <a:cubicBezTo>
                    <a:pt x="26" y="8"/>
                    <a:pt x="27" y="16"/>
                    <a:pt x="23" y="21"/>
                  </a:cubicBezTo>
                  <a:cubicBezTo>
                    <a:pt x="19" y="26"/>
                    <a:pt x="12" y="27"/>
                    <a:pt x="6" y="23"/>
                  </a:cubicBezTo>
                  <a:cubicBezTo>
                    <a:pt x="1" y="19"/>
                    <a:pt x="0" y="12"/>
                    <a:pt x="4" y="6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6" name="Freeform 2714">
              <a:extLst>
                <a:ext uri="{FF2B5EF4-FFF2-40B4-BE49-F238E27FC236}">
                  <a16:creationId xmlns:a16="http://schemas.microsoft.com/office/drawing/2014/main" id="{0ABAB4DC-6241-46AB-9000-6DF5D119F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934"/>
              <a:ext cx="27" cy="29"/>
            </a:xfrm>
            <a:custGeom>
              <a:avLst/>
              <a:gdLst>
                <a:gd name="T0" fmla="*/ 174 w 11"/>
                <a:gd name="T1" fmla="*/ 1007 h 11"/>
                <a:gd name="T2" fmla="*/ 1777 w 11"/>
                <a:gd name="T3" fmla="*/ 625 h 11"/>
                <a:gd name="T4" fmla="*/ 1964 w 11"/>
                <a:gd name="T5" fmla="*/ 2655 h 11"/>
                <a:gd name="T6" fmla="*/ 427 w 11"/>
                <a:gd name="T7" fmla="*/ 3045 h 11"/>
                <a:gd name="T8" fmla="*/ 174 w 11"/>
                <a:gd name="T9" fmla="*/ 100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3"/>
                  </a:moveTo>
                  <a:cubicBezTo>
                    <a:pt x="3" y="1"/>
                    <a:pt x="6" y="0"/>
                    <a:pt x="8" y="2"/>
                  </a:cubicBezTo>
                  <a:cubicBezTo>
                    <a:pt x="10" y="3"/>
                    <a:pt x="11" y="6"/>
                    <a:pt x="9" y="8"/>
                  </a:cubicBezTo>
                  <a:cubicBezTo>
                    <a:pt x="7" y="10"/>
                    <a:pt x="4" y="11"/>
                    <a:pt x="2" y="9"/>
                  </a:cubicBezTo>
                  <a:cubicBezTo>
                    <a:pt x="0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7" name="Freeform 2715">
              <a:extLst>
                <a:ext uri="{FF2B5EF4-FFF2-40B4-BE49-F238E27FC236}">
                  <a16:creationId xmlns:a16="http://schemas.microsoft.com/office/drawing/2014/main" id="{336CE44B-C745-463F-8FD9-250E443B4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022"/>
              <a:ext cx="63" cy="104"/>
            </a:xfrm>
            <a:custGeom>
              <a:avLst/>
              <a:gdLst>
                <a:gd name="T0" fmla="*/ 801 w 25"/>
                <a:gd name="T1" fmla="*/ 661 h 39"/>
                <a:gd name="T2" fmla="*/ 0 w 25"/>
                <a:gd name="T3" fmla="*/ 1059 h 39"/>
                <a:gd name="T4" fmla="*/ 5088 w 25"/>
                <a:gd name="T5" fmla="*/ 14016 h 39"/>
                <a:gd name="T6" fmla="*/ 5088 w 25"/>
                <a:gd name="T7" fmla="*/ 14016 h 39"/>
                <a:gd name="T8" fmla="*/ 5887 w 25"/>
                <a:gd name="T9" fmla="*/ 13347 h 39"/>
                <a:gd name="T10" fmla="*/ 6421 w 25"/>
                <a:gd name="T11" fmla="*/ 12536 h 39"/>
                <a:gd name="T12" fmla="*/ 6421 w 25"/>
                <a:gd name="T13" fmla="*/ 12536 h 39"/>
                <a:gd name="T14" fmla="*/ 1809 w 25"/>
                <a:gd name="T15" fmla="*/ 0 h 39"/>
                <a:gd name="T16" fmla="*/ 801 w 25"/>
                <a:gd name="T17" fmla="*/ 661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9">
                  <a:moveTo>
                    <a:pt x="3" y="2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1" y="38"/>
                    <a:pt x="22" y="38"/>
                    <a:pt x="23" y="37"/>
                  </a:cubicBezTo>
                  <a:cubicBezTo>
                    <a:pt x="24" y="37"/>
                    <a:pt x="24" y="36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8" name="Freeform 2716">
              <a:extLst>
                <a:ext uri="{FF2B5EF4-FFF2-40B4-BE49-F238E27FC236}">
                  <a16:creationId xmlns:a16="http://schemas.microsoft.com/office/drawing/2014/main" id="{FCBBC361-FA48-4232-9B52-65416679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027"/>
              <a:ext cx="57" cy="91"/>
            </a:xfrm>
            <a:custGeom>
              <a:avLst/>
              <a:gdLst>
                <a:gd name="T0" fmla="*/ 0 w 23"/>
                <a:gd name="T1" fmla="*/ 1073 h 34"/>
                <a:gd name="T2" fmla="*/ 1125 w 23"/>
                <a:gd name="T3" fmla="*/ 0 h 34"/>
                <a:gd name="T4" fmla="*/ 5313 w 23"/>
                <a:gd name="T5" fmla="*/ 12521 h 34"/>
                <a:gd name="T6" fmla="*/ 947 w 23"/>
                <a:gd name="T7" fmla="*/ 1496 h 34"/>
                <a:gd name="T8" fmla="*/ 0 w 23"/>
                <a:gd name="T9" fmla="*/ 107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"/>
                  </a:moveTo>
                  <a:cubicBezTo>
                    <a:pt x="2" y="2"/>
                    <a:pt x="5" y="1"/>
                    <a:pt x="5" y="0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3" y="34"/>
                    <a:pt x="6" y="4"/>
                    <a:pt x="4" y="4"/>
                  </a:cubicBezTo>
                  <a:cubicBezTo>
                    <a:pt x="2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9" name="Freeform 2717">
              <a:extLst>
                <a:ext uri="{FF2B5EF4-FFF2-40B4-BE49-F238E27FC236}">
                  <a16:creationId xmlns:a16="http://schemas.microsoft.com/office/drawing/2014/main" id="{EDE22432-DE28-4687-86A7-05B59EB4E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603"/>
              <a:ext cx="138" cy="146"/>
            </a:xfrm>
            <a:custGeom>
              <a:avLst/>
              <a:gdLst>
                <a:gd name="T0" fmla="*/ 12244 w 55"/>
                <a:gd name="T1" fmla="*/ 13713 h 55"/>
                <a:gd name="T2" fmla="*/ 3967 w 55"/>
                <a:gd name="T3" fmla="*/ 17138 h 55"/>
                <a:gd name="T4" fmla="*/ 1498 w 55"/>
                <a:gd name="T5" fmla="*/ 5519 h 55"/>
                <a:gd name="T6" fmla="*/ 9745 w 55"/>
                <a:gd name="T7" fmla="*/ 2079 h 55"/>
                <a:gd name="T8" fmla="*/ 12244 w 55"/>
                <a:gd name="T9" fmla="*/ 1371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49" y="39"/>
                  </a:moveTo>
                  <a:cubicBezTo>
                    <a:pt x="43" y="51"/>
                    <a:pt x="28" y="55"/>
                    <a:pt x="16" y="49"/>
                  </a:cubicBezTo>
                  <a:cubicBezTo>
                    <a:pt x="4" y="43"/>
                    <a:pt x="0" y="28"/>
                    <a:pt x="6" y="16"/>
                  </a:cubicBezTo>
                  <a:cubicBezTo>
                    <a:pt x="12" y="4"/>
                    <a:pt x="27" y="0"/>
                    <a:pt x="39" y="6"/>
                  </a:cubicBezTo>
                  <a:cubicBezTo>
                    <a:pt x="51" y="12"/>
                    <a:pt x="55" y="27"/>
                    <a:pt x="49" y="39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0" name="Freeform 2718">
              <a:extLst>
                <a:ext uri="{FF2B5EF4-FFF2-40B4-BE49-F238E27FC236}">
                  <a16:creationId xmlns:a16="http://schemas.microsoft.com/office/drawing/2014/main" id="{3D51751D-9357-4A33-A150-7D9D65F05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627"/>
              <a:ext cx="65" cy="69"/>
            </a:xfrm>
            <a:custGeom>
              <a:avLst/>
              <a:gdLst>
                <a:gd name="T0" fmla="*/ 520 w 26"/>
                <a:gd name="T1" fmla="*/ 3811 h 26"/>
                <a:gd name="T2" fmla="*/ 3908 w 26"/>
                <a:gd name="T3" fmla="*/ 656 h 26"/>
                <a:gd name="T4" fmla="*/ 6175 w 26"/>
                <a:gd name="T5" fmla="*/ 5515 h 26"/>
                <a:gd name="T6" fmla="*/ 2738 w 26"/>
                <a:gd name="T7" fmla="*/ 8670 h 26"/>
                <a:gd name="T8" fmla="*/ 520 w 26"/>
                <a:gd name="T9" fmla="*/ 381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" y="11"/>
                  </a:moveTo>
                  <a:cubicBezTo>
                    <a:pt x="3" y="4"/>
                    <a:pt x="10" y="0"/>
                    <a:pt x="16" y="2"/>
                  </a:cubicBezTo>
                  <a:cubicBezTo>
                    <a:pt x="22" y="3"/>
                    <a:pt x="26" y="10"/>
                    <a:pt x="25" y="16"/>
                  </a:cubicBezTo>
                  <a:cubicBezTo>
                    <a:pt x="23" y="22"/>
                    <a:pt x="17" y="26"/>
                    <a:pt x="11" y="25"/>
                  </a:cubicBezTo>
                  <a:cubicBezTo>
                    <a:pt x="4" y="23"/>
                    <a:pt x="0" y="17"/>
                    <a:pt x="2" y="11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1" name="Freeform 2719">
              <a:extLst>
                <a:ext uri="{FF2B5EF4-FFF2-40B4-BE49-F238E27FC236}">
                  <a16:creationId xmlns:a16="http://schemas.microsoft.com/office/drawing/2014/main" id="{364AD82D-EF1B-4C61-B781-DB31584CC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645"/>
              <a:ext cx="25" cy="27"/>
            </a:xfrm>
            <a:custGeom>
              <a:avLst/>
              <a:gdLst>
                <a:gd name="T0" fmla="*/ 0 w 10"/>
                <a:gd name="T1" fmla="*/ 1596 h 10"/>
                <a:gd name="T2" fmla="*/ 1488 w 10"/>
                <a:gd name="T3" fmla="*/ 0 h 10"/>
                <a:gd name="T4" fmla="*/ 2470 w 10"/>
                <a:gd name="T5" fmla="*/ 2282 h 10"/>
                <a:gd name="T6" fmla="*/ 988 w 10"/>
                <a:gd name="T7" fmla="*/ 3877 h 10"/>
                <a:gd name="T8" fmla="*/ 0 w 10"/>
                <a:gd name="T9" fmla="*/ 159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1" y="2"/>
                    <a:pt x="4" y="0"/>
                    <a:pt x="6" y="0"/>
                  </a:cubicBezTo>
                  <a:cubicBezTo>
                    <a:pt x="9" y="1"/>
                    <a:pt x="10" y="4"/>
                    <a:pt x="10" y="6"/>
                  </a:cubicBezTo>
                  <a:cubicBezTo>
                    <a:pt x="9" y="9"/>
                    <a:pt x="7" y="10"/>
                    <a:pt x="4" y="10"/>
                  </a:cubicBezTo>
                  <a:cubicBezTo>
                    <a:pt x="1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2" name="Freeform 2720">
              <a:extLst>
                <a:ext uri="{FF2B5EF4-FFF2-40B4-BE49-F238E27FC236}">
                  <a16:creationId xmlns:a16="http://schemas.microsoft.com/office/drawing/2014/main" id="{910E8CA3-DAEE-4A91-9DCC-C6E59F991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528"/>
              <a:ext cx="65" cy="96"/>
            </a:xfrm>
            <a:custGeom>
              <a:avLst/>
              <a:gdLst>
                <a:gd name="T0" fmla="*/ 988 w 26"/>
                <a:gd name="T1" fmla="*/ 12288 h 36"/>
                <a:gd name="T2" fmla="*/ 1770 w 26"/>
                <a:gd name="T3" fmla="*/ 12949 h 36"/>
                <a:gd name="T4" fmla="*/ 6375 w 26"/>
                <a:gd name="T5" fmla="*/ 1459 h 36"/>
                <a:gd name="T6" fmla="*/ 6375 w 26"/>
                <a:gd name="T7" fmla="*/ 1459 h 36"/>
                <a:gd name="T8" fmla="*/ 5863 w 26"/>
                <a:gd name="T9" fmla="*/ 661 h 36"/>
                <a:gd name="T10" fmla="*/ 5395 w 26"/>
                <a:gd name="T11" fmla="*/ 0 h 36"/>
                <a:gd name="T12" fmla="*/ 5208 w 26"/>
                <a:gd name="T13" fmla="*/ 0 h 36"/>
                <a:gd name="T14" fmla="*/ 0 w 26"/>
                <a:gd name="T15" fmla="*/ 11469 h 36"/>
                <a:gd name="T16" fmla="*/ 988 w 26"/>
                <a:gd name="T17" fmla="*/ 12288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6">
                  <a:moveTo>
                    <a:pt x="4" y="34"/>
                  </a:moveTo>
                  <a:cubicBezTo>
                    <a:pt x="5" y="34"/>
                    <a:pt x="6" y="35"/>
                    <a:pt x="7" y="36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5" y="4"/>
                    <a:pt x="24" y="3"/>
                    <a:pt x="24" y="2"/>
                  </a:cubicBezTo>
                  <a:cubicBezTo>
                    <a:pt x="23" y="2"/>
                    <a:pt x="22" y="1"/>
                    <a:pt x="22" y="0"/>
                  </a:cubicBezTo>
                  <a:cubicBezTo>
                    <a:pt x="22" y="0"/>
                    <a:pt x="22" y="0"/>
                    <a:pt x="21" y="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2"/>
                    <a:pt x="3" y="33"/>
                    <a:pt x="4" y="3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3" name="Freeform 2721">
              <a:extLst>
                <a:ext uri="{FF2B5EF4-FFF2-40B4-BE49-F238E27FC236}">
                  <a16:creationId xmlns:a16="http://schemas.microsoft.com/office/drawing/2014/main" id="{C2E7B7B7-3E0B-4B2B-AF04-DA12A3A16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531"/>
              <a:ext cx="50" cy="88"/>
            </a:xfrm>
            <a:custGeom>
              <a:avLst/>
              <a:gdLst>
                <a:gd name="T0" fmla="*/ 1300 w 20"/>
                <a:gd name="T1" fmla="*/ 11891 h 33"/>
                <a:gd name="T2" fmla="*/ 0 w 20"/>
                <a:gd name="T3" fmla="*/ 10773 h 33"/>
                <a:gd name="T4" fmla="*/ 4895 w 20"/>
                <a:gd name="T5" fmla="*/ 0 h 33"/>
                <a:gd name="T6" fmla="*/ 988 w 20"/>
                <a:gd name="T7" fmla="*/ 10376 h 33"/>
                <a:gd name="T8" fmla="*/ 1300 w 20"/>
                <a:gd name="T9" fmla="*/ 1189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5" y="33"/>
                  </a:moveTo>
                  <a:cubicBezTo>
                    <a:pt x="4" y="31"/>
                    <a:pt x="1" y="30"/>
                    <a:pt x="0" y="3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3" y="27"/>
                    <a:pt x="4" y="29"/>
                  </a:cubicBezTo>
                  <a:cubicBezTo>
                    <a:pt x="4" y="31"/>
                    <a:pt x="5" y="32"/>
                    <a:pt x="5" y="33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4" name="Freeform 2722">
              <a:extLst>
                <a:ext uri="{FF2B5EF4-FFF2-40B4-BE49-F238E27FC236}">
                  <a16:creationId xmlns:a16="http://schemas.microsoft.com/office/drawing/2014/main" id="{4E152090-1F81-4B8E-B16B-C5E9742A3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528"/>
              <a:ext cx="65" cy="96"/>
            </a:xfrm>
            <a:custGeom>
              <a:avLst/>
              <a:gdLst>
                <a:gd name="T0" fmla="*/ 988 w 26"/>
                <a:gd name="T1" fmla="*/ 12288 h 36"/>
                <a:gd name="T2" fmla="*/ 1770 w 26"/>
                <a:gd name="T3" fmla="*/ 12949 h 36"/>
                <a:gd name="T4" fmla="*/ 6375 w 26"/>
                <a:gd name="T5" fmla="*/ 1459 h 36"/>
                <a:gd name="T6" fmla="*/ 6375 w 26"/>
                <a:gd name="T7" fmla="*/ 1459 h 36"/>
                <a:gd name="T8" fmla="*/ 5863 w 26"/>
                <a:gd name="T9" fmla="*/ 661 h 36"/>
                <a:gd name="T10" fmla="*/ 5395 w 26"/>
                <a:gd name="T11" fmla="*/ 0 h 36"/>
                <a:gd name="T12" fmla="*/ 5208 w 26"/>
                <a:gd name="T13" fmla="*/ 0 h 36"/>
                <a:gd name="T14" fmla="*/ 0 w 26"/>
                <a:gd name="T15" fmla="*/ 11469 h 36"/>
                <a:gd name="T16" fmla="*/ 988 w 26"/>
                <a:gd name="T17" fmla="*/ 12288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6">
                  <a:moveTo>
                    <a:pt x="4" y="34"/>
                  </a:moveTo>
                  <a:cubicBezTo>
                    <a:pt x="5" y="34"/>
                    <a:pt x="6" y="35"/>
                    <a:pt x="7" y="36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5" y="4"/>
                    <a:pt x="24" y="3"/>
                    <a:pt x="24" y="2"/>
                  </a:cubicBezTo>
                  <a:cubicBezTo>
                    <a:pt x="23" y="2"/>
                    <a:pt x="22" y="1"/>
                    <a:pt x="22" y="0"/>
                  </a:cubicBezTo>
                  <a:cubicBezTo>
                    <a:pt x="22" y="0"/>
                    <a:pt x="22" y="0"/>
                    <a:pt x="21" y="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2"/>
                    <a:pt x="3" y="33"/>
                    <a:pt x="4" y="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5" name="Freeform 2723">
              <a:extLst>
                <a:ext uri="{FF2B5EF4-FFF2-40B4-BE49-F238E27FC236}">
                  <a16:creationId xmlns:a16="http://schemas.microsoft.com/office/drawing/2014/main" id="{7DE12690-DE49-41CB-91B4-96C2801B1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603"/>
              <a:ext cx="138" cy="146"/>
            </a:xfrm>
            <a:custGeom>
              <a:avLst/>
              <a:gdLst>
                <a:gd name="T0" fmla="*/ 12244 w 55"/>
                <a:gd name="T1" fmla="*/ 13713 h 55"/>
                <a:gd name="T2" fmla="*/ 3967 w 55"/>
                <a:gd name="T3" fmla="*/ 17138 h 55"/>
                <a:gd name="T4" fmla="*/ 1498 w 55"/>
                <a:gd name="T5" fmla="*/ 5519 h 55"/>
                <a:gd name="T6" fmla="*/ 9745 w 55"/>
                <a:gd name="T7" fmla="*/ 2079 h 55"/>
                <a:gd name="T8" fmla="*/ 12244 w 55"/>
                <a:gd name="T9" fmla="*/ 1371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49" y="39"/>
                  </a:moveTo>
                  <a:cubicBezTo>
                    <a:pt x="43" y="51"/>
                    <a:pt x="28" y="55"/>
                    <a:pt x="16" y="49"/>
                  </a:cubicBezTo>
                  <a:cubicBezTo>
                    <a:pt x="4" y="43"/>
                    <a:pt x="0" y="28"/>
                    <a:pt x="6" y="16"/>
                  </a:cubicBezTo>
                  <a:cubicBezTo>
                    <a:pt x="12" y="4"/>
                    <a:pt x="27" y="0"/>
                    <a:pt x="39" y="6"/>
                  </a:cubicBezTo>
                  <a:cubicBezTo>
                    <a:pt x="51" y="12"/>
                    <a:pt x="55" y="27"/>
                    <a:pt x="49" y="3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6" name="Freeform 2724">
              <a:extLst>
                <a:ext uri="{FF2B5EF4-FFF2-40B4-BE49-F238E27FC236}">
                  <a16:creationId xmlns:a16="http://schemas.microsoft.com/office/drawing/2014/main" id="{D60EDD2A-A634-43B5-BCB5-24D7EBBCE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427"/>
              <a:ext cx="140" cy="149"/>
            </a:xfrm>
            <a:custGeom>
              <a:avLst/>
              <a:gdLst>
                <a:gd name="T0" fmla="*/ 4425 w 56"/>
                <a:gd name="T1" fmla="*/ 17742 h 56"/>
                <a:gd name="T2" fmla="*/ 1488 w 56"/>
                <a:gd name="T3" fmla="*/ 6420 h 56"/>
                <a:gd name="T4" fmla="*/ 9300 w 56"/>
                <a:gd name="T5" fmla="*/ 2145 h 56"/>
                <a:gd name="T6" fmla="*/ 12238 w 56"/>
                <a:gd name="T7" fmla="*/ 13487 h 56"/>
                <a:gd name="T8" fmla="*/ 4425 w 56"/>
                <a:gd name="T9" fmla="*/ 1774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18" y="50"/>
                  </a:moveTo>
                  <a:cubicBezTo>
                    <a:pt x="6" y="45"/>
                    <a:pt x="0" y="30"/>
                    <a:pt x="6" y="18"/>
                  </a:cubicBezTo>
                  <a:cubicBezTo>
                    <a:pt x="12" y="6"/>
                    <a:pt x="26" y="0"/>
                    <a:pt x="38" y="6"/>
                  </a:cubicBezTo>
                  <a:cubicBezTo>
                    <a:pt x="51" y="12"/>
                    <a:pt x="56" y="26"/>
                    <a:pt x="50" y="38"/>
                  </a:cubicBezTo>
                  <a:cubicBezTo>
                    <a:pt x="45" y="51"/>
                    <a:pt x="30" y="56"/>
                    <a:pt x="18" y="5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7" name="Freeform 2725">
              <a:extLst>
                <a:ext uri="{FF2B5EF4-FFF2-40B4-BE49-F238E27FC236}">
                  <a16:creationId xmlns:a16="http://schemas.microsoft.com/office/drawing/2014/main" id="{34F0E523-A472-439F-9681-4F8674DCA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456"/>
              <a:ext cx="68" cy="69"/>
            </a:xfrm>
            <a:custGeom>
              <a:avLst/>
              <a:gdLst>
                <a:gd name="T0" fmla="*/ 1534 w 27"/>
                <a:gd name="T1" fmla="*/ 1436 h 26"/>
                <a:gd name="T2" fmla="*/ 5881 w 27"/>
                <a:gd name="T3" fmla="*/ 2078 h 26"/>
                <a:gd name="T4" fmla="*/ 5354 w 27"/>
                <a:gd name="T5" fmla="*/ 7640 h 26"/>
                <a:gd name="T6" fmla="*/ 1007 w 27"/>
                <a:gd name="T7" fmla="*/ 6993 h 26"/>
                <a:gd name="T8" fmla="*/ 1534 w 27"/>
                <a:gd name="T9" fmla="*/ 143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6">
                  <a:moveTo>
                    <a:pt x="6" y="4"/>
                  </a:moveTo>
                  <a:cubicBezTo>
                    <a:pt x="11" y="0"/>
                    <a:pt x="19" y="1"/>
                    <a:pt x="23" y="6"/>
                  </a:cubicBezTo>
                  <a:cubicBezTo>
                    <a:pt x="27" y="11"/>
                    <a:pt x="26" y="18"/>
                    <a:pt x="21" y="22"/>
                  </a:cubicBezTo>
                  <a:cubicBezTo>
                    <a:pt x="16" y="26"/>
                    <a:pt x="8" y="25"/>
                    <a:pt x="4" y="20"/>
                  </a:cubicBezTo>
                  <a:cubicBezTo>
                    <a:pt x="0" y="15"/>
                    <a:pt x="1" y="8"/>
                    <a:pt x="6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8" name="Freeform 2726">
              <a:extLst>
                <a:ext uri="{FF2B5EF4-FFF2-40B4-BE49-F238E27FC236}">
                  <a16:creationId xmlns:a16="http://schemas.microsoft.com/office/drawing/2014/main" id="{B5451067-9204-4153-8977-E6F44D9F0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469"/>
              <a:ext cx="27" cy="30"/>
            </a:xfrm>
            <a:custGeom>
              <a:avLst/>
              <a:gdLst>
                <a:gd name="T0" fmla="*/ 427 w 11"/>
                <a:gd name="T1" fmla="*/ 775 h 11"/>
                <a:gd name="T2" fmla="*/ 1964 w 11"/>
                <a:gd name="T3" fmla="*/ 1219 h 11"/>
                <a:gd name="T4" fmla="*/ 1777 w 11"/>
                <a:gd name="T5" fmla="*/ 3755 h 11"/>
                <a:gd name="T6" fmla="*/ 427 w 11"/>
                <a:gd name="T7" fmla="*/ 3755 h 11"/>
                <a:gd name="T8" fmla="*/ 427 w 11"/>
                <a:gd name="T9" fmla="*/ 77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2"/>
                  </a:moveTo>
                  <a:cubicBezTo>
                    <a:pt x="5" y="0"/>
                    <a:pt x="8" y="1"/>
                    <a:pt x="9" y="3"/>
                  </a:cubicBezTo>
                  <a:cubicBezTo>
                    <a:pt x="11" y="5"/>
                    <a:pt x="10" y="8"/>
                    <a:pt x="8" y="9"/>
                  </a:cubicBezTo>
                  <a:cubicBezTo>
                    <a:pt x="6" y="11"/>
                    <a:pt x="3" y="11"/>
                    <a:pt x="2" y="9"/>
                  </a:cubicBezTo>
                  <a:cubicBezTo>
                    <a:pt x="0" y="7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9" name="Freeform 2727">
              <a:extLst>
                <a:ext uri="{FF2B5EF4-FFF2-40B4-BE49-F238E27FC236}">
                  <a16:creationId xmlns:a16="http://schemas.microsoft.com/office/drawing/2014/main" id="{057B6726-B0D8-41DC-BFA7-00C9B5C71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771"/>
              <a:ext cx="65" cy="72"/>
            </a:xfrm>
            <a:custGeom>
              <a:avLst/>
              <a:gdLst>
                <a:gd name="T0" fmla="*/ 1488 w 26"/>
                <a:gd name="T1" fmla="*/ 1459 h 27"/>
                <a:gd name="T2" fmla="*/ 5395 w 26"/>
                <a:gd name="T3" fmla="*/ 2184 h 27"/>
                <a:gd name="T4" fmla="*/ 4895 w 26"/>
                <a:gd name="T5" fmla="*/ 8248 h 27"/>
                <a:gd name="T6" fmla="*/ 988 w 26"/>
                <a:gd name="T7" fmla="*/ 7531 h 27"/>
                <a:gd name="T8" fmla="*/ 1488 w 26"/>
                <a:gd name="T9" fmla="*/ 145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6" y="4"/>
                  </a:moveTo>
                  <a:cubicBezTo>
                    <a:pt x="11" y="0"/>
                    <a:pt x="18" y="1"/>
                    <a:pt x="22" y="6"/>
                  </a:cubicBezTo>
                  <a:cubicBezTo>
                    <a:pt x="26" y="12"/>
                    <a:pt x="25" y="19"/>
                    <a:pt x="20" y="23"/>
                  </a:cubicBezTo>
                  <a:cubicBezTo>
                    <a:pt x="15" y="27"/>
                    <a:pt x="8" y="26"/>
                    <a:pt x="4" y="21"/>
                  </a:cubicBezTo>
                  <a:cubicBezTo>
                    <a:pt x="0" y="16"/>
                    <a:pt x="0" y="8"/>
                    <a:pt x="6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0" name="Freeform 2728">
              <a:extLst>
                <a:ext uri="{FF2B5EF4-FFF2-40B4-BE49-F238E27FC236}">
                  <a16:creationId xmlns:a16="http://schemas.microsoft.com/office/drawing/2014/main" id="{26D9AA3D-DDC5-4075-8D5E-CDA10C22E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787"/>
              <a:ext cx="25" cy="29"/>
            </a:xfrm>
            <a:custGeom>
              <a:avLst/>
              <a:gdLst>
                <a:gd name="T0" fmla="*/ 520 w 10"/>
                <a:gd name="T1" fmla="*/ 625 h 11"/>
                <a:gd name="T2" fmla="*/ 2270 w 10"/>
                <a:gd name="T3" fmla="*/ 625 h 11"/>
                <a:gd name="T4" fmla="*/ 1958 w 10"/>
                <a:gd name="T5" fmla="*/ 3045 h 11"/>
                <a:gd name="T6" fmla="*/ 313 w 10"/>
                <a:gd name="T7" fmla="*/ 2655 h 11"/>
                <a:gd name="T8" fmla="*/ 520 w 10"/>
                <a:gd name="T9" fmla="*/ 62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2" y="2"/>
                  </a:moveTo>
                  <a:cubicBezTo>
                    <a:pt x="4" y="0"/>
                    <a:pt x="7" y="0"/>
                    <a:pt x="9" y="2"/>
                  </a:cubicBezTo>
                  <a:cubicBezTo>
                    <a:pt x="10" y="4"/>
                    <a:pt x="10" y="7"/>
                    <a:pt x="8" y="9"/>
                  </a:cubicBezTo>
                  <a:cubicBezTo>
                    <a:pt x="6" y="11"/>
                    <a:pt x="3" y="10"/>
                    <a:pt x="1" y="8"/>
                  </a:cubicBezTo>
                  <a:cubicBezTo>
                    <a:pt x="0" y="6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1" name="Freeform 2729">
              <a:extLst>
                <a:ext uri="{FF2B5EF4-FFF2-40B4-BE49-F238E27FC236}">
                  <a16:creationId xmlns:a16="http://schemas.microsoft.com/office/drawing/2014/main" id="{28B51A03-DEDF-482C-B805-9C308DA53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520"/>
              <a:ext cx="117" cy="61"/>
            </a:xfrm>
            <a:custGeom>
              <a:avLst/>
              <a:gdLst>
                <a:gd name="T0" fmla="*/ 187 w 47"/>
                <a:gd name="T1" fmla="*/ 1048 h 23"/>
                <a:gd name="T2" fmla="*/ 0 w 47"/>
                <a:gd name="T3" fmla="*/ 2482 h 23"/>
                <a:gd name="T4" fmla="*/ 10722 w 47"/>
                <a:gd name="T5" fmla="*/ 8018 h 23"/>
                <a:gd name="T6" fmla="*/ 10722 w 47"/>
                <a:gd name="T7" fmla="*/ 8018 h 23"/>
                <a:gd name="T8" fmla="*/ 10981 w 47"/>
                <a:gd name="T9" fmla="*/ 7370 h 23"/>
                <a:gd name="T10" fmla="*/ 11167 w 47"/>
                <a:gd name="T11" fmla="*/ 6288 h 23"/>
                <a:gd name="T12" fmla="*/ 11167 w 47"/>
                <a:gd name="T13" fmla="*/ 6288 h 23"/>
                <a:gd name="T14" fmla="*/ 650 w 47"/>
                <a:gd name="T15" fmla="*/ 0 h 23"/>
                <a:gd name="T16" fmla="*/ 187 w 47"/>
                <a:gd name="T17" fmla="*/ 1048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3">
                  <a:moveTo>
                    <a:pt x="1" y="3"/>
                  </a:moveTo>
                  <a:cubicBezTo>
                    <a:pt x="1" y="5"/>
                    <a:pt x="0" y="6"/>
                    <a:pt x="0" y="7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2"/>
                    <a:pt x="45" y="21"/>
                    <a:pt x="46" y="21"/>
                  </a:cubicBezTo>
                  <a:cubicBezTo>
                    <a:pt x="46" y="20"/>
                    <a:pt x="47" y="19"/>
                    <a:pt x="47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2"/>
                    <a:pt x="1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2" name="Freeform 2730">
              <a:extLst>
                <a:ext uri="{FF2B5EF4-FFF2-40B4-BE49-F238E27FC236}">
                  <a16:creationId xmlns:a16="http://schemas.microsoft.com/office/drawing/2014/main" id="{F68F3FCE-EA5E-4108-AD18-E0615E538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525"/>
              <a:ext cx="110" cy="46"/>
            </a:xfrm>
            <a:custGeom>
              <a:avLst/>
              <a:gdLst>
                <a:gd name="T0" fmla="*/ 0 w 44"/>
                <a:gd name="T1" fmla="*/ 2043 h 17"/>
                <a:gd name="T2" fmla="*/ 520 w 44"/>
                <a:gd name="T3" fmla="*/ 0 h 17"/>
                <a:gd name="T4" fmla="*/ 10750 w 44"/>
                <a:gd name="T5" fmla="*/ 6656 h 17"/>
                <a:gd name="T6" fmla="*/ 783 w 44"/>
                <a:gd name="T7" fmla="*/ 1185 h 17"/>
                <a:gd name="T8" fmla="*/ 0 w 44"/>
                <a:gd name="T9" fmla="*/ 204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7">
                  <a:moveTo>
                    <a:pt x="0" y="5"/>
                  </a:moveTo>
                  <a:cubicBezTo>
                    <a:pt x="1" y="3"/>
                    <a:pt x="2" y="0"/>
                    <a:pt x="2" y="0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5" y="2"/>
                    <a:pt x="3" y="3"/>
                  </a:cubicBezTo>
                  <a:cubicBezTo>
                    <a:pt x="1" y="4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3" name="Freeform 2731">
              <a:extLst>
                <a:ext uri="{FF2B5EF4-FFF2-40B4-BE49-F238E27FC236}">
                  <a16:creationId xmlns:a16="http://schemas.microsoft.com/office/drawing/2014/main" id="{469DD425-2A6B-4C34-8245-ACC1C2009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520"/>
              <a:ext cx="117" cy="61"/>
            </a:xfrm>
            <a:custGeom>
              <a:avLst/>
              <a:gdLst>
                <a:gd name="T0" fmla="*/ 187 w 47"/>
                <a:gd name="T1" fmla="*/ 1048 h 23"/>
                <a:gd name="T2" fmla="*/ 0 w 47"/>
                <a:gd name="T3" fmla="*/ 2482 h 23"/>
                <a:gd name="T4" fmla="*/ 10722 w 47"/>
                <a:gd name="T5" fmla="*/ 8018 h 23"/>
                <a:gd name="T6" fmla="*/ 10722 w 47"/>
                <a:gd name="T7" fmla="*/ 8018 h 23"/>
                <a:gd name="T8" fmla="*/ 10981 w 47"/>
                <a:gd name="T9" fmla="*/ 7370 h 23"/>
                <a:gd name="T10" fmla="*/ 11167 w 47"/>
                <a:gd name="T11" fmla="*/ 6288 h 23"/>
                <a:gd name="T12" fmla="*/ 11167 w 47"/>
                <a:gd name="T13" fmla="*/ 6288 h 23"/>
                <a:gd name="T14" fmla="*/ 650 w 47"/>
                <a:gd name="T15" fmla="*/ 0 h 23"/>
                <a:gd name="T16" fmla="*/ 187 w 47"/>
                <a:gd name="T17" fmla="*/ 1048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3">
                  <a:moveTo>
                    <a:pt x="1" y="3"/>
                  </a:moveTo>
                  <a:cubicBezTo>
                    <a:pt x="1" y="5"/>
                    <a:pt x="0" y="6"/>
                    <a:pt x="0" y="7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2"/>
                    <a:pt x="45" y="21"/>
                    <a:pt x="46" y="21"/>
                  </a:cubicBezTo>
                  <a:cubicBezTo>
                    <a:pt x="46" y="20"/>
                    <a:pt x="47" y="19"/>
                    <a:pt x="47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2"/>
                    <a:pt x="1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4" name="Freeform 2732">
              <a:extLst>
                <a:ext uri="{FF2B5EF4-FFF2-40B4-BE49-F238E27FC236}">
                  <a16:creationId xmlns:a16="http://schemas.microsoft.com/office/drawing/2014/main" id="{5EBF86B7-FEF0-467B-AB8A-E0DBB8B69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427"/>
              <a:ext cx="140" cy="149"/>
            </a:xfrm>
            <a:custGeom>
              <a:avLst/>
              <a:gdLst>
                <a:gd name="T0" fmla="*/ 4425 w 56"/>
                <a:gd name="T1" fmla="*/ 17742 h 56"/>
                <a:gd name="T2" fmla="*/ 1488 w 56"/>
                <a:gd name="T3" fmla="*/ 6420 h 56"/>
                <a:gd name="T4" fmla="*/ 9300 w 56"/>
                <a:gd name="T5" fmla="*/ 2145 h 56"/>
                <a:gd name="T6" fmla="*/ 12238 w 56"/>
                <a:gd name="T7" fmla="*/ 13487 h 56"/>
                <a:gd name="T8" fmla="*/ 4425 w 56"/>
                <a:gd name="T9" fmla="*/ 1774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18" y="50"/>
                  </a:moveTo>
                  <a:cubicBezTo>
                    <a:pt x="6" y="45"/>
                    <a:pt x="0" y="30"/>
                    <a:pt x="6" y="18"/>
                  </a:cubicBezTo>
                  <a:cubicBezTo>
                    <a:pt x="12" y="6"/>
                    <a:pt x="26" y="0"/>
                    <a:pt x="38" y="6"/>
                  </a:cubicBezTo>
                  <a:cubicBezTo>
                    <a:pt x="51" y="12"/>
                    <a:pt x="56" y="26"/>
                    <a:pt x="50" y="38"/>
                  </a:cubicBezTo>
                  <a:cubicBezTo>
                    <a:pt x="45" y="51"/>
                    <a:pt x="30" y="56"/>
                    <a:pt x="18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5" name="Freeform 2733">
              <a:extLst>
                <a:ext uri="{FF2B5EF4-FFF2-40B4-BE49-F238E27FC236}">
                  <a16:creationId xmlns:a16="http://schemas.microsoft.com/office/drawing/2014/main" id="{2A5317B9-DCA3-4DE6-895A-C59D884D6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360"/>
              <a:ext cx="138" cy="147"/>
            </a:xfrm>
            <a:custGeom>
              <a:avLst/>
              <a:gdLst>
                <a:gd name="T0" fmla="*/ 10741 w 55"/>
                <a:gd name="T1" fmla="*/ 17202 h 55"/>
                <a:gd name="T2" fmla="*/ 2303 w 55"/>
                <a:gd name="T3" fmla="*/ 15673 h 55"/>
                <a:gd name="T4" fmla="*/ 3287 w 55"/>
                <a:gd name="T5" fmla="*/ 3263 h 55"/>
                <a:gd name="T6" fmla="*/ 11735 w 55"/>
                <a:gd name="T7" fmla="*/ 4394 h 55"/>
                <a:gd name="T8" fmla="*/ 10741 w 55"/>
                <a:gd name="T9" fmla="*/ 1720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43" y="47"/>
                  </a:moveTo>
                  <a:cubicBezTo>
                    <a:pt x="33" y="55"/>
                    <a:pt x="17" y="53"/>
                    <a:pt x="9" y="43"/>
                  </a:cubicBezTo>
                  <a:cubicBezTo>
                    <a:pt x="0" y="32"/>
                    <a:pt x="2" y="17"/>
                    <a:pt x="13" y="9"/>
                  </a:cubicBezTo>
                  <a:cubicBezTo>
                    <a:pt x="23" y="0"/>
                    <a:pt x="38" y="2"/>
                    <a:pt x="47" y="12"/>
                  </a:cubicBezTo>
                  <a:cubicBezTo>
                    <a:pt x="55" y="23"/>
                    <a:pt x="54" y="38"/>
                    <a:pt x="43" y="4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6" name="Freeform 2734">
              <a:extLst>
                <a:ext uri="{FF2B5EF4-FFF2-40B4-BE49-F238E27FC236}">
                  <a16:creationId xmlns:a16="http://schemas.microsoft.com/office/drawing/2014/main" id="{5BF19B12-57CA-4454-AC1D-509AAEFC3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749"/>
              <a:ext cx="125" cy="134"/>
            </a:xfrm>
            <a:custGeom>
              <a:avLst/>
              <a:gdLst>
                <a:gd name="T0" fmla="*/ 5863 w 50"/>
                <a:gd name="T1" fmla="*/ 18114 h 50"/>
                <a:gd name="T2" fmla="*/ 313 w 50"/>
                <a:gd name="T3" fmla="*/ 8871 h 50"/>
                <a:gd name="T4" fmla="*/ 6375 w 50"/>
                <a:gd name="T5" fmla="*/ 0 h 50"/>
                <a:gd name="T6" fmla="*/ 12238 w 50"/>
                <a:gd name="T7" fmla="*/ 9704 h 50"/>
                <a:gd name="T8" fmla="*/ 5863 w 50"/>
                <a:gd name="T9" fmla="*/ 1811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24" y="49"/>
                  </a:moveTo>
                  <a:cubicBezTo>
                    <a:pt x="11" y="48"/>
                    <a:pt x="0" y="37"/>
                    <a:pt x="1" y="24"/>
                  </a:cubicBezTo>
                  <a:cubicBezTo>
                    <a:pt x="2" y="10"/>
                    <a:pt x="13" y="0"/>
                    <a:pt x="26" y="0"/>
                  </a:cubicBezTo>
                  <a:cubicBezTo>
                    <a:pt x="40" y="1"/>
                    <a:pt x="50" y="12"/>
                    <a:pt x="50" y="26"/>
                  </a:cubicBezTo>
                  <a:cubicBezTo>
                    <a:pt x="49" y="39"/>
                    <a:pt x="38" y="50"/>
                    <a:pt x="24" y="4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7" name="Freeform 2735">
              <a:extLst>
                <a:ext uri="{FF2B5EF4-FFF2-40B4-BE49-F238E27FC236}">
                  <a16:creationId xmlns:a16="http://schemas.microsoft.com/office/drawing/2014/main" id="{1E725BFC-4EA6-4469-9553-DA75915F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894"/>
              <a:ext cx="137" cy="146"/>
            </a:xfrm>
            <a:custGeom>
              <a:avLst/>
              <a:gdLst>
                <a:gd name="T0" fmla="*/ 1420 w 55"/>
                <a:gd name="T1" fmla="*/ 13297 h 55"/>
                <a:gd name="T2" fmla="*/ 4053 w 55"/>
                <a:gd name="T3" fmla="*/ 2079 h 55"/>
                <a:gd name="T4" fmla="*/ 11974 w 55"/>
                <a:gd name="T5" fmla="*/ 5912 h 55"/>
                <a:gd name="T6" fmla="*/ 9122 w 55"/>
                <a:gd name="T7" fmla="*/ 17525 h 55"/>
                <a:gd name="T8" fmla="*/ 1420 w 55"/>
                <a:gd name="T9" fmla="*/ 1329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6" y="38"/>
                  </a:moveTo>
                  <a:cubicBezTo>
                    <a:pt x="0" y="26"/>
                    <a:pt x="5" y="12"/>
                    <a:pt x="17" y="6"/>
                  </a:cubicBezTo>
                  <a:cubicBezTo>
                    <a:pt x="29" y="0"/>
                    <a:pt x="44" y="5"/>
                    <a:pt x="50" y="17"/>
                  </a:cubicBezTo>
                  <a:cubicBezTo>
                    <a:pt x="55" y="29"/>
                    <a:pt x="50" y="44"/>
                    <a:pt x="38" y="50"/>
                  </a:cubicBezTo>
                  <a:cubicBezTo>
                    <a:pt x="26" y="55"/>
                    <a:pt x="12" y="50"/>
                    <a:pt x="6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8" name="Freeform 2736">
              <a:extLst>
                <a:ext uri="{FF2B5EF4-FFF2-40B4-BE49-F238E27FC236}">
                  <a16:creationId xmlns:a16="http://schemas.microsoft.com/office/drawing/2014/main" id="{7B06178E-F2BD-493E-8459-A4A6DB216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325"/>
              <a:ext cx="93" cy="78"/>
            </a:xfrm>
            <a:custGeom>
              <a:avLst/>
              <a:gdLst>
                <a:gd name="T0" fmla="*/ 797 w 37"/>
                <a:gd name="T1" fmla="*/ 9419 h 29"/>
                <a:gd name="T2" fmla="*/ 1320 w 37"/>
                <a:gd name="T3" fmla="*/ 10995 h 29"/>
                <a:gd name="T4" fmla="*/ 9338 w 37"/>
                <a:gd name="T5" fmla="*/ 1829 h 29"/>
                <a:gd name="T6" fmla="*/ 9338 w 37"/>
                <a:gd name="T7" fmla="*/ 1829 h 29"/>
                <a:gd name="T8" fmla="*/ 8812 w 37"/>
                <a:gd name="T9" fmla="*/ 1151 h 29"/>
                <a:gd name="T10" fmla="*/ 8541 w 37"/>
                <a:gd name="T11" fmla="*/ 0 h 29"/>
                <a:gd name="T12" fmla="*/ 8541 w 37"/>
                <a:gd name="T13" fmla="*/ 0 h 29"/>
                <a:gd name="T14" fmla="*/ 0 w 37"/>
                <a:gd name="T15" fmla="*/ 8327 h 29"/>
                <a:gd name="T16" fmla="*/ 797 w 37"/>
                <a:gd name="T17" fmla="*/ 9419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9">
                  <a:moveTo>
                    <a:pt x="3" y="25"/>
                  </a:moveTo>
                  <a:cubicBezTo>
                    <a:pt x="4" y="26"/>
                    <a:pt x="5" y="28"/>
                    <a:pt x="5" y="29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6" y="5"/>
                    <a:pt x="36" y="3"/>
                    <a:pt x="35" y="3"/>
                  </a:cubicBezTo>
                  <a:cubicBezTo>
                    <a:pt x="35" y="2"/>
                    <a:pt x="35" y="1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3"/>
                    <a:pt x="2" y="24"/>
                    <a:pt x="3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9" name="Freeform 2737">
              <a:extLst>
                <a:ext uri="{FF2B5EF4-FFF2-40B4-BE49-F238E27FC236}">
                  <a16:creationId xmlns:a16="http://schemas.microsoft.com/office/drawing/2014/main" id="{08DB7AD6-BA05-4A47-9E85-AAE18FABF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808"/>
              <a:ext cx="117" cy="21"/>
            </a:xfrm>
            <a:custGeom>
              <a:avLst/>
              <a:gdLst>
                <a:gd name="T0" fmla="*/ 187 w 47"/>
                <a:gd name="T1" fmla="*/ 1378 h 8"/>
                <a:gd name="T2" fmla="*/ 0 w 47"/>
                <a:gd name="T3" fmla="*/ 2604 h 8"/>
                <a:gd name="T4" fmla="*/ 11167 w 47"/>
                <a:gd name="T5" fmla="*/ 2604 h 8"/>
                <a:gd name="T6" fmla="*/ 11167 w 47"/>
                <a:gd name="T7" fmla="*/ 2604 h 8"/>
                <a:gd name="T8" fmla="*/ 11167 w 47"/>
                <a:gd name="T9" fmla="*/ 1612 h 8"/>
                <a:gd name="T10" fmla="*/ 11167 w 47"/>
                <a:gd name="T11" fmla="*/ 614 h 8"/>
                <a:gd name="T12" fmla="*/ 11167 w 47"/>
                <a:gd name="T13" fmla="*/ 614 h 8"/>
                <a:gd name="T14" fmla="*/ 187 w 47"/>
                <a:gd name="T15" fmla="*/ 0 h 8"/>
                <a:gd name="T16" fmla="*/ 187 w 47"/>
                <a:gd name="T17" fmla="*/ 137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">
                  <a:moveTo>
                    <a:pt x="1" y="4"/>
                  </a:moveTo>
                  <a:cubicBezTo>
                    <a:pt x="1" y="5"/>
                    <a:pt x="1" y="6"/>
                    <a:pt x="0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6"/>
                    <a:pt x="47" y="5"/>
                  </a:cubicBezTo>
                  <a:cubicBezTo>
                    <a:pt x="47" y="4"/>
                    <a:pt x="47" y="3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0" name="Freeform 2738">
              <a:extLst>
                <a:ext uri="{FF2B5EF4-FFF2-40B4-BE49-F238E27FC236}">
                  <a16:creationId xmlns:a16="http://schemas.microsoft.com/office/drawing/2014/main" id="{E6291491-2590-48AD-BF32-54E0BBFB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022"/>
              <a:ext cx="63" cy="104"/>
            </a:xfrm>
            <a:custGeom>
              <a:avLst/>
              <a:gdLst>
                <a:gd name="T0" fmla="*/ 801 w 25"/>
                <a:gd name="T1" fmla="*/ 661 h 39"/>
                <a:gd name="T2" fmla="*/ 0 w 25"/>
                <a:gd name="T3" fmla="*/ 1059 h 39"/>
                <a:gd name="T4" fmla="*/ 5088 w 25"/>
                <a:gd name="T5" fmla="*/ 14016 h 39"/>
                <a:gd name="T6" fmla="*/ 5088 w 25"/>
                <a:gd name="T7" fmla="*/ 14016 h 39"/>
                <a:gd name="T8" fmla="*/ 5887 w 25"/>
                <a:gd name="T9" fmla="*/ 13347 h 39"/>
                <a:gd name="T10" fmla="*/ 6421 w 25"/>
                <a:gd name="T11" fmla="*/ 12536 h 39"/>
                <a:gd name="T12" fmla="*/ 6421 w 25"/>
                <a:gd name="T13" fmla="*/ 12536 h 39"/>
                <a:gd name="T14" fmla="*/ 1809 w 25"/>
                <a:gd name="T15" fmla="*/ 0 h 39"/>
                <a:gd name="T16" fmla="*/ 801 w 25"/>
                <a:gd name="T17" fmla="*/ 661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9">
                  <a:moveTo>
                    <a:pt x="3" y="2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1" y="38"/>
                    <a:pt x="22" y="38"/>
                    <a:pt x="23" y="37"/>
                  </a:cubicBezTo>
                  <a:cubicBezTo>
                    <a:pt x="24" y="37"/>
                    <a:pt x="24" y="36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4" y="1"/>
                    <a:pt x="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1" name="Freeform 2739">
              <a:extLst>
                <a:ext uri="{FF2B5EF4-FFF2-40B4-BE49-F238E27FC236}">
                  <a16:creationId xmlns:a16="http://schemas.microsoft.com/office/drawing/2014/main" id="{ECCE9C53-DEFF-46C6-B16A-CA4B0E1F5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144"/>
              <a:ext cx="134" cy="141"/>
            </a:xfrm>
            <a:custGeom>
              <a:avLst/>
              <a:gdLst>
                <a:gd name="T0" fmla="*/ 10241 w 54"/>
                <a:gd name="T1" fmla="*/ 15571 h 53"/>
                <a:gd name="T2" fmla="*/ 10541 w 54"/>
                <a:gd name="T3" fmla="*/ 3198 h 53"/>
                <a:gd name="T4" fmla="*/ 2352 w 54"/>
                <a:gd name="T5" fmla="*/ 3198 h 53"/>
                <a:gd name="T6" fmla="*/ 2352 w 54"/>
                <a:gd name="T7" fmla="*/ 15175 h 53"/>
                <a:gd name="T8" fmla="*/ 10241 w 54"/>
                <a:gd name="T9" fmla="*/ 1557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3">
                  <a:moveTo>
                    <a:pt x="44" y="44"/>
                  </a:moveTo>
                  <a:cubicBezTo>
                    <a:pt x="54" y="35"/>
                    <a:pt x="54" y="19"/>
                    <a:pt x="45" y="9"/>
                  </a:cubicBezTo>
                  <a:cubicBezTo>
                    <a:pt x="35" y="0"/>
                    <a:pt x="20" y="0"/>
                    <a:pt x="10" y="9"/>
                  </a:cubicBezTo>
                  <a:cubicBezTo>
                    <a:pt x="1" y="18"/>
                    <a:pt x="0" y="34"/>
                    <a:pt x="10" y="43"/>
                  </a:cubicBezTo>
                  <a:cubicBezTo>
                    <a:pt x="19" y="53"/>
                    <a:pt x="34" y="53"/>
                    <a:pt x="44" y="44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2" name="Freeform 2740">
              <a:extLst>
                <a:ext uri="{FF2B5EF4-FFF2-40B4-BE49-F238E27FC236}">
                  <a16:creationId xmlns:a16="http://schemas.microsoft.com/office/drawing/2014/main" id="{0DA1DB17-69A7-4B63-8174-43E1B073C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165"/>
              <a:ext cx="67" cy="70"/>
            </a:xfrm>
            <a:custGeom>
              <a:avLst/>
              <a:gdLst>
                <a:gd name="T0" fmla="*/ 5350 w 27"/>
                <a:gd name="T1" fmla="*/ 1833 h 26"/>
                <a:gd name="T2" fmla="*/ 1405 w 27"/>
                <a:gd name="T3" fmla="*/ 1580 h 26"/>
                <a:gd name="T4" fmla="*/ 1134 w 27"/>
                <a:gd name="T5" fmla="*/ 8039 h 26"/>
                <a:gd name="T6" fmla="*/ 4889 w 27"/>
                <a:gd name="T7" fmla="*/ 8352 h 26"/>
                <a:gd name="T8" fmla="*/ 5350 w 27"/>
                <a:gd name="T9" fmla="*/ 183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6">
                  <a:moveTo>
                    <a:pt x="23" y="5"/>
                  </a:moveTo>
                  <a:cubicBezTo>
                    <a:pt x="19" y="0"/>
                    <a:pt x="11" y="0"/>
                    <a:pt x="6" y="4"/>
                  </a:cubicBezTo>
                  <a:cubicBezTo>
                    <a:pt x="1" y="8"/>
                    <a:pt x="0" y="16"/>
                    <a:pt x="5" y="21"/>
                  </a:cubicBezTo>
                  <a:cubicBezTo>
                    <a:pt x="9" y="26"/>
                    <a:pt x="16" y="26"/>
                    <a:pt x="21" y="22"/>
                  </a:cubicBezTo>
                  <a:cubicBezTo>
                    <a:pt x="26" y="18"/>
                    <a:pt x="27" y="11"/>
                    <a:pt x="23" y="5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3" name="Freeform 2741">
              <a:extLst>
                <a:ext uri="{FF2B5EF4-FFF2-40B4-BE49-F238E27FC236}">
                  <a16:creationId xmlns:a16="http://schemas.microsoft.com/office/drawing/2014/main" id="{02F8B642-D7D0-46DE-8AE5-090311825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181"/>
              <a:ext cx="24" cy="27"/>
            </a:xfrm>
            <a:custGeom>
              <a:avLst/>
              <a:gdLst>
                <a:gd name="T0" fmla="*/ 1757 w 10"/>
                <a:gd name="T1" fmla="*/ 751 h 10"/>
                <a:gd name="T2" fmla="*/ 403 w 10"/>
                <a:gd name="T3" fmla="*/ 429 h 10"/>
                <a:gd name="T4" fmla="*/ 168 w 10"/>
                <a:gd name="T5" fmla="*/ 3127 h 10"/>
                <a:gd name="T6" fmla="*/ 1522 w 10"/>
                <a:gd name="T7" fmla="*/ 3464 h 10"/>
                <a:gd name="T8" fmla="*/ 1757 w 10"/>
                <a:gd name="T9" fmla="*/ 75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2"/>
                  </a:moveTo>
                  <a:cubicBezTo>
                    <a:pt x="7" y="0"/>
                    <a:pt x="4" y="0"/>
                    <a:pt x="2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3" y="10"/>
                    <a:pt x="6" y="10"/>
                    <a:pt x="8" y="9"/>
                  </a:cubicBezTo>
                  <a:cubicBezTo>
                    <a:pt x="10" y="7"/>
                    <a:pt x="10" y="4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4" name="Freeform 2742">
              <a:extLst>
                <a:ext uri="{FF2B5EF4-FFF2-40B4-BE49-F238E27FC236}">
                  <a16:creationId xmlns:a16="http://schemas.microsoft.com/office/drawing/2014/main" id="{A7F4BB04-6B9A-4732-BB3D-5D8CD5EE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251"/>
              <a:ext cx="98" cy="88"/>
            </a:xfrm>
            <a:custGeom>
              <a:avLst/>
              <a:gdLst>
                <a:gd name="T0" fmla="*/ 9333 w 39"/>
                <a:gd name="T1" fmla="*/ 1059 h 33"/>
                <a:gd name="T2" fmla="*/ 9805 w 39"/>
                <a:gd name="T3" fmla="*/ 2184 h 33"/>
                <a:gd name="T4" fmla="*/ 797 w 39"/>
                <a:gd name="T5" fmla="*/ 11891 h 33"/>
                <a:gd name="T6" fmla="*/ 797 w 39"/>
                <a:gd name="T7" fmla="*/ 11891 h 33"/>
                <a:gd name="T8" fmla="*/ 317 w 39"/>
                <a:gd name="T9" fmla="*/ 10773 h 33"/>
                <a:gd name="T10" fmla="*/ 0 w 39"/>
                <a:gd name="T11" fmla="*/ 10104 h 33"/>
                <a:gd name="T12" fmla="*/ 0 w 39"/>
                <a:gd name="T13" fmla="*/ 10104 h 33"/>
                <a:gd name="T14" fmla="*/ 8536 w 39"/>
                <a:gd name="T15" fmla="*/ 0 h 33"/>
                <a:gd name="T16" fmla="*/ 9333 w 39"/>
                <a:gd name="T17" fmla="*/ 1059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3">
                  <a:moveTo>
                    <a:pt x="37" y="3"/>
                  </a:moveTo>
                  <a:cubicBezTo>
                    <a:pt x="37" y="4"/>
                    <a:pt x="38" y="5"/>
                    <a:pt x="39" y="6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2" y="32"/>
                    <a:pt x="2" y="31"/>
                    <a:pt x="1" y="30"/>
                  </a:cubicBezTo>
                  <a:cubicBezTo>
                    <a:pt x="1" y="29"/>
                    <a:pt x="1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5" y="1"/>
                    <a:pt x="36" y="3"/>
                    <a:pt x="37" y="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5" name="Freeform 2743">
              <a:extLst>
                <a:ext uri="{FF2B5EF4-FFF2-40B4-BE49-F238E27FC236}">
                  <a16:creationId xmlns:a16="http://schemas.microsoft.com/office/drawing/2014/main" id="{02BA0B6E-3C39-48D1-BC6D-870FD77BF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259"/>
              <a:ext cx="90" cy="66"/>
            </a:xfrm>
            <a:custGeom>
              <a:avLst/>
              <a:gdLst>
                <a:gd name="T0" fmla="*/ 8800 w 36"/>
                <a:gd name="T1" fmla="*/ 1415 h 25"/>
                <a:gd name="T2" fmla="*/ 8125 w 36"/>
                <a:gd name="T3" fmla="*/ 0 h 25"/>
                <a:gd name="T4" fmla="*/ 0 w 36"/>
                <a:gd name="T5" fmla="*/ 8448 h 25"/>
                <a:gd name="T6" fmla="*/ 7813 w 36"/>
                <a:gd name="T7" fmla="*/ 1011 h 25"/>
                <a:gd name="T8" fmla="*/ 8800 w 36"/>
                <a:gd name="T9" fmla="*/ 141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5">
                  <a:moveTo>
                    <a:pt x="36" y="4"/>
                  </a:moveTo>
                  <a:cubicBezTo>
                    <a:pt x="35" y="3"/>
                    <a:pt x="33" y="0"/>
                    <a:pt x="33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30" y="3"/>
                    <a:pt x="32" y="3"/>
                  </a:cubicBezTo>
                  <a:cubicBezTo>
                    <a:pt x="34" y="3"/>
                    <a:pt x="36" y="4"/>
                    <a:pt x="36" y="4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6" name="Freeform 2744">
              <a:extLst>
                <a:ext uri="{FF2B5EF4-FFF2-40B4-BE49-F238E27FC236}">
                  <a16:creationId xmlns:a16="http://schemas.microsoft.com/office/drawing/2014/main" id="{76BA70B9-D7A1-4C11-9C60-FD35578AA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251"/>
              <a:ext cx="98" cy="88"/>
            </a:xfrm>
            <a:custGeom>
              <a:avLst/>
              <a:gdLst>
                <a:gd name="T0" fmla="*/ 9333 w 39"/>
                <a:gd name="T1" fmla="*/ 1059 h 33"/>
                <a:gd name="T2" fmla="*/ 9805 w 39"/>
                <a:gd name="T3" fmla="*/ 2184 h 33"/>
                <a:gd name="T4" fmla="*/ 797 w 39"/>
                <a:gd name="T5" fmla="*/ 11891 h 33"/>
                <a:gd name="T6" fmla="*/ 797 w 39"/>
                <a:gd name="T7" fmla="*/ 11891 h 33"/>
                <a:gd name="T8" fmla="*/ 317 w 39"/>
                <a:gd name="T9" fmla="*/ 10773 h 33"/>
                <a:gd name="T10" fmla="*/ 0 w 39"/>
                <a:gd name="T11" fmla="*/ 10104 h 33"/>
                <a:gd name="T12" fmla="*/ 0 w 39"/>
                <a:gd name="T13" fmla="*/ 10104 h 33"/>
                <a:gd name="T14" fmla="*/ 8536 w 39"/>
                <a:gd name="T15" fmla="*/ 0 h 33"/>
                <a:gd name="T16" fmla="*/ 9333 w 39"/>
                <a:gd name="T17" fmla="*/ 1059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3">
                  <a:moveTo>
                    <a:pt x="37" y="3"/>
                  </a:moveTo>
                  <a:cubicBezTo>
                    <a:pt x="37" y="4"/>
                    <a:pt x="38" y="5"/>
                    <a:pt x="39" y="6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2" y="32"/>
                    <a:pt x="2" y="31"/>
                    <a:pt x="1" y="30"/>
                  </a:cubicBezTo>
                  <a:cubicBezTo>
                    <a:pt x="1" y="29"/>
                    <a:pt x="1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5" y="1"/>
                    <a:pt x="36" y="3"/>
                    <a:pt x="37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7" name="Freeform 2745">
              <a:extLst>
                <a:ext uri="{FF2B5EF4-FFF2-40B4-BE49-F238E27FC236}">
                  <a16:creationId xmlns:a16="http://schemas.microsoft.com/office/drawing/2014/main" id="{658964F5-67E2-4853-9CC5-75D174AA1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144"/>
              <a:ext cx="134" cy="141"/>
            </a:xfrm>
            <a:custGeom>
              <a:avLst/>
              <a:gdLst>
                <a:gd name="T0" fmla="*/ 10241 w 54"/>
                <a:gd name="T1" fmla="*/ 15571 h 53"/>
                <a:gd name="T2" fmla="*/ 10541 w 54"/>
                <a:gd name="T3" fmla="*/ 3198 h 53"/>
                <a:gd name="T4" fmla="*/ 2352 w 54"/>
                <a:gd name="T5" fmla="*/ 3198 h 53"/>
                <a:gd name="T6" fmla="*/ 2352 w 54"/>
                <a:gd name="T7" fmla="*/ 15175 h 53"/>
                <a:gd name="T8" fmla="*/ 10241 w 54"/>
                <a:gd name="T9" fmla="*/ 1557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3">
                  <a:moveTo>
                    <a:pt x="44" y="44"/>
                  </a:moveTo>
                  <a:cubicBezTo>
                    <a:pt x="54" y="35"/>
                    <a:pt x="54" y="19"/>
                    <a:pt x="45" y="9"/>
                  </a:cubicBezTo>
                  <a:cubicBezTo>
                    <a:pt x="35" y="0"/>
                    <a:pt x="20" y="0"/>
                    <a:pt x="10" y="9"/>
                  </a:cubicBezTo>
                  <a:cubicBezTo>
                    <a:pt x="1" y="18"/>
                    <a:pt x="0" y="34"/>
                    <a:pt x="10" y="43"/>
                  </a:cubicBezTo>
                  <a:cubicBezTo>
                    <a:pt x="19" y="53"/>
                    <a:pt x="34" y="53"/>
                    <a:pt x="44" y="4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8" name="Freeform 2746">
              <a:extLst>
                <a:ext uri="{FF2B5EF4-FFF2-40B4-BE49-F238E27FC236}">
                  <a16:creationId xmlns:a16="http://schemas.microsoft.com/office/drawing/2014/main" id="{1BFC2A0A-0FF8-41E6-B719-EB0A13517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371"/>
              <a:ext cx="137" cy="144"/>
            </a:xfrm>
            <a:custGeom>
              <a:avLst/>
              <a:gdLst>
                <a:gd name="T0" fmla="*/ 3076 w 55"/>
                <a:gd name="T1" fmla="*/ 16589 h 54"/>
                <a:gd name="T2" fmla="*/ 11207 w 55"/>
                <a:gd name="T3" fmla="*/ 15112 h 54"/>
                <a:gd name="T4" fmla="*/ 10275 w 55"/>
                <a:gd name="T5" fmla="*/ 2824 h 54"/>
                <a:gd name="T6" fmla="*/ 2115 w 55"/>
                <a:gd name="T7" fmla="*/ 4301 h 54"/>
                <a:gd name="T8" fmla="*/ 3076 w 55"/>
                <a:gd name="T9" fmla="*/ 1658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4">
                  <a:moveTo>
                    <a:pt x="13" y="46"/>
                  </a:moveTo>
                  <a:cubicBezTo>
                    <a:pt x="23" y="54"/>
                    <a:pt x="38" y="53"/>
                    <a:pt x="47" y="42"/>
                  </a:cubicBezTo>
                  <a:cubicBezTo>
                    <a:pt x="55" y="32"/>
                    <a:pt x="53" y="17"/>
                    <a:pt x="43" y="8"/>
                  </a:cubicBezTo>
                  <a:cubicBezTo>
                    <a:pt x="32" y="0"/>
                    <a:pt x="17" y="1"/>
                    <a:pt x="9" y="12"/>
                  </a:cubicBezTo>
                  <a:cubicBezTo>
                    <a:pt x="0" y="22"/>
                    <a:pt x="2" y="38"/>
                    <a:pt x="13" y="46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9" name="Freeform 2747">
              <a:extLst>
                <a:ext uri="{FF2B5EF4-FFF2-40B4-BE49-F238E27FC236}">
                  <a16:creationId xmlns:a16="http://schemas.microsoft.com/office/drawing/2014/main" id="{6BA43C51-457E-4399-B12C-B6F3B943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97"/>
              <a:ext cx="67" cy="72"/>
            </a:xfrm>
            <a:custGeom>
              <a:avLst/>
              <a:gdLst>
                <a:gd name="T0" fmla="*/ 1405 w 27"/>
                <a:gd name="T1" fmla="*/ 7944 h 27"/>
                <a:gd name="T2" fmla="*/ 5350 w 27"/>
                <a:gd name="T3" fmla="*/ 7531 h 27"/>
                <a:gd name="T4" fmla="*/ 4889 w 27"/>
                <a:gd name="T5" fmla="*/ 1459 h 27"/>
                <a:gd name="T6" fmla="*/ 948 w 27"/>
                <a:gd name="T7" fmla="*/ 2184 h 27"/>
                <a:gd name="T8" fmla="*/ 1405 w 27"/>
                <a:gd name="T9" fmla="*/ 794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6" y="22"/>
                  </a:moveTo>
                  <a:cubicBezTo>
                    <a:pt x="11" y="27"/>
                    <a:pt x="19" y="26"/>
                    <a:pt x="23" y="21"/>
                  </a:cubicBezTo>
                  <a:cubicBezTo>
                    <a:pt x="27" y="15"/>
                    <a:pt x="26" y="8"/>
                    <a:pt x="21" y="4"/>
                  </a:cubicBezTo>
                  <a:cubicBezTo>
                    <a:pt x="16" y="0"/>
                    <a:pt x="9" y="1"/>
                    <a:pt x="4" y="6"/>
                  </a:cubicBezTo>
                  <a:cubicBezTo>
                    <a:pt x="0" y="11"/>
                    <a:pt x="1" y="18"/>
                    <a:pt x="6" y="22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0" name="Freeform 2748">
              <a:extLst>
                <a:ext uri="{FF2B5EF4-FFF2-40B4-BE49-F238E27FC236}">
                  <a16:creationId xmlns:a16="http://schemas.microsoft.com/office/drawing/2014/main" id="{5A48CAB1-B8F9-40A0-B8B7-7091B5210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411"/>
              <a:ext cx="27" cy="29"/>
            </a:xfrm>
            <a:custGeom>
              <a:avLst/>
              <a:gdLst>
                <a:gd name="T0" fmla="*/ 621 w 11"/>
                <a:gd name="T1" fmla="*/ 3335 h 11"/>
                <a:gd name="T2" fmla="*/ 2216 w 11"/>
                <a:gd name="T3" fmla="*/ 3045 h 11"/>
                <a:gd name="T4" fmla="*/ 1964 w 11"/>
                <a:gd name="T5" fmla="*/ 625 h 11"/>
                <a:gd name="T6" fmla="*/ 427 w 11"/>
                <a:gd name="T7" fmla="*/ 1007 h 11"/>
                <a:gd name="T8" fmla="*/ 621 w 11"/>
                <a:gd name="T9" fmla="*/ 33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3" y="10"/>
                  </a:moveTo>
                  <a:cubicBezTo>
                    <a:pt x="5" y="11"/>
                    <a:pt x="8" y="11"/>
                    <a:pt x="10" y="9"/>
                  </a:cubicBezTo>
                  <a:cubicBezTo>
                    <a:pt x="11" y="7"/>
                    <a:pt x="11" y="4"/>
                    <a:pt x="9" y="2"/>
                  </a:cubicBezTo>
                  <a:cubicBezTo>
                    <a:pt x="7" y="0"/>
                    <a:pt x="4" y="1"/>
                    <a:pt x="2" y="3"/>
                  </a:cubicBezTo>
                  <a:cubicBezTo>
                    <a:pt x="0" y="5"/>
                    <a:pt x="1" y="8"/>
                    <a:pt x="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1" name="Freeform 2749">
              <a:extLst>
                <a:ext uri="{FF2B5EF4-FFF2-40B4-BE49-F238E27FC236}">
                  <a16:creationId xmlns:a16="http://schemas.microsoft.com/office/drawing/2014/main" id="{30D07C13-B400-4385-854E-E563503BF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336"/>
              <a:ext cx="90" cy="75"/>
            </a:xfrm>
            <a:custGeom>
              <a:avLst/>
              <a:gdLst>
                <a:gd name="T0" fmla="*/ 8333 w 36"/>
                <a:gd name="T1" fmla="*/ 9206 h 28"/>
                <a:gd name="T2" fmla="*/ 7625 w 36"/>
                <a:gd name="T3" fmla="*/ 10339 h 28"/>
                <a:gd name="T4" fmla="*/ 0 w 36"/>
                <a:gd name="T5" fmla="*/ 1808 h 28"/>
                <a:gd name="T6" fmla="*/ 0 w 36"/>
                <a:gd name="T7" fmla="*/ 1808 h 28"/>
                <a:gd name="T8" fmla="*/ 313 w 36"/>
                <a:gd name="T9" fmla="*/ 675 h 28"/>
                <a:gd name="T10" fmla="*/ 520 w 36"/>
                <a:gd name="T11" fmla="*/ 0 h 28"/>
                <a:gd name="T12" fmla="*/ 520 w 36"/>
                <a:gd name="T13" fmla="*/ 0 h 28"/>
                <a:gd name="T14" fmla="*/ 8800 w 36"/>
                <a:gd name="T15" fmla="*/ 8129 h 28"/>
                <a:gd name="T16" fmla="*/ 8333 w 36"/>
                <a:gd name="T17" fmla="*/ 920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8">
                  <a:moveTo>
                    <a:pt x="34" y="25"/>
                  </a:moveTo>
                  <a:cubicBezTo>
                    <a:pt x="33" y="26"/>
                    <a:pt x="32" y="27"/>
                    <a:pt x="31" y="2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1" y="3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5" y="23"/>
                    <a:pt x="34" y="24"/>
                    <a:pt x="34" y="25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2" name="Freeform 2750">
              <a:extLst>
                <a:ext uri="{FF2B5EF4-FFF2-40B4-BE49-F238E27FC236}">
                  <a16:creationId xmlns:a16="http://schemas.microsoft.com/office/drawing/2014/main" id="{AA23F5C8-794D-42FA-A9C5-B47D918E2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339"/>
              <a:ext cx="80" cy="66"/>
            </a:xfrm>
            <a:custGeom>
              <a:avLst/>
              <a:gdLst>
                <a:gd name="T0" fmla="*/ 6845 w 32"/>
                <a:gd name="T1" fmla="*/ 8448 h 25"/>
                <a:gd name="T2" fmla="*/ 7813 w 32"/>
                <a:gd name="T3" fmla="*/ 7046 h 25"/>
                <a:gd name="T4" fmla="*/ 0 w 32"/>
                <a:gd name="T5" fmla="*/ 0 h 25"/>
                <a:gd name="T6" fmla="*/ 6845 w 32"/>
                <a:gd name="T7" fmla="*/ 7046 h 25"/>
                <a:gd name="T8" fmla="*/ 6845 w 32"/>
                <a:gd name="T9" fmla="*/ 84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28" y="25"/>
                  </a:moveTo>
                  <a:cubicBezTo>
                    <a:pt x="29" y="24"/>
                    <a:pt x="31" y="21"/>
                    <a:pt x="32" y="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8" y="19"/>
                    <a:pt x="28" y="21"/>
                  </a:cubicBezTo>
                  <a:cubicBezTo>
                    <a:pt x="29" y="23"/>
                    <a:pt x="28" y="25"/>
                    <a:pt x="28" y="2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3" name="Freeform 2751">
              <a:extLst>
                <a:ext uri="{FF2B5EF4-FFF2-40B4-BE49-F238E27FC236}">
                  <a16:creationId xmlns:a16="http://schemas.microsoft.com/office/drawing/2014/main" id="{BC257523-3944-4CB4-A11A-485D1F043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827"/>
              <a:ext cx="117" cy="21"/>
            </a:xfrm>
            <a:custGeom>
              <a:avLst/>
              <a:gdLst>
                <a:gd name="T0" fmla="*/ 11167 w 47"/>
                <a:gd name="T1" fmla="*/ 1378 h 8"/>
                <a:gd name="T2" fmla="*/ 11167 w 47"/>
                <a:gd name="T3" fmla="*/ 2604 h 8"/>
                <a:gd name="T4" fmla="*/ 187 w 47"/>
                <a:gd name="T5" fmla="*/ 2604 h 8"/>
                <a:gd name="T6" fmla="*/ 187 w 47"/>
                <a:gd name="T7" fmla="*/ 2604 h 8"/>
                <a:gd name="T8" fmla="*/ 187 w 47"/>
                <a:gd name="T9" fmla="*/ 1612 h 8"/>
                <a:gd name="T10" fmla="*/ 0 w 47"/>
                <a:gd name="T11" fmla="*/ 614 h 8"/>
                <a:gd name="T12" fmla="*/ 0 w 47"/>
                <a:gd name="T13" fmla="*/ 614 h 8"/>
                <a:gd name="T14" fmla="*/ 11167 w 47"/>
                <a:gd name="T15" fmla="*/ 0 h 8"/>
                <a:gd name="T16" fmla="*/ 11167 w 47"/>
                <a:gd name="T17" fmla="*/ 137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">
                  <a:moveTo>
                    <a:pt x="47" y="4"/>
                  </a:moveTo>
                  <a:cubicBezTo>
                    <a:pt x="47" y="5"/>
                    <a:pt x="47" y="7"/>
                    <a:pt x="47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1"/>
                    <a:pt x="47" y="3"/>
                    <a:pt x="47" y="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4" name="Freeform 2752">
              <a:extLst>
                <a:ext uri="{FF2B5EF4-FFF2-40B4-BE49-F238E27FC236}">
                  <a16:creationId xmlns:a16="http://schemas.microsoft.com/office/drawing/2014/main" id="{4C348D89-E2F9-4956-9654-439FD5150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832"/>
              <a:ext cx="109" cy="13"/>
            </a:xfrm>
            <a:custGeom>
              <a:avLst/>
              <a:gdLst>
                <a:gd name="T0" fmla="*/ 10169 w 44"/>
                <a:gd name="T1" fmla="*/ 1547 h 5"/>
                <a:gd name="T2" fmla="*/ 10169 w 44"/>
                <a:gd name="T3" fmla="*/ 0 h 5"/>
                <a:gd name="T4" fmla="*/ 0 w 44"/>
                <a:gd name="T5" fmla="*/ 372 h 5"/>
                <a:gd name="T6" fmla="*/ 9716 w 44"/>
                <a:gd name="T7" fmla="*/ 595 h 5"/>
                <a:gd name="T8" fmla="*/ 10169 w 44"/>
                <a:gd name="T9" fmla="*/ 154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">
                  <a:moveTo>
                    <a:pt x="44" y="5"/>
                  </a:moveTo>
                  <a:cubicBezTo>
                    <a:pt x="44" y="3"/>
                    <a:pt x="44" y="0"/>
                    <a:pt x="4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40" y="1"/>
                    <a:pt x="42" y="2"/>
                  </a:cubicBezTo>
                  <a:cubicBezTo>
                    <a:pt x="43" y="3"/>
                    <a:pt x="44" y="5"/>
                    <a:pt x="44" y="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5" name="Freeform 2753">
              <a:extLst>
                <a:ext uri="{FF2B5EF4-FFF2-40B4-BE49-F238E27FC236}">
                  <a16:creationId xmlns:a16="http://schemas.microsoft.com/office/drawing/2014/main" id="{5B64F3E7-373D-4504-B7DE-BA76D029C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902"/>
              <a:ext cx="137" cy="146"/>
            </a:xfrm>
            <a:custGeom>
              <a:avLst/>
              <a:gdLst>
                <a:gd name="T0" fmla="*/ 11974 w 55"/>
                <a:gd name="T1" fmla="*/ 13297 h 55"/>
                <a:gd name="T2" fmla="*/ 9122 w 55"/>
                <a:gd name="T3" fmla="*/ 2079 h 55"/>
                <a:gd name="T4" fmla="*/ 1420 w 55"/>
                <a:gd name="T5" fmla="*/ 5912 h 55"/>
                <a:gd name="T6" fmla="*/ 4053 w 55"/>
                <a:gd name="T7" fmla="*/ 17525 h 55"/>
                <a:gd name="T8" fmla="*/ 11974 w 55"/>
                <a:gd name="T9" fmla="*/ 1329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50" y="38"/>
                  </a:moveTo>
                  <a:cubicBezTo>
                    <a:pt x="55" y="26"/>
                    <a:pt x="50" y="12"/>
                    <a:pt x="38" y="6"/>
                  </a:cubicBezTo>
                  <a:cubicBezTo>
                    <a:pt x="26" y="0"/>
                    <a:pt x="12" y="5"/>
                    <a:pt x="6" y="17"/>
                  </a:cubicBezTo>
                  <a:cubicBezTo>
                    <a:pt x="0" y="29"/>
                    <a:pt x="5" y="44"/>
                    <a:pt x="17" y="50"/>
                  </a:cubicBezTo>
                  <a:cubicBezTo>
                    <a:pt x="29" y="55"/>
                    <a:pt x="44" y="50"/>
                    <a:pt x="50" y="38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6" name="Freeform 2754">
              <a:extLst>
                <a:ext uri="{FF2B5EF4-FFF2-40B4-BE49-F238E27FC236}">
                  <a16:creationId xmlns:a16="http://schemas.microsoft.com/office/drawing/2014/main" id="{7838E6EE-779E-4AF5-8A32-DDC095307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923"/>
              <a:ext cx="68" cy="72"/>
            </a:xfrm>
            <a:custGeom>
              <a:avLst/>
              <a:gdLst>
                <a:gd name="T0" fmla="*/ 5881 w 27"/>
                <a:gd name="T1" fmla="*/ 2184 h 27"/>
                <a:gd name="T2" fmla="*/ 1808 w 27"/>
                <a:gd name="T3" fmla="*/ 1459 h 27"/>
                <a:gd name="T4" fmla="*/ 1007 w 27"/>
                <a:gd name="T5" fmla="*/ 7531 h 27"/>
                <a:gd name="T6" fmla="*/ 5354 w 27"/>
                <a:gd name="T7" fmla="*/ 8248 h 27"/>
                <a:gd name="T8" fmla="*/ 5881 w 27"/>
                <a:gd name="T9" fmla="*/ 218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3" y="6"/>
                  </a:moveTo>
                  <a:cubicBezTo>
                    <a:pt x="19" y="1"/>
                    <a:pt x="12" y="0"/>
                    <a:pt x="7" y="4"/>
                  </a:cubicBezTo>
                  <a:cubicBezTo>
                    <a:pt x="1" y="8"/>
                    <a:pt x="0" y="16"/>
                    <a:pt x="4" y="21"/>
                  </a:cubicBezTo>
                  <a:cubicBezTo>
                    <a:pt x="8" y="26"/>
                    <a:pt x="16" y="27"/>
                    <a:pt x="21" y="23"/>
                  </a:cubicBezTo>
                  <a:cubicBezTo>
                    <a:pt x="26" y="19"/>
                    <a:pt x="27" y="12"/>
                    <a:pt x="23" y="6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7" name="Freeform 2755">
              <a:extLst>
                <a:ext uri="{FF2B5EF4-FFF2-40B4-BE49-F238E27FC236}">
                  <a16:creationId xmlns:a16="http://schemas.microsoft.com/office/drawing/2014/main" id="{DB889405-437E-4F92-BC2C-2EDA3D3B8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939"/>
              <a:ext cx="28" cy="29"/>
            </a:xfrm>
            <a:custGeom>
              <a:avLst/>
              <a:gdLst>
                <a:gd name="T0" fmla="*/ 2474 w 11"/>
                <a:gd name="T1" fmla="*/ 1007 h 11"/>
                <a:gd name="T2" fmla="*/ 843 w 11"/>
                <a:gd name="T3" fmla="*/ 625 h 11"/>
                <a:gd name="T4" fmla="*/ 545 w 11"/>
                <a:gd name="T5" fmla="*/ 2655 h 11"/>
                <a:gd name="T6" fmla="*/ 2146 w 11"/>
                <a:gd name="T7" fmla="*/ 3045 h 11"/>
                <a:gd name="T8" fmla="*/ 2474 w 11"/>
                <a:gd name="T9" fmla="*/ 100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9" y="3"/>
                  </a:moveTo>
                  <a:cubicBezTo>
                    <a:pt x="8" y="0"/>
                    <a:pt x="5" y="0"/>
                    <a:pt x="3" y="2"/>
                  </a:cubicBezTo>
                  <a:cubicBezTo>
                    <a:pt x="0" y="3"/>
                    <a:pt x="0" y="6"/>
                    <a:pt x="2" y="8"/>
                  </a:cubicBezTo>
                  <a:cubicBezTo>
                    <a:pt x="3" y="10"/>
                    <a:pt x="6" y="11"/>
                    <a:pt x="8" y="9"/>
                  </a:cubicBezTo>
                  <a:cubicBezTo>
                    <a:pt x="10" y="8"/>
                    <a:pt x="11" y="5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8" name="Freeform 2756">
              <a:extLst>
                <a:ext uri="{FF2B5EF4-FFF2-40B4-BE49-F238E27FC236}">
                  <a16:creationId xmlns:a16="http://schemas.microsoft.com/office/drawing/2014/main" id="{071DEBF7-36D8-4B1E-8A52-40E5EDA72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030"/>
              <a:ext cx="62" cy="104"/>
            </a:xfrm>
            <a:custGeom>
              <a:avLst/>
              <a:gdLst>
                <a:gd name="T0" fmla="*/ 4883 w 25"/>
                <a:gd name="T1" fmla="*/ 661 h 39"/>
                <a:gd name="T2" fmla="*/ 5826 w 25"/>
                <a:gd name="T3" fmla="*/ 1059 h 39"/>
                <a:gd name="T4" fmla="*/ 947 w 25"/>
                <a:gd name="T5" fmla="*/ 14016 h 39"/>
                <a:gd name="T6" fmla="*/ 947 w 25"/>
                <a:gd name="T7" fmla="*/ 14016 h 39"/>
                <a:gd name="T8" fmla="*/ 184 w 25"/>
                <a:gd name="T9" fmla="*/ 13347 h 39"/>
                <a:gd name="T10" fmla="*/ 0 w 25"/>
                <a:gd name="T11" fmla="*/ 12536 h 39"/>
                <a:gd name="T12" fmla="*/ 0 w 25"/>
                <a:gd name="T13" fmla="*/ 12536 h 39"/>
                <a:gd name="T14" fmla="*/ 4238 w 25"/>
                <a:gd name="T15" fmla="*/ 0 h 39"/>
                <a:gd name="T16" fmla="*/ 4883 w 25"/>
                <a:gd name="T17" fmla="*/ 661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9">
                  <a:moveTo>
                    <a:pt x="21" y="2"/>
                  </a:moveTo>
                  <a:cubicBezTo>
                    <a:pt x="22" y="2"/>
                    <a:pt x="23" y="3"/>
                    <a:pt x="25" y="3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3" y="38"/>
                    <a:pt x="2" y="38"/>
                    <a:pt x="1" y="37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1"/>
                    <a:pt x="20" y="1"/>
                    <a:pt x="21" y="2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9" name="Freeform 2757">
              <a:extLst>
                <a:ext uri="{FF2B5EF4-FFF2-40B4-BE49-F238E27FC236}">
                  <a16:creationId xmlns:a16="http://schemas.microsoft.com/office/drawing/2014/main" id="{D53491E0-3316-4823-AC26-D11E2BF2C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035"/>
              <a:ext cx="55" cy="91"/>
            </a:xfrm>
            <a:custGeom>
              <a:avLst/>
              <a:gdLst>
                <a:gd name="T0" fmla="*/ 5395 w 22"/>
                <a:gd name="T1" fmla="*/ 1073 h 34"/>
                <a:gd name="T2" fmla="*/ 4220 w 22"/>
                <a:gd name="T3" fmla="*/ 0 h 34"/>
                <a:gd name="T4" fmla="*/ 0 w 22"/>
                <a:gd name="T5" fmla="*/ 12521 h 34"/>
                <a:gd name="T6" fmla="*/ 4425 w 22"/>
                <a:gd name="T7" fmla="*/ 1496 h 34"/>
                <a:gd name="T8" fmla="*/ 5395 w 22"/>
                <a:gd name="T9" fmla="*/ 107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22" y="3"/>
                  </a:moveTo>
                  <a:cubicBezTo>
                    <a:pt x="20" y="2"/>
                    <a:pt x="17" y="1"/>
                    <a:pt x="17" y="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4"/>
                    <a:pt x="16" y="4"/>
                    <a:pt x="18" y="4"/>
                  </a:cubicBezTo>
                  <a:cubicBezTo>
                    <a:pt x="20" y="3"/>
                    <a:pt x="22" y="3"/>
                    <a:pt x="22" y="3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0" name="Freeform 2758">
              <a:extLst>
                <a:ext uri="{FF2B5EF4-FFF2-40B4-BE49-F238E27FC236}">
                  <a16:creationId xmlns:a16="http://schemas.microsoft.com/office/drawing/2014/main" id="{75506F51-2B12-48A5-9E41-4D05B6610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067"/>
              <a:ext cx="137" cy="146"/>
            </a:xfrm>
            <a:custGeom>
              <a:avLst/>
              <a:gdLst>
                <a:gd name="T0" fmla="*/ 5007 w 55"/>
                <a:gd name="T1" fmla="*/ 17772 h 55"/>
                <a:gd name="T2" fmla="*/ 12161 w 55"/>
                <a:gd name="T3" fmla="*/ 11861 h 55"/>
                <a:gd name="T4" fmla="*/ 8160 w 55"/>
                <a:gd name="T5" fmla="*/ 1439 h 55"/>
                <a:gd name="T6" fmla="*/ 957 w 55"/>
                <a:gd name="T7" fmla="*/ 6997 h 55"/>
                <a:gd name="T8" fmla="*/ 5007 w 55"/>
                <a:gd name="T9" fmla="*/ 1777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21" y="51"/>
                  </a:moveTo>
                  <a:cubicBezTo>
                    <a:pt x="33" y="55"/>
                    <a:pt x="47" y="47"/>
                    <a:pt x="51" y="34"/>
                  </a:cubicBezTo>
                  <a:cubicBezTo>
                    <a:pt x="55" y="21"/>
                    <a:pt x="47" y="8"/>
                    <a:pt x="34" y="4"/>
                  </a:cubicBezTo>
                  <a:cubicBezTo>
                    <a:pt x="22" y="0"/>
                    <a:pt x="8" y="8"/>
                    <a:pt x="4" y="20"/>
                  </a:cubicBezTo>
                  <a:cubicBezTo>
                    <a:pt x="0" y="33"/>
                    <a:pt x="8" y="47"/>
                    <a:pt x="21" y="51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1" name="Freeform 2759">
              <a:extLst>
                <a:ext uri="{FF2B5EF4-FFF2-40B4-BE49-F238E27FC236}">
                  <a16:creationId xmlns:a16="http://schemas.microsoft.com/office/drawing/2014/main" id="{82B975A3-FB11-4C1A-9EA8-C470A79A6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083"/>
              <a:ext cx="109" cy="48"/>
            </a:xfrm>
            <a:custGeom>
              <a:avLst/>
              <a:gdLst>
                <a:gd name="T0" fmla="*/ 9974 w 44"/>
                <a:gd name="T1" fmla="*/ 5005 h 18"/>
                <a:gd name="T2" fmla="*/ 9716 w 44"/>
                <a:gd name="T3" fmla="*/ 6464 h 18"/>
                <a:gd name="T4" fmla="*/ 0 w 44"/>
                <a:gd name="T5" fmla="*/ 2184 h 18"/>
                <a:gd name="T6" fmla="*/ 0 w 44"/>
                <a:gd name="T7" fmla="*/ 2184 h 18"/>
                <a:gd name="T8" fmla="*/ 0 w 44"/>
                <a:gd name="T9" fmla="*/ 1059 h 18"/>
                <a:gd name="T10" fmla="*/ 183 w 44"/>
                <a:gd name="T11" fmla="*/ 0 h 18"/>
                <a:gd name="T12" fmla="*/ 183 w 44"/>
                <a:gd name="T13" fmla="*/ 0 h 18"/>
                <a:gd name="T14" fmla="*/ 10169 w 44"/>
                <a:gd name="T15" fmla="*/ 3891 h 18"/>
                <a:gd name="T16" fmla="*/ 9974 w 44"/>
                <a:gd name="T17" fmla="*/ 500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43" y="14"/>
                  </a:moveTo>
                  <a:cubicBezTo>
                    <a:pt x="43" y="16"/>
                    <a:pt x="42" y="17"/>
                    <a:pt x="42" y="1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2"/>
                    <a:pt x="43" y="13"/>
                    <a:pt x="43" y="1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2" name="Freeform 2760">
              <a:extLst>
                <a:ext uri="{FF2B5EF4-FFF2-40B4-BE49-F238E27FC236}">
                  <a16:creationId xmlns:a16="http://schemas.microsoft.com/office/drawing/2014/main" id="{74F63DC0-7BFE-4FE7-A7B6-853BE239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088"/>
              <a:ext cx="102" cy="40"/>
            </a:xfrm>
            <a:custGeom>
              <a:avLst/>
              <a:gdLst>
                <a:gd name="T0" fmla="*/ 9531 w 41"/>
                <a:gd name="T1" fmla="*/ 5405 h 15"/>
                <a:gd name="T2" fmla="*/ 9730 w 41"/>
                <a:gd name="T3" fmla="*/ 3640 h 15"/>
                <a:gd name="T4" fmla="*/ 0 w 41"/>
                <a:gd name="T5" fmla="*/ 0 h 15"/>
                <a:gd name="T6" fmla="*/ 9036 w 41"/>
                <a:gd name="T7" fmla="*/ 3891 h 15"/>
                <a:gd name="T8" fmla="*/ 9531 w 41"/>
                <a:gd name="T9" fmla="*/ 54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5">
                  <a:moveTo>
                    <a:pt x="40" y="15"/>
                  </a:moveTo>
                  <a:cubicBezTo>
                    <a:pt x="40" y="13"/>
                    <a:pt x="41" y="10"/>
                    <a:pt x="41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7" y="9"/>
                    <a:pt x="38" y="11"/>
                  </a:cubicBezTo>
                  <a:cubicBezTo>
                    <a:pt x="39" y="13"/>
                    <a:pt x="39" y="14"/>
                    <a:pt x="40" y="1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3" name="Freeform 2761">
              <a:extLst>
                <a:ext uri="{FF2B5EF4-FFF2-40B4-BE49-F238E27FC236}">
                  <a16:creationId xmlns:a16="http://schemas.microsoft.com/office/drawing/2014/main" id="{740C5D4E-0981-471A-9B34-E02072B54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083"/>
              <a:ext cx="109" cy="48"/>
            </a:xfrm>
            <a:custGeom>
              <a:avLst/>
              <a:gdLst>
                <a:gd name="T0" fmla="*/ 9974 w 44"/>
                <a:gd name="T1" fmla="*/ 5005 h 18"/>
                <a:gd name="T2" fmla="*/ 9716 w 44"/>
                <a:gd name="T3" fmla="*/ 6464 h 18"/>
                <a:gd name="T4" fmla="*/ 0 w 44"/>
                <a:gd name="T5" fmla="*/ 2184 h 18"/>
                <a:gd name="T6" fmla="*/ 0 w 44"/>
                <a:gd name="T7" fmla="*/ 2184 h 18"/>
                <a:gd name="T8" fmla="*/ 0 w 44"/>
                <a:gd name="T9" fmla="*/ 1059 h 18"/>
                <a:gd name="T10" fmla="*/ 183 w 44"/>
                <a:gd name="T11" fmla="*/ 0 h 18"/>
                <a:gd name="T12" fmla="*/ 183 w 44"/>
                <a:gd name="T13" fmla="*/ 0 h 18"/>
                <a:gd name="T14" fmla="*/ 10169 w 44"/>
                <a:gd name="T15" fmla="*/ 3891 h 18"/>
                <a:gd name="T16" fmla="*/ 9974 w 44"/>
                <a:gd name="T17" fmla="*/ 500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8">
                  <a:moveTo>
                    <a:pt x="43" y="14"/>
                  </a:moveTo>
                  <a:cubicBezTo>
                    <a:pt x="43" y="16"/>
                    <a:pt x="42" y="17"/>
                    <a:pt x="42" y="1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2"/>
                    <a:pt x="43" y="13"/>
                    <a:pt x="43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4" name="Freeform 2762">
              <a:extLst>
                <a:ext uri="{FF2B5EF4-FFF2-40B4-BE49-F238E27FC236}">
                  <a16:creationId xmlns:a16="http://schemas.microsoft.com/office/drawing/2014/main" id="{81407C59-08F6-41F3-8511-90902DB1F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067"/>
              <a:ext cx="137" cy="146"/>
            </a:xfrm>
            <a:custGeom>
              <a:avLst/>
              <a:gdLst>
                <a:gd name="T0" fmla="*/ 5007 w 55"/>
                <a:gd name="T1" fmla="*/ 17772 h 55"/>
                <a:gd name="T2" fmla="*/ 12161 w 55"/>
                <a:gd name="T3" fmla="*/ 11861 h 55"/>
                <a:gd name="T4" fmla="*/ 8160 w 55"/>
                <a:gd name="T5" fmla="*/ 1439 h 55"/>
                <a:gd name="T6" fmla="*/ 957 w 55"/>
                <a:gd name="T7" fmla="*/ 6997 h 55"/>
                <a:gd name="T8" fmla="*/ 5007 w 55"/>
                <a:gd name="T9" fmla="*/ 1777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21" y="51"/>
                  </a:moveTo>
                  <a:cubicBezTo>
                    <a:pt x="33" y="55"/>
                    <a:pt x="47" y="47"/>
                    <a:pt x="51" y="34"/>
                  </a:cubicBezTo>
                  <a:cubicBezTo>
                    <a:pt x="55" y="21"/>
                    <a:pt x="47" y="8"/>
                    <a:pt x="34" y="4"/>
                  </a:cubicBezTo>
                  <a:cubicBezTo>
                    <a:pt x="22" y="0"/>
                    <a:pt x="8" y="8"/>
                    <a:pt x="4" y="20"/>
                  </a:cubicBezTo>
                  <a:cubicBezTo>
                    <a:pt x="0" y="33"/>
                    <a:pt x="8" y="47"/>
                    <a:pt x="21" y="5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5" name="Freeform 2763">
              <a:extLst>
                <a:ext uri="{FF2B5EF4-FFF2-40B4-BE49-F238E27FC236}">
                  <a16:creationId xmlns:a16="http://schemas.microsoft.com/office/drawing/2014/main" id="{FA09AA98-5D70-4BAF-9750-159CC3D27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605"/>
              <a:ext cx="140" cy="150"/>
            </a:xfrm>
            <a:custGeom>
              <a:avLst/>
              <a:gdLst>
                <a:gd name="T0" fmla="*/ 1488 w 56"/>
                <a:gd name="T1" fmla="*/ 14357 h 56"/>
                <a:gd name="T2" fmla="*/ 9583 w 56"/>
                <a:gd name="T3" fmla="*/ 18067 h 56"/>
                <a:gd name="T4" fmla="*/ 12033 w 56"/>
                <a:gd name="T5" fmla="*/ 6321 h 56"/>
                <a:gd name="T6" fmla="*/ 4220 w 56"/>
                <a:gd name="T7" fmla="*/ 2210 h 56"/>
                <a:gd name="T8" fmla="*/ 1488 w 56"/>
                <a:gd name="T9" fmla="*/ 1435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6" y="39"/>
                  </a:moveTo>
                  <a:cubicBezTo>
                    <a:pt x="13" y="51"/>
                    <a:pt x="27" y="56"/>
                    <a:pt x="39" y="49"/>
                  </a:cubicBezTo>
                  <a:cubicBezTo>
                    <a:pt x="51" y="43"/>
                    <a:pt x="56" y="29"/>
                    <a:pt x="49" y="17"/>
                  </a:cubicBezTo>
                  <a:cubicBezTo>
                    <a:pt x="43" y="5"/>
                    <a:pt x="28" y="0"/>
                    <a:pt x="17" y="6"/>
                  </a:cubicBezTo>
                  <a:cubicBezTo>
                    <a:pt x="5" y="13"/>
                    <a:pt x="0" y="27"/>
                    <a:pt x="6" y="39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6" name="Freeform 2764">
              <a:extLst>
                <a:ext uri="{FF2B5EF4-FFF2-40B4-BE49-F238E27FC236}">
                  <a16:creationId xmlns:a16="http://schemas.microsoft.com/office/drawing/2014/main" id="{1A831BFB-36AD-4008-8573-0D7EFDCAF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627"/>
              <a:ext cx="65" cy="69"/>
            </a:xfrm>
            <a:custGeom>
              <a:avLst/>
              <a:gdLst>
                <a:gd name="T0" fmla="*/ 5863 w 26"/>
                <a:gd name="T1" fmla="*/ 3572 h 26"/>
                <a:gd name="T2" fmla="*/ 2470 w 26"/>
                <a:gd name="T3" fmla="*/ 395 h 26"/>
                <a:gd name="T4" fmla="*/ 313 w 26"/>
                <a:gd name="T5" fmla="*/ 5515 h 26"/>
                <a:gd name="T6" fmla="*/ 3720 w 26"/>
                <a:gd name="T7" fmla="*/ 8670 h 26"/>
                <a:gd name="T8" fmla="*/ 5863 w 26"/>
                <a:gd name="T9" fmla="*/ 357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4" y="10"/>
                  </a:moveTo>
                  <a:cubicBezTo>
                    <a:pt x="23" y="4"/>
                    <a:pt x="16" y="0"/>
                    <a:pt x="10" y="1"/>
                  </a:cubicBezTo>
                  <a:cubicBezTo>
                    <a:pt x="4" y="3"/>
                    <a:pt x="0" y="9"/>
                    <a:pt x="1" y="16"/>
                  </a:cubicBezTo>
                  <a:cubicBezTo>
                    <a:pt x="3" y="22"/>
                    <a:pt x="9" y="26"/>
                    <a:pt x="15" y="25"/>
                  </a:cubicBezTo>
                  <a:cubicBezTo>
                    <a:pt x="22" y="23"/>
                    <a:pt x="26" y="17"/>
                    <a:pt x="24" y="10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7" name="Freeform 2765">
              <a:extLst>
                <a:ext uri="{FF2B5EF4-FFF2-40B4-BE49-F238E27FC236}">
                  <a16:creationId xmlns:a16="http://schemas.microsoft.com/office/drawing/2014/main" id="{EAE462C6-4EB7-46FE-BB3C-AA4E1C85D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640"/>
              <a:ext cx="27" cy="29"/>
            </a:xfrm>
            <a:custGeom>
              <a:avLst/>
              <a:gdLst>
                <a:gd name="T0" fmla="*/ 2216 w 11"/>
                <a:gd name="T1" fmla="*/ 1389 h 11"/>
                <a:gd name="T2" fmla="*/ 1048 w 11"/>
                <a:gd name="T3" fmla="*/ 382 h 11"/>
                <a:gd name="T4" fmla="*/ 174 w 11"/>
                <a:gd name="T5" fmla="*/ 2035 h 11"/>
                <a:gd name="T6" fmla="*/ 1524 w 11"/>
                <a:gd name="T7" fmla="*/ 3335 h 11"/>
                <a:gd name="T8" fmla="*/ 2216 w 11"/>
                <a:gd name="T9" fmla="*/ 138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4"/>
                  </a:moveTo>
                  <a:cubicBezTo>
                    <a:pt x="10" y="2"/>
                    <a:pt x="7" y="0"/>
                    <a:pt x="5" y="1"/>
                  </a:cubicBezTo>
                  <a:cubicBezTo>
                    <a:pt x="2" y="1"/>
                    <a:pt x="0" y="4"/>
                    <a:pt x="1" y="6"/>
                  </a:cubicBezTo>
                  <a:cubicBezTo>
                    <a:pt x="2" y="9"/>
                    <a:pt x="4" y="11"/>
                    <a:pt x="7" y="10"/>
                  </a:cubicBezTo>
                  <a:cubicBezTo>
                    <a:pt x="9" y="9"/>
                    <a:pt x="11" y="7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8" name="Freeform 2766">
              <a:extLst>
                <a:ext uri="{FF2B5EF4-FFF2-40B4-BE49-F238E27FC236}">
                  <a16:creationId xmlns:a16="http://schemas.microsoft.com/office/drawing/2014/main" id="{6012D088-BEE0-40DA-847A-3F0EC259E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533"/>
              <a:ext cx="63" cy="94"/>
            </a:xfrm>
            <a:custGeom>
              <a:avLst/>
              <a:gdLst>
                <a:gd name="T0" fmla="*/ 5410 w 25"/>
                <a:gd name="T1" fmla="*/ 12435 h 35"/>
                <a:gd name="T2" fmla="*/ 4559 w 25"/>
                <a:gd name="T3" fmla="*/ 13114 h 35"/>
                <a:gd name="T4" fmla="*/ 0 w 25"/>
                <a:gd name="T5" fmla="*/ 1571 h 35"/>
                <a:gd name="T6" fmla="*/ 0 w 25"/>
                <a:gd name="T7" fmla="*/ 1571 h 35"/>
                <a:gd name="T8" fmla="*/ 527 w 25"/>
                <a:gd name="T9" fmla="*/ 677 h 35"/>
                <a:gd name="T10" fmla="*/ 1011 w 25"/>
                <a:gd name="T11" fmla="*/ 0 h 35"/>
                <a:gd name="T12" fmla="*/ 1011 w 25"/>
                <a:gd name="T13" fmla="*/ 0 h 35"/>
                <a:gd name="T14" fmla="*/ 6421 w 25"/>
                <a:gd name="T15" fmla="*/ 12011 h 35"/>
                <a:gd name="T16" fmla="*/ 5410 w 25"/>
                <a:gd name="T17" fmla="*/ 1243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5">
                  <a:moveTo>
                    <a:pt x="21" y="33"/>
                  </a:moveTo>
                  <a:cubicBezTo>
                    <a:pt x="20" y="34"/>
                    <a:pt x="19" y="35"/>
                    <a:pt x="18" y="3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3"/>
                    <a:pt x="2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4" y="32"/>
                    <a:pt x="23" y="33"/>
                    <a:pt x="21" y="33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9" name="Freeform 2767">
              <a:extLst>
                <a:ext uri="{FF2B5EF4-FFF2-40B4-BE49-F238E27FC236}">
                  <a16:creationId xmlns:a16="http://schemas.microsoft.com/office/drawing/2014/main" id="{C100E5FF-B7F3-48E3-A200-BA5B046AD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536"/>
              <a:ext cx="50" cy="85"/>
            </a:xfrm>
            <a:custGeom>
              <a:avLst/>
              <a:gdLst>
                <a:gd name="T0" fmla="*/ 3720 w 20"/>
                <a:gd name="T1" fmla="*/ 11247 h 32"/>
                <a:gd name="T2" fmla="*/ 4895 w 20"/>
                <a:gd name="T3" fmla="*/ 10216 h 32"/>
                <a:gd name="T4" fmla="*/ 0 w 20"/>
                <a:gd name="T5" fmla="*/ 0 h 32"/>
                <a:gd name="T6" fmla="*/ 4220 w 20"/>
                <a:gd name="T7" fmla="*/ 9802 h 32"/>
                <a:gd name="T8" fmla="*/ 3720 w 20"/>
                <a:gd name="T9" fmla="*/ 11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">
                  <a:moveTo>
                    <a:pt x="15" y="32"/>
                  </a:moveTo>
                  <a:cubicBezTo>
                    <a:pt x="16" y="31"/>
                    <a:pt x="19" y="30"/>
                    <a:pt x="20" y="2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7" y="26"/>
                    <a:pt x="17" y="28"/>
                  </a:cubicBezTo>
                  <a:cubicBezTo>
                    <a:pt x="16" y="30"/>
                    <a:pt x="15" y="32"/>
                    <a:pt x="15" y="32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0" name="Freeform 2768">
              <a:extLst>
                <a:ext uri="{FF2B5EF4-FFF2-40B4-BE49-F238E27FC236}">
                  <a16:creationId xmlns:a16="http://schemas.microsoft.com/office/drawing/2014/main" id="{EA05A197-32DA-4C8F-9D6D-ACFA2F061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533"/>
              <a:ext cx="63" cy="94"/>
            </a:xfrm>
            <a:custGeom>
              <a:avLst/>
              <a:gdLst>
                <a:gd name="T0" fmla="*/ 5410 w 25"/>
                <a:gd name="T1" fmla="*/ 12435 h 35"/>
                <a:gd name="T2" fmla="*/ 4559 w 25"/>
                <a:gd name="T3" fmla="*/ 13114 h 35"/>
                <a:gd name="T4" fmla="*/ 0 w 25"/>
                <a:gd name="T5" fmla="*/ 1571 h 35"/>
                <a:gd name="T6" fmla="*/ 0 w 25"/>
                <a:gd name="T7" fmla="*/ 1571 h 35"/>
                <a:gd name="T8" fmla="*/ 527 w 25"/>
                <a:gd name="T9" fmla="*/ 677 h 35"/>
                <a:gd name="T10" fmla="*/ 1011 w 25"/>
                <a:gd name="T11" fmla="*/ 0 h 35"/>
                <a:gd name="T12" fmla="*/ 1011 w 25"/>
                <a:gd name="T13" fmla="*/ 0 h 35"/>
                <a:gd name="T14" fmla="*/ 6421 w 25"/>
                <a:gd name="T15" fmla="*/ 12011 h 35"/>
                <a:gd name="T16" fmla="*/ 5410 w 25"/>
                <a:gd name="T17" fmla="*/ 1243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5">
                  <a:moveTo>
                    <a:pt x="21" y="33"/>
                  </a:moveTo>
                  <a:cubicBezTo>
                    <a:pt x="20" y="34"/>
                    <a:pt x="19" y="35"/>
                    <a:pt x="18" y="3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3"/>
                    <a:pt x="2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4" y="32"/>
                    <a:pt x="23" y="33"/>
                    <a:pt x="21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1" name="Freeform 2769">
              <a:extLst>
                <a:ext uri="{FF2B5EF4-FFF2-40B4-BE49-F238E27FC236}">
                  <a16:creationId xmlns:a16="http://schemas.microsoft.com/office/drawing/2014/main" id="{5515191C-D086-4271-AE66-31671237F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605"/>
              <a:ext cx="140" cy="150"/>
            </a:xfrm>
            <a:custGeom>
              <a:avLst/>
              <a:gdLst>
                <a:gd name="T0" fmla="*/ 1488 w 56"/>
                <a:gd name="T1" fmla="*/ 14357 h 56"/>
                <a:gd name="T2" fmla="*/ 9583 w 56"/>
                <a:gd name="T3" fmla="*/ 18067 h 56"/>
                <a:gd name="T4" fmla="*/ 12033 w 56"/>
                <a:gd name="T5" fmla="*/ 6321 h 56"/>
                <a:gd name="T6" fmla="*/ 4220 w 56"/>
                <a:gd name="T7" fmla="*/ 2210 h 56"/>
                <a:gd name="T8" fmla="*/ 1488 w 56"/>
                <a:gd name="T9" fmla="*/ 1435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6" y="39"/>
                  </a:moveTo>
                  <a:cubicBezTo>
                    <a:pt x="13" y="51"/>
                    <a:pt x="27" y="56"/>
                    <a:pt x="39" y="49"/>
                  </a:cubicBezTo>
                  <a:cubicBezTo>
                    <a:pt x="51" y="43"/>
                    <a:pt x="56" y="29"/>
                    <a:pt x="49" y="17"/>
                  </a:cubicBezTo>
                  <a:cubicBezTo>
                    <a:pt x="43" y="5"/>
                    <a:pt x="28" y="0"/>
                    <a:pt x="17" y="6"/>
                  </a:cubicBezTo>
                  <a:cubicBezTo>
                    <a:pt x="5" y="13"/>
                    <a:pt x="0" y="27"/>
                    <a:pt x="6" y="3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2" name="Freeform 2770">
              <a:extLst>
                <a:ext uri="{FF2B5EF4-FFF2-40B4-BE49-F238E27FC236}">
                  <a16:creationId xmlns:a16="http://schemas.microsoft.com/office/drawing/2014/main" id="{F7E57E9F-985D-4D2B-B530-7FC57B5C3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445"/>
              <a:ext cx="140" cy="147"/>
            </a:xfrm>
            <a:custGeom>
              <a:avLst/>
              <a:gdLst>
                <a:gd name="T0" fmla="*/ 9300 w 56"/>
                <a:gd name="T1" fmla="*/ 18273 h 55"/>
                <a:gd name="T2" fmla="*/ 12238 w 56"/>
                <a:gd name="T3" fmla="*/ 6129 h 55"/>
                <a:gd name="T4" fmla="*/ 4425 w 56"/>
                <a:gd name="T5" fmla="*/ 1793 h 55"/>
                <a:gd name="T6" fmla="*/ 1488 w 56"/>
                <a:gd name="T7" fmla="*/ 13936 h 55"/>
                <a:gd name="T8" fmla="*/ 9300 w 56"/>
                <a:gd name="T9" fmla="*/ 1827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5">
                  <a:moveTo>
                    <a:pt x="38" y="50"/>
                  </a:moveTo>
                  <a:cubicBezTo>
                    <a:pt x="50" y="44"/>
                    <a:pt x="56" y="29"/>
                    <a:pt x="50" y="17"/>
                  </a:cubicBezTo>
                  <a:cubicBezTo>
                    <a:pt x="44" y="5"/>
                    <a:pt x="30" y="0"/>
                    <a:pt x="18" y="5"/>
                  </a:cubicBezTo>
                  <a:cubicBezTo>
                    <a:pt x="5" y="11"/>
                    <a:pt x="0" y="26"/>
                    <a:pt x="6" y="38"/>
                  </a:cubicBezTo>
                  <a:cubicBezTo>
                    <a:pt x="11" y="50"/>
                    <a:pt x="26" y="55"/>
                    <a:pt x="38" y="50"/>
                  </a:cubicBezTo>
                  <a:close/>
                </a:path>
              </a:pathLst>
            </a:custGeom>
            <a:solidFill>
              <a:srgbClr val="BB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3" name="Freeform 2771">
              <a:extLst>
                <a:ext uri="{FF2B5EF4-FFF2-40B4-BE49-F238E27FC236}">
                  <a16:creationId xmlns:a16="http://schemas.microsoft.com/office/drawing/2014/main" id="{D668898C-EE65-4DCA-9E8E-EE394D39B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469"/>
              <a:ext cx="65" cy="72"/>
            </a:xfrm>
            <a:custGeom>
              <a:avLst/>
              <a:gdLst>
                <a:gd name="T0" fmla="*/ 4895 w 26"/>
                <a:gd name="T1" fmla="*/ 1459 h 27"/>
                <a:gd name="T2" fmla="*/ 988 w 26"/>
                <a:gd name="T3" fmla="*/ 2581 h 27"/>
                <a:gd name="T4" fmla="*/ 1488 w 26"/>
                <a:gd name="T5" fmla="*/ 8248 h 27"/>
                <a:gd name="T6" fmla="*/ 5395 w 26"/>
                <a:gd name="T7" fmla="*/ 7531 h 27"/>
                <a:gd name="T8" fmla="*/ 4895 w 26"/>
                <a:gd name="T9" fmla="*/ 145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20" y="4"/>
                  </a:moveTo>
                  <a:cubicBezTo>
                    <a:pt x="15" y="0"/>
                    <a:pt x="8" y="1"/>
                    <a:pt x="4" y="7"/>
                  </a:cubicBezTo>
                  <a:cubicBezTo>
                    <a:pt x="0" y="12"/>
                    <a:pt x="1" y="19"/>
                    <a:pt x="6" y="23"/>
                  </a:cubicBezTo>
                  <a:cubicBezTo>
                    <a:pt x="11" y="27"/>
                    <a:pt x="18" y="26"/>
                    <a:pt x="22" y="21"/>
                  </a:cubicBezTo>
                  <a:cubicBezTo>
                    <a:pt x="26" y="16"/>
                    <a:pt x="26" y="8"/>
                    <a:pt x="20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4" name="Freeform 2772">
              <a:extLst>
                <a:ext uri="{FF2B5EF4-FFF2-40B4-BE49-F238E27FC236}">
                  <a16:creationId xmlns:a16="http://schemas.microsoft.com/office/drawing/2014/main" id="{31F10049-0CA5-4769-BFB3-F04BC48E1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485"/>
              <a:ext cx="25" cy="30"/>
            </a:xfrm>
            <a:custGeom>
              <a:avLst/>
              <a:gdLst>
                <a:gd name="T0" fmla="*/ 1958 w 10"/>
                <a:gd name="T1" fmla="*/ 775 h 11"/>
                <a:gd name="T2" fmla="*/ 313 w 10"/>
                <a:gd name="T3" fmla="*/ 1219 h 11"/>
                <a:gd name="T4" fmla="*/ 520 w 10"/>
                <a:gd name="T5" fmla="*/ 3755 h 11"/>
                <a:gd name="T6" fmla="*/ 2270 w 10"/>
                <a:gd name="T7" fmla="*/ 3325 h 11"/>
                <a:gd name="T8" fmla="*/ 1958 w 10"/>
                <a:gd name="T9" fmla="*/ 77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8" y="2"/>
                  </a:moveTo>
                  <a:cubicBezTo>
                    <a:pt x="6" y="0"/>
                    <a:pt x="3" y="0"/>
                    <a:pt x="1" y="3"/>
                  </a:cubicBezTo>
                  <a:cubicBezTo>
                    <a:pt x="0" y="5"/>
                    <a:pt x="0" y="8"/>
                    <a:pt x="2" y="9"/>
                  </a:cubicBezTo>
                  <a:cubicBezTo>
                    <a:pt x="4" y="11"/>
                    <a:pt x="7" y="10"/>
                    <a:pt x="9" y="8"/>
                  </a:cubicBezTo>
                  <a:cubicBezTo>
                    <a:pt x="10" y="6"/>
                    <a:pt x="10" y="3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5" name="Freeform 2773">
              <a:extLst>
                <a:ext uri="{FF2B5EF4-FFF2-40B4-BE49-F238E27FC236}">
                  <a16:creationId xmlns:a16="http://schemas.microsoft.com/office/drawing/2014/main" id="{0A989800-10C1-4CD0-9BE3-E11758097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085"/>
              <a:ext cx="68" cy="72"/>
            </a:xfrm>
            <a:custGeom>
              <a:avLst/>
              <a:gdLst>
                <a:gd name="T0" fmla="*/ 5354 w 27"/>
                <a:gd name="T1" fmla="*/ 1459 h 27"/>
                <a:gd name="T2" fmla="*/ 1007 w 27"/>
                <a:gd name="T3" fmla="*/ 2184 h 27"/>
                <a:gd name="T4" fmla="*/ 1534 w 27"/>
                <a:gd name="T5" fmla="*/ 8248 h 27"/>
                <a:gd name="T6" fmla="*/ 5881 w 27"/>
                <a:gd name="T7" fmla="*/ 7531 h 27"/>
                <a:gd name="T8" fmla="*/ 5354 w 27"/>
                <a:gd name="T9" fmla="*/ 145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1" y="4"/>
                  </a:moveTo>
                  <a:cubicBezTo>
                    <a:pt x="16" y="0"/>
                    <a:pt x="8" y="1"/>
                    <a:pt x="4" y="6"/>
                  </a:cubicBezTo>
                  <a:cubicBezTo>
                    <a:pt x="0" y="12"/>
                    <a:pt x="1" y="19"/>
                    <a:pt x="6" y="23"/>
                  </a:cubicBezTo>
                  <a:cubicBezTo>
                    <a:pt x="12" y="27"/>
                    <a:pt x="19" y="26"/>
                    <a:pt x="23" y="21"/>
                  </a:cubicBezTo>
                  <a:cubicBezTo>
                    <a:pt x="27" y="16"/>
                    <a:pt x="26" y="8"/>
                    <a:pt x="21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6" name="Freeform 2774">
              <a:extLst>
                <a:ext uri="{FF2B5EF4-FFF2-40B4-BE49-F238E27FC236}">
                  <a16:creationId xmlns:a16="http://schemas.microsoft.com/office/drawing/2014/main" id="{FD8ADFF9-1C39-4BA8-B695-5875A2F55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101"/>
              <a:ext cx="27" cy="30"/>
            </a:xfrm>
            <a:custGeom>
              <a:avLst/>
              <a:gdLst>
                <a:gd name="T0" fmla="*/ 1964 w 11"/>
                <a:gd name="T1" fmla="*/ 775 h 11"/>
                <a:gd name="T2" fmla="*/ 427 w 11"/>
                <a:gd name="T3" fmla="*/ 775 h 11"/>
                <a:gd name="T4" fmla="*/ 621 w 11"/>
                <a:gd name="T5" fmla="*/ 3755 h 11"/>
                <a:gd name="T6" fmla="*/ 1964 w 11"/>
                <a:gd name="T7" fmla="*/ 3325 h 11"/>
                <a:gd name="T8" fmla="*/ 1964 w 11"/>
                <a:gd name="T9" fmla="*/ 77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9" y="2"/>
                  </a:moveTo>
                  <a:cubicBezTo>
                    <a:pt x="7" y="0"/>
                    <a:pt x="4" y="0"/>
                    <a:pt x="2" y="2"/>
                  </a:cubicBezTo>
                  <a:cubicBezTo>
                    <a:pt x="0" y="4"/>
                    <a:pt x="1" y="7"/>
                    <a:pt x="3" y="9"/>
                  </a:cubicBezTo>
                  <a:cubicBezTo>
                    <a:pt x="5" y="11"/>
                    <a:pt x="8" y="10"/>
                    <a:pt x="9" y="8"/>
                  </a:cubicBezTo>
                  <a:cubicBezTo>
                    <a:pt x="11" y="6"/>
                    <a:pt x="11" y="3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7" name="Freeform 2775">
              <a:extLst>
                <a:ext uri="{FF2B5EF4-FFF2-40B4-BE49-F238E27FC236}">
                  <a16:creationId xmlns:a16="http://schemas.microsoft.com/office/drawing/2014/main" id="{6FC85A23-CABB-48D4-855A-376D2CE71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536"/>
              <a:ext cx="120" cy="64"/>
            </a:xfrm>
            <a:custGeom>
              <a:avLst/>
              <a:gdLst>
                <a:gd name="T0" fmla="*/ 11250 w 48"/>
                <a:gd name="T1" fmla="*/ 1459 h 24"/>
                <a:gd name="T2" fmla="*/ 11720 w 48"/>
                <a:gd name="T3" fmla="*/ 2581 h 24"/>
                <a:gd name="T4" fmla="*/ 520 w 48"/>
                <a:gd name="T5" fmla="*/ 8648 h 24"/>
                <a:gd name="T6" fmla="*/ 520 w 48"/>
                <a:gd name="T7" fmla="*/ 8648 h 24"/>
                <a:gd name="T8" fmla="*/ 313 w 48"/>
                <a:gd name="T9" fmla="*/ 7531 h 24"/>
                <a:gd name="T10" fmla="*/ 0 w 48"/>
                <a:gd name="T11" fmla="*/ 6464 h 24"/>
                <a:gd name="T12" fmla="*/ 0 w 48"/>
                <a:gd name="T13" fmla="*/ 6464 h 24"/>
                <a:gd name="T14" fmla="*/ 10750 w 48"/>
                <a:gd name="T15" fmla="*/ 0 h 24"/>
                <a:gd name="T16" fmla="*/ 11250 w 48"/>
                <a:gd name="T17" fmla="*/ 1459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4">
                  <a:moveTo>
                    <a:pt x="46" y="4"/>
                  </a:moveTo>
                  <a:cubicBezTo>
                    <a:pt x="46" y="5"/>
                    <a:pt x="47" y="6"/>
                    <a:pt x="48" y="7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3"/>
                    <a:pt x="2" y="22"/>
                    <a:pt x="1" y="21"/>
                  </a:cubicBezTo>
                  <a:cubicBezTo>
                    <a:pt x="1" y="20"/>
                    <a:pt x="0" y="19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5" y="1"/>
                    <a:pt x="45" y="3"/>
                    <a:pt x="46" y="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8" name="Freeform 2776">
              <a:extLst>
                <a:ext uri="{FF2B5EF4-FFF2-40B4-BE49-F238E27FC236}">
                  <a16:creationId xmlns:a16="http://schemas.microsoft.com/office/drawing/2014/main" id="{2F38E53F-37FF-4D56-87BA-3891315FD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541"/>
              <a:ext cx="109" cy="46"/>
            </a:xfrm>
            <a:custGeom>
              <a:avLst/>
              <a:gdLst>
                <a:gd name="T0" fmla="*/ 10169 w 44"/>
                <a:gd name="T1" fmla="*/ 2043 h 17"/>
                <a:gd name="T2" fmla="*/ 9716 w 44"/>
                <a:gd name="T3" fmla="*/ 0 h 17"/>
                <a:gd name="T4" fmla="*/ 0 w 44"/>
                <a:gd name="T5" fmla="*/ 6656 h 17"/>
                <a:gd name="T6" fmla="*/ 9530 w 44"/>
                <a:gd name="T7" fmla="*/ 1185 h 17"/>
                <a:gd name="T8" fmla="*/ 10169 w 44"/>
                <a:gd name="T9" fmla="*/ 204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7">
                  <a:moveTo>
                    <a:pt x="44" y="5"/>
                  </a:moveTo>
                  <a:cubicBezTo>
                    <a:pt x="43" y="4"/>
                    <a:pt x="42" y="1"/>
                    <a:pt x="42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39" y="3"/>
                    <a:pt x="41" y="3"/>
                  </a:cubicBezTo>
                  <a:cubicBezTo>
                    <a:pt x="43" y="4"/>
                    <a:pt x="44" y="5"/>
                    <a:pt x="44" y="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9" name="Freeform 2777">
              <a:extLst>
                <a:ext uri="{FF2B5EF4-FFF2-40B4-BE49-F238E27FC236}">
                  <a16:creationId xmlns:a16="http://schemas.microsoft.com/office/drawing/2014/main" id="{D99CF745-FD19-4505-847B-21F66B0D1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536"/>
              <a:ext cx="120" cy="64"/>
            </a:xfrm>
            <a:custGeom>
              <a:avLst/>
              <a:gdLst>
                <a:gd name="T0" fmla="*/ 11250 w 48"/>
                <a:gd name="T1" fmla="*/ 1459 h 24"/>
                <a:gd name="T2" fmla="*/ 11720 w 48"/>
                <a:gd name="T3" fmla="*/ 2581 h 24"/>
                <a:gd name="T4" fmla="*/ 520 w 48"/>
                <a:gd name="T5" fmla="*/ 8648 h 24"/>
                <a:gd name="T6" fmla="*/ 520 w 48"/>
                <a:gd name="T7" fmla="*/ 8648 h 24"/>
                <a:gd name="T8" fmla="*/ 313 w 48"/>
                <a:gd name="T9" fmla="*/ 7531 h 24"/>
                <a:gd name="T10" fmla="*/ 0 w 48"/>
                <a:gd name="T11" fmla="*/ 6464 h 24"/>
                <a:gd name="T12" fmla="*/ 0 w 48"/>
                <a:gd name="T13" fmla="*/ 6464 h 24"/>
                <a:gd name="T14" fmla="*/ 10750 w 48"/>
                <a:gd name="T15" fmla="*/ 0 h 24"/>
                <a:gd name="T16" fmla="*/ 11250 w 48"/>
                <a:gd name="T17" fmla="*/ 1459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4">
                  <a:moveTo>
                    <a:pt x="46" y="4"/>
                  </a:moveTo>
                  <a:cubicBezTo>
                    <a:pt x="46" y="5"/>
                    <a:pt x="47" y="6"/>
                    <a:pt x="48" y="7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3"/>
                    <a:pt x="2" y="22"/>
                    <a:pt x="1" y="21"/>
                  </a:cubicBezTo>
                  <a:cubicBezTo>
                    <a:pt x="1" y="20"/>
                    <a:pt x="0" y="19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5" y="1"/>
                    <a:pt x="45" y="3"/>
                    <a:pt x="46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0" name="Freeform 2778">
              <a:extLst>
                <a:ext uri="{FF2B5EF4-FFF2-40B4-BE49-F238E27FC236}">
                  <a16:creationId xmlns:a16="http://schemas.microsoft.com/office/drawing/2014/main" id="{04A23512-B1C0-4B1E-AA52-85BEFE1A1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445"/>
              <a:ext cx="140" cy="147"/>
            </a:xfrm>
            <a:custGeom>
              <a:avLst/>
              <a:gdLst>
                <a:gd name="T0" fmla="*/ 9300 w 56"/>
                <a:gd name="T1" fmla="*/ 18273 h 55"/>
                <a:gd name="T2" fmla="*/ 12238 w 56"/>
                <a:gd name="T3" fmla="*/ 6129 h 55"/>
                <a:gd name="T4" fmla="*/ 4425 w 56"/>
                <a:gd name="T5" fmla="*/ 1793 h 55"/>
                <a:gd name="T6" fmla="*/ 1488 w 56"/>
                <a:gd name="T7" fmla="*/ 13936 h 55"/>
                <a:gd name="T8" fmla="*/ 9300 w 56"/>
                <a:gd name="T9" fmla="*/ 1827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5">
                  <a:moveTo>
                    <a:pt x="38" y="50"/>
                  </a:moveTo>
                  <a:cubicBezTo>
                    <a:pt x="50" y="44"/>
                    <a:pt x="56" y="29"/>
                    <a:pt x="50" y="17"/>
                  </a:cubicBezTo>
                  <a:cubicBezTo>
                    <a:pt x="44" y="5"/>
                    <a:pt x="30" y="0"/>
                    <a:pt x="18" y="5"/>
                  </a:cubicBezTo>
                  <a:cubicBezTo>
                    <a:pt x="5" y="11"/>
                    <a:pt x="0" y="26"/>
                    <a:pt x="6" y="38"/>
                  </a:cubicBezTo>
                  <a:cubicBezTo>
                    <a:pt x="11" y="50"/>
                    <a:pt x="26" y="55"/>
                    <a:pt x="38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1" name="Freeform 2779">
              <a:extLst>
                <a:ext uri="{FF2B5EF4-FFF2-40B4-BE49-F238E27FC236}">
                  <a16:creationId xmlns:a16="http://schemas.microsoft.com/office/drawing/2014/main" id="{4573A4C0-7554-4EE5-8DB3-039C2020C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371"/>
              <a:ext cx="137" cy="144"/>
            </a:xfrm>
            <a:custGeom>
              <a:avLst/>
              <a:gdLst>
                <a:gd name="T0" fmla="*/ 3076 w 55"/>
                <a:gd name="T1" fmla="*/ 16589 h 54"/>
                <a:gd name="T2" fmla="*/ 11207 w 55"/>
                <a:gd name="T3" fmla="*/ 15112 h 54"/>
                <a:gd name="T4" fmla="*/ 10275 w 55"/>
                <a:gd name="T5" fmla="*/ 2824 h 54"/>
                <a:gd name="T6" fmla="*/ 2115 w 55"/>
                <a:gd name="T7" fmla="*/ 4301 h 54"/>
                <a:gd name="T8" fmla="*/ 3076 w 55"/>
                <a:gd name="T9" fmla="*/ 1658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4">
                  <a:moveTo>
                    <a:pt x="13" y="46"/>
                  </a:moveTo>
                  <a:cubicBezTo>
                    <a:pt x="23" y="54"/>
                    <a:pt x="38" y="53"/>
                    <a:pt x="47" y="42"/>
                  </a:cubicBezTo>
                  <a:cubicBezTo>
                    <a:pt x="55" y="32"/>
                    <a:pt x="53" y="17"/>
                    <a:pt x="43" y="8"/>
                  </a:cubicBezTo>
                  <a:cubicBezTo>
                    <a:pt x="32" y="0"/>
                    <a:pt x="17" y="1"/>
                    <a:pt x="9" y="12"/>
                  </a:cubicBezTo>
                  <a:cubicBezTo>
                    <a:pt x="0" y="22"/>
                    <a:pt x="2" y="38"/>
                    <a:pt x="13" y="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2" name="Freeform 2780">
              <a:extLst>
                <a:ext uri="{FF2B5EF4-FFF2-40B4-BE49-F238E27FC236}">
                  <a16:creationId xmlns:a16="http://schemas.microsoft.com/office/drawing/2014/main" id="{6E89340D-79E5-493D-9080-EDC33D515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902"/>
              <a:ext cx="137" cy="146"/>
            </a:xfrm>
            <a:custGeom>
              <a:avLst/>
              <a:gdLst>
                <a:gd name="T0" fmla="*/ 11974 w 55"/>
                <a:gd name="T1" fmla="*/ 13297 h 55"/>
                <a:gd name="T2" fmla="*/ 9122 w 55"/>
                <a:gd name="T3" fmla="*/ 2079 h 55"/>
                <a:gd name="T4" fmla="*/ 1420 w 55"/>
                <a:gd name="T5" fmla="*/ 5912 h 55"/>
                <a:gd name="T6" fmla="*/ 4053 w 55"/>
                <a:gd name="T7" fmla="*/ 17525 h 55"/>
                <a:gd name="T8" fmla="*/ 11974 w 55"/>
                <a:gd name="T9" fmla="*/ 1329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50" y="38"/>
                  </a:moveTo>
                  <a:cubicBezTo>
                    <a:pt x="55" y="26"/>
                    <a:pt x="50" y="12"/>
                    <a:pt x="38" y="6"/>
                  </a:cubicBezTo>
                  <a:cubicBezTo>
                    <a:pt x="26" y="0"/>
                    <a:pt x="12" y="5"/>
                    <a:pt x="6" y="17"/>
                  </a:cubicBezTo>
                  <a:cubicBezTo>
                    <a:pt x="0" y="29"/>
                    <a:pt x="5" y="44"/>
                    <a:pt x="17" y="50"/>
                  </a:cubicBezTo>
                  <a:cubicBezTo>
                    <a:pt x="29" y="55"/>
                    <a:pt x="44" y="50"/>
                    <a:pt x="50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3" name="Freeform 2781">
              <a:extLst>
                <a:ext uri="{FF2B5EF4-FFF2-40B4-BE49-F238E27FC236}">
                  <a16:creationId xmlns:a16="http://schemas.microsoft.com/office/drawing/2014/main" id="{929E7336-BB87-402B-A7E5-935E9DDAC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336"/>
              <a:ext cx="90" cy="75"/>
            </a:xfrm>
            <a:custGeom>
              <a:avLst/>
              <a:gdLst>
                <a:gd name="T0" fmla="*/ 8333 w 36"/>
                <a:gd name="T1" fmla="*/ 9206 h 28"/>
                <a:gd name="T2" fmla="*/ 7625 w 36"/>
                <a:gd name="T3" fmla="*/ 10339 h 28"/>
                <a:gd name="T4" fmla="*/ 0 w 36"/>
                <a:gd name="T5" fmla="*/ 1808 h 28"/>
                <a:gd name="T6" fmla="*/ 0 w 36"/>
                <a:gd name="T7" fmla="*/ 1808 h 28"/>
                <a:gd name="T8" fmla="*/ 313 w 36"/>
                <a:gd name="T9" fmla="*/ 675 h 28"/>
                <a:gd name="T10" fmla="*/ 520 w 36"/>
                <a:gd name="T11" fmla="*/ 0 h 28"/>
                <a:gd name="T12" fmla="*/ 520 w 36"/>
                <a:gd name="T13" fmla="*/ 0 h 28"/>
                <a:gd name="T14" fmla="*/ 8800 w 36"/>
                <a:gd name="T15" fmla="*/ 8129 h 28"/>
                <a:gd name="T16" fmla="*/ 8333 w 36"/>
                <a:gd name="T17" fmla="*/ 920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8">
                  <a:moveTo>
                    <a:pt x="34" y="25"/>
                  </a:moveTo>
                  <a:cubicBezTo>
                    <a:pt x="33" y="26"/>
                    <a:pt x="32" y="27"/>
                    <a:pt x="31" y="2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1" y="3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5" y="23"/>
                    <a:pt x="34" y="24"/>
                    <a:pt x="34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4" name="Freeform 2782">
              <a:extLst>
                <a:ext uri="{FF2B5EF4-FFF2-40B4-BE49-F238E27FC236}">
                  <a16:creationId xmlns:a16="http://schemas.microsoft.com/office/drawing/2014/main" id="{24D5480C-480A-4756-B9AD-22AF594BC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827"/>
              <a:ext cx="117" cy="21"/>
            </a:xfrm>
            <a:custGeom>
              <a:avLst/>
              <a:gdLst>
                <a:gd name="T0" fmla="*/ 11167 w 47"/>
                <a:gd name="T1" fmla="*/ 1378 h 8"/>
                <a:gd name="T2" fmla="*/ 11167 w 47"/>
                <a:gd name="T3" fmla="*/ 2604 h 8"/>
                <a:gd name="T4" fmla="*/ 187 w 47"/>
                <a:gd name="T5" fmla="*/ 2604 h 8"/>
                <a:gd name="T6" fmla="*/ 187 w 47"/>
                <a:gd name="T7" fmla="*/ 2604 h 8"/>
                <a:gd name="T8" fmla="*/ 187 w 47"/>
                <a:gd name="T9" fmla="*/ 1612 h 8"/>
                <a:gd name="T10" fmla="*/ 0 w 47"/>
                <a:gd name="T11" fmla="*/ 614 h 8"/>
                <a:gd name="T12" fmla="*/ 0 w 47"/>
                <a:gd name="T13" fmla="*/ 614 h 8"/>
                <a:gd name="T14" fmla="*/ 11167 w 47"/>
                <a:gd name="T15" fmla="*/ 0 h 8"/>
                <a:gd name="T16" fmla="*/ 11167 w 47"/>
                <a:gd name="T17" fmla="*/ 137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">
                  <a:moveTo>
                    <a:pt x="47" y="4"/>
                  </a:moveTo>
                  <a:cubicBezTo>
                    <a:pt x="47" y="5"/>
                    <a:pt x="47" y="7"/>
                    <a:pt x="47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1"/>
                    <a:pt x="47" y="3"/>
                    <a:pt x="47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5" name="Freeform 2783">
              <a:extLst>
                <a:ext uri="{FF2B5EF4-FFF2-40B4-BE49-F238E27FC236}">
                  <a16:creationId xmlns:a16="http://schemas.microsoft.com/office/drawing/2014/main" id="{0FEF5296-BFB3-45D5-AA30-5FB5AB6AB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030"/>
              <a:ext cx="62" cy="104"/>
            </a:xfrm>
            <a:custGeom>
              <a:avLst/>
              <a:gdLst>
                <a:gd name="T0" fmla="*/ 4883 w 25"/>
                <a:gd name="T1" fmla="*/ 661 h 39"/>
                <a:gd name="T2" fmla="*/ 5826 w 25"/>
                <a:gd name="T3" fmla="*/ 1059 h 39"/>
                <a:gd name="T4" fmla="*/ 947 w 25"/>
                <a:gd name="T5" fmla="*/ 14016 h 39"/>
                <a:gd name="T6" fmla="*/ 947 w 25"/>
                <a:gd name="T7" fmla="*/ 14016 h 39"/>
                <a:gd name="T8" fmla="*/ 184 w 25"/>
                <a:gd name="T9" fmla="*/ 13347 h 39"/>
                <a:gd name="T10" fmla="*/ 0 w 25"/>
                <a:gd name="T11" fmla="*/ 12536 h 39"/>
                <a:gd name="T12" fmla="*/ 0 w 25"/>
                <a:gd name="T13" fmla="*/ 12536 h 39"/>
                <a:gd name="T14" fmla="*/ 4238 w 25"/>
                <a:gd name="T15" fmla="*/ 0 h 39"/>
                <a:gd name="T16" fmla="*/ 4883 w 25"/>
                <a:gd name="T17" fmla="*/ 661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9">
                  <a:moveTo>
                    <a:pt x="21" y="2"/>
                  </a:moveTo>
                  <a:cubicBezTo>
                    <a:pt x="22" y="2"/>
                    <a:pt x="23" y="3"/>
                    <a:pt x="25" y="3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3" y="38"/>
                    <a:pt x="2" y="38"/>
                    <a:pt x="1" y="37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1"/>
                    <a:pt x="20" y="1"/>
                    <a:pt x="21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6" name="Freeform 2784">
              <a:extLst>
                <a:ext uri="{FF2B5EF4-FFF2-40B4-BE49-F238E27FC236}">
                  <a16:creationId xmlns:a16="http://schemas.microsoft.com/office/drawing/2014/main" id="{897233DD-EEDE-409D-A0B3-71470F3B5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067"/>
              <a:ext cx="168" cy="88"/>
            </a:xfrm>
            <a:custGeom>
              <a:avLst/>
              <a:gdLst>
                <a:gd name="T0" fmla="*/ 785 w 67"/>
                <a:gd name="T1" fmla="*/ 8648 h 33"/>
                <a:gd name="T2" fmla="*/ 1497 w 67"/>
                <a:gd name="T3" fmla="*/ 11891 h 33"/>
                <a:gd name="T4" fmla="*/ 16178 w 67"/>
                <a:gd name="T5" fmla="*/ 4301 h 33"/>
                <a:gd name="T6" fmla="*/ 16178 w 67"/>
                <a:gd name="T7" fmla="*/ 4301 h 33"/>
                <a:gd name="T8" fmla="*/ 16178 w 67"/>
                <a:gd name="T9" fmla="*/ 1763 h 33"/>
                <a:gd name="T10" fmla="*/ 15185 w 67"/>
                <a:gd name="T11" fmla="*/ 0 h 33"/>
                <a:gd name="T12" fmla="*/ 0 w 67"/>
                <a:gd name="T13" fmla="*/ 5824 h 33"/>
                <a:gd name="T14" fmla="*/ 785 w 67"/>
                <a:gd name="T15" fmla="*/ 8648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33">
                  <a:moveTo>
                    <a:pt x="3" y="24"/>
                  </a:moveTo>
                  <a:cubicBezTo>
                    <a:pt x="4" y="27"/>
                    <a:pt x="5" y="30"/>
                    <a:pt x="6" y="33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7" y="11"/>
                    <a:pt x="65" y="7"/>
                    <a:pt x="65" y="5"/>
                  </a:cubicBezTo>
                  <a:cubicBezTo>
                    <a:pt x="63" y="0"/>
                    <a:pt x="61" y="0"/>
                    <a:pt x="61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9"/>
                    <a:pt x="3" y="21"/>
                    <a:pt x="3" y="24"/>
                  </a:cubicBezTo>
                  <a:close/>
                </a:path>
              </a:pathLst>
            </a:custGeom>
            <a:solidFill>
              <a:srgbClr val="008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7" name="Freeform 2785">
              <a:extLst>
                <a:ext uri="{FF2B5EF4-FFF2-40B4-BE49-F238E27FC236}">
                  <a16:creationId xmlns:a16="http://schemas.microsoft.com/office/drawing/2014/main" id="{02515C66-5B2F-487E-97B2-37F85DA68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075"/>
              <a:ext cx="130" cy="66"/>
            </a:xfrm>
            <a:custGeom>
              <a:avLst/>
              <a:gdLst>
                <a:gd name="T0" fmla="*/ 783 w 52"/>
                <a:gd name="T1" fmla="*/ 8448 h 25"/>
                <a:gd name="T2" fmla="*/ 0 w 52"/>
                <a:gd name="T3" fmla="*/ 4768 h 25"/>
                <a:gd name="T4" fmla="*/ 12708 w 52"/>
                <a:gd name="T5" fmla="*/ 0 h 25"/>
                <a:gd name="T6" fmla="*/ 1770 w 52"/>
                <a:gd name="T7" fmla="*/ 5779 h 25"/>
                <a:gd name="T8" fmla="*/ 783 w 52"/>
                <a:gd name="T9" fmla="*/ 84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5">
                  <a:moveTo>
                    <a:pt x="3" y="25"/>
                  </a:moveTo>
                  <a:cubicBezTo>
                    <a:pt x="3" y="21"/>
                    <a:pt x="1" y="14"/>
                    <a:pt x="0" y="14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9" y="12"/>
                    <a:pt x="7" y="17"/>
                  </a:cubicBezTo>
                  <a:cubicBezTo>
                    <a:pt x="5" y="21"/>
                    <a:pt x="4" y="25"/>
                    <a:pt x="3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8" name="Freeform 2786">
              <a:extLst>
                <a:ext uri="{FF2B5EF4-FFF2-40B4-BE49-F238E27FC236}">
                  <a16:creationId xmlns:a16="http://schemas.microsoft.com/office/drawing/2014/main" id="{957F31B9-6429-4EAD-95AF-2A2732C89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067"/>
              <a:ext cx="168" cy="88"/>
            </a:xfrm>
            <a:custGeom>
              <a:avLst/>
              <a:gdLst>
                <a:gd name="T0" fmla="*/ 785 w 67"/>
                <a:gd name="T1" fmla="*/ 8648 h 33"/>
                <a:gd name="T2" fmla="*/ 1497 w 67"/>
                <a:gd name="T3" fmla="*/ 11891 h 33"/>
                <a:gd name="T4" fmla="*/ 16178 w 67"/>
                <a:gd name="T5" fmla="*/ 4301 h 33"/>
                <a:gd name="T6" fmla="*/ 16178 w 67"/>
                <a:gd name="T7" fmla="*/ 4301 h 33"/>
                <a:gd name="T8" fmla="*/ 16178 w 67"/>
                <a:gd name="T9" fmla="*/ 1763 h 33"/>
                <a:gd name="T10" fmla="*/ 15185 w 67"/>
                <a:gd name="T11" fmla="*/ 0 h 33"/>
                <a:gd name="T12" fmla="*/ 0 w 67"/>
                <a:gd name="T13" fmla="*/ 5824 h 33"/>
                <a:gd name="T14" fmla="*/ 785 w 67"/>
                <a:gd name="T15" fmla="*/ 8648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33">
                  <a:moveTo>
                    <a:pt x="3" y="24"/>
                  </a:moveTo>
                  <a:cubicBezTo>
                    <a:pt x="4" y="27"/>
                    <a:pt x="5" y="30"/>
                    <a:pt x="6" y="33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7" y="11"/>
                    <a:pt x="65" y="7"/>
                    <a:pt x="65" y="5"/>
                  </a:cubicBezTo>
                  <a:cubicBezTo>
                    <a:pt x="63" y="0"/>
                    <a:pt x="61" y="0"/>
                    <a:pt x="61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9"/>
                    <a:pt x="3" y="21"/>
                    <a:pt x="3" y="2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9" name="Freeform 2787">
              <a:extLst>
                <a:ext uri="{FF2B5EF4-FFF2-40B4-BE49-F238E27FC236}">
                  <a16:creationId xmlns:a16="http://schemas.microsoft.com/office/drawing/2014/main" id="{6D498642-574C-4954-B34F-B1C2E21BD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107"/>
              <a:ext cx="35" cy="50"/>
            </a:xfrm>
            <a:custGeom>
              <a:avLst/>
              <a:gdLst>
                <a:gd name="T0" fmla="*/ 313 w 14"/>
                <a:gd name="T1" fmla="*/ 3642 h 19"/>
                <a:gd name="T2" fmla="*/ 1300 w 14"/>
                <a:gd name="T3" fmla="*/ 382 h 19"/>
                <a:gd name="T4" fmla="*/ 3250 w 14"/>
                <a:gd name="T5" fmla="*/ 2645 h 19"/>
                <a:gd name="T6" fmla="*/ 2270 w 14"/>
                <a:gd name="T7" fmla="*/ 6324 h 19"/>
                <a:gd name="T8" fmla="*/ 313 w 14"/>
                <a:gd name="T9" fmla="*/ 36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1" y="11"/>
                  </a:moveTo>
                  <a:cubicBezTo>
                    <a:pt x="0" y="7"/>
                    <a:pt x="1" y="2"/>
                    <a:pt x="5" y="1"/>
                  </a:cubicBezTo>
                  <a:cubicBezTo>
                    <a:pt x="8" y="0"/>
                    <a:pt x="12" y="3"/>
                    <a:pt x="13" y="8"/>
                  </a:cubicBezTo>
                  <a:cubicBezTo>
                    <a:pt x="14" y="13"/>
                    <a:pt x="13" y="18"/>
                    <a:pt x="9" y="19"/>
                  </a:cubicBezTo>
                  <a:cubicBezTo>
                    <a:pt x="6" y="19"/>
                    <a:pt x="2" y="16"/>
                    <a:pt x="1" y="11"/>
                  </a:cubicBezTo>
                  <a:close/>
                </a:path>
              </a:pathLst>
            </a:custGeom>
            <a:solidFill>
              <a:srgbClr val="BCD7E3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30" name="Freeform 2788">
              <a:extLst>
                <a:ext uri="{FF2B5EF4-FFF2-40B4-BE49-F238E27FC236}">
                  <a16:creationId xmlns:a16="http://schemas.microsoft.com/office/drawing/2014/main" id="{9E69735F-A027-4FCA-AC92-A6A1A3F1D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808"/>
              <a:ext cx="164" cy="51"/>
            </a:xfrm>
            <a:custGeom>
              <a:avLst/>
              <a:gdLst>
                <a:gd name="T0" fmla="*/ 15356 w 66"/>
                <a:gd name="T1" fmla="*/ 3328 h 19"/>
                <a:gd name="T2" fmla="*/ 15560 w 66"/>
                <a:gd name="T3" fmla="*/ 6694 h 19"/>
                <a:gd name="T4" fmla="*/ 641 w 66"/>
                <a:gd name="T5" fmla="*/ 7119 h 19"/>
                <a:gd name="T6" fmla="*/ 641 w 66"/>
                <a:gd name="T7" fmla="*/ 7119 h 19"/>
                <a:gd name="T8" fmla="*/ 186 w 66"/>
                <a:gd name="T9" fmla="*/ 4872 h 19"/>
                <a:gd name="T10" fmla="*/ 462 w 66"/>
                <a:gd name="T11" fmla="*/ 2652 h 19"/>
                <a:gd name="T12" fmla="*/ 15356 w 66"/>
                <a:gd name="T13" fmla="*/ 0 h 19"/>
                <a:gd name="T14" fmla="*/ 15356 w 66"/>
                <a:gd name="T15" fmla="*/ 3328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19">
                  <a:moveTo>
                    <a:pt x="65" y="9"/>
                  </a:moveTo>
                  <a:cubicBezTo>
                    <a:pt x="65" y="12"/>
                    <a:pt x="66" y="15"/>
                    <a:pt x="66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" y="19"/>
                    <a:pt x="1" y="15"/>
                    <a:pt x="1" y="13"/>
                  </a:cubicBezTo>
                  <a:cubicBezTo>
                    <a:pt x="0" y="8"/>
                    <a:pt x="2" y="7"/>
                    <a:pt x="2" y="7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3"/>
                    <a:pt x="65" y="6"/>
                    <a:pt x="65" y="9"/>
                  </a:cubicBezTo>
                  <a:close/>
                </a:path>
              </a:pathLst>
            </a:custGeom>
            <a:solidFill>
              <a:srgbClr val="008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1" name="Freeform 2789">
              <a:extLst>
                <a:ext uri="{FF2B5EF4-FFF2-40B4-BE49-F238E27FC236}">
                  <a16:creationId xmlns:a16="http://schemas.microsoft.com/office/drawing/2014/main" id="{11B71612-C293-441A-8348-6584048D6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816"/>
              <a:ext cx="137" cy="32"/>
            </a:xfrm>
            <a:custGeom>
              <a:avLst/>
              <a:gdLst>
                <a:gd name="T0" fmla="*/ 13122 w 55"/>
                <a:gd name="T1" fmla="*/ 4301 h 12"/>
                <a:gd name="T2" fmla="*/ 12938 w 55"/>
                <a:gd name="T3" fmla="*/ 0 h 12"/>
                <a:gd name="T4" fmla="*/ 0 w 55"/>
                <a:gd name="T5" fmla="*/ 2184 h 12"/>
                <a:gd name="T6" fmla="*/ 11702 w 55"/>
                <a:gd name="T7" fmla="*/ 1763 h 12"/>
                <a:gd name="T8" fmla="*/ 13122 w 55"/>
                <a:gd name="T9" fmla="*/ 430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2">
                  <a:moveTo>
                    <a:pt x="55" y="12"/>
                  </a:moveTo>
                  <a:cubicBezTo>
                    <a:pt x="54" y="9"/>
                    <a:pt x="54" y="1"/>
                    <a:pt x="54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45" y="3"/>
                    <a:pt x="49" y="5"/>
                  </a:cubicBezTo>
                  <a:cubicBezTo>
                    <a:pt x="52" y="8"/>
                    <a:pt x="54" y="12"/>
                    <a:pt x="55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2" name="Freeform 2790">
              <a:extLst>
                <a:ext uri="{FF2B5EF4-FFF2-40B4-BE49-F238E27FC236}">
                  <a16:creationId xmlns:a16="http://schemas.microsoft.com/office/drawing/2014/main" id="{DA8F5E27-2E65-42F2-AFCC-2EFC80953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808"/>
              <a:ext cx="164" cy="51"/>
            </a:xfrm>
            <a:custGeom>
              <a:avLst/>
              <a:gdLst>
                <a:gd name="T0" fmla="*/ 15356 w 66"/>
                <a:gd name="T1" fmla="*/ 3328 h 19"/>
                <a:gd name="T2" fmla="*/ 15560 w 66"/>
                <a:gd name="T3" fmla="*/ 6694 h 19"/>
                <a:gd name="T4" fmla="*/ 641 w 66"/>
                <a:gd name="T5" fmla="*/ 7119 h 19"/>
                <a:gd name="T6" fmla="*/ 641 w 66"/>
                <a:gd name="T7" fmla="*/ 7119 h 19"/>
                <a:gd name="T8" fmla="*/ 186 w 66"/>
                <a:gd name="T9" fmla="*/ 4872 h 19"/>
                <a:gd name="T10" fmla="*/ 462 w 66"/>
                <a:gd name="T11" fmla="*/ 2652 h 19"/>
                <a:gd name="T12" fmla="*/ 15356 w 66"/>
                <a:gd name="T13" fmla="*/ 0 h 19"/>
                <a:gd name="T14" fmla="*/ 15356 w 66"/>
                <a:gd name="T15" fmla="*/ 3328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19">
                  <a:moveTo>
                    <a:pt x="65" y="9"/>
                  </a:moveTo>
                  <a:cubicBezTo>
                    <a:pt x="65" y="12"/>
                    <a:pt x="66" y="15"/>
                    <a:pt x="66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" y="19"/>
                    <a:pt x="1" y="15"/>
                    <a:pt x="1" y="13"/>
                  </a:cubicBezTo>
                  <a:cubicBezTo>
                    <a:pt x="0" y="8"/>
                    <a:pt x="2" y="7"/>
                    <a:pt x="2" y="7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3"/>
                    <a:pt x="65" y="6"/>
                    <a:pt x="65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3" name="Freeform 2791">
              <a:extLst>
                <a:ext uri="{FF2B5EF4-FFF2-40B4-BE49-F238E27FC236}">
                  <a16:creationId xmlns:a16="http://schemas.microsoft.com/office/drawing/2014/main" id="{3C2A3FB9-7551-45F0-B153-36FB0B8E9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805"/>
              <a:ext cx="33" cy="51"/>
            </a:xfrm>
            <a:custGeom>
              <a:avLst/>
              <a:gdLst>
                <a:gd name="T0" fmla="*/ 3485 w 13"/>
                <a:gd name="T1" fmla="*/ 3328 h 19"/>
                <a:gd name="T2" fmla="*/ 1571 w 13"/>
                <a:gd name="T3" fmla="*/ 403 h 19"/>
                <a:gd name="T4" fmla="*/ 0 w 13"/>
                <a:gd name="T5" fmla="*/ 3731 h 19"/>
                <a:gd name="T6" fmla="*/ 2107 w 13"/>
                <a:gd name="T7" fmla="*/ 7119 h 19"/>
                <a:gd name="T8" fmla="*/ 3485 w 13"/>
                <a:gd name="T9" fmla="*/ 332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13" y="9"/>
                  </a:moveTo>
                  <a:cubicBezTo>
                    <a:pt x="12" y="4"/>
                    <a:pt x="9" y="0"/>
                    <a:pt x="6" y="1"/>
                  </a:cubicBezTo>
                  <a:cubicBezTo>
                    <a:pt x="2" y="1"/>
                    <a:pt x="0" y="5"/>
                    <a:pt x="0" y="10"/>
                  </a:cubicBezTo>
                  <a:cubicBezTo>
                    <a:pt x="1" y="15"/>
                    <a:pt x="4" y="19"/>
                    <a:pt x="8" y="19"/>
                  </a:cubicBezTo>
                  <a:cubicBezTo>
                    <a:pt x="11" y="18"/>
                    <a:pt x="13" y="14"/>
                    <a:pt x="13" y="9"/>
                  </a:cubicBezTo>
                  <a:close/>
                </a:path>
              </a:pathLst>
            </a:custGeom>
            <a:solidFill>
              <a:srgbClr val="BCD7E3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34" name="Freeform 2792">
              <a:extLst>
                <a:ext uri="{FF2B5EF4-FFF2-40B4-BE49-F238E27FC236}">
                  <a16:creationId xmlns:a16="http://schemas.microsoft.com/office/drawing/2014/main" id="{67642B3F-72E1-4AD7-B106-6E981AFC2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965"/>
              <a:ext cx="128" cy="59"/>
            </a:xfrm>
            <a:custGeom>
              <a:avLst/>
              <a:gdLst>
                <a:gd name="T0" fmla="*/ 522 w 51"/>
                <a:gd name="T1" fmla="*/ 5286 h 22"/>
                <a:gd name="T2" fmla="*/ 788 w 51"/>
                <a:gd name="T3" fmla="*/ 8177 h 22"/>
                <a:gd name="T4" fmla="*/ 12270 w 51"/>
                <a:gd name="T5" fmla="*/ 4149 h 22"/>
                <a:gd name="T6" fmla="*/ 12459 w 51"/>
                <a:gd name="T7" fmla="*/ 4149 h 22"/>
                <a:gd name="T8" fmla="*/ 12742 w 51"/>
                <a:gd name="T9" fmla="*/ 2215 h 22"/>
                <a:gd name="T10" fmla="*/ 11748 w 51"/>
                <a:gd name="T11" fmla="*/ 0 h 22"/>
                <a:gd name="T12" fmla="*/ 11748 w 51"/>
                <a:gd name="T13" fmla="*/ 0 h 22"/>
                <a:gd name="T14" fmla="*/ 0 w 51"/>
                <a:gd name="T15" fmla="*/ 2639 h 22"/>
                <a:gd name="T16" fmla="*/ 522 w 51"/>
                <a:gd name="T17" fmla="*/ 528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22">
                  <a:moveTo>
                    <a:pt x="2" y="14"/>
                  </a:moveTo>
                  <a:cubicBezTo>
                    <a:pt x="2" y="17"/>
                    <a:pt x="3" y="20"/>
                    <a:pt x="3" y="22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9" y="11"/>
                    <a:pt x="49" y="11"/>
                    <a:pt x="50" y="11"/>
                  </a:cubicBezTo>
                  <a:cubicBezTo>
                    <a:pt x="51" y="11"/>
                    <a:pt x="51" y="7"/>
                    <a:pt x="51" y="6"/>
                  </a:cubicBezTo>
                  <a:cubicBezTo>
                    <a:pt x="50" y="4"/>
                    <a:pt x="49" y="1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9"/>
                    <a:pt x="1" y="12"/>
                    <a:pt x="2" y="14"/>
                  </a:cubicBezTo>
                  <a:close/>
                </a:path>
              </a:pathLst>
            </a:custGeom>
            <a:solidFill>
              <a:srgbClr val="008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5" name="Freeform 2793">
              <a:extLst>
                <a:ext uri="{FF2B5EF4-FFF2-40B4-BE49-F238E27FC236}">
                  <a16:creationId xmlns:a16="http://schemas.microsoft.com/office/drawing/2014/main" id="{567658FD-43A1-4A31-A502-9F423828D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973"/>
              <a:ext cx="108" cy="46"/>
            </a:xfrm>
            <a:custGeom>
              <a:avLst/>
              <a:gdLst>
                <a:gd name="T0" fmla="*/ 522 w 43"/>
                <a:gd name="T1" fmla="*/ 6656 h 17"/>
                <a:gd name="T2" fmla="*/ 0 w 43"/>
                <a:gd name="T3" fmla="*/ 2300 h 17"/>
                <a:gd name="T4" fmla="*/ 10787 w 43"/>
                <a:gd name="T5" fmla="*/ 0 h 17"/>
                <a:gd name="T6" fmla="*/ 1507 w 43"/>
                <a:gd name="T7" fmla="*/ 3485 h 17"/>
                <a:gd name="T8" fmla="*/ 522 w 43"/>
                <a:gd name="T9" fmla="*/ 665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7">
                  <a:moveTo>
                    <a:pt x="2" y="17"/>
                  </a:moveTo>
                  <a:cubicBezTo>
                    <a:pt x="2" y="13"/>
                    <a:pt x="1" y="7"/>
                    <a:pt x="0" y="6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9" y="6"/>
                    <a:pt x="6" y="9"/>
                  </a:cubicBezTo>
                  <a:cubicBezTo>
                    <a:pt x="4" y="13"/>
                    <a:pt x="3" y="16"/>
                    <a:pt x="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6" name="Freeform 2794">
              <a:extLst>
                <a:ext uri="{FF2B5EF4-FFF2-40B4-BE49-F238E27FC236}">
                  <a16:creationId xmlns:a16="http://schemas.microsoft.com/office/drawing/2014/main" id="{28594D32-DE2F-4217-872D-DBFE6D42C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965"/>
              <a:ext cx="128" cy="59"/>
            </a:xfrm>
            <a:custGeom>
              <a:avLst/>
              <a:gdLst>
                <a:gd name="T0" fmla="*/ 522 w 51"/>
                <a:gd name="T1" fmla="*/ 5286 h 22"/>
                <a:gd name="T2" fmla="*/ 788 w 51"/>
                <a:gd name="T3" fmla="*/ 8177 h 22"/>
                <a:gd name="T4" fmla="*/ 12270 w 51"/>
                <a:gd name="T5" fmla="*/ 4149 h 22"/>
                <a:gd name="T6" fmla="*/ 12459 w 51"/>
                <a:gd name="T7" fmla="*/ 4149 h 22"/>
                <a:gd name="T8" fmla="*/ 12742 w 51"/>
                <a:gd name="T9" fmla="*/ 2215 h 22"/>
                <a:gd name="T10" fmla="*/ 11748 w 51"/>
                <a:gd name="T11" fmla="*/ 0 h 22"/>
                <a:gd name="T12" fmla="*/ 11748 w 51"/>
                <a:gd name="T13" fmla="*/ 0 h 22"/>
                <a:gd name="T14" fmla="*/ 0 w 51"/>
                <a:gd name="T15" fmla="*/ 2639 h 22"/>
                <a:gd name="T16" fmla="*/ 522 w 51"/>
                <a:gd name="T17" fmla="*/ 528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22">
                  <a:moveTo>
                    <a:pt x="2" y="14"/>
                  </a:moveTo>
                  <a:cubicBezTo>
                    <a:pt x="2" y="17"/>
                    <a:pt x="3" y="20"/>
                    <a:pt x="3" y="22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9" y="11"/>
                    <a:pt x="49" y="11"/>
                    <a:pt x="50" y="11"/>
                  </a:cubicBezTo>
                  <a:cubicBezTo>
                    <a:pt x="51" y="11"/>
                    <a:pt x="51" y="7"/>
                    <a:pt x="51" y="6"/>
                  </a:cubicBezTo>
                  <a:cubicBezTo>
                    <a:pt x="50" y="4"/>
                    <a:pt x="49" y="1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9"/>
                    <a:pt x="1" y="12"/>
                    <a:pt x="2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7" name="Freeform 2795">
              <a:extLst>
                <a:ext uri="{FF2B5EF4-FFF2-40B4-BE49-F238E27FC236}">
                  <a16:creationId xmlns:a16="http://schemas.microsoft.com/office/drawing/2014/main" id="{275E710C-233F-42F2-9731-020DD6D6C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981"/>
              <a:ext cx="15" cy="46"/>
            </a:xfrm>
            <a:custGeom>
              <a:avLst/>
              <a:gdLst>
                <a:gd name="T0" fmla="*/ 313 w 6"/>
                <a:gd name="T1" fmla="*/ 3485 h 17"/>
                <a:gd name="T2" fmla="*/ 520 w 6"/>
                <a:gd name="T3" fmla="*/ 438 h 17"/>
                <a:gd name="T4" fmla="*/ 1300 w 6"/>
                <a:gd name="T5" fmla="*/ 3206 h 17"/>
                <a:gd name="T6" fmla="*/ 988 w 6"/>
                <a:gd name="T7" fmla="*/ 6224 h 17"/>
                <a:gd name="T8" fmla="*/ 313 w 6"/>
                <a:gd name="T9" fmla="*/ 348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7">
                  <a:moveTo>
                    <a:pt x="1" y="9"/>
                  </a:moveTo>
                  <a:cubicBezTo>
                    <a:pt x="0" y="5"/>
                    <a:pt x="0" y="1"/>
                    <a:pt x="2" y="1"/>
                  </a:cubicBezTo>
                  <a:cubicBezTo>
                    <a:pt x="3" y="0"/>
                    <a:pt x="5" y="4"/>
                    <a:pt x="5" y="8"/>
                  </a:cubicBezTo>
                  <a:cubicBezTo>
                    <a:pt x="6" y="12"/>
                    <a:pt x="6" y="16"/>
                    <a:pt x="4" y="16"/>
                  </a:cubicBezTo>
                  <a:cubicBezTo>
                    <a:pt x="3" y="17"/>
                    <a:pt x="1" y="13"/>
                    <a:pt x="1" y="9"/>
                  </a:cubicBezTo>
                  <a:close/>
                </a:path>
              </a:pathLst>
            </a:custGeom>
            <a:solidFill>
              <a:srgbClr val="BCD7E3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38" name="Freeform 2796">
              <a:extLst>
                <a:ext uri="{FF2B5EF4-FFF2-40B4-BE49-F238E27FC236}">
                  <a16:creationId xmlns:a16="http://schemas.microsoft.com/office/drawing/2014/main" id="{A0B38FF7-B86B-42DB-8E7D-D4960752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435"/>
              <a:ext cx="105" cy="112"/>
            </a:xfrm>
            <a:custGeom>
              <a:avLst/>
              <a:gdLst>
                <a:gd name="T0" fmla="*/ 9300 w 42"/>
                <a:gd name="T1" fmla="*/ 13597 h 42"/>
                <a:gd name="T2" fmla="*/ 10283 w 42"/>
                <a:gd name="T3" fmla="*/ 12536 h 42"/>
                <a:gd name="T4" fmla="*/ 2938 w 42"/>
                <a:gd name="T5" fmla="*/ 0 h 42"/>
                <a:gd name="T6" fmla="*/ 2938 w 42"/>
                <a:gd name="T7" fmla="*/ 0 h 42"/>
                <a:gd name="T8" fmla="*/ 1488 w 42"/>
                <a:gd name="T9" fmla="*/ 2184 h 42"/>
                <a:gd name="T10" fmla="*/ 0 w 42"/>
                <a:gd name="T11" fmla="*/ 4301 h 42"/>
                <a:gd name="T12" fmla="*/ 0 w 42"/>
                <a:gd name="T13" fmla="*/ 4301 h 42"/>
                <a:gd name="T14" fmla="*/ 8595 w 42"/>
                <a:gd name="T15" fmla="*/ 15112 h 42"/>
                <a:gd name="T16" fmla="*/ 9300 w 42"/>
                <a:gd name="T17" fmla="*/ 13597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2">
                  <a:moveTo>
                    <a:pt x="38" y="38"/>
                  </a:moveTo>
                  <a:cubicBezTo>
                    <a:pt x="40" y="37"/>
                    <a:pt x="41" y="36"/>
                    <a:pt x="42" y="3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1"/>
                    <a:pt x="7" y="4"/>
                    <a:pt x="6" y="6"/>
                  </a:cubicBezTo>
                  <a:cubicBezTo>
                    <a:pt x="5" y="7"/>
                    <a:pt x="1" y="1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6" y="41"/>
                    <a:pt x="37" y="40"/>
                    <a:pt x="38" y="38"/>
                  </a:cubicBezTo>
                  <a:close/>
                </a:path>
              </a:pathLst>
            </a:custGeom>
            <a:solidFill>
              <a:srgbClr val="008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9" name="Freeform 2797">
              <a:extLst>
                <a:ext uri="{FF2B5EF4-FFF2-40B4-BE49-F238E27FC236}">
                  <a16:creationId xmlns:a16="http://schemas.microsoft.com/office/drawing/2014/main" id="{C19AC5BA-CE98-4931-82B4-F2889845B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435"/>
              <a:ext cx="105" cy="112"/>
            </a:xfrm>
            <a:custGeom>
              <a:avLst/>
              <a:gdLst>
                <a:gd name="T0" fmla="*/ 9300 w 42"/>
                <a:gd name="T1" fmla="*/ 13597 h 42"/>
                <a:gd name="T2" fmla="*/ 10283 w 42"/>
                <a:gd name="T3" fmla="*/ 12536 h 42"/>
                <a:gd name="T4" fmla="*/ 2938 w 42"/>
                <a:gd name="T5" fmla="*/ 0 h 42"/>
                <a:gd name="T6" fmla="*/ 2938 w 42"/>
                <a:gd name="T7" fmla="*/ 0 h 42"/>
                <a:gd name="T8" fmla="*/ 1488 w 42"/>
                <a:gd name="T9" fmla="*/ 2184 h 42"/>
                <a:gd name="T10" fmla="*/ 0 w 42"/>
                <a:gd name="T11" fmla="*/ 4301 h 42"/>
                <a:gd name="T12" fmla="*/ 0 w 42"/>
                <a:gd name="T13" fmla="*/ 4301 h 42"/>
                <a:gd name="T14" fmla="*/ 8595 w 42"/>
                <a:gd name="T15" fmla="*/ 15112 h 42"/>
                <a:gd name="T16" fmla="*/ 9300 w 42"/>
                <a:gd name="T17" fmla="*/ 13597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2">
                  <a:moveTo>
                    <a:pt x="38" y="38"/>
                  </a:moveTo>
                  <a:cubicBezTo>
                    <a:pt x="40" y="37"/>
                    <a:pt x="41" y="36"/>
                    <a:pt x="42" y="3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1"/>
                    <a:pt x="7" y="4"/>
                    <a:pt x="6" y="6"/>
                  </a:cubicBezTo>
                  <a:cubicBezTo>
                    <a:pt x="5" y="7"/>
                    <a:pt x="1" y="1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6" y="41"/>
                    <a:pt x="37" y="40"/>
                    <a:pt x="38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0" name="Freeform 2798">
              <a:extLst>
                <a:ext uri="{FF2B5EF4-FFF2-40B4-BE49-F238E27FC236}">
                  <a16:creationId xmlns:a16="http://schemas.microsoft.com/office/drawing/2014/main" id="{0AAB7846-26E3-45BB-832C-58ABA5AC7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525"/>
              <a:ext cx="28" cy="24"/>
            </a:xfrm>
            <a:custGeom>
              <a:avLst/>
              <a:gdLst>
                <a:gd name="T0" fmla="*/ 2146 w 11"/>
                <a:gd name="T1" fmla="*/ 2581 h 9"/>
                <a:gd name="T2" fmla="*/ 331 w 11"/>
                <a:gd name="T3" fmla="*/ 2824 h 9"/>
                <a:gd name="T4" fmla="*/ 843 w 11"/>
                <a:gd name="T5" fmla="*/ 661 h 9"/>
                <a:gd name="T6" fmla="*/ 2474 w 11"/>
                <a:gd name="T7" fmla="*/ 397 h 9"/>
                <a:gd name="T8" fmla="*/ 2146 w 11"/>
                <a:gd name="T9" fmla="*/ 258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8" y="7"/>
                  </a:moveTo>
                  <a:cubicBezTo>
                    <a:pt x="6" y="9"/>
                    <a:pt x="3" y="9"/>
                    <a:pt x="1" y="8"/>
                  </a:cubicBezTo>
                  <a:cubicBezTo>
                    <a:pt x="0" y="6"/>
                    <a:pt x="1" y="4"/>
                    <a:pt x="3" y="2"/>
                  </a:cubicBezTo>
                  <a:cubicBezTo>
                    <a:pt x="5" y="0"/>
                    <a:pt x="8" y="0"/>
                    <a:pt x="9" y="1"/>
                  </a:cubicBezTo>
                  <a:cubicBezTo>
                    <a:pt x="11" y="2"/>
                    <a:pt x="10" y="5"/>
                    <a:pt x="8" y="7"/>
                  </a:cubicBezTo>
                  <a:close/>
                </a:path>
              </a:pathLst>
            </a:custGeom>
            <a:solidFill>
              <a:srgbClr val="BCD7E3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41" name="Freeform 2799">
              <a:extLst>
                <a:ext uri="{FF2B5EF4-FFF2-40B4-BE49-F238E27FC236}">
                  <a16:creationId xmlns:a16="http://schemas.microsoft.com/office/drawing/2014/main" id="{A36DD7DF-CC0E-4A41-B451-D766AC372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104"/>
              <a:ext cx="105" cy="115"/>
            </a:xfrm>
            <a:custGeom>
              <a:avLst/>
              <a:gdLst>
                <a:gd name="T0" fmla="*/ 9300 w 42"/>
                <a:gd name="T1" fmla="*/ 1495 h 43"/>
                <a:gd name="T2" fmla="*/ 8333 w 42"/>
                <a:gd name="T3" fmla="*/ 0 h 43"/>
                <a:gd name="T4" fmla="*/ 0 w 42"/>
                <a:gd name="T5" fmla="*/ 11366 h 43"/>
                <a:gd name="T6" fmla="*/ 0 w 42"/>
                <a:gd name="T7" fmla="*/ 11366 h 43"/>
                <a:gd name="T8" fmla="*/ 1488 w 42"/>
                <a:gd name="T9" fmla="*/ 13562 h 43"/>
                <a:gd name="T10" fmla="*/ 2938 w 42"/>
                <a:gd name="T11" fmla="*/ 15763 h 43"/>
                <a:gd name="T12" fmla="*/ 2938 w 42"/>
                <a:gd name="T13" fmla="*/ 15763 h 43"/>
                <a:gd name="T14" fmla="*/ 10283 w 42"/>
                <a:gd name="T15" fmla="*/ 2602 h 43"/>
                <a:gd name="T16" fmla="*/ 9300 w 42"/>
                <a:gd name="T17" fmla="*/ 149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3">
                  <a:moveTo>
                    <a:pt x="38" y="4"/>
                  </a:moveTo>
                  <a:cubicBezTo>
                    <a:pt x="37" y="2"/>
                    <a:pt x="36" y="1"/>
                    <a:pt x="34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5" y="36"/>
                    <a:pt x="6" y="37"/>
                  </a:cubicBezTo>
                  <a:cubicBezTo>
                    <a:pt x="7" y="38"/>
                    <a:pt x="11" y="41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6"/>
                    <a:pt x="39" y="5"/>
                    <a:pt x="38" y="4"/>
                  </a:cubicBezTo>
                  <a:close/>
                </a:path>
              </a:pathLst>
            </a:custGeom>
            <a:solidFill>
              <a:srgbClr val="008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2" name="Freeform 2800">
              <a:extLst>
                <a:ext uri="{FF2B5EF4-FFF2-40B4-BE49-F238E27FC236}">
                  <a16:creationId xmlns:a16="http://schemas.microsoft.com/office/drawing/2014/main" id="{252972B7-14D0-4D1E-8ADC-DDB27DA3F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104"/>
              <a:ext cx="105" cy="115"/>
            </a:xfrm>
            <a:custGeom>
              <a:avLst/>
              <a:gdLst>
                <a:gd name="T0" fmla="*/ 9300 w 42"/>
                <a:gd name="T1" fmla="*/ 1495 h 43"/>
                <a:gd name="T2" fmla="*/ 8333 w 42"/>
                <a:gd name="T3" fmla="*/ 0 h 43"/>
                <a:gd name="T4" fmla="*/ 0 w 42"/>
                <a:gd name="T5" fmla="*/ 11366 h 43"/>
                <a:gd name="T6" fmla="*/ 0 w 42"/>
                <a:gd name="T7" fmla="*/ 11366 h 43"/>
                <a:gd name="T8" fmla="*/ 1488 w 42"/>
                <a:gd name="T9" fmla="*/ 13562 h 43"/>
                <a:gd name="T10" fmla="*/ 2938 w 42"/>
                <a:gd name="T11" fmla="*/ 15763 h 43"/>
                <a:gd name="T12" fmla="*/ 2938 w 42"/>
                <a:gd name="T13" fmla="*/ 15763 h 43"/>
                <a:gd name="T14" fmla="*/ 10283 w 42"/>
                <a:gd name="T15" fmla="*/ 2602 h 43"/>
                <a:gd name="T16" fmla="*/ 9300 w 42"/>
                <a:gd name="T17" fmla="*/ 149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3">
                  <a:moveTo>
                    <a:pt x="38" y="4"/>
                  </a:moveTo>
                  <a:cubicBezTo>
                    <a:pt x="37" y="2"/>
                    <a:pt x="36" y="1"/>
                    <a:pt x="34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5" y="36"/>
                    <a:pt x="6" y="37"/>
                  </a:cubicBezTo>
                  <a:cubicBezTo>
                    <a:pt x="7" y="38"/>
                    <a:pt x="11" y="41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6"/>
                    <a:pt x="39" y="5"/>
                    <a:pt x="38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3" name="Freeform 2801">
              <a:extLst>
                <a:ext uri="{FF2B5EF4-FFF2-40B4-BE49-F238E27FC236}">
                  <a16:creationId xmlns:a16="http://schemas.microsoft.com/office/drawing/2014/main" id="{FBAF95F5-D832-45D1-8336-36BB634CC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102"/>
              <a:ext cx="25" cy="26"/>
            </a:xfrm>
            <a:custGeom>
              <a:avLst/>
              <a:gdLst>
                <a:gd name="T0" fmla="*/ 1958 w 10"/>
                <a:gd name="T1" fmla="*/ 595 h 10"/>
                <a:gd name="T2" fmla="*/ 1958 w 10"/>
                <a:gd name="T3" fmla="*/ 2746 h 10"/>
                <a:gd name="T4" fmla="*/ 520 w 10"/>
                <a:gd name="T5" fmla="*/ 2142 h 10"/>
                <a:gd name="T6" fmla="*/ 520 w 10"/>
                <a:gd name="T7" fmla="*/ 372 h 10"/>
                <a:gd name="T8" fmla="*/ 1958 w 10"/>
                <a:gd name="T9" fmla="*/ 59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8" y="2"/>
                  </a:moveTo>
                  <a:cubicBezTo>
                    <a:pt x="9" y="4"/>
                    <a:pt x="10" y="7"/>
                    <a:pt x="8" y="9"/>
                  </a:cubicBezTo>
                  <a:cubicBezTo>
                    <a:pt x="7" y="10"/>
                    <a:pt x="4" y="9"/>
                    <a:pt x="2" y="7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3" y="0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BCD7E3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3" name="influenza-virus-surface-structure">
            <a:extLst>
              <a:ext uri="{FF2B5EF4-FFF2-40B4-BE49-F238E27FC236}">
                <a16:creationId xmlns:a16="http://schemas.microsoft.com/office/drawing/2014/main" id="{23CDFB14-7BC3-4A0E-A0B0-8465B191D3E0}"/>
              </a:ext>
            </a:extLst>
          </p:cNvPr>
          <p:cNvGrpSpPr>
            <a:grpSpLocks/>
          </p:cNvGrpSpPr>
          <p:nvPr/>
        </p:nvGrpSpPr>
        <p:grpSpPr bwMode="auto">
          <a:xfrm>
            <a:off x="8216900" y="3530600"/>
            <a:ext cx="1868488" cy="2835275"/>
            <a:chOff x="4186" y="2087"/>
            <a:chExt cx="1267" cy="1923"/>
          </a:xfrm>
        </p:grpSpPr>
        <p:grpSp>
          <p:nvGrpSpPr>
            <p:cNvPr id="22534" name="Group 2803">
              <a:extLst>
                <a:ext uri="{FF2B5EF4-FFF2-40B4-BE49-F238E27FC236}">
                  <a16:creationId xmlns:a16="http://schemas.microsoft.com/office/drawing/2014/main" id="{0A3C8861-8C2A-4AFF-8CF6-26DE53AE51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6" y="2087"/>
              <a:ext cx="1267" cy="1923"/>
              <a:chOff x="4186" y="2087"/>
              <a:chExt cx="1267" cy="1923"/>
            </a:xfrm>
          </p:grpSpPr>
          <p:sp>
            <p:nvSpPr>
              <p:cNvPr id="22559" name="Freeform 2804">
                <a:extLst>
                  <a:ext uri="{FF2B5EF4-FFF2-40B4-BE49-F238E27FC236}">
                    <a16:creationId xmlns:a16="http://schemas.microsoft.com/office/drawing/2014/main" id="{BCF7C9EF-E633-4783-BFA0-913381D83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185"/>
                <a:ext cx="1117" cy="1750"/>
              </a:xfrm>
              <a:custGeom>
                <a:avLst/>
                <a:gdLst>
                  <a:gd name="T0" fmla="*/ 54551 w 447"/>
                  <a:gd name="T1" fmla="*/ 236418 h 656"/>
                  <a:gd name="T2" fmla="*/ 108821 w 447"/>
                  <a:gd name="T3" fmla="*/ 118200 h 656"/>
                  <a:gd name="T4" fmla="*/ 54551 w 447"/>
                  <a:gd name="T5" fmla="*/ 0 h 656"/>
                  <a:gd name="T6" fmla="*/ 54551 w 447"/>
                  <a:gd name="T7" fmla="*/ 0 h 656"/>
                  <a:gd name="T8" fmla="*/ 0 w 447"/>
                  <a:gd name="T9" fmla="*/ 118200 h 656"/>
                  <a:gd name="T10" fmla="*/ 54551 w 447"/>
                  <a:gd name="T11" fmla="*/ 236418 h 6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7" h="656">
                    <a:moveTo>
                      <a:pt x="224" y="656"/>
                    </a:moveTo>
                    <a:cubicBezTo>
                      <a:pt x="347" y="656"/>
                      <a:pt x="447" y="509"/>
                      <a:pt x="447" y="328"/>
                    </a:cubicBezTo>
                    <a:cubicBezTo>
                      <a:pt x="447" y="147"/>
                      <a:pt x="347" y="0"/>
                      <a:pt x="224" y="0"/>
                    </a:cubicBezTo>
                    <a:cubicBezTo>
                      <a:pt x="224" y="0"/>
                      <a:pt x="224" y="0"/>
                      <a:pt x="224" y="0"/>
                    </a:cubicBezTo>
                    <a:cubicBezTo>
                      <a:pt x="100" y="0"/>
                      <a:pt x="0" y="147"/>
                      <a:pt x="0" y="328"/>
                    </a:cubicBezTo>
                    <a:cubicBezTo>
                      <a:pt x="0" y="509"/>
                      <a:pt x="100" y="656"/>
                      <a:pt x="224" y="656"/>
                    </a:cubicBezTo>
                  </a:path>
                </a:pathLst>
              </a:custGeom>
              <a:solidFill>
                <a:srgbClr val="F3A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0" name="Freeform 2805">
                <a:extLst>
                  <a:ext uri="{FF2B5EF4-FFF2-40B4-BE49-F238E27FC236}">
                    <a16:creationId xmlns:a16="http://schemas.microsoft.com/office/drawing/2014/main" id="{E9E7008B-C765-4146-A5F7-4A19154DA4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46" y="2244"/>
                <a:ext cx="597" cy="1654"/>
              </a:xfrm>
              <a:custGeom>
                <a:avLst/>
                <a:gdLst>
                  <a:gd name="T0" fmla="*/ 48320 w 239"/>
                  <a:gd name="T1" fmla="*/ 1059 h 620"/>
                  <a:gd name="T2" fmla="*/ 45429 w 239"/>
                  <a:gd name="T3" fmla="*/ 0 h 620"/>
                  <a:gd name="T4" fmla="*/ 49279 w 239"/>
                  <a:gd name="T5" fmla="*/ 2185 h 620"/>
                  <a:gd name="T6" fmla="*/ 48320 w 239"/>
                  <a:gd name="T7" fmla="*/ 1059 h 620"/>
                  <a:gd name="T8" fmla="*/ 26947 w 239"/>
                  <a:gd name="T9" fmla="*/ 220942 h 620"/>
                  <a:gd name="T10" fmla="*/ 0 w 239"/>
                  <a:gd name="T11" fmla="*/ 212019 h 620"/>
                  <a:gd name="T12" fmla="*/ 7793 w 239"/>
                  <a:gd name="T13" fmla="*/ 220217 h 620"/>
                  <a:gd name="T14" fmla="*/ 25469 w 239"/>
                  <a:gd name="T15" fmla="*/ 223461 h 620"/>
                  <a:gd name="T16" fmla="*/ 27210 w 239"/>
                  <a:gd name="T17" fmla="*/ 223461 h 620"/>
                  <a:gd name="T18" fmla="*/ 28696 w 239"/>
                  <a:gd name="T19" fmla="*/ 223461 h 620"/>
                  <a:gd name="T20" fmla="*/ 48112 w 239"/>
                  <a:gd name="T21" fmla="*/ 219819 h 620"/>
                  <a:gd name="T22" fmla="*/ 58041 w 239"/>
                  <a:gd name="T23" fmla="*/ 208367 h 620"/>
                  <a:gd name="T24" fmla="*/ 26947 w 239"/>
                  <a:gd name="T25" fmla="*/ 220942 h 6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9" h="620">
                    <a:moveTo>
                      <a:pt x="199" y="3"/>
                    </a:moveTo>
                    <a:cubicBezTo>
                      <a:pt x="195" y="2"/>
                      <a:pt x="191" y="1"/>
                      <a:pt x="187" y="0"/>
                    </a:cubicBezTo>
                    <a:cubicBezTo>
                      <a:pt x="193" y="2"/>
                      <a:pt x="198" y="4"/>
                      <a:pt x="203" y="6"/>
                    </a:cubicBezTo>
                    <a:cubicBezTo>
                      <a:pt x="202" y="5"/>
                      <a:pt x="201" y="4"/>
                      <a:pt x="199" y="3"/>
                    </a:cubicBezTo>
                    <a:close/>
                    <a:moveTo>
                      <a:pt x="111" y="613"/>
                    </a:moveTo>
                    <a:cubicBezTo>
                      <a:pt x="73" y="611"/>
                      <a:pt x="35" y="602"/>
                      <a:pt x="0" y="588"/>
                    </a:cubicBezTo>
                    <a:cubicBezTo>
                      <a:pt x="10" y="597"/>
                      <a:pt x="21" y="605"/>
                      <a:pt x="32" y="611"/>
                    </a:cubicBezTo>
                    <a:cubicBezTo>
                      <a:pt x="56" y="617"/>
                      <a:pt x="80" y="620"/>
                      <a:pt x="105" y="620"/>
                    </a:cubicBezTo>
                    <a:cubicBezTo>
                      <a:pt x="107" y="620"/>
                      <a:pt x="109" y="620"/>
                      <a:pt x="112" y="620"/>
                    </a:cubicBezTo>
                    <a:cubicBezTo>
                      <a:pt x="114" y="620"/>
                      <a:pt x="116" y="620"/>
                      <a:pt x="118" y="620"/>
                    </a:cubicBezTo>
                    <a:cubicBezTo>
                      <a:pt x="146" y="620"/>
                      <a:pt x="172" y="616"/>
                      <a:pt x="198" y="610"/>
                    </a:cubicBezTo>
                    <a:cubicBezTo>
                      <a:pt x="212" y="601"/>
                      <a:pt x="226" y="590"/>
                      <a:pt x="239" y="578"/>
                    </a:cubicBezTo>
                    <a:cubicBezTo>
                      <a:pt x="200" y="598"/>
                      <a:pt x="157" y="610"/>
                      <a:pt x="111" y="613"/>
                    </a:cubicBezTo>
                    <a:close/>
                  </a:path>
                </a:pathLst>
              </a:custGeom>
              <a:solidFill>
                <a:srgbClr val="EA6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1" name="Freeform 2806">
                <a:extLst>
                  <a:ext uri="{FF2B5EF4-FFF2-40B4-BE49-F238E27FC236}">
                    <a16:creationId xmlns:a16="http://schemas.microsoft.com/office/drawing/2014/main" id="{670DE22A-A416-46A9-BE0B-B148D12B6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359"/>
                <a:ext cx="133" cy="144"/>
              </a:xfrm>
              <a:custGeom>
                <a:avLst/>
                <a:gdLst>
                  <a:gd name="T0" fmla="*/ 2494 w 53"/>
                  <a:gd name="T1" fmla="*/ 15779 h 54"/>
                  <a:gd name="T2" fmla="*/ 2304 w 53"/>
                  <a:gd name="T3" fmla="*/ 3640 h 54"/>
                  <a:gd name="T4" fmla="*/ 10743 w 53"/>
                  <a:gd name="T5" fmla="*/ 3243 h 54"/>
                  <a:gd name="T6" fmla="*/ 10951 w 53"/>
                  <a:gd name="T7" fmla="*/ 15779 h 54"/>
                  <a:gd name="T8" fmla="*/ 2494 w 53"/>
                  <a:gd name="T9" fmla="*/ 15779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4">
                    <a:moveTo>
                      <a:pt x="10" y="44"/>
                    </a:moveTo>
                    <a:cubicBezTo>
                      <a:pt x="0" y="35"/>
                      <a:pt x="0" y="20"/>
                      <a:pt x="9" y="10"/>
                    </a:cubicBezTo>
                    <a:cubicBezTo>
                      <a:pt x="18" y="0"/>
                      <a:pt x="34" y="0"/>
                      <a:pt x="43" y="9"/>
                    </a:cubicBezTo>
                    <a:cubicBezTo>
                      <a:pt x="53" y="19"/>
                      <a:pt x="53" y="34"/>
                      <a:pt x="44" y="44"/>
                    </a:cubicBezTo>
                    <a:cubicBezTo>
                      <a:pt x="35" y="53"/>
                      <a:pt x="19" y="54"/>
                      <a:pt x="10" y="44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2" name="Freeform 2807">
                <a:extLst>
                  <a:ext uri="{FF2B5EF4-FFF2-40B4-BE49-F238E27FC236}">
                    <a16:creationId xmlns:a16="http://schemas.microsoft.com/office/drawing/2014/main" id="{FED0E402-D4C7-4880-BDE2-BFF0A4C23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385"/>
                <a:ext cx="67" cy="72"/>
              </a:xfrm>
              <a:custGeom>
                <a:avLst/>
                <a:gdLst>
                  <a:gd name="T0" fmla="*/ 1134 w 27"/>
                  <a:gd name="T1" fmla="*/ 2184 h 27"/>
                  <a:gd name="T2" fmla="*/ 4889 w 27"/>
                  <a:gd name="T3" fmla="*/ 1763 h 27"/>
                  <a:gd name="T4" fmla="*/ 5350 w 27"/>
                  <a:gd name="T5" fmla="*/ 7531 h 27"/>
                  <a:gd name="T6" fmla="*/ 1405 w 27"/>
                  <a:gd name="T7" fmla="*/ 8248 h 27"/>
                  <a:gd name="T8" fmla="*/ 1134 w 27"/>
                  <a:gd name="T9" fmla="*/ 2184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5" y="6"/>
                    </a:moveTo>
                    <a:cubicBezTo>
                      <a:pt x="9" y="1"/>
                      <a:pt x="16" y="0"/>
                      <a:pt x="21" y="5"/>
                    </a:cubicBezTo>
                    <a:cubicBezTo>
                      <a:pt x="26" y="9"/>
                      <a:pt x="27" y="16"/>
                      <a:pt x="23" y="21"/>
                    </a:cubicBezTo>
                    <a:cubicBezTo>
                      <a:pt x="18" y="26"/>
                      <a:pt x="11" y="27"/>
                      <a:pt x="6" y="23"/>
                    </a:cubicBezTo>
                    <a:cubicBezTo>
                      <a:pt x="1" y="19"/>
                      <a:pt x="0" y="11"/>
                      <a:pt x="5" y="6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3" name="Freeform 2808">
                <a:extLst>
                  <a:ext uri="{FF2B5EF4-FFF2-40B4-BE49-F238E27FC236}">
                    <a16:creationId xmlns:a16="http://schemas.microsoft.com/office/drawing/2014/main" id="{6DFA9C4B-2457-41B3-BB20-CE358974B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401"/>
                <a:ext cx="28" cy="30"/>
              </a:xfrm>
              <a:custGeom>
                <a:avLst/>
                <a:gdLst>
                  <a:gd name="T0" fmla="*/ 545 w 11"/>
                  <a:gd name="T1" fmla="*/ 1219 h 11"/>
                  <a:gd name="T2" fmla="*/ 2146 w 11"/>
                  <a:gd name="T3" fmla="*/ 775 h 11"/>
                  <a:gd name="T4" fmla="*/ 2474 w 11"/>
                  <a:gd name="T5" fmla="*/ 3755 h 11"/>
                  <a:gd name="T6" fmla="*/ 545 w 11"/>
                  <a:gd name="T7" fmla="*/ 3755 h 11"/>
                  <a:gd name="T8" fmla="*/ 545 w 11"/>
                  <a:gd name="T9" fmla="*/ 121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2" y="3"/>
                    </a:moveTo>
                    <a:cubicBezTo>
                      <a:pt x="3" y="1"/>
                      <a:pt x="6" y="0"/>
                      <a:pt x="8" y="2"/>
                    </a:cubicBezTo>
                    <a:cubicBezTo>
                      <a:pt x="10" y="4"/>
                      <a:pt x="11" y="7"/>
                      <a:pt x="9" y="9"/>
                    </a:cubicBezTo>
                    <a:cubicBezTo>
                      <a:pt x="7" y="11"/>
                      <a:pt x="4" y="11"/>
                      <a:pt x="2" y="9"/>
                    </a:cubicBezTo>
                    <a:cubicBezTo>
                      <a:pt x="0" y="8"/>
                      <a:pt x="0" y="5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4" name="Freeform 2809">
                <a:extLst>
                  <a:ext uri="{FF2B5EF4-FFF2-40B4-BE49-F238E27FC236}">
                    <a16:creationId xmlns:a16="http://schemas.microsoft.com/office/drawing/2014/main" id="{642733E0-E320-4FBF-810D-80A6E042E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468"/>
                <a:ext cx="100" cy="85"/>
              </a:xfrm>
              <a:custGeom>
                <a:avLst/>
                <a:gdLst>
                  <a:gd name="T0" fmla="*/ 783 w 40"/>
                  <a:gd name="T1" fmla="*/ 1052 h 32"/>
                  <a:gd name="T2" fmla="*/ 0 w 40"/>
                  <a:gd name="T3" fmla="*/ 2138 h 32"/>
                  <a:gd name="T4" fmla="*/ 9113 w 40"/>
                  <a:gd name="T5" fmla="*/ 11247 h 32"/>
                  <a:gd name="T6" fmla="*/ 9113 w 40"/>
                  <a:gd name="T7" fmla="*/ 11247 h 32"/>
                  <a:gd name="T8" fmla="*/ 9300 w 40"/>
                  <a:gd name="T9" fmla="*/ 10216 h 32"/>
                  <a:gd name="T10" fmla="*/ 9770 w 40"/>
                  <a:gd name="T11" fmla="*/ 9504 h 32"/>
                  <a:gd name="T12" fmla="*/ 9770 w 40"/>
                  <a:gd name="T13" fmla="*/ 9504 h 32"/>
                  <a:gd name="T14" fmla="*/ 1488 w 40"/>
                  <a:gd name="T15" fmla="*/ 0 h 32"/>
                  <a:gd name="T16" fmla="*/ 783 w 40"/>
                  <a:gd name="T17" fmla="*/ 1052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32">
                    <a:moveTo>
                      <a:pt x="3" y="3"/>
                    </a:moveTo>
                    <a:cubicBezTo>
                      <a:pt x="2" y="4"/>
                      <a:pt x="1" y="5"/>
                      <a:pt x="0" y="6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1"/>
                      <a:pt x="38" y="30"/>
                      <a:pt x="38" y="29"/>
                    </a:cubicBezTo>
                    <a:cubicBezTo>
                      <a:pt x="39" y="29"/>
                      <a:pt x="39" y="28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5" name="Freeform 2810">
                <a:extLst>
                  <a:ext uri="{FF2B5EF4-FFF2-40B4-BE49-F238E27FC236}">
                    <a16:creationId xmlns:a16="http://schemas.microsoft.com/office/drawing/2014/main" id="{1DD27F56-DC2A-473B-B22E-49187DEE8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473"/>
                <a:ext cx="92" cy="70"/>
              </a:xfrm>
              <a:custGeom>
                <a:avLst/>
                <a:gdLst>
                  <a:gd name="T0" fmla="*/ 0 w 37"/>
                  <a:gd name="T1" fmla="*/ 1580 h 26"/>
                  <a:gd name="T2" fmla="*/ 952 w 37"/>
                  <a:gd name="T3" fmla="*/ 0 h 26"/>
                  <a:gd name="T4" fmla="*/ 8747 w 37"/>
                  <a:gd name="T5" fmla="*/ 9873 h 26"/>
                  <a:gd name="T6" fmla="*/ 952 w 37"/>
                  <a:gd name="T7" fmla="*/ 1580 h 26"/>
                  <a:gd name="T8" fmla="*/ 0 w 37"/>
                  <a:gd name="T9" fmla="*/ 158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6">
                    <a:moveTo>
                      <a:pt x="0" y="4"/>
                    </a:moveTo>
                    <a:cubicBezTo>
                      <a:pt x="2" y="3"/>
                      <a:pt x="4" y="1"/>
                      <a:pt x="4" y="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7" y="26"/>
                      <a:pt x="6" y="4"/>
                      <a:pt x="4" y="4"/>
                    </a:cubicBez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6" name="Freeform 2811">
                <a:extLst>
                  <a:ext uri="{FF2B5EF4-FFF2-40B4-BE49-F238E27FC236}">
                    <a16:creationId xmlns:a16="http://schemas.microsoft.com/office/drawing/2014/main" id="{53C0D57B-F6CC-4D0D-AB2A-C759650AB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468"/>
                <a:ext cx="100" cy="85"/>
              </a:xfrm>
              <a:custGeom>
                <a:avLst/>
                <a:gdLst>
                  <a:gd name="T0" fmla="*/ 783 w 40"/>
                  <a:gd name="T1" fmla="*/ 1052 h 32"/>
                  <a:gd name="T2" fmla="*/ 0 w 40"/>
                  <a:gd name="T3" fmla="*/ 2138 h 32"/>
                  <a:gd name="T4" fmla="*/ 9113 w 40"/>
                  <a:gd name="T5" fmla="*/ 11247 h 32"/>
                  <a:gd name="T6" fmla="*/ 9113 w 40"/>
                  <a:gd name="T7" fmla="*/ 11247 h 32"/>
                  <a:gd name="T8" fmla="*/ 9300 w 40"/>
                  <a:gd name="T9" fmla="*/ 10216 h 32"/>
                  <a:gd name="T10" fmla="*/ 9770 w 40"/>
                  <a:gd name="T11" fmla="*/ 9504 h 32"/>
                  <a:gd name="T12" fmla="*/ 9770 w 40"/>
                  <a:gd name="T13" fmla="*/ 9504 h 32"/>
                  <a:gd name="T14" fmla="*/ 1488 w 40"/>
                  <a:gd name="T15" fmla="*/ 0 h 32"/>
                  <a:gd name="T16" fmla="*/ 783 w 40"/>
                  <a:gd name="T17" fmla="*/ 1052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32">
                    <a:moveTo>
                      <a:pt x="3" y="3"/>
                    </a:moveTo>
                    <a:cubicBezTo>
                      <a:pt x="2" y="4"/>
                      <a:pt x="1" y="5"/>
                      <a:pt x="0" y="6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1"/>
                      <a:pt x="38" y="30"/>
                      <a:pt x="38" y="29"/>
                    </a:cubicBezTo>
                    <a:cubicBezTo>
                      <a:pt x="39" y="29"/>
                      <a:pt x="39" y="28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4" y="2"/>
                      <a:pt x="3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7" name="Freeform 2812">
                <a:extLst>
                  <a:ext uri="{FF2B5EF4-FFF2-40B4-BE49-F238E27FC236}">
                    <a16:creationId xmlns:a16="http://schemas.microsoft.com/office/drawing/2014/main" id="{005F566A-2BE4-4553-BB78-535311BCE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359"/>
                <a:ext cx="133" cy="144"/>
              </a:xfrm>
              <a:custGeom>
                <a:avLst/>
                <a:gdLst>
                  <a:gd name="T0" fmla="*/ 2494 w 53"/>
                  <a:gd name="T1" fmla="*/ 15779 h 54"/>
                  <a:gd name="T2" fmla="*/ 2304 w 53"/>
                  <a:gd name="T3" fmla="*/ 3640 h 54"/>
                  <a:gd name="T4" fmla="*/ 10743 w 53"/>
                  <a:gd name="T5" fmla="*/ 3243 h 54"/>
                  <a:gd name="T6" fmla="*/ 10951 w 53"/>
                  <a:gd name="T7" fmla="*/ 15779 h 54"/>
                  <a:gd name="T8" fmla="*/ 2494 w 53"/>
                  <a:gd name="T9" fmla="*/ 15779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4">
                    <a:moveTo>
                      <a:pt x="10" y="44"/>
                    </a:moveTo>
                    <a:cubicBezTo>
                      <a:pt x="0" y="35"/>
                      <a:pt x="0" y="20"/>
                      <a:pt x="9" y="10"/>
                    </a:cubicBezTo>
                    <a:cubicBezTo>
                      <a:pt x="18" y="0"/>
                      <a:pt x="34" y="0"/>
                      <a:pt x="43" y="9"/>
                    </a:cubicBezTo>
                    <a:cubicBezTo>
                      <a:pt x="53" y="19"/>
                      <a:pt x="53" y="34"/>
                      <a:pt x="44" y="44"/>
                    </a:cubicBezTo>
                    <a:cubicBezTo>
                      <a:pt x="35" y="53"/>
                      <a:pt x="19" y="54"/>
                      <a:pt x="10" y="4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8" name="Freeform 2813">
                <a:extLst>
                  <a:ext uri="{FF2B5EF4-FFF2-40B4-BE49-F238E27FC236}">
                    <a16:creationId xmlns:a16="http://schemas.microsoft.com/office/drawing/2014/main" id="{371AD21E-055B-43A5-B261-51BEEB600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3594"/>
                <a:ext cx="137" cy="146"/>
              </a:xfrm>
              <a:custGeom>
                <a:avLst/>
                <a:gdLst>
                  <a:gd name="T0" fmla="*/ 10275 w 55"/>
                  <a:gd name="T1" fmla="*/ 16087 h 55"/>
                  <a:gd name="T2" fmla="*/ 1930 w 55"/>
                  <a:gd name="T3" fmla="*/ 15038 h 55"/>
                  <a:gd name="T4" fmla="*/ 2892 w 55"/>
                  <a:gd name="T5" fmla="*/ 2790 h 55"/>
                  <a:gd name="T6" fmla="*/ 11007 w 55"/>
                  <a:gd name="T7" fmla="*/ 4229 h 55"/>
                  <a:gd name="T8" fmla="*/ 10275 w 55"/>
                  <a:gd name="T9" fmla="*/ 1608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43" y="46"/>
                    </a:moveTo>
                    <a:cubicBezTo>
                      <a:pt x="32" y="55"/>
                      <a:pt x="17" y="53"/>
                      <a:pt x="8" y="43"/>
                    </a:cubicBezTo>
                    <a:cubicBezTo>
                      <a:pt x="0" y="32"/>
                      <a:pt x="2" y="17"/>
                      <a:pt x="12" y="8"/>
                    </a:cubicBezTo>
                    <a:cubicBezTo>
                      <a:pt x="23" y="0"/>
                      <a:pt x="38" y="2"/>
                      <a:pt x="46" y="12"/>
                    </a:cubicBezTo>
                    <a:cubicBezTo>
                      <a:pt x="55" y="23"/>
                      <a:pt x="53" y="38"/>
                      <a:pt x="43" y="46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9" name="Freeform 2814">
                <a:extLst>
                  <a:ext uri="{FF2B5EF4-FFF2-40B4-BE49-F238E27FC236}">
                    <a16:creationId xmlns:a16="http://schemas.microsoft.com/office/drawing/2014/main" id="{3AD9C655-E65E-4B67-8464-29E68BA6B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3620"/>
                <a:ext cx="68" cy="72"/>
              </a:xfrm>
              <a:custGeom>
                <a:avLst/>
                <a:gdLst>
                  <a:gd name="T0" fmla="*/ 5354 w 27"/>
                  <a:gd name="T1" fmla="*/ 8248 h 27"/>
                  <a:gd name="T2" fmla="*/ 1007 w 27"/>
                  <a:gd name="T3" fmla="*/ 7531 h 27"/>
                  <a:gd name="T4" fmla="*/ 1534 w 27"/>
                  <a:gd name="T5" fmla="*/ 1459 h 27"/>
                  <a:gd name="T6" fmla="*/ 5881 w 27"/>
                  <a:gd name="T7" fmla="*/ 2184 h 27"/>
                  <a:gd name="T8" fmla="*/ 5354 w 27"/>
                  <a:gd name="T9" fmla="*/ 824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1" y="23"/>
                    </a:moveTo>
                    <a:cubicBezTo>
                      <a:pt x="16" y="27"/>
                      <a:pt x="8" y="26"/>
                      <a:pt x="4" y="21"/>
                    </a:cubicBezTo>
                    <a:cubicBezTo>
                      <a:pt x="0" y="16"/>
                      <a:pt x="1" y="8"/>
                      <a:pt x="6" y="4"/>
                    </a:cubicBezTo>
                    <a:cubicBezTo>
                      <a:pt x="11" y="0"/>
                      <a:pt x="19" y="1"/>
                      <a:pt x="23" y="6"/>
                    </a:cubicBezTo>
                    <a:cubicBezTo>
                      <a:pt x="27" y="11"/>
                      <a:pt x="26" y="18"/>
                      <a:pt x="21" y="23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0" name="Freeform 2815">
                <a:extLst>
                  <a:ext uri="{FF2B5EF4-FFF2-40B4-BE49-F238E27FC236}">
                    <a16:creationId xmlns:a16="http://schemas.microsoft.com/office/drawing/2014/main" id="{7BA5ED0B-FA8D-42E1-AB42-B5CAE3F0E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3639"/>
                <a:ext cx="28" cy="27"/>
              </a:xfrm>
              <a:custGeom>
                <a:avLst/>
                <a:gdLst>
                  <a:gd name="T0" fmla="*/ 2146 w 11"/>
                  <a:gd name="T1" fmla="*/ 3464 h 10"/>
                  <a:gd name="T2" fmla="*/ 545 w 11"/>
                  <a:gd name="T3" fmla="*/ 3127 h 10"/>
                  <a:gd name="T4" fmla="*/ 545 w 11"/>
                  <a:gd name="T5" fmla="*/ 429 h 10"/>
                  <a:gd name="T6" fmla="*/ 2474 w 11"/>
                  <a:gd name="T7" fmla="*/ 751 h 10"/>
                  <a:gd name="T8" fmla="*/ 2146 w 11"/>
                  <a:gd name="T9" fmla="*/ 346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8" y="9"/>
                    </a:moveTo>
                    <a:cubicBezTo>
                      <a:pt x="6" y="10"/>
                      <a:pt x="3" y="10"/>
                      <a:pt x="2" y="8"/>
                    </a:cubicBezTo>
                    <a:cubicBezTo>
                      <a:pt x="0" y="6"/>
                      <a:pt x="0" y="3"/>
                      <a:pt x="2" y="1"/>
                    </a:cubicBezTo>
                    <a:cubicBezTo>
                      <a:pt x="4" y="0"/>
                      <a:pt x="7" y="0"/>
                      <a:pt x="9" y="2"/>
                    </a:cubicBezTo>
                    <a:cubicBezTo>
                      <a:pt x="11" y="4"/>
                      <a:pt x="10" y="7"/>
                      <a:pt x="8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1" name="Freeform 2816">
                <a:extLst>
                  <a:ext uri="{FF2B5EF4-FFF2-40B4-BE49-F238E27FC236}">
                    <a16:creationId xmlns:a16="http://schemas.microsoft.com/office/drawing/2014/main" id="{FB1EE718-06D4-4D79-B964-2B5D9F4DB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3559"/>
                <a:ext cx="92" cy="75"/>
              </a:xfrm>
              <a:custGeom>
                <a:avLst/>
                <a:gdLst>
                  <a:gd name="T0" fmla="*/ 644 w 37"/>
                  <a:gd name="T1" fmla="*/ 9206 h 28"/>
                  <a:gd name="T2" fmla="*/ 1149 w 37"/>
                  <a:gd name="T3" fmla="*/ 10339 h 28"/>
                  <a:gd name="T4" fmla="*/ 8747 w 37"/>
                  <a:gd name="T5" fmla="*/ 1808 h 28"/>
                  <a:gd name="T6" fmla="*/ 8747 w 37"/>
                  <a:gd name="T7" fmla="*/ 1808 h 28"/>
                  <a:gd name="T8" fmla="*/ 8253 w 37"/>
                  <a:gd name="T9" fmla="*/ 1077 h 28"/>
                  <a:gd name="T10" fmla="*/ 8069 w 37"/>
                  <a:gd name="T11" fmla="*/ 0 h 28"/>
                  <a:gd name="T12" fmla="*/ 8069 w 37"/>
                  <a:gd name="T13" fmla="*/ 0 h 28"/>
                  <a:gd name="T14" fmla="*/ 0 w 37"/>
                  <a:gd name="T15" fmla="*/ 8129 h 28"/>
                  <a:gd name="T16" fmla="*/ 644 w 37"/>
                  <a:gd name="T17" fmla="*/ 9206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8">
                    <a:moveTo>
                      <a:pt x="3" y="25"/>
                    </a:moveTo>
                    <a:cubicBezTo>
                      <a:pt x="3" y="26"/>
                      <a:pt x="4" y="27"/>
                      <a:pt x="5" y="28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6" y="4"/>
                      <a:pt x="36" y="3"/>
                      <a:pt x="35" y="3"/>
                    </a:cubicBezTo>
                    <a:cubicBezTo>
                      <a:pt x="34" y="2"/>
                      <a:pt x="34" y="1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3"/>
                      <a:pt x="2" y="24"/>
                      <a:pt x="3" y="25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2" name="Freeform 2817">
                <a:extLst>
                  <a:ext uri="{FF2B5EF4-FFF2-40B4-BE49-F238E27FC236}">
                    <a16:creationId xmlns:a16="http://schemas.microsoft.com/office/drawing/2014/main" id="{043A5094-B245-40F0-BB9A-EF059A930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3562"/>
                <a:ext cx="80" cy="66"/>
              </a:xfrm>
              <a:custGeom>
                <a:avLst/>
                <a:gdLst>
                  <a:gd name="T0" fmla="*/ 988 w 32"/>
                  <a:gd name="T1" fmla="*/ 8448 h 25"/>
                  <a:gd name="T2" fmla="*/ 0 w 32"/>
                  <a:gd name="T3" fmla="*/ 7046 h 25"/>
                  <a:gd name="T4" fmla="*/ 7813 w 32"/>
                  <a:gd name="T5" fmla="*/ 0 h 25"/>
                  <a:gd name="T6" fmla="*/ 988 w 32"/>
                  <a:gd name="T7" fmla="*/ 7046 h 25"/>
                  <a:gd name="T8" fmla="*/ 988 w 32"/>
                  <a:gd name="T9" fmla="*/ 844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5">
                    <a:moveTo>
                      <a:pt x="4" y="25"/>
                    </a:moveTo>
                    <a:cubicBezTo>
                      <a:pt x="3" y="24"/>
                      <a:pt x="1" y="21"/>
                      <a:pt x="0" y="21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4" y="19"/>
                      <a:pt x="4" y="21"/>
                    </a:cubicBezTo>
                    <a:cubicBezTo>
                      <a:pt x="3" y="23"/>
                      <a:pt x="4" y="25"/>
                      <a:pt x="4" y="25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3" name="Freeform 2818">
                <a:extLst>
                  <a:ext uri="{FF2B5EF4-FFF2-40B4-BE49-F238E27FC236}">
                    <a16:creationId xmlns:a16="http://schemas.microsoft.com/office/drawing/2014/main" id="{9D9A74BE-4392-49EC-9866-C0DA270C6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983"/>
                <a:ext cx="125" cy="130"/>
              </a:xfrm>
              <a:custGeom>
                <a:avLst/>
                <a:gdLst>
                  <a:gd name="T0" fmla="*/ 5863 w 50"/>
                  <a:gd name="T1" fmla="*/ 17091 h 49"/>
                  <a:gd name="T2" fmla="*/ 313 w 50"/>
                  <a:gd name="T3" fmla="*/ 8031 h 49"/>
                  <a:gd name="T4" fmla="*/ 6375 w 50"/>
                  <a:gd name="T5" fmla="*/ 0 h 49"/>
                  <a:gd name="T6" fmla="*/ 12033 w 50"/>
                  <a:gd name="T7" fmla="*/ 9073 h 49"/>
                  <a:gd name="T8" fmla="*/ 5863 w 50"/>
                  <a:gd name="T9" fmla="*/ 1709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9">
                    <a:moveTo>
                      <a:pt x="24" y="49"/>
                    </a:moveTo>
                    <a:cubicBezTo>
                      <a:pt x="10" y="48"/>
                      <a:pt x="0" y="37"/>
                      <a:pt x="1" y="23"/>
                    </a:cubicBezTo>
                    <a:cubicBezTo>
                      <a:pt x="1" y="10"/>
                      <a:pt x="13" y="0"/>
                      <a:pt x="26" y="0"/>
                    </a:cubicBezTo>
                    <a:cubicBezTo>
                      <a:pt x="39" y="1"/>
                      <a:pt x="50" y="12"/>
                      <a:pt x="49" y="26"/>
                    </a:cubicBezTo>
                    <a:cubicBezTo>
                      <a:pt x="49" y="39"/>
                      <a:pt x="37" y="49"/>
                      <a:pt x="24" y="49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4" name="Freeform 2819">
                <a:extLst>
                  <a:ext uri="{FF2B5EF4-FFF2-40B4-BE49-F238E27FC236}">
                    <a16:creationId xmlns:a16="http://schemas.microsoft.com/office/drawing/2014/main" id="{0C57CB44-8B1F-4B42-A728-1FE32EB01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3041"/>
                <a:ext cx="118" cy="22"/>
              </a:xfrm>
              <a:custGeom>
                <a:avLst/>
                <a:gdLst>
                  <a:gd name="T0" fmla="*/ 0 w 47"/>
                  <a:gd name="T1" fmla="*/ 1724 h 8"/>
                  <a:gd name="T2" fmla="*/ 0 w 47"/>
                  <a:gd name="T3" fmla="*/ 3495 h 8"/>
                  <a:gd name="T4" fmla="*/ 11755 w 47"/>
                  <a:gd name="T5" fmla="*/ 2973 h 8"/>
                  <a:gd name="T6" fmla="*/ 11755 w 47"/>
                  <a:gd name="T7" fmla="*/ 2973 h 8"/>
                  <a:gd name="T8" fmla="*/ 11755 w 47"/>
                  <a:gd name="T9" fmla="*/ 2225 h 8"/>
                  <a:gd name="T10" fmla="*/ 11755 w 47"/>
                  <a:gd name="T11" fmla="*/ 976 h 8"/>
                  <a:gd name="T12" fmla="*/ 11755 w 47"/>
                  <a:gd name="T13" fmla="*/ 976 h 8"/>
                  <a:gd name="T14" fmla="*/ 0 w 47"/>
                  <a:gd name="T15" fmla="*/ 0 h 8"/>
                  <a:gd name="T16" fmla="*/ 0 w 47"/>
                  <a:gd name="T17" fmla="*/ 172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8">
                    <a:moveTo>
                      <a:pt x="0" y="4"/>
                    </a:moveTo>
                    <a:cubicBezTo>
                      <a:pt x="0" y="5"/>
                      <a:pt x="0" y="6"/>
                      <a:pt x="0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7" y="4"/>
                      <a:pt x="47" y="3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0" y="4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5" name="Freeform 2820">
                <a:extLst>
                  <a:ext uri="{FF2B5EF4-FFF2-40B4-BE49-F238E27FC236}">
                    <a16:creationId xmlns:a16="http://schemas.microsoft.com/office/drawing/2014/main" id="{BEBB6CB0-3C10-4C1E-BF31-9881B30F1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3044"/>
                <a:ext cx="113" cy="16"/>
              </a:xfrm>
              <a:custGeom>
                <a:avLst/>
                <a:gdLst>
                  <a:gd name="T0" fmla="*/ 0 w 45"/>
                  <a:gd name="T1" fmla="*/ 2184 h 6"/>
                  <a:gd name="T2" fmla="*/ 0 w 45"/>
                  <a:gd name="T3" fmla="*/ 0 h 6"/>
                  <a:gd name="T4" fmla="*/ 11287 w 45"/>
                  <a:gd name="T5" fmla="*/ 661 h 6"/>
                  <a:gd name="T6" fmla="*/ 794 w 45"/>
                  <a:gd name="T7" fmla="*/ 661 h 6"/>
                  <a:gd name="T8" fmla="*/ 0 w 45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6">
                    <a:moveTo>
                      <a:pt x="0" y="6"/>
                    </a:moveTo>
                    <a:cubicBezTo>
                      <a:pt x="0" y="4"/>
                      <a:pt x="0" y="1"/>
                      <a:pt x="0" y="0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2"/>
                      <a:pt x="4" y="1"/>
                      <a:pt x="3" y="2"/>
                    </a:cubicBezTo>
                    <a:cubicBezTo>
                      <a:pt x="1" y="4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6" name="Freeform 2821">
                <a:extLst>
                  <a:ext uri="{FF2B5EF4-FFF2-40B4-BE49-F238E27FC236}">
                    <a16:creationId xmlns:a16="http://schemas.microsoft.com/office/drawing/2014/main" id="{FBBE8798-2440-4DCD-96F0-F33341E79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127"/>
                <a:ext cx="138" cy="146"/>
              </a:xfrm>
              <a:custGeom>
                <a:avLst/>
                <a:gdLst>
                  <a:gd name="T0" fmla="*/ 1310 w 55"/>
                  <a:gd name="T1" fmla="*/ 13297 h 55"/>
                  <a:gd name="T2" fmla="*/ 4281 w 55"/>
                  <a:gd name="T3" fmla="*/ 2079 h 55"/>
                  <a:gd name="T4" fmla="*/ 12244 w 55"/>
                  <a:gd name="T5" fmla="*/ 5912 h 55"/>
                  <a:gd name="T6" fmla="*/ 9432 w 55"/>
                  <a:gd name="T7" fmla="*/ 17138 h 55"/>
                  <a:gd name="T8" fmla="*/ 1310 w 55"/>
                  <a:gd name="T9" fmla="*/ 1329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" y="38"/>
                    </a:moveTo>
                    <a:cubicBezTo>
                      <a:pt x="0" y="26"/>
                      <a:pt x="5" y="11"/>
                      <a:pt x="17" y="6"/>
                    </a:cubicBezTo>
                    <a:cubicBezTo>
                      <a:pt x="29" y="0"/>
                      <a:pt x="43" y="5"/>
                      <a:pt x="49" y="17"/>
                    </a:cubicBezTo>
                    <a:cubicBezTo>
                      <a:pt x="55" y="29"/>
                      <a:pt x="50" y="44"/>
                      <a:pt x="38" y="49"/>
                    </a:cubicBezTo>
                    <a:cubicBezTo>
                      <a:pt x="26" y="55"/>
                      <a:pt x="11" y="50"/>
                      <a:pt x="5" y="38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7" name="Freeform 2822">
                <a:extLst>
                  <a:ext uri="{FF2B5EF4-FFF2-40B4-BE49-F238E27FC236}">
                    <a16:creationId xmlns:a16="http://schemas.microsoft.com/office/drawing/2014/main" id="{C9229E54-72CF-46BC-820D-22BB29299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151"/>
                <a:ext cx="67" cy="72"/>
              </a:xfrm>
              <a:custGeom>
                <a:avLst/>
                <a:gdLst>
                  <a:gd name="T0" fmla="*/ 948 w 27"/>
                  <a:gd name="T1" fmla="*/ 2184 h 27"/>
                  <a:gd name="T2" fmla="*/ 4705 w 27"/>
                  <a:gd name="T3" fmla="*/ 1459 h 27"/>
                  <a:gd name="T4" fmla="*/ 5350 w 27"/>
                  <a:gd name="T5" fmla="*/ 7531 h 27"/>
                  <a:gd name="T6" fmla="*/ 1405 w 27"/>
                  <a:gd name="T7" fmla="*/ 8248 h 27"/>
                  <a:gd name="T8" fmla="*/ 948 w 27"/>
                  <a:gd name="T9" fmla="*/ 2184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4" y="6"/>
                    </a:moveTo>
                    <a:cubicBezTo>
                      <a:pt x="8" y="1"/>
                      <a:pt x="15" y="0"/>
                      <a:pt x="20" y="4"/>
                    </a:cubicBezTo>
                    <a:cubicBezTo>
                      <a:pt x="26" y="8"/>
                      <a:pt x="27" y="15"/>
                      <a:pt x="23" y="21"/>
                    </a:cubicBezTo>
                    <a:cubicBezTo>
                      <a:pt x="19" y="26"/>
                      <a:pt x="11" y="27"/>
                      <a:pt x="6" y="23"/>
                    </a:cubicBezTo>
                    <a:cubicBezTo>
                      <a:pt x="1" y="19"/>
                      <a:pt x="0" y="11"/>
                      <a:pt x="4" y="6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8" name="Freeform 2823">
                <a:extLst>
                  <a:ext uri="{FF2B5EF4-FFF2-40B4-BE49-F238E27FC236}">
                    <a16:creationId xmlns:a16="http://schemas.microsoft.com/office/drawing/2014/main" id="{87AD8056-B174-4CF2-B173-3E46E6B54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167"/>
                <a:ext cx="27" cy="29"/>
              </a:xfrm>
              <a:custGeom>
                <a:avLst/>
                <a:gdLst>
                  <a:gd name="T0" fmla="*/ 427 w 11"/>
                  <a:gd name="T1" fmla="*/ 625 h 11"/>
                  <a:gd name="T2" fmla="*/ 1964 w 11"/>
                  <a:gd name="T3" fmla="*/ 382 h 11"/>
                  <a:gd name="T4" fmla="*/ 1964 w 11"/>
                  <a:gd name="T5" fmla="*/ 2655 h 11"/>
                  <a:gd name="T6" fmla="*/ 621 w 11"/>
                  <a:gd name="T7" fmla="*/ 3045 h 11"/>
                  <a:gd name="T8" fmla="*/ 427 w 11"/>
                  <a:gd name="T9" fmla="*/ 62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2" y="2"/>
                    </a:moveTo>
                    <a:cubicBezTo>
                      <a:pt x="4" y="0"/>
                      <a:pt x="7" y="0"/>
                      <a:pt x="9" y="1"/>
                    </a:cubicBezTo>
                    <a:cubicBezTo>
                      <a:pt x="11" y="3"/>
                      <a:pt x="11" y="6"/>
                      <a:pt x="9" y="8"/>
                    </a:cubicBezTo>
                    <a:cubicBezTo>
                      <a:pt x="8" y="10"/>
                      <a:pt x="5" y="11"/>
                      <a:pt x="3" y="9"/>
                    </a:cubicBezTo>
                    <a:cubicBezTo>
                      <a:pt x="1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9" name="Freeform 2824">
                <a:extLst>
                  <a:ext uri="{FF2B5EF4-FFF2-40B4-BE49-F238E27FC236}">
                    <a16:creationId xmlns:a16="http://schemas.microsoft.com/office/drawing/2014/main" id="{2AE34422-9B80-465C-BF96-AAC26507B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255"/>
                <a:ext cx="63" cy="101"/>
              </a:xfrm>
              <a:custGeom>
                <a:avLst/>
                <a:gdLst>
                  <a:gd name="T0" fmla="*/ 1011 w 25"/>
                  <a:gd name="T1" fmla="*/ 657 h 38"/>
                  <a:gd name="T2" fmla="*/ 0 w 25"/>
                  <a:gd name="T3" fmla="*/ 1053 h 38"/>
                  <a:gd name="T4" fmla="*/ 5410 w 25"/>
                  <a:gd name="T5" fmla="*/ 13367 h 38"/>
                  <a:gd name="T6" fmla="*/ 5410 w 25"/>
                  <a:gd name="T7" fmla="*/ 13367 h 38"/>
                  <a:gd name="T8" fmla="*/ 6096 w 25"/>
                  <a:gd name="T9" fmla="*/ 12979 h 38"/>
                  <a:gd name="T10" fmla="*/ 6421 w 25"/>
                  <a:gd name="T11" fmla="*/ 12335 h 38"/>
                  <a:gd name="T12" fmla="*/ 6421 w 25"/>
                  <a:gd name="T13" fmla="*/ 12335 h 38"/>
                  <a:gd name="T14" fmla="*/ 1809 w 25"/>
                  <a:gd name="T15" fmla="*/ 0 h 38"/>
                  <a:gd name="T16" fmla="*/ 1011 w 25"/>
                  <a:gd name="T17" fmla="*/ 657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8">
                    <a:moveTo>
                      <a:pt x="4" y="2"/>
                    </a:moveTo>
                    <a:cubicBezTo>
                      <a:pt x="3" y="2"/>
                      <a:pt x="1" y="3"/>
                      <a:pt x="0" y="3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2" y="38"/>
                      <a:pt x="23" y="38"/>
                      <a:pt x="24" y="37"/>
                    </a:cubicBezTo>
                    <a:cubicBezTo>
                      <a:pt x="24" y="37"/>
                      <a:pt x="24" y="36"/>
                      <a:pt x="25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0" name="Freeform 2825">
                <a:extLst>
                  <a:ext uri="{FF2B5EF4-FFF2-40B4-BE49-F238E27FC236}">
                    <a16:creationId xmlns:a16="http://schemas.microsoft.com/office/drawing/2014/main" id="{5797B815-694C-4B12-806A-C4E1FF9C5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260"/>
                <a:ext cx="55" cy="88"/>
              </a:xfrm>
              <a:custGeom>
                <a:avLst/>
                <a:gdLst>
                  <a:gd name="T0" fmla="*/ 0 w 22"/>
                  <a:gd name="T1" fmla="*/ 661 h 33"/>
                  <a:gd name="T2" fmla="*/ 1300 w 22"/>
                  <a:gd name="T3" fmla="*/ 0 h 33"/>
                  <a:gd name="T4" fmla="*/ 5395 w 22"/>
                  <a:gd name="T5" fmla="*/ 11891 h 33"/>
                  <a:gd name="T6" fmla="*/ 988 w 22"/>
                  <a:gd name="T7" fmla="*/ 1059 h 33"/>
                  <a:gd name="T8" fmla="*/ 0 w 22"/>
                  <a:gd name="T9" fmla="*/ 66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0" y="2"/>
                    </a:moveTo>
                    <a:cubicBezTo>
                      <a:pt x="2" y="2"/>
                      <a:pt x="5" y="0"/>
                      <a:pt x="5" y="0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6" y="4"/>
                      <a:pt x="4" y="3"/>
                    </a:cubicBezTo>
                    <a:cubicBezTo>
                      <a:pt x="2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1" name="Freeform 2826">
                <a:extLst>
                  <a:ext uri="{FF2B5EF4-FFF2-40B4-BE49-F238E27FC236}">
                    <a16:creationId xmlns:a16="http://schemas.microsoft.com/office/drawing/2014/main" id="{E9503876-14A8-4BA4-924B-A8A219E21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834"/>
                <a:ext cx="140" cy="149"/>
              </a:xfrm>
              <a:custGeom>
                <a:avLst/>
                <a:gdLst>
                  <a:gd name="T0" fmla="*/ 12238 w 56"/>
                  <a:gd name="T1" fmla="*/ 13884 h 56"/>
                  <a:gd name="T2" fmla="*/ 4220 w 56"/>
                  <a:gd name="T3" fmla="*/ 17742 h 56"/>
                  <a:gd name="T4" fmla="*/ 1488 w 56"/>
                  <a:gd name="T5" fmla="*/ 6011 h 56"/>
                  <a:gd name="T6" fmla="*/ 9583 w 56"/>
                  <a:gd name="T7" fmla="*/ 2562 h 56"/>
                  <a:gd name="T8" fmla="*/ 12238 w 56"/>
                  <a:gd name="T9" fmla="*/ 1388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39"/>
                    </a:moveTo>
                    <a:cubicBezTo>
                      <a:pt x="43" y="51"/>
                      <a:pt x="29" y="56"/>
                      <a:pt x="17" y="50"/>
                    </a:cubicBezTo>
                    <a:cubicBezTo>
                      <a:pt x="5" y="43"/>
                      <a:pt x="0" y="29"/>
                      <a:pt x="6" y="17"/>
                    </a:cubicBezTo>
                    <a:cubicBezTo>
                      <a:pt x="13" y="5"/>
                      <a:pt x="27" y="0"/>
                      <a:pt x="39" y="7"/>
                    </a:cubicBezTo>
                    <a:cubicBezTo>
                      <a:pt x="51" y="13"/>
                      <a:pt x="56" y="27"/>
                      <a:pt x="50" y="39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2" name="Freeform 2827">
                <a:extLst>
                  <a:ext uri="{FF2B5EF4-FFF2-40B4-BE49-F238E27FC236}">
                    <a16:creationId xmlns:a16="http://schemas.microsoft.com/office/drawing/2014/main" id="{9DF79E98-303A-456E-BE2F-97B20C95B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3860"/>
                <a:ext cx="65" cy="70"/>
              </a:xfrm>
              <a:custGeom>
                <a:avLst/>
                <a:gdLst>
                  <a:gd name="T0" fmla="*/ 313 w 26"/>
                  <a:gd name="T1" fmla="*/ 4254 h 26"/>
                  <a:gd name="T2" fmla="*/ 3908 w 26"/>
                  <a:gd name="T3" fmla="*/ 681 h 26"/>
                  <a:gd name="T4" fmla="*/ 5863 w 26"/>
                  <a:gd name="T5" fmla="*/ 6090 h 26"/>
                  <a:gd name="T6" fmla="*/ 2470 w 26"/>
                  <a:gd name="T7" fmla="*/ 9466 h 26"/>
                  <a:gd name="T8" fmla="*/ 313 w 26"/>
                  <a:gd name="T9" fmla="*/ 425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1" y="11"/>
                    </a:moveTo>
                    <a:cubicBezTo>
                      <a:pt x="3" y="4"/>
                      <a:pt x="9" y="0"/>
                      <a:pt x="16" y="2"/>
                    </a:cubicBezTo>
                    <a:cubicBezTo>
                      <a:pt x="22" y="3"/>
                      <a:pt x="26" y="9"/>
                      <a:pt x="24" y="16"/>
                    </a:cubicBezTo>
                    <a:cubicBezTo>
                      <a:pt x="23" y="22"/>
                      <a:pt x="17" y="26"/>
                      <a:pt x="10" y="25"/>
                    </a:cubicBezTo>
                    <a:cubicBezTo>
                      <a:pt x="4" y="23"/>
                      <a:pt x="0" y="17"/>
                      <a:pt x="1" y="11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3" name="Freeform 2828">
                <a:extLst>
                  <a:ext uri="{FF2B5EF4-FFF2-40B4-BE49-F238E27FC236}">
                    <a16:creationId xmlns:a16="http://schemas.microsoft.com/office/drawing/2014/main" id="{84C1776F-B391-420F-920D-8EF0EC88A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3879"/>
                <a:ext cx="27" cy="27"/>
              </a:xfrm>
              <a:custGeom>
                <a:avLst/>
                <a:gdLst>
                  <a:gd name="T0" fmla="*/ 174 w 11"/>
                  <a:gd name="T1" fmla="*/ 1596 h 10"/>
                  <a:gd name="T2" fmla="*/ 1524 w 11"/>
                  <a:gd name="T3" fmla="*/ 0 h 10"/>
                  <a:gd name="T4" fmla="*/ 2216 w 11"/>
                  <a:gd name="T5" fmla="*/ 2282 h 10"/>
                  <a:gd name="T6" fmla="*/ 1048 w 11"/>
                  <a:gd name="T7" fmla="*/ 3877 h 10"/>
                  <a:gd name="T8" fmla="*/ 174 w 11"/>
                  <a:gd name="T9" fmla="*/ 159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4"/>
                    </a:moveTo>
                    <a:cubicBezTo>
                      <a:pt x="2" y="1"/>
                      <a:pt x="4" y="0"/>
                      <a:pt x="7" y="0"/>
                    </a:cubicBezTo>
                    <a:cubicBezTo>
                      <a:pt x="9" y="1"/>
                      <a:pt x="11" y="3"/>
                      <a:pt x="10" y="6"/>
                    </a:cubicBezTo>
                    <a:cubicBezTo>
                      <a:pt x="10" y="9"/>
                      <a:pt x="7" y="10"/>
                      <a:pt x="5" y="10"/>
                    </a:cubicBezTo>
                    <a:cubicBezTo>
                      <a:pt x="2" y="9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4" name="Freeform 2829">
                <a:extLst>
                  <a:ext uri="{FF2B5EF4-FFF2-40B4-BE49-F238E27FC236}">
                    <a16:creationId xmlns:a16="http://schemas.microsoft.com/office/drawing/2014/main" id="{E33EF8EF-00EF-4B13-8F5D-F78F68EA3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3762"/>
                <a:ext cx="63" cy="93"/>
              </a:xfrm>
              <a:custGeom>
                <a:avLst/>
                <a:gdLst>
                  <a:gd name="T0" fmla="*/ 801 w 25"/>
                  <a:gd name="T1" fmla="*/ 11670 h 35"/>
                  <a:gd name="T2" fmla="*/ 1809 w 25"/>
                  <a:gd name="T3" fmla="*/ 12305 h 35"/>
                  <a:gd name="T4" fmla="*/ 6421 w 25"/>
                  <a:gd name="T5" fmla="*/ 1448 h 35"/>
                  <a:gd name="T6" fmla="*/ 6421 w 25"/>
                  <a:gd name="T7" fmla="*/ 1448 h 35"/>
                  <a:gd name="T8" fmla="*/ 5887 w 25"/>
                  <a:gd name="T9" fmla="*/ 656 h 35"/>
                  <a:gd name="T10" fmla="*/ 5410 w 25"/>
                  <a:gd name="T11" fmla="*/ 0 h 35"/>
                  <a:gd name="T12" fmla="*/ 5410 w 25"/>
                  <a:gd name="T13" fmla="*/ 0 h 35"/>
                  <a:gd name="T14" fmla="*/ 0 w 25"/>
                  <a:gd name="T15" fmla="*/ 11274 h 35"/>
                  <a:gd name="T16" fmla="*/ 801 w 25"/>
                  <a:gd name="T17" fmla="*/ 1167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5">
                    <a:moveTo>
                      <a:pt x="3" y="33"/>
                    </a:moveTo>
                    <a:cubicBezTo>
                      <a:pt x="5" y="34"/>
                      <a:pt x="6" y="35"/>
                      <a:pt x="7" y="35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4" y="3"/>
                      <a:pt x="23" y="2"/>
                    </a:cubicBezTo>
                    <a:cubicBezTo>
                      <a:pt x="23" y="2"/>
                      <a:pt x="22" y="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2"/>
                      <a:pt x="2" y="33"/>
                      <a:pt x="3" y="33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5" name="Freeform 2830">
                <a:extLst>
                  <a:ext uri="{FF2B5EF4-FFF2-40B4-BE49-F238E27FC236}">
                    <a16:creationId xmlns:a16="http://schemas.microsoft.com/office/drawing/2014/main" id="{3FAAEA17-F148-4D97-BAF1-C08865277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3764"/>
                <a:ext cx="50" cy="86"/>
              </a:xfrm>
              <a:custGeom>
                <a:avLst/>
                <a:gdLst>
                  <a:gd name="T0" fmla="*/ 1300 w 20"/>
                  <a:gd name="T1" fmla="*/ 12053 h 32"/>
                  <a:gd name="T2" fmla="*/ 0 w 20"/>
                  <a:gd name="T3" fmla="*/ 11376 h 32"/>
                  <a:gd name="T4" fmla="*/ 4895 w 20"/>
                  <a:gd name="T5" fmla="*/ 0 h 32"/>
                  <a:gd name="T6" fmla="*/ 783 w 20"/>
                  <a:gd name="T7" fmla="*/ 10538 h 32"/>
                  <a:gd name="T8" fmla="*/ 1300 w 20"/>
                  <a:gd name="T9" fmla="*/ 1205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2">
                    <a:moveTo>
                      <a:pt x="5" y="32"/>
                    </a:moveTo>
                    <a:cubicBezTo>
                      <a:pt x="3" y="31"/>
                      <a:pt x="0" y="30"/>
                      <a:pt x="0" y="3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3" y="26"/>
                      <a:pt x="3" y="28"/>
                    </a:cubicBezTo>
                    <a:cubicBezTo>
                      <a:pt x="4" y="30"/>
                      <a:pt x="5" y="32"/>
                      <a:pt x="5" y="32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6" name="Freeform 2831">
                <a:extLst>
                  <a:ext uri="{FF2B5EF4-FFF2-40B4-BE49-F238E27FC236}">
                    <a16:creationId xmlns:a16="http://schemas.microsoft.com/office/drawing/2014/main" id="{F24B0D20-CFBB-4490-ADC8-002714175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3762"/>
                <a:ext cx="63" cy="93"/>
              </a:xfrm>
              <a:custGeom>
                <a:avLst/>
                <a:gdLst>
                  <a:gd name="T0" fmla="*/ 801 w 25"/>
                  <a:gd name="T1" fmla="*/ 11670 h 35"/>
                  <a:gd name="T2" fmla="*/ 1809 w 25"/>
                  <a:gd name="T3" fmla="*/ 12305 h 35"/>
                  <a:gd name="T4" fmla="*/ 6421 w 25"/>
                  <a:gd name="T5" fmla="*/ 1448 h 35"/>
                  <a:gd name="T6" fmla="*/ 6421 w 25"/>
                  <a:gd name="T7" fmla="*/ 1448 h 35"/>
                  <a:gd name="T8" fmla="*/ 5887 w 25"/>
                  <a:gd name="T9" fmla="*/ 656 h 35"/>
                  <a:gd name="T10" fmla="*/ 5410 w 25"/>
                  <a:gd name="T11" fmla="*/ 0 h 35"/>
                  <a:gd name="T12" fmla="*/ 5410 w 25"/>
                  <a:gd name="T13" fmla="*/ 0 h 35"/>
                  <a:gd name="T14" fmla="*/ 0 w 25"/>
                  <a:gd name="T15" fmla="*/ 11274 h 35"/>
                  <a:gd name="T16" fmla="*/ 801 w 25"/>
                  <a:gd name="T17" fmla="*/ 1167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5">
                    <a:moveTo>
                      <a:pt x="3" y="33"/>
                    </a:moveTo>
                    <a:cubicBezTo>
                      <a:pt x="5" y="34"/>
                      <a:pt x="6" y="35"/>
                      <a:pt x="7" y="35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4" y="3"/>
                      <a:pt x="23" y="2"/>
                    </a:cubicBezTo>
                    <a:cubicBezTo>
                      <a:pt x="23" y="2"/>
                      <a:pt x="22" y="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2"/>
                      <a:pt x="2" y="33"/>
                      <a:pt x="3" y="3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7" name="Freeform 2832">
                <a:extLst>
                  <a:ext uri="{FF2B5EF4-FFF2-40B4-BE49-F238E27FC236}">
                    <a16:creationId xmlns:a16="http://schemas.microsoft.com/office/drawing/2014/main" id="{765D7000-D73A-4F59-856B-57D65D259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834"/>
                <a:ext cx="140" cy="149"/>
              </a:xfrm>
              <a:custGeom>
                <a:avLst/>
                <a:gdLst>
                  <a:gd name="T0" fmla="*/ 12238 w 56"/>
                  <a:gd name="T1" fmla="*/ 13884 h 56"/>
                  <a:gd name="T2" fmla="*/ 4220 w 56"/>
                  <a:gd name="T3" fmla="*/ 17742 h 56"/>
                  <a:gd name="T4" fmla="*/ 1488 w 56"/>
                  <a:gd name="T5" fmla="*/ 6011 h 56"/>
                  <a:gd name="T6" fmla="*/ 9583 w 56"/>
                  <a:gd name="T7" fmla="*/ 2562 h 56"/>
                  <a:gd name="T8" fmla="*/ 12238 w 56"/>
                  <a:gd name="T9" fmla="*/ 1388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39"/>
                    </a:moveTo>
                    <a:cubicBezTo>
                      <a:pt x="43" y="51"/>
                      <a:pt x="29" y="56"/>
                      <a:pt x="17" y="50"/>
                    </a:cubicBezTo>
                    <a:cubicBezTo>
                      <a:pt x="5" y="43"/>
                      <a:pt x="0" y="29"/>
                      <a:pt x="6" y="17"/>
                    </a:cubicBezTo>
                    <a:cubicBezTo>
                      <a:pt x="13" y="5"/>
                      <a:pt x="27" y="0"/>
                      <a:pt x="39" y="7"/>
                    </a:cubicBezTo>
                    <a:cubicBezTo>
                      <a:pt x="51" y="13"/>
                      <a:pt x="56" y="27"/>
                      <a:pt x="50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8" name="Freeform 2833">
                <a:extLst>
                  <a:ext uri="{FF2B5EF4-FFF2-40B4-BE49-F238E27FC236}">
                    <a16:creationId xmlns:a16="http://schemas.microsoft.com/office/drawing/2014/main" id="{CD9C5ACD-CAF9-4E55-878E-05E29D664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660"/>
                <a:ext cx="137" cy="149"/>
              </a:xfrm>
              <a:custGeom>
                <a:avLst/>
                <a:gdLst>
                  <a:gd name="T0" fmla="*/ 4312 w 55"/>
                  <a:gd name="T1" fmla="*/ 17742 h 56"/>
                  <a:gd name="T2" fmla="*/ 1420 w 55"/>
                  <a:gd name="T3" fmla="*/ 6420 h 56"/>
                  <a:gd name="T4" fmla="*/ 9122 w 55"/>
                  <a:gd name="T5" fmla="*/ 2145 h 56"/>
                  <a:gd name="T6" fmla="*/ 11974 w 55"/>
                  <a:gd name="T7" fmla="*/ 13487 h 56"/>
                  <a:gd name="T8" fmla="*/ 4312 w 55"/>
                  <a:gd name="T9" fmla="*/ 1774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18" y="50"/>
                    </a:moveTo>
                    <a:cubicBezTo>
                      <a:pt x="5" y="44"/>
                      <a:pt x="0" y="30"/>
                      <a:pt x="6" y="18"/>
                    </a:cubicBezTo>
                    <a:cubicBezTo>
                      <a:pt x="11" y="6"/>
                      <a:pt x="26" y="0"/>
                      <a:pt x="38" y="6"/>
                    </a:cubicBezTo>
                    <a:cubicBezTo>
                      <a:pt x="50" y="12"/>
                      <a:pt x="55" y="26"/>
                      <a:pt x="50" y="38"/>
                    </a:cubicBezTo>
                    <a:cubicBezTo>
                      <a:pt x="44" y="50"/>
                      <a:pt x="30" y="56"/>
                      <a:pt x="18" y="50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9" name="Freeform 2834">
                <a:extLst>
                  <a:ext uri="{FF2B5EF4-FFF2-40B4-BE49-F238E27FC236}">
                    <a16:creationId xmlns:a16="http://schemas.microsoft.com/office/drawing/2014/main" id="{A7956EBD-BF6E-4BAC-BD86-0571A3D10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687"/>
                <a:ext cx="65" cy="72"/>
              </a:xfrm>
              <a:custGeom>
                <a:avLst/>
                <a:gdLst>
                  <a:gd name="T0" fmla="*/ 1488 w 26"/>
                  <a:gd name="T1" fmla="*/ 1459 h 27"/>
                  <a:gd name="T2" fmla="*/ 5395 w 26"/>
                  <a:gd name="T3" fmla="*/ 2184 h 27"/>
                  <a:gd name="T4" fmla="*/ 4895 w 26"/>
                  <a:gd name="T5" fmla="*/ 8248 h 27"/>
                  <a:gd name="T6" fmla="*/ 988 w 26"/>
                  <a:gd name="T7" fmla="*/ 7531 h 27"/>
                  <a:gd name="T8" fmla="*/ 1488 w 26"/>
                  <a:gd name="T9" fmla="*/ 145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7">
                    <a:moveTo>
                      <a:pt x="6" y="4"/>
                    </a:moveTo>
                    <a:cubicBezTo>
                      <a:pt x="11" y="0"/>
                      <a:pt x="18" y="1"/>
                      <a:pt x="22" y="6"/>
                    </a:cubicBezTo>
                    <a:cubicBezTo>
                      <a:pt x="26" y="12"/>
                      <a:pt x="25" y="19"/>
                      <a:pt x="20" y="23"/>
                    </a:cubicBezTo>
                    <a:cubicBezTo>
                      <a:pt x="15" y="27"/>
                      <a:pt x="8" y="26"/>
                      <a:pt x="4" y="21"/>
                    </a:cubicBezTo>
                    <a:cubicBezTo>
                      <a:pt x="0" y="16"/>
                      <a:pt x="1" y="8"/>
                      <a:pt x="6" y="4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0" name="Freeform 2835">
                <a:extLst>
                  <a:ext uri="{FF2B5EF4-FFF2-40B4-BE49-F238E27FC236}">
                    <a16:creationId xmlns:a16="http://schemas.microsoft.com/office/drawing/2014/main" id="{858468E6-6384-442B-A2FF-BA5A82B97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703"/>
                <a:ext cx="25" cy="29"/>
              </a:xfrm>
              <a:custGeom>
                <a:avLst/>
                <a:gdLst>
                  <a:gd name="T0" fmla="*/ 520 w 10"/>
                  <a:gd name="T1" fmla="*/ 625 h 11"/>
                  <a:gd name="T2" fmla="*/ 2270 w 10"/>
                  <a:gd name="T3" fmla="*/ 1007 h 11"/>
                  <a:gd name="T4" fmla="*/ 1958 w 10"/>
                  <a:gd name="T5" fmla="*/ 3045 h 11"/>
                  <a:gd name="T6" fmla="*/ 313 w 10"/>
                  <a:gd name="T7" fmla="*/ 2655 h 11"/>
                  <a:gd name="T8" fmla="*/ 520 w 10"/>
                  <a:gd name="T9" fmla="*/ 62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2" y="2"/>
                    </a:moveTo>
                    <a:cubicBezTo>
                      <a:pt x="4" y="0"/>
                      <a:pt x="7" y="0"/>
                      <a:pt x="9" y="3"/>
                    </a:cubicBezTo>
                    <a:cubicBezTo>
                      <a:pt x="10" y="5"/>
                      <a:pt x="10" y="8"/>
                      <a:pt x="8" y="9"/>
                    </a:cubicBezTo>
                    <a:cubicBezTo>
                      <a:pt x="6" y="11"/>
                      <a:pt x="3" y="10"/>
                      <a:pt x="1" y="8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1" name="Freeform 2836">
                <a:extLst>
                  <a:ext uri="{FF2B5EF4-FFF2-40B4-BE49-F238E27FC236}">
                    <a16:creationId xmlns:a16="http://schemas.microsoft.com/office/drawing/2014/main" id="{14B552DC-1B8F-447B-98DC-3314558E6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4"/>
                <a:ext cx="68" cy="72"/>
              </a:xfrm>
              <a:custGeom>
                <a:avLst/>
                <a:gdLst>
                  <a:gd name="T0" fmla="*/ 1534 w 27"/>
                  <a:gd name="T1" fmla="*/ 1459 h 27"/>
                  <a:gd name="T2" fmla="*/ 5881 w 27"/>
                  <a:gd name="T3" fmla="*/ 2184 h 27"/>
                  <a:gd name="T4" fmla="*/ 5354 w 27"/>
                  <a:gd name="T5" fmla="*/ 8248 h 27"/>
                  <a:gd name="T6" fmla="*/ 1007 w 27"/>
                  <a:gd name="T7" fmla="*/ 7531 h 27"/>
                  <a:gd name="T8" fmla="*/ 1534 w 27"/>
                  <a:gd name="T9" fmla="*/ 145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6" y="4"/>
                    </a:moveTo>
                    <a:cubicBezTo>
                      <a:pt x="11" y="0"/>
                      <a:pt x="19" y="1"/>
                      <a:pt x="23" y="6"/>
                    </a:cubicBezTo>
                    <a:cubicBezTo>
                      <a:pt x="27" y="11"/>
                      <a:pt x="26" y="19"/>
                      <a:pt x="21" y="23"/>
                    </a:cubicBezTo>
                    <a:cubicBezTo>
                      <a:pt x="16" y="27"/>
                      <a:pt x="8" y="26"/>
                      <a:pt x="4" y="21"/>
                    </a:cubicBezTo>
                    <a:cubicBezTo>
                      <a:pt x="0" y="16"/>
                      <a:pt x="1" y="8"/>
                      <a:pt x="6" y="4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2" name="Freeform 2837">
                <a:extLst>
                  <a:ext uri="{FF2B5EF4-FFF2-40B4-BE49-F238E27FC236}">
                    <a16:creationId xmlns:a16="http://schemas.microsoft.com/office/drawing/2014/main" id="{95290C4B-78BA-4980-BFC6-A3FEB269B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3020"/>
                <a:ext cx="27" cy="27"/>
              </a:xfrm>
              <a:custGeom>
                <a:avLst/>
                <a:gdLst>
                  <a:gd name="T0" fmla="*/ 621 w 11"/>
                  <a:gd name="T1" fmla="*/ 429 h 10"/>
                  <a:gd name="T2" fmla="*/ 1964 w 11"/>
                  <a:gd name="T3" fmla="*/ 751 h 10"/>
                  <a:gd name="T4" fmla="*/ 1964 w 11"/>
                  <a:gd name="T5" fmla="*/ 3464 h 10"/>
                  <a:gd name="T6" fmla="*/ 427 w 11"/>
                  <a:gd name="T7" fmla="*/ 3127 h 10"/>
                  <a:gd name="T8" fmla="*/ 621 w 11"/>
                  <a:gd name="T9" fmla="*/ 4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3" y="1"/>
                    </a:moveTo>
                    <a:cubicBezTo>
                      <a:pt x="5" y="0"/>
                      <a:pt x="8" y="0"/>
                      <a:pt x="9" y="2"/>
                    </a:cubicBezTo>
                    <a:cubicBezTo>
                      <a:pt x="11" y="4"/>
                      <a:pt x="11" y="7"/>
                      <a:pt x="9" y="9"/>
                    </a:cubicBezTo>
                    <a:cubicBezTo>
                      <a:pt x="6" y="10"/>
                      <a:pt x="3" y="10"/>
                      <a:pt x="2" y="8"/>
                    </a:cubicBezTo>
                    <a:cubicBezTo>
                      <a:pt x="0" y="6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3" name="Freeform 2838">
                <a:extLst>
                  <a:ext uri="{FF2B5EF4-FFF2-40B4-BE49-F238E27FC236}">
                    <a16:creationId xmlns:a16="http://schemas.microsoft.com/office/drawing/2014/main" id="{211D3FD1-695C-436B-8D65-24ABDE1DB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753"/>
                <a:ext cx="120" cy="62"/>
              </a:xfrm>
              <a:custGeom>
                <a:avLst/>
                <a:gdLst>
                  <a:gd name="T0" fmla="*/ 520 w 48"/>
                  <a:gd name="T1" fmla="*/ 1156 h 23"/>
                  <a:gd name="T2" fmla="*/ 0 w 48"/>
                  <a:gd name="T3" fmla="*/ 2682 h 23"/>
                  <a:gd name="T4" fmla="*/ 11063 w 48"/>
                  <a:gd name="T5" fmla="*/ 8815 h 23"/>
                  <a:gd name="T6" fmla="*/ 11063 w 48"/>
                  <a:gd name="T7" fmla="*/ 8815 h 23"/>
                  <a:gd name="T8" fmla="*/ 11250 w 48"/>
                  <a:gd name="T9" fmla="*/ 7718 h 23"/>
                  <a:gd name="T10" fmla="*/ 11720 w 48"/>
                  <a:gd name="T11" fmla="*/ 6976 h 23"/>
                  <a:gd name="T12" fmla="*/ 11720 w 48"/>
                  <a:gd name="T13" fmla="*/ 6976 h 23"/>
                  <a:gd name="T14" fmla="*/ 783 w 48"/>
                  <a:gd name="T15" fmla="*/ 0 h 23"/>
                  <a:gd name="T16" fmla="*/ 520 w 48"/>
                  <a:gd name="T17" fmla="*/ 1156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3">
                    <a:moveTo>
                      <a:pt x="2" y="3"/>
                    </a:moveTo>
                    <a:cubicBezTo>
                      <a:pt x="1" y="4"/>
                      <a:pt x="1" y="6"/>
                      <a:pt x="0" y="7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6" y="22"/>
                      <a:pt x="46" y="21"/>
                      <a:pt x="46" y="20"/>
                    </a:cubicBezTo>
                    <a:cubicBezTo>
                      <a:pt x="47" y="20"/>
                      <a:pt x="47" y="19"/>
                      <a:pt x="48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4" name="Freeform 2839">
                <a:extLst>
                  <a:ext uri="{FF2B5EF4-FFF2-40B4-BE49-F238E27FC236}">
                    <a16:creationId xmlns:a16="http://schemas.microsoft.com/office/drawing/2014/main" id="{33E80733-B1AD-4ACE-B2BC-BEFDC2181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759"/>
                <a:ext cx="112" cy="45"/>
              </a:xfrm>
              <a:custGeom>
                <a:avLst/>
                <a:gdLst>
                  <a:gd name="T0" fmla="*/ 0 w 45"/>
                  <a:gd name="T1" fmla="*/ 1668 h 17"/>
                  <a:gd name="T2" fmla="*/ 650 w 45"/>
                  <a:gd name="T3" fmla="*/ 0 h 17"/>
                  <a:gd name="T4" fmla="*/ 10697 w 45"/>
                  <a:gd name="T5" fmla="*/ 5845 h 17"/>
                  <a:gd name="T6" fmla="*/ 953 w 45"/>
                  <a:gd name="T7" fmla="*/ 1038 h 17"/>
                  <a:gd name="T8" fmla="*/ 0 w 45"/>
                  <a:gd name="T9" fmla="*/ 166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7">
                    <a:moveTo>
                      <a:pt x="0" y="5"/>
                    </a:moveTo>
                    <a:cubicBezTo>
                      <a:pt x="1" y="3"/>
                      <a:pt x="3" y="0"/>
                      <a:pt x="3" y="0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6" y="2"/>
                      <a:pt x="4" y="3"/>
                    </a:cubicBezTo>
                    <a:cubicBezTo>
                      <a:pt x="2" y="3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5" name="Freeform 2840">
                <a:extLst>
                  <a:ext uri="{FF2B5EF4-FFF2-40B4-BE49-F238E27FC236}">
                    <a16:creationId xmlns:a16="http://schemas.microsoft.com/office/drawing/2014/main" id="{E43FA594-40BF-4176-AD6B-030188F24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753"/>
                <a:ext cx="120" cy="62"/>
              </a:xfrm>
              <a:custGeom>
                <a:avLst/>
                <a:gdLst>
                  <a:gd name="T0" fmla="*/ 520 w 48"/>
                  <a:gd name="T1" fmla="*/ 1156 h 23"/>
                  <a:gd name="T2" fmla="*/ 0 w 48"/>
                  <a:gd name="T3" fmla="*/ 2682 h 23"/>
                  <a:gd name="T4" fmla="*/ 11063 w 48"/>
                  <a:gd name="T5" fmla="*/ 8815 h 23"/>
                  <a:gd name="T6" fmla="*/ 11063 w 48"/>
                  <a:gd name="T7" fmla="*/ 8815 h 23"/>
                  <a:gd name="T8" fmla="*/ 11250 w 48"/>
                  <a:gd name="T9" fmla="*/ 7718 h 23"/>
                  <a:gd name="T10" fmla="*/ 11720 w 48"/>
                  <a:gd name="T11" fmla="*/ 6976 h 23"/>
                  <a:gd name="T12" fmla="*/ 11720 w 48"/>
                  <a:gd name="T13" fmla="*/ 6976 h 23"/>
                  <a:gd name="T14" fmla="*/ 783 w 48"/>
                  <a:gd name="T15" fmla="*/ 0 h 23"/>
                  <a:gd name="T16" fmla="*/ 520 w 48"/>
                  <a:gd name="T17" fmla="*/ 1156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23">
                    <a:moveTo>
                      <a:pt x="2" y="3"/>
                    </a:moveTo>
                    <a:cubicBezTo>
                      <a:pt x="1" y="4"/>
                      <a:pt x="1" y="6"/>
                      <a:pt x="0" y="7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6" y="22"/>
                      <a:pt x="46" y="21"/>
                      <a:pt x="46" y="20"/>
                    </a:cubicBezTo>
                    <a:cubicBezTo>
                      <a:pt x="47" y="20"/>
                      <a:pt x="47" y="19"/>
                      <a:pt x="48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6" name="Freeform 2841">
                <a:extLst>
                  <a:ext uri="{FF2B5EF4-FFF2-40B4-BE49-F238E27FC236}">
                    <a16:creationId xmlns:a16="http://schemas.microsoft.com/office/drawing/2014/main" id="{2D65D6A4-EA97-4FC0-B458-90244AAE4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660"/>
                <a:ext cx="137" cy="149"/>
              </a:xfrm>
              <a:custGeom>
                <a:avLst/>
                <a:gdLst>
                  <a:gd name="T0" fmla="*/ 4312 w 55"/>
                  <a:gd name="T1" fmla="*/ 17742 h 56"/>
                  <a:gd name="T2" fmla="*/ 1420 w 55"/>
                  <a:gd name="T3" fmla="*/ 6420 h 56"/>
                  <a:gd name="T4" fmla="*/ 9122 w 55"/>
                  <a:gd name="T5" fmla="*/ 2145 h 56"/>
                  <a:gd name="T6" fmla="*/ 11974 w 55"/>
                  <a:gd name="T7" fmla="*/ 13487 h 56"/>
                  <a:gd name="T8" fmla="*/ 4312 w 55"/>
                  <a:gd name="T9" fmla="*/ 1774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18" y="50"/>
                    </a:moveTo>
                    <a:cubicBezTo>
                      <a:pt x="5" y="44"/>
                      <a:pt x="0" y="30"/>
                      <a:pt x="6" y="18"/>
                    </a:cubicBezTo>
                    <a:cubicBezTo>
                      <a:pt x="11" y="6"/>
                      <a:pt x="26" y="0"/>
                      <a:pt x="38" y="6"/>
                    </a:cubicBezTo>
                    <a:cubicBezTo>
                      <a:pt x="50" y="12"/>
                      <a:pt x="55" y="26"/>
                      <a:pt x="50" y="38"/>
                    </a:cubicBezTo>
                    <a:cubicBezTo>
                      <a:pt x="44" y="50"/>
                      <a:pt x="30" y="56"/>
                      <a:pt x="18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7" name="Freeform 2842">
                <a:extLst>
                  <a:ext uri="{FF2B5EF4-FFF2-40B4-BE49-F238E27FC236}">
                    <a16:creationId xmlns:a16="http://schemas.microsoft.com/office/drawing/2014/main" id="{194043DD-0666-4399-8252-358E191BB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3594"/>
                <a:ext cx="137" cy="146"/>
              </a:xfrm>
              <a:custGeom>
                <a:avLst/>
                <a:gdLst>
                  <a:gd name="T0" fmla="*/ 10275 w 55"/>
                  <a:gd name="T1" fmla="*/ 16087 h 55"/>
                  <a:gd name="T2" fmla="*/ 1930 w 55"/>
                  <a:gd name="T3" fmla="*/ 15038 h 55"/>
                  <a:gd name="T4" fmla="*/ 2892 w 55"/>
                  <a:gd name="T5" fmla="*/ 2790 h 55"/>
                  <a:gd name="T6" fmla="*/ 11007 w 55"/>
                  <a:gd name="T7" fmla="*/ 4229 h 55"/>
                  <a:gd name="T8" fmla="*/ 10275 w 55"/>
                  <a:gd name="T9" fmla="*/ 1608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43" y="46"/>
                    </a:moveTo>
                    <a:cubicBezTo>
                      <a:pt x="32" y="55"/>
                      <a:pt x="17" y="53"/>
                      <a:pt x="8" y="43"/>
                    </a:cubicBezTo>
                    <a:cubicBezTo>
                      <a:pt x="0" y="32"/>
                      <a:pt x="2" y="17"/>
                      <a:pt x="12" y="8"/>
                    </a:cubicBezTo>
                    <a:cubicBezTo>
                      <a:pt x="23" y="0"/>
                      <a:pt x="38" y="2"/>
                      <a:pt x="46" y="12"/>
                    </a:cubicBezTo>
                    <a:cubicBezTo>
                      <a:pt x="55" y="23"/>
                      <a:pt x="53" y="38"/>
                      <a:pt x="43" y="4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8" name="Freeform 2843">
                <a:extLst>
                  <a:ext uri="{FF2B5EF4-FFF2-40B4-BE49-F238E27FC236}">
                    <a16:creationId xmlns:a16="http://schemas.microsoft.com/office/drawing/2014/main" id="{ECAB7162-D187-4B65-B1F4-DEB7F3BAF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983"/>
                <a:ext cx="125" cy="130"/>
              </a:xfrm>
              <a:custGeom>
                <a:avLst/>
                <a:gdLst>
                  <a:gd name="T0" fmla="*/ 5863 w 50"/>
                  <a:gd name="T1" fmla="*/ 17091 h 49"/>
                  <a:gd name="T2" fmla="*/ 313 w 50"/>
                  <a:gd name="T3" fmla="*/ 8031 h 49"/>
                  <a:gd name="T4" fmla="*/ 6375 w 50"/>
                  <a:gd name="T5" fmla="*/ 0 h 49"/>
                  <a:gd name="T6" fmla="*/ 12033 w 50"/>
                  <a:gd name="T7" fmla="*/ 9073 h 49"/>
                  <a:gd name="T8" fmla="*/ 5863 w 50"/>
                  <a:gd name="T9" fmla="*/ 1709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9">
                    <a:moveTo>
                      <a:pt x="24" y="49"/>
                    </a:moveTo>
                    <a:cubicBezTo>
                      <a:pt x="10" y="48"/>
                      <a:pt x="0" y="37"/>
                      <a:pt x="1" y="23"/>
                    </a:cubicBezTo>
                    <a:cubicBezTo>
                      <a:pt x="1" y="10"/>
                      <a:pt x="13" y="0"/>
                      <a:pt x="26" y="0"/>
                    </a:cubicBezTo>
                    <a:cubicBezTo>
                      <a:pt x="39" y="1"/>
                      <a:pt x="50" y="12"/>
                      <a:pt x="49" y="26"/>
                    </a:cubicBezTo>
                    <a:cubicBezTo>
                      <a:pt x="49" y="39"/>
                      <a:pt x="37" y="49"/>
                      <a:pt x="24" y="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9" name="Freeform 2844">
                <a:extLst>
                  <a:ext uri="{FF2B5EF4-FFF2-40B4-BE49-F238E27FC236}">
                    <a16:creationId xmlns:a16="http://schemas.microsoft.com/office/drawing/2014/main" id="{AE2FB9E6-4BBD-4A0D-BB5C-701339238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127"/>
                <a:ext cx="138" cy="146"/>
              </a:xfrm>
              <a:custGeom>
                <a:avLst/>
                <a:gdLst>
                  <a:gd name="T0" fmla="*/ 1310 w 55"/>
                  <a:gd name="T1" fmla="*/ 13297 h 55"/>
                  <a:gd name="T2" fmla="*/ 4281 w 55"/>
                  <a:gd name="T3" fmla="*/ 2079 h 55"/>
                  <a:gd name="T4" fmla="*/ 12244 w 55"/>
                  <a:gd name="T5" fmla="*/ 5912 h 55"/>
                  <a:gd name="T6" fmla="*/ 9432 w 55"/>
                  <a:gd name="T7" fmla="*/ 17138 h 55"/>
                  <a:gd name="T8" fmla="*/ 1310 w 55"/>
                  <a:gd name="T9" fmla="*/ 1329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" y="38"/>
                    </a:moveTo>
                    <a:cubicBezTo>
                      <a:pt x="0" y="26"/>
                      <a:pt x="5" y="11"/>
                      <a:pt x="17" y="6"/>
                    </a:cubicBezTo>
                    <a:cubicBezTo>
                      <a:pt x="29" y="0"/>
                      <a:pt x="43" y="5"/>
                      <a:pt x="49" y="17"/>
                    </a:cubicBezTo>
                    <a:cubicBezTo>
                      <a:pt x="55" y="29"/>
                      <a:pt x="50" y="44"/>
                      <a:pt x="38" y="49"/>
                    </a:cubicBezTo>
                    <a:cubicBezTo>
                      <a:pt x="26" y="55"/>
                      <a:pt x="11" y="50"/>
                      <a:pt x="5" y="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0" name="Freeform 2845">
                <a:extLst>
                  <a:ext uri="{FF2B5EF4-FFF2-40B4-BE49-F238E27FC236}">
                    <a16:creationId xmlns:a16="http://schemas.microsoft.com/office/drawing/2014/main" id="{43229181-D562-49C0-80D4-B12611C82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3559"/>
                <a:ext cx="92" cy="75"/>
              </a:xfrm>
              <a:custGeom>
                <a:avLst/>
                <a:gdLst>
                  <a:gd name="T0" fmla="*/ 644 w 37"/>
                  <a:gd name="T1" fmla="*/ 9206 h 28"/>
                  <a:gd name="T2" fmla="*/ 1149 w 37"/>
                  <a:gd name="T3" fmla="*/ 10339 h 28"/>
                  <a:gd name="T4" fmla="*/ 8747 w 37"/>
                  <a:gd name="T5" fmla="*/ 1808 h 28"/>
                  <a:gd name="T6" fmla="*/ 8747 w 37"/>
                  <a:gd name="T7" fmla="*/ 1808 h 28"/>
                  <a:gd name="T8" fmla="*/ 8253 w 37"/>
                  <a:gd name="T9" fmla="*/ 1077 h 28"/>
                  <a:gd name="T10" fmla="*/ 8069 w 37"/>
                  <a:gd name="T11" fmla="*/ 0 h 28"/>
                  <a:gd name="T12" fmla="*/ 8069 w 37"/>
                  <a:gd name="T13" fmla="*/ 0 h 28"/>
                  <a:gd name="T14" fmla="*/ 0 w 37"/>
                  <a:gd name="T15" fmla="*/ 8129 h 28"/>
                  <a:gd name="T16" fmla="*/ 644 w 37"/>
                  <a:gd name="T17" fmla="*/ 9206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8">
                    <a:moveTo>
                      <a:pt x="3" y="25"/>
                    </a:moveTo>
                    <a:cubicBezTo>
                      <a:pt x="3" y="26"/>
                      <a:pt x="4" y="27"/>
                      <a:pt x="5" y="28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6" y="4"/>
                      <a:pt x="36" y="3"/>
                      <a:pt x="35" y="3"/>
                    </a:cubicBezTo>
                    <a:cubicBezTo>
                      <a:pt x="34" y="2"/>
                      <a:pt x="34" y="1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3"/>
                      <a:pt x="2" y="24"/>
                      <a:pt x="3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1" name="Freeform 2846">
                <a:extLst>
                  <a:ext uri="{FF2B5EF4-FFF2-40B4-BE49-F238E27FC236}">
                    <a16:creationId xmlns:a16="http://schemas.microsoft.com/office/drawing/2014/main" id="{08F36FF8-707C-4412-8FE5-EBC7C27E7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3041"/>
                <a:ext cx="118" cy="22"/>
              </a:xfrm>
              <a:custGeom>
                <a:avLst/>
                <a:gdLst>
                  <a:gd name="T0" fmla="*/ 0 w 47"/>
                  <a:gd name="T1" fmla="*/ 1724 h 8"/>
                  <a:gd name="T2" fmla="*/ 0 w 47"/>
                  <a:gd name="T3" fmla="*/ 3495 h 8"/>
                  <a:gd name="T4" fmla="*/ 11755 w 47"/>
                  <a:gd name="T5" fmla="*/ 2973 h 8"/>
                  <a:gd name="T6" fmla="*/ 11755 w 47"/>
                  <a:gd name="T7" fmla="*/ 2973 h 8"/>
                  <a:gd name="T8" fmla="*/ 11755 w 47"/>
                  <a:gd name="T9" fmla="*/ 2225 h 8"/>
                  <a:gd name="T10" fmla="*/ 11755 w 47"/>
                  <a:gd name="T11" fmla="*/ 976 h 8"/>
                  <a:gd name="T12" fmla="*/ 11755 w 47"/>
                  <a:gd name="T13" fmla="*/ 976 h 8"/>
                  <a:gd name="T14" fmla="*/ 0 w 47"/>
                  <a:gd name="T15" fmla="*/ 0 h 8"/>
                  <a:gd name="T16" fmla="*/ 0 w 47"/>
                  <a:gd name="T17" fmla="*/ 172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8">
                    <a:moveTo>
                      <a:pt x="0" y="4"/>
                    </a:moveTo>
                    <a:cubicBezTo>
                      <a:pt x="0" y="5"/>
                      <a:pt x="0" y="6"/>
                      <a:pt x="0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7" y="4"/>
                      <a:pt x="47" y="3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0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2" name="Freeform 2847">
                <a:extLst>
                  <a:ext uri="{FF2B5EF4-FFF2-40B4-BE49-F238E27FC236}">
                    <a16:creationId xmlns:a16="http://schemas.microsoft.com/office/drawing/2014/main" id="{BDCC1D55-73DA-4DCD-AE48-3421197FA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255"/>
                <a:ext cx="63" cy="101"/>
              </a:xfrm>
              <a:custGeom>
                <a:avLst/>
                <a:gdLst>
                  <a:gd name="T0" fmla="*/ 1011 w 25"/>
                  <a:gd name="T1" fmla="*/ 657 h 38"/>
                  <a:gd name="T2" fmla="*/ 0 w 25"/>
                  <a:gd name="T3" fmla="*/ 1053 h 38"/>
                  <a:gd name="T4" fmla="*/ 5410 w 25"/>
                  <a:gd name="T5" fmla="*/ 13367 h 38"/>
                  <a:gd name="T6" fmla="*/ 5410 w 25"/>
                  <a:gd name="T7" fmla="*/ 13367 h 38"/>
                  <a:gd name="T8" fmla="*/ 6096 w 25"/>
                  <a:gd name="T9" fmla="*/ 12979 h 38"/>
                  <a:gd name="T10" fmla="*/ 6421 w 25"/>
                  <a:gd name="T11" fmla="*/ 12335 h 38"/>
                  <a:gd name="T12" fmla="*/ 6421 w 25"/>
                  <a:gd name="T13" fmla="*/ 12335 h 38"/>
                  <a:gd name="T14" fmla="*/ 1809 w 25"/>
                  <a:gd name="T15" fmla="*/ 0 h 38"/>
                  <a:gd name="T16" fmla="*/ 1011 w 25"/>
                  <a:gd name="T17" fmla="*/ 657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8">
                    <a:moveTo>
                      <a:pt x="4" y="2"/>
                    </a:moveTo>
                    <a:cubicBezTo>
                      <a:pt x="3" y="2"/>
                      <a:pt x="1" y="3"/>
                      <a:pt x="0" y="3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2" y="38"/>
                      <a:pt x="23" y="38"/>
                      <a:pt x="24" y="37"/>
                    </a:cubicBezTo>
                    <a:cubicBezTo>
                      <a:pt x="24" y="37"/>
                      <a:pt x="24" y="36"/>
                      <a:pt x="25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3" name="Freeform 2848">
                <a:extLst>
                  <a:ext uri="{FF2B5EF4-FFF2-40B4-BE49-F238E27FC236}">
                    <a16:creationId xmlns:a16="http://schemas.microsoft.com/office/drawing/2014/main" id="{8C422E9B-0354-405E-B3C7-46D7D8B6D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087"/>
                <a:ext cx="125" cy="133"/>
              </a:xfrm>
              <a:custGeom>
                <a:avLst/>
                <a:gdLst>
                  <a:gd name="T0" fmla="*/ 313 w 50"/>
                  <a:gd name="T1" fmla="*/ 8504 h 50"/>
                  <a:gd name="T2" fmla="*/ 6375 w 50"/>
                  <a:gd name="T3" fmla="*/ 396 h 50"/>
                  <a:gd name="T4" fmla="*/ 12033 w 50"/>
                  <a:gd name="T5" fmla="*/ 9206 h 50"/>
                  <a:gd name="T6" fmla="*/ 5863 w 50"/>
                  <a:gd name="T7" fmla="*/ 17314 h 50"/>
                  <a:gd name="T8" fmla="*/ 313 w 50"/>
                  <a:gd name="T9" fmla="*/ 850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1" y="24"/>
                    </a:moveTo>
                    <a:cubicBezTo>
                      <a:pt x="1" y="10"/>
                      <a:pt x="13" y="0"/>
                      <a:pt x="26" y="1"/>
                    </a:cubicBezTo>
                    <a:cubicBezTo>
                      <a:pt x="39" y="1"/>
                      <a:pt x="50" y="12"/>
                      <a:pt x="49" y="26"/>
                    </a:cubicBezTo>
                    <a:cubicBezTo>
                      <a:pt x="49" y="39"/>
                      <a:pt x="37" y="50"/>
                      <a:pt x="24" y="49"/>
                    </a:cubicBezTo>
                    <a:cubicBezTo>
                      <a:pt x="11" y="49"/>
                      <a:pt x="0" y="37"/>
                      <a:pt x="1" y="24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4" name="Freeform 2849">
                <a:extLst>
                  <a:ext uri="{FF2B5EF4-FFF2-40B4-BE49-F238E27FC236}">
                    <a16:creationId xmlns:a16="http://schemas.microsoft.com/office/drawing/2014/main" id="{888DAFB8-2250-46CA-B9E9-CD78B6BD4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097"/>
                <a:ext cx="68" cy="72"/>
              </a:xfrm>
              <a:custGeom>
                <a:avLst/>
                <a:gdLst>
                  <a:gd name="T0" fmla="*/ 2010 w 27"/>
                  <a:gd name="T1" fmla="*/ 1059 h 27"/>
                  <a:gd name="T2" fmla="*/ 6070 w 27"/>
                  <a:gd name="T3" fmla="*/ 3243 h 27"/>
                  <a:gd name="T4" fmla="*/ 4553 w 27"/>
                  <a:gd name="T5" fmla="*/ 9045 h 27"/>
                  <a:gd name="T6" fmla="*/ 526 w 27"/>
                  <a:gd name="T7" fmla="*/ 6883 h 27"/>
                  <a:gd name="T8" fmla="*/ 2010 w 27"/>
                  <a:gd name="T9" fmla="*/ 105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8" y="3"/>
                    </a:moveTo>
                    <a:cubicBezTo>
                      <a:pt x="14" y="0"/>
                      <a:pt x="21" y="3"/>
                      <a:pt x="24" y="9"/>
                    </a:cubicBezTo>
                    <a:cubicBezTo>
                      <a:pt x="27" y="15"/>
                      <a:pt x="24" y="22"/>
                      <a:pt x="18" y="25"/>
                    </a:cubicBezTo>
                    <a:cubicBezTo>
                      <a:pt x="12" y="27"/>
                      <a:pt x="5" y="25"/>
                      <a:pt x="2" y="19"/>
                    </a:cubicBezTo>
                    <a:cubicBezTo>
                      <a:pt x="0" y="13"/>
                      <a:pt x="2" y="6"/>
                      <a:pt x="8" y="3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5" name="Freeform 2850">
                <a:extLst>
                  <a:ext uri="{FF2B5EF4-FFF2-40B4-BE49-F238E27FC236}">
                    <a16:creationId xmlns:a16="http://schemas.microsoft.com/office/drawing/2014/main" id="{0A7B46B8-18F4-418B-9A2F-A283887F0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113"/>
                <a:ext cx="27" cy="30"/>
              </a:xfrm>
              <a:custGeom>
                <a:avLst/>
                <a:gdLst>
                  <a:gd name="T0" fmla="*/ 903 w 11"/>
                  <a:gd name="T1" fmla="*/ 447 h 11"/>
                  <a:gd name="T2" fmla="*/ 2216 w 11"/>
                  <a:gd name="T3" fmla="*/ 1219 h 11"/>
                  <a:gd name="T4" fmla="*/ 1777 w 11"/>
                  <a:gd name="T5" fmla="*/ 4099 h 11"/>
                  <a:gd name="T6" fmla="*/ 174 w 11"/>
                  <a:gd name="T7" fmla="*/ 2877 h 11"/>
                  <a:gd name="T8" fmla="*/ 903 w 11"/>
                  <a:gd name="T9" fmla="*/ 44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4" y="1"/>
                    </a:moveTo>
                    <a:cubicBezTo>
                      <a:pt x="6" y="0"/>
                      <a:pt x="9" y="1"/>
                      <a:pt x="10" y="3"/>
                    </a:cubicBezTo>
                    <a:cubicBezTo>
                      <a:pt x="11" y="6"/>
                      <a:pt x="10" y="9"/>
                      <a:pt x="8" y="10"/>
                    </a:cubicBezTo>
                    <a:cubicBezTo>
                      <a:pt x="5" y="11"/>
                      <a:pt x="2" y="10"/>
                      <a:pt x="1" y="7"/>
                    </a:cubicBezTo>
                    <a:cubicBezTo>
                      <a:pt x="0" y="5"/>
                      <a:pt x="1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6" name="Freeform 2851">
                <a:extLst>
                  <a:ext uri="{FF2B5EF4-FFF2-40B4-BE49-F238E27FC236}">
                    <a16:creationId xmlns:a16="http://schemas.microsoft.com/office/drawing/2014/main" id="{0ADFA00D-655F-4F92-B59A-89047DA16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217"/>
                <a:ext cx="20" cy="110"/>
              </a:xfrm>
              <a:custGeom>
                <a:avLst/>
                <a:gdLst>
                  <a:gd name="T0" fmla="*/ 988 w 8"/>
                  <a:gd name="T1" fmla="*/ 0 h 41"/>
                  <a:gd name="T2" fmla="*/ 0 w 8"/>
                  <a:gd name="T3" fmla="*/ 0 h 41"/>
                  <a:gd name="T4" fmla="*/ 520 w 8"/>
                  <a:gd name="T5" fmla="*/ 15274 h 41"/>
                  <a:gd name="T6" fmla="*/ 520 w 8"/>
                  <a:gd name="T7" fmla="*/ 15274 h 41"/>
                  <a:gd name="T8" fmla="*/ 1300 w 8"/>
                  <a:gd name="T9" fmla="*/ 15274 h 41"/>
                  <a:gd name="T10" fmla="*/ 1770 w 8"/>
                  <a:gd name="T11" fmla="*/ 14871 h 41"/>
                  <a:gd name="T12" fmla="*/ 1770 w 8"/>
                  <a:gd name="T13" fmla="*/ 14871 h 41"/>
                  <a:gd name="T14" fmla="*/ 1958 w 8"/>
                  <a:gd name="T15" fmla="*/ 0 h 41"/>
                  <a:gd name="T16" fmla="*/ 988 w 8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41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3" y="41"/>
                      <a:pt x="4" y="41"/>
                      <a:pt x="5" y="41"/>
                    </a:cubicBezTo>
                    <a:cubicBezTo>
                      <a:pt x="5" y="41"/>
                      <a:pt x="6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7" name="Freeform 2852">
                <a:extLst>
                  <a:ext uri="{FF2B5EF4-FFF2-40B4-BE49-F238E27FC236}">
                    <a16:creationId xmlns:a16="http://schemas.microsoft.com/office/drawing/2014/main" id="{E0ACA66E-3E27-4020-9BB0-A82D3B3C8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223"/>
                <a:ext cx="12" cy="101"/>
              </a:xfrm>
              <a:custGeom>
                <a:avLst/>
                <a:gdLst>
                  <a:gd name="T0" fmla="*/ 0 w 5"/>
                  <a:gd name="T1" fmla="*/ 0 h 38"/>
                  <a:gd name="T2" fmla="*/ 967 w 5"/>
                  <a:gd name="T3" fmla="*/ 0 h 38"/>
                  <a:gd name="T4" fmla="*/ 967 w 5"/>
                  <a:gd name="T5" fmla="*/ 13367 h 38"/>
                  <a:gd name="T6" fmla="*/ 564 w 5"/>
                  <a:gd name="T7" fmla="*/ 1053 h 38"/>
                  <a:gd name="T8" fmla="*/ 0 w 5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8">
                    <a:moveTo>
                      <a:pt x="0" y="0"/>
                    </a:moveTo>
                    <a:cubicBezTo>
                      <a:pt x="2" y="0"/>
                      <a:pt x="5" y="0"/>
                      <a:pt x="5" y="0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5" y="38"/>
                      <a:pt x="4" y="4"/>
                      <a:pt x="3" y="3"/>
                    </a:cubicBezTo>
                    <a:cubicBezTo>
                      <a:pt x="2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8" name="Freeform 2853">
                <a:extLst>
                  <a:ext uri="{FF2B5EF4-FFF2-40B4-BE49-F238E27FC236}">
                    <a16:creationId xmlns:a16="http://schemas.microsoft.com/office/drawing/2014/main" id="{8E8848C5-C108-44F7-B6E0-C69D8EBC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087"/>
                <a:ext cx="125" cy="133"/>
              </a:xfrm>
              <a:custGeom>
                <a:avLst/>
                <a:gdLst>
                  <a:gd name="T0" fmla="*/ 313 w 50"/>
                  <a:gd name="T1" fmla="*/ 8504 h 50"/>
                  <a:gd name="T2" fmla="*/ 6375 w 50"/>
                  <a:gd name="T3" fmla="*/ 396 h 50"/>
                  <a:gd name="T4" fmla="*/ 12033 w 50"/>
                  <a:gd name="T5" fmla="*/ 9206 h 50"/>
                  <a:gd name="T6" fmla="*/ 5863 w 50"/>
                  <a:gd name="T7" fmla="*/ 17314 h 50"/>
                  <a:gd name="T8" fmla="*/ 313 w 50"/>
                  <a:gd name="T9" fmla="*/ 850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1" y="24"/>
                    </a:moveTo>
                    <a:cubicBezTo>
                      <a:pt x="1" y="10"/>
                      <a:pt x="13" y="0"/>
                      <a:pt x="26" y="1"/>
                    </a:cubicBezTo>
                    <a:cubicBezTo>
                      <a:pt x="39" y="1"/>
                      <a:pt x="50" y="12"/>
                      <a:pt x="49" y="26"/>
                    </a:cubicBezTo>
                    <a:cubicBezTo>
                      <a:pt x="49" y="39"/>
                      <a:pt x="37" y="50"/>
                      <a:pt x="24" y="49"/>
                    </a:cubicBezTo>
                    <a:cubicBezTo>
                      <a:pt x="11" y="49"/>
                      <a:pt x="0" y="37"/>
                      <a:pt x="1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9" name="Freeform 2854">
                <a:extLst>
                  <a:ext uri="{FF2B5EF4-FFF2-40B4-BE49-F238E27FC236}">
                    <a16:creationId xmlns:a16="http://schemas.microsoft.com/office/drawing/2014/main" id="{F7288194-F83F-4286-B6BE-8DD569228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217"/>
                <a:ext cx="20" cy="110"/>
              </a:xfrm>
              <a:custGeom>
                <a:avLst/>
                <a:gdLst>
                  <a:gd name="T0" fmla="*/ 988 w 8"/>
                  <a:gd name="T1" fmla="*/ 0 h 41"/>
                  <a:gd name="T2" fmla="*/ 0 w 8"/>
                  <a:gd name="T3" fmla="*/ 0 h 41"/>
                  <a:gd name="T4" fmla="*/ 520 w 8"/>
                  <a:gd name="T5" fmla="*/ 15274 h 41"/>
                  <a:gd name="T6" fmla="*/ 520 w 8"/>
                  <a:gd name="T7" fmla="*/ 15274 h 41"/>
                  <a:gd name="T8" fmla="*/ 1300 w 8"/>
                  <a:gd name="T9" fmla="*/ 15274 h 41"/>
                  <a:gd name="T10" fmla="*/ 1770 w 8"/>
                  <a:gd name="T11" fmla="*/ 14871 h 41"/>
                  <a:gd name="T12" fmla="*/ 1770 w 8"/>
                  <a:gd name="T13" fmla="*/ 14871 h 41"/>
                  <a:gd name="T14" fmla="*/ 1958 w 8"/>
                  <a:gd name="T15" fmla="*/ 0 h 41"/>
                  <a:gd name="T16" fmla="*/ 988 w 8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41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3" y="41"/>
                      <a:pt x="4" y="41"/>
                      <a:pt x="5" y="41"/>
                    </a:cubicBezTo>
                    <a:cubicBezTo>
                      <a:pt x="5" y="41"/>
                      <a:pt x="6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5" y="0"/>
                      <a:pt x="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0" name="Freeform 2855">
                <a:extLst>
                  <a:ext uri="{FF2B5EF4-FFF2-40B4-BE49-F238E27FC236}">
                    <a16:creationId xmlns:a16="http://schemas.microsoft.com/office/drawing/2014/main" id="{DE8ACBF6-90A8-4DCF-A5F9-D97BEAD27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2375"/>
                <a:ext cx="135" cy="144"/>
              </a:xfrm>
              <a:custGeom>
                <a:avLst/>
                <a:gdLst>
                  <a:gd name="T0" fmla="*/ 10750 w 54"/>
                  <a:gd name="T1" fmla="*/ 16179 h 54"/>
                  <a:gd name="T2" fmla="*/ 10750 w 54"/>
                  <a:gd name="T3" fmla="*/ 3640 h 54"/>
                  <a:gd name="T4" fmla="*/ 2470 w 54"/>
                  <a:gd name="T5" fmla="*/ 3640 h 54"/>
                  <a:gd name="T6" fmla="*/ 2270 w 54"/>
                  <a:gd name="T7" fmla="*/ 15779 h 54"/>
                  <a:gd name="T8" fmla="*/ 10750 w 54"/>
                  <a:gd name="T9" fmla="*/ 16179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4">
                    <a:moveTo>
                      <a:pt x="44" y="45"/>
                    </a:moveTo>
                    <a:cubicBezTo>
                      <a:pt x="53" y="35"/>
                      <a:pt x="54" y="20"/>
                      <a:pt x="44" y="10"/>
                    </a:cubicBezTo>
                    <a:cubicBezTo>
                      <a:pt x="35" y="1"/>
                      <a:pt x="19" y="0"/>
                      <a:pt x="10" y="10"/>
                    </a:cubicBezTo>
                    <a:cubicBezTo>
                      <a:pt x="0" y="19"/>
                      <a:pt x="0" y="34"/>
                      <a:pt x="9" y="44"/>
                    </a:cubicBezTo>
                    <a:cubicBezTo>
                      <a:pt x="19" y="54"/>
                      <a:pt x="34" y="54"/>
                      <a:pt x="44" y="45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1" name="Freeform 2856">
                <a:extLst>
                  <a:ext uri="{FF2B5EF4-FFF2-40B4-BE49-F238E27FC236}">
                    <a16:creationId xmlns:a16="http://schemas.microsoft.com/office/drawing/2014/main" id="{1B64F0C9-A85A-4BB7-94D6-C79373CC1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2399"/>
                <a:ext cx="68" cy="69"/>
              </a:xfrm>
              <a:custGeom>
                <a:avLst/>
                <a:gdLst>
                  <a:gd name="T0" fmla="*/ 5589 w 27"/>
                  <a:gd name="T1" fmla="*/ 1741 h 26"/>
                  <a:gd name="T2" fmla="*/ 1534 w 27"/>
                  <a:gd name="T3" fmla="*/ 1436 h 26"/>
                  <a:gd name="T4" fmla="*/ 1007 w 27"/>
                  <a:gd name="T5" fmla="*/ 7380 h 26"/>
                  <a:gd name="T6" fmla="*/ 5354 w 27"/>
                  <a:gd name="T7" fmla="*/ 7640 h 26"/>
                  <a:gd name="T8" fmla="*/ 5589 w 27"/>
                  <a:gd name="T9" fmla="*/ 174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22" y="5"/>
                    </a:moveTo>
                    <a:cubicBezTo>
                      <a:pt x="18" y="0"/>
                      <a:pt x="11" y="0"/>
                      <a:pt x="6" y="4"/>
                    </a:cubicBezTo>
                    <a:cubicBezTo>
                      <a:pt x="1" y="8"/>
                      <a:pt x="0" y="16"/>
                      <a:pt x="4" y="21"/>
                    </a:cubicBezTo>
                    <a:cubicBezTo>
                      <a:pt x="8" y="26"/>
                      <a:pt x="16" y="26"/>
                      <a:pt x="21" y="22"/>
                    </a:cubicBezTo>
                    <a:cubicBezTo>
                      <a:pt x="26" y="18"/>
                      <a:pt x="27" y="10"/>
                      <a:pt x="22" y="5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2" name="Freeform 2857">
                <a:extLst>
                  <a:ext uri="{FF2B5EF4-FFF2-40B4-BE49-F238E27FC236}">
                    <a16:creationId xmlns:a16="http://schemas.microsoft.com/office/drawing/2014/main" id="{26BBD95F-2A93-421E-AFC6-4DD702A9D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2412"/>
                <a:ext cx="27" cy="29"/>
              </a:xfrm>
              <a:custGeom>
                <a:avLst/>
                <a:gdLst>
                  <a:gd name="T0" fmla="*/ 1964 w 11"/>
                  <a:gd name="T1" fmla="*/ 1007 h 11"/>
                  <a:gd name="T2" fmla="*/ 621 w 11"/>
                  <a:gd name="T3" fmla="*/ 625 h 11"/>
                  <a:gd name="T4" fmla="*/ 427 w 11"/>
                  <a:gd name="T5" fmla="*/ 3045 h 11"/>
                  <a:gd name="T6" fmla="*/ 1964 w 11"/>
                  <a:gd name="T7" fmla="*/ 3045 h 11"/>
                  <a:gd name="T8" fmla="*/ 1964 w 11"/>
                  <a:gd name="T9" fmla="*/ 100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9" y="3"/>
                    </a:moveTo>
                    <a:cubicBezTo>
                      <a:pt x="8" y="1"/>
                      <a:pt x="5" y="0"/>
                      <a:pt x="3" y="2"/>
                    </a:cubicBezTo>
                    <a:cubicBezTo>
                      <a:pt x="1" y="4"/>
                      <a:pt x="0" y="7"/>
                      <a:pt x="2" y="9"/>
                    </a:cubicBezTo>
                    <a:cubicBezTo>
                      <a:pt x="4" y="11"/>
                      <a:pt x="7" y="11"/>
                      <a:pt x="9" y="9"/>
                    </a:cubicBezTo>
                    <a:cubicBezTo>
                      <a:pt x="11" y="8"/>
                      <a:pt x="11" y="5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3" name="Freeform 2858">
                <a:extLst>
                  <a:ext uri="{FF2B5EF4-FFF2-40B4-BE49-F238E27FC236}">
                    <a16:creationId xmlns:a16="http://schemas.microsoft.com/office/drawing/2014/main" id="{D70BBA1C-D978-48E9-9603-D8CFF84E3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2484"/>
                <a:ext cx="100" cy="85"/>
              </a:xfrm>
              <a:custGeom>
                <a:avLst/>
                <a:gdLst>
                  <a:gd name="T0" fmla="*/ 9113 w 40"/>
                  <a:gd name="T1" fmla="*/ 1052 h 32"/>
                  <a:gd name="T2" fmla="*/ 9770 w 40"/>
                  <a:gd name="T3" fmla="*/ 2138 h 32"/>
                  <a:gd name="T4" fmla="*/ 783 w 40"/>
                  <a:gd name="T5" fmla="*/ 11247 h 32"/>
                  <a:gd name="T6" fmla="*/ 783 w 40"/>
                  <a:gd name="T7" fmla="*/ 11247 h 32"/>
                  <a:gd name="T8" fmla="*/ 520 w 40"/>
                  <a:gd name="T9" fmla="*/ 10604 h 32"/>
                  <a:gd name="T10" fmla="*/ 0 w 40"/>
                  <a:gd name="T11" fmla="*/ 9802 h 32"/>
                  <a:gd name="T12" fmla="*/ 0 w 40"/>
                  <a:gd name="T13" fmla="*/ 9802 h 32"/>
                  <a:gd name="T14" fmla="*/ 8595 w 40"/>
                  <a:gd name="T15" fmla="*/ 0 h 32"/>
                  <a:gd name="T16" fmla="*/ 9113 w 40"/>
                  <a:gd name="T17" fmla="*/ 1052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32">
                    <a:moveTo>
                      <a:pt x="37" y="3"/>
                    </a:moveTo>
                    <a:cubicBezTo>
                      <a:pt x="38" y="4"/>
                      <a:pt x="39" y="5"/>
                      <a:pt x="40" y="6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3" y="30"/>
                      <a:pt x="2" y="30"/>
                    </a:cubicBezTo>
                    <a:cubicBezTo>
                      <a:pt x="1" y="29"/>
                      <a:pt x="1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1"/>
                      <a:pt x="36" y="2"/>
                      <a:pt x="37" y="3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4" name="Freeform 2859">
                <a:extLst>
                  <a:ext uri="{FF2B5EF4-FFF2-40B4-BE49-F238E27FC236}">
                    <a16:creationId xmlns:a16="http://schemas.microsoft.com/office/drawing/2014/main" id="{C99124FA-1D0D-4938-9902-41CA49987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" y="2492"/>
                <a:ext cx="92" cy="67"/>
              </a:xfrm>
              <a:custGeom>
                <a:avLst/>
                <a:gdLst>
                  <a:gd name="T0" fmla="*/ 8747 w 37"/>
                  <a:gd name="T1" fmla="*/ 1501 h 25"/>
                  <a:gd name="T2" fmla="*/ 7795 w 37"/>
                  <a:gd name="T3" fmla="*/ 0 h 25"/>
                  <a:gd name="T4" fmla="*/ 0 w 37"/>
                  <a:gd name="T5" fmla="*/ 9281 h 25"/>
                  <a:gd name="T6" fmla="*/ 7795 w 37"/>
                  <a:gd name="T7" fmla="*/ 1077 h 25"/>
                  <a:gd name="T8" fmla="*/ 8747 w 37"/>
                  <a:gd name="T9" fmla="*/ 150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5">
                    <a:moveTo>
                      <a:pt x="37" y="4"/>
                    </a:moveTo>
                    <a:cubicBezTo>
                      <a:pt x="36" y="3"/>
                      <a:pt x="33" y="0"/>
                      <a:pt x="33" y="0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31" y="3"/>
                      <a:pt x="33" y="3"/>
                    </a:cubicBezTo>
                    <a:cubicBezTo>
                      <a:pt x="35" y="3"/>
                      <a:pt x="37" y="4"/>
                      <a:pt x="37" y="4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5" name="Freeform 2860">
                <a:extLst>
                  <a:ext uri="{FF2B5EF4-FFF2-40B4-BE49-F238E27FC236}">
                    <a16:creationId xmlns:a16="http://schemas.microsoft.com/office/drawing/2014/main" id="{A0BF2B52-818A-4329-A3D6-B66F740C8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2484"/>
                <a:ext cx="100" cy="85"/>
              </a:xfrm>
              <a:custGeom>
                <a:avLst/>
                <a:gdLst>
                  <a:gd name="T0" fmla="*/ 9113 w 40"/>
                  <a:gd name="T1" fmla="*/ 1052 h 32"/>
                  <a:gd name="T2" fmla="*/ 9770 w 40"/>
                  <a:gd name="T3" fmla="*/ 2138 h 32"/>
                  <a:gd name="T4" fmla="*/ 783 w 40"/>
                  <a:gd name="T5" fmla="*/ 11247 h 32"/>
                  <a:gd name="T6" fmla="*/ 783 w 40"/>
                  <a:gd name="T7" fmla="*/ 11247 h 32"/>
                  <a:gd name="T8" fmla="*/ 520 w 40"/>
                  <a:gd name="T9" fmla="*/ 10604 h 32"/>
                  <a:gd name="T10" fmla="*/ 0 w 40"/>
                  <a:gd name="T11" fmla="*/ 9802 h 32"/>
                  <a:gd name="T12" fmla="*/ 0 w 40"/>
                  <a:gd name="T13" fmla="*/ 9802 h 32"/>
                  <a:gd name="T14" fmla="*/ 8595 w 40"/>
                  <a:gd name="T15" fmla="*/ 0 h 32"/>
                  <a:gd name="T16" fmla="*/ 9113 w 40"/>
                  <a:gd name="T17" fmla="*/ 1052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32">
                    <a:moveTo>
                      <a:pt x="37" y="3"/>
                    </a:moveTo>
                    <a:cubicBezTo>
                      <a:pt x="38" y="4"/>
                      <a:pt x="39" y="5"/>
                      <a:pt x="40" y="6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3" y="30"/>
                      <a:pt x="2" y="30"/>
                    </a:cubicBezTo>
                    <a:cubicBezTo>
                      <a:pt x="1" y="29"/>
                      <a:pt x="1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1"/>
                      <a:pt x="36" y="2"/>
                      <a:pt x="37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6" name="Freeform 2861">
                <a:extLst>
                  <a:ext uri="{FF2B5EF4-FFF2-40B4-BE49-F238E27FC236}">
                    <a16:creationId xmlns:a16="http://schemas.microsoft.com/office/drawing/2014/main" id="{C681374A-B364-45A3-A9C1-09C1A388C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2375"/>
                <a:ext cx="135" cy="144"/>
              </a:xfrm>
              <a:custGeom>
                <a:avLst/>
                <a:gdLst>
                  <a:gd name="T0" fmla="*/ 10750 w 54"/>
                  <a:gd name="T1" fmla="*/ 16179 h 54"/>
                  <a:gd name="T2" fmla="*/ 10750 w 54"/>
                  <a:gd name="T3" fmla="*/ 3640 h 54"/>
                  <a:gd name="T4" fmla="*/ 2470 w 54"/>
                  <a:gd name="T5" fmla="*/ 3640 h 54"/>
                  <a:gd name="T6" fmla="*/ 2270 w 54"/>
                  <a:gd name="T7" fmla="*/ 15779 h 54"/>
                  <a:gd name="T8" fmla="*/ 10750 w 54"/>
                  <a:gd name="T9" fmla="*/ 16179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4">
                    <a:moveTo>
                      <a:pt x="44" y="45"/>
                    </a:moveTo>
                    <a:cubicBezTo>
                      <a:pt x="53" y="35"/>
                      <a:pt x="54" y="20"/>
                      <a:pt x="44" y="10"/>
                    </a:cubicBezTo>
                    <a:cubicBezTo>
                      <a:pt x="35" y="1"/>
                      <a:pt x="19" y="0"/>
                      <a:pt x="10" y="10"/>
                    </a:cubicBezTo>
                    <a:cubicBezTo>
                      <a:pt x="0" y="19"/>
                      <a:pt x="0" y="34"/>
                      <a:pt x="9" y="44"/>
                    </a:cubicBezTo>
                    <a:cubicBezTo>
                      <a:pt x="19" y="54"/>
                      <a:pt x="34" y="54"/>
                      <a:pt x="44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7" name="Freeform 2862">
                <a:extLst>
                  <a:ext uri="{FF2B5EF4-FFF2-40B4-BE49-F238E27FC236}">
                    <a16:creationId xmlns:a16="http://schemas.microsoft.com/office/drawing/2014/main" id="{6FEF0EF2-9CEA-4ED2-AFEC-DB6BFEA3D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6" y="3604"/>
                <a:ext cx="137" cy="144"/>
              </a:xfrm>
              <a:custGeom>
                <a:avLst/>
                <a:gdLst>
                  <a:gd name="T0" fmla="*/ 2892 w 55"/>
                  <a:gd name="T1" fmla="*/ 16589 h 54"/>
                  <a:gd name="T2" fmla="*/ 11007 w 55"/>
                  <a:gd name="T3" fmla="*/ 15112 h 54"/>
                  <a:gd name="T4" fmla="*/ 10275 w 55"/>
                  <a:gd name="T5" fmla="*/ 2824 h 54"/>
                  <a:gd name="T6" fmla="*/ 1930 w 55"/>
                  <a:gd name="T7" fmla="*/ 4301 h 54"/>
                  <a:gd name="T8" fmla="*/ 2892 w 55"/>
                  <a:gd name="T9" fmla="*/ 16589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4">
                    <a:moveTo>
                      <a:pt x="12" y="46"/>
                    </a:moveTo>
                    <a:cubicBezTo>
                      <a:pt x="23" y="54"/>
                      <a:pt x="38" y="53"/>
                      <a:pt x="46" y="42"/>
                    </a:cubicBezTo>
                    <a:cubicBezTo>
                      <a:pt x="55" y="32"/>
                      <a:pt x="53" y="16"/>
                      <a:pt x="43" y="8"/>
                    </a:cubicBezTo>
                    <a:cubicBezTo>
                      <a:pt x="32" y="0"/>
                      <a:pt x="17" y="1"/>
                      <a:pt x="8" y="12"/>
                    </a:cubicBezTo>
                    <a:cubicBezTo>
                      <a:pt x="0" y="22"/>
                      <a:pt x="2" y="38"/>
                      <a:pt x="12" y="46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8" name="Freeform 2863">
                <a:extLst>
                  <a:ext uri="{FF2B5EF4-FFF2-40B4-BE49-F238E27FC236}">
                    <a16:creationId xmlns:a16="http://schemas.microsoft.com/office/drawing/2014/main" id="{1ABC061F-9800-4F61-BF1A-3DF7BEBEF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1" y="3631"/>
                <a:ext cx="67" cy="69"/>
              </a:xfrm>
              <a:custGeom>
                <a:avLst/>
                <a:gdLst>
                  <a:gd name="T0" fmla="*/ 1405 w 27"/>
                  <a:gd name="T1" fmla="*/ 7640 h 26"/>
                  <a:gd name="T2" fmla="*/ 5350 w 27"/>
                  <a:gd name="T3" fmla="*/ 6993 h 26"/>
                  <a:gd name="T4" fmla="*/ 4889 w 27"/>
                  <a:gd name="T5" fmla="*/ 1436 h 26"/>
                  <a:gd name="T6" fmla="*/ 948 w 27"/>
                  <a:gd name="T7" fmla="*/ 2078 h 26"/>
                  <a:gd name="T8" fmla="*/ 1405 w 27"/>
                  <a:gd name="T9" fmla="*/ 764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6" y="22"/>
                    </a:moveTo>
                    <a:cubicBezTo>
                      <a:pt x="11" y="26"/>
                      <a:pt x="18" y="26"/>
                      <a:pt x="23" y="20"/>
                    </a:cubicBezTo>
                    <a:cubicBezTo>
                      <a:pt x="27" y="15"/>
                      <a:pt x="26" y="8"/>
                      <a:pt x="21" y="4"/>
                    </a:cubicBezTo>
                    <a:cubicBezTo>
                      <a:pt x="16" y="0"/>
                      <a:pt x="8" y="0"/>
                      <a:pt x="4" y="6"/>
                    </a:cubicBezTo>
                    <a:cubicBezTo>
                      <a:pt x="0" y="11"/>
                      <a:pt x="1" y="18"/>
                      <a:pt x="6" y="22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9" name="Freeform 2864">
                <a:extLst>
                  <a:ext uri="{FF2B5EF4-FFF2-40B4-BE49-F238E27FC236}">
                    <a16:creationId xmlns:a16="http://schemas.microsoft.com/office/drawing/2014/main" id="{3D60C8FA-D9CE-4477-A980-078483F96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8" y="3644"/>
                <a:ext cx="28" cy="30"/>
              </a:xfrm>
              <a:custGeom>
                <a:avLst/>
                <a:gdLst>
                  <a:gd name="T0" fmla="*/ 545 w 11"/>
                  <a:gd name="T1" fmla="*/ 3755 h 11"/>
                  <a:gd name="T2" fmla="*/ 2474 w 11"/>
                  <a:gd name="T3" fmla="*/ 3755 h 11"/>
                  <a:gd name="T4" fmla="*/ 2146 w 11"/>
                  <a:gd name="T5" fmla="*/ 775 h 11"/>
                  <a:gd name="T6" fmla="*/ 545 w 11"/>
                  <a:gd name="T7" fmla="*/ 1219 h 11"/>
                  <a:gd name="T8" fmla="*/ 545 w 11"/>
                  <a:gd name="T9" fmla="*/ 375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2" y="9"/>
                    </a:moveTo>
                    <a:cubicBezTo>
                      <a:pt x="5" y="11"/>
                      <a:pt x="8" y="11"/>
                      <a:pt x="9" y="9"/>
                    </a:cubicBezTo>
                    <a:cubicBezTo>
                      <a:pt x="11" y="7"/>
                      <a:pt x="10" y="4"/>
                      <a:pt x="8" y="2"/>
                    </a:cubicBezTo>
                    <a:cubicBezTo>
                      <a:pt x="6" y="0"/>
                      <a:pt x="3" y="1"/>
                      <a:pt x="2" y="3"/>
                    </a:cubicBezTo>
                    <a:cubicBezTo>
                      <a:pt x="0" y="5"/>
                      <a:pt x="0" y="8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0" name="Freeform 2865">
                <a:extLst>
                  <a:ext uri="{FF2B5EF4-FFF2-40B4-BE49-F238E27FC236}">
                    <a16:creationId xmlns:a16="http://schemas.microsoft.com/office/drawing/2014/main" id="{B6BE45AF-8D07-4BCD-A726-80FFBC90B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3570"/>
                <a:ext cx="92" cy="74"/>
              </a:xfrm>
              <a:custGeom>
                <a:avLst/>
                <a:gdLst>
                  <a:gd name="T0" fmla="*/ 8069 w 37"/>
                  <a:gd name="T1" fmla="*/ 8494 h 28"/>
                  <a:gd name="T2" fmla="*/ 7611 w 37"/>
                  <a:gd name="T3" fmla="*/ 9562 h 28"/>
                  <a:gd name="T4" fmla="*/ 0 w 37"/>
                  <a:gd name="T5" fmla="*/ 1425 h 28"/>
                  <a:gd name="T6" fmla="*/ 0 w 37"/>
                  <a:gd name="T7" fmla="*/ 1425 h 28"/>
                  <a:gd name="T8" fmla="*/ 462 w 37"/>
                  <a:gd name="T9" fmla="*/ 629 h 28"/>
                  <a:gd name="T10" fmla="*/ 644 w 37"/>
                  <a:gd name="T11" fmla="*/ 0 h 28"/>
                  <a:gd name="T12" fmla="*/ 644 w 37"/>
                  <a:gd name="T13" fmla="*/ 0 h 28"/>
                  <a:gd name="T14" fmla="*/ 8747 w 37"/>
                  <a:gd name="T15" fmla="*/ 7461 h 28"/>
                  <a:gd name="T16" fmla="*/ 8069 w 37"/>
                  <a:gd name="T17" fmla="*/ 8494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8">
                    <a:moveTo>
                      <a:pt x="34" y="25"/>
                    </a:moveTo>
                    <a:cubicBezTo>
                      <a:pt x="33" y="26"/>
                      <a:pt x="33" y="27"/>
                      <a:pt x="32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3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3"/>
                      <a:pt x="35" y="24"/>
                      <a:pt x="34" y="25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1" name="Freeform 2866">
                <a:extLst>
                  <a:ext uri="{FF2B5EF4-FFF2-40B4-BE49-F238E27FC236}">
                    <a16:creationId xmlns:a16="http://schemas.microsoft.com/office/drawing/2014/main" id="{EBEEF136-DACE-41C9-ABEE-DC155B49B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3572"/>
                <a:ext cx="78" cy="67"/>
              </a:xfrm>
              <a:custGeom>
                <a:avLst/>
                <a:gdLst>
                  <a:gd name="T0" fmla="*/ 7058 w 31"/>
                  <a:gd name="T1" fmla="*/ 9281 h 25"/>
                  <a:gd name="T2" fmla="*/ 7850 w 31"/>
                  <a:gd name="T3" fmla="*/ 7734 h 25"/>
                  <a:gd name="T4" fmla="*/ 0 w 31"/>
                  <a:gd name="T5" fmla="*/ 0 h 25"/>
                  <a:gd name="T6" fmla="*/ 7058 w 31"/>
                  <a:gd name="T7" fmla="*/ 7734 h 25"/>
                  <a:gd name="T8" fmla="*/ 7058 w 31"/>
                  <a:gd name="T9" fmla="*/ 928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5">
                    <a:moveTo>
                      <a:pt x="28" y="25"/>
                    </a:moveTo>
                    <a:cubicBezTo>
                      <a:pt x="29" y="23"/>
                      <a:pt x="31" y="21"/>
                      <a:pt x="31" y="2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8" y="19"/>
                      <a:pt x="28" y="21"/>
                    </a:cubicBezTo>
                    <a:cubicBezTo>
                      <a:pt x="28" y="23"/>
                      <a:pt x="28" y="25"/>
                      <a:pt x="28" y="25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2" name="Freeform 2867">
                <a:extLst>
                  <a:ext uri="{FF2B5EF4-FFF2-40B4-BE49-F238E27FC236}">
                    <a16:creationId xmlns:a16="http://schemas.microsoft.com/office/drawing/2014/main" id="{2445A71A-1768-461C-8193-065002AE4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135"/>
                <a:ext cx="138" cy="146"/>
              </a:xfrm>
              <a:custGeom>
                <a:avLst/>
                <a:gdLst>
                  <a:gd name="T0" fmla="*/ 12244 w 55"/>
                  <a:gd name="T1" fmla="*/ 13297 h 55"/>
                  <a:gd name="T2" fmla="*/ 9432 w 55"/>
                  <a:gd name="T3" fmla="*/ 2079 h 55"/>
                  <a:gd name="T4" fmla="*/ 1310 w 55"/>
                  <a:gd name="T5" fmla="*/ 5912 h 55"/>
                  <a:gd name="T6" fmla="*/ 4281 w 55"/>
                  <a:gd name="T7" fmla="*/ 17138 h 55"/>
                  <a:gd name="T8" fmla="*/ 12244 w 55"/>
                  <a:gd name="T9" fmla="*/ 1329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49" y="38"/>
                    </a:moveTo>
                    <a:cubicBezTo>
                      <a:pt x="55" y="26"/>
                      <a:pt x="50" y="11"/>
                      <a:pt x="38" y="6"/>
                    </a:cubicBezTo>
                    <a:cubicBezTo>
                      <a:pt x="26" y="0"/>
                      <a:pt x="11" y="5"/>
                      <a:pt x="5" y="17"/>
                    </a:cubicBezTo>
                    <a:cubicBezTo>
                      <a:pt x="0" y="29"/>
                      <a:pt x="5" y="44"/>
                      <a:pt x="17" y="49"/>
                    </a:cubicBezTo>
                    <a:cubicBezTo>
                      <a:pt x="29" y="55"/>
                      <a:pt x="43" y="50"/>
                      <a:pt x="49" y="38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3" name="Freeform 2868">
                <a:extLst>
                  <a:ext uri="{FF2B5EF4-FFF2-40B4-BE49-F238E27FC236}">
                    <a16:creationId xmlns:a16="http://schemas.microsoft.com/office/drawing/2014/main" id="{98A0D78D-D3A5-44A0-8071-EECC98DB3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2156"/>
                <a:ext cx="67" cy="72"/>
              </a:xfrm>
              <a:custGeom>
                <a:avLst/>
                <a:gdLst>
                  <a:gd name="T0" fmla="*/ 5350 w 27"/>
                  <a:gd name="T1" fmla="*/ 2184 h 27"/>
                  <a:gd name="T2" fmla="*/ 1405 w 27"/>
                  <a:gd name="T3" fmla="*/ 1459 h 27"/>
                  <a:gd name="T4" fmla="*/ 948 w 27"/>
                  <a:gd name="T5" fmla="*/ 7531 h 27"/>
                  <a:gd name="T6" fmla="*/ 4889 w 27"/>
                  <a:gd name="T7" fmla="*/ 8248 h 27"/>
                  <a:gd name="T8" fmla="*/ 5350 w 27"/>
                  <a:gd name="T9" fmla="*/ 2184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3" y="6"/>
                    </a:moveTo>
                    <a:cubicBezTo>
                      <a:pt x="19" y="1"/>
                      <a:pt x="11" y="0"/>
                      <a:pt x="6" y="4"/>
                    </a:cubicBezTo>
                    <a:cubicBezTo>
                      <a:pt x="1" y="8"/>
                      <a:pt x="0" y="15"/>
                      <a:pt x="4" y="21"/>
                    </a:cubicBezTo>
                    <a:cubicBezTo>
                      <a:pt x="8" y="26"/>
                      <a:pt x="16" y="27"/>
                      <a:pt x="21" y="23"/>
                    </a:cubicBezTo>
                    <a:cubicBezTo>
                      <a:pt x="26" y="19"/>
                      <a:pt x="27" y="11"/>
                      <a:pt x="23" y="6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4" name="Freeform 2869">
                <a:extLst>
                  <a:ext uri="{FF2B5EF4-FFF2-40B4-BE49-F238E27FC236}">
                    <a16:creationId xmlns:a16="http://schemas.microsoft.com/office/drawing/2014/main" id="{E0A2143C-3E4D-4CD1-AD11-5DAAE376B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172"/>
                <a:ext cx="25" cy="29"/>
              </a:xfrm>
              <a:custGeom>
                <a:avLst/>
                <a:gdLst>
                  <a:gd name="T0" fmla="*/ 2270 w 10"/>
                  <a:gd name="T1" fmla="*/ 625 h 11"/>
                  <a:gd name="T2" fmla="*/ 520 w 10"/>
                  <a:gd name="T3" fmla="*/ 382 h 11"/>
                  <a:gd name="T4" fmla="*/ 313 w 10"/>
                  <a:gd name="T5" fmla="*/ 2655 h 11"/>
                  <a:gd name="T6" fmla="*/ 1958 w 10"/>
                  <a:gd name="T7" fmla="*/ 3045 h 11"/>
                  <a:gd name="T8" fmla="*/ 2270 w 10"/>
                  <a:gd name="T9" fmla="*/ 62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9" y="2"/>
                    </a:moveTo>
                    <a:cubicBezTo>
                      <a:pt x="7" y="0"/>
                      <a:pt x="4" y="0"/>
                      <a:pt x="2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3" y="10"/>
                      <a:pt x="6" y="11"/>
                      <a:pt x="8" y="9"/>
                    </a:cubicBezTo>
                    <a:cubicBezTo>
                      <a:pt x="10" y="7"/>
                      <a:pt x="10" y="4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5" name="Freeform 2870">
                <a:extLst>
                  <a:ext uri="{FF2B5EF4-FFF2-40B4-BE49-F238E27FC236}">
                    <a16:creationId xmlns:a16="http://schemas.microsoft.com/office/drawing/2014/main" id="{D992619C-4A96-4EBC-818A-31120ADF3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1" y="2263"/>
                <a:ext cx="62" cy="101"/>
              </a:xfrm>
              <a:custGeom>
                <a:avLst/>
                <a:gdLst>
                  <a:gd name="T0" fmla="*/ 5141 w 25"/>
                  <a:gd name="T1" fmla="*/ 657 h 38"/>
                  <a:gd name="T2" fmla="*/ 5826 w 25"/>
                  <a:gd name="T3" fmla="*/ 1053 h 38"/>
                  <a:gd name="T4" fmla="*/ 947 w 25"/>
                  <a:gd name="T5" fmla="*/ 13367 h 38"/>
                  <a:gd name="T6" fmla="*/ 947 w 25"/>
                  <a:gd name="T7" fmla="*/ 13367 h 38"/>
                  <a:gd name="T8" fmla="*/ 456 w 25"/>
                  <a:gd name="T9" fmla="*/ 12979 h 38"/>
                  <a:gd name="T10" fmla="*/ 0 w 25"/>
                  <a:gd name="T11" fmla="*/ 12335 h 38"/>
                  <a:gd name="T12" fmla="*/ 0 w 25"/>
                  <a:gd name="T13" fmla="*/ 12335 h 38"/>
                  <a:gd name="T14" fmla="*/ 4238 w 25"/>
                  <a:gd name="T15" fmla="*/ 0 h 38"/>
                  <a:gd name="T16" fmla="*/ 5141 w 25"/>
                  <a:gd name="T17" fmla="*/ 657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8">
                    <a:moveTo>
                      <a:pt x="22" y="2"/>
                    </a:moveTo>
                    <a:cubicBezTo>
                      <a:pt x="23" y="2"/>
                      <a:pt x="24" y="3"/>
                      <a:pt x="25" y="3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8"/>
                      <a:pt x="3" y="38"/>
                      <a:pt x="2" y="37"/>
                    </a:cubicBezTo>
                    <a:cubicBezTo>
                      <a:pt x="1" y="37"/>
                      <a:pt x="1" y="36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9" y="0"/>
                      <a:pt x="20" y="1"/>
                      <a:pt x="22" y="2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6" name="Freeform 2871">
                <a:extLst>
                  <a:ext uri="{FF2B5EF4-FFF2-40B4-BE49-F238E27FC236}">
                    <a16:creationId xmlns:a16="http://schemas.microsoft.com/office/drawing/2014/main" id="{BA865FCA-88EF-46BE-A057-93E1F962C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2268"/>
                <a:ext cx="58" cy="88"/>
              </a:xfrm>
              <a:custGeom>
                <a:avLst/>
                <a:gdLst>
                  <a:gd name="T0" fmla="*/ 5901 w 23"/>
                  <a:gd name="T1" fmla="*/ 661 h 33"/>
                  <a:gd name="T2" fmla="*/ 4572 w 23"/>
                  <a:gd name="T3" fmla="*/ 0 h 33"/>
                  <a:gd name="T4" fmla="*/ 0 w 23"/>
                  <a:gd name="T5" fmla="*/ 11891 h 33"/>
                  <a:gd name="T6" fmla="*/ 4890 w 23"/>
                  <a:gd name="T7" fmla="*/ 1059 h 33"/>
                  <a:gd name="T8" fmla="*/ 5901 w 23"/>
                  <a:gd name="T9" fmla="*/ 66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23" y="2"/>
                    </a:moveTo>
                    <a:cubicBezTo>
                      <a:pt x="21" y="2"/>
                      <a:pt x="18" y="0"/>
                      <a:pt x="18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17" y="4"/>
                      <a:pt x="19" y="3"/>
                    </a:cubicBezTo>
                    <a:cubicBezTo>
                      <a:pt x="20" y="3"/>
                      <a:pt x="22" y="3"/>
                      <a:pt x="23" y="2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7" name="Freeform 2872">
                <a:extLst>
                  <a:ext uri="{FF2B5EF4-FFF2-40B4-BE49-F238E27FC236}">
                    <a16:creationId xmlns:a16="http://schemas.microsoft.com/office/drawing/2014/main" id="{4DD16290-3F9F-4851-877A-226F48E39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3300"/>
                <a:ext cx="135" cy="144"/>
              </a:xfrm>
              <a:custGeom>
                <a:avLst/>
                <a:gdLst>
                  <a:gd name="T0" fmla="*/ 4895 w 54"/>
                  <a:gd name="T1" fmla="*/ 17955 h 54"/>
                  <a:gd name="T2" fmla="*/ 12238 w 54"/>
                  <a:gd name="T3" fmla="*/ 12288 h 54"/>
                  <a:gd name="T4" fmla="*/ 8333 w 54"/>
                  <a:gd name="T5" fmla="*/ 1459 h 54"/>
                  <a:gd name="T6" fmla="*/ 988 w 54"/>
                  <a:gd name="T7" fmla="*/ 7133 h 54"/>
                  <a:gd name="T8" fmla="*/ 4895 w 54"/>
                  <a:gd name="T9" fmla="*/ 17955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4">
                    <a:moveTo>
                      <a:pt x="20" y="50"/>
                    </a:moveTo>
                    <a:cubicBezTo>
                      <a:pt x="33" y="54"/>
                      <a:pt x="47" y="47"/>
                      <a:pt x="50" y="34"/>
                    </a:cubicBezTo>
                    <a:cubicBezTo>
                      <a:pt x="54" y="21"/>
                      <a:pt x="47" y="8"/>
                      <a:pt x="34" y="4"/>
                    </a:cubicBezTo>
                    <a:cubicBezTo>
                      <a:pt x="21" y="0"/>
                      <a:pt x="8" y="7"/>
                      <a:pt x="4" y="20"/>
                    </a:cubicBezTo>
                    <a:cubicBezTo>
                      <a:pt x="0" y="33"/>
                      <a:pt x="7" y="47"/>
                      <a:pt x="20" y="50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8" name="Freeform 2873">
                <a:extLst>
                  <a:ext uri="{FF2B5EF4-FFF2-40B4-BE49-F238E27FC236}">
                    <a16:creationId xmlns:a16="http://schemas.microsoft.com/office/drawing/2014/main" id="{9660DEFD-FC6C-4C57-B33A-734BD9806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3316"/>
                <a:ext cx="110" cy="48"/>
              </a:xfrm>
              <a:custGeom>
                <a:avLst/>
                <a:gdLst>
                  <a:gd name="T0" fmla="*/ 10550 w 44"/>
                  <a:gd name="T1" fmla="*/ 5005 h 18"/>
                  <a:gd name="T2" fmla="*/ 10283 w 44"/>
                  <a:gd name="T3" fmla="*/ 6464 h 18"/>
                  <a:gd name="T4" fmla="*/ 0 w 44"/>
                  <a:gd name="T5" fmla="*/ 2184 h 18"/>
                  <a:gd name="T6" fmla="*/ 0 w 44"/>
                  <a:gd name="T7" fmla="*/ 2184 h 18"/>
                  <a:gd name="T8" fmla="*/ 0 w 44"/>
                  <a:gd name="T9" fmla="*/ 1059 h 18"/>
                  <a:gd name="T10" fmla="*/ 313 w 44"/>
                  <a:gd name="T11" fmla="*/ 0 h 18"/>
                  <a:gd name="T12" fmla="*/ 313 w 44"/>
                  <a:gd name="T13" fmla="*/ 0 h 18"/>
                  <a:gd name="T14" fmla="*/ 10750 w 44"/>
                  <a:gd name="T15" fmla="*/ 3640 h 18"/>
                  <a:gd name="T16" fmla="*/ 10550 w 44"/>
                  <a:gd name="T17" fmla="*/ 500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8">
                    <a:moveTo>
                      <a:pt x="43" y="14"/>
                    </a:moveTo>
                    <a:cubicBezTo>
                      <a:pt x="42" y="15"/>
                      <a:pt x="42" y="17"/>
                      <a:pt x="42" y="1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3" y="12"/>
                      <a:pt x="43" y="13"/>
                      <a:pt x="43" y="14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9" name="Freeform 2874">
                <a:extLst>
                  <a:ext uri="{FF2B5EF4-FFF2-40B4-BE49-F238E27FC236}">
                    <a16:creationId xmlns:a16="http://schemas.microsoft.com/office/drawing/2014/main" id="{478D66FE-7EE1-4967-A54A-9C79C0ACB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1" y="3319"/>
                <a:ext cx="102" cy="42"/>
              </a:xfrm>
              <a:custGeom>
                <a:avLst/>
                <a:gdLst>
                  <a:gd name="T0" fmla="*/ 9240 w 41"/>
                  <a:gd name="T1" fmla="*/ 5229 h 16"/>
                  <a:gd name="T2" fmla="*/ 9730 w 41"/>
                  <a:gd name="T3" fmla="*/ 3239 h 16"/>
                  <a:gd name="T4" fmla="*/ 0 w 41"/>
                  <a:gd name="T5" fmla="*/ 0 h 16"/>
                  <a:gd name="T6" fmla="*/ 9036 w 41"/>
                  <a:gd name="T7" fmla="*/ 3998 h 16"/>
                  <a:gd name="T8" fmla="*/ 9240 w 41"/>
                  <a:gd name="T9" fmla="*/ 522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6">
                    <a:moveTo>
                      <a:pt x="39" y="16"/>
                    </a:moveTo>
                    <a:cubicBezTo>
                      <a:pt x="39" y="14"/>
                      <a:pt x="40" y="11"/>
                      <a:pt x="41" y="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7" y="10"/>
                      <a:pt x="38" y="12"/>
                    </a:cubicBezTo>
                    <a:cubicBezTo>
                      <a:pt x="39" y="13"/>
                      <a:pt x="39" y="15"/>
                      <a:pt x="39" y="16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0" name="Freeform 2875">
                <a:extLst>
                  <a:ext uri="{FF2B5EF4-FFF2-40B4-BE49-F238E27FC236}">
                    <a16:creationId xmlns:a16="http://schemas.microsoft.com/office/drawing/2014/main" id="{4570679C-7ACA-4C9A-9015-CE0B28C87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3316"/>
                <a:ext cx="110" cy="48"/>
              </a:xfrm>
              <a:custGeom>
                <a:avLst/>
                <a:gdLst>
                  <a:gd name="T0" fmla="*/ 10550 w 44"/>
                  <a:gd name="T1" fmla="*/ 5005 h 18"/>
                  <a:gd name="T2" fmla="*/ 10283 w 44"/>
                  <a:gd name="T3" fmla="*/ 6464 h 18"/>
                  <a:gd name="T4" fmla="*/ 0 w 44"/>
                  <a:gd name="T5" fmla="*/ 2184 h 18"/>
                  <a:gd name="T6" fmla="*/ 0 w 44"/>
                  <a:gd name="T7" fmla="*/ 2184 h 18"/>
                  <a:gd name="T8" fmla="*/ 0 w 44"/>
                  <a:gd name="T9" fmla="*/ 1059 h 18"/>
                  <a:gd name="T10" fmla="*/ 313 w 44"/>
                  <a:gd name="T11" fmla="*/ 0 h 18"/>
                  <a:gd name="T12" fmla="*/ 313 w 44"/>
                  <a:gd name="T13" fmla="*/ 0 h 18"/>
                  <a:gd name="T14" fmla="*/ 10750 w 44"/>
                  <a:gd name="T15" fmla="*/ 3640 h 18"/>
                  <a:gd name="T16" fmla="*/ 10550 w 44"/>
                  <a:gd name="T17" fmla="*/ 500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8">
                    <a:moveTo>
                      <a:pt x="43" y="14"/>
                    </a:moveTo>
                    <a:cubicBezTo>
                      <a:pt x="42" y="15"/>
                      <a:pt x="42" y="17"/>
                      <a:pt x="42" y="1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3" y="12"/>
                      <a:pt x="43" y="13"/>
                      <a:pt x="43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1" name="Freeform 2876">
                <a:extLst>
                  <a:ext uri="{FF2B5EF4-FFF2-40B4-BE49-F238E27FC236}">
                    <a16:creationId xmlns:a16="http://schemas.microsoft.com/office/drawing/2014/main" id="{0C441589-E411-4EA6-AE25-B80048B7E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3300"/>
                <a:ext cx="135" cy="144"/>
              </a:xfrm>
              <a:custGeom>
                <a:avLst/>
                <a:gdLst>
                  <a:gd name="T0" fmla="*/ 4895 w 54"/>
                  <a:gd name="T1" fmla="*/ 17955 h 54"/>
                  <a:gd name="T2" fmla="*/ 12238 w 54"/>
                  <a:gd name="T3" fmla="*/ 12288 h 54"/>
                  <a:gd name="T4" fmla="*/ 8333 w 54"/>
                  <a:gd name="T5" fmla="*/ 1459 h 54"/>
                  <a:gd name="T6" fmla="*/ 988 w 54"/>
                  <a:gd name="T7" fmla="*/ 7133 h 54"/>
                  <a:gd name="T8" fmla="*/ 4895 w 54"/>
                  <a:gd name="T9" fmla="*/ 17955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4">
                    <a:moveTo>
                      <a:pt x="20" y="50"/>
                    </a:moveTo>
                    <a:cubicBezTo>
                      <a:pt x="33" y="54"/>
                      <a:pt x="47" y="47"/>
                      <a:pt x="50" y="34"/>
                    </a:cubicBezTo>
                    <a:cubicBezTo>
                      <a:pt x="54" y="21"/>
                      <a:pt x="47" y="8"/>
                      <a:pt x="34" y="4"/>
                    </a:cubicBezTo>
                    <a:cubicBezTo>
                      <a:pt x="21" y="0"/>
                      <a:pt x="8" y="7"/>
                      <a:pt x="4" y="20"/>
                    </a:cubicBezTo>
                    <a:cubicBezTo>
                      <a:pt x="0" y="33"/>
                      <a:pt x="7" y="47"/>
                      <a:pt x="20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2" name="Freeform 2877">
                <a:extLst>
                  <a:ext uri="{FF2B5EF4-FFF2-40B4-BE49-F238E27FC236}">
                    <a16:creationId xmlns:a16="http://schemas.microsoft.com/office/drawing/2014/main" id="{DC768468-756B-4049-93E2-3F8E46FE1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3839"/>
                <a:ext cx="138" cy="147"/>
              </a:xfrm>
              <a:custGeom>
                <a:avLst/>
                <a:gdLst>
                  <a:gd name="T0" fmla="*/ 1498 w 55"/>
                  <a:gd name="T1" fmla="*/ 14187 h 55"/>
                  <a:gd name="T2" fmla="*/ 9745 w 55"/>
                  <a:gd name="T3" fmla="*/ 17851 h 55"/>
                  <a:gd name="T4" fmla="*/ 12244 w 55"/>
                  <a:gd name="T5" fmla="*/ 5864 h 55"/>
                  <a:gd name="T6" fmla="*/ 3967 w 55"/>
                  <a:gd name="T7" fmla="*/ 2194 h 55"/>
                  <a:gd name="T8" fmla="*/ 1498 w 55"/>
                  <a:gd name="T9" fmla="*/ 1418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6" y="39"/>
                    </a:moveTo>
                    <a:cubicBezTo>
                      <a:pt x="12" y="51"/>
                      <a:pt x="27" y="55"/>
                      <a:pt x="39" y="49"/>
                    </a:cubicBezTo>
                    <a:cubicBezTo>
                      <a:pt x="51" y="43"/>
                      <a:pt x="55" y="28"/>
                      <a:pt x="49" y="16"/>
                    </a:cubicBezTo>
                    <a:cubicBezTo>
                      <a:pt x="43" y="5"/>
                      <a:pt x="28" y="0"/>
                      <a:pt x="16" y="6"/>
                    </a:cubicBezTo>
                    <a:cubicBezTo>
                      <a:pt x="4" y="12"/>
                      <a:pt x="0" y="27"/>
                      <a:pt x="6" y="39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3" name="Freeform 2878">
                <a:extLst>
                  <a:ext uri="{FF2B5EF4-FFF2-40B4-BE49-F238E27FC236}">
                    <a16:creationId xmlns:a16="http://schemas.microsoft.com/office/drawing/2014/main" id="{0381077B-76EE-4AAA-A4A9-0B9D0C299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3860"/>
                <a:ext cx="65" cy="70"/>
              </a:xfrm>
              <a:custGeom>
                <a:avLst/>
                <a:gdLst>
                  <a:gd name="T0" fmla="*/ 6175 w 26"/>
                  <a:gd name="T1" fmla="*/ 3842 h 26"/>
                  <a:gd name="T2" fmla="*/ 2738 w 26"/>
                  <a:gd name="T3" fmla="*/ 428 h 26"/>
                  <a:gd name="T4" fmla="*/ 520 w 26"/>
                  <a:gd name="T5" fmla="*/ 5675 h 26"/>
                  <a:gd name="T6" fmla="*/ 3908 w 26"/>
                  <a:gd name="T7" fmla="*/ 9192 h 26"/>
                  <a:gd name="T8" fmla="*/ 6175 w 26"/>
                  <a:gd name="T9" fmla="*/ 384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25" y="10"/>
                    </a:moveTo>
                    <a:cubicBezTo>
                      <a:pt x="23" y="4"/>
                      <a:pt x="17" y="0"/>
                      <a:pt x="11" y="1"/>
                    </a:cubicBezTo>
                    <a:cubicBezTo>
                      <a:pt x="4" y="3"/>
                      <a:pt x="0" y="9"/>
                      <a:pt x="2" y="15"/>
                    </a:cubicBezTo>
                    <a:cubicBezTo>
                      <a:pt x="3" y="22"/>
                      <a:pt x="9" y="26"/>
                      <a:pt x="16" y="24"/>
                    </a:cubicBezTo>
                    <a:cubicBezTo>
                      <a:pt x="22" y="23"/>
                      <a:pt x="26" y="17"/>
                      <a:pt x="25" y="10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4" name="Freeform 2879">
                <a:extLst>
                  <a:ext uri="{FF2B5EF4-FFF2-40B4-BE49-F238E27FC236}">
                    <a16:creationId xmlns:a16="http://schemas.microsoft.com/office/drawing/2014/main" id="{77069B06-C0F5-47BC-A92B-BFA845876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3874"/>
                <a:ext cx="28" cy="26"/>
              </a:xfrm>
              <a:custGeom>
                <a:avLst/>
                <a:gdLst>
                  <a:gd name="T0" fmla="*/ 2688 w 11"/>
                  <a:gd name="T1" fmla="*/ 1196 h 10"/>
                  <a:gd name="T2" fmla="*/ 1056 w 11"/>
                  <a:gd name="T3" fmla="*/ 372 h 10"/>
                  <a:gd name="T4" fmla="*/ 331 w 11"/>
                  <a:gd name="T5" fmla="*/ 1914 h 10"/>
                  <a:gd name="T6" fmla="*/ 1601 w 11"/>
                  <a:gd name="T7" fmla="*/ 3110 h 10"/>
                  <a:gd name="T8" fmla="*/ 2688 w 11"/>
                  <a:gd name="T9" fmla="*/ 119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0" y="4"/>
                    </a:moveTo>
                    <a:cubicBezTo>
                      <a:pt x="9" y="2"/>
                      <a:pt x="7" y="0"/>
                      <a:pt x="4" y="1"/>
                    </a:cubicBezTo>
                    <a:cubicBezTo>
                      <a:pt x="2" y="1"/>
                      <a:pt x="0" y="4"/>
                      <a:pt x="1" y="6"/>
                    </a:cubicBezTo>
                    <a:cubicBezTo>
                      <a:pt x="1" y="9"/>
                      <a:pt x="4" y="10"/>
                      <a:pt x="6" y="10"/>
                    </a:cubicBezTo>
                    <a:cubicBezTo>
                      <a:pt x="9" y="9"/>
                      <a:pt x="11" y="7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5" name="Freeform 2880">
                <a:extLst>
                  <a:ext uri="{FF2B5EF4-FFF2-40B4-BE49-F238E27FC236}">
                    <a16:creationId xmlns:a16="http://schemas.microsoft.com/office/drawing/2014/main" id="{9853C921-C788-4A23-89CB-F0B36E033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3767"/>
                <a:ext cx="65" cy="93"/>
              </a:xfrm>
              <a:custGeom>
                <a:avLst/>
                <a:gdLst>
                  <a:gd name="T0" fmla="*/ 5395 w 26"/>
                  <a:gd name="T1" fmla="*/ 11670 h 35"/>
                  <a:gd name="T2" fmla="*/ 4688 w 26"/>
                  <a:gd name="T3" fmla="*/ 12305 h 35"/>
                  <a:gd name="T4" fmla="*/ 0 w 26"/>
                  <a:gd name="T5" fmla="*/ 1448 h 35"/>
                  <a:gd name="T6" fmla="*/ 0 w 26"/>
                  <a:gd name="T7" fmla="*/ 1448 h 35"/>
                  <a:gd name="T8" fmla="*/ 520 w 26"/>
                  <a:gd name="T9" fmla="*/ 656 h 35"/>
                  <a:gd name="T10" fmla="*/ 988 w 26"/>
                  <a:gd name="T11" fmla="*/ 0 h 35"/>
                  <a:gd name="T12" fmla="*/ 988 w 26"/>
                  <a:gd name="T13" fmla="*/ 0 h 35"/>
                  <a:gd name="T14" fmla="*/ 6375 w 26"/>
                  <a:gd name="T15" fmla="*/ 10860 h 35"/>
                  <a:gd name="T16" fmla="*/ 5395 w 26"/>
                  <a:gd name="T17" fmla="*/ 1167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5">
                    <a:moveTo>
                      <a:pt x="22" y="33"/>
                    </a:moveTo>
                    <a:cubicBezTo>
                      <a:pt x="21" y="34"/>
                      <a:pt x="20" y="34"/>
                      <a:pt x="19" y="3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5" y="32"/>
                      <a:pt x="23" y="32"/>
                      <a:pt x="22" y="33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6" name="Freeform 2881">
                <a:extLst>
                  <a:ext uri="{FF2B5EF4-FFF2-40B4-BE49-F238E27FC236}">
                    <a16:creationId xmlns:a16="http://schemas.microsoft.com/office/drawing/2014/main" id="{F3EEA665-0CA3-4E17-94A7-9B27B9243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3770"/>
                <a:ext cx="48" cy="85"/>
              </a:xfrm>
              <a:custGeom>
                <a:avLst/>
                <a:gdLst>
                  <a:gd name="T0" fmla="*/ 3918 w 19"/>
                  <a:gd name="T1" fmla="*/ 11247 h 32"/>
                  <a:gd name="T2" fmla="*/ 4934 w 19"/>
                  <a:gd name="T3" fmla="*/ 10216 h 32"/>
                  <a:gd name="T4" fmla="*/ 0 w 19"/>
                  <a:gd name="T5" fmla="*/ 0 h 32"/>
                  <a:gd name="T6" fmla="*/ 4110 w 19"/>
                  <a:gd name="T7" fmla="*/ 9802 h 32"/>
                  <a:gd name="T8" fmla="*/ 3918 w 19"/>
                  <a:gd name="T9" fmla="*/ 1124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15" y="32"/>
                    </a:moveTo>
                    <a:cubicBezTo>
                      <a:pt x="16" y="31"/>
                      <a:pt x="19" y="29"/>
                      <a:pt x="19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7" y="26"/>
                      <a:pt x="16" y="28"/>
                    </a:cubicBezTo>
                    <a:cubicBezTo>
                      <a:pt x="16" y="30"/>
                      <a:pt x="15" y="32"/>
                      <a:pt x="15" y="32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7" name="Freeform 2882">
                <a:extLst>
                  <a:ext uri="{FF2B5EF4-FFF2-40B4-BE49-F238E27FC236}">
                    <a16:creationId xmlns:a16="http://schemas.microsoft.com/office/drawing/2014/main" id="{047592C8-2A05-4CA8-8886-4E9A725CA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3767"/>
                <a:ext cx="65" cy="93"/>
              </a:xfrm>
              <a:custGeom>
                <a:avLst/>
                <a:gdLst>
                  <a:gd name="T0" fmla="*/ 5395 w 26"/>
                  <a:gd name="T1" fmla="*/ 11670 h 35"/>
                  <a:gd name="T2" fmla="*/ 4688 w 26"/>
                  <a:gd name="T3" fmla="*/ 12305 h 35"/>
                  <a:gd name="T4" fmla="*/ 0 w 26"/>
                  <a:gd name="T5" fmla="*/ 1448 h 35"/>
                  <a:gd name="T6" fmla="*/ 0 w 26"/>
                  <a:gd name="T7" fmla="*/ 1448 h 35"/>
                  <a:gd name="T8" fmla="*/ 520 w 26"/>
                  <a:gd name="T9" fmla="*/ 656 h 35"/>
                  <a:gd name="T10" fmla="*/ 988 w 26"/>
                  <a:gd name="T11" fmla="*/ 0 h 35"/>
                  <a:gd name="T12" fmla="*/ 988 w 26"/>
                  <a:gd name="T13" fmla="*/ 0 h 35"/>
                  <a:gd name="T14" fmla="*/ 6375 w 26"/>
                  <a:gd name="T15" fmla="*/ 10860 h 35"/>
                  <a:gd name="T16" fmla="*/ 5395 w 26"/>
                  <a:gd name="T17" fmla="*/ 1167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5">
                    <a:moveTo>
                      <a:pt x="22" y="33"/>
                    </a:moveTo>
                    <a:cubicBezTo>
                      <a:pt x="21" y="34"/>
                      <a:pt x="20" y="34"/>
                      <a:pt x="19" y="3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5" y="32"/>
                      <a:pt x="23" y="32"/>
                      <a:pt x="22" y="3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8" name="Freeform 2883">
                <a:extLst>
                  <a:ext uri="{FF2B5EF4-FFF2-40B4-BE49-F238E27FC236}">
                    <a16:creationId xmlns:a16="http://schemas.microsoft.com/office/drawing/2014/main" id="{EDE1BE96-EC08-426C-8611-D34A4DB50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3839"/>
                <a:ext cx="138" cy="147"/>
              </a:xfrm>
              <a:custGeom>
                <a:avLst/>
                <a:gdLst>
                  <a:gd name="T0" fmla="*/ 1498 w 55"/>
                  <a:gd name="T1" fmla="*/ 14187 h 55"/>
                  <a:gd name="T2" fmla="*/ 9745 w 55"/>
                  <a:gd name="T3" fmla="*/ 17851 h 55"/>
                  <a:gd name="T4" fmla="*/ 12244 w 55"/>
                  <a:gd name="T5" fmla="*/ 5864 h 55"/>
                  <a:gd name="T6" fmla="*/ 3967 w 55"/>
                  <a:gd name="T7" fmla="*/ 2194 h 55"/>
                  <a:gd name="T8" fmla="*/ 1498 w 55"/>
                  <a:gd name="T9" fmla="*/ 1418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6" y="39"/>
                    </a:moveTo>
                    <a:cubicBezTo>
                      <a:pt x="12" y="51"/>
                      <a:pt x="27" y="55"/>
                      <a:pt x="39" y="49"/>
                    </a:cubicBezTo>
                    <a:cubicBezTo>
                      <a:pt x="51" y="43"/>
                      <a:pt x="55" y="28"/>
                      <a:pt x="49" y="16"/>
                    </a:cubicBezTo>
                    <a:cubicBezTo>
                      <a:pt x="43" y="5"/>
                      <a:pt x="28" y="0"/>
                      <a:pt x="16" y="6"/>
                    </a:cubicBezTo>
                    <a:cubicBezTo>
                      <a:pt x="4" y="12"/>
                      <a:pt x="0" y="27"/>
                      <a:pt x="6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9" name="Freeform 2884">
                <a:extLst>
                  <a:ext uri="{FF2B5EF4-FFF2-40B4-BE49-F238E27FC236}">
                    <a16:creationId xmlns:a16="http://schemas.microsoft.com/office/drawing/2014/main" id="{0472EB75-231E-4EB6-B30E-1B3991BE0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3876"/>
                <a:ext cx="125" cy="134"/>
              </a:xfrm>
              <a:custGeom>
                <a:avLst/>
                <a:gdLst>
                  <a:gd name="T0" fmla="*/ 0 w 50"/>
                  <a:gd name="T1" fmla="*/ 8871 h 50"/>
                  <a:gd name="T2" fmla="*/ 5675 w 50"/>
                  <a:gd name="T3" fmla="*/ 18114 h 50"/>
                  <a:gd name="T4" fmla="*/ 12033 w 50"/>
                  <a:gd name="T5" fmla="*/ 9704 h 50"/>
                  <a:gd name="T6" fmla="*/ 6375 w 50"/>
                  <a:gd name="T7" fmla="*/ 402 h 50"/>
                  <a:gd name="T8" fmla="*/ 0 w 50"/>
                  <a:gd name="T9" fmla="*/ 887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0" y="24"/>
                    </a:moveTo>
                    <a:cubicBezTo>
                      <a:pt x="0" y="37"/>
                      <a:pt x="10" y="49"/>
                      <a:pt x="23" y="49"/>
                    </a:cubicBezTo>
                    <a:cubicBezTo>
                      <a:pt x="37" y="50"/>
                      <a:pt x="48" y="40"/>
                      <a:pt x="49" y="26"/>
                    </a:cubicBezTo>
                    <a:cubicBezTo>
                      <a:pt x="50" y="13"/>
                      <a:pt x="39" y="2"/>
                      <a:pt x="26" y="1"/>
                    </a:cubicBezTo>
                    <a:cubicBezTo>
                      <a:pt x="12" y="0"/>
                      <a:pt x="1" y="11"/>
                      <a:pt x="0" y="24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0" name="Freeform 2885">
                <a:extLst>
                  <a:ext uri="{FF2B5EF4-FFF2-40B4-BE49-F238E27FC236}">
                    <a16:creationId xmlns:a16="http://schemas.microsoft.com/office/drawing/2014/main" id="{471AEC34-06B0-41E3-B1F2-4EB72937D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3898"/>
                <a:ext cx="67" cy="72"/>
              </a:xfrm>
              <a:custGeom>
                <a:avLst/>
                <a:gdLst>
                  <a:gd name="T0" fmla="*/ 5836 w 27"/>
                  <a:gd name="T1" fmla="*/ 6067 h 27"/>
                  <a:gd name="T2" fmla="*/ 3941 w 27"/>
                  <a:gd name="T3" fmla="*/ 661 h 27"/>
                  <a:gd name="T4" fmla="*/ 457 w 27"/>
                  <a:gd name="T5" fmla="*/ 3640 h 27"/>
                  <a:gd name="T6" fmla="*/ 2352 w 27"/>
                  <a:gd name="T7" fmla="*/ 9045 h 27"/>
                  <a:gd name="T8" fmla="*/ 5836 w 27"/>
                  <a:gd name="T9" fmla="*/ 606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5" y="17"/>
                    </a:moveTo>
                    <a:cubicBezTo>
                      <a:pt x="27" y="11"/>
                      <a:pt x="23" y="4"/>
                      <a:pt x="17" y="2"/>
                    </a:cubicBezTo>
                    <a:cubicBezTo>
                      <a:pt x="11" y="0"/>
                      <a:pt x="4" y="4"/>
                      <a:pt x="2" y="10"/>
                    </a:cubicBezTo>
                    <a:cubicBezTo>
                      <a:pt x="0" y="16"/>
                      <a:pt x="4" y="23"/>
                      <a:pt x="10" y="25"/>
                    </a:cubicBezTo>
                    <a:cubicBezTo>
                      <a:pt x="16" y="27"/>
                      <a:pt x="23" y="23"/>
                      <a:pt x="25" y="17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1" name="Freeform 2886">
                <a:extLst>
                  <a:ext uri="{FF2B5EF4-FFF2-40B4-BE49-F238E27FC236}">
                    <a16:creationId xmlns:a16="http://schemas.microsoft.com/office/drawing/2014/main" id="{17206D64-3433-447A-A5EF-6B7BA8432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3916"/>
                <a:ext cx="27" cy="27"/>
              </a:xfrm>
              <a:custGeom>
                <a:avLst/>
                <a:gdLst>
                  <a:gd name="T0" fmla="*/ 2216 w 11"/>
                  <a:gd name="T1" fmla="*/ 2282 h 10"/>
                  <a:gd name="T2" fmla="*/ 1524 w 11"/>
                  <a:gd name="T3" fmla="*/ 0 h 10"/>
                  <a:gd name="T4" fmla="*/ 174 w 11"/>
                  <a:gd name="T5" fmla="*/ 1158 h 10"/>
                  <a:gd name="T6" fmla="*/ 903 w 11"/>
                  <a:gd name="T7" fmla="*/ 3464 h 10"/>
                  <a:gd name="T8" fmla="*/ 2216 w 11"/>
                  <a:gd name="T9" fmla="*/ 228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0" y="6"/>
                    </a:moveTo>
                    <a:cubicBezTo>
                      <a:pt x="11" y="4"/>
                      <a:pt x="10" y="1"/>
                      <a:pt x="7" y="0"/>
                    </a:cubicBezTo>
                    <a:cubicBezTo>
                      <a:pt x="5" y="0"/>
                      <a:pt x="2" y="1"/>
                      <a:pt x="1" y="3"/>
                    </a:cubicBezTo>
                    <a:cubicBezTo>
                      <a:pt x="0" y="6"/>
                      <a:pt x="2" y="9"/>
                      <a:pt x="4" y="9"/>
                    </a:cubicBezTo>
                    <a:cubicBezTo>
                      <a:pt x="7" y="10"/>
                      <a:pt x="9" y="9"/>
                      <a:pt x="1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2" name="Freeform 2887">
                <a:extLst>
                  <a:ext uri="{FF2B5EF4-FFF2-40B4-BE49-F238E27FC236}">
                    <a16:creationId xmlns:a16="http://schemas.microsoft.com/office/drawing/2014/main" id="{E4D46B8B-6D3C-4AD8-8FC0-F9E10632B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3778"/>
                <a:ext cx="20" cy="101"/>
              </a:xfrm>
              <a:custGeom>
                <a:avLst/>
                <a:gdLst>
                  <a:gd name="T0" fmla="*/ 988 w 8"/>
                  <a:gd name="T1" fmla="*/ 13367 h 38"/>
                  <a:gd name="T2" fmla="*/ 0 w 8"/>
                  <a:gd name="T3" fmla="*/ 13367 h 38"/>
                  <a:gd name="T4" fmla="*/ 0 w 8"/>
                  <a:gd name="T5" fmla="*/ 396 h 38"/>
                  <a:gd name="T6" fmla="*/ 0 w 8"/>
                  <a:gd name="T7" fmla="*/ 396 h 38"/>
                  <a:gd name="T8" fmla="*/ 783 w 8"/>
                  <a:gd name="T9" fmla="*/ 396 h 38"/>
                  <a:gd name="T10" fmla="*/ 1300 w 8"/>
                  <a:gd name="T11" fmla="*/ 0 h 38"/>
                  <a:gd name="T12" fmla="*/ 1300 w 8"/>
                  <a:gd name="T13" fmla="*/ 0 h 38"/>
                  <a:gd name="T14" fmla="*/ 1958 w 8"/>
                  <a:gd name="T15" fmla="*/ 13367 h 38"/>
                  <a:gd name="T16" fmla="*/ 988 w 8"/>
                  <a:gd name="T17" fmla="*/ 13367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38">
                    <a:moveTo>
                      <a:pt x="4" y="38"/>
                    </a:moveTo>
                    <a:cubicBezTo>
                      <a:pt x="2" y="38"/>
                      <a:pt x="1" y="38"/>
                      <a:pt x="0" y="38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38"/>
                      <a:pt x="5" y="38"/>
                      <a:pt x="4" y="38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3" name="Freeform 2888">
                <a:extLst>
                  <a:ext uri="{FF2B5EF4-FFF2-40B4-BE49-F238E27FC236}">
                    <a16:creationId xmlns:a16="http://schemas.microsoft.com/office/drawing/2014/main" id="{96E058AE-2E0F-4F44-982A-BBBF71234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778"/>
                <a:ext cx="12" cy="96"/>
              </a:xfrm>
              <a:custGeom>
                <a:avLst/>
                <a:gdLst>
                  <a:gd name="T0" fmla="*/ 0 w 5"/>
                  <a:gd name="T1" fmla="*/ 12949 h 36"/>
                  <a:gd name="T2" fmla="*/ 967 w 5"/>
                  <a:gd name="T3" fmla="*/ 12949 h 36"/>
                  <a:gd name="T4" fmla="*/ 564 w 5"/>
                  <a:gd name="T5" fmla="*/ 0 h 36"/>
                  <a:gd name="T6" fmla="*/ 564 w 5"/>
                  <a:gd name="T7" fmla="*/ 11891 h 36"/>
                  <a:gd name="T8" fmla="*/ 0 w 5"/>
                  <a:gd name="T9" fmla="*/ 1294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6">
                    <a:moveTo>
                      <a:pt x="0" y="36"/>
                    </a:moveTo>
                    <a:cubicBezTo>
                      <a:pt x="2" y="36"/>
                      <a:pt x="5" y="36"/>
                      <a:pt x="5" y="36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32"/>
                      <a:pt x="3" y="33"/>
                    </a:cubicBezTo>
                    <a:cubicBezTo>
                      <a:pt x="2" y="35"/>
                      <a:pt x="0" y="36"/>
                      <a:pt x="0" y="36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4" name="Freeform 2889">
                <a:extLst>
                  <a:ext uri="{FF2B5EF4-FFF2-40B4-BE49-F238E27FC236}">
                    <a16:creationId xmlns:a16="http://schemas.microsoft.com/office/drawing/2014/main" id="{CEBE76AA-46F1-43F5-8DA0-750640B7E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3778"/>
                <a:ext cx="20" cy="101"/>
              </a:xfrm>
              <a:custGeom>
                <a:avLst/>
                <a:gdLst>
                  <a:gd name="T0" fmla="*/ 988 w 8"/>
                  <a:gd name="T1" fmla="*/ 13367 h 38"/>
                  <a:gd name="T2" fmla="*/ 0 w 8"/>
                  <a:gd name="T3" fmla="*/ 13367 h 38"/>
                  <a:gd name="T4" fmla="*/ 0 w 8"/>
                  <a:gd name="T5" fmla="*/ 396 h 38"/>
                  <a:gd name="T6" fmla="*/ 0 w 8"/>
                  <a:gd name="T7" fmla="*/ 396 h 38"/>
                  <a:gd name="T8" fmla="*/ 783 w 8"/>
                  <a:gd name="T9" fmla="*/ 396 h 38"/>
                  <a:gd name="T10" fmla="*/ 1300 w 8"/>
                  <a:gd name="T11" fmla="*/ 0 h 38"/>
                  <a:gd name="T12" fmla="*/ 1300 w 8"/>
                  <a:gd name="T13" fmla="*/ 0 h 38"/>
                  <a:gd name="T14" fmla="*/ 1958 w 8"/>
                  <a:gd name="T15" fmla="*/ 13367 h 38"/>
                  <a:gd name="T16" fmla="*/ 988 w 8"/>
                  <a:gd name="T17" fmla="*/ 13367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38">
                    <a:moveTo>
                      <a:pt x="4" y="38"/>
                    </a:moveTo>
                    <a:cubicBezTo>
                      <a:pt x="2" y="38"/>
                      <a:pt x="1" y="38"/>
                      <a:pt x="0" y="38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38"/>
                      <a:pt x="5" y="38"/>
                      <a:pt x="4" y="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5" name="Freeform 2890">
                <a:extLst>
                  <a:ext uri="{FF2B5EF4-FFF2-40B4-BE49-F238E27FC236}">
                    <a16:creationId xmlns:a16="http://schemas.microsoft.com/office/drawing/2014/main" id="{B2C80477-CF33-41FB-AC7F-909412A70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3876"/>
                <a:ext cx="125" cy="134"/>
              </a:xfrm>
              <a:custGeom>
                <a:avLst/>
                <a:gdLst>
                  <a:gd name="T0" fmla="*/ 0 w 50"/>
                  <a:gd name="T1" fmla="*/ 8871 h 50"/>
                  <a:gd name="T2" fmla="*/ 5675 w 50"/>
                  <a:gd name="T3" fmla="*/ 18114 h 50"/>
                  <a:gd name="T4" fmla="*/ 12033 w 50"/>
                  <a:gd name="T5" fmla="*/ 9704 h 50"/>
                  <a:gd name="T6" fmla="*/ 6375 w 50"/>
                  <a:gd name="T7" fmla="*/ 402 h 50"/>
                  <a:gd name="T8" fmla="*/ 0 w 50"/>
                  <a:gd name="T9" fmla="*/ 887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0" y="24"/>
                    </a:moveTo>
                    <a:cubicBezTo>
                      <a:pt x="0" y="37"/>
                      <a:pt x="10" y="49"/>
                      <a:pt x="23" y="49"/>
                    </a:cubicBezTo>
                    <a:cubicBezTo>
                      <a:pt x="37" y="50"/>
                      <a:pt x="48" y="40"/>
                      <a:pt x="49" y="26"/>
                    </a:cubicBezTo>
                    <a:cubicBezTo>
                      <a:pt x="50" y="13"/>
                      <a:pt x="39" y="2"/>
                      <a:pt x="26" y="1"/>
                    </a:cubicBezTo>
                    <a:cubicBezTo>
                      <a:pt x="12" y="0"/>
                      <a:pt x="1" y="11"/>
                      <a:pt x="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6" name="Freeform 2891">
                <a:extLst>
                  <a:ext uri="{FF2B5EF4-FFF2-40B4-BE49-F238E27FC236}">
                    <a16:creationId xmlns:a16="http://schemas.microsoft.com/office/drawing/2014/main" id="{9FA30DE5-EBDE-43C8-9D6E-0AEBBA066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6" y="2679"/>
                <a:ext cx="137" cy="146"/>
              </a:xfrm>
              <a:custGeom>
                <a:avLst/>
                <a:gdLst>
                  <a:gd name="T0" fmla="*/ 9122 w 55"/>
                  <a:gd name="T1" fmla="*/ 17138 h 55"/>
                  <a:gd name="T2" fmla="*/ 11974 w 55"/>
                  <a:gd name="T3" fmla="*/ 5912 h 55"/>
                  <a:gd name="T4" fmla="*/ 4053 w 55"/>
                  <a:gd name="T5" fmla="*/ 1741 h 55"/>
                  <a:gd name="T6" fmla="*/ 1161 w 55"/>
                  <a:gd name="T7" fmla="*/ 13297 h 55"/>
                  <a:gd name="T8" fmla="*/ 9122 w 55"/>
                  <a:gd name="T9" fmla="*/ 1713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38" y="49"/>
                    </a:moveTo>
                    <a:cubicBezTo>
                      <a:pt x="50" y="44"/>
                      <a:pt x="55" y="29"/>
                      <a:pt x="50" y="17"/>
                    </a:cubicBezTo>
                    <a:cubicBezTo>
                      <a:pt x="44" y="5"/>
                      <a:pt x="29" y="0"/>
                      <a:pt x="17" y="5"/>
                    </a:cubicBezTo>
                    <a:cubicBezTo>
                      <a:pt x="5" y="11"/>
                      <a:pt x="0" y="25"/>
                      <a:pt x="5" y="38"/>
                    </a:cubicBezTo>
                    <a:cubicBezTo>
                      <a:pt x="11" y="50"/>
                      <a:pt x="26" y="55"/>
                      <a:pt x="38" y="49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7" name="Freeform 2892">
                <a:extLst>
                  <a:ext uri="{FF2B5EF4-FFF2-40B4-BE49-F238E27FC236}">
                    <a16:creationId xmlns:a16="http://schemas.microsoft.com/office/drawing/2014/main" id="{F656F093-A885-4D4C-A921-31C7E27FE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1" y="2703"/>
                <a:ext cx="67" cy="72"/>
              </a:xfrm>
              <a:custGeom>
                <a:avLst/>
                <a:gdLst>
                  <a:gd name="T0" fmla="*/ 4889 w 27"/>
                  <a:gd name="T1" fmla="*/ 1459 h 27"/>
                  <a:gd name="T2" fmla="*/ 948 w 27"/>
                  <a:gd name="T3" fmla="*/ 2184 h 27"/>
                  <a:gd name="T4" fmla="*/ 1405 w 27"/>
                  <a:gd name="T5" fmla="*/ 8248 h 27"/>
                  <a:gd name="T6" fmla="*/ 5350 w 27"/>
                  <a:gd name="T7" fmla="*/ 7531 h 27"/>
                  <a:gd name="T8" fmla="*/ 4889 w 27"/>
                  <a:gd name="T9" fmla="*/ 145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1" y="4"/>
                    </a:moveTo>
                    <a:cubicBezTo>
                      <a:pt x="16" y="0"/>
                      <a:pt x="8" y="1"/>
                      <a:pt x="4" y="6"/>
                    </a:cubicBezTo>
                    <a:cubicBezTo>
                      <a:pt x="0" y="11"/>
                      <a:pt x="1" y="19"/>
                      <a:pt x="6" y="23"/>
                    </a:cubicBezTo>
                    <a:cubicBezTo>
                      <a:pt x="11" y="27"/>
                      <a:pt x="19" y="26"/>
                      <a:pt x="23" y="21"/>
                    </a:cubicBezTo>
                    <a:cubicBezTo>
                      <a:pt x="27" y="16"/>
                      <a:pt x="26" y="8"/>
                      <a:pt x="21" y="4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8" name="Freeform 2893">
                <a:extLst>
                  <a:ext uri="{FF2B5EF4-FFF2-40B4-BE49-F238E27FC236}">
                    <a16:creationId xmlns:a16="http://schemas.microsoft.com/office/drawing/2014/main" id="{21F2DC74-9449-428E-93D0-30225A049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3" y="2719"/>
                <a:ext cx="28" cy="29"/>
              </a:xfrm>
              <a:custGeom>
                <a:avLst/>
                <a:gdLst>
                  <a:gd name="T0" fmla="*/ 2474 w 11"/>
                  <a:gd name="T1" fmla="*/ 382 h 11"/>
                  <a:gd name="T2" fmla="*/ 545 w 11"/>
                  <a:gd name="T3" fmla="*/ 625 h 11"/>
                  <a:gd name="T4" fmla="*/ 843 w 11"/>
                  <a:gd name="T5" fmla="*/ 3045 h 11"/>
                  <a:gd name="T6" fmla="*/ 2474 w 11"/>
                  <a:gd name="T7" fmla="*/ 2655 h 11"/>
                  <a:gd name="T8" fmla="*/ 2474 w 11"/>
                  <a:gd name="T9" fmla="*/ 38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9" y="1"/>
                    </a:move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1" y="7"/>
                      <a:pt x="3" y="9"/>
                    </a:cubicBezTo>
                    <a:cubicBezTo>
                      <a:pt x="5" y="11"/>
                      <a:pt x="8" y="10"/>
                      <a:pt x="9" y="8"/>
                    </a:cubicBezTo>
                    <a:cubicBezTo>
                      <a:pt x="11" y="6"/>
                      <a:pt x="11" y="3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9" name="Freeform 2894">
                <a:extLst>
                  <a:ext uri="{FF2B5EF4-FFF2-40B4-BE49-F238E27FC236}">
                    <a16:creationId xmlns:a16="http://schemas.microsoft.com/office/drawing/2014/main" id="{287CF512-EAD5-4BA0-85F2-D91CF618B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3" y="3319"/>
                <a:ext cx="68" cy="72"/>
              </a:xfrm>
              <a:custGeom>
                <a:avLst/>
                <a:gdLst>
                  <a:gd name="T0" fmla="*/ 5354 w 27"/>
                  <a:gd name="T1" fmla="*/ 1459 h 27"/>
                  <a:gd name="T2" fmla="*/ 1007 w 27"/>
                  <a:gd name="T3" fmla="*/ 2184 h 27"/>
                  <a:gd name="T4" fmla="*/ 1534 w 27"/>
                  <a:gd name="T5" fmla="*/ 8248 h 27"/>
                  <a:gd name="T6" fmla="*/ 5881 w 27"/>
                  <a:gd name="T7" fmla="*/ 7531 h 27"/>
                  <a:gd name="T8" fmla="*/ 5354 w 27"/>
                  <a:gd name="T9" fmla="*/ 145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1" y="4"/>
                    </a:moveTo>
                    <a:cubicBezTo>
                      <a:pt x="15" y="0"/>
                      <a:pt x="8" y="1"/>
                      <a:pt x="4" y="6"/>
                    </a:cubicBezTo>
                    <a:cubicBezTo>
                      <a:pt x="0" y="11"/>
                      <a:pt x="1" y="19"/>
                      <a:pt x="6" y="23"/>
                    </a:cubicBezTo>
                    <a:cubicBezTo>
                      <a:pt x="11" y="27"/>
                      <a:pt x="19" y="26"/>
                      <a:pt x="23" y="21"/>
                    </a:cubicBezTo>
                    <a:cubicBezTo>
                      <a:pt x="27" y="16"/>
                      <a:pt x="26" y="8"/>
                      <a:pt x="21" y="4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0" name="Freeform 2895">
                <a:extLst>
                  <a:ext uri="{FF2B5EF4-FFF2-40B4-BE49-F238E27FC236}">
                    <a16:creationId xmlns:a16="http://schemas.microsoft.com/office/drawing/2014/main" id="{3A7C6807-4AEC-4752-922B-A775F9D7C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6" y="3335"/>
                <a:ext cx="27" cy="26"/>
              </a:xfrm>
              <a:custGeom>
                <a:avLst/>
                <a:gdLst>
                  <a:gd name="T0" fmla="*/ 1777 w 11"/>
                  <a:gd name="T1" fmla="*/ 372 h 10"/>
                  <a:gd name="T2" fmla="*/ 427 w 11"/>
                  <a:gd name="T3" fmla="*/ 595 h 10"/>
                  <a:gd name="T4" fmla="*/ 427 w 11"/>
                  <a:gd name="T5" fmla="*/ 2746 h 10"/>
                  <a:gd name="T6" fmla="*/ 1964 w 11"/>
                  <a:gd name="T7" fmla="*/ 2514 h 10"/>
                  <a:gd name="T8" fmla="*/ 1777 w 11"/>
                  <a:gd name="T9" fmla="*/ 37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8" y="1"/>
                    </a:move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0" y="7"/>
                      <a:pt x="2" y="9"/>
                    </a:cubicBezTo>
                    <a:cubicBezTo>
                      <a:pt x="4" y="10"/>
                      <a:pt x="7" y="10"/>
                      <a:pt x="9" y="8"/>
                    </a:cubicBezTo>
                    <a:cubicBezTo>
                      <a:pt x="11" y="6"/>
                      <a:pt x="10" y="3"/>
                      <a:pt x="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1" name="Freeform 2896">
                <a:extLst>
                  <a:ext uri="{FF2B5EF4-FFF2-40B4-BE49-F238E27FC236}">
                    <a16:creationId xmlns:a16="http://schemas.microsoft.com/office/drawing/2014/main" id="{25A5FF2A-A8D2-45E3-9A8F-0128F6DED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2769"/>
                <a:ext cx="117" cy="62"/>
              </a:xfrm>
              <a:custGeom>
                <a:avLst/>
                <a:gdLst>
                  <a:gd name="T0" fmla="*/ 10722 w 47"/>
                  <a:gd name="T1" fmla="*/ 1585 h 23"/>
                  <a:gd name="T2" fmla="*/ 11167 w 47"/>
                  <a:gd name="T3" fmla="*/ 2682 h 23"/>
                  <a:gd name="T4" fmla="*/ 466 w 47"/>
                  <a:gd name="T5" fmla="*/ 8815 h 23"/>
                  <a:gd name="T6" fmla="*/ 466 w 47"/>
                  <a:gd name="T7" fmla="*/ 8815 h 23"/>
                  <a:gd name="T8" fmla="*/ 187 w 47"/>
                  <a:gd name="T9" fmla="*/ 8130 h 23"/>
                  <a:gd name="T10" fmla="*/ 0 w 47"/>
                  <a:gd name="T11" fmla="*/ 6976 h 23"/>
                  <a:gd name="T12" fmla="*/ 0 w 47"/>
                  <a:gd name="T13" fmla="*/ 6976 h 23"/>
                  <a:gd name="T14" fmla="*/ 10523 w 47"/>
                  <a:gd name="T15" fmla="*/ 0 h 23"/>
                  <a:gd name="T16" fmla="*/ 10722 w 47"/>
                  <a:gd name="T17" fmla="*/ 1585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3">
                    <a:moveTo>
                      <a:pt x="45" y="4"/>
                    </a:moveTo>
                    <a:cubicBezTo>
                      <a:pt x="46" y="5"/>
                      <a:pt x="46" y="6"/>
                      <a:pt x="47" y="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2"/>
                      <a:pt x="1" y="22"/>
                      <a:pt x="1" y="21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5" y="2"/>
                      <a:pt x="45" y="4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2" name="Freeform 2897">
                <a:extLst>
                  <a:ext uri="{FF2B5EF4-FFF2-40B4-BE49-F238E27FC236}">
                    <a16:creationId xmlns:a16="http://schemas.microsoft.com/office/drawing/2014/main" id="{6463E0E1-5583-41EB-8928-F7FF9E8CA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2775"/>
                <a:ext cx="112" cy="45"/>
              </a:xfrm>
              <a:custGeom>
                <a:avLst/>
                <a:gdLst>
                  <a:gd name="T0" fmla="*/ 10697 w 45"/>
                  <a:gd name="T1" fmla="*/ 1668 h 17"/>
                  <a:gd name="T2" fmla="*/ 10209 w 45"/>
                  <a:gd name="T3" fmla="*/ 0 h 17"/>
                  <a:gd name="T4" fmla="*/ 0 w 45"/>
                  <a:gd name="T5" fmla="*/ 5845 h 17"/>
                  <a:gd name="T6" fmla="*/ 9744 w 45"/>
                  <a:gd name="T7" fmla="*/ 1038 h 17"/>
                  <a:gd name="T8" fmla="*/ 10697 w 45"/>
                  <a:gd name="T9" fmla="*/ 166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7">
                    <a:moveTo>
                      <a:pt x="45" y="5"/>
                    </a:moveTo>
                    <a:cubicBezTo>
                      <a:pt x="44" y="4"/>
                      <a:pt x="43" y="1"/>
                      <a:pt x="43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39" y="3"/>
                      <a:pt x="41" y="3"/>
                    </a:cubicBezTo>
                    <a:cubicBezTo>
                      <a:pt x="43" y="4"/>
                      <a:pt x="45" y="5"/>
                      <a:pt x="45" y="5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3" name="Freeform 2898">
                <a:extLst>
                  <a:ext uri="{FF2B5EF4-FFF2-40B4-BE49-F238E27FC236}">
                    <a16:creationId xmlns:a16="http://schemas.microsoft.com/office/drawing/2014/main" id="{E67B7D9E-9483-46B7-8B46-3B88ADEB3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2769"/>
                <a:ext cx="117" cy="62"/>
              </a:xfrm>
              <a:custGeom>
                <a:avLst/>
                <a:gdLst>
                  <a:gd name="T0" fmla="*/ 10722 w 47"/>
                  <a:gd name="T1" fmla="*/ 1585 h 23"/>
                  <a:gd name="T2" fmla="*/ 11167 w 47"/>
                  <a:gd name="T3" fmla="*/ 2682 h 23"/>
                  <a:gd name="T4" fmla="*/ 466 w 47"/>
                  <a:gd name="T5" fmla="*/ 8815 h 23"/>
                  <a:gd name="T6" fmla="*/ 466 w 47"/>
                  <a:gd name="T7" fmla="*/ 8815 h 23"/>
                  <a:gd name="T8" fmla="*/ 187 w 47"/>
                  <a:gd name="T9" fmla="*/ 8130 h 23"/>
                  <a:gd name="T10" fmla="*/ 0 w 47"/>
                  <a:gd name="T11" fmla="*/ 6976 h 23"/>
                  <a:gd name="T12" fmla="*/ 0 w 47"/>
                  <a:gd name="T13" fmla="*/ 6976 h 23"/>
                  <a:gd name="T14" fmla="*/ 10523 w 47"/>
                  <a:gd name="T15" fmla="*/ 0 h 23"/>
                  <a:gd name="T16" fmla="*/ 10722 w 47"/>
                  <a:gd name="T17" fmla="*/ 1585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3">
                    <a:moveTo>
                      <a:pt x="45" y="4"/>
                    </a:moveTo>
                    <a:cubicBezTo>
                      <a:pt x="46" y="5"/>
                      <a:pt x="46" y="6"/>
                      <a:pt x="47" y="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2"/>
                      <a:pt x="1" y="22"/>
                      <a:pt x="1" y="21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5" y="2"/>
                      <a:pt x="4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4" name="Freeform 2899">
                <a:extLst>
                  <a:ext uri="{FF2B5EF4-FFF2-40B4-BE49-F238E27FC236}">
                    <a16:creationId xmlns:a16="http://schemas.microsoft.com/office/drawing/2014/main" id="{22FD8395-4E1F-47D0-BB5D-3427B030C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6" y="2679"/>
                <a:ext cx="137" cy="146"/>
              </a:xfrm>
              <a:custGeom>
                <a:avLst/>
                <a:gdLst>
                  <a:gd name="T0" fmla="*/ 9122 w 55"/>
                  <a:gd name="T1" fmla="*/ 17138 h 55"/>
                  <a:gd name="T2" fmla="*/ 11974 w 55"/>
                  <a:gd name="T3" fmla="*/ 5912 h 55"/>
                  <a:gd name="T4" fmla="*/ 4053 w 55"/>
                  <a:gd name="T5" fmla="*/ 1741 h 55"/>
                  <a:gd name="T6" fmla="*/ 1161 w 55"/>
                  <a:gd name="T7" fmla="*/ 13297 h 55"/>
                  <a:gd name="T8" fmla="*/ 9122 w 55"/>
                  <a:gd name="T9" fmla="*/ 1713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38" y="49"/>
                    </a:moveTo>
                    <a:cubicBezTo>
                      <a:pt x="50" y="44"/>
                      <a:pt x="55" y="29"/>
                      <a:pt x="50" y="17"/>
                    </a:cubicBezTo>
                    <a:cubicBezTo>
                      <a:pt x="44" y="5"/>
                      <a:pt x="29" y="0"/>
                      <a:pt x="17" y="5"/>
                    </a:cubicBezTo>
                    <a:cubicBezTo>
                      <a:pt x="5" y="11"/>
                      <a:pt x="0" y="25"/>
                      <a:pt x="5" y="38"/>
                    </a:cubicBezTo>
                    <a:cubicBezTo>
                      <a:pt x="11" y="50"/>
                      <a:pt x="26" y="55"/>
                      <a:pt x="38" y="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5" name="Freeform 2900">
                <a:extLst>
                  <a:ext uri="{FF2B5EF4-FFF2-40B4-BE49-F238E27FC236}">
                    <a16:creationId xmlns:a16="http://schemas.microsoft.com/office/drawing/2014/main" id="{C8637AD6-47B9-450A-AC5E-754CC5C4B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6" y="3604"/>
                <a:ext cx="137" cy="144"/>
              </a:xfrm>
              <a:custGeom>
                <a:avLst/>
                <a:gdLst>
                  <a:gd name="T0" fmla="*/ 2892 w 55"/>
                  <a:gd name="T1" fmla="*/ 16589 h 54"/>
                  <a:gd name="T2" fmla="*/ 11007 w 55"/>
                  <a:gd name="T3" fmla="*/ 15112 h 54"/>
                  <a:gd name="T4" fmla="*/ 10275 w 55"/>
                  <a:gd name="T5" fmla="*/ 2824 h 54"/>
                  <a:gd name="T6" fmla="*/ 1930 w 55"/>
                  <a:gd name="T7" fmla="*/ 4301 h 54"/>
                  <a:gd name="T8" fmla="*/ 2892 w 55"/>
                  <a:gd name="T9" fmla="*/ 16589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4">
                    <a:moveTo>
                      <a:pt x="12" y="46"/>
                    </a:moveTo>
                    <a:cubicBezTo>
                      <a:pt x="23" y="54"/>
                      <a:pt x="38" y="53"/>
                      <a:pt x="46" y="42"/>
                    </a:cubicBezTo>
                    <a:cubicBezTo>
                      <a:pt x="55" y="32"/>
                      <a:pt x="53" y="16"/>
                      <a:pt x="43" y="8"/>
                    </a:cubicBezTo>
                    <a:cubicBezTo>
                      <a:pt x="32" y="0"/>
                      <a:pt x="17" y="1"/>
                      <a:pt x="8" y="12"/>
                    </a:cubicBezTo>
                    <a:cubicBezTo>
                      <a:pt x="0" y="22"/>
                      <a:pt x="2" y="38"/>
                      <a:pt x="12" y="4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6" name="Freeform 2901">
                <a:extLst>
                  <a:ext uri="{FF2B5EF4-FFF2-40B4-BE49-F238E27FC236}">
                    <a16:creationId xmlns:a16="http://schemas.microsoft.com/office/drawing/2014/main" id="{7D3108F4-4C7F-4FD6-9550-14D11C592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135"/>
                <a:ext cx="138" cy="146"/>
              </a:xfrm>
              <a:custGeom>
                <a:avLst/>
                <a:gdLst>
                  <a:gd name="T0" fmla="*/ 12244 w 55"/>
                  <a:gd name="T1" fmla="*/ 13297 h 55"/>
                  <a:gd name="T2" fmla="*/ 9432 w 55"/>
                  <a:gd name="T3" fmla="*/ 2079 h 55"/>
                  <a:gd name="T4" fmla="*/ 1310 w 55"/>
                  <a:gd name="T5" fmla="*/ 5912 h 55"/>
                  <a:gd name="T6" fmla="*/ 4281 w 55"/>
                  <a:gd name="T7" fmla="*/ 17138 h 55"/>
                  <a:gd name="T8" fmla="*/ 12244 w 55"/>
                  <a:gd name="T9" fmla="*/ 1329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49" y="38"/>
                    </a:moveTo>
                    <a:cubicBezTo>
                      <a:pt x="55" y="26"/>
                      <a:pt x="50" y="11"/>
                      <a:pt x="38" y="6"/>
                    </a:cubicBezTo>
                    <a:cubicBezTo>
                      <a:pt x="26" y="0"/>
                      <a:pt x="11" y="5"/>
                      <a:pt x="5" y="17"/>
                    </a:cubicBezTo>
                    <a:cubicBezTo>
                      <a:pt x="0" y="29"/>
                      <a:pt x="5" y="44"/>
                      <a:pt x="17" y="49"/>
                    </a:cubicBezTo>
                    <a:cubicBezTo>
                      <a:pt x="29" y="55"/>
                      <a:pt x="43" y="50"/>
                      <a:pt x="49" y="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7" name="Freeform 2902">
                <a:extLst>
                  <a:ext uri="{FF2B5EF4-FFF2-40B4-BE49-F238E27FC236}">
                    <a16:creationId xmlns:a16="http://schemas.microsoft.com/office/drawing/2014/main" id="{64D1219D-9AF4-4F94-BB31-E3841B005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3570"/>
                <a:ext cx="92" cy="74"/>
              </a:xfrm>
              <a:custGeom>
                <a:avLst/>
                <a:gdLst>
                  <a:gd name="T0" fmla="*/ 8069 w 37"/>
                  <a:gd name="T1" fmla="*/ 8494 h 28"/>
                  <a:gd name="T2" fmla="*/ 7611 w 37"/>
                  <a:gd name="T3" fmla="*/ 9562 h 28"/>
                  <a:gd name="T4" fmla="*/ 0 w 37"/>
                  <a:gd name="T5" fmla="*/ 1425 h 28"/>
                  <a:gd name="T6" fmla="*/ 0 w 37"/>
                  <a:gd name="T7" fmla="*/ 1425 h 28"/>
                  <a:gd name="T8" fmla="*/ 462 w 37"/>
                  <a:gd name="T9" fmla="*/ 629 h 28"/>
                  <a:gd name="T10" fmla="*/ 644 w 37"/>
                  <a:gd name="T11" fmla="*/ 0 h 28"/>
                  <a:gd name="T12" fmla="*/ 644 w 37"/>
                  <a:gd name="T13" fmla="*/ 0 h 28"/>
                  <a:gd name="T14" fmla="*/ 8747 w 37"/>
                  <a:gd name="T15" fmla="*/ 7461 h 28"/>
                  <a:gd name="T16" fmla="*/ 8069 w 37"/>
                  <a:gd name="T17" fmla="*/ 8494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8">
                    <a:moveTo>
                      <a:pt x="34" y="25"/>
                    </a:moveTo>
                    <a:cubicBezTo>
                      <a:pt x="33" y="26"/>
                      <a:pt x="33" y="27"/>
                      <a:pt x="32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3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3"/>
                      <a:pt x="35" y="24"/>
                      <a:pt x="34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8" name="Freeform 2903">
                <a:extLst>
                  <a:ext uri="{FF2B5EF4-FFF2-40B4-BE49-F238E27FC236}">
                    <a16:creationId xmlns:a16="http://schemas.microsoft.com/office/drawing/2014/main" id="{362711B7-F475-44FF-A81C-2CDE67CEA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1" y="2263"/>
                <a:ext cx="62" cy="101"/>
              </a:xfrm>
              <a:custGeom>
                <a:avLst/>
                <a:gdLst>
                  <a:gd name="T0" fmla="*/ 5141 w 25"/>
                  <a:gd name="T1" fmla="*/ 657 h 38"/>
                  <a:gd name="T2" fmla="*/ 5826 w 25"/>
                  <a:gd name="T3" fmla="*/ 1053 h 38"/>
                  <a:gd name="T4" fmla="*/ 947 w 25"/>
                  <a:gd name="T5" fmla="*/ 13367 h 38"/>
                  <a:gd name="T6" fmla="*/ 947 w 25"/>
                  <a:gd name="T7" fmla="*/ 13367 h 38"/>
                  <a:gd name="T8" fmla="*/ 456 w 25"/>
                  <a:gd name="T9" fmla="*/ 12979 h 38"/>
                  <a:gd name="T10" fmla="*/ 0 w 25"/>
                  <a:gd name="T11" fmla="*/ 12335 h 38"/>
                  <a:gd name="T12" fmla="*/ 0 w 25"/>
                  <a:gd name="T13" fmla="*/ 12335 h 38"/>
                  <a:gd name="T14" fmla="*/ 4238 w 25"/>
                  <a:gd name="T15" fmla="*/ 0 h 38"/>
                  <a:gd name="T16" fmla="*/ 5141 w 25"/>
                  <a:gd name="T17" fmla="*/ 657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8">
                    <a:moveTo>
                      <a:pt x="22" y="2"/>
                    </a:moveTo>
                    <a:cubicBezTo>
                      <a:pt x="23" y="2"/>
                      <a:pt x="24" y="3"/>
                      <a:pt x="25" y="3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8"/>
                      <a:pt x="3" y="38"/>
                      <a:pt x="2" y="37"/>
                    </a:cubicBezTo>
                    <a:cubicBezTo>
                      <a:pt x="1" y="37"/>
                      <a:pt x="1" y="36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9" y="0"/>
                      <a:pt x="20" y="1"/>
                      <a:pt x="22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9" name="Freeform 2904">
                <a:extLst>
                  <a:ext uri="{FF2B5EF4-FFF2-40B4-BE49-F238E27FC236}">
                    <a16:creationId xmlns:a16="http://schemas.microsoft.com/office/drawing/2014/main" id="{89DA5B0D-A052-4FF2-9303-D768DABD7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553"/>
                <a:ext cx="142" cy="152"/>
              </a:xfrm>
              <a:custGeom>
                <a:avLst/>
                <a:gdLst>
                  <a:gd name="T0" fmla="*/ 2892 w 57"/>
                  <a:gd name="T1" fmla="*/ 17237 h 57"/>
                  <a:gd name="T2" fmla="*/ 2118 w 57"/>
                  <a:gd name="T3" fmla="*/ 4301 h 57"/>
                  <a:gd name="T4" fmla="*/ 10742 w 57"/>
                  <a:gd name="T5" fmla="*/ 3243 h 57"/>
                  <a:gd name="T6" fmla="*/ 11519 w 57"/>
                  <a:gd name="T7" fmla="*/ 16179 h 57"/>
                  <a:gd name="T8" fmla="*/ 2892 w 57"/>
                  <a:gd name="T9" fmla="*/ 1723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12" y="48"/>
                    </a:moveTo>
                    <a:cubicBezTo>
                      <a:pt x="1" y="39"/>
                      <a:pt x="0" y="23"/>
                      <a:pt x="9" y="12"/>
                    </a:cubicBezTo>
                    <a:cubicBezTo>
                      <a:pt x="18" y="2"/>
                      <a:pt x="34" y="0"/>
                      <a:pt x="45" y="9"/>
                    </a:cubicBezTo>
                    <a:cubicBezTo>
                      <a:pt x="55" y="18"/>
                      <a:pt x="57" y="34"/>
                      <a:pt x="48" y="45"/>
                    </a:cubicBezTo>
                    <a:cubicBezTo>
                      <a:pt x="38" y="56"/>
                      <a:pt x="23" y="57"/>
                      <a:pt x="12" y="48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0" name="Freeform 2905">
                <a:extLst>
                  <a:ext uri="{FF2B5EF4-FFF2-40B4-BE49-F238E27FC236}">
                    <a16:creationId xmlns:a16="http://schemas.microsoft.com/office/drawing/2014/main" id="{29080C57-625D-409B-840D-DEC58CC87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585"/>
                <a:ext cx="70" cy="75"/>
              </a:xfrm>
              <a:custGeom>
                <a:avLst/>
                <a:gdLst>
                  <a:gd name="T0" fmla="*/ 988 w 28"/>
                  <a:gd name="T1" fmla="*/ 2633 h 28"/>
                  <a:gd name="T2" fmla="*/ 5208 w 28"/>
                  <a:gd name="T3" fmla="*/ 1500 h 28"/>
                  <a:gd name="T4" fmla="*/ 5863 w 28"/>
                  <a:gd name="T5" fmla="*/ 7728 h 28"/>
                  <a:gd name="T6" fmla="*/ 1770 w 28"/>
                  <a:gd name="T7" fmla="*/ 8804 h 28"/>
                  <a:gd name="T8" fmla="*/ 988 w 28"/>
                  <a:gd name="T9" fmla="*/ 2633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4" y="7"/>
                    </a:moveTo>
                    <a:cubicBezTo>
                      <a:pt x="8" y="1"/>
                      <a:pt x="16" y="0"/>
                      <a:pt x="21" y="4"/>
                    </a:cubicBezTo>
                    <a:cubicBezTo>
                      <a:pt x="27" y="8"/>
                      <a:pt x="28" y="16"/>
                      <a:pt x="24" y="21"/>
                    </a:cubicBezTo>
                    <a:cubicBezTo>
                      <a:pt x="20" y="27"/>
                      <a:pt x="12" y="28"/>
                      <a:pt x="7" y="24"/>
                    </a:cubicBezTo>
                    <a:cubicBezTo>
                      <a:pt x="1" y="20"/>
                      <a:pt x="0" y="12"/>
                      <a:pt x="4" y="7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1" name="Freeform 2906">
                <a:extLst>
                  <a:ext uri="{FF2B5EF4-FFF2-40B4-BE49-F238E27FC236}">
                    <a16:creationId xmlns:a16="http://schemas.microsoft.com/office/drawing/2014/main" id="{5E2B0A9B-25F6-4DFE-AB5B-C38F2F694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601"/>
                <a:ext cx="28" cy="32"/>
              </a:xfrm>
              <a:custGeom>
                <a:avLst/>
                <a:gdLst>
                  <a:gd name="T0" fmla="*/ 331 w 11"/>
                  <a:gd name="T1" fmla="*/ 1059 h 12"/>
                  <a:gd name="T2" fmla="*/ 2146 w 11"/>
                  <a:gd name="T3" fmla="*/ 661 h 12"/>
                  <a:gd name="T4" fmla="*/ 2474 w 11"/>
                  <a:gd name="T5" fmla="*/ 3243 h 12"/>
                  <a:gd name="T6" fmla="*/ 545 w 11"/>
                  <a:gd name="T7" fmla="*/ 3640 h 12"/>
                  <a:gd name="T8" fmla="*/ 331 w 11"/>
                  <a:gd name="T9" fmla="*/ 105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" y="3"/>
                    </a:moveTo>
                    <a:cubicBezTo>
                      <a:pt x="3" y="1"/>
                      <a:pt x="6" y="0"/>
                      <a:pt x="8" y="2"/>
                    </a:cubicBezTo>
                    <a:cubicBezTo>
                      <a:pt x="10" y="4"/>
                      <a:pt x="11" y="7"/>
                      <a:pt x="9" y="9"/>
                    </a:cubicBezTo>
                    <a:cubicBezTo>
                      <a:pt x="8" y="11"/>
                      <a:pt x="4" y="12"/>
                      <a:pt x="2" y="10"/>
                    </a:cubicBezTo>
                    <a:cubicBezTo>
                      <a:pt x="0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2" name="Freeform 2907">
                <a:extLst>
                  <a:ext uri="{FF2B5EF4-FFF2-40B4-BE49-F238E27FC236}">
                    <a16:creationId xmlns:a16="http://schemas.microsoft.com/office/drawing/2014/main" id="{5F87CA86-B3F0-4B30-AD73-5E0C838FB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65"/>
                <a:ext cx="73" cy="56"/>
              </a:xfrm>
              <a:custGeom>
                <a:avLst/>
                <a:gdLst>
                  <a:gd name="T0" fmla="*/ 798 w 29"/>
                  <a:gd name="T1" fmla="*/ 1059 h 21"/>
                  <a:gd name="T2" fmla="*/ 0 w 29"/>
                  <a:gd name="T3" fmla="*/ 2184 h 21"/>
                  <a:gd name="T4" fmla="*/ 6590 w 29"/>
                  <a:gd name="T5" fmla="*/ 7531 h 21"/>
                  <a:gd name="T6" fmla="*/ 6590 w 29"/>
                  <a:gd name="T7" fmla="*/ 7531 h 21"/>
                  <a:gd name="T8" fmla="*/ 6857 w 29"/>
                  <a:gd name="T9" fmla="*/ 6464 h 21"/>
                  <a:gd name="T10" fmla="*/ 7383 w 29"/>
                  <a:gd name="T11" fmla="*/ 5824 h 21"/>
                  <a:gd name="T12" fmla="*/ 7383 w 29"/>
                  <a:gd name="T13" fmla="*/ 5824 h 21"/>
                  <a:gd name="T14" fmla="*/ 1324 w 29"/>
                  <a:gd name="T15" fmla="*/ 0 h 21"/>
                  <a:gd name="T16" fmla="*/ 798 w 29"/>
                  <a:gd name="T17" fmla="*/ 1059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21">
                    <a:moveTo>
                      <a:pt x="3" y="3"/>
                    </a:moveTo>
                    <a:cubicBezTo>
                      <a:pt x="2" y="4"/>
                      <a:pt x="1" y="5"/>
                      <a:pt x="0" y="6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7" y="20"/>
                      <a:pt x="27" y="19"/>
                      <a:pt x="27" y="18"/>
                    </a:cubicBezTo>
                    <a:cubicBezTo>
                      <a:pt x="28" y="18"/>
                      <a:pt x="28" y="17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3" name="Freeform 2908">
                <a:extLst>
                  <a:ext uri="{FF2B5EF4-FFF2-40B4-BE49-F238E27FC236}">
                    <a16:creationId xmlns:a16="http://schemas.microsoft.com/office/drawing/2014/main" id="{42F3DA3F-84E5-4127-9150-016050513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71"/>
                <a:ext cx="65" cy="40"/>
              </a:xfrm>
              <a:custGeom>
                <a:avLst/>
                <a:gdLst>
                  <a:gd name="T0" fmla="*/ 0 w 26"/>
                  <a:gd name="T1" fmla="*/ 1763 h 15"/>
                  <a:gd name="T2" fmla="*/ 988 w 26"/>
                  <a:gd name="T3" fmla="*/ 0 h 15"/>
                  <a:gd name="T4" fmla="*/ 6375 w 26"/>
                  <a:gd name="T5" fmla="*/ 5405 h 15"/>
                  <a:gd name="T6" fmla="*/ 988 w 26"/>
                  <a:gd name="T7" fmla="*/ 1459 h 15"/>
                  <a:gd name="T8" fmla="*/ 0 w 26"/>
                  <a:gd name="T9" fmla="*/ 17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0" y="5"/>
                    </a:moveTo>
                    <a:cubicBezTo>
                      <a:pt x="1" y="4"/>
                      <a:pt x="4" y="1"/>
                      <a:pt x="4" y="0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6" y="4"/>
                      <a:pt x="4" y="4"/>
                    </a:cubicBezTo>
                    <a:cubicBezTo>
                      <a:pt x="2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4" name="Freeform 2909">
                <a:extLst>
                  <a:ext uri="{FF2B5EF4-FFF2-40B4-BE49-F238E27FC236}">
                    <a16:creationId xmlns:a16="http://schemas.microsoft.com/office/drawing/2014/main" id="{C140DDB5-242C-456E-A91F-D517F6680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65"/>
                <a:ext cx="73" cy="56"/>
              </a:xfrm>
              <a:custGeom>
                <a:avLst/>
                <a:gdLst>
                  <a:gd name="T0" fmla="*/ 798 w 29"/>
                  <a:gd name="T1" fmla="*/ 1059 h 21"/>
                  <a:gd name="T2" fmla="*/ 0 w 29"/>
                  <a:gd name="T3" fmla="*/ 2184 h 21"/>
                  <a:gd name="T4" fmla="*/ 6590 w 29"/>
                  <a:gd name="T5" fmla="*/ 7531 h 21"/>
                  <a:gd name="T6" fmla="*/ 6590 w 29"/>
                  <a:gd name="T7" fmla="*/ 7531 h 21"/>
                  <a:gd name="T8" fmla="*/ 6857 w 29"/>
                  <a:gd name="T9" fmla="*/ 6464 h 21"/>
                  <a:gd name="T10" fmla="*/ 7383 w 29"/>
                  <a:gd name="T11" fmla="*/ 5824 h 21"/>
                  <a:gd name="T12" fmla="*/ 7383 w 29"/>
                  <a:gd name="T13" fmla="*/ 5824 h 21"/>
                  <a:gd name="T14" fmla="*/ 1324 w 29"/>
                  <a:gd name="T15" fmla="*/ 0 h 21"/>
                  <a:gd name="T16" fmla="*/ 798 w 29"/>
                  <a:gd name="T17" fmla="*/ 1059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21">
                    <a:moveTo>
                      <a:pt x="3" y="3"/>
                    </a:moveTo>
                    <a:cubicBezTo>
                      <a:pt x="2" y="4"/>
                      <a:pt x="1" y="5"/>
                      <a:pt x="0" y="6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7" y="20"/>
                      <a:pt x="27" y="19"/>
                      <a:pt x="27" y="18"/>
                    </a:cubicBezTo>
                    <a:cubicBezTo>
                      <a:pt x="28" y="18"/>
                      <a:pt x="28" y="17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5" name="Freeform 2910">
                <a:extLst>
                  <a:ext uri="{FF2B5EF4-FFF2-40B4-BE49-F238E27FC236}">
                    <a16:creationId xmlns:a16="http://schemas.microsoft.com/office/drawing/2014/main" id="{BFB841EE-3A71-4699-98AD-CC04A43ED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553"/>
                <a:ext cx="142" cy="152"/>
              </a:xfrm>
              <a:custGeom>
                <a:avLst/>
                <a:gdLst>
                  <a:gd name="T0" fmla="*/ 2892 w 57"/>
                  <a:gd name="T1" fmla="*/ 17237 h 57"/>
                  <a:gd name="T2" fmla="*/ 2118 w 57"/>
                  <a:gd name="T3" fmla="*/ 4301 h 57"/>
                  <a:gd name="T4" fmla="*/ 10742 w 57"/>
                  <a:gd name="T5" fmla="*/ 3243 h 57"/>
                  <a:gd name="T6" fmla="*/ 11519 w 57"/>
                  <a:gd name="T7" fmla="*/ 16179 h 57"/>
                  <a:gd name="T8" fmla="*/ 2892 w 57"/>
                  <a:gd name="T9" fmla="*/ 1723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12" y="48"/>
                    </a:moveTo>
                    <a:cubicBezTo>
                      <a:pt x="1" y="39"/>
                      <a:pt x="0" y="23"/>
                      <a:pt x="9" y="12"/>
                    </a:cubicBezTo>
                    <a:cubicBezTo>
                      <a:pt x="18" y="2"/>
                      <a:pt x="34" y="0"/>
                      <a:pt x="45" y="9"/>
                    </a:cubicBezTo>
                    <a:cubicBezTo>
                      <a:pt x="55" y="18"/>
                      <a:pt x="57" y="34"/>
                      <a:pt x="48" y="45"/>
                    </a:cubicBezTo>
                    <a:cubicBezTo>
                      <a:pt x="38" y="56"/>
                      <a:pt x="23" y="57"/>
                      <a:pt x="12" y="4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6" name="Freeform 2911">
                <a:extLst>
                  <a:ext uri="{FF2B5EF4-FFF2-40B4-BE49-F238E27FC236}">
                    <a16:creationId xmlns:a16="http://schemas.microsoft.com/office/drawing/2014/main" id="{EEE6D6E3-15BB-4C6F-AC8B-6AF28CB51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3385"/>
                <a:ext cx="140" cy="150"/>
              </a:xfrm>
              <a:custGeom>
                <a:avLst/>
                <a:gdLst>
                  <a:gd name="T0" fmla="*/ 10750 w 56"/>
                  <a:gd name="T1" fmla="*/ 17815 h 56"/>
                  <a:gd name="T2" fmla="*/ 1958 w 56"/>
                  <a:gd name="T3" fmla="*/ 16259 h 56"/>
                  <a:gd name="T4" fmla="*/ 2938 w 56"/>
                  <a:gd name="T5" fmla="*/ 2885 h 56"/>
                  <a:gd name="T6" fmla="*/ 11720 w 56"/>
                  <a:gd name="T7" fmla="*/ 4420 h 56"/>
                  <a:gd name="T8" fmla="*/ 10750 w 56"/>
                  <a:gd name="T9" fmla="*/ 1781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44" y="48"/>
                    </a:moveTo>
                    <a:cubicBezTo>
                      <a:pt x="33" y="56"/>
                      <a:pt x="17" y="55"/>
                      <a:pt x="8" y="44"/>
                    </a:cubicBezTo>
                    <a:cubicBezTo>
                      <a:pt x="0" y="33"/>
                      <a:pt x="1" y="17"/>
                      <a:pt x="12" y="8"/>
                    </a:cubicBezTo>
                    <a:cubicBezTo>
                      <a:pt x="23" y="0"/>
                      <a:pt x="39" y="1"/>
                      <a:pt x="48" y="12"/>
                    </a:cubicBezTo>
                    <a:cubicBezTo>
                      <a:pt x="56" y="23"/>
                      <a:pt x="55" y="39"/>
                      <a:pt x="44" y="48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7" name="Freeform 2912">
                <a:extLst>
                  <a:ext uri="{FF2B5EF4-FFF2-40B4-BE49-F238E27FC236}">
                    <a16:creationId xmlns:a16="http://schemas.microsoft.com/office/drawing/2014/main" id="{84E43361-F8FC-4B70-A421-B9C79F215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3412"/>
                <a:ext cx="70" cy="75"/>
              </a:xfrm>
              <a:custGeom>
                <a:avLst/>
                <a:gdLst>
                  <a:gd name="T0" fmla="*/ 5395 w 28"/>
                  <a:gd name="T1" fmla="*/ 8553 h 28"/>
                  <a:gd name="T2" fmla="*/ 988 w 28"/>
                  <a:gd name="T3" fmla="*/ 7728 h 28"/>
                  <a:gd name="T4" fmla="*/ 1488 w 28"/>
                  <a:gd name="T5" fmla="*/ 1500 h 28"/>
                  <a:gd name="T6" fmla="*/ 5675 w 28"/>
                  <a:gd name="T7" fmla="*/ 2210 h 28"/>
                  <a:gd name="T8" fmla="*/ 5395 w 28"/>
                  <a:gd name="T9" fmla="*/ 8553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2" y="23"/>
                    </a:moveTo>
                    <a:cubicBezTo>
                      <a:pt x="16" y="28"/>
                      <a:pt x="9" y="27"/>
                      <a:pt x="4" y="21"/>
                    </a:cubicBezTo>
                    <a:cubicBezTo>
                      <a:pt x="0" y="16"/>
                      <a:pt x="1" y="8"/>
                      <a:pt x="6" y="4"/>
                    </a:cubicBezTo>
                    <a:cubicBezTo>
                      <a:pt x="11" y="0"/>
                      <a:pt x="19" y="1"/>
                      <a:pt x="23" y="6"/>
                    </a:cubicBezTo>
                    <a:cubicBezTo>
                      <a:pt x="28" y="11"/>
                      <a:pt x="27" y="19"/>
                      <a:pt x="22" y="23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8" name="Freeform 2913">
                <a:extLst>
                  <a:ext uri="{FF2B5EF4-FFF2-40B4-BE49-F238E27FC236}">
                    <a16:creationId xmlns:a16="http://schemas.microsoft.com/office/drawing/2014/main" id="{384E397A-01D5-43E0-A350-3C1D967BD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3431"/>
                <a:ext cx="27" cy="29"/>
              </a:xfrm>
              <a:custGeom>
                <a:avLst/>
                <a:gdLst>
                  <a:gd name="T0" fmla="*/ 1964 w 11"/>
                  <a:gd name="T1" fmla="*/ 3045 h 11"/>
                  <a:gd name="T2" fmla="*/ 427 w 11"/>
                  <a:gd name="T3" fmla="*/ 2655 h 11"/>
                  <a:gd name="T4" fmla="*/ 427 w 11"/>
                  <a:gd name="T5" fmla="*/ 382 h 11"/>
                  <a:gd name="T6" fmla="*/ 1964 w 11"/>
                  <a:gd name="T7" fmla="*/ 625 h 11"/>
                  <a:gd name="T8" fmla="*/ 1964 w 11"/>
                  <a:gd name="T9" fmla="*/ 304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9" y="9"/>
                    </a:moveTo>
                    <a:cubicBezTo>
                      <a:pt x="6" y="11"/>
                      <a:pt x="3" y="11"/>
                      <a:pt x="2" y="8"/>
                    </a:cubicBezTo>
                    <a:cubicBezTo>
                      <a:pt x="0" y="6"/>
                      <a:pt x="0" y="3"/>
                      <a:pt x="2" y="1"/>
                    </a:cubicBezTo>
                    <a:cubicBezTo>
                      <a:pt x="5" y="0"/>
                      <a:pt x="8" y="0"/>
                      <a:pt x="9" y="2"/>
                    </a:cubicBezTo>
                    <a:cubicBezTo>
                      <a:pt x="11" y="4"/>
                      <a:pt x="11" y="7"/>
                      <a:pt x="9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9" name="Freeform 2914">
                <a:extLst>
                  <a:ext uri="{FF2B5EF4-FFF2-40B4-BE49-F238E27FC236}">
                    <a16:creationId xmlns:a16="http://schemas.microsoft.com/office/drawing/2014/main" id="{9ACFDB63-30AB-4274-9DF8-E713975C6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3377"/>
                <a:ext cx="67" cy="48"/>
              </a:xfrm>
              <a:custGeom>
                <a:avLst/>
                <a:gdLst>
                  <a:gd name="T0" fmla="*/ 640 w 27"/>
                  <a:gd name="T1" fmla="*/ 5405 h 18"/>
                  <a:gd name="T2" fmla="*/ 1134 w 27"/>
                  <a:gd name="T3" fmla="*/ 6464 h 18"/>
                  <a:gd name="T4" fmla="*/ 6293 w 27"/>
                  <a:gd name="T5" fmla="*/ 1763 h 18"/>
                  <a:gd name="T6" fmla="*/ 6293 w 27"/>
                  <a:gd name="T7" fmla="*/ 1763 h 18"/>
                  <a:gd name="T8" fmla="*/ 6114 w 27"/>
                  <a:gd name="T9" fmla="*/ 661 h 18"/>
                  <a:gd name="T10" fmla="*/ 5653 w 27"/>
                  <a:gd name="T11" fmla="*/ 0 h 18"/>
                  <a:gd name="T12" fmla="*/ 5653 w 27"/>
                  <a:gd name="T13" fmla="*/ 0 h 18"/>
                  <a:gd name="T14" fmla="*/ 0 w 27"/>
                  <a:gd name="T15" fmla="*/ 4301 h 18"/>
                  <a:gd name="T16" fmla="*/ 640 w 27"/>
                  <a:gd name="T17" fmla="*/ 540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18">
                    <a:moveTo>
                      <a:pt x="3" y="15"/>
                    </a:moveTo>
                    <a:cubicBezTo>
                      <a:pt x="4" y="16"/>
                      <a:pt x="4" y="17"/>
                      <a:pt x="5" y="1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4"/>
                      <a:pt x="26" y="3"/>
                      <a:pt x="26" y="2"/>
                    </a:cubicBezTo>
                    <a:cubicBezTo>
                      <a:pt x="25" y="2"/>
                      <a:pt x="25" y="1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2" y="14"/>
                      <a:pt x="3" y="15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0" name="Freeform 2915">
                <a:extLst>
                  <a:ext uri="{FF2B5EF4-FFF2-40B4-BE49-F238E27FC236}">
                    <a16:creationId xmlns:a16="http://schemas.microsoft.com/office/drawing/2014/main" id="{7D0F0FBE-FE1F-43A1-9DB9-32775F42E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3380"/>
                <a:ext cx="55" cy="40"/>
              </a:xfrm>
              <a:custGeom>
                <a:avLst/>
                <a:gdLst>
                  <a:gd name="T0" fmla="*/ 783 w 22"/>
                  <a:gd name="T1" fmla="*/ 5405 h 15"/>
                  <a:gd name="T2" fmla="*/ 0 w 22"/>
                  <a:gd name="T3" fmla="*/ 3891 h 15"/>
                  <a:gd name="T4" fmla="*/ 5395 w 22"/>
                  <a:gd name="T5" fmla="*/ 0 h 15"/>
                  <a:gd name="T6" fmla="*/ 783 w 22"/>
                  <a:gd name="T7" fmla="*/ 3891 h 15"/>
                  <a:gd name="T8" fmla="*/ 783 w 22"/>
                  <a:gd name="T9" fmla="*/ 54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3" y="15"/>
                    </a:moveTo>
                    <a:cubicBezTo>
                      <a:pt x="2" y="14"/>
                      <a:pt x="0" y="11"/>
                      <a:pt x="0" y="1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3" y="9"/>
                      <a:pt x="3" y="11"/>
                    </a:cubicBezTo>
                    <a:cubicBezTo>
                      <a:pt x="3" y="13"/>
                      <a:pt x="3" y="15"/>
                      <a:pt x="3" y="15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1" name="Freeform 2916">
                <a:extLst>
                  <a:ext uri="{FF2B5EF4-FFF2-40B4-BE49-F238E27FC236}">
                    <a16:creationId xmlns:a16="http://schemas.microsoft.com/office/drawing/2014/main" id="{D6EB2111-0227-4B19-B5F9-175A4F42A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972"/>
                <a:ext cx="143" cy="152"/>
              </a:xfrm>
              <a:custGeom>
                <a:avLst/>
                <a:gdLst>
                  <a:gd name="T0" fmla="*/ 6771 w 57"/>
                  <a:gd name="T1" fmla="*/ 20083 h 57"/>
                  <a:gd name="T2" fmla="*/ 314 w 57"/>
                  <a:gd name="T3" fmla="*/ 9707 h 57"/>
                  <a:gd name="T4" fmla="*/ 7451 w 57"/>
                  <a:gd name="T5" fmla="*/ 397 h 57"/>
                  <a:gd name="T6" fmla="*/ 13909 w 57"/>
                  <a:gd name="T7" fmla="*/ 10773 h 57"/>
                  <a:gd name="T8" fmla="*/ 6771 w 57"/>
                  <a:gd name="T9" fmla="*/ 20083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27" y="56"/>
                    </a:moveTo>
                    <a:cubicBezTo>
                      <a:pt x="12" y="56"/>
                      <a:pt x="0" y="43"/>
                      <a:pt x="1" y="27"/>
                    </a:cubicBezTo>
                    <a:cubicBezTo>
                      <a:pt x="2" y="12"/>
                      <a:pt x="15" y="0"/>
                      <a:pt x="30" y="1"/>
                    </a:cubicBezTo>
                    <a:cubicBezTo>
                      <a:pt x="45" y="1"/>
                      <a:pt x="57" y="14"/>
                      <a:pt x="56" y="30"/>
                    </a:cubicBezTo>
                    <a:cubicBezTo>
                      <a:pt x="56" y="45"/>
                      <a:pt x="43" y="57"/>
                      <a:pt x="27" y="56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2" name="Freeform 2917">
                <a:extLst>
                  <a:ext uri="{FF2B5EF4-FFF2-40B4-BE49-F238E27FC236}">
                    <a16:creationId xmlns:a16="http://schemas.microsoft.com/office/drawing/2014/main" id="{6A5B44AC-B1DC-4C29-B9D7-59BD2D9DB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3039"/>
                <a:ext cx="23" cy="24"/>
              </a:xfrm>
              <a:custGeom>
                <a:avLst/>
                <a:gdLst>
                  <a:gd name="T0" fmla="*/ 332 w 9"/>
                  <a:gd name="T1" fmla="*/ 1763 h 9"/>
                  <a:gd name="T2" fmla="*/ 0 w 9"/>
                  <a:gd name="T3" fmla="*/ 3243 h 9"/>
                  <a:gd name="T4" fmla="*/ 2520 w 9"/>
                  <a:gd name="T5" fmla="*/ 2184 h 9"/>
                  <a:gd name="T6" fmla="*/ 2520 w 9"/>
                  <a:gd name="T7" fmla="*/ 2184 h 9"/>
                  <a:gd name="T8" fmla="*/ 2520 w 9"/>
                  <a:gd name="T9" fmla="*/ 1059 h 9"/>
                  <a:gd name="T10" fmla="*/ 2520 w 9"/>
                  <a:gd name="T11" fmla="*/ 0 h 9"/>
                  <a:gd name="T12" fmla="*/ 2520 w 9"/>
                  <a:gd name="T13" fmla="*/ 0 h 9"/>
                  <a:gd name="T14" fmla="*/ 0 w 9"/>
                  <a:gd name="T15" fmla="*/ 0 h 9"/>
                  <a:gd name="T16" fmla="*/ 332 w 9"/>
                  <a:gd name="T17" fmla="*/ 1763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0" y="6"/>
                      <a:pt x="0" y="8"/>
                      <a:pt x="0" y="9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3"/>
                      <a:pt x="1" y="5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3" name="Freeform 2918">
                <a:extLst>
                  <a:ext uri="{FF2B5EF4-FFF2-40B4-BE49-F238E27FC236}">
                    <a16:creationId xmlns:a16="http://schemas.microsoft.com/office/drawing/2014/main" id="{6EF7C694-8A2E-49D3-AED8-63747EB8D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3041"/>
                <a:ext cx="18" cy="19"/>
              </a:xfrm>
              <a:custGeom>
                <a:avLst/>
                <a:gdLst>
                  <a:gd name="T0" fmla="*/ 0 w 7"/>
                  <a:gd name="T1" fmla="*/ 2823 h 7"/>
                  <a:gd name="T2" fmla="*/ 357 w 7"/>
                  <a:gd name="T3" fmla="*/ 442 h 7"/>
                  <a:gd name="T4" fmla="*/ 2003 w 7"/>
                  <a:gd name="T5" fmla="*/ 0 h 7"/>
                  <a:gd name="T6" fmla="*/ 918 w 7"/>
                  <a:gd name="T7" fmla="*/ 1620 h 7"/>
                  <a:gd name="T8" fmla="*/ 0 w 7"/>
                  <a:gd name="T9" fmla="*/ 282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1" y="5"/>
                      <a:pt x="1" y="1"/>
                      <a:pt x="1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5" y="2"/>
                      <a:pt x="3" y="4"/>
                    </a:cubicBezTo>
                    <a:cubicBezTo>
                      <a:pt x="2" y="5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4" name="Freeform 2919">
                <a:extLst>
                  <a:ext uri="{FF2B5EF4-FFF2-40B4-BE49-F238E27FC236}">
                    <a16:creationId xmlns:a16="http://schemas.microsoft.com/office/drawing/2014/main" id="{B49F4F57-B95A-41F1-ADFB-36F546D03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145"/>
                <a:ext cx="140" cy="150"/>
              </a:xfrm>
              <a:custGeom>
                <a:avLst/>
                <a:gdLst>
                  <a:gd name="T0" fmla="*/ 8595 w 56"/>
                  <a:gd name="T1" fmla="*/ 19141 h 56"/>
                  <a:gd name="T2" fmla="*/ 988 w 56"/>
                  <a:gd name="T3" fmla="*/ 12972 h 56"/>
                  <a:gd name="T4" fmla="*/ 5208 w 56"/>
                  <a:gd name="T5" fmla="*/ 1500 h 56"/>
                  <a:gd name="T6" fmla="*/ 12708 w 56"/>
                  <a:gd name="T7" fmla="*/ 7728 h 56"/>
                  <a:gd name="T8" fmla="*/ 8595 w 56"/>
                  <a:gd name="T9" fmla="*/ 1914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35" y="52"/>
                    </a:moveTo>
                    <a:cubicBezTo>
                      <a:pt x="22" y="56"/>
                      <a:pt x="8" y="49"/>
                      <a:pt x="4" y="35"/>
                    </a:cubicBezTo>
                    <a:cubicBezTo>
                      <a:pt x="0" y="22"/>
                      <a:pt x="7" y="8"/>
                      <a:pt x="21" y="4"/>
                    </a:cubicBezTo>
                    <a:cubicBezTo>
                      <a:pt x="34" y="0"/>
                      <a:pt x="48" y="8"/>
                      <a:pt x="52" y="21"/>
                    </a:cubicBezTo>
                    <a:cubicBezTo>
                      <a:pt x="56" y="34"/>
                      <a:pt x="49" y="48"/>
                      <a:pt x="35" y="52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5" name="Freeform 2920">
                <a:extLst>
                  <a:ext uri="{FF2B5EF4-FFF2-40B4-BE49-F238E27FC236}">
                    <a16:creationId xmlns:a16="http://schemas.microsoft.com/office/drawing/2014/main" id="{AE09CC17-FE73-4F64-A28C-01929A5F0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3175"/>
                <a:ext cx="82" cy="37"/>
              </a:xfrm>
              <a:custGeom>
                <a:avLst/>
                <a:gdLst>
                  <a:gd name="T0" fmla="*/ 186 w 33"/>
                  <a:gd name="T1" fmla="*/ 3359 h 14"/>
                  <a:gd name="T2" fmla="*/ 462 w 33"/>
                  <a:gd name="T3" fmla="*/ 4784 h 14"/>
                  <a:gd name="T4" fmla="*/ 7581 w 33"/>
                  <a:gd name="T5" fmla="*/ 2046 h 14"/>
                  <a:gd name="T6" fmla="*/ 7780 w 33"/>
                  <a:gd name="T7" fmla="*/ 2046 h 14"/>
                  <a:gd name="T8" fmla="*/ 7581 w 33"/>
                  <a:gd name="T9" fmla="*/ 1033 h 14"/>
                  <a:gd name="T10" fmla="*/ 7286 w 33"/>
                  <a:gd name="T11" fmla="*/ 0 h 14"/>
                  <a:gd name="T12" fmla="*/ 7286 w 33"/>
                  <a:gd name="T13" fmla="*/ 0 h 14"/>
                  <a:gd name="T14" fmla="*/ 0 w 33"/>
                  <a:gd name="T15" fmla="*/ 2046 h 14"/>
                  <a:gd name="T16" fmla="*/ 186 w 33"/>
                  <a:gd name="T17" fmla="*/ 3359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14">
                    <a:moveTo>
                      <a:pt x="1" y="10"/>
                    </a:moveTo>
                    <a:cubicBezTo>
                      <a:pt x="2" y="11"/>
                      <a:pt x="2" y="13"/>
                      <a:pt x="2" y="14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3" y="6"/>
                    </a:cubicBezTo>
                    <a:cubicBezTo>
                      <a:pt x="32" y="5"/>
                      <a:pt x="32" y="4"/>
                      <a:pt x="32" y="3"/>
                    </a:cubicBezTo>
                    <a:cubicBezTo>
                      <a:pt x="32" y="2"/>
                      <a:pt x="31" y="1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9"/>
                      <a:pt x="1" y="10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6" name="Freeform 2921">
                <a:extLst>
                  <a:ext uri="{FF2B5EF4-FFF2-40B4-BE49-F238E27FC236}">
                    <a16:creationId xmlns:a16="http://schemas.microsoft.com/office/drawing/2014/main" id="{36ED9C25-4F4B-403A-9420-5B28558FC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180"/>
                <a:ext cx="70" cy="27"/>
              </a:xfrm>
              <a:custGeom>
                <a:avLst/>
                <a:gdLst>
                  <a:gd name="T0" fmla="*/ 313 w 28"/>
                  <a:gd name="T1" fmla="*/ 3877 h 10"/>
                  <a:gd name="T2" fmla="*/ 0 w 28"/>
                  <a:gd name="T3" fmla="*/ 2028 h 10"/>
                  <a:gd name="T4" fmla="*/ 6845 w 28"/>
                  <a:gd name="T5" fmla="*/ 0 h 10"/>
                  <a:gd name="T6" fmla="*/ 783 w 28"/>
                  <a:gd name="T7" fmla="*/ 2282 h 10"/>
                  <a:gd name="T8" fmla="*/ 313 w 28"/>
                  <a:gd name="T9" fmla="*/ 38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0">
                    <a:moveTo>
                      <a:pt x="1" y="10"/>
                    </a:moveTo>
                    <a:cubicBezTo>
                      <a:pt x="1" y="9"/>
                      <a:pt x="0" y="5"/>
                      <a:pt x="0" y="5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4" y="5"/>
                      <a:pt x="3" y="6"/>
                    </a:cubicBezTo>
                    <a:cubicBezTo>
                      <a:pt x="2" y="8"/>
                      <a:pt x="1" y="10"/>
                      <a:pt x="1" y="10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7" name="Freeform 2922">
                <a:extLst>
                  <a:ext uri="{FF2B5EF4-FFF2-40B4-BE49-F238E27FC236}">
                    <a16:creationId xmlns:a16="http://schemas.microsoft.com/office/drawing/2014/main" id="{F7237AF0-D41D-45C7-BBAA-D7AE19D8E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3175"/>
                <a:ext cx="82" cy="37"/>
              </a:xfrm>
              <a:custGeom>
                <a:avLst/>
                <a:gdLst>
                  <a:gd name="T0" fmla="*/ 186 w 33"/>
                  <a:gd name="T1" fmla="*/ 3359 h 14"/>
                  <a:gd name="T2" fmla="*/ 462 w 33"/>
                  <a:gd name="T3" fmla="*/ 4784 h 14"/>
                  <a:gd name="T4" fmla="*/ 7581 w 33"/>
                  <a:gd name="T5" fmla="*/ 2046 h 14"/>
                  <a:gd name="T6" fmla="*/ 7780 w 33"/>
                  <a:gd name="T7" fmla="*/ 2046 h 14"/>
                  <a:gd name="T8" fmla="*/ 7581 w 33"/>
                  <a:gd name="T9" fmla="*/ 1033 h 14"/>
                  <a:gd name="T10" fmla="*/ 7286 w 33"/>
                  <a:gd name="T11" fmla="*/ 0 h 14"/>
                  <a:gd name="T12" fmla="*/ 7286 w 33"/>
                  <a:gd name="T13" fmla="*/ 0 h 14"/>
                  <a:gd name="T14" fmla="*/ 0 w 33"/>
                  <a:gd name="T15" fmla="*/ 2046 h 14"/>
                  <a:gd name="T16" fmla="*/ 186 w 33"/>
                  <a:gd name="T17" fmla="*/ 3359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14">
                    <a:moveTo>
                      <a:pt x="1" y="10"/>
                    </a:moveTo>
                    <a:cubicBezTo>
                      <a:pt x="2" y="11"/>
                      <a:pt x="2" y="13"/>
                      <a:pt x="2" y="14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3" y="6"/>
                    </a:cubicBezTo>
                    <a:cubicBezTo>
                      <a:pt x="32" y="5"/>
                      <a:pt x="32" y="4"/>
                      <a:pt x="32" y="3"/>
                    </a:cubicBezTo>
                    <a:cubicBezTo>
                      <a:pt x="32" y="2"/>
                      <a:pt x="31" y="1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9"/>
                      <a:pt x="1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8" name="Freeform 2923">
                <a:extLst>
                  <a:ext uri="{FF2B5EF4-FFF2-40B4-BE49-F238E27FC236}">
                    <a16:creationId xmlns:a16="http://schemas.microsoft.com/office/drawing/2014/main" id="{4C73B587-0110-4686-B638-60688F368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145"/>
                <a:ext cx="140" cy="150"/>
              </a:xfrm>
              <a:custGeom>
                <a:avLst/>
                <a:gdLst>
                  <a:gd name="T0" fmla="*/ 8595 w 56"/>
                  <a:gd name="T1" fmla="*/ 19141 h 56"/>
                  <a:gd name="T2" fmla="*/ 988 w 56"/>
                  <a:gd name="T3" fmla="*/ 12972 h 56"/>
                  <a:gd name="T4" fmla="*/ 5208 w 56"/>
                  <a:gd name="T5" fmla="*/ 1500 h 56"/>
                  <a:gd name="T6" fmla="*/ 12708 w 56"/>
                  <a:gd name="T7" fmla="*/ 7728 h 56"/>
                  <a:gd name="T8" fmla="*/ 8595 w 56"/>
                  <a:gd name="T9" fmla="*/ 1914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35" y="52"/>
                    </a:moveTo>
                    <a:cubicBezTo>
                      <a:pt x="22" y="56"/>
                      <a:pt x="8" y="49"/>
                      <a:pt x="4" y="35"/>
                    </a:cubicBezTo>
                    <a:cubicBezTo>
                      <a:pt x="0" y="22"/>
                      <a:pt x="7" y="8"/>
                      <a:pt x="21" y="4"/>
                    </a:cubicBezTo>
                    <a:cubicBezTo>
                      <a:pt x="34" y="0"/>
                      <a:pt x="48" y="8"/>
                      <a:pt x="52" y="21"/>
                    </a:cubicBezTo>
                    <a:cubicBezTo>
                      <a:pt x="56" y="34"/>
                      <a:pt x="49" y="48"/>
                      <a:pt x="35" y="5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9" name="Freeform 2924">
                <a:extLst>
                  <a:ext uri="{FF2B5EF4-FFF2-40B4-BE49-F238E27FC236}">
                    <a16:creationId xmlns:a16="http://schemas.microsoft.com/office/drawing/2014/main" id="{D46675B6-63BF-4FB7-936A-531690D66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3588"/>
                <a:ext cx="143" cy="152"/>
              </a:xfrm>
              <a:custGeom>
                <a:avLst/>
                <a:gdLst>
                  <a:gd name="T0" fmla="*/ 12915 w 57"/>
                  <a:gd name="T1" fmla="*/ 13347 h 57"/>
                  <a:gd name="T2" fmla="*/ 4960 w 57"/>
                  <a:gd name="T3" fmla="*/ 19021 h 57"/>
                  <a:gd name="T4" fmla="*/ 1310 w 57"/>
                  <a:gd name="T5" fmla="*/ 7531 h 57"/>
                  <a:gd name="T6" fmla="*/ 9240 w 57"/>
                  <a:gd name="T7" fmla="*/ 1763 h 57"/>
                  <a:gd name="T8" fmla="*/ 12915 w 57"/>
                  <a:gd name="T9" fmla="*/ 1334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2" y="37"/>
                    </a:moveTo>
                    <a:cubicBezTo>
                      <a:pt x="48" y="50"/>
                      <a:pt x="33" y="57"/>
                      <a:pt x="20" y="53"/>
                    </a:cubicBezTo>
                    <a:cubicBezTo>
                      <a:pt x="7" y="48"/>
                      <a:pt x="0" y="34"/>
                      <a:pt x="5" y="21"/>
                    </a:cubicBezTo>
                    <a:cubicBezTo>
                      <a:pt x="9" y="7"/>
                      <a:pt x="24" y="0"/>
                      <a:pt x="37" y="5"/>
                    </a:cubicBezTo>
                    <a:cubicBezTo>
                      <a:pt x="50" y="10"/>
                      <a:pt x="57" y="24"/>
                      <a:pt x="52" y="37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0" name="Freeform 2925">
                <a:extLst>
                  <a:ext uri="{FF2B5EF4-FFF2-40B4-BE49-F238E27FC236}">
                    <a16:creationId xmlns:a16="http://schemas.microsoft.com/office/drawing/2014/main" id="{0A173A11-3A89-4BD5-81D3-195DA78FB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3620"/>
                <a:ext cx="63" cy="67"/>
              </a:xfrm>
              <a:custGeom>
                <a:avLst/>
                <a:gdLst>
                  <a:gd name="T0" fmla="*/ 0 w 25"/>
                  <a:gd name="T1" fmla="*/ 4425 h 25"/>
                  <a:gd name="T2" fmla="*/ 3347 w 25"/>
                  <a:gd name="T3" fmla="*/ 0 h 25"/>
                  <a:gd name="T4" fmla="*/ 6421 w 25"/>
                  <a:gd name="T5" fmla="*/ 4848 h 25"/>
                  <a:gd name="T6" fmla="*/ 2865 w 25"/>
                  <a:gd name="T7" fmla="*/ 9281 h 25"/>
                  <a:gd name="T8" fmla="*/ 0 w 25"/>
                  <a:gd name="T9" fmla="*/ 44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0" y="12"/>
                    </a:moveTo>
                    <a:cubicBezTo>
                      <a:pt x="1" y="5"/>
                      <a:pt x="7" y="0"/>
                      <a:pt x="13" y="0"/>
                    </a:cubicBezTo>
                    <a:cubicBezTo>
                      <a:pt x="20" y="1"/>
                      <a:pt x="25" y="7"/>
                      <a:pt x="25" y="13"/>
                    </a:cubicBezTo>
                    <a:cubicBezTo>
                      <a:pt x="24" y="20"/>
                      <a:pt x="18" y="25"/>
                      <a:pt x="11" y="25"/>
                    </a:cubicBezTo>
                    <a:cubicBezTo>
                      <a:pt x="5" y="24"/>
                      <a:pt x="0" y="18"/>
                      <a:pt x="0" y="12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1" name="Freeform 2926">
                <a:extLst>
                  <a:ext uri="{FF2B5EF4-FFF2-40B4-BE49-F238E27FC236}">
                    <a16:creationId xmlns:a16="http://schemas.microsoft.com/office/drawing/2014/main" id="{D115C454-9499-4147-B10B-F3C8237CF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3639"/>
                <a:ext cx="25" cy="27"/>
              </a:xfrm>
              <a:custGeom>
                <a:avLst/>
                <a:gdLst>
                  <a:gd name="T0" fmla="*/ 0 w 10"/>
                  <a:gd name="T1" fmla="*/ 1596 h 10"/>
                  <a:gd name="T2" fmla="*/ 1300 w 10"/>
                  <a:gd name="T3" fmla="*/ 0 h 10"/>
                  <a:gd name="T4" fmla="*/ 2470 w 10"/>
                  <a:gd name="T5" fmla="*/ 2028 h 10"/>
                  <a:gd name="T6" fmla="*/ 1300 w 10"/>
                  <a:gd name="T7" fmla="*/ 3877 h 10"/>
                  <a:gd name="T8" fmla="*/ 0 w 10"/>
                  <a:gd name="T9" fmla="*/ 159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cubicBezTo>
                      <a:pt x="0" y="2"/>
                      <a:pt x="3" y="0"/>
                      <a:pt x="5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8"/>
                      <a:pt x="7" y="10"/>
                      <a:pt x="5" y="10"/>
                    </a:cubicBezTo>
                    <a:cubicBezTo>
                      <a:pt x="2" y="9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2" name="Freeform 2927">
                <a:extLst>
                  <a:ext uri="{FF2B5EF4-FFF2-40B4-BE49-F238E27FC236}">
                    <a16:creationId xmlns:a16="http://schemas.microsoft.com/office/drawing/2014/main" id="{CEB01B89-8B1D-4D5B-BBAB-564016DB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3538"/>
                <a:ext cx="40" cy="66"/>
              </a:xfrm>
              <a:custGeom>
                <a:avLst/>
                <a:gdLst>
                  <a:gd name="T0" fmla="*/ 988 w 16"/>
                  <a:gd name="T1" fmla="*/ 8057 h 25"/>
                  <a:gd name="T2" fmla="*/ 1958 w 16"/>
                  <a:gd name="T3" fmla="*/ 8448 h 25"/>
                  <a:gd name="T4" fmla="*/ 3908 w 16"/>
                  <a:gd name="T5" fmla="*/ 1011 h 25"/>
                  <a:gd name="T6" fmla="*/ 3908 w 16"/>
                  <a:gd name="T7" fmla="*/ 1011 h 25"/>
                  <a:gd name="T8" fmla="*/ 3438 w 16"/>
                  <a:gd name="T9" fmla="*/ 383 h 25"/>
                  <a:gd name="T10" fmla="*/ 2738 w 16"/>
                  <a:gd name="T11" fmla="*/ 0 h 25"/>
                  <a:gd name="T12" fmla="*/ 2738 w 16"/>
                  <a:gd name="T13" fmla="*/ 0 h 25"/>
                  <a:gd name="T14" fmla="*/ 0 w 16"/>
                  <a:gd name="T15" fmla="*/ 7820 h 25"/>
                  <a:gd name="T16" fmla="*/ 988 w 16"/>
                  <a:gd name="T17" fmla="*/ 8057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4" y="24"/>
                    </a:moveTo>
                    <a:cubicBezTo>
                      <a:pt x="5" y="24"/>
                      <a:pt x="6" y="25"/>
                      <a:pt x="8" y="25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2"/>
                      <a:pt x="14" y="2"/>
                      <a:pt x="14" y="1"/>
                    </a:cubicBezTo>
                    <a:cubicBezTo>
                      <a:pt x="13" y="1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2" y="23"/>
                      <a:pt x="4" y="24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3" name="Freeform 2928">
                <a:extLst>
                  <a:ext uri="{FF2B5EF4-FFF2-40B4-BE49-F238E27FC236}">
                    <a16:creationId xmlns:a16="http://schemas.microsoft.com/office/drawing/2014/main" id="{736E3781-5BB5-41AC-A50C-B5E65D15B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3538"/>
                <a:ext cx="25" cy="61"/>
              </a:xfrm>
              <a:custGeom>
                <a:avLst/>
                <a:gdLst>
                  <a:gd name="T0" fmla="*/ 1300 w 10"/>
                  <a:gd name="T1" fmla="*/ 8018 h 23"/>
                  <a:gd name="T2" fmla="*/ 0 w 10"/>
                  <a:gd name="T3" fmla="*/ 7370 h 23"/>
                  <a:gd name="T4" fmla="*/ 2470 w 10"/>
                  <a:gd name="T5" fmla="*/ 0 h 23"/>
                  <a:gd name="T6" fmla="*/ 783 w 10"/>
                  <a:gd name="T7" fmla="*/ 6978 h 23"/>
                  <a:gd name="T8" fmla="*/ 1300 w 10"/>
                  <a:gd name="T9" fmla="*/ 801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3">
                    <a:moveTo>
                      <a:pt x="5" y="23"/>
                    </a:moveTo>
                    <a:cubicBezTo>
                      <a:pt x="4" y="22"/>
                      <a:pt x="0" y="21"/>
                      <a:pt x="0" y="2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2" y="18"/>
                      <a:pt x="3" y="20"/>
                    </a:cubicBezTo>
                    <a:cubicBezTo>
                      <a:pt x="4" y="22"/>
                      <a:pt x="5" y="23"/>
                      <a:pt x="5" y="23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4" name="Freeform 2929">
                <a:extLst>
                  <a:ext uri="{FF2B5EF4-FFF2-40B4-BE49-F238E27FC236}">
                    <a16:creationId xmlns:a16="http://schemas.microsoft.com/office/drawing/2014/main" id="{07590B7A-B030-4960-8454-34A3B6BDA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3538"/>
                <a:ext cx="40" cy="66"/>
              </a:xfrm>
              <a:custGeom>
                <a:avLst/>
                <a:gdLst>
                  <a:gd name="T0" fmla="*/ 988 w 16"/>
                  <a:gd name="T1" fmla="*/ 8057 h 25"/>
                  <a:gd name="T2" fmla="*/ 1958 w 16"/>
                  <a:gd name="T3" fmla="*/ 8448 h 25"/>
                  <a:gd name="T4" fmla="*/ 3908 w 16"/>
                  <a:gd name="T5" fmla="*/ 1011 h 25"/>
                  <a:gd name="T6" fmla="*/ 3908 w 16"/>
                  <a:gd name="T7" fmla="*/ 1011 h 25"/>
                  <a:gd name="T8" fmla="*/ 3438 w 16"/>
                  <a:gd name="T9" fmla="*/ 383 h 25"/>
                  <a:gd name="T10" fmla="*/ 2738 w 16"/>
                  <a:gd name="T11" fmla="*/ 0 h 25"/>
                  <a:gd name="T12" fmla="*/ 2738 w 16"/>
                  <a:gd name="T13" fmla="*/ 0 h 25"/>
                  <a:gd name="T14" fmla="*/ 0 w 16"/>
                  <a:gd name="T15" fmla="*/ 7820 h 25"/>
                  <a:gd name="T16" fmla="*/ 988 w 16"/>
                  <a:gd name="T17" fmla="*/ 8057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4" y="24"/>
                    </a:moveTo>
                    <a:cubicBezTo>
                      <a:pt x="5" y="24"/>
                      <a:pt x="6" y="25"/>
                      <a:pt x="8" y="25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2"/>
                      <a:pt x="14" y="2"/>
                      <a:pt x="14" y="1"/>
                    </a:cubicBezTo>
                    <a:cubicBezTo>
                      <a:pt x="13" y="1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2" y="23"/>
                      <a:pt x="4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5" name="Freeform 2930">
                <a:extLst>
                  <a:ext uri="{FF2B5EF4-FFF2-40B4-BE49-F238E27FC236}">
                    <a16:creationId xmlns:a16="http://schemas.microsoft.com/office/drawing/2014/main" id="{FB0F60BA-49F2-4E95-BF27-969BE276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3588"/>
                <a:ext cx="143" cy="152"/>
              </a:xfrm>
              <a:custGeom>
                <a:avLst/>
                <a:gdLst>
                  <a:gd name="T0" fmla="*/ 12915 w 57"/>
                  <a:gd name="T1" fmla="*/ 13347 h 57"/>
                  <a:gd name="T2" fmla="*/ 4960 w 57"/>
                  <a:gd name="T3" fmla="*/ 19021 h 57"/>
                  <a:gd name="T4" fmla="*/ 1310 w 57"/>
                  <a:gd name="T5" fmla="*/ 7531 h 57"/>
                  <a:gd name="T6" fmla="*/ 9240 w 57"/>
                  <a:gd name="T7" fmla="*/ 1763 h 57"/>
                  <a:gd name="T8" fmla="*/ 12915 w 57"/>
                  <a:gd name="T9" fmla="*/ 1334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2" y="37"/>
                    </a:moveTo>
                    <a:cubicBezTo>
                      <a:pt x="48" y="50"/>
                      <a:pt x="33" y="57"/>
                      <a:pt x="20" y="53"/>
                    </a:cubicBezTo>
                    <a:cubicBezTo>
                      <a:pt x="7" y="48"/>
                      <a:pt x="0" y="34"/>
                      <a:pt x="5" y="21"/>
                    </a:cubicBezTo>
                    <a:cubicBezTo>
                      <a:pt x="9" y="7"/>
                      <a:pt x="24" y="0"/>
                      <a:pt x="37" y="5"/>
                    </a:cubicBezTo>
                    <a:cubicBezTo>
                      <a:pt x="50" y="10"/>
                      <a:pt x="57" y="24"/>
                      <a:pt x="52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6" name="Freeform 2931">
                <a:extLst>
                  <a:ext uri="{FF2B5EF4-FFF2-40B4-BE49-F238E27FC236}">
                    <a16:creationId xmlns:a16="http://schemas.microsoft.com/office/drawing/2014/main" id="{CA502A7E-543F-4E5B-A5DA-6BD82EEB1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804"/>
                <a:ext cx="142" cy="152"/>
              </a:xfrm>
              <a:custGeom>
                <a:avLst/>
                <a:gdLst>
                  <a:gd name="T0" fmla="*/ 4499 w 57"/>
                  <a:gd name="T1" fmla="*/ 18752 h 57"/>
                  <a:gd name="T2" fmla="*/ 1161 w 57"/>
                  <a:gd name="T3" fmla="*/ 7133 h 57"/>
                  <a:gd name="T4" fmla="*/ 8814 w 57"/>
                  <a:gd name="T5" fmla="*/ 1763 h 57"/>
                  <a:gd name="T6" fmla="*/ 12474 w 57"/>
                  <a:gd name="T7" fmla="*/ 13597 h 57"/>
                  <a:gd name="T8" fmla="*/ 4499 w 57"/>
                  <a:gd name="T9" fmla="*/ 18752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19" y="52"/>
                    </a:moveTo>
                    <a:cubicBezTo>
                      <a:pt x="6" y="47"/>
                      <a:pt x="0" y="33"/>
                      <a:pt x="5" y="20"/>
                    </a:cubicBezTo>
                    <a:cubicBezTo>
                      <a:pt x="10" y="7"/>
                      <a:pt x="24" y="0"/>
                      <a:pt x="37" y="5"/>
                    </a:cubicBezTo>
                    <a:cubicBezTo>
                      <a:pt x="50" y="10"/>
                      <a:pt x="57" y="25"/>
                      <a:pt x="52" y="38"/>
                    </a:cubicBezTo>
                    <a:cubicBezTo>
                      <a:pt x="47" y="51"/>
                      <a:pt x="32" y="57"/>
                      <a:pt x="19" y="52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7" name="Freeform 2932">
                <a:extLst>
                  <a:ext uri="{FF2B5EF4-FFF2-40B4-BE49-F238E27FC236}">
                    <a16:creationId xmlns:a16="http://schemas.microsoft.com/office/drawing/2014/main" id="{01C3D097-AB27-4477-B7D0-F04BD138F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833"/>
                <a:ext cx="70" cy="75"/>
              </a:xfrm>
              <a:custGeom>
                <a:avLst/>
                <a:gdLst>
                  <a:gd name="T0" fmla="*/ 1488 w 28"/>
                  <a:gd name="T1" fmla="*/ 1808 h 28"/>
                  <a:gd name="T2" fmla="*/ 5675 w 28"/>
                  <a:gd name="T3" fmla="*/ 2210 h 28"/>
                  <a:gd name="T4" fmla="*/ 5395 w 28"/>
                  <a:gd name="T5" fmla="*/ 8553 h 28"/>
                  <a:gd name="T6" fmla="*/ 1300 w 28"/>
                  <a:gd name="T7" fmla="*/ 8129 h 28"/>
                  <a:gd name="T8" fmla="*/ 1488 w 28"/>
                  <a:gd name="T9" fmla="*/ 180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6" y="5"/>
                    </a:moveTo>
                    <a:cubicBezTo>
                      <a:pt x="11" y="0"/>
                      <a:pt x="18" y="1"/>
                      <a:pt x="23" y="6"/>
                    </a:cubicBezTo>
                    <a:cubicBezTo>
                      <a:pt x="28" y="11"/>
                      <a:pt x="27" y="18"/>
                      <a:pt x="22" y="23"/>
                    </a:cubicBezTo>
                    <a:cubicBezTo>
                      <a:pt x="17" y="28"/>
                      <a:pt x="9" y="27"/>
                      <a:pt x="5" y="22"/>
                    </a:cubicBezTo>
                    <a:cubicBezTo>
                      <a:pt x="0" y="17"/>
                      <a:pt x="1" y="9"/>
                      <a:pt x="6" y="5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8" name="Freeform 2933">
                <a:extLst>
                  <a:ext uri="{FF2B5EF4-FFF2-40B4-BE49-F238E27FC236}">
                    <a16:creationId xmlns:a16="http://schemas.microsoft.com/office/drawing/2014/main" id="{07E25943-71CF-4A08-BF56-430F9D1C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849"/>
                <a:ext cx="27" cy="30"/>
              </a:xfrm>
              <a:custGeom>
                <a:avLst/>
                <a:gdLst>
                  <a:gd name="T0" fmla="*/ 427 w 11"/>
                  <a:gd name="T1" fmla="*/ 775 h 11"/>
                  <a:gd name="T2" fmla="*/ 1964 w 11"/>
                  <a:gd name="T3" fmla="*/ 775 h 11"/>
                  <a:gd name="T4" fmla="*/ 1964 w 11"/>
                  <a:gd name="T5" fmla="*/ 3755 h 11"/>
                  <a:gd name="T6" fmla="*/ 427 w 11"/>
                  <a:gd name="T7" fmla="*/ 3755 h 11"/>
                  <a:gd name="T8" fmla="*/ 427 w 11"/>
                  <a:gd name="T9" fmla="*/ 77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2" y="2"/>
                    </a:moveTo>
                    <a:cubicBezTo>
                      <a:pt x="4" y="0"/>
                      <a:pt x="8" y="0"/>
                      <a:pt x="9" y="2"/>
                    </a:cubicBezTo>
                    <a:cubicBezTo>
                      <a:pt x="11" y="4"/>
                      <a:pt x="11" y="7"/>
                      <a:pt x="9" y="9"/>
                    </a:cubicBezTo>
                    <a:cubicBezTo>
                      <a:pt x="7" y="11"/>
                      <a:pt x="4" y="11"/>
                      <a:pt x="2" y="9"/>
                    </a:cubicBezTo>
                    <a:cubicBezTo>
                      <a:pt x="0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9" name="Freeform 2934">
                <a:extLst>
                  <a:ext uri="{FF2B5EF4-FFF2-40B4-BE49-F238E27FC236}">
                    <a16:creationId xmlns:a16="http://schemas.microsoft.com/office/drawing/2014/main" id="{B706EA56-71C7-4B65-9D26-4959B254C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999"/>
                <a:ext cx="78" cy="80"/>
              </a:xfrm>
              <a:custGeom>
                <a:avLst/>
                <a:gdLst>
                  <a:gd name="T0" fmla="*/ 1799 w 31"/>
                  <a:gd name="T1" fmla="*/ 1459 h 30"/>
                  <a:gd name="T2" fmla="*/ 6577 w 31"/>
                  <a:gd name="T3" fmla="*/ 2581 h 30"/>
                  <a:gd name="T4" fmla="*/ 6051 w 31"/>
                  <a:gd name="T5" fmla="*/ 9309 h 30"/>
                  <a:gd name="T6" fmla="*/ 1323 w 31"/>
                  <a:gd name="T7" fmla="*/ 8248 h 30"/>
                  <a:gd name="T8" fmla="*/ 1799 w 31"/>
                  <a:gd name="T9" fmla="*/ 145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7" y="4"/>
                    </a:moveTo>
                    <a:cubicBezTo>
                      <a:pt x="13" y="0"/>
                      <a:pt x="21" y="1"/>
                      <a:pt x="26" y="7"/>
                    </a:cubicBezTo>
                    <a:cubicBezTo>
                      <a:pt x="31" y="13"/>
                      <a:pt x="29" y="21"/>
                      <a:pt x="24" y="26"/>
                    </a:cubicBezTo>
                    <a:cubicBezTo>
                      <a:pt x="18" y="30"/>
                      <a:pt x="9" y="29"/>
                      <a:pt x="5" y="23"/>
                    </a:cubicBezTo>
                    <a:cubicBezTo>
                      <a:pt x="0" y="18"/>
                      <a:pt x="1" y="9"/>
                      <a:pt x="7" y="4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0" name="Freeform 2935">
                <a:extLst>
                  <a:ext uri="{FF2B5EF4-FFF2-40B4-BE49-F238E27FC236}">
                    <a16:creationId xmlns:a16="http://schemas.microsoft.com/office/drawing/2014/main" id="{2F804FFC-9BC3-4A75-8002-B26152F43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3015"/>
                <a:ext cx="30" cy="32"/>
              </a:xfrm>
              <a:custGeom>
                <a:avLst/>
                <a:gdLst>
                  <a:gd name="T0" fmla="*/ 783 w 12"/>
                  <a:gd name="T1" fmla="*/ 661 h 12"/>
                  <a:gd name="T2" fmla="*/ 2470 w 12"/>
                  <a:gd name="T3" fmla="*/ 1059 h 12"/>
                  <a:gd name="T4" fmla="*/ 2270 w 12"/>
                  <a:gd name="T5" fmla="*/ 3891 h 12"/>
                  <a:gd name="T6" fmla="*/ 520 w 12"/>
                  <a:gd name="T7" fmla="*/ 3640 h 12"/>
                  <a:gd name="T8" fmla="*/ 783 w 12"/>
                  <a:gd name="T9" fmla="*/ 66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3" y="2"/>
                    </a:moveTo>
                    <a:cubicBezTo>
                      <a:pt x="5" y="0"/>
                      <a:pt x="9" y="1"/>
                      <a:pt x="10" y="3"/>
                    </a:cubicBezTo>
                    <a:cubicBezTo>
                      <a:pt x="12" y="5"/>
                      <a:pt x="12" y="9"/>
                      <a:pt x="9" y="11"/>
                    </a:cubicBezTo>
                    <a:cubicBezTo>
                      <a:pt x="7" y="12"/>
                      <a:pt x="4" y="12"/>
                      <a:pt x="2" y="10"/>
                    </a:cubicBezTo>
                    <a:cubicBezTo>
                      <a:pt x="0" y="7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1" name="Freeform 2936">
                <a:extLst>
                  <a:ext uri="{FF2B5EF4-FFF2-40B4-BE49-F238E27FC236}">
                    <a16:creationId xmlns:a16="http://schemas.microsoft.com/office/drawing/2014/main" id="{742667F9-89D8-4A04-8425-C9AE40584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3175"/>
                <a:ext cx="70" cy="74"/>
              </a:xfrm>
              <a:custGeom>
                <a:avLst/>
                <a:gdLst>
                  <a:gd name="T0" fmla="*/ 1488 w 28"/>
                  <a:gd name="T1" fmla="*/ 1425 h 28"/>
                  <a:gd name="T2" fmla="*/ 5863 w 28"/>
                  <a:gd name="T3" fmla="*/ 2046 h 28"/>
                  <a:gd name="T4" fmla="*/ 5395 w 28"/>
                  <a:gd name="T5" fmla="*/ 8145 h 28"/>
                  <a:gd name="T6" fmla="*/ 988 w 28"/>
                  <a:gd name="T7" fmla="*/ 7215 h 28"/>
                  <a:gd name="T8" fmla="*/ 1488 w 28"/>
                  <a:gd name="T9" fmla="*/ 142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6" y="4"/>
                    </a:moveTo>
                    <a:cubicBezTo>
                      <a:pt x="12" y="0"/>
                      <a:pt x="20" y="1"/>
                      <a:pt x="24" y="6"/>
                    </a:cubicBezTo>
                    <a:cubicBezTo>
                      <a:pt x="28" y="12"/>
                      <a:pt x="27" y="19"/>
                      <a:pt x="22" y="24"/>
                    </a:cubicBezTo>
                    <a:cubicBezTo>
                      <a:pt x="16" y="28"/>
                      <a:pt x="9" y="27"/>
                      <a:pt x="4" y="21"/>
                    </a:cubicBezTo>
                    <a:cubicBezTo>
                      <a:pt x="0" y="16"/>
                      <a:pt x="1" y="8"/>
                      <a:pt x="6" y="4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2" name="Freeform 2937">
                <a:extLst>
                  <a:ext uri="{FF2B5EF4-FFF2-40B4-BE49-F238E27FC236}">
                    <a16:creationId xmlns:a16="http://schemas.microsoft.com/office/drawing/2014/main" id="{D5A45C3D-D126-473C-B0C2-7FE7BD226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3191"/>
                <a:ext cx="30" cy="29"/>
              </a:xfrm>
              <a:custGeom>
                <a:avLst/>
                <a:gdLst>
                  <a:gd name="T0" fmla="*/ 783 w 12"/>
                  <a:gd name="T1" fmla="*/ 625 h 11"/>
                  <a:gd name="T2" fmla="*/ 2470 w 12"/>
                  <a:gd name="T3" fmla="*/ 625 h 11"/>
                  <a:gd name="T4" fmla="*/ 2270 w 12"/>
                  <a:gd name="T5" fmla="*/ 3045 h 11"/>
                  <a:gd name="T6" fmla="*/ 520 w 12"/>
                  <a:gd name="T7" fmla="*/ 2655 h 11"/>
                  <a:gd name="T8" fmla="*/ 783 w 12"/>
                  <a:gd name="T9" fmla="*/ 62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3" y="2"/>
                    </a:moveTo>
                    <a:cubicBezTo>
                      <a:pt x="5" y="0"/>
                      <a:pt x="8" y="0"/>
                      <a:pt x="10" y="2"/>
                    </a:cubicBezTo>
                    <a:cubicBezTo>
                      <a:pt x="12" y="5"/>
                      <a:pt x="11" y="8"/>
                      <a:pt x="9" y="9"/>
                    </a:cubicBezTo>
                    <a:cubicBezTo>
                      <a:pt x="7" y="11"/>
                      <a:pt x="4" y="11"/>
                      <a:pt x="2" y="8"/>
                    </a:cubicBezTo>
                    <a:cubicBezTo>
                      <a:pt x="0" y="6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3" name="Freeform 2938">
                <a:extLst>
                  <a:ext uri="{FF2B5EF4-FFF2-40B4-BE49-F238E27FC236}">
                    <a16:creationId xmlns:a16="http://schemas.microsoft.com/office/drawing/2014/main" id="{9F0586D2-2380-45CF-B2C8-D5631559A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895"/>
                <a:ext cx="87" cy="42"/>
              </a:xfrm>
              <a:custGeom>
                <a:avLst/>
                <a:gdLst>
                  <a:gd name="T0" fmla="*/ 462 w 35"/>
                  <a:gd name="T1" fmla="*/ 1378 h 16"/>
                  <a:gd name="T2" fmla="*/ 0 w 35"/>
                  <a:gd name="T3" fmla="*/ 2604 h 16"/>
                  <a:gd name="T4" fmla="*/ 7599 w 35"/>
                  <a:gd name="T5" fmla="*/ 5229 h 16"/>
                  <a:gd name="T6" fmla="*/ 7785 w 35"/>
                  <a:gd name="T7" fmla="*/ 5229 h 16"/>
                  <a:gd name="T8" fmla="*/ 8051 w 35"/>
                  <a:gd name="T9" fmla="*/ 4232 h 16"/>
                  <a:gd name="T10" fmla="*/ 8248 w 35"/>
                  <a:gd name="T11" fmla="*/ 3617 h 16"/>
                  <a:gd name="T12" fmla="*/ 8248 w 35"/>
                  <a:gd name="T13" fmla="*/ 3617 h 16"/>
                  <a:gd name="T14" fmla="*/ 644 w 35"/>
                  <a:gd name="T15" fmla="*/ 0 h 16"/>
                  <a:gd name="T16" fmla="*/ 462 w 35"/>
                  <a:gd name="T17" fmla="*/ 1378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6">
                    <a:moveTo>
                      <a:pt x="2" y="4"/>
                    </a:moveTo>
                    <a:cubicBezTo>
                      <a:pt x="1" y="5"/>
                      <a:pt x="1" y="6"/>
                      <a:pt x="0" y="8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3" y="16"/>
                    </a:cubicBezTo>
                    <a:cubicBezTo>
                      <a:pt x="33" y="15"/>
                      <a:pt x="33" y="14"/>
                      <a:pt x="34" y="13"/>
                    </a:cubicBezTo>
                    <a:cubicBezTo>
                      <a:pt x="34" y="12"/>
                      <a:pt x="34" y="11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4" name="Freeform 2939">
                <a:extLst>
                  <a:ext uri="{FF2B5EF4-FFF2-40B4-BE49-F238E27FC236}">
                    <a16:creationId xmlns:a16="http://schemas.microsoft.com/office/drawing/2014/main" id="{F474AB59-42F3-466F-937E-6A2D2EC0E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900"/>
                <a:ext cx="80" cy="27"/>
              </a:xfrm>
              <a:custGeom>
                <a:avLst/>
                <a:gdLst>
                  <a:gd name="T0" fmla="*/ 0 w 32"/>
                  <a:gd name="T1" fmla="*/ 2028 h 10"/>
                  <a:gd name="T2" fmla="*/ 520 w 32"/>
                  <a:gd name="T3" fmla="*/ 0 h 10"/>
                  <a:gd name="T4" fmla="*/ 7813 w 32"/>
                  <a:gd name="T5" fmla="*/ 3877 h 10"/>
                  <a:gd name="T6" fmla="*/ 988 w 32"/>
                  <a:gd name="T7" fmla="*/ 1158 h 10"/>
                  <a:gd name="T8" fmla="*/ 0 w 32"/>
                  <a:gd name="T9" fmla="*/ 202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0">
                    <a:moveTo>
                      <a:pt x="0" y="5"/>
                    </a:moveTo>
                    <a:cubicBezTo>
                      <a:pt x="1" y="4"/>
                      <a:pt x="2" y="1"/>
                      <a:pt x="2" y="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10"/>
                      <a:pt x="6" y="2"/>
                      <a:pt x="4" y="3"/>
                    </a:cubicBezTo>
                    <a:cubicBezTo>
                      <a:pt x="2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5" name="Freeform 2940">
                <a:extLst>
                  <a:ext uri="{FF2B5EF4-FFF2-40B4-BE49-F238E27FC236}">
                    <a16:creationId xmlns:a16="http://schemas.microsoft.com/office/drawing/2014/main" id="{EC95C225-2A16-4511-BF66-1C9025D9A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895"/>
                <a:ext cx="87" cy="42"/>
              </a:xfrm>
              <a:custGeom>
                <a:avLst/>
                <a:gdLst>
                  <a:gd name="T0" fmla="*/ 462 w 35"/>
                  <a:gd name="T1" fmla="*/ 1378 h 16"/>
                  <a:gd name="T2" fmla="*/ 0 w 35"/>
                  <a:gd name="T3" fmla="*/ 2604 h 16"/>
                  <a:gd name="T4" fmla="*/ 7599 w 35"/>
                  <a:gd name="T5" fmla="*/ 5229 h 16"/>
                  <a:gd name="T6" fmla="*/ 7785 w 35"/>
                  <a:gd name="T7" fmla="*/ 5229 h 16"/>
                  <a:gd name="T8" fmla="*/ 8051 w 35"/>
                  <a:gd name="T9" fmla="*/ 4232 h 16"/>
                  <a:gd name="T10" fmla="*/ 8248 w 35"/>
                  <a:gd name="T11" fmla="*/ 3617 h 16"/>
                  <a:gd name="T12" fmla="*/ 8248 w 35"/>
                  <a:gd name="T13" fmla="*/ 3617 h 16"/>
                  <a:gd name="T14" fmla="*/ 644 w 35"/>
                  <a:gd name="T15" fmla="*/ 0 h 16"/>
                  <a:gd name="T16" fmla="*/ 462 w 35"/>
                  <a:gd name="T17" fmla="*/ 1378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6">
                    <a:moveTo>
                      <a:pt x="2" y="4"/>
                    </a:moveTo>
                    <a:cubicBezTo>
                      <a:pt x="1" y="5"/>
                      <a:pt x="1" y="6"/>
                      <a:pt x="0" y="8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3" y="16"/>
                    </a:cubicBezTo>
                    <a:cubicBezTo>
                      <a:pt x="33" y="15"/>
                      <a:pt x="33" y="14"/>
                      <a:pt x="34" y="13"/>
                    </a:cubicBezTo>
                    <a:cubicBezTo>
                      <a:pt x="34" y="12"/>
                      <a:pt x="34" y="11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3"/>
                      <a:pt x="2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6" name="Freeform 2941">
                <a:extLst>
                  <a:ext uri="{FF2B5EF4-FFF2-40B4-BE49-F238E27FC236}">
                    <a16:creationId xmlns:a16="http://schemas.microsoft.com/office/drawing/2014/main" id="{A495F87C-3CD0-44C6-AE03-A6F25E84D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804"/>
                <a:ext cx="142" cy="152"/>
              </a:xfrm>
              <a:custGeom>
                <a:avLst/>
                <a:gdLst>
                  <a:gd name="T0" fmla="*/ 4499 w 57"/>
                  <a:gd name="T1" fmla="*/ 18752 h 57"/>
                  <a:gd name="T2" fmla="*/ 1161 w 57"/>
                  <a:gd name="T3" fmla="*/ 7133 h 57"/>
                  <a:gd name="T4" fmla="*/ 8814 w 57"/>
                  <a:gd name="T5" fmla="*/ 1763 h 57"/>
                  <a:gd name="T6" fmla="*/ 12474 w 57"/>
                  <a:gd name="T7" fmla="*/ 13597 h 57"/>
                  <a:gd name="T8" fmla="*/ 4499 w 57"/>
                  <a:gd name="T9" fmla="*/ 18752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19" y="52"/>
                    </a:moveTo>
                    <a:cubicBezTo>
                      <a:pt x="6" y="47"/>
                      <a:pt x="0" y="33"/>
                      <a:pt x="5" y="20"/>
                    </a:cubicBezTo>
                    <a:cubicBezTo>
                      <a:pt x="10" y="7"/>
                      <a:pt x="24" y="0"/>
                      <a:pt x="37" y="5"/>
                    </a:cubicBezTo>
                    <a:cubicBezTo>
                      <a:pt x="50" y="10"/>
                      <a:pt x="57" y="25"/>
                      <a:pt x="52" y="38"/>
                    </a:cubicBezTo>
                    <a:cubicBezTo>
                      <a:pt x="47" y="51"/>
                      <a:pt x="32" y="57"/>
                      <a:pt x="19" y="5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7" name="Freeform 2942">
                <a:extLst>
                  <a:ext uri="{FF2B5EF4-FFF2-40B4-BE49-F238E27FC236}">
                    <a16:creationId xmlns:a16="http://schemas.microsoft.com/office/drawing/2014/main" id="{2705ADE2-CA55-4F33-A8F0-79C76BCE0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3385"/>
                <a:ext cx="140" cy="150"/>
              </a:xfrm>
              <a:custGeom>
                <a:avLst/>
                <a:gdLst>
                  <a:gd name="T0" fmla="*/ 10750 w 56"/>
                  <a:gd name="T1" fmla="*/ 17815 h 56"/>
                  <a:gd name="T2" fmla="*/ 1958 w 56"/>
                  <a:gd name="T3" fmla="*/ 16259 h 56"/>
                  <a:gd name="T4" fmla="*/ 2938 w 56"/>
                  <a:gd name="T5" fmla="*/ 2885 h 56"/>
                  <a:gd name="T6" fmla="*/ 11720 w 56"/>
                  <a:gd name="T7" fmla="*/ 4420 h 56"/>
                  <a:gd name="T8" fmla="*/ 10750 w 56"/>
                  <a:gd name="T9" fmla="*/ 1781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44" y="48"/>
                    </a:moveTo>
                    <a:cubicBezTo>
                      <a:pt x="33" y="56"/>
                      <a:pt x="17" y="55"/>
                      <a:pt x="8" y="44"/>
                    </a:cubicBezTo>
                    <a:cubicBezTo>
                      <a:pt x="0" y="33"/>
                      <a:pt x="1" y="17"/>
                      <a:pt x="12" y="8"/>
                    </a:cubicBezTo>
                    <a:cubicBezTo>
                      <a:pt x="23" y="0"/>
                      <a:pt x="39" y="1"/>
                      <a:pt x="48" y="12"/>
                    </a:cubicBezTo>
                    <a:cubicBezTo>
                      <a:pt x="56" y="23"/>
                      <a:pt x="55" y="39"/>
                      <a:pt x="44" y="4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8" name="Freeform 2943">
                <a:extLst>
                  <a:ext uri="{FF2B5EF4-FFF2-40B4-BE49-F238E27FC236}">
                    <a16:creationId xmlns:a16="http://schemas.microsoft.com/office/drawing/2014/main" id="{E7826227-CA53-4204-B2DD-E2616083F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972"/>
                <a:ext cx="143" cy="152"/>
              </a:xfrm>
              <a:custGeom>
                <a:avLst/>
                <a:gdLst>
                  <a:gd name="T0" fmla="*/ 6771 w 57"/>
                  <a:gd name="T1" fmla="*/ 20083 h 57"/>
                  <a:gd name="T2" fmla="*/ 314 w 57"/>
                  <a:gd name="T3" fmla="*/ 9707 h 57"/>
                  <a:gd name="T4" fmla="*/ 7451 w 57"/>
                  <a:gd name="T5" fmla="*/ 397 h 57"/>
                  <a:gd name="T6" fmla="*/ 13909 w 57"/>
                  <a:gd name="T7" fmla="*/ 10773 h 57"/>
                  <a:gd name="T8" fmla="*/ 6771 w 57"/>
                  <a:gd name="T9" fmla="*/ 20083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27" y="56"/>
                    </a:moveTo>
                    <a:cubicBezTo>
                      <a:pt x="12" y="56"/>
                      <a:pt x="0" y="43"/>
                      <a:pt x="1" y="27"/>
                    </a:cubicBezTo>
                    <a:cubicBezTo>
                      <a:pt x="2" y="12"/>
                      <a:pt x="15" y="0"/>
                      <a:pt x="30" y="1"/>
                    </a:cubicBezTo>
                    <a:cubicBezTo>
                      <a:pt x="45" y="1"/>
                      <a:pt x="57" y="14"/>
                      <a:pt x="56" y="30"/>
                    </a:cubicBezTo>
                    <a:cubicBezTo>
                      <a:pt x="56" y="45"/>
                      <a:pt x="43" y="57"/>
                      <a:pt x="27" y="5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9" name="Freeform 2944">
                <a:extLst>
                  <a:ext uri="{FF2B5EF4-FFF2-40B4-BE49-F238E27FC236}">
                    <a16:creationId xmlns:a16="http://schemas.microsoft.com/office/drawing/2014/main" id="{C31172EB-F8A7-414F-A9FA-2994762B0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820"/>
                <a:ext cx="155" cy="168"/>
              </a:xfrm>
              <a:custGeom>
                <a:avLst/>
                <a:gdLst>
                  <a:gd name="T0" fmla="*/ 7158 w 62"/>
                  <a:gd name="T1" fmla="*/ 22243 h 63"/>
                  <a:gd name="T2" fmla="*/ 0 w 62"/>
                  <a:gd name="T3" fmla="*/ 10773 h 63"/>
                  <a:gd name="T4" fmla="*/ 7813 w 62"/>
                  <a:gd name="T5" fmla="*/ 397 h 63"/>
                  <a:gd name="T6" fmla="*/ 14970 w 62"/>
                  <a:gd name="T7" fmla="*/ 11891 h 63"/>
                  <a:gd name="T8" fmla="*/ 7158 w 62"/>
                  <a:gd name="T9" fmla="*/ 2224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3">
                    <a:moveTo>
                      <a:pt x="29" y="62"/>
                    </a:moveTo>
                    <a:cubicBezTo>
                      <a:pt x="13" y="61"/>
                      <a:pt x="0" y="47"/>
                      <a:pt x="0" y="30"/>
                    </a:cubicBezTo>
                    <a:cubicBezTo>
                      <a:pt x="1" y="13"/>
                      <a:pt x="15" y="0"/>
                      <a:pt x="32" y="1"/>
                    </a:cubicBezTo>
                    <a:cubicBezTo>
                      <a:pt x="49" y="2"/>
                      <a:pt x="62" y="16"/>
                      <a:pt x="61" y="33"/>
                    </a:cubicBezTo>
                    <a:cubicBezTo>
                      <a:pt x="61" y="50"/>
                      <a:pt x="46" y="63"/>
                      <a:pt x="29" y="62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0" name="Freeform 2945">
                <a:extLst>
                  <a:ext uri="{FF2B5EF4-FFF2-40B4-BE49-F238E27FC236}">
                    <a16:creationId xmlns:a16="http://schemas.microsoft.com/office/drawing/2014/main" id="{4BBF17B0-9308-49BB-A1C4-E41C24EC6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2849"/>
                <a:ext cx="85" cy="91"/>
              </a:xfrm>
              <a:custGeom>
                <a:avLst/>
                <a:gdLst>
                  <a:gd name="T0" fmla="*/ 1958 w 34"/>
                  <a:gd name="T1" fmla="*/ 1804 h 34"/>
                  <a:gd name="T2" fmla="*/ 7158 w 34"/>
                  <a:gd name="T3" fmla="*/ 2872 h 34"/>
                  <a:gd name="T4" fmla="*/ 6375 w 34"/>
                  <a:gd name="T5" fmla="*/ 10717 h 34"/>
                  <a:gd name="T6" fmla="*/ 1300 w 34"/>
                  <a:gd name="T7" fmla="*/ 9584 h 34"/>
                  <a:gd name="T8" fmla="*/ 1958 w 34"/>
                  <a:gd name="T9" fmla="*/ 180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8" y="5"/>
                    </a:moveTo>
                    <a:cubicBezTo>
                      <a:pt x="14" y="0"/>
                      <a:pt x="23" y="1"/>
                      <a:pt x="29" y="8"/>
                    </a:cubicBezTo>
                    <a:cubicBezTo>
                      <a:pt x="34" y="14"/>
                      <a:pt x="32" y="24"/>
                      <a:pt x="26" y="29"/>
                    </a:cubicBezTo>
                    <a:cubicBezTo>
                      <a:pt x="19" y="34"/>
                      <a:pt x="10" y="33"/>
                      <a:pt x="5" y="26"/>
                    </a:cubicBezTo>
                    <a:cubicBezTo>
                      <a:pt x="0" y="20"/>
                      <a:pt x="1" y="10"/>
                      <a:pt x="8" y="5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1" name="Freeform 2946">
                <a:extLst>
                  <a:ext uri="{FF2B5EF4-FFF2-40B4-BE49-F238E27FC236}">
                    <a16:creationId xmlns:a16="http://schemas.microsoft.com/office/drawing/2014/main" id="{CA1CE178-74F0-4817-B843-1F5E841FE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868"/>
                <a:ext cx="32" cy="37"/>
              </a:xfrm>
              <a:custGeom>
                <a:avLst/>
                <a:gdLst>
                  <a:gd name="T0" fmla="*/ 625 w 13"/>
                  <a:gd name="T1" fmla="*/ 629 h 14"/>
                  <a:gd name="T2" fmla="*/ 2417 w 13"/>
                  <a:gd name="T3" fmla="*/ 1033 h 14"/>
                  <a:gd name="T4" fmla="*/ 2284 w 13"/>
                  <a:gd name="T5" fmla="*/ 4157 h 14"/>
                  <a:gd name="T6" fmla="*/ 448 w 13"/>
                  <a:gd name="T7" fmla="*/ 3766 h 14"/>
                  <a:gd name="T8" fmla="*/ 625 w 13"/>
                  <a:gd name="T9" fmla="*/ 6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3" y="2"/>
                    </a:moveTo>
                    <a:cubicBezTo>
                      <a:pt x="5" y="0"/>
                      <a:pt x="9" y="1"/>
                      <a:pt x="11" y="3"/>
                    </a:cubicBezTo>
                    <a:cubicBezTo>
                      <a:pt x="13" y="6"/>
                      <a:pt x="13" y="10"/>
                      <a:pt x="10" y="12"/>
                    </a:cubicBezTo>
                    <a:cubicBezTo>
                      <a:pt x="8" y="14"/>
                      <a:pt x="4" y="13"/>
                      <a:pt x="2" y="11"/>
                    </a:cubicBezTo>
                    <a:cubicBezTo>
                      <a:pt x="0" y="8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2" name="Freeform 2947">
                <a:extLst>
                  <a:ext uri="{FF2B5EF4-FFF2-40B4-BE49-F238E27FC236}">
                    <a16:creationId xmlns:a16="http://schemas.microsoft.com/office/drawing/2014/main" id="{FEB94141-DCFC-4B90-B866-D8EF2A92D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820"/>
                <a:ext cx="155" cy="168"/>
              </a:xfrm>
              <a:custGeom>
                <a:avLst/>
                <a:gdLst>
                  <a:gd name="T0" fmla="*/ 7158 w 62"/>
                  <a:gd name="T1" fmla="*/ 22243 h 63"/>
                  <a:gd name="T2" fmla="*/ 0 w 62"/>
                  <a:gd name="T3" fmla="*/ 10773 h 63"/>
                  <a:gd name="T4" fmla="*/ 7813 w 62"/>
                  <a:gd name="T5" fmla="*/ 397 h 63"/>
                  <a:gd name="T6" fmla="*/ 14970 w 62"/>
                  <a:gd name="T7" fmla="*/ 11891 h 63"/>
                  <a:gd name="T8" fmla="*/ 7158 w 62"/>
                  <a:gd name="T9" fmla="*/ 2224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3">
                    <a:moveTo>
                      <a:pt x="29" y="62"/>
                    </a:moveTo>
                    <a:cubicBezTo>
                      <a:pt x="13" y="61"/>
                      <a:pt x="0" y="47"/>
                      <a:pt x="0" y="30"/>
                    </a:cubicBezTo>
                    <a:cubicBezTo>
                      <a:pt x="1" y="13"/>
                      <a:pt x="15" y="0"/>
                      <a:pt x="32" y="1"/>
                    </a:cubicBezTo>
                    <a:cubicBezTo>
                      <a:pt x="49" y="2"/>
                      <a:pt x="62" y="16"/>
                      <a:pt x="61" y="33"/>
                    </a:cubicBezTo>
                    <a:cubicBezTo>
                      <a:pt x="61" y="50"/>
                      <a:pt x="46" y="63"/>
                      <a:pt x="29" y="6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3" name="Freeform 2948">
                <a:extLst>
                  <a:ext uri="{FF2B5EF4-FFF2-40B4-BE49-F238E27FC236}">
                    <a16:creationId xmlns:a16="http://schemas.microsoft.com/office/drawing/2014/main" id="{0B347182-4DCE-4917-BE5F-76B3DDC54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3095"/>
                <a:ext cx="155" cy="165"/>
              </a:xfrm>
              <a:custGeom>
                <a:avLst/>
                <a:gdLst>
                  <a:gd name="T0" fmla="*/ 7345 w 62"/>
                  <a:gd name="T1" fmla="*/ 21623 h 62"/>
                  <a:gd name="T2" fmla="*/ 0 w 62"/>
                  <a:gd name="T3" fmla="*/ 10688 h 62"/>
                  <a:gd name="T4" fmla="*/ 7813 w 62"/>
                  <a:gd name="T5" fmla="*/ 0 h 62"/>
                  <a:gd name="T6" fmla="*/ 14970 w 62"/>
                  <a:gd name="T7" fmla="*/ 11324 h 62"/>
                  <a:gd name="T8" fmla="*/ 7345 w 62"/>
                  <a:gd name="T9" fmla="*/ 21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30" y="61"/>
                    </a:moveTo>
                    <a:cubicBezTo>
                      <a:pt x="13" y="61"/>
                      <a:pt x="0" y="46"/>
                      <a:pt x="0" y="30"/>
                    </a:cubicBezTo>
                    <a:cubicBezTo>
                      <a:pt x="1" y="13"/>
                      <a:pt x="15" y="0"/>
                      <a:pt x="32" y="0"/>
                    </a:cubicBezTo>
                    <a:cubicBezTo>
                      <a:pt x="49" y="1"/>
                      <a:pt x="62" y="15"/>
                      <a:pt x="61" y="32"/>
                    </a:cubicBezTo>
                    <a:cubicBezTo>
                      <a:pt x="61" y="49"/>
                      <a:pt x="46" y="62"/>
                      <a:pt x="30" y="61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4" name="Freeform 2949">
                <a:extLst>
                  <a:ext uri="{FF2B5EF4-FFF2-40B4-BE49-F238E27FC236}">
                    <a16:creationId xmlns:a16="http://schemas.microsoft.com/office/drawing/2014/main" id="{936457A3-E66E-41D3-8059-6A3D721DB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3121"/>
                <a:ext cx="85" cy="91"/>
              </a:xfrm>
              <a:custGeom>
                <a:avLst/>
                <a:gdLst>
                  <a:gd name="T0" fmla="*/ 1958 w 34"/>
                  <a:gd name="T1" fmla="*/ 1804 h 34"/>
                  <a:gd name="T2" fmla="*/ 7158 w 34"/>
                  <a:gd name="T3" fmla="*/ 2872 h 34"/>
                  <a:gd name="T4" fmla="*/ 6375 w 34"/>
                  <a:gd name="T5" fmla="*/ 10717 h 34"/>
                  <a:gd name="T6" fmla="*/ 1300 w 34"/>
                  <a:gd name="T7" fmla="*/ 9584 h 34"/>
                  <a:gd name="T8" fmla="*/ 1958 w 34"/>
                  <a:gd name="T9" fmla="*/ 180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8" y="5"/>
                    </a:moveTo>
                    <a:cubicBezTo>
                      <a:pt x="14" y="0"/>
                      <a:pt x="23" y="2"/>
                      <a:pt x="29" y="8"/>
                    </a:cubicBezTo>
                    <a:cubicBezTo>
                      <a:pt x="34" y="14"/>
                      <a:pt x="32" y="24"/>
                      <a:pt x="26" y="29"/>
                    </a:cubicBezTo>
                    <a:cubicBezTo>
                      <a:pt x="19" y="34"/>
                      <a:pt x="10" y="33"/>
                      <a:pt x="5" y="26"/>
                    </a:cubicBezTo>
                    <a:cubicBezTo>
                      <a:pt x="0" y="20"/>
                      <a:pt x="1" y="11"/>
                      <a:pt x="8" y="5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5" name="Freeform 2950">
                <a:extLst>
                  <a:ext uri="{FF2B5EF4-FFF2-40B4-BE49-F238E27FC236}">
                    <a16:creationId xmlns:a16="http://schemas.microsoft.com/office/drawing/2014/main" id="{E461A386-8E2D-4959-B7CC-90643AB57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3140"/>
                <a:ext cx="33" cy="37"/>
              </a:xfrm>
              <a:custGeom>
                <a:avLst/>
                <a:gdLst>
                  <a:gd name="T0" fmla="*/ 830 w 13"/>
                  <a:gd name="T1" fmla="*/ 1033 h 14"/>
                  <a:gd name="T2" fmla="*/ 2945 w 13"/>
                  <a:gd name="T3" fmla="*/ 1425 h 14"/>
                  <a:gd name="T4" fmla="*/ 2617 w 13"/>
                  <a:gd name="T5" fmla="*/ 4157 h 14"/>
                  <a:gd name="T6" fmla="*/ 541 w 13"/>
                  <a:gd name="T7" fmla="*/ 3766 h 14"/>
                  <a:gd name="T8" fmla="*/ 830 w 13"/>
                  <a:gd name="T9" fmla="*/ 103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3" y="3"/>
                    </a:moveTo>
                    <a:cubicBezTo>
                      <a:pt x="5" y="0"/>
                      <a:pt x="9" y="1"/>
                      <a:pt x="11" y="4"/>
                    </a:cubicBezTo>
                    <a:cubicBezTo>
                      <a:pt x="13" y="6"/>
                      <a:pt x="13" y="10"/>
                      <a:pt x="10" y="12"/>
                    </a:cubicBezTo>
                    <a:cubicBezTo>
                      <a:pt x="8" y="14"/>
                      <a:pt x="4" y="14"/>
                      <a:pt x="2" y="11"/>
                    </a:cubicBezTo>
                    <a:cubicBezTo>
                      <a:pt x="0" y="8"/>
                      <a:pt x="0" y="5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6" name="Freeform 2951">
                <a:extLst>
                  <a:ext uri="{FF2B5EF4-FFF2-40B4-BE49-F238E27FC236}">
                    <a16:creationId xmlns:a16="http://schemas.microsoft.com/office/drawing/2014/main" id="{F011623B-ECA8-417E-B1DC-8F1DE186E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3095"/>
                <a:ext cx="155" cy="165"/>
              </a:xfrm>
              <a:custGeom>
                <a:avLst/>
                <a:gdLst>
                  <a:gd name="T0" fmla="*/ 7345 w 62"/>
                  <a:gd name="T1" fmla="*/ 21623 h 62"/>
                  <a:gd name="T2" fmla="*/ 0 w 62"/>
                  <a:gd name="T3" fmla="*/ 10688 h 62"/>
                  <a:gd name="T4" fmla="*/ 7813 w 62"/>
                  <a:gd name="T5" fmla="*/ 0 h 62"/>
                  <a:gd name="T6" fmla="*/ 14970 w 62"/>
                  <a:gd name="T7" fmla="*/ 11324 h 62"/>
                  <a:gd name="T8" fmla="*/ 7345 w 62"/>
                  <a:gd name="T9" fmla="*/ 21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30" y="61"/>
                    </a:moveTo>
                    <a:cubicBezTo>
                      <a:pt x="13" y="61"/>
                      <a:pt x="0" y="46"/>
                      <a:pt x="0" y="30"/>
                    </a:cubicBezTo>
                    <a:cubicBezTo>
                      <a:pt x="1" y="13"/>
                      <a:pt x="15" y="0"/>
                      <a:pt x="32" y="0"/>
                    </a:cubicBezTo>
                    <a:cubicBezTo>
                      <a:pt x="49" y="1"/>
                      <a:pt x="62" y="15"/>
                      <a:pt x="61" y="32"/>
                    </a:cubicBezTo>
                    <a:cubicBezTo>
                      <a:pt x="61" y="49"/>
                      <a:pt x="46" y="62"/>
                      <a:pt x="30" y="6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7" name="Freeform 2952">
                <a:extLst>
                  <a:ext uri="{FF2B5EF4-FFF2-40B4-BE49-F238E27FC236}">
                    <a16:creationId xmlns:a16="http://schemas.microsoft.com/office/drawing/2014/main" id="{DA6CA48B-1866-4C6E-9BFC-2C704D7CC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3377"/>
                <a:ext cx="67" cy="48"/>
              </a:xfrm>
              <a:custGeom>
                <a:avLst/>
                <a:gdLst>
                  <a:gd name="T0" fmla="*/ 640 w 27"/>
                  <a:gd name="T1" fmla="*/ 5405 h 18"/>
                  <a:gd name="T2" fmla="*/ 1134 w 27"/>
                  <a:gd name="T3" fmla="*/ 6464 h 18"/>
                  <a:gd name="T4" fmla="*/ 6293 w 27"/>
                  <a:gd name="T5" fmla="*/ 1763 h 18"/>
                  <a:gd name="T6" fmla="*/ 6293 w 27"/>
                  <a:gd name="T7" fmla="*/ 1763 h 18"/>
                  <a:gd name="T8" fmla="*/ 6114 w 27"/>
                  <a:gd name="T9" fmla="*/ 661 h 18"/>
                  <a:gd name="T10" fmla="*/ 5653 w 27"/>
                  <a:gd name="T11" fmla="*/ 0 h 18"/>
                  <a:gd name="T12" fmla="*/ 5653 w 27"/>
                  <a:gd name="T13" fmla="*/ 0 h 18"/>
                  <a:gd name="T14" fmla="*/ 0 w 27"/>
                  <a:gd name="T15" fmla="*/ 4301 h 18"/>
                  <a:gd name="T16" fmla="*/ 640 w 27"/>
                  <a:gd name="T17" fmla="*/ 540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18">
                    <a:moveTo>
                      <a:pt x="3" y="15"/>
                    </a:moveTo>
                    <a:cubicBezTo>
                      <a:pt x="4" y="16"/>
                      <a:pt x="4" y="17"/>
                      <a:pt x="5" y="1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4"/>
                      <a:pt x="26" y="3"/>
                      <a:pt x="26" y="2"/>
                    </a:cubicBezTo>
                    <a:cubicBezTo>
                      <a:pt x="25" y="2"/>
                      <a:pt x="25" y="1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2" y="14"/>
                      <a:pt x="3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8" name="Freeform 2953">
                <a:extLst>
                  <a:ext uri="{FF2B5EF4-FFF2-40B4-BE49-F238E27FC236}">
                    <a16:creationId xmlns:a16="http://schemas.microsoft.com/office/drawing/2014/main" id="{A20A7202-EF64-4C8F-885B-E73DE37B9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3039"/>
                <a:ext cx="23" cy="24"/>
              </a:xfrm>
              <a:custGeom>
                <a:avLst/>
                <a:gdLst>
                  <a:gd name="T0" fmla="*/ 332 w 9"/>
                  <a:gd name="T1" fmla="*/ 1763 h 9"/>
                  <a:gd name="T2" fmla="*/ 0 w 9"/>
                  <a:gd name="T3" fmla="*/ 3243 h 9"/>
                  <a:gd name="T4" fmla="*/ 2520 w 9"/>
                  <a:gd name="T5" fmla="*/ 2184 h 9"/>
                  <a:gd name="T6" fmla="*/ 2520 w 9"/>
                  <a:gd name="T7" fmla="*/ 2184 h 9"/>
                  <a:gd name="T8" fmla="*/ 2520 w 9"/>
                  <a:gd name="T9" fmla="*/ 1059 h 9"/>
                  <a:gd name="T10" fmla="*/ 2520 w 9"/>
                  <a:gd name="T11" fmla="*/ 0 h 9"/>
                  <a:gd name="T12" fmla="*/ 2520 w 9"/>
                  <a:gd name="T13" fmla="*/ 0 h 9"/>
                  <a:gd name="T14" fmla="*/ 0 w 9"/>
                  <a:gd name="T15" fmla="*/ 0 h 9"/>
                  <a:gd name="T16" fmla="*/ 332 w 9"/>
                  <a:gd name="T17" fmla="*/ 1763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0" y="6"/>
                      <a:pt x="0" y="8"/>
                      <a:pt x="0" y="9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3"/>
                      <a:pt x="1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9" name="Freeform 2954">
                <a:extLst>
                  <a:ext uri="{FF2B5EF4-FFF2-40B4-BE49-F238E27FC236}">
                    <a16:creationId xmlns:a16="http://schemas.microsoft.com/office/drawing/2014/main" id="{168EA78D-3F09-4450-B366-D841D4361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596"/>
                <a:ext cx="143" cy="152"/>
              </a:xfrm>
              <a:custGeom>
                <a:avLst/>
                <a:gdLst>
                  <a:gd name="T0" fmla="*/ 314 w 57"/>
                  <a:gd name="T1" fmla="*/ 9707 h 57"/>
                  <a:gd name="T2" fmla="*/ 7451 w 57"/>
                  <a:gd name="T3" fmla="*/ 397 h 57"/>
                  <a:gd name="T4" fmla="*/ 13909 w 57"/>
                  <a:gd name="T5" fmla="*/ 10773 h 57"/>
                  <a:gd name="T6" fmla="*/ 6771 w 57"/>
                  <a:gd name="T7" fmla="*/ 20083 h 57"/>
                  <a:gd name="T8" fmla="*/ 314 w 57"/>
                  <a:gd name="T9" fmla="*/ 970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1" y="27"/>
                    </a:moveTo>
                    <a:cubicBezTo>
                      <a:pt x="1" y="12"/>
                      <a:pt x="14" y="0"/>
                      <a:pt x="30" y="1"/>
                    </a:cubicBezTo>
                    <a:cubicBezTo>
                      <a:pt x="45" y="2"/>
                      <a:pt x="57" y="15"/>
                      <a:pt x="56" y="30"/>
                    </a:cubicBezTo>
                    <a:cubicBezTo>
                      <a:pt x="55" y="45"/>
                      <a:pt x="43" y="57"/>
                      <a:pt x="27" y="56"/>
                    </a:cubicBezTo>
                    <a:cubicBezTo>
                      <a:pt x="12" y="56"/>
                      <a:pt x="0" y="43"/>
                      <a:pt x="1" y="27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0" name="Freeform 2955">
                <a:extLst>
                  <a:ext uri="{FF2B5EF4-FFF2-40B4-BE49-F238E27FC236}">
                    <a16:creationId xmlns:a16="http://schemas.microsoft.com/office/drawing/2014/main" id="{47F7B714-4C79-45D3-9D5A-F6811CEB0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609"/>
                <a:ext cx="77" cy="83"/>
              </a:xfrm>
              <a:custGeom>
                <a:avLst/>
                <a:gdLst>
                  <a:gd name="T0" fmla="*/ 2362 w 31"/>
                  <a:gd name="T1" fmla="*/ 1076 h 31"/>
                  <a:gd name="T2" fmla="*/ 6312 w 31"/>
                  <a:gd name="T3" fmla="*/ 3706 h 31"/>
                  <a:gd name="T4" fmla="*/ 4906 w 31"/>
                  <a:gd name="T5" fmla="*/ 10321 h 31"/>
                  <a:gd name="T6" fmla="*/ 641 w 31"/>
                  <a:gd name="T7" fmla="*/ 7714 h 31"/>
                  <a:gd name="T8" fmla="*/ 2362 w 31"/>
                  <a:gd name="T9" fmla="*/ 107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0" y="3"/>
                    </a:moveTo>
                    <a:cubicBezTo>
                      <a:pt x="16" y="0"/>
                      <a:pt x="24" y="3"/>
                      <a:pt x="27" y="10"/>
                    </a:cubicBezTo>
                    <a:cubicBezTo>
                      <a:pt x="31" y="17"/>
                      <a:pt x="28" y="25"/>
                      <a:pt x="21" y="28"/>
                    </a:cubicBezTo>
                    <a:cubicBezTo>
                      <a:pt x="14" y="31"/>
                      <a:pt x="6" y="28"/>
                      <a:pt x="3" y="21"/>
                    </a:cubicBezTo>
                    <a:cubicBezTo>
                      <a:pt x="0" y="15"/>
                      <a:pt x="3" y="7"/>
                      <a:pt x="10" y="3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1" name="Freeform 2956">
                <a:extLst>
                  <a:ext uri="{FF2B5EF4-FFF2-40B4-BE49-F238E27FC236}">
                    <a16:creationId xmlns:a16="http://schemas.microsoft.com/office/drawing/2014/main" id="{3C8335D6-043D-478D-93DF-344D19731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628"/>
                <a:ext cx="30" cy="32"/>
              </a:xfrm>
              <a:custGeom>
                <a:avLst/>
                <a:gdLst>
                  <a:gd name="T0" fmla="*/ 783 w 12"/>
                  <a:gd name="T1" fmla="*/ 397 h 12"/>
                  <a:gd name="T2" fmla="*/ 2738 w 12"/>
                  <a:gd name="T3" fmla="*/ 1459 h 12"/>
                  <a:gd name="T4" fmla="*/ 1958 w 12"/>
                  <a:gd name="T5" fmla="*/ 3891 h 12"/>
                  <a:gd name="T6" fmla="*/ 313 w 12"/>
                  <a:gd name="T7" fmla="*/ 2824 h 12"/>
                  <a:gd name="T8" fmla="*/ 783 w 12"/>
                  <a:gd name="T9" fmla="*/ 39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3" y="1"/>
                    </a:moveTo>
                    <a:cubicBezTo>
                      <a:pt x="6" y="0"/>
                      <a:pt x="9" y="1"/>
                      <a:pt x="11" y="4"/>
                    </a:cubicBezTo>
                    <a:cubicBezTo>
                      <a:pt x="12" y="6"/>
                      <a:pt x="11" y="10"/>
                      <a:pt x="8" y="11"/>
                    </a:cubicBezTo>
                    <a:cubicBezTo>
                      <a:pt x="5" y="12"/>
                      <a:pt x="2" y="11"/>
                      <a:pt x="1" y="8"/>
                    </a:cubicBezTo>
                    <a:cubicBezTo>
                      <a:pt x="0" y="5"/>
                      <a:pt x="1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2" name="Freeform 2957">
                <a:extLst>
                  <a:ext uri="{FF2B5EF4-FFF2-40B4-BE49-F238E27FC236}">
                    <a16:creationId xmlns:a16="http://schemas.microsoft.com/office/drawing/2014/main" id="{5FBFDABB-D1D7-41D0-A394-007AF02C7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745"/>
                <a:ext cx="22" cy="46"/>
              </a:xfrm>
              <a:custGeom>
                <a:avLst/>
                <a:gdLst>
                  <a:gd name="T0" fmla="*/ 860 w 9"/>
                  <a:gd name="T1" fmla="*/ 438 h 17"/>
                  <a:gd name="T2" fmla="*/ 0 w 9"/>
                  <a:gd name="T3" fmla="*/ 0 h 17"/>
                  <a:gd name="T4" fmla="*/ 174 w 9"/>
                  <a:gd name="T5" fmla="*/ 6656 h 17"/>
                  <a:gd name="T6" fmla="*/ 174 w 9"/>
                  <a:gd name="T7" fmla="*/ 6656 h 17"/>
                  <a:gd name="T8" fmla="*/ 860 w 9"/>
                  <a:gd name="T9" fmla="*/ 6656 h 17"/>
                  <a:gd name="T10" fmla="*/ 1506 w 9"/>
                  <a:gd name="T11" fmla="*/ 6224 h 17"/>
                  <a:gd name="T12" fmla="*/ 1506 w 9"/>
                  <a:gd name="T13" fmla="*/ 6224 h 17"/>
                  <a:gd name="T14" fmla="*/ 1931 w 9"/>
                  <a:gd name="T15" fmla="*/ 438 h 17"/>
                  <a:gd name="T16" fmla="*/ 860 w 9"/>
                  <a:gd name="T17" fmla="*/ 438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17">
                    <a:moveTo>
                      <a:pt x="4" y="1"/>
                    </a:moveTo>
                    <a:cubicBezTo>
                      <a:pt x="3" y="1"/>
                      <a:pt x="1" y="0"/>
                      <a:pt x="0" y="0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7"/>
                      <a:pt x="3" y="17"/>
                      <a:pt x="4" y="17"/>
                    </a:cubicBezTo>
                    <a:cubicBezTo>
                      <a:pt x="5" y="17"/>
                      <a:pt x="6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6" y="1"/>
                      <a:pt x="4" y="1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3" name="Freeform 2958">
                <a:extLst>
                  <a:ext uri="{FF2B5EF4-FFF2-40B4-BE49-F238E27FC236}">
                    <a16:creationId xmlns:a16="http://schemas.microsoft.com/office/drawing/2014/main" id="{BB913309-55AF-4178-AE8F-5681A686A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596"/>
                <a:ext cx="143" cy="152"/>
              </a:xfrm>
              <a:custGeom>
                <a:avLst/>
                <a:gdLst>
                  <a:gd name="T0" fmla="*/ 314 w 57"/>
                  <a:gd name="T1" fmla="*/ 9707 h 57"/>
                  <a:gd name="T2" fmla="*/ 7451 w 57"/>
                  <a:gd name="T3" fmla="*/ 397 h 57"/>
                  <a:gd name="T4" fmla="*/ 13909 w 57"/>
                  <a:gd name="T5" fmla="*/ 10773 h 57"/>
                  <a:gd name="T6" fmla="*/ 6771 w 57"/>
                  <a:gd name="T7" fmla="*/ 20083 h 57"/>
                  <a:gd name="T8" fmla="*/ 314 w 57"/>
                  <a:gd name="T9" fmla="*/ 970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1" y="27"/>
                    </a:moveTo>
                    <a:cubicBezTo>
                      <a:pt x="1" y="12"/>
                      <a:pt x="14" y="0"/>
                      <a:pt x="30" y="1"/>
                    </a:cubicBezTo>
                    <a:cubicBezTo>
                      <a:pt x="45" y="2"/>
                      <a:pt x="57" y="15"/>
                      <a:pt x="56" y="30"/>
                    </a:cubicBezTo>
                    <a:cubicBezTo>
                      <a:pt x="55" y="45"/>
                      <a:pt x="43" y="57"/>
                      <a:pt x="27" y="56"/>
                    </a:cubicBezTo>
                    <a:cubicBezTo>
                      <a:pt x="12" y="56"/>
                      <a:pt x="0" y="43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4" name="Freeform 2959">
                <a:extLst>
                  <a:ext uri="{FF2B5EF4-FFF2-40B4-BE49-F238E27FC236}">
                    <a16:creationId xmlns:a16="http://schemas.microsoft.com/office/drawing/2014/main" id="{111E73C6-FACF-4917-B2B4-E0C500653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745"/>
                <a:ext cx="22" cy="46"/>
              </a:xfrm>
              <a:custGeom>
                <a:avLst/>
                <a:gdLst>
                  <a:gd name="T0" fmla="*/ 860 w 9"/>
                  <a:gd name="T1" fmla="*/ 438 h 17"/>
                  <a:gd name="T2" fmla="*/ 0 w 9"/>
                  <a:gd name="T3" fmla="*/ 0 h 17"/>
                  <a:gd name="T4" fmla="*/ 174 w 9"/>
                  <a:gd name="T5" fmla="*/ 6656 h 17"/>
                  <a:gd name="T6" fmla="*/ 174 w 9"/>
                  <a:gd name="T7" fmla="*/ 6656 h 17"/>
                  <a:gd name="T8" fmla="*/ 860 w 9"/>
                  <a:gd name="T9" fmla="*/ 6656 h 17"/>
                  <a:gd name="T10" fmla="*/ 1506 w 9"/>
                  <a:gd name="T11" fmla="*/ 6224 h 17"/>
                  <a:gd name="T12" fmla="*/ 1506 w 9"/>
                  <a:gd name="T13" fmla="*/ 6224 h 17"/>
                  <a:gd name="T14" fmla="*/ 1931 w 9"/>
                  <a:gd name="T15" fmla="*/ 438 h 17"/>
                  <a:gd name="T16" fmla="*/ 860 w 9"/>
                  <a:gd name="T17" fmla="*/ 438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17">
                    <a:moveTo>
                      <a:pt x="4" y="1"/>
                    </a:moveTo>
                    <a:cubicBezTo>
                      <a:pt x="3" y="1"/>
                      <a:pt x="1" y="0"/>
                      <a:pt x="0" y="0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7"/>
                      <a:pt x="3" y="17"/>
                      <a:pt x="4" y="17"/>
                    </a:cubicBezTo>
                    <a:cubicBezTo>
                      <a:pt x="5" y="17"/>
                      <a:pt x="6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6" y="1"/>
                      <a:pt x="4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5" name="Freeform 2960">
                <a:extLst>
                  <a:ext uri="{FF2B5EF4-FFF2-40B4-BE49-F238E27FC236}">
                    <a16:creationId xmlns:a16="http://schemas.microsoft.com/office/drawing/2014/main" id="{9C21F892-0B55-4D24-A79C-F82F40ED3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593"/>
                <a:ext cx="142" cy="155"/>
              </a:xfrm>
              <a:custGeom>
                <a:avLst/>
                <a:gdLst>
                  <a:gd name="T0" fmla="*/ 9788 w 57"/>
                  <a:gd name="T1" fmla="*/ 18512 h 58"/>
                  <a:gd name="T2" fmla="*/ 11985 w 57"/>
                  <a:gd name="T3" fmla="*/ 5855 h 58"/>
                  <a:gd name="T4" fmla="*/ 3849 w 57"/>
                  <a:gd name="T5" fmla="*/ 2592 h 58"/>
                  <a:gd name="T6" fmla="*/ 1627 w 57"/>
                  <a:gd name="T7" fmla="*/ 15006 h 58"/>
                  <a:gd name="T8" fmla="*/ 9788 w 57"/>
                  <a:gd name="T9" fmla="*/ 18512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8">
                    <a:moveTo>
                      <a:pt x="41" y="51"/>
                    </a:moveTo>
                    <a:cubicBezTo>
                      <a:pt x="53" y="44"/>
                      <a:pt x="57" y="28"/>
                      <a:pt x="50" y="16"/>
                    </a:cubicBezTo>
                    <a:cubicBezTo>
                      <a:pt x="43" y="4"/>
                      <a:pt x="28" y="0"/>
                      <a:pt x="16" y="7"/>
                    </a:cubicBezTo>
                    <a:cubicBezTo>
                      <a:pt x="4" y="14"/>
                      <a:pt x="0" y="29"/>
                      <a:pt x="7" y="41"/>
                    </a:cubicBezTo>
                    <a:cubicBezTo>
                      <a:pt x="13" y="53"/>
                      <a:pt x="29" y="58"/>
                      <a:pt x="41" y="51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6" name="Freeform 2961">
                <a:extLst>
                  <a:ext uri="{FF2B5EF4-FFF2-40B4-BE49-F238E27FC236}">
                    <a16:creationId xmlns:a16="http://schemas.microsoft.com/office/drawing/2014/main" id="{5B46C74F-5C3A-4A86-868F-55C8A95F4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615"/>
                <a:ext cx="70" cy="74"/>
              </a:xfrm>
              <a:custGeom>
                <a:avLst/>
                <a:gdLst>
                  <a:gd name="T0" fmla="*/ 6175 w 28"/>
                  <a:gd name="T1" fmla="*/ 3082 h 28"/>
                  <a:gd name="T2" fmla="*/ 2270 w 28"/>
                  <a:gd name="T3" fmla="*/ 1033 h 28"/>
                  <a:gd name="T4" fmla="*/ 783 w 28"/>
                  <a:gd name="T5" fmla="*/ 6832 h 28"/>
                  <a:gd name="T6" fmla="*/ 4895 w 28"/>
                  <a:gd name="T7" fmla="*/ 8494 h 28"/>
                  <a:gd name="T8" fmla="*/ 6175 w 28"/>
                  <a:gd name="T9" fmla="*/ 308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5" y="9"/>
                    </a:moveTo>
                    <a:cubicBezTo>
                      <a:pt x="22" y="3"/>
                      <a:pt x="15" y="0"/>
                      <a:pt x="9" y="3"/>
                    </a:cubicBezTo>
                    <a:cubicBezTo>
                      <a:pt x="3" y="6"/>
                      <a:pt x="0" y="13"/>
                      <a:pt x="3" y="20"/>
                    </a:cubicBezTo>
                    <a:cubicBezTo>
                      <a:pt x="6" y="26"/>
                      <a:pt x="14" y="28"/>
                      <a:pt x="20" y="25"/>
                    </a:cubicBezTo>
                    <a:cubicBezTo>
                      <a:pt x="26" y="22"/>
                      <a:pt x="28" y="15"/>
                      <a:pt x="25" y="9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7" name="Freeform 2962">
                <a:extLst>
                  <a:ext uri="{FF2B5EF4-FFF2-40B4-BE49-F238E27FC236}">
                    <a16:creationId xmlns:a16="http://schemas.microsoft.com/office/drawing/2014/main" id="{0BDB3C66-13DE-4127-8CAF-69E380822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2633"/>
                <a:ext cx="28" cy="30"/>
              </a:xfrm>
              <a:custGeom>
                <a:avLst/>
                <a:gdLst>
                  <a:gd name="T0" fmla="*/ 2688 w 11"/>
                  <a:gd name="T1" fmla="*/ 1219 h 11"/>
                  <a:gd name="T2" fmla="*/ 843 w 11"/>
                  <a:gd name="T3" fmla="*/ 447 h 11"/>
                  <a:gd name="T4" fmla="*/ 331 w 11"/>
                  <a:gd name="T5" fmla="*/ 3325 h 11"/>
                  <a:gd name="T6" fmla="*/ 1932 w 11"/>
                  <a:gd name="T7" fmla="*/ 4099 h 11"/>
                  <a:gd name="T8" fmla="*/ 2688 w 11"/>
                  <a:gd name="T9" fmla="*/ 121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3"/>
                    </a:moveTo>
                    <a:cubicBezTo>
                      <a:pt x="8" y="1"/>
                      <a:pt x="6" y="0"/>
                      <a:pt x="3" y="1"/>
                    </a:cubicBezTo>
                    <a:cubicBezTo>
                      <a:pt x="1" y="2"/>
                      <a:pt x="0" y="5"/>
                      <a:pt x="1" y="8"/>
                    </a:cubicBezTo>
                    <a:cubicBezTo>
                      <a:pt x="2" y="10"/>
                      <a:pt x="5" y="11"/>
                      <a:pt x="7" y="10"/>
                    </a:cubicBezTo>
                    <a:cubicBezTo>
                      <a:pt x="10" y="9"/>
                      <a:pt x="11" y="6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8" name="Freeform 2963">
                <a:extLst>
                  <a:ext uri="{FF2B5EF4-FFF2-40B4-BE49-F238E27FC236}">
                    <a16:creationId xmlns:a16="http://schemas.microsoft.com/office/drawing/2014/main" id="{054707E8-91F2-431B-AA65-E1D9AB64A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2695"/>
                <a:ext cx="85" cy="50"/>
              </a:xfrm>
              <a:custGeom>
                <a:avLst/>
                <a:gdLst>
                  <a:gd name="T0" fmla="*/ 7625 w 34"/>
                  <a:gd name="T1" fmla="*/ 1384 h 19"/>
                  <a:gd name="T2" fmla="*/ 8333 w 34"/>
                  <a:gd name="T3" fmla="*/ 2258 h 19"/>
                  <a:gd name="T4" fmla="*/ 520 w 34"/>
                  <a:gd name="T5" fmla="*/ 6324 h 19"/>
                  <a:gd name="T6" fmla="*/ 520 w 34"/>
                  <a:gd name="T7" fmla="*/ 6324 h 19"/>
                  <a:gd name="T8" fmla="*/ 313 w 34"/>
                  <a:gd name="T9" fmla="*/ 5318 h 19"/>
                  <a:gd name="T10" fmla="*/ 0 w 34"/>
                  <a:gd name="T11" fmla="*/ 4266 h 19"/>
                  <a:gd name="T12" fmla="*/ 0 w 34"/>
                  <a:gd name="T13" fmla="*/ 4266 h 19"/>
                  <a:gd name="T14" fmla="*/ 7158 w 34"/>
                  <a:gd name="T15" fmla="*/ 0 h 19"/>
                  <a:gd name="T16" fmla="*/ 7625 w 34"/>
                  <a:gd name="T17" fmla="*/ 138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9">
                    <a:moveTo>
                      <a:pt x="31" y="4"/>
                    </a:moveTo>
                    <a:cubicBezTo>
                      <a:pt x="32" y="5"/>
                      <a:pt x="33" y="6"/>
                      <a:pt x="34" y="7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1" y="15"/>
                      <a:pt x="1" y="14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1"/>
                      <a:pt x="31" y="2"/>
                      <a:pt x="31" y="4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9" name="Freeform 2964">
                <a:extLst>
                  <a:ext uri="{FF2B5EF4-FFF2-40B4-BE49-F238E27FC236}">
                    <a16:creationId xmlns:a16="http://schemas.microsoft.com/office/drawing/2014/main" id="{749C1327-33BE-4C41-9921-45207CFC3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2700"/>
                <a:ext cx="75" cy="32"/>
              </a:xfrm>
              <a:custGeom>
                <a:avLst/>
                <a:gdLst>
                  <a:gd name="T0" fmla="*/ 7345 w 30"/>
                  <a:gd name="T1" fmla="*/ 1763 h 12"/>
                  <a:gd name="T2" fmla="*/ 6645 w 30"/>
                  <a:gd name="T3" fmla="*/ 0 h 12"/>
                  <a:gd name="T4" fmla="*/ 0 w 30"/>
                  <a:gd name="T5" fmla="*/ 4301 h 12"/>
                  <a:gd name="T6" fmla="*/ 6375 w 30"/>
                  <a:gd name="T7" fmla="*/ 1459 h 12"/>
                  <a:gd name="T8" fmla="*/ 7345 w 30"/>
                  <a:gd name="T9" fmla="*/ 176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2">
                    <a:moveTo>
                      <a:pt x="30" y="5"/>
                    </a:moveTo>
                    <a:cubicBezTo>
                      <a:pt x="29" y="4"/>
                      <a:pt x="28" y="1"/>
                      <a:pt x="27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4" y="3"/>
                      <a:pt x="26" y="4"/>
                    </a:cubicBezTo>
                    <a:cubicBezTo>
                      <a:pt x="28" y="4"/>
                      <a:pt x="30" y="5"/>
                      <a:pt x="30" y="5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0" name="Freeform 2965">
                <a:extLst>
                  <a:ext uri="{FF2B5EF4-FFF2-40B4-BE49-F238E27FC236}">
                    <a16:creationId xmlns:a16="http://schemas.microsoft.com/office/drawing/2014/main" id="{41D43D17-F24E-44BF-A5D8-BB661F708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2695"/>
                <a:ext cx="85" cy="50"/>
              </a:xfrm>
              <a:custGeom>
                <a:avLst/>
                <a:gdLst>
                  <a:gd name="T0" fmla="*/ 7625 w 34"/>
                  <a:gd name="T1" fmla="*/ 1384 h 19"/>
                  <a:gd name="T2" fmla="*/ 8333 w 34"/>
                  <a:gd name="T3" fmla="*/ 2258 h 19"/>
                  <a:gd name="T4" fmla="*/ 520 w 34"/>
                  <a:gd name="T5" fmla="*/ 6324 h 19"/>
                  <a:gd name="T6" fmla="*/ 520 w 34"/>
                  <a:gd name="T7" fmla="*/ 6324 h 19"/>
                  <a:gd name="T8" fmla="*/ 313 w 34"/>
                  <a:gd name="T9" fmla="*/ 5318 h 19"/>
                  <a:gd name="T10" fmla="*/ 0 w 34"/>
                  <a:gd name="T11" fmla="*/ 4266 h 19"/>
                  <a:gd name="T12" fmla="*/ 0 w 34"/>
                  <a:gd name="T13" fmla="*/ 4266 h 19"/>
                  <a:gd name="T14" fmla="*/ 7158 w 34"/>
                  <a:gd name="T15" fmla="*/ 0 h 19"/>
                  <a:gd name="T16" fmla="*/ 7625 w 34"/>
                  <a:gd name="T17" fmla="*/ 138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9">
                    <a:moveTo>
                      <a:pt x="31" y="4"/>
                    </a:moveTo>
                    <a:cubicBezTo>
                      <a:pt x="32" y="5"/>
                      <a:pt x="33" y="6"/>
                      <a:pt x="34" y="7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1" y="15"/>
                      <a:pt x="1" y="14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1"/>
                      <a:pt x="31" y="2"/>
                      <a:pt x="3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1" name="Freeform 2966">
                <a:extLst>
                  <a:ext uri="{FF2B5EF4-FFF2-40B4-BE49-F238E27FC236}">
                    <a16:creationId xmlns:a16="http://schemas.microsoft.com/office/drawing/2014/main" id="{1EAF0DFD-BE59-4BDA-8672-F897480D0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593"/>
                <a:ext cx="142" cy="155"/>
              </a:xfrm>
              <a:custGeom>
                <a:avLst/>
                <a:gdLst>
                  <a:gd name="T0" fmla="*/ 9788 w 57"/>
                  <a:gd name="T1" fmla="*/ 18512 h 58"/>
                  <a:gd name="T2" fmla="*/ 11985 w 57"/>
                  <a:gd name="T3" fmla="*/ 5855 h 58"/>
                  <a:gd name="T4" fmla="*/ 3849 w 57"/>
                  <a:gd name="T5" fmla="*/ 2592 h 58"/>
                  <a:gd name="T6" fmla="*/ 1627 w 57"/>
                  <a:gd name="T7" fmla="*/ 15006 h 58"/>
                  <a:gd name="T8" fmla="*/ 9788 w 57"/>
                  <a:gd name="T9" fmla="*/ 18512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8">
                    <a:moveTo>
                      <a:pt x="41" y="51"/>
                    </a:moveTo>
                    <a:cubicBezTo>
                      <a:pt x="53" y="44"/>
                      <a:pt x="57" y="28"/>
                      <a:pt x="50" y="16"/>
                    </a:cubicBezTo>
                    <a:cubicBezTo>
                      <a:pt x="43" y="4"/>
                      <a:pt x="28" y="0"/>
                      <a:pt x="16" y="7"/>
                    </a:cubicBezTo>
                    <a:cubicBezTo>
                      <a:pt x="4" y="14"/>
                      <a:pt x="0" y="29"/>
                      <a:pt x="7" y="41"/>
                    </a:cubicBezTo>
                    <a:cubicBezTo>
                      <a:pt x="13" y="53"/>
                      <a:pt x="29" y="58"/>
                      <a:pt x="41" y="5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2" name="Freeform 2967">
                <a:extLst>
                  <a:ext uri="{FF2B5EF4-FFF2-40B4-BE49-F238E27FC236}">
                    <a16:creationId xmlns:a16="http://schemas.microsoft.com/office/drawing/2014/main" id="{24F17C11-BD44-4018-99F0-9FC6E3A23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3367"/>
                <a:ext cx="143" cy="152"/>
              </a:xfrm>
              <a:custGeom>
                <a:avLst/>
                <a:gdLst>
                  <a:gd name="T0" fmla="*/ 3286 w 57"/>
                  <a:gd name="T1" fmla="*/ 17237 h 57"/>
                  <a:gd name="T2" fmla="*/ 11922 w 57"/>
                  <a:gd name="T3" fmla="*/ 15779 h 57"/>
                  <a:gd name="T4" fmla="*/ 10926 w 57"/>
                  <a:gd name="T5" fmla="*/ 2824 h 57"/>
                  <a:gd name="T6" fmla="*/ 2303 w 57"/>
                  <a:gd name="T7" fmla="*/ 4301 h 57"/>
                  <a:gd name="T8" fmla="*/ 3286 w 57"/>
                  <a:gd name="T9" fmla="*/ 1723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13" y="48"/>
                    </a:moveTo>
                    <a:cubicBezTo>
                      <a:pt x="24" y="57"/>
                      <a:pt x="39" y="55"/>
                      <a:pt x="48" y="44"/>
                    </a:cubicBezTo>
                    <a:cubicBezTo>
                      <a:pt x="57" y="33"/>
                      <a:pt x="55" y="17"/>
                      <a:pt x="44" y="8"/>
                    </a:cubicBezTo>
                    <a:cubicBezTo>
                      <a:pt x="33" y="0"/>
                      <a:pt x="17" y="1"/>
                      <a:pt x="9" y="12"/>
                    </a:cubicBezTo>
                    <a:cubicBezTo>
                      <a:pt x="0" y="23"/>
                      <a:pt x="2" y="39"/>
                      <a:pt x="13" y="48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3" name="Freeform 2968">
                <a:extLst>
                  <a:ext uri="{FF2B5EF4-FFF2-40B4-BE49-F238E27FC236}">
                    <a16:creationId xmlns:a16="http://schemas.microsoft.com/office/drawing/2014/main" id="{61D23B97-720D-4B6B-A409-71B56660D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3393"/>
                <a:ext cx="70" cy="75"/>
              </a:xfrm>
              <a:custGeom>
                <a:avLst/>
                <a:gdLst>
                  <a:gd name="T0" fmla="*/ 1770 w 28"/>
                  <a:gd name="T1" fmla="*/ 8804 h 28"/>
                  <a:gd name="T2" fmla="*/ 5863 w 28"/>
                  <a:gd name="T3" fmla="*/ 8129 h 28"/>
                  <a:gd name="T4" fmla="*/ 5395 w 28"/>
                  <a:gd name="T5" fmla="*/ 1500 h 28"/>
                  <a:gd name="T6" fmla="*/ 1300 w 28"/>
                  <a:gd name="T7" fmla="*/ 2210 h 28"/>
                  <a:gd name="T8" fmla="*/ 1770 w 28"/>
                  <a:gd name="T9" fmla="*/ 880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7" y="24"/>
                    </a:moveTo>
                    <a:cubicBezTo>
                      <a:pt x="12" y="28"/>
                      <a:pt x="20" y="27"/>
                      <a:pt x="24" y="22"/>
                    </a:cubicBezTo>
                    <a:cubicBezTo>
                      <a:pt x="28" y="16"/>
                      <a:pt x="27" y="9"/>
                      <a:pt x="22" y="4"/>
                    </a:cubicBezTo>
                    <a:cubicBezTo>
                      <a:pt x="17" y="0"/>
                      <a:pt x="9" y="1"/>
                      <a:pt x="5" y="6"/>
                    </a:cubicBezTo>
                    <a:cubicBezTo>
                      <a:pt x="0" y="12"/>
                      <a:pt x="1" y="19"/>
                      <a:pt x="7" y="24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4" name="Freeform 2969">
                <a:extLst>
                  <a:ext uri="{FF2B5EF4-FFF2-40B4-BE49-F238E27FC236}">
                    <a16:creationId xmlns:a16="http://schemas.microsoft.com/office/drawing/2014/main" id="{41FB5C90-F068-49F8-9514-4826B5488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3409"/>
                <a:ext cx="28" cy="30"/>
              </a:xfrm>
              <a:custGeom>
                <a:avLst/>
                <a:gdLst>
                  <a:gd name="T0" fmla="*/ 545 w 11"/>
                  <a:gd name="T1" fmla="*/ 3755 h 11"/>
                  <a:gd name="T2" fmla="*/ 2474 w 11"/>
                  <a:gd name="T3" fmla="*/ 3755 h 11"/>
                  <a:gd name="T4" fmla="*/ 2146 w 11"/>
                  <a:gd name="T5" fmla="*/ 775 h 11"/>
                  <a:gd name="T6" fmla="*/ 331 w 11"/>
                  <a:gd name="T7" fmla="*/ 775 h 11"/>
                  <a:gd name="T8" fmla="*/ 545 w 11"/>
                  <a:gd name="T9" fmla="*/ 375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2" y="9"/>
                    </a:moveTo>
                    <a:cubicBezTo>
                      <a:pt x="4" y="11"/>
                      <a:pt x="7" y="11"/>
                      <a:pt x="9" y="9"/>
                    </a:cubicBezTo>
                    <a:cubicBezTo>
                      <a:pt x="11" y="7"/>
                      <a:pt x="11" y="3"/>
                      <a:pt x="8" y="2"/>
                    </a:cubicBezTo>
                    <a:cubicBezTo>
                      <a:pt x="6" y="0"/>
                      <a:pt x="3" y="0"/>
                      <a:pt x="1" y="2"/>
                    </a:cubicBezTo>
                    <a:cubicBezTo>
                      <a:pt x="0" y="5"/>
                      <a:pt x="0" y="8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5" name="Freeform 2970">
                <a:extLst>
                  <a:ext uri="{FF2B5EF4-FFF2-40B4-BE49-F238E27FC236}">
                    <a16:creationId xmlns:a16="http://schemas.microsoft.com/office/drawing/2014/main" id="{C46B8797-A1A3-492D-A2D4-51D45B238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3351"/>
                <a:ext cx="65" cy="58"/>
              </a:xfrm>
              <a:custGeom>
                <a:avLst/>
                <a:gdLst>
                  <a:gd name="T0" fmla="*/ 5863 w 26"/>
                  <a:gd name="T1" fmla="*/ 5992 h 22"/>
                  <a:gd name="T2" fmla="*/ 5208 w 26"/>
                  <a:gd name="T3" fmla="*/ 7382 h 22"/>
                  <a:gd name="T4" fmla="*/ 0 w 26"/>
                  <a:gd name="T5" fmla="*/ 1648 h 22"/>
                  <a:gd name="T6" fmla="*/ 0 w 26"/>
                  <a:gd name="T7" fmla="*/ 1648 h 22"/>
                  <a:gd name="T8" fmla="*/ 520 w 26"/>
                  <a:gd name="T9" fmla="*/ 625 h 22"/>
                  <a:gd name="T10" fmla="*/ 783 w 26"/>
                  <a:gd name="T11" fmla="*/ 0 h 22"/>
                  <a:gd name="T12" fmla="*/ 783 w 26"/>
                  <a:gd name="T13" fmla="*/ 0 h 22"/>
                  <a:gd name="T14" fmla="*/ 6375 w 26"/>
                  <a:gd name="T15" fmla="*/ 5075 h 22"/>
                  <a:gd name="T16" fmla="*/ 5863 w 26"/>
                  <a:gd name="T17" fmla="*/ 5992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2">
                    <a:moveTo>
                      <a:pt x="24" y="18"/>
                    </a:moveTo>
                    <a:cubicBezTo>
                      <a:pt x="23" y="19"/>
                      <a:pt x="22" y="20"/>
                      <a:pt x="21" y="2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3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16"/>
                      <a:pt x="24" y="17"/>
                      <a:pt x="24" y="18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6" name="Freeform 2971">
                <a:extLst>
                  <a:ext uri="{FF2B5EF4-FFF2-40B4-BE49-F238E27FC236}">
                    <a16:creationId xmlns:a16="http://schemas.microsoft.com/office/drawing/2014/main" id="{0A748B54-61F4-4312-A93C-9A72D294B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3383"/>
                <a:ext cx="25" cy="26"/>
              </a:xfrm>
              <a:custGeom>
                <a:avLst/>
                <a:gdLst>
                  <a:gd name="T0" fmla="*/ 1958 w 10"/>
                  <a:gd name="T1" fmla="*/ 3110 h 10"/>
                  <a:gd name="T2" fmla="*/ 2470 w 10"/>
                  <a:gd name="T3" fmla="*/ 2142 h 10"/>
                  <a:gd name="T4" fmla="*/ 0 w 10"/>
                  <a:gd name="T5" fmla="*/ 0 h 10"/>
                  <a:gd name="T6" fmla="*/ 1958 w 10"/>
                  <a:gd name="T7" fmla="*/ 2142 h 10"/>
                  <a:gd name="T8" fmla="*/ 1958 w 10"/>
                  <a:gd name="T9" fmla="*/ 31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8" y="10"/>
                    </a:moveTo>
                    <a:cubicBezTo>
                      <a:pt x="8" y="9"/>
                      <a:pt x="10" y="7"/>
                      <a:pt x="1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8" y="5"/>
                      <a:pt x="8" y="7"/>
                    </a:cubicBezTo>
                    <a:cubicBezTo>
                      <a:pt x="8" y="8"/>
                      <a:pt x="8" y="9"/>
                      <a:pt x="8" y="10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7" name="Freeform 2972">
                <a:extLst>
                  <a:ext uri="{FF2B5EF4-FFF2-40B4-BE49-F238E27FC236}">
                    <a16:creationId xmlns:a16="http://schemas.microsoft.com/office/drawing/2014/main" id="{EE248ED8-3AF6-4A18-BFBB-2C111678C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972"/>
                <a:ext cx="142" cy="152"/>
              </a:xfrm>
              <a:custGeom>
                <a:avLst/>
                <a:gdLst>
                  <a:gd name="T0" fmla="*/ 6430 w 57"/>
                  <a:gd name="T1" fmla="*/ 20083 h 57"/>
                  <a:gd name="T2" fmla="*/ 13438 w 57"/>
                  <a:gd name="T3" fmla="*/ 10773 h 57"/>
                  <a:gd name="T4" fmla="*/ 7205 w 57"/>
                  <a:gd name="T5" fmla="*/ 397 h 57"/>
                  <a:gd name="T6" fmla="*/ 187 w 57"/>
                  <a:gd name="T7" fmla="*/ 9707 h 57"/>
                  <a:gd name="T8" fmla="*/ 6430 w 57"/>
                  <a:gd name="T9" fmla="*/ 20083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27" y="56"/>
                    </a:moveTo>
                    <a:cubicBezTo>
                      <a:pt x="42" y="57"/>
                      <a:pt x="55" y="46"/>
                      <a:pt x="56" y="30"/>
                    </a:cubicBezTo>
                    <a:cubicBezTo>
                      <a:pt x="57" y="15"/>
                      <a:pt x="46" y="2"/>
                      <a:pt x="30" y="1"/>
                    </a:cubicBezTo>
                    <a:cubicBezTo>
                      <a:pt x="15" y="0"/>
                      <a:pt x="2" y="12"/>
                      <a:pt x="1" y="27"/>
                    </a:cubicBezTo>
                    <a:cubicBezTo>
                      <a:pt x="0" y="42"/>
                      <a:pt x="12" y="56"/>
                      <a:pt x="27" y="56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8" name="Freeform 2973">
                <a:extLst>
                  <a:ext uri="{FF2B5EF4-FFF2-40B4-BE49-F238E27FC236}">
                    <a16:creationId xmlns:a16="http://schemas.microsoft.com/office/drawing/2014/main" id="{040B2371-4B9C-4CEA-B727-63E387E1E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3033"/>
                <a:ext cx="27" cy="27"/>
              </a:xfrm>
              <a:custGeom>
                <a:avLst/>
                <a:gdLst>
                  <a:gd name="T0" fmla="*/ 2398 w 11"/>
                  <a:gd name="T1" fmla="*/ 1596 h 10"/>
                  <a:gd name="T2" fmla="*/ 2398 w 11"/>
                  <a:gd name="T3" fmla="*/ 3464 h 10"/>
                  <a:gd name="T4" fmla="*/ 0 w 11"/>
                  <a:gd name="T5" fmla="*/ 3877 h 10"/>
                  <a:gd name="T6" fmla="*/ 0 w 11"/>
                  <a:gd name="T7" fmla="*/ 3877 h 10"/>
                  <a:gd name="T8" fmla="*/ 0 w 11"/>
                  <a:gd name="T9" fmla="*/ 2282 h 10"/>
                  <a:gd name="T10" fmla="*/ 0 w 11"/>
                  <a:gd name="T11" fmla="*/ 1158 h 10"/>
                  <a:gd name="T12" fmla="*/ 0 w 11"/>
                  <a:gd name="T13" fmla="*/ 1158 h 10"/>
                  <a:gd name="T14" fmla="*/ 2398 w 11"/>
                  <a:gd name="T15" fmla="*/ 0 h 10"/>
                  <a:gd name="T16" fmla="*/ 2398 w 11"/>
                  <a:gd name="T17" fmla="*/ 1596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11" y="4"/>
                    </a:moveTo>
                    <a:cubicBezTo>
                      <a:pt x="11" y="6"/>
                      <a:pt x="11" y="7"/>
                      <a:pt x="11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3"/>
                      <a:pt x="11" y="4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9" name="Freeform 2974">
                <a:extLst>
                  <a:ext uri="{FF2B5EF4-FFF2-40B4-BE49-F238E27FC236}">
                    <a16:creationId xmlns:a16="http://schemas.microsoft.com/office/drawing/2014/main" id="{CCF7B2FD-4953-41C4-93BD-445D47E1F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3036"/>
                <a:ext cx="20" cy="16"/>
              </a:xfrm>
              <a:custGeom>
                <a:avLst/>
                <a:gdLst>
                  <a:gd name="T0" fmla="*/ 1958 w 8"/>
                  <a:gd name="T1" fmla="*/ 2184 h 6"/>
                  <a:gd name="T2" fmla="*/ 1958 w 8"/>
                  <a:gd name="T3" fmla="*/ 0 h 6"/>
                  <a:gd name="T4" fmla="*/ 0 w 8"/>
                  <a:gd name="T5" fmla="*/ 1059 h 6"/>
                  <a:gd name="T6" fmla="*/ 1300 w 8"/>
                  <a:gd name="T7" fmla="*/ 661 h 6"/>
                  <a:gd name="T8" fmla="*/ 1958 w 8"/>
                  <a:gd name="T9" fmla="*/ 21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8" y="6"/>
                    </a:moveTo>
                    <a:cubicBezTo>
                      <a:pt x="7" y="4"/>
                      <a:pt x="8" y="1"/>
                      <a:pt x="8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3" y="1"/>
                      <a:pt x="5" y="2"/>
                    </a:cubicBezTo>
                    <a:cubicBezTo>
                      <a:pt x="6" y="4"/>
                      <a:pt x="7" y="6"/>
                      <a:pt x="8" y="6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0" name="Freeform 2975">
                <a:extLst>
                  <a:ext uri="{FF2B5EF4-FFF2-40B4-BE49-F238E27FC236}">
                    <a16:creationId xmlns:a16="http://schemas.microsoft.com/office/drawing/2014/main" id="{F3843E44-C164-4EDC-B379-D821B9E42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2399"/>
                <a:ext cx="143" cy="154"/>
              </a:xfrm>
              <a:custGeom>
                <a:avLst/>
                <a:gdLst>
                  <a:gd name="T0" fmla="*/ 12915 w 57"/>
                  <a:gd name="T1" fmla="*/ 13719 h 58"/>
                  <a:gd name="T2" fmla="*/ 9744 w 57"/>
                  <a:gd name="T3" fmla="*/ 2095 h 58"/>
                  <a:gd name="T4" fmla="*/ 1310 w 57"/>
                  <a:gd name="T5" fmla="*/ 6606 h 58"/>
                  <a:gd name="T6" fmla="*/ 4752 w 57"/>
                  <a:gd name="T7" fmla="*/ 18196 h 58"/>
                  <a:gd name="T8" fmla="*/ 12915 w 57"/>
                  <a:gd name="T9" fmla="*/ 13719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8">
                    <a:moveTo>
                      <a:pt x="52" y="39"/>
                    </a:moveTo>
                    <a:cubicBezTo>
                      <a:pt x="57" y="26"/>
                      <a:pt x="51" y="11"/>
                      <a:pt x="39" y="6"/>
                    </a:cubicBezTo>
                    <a:cubicBezTo>
                      <a:pt x="26" y="0"/>
                      <a:pt x="11" y="6"/>
                      <a:pt x="5" y="19"/>
                    </a:cubicBezTo>
                    <a:cubicBezTo>
                      <a:pt x="0" y="32"/>
                      <a:pt x="6" y="47"/>
                      <a:pt x="19" y="52"/>
                    </a:cubicBezTo>
                    <a:cubicBezTo>
                      <a:pt x="31" y="58"/>
                      <a:pt x="46" y="52"/>
                      <a:pt x="52" y="39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1" name="Freeform 2976">
                <a:extLst>
                  <a:ext uri="{FF2B5EF4-FFF2-40B4-BE49-F238E27FC236}">
                    <a16:creationId xmlns:a16="http://schemas.microsoft.com/office/drawing/2014/main" id="{3CD0D38E-CBD2-43A7-A2F9-4C0FAC4D0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2423"/>
                <a:ext cx="68" cy="74"/>
              </a:xfrm>
              <a:custGeom>
                <a:avLst/>
                <a:gdLst>
                  <a:gd name="T0" fmla="*/ 5881 w 27"/>
                  <a:gd name="T1" fmla="*/ 2046 h 28"/>
                  <a:gd name="T2" fmla="*/ 1534 w 27"/>
                  <a:gd name="T3" fmla="*/ 1425 h 28"/>
                  <a:gd name="T4" fmla="*/ 1007 w 27"/>
                  <a:gd name="T5" fmla="*/ 7461 h 28"/>
                  <a:gd name="T6" fmla="*/ 5354 w 27"/>
                  <a:gd name="T7" fmla="*/ 7865 h 28"/>
                  <a:gd name="T8" fmla="*/ 5881 w 27"/>
                  <a:gd name="T9" fmla="*/ 204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23" y="6"/>
                    </a:moveTo>
                    <a:cubicBezTo>
                      <a:pt x="19" y="1"/>
                      <a:pt x="11" y="0"/>
                      <a:pt x="6" y="4"/>
                    </a:cubicBezTo>
                    <a:cubicBezTo>
                      <a:pt x="0" y="9"/>
                      <a:pt x="0" y="16"/>
                      <a:pt x="4" y="22"/>
                    </a:cubicBezTo>
                    <a:cubicBezTo>
                      <a:pt x="8" y="27"/>
                      <a:pt x="16" y="28"/>
                      <a:pt x="21" y="23"/>
                    </a:cubicBezTo>
                    <a:cubicBezTo>
                      <a:pt x="26" y="19"/>
                      <a:pt x="27" y="11"/>
                      <a:pt x="23" y="6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2" name="Freeform 2977">
                <a:extLst>
                  <a:ext uri="{FF2B5EF4-FFF2-40B4-BE49-F238E27FC236}">
                    <a16:creationId xmlns:a16="http://schemas.microsoft.com/office/drawing/2014/main" id="{00B25A1A-C23B-41CF-9422-AE38D05A1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439"/>
                <a:ext cx="27" cy="29"/>
              </a:xfrm>
              <a:custGeom>
                <a:avLst/>
                <a:gdLst>
                  <a:gd name="T0" fmla="*/ 2216 w 11"/>
                  <a:gd name="T1" fmla="*/ 1007 h 11"/>
                  <a:gd name="T2" fmla="*/ 621 w 11"/>
                  <a:gd name="T3" fmla="*/ 625 h 11"/>
                  <a:gd name="T4" fmla="*/ 427 w 11"/>
                  <a:gd name="T5" fmla="*/ 3045 h 11"/>
                  <a:gd name="T6" fmla="*/ 1964 w 11"/>
                  <a:gd name="T7" fmla="*/ 3045 h 11"/>
                  <a:gd name="T8" fmla="*/ 2216 w 11"/>
                  <a:gd name="T9" fmla="*/ 100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3"/>
                    </a:moveTo>
                    <a:cubicBezTo>
                      <a:pt x="8" y="0"/>
                      <a:pt x="5" y="0"/>
                      <a:pt x="3" y="2"/>
                    </a:cubicBezTo>
                    <a:cubicBezTo>
                      <a:pt x="1" y="4"/>
                      <a:pt x="0" y="7"/>
                      <a:pt x="2" y="9"/>
                    </a:cubicBezTo>
                    <a:cubicBezTo>
                      <a:pt x="4" y="11"/>
                      <a:pt x="7" y="11"/>
                      <a:pt x="9" y="9"/>
                    </a:cubicBezTo>
                    <a:cubicBezTo>
                      <a:pt x="11" y="8"/>
                      <a:pt x="11" y="5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3" name="Freeform 2978">
                <a:extLst>
                  <a:ext uri="{FF2B5EF4-FFF2-40B4-BE49-F238E27FC236}">
                    <a16:creationId xmlns:a16="http://schemas.microsoft.com/office/drawing/2014/main" id="{C6CD14F1-1D4B-4C8F-8C8F-485AAAD3F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2532"/>
                <a:ext cx="47" cy="77"/>
              </a:xfrm>
              <a:custGeom>
                <a:avLst/>
                <a:gdLst>
                  <a:gd name="T0" fmla="*/ 3708 w 19"/>
                  <a:gd name="T1" fmla="*/ 656 h 29"/>
                  <a:gd name="T2" fmla="*/ 4344 w 19"/>
                  <a:gd name="T3" fmla="*/ 1439 h 29"/>
                  <a:gd name="T4" fmla="*/ 1121 w 19"/>
                  <a:gd name="T5" fmla="*/ 10145 h 29"/>
                  <a:gd name="T6" fmla="*/ 1121 w 19"/>
                  <a:gd name="T7" fmla="*/ 10145 h 29"/>
                  <a:gd name="T8" fmla="*/ 453 w 19"/>
                  <a:gd name="T9" fmla="*/ 9737 h 29"/>
                  <a:gd name="T10" fmla="*/ 0 w 19"/>
                  <a:gd name="T11" fmla="*/ 9094 h 29"/>
                  <a:gd name="T12" fmla="*/ 0 w 19"/>
                  <a:gd name="T13" fmla="*/ 9094 h 29"/>
                  <a:gd name="T14" fmla="*/ 2773 w 19"/>
                  <a:gd name="T15" fmla="*/ 0 h 29"/>
                  <a:gd name="T16" fmla="*/ 3708 w 19"/>
                  <a:gd name="T17" fmla="*/ 656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9">
                    <a:moveTo>
                      <a:pt x="16" y="2"/>
                    </a:moveTo>
                    <a:cubicBezTo>
                      <a:pt x="17" y="3"/>
                      <a:pt x="18" y="3"/>
                      <a:pt x="19" y="4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29"/>
                      <a:pt x="3" y="28"/>
                      <a:pt x="2" y="28"/>
                    </a:cubicBezTo>
                    <a:cubicBezTo>
                      <a:pt x="1" y="28"/>
                      <a:pt x="1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3" y="1"/>
                      <a:pt x="14" y="2"/>
                      <a:pt x="16" y="2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4" name="Freeform 2979">
                <a:extLst>
                  <a:ext uri="{FF2B5EF4-FFF2-40B4-BE49-F238E27FC236}">
                    <a16:creationId xmlns:a16="http://schemas.microsoft.com/office/drawing/2014/main" id="{6C86B905-121A-4F36-A989-48854F474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2540"/>
                <a:ext cx="43" cy="61"/>
              </a:xfrm>
              <a:custGeom>
                <a:avLst/>
                <a:gdLst>
                  <a:gd name="T0" fmla="*/ 4467 w 17"/>
                  <a:gd name="T1" fmla="*/ 634 h 23"/>
                  <a:gd name="T2" fmla="*/ 2911 w 17"/>
                  <a:gd name="T3" fmla="*/ 0 h 23"/>
                  <a:gd name="T4" fmla="*/ 0 w 17"/>
                  <a:gd name="T5" fmla="*/ 8018 h 23"/>
                  <a:gd name="T6" fmla="*/ 3109 w 17"/>
                  <a:gd name="T7" fmla="*/ 1048 h 23"/>
                  <a:gd name="T8" fmla="*/ 4467 w 17"/>
                  <a:gd name="T9" fmla="*/ 6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17" y="2"/>
                    </a:moveTo>
                    <a:cubicBezTo>
                      <a:pt x="15" y="2"/>
                      <a:pt x="12" y="0"/>
                      <a:pt x="11" y="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10" y="4"/>
                      <a:pt x="12" y="3"/>
                    </a:cubicBezTo>
                    <a:cubicBezTo>
                      <a:pt x="14" y="2"/>
                      <a:pt x="16" y="2"/>
                      <a:pt x="17" y="2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5" name="Freeform 2980">
                <a:extLst>
                  <a:ext uri="{FF2B5EF4-FFF2-40B4-BE49-F238E27FC236}">
                    <a16:creationId xmlns:a16="http://schemas.microsoft.com/office/drawing/2014/main" id="{05AD7A07-8AF6-4C6E-8F07-5BA537307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3140"/>
                <a:ext cx="135" cy="147"/>
              </a:xfrm>
              <a:custGeom>
                <a:avLst/>
                <a:gdLst>
                  <a:gd name="T0" fmla="*/ 5675 w 54"/>
                  <a:gd name="T1" fmla="*/ 18979 h 55"/>
                  <a:gd name="T2" fmla="*/ 12708 w 54"/>
                  <a:gd name="T3" fmla="*/ 11322 h 55"/>
                  <a:gd name="T4" fmla="*/ 7625 w 54"/>
                  <a:gd name="T5" fmla="*/ 671 h 55"/>
                  <a:gd name="T6" fmla="*/ 520 w 54"/>
                  <a:gd name="T7" fmla="*/ 8323 h 55"/>
                  <a:gd name="T8" fmla="*/ 5675 w 54"/>
                  <a:gd name="T9" fmla="*/ 1897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5">
                    <a:moveTo>
                      <a:pt x="23" y="52"/>
                    </a:moveTo>
                    <a:cubicBezTo>
                      <a:pt x="37" y="55"/>
                      <a:pt x="50" y="45"/>
                      <a:pt x="52" y="31"/>
                    </a:cubicBezTo>
                    <a:cubicBezTo>
                      <a:pt x="54" y="18"/>
                      <a:pt x="45" y="5"/>
                      <a:pt x="31" y="2"/>
                    </a:cubicBezTo>
                    <a:cubicBezTo>
                      <a:pt x="18" y="0"/>
                      <a:pt x="5" y="9"/>
                      <a:pt x="2" y="23"/>
                    </a:cubicBezTo>
                    <a:cubicBezTo>
                      <a:pt x="0" y="37"/>
                      <a:pt x="9" y="50"/>
                      <a:pt x="23" y="52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6" name="Freeform 2981">
                <a:extLst>
                  <a:ext uri="{FF2B5EF4-FFF2-40B4-BE49-F238E27FC236}">
                    <a16:creationId xmlns:a16="http://schemas.microsoft.com/office/drawing/2014/main" id="{9C90E077-3E0D-4C35-8606-CDF30B75C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3185"/>
                <a:ext cx="65" cy="27"/>
              </a:xfrm>
              <a:custGeom>
                <a:avLst/>
                <a:gdLst>
                  <a:gd name="T0" fmla="*/ 6175 w 26"/>
                  <a:gd name="T1" fmla="*/ 2282 h 10"/>
                  <a:gd name="T2" fmla="*/ 6175 w 26"/>
                  <a:gd name="T3" fmla="*/ 3877 h 10"/>
                  <a:gd name="T4" fmla="*/ 0 w 26"/>
                  <a:gd name="T5" fmla="*/ 2028 h 10"/>
                  <a:gd name="T6" fmla="*/ 0 w 26"/>
                  <a:gd name="T7" fmla="*/ 2028 h 10"/>
                  <a:gd name="T8" fmla="*/ 0 w 26"/>
                  <a:gd name="T9" fmla="*/ 751 h 10"/>
                  <a:gd name="T10" fmla="*/ 0 w 26"/>
                  <a:gd name="T11" fmla="*/ 0 h 10"/>
                  <a:gd name="T12" fmla="*/ 0 w 26"/>
                  <a:gd name="T13" fmla="*/ 0 h 10"/>
                  <a:gd name="T14" fmla="*/ 6375 w 26"/>
                  <a:gd name="T15" fmla="*/ 751 h 10"/>
                  <a:gd name="T16" fmla="*/ 6175 w 26"/>
                  <a:gd name="T17" fmla="*/ 2282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0">
                    <a:moveTo>
                      <a:pt x="25" y="6"/>
                    </a:moveTo>
                    <a:cubicBezTo>
                      <a:pt x="25" y="8"/>
                      <a:pt x="25" y="9"/>
                      <a:pt x="25" y="1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5" y="5"/>
                      <a:pt x="25" y="6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7" name="Freeform 2982">
                <a:extLst>
                  <a:ext uri="{FF2B5EF4-FFF2-40B4-BE49-F238E27FC236}">
                    <a16:creationId xmlns:a16="http://schemas.microsoft.com/office/drawing/2014/main" id="{83B1635B-657E-4B12-BF5D-2FA213956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3188"/>
                <a:ext cx="60" cy="21"/>
              </a:xfrm>
              <a:custGeom>
                <a:avLst/>
                <a:gdLst>
                  <a:gd name="T0" fmla="*/ 5675 w 24"/>
                  <a:gd name="T1" fmla="*/ 2604 h 8"/>
                  <a:gd name="T2" fmla="*/ 5863 w 24"/>
                  <a:gd name="T3" fmla="*/ 614 h 8"/>
                  <a:gd name="T4" fmla="*/ 0 w 24"/>
                  <a:gd name="T5" fmla="*/ 0 h 8"/>
                  <a:gd name="T6" fmla="*/ 5208 w 24"/>
                  <a:gd name="T7" fmla="*/ 1378 h 8"/>
                  <a:gd name="T8" fmla="*/ 5675 w 24"/>
                  <a:gd name="T9" fmla="*/ 260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8">
                    <a:moveTo>
                      <a:pt x="23" y="8"/>
                    </a:moveTo>
                    <a:cubicBezTo>
                      <a:pt x="23" y="6"/>
                      <a:pt x="24" y="3"/>
                      <a:pt x="24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9" y="2"/>
                      <a:pt x="21" y="4"/>
                    </a:cubicBezTo>
                    <a:cubicBezTo>
                      <a:pt x="22" y="6"/>
                      <a:pt x="23" y="8"/>
                      <a:pt x="23" y="8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8" name="Freeform 2983">
                <a:extLst>
                  <a:ext uri="{FF2B5EF4-FFF2-40B4-BE49-F238E27FC236}">
                    <a16:creationId xmlns:a16="http://schemas.microsoft.com/office/drawing/2014/main" id="{CCDA0AFF-5151-4E09-8CD2-496CD5017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3185"/>
                <a:ext cx="65" cy="27"/>
              </a:xfrm>
              <a:custGeom>
                <a:avLst/>
                <a:gdLst>
                  <a:gd name="T0" fmla="*/ 6175 w 26"/>
                  <a:gd name="T1" fmla="*/ 2282 h 10"/>
                  <a:gd name="T2" fmla="*/ 6175 w 26"/>
                  <a:gd name="T3" fmla="*/ 3877 h 10"/>
                  <a:gd name="T4" fmla="*/ 0 w 26"/>
                  <a:gd name="T5" fmla="*/ 2028 h 10"/>
                  <a:gd name="T6" fmla="*/ 0 w 26"/>
                  <a:gd name="T7" fmla="*/ 2028 h 10"/>
                  <a:gd name="T8" fmla="*/ 0 w 26"/>
                  <a:gd name="T9" fmla="*/ 751 h 10"/>
                  <a:gd name="T10" fmla="*/ 0 w 26"/>
                  <a:gd name="T11" fmla="*/ 0 h 10"/>
                  <a:gd name="T12" fmla="*/ 0 w 26"/>
                  <a:gd name="T13" fmla="*/ 0 h 10"/>
                  <a:gd name="T14" fmla="*/ 6375 w 26"/>
                  <a:gd name="T15" fmla="*/ 751 h 10"/>
                  <a:gd name="T16" fmla="*/ 6175 w 26"/>
                  <a:gd name="T17" fmla="*/ 2282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0">
                    <a:moveTo>
                      <a:pt x="25" y="6"/>
                    </a:moveTo>
                    <a:cubicBezTo>
                      <a:pt x="25" y="8"/>
                      <a:pt x="25" y="9"/>
                      <a:pt x="25" y="1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5" y="5"/>
                      <a:pt x="25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9" name="Freeform 2984">
                <a:extLst>
                  <a:ext uri="{FF2B5EF4-FFF2-40B4-BE49-F238E27FC236}">
                    <a16:creationId xmlns:a16="http://schemas.microsoft.com/office/drawing/2014/main" id="{5B5F32FF-FF0C-49DB-8873-45C9E788E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3140"/>
                <a:ext cx="135" cy="147"/>
              </a:xfrm>
              <a:custGeom>
                <a:avLst/>
                <a:gdLst>
                  <a:gd name="T0" fmla="*/ 5675 w 54"/>
                  <a:gd name="T1" fmla="*/ 18979 h 55"/>
                  <a:gd name="T2" fmla="*/ 12708 w 54"/>
                  <a:gd name="T3" fmla="*/ 11322 h 55"/>
                  <a:gd name="T4" fmla="*/ 7625 w 54"/>
                  <a:gd name="T5" fmla="*/ 671 h 55"/>
                  <a:gd name="T6" fmla="*/ 520 w 54"/>
                  <a:gd name="T7" fmla="*/ 8323 h 55"/>
                  <a:gd name="T8" fmla="*/ 5675 w 54"/>
                  <a:gd name="T9" fmla="*/ 1897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5">
                    <a:moveTo>
                      <a:pt x="23" y="52"/>
                    </a:moveTo>
                    <a:cubicBezTo>
                      <a:pt x="37" y="55"/>
                      <a:pt x="50" y="45"/>
                      <a:pt x="52" y="31"/>
                    </a:cubicBezTo>
                    <a:cubicBezTo>
                      <a:pt x="54" y="18"/>
                      <a:pt x="45" y="5"/>
                      <a:pt x="31" y="2"/>
                    </a:cubicBezTo>
                    <a:cubicBezTo>
                      <a:pt x="18" y="0"/>
                      <a:pt x="5" y="9"/>
                      <a:pt x="2" y="23"/>
                    </a:cubicBezTo>
                    <a:cubicBezTo>
                      <a:pt x="0" y="37"/>
                      <a:pt x="9" y="50"/>
                      <a:pt x="23" y="5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0" name="Freeform 2985">
                <a:extLst>
                  <a:ext uri="{FF2B5EF4-FFF2-40B4-BE49-F238E27FC236}">
                    <a16:creationId xmlns:a16="http://schemas.microsoft.com/office/drawing/2014/main" id="{5DB422F6-B067-4AD0-91C1-49E0DD41D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3599"/>
                <a:ext cx="142" cy="152"/>
              </a:xfrm>
              <a:custGeom>
                <a:avLst/>
                <a:gdLst>
                  <a:gd name="T0" fmla="*/ 957 w 57"/>
                  <a:gd name="T1" fmla="*/ 12949 h 57"/>
                  <a:gd name="T2" fmla="*/ 8627 w 57"/>
                  <a:gd name="T3" fmla="*/ 19021 h 57"/>
                  <a:gd name="T4" fmla="*/ 12474 w 57"/>
                  <a:gd name="T5" fmla="*/ 7531 h 57"/>
                  <a:gd name="T6" fmla="*/ 5007 w 57"/>
                  <a:gd name="T7" fmla="*/ 1459 h 57"/>
                  <a:gd name="T8" fmla="*/ 957 w 57"/>
                  <a:gd name="T9" fmla="*/ 1294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4" y="36"/>
                    </a:moveTo>
                    <a:cubicBezTo>
                      <a:pt x="8" y="49"/>
                      <a:pt x="22" y="57"/>
                      <a:pt x="36" y="53"/>
                    </a:cubicBezTo>
                    <a:cubicBezTo>
                      <a:pt x="49" y="48"/>
                      <a:pt x="57" y="34"/>
                      <a:pt x="52" y="21"/>
                    </a:cubicBezTo>
                    <a:cubicBezTo>
                      <a:pt x="48" y="8"/>
                      <a:pt x="34" y="0"/>
                      <a:pt x="21" y="4"/>
                    </a:cubicBezTo>
                    <a:cubicBezTo>
                      <a:pt x="8" y="8"/>
                      <a:pt x="0" y="23"/>
                      <a:pt x="4" y="36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1" name="Freeform 2986">
                <a:extLst>
                  <a:ext uri="{FF2B5EF4-FFF2-40B4-BE49-F238E27FC236}">
                    <a16:creationId xmlns:a16="http://schemas.microsoft.com/office/drawing/2014/main" id="{E4EC5445-C0AF-4899-AE86-79D7CF4F7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3620"/>
                <a:ext cx="62" cy="67"/>
              </a:xfrm>
              <a:custGeom>
                <a:avLst/>
                <a:gdLst>
                  <a:gd name="T0" fmla="*/ 5826 w 25"/>
                  <a:gd name="T1" fmla="*/ 4425 h 25"/>
                  <a:gd name="T2" fmla="*/ 2805 w 25"/>
                  <a:gd name="T3" fmla="*/ 0 h 25"/>
                  <a:gd name="T4" fmla="*/ 0 w 25"/>
                  <a:gd name="T5" fmla="*/ 4848 h 25"/>
                  <a:gd name="T6" fmla="*/ 2988 w 25"/>
                  <a:gd name="T7" fmla="*/ 9281 h 25"/>
                  <a:gd name="T8" fmla="*/ 5826 w 25"/>
                  <a:gd name="T9" fmla="*/ 44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12"/>
                    </a:moveTo>
                    <a:cubicBezTo>
                      <a:pt x="24" y="5"/>
                      <a:pt x="19" y="0"/>
                      <a:pt x="12" y="0"/>
                    </a:cubicBezTo>
                    <a:cubicBezTo>
                      <a:pt x="5" y="0"/>
                      <a:pt x="0" y="6"/>
                      <a:pt x="0" y="13"/>
                    </a:cubicBezTo>
                    <a:cubicBezTo>
                      <a:pt x="0" y="20"/>
                      <a:pt x="6" y="25"/>
                      <a:pt x="13" y="25"/>
                    </a:cubicBezTo>
                    <a:cubicBezTo>
                      <a:pt x="20" y="25"/>
                      <a:pt x="25" y="19"/>
                      <a:pt x="25" y="12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2" name="Freeform 2987">
                <a:extLst>
                  <a:ext uri="{FF2B5EF4-FFF2-40B4-BE49-F238E27FC236}">
                    <a16:creationId xmlns:a16="http://schemas.microsoft.com/office/drawing/2014/main" id="{DE322262-52F5-4FCE-AFAB-849AB5CD5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3631"/>
                <a:ext cx="25" cy="27"/>
              </a:xfrm>
              <a:custGeom>
                <a:avLst/>
                <a:gdLst>
                  <a:gd name="T0" fmla="*/ 2470 w 10"/>
                  <a:gd name="T1" fmla="*/ 2028 h 10"/>
                  <a:gd name="T2" fmla="*/ 1300 w 10"/>
                  <a:gd name="T3" fmla="*/ 0 h 10"/>
                  <a:gd name="T4" fmla="*/ 0 w 10"/>
                  <a:gd name="T5" fmla="*/ 2028 h 10"/>
                  <a:gd name="T6" fmla="*/ 1300 w 10"/>
                  <a:gd name="T7" fmla="*/ 3877 h 10"/>
                  <a:gd name="T8" fmla="*/ 2470 w 10"/>
                  <a:gd name="T9" fmla="*/ 202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cubicBezTo>
                      <a:pt x="10" y="2"/>
                      <a:pt x="7" y="0"/>
                      <a:pt x="5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0"/>
                      <a:pt x="10" y="8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3" name="Freeform 2988">
                <a:extLst>
                  <a:ext uri="{FF2B5EF4-FFF2-40B4-BE49-F238E27FC236}">
                    <a16:creationId xmlns:a16="http://schemas.microsoft.com/office/drawing/2014/main" id="{13581C76-26C1-4785-9ADC-834A09C93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3538"/>
                <a:ext cx="40" cy="77"/>
              </a:xfrm>
              <a:custGeom>
                <a:avLst/>
                <a:gdLst>
                  <a:gd name="T0" fmla="*/ 2938 w 16"/>
                  <a:gd name="T1" fmla="*/ 9490 h 29"/>
                  <a:gd name="T2" fmla="*/ 1958 w 16"/>
                  <a:gd name="T3" fmla="*/ 10145 h 29"/>
                  <a:gd name="T4" fmla="*/ 0 w 16"/>
                  <a:gd name="T5" fmla="*/ 1051 h 29"/>
                  <a:gd name="T6" fmla="*/ 0 w 16"/>
                  <a:gd name="T7" fmla="*/ 1051 h 29"/>
                  <a:gd name="T8" fmla="*/ 783 w 16"/>
                  <a:gd name="T9" fmla="*/ 396 h 29"/>
                  <a:gd name="T10" fmla="*/ 1300 w 16"/>
                  <a:gd name="T11" fmla="*/ 0 h 29"/>
                  <a:gd name="T12" fmla="*/ 1300 w 16"/>
                  <a:gd name="T13" fmla="*/ 0 h 29"/>
                  <a:gd name="T14" fmla="*/ 3908 w 16"/>
                  <a:gd name="T15" fmla="*/ 9094 h 29"/>
                  <a:gd name="T16" fmla="*/ 2938 w 16"/>
                  <a:gd name="T17" fmla="*/ 949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29">
                    <a:moveTo>
                      <a:pt x="12" y="27"/>
                    </a:moveTo>
                    <a:cubicBezTo>
                      <a:pt x="10" y="28"/>
                      <a:pt x="9" y="28"/>
                      <a:pt x="8" y="29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6"/>
                      <a:pt x="13" y="27"/>
                      <a:pt x="12" y="27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4" name="Freeform 2989">
                <a:extLst>
                  <a:ext uri="{FF2B5EF4-FFF2-40B4-BE49-F238E27FC236}">
                    <a16:creationId xmlns:a16="http://schemas.microsoft.com/office/drawing/2014/main" id="{6FEE86B5-D63B-4199-9C46-C19CD5783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538"/>
                <a:ext cx="25" cy="69"/>
              </a:xfrm>
              <a:custGeom>
                <a:avLst/>
                <a:gdLst>
                  <a:gd name="T0" fmla="*/ 988 w 10"/>
                  <a:gd name="T1" fmla="*/ 9084 h 26"/>
                  <a:gd name="T2" fmla="*/ 2470 w 10"/>
                  <a:gd name="T3" fmla="*/ 8670 h 26"/>
                  <a:gd name="T4" fmla="*/ 0 w 10"/>
                  <a:gd name="T5" fmla="*/ 0 h 26"/>
                  <a:gd name="T6" fmla="*/ 1770 w 10"/>
                  <a:gd name="T7" fmla="*/ 8036 h 26"/>
                  <a:gd name="T8" fmla="*/ 988 w 10"/>
                  <a:gd name="T9" fmla="*/ 908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6">
                    <a:moveTo>
                      <a:pt x="4" y="26"/>
                    </a:moveTo>
                    <a:cubicBezTo>
                      <a:pt x="6" y="26"/>
                      <a:pt x="9" y="25"/>
                      <a:pt x="10" y="2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8" y="21"/>
                      <a:pt x="7" y="23"/>
                    </a:cubicBezTo>
                    <a:cubicBezTo>
                      <a:pt x="6" y="25"/>
                      <a:pt x="4" y="26"/>
                      <a:pt x="4" y="26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5" name="Freeform 2990">
                <a:extLst>
                  <a:ext uri="{FF2B5EF4-FFF2-40B4-BE49-F238E27FC236}">
                    <a16:creationId xmlns:a16="http://schemas.microsoft.com/office/drawing/2014/main" id="{780154DE-9C7F-44EA-BD3A-61904E196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3538"/>
                <a:ext cx="40" cy="77"/>
              </a:xfrm>
              <a:custGeom>
                <a:avLst/>
                <a:gdLst>
                  <a:gd name="T0" fmla="*/ 2938 w 16"/>
                  <a:gd name="T1" fmla="*/ 9490 h 29"/>
                  <a:gd name="T2" fmla="*/ 1958 w 16"/>
                  <a:gd name="T3" fmla="*/ 10145 h 29"/>
                  <a:gd name="T4" fmla="*/ 0 w 16"/>
                  <a:gd name="T5" fmla="*/ 1051 h 29"/>
                  <a:gd name="T6" fmla="*/ 0 w 16"/>
                  <a:gd name="T7" fmla="*/ 1051 h 29"/>
                  <a:gd name="T8" fmla="*/ 783 w 16"/>
                  <a:gd name="T9" fmla="*/ 396 h 29"/>
                  <a:gd name="T10" fmla="*/ 1300 w 16"/>
                  <a:gd name="T11" fmla="*/ 0 h 29"/>
                  <a:gd name="T12" fmla="*/ 1300 w 16"/>
                  <a:gd name="T13" fmla="*/ 0 h 29"/>
                  <a:gd name="T14" fmla="*/ 3908 w 16"/>
                  <a:gd name="T15" fmla="*/ 9094 h 29"/>
                  <a:gd name="T16" fmla="*/ 2938 w 16"/>
                  <a:gd name="T17" fmla="*/ 949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29">
                    <a:moveTo>
                      <a:pt x="12" y="27"/>
                    </a:moveTo>
                    <a:cubicBezTo>
                      <a:pt x="10" y="28"/>
                      <a:pt x="9" y="28"/>
                      <a:pt x="8" y="29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6"/>
                      <a:pt x="13" y="27"/>
                      <a:pt x="12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" name="Freeform 2991">
                <a:extLst>
                  <a:ext uri="{FF2B5EF4-FFF2-40B4-BE49-F238E27FC236}">
                    <a16:creationId xmlns:a16="http://schemas.microsoft.com/office/drawing/2014/main" id="{72131171-1ABC-4921-A869-37FF04A01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3599"/>
                <a:ext cx="142" cy="152"/>
              </a:xfrm>
              <a:custGeom>
                <a:avLst/>
                <a:gdLst>
                  <a:gd name="T0" fmla="*/ 957 w 57"/>
                  <a:gd name="T1" fmla="*/ 12949 h 57"/>
                  <a:gd name="T2" fmla="*/ 8627 w 57"/>
                  <a:gd name="T3" fmla="*/ 19021 h 57"/>
                  <a:gd name="T4" fmla="*/ 12474 w 57"/>
                  <a:gd name="T5" fmla="*/ 7531 h 57"/>
                  <a:gd name="T6" fmla="*/ 5007 w 57"/>
                  <a:gd name="T7" fmla="*/ 1459 h 57"/>
                  <a:gd name="T8" fmla="*/ 957 w 57"/>
                  <a:gd name="T9" fmla="*/ 1294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4" y="36"/>
                    </a:moveTo>
                    <a:cubicBezTo>
                      <a:pt x="8" y="49"/>
                      <a:pt x="22" y="57"/>
                      <a:pt x="36" y="53"/>
                    </a:cubicBezTo>
                    <a:cubicBezTo>
                      <a:pt x="49" y="48"/>
                      <a:pt x="57" y="34"/>
                      <a:pt x="52" y="21"/>
                    </a:cubicBezTo>
                    <a:cubicBezTo>
                      <a:pt x="48" y="8"/>
                      <a:pt x="34" y="0"/>
                      <a:pt x="21" y="4"/>
                    </a:cubicBezTo>
                    <a:cubicBezTo>
                      <a:pt x="8" y="8"/>
                      <a:pt x="0" y="23"/>
                      <a:pt x="4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7" name="Freeform 2992">
                <a:extLst>
                  <a:ext uri="{FF2B5EF4-FFF2-40B4-BE49-F238E27FC236}">
                    <a16:creationId xmlns:a16="http://schemas.microsoft.com/office/drawing/2014/main" id="{47F2631E-2398-47DC-8E8C-FDB65C565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3375"/>
                <a:ext cx="142" cy="152"/>
              </a:xfrm>
              <a:custGeom>
                <a:avLst/>
                <a:gdLst>
                  <a:gd name="T0" fmla="*/ 187 w 57"/>
                  <a:gd name="T1" fmla="*/ 10104 h 57"/>
                  <a:gd name="T2" fmla="*/ 6430 w 57"/>
                  <a:gd name="T3" fmla="*/ 20480 h 57"/>
                  <a:gd name="T4" fmla="*/ 13438 w 57"/>
                  <a:gd name="T5" fmla="*/ 10773 h 57"/>
                  <a:gd name="T6" fmla="*/ 7205 w 57"/>
                  <a:gd name="T7" fmla="*/ 397 h 57"/>
                  <a:gd name="T8" fmla="*/ 187 w 57"/>
                  <a:gd name="T9" fmla="*/ 1010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1" y="28"/>
                    </a:moveTo>
                    <a:cubicBezTo>
                      <a:pt x="0" y="43"/>
                      <a:pt x="12" y="56"/>
                      <a:pt x="27" y="57"/>
                    </a:cubicBezTo>
                    <a:cubicBezTo>
                      <a:pt x="42" y="57"/>
                      <a:pt x="55" y="46"/>
                      <a:pt x="56" y="30"/>
                    </a:cubicBezTo>
                    <a:cubicBezTo>
                      <a:pt x="57" y="15"/>
                      <a:pt x="45" y="2"/>
                      <a:pt x="30" y="1"/>
                    </a:cubicBezTo>
                    <a:cubicBezTo>
                      <a:pt x="14" y="0"/>
                      <a:pt x="1" y="12"/>
                      <a:pt x="1" y="28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8" name="Freeform 2993">
                <a:extLst>
                  <a:ext uri="{FF2B5EF4-FFF2-40B4-BE49-F238E27FC236}">
                    <a16:creationId xmlns:a16="http://schemas.microsoft.com/office/drawing/2014/main" id="{C5B062E3-B1F6-472B-B789-0CBB373AD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3401"/>
                <a:ext cx="75" cy="80"/>
              </a:xfrm>
              <a:custGeom>
                <a:avLst/>
                <a:gdLst>
                  <a:gd name="T0" fmla="*/ 6845 w 30"/>
                  <a:gd name="T1" fmla="*/ 6883 h 30"/>
                  <a:gd name="T2" fmla="*/ 4688 w 30"/>
                  <a:gd name="T3" fmla="*/ 661 h 30"/>
                  <a:gd name="T4" fmla="*/ 520 w 30"/>
                  <a:gd name="T5" fmla="*/ 3891 h 30"/>
                  <a:gd name="T6" fmla="*/ 2738 w 30"/>
                  <a:gd name="T7" fmla="*/ 10104 h 30"/>
                  <a:gd name="T8" fmla="*/ 6845 w 30"/>
                  <a:gd name="T9" fmla="*/ 688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8" y="19"/>
                    </a:moveTo>
                    <a:cubicBezTo>
                      <a:pt x="30" y="12"/>
                      <a:pt x="26" y="4"/>
                      <a:pt x="19" y="2"/>
                    </a:cubicBezTo>
                    <a:cubicBezTo>
                      <a:pt x="12" y="0"/>
                      <a:pt x="4" y="4"/>
                      <a:pt x="2" y="11"/>
                    </a:cubicBezTo>
                    <a:cubicBezTo>
                      <a:pt x="0" y="18"/>
                      <a:pt x="4" y="25"/>
                      <a:pt x="11" y="28"/>
                    </a:cubicBezTo>
                    <a:cubicBezTo>
                      <a:pt x="18" y="30"/>
                      <a:pt x="26" y="26"/>
                      <a:pt x="28" y="19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9" name="Freeform 2994">
                <a:extLst>
                  <a:ext uri="{FF2B5EF4-FFF2-40B4-BE49-F238E27FC236}">
                    <a16:creationId xmlns:a16="http://schemas.microsoft.com/office/drawing/2014/main" id="{CA7799CB-B4C5-4E22-AD5F-93BB23D44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3420"/>
                <a:ext cx="30" cy="32"/>
              </a:xfrm>
              <a:custGeom>
                <a:avLst/>
                <a:gdLst>
                  <a:gd name="T0" fmla="*/ 2738 w 12"/>
                  <a:gd name="T1" fmla="*/ 2824 h 12"/>
                  <a:gd name="T2" fmla="*/ 1958 w 12"/>
                  <a:gd name="T3" fmla="*/ 397 h 12"/>
                  <a:gd name="T4" fmla="*/ 313 w 12"/>
                  <a:gd name="T5" fmla="*/ 1459 h 12"/>
                  <a:gd name="T6" fmla="*/ 988 w 12"/>
                  <a:gd name="T7" fmla="*/ 3891 h 12"/>
                  <a:gd name="T8" fmla="*/ 2738 w 12"/>
                  <a:gd name="T9" fmla="*/ 282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8"/>
                    </a:moveTo>
                    <a:cubicBezTo>
                      <a:pt x="12" y="5"/>
                      <a:pt x="11" y="2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ubicBezTo>
                      <a:pt x="0" y="7"/>
                      <a:pt x="1" y="10"/>
                      <a:pt x="4" y="11"/>
                    </a:cubicBezTo>
                    <a:cubicBezTo>
                      <a:pt x="7" y="12"/>
                      <a:pt x="10" y="10"/>
                      <a:pt x="1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0" name="Freeform 2995">
                <a:extLst>
                  <a:ext uri="{FF2B5EF4-FFF2-40B4-BE49-F238E27FC236}">
                    <a16:creationId xmlns:a16="http://schemas.microsoft.com/office/drawing/2014/main" id="{A8171312-F8B1-4E92-857F-30497BD17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3324"/>
                <a:ext cx="23" cy="53"/>
              </a:xfrm>
              <a:custGeom>
                <a:avLst/>
                <a:gdLst>
                  <a:gd name="T0" fmla="*/ 1403 w 9"/>
                  <a:gd name="T1" fmla="*/ 6903 h 20"/>
                  <a:gd name="T2" fmla="*/ 0 w 9"/>
                  <a:gd name="T3" fmla="*/ 6903 h 20"/>
                  <a:gd name="T4" fmla="*/ 332 w 9"/>
                  <a:gd name="T5" fmla="*/ 392 h 20"/>
                  <a:gd name="T6" fmla="*/ 332 w 9"/>
                  <a:gd name="T7" fmla="*/ 392 h 20"/>
                  <a:gd name="T8" fmla="*/ 1104 w 9"/>
                  <a:gd name="T9" fmla="*/ 0 h 20"/>
                  <a:gd name="T10" fmla="*/ 1973 w 9"/>
                  <a:gd name="T11" fmla="*/ 0 h 20"/>
                  <a:gd name="T12" fmla="*/ 1973 w 9"/>
                  <a:gd name="T13" fmla="*/ 0 h 20"/>
                  <a:gd name="T14" fmla="*/ 2520 w 9"/>
                  <a:gd name="T15" fmla="*/ 6903 h 20"/>
                  <a:gd name="T16" fmla="*/ 1403 w 9"/>
                  <a:gd name="T17" fmla="*/ 6903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20">
                    <a:moveTo>
                      <a:pt x="5" y="20"/>
                    </a:moveTo>
                    <a:cubicBezTo>
                      <a:pt x="3" y="20"/>
                      <a:pt x="2" y="20"/>
                      <a:pt x="0" y="2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20"/>
                      <a:pt x="6" y="20"/>
                      <a:pt x="5" y="20"/>
                    </a:cubicBezTo>
                    <a:close/>
                  </a:path>
                </a:pathLst>
              </a:custGeom>
              <a:solidFill>
                <a:srgbClr val="A68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1" name="Freeform 2996">
                <a:extLst>
                  <a:ext uri="{FF2B5EF4-FFF2-40B4-BE49-F238E27FC236}">
                    <a16:creationId xmlns:a16="http://schemas.microsoft.com/office/drawing/2014/main" id="{6FD4339A-30F3-400B-8BAB-FD2898DF0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3324"/>
                <a:ext cx="17" cy="48"/>
              </a:xfrm>
              <a:custGeom>
                <a:avLst/>
                <a:gdLst>
                  <a:gd name="T0" fmla="*/ 0 w 7"/>
                  <a:gd name="T1" fmla="*/ 6464 h 18"/>
                  <a:gd name="T2" fmla="*/ 1433 w 7"/>
                  <a:gd name="T3" fmla="*/ 6464 h 18"/>
                  <a:gd name="T4" fmla="*/ 1003 w 7"/>
                  <a:gd name="T5" fmla="*/ 0 h 18"/>
                  <a:gd name="T6" fmla="*/ 831 w 7"/>
                  <a:gd name="T7" fmla="*/ 5405 h 18"/>
                  <a:gd name="T8" fmla="*/ 0 w 7"/>
                  <a:gd name="T9" fmla="*/ 646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8">
                    <a:moveTo>
                      <a:pt x="0" y="18"/>
                    </a:moveTo>
                    <a:cubicBezTo>
                      <a:pt x="2" y="18"/>
                      <a:pt x="6" y="18"/>
                      <a:pt x="7" y="18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13"/>
                      <a:pt x="4" y="15"/>
                    </a:cubicBezTo>
                    <a:cubicBezTo>
                      <a:pt x="3" y="17"/>
                      <a:pt x="1" y="18"/>
                      <a:pt x="0" y="18"/>
                    </a:cubicBezTo>
                    <a:close/>
                  </a:path>
                </a:pathLst>
              </a:custGeom>
              <a:solidFill>
                <a:srgbClr val="784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2" name="Freeform 2997">
                <a:extLst>
                  <a:ext uri="{FF2B5EF4-FFF2-40B4-BE49-F238E27FC236}">
                    <a16:creationId xmlns:a16="http://schemas.microsoft.com/office/drawing/2014/main" id="{63C6AD16-6FF2-4C3F-8F9E-25A00EFA3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3324"/>
                <a:ext cx="23" cy="53"/>
              </a:xfrm>
              <a:custGeom>
                <a:avLst/>
                <a:gdLst>
                  <a:gd name="T0" fmla="*/ 1403 w 9"/>
                  <a:gd name="T1" fmla="*/ 6903 h 20"/>
                  <a:gd name="T2" fmla="*/ 0 w 9"/>
                  <a:gd name="T3" fmla="*/ 6903 h 20"/>
                  <a:gd name="T4" fmla="*/ 332 w 9"/>
                  <a:gd name="T5" fmla="*/ 392 h 20"/>
                  <a:gd name="T6" fmla="*/ 332 w 9"/>
                  <a:gd name="T7" fmla="*/ 392 h 20"/>
                  <a:gd name="T8" fmla="*/ 1104 w 9"/>
                  <a:gd name="T9" fmla="*/ 0 h 20"/>
                  <a:gd name="T10" fmla="*/ 1973 w 9"/>
                  <a:gd name="T11" fmla="*/ 0 h 20"/>
                  <a:gd name="T12" fmla="*/ 1973 w 9"/>
                  <a:gd name="T13" fmla="*/ 0 h 20"/>
                  <a:gd name="T14" fmla="*/ 2520 w 9"/>
                  <a:gd name="T15" fmla="*/ 6903 h 20"/>
                  <a:gd name="T16" fmla="*/ 1403 w 9"/>
                  <a:gd name="T17" fmla="*/ 6903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20">
                    <a:moveTo>
                      <a:pt x="5" y="20"/>
                    </a:moveTo>
                    <a:cubicBezTo>
                      <a:pt x="3" y="20"/>
                      <a:pt x="2" y="20"/>
                      <a:pt x="0" y="2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20"/>
                      <a:pt x="6" y="20"/>
                      <a:pt x="5" y="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3" name="Freeform 2998">
                <a:extLst>
                  <a:ext uri="{FF2B5EF4-FFF2-40B4-BE49-F238E27FC236}">
                    <a16:creationId xmlns:a16="http://schemas.microsoft.com/office/drawing/2014/main" id="{6696E246-DB87-471A-B7E7-DE58EF1E1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3375"/>
                <a:ext cx="142" cy="152"/>
              </a:xfrm>
              <a:custGeom>
                <a:avLst/>
                <a:gdLst>
                  <a:gd name="T0" fmla="*/ 187 w 57"/>
                  <a:gd name="T1" fmla="*/ 10104 h 57"/>
                  <a:gd name="T2" fmla="*/ 6430 w 57"/>
                  <a:gd name="T3" fmla="*/ 20480 h 57"/>
                  <a:gd name="T4" fmla="*/ 13438 w 57"/>
                  <a:gd name="T5" fmla="*/ 10773 h 57"/>
                  <a:gd name="T6" fmla="*/ 7205 w 57"/>
                  <a:gd name="T7" fmla="*/ 397 h 57"/>
                  <a:gd name="T8" fmla="*/ 187 w 57"/>
                  <a:gd name="T9" fmla="*/ 1010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1" y="28"/>
                    </a:moveTo>
                    <a:cubicBezTo>
                      <a:pt x="0" y="43"/>
                      <a:pt x="12" y="56"/>
                      <a:pt x="27" y="57"/>
                    </a:cubicBezTo>
                    <a:cubicBezTo>
                      <a:pt x="42" y="57"/>
                      <a:pt x="55" y="46"/>
                      <a:pt x="56" y="30"/>
                    </a:cubicBezTo>
                    <a:cubicBezTo>
                      <a:pt x="57" y="15"/>
                      <a:pt x="45" y="2"/>
                      <a:pt x="30" y="1"/>
                    </a:cubicBezTo>
                    <a:cubicBezTo>
                      <a:pt x="14" y="0"/>
                      <a:pt x="1" y="12"/>
                      <a:pt x="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4" name="Freeform 2999">
                <a:extLst>
                  <a:ext uri="{FF2B5EF4-FFF2-40B4-BE49-F238E27FC236}">
                    <a16:creationId xmlns:a16="http://schemas.microsoft.com/office/drawing/2014/main" id="{E933C7BB-B03C-470A-901A-B49BE204B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2812"/>
                <a:ext cx="140" cy="149"/>
              </a:xfrm>
              <a:custGeom>
                <a:avLst/>
                <a:gdLst>
                  <a:gd name="T0" fmla="*/ 8333 w 56"/>
                  <a:gd name="T1" fmla="*/ 18795 h 56"/>
                  <a:gd name="T2" fmla="*/ 12708 w 56"/>
                  <a:gd name="T3" fmla="*/ 7873 h 56"/>
                  <a:gd name="T4" fmla="*/ 5208 w 56"/>
                  <a:gd name="T5" fmla="*/ 1450 h 56"/>
                  <a:gd name="T6" fmla="*/ 783 w 56"/>
                  <a:gd name="T7" fmla="*/ 12375 h 56"/>
                  <a:gd name="T8" fmla="*/ 8333 w 56"/>
                  <a:gd name="T9" fmla="*/ 1879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34" y="53"/>
                    </a:moveTo>
                    <a:cubicBezTo>
                      <a:pt x="48" y="49"/>
                      <a:pt x="56" y="35"/>
                      <a:pt x="52" y="22"/>
                    </a:cubicBezTo>
                    <a:cubicBezTo>
                      <a:pt x="48" y="8"/>
                      <a:pt x="34" y="0"/>
                      <a:pt x="21" y="4"/>
                    </a:cubicBezTo>
                    <a:cubicBezTo>
                      <a:pt x="7" y="8"/>
                      <a:pt x="0" y="21"/>
                      <a:pt x="3" y="35"/>
                    </a:cubicBezTo>
                    <a:cubicBezTo>
                      <a:pt x="7" y="48"/>
                      <a:pt x="21" y="56"/>
                      <a:pt x="34" y="53"/>
                    </a:cubicBezTo>
                    <a:close/>
                  </a:path>
                </a:pathLst>
              </a:custGeom>
              <a:solidFill>
                <a:srgbClr val="BB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5" name="Freeform 3000">
                <a:extLst>
                  <a:ext uri="{FF2B5EF4-FFF2-40B4-BE49-F238E27FC236}">
                    <a16:creationId xmlns:a16="http://schemas.microsoft.com/office/drawing/2014/main" id="{8B1DF7BC-1A7E-4513-BD40-EEDE467A2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2836"/>
                <a:ext cx="67" cy="72"/>
              </a:xfrm>
              <a:custGeom>
                <a:avLst/>
                <a:gdLst>
                  <a:gd name="T0" fmla="*/ 5350 w 27"/>
                  <a:gd name="T1" fmla="*/ 1763 h 27"/>
                  <a:gd name="T2" fmla="*/ 1134 w 27"/>
                  <a:gd name="T3" fmla="*/ 1763 h 27"/>
                  <a:gd name="T4" fmla="*/ 948 w 27"/>
                  <a:gd name="T5" fmla="*/ 7944 h 27"/>
                  <a:gd name="T6" fmla="*/ 5149 w 27"/>
                  <a:gd name="T7" fmla="*/ 8248 h 27"/>
                  <a:gd name="T8" fmla="*/ 5350 w 27"/>
                  <a:gd name="T9" fmla="*/ 17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3" y="5"/>
                    </a:moveTo>
                    <a:cubicBezTo>
                      <a:pt x="18" y="0"/>
                      <a:pt x="10" y="0"/>
                      <a:pt x="5" y="5"/>
                    </a:cubicBezTo>
                    <a:cubicBezTo>
                      <a:pt x="0" y="9"/>
                      <a:pt x="0" y="17"/>
                      <a:pt x="4" y="22"/>
                    </a:cubicBezTo>
                    <a:cubicBezTo>
                      <a:pt x="9" y="27"/>
                      <a:pt x="17" y="27"/>
                      <a:pt x="22" y="23"/>
                    </a:cubicBezTo>
                    <a:cubicBezTo>
                      <a:pt x="27" y="18"/>
                      <a:pt x="27" y="11"/>
                      <a:pt x="23" y="5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6" name="Freeform 3001">
                <a:extLst>
                  <a:ext uri="{FF2B5EF4-FFF2-40B4-BE49-F238E27FC236}">
                    <a16:creationId xmlns:a16="http://schemas.microsoft.com/office/drawing/2014/main" id="{92BB08FB-4CF4-4634-86DA-8EBA96DDE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852"/>
                <a:ext cx="28" cy="29"/>
              </a:xfrm>
              <a:custGeom>
                <a:avLst/>
                <a:gdLst>
                  <a:gd name="T0" fmla="*/ 2474 w 11"/>
                  <a:gd name="T1" fmla="*/ 625 h 11"/>
                  <a:gd name="T2" fmla="*/ 843 w 11"/>
                  <a:gd name="T3" fmla="*/ 625 h 11"/>
                  <a:gd name="T4" fmla="*/ 545 w 11"/>
                  <a:gd name="T5" fmla="*/ 3045 h 11"/>
                  <a:gd name="T6" fmla="*/ 2474 w 11"/>
                  <a:gd name="T7" fmla="*/ 3045 h 11"/>
                  <a:gd name="T8" fmla="*/ 2474 w 11"/>
                  <a:gd name="T9" fmla="*/ 62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9" y="2"/>
                    </a:moveTo>
                    <a:cubicBezTo>
                      <a:pt x="8" y="0"/>
                      <a:pt x="5" y="0"/>
                      <a:pt x="3" y="2"/>
                    </a:cubicBezTo>
                    <a:cubicBezTo>
                      <a:pt x="0" y="4"/>
                      <a:pt x="0" y="7"/>
                      <a:pt x="2" y="9"/>
                    </a:cubicBezTo>
                    <a:cubicBezTo>
                      <a:pt x="4" y="11"/>
                      <a:pt x="7" y="11"/>
                      <a:pt x="9" y="9"/>
                    </a:cubicBezTo>
                    <a:cubicBezTo>
                      <a:pt x="11" y="7"/>
                      <a:pt x="11" y="4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7" name="Freeform 3002">
                <a:extLst>
                  <a:ext uri="{FF2B5EF4-FFF2-40B4-BE49-F238E27FC236}">
                    <a16:creationId xmlns:a16="http://schemas.microsoft.com/office/drawing/2014/main" id="{19E9A663-1B34-4B1D-9D9A-781566513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2993"/>
                <a:ext cx="75" cy="78"/>
              </a:xfrm>
              <a:custGeom>
                <a:avLst/>
                <a:gdLst>
                  <a:gd name="T0" fmla="*/ 5863 w 30"/>
                  <a:gd name="T1" fmla="*/ 1829 h 29"/>
                  <a:gd name="T2" fmla="*/ 1300 w 30"/>
                  <a:gd name="T3" fmla="*/ 1829 h 29"/>
                  <a:gd name="T4" fmla="*/ 1488 w 30"/>
                  <a:gd name="T5" fmla="*/ 9166 h 29"/>
                  <a:gd name="T6" fmla="*/ 6175 w 30"/>
                  <a:gd name="T7" fmla="*/ 9166 h 29"/>
                  <a:gd name="T8" fmla="*/ 5863 w 30"/>
                  <a:gd name="T9" fmla="*/ 18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9">
                    <a:moveTo>
                      <a:pt x="24" y="5"/>
                    </a:moveTo>
                    <a:cubicBezTo>
                      <a:pt x="19" y="0"/>
                      <a:pt x="10" y="0"/>
                      <a:pt x="5" y="5"/>
                    </a:cubicBezTo>
                    <a:cubicBezTo>
                      <a:pt x="0" y="10"/>
                      <a:pt x="0" y="19"/>
                      <a:pt x="6" y="24"/>
                    </a:cubicBezTo>
                    <a:cubicBezTo>
                      <a:pt x="11" y="29"/>
                      <a:pt x="20" y="29"/>
                      <a:pt x="25" y="24"/>
                    </a:cubicBezTo>
                    <a:cubicBezTo>
                      <a:pt x="30" y="18"/>
                      <a:pt x="30" y="10"/>
                      <a:pt x="24" y="5"/>
                    </a:cubicBezTo>
                    <a:close/>
                  </a:path>
                </a:pathLst>
              </a:custGeom>
              <a:solidFill>
                <a:srgbClr val="DD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8" name="Freeform 3003">
                <a:extLst>
                  <a:ext uri="{FF2B5EF4-FFF2-40B4-BE49-F238E27FC236}">
                    <a16:creationId xmlns:a16="http://schemas.microsoft.com/office/drawing/2014/main" id="{4737A235-E14E-45E9-BAA2-20C9F75A0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3009"/>
                <a:ext cx="30" cy="32"/>
              </a:xfrm>
              <a:custGeom>
                <a:avLst/>
                <a:gdLst>
                  <a:gd name="T0" fmla="*/ 2470 w 12"/>
                  <a:gd name="T1" fmla="*/ 661 h 12"/>
                  <a:gd name="T2" fmla="*/ 520 w 12"/>
                  <a:gd name="T3" fmla="*/ 661 h 12"/>
                  <a:gd name="T4" fmla="*/ 783 w 12"/>
                  <a:gd name="T5" fmla="*/ 3640 h 12"/>
                  <a:gd name="T6" fmla="*/ 2470 w 12"/>
                  <a:gd name="T7" fmla="*/ 3640 h 12"/>
                  <a:gd name="T8" fmla="*/ 2470 w 12"/>
                  <a:gd name="T9" fmla="*/ 66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2"/>
                    </a:moveTo>
                    <a:cubicBezTo>
                      <a:pt x="8" y="0"/>
                      <a:pt x="5" y="0"/>
                      <a:pt x="2" y="2"/>
                    </a:cubicBezTo>
                    <a:cubicBezTo>
                      <a:pt x="0" y="4"/>
                      <a:pt x="0" y="8"/>
                      <a:pt x="3" y="10"/>
                    </a:cubicBezTo>
                    <a:cubicBezTo>
                      <a:pt x="5" y="12"/>
                      <a:pt x="8" y="12"/>
                      <a:pt x="10" y="10"/>
                    </a:cubicBezTo>
                    <a:cubicBezTo>
                      <a:pt x="12" y="8"/>
                      <a:pt x="12" y="4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535" name="Freeform 3004">
              <a:extLst>
                <a:ext uri="{FF2B5EF4-FFF2-40B4-BE49-F238E27FC236}">
                  <a16:creationId xmlns:a16="http://schemas.microsoft.com/office/drawing/2014/main" id="{5D4C4495-6473-43B8-86D3-38ACA95DC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3159"/>
              <a:ext cx="70" cy="74"/>
            </a:xfrm>
            <a:custGeom>
              <a:avLst/>
              <a:gdLst>
                <a:gd name="T0" fmla="*/ 5208 w 28"/>
                <a:gd name="T1" fmla="*/ 1425 h 28"/>
                <a:gd name="T2" fmla="*/ 988 w 28"/>
                <a:gd name="T3" fmla="*/ 2730 h 28"/>
                <a:gd name="T4" fmla="*/ 1958 w 28"/>
                <a:gd name="T5" fmla="*/ 8494 h 28"/>
                <a:gd name="T6" fmla="*/ 6175 w 28"/>
                <a:gd name="T7" fmla="*/ 7215 h 28"/>
                <a:gd name="T8" fmla="*/ 5208 w 28"/>
                <a:gd name="T9" fmla="*/ 142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21" y="4"/>
                  </a:moveTo>
                  <a:cubicBezTo>
                    <a:pt x="15" y="0"/>
                    <a:pt x="7" y="2"/>
                    <a:pt x="4" y="8"/>
                  </a:cubicBezTo>
                  <a:cubicBezTo>
                    <a:pt x="0" y="14"/>
                    <a:pt x="2" y="21"/>
                    <a:pt x="8" y="25"/>
                  </a:cubicBezTo>
                  <a:cubicBezTo>
                    <a:pt x="14" y="28"/>
                    <a:pt x="21" y="27"/>
                    <a:pt x="25" y="21"/>
                  </a:cubicBezTo>
                  <a:cubicBezTo>
                    <a:pt x="28" y="15"/>
                    <a:pt x="27" y="7"/>
                    <a:pt x="21" y="4"/>
                  </a:cubicBezTo>
                  <a:close/>
                </a:path>
              </a:pathLst>
            </a:custGeom>
            <a:solidFill>
              <a:srgbClr val="DDE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Freeform 3005">
              <a:extLst>
                <a:ext uri="{FF2B5EF4-FFF2-40B4-BE49-F238E27FC236}">
                  <a16:creationId xmlns:a16="http://schemas.microsoft.com/office/drawing/2014/main" id="{546D5888-4DF8-4C5C-A0F4-056FE5381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3175"/>
              <a:ext cx="30" cy="29"/>
            </a:xfrm>
            <a:custGeom>
              <a:avLst/>
              <a:gdLst>
                <a:gd name="T0" fmla="*/ 2270 w 12"/>
                <a:gd name="T1" fmla="*/ 625 h 11"/>
                <a:gd name="T2" fmla="*/ 520 w 12"/>
                <a:gd name="T3" fmla="*/ 1007 h 11"/>
                <a:gd name="T4" fmla="*/ 988 w 12"/>
                <a:gd name="T5" fmla="*/ 3335 h 11"/>
                <a:gd name="T6" fmla="*/ 2470 w 12"/>
                <a:gd name="T7" fmla="*/ 2655 h 11"/>
                <a:gd name="T8" fmla="*/ 2270 w 12"/>
                <a:gd name="T9" fmla="*/ 62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9" y="2"/>
                  </a:moveTo>
                  <a:cubicBezTo>
                    <a:pt x="6" y="0"/>
                    <a:pt x="3" y="1"/>
                    <a:pt x="2" y="3"/>
                  </a:cubicBezTo>
                  <a:cubicBezTo>
                    <a:pt x="0" y="6"/>
                    <a:pt x="1" y="9"/>
                    <a:pt x="4" y="10"/>
                  </a:cubicBezTo>
                  <a:cubicBezTo>
                    <a:pt x="6" y="11"/>
                    <a:pt x="9" y="11"/>
                    <a:pt x="10" y="8"/>
                  </a:cubicBezTo>
                  <a:cubicBezTo>
                    <a:pt x="12" y="6"/>
                    <a:pt x="11" y="3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Freeform 3006">
              <a:extLst>
                <a:ext uri="{FF2B5EF4-FFF2-40B4-BE49-F238E27FC236}">
                  <a16:creationId xmlns:a16="http://schemas.microsoft.com/office/drawing/2014/main" id="{8F9C3443-413C-4D89-A226-EE400195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895"/>
              <a:ext cx="85" cy="26"/>
            </a:xfrm>
            <a:custGeom>
              <a:avLst/>
              <a:gdLst>
                <a:gd name="T0" fmla="*/ 8125 w 34"/>
                <a:gd name="T1" fmla="*/ 1196 h 10"/>
                <a:gd name="T2" fmla="*/ 8333 w 34"/>
                <a:gd name="T3" fmla="*/ 2514 h 10"/>
                <a:gd name="T4" fmla="*/ 520 w 34"/>
                <a:gd name="T5" fmla="*/ 3110 h 10"/>
                <a:gd name="T6" fmla="*/ 520 w 34"/>
                <a:gd name="T7" fmla="*/ 3110 h 10"/>
                <a:gd name="T8" fmla="*/ 313 w 34"/>
                <a:gd name="T9" fmla="*/ 2514 h 10"/>
                <a:gd name="T10" fmla="*/ 0 w 34"/>
                <a:gd name="T11" fmla="*/ 1547 h 10"/>
                <a:gd name="T12" fmla="*/ 0 w 34"/>
                <a:gd name="T13" fmla="*/ 1547 h 10"/>
                <a:gd name="T14" fmla="*/ 7813 w 34"/>
                <a:gd name="T15" fmla="*/ 0 h 10"/>
                <a:gd name="T16" fmla="*/ 8125 w 34"/>
                <a:gd name="T17" fmla="*/ 1196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">
                  <a:moveTo>
                    <a:pt x="33" y="4"/>
                  </a:moveTo>
                  <a:cubicBezTo>
                    <a:pt x="33" y="5"/>
                    <a:pt x="34" y="7"/>
                    <a:pt x="34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1" y="8"/>
                    <a:pt x="1" y="8"/>
                  </a:cubicBezTo>
                  <a:cubicBezTo>
                    <a:pt x="1" y="7"/>
                    <a:pt x="1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1"/>
                    <a:pt x="33" y="3"/>
                    <a:pt x="33" y="4"/>
                  </a:cubicBezTo>
                  <a:close/>
                </a:path>
              </a:pathLst>
            </a:custGeom>
            <a:solidFill>
              <a:srgbClr val="A68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Freeform 3007">
              <a:extLst>
                <a:ext uri="{FF2B5EF4-FFF2-40B4-BE49-F238E27FC236}">
                  <a16:creationId xmlns:a16="http://schemas.microsoft.com/office/drawing/2014/main" id="{B8A37685-1C57-4A6E-AAE9-235DA84F4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900"/>
              <a:ext cx="77" cy="13"/>
            </a:xfrm>
            <a:custGeom>
              <a:avLst/>
              <a:gdLst>
                <a:gd name="T0" fmla="*/ 7263 w 31"/>
                <a:gd name="T1" fmla="*/ 1547 h 5"/>
                <a:gd name="T2" fmla="*/ 7082 w 31"/>
                <a:gd name="T3" fmla="*/ 0 h 5"/>
                <a:gd name="T4" fmla="*/ 0 w 31"/>
                <a:gd name="T5" fmla="*/ 1196 h 5"/>
                <a:gd name="T6" fmla="*/ 6620 w 31"/>
                <a:gd name="T7" fmla="*/ 967 h 5"/>
                <a:gd name="T8" fmla="*/ 7263 w 31"/>
                <a:gd name="T9" fmla="*/ 154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">
                  <a:moveTo>
                    <a:pt x="31" y="5"/>
                  </a:moveTo>
                  <a:cubicBezTo>
                    <a:pt x="30" y="4"/>
                    <a:pt x="30" y="0"/>
                    <a:pt x="3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26" y="2"/>
                    <a:pt x="28" y="3"/>
                  </a:cubicBezTo>
                  <a:cubicBezTo>
                    <a:pt x="29" y="4"/>
                    <a:pt x="31" y="5"/>
                    <a:pt x="31" y="5"/>
                  </a:cubicBezTo>
                  <a:close/>
                </a:path>
              </a:pathLst>
            </a:custGeom>
            <a:solidFill>
              <a:srgbClr val="784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Freeform 3008">
              <a:extLst>
                <a:ext uri="{FF2B5EF4-FFF2-40B4-BE49-F238E27FC236}">
                  <a16:creationId xmlns:a16="http://schemas.microsoft.com/office/drawing/2014/main" id="{A0BBD8E7-152A-41A0-A2A1-79B38093A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895"/>
              <a:ext cx="85" cy="26"/>
            </a:xfrm>
            <a:custGeom>
              <a:avLst/>
              <a:gdLst>
                <a:gd name="T0" fmla="*/ 8125 w 34"/>
                <a:gd name="T1" fmla="*/ 1196 h 10"/>
                <a:gd name="T2" fmla="*/ 8333 w 34"/>
                <a:gd name="T3" fmla="*/ 2514 h 10"/>
                <a:gd name="T4" fmla="*/ 520 w 34"/>
                <a:gd name="T5" fmla="*/ 3110 h 10"/>
                <a:gd name="T6" fmla="*/ 520 w 34"/>
                <a:gd name="T7" fmla="*/ 3110 h 10"/>
                <a:gd name="T8" fmla="*/ 313 w 34"/>
                <a:gd name="T9" fmla="*/ 2514 h 10"/>
                <a:gd name="T10" fmla="*/ 0 w 34"/>
                <a:gd name="T11" fmla="*/ 1547 h 10"/>
                <a:gd name="T12" fmla="*/ 0 w 34"/>
                <a:gd name="T13" fmla="*/ 1547 h 10"/>
                <a:gd name="T14" fmla="*/ 7813 w 34"/>
                <a:gd name="T15" fmla="*/ 0 h 10"/>
                <a:gd name="T16" fmla="*/ 8125 w 34"/>
                <a:gd name="T17" fmla="*/ 1196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">
                  <a:moveTo>
                    <a:pt x="33" y="4"/>
                  </a:moveTo>
                  <a:cubicBezTo>
                    <a:pt x="33" y="5"/>
                    <a:pt x="34" y="7"/>
                    <a:pt x="34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1" y="8"/>
                    <a:pt x="1" y="8"/>
                  </a:cubicBezTo>
                  <a:cubicBezTo>
                    <a:pt x="1" y="7"/>
                    <a:pt x="1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1"/>
                    <a:pt x="33" y="3"/>
                    <a:pt x="33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Freeform 3009">
              <a:extLst>
                <a:ext uri="{FF2B5EF4-FFF2-40B4-BE49-F238E27FC236}">
                  <a16:creationId xmlns:a16="http://schemas.microsoft.com/office/drawing/2014/main" id="{34093854-D772-4C91-81DC-441ACBE92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2812"/>
              <a:ext cx="140" cy="149"/>
            </a:xfrm>
            <a:custGeom>
              <a:avLst/>
              <a:gdLst>
                <a:gd name="T0" fmla="*/ 8333 w 56"/>
                <a:gd name="T1" fmla="*/ 18795 h 56"/>
                <a:gd name="T2" fmla="*/ 12708 w 56"/>
                <a:gd name="T3" fmla="*/ 7873 h 56"/>
                <a:gd name="T4" fmla="*/ 5208 w 56"/>
                <a:gd name="T5" fmla="*/ 1450 h 56"/>
                <a:gd name="T6" fmla="*/ 783 w 56"/>
                <a:gd name="T7" fmla="*/ 12375 h 56"/>
                <a:gd name="T8" fmla="*/ 8333 w 56"/>
                <a:gd name="T9" fmla="*/ 1879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34" y="53"/>
                  </a:moveTo>
                  <a:cubicBezTo>
                    <a:pt x="48" y="49"/>
                    <a:pt x="56" y="35"/>
                    <a:pt x="52" y="22"/>
                  </a:cubicBezTo>
                  <a:cubicBezTo>
                    <a:pt x="48" y="8"/>
                    <a:pt x="34" y="0"/>
                    <a:pt x="21" y="4"/>
                  </a:cubicBezTo>
                  <a:cubicBezTo>
                    <a:pt x="7" y="8"/>
                    <a:pt x="0" y="21"/>
                    <a:pt x="3" y="35"/>
                  </a:cubicBezTo>
                  <a:cubicBezTo>
                    <a:pt x="7" y="48"/>
                    <a:pt x="21" y="56"/>
                    <a:pt x="34" y="5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3010">
              <a:extLst>
                <a:ext uri="{FF2B5EF4-FFF2-40B4-BE49-F238E27FC236}">
                  <a16:creationId xmlns:a16="http://schemas.microsoft.com/office/drawing/2014/main" id="{ABE2AD4E-3E3F-4A08-B967-349294D6A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367"/>
              <a:ext cx="143" cy="152"/>
            </a:xfrm>
            <a:custGeom>
              <a:avLst/>
              <a:gdLst>
                <a:gd name="T0" fmla="*/ 3286 w 57"/>
                <a:gd name="T1" fmla="*/ 17237 h 57"/>
                <a:gd name="T2" fmla="*/ 11922 w 57"/>
                <a:gd name="T3" fmla="*/ 15779 h 57"/>
                <a:gd name="T4" fmla="*/ 10926 w 57"/>
                <a:gd name="T5" fmla="*/ 2824 h 57"/>
                <a:gd name="T6" fmla="*/ 2303 w 57"/>
                <a:gd name="T7" fmla="*/ 4301 h 57"/>
                <a:gd name="T8" fmla="*/ 3286 w 57"/>
                <a:gd name="T9" fmla="*/ 1723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13" y="48"/>
                  </a:moveTo>
                  <a:cubicBezTo>
                    <a:pt x="24" y="57"/>
                    <a:pt x="39" y="55"/>
                    <a:pt x="48" y="44"/>
                  </a:cubicBezTo>
                  <a:cubicBezTo>
                    <a:pt x="57" y="33"/>
                    <a:pt x="55" y="17"/>
                    <a:pt x="44" y="8"/>
                  </a:cubicBezTo>
                  <a:cubicBezTo>
                    <a:pt x="33" y="0"/>
                    <a:pt x="17" y="1"/>
                    <a:pt x="9" y="12"/>
                  </a:cubicBezTo>
                  <a:cubicBezTo>
                    <a:pt x="0" y="23"/>
                    <a:pt x="2" y="39"/>
                    <a:pt x="13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Freeform 3011">
              <a:extLst>
                <a:ext uri="{FF2B5EF4-FFF2-40B4-BE49-F238E27FC236}">
                  <a16:creationId xmlns:a16="http://schemas.microsoft.com/office/drawing/2014/main" id="{AD82C172-ACE1-4103-B768-C504B531A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2972"/>
              <a:ext cx="142" cy="152"/>
            </a:xfrm>
            <a:custGeom>
              <a:avLst/>
              <a:gdLst>
                <a:gd name="T0" fmla="*/ 6430 w 57"/>
                <a:gd name="T1" fmla="*/ 20083 h 57"/>
                <a:gd name="T2" fmla="*/ 13438 w 57"/>
                <a:gd name="T3" fmla="*/ 10773 h 57"/>
                <a:gd name="T4" fmla="*/ 7205 w 57"/>
                <a:gd name="T5" fmla="*/ 397 h 57"/>
                <a:gd name="T6" fmla="*/ 187 w 57"/>
                <a:gd name="T7" fmla="*/ 9707 h 57"/>
                <a:gd name="T8" fmla="*/ 6430 w 57"/>
                <a:gd name="T9" fmla="*/ 20083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27" y="56"/>
                  </a:moveTo>
                  <a:cubicBezTo>
                    <a:pt x="42" y="57"/>
                    <a:pt x="55" y="46"/>
                    <a:pt x="56" y="30"/>
                  </a:cubicBezTo>
                  <a:cubicBezTo>
                    <a:pt x="57" y="15"/>
                    <a:pt x="46" y="2"/>
                    <a:pt x="30" y="1"/>
                  </a:cubicBezTo>
                  <a:cubicBezTo>
                    <a:pt x="15" y="0"/>
                    <a:pt x="2" y="12"/>
                    <a:pt x="1" y="27"/>
                  </a:cubicBezTo>
                  <a:cubicBezTo>
                    <a:pt x="0" y="42"/>
                    <a:pt x="12" y="56"/>
                    <a:pt x="27" y="5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3" name="Freeform 3012">
              <a:extLst>
                <a:ext uri="{FF2B5EF4-FFF2-40B4-BE49-F238E27FC236}">
                  <a16:creationId xmlns:a16="http://schemas.microsoft.com/office/drawing/2014/main" id="{8EEA9D45-E1AD-4E17-ADB8-64DF9F9E9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2399"/>
              <a:ext cx="143" cy="154"/>
            </a:xfrm>
            <a:custGeom>
              <a:avLst/>
              <a:gdLst>
                <a:gd name="T0" fmla="*/ 12915 w 57"/>
                <a:gd name="T1" fmla="*/ 13719 h 58"/>
                <a:gd name="T2" fmla="*/ 9744 w 57"/>
                <a:gd name="T3" fmla="*/ 2095 h 58"/>
                <a:gd name="T4" fmla="*/ 1310 w 57"/>
                <a:gd name="T5" fmla="*/ 6606 h 58"/>
                <a:gd name="T6" fmla="*/ 4752 w 57"/>
                <a:gd name="T7" fmla="*/ 18196 h 58"/>
                <a:gd name="T8" fmla="*/ 12915 w 57"/>
                <a:gd name="T9" fmla="*/ 1371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52" y="39"/>
                  </a:moveTo>
                  <a:cubicBezTo>
                    <a:pt x="57" y="26"/>
                    <a:pt x="51" y="11"/>
                    <a:pt x="39" y="6"/>
                  </a:cubicBezTo>
                  <a:cubicBezTo>
                    <a:pt x="26" y="0"/>
                    <a:pt x="11" y="6"/>
                    <a:pt x="5" y="19"/>
                  </a:cubicBezTo>
                  <a:cubicBezTo>
                    <a:pt x="0" y="32"/>
                    <a:pt x="6" y="47"/>
                    <a:pt x="19" y="52"/>
                  </a:cubicBezTo>
                  <a:cubicBezTo>
                    <a:pt x="31" y="58"/>
                    <a:pt x="46" y="52"/>
                    <a:pt x="52" y="3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Freeform 3013">
              <a:extLst>
                <a:ext uri="{FF2B5EF4-FFF2-40B4-BE49-F238E27FC236}">
                  <a16:creationId xmlns:a16="http://schemas.microsoft.com/office/drawing/2014/main" id="{B59FB723-D08F-4189-B97C-2C94C60BB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3351"/>
              <a:ext cx="65" cy="58"/>
            </a:xfrm>
            <a:custGeom>
              <a:avLst/>
              <a:gdLst>
                <a:gd name="T0" fmla="*/ 5863 w 26"/>
                <a:gd name="T1" fmla="*/ 5992 h 22"/>
                <a:gd name="T2" fmla="*/ 5208 w 26"/>
                <a:gd name="T3" fmla="*/ 7382 h 22"/>
                <a:gd name="T4" fmla="*/ 0 w 26"/>
                <a:gd name="T5" fmla="*/ 1648 h 22"/>
                <a:gd name="T6" fmla="*/ 0 w 26"/>
                <a:gd name="T7" fmla="*/ 1648 h 22"/>
                <a:gd name="T8" fmla="*/ 520 w 26"/>
                <a:gd name="T9" fmla="*/ 625 h 22"/>
                <a:gd name="T10" fmla="*/ 783 w 26"/>
                <a:gd name="T11" fmla="*/ 0 h 22"/>
                <a:gd name="T12" fmla="*/ 783 w 26"/>
                <a:gd name="T13" fmla="*/ 0 h 22"/>
                <a:gd name="T14" fmla="*/ 6375 w 26"/>
                <a:gd name="T15" fmla="*/ 5075 h 22"/>
                <a:gd name="T16" fmla="*/ 5863 w 26"/>
                <a:gd name="T17" fmla="*/ 5992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3" y="19"/>
                    <a:pt x="22" y="20"/>
                    <a:pt x="21" y="2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5" y="16"/>
                    <a:pt x="24" y="17"/>
                    <a:pt x="24" y="1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Freeform 3014">
              <a:extLst>
                <a:ext uri="{FF2B5EF4-FFF2-40B4-BE49-F238E27FC236}">
                  <a16:creationId xmlns:a16="http://schemas.microsoft.com/office/drawing/2014/main" id="{6649E845-D1D2-433C-AEE8-6C7F3B748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3033"/>
              <a:ext cx="27" cy="27"/>
            </a:xfrm>
            <a:custGeom>
              <a:avLst/>
              <a:gdLst>
                <a:gd name="T0" fmla="*/ 2398 w 11"/>
                <a:gd name="T1" fmla="*/ 1596 h 10"/>
                <a:gd name="T2" fmla="*/ 2398 w 11"/>
                <a:gd name="T3" fmla="*/ 3464 h 10"/>
                <a:gd name="T4" fmla="*/ 0 w 11"/>
                <a:gd name="T5" fmla="*/ 3877 h 10"/>
                <a:gd name="T6" fmla="*/ 0 w 11"/>
                <a:gd name="T7" fmla="*/ 3877 h 10"/>
                <a:gd name="T8" fmla="*/ 0 w 11"/>
                <a:gd name="T9" fmla="*/ 2282 h 10"/>
                <a:gd name="T10" fmla="*/ 0 w 11"/>
                <a:gd name="T11" fmla="*/ 1158 h 10"/>
                <a:gd name="T12" fmla="*/ 0 w 11"/>
                <a:gd name="T13" fmla="*/ 1158 h 10"/>
                <a:gd name="T14" fmla="*/ 2398 w 11"/>
                <a:gd name="T15" fmla="*/ 0 h 10"/>
                <a:gd name="T16" fmla="*/ 2398 w 11"/>
                <a:gd name="T17" fmla="*/ 1596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0">
                  <a:moveTo>
                    <a:pt x="11" y="4"/>
                  </a:moveTo>
                  <a:cubicBezTo>
                    <a:pt x="11" y="6"/>
                    <a:pt x="11" y="7"/>
                    <a:pt x="11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1" y="3"/>
                    <a:pt x="11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6" name="Freeform 3015">
              <a:extLst>
                <a:ext uri="{FF2B5EF4-FFF2-40B4-BE49-F238E27FC236}">
                  <a16:creationId xmlns:a16="http://schemas.microsoft.com/office/drawing/2014/main" id="{DC33CAAD-E559-4C37-8F16-570DEA75A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2532"/>
              <a:ext cx="47" cy="77"/>
            </a:xfrm>
            <a:custGeom>
              <a:avLst/>
              <a:gdLst>
                <a:gd name="T0" fmla="*/ 3708 w 19"/>
                <a:gd name="T1" fmla="*/ 656 h 29"/>
                <a:gd name="T2" fmla="*/ 4344 w 19"/>
                <a:gd name="T3" fmla="*/ 1439 h 29"/>
                <a:gd name="T4" fmla="*/ 1121 w 19"/>
                <a:gd name="T5" fmla="*/ 10145 h 29"/>
                <a:gd name="T6" fmla="*/ 1121 w 19"/>
                <a:gd name="T7" fmla="*/ 10145 h 29"/>
                <a:gd name="T8" fmla="*/ 453 w 19"/>
                <a:gd name="T9" fmla="*/ 9737 h 29"/>
                <a:gd name="T10" fmla="*/ 0 w 19"/>
                <a:gd name="T11" fmla="*/ 9094 h 29"/>
                <a:gd name="T12" fmla="*/ 0 w 19"/>
                <a:gd name="T13" fmla="*/ 9094 h 29"/>
                <a:gd name="T14" fmla="*/ 2773 w 19"/>
                <a:gd name="T15" fmla="*/ 0 h 29"/>
                <a:gd name="T16" fmla="*/ 3708 w 19"/>
                <a:gd name="T17" fmla="*/ 656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9">
                  <a:moveTo>
                    <a:pt x="16" y="2"/>
                  </a:moveTo>
                  <a:cubicBezTo>
                    <a:pt x="17" y="3"/>
                    <a:pt x="18" y="3"/>
                    <a:pt x="19" y="4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29"/>
                    <a:pt x="3" y="28"/>
                    <a:pt x="2" y="28"/>
                  </a:cubicBezTo>
                  <a:cubicBezTo>
                    <a:pt x="1" y="28"/>
                    <a:pt x="1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1"/>
                    <a:pt x="14" y="2"/>
                    <a:pt x="16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7" name="Freeform 3016">
              <a:extLst>
                <a:ext uri="{FF2B5EF4-FFF2-40B4-BE49-F238E27FC236}">
                  <a16:creationId xmlns:a16="http://schemas.microsoft.com/office/drawing/2014/main" id="{E9AFFC0A-9243-44A7-8331-64F329D75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3297"/>
              <a:ext cx="165" cy="91"/>
            </a:xfrm>
            <a:custGeom>
              <a:avLst/>
              <a:gdLst>
                <a:gd name="T0" fmla="*/ 783 w 66"/>
                <a:gd name="T1" fmla="*/ 9183 h 34"/>
                <a:gd name="T2" fmla="*/ 1300 w 66"/>
                <a:gd name="T3" fmla="*/ 12521 h 34"/>
                <a:gd name="T4" fmla="*/ 15938 w 66"/>
                <a:gd name="T5" fmla="*/ 4414 h 34"/>
                <a:gd name="T6" fmla="*/ 15938 w 66"/>
                <a:gd name="T7" fmla="*/ 4414 h 34"/>
                <a:gd name="T8" fmla="*/ 15625 w 66"/>
                <a:gd name="T9" fmla="*/ 1804 h 34"/>
                <a:gd name="T10" fmla="*/ 14970 w 66"/>
                <a:gd name="T11" fmla="*/ 401 h 34"/>
                <a:gd name="T12" fmla="*/ 0 w 66"/>
                <a:gd name="T13" fmla="*/ 6311 h 34"/>
                <a:gd name="T14" fmla="*/ 783 w 66"/>
                <a:gd name="T15" fmla="*/ 9183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34">
                  <a:moveTo>
                    <a:pt x="3" y="25"/>
                  </a:moveTo>
                  <a:cubicBezTo>
                    <a:pt x="4" y="28"/>
                    <a:pt x="5" y="31"/>
                    <a:pt x="5" y="34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6" y="12"/>
                    <a:pt x="65" y="7"/>
                    <a:pt x="64" y="5"/>
                  </a:cubicBezTo>
                  <a:cubicBezTo>
                    <a:pt x="63" y="0"/>
                    <a:pt x="61" y="1"/>
                    <a:pt x="61" y="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20"/>
                    <a:pt x="2" y="22"/>
                    <a:pt x="3" y="25"/>
                  </a:cubicBezTo>
                  <a:close/>
                </a:path>
              </a:pathLst>
            </a:custGeom>
            <a:solidFill>
              <a:srgbClr val="008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3017">
              <a:extLst>
                <a:ext uri="{FF2B5EF4-FFF2-40B4-BE49-F238E27FC236}">
                  <a16:creationId xmlns:a16="http://schemas.microsoft.com/office/drawing/2014/main" id="{7375EE1C-18BA-4646-A8DD-466F5F292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3305"/>
              <a:ext cx="130" cy="70"/>
            </a:xfrm>
            <a:custGeom>
              <a:avLst/>
              <a:gdLst>
                <a:gd name="T0" fmla="*/ 783 w 52"/>
                <a:gd name="T1" fmla="*/ 9873 h 26"/>
                <a:gd name="T2" fmla="*/ 0 w 52"/>
                <a:gd name="T3" fmla="*/ 5363 h 26"/>
                <a:gd name="T4" fmla="*/ 12708 w 52"/>
                <a:gd name="T5" fmla="*/ 0 h 26"/>
                <a:gd name="T6" fmla="*/ 1770 w 52"/>
                <a:gd name="T7" fmla="*/ 6515 h 26"/>
                <a:gd name="T8" fmla="*/ 783 w 52"/>
                <a:gd name="T9" fmla="*/ 987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6">
                  <a:moveTo>
                    <a:pt x="3" y="26"/>
                  </a:moveTo>
                  <a:cubicBezTo>
                    <a:pt x="3" y="22"/>
                    <a:pt x="0" y="15"/>
                    <a:pt x="0" y="14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9" y="13"/>
                    <a:pt x="7" y="17"/>
                  </a:cubicBezTo>
                  <a:cubicBezTo>
                    <a:pt x="4" y="21"/>
                    <a:pt x="4" y="25"/>
                    <a:pt x="3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3018">
              <a:extLst>
                <a:ext uri="{FF2B5EF4-FFF2-40B4-BE49-F238E27FC236}">
                  <a16:creationId xmlns:a16="http://schemas.microsoft.com/office/drawing/2014/main" id="{CE83C99C-BDF9-4BDC-9652-1479797A5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3297"/>
              <a:ext cx="165" cy="91"/>
            </a:xfrm>
            <a:custGeom>
              <a:avLst/>
              <a:gdLst>
                <a:gd name="T0" fmla="*/ 783 w 66"/>
                <a:gd name="T1" fmla="*/ 9183 h 34"/>
                <a:gd name="T2" fmla="*/ 1300 w 66"/>
                <a:gd name="T3" fmla="*/ 12521 h 34"/>
                <a:gd name="T4" fmla="*/ 15938 w 66"/>
                <a:gd name="T5" fmla="*/ 4414 h 34"/>
                <a:gd name="T6" fmla="*/ 15938 w 66"/>
                <a:gd name="T7" fmla="*/ 4414 h 34"/>
                <a:gd name="T8" fmla="*/ 15625 w 66"/>
                <a:gd name="T9" fmla="*/ 1804 h 34"/>
                <a:gd name="T10" fmla="*/ 14970 w 66"/>
                <a:gd name="T11" fmla="*/ 401 h 34"/>
                <a:gd name="T12" fmla="*/ 0 w 66"/>
                <a:gd name="T13" fmla="*/ 6311 h 34"/>
                <a:gd name="T14" fmla="*/ 783 w 66"/>
                <a:gd name="T15" fmla="*/ 9183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34">
                  <a:moveTo>
                    <a:pt x="3" y="25"/>
                  </a:moveTo>
                  <a:cubicBezTo>
                    <a:pt x="4" y="28"/>
                    <a:pt x="5" y="31"/>
                    <a:pt x="5" y="34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6" y="12"/>
                    <a:pt x="65" y="7"/>
                    <a:pt x="64" y="5"/>
                  </a:cubicBezTo>
                  <a:cubicBezTo>
                    <a:pt x="63" y="0"/>
                    <a:pt x="61" y="1"/>
                    <a:pt x="61" y="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20"/>
                    <a:pt x="2" y="22"/>
                    <a:pt x="3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3019">
              <a:extLst>
                <a:ext uri="{FF2B5EF4-FFF2-40B4-BE49-F238E27FC236}">
                  <a16:creationId xmlns:a16="http://schemas.microsoft.com/office/drawing/2014/main" id="{B0142000-D0C9-4356-9916-8650C6D1F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3340"/>
              <a:ext cx="37" cy="51"/>
            </a:xfrm>
            <a:custGeom>
              <a:avLst/>
              <a:gdLst>
                <a:gd name="T0" fmla="*/ 183 w 15"/>
                <a:gd name="T1" fmla="*/ 4193 h 19"/>
                <a:gd name="T2" fmla="*/ 1112 w 15"/>
                <a:gd name="T3" fmla="*/ 403 h 19"/>
                <a:gd name="T4" fmla="*/ 3182 w 15"/>
                <a:gd name="T5" fmla="*/ 2904 h 19"/>
                <a:gd name="T6" fmla="*/ 2294 w 15"/>
                <a:gd name="T7" fmla="*/ 6694 h 19"/>
                <a:gd name="T8" fmla="*/ 183 w 15"/>
                <a:gd name="T9" fmla="*/ 419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">
                  <a:moveTo>
                    <a:pt x="1" y="11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9" y="0"/>
                    <a:pt x="12" y="3"/>
                    <a:pt x="14" y="8"/>
                  </a:cubicBezTo>
                  <a:cubicBezTo>
                    <a:pt x="15" y="13"/>
                    <a:pt x="13" y="18"/>
                    <a:pt x="10" y="18"/>
                  </a:cubicBezTo>
                  <a:cubicBezTo>
                    <a:pt x="6" y="19"/>
                    <a:pt x="3" y="16"/>
                    <a:pt x="1" y="11"/>
                  </a:cubicBezTo>
                  <a:close/>
                </a:path>
              </a:pathLst>
            </a:custGeom>
            <a:solidFill>
              <a:srgbClr val="BCD7E3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Freeform 3020">
              <a:extLst>
                <a:ext uri="{FF2B5EF4-FFF2-40B4-BE49-F238E27FC236}">
                  <a16:creationId xmlns:a16="http://schemas.microsoft.com/office/drawing/2014/main" id="{AFABD842-9263-44AA-9328-1F85A95F8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3041"/>
              <a:ext cx="165" cy="51"/>
            </a:xfrm>
            <a:custGeom>
              <a:avLst/>
              <a:gdLst>
                <a:gd name="T0" fmla="*/ 15938 w 66"/>
                <a:gd name="T1" fmla="*/ 3328 h 19"/>
                <a:gd name="T2" fmla="*/ 16145 w 66"/>
                <a:gd name="T3" fmla="*/ 6694 h 19"/>
                <a:gd name="T4" fmla="*/ 783 w 66"/>
                <a:gd name="T5" fmla="*/ 7119 h 19"/>
                <a:gd name="T6" fmla="*/ 520 w 66"/>
                <a:gd name="T7" fmla="*/ 7119 h 19"/>
                <a:gd name="T8" fmla="*/ 0 w 66"/>
                <a:gd name="T9" fmla="*/ 4467 h 19"/>
                <a:gd name="T10" fmla="*/ 520 w 66"/>
                <a:gd name="T11" fmla="*/ 2652 h 19"/>
                <a:gd name="T12" fmla="*/ 15625 w 66"/>
                <a:gd name="T13" fmla="*/ 0 h 19"/>
                <a:gd name="T14" fmla="*/ 15938 w 66"/>
                <a:gd name="T15" fmla="*/ 3328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19">
                  <a:moveTo>
                    <a:pt x="65" y="9"/>
                  </a:moveTo>
                  <a:cubicBezTo>
                    <a:pt x="65" y="12"/>
                    <a:pt x="65" y="15"/>
                    <a:pt x="66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15"/>
                    <a:pt x="0" y="12"/>
                  </a:cubicBezTo>
                  <a:cubicBezTo>
                    <a:pt x="0" y="7"/>
                    <a:pt x="2" y="7"/>
                    <a:pt x="2" y="7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"/>
                    <a:pt x="64" y="6"/>
                    <a:pt x="65" y="9"/>
                  </a:cubicBezTo>
                  <a:close/>
                </a:path>
              </a:pathLst>
            </a:custGeom>
            <a:solidFill>
              <a:srgbClr val="008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Freeform 3021">
              <a:extLst>
                <a:ext uri="{FF2B5EF4-FFF2-40B4-BE49-F238E27FC236}">
                  <a16:creationId xmlns:a16="http://schemas.microsoft.com/office/drawing/2014/main" id="{B5677D2B-A4D4-4E64-AAEF-7CFF296C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049"/>
              <a:ext cx="138" cy="32"/>
            </a:xfrm>
            <a:custGeom>
              <a:avLst/>
              <a:gdLst>
                <a:gd name="T0" fmla="*/ 13712 w 55"/>
                <a:gd name="T1" fmla="*/ 4301 h 12"/>
                <a:gd name="T2" fmla="*/ 13240 w 55"/>
                <a:gd name="T3" fmla="*/ 0 h 12"/>
                <a:gd name="T4" fmla="*/ 0 w 55"/>
                <a:gd name="T5" fmla="*/ 2184 h 12"/>
                <a:gd name="T6" fmla="*/ 11923 w 55"/>
                <a:gd name="T7" fmla="*/ 1763 h 12"/>
                <a:gd name="T8" fmla="*/ 13712 w 55"/>
                <a:gd name="T9" fmla="*/ 430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2">
                  <a:moveTo>
                    <a:pt x="55" y="12"/>
                  </a:moveTo>
                  <a:cubicBezTo>
                    <a:pt x="54" y="8"/>
                    <a:pt x="53" y="1"/>
                    <a:pt x="53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45" y="2"/>
                    <a:pt x="48" y="5"/>
                  </a:cubicBezTo>
                  <a:cubicBezTo>
                    <a:pt x="52" y="8"/>
                    <a:pt x="54" y="12"/>
                    <a:pt x="55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3022">
              <a:extLst>
                <a:ext uri="{FF2B5EF4-FFF2-40B4-BE49-F238E27FC236}">
                  <a16:creationId xmlns:a16="http://schemas.microsoft.com/office/drawing/2014/main" id="{C512D94B-4C68-459A-B935-45267C669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3041"/>
              <a:ext cx="165" cy="51"/>
            </a:xfrm>
            <a:custGeom>
              <a:avLst/>
              <a:gdLst>
                <a:gd name="T0" fmla="*/ 15938 w 66"/>
                <a:gd name="T1" fmla="*/ 3328 h 19"/>
                <a:gd name="T2" fmla="*/ 16145 w 66"/>
                <a:gd name="T3" fmla="*/ 6694 h 19"/>
                <a:gd name="T4" fmla="*/ 783 w 66"/>
                <a:gd name="T5" fmla="*/ 7119 h 19"/>
                <a:gd name="T6" fmla="*/ 520 w 66"/>
                <a:gd name="T7" fmla="*/ 7119 h 19"/>
                <a:gd name="T8" fmla="*/ 0 w 66"/>
                <a:gd name="T9" fmla="*/ 4467 h 19"/>
                <a:gd name="T10" fmla="*/ 520 w 66"/>
                <a:gd name="T11" fmla="*/ 2652 h 19"/>
                <a:gd name="T12" fmla="*/ 15625 w 66"/>
                <a:gd name="T13" fmla="*/ 0 h 19"/>
                <a:gd name="T14" fmla="*/ 15938 w 66"/>
                <a:gd name="T15" fmla="*/ 3328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19">
                  <a:moveTo>
                    <a:pt x="65" y="9"/>
                  </a:moveTo>
                  <a:cubicBezTo>
                    <a:pt x="65" y="12"/>
                    <a:pt x="65" y="15"/>
                    <a:pt x="66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15"/>
                    <a:pt x="0" y="12"/>
                  </a:cubicBezTo>
                  <a:cubicBezTo>
                    <a:pt x="0" y="7"/>
                    <a:pt x="2" y="7"/>
                    <a:pt x="2" y="7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"/>
                    <a:pt x="64" y="6"/>
                    <a:pt x="65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Freeform 3023">
              <a:extLst>
                <a:ext uri="{FF2B5EF4-FFF2-40B4-BE49-F238E27FC236}">
                  <a16:creationId xmlns:a16="http://schemas.microsoft.com/office/drawing/2014/main" id="{E32C9936-0B30-488E-8D6C-BEF016ED7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1" y="3039"/>
              <a:ext cx="35" cy="50"/>
            </a:xfrm>
            <a:custGeom>
              <a:avLst/>
              <a:gdLst>
                <a:gd name="T0" fmla="*/ 3250 w 14"/>
                <a:gd name="T1" fmla="*/ 3026 h 19"/>
                <a:gd name="T2" fmla="*/ 1488 w 14"/>
                <a:gd name="T3" fmla="*/ 0 h 19"/>
                <a:gd name="T4" fmla="*/ 313 w 14"/>
                <a:gd name="T5" fmla="*/ 3261 h 19"/>
                <a:gd name="T6" fmla="*/ 1958 w 14"/>
                <a:gd name="T7" fmla="*/ 5942 h 19"/>
                <a:gd name="T8" fmla="*/ 3250 w 14"/>
                <a:gd name="T9" fmla="*/ 302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13" y="9"/>
                  </a:moveTo>
                  <a:cubicBezTo>
                    <a:pt x="13" y="4"/>
                    <a:pt x="10" y="0"/>
                    <a:pt x="6" y="0"/>
                  </a:cubicBezTo>
                  <a:cubicBezTo>
                    <a:pt x="3" y="1"/>
                    <a:pt x="0" y="5"/>
                    <a:pt x="1" y="10"/>
                  </a:cubicBezTo>
                  <a:cubicBezTo>
                    <a:pt x="2" y="15"/>
                    <a:pt x="5" y="19"/>
                    <a:pt x="8" y="18"/>
                  </a:cubicBezTo>
                  <a:cubicBezTo>
                    <a:pt x="12" y="18"/>
                    <a:pt x="14" y="14"/>
                    <a:pt x="13" y="9"/>
                  </a:cubicBezTo>
                  <a:close/>
                </a:path>
              </a:pathLst>
            </a:custGeom>
            <a:solidFill>
              <a:srgbClr val="BCD7E3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Freeform 3024">
              <a:extLst>
                <a:ext uri="{FF2B5EF4-FFF2-40B4-BE49-F238E27FC236}">
                  <a16:creationId xmlns:a16="http://schemas.microsoft.com/office/drawing/2014/main" id="{E4D8C0A5-7706-4612-8A78-7B0294A4C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393"/>
              <a:ext cx="70" cy="179"/>
            </a:xfrm>
            <a:custGeom>
              <a:avLst/>
              <a:gdLst>
                <a:gd name="T0" fmla="*/ 2270 w 28"/>
                <a:gd name="T1" fmla="*/ 671 h 67"/>
                <a:gd name="T2" fmla="*/ 0 w 28"/>
                <a:gd name="T3" fmla="*/ 1469 h 67"/>
                <a:gd name="T4" fmla="*/ 3908 w 28"/>
                <a:gd name="T5" fmla="*/ 23684 h 67"/>
                <a:gd name="T6" fmla="*/ 3908 w 28"/>
                <a:gd name="T7" fmla="*/ 23684 h 67"/>
                <a:gd name="T8" fmla="*/ 5675 w 28"/>
                <a:gd name="T9" fmla="*/ 23684 h 67"/>
                <a:gd name="T10" fmla="*/ 6845 w 28"/>
                <a:gd name="T11" fmla="*/ 22575 h 67"/>
                <a:gd name="T12" fmla="*/ 4425 w 28"/>
                <a:gd name="T13" fmla="*/ 0 h 67"/>
                <a:gd name="T14" fmla="*/ 2270 w 28"/>
                <a:gd name="T15" fmla="*/ 671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67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7"/>
                    <a:pt x="21" y="66"/>
                    <a:pt x="23" y="65"/>
                  </a:cubicBezTo>
                  <a:cubicBezTo>
                    <a:pt x="28" y="65"/>
                    <a:pt x="28" y="62"/>
                    <a:pt x="28" y="6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12" y="2"/>
                    <a:pt x="9" y="2"/>
                  </a:cubicBezTo>
                  <a:close/>
                </a:path>
              </a:pathLst>
            </a:custGeom>
            <a:solidFill>
              <a:srgbClr val="008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3025">
              <a:extLst>
                <a:ext uri="{FF2B5EF4-FFF2-40B4-BE49-F238E27FC236}">
                  <a16:creationId xmlns:a16="http://schemas.microsoft.com/office/drawing/2014/main" id="{97BBEED1-342D-47AA-9F94-D9BC7CAAD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415"/>
              <a:ext cx="52" cy="141"/>
            </a:xfrm>
            <a:custGeom>
              <a:avLst/>
              <a:gdLst>
                <a:gd name="T0" fmla="*/ 0 w 21"/>
                <a:gd name="T1" fmla="*/ 657 h 53"/>
                <a:gd name="T2" fmla="*/ 2778 w 21"/>
                <a:gd name="T3" fmla="*/ 0 h 53"/>
                <a:gd name="T4" fmla="*/ 4843 w 21"/>
                <a:gd name="T5" fmla="*/ 18790 h 53"/>
                <a:gd name="T6" fmla="*/ 2035 w 21"/>
                <a:gd name="T7" fmla="*/ 2144 h 53"/>
                <a:gd name="T8" fmla="*/ 0 w 21"/>
                <a:gd name="T9" fmla="*/ 65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3">
                  <a:moveTo>
                    <a:pt x="0" y="2"/>
                  </a:moveTo>
                  <a:cubicBezTo>
                    <a:pt x="4" y="2"/>
                    <a:pt x="11" y="0"/>
                    <a:pt x="12" y="0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12" y="9"/>
                    <a:pt x="9" y="6"/>
                  </a:cubicBezTo>
                  <a:cubicBezTo>
                    <a:pt x="5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Freeform 3026">
              <a:extLst>
                <a:ext uri="{FF2B5EF4-FFF2-40B4-BE49-F238E27FC236}">
                  <a16:creationId xmlns:a16="http://schemas.microsoft.com/office/drawing/2014/main" id="{C870F97B-EC03-483F-9938-88FD9A1EC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393"/>
              <a:ext cx="70" cy="179"/>
            </a:xfrm>
            <a:custGeom>
              <a:avLst/>
              <a:gdLst>
                <a:gd name="T0" fmla="*/ 2270 w 28"/>
                <a:gd name="T1" fmla="*/ 671 h 67"/>
                <a:gd name="T2" fmla="*/ 0 w 28"/>
                <a:gd name="T3" fmla="*/ 1469 h 67"/>
                <a:gd name="T4" fmla="*/ 3908 w 28"/>
                <a:gd name="T5" fmla="*/ 23684 h 67"/>
                <a:gd name="T6" fmla="*/ 3908 w 28"/>
                <a:gd name="T7" fmla="*/ 23684 h 67"/>
                <a:gd name="T8" fmla="*/ 5675 w 28"/>
                <a:gd name="T9" fmla="*/ 23684 h 67"/>
                <a:gd name="T10" fmla="*/ 6845 w 28"/>
                <a:gd name="T11" fmla="*/ 22575 h 67"/>
                <a:gd name="T12" fmla="*/ 4425 w 28"/>
                <a:gd name="T13" fmla="*/ 0 h 67"/>
                <a:gd name="T14" fmla="*/ 2270 w 28"/>
                <a:gd name="T15" fmla="*/ 671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67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7"/>
                    <a:pt x="21" y="66"/>
                    <a:pt x="23" y="65"/>
                  </a:cubicBezTo>
                  <a:cubicBezTo>
                    <a:pt x="28" y="65"/>
                    <a:pt x="28" y="62"/>
                    <a:pt x="28" y="6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12" y="2"/>
                    <a:pt x="9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Freeform 3027">
              <a:extLst>
                <a:ext uri="{FF2B5EF4-FFF2-40B4-BE49-F238E27FC236}">
                  <a16:creationId xmlns:a16="http://schemas.microsoft.com/office/drawing/2014/main" id="{7AEA7456-7683-474A-B0C9-2AE9DAC26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377"/>
              <a:ext cx="48" cy="38"/>
            </a:xfrm>
            <a:custGeom>
              <a:avLst/>
              <a:gdLst>
                <a:gd name="T0" fmla="*/ 2367 w 19"/>
                <a:gd name="T1" fmla="*/ 442 h 14"/>
                <a:gd name="T2" fmla="*/ 4934 w 19"/>
                <a:gd name="T3" fmla="*/ 2063 h 14"/>
                <a:gd name="T4" fmla="*/ 2885 w 19"/>
                <a:gd name="T5" fmla="*/ 5157 h 14"/>
                <a:gd name="T6" fmla="*/ 326 w 19"/>
                <a:gd name="T7" fmla="*/ 3257 h 14"/>
                <a:gd name="T8" fmla="*/ 2367 w 19"/>
                <a:gd name="T9" fmla="*/ 44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9" y="1"/>
                  </a:moveTo>
                  <a:cubicBezTo>
                    <a:pt x="14" y="0"/>
                    <a:pt x="18" y="2"/>
                    <a:pt x="19" y="5"/>
                  </a:cubicBezTo>
                  <a:cubicBezTo>
                    <a:pt x="19" y="9"/>
                    <a:pt x="16" y="12"/>
                    <a:pt x="11" y="13"/>
                  </a:cubicBezTo>
                  <a:cubicBezTo>
                    <a:pt x="6" y="14"/>
                    <a:pt x="1" y="12"/>
                    <a:pt x="1" y="8"/>
                  </a:cubicBezTo>
                  <a:cubicBezTo>
                    <a:pt x="0" y="5"/>
                    <a:pt x="4" y="2"/>
                    <a:pt x="9" y="1"/>
                  </a:cubicBezTo>
                  <a:close/>
                </a:path>
              </a:pathLst>
            </a:custGeom>
            <a:solidFill>
              <a:srgbClr val="BCD7E3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4395330B-F877-4D5D-80FE-EEBEE3EA8D3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Tobacco mosaic virus</a:t>
            </a:r>
          </a:p>
        </p:txBody>
      </p:sp>
      <p:grpSp>
        <p:nvGrpSpPr>
          <p:cNvPr id="25603" name="tobacco-mosaic-virus-structure-illustration">
            <a:extLst>
              <a:ext uri="{FF2B5EF4-FFF2-40B4-BE49-F238E27FC236}">
                <a16:creationId xmlns:a16="http://schemas.microsoft.com/office/drawing/2014/main" id="{895B18DB-794B-4F4A-877B-1B1724BED105}"/>
              </a:ext>
            </a:extLst>
          </p:cNvPr>
          <p:cNvGrpSpPr>
            <a:grpSpLocks/>
          </p:cNvGrpSpPr>
          <p:nvPr/>
        </p:nvGrpSpPr>
        <p:grpSpPr bwMode="auto">
          <a:xfrm>
            <a:off x="5299075" y="1546225"/>
            <a:ext cx="1584325" cy="4619625"/>
            <a:chOff x="2378" y="805"/>
            <a:chExt cx="998" cy="2910"/>
          </a:xfrm>
        </p:grpSpPr>
        <p:sp>
          <p:nvSpPr>
            <p:cNvPr id="25604" name="Freeform 4">
              <a:extLst>
                <a:ext uri="{FF2B5EF4-FFF2-40B4-BE49-F238E27FC236}">
                  <a16:creationId xmlns:a16="http://schemas.microsoft.com/office/drawing/2014/main" id="{F582D78D-1089-45D4-A154-095CB49D0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381"/>
              <a:ext cx="998" cy="550"/>
            </a:xfrm>
            <a:custGeom>
              <a:avLst/>
              <a:gdLst>
                <a:gd name="T0" fmla="*/ 48962 w 399"/>
                <a:gd name="T1" fmla="*/ 70686 h 206"/>
                <a:gd name="T2" fmla="*/ 35535 w 399"/>
                <a:gd name="T3" fmla="*/ 69623 h 206"/>
                <a:gd name="T4" fmla="*/ 26226 w 399"/>
                <a:gd name="T5" fmla="*/ 64839 h 206"/>
                <a:gd name="T6" fmla="*/ 18119 w 399"/>
                <a:gd name="T7" fmla="*/ 59800 h 206"/>
                <a:gd name="T8" fmla="*/ 9590 w 399"/>
                <a:gd name="T9" fmla="*/ 51823 h 206"/>
                <a:gd name="T10" fmla="*/ 3254 w 399"/>
                <a:gd name="T11" fmla="*/ 39891 h 206"/>
                <a:gd name="T12" fmla="*/ 1958 w 399"/>
                <a:gd name="T13" fmla="*/ 25348 h 206"/>
                <a:gd name="T14" fmla="*/ 9590 w 399"/>
                <a:gd name="T15" fmla="*/ 13002 h 206"/>
                <a:gd name="T16" fmla="*/ 18399 w 399"/>
                <a:gd name="T17" fmla="*/ 7214 h 206"/>
                <a:gd name="T18" fmla="*/ 23799 w 399"/>
                <a:gd name="T19" fmla="*/ 5025 h 206"/>
                <a:gd name="T20" fmla="*/ 30138 w 399"/>
                <a:gd name="T21" fmla="*/ 3257 h 206"/>
                <a:gd name="T22" fmla="*/ 36523 w 399"/>
                <a:gd name="T23" fmla="*/ 2587 h 206"/>
                <a:gd name="T24" fmla="*/ 41403 w 399"/>
                <a:gd name="T25" fmla="*/ 1468 h 206"/>
                <a:gd name="T26" fmla="*/ 46303 w 399"/>
                <a:gd name="T27" fmla="*/ 1068 h 206"/>
                <a:gd name="T28" fmla="*/ 51388 w 399"/>
                <a:gd name="T29" fmla="*/ 1068 h 206"/>
                <a:gd name="T30" fmla="*/ 56288 w 399"/>
                <a:gd name="T31" fmla="*/ 1468 h 206"/>
                <a:gd name="T32" fmla="*/ 61168 w 399"/>
                <a:gd name="T33" fmla="*/ 2587 h 206"/>
                <a:gd name="T34" fmla="*/ 67556 w 399"/>
                <a:gd name="T35" fmla="*/ 3257 h 206"/>
                <a:gd name="T36" fmla="*/ 73892 w 399"/>
                <a:gd name="T37" fmla="*/ 5025 h 206"/>
                <a:gd name="T38" fmla="*/ 79617 w 399"/>
                <a:gd name="T39" fmla="*/ 7214 h 206"/>
                <a:gd name="T40" fmla="*/ 88102 w 399"/>
                <a:gd name="T41" fmla="*/ 13002 h 206"/>
                <a:gd name="T42" fmla="*/ 95740 w 399"/>
                <a:gd name="T43" fmla="*/ 25348 h 206"/>
                <a:gd name="T44" fmla="*/ 94487 w 399"/>
                <a:gd name="T45" fmla="*/ 39891 h 206"/>
                <a:gd name="T46" fmla="*/ 88102 w 399"/>
                <a:gd name="T47" fmla="*/ 51823 h 206"/>
                <a:gd name="T48" fmla="*/ 79617 w 399"/>
                <a:gd name="T49" fmla="*/ 59800 h 206"/>
                <a:gd name="T50" fmla="*/ 71466 w 399"/>
                <a:gd name="T51" fmla="*/ 64839 h 206"/>
                <a:gd name="T52" fmla="*/ 62156 w 399"/>
                <a:gd name="T53" fmla="*/ 69623 h 206"/>
                <a:gd name="T54" fmla="*/ 48962 w 399"/>
                <a:gd name="T55" fmla="*/ 70686 h 20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99" h="206">
                  <a:moveTo>
                    <a:pt x="200" y="195"/>
                  </a:moveTo>
                  <a:cubicBezTo>
                    <a:pt x="187" y="206"/>
                    <a:pt x="149" y="199"/>
                    <a:pt x="145" y="192"/>
                  </a:cubicBezTo>
                  <a:cubicBezTo>
                    <a:pt x="140" y="200"/>
                    <a:pt x="112" y="188"/>
                    <a:pt x="107" y="179"/>
                  </a:cubicBezTo>
                  <a:cubicBezTo>
                    <a:pt x="97" y="187"/>
                    <a:pt x="79" y="174"/>
                    <a:pt x="74" y="165"/>
                  </a:cubicBezTo>
                  <a:cubicBezTo>
                    <a:pt x="61" y="171"/>
                    <a:pt x="41" y="154"/>
                    <a:pt x="39" y="143"/>
                  </a:cubicBezTo>
                  <a:cubicBezTo>
                    <a:pt x="27" y="144"/>
                    <a:pt x="13" y="124"/>
                    <a:pt x="13" y="110"/>
                  </a:cubicBezTo>
                  <a:cubicBezTo>
                    <a:pt x="5" y="106"/>
                    <a:pt x="0" y="78"/>
                    <a:pt x="8" y="70"/>
                  </a:cubicBezTo>
                  <a:cubicBezTo>
                    <a:pt x="9" y="53"/>
                    <a:pt x="19" y="41"/>
                    <a:pt x="39" y="36"/>
                  </a:cubicBezTo>
                  <a:cubicBezTo>
                    <a:pt x="43" y="28"/>
                    <a:pt x="60" y="19"/>
                    <a:pt x="75" y="20"/>
                  </a:cubicBezTo>
                  <a:cubicBezTo>
                    <a:pt x="76" y="16"/>
                    <a:pt x="93" y="11"/>
                    <a:pt x="97" y="14"/>
                  </a:cubicBezTo>
                  <a:cubicBezTo>
                    <a:pt x="98" y="8"/>
                    <a:pt x="119" y="6"/>
                    <a:pt x="123" y="9"/>
                  </a:cubicBezTo>
                  <a:cubicBezTo>
                    <a:pt x="128" y="5"/>
                    <a:pt x="144" y="3"/>
                    <a:pt x="149" y="7"/>
                  </a:cubicBezTo>
                  <a:cubicBezTo>
                    <a:pt x="155" y="3"/>
                    <a:pt x="166" y="1"/>
                    <a:pt x="169" y="4"/>
                  </a:cubicBezTo>
                  <a:cubicBezTo>
                    <a:pt x="177" y="1"/>
                    <a:pt x="188" y="1"/>
                    <a:pt x="189" y="3"/>
                  </a:cubicBezTo>
                  <a:cubicBezTo>
                    <a:pt x="195" y="0"/>
                    <a:pt x="204" y="0"/>
                    <a:pt x="210" y="3"/>
                  </a:cubicBezTo>
                  <a:cubicBezTo>
                    <a:pt x="212" y="1"/>
                    <a:pt x="222" y="1"/>
                    <a:pt x="230" y="4"/>
                  </a:cubicBezTo>
                  <a:cubicBezTo>
                    <a:pt x="233" y="1"/>
                    <a:pt x="244" y="3"/>
                    <a:pt x="250" y="7"/>
                  </a:cubicBezTo>
                  <a:cubicBezTo>
                    <a:pt x="255" y="3"/>
                    <a:pt x="272" y="5"/>
                    <a:pt x="276" y="9"/>
                  </a:cubicBezTo>
                  <a:cubicBezTo>
                    <a:pt x="281" y="6"/>
                    <a:pt x="301" y="8"/>
                    <a:pt x="302" y="14"/>
                  </a:cubicBezTo>
                  <a:cubicBezTo>
                    <a:pt x="307" y="11"/>
                    <a:pt x="324" y="16"/>
                    <a:pt x="325" y="20"/>
                  </a:cubicBezTo>
                  <a:cubicBezTo>
                    <a:pt x="339" y="19"/>
                    <a:pt x="356" y="28"/>
                    <a:pt x="360" y="36"/>
                  </a:cubicBezTo>
                  <a:cubicBezTo>
                    <a:pt x="380" y="41"/>
                    <a:pt x="391" y="53"/>
                    <a:pt x="391" y="70"/>
                  </a:cubicBezTo>
                  <a:cubicBezTo>
                    <a:pt x="399" y="78"/>
                    <a:pt x="394" y="106"/>
                    <a:pt x="386" y="110"/>
                  </a:cubicBezTo>
                  <a:cubicBezTo>
                    <a:pt x="386" y="124"/>
                    <a:pt x="372" y="144"/>
                    <a:pt x="360" y="143"/>
                  </a:cubicBezTo>
                  <a:cubicBezTo>
                    <a:pt x="359" y="154"/>
                    <a:pt x="338" y="171"/>
                    <a:pt x="325" y="165"/>
                  </a:cubicBezTo>
                  <a:cubicBezTo>
                    <a:pt x="321" y="174"/>
                    <a:pt x="303" y="187"/>
                    <a:pt x="292" y="179"/>
                  </a:cubicBezTo>
                  <a:cubicBezTo>
                    <a:pt x="287" y="188"/>
                    <a:pt x="259" y="200"/>
                    <a:pt x="254" y="192"/>
                  </a:cubicBezTo>
                  <a:cubicBezTo>
                    <a:pt x="250" y="199"/>
                    <a:pt x="212" y="206"/>
                    <a:pt x="200" y="195"/>
                  </a:cubicBezTo>
                  <a:close/>
                </a:path>
              </a:pathLst>
            </a:custGeom>
            <a:solidFill>
              <a:srgbClr val="F3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5" name="Freeform 5">
              <a:extLst>
                <a:ext uri="{FF2B5EF4-FFF2-40B4-BE49-F238E27FC236}">
                  <a16:creationId xmlns:a16="http://schemas.microsoft.com/office/drawing/2014/main" id="{A7E13DA9-1E2B-4B7B-B3E7-9E4E95EF3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664"/>
              <a:ext cx="490" cy="432"/>
            </a:xfrm>
            <a:custGeom>
              <a:avLst/>
              <a:gdLst>
                <a:gd name="T0" fmla="*/ 0 w 196"/>
                <a:gd name="T1" fmla="*/ 53952 h 162"/>
                <a:gd name="T2" fmla="*/ 13208 w 196"/>
                <a:gd name="T3" fmla="*/ 52429 h 162"/>
                <a:gd name="T4" fmla="*/ 22470 w 196"/>
                <a:gd name="T5" fmla="*/ 48149 h 162"/>
                <a:gd name="T6" fmla="*/ 30595 w 196"/>
                <a:gd name="T7" fmla="*/ 43144 h 162"/>
                <a:gd name="T8" fmla="*/ 39063 w 196"/>
                <a:gd name="T9" fmla="*/ 35192 h 162"/>
                <a:gd name="T10" fmla="*/ 45438 w 196"/>
                <a:gd name="T11" fmla="*/ 23304 h 162"/>
                <a:gd name="T12" fmla="*/ 47658 w 196"/>
                <a:gd name="T13" fmla="*/ 13347 h 162"/>
                <a:gd name="T14" fmla="*/ 46408 w 196"/>
                <a:gd name="T15" fmla="*/ 0 h 162"/>
                <a:gd name="T16" fmla="*/ 45438 w 196"/>
                <a:gd name="T17" fmla="*/ 1459 h 162"/>
                <a:gd name="T18" fmla="*/ 39063 w 196"/>
                <a:gd name="T19" fmla="*/ 13347 h 162"/>
                <a:gd name="T20" fmla="*/ 30595 w 196"/>
                <a:gd name="T21" fmla="*/ 21184 h 162"/>
                <a:gd name="T22" fmla="*/ 22470 w 196"/>
                <a:gd name="T23" fmla="*/ 26304 h 162"/>
                <a:gd name="T24" fmla="*/ 13208 w 196"/>
                <a:gd name="T25" fmla="*/ 30891 h 162"/>
                <a:gd name="T26" fmla="*/ 0 w 196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2">
                  <a:moveTo>
                    <a:pt x="0" y="150"/>
                  </a:moveTo>
                  <a:cubicBezTo>
                    <a:pt x="8" y="162"/>
                    <a:pt x="50" y="154"/>
                    <a:pt x="54" y="146"/>
                  </a:cubicBezTo>
                  <a:cubicBezTo>
                    <a:pt x="59" y="154"/>
                    <a:pt x="87" y="143"/>
                    <a:pt x="92" y="134"/>
                  </a:cubicBezTo>
                  <a:cubicBezTo>
                    <a:pt x="103" y="142"/>
                    <a:pt x="121" y="129"/>
                    <a:pt x="125" y="120"/>
                  </a:cubicBezTo>
                  <a:cubicBezTo>
                    <a:pt x="138" y="126"/>
                    <a:pt x="159" y="109"/>
                    <a:pt x="160" y="98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2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8" y="2"/>
                    <a:pt x="187" y="4"/>
                    <a:pt x="186" y="4"/>
                  </a:cubicBezTo>
                  <a:cubicBezTo>
                    <a:pt x="186" y="18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4"/>
                    <a:pt x="54" y="86"/>
                  </a:cubicBezTo>
                  <a:cubicBezTo>
                    <a:pt x="50" y="93"/>
                    <a:pt x="12" y="100"/>
                    <a:pt x="0" y="89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6" name="Freeform 6">
              <a:extLst>
                <a:ext uri="{FF2B5EF4-FFF2-40B4-BE49-F238E27FC236}">
                  <a16:creationId xmlns:a16="http://schemas.microsoft.com/office/drawing/2014/main" id="{039435F6-7B69-4993-9163-843A5C452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827"/>
              <a:ext cx="490" cy="429"/>
            </a:xfrm>
            <a:custGeom>
              <a:avLst/>
              <a:gdLst>
                <a:gd name="T0" fmla="*/ 0 w 196"/>
                <a:gd name="T1" fmla="*/ 53329 h 161"/>
                <a:gd name="T2" fmla="*/ 13208 w 196"/>
                <a:gd name="T3" fmla="*/ 52271 h 161"/>
                <a:gd name="T4" fmla="*/ 22470 w 196"/>
                <a:gd name="T5" fmla="*/ 47542 h 161"/>
                <a:gd name="T6" fmla="*/ 30595 w 196"/>
                <a:gd name="T7" fmla="*/ 42607 h 161"/>
                <a:gd name="T8" fmla="*/ 39063 w 196"/>
                <a:gd name="T9" fmla="*/ 34642 h 161"/>
                <a:gd name="T10" fmla="*/ 45438 w 196"/>
                <a:gd name="T11" fmla="*/ 23233 h 161"/>
                <a:gd name="T12" fmla="*/ 47658 w 196"/>
                <a:gd name="T13" fmla="*/ 13299 h 161"/>
                <a:gd name="T14" fmla="*/ 46408 w 196"/>
                <a:gd name="T15" fmla="*/ 0 h 161"/>
                <a:gd name="T16" fmla="*/ 45438 w 196"/>
                <a:gd name="T17" fmla="*/ 1455 h 161"/>
                <a:gd name="T18" fmla="*/ 39063 w 196"/>
                <a:gd name="T19" fmla="*/ 13299 h 161"/>
                <a:gd name="T20" fmla="*/ 30595 w 196"/>
                <a:gd name="T21" fmla="*/ 21074 h 161"/>
                <a:gd name="T22" fmla="*/ 22470 w 196"/>
                <a:gd name="T23" fmla="*/ 26220 h 161"/>
                <a:gd name="T24" fmla="*/ 13208 w 196"/>
                <a:gd name="T25" fmla="*/ 30344 h 161"/>
                <a:gd name="T26" fmla="*/ 0 w 196"/>
                <a:gd name="T27" fmla="*/ 31858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1">
                  <a:moveTo>
                    <a:pt x="0" y="149"/>
                  </a:moveTo>
                  <a:cubicBezTo>
                    <a:pt x="8" y="161"/>
                    <a:pt x="50" y="153"/>
                    <a:pt x="54" y="146"/>
                  </a:cubicBezTo>
                  <a:cubicBezTo>
                    <a:pt x="59" y="154"/>
                    <a:pt x="87" y="143"/>
                    <a:pt x="92" y="133"/>
                  </a:cubicBezTo>
                  <a:cubicBezTo>
                    <a:pt x="103" y="141"/>
                    <a:pt x="121" y="129"/>
                    <a:pt x="125" y="119"/>
                  </a:cubicBezTo>
                  <a:cubicBezTo>
                    <a:pt x="138" y="125"/>
                    <a:pt x="159" y="109"/>
                    <a:pt x="160" y="97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2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3"/>
                    <a:pt x="186" y="4"/>
                  </a:cubicBezTo>
                  <a:cubicBezTo>
                    <a:pt x="186" y="17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3"/>
                    <a:pt x="54" y="85"/>
                  </a:cubicBezTo>
                  <a:cubicBezTo>
                    <a:pt x="50" y="93"/>
                    <a:pt x="8" y="101"/>
                    <a:pt x="0" y="89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7" name="Freeform 7">
              <a:extLst>
                <a:ext uri="{FF2B5EF4-FFF2-40B4-BE49-F238E27FC236}">
                  <a16:creationId xmlns:a16="http://schemas.microsoft.com/office/drawing/2014/main" id="{3FC7BFE7-B0FC-43FB-BA87-DE9693728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989"/>
              <a:ext cx="490" cy="430"/>
            </a:xfrm>
            <a:custGeom>
              <a:avLst/>
              <a:gdLst>
                <a:gd name="T0" fmla="*/ 0 w 196"/>
                <a:gd name="T1" fmla="*/ 54084 h 161"/>
                <a:gd name="T2" fmla="*/ 13208 w 196"/>
                <a:gd name="T3" fmla="*/ 53021 h 161"/>
                <a:gd name="T4" fmla="*/ 22470 w 196"/>
                <a:gd name="T5" fmla="*/ 48235 h 161"/>
                <a:gd name="T6" fmla="*/ 30595 w 196"/>
                <a:gd name="T7" fmla="*/ 43206 h 161"/>
                <a:gd name="T8" fmla="*/ 39063 w 196"/>
                <a:gd name="T9" fmla="*/ 35209 h 161"/>
                <a:gd name="T10" fmla="*/ 45438 w 196"/>
                <a:gd name="T11" fmla="*/ 23263 h 161"/>
                <a:gd name="T12" fmla="*/ 47658 w 196"/>
                <a:gd name="T13" fmla="*/ 13431 h 161"/>
                <a:gd name="T14" fmla="*/ 46408 w 196"/>
                <a:gd name="T15" fmla="*/ 0 h 161"/>
                <a:gd name="T16" fmla="*/ 45438 w 196"/>
                <a:gd name="T17" fmla="*/ 1469 h 161"/>
                <a:gd name="T18" fmla="*/ 39063 w 196"/>
                <a:gd name="T19" fmla="*/ 13034 h 161"/>
                <a:gd name="T20" fmla="*/ 30595 w 196"/>
                <a:gd name="T21" fmla="*/ 21073 h 161"/>
                <a:gd name="T22" fmla="*/ 22470 w 196"/>
                <a:gd name="T23" fmla="*/ 26099 h 161"/>
                <a:gd name="T24" fmla="*/ 13208 w 196"/>
                <a:gd name="T25" fmla="*/ 30845 h 161"/>
                <a:gd name="T26" fmla="*/ 0 w 196"/>
                <a:gd name="T27" fmla="*/ 3195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1">
                  <a:moveTo>
                    <a:pt x="0" y="149"/>
                  </a:moveTo>
                  <a:cubicBezTo>
                    <a:pt x="8" y="161"/>
                    <a:pt x="50" y="153"/>
                    <a:pt x="54" y="146"/>
                  </a:cubicBezTo>
                  <a:cubicBezTo>
                    <a:pt x="59" y="154"/>
                    <a:pt x="87" y="142"/>
                    <a:pt x="92" y="133"/>
                  </a:cubicBezTo>
                  <a:cubicBezTo>
                    <a:pt x="103" y="141"/>
                    <a:pt x="121" y="128"/>
                    <a:pt x="125" y="119"/>
                  </a:cubicBezTo>
                  <a:cubicBezTo>
                    <a:pt x="138" y="125"/>
                    <a:pt x="159" y="108"/>
                    <a:pt x="160" y="97"/>
                  </a:cubicBezTo>
                  <a:cubicBezTo>
                    <a:pt x="172" y="98"/>
                    <a:pt x="186" y="78"/>
                    <a:pt x="186" y="64"/>
                  </a:cubicBezTo>
                  <a:cubicBezTo>
                    <a:pt x="191" y="61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3"/>
                    <a:pt x="186" y="4"/>
                  </a:cubicBezTo>
                  <a:cubicBezTo>
                    <a:pt x="186" y="17"/>
                    <a:pt x="172" y="38"/>
                    <a:pt x="160" y="36"/>
                  </a:cubicBezTo>
                  <a:cubicBezTo>
                    <a:pt x="159" y="48"/>
                    <a:pt x="138" y="64"/>
                    <a:pt x="125" y="58"/>
                  </a:cubicBezTo>
                  <a:cubicBezTo>
                    <a:pt x="121" y="68"/>
                    <a:pt x="103" y="80"/>
                    <a:pt x="92" y="72"/>
                  </a:cubicBezTo>
                  <a:cubicBezTo>
                    <a:pt x="87" y="82"/>
                    <a:pt x="59" y="93"/>
                    <a:pt x="54" y="85"/>
                  </a:cubicBezTo>
                  <a:cubicBezTo>
                    <a:pt x="50" y="92"/>
                    <a:pt x="8" y="100"/>
                    <a:pt x="0" y="88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8">
              <a:extLst>
                <a:ext uri="{FF2B5EF4-FFF2-40B4-BE49-F238E27FC236}">
                  <a16:creationId xmlns:a16="http://schemas.microsoft.com/office/drawing/2014/main" id="{0A42F02D-31BF-4FED-85CB-A2329B5C7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149"/>
              <a:ext cx="490" cy="432"/>
            </a:xfrm>
            <a:custGeom>
              <a:avLst/>
              <a:gdLst>
                <a:gd name="T0" fmla="*/ 0 w 196"/>
                <a:gd name="T1" fmla="*/ 53952 h 162"/>
                <a:gd name="T2" fmla="*/ 13208 w 196"/>
                <a:gd name="T3" fmla="*/ 52429 h 162"/>
                <a:gd name="T4" fmla="*/ 22470 w 196"/>
                <a:gd name="T5" fmla="*/ 48149 h 162"/>
                <a:gd name="T6" fmla="*/ 30595 w 196"/>
                <a:gd name="T7" fmla="*/ 43144 h 162"/>
                <a:gd name="T8" fmla="*/ 39063 w 196"/>
                <a:gd name="T9" fmla="*/ 35192 h 162"/>
                <a:gd name="T10" fmla="*/ 45438 w 196"/>
                <a:gd name="T11" fmla="*/ 23304 h 162"/>
                <a:gd name="T12" fmla="*/ 47658 w 196"/>
                <a:gd name="T13" fmla="*/ 13347 h 162"/>
                <a:gd name="T14" fmla="*/ 46408 w 196"/>
                <a:gd name="T15" fmla="*/ 0 h 162"/>
                <a:gd name="T16" fmla="*/ 45438 w 196"/>
                <a:gd name="T17" fmla="*/ 1459 h 162"/>
                <a:gd name="T18" fmla="*/ 39063 w 196"/>
                <a:gd name="T19" fmla="*/ 13347 h 162"/>
                <a:gd name="T20" fmla="*/ 30595 w 196"/>
                <a:gd name="T21" fmla="*/ 21184 h 162"/>
                <a:gd name="T22" fmla="*/ 22470 w 196"/>
                <a:gd name="T23" fmla="*/ 26304 h 162"/>
                <a:gd name="T24" fmla="*/ 13208 w 196"/>
                <a:gd name="T25" fmla="*/ 30891 h 162"/>
                <a:gd name="T26" fmla="*/ 0 w 196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2">
                  <a:moveTo>
                    <a:pt x="0" y="150"/>
                  </a:moveTo>
                  <a:cubicBezTo>
                    <a:pt x="8" y="162"/>
                    <a:pt x="50" y="154"/>
                    <a:pt x="54" y="146"/>
                  </a:cubicBezTo>
                  <a:cubicBezTo>
                    <a:pt x="59" y="154"/>
                    <a:pt x="87" y="143"/>
                    <a:pt x="92" y="134"/>
                  </a:cubicBezTo>
                  <a:cubicBezTo>
                    <a:pt x="103" y="142"/>
                    <a:pt x="121" y="129"/>
                    <a:pt x="125" y="120"/>
                  </a:cubicBezTo>
                  <a:cubicBezTo>
                    <a:pt x="138" y="126"/>
                    <a:pt x="159" y="109"/>
                    <a:pt x="160" y="98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2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4"/>
                    <a:pt x="186" y="4"/>
                  </a:cubicBezTo>
                  <a:cubicBezTo>
                    <a:pt x="186" y="18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4"/>
                    <a:pt x="54" y="86"/>
                  </a:cubicBezTo>
                  <a:cubicBezTo>
                    <a:pt x="50" y="93"/>
                    <a:pt x="8" y="101"/>
                    <a:pt x="0" y="89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9">
              <a:extLst>
                <a:ext uri="{FF2B5EF4-FFF2-40B4-BE49-F238E27FC236}">
                  <a16:creationId xmlns:a16="http://schemas.microsoft.com/office/drawing/2014/main" id="{AF7C7D37-C5B9-462E-AC25-53DF8B303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312"/>
              <a:ext cx="490" cy="429"/>
            </a:xfrm>
            <a:custGeom>
              <a:avLst/>
              <a:gdLst>
                <a:gd name="T0" fmla="*/ 0 w 196"/>
                <a:gd name="T1" fmla="*/ 53329 h 161"/>
                <a:gd name="T2" fmla="*/ 13208 w 196"/>
                <a:gd name="T3" fmla="*/ 52271 h 161"/>
                <a:gd name="T4" fmla="*/ 22470 w 196"/>
                <a:gd name="T5" fmla="*/ 47542 h 161"/>
                <a:gd name="T6" fmla="*/ 30595 w 196"/>
                <a:gd name="T7" fmla="*/ 42607 h 161"/>
                <a:gd name="T8" fmla="*/ 39063 w 196"/>
                <a:gd name="T9" fmla="*/ 34642 h 161"/>
                <a:gd name="T10" fmla="*/ 45438 w 196"/>
                <a:gd name="T11" fmla="*/ 23233 h 161"/>
                <a:gd name="T12" fmla="*/ 47658 w 196"/>
                <a:gd name="T13" fmla="*/ 13299 h 161"/>
                <a:gd name="T14" fmla="*/ 46408 w 196"/>
                <a:gd name="T15" fmla="*/ 0 h 161"/>
                <a:gd name="T16" fmla="*/ 45438 w 196"/>
                <a:gd name="T17" fmla="*/ 1455 h 161"/>
                <a:gd name="T18" fmla="*/ 39063 w 196"/>
                <a:gd name="T19" fmla="*/ 13299 h 161"/>
                <a:gd name="T20" fmla="*/ 30595 w 196"/>
                <a:gd name="T21" fmla="*/ 21074 h 161"/>
                <a:gd name="T22" fmla="*/ 22470 w 196"/>
                <a:gd name="T23" fmla="*/ 26220 h 161"/>
                <a:gd name="T24" fmla="*/ 13208 w 196"/>
                <a:gd name="T25" fmla="*/ 30344 h 161"/>
                <a:gd name="T26" fmla="*/ 0 w 196"/>
                <a:gd name="T27" fmla="*/ 31858 h 161"/>
                <a:gd name="T28" fmla="*/ 0 w 196"/>
                <a:gd name="T29" fmla="*/ 31858 h 1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6" h="161">
                  <a:moveTo>
                    <a:pt x="0" y="149"/>
                  </a:moveTo>
                  <a:cubicBezTo>
                    <a:pt x="8" y="161"/>
                    <a:pt x="50" y="153"/>
                    <a:pt x="54" y="146"/>
                  </a:cubicBezTo>
                  <a:cubicBezTo>
                    <a:pt x="59" y="154"/>
                    <a:pt x="87" y="143"/>
                    <a:pt x="92" y="133"/>
                  </a:cubicBezTo>
                  <a:cubicBezTo>
                    <a:pt x="103" y="141"/>
                    <a:pt x="121" y="129"/>
                    <a:pt x="125" y="119"/>
                  </a:cubicBezTo>
                  <a:cubicBezTo>
                    <a:pt x="138" y="125"/>
                    <a:pt x="159" y="109"/>
                    <a:pt x="160" y="97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2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3"/>
                    <a:pt x="186" y="4"/>
                  </a:cubicBezTo>
                  <a:cubicBezTo>
                    <a:pt x="186" y="17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3"/>
                    <a:pt x="54" y="85"/>
                  </a:cubicBezTo>
                  <a:cubicBezTo>
                    <a:pt x="50" y="93"/>
                    <a:pt x="8" y="101"/>
                    <a:pt x="0" y="89"/>
                  </a:cubicBezTo>
                  <a:cubicBezTo>
                    <a:pt x="0" y="89"/>
                    <a:pt x="0" y="89"/>
                    <a:pt x="0" y="89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10">
              <a:extLst>
                <a:ext uri="{FF2B5EF4-FFF2-40B4-BE49-F238E27FC236}">
                  <a16:creationId xmlns:a16="http://schemas.microsoft.com/office/drawing/2014/main" id="{0DCBBEED-2B09-4038-B7E5-F36537BF3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475"/>
              <a:ext cx="490" cy="429"/>
            </a:xfrm>
            <a:custGeom>
              <a:avLst/>
              <a:gdLst>
                <a:gd name="T0" fmla="*/ 0 w 196"/>
                <a:gd name="T1" fmla="*/ 53329 h 161"/>
                <a:gd name="T2" fmla="*/ 13208 w 196"/>
                <a:gd name="T3" fmla="*/ 52271 h 161"/>
                <a:gd name="T4" fmla="*/ 22470 w 196"/>
                <a:gd name="T5" fmla="*/ 47542 h 161"/>
                <a:gd name="T6" fmla="*/ 30595 w 196"/>
                <a:gd name="T7" fmla="*/ 42607 h 161"/>
                <a:gd name="T8" fmla="*/ 39063 w 196"/>
                <a:gd name="T9" fmla="*/ 34642 h 161"/>
                <a:gd name="T10" fmla="*/ 45438 w 196"/>
                <a:gd name="T11" fmla="*/ 22982 h 161"/>
                <a:gd name="T12" fmla="*/ 47658 w 196"/>
                <a:gd name="T13" fmla="*/ 13299 h 161"/>
                <a:gd name="T14" fmla="*/ 46408 w 196"/>
                <a:gd name="T15" fmla="*/ 0 h 161"/>
                <a:gd name="T16" fmla="*/ 45438 w 196"/>
                <a:gd name="T17" fmla="*/ 1455 h 161"/>
                <a:gd name="T18" fmla="*/ 39063 w 196"/>
                <a:gd name="T19" fmla="*/ 12902 h 161"/>
                <a:gd name="T20" fmla="*/ 30595 w 196"/>
                <a:gd name="T21" fmla="*/ 20810 h 161"/>
                <a:gd name="T22" fmla="*/ 22470 w 196"/>
                <a:gd name="T23" fmla="*/ 25809 h 161"/>
                <a:gd name="T24" fmla="*/ 13208 w 196"/>
                <a:gd name="T25" fmla="*/ 30344 h 161"/>
                <a:gd name="T26" fmla="*/ 0 w 196"/>
                <a:gd name="T27" fmla="*/ 3146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1">
                  <a:moveTo>
                    <a:pt x="0" y="149"/>
                  </a:moveTo>
                  <a:cubicBezTo>
                    <a:pt x="8" y="161"/>
                    <a:pt x="50" y="153"/>
                    <a:pt x="54" y="146"/>
                  </a:cubicBezTo>
                  <a:cubicBezTo>
                    <a:pt x="59" y="154"/>
                    <a:pt x="87" y="142"/>
                    <a:pt x="92" y="133"/>
                  </a:cubicBezTo>
                  <a:cubicBezTo>
                    <a:pt x="103" y="141"/>
                    <a:pt x="121" y="128"/>
                    <a:pt x="125" y="119"/>
                  </a:cubicBezTo>
                  <a:cubicBezTo>
                    <a:pt x="138" y="125"/>
                    <a:pt x="159" y="108"/>
                    <a:pt x="160" y="97"/>
                  </a:cubicBezTo>
                  <a:cubicBezTo>
                    <a:pt x="172" y="98"/>
                    <a:pt x="186" y="78"/>
                    <a:pt x="186" y="64"/>
                  </a:cubicBezTo>
                  <a:cubicBezTo>
                    <a:pt x="191" y="61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3"/>
                    <a:pt x="186" y="4"/>
                  </a:cubicBezTo>
                  <a:cubicBezTo>
                    <a:pt x="186" y="17"/>
                    <a:pt x="172" y="38"/>
                    <a:pt x="160" y="36"/>
                  </a:cubicBezTo>
                  <a:cubicBezTo>
                    <a:pt x="159" y="48"/>
                    <a:pt x="138" y="64"/>
                    <a:pt x="125" y="58"/>
                  </a:cubicBezTo>
                  <a:cubicBezTo>
                    <a:pt x="121" y="68"/>
                    <a:pt x="103" y="80"/>
                    <a:pt x="92" y="72"/>
                  </a:cubicBezTo>
                  <a:cubicBezTo>
                    <a:pt x="87" y="82"/>
                    <a:pt x="59" y="93"/>
                    <a:pt x="54" y="85"/>
                  </a:cubicBezTo>
                  <a:cubicBezTo>
                    <a:pt x="50" y="92"/>
                    <a:pt x="8" y="100"/>
                    <a:pt x="0" y="88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11">
              <a:extLst>
                <a:ext uri="{FF2B5EF4-FFF2-40B4-BE49-F238E27FC236}">
                  <a16:creationId xmlns:a16="http://schemas.microsoft.com/office/drawing/2014/main" id="{CE912D9A-7638-4F6B-BF62-97A637492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635"/>
              <a:ext cx="490" cy="432"/>
            </a:xfrm>
            <a:custGeom>
              <a:avLst/>
              <a:gdLst>
                <a:gd name="T0" fmla="*/ 0 w 196"/>
                <a:gd name="T1" fmla="*/ 53952 h 162"/>
                <a:gd name="T2" fmla="*/ 13208 w 196"/>
                <a:gd name="T3" fmla="*/ 52429 h 162"/>
                <a:gd name="T4" fmla="*/ 22470 w 196"/>
                <a:gd name="T5" fmla="*/ 48149 h 162"/>
                <a:gd name="T6" fmla="*/ 30595 w 196"/>
                <a:gd name="T7" fmla="*/ 43144 h 162"/>
                <a:gd name="T8" fmla="*/ 39063 w 196"/>
                <a:gd name="T9" fmla="*/ 35192 h 162"/>
                <a:gd name="T10" fmla="*/ 45438 w 196"/>
                <a:gd name="T11" fmla="*/ 23304 h 162"/>
                <a:gd name="T12" fmla="*/ 47658 w 196"/>
                <a:gd name="T13" fmla="*/ 13347 h 162"/>
                <a:gd name="T14" fmla="*/ 46408 w 196"/>
                <a:gd name="T15" fmla="*/ 0 h 162"/>
                <a:gd name="T16" fmla="*/ 45438 w 196"/>
                <a:gd name="T17" fmla="*/ 1459 h 162"/>
                <a:gd name="T18" fmla="*/ 39063 w 196"/>
                <a:gd name="T19" fmla="*/ 13347 h 162"/>
                <a:gd name="T20" fmla="*/ 30595 w 196"/>
                <a:gd name="T21" fmla="*/ 21184 h 162"/>
                <a:gd name="T22" fmla="*/ 22470 w 196"/>
                <a:gd name="T23" fmla="*/ 26304 h 162"/>
                <a:gd name="T24" fmla="*/ 13208 w 196"/>
                <a:gd name="T25" fmla="*/ 30891 h 162"/>
                <a:gd name="T26" fmla="*/ 0 w 196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2">
                  <a:moveTo>
                    <a:pt x="0" y="150"/>
                  </a:moveTo>
                  <a:cubicBezTo>
                    <a:pt x="8" y="162"/>
                    <a:pt x="50" y="154"/>
                    <a:pt x="54" y="146"/>
                  </a:cubicBezTo>
                  <a:cubicBezTo>
                    <a:pt x="59" y="154"/>
                    <a:pt x="87" y="143"/>
                    <a:pt x="92" y="134"/>
                  </a:cubicBezTo>
                  <a:cubicBezTo>
                    <a:pt x="103" y="142"/>
                    <a:pt x="121" y="129"/>
                    <a:pt x="125" y="120"/>
                  </a:cubicBezTo>
                  <a:cubicBezTo>
                    <a:pt x="138" y="126"/>
                    <a:pt x="159" y="109"/>
                    <a:pt x="160" y="98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2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4"/>
                    <a:pt x="186" y="4"/>
                  </a:cubicBezTo>
                  <a:cubicBezTo>
                    <a:pt x="186" y="18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4"/>
                    <a:pt x="54" y="86"/>
                  </a:cubicBezTo>
                  <a:cubicBezTo>
                    <a:pt x="50" y="93"/>
                    <a:pt x="8" y="101"/>
                    <a:pt x="0" y="89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12">
              <a:extLst>
                <a:ext uri="{FF2B5EF4-FFF2-40B4-BE49-F238E27FC236}">
                  <a16:creationId xmlns:a16="http://schemas.microsoft.com/office/drawing/2014/main" id="{88286FC8-C8E9-4F08-9214-8101A6B8D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797"/>
              <a:ext cx="490" cy="432"/>
            </a:xfrm>
            <a:custGeom>
              <a:avLst/>
              <a:gdLst>
                <a:gd name="T0" fmla="*/ 0 w 196"/>
                <a:gd name="T1" fmla="*/ 53555 h 162"/>
                <a:gd name="T2" fmla="*/ 13208 w 196"/>
                <a:gd name="T3" fmla="*/ 52429 h 162"/>
                <a:gd name="T4" fmla="*/ 22470 w 196"/>
                <a:gd name="T5" fmla="*/ 47880 h 162"/>
                <a:gd name="T6" fmla="*/ 30595 w 196"/>
                <a:gd name="T7" fmla="*/ 42723 h 162"/>
                <a:gd name="T8" fmla="*/ 39063 w 196"/>
                <a:gd name="T9" fmla="*/ 34952 h 162"/>
                <a:gd name="T10" fmla="*/ 45438 w 196"/>
                <a:gd name="T11" fmla="*/ 23304 h 162"/>
                <a:gd name="T12" fmla="*/ 47658 w 196"/>
                <a:gd name="T13" fmla="*/ 13347 h 162"/>
                <a:gd name="T14" fmla="*/ 46408 w 196"/>
                <a:gd name="T15" fmla="*/ 0 h 162"/>
                <a:gd name="T16" fmla="*/ 45438 w 196"/>
                <a:gd name="T17" fmla="*/ 1459 h 162"/>
                <a:gd name="T18" fmla="*/ 39063 w 196"/>
                <a:gd name="T19" fmla="*/ 13347 h 162"/>
                <a:gd name="T20" fmla="*/ 30595 w 196"/>
                <a:gd name="T21" fmla="*/ 21184 h 162"/>
                <a:gd name="T22" fmla="*/ 22470 w 196"/>
                <a:gd name="T23" fmla="*/ 26304 h 162"/>
                <a:gd name="T24" fmla="*/ 13208 w 196"/>
                <a:gd name="T25" fmla="*/ 30584 h 162"/>
                <a:gd name="T26" fmla="*/ 0 w 196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2">
                  <a:moveTo>
                    <a:pt x="0" y="149"/>
                  </a:moveTo>
                  <a:cubicBezTo>
                    <a:pt x="8" y="162"/>
                    <a:pt x="50" y="153"/>
                    <a:pt x="54" y="146"/>
                  </a:cubicBezTo>
                  <a:cubicBezTo>
                    <a:pt x="59" y="154"/>
                    <a:pt x="87" y="143"/>
                    <a:pt x="92" y="133"/>
                  </a:cubicBezTo>
                  <a:cubicBezTo>
                    <a:pt x="103" y="141"/>
                    <a:pt x="121" y="129"/>
                    <a:pt x="125" y="119"/>
                  </a:cubicBezTo>
                  <a:cubicBezTo>
                    <a:pt x="138" y="125"/>
                    <a:pt x="159" y="109"/>
                    <a:pt x="160" y="97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2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3"/>
                    <a:pt x="186" y="4"/>
                  </a:cubicBezTo>
                  <a:cubicBezTo>
                    <a:pt x="186" y="17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3"/>
                    <a:pt x="54" y="85"/>
                  </a:cubicBezTo>
                  <a:cubicBezTo>
                    <a:pt x="50" y="93"/>
                    <a:pt x="8" y="101"/>
                    <a:pt x="0" y="89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13">
              <a:extLst>
                <a:ext uri="{FF2B5EF4-FFF2-40B4-BE49-F238E27FC236}">
                  <a16:creationId xmlns:a16="http://schemas.microsoft.com/office/drawing/2014/main" id="{C4F5A7B1-8FEC-463A-894B-371B7E060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960"/>
              <a:ext cx="490" cy="429"/>
            </a:xfrm>
            <a:custGeom>
              <a:avLst/>
              <a:gdLst>
                <a:gd name="T0" fmla="*/ 0 w 196"/>
                <a:gd name="T1" fmla="*/ 53329 h 161"/>
                <a:gd name="T2" fmla="*/ 13208 w 196"/>
                <a:gd name="T3" fmla="*/ 52271 h 161"/>
                <a:gd name="T4" fmla="*/ 22470 w 196"/>
                <a:gd name="T5" fmla="*/ 47542 h 161"/>
                <a:gd name="T6" fmla="*/ 30595 w 196"/>
                <a:gd name="T7" fmla="*/ 42607 h 161"/>
                <a:gd name="T8" fmla="*/ 39063 w 196"/>
                <a:gd name="T9" fmla="*/ 34642 h 161"/>
                <a:gd name="T10" fmla="*/ 45438 w 196"/>
                <a:gd name="T11" fmla="*/ 23233 h 161"/>
                <a:gd name="T12" fmla="*/ 47658 w 196"/>
                <a:gd name="T13" fmla="*/ 13299 h 161"/>
                <a:gd name="T14" fmla="*/ 46408 w 196"/>
                <a:gd name="T15" fmla="*/ 0 h 161"/>
                <a:gd name="T16" fmla="*/ 45438 w 196"/>
                <a:gd name="T17" fmla="*/ 1455 h 161"/>
                <a:gd name="T18" fmla="*/ 39063 w 196"/>
                <a:gd name="T19" fmla="*/ 13299 h 161"/>
                <a:gd name="T20" fmla="*/ 30595 w 196"/>
                <a:gd name="T21" fmla="*/ 21074 h 161"/>
                <a:gd name="T22" fmla="*/ 22470 w 196"/>
                <a:gd name="T23" fmla="*/ 26220 h 161"/>
                <a:gd name="T24" fmla="*/ 13208 w 196"/>
                <a:gd name="T25" fmla="*/ 30344 h 161"/>
                <a:gd name="T26" fmla="*/ 0 w 196"/>
                <a:gd name="T27" fmla="*/ 3146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1">
                  <a:moveTo>
                    <a:pt x="0" y="149"/>
                  </a:moveTo>
                  <a:cubicBezTo>
                    <a:pt x="8" y="161"/>
                    <a:pt x="50" y="153"/>
                    <a:pt x="54" y="146"/>
                  </a:cubicBezTo>
                  <a:cubicBezTo>
                    <a:pt x="59" y="154"/>
                    <a:pt x="87" y="143"/>
                    <a:pt x="92" y="133"/>
                  </a:cubicBezTo>
                  <a:cubicBezTo>
                    <a:pt x="103" y="141"/>
                    <a:pt x="121" y="129"/>
                    <a:pt x="125" y="119"/>
                  </a:cubicBezTo>
                  <a:cubicBezTo>
                    <a:pt x="138" y="125"/>
                    <a:pt x="159" y="109"/>
                    <a:pt x="160" y="97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1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3"/>
                    <a:pt x="186" y="4"/>
                  </a:cubicBezTo>
                  <a:cubicBezTo>
                    <a:pt x="186" y="17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3"/>
                    <a:pt x="54" y="85"/>
                  </a:cubicBezTo>
                  <a:cubicBezTo>
                    <a:pt x="50" y="93"/>
                    <a:pt x="8" y="101"/>
                    <a:pt x="0" y="88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14">
              <a:extLst>
                <a:ext uri="{FF2B5EF4-FFF2-40B4-BE49-F238E27FC236}">
                  <a16:creationId xmlns:a16="http://schemas.microsoft.com/office/drawing/2014/main" id="{F62872A0-E2F8-4D89-917F-5020D2071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123"/>
              <a:ext cx="490" cy="429"/>
            </a:xfrm>
            <a:custGeom>
              <a:avLst/>
              <a:gdLst>
                <a:gd name="T0" fmla="*/ 0 w 196"/>
                <a:gd name="T1" fmla="*/ 53329 h 161"/>
                <a:gd name="T2" fmla="*/ 13208 w 196"/>
                <a:gd name="T3" fmla="*/ 52271 h 161"/>
                <a:gd name="T4" fmla="*/ 22470 w 196"/>
                <a:gd name="T5" fmla="*/ 47542 h 161"/>
                <a:gd name="T6" fmla="*/ 30595 w 196"/>
                <a:gd name="T7" fmla="*/ 42607 h 161"/>
                <a:gd name="T8" fmla="*/ 39063 w 196"/>
                <a:gd name="T9" fmla="*/ 34642 h 161"/>
                <a:gd name="T10" fmla="*/ 45438 w 196"/>
                <a:gd name="T11" fmla="*/ 22982 h 161"/>
                <a:gd name="T12" fmla="*/ 47658 w 196"/>
                <a:gd name="T13" fmla="*/ 13299 h 161"/>
                <a:gd name="T14" fmla="*/ 46408 w 196"/>
                <a:gd name="T15" fmla="*/ 0 h 161"/>
                <a:gd name="T16" fmla="*/ 45438 w 196"/>
                <a:gd name="T17" fmla="*/ 1455 h 161"/>
                <a:gd name="T18" fmla="*/ 39063 w 196"/>
                <a:gd name="T19" fmla="*/ 12902 h 161"/>
                <a:gd name="T20" fmla="*/ 30595 w 196"/>
                <a:gd name="T21" fmla="*/ 20810 h 161"/>
                <a:gd name="T22" fmla="*/ 22470 w 196"/>
                <a:gd name="T23" fmla="*/ 25809 h 161"/>
                <a:gd name="T24" fmla="*/ 13208 w 196"/>
                <a:gd name="T25" fmla="*/ 30344 h 161"/>
                <a:gd name="T26" fmla="*/ 0 w 196"/>
                <a:gd name="T27" fmla="*/ 3146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1">
                  <a:moveTo>
                    <a:pt x="0" y="149"/>
                  </a:moveTo>
                  <a:cubicBezTo>
                    <a:pt x="8" y="161"/>
                    <a:pt x="50" y="153"/>
                    <a:pt x="54" y="146"/>
                  </a:cubicBezTo>
                  <a:cubicBezTo>
                    <a:pt x="59" y="154"/>
                    <a:pt x="87" y="142"/>
                    <a:pt x="92" y="133"/>
                  </a:cubicBezTo>
                  <a:cubicBezTo>
                    <a:pt x="103" y="141"/>
                    <a:pt x="121" y="128"/>
                    <a:pt x="125" y="119"/>
                  </a:cubicBezTo>
                  <a:cubicBezTo>
                    <a:pt x="138" y="125"/>
                    <a:pt x="159" y="108"/>
                    <a:pt x="160" y="97"/>
                  </a:cubicBezTo>
                  <a:cubicBezTo>
                    <a:pt x="172" y="98"/>
                    <a:pt x="186" y="78"/>
                    <a:pt x="186" y="64"/>
                  </a:cubicBezTo>
                  <a:cubicBezTo>
                    <a:pt x="191" y="61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1"/>
                    <a:pt x="187" y="3"/>
                    <a:pt x="186" y="4"/>
                  </a:cubicBezTo>
                  <a:cubicBezTo>
                    <a:pt x="186" y="17"/>
                    <a:pt x="172" y="38"/>
                    <a:pt x="160" y="36"/>
                  </a:cubicBezTo>
                  <a:cubicBezTo>
                    <a:pt x="159" y="48"/>
                    <a:pt x="138" y="64"/>
                    <a:pt x="125" y="58"/>
                  </a:cubicBezTo>
                  <a:cubicBezTo>
                    <a:pt x="121" y="68"/>
                    <a:pt x="103" y="80"/>
                    <a:pt x="92" y="72"/>
                  </a:cubicBezTo>
                  <a:cubicBezTo>
                    <a:pt x="87" y="82"/>
                    <a:pt x="59" y="93"/>
                    <a:pt x="54" y="85"/>
                  </a:cubicBezTo>
                  <a:cubicBezTo>
                    <a:pt x="50" y="92"/>
                    <a:pt x="8" y="100"/>
                    <a:pt x="0" y="88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15">
              <a:extLst>
                <a:ext uri="{FF2B5EF4-FFF2-40B4-BE49-F238E27FC236}">
                  <a16:creationId xmlns:a16="http://schemas.microsoft.com/office/drawing/2014/main" id="{C06247FB-0872-4063-8F71-9E09002D3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283"/>
              <a:ext cx="490" cy="432"/>
            </a:xfrm>
            <a:custGeom>
              <a:avLst/>
              <a:gdLst>
                <a:gd name="T0" fmla="*/ 0 w 196"/>
                <a:gd name="T1" fmla="*/ 53952 h 162"/>
                <a:gd name="T2" fmla="*/ 13208 w 196"/>
                <a:gd name="T3" fmla="*/ 52429 h 162"/>
                <a:gd name="T4" fmla="*/ 22470 w 196"/>
                <a:gd name="T5" fmla="*/ 48149 h 162"/>
                <a:gd name="T6" fmla="*/ 30595 w 196"/>
                <a:gd name="T7" fmla="*/ 43144 h 162"/>
                <a:gd name="T8" fmla="*/ 39063 w 196"/>
                <a:gd name="T9" fmla="*/ 35192 h 162"/>
                <a:gd name="T10" fmla="*/ 45438 w 196"/>
                <a:gd name="T11" fmla="*/ 23304 h 162"/>
                <a:gd name="T12" fmla="*/ 47658 w 196"/>
                <a:gd name="T13" fmla="*/ 13347 h 162"/>
                <a:gd name="T14" fmla="*/ 46408 w 196"/>
                <a:gd name="T15" fmla="*/ 0 h 162"/>
                <a:gd name="T16" fmla="*/ 45438 w 196"/>
                <a:gd name="T17" fmla="*/ 1459 h 162"/>
                <a:gd name="T18" fmla="*/ 39063 w 196"/>
                <a:gd name="T19" fmla="*/ 13347 h 162"/>
                <a:gd name="T20" fmla="*/ 30595 w 196"/>
                <a:gd name="T21" fmla="*/ 21184 h 162"/>
                <a:gd name="T22" fmla="*/ 22470 w 196"/>
                <a:gd name="T23" fmla="*/ 26304 h 162"/>
                <a:gd name="T24" fmla="*/ 13208 w 196"/>
                <a:gd name="T25" fmla="*/ 30891 h 162"/>
                <a:gd name="T26" fmla="*/ 0 w 196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2">
                  <a:moveTo>
                    <a:pt x="0" y="150"/>
                  </a:moveTo>
                  <a:cubicBezTo>
                    <a:pt x="8" y="162"/>
                    <a:pt x="50" y="154"/>
                    <a:pt x="54" y="146"/>
                  </a:cubicBezTo>
                  <a:cubicBezTo>
                    <a:pt x="59" y="154"/>
                    <a:pt x="87" y="143"/>
                    <a:pt x="92" y="134"/>
                  </a:cubicBezTo>
                  <a:cubicBezTo>
                    <a:pt x="103" y="142"/>
                    <a:pt x="121" y="129"/>
                    <a:pt x="125" y="120"/>
                  </a:cubicBezTo>
                  <a:cubicBezTo>
                    <a:pt x="138" y="126"/>
                    <a:pt x="159" y="109"/>
                    <a:pt x="160" y="98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2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3"/>
                    <a:pt x="186" y="4"/>
                  </a:cubicBezTo>
                  <a:cubicBezTo>
                    <a:pt x="186" y="18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4"/>
                    <a:pt x="54" y="86"/>
                  </a:cubicBezTo>
                  <a:cubicBezTo>
                    <a:pt x="50" y="93"/>
                    <a:pt x="8" y="101"/>
                    <a:pt x="0" y="89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16">
              <a:extLst>
                <a:ext uri="{FF2B5EF4-FFF2-40B4-BE49-F238E27FC236}">
                  <a16:creationId xmlns:a16="http://schemas.microsoft.com/office/drawing/2014/main" id="{F741CA9B-E842-4DE4-9EA4-0942C494E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467"/>
              <a:ext cx="558" cy="330"/>
            </a:xfrm>
            <a:custGeom>
              <a:avLst/>
              <a:gdLst>
                <a:gd name="T0" fmla="*/ 27480 w 223"/>
                <a:gd name="T1" fmla="*/ 44047 h 124"/>
                <a:gd name="T2" fmla="*/ 32184 w 223"/>
                <a:gd name="T3" fmla="*/ 25878 h 124"/>
                <a:gd name="T4" fmla="*/ 36303 w 223"/>
                <a:gd name="T5" fmla="*/ 28444 h 124"/>
                <a:gd name="T6" fmla="*/ 42958 w 223"/>
                <a:gd name="T7" fmla="*/ 25234 h 124"/>
                <a:gd name="T8" fmla="*/ 48381 w 223"/>
                <a:gd name="T9" fmla="*/ 22677 h 124"/>
                <a:gd name="T10" fmla="*/ 52770 w 223"/>
                <a:gd name="T11" fmla="*/ 19922 h 124"/>
                <a:gd name="T12" fmla="*/ 54724 w 223"/>
                <a:gd name="T13" fmla="*/ 14555 h 124"/>
                <a:gd name="T14" fmla="*/ 54461 w 223"/>
                <a:gd name="T15" fmla="*/ 10291 h 124"/>
                <a:gd name="T16" fmla="*/ 53753 w 223"/>
                <a:gd name="T17" fmla="*/ 8125 h 124"/>
                <a:gd name="T18" fmla="*/ 49820 w 223"/>
                <a:gd name="T19" fmla="*/ 4923 h 124"/>
                <a:gd name="T20" fmla="*/ 45638 w 223"/>
                <a:gd name="T21" fmla="*/ 3202 h 124"/>
                <a:gd name="T22" fmla="*/ 42458 w 223"/>
                <a:gd name="T23" fmla="*/ 1756 h 124"/>
                <a:gd name="T24" fmla="*/ 38732 w 223"/>
                <a:gd name="T25" fmla="*/ 1057 h 124"/>
                <a:gd name="T26" fmla="*/ 34343 w 223"/>
                <a:gd name="T27" fmla="*/ 660 h 124"/>
                <a:gd name="T28" fmla="*/ 29909 w 223"/>
                <a:gd name="T29" fmla="*/ 0 h 124"/>
                <a:gd name="T30" fmla="*/ 25007 w 223"/>
                <a:gd name="T31" fmla="*/ 0 h 124"/>
                <a:gd name="T32" fmla="*/ 20381 w 223"/>
                <a:gd name="T33" fmla="*/ 660 h 124"/>
                <a:gd name="T34" fmla="*/ 16185 w 223"/>
                <a:gd name="T35" fmla="*/ 1057 h 124"/>
                <a:gd name="T36" fmla="*/ 12546 w 223"/>
                <a:gd name="T37" fmla="*/ 1756 h 124"/>
                <a:gd name="T38" fmla="*/ 9136 w 223"/>
                <a:gd name="T39" fmla="*/ 3202 h 124"/>
                <a:gd name="T40" fmla="*/ 4902 w 223"/>
                <a:gd name="T41" fmla="*/ 4923 h 124"/>
                <a:gd name="T42" fmla="*/ 1301 w 223"/>
                <a:gd name="T43" fmla="*/ 8125 h 124"/>
                <a:gd name="T44" fmla="*/ 313 w 223"/>
                <a:gd name="T45" fmla="*/ 10291 h 124"/>
                <a:gd name="T46" fmla="*/ 0 w 223"/>
                <a:gd name="T47" fmla="*/ 14555 h 124"/>
                <a:gd name="T48" fmla="*/ 1959 w 223"/>
                <a:gd name="T49" fmla="*/ 19922 h 124"/>
                <a:gd name="T50" fmla="*/ 6393 w 223"/>
                <a:gd name="T51" fmla="*/ 22677 h 124"/>
                <a:gd name="T52" fmla="*/ 11766 w 223"/>
                <a:gd name="T53" fmla="*/ 25234 h 124"/>
                <a:gd name="T54" fmla="*/ 18627 w 223"/>
                <a:gd name="T55" fmla="*/ 28444 h 124"/>
                <a:gd name="T56" fmla="*/ 22860 w 223"/>
                <a:gd name="T57" fmla="*/ 25878 h 124"/>
                <a:gd name="T58" fmla="*/ 27480 w 223"/>
                <a:gd name="T59" fmla="*/ 44047 h 12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23" h="124">
                  <a:moveTo>
                    <a:pt x="112" y="124"/>
                  </a:moveTo>
                  <a:cubicBezTo>
                    <a:pt x="114" y="87"/>
                    <a:pt x="117" y="75"/>
                    <a:pt x="131" y="73"/>
                  </a:cubicBezTo>
                  <a:cubicBezTo>
                    <a:pt x="141" y="72"/>
                    <a:pt x="145" y="77"/>
                    <a:pt x="148" y="80"/>
                  </a:cubicBezTo>
                  <a:cubicBezTo>
                    <a:pt x="150" y="69"/>
                    <a:pt x="167" y="65"/>
                    <a:pt x="175" y="71"/>
                  </a:cubicBezTo>
                  <a:cubicBezTo>
                    <a:pt x="175" y="64"/>
                    <a:pt x="189" y="62"/>
                    <a:pt x="197" y="64"/>
                  </a:cubicBezTo>
                  <a:cubicBezTo>
                    <a:pt x="199" y="56"/>
                    <a:pt x="206" y="56"/>
                    <a:pt x="215" y="56"/>
                  </a:cubicBezTo>
                  <a:cubicBezTo>
                    <a:pt x="215" y="51"/>
                    <a:pt x="218" y="41"/>
                    <a:pt x="223" y="41"/>
                  </a:cubicBezTo>
                  <a:cubicBezTo>
                    <a:pt x="218" y="40"/>
                    <a:pt x="220" y="32"/>
                    <a:pt x="222" y="29"/>
                  </a:cubicBezTo>
                  <a:cubicBezTo>
                    <a:pt x="218" y="30"/>
                    <a:pt x="219" y="23"/>
                    <a:pt x="219" y="23"/>
                  </a:cubicBezTo>
                  <a:cubicBezTo>
                    <a:pt x="213" y="25"/>
                    <a:pt x="204" y="18"/>
                    <a:pt x="203" y="14"/>
                  </a:cubicBezTo>
                  <a:cubicBezTo>
                    <a:pt x="192" y="15"/>
                    <a:pt x="188" y="12"/>
                    <a:pt x="186" y="9"/>
                  </a:cubicBezTo>
                  <a:cubicBezTo>
                    <a:pt x="180" y="11"/>
                    <a:pt x="175" y="9"/>
                    <a:pt x="173" y="5"/>
                  </a:cubicBezTo>
                  <a:cubicBezTo>
                    <a:pt x="170" y="7"/>
                    <a:pt x="160" y="6"/>
                    <a:pt x="158" y="3"/>
                  </a:cubicBezTo>
                  <a:cubicBezTo>
                    <a:pt x="150" y="5"/>
                    <a:pt x="142" y="3"/>
                    <a:pt x="140" y="2"/>
                  </a:cubicBezTo>
                  <a:cubicBezTo>
                    <a:pt x="133" y="6"/>
                    <a:pt x="122" y="0"/>
                    <a:pt x="122" y="0"/>
                  </a:cubicBezTo>
                  <a:cubicBezTo>
                    <a:pt x="117" y="4"/>
                    <a:pt x="106" y="4"/>
                    <a:pt x="102" y="0"/>
                  </a:cubicBezTo>
                  <a:cubicBezTo>
                    <a:pt x="102" y="0"/>
                    <a:pt x="90" y="6"/>
                    <a:pt x="83" y="2"/>
                  </a:cubicBezTo>
                  <a:cubicBezTo>
                    <a:pt x="81" y="3"/>
                    <a:pt x="73" y="5"/>
                    <a:pt x="66" y="3"/>
                  </a:cubicBezTo>
                  <a:cubicBezTo>
                    <a:pt x="63" y="6"/>
                    <a:pt x="54" y="7"/>
                    <a:pt x="51" y="5"/>
                  </a:cubicBezTo>
                  <a:cubicBezTo>
                    <a:pt x="49" y="9"/>
                    <a:pt x="44" y="11"/>
                    <a:pt x="37" y="9"/>
                  </a:cubicBezTo>
                  <a:cubicBezTo>
                    <a:pt x="35" y="12"/>
                    <a:pt x="32" y="15"/>
                    <a:pt x="20" y="14"/>
                  </a:cubicBezTo>
                  <a:cubicBezTo>
                    <a:pt x="19" y="18"/>
                    <a:pt x="11" y="25"/>
                    <a:pt x="5" y="23"/>
                  </a:cubicBezTo>
                  <a:cubicBezTo>
                    <a:pt x="5" y="23"/>
                    <a:pt x="5" y="30"/>
                    <a:pt x="1" y="29"/>
                  </a:cubicBezTo>
                  <a:cubicBezTo>
                    <a:pt x="3" y="32"/>
                    <a:pt x="6" y="40"/>
                    <a:pt x="0" y="41"/>
                  </a:cubicBezTo>
                  <a:cubicBezTo>
                    <a:pt x="5" y="41"/>
                    <a:pt x="9" y="51"/>
                    <a:pt x="8" y="56"/>
                  </a:cubicBezTo>
                  <a:cubicBezTo>
                    <a:pt x="17" y="56"/>
                    <a:pt x="24" y="56"/>
                    <a:pt x="26" y="64"/>
                  </a:cubicBezTo>
                  <a:cubicBezTo>
                    <a:pt x="34" y="62"/>
                    <a:pt x="48" y="64"/>
                    <a:pt x="48" y="71"/>
                  </a:cubicBezTo>
                  <a:cubicBezTo>
                    <a:pt x="56" y="65"/>
                    <a:pt x="73" y="69"/>
                    <a:pt x="76" y="80"/>
                  </a:cubicBezTo>
                  <a:cubicBezTo>
                    <a:pt x="78" y="77"/>
                    <a:pt x="82" y="72"/>
                    <a:pt x="93" y="73"/>
                  </a:cubicBezTo>
                  <a:cubicBezTo>
                    <a:pt x="106" y="75"/>
                    <a:pt x="110" y="87"/>
                    <a:pt x="112" y="124"/>
                  </a:cubicBezTo>
                  <a:close/>
                </a:path>
              </a:pathLst>
            </a:custGeom>
            <a:solidFill>
              <a:srgbClr val="C55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17">
              <a:extLst>
                <a:ext uri="{FF2B5EF4-FFF2-40B4-BE49-F238E27FC236}">
                  <a16:creationId xmlns:a16="http://schemas.microsoft.com/office/drawing/2014/main" id="{A85C844F-5169-41A8-8F79-69024600A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467"/>
              <a:ext cx="558" cy="330"/>
            </a:xfrm>
            <a:custGeom>
              <a:avLst/>
              <a:gdLst>
                <a:gd name="T0" fmla="*/ 27480 w 223"/>
                <a:gd name="T1" fmla="*/ 44047 h 124"/>
                <a:gd name="T2" fmla="*/ 32184 w 223"/>
                <a:gd name="T3" fmla="*/ 25878 h 124"/>
                <a:gd name="T4" fmla="*/ 36303 w 223"/>
                <a:gd name="T5" fmla="*/ 28444 h 124"/>
                <a:gd name="T6" fmla="*/ 42958 w 223"/>
                <a:gd name="T7" fmla="*/ 25234 h 124"/>
                <a:gd name="T8" fmla="*/ 48381 w 223"/>
                <a:gd name="T9" fmla="*/ 22677 h 124"/>
                <a:gd name="T10" fmla="*/ 52770 w 223"/>
                <a:gd name="T11" fmla="*/ 19922 h 124"/>
                <a:gd name="T12" fmla="*/ 54724 w 223"/>
                <a:gd name="T13" fmla="*/ 14555 h 124"/>
                <a:gd name="T14" fmla="*/ 54461 w 223"/>
                <a:gd name="T15" fmla="*/ 10291 h 124"/>
                <a:gd name="T16" fmla="*/ 53753 w 223"/>
                <a:gd name="T17" fmla="*/ 8125 h 124"/>
                <a:gd name="T18" fmla="*/ 49820 w 223"/>
                <a:gd name="T19" fmla="*/ 4923 h 124"/>
                <a:gd name="T20" fmla="*/ 45638 w 223"/>
                <a:gd name="T21" fmla="*/ 3202 h 124"/>
                <a:gd name="T22" fmla="*/ 42458 w 223"/>
                <a:gd name="T23" fmla="*/ 1756 h 124"/>
                <a:gd name="T24" fmla="*/ 38732 w 223"/>
                <a:gd name="T25" fmla="*/ 1057 h 124"/>
                <a:gd name="T26" fmla="*/ 34343 w 223"/>
                <a:gd name="T27" fmla="*/ 660 h 124"/>
                <a:gd name="T28" fmla="*/ 29909 w 223"/>
                <a:gd name="T29" fmla="*/ 0 h 124"/>
                <a:gd name="T30" fmla="*/ 25007 w 223"/>
                <a:gd name="T31" fmla="*/ 0 h 124"/>
                <a:gd name="T32" fmla="*/ 20381 w 223"/>
                <a:gd name="T33" fmla="*/ 660 h 124"/>
                <a:gd name="T34" fmla="*/ 16185 w 223"/>
                <a:gd name="T35" fmla="*/ 1057 h 124"/>
                <a:gd name="T36" fmla="*/ 12546 w 223"/>
                <a:gd name="T37" fmla="*/ 1756 h 124"/>
                <a:gd name="T38" fmla="*/ 9136 w 223"/>
                <a:gd name="T39" fmla="*/ 3202 h 124"/>
                <a:gd name="T40" fmla="*/ 4902 w 223"/>
                <a:gd name="T41" fmla="*/ 4923 h 124"/>
                <a:gd name="T42" fmla="*/ 1301 w 223"/>
                <a:gd name="T43" fmla="*/ 8125 h 124"/>
                <a:gd name="T44" fmla="*/ 313 w 223"/>
                <a:gd name="T45" fmla="*/ 10291 h 124"/>
                <a:gd name="T46" fmla="*/ 0 w 223"/>
                <a:gd name="T47" fmla="*/ 14555 h 124"/>
                <a:gd name="T48" fmla="*/ 1959 w 223"/>
                <a:gd name="T49" fmla="*/ 19922 h 124"/>
                <a:gd name="T50" fmla="*/ 6393 w 223"/>
                <a:gd name="T51" fmla="*/ 22677 h 124"/>
                <a:gd name="T52" fmla="*/ 11766 w 223"/>
                <a:gd name="T53" fmla="*/ 25234 h 124"/>
                <a:gd name="T54" fmla="*/ 18627 w 223"/>
                <a:gd name="T55" fmla="*/ 28444 h 124"/>
                <a:gd name="T56" fmla="*/ 22860 w 223"/>
                <a:gd name="T57" fmla="*/ 25878 h 124"/>
                <a:gd name="T58" fmla="*/ 27480 w 223"/>
                <a:gd name="T59" fmla="*/ 44047 h 12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23" h="124">
                  <a:moveTo>
                    <a:pt x="112" y="124"/>
                  </a:moveTo>
                  <a:cubicBezTo>
                    <a:pt x="114" y="87"/>
                    <a:pt x="117" y="75"/>
                    <a:pt x="131" y="73"/>
                  </a:cubicBezTo>
                  <a:cubicBezTo>
                    <a:pt x="141" y="72"/>
                    <a:pt x="145" y="77"/>
                    <a:pt x="148" y="80"/>
                  </a:cubicBezTo>
                  <a:cubicBezTo>
                    <a:pt x="150" y="69"/>
                    <a:pt x="167" y="65"/>
                    <a:pt x="175" y="71"/>
                  </a:cubicBezTo>
                  <a:cubicBezTo>
                    <a:pt x="175" y="64"/>
                    <a:pt x="189" y="62"/>
                    <a:pt x="197" y="64"/>
                  </a:cubicBezTo>
                  <a:cubicBezTo>
                    <a:pt x="199" y="56"/>
                    <a:pt x="206" y="56"/>
                    <a:pt x="215" y="56"/>
                  </a:cubicBezTo>
                  <a:cubicBezTo>
                    <a:pt x="215" y="51"/>
                    <a:pt x="218" y="41"/>
                    <a:pt x="223" y="41"/>
                  </a:cubicBezTo>
                  <a:cubicBezTo>
                    <a:pt x="218" y="40"/>
                    <a:pt x="220" y="32"/>
                    <a:pt x="222" y="29"/>
                  </a:cubicBezTo>
                  <a:cubicBezTo>
                    <a:pt x="218" y="30"/>
                    <a:pt x="219" y="23"/>
                    <a:pt x="219" y="23"/>
                  </a:cubicBezTo>
                  <a:cubicBezTo>
                    <a:pt x="213" y="25"/>
                    <a:pt x="204" y="18"/>
                    <a:pt x="203" y="14"/>
                  </a:cubicBezTo>
                  <a:cubicBezTo>
                    <a:pt x="192" y="15"/>
                    <a:pt x="188" y="12"/>
                    <a:pt x="186" y="9"/>
                  </a:cubicBezTo>
                  <a:cubicBezTo>
                    <a:pt x="180" y="11"/>
                    <a:pt x="175" y="9"/>
                    <a:pt x="173" y="5"/>
                  </a:cubicBezTo>
                  <a:cubicBezTo>
                    <a:pt x="170" y="7"/>
                    <a:pt x="160" y="6"/>
                    <a:pt x="158" y="3"/>
                  </a:cubicBezTo>
                  <a:cubicBezTo>
                    <a:pt x="150" y="5"/>
                    <a:pt x="142" y="3"/>
                    <a:pt x="140" y="2"/>
                  </a:cubicBezTo>
                  <a:cubicBezTo>
                    <a:pt x="133" y="6"/>
                    <a:pt x="122" y="0"/>
                    <a:pt x="122" y="0"/>
                  </a:cubicBezTo>
                  <a:cubicBezTo>
                    <a:pt x="117" y="4"/>
                    <a:pt x="106" y="4"/>
                    <a:pt x="102" y="0"/>
                  </a:cubicBezTo>
                  <a:cubicBezTo>
                    <a:pt x="102" y="0"/>
                    <a:pt x="90" y="6"/>
                    <a:pt x="83" y="2"/>
                  </a:cubicBezTo>
                  <a:cubicBezTo>
                    <a:pt x="81" y="3"/>
                    <a:pt x="73" y="5"/>
                    <a:pt x="66" y="3"/>
                  </a:cubicBezTo>
                  <a:cubicBezTo>
                    <a:pt x="63" y="6"/>
                    <a:pt x="54" y="7"/>
                    <a:pt x="51" y="5"/>
                  </a:cubicBezTo>
                  <a:cubicBezTo>
                    <a:pt x="49" y="9"/>
                    <a:pt x="44" y="11"/>
                    <a:pt x="37" y="9"/>
                  </a:cubicBezTo>
                  <a:cubicBezTo>
                    <a:pt x="35" y="12"/>
                    <a:pt x="32" y="15"/>
                    <a:pt x="20" y="14"/>
                  </a:cubicBezTo>
                  <a:cubicBezTo>
                    <a:pt x="19" y="18"/>
                    <a:pt x="11" y="25"/>
                    <a:pt x="5" y="23"/>
                  </a:cubicBezTo>
                  <a:cubicBezTo>
                    <a:pt x="5" y="23"/>
                    <a:pt x="5" y="30"/>
                    <a:pt x="1" y="29"/>
                  </a:cubicBezTo>
                  <a:cubicBezTo>
                    <a:pt x="3" y="32"/>
                    <a:pt x="6" y="40"/>
                    <a:pt x="0" y="41"/>
                  </a:cubicBezTo>
                  <a:cubicBezTo>
                    <a:pt x="5" y="41"/>
                    <a:pt x="9" y="51"/>
                    <a:pt x="8" y="56"/>
                  </a:cubicBezTo>
                  <a:cubicBezTo>
                    <a:pt x="17" y="56"/>
                    <a:pt x="24" y="56"/>
                    <a:pt x="26" y="64"/>
                  </a:cubicBezTo>
                  <a:cubicBezTo>
                    <a:pt x="34" y="62"/>
                    <a:pt x="48" y="64"/>
                    <a:pt x="48" y="71"/>
                  </a:cubicBezTo>
                  <a:cubicBezTo>
                    <a:pt x="56" y="65"/>
                    <a:pt x="73" y="69"/>
                    <a:pt x="76" y="80"/>
                  </a:cubicBezTo>
                  <a:cubicBezTo>
                    <a:pt x="78" y="77"/>
                    <a:pt x="82" y="72"/>
                    <a:pt x="93" y="73"/>
                  </a:cubicBezTo>
                  <a:cubicBezTo>
                    <a:pt x="106" y="75"/>
                    <a:pt x="110" y="87"/>
                    <a:pt x="112" y="124"/>
                  </a:cubicBezTo>
                  <a:close/>
                </a:path>
              </a:pathLst>
            </a:custGeom>
            <a:solidFill>
              <a:srgbClr val="C55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18">
              <a:extLst>
                <a:ext uri="{FF2B5EF4-FFF2-40B4-BE49-F238E27FC236}">
                  <a16:creationId xmlns:a16="http://schemas.microsoft.com/office/drawing/2014/main" id="{D8EE9D4B-6B59-42F3-941E-21F652ADF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563"/>
              <a:ext cx="482" cy="234"/>
            </a:xfrm>
            <a:custGeom>
              <a:avLst/>
              <a:gdLst>
                <a:gd name="T0" fmla="*/ 2600 w 193"/>
                <a:gd name="T1" fmla="*/ 9849 h 88"/>
                <a:gd name="T2" fmla="*/ 7977 w 193"/>
                <a:gd name="T3" fmla="*/ 12351 h 88"/>
                <a:gd name="T4" fmla="*/ 14782 w 193"/>
                <a:gd name="T5" fmla="*/ 15548 h 88"/>
                <a:gd name="T6" fmla="*/ 18943 w 193"/>
                <a:gd name="T7" fmla="*/ 13046 h 88"/>
                <a:gd name="T8" fmla="*/ 23488 w 193"/>
                <a:gd name="T9" fmla="*/ 31098 h 88"/>
                <a:gd name="T10" fmla="*/ 28161 w 193"/>
                <a:gd name="T11" fmla="*/ 13046 h 88"/>
                <a:gd name="T12" fmla="*/ 32247 w 193"/>
                <a:gd name="T13" fmla="*/ 15548 h 88"/>
                <a:gd name="T14" fmla="*/ 38862 w 193"/>
                <a:gd name="T15" fmla="*/ 12351 h 88"/>
                <a:gd name="T16" fmla="*/ 44189 w 193"/>
                <a:gd name="T17" fmla="*/ 9849 h 88"/>
                <a:gd name="T18" fmla="*/ 46841 w 193"/>
                <a:gd name="T19" fmla="*/ 7049 h 88"/>
                <a:gd name="T20" fmla="*/ 45668 w 193"/>
                <a:gd name="T21" fmla="*/ 4906 h 88"/>
                <a:gd name="T22" fmla="*/ 41464 w 193"/>
                <a:gd name="T23" fmla="*/ 3196 h 88"/>
                <a:gd name="T24" fmla="*/ 38353 w 193"/>
                <a:gd name="T25" fmla="*/ 1747 h 88"/>
                <a:gd name="T26" fmla="*/ 34704 w 193"/>
                <a:gd name="T27" fmla="*/ 1053 h 88"/>
                <a:gd name="T28" fmla="*/ 30294 w 193"/>
                <a:gd name="T29" fmla="*/ 657 h 88"/>
                <a:gd name="T30" fmla="*/ 25953 w 193"/>
                <a:gd name="T31" fmla="*/ 0 h 88"/>
                <a:gd name="T32" fmla="*/ 21088 w 193"/>
                <a:gd name="T33" fmla="*/ 0 h 88"/>
                <a:gd name="T34" fmla="*/ 16528 w 193"/>
                <a:gd name="T35" fmla="*/ 657 h 88"/>
                <a:gd name="T36" fmla="*/ 12337 w 193"/>
                <a:gd name="T37" fmla="*/ 1053 h 88"/>
                <a:gd name="T38" fmla="*/ 8756 w 193"/>
                <a:gd name="T39" fmla="*/ 1747 h 88"/>
                <a:gd name="T40" fmla="*/ 5327 w 193"/>
                <a:gd name="T41" fmla="*/ 3196 h 88"/>
                <a:gd name="T42" fmla="*/ 1166 w 193"/>
                <a:gd name="T43" fmla="*/ 4906 h 88"/>
                <a:gd name="T44" fmla="*/ 0 w 193"/>
                <a:gd name="T45" fmla="*/ 7049 h 88"/>
                <a:gd name="T46" fmla="*/ 2600 w 193"/>
                <a:gd name="T47" fmla="*/ 9849 h 8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3" h="88">
                  <a:moveTo>
                    <a:pt x="11" y="28"/>
                  </a:moveTo>
                  <a:cubicBezTo>
                    <a:pt x="19" y="26"/>
                    <a:pt x="33" y="28"/>
                    <a:pt x="33" y="35"/>
                  </a:cubicBezTo>
                  <a:cubicBezTo>
                    <a:pt x="41" y="29"/>
                    <a:pt x="58" y="33"/>
                    <a:pt x="61" y="44"/>
                  </a:cubicBezTo>
                  <a:cubicBezTo>
                    <a:pt x="63" y="41"/>
                    <a:pt x="67" y="36"/>
                    <a:pt x="78" y="37"/>
                  </a:cubicBezTo>
                  <a:cubicBezTo>
                    <a:pt x="91" y="39"/>
                    <a:pt x="95" y="51"/>
                    <a:pt x="97" y="88"/>
                  </a:cubicBezTo>
                  <a:cubicBezTo>
                    <a:pt x="99" y="51"/>
                    <a:pt x="102" y="39"/>
                    <a:pt x="116" y="37"/>
                  </a:cubicBezTo>
                  <a:cubicBezTo>
                    <a:pt x="126" y="36"/>
                    <a:pt x="130" y="41"/>
                    <a:pt x="133" y="44"/>
                  </a:cubicBezTo>
                  <a:cubicBezTo>
                    <a:pt x="135" y="33"/>
                    <a:pt x="152" y="29"/>
                    <a:pt x="160" y="35"/>
                  </a:cubicBezTo>
                  <a:cubicBezTo>
                    <a:pt x="160" y="28"/>
                    <a:pt x="174" y="26"/>
                    <a:pt x="182" y="28"/>
                  </a:cubicBezTo>
                  <a:cubicBezTo>
                    <a:pt x="184" y="23"/>
                    <a:pt x="187" y="21"/>
                    <a:pt x="193" y="20"/>
                  </a:cubicBezTo>
                  <a:cubicBezTo>
                    <a:pt x="190" y="18"/>
                    <a:pt x="189" y="16"/>
                    <a:pt x="188" y="14"/>
                  </a:cubicBezTo>
                  <a:cubicBezTo>
                    <a:pt x="177" y="15"/>
                    <a:pt x="173" y="12"/>
                    <a:pt x="171" y="9"/>
                  </a:cubicBezTo>
                  <a:cubicBezTo>
                    <a:pt x="165" y="11"/>
                    <a:pt x="160" y="9"/>
                    <a:pt x="158" y="5"/>
                  </a:cubicBezTo>
                  <a:cubicBezTo>
                    <a:pt x="155" y="7"/>
                    <a:pt x="145" y="6"/>
                    <a:pt x="143" y="3"/>
                  </a:cubicBezTo>
                  <a:cubicBezTo>
                    <a:pt x="135" y="5"/>
                    <a:pt x="127" y="3"/>
                    <a:pt x="125" y="2"/>
                  </a:cubicBezTo>
                  <a:cubicBezTo>
                    <a:pt x="118" y="6"/>
                    <a:pt x="107" y="0"/>
                    <a:pt x="107" y="0"/>
                  </a:cubicBezTo>
                  <a:cubicBezTo>
                    <a:pt x="102" y="4"/>
                    <a:pt x="91" y="4"/>
                    <a:pt x="87" y="0"/>
                  </a:cubicBezTo>
                  <a:cubicBezTo>
                    <a:pt x="87" y="0"/>
                    <a:pt x="75" y="6"/>
                    <a:pt x="68" y="2"/>
                  </a:cubicBezTo>
                  <a:cubicBezTo>
                    <a:pt x="66" y="3"/>
                    <a:pt x="58" y="5"/>
                    <a:pt x="51" y="3"/>
                  </a:cubicBezTo>
                  <a:cubicBezTo>
                    <a:pt x="48" y="6"/>
                    <a:pt x="39" y="7"/>
                    <a:pt x="36" y="5"/>
                  </a:cubicBezTo>
                  <a:cubicBezTo>
                    <a:pt x="34" y="9"/>
                    <a:pt x="29" y="11"/>
                    <a:pt x="22" y="9"/>
                  </a:cubicBezTo>
                  <a:cubicBezTo>
                    <a:pt x="20" y="12"/>
                    <a:pt x="17" y="15"/>
                    <a:pt x="5" y="14"/>
                  </a:cubicBezTo>
                  <a:cubicBezTo>
                    <a:pt x="5" y="16"/>
                    <a:pt x="3" y="18"/>
                    <a:pt x="0" y="20"/>
                  </a:cubicBezTo>
                  <a:cubicBezTo>
                    <a:pt x="6" y="21"/>
                    <a:pt x="10" y="23"/>
                    <a:pt x="11" y="28"/>
                  </a:cubicBezTo>
                  <a:close/>
                </a:path>
              </a:pathLst>
            </a:custGeom>
            <a:solidFill>
              <a:srgbClr val="B02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19">
              <a:extLst>
                <a:ext uri="{FF2B5EF4-FFF2-40B4-BE49-F238E27FC236}">
                  <a16:creationId xmlns:a16="http://schemas.microsoft.com/office/drawing/2014/main" id="{808EEBE9-D864-4AB1-8AB2-8003F9159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664"/>
              <a:ext cx="492" cy="432"/>
            </a:xfrm>
            <a:custGeom>
              <a:avLst/>
              <a:gdLst>
                <a:gd name="T0" fmla="*/ 47809 w 197"/>
                <a:gd name="T1" fmla="*/ 31949 h 162"/>
                <a:gd name="T2" fmla="*/ 34505 w 197"/>
                <a:gd name="T3" fmla="*/ 30891 h 162"/>
                <a:gd name="T4" fmla="*/ 25249 w 197"/>
                <a:gd name="T5" fmla="*/ 26304 h 162"/>
                <a:gd name="T6" fmla="*/ 17198 w 197"/>
                <a:gd name="T7" fmla="*/ 21184 h 162"/>
                <a:gd name="T8" fmla="*/ 8756 w 197"/>
                <a:gd name="T9" fmla="*/ 13347 h 162"/>
                <a:gd name="T10" fmla="*/ 2415 w 197"/>
                <a:gd name="T11" fmla="*/ 1459 h 162"/>
                <a:gd name="T12" fmla="*/ 1633 w 197"/>
                <a:gd name="T13" fmla="*/ 0 h 162"/>
                <a:gd name="T14" fmla="*/ 187 w 197"/>
                <a:gd name="T15" fmla="*/ 13347 h 162"/>
                <a:gd name="T16" fmla="*/ 2415 w 197"/>
                <a:gd name="T17" fmla="*/ 23304 h 162"/>
                <a:gd name="T18" fmla="*/ 8756 w 197"/>
                <a:gd name="T19" fmla="*/ 35192 h 162"/>
                <a:gd name="T20" fmla="*/ 17198 w 197"/>
                <a:gd name="T21" fmla="*/ 43144 h 162"/>
                <a:gd name="T22" fmla="*/ 25249 w 197"/>
                <a:gd name="T23" fmla="*/ 48149 h 162"/>
                <a:gd name="T24" fmla="*/ 34505 w 197"/>
                <a:gd name="T25" fmla="*/ 52429 h 162"/>
                <a:gd name="T26" fmla="*/ 47809 w 197"/>
                <a:gd name="T27" fmla="*/ 53952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2">
                  <a:moveTo>
                    <a:pt x="197" y="89"/>
                  </a:moveTo>
                  <a:cubicBezTo>
                    <a:pt x="184" y="100"/>
                    <a:pt x="146" y="93"/>
                    <a:pt x="142" y="86"/>
                  </a:cubicBezTo>
                  <a:cubicBezTo>
                    <a:pt x="137" y="94"/>
                    <a:pt x="109" y="82"/>
                    <a:pt x="104" y="73"/>
                  </a:cubicBezTo>
                  <a:cubicBezTo>
                    <a:pt x="94" y="81"/>
                    <a:pt x="76" y="68"/>
                    <a:pt x="71" y="59"/>
                  </a:cubicBezTo>
                  <a:cubicBezTo>
                    <a:pt x="58" y="65"/>
                    <a:pt x="38" y="48"/>
                    <a:pt x="36" y="37"/>
                  </a:cubicBezTo>
                  <a:cubicBezTo>
                    <a:pt x="24" y="38"/>
                    <a:pt x="10" y="18"/>
                    <a:pt x="10" y="4"/>
                  </a:cubicBezTo>
                  <a:cubicBezTo>
                    <a:pt x="9" y="4"/>
                    <a:pt x="8" y="2"/>
                    <a:pt x="7" y="0"/>
                  </a:cubicBezTo>
                  <a:cubicBezTo>
                    <a:pt x="2" y="4"/>
                    <a:pt x="0" y="26"/>
                    <a:pt x="1" y="37"/>
                  </a:cubicBezTo>
                  <a:cubicBezTo>
                    <a:pt x="1" y="48"/>
                    <a:pt x="5" y="62"/>
                    <a:pt x="10" y="65"/>
                  </a:cubicBezTo>
                  <a:cubicBezTo>
                    <a:pt x="10" y="78"/>
                    <a:pt x="24" y="99"/>
                    <a:pt x="36" y="98"/>
                  </a:cubicBezTo>
                  <a:cubicBezTo>
                    <a:pt x="38" y="109"/>
                    <a:pt x="58" y="126"/>
                    <a:pt x="71" y="120"/>
                  </a:cubicBezTo>
                  <a:cubicBezTo>
                    <a:pt x="76" y="129"/>
                    <a:pt x="94" y="142"/>
                    <a:pt x="104" y="134"/>
                  </a:cubicBezTo>
                  <a:cubicBezTo>
                    <a:pt x="109" y="143"/>
                    <a:pt x="137" y="154"/>
                    <a:pt x="142" y="146"/>
                  </a:cubicBezTo>
                  <a:cubicBezTo>
                    <a:pt x="146" y="154"/>
                    <a:pt x="188" y="162"/>
                    <a:pt x="197" y="150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20">
              <a:extLst>
                <a:ext uri="{FF2B5EF4-FFF2-40B4-BE49-F238E27FC236}">
                  <a16:creationId xmlns:a16="http://schemas.microsoft.com/office/drawing/2014/main" id="{4933BF20-0ED4-4589-AE1E-48668D408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827"/>
              <a:ext cx="492" cy="429"/>
            </a:xfrm>
            <a:custGeom>
              <a:avLst/>
              <a:gdLst>
                <a:gd name="T0" fmla="*/ 47809 w 197"/>
                <a:gd name="T1" fmla="*/ 53329 h 161"/>
                <a:gd name="T2" fmla="*/ 34505 w 197"/>
                <a:gd name="T3" fmla="*/ 52271 h 161"/>
                <a:gd name="T4" fmla="*/ 25249 w 197"/>
                <a:gd name="T5" fmla="*/ 47542 h 161"/>
                <a:gd name="T6" fmla="*/ 17198 w 197"/>
                <a:gd name="T7" fmla="*/ 42607 h 161"/>
                <a:gd name="T8" fmla="*/ 8756 w 197"/>
                <a:gd name="T9" fmla="*/ 34642 h 161"/>
                <a:gd name="T10" fmla="*/ 2415 w 197"/>
                <a:gd name="T11" fmla="*/ 23233 h 161"/>
                <a:gd name="T12" fmla="*/ 187 w 197"/>
                <a:gd name="T13" fmla="*/ 13299 h 161"/>
                <a:gd name="T14" fmla="*/ 1633 w 197"/>
                <a:gd name="T15" fmla="*/ 0 h 161"/>
                <a:gd name="T16" fmla="*/ 2415 w 197"/>
                <a:gd name="T17" fmla="*/ 1455 h 161"/>
                <a:gd name="T18" fmla="*/ 8756 w 197"/>
                <a:gd name="T19" fmla="*/ 13299 h 161"/>
                <a:gd name="T20" fmla="*/ 17198 w 197"/>
                <a:gd name="T21" fmla="*/ 21074 h 161"/>
                <a:gd name="T22" fmla="*/ 25249 w 197"/>
                <a:gd name="T23" fmla="*/ 26220 h 161"/>
                <a:gd name="T24" fmla="*/ 34505 w 197"/>
                <a:gd name="T25" fmla="*/ 30344 h 161"/>
                <a:gd name="T26" fmla="*/ 47809 w 197"/>
                <a:gd name="T27" fmla="*/ 31858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1">
                  <a:moveTo>
                    <a:pt x="197" y="149"/>
                  </a:moveTo>
                  <a:cubicBezTo>
                    <a:pt x="188" y="161"/>
                    <a:pt x="146" y="153"/>
                    <a:pt x="142" y="146"/>
                  </a:cubicBezTo>
                  <a:cubicBezTo>
                    <a:pt x="137" y="154"/>
                    <a:pt x="109" y="143"/>
                    <a:pt x="104" y="133"/>
                  </a:cubicBezTo>
                  <a:cubicBezTo>
                    <a:pt x="94" y="141"/>
                    <a:pt x="76" y="129"/>
                    <a:pt x="71" y="119"/>
                  </a:cubicBezTo>
                  <a:cubicBezTo>
                    <a:pt x="58" y="125"/>
                    <a:pt x="38" y="109"/>
                    <a:pt x="36" y="97"/>
                  </a:cubicBezTo>
                  <a:cubicBezTo>
                    <a:pt x="24" y="99"/>
                    <a:pt x="10" y="78"/>
                    <a:pt x="10" y="65"/>
                  </a:cubicBezTo>
                  <a:cubicBezTo>
                    <a:pt x="5" y="62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17"/>
                    <a:pt x="24" y="38"/>
                    <a:pt x="36" y="37"/>
                  </a:cubicBezTo>
                  <a:cubicBezTo>
                    <a:pt x="38" y="48"/>
                    <a:pt x="58" y="65"/>
                    <a:pt x="71" y="59"/>
                  </a:cubicBezTo>
                  <a:cubicBezTo>
                    <a:pt x="76" y="68"/>
                    <a:pt x="94" y="81"/>
                    <a:pt x="104" y="73"/>
                  </a:cubicBezTo>
                  <a:cubicBezTo>
                    <a:pt x="109" y="82"/>
                    <a:pt x="137" y="93"/>
                    <a:pt x="142" y="85"/>
                  </a:cubicBezTo>
                  <a:cubicBezTo>
                    <a:pt x="146" y="93"/>
                    <a:pt x="188" y="101"/>
                    <a:pt x="197" y="89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21">
              <a:extLst>
                <a:ext uri="{FF2B5EF4-FFF2-40B4-BE49-F238E27FC236}">
                  <a16:creationId xmlns:a16="http://schemas.microsoft.com/office/drawing/2014/main" id="{8BD230AE-DE42-48D7-B074-98C15C55B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989"/>
              <a:ext cx="492" cy="430"/>
            </a:xfrm>
            <a:custGeom>
              <a:avLst/>
              <a:gdLst>
                <a:gd name="T0" fmla="*/ 47809 w 197"/>
                <a:gd name="T1" fmla="*/ 54084 h 161"/>
                <a:gd name="T2" fmla="*/ 34505 w 197"/>
                <a:gd name="T3" fmla="*/ 53021 h 161"/>
                <a:gd name="T4" fmla="*/ 25249 w 197"/>
                <a:gd name="T5" fmla="*/ 48235 h 161"/>
                <a:gd name="T6" fmla="*/ 17198 w 197"/>
                <a:gd name="T7" fmla="*/ 43206 h 161"/>
                <a:gd name="T8" fmla="*/ 8756 w 197"/>
                <a:gd name="T9" fmla="*/ 35209 h 161"/>
                <a:gd name="T10" fmla="*/ 2415 w 197"/>
                <a:gd name="T11" fmla="*/ 23263 h 161"/>
                <a:gd name="T12" fmla="*/ 187 w 197"/>
                <a:gd name="T13" fmla="*/ 13431 h 161"/>
                <a:gd name="T14" fmla="*/ 1633 w 197"/>
                <a:gd name="T15" fmla="*/ 0 h 161"/>
                <a:gd name="T16" fmla="*/ 2415 w 197"/>
                <a:gd name="T17" fmla="*/ 1469 h 161"/>
                <a:gd name="T18" fmla="*/ 8756 w 197"/>
                <a:gd name="T19" fmla="*/ 13034 h 161"/>
                <a:gd name="T20" fmla="*/ 17198 w 197"/>
                <a:gd name="T21" fmla="*/ 21073 h 161"/>
                <a:gd name="T22" fmla="*/ 25249 w 197"/>
                <a:gd name="T23" fmla="*/ 26099 h 161"/>
                <a:gd name="T24" fmla="*/ 34505 w 197"/>
                <a:gd name="T25" fmla="*/ 30845 h 161"/>
                <a:gd name="T26" fmla="*/ 47809 w 197"/>
                <a:gd name="T27" fmla="*/ 3195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1">
                  <a:moveTo>
                    <a:pt x="197" y="149"/>
                  </a:moveTo>
                  <a:cubicBezTo>
                    <a:pt x="188" y="161"/>
                    <a:pt x="146" y="153"/>
                    <a:pt x="142" y="146"/>
                  </a:cubicBezTo>
                  <a:cubicBezTo>
                    <a:pt x="137" y="154"/>
                    <a:pt x="109" y="142"/>
                    <a:pt x="104" y="133"/>
                  </a:cubicBezTo>
                  <a:cubicBezTo>
                    <a:pt x="94" y="141"/>
                    <a:pt x="76" y="128"/>
                    <a:pt x="71" y="119"/>
                  </a:cubicBezTo>
                  <a:cubicBezTo>
                    <a:pt x="58" y="125"/>
                    <a:pt x="38" y="108"/>
                    <a:pt x="36" y="97"/>
                  </a:cubicBezTo>
                  <a:cubicBezTo>
                    <a:pt x="24" y="98"/>
                    <a:pt x="10" y="78"/>
                    <a:pt x="10" y="64"/>
                  </a:cubicBezTo>
                  <a:cubicBezTo>
                    <a:pt x="5" y="61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17"/>
                    <a:pt x="24" y="38"/>
                    <a:pt x="36" y="36"/>
                  </a:cubicBezTo>
                  <a:cubicBezTo>
                    <a:pt x="38" y="48"/>
                    <a:pt x="58" y="64"/>
                    <a:pt x="71" y="58"/>
                  </a:cubicBezTo>
                  <a:cubicBezTo>
                    <a:pt x="76" y="68"/>
                    <a:pt x="94" y="80"/>
                    <a:pt x="104" y="72"/>
                  </a:cubicBezTo>
                  <a:cubicBezTo>
                    <a:pt x="109" y="82"/>
                    <a:pt x="137" y="93"/>
                    <a:pt x="142" y="85"/>
                  </a:cubicBezTo>
                  <a:cubicBezTo>
                    <a:pt x="146" y="92"/>
                    <a:pt x="188" y="100"/>
                    <a:pt x="197" y="88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22">
              <a:extLst>
                <a:ext uri="{FF2B5EF4-FFF2-40B4-BE49-F238E27FC236}">
                  <a16:creationId xmlns:a16="http://schemas.microsoft.com/office/drawing/2014/main" id="{64BF9CA6-6DD8-472A-B919-CEE29203C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149"/>
              <a:ext cx="492" cy="432"/>
            </a:xfrm>
            <a:custGeom>
              <a:avLst/>
              <a:gdLst>
                <a:gd name="T0" fmla="*/ 47809 w 197"/>
                <a:gd name="T1" fmla="*/ 53952 h 162"/>
                <a:gd name="T2" fmla="*/ 34505 w 197"/>
                <a:gd name="T3" fmla="*/ 52429 h 162"/>
                <a:gd name="T4" fmla="*/ 25249 w 197"/>
                <a:gd name="T5" fmla="*/ 48149 h 162"/>
                <a:gd name="T6" fmla="*/ 17198 w 197"/>
                <a:gd name="T7" fmla="*/ 43144 h 162"/>
                <a:gd name="T8" fmla="*/ 8756 w 197"/>
                <a:gd name="T9" fmla="*/ 35192 h 162"/>
                <a:gd name="T10" fmla="*/ 2415 w 197"/>
                <a:gd name="T11" fmla="*/ 23304 h 162"/>
                <a:gd name="T12" fmla="*/ 187 w 197"/>
                <a:gd name="T13" fmla="*/ 13347 h 162"/>
                <a:gd name="T14" fmla="*/ 1633 w 197"/>
                <a:gd name="T15" fmla="*/ 0 h 162"/>
                <a:gd name="T16" fmla="*/ 2415 w 197"/>
                <a:gd name="T17" fmla="*/ 1459 h 162"/>
                <a:gd name="T18" fmla="*/ 8756 w 197"/>
                <a:gd name="T19" fmla="*/ 13347 h 162"/>
                <a:gd name="T20" fmla="*/ 17198 w 197"/>
                <a:gd name="T21" fmla="*/ 21184 h 162"/>
                <a:gd name="T22" fmla="*/ 25249 w 197"/>
                <a:gd name="T23" fmla="*/ 26304 h 162"/>
                <a:gd name="T24" fmla="*/ 34505 w 197"/>
                <a:gd name="T25" fmla="*/ 30891 h 162"/>
                <a:gd name="T26" fmla="*/ 47809 w 197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2">
                  <a:moveTo>
                    <a:pt x="197" y="150"/>
                  </a:moveTo>
                  <a:cubicBezTo>
                    <a:pt x="188" y="162"/>
                    <a:pt x="146" y="154"/>
                    <a:pt x="142" y="146"/>
                  </a:cubicBezTo>
                  <a:cubicBezTo>
                    <a:pt x="137" y="154"/>
                    <a:pt x="109" y="143"/>
                    <a:pt x="104" y="134"/>
                  </a:cubicBezTo>
                  <a:cubicBezTo>
                    <a:pt x="94" y="142"/>
                    <a:pt x="76" y="129"/>
                    <a:pt x="71" y="120"/>
                  </a:cubicBezTo>
                  <a:cubicBezTo>
                    <a:pt x="58" y="126"/>
                    <a:pt x="38" y="109"/>
                    <a:pt x="36" y="98"/>
                  </a:cubicBezTo>
                  <a:cubicBezTo>
                    <a:pt x="24" y="99"/>
                    <a:pt x="10" y="78"/>
                    <a:pt x="10" y="65"/>
                  </a:cubicBezTo>
                  <a:cubicBezTo>
                    <a:pt x="5" y="62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4"/>
                    <a:pt x="10" y="4"/>
                  </a:cubicBezTo>
                  <a:cubicBezTo>
                    <a:pt x="10" y="18"/>
                    <a:pt x="24" y="38"/>
                    <a:pt x="36" y="37"/>
                  </a:cubicBezTo>
                  <a:cubicBezTo>
                    <a:pt x="38" y="48"/>
                    <a:pt x="58" y="65"/>
                    <a:pt x="71" y="59"/>
                  </a:cubicBezTo>
                  <a:cubicBezTo>
                    <a:pt x="76" y="68"/>
                    <a:pt x="94" y="81"/>
                    <a:pt x="104" y="73"/>
                  </a:cubicBezTo>
                  <a:cubicBezTo>
                    <a:pt x="109" y="82"/>
                    <a:pt x="137" y="94"/>
                    <a:pt x="142" y="86"/>
                  </a:cubicBezTo>
                  <a:cubicBezTo>
                    <a:pt x="146" y="93"/>
                    <a:pt x="188" y="101"/>
                    <a:pt x="197" y="89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23">
              <a:extLst>
                <a:ext uri="{FF2B5EF4-FFF2-40B4-BE49-F238E27FC236}">
                  <a16:creationId xmlns:a16="http://schemas.microsoft.com/office/drawing/2014/main" id="{D0A90B82-AC05-4E50-81F1-BC7CB9F0B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312"/>
              <a:ext cx="492" cy="429"/>
            </a:xfrm>
            <a:custGeom>
              <a:avLst/>
              <a:gdLst>
                <a:gd name="T0" fmla="*/ 47809 w 197"/>
                <a:gd name="T1" fmla="*/ 53329 h 161"/>
                <a:gd name="T2" fmla="*/ 34505 w 197"/>
                <a:gd name="T3" fmla="*/ 52271 h 161"/>
                <a:gd name="T4" fmla="*/ 25249 w 197"/>
                <a:gd name="T5" fmla="*/ 47542 h 161"/>
                <a:gd name="T6" fmla="*/ 17198 w 197"/>
                <a:gd name="T7" fmla="*/ 42607 h 161"/>
                <a:gd name="T8" fmla="*/ 8756 w 197"/>
                <a:gd name="T9" fmla="*/ 34642 h 161"/>
                <a:gd name="T10" fmla="*/ 2415 w 197"/>
                <a:gd name="T11" fmla="*/ 23233 h 161"/>
                <a:gd name="T12" fmla="*/ 187 w 197"/>
                <a:gd name="T13" fmla="*/ 13299 h 161"/>
                <a:gd name="T14" fmla="*/ 1633 w 197"/>
                <a:gd name="T15" fmla="*/ 0 h 161"/>
                <a:gd name="T16" fmla="*/ 2415 w 197"/>
                <a:gd name="T17" fmla="*/ 1455 h 161"/>
                <a:gd name="T18" fmla="*/ 8756 w 197"/>
                <a:gd name="T19" fmla="*/ 13299 h 161"/>
                <a:gd name="T20" fmla="*/ 17198 w 197"/>
                <a:gd name="T21" fmla="*/ 21074 h 161"/>
                <a:gd name="T22" fmla="*/ 25249 w 197"/>
                <a:gd name="T23" fmla="*/ 26220 h 161"/>
                <a:gd name="T24" fmla="*/ 34505 w 197"/>
                <a:gd name="T25" fmla="*/ 30344 h 161"/>
                <a:gd name="T26" fmla="*/ 47809 w 197"/>
                <a:gd name="T27" fmla="*/ 31858 h 161"/>
                <a:gd name="T28" fmla="*/ 47809 w 197"/>
                <a:gd name="T29" fmla="*/ 31858 h 1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61">
                  <a:moveTo>
                    <a:pt x="197" y="149"/>
                  </a:moveTo>
                  <a:cubicBezTo>
                    <a:pt x="188" y="161"/>
                    <a:pt x="146" y="153"/>
                    <a:pt x="142" y="146"/>
                  </a:cubicBezTo>
                  <a:cubicBezTo>
                    <a:pt x="137" y="154"/>
                    <a:pt x="109" y="143"/>
                    <a:pt x="104" y="133"/>
                  </a:cubicBezTo>
                  <a:cubicBezTo>
                    <a:pt x="94" y="141"/>
                    <a:pt x="76" y="129"/>
                    <a:pt x="71" y="119"/>
                  </a:cubicBezTo>
                  <a:cubicBezTo>
                    <a:pt x="58" y="125"/>
                    <a:pt x="38" y="109"/>
                    <a:pt x="36" y="97"/>
                  </a:cubicBezTo>
                  <a:cubicBezTo>
                    <a:pt x="24" y="99"/>
                    <a:pt x="10" y="78"/>
                    <a:pt x="10" y="65"/>
                  </a:cubicBezTo>
                  <a:cubicBezTo>
                    <a:pt x="5" y="62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17"/>
                    <a:pt x="24" y="38"/>
                    <a:pt x="36" y="37"/>
                  </a:cubicBezTo>
                  <a:cubicBezTo>
                    <a:pt x="38" y="48"/>
                    <a:pt x="58" y="65"/>
                    <a:pt x="71" y="59"/>
                  </a:cubicBezTo>
                  <a:cubicBezTo>
                    <a:pt x="76" y="68"/>
                    <a:pt x="94" y="81"/>
                    <a:pt x="104" y="73"/>
                  </a:cubicBezTo>
                  <a:cubicBezTo>
                    <a:pt x="109" y="82"/>
                    <a:pt x="137" y="93"/>
                    <a:pt x="142" y="85"/>
                  </a:cubicBezTo>
                  <a:cubicBezTo>
                    <a:pt x="146" y="93"/>
                    <a:pt x="188" y="101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24">
              <a:extLst>
                <a:ext uri="{FF2B5EF4-FFF2-40B4-BE49-F238E27FC236}">
                  <a16:creationId xmlns:a16="http://schemas.microsoft.com/office/drawing/2014/main" id="{ED13F7A5-BCE8-4FCD-B640-6996AB267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475"/>
              <a:ext cx="492" cy="429"/>
            </a:xfrm>
            <a:custGeom>
              <a:avLst/>
              <a:gdLst>
                <a:gd name="T0" fmla="*/ 47809 w 197"/>
                <a:gd name="T1" fmla="*/ 53329 h 161"/>
                <a:gd name="T2" fmla="*/ 34505 w 197"/>
                <a:gd name="T3" fmla="*/ 52271 h 161"/>
                <a:gd name="T4" fmla="*/ 25249 w 197"/>
                <a:gd name="T5" fmla="*/ 47542 h 161"/>
                <a:gd name="T6" fmla="*/ 17198 w 197"/>
                <a:gd name="T7" fmla="*/ 42607 h 161"/>
                <a:gd name="T8" fmla="*/ 8756 w 197"/>
                <a:gd name="T9" fmla="*/ 34642 h 161"/>
                <a:gd name="T10" fmla="*/ 2415 w 197"/>
                <a:gd name="T11" fmla="*/ 22982 h 161"/>
                <a:gd name="T12" fmla="*/ 187 w 197"/>
                <a:gd name="T13" fmla="*/ 13299 h 161"/>
                <a:gd name="T14" fmla="*/ 1633 w 197"/>
                <a:gd name="T15" fmla="*/ 0 h 161"/>
                <a:gd name="T16" fmla="*/ 2415 w 197"/>
                <a:gd name="T17" fmla="*/ 1455 h 161"/>
                <a:gd name="T18" fmla="*/ 8756 w 197"/>
                <a:gd name="T19" fmla="*/ 12902 h 161"/>
                <a:gd name="T20" fmla="*/ 17198 w 197"/>
                <a:gd name="T21" fmla="*/ 20810 h 161"/>
                <a:gd name="T22" fmla="*/ 25249 w 197"/>
                <a:gd name="T23" fmla="*/ 25809 h 161"/>
                <a:gd name="T24" fmla="*/ 34505 w 197"/>
                <a:gd name="T25" fmla="*/ 30344 h 161"/>
                <a:gd name="T26" fmla="*/ 47809 w 197"/>
                <a:gd name="T27" fmla="*/ 3146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1">
                  <a:moveTo>
                    <a:pt x="197" y="149"/>
                  </a:moveTo>
                  <a:cubicBezTo>
                    <a:pt x="188" y="161"/>
                    <a:pt x="146" y="153"/>
                    <a:pt x="142" y="146"/>
                  </a:cubicBezTo>
                  <a:cubicBezTo>
                    <a:pt x="137" y="154"/>
                    <a:pt x="109" y="142"/>
                    <a:pt x="104" y="133"/>
                  </a:cubicBezTo>
                  <a:cubicBezTo>
                    <a:pt x="94" y="141"/>
                    <a:pt x="76" y="128"/>
                    <a:pt x="71" y="119"/>
                  </a:cubicBezTo>
                  <a:cubicBezTo>
                    <a:pt x="58" y="125"/>
                    <a:pt x="38" y="108"/>
                    <a:pt x="36" y="97"/>
                  </a:cubicBezTo>
                  <a:cubicBezTo>
                    <a:pt x="24" y="98"/>
                    <a:pt x="10" y="78"/>
                    <a:pt x="10" y="64"/>
                  </a:cubicBezTo>
                  <a:cubicBezTo>
                    <a:pt x="5" y="61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17"/>
                    <a:pt x="24" y="38"/>
                    <a:pt x="36" y="36"/>
                  </a:cubicBezTo>
                  <a:cubicBezTo>
                    <a:pt x="38" y="48"/>
                    <a:pt x="58" y="64"/>
                    <a:pt x="71" y="58"/>
                  </a:cubicBezTo>
                  <a:cubicBezTo>
                    <a:pt x="76" y="68"/>
                    <a:pt x="94" y="80"/>
                    <a:pt x="104" y="72"/>
                  </a:cubicBezTo>
                  <a:cubicBezTo>
                    <a:pt x="109" y="82"/>
                    <a:pt x="137" y="93"/>
                    <a:pt x="142" y="85"/>
                  </a:cubicBezTo>
                  <a:cubicBezTo>
                    <a:pt x="146" y="92"/>
                    <a:pt x="188" y="100"/>
                    <a:pt x="197" y="88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25">
              <a:extLst>
                <a:ext uri="{FF2B5EF4-FFF2-40B4-BE49-F238E27FC236}">
                  <a16:creationId xmlns:a16="http://schemas.microsoft.com/office/drawing/2014/main" id="{67110AFA-C98B-46A4-AA55-17CBD1D9D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635"/>
              <a:ext cx="492" cy="432"/>
            </a:xfrm>
            <a:custGeom>
              <a:avLst/>
              <a:gdLst>
                <a:gd name="T0" fmla="*/ 47809 w 197"/>
                <a:gd name="T1" fmla="*/ 53952 h 162"/>
                <a:gd name="T2" fmla="*/ 34505 w 197"/>
                <a:gd name="T3" fmla="*/ 52429 h 162"/>
                <a:gd name="T4" fmla="*/ 25249 w 197"/>
                <a:gd name="T5" fmla="*/ 48149 h 162"/>
                <a:gd name="T6" fmla="*/ 17198 w 197"/>
                <a:gd name="T7" fmla="*/ 43144 h 162"/>
                <a:gd name="T8" fmla="*/ 8756 w 197"/>
                <a:gd name="T9" fmla="*/ 35192 h 162"/>
                <a:gd name="T10" fmla="*/ 2415 w 197"/>
                <a:gd name="T11" fmla="*/ 23304 h 162"/>
                <a:gd name="T12" fmla="*/ 187 w 197"/>
                <a:gd name="T13" fmla="*/ 13347 h 162"/>
                <a:gd name="T14" fmla="*/ 1633 w 197"/>
                <a:gd name="T15" fmla="*/ 0 h 162"/>
                <a:gd name="T16" fmla="*/ 2415 w 197"/>
                <a:gd name="T17" fmla="*/ 1459 h 162"/>
                <a:gd name="T18" fmla="*/ 8756 w 197"/>
                <a:gd name="T19" fmla="*/ 13347 h 162"/>
                <a:gd name="T20" fmla="*/ 17198 w 197"/>
                <a:gd name="T21" fmla="*/ 21184 h 162"/>
                <a:gd name="T22" fmla="*/ 25249 w 197"/>
                <a:gd name="T23" fmla="*/ 26304 h 162"/>
                <a:gd name="T24" fmla="*/ 34505 w 197"/>
                <a:gd name="T25" fmla="*/ 30891 h 162"/>
                <a:gd name="T26" fmla="*/ 47809 w 197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2">
                  <a:moveTo>
                    <a:pt x="197" y="150"/>
                  </a:moveTo>
                  <a:cubicBezTo>
                    <a:pt x="188" y="162"/>
                    <a:pt x="146" y="154"/>
                    <a:pt x="142" y="146"/>
                  </a:cubicBezTo>
                  <a:cubicBezTo>
                    <a:pt x="137" y="154"/>
                    <a:pt x="109" y="143"/>
                    <a:pt x="104" y="134"/>
                  </a:cubicBezTo>
                  <a:cubicBezTo>
                    <a:pt x="94" y="142"/>
                    <a:pt x="76" y="129"/>
                    <a:pt x="71" y="120"/>
                  </a:cubicBezTo>
                  <a:cubicBezTo>
                    <a:pt x="58" y="126"/>
                    <a:pt x="38" y="109"/>
                    <a:pt x="36" y="98"/>
                  </a:cubicBezTo>
                  <a:cubicBezTo>
                    <a:pt x="24" y="99"/>
                    <a:pt x="10" y="78"/>
                    <a:pt x="10" y="65"/>
                  </a:cubicBezTo>
                  <a:cubicBezTo>
                    <a:pt x="5" y="62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4"/>
                    <a:pt x="10" y="4"/>
                  </a:cubicBezTo>
                  <a:cubicBezTo>
                    <a:pt x="10" y="18"/>
                    <a:pt x="24" y="38"/>
                    <a:pt x="36" y="37"/>
                  </a:cubicBezTo>
                  <a:cubicBezTo>
                    <a:pt x="38" y="48"/>
                    <a:pt x="58" y="65"/>
                    <a:pt x="71" y="59"/>
                  </a:cubicBezTo>
                  <a:cubicBezTo>
                    <a:pt x="76" y="68"/>
                    <a:pt x="94" y="81"/>
                    <a:pt x="104" y="73"/>
                  </a:cubicBezTo>
                  <a:cubicBezTo>
                    <a:pt x="109" y="82"/>
                    <a:pt x="137" y="94"/>
                    <a:pt x="142" y="86"/>
                  </a:cubicBezTo>
                  <a:cubicBezTo>
                    <a:pt x="146" y="93"/>
                    <a:pt x="188" y="101"/>
                    <a:pt x="197" y="89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26">
              <a:extLst>
                <a:ext uri="{FF2B5EF4-FFF2-40B4-BE49-F238E27FC236}">
                  <a16:creationId xmlns:a16="http://schemas.microsoft.com/office/drawing/2014/main" id="{4D77EE62-93DC-4AEC-AFD0-4BE0621D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797"/>
              <a:ext cx="492" cy="432"/>
            </a:xfrm>
            <a:custGeom>
              <a:avLst/>
              <a:gdLst>
                <a:gd name="T0" fmla="*/ 47809 w 197"/>
                <a:gd name="T1" fmla="*/ 53555 h 162"/>
                <a:gd name="T2" fmla="*/ 34505 w 197"/>
                <a:gd name="T3" fmla="*/ 52429 h 162"/>
                <a:gd name="T4" fmla="*/ 25249 w 197"/>
                <a:gd name="T5" fmla="*/ 47880 h 162"/>
                <a:gd name="T6" fmla="*/ 17198 w 197"/>
                <a:gd name="T7" fmla="*/ 42723 h 162"/>
                <a:gd name="T8" fmla="*/ 8756 w 197"/>
                <a:gd name="T9" fmla="*/ 34952 h 162"/>
                <a:gd name="T10" fmla="*/ 2415 w 197"/>
                <a:gd name="T11" fmla="*/ 23304 h 162"/>
                <a:gd name="T12" fmla="*/ 187 w 197"/>
                <a:gd name="T13" fmla="*/ 13347 h 162"/>
                <a:gd name="T14" fmla="*/ 1633 w 197"/>
                <a:gd name="T15" fmla="*/ 0 h 162"/>
                <a:gd name="T16" fmla="*/ 2415 w 197"/>
                <a:gd name="T17" fmla="*/ 1459 h 162"/>
                <a:gd name="T18" fmla="*/ 8756 w 197"/>
                <a:gd name="T19" fmla="*/ 13347 h 162"/>
                <a:gd name="T20" fmla="*/ 17198 w 197"/>
                <a:gd name="T21" fmla="*/ 21184 h 162"/>
                <a:gd name="T22" fmla="*/ 25249 w 197"/>
                <a:gd name="T23" fmla="*/ 26304 h 162"/>
                <a:gd name="T24" fmla="*/ 34505 w 197"/>
                <a:gd name="T25" fmla="*/ 30584 h 162"/>
                <a:gd name="T26" fmla="*/ 47809 w 197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2">
                  <a:moveTo>
                    <a:pt x="197" y="149"/>
                  </a:moveTo>
                  <a:cubicBezTo>
                    <a:pt x="188" y="162"/>
                    <a:pt x="146" y="153"/>
                    <a:pt x="142" y="146"/>
                  </a:cubicBezTo>
                  <a:cubicBezTo>
                    <a:pt x="137" y="154"/>
                    <a:pt x="109" y="143"/>
                    <a:pt x="104" y="133"/>
                  </a:cubicBezTo>
                  <a:cubicBezTo>
                    <a:pt x="94" y="141"/>
                    <a:pt x="76" y="129"/>
                    <a:pt x="71" y="119"/>
                  </a:cubicBezTo>
                  <a:cubicBezTo>
                    <a:pt x="58" y="125"/>
                    <a:pt x="38" y="109"/>
                    <a:pt x="36" y="97"/>
                  </a:cubicBezTo>
                  <a:cubicBezTo>
                    <a:pt x="24" y="99"/>
                    <a:pt x="10" y="78"/>
                    <a:pt x="10" y="65"/>
                  </a:cubicBezTo>
                  <a:cubicBezTo>
                    <a:pt x="5" y="62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17"/>
                    <a:pt x="24" y="38"/>
                    <a:pt x="36" y="37"/>
                  </a:cubicBezTo>
                  <a:cubicBezTo>
                    <a:pt x="38" y="48"/>
                    <a:pt x="58" y="65"/>
                    <a:pt x="71" y="59"/>
                  </a:cubicBezTo>
                  <a:cubicBezTo>
                    <a:pt x="76" y="68"/>
                    <a:pt x="94" y="81"/>
                    <a:pt x="104" y="73"/>
                  </a:cubicBezTo>
                  <a:cubicBezTo>
                    <a:pt x="109" y="82"/>
                    <a:pt x="137" y="93"/>
                    <a:pt x="142" y="85"/>
                  </a:cubicBezTo>
                  <a:cubicBezTo>
                    <a:pt x="146" y="93"/>
                    <a:pt x="188" y="101"/>
                    <a:pt x="197" y="89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27">
              <a:extLst>
                <a:ext uri="{FF2B5EF4-FFF2-40B4-BE49-F238E27FC236}">
                  <a16:creationId xmlns:a16="http://schemas.microsoft.com/office/drawing/2014/main" id="{F08A294E-606C-490B-8B5D-A03B8D32E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960"/>
              <a:ext cx="492" cy="429"/>
            </a:xfrm>
            <a:custGeom>
              <a:avLst/>
              <a:gdLst>
                <a:gd name="T0" fmla="*/ 47809 w 197"/>
                <a:gd name="T1" fmla="*/ 53329 h 161"/>
                <a:gd name="T2" fmla="*/ 34505 w 197"/>
                <a:gd name="T3" fmla="*/ 52271 h 161"/>
                <a:gd name="T4" fmla="*/ 25249 w 197"/>
                <a:gd name="T5" fmla="*/ 47542 h 161"/>
                <a:gd name="T6" fmla="*/ 17198 w 197"/>
                <a:gd name="T7" fmla="*/ 42607 h 161"/>
                <a:gd name="T8" fmla="*/ 8756 w 197"/>
                <a:gd name="T9" fmla="*/ 34642 h 161"/>
                <a:gd name="T10" fmla="*/ 2415 w 197"/>
                <a:gd name="T11" fmla="*/ 23233 h 161"/>
                <a:gd name="T12" fmla="*/ 187 w 197"/>
                <a:gd name="T13" fmla="*/ 13299 h 161"/>
                <a:gd name="T14" fmla="*/ 1633 w 197"/>
                <a:gd name="T15" fmla="*/ 0 h 161"/>
                <a:gd name="T16" fmla="*/ 2415 w 197"/>
                <a:gd name="T17" fmla="*/ 1455 h 161"/>
                <a:gd name="T18" fmla="*/ 8756 w 197"/>
                <a:gd name="T19" fmla="*/ 13299 h 161"/>
                <a:gd name="T20" fmla="*/ 17198 w 197"/>
                <a:gd name="T21" fmla="*/ 21074 h 161"/>
                <a:gd name="T22" fmla="*/ 25249 w 197"/>
                <a:gd name="T23" fmla="*/ 26220 h 161"/>
                <a:gd name="T24" fmla="*/ 34505 w 197"/>
                <a:gd name="T25" fmla="*/ 30344 h 161"/>
                <a:gd name="T26" fmla="*/ 47809 w 197"/>
                <a:gd name="T27" fmla="*/ 3146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1">
                  <a:moveTo>
                    <a:pt x="197" y="149"/>
                  </a:moveTo>
                  <a:cubicBezTo>
                    <a:pt x="188" y="161"/>
                    <a:pt x="146" y="153"/>
                    <a:pt x="142" y="146"/>
                  </a:cubicBezTo>
                  <a:cubicBezTo>
                    <a:pt x="137" y="154"/>
                    <a:pt x="109" y="143"/>
                    <a:pt x="104" y="133"/>
                  </a:cubicBezTo>
                  <a:cubicBezTo>
                    <a:pt x="94" y="141"/>
                    <a:pt x="76" y="129"/>
                    <a:pt x="71" y="119"/>
                  </a:cubicBezTo>
                  <a:cubicBezTo>
                    <a:pt x="58" y="125"/>
                    <a:pt x="38" y="109"/>
                    <a:pt x="36" y="97"/>
                  </a:cubicBezTo>
                  <a:cubicBezTo>
                    <a:pt x="24" y="99"/>
                    <a:pt x="10" y="78"/>
                    <a:pt x="10" y="65"/>
                  </a:cubicBezTo>
                  <a:cubicBezTo>
                    <a:pt x="5" y="61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17"/>
                    <a:pt x="24" y="38"/>
                    <a:pt x="36" y="37"/>
                  </a:cubicBezTo>
                  <a:cubicBezTo>
                    <a:pt x="38" y="48"/>
                    <a:pt x="58" y="65"/>
                    <a:pt x="71" y="59"/>
                  </a:cubicBezTo>
                  <a:cubicBezTo>
                    <a:pt x="76" y="68"/>
                    <a:pt x="94" y="81"/>
                    <a:pt x="104" y="73"/>
                  </a:cubicBezTo>
                  <a:cubicBezTo>
                    <a:pt x="109" y="82"/>
                    <a:pt x="137" y="93"/>
                    <a:pt x="142" y="85"/>
                  </a:cubicBezTo>
                  <a:cubicBezTo>
                    <a:pt x="146" y="93"/>
                    <a:pt x="188" y="101"/>
                    <a:pt x="197" y="88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28">
              <a:extLst>
                <a:ext uri="{FF2B5EF4-FFF2-40B4-BE49-F238E27FC236}">
                  <a16:creationId xmlns:a16="http://schemas.microsoft.com/office/drawing/2014/main" id="{7FA29FF8-9609-435B-9BCE-6254844BA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3123"/>
              <a:ext cx="492" cy="429"/>
            </a:xfrm>
            <a:custGeom>
              <a:avLst/>
              <a:gdLst>
                <a:gd name="T0" fmla="*/ 47809 w 197"/>
                <a:gd name="T1" fmla="*/ 53329 h 161"/>
                <a:gd name="T2" fmla="*/ 34505 w 197"/>
                <a:gd name="T3" fmla="*/ 52271 h 161"/>
                <a:gd name="T4" fmla="*/ 25249 w 197"/>
                <a:gd name="T5" fmla="*/ 47542 h 161"/>
                <a:gd name="T6" fmla="*/ 17198 w 197"/>
                <a:gd name="T7" fmla="*/ 42607 h 161"/>
                <a:gd name="T8" fmla="*/ 8756 w 197"/>
                <a:gd name="T9" fmla="*/ 34642 h 161"/>
                <a:gd name="T10" fmla="*/ 2415 w 197"/>
                <a:gd name="T11" fmla="*/ 22982 h 161"/>
                <a:gd name="T12" fmla="*/ 187 w 197"/>
                <a:gd name="T13" fmla="*/ 13299 h 161"/>
                <a:gd name="T14" fmla="*/ 1633 w 197"/>
                <a:gd name="T15" fmla="*/ 0 h 161"/>
                <a:gd name="T16" fmla="*/ 2415 w 197"/>
                <a:gd name="T17" fmla="*/ 1455 h 161"/>
                <a:gd name="T18" fmla="*/ 8756 w 197"/>
                <a:gd name="T19" fmla="*/ 12902 h 161"/>
                <a:gd name="T20" fmla="*/ 17198 w 197"/>
                <a:gd name="T21" fmla="*/ 20810 h 161"/>
                <a:gd name="T22" fmla="*/ 25249 w 197"/>
                <a:gd name="T23" fmla="*/ 25809 h 161"/>
                <a:gd name="T24" fmla="*/ 34505 w 197"/>
                <a:gd name="T25" fmla="*/ 30344 h 161"/>
                <a:gd name="T26" fmla="*/ 47809 w 197"/>
                <a:gd name="T27" fmla="*/ 3146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1">
                  <a:moveTo>
                    <a:pt x="197" y="149"/>
                  </a:moveTo>
                  <a:cubicBezTo>
                    <a:pt x="188" y="161"/>
                    <a:pt x="146" y="153"/>
                    <a:pt x="142" y="146"/>
                  </a:cubicBezTo>
                  <a:cubicBezTo>
                    <a:pt x="137" y="154"/>
                    <a:pt x="109" y="142"/>
                    <a:pt x="104" y="133"/>
                  </a:cubicBezTo>
                  <a:cubicBezTo>
                    <a:pt x="94" y="141"/>
                    <a:pt x="76" y="128"/>
                    <a:pt x="71" y="119"/>
                  </a:cubicBezTo>
                  <a:cubicBezTo>
                    <a:pt x="58" y="125"/>
                    <a:pt x="38" y="108"/>
                    <a:pt x="36" y="97"/>
                  </a:cubicBezTo>
                  <a:cubicBezTo>
                    <a:pt x="24" y="98"/>
                    <a:pt x="10" y="78"/>
                    <a:pt x="10" y="64"/>
                  </a:cubicBezTo>
                  <a:cubicBezTo>
                    <a:pt x="5" y="61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1"/>
                    <a:pt x="9" y="3"/>
                    <a:pt x="10" y="4"/>
                  </a:cubicBezTo>
                  <a:cubicBezTo>
                    <a:pt x="10" y="17"/>
                    <a:pt x="24" y="38"/>
                    <a:pt x="36" y="36"/>
                  </a:cubicBezTo>
                  <a:cubicBezTo>
                    <a:pt x="38" y="48"/>
                    <a:pt x="58" y="64"/>
                    <a:pt x="71" y="58"/>
                  </a:cubicBezTo>
                  <a:cubicBezTo>
                    <a:pt x="76" y="68"/>
                    <a:pt x="94" y="80"/>
                    <a:pt x="104" y="72"/>
                  </a:cubicBezTo>
                  <a:cubicBezTo>
                    <a:pt x="109" y="82"/>
                    <a:pt x="137" y="93"/>
                    <a:pt x="142" y="85"/>
                  </a:cubicBezTo>
                  <a:cubicBezTo>
                    <a:pt x="146" y="92"/>
                    <a:pt x="188" y="100"/>
                    <a:pt x="197" y="88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29">
              <a:extLst>
                <a:ext uri="{FF2B5EF4-FFF2-40B4-BE49-F238E27FC236}">
                  <a16:creationId xmlns:a16="http://schemas.microsoft.com/office/drawing/2014/main" id="{911EBE8A-ECA1-45A2-A6EC-71E52F8D2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3283"/>
              <a:ext cx="492" cy="432"/>
            </a:xfrm>
            <a:custGeom>
              <a:avLst/>
              <a:gdLst>
                <a:gd name="T0" fmla="*/ 47809 w 197"/>
                <a:gd name="T1" fmla="*/ 53952 h 162"/>
                <a:gd name="T2" fmla="*/ 34505 w 197"/>
                <a:gd name="T3" fmla="*/ 52429 h 162"/>
                <a:gd name="T4" fmla="*/ 25249 w 197"/>
                <a:gd name="T5" fmla="*/ 48149 h 162"/>
                <a:gd name="T6" fmla="*/ 17198 w 197"/>
                <a:gd name="T7" fmla="*/ 43144 h 162"/>
                <a:gd name="T8" fmla="*/ 8756 w 197"/>
                <a:gd name="T9" fmla="*/ 35192 h 162"/>
                <a:gd name="T10" fmla="*/ 2415 w 197"/>
                <a:gd name="T11" fmla="*/ 23304 h 162"/>
                <a:gd name="T12" fmla="*/ 187 w 197"/>
                <a:gd name="T13" fmla="*/ 13347 h 162"/>
                <a:gd name="T14" fmla="*/ 1633 w 197"/>
                <a:gd name="T15" fmla="*/ 0 h 162"/>
                <a:gd name="T16" fmla="*/ 2415 w 197"/>
                <a:gd name="T17" fmla="*/ 1459 h 162"/>
                <a:gd name="T18" fmla="*/ 8756 w 197"/>
                <a:gd name="T19" fmla="*/ 13347 h 162"/>
                <a:gd name="T20" fmla="*/ 17198 w 197"/>
                <a:gd name="T21" fmla="*/ 21184 h 162"/>
                <a:gd name="T22" fmla="*/ 25249 w 197"/>
                <a:gd name="T23" fmla="*/ 26304 h 162"/>
                <a:gd name="T24" fmla="*/ 34505 w 197"/>
                <a:gd name="T25" fmla="*/ 30891 h 162"/>
                <a:gd name="T26" fmla="*/ 47809 w 197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2">
                  <a:moveTo>
                    <a:pt x="197" y="150"/>
                  </a:moveTo>
                  <a:cubicBezTo>
                    <a:pt x="188" y="162"/>
                    <a:pt x="146" y="154"/>
                    <a:pt x="142" y="146"/>
                  </a:cubicBezTo>
                  <a:cubicBezTo>
                    <a:pt x="137" y="154"/>
                    <a:pt x="109" y="143"/>
                    <a:pt x="104" y="134"/>
                  </a:cubicBezTo>
                  <a:cubicBezTo>
                    <a:pt x="94" y="142"/>
                    <a:pt x="76" y="129"/>
                    <a:pt x="71" y="120"/>
                  </a:cubicBezTo>
                  <a:cubicBezTo>
                    <a:pt x="58" y="126"/>
                    <a:pt x="38" y="109"/>
                    <a:pt x="36" y="98"/>
                  </a:cubicBezTo>
                  <a:cubicBezTo>
                    <a:pt x="24" y="99"/>
                    <a:pt x="10" y="78"/>
                    <a:pt x="10" y="65"/>
                  </a:cubicBezTo>
                  <a:cubicBezTo>
                    <a:pt x="5" y="62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18"/>
                    <a:pt x="24" y="38"/>
                    <a:pt x="36" y="37"/>
                  </a:cubicBezTo>
                  <a:cubicBezTo>
                    <a:pt x="38" y="48"/>
                    <a:pt x="58" y="65"/>
                    <a:pt x="71" y="59"/>
                  </a:cubicBezTo>
                  <a:cubicBezTo>
                    <a:pt x="76" y="68"/>
                    <a:pt x="94" y="81"/>
                    <a:pt x="104" y="73"/>
                  </a:cubicBezTo>
                  <a:cubicBezTo>
                    <a:pt x="109" y="82"/>
                    <a:pt x="137" y="94"/>
                    <a:pt x="142" y="86"/>
                  </a:cubicBezTo>
                  <a:cubicBezTo>
                    <a:pt x="146" y="93"/>
                    <a:pt x="188" y="101"/>
                    <a:pt x="197" y="89"/>
                  </a:cubicBezTo>
                </a:path>
              </a:pathLst>
            </a:custGeom>
            <a:solidFill>
              <a:srgbClr val="E48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30">
              <a:extLst>
                <a:ext uri="{FF2B5EF4-FFF2-40B4-BE49-F238E27FC236}">
                  <a16:creationId xmlns:a16="http://schemas.microsoft.com/office/drawing/2014/main" id="{CBBB89AC-B7EB-49F1-89C8-34F810FC2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664"/>
              <a:ext cx="62" cy="133"/>
            </a:xfrm>
            <a:custGeom>
              <a:avLst/>
              <a:gdLst>
                <a:gd name="T0" fmla="*/ 5826 w 25"/>
                <a:gd name="T1" fmla="*/ 396 h 50"/>
                <a:gd name="T2" fmla="*/ 2535 w 25"/>
                <a:gd name="T3" fmla="*/ 657 h 50"/>
                <a:gd name="T4" fmla="*/ 0 w 25"/>
                <a:gd name="T5" fmla="*/ 396 h 50"/>
                <a:gd name="T6" fmla="*/ 2988 w 25"/>
                <a:gd name="T7" fmla="*/ 17732 h 50"/>
                <a:gd name="T8" fmla="*/ 5826 w 25"/>
                <a:gd name="T9" fmla="*/ 39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0">
                  <a:moveTo>
                    <a:pt x="25" y="1"/>
                  </a:moveTo>
                  <a:cubicBezTo>
                    <a:pt x="21" y="1"/>
                    <a:pt x="16" y="2"/>
                    <a:pt x="11" y="2"/>
                  </a:cubicBezTo>
                  <a:cubicBezTo>
                    <a:pt x="7" y="1"/>
                    <a:pt x="4" y="0"/>
                    <a:pt x="0" y="1"/>
                  </a:cubicBezTo>
                  <a:cubicBezTo>
                    <a:pt x="8" y="6"/>
                    <a:pt x="11" y="19"/>
                    <a:pt x="13" y="50"/>
                  </a:cubicBezTo>
                  <a:cubicBezTo>
                    <a:pt x="14" y="20"/>
                    <a:pt x="17" y="6"/>
                    <a:pt x="25" y="1"/>
                  </a:cubicBezTo>
                  <a:close/>
                </a:path>
              </a:pathLst>
            </a:custGeom>
            <a:solidFill>
              <a:srgbClr val="8D0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31">
              <a:extLst>
                <a:ext uri="{FF2B5EF4-FFF2-40B4-BE49-F238E27FC236}">
                  <a16:creationId xmlns:a16="http://schemas.microsoft.com/office/drawing/2014/main" id="{0BB8C90D-C020-4FF2-B045-2A97F5281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672"/>
              <a:ext cx="55" cy="229"/>
            </a:xfrm>
            <a:custGeom>
              <a:avLst/>
              <a:gdLst>
                <a:gd name="T0" fmla="*/ 5395 w 22"/>
                <a:gd name="T1" fmla="*/ 0 h 86"/>
                <a:gd name="T2" fmla="*/ 988 w 22"/>
                <a:gd name="T3" fmla="*/ 12877 h 86"/>
                <a:gd name="T4" fmla="*/ 313 w 22"/>
                <a:gd name="T5" fmla="*/ 24639 h 86"/>
                <a:gd name="T6" fmla="*/ 1958 w 22"/>
                <a:gd name="T7" fmla="*/ 30659 h 86"/>
                <a:gd name="T8" fmla="*/ 2270 w 22"/>
                <a:gd name="T9" fmla="*/ 17385 h 86"/>
                <a:gd name="T10" fmla="*/ 5395 w 22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86">
                  <a:moveTo>
                    <a:pt x="22" y="0"/>
                  </a:moveTo>
                  <a:cubicBezTo>
                    <a:pt x="15" y="0"/>
                    <a:pt x="6" y="2"/>
                    <a:pt x="4" y="36"/>
                  </a:cubicBezTo>
                  <a:cubicBezTo>
                    <a:pt x="3" y="45"/>
                    <a:pt x="2" y="60"/>
                    <a:pt x="1" y="69"/>
                  </a:cubicBezTo>
                  <a:cubicBezTo>
                    <a:pt x="1" y="78"/>
                    <a:pt x="0" y="84"/>
                    <a:pt x="8" y="86"/>
                  </a:cubicBezTo>
                  <a:cubicBezTo>
                    <a:pt x="2" y="82"/>
                    <a:pt x="7" y="68"/>
                    <a:pt x="9" y="49"/>
                  </a:cubicBezTo>
                  <a:cubicBezTo>
                    <a:pt x="10" y="31"/>
                    <a:pt x="9" y="3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32">
              <a:extLst>
                <a:ext uri="{FF2B5EF4-FFF2-40B4-BE49-F238E27FC236}">
                  <a16:creationId xmlns:a16="http://schemas.microsoft.com/office/drawing/2014/main" id="{2D0FDD57-4237-4373-855F-C889C3D29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656"/>
              <a:ext cx="58" cy="219"/>
            </a:xfrm>
            <a:custGeom>
              <a:avLst/>
              <a:gdLst>
                <a:gd name="T0" fmla="*/ 4890 w 23"/>
                <a:gd name="T1" fmla="*/ 662 h 82"/>
                <a:gd name="T2" fmla="*/ 527 w 23"/>
                <a:gd name="T3" fmla="*/ 2860 h 82"/>
                <a:gd name="T4" fmla="*/ 4088 w 23"/>
                <a:gd name="T5" fmla="*/ 17811 h 82"/>
                <a:gd name="T6" fmla="*/ 4890 w 23"/>
                <a:gd name="T7" fmla="*/ 29757 h 82"/>
                <a:gd name="T8" fmla="*/ 4572 w 23"/>
                <a:gd name="T9" fmla="*/ 11297 h 82"/>
                <a:gd name="T10" fmla="*/ 4890 w 23"/>
                <a:gd name="T11" fmla="*/ 662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82">
                  <a:moveTo>
                    <a:pt x="19" y="2"/>
                  </a:moveTo>
                  <a:cubicBezTo>
                    <a:pt x="13" y="0"/>
                    <a:pt x="4" y="3"/>
                    <a:pt x="2" y="8"/>
                  </a:cubicBezTo>
                  <a:cubicBezTo>
                    <a:pt x="0" y="14"/>
                    <a:pt x="10" y="26"/>
                    <a:pt x="16" y="49"/>
                  </a:cubicBezTo>
                  <a:cubicBezTo>
                    <a:pt x="23" y="72"/>
                    <a:pt x="19" y="82"/>
                    <a:pt x="19" y="82"/>
                  </a:cubicBezTo>
                  <a:cubicBezTo>
                    <a:pt x="23" y="68"/>
                    <a:pt x="22" y="45"/>
                    <a:pt x="18" y="31"/>
                  </a:cubicBezTo>
                  <a:cubicBezTo>
                    <a:pt x="14" y="18"/>
                    <a:pt x="6" y="5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33">
              <a:extLst>
                <a:ext uri="{FF2B5EF4-FFF2-40B4-BE49-F238E27FC236}">
                  <a16:creationId xmlns:a16="http://schemas.microsoft.com/office/drawing/2014/main" id="{AF36A276-09AC-4068-A9A3-631C212FC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643"/>
              <a:ext cx="70" cy="186"/>
            </a:xfrm>
            <a:custGeom>
              <a:avLst/>
              <a:gdLst>
                <a:gd name="T0" fmla="*/ 3250 w 28"/>
                <a:gd name="T1" fmla="*/ 396 h 70"/>
                <a:gd name="T2" fmla="*/ 313 w 28"/>
                <a:gd name="T3" fmla="*/ 1743 h 70"/>
                <a:gd name="T4" fmla="*/ 6375 w 28"/>
                <a:gd name="T5" fmla="*/ 24634 h 70"/>
                <a:gd name="T6" fmla="*/ 2738 w 28"/>
                <a:gd name="T7" fmla="*/ 4631 h 70"/>
                <a:gd name="T8" fmla="*/ 3250 w 28"/>
                <a:gd name="T9" fmla="*/ 39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70">
                  <a:moveTo>
                    <a:pt x="13" y="1"/>
                  </a:moveTo>
                  <a:cubicBezTo>
                    <a:pt x="6" y="1"/>
                    <a:pt x="2" y="0"/>
                    <a:pt x="1" y="5"/>
                  </a:cubicBezTo>
                  <a:cubicBezTo>
                    <a:pt x="0" y="9"/>
                    <a:pt x="26" y="40"/>
                    <a:pt x="26" y="70"/>
                  </a:cubicBezTo>
                  <a:cubicBezTo>
                    <a:pt x="28" y="54"/>
                    <a:pt x="14" y="21"/>
                    <a:pt x="11" y="13"/>
                  </a:cubicBezTo>
                  <a:cubicBezTo>
                    <a:pt x="8" y="5"/>
                    <a:pt x="8" y="2"/>
                    <a:pt x="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34">
              <a:extLst>
                <a:ext uri="{FF2B5EF4-FFF2-40B4-BE49-F238E27FC236}">
                  <a16:creationId xmlns:a16="http://schemas.microsoft.com/office/drawing/2014/main" id="{48780F38-D7B7-4FA1-8BBF-EFD808363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621"/>
              <a:ext cx="108" cy="163"/>
            </a:xfrm>
            <a:custGeom>
              <a:avLst/>
              <a:gdLst>
                <a:gd name="T0" fmla="*/ 1507 w 43"/>
                <a:gd name="T1" fmla="*/ 0 h 61"/>
                <a:gd name="T2" fmla="*/ 522 w 43"/>
                <a:gd name="T3" fmla="*/ 2191 h 61"/>
                <a:gd name="T4" fmla="*/ 9790 w 43"/>
                <a:gd name="T5" fmla="*/ 22227 h 61"/>
                <a:gd name="T6" fmla="*/ 3501 w 43"/>
                <a:gd name="T7" fmla="*/ 4390 h 61"/>
                <a:gd name="T8" fmla="*/ 1507 w 43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1">
                  <a:moveTo>
                    <a:pt x="6" y="0"/>
                  </a:moveTo>
                  <a:cubicBezTo>
                    <a:pt x="2" y="2"/>
                    <a:pt x="0" y="3"/>
                    <a:pt x="2" y="6"/>
                  </a:cubicBezTo>
                  <a:cubicBezTo>
                    <a:pt x="4" y="8"/>
                    <a:pt x="36" y="32"/>
                    <a:pt x="39" y="61"/>
                  </a:cubicBezTo>
                  <a:cubicBezTo>
                    <a:pt x="43" y="50"/>
                    <a:pt x="30" y="28"/>
                    <a:pt x="14" y="12"/>
                  </a:cubicBezTo>
                  <a:cubicBezTo>
                    <a:pt x="10" y="8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35">
              <a:extLst>
                <a:ext uri="{FF2B5EF4-FFF2-40B4-BE49-F238E27FC236}">
                  <a16:creationId xmlns:a16="http://schemas.microsoft.com/office/drawing/2014/main" id="{96C67DD1-CEDC-44FB-8FFB-B183C896C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581"/>
              <a:ext cx="138" cy="155"/>
            </a:xfrm>
            <a:custGeom>
              <a:avLst/>
              <a:gdLst>
                <a:gd name="T0" fmla="*/ 994 w 55"/>
                <a:gd name="T1" fmla="*/ 4393 h 58"/>
                <a:gd name="T2" fmla="*/ 13712 w 55"/>
                <a:gd name="T3" fmla="*/ 21112 h 58"/>
                <a:gd name="T4" fmla="*/ 5277 w 55"/>
                <a:gd name="T5" fmla="*/ 6529 h 58"/>
                <a:gd name="T6" fmla="*/ 2303 w 55"/>
                <a:gd name="T7" fmla="*/ 671 h 58"/>
                <a:gd name="T8" fmla="*/ 994 w 55"/>
                <a:gd name="T9" fmla="*/ 439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8">
                  <a:moveTo>
                    <a:pt x="4" y="12"/>
                  </a:moveTo>
                  <a:cubicBezTo>
                    <a:pt x="15" y="16"/>
                    <a:pt x="47" y="39"/>
                    <a:pt x="55" y="58"/>
                  </a:cubicBezTo>
                  <a:cubicBezTo>
                    <a:pt x="50" y="44"/>
                    <a:pt x="35" y="30"/>
                    <a:pt x="21" y="18"/>
                  </a:cubicBezTo>
                  <a:cubicBezTo>
                    <a:pt x="6" y="6"/>
                    <a:pt x="7" y="3"/>
                    <a:pt x="9" y="2"/>
                  </a:cubicBezTo>
                  <a:cubicBezTo>
                    <a:pt x="5" y="0"/>
                    <a:pt x="0" y="11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36">
              <a:extLst>
                <a:ext uri="{FF2B5EF4-FFF2-40B4-BE49-F238E27FC236}">
                  <a16:creationId xmlns:a16="http://schemas.microsoft.com/office/drawing/2014/main" id="{1E50107F-F339-48A9-95A6-AEDE4682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536"/>
              <a:ext cx="190" cy="37"/>
            </a:xfrm>
            <a:custGeom>
              <a:avLst/>
              <a:gdLst>
                <a:gd name="T0" fmla="*/ 0 w 76"/>
                <a:gd name="T1" fmla="*/ 3082 h 14"/>
                <a:gd name="T2" fmla="*/ 3250 w 76"/>
                <a:gd name="T3" fmla="*/ 629 h 14"/>
                <a:gd name="T4" fmla="*/ 18563 w 76"/>
                <a:gd name="T5" fmla="*/ 4784 h 14"/>
                <a:gd name="T6" fmla="*/ 2938 w 76"/>
                <a:gd name="T7" fmla="*/ 1662 h 14"/>
                <a:gd name="T8" fmla="*/ 0 w 76"/>
                <a:gd name="T9" fmla="*/ 30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4">
                  <a:moveTo>
                    <a:pt x="0" y="9"/>
                  </a:moveTo>
                  <a:cubicBezTo>
                    <a:pt x="0" y="5"/>
                    <a:pt x="0" y="2"/>
                    <a:pt x="13" y="2"/>
                  </a:cubicBezTo>
                  <a:cubicBezTo>
                    <a:pt x="25" y="2"/>
                    <a:pt x="58" y="0"/>
                    <a:pt x="76" y="14"/>
                  </a:cubicBezTo>
                  <a:cubicBezTo>
                    <a:pt x="62" y="6"/>
                    <a:pt x="20" y="4"/>
                    <a:pt x="12" y="5"/>
                  </a:cubicBezTo>
                  <a:cubicBezTo>
                    <a:pt x="3" y="6"/>
                    <a:pt x="2" y="6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37">
              <a:extLst>
                <a:ext uri="{FF2B5EF4-FFF2-40B4-BE49-F238E27FC236}">
                  <a16:creationId xmlns:a16="http://schemas.microsoft.com/office/drawing/2014/main" id="{EEBC24DE-CFB8-44C1-93E0-F2996D20E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475"/>
              <a:ext cx="173" cy="61"/>
            </a:xfrm>
            <a:custGeom>
              <a:avLst/>
              <a:gdLst>
                <a:gd name="T0" fmla="*/ 0 w 69"/>
                <a:gd name="T1" fmla="*/ 5896 h 23"/>
                <a:gd name="T2" fmla="*/ 11190 w 69"/>
                <a:gd name="T3" fmla="*/ 1681 h 23"/>
                <a:gd name="T4" fmla="*/ 17150 w 69"/>
                <a:gd name="T5" fmla="*/ 8018 h 23"/>
                <a:gd name="T6" fmla="*/ 0 w 69"/>
                <a:gd name="T7" fmla="*/ 589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23">
                  <a:moveTo>
                    <a:pt x="0" y="17"/>
                  </a:moveTo>
                  <a:cubicBezTo>
                    <a:pt x="8" y="6"/>
                    <a:pt x="31" y="2"/>
                    <a:pt x="45" y="5"/>
                  </a:cubicBezTo>
                  <a:cubicBezTo>
                    <a:pt x="58" y="8"/>
                    <a:pt x="67" y="17"/>
                    <a:pt x="69" y="23"/>
                  </a:cubicBezTo>
                  <a:cubicBezTo>
                    <a:pt x="64" y="14"/>
                    <a:pt x="28" y="0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38">
              <a:extLst>
                <a:ext uri="{FF2B5EF4-FFF2-40B4-BE49-F238E27FC236}">
                  <a16:creationId xmlns:a16="http://schemas.microsoft.com/office/drawing/2014/main" id="{46C27269-D56D-4EB7-AAD0-1DEAB5098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427"/>
              <a:ext cx="62" cy="53"/>
            </a:xfrm>
            <a:custGeom>
              <a:avLst/>
              <a:gdLst>
                <a:gd name="T0" fmla="*/ 5826 w 25"/>
                <a:gd name="T1" fmla="*/ 0 h 20"/>
                <a:gd name="T2" fmla="*/ 0 w 25"/>
                <a:gd name="T3" fmla="*/ 6903 h 20"/>
                <a:gd name="T4" fmla="*/ 5826 w 2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0"/>
                  </a:moveTo>
                  <a:cubicBezTo>
                    <a:pt x="15" y="1"/>
                    <a:pt x="4" y="12"/>
                    <a:pt x="0" y="20"/>
                  </a:cubicBezTo>
                  <a:cubicBezTo>
                    <a:pt x="3" y="17"/>
                    <a:pt x="21" y="1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39">
              <a:extLst>
                <a:ext uri="{FF2B5EF4-FFF2-40B4-BE49-F238E27FC236}">
                  <a16:creationId xmlns:a16="http://schemas.microsoft.com/office/drawing/2014/main" id="{F95BBA01-A17C-448C-A8D2-B9917ED32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408"/>
              <a:ext cx="72" cy="64"/>
            </a:xfrm>
            <a:custGeom>
              <a:avLst/>
              <a:gdLst>
                <a:gd name="T0" fmla="*/ 0 w 29"/>
                <a:gd name="T1" fmla="*/ 8648 h 24"/>
                <a:gd name="T2" fmla="*/ 3002 w 29"/>
                <a:gd name="T3" fmla="*/ 661 h 24"/>
                <a:gd name="T4" fmla="*/ 6793 w 29"/>
                <a:gd name="T5" fmla="*/ 661 h 24"/>
                <a:gd name="T6" fmla="*/ 0 w 29"/>
                <a:gd name="T7" fmla="*/ 864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4">
                  <a:moveTo>
                    <a:pt x="0" y="24"/>
                  </a:moveTo>
                  <a:cubicBezTo>
                    <a:pt x="1" y="14"/>
                    <a:pt x="10" y="4"/>
                    <a:pt x="13" y="2"/>
                  </a:cubicBezTo>
                  <a:cubicBezTo>
                    <a:pt x="16" y="0"/>
                    <a:pt x="23" y="1"/>
                    <a:pt x="29" y="2"/>
                  </a:cubicBezTo>
                  <a:cubicBezTo>
                    <a:pt x="21" y="3"/>
                    <a:pt x="10" y="2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40">
              <a:extLst>
                <a:ext uri="{FF2B5EF4-FFF2-40B4-BE49-F238E27FC236}">
                  <a16:creationId xmlns:a16="http://schemas.microsoft.com/office/drawing/2014/main" id="{B7E6C437-1C1D-4510-9517-C4BC92F74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411"/>
              <a:ext cx="22" cy="66"/>
            </a:xfrm>
            <a:custGeom>
              <a:avLst/>
              <a:gdLst>
                <a:gd name="T0" fmla="*/ 1931 w 9"/>
                <a:gd name="T1" fmla="*/ 8448 h 25"/>
                <a:gd name="T2" fmla="*/ 616 w 9"/>
                <a:gd name="T3" fmla="*/ 7820 h 25"/>
                <a:gd name="T4" fmla="*/ 860 w 9"/>
                <a:gd name="T5" fmla="*/ 0 h 25"/>
                <a:gd name="T6" fmla="*/ 1931 w 9"/>
                <a:gd name="T7" fmla="*/ 844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5">
                  <a:moveTo>
                    <a:pt x="9" y="25"/>
                  </a:moveTo>
                  <a:cubicBezTo>
                    <a:pt x="9" y="25"/>
                    <a:pt x="5" y="25"/>
                    <a:pt x="3" y="23"/>
                  </a:cubicBezTo>
                  <a:cubicBezTo>
                    <a:pt x="0" y="21"/>
                    <a:pt x="1" y="6"/>
                    <a:pt x="4" y="0"/>
                  </a:cubicBezTo>
                  <a:cubicBezTo>
                    <a:pt x="2" y="6"/>
                    <a:pt x="5" y="23"/>
                    <a:pt x="9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41">
              <a:extLst>
                <a:ext uri="{FF2B5EF4-FFF2-40B4-BE49-F238E27FC236}">
                  <a16:creationId xmlns:a16="http://schemas.microsoft.com/office/drawing/2014/main" id="{C23CD60D-5ABC-4573-B19C-B8C6DECD6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403"/>
              <a:ext cx="23" cy="69"/>
            </a:xfrm>
            <a:custGeom>
              <a:avLst/>
              <a:gdLst>
                <a:gd name="T0" fmla="*/ 2520 w 9"/>
                <a:gd name="T1" fmla="*/ 8670 h 26"/>
                <a:gd name="T2" fmla="*/ 549 w 9"/>
                <a:gd name="T3" fmla="*/ 8431 h 26"/>
                <a:gd name="T4" fmla="*/ 848 w 9"/>
                <a:gd name="T5" fmla="*/ 0 h 26"/>
                <a:gd name="T6" fmla="*/ 2520 w 9"/>
                <a:gd name="T7" fmla="*/ 867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6">
                  <a:moveTo>
                    <a:pt x="9" y="25"/>
                  </a:moveTo>
                  <a:cubicBezTo>
                    <a:pt x="9" y="25"/>
                    <a:pt x="5" y="26"/>
                    <a:pt x="2" y="24"/>
                  </a:cubicBezTo>
                  <a:cubicBezTo>
                    <a:pt x="0" y="22"/>
                    <a:pt x="0" y="7"/>
                    <a:pt x="3" y="0"/>
                  </a:cubicBezTo>
                  <a:cubicBezTo>
                    <a:pt x="1" y="7"/>
                    <a:pt x="5" y="24"/>
                    <a:pt x="9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42">
              <a:extLst>
                <a:ext uri="{FF2B5EF4-FFF2-40B4-BE49-F238E27FC236}">
                  <a16:creationId xmlns:a16="http://schemas.microsoft.com/office/drawing/2014/main" id="{498EBEDD-4608-4140-A069-CAFC70739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424"/>
              <a:ext cx="33" cy="45"/>
            </a:xfrm>
            <a:custGeom>
              <a:avLst/>
              <a:gdLst>
                <a:gd name="T0" fmla="*/ 541 w 13"/>
                <a:gd name="T1" fmla="*/ 0 h 17"/>
                <a:gd name="T2" fmla="*/ 1031 w 13"/>
                <a:gd name="T3" fmla="*/ 5212 h 17"/>
                <a:gd name="T4" fmla="*/ 3485 w 13"/>
                <a:gd name="T5" fmla="*/ 5845 h 17"/>
                <a:gd name="T6" fmla="*/ 541 w 13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7">
                  <a:moveTo>
                    <a:pt x="2" y="0"/>
                  </a:moveTo>
                  <a:cubicBezTo>
                    <a:pt x="1" y="7"/>
                    <a:pt x="0" y="14"/>
                    <a:pt x="4" y="15"/>
                  </a:cubicBezTo>
                  <a:cubicBezTo>
                    <a:pt x="8" y="16"/>
                    <a:pt x="13" y="17"/>
                    <a:pt x="13" y="17"/>
                  </a:cubicBezTo>
                  <a:cubicBezTo>
                    <a:pt x="8" y="16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43">
              <a:extLst>
                <a:ext uri="{FF2B5EF4-FFF2-40B4-BE49-F238E27FC236}">
                  <a16:creationId xmlns:a16="http://schemas.microsoft.com/office/drawing/2014/main" id="{A3647E8E-EA9D-4340-AB96-061545FEB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427"/>
              <a:ext cx="40" cy="42"/>
            </a:xfrm>
            <a:custGeom>
              <a:avLst/>
              <a:gdLst>
                <a:gd name="T0" fmla="*/ 783 w 16"/>
                <a:gd name="T1" fmla="*/ 0 h 16"/>
                <a:gd name="T2" fmla="*/ 1300 w 16"/>
                <a:gd name="T3" fmla="*/ 4610 h 16"/>
                <a:gd name="T4" fmla="*/ 3908 w 16"/>
                <a:gd name="T5" fmla="*/ 4610 h 16"/>
                <a:gd name="T6" fmla="*/ 1300 w 16"/>
                <a:gd name="T7" fmla="*/ 361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3" y="0"/>
                  </a:moveTo>
                  <a:cubicBezTo>
                    <a:pt x="3" y="7"/>
                    <a:pt x="0" y="14"/>
                    <a:pt x="5" y="14"/>
                  </a:cubicBezTo>
                  <a:cubicBezTo>
                    <a:pt x="10" y="15"/>
                    <a:pt x="13" y="16"/>
                    <a:pt x="16" y="14"/>
                  </a:cubicBezTo>
                  <a:cubicBezTo>
                    <a:pt x="11" y="14"/>
                    <a:pt x="7" y="15"/>
                    <a:pt x="5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44">
              <a:extLst>
                <a:ext uri="{FF2B5EF4-FFF2-40B4-BE49-F238E27FC236}">
                  <a16:creationId xmlns:a16="http://schemas.microsoft.com/office/drawing/2014/main" id="{1863A619-D6BA-4B0A-92A8-9C1FD0CF6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427"/>
              <a:ext cx="30" cy="42"/>
            </a:xfrm>
            <a:custGeom>
              <a:avLst/>
              <a:gdLst>
                <a:gd name="T0" fmla="*/ 988 w 12"/>
                <a:gd name="T1" fmla="*/ 3998 h 16"/>
                <a:gd name="T2" fmla="*/ 0 w 12"/>
                <a:gd name="T3" fmla="*/ 0 h 16"/>
                <a:gd name="T4" fmla="*/ 313 w 12"/>
                <a:gd name="T5" fmla="*/ 4610 h 16"/>
                <a:gd name="T6" fmla="*/ 2938 w 12"/>
                <a:gd name="T7" fmla="*/ 4232 h 16"/>
                <a:gd name="T8" fmla="*/ 988 w 12"/>
                <a:gd name="T9" fmla="*/ 399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4" y="12"/>
                  </a:moveTo>
                  <a:cubicBezTo>
                    <a:pt x="1" y="9"/>
                    <a:pt x="2" y="3"/>
                    <a:pt x="0" y="0"/>
                  </a:cubicBezTo>
                  <a:cubicBezTo>
                    <a:pt x="1" y="5"/>
                    <a:pt x="0" y="12"/>
                    <a:pt x="1" y="14"/>
                  </a:cubicBezTo>
                  <a:cubicBezTo>
                    <a:pt x="2" y="16"/>
                    <a:pt x="9" y="15"/>
                    <a:pt x="12" y="13"/>
                  </a:cubicBezTo>
                  <a:cubicBezTo>
                    <a:pt x="10" y="13"/>
                    <a:pt x="6" y="14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45">
              <a:extLst>
                <a:ext uri="{FF2B5EF4-FFF2-40B4-BE49-F238E27FC236}">
                  <a16:creationId xmlns:a16="http://schemas.microsoft.com/office/drawing/2014/main" id="{47719C5D-D822-42F2-B932-F88ECB7CD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429"/>
              <a:ext cx="23" cy="43"/>
            </a:xfrm>
            <a:custGeom>
              <a:avLst/>
              <a:gdLst>
                <a:gd name="T0" fmla="*/ 0 w 9"/>
                <a:gd name="T1" fmla="*/ 0 h 16"/>
                <a:gd name="T2" fmla="*/ 332 w 9"/>
                <a:gd name="T3" fmla="*/ 4913 h 16"/>
                <a:gd name="T4" fmla="*/ 2520 w 9"/>
                <a:gd name="T5" fmla="*/ 5628 h 16"/>
                <a:gd name="T6" fmla="*/ 1104 w 9"/>
                <a:gd name="T7" fmla="*/ 2658 h 16"/>
                <a:gd name="T8" fmla="*/ 0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4"/>
                    <a:pt x="1" y="11"/>
                    <a:pt x="1" y="13"/>
                  </a:cubicBezTo>
                  <a:cubicBezTo>
                    <a:pt x="1" y="16"/>
                    <a:pt x="7" y="15"/>
                    <a:pt x="9" y="15"/>
                  </a:cubicBezTo>
                  <a:cubicBezTo>
                    <a:pt x="4" y="15"/>
                    <a:pt x="4" y="12"/>
                    <a:pt x="4" y="7"/>
                  </a:cubicBezTo>
                  <a:cubicBezTo>
                    <a:pt x="4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46">
              <a:extLst>
                <a:ext uri="{FF2B5EF4-FFF2-40B4-BE49-F238E27FC236}">
                  <a16:creationId xmlns:a16="http://schemas.microsoft.com/office/drawing/2014/main" id="{31CF3F55-BB38-447F-B766-4BF9D2140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21"/>
              <a:ext cx="38" cy="59"/>
            </a:xfrm>
            <a:custGeom>
              <a:avLst/>
              <a:gdLst>
                <a:gd name="T0" fmla="*/ 0 w 15"/>
                <a:gd name="T1" fmla="*/ 0 h 22"/>
                <a:gd name="T2" fmla="*/ 2098 w 15"/>
                <a:gd name="T3" fmla="*/ 6675 h 22"/>
                <a:gd name="T4" fmla="*/ 3955 w 15"/>
                <a:gd name="T5" fmla="*/ 7077 h 22"/>
                <a:gd name="T6" fmla="*/ 2386 w 15"/>
                <a:gd name="T7" fmla="*/ 4460 h 22"/>
                <a:gd name="T8" fmla="*/ 0 w 1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0"/>
                  </a:moveTo>
                  <a:cubicBezTo>
                    <a:pt x="4" y="4"/>
                    <a:pt x="7" y="15"/>
                    <a:pt x="8" y="18"/>
                  </a:cubicBezTo>
                  <a:cubicBezTo>
                    <a:pt x="9" y="22"/>
                    <a:pt x="14" y="19"/>
                    <a:pt x="15" y="19"/>
                  </a:cubicBezTo>
                  <a:cubicBezTo>
                    <a:pt x="11" y="19"/>
                    <a:pt x="10" y="16"/>
                    <a:pt x="9" y="12"/>
                  </a:cubicBezTo>
                  <a:cubicBezTo>
                    <a:pt x="7" y="7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47">
              <a:extLst>
                <a:ext uri="{FF2B5EF4-FFF2-40B4-BE49-F238E27FC236}">
                  <a16:creationId xmlns:a16="http://schemas.microsoft.com/office/drawing/2014/main" id="{25F351FA-D394-4238-B0B5-00D61B6BD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405"/>
              <a:ext cx="70" cy="78"/>
            </a:xfrm>
            <a:custGeom>
              <a:avLst/>
              <a:gdLst>
                <a:gd name="T0" fmla="*/ 988 w 28"/>
                <a:gd name="T1" fmla="*/ 1576 h 29"/>
                <a:gd name="T2" fmla="*/ 6845 w 28"/>
                <a:gd name="T3" fmla="*/ 10995 h 29"/>
                <a:gd name="T4" fmla="*/ 3250 w 28"/>
                <a:gd name="T5" fmla="*/ 1829 h 29"/>
                <a:gd name="T6" fmla="*/ 5208 w 28"/>
                <a:gd name="T7" fmla="*/ 680 h 29"/>
                <a:gd name="T8" fmla="*/ 988 w 28"/>
                <a:gd name="T9" fmla="*/ 157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4" y="4"/>
                  </a:moveTo>
                  <a:cubicBezTo>
                    <a:pt x="12" y="8"/>
                    <a:pt x="23" y="14"/>
                    <a:pt x="28" y="29"/>
                  </a:cubicBezTo>
                  <a:cubicBezTo>
                    <a:pt x="27" y="17"/>
                    <a:pt x="13" y="7"/>
                    <a:pt x="13" y="5"/>
                  </a:cubicBezTo>
                  <a:cubicBezTo>
                    <a:pt x="13" y="3"/>
                    <a:pt x="21" y="2"/>
                    <a:pt x="21" y="2"/>
                  </a:cubicBezTo>
                  <a:cubicBezTo>
                    <a:pt x="14" y="0"/>
                    <a:pt x="0" y="3"/>
                    <a:pt x="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48">
              <a:extLst>
                <a:ext uri="{FF2B5EF4-FFF2-40B4-BE49-F238E27FC236}">
                  <a16:creationId xmlns:a16="http://schemas.microsoft.com/office/drawing/2014/main" id="{ED174EEA-BD1A-4DC2-AF20-3A6FD4492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421"/>
              <a:ext cx="75" cy="70"/>
            </a:xfrm>
            <a:custGeom>
              <a:avLst/>
              <a:gdLst>
                <a:gd name="T0" fmla="*/ 7345 w 30"/>
                <a:gd name="T1" fmla="*/ 9873 h 26"/>
                <a:gd name="T2" fmla="*/ 520 w 30"/>
                <a:gd name="T3" fmla="*/ 1580 h 26"/>
                <a:gd name="T4" fmla="*/ 3250 w 30"/>
                <a:gd name="T5" fmla="*/ 0 h 26"/>
                <a:gd name="T6" fmla="*/ 3250 w 30"/>
                <a:gd name="T7" fmla="*/ 2673 h 26"/>
                <a:gd name="T8" fmla="*/ 7345 w 30"/>
                <a:gd name="T9" fmla="*/ 987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6">
                  <a:moveTo>
                    <a:pt x="30" y="26"/>
                  </a:moveTo>
                  <a:cubicBezTo>
                    <a:pt x="26" y="15"/>
                    <a:pt x="4" y="6"/>
                    <a:pt x="2" y="4"/>
                  </a:cubicBezTo>
                  <a:cubicBezTo>
                    <a:pt x="0" y="2"/>
                    <a:pt x="9" y="2"/>
                    <a:pt x="13" y="0"/>
                  </a:cubicBezTo>
                  <a:cubicBezTo>
                    <a:pt x="10" y="2"/>
                    <a:pt x="11" y="5"/>
                    <a:pt x="13" y="7"/>
                  </a:cubicBezTo>
                  <a:cubicBezTo>
                    <a:pt x="15" y="9"/>
                    <a:pt x="30" y="22"/>
                    <a:pt x="3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49">
              <a:extLst>
                <a:ext uri="{FF2B5EF4-FFF2-40B4-BE49-F238E27FC236}">
                  <a16:creationId xmlns:a16="http://schemas.microsoft.com/office/drawing/2014/main" id="{11736E93-EE22-4F5F-A948-940AE2114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443"/>
              <a:ext cx="133" cy="53"/>
            </a:xfrm>
            <a:custGeom>
              <a:avLst/>
              <a:gdLst>
                <a:gd name="T0" fmla="*/ 5988 w 53"/>
                <a:gd name="T1" fmla="*/ 1434 h 20"/>
                <a:gd name="T2" fmla="*/ 13242 w 53"/>
                <a:gd name="T3" fmla="*/ 6903 h 20"/>
                <a:gd name="T4" fmla="*/ 6259 w 53"/>
                <a:gd name="T5" fmla="*/ 0 h 20"/>
                <a:gd name="T6" fmla="*/ 0 w 53"/>
                <a:gd name="T7" fmla="*/ 2753 h 20"/>
                <a:gd name="T8" fmla="*/ 5988 w 53"/>
                <a:gd name="T9" fmla="*/ 143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20">
                  <a:moveTo>
                    <a:pt x="24" y="4"/>
                  </a:moveTo>
                  <a:cubicBezTo>
                    <a:pt x="32" y="4"/>
                    <a:pt x="49" y="14"/>
                    <a:pt x="53" y="20"/>
                  </a:cubicBezTo>
                  <a:cubicBezTo>
                    <a:pt x="48" y="10"/>
                    <a:pt x="31" y="0"/>
                    <a:pt x="25" y="0"/>
                  </a:cubicBezTo>
                  <a:cubicBezTo>
                    <a:pt x="20" y="0"/>
                    <a:pt x="5" y="4"/>
                    <a:pt x="0" y="8"/>
                  </a:cubicBezTo>
                  <a:cubicBezTo>
                    <a:pt x="6" y="5"/>
                    <a:pt x="17" y="4"/>
                    <a:pt x="2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50">
              <a:extLst>
                <a:ext uri="{FF2B5EF4-FFF2-40B4-BE49-F238E27FC236}">
                  <a16:creationId xmlns:a16="http://schemas.microsoft.com/office/drawing/2014/main" id="{02CDBCAA-8E82-4EB4-8F1A-4EA14D72B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483"/>
              <a:ext cx="185" cy="61"/>
            </a:xfrm>
            <a:custGeom>
              <a:avLst/>
              <a:gdLst>
                <a:gd name="T0" fmla="*/ 0 w 74"/>
                <a:gd name="T1" fmla="*/ 8018 h 23"/>
                <a:gd name="T2" fmla="*/ 6845 w 74"/>
                <a:gd name="T3" fmla="*/ 395 h 23"/>
                <a:gd name="T4" fmla="*/ 18095 w 74"/>
                <a:gd name="T5" fmla="*/ 4853 h 23"/>
                <a:gd name="T6" fmla="*/ 6375 w 74"/>
                <a:gd name="T7" fmla="*/ 2069 h 23"/>
                <a:gd name="T8" fmla="*/ 0 w 74"/>
                <a:gd name="T9" fmla="*/ 801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23">
                  <a:moveTo>
                    <a:pt x="0" y="23"/>
                  </a:moveTo>
                  <a:cubicBezTo>
                    <a:pt x="2" y="15"/>
                    <a:pt x="14" y="2"/>
                    <a:pt x="28" y="1"/>
                  </a:cubicBezTo>
                  <a:cubicBezTo>
                    <a:pt x="41" y="0"/>
                    <a:pt x="61" y="5"/>
                    <a:pt x="74" y="14"/>
                  </a:cubicBezTo>
                  <a:cubicBezTo>
                    <a:pt x="64" y="8"/>
                    <a:pt x="35" y="3"/>
                    <a:pt x="26" y="6"/>
                  </a:cubicBezTo>
                  <a:cubicBezTo>
                    <a:pt x="17" y="10"/>
                    <a:pt x="8" y="13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51">
              <a:extLst>
                <a:ext uri="{FF2B5EF4-FFF2-40B4-BE49-F238E27FC236}">
                  <a16:creationId xmlns:a16="http://schemas.microsoft.com/office/drawing/2014/main" id="{603CA236-C756-48BF-BBEF-ACE0D0EB8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539"/>
              <a:ext cx="203" cy="114"/>
            </a:xfrm>
            <a:custGeom>
              <a:avLst/>
              <a:gdLst>
                <a:gd name="T0" fmla="*/ 1306 w 81"/>
                <a:gd name="T1" fmla="*/ 14929 h 43"/>
                <a:gd name="T2" fmla="*/ 1494 w 81"/>
                <a:gd name="T3" fmla="*/ 4197 h 43"/>
                <a:gd name="T4" fmla="*/ 16135 w 81"/>
                <a:gd name="T5" fmla="*/ 392 h 43"/>
                <a:gd name="T6" fmla="*/ 20087 w 81"/>
                <a:gd name="T7" fmla="*/ 1434 h 43"/>
                <a:gd name="T8" fmla="*/ 5245 w 81"/>
                <a:gd name="T9" fmla="*/ 4457 h 43"/>
                <a:gd name="T10" fmla="*/ 1306 w 81"/>
                <a:gd name="T11" fmla="*/ 14929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43">
                  <a:moveTo>
                    <a:pt x="5" y="43"/>
                  </a:moveTo>
                  <a:cubicBezTo>
                    <a:pt x="1" y="32"/>
                    <a:pt x="0" y="17"/>
                    <a:pt x="6" y="12"/>
                  </a:cubicBezTo>
                  <a:cubicBezTo>
                    <a:pt x="13" y="7"/>
                    <a:pt x="51" y="0"/>
                    <a:pt x="65" y="1"/>
                  </a:cubicBezTo>
                  <a:cubicBezTo>
                    <a:pt x="72" y="1"/>
                    <a:pt x="81" y="4"/>
                    <a:pt x="81" y="4"/>
                  </a:cubicBezTo>
                  <a:cubicBezTo>
                    <a:pt x="74" y="3"/>
                    <a:pt x="37" y="5"/>
                    <a:pt x="21" y="13"/>
                  </a:cubicBezTo>
                  <a:cubicBezTo>
                    <a:pt x="5" y="20"/>
                    <a:pt x="4" y="27"/>
                    <a:pt x="5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52">
              <a:extLst>
                <a:ext uri="{FF2B5EF4-FFF2-40B4-BE49-F238E27FC236}">
                  <a16:creationId xmlns:a16="http://schemas.microsoft.com/office/drawing/2014/main" id="{8908E906-8184-4DCA-ADEF-47F8DF604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581"/>
              <a:ext cx="195" cy="152"/>
            </a:xfrm>
            <a:custGeom>
              <a:avLst/>
              <a:gdLst>
                <a:gd name="T0" fmla="*/ 2738 w 78"/>
                <a:gd name="T1" fmla="*/ 20480 h 57"/>
                <a:gd name="T2" fmla="*/ 1300 w 78"/>
                <a:gd name="T3" fmla="*/ 12288 h 57"/>
                <a:gd name="T4" fmla="*/ 17113 w 78"/>
                <a:gd name="T5" fmla="*/ 397 h 57"/>
                <a:gd name="T6" fmla="*/ 19063 w 78"/>
                <a:gd name="T7" fmla="*/ 2824 h 57"/>
                <a:gd name="T8" fmla="*/ 13488 w 78"/>
                <a:gd name="T9" fmla="*/ 3640 h 57"/>
                <a:gd name="T10" fmla="*/ 2270 w 78"/>
                <a:gd name="T11" fmla="*/ 14712 h 57"/>
                <a:gd name="T12" fmla="*/ 2738 w 78"/>
                <a:gd name="T13" fmla="*/ 2048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7">
                  <a:moveTo>
                    <a:pt x="11" y="57"/>
                  </a:moveTo>
                  <a:cubicBezTo>
                    <a:pt x="5" y="49"/>
                    <a:pt x="0" y="40"/>
                    <a:pt x="5" y="34"/>
                  </a:cubicBezTo>
                  <a:cubicBezTo>
                    <a:pt x="9" y="27"/>
                    <a:pt x="45" y="4"/>
                    <a:pt x="70" y="1"/>
                  </a:cubicBezTo>
                  <a:cubicBezTo>
                    <a:pt x="76" y="0"/>
                    <a:pt x="77" y="6"/>
                    <a:pt x="78" y="8"/>
                  </a:cubicBezTo>
                  <a:cubicBezTo>
                    <a:pt x="75" y="5"/>
                    <a:pt x="73" y="2"/>
                    <a:pt x="55" y="10"/>
                  </a:cubicBezTo>
                  <a:cubicBezTo>
                    <a:pt x="36" y="19"/>
                    <a:pt x="11" y="34"/>
                    <a:pt x="9" y="41"/>
                  </a:cubicBezTo>
                  <a:cubicBezTo>
                    <a:pt x="8" y="46"/>
                    <a:pt x="11" y="57"/>
                    <a:pt x="11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53">
              <a:extLst>
                <a:ext uri="{FF2B5EF4-FFF2-40B4-BE49-F238E27FC236}">
                  <a16:creationId xmlns:a16="http://schemas.microsoft.com/office/drawing/2014/main" id="{AFA3C2D2-5233-4C56-B3E9-0F40DC912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624"/>
              <a:ext cx="158" cy="128"/>
            </a:xfrm>
            <a:custGeom>
              <a:avLst/>
              <a:gdLst>
                <a:gd name="T0" fmla="*/ 0 w 63"/>
                <a:gd name="T1" fmla="*/ 17237 h 48"/>
                <a:gd name="T2" fmla="*/ 10724 w 63"/>
                <a:gd name="T3" fmla="*/ 1459 h 48"/>
                <a:gd name="T4" fmla="*/ 15662 w 63"/>
                <a:gd name="T5" fmla="*/ 661 h 48"/>
                <a:gd name="T6" fmla="*/ 8943 w 63"/>
                <a:gd name="T7" fmla="*/ 5824 h 48"/>
                <a:gd name="T8" fmla="*/ 0 w 63"/>
                <a:gd name="T9" fmla="*/ 1723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8">
                  <a:moveTo>
                    <a:pt x="0" y="48"/>
                  </a:moveTo>
                  <a:cubicBezTo>
                    <a:pt x="6" y="35"/>
                    <a:pt x="33" y="11"/>
                    <a:pt x="43" y="4"/>
                  </a:cubicBezTo>
                  <a:cubicBezTo>
                    <a:pt x="51" y="0"/>
                    <a:pt x="59" y="0"/>
                    <a:pt x="63" y="2"/>
                  </a:cubicBezTo>
                  <a:cubicBezTo>
                    <a:pt x="57" y="0"/>
                    <a:pt x="45" y="8"/>
                    <a:pt x="36" y="16"/>
                  </a:cubicBezTo>
                  <a:cubicBezTo>
                    <a:pt x="28" y="24"/>
                    <a:pt x="3" y="44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54">
              <a:extLst>
                <a:ext uri="{FF2B5EF4-FFF2-40B4-BE49-F238E27FC236}">
                  <a16:creationId xmlns:a16="http://schemas.microsoft.com/office/drawing/2014/main" id="{7AD64647-6F28-4CDA-BCE7-2CADD757D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637"/>
              <a:ext cx="135" cy="163"/>
            </a:xfrm>
            <a:custGeom>
              <a:avLst/>
              <a:gdLst>
                <a:gd name="T0" fmla="*/ 0 w 54"/>
                <a:gd name="T1" fmla="*/ 22227 h 61"/>
                <a:gd name="T2" fmla="*/ 6375 w 54"/>
                <a:gd name="T3" fmla="*/ 4791 h 61"/>
                <a:gd name="T4" fmla="*/ 13208 w 54"/>
                <a:gd name="T5" fmla="*/ 1470 h 61"/>
                <a:gd name="T6" fmla="*/ 7158 w 54"/>
                <a:gd name="T7" fmla="*/ 6926 h 61"/>
                <a:gd name="T8" fmla="*/ 0 w 54"/>
                <a:gd name="T9" fmla="*/ 2222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1">
                  <a:moveTo>
                    <a:pt x="0" y="61"/>
                  </a:moveTo>
                  <a:cubicBezTo>
                    <a:pt x="2" y="48"/>
                    <a:pt x="14" y="27"/>
                    <a:pt x="26" y="13"/>
                  </a:cubicBezTo>
                  <a:cubicBezTo>
                    <a:pt x="39" y="0"/>
                    <a:pt x="47" y="1"/>
                    <a:pt x="54" y="4"/>
                  </a:cubicBezTo>
                  <a:cubicBezTo>
                    <a:pt x="47" y="3"/>
                    <a:pt x="36" y="9"/>
                    <a:pt x="29" y="19"/>
                  </a:cubicBezTo>
                  <a:cubicBezTo>
                    <a:pt x="21" y="28"/>
                    <a:pt x="5" y="49"/>
                    <a:pt x="0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55">
              <a:extLst>
                <a:ext uri="{FF2B5EF4-FFF2-40B4-BE49-F238E27FC236}">
                  <a16:creationId xmlns:a16="http://schemas.microsoft.com/office/drawing/2014/main" id="{73E40955-CD7A-4DDB-8E50-8B92CB974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656"/>
              <a:ext cx="118" cy="221"/>
            </a:xfrm>
            <a:custGeom>
              <a:avLst/>
              <a:gdLst>
                <a:gd name="T0" fmla="*/ 11755 w 47"/>
                <a:gd name="T1" fmla="*/ 2154 h 83"/>
                <a:gd name="T2" fmla="*/ 7785 w 47"/>
                <a:gd name="T3" fmla="*/ 397 h 83"/>
                <a:gd name="T4" fmla="*/ 2503 w 47"/>
                <a:gd name="T5" fmla="*/ 12158 h 83"/>
                <a:gd name="T6" fmla="*/ 316 w 47"/>
                <a:gd name="T7" fmla="*/ 25692 h 83"/>
                <a:gd name="T8" fmla="*/ 2787 w 47"/>
                <a:gd name="T9" fmla="*/ 29563 h 83"/>
                <a:gd name="T10" fmla="*/ 1790 w 47"/>
                <a:gd name="T11" fmla="*/ 21674 h 83"/>
                <a:gd name="T12" fmla="*/ 8466 w 47"/>
                <a:gd name="T13" fmla="*/ 2154 h 83"/>
                <a:gd name="T14" fmla="*/ 11755 w 47"/>
                <a:gd name="T15" fmla="*/ 2154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83">
                  <a:moveTo>
                    <a:pt x="47" y="6"/>
                  </a:moveTo>
                  <a:cubicBezTo>
                    <a:pt x="43" y="2"/>
                    <a:pt x="37" y="0"/>
                    <a:pt x="31" y="1"/>
                  </a:cubicBezTo>
                  <a:cubicBezTo>
                    <a:pt x="24" y="3"/>
                    <a:pt x="16" y="22"/>
                    <a:pt x="10" y="34"/>
                  </a:cubicBezTo>
                  <a:cubicBezTo>
                    <a:pt x="4" y="47"/>
                    <a:pt x="0" y="66"/>
                    <a:pt x="1" y="72"/>
                  </a:cubicBezTo>
                  <a:cubicBezTo>
                    <a:pt x="2" y="79"/>
                    <a:pt x="11" y="83"/>
                    <a:pt x="11" y="83"/>
                  </a:cubicBezTo>
                  <a:cubicBezTo>
                    <a:pt x="6" y="79"/>
                    <a:pt x="4" y="71"/>
                    <a:pt x="7" y="61"/>
                  </a:cubicBezTo>
                  <a:cubicBezTo>
                    <a:pt x="8" y="53"/>
                    <a:pt x="26" y="9"/>
                    <a:pt x="34" y="6"/>
                  </a:cubicBezTo>
                  <a:cubicBezTo>
                    <a:pt x="40" y="3"/>
                    <a:pt x="45" y="5"/>
                    <a:pt x="4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56">
              <a:extLst>
                <a:ext uri="{FF2B5EF4-FFF2-40B4-BE49-F238E27FC236}">
                  <a16:creationId xmlns:a16="http://schemas.microsoft.com/office/drawing/2014/main" id="{C8E16526-BB3E-47AA-B981-0CEE83E20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667"/>
              <a:ext cx="102" cy="229"/>
            </a:xfrm>
            <a:custGeom>
              <a:avLst/>
              <a:gdLst>
                <a:gd name="T0" fmla="*/ 9730 w 41"/>
                <a:gd name="T1" fmla="*/ 1454 h 86"/>
                <a:gd name="T2" fmla="*/ 5433 w 41"/>
                <a:gd name="T3" fmla="*/ 1757 h 86"/>
                <a:gd name="T4" fmla="*/ 1157 w 41"/>
                <a:gd name="T5" fmla="*/ 18861 h 86"/>
                <a:gd name="T6" fmla="*/ 1906 w 41"/>
                <a:gd name="T7" fmla="*/ 30659 h 86"/>
                <a:gd name="T8" fmla="*/ 2371 w 41"/>
                <a:gd name="T9" fmla="*/ 18200 h 86"/>
                <a:gd name="T10" fmla="*/ 9730 w 41"/>
                <a:gd name="T11" fmla="*/ 1454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86">
                  <a:moveTo>
                    <a:pt x="41" y="4"/>
                  </a:moveTo>
                  <a:cubicBezTo>
                    <a:pt x="37" y="1"/>
                    <a:pt x="27" y="1"/>
                    <a:pt x="23" y="5"/>
                  </a:cubicBezTo>
                  <a:cubicBezTo>
                    <a:pt x="18" y="10"/>
                    <a:pt x="10" y="33"/>
                    <a:pt x="5" y="53"/>
                  </a:cubicBezTo>
                  <a:cubicBezTo>
                    <a:pt x="0" y="73"/>
                    <a:pt x="1" y="83"/>
                    <a:pt x="8" y="86"/>
                  </a:cubicBezTo>
                  <a:cubicBezTo>
                    <a:pt x="4" y="84"/>
                    <a:pt x="5" y="65"/>
                    <a:pt x="10" y="51"/>
                  </a:cubicBezTo>
                  <a:cubicBezTo>
                    <a:pt x="14" y="38"/>
                    <a:pt x="24" y="0"/>
                    <a:pt x="4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57">
              <a:extLst>
                <a:ext uri="{FF2B5EF4-FFF2-40B4-BE49-F238E27FC236}">
                  <a16:creationId xmlns:a16="http://schemas.microsoft.com/office/drawing/2014/main" id="{22CCEB61-F4D8-41DE-A2E3-BD6C6BCAE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557"/>
              <a:ext cx="182" cy="96"/>
            </a:xfrm>
            <a:custGeom>
              <a:avLst/>
              <a:gdLst>
                <a:gd name="T0" fmla="*/ 0 w 73"/>
                <a:gd name="T1" fmla="*/ 12949 h 36"/>
                <a:gd name="T2" fmla="*/ 16068 w 73"/>
                <a:gd name="T3" fmla="*/ 1763 h 36"/>
                <a:gd name="T4" fmla="*/ 17342 w 73"/>
                <a:gd name="T5" fmla="*/ 0 h 36"/>
                <a:gd name="T6" fmla="*/ 7689 w 73"/>
                <a:gd name="T7" fmla="*/ 4301 h 36"/>
                <a:gd name="T8" fmla="*/ 0 w 73"/>
                <a:gd name="T9" fmla="*/ 1294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6">
                  <a:moveTo>
                    <a:pt x="0" y="36"/>
                  </a:moveTo>
                  <a:cubicBezTo>
                    <a:pt x="9" y="25"/>
                    <a:pt x="50" y="6"/>
                    <a:pt x="67" y="5"/>
                  </a:cubicBezTo>
                  <a:cubicBezTo>
                    <a:pt x="73" y="4"/>
                    <a:pt x="72" y="0"/>
                    <a:pt x="72" y="0"/>
                  </a:cubicBezTo>
                  <a:cubicBezTo>
                    <a:pt x="67" y="2"/>
                    <a:pt x="55" y="1"/>
                    <a:pt x="32" y="12"/>
                  </a:cubicBezTo>
                  <a:cubicBezTo>
                    <a:pt x="18" y="18"/>
                    <a:pt x="6" y="28"/>
                    <a:pt x="0" y="36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58">
              <a:extLst>
                <a:ext uri="{FF2B5EF4-FFF2-40B4-BE49-F238E27FC236}">
                  <a16:creationId xmlns:a16="http://schemas.microsoft.com/office/drawing/2014/main" id="{BC528FE5-6ED0-4940-A2E3-6DB1CCD2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1616"/>
              <a:ext cx="140" cy="139"/>
            </a:xfrm>
            <a:custGeom>
              <a:avLst/>
              <a:gdLst>
                <a:gd name="T0" fmla="*/ 313 w 56"/>
                <a:gd name="T1" fmla="*/ 18984 h 52"/>
                <a:gd name="T2" fmla="*/ 13675 w 56"/>
                <a:gd name="T3" fmla="*/ 0 h 52"/>
                <a:gd name="T4" fmla="*/ 313 w 56"/>
                <a:gd name="T5" fmla="*/ 18984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2">
                  <a:moveTo>
                    <a:pt x="1" y="52"/>
                  </a:moveTo>
                  <a:cubicBezTo>
                    <a:pt x="3" y="43"/>
                    <a:pt x="15" y="19"/>
                    <a:pt x="56" y="0"/>
                  </a:cubicBezTo>
                  <a:cubicBezTo>
                    <a:pt x="39" y="5"/>
                    <a:pt x="0" y="22"/>
                    <a:pt x="1" y="52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59">
              <a:extLst>
                <a:ext uri="{FF2B5EF4-FFF2-40B4-BE49-F238E27FC236}">
                  <a16:creationId xmlns:a16="http://schemas.microsoft.com/office/drawing/2014/main" id="{8819B2D0-C7D2-425C-A6C0-D0D6FF33F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637"/>
              <a:ext cx="165" cy="190"/>
            </a:xfrm>
            <a:custGeom>
              <a:avLst/>
              <a:gdLst>
                <a:gd name="T0" fmla="*/ 16145 w 66"/>
                <a:gd name="T1" fmla="*/ 0 h 71"/>
                <a:gd name="T2" fmla="*/ 6645 w 66"/>
                <a:gd name="T3" fmla="*/ 25393 h 71"/>
                <a:gd name="T4" fmla="*/ 0 w 66"/>
                <a:gd name="T5" fmla="*/ 20983 h 71"/>
                <a:gd name="T6" fmla="*/ 4220 w 66"/>
                <a:gd name="T7" fmla="*/ 19492 h 71"/>
                <a:gd name="T8" fmla="*/ 16145 w 6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71">
                  <a:moveTo>
                    <a:pt x="66" y="0"/>
                  </a:moveTo>
                  <a:cubicBezTo>
                    <a:pt x="51" y="8"/>
                    <a:pt x="22" y="52"/>
                    <a:pt x="27" y="69"/>
                  </a:cubicBezTo>
                  <a:cubicBezTo>
                    <a:pt x="24" y="71"/>
                    <a:pt x="5" y="67"/>
                    <a:pt x="0" y="57"/>
                  </a:cubicBezTo>
                  <a:cubicBezTo>
                    <a:pt x="6" y="61"/>
                    <a:pt x="11" y="63"/>
                    <a:pt x="17" y="53"/>
                  </a:cubicBezTo>
                  <a:cubicBezTo>
                    <a:pt x="23" y="44"/>
                    <a:pt x="46" y="3"/>
                    <a:pt x="66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60">
              <a:extLst>
                <a:ext uri="{FF2B5EF4-FFF2-40B4-BE49-F238E27FC236}">
                  <a16:creationId xmlns:a16="http://schemas.microsoft.com/office/drawing/2014/main" id="{0FD31B78-3E26-4D75-A888-BEB34DD79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659"/>
              <a:ext cx="127" cy="210"/>
            </a:xfrm>
            <a:custGeom>
              <a:avLst/>
              <a:gdLst>
                <a:gd name="T0" fmla="*/ 12155 w 51"/>
                <a:gd name="T1" fmla="*/ 0 h 79"/>
                <a:gd name="T2" fmla="*/ 5730 w 51"/>
                <a:gd name="T3" fmla="*/ 26165 h 79"/>
                <a:gd name="T4" fmla="*/ 0 w 51"/>
                <a:gd name="T5" fmla="*/ 24660 h 79"/>
                <a:gd name="T6" fmla="*/ 3349 w 51"/>
                <a:gd name="T7" fmla="*/ 22576 h 79"/>
                <a:gd name="T8" fmla="*/ 12155 w 51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9">
                  <a:moveTo>
                    <a:pt x="51" y="0"/>
                  </a:moveTo>
                  <a:cubicBezTo>
                    <a:pt x="40" y="12"/>
                    <a:pt x="20" y="62"/>
                    <a:pt x="24" y="74"/>
                  </a:cubicBezTo>
                  <a:cubicBezTo>
                    <a:pt x="22" y="77"/>
                    <a:pt x="12" y="79"/>
                    <a:pt x="0" y="70"/>
                  </a:cubicBezTo>
                  <a:cubicBezTo>
                    <a:pt x="7" y="72"/>
                    <a:pt x="10" y="71"/>
                    <a:pt x="14" y="64"/>
                  </a:cubicBezTo>
                  <a:cubicBezTo>
                    <a:pt x="19" y="57"/>
                    <a:pt x="30" y="13"/>
                    <a:pt x="51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61">
              <a:extLst>
                <a:ext uri="{FF2B5EF4-FFF2-40B4-BE49-F238E27FC236}">
                  <a16:creationId xmlns:a16="http://schemas.microsoft.com/office/drawing/2014/main" id="{BD4E4CB0-FD92-4132-B892-B8199FBB7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683"/>
              <a:ext cx="102" cy="224"/>
            </a:xfrm>
            <a:custGeom>
              <a:avLst/>
              <a:gdLst>
                <a:gd name="T0" fmla="*/ 9730 w 41"/>
                <a:gd name="T1" fmla="*/ 0 h 84"/>
                <a:gd name="T2" fmla="*/ 5712 w 41"/>
                <a:gd name="T3" fmla="*/ 28467 h 84"/>
                <a:gd name="T4" fmla="*/ 0 w 41"/>
                <a:gd name="T5" fmla="*/ 27363 h 84"/>
                <a:gd name="T6" fmla="*/ 3528 w 41"/>
                <a:gd name="T7" fmla="*/ 22243 h 84"/>
                <a:gd name="T8" fmla="*/ 9730 w 41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84">
                  <a:moveTo>
                    <a:pt x="41" y="0"/>
                  </a:moveTo>
                  <a:cubicBezTo>
                    <a:pt x="34" y="12"/>
                    <a:pt x="17" y="72"/>
                    <a:pt x="24" y="79"/>
                  </a:cubicBezTo>
                  <a:cubicBezTo>
                    <a:pt x="17" y="84"/>
                    <a:pt x="3" y="79"/>
                    <a:pt x="0" y="76"/>
                  </a:cubicBezTo>
                  <a:cubicBezTo>
                    <a:pt x="11" y="79"/>
                    <a:pt x="12" y="71"/>
                    <a:pt x="15" y="62"/>
                  </a:cubicBezTo>
                  <a:cubicBezTo>
                    <a:pt x="18" y="53"/>
                    <a:pt x="27" y="14"/>
                    <a:pt x="41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62">
              <a:extLst>
                <a:ext uri="{FF2B5EF4-FFF2-40B4-BE49-F238E27FC236}">
                  <a16:creationId xmlns:a16="http://schemas.microsoft.com/office/drawing/2014/main" id="{89DA331B-7E92-4317-995C-017B58C5B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88"/>
              <a:ext cx="95" cy="224"/>
            </a:xfrm>
            <a:custGeom>
              <a:avLst/>
              <a:gdLst>
                <a:gd name="T0" fmla="*/ 7158 w 38"/>
                <a:gd name="T1" fmla="*/ 0 h 84"/>
                <a:gd name="T2" fmla="*/ 8800 w 38"/>
                <a:gd name="T3" fmla="*/ 15779 h 84"/>
                <a:gd name="T4" fmla="*/ 9113 w 38"/>
                <a:gd name="T5" fmla="*/ 28467 h 84"/>
                <a:gd name="T6" fmla="*/ 0 w 38"/>
                <a:gd name="T7" fmla="*/ 28728 h 84"/>
                <a:gd name="T8" fmla="*/ 6845 w 38"/>
                <a:gd name="T9" fmla="*/ 24120 h 84"/>
                <a:gd name="T10" fmla="*/ 7158 w 38"/>
                <a:gd name="T11" fmla="*/ 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4">
                  <a:moveTo>
                    <a:pt x="29" y="0"/>
                  </a:moveTo>
                  <a:cubicBezTo>
                    <a:pt x="32" y="4"/>
                    <a:pt x="35" y="32"/>
                    <a:pt x="36" y="44"/>
                  </a:cubicBezTo>
                  <a:cubicBezTo>
                    <a:pt x="38" y="55"/>
                    <a:pt x="33" y="77"/>
                    <a:pt x="37" y="79"/>
                  </a:cubicBezTo>
                  <a:cubicBezTo>
                    <a:pt x="33" y="82"/>
                    <a:pt x="11" y="84"/>
                    <a:pt x="0" y="80"/>
                  </a:cubicBezTo>
                  <a:cubicBezTo>
                    <a:pt x="9" y="81"/>
                    <a:pt x="24" y="76"/>
                    <a:pt x="28" y="67"/>
                  </a:cubicBezTo>
                  <a:cubicBezTo>
                    <a:pt x="32" y="56"/>
                    <a:pt x="33" y="8"/>
                    <a:pt x="29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63">
              <a:extLst>
                <a:ext uri="{FF2B5EF4-FFF2-40B4-BE49-F238E27FC236}">
                  <a16:creationId xmlns:a16="http://schemas.microsoft.com/office/drawing/2014/main" id="{F8DA2ADB-2D11-43BC-A118-ED855B13C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517"/>
              <a:ext cx="200" cy="38"/>
            </a:xfrm>
            <a:custGeom>
              <a:avLst/>
              <a:gdLst>
                <a:gd name="T0" fmla="*/ 19533 w 80"/>
                <a:gd name="T1" fmla="*/ 2342 h 14"/>
                <a:gd name="T2" fmla="*/ 18563 w 80"/>
                <a:gd name="T3" fmla="*/ 3520 h 14"/>
                <a:gd name="T4" fmla="*/ 0 w 80"/>
                <a:gd name="T5" fmla="*/ 5600 h 14"/>
                <a:gd name="T6" fmla="*/ 13675 w 80"/>
                <a:gd name="T7" fmla="*/ 760 h 14"/>
                <a:gd name="T8" fmla="*/ 19533 w 80"/>
                <a:gd name="T9" fmla="*/ 234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4">
                  <a:moveTo>
                    <a:pt x="80" y="6"/>
                  </a:moveTo>
                  <a:cubicBezTo>
                    <a:pt x="80" y="6"/>
                    <a:pt x="79" y="10"/>
                    <a:pt x="76" y="9"/>
                  </a:cubicBezTo>
                  <a:cubicBezTo>
                    <a:pt x="62" y="3"/>
                    <a:pt x="13" y="7"/>
                    <a:pt x="0" y="14"/>
                  </a:cubicBezTo>
                  <a:cubicBezTo>
                    <a:pt x="12" y="5"/>
                    <a:pt x="39" y="0"/>
                    <a:pt x="56" y="2"/>
                  </a:cubicBezTo>
                  <a:cubicBezTo>
                    <a:pt x="73" y="4"/>
                    <a:pt x="77" y="7"/>
                    <a:pt x="80" y="6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64">
              <a:extLst>
                <a:ext uri="{FF2B5EF4-FFF2-40B4-BE49-F238E27FC236}">
                  <a16:creationId xmlns:a16="http://schemas.microsoft.com/office/drawing/2014/main" id="{5FCEB859-27C2-4579-A374-DBF6B8A37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459"/>
              <a:ext cx="147" cy="72"/>
            </a:xfrm>
            <a:custGeom>
              <a:avLst/>
              <a:gdLst>
                <a:gd name="T0" fmla="*/ 0 w 59"/>
                <a:gd name="T1" fmla="*/ 2184 h 27"/>
                <a:gd name="T2" fmla="*/ 11055 w 59"/>
                <a:gd name="T3" fmla="*/ 9045 h 27"/>
                <a:gd name="T4" fmla="*/ 14105 w 59"/>
                <a:gd name="T5" fmla="*/ 7133 h 27"/>
                <a:gd name="T6" fmla="*/ 10101 w 59"/>
                <a:gd name="T7" fmla="*/ 4301 h 27"/>
                <a:gd name="T8" fmla="*/ 0 w 59"/>
                <a:gd name="T9" fmla="*/ 218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7">
                  <a:moveTo>
                    <a:pt x="0" y="6"/>
                  </a:moveTo>
                  <a:cubicBezTo>
                    <a:pt x="12" y="5"/>
                    <a:pt x="41" y="16"/>
                    <a:pt x="46" y="25"/>
                  </a:cubicBezTo>
                  <a:cubicBezTo>
                    <a:pt x="51" y="27"/>
                    <a:pt x="58" y="21"/>
                    <a:pt x="59" y="20"/>
                  </a:cubicBezTo>
                  <a:cubicBezTo>
                    <a:pt x="53" y="22"/>
                    <a:pt x="51" y="18"/>
                    <a:pt x="42" y="12"/>
                  </a:cubicBezTo>
                  <a:cubicBezTo>
                    <a:pt x="34" y="6"/>
                    <a:pt x="12" y="0"/>
                    <a:pt x="0" y="6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65">
              <a:extLst>
                <a:ext uri="{FF2B5EF4-FFF2-40B4-BE49-F238E27FC236}">
                  <a16:creationId xmlns:a16="http://schemas.microsoft.com/office/drawing/2014/main" id="{E6183BAA-ED99-4ABF-A388-C7EFE7B03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685"/>
              <a:ext cx="65" cy="222"/>
            </a:xfrm>
            <a:custGeom>
              <a:avLst/>
              <a:gdLst>
                <a:gd name="T0" fmla="*/ 1300 w 26"/>
                <a:gd name="T1" fmla="*/ 0 h 83"/>
                <a:gd name="T2" fmla="*/ 5863 w 26"/>
                <a:gd name="T3" fmla="*/ 21641 h 83"/>
                <a:gd name="T4" fmla="*/ 0 w 26"/>
                <a:gd name="T5" fmla="*/ 30403 h 83"/>
                <a:gd name="T6" fmla="*/ 4688 w 26"/>
                <a:gd name="T7" fmla="*/ 21641 h 83"/>
                <a:gd name="T8" fmla="*/ 1300 w 26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3">
                  <a:moveTo>
                    <a:pt x="5" y="0"/>
                  </a:moveTo>
                  <a:cubicBezTo>
                    <a:pt x="11" y="6"/>
                    <a:pt x="23" y="39"/>
                    <a:pt x="24" y="59"/>
                  </a:cubicBezTo>
                  <a:cubicBezTo>
                    <a:pt x="26" y="80"/>
                    <a:pt x="17" y="81"/>
                    <a:pt x="0" y="83"/>
                  </a:cubicBezTo>
                  <a:cubicBezTo>
                    <a:pt x="10" y="81"/>
                    <a:pt x="19" y="70"/>
                    <a:pt x="19" y="59"/>
                  </a:cubicBezTo>
                  <a:cubicBezTo>
                    <a:pt x="19" y="46"/>
                    <a:pt x="8" y="4"/>
                    <a:pt x="5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66">
              <a:extLst>
                <a:ext uri="{FF2B5EF4-FFF2-40B4-BE49-F238E27FC236}">
                  <a16:creationId xmlns:a16="http://schemas.microsoft.com/office/drawing/2014/main" id="{E00950F3-FB35-49CD-8766-A9FDACB2B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77"/>
              <a:ext cx="63" cy="208"/>
            </a:xfrm>
            <a:custGeom>
              <a:avLst/>
              <a:gdLst>
                <a:gd name="T0" fmla="*/ 0 w 25"/>
                <a:gd name="T1" fmla="*/ 0 h 78"/>
                <a:gd name="T2" fmla="*/ 6096 w 25"/>
                <a:gd name="T3" fmla="*/ 22664 h 78"/>
                <a:gd name="T4" fmla="*/ 801 w 25"/>
                <a:gd name="T5" fmla="*/ 28067 h 78"/>
                <a:gd name="T6" fmla="*/ 4082 w 25"/>
                <a:gd name="T7" fmla="*/ 19021 h 78"/>
                <a:gd name="T8" fmla="*/ 0 w 25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8">
                  <a:moveTo>
                    <a:pt x="0" y="0"/>
                  </a:moveTo>
                  <a:cubicBezTo>
                    <a:pt x="6" y="10"/>
                    <a:pt x="22" y="40"/>
                    <a:pt x="24" y="63"/>
                  </a:cubicBezTo>
                  <a:cubicBezTo>
                    <a:pt x="25" y="67"/>
                    <a:pt x="9" y="77"/>
                    <a:pt x="3" y="78"/>
                  </a:cubicBezTo>
                  <a:cubicBezTo>
                    <a:pt x="12" y="74"/>
                    <a:pt x="16" y="66"/>
                    <a:pt x="16" y="53"/>
                  </a:cubicBezTo>
                  <a:cubicBezTo>
                    <a:pt x="16" y="3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67">
              <a:extLst>
                <a:ext uri="{FF2B5EF4-FFF2-40B4-BE49-F238E27FC236}">
                  <a16:creationId xmlns:a16="http://schemas.microsoft.com/office/drawing/2014/main" id="{AD4D9A33-82D1-4904-B980-FB179FABE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653"/>
              <a:ext cx="87" cy="198"/>
            </a:xfrm>
            <a:custGeom>
              <a:avLst/>
              <a:gdLst>
                <a:gd name="T0" fmla="*/ 0 w 35"/>
                <a:gd name="T1" fmla="*/ 0 h 74"/>
                <a:gd name="T2" fmla="*/ 7298 w 35"/>
                <a:gd name="T3" fmla="*/ 16209 h 74"/>
                <a:gd name="T4" fmla="*/ 4467 w 35"/>
                <a:gd name="T5" fmla="*/ 27163 h 74"/>
                <a:gd name="T6" fmla="*/ 5881 w 35"/>
                <a:gd name="T7" fmla="*/ 15385 h 74"/>
                <a:gd name="T8" fmla="*/ 0 w 35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4">
                  <a:moveTo>
                    <a:pt x="0" y="0"/>
                  </a:moveTo>
                  <a:cubicBezTo>
                    <a:pt x="10" y="6"/>
                    <a:pt x="26" y="29"/>
                    <a:pt x="31" y="44"/>
                  </a:cubicBezTo>
                  <a:cubicBezTo>
                    <a:pt x="35" y="58"/>
                    <a:pt x="33" y="68"/>
                    <a:pt x="19" y="74"/>
                  </a:cubicBezTo>
                  <a:cubicBezTo>
                    <a:pt x="28" y="67"/>
                    <a:pt x="29" y="55"/>
                    <a:pt x="25" y="42"/>
                  </a:cubicBezTo>
                  <a:cubicBezTo>
                    <a:pt x="19" y="2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68">
              <a:extLst>
                <a:ext uri="{FF2B5EF4-FFF2-40B4-BE49-F238E27FC236}">
                  <a16:creationId xmlns:a16="http://schemas.microsoft.com/office/drawing/2014/main" id="{4101969E-4130-4F57-8D3B-A44D7C591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48"/>
              <a:ext cx="98" cy="168"/>
            </a:xfrm>
            <a:custGeom>
              <a:avLst/>
              <a:gdLst>
                <a:gd name="T0" fmla="*/ 0 w 39"/>
                <a:gd name="T1" fmla="*/ 0 h 63"/>
                <a:gd name="T2" fmla="*/ 9333 w 39"/>
                <a:gd name="T3" fmla="*/ 15112 h 63"/>
                <a:gd name="T4" fmla="*/ 2980 w 39"/>
                <a:gd name="T5" fmla="*/ 22664 h 63"/>
                <a:gd name="T6" fmla="*/ 7016 w 39"/>
                <a:gd name="T7" fmla="*/ 14413 h 63"/>
                <a:gd name="T8" fmla="*/ 0 w 39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63">
                  <a:moveTo>
                    <a:pt x="0" y="0"/>
                  </a:moveTo>
                  <a:cubicBezTo>
                    <a:pt x="10" y="7"/>
                    <a:pt x="34" y="31"/>
                    <a:pt x="37" y="42"/>
                  </a:cubicBezTo>
                  <a:cubicBezTo>
                    <a:pt x="39" y="52"/>
                    <a:pt x="18" y="63"/>
                    <a:pt x="12" y="63"/>
                  </a:cubicBezTo>
                  <a:cubicBezTo>
                    <a:pt x="22" y="58"/>
                    <a:pt x="28" y="50"/>
                    <a:pt x="28" y="40"/>
                  </a:cubicBezTo>
                  <a:cubicBezTo>
                    <a:pt x="28" y="29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69">
              <a:extLst>
                <a:ext uri="{FF2B5EF4-FFF2-40B4-BE49-F238E27FC236}">
                  <a16:creationId xmlns:a16="http://schemas.microsoft.com/office/drawing/2014/main" id="{81364DCF-7E84-4278-8725-0A94F2188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653"/>
              <a:ext cx="48" cy="99"/>
            </a:xfrm>
            <a:custGeom>
              <a:avLst/>
              <a:gdLst>
                <a:gd name="T0" fmla="*/ 0 w 19"/>
                <a:gd name="T1" fmla="*/ 13582 h 37"/>
                <a:gd name="T2" fmla="*/ 4436 w 19"/>
                <a:gd name="T3" fmla="*/ 4003 h 37"/>
                <a:gd name="T4" fmla="*/ 2567 w 19"/>
                <a:gd name="T5" fmla="*/ 0 h 37"/>
                <a:gd name="T6" fmla="*/ 0 w 19"/>
                <a:gd name="T7" fmla="*/ 1358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7">
                  <a:moveTo>
                    <a:pt x="0" y="37"/>
                  </a:moveTo>
                  <a:cubicBezTo>
                    <a:pt x="6" y="33"/>
                    <a:pt x="16" y="18"/>
                    <a:pt x="17" y="11"/>
                  </a:cubicBezTo>
                  <a:cubicBezTo>
                    <a:pt x="19" y="4"/>
                    <a:pt x="10" y="0"/>
                    <a:pt x="10" y="0"/>
                  </a:cubicBezTo>
                  <a:cubicBezTo>
                    <a:pt x="13" y="5"/>
                    <a:pt x="14" y="20"/>
                    <a:pt x="0" y="37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70">
              <a:extLst>
                <a:ext uri="{FF2B5EF4-FFF2-40B4-BE49-F238E27FC236}">
                  <a16:creationId xmlns:a16="http://schemas.microsoft.com/office/drawing/2014/main" id="{CCC20C69-F02E-4826-9C64-2430166D4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71"/>
              <a:ext cx="193" cy="96"/>
            </a:xfrm>
            <a:custGeom>
              <a:avLst/>
              <a:gdLst>
                <a:gd name="T0" fmla="*/ 14833 w 77"/>
                <a:gd name="T1" fmla="*/ 6464 h 36"/>
                <a:gd name="T2" fmla="*/ 19099 w 77"/>
                <a:gd name="T3" fmla="*/ 3640 h 36"/>
                <a:gd name="T4" fmla="*/ 16611 w 77"/>
                <a:gd name="T5" fmla="*/ 11469 h 36"/>
                <a:gd name="T6" fmla="*/ 0 w 77"/>
                <a:gd name="T7" fmla="*/ 397 h 36"/>
                <a:gd name="T8" fmla="*/ 14833 w 77"/>
                <a:gd name="T9" fmla="*/ 6464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6">
                  <a:moveTo>
                    <a:pt x="60" y="18"/>
                  </a:moveTo>
                  <a:cubicBezTo>
                    <a:pt x="71" y="22"/>
                    <a:pt x="76" y="19"/>
                    <a:pt x="77" y="10"/>
                  </a:cubicBezTo>
                  <a:cubicBezTo>
                    <a:pt x="77" y="24"/>
                    <a:pt x="71" y="36"/>
                    <a:pt x="67" y="32"/>
                  </a:cubicBezTo>
                  <a:cubicBezTo>
                    <a:pt x="54" y="17"/>
                    <a:pt x="15" y="2"/>
                    <a:pt x="0" y="1"/>
                  </a:cubicBezTo>
                  <a:cubicBezTo>
                    <a:pt x="8" y="0"/>
                    <a:pt x="49" y="12"/>
                    <a:pt x="60" y="18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71">
              <a:extLst>
                <a:ext uri="{FF2B5EF4-FFF2-40B4-BE49-F238E27FC236}">
                  <a16:creationId xmlns:a16="http://schemas.microsoft.com/office/drawing/2014/main" id="{1864538A-D88A-4CD0-8041-AE37CA609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499"/>
              <a:ext cx="177" cy="64"/>
            </a:xfrm>
            <a:custGeom>
              <a:avLst/>
              <a:gdLst>
                <a:gd name="T0" fmla="*/ 0 w 71"/>
                <a:gd name="T1" fmla="*/ 5005 h 24"/>
                <a:gd name="T2" fmla="*/ 17029 w 71"/>
                <a:gd name="T3" fmla="*/ 8648 h 24"/>
                <a:gd name="T4" fmla="*/ 0 w 71"/>
                <a:gd name="T5" fmla="*/ 500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24">
                  <a:moveTo>
                    <a:pt x="0" y="14"/>
                  </a:moveTo>
                  <a:cubicBezTo>
                    <a:pt x="13" y="12"/>
                    <a:pt x="50" y="11"/>
                    <a:pt x="71" y="24"/>
                  </a:cubicBezTo>
                  <a:cubicBezTo>
                    <a:pt x="69" y="18"/>
                    <a:pt x="44" y="0"/>
                    <a:pt x="0" y="14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72">
              <a:extLst>
                <a:ext uri="{FF2B5EF4-FFF2-40B4-BE49-F238E27FC236}">
                  <a16:creationId xmlns:a16="http://schemas.microsoft.com/office/drawing/2014/main" id="{CAC6684D-93C4-42BB-949B-468558161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443"/>
              <a:ext cx="100" cy="50"/>
            </a:xfrm>
            <a:custGeom>
              <a:avLst/>
              <a:gdLst>
                <a:gd name="T0" fmla="*/ 0 w 40"/>
                <a:gd name="T1" fmla="*/ 6324 h 19"/>
                <a:gd name="T2" fmla="*/ 8595 w 40"/>
                <a:gd name="T3" fmla="*/ 3642 h 19"/>
                <a:gd name="T4" fmla="*/ 2938 w 40"/>
                <a:gd name="T5" fmla="*/ 0 h 19"/>
                <a:gd name="T6" fmla="*/ 0 w 40"/>
                <a:gd name="T7" fmla="*/ 632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9">
                  <a:moveTo>
                    <a:pt x="0" y="19"/>
                  </a:moveTo>
                  <a:cubicBezTo>
                    <a:pt x="13" y="14"/>
                    <a:pt x="31" y="11"/>
                    <a:pt x="35" y="11"/>
                  </a:cubicBezTo>
                  <a:cubicBezTo>
                    <a:pt x="40" y="11"/>
                    <a:pt x="20" y="0"/>
                    <a:pt x="12" y="0"/>
                  </a:cubicBezTo>
                  <a:cubicBezTo>
                    <a:pt x="16" y="2"/>
                    <a:pt x="11" y="13"/>
                    <a:pt x="0" y="19"/>
                  </a:cubicBezTo>
                  <a:close/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73">
              <a:extLst>
                <a:ext uri="{FF2B5EF4-FFF2-40B4-BE49-F238E27FC236}">
                  <a16:creationId xmlns:a16="http://schemas.microsoft.com/office/drawing/2014/main" id="{E8D33889-48FD-454C-A576-DB3BBC2AC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419"/>
              <a:ext cx="87" cy="82"/>
            </a:xfrm>
            <a:custGeom>
              <a:avLst/>
              <a:gdLst>
                <a:gd name="T0" fmla="*/ 0 w 35"/>
                <a:gd name="T1" fmla="*/ 9991 h 31"/>
                <a:gd name="T2" fmla="*/ 1414 w 35"/>
                <a:gd name="T3" fmla="*/ 10620 h 31"/>
                <a:gd name="T4" fmla="*/ 1904 w 35"/>
                <a:gd name="T5" fmla="*/ 9586 h 31"/>
                <a:gd name="T6" fmla="*/ 3980 w 35"/>
                <a:gd name="T7" fmla="*/ 6221 h 31"/>
                <a:gd name="T8" fmla="*/ 8248 w 35"/>
                <a:gd name="T9" fmla="*/ 1666 h 31"/>
                <a:gd name="T10" fmla="*/ 5881 w 35"/>
                <a:gd name="T11" fmla="*/ 0 h 31"/>
                <a:gd name="T12" fmla="*/ 4270 w 35"/>
                <a:gd name="T13" fmla="*/ 4163 h 31"/>
                <a:gd name="T14" fmla="*/ 2854 w 35"/>
                <a:gd name="T15" fmla="*/ 5827 h 31"/>
                <a:gd name="T16" fmla="*/ 1148 w 35"/>
                <a:gd name="T17" fmla="*/ 9200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1">
                  <a:moveTo>
                    <a:pt x="0" y="29"/>
                  </a:moveTo>
                  <a:cubicBezTo>
                    <a:pt x="1" y="30"/>
                    <a:pt x="4" y="31"/>
                    <a:pt x="6" y="31"/>
                  </a:cubicBezTo>
                  <a:cubicBezTo>
                    <a:pt x="7" y="30"/>
                    <a:pt x="7" y="29"/>
                    <a:pt x="8" y="28"/>
                  </a:cubicBezTo>
                  <a:cubicBezTo>
                    <a:pt x="10" y="24"/>
                    <a:pt x="14" y="21"/>
                    <a:pt x="17" y="18"/>
                  </a:cubicBezTo>
                  <a:cubicBezTo>
                    <a:pt x="22" y="13"/>
                    <a:pt x="29" y="8"/>
                    <a:pt x="35" y="5"/>
                  </a:cubicBezTo>
                  <a:cubicBezTo>
                    <a:pt x="31" y="3"/>
                    <a:pt x="29" y="1"/>
                    <a:pt x="25" y="0"/>
                  </a:cubicBezTo>
                  <a:cubicBezTo>
                    <a:pt x="25" y="5"/>
                    <a:pt x="22" y="9"/>
                    <a:pt x="18" y="12"/>
                  </a:cubicBezTo>
                  <a:cubicBezTo>
                    <a:pt x="16" y="14"/>
                    <a:pt x="14" y="16"/>
                    <a:pt x="12" y="17"/>
                  </a:cubicBezTo>
                  <a:cubicBezTo>
                    <a:pt x="9" y="20"/>
                    <a:pt x="8" y="24"/>
                    <a:pt x="5" y="27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74">
              <a:extLst>
                <a:ext uri="{FF2B5EF4-FFF2-40B4-BE49-F238E27FC236}">
                  <a16:creationId xmlns:a16="http://schemas.microsoft.com/office/drawing/2014/main" id="{0C6E7FE0-D6B4-4415-9632-A189D983F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435"/>
              <a:ext cx="60" cy="56"/>
            </a:xfrm>
            <a:custGeom>
              <a:avLst/>
              <a:gdLst>
                <a:gd name="T0" fmla="*/ 0 w 24"/>
                <a:gd name="T1" fmla="*/ 6464 h 21"/>
                <a:gd name="T2" fmla="*/ 2470 w 24"/>
                <a:gd name="T3" fmla="*/ 6067 h 21"/>
                <a:gd name="T4" fmla="*/ 3720 w 24"/>
                <a:gd name="T5" fmla="*/ 2824 h 21"/>
                <a:gd name="T6" fmla="*/ 5863 w 24"/>
                <a:gd name="T7" fmla="*/ 0 h 21"/>
                <a:gd name="T8" fmla="*/ 3438 w 24"/>
                <a:gd name="T9" fmla="*/ 2184 h 21"/>
                <a:gd name="T10" fmla="*/ 1488 w 24"/>
                <a:gd name="T11" fmla="*/ 606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0" y="18"/>
                  </a:moveTo>
                  <a:cubicBezTo>
                    <a:pt x="3" y="21"/>
                    <a:pt x="8" y="20"/>
                    <a:pt x="10" y="17"/>
                  </a:cubicBezTo>
                  <a:cubicBezTo>
                    <a:pt x="12" y="14"/>
                    <a:pt x="13" y="11"/>
                    <a:pt x="15" y="8"/>
                  </a:cubicBezTo>
                  <a:cubicBezTo>
                    <a:pt x="18" y="5"/>
                    <a:pt x="22" y="3"/>
                    <a:pt x="24" y="0"/>
                  </a:cubicBezTo>
                  <a:cubicBezTo>
                    <a:pt x="21" y="2"/>
                    <a:pt x="17" y="4"/>
                    <a:pt x="14" y="6"/>
                  </a:cubicBezTo>
                  <a:cubicBezTo>
                    <a:pt x="11" y="9"/>
                    <a:pt x="9" y="14"/>
                    <a:pt x="6" y="17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75">
              <a:extLst>
                <a:ext uri="{FF2B5EF4-FFF2-40B4-BE49-F238E27FC236}">
                  <a16:creationId xmlns:a16="http://schemas.microsoft.com/office/drawing/2014/main" id="{C7B19940-5CD9-488A-B0FD-71CA7BCE9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400"/>
              <a:ext cx="32" cy="67"/>
            </a:xfrm>
            <a:custGeom>
              <a:avLst/>
              <a:gdLst>
                <a:gd name="T0" fmla="*/ 0 w 13"/>
                <a:gd name="T1" fmla="*/ 9281 h 25"/>
                <a:gd name="T2" fmla="*/ 1538 w 13"/>
                <a:gd name="T3" fmla="*/ 3714 h 25"/>
                <a:gd name="T4" fmla="*/ 2897 w 13"/>
                <a:gd name="T5" fmla="*/ 675 h 25"/>
                <a:gd name="T6" fmla="*/ 625 w 13"/>
                <a:gd name="T7" fmla="*/ 0 h 25"/>
                <a:gd name="T8" fmla="*/ 928 w 13"/>
                <a:gd name="T9" fmla="*/ 2637 h 25"/>
                <a:gd name="T10" fmla="*/ 0 w 13"/>
                <a:gd name="T11" fmla="*/ 8871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5">
                  <a:moveTo>
                    <a:pt x="0" y="25"/>
                  </a:moveTo>
                  <a:cubicBezTo>
                    <a:pt x="2" y="20"/>
                    <a:pt x="3" y="15"/>
                    <a:pt x="7" y="10"/>
                  </a:cubicBezTo>
                  <a:cubicBezTo>
                    <a:pt x="9" y="7"/>
                    <a:pt x="11" y="5"/>
                    <a:pt x="13" y="2"/>
                  </a:cubicBezTo>
                  <a:cubicBezTo>
                    <a:pt x="10" y="0"/>
                    <a:pt x="7" y="0"/>
                    <a:pt x="3" y="0"/>
                  </a:cubicBezTo>
                  <a:cubicBezTo>
                    <a:pt x="6" y="2"/>
                    <a:pt x="5" y="4"/>
                    <a:pt x="4" y="7"/>
                  </a:cubicBezTo>
                  <a:cubicBezTo>
                    <a:pt x="2" y="12"/>
                    <a:pt x="1" y="18"/>
                    <a:pt x="0" y="24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76">
              <a:extLst>
                <a:ext uri="{FF2B5EF4-FFF2-40B4-BE49-F238E27FC236}">
                  <a16:creationId xmlns:a16="http://schemas.microsoft.com/office/drawing/2014/main" id="{13DD63F7-DC13-4F61-A991-972B82C2E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392"/>
              <a:ext cx="27" cy="75"/>
            </a:xfrm>
            <a:custGeom>
              <a:avLst/>
              <a:gdLst>
                <a:gd name="T0" fmla="*/ 903 w 11"/>
                <a:gd name="T1" fmla="*/ 402 h 28"/>
                <a:gd name="T2" fmla="*/ 903 w 11"/>
                <a:gd name="T3" fmla="*/ 2885 h 28"/>
                <a:gd name="T4" fmla="*/ 427 w 11"/>
                <a:gd name="T5" fmla="*/ 10339 h 28"/>
                <a:gd name="T6" fmla="*/ 174 w 11"/>
                <a:gd name="T7" fmla="*/ 5518 h 28"/>
                <a:gd name="T8" fmla="*/ 621 w 1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4" y="1"/>
                  </a:moveTo>
                  <a:cubicBezTo>
                    <a:pt x="11" y="1"/>
                    <a:pt x="6" y="6"/>
                    <a:pt x="4" y="8"/>
                  </a:cubicBezTo>
                  <a:cubicBezTo>
                    <a:pt x="1" y="14"/>
                    <a:pt x="2" y="22"/>
                    <a:pt x="2" y="28"/>
                  </a:cubicBezTo>
                  <a:cubicBezTo>
                    <a:pt x="1" y="23"/>
                    <a:pt x="0" y="19"/>
                    <a:pt x="1" y="15"/>
                  </a:cubicBezTo>
                  <a:cubicBezTo>
                    <a:pt x="1" y="10"/>
                    <a:pt x="3" y="5"/>
                    <a:pt x="3" y="0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77">
              <a:extLst>
                <a:ext uri="{FF2B5EF4-FFF2-40B4-BE49-F238E27FC236}">
                  <a16:creationId xmlns:a16="http://schemas.microsoft.com/office/drawing/2014/main" id="{3CECEA2B-F082-4AEE-BCA8-658D242ED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373"/>
              <a:ext cx="262" cy="59"/>
            </a:xfrm>
            <a:custGeom>
              <a:avLst/>
              <a:gdLst>
                <a:gd name="T0" fmla="*/ 0 w 105"/>
                <a:gd name="T1" fmla="*/ 5940 h 22"/>
                <a:gd name="T2" fmla="*/ 4539 w 105"/>
                <a:gd name="T3" fmla="*/ 7501 h 22"/>
                <a:gd name="T4" fmla="*/ 10814 w 105"/>
                <a:gd name="T5" fmla="*/ 7501 h 22"/>
                <a:gd name="T6" fmla="*/ 18879 w 105"/>
                <a:gd name="T7" fmla="*/ 6675 h 22"/>
                <a:gd name="T8" fmla="*/ 23223 w 105"/>
                <a:gd name="T9" fmla="*/ 5940 h 22"/>
                <a:gd name="T10" fmla="*/ 23690 w 105"/>
                <a:gd name="T11" fmla="*/ 1078 h 22"/>
                <a:gd name="T12" fmla="*/ 21469 w 105"/>
                <a:gd name="T13" fmla="*/ 1547 h 22"/>
                <a:gd name="T14" fmla="*/ 18100 w 105"/>
                <a:gd name="T15" fmla="*/ 2639 h 22"/>
                <a:gd name="T16" fmla="*/ 13529 w 105"/>
                <a:gd name="T17" fmla="*/ 2891 h 22"/>
                <a:gd name="T18" fmla="*/ 8406 w 105"/>
                <a:gd name="T19" fmla="*/ 2891 h 22"/>
                <a:gd name="T20" fmla="*/ 3573 w 105"/>
                <a:gd name="T21" fmla="*/ 3315 h 22"/>
                <a:gd name="T22" fmla="*/ 1432 w 105"/>
                <a:gd name="T23" fmla="*/ 2639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22">
                  <a:moveTo>
                    <a:pt x="0" y="16"/>
                  </a:moveTo>
                  <a:cubicBezTo>
                    <a:pt x="3" y="22"/>
                    <a:pt x="14" y="20"/>
                    <a:pt x="19" y="20"/>
                  </a:cubicBezTo>
                  <a:cubicBezTo>
                    <a:pt x="28" y="20"/>
                    <a:pt x="37" y="20"/>
                    <a:pt x="45" y="20"/>
                  </a:cubicBezTo>
                  <a:cubicBezTo>
                    <a:pt x="56" y="20"/>
                    <a:pt x="67" y="18"/>
                    <a:pt x="78" y="18"/>
                  </a:cubicBezTo>
                  <a:cubicBezTo>
                    <a:pt x="84" y="18"/>
                    <a:pt x="89" y="17"/>
                    <a:pt x="96" y="16"/>
                  </a:cubicBezTo>
                  <a:cubicBezTo>
                    <a:pt x="105" y="13"/>
                    <a:pt x="104" y="10"/>
                    <a:pt x="98" y="3"/>
                  </a:cubicBezTo>
                  <a:cubicBezTo>
                    <a:pt x="95" y="0"/>
                    <a:pt x="92" y="1"/>
                    <a:pt x="89" y="4"/>
                  </a:cubicBezTo>
                  <a:cubicBezTo>
                    <a:pt x="84" y="8"/>
                    <a:pt x="81" y="8"/>
                    <a:pt x="75" y="7"/>
                  </a:cubicBezTo>
                  <a:cubicBezTo>
                    <a:pt x="69" y="6"/>
                    <a:pt x="63" y="7"/>
                    <a:pt x="56" y="8"/>
                  </a:cubicBezTo>
                  <a:cubicBezTo>
                    <a:pt x="49" y="9"/>
                    <a:pt x="42" y="8"/>
                    <a:pt x="35" y="8"/>
                  </a:cubicBezTo>
                  <a:cubicBezTo>
                    <a:pt x="28" y="8"/>
                    <a:pt x="22" y="10"/>
                    <a:pt x="15" y="9"/>
                  </a:cubicBezTo>
                  <a:cubicBezTo>
                    <a:pt x="13" y="9"/>
                    <a:pt x="8" y="6"/>
                    <a:pt x="6" y="7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78">
              <a:extLst>
                <a:ext uri="{FF2B5EF4-FFF2-40B4-BE49-F238E27FC236}">
                  <a16:creationId xmlns:a16="http://schemas.microsoft.com/office/drawing/2014/main" id="{608482E9-7201-438E-BB94-9335DEEE4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400"/>
              <a:ext cx="57" cy="27"/>
            </a:xfrm>
            <a:custGeom>
              <a:avLst/>
              <a:gdLst>
                <a:gd name="T0" fmla="*/ 0 w 23"/>
                <a:gd name="T1" fmla="*/ 751 h 10"/>
                <a:gd name="T2" fmla="*/ 2525 w 23"/>
                <a:gd name="T3" fmla="*/ 3464 h 10"/>
                <a:gd name="T4" fmla="*/ 5313 w 23"/>
                <a:gd name="T5" fmla="*/ 3464 h 10"/>
                <a:gd name="T6" fmla="*/ 639 w 23"/>
                <a:gd name="T7" fmla="*/ 4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0" y="2"/>
                  </a:moveTo>
                  <a:cubicBezTo>
                    <a:pt x="4" y="3"/>
                    <a:pt x="7" y="7"/>
                    <a:pt x="11" y="9"/>
                  </a:cubicBezTo>
                  <a:cubicBezTo>
                    <a:pt x="15" y="10"/>
                    <a:pt x="18" y="9"/>
                    <a:pt x="23" y="9"/>
                  </a:cubicBezTo>
                  <a:cubicBezTo>
                    <a:pt x="20" y="1"/>
                    <a:pt x="10" y="0"/>
                    <a:pt x="3" y="1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79">
              <a:extLst>
                <a:ext uri="{FF2B5EF4-FFF2-40B4-BE49-F238E27FC236}">
                  <a16:creationId xmlns:a16="http://schemas.microsoft.com/office/drawing/2014/main" id="{83642EEB-C58D-4DE5-A9F8-C4A8A257D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421"/>
              <a:ext cx="20" cy="48"/>
            </a:xfrm>
            <a:custGeom>
              <a:avLst/>
              <a:gdLst>
                <a:gd name="T0" fmla="*/ 0 w 8"/>
                <a:gd name="T1" fmla="*/ 0 h 18"/>
                <a:gd name="T2" fmla="*/ 1300 w 8"/>
                <a:gd name="T3" fmla="*/ 3243 h 18"/>
                <a:gd name="T4" fmla="*/ 1770 w 8"/>
                <a:gd name="T5" fmla="*/ 6464 h 18"/>
                <a:gd name="T6" fmla="*/ 1958 w 8"/>
                <a:gd name="T7" fmla="*/ 2824 h 18"/>
                <a:gd name="T8" fmla="*/ 1770 w 8"/>
                <a:gd name="T9" fmla="*/ 39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2" y="3"/>
                    <a:pt x="4" y="5"/>
                    <a:pt x="5" y="9"/>
                  </a:cubicBezTo>
                  <a:cubicBezTo>
                    <a:pt x="5" y="12"/>
                    <a:pt x="5" y="15"/>
                    <a:pt x="7" y="18"/>
                  </a:cubicBezTo>
                  <a:cubicBezTo>
                    <a:pt x="7" y="15"/>
                    <a:pt x="8" y="11"/>
                    <a:pt x="8" y="8"/>
                  </a:cubicBezTo>
                  <a:cubicBezTo>
                    <a:pt x="8" y="6"/>
                    <a:pt x="7" y="3"/>
                    <a:pt x="7" y="1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80">
              <a:extLst>
                <a:ext uri="{FF2B5EF4-FFF2-40B4-BE49-F238E27FC236}">
                  <a16:creationId xmlns:a16="http://schemas.microsoft.com/office/drawing/2014/main" id="{83CFA508-980F-45D3-8F90-52A4854A6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421"/>
              <a:ext cx="15" cy="43"/>
            </a:xfrm>
            <a:custGeom>
              <a:avLst/>
              <a:gdLst>
                <a:gd name="T0" fmla="*/ 0 w 6"/>
                <a:gd name="T1" fmla="*/ 0 h 16"/>
                <a:gd name="T2" fmla="*/ 988 w 6"/>
                <a:gd name="T3" fmla="*/ 6060 h 16"/>
                <a:gd name="T4" fmla="*/ 1488 w 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4" y="4"/>
                    <a:pt x="1" y="11"/>
                    <a:pt x="4" y="16"/>
                  </a:cubicBezTo>
                  <a:cubicBezTo>
                    <a:pt x="6" y="11"/>
                    <a:pt x="5" y="5"/>
                    <a:pt x="6" y="0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81">
              <a:extLst>
                <a:ext uri="{FF2B5EF4-FFF2-40B4-BE49-F238E27FC236}">
                  <a16:creationId xmlns:a16="http://schemas.microsoft.com/office/drawing/2014/main" id="{14A1CA12-DB9D-40CA-B0AE-54ABEC5C5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419"/>
              <a:ext cx="20" cy="42"/>
            </a:xfrm>
            <a:custGeom>
              <a:avLst/>
              <a:gdLst>
                <a:gd name="T0" fmla="*/ 0 w 8"/>
                <a:gd name="T1" fmla="*/ 0 h 16"/>
                <a:gd name="T2" fmla="*/ 1488 w 8"/>
                <a:gd name="T3" fmla="*/ 5229 h 16"/>
                <a:gd name="T4" fmla="*/ 1958 w 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4" y="4"/>
                    <a:pt x="2" y="12"/>
                    <a:pt x="6" y="16"/>
                  </a:cubicBezTo>
                  <a:cubicBezTo>
                    <a:pt x="7" y="11"/>
                    <a:pt x="7" y="5"/>
                    <a:pt x="8" y="0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82">
              <a:extLst>
                <a:ext uri="{FF2B5EF4-FFF2-40B4-BE49-F238E27FC236}">
                  <a16:creationId xmlns:a16="http://schemas.microsoft.com/office/drawing/2014/main" id="{66CA5C0C-8D7C-4F74-A2C5-ABE1D6BC2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416"/>
              <a:ext cx="20" cy="48"/>
            </a:xfrm>
            <a:custGeom>
              <a:avLst/>
              <a:gdLst>
                <a:gd name="T0" fmla="*/ 0 w 8"/>
                <a:gd name="T1" fmla="*/ 397 h 18"/>
                <a:gd name="T2" fmla="*/ 1488 w 8"/>
                <a:gd name="T3" fmla="*/ 6464 h 18"/>
                <a:gd name="T4" fmla="*/ 1958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0" y="1"/>
                  </a:moveTo>
                  <a:cubicBezTo>
                    <a:pt x="4" y="6"/>
                    <a:pt x="2" y="13"/>
                    <a:pt x="6" y="18"/>
                  </a:cubicBezTo>
                  <a:cubicBezTo>
                    <a:pt x="7" y="13"/>
                    <a:pt x="5" y="4"/>
                    <a:pt x="8" y="0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83">
              <a:extLst>
                <a:ext uri="{FF2B5EF4-FFF2-40B4-BE49-F238E27FC236}">
                  <a16:creationId xmlns:a16="http://schemas.microsoft.com/office/drawing/2014/main" id="{B3372791-A179-4422-9E95-E7C94D91E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413"/>
              <a:ext cx="10" cy="54"/>
            </a:xfrm>
            <a:custGeom>
              <a:avLst/>
              <a:gdLst>
                <a:gd name="T0" fmla="*/ 988 w 4"/>
                <a:gd name="T1" fmla="*/ 0 h 20"/>
                <a:gd name="T2" fmla="*/ 520 w 4"/>
                <a:gd name="T3" fmla="*/ 7757 h 20"/>
                <a:gd name="T4" fmla="*/ 0 w 4"/>
                <a:gd name="T5" fmla="*/ 42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2" y="7"/>
                    <a:pt x="3" y="13"/>
                    <a:pt x="2" y="20"/>
                  </a:cubicBezTo>
                  <a:cubicBezTo>
                    <a:pt x="2" y="15"/>
                    <a:pt x="2" y="5"/>
                    <a:pt x="0" y="1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84">
              <a:extLst>
                <a:ext uri="{FF2B5EF4-FFF2-40B4-BE49-F238E27FC236}">
                  <a16:creationId xmlns:a16="http://schemas.microsoft.com/office/drawing/2014/main" id="{EEE14C18-F015-46FA-956A-7A76B6B42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427"/>
              <a:ext cx="30" cy="56"/>
            </a:xfrm>
            <a:custGeom>
              <a:avLst/>
              <a:gdLst>
                <a:gd name="T0" fmla="*/ 0 w 12"/>
                <a:gd name="T1" fmla="*/ 397 h 21"/>
                <a:gd name="T2" fmla="*/ 313 w 12"/>
                <a:gd name="T3" fmla="*/ 7531 h 21"/>
                <a:gd name="T4" fmla="*/ 0 w 1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0" y="1"/>
                  </a:moveTo>
                  <a:cubicBezTo>
                    <a:pt x="4" y="7"/>
                    <a:pt x="12" y="19"/>
                    <a:pt x="1" y="21"/>
                  </a:cubicBezTo>
                  <a:cubicBezTo>
                    <a:pt x="5" y="15"/>
                    <a:pt x="1" y="7"/>
                    <a:pt x="0" y="0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85">
              <a:extLst>
                <a:ext uri="{FF2B5EF4-FFF2-40B4-BE49-F238E27FC236}">
                  <a16:creationId xmlns:a16="http://schemas.microsoft.com/office/drawing/2014/main" id="{889CA850-1DA1-4A51-864F-4A62C412F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440"/>
              <a:ext cx="38" cy="59"/>
            </a:xfrm>
            <a:custGeom>
              <a:avLst/>
              <a:gdLst>
                <a:gd name="T0" fmla="*/ 0 w 15"/>
                <a:gd name="T1" fmla="*/ 0 h 22"/>
                <a:gd name="T2" fmla="*/ 3139 w 15"/>
                <a:gd name="T3" fmla="*/ 5286 h 22"/>
                <a:gd name="T4" fmla="*/ 828 w 15"/>
                <a:gd name="T5" fmla="*/ 8177 h 22"/>
                <a:gd name="T6" fmla="*/ 1561 w 15"/>
                <a:gd name="T7" fmla="*/ 5538 h 22"/>
                <a:gd name="T8" fmla="*/ 828 w 15"/>
                <a:gd name="T9" fmla="*/ 67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0"/>
                  </a:moveTo>
                  <a:cubicBezTo>
                    <a:pt x="5" y="3"/>
                    <a:pt x="10" y="9"/>
                    <a:pt x="12" y="14"/>
                  </a:cubicBezTo>
                  <a:cubicBezTo>
                    <a:pt x="15" y="21"/>
                    <a:pt x="9" y="20"/>
                    <a:pt x="3" y="22"/>
                  </a:cubicBezTo>
                  <a:cubicBezTo>
                    <a:pt x="4" y="20"/>
                    <a:pt x="5" y="18"/>
                    <a:pt x="6" y="15"/>
                  </a:cubicBezTo>
                  <a:cubicBezTo>
                    <a:pt x="6" y="11"/>
                    <a:pt x="4" y="6"/>
                    <a:pt x="3" y="2"/>
                  </a:cubicBezTo>
                </a:path>
              </a:pathLst>
            </a:custGeom>
            <a:solidFill>
              <a:srgbClr val="E8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86">
              <a:extLst>
                <a:ext uri="{FF2B5EF4-FFF2-40B4-BE49-F238E27FC236}">
                  <a16:creationId xmlns:a16="http://schemas.microsoft.com/office/drawing/2014/main" id="{4F5CAF62-BF59-47BD-9AEA-716195E86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917"/>
              <a:ext cx="112" cy="155"/>
            </a:xfrm>
            <a:custGeom>
              <a:avLst/>
              <a:gdLst>
                <a:gd name="T0" fmla="*/ 9249 w 45"/>
                <a:gd name="T1" fmla="*/ 0 h 58"/>
                <a:gd name="T2" fmla="*/ 9249 w 45"/>
                <a:gd name="T3" fmla="*/ 17846 h 58"/>
                <a:gd name="T4" fmla="*/ 0 w 45"/>
                <a:gd name="T5" fmla="*/ 20711 h 58"/>
                <a:gd name="T6" fmla="*/ 9249 w 45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8">
                  <a:moveTo>
                    <a:pt x="39" y="0"/>
                  </a:moveTo>
                  <a:cubicBezTo>
                    <a:pt x="42" y="9"/>
                    <a:pt x="45" y="39"/>
                    <a:pt x="39" y="49"/>
                  </a:cubicBezTo>
                  <a:cubicBezTo>
                    <a:pt x="33" y="58"/>
                    <a:pt x="7" y="58"/>
                    <a:pt x="0" y="57"/>
                  </a:cubicBezTo>
                  <a:cubicBezTo>
                    <a:pt x="16" y="56"/>
                    <a:pt x="34" y="53"/>
                    <a:pt x="39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Freeform 87">
              <a:extLst>
                <a:ext uri="{FF2B5EF4-FFF2-40B4-BE49-F238E27FC236}">
                  <a16:creationId xmlns:a16="http://schemas.microsoft.com/office/drawing/2014/main" id="{9151A377-54CE-404B-A523-612120BA7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925"/>
              <a:ext cx="25" cy="123"/>
            </a:xfrm>
            <a:custGeom>
              <a:avLst/>
              <a:gdLst>
                <a:gd name="T0" fmla="*/ 313 w 10"/>
                <a:gd name="T1" fmla="*/ 0 h 46"/>
                <a:gd name="T2" fmla="*/ 0 w 10"/>
                <a:gd name="T3" fmla="*/ 16824 h 46"/>
                <a:gd name="T4" fmla="*/ 313 w 10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6">
                  <a:moveTo>
                    <a:pt x="1" y="0"/>
                  </a:moveTo>
                  <a:cubicBezTo>
                    <a:pt x="9" y="18"/>
                    <a:pt x="10" y="33"/>
                    <a:pt x="0" y="46"/>
                  </a:cubicBezTo>
                  <a:cubicBezTo>
                    <a:pt x="4" y="37"/>
                    <a:pt x="4" y="7"/>
                    <a:pt x="1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88">
              <a:extLst>
                <a:ext uri="{FF2B5EF4-FFF2-40B4-BE49-F238E27FC236}">
                  <a16:creationId xmlns:a16="http://schemas.microsoft.com/office/drawing/2014/main" id="{F5F52C38-F664-4E9B-9936-77E6D9721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893"/>
              <a:ext cx="70" cy="160"/>
            </a:xfrm>
            <a:custGeom>
              <a:avLst/>
              <a:gdLst>
                <a:gd name="T0" fmla="*/ 4895 w 28"/>
                <a:gd name="T1" fmla="*/ 0 h 60"/>
                <a:gd name="T2" fmla="*/ 6175 w 28"/>
                <a:gd name="T3" fmla="*/ 16589 h 60"/>
                <a:gd name="T4" fmla="*/ 0 w 28"/>
                <a:gd name="T5" fmla="*/ 21597 h 60"/>
                <a:gd name="T6" fmla="*/ 5208 w 28"/>
                <a:gd name="T7" fmla="*/ 1401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0">
                  <a:moveTo>
                    <a:pt x="20" y="0"/>
                  </a:moveTo>
                  <a:cubicBezTo>
                    <a:pt x="23" y="10"/>
                    <a:pt x="28" y="37"/>
                    <a:pt x="25" y="46"/>
                  </a:cubicBezTo>
                  <a:cubicBezTo>
                    <a:pt x="22" y="55"/>
                    <a:pt x="2" y="59"/>
                    <a:pt x="0" y="60"/>
                  </a:cubicBezTo>
                  <a:cubicBezTo>
                    <a:pt x="9" y="58"/>
                    <a:pt x="19" y="50"/>
                    <a:pt x="21" y="3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89">
              <a:extLst>
                <a:ext uri="{FF2B5EF4-FFF2-40B4-BE49-F238E27FC236}">
                  <a16:creationId xmlns:a16="http://schemas.microsoft.com/office/drawing/2014/main" id="{7D9D6E75-0137-416C-86C9-35E417753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864"/>
              <a:ext cx="63" cy="155"/>
            </a:xfrm>
            <a:custGeom>
              <a:avLst/>
              <a:gdLst>
                <a:gd name="T0" fmla="*/ 4350 w 25"/>
                <a:gd name="T1" fmla="*/ 0 h 58"/>
                <a:gd name="T2" fmla="*/ 5602 w 25"/>
                <a:gd name="T3" fmla="*/ 15006 h 58"/>
                <a:gd name="T4" fmla="*/ 0 w 25"/>
                <a:gd name="T5" fmla="*/ 21112 h 58"/>
                <a:gd name="T6" fmla="*/ 4559 w 25"/>
                <a:gd name="T7" fmla="*/ 11320 h 58"/>
                <a:gd name="T8" fmla="*/ 4350 w 2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17" y="0"/>
                  </a:moveTo>
                  <a:cubicBezTo>
                    <a:pt x="21" y="7"/>
                    <a:pt x="25" y="31"/>
                    <a:pt x="22" y="41"/>
                  </a:cubicBezTo>
                  <a:cubicBezTo>
                    <a:pt x="19" y="51"/>
                    <a:pt x="6" y="57"/>
                    <a:pt x="0" y="58"/>
                  </a:cubicBezTo>
                  <a:cubicBezTo>
                    <a:pt x="9" y="54"/>
                    <a:pt x="16" y="44"/>
                    <a:pt x="18" y="31"/>
                  </a:cubicBezTo>
                  <a:cubicBezTo>
                    <a:pt x="20" y="1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90">
              <a:extLst>
                <a:ext uri="{FF2B5EF4-FFF2-40B4-BE49-F238E27FC236}">
                  <a16:creationId xmlns:a16="http://schemas.microsoft.com/office/drawing/2014/main" id="{1F24B30B-0BEA-45BE-91A9-F6C69E0CB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824"/>
              <a:ext cx="63" cy="152"/>
            </a:xfrm>
            <a:custGeom>
              <a:avLst/>
              <a:gdLst>
                <a:gd name="T0" fmla="*/ 4082 w 25"/>
                <a:gd name="T1" fmla="*/ 0 h 57"/>
                <a:gd name="T2" fmla="*/ 5088 w 25"/>
                <a:gd name="T3" fmla="*/ 15112 h 57"/>
                <a:gd name="T4" fmla="*/ 0 w 25"/>
                <a:gd name="T5" fmla="*/ 20480 h 57"/>
                <a:gd name="T6" fmla="*/ 4082 w 25"/>
                <a:gd name="T7" fmla="*/ 11891 h 57"/>
                <a:gd name="T8" fmla="*/ 4082 w 25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7">
                  <a:moveTo>
                    <a:pt x="16" y="0"/>
                  </a:moveTo>
                  <a:cubicBezTo>
                    <a:pt x="19" y="11"/>
                    <a:pt x="25" y="32"/>
                    <a:pt x="20" y="42"/>
                  </a:cubicBezTo>
                  <a:cubicBezTo>
                    <a:pt x="16" y="51"/>
                    <a:pt x="2" y="57"/>
                    <a:pt x="0" y="57"/>
                  </a:cubicBezTo>
                  <a:cubicBezTo>
                    <a:pt x="8" y="54"/>
                    <a:pt x="14" y="42"/>
                    <a:pt x="16" y="33"/>
                  </a:cubicBezTo>
                  <a:cubicBezTo>
                    <a:pt x="17" y="25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91">
              <a:extLst>
                <a:ext uri="{FF2B5EF4-FFF2-40B4-BE49-F238E27FC236}">
                  <a16:creationId xmlns:a16="http://schemas.microsoft.com/office/drawing/2014/main" id="{B511D8D3-ABEC-4A88-86CB-8CAFC45E0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763"/>
              <a:ext cx="43" cy="149"/>
            </a:xfrm>
            <a:custGeom>
              <a:avLst/>
              <a:gdLst>
                <a:gd name="T0" fmla="*/ 1556 w 17"/>
                <a:gd name="T1" fmla="*/ 0 h 56"/>
                <a:gd name="T2" fmla="*/ 4467 w 17"/>
                <a:gd name="T3" fmla="*/ 10265 h 56"/>
                <a:gd name="T4" fmla="*/ 0 w 17"/>
                <a:gd name="T5" fmla="*/ 19852 h 56"/>
                <a:gd name="T6" fmla="*/ 2911 w 17"/>
                <a:gd name="T7" fmla="*/ 8517 h 56"/>
                <a:gd name="T8" fmla="*/ 1343 w 17"/>
                <a:gd name="T9" fmla="*/ 65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6">
                  <a:moveTo>
                    <a:pt x="6" y="0"/>
                  </a:moveTo>
                  <a:cubicBezTo>
                    <a:pt x="12" y="9"/>
                    <a:pt x="17" y="24"/>
                    <a:pt x="17" y="29"/>
                  </a:cubicBezTo>
                  <a:cubicBezTo>
                    <a:pt x="17" y="35"/>
                    <a:pt x="7" y="52"/>
                    <a:pt x="0" y="56"/>
                  </a:cubicBezTo>
                  <a:cubicBezTo>
                    <a:pt x="7" y="48"/>
                    <a:pt x="11" y="35"/>
                    <a:pt x="11" y="24"/>
                  </a:cubicBezTo>
                  <a:cubicBezTo>
                    <a:pt x="11" y="14"/>
                    <a:pt x="5" y="2"/>
                    <a:pt x="5" y="2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92">
              <a:extLst>
                <a:ext uri="{FF2B5EF4-FFF2-40B4-BE49-F238E27FC236}">
                  <a16:creationId xmlns:a16="http://schemas.microsoft.com/office/drawing/2014/main" id="{89E2C729-BC1F-4DBC-97EC-F96A19D88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685"/>
              <a:ext cx="40" cy="134"/>
            </a:xfrm>
            <a:custGeom>
              <a:avLst/>
              <a:gdLst>
                <a:gd name="T0" fmla="*/ 2470 w 16"/>
                <a:gd name="T1" fmla="*/ 0 h 50"/>
                <a:gd name="T2" fmla="*/ 2470 w 16"/>
                <a:gd name="T3" fmla="*/ 18516 h 50"/>
                <a:gd name="T4" fmla="*/ 0 w 16"/>
                <a:gd name="T5" fmla="*/ 8871 h 50"/>
                <a:gd name="T6" fmla="*/ 2470 w 16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0">
                  <a:moveTo>
                    <a:pt x="10" y="0"/>
                  </a:moveTo>
                  <a:cubicBezTo>
                    <a:pt x="13" y="11"/>
                    <a:pt x="16" y="41"/>
                    <a:pt x="10" y="50"/>
                  </a:cubicBezTo>
                  <a:cubicBezTo>
                    <a:pt x="9" y="39"/>
                    <a:pt x="0" y="24"/>
                    <a:pt x="0" y="24"/>
                  </a:cubicBezTo>
                  <a:cubicBezTo>
                    <a:pt x="7" y="16"/>
                    <a:pt x="9" y="5"/>
                    <a:pt x="1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93">
              <a:extLst>
                <a:ext uri="{FF2B5EF4-FFF2-40B4-BE49-F238E27FC236}">
                  <a16:creationId xmlns:a16="http://schemas.microsoft.com/office/drawing/2014/main" id="{67793685-16FF-483F-A4D8-F3F53764A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808"/>
              <a:ext cx="80" cy="77"/>
            </a:xfrm>
            <a:custGeom>
              <a:avLst/>
              <a:gdLst>
                <a:gd name="T0" fmla="*/ 988 w 32"/>
                <a:gd name="T1" fmla="*/ 2791 h 29"/>
                <a:gd name="T2" fmla="*/ 0 w 32"/>
                <a:gd name="T3" fmla="*/ 5563 h 29"/>
                <a:gd name="T4" fmla="*/ 4220 w 32"/>
                <a:gd name="T5" fmla="*/ 4625 h 29"/>
                <a:gd name="T6" fmla="*/ 7625 w 32"/>
                <a:gd name="T7" fmla="*/ 10145 h 29"/>
                <a:gd name="T8" fmla="*/ 6645 w 32"/>
                <a:gd name="T9" fmla="*/ 0 h 29"/>
                <a:gd name="T10" fmla="*/ 6375 w 32"/>
                <a:gd name="T11" fmla="*/ 0 h 29"/>
                <a:gd name="T12" fmla="*/ 4688 w 32"/>
                <a:gd name="T13" fmla="*/ 1742 h 29"/>
                <a:gd name="T14" fmla="*/ 2270 w 32"/>
                <a:gd name="T15" fmla="*/ 2095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9">
                  <a:moveTo>
                    <a:pt x="4" y="8"/>
                  </a:moveTo>
                  <a:cubicBezTo>
                    <a:pt x="2" y="10"/>
                    <a:pt x="1" y="13"/>
                    <a:pt x="0" y="16"/>
                  </a:cubicBezTo>
                  <a:cubicBezTo>
                    <a:pt x="5" y="14"/>
                    <a:pt x="12" y="12"/>
                    <a:pt x="17" y="13"/>
                  </a:cubicBezTo>
                  <a:cubicBezTo>
                    <a:pt x="27" y="15"/>
                    <a:pt x="30" y="20"/>
                    <a:pt x="31" y="29"/>
                  </a:cubicBezTo>
                  <a:cubicBezTo>
                    <a:pt x="32" y="20"/>
                    <a:pt x="30" y="8"/>
                    <a:pt x="27" y="0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24" y="1"/>
                    <a:pt x="21" y="4"/>
                    <a:pt x="19" y="5"/>
                  </a:cubicBezTo>
                  <a:cubicBezTo>
                    <a:pt x="16" y="6"/>
                    <a:pt x="13" y="5"/>
                    <a:pt x="9" y="6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94">
              <a:extLst>
                <a:ext uri="{FF2B5EF4-FFF2-40B4-BE49-F238E27FC236}">
                  <a16:creationId xmlns:a16="http://schemas.microsoft.com/office/drawing/2014/main" id="{FDA6236A-0582-49DA-8DC4-DBB5F2DD2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755"/>
              <a:ext cx="62" cy="50"/>
            </a:xfrm>
            <a:custGeom>
              <a:avLst/>
              <a:gdLst>
                <a:gd name="T0" fmla="*/ 0 w 25"/>
                <a:gd name="T1" fmla="*/ 6324 h 19"/>
                <a:gd name="T2" fmla="*/ 1895 w 25"/>
                <a:gd name="T3" fmla="*/ 1384 h 19"/>
                <a:gd name="T4" fmla="*/ 4238 w 25"/>
                <a:gd name="T5" fmla="*/ 0 h 19"/>
                <a:gd name="T6" fmla="*/ 5826 w 25"/>
                <a:gd name="T7" fmla="*/ 5318 h 19"/>
                <a:gd name="T8" fmla="*/ 3296 w 25"/>
                <a:gd name="T9" fmla="*/ 4032 h 19"/>
                <a:gd name="T10" fmla="*/ 1895 w 25"/>
                <a:gd name="T11" fmla="*/ 5666 h 19"/>
                <a:gd name="T12" fmla="*/ 456 w 25"/>
                <a:gd name="T13" fmla="*/ 594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9">
                  <a:moveTo>
                    <a:pt x="0" y="19"/>
                  </a:moveTo>
                  <a:cubicBezTo>
                    <a:pt x="4" y="15"/>
                    <a:pt x="8" y="10"/>
                    <a:pt x="8" y="4"/>
                  </a:cubicBezTo>
                  <a:cubicBezTo>
                    <a:pt x="12" y="4"/>
                    <a:pt x="15" y="3"/>
                    <a:pt x="18" y="0"/>
                  </a:cubicBezTo>
                  <a:cubicBezTo>
                    <a:pt x="21" y="4"/>
                    <a:pt x="24" y="11"/>
                    <a:pt x="25" y="16"/>
                  </a:cubicBezTo>
                  <a:cubicBezTo>
                    <a:pt x="21" y="13"/>
                    <a:pt x="19" y="10"/>
                    <a:pt x="14" y="12"/>
                  </a:cubicBezTo>
                  <a:cubicBezTo>
                    <a:pt x="11" y="13"/>
                    <a:pt x="10" y="16"/>
                    <a:pt x="8" y="17"/>
                  </a:cubicBezTo>
                  <a:cubicBezTo>
                    <a:pt x="6" y="18"/>
                    <a:pt x="4" y="18"/>
                    <a:pt x="2" y="1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95">
              <a:extLst>
                <a:ext uri="{FF2B5EF4-FFF2-40B4-BE49-F238E27FC236}">
                  <a16:creationId xmlns:a16="http://schemas.microsoft.com/office/drawing/2014/main" id="{54C05919-F306-4A2A-8376-864D650EA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851"/>
              <a:ext cx="82" cy="64"/>
            </a:xfrm>
            <a:custGeom>
              <a:avLst/>
              <a:gdLst>
                <a:gd name="T0" fmla="*/ 0 w 33"/>
                <a:gd name="T1" fmla="*/ 3891 h 24"/>
                <a:gd name="T2" fmla="*/ 1148 w 33"/>
                <a:gd name="T3" fmla="*/ 2184 h 24"/>
                <a:gd name="T4" fmla="*/ 7089 w 33"/>
                <a:gd name="T5" fmla="*/ 0 h 24"/>
                <a:gd name="T6" fmla="*/ 7780 w 33"/>
                <a:gd name="T7" fmla="*/ 4701 h 24"/>
                <a:gd name="T8" fmla="*/ 7780 w 33"/>
                <a:gd name="T9" fmla="*/ 8648 h 24"/>
                <a:gd name="T10" fmla="*/ 6625 w 33"/>
                <a:gd name="T11" fmla="*/ 4301 h 24"/>
                <a:gd name="T12" fmla="*/ 4465 w 33"/>
                <a:gd name="T13" fmla="*/ 3891 h 24"/>
                <a:gd name="T14" fmla="*/ 952 w 33"/>
                <a:gd name="T15" fmla="*/ 5005 h 24"/>
                <a:gd name="T16" fmla="*/ 0 w 33"/>
                <a:gd name="T17" fmla="*/ 364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4">
                  <a:moveTo>
                    <a:pt x="0" y="11"/>
                  </a:moveTo>
                  <a:cubicBezTo>
                    <a:pt x="2" y="10"/>
                    <a:pt x="4" y="8"/>
                    <a:pt x="5" y="6"/>
                  </a:cubicBezTo>
                  <a:cubicBezTo>
                    <a:pt x="11" y="11"/>
                    <a:pt x="26" y="6"/>
                    <a:pt x="30" y="0"/>
                  </a:cubicBezTo>
                  <a:cubicBezTo>
                    <a:pt x="30" y="4"/>
                    <a:pt x="32" y="8"/>
                    <a:pt x="33" y="13"/>
                  </a:cubicBezTo>
                  <a:cubicBezTo>
                    <a:pt x="33" y="17"/>
                    <a:pt x="32" y="20"/>
                    <a:pt x="33" y="24"/>
                  </a:cubicBezTo>
                  <a:cubicBezTo>
                    <a:pt x="32" y="20"/>
                    <a:pt x="31" y="15"/>
                    <a:pt x="28" y="12"/>
                  </a:cubicBezTo>
                  <a:cubicBezTo>
                    <a:pt x="25" y="8"/>
                    <a:pt x="22" y="10"/>
                    <a:pt x="19" y="11"/>
                  </a:cubicBezTo>
                  <a:cubicBezTo>
                    <a:pt x="15" y="13"/>
                    <a:pt x="8" y="16"/>
                    <a:pt x="4" y="14"/>
                  </a:cubicBezTo>
                  <a:cubicBezTo>
                    <a:pt x="2" y="13"/>
                    <a:pt x="2" y="11"/>
                    <a:pt x="0" y="10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96">
              <a:extLst>
                <a:ext uri="{FF2B5EF4-FFF2-40B4-BE49-F238E27FC236}">
                  <a16:creationId xmlns:a16="http://schemas.microsoft.com/office/drawing/2014/main" id="{A4B6E2C4-0FA4-4646-8433-7FE1D2A93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885"/>
              <a:ext cx="68" cy="54"/>
            </a:xfrm>
            <a:custGeom>
              <a:avLst/>
              <a:gdLst>
                <a:gd name="T0" fmla="*/ 0 w 27"/>
                <a:gd name="T1" fmla="*/ 3127 h 20"/>
                <a:gd name="T2" fmla="*/ 6070 w 27"/>
                <a:gd name="T3" fmla="*/ 0 h 20"/>
                <a:gd name="T4" fmla="*/ 6883 w 27"/>
                <a:gd name="T5" fmla="*/ 7757 h 20"/>
                <a:gd name="T6" fmla="*/ 4344 w 27"/>
                <a:gd name="T7" fmla="*/ 4563 h 20"/>
                <a:gd name="T8" fmla="*/ 2335 w 27"/>
                <a:gd name="T9" fmla="*/ 4309 h 20"/>
                <a:gd name="T10" fmla="*/ 526 w 27"/>
                <a:gd name="T11" fmla="*/ 346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0">
                  <a:moveTo>
                    <a:pt x="0" y="8"/>
                  </a:moveTo>
                  <a:cubicBezTo>
                    <a:pt x="10" y="10"/>
                    <a:pt x="16" y="4"/>
                    <a:pt x="24" y="0"/>
                  </a:cubicBezTo>
                  <a:cubicBezTo>
                    <a:pt x="26" y="7"/>
                    <a:pt x="25" y="13"/>
                    <a:pt x="27" y="20"/>
                  </a:cubicBezTo>
                  <a:cubicBezTo>
                    <a:pt x="25" y="14"/>
                    <a:pt x="23" y="12"/>
                    <a:pt x="17" y="12"/>
                  </a:cubicBezTo>
                  <a:cubicBezTo>
                    <a:pt x="14" y="12"/>
                    <a:pt x="12" y="11"/>
                    <a:pt x="9" y="11"/>
                  </a:cubicBezTo>
                  <a:cubicBezTo>
                    <a:pt x="6" y="10"/>
                    <a:pt x="5" y="10"/>
                    <a:pt x="2" y="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Freeform 97">
              <a:extLst>
                <a:ext uri="{FF2B5EF4-FFF2-40B4-BE49-F238E27FC236}">
                  <a16:creationId xmlns:a16="http://schemas.microsoft.com/office/drawing/2014/main" id="{BB26F0D9-31B4-4C40-A6F7-91668F1DD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901"/>
              <a:ext cx="75" cy="62"/>
            </a:xfrm>
            <a:custGeom>
              <a:avLst/>
              <a:gdLst>
                <a:gd name="T0" fmla="*/ 0 w 30"/>
                <a:gd name="T1" fmla="*/ 2682 h 23"/>
                <a:gd name="T2" fmla="*/ 6645 w 30"/>
                <a:gd name="T3" fmla="*/ 0 h 23"/>
                <a:gd name="T4" fmla="*/ 7158 w 30"/>
                <a:gd name="T5" fmla="*/ 8815 h 23"/>
                <a:gd name="T6" fmla="*/ 5208 w 30"/>
                <a:gd name="T7" fmla="*/ 3857 h 23"/>
                <a:gd name="T8" fmla="*/ 988 w 30"/>
                <a:gd name="T9" fmla="*/ 311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3">
                  <a:moveTo>
                    <a:pt x="0" y="7"/>
                  </a:moveTo>
                  <a:cubicBezTo>
                    <a:pt x="8" y="9"/>
                    <a:pt x="21" y="5"/>
                    <a:pt x="27" y="0"/>
                  </a:cubicBezTo>
                  <a:cubicBezTo>
                    <a:pt x="27" y="8"/>
                    <a:pt x="30" y="16"/>
                    <a:pt x="29" y="23"/>
                  </a:cubicBezTo>
                  <a:cubicBezTo>
                    <a:pt x="26" y="19"/>
                    <a:pt x="27" y="12"/>
                    <a:pt x="21" y="10"/>
                  </a:cubicBezTo>
                  <a:cubicBezTo>
                    <a:pt x="17" y="8"/>
                    <a:pt x="7" y="11"/>
                    <a:pt x="4" y="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98">
              <a:extLst>
                <a:ext uri="{FF2B5EF4-FFF2-40B4-BE49-F238E27FC236}">
                  <a16:creationId xmlns:a16="http://schemas.microsoft.com/office/drawing/2014/main" id="{95B46360-D0ED-468E-800F-96917D7DA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933"/>
              <a:ext cx="27" cy="112"/>
            </a:xfrm>
            <a:custGeom>
              <a:avLst/>
              <a:gdLst>
                <a:gd name="T0" fmla="*/ 0 w 11"/>
                <a:gd name="T1" fmla="*/ 0 h 42"/>
                <a:gd name="T2" fmla="*/ 174 w 11"/>
                <a:gd name="T3" fmla="*/ 15112 h 42"/>
                <a:gd name="T4" fmla="*/ 0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4" y="11"/>
                    <a:pt x="5" y="32"/>
                    <a:pt x="1" y="42"/>
                  </a:cubicBezTo>
                  <a:cubicBezTo>
                    <a:pt x="7" y="30"/>
                    <a:pt x="11" y="19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99">
              <a:extLst>
                <a:ext uri="{FF2B5EF4-FFF2-40B4-BE49-F238E27FC236}">
                  <a16:creationId xmlns:a16="http://schemas.microsoft.com/office/drawing/2014/main" id="{8AACAD88-8DCC-472B-A170-F46E31931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09"/>
              <a:ext cx="25" cy="102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4216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6" y="9"/>
                    <a:pt x="5" y="31"/>
                    <a:pt x="4" y="38"/>
                  </a:cubicBezTo>
                  <a:cubicBezTo>
                    <a:pt x="9" y="23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100">
              <a:extLst>
                <a:ext uri="{FF2B5EF4-FFF2-40B4-BE49-F238E27FC236}">
                  <a16:creationId xmlns:a16="http://schemas.microsoft.com/office/drawing/2014/main" id="{22787C6A-9762-4A1A-A4DD-59CDA7F70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869"/>
              <a:ext cx="25" cy="99"/>
            </a:xfrm>
            <a:custGeom>
              <a:avLst/>
              <a:gdLst>
                <a:gd name="T0" fmla="*/ 0 w 10"/>
                <a:gd name="T1" fmla="*/ 0 h 37"/>
                <a:gd name="T2" fmla="*/ 988 w 10"/>
                <a:gd name="T3" fmla="*/ 13582 h 37"/>
                <a:gd name="T4" fmla="*/ 0 w 1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7">
                  <a:moveTo>
                    <a:pt x="0" y="0"/>
                  </a:moveTo>
                  <a:cubicBezTo>
                    <a:pt x="5" y="10"/>
                    <a:pt x="5" y="30"/>
                    <a:pt x="4" y="37"/>
                  </a:cubicBezTo>
                  <a:cubicBezTo>
                    <a:pt x="10" y="22"/>
                    <a:pt x="8" y="10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101">
              <a:extLst>
                <a:ext uri="{FF2B5EF4-FFF2-40B4-BE49-F238E27FC236}">
                  <a16:creationId xmlns:a16="http://schemas.microsoft.com/office/drawing/2014/main" id="{68F4DB08-63F5-4D51-BFBA-C567DC255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824"/>
              <a:ext cx="25" cy="75"/>
            </a:xfrm>
            <a:custGeom>
              <a:avLst/>
              <a:gdLst>
                <a:gd name="T0" fmla="*/ 1488 w 10"/>
                <a:gd name="T1" fmla="*/ 10339 h 28"/>
                <a:gd name="T2" fmla="*/ 0 w 10"/>
                <a:gd name="T3" fmla="*/ 0 h 28"/>
                <a:gd name="T4" fmla="*/ 1488 w 10"/>
                <a:gd name="T5" fmla="*/ 1033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6" y="28"/>
                  </a:moveTo>
                  <a:cubicBezTo>
                    <a:pt x="6" y="25"/>
                    <a:pt x="5" y="11"/>
                    <a:pt x="0" y="0"/>
                  </a:cubicBezTo>
                  <a:cubicBezTo>
                    <a:pt x="6" y="3"/>
                    <a:pt x="10" y="15"/>
                    <a:pt x="6" y="28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102">
              <a:extLst>
                <a:ext uri="{FF2B5EF4-FFF2-40B4-BE49-F238E27FC236}">
                  <a16:creationId xmlns:a16="http://schemas.microsoft.com/office/drawing/2014/main" id="{00F6EE5D-1C73-473E-AB50-3581FC587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917"/>
              <a:ext cx="17" cy="120"/>
            </a:xfrm>
            <a:custGeom>
              <a:avLst/>
              <a:gdLst>
                <a:gd name="T0" fmla="*/ 1433 w 7"/>
                <a:gd name="T1" fmla="*/ 0 h 45"/>
                <a:gd name="T2" fmla="*/ 831 w 7"/>
                <a:gd name="T3" fmla="*/ 1617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5">
                  <a:moveTo>
                    <a:pt x="7" y="0"/>
                  </a:moveTo>
                  <a:cubicBezTo>
                    <a:pt x="2" y="13"/>
                    <a:pt x="0" y="35"/>
                    <a:pt x="4" y="45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3" name="Freeform 103">
              <a:extLst>
                <a:ext uri="{FF2B5EF4-FFF2-40B4-BE49-F238E27FC236}">
                  <a16:creationId xmlns:a16="http://schemas.microsoft.com/office/drawing/2014/main" id="{84C846BD-7C29-486F-9368-E6E5D1B96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904"/>
              <a:ext cx="25" cy="112"/>
            </a:xfrm>
            <a:custGeom>
              <a:avLst/>
              <a:gdLst>
                <a:gd name="T0" fmla="*/ 2470 w 10"/>
                <a:gd name="T1" fmla="*/ 0 h 42"/>
                <a:gd name="T2" fmla="*/ 1300 w 10"/>
                <a:gd name="T3" fmla="*/ 1511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2">
                  <a:moveTo>
                    <a:pt x="10" y="0"/>
                  </a:moveTo>
                  <a:cubicBezTo>
                    <a:pt x="7" y="13"/>
                    <a:pt x="0" y="32"/>
                    <a:pt x="5" y="42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Freeform 104">
              <a:extLst>
                <a:ext uri="{FF2B5EF4-FFF2-40B4-BE49-F238E27FC236}">
                  <a16:creationId xmlns:a16="http://schemas.microsoft.com/office/drawing/2014/main" id="{C97335BE-585B-4337-AA93-D330BC787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872"/>
              <a:ext cx="43" cy="136"/>
            </a:xfrm>
            <a:custGeom>
              <a:avLst/>
              <a:gdLst>
                <a:gd name="T0" fmla="*/ 4467 w 17"/>
                <a:gd name="T1" fmla="*/ 18355 h 51"/>
                <a:gd name="T2" fmla="*/ 1343 w 17"/>
                <a:gd name="T3" fmla="*/ 14712 h 51"/>
                <a:gd name="T4" fmla="*/ 2380 w 17"/>
                <a:gd name="T5" fmla="*/ 0 h 51"/>
                <a:gd name="T6" fmla="*/ 4467 w 17"/>
                <a:gd name="T7" fmla="*/ 1835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1">
                  <a:moveTo>
                    <a:pt x="17" y="51"/>
                  </a:moveTo>
                  <a:cubicBezTo>
                    <a:pt x="13" y="51"/>
                    <a:pt x="7" y="46"/>
                    <a:pt x="5" y="41"/>
                  </a:cubicBezTo>
                  <a:cubicBezTo>
                    <a:pt x="0" y="31"/>
                    <a:pt x="5" y="11"/>
                    <a:pt x="9" y="0"/>
                  </a:cubicBezTo>
                  <a:cubicBezTo>
                    <a:pt x="7" y="6"/>
                    <a:pt x="1" y="38"/>
                    <a:pt x="17" y="51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5" name="Freeform 105">
              <a:extLst>
                <a:ext uri="{FF2B5EF4-FFF2-40B4-BE49-F238E27FC236}">
                  <a16:creationId xmlns:a16="http://schemas.microsoft.com/office/drawing/2014/main" id="{72FE9CA5-4B72-4132-997A-E5991E347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835"/>
              <a:ext cx="47" cy="133"/>
            </a:xfrm>
            <a:custGeom>
              <a:avLst/>
              <a:gdLst>
                <a:gd name="T0" fmla="*/ 1831 w 19"/>
                <a:gd name="T1" fmla="*/ 0 h 50"/>
                <a:gd name="T2" fmla="*/ 453 w 19"/>
                <a:gd name="T3" fmla="*/ 12369 h 50"/>
                <a:gd name="T4" fmla="*/ 4344 w 19"/>
                <a:gd name="T5" fmla="*/ 17732 h 50"/>
                <a:gd name="T6" fmla="*/ 1831 w 19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0">
                  <a:moveTo>
                    <a:pt x="8" y="0"/>
                  </a:moveTo>
                  <a:cubicBezTo>
                    <a:pt x="4" y="12"/>
                    <a:pt x="0" y="24"/>
                    <a:pt x="2" y="35"/>
                  </a:cubicBezTo>
                  <a:cubicBezTo>
                    <a:pt x="3" y="41"/>
                    <a:pt x="12" y="49"/>
                    <a:pt x="19" y="50"/>
                  </a:cubicBezTo>
                  <a:cubicBezTo>
                    <a:pt x="9" y="44"/>
                    <a:pt x="4" y="16"/>
                    <a:pt x="8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Freeform 106">
              <a:extLst>
                <a:ext uri="{FF2B5EF4-FFF2-40B4-BE49-F238E27FC236}">
                  <a16:creationId xmlns:a16="http://schemas.microsoft.com/office/drawing/2014/main" id="{D809DEF4-EC4A-4287-8037-DBEFC7943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693"/>
              <a:ext cx="40" cy="126"/>
            </a:xfrm>
            <a:custGeom>
              <a:avLst/>
              <a:gdLst>
                <a:gd name="T0" fmla="*/ 1770 w 16"/>
                <a:gd name="T1" fmla="*/ 0 h 47"/>
                <a:gd name="T2" fmla="*/ 3438 w 16"/>
                <a:gd name="T3" fmla="*/ 8573 h 47"/>
                <a:gd name="T4" fmla="*/ 1958 w 16"/>
                <a:gd name="T5" fmla="*/ 17458 h 47"/>
                <a:gd name="T6" fmla="*/ 1770 w 16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7">
                  <a:moveTo>
                    <a:pt x="7" y="0"/>
                  </a:moveTo>
                  <a:cubicBezTo>
                    <a:pt x="7" y="7"/>
                    <a:pt x="12" y="20"/>
                    <a:pt x="14" y="23"/>
                  </a:cubicBezTo>
                  <a:cubicBezTo>
                    <a:pt x="16" y="26"/>
                    <a:pt x="8" y="40"/>
                    <a:pt x="8" y="47"/>
                  </a:cubicBezTo>
                  <a:cubicBezTo>
                    <a:pt x="0" y="37"/>
                    <a:pt x="4" y="7"/>
                    <a:pt x="7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7" name="Freeform 107">
              <a:extLst>
                <a:ext uri="{FF2B5EF4-FFF2-40B4-BE49-F238E27FC236}">
                  <a16:creationId xmlns:a16="http://schemas.microsoft.com/office/drawing/2014/main" id="{59810267-A7ED-4A29-938E-B59BA2629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768"/>
              <a:ext cx="55" cy="141"/>
            </a:xfrm>
            <a:custGeom>
              <a:avLst/>
              <a:gdLst>
                <a:gd name="T0" fmla="*/ 5395 w 22"/>
                <a:gd name="T1" fmla="*/ 18790 h 53"/>
                <a:gd name="T2" fmla="*/ 1488 w 22"/>
                <a:gd name="T3" fmla="*/ 12767 h 53"/>
                <a:gd name="T4" fmla="*/ 3250 w 22"/>
                <a:gd name="T5" fmla="*/ 0 h 53"/>
                <a:gd name="T6" fmla="*/ 5395 w 22"/>
                <a:gd name="T7" fmla="*/ 1879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3">
                  <a:moveTo>
                    <a:pt x="22" y="53"/>
                  </a:moveTo>
                  <a:cubicBezTo>
                    <a:pt x="17" y="52"/>
                    <a:pt x="12" y="48"/>
                    <a:pt x="6" y="36"/>
                  </a:cubicBezTo>
                  <a:cubicBezTo>
                    <a:pt x="0" y="23"/>
                    <a:pt x="10" y="8"/>
                    <a:pt x="13" y="0"/>
                  </a:cubicBezTo>
                  <a:cubicBezTo>
                    <a:pt x="9" y="10"/>
                    <a:pt x="6" y="40"/>
                    <a:pt x="22" y="53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Freeform 108">
              <a:extLst>
                <a:ext uri="{FF2B5EF4-FFF2-40B4-BE49-F238E27FC236}">
                  <a16:creationId xmlns:a16="http://schemas.microsoft.com/office/drawing/2014/main" id="{B1BBE864-BFDC-4EFE-8E0A-730AC058B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909"/>
              <a:ext cx="105" cy="168"/>
            </a:xfrm>
            <a:custGeom>
              <a:avLst/>
              <a:gdLst>
                <a:gd name="T0" fmla="*/ 1300 w 42"/>
                <a:gd name="T1" fmla="*/ 1459 h 63"/>
                <a:gd name="T2" fmla="*/ 9300 w 42"/>
                <a:gd name="T3" fmla="*/ 661 h 63"/>
                <a:gd name="T4" fmla="*/ 9770 w 42"/>
                <a:gd name="T5" fmla="*/ 12288 h 63"/>
                <a:gd name="T6" fmla="*/ 9113 w 42"/>
                <a:gd name="T7" fmla="*/ 20480 h 63"/>
                <a:gd name="T8" fmla="*/ 0 w 42"/>
                <a:gd name="T9" fmla="*/ 20877 h 63"/>
                <a:gd name="T10" fmla="*/ 7625 w 42"/>
                <a:gd name="T11" fmla="*/ 16179 h 63"/>
                <a:gd name="T12" fmla="*/ 6845 w 42"/>
                <a:gd name="T13" fmla="*/ 3243 h 63"/>
                <a:gd name="T14" fmla="*/ 1300 w 42"/>
                <a:gd name="T15" fmla="*/ 1459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3">
                  <a:moveTo>
                    <a:pt x="5" y="4"/>
                  </a:moveTo>
                  <a:cubicBezTo>
                    <a:pt x="13" y="6"/>
                    <a:pt x="33" y="4"/>
                    <a:pt x="38" y="2"/>
                  </a:cubicBezTo>
                  <a:cubicBezTo>
                    <a:pt x="42" y="0"/>
                    <a:pt x="41" y="24"/>
                    <a:pt x="40" y="34"/>
                  </a:cubicBezTo>
                  <a:cubicBezTo>
                    <a:pt x="39" y="44"/>
                    <a:pt x="41" y="52"/>
                    <a:pt x="37" y="57"/>
                  </a:cubicBezTo>
                  <a:cubicBezTo>
                    <a:pt x="32" y="62"/>
                    <a:pt x="9" y="63"/>
                    <a:pt x="0" y="58"/>
                  </a:cubicBezTo>
                  <a:cubicBezTo>
                    <a:pt x="10" y="58"/>
                    <a:pt x="26" y="61"/>
                    <a:pt x="31" y="45"/>
                  </a:cubicBezTo>
                  <a:cubicBezTo>
                    <a:pt x="36" y="29"/>
                    <a:pt x="33" y="12"/>
                    <a:pt x="28" y="9"/>
                  </a:cubicBezTo>
                  <a:cubicBezTo>
                    <a:pt x="23" y="7"/>
                    <a:pt x="7" y="5"/>
                    <a:pt x="5" y="4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9" name="Freeform 109">
              <a:extLst>
                <a:ext uri="{FF2B5EF4-FFF2-40B4-BE49-F238E27FC236}">
                  <a16:creationId xmlns:a16="http://schemas.microsoft.com/office/drawing/2014/main" id="{1EE01B6C-8644-4475-8A3B-10EC63E51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891"/>
              <a:ext cx="83" cy="170"/>
            </a:xfrm>
            <a:custGeom>
              <a:avLst/>
              <a:gdLst>
                <a:gd name="T0" fmla="*/ 797 w 33"/>
                <a:gd name="T1" fmla="*/ 0 h 64"/>
                <a:gd name="T2" fmla="*/ 6844 w 33"/>
                <a:gd name="T3" fmla="*/ 1448 h 64"/>
                <a:gd name="T4" fmla="*/ 7369 w 33"/>
                <a:gd name="T5" fmla="*/ 3190 h 64"/>
                <a:gd name="T6" fmla="*/ 7369 w 33"/>
                <a:gd name="T7" fmla="*/ 21399 h 64"/>
                <a:gd name="T8" fmla="*/ 0 w 33"/>
                <a:gd name="T9" fmla="*/ 18910 h 64"/>
                <a:gd name="T10" fmla="*/ 5043 w 33"/>
                <a:gd name="T11" fmla="*/ 16137 h 64"/>
                <a:gd name="T12" fmla="*/ 5043 w 33"/>
                <a:gd name="T13" fmla="*/ 3578 h 64"/>
                <a:gd name="T14" fmla="*/ 797 w 33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4">
                  <a:moveTo>
                    <a:pt x="3" y="0"/>
                  </a:moveTo>
                  <a:cubicBezTo>
                    <a:pt x="6" y="4"/>
                    <a:pt x="21" y="7"/>
                    <a:pt x="27" y="4"/>
                  </a:cubicBezTo>
                  <a:cubicBezTo>
                    <a:pt x="33" y="1"/>
                    <a:pt x="29" y="9"/>
                    <a:pt x="29" y="9"/>
                  </a:cubicBezTo>
                  <a:cubicBezTo>
                    <a:pt x="29" y="9"/>
                    <a:pt x="24" y="51"/>
                    <a:pt x="29" y="61"/>
                  </a:cubicBezTo>
                  <a:cubicBezTo>
                    <a:pt x="24" y="64"/>
                    <a:pt x="7" y="61"/>
                    <a:pt x="0" y="54"/>
                  </a:cubicBezTo>
                  <a:cubicBezTo>
                    <a:pt x="9" y="58"/>
                    <a:pt x="18" y="55"/>
                    <a:pt x="20" y="46"/>
                  </a:cubicBezTo>
                  <a:cubicBezTo>
                    <a:pt x="22" y="37"/>
                    <a:pt x="26" y="13"/>
                    <a:pt x="20" y="10"/>
                  </a:cubicBezTo>
                  <a:cubicBezTo>
                    <a:pt x="14" y="7"/>
                    <a:pt x="4" y="2"/>
                    <a:pt x="3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Freeform 110">
              <a:extLst>
                <a:ext uri="{FF2B5EF4-FFF2-40B4-BE49-F238E27FC236}">
                  <a16:creationId xmlns:a16="http://schemas.microsoft.com/office/drawing/2014/main" id="{F7351A91-40ED-4D5D-AE1F-3FDAD1ED2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859"/>
              <a:ext cx="60" cy="165"/>
            </a:xfrm>
            <a:custGeom>
              <a:avLst/>
              <a:gdLst>
                <a:gd name="T0" fmla="*/ 0 w 24"/>
                <a:gd name="T1" fmla="*/ 397 h 62"/>
                <a:gd name="T2" fmla="*/ 3908 w 24"/>
                <a:gd name="T3" fmla="*/ 660 h 62"/>
                <a:gd name="T4" fmla="*/ 5863 w 24"/>
                <a:gd name="T5" fmla="*/ 2813 h 62"/>
                <a:gd name="T6" fmla="*/ 4425 w 24"/>
                <a:gd name="T7" fmla="*/ 20319 h 62"/>
                <a:gd name="T8" fmla="*/ 1770 w 24"/>
                <a:gd name="T9" fmla="*/ 20958 h 62"/>
                <a:gd name="T10" fmla="*/ 3250 w 24"/>
                <a:gd name="T11" fmla="*/ 12048 h 62"/>
                <a:gd name="T12" fmla="*/ 2938 w 24"/>
                <a:gd name="T13" fmla="*/ 2813 h 62"/>
                <a:gd name="T14" fmla="*/ 0 w 24"/>
                <a:gd name="T15" fmla="*/ 397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0" y="1"/>
                  </a:moveTo>
                  <a:cubicBezTo>
                    <a:pt x="6" y="5"/>
                    <a:pt x="13" y="4"/>
                    <a:pt x="16" y="2"/>
                  </a:cubicBezTo>
                  <a:cubicBezTo>
                    <a:pt x="19" y="0"/>
                    <a:pt x="24" y="8"/>
                    <a:pt x="24" y="8"/>
                  </a:cubicBezTo>
                  <a:cubicBezTo>
                    <a:pt x="24" y="8"/>
                    <a:pt x="16" y="44"/>
                    <a:pt x="18" y="57"/>
                  </a:cubicBezTo>
                  <a:cubicBezTo>
                    <a:pt x="18" y="62"/>
                    <a:pt x="7" y="59"/>
                    <a:pt x="7" y="59"/>
                  </a:cubicBezTo>
                  <a:cubicBezTo>
                    <a:pt x="12" y="58"/>
                    <a:pt x="11" y="46"/>
                    <a:pt x="13" y="34"/>
                  </a:cubicBezTo>
                  <a:cubicBezTo>
                    <a:pt x="14" y="23"/>
                    <a:pt x="18" y="10"/>
                    <a:pt x="12" y="8"/>
                  </a:cubicBezTo>
                  <a:cubicBezTo>
                    <a:pt x="6" y="6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1" name="Freeform 111">
              <a:extLst>
                <a:ext uri="{FF2B5EF4-FFF2-40B4-BE49-F238E27FC236}">
                  <a16:creationId xmlns:a16="http://schemas.microsoft.com/office/drawing/2014/main" id="{8EA13AC9-2BB5-48E9-82EC-5918B8DEC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813"/>
              <a:ext cx="65" cy="174"/>
            </a:xfrm>
            <a:custGeom>
              <a:avLst/>
              <a:gdLst>
                <a:gd name="T0" fmla="*/ 0 w 26"/>
                <a:gd name="T1" fmla="*/ 0 h 65"/>
                <a:gd name="T2" fmla="*/ 4895 w 26"/>
                <a:gd name="T3" fmla="*/ 1076 h 65"/>
                <a:gd name="T4" fmla="*/ 6375 w 26"/>
                <a:gd name="T5" fmla="*/ 3705 h 65"/>
                <a:gd name="T6" fmla="*/ 4688 w 26"/>
                <a:gd name="T7" fmla="*/ 23212 h 65"/>
                <a:gd name="T8" fmla="*/ 1958 w 26"/>
                <a:gd name="T9" fmla="*/ 22387 h 65"/>
                <a:gd name="T10" fmla="*/ 3720 w 26"/>
                <a:gd name="T11" fmla="*/ 15807 h 65"/>
                <a:gd name="T12" fmla="*/ 2938 w 26"/>
                <a:gd name="T13" fmla="*/ 4005 h 65"/>
                <a:gd name="T14" fmla="*/ 0 w 26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5">
                  <a:moveTo>
                    <a:pt x="0" y="0"/>
                  </a:moveTo>
                  <a:cubicBezTo>
                    <a:pt x="6" y="4"/>
                    <a:pt x="18" y="4"/>
                    <a:pt x="20" y="3"/>
                  </a:cubicBezTo>
                  <a:cubicBezTo>
                    <a:pt x="20" y="6"/>
                    <a:pt x="24" y="8"/>
                    <a:pt x="26" y="10"/>
                  </a:cubicBezTo>
                  <a:cubicBezTo>
                    <a:pt x="24" y="14"/>
                    <a:pt x="16" y="56"/>
                    <a:pt x="19" y="63"/>
                  </a:cubicBezTo>
                  <a:cubicBezTo>
                    <a:pt x="15" y="65"/>
                    <a:pt x="8" y="61"/>
                    <a:pt x="8" y="61"/>
                  </a:cubicBezTo>
                  <a:cubicBezTo>
                    <a:pt x="12" y="62"/>
                    <a:pt x="14" y="52"/>
                    <a:pt x="15" y="43"/>
                  </a:cubicBezTo>
                  <a:cubicBezTo>
                    <a:pt x="16" y="34"/>
                    <a:pt x="18" y="17"/>
                    <a:pt x="12" y="11"/>
                  </a:cubicBezTo>
                  <a:cubicBezTo>
                    <a:pt x="5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Freeform 112">
              <a:extLst>
                <a:ext uri="{FF2B5EF4-FFF2-40B4-BE49-F238E27FC236}">
                  <a16:creationId xmlns:a16="http://schemas.microsoft.com/office/drawing/2014/main" id="{2A8DCC8E-1104-43B2-9D1D-A39F8D7C5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1755"/>
              <a:ext cx="48" cy="160"/>
            </a:xfrm>
            <a:custGeom>
              <a:avLst/>
              <a:gdLst>
                <a:gd name="T0" fmla="*/ 0 w 19"/>
                <a:gd name="T1" fmla="*/ 0 h 60"/>
                <a:gd name="T2" fmla="*/ 2567 w 19"/>
                <a:gd name="T3" fmla="*/ 8248 h 60"/>
                <a:gd name="T4" fmla="*/ 2367 w 19"/>
                <a:gd name="T5" fmla="*/ 21597 h 60"/>
                <a:gd name="T6" fmla="*/ 4934 w 19"/>
                <a:gd name="T7" fmla="*/ 6883 h 60"/>
                <a:gd name="T8" fmla="*/ 2367 w 19"/>
                <a:gd name="T9" fmla="*/ 105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0">
                  <a:moveTo>
                    <a:pt x="0" y="0"/>
                  </a:moveTo>
                  <a:cubicBezTo>
                    <a:pt x="4" y="4"/>
                    <a:pt x="10" y="13"/>
                    <a:pt x="10" y="23"/>
                  </a:cubicBezTo>
                  <a:cubicBezTo>
                    <a:pt x="9" y="33"/>
                    <a:pt x="9" y="60"/>
                    <a:pt x="9" y="6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8" y="7"/>
                    <a:pt x="9" y="3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3" name="Freeform 113">
              <a:extLst>
                <a:ext uri="{FF2B5EF4-FFF2-40B4-BE49-F238E27FC236}">
                  <a16:creationId xmlns:a16="http://schemas.microsoft.com/office/drawing/2014/main" id="{FDC0A549-F7EB-44B9-B60F-20726D5C8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077"/>
              <a:ext cx="112" cy="158"/>
            </a:xfrm>
            <a:custGeom>
              <a:avLst/>
              <a:gdLst>
                <a:gd name="T0" fmla="*/ 9249 w 45"/>
                <a:gd name="T1" fmla="*/ 0 h 59"/>
                <a:gd name="T2" fmla="*/ 9249 w 45"/>
                <a:gd name="T3" fmla="*/ 18049 h 59"/>
                <a:gd name="T4" fmla="*/ 0 w 45"/>
                <a:gd name="T5" fmla="*/ 21084 h 59"/>
                <a:gd name="T6" fmla="*/ 9249 w 4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9">
                  <a:moveTo>
                    <a:pt x="39" y="0"/>
                  </a:moveTo>
                  <a:cubicBezTo>
                    <a:pt x="42" y="10"/>
                    <a:pt x="45" y="40"/>
                    <a:pt x="39" y="49"/>
                  </a:cubicBezTo>
                  <a:cubicBezTo>
                    <a:pt x="33" y="59"/>
                    <a:pt x="7" y="59"/>
                    <a:pt x="0" y="57"/>
                  </a:cubicBezTo>
                  <a:cubicBezTo>
                    <a:pt x="16" y="57"/>
                    <a:pt x="34" y="53"/>
                    <a:pt x="39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Freeform 114">
              <a:extLst>
                <a:ext uri="{FF2B5EF4-FFF2-40B4-BE49-F238E27FC236}">
                  <a16:creationId xmlns:a16="http://schemas.microsoft.com/office/drawing/2014/main" id="{D6E1DF12-5DCD-42C2-8617-75F8942C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085"/>
              <a:ext cx="25" cy="123"/>
            </a:xfrm>
            <a:custGeom>
              <a:avLst/>
              <a:gdLst>
                <a:gd name="T0" fmla="*/ 313 w 10"/>
                <a:gd name="T1" fmla="*/ 0 h 46"/>
                <a:gd name="T2" fmla="*/ 0 w 10"/>
                <a:gd name="T3" fmla="*/ 16824 h 46"/>
                <a:gd name="T4" fmla="*/ 313 w 10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6">
                  <a:moveTo>
                    <a:pt x="1" y="0"/>
                  </a:moveTo>
                  <a:cubicBezTo>
                    <a:pt x="9" y="18"/>
                    <a:pt x="10" y="34"/>
                    <a:pt x="0" y="46"/>
                  </a:cubicBezTo>
                  <a:cubicBezTo>
                    <a:pt x="4" y="38"/>
                    <a:pt x="4" y="7"/>
                    <a:pt x="1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5" name="Freeform 115">
              <a:extLst>
                <a:ext uri="{FF2B5EF4-FFF2-40B4-BE49-F238E27FC236}">
                  <a16:creationId xmlns:a16="http://schemas.microsoft.com/office/drawing/2014/main" id="{D43C41BA-4DE2-488E-91CD-AE5AF85F7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053"/>
              <a:ext cx="70" cy="160"/>
            </a:xfrm>
            <a:custGeom>
              <a:avLst/>
              <a:gdLst>
                <a:gd name="T0" fmla="*/ 4895 w 28"/>
                <a:gd name="T1" fmla="*/ 0 h 60"/>
                <a:gd name="T2" fmla="*/ 6175 w 28"/>
                <a:gd name="T3" fmla="*/ 16840 h 60"/>
                <a:gd name="T4" fmla="*/ 0 w 28"/>
                <a:gd name="T5" fmla="*/ 21597 h 60"/>
                <a:gd name="T6" fmla="*/ 5208 w 28"/>
                <a:gd name="T7" fmla="*/ 14413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0">
                  <a:moveTo>
                    <a:pt x="20" y="0"/>
                  </a:moveTo>
                  <a:cubicBezTo>
                    <a:pt x="23" y="10"/>
                    <a:pt x="28" y="38"/>
                    <a:pt x="25" y="47"/>
                  </a:cubicBezTo>
                  <a:cubicBezTo>
                    <a:pt x="22" y="56"/>
                    <a:pt x="2" y="60"/>
                    <a:pt x="0" y="60"/>
                  </a:cubicBezTo>
                  <a:cubicBezTo>
                    <a:pt x="9" y="59"/>
                    <a:pt x="19" y="51"/>
                    <a:pt x="21" y="40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Freeform 116">
              <a:extLst>
                <a:ext uri="{FF2B5EF4-FFF2-40B4-BE49-F238E27FC236}">
                  <a16:creationId xmlns:a16="http://schemas.microsoft.com/office/drawing/2014/main" id="{6EB6CE9D-918C-48E6-ABD4-EE0061430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027"/>
              <a:ext cx="63" cy="152"/>
            </a:xfrm>
            <a:custGeom>
              <a:avLst/>
              <a:gdLst>
                <a:gd name="T0" fmla="*/ 4350 w 25"/>
                <a:gd name="T1" fmla="*/ 0 h 57"/>
                <a:gd name="T2" fmla="*/ 5602 w 25"/>
                <a:gd name="T3" fmla="*/ 14712 h 57"/>
                <a:gd name="T4" fmla="*/ 0 w 25"/>
                <a:gd name="T5" fmla="*/ 20480 h 57"/>
                <a:gd name="T6" fmla="*/ 4559 w 25"/>
                <a:gd name="T7" fmla="*/ 11171 h 57"/>
                <a:gd name="T8" fmla="*/ 4350 w 25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7">
                  <a:moveTo>
                    <a:pt x="17" y="0"/>
                  </a:moveTo>
                  <a:cubicBezTo>
                    <a:pt x="21" y="7"/>
                    <a:pt x="25" y="31"/>
                    <a:pt x="22" y="41"/>
                  </a:cubicBezTo>
                  <a:cubicBezTo>
                    <a:pt x="19" y="51"/>
                    <a:pt x="6" y="57"/>
                    <a:pt x="0" y="57"/>
                  </a:cubicBezTo>
                  <a:cubicBezTo>
                    <a:pt x="9" y="53"/>
                    <a:pt x="16" y="44"/>
                    <a:pt x="18" y="31"/>
                  </a:cubicBezTo>
                  <a:cubicBezTo>
                    <a:pt x="20" y="1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7" name="Freeform 117">
              <a:extLst>
                <a:ext uri="{FF2B5EF4-FFF2-40B4-BE49-F238E27FC236}">
                  <a16:creationId xmlns:a16="http://schemas.microsoft.com/office/drawing/2014/main" id="{C094E074-3FD7-425D-8547-9F03B9C6E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987"/>
              <a:ext cx="63" cy="149"/>
            </a:xfrm>
            <a:custGeom>
              <a:avLst/>
              <a:gdLst>
                <a:gd name="T0" fmla="*/ 4082 w 25"/>
                <a:gd name="T1" fmla="*/ 0 h 56"/>
                <a:gd name="T2" fmla="*/ 5088 w 25"/>
                <a:gd name="T3" fmla="*/ 14541 h 56"/>
                <a:gd name="T4" fmla="*/ 0 w 25"/>
                <a:gd name="T5" fmla="*/ 19852 h 56"/>
                <a:gd name="T6" fmla="*/ 4082 w 25"/>
                <a:gd name="T7" fmla="*/ 11736 h 56"/>
                <a:gd name="T8" fmla="*/ 4082 w 2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6">
                  <a:moveTo>
                    <a:pt x="16" y="0"/>
                  </a:moveTo>
                  <a:cubicBezTo>
                    <a:pt x="19" y="10"/>
                    <a:pt x="25" y="32"/>
                    <a:pt x="20" y="41"/>
                  </a:cubicBezTo>
                  <a:cubicBezTo>
                    <a:pt x="16" y="51"/>
                    <a:pt x="2" y="56"/>
                    <a:pt x="0" y="56"/>
                  </a:cubicBezTo>
                  <a:cubicBezTo>
                    <a:pt x="8" y="53"/>
                    <a:pt x="14" y="42"/>
                    <a:pt x="16" y="33"/>
                  </a:cubicBezTo>
                  <a:cubicBezTo>
                    <a:pt x="17" y="24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Freeform 118">
              <a:extLst>
                <a:ext uri="{FF2B5EF4-FFF2-40B4-BE49-F238E27FC236}">
                  <a16:creationId xmlns:a16="http://schemas.microsoft.com/office/drawing/2014/main" id="{301A24BF-92BC-46D8-B69C-0378361E9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925"/>
              <a:ext cx="43" cy="150"/>
            </a:xfrm>
            <a:custGeom>
              <a:avLst/>
              <a:gdLst>
                <a:gd name="T0" fmla="*/ 1556 w 17"/>
                <a:gd name="T1" fmla="*/ 0 h 56"/>
                <a:gd name="T2" fmla="*/ 4467 w 17"/>
                <a:gd name="T3" fmla="*/ 10763 h 56"/>
                <a:gd name="T4" fmla="*/ 0 w 17"/>
                <a:gd name="T5" fmla="*/ 20700 h 56"/>
                <a:gd name="T6" fmla="*/ 2911 w 17"/>
                <a:gd name="T7" fmla="*/ 8804 h 56"/>
                <a:gd name="T8" fmla="*/ 1343 w 17"/>
                <a:gd name="T9" fmla="*/ 67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6">
                  <a:moveTo>
                    <a:pt x="6" y="0"/>
                  </a:moveTo>
                  <a:cubicBezTo>
                    <a:pt x="12" y="8"/>
                    <a:pt x="17" y="23"/>
                    <a:pt x="17" y="29"/>
                  </a:cubicBezTo>
                  <a:cubicBezTo>
                    <a:pt x="17" y="34"/>
                    <a:pt x="7" y="51"/>
                    <a:pt x="0" y="56"/>
                  </a:cubicBezTo>
                  <a:cubicBezTo>
                    <a:pt x="7" y="48"/>
                    <a:pt x="11" y="35"/>
                    <a:pt x="11" y="24"/>
                  </a:cubicBezTo>
                  <a:cubicBezTo>
                    <a:pt x="11" y="13"/>
                    <a:pt x="5" y="2"/>
                    <a:pt x="5" y="2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9" name="Freeform 119">
              <a:extLst>
                <a:ext uri="{FF2B5EF4-FFF2-40B4-BE49-F238E27FC236}">
                  <a16:creationId xmlns:a16="http://schemas.microsoft.com/office/drawing/2014/main" id="{5B53D559-E8C2-42B3-ABD3-60C0D2AC4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848"/>
              <a:ext cx="40" cy="133"/>
            </a:xfrm>
            <a:custGeom>
              <a:avLst/>
              <a:gdLst>
                <a:gd name="T0" fmla="*/ 2470 w 16"/>
                <a:gd name="T1" fmla="*/ 0 h 50"/>
                <a:gd name="T2" fmla="*/ 2470 w 16"/>
                <a:gd name="T3" fmla="*/ 17732 h 50"/>
                <a:gd name="T4" fmla="*/ 0 w 16"/>
                <a:gd name="T5" fmla="*/ 8108 h 50"/>
                <a:gd name="T6" fmla="*/ 2470 w 16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0">
                  <a:moveTo>
                    <a:pt x="10" y="0"/>
                  </a:moveTo>
                  <a:cubicBezTo>
                    <a:pt x="13" y="11"/>
                    <a:pt x="16" y="40"/>
                    <a:pt x="10" y="50"/>
                  </a:cubicBezTo>
                  <a:cubicBezTo>
                    <a:pt x="9" y="38"/>
                    <a:pt x="0" y="23"/>
                    <a:pt x="0" y="23"/>
                  </a:cubicBezTo>
                  <a:cubicBezTo>
                    <a:pt x="7" y="16"/>
                    <a:pt x="9" y="5"/>
                    <a:pt x="1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Freeform 120">
              <a:extLst>
                <a:ext uri="{FF2B5EF4-FFF2-40B4-BE49-F238E27FC236}">
                  <a16:creationId xmlns:a16="http://schemas.microsoft.com/office/drawing/2014/main" id="{82B16BBD-E7A1-4F21-B3A4-616507918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971"/>
              <a:ext cx="80" cy="77"/>
            </a:xfrm>
            <a:custGeom>
              <a:avLst/>
              <a:gdLst>
                <a:gd name="T0" fmla="*/ 988 w 32"/>
                <a:gd name="T1" fmla="*/ 2791 h 29"/>
                <a:gd name="T2" fmla="*/ 0 w 32"/>
                <a:gd name="T3" fmla="*/ 5563 h 29"/>
                <a:gd name="T4" fmla="*/ 4220 w 32"/>
                <a:gd name="T5" fmla="*/ 4625 h 29"/>
                <a:gd name="T6" fmla="*/ 7625 w 32"/>
                <a:gd name="T7" fmla="*/ 10145 h 29"/>
                <a:gd name="T8" fmla="*/ 6645 w 32"/>
                <a:gd name="T9" fmla="*/ 0 h 29"/>
                <a:gd name="T10" fmla="*/ 6375 w 32"/>
                <a:gd name="T11" fmla="*/ 0 h 29"/>
                <a:gd name="T12" fmla="*/ 4688 w 32"/>
                <a:gd name="T13" fmla="*/ 1439 h 29"/>
                <a:gd name="T14" fmla="*/ 2270 w 32"/>
                <a:gd name="T15" fmla="*/ 1742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9">
                  <a:moveTo>
                    <a:pt x="4" y="8"/>
                  </a:moveTo>
                  <a:cubicBezTo>
                    <a:pt x="2" y="10"/>
                    <a:pt x="1" y="13"/>
                    <a:pt x="0" y="16"/>
                  </a:cubicBezTo>
                  <a:cubicBezTo>
                    <a:pt x="5" y="13"/>
                    <a:pt x="12" y="12"/>
                    <a:pt x="17" y="13"/>
                  </a:cubicBezTo>
                  <a:cubicBezTo>
                    <a:pt x="27" y="14"/>
                    <a:pt x="30" y="20"/>
                    <a:pt x="31" y="29"/>
                  </a:cubicBezTo>
                  <a:cubicBezTo>
                    <a:pt x="32" y="20"/>
                    <a:pt x="30" y="8"/>
                    <a:pt x="27" y="0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24" y="1"/>
                    <a:pt x="21" y="4"/>
                    <a:pt x="19" y="4"/>
                  </a:cubicBezTo>
                  <a:cubicBezTo>
                    <a:pt x="16" y="5"/>
                    <a:pt x="13" y="4"/>
                    <a:pt x="9" y="5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1" name="Freeform 121">
              <a:extLst>
                <a:ext uri="{FF2B5EF4-FFF2-40B4-BE49-F238E27FC236}">
                  <a16:creationId xmlns:a16="http://schemas.microsoft.com/office/drawing/2014/main" id="{D6D772EA-9DDA-4432-8044-AA6CFE00B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917"/>
              <a:ext cx="62" cy="51"/>
            </a:xfrm>
            <a:custGeom>
              <a:avLst/>
              <a:gdLst>
                <a:gd name="T0" fmla="*/ 0 w 25"/>
                <a:gd name="T1" fmla="*/ 7119 h 19"/>
                <a:gd name="T2" fmla="*/ 1895 w 25"/>
                <a:gd name="T3" fmla="*/ 1562 h 19"/>
                <a:gd name="T4" fmla="*/ 4238 w 25"/>
                <a:gd name="T5" fmla="*/ 0 h 19"/>
                <a:gd name="T6" fmla="*/ 5826 w 25"/>
                <a:gd name="T7" fmla="*/ 5972 h 19"/>
                <a:gd name="T8" fmla="*/ 3296 w 25"/>
                <a:gd name="T9" fmla="*/ 4467 h 19"/>
                <a:gd name="T10" fmla="*/ 1895 w 25"/>
                <a:gd name="T11" fmla="*/ 5972 h 19"/>
                <a:gd name="T12" fmla="*/ 456 w 25"/>
                <a:gd name="T13" fmla="*/ 669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9">
                  <a:moveTo>
                    <a:pt x="0" y="19"/>
                  </a:moveTo>
                  <a:cubicBezTo>
                    <a:pt x="4" y="15"/>
                    <a:pt x="8" y="9"/>
                    <a:pt x="8" y="4"/>
                  </a:cubicBezTo>
                  <a:cubicBezTo>
                    <a:pt x="12" y="3"/>
                    <a:pt x="15" y="2"/>
                    <a:pt x="18" y="0"/>
                  </a:cubicBezTo>
                  <a:cubicBezTo>
                    <a:pt x="21" y="4"/>
                    <a:pt x="24" y="11"/>
                    <a:pt x="25" y="16"/>
                  </a:cubicBezTo>
                  <a:cubicBezTo>
                    <a:pt x="21" y="13"/>
                    <a:pt x="19" y="9"/>
                    <a:pt x="14" y="12"/>
                  </a:cubicBezTo>
                  <a:cubicBezTo>
                    <a:pt x="11" y="13"/>
                    <a:pt x="10" y="15"/>
                    <a:pt x="8" y="16"/>
                  </a:cubicBezTo>
                  <a:cubicBezTo>
                    <a:pt x="6" y="17"/>
                    <a:pt x="4" y="17"/>
                    <a:pt x="2" y="1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Freeform 122">
              <a:extLst>
                <a:ext uri="{FF2B5EF4-FFF2-40B4-BE49-F238E27FC236}">
                  <a16:creationId xmlns:a16="http://schemas.microsoft.com/office/drawing/2014/main" id="{C1B2DD7E-A181-4F22-952C-047E000E6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011"/>
              <a:ext cx="82" cy="66"/>
            </a:xfrm>
            <a:custGeom>
              <a:avLst/>
              <a:gdLst>
                <a:gd name="T0" fmla="*/ 0 w 33"/>
                <a:gd name="T1" fmla="*/ 4084 h 25"/>
                <a:gd name="T2" fmla="*/ 1148 w 33"/>
                <a:gd name="T3" fmla="*/ 2043 h 25"/>
                <a:gd name="T4" fmla="*/ 7089 w 33"/>
                <a:gd name="T5" fmla="*/ 0 h 25"/>
                <a:gd name="T6" fmla="*/ 7780 w 33"/>
                <a:gd name="T7" fmla="*/ 4768 h 25"/>
                <a:gd name="T8" fmla="*/ 7780 w 33"/>
                <a:gd name="T9" fmla="*/ 8448 h 25"/>
                <a:gd name="T10" fmla="*/ 6625 w 33"/>
                <a:gd name="T11" fmla="*/ 4084 h 25"/>
                <a:gd name="T12" fmla="*/ 4465 w 33"/>
                <a:gd name="T13" fmla="*/ 4084 h 25"/>
                <a:gd name="T14" fmla="*/ 952 w 33"/>
                <a:gd name="T15" fmla="*/ 5151 h 25"/>
                <a:gd name="T16" fmla="*/ 0 w 33"/>
                <a:gd name="T17" fmla="*/ 3736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">
                  <a:moveTo>
                    <a:pt x="0" y="12"/>
                  </a:moveTo>
                  <a:cubicBezTo>
                    <a:pt x="2" y="10"/>
                    <a:pt x="4" y="9"/>
                    <a:pt x="5" y="6"/>
                  </a:cubicBezTo>
                  <a:cubicBezTo>
                    <a:pt x="11" y="12"/>
                    <a:pt x="26" y="7"/>
                    <a:pt x="30" y="0"/>
                  </a:cubicBezTo>
                  <a:cubicBezTo>
                    <a:pt x="30" y="5"/>
                    <a:pt x="32" y="9"/>
                    <a:pt x="33" y="14"/>
                  </a:cubicBezTo>
                  <a:cubicBezTo>
                    <a:pt x="33" y="17"/>
                    <a:pt x="32" y="21"/>
                    <a:pt x="33" y="25"/>
                  </a:cubicBezTo>
                  <a:cubicBezTo>
                    <a:pt x="32" y="21"/>
                    <a:pt x="31" y="15"/>
                    <a:pt x="28" y="12"/>
                  </a:cubicBezTo>
                  <a:cubicBezTo>
                    <a:pt x="25" y="9"/>
                    <a:pt x="22" y="11"/>
                    <a:pt x="19" y="12"/>
                  </a:cubicBezTo>
                  <a:cubicBezTo>
                    <a:pt x="15" y="13"/>
                    <a:pt x="8" y="17"/>
                    <a:pt x="4" y="15"/>
                  </a:cubicBezTo>
                  <a:cubicBezTo>
                    <a:pt x="2" y="14"/>
                    <a:pt x="2" y="12"/>
                    <a:pt x="0" y="11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3" name="Freeform 123">
              <a:extLst>
                <a:ext uri="{FF2B5EF4-FFF2-40B4-BE49-F238E27FC236}">
                  <a16:creationId xmlns:a16="http://schemas.microsoft.com/office/drawing/2014/main" id="{BCFCB764-B935-4546-B524-515B2F59B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048"/>
              <a:ext cx="68" cy="51"/>
            </a:xfrm>
            <a:custGeom>
              <a:avLst/>
              <a:gdLst>
                <a:gd name="T0" fmla="*/ 0 w 27"/>
                <a:gd name="T1" fmla="*/ 2652 h 19"/>
                <a:gd name="T2" fmla="*/ 6070 w 27"/>
                <a:gd name="T3" fmla="*/ 0 h 19"/>
                <a:gd name="T4" fmla="*/ 6883 w 27"/>
                <a:gd name="T5" fmla="*/ 7119 h 19"/>
                <a:gd name="T6" fmla="*/ 4344 w 27"/>
                <a:gd name="T7" fmla="*/ 4193 h 19"/>
                <a:gd name="T8" fmla="*/ 2335 w 27"/>
                <a:gd name="T9" fmla="*/ 4193 h 19"/>
                <a:gd name="T10" fmla="*/ 526 w 27"/>
                <a:gd name="T11" fmla="*/ 3328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9">
                  <a:moveTo>
                    <a:pt x="0" y="7"/>
                  </a:moveTo>
                  <a:cubicBezTo>
                    <a:pt x="10" y="10"/>
                    <a:pt x="16" y="4"/>
                    <a:pt x="24" y="0"/>
                  </a:cubicBezTo>
                  <a:cubicBezTo>
                    <a:pt x="26" y="6"/>
                    <a:pt x="25" y="13"/>
                    <a:pt x="27" y="19"/>
                  </a:cubicBezTo>
                  <a:cubicBezTo>
                    <a:pt x="25" y="14"/>
                    <a:pt x="23" y="11"/>
                    <a:pt x="17" y="11"/>
                  </a:cubicBezTo>
                  <a:cubicBezTo>
                    <a:pt x="14" y="11"/>
                    <a:pt x="12" y="11"/>
                    <a:pt x="9" y="11"/>
                  </a:cubicBezTo>
                  <a:cubicBezTo>
                    <a:pt x="6" y="10"/>
                    <a:pt x="5" y="9"/>
                    <a:pt x="2" y="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4" name="Freeform 124">
              <a:extLst>
                <a:ext uri="{FF2B5EF4-FFF2-40B4-BE49-F238E27FC236}">
                  <a16:creationId xmlns:a16="http://schemas.microsoft.com/office/drawing/2014/main" id="{844D33BD-99C8-4ECB-BFE3-445151DDA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064"/>
              <a:ext cx="75" cy="61"/>
            </a:xfrm>
            <a:custGeom>
              <a:avLst/>
              <a:gdLst>
                <a:gd name="T0" fmla="*/ 0 w 30"/>
                <a:gd name="T1" fmla="*/ 2482 h 23"/>
                <a:gd name="T2" fmla="*/ 6645 w 30"/>
                <a:gd name="T3" fmla="*/ 0 h 23"/>
                <a:gd name="T4" fmla="*/ 7158 w 30"/>
                <a:gd name="T5" fmla="*/ 8018 h 23"/>
                <a:gd name="T6" fmla="*/ 5208 w 30"/>
                <a:gd name="T7" fmla="*/ 3172 h 23"/>
                <a:gd name="T8" fmla="*/ 988 w 30"/>
                <a:gd name="T9" fmla="*/ 248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3">
                  <a:moveTo>
                    <a:pt x="0" y="7"/>
                  </a:moveTo>
                  <a:cubicBezTo>
                    <a:pt x="8" y="9"/>
                    <a:pt x="21" y="4"/>
                    <a:pt x="27" y="0"/>
                  </a:cubicBezTo>
                  <a:cubicBezTo>
                    <a:pt x="27" y="8"/>
                    <a:pt x="30" y="15"/>
                    <a:pt x="29" y="23"/>
                  </a:cubicBezTo>
                  <a:cubicBezTo>
                    <a:pt x="26" y="19"/>
                    <a:pt x="27" y="12"/>
                    <a:pt x="21" y="9"/>
                  </a:cubicBezTo>
                  <a:cubicBezTo>
                    <a:pt x="17" y="7"/>
                    <a:pt x="7" y="11"/>
                    <a:pt x="4" y="7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5" name="Freeform 125">
              <a:extLst>
                <a:ext uri="{FF2B5EF4-FFF2-40B4-BE49-F238E27FC236}">
                  <a16:creationId xmlns:a16="http://schemas.microsoft.com/office/drawing/2014/main" id="{BABCF4CF-3DC4-47A6-950B-B199ECA85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096"/>
              <a:ext cx="27" cy="112"/>
            </a:xfrm>
            <a:custGeom>
              <a:avLst/>
              <a:gdLst>
                <a:gd name="T0" fmla="*/ 0 w 11"/>
                <a:gd name="T1" fmla="*/ 0 h 42"/>
                <a:gd name="T2" fmla="*/ 174 w 11"/>
                <a:gd name="T3" fmla="*/ 15112 h 42"/>
                <a:gd name="T4" fmla="*/ 0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4" y="11"/>
                    <a:pt x="5" y="31"/>
                    <a:pt x="1" y="42"/>
                  </a:cubicBezTo>
                  <a:cubicBezTo>
                    <a:pt x="7" y="30"/>
                    <a:pt x="11" y="19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6" name="Freeform 126">
              <a:extLst>
                <a:ext uri="{FF2B5EF4-FFF2-40B4-BE49-F238E27FC236}">
                  <a16:creationId xmlns:a16="http://schemas.microsoft.com/office/drawing/2014/main" id="{DA2E7D9D-DC5A-4C8B-81CD-AADAF783D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069"/>
              <a:ext cx="25" cy="102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4216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6" y="10"/>
                    <a:pt x="5" y="32"/>
                    <a:pt x="4" y="38"/>
                  </a:cubicBezTo>
                  <a:cubicBezTo>
                    <a:pt x="9" y="24"/>
                    <a:pt x="10" y="13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7" name="Freeform 127">
              <a:extLst>
                <a:ext uri="{FF2B5EF4-FFF2-40B4-BE49-F238E27FC236}">
                  <a16:creationId xmlns:a16="http://schemas.microsoft.com/office/drawing/2014/main" id="{E962E505-2031-4158-829C-BE405D4E0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029"/>
              <a:ext cx="25" cy="102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4216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5" y="10"/>
                    <a:pt x="5" y="30"/>
                    <a:pt x="4" y="38"/>
                  </a:cubicBezTo>
                  <a:cubicBezTo>
                    <a:pt x="10" y="23"/>
                    <a:pt x="8" y="10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8" name="Freeform 128">
              <a:extLst>
                <a:ext uri="{FF2B5EF4-FFF2-40B4-BE49-F238E27FC236}">
                  <a16:creationId xmlns:a16="http://schemas.microsoft.com/office/drawing/2014/main" id="{0A713BF4-D81D-4CAB-9DD9-147497CBA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987"/>
              <a:ext cx="25" cy="74"/>
            </a:xfrm>
            <a:custGeom>
              <a:avLst/>
              <a:gdLst>
                <a:gd name="T0" fmla="*/ 1488 w 10"/>
                <a:gd name="T1" fmla="*/ 9562 h 28"/>
                <a:gd name="T2" fmla="*/ 0 w 10"/>
                <a:gd name="T3" fmla="*/ 0 h 28"/>
                <a:gd name="T4" fmla="*/ 1488 w 10"/>
                <a:gd name="T5" fmla="*/ 956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6" y="28"/>
                  </a:moveTo>
                  <a:cubicBezTo>
                    <a:pt x="6" y="24"/>
                    <a:pt x="5" y="11"/>
                    <a:pt x="0" y="0"/>
                  </a:cubicBezTo>
                  <a:cubicBezTo>
                    <a:pt x="6" y="3"/>
                    <a:pt x="10" y="15"/>
                    <a:pt x="6" y="28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9" name="Freeform 129">
              <a:extLst>
                <a:ext uri="{FF2B5EF4-FFF2-40B4-BE49-F238E27FC236}">
                  <a16:creationId xmlns:a16="http://schemas.microsoft.com/office/drawing/2014/main" id="{A6483688-E4A5-4033-91BE-1C5493B3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083"/>
              <a:ext cx="30" cy="117"/>
            </a:xfrm>
            <a:custGeom>
              <a:avLst/>
              <a:gdLst>
                <a:gd name="T0" fmla="*/ 988 w 12"/>
                <a:gd name="T1" fmla="*/ 15548 h 44"/>
                <a:gd name="T2" fmla="*/ 1300 w 12"/>
                <a:gd name="T3" fmla="*/ 2143 h 44"/>
                <a:gd name="T4" fmla="*/ 2938 w 12"/>
                <a:gd name="T5" fmla="*/ 657 h 44"/>
                <a:gd name="T6" fmla="*/ 988 w 12"/>
                <a:gd name="T7" fmla="*/ 1554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4">
                  <a:moveTo>
                    <a:pt x="4" y="44"/>
                  </a:moveTo>
                  <a:cubicBezTo>
                    <a:pt x="0" y="34"/>
                    <a:pt x="0" y="19"/>
                    <a:pt x="5" y="6"/>
                  </a:cubicBezTo>
                  <a:cubicBezTo>
                    <a:pt x="6" y="0"/>
                    <a:pt x="12" y="2"/>
                    <a:pt x="12" y="2"/>
                  </a:cubicBezTo>
                  <a:cubicBezTo>
                    <a:pt x="7" y="6"/>
                    <a:pt x="4" y="32"/>
                    <a:pt x="4" y="44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0" name="Freeform 130">
              <a:extLst>
                <a:ext uri="{FF2B5EF4-FFF2-40B4-BE49-F238E27FC236}">
                  <a16:creationId xmlns:a16="http://schemas.microsoft.com/office/drawing/2014/main" id="{6A8B172B-EC30-4C51-86C2-474F3BCD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032"/>
              <a:ext cx="43" cy="139"/>
            </a:xfrm>
            <a:custGeom>
              <a:avLst/>
              <a:gdLst>
                <a:gd name="T0" fmla="*/ 4467 w 17"/>
                <a:gd name="T1" fmla="*/ 18984 h 52"/>
                <a:gd name="T2" fmla="*/ 1343 w 17"/>
                <a:gd name="T3" fmla="*/ 15263 h 52"/>
                <a:gd name="T4" fmla="*/ 2380 w 17"/>
                <a:gd name="T5" fmla="*/ 0 h 52"/>
                <a:gd name="T6" fmla="*/ 4467 w 17"/>
                <a:gd name="T7" fmla="*/ 1898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2">
                  <a:moveTo>
                    <a:pt x="17" y="52"/>
                  </a:moveTo>
                  <a:cubicBezTo>
                    <a:pt x="13" y="52"/>
                    <a:pt x="7" y="47"/>
                    <a:pt x="5" y="42"/>
                  </a:cubicBezTo>
                  <a:cubicBezTo>
                    <a:pt x="0" y="32"/>
                    <a:pt x="5" y="12"/>
                    <a:pt x="9" y="0"/>
                  </a:cubicBezTo>
                  <a:cubicBezTo>
                    <a:pt x="7" y="7"/>
                    <a:pt x="1" y="39"/>
                    <a:pt x="17" y="52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1" name="Freeform 131">
              <a:extLst>
                <a:ext uri="{FF2B5EF4-FFF2-40B4-BE49-F238E27FC236}">
                  <a16:creationId xmlns:a16="http://schemas.microsoft.com/office/drawing/2014/main" id="{F904F852-A8A3-437F-847A-690A0A6F0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995"/>
              <a:ext cx="47" cy="136"/>
            </a:xfrm>
            <a:custGeom>
              <a:avLst/>
              <a:gdLst>
                <a:gd name="T0" fmla="*/ 1831 w 19"/>
                <a:gd name="T1" fmla="*/ 0 h 51"/>
                <a:gd name="T2" fmla="*/ 453 w 19"/>
                <a:gd name="T3" fmla="*/ 12949 h 51"/>
                <a:gd name="T4" fmla="*/ 4344 w 19"/>
                <a:gd name="T5" fmla="*/ 18355 h 51"/>
                <a:gd name="T6" fmla="*/ 1831 w 19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1">
                  <a:moveTo>
                    <a:pt x="8" y="0"/>
                  </a:moveTo>
                  <a:cubicBezTo>
                    <a:pt x="4" y="13"/>
                    <a:pt x="0" y="24"/>
                    <a:pt x="2" y="36"/>
                  </a:cubicBezTo>
                  <a:cubicBezTo>
                    <a:pt x="3" y="42"/>
                    <a:pt x="12" y="49"/>
                    <a:pt x="19" y="51"/>
                  </a:cubicBezTo>
                  <a:cubicBezTo>
                    <a:pt x="9" y="44"/>
                    <a:pt x="4" y="17"/>
                    <a:pt x="8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2" name="Freeform 132">
              <a:extLst>
                <a:ext uri="{FF2B5EF4-FFF2-40B4-BE49-F238E27FC236}">
                  <a16:creationId xmlns:a16="http://schemas.microsoft.com/office/drawing/2014/main" id="{9E7DC745-F682-4AF2-8517-B76631BBB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856"/>
              <a:ext cx="40" cy="123"/>
            </a:xfrm>
            <a:custGeom>
              <a:avLst/>
              <a:gdLst>
                <a:gd name="T0" fmla="*/ 1770 w 16"/>
                <a:gd name="T1" fmla="*/ 0 h 46"/>
                <a:gd name="T2" fmla="*/ 3438 w 16"/>
                <a:gd name="T3" fmla="*/ 8065 h 46"/>
                <a:gd name="T4" fmla="*/ 1958 w 16"/>
                <a:gd name="T5" fmla="*/ 16824 h 46"/>
                <a:gd name="T6" fmla="*/ 1770 w 16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6">
                  <a:moveTo>
                    <a:pt x="7" y="0"/>
                  </a:moveTo>
                  <a:cubicBezTo>
                    <a:pt x="7" y="6"/>
                    <a:pt x="12" y="19"/>
                    <a:pt x="14" y="22"/>
                  </a:cubicBezTo>
                  <a:cubicBezTo>
                    <a:pt x="16" y="25"/>
                    <a:pt x="8" y="40"/>
                    <a:pt x="8" y="46"/>
                  </a:cubicBezTo>
                  <a:cubicBezTo>
                    <a:pt x="0" y="36"/>
                    <a:pt x="4" y="6"/>
                    <a:pt x="7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3" name="Freeform 133">
              <a:extLst>
                <a:ext uri="{FF2B5EF4-FFF2-40B4-BE49-F238E27FC236}">
                  <a16:creationId xmlns:a16="http://schemas.microsoft.com/office/drawing/2014/main" id="{74F4D508-4E4C-4F10-8F8F-FA2CB65B9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928"/>
              <a:ext cx="55" cy="144"/>
            </a:xfrm>
            <a:custGeom>
              <a:avLst/>
              <a:gdLst>
                <a:gd name="T0" fmla="*/ 5395 w 22"/>
                <a:gd name="T1" fmla="*/ 19421 h 54"/>
                <a:gd name="T2" fmla="*/ 1488 w 22"/>
                <a:gd name="T3" fmla="*/ 12949 h 54"/>
                <a:gd name="T4" fmla="*/ 3250 w 22"/>
                <a:gd name="T5" fmla="*/ 0 h 54"/>
                <a:gd name="T6" fmla="*/ 5395 w 22"/>
                <a:gd name="T7" fmla="*/ 1942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4">
                  <a:moveTo>
                    <a:pt x="22" y="54"/>
                  </a:moveTo>
                  <a:cubicBezTo>
                    <a:pt x="17" y="52"/>
                    <a:pt x="12" y="49"/>
                    <a:pt x="6" y="36"/>
                  </a:cubicBezTo>
                  <a:cubicBezTo>
                    <a:pt x="0" y="24"/>
                    <a:pt x="10" y="8"/>
                    <a:pt x="13" y="0"/>
                  </a:cubicBezTo>
                  <a:cubicBezTo>
                    <a:pt x="9" y="11"/>
                    <a:pt x="6" y="41"/>
                    <a:pt x="22" y="54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4" name="Freeform 134">
              <a:extLst>
                <a:ext uri="{FF2B5EF4-FFF2-40B4-BE49-F238E27FC236}">
                  <a16:creationId xmlns:a16="http://schemas.microsoft.com/office/drawing/2014/main" id="{93FBFFA0-FFCD-4470-B050-87AB923FA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069"/>
              <a:ext cx="105" cy="171"/>
            </a:xfrm>
            <a:custGeom>
              <a:avLst/>
              <a:gdLst>
                <a:gd name="T0" fmla="*/ 1300 w 42"/>
                <a:gd name="T1" fmla="*/ 1470 h 64"/>
                <a:gd name="T2" fmla="*/ 9300 w 42"/>
                <a:gd name="T3" fmla="*/ 1071 h 64"/>
                <a:gd name="T4" fmla="*/ 9770 w 42"/>
                <a:gd name="T5" fmla="*/ 12801 h 64"/>
                <a:gd name="T6" fmla="*/ 9113 w 42"/>
                <a:gd name="T7" fmla="*/ 21094 h 64"/>
                <a:gd name="T8" fmla="*/ 0 w 42"/>
                <a:gd name="T9" fmla="*/ 21517 h 64"/>
                <a:gd name="T10" fmla="*/ 7625 w 42"/>
                <a:gd name="T11" fmla="*/ 16769 h 64"/>
                <a:gd name="T12" fmla="*/ 6845 w 42"/>
                <a:gd name="T13" fmla="*/ 3663 h 64"/>
                <a:gd name="T14" fmla="*/ 1300 w 42"/>
                <a:gd name="T15" fmla="*/ 147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4">
                  <a:moveTo>
                    <a:pt x="5" y="4"/>
                  </a:moveTo>
                  <a:cubicBezTo>
                    <a:pt x="13" y="7"/>
                    <a:pt x="33" y="5"/>
                    <a:pt x="38" y="3"/>
                  </a:cubicBezTo>
                  <a:cubicBezTo>
                    <a:pt x="42" y="0"/>
                    <a:pt x="41" y="24"/>
                    <a:pt x="40" y="35"/>
                  </a:cubicBezTo>
                  <a:cubicBezTo>
                    <a:pt x="39" y="45"/>
                    <a:pt x="41" y="53"/>
                    <a:pt x="37" y="58"/>
                  </a:cubicBezTo>
                  <a:cubicBezTo>
                    <a:pt x="32" y="62"/>
                    <a:pt x="9" y="64"/>
                    <a:pt x="0" y="59"/>
                  </a:cubicBezTo>
                  <a:cubicBezTo>
                    <a:pt x="10" y="59"/>
                    <a:pt x="26" y="62"/>
                    <a:pt x="31" y="46"/>
                  </a:cubicBezTo>
                  <a:cubicBezTo>
                    <a:pt x="36" y="29"/>
                    <a:pt x="33" y="12"/>
                    <a:pt x="28" y="10"/>
                  </a:cubicBezTo>
                  <a:cubicBezTo>
                    <a:pt x="23" y="8"/>
                    <a:pt x="7" y="5"/>
                    <a:pt x="5" y="4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5" name="Freeform 135">
              <a:extLst>
                <a:ext uri="{FF2B5EF4-FFF2-40B4-BE49-F238E27FC236}">
                  <a16:creationId xmlns:a16="http://schemas.microsoft.com/office/drawing/2014/main" id="{4C8B29CB-ADBD-4AC9-A788-DEA468296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053"/>
              <a:ext cx="83" cy="171"/>
            </a:xfrm>
            <a:custGeom>
              <a:avLst/>
              <a:gdLst>
                <a:gd name="T0" fmla="*/ 797 w 33"/>
                <a:gd name="T1" fmla="*/ 0 h 64"/>
                <a:gd name="T2" fmla="*/ 6844 w 33"/>
                <a:gd name="T3" fmla="*/ 1071 h 64"/>
                <a:gd name="T4" fmla="*/ 7369 w 33"/>
                <a:gd name="T5" fmla="*/ 3262 h 64"/>
                <a:gd name="T6" fmla="*/ 7369 w 33"/>
                <a:gd name="T7" fmla="*/ 22225 h 64"/>
                <a:gd name="T8" fmla="*/ 0 w 33"/>
                <a:gd name="T9" fmla="*/ 19326 h 64"/>
                <a:gd name="T10" fmla="*/ 5043 w 33"/>
                <a:gd name="T11" fmla="*/ 16769 h 64"/>
                <a:gd name="T12" fmla="*/ 5043 w 33"/>
                <a:gd name="T13" fmla="*/ 3262 h 64"/>
                <a:gd name="T14" fmla="*/ 797 w 33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4">
                  <a:moveTo>
                    <a:pt x="3" y="0"/>
                  </a:moveTo>
                  <a:cubicBezTo>
                    <a:pt x="6" y="4"/>
                    <a:pt x="21" y="6"/>
                    <a:pt x="27" y="3"/>
                  </a:cubicBezTo>
                  <a:cubicBezTo>
                    <a:pt x="33" y="0"/>
                    <a:pt x="29" y="9"/>
                    <a:pt x="29" y="9"/>
                  </a:cubicBezTo>
                  <a:cubicBezTo>
                    <a:pt x="29" y="9"/>
                    <a:pt x="24" y="50"/>
                    <a:pt x="29" y="61"/>
                  </a:cubicBezTo>
                  <a:cubicBezTo>
                    <a:pt x="24" y="64"/>
                    <a:pt x="7" y="60"/>
                    <a:pt x="0" y="53"/>
                  </a:cubicBezTo>
                  <a:cubicBezTo>
                    <a:pt x="9" y="57"/>
                    <a:pt x="18" y="55"/>
                    <a:pt x="20" y="46"/>
                  </a:cubicBezTo>
                  <a:cubicBezTo>
                    <a:pt x="22" y="37"/>
                    <a:pt x="26" y="12"/>
                    <a:pt x="20" y="9"/>
                  </a:cubicBezTo>
                  <a:cubicBezTo>
                    <a:pt x="14" y="6"/>
                    <a:pt x="4" y="2"/>
                    <a:pt x="3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6" name="Freeform 136">
              <a:extLst>
                <a:ext uri="{FF2B5EF4-FFF2-40B4-BE49-F238E27FC236}">
                  <a16:creationId xmlns:a16="http://schemas.microsoft.com/office/drawing/2014/main" id="{9A1DC621-0049-4D15-8405-62518A7C9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021"/>
              <a:ext cx="60" cy="166"/>
            </a:xfrm>
            <a:custGeom>
              <a:avLst/>
              <a:gdLst>
                <a:gd name="T0" fmla="*/ 0 w 24"/>
                <a:gd name="T1" fmla="*/ 0 h 62"/>
                <a:gd name="T2" fmla="*/ 3908 w 24"/>
                <a:gd name="T3" fmla="*/ 675 h 62"/>
                <a:gd name="T4" fmla="*/ 5863 w 24"/>
                <a:gd name="T5" fmla="*/ 2881 h 62"/>
                <a:gd name="T6" fmla="*/ 4425 w 24"/>
                <a:gd name="T7" fmla="*/ 21077 h 62"/>
                <a:gd name="T8" fmla="*/ 1770 w 24"/>
                <a:gd name="T9" fmla="*/ 21749 h 62"/>
                <a:gd name="T10" fmla="*/ 3250 w 24"/>
                <a:gd name="T11" fmla="*/ 12530 h 62"/>
                <a:gd name="T12" fmla="*/ 2938 w 24"/>
                <a:gd name="T13" fmla="*/ 2881 h 62"/>
                <a:gd name="T14" fmla="*/ 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0" y="0"/>
                  </a:moveTo>
                  <a:cubicBezTo>
                    <a:pt x="6" y="4"/>
                    <a:pt x="13" y="3"/>
                    <a:pt x="16" y="2"/>
                  </a:cubicBezTo>
                  <a:cubicBezTo>
                    <a:pt x="19" y="0"/>
                    <a:pt x="24" y="8"/>
                    <a:pt x="24" y="8"/>
                  </a:cubicBezTo>
                  <a:cubicBezTo>
                    <a:pt x="24" y="8"/>
                    <a:pt x="16" y="43"/>
                    <a:pt x="18" y="57"/>
                  </a:cubicBezTo>
                  <a:cubicBezTo>
                    <a:pt x="18" y="62"/>
                    <a:pt x="7" y="59"/>
                    <a:pt x="7" y="59"/>
                  </a:cubicBezTo>
                  <a:cubicBezTo>
                    <a:pt x="12" y="58"/>
                    <a:pt x="11" y="46"/>
                    <a:pt x="13" y="34"/>
                  </a:cubicBezTo>
                  <a:cubicBezTo>
                    <a:pt x="14" y="22"/>
                    <a:pt x="18" y="9"/>
                    <a:pt x="12" y="8"/>
                  </a:cubicBezTo>
                  <a:cubicBezTo>
                    <a:pt x="6" y="6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7" name="Freeform 137">
              <a:extLst>
                <a:ext uri="{FF2B5EF4-FFF2-40B4-BE49-F238E27FC236}">
                  <a16:creationId xmlns:a16="http://schemas.microsoft.com/office/drawing/2014/main" id="{E54A8411-CA3F-4197-84FA-B3E10EEFC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976"/>
              <a:ext cx="65" cy="173"/>
            </a:xfrm>
            <a:custGeom>
              <a:avLst/>
              <a:gdLst>
                <a:gd name="T0" fmla="*/ 0 w 26"/>
                <a:gd name="T1" fmla="*/ 0 h 65"/>
                <a:gd name="T2" fmla="*/ 4895 w 26"/>
                <a:gd name="T3" fmla="*/ 1057 h 65"/>
                <a:gd name="T4" fmla="*/ 6375 w 26"/>
                <a:gd name="T5" fmla="*/ 3202 h 65"/>
                <a:gd name="T6" fmla="*/ 4688 w 26"/>
                <a:gd name="T7" fmla="*/ 22434 h 65"/>
                <a:gd name="T8" fmla="*/ 1958 w 26"/>
                <a:gd name="T9" fmla="*/ 21380 h 65"/>
                <a:gd name="T10" fmla="*/ 3720 w 26"/>
                <a:gd name="T11" fmla="*/ 15195 h 65"/>
                <a:gd name="T12" fmla="*/ 2938 w 26"/>
                <a:gd name="T13" fmla="*/ 3867 h 65"/>
                <a:gd name="T14" fmla="*/ 0 w 26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5">
                  <a:moveTo>
                    <a:pt x="0" y="0"/>
                  </a:moveTo>
                  <a:cubicBezTo>
                    <a:pt x="6" y="4"/>
                    <a:pt x="18" y="3"/>
                    <a:pt x="20" y="3"/>
                  </a:cubicBezTo>
                  <a:cubicBezTo>
                    <a:pt x="20" y="6"/>
                    <a:pt x="24" y="8"/>
                    <a:pt x="26" y="9"/>
                  </a:cubicBezTo>
                  <a:cubicBezTo>
                    <a:pt x="24" y="14"/>
                    <a:pt x="16" y="56"/>
                    <a:pt x="19" y="63"/>
                  </a:cubicBezTo>
                  <a:cubicBezTo>
                    <a:pt x="15" y="65"/>
                    <a:pt x="8" y="60"/>
                    <a:pt x="8" y="60"/>
                  </a:cubicBezTo>
                  <a:cubicBezTo>
                    <a:pt x="12" y="62"/>
                    <a:pt x="14" y="51"/>
                    <a:pt x="15" y="43"/>
                  </a:cubicBezTo>
                  <a:cubicBezTo>
                    <a:pt x="16" y="34"/>
                    <a:pt x="18" y="17"/>
                    <a:pt x="12" y="11"/>
                  </a:cubicBezTo>
                  <a:cubicBezTo>
                    <a:pt x="5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8" name="Freeform 138">
              <a:extLst>
                <a:ext uri="{FF2B5EF4-FFF2-40B4-BE49-F238E27FC236}">
                  <a16:creationId xmlns:a16="http://schemas.microsoft.com/office/drawing/2014/main" id="{340EEE17-7487-4922-8033-BAA402940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1917"/>
              <a:ext cx="48" cy="158"/>
            </a:xfrm>
            <a:custGeom>
              <a:avLst/>
              <a:gdLst>
                <a:gd name="T0" fmla="*/ 0 w 19"/>
                <a:gd name="T1" fmla="*/ 0 h 59"/>
                <a:gd name="T2" fmla="*/ 2567 w 19"/>
                <a:gd name="T3" fmla="*/ 8125 h 59"/>
                <a:gd name="T4" fmla="*/ 2367 w 19"/>
                <a:gd name="T5" fmla="*/ 21758 h 59"/>
                <a:gd name="T6" fmla="*/ 4934 w 19"/>
                <a:gd name="T7" fmla="*/ 6625 h 59"/>
                <a:gd name="T8" fmla="*/ 2367 w 19"/>
                <a:gd name="T9" fmla="*/ 107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0" y="0"/>
                  </a:moveTo>
                  <a:cubicBezTo>
                    <a:pt x="4" y="4"/>
                    <a:pt x="10" y="12"/>
                    <a:pt x="10" y="22"/>
                  </a:cubicBezTo>
                  <a:cubicBezTo>
                    <a:pt x="9" y="33"/>
                    <a:pt x="9" y="59"/>
                    <a:pt x="9" y="59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8" y="6"/>
                    <a:pt x="9" y="3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9" name="Freeform 139">
              <a:extLst>
                <a:ext uri="{FF2B5EF4-FFF2-40B4-BE49-F238E27FC236}">
                  <a16:creationId xmlns:a16="http://schemas.microsoft.com/office/drawing/2014/main" id="{5D5F2B50-38F8-4D6D-B703-6C72114D3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240"/>
              <a:ext cx="112" cy="157"/>
            </a:xfrm>
            <a:custGeom>
              <a:avLst/>
              <a:gdLst>
                <a:gd name="T0" fmla="*/ 9249 w 45"/>
                <a:gd name="T1" fmla="*/ 0 h 59"/>
                <a:gd name="T2" fmla="*/ 9249 w 45"/>
                <a:gd name="T3" fmla="*/ 17355 h 59"/>
                <a:gd name="T4" fmla="*/ 0 w 45"/>
                <a:gd name="T5" fmla="*/ 20258 h 59"/>
                <a:gd name="T6" fmla="*/ 9249 w 4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9">
                  <a:moveTo>
                    <a:pt x="39" y="0"/>
                  </a:moveTo>
                  <a:cubicBezTo>
                    <a:pt x="42" y="10"/>
                    <a:pt x="45" y="40"/>
                    <a:pt x="39" y="49"/>
                  </a:cubicBezTo>
                  <a:cubicBezTo>
                    <a:pt x="33" y="59"/>
                    <a:pt x="7" y="59"/>
                    <a:pt x="0" y="57"/>
                  </a:cubicBezTo>
                  <a:cubicBezTo>
                    <a:pt x="16" y="57"/>
                    <a:pt x="34" y="53"/>
                    <a:pt x="39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0" name="Freeform 140">
              <a:extLst>
                <a:ext uri="{FF2B5EF4-FFF2-40B4-BE49-F238E27FC236}">
                  <a16:creationId xmlns:a16="http://schemas.microsoft.com/office/drawing/2014/main" id="{A2E41AD7-3EC8-45D6-9500-3CC87D017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248"/>
              <a:ext cx="25" cy="123"/>
            </a:xfrm>
            <a:custGeom>
              <a:avLst/>
              <a:gdLst>
                <a:gd name="T0" fmla="*/ 313 w 10"/>
                <a:gd name="T1" fmla="*/ 0 h 46"/>
                <a:gd name="T2" fmla="*/ 0 w 10"/>
                <a:gd name="T3" fmla="*/ 16824 h 46"/>
                <a:gd name="T4" fmla="*/ 313 w 10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6">
                  <a:moveTo>
                    <a:pt x="1" y="0"/>
                  </a:moveTo>
                  <a:cubicBezTo>
                    <a:pt x="9" y="18"/>
                    <a:pt x="10" y="33"/>
                    <a:pt x="0" y="46"/>
                  </a:cubicBezTo>
                  <a:cubicBezTo>
                    <a:pt x="4" y="38"/>
                    <a:pt x="4" y="7"/>
                    <a:pt x="1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1" name="Freeform 141">
              <a:extLst>
                <a:ext uri="{FF2B5EF4-FFF2-40B4-BE49-F238E27FC236}">
                  <a16:creationId xmlns:a16="http://schemas.microsoft.com/office/drawing/2014/main" id="{C50D1CED-7881-4BB2-BE64-2B4F4A212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216"/>
              <a:ext cx="70" cy="160"/>
            </a:xfrm>
            <a:custGeom>
              <a:avLst/>
              <a:gdLst>
                <a:gd name="T0" fmla="*/ 4895 w 28"/>
                <a:gd name="T1" fmla="*/ 0 h 60"/>
                <a:gd name="T2" fmla="*/ 6175 w 28"/>
                <a:gd name="T3" fmla="*/ 16840 h 60"/>
                <a:gd name="T4" fmla="*/ 0 w 28"/>
                <a:gd name="T5" fmla="*/ 21597 h 60"/>
                <a:gd name="T6" fmla="*/ 5208 w 28"/>
                <a:gd name="T7" fmla="*/ 1401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0">
                  <a:moveTo>
                    <a:pt x="20" y="0"/>
                  </a:moveTo>
                  <a:cubicBezTo>
                    <a:pt x="23" y="10"/>
                    <a:pt x="28" y="38"/>
                    <a:pt x="25" y="47"/>
                  </a:cubicBezTo>
                  <a:cubicBezTo>
                    <a:pt x="22" y="55"/>
                    <a:pt x="2" y="60"/>
                    <a:pt x="0" y="60"/>
                  </a:cubicBezTo>
                  <a:cubicBezTo>
                    <a:pt x="9" y="59"/>
                    <a:pt x="19" y="51"/>
                    <a:pt x="21" y="3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2" name="Freeform 142">
              <a:extLst>
                <a:ext uri="{FF2B5EF4-FFF2-40B4-BE49-F238E27FC236}">
                  <a16:creationId xmlns:a16="http://schemas.microsoft.com/office/drawing/2014/main" id="{F7FE4C87-4F8B-4343-9C1D-FC3C82D49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187"/>
              <a:ext cx="63" cy="154"/>
            </a:xfrm>
            <a:custGeom>
              <a:avLst/>
              <a:gdLst>
                <a:gd name="T0" fmla="*/ 4350 w 25"/>
                <a:gd name="T1" fmla="*/ 0 h 58"/>
                <a:gd name="T2" fmla="*/ 5602 w 25"/>
                <a:gd name="T3" fmla="*/ 14771 h 58"/>
                <a:gd name="T4" fmla="*/ 0 w 25"/>
                <a:gd name="T5" fmla="*/ 20333 h 58"/>
                <a:gd name="T6" fmla="*/ 4559 w 25"/>
                <a:gd name="T7" fmla="*/ 10836 h 58"/>
                <a:gd name="T8" fmla="*/ 4350 w 2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17" y="0"/>
                  </a:moveTo>
                  <a:cubicBezTo>
                    <a:pt x="21" y="8"/>
                    <a:pt x="25" y="32"/>
                    <a:pt x="22" y="42"/>
                  </a:cubicBezTo>
                  <a:cubicBezTo>
                    <a:pt x="19" y="51"/>
                    <a:pt x="6" y="58"/>
                    <a:pt x="0" y="58"/>
                  </a:cubicBezTo>
                  <a:cubicBezTo>
                    <a:pt x="9" y="54"/>
                    <a:pt x="16" y="45"/>
                    <a:pt x="18" y="31"/>
                  </a:cubicBezTo>
                  <a:cubicBezTo>
                    <a:pt x="20" y="1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3" name="Freeform 143">
              <a:extLst>
                <a:ext uri="{FF2B5EF4-FFF2-40B4-BE49-F238E27FC236}">
                  <a16:creationId xmlns:a16="http://schemas.microsoft.com/office/drawing/2014/main" id="{762DFB4B-865D-4483-8D68-A3F8E5371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147"/>
              <a:ext cx="63" cy="152"/>
            </a:xfrm>
            <a:custGeom>
              <a:avLst/>
              <a:gdLst>
                <a:gd name="T0" fmla="*/ 4082 w 25"/>
                <a:gd name="T1" fmla="*/ 0 h 57"/>
                <a:gd name="T2" fmla="*/ 5088 w 25"/>
                <a:gd name="T3" fmla="*/ 15112 h 57"/>
                <a:gd name="T4" fmla="*/ 0 w 25"/>
                <a:gd name="T5" fmla="*/ 20480 h 57"/>
                <a:gd name="T6" fmla="*/ 4082 w 25"/>
                <a:gd name="T7" fmla="*/ 12288 h 57"/>
                <a:gd name="T8" fmla="*/ 4082 w 25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7">
                  <a:moveTo>
                    <a:pt x="16" y="0"/>
                  </a:moveTo>
                  <a:cubicBezTo>
                    <a:pt x="19" y="11"/>
                    <a:pt x="25" y="33"/>
                    <a:pt x="20" y="42"/>
                  </a:cubicBezTo>
                  <a:cubicBezTo>
                    <a:pt x="16" y="51"/>
                    <a:pt x="2" y="57"/>
                    <a:pt x="0" y="57"/>
                  </a:cubicBezTo>
                  <a:cubicBezTo>
                    <a:pt x="8" y="54"/>
                    <a:pt x="14" y="43"/>
                    <a:pt x="16" y="34"/>
                  </a:cubicBezTo>
                  <a:cubicBezTo>
                    <a:pt x="17" y="25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4" name="Freeform 144">
              <a:extLst>
                <a:ext uri="{FF2B5EF4-FFF2-40B4-BE49-F238E27FC236}">
                  <a16:creationId xmlns:a16="http://schemas.microsoft.com/office/drawing/2014/main" id="{A9F9A34D-BE1A-4B0D-8B1E-A4BB6D47A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088"/>
              <a:ext cx="43" cy="147"/>
            </a:xfrm>
            <a:custGeom>
              <a:avLst/>
              <a:gdLst>
                <a:gd name="T0" fmla="*/ 1556 w 17"/>
                <a:gd name="T1" fmla="*/ 0 h 55"/>
                <a:gd name="T2" fmla="*/ 4467 w 17"/>
                <a:gd name="T3" fmla="*/ 10616 h 55"/>
                <a:gd name="T4" fmla="*/ 0 w 17"/>
                <a:gd name="T5" fmla="*/ 20045 h 55"/>
                <a:gd name="T6" fmla="*/ 2911 w 17"/>
                <a:gd name="T7" fmla="*/ 8721 h 55"/>
                <a:gd name="T8" fmla="*/ 1343 w 17"/>
                <a:gd name="T9" fmla="*/ 40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5">
                  <a:moveTo>
                    <a:pt x="6" y="0"/>
                  </a:moveTo>
                  <a:cubicBezTo>
                    <a:pt x="12" y="8"/>
                    <a:pt x="17" y="23"/>
                    <a:pt x="17" y="29"/>
                  </a:cubicBezTo>
                  <a:cubicBezTo>
                    <a:pt x="17" y="34"/>
                    <a:pt x="7" y="51"/>
                    <a:pt x="0" y="55"/>
                  </a:cubicBezTo>
                  <a:cubicBezTo>
                    <a:pt x="7" y="48"/>
                    <a:pt x="11" y="34"/>
                    <a:pt x="11" y="24"/>
                  </a:cubicBezTo>
                  <a:cubicBezTo>
                    <a:pt x="11" y="13"/>
                    <a:pt x="5" y="1"/>
                    <a:pt x="5" y="1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5" name="Freeform 145">
              <a:extLst>
                <a:ext uri="{FF2B5EF4-FFF2-40B4-BE49-F238E27FC236}">
                  <a16:creationId xmlns:a16="http://schemas.microsoft.com/office/drawing/2014/main" id="{4B890124-D5F0-4D52-BBBE-A2CE27865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08"/>
              <a:ext cx="40" cy="136"/>
            </a:xfrm>
            <a:custGeom>
              <a:avLst/>
              <a:gdLst>
                <a:gd name="T0" fmla="*/ 2470 w 16"/>
                <a:gd name="T1" fmla="*/ 0 h 51"/>
                <a:gd name="T2" fmla="*/ 2470 w 16"/>
                <a:gd name="T3" fmla="*/ 18355 h 51"/>
                <a:gd name="T4" fmla="*/ 0 w 16"/>
                <a:gd name="T5" fmla="*/ 8648 h 51"/>
                <a:gd name="T6" fmla="*/ 2470 w 1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1">
                  <a:moveTo>
                    <a:pt x="10" y="0"/>
                  </a:moveTo>
                  <a:cubicBezTo>
                    <a:pt x="13" y="12"/>
                    <a:pt x="16" y="41"/>
                    <a:pt x="10" y="51"/>
                  </a:cubicBezTo>
                  <a:cubicBezTo>
                    <a:pt x="9" y="39"/>
                    <a:pt x="0" y="24"/>
                    <a:pt x="0" y="24"/>
                  </a:cubicBezTo>
                  <a:cubicBezTo>
                    <a:pt x="7" y="17"/>
                    <a:pt x="9" y="6"/>
                    <a:pt x="1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6" name="Freeform 146">
              <a:extLst>
                <a:ext uri="{FF2B5EF4-FFF2-40B4-BE49-F238E27FC236}">
                  <a16:creationId xmlns:a16="http://schemas.microsoft.com/office/drawing/2014/main" id="{8BB4DB35-255B-4040-A4BD-0F969ABEC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133"/>
              <a:ext cx="80" cy="78"/>
            </a:xfrm>
            <a:custGeom>
              <a:avLst/>
              <a:gdLst>
                <a:gd name="T0" fmla="*/ 988 w 32"/>
                <a:gd name="T1" fmla="*/ 2663 h 29"/>
                <a:gd name="T2" fmla="*/ 0 w 32"/>
                <a:gd name="T3" fmla="*/ 5643 h 29"/>
                <a:gd name="T4" fmla="*/ 4220 w 32"/>
                <a:gd name="T5" fmla="*/ 4919 h 29"/>
                <a:gd name="T6" fmla="*/ 7625 w 32"/>
                <a:gd name="T7" fmla="*/ 10995 h 29"/>
                <a:gd name="T8" fmla="*/ 6645 w 32"/>
                <a:gd name="T9" fmla="*/ 0 h 29"/>
                <a:gd name="T10" fmla="*/ 6375 w 32"/>
                <a:gd name="T11" fmla="*/ 0 h 29"/>
                <a:gd name="T12" fmla="*/ 4688 w 32"/>
                <a:gd name="T13" fmla="*/ 1576 h 29"/>
                <a:gd name="T14" fmla="*/ 2270 w 32"/>
                <a:gd name="T15" fmla="*/ 1829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9">
                  <a:moveTo>
                    <a:pt x="4" y="7"/>
                  </a:moveTo>
                  <a:cubicBezTo>
                    <a:pt x="2" y="10"/>
                    <a:pt x="1" y="12"/>
                    <a:pt x="0" y="15"/>
                  </a:cubicBezTo>
                  <a:cubicBezTo>
                    <a:pt x="5" y="13"/>
                    <a:pt x="12" y="12"/>
                    <a:pt x="17" y="13"/>
                  </a:cubicBezTo>
                  <a:cubicBezTo>
                    <a:pt x="27" y="14"/>
                    <a:pt x="30" y="20"/>
                    <a:pt x="31" y="29"/>
                  </a:cubicBezTo>
                  <a:cubicBezTo>
                    <a:pt x="32" y="20"/>
                    <a:pt x="30" y="8"/>
                    <a:pt x="27" y="0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24" y="1"/>
                    <a:pt x="21" y="3"/>
                    <a:pt x="19" y="4"/>
                  </a:cubicBezTo>
                  <a:cubicBezTo>
                    <a:pt x="16" y="5"/>
                    <a:pt x="13" y="4"/>
                    <a:pt x="9" y="5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7" name="Freeform 147">
              <a:extLst>
                <a:ext uri="{FF2B5EF4-FFF2-40B4-BE49-F238E27FC236}">
                  <a16:creationId xmlns:a16="http://schemas.microsoft.com/office/drawing/2014/main" id="{C787AF65-0FBE-4F0B-9940-D98CC6E46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080"/>
              <a:ext cx="62" cy="51"/>
            </a:xfrm>
            <a:custGeom>
              <a:avLst/>
              <a:gdLst>
                <a:gd name="T0" fmla="*/ 0 w 25"/>
                <a:gd name="T1" fmla="*/ 7119 h 19"/>
                <a:gd name="T2" fmla="*/ 1895 w 25"/>
                <a:gd name="T3" fmla="*/ 1082 h 19"/>
                <a:gd name="T4" fmla="*/ 4238 w 25"/>
                <a:gd name="T5" fmla="*/ 0 h 19"/>
                <a:gd name="T6" fmla="*/ 5826 w 25"/>
                <a:gd name="T7" fmla="*/ 5972 h 19"/>
                <a:gd name="T8" fmla="*/ 3296 w 25"/>
                <a:gd name="T9" fmla="*/ 4193 h 19"/>
                <a:gd name="T10" fmla="*/ 1895 w 25"/>
                <a:gd name="T11" fmla="*/ 5972 h 19"/>
                <a:gd name="T12" fmla="*/ 456 w 25"/>
                <a:gd name="T13" fmla="*/ 669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9">
                  <a:moveTo>
                    <a:pt x="0" y="19"/>
                  </a:moveTo>
                  <a:cubicBezTo>
                    <a:pt x="4" y="15"/>
                    <a:pt x="8" y="9"/>
                    <a:pt x="8" y="3"/>
                  </a:cubicBezTo>
                  <a:cubicBezTo>
                    <a:pt x="12" y="3"/>
                    <a:pt x="15" y="2"/>
                    <a:pt x="18" y="0"/>
                  </a:cubicBezTo>
                  <a:cubicBezTo>
                    <a:pt x="21" y="4"/>
                    <a:pt x="24" y="11"/>
                    <a:pt x="25" y="16"/>
                  </a:cubicBezTo>
                  <a:cubicBezTo>
                    <a:pt x="21" y="13"/>
                    <a:pt x="19" y="9"/>
                    <a:pt x="14" y="11"/>
                  </a:cubicBezTo>
                  <a:cubicBezTo>
                    <a:pt x="11" y="13"/>
                    <a:pt x="10" y="15"/>
                    <a:pt x="8" y="16"/>
                  </a:cubicBezTo>
                  <a:cubicBezTo>
                    <a:pt x="6" y="17"/>
                    <a:pt x="4" y="17"/>
                    <a:pt x="2" y="1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8" name="Freeform 148">
              <a:extLst>
                <a:ext uri="{FF2B5EF4-FFF2-40B4-BE49-F238E27FC236}">
                  <a16:creationId xmlns:a16="http://schemas.microsoft.com/office/drawing/2014/main" id="{82F86800-C4EE-41C1-8F01-87D9BF06B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173"/>
              <a:ext cx="82" cy="67"/>
            </a:xfrm>
            <a:custGeom>
              <a:avLst/>
              <a:gdLst>
                <a:gd name="T0" fmla="*/ 0 w 33"/>
                <a:gd name="T1" fmla="*/ 4023 h 25"/>
                <a:gd name="T2" fmla="*/ 1148 w 33"/>
                <a:gd name="T3" fmla="*/ 2211 h 25"/>
                <a:gd name="T4" fmla="*/ 7089 w 33"/>
                <a:gd name="T5" fmla="*/ 0 h 25"/>
                <a:gd name="T6" fmla="*/ 7780 w 33"/>
                <a:gd name="T7" fmla="*/ 4848 h 25"/>
                <a:gd name="T8" fmla="*/ 7780 w 33"/>
                <a:gd name="T9" fmla="*/ 9281 h 25"/>
                <a:gd name="T10" fmla="*/ 6625 w 33"/>
                <a:gd name="T11" fmla="*/ 4425 h 25"/>
                <a:gd name="T12" fmla="*/ 4465 w 33"/>
                <a:gd name="T13" fmla="*/ 4425 h 25"/>
                <a:gd name="T14" fmla="*/ 952 w 33"/>
                <a:gd name="T15" fmla="*/ 5523 h 25"/>
                <a:gd name="T16" fmla="*/ 0 w 33"/>
                <a:gd name="T17" fmla="*/ 402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">
                  <a:moveTo>
                    <a:pt x="0" y="11"/>
                  </a:moveTo>
                  <a:cubicBezTo>
                    <a:pt x="2" y="10"/>
                    <a:pt x="4" y="8"/>
                    <a:pt x="5" y="6"/>
                  </a:cubicBezTo>
                  <a:cubicBezTo>
                    <a:pt x="11" y="12"/>
                    <a:pt x="26" y="6"/>
                    <a:pt x="30" y="0"/>
                  </a:cubicBezTo>
                  <a:cubicBezTo>
                    <a:pt x="30" y="4"/>
                    <a:pt x="32" y="9"/>
                    <a:pt x="33" y="13"/>
                  </a:cubicBezTo>
                  <a:cubicBezTo>
                    <a:pt x="33" y="17"/>
                    <a:pt x="32" y="21"/>
                    <a:pt x="33" y="25"/>
                  </a:cubicBezTo>
                  <a:cubicBezTo>
                    <a:pt x="32" y="21"/>
                    <a:pt x="31" y="15"/>
                    <a:pt x="28" y="12"/>
                  </a:cubicBezTo>
                  <a:cubicBezTo>
                    <a:pt x="25" y="9"/>
                    <a:pt x="22" y="10"/>
                    <a:pt x="19" y="12"/>
                  </a:cubicBezTo>
                  <a:cubicBezTo>
                    <a:pt x="15" y="13"/>
                    <a:pt x="8" y="16"/>
                    <a:pt x="4" y="15"/>
                  </a:cubicBezTo>
                  <a:cubicBezTo>
                    <a:pt x="2" y="14"/>
                    <a:pt x="2" y="12"/>
                    <a:pt x="0" y="11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9" name="Freeform 149">
              <a:extLst>
                <a:ext uri="{FF2B5EF4-FFF2-40B4-BE49-F238E27FC236}">
                  <a16:creationId xmlns:a16="http://schemas.microsoft.com/office/drawing/2014/main" id="{34121BEB-36D5-4CA5-868A-7852BCD94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211"/>
              <a:ext cx="68" cy="50"/>
            </a:xfrm>
            <a:custGeom>
              <a:avLst/>
              <a:gdLst>
                <a:gd name="T0" fmla="*/ 0 w 27"/>
                <a:gd name="T1" fmla="*/ 2258 h 19"/>
                <a:gd name="T2" fmla="*/ 6070 w 27"/>
                <a:gd name="T3" fmla="*/ 0 h 19"/>
                <a:gd name="T4" fmla="*/ 6883 w 27"/>
                <a:gd name="T5" fmla="*/ 6324 h 19"/>
                <a:gd name="T6" fmla="*/ 4344 w 27"/>
                <a:gd name="T7" fmla="*/ 3642 h 19"/>
                <a:gd name="T8" fmla="*/ 2335 w 27"/>
                <a:gd name="T9" fmla="*/ 3261 h 19"/>
                <a:gd name="T10" fmla="*/ 526 w 27"/>
                <a:gd name="T11" fmla="*/ 264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9">
                  <a:moveTo>
                    <a:pt x="0" y="7"/>
                  </a:moveTo>
                  <a:cubicBezTo>
                    <a:pt x="10" y="10"/>
                    <a:pt x="16" y="3"/>
                    <a:pt x="24" y="0"/>
                  </a:cubicBezTo>
                  <a:cubicBezTo>
                    <a:pt x="26" y="6"/>
                    <a:pt x="25" y="13"/>
                    <a:pt x="27" y="19"/>
                  </a:cubicBezTo>
                  <a:cubicBezTo>
                    <a:pt x="25" y="14"/>
                    <a:pt x="23" y="11"/>
                    <a:pt x="17" y="11"/>
                  </a:cubicBezTo>
                  <a:cubicBezTo>
                    <a:pt x="14" y="11"/>
                    <a:pt x="12" y="11"/>
                    <a:pt x="9" y="10"/>
                  </a:cubicBezTo>
                  <a:cubicBezTo>
                    <a:pt x="6" y="10"/>
                    <a:pt x="5" y="9"/>
                    <a:pt x="2" y="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0" name="Freeform 150">
              <a:extLst>
                <a:ext uri="{FF2B5EF4-FFF2-40B4-BE49-F238E27FC236}">
                  <a16:creationId xmlns:a16="http://schemas.microsoft.com/office/drawing/2014/main" id="{1266452F-E94C-4883-9420-A56AC1A5D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227"/>
              <a:ext cx="75" cy="61"/>
            </a:xfrm>
            <a:custGeom>
              <a:avLst/>
              <a:gdLst>
                <a:gd name="T0" fmla="*/ 0 w 30"/>
                <a:gd name="T1" fmla="*/ 2482 h 23"/>
                <a:gd name="T2" fmla="*/ 6645 w 30"/>
                <a:gd name="T3" fmla="*/ 0 h 23"/>
                <a:gd name="T4" fmla="*/ 7158 w 30"/>
                <a:gd name="T5" fmla="*/ 8018 h 23"/>
                <a:gd name="T6" fmla="*/ 5208 w 30"/>
                <a:gd name="T7" fmla="*/ 3172 h 23"/>
                <a:gd name="T8" fmla="*/ 988 w 30"/>
                <a:gd name="T9" fmla="*/ 248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3">
                  <a:moveTo>
                    <a:pt x="0" y="7"/>
                  </a:moveTo>
                  <a:cubicBezTo>
                    <a:pt x="8" y="9"/>
                    <a:pt x="21" y="4"/>
                    <a:pt x="27" y="0"/>
                  </a:cubicBezTo>
                  <a:cubicBezTo>
                    <a:pt x="27" y="7"/>
                    <a:pt x="30" y="15"/>
                    <a:pt x="29" y="23"/>
                  </a:cubicBezTo>
                  <a:cubicBezTo>
                    <a:pt x="26" y="19"/>
                    <a:pt x="27" y="12"/>
                    <a:pt x="21" y="9"/>
                  </a:cubicBezTo>
                  <a:cubicBezTo>
                    <a:pt x="17" y="7"/>
                    <a:pt x="7" y="11"/>
                    <a:pt x="4" y="7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1" name="Freeform 151">
              <a:extLst>
                <a:ext uri="{FF2B5EF4-FFF2-40B4-BE49-F238E27FC236}">
                  <a16:creationId xmlns:a16="http://schemas.microsoft.com/office/drawing/2014/main" id="{17A56629-48F5-46A4-AE2B-23F55B7E8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259"/>
              <a:ext cx="27" cy="112"/>
            </a:xfrm>
            <a:custGeom>
              <a:avLst/>
              <a:gdLst>
                <a:gd name="T0" fmla="*/ 0 w 11"/>
                <a:gd name="T1" fmla="*/ 0 h 42"/>
                <a:gd name="T2" fmla="*/ 174 w 11"/>
                <a:gd name="T3" fmla="*/ 15112 h 42"/>
                <a:gd name="T4" fmla="*/ 0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4" y="11"/>
                    <a:pt x="5" y="31"/>
                    <a:pt x="1" y="42"/>
                  </a:cubicBezTo>
                  <a:cubicBezTo>
                    <a:pt x="7" y="30"/>
                    <a:pt x="11" y="19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2" name="Freeform 152">
              <a:extLst>
                <a:ext uri="{FF2B5EF4-FFF2-40B4-BE49-F238E27FC236}">
                  <a16:creationId xmlns:a16="http://schemas.microsoft.com/office/drawing/2014/main" id="{BCEE7FDE-9B26-420E-B29D-182C7E19B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232"/>
              <a:ext cx="25" cy="101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3367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6" y="10"/>
                    <a:pt x="5" y="32"/>
                    <a:pt x="4" y="38"/>
                  </a:cubicBezTo>
                  <a:cubicBezTo>
                    <a:pt x="9" y="24"/>
                    <a:pt x="10" y="13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3" name="Freeform 153">
              <a:extLst>
                <a:ext uri="{FF2B5EF4-FFF2-40B4-BE49-F238E27FC236}">
                  <a16:creationId xmlns:a16="http://schemas.microsoft.com/office/drawing/2014/main" id="{ED8D2ABA-CAEA-4F1F-9A16-7F698EA0A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192"/>
              <a:ext cx="25" cy="101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3367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5" y="10"/>
                    <a:pt x="5" y="30"/>
                    <a:pt x="4" y="38"/>
                  </a:cubicBezTo>
                  <a:cubicBezTo>
                    <a:pt x="10" y="23"/>
                    <a:pt x="8" y="10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4" name="Freeform 154">
              <a:extLst>
                <a:ext uri="{FF2B5EF4-FFF2-40B4-BE49-F238E27FC236}">
                  <a16:creationId xmlns:a16="http://schemas.microsoft.com/office/drawing/2014/main" id="{703C84CD-1532-41E8-8F9A-7DD5D7F47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149"/>
              <a:ext cx="25" cy="75"/>
            </a:xfrm>
            <a:custGeom>
              <a:avLst/>
              <a:gdLst>
                <a:gd name="T0" fmla="*/ 1488 w 10"/>
                <a:gd name="T1" fmla="*/ 10339 h 28"/>
                <a:gd name="T2" fmla="*/ 0 w 10"/>
                <a:gd name="T3" fmla="*/ 0 h 28"/>
                <a:gd name="T4" fmla="*/ 1488 w 10"/>
                <a:gd name="T5" fmla="*/ 1033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6" y="28"/>
                  </a:moveTo>
                  <a:cubicBezTo>
                    <a:pt x="6" y="24"/>
                    <a:pt x="5" y="11"/>
                    <a:pt x="0" y="0"/>
                  </a:cubicBezTo>
                  <a:cubicBezTo>
                    <a:pt x="6" y="3"/>
                    <a:pt x="10" y="15"/>
                    <a:pt x="6" y="28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5" name="Freeform 155">
              <a:extLst>
                <a:ext uri="{FF2B5EF4-FFF2-40B4-BE49-F238E27FC236}">
                  <a16:creationId xmlns:a16="http://schemas.microsoft.com/office/drawing/2014/main" id="{42A71E4F-4C8E-48B4-8231-DF0E104D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243"/>
              <a:ext cx="17" cy="120"/>
            </a:xfrm>
            <a:custGeom>
              <a:avLst/>
              <a:gdLst>
                <a:gd name="T0" fmla="*/ 1433 w 7"/>
                <a:gd name="T1" fmla="*/ 0 h 45"/>
                <a:gd name="T2" fmla="*/ 831 w 7"/>
                <a:gd name="T3" fmla="*/ 1617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5">
                  <a:moveTo>
                    <a:pt x="7" y="0"/>
                  </a:moveTo>
                  <a:cubicBezTo>
                    <a:pt x="2" y="13"/>
                    <a:pt x="0" y="35"/>
                    <a:pt x="4" y="45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6" name="Freeform 156">
              <a:extLst>
                <a:ext uri="{FF2B5EF4-FFF2-40B4-BE49-F238E27FC236}">
                  <a16:creationId xmlns:a16="http://schemas.microsoft.com/office/drawing/2014/main" id="{854CB9C8-BFDB-4799-B9CC-CC49F8D44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229"/>
              <a:ext cx="25" cy="112"/>
            </a:xfrm>
            <a:custGeom>
              <a:avLst/>
              <a:gdLst>
                <a:gd name="T0" fmla="*/ 2470 w 10"/>
                <a:gd name="T1" fmla="*/ 0 h 42"/>
                <a:gd name="T2" fmla="*/ 1300 w 10"/>
                <a:gd name="T3" fmla="*/ 1511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2">
                  <a:moveTo>
                    <a:pt x="10" y="0"/>
                  </a:moveTo>
                  <a:cubicBezTo>
                    <a:pt x="7" y="13"/>
                    <a:pt x="0" y="31"/>
                    <a:pt x="5" y="42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7" name="Freeform 157">
              <a:extLst>
                <a:ext uri="{FF2B5EF4-FFF2-40B4-BE49-F238E27FC236}">
                  <a16:creationId xmlns:a16="http://schemas.microsoft.com/office/drawing/2014/main" id="{97AC28C5-D2D6-4462-ACDA-D4715A1CD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195"/>
              <a:ext cx="43" cy="138"/>
            </a:xfrm>
            <a:custGeom>
              <a:avLst/>
              <a:gdLst>
                <a:gd name="T0" fmla="*/ 4467 w 17"/>
                <a:gd name="T1" fmla="*/ 18150 h 52"/>
                <a:gd name="T2" fmla="*/ 1343 w 17"/>
                <a:gd name="T3" fmla="*/ 14636 h 52"/>
                <a:gd name="T4" fmla="*/ 2380 w 17"/>
                <a:gd name="T5" fmla="*/ 0 h 52"/>
                <a:gd name="T6" fmla="*/ 4467 w 17"/>
                <a:gd name="T7" fmla="*/ 1815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2">
                  <a:moveTo>
                    <a:pt x="17" y="52"/>
                  </a:moveTo>
                  <a:cubicBezTo>
                    <a:pt x="13" y="51"/>
                    <a:pt x="7" y="46"/>
                    <a:pt x="5" y="42"/>
                  </a:cubicBezTo>
                  <a:cubicBezTo>
                    <a:pt x="0" y="32"/>
                    <a:pt x="5" y="12"/>
                    <a:pt x="9" y="0"/>
                  </a:cubicBezTo>
                  <a:cubicBezTo>
                    <a:pt x="7" y="6"/>
                    <a:pt x="1" y="39"/>
                    <a:pt x="17" y="52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8" name="Freeform 158">
              <a:extLst>
                <a:ext uri="{FF2B5EF4-FFF2-40B4-BE49-F238E27FC236}">
                  <a16:creationId xmlns:a16="http://schemas.microsoft.com/office/drawing/2014/main" id="{A353B7E1-4F60-4EA9-AB15-3BD21CF80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157"/>
              <a:ext cx="47" cy="136"/>
            </a:xfrm>
            <a:custGeom>
              <a:avLst/>
              <a:gdLst>
                <a:gd name="T0" fmla="*/ 1831 w 19"/>
                <a:gd name="T1" fmla="*/ 0 h 51"/>
                <a:gd name="T2" fmla="*/ 453 w 19"/>
                <a:gd name="T3" fmla="*/ 12949 h 51"/>
                <a:gd name="T4" fmla="*/ 4344 w 19"/>
                <a:gd name="T5" fmla="*/ 18355 h 51"/>
                <a:gd name="T6" fmla="*/ 1831 w 19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1">
                  <a:moveTo>
                    <a:pt x="8" y="0"/>
                  </a:moveTo>
                  <a:cubicBezTo>
                    <a:pt x="4" y="13"/>
                    <a:pt x="0" y="24"/>
                    <a:pt x="2" y="36"/>
                  </a:cubicBezTo>
                  <a:cubicBezTo>
                    <a:pt x="3" y="42"/>
                    <a:pt x="12" y="49"/>
                    <a:pt x="19" y="51"/>
                  </a:cubicBezTo>
                  <a:cubicBezTo>
                    <a:pt x="9" y="44"/>
                    <a:pt x="4" y="16"/>
                    <a:pt x="8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9" name="Freeform 159">
              <a:extLst>
                <a:ext uri="{FF2B5EF4-FFF2-40B4-BE49-F238E27FC236}">
                  <a16:creationId xmlns:a16="http://schemas.microsoft.com/office/drawing/2014/main" id="{D2E0FDCC-079F-4BD6-8B89-9D231B8AF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019"/>
              <a:ext cx="40" cy="122"/>
            </a:xfrm>
            <a:custGeom>
              <a:avLst/>
              <a:gdLst>
                <a:gd name="T0" fmla="*/ 1770 w 16"/>
                <a:gd name="T1" fmla="*/ 0 h 46"/>
                <a:gd name="T2" fmla="*/ 3438 w 16"/>
                <a:gd name="T3" fmla="*/ 7612 h 46"/>
                <a:gd name="T4" fmla="*/ 1958 w 16"/>
                <a:gd name="T5" fmla="*/ 16024 h 46"/>
                <a:gd name="T6" fmla="*/ 1770 w 16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6">
                  <a:moveTo>
                    <a:pt x="7" y="0"/>
                  </a:moveTo>
                  <a:cubicBezTo>
                    <a:pt x="7" y="6"/>
                    <a:pt x="12" y="19"/>
                    <a:pt x="14" y="22"/>
                  </a:cubicBezTo>
                  <a:cubicBezTo>
                    <a:pt x="16" y="25"/>
                    <a:pt x="8" y="40"/>
                    <a:pt x="8" y="46"/>
                  </a:cubicBezTo>
                  <a:cubicBezTo>
                    <a:pt x="0" y="36"/>
                    <a:pt x="4" y="6"/>
                    <a:pt x="7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0" name="Freeform 160">
              <a:extLst>
                <a:ext uri="{FF2B5EF4-FFF2-40B4-BE49-F238E27FC236}">
                  <a16:creationId xmlns:a16="http://schemas.microsoft.com/office/drawing/2014/main" id="{F72BF14C-D17B-4424-986C-800EC7E3A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091"/>
              <a:ext cx="55" cy="144"/>
            </a:xfrm>
            <a:custGeom>
              <a:avLst/>
              <a:gdLst>
                <a:gd name="T0" fmla="*/ 5395 w 22"/>
                <a:gd name="T1" fmla="*/ 19421 h 54"/>
                <a:gd name="T2" fmla="*/ 1488 w 22"/>
                <a:gd name="T3" fmla="*/ 12949 h 54"/>
                <a:gd name="T4" fmla="*/ 3250 w 22"/>
                <a:gd name="T5" fmla="*/ 0 h 54"/>
                <a:gd name="T6" fmla="*/ 5395 w 22"/>
                <a:gd name="T7" fmla="*/ 1942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4">
                  <a:moveTo>
                    <a:pt x="22" y="54"/>
                  </a:moveTo>
                  <a:cubicBezTo>
                    <a:pt x="17" y="52"/>
                    <a:pt x="12" y="49"/>
                    <a:pt x="6" y="36"/>
                  </a:cubicBezTo>
                  <a:cubicBezTo>
                    <a:pt x="0" y="24"/>
                    <a:pt x="10" y="8"/>
                    <a:pt x="13" y="0"/>
                  </a:cubicBezTo>
                  <a:cubicBezTo>
                    <a:pt x="9" y="11"/>
                    <a:pt x="6" y="41"/>
                    <a:pt x="22" y="54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1" name="Freeform 161">
              <a:extLst>
                <a:ext uri="{FF2B5EF4-FFF2-40B4-BE49-F238E27FC236}">
                  <a16:creationId xmlns:a16="http://schemas.microsoft.com/office/drawing/2014/main" id="{151322BB-8CB8-486B-B1AA-4F60CB876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232"/>
              <a:ext cx="105" cy="171"/>
            </a:xfrm>
            <a:custGeom>
              <a:avLst/>
              <a:gdLst>
                <a:gd name="T0" fmla="*/ 1300 w 42"/>
                <a:gd name="T1" fmla="*/ 1470 h 64"/>
                <a:gd name="T2" fmla="*/ 9300 w 42"/>
                <a:gd name="T3" fmla="*/ 1071 h 64"/>
                <a:gd name="T4" fmla="*/ 9770 w 42"/>
                <a:gd name="T5" fmla="*/ 12379 h 64"/>
                <a:gd name="T6" fmla="*/ 9113 w 42"/>
                <a:gd name="T7" fmla="*/ 21094 h 64"/>
                <a:gd name="T8" fmla="*/ 0 w 42"/>
                <a:gd name="T9" fmla="*/ 21517 h 64"/>
                <a:gd name="T10" fmla="*/ 7625 w 42"/>
                <a:gd name="T11" fmla="*/ 16363 h 64"/>
                <a:gd name="T12" fmla="*/ 6845 w 42"/>
                <a:gd name="T13" fmla="*/ 3663 h 64"/>
                <a:gd name="T14" fmla="*/ 1300 w 42"/>
                <a:gd name="T15" fmla="*/ 147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4">
                  <a:moveTo>
                    <a:pt x="5" y="4"/>
                  </a:moveTo>
                  <a:cubicBezTo>
                    <a:pt x="13" y="7"/>
                    <a:pt x="33" y="5"/>
                    <a:pt x="38" y="3"/>
                  </a:cubicBezTo>
                  <a:cubicBezTo>
                    <a:pt x="42" y="0"/>
                    <a:pt x="41" y="24"/>
                    <a:pt x="40" y="34"/>
                  </a:cubicBezTo>
                  <a:cubicBezTo>
                    <a:pt x="39" y="44"/>
                    <a:pt x="41" y="53"/>
                    <a:pt x="37" y="58"/>
                  </a:cubicBezTo>
                  <a:cubicBezTo>
                    <a:pt x="32" y="62"/>
                    <a:pt x="9" y="64"/>
                    <a:pt x="0" y="59"/>
                  </a:cubicBezTo>
                  <a:cubicBezTo>
                    <a:pt x="10" y="59"/>
                    <a:pt x="26" y="62"/>
                    <a:pt x="31" y="45"/>
                  </a:cubicBezTo>
                  <a:cubicBezTo>
                    <a:pt x="36" y="29"/>
                    <a:pt x="33" y="12"/>
                    <a:pt x="28" y="10"/>
                  </a:cubicBezTo>
                  <a:cubicBezTo>
                    <a:pt x="23" y="8"/>
                    <a:pt x="7" y="5"/>
                    <a:pt x="5" y="4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2" name="Freeform 162">
              <a:extLst>
                <a:ext uri="{FF2B5EF4-FFF2-40B4-BE49-F238E27FC236}">
                  <a16:creationId xmlns:a16="http://schemas.microsoft.com/office/drawing/2014/main" id="{73A7E1C3-25DD-4108-B5CD-90823920B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216"/>
              <a:ext cx="83" cy="171"/>
            </a:xfrm>
            <a:custGeom>
              <a:avLst/>
              <a:gdLst>
                <a:gd name="T0" fmla="*/ 797 w 33"/>
                <a:gd name="T1" fmla="*/ 0 h 64"/>
                <a:gd name="T2" fmla="*/ 6844 w 33"/>
                <a:gd name="T3" fmla="*/ 1071 h 64"/>
                <a:gd name="T4" fmla="*/ 7369 w 33"/>
                <a:gd name="T5" fmla="*/ 3262 h 64"/>
                <a:gd name="T6" fmla="*/ 7369 w 33"/>
                <a:gd name="T7" fmla="*/ 21824 h 64"/>
                <a:gd name="T8" fmla="*/ 0 w 33"/>
                <a:gd name="T9" fmla="*/ 19326 h 64"/>
                <a:gd name="T10" fmla="*/ 5043 w 33"/>
                <a:gd name="T11" fmla="*/ 16363 h 64"/>
                <a:gd name="T12" fmla="*/ 5043 w 33"/>
                <a:gd name="T13" fmla="*/ 3262 h 64"/>
                <a:gd name="T14" fmla="*/ 797 w 33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4">
                  <a:moveTo>
                    <a:pt x="3" y="0"/>
                  </a:moveTo>
                  <a:cubicBezTo>
                    <a:pt x="6" y="3"/>
                    <a:pt x="21" y="6"/>
                    <a:pt x="27" y="3"/>
                  </a:cubicBezTo>
                  <a:cubicBezTo>
                    <a:pt x="33" y="0"/>
                    <a:pt x="29" y="9"/>
                    <a:pt x="29" y="9"/>
                  </a:cubicBezTo>
                  <a:cubicBezTo>
                    <a:pt x="29" y="9"/>
                    <a:pt x="24" y="50"/>
                    <a:pt x="29" y="60"/>
                  </a:cubicBezTo>
                  <a:cubicBezTo>
                    <a:pt x="24" y="64"/>
                    <a:pt x="7" y="60"/>
                    <a:pt x="0" y="53"/>
                  </a:cubicBezTo>
                  <a:cubicBezTo>
                    <a:pt x="9" y="57"/>
                    <a:pt x="18" y="54"/>
                    <a:pt x="20" y="45"/>
                  </a:cubicBezTo>
                  <a:cubicBezTo>
                    <a:pt x="22" y="36"/>
                    <a:pt x="26" y="12"/>
                    <a:pt x="20" y="9"/>
                  </a:cubicBezTo>
                  <a:cubicBezTo>
                    <a:pt x="14" y="6"/>
                    <a:pt x="4" y="2"/>
                    <a:pt x="3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3" name="Freeform 163">
              <a:extLst>
                <a:ext uri="{FF2B5EF4-FFF2-40B4-BE49-F238E27FC236}">
                  <a16:creationId xmlns:a16="http://schemas.microsoft.com/office/drawing/2014/main" id="{5A21151F-6454-4185-A0C5-A899EA40A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184"/>
              <a:ext cx="60" cy="163"/>
            </a:xfrm>
            <a:custGeom>
              <a:avLst/>
              <a:gdLst>
                <a:gd name="T0" fmla="*/ 0 w 24"/>
                <a:gd name="T1" fmla="*/ 0 h 61"/>
                <a:gd name="T2" fmla="*/ 3908 w 24"/>
                <a:gd name="T3" fmla="*/ 401 h 61"/>
                <a:gd name="T4" fmla="*/ 5863 w 24"/>
                <a:gd name="T5" fmla="*/ 2592 h 61"/>
                <a:gd name="T6" fmla="*/ 4425 w 24"/>
                <a:gd name="T7" fmla="*/ 20458 h 61"/>
                <a:gd name="T8" fmla="*/ 1770 w 24"/>
                <a:gd name="T9" fmla="*/ 21099 h 61"/>
                <a:gd name="T10" fmla="*/ 3250 w 24"/>
                <a:gd name="T11" fmla="*/ 12380 h 61"/>
                <a:gd name="T12" fmla="*/ 2938 w 24"/>
                <a:gd name="T13" fmla="*/ 2592 h 61"/>
                <a:gd name="T14" fmla="*/ 0 w 24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1">
                  <a:moveTo>
                    <a:pt x="0" y="0"/>
                  </a:moveTo>
                  <a:cubicBezTo>
                    <a:pt x="6" y="4"/>
                    <a:pt x="13" y="3"/>
                    <a:pt x="16" y="1"/>
                  </a:cubicBezTo>
                  <a:cubicBezTo>
                    <a:pt x="19" y="0"/>
                    <a:pt x="24" y="7"/>
                    <a:pt x="24" y="7"/>
                  </a:cubicBezTo>
                  <a:cubicBezTo>
                    <a:pt x="24" y="7"/>
                    <a:pt x="16" y="43"/>
                    <a:pt x="18" y="56"/>
                  </a:cubicBezTo>
                  <a:cubicBezTo>
                    <a:pt x="18" y="61"/>
                    <a:pt x="7" y="58"/>
                    <a:pt x="7" y="58"/>
                  </a:cubicBezTo>
                  <a:cubicBezTo>
                    <a:pt x="12" y="58"/>
                    <a:pt x="11" y="46"/>
                    <a:pt x="13" y="34"/>
                  </a:cubicBezTo>
                  <a:cubicBezTo>
                    <a:pt x="14" y="22"/>
                    <a:pt x="18" y="9"/>
                    <a:pt x="12" y="7"/>
                  </a:cubicBezTo>
                  <a:cubicBezTo>
                    <a:pt x="6" y="6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4" name="Freeform 164">
              <a:extLst>
                <a:ext uri="{FF2B5EF4-FFF2-40B4-BE49-F238E27FC236}">
                  <a16:creationId xmlns:a16="http://schemas.microsoft.com/office/drawing/2014/main" id="{DD7C3D6B-F103-4B1C-845E-E20609AC0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139"/>
              <a:ext cx="65" cy="173"/>
            </a:xfrm>
            <a:custGeom>
              <a:avLst/>
              <a:gdLst>
                <a:gd name="T0" fmla="*/ 0 w 26"/>
                <a:gd name="T1" fmla="*/ 0 h 65"/>
                <a:gd name="T2" fmla="*/ 4895 w 26"/>
                <a:gd name="T3" fmla="*/ 1057 h 65"/>
                <a:gd name="T4" fmla="*/ 6375 w 26"/>
                <a:gd name="T5" fmla="*/ 3202 h 65"/>
                <a:gd name="T6" fmla="*/ 4688 w 26"/>
                <a:gd name="T7" fmla="*/ 22434 h 65"/>
                <a:gd name="T8" fmla="*/ 1958 w 26"/>
                <a:gd name="T9" fmla="*/ 21380 h 65"/>
                <a:gd name="T10" fmla="*/ 3720 w 26"/>
                <a:gd name="T11" fmla="*/ 15195 h 65"/>
                <a:gd name="T12" fmla="*/ 2938 w 26"/>
                <a:gd name="T13" fmla="*/ 3620 h 65"/>
                <a:gd name="T14" fmla="*/ 0 w 26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5">
                  <a:moveTo>
                    <a:pt x="0" y="0"/>
                  </a:moveTo>
                  <a:cubicBezTo>
                    <a:pt x="6" y="4"/>
                    <a:pt x="18" y="3"/>
                    <a:pt x="20" y="3"/>
                  </a:cubicBezTo>
                  <a:cubicBezTo>
                    <a:pt x="20" y="6"/>
                    <a:pt x="24" y="8"/>
                    <a:pt x="26" y="9"/>
                  </a:cubicBezTo>
                  <a:cubicBezTo>
                    <a:pt x="24" y="13"/>
                    <a:pt x="16" y="56"/>
                    <a:pt x="19" y="63"/>
                  </a:cubicBezTo>
                  <a:cubicBezTo>
                    <a:pt x="15" y="65"/>
                    <a:pt x="8" y="60"/>
                    <a:pt x="8" y="60"/>
                  </a:cubicBezTo>
                  <a:cubicBezTo>
                    <a:pt x="12" y="62"/>
                    <a:pt x="14" y="51"/>
                    <a:pt x="15" y="43"/>
                  </a:cubicBezTo>
                  <a:cubicBezTo>
                    <a:pt x="16" y="34"/>
                    <a:pt x="18" y="16"/>
                    <a:pt x="12" y="10"/>
                  </a:cubicBezTo>
                  <a:cubicBezTo>
                    <a:pt x="5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5" name="Freeform 165">
              <a:extLst>
                <a:ext uri="{FF2B5EF4-FFF2-40B4-BE49-F238E27FC236}">
                  <a16:creationId xmlns:a16="http://schemas.microsoft.com/office/drawing/2014/main" id="{42703871-5435-4239-95F9-6622EB15B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080"/>
              <a:ext cx="48" cy="157"/>
            </a:xfrm>
            <a:custGeom>
              <a:avLst/>
              <a:gdLst>
                <a:gd name="T0" fmla="*/ 0 w 19"/>
                <a:gd name="T1" fmla="*/ 0 h 59"/>
                <a:gd name="T2" fmla="*/ 2567 w 19"/>
                <a:gd name="T3" fmla="*/ 7874 h 59"/>
                <a:gd name="T4" fmla="*/ 2367 w 19"/>
                <a:gd name="T5" fmla="*/ 20953 h 59"/>
                <a:gd name="T6" fmla="*/ 4934 w 19"/>
                <a:gd name="T7" fmla="*/ 6424 h 59"/>
                <a:gd name="T8" fmla="*/ 2367 w 19"/>
                <a:gd name="T9" fmla="*/ 105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0" y="0"/>
                  </a:moveTo>
                  <a:cubicBezTo>
                    <a:pt x="4" y="4"/>
                    <a:pt x="10" y="12"/>
                    <a:pt x="10" y="22"/>
                  </a:cubicBezTo>
                  <a:cubicBezTo>
                    <a:pt x="9" y="32"/>
                    <a:pt x="9" y="59"/>
                    <a:pt x="9" y="59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8" y="6"/>
                    <a:pt x="9" y="3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6" name="Freeform 166">
              <a:extLst>
                <a:ext uri="{FF2B5EF4-FFF2-40B4-BE49-F238E27FC236}">
                  <a16:creationId xmlns:a16="http://schemas.microsoft.com/office/drawing/2014/main" id="{5495174C-4365-48A9-B73A-1C379D92A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403"/>
              <a:ext cx="112" cy="154"/>
            </a:xfrm>
            <a:custGeom>
              <a:avLst/>
              <a:gdLst>
                <a:gd name="T0" fmla="*/ 9249 w 45"/>
                <a:gd name="T1" fmla="*/ 0 h 58"/>
                <a:gd name="T2" fmla="*/ 9249 w 45"/>
                <a:gd name="T3" fmla="*/ 17144 h 58"/>
                <a:gd name="T4" fmla="*/ 0 w 45"/>
                <a:gd name="T5" fmla="*/ 19938 h 58"/>
                <a:gd name="T6" fmla="*/ 9249 w 45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8">
                  <a:moveTo>
                    <a:pt x="39" y="0"/>
                  </a:moveTo>
                  <a:cubicBezTo>
                    <a:pt x="42" y="9"/>
                    <a:pt x="45" y="39"/>
                    <a:pt x="39" y="49"/>
                  </a:cubicBezTo>
                  <a:cubicBezTo>
                    <a:pt x="33" y="58"/>
                    <a:pt x="7" y="58"/>
                    <a:pt x="0" y="57"/>
                  </a:cubicBezTo>
                  <a:cubicBezTo>
                    <a:pt x="16" y="56"/>
                    <a:pt x="34" y="53"/>
                    <a:pt x="39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7" name="Freeform 167">
              <a:extLst>
                <a:ext uri="{FF2B5EF4-FFF2-40B4-BE49-F238E27FC236}">
                  <a16:creationId xmlns:a16="http://schemas.microsoft.com/office/drawing/2014/main" id="{76C33E4F-96AF-4A66-B6C9-726420B42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411"/>
              <a:ext cx="25" cy="122"/>
            </a:xfrm>
            <a:custGeom>
              <a:avLst/>
              <a:gdLst>
                <a:gd name="T0" fmla="*/ 313 w 10"/>
                <a:gd name="T1" fmla="*/ 0 h 46"/>
                <a:gd name="T2" fmla="*/ 0 w 10"/>
                <a:gd name="T3" fmla="*/ 16024 h 46"/>
                <a:gd name="T4" fmla="*/ 313 w 10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6">
                  <a:moveTo>
                    <a:pt x="1" y="0"/>
                  </a:moveTo>
                  <a:cubicBezTo>
                    <a:pt x="9" y="18"/>
                    <a:pt x="10" y="33"/>
                    <a:pt x="0" y="46"/>
                  </a:cubicBezTo>
                  <a:cubicBezTo>
                    <a:pt x="4" y="37"/>
                    <a:pt x="4" y="7"/>
                    <a:pt x="1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8" name="Freeform 168">
              <a:extLst>
                <a:ext uri="{FF2B5EF4-FFF2-40B4-BE49-F238E27FC236}">
                  <a16:creationId xmlns:a16="http://schemas.microsoft.com/office/drawing/2014/main" id="{329A959D-EE53-4EE7-9DE8-E9F8A7081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379"/>
              <a:ext cx="70" cy="160"/>
            </a:xfrm>
            <a:custGeom>
              <a:avLst/>
              <a:gdLst>
                <a:gd name="T0" fmla="*/ 4895 w 28"/>
                <a:gd name="T1" fmla="*/ 0 h 60"/>
                <a:gd name="T2" fmla="*/ 6175 w 28"/>
                <a:gd name="T3" fmla="*/ 16589 h 60"/>
                <a:gd name="T4" fmla="*/ 0 w 28"/>
                <a:gd name="T5" fmla="*/ 21597 h 60"/>
                <a:gd name="T6" fmla="*/ 5208 w 28"/>
                <a:gd name="T7" fmla="*/ 1401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0">
                  <a:moveTo>
                    <a:pt x="20" y="0"/>
                  </a:moveTo>
                  <a:cubicBezTo>
                    <a:pt x="23" y="10"/>
                    <a:pt x="28" y="38"/>
                    <a:pt x="25" y="46"/>
                  </a:cubicBezTo>
                  <a:cubicBezTo>
                    <a:pt x="22" y="55"/>
                    <a:pt x="2" y="59"/>
                    <a:pt x="0" y="60"/>
                  </a:cubicBezTo>
                  <a:cubicBezTo>
                    <a:pt x="9" y="59"/>
                    <a:pt x="19" y="50"/>
                    <a:pt x="21" y="3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9" name="Freeform 169">
              <a:extLst>
                <a:ext uri="{FF2B5EF4-FFF2-40B4-BE49-F238E27FC236}">
                  <a16:creationId xmlns:a16="http://schemas.microsoft.com/office/drawing/2014/main" id="{2F436649-5B5A-4788-A450-2E5ECCEBB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349"/>
              <a:ext cx="63" cy="155"/>
            </a:xfrm>
            <a:custGeom>
              <a:avLst/>
              <a:gdLst>
                <a:gd name="T0" fmla="*/ 4350 w 25"/>
                <a:gd name="T1" fmla="*/ 0 h 58"/>
                <a:gd name="T2" fmla="*/ 5602 w 25"/>
                <a:gd name="T3" fmla="*/ 15006 h 58"/>
                <a:gd name="T4" fmla="*/ 0 w 25"/>
                <a:gd name="T5" fmla="*/ 21112 h 58"/>
                <a:gd name="T6" fmla="*/ 4559 w 25"/>
                <a:gd name="T7" fmla="*/ 11320 h 58"/>
                <a:gd name="T8" fmla="*/ 4350 w 2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17" y="0"/>
                  </a:moveTo>
                  <a:cubicBezTo>
                    <a:pt x="21" y="7"/>
                    <a:pt x="25" y="32"/>
                    <a:pt x="22" y="41"/>
                  </a:cubicBezTo>
                  <a:cubicBezTo>
                    <a:pt x="19" y="51"/>
                    <a:pt x="6" y="57"/>
                    <a:pt x="0" y="58"/>
                  </a:cubicBezTo>
                  <a:cubicBezTo>
                    <a:pt x="9" y="54"/>
                    <a:pt x="16" y="44"/>
                    <a:pt x="18" y="31"/>
                  </a:cubicBezTo>
                  <a:cubicBezTo>
                    <a:pt x="20" y="1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0" name="Freeform 170">
              <a:extLst>
                <a:ext uri="{FF2B5EF4-FFF2-40B4-BE49-F238E27FC236}">
                  <a16:creationId xmlns:a16="http://schemas.microsoft.com/office/drawing/2014/main" id="{EA1B7DEC-D470-4404-A1B6-75EDB1239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309"/>
              <a:ext cx="63" cy="152"/>
            </a:xfrm>
            <a:custGeom>
              <a:avLst/>
              <a:gdLst>
                <a:gd name="T0" fmla="*/ 4082 w 25"/>
                <a:gd name="T1" fmla="*/ 0 h 57"/>
                <a:gd name="T2" fmla="*/ 5088 w 25"/>
                <a:gd name="T3" fmla="*/ 15112 h 57"/>
                <a:gd name="T4" fmla="*/ 0 w 25"/>
                <a:gd name="T5" fmla="*/ 20480 h 57"/>
                <a:gd name="T6" fmla="*/ 4082 w 25"/>
                <a:gd name="T7" fmla="*/ 12288 h 57"/>
                <a:gd name="T8" fmla="*/ 4082 w 25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7">
                  <a:moveTo>
                    <a:pt x="16" y="0"/>
                  </a:moveTo>
                  <a:cubicBezTo>
                    <a:pt x="19" y="11"/>
                    <a:pt x="25" y="33"/>
                    <a:pt x="20" y="42"/>
                  </a:cubicBezTo>
                  <a:cubicBezTo>
                    <a:pt x="16" y="51"/>
                    <a:pt x="2" y="57"/>
                    <a:pt x="0" y="57"/>
                  </a:cubicBezTo>
                  <a:cubicBezTo>
                    <a:pt x="8" y="54"/>
                    <a:pt x="14" y="42"/>
                    <a:pt x="16" y="34"/>
                  </a:cubicBezTo>
                  <a:cubicBezTo>
                    <a:pt x="17" y="25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1" name="Freeform 171">
              <a:extLst>
                <a:ext uri="{FF2B5EF4-FFF2-40B4-BE49-F238E27FC236}">
                  <a16:creationId xmlns:a16="http://schemas.microsoft.com/office/drawing/2014/main" id="{04F30F39-F818-4C1B-B636-5F27A8849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248"/>
              <a:ext cx="43" cy="149"/>
            </a:xfrm>
            <a:custGeom>
              <a:avLst/>
              <a:gdLst>
                <a:gd name="T0" fmla="*/ 1556 w 17"/>
                <a:gd name="T1" fmla="*/ 0 h 56"/>
                <a:gd name="T2" fmla="*/ 4467 w 17"/>
                <a:gd name="T3" fmla="*/ 10265 h 56"/>
                <a:gd name="T4" fmla="*/ 0 w 17"/>
                <a:gd name="T5" fmla="*/ 19852 h 56"/>
                <a:gd name="T6" fmla="*/ 2911 w 17"/>
                <a:gd name="T7" fmla="*/ 8517 h 56"/>
                <a:gd name="T8" fmla="*/ 1343 w 17"/>
                <a:gd name="T9" fmla="*/ 65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6">
                  <a:moveTo>
                    <a:pt x="6" y="0"/>
                  </a:moveTo>
                  <a:cubicBezTo>
                    <a:pt x="12" y="9"/>
                    <a:pt x="17" y="24"/>
                    <a:pt x="17" y="29"/>
                  </a:cubicBezTo>
                  <a:cubicBezTo>
                    <a:pt x="17" y="35"/>
                    <a:pt x="7" y="52"/>
                    <a:pt x="0" y="56"/>
                  </a:cubicBezTo>
                  <a:cubicBezTo>
                    <a:pt x="7" y="48"/>
                    <a:pt x="11" y="35"/>
                    <a:pt x="11" y="24"/>
                  </a:cubicBezTo>
                  <a:cubicBezTo>
                    <a:pt x="11" y="14"/>
                    <a:pt x="5" y="2"/>
                    <a:pt x="5" y="2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2" name="Freeform 172">
              <a:extLst>
                <a:ext uri="{FF2B5EF4-FFF2-40B4-BE49-F238E27FC236}">
                  <a16:creationId xmlns:a16="http://schemas.microsoft.com/office/drawing/2014/main" id="{A3E3EBF2-D8FD-4ABB-B35E-A4D9987F9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171"/>
              <a:ext cx="40" cy="136"/>
            </a:xfrm>
            <a:custGeom>
              <a:avLst/>
              <a:gdLst>
                <a:gd name="T0" fmla="*/ 2470 w 16"/>
                <a:gd name="T1" fmla="*/ 0 h 51"/>
                <a:gd name="T2" fmla="*/ 2470 w 16"/>
                <a:gd name="T3" fmla="*/ 18355 h 51"/>
                <a:gd name="T4" fmla="*/ 0 w 16"/>
                <a:gd name="T5" fmla="*/ 8648 h 51"/>
                <a:gd name="T6" fmla="*/ 2470 w 1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1">
                  <a:moveTo>
                    <a:pt x="10" y="0"/>
                  </a:moveTo>
                  <a:cubicBezTo>
                    <a:pt x="13" y="11"/>
                    <a:pt x="16" y="41"/>
                    <a:pt x="10" y="51"/>
                  </a:cubicBezTo>
                  <a:cubicBezTo>
                    <a:pt x="9" y="39"/>
                    <a:pt x="0" y="24"/>
                    <a:pt x="0" y="24"/>
                  </a:cubicBezTo>
                  <a:cubicBezTo>
                    <a:pt x="7" y="17"/>
                    <a:pt x="9" y="5"/>
                    <a:pt x="1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3" name="Freeform 173">
              <a:extLst>
                <a:ext uri="{FF2B5EF4-FFF2-40B4-BE49-F238E27FC236}">
                  <a16:creationId xmlns:a16="http://schemas.microsoft.com/office/drawing/2014/main" id="{01C17EBF-9796-4F22-8B9A-B2513D30F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293"/>
              <a:ext cx="80" cy="78"/>
            </a:xfrm>
            <a:custGeom>
              <a:avLst/>
              <a:gdLst>
                <a:gd name="T0" fmla="*/ 988 w 32"/>
                <a:gd name="T1" fmla="*/ 3096 h 29"/>
                <a:gd name="T2" fmla="*/ 0 w 32"/>
                <a:gd name="T3" fmla="*/ 6071 h 29"/>
                <a:gd name="T4" fmla="*/ 4220 w 32"/>
                <a:gd name="T5" fmla="*/ 4919 h 29"/>
                <a:gd name="T6" fmla="*/ 7625 w 32"/>
                <a:gd name="T7" fmla="*/ 10995 h 29"/>
                <a:gd name="T8" fmla="*/ 6645 w 32"/>
                <a:gd name="T9" fmla="*/ 428 h 29"/>
                <a:gd name="T10" fmla="*/ 6375 w 32"/>
                <a:gd name="T11" fmla="*/ 0 h 29"/>
                <a:gd name="T12" fmla="*/ 4688 w 32"/>
                <a:gd name="T13" fmla="*/ 1829 h 29"/>
                <a:gd name="T14" fmla="*/ 2270 w 32"/>
                <a:gd name="T15" fmla="*/ 2257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9">
                  <a:moveTo>
                    <a:pt x="4" y="8"/>
                  </a:moveTo>
                  <a:cubicBezTo>
                    <a:pt x="2" y="11"/>
                    <a:pt x="1" y="13"/>
                    <a:pt x="0" y="16"/>
                  </a:cubicBezTo>
                  <a:cubicBezTo>
                    <a:pt x="5" y="14"/>
                    <a:pt x="12" y="12"/>
                    <a:pt x="17" y="13"/>
                  </a:cubicBezTo>
                  <a:cubicBezTo>
                    <a:pt x="27" y="15"/>
                    <a:pt x="30" y="20"/>
                    <a:pt x="31" y="29"/>
                  </a:cubicBezTo>
                  <a:cubicBezTo>
                    <a:pt x="32" y="20"/>
                    <a:pt x="30" y="8"/>
                    <a:pt x="27" y="1"/>
                  </a:cubicBezTo>
                  <a:cubicBezTo>
                    <a:pt x="27" y="1"/>
                    <a:pt x="26" y="0"/>
                    <a:pt x="26" y="0"/>
                  </a:cubicBezTo>
                  <a:cubicBezTo>
                    <a:pt x="24" y="1"/>
                    <a:pt x="21" y="4"/>
                    <a:pt x="19" y="5"/>
                  </a:cubicBezTo>
                  <a:cubicBezTo>
                    <a:pt x="16" y="6"/>
                    <a:pt x="13" y="5"/>
                    <a:pt x="9" y="6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4" name="Freeform 174">
              <a:extLst>
                <a:ext uri="{FF2B5EF4-FFF2-40B4-BE49-F238E27FC236}">
                  <a16:creationId xmlns:a16="http://schemas.microsoft.com/office/drawing/2014/main" id="{474C68E6-6A1C-4C8A-8E67-540C8835F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240"/>
              <a:ext cx="62" cy="51"/>
            </a:xfrm>
            <a:custGeom>
              <a:avLst/>
              <a:gdLst>
                <a:gd name="T0" fmla="*/ 0 w 25"/>
                <a:gd name="T1" fmla="*/ 7119 h 19"/>
                <a:gd name="T2" fmla="*/ 1895 w 25"/>
                <a:gd name="T3" fmla="*/ 1562 h 19"/>
                <a:gd name="T4" fmla="*/ 4238 w 25"/>
                <a:gd name="T5" fmla="*/ 0 h 19"/>
                <a:gd name="T6" fmla="*/ 5826 w 25"/>
                <a:gd name="T7" fmla="*/ 6383 h 19"/>
                <a:gd name="T8" fmla="*/ 3296 w 25"/>
                <a:gd name="T9" fmla="*/ 4467 h 19"/>
                <a:gd name="T10" fmla="*/ 1895 w 25"/>
                <a:gd name="T11" fmla="*/ 6383 h 19"/>
                <a:gd name="T12" fmla="*/ 456 w 25"/>
                <a:gd name="T13" fmla="*/ 711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9">
                  <a:moveTo>
                    <a:pt x="0" y="19"/>
                  </a:moveTo>
                  <a:cubicBezTo>
                    <a:pt x="4" y="16"/>
                    <a:pt x="8" y="10"/>
                    <a:pt x="8" y="4"/>
                  </a:cubicBezTo>
                  <a:cubicBezTo>
                    <a:pt x="12" y="4"/>
                    <a:pt x="15" y="3"/>
                    <a:pt x="18" y="0"/>
                  </a:cubicBezTo>
                  <a:cubicBezTo>
                    <a:pt x="21" y="5"/>
                    <a:pt x="24" y="11"/>
                    <a:pt x="25" y="17"/>
                  </a:cubicBezTo>
                  <a:cubicBezTo>
                    <a:pt x="21" y="13"/>
                    <a:pt x="19" y="10"/>
                    <a:pt x="14" y="12"/>
                  </a:cubicBezTo>
                  <a:cubicBezTo>
                    <a:pt x="11" y="13"/>
                    <a:pt x="10" y="16"/>
                    <a:pt x="8" y="17"/>
                  </a:cubicBezTo>
                  <a:cubicBezTo>
                    <a:pt x="6" y="18"/>
                    <a:pt x="4" y="18"/>
                    <a:pt x="2" y="1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5" name="Freeform 175">
              <a:extLst>
                <a:ext uri="{FF2B5EF4-FFF2-40B4-BE49-F238E27FC236}">
                  <a16:creationId xmlns:a16="http://schemas.microsoft.com/office/drawing/2014/main" id="{89C9D38C-B604-420A-B370-74C9AF34E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336"/>
              <a:ext cx="82" cy="64"/>
            </a:xfrm>
            <a:custGeom>
              <a:avLst/>
              <a:gdLst>
                <a:gd name="T0" fmla="*/ 0 w 33"/>
                <a:gd name="T1" fmla="*/ 3891 h 24"/>
                <a:gd name="T2" fmla="*/ 1148 w 33"/>
                <a:gd name="T3" fmla="*/ 2184 h 24"/>
                <a:gd name="T4" fmla="*/ 7089 w 33"/>
                <a:gd name="T5" fmla="*/ 0 h 24"/>
                <a:gd name="T6" fmla="*/ 7780 w 33"/>
                <a:gd name="T7" fmla="*/ 4701 h 24"/>
                <a:gd name="T8" fmla="*/ 7780 w 33"/>
                <a:gd name="T9" fmla="*/ 8648 h 24"/>
                <a:gd name="T10" fmla="*/ 6625 w 33"/>
                <a:gd name="T11" fmla="*/ 4301 h 24"/>
                <a:gd name="T12" fmla="*/ 4465 w 33"/>
                <a:gd name="T13" fmla="*/ 4301 h 24"/>
                <a:gd name="T14" fmla="*/ 952 w 33"/>
                <a:gd name="T15" fmla="*/ 5405 h 24"/>
                <a:gd name="T16" fmla="*/ 0 w 33"/>
                <a:gd name="T17" fmla="*/ 364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4">
                  <a:moveTo>
                    <a:pt x="0" y="11"/>
                  </a:moveTo>
                  <a:cubicBezTo>
                    <a:pt x="2" y="10"/>
                    <a:pt x="4" y="8"/>
                    <a:pt x="5" y="6"/>
                  </a:cubicBezTo>
                  <a:cubicBezTo>
                    <a:pt x="11" y="12"/>
                    <a:pt x="26" y="6"/>
                    <a:pt x="30" y="0"/>
                  </a:cubicBezTo>
                  <a:cubicBezTo>
                    <a:pt x="30" y="4"/>
                    <a:pt x="32" y="9"/>
                    <a:pt x="33" y="13"/>
                  </a:cubicBezTo>
                  <a:cubicBezTo>
                    <a:pt x="33" y="17"/>
                    <a:pt x="32" y="21"/>
                    <a:pt x="33" y="24"/>
                  </a:cubicBezTo>
                  <a:cubicBezTo>
                    <a:pt x="32" y="21"/>
                    <a:pt x="31" y="15"/>
                    <a:pt x="28" y="12"/>
                  </a:cubicBezTo>
                  <a:cubicBezTo>
                    <a:pt x="25" y="9"/>
                    <a:pt x="22" y="10"/>
                    <a:pt x="19" y="12"/>
                  </a:cubicBezTo>
                  <a:cubicBezTo>
                    <a:pt x="15" y="13"/>
                    <a:pt x="8" y="16"/>
                    <a:pt x="4" y="15"/>
                  </a:cubicBezTo>
                  <a:cubicBezTo>
                    <a:pt x="2" y="14"/>
                    <a:pt x="2" y="11"/>
                    <a:pt x="0" y="10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6" name="Freeform 176">
              <a:extLst>
                <a:ext uri="{FF2B5EF4-FFF2-40B4-BE49-F238E27FC236}">
                  <a16:creationId xmlns:a16="http://schemas.microsoft.com/office/drawing/2014/main" id="{917DF15E-F1F5-4B63-B2F4-C5CE07C90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371"/>
              <a:ext cx="68" cy="53"/>
            </a:xfrm>
            <a:custGeom>
              <a:avLst/>
              <a:gdLst>
                <a:gd name="T0" fmla="*/ 0 w 27"/>
                <a:gd name="T1" fmla="*/ 2753 h 20"/>
                <a:gd name="T2" fmla="*/ 6070 w 27"/>
                <a:gd name="T3" fmla="*/ 0 h 20"/>
                <a:gd name="T4" fmla="*/ 6883 w 27"/>
                <a:gd name="T5" fmla="*/ 6903 h 20"/>
                <a:gd name="T6" fmla="*/ 4344 w 27"/>
                <a:gd name="T7" fmla="*/ 4184 h 20"/>
                <a:gd name="T8" fmla="*/ 2335 w 27"/>
                <a:gd name="T9" fmla="*/ 3800 h 20"/>
                <a:gd name="T10" fmla="*/ 526 w 27"/>
                <a:gd name="T11" fmla="*/ 316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0">
                  <a:moveTo>
                    <a:pt x="0" y="8"/>
                  </a:moveTo>
                  <a:cubicBezTo>
                    <a:pt x="10" y="10"/>
                    <a:pt x="16" y="4"/>
                    <a:pt x="24" y="0"/>
                  </a:cubicBezTo>
                  <a:cubicBezTo>
                    <a:pt x="26" y="7"/>
                    <a:pt x="25" y="13"/>
                    <a:pt x="27" y="20"/>
                  </a:cubicBezTo>
                  <a:cubicBezTo>
                    <a:pt x="25" y="14"/>
                    <a:pt x="23" y="12"/>
                    <a:pt x="17" y="12"/>
                  </a:cubicBezTo>
                  <a:cubicBezTo>
                    <a:pt x="14" y="12"/>
                    <a:pt x="12" y="12"/>
                    <a:pt x="9" y="11"/>
                  </a:cubicBezTo>
                  <a:cubicBezTo>
                    <a:pt x="6" y="11"/>
                    <a:pt x="5" y="10"/>
                    <a:pt x="2" y="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7" name="Freeform 177">
              <a:extLst>
                <a:ext uri="{FF2B5EF4-FFF2-40B4-BE49-F238E27FC236}">
                  <a16:creationId xmlns:a16="http://schemas.microsoft.com/office/drawing/2014/main" id="{FE2ECCA5-AB03-4AA4-B9C4-5A85EE7C1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387"/>
              <a:ext cx="75" cy="64"/>
            </a:xfrm>
            <a:custGeom>
              <a:avLst/>
              <a:gdLst>
                <a:gd name="T0" fmla="*/ 0 w 30"/>
                <a:gd name="T1" fmla="*/ 2581 h 24"/>
                <a:gd name="T2" fmla="*/ 6645 w 30"/>
                <a:gd name="T3" fmla="*/ 0 h 24"/>
                <a:gd name="T4" fmla="*/ 7158 w 30"/>
                <a:gd name="T5" fmla="*/ 8648 h 24"/>
                <a:gd name="T6" fmla="*/ 5208 w 30"/>
                <a:gd name="T7" fmla="*/ 3640 h 24"/>
                <a:gd name="T8" fmla="*/ 988 w 30"/>
                <a:gd name="T9" fmla="*/ 28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4">
                  <a:moveTo>
                    <a:pt x="0" y="7"/>
                  </a:moveTo>
                  <a:cubicBezTo>
                    <a:pt x="8" y="9"/>
                    <a:pt x="21" y="5"/>
                    <a:pt x="27" y="0"/>
                  </a:cubicBezTo>
                  <a:cubicBezTo>
                    <a:pt x="27" y="8"/>
                    <a:pt x="30" y="16"/>
                    <a:pt x="29" y="24"/>
                  </a:cubicBezTo>
                  <a:cubicBezTo>
                    <a:pt x="26" y="19"/>
                    <a:pt x="27" y="12"/>
                    <a:pt x="21" y="10"/>
                  </a:cubicBezTo>
                  <a:cubicBezTo>
                    <a:pt x="17" y="8"/>
                    <a:pt x="7" y="11"/>
                    <a:pt x="4" y="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8" name="Freeform 178">
              <a:extLst>
                <a:ext uri="{FF2B5EF4-FFF2-40B4-BE49-F238E27FC236}">
                  <a16:creationId xmlns:a16="http://schemas.microsoft.com/office/drawing/2014/main" id="{062DC80B-BBEF-4912-A18F-A351CB3D2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419"/>
              <a:ext cx="27" cy="112"/>
            </a:xfrm>
            <a:custGeom>
              <a:avLst/>
              <a:gdLst>
                <a:gd name="T0" fmla="*/ 0 w 11"/>
                <a:gd name="T1" fmla="*/ 0 h 42"/>
                <a:gd name="T2" fmla="*/ 174 w 11"/>
                <a:gd name="T3" fmla="*/ 15112 h 42"/>
                <a:gd name="T4" fmla="*/ 0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4" y="11"/>
                    <a:pt x="5" y="32"/>
                    <a:pt x="1" y="42"/>
                  </a:cubicBezTo>
                  <a:cubicBezTo>
                    <a:pt x="7" y="30"/>
                    <a:pt x="11" y="19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9" name="Freeform 179">
              <a:extLst>
                <a:ext uri="{FF2B5EF4-FFF2-40B4-BE49-F238E27FC236}">
                  <a16:creationId xmlns:a16="http://schemas.microsoft.com/office/drawing/2014/main" id="{DB6FC02D-7251-4563-9C4B-39C83DE55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395"/>
              <a:ext cx="25" cy="101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3367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6" y="9"/>
                    <a:pt x="5" y="31"/>
                    <a:pt x="4" y="38"/>
                  </a:cubicBezTo>
                  <a:cubicBezTo>
                    <a:pt x="9" y="23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0" name="Freeform 180">
              <a:extLst>
                <a:ext uri="{FF2B5EF4-FFF2-40B4-BE49-F238E27FC236}">
                  <a16:creationId xmlns:a16="http://schemas.microsoft.com/office/drawing/2014/main" id="{40355E5D-EB59-4C4D-8825-9CB46B5AE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355"/>
              <a:ext cx="25" cy="98"/>
            </a:xfrm>
            <a:custGeom>
              <a:avLst/>
              <a:gdLst>
                <a:gd name="T0" fmla="*/ 0 w 10"/>
                <a:gd name="T1" fmla="*/ 0 h 37"/>
                <a:gd name="T2" fmla="*/ 988 w 10"/>
                <a:gd name="T3" fmla="*/ 12804 h 37"/>
                <a:gd name="T4" fmla="*/ 0 w 1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7">
                  <a:moveTo>
                    <a:pt x="0" y="0"/>
                  </a:moveTo>
                  <a:cubicBezTo>
                    <a:pt x="5" y="10"/>
                    <a:pt x="5" y="30"/>
                    <a:pt x="4" y="37"/>
                  </a:cubicBezTo>
                  <a:cubicBezTo>
                    <a:pt x="10" y="22"/>
                    <a:pt x="8" y="10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1" name="Freeform 181">
              <a:extLst>
                <a:ext uri="{FF2B5EF4-FFF2-40B4-BE49-F238E27FC236}">
                  <a16:creationId xmlns:a16="http://schemas.microsoft.com/office/drawing/2014/main" id="{1062B1AB-1568-447B-8C60-3251F95CA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309"/>
              <a:ext cx="25" cy="75"/>
            </a:xfrm>
            <a:custGeom>
              <a:avLst/>
              <a:gdLst>
                <a:gd name="T0" fmla="*/ 1488 w 10"/>
                <a:gd name="T1" fmla="*/ 10339 h 28"/>
                <a:gd name="T2" fmla="*/ 0 w 10"/>
                <a:gd name="T3" fmla="*/ 0 h 28"/>
                <a:gd name="T4" fmla="*/ 1488 w 10"/>
                <a:gd name="T5" fmla="*/ 1033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6" y="28"/>
                  </a:moveTo>
                  <a:cubicBezTo>
                    <a:pt x="6" y="25"/>
                    <a:pt x="5" y="11"/>
                    <a:pt x="0" y="0"/>
                  </a:cubicBezTo>
                  <a:cubicBezTo>
                    <a:pt x="6" y="3"/>
                    <a:pt x="10" y="15"/>
                    <a:pt x="6" y="28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2" name="Freeform 182">
              <a:extLst>
                <a:ext uri="{FF2B5EF4-FFF2-40B4-BE49-F238E27FC236}">
                  <a16:creationId xmlns:a16="http://schemas.microsoft.com/office/drawing/2014/main" id="{13F5DA0E-3563-4ACA-A1E1-9F25B51FB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403"/>
              <a:ext cx="17" cy="122"/>
            </a:xfrm>
            <a:custGeom>
              <a:avLst/>
              <a:gdLst>
                <a:gd name="T0" fmla="*/ 1433 w 7"/>
                <a:gd name="T1" fmla="*/ 0 h 46"/>
                <a:gd name="T2" fmla="*/ 831 w 7"/>
                <a:gd name="T3" fmla="*/ 160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6">
                  <a:moveTo>
                    <a:pt x="7" y="0"/>
                  </a:moveTo>
                  <a:cubicBezTo>
                    <a:pt x="2" y="14"/>
                    <a:pt x="0" y="36"/>
                    <a:pt x="4" y="46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3" name="Freeform 183">
              <a:extLst>
                <a:ext uri="{FF2B5EF4-FFF2-40B4-BE49-F238E27FC236}">
                  <a16:creationId xmlns:a16="http://schemas.microsoft.com/office/drawing/2014/main" id="{6E5DAB15-9578-4873-9FFF-7AC6421C8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392"/>
              <a:ext cx="25" cy="112"/>
            </a:xfrm>
            <a:custGeom>
              <a:avLst/>
              <a:gdLst>
                <a:gd name="T0" fmla="*/ 2470 w 10"/>
                <a:gd name="T1" fmla="*/ 0 h 42"/>
                <a:gd name="T2" fmla="*/ 1300 w 10"/>
                <a:gd name="T3" fmla="*/ 1511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2">
                  <a:moveTo>
                    <a:pt x="10" y="0"/>
                  </a:moveTo>
                  <a:cubicBezTo>
                    <a:pt x="7" y="12"/>
                    <a:pt x="0" y="31"/>
                    <a:pt x="5" y="42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4" name="Freeform 184">
              <a:extLst>
                <a:ext uri="{FF2B5EF4-FFF2-40B4-BE49-F238E27FC236}">
                  <a16:creationId xmlns:a16="http://schemas.microsoft.com/office/drawing/2014/main" id="{881C3198-2FDA-4D74-A3AB-86AEBEC7A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357"/>
              <a:ext cx="43" cy="136"/>
            </a:xfrm>
            <a:custGeom>
              <a:avLst/>
              <a:gdLst>
                <a:gd name="T0" fmla="*/ 4467 w 17"/>
                <a:gd name="T1" fmla="*/ 18355 h 51"/>
                <a:gd name="T2" fmla="*/ 1343 w 17"/>
                <a:gd name="T3" fmla="*/ 15112 h 51"/>
                <a:gd name="T4" fmla="*/ 2380 w 17"/>
                <a:gd name="T5" fmla="*/ 0 h 51"/>
                <a:gd name="T6" fmla="*/ 4467 w 17"/>
                <a:gd name="T7" fmla="*/ 1835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1">
                  <a:moveTo>
                    <a:pt x="17" y="51"/>
                  </a:moveTo>
                  <a:cubicBezTo>
                    <a:pt x="13" y="51"/>
                    <a:pt x="7" y="46"/>
                    <a:pt x="5" y="42"/>
                  </a:cubicBezTo>
                  <a:cubicBezTo>
                    <a:pt x="0" y="32"/>
                    <a:pt x="5" y="11"/>
                    <a:pt x="9" y="0"/>
                  </a:cubicBezTo>
                  <a:cubicBezTo>
                    <a:pt x="7" y="6"/>
                    <a:pt x="1" y="38"/>
                    <a:pt x="17" y="51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5" name="Freeform 185">
              <a:extLst>
                <a:ext uri="{FF2B5EF4-FFF2-40B4-BE49-F238E27FC236}">
                  <a16:creationId xmlns:a16="http://schemas.microsoft.com/office/drawing/2014/main" id="{552E9399-786B-4600-9797-DF2DDC88F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320"/>
              <a:ext cx="47" cy="133"/>
            </a:xfrm>
            <a:custGeom>
              <a:avLst/>
              <a:gdLst>
                <a:gd name="T0" fmla="*/ 1831 w 19"/>
                <a:gd name="T1" fmla="*/ 0 h 50"/>
                <a:gd name="T2" fmla="*/ 453 w 19"/>
                <a:gd name="T3" fmla="*/ 12369 h 50"/>
                <a:gd name="T4" fmla="*/ 4344 w 19"/>
                <a:gd name="T5" fmla="*/ 17732 h 50"/>
                <a:gd name="T6" fmla="*/ 1831 w 19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0">
                  <a:moveTo>
                    <a:pt x="8" y="0"/>
                  </a:moveTo>
                  <a:cubicBezTo>
                    <a:pt x="4" y="13"/>
                    <a:pt x="0" y="24"/>
                    <a:pt x="2" y="35"/>
                  </a:cubicBezTo>
                  <a:cubicBezTo>
                    <a:pt x="3" y="41"/>
                    <a:pt x="12" y="49"/>
                    <a:pt x="19" y="50"/>
                  </a:cubicBezTo>
                  <a:cubicBezTo>
                    <a:pt x="9" y="44"/>
                    <a:pt x="4" y="16"/>
                    <a:pt x="8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6" name="Freeform 186">
              <a:extLst>
                <a:ext uri="{FF2B5EF4-FFF2-40B4-BE49-F238E27FC236}">
                  <a16:creationId xmlns:a16="http://schemas.microsoft.com/office/drawing/2014/main" id="{7BFFAF82-9A68-424B-AB60-8D15AB2A7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179"/>
              <a:ext cx="40" cy="125"/>
            </a:xfrm>
            <a:custGeom>
              <a:avLst/>
              <a:gdLst>
                <a:gd name="T0" fmla="*/ 1770 w 16"/>
                <a:gd name="T1" fmla="*/ 0 h 47"/>
                <a:gd name="T2" fmla="*/ 3438 w 16"/>
                <a:gd name="T3" fmla="*/ 8106 h 47"/>
                <a:gd name="T4" fmla="*/ 1958 w 16"/>
                <a:gd name="T5" fmla="*/ 16609 h 47"/>
                <a:gd name="T6" fmla="*/ 1770 w 16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7">
                  <a:moveTo>
                    <a:pt x="7" y="0"/>
                  </a:moveTo>
                  <a:cubicBezTo>
                    <a:pt x="7" y="7"/>
                    <a:pt x="12" y="20"/>
                    <a:pt x="14" y="23"/>
                  </a:cubicBezTo>
                  <a:cubicBezTo>
                    <a:pt x="16" y="26"/>
                    <a:pt x="8" y="40"/>
                    <a:pt x="8" y="47"/>
                  </a:cubicBezTo>
                  <a:cubicBezTo>
                    <a:pt x="0" y="37"/>
                    <a:pt x="4" y="7"/>
                    <a:pt x="7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7" name="Freeform 187">
              <a:extLst>
                <a:ext uri="{FF2B5EF4-FFF2-40B4-BE49-F238E27FC236}">
                  <a16:creationId xmlns:a16="http://schemas.microsoft.com/office/drawing/2014/main" id="{9254C92F-CF71-4FF6-8049-5534E562C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253"/>
              <a:ext cx="55" cy="142"/>
            </a:xfrm>
            <a:custGeom>
              <a:avLst/>
              <a:gdLst>
                <a:gd name="T0" fmla="*/ 5395 w 22"/>
                <a:gd name="T1" fmla="*/ 19575 h 53"/>
                <a:gd name="T2" fmla="*/ 1488 w 22"/>
                <a:gd name="T3" fmla="*/ 13252 h 53"/>
                <a:gd name="T4" fmla="*/ 3250 w 22"/>
                <a:gd name="T5" fmla="*/ 0 h 53"/>
                <a:gd name="T6" fmla="*/ 5395 w 22"/>
                <a:gd name="T7" fmla="*/ 19575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3">
                  <a:moveTo>
                    <a:pt x="22" y="53"/>
                  </a:moveTo>
                  <a:cubicBezTo>
                    <a:pt x="17" y="52"/>
                    <a:pt x="12" y="48"/>
                    <a:pt x="6" y="36"/>
                  </a:cubicBezTo>
                  <a:cubicBezTo>
                    <a:pt x="0" y="23"/>
                    <a:pt x="10" y="8"/>
                    <a:pt x="13" y="0"/>
                  </a:cubicBezTo>
                  <a:cubicBezTo>
                    <a:pt x="9" y="10"/>
                    <a:pt x="6" y="40"/>
                    <a:pt x="22" y="53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8" name="Freeform 188">
              <a:extLst>
                <a:ext uri="{FF2B5EF4-FFF2-40B4-BE49-F238E27FC236}">
                  <a16:creationId xmlns:a16="http://schemas.microsoft.com/office/drawing/2014/main" id="{381FE371-01D1-4012-9983-FAF0104A8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395"/>
              <a:ext cx="105" cy="170"/>
            </a:xfrm>
            <a:custGeom>
              <a:avLst/>
              <a:gdLst>
                <a:gd name="T0" fmla="*/ 1300 w 42"/>
                <a:gd name="T1" fmla="*/ 1448 h 64"/>
                <a:gd name="T2" fmla="*/ 9300 w 42"/>
                <a:gd name="T3" fmla="*/ 656 h 64"/>
                <a:gd name="T4" fmla="*/ 9770 w 42"/>
                <a:gd name="T5" fmla="*/ 11903 h 64"/>
                <a:gd name="T6" fmla="*/ 9113 w 42"/>
                <a:gd name="T7" fmla="*/ 19962 h 64"/>
                <a:gd name="T8" fmla="*/ 0 w 42"/>
                <a:gd name="T9" fmla="*/ 20764 h 64"/>
                <a:gd name="T10" fmla="*/ 7625 w 42"/>
                <a:gd name="T11" fmla="*/ 15876 h 64"/>
                <a:gd name="T12" fmla="*/ 6845 w 42"/>
                <a:gd name="T13" fmla="*/ 3578 h 64"/>
                <a:gd name="T14" fmla="*/ 1300 w 42"/>
                <a:gd name="T15" fmla="*/ 1448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4">
                  <a:moveTo>
                    <a:pt x="5" y="4"/>
                  </a:moveTo>
                  <a:cubicBezTo>
                    <a:pt x="13" y="6"/>
                    <a:pt x="33" y="5"/>
                    <a:pt x="38" y="2"/>
                  </a:cubicBezTo>
                  <a:cubicBezTo>
                    <a:pt x="42" y="0"/>
                    <a:pt x="41" y="24"/>
                    <a:pt x="40" y="34"/>
                  </a:cubicBezTo>
                  <a:cubicBezTo>
                    <a:pt x="39" y="44"/>
                    <a:pt x="41" y="52"/>
                    <a:pt x="37" y="57"/>
                  </a:cubicBezTo>
                  <a:cubicBezTo>
                    <a:pt x="32" y="62"/>
                    <a:pt x="9" y="64"/>
                    <a:pt x="0" y="59"/>
                  </a:cubicBezTo>
                  <a:cubicBezTo>
                    <a:pt x="10" y="58"/>
                    <a:pt x="26" y="62"/>
                    <a:pt x="31" y="45"/>
                  </a:cubicBezTo>
                  <a:cubicBezTo>
                    <a:pt x="36" y="29"/>
                    <a:pt x="33" y="12"/>
                    <a:pt x="28" y="10"/>
                  </a:cubicBezTo>
                  <a:cubicBezTo>
                    <a:pt x="23" y="7"/>
                    <a:pt x="7" y="5"/>
                    <a:pt x="5" y="4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9" name="Freeform 189">
              <a:extLst>
                <a:ext uri="{FF2B5EF4-FFF2-40B4-BE49-F238E27FC236}">
                  <a16:creationId xmlns:a16="http://schemas.microsoft.com/office/drawing/2014/main" id="{C8DA3AAC-7776-48F3-AB75-AFC415DEB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376"/>
              <a:ext cx="83" cy="173"/>
            </a:xfrm>
            <a:custGeom>
              <a:avLst/>
              <a:gdLst>
                <a:gd name="T0" fmla="*/ 797 w 33"/>
                <a:gd name="T1" fmla="*/ 0 h 65"/>
                <a:gd name="T2" fmla="*/ 6844 w 33"/>
                <a:gd name="T3" fmla="*/ 1453 h 65"/>
                <a:gd name="T4" fmla="*/ 7369 w 33"/>
                <a:gd name="T5" fmla="*/ 3620 h 65"/>
                <a:gd name="T6" fmla="*/ 7369 w 33"/>
                <a:gd name="T7" fmla="*/ 21628 h 65"/>
                <a:gd name="T8" fmla="*/ 0 w 33"/>
                <a:gd name="T9" fmla="*/ 19211 h 65"/>
                <a:gd name="T10" fmla="*/ 5043 w 33"/>
                <a:gd name="T11" fmla="*/ 16307 h 65"/>
                <a:gd name="T12" fmla="*/ 5043 w 33"/>
                <a:gd name="T13" fmla="*/ 3620 h 65"/>
                <a:gd name="T14" fmla="*/ 797 w 33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5">
                  <a:moveTo>
                    <a:pt x="3" y="0"/>
                  </a:moveTo>
                  <a:cubicBezTo>
                    <a:pt x="6" y="4"/>
                    <a:pt x="21" y="7"/>
                    <a:pt x="27" y="4"/>
                  </a:cubicBezTo>
                  <a:cubicBezTo>
                    <a:pt x="33" y="1"/>
                    <a:pt x="29" y="10"/>
                    <a:pt x="29" y="10"/>
                  </a:cubicBezTo>
                  <a:cubicBezTo>
                    <a:pt x="29" y="10"/>
                    <a:pt x="24" y="51"/>
                    <a:pt x="29" y="61"/>
                  </a:cubicBezTo>
                  <a:cubicBezTo>
                    <a:pt x="24" y="65"/>
                    <a:pt x="7" y="61"/>
                    <a:pt x="0" y="54"/>
                  </a:cubicBezTo>
                  <a:cubicBezTo>
                    <a:pt x="9" y="58"/>
                    <a:pt x="18" y="55"/>
                    <a:pt x="20" y="46"/>
                  </a:cubicBezTo>
                  <a:cubicBezTo>
                    <a:pt x="22" y="37"/>
                    <a:pt x="26" y="13"/>
                    <a:pt x="20" y="10"/>
                  </a:cubicBezTo>
                  <a:cubicBezTo>
                    <a:pt x="14" y="7"/>
                    <a:pt x="4" y="2"/>
                    <a:pt x="3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0" name="Freeform 190">
              <a:extLst>
                <a:ext uri="{FF2B5EF4-FFF2-40B4-BE49-F238E27FC236}">
                  <a16:creationId xmlns:a16="http://schemas.microsoft.com/office/drawing/2014/main" id="{DFAFEA4D-46B2-4D93-BB73-BB76986CA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344"/>
              <a:ext cx="60" cy="165"/>
            </a:xfrm>
            <a:custGeom>
              <a:avLst/>
              <a:gdLst>
                <a:gd name="T0" fmla="*/ 0 w 24"/>
                <a:gd name="T1" fmla="*/ 397 h 62"/>
                <a:gd name="T2" fmla="*/ 3908 w 24"/>
                <a:gd name="T3" fmla="*/ 660 h 62"/>
                <a:gd name="T4" fmla="*/ 5863 w 24"/>
                <a:gd name="T5" fmla="*/ 2813 h 62"/>
                <a:gd name="T6" fmla="*/ 4425 w 24"/>
                <a:gd name="T7" fmla="*/ 20319 h 62"/>
                <a:gd name="T8" fmla="*/ 1770 w 24"/>
                <a:gd name="T9" fmla="*/ 20958 h 62"/>
                <a:gd name="T10" fmla="*/ 3250 w 24"/>
                <a:gd name="T11" fmla="*/ 12436 h 62"/>
                <a:gd name="T12" fmla="*/ 2938 w 24"/>
                <a:gd name="T13" fmla="*/ 2813 h 62"/>
                <a:gd name="T14" fmla="*/ 0 w 24"/>
                <a:gd name="T15" fmla="*/ 397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0" y="1"/>
                  </a:moveTo>
                  <a:cubicBezTo>
                    <a:pt x="6" y="5"/>
                    <a:pt x="13" y="4"/>
                    <a:pt x="16" y="2"/>
                  </a:cubicBezTo>
                  <a:cubicBezTo>
                    <a:pt x="19" y="0"/>
                    <a:pt x="24" y="8"/>
                    <a:pt x="24" y="8"/>
                  </a:cubicBezTo>
                  <a:cubicBezTo>
                    <a:pt x="24" y="8"/>
                    <a:pt x="16" y="44"/>
                    <a:pt x="18" y="57"/>
                  </a:cubicBezTo>
                  <a:cubicBezTo>
                    <a:pt x="18" y="62"/>
                    <a:pt x="7" y="59"/>
                    <a:pt x="7" y="59"/>
                  </a:cubicBezTo>
                  <a:cubicBezTo>
                    <a:pt x="12" y="58"/>
                    <a:pt x="11" y="46"/>
                    <a:pt x="13" y="35"/>
                  </a:cubicBezTo>
                  <a:cubicBezTo>
                    <a:pt x="14" y="23"/>
                    <a:pt x="18" y="10"/>
                    <a:pt x="12" y="8"/>
                  </a:cubicBezTo>
                  <a:cubicBezTo>
                    <a:pt x="6" y="6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1" name="Freeform 191">
              <a:extLst>
                <a:ext uri="{FF2B5EF4-FFF2-40B4-BE49-F238E27FC236}">
                  <a16:creationId xmlns:a16="http://schemas.microsoft.com/office/drawing/2014/main" id="{506085D4-F9C1-4544-AA8F-C3316C1A6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299"/>
              <a:ext cx="65" cy="173"/>
            </a:xfrm>
            <a:custGeom>
              <a:avLst/>
              <a:gdLst>
                <a:gd name="T0" fmla="*/ 0 w 26"/>
                <a:gd name="T1" fmla="*/ 0 h 65"/>
                <a:gd name="T2" fmla="*/ 4895 w 26"/>
                <a:gd name="T3" fmla="*/ 1057 h 65"/>
                <a:gd name="T4" fmla="*/ 6375 w 26"/>
                <a:gd name="T5" fmla="*/ 3620 h 65"/>
                <a:gd name="T6" fmla="*/ 4688 w 26"/>
                <a:gd name="T7" fmla="*/ 22434 h 65"/>
                <a:gd name="T8" fmla="*/ 1958 w 26"/>
                <a:gd name="T9" fmla="*/ 21628 h 65"/>
                <a:gd name="T10" fmla="*/ 3720 w 26"/>
                <a:gd name="T11" fmla="*/ 15195 h 65"/>
                <a:gd name="T12" fmla="*/ 2938 w 26"/>
                <a:gd name="T13" fmla="*/ 3867 h 65"/>
                <a:gd name="T14" fmla="*/ 0 w 26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5">
                  <a:moveTo>
                    <a:pt x="0" y="0"/>
                  </a:moveTo>
                  <a:cubicBezTo>
                    <a:pt x="6" y="4"/>
                    <a:pt x="18" y="4"/>
                    <a:pt x="20" y="3"/>
                  </a:cubicBezTo>
                  <a:cubicBezTo>
                    <a:pt x="20" y="7"/>
                    <a:pt x="24" y="8"/>
                    <a:pt x="26" y="10"/>
                  </a:cubicBezTo>
                  <a:cubicBezTo>
                    <a:pt x="24" y="14"/>
                    <a:pt x="16" y="57"/>
                    <a:pt x="19" y="63"/>
                  </a:cubicBezTo>
                  <a:cubicBezTo>
                    <a:pt x="15" y="65"/>
                    <a:pt x="8" y="61"/>
                    <a:pt x="8" y="61"/>
                  </a:cubicBezTo>
                  <a:cubicBezTo>
                    <a:pt x="12" y="62"/>
                    <a:pt x="14" y="52"/>
                    <a:pt x="15" y="43"/>
                  </a:cubicBezTo>
                  <a:cubicBezTo>
                    <a:pt x="16" y="34"/>
                    <a:pt x="18" y="17"/>
                    <a:pt x="12" y="11"/>
                  </a:cubicBezTo>
                  <a:cubicBezTo>
                    <a:pt x="5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2" name="Freeform 192">
              <a:extLst>
                <a:ext uri="{FF2B5EF4-FFF2-40B4-BE49-F238E27FC236}">
                  <a16:creationId xmlns:a16="http://schemas.microsoft.com/office/drawing/2014/main" id="{103FF285-76E0-46EE-890C-46565E246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240"/>
              <a:ext cx="48" cy="160"/>
            </a:xfrm>
            <a:custGeom>
              <a:avLst/>
              <a:gdLst>
                <a:gd name="T0" fmla="*/ 0 w 19"/>
                <a:gd name="T1" fmla="*/ 0 h 60"/>
                <a:gd name="T2" fmla="*/ 2567 w 19"/>
                <a:gd name="T3" fmla="*/ 8248 h 60"/>
                <a:gd name="T4" fmla="*/ 2367 w 19"/>
                <a:gd name="T5" fmla="*/ 21597 h 60"/>
                <a:gd name="T6" fmla="*/ 4934 w 19"/>
                <a:gd name="T7" fmla="*/ 6883 h 60"/>
                <a:gd name="T8" fmla="*/ 2367 w 19"/>
                <a:gd name="T9" fmla="*/ 105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0">
                  <a:moveTo>
                    <a:pt x="0" y="0"/>
                  </a:moveTo>
                  <a:cubicBezTo>
                    <a:pt x="4" y="4"/>
                    <a:pt x="10" y="13"/>
                    <a:pt x="10" y="23"/>
                  </a:cubicBezTo>
                  <a:cubicBezTo>
                    <a:pt x="9" y="33"/>
                    <a:pt x="9" y="60"/>
                    <a:pt x="9" y="6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8" y="7"/>
                    <a:pt x="9" y="3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3" name="Freeform 193">
              <a:extLst>
                <a:ext uri="{FF2B5EF4-FFF2-40B4-BE49-F238E27FC236}">
                  <a16:creationId xmlns:a16="http://schemas.microsoft.com/office/drawing/2014/main" id="{4BB2EBED-5BAF-40EA-B5AF-3B95CE72C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563"/>
              <a:ext cx="112" cy="157"/>
            </a:xfrm>
            <a:custGeom>
              <a:avLst/>
              <a:gdLst>
                <a:gd name="T0" fmla="*/ 9249 w 45"/>
                <a:gd name="T1" fmla="*/ 0 h 59"/>
                <a:gd name="T2" fmla="*/ 9249 w 45"/>
                <a:gd name="T3" fmla="*/ 17355 h 59"/>
                <a:gd name="T4" fmla="*/ 0 w 45"/>
                <a:gd name="T5" fmla="*/ 20258 h 59"/>
                <a:gd name="T6" fmla="*/ 9249 w 4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9">
                  <a:moveTo>
                    <a:pt x="39" y="0"/>
                  </a:moveTo>
                  <a:cubicBezTo>
                    <a:pt x="42" y="10"/>
                    <a:pt x="45" y="40"/>
                    <a:pt x="39" y="49"/>
                  </a:cubicBezTo>
                  <a:cubicBezTo>
                    <a:pt x="33" y="59"/>
                    <a:pt x="7" y="59"/>
                    <a:pt x="0" y="57"/>
                  </a:cubicBezTo>
                  <a:cubicBezTo>
                    <a:pt x="16" y="57"/>
                    <a:pt x="34" y="53"/>
                    <a:pt x="39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4" name="Freeform 194">
              <a:extLst>
                <a:ext uri="{FF2B5EF4-FFF2-40B4-BE49-F238E27FC236}">
                  <a16:creationId xmlns:a16="http://schemas.microsoft.com/office/drawing/2014/main" id="{681384CD-5C5B-4545-99AD-2D30C0949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571"/>
              <a:ext cx="25" cy="122"/>
            </a:xfrm>
            <a:custGeom>
              <a:avLst/>
              <a:gdLst>
                <a:gd name="T0" fmla="*/ 313 w 10"/>
                <a:gd name="T1" fmla="*/ 0 h 46"/>
                <a:gd name="T2" fmla="*/ 0 w 10"/>
                <a:gd name="T3" fmla="*/ 16024 h 46"/>
                <a:gd name="T4" fmla="*/ 313 w 10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6">
                  <a:moveTo>
                    <a:pt x="1" y="0"/>
                  </a:moveTo>
                  <a:cubicBezTo>
                    <a:pt x="9" y="18"/>
                    <a:pt x="10" y="33"/>
                    <a:pt x="0" y="46"/>
                  </a:cubicBezTo>
                  <a:cubicBezTo>
                    <a:pt x="4" y="38"/>
                    <a:pt x="4" y="7"/>
                    <a:pt x="1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5" name="Freeform 195">
              <a:extLst>
                <a:ext uri="{FF2B5EF4-FFF2-40B4-BE49-F238E27FC236}">
                  <a16:creationId xmlns:a16="http://schemas.microsoft.com/office/drawing/2014/main" id="{53A14465-335E-4BB8-88AE-7492B040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539"/>
              <a:ext cx="70" cy="160"/>
            </a:xfrm>
            <a:custGeom>
              <a:avLst/>
              <a:gdLst>
                <a:gd name="T0" fmla="*/ 4895 w 28"/>
                <a:gd name="T1" fmla="*/ 0 h 60"/>
                <a:gd name="T2" fmla="*/ 6175 w 28"/>
                <a:gd name="T3" fmla="*/ 16840 h 60"/>
                <a:gd name="T4" fmla="*/ 0 w 28"/>
                <a:gd name="T5" fmla="*/ 21597 h 60"/>
                <a:gd name="T6" fmla="*/ 5208 w 28"/>
                <a:gd name="T7" fmla="*/ 1401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0">
                  <a:moveTo>
                    <a:pt x="20" y="0"/>
                  </a:moveTo>
                  <a:cubicBezTo>
                    <a:pt x="23" y="10"/>
                    <a:pt x="28" y="38"/>
                    <a:pt x="25" y="47"/>
                  </a:cubicBezTo>
                  <a:cubicBezTo>
                    <a:pt x="22" y="55"/>
                    <a:pt x="2" y="60"/>
                    <a:pt x="0" y="60"/>
                  </a:cubicBezTo>
                  <a:cubicBezTo>
                    <a:pt x="9" y="59"/>
                    <a:pt x="19" y="51"/>
                    <a:pt x="21" y="3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6" name="Freeform 196">
              <a:extLst>
                <a:ext uri="{FF2B5EF4-FFF2-40B4-BE49-F238E27FC236}">
                  <a16:creationId xmlns:a16="http://schemas.microsoft.com/office/drawing/2014/main" id="{A431E7A8-C724-4442-9F8F-5E243BAD9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509"/>
              <a:ext cx="63" cy="155"/>
            </a:xfrm>
            <a:custGeom>
              <a:avLst/>
              <a:gdLst>
                <a:gd name="T0" fmla="*/ 4350 w 25"/>
                <a:gd name="T1" fmla="*/ 0 h 58"/>
                <a:gd name="T2" fmla="*/ 5602 w 25"/>
                <a:gd name="T3" fmla="*/ 15249 h 58"/>
                <a:gd name="T4" fmla="*/ 0 w 25"/>
                <a:gd name="T5" fmla="*/ 21112 h 58"/>
                <a:gd name="T6" fmla="*/ 4559 w 25"/>
                <a:gd name="T7" fmla="*/ 11320 h 58"/>
                <a:gd name="T8" fmla="*/ 4350 w 2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17" y="0"/>
                  </a:moveTo>
                  <a:cubicBezTo>
                    <a:pt x="21" y="8"/>
                    <a:pt x="25" y="32"/>
                    <a:pt x="22" y="42"/>
                  </a:cubicBezTo>
                  <a:cubicBezTo>
                    <a:pt x="19" y="51"/>
                    <a:pt x="6" y="58"/>
                    <a:pt x="0" y="58"/>
                  </a:cubicBezTo>
                  <a:cubicBezTo>
                    <a:pt x="9" y="54"/>
                    <a:pt x="16" y="45"/>
                    <a:pt x="18" y="31"/>
                  </a:cubicBezTo>
                  <a:cubicBezTo>
                    <a:pt x="20" y="1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7" name="Freeform 197">
              <a:extLst>
                <a:ext uri="{FF2B5EF4-FFF2-40B4-BE49-F238E27FC236}">
                  <a16:creationId xmlns:a16="http://schemas.microsoft.com/office/drawing/2014/main" id="{B16B5D1B-24B5-4236-A395-6013AC7DC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469"/>
              <a:ext cx="63" cy="152"/>
            </a:xfrm>
            <a:custGeom>
              <a:avLst/>
              <a:gdLst>
                <a:gd name="T0" fmla="*/ 4082 w 25"/>
                <a:gd name="T1" fmla="*/ 0 h 57"/>
                <a:gd name="T2" fmla="*/ 5088 w 25"/>
                <a:gd name="T3" fmla="*/ 15112 h 57"/>
                <a:gd name="T4" fmla="*/ 0 w 25"/>
                <a:gd name="T5" fmla="*/ 20480 h 57"/>
                <a:gd name="T6" fmla="*/ 4082 w 25"/>
                <a:gd name="T7" fmla="*/ 12288 h 57"/>
                <a:gd name="T8" fmla="*/ 4082 w 25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7">
                  <a:moveTo>
                    <a:pt x="16" y="0"/>
                  </a:moveTo>
                  <a:cubicBezTo>
                    <a:pt x="19" y="11"/>
                    <a:pt x="25" y="33"/>
                    <a:pt x="20" y="42"/>
                  </a:cubicBezTo>
                  <a:cubicBezTo>
                    <a:pt x="16" y="51"/>
                    <a:pt x="2" y="57"/>
                    <a:pt x="0" y="57"/>
                  </a:cubicBezTo>
                  <a:cubicBezTo>
                    <a:pt x="8" y="54"/>
                    <a:pt x="14" y="43"/>
                    <a:pt x="16" y="34"/>
                  </a:cubicBezTo>
                  <a:cubicBezTo>
                    <a:pt x="17" y="25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8" name="Freeform 198">
              <a:extLst>
                <a:ext uri="{FF2B5EF4-FFF2-40B4-BE49-F238E27FC236}">
                  <a16:creationId xmlns:a16="http://schemas.microsoft.com/office/drawing/2014/main" id="{A4029413-8098-4B6B-8985-AEDC7B7BC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411"/>
              <a:ext cx="43" cy="146"/>
            </a:xfrm>
            <a:custGeom>
              <a:avLst/>
              <a:gdLst>
                <a:gd name="T0" fmla="*/ 1556 w 17"/>
                <a:gd name="T1" fmla="*/ 0 h 55"/>
                <a:gd name="T2" fmla="*/ 4467 w 17"/>
                <a:gd name="T3" fmla="*/ 10140 h 55"/>
                <a:gd name="T4" fmla="*/ 0 w 17"/>
                <a:gd name="T5" fmla="*/ 19267 h 55"/>
                <a:gd name="T6" fmla="*/ 2911 w 17"/>
                <a:gd name="T7" fmla="*/ 8433 h 55"/>
                <a:gd name="T8" fmla="*/ 1343 w 17"/>
                <a:gd name="T9" fmla="*/ 39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5">
                  <a:moveTo>
                    <a:pt x="6" y="0"/>
                  </a:moveTo>
                  <a:cubicBezTo>
                    <a:pt x="12" y="8"/>
                    <a:pt x="17" y="23"/>
                    <a:pt x="17" y="29"/>
                  </a:cubicBezTo>
                  <a:cubicBezTo>
                    <a:pt x="17" y="34"/>
                    <a:pt x="7" y="51"/>
                    <a:pt x="0" y="55"/>
                  </a:cubicBezTo>
                  <a:cubicBezTo>
                    <a:pt x="7" y="48"/>
                    <a:pt x="11" y="34"/>
                    <a:pt x="11" y="24"/>
                  </a:cubicBezTo>
                  <a:cubicBezTo>
                    <a:pt x="11" y="13"/>
                    <a:pt x="5" y="1"/>
                    <a:pt x="5" y="1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9" name="Freeform 199">
              <a:extLst>
                <a:ext uri="{FF2B5EF4-FFF2-40B4-BE49-F238E27FC236}">
                  <a16:creationId xmlns:a16="http://schemas.microsoft.com/office/drawing/2014/main" id="{8280F5D0-ED52-440E-9720-7596A7583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331"/>
              <a:ext cx="40" cy="136"/>
            </a:xfrm>
            <a:custGeom>
              <a:avLst/>
              <a:gdLst>
                <a:gd name="T0" fmla="*/ 2470 w 16"/>
                <a:gd name="T1" fmla="*/ 0 h 51"/>
                <a:gd name="T2" fmla="*/ 2470 w 16"/>
                <a:gd name="T3" fmla="*/ 18355 h 51"/>
                <a:gd name="T4" fmla="*/ 0 w 16"/>
                <a:gd name="T5" fmla="*/ 8648 h 51"/>
                <a:gd name="T6" fmla="*/ 2470 w 1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1">
                  <a:moveTo>
                    <a:pt x="10" y="0"/>
                  </a:moveTo>
                  <a:cubicBezTo>
                    <a:pt x="13" y="12"/>
                    <a:pt x="16" y="41"/>
                    <a:pt x="10" y="51"/>
                  </a:cubicBezTo>
                  <a:cubicBezTo>
                    <a:pt x="9" y="39"/>
                    <a:pt x="0" y="24"/>
                    <a:pt x="0" y="24"/>
                  </a:cubicBezTo>
                  <a:cubicBezTo>
                    <a:pt x="7" y="17"/>
                    <a:pt x="9" y="6"/>
                    <a:pt x="1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0" name="Freeform 200">
              <a:extLst>
                <a:ext uri="{FF2B5EF4-FFF2-40B4-BE49-F238E27FC236}">
                  <a16:creationId xmlns:a16="http://schemas.microsoft.com/office/drawing/2014/main" id="{B7A1CD47-9EC3-4E1D-8D16-B8CC89C87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456"/>
              <a:ext cx="80" cy="77"/>
            </a:xfrm>
            <a:custGeom>
              <a:avLst/>
              <a:gdLst>
                <a:gd name="T0" fmla="*/ 988 w 32"/>
                <a:gd name="T1" fmla="*/ 2488 h 29"/>
                <a:gd name="T2" fmla="*/ 0 w 32"/>
                <a:gd name="T3" fmla="*/ 5260 h 29"/>
                <a:gd name="T4" fmla="*/ 4220 w 32"/>
                <a:gd name="T5" fmla="*/ 4625 h 29"/>
                <a:gd name="T6" fmla="*/ 7625 w 32"/>
                <a:gd name="T7" fmla="*/ 10145 h 29"/>
                <a:gd name="T8" fmla="*/ 6645 w 32"/>
                <a:gd name="T9" fmla="*/ 0 h 29"/>
                <a:gd name="T10" fmla="*/ 6375 w 32"/>
                <a:gd name="T11" fmla="*/ 0 h 29"/>
                <a:gd name="T12" fmla="*/ 4688 w 32"/>
                <a:gd name="T13" fmla="*/ 1439 h 29"/>
                <a:gd name="T14" fmla="*/ 2270 w 32"/>
                <a:gd name="T15" fmla="*/ 1742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9">
                  <a:moveTo>
                    <a:pt x="4" y="7"/>
                  </a:moveTo>
                  <a:cubicBezTo>
                    <a:pt x="2" y="10"/>
                    <a:pt x="1" y="12"/>
                    <a:pt x="0" y="15"/>
                  </a:cubicBezTo>
                  <a:cubicBezTo>
                    <a:pt x="5" y="13"/>
                    <a:pt x="12" y="12"/>
                    <a:pt x="17" y="13"/>
                  </a:cubicBezTo>
                  <a:cubicBezTo>
                    <a:pt x="27" y="14"/>
                    <a:pt x="30" y="20"/>
                    <a:pt x="31" y="29"/>
                  </a:cubicBezTo>
                  <a:cubicBezTo>
                    <a:pt x="32" y="20"/>
                    <a:pt x="30" y="8"/>
                    <a:pt x="27" y="0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24" y="1"/>
                    <a:pt x="21" y="3"/>
                    <a:pt x="19" y="4"/>
                  </a:cubicBezTo>
                  <a:cubicBezTo>
                    <a:pt x="16" y="5"/>
                    <a:pt x="13" y="4"/>
                    <a:pt x="9" y="5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1" name="Freeform 201">
              <a:extLst>
                <a:ext uri="{FF2B5EF4-FFF2-40B4-BE49-F238E27FC236}">
                  <a16:creationId xmlns:a16="http://schemas.microsoft.com/office/drawing/2014/main" id="{875C9FD2-4090-4BC3-87C9-0CB2DF10D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403"/>
              <a:ext cx="62" cy="50"/>
            </a:xfrm>
            <a:custGeom>
              <a:avLst/>
              <a:gdLst>
                <a:gd name="T0" fmla="*/ 0 w 25"/>
                <a:gd name="T1" fmla="*/ 6324 h 19"/>
                <a:gd name="T2" fmla="*/ 1895 w 25"/>
                <a:gd name="T3" fmla="*/ 1005 h 19"/>
                <a:gd name="T4" fmla="*/ 4238 w 25"/>
                <a:gd name="T5" fmla="*/ 0 h 19"/>
                <a:gd name="T6" fmla="*/ 5826 w 25"/>
                <a:gd name="T7" fmla="*/ 5318 h 19"/>
                <a:gd name="T8" fmla="*/ 3296 w 25"/>
                <a:gd name="T9" fmla="*/ 3642 h 19"/>
                <a:gd name="T10" fmla="*/ 1895 w 25"/>
                <a:gd name="T11" fmla="*/ 5318 h 19"/>
                <a:gd name="T12" fmla="*/ 456 w 25"/>
                <a:gd name="T13" fmla="*/ 594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9">
                  <a:moveTo>
                    <a:pt x="0" y="19"/>
                  </a:moveTo>
                  <a:cubicBezTo>
                    <a:pt x="4" y="15"/>
                    <a:pt x="8" y="9"/>
                    <a:pt x="8" y="3"/>
                  </a:cubicBezTo>
                  <a:cubicBezTo>
                    <a:pt x="12" y="3"/>
                    <a:pt x="15" y="2"/>
                    <a:pt x="18" y="0"/>
                  </a:cubicBezTo>
                  <a:cubicBezTo>
                    <a:pt x="21" y="4"/>
                    <a:pt x="24" y="11"/>
                    <a:pt x="25" y="16"/>
                  </a:cubicBezTo>
                  <a:cubicBezTo>
                    <a:pt x="21" y="13"/>
                    <a:pt x="19" y="9"/>
                    <a:pt x="14" y="11"/>
                  </a:cubicBezTo>
                  <a:cubicBezTo>
                    <a:pt x="11" y="13"/>
                    <a:pt x="10" y="15"/>
                    <a:pt x="8" y="16"/>
                  </a:cubicBezTo>
                  <a:cubicBezTo>
                    <a:pt x="6" y="17"/>
                    <a:pt x="4" y="17"/>
                    <a:pt x="2" y="1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2" name="Freeform 202">
              <a:extLst>
                <a:ext uri="{FF2B5EF4-FFF2-40B4-BE49-F238E27FC236}">
                  <a16:creationId xmlns:a16="http://schemas.microsoft.com/office/drawing/2014/main" id="{A5208AAF-C85D-4E30-B15F-39B050668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496"/>
              <a:ext cx="82" cy="67"/>
            </a:xfrm>
            <a:custGeom>
              <a:avLst/>
              <a:gdLst>
                <a:gd name="T0" fmla="*/ 0 w 33"/>
                <a:gd name="T1" fmla="*/ 4023 h 25"/>
                <a:gd name="T2" fmla="*/ 1148 w 33"/>
                <a:gd name="T3" fmla="*/ 2211 h 25"/>
                <a:gd name="T4" fmla="*/ 7089 w 33"/>
                <a:gd name="T5" fmla="*/ 0 h 25"/>
                <a:gd name="T6" fmla="*/ 7780 w 33"/>
                <a:gd name="T7" fmla="*/ 4848 h 25"/>
                <a:gd name="T8" fmla="*/ 7780 w 33"/>
                <a:gd name="T9" fmla="*/ 9281 h 25"/>
                <a:gd name="T10" fmla="*/ 6625 w 33"/>
                <a:gd name="T11" fmla="*/ 4425 h 25"/>
                <a:gd name="T12" fmla="*/ 4465 w 33"/>
                <a:gd name="T13" fmla="*/ 4425 h 25"/>
                <a:gd name="T14" fmla="*/ 952 w 33"/>
                <a:gd name="T15" fmla="*/ 5523 h 25"/>
                <a:gd name="T16" fmla="*/ 0 w 33"/>
                <a:gd name="T17" fmla="*/ 402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">
                  <a:moveTo>
                    <a:pt x="0" y="11"/>
                  </a:moveTo>
                  <a:cubicBezTo>
                    <a:pt x="2" y="10"/>
                    <a:pt x="4" y="8"/>
                    <a:pt x="5" y="6"/>
                  </a:cubicBezTo>
                  <a:cubicBezTo>
                    <a:pt x="11" y="12"/>
                    <a:pt x="26" y="6"/>
                    <a:pt x="30" y="0"/>
                  </a:cubicBezTo>
                  <a:cubicBezTo>
                    <a:pt x="30" y="4"/>
                    <a:pt x="32" y="9"/>
                    <a:pt x="33" y="13"/>
                  </a:cubicBezTo>
                  <a:cubicBezTo>
                    <a:pt x="33" y="17"/>
                    <a:pt x="32" y="21"/>
                    <a:pt x="33" y="25"/>
                  </a:cubicBezTo>
                  <a:cubicBezTo>
                    <a:pt x="32" y="21"/>
                    <a:pt x="31" y="15"/>
                    <a:pt x="28" y="12"/>
                  </a:cubicBezTo>
                  <a:cubicBezTo>
                    <a:pt x="25" y="9"/>
                    <a:pt x="22" y="10"/>
                    <a:pt x="19" y="12"/>
                  </a:cubicBezTo>
                  <a:cubicBezTo>
                    <a:pt x="15" y="13"/>
                    <a:pt x="8" y="16"/>
                    <a:pt x="4" y="15"/>
                  </a:cubicBezTo>
                  <a:cubicBezTo>
                    <a:pt x="2" y="14"/>
                    <a:pt x="2" y="12"/>
                    <a:pt x="0" y="11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3" name="Freeform 203">
              <a:extLst>
                <a:ext uri="{FF2B5EF4-FFF2-40B4-BE49-F238E27FC236}">
                  <a16:creationId xmlns:a16="http://schemas.microsoft.com/office/drawing/2014/main" id="{322C458B-6CEA-46B6-8697-AF037A478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533"/>
              <a:ext cx="68" cy="51"/>
            </a:xfrm>
            <a:custGeom>
              <a:avLst/>
              <a:gdLst>
                <a:gd name="T0" fmla="*/ 0 w 27"/>
                <a:gd name="T1" fmla="*/ 2652 h 19"/>
                <a:gd name="T2" fmla="*/ 6070 w 27"/>
                <a:gd name="T3" fmla="*/ 0 h 19"/>
                <a:gd name="T4" fmla="*/ 6883 w 27"/>
                <a:gd name="T5" fmla="*/ 7119 h 19"/>
                <a:gd name="T6" fmla="*/ 4344 w 27"/>
                <a:gd name="T7" fmla="*/ 4193 h 19"/>
                <a:gd name="T8" fmla="*/ 2335 w 27"/>
                <a:gd name="T9" fmla="*/ 3731 h 19"/>
                <a:gd name="T10" fmla="*/ 526 w 27"/>
                <a:gd name="T11" fmla="*/ 290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9">
                  <a:moveTo>
                    <a:pt x="0" y="7"/>
                  </a:moveTo>
                  <a:cubicBezTo>
                    <a:pt x="10" y="10"/>
                    <a:pt x="16" y="3"/>
                    <a:pt x="24" y="0"/>
                  </a:cubicBezTo>
                  <a:cubicBezTo>
                    <a:pt x="26" y="6"/>
                    <a:pt x="25" y="13"/>
                    <a:pt x="27" y="19"/>
                  </a:cubicBezTo>
                  <a:cubicBezTo>
                    <a:pt x="25" y="14"/>
                    <a:pt x="23" y="11"/>
                    <a:pt x="17" y="11"/>
                  </a:cubicBezTo>
                  <a:cubicBezTo>
                    <a:pt x="14" y="11"/>
                    <a:pt x="12" y="11"/>
                    <a:pt x="9" y="10"/>
                  </a:cubicBezTo>
                  <a:cubicBezTo>
                    <a:pt x="6" y="10"/>
                    <a:pt x="5" y="9"/>
                    <a:pt x="2" y="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4" name="Freeform 204">
              <a:extLst>
                <a:ext uri="{FF2B5EF4-FFF2-40B4-BE49-F238E27FC236}">
                  <a16:creationId xmlns:a16="http://schemas.microsoft.com/office/drawing/2014/main" id="{17EF9AB3-9384-4EE8-B6CA-BA19F9E51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549"/>
              <a:ext cx="75" cy="62"/>
            </a:xfrm>
            <a:custGeom>
              <a:avLst/>
              <a:gdLst>
                <a:gd name="T0" fmla="*/ 0 w 30"/>
                <a:gd name="T1" fmla="*/ 2682 h 23"/>
                <a:gd name="T2" fmla="*/ 6645 w 30"/>
                <a:gd name="T3" fmla="*/ 0 h 23"/>
                <a:gd name="T4" fmla="*/ 7158 w 30"/>
                <a:gd name="T5" fmla="*/ 8815 h 23"/>
                <a:gd name="T6" fmla="*/ 5208 w 30"/>
                <a:gd name="T7" fmla="*/ 3429 h 23"/>
                <a:gd name="T8" fmla="*/ 988 w 30"/>
                <a:gd name="T9" fmla="*/ 268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3">
                  <a:moveTo>
                    <a:pt x="0" y="7"/>
                  </a:moveTo>
                  <a:cubicBezTo>
                    <a:pt x="8" y="9"/>
                    <a:pt x="21" y="4"/>
                    <a:pt x="27" y="0"/>
                  </a:cubicBezTo>
                  <a:cubicBezTo>
                    <a:pt x="27" y="7"/>
                    <a:pt x="30" y="15"/>
                    <a:pt x="29" y="23"/>
                  </a:cubicBezTo>
                  <a:cubicBezTo>
                    <a:pt x="26" y="19"/>
                    <a:pt x="27" y="12"/>
                    <a:pt x="21" y="9"/>
                  </a:cubicBezTo>
                  <a:cubicBezTo>
                    <a:pt x="17" y="7"/>
                    <a:pt x="7" y="11"/>
                    <a:pt x="4" y="7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5" name="Freeform 205">
              <a:extLst>
                <a:ext uri="{FF2B5EF4-FFF2-40B4-BE49-F238E27FC236}">
                  <a16:creationId xmlns:a16="http://schemas.microsoft.com/office/drawing/2014/main" id="{34A072A7-B07C-4FF9-9166-5189EB58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581"/>
              <a:ext cx="27" cy="112"/>
            </a:xfrm>
            <a:custGeom>
              <a:avLst/>
              <a:gdLst>
                <a:gd name="T0" fmla="*/ 0 w 11"/>
                <a:gd name="T1" fmla="*/ 0 h 42"/>
                <a:gd name="T2" fmla="*/ 174 w 11"/>
                <a:gd name="T3" fmla="*/ 15112 h 42"/>
                <a:gd name="T4" fmla="*/ 0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4" y="11"/>
                    <a:pt x="5" y="31"/>
                    <a:pt x="1" y="42"/>
                  </a:cubicBezTo>
                  <a:cubicBezTo>
                    <a:pt x="7" y="30"/>
                    <a:pt x="11" y="19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6" name="Freeform 206">
              <a:extLst>
                <a:ext uri="{FF2B5EF4-FFF2-40B4-BE49-F238E27FC236}">
                  <a16:creationId xmlns:a16="http://schemas.microsoft.com/office/drawing/2014/main" id="{7CCE48DC-B2C2-40BC-8006-6B8C4DDD8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55"/>
              <a:ext cx="25" cy="101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3367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6" y="10"/>
                    <a:pt x="5" y="32"/>
                    <a:pt x="4" y="38"/>
                  </a:cubicBezTo>
                  <a:cubicBezTo>
                    <a:pt x="9" y="24"/>
                    <a:pt x="10" y="13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7" name="Freeform 207">
              <a:extLst>
                <a:ext uri="{FF2B5EF4-FFF2-40B4-BE49-F238E27FC236}">
                  <a16:creationId xmlns:a16="http://schemas.microsoft.com/office/drawing/2014/main" id="{52A9A139-2F64-4FF4-819F-EEDFE64DF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515"/>
              <a:ext cx="25" cy="101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3367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5" y="10"/>
                    <a:pt x="5" y="30"/>
                    <a:pt x="4" y="38"/>
                  </a:cubicBezTo>
                  <a:cubicBezTo>
                    <a:pt x="10" y="23"/>
                    <a:pt x="8" y="10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8" name="Freeform 208">
              <a:extLst>
                <a:ext uri="{FF2B5EF4-FFF2-40B4-BE49-F238E27FC236}">
                  <a16:creationId xmlns:a16="http://schemas.microsoft.com/office/drawing/2014/main" id="{971D31E1-9A0B-491C-81C9-26AC3D52E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472"/>
              <a:ext cx="25" cy="75"/>
            </a:xfrm>
            <a:custGeom>
              <a:avLst/>
              <a:gdLst>
                <a:gd name="T0" fmla="*/ 1488 w 10"/>
                <a:gd name="T1" fmla="*/ 10339 h 28"/>
                <a:gd name="T2" fmla="*/ 0 w 10"/>
                <a:gd name="T3" fmla="*/ 0 h 28"/>
                <a:gd name="T4" fmla="*/ 1488 w 10"/>
                <a:gd name="T5" fmla="*/ 1033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6" y="28"/>
                  </a:moveTo>
                  <a:cubicBezTo>
                    <a:pt x="6" y="24"/>
                    <a:pt x="5" y="11"/>
                    <a:pt x="0" y="0"/>
                  </a:cubicBezTo>
                  <a:cubicBezTo>
                    <a:pt x="6" y="3"/>
                    <a:pt x="10" y="15"/>
                    <a:pt x="6" y="28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9" name="Freeform 209">
              <a:extLst>
                <a:ext uri="{FF2B5EF4-FFF2-40B4-BE49-F238E27FC236}">
                  <a16:creationId xmlns:a16="http://schemas.microsoft.com/office/drawing/2014/main" id="{B3DD8615-875E-43AF-928E-700A5A0E2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565"/>
              <a:ext cx="17" cy="120"/>
            </a:xfrm>
            <a:custGeom>
              <a:avLst/>
              <a:gdLst>
                <a:gd name="T0" fmla="*/ 1433 w 7"/>
                <a:gd name="T1" fmla="*/ 0 h 45"/>
                <a:gd name="T2" fmla="*/ 831 w 7"/>
                <a:gd name="T3" fmla="*/ 1617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5">
                  <a:moveTo>
                    <a:pt x="7" y="0"/>
                  </a:moveTo>
                  <a:cubicBezTo>
                    <a:pt x="2" y="13"/>
                    <a:pt x="0" y="35"/>
                    <a:pt x="4" y="45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0" name="Freeform 210">
              <a:extLst>
                <a:ext uri="{FF2B5EF4-FFF2-40B4-BE49-F238E27FC236}">
                  <a16:creationId xmlns:a16="http://schemas.microsoft.com/office/drawing/2014/main" id="{3AB16CA6-9536-4D6C-AC4E-03EC87A58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552"/>
              <a:ext cx="25" cy="112"/>
            </a:xfrm>
            <a:custGeom>
              <a:avLst/>
              <a:gdLst>
                <a:gd name="T0" fmla="*/ 2470 w 10"/>
                <a:gd name="T1" fmla="*/ 0 h 42"/>
                <a:gd name="T2" fmla="*/ 1300 w 10"/>
                <a:gd name="T3" fmla="*/ 1511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2">
                  <a:moveTo>
                    <a:pt x="10" y="0"/>
                  </a:moveTo>
                  <a:cubicBezTo>
                    <a:pt x="7" y="13"/>
                    <a:pt x="0" y="31"/>
                    <a:pt x="5" y="42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1" name="Freeform 211">
              <a:extLst>
                <a:ext uri="{FF2B5EF4-FFF2-40B4-BE49-F238E27FC236}">
                  <a16:creationId xmlns:a16="http://schemas.microsoft.com/office/drawing/2014/main" id="{7D3C77C0-1DD6-4F3F-BE38-85C3CFC2D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517"/>
              <a:ext cx="43" cy="139"/>
            </a:xfrm>
            <a:custGeom>
              <a:avLst/>
              <a:gdLst>
                <a:gd name="T0" fmla="*/ 4467 w 17"/>
                <a:gd name="T1" fmla="*/ 18984 h 52"/>
                <a:gd name="T2" fmla="*/ 1343 w 17"/>
                <a:gd name="T3" fmla="*/ 15263 h 52"/>
                <a:gd name="T4" fmla="*/ 2380 w 17"/>
                <a:gd name="T5" fmla="*/ 0 h 52"/>
                <a:gd name="T6" fmla="*/ 4467 w 17"/>
                <a:gd name="T7" fmla="*/ 1898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2">
                  <a:moveTo>
                    <a:pt x="17" y="52"/>
                  </a:moveTo>
                  <a:cubicBezTo>
                    <a:pt x="13" y="51"/>
                    <a:pt x="7" y="46"/>
                    <a:pt x="5" y="42"/>
                  </a:cubicBezTo>
                  <a:cubicBezTo>
                    <a:pt x="0" y="32"/>
                    <a:pt x="5" y="12"/>
                    <a:pt x="9" y="0"/>
                  </a:cubicBezTo>
                  <a:cubicBezTo>
                    <a:pt x="7" y="6"/>
                    <a:pt x="1" y="39"/>
                    <a:pt x="17" y="52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2" name="Freeform 212">
              <a:extLst>
                <a:ext uri="{FF2B5EF4-FFF2-40B4-BE49-F238E27FC236}">
                  <a16:creationId xmlns:a16="http://schemas.microsoft.com/office/drawing/2014/main" id="{935222A5-2460-44CB-8A53-5013CBFF4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480"/>
              <a:ext cx="47" cy="136"/>
            </a:xfrm>
            <a:custGeom>
              <a:avLst/>
              <a:gdLst>
                <a:gd name="T0" fmla="*/ 1831 w 19"/>
                <a:gd name="T1" fmla="*/ 0 h 51"/>
                <a:gd name="T2" fmla="*/ 453 w 19"/>
                <a:gd name="T3" fmla="*/ 12949 h 51"/>
                <a:gd name="T4" fmla="*/ 4344 w 19"/>
                <a:gd name="T5" fmla="*/ 18355 h 51"/>
                <a:gd name="T6" fmla="*/ 1831 w 19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1">
                  <a:moveTo>
                    <a:pt x="8" y="0"/>
                  </a:moveTo>
                  <a:cubicBezTo>
                    <a:pt x="4" y="13"/>
                    <a:pt x="0" y="24"/>
                    <a:pt x="2" y="36"/>
                  </a:cubicBezTo>
                  <a:cubicBezTo>
                    <a:pt x="3" y="42"/>
                    <a:pt x="12" y="49"/>
                    <a:pt x="19" y="51"/>
                  </a:cubicBezTo>
                  <a:cubicBezTo>
                    <a:pt x="9" y="44"/>
                    <a:pt x="4" y="16"/>
                    <a:pt x="8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3" name="Freeform 213">
              <a:extLst>
                <a:ext uri="{FF2B5EF4-FFF2-40B4-BE49-F238E27FC236}">
                  <a16:creationId xmlns:a16="http://schemas.microsoft.com/office/drawing/2014/main" id="{B9348AA6-5CA9-4C0E-8456-FC0D62EFE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341"/>
              <a:ext cx="40" cy="123"/>
            </a:xfrm>
            <a:custGeom>
              <a:avLst/>
              <a:gdLst>
                <a:gd name="T0" fmla="*/ 1770 w 16"/>
                <a:gd name="T1" fmla="*/ 0 h 46"/>
                <a:gd name="T2" fmla="*/ 3438 w 16"/>
                <a:gd name="T3" fmla="*/ 8065 h 46"/>
                <a:gd name="T4" fmla="*/ 1958 w 16"/>
                <a:gd name="T5" fmla="*/ 16824 h 46"/>
                <a:gd name="T6" fmla="*/ 1770 w 16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6">
                  <a:moveTo>
                    <a:pt x="7" y="0"/>
                  </a:moveTo>
                  <a:cubicBezTo>
                    <a:pt x="7" y="6"/>
                    <a:pt x="12" y="19"/>
                    <a:pt x="14" y="22"/>
                  </a:cubicBezTo>
                  <a:cubicBezTo>
                    <a:pt x="16" y="25"/>
                    <a:pt x="8" y="40"/>
                    <a:pt x="8" y="46"/>
                  </a:cubicBezTo>
                  <a:cubicBezTo>
                    <a:pt x="0" y="36"/>
                    <a:pt x="4" y="6"/>
                    <a:pt x="7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4" name="Freeform 214">
              <a:extLst>
                <a:ext uri="{FF2B5EF4-FFF2-40B4-BE49-F238E27FC236}">
                  <a16:creationId xmlns:a16="http://schemas.microsoft.com/office/drawing/2014/main" id="{AECAB250-495E-42B4-872D-2F36480B3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413"/>
              <a:ext cx="55" cy="144"/>
            </a:xfrm>
            <a:custGeom>
              <a:avLst/>
              <a:gdLst>
                <a:gd name="T0" fmla="*/ 5395 w 22"/>
                <a:gd name="T1" fmla="*/ 19421 h 54"/>
                <a:gd name="T2" fmla="*/ 1488 w 22"/>
                <a:gd name="T3" fmla="*/ 12949 h 54"/>
                <a:gd name="T4" fmla="*/ 3250 w 22"/>
                <a:gd name="T5" fmla="*/ 0 h 54"/>
                <a:gd name="T6" fmla="*/ 5395 w 22"/>
                <a:gd name="T7" fmla="*/ 1942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4">
                  <a:moveTo>
                    <a:pt x="22" y="54"/>
                  </a:moveTo>
                  <a:cubicBezTo>
                    <a:pt x="17" y="52"/>
                    <a:pt x="12" y="49"/>
                    <a:pt x="6" y="36"/>
                  </a:cubicBezTo>
                  <a:cubicBezTo>
                    <a:pt x="0" y="24"/>
                    <a:pt x="10" y="8"/>
                    <a:pt x="13" y="0"/>
                  </a:cubicBezTo>
                  <a:cubicBezTo>
                    <a:pt x="9" y="11"/>
                    <a:pt x="6" y="41"/>
                    <a:pt x="22" y="54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5" name="Freeform 215">
              <a:extLst>
                <a:ext uri="{FF2B5EF4-FFF2-40B4-BE49-F238E27FC236}">
                  <a16:creationId xmlns:a16="http://schemas.microsoft.com/office/drawing/2014/main" id="{95B893C2-49C9-4E45-93D3-215BCA011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555"/>
              <a:ext cx="105" cy="170"/>
            </a:xfrm>
            <a:custGeom>
              <a:avLst/>
              <a:gdLst>
                <a:gd name="T0" fmla="*/ 1300 w 42"/>
                <a:gd name="T1" fmla="*/ 1448 h 64"/>
                <a:gd name="T2" fmla="*/ 9300 w 42"/>
                <a:gd name="T3" fmla="*/ 1052 h 64"/>
                <a:gd name="T4" fmla="*/ 9770 w 42"/>
                <a:gd name="T5" fmla="*/ 11903 h 64"/>
                <a:gd name="T6" fmla="*/ 9113 w 42"/>
                <a:gd name="T7" fmla="*/ 20355 h 64"/>
                <a:gd name="T8" fmla="*/ 0 w 42"/>
                <a:gd name="T9" fmla="*/ 20764 h 64"/>
                <a:gd name="T10" fmla="*/ 7625 w 42"/>
                <a:gd name="T11" fmla="*/ 15876 h 64"/>
                <a:gd name="T12" fmla="*/ 6845 w 42"/>
                <a:gd name="T13" fmla="*/ 3578 h 64"/>
                <a:gd name="T14" fmla="*/ 1300 w 42"/>
                <a:gd name="T15" fmla="*/ 1448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4">
                  <a:moveTo>
                    <a:pt x="5" y="4"/>
                  </a:moveTo>
                  <a:cubicBezTo>
                    <a:pt x="13" y="7"/>
                    <a:pt x="33" y="5"/>
                    <a:pt x="38" y="3"/>
                  </a:cubicBezTo>
                  <a:cubicBezTo>
                    <a:pt x="42" y="0"/>
                    <a:pt x="41" y="24"/>
                    <a:pt x="40" y="34"/>
                  </a:cubicBezTo>
                  <a:cubicBezTo>
                    <a:pt x="39" y="44"/>
                    <a:pt x="41" y="53"/>
                    <a:pt x="37" y="58"/>
                  </a:cubicBezTo>
                  <a:cubicBezTo>
                    <a:pt x="32" y="62"/>
                    <a:pt x="9" y="64"/>
                    <a:pt x="0" y="59"/>
                  </a:cubicBezTo>
                  <a:cubicBezTo>
                    <a:pt x="10" y="59"/>
                    <a:pt x="26" y="62"/>
                    <a:pt x="31" y="45"/>
                  </a:cubicBezTo>
                  <a:cubicBezTo>
                    <a:pt x="36" y="29"/>
                    <a:pt x="33" y="12"/>
                    <a:pt x="28" y="10"/>
                  </a:cubicBezTo>
                  <a:cubicBezTo>
                    <a:pt x="23" y="8"/>
                    <a:pt x="7" y="5"/>
                    <a:pt x="5" y="4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6" name="Freeform 216">
              <a:extLst>
                <a:ext uri="{FF2B5EF4-FFF2-40B4-BE49-F238E27FC236}">
                  <a16:creationId xmlns:a16="http://schemas.microsoft.com/office/drawing/2014/main" id="{B03D8F48-A61C-4351-8898-C785ED75C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539"/>
              <a:ext cx="83" cy="170"/>
            </a:xfrm>
            <a:custGeom>
              <a:avLst/>
              <a:gdLst>
                <a:gd name="T0" fmla="*/ 797 w 33"/>
                <a:gd name="T1" fmla="*/ 0 h 64"/>
                <a:gd name="T2" fmla="*/ 6844 w 33"/>
                <a:gd name="T3" fmla="*/ 1052 h 64"/>
                <a:gd name="T4" fmla="*/ 7369 w 33"/>
                <a:gd name="T5" fmla="*/ 3190 h 64"/>
                <a:gd name="T6" fmla="*/ 7369 w 33"/>
                <a:gd name="T7" fmla="*/ 21011 h 64"/>
                <a:gd name="T8" fmla="*/ 0 w 33"/>
                <a:gd name="T9" fmla="*/ 18668 h 64"/>
                <a:gd name="T10" fmla="*/ 5043 w 33"/>
                <a:gd name="T11" fmla="*/ 15876 h 64"/>
                <a:gd name="T12" fmla="*/ 5043 w 33"/>
                <a:gd name="T13" fmla="*/ 3190 h 64"/>
                <a:gd name="T14" fmla="*/ 797 w 33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4">
                  <a:moveTo>
                    <a:pt x="3" y="0"/>
                  </a:moveTo>
                  <a:cubicBezTo>
                    <a:pt x="6" y="3"/>
                    <a:pt x="21" y="6"/>
                    <a:pt x="27" y="3"/>
                  </a:cubicBezTo>
                  <a:cubicBezTo>
                    <a:pt x="33" y="0"/>
                    <a:pt x="29" y="9"/>
                    <a:pt x="29" y="9"/>
                  </a:cubicBezTo>
                  <a:cubicBezTo>
                    <a:pt x="29" y="9"/>
                    <a:pt x="24" y="50"/>
                    <a:pt x="29" y="60"/>
                  </a:cubicBezTo>
                  <a:cubicBezTo>
                    <a:pt x="24" y="64"/>
                    <a:pt x="7" y="60"/>
                    <a:pt x="0" y="53"/>
                  </a:cubicBezTo>
                  <a:cubicBezTo>
                    <a:pt x="9" y="57"/>
                    <a:pt x="18" y="54"/>
                    <a:pt x="20" y="45"/>
                  </a:cubicBezTo>
                  <a:cubicBezTo>
                    <a:pt x="22" y="36"/>
                    <a:pt x="26" y="12"/>
                    <a:pt x="20" y="9"/>
                  </a:cubicBezTo>
                  <a:cubicBezTo>
                    <a:pt x="14" y="6"/>
                    <a:pt x="4" y="2"/>
                    <a:pt x="3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7" name="Freeform 217">
              <a:extLst>
                <a:ext uri="{FF2B5EF4-FFF2-40B4-BE49-F238E27FC236}">
                  <a16:creationId xmlns:a16="http://schemas.microsoft.com/office/drawing/2014/main" id="{0EDD0AF6-D0FC-4107-9D74-22A5D3720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507"/>
              <a:ext cx="60" cy="162"/>
            </a:xfrm>
            <a:custGeom>
              <a:avLst/>
              <a:gdLst>
                <a:gd name="T0" fmla="*/ 0 w 24"/>
                <a:gd name="T1" fmla="*/ 0 h 61"/>
                <a:gd name="T2" fmla="*/ 3908 w 24"/>
                <a:gd name="T3" fmla="*/ 396 h 61"/>
                <a:gd name="T4" fmla="*/ 5863 w 24"/>
                <a:gd name="T5" fmla="*/ 2488 h 61"/>
                <a:gd name="T6" fmla="*/ 4425 w 24"/>
                <a:gd name="T7" fmla="*/ 19706 h 61"/>
                <a:gd name="T8" fmla="*/ 1770 w 24"/>
                <a:gd name="T9" fmla="*/ 20340 h 61"/>
                <a:gd name="T10" fmla="*/ 3250 w 24"/>
                <a:gd name="T11" fmla="*/ 11892 h 61"/>
                <a:gd name="T12" fmla="*/ 2938 w 24"/>
                <a:gd name="T13" fmla="*/ 2488 h 61"/>
                <a:gd name="T14" fmla="*/ 0 w 24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1">
                  <a:moveTo>
                    <a:pt x="0" y="0"/>
                  </a:moveTo>
                  <a:cubicBezTo>
                    <a:pt x="6" y="4"/>
                    <a:pt x="13" y="3"/>
                    <a:pt x="16" y="1"/>
                  </a:cubicBezTo>
                  <a:cubicBezTo>
                    <a:pt x="19" y="0"/>
                    <a:pt x="24" y="7"/>
                    <a:pt x="24" y="7"/>
                  </a:cubicBezTo>
                  <a:cubicBezTo>
                    <a:pt x="24" y="7"/>
                    <a:pt x="16" y="43"/>
                    <a:pt x="18" y="56"/>
                  </a:cubicBezTo>
                  <a:cubicBezTo>
                    <a:pt x="18" y="61"/>
                    <a:pt x="7" y="58"/>
                    <a:pt x="7" y="58"/>
                  </a:cubicBezTo>
                  <a:cubicBezTo>
                    <a:pt x="12" y="58"/>
                    <a:pt x="11" y="46"/>
                    <a:pt x="13" y="34"/>
                  </a:cubicBezTo>
                  <a:cubicBezTo>
                    <a:pt x="14" y="22"/>
                    <a:pt x="18" y="9"/>
                    <a:pt x="12" y="7"/>
                  </a:cubicBezTo>
                  <a:cubicBezTo>
                    <a:pt x="6" y="6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8" name="Freeform 218">
              <a:extLst>
                <a:ext uri="{FF2B5EF4-FFF2-40B4-BE49-F238E27FC236}">
                  <a16:creationId xmlns:a16="http://schemas.microsoft.com/office/drawing/2014/main" id="{F99B7FD3-7998-46EF-B0E0-AC4882C08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461"/>
              <a:ext cx="65" cy="174"/>
            </a:xfrm>
            <a:custGeom>
              <a:avLst/>
              <a:gdLst>
                <a:gd name="T0" fmla="*/ 0 w 26"/>
                <a:gd name="T1" fmla="*/ 0 h 65"/>
                <a:gd name="T2" fmla="*/ 4895 w 26"/>
                <a:gd name="T3" fmla="*/ 1076 h 65"/>
                <a:gd name="T4" fmla="*/ 6375 w 26"/>
                <a:gd name="T5" fmla="*/ 3282 h 65"/>
                <a:gd name="T6" fmla="*/ 4688 w 26"/>
                <a:gd name="T7" fmla="*/ 23212 h 65"/>
                <a:gd name="T8" fmla="*/ 1958 w 26"/>
                <a:gd name="T9" fmla="*/ 22135 h 65"/>
                <a:gd name="T10" fmla="*/ 3720 w 26"/>
                <a:gd name="T11" fmla="*/ 15807 h 65"/>
                <a:gd name="T12" fmla="*/ 2938 w 26"/>
                <a:gd name="T13" fmla="*/ 3705 h 65"/>
                <a:gd name="T14" fmla="*/ 0 w 26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5">
                  <a:moveTo>
                    <a:pt x="0" y="0"/>
                  </a:moveTo>
                  <a:cubicBezTo>
                    <a:pt x="6" y="4"/>
                    <a:pt x="18" y="3"/>
                    <a:pt x="20" y="3"/>
                  </a:cubicBezTo>
                  <a:cubicBezTo>
                    <a:pt x="20" y="6"/>
                    <a:pt x="24" y="8"/>
                    <a:pt x="26" y="9"/>
                  </a:cubicBezTo>
                  <a:cubicBezTo>
                    <a:pt x="24" y="13"/>
                    <a:pt x="16" y="56"/>
                    <a:pt x="19" y="63"/>
                  </a:cubicBezTo>
                  <a:cubicBezTo>
                    <a:pt x="15" y="65"/>
                    <a:pt x="8" y="60"/>
                    <a:pt x="8" y="60"/>
                  </a:cubicBezTo>
                  <a:cubicBezTo>
                    <a:pt x="12" y="62"/>
                    <a:pt x="14" y="51"/>
                    <a:pt x="15" y="43"/>
                  </a:cubicBezTo>
                  <a:cubicBezTo>
                    <a:pt x="16" y="34"/>
                    <a:pt x="18" y="16"/>
                    <a:pt x="12" y="10"/>
                  </a:cubicBezTo>
                  <a:cubicBezTo>
                    <a:pt x="5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9" name="Freeform 219">
              <a:extLst>
                <a:ext uri="{FF2B5EF4-FFF2-40B4-BE49-F238E27FC236}">
                  <a16:creationId xmlns:a16="http://schemas.microsoft.com/office/drawing/2014/main" id="{0F4469C3-5837-4E47-AB7B-91E2CFAB3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403"/>
              <a:ext cx="48" cy="157"/>
            </a:xfrm>
            <a:custGeom>
              <a:avLst/>
              <a:gdLst>
                <a:gd name="T0" fmla="*/ 0 w 19"/>
                <a:gd name="T1" fmla="*/ 0 h 59"/>
                <a:gd name="T2" fmla="*/ 2567 w 19"/>
                <a:gd name="T3" fmla="*/ 7874 h 59"/>
                <a:gd name="T4" fmla="*/ 2367 w 19"/>
                <a:gd name="T5" fmla="*/ 20953 h 59"/>
                <a:gd name="T6" fmla="*/ 4934 w 19"/>
                <a:gd name="T7" fmla="*/ 6424 h 59"/>
                <a:gd name="T8" fmla="*/ 2367 w 19"/>
                <a:gd name="T9" fmla="*/ 105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0" y="0"/>
                  </a:moveTo>
                  <a:cubicBezTo>
                    <a:pt x="4" y="4"/>
                    <a:pt x="10" y="12"/>
                    <a:pt x="10" y="22"/>
                  </a:cubicBezTo>
                  <a:cubicBezTo>
                    <a:pt x="9" y="32"/>
                    <a:pt x="9" y="59"/>
                    <a:pt x="9" y="59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8" y="6"/>
                    <a:pt x="9" y="3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0" name="Freeform 220">
              <a:extLst>
                <a:ext uri="{FF2B5EF4-FFF2-40B4-BE49-F238E27FC236}">
                  <a16:creationId xmlns:a16="http://schemas.microsoft.com/office/drawing/2014/main" id="{3E49A9EC-0D87-447C-8156-39B3A6DD7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725"/>
              <a:ext cx="112" cy="155"/>
            </a:xfrm>
            <a:custGeom>
              <a:avLst/>
              <a:gdLst>
                <a:gd name="T0" fmla="*/ 9249 w 45"/>
                <a:gd name="T1" fmla="*/ 0 h 58"/>
                <a:gd name="T2" fmla="*/ 9249 w 45"/>
                <a:gd name="T3" fmla="*/ 17846 h 58"/>
                <a:gd name="T4" fmla="*/ 0 w 45"/>
                <a:gd name="T5" fmla="*/ 20711 h 58"/>
                <a:gd name="T6" fmla="*/ 9249 w 45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8">
                  <a:moveTo>
                    <a:pt x="39" y="0"/>
                  </a:moveTo>
                  <a:cubicBezTo>
                    <a:pt x="42" y="9"/>
                    <a:pt x="45" y="39"/>
                    <a:pt x="39" y="49"/>
                  </a:cubicBezTo>
                  <a:cubicBezTo>
                    <a:pt x="33" y="58"/>
                    <a:pt x="7" y="58"/>
                    <a:pt x="0" y="57"/>
                  </a:cubicBezTo>
                  <a:cubicBezTo>
                    <a:pt x="16" y="56"/>
                    <a:pt x="34" y="53"/>
                    <a:pt x="39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1" name="Freeform 221">
              <a:extLst>
                <a:ext uri="{FF2B5EF4-FFF2-40B4-BE49-F238E27FC236}">
                  <a16:creationId xmlns:a16="http://schemas.microsoft.com/office/drawing/2014/main" id="{832F1E99-13B6-4414-8CBF-0793DF7B4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733"/>
              <a:ext cx="25" cy="123"/>
            </a:xfrm>
            <a:custGeom>
              <a:avLst/>
              <a:gdLst>
                <a:gd name="T0" fmla="*/ 313 w 10"/>
                <a:gd name="T1" fmla="*/ 0 h 46"/>
                <a:gd name="T2" fmla="*/ 0 w 10"/>
                <a:gd name="T3" fmla="*/ 16824 h 46"/>
                <a:gd name="T4" fmla="*/ 313 w 10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6">
                  <a:moveTo>
                    <a:pt x="1" y="0"/>
                  </a:moveTo>
                  <a:cubicBezTo>
                    <a:pt x="9" y="18"/>
                    <a:pt x="10" y="33"/>
                    <a:pt x="0" y="46"/>
                  </a:cubicBezTo>
                  <a:cubicBezTo>
                    <a:pt x="4" y="37"/>
                    <a:pt x="4" y="7"/>
                    <a:pt x="1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2" name="Freeform 222">
              <a:extLst>
                <a:ext uri="{FF2B5EF4-FFF2-40B4-BE49-F238E27FC236}">
                  <a16:creationId xmlns:a16="http://schemas.microsoft.com/office/drawing/2014/main" id="{819088EA-9B3B-4340-9536-2414252DA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701"/>
              <a:ext cx="70" cy="160"/>
            </a:xfrm>
            <a:custGeom>
              <a:avLst/>
              <a:gdLst>
                <a:gd name="T0" fmla="*/ 4895 w 28"/>
                <a:gd name="T1" fmla="*/ 0 h 60"/>
                <a:gd name="T2" fmla="*/ 6175 w 28"/>
                <a:gd name="T3" fmla="*/ 16589 h 60"/>
                <a:gd name="T4" fmla="*/ 0 w 28"/>
                <a:gd name="T5" fmla="*/ 21597 h 60"/>
                <a:gd name="T6" fmla="*/ 5208 w 28"/>
                <a:gd name="T7" fmla="*/ 1401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0">
                  <a:moveTo>
                    <a:pt x="20" y="0"/>
                  </a:moveTo>
                  <a:cubicBezTo>
                    <a:pt x="23" y="10"/>
                    <a:pt x="28" y="38"/>
                    <a:pt x="25" y="46"/>
                  </a:cubicBezTo>
                  <a:cubicBezTo>
                    <a:pt x="22" y="55"/>
                    <a:pt x="2" y="59"/>
                    <a:pt x="0" y="60"/>
                  </a:cubicBezTo>
                  <a:cubicBezTo>
                    <a:pt x="9" y="59"/>
                    <a:pt x="19" y="50"/>
                    <a:pt x="21" y="3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3" name="Freeform 223">
              <a:extLst>
                <a:ext uri="{FF2B5EF4-FFF2-40B4-BE49-F238E27FC236}">
                  <a16:creationId xmlns:a16="http://schemas.microsoft.com/office/drawing/2014/main" id="{F86F92BF-AA67-4B96-B476-76E29B9A4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672"/>
              <a:ext cx="63" cy="155"/>
            </a:xfrm>
            <a:custGeom>
              <a:avLst/>
              <a:gdLst>
                <a:gd name="T0" fmla="*/ 4350 w 25"/>
                <a:gd name="T1" fmla="*/ 0 h 58"/>
                <a:gd name="T2" fmla="*/ 5602 w 25"/>
                <a:gd name="T3" fmla="*/ 15006 h 58"/>
                <a:gd name="T4" fmla="*/ 0 w 25"/>
                <a:gd name="T5" fmla="*/ 21112 h 58"/>
                <a:gd name="T6" fmla="*/ 4559 w 25"/>
                <a:gd name="T7" fmla="*/ 11320 h 58"/>
                <a:gd name="T8" fmla="*/ 4350 w 2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17" y="0"/>
                  </a:moveTo>
                  <a:cubicBezTo>
                    <a:pt x="21" y="7"/>
                    <a:pt x="25" y="32"/>
                    <a:pt x="22" y="41"/>
                  </a:cubicBezTo>
                  <a:cubicBezTo>
                    <a:pt x="19" y="51"/>
                    <a:pt x="6" y="57"/>
                    <a:pt x="0" y="58"/>
                  </a:cubicBezTo>
                  <a:cubicBezTo>
                    <a:pt x="9" y="54"/>
                    <a:pt x="16" y="44"/>
                    <a:pt x="18" y="31"/>
                  </a:cubicBezTo>
                  <a:cubicBezTo>
                    <a:pt x="20" y="1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4" name="Freeform 224">
              <a:extLst>
                <a:ext uri="{FF2B5EF4-FFF2-40B4-BE49-F238E27FC236}">
                  <a16:creationId xmlns:a16="http://schemas.microsoft.com/office/drawing/2014/main" id="{7F7A6072-89D9-41BB-9565-00A0D9FB1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632"/>
              <a:ext cx="63" cy="152"/>
            </a:xfrm>
            <a:custGeom>
              <a:avLst/>
              <a:gdLst>
                <a:gd name="T0" fmla="*/ 4082 w 25"/>
                <a:gd name="T1" fmla="*/ 0 h 57"/>
                <a:gd name="T2" fmla="*/ 5088 w 25"/>
                <a:gd name="T3" fmla="*/ 15112 h 57"/>
                <a:gd name="T4" fmla="*/ 0 w 25"/>
                <a:gd name="T5" fmla="*/ 20480 h 57"/>
                <a:gd name="T6" fmla="*/ 4082 w 25"/>
                <a:gd name="T7" fmla="*/ 12288 h 57"/>
                <a:gd name="T8" fmla="*/ 4082 w 25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7">
                  <a:moveTo>
                    <a:pt x="16" y="0"/>
                  </a:moveTo>
                  <a:cubicBezTo>
                    <a:pt x="19" y="11"/>
                    <a:pt x="25" y="33"/>
                    <a:pt x="20" y="42"/>
                  </a:cubicBezTo>
                  <a:cubicBezTo>
                    <a:pt x="16" y="51"/>
                    <a:pt x="2" y="57"/>
                    <a:pt x="0" y="57"/>
                  </a:cubicBezTo>
                  <a:cubicBezTo>
                    <a:pt x="8" y="54"/>
                    <a:pt x="14" y="42"/>
                    <a:pt x="16" y="34"/>
                  </a:cubicBezTo>
                  <a:cubicBezTo>
                    <a:pt x="17" y="25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5" name="Freeform 225">
              <a:extLst>
                <a:ext uri="{FF2B5EF4-FFF2-40B4-BE49-F238E27FC236}">
                  <a16:creationId xmlns:a16="http://schemas.microsoft.com/office/drawing/2014/main" id="{FB8D59D0-DEB1-468A-A5FC-4FDE98A59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571"/>
              <a:ext cx="43" cy="149"/>
            </a:xfrm>
            <a:custGeom>
              <a:avLst/>
              <a:gdLst>
                <a:gd name="T0" fmla="*/ 1556 w 17"/>
                <a:gd name="T1" fmla="*/ 0 h 56"/>
                <a:gd name="T2" fmla="*/ 4467 w 17"/>
                <a:gd name="T3" fmla="*/ 10265 h 56"/>
                <a:gd name="T4" fmla="*/ 0 w 17"/>
                <a:gd name="T5" fmla="*/ 19852 h 56"/>
                <a:gd name="T6" fmla="*/ 2911 w 17"/>
                <a:gd name="T7" fmla="*/ 8517 h 56"/>
                <a:gd name="T8" fmla="*/ 1343 w 17"/>
                <a:gd name="T9" fmla="*/ 65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6">
                  <a:moveTo>
                    <a:pt x="6" y="0"/>
                  </a:moveTo>
                  <a:cubicBezTo>
                    <a:pt x="12" y="9"/>
                    <a:pt x="17" y="24"/>
                    <a:pt x="17" y="29"/>
                  </a:cubicBezTo>
                  <a:cubicBezTo>
                    <a:pt x="17" y="35"/>
                    <a:pt x="7" y="52"/>
                    <a:pt x="0" y="56"/>
                  </a:cubicBezTo>
                  <a:cubicBezTo>
                    <a:pt x="7" y="48"/>
                    <a:pt x="11" y="35"/>
                    <a:pt x="11" y="24"/>
                  </a:cubicBezTo>
                  <a:cubicBezTo>
                    <a:pt x="11" y="14"/>
                    <a:pt x="5" y="2"/>
                    <a:pt x="5" y="2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6" name="Freeform 226">
              <a:extLst>
                <a:ext uri="{FF2B5EF4-FFF2-40B4-BE49-F238E27FC236}">
                  <a16:creationId xmlns:a16="http://schemas.microsoft.com/office/drawing/2014/main" id="{2D0C0199-551E-48B6-A22C-FED4ADABF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493"/>
              <a:ext cx="40" cy="136"/>
            </a:xfrm>
            <a:custGeom>
              <a:avLst/>
              <a:gdLst>
                <a:gd name="T0" fmla="*/ 2470 w 16"/>
                <a:gd name="T1" fmla="*/ 0 h 51"/>
                <a:gd name="T2" fmla="*/ 2470 w 16"/>
                <a:gd name="T3" fmla="*/ 18355 h 51"/>
                <a:gd name="T4" fmla="*/ 0 w 16"/>
                <a:gd name="T5" fmla="*/ 8648 h 51"/>
                <a:gd name="T6" fmla="*/ 2470 w 1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1">
                  <a:moveTo>
                    <a:pt x="10" y="0"/>
                  </a:moveTo>
                  <a:cubicBezTo>
                    <a:pt x="13" y="11"/>
                    <a:pt x="16" y="41"/>
                    <a:pt x="10" y="51"/>
                  </a:cubicBezTo>
                  <a:cubicBezTo>
                    <a:pt x="9" y="39"/>
                    <a:pt x="0" y="24"/>
                    <a:pt x="0" y="24"/>
                  </a:cubicBezTo>
                  <a:cubicBezTo>
                    <a:pt x="7" y="17"/>
                    <a:pt x="9" y="5"/>
                    <a:pt x="1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7" name="Freeform 227">
              <a:extLst>
                <a:ext uri="{FF2B5EF4-FFF2-40B4-BE49-F238E27FC236}">
                  <a16:creationId xmlns:a16="http://schemas.microsoft.com/office/drawing/2014/main" id="{F07721AF-7C4F-4D15-A8CC-8C776401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616"/>
              <a:ext cx="80" cy="77"/>
            </a:xfrm>
            <a:custGeom>
              <a:avLst/>
              <a:gdLst>
                <a:gd name="T0" fmla="*/ 988 w 32"/>
                <a:gd name="T1" fmla="*/ 2791 h 29"/>
                <a:gd name="T2" fmla="*/ 0 w 32"/>
                <a:gd name="T3" fmla="*/ 5563 h 29"/>
                <a:gd name="T4" fmla="*/ 4220 w 32"/>
                <a:gd name="T5" fmla="*/ 4625 h 29"/>
                <a:gd name="T6" fmla="*/ 7625 w 32"/>
                <a:gd name="T7" fmla="*/ 10145 h 29"/>
                <a:gd name="T8" fmla="*/ 6645 w 32"/>
                <a:gd name="T9" fmla="*/ 396 h 29"/>
                <a:gd name="T10" fmla="*/ 6375 w 32"/>
                <a:gd name="T11" fmla="*/ 0 h 29"/>
                <a:gd name="T12" fmla="*/ 4688 w 32"/>
                <a:gd name="T13" fmla="*/ 1742 h 29"/>
                <a:gd name="T14" fmla="*/ 2270 w 32"/>
                <a:gd name="T15" fmla="*/ 2095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9">
                  <a:moveTo>
                    <a:pt x="4" y="8"/>
                  </a:moveTo>
                  <a:cubicBezTo>
                    <a:pt x="2" y="11"/>
                    <a:pt x="1" y="13"/>
                    <a:pt x="0" y="16"/>
                  </a:cubicBezTo>
                  <a:cubicBezTo>
                    <a:pt x="5" y="14"/>
                    <a:pt x="12" y="12"/>
                    <a:pt x="17" y="13"/>
                  </a:cubicBezTo>
                  <a:cubicBezTo>
                    <a:pt x="27" y="15"/>
                    <a:pt x="30" y="20"/>
                    <a:pt x="31" y="29"/>
                  </a:cubicBezTo>
                  <a:cubicBezTo>
                    <a:pt x="32" y="20"/>
                    <a:pt x="30" y="8"/>
                    <a:pt x="27" y="1"/>
                  </a:cubicBezTo>
                  <a:cubicBezTo>
                    <a:pt x="27" y="1"/>
                    <a:pt x="26" y="0"/>
                    <a:pt x="26" y="0"/>
                  </a:cubicBezTo>
                  <a:cubicBezTo>
                    <a:pt x="24" y="1"/>
                    <a:pt x="21" y="4"/>
                    <a:pt x="19" y="5"/>
                  </a:cubicBezTo>
                  <a:cubicBezTo>
                    <a:pt x="16" y="6"/>
                    <a:pt x="13" y="5"/>
                    <a:pt x="9" y="6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8" name="Freeform 228">
              <a:extLst>
                <a:ext uri="{FF2B5EF4-FFF2-40B4-BE49-F238E27FC236}">
                  <a16:creationId xmlns:a16="http://schemas.microsoft.com/office/drawing/2014/main" id="{6B455253-5C06-4A9F-BA08-BCB0459EF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563"/>
              <a:ext cx="62" cy="50"/>
            </a:xfrm>
            <a:custGeom>
              <a:avLst/>
              <a:gdLst>
                <a:gd name="T0" fmla="*/ 0 w 25"/>
                <a:gd name="T1" fmla="*/ 6324 h 19"/>
                <a:gd name="T2" fmla="*/ 1895 w 25"/>
                <a:gd name="T3" fmla="*/ 1384 h 19"/>
                <a:gd name="T4" fmla="*/ 4238 w 25"/>
                <a:gd name="T5" fmla="*/ 0 h 19"/>
                <a:gd name="T6" fmla="*/ 5826 w 25"/>
                <a:gd name="T7" fmla="*/ 5666 h 19"/>
                <a:gd name="T8" fmla="*/ 3296 w 25"/>
                <a:gd name="T9" fmla="*/ 4032 h 19"/>
                <a:gd name="T10" fmla="*/ 1895 w 25"/>
                <a:gd name="T11" fmla="*/ 5666 h 19"/>
                <a:gd name="T12" fmla="*/ 456 w 25"/>
                <a:gd name="T13" fmla="*/ 632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9">
                  <a:moveTo>
                    <a:pt x="0" y="19"/>
                  </a:moveTo>
                  <a:cubicBezTo>
                    <a:pt x="4" y="16"/>
                    <a:pt x="8" y="10"/>
                    <a:pt x="8" y="4"/>
                  </a:cubicBezTo>
                  <a:cubicBezTo>
                    <a:pt x="12" y="4"/>
                    <a:pt x="15" y="3"/>
                    <a:pt x="18" y="0"/>
                  </a:cubicBezTo>
                  <a:cubicBezTo>
                    <a:pt x="21" y="5"/>
                    <a:pt x="24" y="11"/>
                    <a:pt x="25" y="17"/>
                  </a:cubicBezTo>
                  <a:cubicBezTo>
                    <a:pt x="21" y="13"/>
                    <a:pt x="19" y="10"/>
                    <a:pt x="14" y="12"/>
                  </a:cubicBezTo>
                  <a:cubicBezTo>
                    <a:pt x="11" y="13"/>
                    <a:pt x="10" y="16"/>
                    <a:pt x="8" y="17"/>
                  </a:cubicBezTo>
                  <a:cubicBezTo>
                    <a:pt x="6" y="18"/>
                    <a:pt x="4" y="18"/>
                    <a:pt x="2" y="1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9" name="Freeform 229">
              <a:extLst>
                <a:ext uri="{FF2B5EF4-FFF2-40B4-BE49-F238E27FC236}">
                  <a16:creationId xmlns:a16="http://schemas.microsoft.com/office/drawing/2014/main" id="{ED05332D-91EB-4CDA-8DEC-73249F439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659"/>
              <a:ext cx="82" cy="64"/>
            </a:xfrm>
            <a:custGeom>
              <a:avLst/>
              <a:gdLst>
                <a:gd name="T0" fmla="*/ 0 w 33"/>
                <a:gd name="T1" fmla="*/ 3891 h 24"/>
                <a:gd name="T2" fmla="*/ 1148 w 33"/>
                <a:gd name="T3" fmla="*/ 2184 h 24"/>
                <a:gd name="T4" fmla="*/ 7089 w 33"/>
                <a:gd name="T5" fmla="*/ 0 h 24"/>
                <a:gd name="T6" fmla="*/ 7780 w 33"/>
                <a:gd name="T7" fmla="*/ 4701 h 24"/>
                <a:gd name="T8" fmla="*/ 7780 w 33"/>
                <a:gd name="T9" fmla="*/ 8648 h 24"/>
                <a:gd name="T10" fmla="*/ 6625 w 33"/>
                <a:gd name="T11" fmla="*/ 4301 h 24"/>
                <a:gd name="T12" fmla="*/ 4465 w 33"/>
                <a:gd name="T13" fmla="*/ 4301 h 24"/>
                <a:gd name="T14" fmla="*/ 952 w 33"/>
                <a:gd name="T15" fmla="*/ 5405 h 24"/>
                <a:gd name="T16" fmla="*/ 0 w 33"/>
                <a:gd name="T17" fmla="*/ 364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4">
                  <a:moveTo>
                    <a:pt x="0" y="11"/>
                  </a:moveTo>
                  <a:cubicBezTo>
                    <a:pt x="2" y="10"/>
                    <a:pt x="4" y="8"/>
                    <a:pt x="5" y="6"/>
                  </a:cubicBezTo>
                  <a:cubicBezTo>
                    <a:pt x="11" y="12"/>
                    <a:pt x="26" y="6"/>
                    <a:pt x="30" y="0"/>
                  </a:cubicBezTo>
                  <a:cubicBezTo>
                    <a:pt x="30" y="4"/>
                    <a:pt x="32" y="9"/>
                    <a:pt x="33" y="13"/>
                  </a:cubicBezTo>
                  <a:cubicBezTo>
                    <a:pt x="33" y="17"/>
                    <a:pt x="32" y="21"/>
                    <a:pt x="33" y="24"/>
                  </a:cubicBezTo>
                  <a:cubicBezTo>
                    <a:pt x="32" y="21"/>
                    <a:pt x="31" y="15"/>
                    <a:pt x="28" y="12"/>
                  </a:cubicBezTo>
                  <a:cubicBezTo>
                    <a:pt x="25" y="9"/>
                    <a:pt x="22" y="10"/>
                    <a:pt x="19" y="12"/>
                  </a:cubicBezTo>
                  <a:cubicBezTo>
                    <a:pt x="15" y="13"/>
                    <a:pt x="8" y="16"/>
                    <a:pt x="4" y="15"/>
                  </a:cubicBezTo>
                  <a:cubicBezTo>
                    <a:pt x="2" y="14"/>
                    <a:pt x="2" y="11"/>
                    <a:pt x="0" y="10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0" name="Freeform 230">
              <a:extLst>
                <a:ext uri="{FF2B5EF4-FFF2-40B4-BE49-F238E27FC236}">
                  <a16:creationId xmlns:a16="http://schemas.microsoft.com/office/drawing/2014/main" id="{530BB271-A6FD-4F56-A93D-602D277A0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693"/>
              <a:ext cx="68" cy="54"/>
            </a:xfrm>
            <a:custGeom>
              <a:avLst/>
              <a:gdLst>
                <a:gd name="T0" fmla="*/ 0 w 27"/>
                <a:gd name="T1" fmla="*/ 3127 h 20"/>
                <a:gd name="T2" fmla="*/ 6070 w 27"/>
                <a:gd name="T3" fmla="*/ 0 h 20"/>
                <a:gd name="T4" fmla="*/ 6883 w 27"/>
                <a:gd name="T5" fmla="*/ 7757 h 20"/>
                <a:gd name="T6" fmla="*/ 4344 w 27"/>
                <a:gd name="T7" fmla="*/ 4563 h 20"/>
                <a:gd name="T8" fmla="*/ 2335 w 27"/>
                <a:gd name="T9" fmla="*/ 4309 h 20"/>
                <a:gd name="T10" fmla="*/ 526 w 27"/>
                <a:gd name="T11" fmla="*/ 346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0">
                  <a:moveTo>
                    <a:pt x="0" y="8"/>
                  </a:moveTo>
                  <a:cubicBezTo>
                    <a:pt x="10" y="10"/>
                    <a:pt x="16" y="4"/>
                    <a:pt x="24" y="0"/>
                  </a:cubicBezTo>
                  <a:cubicBezTo>
                    <a:pt x="26" y="7"/>
                    <a:pt x="25" y="13"/>
                    <a:pt x="27" y="20"/>
                  </a:cubicBezTo>
                  <a:cubicBezTo>
                    <a:pt x="25" y="14"/>
                    <a:pt x="23" y="12"/>
                    <a:pt x="17" y="12"/>
                  </a:cubicBezTo>
                  <a:cubicBezTo>
                    <a:pt x="14" y="12"/>
                    <a:pt x="12" y="12"/>
                    <a:pt x="9" y="11"/>
                  </a:cubicBezTo>
                  <a:cubicBezTo>
                    <a:pt x="6" y="11"/>
                    <a:pt x="5" y="10"/>
                    <a:pt x="2" y="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1" name="Freeform 231">
              <a:extLst>
                <a:ext uri="{FF2B5EF4-FFF2-40B4-BE49-F238E27FC236}">
                  <a16:creationId xmlns:a16="http://schemas.microsoft.com/office/drawing/2014/main" id="{934325DB-6293-4F13-8E81-147E6B593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09"/>
              <a:ext cx="75" cy="64"/>
            </a:xfrm>
            <a:custGeom>
              <a:avLst/>
              <a:gdLst>
                <a:gd name="T0" fmla="*/ 0 w 30"/>
                <a:gd name="T1" fmla="*/ 2581 h 24"/>
                <a:gd name="T2" fmla="*/ 6645 w 30"/>
                <a:gd name="T3" fmla="*/ 0 h 24"/>
                <a:gd name="T4" fmla="*/ 7158 w 30"/>
                <a:gd name="T5" fmla="*/ 8648 h 24"/>
                <a:gd name="T6" fmla="*/ 5208 w 30"/>
                <a:gd name="T7" fmla="*/ 3640 h 24"/>
                <a:gd name="T8" fmla="*/ 988 w 30"/>
                <a:gd name="T9" fmla="*/ 28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4">
                  <a:moveTo>
                    <a:pt x="0" y="7"/>
                  </a:moveTo>
                  <a:cubicBezTo>
                    <a:pt x="8" y="9"/>
                    <a:pt x="21" y="5"/>
                    <a:pt x="27" y="0"/>
                  </a:cubicBezTo>
                  <a:cubicBezTo>
                    <a:pt x="27" y="8"/>
                    <a:pt x="30" y="16"/>
                    <a:pt x="29" y="24"/>
                  </a:cubicBezTo>
                  <a:cubicBezTo>
                    <a:pt x="26" y="19"/>
                    <a:pt x="27" y="12"/>
                    <a:pt x="21" y="10"/>
                  </a:cubicBezTo>
                  <a:cubicBezTo>
                    <a:pt x="17" y="8"/>
                    <a:pt x="7" y="11"/>
                    <a:pt x="4" y="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2" name="Freeform 232">
              <a:extLst>
                <a:ext uri="{FF2B5EF4-FFF2-40B4-BE49-F238E27FC236}">
                  <a16:creationId xmlns:a16="http://schemas.microsoft.com/office/drawing/2014/main" id="{BB0AD3C4-C96A-4E6C-8E83-99CBCF921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741"/>
              <a:ext cx="27" cy="112"/>
            </a:xfrm>
            <a:custGeom>
              <a:avLst/>
              <a:gdLst>
                <a:gd name="T0" fmla="*/ 0 w 11"/>
                <a:gd name="T1" fmla="*/ 0 h 42"/>
                <a:gd name="T2" fmla="*/ 174 w 11"/>
                <a:gd name="T3" fmla="*/ 15112 h 42"/>
                <a:gd name="T4" fmla="*/ 0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4" y="11"/>
                    <a:pt x="5" y="32"/>
                    <a:pt x="1" y="42"/>
                  </a:cubicBezTo>
                  <a:cubicBezTo>
                    <a:pt x="7" y="30"/>
                    <a:pt x="11" y="19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3" name="Freeform 233">
              <a:extLst>
                <a:ext uri="{FF2B5EF4-FFF2-40B4-BE49-F238E27FC236}">
                  <a16:creationId xmlns:a16="http://schemas.microsoft.com/office/drawing/2014/main" id="{0E22C34B-9151-4CE1-8A08-531209AAF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717"/>
              <a:ext cx="25" cy="102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4216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6" y="9"/>
                    <a:pt x="5" y="31"/>
                    <a:pt x="4" y="38"/>
                  </a:cubicBezTo>
                  <a:cubicBezTo>
                    <a:pt x="9" y="23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4" name="Freeform 234">
              <a:extLst>
                <a:ext uri="{FF2B5EF4-FFF2-40B4-BE49-F238E27FC236}">
                  <a16:creationId xmlns:a16="http://schemas.microsoft.com/office/drawing/2014/main" id="{9D7DA9ED-5DD2-416A-9942-A31493396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677"/>
              <a:ext cx="25" cy="99"/>
            </a:xfrm>
            <a:custGeom>
              <a:avLst/>
              <a:gdLst>
                <a:gd name="T0" fmla="*/ 0 w 10"/>
                <a:gd name="T1" fmla="*/ 0 h 37"/>
                <a:gd name="T2" fmla="*/ 988 w 10"/>
                <a:gd name="T3" fmla="*/ 13582 h 37"/>
                <a:gd name="T4" fmla="*/ 0 w 1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7">
                  <a:moveTo>
                    <a:pt x="0" y="0"/>
                  </a:moveTo>
                  <a:cubicBezTo>
                    <a:pt x="5" y="10"/>
                    <a:pt x="5" y="30"/>
                    <a:pt x="4" y="37"/>
                  </a:cubicBezTo>
                  <a:cubicBezTo>
                    <a:pt x="10" y="22"/>
                    <a:pt x="8" y="10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5" name="Freeform 235">
              <a:extLst>
                <a:ext uri="{FF2B5EF4-FFF2-40B4-BE49-F238E27FC236}">
                  <a16:creationId xmlns:a16="http://schemas.microsoft.com/office/drawing/2014/main" id="{4DC58622-94BE-4B57-8976-43048B13E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632"/>
              <a:ext cx="25" cy="75"/>
            </a:xfrm>
            <a:custGeom>
              <a:avLst/>
              <a:gdLst>
                <a:gd name="T0" fmla="*/ 1488 w 10"/>
                <a:gd name="T1" fmla="*/ 10339 h 28"/>
                <a:gd name="T2" fmla="*/ 0 w 10"/>
                <a:gd name="T3" fmla="*/ 0 h 28"/>
                <a:gd name="T4" fmla="*/ 1488 w 10"/>
                <a:gd name="T5" fmla="*/ 1033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6" y="28"/>
                  </a:moveTo>
                  <a:cubicBezTo>
                    <a:pt x="6" y="25"/>
                    <a:pt x="5" y="11"/>
                    <a:pt x="0" y="0"/>
                  </a:cubicBezTo>
                  <a:cubicBezTo>
                    <a:pt x="6" y="3"/>
                    <a:pt x="10" y="15"/>
                    <a:pt x="6" y="28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6" name="Freeform 236">
              <a:extLst>
                <a:ext uri="{FF2B5EF4-FFF2-40B4-BE49-F238E27FC236}">
                  <a16:creationId xmlns:a16="http://schemas.microsoft.com/office/drawing/2014/main" id="{FEE9DB61-4E06-4D4C-8935-F16B1F471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725"/>
              <a:ext cx="17" cy="123"/>
            </a:xfrm>
            <a:custGeom>
              <a:avLst/>
              <a:gdLst>
                <a:gd name="T0" fmla="*/ 1433 w 7"/>
                <a:gd name="T1" fmla="*/ 0 h 46"/>
                <a:gd name="T2" fmla="*/ 831 w 7"/>
                <a:gd name="T3" fmla="*/ 168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6">
                  <a:moveTo>
                    <a:pt x="7" y="0"/>
                  </a:moveTo>
                  <a:cubicBezTo>
                    <a:pt x="2" y="14"/>
                    <a:pt x="0" y="36"/>
                    <a:pt x="4" y="46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7" name="Freeform 237">
              <a:extLst>
                <a:ext uri="{FF2B5EF4-FFF2-40B4-BE49-F238E27FC236}">
                  <a16:creationId xmlns:a16="http://schemas.microsoft.com/office/drawing/2014/main" id="{DB2A9053-9C83-4615-941E-C795152DA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715"/>
              <a:ext cx="25" cy="112"/>
            </a:xfrm>
            <a:custGeom>
              <a:avLst/>
              <a:gdLst>
                <a:gd name="T0" fmla="*/ 2470 w 10"/>
                <a:gd name="T1" fmla="*/ 0 h 42"/>
                <a:gd name="T2" fmla="*/ 1300 w 10"/>
                <a:gd name="T3" fmla="*/ 1511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2">
                  <a:moveTo>
                    <a:pt x="10" y="0"/>
                  </a:moveTo>
                  <a:cubicBezTo>
                    <a:pt x="7" y="12"/>
                    <a:pt x="0" y="31"/>
                    <a:pt x="5" y="42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8" name="Freeform 238">
              <a:extLst>
                <a:ext uri="{FF2B5EF4-FFF2-40B4-BE49-F238E27FC236}">
                  <a16:creationId xmlns:a16="http://schemas.microsoft.com/office/drawing/2014/main" id="{AF709B22-5C6A-4579-A3BE-0C690A36F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680"/>
              <a:ext cx="43" cy="136"/>
            </a:xfrm>
            <a:custGeom>
              <a:avLst/>
              <a:gdLst>
                <a:gd name="T0" fmla="*/ 4467 w 17"/>
                <a:gd name="T1" fmla="*/ 18355 h 51"/>
                <a:gd name="T2" fmla="*/ 1343 w 17"/>
                <a:gd name="T3" fmla="*/ 15112 h 51"/>
                <a:gd name="T4" fmla="*/ 2380 w 17"/>
                <a:gd name="T5" fmla="*/ 0 h 51"/>
                <a:gd name="T6" fmla="*/ 4467 w 17"/>
                <a:gd name="T7" fmla="*/ 1835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1">
                  <a:moveTo>
                    <a:pt x="17" y="51"/>
                  </a:moveTo>
                  <a:cubicBezTo>
                    <a:pt x="13" y="51"/>
                    <a:pt x="7" y="46"/>
                    <a:pt x="5" y="42"/>
                  </a:cubicBezTo>
                  <a:cubicBezTo>
                    <a:pt x="0" y="32"/>
                    <a:pt x="5" y="11"/>
                    <a:pt x="9" y="0"/>
                  </a:cubicBezTo>
                  <a:cubicBezTo>
                    <a:pt x="7" y="6"/>
                    <a:pt x="1" y="38"/>
                    <a:pt x="17" y="51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9" name="Freeform 239">
              <a:extLst>
                <a:ext uri="{FF2B5EF4-FFF2-40B4-BE49-F238E27FC236}">
                  <a16:creationId xmlns:a16="http://schemas.microsoft.com/office/drawing/2014/main" id="{B84A179A-BECA-446E-98D7-D301DC35C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643"/>
              <a:ext cx="47" cy="133"/>
            </a:xfrm>
            <a:custGeom>
              <a:avLst/>
              <a:gdLst>
                <a:gd name="T0" fmla="*/ 1831 w 19"/>
                <a:gd name="T1" fmla="*/ 0 h 50"/>
                <a:gd name="T2" fmla="*/ 453 w 19"/>
                <a:gd name="T3" fmla="*/ 12369 h 50"/>
                <a:gd name="T4" fmla="*/ 4344 w 19"/>
                <a:gd name="T5" fmla="*/ 17732 h 50"/>
                <a:gd name="T6" fmla="*/ 1831 w 19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0">
                  <a:moveTo>
                    <a:pt x="8" y="0"/>
                  </a:moveTo>
                  <a:cubicBezTo>
                    <a:pt x="4" y="13"/>
                    <a:pt x="0" y="24"/>
                    <a:pt x="2" y="35"/>
                  </a:cubicBezTo>
                  <a:cubicBezTo>
                    <a:pt x="3" y="41"/>
                    <a:pt x="12" y="49"/>
                    <a:pt x="19" y="50"/>
                  </a:cubicBezTo>
                  <a:cubicBezTo>
                    <a:pt x="9" y="44"/>
                    <a:pt x="4" y="16"/>
                    <a:pt x="8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0" name="Freeform 240">
              <a:extLst>
                <a:ext uri="{FF2B5EF4-FFF2-40B4-BE49-F238E27FC236}">
                  <a16:creationId xmlns:a16="http://schemas.microsoft.com/office/drawing/2014/main" id="{B37C5F5A-2955-4E98-AEBF-8078B4665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501"/>
              <a:ext cx="40" cy="126"/>
            </a:xfrm>
            <a:custGeom>
              <a:avLst/>
              <a:gdLst>
                <a:gd name="T0" fmla="*/ 1770 w 16"/>
                <a:gd name="T1" fmla="*/ 0 h 47"/>
                <a:gd name="T2" fmla="*/ 3438 w 16"/>
                <a:gd name="T3" fmla="*/ 8573 h 47"/>
                <a:gd name="T4" fmla="*/ 1958 w 16"/>
                <a:gd name="T5" fmla="*/ 17458 h 47"/>
                <a:gd name="T6" fmla="*/ 1770 w 16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7">
                  <a:moveTo>
                    <a:pt x="7" y="0"/>
                  </a:moveTo>
                  <a:cubicBezTo>
                    <a:pt x="7" y="7"/>
                    <a:pt x="12" y="20"/>
                    <a:pt x="14" y="23"/>
                  </a:cubicBezTo>
                  <a:cubicBezTo>
                    <a:pt x="16" y="26"/>
                    <a:pt x="8" y="40"/>
                    <a:pt x="8" y="47"/>
                  </a:cubicBezTo>
                  <a:cubicBezTo>
                    <a:pt x="0" y="37"/>
                    <a:pt x="4" y="7"/>
                    <a:pt x="7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1" name="Freeform 241">
              <a:extLst>
                <a:ext uri="{FF2B5EF4-FFF2-40B4-BE49-F238E27FC236}">
                  <a16:creationId xmlns:a16="http://schemas.microsoft.com/office/drawing/2014/main" id="{A5F35E7B-7E79-44B9-8BBE-C19F12433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576"/>
              <a:ext cx="55" cy="141"/>
            </a:xfrm>
            <a:custGeom>
              <a:avLst/>
              <a:gdLst>
                <a:gd name="T0" fmla="*/ 5395 w 22"/>
                <a:gd name="T1" fmla="*/ 18790 h 53"/>
                <a:gd name="T2" fmla="*/ 1488 w 22"/>
                <a:gd name="T3" fmla="*/ 12767 h 53"/>
                <a:gd name="T4" fmla="*/ 3250 w 22"/>
                <a:gd name="T5" fmla="*/ 0 h 53"/>
                <a:gd name="T6" fmla="*/ 5395 w 22"/>
                <a:gd name="T7" fmla="*/ 1879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3">
                  <a:moveTo>
                    <a:pt x="22" y="53"/>
                  </a:moveTo>
                  <a:cubicBezTo>
                    <a:pt x="17" y="52"/>
                    <a:pt x="12" y="48"/>
                    <a:pt x="6" y="36"/>
                  </a:cubicBezTo>
                  <a:cubicBezTo>
                    <a:pt x="0" y="23"/>
                    <a:pt x="10" y="8"/>
                    <a:pt x="13" y="0"/>
                  </a:cubicBezTo>
                  <a:cubicBezTo>
                    <a:pt x="9" y="10"/>
                    <a:pt x="6" y="40"/>
                    <a:pt x="22" y="53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2" name="Freeform 242">
              <a:extLst>
                <a:ext uri="{FF2B5EF4-FFF2-40B4-BE49-F238E27FC236}">
                  <a16:creationId xmlns:a16="http://schemas.microsoft.com/office/drawing/2014/main" id="{0A0A8CBC-E609-41CC-8AF4-D750F0027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717"/>
              <a:ext cx="105" cy="171"/>
            </a:xfrm>
            <a:custGeom>
              <a:avLst/>
              <a:gdLst>
                <a:gd name="T0" fmla="*/ 1300 w 42"/>
                <a:gd name="T1" fmla="*/ 1470 h 64"/>
                <a:gd name="T2" fmla="*/ 9300 w 42"/>
                <a:gd name="T3" fmla="*/ 671 h 64"/>
                <a:gd name="T4" fmla="*/ 9770 w 42"/>
                <a:gd name="T5" fmla="*/ 12379 h 64"/>
                <a:gd name="T6" fmla="*/ 9113 w 42"/>
                <a:gd name="T7" fmla="*/ 20696 h 64"/>
                <a:gd name="T8" fmla="*/ 0 w 42"/>
                <a:gd name="T9" fmla="*/ 21517 h 64"/>
                <a:gd name="T10" fmla="*/ 7625 w 42"/>
                <a:gd name="T11" fmla="*/ 16363 h 64"/>
                <a:gd name="T12" fmla="*/ 6845 w 42"/>
                <a:gd name="T13" fmla="*/ 3663 h 64"/>
                <a:gd name="T14" fmla="*/ 1300 w 42"/>
                <a:gd name="T15" fmla="*/ 147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4">
                  <a:moveTo>
                    <a:pt x="5" y="4"/>
                  </a:moveTo>
                  <a:cubicBezTo>
                    <a:pt x="13" y="6"/>
                    <a:pt x="33" y="5"/>
                    <a:pt x="38" y="2"/>
                  </a:cubicBezTo>
                  <a:cubicBezTo>
                    <a:pt x="42" y="0"/>
                    <a:pt x="41" y="24"/>
                    <a:pt x="40" y="34"/>
                  </a:cubicBezTo>
                  <a:cubicBezTo>
                    <a:pt x="39" y="44"/>
                    <a:pt x="41" y="52"/>
                    <a:pt x="37" y="57"/>
                  </a:cubicBezTo>
                  <a:cubicBezTo>
                    <a:pt x="32" y="62"/>
                    <a:pt x="9" y="64"/>
                    <a:pt x="0" y="59"/>
                  </a:cubicBezTo>
                  <a:cubicBezTo>
                    <a:pt x="10" y="58"/>
                    <a:pt x="26" y="62"/>
                    <a:pt x="31" y="45"/>
                  </a:cubicBezTo>
                  <a:cubicBezTo>
                    <a:pt x="36" y="29"/>
                    <a:pt x="33" y="12"/>
                    <a:pt x="28" y="10"/>
                  </a:cubicBezTo>
                  <a:cubicBezTo>
                    <a:pt x="23" y="7"/>
                    <a:pt x="7" y="5"/>
                    <a:pt x="5" y="4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3" name="Freeform 243">
              <a:extLst>
                <a:ext uri="{FF2B5EF4-FFF2-40B4-BE49-F238E27FC236}">
                  <a16:creationId xmlns:a16="http://schemas.microsoft.com/office/drawing/2014/main" id="{9A87344F-69A4-4FA0-B30E-BEB74D250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699"/>
              <a:ext cx="83" cy="173"/>
            </a:xfrm>
            <a:custGeom>
              <a:avLst/>
              <a:gdLst>
                <a:gd name="T0" fmla="*/ 797 w 33"/>
                <a:gd name="T1" fmla="*/ 0 h 65"/>
                <a:gd name="T2" fmla="*/ 6844 w 33"/>
                <a:gd name="T3" fmla="*/ 1453 h 65"/>
                <a:gd name="T4" fmla="*/ 7369 w 33"/>
                <a:gd name="T5" fmla="*/ 3620 h 65"/>
                <a:gd name="T6" fmla="*/ 7369 w 33"/>
                <a:gd name="T7" fmla="*/ 21628 h 65"/>
                <a:gd name="T8" fmla="*/ 0 w 33"/>
                <a:gd name="T9" fmla="*/ 19211 h 65"/>
                <a:gd name="T10" fmla="*/ 5043 w 33"/>
                <a:gd name="T11" fmla="*/ 16307 h 65"/>
                <a:gd name="T12" fmla="*/ 5043 w 33"/>
                <a:gd name="T13" fmla="*/ 3620 h 65"/>
                <a:gd name="T14" fmla="*/ 797 w 33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5">
                  <a:moveTo>
                    <a:pt x="3" y="0"/>
                  </a:moveTo>
                  <a:cubicBezTo>
                    <a:pt x="6" y="4"/>
                    <a:pt x="21" y="7"/>
                    <a:pt x="27" y="4"/>
                  </a:cubicBezTo>
                  <a:cubicBezTo>
                    <a:pt x="33" y="1"/>
                    <a:pt x="29" y="10"/>
                    <a:pt x="29" y="10"/>
                  </a:cubicBezTo>
                  <a:cubicBezTo>
                    <a:pt x="29" y="10"/>
                    <a:pt x="24" y="51"/>
                    <a:pt x="29" y="61"/>
                  </a:cubicBezTo>
                  <a:cubicBezTo>
                    <a:pt x="24" y="65"/>
                    <a:pt x="7" y="61"/>
                    <a:pt x="0" y="54"/>
                  </a:cubicBezTo>
                  <a:cubicBezTo>
                    <a:pt x="9" y="58"/>
                    <a:pt x="18" y="55"/>
                    <a:pt x="20" y="46"/>
                  </a:cubicBezTo>
                  <a:cubicBezTo>
                    <a:pt x="22" y="37"/>
                    <a:pt x="26" y="13"/>
                    <a:pt x="20" y="10"/>
                  </a:cubicBezTo>
                  <a:cubicBezTo>
                    <a:pt x="14" y="7"/>
                    <a:pt x="4" y="2"/>
                    <a:pt x="3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4" name="Freeform 244">
              <a:extLst>
                <a:ext uri="{FF2B5EF4-FFF2-40B4-BE49-F238E27FC236}">
                  <a16:creationId xmlns:a16="http://schemas.microsoft.com/office/drawing/2014/main" id="{D1E50A4D-1B9F-4F38-982E-FA5B1EC2F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67"/>
              <a:ext cx="60" cy="165"/>
            </a:xfrm>
            <a:custGeom>
              <a:avLst/>
              <a:gdLst>
                <a:gd name="T0" fmla="*/ 0 w 24"/>
                <a:gd name="T1" fmla="*/ 397 h 62"/>
                <a:gd name="T2" fmla="*/ 3908 w 24"/>
                <a:gd name="T3" fmla="*/ 660 h 62"/>
                <a:gd name="T4" fmla="*/ 5863 w 24"/>
                <a:gd name="T5" fmla="*/ 2813 h 62"/>
                <a:gd name="T6" fmla="*/ 4425 w 24"/>
                <a:gd name="T7" fmla="*/ 20319 h 62"/>
                <a:gd name="T8" fmla="*/ 1770 w 24"/>
                <a:gd name="T9" fmla="*/ 20958 h 62"/>
                <a:gd name="T10" fmla="*/ 3250 w 24"/>
                <a:gd name="T11" fmla="*/ 12436 h 62"/>
                <a:gd name="T12" fmla="*/ 2938 w 24"/>
                <a:gd name="T13" fmla="*/ 2813 h 62"/>
                <a:gd name="T14" fmla="*/ 0 w 24"/>
                <a:gd name="T15" fmla="*/ 397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0" y="1"/>
                  </a:moveTo>
                  <a:cubicBezTo>
                    <a:pt x="6" y="5"/>
                    <a:pt x="13" y="4"/>
                    <a:pt x="16" y="2"/>
                  </a:cubicBezTo>
                  <a:cubicBezTo>
                    <a:pt x="19" y="0"/>
                    <a:pt x="24" y="8"/>
                    <a:pt x="24" y="8"/>
                  </a:cubicBezTo>
                  <a:cubicBezTo>
                    <a:pt x="24" y="8"/>
                    <a:pt x="16" y="44"/>
                    <a:pt x="18" y="57"/>
                  </a:cubicBezTo>
                  <a:cubicBezTo>
                    <a:pt x="18" y="62"/>
                    <a:pt x="7" y="59"/>
                    <a:pt x="7" y="59"/>
                  </a:cubicBezTo>
                  <a:cubicBezTo>
                    <a:pt x="12" y="58"/>
                    <a:pt x="11" y="46"/>
                    <a:pt x="13" y="35"/>
                  </a:cubicBezTo>
                  <a:cubicBezTo>
                    <a:pt x="14" y="23"/>
                    <a:pt x="18" y="10"/>
                    <a:pt x="12" y="8"/>
                  </a:cubicBezTo>
                  <a:cubicBezTo>
                    <a:pt x="6" y="6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5" name="Freeform 245">
              <a:extLst>
                <a:ext uri="{FF2B5EF4-FFF2-40B4-BE49-F238E27FC236}">
                  <a16:creationId xmlns:a16="http://schemas.microsoft.com/office/drawing/2014/main" id="{FCDF792E-1AEC-4702-8BFA-67D0B5CA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621"/>
              <a:ext cx="65" cy="174"/>
            </a:xfrm>
            <a:custGeom>
              <a:avLst/>
              <a:gdLst>
                <a:gd name="T0" fmla="*/ 0 w 26"/>
                <a:gd name="T1" fmla="*/ 0 h 65"/>
                <a:gd name="T2" fmla="*/ 4895 w 26"/>
                <a:gd name="T3" fmla="*/ 1076 h 65"/>
                <a:gd name="T4" fmla="*/ 6375 w 26"/>
                <a:gd name="T5" fmla="*/ 3705 h 65"/>
                <a:gd name="T6" fmla="*/ 4688 w 26"/>
                <a:gd name="T7" fmla="*/ 23212 h 65"/>
                <a:gd name="T8" fmla="*/ 1958 w 26"/>
                <a:gd name="T9" fmla="*/ 22387 h 65"/>
                <a:gd name="T10" fmla="*/ 3720 w 26"/>
                <a:gd name="T11" fmla="*/ 15807 h 65"/>
                <a:gd name="T12" fmla="*/ 2938 w 26"/>
                <a:gd name="T13" fmla="*/ 4005 h 65"/>
                <a:gd name="T14" fmla="*/ 0 w 26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5">
                  <a:moveTo>
                    <a:pt x="0" y="0"/>
                  </a:moveTo>
                  <a:cubicBezTo>
                    <a:pt x="6" y="4"/>
                    <a:pt x="18" y="4"/>
                    <a:pt x="20" y="3"/>
                  </a:cubicBezTo>
                  <a:cubicBezTo>
                    <a:pt x="20" y="7"/>
                    <a:pt x="24" y="8"/>
                    <a:pt x="26" y="10"/>
                  </a:cubicBezTo>
                  <a:cubicBezTo>
                    <a:pt x="24" y="14"/>
                    <a:pt x="16" y="57"/>
                    <a:pt x="19" y="63"/>
                  </a:cubicBezTo>
                  <a:cubicBezTo>
                    <a:pt x="15" y="65"/>
                    <a:pt x="8" y="61"/>
                    <a:pt x="8" y="61"/>
                  </a:cubicBezTo>
                  <a:cubicBezTo>
                    <a:pt x="12" y="62"/>
                    <a:pt x="14" y="52"/>
                    <a:pt x="15" y="43"/>
                  </a:cubicBezTo>
                  <a:cubicBezTo>
                    <a:pt x="16" y="34"/>
                    <a:pt x="18" y="17"/>
                    <a:pt x="12" y="11"/>
                  </a:cubicBezTo>
                  <a:cubicBezTo>
                    <a:pt x="5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6" name="Freeform 246">
              <a:extLst>
                <a:ext uri="{FF2B5EF4-FFF2-40B4-BE49-F238E27FC236}">
                  <a16:creationId xmlns:a16="http://schemas.microsoft.com/office/drawing/2014/main" id="{58791E3D-1EA5-4626-ABB5-C0B65E689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563"/>
              <a:ext cx="48" cy="160"/>
            </a:xfrm>
            <a:custGeom>
              <a:avLst/>
              <a:gdLst>
                <a:gd name="T0" fmla="*/ 0 w 19"/>
                <a:gd name="T1" fmla="*/ 0 h 60"/>
                <a:gd name="T2" fmla="*/ 2567 w 19"/>
                <a:gd name="T3" fmla="*/ 8248 h 60"/>
                <a:gd name="T4" fmla="*/ 2367 w 19"/>
                <a:gd name="T5" fmla="*/ 21597 h 60"/>
                <a:gd name="T6" fmla="*/ 4934 w 19"/>
                <a:gd name="T7" fmla="*/ 6883 h 60"/>
                <a:gd name="T8" fmla="*/ 2367 w 19"/>
                <a:gd name="T9" fmla="*/ 105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0">
                  <a:moveTo>
                    <a:pt x="0" y="0"/>
                  </a:moveTo>
                  <a:cubicBezTo>
                    <a:pt x="4" y="4"/>
                    <a:pt x="10" y="13"/>
                    <a:pt x="10" y="23"/>
                  </a:cubicBezTo>
                  <a:cubicBezTo>
                    <a:pt x="9" y="33"/>
                    <a:pt x="9" y="60"/>
                    <a:pt x="9" y="6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8" y="7"/>
                    <a:pt x="9" y="3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7" name="Freeform 247">
              <a:extLst>
                <a:ext uri="{FF2B5EF4-FFF2-40B4-BE49-F238E27FC236}">
                  <a16:creationId xmlns:a16="http://schemas.microsoft.com/office/drawing/2014/main" id="{EDB4AC87-8583-4120-9656-BDA1F07C8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888"/>
              <a:ext cx="112" cy="155"/>
            </a:xfrm>
            <a:custGeom>
              <a:avLst/>
              <a:gdLst>
                <a:gd name="T0" fmla="*/ 9249 w 45"/>
                <a:gd name="T1" fmla="*/ 0 h 58"/>
                <a:gd name="T2" fmla="*/ 9249 w 45"/>
                <a:gd name="T3" fmla="*/ 17846 h 58"/>
                <a:gd name="T4" fmla="*/ 0 w 45"/>
                <a:gd name="T5" fmla="*/ 20711 h 58"/>
                <a:gd name="T6" fmla="*/ 9249 w 45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8">
                  <a:moveTo>
                    <a:pt x="39" y="0"/>
                  </a:moveTo>
                  <a:cubicBezTo>
                    <a:pt x="42" y="9"/>
                    <a:pt x="45" y="39"/>
                    <a:pt x="39" y="49"/>
                  </a:cubicBezTo>
                  <a:cubicBezTo>
                    <a:pt x="33" y="58"/>
                    <a:pt x="7" y="58"/>
                    <a:pt x="0" y="57"/>
                  </a:cubicBezTo>
                  <a:cubicBezTo>
                    <a:pt x="16" y="56"/>
                    <a:pt x="34" y="53"/>
                    <a:pt x="39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8" name="Freeform 248">
              <a:extLst>
                <a:ext uri="{FF2B5EF4-FFF2-40B4-BE49-F238E27FC236}">
                  <a16:creationId xmlns:a16="http://schemas.microsoft.com/office/drawing/2014/main" id="{1E58B5B8-75E8-4DD1-A550-F30540E1A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896"/>
              <a:ext cx="25" cy="123"/>
            </a:xfrm>
            <a:custGeom>
              <a:avLst/>
              <a:gdLst>
                <a:gd name="T0" fmla="*/ 313 w 10"/>
                <a:gd name="T1" fmla="*/ 0 h 46"/>
                <a:gd name="T2" fmla="*/ 0 w 10"/>
                <a:gd name="T3" fmla="*/ 16824 h 46"/>
                <a:gd name="T4" fmla="*/ 313 w 10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6">
                  <a:moveTo>
                    <a:pt x="1" y="0"/>
                  </a:moveTo>
                  <a:cubicBezTo>
                    <a:pt x="9" y="18"/>
                    <a:pt x="10" y="33"/>
                    <a:pt x="0" y="46"/>
                  </a:cubicBezTo>
                  <a:cubicBezTo>
                    <a:pt x="4" y="37"/>
                    <a:pt x="4" y="7"/>
                    <a:pt x="1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9" name="Freeform 249">
              <a:extLst>
                <a:ext uri="{FF2B5EF4-FFF2-40B4-BE49-F238E27FC236}">
                  <a16:creationId xmlns:a16="http://schemas.microsoft.com/office/drawing/2014/main" id="{8404340D-B46A-4A0C-AADA-D336CF8C7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864"/>
              <a:ext cx="70" cy="160"/>
            </a:xfrm>
            <a:custGeom>
              <a:avLst/>
              <a:gdLst>
                <a:gd name="T0" fmla="*/ 4895 w 28"/>
                <a:gd name="T1" fmla="*/ 0 h 60"/>
                <a:gd name="T2" fmla="*/ 6175 w 28"/>
                <a:gd name="T3" fmla="*/ 16589 h 60"/>
                <a:gd name="T4" fmla="*/ 0 w 28"/>
                <a:gd name="T5" fmla="*/ 21597 h 60"/>
                <a:gd name="T6" fmla="*/ 5208 w 28"/>
                <a:gd name="T7" fmla="*/ 1401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0">
                  <a:moveTo>
                    <a:pt x="20" y="0"/>
                  </a:moveTo>
                  <a:cubicBezTo>
                    <a:pt x="23" y="10"/>
                    <a:pt x="28" y="37"/>
                    <a:pt x="25" y="46"/>
                  </a:cubicBezTo>
                  <a:cubicBezTo>
                    <a:pt x="22" y="55"/>
                    <a:pt x="2" y="59"/>
                    <a:pt x="0" y="60"/>
                  </a:cubicBezTo>
                  <a:cubicBezTo>
                    <a:pt x="9" y="58"/>
                    <a:pt x="19" y="50"/>
                    <a:pt x="21" y="3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0" name="Freeform 250">
              <a:extLst>
                <a:ext uri="{FF2B5EF4-FFF2-40B4-BE49-F238E27FC236}">
                  <a16:creationId xmlns:a16="http://schemas.microsoft.com/office/drawing/2014/main" id="{FAF4AA6E-EE5D-40EA-B621-59DF6338A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835"/>
              <a:ext cx="63" cy="154"/>
            </a:xfrm>
            <a:custGeom>
              <a:avLst/>
              <a:gdLst>
                <a:gd name="T0" fmla="*/ 4350 w 25"/>
                <a:gd name="T1" fmla="*/ 0 h 58"/>
                <a:gd name="T2" fmla="*/ 5602 w 25"/>
                <a:gd name="T3" fmla="*/ 14362 h 58"/>
                <a:gd name="T4" fmla="*/ 0 w 25"/>
                <a:gd name="T5" fmla="*/ 20333 h 58"/>
                <a:gd name="T6" fmla="*/ 4559 w 25"/>
                <a:gd name="T7" fmla="*/ 10836 h 58"/>
                <a:gd name="T8" fmla="*/ 4350 w 2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17" y="0"/>
                  </a:moveTo>
                  <a:cubicBezTo>
                    <a:pt x="21" y="7"/>
                    <a:pt x="25" y="31"/>
                    <a:pt x="22" y="41"/>
                  </a:cubicBezTo>
                  <a:cubicBezTo>
                    <a:pt x="19" y="51"/>
                    <a:pt x="6" y="57"/>
                    <a:pt x="0" y="58"/>
                  </a:cubicBezTo>
                  <a:cubicBezTo>
                    <a:pt x="9" y="54"/>
                    <a:pt x="16" y="44"/>
                    <a:pt x="18" y="31"/>
                  </a:cubicBezTo>
                  <a:cubicBezTo>
                    <a:pt x="20" y="1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1" name="Freeform 251">
              <a:extLst>
                <a:ext uri="{FF2B5EF4-FFF2-40B4-BE49-F238E27FC236}">
                  <a16:creationId xmlns:a16="http://schemas.microsoft.com/office/drawing/2014/main" id="{D6D0B898-EF92-40A8-8715-9E860F620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795"/>
              <a:ext cx="63" cy="152"/>
            </a:xfrm>
            <a:custGeom>
              <a:avLst/>
              <a:gdLst>
                <a:gd name="T0" fmla="*/ 4082 w 25"/>
                <a:gd name="T1" fmla="*/ 0 h 57"/>
                <a:gd name="T2" fmla="*/ 5088 w 25"/>
                <a:gd name="T3" fmla="*/ 15112 h 57"/>
                <a:gd name="T4" fmla="*/ 0 w 25"/>
                <a:gd name="T5" fmla="*/ 20480 h 57"/>
                <a:gd name="T6" fmla="*/ 4082 w 25"/>
                <a:gd name="T7" fmla="*/ 11891 h 57"/>
                <a:gd name="T8" fmla="*/ 4082 w 25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7">
                  <a:moveTo>
                    <a:pt x="16" y="0"/>
                  </a:moveTo>
                  <a:cubicBezTo>
                    <a:pt x="19" y="11"/>
                    <a:pt x="25" y="32"/>
                    <a:pt x="20" y="42"/>
                  </a:cubicBezTo>
                  <a:cubicBezTo>
                    <a:pt x="16" y="51"/>
                    <a:pt x="2" y="57"/>
                    <a:pt x="0" y="57"/>
                  </a:cubicBezTo>
                  <a:cubicBezTo>
                    <a:pt x="8" y="54"/>
                    <a:pt x="14" y="42"/>
                    <a:pt x="16" y="33"/>
                  </a:cubicBezTo>
                  <a:cubicBezTo>
                    <a:pt x="17" y="25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2" name="Freeform 252">
              <a:extLst>
                <a:ext uri="{FF2B5EF4-FFF2-40B4-BE49-F238E27FC236}">
                  <a16:creationId xmlns:a16="http://schemas.microsoft.com/office/drawing/2014/main" id="{CA25879E-E46C-42A8-A0BE-F90C471F3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733"/>
              <a:ext cx="43" cy="150"/>
            </a:xfrm>
            <a:custGeom>
              <a:avLst/>
              <a:gdLst>
                <a:gd name="T0" fmla="*/ 1556 w 17"/>
                <a:gd name="T1" fmla="*/ 0 h 56"/>
                <a:gd name="T2" fmla="*/ 4467 w 17"/>
                <a:gd name="T3" fmla="*/ 10763 h 56"/>
                <a:gd name="T4" fmla="*/ 0 w 17"/>
                <a:gd name="T5" fmla="*/ 20700 h 56"/>
                <a:gd name="T6" fmla="*/ 2911 w 17"/>
                <a:gd name="T7" fmla="*/ 8804 h 56"/>
                <a:gd name="T8" fmla="*/ 1343 w 17"/>
                <a:gd name="T9" fmla="*/ 67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6">
                  <a:moveTo>
                    <a:pt x="6" y="0"/>
                  </a:moveTo>
                  <a:cubicBezTo>
                    <a:pt x="12" y="9"/>
                    <a:pt x="17" y="24"/>
                    <a:pt x="17" y="29"/>
                  </a:cubicBezTo>
                  <a:cubicBezTo>
                    <a:pt x="17" y="35"/>
                    <a:pt x="7" y="52"/>
                    <a:pt x="0" y="56"/>
                  </a:cubicBezTo>
                  <a:cubicBezTo>
                    <a:pt x="7" y="48"/>
                    <a:pt x="11" y="35"/>
                    <a:pt x="11" y="24"/>
                  </a:cubicBezTo>
                  <a:cubicBezTo>
                    <a:pt x="11" y="14"/>
                    <a:pt x="5" y="2"/>
                    <a:pt x="5" y="2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3" name="Freeform 253">
              <a:extLst>
                <a:ext uri="{FF2B5EF4-FFF2-40B4-BE49-F238E27FC236}">
                  <a16:creationId xmlns:a16="http://schemas.microsoft.com/office/drawing/2014/main" id="{53E6E895-F29E-4159-9AB8-791D5AD43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656"/>
              <a:ext cx="40" cy="133"/>
            </a:xfrm>
            <a:custGeom>
              <a:avLst/>
              <a:gdLst>
                <a:gd name="T0" fmla="*/ 2470 w 16"/>
                <a:gd name="T1" fmla="*/ 0 h 50"/>
                <a:gd name="T2" fmla="*/ 2470 w 16"/>
                <a:gd name="T3" fmla="*/ 17732 h 50"/>
                <a:gd name="T4" fmla="*/ 0 w 16"/>
                <a:gd name="T5" fmla="*/ 8504 h 50"/>
                <a:gd name="T6" fmla="*/ 2470 w 16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0">
                  <a:moveTo>
                    <a:pt x="10" y="0"/>
                  </a:moveTo>
                  <a:cubicBezTo>
                    <a:pt x="13" y="11"/>
                    <a:pt x="16" y="41"/>
                    <a:pt x="10" y="50"/>
                  </a:cubicBezTo>
                  <a:cubicBezTo>
                    <a:pt x="9" y="39"/>
                    <a:pt x="0" y="24"/>
                    <a:pt x="0" y="24"/>
                  </a:cubicBezTo>
                  <a:cubicBezTo>
                    <a:pt x="7" y="16"/>
                    <a:pt x="9" y="5"/>
                    <a:pt x="1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4" name="Freeform 254">
              <a:extLst>
                <a:ext uri="{FF2B5EF4-FFF2-40B4-BE49-F238E27FC236}">
                  <a16:creationId xmlns:a16="http://schemas.microsoft.com/office/drawing/2014/main" id="{F8714F08-74AF-455C-9399-7065FD78B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779"/>
              <a:ext cx="80" cy="77"/>
            </a:xfrm>
            <a:custGeom>
              <a:avLst/>
              <a:gdLst>
                <a:gd name="T0" fmla="*/ 988 w 32"/>
                <a:gd name="T1" fmla="*/ 2791 h 29"/>
                <a:gd name="T2" fmla="*/ 0 w 32"/>
                <a:gd name="T3" fmla="*/ 5563 h 29"/>
                <a:gd name="T4" fmla="*/ 4220 w 32"/>
                <a:gd name="T5" fmla="*/ 4625 h 29"/>
                <a:gd name="T6" fmla="*/ 7625 w 32"/>
                <a:gd name="T7" fmla="*/ 10145 h 29"/>
                <a:gd name="T8" fmla="*/ 6645 w 32"/>
                <a:gd name="T9" fmla="*/ 0 h 29"/>
                <a:gd name="T10" fmla="*/ 6375 w 32"/>
                <a:gd name="T11" fmla="*/ 0 h 29"/>
                <a:gd name="T12" fmla="*/ 4688 w 32"/>
                <a:gd name="T13" fmla="*/ 1742 h 29"/>
                <a:gd name="T14" fmla="*/ 2270 w 32"/>
                <a:gd name="T15" fmla="*/ 2095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9">
                  <a:moveTo>
                    <a:pt x="4" y="8"/>
                  </a:moveTo>
                  <a:cubicBezTo>
                    <a:pt x="2" y="10"/>
                    <a:pt x="1" y="13"/>
                    <a:pt x="0" y="16"/>
                  </a:cubicBezTo>
                  <a:cubicBezTo>
                    <a:pt x="5" y="14"/>
                    <a:pt x="12" y="12"/>
                    <a:pt x="17" y="13"/>
                  </a:cubicBezTo>
                  <a:cubicBezTo>
                    <a:pt x="27" y="15"/>
                    <a:pt x="30" y="20"/>
                    <a:pt x="31" y="29"/>
                  </a:cubicBezTo>
                  <a:cubicBezTo>
                    <a:pt x="32" y="20"/>
                    <a:pt x="30" y="8"/>
                    <a:pt x="27" y="0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24" y="1"/>
                    <a:pt x="21" y="4"/>
                    <a:pt x="19" y="5"/>
                  </a:cubicBezTo>
                  <a:cubicBezTo>
                    <a:pt x="16" y="6"/>
                    <a:pt x="13" y="5"/>
                    <a:pt x="9" y="6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5" name="Freeform 255">
              <a:extLst>
                <a:ext uri="{FF2B5EF4-FFF2-40B4-BE49-F238E27FC236}">
                  <a16:creationId xmlns:a16="http://schemas.microsoft.com/office/drawing/2014/main" id="{196D5F10-0446-434A-8112-D63C2A5F5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725"/>
              <a:ext cx="62" cy="51"/>
            </a:xfrm>
            <a:custGeom>
              <a:avLst/>
              <a:gdLst>
                <a:gd name="T0" fmla="*/ 0 w 25"/>
                <a:gd name="T1" fmla="*/ 7119 h 19"/>
                <a:gd name="T2" fmla="*/ 1895 w 25"/>
                <a:gd name="T3" fmla="*/ 1562 h 19"/>
                <a:gd name="T4" fmla="*/ 4238 w 25"/>
                <a:gd name="T5" fmla="*/ 0 h 19"/>
                <a:gd name="T6" fmla="*/ 5826 w 25"/>
                <a:gd name="T7" fmla="*/ 5972 h 19"/>
                <a:gd name="T8" fmla="*/ 3296 w 25"/>
                <a:gd name="T9" fmla="*/ 4467 h 19"/>
                <a:gd name="T10" fmla="*/ 1895 w 25"/>
                <a:gd name="T11" fmla="*/ 6383 h 19"/>
                <a:gd name="T12" fmla="*/ 456 w 25"/>
                <a:gd name="T13" fmla="*/ 669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9">
                  <a:moveTo>
                    <a:pt x="0" y="19"/>
                  </a:moveTo>
                  <a:cubicBezTo>
                    <a:pt x="4" y="15"/>
                    <a:pt x="8" y="10"/>
                    <a:pt x="8" y="4"/>
                  </a:cubicBezTo>
                  <a:cubicBezTo>
                    <a:pt x="12" y="4"/>
                    <a:pt x="15" y="3"/>
                    <a:pt x="18" y="0"/>
                  </a:cubicBezTo>
                  <a:cubicBezTo>
                    <a:pt x="21" y="4"/>
                    <a:pt x="24" y="11"/>
                    <a:pt x="25" y="16"/>
                  </a:cubicBezTo>
                  <a:cubicBezTo>
                    <a:pt x="21" y="13"/>
                    <a:pt x="19" y="10"/>
                    <a:pt x="14" y="12"/>
                  </a:cubicBezTo>
                  <a:cubicBezTo>
                    <a:pt x="11" y="13"/>
                    <a:pt x="10" y="16"/>
                    <a:pt x="8" y="17"/>
                  </a:cubicBezTo>
                  <a:cubicBezTo>
                    <a:pt x="6" y="18"/>
                    <a:pt x="4" y="18"/>
                    <a:pt x="2" y="1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6" name="Freeform 256">
              <a:extLst>
                <a:ext uri="{FF2B5EF4-FFF2-40B4-BE49-F238E27FC236}">
                  <a16:creationId xmlns:a16="http://schemas.microsoft.com/office/drawing/2014/main" id="{21D541DD-A525-4014-B130-337FFF63E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821"/>
              <a:ext cx="82" cy="64"/>
            </a:xfrm>
            <a:custGeom>
              <a:avLst/>
              <a:gdLst>
                <a:gd name="T0" fmla="*/ 0 w 33"/>
                <a:gd name="T1" fmla="*/ 3891 h 24"/>
                <a:gd name="T2" fmla="*/ 1148 w 33"/>
                <a:gd name="T3" fmla="*/ 2184 h 24"/>
                <a:gd name="T4" fmla="*/ 7089 w 33"/>
                <a:gd name="T5" fmla="*/ 0 h 24"/>
                <a:gd name="T6" fmla="*/ 7780 w 33"/>
                <a:gd name="T7" fmla="*/ 4701 h 24"/>
                <a:gd name="T8" fmla="*/ 7780 w 33"/>
                <a:gd name="T9" fmla="*/ 8648 h 24"/>
                <a:gd name="T10" fmla="*/ 6625 w 33"/>
                <a:gd name="T11" fmla="*/ 4301 h 24"/>
                <a:gd name="T12" fmla="*/ 4465 w 33"/>
                <a:gd name="T13" fmla="*/ 3891 h 24"/>
                <a:gd name="T14" fmla="*/ 952 w 33"/>
                <a:gd name="T15" fmla="*/ 5005 h 24"/>
                <a:gd name="T16" fmla="*/ 0 w 33"/>
                <a:gd name="T17" fmla="*/ 364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4">
                  <a:moveTo>
                    <a:pt x="0" y="11"/>
                  </a:moveTo>
                  <a:cubicBezTo>
                    <a:pt x="2" y="10"/>
                    <a:pt x="4" y="8"/>
                    <a:pt x="5" y="6"/>
                  </a:cubicBezTo>
                  <a:cubicBezTo>
                    <a:pt x="11" y="11"/>
                    <a:pt x="26" y="6"/>
                    <a:pt x="30" y="0"/>
                  </a:cubicBezTo>
                  <a:cubicBezTo>
                    <a:pt x="30" y="4"/>
                    <a:pt x="32" y="8"/>
                    <a:pt x="33" y="13"/>
                  </a:cubicBezTo>
                  <a:cubicBezTo>
                    <a:pt x="33" y="17"/>
                    <a:pt x="32" y="20"/>
                    <a:pt x="33" y="24"/>
                  </a:cubicBezTo>
                  <a:cubicBezTo>
                    <a:pt x="32" y="20"/>
                    <a:pt x="31" y="15"/>
                    <a:pt x="28" y="12"/>
                  </a:cubicBezTo>
                  <a:cubicBezTo>
                    <a:pt x="25" y="8"/>
                    <a:pt x="22" y="10"/>
                    <a:pt x="19" y="11"/>
                  </a:cubicBezTo>
                  <a:cubicBezTo>
                    <a:pt x="15" y="13"/>
                    <a:pt x="8" y="16"/>
                    <a:pt x="4" y="14"/>
                  </a:cubicBezTo>
                  <a:cubicBezTo>
                    <a:pt x="2" y="13"/>
                    <a:pt x="2" y="11"/>
                    <a:pt x="0" y="10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7" name="Freeform 257">
              <a:extLst>
                <a:ext uri="{FF2B5EF4-FFF2-40B4-BE49-F238E27FC236}">
                  <a16:creationId xmlns:a16="http://schemas.microsoft.com/office/drawing/2014/main" id="{5DE73688-F006-464B-B0CC-78C303A0E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56"/>
              <a:ext cx="68" cy="53"/>
            </a:xfrm>
            <a:custGeom>
              <a:avLst/>
              <a:gdLst>
                <a:gd name="T0" fmla="*/ 0 w 27"/>
                <a:gd name="T1" fmla="*/ 2753 h 20"/>
                <a:gd name="T2" fmla="*/ 6070 w 27"/>
                <a:gd name="T3" fmla="*/ 0 h 20"/>
                <a:gd name="T4" fmla="*/ 6883 w 27"/>
                <a:gd name="T5" fmla="*/ 6903 h 20"/>
                <a:gd name="T6" fmla="*/ 4344 w 27"/>
                <a:gd name="T7" fmla="*/ 4184 h 20"/>
                <a:gd name="T8" fmla="*/ 2335 w 27"/>
                <a:gd name="T9" fmla="*/ 3800 h 20"/>
                <a:gd name="T10" fmla="*/ 526 w 27"/>
                <a:gd name="T11" fmla="*/ 316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0">
                  <a:moveTo>
                    <a:pt x="0" y="8"/>
                  </a:moveTo>
                  <a:cubicBezTo>
                    <a:pt x="10" y="10"/>
                    <a:pt x="16" y="4"/>
                    <a:pt x="24" y="0"/>
                  </a:cubicBezTo>
                  <a:cubicBezTo>
                    <a:pt x="26" y="7"/>
                    <a:pt x="25" y="13"/>
                    <a:pt x="27" y="20"/>
                  </a:cubicBezTo>
                  <a:cubicBezTo>
                    <a:pt x="25" y="14"/>
                    <a:pt x="23" y="12"/>
                    <a:pt x="17" y="12"/>
                  </a:cubicBezTo>
                  <a:cubicBezTo>
                    <a:pt x="14" y="12"/>
                    <a:pt x="12" y="11"/>
                    <a:pt x="9" y="11"/>
                  </a:cubicBezTo>
                  <a:cubicBezTo>
                    <a:pt x="6" y="10"/>
                    <a:pt x="5" y="10"/>
                    <a:pt x="2" y="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8" name="Freeform 258">
              <a:extLst>
                <a:ext uri="{FF2B5EF4-FFF2-40B4-BE49-F238E27FC236}">
                  <a16:creationId xmlns:a16="http://schemas.microsoft.com/office/drawing/2014/main" id="{89B69751-A62F-47C5-894C-96CFB0491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72"/>
              <a:ext cx="75" cy="61"/>
            </a:xfrm>
            <a:custGeom>
              <a:avLst/>
              <a:gdLst>
                <a:gd name="T0" fmla="*/ 0 w 30"/>
                <a:gd name="T1" fmla="*/ 2482 h 23"/>
                <a:gd name="T2" fmla="*/ 6645 w 30"/>
                <a:gd name="T3" fmla="*/ 0 h 23"/>
                <a:gd name="T4" fmla="*/ 7158 w 30"/>
                <a:gd name="T5" fmla="*/ 8018 h 23"/>
                <a:gd name="T6" fmla="*/ 5208 w 30"/>
                <a:gd name="T7" fmla="*/ 3567 h 23"/>
                <a:gd name="T8" fmla="*/ 988 w 30"/>
                <a:gd name="T9" fmla="*/ 277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3">
                  <a:moveTo>
                    <a:pt x="0" y="7"/>
                  </a:moveTo>
                  <a:cubicBezTo>
                    <a:pt x="8" y="9"/>
                    <a:pt x="21" y="5"/>
                    <a:pt x="27" y="0"/>
                  </a:cubicBezTo>
                  <a:cubicBezTo>
                    <a:pt x="27" y="8"/>
                    <a:pt x="30" y="16"/>
                    <a:pt x="29" y="23"/>
                  </a:cubicBezTo>
                  <a:cubicBezTo>
                    <a:pt x="26" y="19"/>
                    <a:pt x="27" y="12"/>
                    <a:pt x="21" y="10"/>
                  </a:cubicBezTo>
                  <a:cubicBezTo>
                    <a:pt x="17" y="8"/>
                    <a:pt x="7" y="11"/>
                    <a:pt x="4" y="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9" name="Freeform 259">
              <a:extLst>
                <a:ext uri="{FF2B5EF4-FFF2-40B4-BE49-F238E27FC236}">
                  <a16:creationId xmlns:a16="http://schemas.microsoft.com/office/drawing/2014/main" id="{1260A7CC-3A2A-4418-8BD4-72E1C8374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904"/>
              <a:ext cx="27" cy="112"/>
            </a:xfrm>
            <a:custGeom>
              <a:avLst/>
              <a:gdLst>
                <a:gd name="T0" fmla="*/ 0 w 11"/>
                <a:gd name="T1" fmla="*/ 0 h 42"/>
                <a:gd name="T2" fmla="*/ 174 w 11"/>
                <a:gd name="T3" fmla="*/ 15112 h 42"/>
                <a:gd name="T4" fmla="*/ 0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4" y="11"/>
                    <a:pt x="5" y="32"/>
                    <a:pt x="1" y="42"/>
                  </a:cubicBezTo>
                  <a:cubicBezTo>
                    <a:pt x="7" y="30"/>
                    <a:pt x="11" y="19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0" name="Freeform 260">
              <a:extLst>
                <a:ext uri="{FF2B5EF4-FFF2-40B4-BE49-F238E27FC236}">
                  <a16:creationId xmlns:a16="http://schemas.microsoft.com/office/drawing/2014/main" id="{45911E24-2E16-4116-A2F6-6C44EDFD8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880"/>
              <a:ext cx="25" cy="101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3367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6" y="9"/>
                    <a:pt x="5" y="31"/>
                    <a:pt x="4" y="38"/>
                  </a:cubicBezTo>
                  <a:cubicBezTo>
                    <a:pt x="9" y="23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1" name="Freeform 261">
              <a:extLst>
                <a:ext uri="{FF2B5EF4-FFF2-40B4-BE49-F238E27FC236}">
                  <a16:creationId xmlns:a16="http://schemas.microsoft.com/office/drawing/2014/main" id="{400B4FAD-FC3B-4427-B59D-E42D743AD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840"/>
              <a:ext cx="25" cy="99"/>
            </a:xfrm>
            <a:custGeom>
              <a:avLst/>
              <a:gdLst>
                <a:gd name="T0" fmla="*/ 0 w 10"/>
                <a:gd name="T1" fmla="*/ 0 h 37"/>
                <a:gd name="T2" fmla="*/ 988 w 10"/>
                <a:gd name="T3" fmla="*/ 13582 h 37"/>
                <a:gd name="T4" fmla="*/ 0 w 1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7">
                  <a:moveTo>
                    <a:pt x="0" y="0"/>
                  </a:moveTo>
                  <a:cubicBezTo>
                    <a:pt x="5" y="10"/>
                    <a:pt x="5" y="30"/>
                    <a:pt x="4" y="37"/>
                  </a:cubicBezTo>
                  <a:cubicBezTo>
                    <a:pt x="10" y="22"/>
                    <a:pt x="8" y="10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2" name="Freeform 262">
              <a:extLst>
                <a:ext uri="{FF2B5EF4-FFF2-40B4-BE49-F238E27FC236}">
                  <a16:creationId xmlns:a16="http://schemas.microsoft.com/office/drawing/2014/main" id="{1C53F5FA-6D85-46DB-8D5E-0A8EF2151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795"/>
              <a:ext cx="25" cy="74"/>
            </a:xfrm>
            <a:custGeom>
              <a:avLst/>
              <a:gdLst>
                <a:gd name="T0" fmla="*/ 1488 w 10"/>
                <a:gd name="T1" fmla="*/ 9562 h 28"/>
                <a:gd name="T2" fmla="*/ 0 w 10"/>
                <a:gd name="T3" fmla="*/ 0 h 28"/>
                <a:gd name="T4" fmla="*/ 1488 w 10"/>
                <a:gd name="T5" fmla="*/ 956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6" y="28"/>
                  </a:moveTo>
                  <a:cubicBezTo>
                    <a:pt x="6" y="25"/>
                    <a:pt x="5" y="11"/>
                    <a:pt x="0" y="0"/>
                  </a:cubicBezTo>
                  <a:cubicBezTo>
                    <a:pt x="6" y="3"/>
                    <a:pt x="10" y="15"/>
                    <a:pt x="6" y="28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3" name="Freeform 263">
              <a:extLst>
                <a:ext uri="{FF2B5EF4-FFF2-40B4-BE49-F238E27FC236}">
                  <a16:creationId xmlns:a16="http://schemas.microsoft.com/office/drawing/2014/main" id="{A55D39A8-DAEA-4CF2-8255-B87BA1727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888"/>
              <a:ext cx="17" cy="120"/>
            </a:xfrm>
            <a:custGeom>
              <a:avLst/>
              <a:gdLst>
                <a:gd name="T0" fmla="*/ 1433 w 7"/>
                <a:gd name="T1" fmla="*/ 0 h 45"/>
                <a:gd name="T2" fmla="*/ 831 w 7"/>
                <a:gd name="T3" fmla="*/ 1617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5">
                  <a:moveTo>
                    <a:pt x="7" y="0"/>
                  </a:moveTo>
                  <a:cubicBezTo>
                    <a:pt x="2" y="13"/>
                    <a:pt x="0" y="35"/>
                    <a:pt x="4" y="45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4" name="Freeform 264">
              <a:extLst>
                <a:ext uri="{FF2B5EF4-FFF2-40B4-BE49-F238E27FC236}">
                  <a16:creationId xmlns:a16="http://schemas.microsoft.com/office/drawing/2014/main" id="{DFDC0614-4009-4116-830E-F95C7F8F6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875"/>
              <a:ext cx="25" cy="112"/>
            </a:xfrm>
            <a:custGeom>
              <a:avLst/>
              <a:gdLst>
                <a:gd name="T0" fmla="*/ 2470 w 10"/>
                <a:gd name="T1" fmla="*/ 0 h 42"/>
                <a:gd name="T2" fmla="*/ 1300 w 10"/>
                <a:gd name="T3" fmla="*/ 1511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2">
                  <a:moveTo>
                    <a:pt x="10" y="0"/>
                  </a:moveTo>
                  <a:cubicBezTo>
                    <a:pt x="7" y="13"/>
                    <a:pt x="0" y="32"/>
                    <a:pt x="5" y="42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5" name="Freeform 265">
              <a:extLst>
                <a:ext uri="{FF2B5EF4-FFF2-40B4-BE49-F238E27FC236}">
                  <a16:creationId xmlns:a16="http://schemas.microsoft.com/office/drawing/2014/main" id="{86D0E8AD-CD51-4BD4-953E-14C954C68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843"/>
              <a:ext cx="43" cy="136"/>
            </a:xfrm>
            <a:custGeom>
              <a:avLst/>
              <a:gdLst>
                <a:gd name="T0" fmla="*/ 4467 w 17"/>
                <a:gd name="T1" fmla="*/ 18355 h 51"/>
                <a:gd name="T2" fmla="*/ 1343 w 17"/>
                <a:gd name="T3" fmla="*/ 14712 h 51"/>
                <a:gd name="T4" fmla="*/ 2380 w 17"/>
                <a:gd name="T5" fmla="*/ 0 h 51"/>
                <a:gd name="T6" fmla="*/ 4467 w 17"/>
                <a:gd name="T7" fmla="*/ 1835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1">
                  <a:moveTo>
                    <a:pt x="17" y="51"/>
                  </a:moveTo>
                  <a:cubicBezTo>
                    <a:pt x="13" y="51"/>
                    <a:pt x="7" y="46"/>
                    <a:pt x="5" y="41"/>
                  </a:cubicBezTo>
                  <a:cubicBezTo>
                    <a:pt x="0" y="31"/>
                    <a:pt x="5" y="11"/>
                    <a:pt x="9" y="0"/>
                  </a:cubicBezTo>
                  <a:cubicBezTo>
                    <a:pt x="7" y="6"/>
                    <a:pt x="1" y="38"/>
                    <a:pt x="17" y="51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6" name="Freeform 266">
              <a:extLst>
                <a:ext uri="{FF2B5EF4-FFF2-40B4-BE49-F238E27FC236}">
                  <a16:creationId xmlns:a16="http://schemas.microsoft.com/office/drawing/2014/main" id="{C90FD781-4A0D-470C-9436-415611A72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805"/>
              <a:ext cx="47" cy="134"/>
            </a:xfrm>
            <a:custGeom>
              <a:avLst/>
              <a:gdLst>
                <a:gd name="T0" fmla="*/ 1831 w 19"/>
                <a:gd name="T1" fmla="*/ 0 h 50"/>
                <a:gd name="T2" fmla="*/ 453 w 19"/>
                <a:gd name="T3" fmla="*/ 12993 h 50"/>
                <a:gd name="T4" fmla="*/ 4344 w 19"/>
                <a:gd name="T5" fmla="*/ 18516 h 50"/>
                <a:gd name="T6" fmla="*/ 1831 w 19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0">
                  <a:moveTo>
                    <a:pt x="8" y="0"/>
                  </a:moveTo>
                  <a:cubicBezTo>
                    <a:pt x="4" y="12"/>
                    <a:pt x="0" y="24"/>
                    <a:pt x="2" y="35"/>
                  </a:cubicBezTo>
                  <a:cubicBezTo>
                    <a:pt x="3" y="41"/>
                    <a:pt x="12" y="49"/>
                    <a:pt x="19" y="50"/>
                  </a:cubicBezTo>
                  <a:cubicBezTo>
                    <a:pt x="9" y="44"/>
                    <a:pt x="4" y="16"/>
                    <a:pt x="8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7" name="Freeform 267">
              <a:extLst>
                <a:ext uri="{FF2B5EF4-FFF2-40B4-BE49-F238E27FC236}">
                  <a16:creationId xmlns:a16="http://schemas.microsoft.com/office/drawing/2014/main" id="{09C3DB25-2AA3-428C-A3A9-BA70854C3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664"/>
              <a:ext cx="40" cy="125"/>
            </a:xfrm>
            <a:custGeom>
              <a:avLst/>
              <a:gdLst>
                <a:gd name="T0" fmla="*/ 1770 w 16"/>
                <a:gd name="T1" fmla="*/ 0 h 47"/>
                <a:gd name="T2" fmla="*/ 3438 w 16"/>
                <a:gd name="T3" fmla="*/ 8106 h 47"/>
                <a:gd name="T4" fmla="*/ 1958 w 16"/>
                <a:gd name="T5" fmla="*/ 16609 h 47"/>
                <a:gd name="T6" fmla="*/ 1770 w 16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7">
                  <a:moveTo>
                    <a:pt x="7" y="0"/>
                  </a:moveTo>
                  <a:cubicBezTo>
                    <a:pt x="7" y="7"/>
                    <a:pt x="12" y="20"/>
                    <a:pt x="14" y="23"/>
                  </a:cubicBezTo>
                  <a:cubicBezTo>
                    <a:pt x="16" y="26"/>
                    <a:pt x="8" y="40"/>
                    <a:pt x="8" y="47"/>
                  </a:cubicBezTo>
                  <a:cubicBezTo>
                    <a:pt x="0" y="37"/>
                    <a:pt x="4" y="7"/>
                    <a:pt x="7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8" name="Freeform 268">
              <a:extLst>
                <a:ext uri="{FF2B5EF4-FFF2-40B4-BE49-F238E27FC236}">
                  <a16:creationId xmlns:a16="http://schemas.microsoft.com/office/drawing/2014/main" id="{FD884B54-D21F-470E-9B11-88F6A8122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739"/>
              <a:ext cx="55" cy="141"/>
            </a:xfrm>
            <a:custGeom>
              <a:avLst/>
              <a:gdLst>
                <a:gd name="T0" fmla="*/ 5395 w 22"/>
                <a:gd name="T1" fmla="*/ 18790 h 53"/>
                <a:gd name="T2" fmla="*/ 1488 w 22"/>
                <a:gd name="T3" fmla="*/ 12767 h 53"/>
                <a:gd name="T4" fmla="*/ 3250 w 22"/>
                <a:gd name="T5" fmla="*/ 0 h 53"/>
                <a:gd name="T6" fmla="*/ 5395 w 22"/>
                <a:gd name="T7" fmla="*/ 1879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3">
                  <a:moveTo>
                    <a:pt x="22" y="53"/>
                  </a:moveTo>
                  <a:cubicBezTo>
                    <a:pt x="17" y="52"/>
                    <a:pt x="12" y="48"/>
                    <a:pt x="6" y="36"/>
                  </a:cubicBezTo>
                  <a:cubicBezTo>
                    <a:pt x="0" y="23"/>
                    <a:pt x="10" y="8"/>
                    <a:pt x="13" y="0"/>
                  </a:cubicBezTo>
                  <a:cubicBezTo>
                    <a:pt x="9" y="10"/>
                    <a:pt x="6" y="40"/>
                    <a:pt x="22" y="53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9" name="Freeform 269">
              <a:extLst>
                <a:ext uri="{FF2B5EF4-FFF2-40B4-BE49-F238E27FC236}">
                  <a16:creationId xmlns:a16="http://schemas.microsoft.com/office/drawing/2014/main" id="{2565377D-40FB-42B9-8081-384325128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880"/>
              <a:ext cx="105" cy="168"/>
            </a:xfrm>
            <a:custGeom>
              <a:avLst/>
              <a:gdLst>
                <a:gd name="T0" fmla="*/ 1300 w 42"/>
                <a:gd name="T1" fmla="*/ 1459 h 63"/>
                <a:gd name="T2" fmla="*/ 9300 w 42"/>
                <a:gd name="T3" fmla="*/ 661 h 63"/>
                <a:gd name="T4" fmla="*/ 9770 w 42"/>
                <a:gd name="T5" fmla="*/ 12288 h 63"/>
                <a:gd name="T6" fmla="*/ 9113 w 42"/>
                <a:gd name="T7" fmla="*/ 20480 h 63"/>
                <a:gd name="T8" fmla="*/ 0 w 42"/>
                <a:gd name="T9" fmla="*/ 20877 h 63"/>
                <a:gd name="T10" fmla="*/ 7625 w 42"/>
                <a:gd name="T11" fmla="*/ 16179 h 63"/>
                <a:gd name="T12" fmla="*/ 6845 w 42"/>
                <a:gd name="T13" fmla="*/ 3243 h 63"/>
                <a:gd name="T14" fmla="*/ 1300 w 42"/>
                <a:gd name="T15" fmla="*/ 1459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3">
                  <a:moveTo>
                    <a:pt x="5" y="4"/>
                  </a:moveTo>
                  <a:cubicBezTo>
                    <a:pt x="13" y="6"/>
                    <a:pt x="33" y="4"/>
                    <a:pt x="38" y="2"/>
                  </a:cubicBezTo>
                  <a:cubicBezTo>
                    <a:pt x="42" y="0"/>
                    <a:pt x="41" y="24"/>
                    <a:pt x="40" y="34"/>
                  </a:cubicBezTo>
                  <a:cubicBezTo>
                    <a:pt x="39" y="44"/>
                    <a:pt x="41" y="52"/>
                    <a:pt x="37" y="57"/>
                  </a:cubicBezTo>
                  <a:cubicBezTo>
                    <a:pt x="32" y="62"/>
                    <a:pt x="9" y="63"/>
                    <a:pt x="0" y="58"/>
                  </a:cubicBezTo>
                  <a:cubicBezTo>
                    <a:pt x="10" y="58"/>
                    <a:pt x="26" y="61"/>
                    <a:pt x="31" y="45"/>
                  </a:cubicBezTo>
                  <a:cubicBezTo>
                    <a:pt x="36" y="29"/>
                    <a:pt x="33" y="12"/>
                    <a:pt x="28" y="9"/>
                  </a:cubicBezTo>
                  <a:cubicBezTo>
                    <a:pt x="23" y="7"/>
                    <a:pt x="7" y="5"/>
                    <a:pt x="5" y="4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0" name="Freeform 270">
              <a:extLst>
                <a:ext uri="{FF2B5EF4-FFF2-40B4-BE49-F238E27FC236}">
                  <a16:creationId xmlns:a16="http://schemas.microsoft.com/office/drawing/2014/main" id="{364F5FF3-CADE-4F95-8B95-2C05EC42A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861"/>
              <a:ext cx="83" cy="171"/>
            </a:xfrm>
            <a:custGeom>
              <a:avLst/>
              <a:gdLst>
                <a:gd name="T0" fmla="*/ 797 w 33"/>
                <a:gd name="T1" fmla="*/ 0 h 64"/>
                <a:gd name="T2" fmla="*/ 6844 w 33"/>
                <a:gd name="T3" fmla="*/ 1470 h 64"/>
                <a:gd name="T4" fmla="*/ 7369 w 33"/>
                <a:gd name="T5" fmla="*/ 3262 h 64"/>
                <a:gd name="T6" fmla="*/ 7369 w 33"/>
                <a:gd name="T7" fmla="*/ 22225 h 64"/>
                <a:gd name="T8" fmla="*/ 0 w 33"/>
                <a:gd name="T9" fmla="*/ 19625 h 64"/>
                <a:gd name="T10" fmla="*/ 5043 w 33"/>
                <a:gd name="T11" fmla="*/ 16769 h 64"/>
                <a:gd name="T12" fmla="*/ 5043 w 33"/>
                <a:gd name="T13" fmla="*/ 3663 h 64"/>
                <a:gd name="T14" fmla="*/ 797 w 33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4">
                  <a:moveTo>
                    <a:pt x="3" y="0"/>
                  </a:moveTo>
                  <a:cubicBezTo>
                    <a:pt x="6" y="4"/>
                    <a:pt x="21" y="7"/>
                    <a:pt x="27" y="4"/>
                  </a:cubicBezTo>
                  <a:cubicBezTo>
                    <a:pt x="33" y="1"/>
                    <a:pt x="29" y="9"/>
                    <a:pt x="29" y="9"/>
                  </a:cubicBezTo>
                  <a:cubicBezTo>
                    <a:pt x="29" y="9"/>
                    <a:pt x="24" y="51"/>
                    <a:pt x="29" y="61"/>
                  </a:cubicBezTo>
                  <a:cubicBezTo>
                    <a:pt x="24" y="64"/>
                    <a:pt x="7" y="61"/>
                    <a:pt x="0" y="54"/>
                  </a:cubicBezTo>
                  <a:cubicBezTo>
                    <a:pt x="9" y="58"/>
                    <a:pt x="18" y="55"/>
                    <a:pt x="20" y="46"/>
                  </a:cubicBezTo>
                  <a:cubicBezTo>
                    <a:pt x="22" y="37"/>
                    <a:pt x="26" y="13"/>
                    <a:pt x="20" y="10"/>
                  </a:cubicBezTo>
                  <a:cubicBezTo>
                    <a:pt x="14" y="7"/>
                    <a:pt x="4" y="2"/>
                    <a:pt x="3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1" name="Freeform 271">
              <a:extLst>
                <a:ext uri="{FF2B5EF4-FFF2-40B4-BE49-F238E27FC236}">
                  <a16:creationId xmlns:a16="http://schemas.microsoft.com/office/drawing/2014/main" id="{3B847AC1-B16D-40AE-BDA5-7CA95342D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829"/>
              <a:ext cx="60" cy="166"/>
            </a:xfrm>
            <a:custGeom>
              <a:avLst/>
              <a:gdLst>
                <a:gd name="T0" fmla="*/ 0 w 24"/>
                <a:gd name="T1" fmla="*/ 402 h 62"/>
                <a:gd name="T2" fmla="*/ 3908 w 24"/>
                <a:gd name="T3" fmla="*/ 675 h 62"/>
                <a:gd name="T4" fmla="*/ 5863 w 24"/>
                <a:gd name="T5" fmla="*/ 2881 h 62"/>
                <a:gd name="T6" fmla="*/ 4425 w 24"/>
                <a:gd name="T7" fmla="*/ 21077 h 62"/>
                <a:gd name="T8" fmla="*/ 1770 w 24"/>
                <a:gd name="T9" fmla="*/ 21749 h 62"/>
                <a:gd name="T10" fmla="*/ 3250 w 24"/>
                <a:gd name="T11" fmla="*/ 12530 h 62"/>
                <a:gd name="T12" fmla="*/ 2938 w 24"/>
                <a:gd name="T13" fmla="*/ 2881 h 62"/>
                <a:gd name="T14" fmla="*/ 0 w 24"/>
                <a:gd name="T15" fmla="*/ 402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0" y="1"/>
                  </a:moveTo>
                  <a:cubicBezTo>
                    <a:pt x="6" y="5"/>
                    <a:pt x="13" y="4"/>
                    <a:pt x="16" y="2"/>
                  </a:cubicBezTo>
                  <a:cubicBezTo>
                    <a:pt x="19" y="0"/>
                    <a:pt x="24" y="8"/>
                    <a:pt x="24" y="8"/>
                  </a:cubicBezTo>
                  <a:cubicBezTo>
                    <a:pt x="24" y="8"/>
                    <a:pt x="16" y="44"/>
                    <a:pt x="18" y="57"/>
                  </a:cubicBezTo>
                  <a:cubicBezTo>
                    <a:pt x="18" y="62"/>
                    <a:pt x="7" y="59"/>
                    <a:pt x="7" y="59"/>
                  </a:cubicBezTo>
                  <a:cubicBezTo>
                    <a:pt x="12" y="58"/>
                    <a:pt x="11" y="46"/>
                    <a:pt x="13" y="34"/>
                  </a:cubicBezTo>
                  <a:cubicBezTo>
                    <a:pt x="14" y="23"/>
                    <a:pt x="18" y="10"/>
                    <a:pt x="12" y="8"/>
                  </a:cubicBezTo>
                  <a:cubicBezTo>
                    <a:pt x="6" y="6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2" name="Freeform 272">
              <a:extLst>
                <a:ext uri="{FF2B5EF4-FFF2-40B4-BE49-F238E27FC236}">
                  <a16:creationId xmlns:a16="http://schemas.microsoft.com/office/drawing/2014/main" id="{DEAFB3FC-4684-4441-9740-CCD8BDFC0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784"/>
              <a:ext cx="65" cy="173"/>
            </a:xfrm>
            <a:custGeom>
              <a:avLst/>
              <a:gdLst>
                <a:gd name="T0" fmla="*/ 0 w 26"/>
                <a:gd name="T1" fmla="*/ 0 h 65"/>
                <a:gd name="T2" fmla="*/ 4895 w 26"/>
                <a:gd name="T3" fmla="*/ 1057 h 65"/>
                <a:gd name="T4" fmla="*/ 6375 w 26"/>
                <a:gd name="T5" fmla="*/ 3620 h 65"/>
                <a:gd name="T6" fmla="*/ 4688 w 26"/>
                <a:gd name="T7" fmla="*/ 22434 h 65"/>
                <a:gd name="T8" fmla="*/ 1958 w 26"/>
                <a:gd name="T9" fmla="*/ 21628 h 65"/>
                <a:gd name="T10" fmla="*/ 3720 w 26"/>
                <a:gd name="T11" fmla="*/ 15195 h 65"/>
                <a:gd name="T12" fmla="*/ 2938 w 26"/>
                <a:gd name="T13" fmla="*/ 3867 h 65"/>
                <a:gd name="T14" fmla="*/ 0 w 26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5">
                  <a:moveTo>
                    <a:pt x="0" y="0"/>
                  </a:moveTo>
                  <a:cubicBezTo>
                    <a:pt x="6" y="4"/>
                    <a:pt x="18" y="4"/>
                    <a:pt x="20" y="3"/>
                  </a:cubicBezTo>
                  <a:cubicBezTo>
                    <a:pt x="20" y="6"/>
                    <a:pt x="24" y="8"/>
                    <a:pt x="26" y="10"/>
                  </a:cubicBezTo>
                  <a:cubicBezTo>
                    <a:pt x="24" y="14"/>
                    <a:pt x="16" y="56"/>
                    <a:pt x="19" y="63"/>
                  </a:cubicBezTo>
                  <a:cubicBezTo>
                    <a:pt x="15" y="65"/>
                    <a:pt x="8" y="61"/>
                    <a:pt x="8" y="61"/>
                  </a:cubicBezTo>
                  <a:cubicBezTo>
                    <a:pt x="12" y="62"/>
                    <a:pt x="14" y="52"/>
                    <a:pt x="15" y="43"/>
                  </a:cubicBezTo>
                  <a:cubicBezTo>
                    <a:pt x="16" y="34"/>
                    <a:pt x="18" y="17"/>
                    <a:pt x="12" y="11"/>
                  </a:cubicBezTo>
                  <a:cubicBezTo>
                    <a:pt x="5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3" name="Freeform 273">
              <a:extLst>
                <a:ext uri="{FF2B5EF4-FFF2-40B4-BE49-F238E27FC236}">
                  <a16:creationId xmlns:a16="http://schemas.microsoft.com/office/drawing/2014/main" id="{94BFC5ED-4A7F-4AF4-917F-AE31D7B02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725"/>
              <a:ext cx="48" cy="160"/>
            </a:xfrm>
            <a:custGeom>
              <a:avLst/>
              <a:gdLst>
                <a:gd name="T0" fmla="*/ 0 w 19"/>
                <a:gd name="T1" fmla="*/ 0 h 60"/>
                <a:gd name="T2" fmla="*/ 2567 w 19"/>
                <a:gd name="T3" fmla="*/ 8248 h 60"/>
                <a:gd name="T4" fmla="*/ 2367 w 19"/>
                <a:gd name="T5" fmla="*/ 21597 h 60"/>
                <a:gd name="T6" fmla="*/ 4934 w 19"/>
                <a:gd name="T7" fmla="*/ 6883 h 60"/>
                <a:gd name="T8" fmla="*/ 2367 w 19"/>
                <a:gd name="T9" fmla="*/ 105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0">
                  <a:moveTo>
                    <a:pt x="0" y="0"/>
                  </a:moveTo>
                  <a:cubicBezTo>
                    <a:pt x="4" y="4"/>
                    <a:pt x="10" y="13"/>
                    <a:pt x="10" y="23"/>
                  </a:cubicBezTo>
                  <a:cubicBezTo>
                    <a:pt x="9" y="33"/>
                    <a:pt x="9" y="60"/>
                    <a:pt x="9" y="6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8" y="7"/>
                    <a:pt x="9" y="3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4" name="Freeform 274">
              <a:extLst>
                <a:ext uri="{FF2B5EF4-FFF2-40B4-BE49-F238E27FC236}">
                  <a16:creationId xmlns:a16="http://schemas.microsoft.com/office/drawing/2014/main" id="{119E0F79-1A4A-440A-849F-C87C37970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048"/>
              <a:ext cx="112" cy="157"/>
            </a:xfrm>
            <a:custGeom>
              <a:avLst/>
              <a:gdLst>
                <a:gd name="T0" fmla="*/ 9249 w 45"/>
                <a:gd name="T1" fmla="*/ 0 h 59"/>
                <a:gd name="T2" fmla="*/ 9249 w 45"/>
                <a:gd name="T3" fmla="*/ 17355 h 59"/>
                <a:gd name="T4" fmla="*/ 0 w 45"/>
                <a:gd name="T5" fmla="*/ 20258 h 59"/>
                <a:gd name="T6" fmla="*/ 9249 w 4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9">
                  <a:moveTo>
                    <a:pt x="39" y="0"/>
                  </a:moveTo>
                  <a:cubicBezTo>
                    <a:pt x="42" y="10"/>
                    <a:pt x="45" y="40"/>
                    <a:pt x="39" y="49"/>
                  </a:cubicBezTo>
                  <a:cubicBezTo>
                    <a:pt x="33" y="59"/>
                    <a:pt x="7" y="59"/>
                    <a:pt x="0" y="57"/>
                  </a:cubicBezTo>
                  <a:cubicBezTo>
                    <a:pt x="16" y="57"/>
                    <a:pt x="34" y="53"/>
                    <a:pt x="39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5" name="Freeform 275">
              <a:extLst>
                <a:ext uri="{FF2B5EF4-FFF2-40B4-BE49-F238E27FC236}">
                  <a16:creationId xmlns:a16="http://schemas.microsoft.com/office/drawing/2014/main" id="{C1CF0EA1-0EBB-462C-A1B3-C1F32663C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056"/>
              <a:ext cx="25" cy="123"/>
            </a:xfrm>
            <a:custGeom>
              <a:avLst/>
              <a:gdLst>
                <a:gd name="T0" fmla="*/ 313 w 10"/>
                <a:gd name="T1" fmla="*/ 0 h 46"/>
                <a:gd name="T2" fmla="*/ 0 w 10"/>
                <a:gd name="T3" fmla="*/ 16824 h 46"/>
                <a:gd name="T4" fmla="*/ 313 w 10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6">
                  <a:moveTo>
                    <a:pt x="1" y="0"/>
                  </a:moveTo>
                  <a:cubicBezTo>
                    <a:pt x="9" y="18"/>
                    <a:pt x="10" y="34"/>
                    <a:pt x="0" y="46"/>
                  </a:cubicBezTo>
                  <a:cubicBezTo>
                    <a:pt x="4" y="38"/>
                    <a:pt x="4" y="7"/>
                    <a:pt x="1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6" name="Freeform 276">
              <a:extLst>
                <a:ext uri="{FF2B5EF4-FFF2-40B4-BE49-F238E27FC236}">
                  <a16:creationId xmlns:a16="http://schemas.microsoft.com/office/drawing/2014/main" id="{8891BB20-B541-4052-A61A-1E26F4572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024"/>
              <a:ext cx="70" cy="160"/>
            </a:xfrm>
            <a:custGeom>
              <a:avLst/>
              <a:gdLst>
                <a:gd name="T0" fmla="*/ 4895 w 28"/>
                <a:gd name="T1" fmla="*/ 0 h 60"/>
                <a:gd name="T2" fmla="*/ 6175 w 28"/>
                <a:gd name="T3" fmla="*/ 16840 h 60"/>
                <a:gd name="T4" fmla="*/ 0 w 28"/>
                <a:gd name="T5" fmla="*/ 21597 h 60"/>
                <a:gd name="T6" fmla="*/ 5208 w 28"/>
                <a:gd name="T7" fmla="*/ 14413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0">
                  <a:moveTo>
                    <a:pt x="20" y="0"/>
                  </a:moveTo>
                  <a:cubicBezTo>
                    <a:pt x="23" y="10"/>
                    <a:pt x="28" y="38"/>
                    <a:pt x="25" y="47"/>
                  </a:cubicBezTo>
                  <a:cubicBezTo>
                    <a:pt x="22" y="56"/>
                    <a:pt x="2" y="60"/>
                    <a:pt x="0" y="60"/>
                  </a:cubicBezTo>
                  <a:cubicBezTo>
                    <a:pt x="9" y="59"/>
                    <a:pt x="19" y="51"/>
                    <a:pt x="21" y="40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7" name="Freeform 277">
              <a:extLst>
                <a:ext uri="{FF2B5EF4-FFF2-40B4-BE49-F238E27FC236}">
                  <a16:creationId xmlns:a16="http://schemas.microsoft.com/office/drawing/2014/main" id="{582FAB93-A17F-4025-BBC2-2AF1CD676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997"/>
              <a:ext cx="63" cy="152"/>
            </a:xfrm>
            <a:custGeom>
              <a:avLst/>
              <a:gdLst>
                <a:gd name="T0" fmla="*/ 4350 w 25"/>
                <a:gd name="T1" fmla="*/ 0 h 57"/>
                <a:gd name="T2" fmla="*/ 5602 w 25"/>
                <a:gd name="T3" fmla="*/ 14712 h 57"/>
                <a:gd name="T4" fmla="*/ 0 w 25"/>
                <a:gd name="T5" fmla="*/ 20480 h 57"/>
                <a:gd name="T6" fmla="*/ 4559 w 25"/>
                <a:gd name="T7" fmla="*/ 11171 h 57"/>
                <a:gd name="T8" fmla="*/ 4350 w 25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7">
                  <a:moveTo>
                    <a:pt x="17" y="0"/>
                  </a:moveTo>
                  <a:cubicBezTo>
                    <a:pt x="21" y="7"/>
                    <a:pt x="25" y="31"/>
                    <a:pt x="22" y="41"/>
                  </a:cubicBezTo>
                  <a:cubicBezTo>
                    <a:pt x="19" y="51"/>
                    <a:pt x="6" y="57"/>
                    <a:pt x="0" y="57"/>
                  </a:cubicBezTo>
                  <a:cubicBezTo>
                    <a:pt x="9" y="53"/>
                    <a:pt x="16" y="44"/>
                    <a:pt x="18" y="31"/>
                  </a:cubicBezTo>
                  <a:cubicBezTo>
                    <a:pt x="20" y="1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8" name="Freeform 278">
              <a:extLst>
                <a:ext uri="{FF2B5EF4-FFF2-40B4-BE49-F238E27FC236}">
                  <a16:creationId xmlns:a16="http://schemas.microsoft.com/office/drawing/2014/main" id="{26CB875F-26B8-4CE7-9E89-DAEA61579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957"/>
              <a:ext cx="63" cy="150"/>
            </a:xfrm>
            <a:custGeom>
              <a:avLst/>
              <a:gdLst>
                <a:gd name="T0" fmla="*/ 4082 w 25"/>
                <a:gd name="T1" fmla="*/ 0 h 56"/>
                <a:gd name="T2" fmla="*/ 5088 w 25"/>
                <a:gd name="T3" fmla="*/ 15182 h 56"/>
                <a:gd name="T4" fmla="*/ 0 w 25"/>
                <a:gd name="T5" fmla="*/ 20700 h 56"/>
                <a:gd name="T6" fmla="*/ 4082 w 25"/>
                <a:gd name="T7" fmla="*/ 12147 h 56"/>
                <a:gd name="T8" fmla="*/ 4082 w 2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6">
                  <a:moveTo>
                    <a:pt x="16" y="0"/>
                  </a:moveTo>
                  <a:cubicBezTo>
                    <a:pt x="19" y="10"/>
                    <a:pt x="25" y="32"/>
                    <a:pt x="20" y="41"/>
                  </a:cubicBezTo>
                  <a:cubicBezTo>
                    <a:pt x="16" y="51"/>
                    <a:pt x="2" y="56"/>
                    <a:pt x="0" y="56"/>
                  </a:cubicBezTo>
                  <a:cubicBezTo>
                    <a:pt x="8" y="53"/>
                    <a:pt x="14" y="42"/>
                    <a:pt x="16" y="33"/>
                  </a:cubicBezTo>
                  <a:cubicBezTo>
                    <a:pt x="17" y="24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9" name="Freeform 279">
              <a:extLst>
                <a:ext uri="{FF2B5EF4-FFF2-40B4-BE49-F238E27FC236}">
                  <a16:creationId xmlns:a16="http://schemas.microsoft.com/office/drawing/2014/main" id="{D00E217C-CD73-494C-904C-8E5067533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896"/>
              <a:ext cx="43" cy="149"/>
            </a:xfrm>
            <a:custGeom>
              <a:avLst/>
              <a:gdLst>
                <a:gd name="T0" fmla="*/ 1556 w 17"/>
                <a:gd name="T1" fmla="*/ 0 h 56"/>
                <a:gd name="T2" fmla="*/ 4467 w 17"/>
                <a:gd name="T3" fmla="*/ 10265 h 56"/>
                <a:gd name="T4" fmla="*/ 0 w 17"/>
                <a:gd name="T5" fmla="*/ 19852 h 56"/>
                <a:gd name="T6" fmla="*/ 2911 w 17"/>
                <a:gd name="T7" fmla="*/ 8517 h 56"/>
                <a:gd name="T8" fmla="*/ 1343 w 17"/>
                <a:gd name="T9" fmla="*/ 65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6">
                  <a:moveTo>
                    <a:pt x="6" y="0"/>
                  </a:moveTo>
                  <a:cubicBezTo>
                    <a:pt x="12" y="8"/>
                    <a:pt x="17" y="23"/>
                    <a:pt x="17" y="29"/>
                  </a:cubicBezTo>
                  <a:cubicBezTo>
                    <a:pt x="17" y="34"/>
                    <a:pt x="7" y="51"/>
                    <a:pt x="0" y="56"/>
                  </a:cubicBezTo>
                  <a:cubicBezTo>
                    <a:pt x="7" y="48"/>
                    <a:pt x="11" y="35"/>
                    <a:pt x="11" y="24"/>
                  </a:cubicBezTo>
                  <a:cubicBezTo>
                    <a:pt x="11" y="13"/>
                    <a:pt x="5" y="2"/>
                    <a:pt x="5" y="2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0" name="Freeform 280">
              <a:extLst>
                <a:ext uri="{FF2B5EF4-FFF2-40B4-BE49-F238E27FC236}">
                  <a16:creationId xmlns:a16="http://schemas.microsoft.com/office/drawing/2014/main" id="{A90564AA-CBD0-45A6-B578-9816FDEF2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819"/>
              <a:ext cx="40" cy="133"/>
            </a:xfrm>
            <a:custGeom>
              <a:avLst/>
              <a:gdLst>
                <a:gd name="T0" fmla="*/ 2470 w 16"/>
                <a:gd name="T1" fmla="*/ 0 h 50"/>
                <a:gd name="T2" fmla="*/ 2470 w 16"/>
                <a:gd name="T3" fmla="*/ 17732 h 50"/>
                <a:gd name="T4" fmla="*/ 0 w 16"/>
                <a:gd name="T5" fmla="*/ 8108 h 50"/>
                <a:gd name="T6" fmla="*/ 2470 w 16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0">
                  <a:moveTo>
                    <a:pt x="10" y="0"/>
                  </a:moveTo>
                  <a:cubicBezTo>
                    <a:pt x="13" y="11"/>
                    <a:pt x="16" y="40"/>
                    <a:pt x="10" y="50"/>
                  </a:cubicBezTo>
                  <a:cubicBezTo>
                    <a:pt x="9" y="38"/>
                    <a:pt x="0" y="23"/>
                    <a:pt x="0" y="23"/>
                  </a:cubicBezTo>
                  <a:cubicBezTo>
                    <a:pt x="7" y="16"/>
                    <a:pt x="9" y="5"/>
                    <a:pt x="1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1" name="Freeform 281">
              <a:extLst>
                <a:ext uri="{FF2B5EF4-FFF2-40B4-BE49-F238E27FC236}">
                  <a16:creationId xmlns:a16="http://schemas.microsoft.com/office/drawing/2014/main" id="{236BE53A-FC52-420D-A95A-679446B3C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941"/>
              <a:ext cx="80" cy="78"/>
            </a:xfrm>
            <a:custGeom>
              <a:avLst/>
              <a:gdLst>
                <a:gd name="T0" fmla="*/ 988 w 32"/>
                <a:gd name="T1" fmla="*/ 3096 h 29"/>
                <a:gd name="T2" fmla="*/ 0 w 32"/>
                <a:gd name="T3" fmla="*/ 6071 h 29"/>
                <a:gd name="T4" fmla="*/ 4220 w 32"/>
                <a:gd name="T5" fmla="*/ 4919 h 29"/>
                <a:gd name="T6" fmla="*/ 7625 w 32"/>
                <a:gd name="T7" fmla="*/ 10995 h 29"/>
                <a:gd name="T8" fmla="*/ 6645 w 32"/>
                <a:gd name="T9" fmla="*/ 0 h 29"/>
                <a:gd name="T10" fmla="*/ 6375 w 32"/>
                <a:gd name="T11" fmla="*/ 0 h 29"/>
                <a:gd name="T12" fmla="*/ 4688 w 32"/>
                <a:gd name="T13" fmla="*/ 1576 h 29"/>
                <a:gd name="T14" fmla="*/ 2270 w 32"/>
                <a:gd name="T15" fmla="*/ 1829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9">
                  <a:moveTo>
                    <a:pt x="4" y="8"/>
                  </a:moveTo>
                  <a:cubicBezTo>
                    <a:pt x="2" y="10"/>
                    <a:pt x="1" y="13"/>
                    <a:pt x="0" y="16"/>
                  </a:cubicBezTo>
                  <a:cubicBezTo>
                    <a:pt x="5" y="13"/>
                    <a:pt x="12" y="12"/>
                    <a:pt x="17" y="13"/>
                  </a:cubicBezTo>
                  <a:cubicBezTo>
                    <a:pt x="27" y="14"/>
                    <a:pt x="30" y="20"/>
                    <a:pt x="31" y="29"/>
                  </a:cubicBezTo>
                  <a:cubicBezTo>
                    <a:pt x="32" y="20"/>
                    <a:pt x="30" y="8"/>
                    <a:pt x="27" y="0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24" y="1"/>
                    <a:pt x="21" y="4"/>
                    <a:pt x="19" y="4"/>
                  </a:cubicBezTo>
                  <a:cubicBezTo>
                    <a:pt x="16" y="5"/>
                    <a:pt x="13" y="4"/>
                    <a:pt x="9" y="5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2" name="Freeform 282">
              <a:extLst>
                <a:ext uri="{FF2B5EF4-FFF2-40B4-BE49-F238E27FC236}">
                  <a16:creationId xmlns:a16="http://schemas.microsoft.com/office/drawing/2014/main" id="{7185F3C2-963C-4C31-9BD6-87AEA789D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888"/>
              <a:ext cx="62" cy="51"/>
            </a:xfrm>
            <a:custGeom>
              <a:avLst/>
              <a:gdLst>
                <a:gd name="T0" fmla="*/ 0 w 25"/>
                <a:gd name="T1" fmla="*/ 7119 h 19"/>
                <a:gd name="T2" fmla="*/ 1895 w 25"/>
                <a:gd name="T3" fmla="*/ 1562 h 19"/>
                <a:gd name="T4" fmla="*/ 4238 w 25"/>
                <a:gd name="T5" fmla="*/ 0 h 19"/>
                <a:gd name="T6" fmla="*/ 5826 w 25"/>
                <a:gd name="T7" fmla="*/ 5972 h 19"/>
                <a:gd name="T8" fmla="*/ 3296 w 25"/>
                <a:gd name="T9" fmla="*/ 4467 h 19"/>
                <a:gd name="T10" fmla="*/ 1895 w 25"/>
                <a:gd name="T11" fmla="*/ 5972 h 19"/>
                <a:gd name="T12" fmla="*/ 456 w 25"/>
                <a:gd name="T13" fmla="*/ 669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9">
                  <a:moveTo>
                    <a:pt x="0" y="19"/>
                  </a:moveTo>
                  <a:cubicBezTo>
                    <a:pt x="4" y="15"/>
                    <a:pt x="8" y="9"/>
                    <a:pt x="8" y="4"/>
                  </a:cubicBezTo>
                  <a:cubicBezTo>
                    <a:pt x="12" y="3"/>
                    <a:pt x="15" y="2"/>
                    <a:pt x="18" y="0"/>
                  </a:cubicBezTo>
                  <a:cubicBezTo>
                    <a:pt x="21" y="4"/>
                    <a:pt x="24" y="11"/>
                    <a:pt x="25" y="16"/>
                  </a:cubicBezTo>
                  <a:cubicBezTo>
                    <a:pt x="21" y="13"/>
                    <a:pt x="19" y="9"/>
                    <a:pt x="14" y="12"/>
                  </a:cubicBezTo>
                  <a:cubicBezTo>
                    <a:pt x="11" y="13"/>
                    <a:pt x="10" y="15"/>
                    <a:pt x="8" y="16"/>
                  </a:cubicBezTo>
                  <a:cubicBezTo>
                    <a:pt x="6" y="17"/>
                    <a:pt x="4" y="17"/>
                    <a:pt x="2" y="1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3" name="Freeform 283">
              <a:extLst>
                <a:ext uri="{FF2B5EF4-FFF2-40B4-BE49-F238E27FC236}">
                  <a16:creationId xmlns:a16="http://schemas.microsoft.com/office/drawing/2014/main" id="{78F3344F-AE41-4E81-8B05-814392C6D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981"/>
              <a:ext cx="82" cy="67"/>
            </a:xfrm>
            <a:custGeom>
              <a:avLst/>
              <a:gdLst>
                <a:gd name="T0" fmla="*/ 0 w 33"/>
                <a:gd name="T1" fmla="*/ 4425 h 25"/>
                <a:gd name="T2" fmla="*/ 1148 w 33"/>
                <a:gd name="T3" fmla="*/ 2211 h 25"/>
                <a:gd name="T4" fmla="*/ 7089 w 33"/>
                <a:gd name="T5" fmla="*/ 0 h 25"/>
                <a:gd name="T6" fmla="*/ 7780 w 33"/>
                <a:gd name="T7" fmla="*/ 5258 h 25"/>
                <a:gd name="T8" fmla="*/ 7780 w 33"/>
                <a:gd name="T9" fmla="*/ 9281 h 25"/>
                <a:gd name="T10" fmla="*/ 6625 w 33"/>
                <a:gd name="T11" fmla="*/ 4425 h 25"/>
                <a:gd name="T12" fmla="*/ 4465 w 33"/>
                <a:gd name="T13" fmla="*/ 4425 h 25"/>
                <a:gd name="T14" fmla="*/ 952 w 33"/>
                <a:gd name="T15" fmla="*/ 5523 h 25"/>
                <a:gd name="T16" fmla="*/ 0 w 33"/>
                <a:gd name="T17" fmla="*/ 402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">
                  <a:moveTo>
                    <a:pt x="0" y="12"/>
                  </a:moveTo>
                  <a:cubicBezTo>
                    <a:pt x="2" y="10"/>
                    <a:pt x="4" y="9"/>
                    <a:pt x="5" y="6"/>
                  </a:cubicBezTo>
                  <a:cubicBezTo>
                    <a:pt x="11" y="12"/>
                    <a:pt x="26" y="7"/>
                    <a:pt x="30" y="0"/>
                  </a:cubicBezTo>
                  <a:cubicBezTo>
                    <a:pt x="30" y="5"/>
                    <a:pt x="32" y="9"/>
                    <a:pt x="33" y="14"/>
                  </a:cubicBezTo>
                  <a:cubicBezTo>
                    <a:pt x="33" y="17"/>
                    <a:pt x="32" y="21"/>
                    <a:pt x="33" y="25"/>
                  </a:cubicBezTo>
                  <a:cubicBezTo>
                    <a:pt x="32" y="21"/>
                    <a:pt x="31" y="15"/>
                    <a:pt x="28" y="12"/>
                  </a:cubicBezTo>
                  <a:cubicBezTo>
                    <a:pt x="25" y="9"/>
                    <a:pt x="22" y="11"/>
                    <a:pt x="19" y="12"/>
                  </a:cubicBezTo>
                  <a:cubicBezTo>
                    <a:pt x="15" y="13"/>
                    <a:pt x="8" y="17"/>
                    <a:pt x="4" y="15"/>
                  </a:cubicBezTo>
                  <a:cubicBezTo>
                    <a:pt x="2" y="14"/>
                    <a:pt x="2" y="12"/>
                    <a:pt x="0" y="11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4" name="Freeform 284">
              <a:extLst>
                <a:ext uri="{FF2B5EF4-FFF2-40B4-BE49-F238E27FC236}">
                  <a16:creationId xmlns:a16="http://schemas.microsoft.com/office/drawing/2014/main" id="{F273C863-54F8-4C01-A746-84E9323BF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019"/>
              <a:ext cx="68" cy="50"/>
            </a:xfrm>
            <a:custGeom>
              <a:avLst/>
              <a:gdLst>
                <a:gd name="T0" fmla="*/ 0 w 27"/>
                <a:gd name="T1" fmla="*/ 2258 h 19"/>
                <a:gd name="T2" fmla="*/ 6070 w 27"/>
                <a:gd name="T3" fmla="*/ 0 h 19"/>
                <a:gd name="T4" fmla="*/ 6883 w 27"/>
                <a:gd name="T5" fmla="*/ 6324 h 19"/>
                <a:gd name="T6" fmla="*/ 4344 w 27"/>
                <a:gd name="T7" fmla="*/ 3642 h 19"/>
                <a:gd name="T8" fmla="*/ 2335 w 27"/>
                <a:gd name="T9" fmla="*/ 3642 h 19"/>
                <a:gd name="T10" fmla="*/ 526 w 27"/>
                <a:gd name="T11" fmla="*/ 302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9">
                  <a:moveTo>
                    <a:pt x="0" y="7"/>
                  </a:moveTo>
                  <a:cubicBezTo>
                    <a:pt x="10" y="10"/>
                    <a:pt x="16" y="4"/>
                    <a:pt x="24" y="0"/>
                  </a:cubicBezTo>
                  <a:cubicBezTo>
                    <a:pt x="26" y="6"/>
                    <a:pt x="25" y="13"/>
                    <a:pt x="27" y="19"/>
                  </a:cubicBezTo>
                  <a:cubicBezTo>
                    <a:pt x="25" y="14"/>
                    <a:pt x="23" y="11"/>
                    <a:pt x="17" y="11"/>
                  </a:cubicBezTo>
                  <a:cubicBezTo>
                    <a:pt x="14" y="11"/>
                    <a:pt x="12" y="11"/>
                    <a:pt x="9" y="11"/>
                  </a:cubicBezTo>
                  <a:cubicBezTo>
                    <a:pt x="6" y="10"/>
                    <a:pt x="5" y="9"/>
                    <a:pt x="2" y="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5" name="Freeform 285">
              <a:extLst>
                <a:ext uri="{FF2B5EF4-FFF2-40B4-BE49-F238E27FC236}">
                  <a16:creationId xmlns:a16="http://schemas.microsoft.com/office/drawing/2014/main" id="{3D64B20B-3E0E-43D1-940C-40CF47085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035"/>
              <a:ext cx="75" cy="61"/>
            </a:xfrm>
            <a:custGeom>
              <a:avLst/>
              <a:gdLst>
                <a:gd name="T0" fmla="*/ 0 w 30"/>
                <a:gd name="T1" fmla="*/ 2482 h 23"/>
                <a:gd name="T2" fmla="*/ 6645 w 30"/>
                <a:gd name="T3" fmla="*/ 0 h 23"/>
                <a:gd name="T4" fmla="*/ 7158 w 30"/>
                <a:gd name="T5" fmla="*/ 8018 h 23"/>
                <a:gd name="T6" fmla="*/ 5208 w 30"/>
                <a:gd name="T7" fmla="*/ 3172 h 23"/>
                <a:gd name="T8" fmla="*/ 988 w 30"/>
                <a:gd name="T9" fmla="*/ 248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3">
                  <a:moveTo>
                    <a:pt x="0" y="7"/>
                  </a:moveTo>
                  <a:cubicBezTo>
                    <a:pt x="8" y="9"/>
                    <a:pt x="21" y="4"/>
                    <a:pt x="27" y="0"/>
                  </a:cubicBezTo>
                  <a:cubicBezTo>
                    <a:pt x="27" y="8"/>
                    <a:pt x="30" y="15"/>
                    <a:pt x="29" y="23"/>
                  </a:cubicBezTo>
                  <a:cubicBezTo>
                    <a:pt x="26" y="19"/>
                    <a:pt x="27" y="12"/>
                    <a:pt x="21" y="9"/>
                  </a:cubicBezTo>
                  <a:cubicBezTo>
                    <a:pt x="17" y="7"/>
                    <a:pt x="7" y="11"/>
                    <a:pt x="4" y="7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6" name="Freeform 286">
              <a:extLst>
                <a:ext uri="{FF2B5EF4-FFF2-40B4-BE49-F238E27FC236}">
                  <a16:creationId xmlns:a16="http://schemas.microsoft.com/office/drawing/2014/main" id="{AA0B0C93-485D-4C5B-9D23-7A09CEFE7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067"/>
              <a:ext cx="27" cy="112"/>
            </a:xfrm>
            <a:custGeom>
              <a:avLst/>
              <a:gdLst>
                <a:gd name="T0" fmla="*/ 0 w 11"/>
                <a:gd name="T1" fmla="*/ 0 h 42"/>
                <a:gd name="T2" fmla="*/ 174 w 11"/>
                <a:gd name="T3" fmla="*/ 15112 h 42"/>
                <a:gd name="T4" fmla="*/ 0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4" y="11"/>
                    <a:pt x="5" y="31"/>
                    <a:pt x="1" y="42"/>
                  </a:cubicBezTo>
                  <a:cubicBezTo>
                    <a:pt x="7" y="30"/>
                    <a:pt x="11" y="19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7" name="Freeform 287">
              <a:extLst>
                <a:ext uri="{FF2B5EF4-FFF2-40B4-BE49-F238E27FC236}">
                  <a16:creationId xmlns:a16="http://schemas.microsoft.com/office/drawing/2014/main" id="{FCDF0477-78DC-4D23-BD93-D49654F63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040"/>
              <a:ext cx="25" cy="101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3367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6" y="10"/>
                    <a:pt x="5" y="32"/>
                    <a:pt x="4" y="38"/>
                  </a:cubicBezTo>
                  <a:cubicBezTo>
                    <a:pt x="9" y="24"/>
                    <a:pt x="10" y="13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8" name="Freeform 288">
              <a:extLst>
                <a:ext uri="{FF2B5EF4-FFF2-40B4-BE49-F238E27FC236}">
                  <a16:creationId xmlns:a16="http://schemas.microsoft.com/office/drawing/2014/main" id="{1D207F89-8AE1-419E-8393-B14374CF1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000"/>
              <a:ext cx="25" cy="101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3367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5" y="10"/>
                    <a:pt x="5" y="30"/>
                    <a:pt x="4" y="38"/>
                  </a:cubicBezTo>
                  <a:cubicBezTo>
                    <a:pt x="10" y="23"/>
                    <a:pt x="8" y="10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9" name="Freeform 289">
              <a:extLst>
                <a:ext uri="{FF2B5EF4-FFF2-40B4-BE49-F238E27FC236}">
                  <a16:creationId xmlns:a16="http://schemas.microsoft.com/office/drawing/2014/main" id="{5ECB30C9-FD9D-4CEE-8B7F-CA91C9DE1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957"/>
              <a:ext cx="25" cy="75"/>
            </a:xfrm>
            <a:custGeom>
              <a:avLst/>
              <a:gdLst>
                <a:gd name="T0" fmla="*/ 1488 w 10"/>
                <a:gd name="T1" fmla="*/ 10339 h 28"/>
                <a:gd name="T2" fmla="*/ 0 w 10"/>
                <a:gd name="T3" fmla="*/ 0 h 28"/>
                <a:gd name="T4" fmla="*/ 1488 w 10"/>
                <a:gd name="T5" fmla="*/ 1033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6" y="28"/>
                  </a:moveTo>
                  <a:cubicBezTo>
                    <a:pt x="6" y="24"/>
                    <a:pt x="5" y="11"/>
                    <a:pt x="0" y="0"/>
                  </a:cubicBezTo>
                  <a:cubicBezTo>
                    <a:pt x="6" y="3"/>
                    <a:pt x="10" y="15"/>
                    <a:pt x="6" y="28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0" name="Freeform 290">
              <a:extLst>
                <a:ext uri="{FF2B5EF4-FFF2-40B4-BE49-F238E27FC236}">
                  <a16:creationId xmlns:a16="http://schemas.microsoft.com/office/drawing/2014/main" id="{C3F3C895-2E67-4521-96C1-DDAACB14A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051"/>
              <a:ext cx="17" cy="120"/>
            </a:xfrm>
            <a:custGeom>
              <a:avLst/>
              <a:gdLst>
                <a:gd name="T0" fmla="*/ 1433 w 7"/>
                <a:gd name="T1" fmla="*/ 0 h 45"/>
                <a:gd name="T2" fmla="*/ 831 w 7"/>
                <a:gd name="T3" fmla="*/ 1617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5">
                  <a:moveTo>
                    <a:pt x="7" y="0"/>
                  </a:moveTo>
                  <a:cubicBezTo>
                    <a:pt x="2" y="13"/>
                    <a:pt x="0" y="35"/>
                    <a:pt x="4" y="45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1" name="Freeform 291">
              <a:extLst>
                <a:ext uri="{FF2B5EF4-FFF2-40B4-BE49-F238E27FC236}">
                  <a16:creationId xmlns:a16="http://schemas.microsoft.com/office/drawing/2014/main" id="{4F053CDA-F236-4798-9DE9-0C354D472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3037"/>
              <a:ext cx="25" cy="112"/>
            </a:xfrm>
            <a:custGeom>
              <a:avLst/>
              <a:gdLst>
                <a:gd name="T0" fmla="*/ 2470 w 10"/>
                <a:gd name="T1" fmla="*/ 0 h 42"/>
                <a:gd name="T2" fmla="*/ 1300 w 10"/>
                <a:gd name="T3" fmla="*/ 1511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2">
                  <a:moveTo>
                    <a:pt x="10" y="0"/>
                  </a:moveTo>
                  <a:cubicBezTo>
                    <a:pt x="7" y="13"/>
                    <a:pt x="0" y="31"/>
                    <a:pt x="5" y="42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2" name="Freeform 292">
              <a:extLst>
                <a:ext uri="{FF2B5EF4-FFF2-40B4-BE49-F238E27FC236}">
                  <a16:creationId xmlns:a16="http://schemas.microsoft.com/office/drawing/2014/main" id="{2F2D121C-70D0-4A0D-AF3E-A57AF38D4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3003"/>
              <a:ext cx="43" cy="138"/>
            </a:xfrm>
            <a:custGeom>
              <a:avLst/>
              <a:gdLst>
                <a:gd name="T0" fmla="*/ 4467 w 17"/>
                <a:gd name="T1" fmla="*/ 18150 h 52"/>
                <a:gd name="T2" fmla="*/ 1343 w 17"/>
                <a:gd name="T3" fmla="*/ 14636 h 52"/>
                <a:gd name="T4" fmla="*/ 2380 w 17"/>
                <a:gd name="T5" fmla="*/ 0 h 52"/>
                <a:gd name="T6" fmla="*/ 4467 w 17"/>
                <a:gd name="T7" fmla="*/ 1815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2">
                  <a:moveTo>
                    <a:pt x="17" y="52"/>
                  </a:moveTo>
                  <a:cubicBezTo>
                    <a:pt x="13" y="52"/>
                    <a:pt x="7" y="47"/>
                    <a:pt x="5" y="42"/>
                  </a:cubicBezTo>
                  <a:cubicBezTo>
                    <a:pt x="0" y="32"/>
                    <a:pt x="5" y="12"/>
                    <a:pt x="9" y="0"/>
                  </a:cubicBezTo>
                  <a:cubicBezTo>
                    <a:pt x="7" y="7"/>
                    <a:pt x="1" y="39"/>
                    <a:pt x="17" y="52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3" name="Freeform 293">
              <a:extLst>
                <a:ext uri="{FF2B5EF4-FFF2-40B4-BE49-F238E27FC236}">
                  <a16:creationId xmlns:a16="http://schemas.microsoft.com/office/drawing/2014/main" id="{9A4E3E37-8605-4080-B0CC-BC43A633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965"/>
              <a:ext cx="47" cy="136"/>
            </a:xfrm>
            <a:custGeom>
              <a:avLst/>
              <a:gdLst>
                <a:gd name="T0" fmla="*/ 1831 w 19"/>
                <a:gd name="T1" fmla="*/ 0 h 51"/>
                <a:gd name="T2" fmla="*/ 453 w 19"/>
                <a:gd name="T3" fmla="*/ 12949 h 51"/>
                <a:gd name="T4" fmla="*/ 4344 w 19"/>
                <a:gd name="T5" fmla="*/ 18355 h 51"/>
                <a:gd name="T6" fmla="*/ 1831 w 19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1">
                  <a:moveTo>
                    <a:pt x="8" y="0"/>
                  </a:moveTo>
                  <a:cubicBezTo>
                    <a:pt x="4" y="13"/>
                    <a:pt x="0" y="24"/>
                    <a:pt x="2" y="36"/>
                  </a:cubicBezTo>
                  <a:cubicBezTo>
                    <a:pt x="3" y="42"/>
                    <a:pt x="12" y="49"/>
                    <a:pt x="19" y="51"/>
                  </a:cubicBezTo>
                  <a:cubicBezTo>
                    <a:pt x="9" y="44"/>
                    <a:pt x="4" y="17"/>
                    <a:pt x="8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4" name="Freeform 294">
              <a:extLst>
                <a:ext uri="{FF2B5EF4-FFF2-40B4-BE49-F238E27FC236}">
                  <a16:creationId xmlns:a16="http://schemas.microsoft.com/office/drawing/2014/main" id="{E4E38E7C-D0F6-40C3-9B1E-3AE43A356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827"/>
              <a:ext cx="40" cy="122"/>
            </a:xfrm>
            <a:custGeom>
              <a:avLst/>
              <a:gdLst>
                <a:gd name="T0" fmla="*/ 1770 w 16"/>
                <a:gd name="T1" fmla="*/ 0 h 46"/>
                <a:gd name="T2" fmla="*/ 3438 w 16"/>
                <a:gd name="T3" fmla="*/ 7612 h 46"/>
                <a:gd name="T4" fmla="*/ 1958 w 16"/>
                <a:gd name="T5" fmla="*/ 16024 h 46"/>
                <a:gd name="T6" fmla="*/ 1770 w 16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6">
                  <a:moveTo>
                    <a:pt x="7" y="0"/>
                  </a:moveTo>
                  <a:cubicBezTo>
                    <a:pt x="7" y="6"/>
                    <a:pt x="12" y="19"/>
                    <a:pt x="14" y="22"/>
                  </a:cubicBezTo>
                  <a:cubicBezTo>
                    <a:pt x="16" y="25"/>
                    <a:pt x="8" y="40"/>
                    <a:pt x="8" y="46"/>
                  </a:cubicBezTo>
                  <a:cubicBezTo>
                    <a:pt x="0" y="36"/>
                    <a:pt x="4" y="6"/>
                    <a:pt x="7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5" name="Freeform 295">
              <a:extLst>
                <a:ext uri="{FF2B5EF4-FFF2-40B4-BE49-F238E27FC236}">
                  <a16:creationId xmlns:a16="http://schemas.microsoft.com/office/drawing/2014/main" id="{B6C73399-8C10-4004-90E4-D2763F518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899"/>
              <a:ext cx="55" cy="144"/>
            </a:xfrm>
            <a:custGeom>
              <a:avLst/>
              <a:gdLst>
                <a:gd name="T0" fmla="*/ 5395 w 22"/>
                <a:gd name="T1" fmla="*/ 19421 h 54"/>
                <a:gd name="T2" fmla="*/ 1488 w 22"/>
                <a:gd name="T3" fmla="*/ 12949 h 54"/>
                <a:gd name="T4" fmla="*/ 3250 w 22"/>
                <a:gd name="T5" fmla="*/ 0 h 54"/>
                <a:gd name="T6" fmla="*/ 5395 w 22"/>
                <a:gd name="T7" fmla="*/ 1942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4">
                  <a:moveTo>
                    <a:pt x="22" y="54"/>
                  </a:moveTo>
                  <a:cubicBezTo>
                    <a:pt x="17" y="52"/>
                    <a:pt x="12" y="49"/>
                    <a:pt x="6" y="36"/>
                  </a:cubicBezTo>
                  <a:cubicBezTo>
                    <a:pt x="0" y="24"/>
                    <a:pt x="10" y="8"/>
                    <a:pt x="13" y="0"/>
                  </a:cubicBezTo>
                  <a:cubicBezTo>
                    <a:pt x="9" y="11"/>
                    <a:pt x="6" y="41"/>
                    <a:pt x="22" y="54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6" name="Freeform 296">
              <a:extLst>
                <a:ext uri="{FF2B5EF4-FFF2-40B4-BE49-F238E27FC236}">
                  <a16:creationId xmlns:a16="http://schemas.microsoft.com/office/drawing/2014/main" id="{136501B4-6D2A-4F3F-995C-2BD307EDA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040"/>
              <a:ext cx="105" cy="171"/>
            </a:xfrm>
            <a:custGeom>
              <a:avLst/>
              <a:gdLst>
                <a:gd name="T0" fmla="*/ 1300 w 42"/>
                <a:gd name="T1" fmla="*/ 1470 h 64"/>
                <a:gd name="T2" fmla="*/ 9300 w 42"/>
                <a:gd name="T3" fmla="*/ 1071 h 64"/>
                <a:gd name="T4" fmla="*/ 9770 w 42"/>
                <a:gd name="T5" fmla="*/ 12801 h 64"/>
                <a:gd name="T6" fmla="*/ 9113 w 42"/>
                <a:gd name="T7" fmla="*/ 21094 h 64"/>
                <a:gd name="T8" fmla="*/ 0 w 42"/>
                <a:gd name="T9" fmla="*/ 21517 h 64"/>
                <a:gd name="T10" fmla="*/ 7625 w 42"/>
                <a:gd name="T11" fmla="*/ 16769 h 64"/>
                <a:gd name="T12" fmla="*/ 6845 w 42"/>
                <a:gd name="T13" fmla="*/ 3663 h 64"/>
                <a:gd name="T14" fmla="*/ 1300 w 42"/>
                <a:gd name="T15" fmla="*/ 147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4">
                  <a:moveTo>
                    <a:pt x="5" y="4"/>
                  </a:moveTo>
                  <a:cubicBezTo>
                    <a:pt x="13" y="7"/>
                    <a:pt x="33" y="5"/>
                    <a:pt x="38" y="3"/>
                  </a:cubicBezTo>
                  <a:cubicBezTo>
                    <a:pt x="42" y="0"/>
                    <a:pt x="41" y="24"/>
                    <a:pt x="40" y="35"/>
                  </a:cubicBezTo>
                  <a:cubicBezTo>
                    <a:pt x="39" y="45"/>
                    <a:pt x="41" y="53"/>
                    <a:pt x="37" y="58"/>
                  </a:cubicBezTo>
                  <a:cubicBezTo>
                    <a:pt x="32" y="62"/>
                    <a:pt x="9" y="64"/>
                    <a:pt x="0" y="59"/>
                  </a:cubicBezTo>
                  <a:cubicBezTo>
                    <a:pt x="10" y="59"/>
                    <a:pt x="26" y="62"/>
                    <a:pt x="31" y="46"/>
                  </a:cubicBezTo>
                  <a:cubicBezTo>
                    <a:pt x="36" y="29"/>
                    <a:pt x="33" y="12"/>
                    <a:pt x="28" y="10"/>
                  </a:cubicBezTo>
                  <a:cubicBezTo>
                    <a:pt x="23" y="8"/>
                    <a:pt x="7" y="5"/>
                    <a:pt x="5" y="4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7" name="Freeform 297">
              <a:extLst>
                <a:ext uri="{FF2B5EF4-FFF2-40B4-BE49-F238E27FC236}">
                  <a16:creationId xmlns:a16="http://schemas.microsoft.com/office/drawing/2014/main" id="{AD279B8C-68A0-4C43-930C-F63D8339F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024"/>
              <a:ext cx="83" cy="171"/>
            </a:xfrm>
            <a:custGeom>
              <a:avLst/>
              <a:gdLst>
                <a:gd name="T0" fmla="*/ 797 w 33"/>
                <a:gd name="T1" fmla="*/ 0 h 64"/>
                <a:gd name="T2" fmla="*/ 6844 w 33"/>
                <a:gd name="T3" fmla="*/ 1071 h 64"/>
                <a:gd name="T4" fmla="*/ 7369 w 33"/>
                <a:gd name="T5" fmla="*/ 3262 h 64"/>
                <a:gd name="T6" fmla="*/ 7369 w 33"/>
                <a:gd name="T7" fmla="*/ 22225 h 64"/>
                <a:gd name="T8" fmla="*/ 0 w 33"/>
                <a:gd name="T9" fmla="*/ 19326 h 64"/>
                <a:gd name="T10" fmla="*/ 5043 w 33"/>
                <a:gd name="T11" fmla="*/ 16769 h 64"/>
                <a:gd name="T12" fmla="*/ 5043 w 33"/>
                <a:gd name="T13" fmla="*/ 3262 h 64"/>
                <a:gd name="T14" fmla="*/ 797 w 33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4">
                  <a:moveTo>
                    <a:pt x="3" y="0"/>
                  </a:moveTo>
                  <a:cubicBezTo>
                    <a:pt x="6" y="4"/>
                    <a:pt x="21" y="6"/>
                    <a:pt x="27" y="3"/>
                  </a:cubicBezTo>
                  <a:cubicBezTo>
                    <a:pt x="33" y="0"/>
                    <a:pt x="29" y="9"/>
                    <a:pt x="29" y="9"/>
                  </a:cubicBezTo>
                  <a:cubicBezTo>
                    <a:pt x="29" y="9"/>
                    <a:pt x="24" y="50"/>
                    <a:pt x="29" y="61"/>
                  </a:cubicBezTo>
                  <a:cubicBezTo>
                    <a:pt x="24" y="64"/>
                    <a:pt x="7" y="60"/>
                    <a:pt x="0" y="53"/>
                  </a:cubicBezTo>
                  <a:cubicBezTo>
                    <a:pt x="9" y="57"/>
                    <a:pt x="18" y="55"/>
                    <a:pt x="20" y="46"/>
                  </a:cubicBezTo>
                  <a:cubicBezTo>
                    <a:pt x="22" y="37"/>
                    <a:pt x="26" y="12"/>
                    <a:pt x="20" y="9"/>
                  </a:cubicBezTo>
                  <a:cubicBezTo>
                    <a:pt x="14" y="6"/>
                    <a:pt x="4" y="2"/>
                    <a:pt x="3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8" name="Freeform 298">
              <a:extLst>
                <a:ext uri="{FF2B5EF4-FFF2-40B4-BE49-F238E27FC236}">
                  <a16:creationId xmlns:a16="http://schemas.microsoft.com/office/drawing/2014/main" id="{378B1C42-AFC0-4B23-A7BD-9EF452319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992"/>
              <a:ext cx="60" cy="165"/>
            </a:xfrm>
            <a:custGeom>
              <a:avLst/>
              <a:gdLst>
                <a:gd name="T0" fmla="*/ 0 w 24"/>
                <a:gd name="T1" fmla="*/ 0 h 62"/>
                <a:gd name="T2" fmla="*/ 3908 w 24"/>
                <a:gd name="T3" fmla="*/ 660 h 62"/>
                <a:gd name="T4" fmla="*/ 5863 w 24"/>
                <a:gd name="T5" fmla="*/ 2813 h 62"/>
                <a:gd name="T6" fmla="*/ 4425 w 24"/>
                <a:gd name="T7" fmla="*/ 20319 h 62"/>
                <a:gd name="T8" fmla="*/ 1770 w 24"/>
                <a:gd name="T9" fmla="*/ 20958 h 62"/>
                <a:gd name="T10" fmla="*/ 3250 w 24"/>
                <a:gd name="T11" fmla="*/ 12048 h 62"/>
                <a:gd name="T12" fmla="*/ 2938 w 24"/>
                <a:gd name="T13" fmla="*/ 2813 h 62"/>
                <a:gd name="T14" fmla="*/ 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0" y="0"/>
                  </a:moveTo>
                  <a:cubicBezTo>
                    <a:pt x="6" y="4"/>
                    <a:pt x="13" y="3"/>
                    <a:pt x="16" y="2"/>
                  </a:cubicBezTo>
                  <a:cubicBezTo>
                    <a:pt x="19" y="0"/>
                    <a:pt x="24" y="8"/>
                    <a:pt x="24" y="8"/>
                  </a:cubicBezTo>
                  <a:cubicBezTo>
                    <a:pt x="24" y="8"/>
                    <a:pt x="16" y="43"/>
                    <a:pt x="18" y="57"/>
                  </a:cubicBezTo>
                  <a:cubicBezTo>
                    <a:pt x="18" y="62"/>
                    <a:pt x="7" y="59"/>
                    <a:pt x="7" y="59"/>
                  </a:cubicBezTo>
                  <a:cubicBezTo>
                    <a:pt x="12" y="58"/>
                    <a:pt x="11" y="46"/>
                    <a:pt x="13" y="34"/>
                  </a:cubicBezTo>
                  <a:cubicBezTo>
                    <a:pt x="14" y="22"/>
                    <a:pt x="18" y="9"/>
                    <a:pt x="12" y="8"/>
                  </a:cubicBezTo>
                  <a:cubicBezTo>
                    <a:pt x="6" y="6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9" name="Freeform 299">
              <a:extLst>
                <a:ext uri="{FF2B5EF4-FFF2-40B4-BE49-F238E27FC236}">
                  <a16:creationId xmlns:a16="http://schemas.microsoft.com/office/drawing/2014/main" id="{11BC0368-D865-4436-B0FE-1D6B58BDA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947"/>
              <a:ext cx="65" cy="173"/>
            </a:xfrm>
            <a:custGeom>
              <a:avLst/>
              <a:gdLst>
                <a:gd name="T0" fmla="*/ 0 w 26"/>
                <a:gd name="T1" fmla="*/ 0 h 65"/>
                <a:gd name="T2" fmla="*/ 4895 w 26"/>
                <a:gd name="T3" fmla="*/ 1057 h 65"/>
                <a:gd name="T4" fmla="*/ 6375 w 26"/>
                <a:gd name="T5" fmla="*/ 3202 h 65"/>
                <a:gd name="T6" fmla="*/ 4688 w 26"/>
                <a:gd name="T7" fmla="*/ 22434 h 65"/>
                <a:gd name="T8" fmla="*/ 1958 w 26"/>
                <a:gd name="T9" fmla="*/ 21380 h 65"/>
                <a:gd name="T10" fmla="*/ 3720 w 26"/>
                <a:gd name="T11" fmla="*/ 15195 h 65"/>
                <a:gd name="T12" fmla="*/ 2938 w 26"/>
                <a:gd name="T13" fmla="*/ 3867 h 65"/>
                <a:gd name="T14" fmla="*/ 0 w 26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5">
                  <a:moveTo>
                    <a:pt x="0" y="0"/>
                  </a:moveTo>
                  <a:cubicBezTo>
                    <a:pt x="6" y="4"/>
                    <a:pt x="18" y="3"/>
                    <a:pt x="20" y="3"/>
                  </a:cubicBezTo>
                  <a:cubicBezTo>
                    <a:pt x="20" y="6"/>
                    <a:pt x="24" y="8"/>
                    <a:pt x="26" y="9"/>
                  </a:cubicBezTo>
                  <a:cubicBezTo>
                    <a:pt x="24" y="14"/>
                    <a:pt x="16" y="56"/>
                    <a:pt x="19" y="63"/>
                  </a:cubicBezTo>
                  <a:cubicBezTo>
                    <a:pt x="15" y="65"/>
                    <a:pt x="8" y="60"/>
                    <a:pt x="8" y="60"/>
                  </a:cubicBezTo>
                  <a:cubicBezTo>
                    <a:pt x="12" y="62"/>
                    <a:pt x="14" y="51"/>
                    <a:pt x="15" y="43"/>
                  </a:cubicBezTo>
                  <a:cubicBezTo>
                    <a:pt x="16" y="34"/>
                    <a:pt x="18" y="17"/>
                    <a:pt x="12" y="11"/>
                  </a:cubicBezTo>
                  <a:cubicBezTo>
                    <a:pt x="5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0" name="Freeform 300">
              <a:extLst>
                <a:ext uri="{FF2B5EF4-FFF2-40B4-BE49-F238E27FC236}">
                  <a16:creationId xmlns:a16="http://schemas.microsoft.com/office/drawing/2014/main" id="{113C646F-9A84-47AA-9461-4D1709750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888"/>
              <a:ext cx="48" cy="157"/>
            </a:xfrm>
            <a:custGeom>
              <a:avLst/>
              <a:gdLst>
                <a:gd name="T0" fmla="*/ 0 w 19"/>
                <a:gd name="T1" fmla="*/ 0 h 59"/>
                <a:gd name="T2" fmla="*/ 2567 w 19"/>
                <a:gd name="T3" fmla="*/ 7874 h 59"/>
                <a:gd name="T4" fmla="*/ 2367 w 19"/>
                <a:gd name="T5" fmla="*/ 20953 h 59"/>
                <a:gd name="T6" fmla="*/ 4934 w 19"/>
                <a:gd name="T7" fmla="*/ 6424 h 59"/>
                <a:gd name="T8" fmla="*/ 2367 w 19"/>
                <a:gd name="T9" fmla="*/ 105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0" y="0"/>
                  </a:moveTo>
                  <a:cubicBezTo>
                    <a:pt x="4" y="4"/>
                    <a:pt x="10" y="12"/>
                    <a:pt x="10" y="22"/>
                  </a:cubicBezTo>
                  <a:cubicBezTo>
                    <a:pt x="9" y="33"/>
                    <a:pt x="9" y="59"/>
                    <a:pt x="9" y="59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8" y="6"/>
                    <a:pt x="9" y="3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1" name="Freeform 301">
              <a:extLst>
                <a:ext uri="{FF2B5EF4-FFF2-40B4-BE49-F238E27FC236}">
                  <a16:creationId xmlns:a16="http://schemas.microsoft.com/office/drawing/2014/main" id="{2072985B-4B6A-4D07-832A-84262FAD5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211"/>
              <a:ext cx="112" cy="157"/>
            </a:xfrm>
            <a:custGeom>
              <a:avLst/>
              <a:gdLst>
                <a:gd name="T0" fmla="*/ 9249 w 45"/>
                <a:gd name="T1" fmla="*/ 0 h 59"/>
                <a:gd name="T2" fmla="*/ 9249 w 45"/>
                <a:gd name="T3" fmla="*/ 17355 h 59"/>
                <a:gd name="T4" fmla="*/ 0 w 45"/>
                <a:gd name="T5" fmla="*/ 20258 h 59"/>
                <a:gd name="T6" fmla="*/ 9249 w 4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9">
                  <a:moveTo>
                    <a:pt x="39" y="0"/>
                  </a:moveTo>
                  <a:cubicBezTo>
                    <a:pt x="42" y="10"/>
                    <a:pt x="45" y="40"/>
                    <a:pt x="39" y="49"/>
                  </a:cubicBezTo>
                  <a:cubicBezTo>
                    <a:pt x="33" y="59"/>
                    <a:pt x="7" y="59"/>
                    <a:pt x="0" y="57"/>
                  </a:cubicBezTo>
                  <a:cubicBezTo>
                    <a:pt x="16" y="57"/>
                    <a:pt x="34" y="53"/>
                    <a:pt x="39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2" name="Freeform 302">
              <a:extLst>
                <a:ext uri="{FF2B5EF4-FFF2-40B4-BE49-F238E27FC236}">
                  <a16:creationId xmlns:a16="http://schemas.microsoft.com/office/drawing/2014/main" id="{D5D7205A-78C2-40FA-B9B5-3F1152435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219"/>
              <a:ext cx="25" cy="122"/>
            </a:xfrm>
            <a:custGeom>
              <a:avLst/>
              <a:gdLst>
                <a:gd name="T0" fmla="*/ 313 w 10"/>
                <a:gd name="T1" fmla="*/ 0 h 46"/>
                <a:gd name="T2" fmla="*/ 0 w 10"/>
                <a:gd name="T3" fmla="*/ 16024 h 46"/>
                <a:gd name="T4" fmla="*/ 313 w 10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6">
                  <a:moveTo>
                    <a:pt x="1" y="0"/>
                  </a:moveTo>
                  <a:cubicBezTo>
                    <a:pt x="9" y="18"/>
                    <a:pt x="10" y="34"/>
                    <a:pt x="0" y="46"/>
                  </a:cubicBezTo>
                  <a:cubicBezTo>
                    <a:pt x="4" y="38"/>
                    <a:pt x="4" y="7"/>
                    <a:pt x="1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3" name="Freeform 303">
              <a:extLst>
                <a:ext uri="{FF2B5EF4-FFF2-40B4-BE49-F238E27FC236}">
                  <a16:creationId xmlns:a16="http://schemas.microsoft.com/office/drawing/2014/main" id="{CE08C93D-2FEC-4E7F-B0BA-B08B8DAA8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187"/>
              <a:ext cx="70" cy="162"/>
            </a:xfrm>
            <a:custGeom>
              <a:avLst/>
              <a:gdLst>
                <a:gd name="T0" fmla="*/ 4895 w 28"/>
                <a:gd name="T1" fmla="*/ 0 h 61"/>
                <a:gd name="T2" fmla="*/ 6175 w 28"/>
                <a:gd name="T3" fmla="*/ 16519 h 61"/>
                <a:gd name="T4" fmla="*/ 0 w 28"/>
                <a:gd name="T5" fmla="*/ 21392 h 61"/>
                <a:gd name="T6" fmla="*/ 5208 w 28"/>
                <a:gd name="T7" fmla="*/ 14028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1">
                  <a:moveTo>
                    <a:pt x="20" y="0"/>
                  </a:moveTo>
                  <a:cubicBezTo>
                    <a:pt x="23" y="11"/>
                    <a:pt x="28" y="38"/>
                    <a:pt x="25" y="47"/>
                  </a:cubicBezTo>
                  <a:cubicBezTo>
                    <a:pt x="22" y="56"/>
                    <a:pt x="2" y="60"/>
                    <a:pt x="0" y="61"/>
                  </a:cubicBezTo>
                  <a:cubicBezTo>
                    <a:pt x="9" y="59"/>
                    <a:pt x="19" y="51"/>
                    <a:pt x="21" y="40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4" name="Freeform 304">
              <a:extLst>
                <a:ext uri="{FF2B5EF4-FFF2-40B4-BE49-F238E27FC236}">
                  <a16:creationId xmlns:a16="http://schemas.microsoft.com/office/drawing/2014/main" id="{58E1CBD3-0858-481A-8E24-0BA945BFD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160"/>
              <a:ext cx="63" cy="155"/>
            </a:xfrm>
            <a:custGeom>
              <a:avLst/>
              <a:gdLst>
                <a:gd name="T0" fmla="*/ 4350 w 25"/>
                <a:gd name="T1" fmla="*/ 0 h 58"/>
                <a:gd name="T2" fmla="*/ 5602 w 25"/>
                <a:gd name="T3" fmla="*/ 15006 h 58"/>
                <a:gd name="T4" fmla="*/ 0 w 25"/>
                <a:gd name="T5" fmla="*/ 21112 h 58"/>
                <a:gd name="T6" fmla="*/ 4559 w 25"/>
                <a:gd name="T7" fmla="*/ 11320 h 58"/>
                <a:gd name="T8" fmla="*/ 4350 w 2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17" y="0"/>
                  </a:moveTo>
                  <a:cubicBezTo>
                    <a:pt x="21" y="7"/>
                    <a:pt x="25" y="31"/>
                    <a:pt x="22" y="41"/>
                  </a:cubicBezTo>
                  <a:cubicBezTo>
                    <a:pt x="19" y="51"/>
                    <a:pt x="6" y="57"/>
                    <a:pt x="0" y="58"/>
                  </a:cubicBezTo>
                  <a:cubicBezTo>
                    <a:pt x="9" y="54"/>
                    <a:pt x="16" y="44"/>
                    <a:pt x="18" y="31"/>
                  </a:cubicBezTo>
                  <a:cubicBezTo>
                    <a:pt x="20" y="1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5" name="Freeform 305">
              <a:extLst>
                <a:ext uri="{FF2B5EF4-FFF2-40B4-BE49-F238E27FC236}">
                  <a16:creationId xmlns:a16="http://schemas.microsoft.com/office/drawing/2014/main" id="{5716280B-905A-4FCF-84F1-54751E57D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120"/>
              <a:ext cx="63" cy="152"/>
            </a:xfrm>
            <a:custGeom>
              <a:avLst/>
              <a:gdLst>
                <a:gd name="T0" fmla="*/ 4082 w 25"/>
                <a:gd name="T1" fmla="*/ 0 h 57"/>
                <a:gd name="T2" fmla="*/ 5088 w 25"/>
                <a:gd name="T3" fmla="*/ 14712 h 57"/>
                <a:gd name="T4" fmla="*/ 0 w 25"/>
                <a:gd name="T5" fmla="*/ 20480 h 57"/>
                <a:gd name="T6" fmla="*/ 4082 w 25"/>
                <a:gd name="T7" fmla="*/ 11891 h 57"/>
                <a:gd name="T8" fmla="*/ 4082 w 25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7">
                  <a:moveTo>
                    <a:pt x="16" y="0"/>
                  </a:moveTo>
                  <a:cubicBezTo>
                    <a:pt x="19" y="10"/>
                    <a:pt x="25" y="32"/>
                    <a:pt x="20" y="41"/>
                  </a:cubicBezTo>
                  <a:cubicBezTo>
                    <a:pt x="16" y="51"/>
                    <a:pt x="2" y="57"/>
                    <a:pt x="0" y="57"/>
                  </a:cubicBezTo>
                  <a:cubicBezTo>
                    <a:pt x="8" y="54"/>
                    <a:pt x="14" y="42"/>
                    <a:pt x="16" y="33"/>
                  </a:cubicBezTo>
                  <a:cubicBezTo>
                    <a:pt x="17" y="24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6" name="Freeform 306">
              <a:extLst>
                <a:ext uri="{FF2B5EF4-FFF2-40B4-BE49-F238E27FC236}">
                  <a16:creationId xmlns:a16="http://schemas.microsoft.com/office/drawing/2014/main" id="{903DA240-0E78-4FFA-A98D-0DD86C9AF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059"/>
              <a:ext cx="43" cy="149"/>
            </a:xfrm>
            <a:custGeom>
              <a:avLst/>
              <a:gdLst>
                <a:gd name="T0" fmla="*/ 1556 w 17"/>
                <a:gd name="T1" fmla="*/ 0 h 56"/>
                <a:gd name="T2" fmla="*/ 4467 w 17"/>
                <a:gd name="T3" fmla="*/ 10265 h 56"/>
                <a:gd name="T4" fmla="*/ 0 w 17"/>
                <a:gd name="T5" fmla="*/ 19852 h 56"/>
                <a:gd name="T6" fmla="*/ 2911 w 17"/>
                <a:gd name="T7" fmla="*/ 8517 h 56"/>
                <a:gd name="T8" fmla="*/ 1343 w 17"/>
                <a:gd name="T9" fmla="*/ 65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6">
                  <a:moveTo>
                    <a:pt x="6" y="0"/>
                  </a:moveTo>
                  <a:cubicBezTo>
                    <a:pt x="12" y="9"/>
                    <a:pt x="17" y="24"/>
                    <a:pt x="17" y="29"/>
                  </a:cubicBezTo>
                  <a:cubicBezTo>
                    <a:pt x="17" y="34"/>
                    <a:pt x="7" y="51"/>
                    <a:pt x="0" y="56"/>
                  </a:cubicBezTo>
                  <a:cubicBezTo>
                    <a:pt x="7" y="48"/>
                    <a:pt x="11" y="35"/>
                    <a:pt x="11" y="24"/>
                  </a:cubicBezTo>
                  <a:cubicBezTo>
                    <a:pt x="11" y="13"/>
                    <a:pt x="5" y="2"/>
                    <a:pt x="5" y="2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7" name="Freeform 307">
              <a:extLst>
                <a:ext uri="{FF2B5EF4-FFF2-40B4-BE49-F238E27FC236}">
                  <a16:creationId xmlns:a16="http://schemas.microsoft.com/office/drawing/2014/main" id="{4B1AB0CA-A82D-4E50-B5B1-EB82243AA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981"/>
              <a:ext cx="40" cy="134"/>
            </a:xfrm>
            <a:custGeom>
              <a:avLst/>
              <a:gdLst>
                <a:gd name="T0" fmla="*/ 2470 w 16"/>
                <a:gd name="T1" fmla="*/ 0 h 50"/>
                <a:gd name="T2" fmla="*/ 2470 w 16"/>
                <a:gd name="T3" fmla="*/ 18516 h 50"/>
                <a:gd name="T4" fmla="*/ 0 w 16"/>
                <a:gd name="T5" fmla="*/ 8871 h 50"/>
                <a:gd name="T6" fmla="*/ 2470 w 16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0">
                  <a:moveTo>
                    <a:pt x="10" y="0"/>
                  </a:moveTo>
                  <a:cubicBezTo>
                    <a:pt x="13" y="11"/>
                    <a:pt x="16" y="41"/>
                    <a:pt x="10" y="50"/>
                  </a:cubicBezTo>
                  <a:cubicBezTo>
                    <a:pt x="9" y="39"/>
                    <a:pt x="0" y="24"/>
                    <a:pt x="0" y="24"/>
                  </a:cubicBezTo>
                  <a:cubicBezTo>
                    <a:pt x="7" y="16"/>
                    <a:pt x="9" y="5"/>
                    <a:pt x="1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8" name="Freeform 308">
              <a:extLst>
                <a:ext uri="{FF2B5EF4-FFF2-40B4-BE49-F238E27FC236}">
                  <a16:creationId xmlns:a16="http://schemas.microsoft.com/office/drawing/2014/main" id="{E208B77E-963A-4FF0-9E39-C0202725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104"/>
              <a:ext cx="80" cy="77"/>
            </a:xfrm>
            <a:custGeom>
              <a:avLst/>
              <a:gdLst>
                <a:gd name="T0" fmla="*/ 988 w 32"/>
                <a:gd name="T1" fmla="*/ 2791 h 29"/>
                <a:gd name="T2" fmla="*/ 0 w 32"/>
                <a:gd name="T3" fmla="*/ 5563 h 29"/>
                <a:gd name="T4" fmla="*/ 4220 w 32"/>
                <a:gd name="T5" fmla="*/ 4625 h 29"/>
                <a:gd name="T6" fmla="*/ 7625 w 32"/>
                <a:gd name="T7" fmla="*/ 10145 h 29"/>
                <a:gd name="T8" fmla="*/ 6645 w 32"/>
                <a:gd name="T9" fmla="*/ 0 h 29"/>
                <a:gd name="T10" fmla="*/ 6375 w 32"/>
                <a:gd name="T11" fmla="*/ 0 h 29"/>
                <a:gd name="T12" fmla="*/ 4688 w 32"/>
                <a:gd name="T13" fmla="*/ 1742 h 29"/>
                <a:gd name="T14" fmla="*/ 2270 w 32"/>
                <a:gd name="T15" fmla="*/ 1742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9">
                  <a:moveTo>
                    <a:pt x="4" y="8"/>
                  </a:moveTo>
                  <a:cubicBezTo>
                    <a:pt x="2" y="10"/>
                    <a:pt x="1" y="13"/>
                    <a:pt x="0" y="16"/>
                  </a:cubicBezTo>
                  <a:cubicBezTo>
                    <a:pt x="5" y="13"/>
                    <a:pt x="12" y="12"/>
                    <a:pt x="17" y="13"/>
                  </a:cubicBezTo>
                  <a:cubicBezTo>
                    <a:pt x="27" y="14"/>
                    <a:pt x="30" y="20"/>
                    <a:pt x="31" y="29"/>
                  </a:cubicBezTo>
                  <a:cubicBezTo>
                    <a:pt x="32" y="20"/>
                    <a:pt x="30" y="8"/>
                    <a:pt x="27" y="0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24" y="1"/>
                    <a:pt x="21" y="4"/>
                    <a:pt x="19" y="5"/>
                  </a:cubicBezTo>
                  <a:cubicBezTo>
                    <a:pt x="16" y="6"/>
                    <a:pt x="13" y="4"/>
                    <a:pt x="9" y="5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9" name="Freeform 309">
              <a:extLst>
                <a:ext uri="{FF2B5EF4-FFF2-40B4-BE49-F238E27FC236}">
                  <a16:creationId xmlns:a16="http://schemas.microsoft.com/office/drawing/2014/main" id="{326B2737-9876-4746-A9EF-71BF46AB2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3051"/>
              <a:ext cx="62" cy="50"/>
            </a:xfrm>
            <a:custGeom>
              <a:avLst/>
              <a:gdLst>
                <a:gd name="T0" fmla="*/ 0 w 25"/>
                <a:gd name="T1" fmla="*/ 6324 h 19"/>
                <a:gd name="T2" fmla="*/ 1895 w 25"/>
                <a:gd name="T3" fmla="*/ 1384 h 19"/>
                <a:gd name="T4" fmla="*/ 4238 w 25"/>
                <a:gd name="T5" fmla="*/ 0 h 19"/>
                <a:gd name="T6" fmla="*/ 5826 w 25"/>
                <a:gd name="T7" fmla="*/ 5318 h 19"/>
                <a:gd name="T8" fmla="*/ 3296 w 25"/>
                <a:gd name="T9" fmla="*/ 4032 h 19"/>
                <a:gd name="T10" fmla="*/ 1895 w 25"/>
                <a:gd name="T11" fmla="*/ 5666 h 19"/>
                <a:gd name="T12" fmla="*/ 456 w 25"/>
                <a:gd name="T13" fmla="*/ 594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9">
                  <a:moveTo>
                    <a:pt x="0" y="19"/>
                  </a:moveTo>
                  <a:cubicBezTo>
                    <a:pt x="4" y="15"/>
                    <a:pt x="8" y="10"/>
                    <a:pt x="8" y="4"/>
                  </a:cubicBezTo>
                  <a:cubicBezTo>
                    <a:pt x="12" y="3"/>
                    <a:pt x="15" y="2"/>
                    <a:pt x="18" y="0"/>
                  </a:cubicBezTo>
                  <a:cubicBezTo>
                    <a:pt x="21" y="4"/>
                    <a:pt x="24" y="11"/>
                    <a:pt x="25" y="16"/>
                  </a:cubicBezTo>
                  <a:cubicBezTo>
                    <a:pt x="21" y="13"/>
                    <a:pt x="19" y="10"/>
                    <a:pt x="14" y="12"/>
                  </a:cubicBezTo>
                  <a:cubicBezTo>
                    <a:pt x="11" y="13"/>
                    <a:pt x="10" y="15"/>
                    <a:pt x="8" y="17"/>
                  </a:cubicBezTo>
                  <a:cubicBezTo>
                    <a:pt x="6" y="18"/>
                    <a:pt x="4" y="18"/>
                    <a:pt x="2" y="1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0" name="Freeform 310">
              <a:extLst>
                <a:ext uri="{FF2B5EF4-FFF2-40B4-BE49-F238E27FC236}">
                  <a16:creationId xmlns:a16="http://schemas.microsoft.com/office/drawing/2014/main" id="{207AC48C-C76B-4D57-ABE2-EB4357EAF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144"/>
              <a:ext cx="82" cy="67"/>
            </a:xfrm>
            <a:custGeom>
              <a:avLst/>
              <a:gdLst>
                <a:gd name="T0" fmla="*/ 0 w 33"/>
                <a:gd name="T1" fmla="*/ 4425 h 25"/>
                <a:gd name="T2" fmla="*/ 1148 w 33"/>
                <a:gd name="T3" fmla="*/ 2637 h 25"/>
                <a:gd name="T4" fmla="*/ 7089 w 33"/>
                <a:gd name="T5" fmla="*/ 0 h 25"/>
                <a:gd name="T6" fmla="*/ 7780 w 33"/>
                <a:gd name="T7" fmla="*/ 5258 h 25"/>
                <a:gd name="T8" fmla="*/ 7780 w 33"/>
                <a:gd name="T9" fmla="*/ 9281 h 25"/>
                <a:gd name="T10" fmla="*/ 6625 w 33"/>
                <a:gd name="T11" fmla="*/ 4848 h 25"/>
                <a:gd name="T12" fmla="*/ 4465 w 33"/>
                <a:gd name="T13" fmla="*/ 4425 h 25"/>
                <a:gd name="T14" fmla="*/ 952 w 33"/>
                <a:gd name="T15" fmla="*/ 5523 h 25"/>
                <a:gd name="T16" fmla="*/ 0 w 33"/>
                <a:gd name="T17" fmla="*/ 402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">
                  <a:moveTo>
                    <a:pt x="0" y="12"/>
                  </a:moveTo>
                  <a:cubicBezTo>
                    <a:pt x="2" y="10"/>
                    <a:pt x="4" y="9"/>
                    <a:pt x="5" y="7"/>
                  </a:cubicBezTo>
                  <a:cubicBezTo>
                    <a:pt x="11" y="12"/>
                    <a:pt x="26" y="7"/>
                    <a:pt x="30" y="0"/>
                  </a:cubicBezTo>
                  <a:cubicBezTo>
                    <a:pt x="30" y="5"/>
                    <a:pt x="32" y="9"/>
                    <a:pt x="33" y="14"/>
                  </a:cubicBezTo>
                  <a:cubicBezTo>
                    <a:pt x="33" y="17"/>
                    <a:pt x="32" y="21"/>
                    <a:pt x="33" y="25"/>
                  </a:cubicBezTo>
                  <a:cubicBezTo>
                    <a:pt x="32" y="21"/>
                    <a:pt x="31" y="15"/>
                    <a:pt x="28" y="13"/>
                  </a:cubicBezTo>
                  <a:cubicBezTo>
                    <a:pt x="25" y="9"/>
                    <a:pt x="22" y="11"/>
                    <a:pt x="19" y="12"/>
                  </a:cubicBezTo>
                  <a:cubicBezTo>
                    <a:pt x="15" y="14"/>
                    <a:pt x="8" y="17"/>
                    <a:pt x="4" y="15"/>
                  </a:cubicBezTo>
                  <a:cubicBezTo>
                    <a:pt x="2" y="14"/>
                    <a:pt x="2" y="12"/>
                    <a:pt x="0" y="11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1" name="Freeform 311">
              <a:extLst>
                <a:ext uri="{FF2B5EF4-FFF2-40B4-BE49-F238E27FC236}">
                  <a16:creationId xmlns:a16="http://schemas.microsoft.com/office/drawing/2014/main" id="{CFB8D067-7143-49B7-839D-6130C6445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181"/>
              <a:ext cx="68" cy="51"/>
            </a:xfrm>
            <a:custGeom>
              <a:avLst/>
              <a:gdLst>
                <a:gd name="T0" fmla="*/ 0 w 27"/>
                <a:gd name="T1" fmla="*/ 2904 h 19"/>
                <a:gd name="T2" fmla="*/ 6070 w 27"/>
                <a:gd name="T3" fmla="*/ 0 h 19"/>
                <a:gd name="T4" fmla="*/ 6883 w 27"/>
                <a:gd name="T5" fmla="*/ 7119 h 19"/>
                <a:gd name="T6" fmla="*/ 4344 w 27"/>
                <a:gd name="T7" fmla="*/ 4467 h 19"/>
                <a:gd name="T8" fmla="*/ 2335 w 27"/>
                <a:gd name="T9" fmla="*/ 4193 h 19"/>
                <a:gd name="T10" fmla="*/ 526 w 27"/>
                <a:gd name="T11" fmla="*/ 3328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9">
                  <a:moveTo>
                    <a:pt x="0" y="8"/>
                  </a:moveTo>
                  <a:cubicBezTo>
                    <a:pt x="10" y="10"/>
                    <a:pt x="16" y="4"/>
                    <a:pt x="24" y="0"/>
                  </a:cubicBezTo>
                  <a:cubicBezTo>
                    <a:pt x="26" y="6"/>
                    <a:pt x="25" y="13"/>
                    <a:pt x="27" y="19"/>
                  </a:cubicBezTo>
                  <a:cubicBezTo>
                    <a:pt x="25" y="14"/>
                    <a:pt x="23" y="12"/>
                    <a:pt x="17" y="12"/>
                  </a:cubicBezTo>
                  <a:cubicBezTo>
                    <a:pt x="14" y="12"/>
                    <a:pt x="12" y="11"/>
                    <a:pt x="9" y="11"/>
                  </a:cubicBezTo>
                  <a:cubicBezTo>
                    <a:pt x="6" y="10"/>
                    <a:pt x="5" y="10"/>
                    <a:pt x="2" y="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2" name="Freeform 312">
              <a:extLst>
                <a:ext uri="{FF2B5EF4-FFF2-40B4-BE49-F238E27FC236}">
                  <a16:creationId xmlns:a16="http://schemas.microsoft.com/office/drawing/2014/main" id="{DA9705A1-356C-4A57-83E4-ED612FB9B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197"/>
              <a:ext cx="75" cy="62"/>
            </a:xfrm>
            <a:custGeom>
              <a:avLst/>
              <a:gdLst>
                <a:gd name="T0" fmla="*/ 0 w 30"/>
                <a:gd name="T1" fmla="*/ 2682 h 23"/>
                <a:gd name="T2" fmla="*/ 6645 w 30"/>
                <a:gd name="T3" fmla="*/ 0 h 23"/>
                <a:gd name="T4" fmla="*/ 7158 w 30"/>
                <a:gd name="T5" fmla="*/ 8815 h 23"/>
                <a:gd name="T6" fmla="*/ 5208 w 30"/>
                <a:gd name="T7" fmla="*/ 3429 h 23"/>
                <a:gd name="T8" fmla="*/ 988 w 30"/>
                <a:gd name="T9" fmla="*/ 311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3">
                  <a:moveTo>
                    <a:pt x="0" y="7"/>
                  </a:moveTo>
                  <a:cubicBezTo>
                    <a:pt x="8" y="9"/>
                    <a:pt x="21" y="5"/>
                    <a:pt x="27" y="0"/>
                  </a:cubicBezTo>
                  <a:cubicBezTo>
                    <a:pt x="27" y="8"/>
                    <a:pt x="30" y="15"/>
                    <a:pt x="29" y="23"/>
                  </a:cubicBezTo>
                  <a:cubicBezTo>
                    <a:pt x="26" y="19"/>
                    <a:pt x="27" y="12"/>
                    <a:pt x="21" y="9"/>
                  </a:cubicBezTo>
                  <a:cubicBezTo>
                    <a:pt x="17" y="8"/>
                    <a:pt x="7" y="11"/>
                    <a:pt x="4" y="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3" name="Freeform 313">
              <a:extLst>
                <a:ext uri="{FF2B5EF4-FFF2-40B4-BE49-F238E27FC236}">
                  <a16:creationId xmlns:a16="http://schemas.microsoft.com/office/drawing/2014/main" id="{05A58676-B08A-44CF-999B-B61ED1720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229"/>
              <a:ext cx="27" cy="112"/>
            </a:xfrm>
            <a:custGeom>
              <a:avLst/>
              <a:gdLst>
                <a:gd name="T0" fmla="*/ 0 w 11"/>
                <a:gd name="T1" fmla="*/ 0 h 42"/>
                <a:gd name="T2" fmla="*/ 174 w 11"/>
                <a:gd name="T3" fmla="*/ 15112 h 42"/>
                <a:gd name="T4" fmla="*/ 0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4" y="11"/>
                    <a:pt x="5" y="31"/>
                    <a:pt x="1" y="42"/>
                  </a:cubicBezTo>
                  <a:cubicBezTo>
                    <a:pt x="7" y="30"/>
                    <a:pt x="11" y="19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4" name="Freeform 314">
              <a:extLst>
                <a:ext uri="{FF2B5EF4-FFF2-40B4-BE49-F238E27FC236}">
                  <a16:creationId xmlns:a16="http://schemas.microsoft.com/office/drawing/2014/main" id="{224DF2E6-FDA7-4B23-BA29-C87FF872E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203"/>
              <a:ext cx="25" cy="101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3367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6" y="10"/>
                    <a:pt x="5" y="32"/>
                    <a:pt x="4" y="38"/>
                  </a:cubicBezTo>
                  <a:cubicBezTo>
                    <a:pt x="9" y="24"/>
                    <a:pt x="10" y="13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5" name="Freeform 315">
              <a:extLst>
                <a:ext uri="{FF2B5EF4-FFF2-40B4-BE49-F238E27FC236}">
                  <a16:creationId xmlns:a16="http://schemas.microsoft.com/office/drawing/2014/main" id="{68857535-BF78-438A-A961-009B562BF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163"/>
              <a:ext cx="25" cy="101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3367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5" y="10"/>
                    <a:pt x="5" y="30"/>
                    <a:pt x="4" y="38"/>
                  </a:cubicBezTo>
                  <a:cubicBezTo>
                    <a:pt x="10" y="23"/>
                    <a:pt x="8" y="10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6" name="Freeform 316">
              <a:extLst>
                <a:ext uri="{FF2B5EF4-FFF2-40B4-BE49-F238E27FC236}">
                  <a16:creationId xmlns:a16="http://schemas.microsoft.com/office/drawing/2014/main" id="{63DDBAF6-DBC0-47CD-9978-C67B31406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120"/>
              <a:ext cx="25" cy="75"/>
            </a:xfrm>
            <a:custGeom>
              <a:avLst/>
              <a:gdLst>
                <a:gd name="T0" fmla="*/ 1488 w 10"/>
                <a:gd name="T1" fmla="*/ 10339 h 28"/>
                <a:gd name="T2" fmla="*/ 0 w 10"/>
                <a:gd name="T3" fmla="*/ 0 h 28"/>
                <a:gd name="T4" fmla="*/ 1488 w 10"/>
                <a:gd name="T5" fmla="*/ 1033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6" y="28"/>
                  </a:moveTo>
                  <a:cubicBezTo>
                    <a:pt x="6" y="24"/>
                    <a:pt x="5" y="11"/>
                    <a:pt x="0" y="0"/>
                  </a:cubicBezTo>
                  <a:cubicBezTo>
                    <a:pt x="6" y="3"/>
                    <a:pt x="10" y="15"/>
                    <a:pt x="6" y="28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7" name="Freeform 317">
              <a:extLst>
                <a:ext uri="{FF2B5EF4-FFF2-40B4-BE49-F238E27FC236}">
                  <a16:creationId xmlns:a16="http://schemas.microsoft.com/office/drawing/2014/main" id="{EC475561-8D72-476F-85BD-324DFA296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213"/>
              <a:ext cx="17" cy="120"/>
            </a:xfrm>
            <a:custGeom>
              <a:avLst/>
              <a:gdLst>
                <a:gd name="T0" fmla="*/ 1433 w 7"/>
                <a:gd name="T1" fmla="*/ 0 h 45"/>
                <a:gd name="T2" fmla="*/ 831 w 7"/>
                <a:gd name="T3" fmla="*/ 1617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5">
                  <a:moveTo>
                    <a:pt x="7" y="0"/>
                  </a:moveTo>
                  <a:cubicBezTo>
                    <a:pt x="2" y="13"/>
                    <a:pt x="0" y="35"/>
                    <a:pt x="4" y="45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8" name="Freeform 318">
              <a:extLst>
                <a:ext uri="{FF2B5EF4-FFF2-40B4-BE49-F238E27FC236}">
                  <a16:creationId xmlns:a16="http://schemas.microsoft.com/office/drawing/2014/main" id="{385318A4-321B-4D68-9A8F-F7F13ED38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3200"/>
              <a:ext cx="25" cy="112"/>
            </a:xfrm>
            <a:custGeom>
              <a:avLst/>
              <a:gdLst>
                <a:gd name="T0" fmla="*/ 2470 w 10"/>
                <a:gd name="T1" fmla="*/ 0 h 42"/>
                <a:gd name="T2" fmla="*/ 1300 w 10"/>
                <a:gd name="T3" fmla="*/ 1511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2">
                  <a:moveTo>
                    <a:pt x="10" y="0"/>
                  </a:moveTo>
                  <a:cubicBezTo>
                    <a:pt x="7" y="13"/>
                    <a:pt x="0" y="32"/>
                    <a:pt x="5" y="42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9" name="Freeform 319">
              <a:extLst>
                <a:ext uri="{FF2B5EF4-FFF2-40B4-BE49-F238E27FC236}">
                  <a16:creationId xmlns:a16="http://schemas.microsoft.com/office/drawing/2014/main" id="{E10513D7-C810-4C07-A123-4D4642273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3168"/>
              <a:ext cx="43" cy="136"/>
            </a:xfrm>
            <a:custGeom>
              <a:avLst/>
              <a:gdLst>
                <a:gd name="T0" fmla="*/ 4467 w 17"/>
                <a:gd name="T1" fmla="*/ 18355 h 51"/>
                <a:gd name="T2" fmla="*/ 1343 w 17"/>
                <a:gd name="T3" fmla="*/ 14712 h 51"/>
                <a:gd name="T4" fmla="*/ 2380 w 17"/>
                <a:gd name="T5" fmla="*/ 0 h 51"/>
                <a:gd name="T6" fmla="*/ 4467 w 17"/>
                <a:gd name="T7" fmla="*/ 1835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1">
                  <a:moveTo>
                    <a:pt x="17" y="51"/>
                  </a:moveTo>
                  <a:cubicBezTo>
                    <a:pt x="13" y="51"/>
                    <a:pt x="7" y="46"/>
                    <a:pt x="5" y="41"/>
                  </a:cubicBezTo>
                  <a:cubicBezTo>
                    <a:pt x="0" y="31"/>
                    <a:pt x="5" y="11"/>
                    <a:pt x="9" y="0"/>
                  </a:cubicBezTo>
                  <a:cubicBezTo>
                    <a:pt x="7" y="6"/>
                    <a:pt x="1" y="38"/>
                    <a:pt x="17" y="51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0" name="Freeform 320">
              <a:extLst>
                <a:ext uri="{FF2B5EF4-FFF2-40B4-BE49-F238E27FC236}">
                  <a16:creationId xmlns:a16="http://schemas.microsoft.com/office/drawing/2014/main" id="{A06FF0BB-0133-4392-8215-9173CC0B7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131"/>
              <a:ext cx="47" cy="133"/>
            </a:xfrm>
            <a:custGeom>
              <a:avLst/>
              <a:gdLst>
                <a:gd name="T0" fmla="*/ 1831 w 19"/>
                <a:gd name="T1" fmla="*/ 0 h 50"/>
                <a:gd name="T2" fmla="*/ 453 w 19"/>
                <a:gd name="T3" fmla="*/ 12369 h 50"/>
                <a:gd name="T4" fmla="*/ 4344 w 19"/>
                <a:gd name="T5" fmla="*/ 17732 h 50"/>
                <a:gd name="T6" fmla="*/ 1831 w 19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0">
                  <a:moveTo>
                    <a:pt x="8" y="0"/>
                  </a:moveTo>
                  <a:cubicBezTo>
                    <a:pt x="4" y="12"/>
                    <a:pt x="0" y="24"/>
                    <a:pt x="2" y="35"/>
                  </a:cubicBezTo>
                  <a:cubicBezTo>
                    <a:pt x="3" y="41"/>
                    <a:pt x="12" y="48"/>
                    <a:pt x="19" y="50"/>
                  </a:cubicBezTo>
                  <a:cubicBezTo>
                    <a:pt x="9" y="43"/>
                    <a:pt x="4" y="16"/>
                    <a:pt x="8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1" name="Freeform 321">
              <a:extLst>
                <a:ext uri="{FF2B5EF4-FFF2-40B4-BE49-F238E27FC236}">
                  <a16:creationId xmlns:a16="http://schemas.microsoft.com/office/drawing/2014/main" id="{31198846-187C-4AD6-8589-937654C8A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989"/>
              <a:ext cx="40" cy="123"/>
            </a:xfrm>
            <a:custGeom>
              <a:avLst/>
              <a:gdLst>
                <a:gd name="T0" fmla="*/ 1770 w 16"/>
                <a:gd name="T1" fmla="*/ 0 h 46"/>
                <a:gd name="T2" fmla="*/ 3438 w 16"/>
                <a:gd name="T3" fmla="*/ 8065 h 46"/>
                <a:gd name="T4" fmla="*/ 1958 w 16"/>
                <a:gd name="T5" fmla="*/ 16824 h 46"/>
                <a:gd name="T6" fmla="*/ 1770 w 16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6">
                  <a:moveTo>
                    <a:pt x="7" y="0"/>
                  </a:moveTo>
                  <a:cubicBezTo>
                    <a:pt x="7" y="6"/>
                    <a:pt x="12" y="19"/>
                    <a:pt x="14" y="22"/>
                  </a:cubicBezTo>
                  <a:cubicBezTo>
                    <a:pt x="16" y="25"/>
                    <a:pt x="8" y="40"/>
                    <a:pt x="8" y="46"/>
                  </a:cubicBezTo>
                  <a:cubicBezTo>
                    <a:pt x="0" y="36"/>
                    <a:pt x="4" y="7"/>
                    <a:pt x="7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2" name="Freeform 322">
              <a:extLst>
                <a:ext uri="{FF2B5EF4-FFF2-40B4-BE49-F238E27FC236}">
                  <a16:creationId xmlns:a16="http://schemas.microsoft.com/office/drawing/2014/main" id="{7BA8A098-C37D-4D2E-95F4-0F8996846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061"/>
              <a:ext cx="55" cy="144"/>
            </a:xfrm>
            <a:custGeom>
              <a:avLst/>
              <a:gdLst>
                <a:gd name="T0" fmla="*/ 5395 w 22"/>
                <a:gd name="T1" fmla="*/ 19421 h 54"/>
                <a:gd name="T2" fmla="*/ 1488 w 22"/>
                <a:gd name="T3" fmla="*/ 12949 h 54"/>
                <a:gd name="T4" fmla="*/ 3250 w 22"/>
                <a:gd name="T5" fmla="*/ 0 h 54"/>
                <a:gd name="T6" fmla="*/ 5395 w 22"/>
                <a:gd name="T7" fmla="*/ 1942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4">
                  <a:moveTo>
                    <a:pt x="22" y="54"/>
                  </a:moveTo>
                  <a:cubicBezTo>
                    <a:pt x="17" y="52"/>
                    <a:pt x="12" y="49"/>
                    <a:pt x="6" y="36"/>
                  </a:cubicBezTo>
                  <a:cubicBezTo>
                    <a:pt x="0" y="24"/>
                    <a:pt x="10" y="8"/>
                    <a:pt x="13" y="0"/>
                  </a:cubicBezTo>
                  <a:cubicBezTo>
                    <a:pt x="9" y="11"/>
                    <a:pt x="6" y="41"/>
                    <a:pt x="22" y="54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3" name="Freeform 323">
              <a:extLst>
                <a:ext uri="{FF2B5EF4-FFF2-40B4-BE49-F238E27FC236}">
                  <a16:creationId xmlns:a16="http://schemas.microsoft.com/office/drawing/2014/main" id="{29F519B1-8D4C-45B4-8F4C-673652EE3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203"/>
              <a:ext cx="105" cy="170"/>
            </a:xfrm>
            <a:custGeom>
              <a:avLst/>
              <a:gdLst>
                <a:gd name="T0" fmla="*/ 1300 w 42"/>
                <a:gd name="T1" fmla="*/ 1743 h 64"/>
                <a:gd name="T2" fmla="*/ 9300 w 42"/>
                <a:gd name="T3" fmla="*/ 1052 h 64"/>
                <a:gd name="T4" fmla="*/ 9770 w 42"/>
                <a:gd name="T5" fmla="*/ 12298 h 64"/>
                <a:gd name="T6" fmla="*/ 9113 w 42"/>
                <a:gd name="T7" fmla="*/ 20355 h 64"/>
                <a:gd name="T8" fmla="*/ 0 w 42"/>
                <a:gd name="T9" fmla="*/ 20764 h 64"/>
                <a:gd name="T10" fmla="*/ 7625 w 42"/>
                <a:gd name="T11" fmla="*/ 16137 h 64"/>
                <a:gd name="T12" fmla="*/ 6845 w 42"/>
                <a:gd name="T13" fmla="*/ 3578 h 64"/>
                <a:gd name="T14" fmla="*/ 1300 w 42"/>
                <a:gd name="T15" fmla="*/ 1743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4">
                  <a:moveTo>
                    <a:pt x="5" y="5"/>
                  </a:moveTo>
                  <a:cubicBezTo>
                    <a:pt x="13" y="7"/>
                    <a:pt x="33" y="5"/>
                    <a:pt x="38" y="3"/>
                  </a:cubicBezTo>
                  <a:cubicBezTo>
                    <a:pt x="42" y="0"/>
                    <a:pt x="41" y="25"/>
                    <a:pt x="40" y="35"/>
                  </a:cubicBezTo>
                  <a:cubicBezTo>
                    <a:pt x="39" y="45"/>
                    <a:pt x="41" y="53"/>
                    <a:pt x="37" y="58"/>
                  </a:cubicBezTo>
                  <a:cubicBezTo>
                    <a:pt x="32" y="63"/>
                    <a:pt x="9" y="64"/>
                    <a:pt x="0" y="59"/>
                  </a:cubicBezTo>
                  <a:cubicBezTo>
                    <a:pt x="10" y="59"/>
                    <a:pt x="26" y="62"/>
                    <a:pt x="31" y="46"/>
                  </a:cubicBezTo>
                  <a:cubicBezTo>
                    <a:pt x="36" y="29"/>
                    <a:pt x="33" y="13"/>
                    <a:pt x="28" y="10"/>
                  </a:cubicBezTo>
                  <a:cubicBezTo>
                    <a:pt x="23" y="8"/>
                    <a:pt x="7" y="6"/>
                    <a:pt x="5" y="5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4" name="Freeform 324">
              <a:extLst>
                <a:ext uri="{FF2B5EF4-FFF2-40B4-BE49-F238E27FC236}">
                  <a16:creationId xmlns:a16="http://schemas.microsoft.com/office/drawing/2014/main" id="{6E921F63-2FA5-41F7-94BD-66849CB30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187"/>
              <a:ext cx="83" cy="170"/>
            </a:xfrm>
            <a:custGeom>
              <a:avLst/>
              <a:gdLst>
                <a:gd name="T0" fmla="*/ 797 w 33"/>
                <a:gd name="T1" fmla="*/ 0 h 64"/>
                <a:gd name="T2" fmla="*/ 6844 w 33"/>
                <a:gd name="T3" fmla="*/ 1052 h 64"/>
                <a:gd name="T4" fmla="*/ 7369 w 33"/>
                <a:gd name="T5" fmla="*/ 3190 h 64"/>
                <a:gd name="T6" fmla="*/ 7369 w 33"/>
                <a:gd name="T7" fmla="*/ 21399 h 64"/>
                <a:gd name="T8" fmla="*/ 0 w 33"/>
                <a:gd name="T9" fmla="*/ 18668 h 64"/>
                <a:gd name="T10" fmla="*/ 5043 w 33"/>
                <a:gd name="T11" fmla="*/ 16137 h 64"/>
                <a:gd name="T12" fmla="*/ 5043 w 33"/>
                <a:gd name="T13" fmla="*/ 3578 h 64"/>
                <a:gd name="T14" fmla="*/ 797 w 33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4">
                  <a:moveTo>
                    <a:pt x="3" y="0"/>
                  </a:moveTo>
                  <a:cubicBezTo>
                    <a:pt x="6" y="4"/>
                    <a:pt x="21" y="6"/>
                    <a:pt x="27" y="3"/>
                  </a:cubicBezTo>
                  <a:cubicBezTo>
                    <a:pt x="33" y="0"/>
                    <a:pt x="29" y="9"/>
                    <a:pt x="29" y="9"/>
                  </a:cubicBezTo>
                  <a:cubicBezTo>
                    <a:pt x="29" y="9"/>
                    <a:pt x="24" y="50"/>
                    <a:pt x="29" y="61"/>
                  </a:cubicBezTo>
                  <a:cubicBezTo>
                    <a:pt x="24" y="64"/>
                    <a:pt x="7" y="60"/>
                    <a:pt x="0" y="53"/>
                  </a:cubicBezTo>
                  <a:cubicBezTo>
                    <a:pt x="9" y="57"/>
                    <a:pt x="18" y="55"/>
                    <a:pt x="20" y="46"/>
                  </a:cubicBezTo>
                  <a:cubicBezTo>
                    <a:pt x="22" y="37"/>
                    <a:pt x="26" y="13"/>
                    <a:pt x="20" y="10"/>
                  </a:cubicBezTo>
                  <a:cubicBezTo>
                    <a:pt x="14" y="6"/>
                    <a:pt x="4" y="2"/>
                    <a:pt x="3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5" name="Freeform 325">
              <a:extLst>
                <a:ext uri="{FF2B5EF4-FFF2-40B4-BE49-F238E27FC236}">
                  <a16:creationId xmlns:a16="http://schemas.microsoft.com/office/drawing/2014/main" id="{AAE20A20-A9A0-4BA8-B86D-BC94BF2F1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3155"/>
              <a:ext cx="60" cy="165"/>
            </a:xfrm>
            <a:custGeom>
              <a:avLst/>
              <a:gdLst>
                <a:gd name="T0" fmla="*/ 0 w 24"/>
                <a:gd name="T1" fmla="*/ 0 h 62"/>
                <a:gd name="T2" fmla="*/ 3908 w 24"/>
                <a:gd name="T3" fmla="*/ 660 h 62"/>
                <a:gd name="T4" fmla="*/ 5863 w 24"/>
                <a:gd name="T5" fmla="*/ 2813 h 62"/>
                <a:gd name="T6" fmla="*/ 4425 w 24"/>
                <a:gd name="T7" fmla="*/ 20319 h 62"/>
                <a:gd name="T8" fmla="*/ 1770 w 24"/>
                <a:gd name="T9" fmla="*/ 20958 h 62"/>
                <a:gd name="T10" fmla="*/ 3250 w 24"/>
                <a:gd name="T11" fmla="*/ 12048 h 62"/>
                <a:gd name="T12" fmla="*/ 2938 w 24"/>
                <a:gd name="T13" fmla="*/ 2813 h 62"/>
                <a:gd name="T14" fmla="*/ 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0" y="0"/>
                  </a:moveTo>
                  <a:cubicBezTo>
                    <a:pt x="6" y="4"/>
                    <a:pt x="13" y="4"/>
                    <a:pt x="16" y="2"/>
                  </a:cubicBezTo>
                  <a:cubicBezTo>
                    <a:pt x="19" y="0"/>
                    <a:pt x="24" y="8"/>
                    <a:pt x="24" y="8"/>
                  </a:cubicBezTo>
                  <a:cubicBezTo>
                    <a:pt x="24" y="8"/>
                    <a:pt x="16" y="44"/>
                    <a:pt x="18" y="57"/>
                  </a:cubicBezTo>
                  <a:cubicBezTo>
                    <a:pt x="18" y="62"/>
                    <a:pt x="7" y="59"/>
                    <a:pt x="7" y="59"/>
                  </a:cubicBezTo>
                  <a:cubicBezTo>
                    <a:pt x="12" y="58"/>
                    <a:pt x="11" y="46"/>
                    <a:pt x="13" y="34"/>
                  </a:cubicBezTo>
                  <a:cubicBezTo>
                    <a:pt x="14" y="23"/>
                    <a:pt x="18" y="9"/>
                    <a:pt x="12" y="8"/>
                  </a:cubicBezTo>
                  <a:cubicBezTo>
                    <a:pt x="6" y="6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6" name="Freeform 326">
              <a:extLst>
                <a:ext uri="{FF2B5EF4-FFF2-40B4-BE49-F238E27FC236}">
                  <a16:creationId xmlns:a16="http://schemas.microsoft.com/office/drawing/2014/main" id="{C832D28D-8BA2-4605-A62B-5908DC7CE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3109"/>
              <a:ext cx="65" cy="174"/>
            </a:xfrm>
            <a:custGeom>
              <a:avLst/>
              <a:gdLst>
                <a:gd name="T0" fmla="*/ 0 w 26"/>
                <a:gd name="T1" fmla="*/ 0 h 65"/>
                <a:gd name="T2" fmla="*/ 4895 w 26"/>
                <a:gd name="T3" fmla="*/ 1076 h 65"/>
                <a:gd name="T4" fmla="*/ 6375 w 26"/>
                <a:gd name="T5" fmla="*/ 3705 h 65"/>
                <a:gd name="T6" fmla="*/ 4688 w 26"/>
                <a:gd name="T7" fmla="*/ 23212 h 65"/>
                <a:gd name="T8" fmla="*/ 1958 w 26"/>
                <a:gd name="T9" fmla="*/ 22387 h 65"/>
                <a:gd name="T10" fmla="*/ 3720 w 26"/>
                <a:gd name="T11" fmla="*/ 15807 h 65"/>
                <a:gd name="T12" fmla="*/ 2938 w 26"/>
                <a:gd name="T13" fmla="*/ 4005 h 65"/>
                <a:gd name="T14" fmla="*/ 0 w 26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5">
                  <a:moveTo>
                    <a:pt x="0" y="0"/>
                  </a:moveTo>
                  <a:cubicBezTo>
                    <a:pt x="6" y="4"/>
                    <a:pt x="18" y="3"/>
                    <a:pt x="20" y="3"/>
                  </a:cubicBezTo>
                  <a:cubicBezTo>
                    <a:pt x="20" y="6"/>
                    <a:pt x="24" y="8"/>
                    <a:pt x="26" y="10"/>
                  </a:cubicBezTo>
                  <a:cubicBezTo>
                    <a:pt x="24" y="14"/>
                    <a:pt x="16" y="56"/>
                    <a:pt x="19" y="63"/>
                  </a:cubicBezTo>
                  <a:cubicBezTo>
                    <a:pt x="15" y="65"/>
                    <a:pt x="8" y="61"/>
                    <a:pt x="8" y="61"/>
                  </a:cubicBezTo>
                  <a:cubicBezTo>
                    <a:pt x="12" y="62"/>
                    <a:pt x="14" y="52"/>
                    <a:pt x="15" y="43"/>
                  </a:cubicBezTo>
                  <a:cubicBezTo>
                    <a:pt x="16" y="34"/>
                    <a:pt x="18" y="17"/>
                    <a:pt x="12" y="11"/>
                  </a:cubicBezTo>
                  <a:cubicBezTo>
                    <a:pt x="5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7" name="Freeform 327">
              <a:extLst>
                <a:ext uri="{FF2B5EF4-FFF2-40B4-BE49-F238E27FC236}">
                  <a16:creationId xmlns:a16="http://schemas.microsoft.com/office/drawing/2014/main" id="{F04E9B05-05E2-45C6-91FC-3D6E984A4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051"/>
              <a:ext cx="48" cy="160"/>
            </a:xfrm>
            <a:custGeom>
              <a:avLst/>
              <a:gdLst>
                <a:gd name="T0" fmla="*/ 0 w 19"/>
                <a:gd name="T1" fmla="*/ 0 h 60"/>
                <a:gd name="T2" fmla="*/ 2567 w 19"/>
                <a:gd name="T3" fmla="*/ 8248 h 60"/>
                <a:gd name="T4" fmla="*/ 2367 w 19"/>
                <a:gd name="T5" fmla="*/ 21597 h 60"/>
                <a:gd name="T6" fmla="*/ 4934 w 19"/>
                <a:gd name="T7" fmla="*/ 6883 h 60"/>
                <a:gd name="T8" fmla="*/ 2367 w 19"/>
                <a:gd name="T9" fmla="*/ 105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0">
                  <a:moveTo>
                    <a:pt x="0" y="0"/>
                  </a:moveTo>
                  <a:cubicBezTo>
                    <a:pt x="4" y="4"/>
                    <a:pt x="10" y="13"/>
                    <a:pt x="10" y="23"/>
                  </a:cubicBezTo>
                  <a:cubicBezTo>
                    <a:pt x="9" y="33"/>
                    <a:pt x="9" y="60"/>
                    <a:pt x="9" y="6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8" y="7"/>
                    <a:pt x="9" y="3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8" name="Freeform 328">
              <a:extLst>
                <a:ext uri="{FF2B5EF4-FFF2-40B4-BE49-F238E27FC236}">
                  <a16:creationId xmlns:a16="http://schemas.microsoft.com/office/drawing/2014/main" id="{A5740725-29BE-4A88-BC6E-06105E9EB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373"/>
              <a:ext cx="112" cy="158"/>
            </a:xfrm>
            <a:custGeom>
              <a:avLst/>
              <a:gdLst>
                <a:gd name="T0" fmla="*/ 9249 w 45"/>
                <a:gd name="T1" fmla="*/ 0 h 59"/>
                <a:gd name="T2" fmla="*/ 9249 w 45"/>
                <a:gd name="T3" fmla="*/ 18049 h 59"/>
                <a:gd name="T4" fmla="*/ 0 w 45"/>
                <a:gd name="T5" fmla="*/ 21084 h 59"/>
                <a:gd name="T6" fmla="*/ 9249 w 4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9">
                  <a:moveTo>
                    <a:pt x="39" y="0"/>
                  </a:moveTo>
                  <a:cubicBezTo>
                    <a:pt x="42" y="10"/>
                    <a:pt x="45" y="40"/>
                    <a:pt x="39" y="49"/>
                  </a:cubicBezTo>
                  <a:cubicBezTo>
                    <a:pt x="33" y="59"/>
                    <a:pt x="7" y="59"/>
                    <a:pt x="0" y="57"/>
                  </a:cubicBezTo>
                  <a:cubicBezTo>
                    <a:pt x="16" y="57"/>
                    <a:pt x="34" y="53"/>
                    <a:pt x="39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9" name="Freeform 329">
              <a:extLst>
                <a:ext uri="{FF2B5EF4-FFF2-40B4-BE49-F238E27FC236}">
                  <a16:creationId xmlns:a16="http://schemas.microsoft.com/office/drawing/2014/main" id="{9F527FCC-C651-4331-9264-CFC2BA7D5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381"/>
              <a:ext cx="25" cy="123"/>
            </a:xfrm>
            <a:custGeom>
              <a:avLst/>
              <a:gdLst>
                <a:gd name="T0" fmla="*/ 313 w 10"/>
                <a:gd name="T1" fmla="*/ 0 h 46"/>
                <a:gd name="T2" fmla="*/ 0 w 10"/>
                <a:gd name="T3" fmla="*/ 16824 h 46"/>
                <a:gd name="T4" fmla="*/ 313 w 10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6">
                  <a:moveTo>
                    <a:pt x="1" y="0"/>
                  </a:moveTo>
                  <a:cubicBezTo>
                    <a:pt x="9" y="18"/>
                    <a:pt x="10" y="33"/>
                    <a:pt x="0" y="46"/>
                  </a:cubicBezTo>
                  <a:cubicBezTo>
                    <a:pt x="4" y="38"/>
                    <a:pt x="4" y="7"/>
                    <a:pt x="1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0" name="Freeform 330">
              <a:extLst>
                <a:ext uri="{FF2B5EF4-FFF2-40B4-BE49-F238E27FC236}">
                  <a16:creationId xmlns:a16="http://schemas.microsoft.com/office/drawing/2014/main" id="{AC94CBF9-AD8E-4466-977A-0B0300A6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349"/>
              <a:ext cx="70" cy="160"/>
            </a:xfrm>
            <a:custGeom>
              <a:avLst/>
              <a:gdLst>
                <a:gd name="T0" fmla="*/ 4895 w 28"/>
                <a:gd name="T1" fmla="*/ 0 h 60"/>
                <a:gd name="T2" fmla="*/ 6175 w 28"/>
                <a:gd name="T3" fmla="*/ 16840 h 60"/>
                <a:gd name="T4" fmla="*/ 0 w 28"/>
                <a:gd name="T5" fmla="*/ 21597 h 60"/>
                <a:gd name="T6" fmla="*/ 5208 w 28"/>
                <a:gd name="T7" fmla="*/ 1401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0">
                  <a:moveTo>
                    <a:pt x="20" y="0"/>
                  </a:moveTo>
                  <a:cubicBezTo>
                    <a:pt x="23" y="10"/>
                    <a:pt x="28" y="38"/>
                    <a:pt x="25" y="47"/>
                  </a:cubicBezTo>
                  <a:cubicBezTo>
                    <a:pt x="22" y="55"/>
                    <a:pt x="2" y="60"/>
                    <a:pt x="0" y="60"/>
                  </a:cubicBezTo>
                  <a:cubicBezTo>
                    <a:pt x="9" y="59"/>
                    <a:pt x="19" y="51"/>
                    <a:pt x="21" y="3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1" name="Freeform 331">
              <a:extLst>
                <a:ext uri="{FF2B5EF4-FFF2-40B4-BE49-F238E27FC236}">
                  <a16:creationId xmlns:a16="http://schemas.microsoft.com/office/drawing/2014/main" id="{260672BF-E1FE-4BE4-98A1-C592C3DAD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320"/>
              <a:ext cx="63" cy="155"/>
            </a:xfrm>
            <a:custGeom>
              <a:avLst/>
              <a:gdLst>
                <a:gd name="T0" fmla="*/ 4350 w 25"/>
                <a:gd name="T1" fmla="*/ 0 h 58"/>
                <a:gd name="T2" fmla="*/ 5602 w 25"/>
                <a:gd name="T3" fmla="*/ 15249 h 58"/>
                <a:gd name="T4" fmla="*/ 0 w 25"/>
                <a:gd name="T5" fmla="*/ 21112 h 58"/>
                <a:gd name="T6" fmla="*/ 4559 w 25"/>
                <a:gd name="T7" fmla="*/ 11320 h 58"/>
                <a:gd name="T8" fmla="*/ 4350 w 2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17" y="0"/>
                  </a:moveTo>
                  <a:cubicBezTo>
                    <a:pt x="21" y="8"/>
                    <a:pt x="25" y="32"/>
                    <a:pt x="22" y="42"/>
                  </a:cubicBezTo>
                  <a:cubicBezTo>
                    <a:pt x="19" y="51"/>
                    <a:pt x="6" y="58"/>
                    <a:pt x="0" y="58"/>
                  </a:cubicBezTo>
                  <a:cubicBezTo>
                    <a:pt x="9" y="54"/>
                    <a:pt x="16" y="45"/>
                    <a:pt x="18" y="31"/>
                  </a:cubicBezTo>
                  <a:cubicBezTo>
                    <a:pt x="20" y="1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2" name="Freeform 332">
              <a:extLst>
                <a:ext uri="{FF2B5EF4-FFF2-40B4-BE49-F238E27FC236}">
                  <a16:creationId xmlns:a16="http://schemas.microsoft.com/office/drawing/2014/main" id="{6707F537-634D-484B-963E-52C4F5024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280"/>
              <a:ext cx="63" cy="152"/>
            </a:xfrm>
            <a:custGeom>
              <a:avLst/>
              <a:gdLst>
                <a:gd name="T0" fmla="*/ 4082 w 25"/>
                <a:gd name="T1" fmla="*/ 0 h 57"/>
                <a:gd name="T2" fmla="*/ 5088 w 25"/>
                <a:gd name="T3" fmla="*/ 15112 h 57"/>
                <a:gd name="T4" fmla="*/ 0 w 25"/>
                <a:gd name="T5" fmla="*/ 20480 h 57"/>
                <a:gd name="T6" fmla="*/ 4082 w 25"/>
                <a:gd name="T7" fmla="*/ 12288 h 57"/>
                <a:gd name="T8" fmla="*/ 4082 w 25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7">
                  <a:moveTo>
                    <a:pt x="16" y="0"/>
                  </a:moveTo>
                  <a:cubicBezTo>
                    <a:pt x="19" y="11"/>
                    <a:pt x="25" y="33"/>
                    <a:pt x="20" y="42"/>
                  </a:cubicBezTo>
                  <a:cubicBezTo>
                    <a:pt x="16" y="51"/>
                    <a:pt x="2" y="57"/>
                    <a:pt x="0" y="57"/>
                  </a:cubicBezTo>
                  <a:cubicBezTo>
                    <a:pt x="8" y="54"/>
                    <a:pt x="14" y="43"/>
                    <a:pt x="16" y="34"/>
                  </a:cubicBezTo>
                  <a:cubicBezTo>
                    <a:pt x="17" y="25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3" name="Freeform 333">
              <a:extLst>
                <a:ext uri="{FF2B5EF4-FFF2-40B4-BE49-F238E27FC236}">
                  <a16:creationId xmlns:a16="http://schemas.microsoft.com/office/drawing/2014/main" id="{2B89C459-B956-4871-B250-6BD15B56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221"/>
              <a:ext cx="43" cy="147"/>
            </a:xfrm>
            <a:custGeom>
              <a:avLst/>
              <a:gdLst>
                <a:gd name="T0" fmla="*/ 1556 w 17"/>
                <a:gd name="T1" fmla="*/ 0 h 55"/>
                <a:gd name="T2" fmla="*/ 4467 w 17"/>
                <a:gd name="T3" fmla="*/ 10616 h 55"/>
                <a:gd name="T4" fmla="*/ 0 w 17"/>
                <a:gd name="T5" fmla="*/ 20045 h 55"/>
                <a:gd name="T6" fmla="*/ 2911 w 17"/>
                <a:gd name="T7" fmla="*/ 8721 h 55"/>
                <a:gd name="T8" fmla="*/ 1343 w 17"/>
                <a:gd name="T9" fmla="*/ 40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5">
                  <a:moveTo>
                    <a:pt x="6" y="0"/>
                  </a:moveTo>
                  <a:cubicBezTo>
                    <a:pt x="12" y="8"/>
                    <a:pt x="17" y="23"/>
                    <a:pt x="17" y="29"/>
                  </a:cubicBezTo>
                  <a:cubicBezTo>
                    <a:pt x="17" y="34"/>
                    <a:pt x="7" y="51"/>
                    <a:pt x="0" y="55"/>
                  </a:cubicBezTo>
                  <a:cubicBezTo>
                    <a:pt x="7" y="48"/>
                    <a:pt x="11" y="34"/>
                    <a:pt x="11" y="24"/>
                  </a:cubicBezTo>
                  <a:cubicBezTo>
                    <a:pt x="11" y="13"/>
                    <a:pt x="5" y="1"/>
                    <a:pt x="5" y="1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4" name="Freeform 334">
              <a:extLst>
                <a:ext uri="{FF2B5EF4-FFF2-40B4-BE49-F238E27FC236}">
                  <a16:creationId xmlns:a16="http://schemas.microsoft.com/office/drawing/2014/main" id="{B5A1576E-902A-4236-9BDD-9B0F65AF9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141"/>
              <a:ext cx="40" cy="136"/>
            </a:xfrm>
            <a:custGeom>
              <a:avLst/>
              <a:gdLst>
                <a:gd name="T0" fmla="*/ 2470 w 16"/>
                <a:gd name="T1" fmla="*/ 0 h 51"/>
                <a:gd name="T2" fmla="*/ 2470 w 16"/>
                <a:gd name="T3" fmla="*/ 18355 h 51"/>
                <a:gd name="T4" fmla="*/ 0 w 16"/>
                <a:gd name="T5" fmla="*/ 8648 h 51"/>
                <a:gd name="T6" fmla="*/ 2470 w 1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1">
                  <a:moveTo>
                    <a:pt x="10" y="0"/>
                  </a:moveTo>
                  <a:cubicBezTo>
                    <a:pt x="13" y="12"/>
                    <a:pt x="16" y="41"/>
                    <a:pt x="10" y="51"/>
                  </a:cubicBezTo>
                  <a:cubicBezTo>
                    <a:pt x="9" y="39"/>
                    <a:pt x="0" y="24"/>
                    <a:pt x="0" y="24"/>
                  </a:cubicBezTo>
                  <a:cubicBezTo>
                    <a:pt x="7" y="17"/>
                    <a:pt x="9" y="6"/>
                    <a:pt x="1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5" name="Freeform 335">
              <a:extLst>
                <a:ext uri="{FF2B5EF4-FFF2-40B4-BE49-F238E27FC236}">
                  <a16:creationId xmlns:a16="http://schemas.microsoft.com/office/drawing/2014/main" id="{5C26C18D-8181-459C-BECD-24403D23D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267"/>
              <a:ext cx="80" cy="77"/>
            </a:xfrm>
            <a:custGeom>
              <a:avLst/>
              <a:gdLst>
                <a:gd name="T0" fmla="*/ 988 w 32"/>
                <a:gd name="T1" fmla="*/ 2488 h 29"/>
                <a:gd name="T2" fmla="*/ 0 w 32"/>
                <a:gd name="T3" fmla="*/ 5260 h 29"/>
                <a:gd name="T4" fmla="*/ 4220 w 32"/>
                <a:gd name="T5" fmla="*/ 4625 h 29"/>
                <a:gd name="T6" fmla="*/ 7625 w 32"/>
                <a:gd name="T7" fmla="*/ 10145 h 29"/>
                <a:gd name="T8" fmla="*/ 6645 w 32"/>
                <a:gd name="T9" fmla="*/ 0 h 29"/>
                <a:gd name="T10" fmla="*/ 6375 w 32"/>
                <a:gd name="T11" fmla="*/ 0 h 29"/>
                <a:gd name="T12" fmla="*/ 4688 w 32"/>
                <a:gd name="T13" fmla="*/ 1439 h 29"/>
                <a:gd name="T14" fmla="*/ 2270 w 32"/>
                <a:gd name="T15" fmla="*/ 1742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9">
                  <a:moveTo>
                    <a:pt x="4" y="7"/>
                  </a:moveTo>
                  <a:cubicBezTo>
                    <a:pt x="2" y="10"/>
                    <a:pt x="1" y="12"/>
                    <a:pt x="0" y="15"/>
                  </a:cubicBezTo>
                  <a:cubicBezTo>
                    <a:pt x="5" y="13"/>
                    <a:pt x="12" y="12"/>
                    <a:pt x="17" y="13"/>
                  </a:cubicBezTo>
                  <a:cubicBezTo>
                    <a:pt x="27" y="14"/>
                    <a:pt x="30" y="20"/>
                    <a:pt x="31" y="29"/>
                  </a:cubicBezTo>
                  <a:cubicBezTo>
                    <a:pt x="32" y="20"/>
                    <a:pt x="30" y="8"/>
                    <a:pt x="27" y="0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24" y="1"/>
                    <a:pt x="21" y="3"/>
                    <a:pt x="19" y="4"/>
                  </a:cubicBezTo>
                  <a:cubicBezTo>
                    <a:pt x="16" y="5"/>
                    <a:pt x="13" y="4"/>
                    <a:pt x="9" y="5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6" name="Freeform 336">
              <a:extLst>
                <a:ext uri="{FF2B5EF4-FFF2-40B4-BE49-F238E27FC236}">
                  <a16:creationId xmlns:a16="http://schemas.microsoft.com/office/drawing/2014/main" id="{10B1761C-91EE-4F79-A46B-35C6D68CB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3213"/>
              <a:ext cx="62" cy="51"/>
            </a:xfrm>
            <a:custGeom>
              <a:avLst/>
              <a:gdLst>
                <a:gd name="T0" fmla="*/ 0 w 25"/>
                <a:gd name="T1" fmla="*/ 7119 h 19"/>
                <a:gd name="T2" fmla="*/ 1895 w 25"/>
                <a:gd name="T3" fmla="*/ 1082 h 19"/>
                <a:gd name="T4" fmla="*/ 4238 w 25"/>
                <a:gd name="T5" fmla="*/ 0 h 19"/>
                <a:gd name="T6" fmla="*/ 5826 w 25"/>
                <a:gd name="T7" fmla="*/ 5972 h 19"/>
                <a:gd name="T8" fmla="*/ 3296 w 25"/>
                <a:gd name="T9" fmla="*/ 4193 h 19"/>
                <a:gd name="T10" fmla="*/ 1895 w 25"/>
                <a:gd name="T11" fmla="*/ 5972 h 19"/>
                <a:gd name="T12" fmla="*/ 456 w 25"/>
                <a:gd name="T13" fmla="*/ 669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9">
                  <a:moveTo>
                    <a:pt x="0" y="19"/>
                  </a:moveTo>
                  <a:cubicBezTo>
                    <a:pt x="4" y="15"/>
                    <a:pt x="8" y="9"/>
                    <a:pt x="8" y="3"/>
                  </a:cubicBezTo>
                  <a:cubicBezTo>
                    <a:pt x="12" y="3"/>
                    <a:pt x="15" y="2"/>
                    <a:pt x="18" y="0"/>
                  </a:cubicBezTo>
                  <a:cubicBezTo>
                    <a:pt x="21" y="4"/>
                    <a:pt x="24" y="11"/>
                    <a:pt x="25" y="16"/>
                  </a:cubicBezTo>
                  <a:cubicBezTo>
                    <a:pt x="21" y="13"/>
                    <a:pt x="19" y="9"/>
                    <a:pt x="14" y="11"/>
                  </a:cubicBezTo>
                  <a:cubicBezTo>
                    <a:pt x="11" y="13"/>
                    <a:pt x="10" y="15"/>
                    <a:pt x="8" y="16"/>
                  </a:cubicBezTo>
                  <a:cubicBezTo>
                    <a:pt x="6" y="17"/>
                    <a:pt x="4" y="17"/>
                    <a:pt x="2" y="1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7" name="Freeform 337">
              <a:extLst>
                <a:ext uri="{FF2B5EF4-FFF2-40B4-BE49-F238E27FC236}">
                  <a16:creationId xmlns:a16="http://schemas.microsoft.com/office/drawing/2014/main" id="{1A1C9CE7-DBED-4859-94B4-7F4583D59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307"/>
              <a:ext cx="82" cy="66"/>
            </a:xfrm>
            <a:custGeom>
              <a:avLst/>
              <a:gdLst>
                <a:gd name="T0" fmla="*/ 0 w 33"/>
                <a:gd name="T1" fmla="*/ 3736 h 25"/>
                <a:gd name="T2" fmla="*/ 1148 w 33"/>
                <a:gd name="T3" fmla="*/ 2043 h 25"/>
                <a:gd name="T4" fmla="*/ 7089 w 33"/>
                <a:gd name="T5" fmla="*/ 0 h 25"/>
                <a:gd name="T6" fmla="*/ 7780 w 33"/>
                <a:gd name="T7" fmla="*/ 4377 h 25"/>
                <a:gd name="T8" fmla="*/ 7780 w 33"/>
                <a:gd name="T9" fmla="*/ 8448 h 25"/>
                <a:gd name="T10" fmla="*/ 6625 w 33"/>
                <a:gd name="T11" fmla="*/ 4084 h 25"/>
                <a:gd name="T12" fmla="*/ 4465 w 33"/>
                <a:gd name="T13" fmla="*/ 4084 h 25"/>
                <a:gd name="T14" fmla="*/ 952 w 33"/>
                <a:gd name="T15" fmla="*/ 5151 h 25"/>
                <a:gd name="T16" fmla="*/ 0 w 33"/>
                <a:gd name="T17" fmla="*/ 3736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">
                  <a:moveTo>
                    <a:pt x="0" y="11"/>
                  </a:moveTo>
                  <a:cubicBezTo>
                    <a:pt x="2" y="10"/>
                    <a:pt x="4" y="8"/>
                    <a:pt x="5" y="6"/>
                  </a:cubicBezTo>
                  <a:cubicBezTo>
                    <a:pt x="11" y="12"/>
                    <a:pt x="26" y="6"/>
                    <a:pt x="30" y="0"/>
                  </a:cubicBezTo>
                  <a:cubicBezTo>
                    <a:pt x="30" y="4"/>
                    <a:pt x="32" y="9"/>
                    <a:pt x="33" y="13"/>
                  </a:cubicBezTo>
                  <a:cubicBezTo>
                    <a:pt x="33" y="17"/>
                    <a:pt x="32" y="21"/>
                    <a:pt x="33" y="25"/>
                  </a:cubicBezTo>
                  <a:cubicBezTo>
                    <a:pt x="32" y="21"/>
                    <a:pt x="31" y="15"/>
                    <a:pt x="28" y="12"/>
                  </a:cubicBezTo>
                  <a:cubicBezTo>
                    <a:pt x="25" y="9"/>
                    <a:pt x="22" y="10"/>
                    <a:pt x="19" y="12"/>
                  </a:cubicBezTo>
                  <a:cubicBezTo>
                    <a:pt x="15" y="13"/>
                    <a:pt x="8" y="16"/>
                    <a:pt x="4" y="15"/>
                  </a:cubicBezTo>
                  <a:cubicBezTo>
                    <a:pt x="2" y="14"/>
                    <a:pt x="2" y="12"/>
                    <a:pt x="0" y="11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8" name="Freeform 338">
              <a:extLst>
                <a:ext uri="{FF2B5EF4-FFF2-40B4-BE49-F238E27FC236}">
                  <a16:creationId xmlns:a16="http://schemas.microsoft.com/office/drawing/2014/main" id="{09E02E6B-9AB6-4342-B90F-DD9C7F4DF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344"/>
              <a:ext cx="68" cy="51"/>
            </a:xfrm>
            <a:custGeom>
              <a:avLst/>
              <a:gdLst>
                <a:gd name="T0" fmla="*/ 0 w 27"/>
                <a:gd name="T1" fmla="*/ 2652 h 19"/>
                <a:gd name="T2" fmla="*/ 6070 w 27"/>
                <a:gd name="T3" fmla="*/ 0 h 19"/>
                <a:gd name="T4" fmla="*/ 6883 w 27"/>
                <a:gd name="T5" fmla="*/ 7119 h 19"/>
                <a:gd name="T6" fmla="*/ 4344 w 27"/>
                <a:gd name="T7" fmla="*/ 4193 h 19"/>
                <a:gd name="T8" fmla="*/ 2335 w 27"/>
                <a:gd name="T9" fmla="*/ 3731 h 19"/>
                <a:gd name="T10" fmla="*/ 526 w 27"/>
                <a:gd name="T11" fmla="*/ 290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9">
                  <a:moveTo>
                    <a:pt x="0" y="7"/>
                  </a:moveTo>
                  <a:cubicBezTo>
                    <a:pt x="10" y="10"/>
                    <a:pt x="16" y="3"/>
                    <a:pt x="24" y="0"/>
                  </a:cubicBezTo>
                  <a:cubicBezTo>
                    <a:pt x="26" y="6"/>
                    <a:pt x="25" y="13"/>
                    <a:pt x="27" y="19"/>
                  </a:cubicBezTo>
                  <a:cubicBezTo>
                    <a:pt x="25" y="14"/>
                    <a:pt x="23" y="11"/>
                    <a:pt x="17" y="11"/>
                  </a:cubicBezTo>
                  <a:cubicBezTo>
                    <a:pt x="14" y="11"/>
                    <a:pt x="12" y="11"/>
                    <a:pt x="9" y="10"/>
                  </a:cubicBezTo>
                  <a:cubicBezTo>
                    <a:pt x="6" y="10"/>
                    <a:pt x="5" y="9"/>
                    <a:pt x="2" y="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9" name="Freeform 339">
              <a:extLst>
                <a:ext uri="{FF2B5EF4-FFF2-40B4-BE49-F238E27FC236}">
                  <a16:creationId xmlns:a16="http://schemas.microsoft.com/office/drawing/2014/main" id="{7F2D1CAB-CBA1-44B5-A979-D277B010A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360"/>
              <a:ext cx="75" cy="61"/>
            </a:xfrm>
            <a:custGeom>
              <a:avLst/>
              <a:gdLst>
                <a:gd name="T0" fmla="*/ 0 w 30"/>
                <a:gd name="T1" fmla="*/ 2482 h 23"/>
                <a:gd name="T2" fmla="*/ 6645 w 30"/>
                <a:gd name="T3" fmla="*/ 0 h 23"/>
                <a:gd name="T4" fmla="*/ 7158 w 30"/>
                <a:gd name="T5" fmla="*/ 8018 h 23"/>
                <a:gd name="T6" fmla="*/ 5208 w 30"/>
                <a:gd name="T7" fmla="*/ 3172 h 23"/>
                <a:gd name="T8" fmla="*/ 988 w 30"/>
                <a:gd name="T9" fmla="*/ 248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3">
                  <a:moveTo>
                    <a:pt x="0" y="7"/>
                  </a:moveTo>
                  <a:cubicBezTo>
                    <a:pt x="8" y="9"/>
                    <a:pt x="21" y="4"/>
                    <a:pt x="27" y="0"/>
                  </a:cubicBezTo>
                  <a:cubicBezTo>
                    <a:pt x="27" y="7"/>
                    <a:pt x="30" y="15"/>
                    <a:pt x="29" y="23"/>
                  </a:cubicBezTo>
                  <a:cubicBezTo>
                    <a:pt x="26" y="19"/>
                    <a:pt x="27" y="12"/>
                    <a:pt x="21" y="9"/>
                  </a:cubicBezTo>
                  <a:cubicBezTo>
                    <a:pt x="17" y="7"/>
                    <a:pt x="7" y="11"/>
                    <a:pt x="4" y="7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0" name="Freeform 340">
              <a:extLst>
                <a:ext uri="{FF2B5EF4-FFF2-40B4-BE49-F238E27FC236}">
                  <a16:creationId xmlns:a16="http://schemas.microsoft.com/office/drawing/2014/main" id="{BFD2348B-C6B3-4628-BA84-F2A39ACB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392"/>
              <a:ext cx="27" cy="112"/>
            </a:xfrm>
            <a:custGeom>
              <a:avLst/>
              <a:gdLst>
                <a:gd name="T0" fmla="*/ 0 w 11"/>
                <a:gd name="T1" fmla="*/ 0 h 42"/>
                <a:gd name="T2" fmla="*/ 174 w 11"/>
                <a:gd name="T3" fmla="*/ 15112 h 42"/>
                <a:gd name="T4" fmla="*/ 0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4" y="11"/>
                    <a:pt x="5" y="31"/>
                    <a:pt x="1" y="42"/>
                  </a:cubicBezTo>
                  <a:cubicBezTo>
                    <a:pt x="7" y="30"/>
                    <a:pt x="11" y="19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1" name="Freeform 341">
              <a:extLst>
                <a:ext uri="{FF2B5EF4-FFF2-40B4-BE49-F238E27FC236}">
                  <a16:creationId xmlns:a16="http://schemas.microsoft.com/office/drawing/2014/main" id="{293592AD-E0B4-442B-B7EC-0675CBD22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365"/>
              <a:ext cx="25" cy="102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4216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6" y="10"/>
                    <a:pt x="5" y="32"/>
                    <a:pt x="4" y="38"/>
                  </a:cubicBezTo>
                  <a:cubicBezTo>
                    <a:pt x="9" y="24"/>
                    <a:pt x="10" y="13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2" name="Freeform 342">
              <a:extLst>
                <a:ext uri="{FF2B5EF4-FFF2-40B4-BE49-F238E27FC236}">
                  <a16:creationId xmlns:a16="http://schemas.microsoft.com/office/drawing/2014/main" id="{33494E3E-3E9F-488D-A791-21C2861C5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325"/>
              <a:ext cx="25" cy="102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4216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5" y="10"/>
                    <a:pt x="5" y="30"/>
                    <a:pt x="4" y="38"/>
                  </a:cubicBezTo>
                  <a:cubicBezTo>
                    <a:pt x="10" y="23"/>
                    <a:pt x="8" y="10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3" name="Freeform 343">
              <a:extLst>
                <a:ext uri="{FF2B5EF4-FFF2-40B4-BE49-F238E27FC236}">
                  <a16:creationId xmlns:a16="http://schemas.microsoft.com/office/drawing/2014/main" id="{E152CC80-07F2-4649-A2E5-673DB924F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283"/>
              <a:ext cx="25" cy="74"/>
            </a:xfrm>
            <a:custGeom>
              <a:avLst/>
              <a:gdLst>
                <a:gd name="T0" fmla="*/ 1488 w 10"/>
                <a:gd name="T1" fmla="*/ 9562 h 28"/>
                <a:gd name="T2" fmla="*/ 0 w 10"/>
                <a:gd name="T3" fmla="*/ 0 h 28"/>
                <a:gd name="T4" fmla="*/ 1488 w 10"/>
                <a:gd name="T5" fmla="*/ 956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6" y="28"/>
                  </a:moveTo>
                  <a:cubicBezTo>
                    <a:pt x="6" y="24"/>
                    <a:pt x="5" y="11"/>
                    <a:pt x="0" y="0"/>
                  </a:cubicBezTo>
                  <a:cubicBezTo>
                    <a:pt x="6" y="3"/>
                    <a:pt x="10" y="15"/>
                    <a:pt x="6" y="28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4" name="Freeform 344">
              <a:extLst>
                <a:ext uri="{FF2B5EF4-FFF2-40B4-BE49-F238E27FC236}">
                  <a16:creationId xmlns:a16="http://schemas.microsoft.com/office/drawing/2014/main" id="{A8EE79D7-A1AA-4C62-8F33-A8CDB225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376"/>
              <a:ext cx="17" cy="120"/>
            </a:xfrm>
            <a:custGeom>
              <a:avLst/>
              <a:gdLst>
                <a:gd name="T0" fmla="*/ 1433 w 7"/>
                <a:gd name="T1" fmla="*/ 0 h 45"/>
                <a:gd name="T2" fmla="*/ 831 w 7"/>
                <a:gd name="T3" fmla="*/ 1617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5">
                  <a:moveTo>
                    <a:pt x="7" y="0"/>
                  </a:moveTo>
                  <a:cubicBezTo>
                    <a:pt x="2" y="13"/>
                    <a:pt x="0" y="35"/>
                    <a:pt x="4" y="45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5" name="Freeform 345">
              <a:extLst>
                <a:ext uri="{FF2B5EF4-FFF2-40B4-BE49-F238E27FC236}">
                  <a16:creationId xmlns:a16="http://schemas.microsoft.com/office/drawing/2014/main" id="{91D37224-FEA9-4194-A9EA-E7C429ED9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3363"/>
              <a:ext cx="25" cy="112"/>
            </a:xfrm>
            <a:custGeom>
              <a:avLst/>
              <a:gdLst>
                <a:gd name="T0" fmla="*/ 2470 w 10"/>
                <a:gd name="T1" fmla="*/ 0 h 42"/>
                <a:gd name="T2" fmla="*/ 1300 w 10"/>
                <a:gd name="T3" fmla="*/ 1511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2">
                  <a:moveTo>
                    <a:pt x="10" y="0"/>
                  </a:moveTo>
                  <a:cubicBezTo>
                    <a:pt x="7" y="13"/>
                    <a:pt x="0" y="31"/>
                    <a:pt x="5" y="42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6" name="Freeform 346">
              <a:extLst>
                <a:ext uri="{FF2B5EF4-FFF2-40B4-BE49-F238E27FC236}">
                  <a16:creationId xmlns:a16="http://schemas.microsoft.com/office/drawing/2014/main" id="{C97ECD4F-919C-49F9-B737-C3E08EF02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3328"/>
              <a:ext cx="43" cy="139"/>
            </a:xfrm>
            <a:custGeom>
              <a:avLst/>
              <a:gdLst>
                <a:gd name="T0" fmla="*/ 4467 w 17"/>
                <a:gd name="T1" fmla="*/ 18984 h 52"/>
                <a:gd name="T2" fmla="*/ 1343 w 17"/>
                <a:gd name="T3" fmla="*/ 15263 h 52"/>
                <a:gd name="T4" fmla="*/ 2380 w 17"/>
                <a:gd name="T5" fmla="*/ 0 h 52"/>
                <a:gd name="T6" fmla="*/ 4467 w 17"/>
                <a:gd name="T7" fmla="*/ 1898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2">
                  <a:moveTo>
                    <a:pt x="17" y="52"/>
                  </a:moveTo>
                  <a:cubicBezTo>
                    <a:pt x="13" y="51"/>
                    <a:pt x="7" y="46"/>
                    <a:pt x="5" y="42"/>
                  </a:cubicBezTo>
                  <a:cubicBezTo>
                    <a:pt x="0" y="32"/>
                    <a:pt x="5" y="12"/>
                    <a:pt x="9" y="0"/>
                  </a:cubicBezTo>
                  <a:cubicBezTo>
                    <a:pt x="7" y="6"/>
                    <a:pt x="1" y="39"/>
                    <a:pt x="17" y="52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7" name="Freeform 347">
              <a:extLst>
                <a:ext uri="{FF2B5EF4-FFF2-40B4-BE49-F238E27FC236}">
                  <a16:creationId xmlns:a16="http://schemas.microsoft.com/office/drawing/2014/main" id="{34ADC034-41CE-4DB7-BC8A-A978ED1B4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291"/>
              <a:ext cx="47" cy="136"/>
            </a:xfrm>
            <a:custGeom>
              <a:avLst/>
              <a:gdLst>
                <a:gd name="T0" fmla="*/ 1831 w 19"/>
                <a:gd name="T1" fmla="*/ 0 h 51"/>
                <a:gd name="T2" fmla="*/ 453 w 19"/>
                <a:gd name="T3" fmla="*/ 12949 h 51"/>
                <a:gd name="T4" fmla="*/ 4344 w 19"/>
                <a:gd name="T5" fmla="*/ 18355 h 51"/>
                <a:gd name="T6" fmla="*/ 1831 w 19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1">
                  <a:moveTo>
                    <a:pt x="8" y="0"/>
                  </a:moveTo>
                  <a:cubicBezTo>
                    <a:pt x="4" y="13"/>
                    <a:pt x="0" y="24"/>
                    <a:pt x="2" y="36"/>
                  </a:cubicBezTo>
                  <a:cubicBezTo>
                    <a:pt x="3" y="42"/>
                    <a:pt x="12" y="49"/>
                    <a:pt x="19" y="51"/>
                  </a:cubicBezTo>
                  <a:cubicBezTo>
                    <a:pt x="9" y="44"/>
                    <a:pt x="4" y="16"/>
                    <a:pt x="8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8" name="Freeform 348">
              <a:extLst>
                <a:ext uri="{FF2B5EF4-FFF2-40B4-BE49-F238E27FC236}">
                  <a16:creationId xmlns:a16="http://schemas.microsoft.com/office/drawing/2014/main" id="{42D64927-46D9-40A6-B6A1-F8AEA8C99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3152"/>
              <a:ext cx="40" cy="123"/>
            </a:xfrm>
            <a:custGeom>
              <a:avLst/>
              <a:gdLst>
                <a:gd name="T0" fmla="*/ 1770 w 16"/>
                <a:gd name="T1" fmla="*/ 0 h 46"/>
                <a:gd name="T2" fmla="*/ 3438 w 16"/>
                <a:gd name="T3" fmla="*/ 8065 h 46"/>
                <a:gd name="T4" fmla="*/ 1958 w 16"/>
                <a:gd name="T5" fmla="*/ 16824 h 46"/>
                <a:gd name="T6" fmla="*/ 1770 w 16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6">
                  <a:moveTo>
                    <a:pt x="7" y="0"/>
                  </a:moveTo>
                  <a:cubicBezTo>
                    <a:pt x="7" y="6"/>
                    <a:pt x="12" y="19"/>
                    <a:pt x="14" y="22"/>
                  </a:cubicBezTo>
                  <a:cubicBezTo>
                    <a:pt x="16" y="25"/>
                    <a:pt x="8" y="40"/>
                    <a:pt x="8" y="46"/>
                  </a:cubicBezTo>
                  <a:cubicBezTo>
                    <a:pt x="0" y="36"/>
                    <a:pt x="4" y="6"/>
                    <a:pt x="7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9" name="Freeform 349">
              <a:extLst>
                <a:ext uri="{FF2B5EF4-FFF2-40B4-BE49-F238E27FC236}">
                  <a16:creationId xmlns:a16="http://schemas.microsoft.com/office/drawing/2014/main" id="{A1D8F2E9-FFA8-439C-B7A1-C081E5CE2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224"/>
              <a:ext cx="55" cy="144"/>
            </a:xfrm>
            <a:custGeom>
              <a:avLst/>
              <a:gdLst>
                <a:gd name="T0" fmla="*/ 5395 w 22"/>
                <a:gd name="T1" fmla="*/ 19421 h 54"/>
                <a:gd name="T2" fmla="*/ 1488 w 22"/>
                <a:gd name="T3" fmla="*/ 12949 h 54"/>
                <a:gd name="T4" fmla="*/ 3250 w 22"/>
                <a:gd name="T5" fmla="*/ 0 h 54"/>
                <a:gd name="T6" fmla="*/ 5395 w 22"/>
                <a:gd name="T7" fmla="*/ 1942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4">
                  <a:moveTo>
                    <a:pt x="22" y="54"/>
                  </a:moveTo>
                  <a:cubicBezTo>
                    <a:pt x="17" y="52"/>
                    <a:pt x="12" y="49"/>
                    <a:pt x="6" y="36"/>
                  </a:cubicBezTo>
                  <a:cubicBezTo>
                    <a:pt x="0" y="24"/>
                    <a:pt x="10" y="8"/>
                    <a:pt x="13" y="0"/>
                  </a:cubicBezTo>
                  <a:cubicBezTo>
                    <a:pt x="9" y="11"/>
                    <a:pt x="6" y="41"/>
                    <a:pt x="22" y="54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0" name="Freeform 350">
              <a:extLst>
                <a:ext uri="{FF2B5EF4-FFF2-40B4-BE49-F238E27FC236}">
                  <a16:creationId xmlns:a16="http://schemas.microsoft.com/office/drawing/2014/main" id="{965CA6D0-F96E-4E67-899E-C4C969D2A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365"/>
              <a:ext cx="105" cy="171"/>
            </a:xfrm>
            <a:custGeom>
              <a:avLst/>
              <a:gdLst>
                <a:gd name="T0" fmla="*/ 1300 w 42"/>
                <a:gd name="T1" fmla="*/ 1470 h 64"/>
                <a:gd name="T2" fmla="*/ 9300 w 42"/>
                <a:gd name="T3" fmla="*/ 1071 h 64"/>
                <a:gd name="T4" fmla="*/ 9770 w 42"/>
                <a:gd name="T5" fmla="*/ 12379 h 64"/>
                <a:gd name="T6" fmla="*/ 9113 w 42"/>
                <a:gd name="T7" fmla="*/ 21094 h 64"/>
                <a:gd name="T8" fmla="*/ 0 w 42"/>
                <a:gd name="T9" fmla="*/ 21517 h 64"/>
                <a:gd name="T10" fmla="*/ 7625 w 42"/>
                <a:gd name="T11" fmla="*/ 16363 h 64"/>
                <a:gd name="T12" fmla="*/ 6845 w 42"/>
                <a:gd name="T13" fmla="*/ 3663 h 64"/>
                <a:gd name="T14" fmla="*/ 1300 w 42"/>
                <a:gd name="T15" fmla="*/ 147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4">
                  <a:moveTo>
                    <a:pt x="5" y="4"/>
                  </a:moveTo>
                  <a:cubicBezTo>
                    <a:pt x="13" y="7"/>
                    <a:pt x="33" y="5"/>
                    <a:pt x="38" y="3"/>
                  </a:cubicBezTo>
                  <a:cubicBezTo>
                    <a:pt x="42" y="0"/>
                    <a:pt x="41" y="24"/>
                    <a:pt x="40" y="34"/>
                  </a:cubicBezTo>
                  <a:cubicBezTo>
                    <a:pt x="39" y="44"/>
                    <a:pt x="41" y="53"/>
                    <a:pt x="37" y="58"/>
                  </a:cubicBezTo>
                  <a:cubicBezTo>
                    <a:pt x="32" y="62"/>
                    <a:pt x="9" y="64"/>
                    <a:pt x="0" y="59"/>
                  </a:cubicBezTo>
                  <a:cubicBezTo>
                    <a:pt x="10" y="59"/>
                    <a:pt x="26" y="62"/>
                    <a:pt x="31" y="45"/>
                  </a:cubicBezTo>
                  <a:cubicBezTo>
                    <a:pt x="36" y="29"/>
                    <a:pt x="33" y="12"/>
                    <a:pt x="28" y="10"/>
                  </a:cubicBezTo>
                  <a:cubicBezTo>
                    <a:pt x="23" y="8"/>
                    <a:pt x="7" y="5"/>
                    <a:pt x="5" y="4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1" name="Freeform 351">
              <a:extLst>
                <a:ext uri="{FF2B5EF4-FFF2-40B4-BE49-F238E27FC236}">
                  <a16:creationId xmlns:a16="http://schemas.microsoft.com/office/drawing/2014/main" id="{BB1F049C-21F8-4387-A186-7D535FED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349"/>
              <a:ext cx="83" cy="171"/>
            </a:xfrm>
            <a:custGeom>
              <a:avLst/>
              <a:gdLst>
                <a:gd name="T0" fmla="*/ 797 w 33"/>
                <a:gd name="T1" fmla="*/ 0 h 64"/>
                <a:gd name="T2" fmla="*/ 6844 w 33"/>
                <a:gd name="T3" fmla="*/ 1071 h 64"/>
                <a:gd name="T4" fmla="*/ 7369 w 33"/>
                <a:gd name="T5" fmla="*/ 3262 h 64"/>
                <a:gd name="T6" fmla="*/ 7369 w 33"/>
                <a:gd name="T7" fmla="*/ 21824 h 64"/>
                <a:gd name="T8" fmla="*/ 0 w 33"/>
                <a:gd name="T9" fmla="*/ 19326 h 64"/>
                <a:gd name="T10" fmla="*/ 5043 w 33"/>
                <a:gd name="T11" fmla="*/ 16363 h 64"/>
                <a:gd name="T12" fmla="*/ 5043 w 33"/>
                <a:gd name="T13" fmla="*/ 3262 h 64"/>
                <a:gd name="T14" fmla="*/ 797 w 33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4">
                  <a:moveTo>
                    <a:pt x="3" y="0"/>
                  </a:moveTo>
                  <a:cubicBezTo>
                    <a:pt x="6" y="3"/>
                    <a:pt x="21" y="6"/>
                    <a:pt x="27" y="3"/>
                  </a:cubicBezTo>
                  <a:cubicBezTo>
                    <a:pt x="33" y="0"/>
                    <a:pt x="29" y="9"/>
                    <a:pt x="29" y="9"/>
                  </a:cubicBezTo>
                  <a:cubicBezTo>
                    <a:pt x="29" y="9"/>
                    <a:pt x="24" y="50"/>
                    <a:pt x="29" y="60"/>
                  </a:cubicBezTo>
                  <a:cubicBezTo>
                    <a:pt x="24" y="64"/>
                    <a:pt x="7" y="60"/>
                    <a:pt x="0" y="53"/>
                  </a:cubicBezTo>
                  <a:cubicBezTo>
                    <a:pt x="9" y="57"/>
                    <a:pt x="18" y="54"/>
                    <a:pt x="20" y="45"/>
                  </a:cubicBezTo>
                  <a:cubicBezTo>
                    <a:pt x="22" y="36"/>
                    <a:pt x="26" y="12"/>
                    <a:pt x="20" y="9"/>
                  </a:cubicBezTo>
                  <a:cubicBezTo>
                    <a:pt x="14" y="6"/>
                    <a:pt x="4" y="2"/>
                    <a:pt x="3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2" name="Freeform 352">
              <a:extLst>
                <a:ext uri="{FF2B5EF4-FFF2-40B4-BE49-F238E27FC236}">
                  <a16:creationId xmlns:a16="http://schemas.microsoft.com/office/drawing/2014/main" id="{3AD42D2C-9C8F-411D-8769-D2E9C529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3317"/>
              <a:ext cx="60" cy="163"/>
            </a:xfrm>
            <a:custGeom>
              <a:avLst/>
              <a:gdLst>
                <a:gd name="T0" fmla="*/ 0 w 24"/>
                <a:gd name="T1" fmla="*/ 0 h 61"/>
                <a:gd name="T2" fmla="*/ 3908 w 24"/>
                <a:gd name="T3" fmla="*/ 401 h 61"/>
                <a:gd name="T4" fmla="*/ 5863 w 24"/>
                <a:gd name="T5" fmla="*/ 2592 h 61"/>
                <a:gd name="T6" fmla="*/ 4425 w 24"/>
                <a:gd name="T7" fmla="*/ 20458 h 61"/>
                <a:gd name="T8" fmla="*/ 1770 w 24"/>
                <a:gd name="T9" fmla="*/ 21099 h 61"/>
                <a:gd name="T10" fmla="*/ 3250 w 24"/>
                <a:gd name="T11" fmla="*/ 12380 h 61"/>
                <a:gd name="T12" fmla="*/ 2938 w 24"/>
                <a:gd name="T13" fmla="*/ 2592 h 61"/>
                <a:gd name="T14" fmla="*/ 0 w 24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1">
                  <a:moveTo>
                    <a:pt x="0" y="0"/>
                  </a:moveTo>
                  <a:cubicBezTo>
                    <a:pt x="6" y="4"/>
                    <a:pt x="13" y="3"/>
                    <a:pt x="16" y="1"/>
                  </a:cubicBezTo>
                  <a:cubicBezTo>
                    <a:pt x="19" y="0"/>
                    <a:pt x="24" y="7"/>
                    <a:pt x="24" y="7"/>
                  </a:cubicBezTo>
                  <a:cubicBezTo>
                    <a:pt x="24" y="7"/>
                    <a:pt x="16" y="43"/>
                    <a:pt x="18" y="56"/>
                  </a:cubicBezTo>
                  <a:cubicBezTo>
                    <a:pt x="18" y="61"/>
                    <a:pt x="7" y="58"/>
                    <a:pt x="7" y="58"/>
                  </a:cubicBezTo>
                  <a:cubicBezTo>
                    <a:pt x="12" y="58"/>
                    <a:pt x="11" y="46"/>
                    <a:pt x="13" y="34"/>
                  </a:cubicBezTo>
                  <a:cubicBezTo>
                    <a:pt x="14" y="22"/>
                    <a:pt x="18" y="9"/>
                    <a:pt x="12" y="7"/>
                  </a:cubicBezTo>
                  <a:cubicBezTo>
                    <a:pt x="6" y="6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3" name="Freeform 353">
              <a:extLst>
                <a:ext uri="{FF2B5EF4-FFF2-40B4-BE49-F238E27FC236}">
                  <a16:creationId xmlns:a16="http://schemas.microsoft.com/office/drawing/2014/main" id="{25032918-9654-4F91-AD88-5879960BA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3272"/>
              <a:ext cx="65" cy="173"/>
            </a:xfrm>
            <a:custGeom>
              <a:avLst/>
              <a:gdLst>
                <a:gd name="T0" fmla="*/ 0 w 26"/>
                <a:gd name="T1" fmla="*/ 0 h 65"/>
                <a:gd name="T2" fmla="*/ 4895 w 26"/>
                <a:gd name="T3" fmla="*/ 1057 h 65"/>
                <a:gd name="T4" fmla="*/ 6375 w 26"/>
                <a:gd name="T5" fmla="*/ 3202 h 65"/>
                <a:gd name="T6" fmla="*/ 4688 w 26"/>
                <a:gd name="T7" fmla="*/ 22434 h 65"/>
                <a:gd name="T8" fmla="*/ 1958 w 26"/>
                <a:gd name="T9" fmla="*/ 21380 h 65"/>
                <a:gd name="T10" fmla="*/ 3720 w 26"/>
                <a:gd name="T11" fmla="*/ 15195 h 65"/>
                <a:gd name="T12" fmla="*/ 2938 w 26"/>
                <a:gd name="T13" fmla="*/ 3620 h 65"/>
                <a:gd name="T14" fmla="*/ 0 w 26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5">
                  <a:moveTo>
                    <a:pt x="0" y="0"/>
                  </a:moveTo>
                  <a:cubicBezTo>
                    <a:pt x="6" y="4"/>
                    <a:pt x="18" y="3"/>
                    <a:pt x="20" y="3"/>
                  </a:cubicBezTo>
                  <a:cubicBezTo>
                    <a:pt x="20" y="6"/>
                    <a:pt x="24" y="8"/>
                    <a:pt x="26" y="9"/>
                  </a:cubicBezTo>
                  <a:cubicBezTo>
                    <a:pt x="24" y="13"/>
                    <a:pt x="16" y="56"/>
                    <a:pt x="19" y="63"/>
                  </a:cubicBezTo>
                  <a:cubicBezTo>
                    <a:pt x="15" y="65"/>
                    <a:pt x="8" y="60"/>
                    <a:pt x="8" y="60"/>
                  </a:cubicBezTo>
                  <a:cubicBezTo>
                    <a:pt x="12" y="62"/>
                    <a:pt x="14" y="51"/>
                    <a:pt x="15" y="43"/>
                  </a:cubicBezTo>
                  <a:cubicBezTo>
                    <a:pt x="16" y="34"/>
                    <a:pt x="18" y="16"/>
                    <a:pt x="12" y="10"/>
                  </a:cubicBezTo>
                  <a:cubicBezTo>
                    <a:pt x="5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4" name="Freeform 354">
              <a:extLst>
                <a:ext uri="{FF2B5EF4-FFF2-40B4-BE49-F238E27FC236}">
                  <a16:creationId xmlns:a16="http://schemas.microsoft.com/office/drawing/2014/main" id="{BF1FE5BD-2A91-40A2-8A44-6A2908ED4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213"/>
              <a:ext cx="48" cy="158"/>
            </a:xfrm>
            <a:custGeom>
              <a:avLst/>
              <a:gdLst>
                <a:gd name="T0" fmla="*/ 0 w 19"/>
                <a:gd name="T1" fmla="*/ 0 h 59"/>
                <a:gd name="T2" fmla="*/ 2567 w 19"/>
                <a:gd name="T3" fmla="*/ 8125 h 59"/>
                <a:gd name="T4" fmla="*/ 2367 w 19"/>
                <a:gd name="T5" fmla="*/ 21758 h 59"/>
                <a:gd name="T6" fmla="*/ 4934 w 19"/>
                <a:gd name="T7" fmla="*/ 6625 h 59"/>
                <a:gd name="T8" fmla="*/ 2367 w 19"/>
                <a:gd name="T9" fmla="*/ 107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0" y="0"/>
                  </a:moveTo>
                  <a:cubicBezTo>
                    <a:pt x="4" y="4"/>
                    <a:pt x="10" y="12"/>
                    <a:pt x="10" y="22"/>
                  </a:cubicBezTo>
                  <a:cubicBezTo>
                    <a:pt x="9" y="32"/>
                    <a:pt x="9" y="59"/>
                    <a:pt x="9" y="59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8" y="6"/>
                    <a:pt x="9" y="3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5" name="Freeform 355">
              <a:extLst>
                <a:ext uri="{FF2B5EF4-FFF2-40B4-BE49-F238E27FC236}">
                  <a16:creationId xmlns:a16="http://schemas.microsoft.com/office/drawing/2014/main" id="{F73B36AD-ABD2-4AD8-A13E-11C86ADE2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536"/>
              <a:ext cx="112" cy="155"/>
            </a:xfrm>
            <a:custGeom>
              <a:avLst/>
              <a:gdLst>
                <a:gd name="T0" fmla="*/ 9249 w 45"/>
                <a:gd name="T1" fmla="*/ 0 h 58"/>
                <a:gd name="T2" fmla="*/ 9249 w 45"/>
                <a:gd name="T3" fmla="*/ 17846 h 58"/>
                <a:gd name="T4" fmla="*/ 0 w 45"/>
                <a:gd name="T5" fmla="*/ 20711 h 58"/>
                <a:gd name="T6" fmla="*/ 9249 w 45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8">
                  <a:moveTo>
                    <a:pt x="39" y="0"/>
                  </a:moveTo>
                  <a:cubicBezTo>
                    <a:pt x="42" y="9"/>
                    <a:pt x="45" y="39"/>
                    <a:pt x="39" y="49"/>
                  </a:cubicBezTo>
                  <a:cubicBezTo>
                    <a:pt x="33" y="58"/>
                    <a:pt x="7" y="58"/>
                    <a:pt x="0" y="57"/>
                  </a:cubicBezTo>
                  <a:cubicBezTo>
                    <a:pt x="16" y="56"/>
                    <a:pt x="34" y="53"/>
                    <a:pt x="39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6" name="Freeform 356">
              <a:extLst>
                <a:ext uri="{FF2B5EF4-FFF2-40B4-BE49-F238E27FC236}">
                  <a16:creationId xmlns:a16="http://schemas.microsoft.com/office/drawing/2014/main" id="{704C8BEC-725E-4372-8B24-031173CA5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544"/>
              <a:ext cx="25" cy="123"/>
            </a:xfrm>
            <a:custGeom>
              <a:avLst/>
              <a:gdLst>
                <a:gd name="T0" fmla="*/ 313 w 10"/>
                <a:gd name="T1" fmla="*/ 0 h 46"/>
                <a:gd name="T2" fmla="*/ 0 w 10"/>
                <a:gd name="T3" fmla="*/ 16824 h 46"/>
                <a:gd name="T4" fmla="*/ 313 w 10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6">
                  <a:moveTo>
                    <a:pt x="1" y="0"/>
                  </a:moveTo>
                  <a:cubicBezTo>
                    <a:pt x="9" y="18"/>
                    <a:pt x="10" y="33"/>
                    <a:pt x="0" y="46"/>
                  </a:cubicBezTo>
                  <a:cubicBezTo>
                    <a:pt x="4" y="38"/>
                    <a:pt x="4" y="7"/>
                    <a:pt x="1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7" name="Freeform 357">
              <a:extLst>
                <a:ext uri="{FF2B5EF4-FFF2-40B4-BE49-F238E27FC236}">
                  <a16:creationId xmlns:a16="http://schemas.microsoft.com/office/drawing/2014/main" id="{47955C4D-9822-4663-90E0-4D7DDE414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512"/>
              <a:ext cx="70" cy="160"/>
            </a:xfrm>
            <a:custGeom>
              <a:avLst/>
              <a:gdLst>
                <a:gd name="T0" fmla="*/ 4895 w 28"/>
                <a:gd name="T1" fmla="*/ 0 h 60"/>
                <a:gd name="T2" fmla="*/ 6175 w 28"/>
                <a:gd name="T3" fmla="*/ 16840 h 60"/>
                <a:gd name="T4" fmla="*/ 0 w 28"/>
                <a:gd name="T5" fmla="*/ 21597 h 60"/>
                <a:gd name="T6" fmla="*/ 5208 w 28"/>
                <a:gd name="T7" fmla="*/ 1401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0">
                  <a:moveTo>
                    <a:pt x="20" y="0"/>
                  </a:moveTo>
                  <a:cubicBezTo>
                    <a:pt x="23" y="10"/>
                    <a:pt x="28" y="38"/>
                    <a:pt x="25" y="47"/>
                  </a:cubicBezTo>
                  <a:cubicBezTo>
                    <a:pt x="22" y="55"/>
                    <a:pt x="2" y="60"/>
                    <a:pt x="0" y="60"/>
                  </a:cubicBezTo>
                  <a:cubicBezTo>
                    <a:pt x="9" y="59"/>
                    <a:pt x="19" y="50"/>
                    <a:pt x="21" y="39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8" name="Freeform 358">
              <a:extLst>
                <a:ext uri="{FF2B5EF4-FFF2-40B4-BE49-F238E27FC236}">
                  <a16:creationId xmlns:a16="http://schemas.microsoft.com/office/drawing/2014/main" id="{212F5BF3-5844-4D67-9E1F-FF7E8A3D2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483"/>
              <a:ext cx="63" cy="154"/>
            </a:xfrm>
            <a:custGeom>
              <a:avLst/>
              <a:gdLst>
                <a:gd name="T0" fmla="*/ 4350 w 25"/>
                <a:gd name="T1" fmla="*/ 0 h 58"/>
                <a:gd name="T2" fmla="*/ 5602 w 25"/>
                <a:gd name="T3" fmla="*/ 14771 h 58"/>
                <a:gd name="T4" fmla="*/ 0 w 25"/>
                <a:gd name="T5" fmla="*/ 20333 h 58"/>
                <a:gd name="T6" fmla="*/ 4559 w 25"/>
                <a:gd name="T7" fmla="*/ 10836 h 58"/>
                <a:gd name="T8" fmla="*/ 4350 w 2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17" y="0"/>
                  </a:moveTo>
                  <a:cubicBezTo>
                    <a:pt x="21" y="8"/>
                    <a:pt x="25" y="32"/>
                    <a:pt x="22" y="42"/>
                  </a:cubicBezTo>
                  <a:cubicBezTo>
                    <a:pt x="19" y="51"/>
                    <a:pt x="6" y="58"/>
                    <a:pt x="0" y="58"/>
                  </a:cubicBezTo>
                  <a:cubicBezTo>
                    <a:pt x="9" y="54"/>
                    <a:pt x="16" y="44"/>
                    <a:pt x="18" y="31"/>
                  </a:cubicBezTo>
                  <a:cubicBezTo>
                    <a:pt x="20" y="1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9" name="Freeform 359">
              <a:extLst>
                <a:ext uri="{FF2B5EF4-FFF2-40B4-BE49-F238E27FC236}">
                  <a16:creationId xmlns:a16="http://schemas.microsoft.com/office/drawing/2014/main" id="{75CBABEF-54CB-4166-B9E0-265EF487F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443"/>
              <a:ext cx="63" cy="152"/>
            </a:xfrm>
            <a:custGeom>
              <a:avLst/>
              <a:gdLst>
                <a:gd name="T0" fmla="*/ 4082 w 25"/>
                <a:gd name="T1" fmla="*/ 0 h 57"/>
                <a:gd name="T2" fmla="*/ 5088 w 25"/>
                <a:gd name="T3" fmla="*/ 15112 h 57"/>
                <a:gd name="T4" fmla="*/ 0 w 25"/>
                <a:gd name="T5" fmla="*/ 20480 h 57"/>
                <a:gd name="T6" fmla="*/ 4082 w 25"/>
                <a:gd name="T7" fmla="*/ 12288 h 57"/>
                <a:gd name="T8" fmla="*/ 4082 w 25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7">
                  <a:moveTo>
                    <a:pt x="16" y="0"/>
                  </a:moveTo>
                  <a:cubicBezTo>
                    <a:pt x="19" y="11"/>
                    <a:pt x="25" y="33"/>
                    <a:pt x="20" y="42"/>
                  </a:cubicBezTo>
                  <a:cubicBezTo>
                    <a:pt x="16" y="51"/>
                    <a:pt x="2" y="57"/>
                    <a:pt x="0" y="57"/>
                  </a:cubicBezTo>
                  <a:cubicBezTo>
                    <a:pt x="8" y="54"/>
                    <a:pt x="14" y="42"/>
                    <a:pt x="16" y="34"/>
                  </a:cubicBezTo>
                  <a:cubicBezTo>
                    <a:pt x="17" y="25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0" name="Freeform 360">
              <a:extLst>
                <a:ext uri="{FF2B5EF4-FFF2-40B4-BE49-F238E27FC236}">
                  <a16:creationId xmlns:a16="http://schemas.microsoft.com/office/drawing/2014/main" id="{F97AE042-E966-4EB5-86A0-803C329C6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381"/>
              <a:ext cx="43" cy="150"/>
            </a:xfrm>
            <a:custGeom>
              <a:avLst/>
              <a:gdLst>
                <a:gd name="T0" fmla="*/ 1556 w 17"/>
                <a:gd name="T1" fmla="*/ 0 h 56"/>
                <a:gd name="T2" fmla="*/ 4467 w 17"/>
                <a:gd name="T3" fmla="*/ 10763 h 56"/>
                <a:gd name="T4" fmla="*/ 0 w 17"/>
                <a:gd name="T5" fmla="*/ 20700 h 56"/>
                <a:gd name="T6" fmla="*/ 2911 w 17"/>
                <a:gd name="T7" fmla="*/ 9206 h 56"/>
                <a:gd name="T8" fmla="*/ 1343 w 17"/>
                <a:gd name="T9" fmla="*/ 67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6">
                  <a:moveTo>
                    <a:pt x="6" y="0"/>
                  </a:moveTo>
                  <a:cubicBezTo>
                    <a:pt x="12" y="9"/>
                    <a:pt x="17" y="24"/>
                    <a:pt x="17" y="29"/>
                  </a:cubicBezTo>
                  <a:cubicBezTo>
                    <a:pt x="17" y="35"/>
                    <a:pt x="7" y="52"/>
                    <a:pt x="0" y="56"/>
                  </a:cubicBezTo>
                  <a:cubicBezTo>
                    <a:pt x="7" y="48"/>
                    <a:pt x="11" y="35"/>
                    <a:pt x="11" y="25"/>
                  </a:cubicBezTo>
                  <a:cubicBezTo>
                    <a:pt x="11" y="14"/>
                    <a:pt x="5" y="2"/>
                    <a:pt x="5" y="2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1" name="Freeform 361">
              <a:extLst>
                <a:ext uri="{FF2B5EF4-FFF2-40B4-BE49-F238E27FC236}">
                  <a16:creationId xmlns:a16="http://schemas.microsoft.com/office/drawing/2014/main" id="{F55DB4EE-6F16-4A0F-8B23-CD235283B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304"/>
              <a:ext cx="40" cy="136"/>
            </a:xfrm>
            <a:custGeom>
              <a:avLst/>
              <a:gdLst>
                <a:gd name="T0" fmla="*/ 2470 w 16"/>
                <a:gd name="T1" fmla="*/ 0 h 51"/>
                <a:gd name="T2" fmla="*/ 2470 w 16"/>
                <a:gd name="T3" fmla="*/ 18355 h 51"/>
                <a:gd name="T4" fmla="*/ 0 w 16"/>
                <a:gd name="T5" fmla="*/ 8648 h 51"/>
                <a:gd name="T6" fmla="*/ 2470 w 1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1">
                  <a:moveTo>
                    <a:pt x="10" y="0"/>
                  </a:moveTo>
                  <a:cubicBezTo>
                    <a:pt x="13" y="11"/>
                    <a:pt x="16" y="41"/>
                    <a:pt x="10" y="51"/>
                  </a:cubicBezTo>
                  <a:cubicBezTo>
                    <a:pt x="9" y="39"/>
                    <a:pt x="0" y="24"/>
                    <a:pt x="0" y="24"/>
                  </a:cubicBezTo>
                  <a:cubicBezTo>
                    <a:pt x="7" y="17"/>
                    <a:pt x="9" y="6"/>
                    <a:pt x="1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2" name="Freeform 362">
              <a:extLst>
                <a:ext uri="{FF2B5EF4-FFF2-40B4-BE49-F238E27FC236}">
                  <a16:creationId xmlns:a16="http://schemas.microsoft.com/office/drawing/2014/main" id="{2337355D-AA9E-4541-9214-1779142F1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427"/>
              <a:ext cx="80" cy="80"/>
            </a:xfrm>
            <a:custGeom>
              <a:avLst/>
              <a:gdLst>
                <a:gd name="T0" fmla="*/ 988 w 32"/>
                <a:gd name="T1" fmla="*/ 2824 h 30"/>
                <a:gd name="T2" fmla="*/ 0 w 32"/>
                <a:gd name="T3" fmla="*/ 5824 h 30"/>
                <a:gd name="T4" fmla="*/ 4220 w 32"/>
                <a:gd name="T5" fmla="*/ 4701 h 30"/>
                <a:gd name="T6" fmla="*/ 7625 w 32"/>
                <a:gd name="T7" fmla="*/ 10773 h 30"/>
                <a:gd name="T8" fmla="*/ 6645 w 32"/>
                <a:gd name="T9" fmla="*/ 397 h 30"/>
                <a:gd name="T10" fmla="*/ 6375 w 32"/>
                <a:gd name="T11" fmla="*/ 0 h 30"/>
                <a:gd name="T12" fmla="*/ 4688 w 32"/>
                <a:gd name="T13" fmla="*/ 1763 h 30"/>
                <a:gd name="T14" fmla="*/ 2270 w 32"/>
                <a:gd name="T15" fmla="*/ 2184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0">
                  <a:moveTo>
                    <a:pt x="4" y="8"/>
                  </a:moveTo>
                  <a:cubicBezTo>
                    <a:pt x="2" y="11"/>
                    <a:pt x="1" y="13"/>
                    <a:pt x="0" y="16"/>
                  </a:cubicBezTo>
                  <a:cubicBezTo>
                    <a:pt x="5" y="14"/>
                    <a:pt x="12" y="13"/>
                    <a:pt x="17" y="13"/>
                  </a:cubicBezTo>
                  <a:cubicBezTo>
                    <a:pt x="27" y="15"/>
                    <a:pt x="30" y="21"/>
                    <a:pt x="31" y="30"/>
                  </a:cubicBezTo>
                  <a:cubicBezTo>
                    <a:pt x="32" y="21"/>
                    <a:pt x="30" y="9"/>
                    <a:pt x="27" y="1"/>
                  </a:cubicBezTo>
                  <a:cubicBezTo>
                    <a:pt x="27" y="1"/>
                    <a:pt x="26" y="1"/>
                    <a:pt x="26" y="0"/>
                  </a:cubicBezTo>
                  <a:cubicBezTo>
                    <a:pt x="24" y="2"/>
                    <a:pt x="21" y="4"/>
                    <a:pt x="19" y="5"/>
                  </a:cubicBezTo>
                  <a:cubicBezTo>
                    <a:pt x="16" y="6"/>
                    <a:pt x="13" y="5"/>
                    <a:pt x="9" y="6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3" name="Freeform 363">
              <a:extLst>
                <a:ext uri="{FF2B5EF4-FFF2-40B4-BE49-F238E27FC236}">
                  <a16:creationId xmlns:a16="http://schemas.microsoft.com/office/drawing/2014/main" id="{408624C8-C53D-44B9-8531-AD9F0A6F0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3376"/>
              <a:ext cx="62" cy="51"/>
            </a:xfrm>
            <a:custGeom>
              <a:avLst/>
              <a:gdLst>
                <a:gd name="T0" fmla="*/ 0 w 25"/>
                <a:gd name="T1" fmla="*/ 7119 h 19"/>
                <a:gd name="T2" fmla="*/ 1895 w 25"/>
                <a:gd name="T3" fmla="*/ 1082 h 19"/>
                <a:gd name="T4" fmla="*/ 4238 w 25"/>
                <a:gd name="T5" fmla="*/ 0 h 19"/>
                <a:gd name="T6" fmla="*/ 5826 w 25"/>
                <a:gd name="T7" fmla="*/ 5972 h 19"/>
                <a:gd name="T8" fmla="*/ 3296 w 25"/>
                <a:gd name="T9" fmla="*/ 4193 h 19"/>
                <a:gd name="T10" fmla="*/ 1895 w 25"/>
                <a:gd name="T11" fmla="*/ 5972 h 19"/>
                <a:gd name="T12" fmla="*/ 456 w 25"/>
                <a:gd name="T13" fmla="*/ 669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9">
                  <a:moveTo>
                    <a:pt x="0" y="19"/>
                  </a:moveTo>
                  <a:cubicBezTo>
                    <a:pt x="4" y="15"/>
                    <a:pt x="8" y="9"/>
                    <a:pt x="8" y="3"/>
                  </a:cubicBezTo>
                  <a:cubicBezTo>
                    <a:pt x="12" y="3"/>
                    <a:pt x="15" y="2"/>
                    <a:pt x="18" y="0"/>
                  </a:cubicBezTo>
                  <a:cubicBezTo>
                    <a:pt x="21" y="4"/>
                    <a:pt x="24" y="11"/>
                    <a:pt x="25" y="16"/>
                  </a:cubicBezTo>
                  <a:cubicBezTo>
                    <a:pt x="21" y="13"/>
                    <a:pt x="19" y="9"/>
                    <a:pt x="14" y="11"/>
                  </a:cubicBezTo>
                  <a:cubicBezTo>
                    <a:pt x="11" y="12"/>
                    <a:pt x="10" y="15"/>
                    <a:pt x="8" y="16"/>
                  </a:cubicBezTo>
                  <a:cubicBezTo>
                    <a:pt x="6" y="17"/>
                    <a:pt x="4" y="17"/>
                    <a:pt x="2" y="1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4" name="Freeform 364">
              <a:extLst>
                <a:ext uri="{FF2B5EF4-FFF2-40B4-BE49-F238E27FC236}">
                  <a16:creationId xmlns:a16="http://schemas.microsoft.com/office/drawing/2014/main" id="{A88B7B23-A6A2-4D27-BBAF-9EC7A50A5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469"/>
              <a:ext cx="82" cy="67"/>
            </a:xfrm>
            <a:custGeom>
              <a:avLst/>
              <a:gdLst>
                <a:gd name="T0" fmla="*/ 0 w 33"/>
                <a:gd name="T1" fmla="*/ 4023 h 25"/>
                <a:gd name="T2" fmla="*/ 1148 w 33"/>
                <a:gd name="T3" fmla="*/ 2211 h 25"/>
                <a:gd name="T4" fmla="*/ 7089 w 33"/>
                <a:gd name="T5" fmla="*/ 0 h 25"/>
                <a:gd name="T6" fmla="*/ 7780 w 33"/>
                <a:gd name="T7" fmla="*/ 4848 h 25"/>
                <a:gd name="T8" fmla="*/ 7780 w 33"/>
                <a:gd name="T9" fmla="*/ 9281 h 25"/>
                <a:gd name="T10" fmla="*/ 6625 w 33"/>
                <a:gd name="T11" fmla="*/ 4425 h 25"/>
                <a:gd name="T12" fmla="*/ 4465 w 33"/>
                <a:gd name="T13" fmla="*/ 4425 h 25"/>
                <a:gd name="T14" fmla="*/ 952 w 33"/>
                <a:gd name="T15" fmla="*/ 5523 h 25"/>
                <a:gd name="T16" fmla="*/ 0 w 33"/>
                <a:gd name="T17" fmla="*/ 3714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">
                  <a:moveTo>
                    <a:pt x="0" y="11"/>
                  </a:moveTo>
                  <a:cubicBezTo>
                    <a:pt x="2" y="10"/>
                    <a:pt x="4" y="8"/>
                    <a:pt x="5" y="6"/>
                  </a:cubicBezTo>
                  <a:cubicBezTo>
                    <a:pt x="11" y="12"/>
                    <a:pt x="26" y="6"/>
                    <a:pt x="30" y="0"/>
                  </a:cubicBezTo>
                  <a:cubicBezTo>
                    <a:pt x="30" y="4"/>
                    <a:pt x="32" y="9"/>
                    <a:pt x="33" y="13"/>
                  </a:cubicBezTo>
                  <a:cubicBezTo>
                    <a:pt x="33" y="17"/>
                    <a:pt x="32" y="21"/>
                    <a:pt x="33" y="25"/>
                  </a:cubicBezTo>
                  <a:cubicBezTo>
                    <a:pt x="32" y="21"/>
                    <a:pt x="31" y="15"/>
                    <a:pt x="28" y="12"/>
                  </a:cubicBezTo>
                  <a:cubicBezTo>
                    <a:pt x="25" y="9"/>
                    <a:pt x="22" y="10"/>
                    <a:pt x="19" y="12"/>
                  </a:cubicBezTo>
                  <a:cubicBezTo>
                    <a:pt x="15" y="13"/>
                    <a:pt x="8" y="16"/>
                    <a:pt x="4" y="15"/>
                  </a:cubicBezTo>
                  <a:cubicBezTo>
                    <a:pt x="2" y="14"/>
                    <a:pt x="2" y="11"/>
                    <a:pt x="0" y="10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5" name="Freeform 365">
              <a:extLst>
                <a:ext uri="{FF2B5EF4-FFF2-40B4-BE49-F238E27FC236}">
                  <a16:creationId xmlns:a16="http://schemas.microsoft.com/office/drawing/2014/main" id="{BF8570CF-BCC1-4F5B-B23B-900A8B209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507"/>
              <a:ext cx="68" cy="50"/>
            </a:xfrm>
            <a:custGeom>
              <a:avLst/>
              <a:gdLst>
                <a:gd name="T0" fmla="*/ 0 w 27"/>
                <a:gd name="T1" fmla="*/ 2258 h 19"/>
                <a:gd name="T2" fmla="*/ 6070 w 27"/>
                <a:gd name="T3" fmla="*/ 0 h 19"/>
                <a:gd name="T4" fmla="*/ 6883 w 27"/>
                <a:gd name="T5" fmla="*/ 6324 h 19"/>
                <a:gd name="T6" fmla="*/ 4344 w 27"/>
                <a:gd name="T7" fmla="*/ 3642 h 19"/>
                <a:gd name="T8" fmla="*/ 2335 w 27"/>
                <a:gd name="T9" fmla="*/ 3261 h 19"/>
                <a:gd name="T10" fmla="*/ 526 w 27"/>
                <a:gd name="T11" fmla="*/ 264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9">
                  <a:moveTo>
                    <a:pt x="0" y="7"/>
                  </a:moveTo>
                  <a:cubicBezTo>
                    <a:pt x="10" y="9"/>
                    <a:pt x="16" y="3"/>
                    <a:pt x="24" y="0"/>
                  </a:cubicBezTo>
                  <a:cubicBezTo>
                    <a:pt x="26" y="6"/>
                    <a:pt x="25" y="13"/>
                    <a:pt x="27" y="19"/>
                  </a:cubicBezTo>
                  <a:cubicBezTo>
                    <a:pt x="25" y="13"/>
                    <a:pt x="23" y="11"/>
                    <a:pt x="17" y="11"/>
                  </a:cubicBezTo>
                  <a:cubicBezTo>
                    <a:pt x="14" y="11"/>
                    <a:pt x="12" y="11"/>
                    <a:pt x="9" y="10"/>
                  </a:cubicBezTo>
                  <a:cubicBezTo>
                    <a:pt x="6" y="10"/>
                    <a:pt x="5" y="9"/>
                    <a:pt x="2" y="8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6" name="Freeform 366">
              <a:extLst>
                <a:ext uri="{FF2B5EF4-FFF2-40B4-BE49-F238E27FC236}">
                  <a16:creationId xmlns:a16="http://schemas.microsoft.com/office/drawing/2014/main" id="{A41552E6-14D8-4147-9F13-5932A5A1F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523"/>
              <a:ext cx="75" cy="61"/>
            </a:xfrm>
            <a:custGeom>
              <a:avLst/>
              <a:gdLst>
                <a:gd name="T0" fmla="*/ 0 w 30"/>
                <a:gd name="T1" fmla="*/ 2482 h 23"/>
                <a:gd name="T2" fmla="*/ 6645 w 30"/>
                <a:gd name="T3" fmla="*/ 0 h 23"/>
                <a:gd name="T4" fmla="*/ 7158 w 30"/>
                <a:gd name="T5" fmla="*/ 8018 h 23"/>
                <a:gd name="T6" fmla="*/ 5208 w 30"/>
                <a:gd name="T7" fmla="*/ 3172 h 23"/>
                <a:gd name="T8" fmla="*/ 988 w 30"/>
                <a:gd name="T9" fmla="*/ 248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3">
                  <a:moveTo>
                    <a:pt x="0" y="7"/>
                  </a:moveTo>
                  <a:cubicBezTo>
                    <a:pt x="8" y="8"/>
                    <a:pt x="21" y="4"/>
                    <a:pt x="27" y="0"/>
                  </a:cubicBezTo>
                  <a:cubicBezTo>
                    <a:pt x="27" y="7"/>
                    <a:pt x="30" y="15"/>
                    <a:pt x="29" y="23"/>
                  </a:cubicBezTo>
                  <a:cubicBezTo>
                    <a:pt x="26" y="18"/>
                    <a:pt x="27" y="12"/>
                    <a:pt x="21" y="9"/>
                  </a:cubicBezTo>
                  <a:cubicBezTo>
                    <a:pt x="17" y="7"/>
                    <a:pt x="7" y="11"/>
                    <a:pt x="4" y="7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7" name="Freeform 367">
              <a:extLst>
                <a:ext uri="{FF2B5EF4-FFF2-40B4-BE49-F238E27FC236}">
                  <a16:creationId xmlns:a16="http://schemas.microsoft.com/office/drawing/2014/main" id="{E7C01687-8143-4E7B-BEAE-8F23FCA86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552"/>
              <a:ext cx="27" cy="112"/>
            </a:xfrm>
            <a:custGeom>
              <a:avLst/>
              <a:gdLst>
                <a:gd name="T0" fmla="*/ 0 w 11"/>
                <a:gd name="T1" fmla="*/ 0 h 42"/>
                <a:gd name="T2" fmla="*/ 174 w 11"/>
                <a:gd name="T3" fmla="*/ 15112 h 42"/>
                <a:gd name="T4" fmla="*/ 0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4" y="11"/>
                    <a:pt x="5" y="32"/>
                    <a:pt x="1" y="42"/>
                  </a:cubicBezTo>
                  <a:cubicBezTo>
                    <a:pt x="7" y="30"/>
                    <a:pt x="11" y="19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8" name="Freeform 368">
              <a:extLst>
                <a:ext uri="{FF2B5EF4-FFF2-40B4-BE49-F238E27FC236}">
                  <a16:creationId xmlns:a16="http://schemas.microsoft.com/office/drawing/2014/main" id="{E5654DD6-1816-4227-8B3F-055F888E0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528"/>
              <a:ext cx="25" cy="101"/>
            </a:xfrm>
            <a:custGeom>
              <a:avLst/>
              <a:gdLst>
                <a:gd name="T0" fmla="*/ 0 w 10"/>
                <a:gd name="T1" fmla="*/ 0 h 38"/>
                <a:gd name="T2" fmla="*/ 988 w 10"/>
                <a:gd name="T3" fmla="*/ 13367 h 38"/>
                <a:gd name="T4" fmla="*/ 0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6" y="9"/>
                    <a:pt x="5" y="31"/>
                    <a:pt x="4" y="38"/>
                  </a:cubicBezTo>
                  <a:cubicBezTo>
                    <a:pt x="9" y="23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9" name="Freeform 369">
              <a:extLst>
                <a:ext uri="{FF2B5EF4-FFF2-40B4-BE49-F238E27FC236}">
                  <a16:creationId xmlns:a16="http://schemas.microsoft.com/office/drawing/2014/main" id="{2186DD4C-50E9-4068-A28F-B4065974C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488"/>
              <a:ext cx="25" cy="99"/>
            </a:xfrm>
            <a:custGeom>
              <a:avLst/>
              <a:gdLst>
                <a:gd name="T0" fmla="*/ 0 w 10"/>
                <a:gd name="T1" fmla="*/ 0 h 37"/>
                <a:gd name="T2" fmla="*/ 988 w 10"/>
                <a:gd name="T3" fmla="*/ 13582 h 37"/>
                <a:gd name="T4" fmla="*/ 0 w 1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7">
                  <a:moveTo>
                    <a:pt x="0" y="0"/>
                  </a:moveTo>
                  <a:cubicBezTo>
                    <a:pt x="5" y="10"/>
                    <a:pt x="5" y="30"/>
                    <a:pt x="4" y="37"/>
                  </a:cubicBezTo>
                  <a:cubicBezTo>
                    <a:pt x="10" y="22"/>
                    <a:pt x="8" y="10"/>
                    <a:pt x="0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0" name="Freeform 370">
              <a:extLst>
                <a:ext uri="{FF2B5EF4-FFF2-40B4-BE49-F238E27FC236}">
                  <a16:creationId xmlns:a16="http://schemas.microsoft.com/office/drawing/2014/main" id="{B452CBCE-E628-4D29-AB71-1402BCFE5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443"/>
              <a:ext cx="25" cy="74"/>
            </a:xfrm>
            <a:custGeom>
              <a:avLst/>
              <a:gdLst>
                <a:gd name="T0" fmla="*/ 1488 w 10"/>
                <a:gd name="T1" fmla="*/ 9562 h 28"/>
                <a:gd name="T2" fmla="*/ 0 w 10"/>
                <a:gd name="T3" fmla="*/ 0 h 28"/>
                <a:gd name="T4" fmla="*/ 1488 w 10"/>
                <a:gd name="T5" fmla="*/ 956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6" y="28"/>
                  </a:moveTo>
                  <a:cubicBezTo>
                    <a:pt x="6" y="25"/>
                    <a:pt x="5" y="11"/>
                    <a:pt x="0" y="0"/>
                  </a:cubicBezTo>
                  <a:cubicBezTo>
                    <a:pt x="6" y="3"/>
                    <a:pt x="10" y="15"/>
                    <a:pt x="6" y="28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1" name="Freeform 371">
              <a:extLst>
                <a:ext uri="{FF2B5EF4-FFF2-40B4-BE49-F238E27FC236}">
                  <a16:creationId xmlns:a16="http://schemas.microsoft.com/office/drawing/2014/main" id="{1E034F9F-89E3-4298-A507-AD8B839AF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536"/>
              <a:ext cx="17" cy="123"/>
            </a:xfrm>
            <a:custGeom>
              <a:avLst/>
              <a:gdLst>
                <a:gd name="T0" fmla="*/ 1433 w 7"/>
                <a:gd name="T1" fmla="*/ 0 h 46"/>
                <a:gd name="T2" fmla="*/ 831 w 7"/>
                <a:gd name="T3" fmla="*/ 168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6">
                  <a:moveTo>
                    <a:pt x="7" y="0"/>
                  </a:moveTo>
                  <a:cubicBezTo>
                    <a:pt x="2" y="14"/>
                    <a:pt x="0" y="36"/>
                    <a:pt x="4" y="46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2" name="Freeform 372">
              <a:extLst>
                <a:ext uri="{FF2B5EF4-FFF2-40B4-BE49-F238E27FC236}">
                  <a16:creationId xmlns:a16="http://schemas.microsoft.com/office/drawing/2014/main" id="{48675469-9E07-4569-B568-931EA0BAF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3525"/>
              <a:ext cx="25" cy="112"/>
            </a:xfrm>
            <a:custGeom>
              <a:avLst/>
              <a:gdLst>
                <a:gd name="T0" fmla="*/ 2470 w 10"/>
                <a:gd name="T1" fmla="*/ 0 h 42"/>
                <a:gd name="T2" fmla="*/ 1300 w 10"/>
                <a:gd name="T3" fmla="*/ 1511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2">
                  <a:moveTo>
                    <a:pt x="10" y="0"/>
                  </a:moveTo>
                  <a:cubicBezTo>
                    <a:pt x="7" y="12"/>
                    <a:pt x="0" y="31"/>
                    <a:pt x="5" y="42"/>
                  </a:cubicBezTo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3" name="Freeform 373">
              <a:extLst>
                <a:ext uri="{FF2B5EF4-FFF2-40B4-BE49-F238E27FC236}">
                  <a16:creationId xmlns:a16="http://schemas.microsoft.com/office/drawing/2014/main" id="{0E7138BD-CACD-4DC7-9961-D31326969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3491"/>
              <a:ext cx="43" cy="138"/>
            </a:xfrm>
            <a:custGeom>
              <a:avLst/>
              <a:gdLst>
                <a:gd name="T0" fmla="*/ 4467 w 17"/>
                <a:gd name="T1" fmla="*/ 18150 h 52"/>
                <a:gd name="T2" fmla="*/ 1343 w 17"/>
                <a:gd name="T3" fmla="*/ 14636 h 52"/>
                <a:gd name="T4" fmla="*/ 2380 w 17"/>
                <a:gd name="T5" fmla="*/ 0 h 52"/>
                <a:gd name="T6" fmla="*/ 4467 w 17"/>
                <a:gd name="T7" fmla="*/ 1815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2">
                  <a:moveTo>
                    <a:pt x="17" y="52"/>
                  </a:moveTo>
                  <a:cubicBezTo>
                    <a:pt x="13" y="51"/>
                    <a:pt x="7" y="46"/>
                    <a:pt x="5" y="42"/>
                  </a:cubicBezTo>
                  <a:cubicBezTo>
                    <a:pt x="0" y="32"/>
                    <a:pt x="5" y="11"/>
                    <a:pt x="9" y="0"/>
                  </a:cubicBezTo>
                  <a:cubicBezTo>
                    <a:pt x="7" y="6"/>
                    <a:pt x="1" y="38"/>
                    <a:pt x="17" y="52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4" name="Freeform 374">
              <a:extLst>
                <a:ext uri="{FF2B5EF4-FFF2-40B4-BE49-F238E27FC236}">
                  <a16:creationId xmlns:a16="http://schemas.microsoft.com/office/drawing/2014/main" id="{97999CC5-F271-4BCA-9AC8-20342C7DD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453"/>
              <a:ext cx="47" cy="134"/>
            </a:xfrm>
            <a:custGeom>
              <a:avLst/>
              <a:gdLst>
                <a:gd name="T0" fmla="*/ 1831 w 19"/>
                <a:gd name="T1" fmla="*/ 0 h 50"/>
                <a:gd name="T2" fmla="*/ 453 w 19"/>
                <a:gd name="T3" fmla="*/ 12993 h 50"/>
                <a:gd name="T4" fmla="*/ 4344 w 19"/>
                <a:gd name="T5" fmla="*/ 18516 h 50"/>
                <a:gd name="T6" fmla="*/ 1831 w 19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0">
                  <a:moveTo>
                    <a:pt x="8" y="0"/>
                  </a:moveTo>
                  <a:cubicBezTo>
                    <a:pt x="4" y="13"/>
                    <a:pt x="0" y="24"/>
                    <a:pt x="2" y="35"/>
                  </a:cubicBezTo>
                  <a:cubicBezTo>
                    <a:pt x="3" y="41"/>
                    <a:pt x="12" y="49"/>
                    <a:pt x="19" y="50"/>
                  </a:cubicBezTo>
                  <a:cubicBezTo>
                    <a:pt x="9" y="44"/>
                    <a:pt x="4" y="16"/>
                    <a:pt x="8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5" name="Freeform 375">
              <a:extLst>
                <a:ext uri="{FF2B5EF4-FFF2-40B4-BE49-F238E27FC236}">
                  <a16:creationId xmlns:a16="http://schemas.microsoft.com/office/drawing/2014/main" id="{539361D8-F112-414A-8E01-2FE3B06B6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3312"/>
              <a:ext cx="40" cy="125"/>
            </a:xfrm>
            <a:custGeom>
              <a:avLst/>
              <a:gdLst>
                <a:gd name="T0" fmla="*/ 1770 w 16"/>
                <a:gd name="T1" fmla="*/ 0 h 47"/>
                <a:gd name="T2" fmla="*/ 3438 w 16"/>
                <a:gd name="T3" fmla="*/ 8106 h 47"/>
                <a:gd name="T4" fmla="*/ 1958 w 16"/>
                <a:gd name="T5" fmla="*/ 16609 h 47"/>
                <a:gd name="T6" fmla="*/ 1770 w 16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7">
                  <a:moveTo>
                    <a:pt x="7" y="0"/>
                  </a:moveTo>
                  <a:cubicBezTo>
                    <a:pt x="7" y="7"/>
                    <a:pt x="12" y="20"/>
                    <a:pt x="14" y="23"/>
                  </a:cubicBezTo>
                  <a:cubicBezTo>
                    <a:pt x="16" y="26"/>
                    <a:pt x="8" y="40"/>
                    <a:pt x="8" y="47"/>
                  </a:cubicBezTo>
                  <a:cubicBezTo>
                    <a:pt x="0" y="37"/>
                    <a:pt x="4" y="7"/>
                    <a:pt x="7" y="0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6" name="Freeform 376">
              <a:extLst>
                <a:ext uri="{FF2B5EF4-FFF2-40B4-BE49-F238E27FC236}">
                  <a16:creationId xmlns:a16="http://schemas.microsoft.com/office/drawing/2014/main" id="{723C5927-CF02-43D5-A632-3CE7DEBC3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387"/>
              <a:ext cx="55" cy="141"/>
            </a:xfrm>
            <a:custGeom>
              <a:avLst/>
              <a:gdLst>
                <a:gd name="T0" fmla="*/ 5395 w 22"/>
                <a:gd name="T1" fmla="*/ 18790 h 53"/>
                <a:gd name="T2" fmla="*/ 1488 w 22"/>
                <a:gd name="T3" fmla="*/ 12767 h 53"/>
                <a:gd name="T4" fmla="*/ 3250 w 22"/>
                <a:gd name="T5" fmla="*/ 0 h 53"/>
                <a:gd name="T6" fmla="*/ 5395 w 22"/>
                <a:gd name="T7" fmla="*/ 1879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3">
                  <a:moveTo>
                    <a:pt x="22" y="53"/>
                  </a:moveTo>
                  <a:cubicBezTo>
                    <a:pt x="17" y="52"/>
                    <a:pt x="12" y="48"/>
                    <a:pt x="6" y="36"/>
                  </a:cubicBezTo>
                  <a:cubicBezTo>
                    <a:pt x="0" y="23"/>
                    <a:pt x="10" y="8"/>
                    <a:pt x="13" y="0"/>
                  </a:cubicBezTo>
                  <a:cubicBezTo>
                    <a:pt x="9" y="10"/>
                    <a:pt x="6" y="40"/>
                    <a:pt x="22" y="53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7" name="Freeform 377">
              <a:extLst>
                <a:ext uri="{FF2B5EF4-FFF2-40B4-BE49-F238E27FC236}">
                  <a16:creationId xmlns:a16="http://schemas.microsoft.com/office/drawing/2014/main" id="{D613E2A2-9990-472C-8AEF-84FDD2D99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528"/>
              <a:ext cx="105" cy="171"/>
            </a:xfrm>
            <a:custGeom>
              <a:avLst/>
              <a:gdLst>
                <a:gd name="T0" fmla="*/ 1300 w 42"/>
                <a:gd name="T1" fmla="*/ 1470 h 64"/>
                <a:gd name="T2" fmla="*/ 9300 w 42"/>
                <a:gd name="T3" fmla="*/ 671 h 64"/>
                <a:gd name="T4" fmla="*/ 9770 w 42"/>
                <a:gd name="T5" fmla="*/ 12379 h 64"/>
                <a:gd name="T6" fmla="*/ 9113 w 42"/>
                <a:gd name="T7" fmla="*/ 20696 h 64"/>
                <a:gd name="T8" fmla="*/ 0 w 42"/>
                <a:gd name="T9" fmla="*/ 21517 h 64"/>
                <a:gd name="T10" fmla="*/ 7625 w 42"/>
                <a:gd name="T11" fmla="*/ 16363 h 64"/>
                <a:gd name="T12" fmla="*/ 6845 w 42"/>
                <a:gd name="T13" fmla="*/ 3663 h 64"/>
                <a:gd name="T14" fmla="*/ 1300 w 42"/>
                <a:gd name="T15" fmla="*/ 147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4">
                  <a:moveTo>
                    <a:pt x="5" y="4"/>
                  </a:moveTo>
                  <a:cubicBezTo>
                    <a:pt x="13" y="6"/>
                    <a:pt x="33" y="5"/>
                    <a:pt x="38" y="2"/>
                  </a:cubicBezTo>
                  <a:cubicBezTo>
                    <a:pt x="42" y="0"/>
                    <a:pt x="41" y="24"/>
                    <a:pt x="40" y="34"/>
                  </a:cubicBezTo>
                  <a:cubicBezTo>
                    <a:pt x="39" y="44"/>
                    <a:pt x="41" y="53"/>
                    <a:pt x="37" y="57"/>
                  </a:cubicBezTo>
                  <a:cubicBezTo>
                    <a:pt x="32" y="62"/>
                    <a:pt x="9" y="64"/>
                    <a:pt x="0" y="59"/>
                  </a:cubicBezTo>
                  <a:cubicBezTo>
                    <a:pt x="10" y="58"/>
                    <a:pt x="26" y="62"/>
                    <a:pt x="31" y="45"/>
                  </a:cubicBezTo>
                  <a:cubicBezTo>
                    <a:pt x="36" y="29"/>
                    <a:pt x="33" y="12"/>
                    <a:pt x="28" y="10"/>
                  </a:cubicBezTo>
                  <a:cubicBezTo>
                    <a:pt x="23" y="7"/>
                    <a:pt x="7" y="5"/>
                    <a:pt x="5" y="4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8" name="Freeform 378">
              <a:extLst>
                <a:ext uri="{FF2B5EF4-FFF2-40B4-BE49-F238E27FC236}">
                  <a16:creationId xmlns:a16="http://schemas.microsoft.com/office/drawing/2014/main" id="{29244BCE-B4D3-41AF-99AD-D0F9337E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512"/>
              <a:ext cx="83" cy="171"/>
            </a:xfrm>
            <a:custGeom>
              <a:avLst/>
              <a:gdLst>
                <a:gd name="T0" fmla="*/ 797 w 33"/>
                <a:gd name="T1" fmla="*/ 0 h 64"/>
                <a:gd name="T2" fmla="*/ 6844 w 33"/>
                <a:gd name="T3" fmla="*/ 1071 h 64"/>
                <a:gd name="T4" fmla="*/ 7369 w 33"/>
                <a:gd name="T5" fmla="*/ 3262 h 64"/>
                <a:gd name="T6" fmla="*/ 7369 w 33"/>
                <a:gd name="T7" fmla="*/ 21824 h 64"/>
                <a:gd name="T8" fmla="*/ 0 w 33"/>
                <a:gd name="T9" fmla="*/ 19326 h 64"/>
                <a:gd name="T10" fmla="*/ 5043 w 33"/>
                <a:gd name="T11" fmla="*/ 16363 h 64"/>
                <a:gd name="T12" fmla="*/ 5043 w 33"/>
                <a:gd name="T13" fmla="*/ 3262 h 64"/>
                <a:gd name="T14" fmla="*/ 797 w 33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4">
                  <a:moveTo>
                    <a:pt x="3" y="0"/>
                  </a:moveTo>
                  <a:cubicBezTo>
                    <a:pt x="6" y="3"/>
                    <a:pt x="21" y="6"/>
                    <a:pt x="27" y="3"/>
                  </a:cubicBezTo>
                  <a:cubicBezTo>
                    <a:pt x="33" y="0"/>
                    <a:pt x="29" y="9"/>
                    <a:pt x="29" y="9"/>
                  </a:cubicBezTo>
                  <a:cubicBezTo>
                    <a:pt x="29" y="9"/>
                    <a:pt x="24" y="50"/>
                    <a:pt x="29" y="60"/>
                  </a:cubicBezTo>
                  <a:cubicBezTo>
                    <a:pt x="24" y="64"/>
                    <a:pt x="7" y="60"/>
                    <a:pt x="0" y="53"/>
                  </a:cubicBezTo>
                  <a:cubicBezTo>
                    <a:pt x="9" y="57"/>
                    <a:pt x="18" y="54"/>
                    <a:pt x="20" y="45"/>
                  </a:cubicBezTo>
                  <a:cubicBezTo>
                    <a:pt x="22" y="36"/>
                    <a:pt x="26" y="12"/>
                    <a:pt x="20" y="9"/>
                  </a:cubicBezTo>
                  <a:cubicBezTo>
                    <a:pt x="14" y="6"/>
                    <a:pt x="4" y="2"/>
                    <a:pt x="3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9" name="Freeform 379">
              <a:extLst>
                <a:ext uri="{FF2B5EF4-FFF2-40B4-BE49-F238E27FC236}">
                  <a16:creationId xmlns:a16="http://schemas.microsoft.com/office/drawing/2014/main" id="{EFAADC44-F7DB-45DF-B83C-5E6FA7F38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3477"/>
              <a:ext cx="60" cy="166"/>
            </a:xfrm>
            <a:custGeom>
              <a:avLst/>
              <a:gdLst>
                <a:gd name="T0" fmla="*/ 0 w 24"/>
                <a:gd name="T1" fmla="*/ 402 h 62"/>
                <a:gd name="T2" fmla="*/ 3908 w 24"/>
                <a:gd name="T3" fmla="*/ 675 h 62"/>
                <a:gd name="T4" fmla="*/ 5863 w 24"/>
                <a:gd name="T5" fmla="*/ 2881 h 62"/>
                <a:gd name="T6" fmla="*/ 4425 w 24"/>
                <a:gd name="T7" fmla="*/ 21077 h 62"/>
                <a:gd name="T8" fmla="*/ 1770 w 24"/>
                <a:gd name="T9" fmla="*/ 21749 h 62"/>
                <a:gd name="T10" fmla="*/ 3250 w 24"/>
                <a:gd name="T11" fmla="*/ 12953 h 62"/>
                <a:gd name="T12" fmla="*/ 2938 w 24"/>
                <a:gd name="T13" fmla="*/ 2881 h 62"/>
                <a:gd name="T14" fmla="*/ 0 w 24"/>
                <a:gd name="T15" fmla="*/ 402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0" y="1"/>
                  </a:moveTo>
                  <a:cubicBezTo>
                    <a:pt x="6" y="5"/>
                    <a:pt x="13" y="4"/>
                    <a:pt x="16" y="2"/>
                  </a:cubicBezTo>
                  <a:cubicBezTo>
                    <a:pt x="19" y="0"/>
                    <a:pt x="24" y="8"/>
                    <a:pt x="24" y="8"/>
                  </a:cubicBezTo>
                  <a:cubicBezTo>
                    <a:pt x="24" y="8"/>
                    <a:pt x="16" y="44"/>
                    <a:pt x="18" y="57"/>
                  </a:cubicBezTo>
                  <a:cubicBezTo>
                    <a:pt x="18" y="62"/>
                    <a:pt x="7" y="59"/>
                    <a:pt x="7" y="59"/>
                  </a:cubicBezTo>
                  <a:cubicBezTo>
                    <a:pt x="12" y="59"/>
                    <a:pt x="11" y="46"/>
                    <a:pt x="13" y="35"/>
                  </a:cubicBezTo>
                  <a:cubicBezTo>
                    <a:pt x="14" y="23"/>
                    <a:pt x="18" y="10"/>
                    <a:pt x="12" y="8"/>
                  </a:cubicBezTo>
                  <a:cubicBezTo>
                    <a:pt x="6" y="7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0" name="Freeform 380">
              <a:extLst>
                <a:ext uri="{FF2B5EF4-FFF2-40B4-BE49-F238E27FC236}">
                  <a16:creationId xmlns:a16="http://schemas.microsoft.com/office/drawing/2014/main" id="{0C4CDFE2-FD57-4D23-9024-5AB8C87D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3432"/>
              <a:ext cx="65" cy="176"/>
            </a:xfrm>
            <a:custGeom>
              <a:avLst/>
              <a:gdLst>
                <a:gd name="T0" fmla="*/ 0 w 26"/>
                <a:gd name="T1" fmla="*/ 0 h 66"/>
                <a:gd name="T2" fmla="*/ 4895 w 26"/>
                <a:gd name="T3" fmla="*/ 1059 h 66"/>
                <a:gd name="T4" fmla="*/ 6375 w 26"/>
                <a:gd name="T5" fmla="*/ 3640 h 66"/>
                <a:gd name="T6" fmla="*/ 4688 w 26"/>
                <a:gd name="T7" fmla="*/ 22664 h 66"/>
                <a:gd name="T8" fmla="*/ 1958 w 26"/>
                <a:gd name="T9" fmla="*/ 21995 h 66"/>
                <a:gd name="T10" fmla="*/ 3720 w 26"/>
                <a:gd name="T11" fmla="*/ 15531 h 66"/>
                <a:gd name="T12" fmla="*/ 2938 w 26"/>
                <a:gd name="T13" fmla="*/ 3891 h 66"/>
                <a:gd name="T14" fmla="*/ 0 w 26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6">
                  <a:moveTo>
                    <a:pt x="0" y="0"/>
                  </a:moveTo>
                  <a:cubicBezTo>
                    <a:pt x="6" y="4"/>
                    <a:pt x="18" y="4"/>
                    <a:pt x="20" y="3"/>
                  </a:cubicBezTo>
                  <a:cubicBezTo>
                    <a:pt x="20" y="7"/>
                    <a:pt x="24" y="8"/>
                    <a:pt x="26" y="10"/>
                  </a:cubicBezTo>
                  <a:cubicBezTo>
                    <a:pt x="24" y="14"/>
                    <a:pt x="16" y="57"/>
                    <a:pt x="19" y="63"/>
                  </a:cubicBezTo>
                  <a:cubicBezTo>
                    <a:pt x="15" y="66"/>
                    <a:pt x="8" y="61"/>
                    <a:pt x="8" y="61"/>
                  </a:cubicBezTo>
                  <a:cubicBezTo>
                    <a:pt x="12" y="62"/>
                    <a:pt x="14" y="52"/>
                    <a:pt x="15" y="43"/>
                  </a:cubicBezTo>
                  <a:cubicBezTo>
                    <a:pt x="16" y="35"/>
                    <a:pt x="18" y="17"/>
                    <a:pt x="12" y="11"/>
                  </a:cubicBezTo>
                  <a:cubicBezTo>
                    <a:pt x="5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1" name="Freeform 381">
              <a:extLst>
                <a:ext uri="{FF2B5EF4-FFF2-40B4-BE49-F238E27FC236}">
                  <a16:creationId xmlns:a16="http://schemas.microsoft.com/office/drawing/2014/main" id="{9BD63617-9E1E-4000-BE00-9937AD758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376"/>
              <a:ext cx="48" cy="157"/>
            </a:xfrm>
            <a:custGeom>
              <a:avLst/>
              <a:gdLst>
                <a:gd name="T0" fmla="*/ 0 w 19"/>
                <a:gd name="T1" fmla="*/ 0 h 59"/>
                <a:gd name="T2" fmla="*/ 2567 w 19"/>
                <a:gd name="T3" fmla="*/ 7874 h 59"/>
                <a:gd name="T4" fmla="*/ 2367 w 19"/>
                <a:gd name="T5" fmla="*/ 20953 h 59"/>
                <a:gd name="T6" fmla="*/ 4934 w 19"/>
                <a:gd name="T7" fmla="*/ 6424 h 59"/>
                <a:gd name="T8" fmla="*/ 2367 w 19"/>
                <a:gd name="T9" fmla="*/ 65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0" y="0"/>
                  </a:moveTo>
                  <a:cubicBezTo>
                    <a:pt x="4" y="4"/>
                    <a:pt x="10" y="12"/>
                    <a:pt x="10" y="22"/>
                  </a:cubicBezTo>
                  <a:cubicBezTo>
                    <a:pt x="9" y="32"/>
                    <a:pt x="9" y="59"/>
                    <a:pt x="9" y="59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8" y="6"/>
                    <a:pt x="9" y="2"/>
                  </a:cubicBezTo>
                </a:path>
              </a:pathLst>
            </a:custGeom>
            <a:solidFill>
              <a:srgbClr val="C7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2" name="Freeform 382">
              <a:extLst>
                <a:ext uri="{FF2B5EF4-FFF2-40B4-BE49-F238E27FC236}">
                  <a16:creationId xmlns:a16="http://schemas.microsoft.com/office/drawing/2014/main" id="{F71A308C-11CC-4B21-9A05-96D1D3AFB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059"/>
              <a:ext cx="35" cy="122"/>
            </a:xfrm>
            <a:custGeom>
              <a:avLst/>
              <a:gdLst>
                <a:gd name="T0" fmla="*/ 988 w 14"/>
                <a:gd name="T1" fmla="*/ 16024 h 46"/>
                <a:gd name="T2" fmla="*/ 1488 w 14"/>
                <a:gd name="T3" fmla="*/ 2069 h 46"/>
                <a:gd name="T4" fmla="*/ 3438 w 14"/>
                <a:gd name="T5" fmla="*/ 1435 h 46"/>
                <a:gd name="T6" fmla="*/ 988 w 14"/>
                <a:gd name="T7" fmla="*/ 1602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6">
                  <a:moveTo>
                    <a:pt x="4" y="46"/>
                  </a:moveTo>
                  <a:cubicBezTo>
                    <a:pt x="0" y="35"/>
                    <a:pt x="4" y="19"/>
                    <a:pt x="6" y="6"/>
                  </a:cubicBezTo>
                  <a:cubicBezTo>
                    <a:pt x="7" y="0"/>
                    <a:pt x="14" y="4"/>
                    <a:pt x="14" y="4"/>
                  </a:cubicBezTo>
                  <a:cubicBezTo>
                    <a:pt x="8" y="5"/>
                    <a:pt x="0" y="31"/>
                    <a:pt x="4" y="46"/>
                  </a:cubicBezTo>
                  <a:close/>
                </a:path>
              </a:pathLst>
            </a:custGeom>
            <a:solidFill>
              <a:srgbClr val="FB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3" name="Freeform 383">
              <a:extLst>
                <a:ext uri="{FF2B5EF4-FFF2-40B4-BE49-F238E27FC236}">
                  <a16:creationId xmlns:a16="http://schemas.microsoft.com/office/drawing/2014/main" id="{9C8732D8-7E73-44F7-B2BC-A919CAAD5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680"/>
              <a:ext cx="63" cy="213"/>
            </a:xfrm>
            <a:custGeom>
              <a:avLst/>
              <a:gdLst>
                <a:gd name="T0" fmla="*/ 0 w 25"/>
                <a:gd name="T1" fmla="*/ 0 h 80"/>
                <a:gd name="T2" fmla="*/ 4559 w 25"/>
                <a:gd name="T3" fmla="*/ 28497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0">
                  <a:moveTo>
                    <a:pt x="0" y="0"/>
                  </a:moveTo>
                  <a:cubicBezTo>
                    <a:pt x="6" y="10"/>
                    <a:pt x="25" y="60"/>
                    <a:pt x="18" y="8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4" name="Freeform 384">
              <a:extLst>
                <a:ext uri="{FF2B5EF4-FFF2-40B4-BE49-F238E27FC236}">
                  <a16:creationId xmlns:a16="http://schemas.microsoft.com/office/drawing/2014/main" id="{95D0C83A-EB16-4E0B-9319-7B2D5870A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656"/>
              <a:ext cx="85" cy="203"/>
            </a:xfrm>
            <a:custGeom>
              <a:avLst/>
              <a:gdLst>
                <a:gd name="T0" fmla="*/ 0 w 34"/>
                <a:gd name="T1" fmla="*/ 0 h 76"/>
                <a:gd name="T2" fmla="*/ 7158 w 34"/>
                <a:gd name="T3" fmla="*/ 27597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6">
                  <a:moveTo>
                    <a:pt x="0" y="0"/>
                  </a:moveTo>
                  <a:cubicBezTo>
                    <a:pt x="12" y="11"/>
                    <a:pt x="34" y="59"/>
                    <a:pt x="29" y="7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5" name="Freeform 385">
              <a:extLst>
                <a:ext uri="{FF2B5EF4-FFF2-40B4-BE49-F238E27FC236}">
                  <a16:creationId xmlns:a16="http://schemas.microsoft.com/office/drawing/2014/main" id="{14DCB86C-AAD1-4E49-BC19-4DF69F31B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637"/>
              <a:ext cx="115" cy="184"/>
            </a:xfrm>
            <a:custGeom>
              <a:avLst/>
              <a:gdLst>
                <a:gd name="T0" fmla="*/ 0 w 46"/>
                <a:gd name="T1" fmla="*/ 0 h 69"/>
                <a:gd name="T2" fmla="*/ 9770 w 46"/>
                <a:gd name="T3" fmla="*/ 24824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69">
                  <a:moveTo>
                    <a:pt x="0" y="0"/>
                  </a:moveTo>
                  <a:cubicBezTo>
                    <a:pt x="17" y="8"/>
                    <a:pt x="46" y="48"/>
                    <a:pt x="40" y="6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6" name="Freeform 386">
              <a:extLst>
                <a:ext uri="{FF2B5EF4-FFF2-40B4-BE49-F238E27FC236}">
                  <a16:creationId xmlns:a16="http://schemas.microsoft.com/office/drawing/2014/main" id="{66E670CD-6A82-4059-8BF1-836796007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142" cy="147"/>
            </a:xfrm>
            <a:custGeom>
              <a:avLst/>
              <a:gdLst>
                <a:gd name="T0" fmla="*/ 0 w 57"/>
                <a:gd name="T1" fmla="*/ 0 h 55"/>
                <a:gd name="T2" fmla="*/ 13634 w 57"/>
                <a:gd name="T3" fmla="*/ 20045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55">
                  <a:moveTo>
                    <a:pt x="0" y="0"/>
                  </a:moveTo>
                  <a:cubicBezTo>
                    <a:pt x="19" y="6"/>
                    <a:pt x="57" y="39"/>
                    <a:pt x="57" y="5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7" name="Freeform 387">
              <a:extLst>
                <a:ext uri="{FF2B5EF4-FFF2-40B4-BE49-F238E27FC236}">
                  <a16:creationId xmlns:a16="http://schemas.microsoft.com/office/drawing/2014/main" id="{364ED550-07A4-4622-85EB-1B5B01AA3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576"/>
              <a:ext cx="187" cy="99"/>
            </a:xfrm>
            <a:custGeom>
              <a:avLst/>
              <a:gdLst>
                <a:gd name="T0" fmla="*/ 0 w 75"/>
                <a:gd name="T1" fmla="*/ 0 h 37"/>
                <a:gd name="T2" fmla="*/ 18009 w 75"/>
                <a:gd name="T3" fmla="*/ 1358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37">
                  <a:moveTo>
                    <a:pt x="0" y="0"/>
                  </a:moveTo>
                  <a:cubicBezTo>
                    <a:pt x="20" y="0"/>
                    <a:pt x="68" y="21"/>
                    <a:pt x="75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8" name="Freeform 388">
              <a:extLst>
                <a:ext uri="{FF2B5EF4-FFF2-40B4-BE49-F238E27FC236}">
                  <a16:creationId xmlns:a16="http://schemas.microsoft.com/office/drawing/2014/main" id="{987160AD-E5AB-4380-AA4F-FE24FD112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896"/>
              <a:ext cx="12" cy="157"/>
            </a:xfrm>
            <a:custGeom>
              <a:avLst/>
              <a:gdLst>
                <a:gd name="T0" fmla="*/ 0 w 5"/>
                <a:gd name="T1" fmla="*/ 0 h 59"/>
                <a:gd name="T2" fmla="*/ 168 w 5"/>
                <a:gd name="T3" fmla="*/ 2095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0" y="0"/>
                  </a:moveTo>
                  <a:cubicBezTo>
                    <a:pt x="3" y="21"/>
                    <a:pt x="5" y="47"/>
                    <a:pt x="1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9" name="Freeform 389">
              <a:extLst>
                <a:ext uri="{FF2B5EF4-FFF2-40B4-BE49-F238E27FC236}">
                  <a16:creationId xmlns:a16="http://schemas.microsoft.com/office/drawing/2014/main" id="{70868582-C867-4D1B-A418-2971F0DE3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877"/>
              <a:ext cx="25" cy="144"/>
            </a:xfrm>
            <a:custGeom>
              <a:avLst/>
              <a:gdLst>
                <a:gd name="T0" fmla="*/ 0 w 10"/>
                <a:gd name="T1" fmla="*/ 0 h 54"/>
                <a:gd name="T2" fmla="*/ 1770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0" y="0"/>
                  </a:moveTo>
                  <a:cubicBezTo>
                    <a:pt x="6" y="20"/>
                    <a:pt x="10" y="44"/>
                    <a:pt x="7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0" name="Freeform 390">
              <a:extLst>
                <a:ext uri="{FF2B5EF4-FFF2-40B4-BE49-F238E27FC236}">
                  <a16:creationId xmlns:a16="http://schemas.microsoft.com/office/drawing/2014/main" id="{F3590D71-DCDB-4187-A90F-68EB411C0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843"/>
              <a:ext cx="25" cy="141"/>
            </a:xfrm>
            <a:custGeom>
              <a:avLst/>
              <a:gdLst>
                <a:gd name="T0" fmla="*/ 0 w 10"/>
                <a:gd name="T1" fmla="*/ 0 h 53"/>
                <a:gd name="T2" fmla="*/ 1488 w 10"/>
                <a:gd name="T3" fmla="*/ 1879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3">
                  <a:moveTo>
                    <a:pt x="0" y="0"/>
                  </a:moveTo>
                  <a:cubicBezTo>
                    <a:pt x="6" y="18"/>
                    <a:pt x="10" y="40"/>
                    <a:pt x="6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1" name="Freeform 391">
              <a:extLst>
                <a:ext uri="{FF2B5EF4-FFF2-40B4-BE49-F238E27FC236}">
                  <a16:creationId xmlns:a16="http://schemas.microsoft.com/office/drawing/2014/main" id="{88B283D1-C9E2-434A-8966-4B9BC18AD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803"/>
              <a:ext cx="25" cy="122"/>
            </a:xfrm>
            <a:custGeom>
              <a:avLst/>
              <a:gdLst>
                <a:gd name="T0" fmla="*/ 0 w 10"/>
                <a:gd name="T1" fmla="*/ 0 h 46"/>
                <a:gd name="T2" fmla="*/ 2470 w 10"/>
                <a:gd name="T3" fmla="*/ 160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6" y="17"/>
                    <a:pt x="10" y="37"/>
                    <a:pt x="10" y="4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2" name="Freeform 392">
              <a:extLst>
                <a:ext uri="{FF2B5EF4-FFF2-40B4-BE49-F238E27FC236}">
                  <a16:creationId xmlns:a16="http://schemas.microsoft.com/office/drawing/2014/main" id="{780DFCA7-67C5-467C-897F-CE81265F8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525"/>
              <a:ext cx="203" cy="43"/>
            </a:xfrm>
            <a:custGeom>
              <a:avLst/>
              <a:gdLst>
                <a:gd name="T0" fmla="*/ 0 w 81"/>
                <a:gd name="T1" fmla="*/ 2658 h 16"/>
                <a:gd name="T2" fmla="*/ 20087 w 81"/>
                <a:gd name="T3" fmla="*/ 606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16">
                  <a:moveTo>
                    <a:pt x="0" y="7"/>
                  </a:moveTo>
                  <a:cubicBezTo>
                    <a:pt x="10" y="0"/>
                    <a:pt x="65" y="1"/>
                    <a:pt x="81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3" name="Freeform 393">
              <a:extLst>
                <a:ext uri="{FF2B5EF4-FFF2-40B4-BE49-F238E27FC236}">
                  <a16:creationId xmlns:a16="http://schemas.microsoft.com/office/drawing/2014/main" id="{DCF82416-163C-4DDF-9BC5-8007E3BC8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467"/>
              <a:ext cx="132" cy="61"/>
            </a:xfrm>
            <a:custGeom>
              <a:avLst/>
              <a:gdLst>
                <a:gd name="T0" fmla="*/ 12655 w 53"/>
                <a:gd name="T1" fmla="*/ 1435 h 23"/>
                <a:gd name="T2" fmla="*/ 0 w 53"/>
                <a:gd name="T3" fmla="*/ 801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3">
                  <a:moveTo>
                    <a:pt x="53" y="4"/>
                  </a:moveTo>
                  <a:cubicBezTo>
                    <a:pt x="30" y="0"/>
                    <a:pt x="1" y="16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4" name="Freeform 394">
              <a:extLst>
                <a:ext uri="{FF2B5EF4-FFF2-40B4-BE49-F238E27FC236}">
                  <a16:creationId xmlns:a16="http://schemas.microsoft.com/office/drawing/2014/main" id="{2AFDCB43-E95F-4415-BD55-58834C08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419"/>
              <a:ext cx="70" cy="72"/>
            </a:xfrm>
            <a:custGeom>
              <a:avLst/>
              <a:gdLst>
                <a:gd name="T0" fmla="*/ 6845 w 28"/>
                <a:gd name="T1" fmla="*/ 0 h 27"/>
                <a:gd name="T2" fmla="*/ 0 w 28"/>
                <a:gd name="T3" fmla="*/ 9707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28" y="0"/>
                  </a:moveTo>
                  <a:cubicBezTo>
                    <a:pt x="11" y="5"/>
                    <a:pt x="2" y="19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5" name="Freeform 395">
              <a:extLst>
                <a:ext uri="{FF2B5EF4-FFF2-40B4-BE49-F238E27FC236}">
                  <a16:creationId xmlns:a16="http://schemas.microsoft.com/office/drawing/2014/main" id="{B047D14B-A8F0-4708-933B-8BC375DAF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405"/>
              <a:ext cx="37" cy="75"/>
            </a:xfrm>
            <a:custGeom>
              <a:avLst/>
              <a:gdLst>
                <a:gd name="T0" fmla="*/ 3365 w 15"/>
                <a:gd name="T1" fmla="*/ 0 h 28"/>
                <a:gd name="T2" fmla="*/ 0 w 15"/>
                <a:gd name="T3" fmla="*/ 1033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4" y="6"/>
                    <a:pt x="0" y="26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6" name="Freeform 396">
              <a:extLst>
                <a:ext uri="{FF2B5EF4-FFF2-40B4-BE49-F238E27FC236}">
                  <a16:creationId xmlns:a16="http://schemas.microsoft.com/office/drawing/2014/main" id="{EE071F15-90CE-40AE-9868-85877B939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435"/>
              <a:ext cx="85" cy="69"/>
            </a:xfrm>
            <a:custGeom>
              <a:avLst/>
              <a:gdLst>
                <a:gd name="T0" fmla="*/ 0 w 34"/>
                <a:gd name="T1" fmla="*/ 9084 h 26"/>
                <a:gd name="T2" fmla="*/ 8333 w 34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6">
                  <a:moveTo>
                    <a:pt x="0" y="26"/>
                  </a:moveTo>
                  <a:cubicBezTo>
                    <a:pt x="3" y="19"/>
                    <a:pt x="14" y="7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7" name="Freeform 397">
              <a:extLst>
                <a:ext uri="{FF2B5EF4-FFF2-40B4-BE49-F238E27FC236}">
                  <a16:creationId xmlns:a16="http://schemas.microsoft.com/office/drawing/2014/main" id="{C48C55DF-5A84-4560-B629-620375832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400"/>
              <a:ext cx="15" cy="75"/>
            </a:xfrm>
            <a:custGeom>
              <a:avLst/>
              <a:gdLst>
                <a:gd name="T0" fmla="*/ 1488 w 6"/>
                <a:gd name="T1" fmla="*/ 0 h 28"/>
                <a:gd name="T2" fmla="*/ 520 w 6"/>
                <a:gd name="T3" fmla="*/ 1033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8">
                  <a:moveTo>
                    <a:pt x="6" y="0"/>
                  </a:moveTo>
                  <a:cubicBezTo>
                    <a:pt x="2" y="5"/>
                    <a:pt x="0" y="24"/>
                    <a:pt x="2" y="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8" name="Freeform 398">
              <a:extLst>
                <a:ext uri="{FF2B5EF4-FFF2-40B4-BE49-F238E27FC236}">
                  <a16:creationId xmlns:a16="http://schemas.microsoft.com/office/drawing/2014/main" id="{BA909FD2-F09E-4890-8083-8E7A53BDA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392"/>
              <a:ext cx="7" cy="80"/>
            </a:xfrm>
            <a:custGeom>
              <a:avLst/>
              <a:gdLst>
                <a:gd name="T0" fmla="*/ 469 w 3"/>
                <a:gd name="T1" fmla="*/ 0 h 30"/>
                <a:gd name="T2" fmla="*/ 152 w 3"/>
                <a:gd name="T3" fmla="*/ 1077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0">
                  <a:moveTo>
                    <a:pt x="3" y="0"/>
                  </a:moveTo>
                  <a:cubicBezTo>
                    <a:pt x="1" y="6"/>
                    <a:pt x="0" y="27"/>
                    <a:pt x="1" y="3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9" name="Freeform 399">
              <a:extLst>
                <a:ext uri="{FF2B5EF4-FFF2-40B4-BE49-F238E27FC236}">
                  <a16:creationId xmlns:a16="http://schemas.microsoft.com/office/drawing/2014/main" id="{A4FBDBD2-E963-4A70-B63C-E401962B6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389"/>
              <a:ext cx="5" cy="78"/>
            </a:xfrm>
            <a:custGeom>
              <a:avLst/>
              <a:gdLst>
                <a:gd name="T0" fmla="*/ 520 w 2"/>
                <a:gd name="T1" fmla="*/ 0 h 29"/>
                <a:gd name="T2" fmla="*/ 520 w 2"/>
                <a:gd name="T3" fmla="*/ 1099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2" y="0"/>
                  </a:moveTo>
                  <a:cubicBezTo>
                    <a:pt x="0" y="6"/>
                    <a:pt x="1" y="28"/>
                    <a:pt x="2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0" name="Freeform 400">
              <a:extLst>
                <a:ext uri="{FF2B5EF4-FFF2-40B4-BE49-F238E27FC236}">
                  <a16:creationId xmlns:a16="http://schemas.microsoft.com/office/drawing/2014/main" id="{1AD46B2B-97AB-406A-A60A-CEE8D748A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747"/>
              <a:ext cx="32" cy="93"/>
            </a:xfrm>
            <a:custGeom>
              <a:avLst/>
              <a:gdLst>
                <a:gd name="T0" fmla="*/ 0 w 13"/>
                <a:gd name="T1" fmla="*/ 0 h 35"/>
                <a:gd name="T2" fmla="*/ 2897 w 13"/>
                <a:gd name="T3" fmla="*/ 1230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5" y="5"/>
                    <a:pt x="13" y="28"/>
                    <a:pt x="13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1" name="Freeform 401">
              <a:extLst>
                <a:ext uri="{FF2B5EF4-FFF2-40B4-BE49-F238E27FC236}">
                  <a16:creationId xmlns:a16="http://schemas.microsoft.com/office/drawing/2014/main" id="{65123DBD-5756-4303-BF48-07AE278DE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059"/>
              <a:ext cx="12" cy="157"/>
            </a:xfrm>
            <a:custGeom>
              <a:avLst/>
              <a:gdLst>
                <a:gd name="T0" fmla="*/ 0 w 5"/>
                <a:gd name="T1" fmla="*/ 0 h 59"/>
                <a:gd name="T2" fmla="*/ 168 w 5"/>
                <a:gd name="T3" fmla="*/ 2095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0" y="0"/>
                  </a:moveTo>
                  <a:cubicBezTo>
                    <a:pt x="3" y="20"/>
                    <a:pt x="5" y="47"/>
                    <a:pt x="1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2" name="Freeform 402">
              <a:extLst>
                <a:ext uri="{FF2B5EF4-FFF2-40B4-BE49-F238E27FC236}">
                  <a16:creationId xmlns:a16="http://schemas.microsoft.com/office/drawing/2014/main" id="{4DEB9FEB-5F26-422E-ADB9-5841AA217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037"/>
              <a:ext cx="25" cy="144"/>
            </a:xfrm>
            <a:custGeom>
              <a:avLst/>
              <a:gdLst>
                <a:gd name="T0" fmla="*/ 0 w 10"/>
                <a:gd name="T1" fmla="*/ 0 h 54"/>
                <a:gd name="T2" fmla="*/ 1770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0" y="0"/>
                  </a:moveTo>
                  <a:cubicBezTo>
                    <a:pt x="6" y="20"/>
                    <a:pt x="10" y="44"/>
                    <a:pt x="7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3" name="Freeform 403">
              <a:extLst>
                <a:ext uri="{FF2B5EF4-FFF2-40B4-BE49-F238E27FC236}">
                  <a16:creationId xmlns:a16="http://schemas.microsoft.com/office/drawing/2014/main" id="{AE247045-88FE-46B6-8525-FAFDE2047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005"/>
              <a:ext cx="25" cy="139"/>
            </a:xfrm>
            <a:custGeom>
              <a:avLst/>
              <a:gdLst>
                <a:gd name="T0" fmla="*/ 0 w 10"/>
                <a:gd name="T1" fmla="*/ 0 h 52"/>
                <a:gd name="T2" fmla="*/ 1488 w 10"/>
                <a:gd name="T3" fmla="*/ 1898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2">
                  <a:moveTo>
                    <a:pt x="0" y="0"/>
                  </a:moveTo>
                  <a:cubicBezTo>
                    <a:pt x="6" y="18"/>
                    <a:pt x="10" y="40"/>
                    <a:pt x="6" y="5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4" name="Freeform 404">
              <a:extLst>
                <a:ext uri="{FF2B5EF4-FFF2-40B4-BE49-F238E27FC236}">
                  <a16:creationId xmlns:a16="http://schemas.microsoft.com/office/drawing/2014/main" id="{1F614909-BF46-4B91-9F17-CEA7ED579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965"/>
              <a:ext cx="25" cy="120"/>
            </a:xfrm>
            <a:custGeom>
              <a:avLst/>
              <a:gdLst>
                <a:gd name="T0" fmla="*/ 0 w 10"/>
                <a:gd name="T1" fmla="*/ 0 h 45"/>
                <a:gd name="T2" fmla="*/ 2470 w 10"/>
                <a:gd name="T3" fmla="*/ 1617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0" y="0"/>
                  </a:moveTo>
                  <a:cubicBezTo>
                    <a:pt x="6" y="17"/>
                    <a:pt x="10" y="37"/>
                    <a:pt x="10" y="4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5" name="Freeform 405">
              <a:extLst>
                <a:ext uri="{FF2B5EF4-FFF2-40B4-BE49-F238E27FC236}">
                  <a16:creationId xmlns:a16="http://schemas.microsoft.com/office/drawing/2014/main" id="{FDF63ACC-54DE-4FD7-B5A1-0AD726C7F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909"/>
              <a:ext cx="32" cy="94"/>
            </a:xfrm>
            <a:custGeom>
              <a:avLst/>
              <a:gdLst>
                <a:gd name="T0" fmla="*/ 0 w 13"/>
                <a:gd name="T1" fmla="*/ 0 h 35"/>
                <a:gd name="T2" fmla="*/ 2897 w 13"/>
                <a:gd name="T3" fmla="*/ 1311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5" y="4"/>
                    <a:pt x="13" y="28"/>
                    <a:pt x="13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6" name="Freeform 406">
              <a:extLst>
                <a:ext uri="{FF2B5EF4-FFF2-40B4-BE49-F238E27FC236}">
                  <a16:creationId xmlns:a16="http://schemas.microsoft.com/office/drawing/2014/main" id="{923E074D-6138-4ACB-97D2-966D973CB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219"/>
              <a:ext cx="12" cy="160"/>
            </a:xfrm>
            <a:custGeom>
              <a:avLst/>
              <a:gdLst>
                <a:gd name="T0" fmla="*/ 0 w 5"/>
                <a:gd name="T1" fmla="*/ 0 h 60"/>
                <a:gd name="T2" fmla="*/ 168 w 5"/>
                <a:gd name="T3" fmla="*/ 2159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0">
                  <a:moveTo>
                    <a:pt x="0" y="0"/>
                  </a:moveTo>
                  <a:cubicBezTo>
                    <a:pt x="3" y="21"/>
                    <a:pt x="5" y="48"/>
                    <a:pt x="1" y="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7" name="Freeform 407">
              <a:extLst>
                <a:ext uri="{FF2B5EF4-FFF2-40B4-BE49-F238E27FC236}">
                  <a16:creationId xmlns:a16="http://schemas.microsoft.com/office/drawing/2014/main" id="{AB0A2707-9069-4D4E-AE4E-AB70509F0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200"/>
              <a:ext cx="25" cy="144"/>
            </a:xfrm>
            <a:custGeom>
              <a:avLst/>
              <a:gdLst>
                <a:gd name="T0" fmla="*/ 0 w 10"/>
                <a:gd name="T1" fmla="*/ 0 h 54"/>
                <a:gd name="T2" fmla="*/ 1770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0" y="0"/>
                  </a:moveTo>
                  <a:cubicBezTo>
                    <a:pt x="6" y="20"/>
                    <a:pt x="10" y="44"/>
                    <a:pt x="7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8" name="Freeform 408">
              <a:extLst>
                <a:ext uri="{FF2B5EF4-FFF2-40B4-BE49-F238E27FC236}">
                  <a16:creationId xmlns:a16="http://schemas.microsoft.com/office/drawing/2014/main" id="{7303E662-A473-4D73-9312-D79C11242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168"/>
              <a:ext cx="25" cy="139"/>
            </a:xfrm>
            <a:custGeom>
              <a:avLst/>
              <a:gdLst>
                <a:gd name="T0" fmla="*/ 0 w 10"/>
                <a:gd name="T1" fmla="*/ 0 h 52"/>
                <a:gd name="T2" fmla="*/ 1488 w 10"/>
                <a:gd name="T3" fmla="*/ 1898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2">
                  <a:moveTo>
                    <a:pt x="0" y="0"/>
                  </a:moveTo>
                  <a:cubicBezTo>
                    <a:pt x="6" y="18"/>
                    <a:pt x="10" y="40"/>
                    <a:pt x="6" y="5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9" name="Freeform 409">
              <a:extLst>
                <a:ext uri="{FF2B5EF4-FFF2-40B4-BE49-F238E27FC236}">
                  <a16:creationId xmlns:a16="http://schemas.microsoft.com/office/drawing/2014/main" id="{7853B1CE-F6A7-4165-8A99-EA1723805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125"/>
              <a:ext cx="25" cy="123"/>
            </a:xfrm>
            <a:custGeom>
              <a:avLst/>
              <a:gdLst>
                <a:gd name="T0" fmla="*/ 0 w 10"/>
                <a:gd name="T1" fmla="*/ 0 h 46"/>
                <a:gd name="T2" fmla="*/ 2470 w 10"/>
                <a:gd name="T3" fmla="*/ 168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6" y="18"/>
                    <a:pt x="10" y="37"/>
                    <a:pt x="10" y="4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0" name="Freeform 410">
              <a:extLst>
                <a:ext uri="{FF2B5EF4-FFF2-40B4-BE49-F238E27FC236}">
                  <a16:creationId xmlns:a16="http://schemas.microsoft.com/office/drawing/2014/main" id="{2E2EDC35-80D5-4E51-A2B9-548287266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072"/>
              <a:ext cx="32" cy="91"/>
            </a:xfrm>
            <a:custGeom>
              <a:avLst/>
              <a:gdLst>
                <a:gd name="T0" fmla="*/ 0 w 13"/>
                <a:gd name="T1" fmla="*/ 0 h 34"/>
                <a:gd name="T2" fmla="*/ 2897 w 13"/>
                <a:gd name="T3" fmla="*/ 12521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4">
                  <a:moveTo>
                    <a:pt x="0" y="0"/>
                  </a:moveTo>
                  <a:cubicBezTo>
                    <a:pt x="5" y="4"/>
                    <a:pt x="13" y="28"/>
                    <a:pt x="13" y="3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1" name="Freeform 411">
              <a:extLst>
                <a:ext uri="{FF2B5EF4-FFF2-40B4-BE49-F238E27FC236}">
                  <a16:creationId xmlns:a16="http://schemas.microsoft.com/office/drawing/2014/main" id="{2CE384B8-BC95-4DC9-9011-B4B9A16B6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381"/>
              <a:ext cx="12" cy="158"/>
            </a:xfrm>
            <a:custGeom>
              <a:avLst/>
              <a:gdLst>
                <a:gd name="T0" fmla="*/ 0 w 5"/>
                <a:gd name="T1" fmla="*/ 0 h 59"/>
                <a:gd name="T2" fmla="*/ 168 w 5"/>
                <a:gd name="T3" fmla="*/ 2175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0" y="0"/>
                  </a:moveTo>
                  <a:cubicBezTo>
                    <a:pt x="3" y="21"/>
                    <a:pt x="5" y="47"/>
                    <a:pt x="1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2" name="Freeform 412">
              <a:extLst>
                <a:ext uri="{FF2B5EF4-FFF2-40B4-BE49-F238E27FC236}">
                  <a16:creationId xmlns:a16="http://schemas.microsoft.com/office/drawing/2014/main" id="{7AE911CA-0256-426D-BC82-5BEE7BFD8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363"/>
              <a:ext cx="25" cy="144"/>
            </a:xfrm>
            <a:custGeom>
              <a:avLst/>
              <a:gdLst>
                <a:gd name="T0" fmla="*/ 0 w 10"/>
                <a:gd name="T1" fmla="*/ 0 h 54"/>
                <a:gd name="T2" fmla="*/ 1770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0" y="0"/>
                  </a:moveTo>
                  <a:cubicBezTo>
                    <a:pt x="6" y="20"/>
                    <a:pt x="10" y="44"/>
                    <a:pt x="7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3" name="Freeform 413">
              <a:extLst>
                <a:ext uri="{FF2B5EF4-FFF2-40B4-BE49-F238E27FC236}">
                  <a16:creationId xmlns:a16="http://schemas.microsoft.com/office/drawing/2014/main" id="{A491E982-8817-4C1B-A61F-58B68C85A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328"/>
              <a:ext cx="25" cy="141"/>
            </a:xfrm>
            <a:custGeom>
              <a:avLst/>
              <a:gdLst>
                <a:gd name="T0" fmla="*/ 0 w 10"/>
                <a:gd name="T1" fmla="*/ 0 h 53"/>
                <a:gd name="T2" fmla="*/ 1488 w 10"/>
                <a:gd name="T3" fmla="*/ 1879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3">
                  <a:moveTo>
                    <a:pt x="0" y="0"/>
                  </a:moveTo>
                  <a:cubicBezTo>
                    <a:pt x="6" y="18"/>
                    <a:pt x="10" y="40"/>
                    <a:pt x="6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4" name="Freeform 414">
              <a:extLst>
                <a:ext uri="{FF2B5EF4-FFF2-40B4-BE49-F238E27FC236}">
                  <a16:creationId xmlns:a16="http://schemas.microsoft.com/office/drawing/2014/main" id="{FBE972E3-4329-4955-8E37-CC0A4BC9B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288"/>
              <a:ext cx="25" cy="123"/>
            </a:xfrm>
            <a:custGeom>
              <a:avLst/>
              <a:gdLst>
                <a:gd name="T0" fmla="*/ 0 w 10"/>
                <a:gd name="T1" fmla="*/ 0 h 46"/>
                <a:gd name="T2" fmla="*/ 2470 w 10"/>
                <a:gd name="T3" fmla="*/ 168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6" y="17"/>
                    <a:pt x="10" y="37"/>
                    <a:pt x="10" y="4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5" name="Freeform 415">
              <a:extLst>
                <a:ext uri="{FF2B5EF4-FFF2-40B4-BE49-F238E27FC236}">
                  <a16:creationId xmlns:a16="http://schemas.microsoft.com/office/drawing/2014/main" id="{7CA2C209-306C-4369-B459-BB5C4C25E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232"/>
              <a:ext cx="32" cy="93"/>
            </a:xfrm>
            <a:custGeom>
              <a:avLst/>
              <a:gdLst>
                <a:gd name="T0" fmla="*/ 0 w 13"/>
                <a:gd name="T1" fmla="*/ 0 h 35"/>
                <a:gd name="T2" fmla="*/ 2897 w 13"/>
                <a:gd name="T3" fmla="*/ 1230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5" y="5"/>
                    <a:pt x="13" y="28"/>
                    <a:pt x="13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6" name="Freeform 416">
              <a:extLst>
                <a:ext uri="{FF2B5EF4-FFF2-40B4-BE49-F238E27FC236}">
                  <a16:creationId xmlns:a16="http://schemas.microsoft.com/office/drawing/2014/main" id="{FAD92970-E742-4AE8-80B9-2729CD212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544"/>
              <a:ext cx="12" cy="157"/>
            </a:xfrm>
            <a:custGeom>
              <a:avLst/>
              <a:gdLst>
                <a:gd name="T0" fmla="*/ 0 w 5"/>
                <a:gd name="T1" fmla="*/ 0 h 59"/>
                <a:gd name="T2" fmla="*/ 168 w 5"/>
                <a:gd name="T3" fmla="*/ 2095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0" y="0"/>
                  </a:moveTo>
                  <a:cubicBezTo>
                    <a:pt x="3" y="20"/>
                    <a:pt x="5" y="47"/>
                    <a:pt x="1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7" name="Freeform 417">
              <a:extLst>
                <a:ext uri="{FF2B5EF4-FFF2-40B4-BE49-F238E27FC236}">
                  <a16:creationId xmlns:a16="http://schemas.microsoft.com/office/drawing/2014/main" id="{71409E05-10E8-439A-9960-B831DDCDC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523"/>
              <a:ext cx="25" cy="144"/>
            </a:xfrm>
            <a:custGeom>
              <a:avLst/>
              <a:gdLst>
                <a:gd name="T0" fmla="*/ 0 w 10"/>
                <a:gd name="T1" fmla="*/ 0 h 54"/>
                <a:gd name="T2" fmla="*/ 1770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0" y="0"/>
                  </a:moveTo>
                  <a:cubicBezTo>
                    <a:pt x="6" y="20"/>
                    <a:pt x="10" y="44"/>
                    <a:pt x="7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8" name="Freeform 418">
              <a:extLst>
                <a:ext uri="{FF2B5EF4-FFF2-40B4-BE49-F238E27FC236}">
                  <a16:creationId xmlns:a16="http://schemas.microsoft.com/office/drawing/2014/main" id="{736885CF-B768-4239-B4C4-F6882DBE7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491"/>
              <a:ext cx="25" cy="138"/>
            </a:xfrm>
            <a:custGeom>
              <a:avLst/>
              <a:gdLst>
                <a:gd name="T0" fmla="*/ 0 w 10"/>
                <a:gd name="T1" fmla="*/ 0 h 52"/>
                <a:gd name="T2" fmla="*/ 1488 w 10"/>
                <a:gd name="T3" fmla="*/ 1815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2">
                  <a:moveTo>
                    <a:pt x="0" y="0"/>
                  </a:moveTo>
                  <a:cubicBezTo>
                    <a:pt x="6" y="18"/>
                    <a:pt x="10" y="40"/>
                    <a:pt x="6" y="5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9" name="Freeform 419">
              <a:extLst>
                <a:ext uri="{FF2B5EF4-FFF2-40B4-BE49-F238E27FC236}">
                  <a16:creationId xmlns:a16="http://schemas.microsoft.com/office/drawing/2014/main" id="{5BB5393B-57FF-48E0-BA9A-2BBC35A7F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451"/>
              <a:ext cx="25" cy="120"/>
            </a:xfrm>
            <a:custGeom>
              <a:avLst/>
              <a:gdLst>
                <a:gd name="T0" fmla="*/ 0 w 10"/>
                <a:gd name="T1" fmla="*/ 0 h 45"/>
                <a:gd name="T2" fmla="*/ 2470 w 10"/>
                <a:gd name="T3" fmla="*/ 1617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0" y="0"/>
                  </a:moveTo>
                  <a:cubicBezTo>
                    <a:pt x="6" y="17"/>
                    <a:pt x="10" y="37"/>
                    <a:pt x="10" y="4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0" name="Freeform 420">
              <a:extLst>
                <a:ext uri="{FF2B5EF4-FFF2-40B4-BE49-F238E27FC236}">
                  <a16:creationId xmlns:a16="http://schemas.microsoft.com/office/drawing/2014/main" id="{E6FFF691-A1A2-4597-9C3D-5A61B2D38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395"/>
              <a:ext cx="32" cy="93"/>
            </a:xfrm>
            <a:custGeom>
              <a:avLst/>
              <a:gdLst>
                <a:gd name="T0" fmla="*/ 0 w 13"/>
                <a:gd name="T1" fmla="*/ 0 h 35"/>
                <a:gd name="T2" fmla="*/ 2897 w 13"/>
                <a:gd name="T3" fmla="*/ 1230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5" y="4"/>
                    <a:pt x="13" y="28"/>
                    <a:pt x="13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1" name="Freeform 421">
              <a:extLst>
                <a:ext uri="{FF2B5EF4-FFF2-40B4-BE49-F238E27FC236}">
                  <a16:creationId xmlns:a16="http://schemas.microsoft.com/office/drawing/2014/main" id="{30E9D887-BC62-4353-96A6-4294BA497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704"/>
              <a:ext cx="12" cy="160"/>
            </a:xfrm>
            <a:custGeom>
              <a:avLst/>
              <a:gdLst>
                <a:gd name="T0" fmla="*/ 0 w 5"/>
                <a:gd name="T1" fmla="*/ 0 h 60"/>
                <a:gd name="T2" fmla="*/ 168 w 5"/>
                <a:gd name="T3" fmla="*/ 2159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0">
                  <a:moveTo>
                    <a:pt x="0" y="0"/>
                  </a:moveTo>
                  <a:cubicBezTo>
                    <a:pt x="3" y="21"/>
                    <a:pt x="5" y="48"/>
                    <a:pt x="1" y="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2" name="Freeform 422">
              <a:extLst>
                <a:ext uri="{FF2B5EF4-FFF2-40B4-BE49-F238E27FC236}">
                  <a16:creationId xmlns:a16="http://schemas.microsoft.com/office/drawing/2014/main" id="{15A77EC0-EE18-4C3D-8582-596788E1C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685"/>
              <a:ext cx="25" cy="144"/>
            </a:xfrm>
            <a:custGeom>
              <a:avLst/>
              <a:gdLst>
                <a:gd name="T0" fmla="*/ 0 w 10"/>
                <a:gd name="T1" fmla="*/ 0 h 54"/>
                <a:gd name="T2" fmla="*/ 1770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0" y="0"/>
                  </a:moveTo>
                  <a:cubicBezTo>
                    <a:pt x="6" y="20"/>
                    <a:pt x="10" y="44"/>
                    <a:pt x="7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3" name="Freeform 423">
              <a:extLst>
                <a:ext uri="{FF2B5EF4-FFF2-40B4-BE49-F238E27FC236}">
                  <a16:creationId xmlns:a16="http://schemas.microsoft.com/office/drawing/2014/main" id="{9A353B10-589C-4701-A120-355B3BA7C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653"/>
              <a:ext cx="25" cy="139"/>
            </a:xfrm>
            <a:custGeom>
              <a:avLst/>
              <a:gdLst>
                <a:gd name="T0" fmla="*/ 0 w 10"/>
                <a:gd name="T1" fmla="*/ 0 h 52"/>
                <a:gd name="T2" fmla="*/ 1488 w 10"/>
                <a:gd name="T3" fmla="*/ 1898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2">
                  <a:moveTo>
                    <a:pt x="0" y="0"/>
                  </a:moveTo>
                  <a:cubicBezTo>
                    <a:pt x="6" y="18"/>
                    <a:pt x="10" y="40"/>
                    <a:pt x="6" y="5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4" name="Freeform 424">
              <a:extLst>
                <a:ext uri="{FF2B5EF4-FFF2-40B4-BE49-F238E27FC236}">
                  <a16:creationId xmlns:a16="http://schemas.microsoft.com/office/drawing/2014/main" id="{D9AB6E0C-4949-4F9E-9875-85EAAE388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611"/>
              <a:ext cx="25" cy="122"/>
            </a:xfrm>
            <a:custGeom>
              <a:avLst/>
              <a:gdLst>
                <a:gd name="T0" fmla="*/ 0 w 10"/>
                <a:gd name="T1" fmla="*/ 0 h 46"/>
                <a:gd name="T2" fmla="*/ 2470 w 10"/>
                <a:gd name="T3" fmla="*/ 160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6" y="18"/>
                    <a:pt x="10" y="37"/>
                    <a:pt x="10" y="4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5" name="Freeform 425">
              <a:extLst>
                <a:ext uri="{FF2B5EF4-FFF2-40B4-BE49-F238E27FC236}">
                  <a16:creationId xmlns:a16="http://schemas.microsoft.com/office/drawing/2014/main" id="{4F133252-D9D7-48E5-A014-29DF7B8AC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557"/>
              <a:ext cx="32" cy="91"/>
            </a:xfrm>
            <a:custGeom>
              <a:avLst/>
              <a:gdLst>
                <a:gd name="T0" fmla="*/ 0 w 13"/>
                <a:gd name="T1" fmla="*/ 0 h 34"/>
                <a:gd name="T2" fmla="*/ 2897 w 13"/>
                <a:gd name="T3" fmla="*/ 12521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4">
                  <a:moveTo>
                    <a:pt x="0" y="0"/>
                  </a:moveTo>
                  <a:cubicBezTo>
                    <a:pt x="5" y="4"/>
                    <a:pt x="13" y="28"/>
                    <a:pt x="13" y="3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6" name="Freeform 426">
              <a:extLst>
                <a:ext uri="{FF2B5EF4-FFF2-40B4-BE49-F238E27FC236}">
                  <a16:creationId xmlns:a16="http://schemas.microsoft.com/office/drawing/2014/main" id="{50B8B0D2-238E-4D62-BAFB-3A69B3011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867"/>
              <a:ext cx="12" cy="157"/>
            </a:xfrm>
            <a:custGeom>
              <a:avLst/>
              <a:gdLst>
                <a:gd name="T0" fmla="*/ 0 w 5"/>
                <a:gd name="T1" fmla="*/ 0 h 59"/>
                <a:gd name="T2" fmla="*/ 168 w 5"/>
                <a:gd name="T3" fmla="*/ 2095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0" y="0"/>
                  </a:moveTo>
                  <a:cubicBezTo>
                    <a:pt x="3" y="20"/>
                    <a:pt x="5" y="47"/>
                    <a:pt x="1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7" name="Freeform 427">
              <a:extLst>
                <a:ext uri="{FF2B5EF4-FFF2-40B4-BE49-F238E27FC236}">
                  <a16:creationId xmlns:a16="http://schemas.microsoft.com/office/drawing/2014/main" id="{FC4364CA-3222-4F55-B621-10E5234ED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848"/>
              <a:ext cx="25" cy="144"/>
            </a:xfrm>
            <a:custGeom>
              <a:avLst/>
              <a:gdLst>
                <a:gd name="T0" fmla="*/ 0 w 10"/>
                <a:gd name="T1" fmla="*/ 0 h 54"/>
                <a:gd name="T2" fmla="*/ 1770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0" y="0"/>
                  </a:moveTo>
                  <a:cubicBezTo>
                    <a:pt x="6" y="20"/>
                    <a:pt x="10" y="44"/>
                    <a:pt x="7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8" name="Freeform 428">
              <a:extLst>
                <a:ext uri="{FF2B5EF4-FFF2-40B4-BE49-F238E27FC236}">
                  <a16:creationId xmlns:a16="http://schemas.microsoft.com/office/drawing/2014/main" id="{98652E69-A211-4F96-94F9-4F1FB636B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813"/>
              <a:ext cx="25" cy="142"/>
            </a:xfrm>
            <a:custGeom>
              <a:avLst/>
              <a:gdLst>
                <a:gd name="T0" fmla="*/ 0 w 10"/>
                <a:gd name="T1" fmla="*/ 0 h 53"/>
                <a:gd name="T2" fmla="*/ 1488 w 10"/>
                <a:gd name="T3" fmla="*/ 19575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3">
                  <a:moveTo>
                    <a:pt x="0" y="0"/>
                  </a:moveTo>
                  <a:cubicBezTo>
                    <a:pt x="6" y="18"/>
                    <a:pt x="10" y="40"/>
                    <a:pt x="6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9" name="Freeform 429">
              <a:extLst>
                <a:ext uri="{FF2B5EF4-FFF2-40B4-BE49-F238E27FC236}">
                  <a16:creationId xmlns:a16="http://schemas.microsoft.com/office/drawing/2014/main" id="{EA97489F-DE57-4172-B554-EC3402A52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773"/>
              <a:ext cx="25" cy="123"/>
            </a:xfrm>
            <a:custGeom>
              <a:avLst/>
              <a:gdLst>
                <a:gd name="T0" fmla="*/ 0 w 10"/>
                <a:gd name="T1" fmla="*/ 0 h 46"/>
                <a:gd name="T2" fmla="*/ 2470 w 10"/>
                <a:gd name="T3" fmla="*/ 168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6" y="17"/>
                    <a:pt x="10" y="37"/>
                    <a:pt x="10" y="4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0" name="Freeform 430">
              <a:extLst>
                <a:ext uri="{FF2B5EF4-FFF2-40B4-BE49-F238E27FC236}">
                  <a16:creationId xmlns:a16="http://schemas.microsoft.com/office/drawing/2014/main" id="{DE162EF9-F5EC-44DB-9F6B-52FBFC7E7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717"/>
              <a:ext cx="32" cy="94"/>
            </a:xfrm>
            <a:custGeom>
              <a:avLst/>
              <a:gdLst>
                <a:gd name="T0" fmla="*/ 0 w 13"/>
                <a:gd name="T1" fmla="*/ 0 h 35"/>
                <a:gd name="T2" fmla="*/ 2897 w 13"/>
                <a:gd name="T3" fmla="*/ 1311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5" y="5"/>
                    <a:pt x="13" y="28"/>
                    <a:pt x="13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1" name="Freeform 431">
              <a:extLst>
                <a:ext uri="{FF2B5EF4-FFF2-40B4-BE49-F238E27FC236}">
                  <a16:creationId xmlns:a16="http://schemas.microsoft.com/office/drawing/2014/main" id="{F1897FEE-5C1A-4663-A9C9-67ACD0340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029"/>
              <a:ext cx="12" cy="158"/>
            </a:xfrm>
            <a:custGeom>
              <a:avLst/>
              <a:gdLst>
                <a:gd name="T0" fmla="*/ 0 w 5"/>
                <a:gd name="T1" fmla="*/ 0 h 59"/>
                <a:gd name="T2" fmla="*/ 168 w 5"/>
                <a:gd name="T3" fmla="*/ 2175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0" y="0"/>
                  </a:moveTo>
                  <a:cubicBezTo>
                    <a:pt x="3" y="20"/>
                    <a:pt x="5" y="47"/>
                    <a:pt x="1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2" name="Freeform 432">
              <a:extLst>
                <a:ext uri="{FF2B5EF4-FFF2-40B4-BE49-F238E27FC236}">
                  <a16:creationId xmlns:a16="http://schemas.microsoft.com/office/drawing/2014/main" id="{545CC5C7-526F-4BEC-B423-864BC675A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008"/>
              <a:ext cx="25" cy="144"/>
            </a:xfrm>
            <a:custGeom>
              <a:avLst/>
              <a:gdLst>
                <a:gd name="T0" fmla="*/ 0 w 10"/>
                <a:gd name="T1" fmla="*/ 0 h 54"/>
                <a:gd name="T2" fmla="*/ 1770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0" y="0"/>
                  </a:moveTo>
                  <a:cubicBezTo>
                    <a:pt x="6" y="20"/>
                    <a:pt x="10" y="44"/>
                    <a:pt x="7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3" name="Freeform 433">
              <a:extLst>
                <a:ext uri="{FF2B5EF4-FFF2-40B4-BE49-F238E27FC236}">
                  <a16:creationId xmlns:a16="http://schemas.microsoft.com/office/drawing/2014/main" id="{283D526E-25FF-41EB-89C2-67ED3B99E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976"/>
              <a:ext cx="25" cy="139"/>
            </a:xfrm>
            <a:custGeom>
              <a:avLst/>
              <a:gdLst>
                <a:gd name="T0" fmla="*/ 0 w 10"/>
                <a:gd name="T1" fmla="*/ 0 h 52"/>
                <a:gd name="T2" fmla="*/ 1488 w 10"/>
                <a:gd name="T3" fmla="*/ 1898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2">
                  <a:moveTo>
                    <a:pt x="0" y="0"/>
                  </a:moveTo>
                  <a:cubicBezTo>
                    <a:pt x="6" y="18"/>
                    <a:pt x="10" y="40"/>
                    <a:pt x="6" y="5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4" name="Freeform 434">
              <a:extLst>
                <a:ext uri="{FF2B5EF4-FFF2-40B4-BE49-F238E27FC236}">
                  <a16:creationId xmlns:a16="http://schemas.microsoft.com/office/drawing/2014/main" id="{7AD728AD-906F-4C1C-9101-B3BEFCD14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936"/>
              <a:ext cx="25" cy="120"/>
            </a:xfrm>
            <a:custGeom>
              <a:avLst/>
              <a:gdLst>
                <a:gd name="T0" fmla="*/ 0 w 10"/>
                <a:gd name="T1" fmla="*/ 0 h 45"/>
                <a:gd name="T2" fmla="*/ 2470 w 10"/>
                <a:gd name="T3" fmla="*/ 1617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0" y="0"/>
                  </a:moveTo>
                  <a:cubicBezTo>
                    <a:pt x="6" y="17"/>
                    <a:pt x="10" y="37"/>
                    <a:pt x="10" y="4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5" name="Freeform 435">
              <a:extLst>
                <a:ext uri="{FF2B5EF4-FFF2-40B4-BE49-F238E27FC236}">
                  <a16:creationId xmlns:a16="http://schemas.microsoft.com/office/drawing/2014/main" id="{7DF17D7B-88A0-4188-9275-64E5D23C0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880"/>
              <a:ext cx="32" cy="93"/>
            </a:xfrm>
            <a:custGeom>
              <a:avLst/>
              <a:gdLst>
                <a:gd name="T0" fmla="*/ 0 w 13"/>
                <a:gd name="T1" fmla="*/ 0 h 35"/>
                <a:gd name="T2" fmla="*/ 2897 w 13"/>
                <a:gd name="T3" fmla="*/ 1230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5" y="4"/>
                    <a:pt x="13" y="28"/>
                    <a:pt x="13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6" name="Freeform 436">
              <a:extLst>
                <a:ext uri="{FF2B5EF4-FFF2-40B4-BE49-F238E27FC236}">
                  <a16:creationId xmlns:a16="http://schemas.microsoft.com/office/drawing/2014/main" id="{5FDDA1DB-6C9B-4B19-8116-8A78FB517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664"/>
              <a:ext cx="490" cy="432"/>
            </a:xfrm>
            <a:custGeom>
              <a:avLst/>
              <a:gdLst>
                <a:gd name="T0" fmla="*/ 0 w 196"/>
                <a:gd name="T1" fmla="*/ 53952 h 162"/>
                <a:gd name="T2" fmla="*/ 13208 w 196"/>
                <a:gd name="T3" fmla="*/ 52429 h 162"/>
                <a:gd name="T4" fmla="*/ 22470 w 196"/>
                <a:gd name="T5" fmla="*/ 48149 h 162"/>
                <a:gd name="T6" fmla="*/ 30595 w 196"/>
                <a:gd name="T7" fmla="*/ 43144 h 162"/>
                <a:gd name="T8" fmla="*/ 39063 w 196"/>
                <a:gd name="T9" fmla="*/ 35192 h 162"/>
                <a:gd name="T10" fmla="*/ 45438 w 196"/>
                <a:gd name="T11" fmla="*/ 23304 h 162"/>
                <a:gd name="T12" fmla="*/ 47658 w 196"/>
                <a:gd name="T13" fmla="*/ 13347 h 162"/>
                <a:gd name="T14" fmla="*/ 46408 w 196"/>
                <a:gd name="T15" fmla="*/ 0 h 162"/>
                <a:gd name="T16" fmla="*/ 45438 w 196"/>
                <a:gd name="T17" fmla="*/ 1459 h 162"/>
                <a:gd name="T18" fmla="*/ 39063 w 196"/>
                <a:gd name="T19" fmla="*/ 13347 h 162"/>
                <a:gd name="T20" fmla="*/ 30595 w 196"/>
                <a:gd name="T21" fmla="*/ 21184 h 162"/>
                <a:gd name="T22" fmla="*/ 22470 w 196"/>
                <a:gd name="T23" fmla="*/ 26304 h 162"/>
                <a:gd name="T24" fmla="*/ 13208 w 196"/>
                <a:gd name="T25" fmla="*/ 30891 h 162"/>
                <a:gd name="T26" fmla="*/ 0 w 196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2">
                  <a:moveTo>
                    <a:pt x="0" y="150"/>
                  </a:moveTo>
                  <a:cubicBezTo>
                    <a:pt x="8" y="162"/>
                    <a:pt x="50" y="154"/>
                    <a:pt x="54" y="146"/>
                  </a:cubicBezTo>
                  <a:cubicBezTo>
                    <a:pt x="59" y="154"/>
                    <a:pt x="87" y="143"/>
                    <a:pt x="92" y="134"/>
                  </a:cubicBezTo>
                  <a:cubicBezTo>
                    <a:pt x="103" y="142"/>
                    <a:pt x="121" y="129"/>
                    <a:pt x="125" y="120"/>
                  </a:cubicBezTo>
                  <a:cubicBezTo>
                    <a:pt x="138" y="126"/>
                    <a:pt x="159" y="109"/>
                    <a:pt x="160" y="98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2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8" y="2"/>
                    <a:pt x="187" y="4"/>
                    <a:pt x="186" y="4"/>
                  </a:cubicBezTo>
                  <a:cubicBezTo>
                    <a:pt x="186" y="18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4"/>
                    <a:pt x="54" y="86"/>
                  </a:cubicBezTo>
                  <a:cubicBezTo>
                    <a:pt x="50" y="93"/>
                    <a:pt x="12" y="100"/>
                    <a:pt x="0" y="8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7" name="Freeform 437">
              <a:extLst>
                <a:ext uri="{FF2B5EF4-FFF2-40B4-BE49-F238E27FC236}">
                  <a16:creationId xmlns:a16="http://schemas.microsoft.com/office/drawing/2014/main" id="{5FB385D5-2AFA-4D41-8910-861F7D036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827"/>
              <a:ext cx="490" cy="429"/>
            </a:xfrm>
            <a:custGeom>
              <a:avLst/>
              <a:gdLst>
                <a:gd name="T0" fmla="*/ 0 w 196"/>
                <a:gd name="T1" fmla="*/ 53329 h 161"/>
                <a:gd name="T2" fmla="*/ 13208 w 196"/>
                <a:gd name="T3" fmla="*/ 52271 h 161"/>
                <a:gd name="T4" fmla="*/ 22470 w 196"/>
                <a:gd name="T5" fmla="*/ 47542 h 161"/>
                <a:gd name="T6" fmla="*/ 30595 w 196"/>
                <a:gd name="T7" fmla="*/ 42607 h 161"/>
                <a:gd name="T8" fmla="*/ 39063 w 196"/>
                <a:gd name="T9" fmla="*/ 34642 h 161"/>
                <a:gd name="T10" fmla="*/ 45438 w 196"/>
                <a:gd name="T11" fmla="*/ 23233 h 161"/>
                <a:gd name="T12" fmla="*/ 47658 w 196"/>
                <a:gd name="T13" fmla="*/ 13299 h 161"/>
                <a:gd name="T14" fmla="*/ 46408 w 196"/>
                <a:gd name="T15" fmla="*/ 0 h 161"/>
                <a:gd name="T16" fmla="*/ 45438 w 196"/>
                <a:gd name="T17" fmla="*/ 1455 h 161"/>
                <a:gd name="T18" fmla="*/ 39063 w 196"/>
                <a:gd name="T19" fmla="*/ 13299 h 161"/>
                <a:gd name="T20" fmla="*/ 30595 w 196"/>
                <a:gd name="T21" fmla="*/ 21074 h 161"/>
                <a:gd name="T22" fmla="*/ 22470 w 196"/>
                <a:gd name="T23" fmla="*/ 26220 h 161"/>
                <a:gd name="T24" fmla="*/ 13208 w 196"/>
                <a:gd name="T25" fmla="*/ 30344 h 161"/>
                <a:gd name="T26" fmla="*/ 0 w 196"/>
                <a:gd name="T27" fmla="*/ 31858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1">
                  <a:moveTo>
                    <a:pt x="0" y="149"/>
                  </a:moveTo>
                  <a:cubicBezTo>
                    <a:pt x="8" y="161"/>
                    <a:pt x="50" y="153"/>
                    <a:pt x="54" y="146"/>
                  </a:cubicBezTo>
                  <a:cubicBezTo>
                    <a:pt x="59" y="154"/>
                    <a:pt x="87" y="143"/>
                    <a:pt x="92" y="133"/>
                  </a:cubicBezTo>
                  <a:cubicBezTo>
                    <a:pt x="103" y="141"/>
                    <a:pt x="121" y="129"/>
                    <a:pt x="125" y="119"/>
                  </a:cubicBezTo>
                  <a:cubicBezTo>
                    <a:pt x="138" y="125"/>
                    <a:pt x="159" y="109"/>
                    <a:pt x="160" y="97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2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3"/>
                    <a:pt x="186" y="4"/>
                  </a:cubicBezTo>
                  <a:cubicBezTo>
                    <a:pt x="186" y="17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3"/>
                    <a:pt x="54" y="85"/>
                  </a:cubicBezTo>
                  <a:cubicBezTo>
                    <a:pt x="50" y="93"/>
                    <a:pt x="8" y="101"/>
                    <a:pt x="0" y="8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8" name="Freeform 438">
              <a:extLst>
                <a:ext uri="{FF2B5EF4-FFF2-40B4-BE49-F238E27FC236}">
                  <a16:creationId xmlns:a16="http://schemas.microsoft.com/office/drawing/2014/main" id="{2697009A-BC19-42C3-A47A-999DAE6B3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989"/>
              <a:ext cx="490" cy="430"/>
            </a:xfrm>
            <a:custGeom>
              <a:avLst/>
              <a:gdLst>
                <a:gd name="T0" fmla="*/ 0 w 196"/>
                <a:gd name="T1" fmla="*/ 54084 h 161"/>
                <a:gd name="T2" fmla="*/ 13208 w 196"/>
                <a:gd name="T3" fmla="*/ 53021 h 161"/>
                <a:gd name="T4" fmla="*/ 22470 w 196"/>
                <a:gd name="T5" fmla="*/ 48235 h 161"/>
                <a:gd name="T6" fmla="*/ 30595 w 196"/>
                <a:gd name="T7" fmla="*/ 43206 h 161"/>
                <a:gd name="T8" fmla="*/ 39063 w 196"/>
                <a:gd name="T9" fmla="*/ 35209 h 161"/>
                <a:gd name="T10" fmla="*/ 45438 w 196"/>
                <a:gd name="T11" fmla="*/ 23263 h 161"/>
                <a:gd name="T12" fmla="*/ 47658 w 196"/>
                <a:gd name="T13" fmla="*/ 13431 h 161"/>
                <a:gd name="T14" fmla="*/ 46408 w 196"/>
                <a:gd name="T15" fmla="*/ 0 h 161"/>
                <a:gd name="T16" fmla="*/ 45438 w 196"/>
                <a:gd name="T17" fmla="*/ 1469 h 161"/>
                <a:gd name="T18" fmla="*/ 39063 w 196"/>
                <a:gd name="T19" fmla="*/ 13034 h 161"/>
                <a:gd name="T20" fmla="*/ 30595 w 196"/>
                <a:gd name="T21" fmla="*/ 21073 h 161"/>
                <a:gd name="T22" fmla="*/ 22470 w 196"/>
                <a:gd name="T23" fmla="*/ 26099 h 161"/>
                <a:gd name="T24" fmla="*/ 13208 w 196"/>
                <a:gd name="T25" fmla="*/ 30845 h 161"/>
                <a:gd name="T26" fmla="*/ 0 w 196"/>
                <a:gd name="T27" fmla="*/ 3195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1">
                  <a:moveTo>
                    <a:pt x="0" y="149"/>
                  </a:moveTo>
                  <a:cubicBezTo>
                    <a:pt x="8" y="161"/>
                    <a:pt x="50" y="153"/>
                    <a:pt x="54" y="146"/>
                  </a:cubicBezTo>
                  <a:cubicBezTo>
                    <a:pt x="59" y="154"/>
                    <a:pt x="87" y="142"/>
                    <a:pt x="92" y="133"/>
                  </a:cubicBezTo>
                  <a:cubicBezTo>
                    <a:pt x="103" y="141"/>
                    <a:pt x="121" y="128"/>
                    <a:pt x="125" y="119"/>
                  </a:cubicBezTo>
                  <a:cubicBezTo>
                    <a:pt x="138" y="125"/>
                    <a:pt x="159" y="108"/>
                    <a:pt x="160" y="97"/>
                  </a:cubicBezTo>
                  <a:cubicBezTo>
                    <a:pt x="172" y="98"/>
                    <a:pt x="186" y="78"/>
                    <a:pt x="186" y="64"/>
                  </a:cubicBezTo>
                  <a:cubicBezTo>
                    <a:pt x="191" y="61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3"/>
                    <a:pt x="186" y="4"/>
                  </a:cubicBezTo>
                  <a:cubicBezTo>
                    <a:pt x="186" y="17"/>
                    <a:pt x="172" y="38"/>
                    <a:pt x="160" y="36"/>
                  </a:cubicBezTo>
                  <a:cubicBezTo>
                    <a:pt x="159" y="48"/>
                    <a:pt x="138" y="64"/>
                    <a:pt x="125" y="58"/>
                  </a:cubicBezTo>
                  <a:cubicBezTo>
                    <a:pt x="121" y="68"/>
                    <a:pt x="103" y="80"/>
                    <a:pt x="92" y="72"/>
                  </a:cubicBezTo>
                  <a:cubicBezTo>
                    <a:pt x="87" y="82"/>
                    <a:pt x="59" y="93"/>
                    <a:pt x="54" y="85"/>
                  </a:cubicBezTo>
                  <a:cubicBezTo>
                    <a:pt x="50" y="92"/>
                    <a:pt x="8" y="100"/>
                    <a:pt x="0" y="8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9" name="Freeform 439">
              <a:extLst>
                <a:ext uri="{FF2B5EF4-FFF2-40B4-BE49-F238E27FC236}">
                  <a16:creationId xmlns:a16="http://schemas.microsoft.com/office/drawing/2014/main" id="{7884340B-07BB-434D-B280-60F525809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149"/>
              <a:ext cx="490" cy="432"/>
            </a:xfrm>
            <a:custGeom>
              <a:avLst/>
              <a:gdLst>
                <a:gd name="T0" fmla="*/ 0 w 196"/>
                <a:gd name="T1" fmla="*/ 53952 h 162"/>
                <a:gd name="T2" fmla="*/ 13208 w 196"/>
                <a:gd name="T3" fmla="*/ 52429 h 162"/>
                <a:gd name="T4" fmla="*/ 22470 w 196"/>
                <a:gd name="T5" fmla="*/ 48149 h 162"/>
                <a:gd name="T6" fmla="*/ 30595 w 196"/>
                <a:gd name="T7" fmla="*/ 43144 h 162"/>
                <a:gd name="T8" fmla="*/ 39063 w 196"/>
                <a:gd name="T9" fmla="*/ 35192 h 162"/>
                <a:gd name="T10" fmla="*/ 45438 w 196"/>
                <a:gd name="T11" fmla="*/ 23304 h 162"/>
                <a:gd name="T12" fmla="*/ 47658 w 196"/>
                <a:gd name="T13" fmla="*/ 13347 h 162"/>
                <a:gd name="T14" fmla="*/ 46408 w 196"/>
                <a:gd name="T15" fmla="*/ 0 h 162"/>
                <a:gd name="T16" fmla="*/ 45438 w 196"/>
                <a:gd name="T17" fmla="*/ 1459 h 162"/>
                <a:gd name="T18" fmla="*/ 39063 w 196"/>
                <a:gd name="T19" fmla="*/ 13347 h 162"/>
                <a:gd name="T20" fmla="*/ 30595 w 196"/>
                <a:gd name="T21" fmla="*/ 21184 h 162"/>
                <a:gd name="T22" fmla="*/ 22470 w 196"/>
                <a:gd name="T23" fmla="*/ 26304 h 162"/>
                <a:gd name="T24" fmla="*/ 13208 w 196"/>
                <a:gd name="T25" fmla="*/ 30891 h 162"/>
                <a:gd name="T26" fmla="*/ 0 w 196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2">
                  <a:moveTo>
                    <a:pt x="0" y="150"/>
                  </a:moveTo>
                  <a:cubicBezTo>
                    <a:pt x="8" y="162"/>
                    <a:pt x="50" y="154"/>
                    <a:pt x="54" y="146"/>
                  </a:cubicBezTo>
                  <a:cubicBezTo>
                    <a:pt x="59" y="154"/>
                    <a:pt x="87" y="143"/>
                    <a:pt x="92" y="134"/>
                  </a:cubicBezTo>
                  <a:cubicBezTo>
                    <a:pt x="103" y="142"/>
                    <a:pt x="121" y="129"/>
                    <a:pt x="125" y="120"/>
                  </a:cubicBezTo>
                  <a:cubicBezTo>
                    <a:pt x="138" y="126"/>
                    <a:pt x="159" y="109"/>
                    <a:pt x="160" y="98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2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4"/>
                    <a:pt x="186" y="4"/>
                  </a:cubicBezTo>
                  <a:cubicBezTo>
                    <a:pt x="186" y="18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4"/>
                    <a:pt x="54" y="86"/>
                  </a:cubicBezTo>
                  <a:cubicBezTo>
                    <a:pt x="50" y="93"/>
                    <a:pt x="8" y="101"/>
                    <a:pt x="0" y="8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0" name="Freeform 440">
              <a:extLst>
                <a:ext uri="{FF2B5EF4-FFF2-40B4-BE49-F238E27FC236}">
                  <a16:creationId xmlns:a16="http://schemas.microsoft.com/office/drawing/2014/main" id="{FF2F005E-A915-4D6B-8C73-F1A9E5622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312"/>
              <a:ext cx="490" cy="429"/>
            </a:xfrm>
            <a:custGeom>
              <a:avLst/>
              <a:gdLst>
                <a:gd name="T0" fmla="*/ 0 w 196"/>
                <a:gd name="T1" fmla="*/ 53329 h 161"/>
                <a:gd name="T2" fmla="*/ 13208 w 196"/>
                <a:gd name="T3" fmla="*/ 52271 h 161"/>
                <a:gd name="T4" fmla="*/ 22470 w 196"/>
                <a:gd name="T5" fmla="*/ 47542 h 161"/>
                <a:gd name="T6" fmla="*/ 30595 w 196"/>
                <a:gd name="T7" fmla="*/ 42607 h 161"/>
                <a:gd name="T8" fmla="*/ 39063 w 196"/>
                <a:gd name="T9" fmla="*/ 34642 h 161"/>
                <a:gd name="T10" fmla="*/ 45438 w 196"/>
                <a:gd name="T11" fmla="*/ 23233 h 161"/>
                <a:gd name="T12" fmla="*/ 47658 w 196"/>
                <a:gd name="T13" fmla="*/ 13299 h 161"/>
                <a:gd name="T14" fmla="*/ 46408 w 196"/>
                <a:gd name="T15" fmla="*/ 0 h 161"/>
                <a:gd name="T16" fmla="*/ 45438 w 196"/>
                <a:gd name="T17" fmla="*/ 1455 h 161"/>
                <a:gd name="T18" fmla="*/ 39063 w 196"/>
                <a:gd name="T19" fmla="*/ 13299 h 161"/>
                <a:gd name="T20" fmla="*/ 30595 w 196"/>
                <a:gd name="T21" fmla="*/ 21074 h 161"/>
                <a:gd name="T22" fmla="*/ 22470 w 196"/>
                <a:gd name="T23" fmla="*/ 26220 h 161"/>
                <a:gd name="T24" fmla="*/ 13208 w 196"/>
                <a:gd name="T25" fmla="*/ 30344 h 161"/>
                <a:gd name="T26" fmla="*/ 0 w 196"/>
                <a:gd name="T27" fmla="*/ 31858 h 161"/>
                <a:gd name="T28" fmla="*/ 0 w 196"/>
                <a:gd name="T29" fmla="*/ 31858 h 1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6" h="161">
                  <a:moveTo>
                    <a:pt x="0" y="149"/>
                  </a:moveTo>
                  <a:cubicBezTo>
                    <a:pt x="8" y="161"/>
                    <a:pt x="50" y="153"/>
                    <a:pt x="54" y="146"/>
                  </a:cubicBezTo>
                  <a:cubicBezTo>
                    <a:pt x="59" y="154"/>
                    <a:pt x="87" y="143"/>
                    <a:pt x="92" y="133"/>
                  </a:cubicBezTo>
                  <a:cubicBezTo>
                    <a:pt x="103" y="141"/>
                    <a:pt x="121" y="129"/>
                    <a:pt x="125" y="119"/>
                  </a:cubicBezTo>
                  <a:cubicBezTo>
                    <a:pt x="138" y="125"/>
                    <a:pt x="159" y="109"/>
                    <a:pt x="160" y="97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2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3"/>
                    <a:pt x="186" y="4"/>
                  </a:cubicBezTo>
                  <a:cubicBezTo>
                    <a:pt x="186" y="17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3"/>
                    <a:pt x="54" y="85"/>
                  </a:cubicBezTo>
                  <a:cubicBezTo>
                    <a:pt x="50" y="93"/>
                    <a:pt x="8" y="101"/>
                    <a:pt x="0" y="89"/>
                  </a:cubicBezTo>
                  <a:cubicBezTo>
                    <a:pt x="0" y="89"/>
                    <a:pt x="0" y="89"/>
                    <a:pt x="0" y="8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1" name="Freeform 441">
              <a:extLst>
                <a:ext uri="{FF2B5EF4-FFF2-40B4-BE49-F238E27FC236}">
                  <a16:creationId xmlns:a16="http://schemas.microsoft.com/office/drawing/2014/main" id="{3F532F7B-077C-400C-9860-FCE5A6966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475"/>
              <a:ext cx="490" cy="429"/>
            </a:xfrm>
            <a:custGeom>
              <a:avLst/>
              <a:gdLst>
                <a:gd name="T0" fmla="*/ 0 w 196"/>
                <a:gd name="T1" fmla="*/ 53329 h 161"/>
                <a:gd name="T2" fmla="*/ 13208 w 196"/>
                <a:gd name="T3" fmla="*/ 52271 h 161"/>
                <a:gd name="T4" fmla="*/ 22470 w 196"/>
                <a:gd name="T5" fmla="*/ 47542 h 161"/>
                <a:gd name="T6" fmla="*/ 30595 w 196"/>
                <a:gd name="T7" fmla="*/ 42607 h 161"/>
                <a:gd name="T8" fmla="*/ 39063 w 196"/>
                <a:gd name="T9" fmla="*/ 34642 h 161"/>
                <a:gd name="T10" fmla="*/ 45438 w 196"/>
                <a:gd name="T11" fmla="*/ 22982 h 161"/>
                <a:gd name="T12" fmla="*/ 47658 w 196"/>
                <a:gd name="T13" fmla="*/ 13299 h 161"/>
                <a:gd name="T14" fmla="*/ 46408 w 196"/>
                <a:gd name="T15" fmla="*/ 0 h 161"/>
                <a:gd name="T16" fmla="*/ 45438 w 196"/>
                <a:gd name="T17" fmla="*/ 1455 h 161"/>
                <a:gd name="T18" fmla="*/ 39063 w 196"/>
                <a:gd name="T19" fmla="*/ 12902 h 161"/>
                <a:gd name="T20" fmla="*/ 30595 w 196"/>
                <a:gd name="T21" fmla="*/ 20810 h 161"/>
                <a:gd name="T22" fmla="*/ 22470 w 196"/>
                <a:gd name="T23" fmla="*/ 25809 h 161"/>
                <a:gd name="T24" fmla="*/ 13208 w 196"/>
                <a:gd name="T25" fmla="*/ 30344 h 161"/>
                <a:gd name="T26" fmla="*/ 0 w 196"/>
                <a:gd name="T27" fmla="*/ 3146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1">
                  <a:moveTo>
                    <a:pt x="0" y="149"/>
                  </a:moveTo>
                  <a:cubicBezTo>
                    <a:pt x="8" y="161"/>
                    <a:pt x="50" y="153"/>
                    <a:pt x="54" y="146"/>
                  </a:cubicBezTo>
                  <a:cubicBezTo>
                    <a:pt x="59" y="154"/>
                    <a:pt x="87" y="142"/>
                    <a:pt x="92" y="133"/>
                  </a:cubicBezTo>
                  <a:cubicBezTo>
                    <a:pt x="103" y="141"/>
                    <a:pt x="121" y="128"/>
                    <a:pt x="125" y="119"/>
                  </a:cubicBezTo>
                  <a:cubicBezTo>
                    <a:pt x="138" y="125"/>
                    <a:pt x="159" y="108"/>
                    <a:pt x="160" y="97"/>
                  </a:cubicBezTo>
                  <a:cubicBezTo>
                    <a:pt x="172" y="98"/>
                    <a:pt x="186" y="78"/>
                    <a:pt x="186" y="64"/>
                  </a:cubicBezTo>
                  <a:cubicBezTo>
                    <a:pt x="191" y="61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3"/>
                    <a:pt x="186" y="4"/>
                  </a:cubicBezTo>
                  <a:cubicBezTo>
                    <a:pt x="186" y="17"/>
                    <a:pt x="172" y="38"/>
                    <a:pt x="160" y="36"/>
                  </a:cubicBezTo>
                  <a:cubicBezTo>
                    <a:pt x="159" y="48"/>
                    <a:pt x="138" y="64"/>
                    <a:pt x="125" y="58"/>
                  </a:cubicBezTo>
                  <a:cubicBezTo>
                    <a:pt x="121" y="68"/>
                    <a:pt x="103" y="80"/>
                    <a:pt x="92" y="72"/>
                  </a:cubicBezTo>
                  <a:cubicBezTo>
                    <a:pt x="87" y="82"/>
                    <a:pt x="59" y="93"/>
                    <a:pt x="54" y="85"/>
                  </a:cubicBezTo>
                  <a:cubicBezTo>
                    <a:pt x="50" y="92"/>
                    <a:pt x="8" y="100"/>
                    <a:pt x="0" y="8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2" name="Freeform 442">
              <a:extLst>
                <a:ext uri="{FF2B5EF4-FFF2-40B4-BE49-F238E27FC236}">
                  <a16:creationId xmlns:a16="http://schemas.microsoft.com/office/drawing/2014/main" id="{C53DE3E6-2303-4C69-ABB3-396214583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635"/>
              <a:ext cx="490" cy="432"/>
            </a:xfrm>
            <a:custGeom>
              <a:avLst/>
              <a:gdLst>
                <a:gd name="T0" fmla="*/ 0 w 196"/>
                <a:gd name="T1" fmla="*/ 53952 h 162"/>
                <a:gd name="T2" fmla="*/ 13208 w 196"/>
                <a:gd name="T3" fmla="*/ 52429 h 162"/>
                <a:gd name="T4" fmla="*/ 22470 w 196"/>
                <a:gd name="T5" fmla="*/ 48149 h 162"/>
                <a:gd name="T6" fmla="*/ 30595 w 196"/>
                <a:gd name="T7" fmla="*/ 43144 h 162"/>
                <a:gd name="T8" fmla="*/ 39063 w 196"/>
                <a:gd name="T9" fmla="*/ 35192 h 162"/>
                <a:gd name="T10" fmla="*/ 45438 w 196"/>
                <a:gd name="T11" fmla="*/ 23304 h 162"/>
                <a:gd name="T12" fmla="*/ 47658 w 196"/>
                <a:gd name="T13" fmla="*/ 13347 h 162"/>
                <a:gd name="T14" fmla="*/ 46408 w 196"/>
                <a:gd name="T15" fmla="*/ 0 h 162"/>
                <a:gd name="T16" fmla="*/ 45438 w 196"/>
                <a:gd name="T17" fmla="*/ 1459 h 162"/>
                <a:gd name="T18" fmla="*/ 39063 w 196"/>
                <a:gd name="T19" fmla="*/ 13347 h 162"/>
                <a:gd name="T20" fmla="*/ 30595 w 196"/>
                <a:gd name="T21" fmla="*/ 21184 h 162"/>
                <a:gd name="T22" fmla="*/ 22470 w 196"/>
                <a:gd name="T23" fmla="*/ 26304 h 162"/>
                <a:gd name="T24" fmla="*/ 13208 w 196"/>
                <a:gd name="T25" fmla="*/ 30891 h 162"/>
                <a:gd name="T26" fmla="*/ 0 w 196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2">
                  <a:moveTo>
                    <a:pt x="0" y="150"/>
                  </a:moveTo>
                  <a:cubicBezTo>
                    <a:pt x="8" y="162"/>
                    <a:pt x="50" y="154"/>
                    <a:pt x="54" y="146"/>
                  </a:cubicBezTo>
                  <a:cubicBezTo>
                    <a:pt x="59" y="154"/>
                    <a:pt x="87" y="143"/>
                    <a:pt x="92" y="134"/>
                  </a:cubicBezTo>
                  <a:cubicBezTo>
                    <a:pt x="103" y="142"/>
                    <a:pt x="121" y="129"/>
                    <a:pt x="125" y="120"/>
                  </a:cubicBezTo>
                  <a:cubicBezTo>
                    <a:pt x="138" y="126"/>
                    <a:pt x="159" y="109"/>
                    <a:pt x="160" y="98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2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4"/>
                    <a:pt x="186" y="4"/>
                  </a:cubicBezTo>
                  <a:cubicBezTo>
                    <a:pt x="186" y="18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4"/>
                    <a:pt x="54" y="86"/>
                  </a:cubicBezTo>
                  <a:cubicBezTo>
                    <a:pt x="50" y="93"/>
                    <a:pt x="8" y="101"/>
                    <a:pt x="0" y="8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3" name="Freeform 443">
              <a:extLst>
                <a:ext uri="{FF2B5EF4-FFF2-40B4-BE49-F238E27FC236}">
                  <a16:creationId xmlns:a16="http://schemas.microsoft.com/office/drawing/2014/main" id="{DB542019-B8BC-4085-AB50-0280D38F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797"/>
              <a:ext cx="490" cy="432"/>
            </a:xfrm>
            <a:custGeom>
              <a:avLst/>
              <a:gdLst>
                <a:gd name="T0" fmla="*/ 0 w 196"/>
                <a:gd name="T1" fmla="*/ 53555 h 162"/>
                <a:gd name="T2" fmla="*/ 13208 w 196"/>
                <a:gd name="T3" fmla="*/ 52429 h 162"/>
                <a:gd name="T4" fmla="*/ 22470 w 196"/>
                <a:gd name="T5" fmla="*/ 47880 h 162"/>
                <a:gd name="T6" fmla="*/ 30595 w 196"/>
                <a:gd name="T7" fmla="*/ 42723 h 162"/>
                <a:gd name="T8" fmla="*/ 39063 w 196"/>
                <a:gd name="T9" fmla="*/ 34952 h 162"/>
                <a:gd name="T10" fmla="*/ 45438 w 196"/>
                <a:gd name="T11" fmla="*/ 23304 h 162"/>
                <a:gd name="T12" fmla="*/ 47658 w 196"/>
                <a:gd name="T13" fmla="*/ 13347 h 162"/>
                <a:gd name="T14" fmla="*/ 46408 w 196"/>
                <a:gd name="T15" fmla="*/ 0 h 162"/>
                <a:gd name="T16" fmla="*/ 45438 w 196"/>
                <a:gd name="T17" fmla="*/ 1459 h 162"/>
                <a:gd name="T18" fmla="*/ 39063 w 196"/>
                <a:gd name="T19" fmla="*/ 13347 h 162"/>
                <a:gd name="T20" fmla="*/ 30595 w 196"/>
                <a:gd name="T21" fmla="*/ 21184 h 162"/>
                <a:gd name="T22" fmla="*/ 22470 w 196"/>
                <a:gd name="T23" fmla="*/ 26304 h 162"/>
                <a:gd name="T24" fmla="*/ 13208 w 196"/>
                <a:gd name="T25" fmla="*/ 30584 h 162"/>
                <a:gd name="T26" fmla="*/ 0 w 196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2">
                  <a:moveTo>
                    <a:pt x="0" y="149"/>
                  </a:moveTo>
                  <a:cubicBezTo>
                    <a:pt x="8" y="162"/>
                    <a:pt x="50" y="153"/>
                    <a:pt x="54" y="146"/>
                  </a:cubicBezTo>
                  <a:cubicBezTo>
                    <a:pt x="59" y="154"/>
                    <a:pt x="87" y="143"/>
                    <a:pt x="92" y="133"/>
                  </a:cubicBezTo>
                  <a:cubicBezTo>
                    <a:pt x="103" y="141"/>
                    <a:pt x="121" y="129"/>
                    <a:pt x="125" y="119"/>
                  </a:cubicBezTo>
                  <a:cubicBezTo>
                    <a:pt x="138" y="125"/>
                    <a:pt x="159" y="109"/>
                    <a:pt x="160" y="97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2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3"/>
                    <a:pt x="186" y="4"/>
                  </a:cubicBezTo>
                  <a:cubicBezTo>
                    <a:pt x="186" y="17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3"/>
                    <a:pt x="54" y="85"/>
                  </a:cubicBezTo>
                  <a:cubicBezTo>
                    <a:pt x="50" y="93"/>
                    <a:pt x="8" y="101"/>
                    <a:pt x="0" y="8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4" name="Freeform 444">
              <a:extLst>
                <a:ext uri="{FF2B5EF4-FFF2-40B4-BE49-F238E27FC236}">
                  <a16:creationId xmlns:a16="http://schemas.microsoft.com/office/drawing/2014/main" id="{2ABAF088-8ED9-452A-955D-E0CDB9CEF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192"/>
              <a:ext cx="12" cy="157"/>
            </a:xfrm>
            <a:custGeom>
              <a:avLst/>
              <a:gdLst>
                <a:gd name="T0" fmla="*/ 0 w 5"/>
                <a:gd name="T1" fmla="*/ 0 h 59"/>
                <a:gd name="T2" fmla="*/ 168 w 5"/>
                <a:gd name="T3" fmla="*/ 2095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0" y="0"/>
                  </a:moveTo>
                  <a:cubicBezTo>
                    <a:pt x="3" y="20"/>
                    <a:pt x="5" y="47"/>
                    <a:pt x="1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5" name="Freeform 445">
              <a:extLst>
                <a:ext uri="{FF2B5EF4-FFF2-40B4-BE49-F238E27FC236}">
                  <a16:creationId xmlns:a16="http://schemas.microsoft.com/office/drawing/2014/main" id="{36620BBC-D1DF-40BB-BE36-16E76640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171"/>
              <a:ext cx="25" cy="144"/>
            </a:xfrm>
            <a:custGeom>
              <a:avLst/>
              <a:gdLst>
                <a:gd name="T0" fmla="*/ 0 w 10"/>
                <a:gd name="T1" fmla="*/ 0 h 54"/>
                <a:gd name="T2" fmla="*/ 1770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0" y="0"/>
                  </a:moveTo>
                  <a:cubicBezTo>
                    <a:pt x="6" y="20"/>
                    <a:pt x="10" y="44"/>
                    <a:pt x="7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6" name="Freeform 446">
              <a:extLst>
                <a:ext uri="{FF2B5EF4-FFF2-40B4-BE49-F238E27FC236}">
                  <a16:creationId xmlns:a16="http://schemas.microsoft.com/office/drawing/2014/main" id="{4B9FD9BE-E349-44C6-9FC7-006A6006C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139"/>
              <a:ext cx="25" cy="138"/>
            </a:xfrm>
            <a:custGeom>
              <a:avLst/>
              <a:gdLst>
                <a:gd name="T0" fmla="*/ 0 w 10"/>
                <a:gd name="T1" fmla="*/ 0 h 52"/>
                <a:gd name="T2" fmla="*/ 1488 w 10"/>
                <a:gd name="T3" fmla="*/ 1815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2">
                  <a:moveTo>
                    <a:pt x="0" y="0"/>
                  </a:moveTo>
                  <a:cubicBezTo>
                    <a:pt x="6" y="18"/>
                    <a:pt x="10" y="40"/>
                    <a:pt x="6" y="5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7" name="Freeform 447">
              <a:extLst>
                <a:ext uri="{FF2B5EF4-FFF2-40B4-BE49-F238E27FC236}">
                  <a16:creationId xmlns:a16="http://schemas.microsoft.com/office/drawing/2014/main" id="{7472C4D5-92AD-4F1A-ADC8-B73861F55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099"/>
              <a:ext cx="25" cy="120"/>
            </a:xfrm>
            <a:custGeom>
              <a:avLst/>
              <a:gdLst>
                <a:gd name="T0" fmla="*/ 0 w 10"/>
                <a:gd name="T1" fmla="*/ 0 h 45"/>
                <a:gd name="T2" fmla="*/ 2470 w 10"/>
                <a:gd name="T3" fmla="*/ 1617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0" y="0"/>
                  </a:moveTo>
                  <a:cubicBezTo>
                    <a:pt x="6" y="17"/>
                    <a:pt x="10" y="37"/>
                    <a:pt x="10" y="4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8" name="Freeform 448">
              <a:extLst>
                <a:ext uri="{FF2B5EF4-FFF2-40B4-BE49-F238E27FC236}">
                  <a16:creationId xmlns:a16="http://schemas.microsoft.com/office/drawing/2014/main" id="{389C9E66-4483-4DA2-B706-0D6FA4E99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3043"/>
              <a:ext cx="32" cy="93"/>
            </a:xfrm>
            <a:custGeom>
              <a:avLst/>
              <a:gdLst>
                <a:gd name="T0" fmla="*/ 0 w 13"/>
                <a:gd name="T1" fmla="*/ 0 h 35"/>
                <a:gd name="T2" fmla="*/ 2897 w 13"/>
                <a:gd name="T3" fmla="*/ 1230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5" y="4"/>
                    <a:pt x="13" y="28"/>
                    <a:pt x="13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9" name="Freeform 449">
              <a:extLst>
                <a:ext uri="{FF2B5EF4-FFF2-40B4-BE49-F238E27FC236}">
                  <a16:creationId xmlns:a16="http://schemas.microsoft.com/office/drawing/2014/main" id="{C779FDB3-27B4-4AF8-B875-6991A3FD9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352"/>
              <a:ext cx="12" cy="160"/>
            </a:xfrm>
            <a:custGeom>
              <a:avLst/>
              <a:gdLst>
                <a:gd name="T0" fmla="*/ 0 w 5"/>
                <a:gd name="T1" fmla="*/ 0 h 60"/>
                <a:gd name="T2" fmla="*/ 168 w 5"/>
                <a:gd name="T3" fmla="*/ 2159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0">
                  <a:moveTo>
                    <a:pt x="0" y="0"/>
                  </a:moveTo>
                  <a:cubicBezTo>
                    <a:pt x="3" y="21"/>
                    <a:pt x="5" y="48"/>
                    <a:pt x="1" y="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0" name="Freeform 450">
              <a:extLst>
                <a:ext uri="{FF2B5EF4-FFF2-40B4-BE49-F238E27FC236}">
                  <a16:creationId xmlns:a16="http://schemas.microsoft.com/office/drawing/2014/main" id="{267E273A-AD73-4AA6-B34F-0325CD148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333"/>
              <a:ext cx="25" cy="144"/>
            </a:xfrm>
            <a:custGeom>
              <a:avLst/>
              <a:gdLst>
                <a:gd name="T0" fmla="*/ 0 w 10"/>
                <a:gd name="T1" fmla="*/ 0 h 54"/>
                <a:gd name="T2" fmla="*/ 1770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0" y="0"/>
                  </a:moveTo>
                  <a:cubicBezTo>
                    <a:pt x="6" y="20"/>
                    <a:pt x="10" y="44"/>
                    <a:pt x="7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1" name="Freeform 451">
              <a:extLst>
                <a:ext uri="{FF2B5EF4-FFF2-40B4-BE49-F238E27FC236}">
                  <a16:creationId xmlns:a16="http://schemas.microsoft.com/office/drawing/2014/main" id="{440F7698-2A6C-476D-9532-D801E5158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299"/>
              <a:ext cx="25" cy="141"/>
            </a:xfrm>
            <a:custGeom>
              <a:avLst/>
              <a:gdLst>
                <a:gd name="T0" fmla="*/ 0 w 10"/>
                <a:gd name="T1" fmla="*/ 0 h 53"/>
                <a:gd name="T2" fmla="*/ 1488 w 10"/>
                <a:gd name="T3" fmla="*/ 1879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3">
                  <a:moveTo>
                    <a:pt x="0" y="0"/>
                  </a:moveTo>
                  <a:cubicBezTo>
                    <a:pt x="6" y="18"/>
                    <a:pt x="10" y="41"/>
                    <a:pt x="6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2" name="Freeform 452">
              <a:extLst>
                <a:ext uri="{FF2B5EF4-FFF2-40B4-BE49-F238E27FC236}">
                  <a16:creationId xmlns:a16="http://schemas.microsoft.com/office/drawing/2014/main" id="{95B34700-3BBA-462A-9BC7-0169C5806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259"/>
              <a:ext cx="25" cy="122"/>
            </a:xfrm>
            <a:custGeom>
              <a:avLst/>
              <a:gdLst>
                <a:gd name="T0" fmla="*/ 0 w 10"/>
                <a:gd name="T1" fmla="*/ 0 h 46"/>
                <a:gd name="T2" fmla="*/ 2470 w 10"/>
                <a:gd name="T3" fmla="*/ 160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6" y="17"/>
                    <a:pt x="10" y="37"/>
                    <a:pt x="10" y="4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3" name="Freeform 453">
              <a:extLst>
                <a:ext uri="{FF2B5EF4-FFF2-40B4-BE49-F238E27FC236}">
                  <a16:creationId xmlns:a16="http://schemas.microsoft.com/office/drawing/2014/main" id="{9726A1B8-E818-41FA-9032-CBC136D5A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3205"/>
              <a:ext cx="32" cy="91"/>
            </a:xfrm>
            <a:custGeom>
              <a:avLst/>
              <a:gdLst>
                <a:gd name="T0" fmla="*/ 0 w 13"/>
                <a:gd name="T1" fmla="*/ 0 h 34"/>
                <a:gd name="T2" fmla="*/ 2897 w 13"/>
                <a:gd name="T3" fmla="*/ 12521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4">
                  <a:moveTo>
                    <a:pt x="0" y="0"/>
                  </a:moveTo>
                  <a:cubicBezTo>
                    <a:pt x="5" y="4"/>
                    <a:pt x="13" y="28"/>
                    <a:pt x="13" y="3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4" name="Freeform 454">
              <a:extLst>
                <a:ext uri="{FF2B5EF4-FFF2-40B4-BE49-F238E27FC236}">
                  <a16:creationId xmlns:a16="http://schemas.microsoft.com/office/drawing/2014/main" id="{F5A7FAE1-1259-4B5D-B1F1-74299E73D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515"/>
              <a:ext cx="12" cy="157"/>
            </a:xfrm>
            <a:custGeom>
              <a:avLst/>
              <a:gdLst>
                <a:gd name="T0" fmla="*/ 0 w 5"/>
                <a:gd name="T1" fmla="*/ 0 h 59"/>
                <a:gd name="T2" fmla="*/ 168 w 5"/>
                <a:gd name="T3" fmla="*/ 2095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0" y="0"/>
                  </a:moveTo>
                  <a:cubicBezTo>
                    <a:pt x="3" y="20"/>
                    <a:pt x="5" y="47"/>
                    <a:pt x="1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5" name="Freeform 455">
              <a:extLst>
                <a:ext uri="{FF2B5EF4-FFF2-40B4-BE49-F238E27FC236}">
                  <a16:creationId xmlns:a16="http://schemas.microsoft.com/office/drawing/2014/main" id="{ED22E79C-31F5-4E1D-BBE2-AF46CD89A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496"/>
              <a:ext cx="25" cy="144"/>
            </a:xfrm>
            <a:custGeom>
              <a:avLst/>
              <a:gdLst>
                <a:gd name="T0" fmla="*/ 0 w 10"/>
                <a:gd name="T1" fmla="*/ 0 h 54"/>
                <a:gd name="T2" fmla="*/ 1770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0" y="0"/>
                  </a:moveTo>
                  <a:cubicBezTo>
                    <a:pt x="6" y="19"/>
                    <a:pt x="10" y="44"/>
                    <a:pt x="7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6" name="Freeform 456">
              <a:extLst>
                <a:ext uri="{FF2B5EF4-FFF2-40B4-BE49-F238E27FC236}">
                  <a16:creationId xmlns:a16="http://schemas.microsoft.com/office/drawing/2014/main" id="{E1C9EB1D-CB72-4634-BC80-861BA6795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461"/>
              <a:ext cx="25" cy="142"/>
            </a:xfrm>
            <a:custGeom>
              <a:avLst/>
              <a:gdLst>
                <a:gd name="T0" fmla="*/ 0 w 10"/>
                <a:gd name="T1" fmla="*/ 0 h 53"/>
                <a:gd name="T2" fmla="*/ 1488 w 10"/>
                <a:gd name="T3" fmla="*/ 19575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3">
                  <a:moveTo>
                    <a:pt x="0" y="0"/>
                  </a:moveTo>
                  <a:cubicBezTo>
                    <a:pt x="6" y="18"/>
                    <a:pt x="10" y="40"/>
                    <a:pt x="6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7" name="Freeform 457">
              <a:extLst>
                <a:ext uri="{FF2B5EF4-FFF2-40B4-BE49-F238E27FC236}">
                  <a16:creationId xmlns:a16="http://schemas.microsoft.com/office/drawing/2014/main" id="{DAE7D898-41A2-470C-82DB-55AEFEE7F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421"/>
              <a:ext cx="25" cy="123"/>
            </a:xfrm>
            <a:custGeom>
              <a:avLst/>
              <a:gdLst>
                <a:gd name="T0" fmla="*/ 0 w 10"/>
                <a:gd name="T1" fmla="*/ 0 h 46"/>
                <a:gd name="T2" fmla="*/ 2470 w 10"/>
                <a:gd name="T3" fmla="*/ 168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6" y="17"/>
                    <a:pt x="10" y="37"/>
                    <a:pt x="10" y="4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8" name="Freeform 458">
              <a:extLst>
                <a:ext uri="{FF2B5EF4-FFF2-40B4-BE49-F238E27FC236}">
                  <a16:creationId xmlns:a16="http://schemas.microsoft.com/office/drawing/2014/main" id="{5E17763B-4D83-4C43-8DB9-AE2A572F0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3365"/>
              <a:ext cx="32" cy="94"/>
            </a:xfrm>
            <a:custGeom>
              <a:avLst/>
              <a:gdLst>
                <a:gd name="T0" fmla="*/ 0 w 13"/>
                <a:gd name="T1" fmla="*/ 0 h 35"/>
                <a:gd name="T2" fmla="*/ 2897 w 13"/>
                <a:gd name="T3" fmla="*/ 1311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5" y="5"/>
                    <a:pt x="13" y="28"/>
                    <a:pt x="13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9" name="Freeform 459">
              <a:extLst>
                <a:ext uri="{FF2B5EF4-FFF2-40B4-BE49-F238E27FC236}">
                  <a16:creationId xmlns:a16="http://schemas.microsoft.com/office/drawing/2014/main" id="{0F2F0774-18A2-436F-B935-C462DBE61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960"/>
              <a:ext cx="490" cy="429"/>
            </a:xfrm>
            <a:custGeom>
              <a:avLst/>
              <a:gdLst>
                <a:gd name="T0" fmla="*/ 0 w 196"/>
                <a:gd name="T1" fmla="*/ 53329 h 161"/>
                <a:gd name="T2" fmla="*/ 13208 w 196"/>
                <a:gd name="T3" fmla="*/ 52271 h 161"/>
                <a:gd name="T4" fmla="*/ 22470 w 196"/>
                <a:gd name="T5" fmla="*/ 47542 h 161"/>
                <a:gd name="T6" fmla="*/ 30595 w 196"/>
                <a:gd name="T7" fmla="*/ 42607 h 161"/>
                <a:gd name="T8" fmla="*/ 39063 w 196"/>
                <a:gd name="T9" fmla="*/ 34642 h 161"/>
                <a:gd name="T10" fmla="*/ 45438 w 196"/>
                <a:gd name="T11" fmla="*/ 23233 h 161"/>
                <a:gd name="T12" fmla="*/ 47658 w 196"/>
                <a:gd name="T13" fmla="*/ 13299 h 161"/>
                <a:gd name="T14" fmla="*/ 46408 w 196"/>
                <a:gd name="T15" fmla="*/ 0 h 161"/>
                <a:gd name="T16" fmla="*/ 45438 w 196"/>
                <a:gd name="T17" fmla="*/ 1455 h 161"/>
                <a:gd name="T18" fmla="*/ 39063 w 196"/>
                <a:gd name="T19" fmla="*/ 13299 h 161"/>
                <a:gd name="T20" fmla="*/ 30595 w 196"/>
                <a:gd name="T21" fmla="*/ 21074 h 161"/>
                <a:gd name="T22" fmla="*/ 22470 w 196"/>
                <a:gd name="T23" fmla="*/ 26220 h 161"/>
                <a:gd name="T24" fmla="*/ 13208 w 196"/>
                <a:gd name="T25" fmla="*/ 30344 h 161"/>
                <a:gd name="T26" fmla="*/ 0 w 196"/>
                <a:gd name="T27" fmla="*/ 3146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1">
                  <a:moveTo>
                    <a:pt x="0" y="149"/>
                  </a:moveTo>
                  <a:cubicBezTo>
                    <a:pt x="8" y="161"/>
                    <a:pt x="50" y="153"/>
                    <a:pt x="54" y="146"/>
                  </a:cubicBezTo>
                  <a:cubicBezTo>
                    <a:pt x="59" y="154"/>
                    <a:pt x="87" y="143"/>
                    <a:pt x="92" y="133"/>
                  </a:cubicBezTo>
                  <a:cubicBezTo>
                    <a:pt x="103" y="141"/>
                    <a:pt x="121" y="129"/>
                    <a:pt x="125" y="119"/>
                  </a:cubicBezTo>
                  <a:cubicBezTo>
                    <a:pt x="138" y="125"/>
                    <a:pt x="159" y="109"/>
                    <a:pt x="160" y="97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1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3"/>
                    <a:pt x="186" y="4"/>
                  </a:cubicBezTo>
                  <a:cubicBezTo>
                    <a:pt x="186" y="17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3"/>
                    <a:pt x="54" y="85"/>
                  </a:cubicBezTo>
                  <a:cubicBezTo>
                    <a:pt x="50" y="93"/>
                    <a:pt x="8" y="101"/>
                    <a:pt x="0" y="8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0" name="Freeform 460">
              <a:extLst>
                <a:ext uri="{FF2B5EF4-FFF2-40B4-BE49-F238E27FC236}">
                  <a16:creationId xmlns:a16="http://schemas.microsoft.com/office/drawing/2014/main" id="{10167C63-6273-46C8-A090-7806D5A5C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123"/>
              <a:ext cx="490" cy="429"/>
            </a:xfrm>
            <a:custGeom>
              <a:avLst/>
              <a:gdLst>
                <a:gd name="T0" fmla="*/ 0 w 196"/>
                <a:gd name="T1" fmla="*/ 53329 h 161"/>
                <a:gd name="T2" fmla="*/ 13208 w 196"/>
                <a:gd name="T3" fmla="*/ 52271 h 161"/>
                <a:gd name="T4" fmla="*/ 22470 w 196"/>
                <a:gd name="T5" fmla="*/ 47542 h 161"/>
                <a:gd name="T6" fmla="*/ 30595 w 196"/>
                <a:gd name="T7" fmla="*/ 42607 h 161"/>
                <a:gd name="T8" fmla="*/ 39063 w 196"/>
                <a:gd name="T9" fmla="*/ 34642 h 161"/>
                <a:gd name="T10" fmla="*/ 45438 w 196"/>
                <a:gd name="T11" fmla="*/ 22982 h 161"/>
                <a:gd name="T12" fmla="*/ 47658 w 196"/>
                <a:gd name="T13" fmla="*/ 13299 h 161"/>
                <a:gd name="T14" fmla="*/ 46408 w 196"/>
                <a:gd name="T15" fmla="*/ 0 h 161"/>
                <a:gd name="T16" fmla="*/ 45438 w 196"/>
                <a:gd name="T17" fmla="*/ 1455 h 161"/>
                <a:gd name="T18" fmla="*/ 39063 w 196"/>
                <a:gd name="T19" fmla="*/ 12902 h 161"/>
                <a:gd name="T20" fmla="*/ 30595 w 196"/>
                <a:gd name="T21" fmla="*/ 20810 h 161"/>
                <a:gd name="T22" fmla="*/ 22470 w 196"/>
                <a:gd name="T23" fmla="*/ 25809 h 161"/>
                <a:gd name="T24" fmla="*/ 13208 w 196"/>
                <a:gd name="T25" fmla="*/ 30344 h 161"/>
                <a:gd name="T26" fmla="*/ 0 w 196"/>
                <a:gd name="T27" fmla="*/ 3146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1">
                  <a:moveTo>
                    <a:pt x="0" y="149"/>
                  </a:moveTo>
                  <a:cubicBezTo>
                    <a:pt x="8" y="161"/>
                    <a:pt x="50" y="153"/>
                    <a:pt x="54" y="146"/>
                  </a:cubicBezTo>
                  <a:cubicBezTo>
                    <a:pt x="59" y="154"/>
                    <a:pt x="87" y="142"/>
                    <a:pt x="92" y="133"/>
                  </a:cubicBezTo>
                  <a:cubicBezTo>
                    <a:pt x="103" y="141"/>
                    <a:pt x="121" y="128"/>
                    <a:pt x="125" y="119"/>
                  </a:cubicBezTo>
                  <a:cubicBezTo>
                    <a:pt x="138" y="125"/>
                    <a:pt x="159" y="108"/>
                    <a:pt x="160" y="97"/>
                  </a:cubicBezTo>
                  <a:cubicBezTo>
                    <a:pt x="172" y="98"/>
                    <a:pt x="186" y="78"/>
                    <a:pt x="186" y="64"/>
                  </a:cubicBezTo>
                  <a:cubicBezTo>
                    <a:pt x="191" y="61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1"/>
                    <a:pt x="187" y="3"/>
                    <a:pt x="186" y="4"/>
                  </a:cubicBezTo>
                  <a:cubicBezTo>
                    <a:pt x="186" y="17"/>
                    <a:pt x="172" y="38"/>
                    <a:pt x="160" y="36"/>
                  </a:cubicBezTo>
                  <a:cubicBezTo>
                    <a:pt x="159" y="48"/>
                    <a:pt x="138" y="64"/>
                    <a:pt x="125" y="58"/>
                  </a:cubicBezTo>
                  <a:cubicBezTo>
                    <a:pt x="121" y="68"/>
                    <a:pt x="103" y="80"/>
                    <a:pt x="92" y="72"/>
                  </a:cubicBezTo>
                  <a:cubicBezTo>
                    <a:pt x="87" y="82"/>
                    <a:pt x="59" y="93"/>
                    <a:pt x="54" y="85"/>
                  </a:cubicBezTo>
                  <a:cubicBezTo>
                    <a:pt x="50" y="92"/>
                    <a:pt x="8" y="100"/>
                    <a:pt x="0" y="8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1" name="Freeform 461">
              <a:extLst>
                <a:ext uri="{FF2B5EF4-FFF2-40B4-BE49-F238E27FC236}">
                  <a16:creationId xmlns:a16="http://schemas.microsoft.com/office/drawing/2014/main" id="{084AE0E5-142F-4494-B9EB-442010226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283"/>
              <a:ext cx="490" cy="432"/>
            </a:xfrm>
            <a:custGeom>
              <a:avLst/>
              <a:gdLst>
                <a:gd name="T0" fmla="*/ 0 w 196"/>
                <a:gd name="T1" fmla="*/ 53952 h 162"/>
                <a:gd name="T2" fmla="*/ 13208 w 196"/>
                <a:gd name="T3" fmla="*/ 52429 h 162"/>
                <a:gd name="T4" fmla="*/ 22470 w 196"/>
                <a:gd name="T5" fmla="*/ 48149 h 162"/>
                <a:gd name="T6" fmla="*/ 30595 w 196"/>
                <a:gd name="T7" fmla="*/ 43144 h 162"/>
                <a:gd name="T8" fmla="*/ 39063 w 196"/>
                <a:gd name="T9" fmla="*/ 35192 h 162"/>
                <a:gd name="T10" fmla="*/ 45438 w 196"/>
                <a:gd name="T11" fmla="*/ 23304 h 162"/>
                <a:gd name="T12" fmla="*/ 47658 w 196"/>
                <a:gd name="T13" fmla="*/ 13347 h 162"/>
                <a:gd name="T14" fmla="*/ 46408 w 196"/>
                <a:gd name="T15" fmla="*/ 0 h 162"/>
                <a:gd name="T16" fmla="*/ 45438 w 196"/>
                <a:gd name="T17" fmla="*/ 1459 h 162"/>
                <a:gd name="T18" fmla="*/ 39063 w 196"/>
                <a:gd name="T19" fmla="*/ 13347 h 162"/>
                <a:gd name="T20" fmla="*/ 30595 w 196"/>
                <a:gd name="T21" fmla="*/ 21184 h 162"/>
                <a:gd name="T22" fmla="*/ 22470 w 196"/>
                <a:gd name="T23" fmla="*/ 26304 h 162"/>
                <a:gd name="T24" fmla="*/ 13208 w 196"/>
                <a:gd name="T25" fmla="*/ 30891 h 162"/>
                <a:gd name="T26" fmla="*/ 0 w 196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6" h="162">
                  <a:moveTo>
                    <a:pt x="0" y="150"/>
                  </a:moveTo>
                  <a:cubicBezTo>
                    <a:pt x="8" y="162"/>
                    <a:pt x="50" y="154"/>
                    <a:pt x="54" y="146"/>
                  </a:cubicBezTo>
                  <a:cubicBezTo>
                    <a:pt x="59" y="154"/>
                    <a:pt x="87" y="143"/>
                    <a:pt x="92" y="134"/>
                  </a:cubicBezTo>
                  <a:cubicBezTo>
                    <a:pt x="103" y="142"/>
                    <a:pt x="121" y="129"/>
                    <a:pt x="125" y="120"/>
                  </a:cubicBezTo>
                  <a:cubicBezTo>
                    <a:pt x="138" y="126"/>
                    <a:pt x="159" y="109"/>
                    <a:pt x="160" y="98"/>
                  </a:cubicBezTo>
                  <a:cubicBezTo>
                    <a:pt x="172" y="99"/>
                    <a:pt x="186" y="78"/>
                    <a:pt x="186" y="65"/>
                  </a:cubicBezTo>
                  <a:cubicBezTo>
                    <a:pt x="191" y="62"/>
                    <a:pt x="196" y="48"/>
                    <a:pt x="195" y="37"/>
                  </a:cubicBezTo>
                  <a:cubicBezTo>
                    <a:pt x="196" y="26"/>
                    <a:pt x="194" y="4"/>
                    <a:pt x="190" y="0"/>
                  </a:cubicBezTo>
                  <a:cubicBezTo>
                    <a:pt x="189" y="2"/>
                    <a:pt x="187" y="3"/>
                    <a:pt x="186" y="4"/>
                  </a:cubicBezTo>
                  <a:cubicBezTo>
                    <a:pt x="186" y="18"/>
                    <a:pt x="172" y="38"/>
                    <a:pt x="160" y="37"/>
                  </a:cubicBezTo>
                  <a:cubicBezTo>
                    <a:pt x="159" y="48"/>
                    <a:pt x="138" y="65"/>
                    <a:pt x="125" y="59"/>
                  </a:cubicBezTo>
                  <a:cubicBezTo>
                    <a:pt x="121" y="68"/>
                    <a:pt x="103" y="81"/>
                    <a:pt x="92" y="73"/>
                  </a:cubicBezTo>
                  <a:cubicBezTo>
                    <a:pt x="87" y="82"/>
                    <a:pt x="59" y="94"/>
                    <a:pt x="54" y="86"/>
                  </a:cubicBezTo>
                  <a:cubicBezTo>
                    <a:pt x="50" y="93"/>
                    <a:pt x="8" y="101"/>
                    <a:pt x="0" y="8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2" name="Freeform 462">
              <a:extLst>
                <a:ext uri="{FF2B5EF4-FFF2-40B4-BE49-F238E27FC236}">
                  <a16:creationId xmlns:a16="http://schemas.microsoft.com/office/drawing/2014/main" id="{9F9762DF-607E-445A-8B48-7D9B4D4ED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680"/>
              <a:ext cx="65" cy="213"/>
            </a:xfrm>
            <a:custGeom>
              <a:avLst/>
              <a:gdLst>
                <a:gd name="T0" fmla="*/ 6375 w 26"/>
                <a:gd name="T1" fmla="*/ 0 h 80"/>
                <a:gd name="T2" fmla="*/ 1770 w 26"/>
                <a:gd name="T3" fmla="*/ 28497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0">
                  <a:moveTo>
                    <a:pt x="26" y="0"/>
                  </a:moveTo>
                  <a:cubicBezTo>
                    <a:pt x="19" y="10"/>
                    <a:pt x="0" y="60"/>
                    <a:pt x="7" y="8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3" name="Freeform 463">
              <a:extLst>
                <a:ext uri="{FF2B5EF4-FFF2-40B4-BE49-F238E27FC236}">
                  <a16:creationId xmlns:a16="http://schemas.microsoft.com/office/drawing/2014/main" id="{19FA890E-4D26-43A7-8C52-00D5BDBF7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656"/>
              <a:ext cx="82" cy="203"/>
            </a:xfrm>
            <a:custGeom>
              <a:avLst/>
              <a:gdLst>
                <a:gd name="T0" fmla="*/ 7780 w 33"/>
                <a:gd name="T1" fmla="*/ 0 h 76"/>
                <a:gd name="T2" fmla="*/ 952 w 33"/>
                <a:gd name="T3" fmla="*/ 27597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2" y="11"/>
                    <a:pt x="0" y="59"/>
                    <a:pt x="4" y="7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4" name="Freeform 464">
              <a:extLst>
                <a:ext uri="{FF2B5EF4-FFF2-40B4-BE49-F238E27FC236}">
                  <a16:creationId xmlns:a16="http://schemas.microsoft.com/office/drawing/2014/main" id="{B0E58B44-59DD-489A-AF84-2D534D973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637"/>
              <a:ext cx="115" cy="184"/>
            </a:xfrm>
            <a:custGeom>
              <a:avLst/>
              <a:gdLst>
                <a:gd name="T0" fmla="*/ 11250 w 46"/>
                <a:gd name="T1" fmla="*/ 0 h 69"/>
                <a:gd name="T2" fmla="*/ 1488 w 46"/>
                <a:gd name="T3" fmla="*/ 24824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69">
                  <a:moveTo>
                    <a:pt x="46" y="0"/>
                  </a:moveTo>
                  <a:cubicBezTo>
                    <a:pt x="29" y="8"/>
                    <a:pt x="0" y="48"/>
                    <a:pt x="6" y="6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5" name="Freeform 465">
              <a:extLst>
                <a:ext uri="{FF2B5EF4-FFF2-40B4-BE49-F238E27FC236}">
                  <a16:creationId xmlns:a16="http://schemas.microsoft.com/office/drawing/2014/main" id="{088E3DB7-7580-470E-9A40-CB148F807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616"/>
              <a:ext cx="142" cy="147"/>
            </a:xfrm>
            <a:custGeom>
              <a:avLst/>
              <a:gdLst>
                <a:gd name="T0" fmla="*/ 13634 w 57"/>
                <a:gd name="T1" fmla="*/ 0 h 55"/>
                <a:gd name="T2" fmla="*/ 0 w 57"/>
                <a:gd name="T3" fmla="*/ 20045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55">
                  <a:moveTo>
                    <a:pt x="57" y="0"/>
                  </a:moveTo>
                  <a:cubicBezTo>
                    <a:pt x="38" y="6"/>
                    <a:pt x="0" y="39"/>
                    <a:pt x="0" y="5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6" name="Freeform 466">
              <a:extLst>
                <a:ext uri="{FF2B5EF4-FFF2-40B4-BE49-F238E27FC236}">
                  <a16:creationId xmlns:a16="http://schemas.microsoft.com/office/drawing/2014/main" id="{1C74069B-9A76-49B1-B044-E9AC46C51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576"/>
              <a:ext cx="187" cy="99"/>
            </a:xfrm>
            <a:custGeom>
              <a:avLst/>
              <a:gdLst>
                <a:gd name="T0" fmla="*/ 18009 w 75"/>
                <a:gd name="T1" fmla="*/ 0 h 37"/>
                <a:gd name="T2" fmla="*/ 0 w 75"/>
                <a:gd name="T3" fmla="*/ 1358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37">
                  <a:moveTo>
                    <a:pt x="75" y="0"/>
                  </a:moveTo>
                  <a:cubicBezTo>
                    <a:pt x="55" y="0"/>
                    <a:pt x="8" y="21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7" name="Freeform 467">
              <a:extLst>
                <a:ext uri="{FF2B5EF4-FFF2-40B4-BE49-F238E27FC236}">
                  <a16:creationId xmlns:a16="http://schemas.microsoft.com/office/drawing/2014/main" id="{47ED4C9C-837F-4D58-9D4B-0328D84A1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896"/>
              <a:ext cx="12" cy="157"/>
            </a:xfrm>
            <a:custGeom>
              <a:avLst/>
              <a:gdLst>
                <a:gd name="T0" fmla="*/ 967 w 5"/>
                <a:gd name="T1" fmla="*/ 0 h 59"/>
                <a:gd name="T2" fmla="*/ 802 w 5"/>
                <a:gd name="T3" fmla="*/ 2095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5" y="0"/>
                  </a:moveTo>
                  <a:cubicBezTo>
                    <a:pt x="2" y="21"/>
                    <a:pt x="0" y="47"/>
                    <a:pt x="4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8" name="Freeform 468">
              <a:extLst>
                <a:ext uri="{FF2B5EF4-FFF2-40B4-BE49-F238E27FC236}">
                  <a16:creationId xmlns:a16="http://schemas.microsoft.com/office/drawing/2014/main" id="{BB0C51F8-8D44-4323-867E-98CE22C6E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877"/>
              <a:ext cx="25" cy="144"/>
            </a:xfrm>
            <a:custGeom>
              <a:avLst/>
              <a:gdLst>
                <a:gd name="T0" fmla="*/ 2470 w 10"/>
                <a:gd name="T1" fmla="*/ 0 h 54"/>
                <a:gd name="T2" fmla="*/ 783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10" y="0"/>
                  </a:moveTo>
                  <a:cubicBezTo>
                    <a:pt x="4" y="20"/>
                    <a:pt x="0" y="44"/>
                    <a:pt x="3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9" name="Freeform 469">
              <a:extLst>
                <a:ext uri="{FF2B5EF4-FFF2-40B4-BE49-F238E27FC236}">
                  <a16:creationId xmlns:a16="http://schemas.microsoft.com/office/drawing/2014/main" id="{39C6C315-CE5E-4180-A1EE-F52CE4D68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843"/>
              <a:ext cx="28" cy="141"/>
            </a:xfrm>
            <a:custGeom>
              <a:avLst/>
              <a:gdLst>
                <a:gd name="T0" fmla="*/ 2986 w 11"/>
                <a:gd name="T1" fmla="*/ 0 h 53"/>
                <a:gd name="T2" fmla="*/ 1056 w 11"/>
                <a:gd name="T3" fmla="*/ 1879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3">
                  <a:moveTo>
                    <a:pt x="11" y="0"/>
                  </a:moveTo>
                  <a:cubicBezTo>
                    <a:pt x="4" y="18"/>
                    <a:pt x="0" y="40"/>
                    <a:pt x="4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0" name="Freeform 470">
              <a:extLst>
                <a:ext uri="{FF2B5EF4-FFF2-40B4-BE49-F238E27FC236}">
                  <a16:creationId xmlns:a16="http://schemas.microsoft.com/office/drawing/2014/main" id="{F8468C6F-D24F-49BA-AC7E-0CCFCA40E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803"/>
              <a:ext cx="25" cy="122"/>
            </a:xfrm>
            <a:custGeom>
              <a:avLst/>
              <a:gdLst>
                <a:gd name="T0" fmla="*/ 2470 w 10"/>
                <a:gd name="T1" fmla="*/ 0 h 46"/>
                <a:gd name="T2" fmla="*/ 0 w 10"/>
                <a:gd name="T3" fmla="*/ 160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10" y="0"/>
                  </a:moveTo>
                  <a:cubicBezTo>
                    <a:pt x="4" y="17"/>
                    <a:pt x="0" y="37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1" name="Freeform 471">
              <a:extLst>
                <a:ext uri="{FF2B5EF4-FFF2-40B4-BE49-F238E27FC236}">
                  <a16:creationId xmlns:a16="http://schemas.microsoft.com/office/drawing/2014/main" id="{4B379566-05BD-4B06-BEFB-29582CC9A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525"/>
              <a:ext cx="203" cy="43"/>
            </a:xfrm>
            <a:custGeom>
              <a:avLst/>
              <a:gdLst>
                <a:gd name="T0" fmla="*/ 20087 w 81"/>
                <a:gd name="T1" fmla="*/ 2658 h 16"/>
                <a:gd name="T2" fmla="*/ 0 w 81"/>
                <a:gd name="T3" fmla="*/ 606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16">
                  <a:moveTo>
                    <a:pt x="81" y="7"/>
                  </a:moveTo>
                  <a:cubicBezTo>
                    <a:pt x="71" y="0"/>
                    <a:pt x="16" y="1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2" name="Freeform 472">
              <a:extLst>
                <a:ext uri="{FF2B5EF4-FFF2-40B4-BE49-F238E27FC236}">
                  <a16:creationId xmlns:a16="http://schemas.microsoft.com/office/drawing/2014/main" id="{2F0F0E78-E967-435F-A327-9B1967E25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467"/>
              <a:ext cx="135" cy="61"/>
            </a:xfrm>
            <a:custGeom>
              <a:avLst/>
              <a:gdLst>
                <a:gd name="T0" fmla="*/ 0 w 54"/>
                <a:gd name="T1" fmla="*/ 1435 h 23"/>
                <a:gd name="T2" fmla="*/ 13208 w 54"/>
                <a:gd name="T3" fmla="*/ 801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3">
                  <a:moveTo>
                    <a:pt x="0" y="4"/>
                  </a:moveTo>
                  <a:cubicBezTo>
                    <a:pt x="24" y="0"/>
                    <a:pt x="52" y="16"/>
                    <a:pt x="54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3" name="Freeform 473">
              <a:extLst>
                <a:ext uri="{FF2B5EF4-FFF2-40B4-BE49-F238E27FC236}">
                  <a16:creationId xmlns:a16="http://schemas.microsoft.com/office/drawing/2014/main" id="{7C74A985-C85F-48E0-AAAA-D4131606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419"/>
              <a:ext cx="70" cy="72"/>
            </a:xfrm>
            <a:custGeom>
              <a:avLst/>
              <a:gdLst>
                <a:gd name="T0" fmla="*/ 0 w 28"/>
                <a:gd name="T1" fmla="*/ 0 h 27"/>
                <a:gd name="T2" fmla="*/ 6845 w 28"/>
                <a:gd name="T3" fmla="*/ 9707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0" y="0"/>
                  </a:moveTo>
                  <a:cubicBezTo>
                    <a:pt x="18" y="5"/>
                    <a:pt x="27" y="19"/>
                    <a:pt x="28" y="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4" name="Freeform 474">
              <a:extLst>
                <a:ext uri="{FF2B5EF4-FFF2-40B4-BE49-F238E27FC236}">
                  <a16:creationId xmlns:a16="http://schemas.microsoft.com/office/drawing/2014/main" id="{97DAD6A5-90C6-46A7-82B0-B877BF9E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405"/>
              <a:ext cx="40" cy="75"/>
            </a:xfrm>
            <a:custGeom>
              <a:avLst/>
              <a:gdLst>
                <a:gd name="T0" fmla="*/ 0 w 16"/>
                <a:gd name="T1" fmla="*/ 0 h 28"/>
                <a:gd name="T2" fmla="*/ 3908 w 16"/>
                <a:gd name="T3" fmla="*/ 1033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8">
                  <a:moveTo>
                    <a:pt x="0" y="0"/>
                  </a:moveTo>
                  <a:cubicBezTo>
                    <a:pt x="11" y="6"/>
                    <a:pt x="16" y="26"/>
                    <a:pt x="16" y="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5" name="Freeform 475">
              <a:extLst>
                <a:ext uri="{FF2B5EF4-FFF2-40B4-BE49-F238E27FC236}">
                  <a16:creationId xmlns:a16="http://schemas.microsoft.com/office/drawing/2014/main" id="{59E39E83-3BCF-4228-A274-9DE3012A9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435"/>
              <a:ext cx="82" cy="69"/>
            </a:xfrm>
            <a:custGeom>
              <a:avLst/>
              <a:gdLst>
                <a:gd name="T0" fmla="*/ 7780 w 33"/>
                <a:gd name="T1" fmla="*/ 9084 h 26"/>
                <a:gd name="T2" fmla="*/ 0 w 33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6">
                  <a:moveTo>
                    <a:pt x="33" y="26"/>
                  </a:moveTo>
                  <a:cubicBezTo>
                    <a:pt x="31" y="19"/>
                    <a:pt x="19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6" name="Freeform 476">
              <a:extLst>
                <a:ext uri="{FF2B5EF4-FFF2-40B4-BE49-F238E27FC236}">
                  <a16:creationId xmlns:a16="http://schemas.microsoft.com/office/drawing/2014/main" id="{70EE5AC9-86E2-44A1-81B8-44ABA4AA2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400"/>
              <a:ext cx="15" cy="75"/>
            </a:xfrm>
            <a:custGeom>
              <a:avLst/>
              <a:gdLst>
                <a:gd name="T0" fmla="*/ 0 w 6"/>
                <a:gd name="T1" fmla="*/ 0 h 28"/>
                <a:gd name="T2" fmla="*/ 1300 w 6"/>
                <a:gd name="T3" fmla="*/ 1033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8">
                  <a:moveTo>
                    <a:pt x="0" y="0"/>
                  </a:moveTo>
                  <a:cubicBezTo>
                    <a:pt x="5" y="5"/>
                    <a:pt x="6" y="24"/>
                    <a:pt x="5" y="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7" name="Freeform 477">
              <a:extLst>
                <a:ext uri="{FF2B5EF4-FFF2-40B4-BE49-F238E27FC236}">
                  <a16:creationId xmlns:a16="http://schemas.microsoft.com/office/drawing/2014/main" id="{A75E29B5-A211-4A08-B174-E4B777DA5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392"/>
              <a:ext cx="7" cy="80"/>
            </a:xfrm>
            <a:custGeom>
              <a:avLst/>
              <a:gdLst>
                <a:gd name="T0" fmla="*/ 0 w 3"/>
                <a:gd name="T1" fmla="*/ 0 h 30"/>
                <a:gd name="T2" fmla="*/ 355 w 3"/>
                <a:gd name="T3" fmla="*/ 1077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0">
                  <a:moveTo>
                    <a:pt x="0" y="0"/>
                  </a:moveTo>
                  <a:cubicBezTo>
                    <a:pt x="2" y="6"/>
                    <a:pt x="3" y="27"/>
                    <a:pt x="2" y="3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8" name="Freeform 478">
              <a:extLst>
                <a:ext uri="{FF2B5EF4-FFF2-40B4-BE49-F238E27FC236}">
                  <a16:creationId xmlns:a16="http://schemas.microsoft.com/office/drawing/2014/main" id="{439C46A9-28C7-4AE6-AFFA-313880FAD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389"/>
              <a:ext cx="5" cy="78"/>
            </a:xfrm>
            <a:custGeom>
              <a:avLst/>
              <a:gdLst>
                <a:gd name="T0" fmla="*/ 0 w 2"/>
                <a:gd name="T1" fmla="*/ 0 h 29"/>
                <a:gd name="T2" fmla="*/ 313 w 2"/>
                <a:gd name="T3" fmla="*/ 1099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0" y="0"/>
                  </a:moveTo>
                  <a:cubicBezTo>
                    <a:pt x="2" y="6"/>
                    <a:pt x="1" y="28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9" name="Freeform 479">
              <a:extLst>
                <a:ext uri="{FF2B5EF4-FFF2-40B4-BE49-F238E27FC236}">
                  <a16:creationId xmlns:a16="http://schemas.microsoft.com/office/drawing/2014/main" id="{B9F300B0-2D9A-444E-8878-22C301801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747"/>
              <a:ext cx="32" cy="93"/>
            </a:xfrm>
            <a:custGeom>
              <a:avLst/>
              <a:gdLst>
                <a:gd name="T0" fmla="*/ 2897 w 13"/>
                <a:gd name="T1" fmla="*/ 0 h 35"/>
                <a:gd name="T2" fmla="*/ 0 w 13"/>
                <a:gd name="T3" fmla="*/ 1230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13" y="0"/>
                  </a:moveTo>
                  <a:cubicBezTo>
                    <a:pt x="9" y="5"/>
                    <a:pt x="0" y="28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0" name="Freeform 480">
              <a:extLst>
                <a:ext uri="{FF2B5EF4-FFF2-40B4-BE49-F238E27FC236}">
                  <a16:creationId xmlns:a16="http://schemas.microsoft.com/office/drawing/2014/main" id="{26C809CE-00A5-4FB5-9D00-4CC041507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059"/>
              <a:ext cx="12" cy="157"/>
            </a:xfrm>
            <a:custGeom>
              <a:avLst/>
              <a:gdLst>
                <a:gd name="T0" fmla="*/ 967 w 5"/>
                <a:gd name="T1" fmla="*/ 0 h 59"/>
                <a:gd name="T2" fmla="*/ 802 w 5"/>
                <a:gd name="T3" fmla="*/ 2095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5" y="0"/>
                  </a:moveTo>
                  <a:cubicBezTo>
                    <a:pt x="2" y="20"/>
                    <a:pt x="0" y="47"/>
                    <a:pt x="4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1" name="Freeform 481">
              <a:extLst>
                <a:ext uri="{FF2B5EF4-FFF2-40B4-BE49-F238E27FC236}">
                  <a16:creationId xmlns:a16="http://schemas.microsoft.com/office/drawing/2014/main" id="{ADA4BE9D-CE46-4A88-83A6-4383B9DF7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037"/>
              <a:ext cx="25" cy="144"/>
            </a:xfrm>
            <a:custGeom>
              <a:avLst/>
              <a:gdLst>
                <a:gd name="T0" fmla="*/ 2470 w 10"/>
                <a:gd name="T1" fmla="*/ 0 h 54"/>
                <a:gd name="T2" fmla="*/ 783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10" y="0"/>
                  </a:moveTo>
                  <a:cubicBezTo>
                    <a:pt x="4" y="20"/>
                    <a:pt x="0" y="44"/>
                    <a:pt x="3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2" name="Freeform 482">
              <a:extLst>
                <a:ext uri="{FF2B5EF4-FFF2-40B4-BE49-F238E27FC236}">
                  <a16:creationId xmlns:a16="http://schemas.microsoft.com/office/drawing/2014/main" id="{CDC48999-F3A3-4A4D-A2A4-2E5E48C87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005"/>
              <a:ext cx="28" cy="139"/>
            </a:xfrm>
            <a:custGeom>
              <a:avLst/>
              <a:gdLst>
                <a:gd name="T0" fmla="*/ 2986 w 11"/>
                <a:gd name="T1" fmla="*/ 0 h 52"/>
                <a:gd name="T2" fmla="*/ 1056 w 11"/>
                <a:gd name="T3" fmla="*/ 1898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2">
                  <a:moveTo>
                    <a:pt x="11" y="0"/>
                  </a:moveTo>
                  <a:cubicBezTo>
                    <a:pt x="4" y="18"/>
                    <a:pt x="0" y="40"/>
                    <a:pt x="4" y="5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3" name="Freeform 483">
              <a:extLst>
                <a:ext uri="{FF2B5EF4-FFF2-40B4-BE49-F238E27FC236}">
                  <a16:creationId xmlns:a16="http://schemas.microsoft.com/office/drawing/2014/main" id="{669710A7-8FB7-4EEF-8C13-5F50A6440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965"/>
              <a:ext cx="25" cy="120"/>
            </a:xfrm>
            <a:custGeom>
              <a:avLst/>
              <a:gdLst>
                <a:gd name="T0" fmla="*/ 2470 w 10"/>
                <a:gd name="T1" fmla="*/ 0 h 45"/>
                <a:gd name="T2" fmla="*/ 0 w 10"/>
                <a:gd name="T3" fmla="*/ 1617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10" y="0"/>
                  </a:moveTo>
                  <a:cubicBezTo>
                    <a:pt x="4" y="17"/>
                    <a:pt x="0" y="37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4" name="Freeform 484">
              <a:extLst>
                <a:ext uri="{FF2B5EF4-FFF2-40B4-BE49-F238E27FC236}">
                  <a16:creationId xmlns:a16="http://schemas.microsoft.com/office/drawing/2014/main" id="{686A9B2C-75D9-4A57-85A2-9C57212C9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909"/>
              <a:ext cx="32" cy="94"/>
            </a:xfrm>
            <a:custGeom>
              <a:avLst/>
              <a:gdLst>
                <a:gd name="T0" fmla="*/ 2897 w 13"/>
                <a:gd name="T1" fmla="*/ 0 h 35"/>
                <a:gd name="T2" fmla="*/ 0 w 13"/>
                <a:gd name="T3" fmla="*/ 1311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13" y="0"/>
                  </a:moveTo>
                  <a:cubicBezTo>
                    <a:pt x="9" y="4"/>
                    <a:pt x="0" y="28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5" name="Freeform 485">
              <a:extLst>
                <a:ext uri="{FF2B5EF4-FFF2-40B4-BE49-F238E27FC236}">
                  <a16:creationId xmlns:a16="http://schemas.microsoft.com/office/drawing/2014/main" id="{E6F0A8D1-56D7-43B1-B7B4-4A3ECF98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219"/>
              <a:ext cx="12" cy="160"/>
            </a:xfrm>
            <a:custGeom>
              <a:avLst/>
              <a:gdLst>
                <a:gd name="T0" fmla="*/ 967 w 5"/>
                <a:gd name="T1" fmla="*/ 0 h 60"/>
                <a:gd name="T2" fmla="*/ 802 w 5"/>
                <a:gd name="T3" fmla="*/ 2159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0">
                  <a:moveTo>
                    <a:pt x="5" y="0"/>
                  </a:moveTo>
                  <a:cubicBezTo>
                    <a:pt x="2" y="21"/>
                    <a:pt x="0" y="48"/>
                    <a:pt x="4" y="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6" name="Freeform 486">
              <a:extLst>
                <a:ext uri="{FF2B5EF4-FFF2-40B4-BE49-F238E27FC236}">
                  <a16:creationId xmlns:a16="http://schemas.microsoft.com/office/drawing/2014/main" id="{89FBE094-F14A-46CB-B626-50E6D2FB5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200"/>
              <a:ext cx="25" cy="144"/>
            </a:xfrm>
            <a:custGeom>
              <a:avLst/>
              <a:gdLst>
                <a:gd name="T0" fmla="*/ 2470 w 10"/>
                <a:gd name="T1" fmla="*/ 0 h 54"/>
                <a:gd name="T2" fmla="*/ 783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10" y="0"/>
                  </a:moveTo>
                  <a:cubicBezTo>
                    <a:pt x="4" y="20"/>
                    <a:pt x="0" y="44"/>
                    <a:pt x="3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7" name="Freeform 487">
              <a:extLst>
                <a:ext uri="{FF2B5EF4-FFF2-40B4-BE49-F238E27FC236}">
                  <a16:creationId xmlns:a16="http://schemas.microsoft.com/office/drawing/2014/main" id="{03D014B0-03E3-47F5-A3E3-9D2A8AAB1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168"/>
              <a:ext cx="28" cy="139"/>
            </a:xfrm>
            <a:custGeom>
              <a:avLst/>
              <a:gdLst>
                <a:gd name="T0" fmla="*/ 2986 w 11"/>
                <a:gd name="T1" fmla="*/ 0 h 52"/>
                <a:gd name="T2" fmla="*/ 1056 w 11"/>
                <a:gd name="T3" fmla="*/ 1898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2">
                  <a:moveTo>
                    <a:pt x="11" y="0"/>
                  </a:moveTo>
                  <a:cubicBezTo>
                    <a:pt x="4" y="18"/>
                    <a:pt x="0" y="40"/>
                    <a:pt x="4" y="5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8" name="Freeform 488">
              <a:extLst>
                <a:ext uri="{FF2B5EF4-FFF2-40B4-BE49-F238E27FC236}">
                  <a16:creationId xmlns:a16="http://schemas.microsoft.com/office/drawing/2014/main" id="{9BBB1663-D677-4AAC-9ADC-28C69C529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125"/>
              <a:ext cx="25" cy="123"/>
            </a:xfrm>
            <a:custGeom>
              <a:avLst/>
              <a:gdLst>
                <a:gd name="T0" fmla="*/ 2470 w 10"/>
                <a:gd name="T1" fmla="*/ 0 h 46"/>
                <a:gd name="T2" fmla="*/ 0 w 10"/>
                <a:gd name="T3" fmla="*/ 168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10" y="0"/>
                  </a:moveTo>
                  <a:cubicBezTo>
                    <a:pt x="4" y="18"/>
                    <a:pt x="0" y="37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9" name="Freeform 489">
              <a:extLst>
                <a:ext uri="{FF2B5EF4-FFF2-40B4-BE49-F238E27FC236}">
                  <a16:creationId xmlns:a16="http://schemas.microsoft.com/office/drawing/2014/main" id="{91F93E39-6C13-4F04-AAF6-50A3BAE8D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072"/>
              <a:ext cx="32" cy="91"/>
            </a:xfrm>
            <a:custGeom>
              <a:avLst/>
              <a:gdLst>
                <a:gd name="T0" fmla="*/ 2897 w 13"/>
                <a:gd name="T1" fmla="*/ 0 h 34"/>
                <a:gd name="T2" fmla="*/ 0 w 13"/>
                <a:gd name="T3" fmla="*/ 12521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4">
                  <a:moveTo>
                    <a:pt x="13" y="0"/>
                  </a:moveTo>
                  <a:cubicBezTo>
                    <a:pt x="9" y="4"/>
                    <a:pt x="0" y="28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0" name="Freeform 490">
              <a:extLst>
                <a:ext uri="{FF2B5EF4-FFF2-40B4-BE49-F238E27FC236}">
                  <a16:creationId xmlns:a16="http://schemas.microsoft.com/office/drawing/2014/main" id="{323EC463-38A1-4A01-9A6A-459DFB62D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381"/>
              <a:ext cx="12" cy="158"/>
            </a:xfrm>
            <a:custGeom>
              <a:avLst/>
              <a:gdLst>
                <a:gd name="T0" fmla="*/ 967 w 5"/>
                <a:gd name="T1" fmla="*/ 0 h 59"/>
                <a:gd name="T2" fmla="*/ 802 w 5"/>
                <a:gd name="T3" fmla="*/ 2175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5" y="0"/>
                  </a:moveTo>
                  <a:cubicBezTo>
                    <a:pt x="2" y="21"/>
                    <a:pt x="0" y="47"/>
                    <a:pt x="4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1" name="Freeform 491">
              <a:extLst>
                <a:ext uri="{FF2B5EF4-FFF2-40B4-BE49-F238E27FC236}">
                  <a16:creationId xmlns:a16="http://schemas.microsoft.com/office/drawing/2014/main" id="{4DE562CA-E7AE-4031-BDF4-EF54789F9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363"/>
              <a:ext cx="25" cy="144"/>
            </a:xfrm>
            <a:custGeom>
              <a:avLst/>
              <a:gdLst>
                <a:gd name="T0" fmla="*/ 2470 w 10"/>
                <a:gd name="T1" fmla="*/ 0 h 54"/>
                <a:gd name="T2" fmla="*/ 783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10" y="0"/>
                  </a:moveTo>
                  <a:cubicBezTo>
                    <a:pt x="4" y="20"/>
                    <a:pt x="0" y="44"/>
                    <a:pt x="3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2" name="Freeform 492">
              <a:extLst>
                <a:ext uri="{FF2B5EF4-FFF2-40B4-BE49-F238E27FC236}">
                  <a16:creationId xmlns:a16="http://schemas.microsoft.com/office/drawing/2014/main" id="{2A9A0F79-3FCE-4328-A0AD-3170F4675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328"/>
              <a:ext cx="28" cy="141"/>
            </a:xfrm>
            <a:custGeom>
              <a:avLst/>
              <a:gdLst>
                <a:gd name="T0" fmla="*/ 2986 w 11"/>
                <a:gd name="T1" fmla="*/ 0 h 53"/>
                <a:gd name="T2" fmla="*/ 1056 w 11"/>
                <a:gd name="T3" fmla="*/ 1879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3">
                  <a:moveTo>
                    <a:pt x="11" y="0"/>
                  </a:moveTo>
                  <a:cubicBezTo>
                    <a:pt x="4" y="18"/>
                    <a:pt x="0" y="40"/>
                    <a:pt x="4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3" name="Freeform 493">
              <a:extLst>
                <a:ext uri="{FF2B5EF4-FFF2-40B4-BE49-F238E27FC236}">
                  <a16:creationId xmlns:a16="http://schemas.microsoft.com/office/drawing/2014/main" id="{59214609-CD76-4FDF-9ADA-16CBB08AB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288"/>
              <a:ext cx="25" cy="123"/>
            </a:xfrm>
            <a:custGeom>
              <a:avLst/>
              <a:gdLst>
                <a:gd name="T0" fmla="*/ 2470 w 10"/>
                <a:gd name="T1" fmla="*/ 0 h 46"/>
                <a:gd name="T2" fmla="*/ 0 w 10"/>
                <a:gd name="T3" fmla="*/ 168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10" y="0"/>
                  </a:moveTo>
                  <a:cubicBezTo>
                    <a:pt x="4" y="17"/>
                    <a:pt x="0" y="37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4" name="Freeform 494">
              <a:extLst>
                <a:ext uri="{FF2B5EF4-FFF2-40B4-BE49-F238E27FC236}">
                  <a16:creationId xmlns:a16="http://schemas.microsoft.com/office/drawing/2014/main" id="{ADA4825B-DC53-45B0-A978-389417C32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232"/>
              <a:ext cx="32" cy="93"/>
            </a:xfrm>
            <a:custGeom>
              <a:avLst/>
              <a:gdLst>
                <a:gd name="T0" fmla="*/ 2897 w 13"/>
                <a:gd name="T1" fmla="*/ 0 h 35"/>
                <a:gd name="T2" fmla="*/ 0 w 13"/>
                <a:gd name="T3" fmla="*/ 1230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13" y="0"/>
                  </a:moveTo>
                  <a:cubicBezTo>
                    <a:pt x="9" y="5"/>
                    <a:pt x="0" y="28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5" name="Freeform 495">
              <a:extLst>
                <a:ext uri="{FF2B5EF4-FFF2-40B4-BE49-F238E27FC236}">
                  <a16:creationId xmlns:a16="http://schemas.microsoft.com/office/drawing/2014/main" id="{7B2FEA16-3FFA-47B9-A119-DCA8E71ED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544"/>
              <a:ext cx="12" cy="157"/>
            </a:xfrm>
            <a:custGeom>
              <a:avLst/>
              <a:gdLst>
                <a:gd name="T0" fmla="*/ 967 w 5"/>
                <a:gd name="T1" fmla="*/ 0 h 59"/>
                <a:gd name="T2" fmla="*/ 802 w 5"/>
                <a:gd name="T3" fmla="*/ 2095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5" y="0"/>
                  </a:moveTo>
                  <a:cubicBezTo>
                    <a:pt x="2" y="20"/>
                    <a:pt x="0" y="47"/>
                    <a:pt x="4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6" name="Freeform 496">
              <a:extLst>
                <a:ext uri="{FF2B5EF4-FFF2-40B4-BE49-F238E27FC236}">
                  <a16:creationId xmlns:a16="http://schemas.microsoft.com/office/drawing/2014/main" id="{2CDBBC06-4CAE-42A1-9E3E-D54EFB69E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523"/>
              <a:ext cx="25" cy="144"/>
            </a:xfrm>
            <a:custGeom>
              <a:avLst/>
              <a:gdLst>
                <a:gd name="T0" fmla="*/ 2470 w 10"/>
                <a:gd name="T1" fmla="*/ 0 h 54"/>
                <a:gd name="T2" fmla="*/ 783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10" y="0"/>
                  </a:moveTo>
                  <a:cubicBezTo>
                    <a:pt x="4" y="20"/>
                    <a:pt x="0" y="44"/>
                    <a:pt x="3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7" name="Freeform 497">
              <a:extLst>
                <a:ext uri="{FF2B5EF4-FFF2-40B4-BE49-F238E27FC236}">
                  <a16:creationId xmlns:a16="http://schemas.microsoft.com/office/drawing/2014/main" id="{D0187544-77E2-415D-8C37-E6FF16478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491"/>
              <a:ext cx="28" cy="138"/>
            </a:xfrm>
            <a:custGeom>
              <a:avLst/>
              <a:gdLst>
                <a:gd name="T0" fmla="*/ 2986 w 11"/>
                <a:gd name="T1" fmla="*/ 0 h 52"/>
                <a:gd name="T2" fmla="*/ 1056 w 11"/>
                <a:gd name="T3" fmla="*/ 1815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2">
                  <a:moveTo>
                    <a:pt x="11" y="0"/>
                  </a:moveTo>
                  <a:cubicBezTo>
                    <a:pt x="4" y="18"/>
                    <a:pt x="0" y="40"/>
                    <a:pt x="4" y="5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8" name="Freeform 498">
              <a:extLst>
                <a:ext uri="{FF2B5EF4-FFF2-40B4-BE49-F238E27FC236}">
                  <a16:creationId xmlns:a16="http://schemas.microsoft.com/office/drawing/2014/main" id="{44E9AA0C-0293-4081-9FC8-A0A29CD30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451"/>
              <a:ext cx="25" cy="120"/>
            </a:xfrm>
            <a:custGeom>
              <a:avLst/>
              <a:gdLst>
                <a:gd name="T0" fmla="*/ 2470 w 10"/>
                <a:gd name="T1" fmla="*/ 0 h 45"/>
                <a:gd name="T2" fmla="*/ 0 w 10"/>
                <a:gd name="T3" fmla="*/ 1617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10" y="0"/>
                  </a:moveTo>
                  <a:cubicBezTo>
                    <a:pt x="4" y="17"/>
                    <a:pt x="0" y="37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9" name="Freeform 499">
              <a:extLst>
                <a:ext uri="{FF2B5EF4-FFF2-40B4-BE49-F238E27FC236}">
                  <a16:creationId xmlns:a16="http://schemas.microsoft.com/office/drawing/2014/main" id="{062272B6-ED40-463B-8265-34ECB0527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395"/>
              <a:ext cx="32" cy="93"/>
            </a:xfrm>
            <a:custGeom>
              <a:avLst/>
              <a:gdLst>
                <a:gd name="T0" fmla="*/ 2897 w 13"/>
                <a:gd name="T1" fmla="*/ 0 h 35"/>
                <a:gd name="T2" fmla="*/ 0 w 13"/>
                <a:gd name="T3" fmla="*/ 1230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13" y="0"/>
                  </a:moveTo>
                  <a:cubicBezTo>
                    <a:pt x="9" y="4"/>
                    <a:pt x="0" y="28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0" name="Freeform 500">
              <a:extLst>
                <a:ext uri="{FF2B5EF4-FFF2-40B4-BE49-F238E27FC236}">
                  <a16:creationId xmlns:a16="http://schemas.microsoft.com/office/drawing/2014/main" id="{1EC0CBE4-3860-4050-B8EB-36922567E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704"/>
              <a:ext cx="12" cy="160"/>
            </a:xfrm>
            <a:custGeom>
              <a:avLst/>
              <a:gdLst>
                <a:gd name="T0" fmla="*/ 967 w 5"/>
                <a:gd name="T1" fmla="*/ 0 h 60"/>
                <a:gd name="T2" fmla="*/ 802 w 5"/>
                <a:gd name="T3" fmla="*/ 2159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0">
                  <a:moveTo>
                    <a:pt x="5" y="0"/>
                  </a:moveTo>
                  <a:cubicBezTo>
                    <a:pt x="2" y="21"/>
                    <a:pt x="0" y="48"/>
                    <a:pt x="4" y="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1" name="Freeform 501">
              <a:extLst>
                <a:ext uri="{FF2B5EF4-FFF2-40B4-BE49-F238E27FC236}">
                  <a16:creationId xmlns:a16="http://schemas.microsoft.com/office/drawing/2014/main" id="{55E3FF91-12F1-4BAB-8551-FFFFAD6C3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685"/>
              <a:ext cx="25" cy="144"/>
            </a:xfrm>
            <a:custGeom>
              <a:avLst/>
              <a:gdLst>
                <a:gd name="T0" fmla="*/ 2470 w 10"/>
                <a:gd name="T1" fmla="*/ 0 h 54"/>
                <a:gd name="T2" fmla="*/ 783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10" y="0"/>
                  </a:moveTo>
                  <a:cubicBezTo>
                    <a:pt x="4" y="20"/>
                    <a:pt x="0" y="44"/>
                    <a:pt x="3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2" name="Freeform 502">
              <a:extLst>
                <a:ext uri="{FF2B5EF4-FFF2-40B4-BE49-F238E27FC236}">
                  <a16:creationId xmlns:a16="http://schemas.microsoft.com/office/drawing/2014/main" id="{5E866B91-C04C-4B88-A750-88CF8D0F0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653"/>
              <a:ext cx="28" cy="139"/>
            </a:xfrm>
            <a:custGeom>
              <a:avLst/>
              <a:gdLst>
                <a:gd name="T0" fmla="*/ 2986 w 11"/>
                <a:gd name="T1" fmla="*/ 0 h 52"/>
                <a:gd name="T2" fmla="*/ 1056 w 11"/>
                <a:gd name="T3" fmla="*/ 1898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2">
                  <a:moveTo>
                    <a:pt x="11" y="0"/>
                  </a:moveTo>
                  <a:cubicBezTo>
                    <a:pt x="4" y="18"/>
                    <a:pt x="0" y="40"/>
                    <a:pt x="4" y="5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3" name="Freeform 503">
              <a:extLst>
                <a:ext uri="{FF2B5EF4-FFF2-40B4-BE49-F238E27FC236}">
                  <a16:creationId xmlns:a16="http://schemas.microsoft.com/office/drawing/2014/main" id="{EDE972B2-2B3E-4F25-B3EC-9D108EEC4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611"/>
              <a:ext cx="25" cy="122"/>
            </a:xfrm>
            <a:custGeom>
              <a:avLst/>
              <a:gdLst>
                <a:gd name="T0" fmla="*/ 2470 w 10"/>
                <a:gd name="T1" fmla="*/ 0 h 46"/>
                <a:gd name="T2" fmla="*/ 0 w 10"/>
                <a:gd name="T3" fmla="*/ 160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10" y="0"/>
                  </a:moveTo>
                  <a:cubicBezTo>
                    <a:pt x="4" y="18"/>
                    <a:pt x="0" y="37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4" name="Freeform 504">
              <a:extLst>
                <a:ext uri="{FF2B5EF4-FFF2-40B4-BE49-F238E27FC236}">
                  <a16:creationId xmlns:a16="http://schemas.microsoft.com/office/drawing/2014/main" id="{8D174974-0FE1-469E-8310-D9A5A02B2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557"/>
              <a:ext cx="32" cy="91"/>
            </a:xfrm>
            <a:custGeom>
              <a:avLst/>
              <a:gdLst>
                <a:gd name="T0" fmla="*/ 2897 w 13"/>
                <a:gd name="T1" fmla="*/ 0 h 34"/>
                <a:gd name="T2" fmla="*/ 0 w 13"/>
                <a:gd name="T3" fmla="*/ 12521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4">
                  <a:moveTo>
                    <a:pt x="13" y="0"/>
                  </a:moveTo>
                  <a:cubicBezTo>
                    <a:pt x="9" y="4"/>
                    <a:pt x="0" y="28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5" name="Freeform 505">
              <a:extLst>
                <a:ext uri="{FF2B5EF4-FFF2-40B4-BE49-F238E27FC236}">
                  <a16:creationId xmlns:a16="http://schemas.microsoft.com/office/drawing/2014/main" id="{57963839-BE46-4BAE-A502-25A2AC3AB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867"/>
              <a:ext cx="12" cy="157"/>
            </a:xfrm>
            <a:custGeom>
              <a:avLst/>
              <a:gdLst>
                <a:gd name="T0" fmla="*/ 967 w 5"/>
                <a:gd name="T1" fmla="*/ 0 h 59"/>
                <a:gd name="T2" fmla="*/ 802 w 5"/>
                <a:gd name="T3" fmla="*/ 2095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5" y="0"/>
                  </a:moveTo>
                  <a:cubicBezTo>
                    <a:pt x="2" y="20"/>
                    <a:pt x="0" y="47"/>
                    <a:pt x="4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6" name="Freeform 506">
              <a:extLst>
                <a:ext uri="{FF2B5EF4-FFF2-40B4-BE49-F238E27FC236}">
                  <a16:creationId xmlns:a16="http://schemas.microsoft.com/office/drawing/2014/main" id="{F52CECEC-50DC-42B5-9282-39691E53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848"/>
              <a:ext cx="25" cy="144"/>
            </a:xfrm>
            <a:custGeom>
              <a:avLst/>
              <a:gdLst>
                <a:gd name="T0" fmla="*/ 2470 w 10"/>
                <a:gd name="T1" fmla="*/ 0 h 54"/>
                <a:gd name="T2" fmla="*/ 783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10" y="0"/>
                  </a:moveTo>
                  <a:cubicBezTo>
                    <a:pt x="4" y="20"/>
                    <a:pt x="0" y="44"/>
                    <a:pt x="3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7" name="Freeform 507">
              <a:extLst>
                <a:ext uri="{FF2B5EF4-FFF2-40B4-BE49-F238E27FC236}">
                  <a16:creationId xmlns:a16="http://schemas.microsoft.com/office/drawing/2014/main" id="{A8D4CBF0-BE19-4257-9FEE-CC4FF1408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813"/>
              <a:ext cx="28" cy="142"/>
            </a:xfrm>
            <a:custGeom>
              <a:avLst/>
              <a:gdLst>
                <a:gd name="T0" fmla="*/ 2986 w 11"/>
                <a:gd name="T1" fmla="*/ 0 h 53"/>
                <a:gd name="T2" fmla="*/ 1056 w 11"/>
                <a:gd name="T3" fmla="*/ 19575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3">
                  <a:moveTo>
                    <a:pt x="11" y="0"/>
                  </a:moveTo>
                  <a:cubicBezTo>
                    <a:pt x="4" y="18"/>
                    <a:pt x="0" y="40"/>
                    <a:pt x="4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8" name="Freeform 508">
              <a:extLst>
                <a:ext uri="{FF2B5EF4-FFF2-40B4-BE49-F238E27FC236}">
                  <a16:creationId xmlns:a16="http://schemas.microsoft.com/office/drawing/2014/main" id="{63F3C1CD-24EC-4171-8C53-7370E04DC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773"/>
              <a:ext cx="25" cy="123"/>
            </a:xfrm>
            <a:custGeom>
              <a:avLst/>
              <a:gdLst>
                <a:gd name="T0" fmla="*/ 2470 w 10"/>
                <a:gd name="T1" fmla="*/ 0 h 46"/>
                <a:gd name="T2" fmla="*/ 0 w 10"/>
                <a:gd name="T3" fmla="*/ 168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10" y="0"/>
                  </a:moveTo>
                  <a:cubicBezTo>
                    <a:pt x="4" y="17"/>
                    <a:pt x="0" y="37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9" name="Freeform 509">
              <a:extLst>
                <a:ext uri="{FF2B5EF4-FFF2-40B4-BE49-F238E27FC236}">
                  <a16:creationId xmlns:a16="http://schemas.microsoft.com/office/drawing/2014/main" id="{58EB3D67-666E-48F6-B00A-41E8780E3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717"/>
              <a:ext cx="32" cy="94"/>
            </a:xfrm>
            <a:custGeom>
              <a:avLst/>
              <a:gdLst>
                <a:gd name="T0" fmla="*/ 2897 w 13"/>
                <a:gd name="T1" fmla="*/ 0 h 35"/>
                <a:gd name="T2" fmla="*/ 0 w 13"/>
                <a:gd name="T3" fmla="*/ 1311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13" y="0"/>
                  </a:moveTo>
                  <a:cubicBezTo>
                    <a:pt x="9" y="5"/>
                    <a:pt x="0" y="28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0" name="Freeform 510">
              <a:extLst>
                <a:ext uri="{FF2B5EF4-FFF2-40B4-BE49-F238E27FC236}">
                  <a16:creationId xmlns:a16="http://schemas.microsoft.com/office/drawing/2014/main" id="{AB4D2972-66E8-4D26-B1B1-2E46B7843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029"/>
              <a:ext cx="12" cy="158"/>
            </a:xfrm>
            <a:custGeom>
              <a:avLst/>
              <a:gdLst>
                <a:gd name="T0" fmla="*/ 967 w 5"/>
                <a:gd name="T1" fmla="*/ 0 h 59"/>
                <a:gd name="T2" fmla="*/ 802 w 5"/>
                <a:gd name="T3" fmla="*/ 2175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5" y="0"/>
                  </a:moveTo>
                  <a:cubicBezTo>
                    <a:pt x="2" y="20"/>
                    <a:pt x="0" y="47"/>
                    <a:pt x="4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1" name="Freeform 511">
              <a:extLst>
                <a:ext uri="{FF2B5EF4-FFF2-40B4-BE49-F238E27FC236}">
                  <a16:creationId xmlns:a16="http://schemas.microsoft.com/office/drawing/2014/main" id="{EB508FCE-524B-43A3-8CC3-561747C6B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08"/>
              <a:ext cx="25" cy="144"/>
            </a:xfrm>
            <a:custGeom>
              <a:avLst/>
              <a:gdLst>
                <a:gd name="T0" fmla="*/ 2470 w 10"/>
                <a:gd name="T1" fmla="*/ 0 h 54"/>
                <a:gd name="T2" fmla="*/ 783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10" y="0"/>
                  </a:moveTo>
                  <a:cubicBezTo>
                    <a:pt x="4" y="20"/>
                    <a:pt x="0" y="44"/>
                    <a:pt x="3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2" name="Freeform 512">
              <a:extLst>
                <a:ext uri="{FF2B5EF4-FFF2-40B4-BE49-F238E27FC236}">
                  <a16:creationId xmlns:a16="http://schemas.microsoft.com/office/drawing/2014/main" id="{9E11B9E3-F00C-4641-8242-F5E4A66C4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976"/>
              <a:ext cx="28" cy="139"/>
            </a:xfrm>
            <a:custGeom>
              <a:avLst/>
              <a:gdLst>
                <a:gd name="T0" fmla="*/ 2986 w 11"/>
                <a:gd name="T1" fmla="*/ 0 h 52"/>
                <a:gd name="T2" fmla="*/ 1056 w 11"/>
                <a:gd name="T3" fmla="*/ 1898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2">
                  <a:moveTo>
                    <a:pt x="11" y="0"/>
                  </a:moveTo>
                  <a:cubicBezTo>
                    <a:pt x="4" y="18"/>
                    <a:pt x="0" y="40"/>
                    <a:pt x="4" y="5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3" name="Freeform 513">
              <a:extLst>
                <a:ext uri="{FF2B5EF4-FFF2-40B4-BE49-F238E27FC236}">
                  <a16:creationId xmlns:a16="http://schemas.microsoft.com/office/drawing/2014/main" id="{47EE837C-9B59-4486-9B08-5A506E36F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936"/>
              <a:ext cx="25" cy="120"/>
            </a:xfrm>
            <a:custGeom>
              <a:avLst/>
              <a:gdLst>
                <a:gd name="T0" fmla="*/ 2470 w 10"/>
                <a:gd name="T1" fmla="*/ 0 h 45"/>
                <a:gd name="T2" fmla="*/ 0 w 10"/>
                <a:gd name="T3" fmla="*/ 1617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10" y="0"/>
                  </a:moveTo>
                  <a:cubicBezTo>
                    <a:pt x="4" y="17"/>
                    <a:pt x="0" y="37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4" name="Freeform 514">
              <a:extLst>
                <a:ext uri="{FF2B5EF4-FFF2-40B4-BE49-F238E27FC236}">
                  <a16:creationId xmlns:a16="http://schemas.microsoft.com/office/drawing/2014/main" id="{0D8E4E53-09AA-42C1-B2E3-54C7D55D0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880"/>
              <a:ext cx="32" cy="93"/>
            </a:xfrm>
            <a:custGeom>
              <a:avLst/>
              <a:gdLst>
                <a:gd name="T0" fmla="*/ 2897 w 13"/>
                <a:gd name="T1" fmla="*/ 0 h 35"/>
                <a:gd name="T2" fmla="*/ 0 w 13"/>
                <a:gd name="T3" fmla="*/ 1230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13" y="0"/>
                  </a:moveTo>
                  <a:cubicBezTo>
                    <a:pt x="9" y="4"/>
                    <a:pt x="0" y="28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5" name="Freeform 515">
              <a:extLst>
                <a:ext uri="{FF2B5EF4-FFF2-40B4-BE49-F238E27FC236}">
                  <a16:creationId xmlns:a16="http://schemas.microsoft.com/office/drawing/2014/main" id="{D5F38B12-5DC3-46F6-B423-E2A254AE4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467"/>
              <a:ext cx="558" cy="330"/>
            </a:xfrm>
            <a:custGeom>
              <a:avLst/>
              <a:gdLst>
                <a:gd name="T0" fmla="*/ 27480 w 223"/>
                <a:gd name="T1" fmla="*/ 44047 h 124"/>
                <a:gd name="T2" fmla="*/ 32184 w 223"/>
                <a:gd name="T3" fmla="*/ 25878 h 124"/>
                <a:gd name="T4" fmla="*/ 36303 w 223"/>
                <a:gd name="T5" fmla="*/ 28444 h 124"/>
                <a:gd name="T6" fmla="*/ 42958 w 223"/>
                <a:gd name="T7" fmla="*/ 25234 h 124"/>
                <a:gd name="T8" fmla="*/ 48381 w 223"/>
                <a:gd name="T9" fmla="*/ 22677 h 124"/>
                <a:gd name="T10" fmla="*/ 52770 w 223"/>
                <a:gd name="T11" fmla="*/ 19922 h 124"/>
                <a:gd name="T12" fmla="*/ 54724 w 223"/>
                <a:gd name="T13" fmla="*/ 14555 h 124"/>
                <a:gd name="T14" fmla="*/ 54461 w 223"/>
                <a:gd name="T15" fmla="*/ 10291 h 124"/>
                <a:gd name="T16" fmla="*/ 53753 w 223"/>
                <a:gd name="T17" fmla="*/ 8125 h 124"/>
                <a:gd name="T18" fmla="*/ 49820 w 223"/>
                <a:gd name="T19" fmla="*/ 4923 h 124"/>
                <a:gd name="T20" fmla="*/ 45638 w 223"/>
                <a:gd name="T21" fmla="*/ 3202 h 124"/>
                <a:gd name="T22" fmla="*/ 42458 w 223"/>
                <a:gd name="T23" fmla="*/ 1756 h 124"/>
                <a:gd name="T24" fmla="*/ 38732 w 223"/>
                <a:gd name="T25" fmla="*/ 1057 h 124"/>
                <a:gd name="T26" fmla="*/ 34343 w 223"/>
                <a:gd name="T27" fmla="*/ 660 h 124"/>
                <a:gd name="T28" fmla="*/ 29909 w 223"/>
                <a:gd name="T29" fmla="*/ 0 h 124"/>
                <a:gd name="T30" fmla="*/ 25007 w 223"/>
                <a:gd name="T31" fmla="*/ 0 h 124"/>
                <a:gd name="T32" fmla="*/ 20381 w 223"/>
                <a:gd name="T33" fmla="*/ 660 h 124"/>
                <a:gd name="T34" fmla="*/ 16185 w 223"/>
                <a:gd name="T35" fmla="*/ 1057 h 124"/>
                <a:gd name="T36" fmla="*/ 12546 w 223"/>
                <a:gd name="T37" fmla="*/ 1756 h 124"/>
                <a:gd name="T38" fmla="*/ 9136 w 223"/>
                <a:gd name="T39" fmla="*/ 3202 h 124"/>
                <a:gd name="T40" fmla="*/ 4902 w 223"/>
                <a:gd name="T41" fmla="*/ 4923 h 124"/>
                <a:gd name="T42" fmla="*/ 1301 w 223"/>
                <a:gd name="T43" fmla="*/ 8125 h 124"/>
                <a:gd name="T44" fmla="*/ 313 w 223"/>
                <a:gd name="T45" fmla="*/ 10291 h 124"/>
                <a:gd name="T46" fmla="*/ 0 w 223"/>
                <a:gd name="T47" fmla="*/ 14555 h 124"/>
                <a:gd name="T48" fmla="*/ 1959 w 223"/>
                <a:gd name="T49" fmla="*/ 19922 h 124"/>
                <a:gd name="T50" fmla="*/ 6393 w 223"/>
                <a:gd name="T51" fmla="*/ 22677 h 124"/>
                <a:gd name="T52" fmla="*/ 11766 w 223"/>
                <a:gd name="T53" fmla="*/ 25234 h 124"/>
                <a:gd name="T54" fmla="*/ 18627 w 223"/>
                <a:gd name="T55" fmla="*/ 28444 h 124"/>
                <a:gd name="T56" fmla="*/ 22860 w 223"/>
                <a:gd name="T57" fmla="*/ 25878 h 124"/>
                <a:gd name="T58" fmla="*/ 27480 w 223"/>
                <a:gd name="T59" fmla="*/ 44047 h 12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23" h="124">
                  <a:moveTo>
                    <a:pt x="112" y="124"/>
                  </a:moveTo>
                  <a:cubicBezTo>
                    <a:pt x="114" y="87"/>
                    <a:pt x="117" y="75"/>
                    <a:pt x="131" y="73"/>
                  </a:cubicBezTo>
                  <a:cubicBezTo>
                    <a:pt x="141" y="72"/>
                    <a:pt x="145" y="77"/>
                    <a:pt x="148" y="80"/>
                  </a:cubicBezTo>
                  <a:cubicBezTo>
                    <a:pt x="150" y="69"/>
                    <a:pt x="167" y="65"/>
                    <a:pt x="175" y="71"/>
                  </a:cubicBezTo>
                  <a:cubicBezTo>
                    <a:pt x="175" y="64"/>
                    <a:pt x="189" y="62"/>
                    <a:pt x="197" y="64"/>
                  </a:cubicBezTo>
                  <a:cubicBezTo>
                    <a:pt x="199" y="56"/>
                    <a:pt x="206" y="56"/>
                    <a:pt x="215" y="56"/>
                  </a:cubicBezTo>
                  <a:cubicBezTo>
                    <a:pt x="215" y="51"/>
                    <a:pt x="218" y="41"/>
                    <a:pt x="223" y="41"/>
                  </a:cubicBezTo>
                  <a:cubicBezTo>
                    <a:pt x="218" y="40"/>
                    <a:pt x="220" y="32"/>
                    <a:pt x="222" y="29"/>
                  </a:cubicBezTo>
                  <a:cubicBezTo>
                    <a:pt x="218" y="30"/>
                    <a:pt x="219" y="23"/>
                    <a:pt x="219" y="23"/>
                  </a:cubicBezTo>
                  <a:cubicBezTo>
                    <a:pt x="213" y="25"/>
                    <a:pt x="204" y="18"/>
                    <a:pt x="203" y="14"/>
                  </a:cubicBezTo>
                  <a:cubicBezTo>
                    <a:pt x="192" y="15"/>
                    <a:pt x="188" y="12"/>
                    <a:pt x="186" y="9"/>
                  </a:cubicBezTo>
                  <a:cubicBezTo>
                    <a:pt x="180" y="11"/>
                    <a:pt x="175" y="9"/>
                    <a:pt x="173" y="5"/>
                  </a:cubicBezTo>
                  <a:cubicBezTo>
                    <a:pt x="170" y="7"/>
                    <a:pt x="160" y="6"/>
                    <a:pt x="158" y="3"/>
                  </a:cubicBezTo>
                  <a:cubicBezTo>
                    <a:pt x="150" y="5"/>
                    <a:pt x="142" y="3"/>
                    <a:pt x="140" y="2"/>
                  </a:cubicBezTo>
                  <a:cubicBezTo>
                    <a:pt x="133" y="6"/>
                    <a:pt x="122" y="0"/>
                    <a:pt x="122" y="0"/>
                  </a:cubicBezTo>
                  <a:cubicBezTo>
                    <a:pt x="117" y="4"/>
                    <a:pt x="106" y="4"/>
                    <a:pt x="102" y="0"/>
                  </a:cubicBezTo>
                  <a:cubicBezTo>
                    <a:pt x="102" y="0"/>
                    <a:pt x="90" y="6"/>
                    <a:pt x="83" y="2"/>
                  </a:cubicBezTo>
                  <a:cubicBezTo>
                    <a:pt x="81" y="3"/>
                    <a:pt x="73" y="5"/>
                    <a:pt x="66" y="3"/>
                  </a:cubicBezTo>
                  <a:cubicBezTo>
                    <a:pt x="63" y="6"/>
                    <a:pt x="54" y="7"/>
                    <a:pt x="51" y="5"/>
                  </a:cubicBezTo>
                  <a:cubicBezTo>
                    <a:pt x="49" y="9"/>
                    <a:pt x="44" y="11"/>
                    <a:pt x="37" y="9"/>
                  </a:cubicBezTo>
                  <a:cubicBezTo>
                    <a:pt x="35" y="12"/>
                    <a:pt x="32" y="15"/>
                    <a:pt x="20" y="14"/>
                  </a:cubicBezTo>
                  <a:cubicBezTo>
                    <a:pt x="19" y="18"/>
                    <a:pt x="11" y="25"/>
                    <a:pt x="5" y="23"/>
                  </a:cubicBezTo>
                  <a:cubicBezTo>
                    <a:pt x="5" y="23"/>
                    <a:pt x="5" y="30"/>
                    <a:pt x="1" y="29"/>
                  </a:cubicBezTo>
                  <a:cubicBezTo>
                    <a:pt x="3" y="32"/>
                    <a:pt x="6" y="40"/>
                    <a:pt x="0" y="41"/>
                  </a:cubicBezTo>
                  <a:cubicBezTo>
                    <a:pt x="5" y="41"/>
                    <a:pt x="9" y="51"/>
                    <a:pt x="8" y="56"/>
                  </a:cubicBezTo>
                  <a:cubicBezTo>
                    <a:pt x="17" y="56"/>
                    <a:pt x="24" y="56"/>
                    <a:pt x="26" y="64"/>
                  </a:cubicBezTo>
                  <a:cubicBezTo>
                    <a:pt x="34" y="62"/>
                    <a:pt x="48" y="64"/>
                    <a:pt x="48" y="71"/>
                  </a:cubicBezTo>
                  <a:cubicBezTo>
                    <a:pt x="56" y="65"/>
                    <a:pt x="73" y="69"/>
                    <a:pt x="76" y="80"/>
                  </a:cubicBezTo>
                  <a:cubicBezTo>
                    <a:pt x="78" y="77"/>
                    <a:pt x="82" y="72"/>
                    <a:pt x="93" y="73"/>
                  </a:cubicBezTo>
                  <a:cubicBezTo>
                    <a:pt x="106" y="75"/>
                    <a:pt x="110" y="87"/>
                    <a:pt x="112" y="12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" name="Freeform 516">
              <a:extLst>
                <a:ext uri="{FF2B5EF4-FFF2-40B4-BE49-F238E27FC236}">
                  <a16:creationId xmlns:a16="http://schemas.microsoft.com/office/drawing/2014/main" id="{B93A6A0A-0CF0-44B1-A8F0-2317CAA2F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563"/>
              <a:ext cx="480" cy="53"/>
            </a:xfrm>
            <a:custGeom>
              <a:avLst/>
              <a:gdLst>
                <a:gd name="T0" fmla="*/ 46875 w 192"/>
                <a:gd name="T1" fmla="*/ 6903 h 20"/>
                <a:gd name="T2" fmla="*/ 45708 w 192"/>
                <a:gd name="T3" fmla="*/ 5231 h 20"/>
                <a:gd name="T4" fmla="*/ 41533 w 192"/>
                <a:gd name="T5" fmla="*/ 3167 h 20"/>
                <a:gd name="T6" fmla="*/ 38408 w 192"/>
                <a:gd name="T7" fmla="*/ 1677 h 20"/>
                <a:gd name="T8" fmla="*/ 34688 w 192"/>
                <a:gd name="T9" fmla="*/ 1039 h 20"/>
                <a:gd name="T10" fmla="*/ 30283 w 192"/>
                <a:gd name="T11" fmla="*/ 633 h 20"/>
                <a:gd name="T12" fmla="*/ 25908 w 192"/>
                <a:gd name="T13" fmla="*/ 0 h 20"/>
                <a:gd name="T14" fmla="*/ 21020 w 192"/>
                <a:gd name="T15" fmla="*/ 0 h 20"/>
                <a:gd name="T16" fmla="*/ 16408 w 192"/>
                <a:gd name="T17" fmla="*/ 633 h 20"/>
                <a:gd name="T18" fmla="*/ 12238 w 192"/>
                <a:gd name="T19" fmla="*/ 1039 h 20"/>
                <a:gd name="T20" fmla="*/ 8595 w 192"/>
                <a:gd name="T21" fmla="*/ 1677 h 20"/>
                <a:gd name="T22" fmla="*/ 5208 w 192"/>
                <a:gd name="T23" fmla="*/ 3167 h 20"/>
                <a:gd name="T24" fmla="*/ 988 w 192"/>
                <a:gd name="T25" fmla="*/ 5231 h 20"/>
                <a:gd name="T26" fmla="*/ 0 w 192"/>
                <a:gd name="T27" fmla="*/ 6903 h 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2" h="20">
                  <a:moveTo>
                    <a:pt x="192" y="20"/>
                  </a:moveTo>
                  <a:cubicBezTo>
                    <a:pt x="189" y="18"/>
                    <a:pt x="188" y="16"/>
                    <a:pt x="187" y="15"/>
                  </a:cubicBezTo>
                  <a:cubicBezTo>
                    <a:pt x="176" y="15"/>
                    <a:pt x="172" y="13"/>
                    <a:pt x="170" y="9"/>
                  </a:cubicBezTo>
                  <a:cubicBezTo>
                    <a:pt x="164" y="11"/>
                    <a:pt x="159" y="9"/>
                    <a:pt x="157" y="5"/>
                  </a:cubicBezTo>
                  <a:cubicBezTo>
                    <a:pt x="154" y="8"/>
                    <a:pt x="144" y="7"/>
                    <a:pt x="142" y="3"/>
                  </a:cubicBezTo>
                  <a:cubicBezTo>
                    <a:pt x="134" y="6"/>
                    <a:pt x="126" y="3"/>
                    <a:pt x="124" y="2"/>
                  </a:cubicBezTo>
                  <a:cubicBezTo>
                    <a:pt x="117" y="6"/>
                    <a:pt x="106" y="0"/>
                    <a:pt x="106" y="0"/>
                  </a:cubicBezTo>
                  <a:cubicBezTo>
                    <a:pt x="101" y="4"/>
                    <a:pt x="90" y="4"/>
                    <a:pt x="86" y="0"/>
                  </a:cubicBezTo>
                  <a:cubicBezTo>
                    <a:pt x="86" y="0"/>
                    <a:pt x="74" y="6"/>
                    <a:pt x="67" y="2"/>
                  </a:cubicBezTo>
                  <a:cubicBezTo>
                    <a:pt x="65" y="3"/>
                    <a:pt x="57" y="6"/>
                    <a:pt x="50" y="3"/>
                  </a:cubicBezTo>
                  <a:cubicBezTo>
                    <a:pt x="47" y="7"/>
                    <a:pt x="38" y="8"/>
                    <a:pt x="35" y="5"/>
                  </a:cubicBezTo>
                  <a:cubicBezTo>
                    <a:pt x="33" y="9"/>
                    <a:pt x="28" y="11"/>
                    <a:pt x="21" y="9"/>
                  </a:cubicBezTo>
                  <a:cubicBezTo>
                    <a:pt x="19" y="13"/>
                    <a:pt x="16" y="15"/>
                    <a:pt x="4" y="15"/>
                  </a:cubicBezTo>
                  <a:cubicBezTo>
                    <a:pt x="4" y="16"/>
                    <a:pt x="2" y="18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7" name="Freeform 517">
              <a:extLst>
                <a:ext uri="{FF2B5EF4-FFF2-40B4-BE49-F238E27FC236}">
                  <a16:creationId xmlns:a16="http://schemas.microsoft.com/office/drawing/2014/main" id="{590790C4-82DA-4509-909F-771EEBFD8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664"/>
              <a:ext cx="60" cy="8"/>
            </a:xfrm>
            <a:custGeom>
              <a:avLst/>
              <a:gdLst>
                <a:gd name="T0" fmla="*/ 5863 w 24"/>
                <a:gd name="T1" fmla="*/ 397 h 3"/>
                <a:gd name="T2" fmla="*/ 5395 w 24"/>
                <a:gd name="T3" fmla="*/ 0 h 3"/>
                <a:gd name="T4" fmla="*/ 520 w 24"/>
                <a:gd name="T5" fmla="*/ 0 h 3"/>
                <a:gd name="T6" fmla="*/ 0 w 24"/>
                <a:gd name="T7" fmla="*/ 39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">
                  <a:moveTo>
                    <a:pt x="24" y="1"/>
                  </a:moveTo>
                  <a:cubicBezTo>
                    <a:pt x="23" y="0"/>
                    <a:pt x="22" y="0"/>
                    <a:pt x="22" y="0"/>
                  </a:cubicBezTo>
                  <a:cubicBezTo>
                    <a:pt x="17" y="3"/>
                    <a:pt x="6" y="3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" name="Freeform 518">
              <a:extLst>
                <a:ext uri="{FF2B5EF4-FFF2-40B4-BE49-F238E27FC236}">
                  <a16:creationId xmlns:a16="http://schemas.microsoft.com/office/drawing/2014/main" id="{FFA12853-FBD7-4457-9FEC-7517798AE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381"/>
              <a:ext cx="998" cy="550"/>
            </a:xfrm>
            <a:custGeom>
              <a:avLst/>
              <a:gdLst>
                <a:gd name="T0" fmla="*/ 48962 w 399"/>
                <a:gd name="T1" fmla="*/ 70686 h 206"/>
                <a:gd name="T2" fmla="*/ 35535 w 399"/>
                <a:gd name="T3" fmla="*/ 69623 h 206"/>
                <a:gd name="T4" fmla="*/ 26226 w 399"/>
                <a:gd name="T5" fmla="*/ 64839 h 206"/>
                <a:gd name="T6" fmla="*/ 18119 w 399"/>
                <a:gd name="T7" fmla="*/ 59800 h 206"/>
                <a:gd name="T8" fmla="*/ 9590 w 399"/>
                <a:gd name="T9" fmla="*/ 51823 h 206"/>
                <a:gd name="T10" fmla="*/ 3254 w 399"/>
                <a:gd name="T11" fmla="*/ 39891 h 206"/>
                <a:gd name="T12" fmla="*/ 1958 w 399"/>
                <a:gd name="T13" fmla="*/ 25348 h 206"/>
                <a:gd name="T14" fmla="*/ 9590 w 399"/>
                <a:gd name="T15" fmla="*/ 13002 h 206"/>
                <a:gd name="T16" fmla="*/ 18399 w 399"/>
                <a:gd name="T17" fmla="*/ 7214 h 206"/>
                <a:gd name="T18" fmla="*/ 23799 w 399"/>
                <a:gd name="T19" fmla="*/ 5025 h 206"/>
                <a:gd name="T20" fmla="*/ 30138 w 399"/>
                <a:gd name="T21" fmla="*/ 3257 h 206"/>
                <a:gd name="T22" fmla="*/ 36523 w 399"/>
                <a:gd name="T23" fmla="*/ 2587 h 206"/>
                <a:gd name="T24" fmla="*/ 41403 w 399"/>
                <a:gd name="T25" fmla="*/ 1468 h 206"/>
                <a:gd name="T26" fmla="*/ 46303 w 399"/>
                <a:gd name="T27" fmla="*/ 1068 h 206"/>
                <a:gd name="T28" fmla="*/ 51388 w 399"/>
                <a:gd name="T29" fmla="*/ 1068 h 206"/>
                <a:gd name="T30" fmla="*/ 56288 w 399"/>
                <a:gd name="T31" fmla="*/ 1468 h 206"/>
                <a:gd name="T32" fmla="*/ 61168 w 399"/>
                <a:gd name="T33" fmla="*/ 2587 h 206"/>
                <a:gd name="T34" fmla="*/ 67556 w 399"/>
                <a:gd name="T35" fmla="*/ 3257 h 206"/>
                <a:gd name="T36" fmla="*/ 73892 w 399"/>
                <a:gd name="T37" fmla="*/ 5025 h 206"/>
                <a:gd name="T38" fmla="*/ 79617 w 399"/>
                <a:gd name="T39" fmla="*/ 7214 h 206"/>
                <a:gd name="T40" fmla="*/ 88102 w 399"/>
                <a:gd name="T41" fmla="*/ 13002 h 206"/>
                <a:gd name="T42" fmla="*/ 95740 w 399"/>
                <a:gd name="T43" fmla="*/ 25348 h 206"/>
                <a:gd name="T44" fmla="*/ 94487 w 399"/>
                <a:gd name="T45" fmla="*/ 39891 h 206"/>
                <a:gd name="T46" fmla="*/ 88102 w 399"/>
                <a:gd name="T47" fmla="*/ 51823 h 206"/>
                <a:gd name="T48" fmla="*/ 79617 w 399"/>
                <a:gd name="T49" fmla="*/ 59800 h 206"/>
                <a:gd name="T50" fmla="*/ 71466 w 399"/>
                <a:gd name="T51" fmla="*/ 64839 h 206"/>
                <a:gd name="T52" fmla="*/ 62156 w 399"/>
                <a:gd name="T53" fmla="*/ 69623 h 206"/>
                <a:gd name="T54" fmla="*/ 48962 w 399"/>
                <a:gd name="T55" fmla="*/ 70686 h 20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99" h="206">
                  <a:moveTo>
                    <a:pt x="200" y="195"/>
                  </a:moveTo>
                  <a:cubicBezTo>
                    <a:pt x="187" y="206"/>
                    <a:pt x="149" y="199"/>
                    <a:pt x="145" y="192"/>
                  </a:cubicBezTo>
                  <a:cubicBezTo>
                    <a:pt x="140" y="200"/>
                    <a:pt x="112" y="188"/>
                    <a:pt x="107" y="179"/>
                  </a:cubicBezTo>
                  <a:cubicBezTo>
                    <a:pt x="97" y="187"/>
                    <a:pt x="79" y="174"/>
                    <a:pt x="74" y="165"/>
                  </a:cubicBezTo>
                  <a:cubicBezTo>
                    <a:pt x="61" y="171"/>
                    <a:pt x="41" y="154"/>
                    <a:pt x="39" y="143"/>
                  </a:cubicBezTo>
                  <a:cubicBezTo>
                    <a:pt x="27" y="144"/>
                    <a:pt x="13" y="124"/>
                    <a:pt x="13" y="110"/>
                  </a:cubicBezTo>
                  <a:cubicBezTo>
                    <a:pt x="5" y="106"/>
                    <a:pt x="0" y="78"/>
                    <a:pt x="8" y="70"/>
                  </a:cubicBezTo>
                  <a:cubicBezTo>
                    <a:pt x="9" y="53"/>
                    <a:pt x="19" y="41"/>
                    <a:pt x="39" y="36"/>
                  </a:cubicBezTo>
                  <a:cubicBezTo>
                    <a:pt x="43" y="28"/>
                    <a:pt x="60" y="19"/>
                    <a:pt x="75" y="20"/>
                  </a:cubicBezTo>
                  <a:cubicBezTo>
                    <a:pt x="76" y="16"/>
                    <a:pt x="93" y="11"/>
                    <a:pt x="97" y="14"/>
                  </a:cubicBezTo>
                  <a:cubicBezTo>
                    <a:pt x="98" y="8"/>
                    <a:pt x="119" y="6"/>
                    <a:pt x="123" y="9"/>
                  </a:cubicBezTo>
                  <a:cubicBezTo>
                    <a:pt x="128" y="5"/>
                    <a:pt x="144" y="3"/>
                    <a:pt x="149" y="7"/>
                  </a:cubicBezTo>
                  <a:cubicBezTo>
                    <a:pt x="155" y="3"/>
                    <a:pt x="166" y="1"/>
                    <a:pt x="169" y="4"/>
                  </a:cubicBezTo>
                  <a:cubicBezTo>
                    <a:pt x="177" y="1"/>
                    <a:pt x="188" y="1"/>
                    <a:pt x="189" y="3"/>
                  </a:cubicBezTo>
                  <a:cubicBezTo>
                    <a:pt x="195" y="0"/>
                    <a:pt x="204" y="0"/>
                    <a:pt x="210" y="3"/>
                  </a:cubicBezTo>
                  <a:cubicBezTo>
                    <a:pt x="212" y="1"/>
                    <a:pt x="222" y="1"/>
                    <a:pt x="230" y="4"/>
                  </a:cubicBezTo>
                  <a:cubicBezTo>
                    <a:pt x="233" y="1"/>
                    <a:pt x="244" y="3"/>
                    <a:pt x="250" y="7"/>
                  </a:cubicBezTo>
                  <a:cubicBezTo>
                    <a:pt x="255" y="3"/>
                    <a:pt x="272" y="5"/>
                    <a:pt x="276" y="9"/>
                  </a:cubicBezTo>
                  <a:cubicBezTo>
                    <a:pt x="281" y="6"/>
                    <a:pt x="301" y="8"/>
                    <a:pt x="302" y="14"/>
                  </a:cubicBezTo>
                  <a:cubicBezTo>
                    <a:pt x="307" y="11"/>
                    <a:pt x="324" y="16"/>
                    <a:pt x="325" y="20"/>
                  </a:cubicBezTo>
                  <a:cubicBezTo>
                    <a:pt x="339" y="19"/>
                    <a:pt x="356" y="28"/>
                    <a:pt x="360" y="36"/>
                  </a:cubicBezTo>
                  <a:cubicBezTo>
                    <a:pt x="380" y="41"/>
                    <a:pt x="391" y="53"/>
                    <a:pt x="391" y="70"/>
                  </a:cubicBezTo>
                  <a:cubicBezTo>
                    <a:pt x="399" y="78"/>
                    <a:pt x="394" y="106"/>
                    <a:pt x="386" y="110"/>
                  </a:cubicBezTo>
                  <a:cubicBezTo>
                    <a:pt x="386" y="124"/>
                    <a:pt x="372" y="144"/>
                    <a:pt x="360" y="143"/>
                  </a:cubicBezTo>
                  <a:cubicBezTo>
                    <a:pt x="359" y="154"/>
                    <a:pt x="338" y="171"/>
                    <a:pt x="325" y="165"/>
                  </a:cubicBezTo>
                  <a:cubicBezTo>
                    <a:pt x="321" y="174"/>
                    <a:pt x="303" y="187"/>
                    <a:pt x="292" y="179"/>
                  </a:cubicBezTo>
                  <a:cubicBezTo>
                    <a:pt x="287" y="188"/>
                    <a:pt x="259" y="200"/>
                    <a:pt x="254" y="192"/>
                  </a:cubicBezTo>
                  <a:cubicBezTo>
                    <a:pt x="250" y="199"/>
                    <a:pt x="212" y="206"/>
                    <a:pt x="200" y="19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9" name="Freeform 519">
              <a:extLst>
                <a:ext uri="{FF2B5EF4-FFF2-40B4-BE49-F238E27FC236}">
                  <a16:creationId xmlns:a16="http://schemas.microsoft.com/office/drawing/2014/main" id="{BAF0BD46-4676-4EC4-B3D9-CF573DEAD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664"/>
              <a:ext cx="492" cy="432"/>
            </a:xfrm>
            <a:custGeom>
              <a:avLst/>
              <a:gdLst>
                <a:gd name="T0" fmla="*/ 47809 w 197"/>
                <a:gd name="T1" fmla="*/ 53952 h 162"/>
                <a:gd name="T2" fmla="*/ 34505 w 197"/>
                <a:gd name="T3" fmla="*/ 52429 h 162"/>
                <a:gd name="T4" fmla="*/ 25249 w 197"/>
                <a:gd name="T5" fmla="*/ 48149 h 162"/>
                <a:gd name="T6" fmla="*/ 17198 w 197"/>
                <a:gd name="T7" fmla="*/ 43144 h 162"/>
                <a:gd name="T8" fmla="*/ 8756 w 197"/>
                <a:gd name="T9" fmla="*/ 35192 h 162"/>
                <a:gd name="T10" fmla="*/ 2415 w 197"/>
                <a:gd name="T11" fmla="*/ 23304 h 162"/>
                <a:gd name="T12" fmla="*/ 187 w 197"/>
                <a:gd name="T13" fmla="*/ 13347 h 162"/>
                <a:gd name="T14" fmla="*/ 1633 w 197"/>
                <a:gd name="T15" fmla="*/ 0 h 162"/>
                <a:gd name="T16" fmla="*/ 2415 w 197"/>
                <a:gd name="T17" fmla="*/ 1459 h 162"/>
                <a:gd name="T18" fmla="*/ 8756 w 197"/>
                <a:gd name="T19" fmla="*/ 13347 h 162"/>
                <a:gd name="T20" fmla="*/ 17198 w 197"/>
                <a:gd name="T21" fmla="*/ 21184 h 162"/>
                <a:gd name="T22" fmla="*/ 25249 w 197"/>
                <a:gd name="T23" fmla="*/ 26304 h 162"/>
                <a:gd name="T24" fmla="*/ 34505 w 197"/>
                <a:gd name="T25" fmla="*/ 30891 h 162"/>
                <a:gd name="T26" fmla="*/ 47809 w 197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2">
                  <a:moveTo>
                    <a:pt x="197" y="150"/>
                  </a:moveTo>
                  <a:cubicBezTo>
                    <a:pt x="188" y="162"/>
                    <a:pt x="146" y="154"/>
                    <a:pt x="142" y="146"/>
                  </a:cubicBezTo>
                  <a:cubicBezTo>
                    <a:pt x="137" y="154"/>
                    <a:pt x="109" y="143"/>
                    <a:pt x="104" y="134"/>
                  </a:cubicBezTo>
                  <a:cubicBezTo>
                    <a:pt x="94" y="142"/>
                    <a:pt x="76" y="129"/>
                    <a:pt x="71" y="120"/>
                  </a:cubicBezTo>
                  <a:cubicBezTo>
                    <a:pt x="58" y="126"/>
                    <a:pt x="38" y="109"/>
                    <a:pt x="36" y="98"/>
                  </a:cubicBezTo>
                  <a:cubicBezTo>
                    <a:pt x="24" y="99"/>
                    <a:pt x="10" y="78"/>
                    <a:pt x="10" y="65"/>
                  </a:cubicBezTo>
                  <a:cubicBezTo>
                    <a:pt x="5" y="62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4"/>
                    <a:pt x="10" y="4"/>
                  </a:cubicBezTo>
                  <a:cubicBezTo>
                    <a:pt x="10" y="18"/>
                    <a:pt x="24" y="38"/>
                    <a:pt x="36" y="37"/>
                  </a:cubicBezTo>
                  <a:cubicBezTo>
                    <a:pt x="38" y="48"/>
                    <a:pt x="58" y="65"/>
                    <a:pt x="71" y="59"/>
                  </a:cubicBezTo>
                  <a:cubicBezTo>
                    <a:pt x="76" y="68"/>
                    <a:pt x="94" y="81"/>
                    <a:pt x="104" y="73"/>
                  </a:cubicBezTo>
                  <a:cubicBezTo>
                    <a:pt x="109" y="82"/>
                    <a:pt x="137" y="94"/>
                    <a:pt x="142" y="86"/>
                  </a:cubicBezTo>
                  <a:cubicBezTo>
                    <a:pt x="146" y="93"/>
                    <a:pt x="184" y="100"/>
                    <a:pt x="197" y="8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0" name="Freeform 520">
              <a:extLst>
                <a:ext uri="{FF2B5EF4-FFF2-40B4-BE49-F238E27FC236}">
                  <a16:creationId xmlns:a16="http://schemas.microsoft.com/office/drawing/2014/main" id="{C93A3854-D467-40FE-9EA0-238263640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827"/>
              <a:ext cx="492" cy="429"/>
            </a:xfrm>
            <a:custGeom>
              <a:avLst/>
              <a:gdLst>
                <a:gd name="T0" fmla="*/ 47809 w 197"/>
                <a:gd name="T1" fmla="*/ 53329 h 161"/>
                <a:gd name="T2" fmla="*/ 34505 w 197"/>
                <a:gd name="T3" fmla="*/ 52271 h 161"/>
                <a:gd name="T4" fmla="*/ 25249 w 197"/>
                <a:gd name="T5" fmla="*/ 47542 h 161"/>
                <a:gd name="T6" fmla="*/ 17198 w 197"/>
                <a:gd name="T7" fmla="*/ 42607 h 161"/>
                <a:gd name="T8" fmla="*/ 8756 w 197"/>
                <a:gd name="T9" fmla="*/ 34642 h 161"/>
                <a:gd name="T10" fmla="*/ 2415 w 197"/>
                <a:gd name="T11" fmla="*/ 23233 h 161"/>
                <a:gd name="T12" fmla="*/ 187 w 197"/>
                <a:gd name="T13" fmla="*/ 13299 h 161"/>
                <a:gd name="T14" fmla="*/ 1633 w 197"/>
                <a:gd name="T15" fmla="*/ 0 h 161"/>
                <a:gd name="T16" fmla="*/ 2415 w 197"/>
                <a:gd name="T17" fmla="*/ 1455 h 161"/>
                <a:gd name="T18" fmla="*/ 8756 w 197"/>
                <a:gd name="T19" fmla="*/ 13299 h 161"/>
                <a:gd name="T20" fmla="*/ 17198 w 197"/>
                <a:gd name="T21" fmla="*/ 21074 h 161"/>
                <a:gd name="T22" fmla="*/ 25249 w 197"/>
                <a:gd name="T23" fmla="*/ 26220 h 161"/>
                <a:gd name="T24" fmla="*/ 34505 w 197"/>
                <a:gd name="T25" fmla="*/ 30344 h 161"/>
                <a:gd name="T26" fmla="*/ 47809 w 197"/>
                <a:gd name="T27" fmla="*/ 31858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1">
                  <a:moveTo>
                    <a:pt x="197" y="149"/>
                  </a:moveTo>
                  <a:cubicBezTo>
                    <a:pt x="188" y="161"/>
                    <a:pt x="146" y="153"/>
                    <a:pt x="142" y="146"/>
                  </a:cubicBezTo>
                  <a:cubicBezTo>
                    <a:pt x="137" y="154"/>
                    <a:pt x="109" y="143"/>
                    <a:pt x="104" y="133"/>
                  </a:cubicBezTo>
                  <a:cubicBezTo>
                    <a:pt x="94" y="141"/>
                    <a:pt x="76" y="129"/>
                    <a:pt x="71" y="119"/>
                  </a:cubicBezTo>
                  <a:cubicBezTo>
                    <a:pt x="58" y="125"/>
                    <a:pt x="38" y="109"/>
                    <a:pt x="36" y="97"/>
                  </a:cubicBezTo>
                  <a:cubicBezTo>
                    <a:pt x="24" y="99"/>
                    <a:pt x="10" y="78"/>
                    <a:pt x="10" y="65"/>
                  </a:cubicBezTo>
                  <a:cubicBezTo>
                    <a:pt x="5" y="62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17"/>
                    <a:pt x="24" y="38"/>
                    <a:pt x="36" y="37"/>
                  </a:cubicBezTo>
                  <a:cubicBezTo>
                    <a:pt x="38" y="48"/>
                    <a:pt x="58" y="65"/>
                    <a:pt x="71" y="59"/>
                  </a:cubicBezTo>
                  <a:cubicBezTo>
                    <a:pt x="76" y="68"/>
                    <a:pt x="94" y="81"/>
                    <a:pt x="104" y="73"/>
                  </a:cubicBezTo>
                  <a:cubicBezTo>
                    <a:pt x="109" y="82"/>
                    <a:pt x="137" y="93"/>
                    <a:pt x="142" y="85"/>
                  </a:cubicBezTo>
                  <a:cubicBezTo>
                    <a:pt x="146" y="93"/>
                    <a:pt x="188" y="101"/>
                    <a:pt x="197" y="8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1" name="Freeform 521">
              <a:extLst>
                <a:ext uri="{FF2B5EF4-FFF2-40B4-BE49-F238E27FC236}">
                  <a16:creationId xmlns:a16="http://schemas.microsoft.com/office/drawing/2014/main" id="{3E48BD94-E1DE-4D7C-BC5E-EC6674653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989"/>
              <a:ext cx="492" cy="430"/>
            </a:xfrm>
            <a:custGeom>
              <a:avLst/>
              <a:gdLst>
                <a:gd name="T0" fmla="*/ 47809 w 197"/>
                <a:gd name="T1" fmla="*/ 54084 h 161"/>
                <a:gd name="T2" fmla="*/ 34505 w 197"/>
                <a:gd name="T3" fmla="*/ 53021 h 161"/>
                <a:gd name="T4" fmla="*/ 25249 w 197"/>
                <a:gd name="T5" fmla="*/ 48235 h 161"/>
                <a:gd name="T6" fmla="*/ 17198 w 197"/>
                <a:gd name="T7" fmla="*/ 43206 h 161"/>
                <a:gd name="T8" fmla="*/ 8756 w 197"/>
                <a:gd name="T9" fmla="*/ 35209 h 161"/>
                <a:gd name="T10" fmla="*/ 2415 w 197"/>
                <a:gd name="T11" fmla="*/ 23263 h 161"/>
                <a:gd name="T12" fmla="*/ 187 w 197"/>
                <a:gd name="T13" fmla="*/ 13431 h 161"/>
                <a:gd name="T14" fmla="*/ 1633 w 197"/>
                <a:gd name="T15" fmla="*/ 0 h 161"/>
                <a:gd name="T16" fmla="*/ 2415 w 197"/>
                <a:gd name="T17" fmla="*/ 1469 h 161"/>
                <a:gd name="T18" fmla="*/ 8756 w 197"/>
                <a:gd name="T19" fmla="*/ 13034 h 161"/>
                <a:gd name="T20" fmla="*/ 17198 w 197"/>
                <a:gd name="T21" fmla="*/ 21073 h 161"/>
                <a:gd name="T22" fmla="*/ 25249 w 197"/>
                <a:gd name="T23" fmla="*/ 26099 h 161"/>
                <a:gd name="T24" fmla="*/ 34505 w 197"/>
                <a:gd name="T25" fmla="*/ 30845 h 161"/>
                <a:gd name="T26" fmla="*/ 47809 w 197"/>
                <a:gd name="T27" fmla="*/ 3195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1">
                  <a:moveTo>
                    <a:pt x="197" y="149"/>
                  </a:moveTo>
                  <a:cubicBezTo>
                    <a:pt x="188" y="161"/>
                    <a:pt x="146" y="153"/>
                    <a:pt x="142" y="146"/>
                  </a:cubicBezTo>
                  <a:cubicBezTo>
                    <a:pt x="137" y="154"/>
                    <a:pt x="109" y="142"/>
                    <a:pt x="104" y="133"/>
                  </a:cubicBezTo>
                  <a:cubicBezTo>
                    <a:pt x="94" y="141"/>
                    <a:pt x="76" y="128"/>
                    <a:pt x="71" y="119"/>
                  </a:cubicBezTo>
                  <a:cubicBezTo>
                    <a:pt x="58" y="125"/>
                    <a:pt x="38" y="108"/>
                    <a:pt x="36" y="97"/>
                  </a:cubicBezTo>
                  <a:cubicBezTo>
                    <a:pt x="24" y="98"/>
                    <a:pt x="10" y="78"/>
                    <a:pt x="10" y="64"/>
                  </a:cubicBezTo>
                  <a:cubicBezTo>
                    <a:pt x="5" y="61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17"/>
                    <a:pt x="24" y="38"/>
                    <a:pt x="36" y="36"/>
                  </a:cubicBezTo>
                  <a:cubicBezTo>
                    <a:pt x="38" y="48"/>
                    <a:pt x="58" y="64"/>
                    <a:pt x="71" y="58"/>
                  </a:cubicBezTo>
                  <a:cubicBezTo>
                    <a:pt x="76" y="68"/>
                    <a:pt x="94" y="80"/>
                    <a:pt x="104" y="72"/>
                  </a:cubicBezTo>
                  <a:cubicBezTo>
                    <a:pt x="109" y="82"/>
                    <a:pt x="137" y="93"/>
                    <a:pt x="142" y="85"/>
                  </a:cubicBezTo>
                  <a:cubicBezTo>
                    <a:pt x="146" y="92"/>
                    <a:pt x="188" y="100"/>
                    <a:pt x="197" y="8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2" name="Freeform 522">
              <a:extLst>
                <a:ext uri="{FF2B5EF4-FFF2-40B4-BE49-F238E27FC236}">
                  <a16:creationId xmlns:a16="http://schemas.microsoft.com/office/drawing/2014/main" id="{35FFA249-59B6-4E5F-9BB6-6A379A80B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149"/>
              <a:ext cx="492" cy="432"/>
            </a:xfrm>
            <a:custGeom>
              <a:avLst/>
              <a:gdLst>
                <a:gd name="T0" fmla="*/ 47809 w 197"/>
                <a:gd name="T1" fmla="*/ 53952 h 162"/>
                <a:gd name="T2" fmla="*/ 34505 w 197"/>
                <a:gd name="T3" fmla="*/ 52429 h 162"/>
                <a:gd name="T4" fmla="*/ 25249 w 197"/>
                <a:gd name="T5" fmla="*/ 48149 h 162"/>
                <a:gd name="T6" fmla="*/ 17198 w 197"/>
                <a:gd name="T7" fmla="*/ 43144 h 162"/>
                <a:gd name="T8" fmla="*/ 8756 w 197"/>
                <a:gd name="T9" fmla="*/ 35192 h 162"/>
                <a:gd name="T10" fmla="*/ 2415 w 197"/>
                <a:gd name="T11" fmla="*/ 23304 h 162"/>
                <a:gd name="T12" fmla="*/ 187 w 197"/>
                <a:gd name="T13" fmla="*/ 13347 h 162"/>
                <a:gd name="T14" fmla="*/ 1633 w 197"/>
                <a:gd name="T15" fmla="*/ 0 h 162"/>
                <a:gd name="T16" fmla="*/ 2415 w 197"/>
                <a:gd name="T17" fmla="*/ 1459 h 162"/>
                <a:gd name="T18" fmla="*/ 8756 w 197"/>
                <a:gd name="T19" fmla="*/ 13347 h 162"/>
                <a:gd name="T20" fmla="*/ 17198 w 197"/>
                <a:gd name="T21" fmla="*/ 21184 h 162"/>
                <a:gd name="T22" fmla="*/ 25249 w 197"/>
                <a:gd name="T23" fmla="*/ 26304 h 162"/>
                <a:gd name="T24" fmla="*/ 34505 w 197"/>
                <a:gd name="T25" fmla="*/ 30891 h 162"/>
                <a:gd name="T26" fmla="*/ 47809 w 197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2">
                  <a:moveTo>
                    <a:pt x="197" y="150"/>
                  </a:moveTo>
                  <a:cubicBezTo>
                    <a:pt x="188" y="162"/>
                    <a:pt x="146" y="154"/>
                    <a:pt x="142" y="146"/>
                  </a:cubicBezTo>
                  <a:cubicBezTo>
                    <a:pt x="137" y="154"/>
                    <a:pt x="109" y="143"/>
                    <a:pt x="104" y="134"/>
                  </a:cubicBezTo>
                  <a:cubicBezTo>
                    <a:pt x="94" y="142"/>
                    <a:pt x="76" y="129"/>
                    <a:pt x="71" y="120"/>
                  </a:cubicBezTo>
                  <a:cubicBezTo>
                    <a:pt x="58" y="126"/>
                    <a:pt x="38" y="109"/>
                    <a:pt x="36" y="98"/>
                  </a:cubicBezTo>
                  <a:cubicBezTo>
                    <a:pt x="24" y="99"/>
                    <a:pt x="10" y="78"/>
                    <a:pt x="10" y="65"/>
                  </a:cubicBezTo>
                  <a:cubicBezTo>
                    <a:pt x="5" y="62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4"/>
                    <a:pt x="10" y="4"/>
                  </a:cubicBezTo>
                  <a:cubicBezTo>
                    <a:pt x="10" y="18"/>
                    <a:pt x="24" y="38"/>
                    <a:pt x="36" y="37"/>
                  </a:cubicBezTo>
                  <a:cubicBezTo>
                    <a:pt x="38" y="48"/>
                    <a:pt x="58" y="65"/>
                    <a:pt x="71" y="59"/>
                  </a:cubicBezTo>
                  <a:cubicBezTo>
                    <a:pt x="76" y="68"/>
                    <a:pt x="94" y="81"/>
                    <a:pt x="104" y="73"/>
                  </a:cubicBezTo>
                  <a:cubicBezTo>
                    <a:pt x="109" y="82"/>
                    <a:pt x="137" y="94"/>
                    <a:pt x="142" y="86"/>
                  </a:cubicBezTo>
                  <a:cubicBezTo>
                    <a:pt x="146" y="93"/>
                    <a:pt x="188" y="101"/>
                    <a:pt x="197" y="8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3" name="Freeform 523">
              <a:extLst>
                <a:ext uri="{FF2B5EF4-FFF2-40B4-BE49-F238E27FC236}">
                  <a16:creationId xmlns:a16="http://schemas.microsoft.com/office/drawing/2014/main" id="{6618469A-6866-41AE-A443-BF71B93C2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312"/>
              <a:ext cx="492" cy="429"/>
            </a:xfrm>
            <a:custGeom>
              <a:avLst/>
              <a:gdLst>
                <a:gd name="T0" fmla="*/ 47809 w 197"/>
                <a:gd name="T1" fmla="*/ 53329 h 161"/>
                <a:gd name="T2" fmla="*/ 34505 w 197"/>
                <a:gd name="T3" fmla="*/ 52271 h 161"/>
                <a:gd name="T4" fmla="*/ 25249 w 197"/>
                <a:gd name="T5" fmla="*/ 47542 h 161"/>
                <a:gd name="T6" fmla="*/ 17198 w 197"/>
                <a:gd name="T7" fmla="*/ 42607 h 161"/>
                <a:gd name="T8" fmla="*/ 8756 w 197"/>
                <a:gd name="T9" fmla="*/ 34642 h 161"/>
                <a:gd name="T10" fmla="*/ 2415 w 197"/>
                <a:gd name="T11" fmla="*/ 23233 h 161"/>
                <a:gd name="T12" fmla="*/ 187 w 197"/>
                <a:gd name="T13" fmla="*/ 13299 h 161"/>
                <a:gd name="T14" fmla="*/ 1633 w 197"/>
                <a:gd name="T15" fmla="*/ 0 h 161"/>
                <a:gd name="T16" fmla="*/ 2415 w 197"/>
                <a:gd name="T17" fmla="*/ 1455 h 161"/>
                <a:gd name="T18" fmla="*/ 8756 w 197"/>
                <a:gd name="T19" fmla="*/ 13299 h 161"/>
                <a:gd name="T20" fmla="*/ 17198 w 197"/>
                <a:gd name="T21" fmla="*/ 21074 h 161"/>
                <a:gd name="T22" fmla="*/ 25249 w 197"/>
                <a:gd name="T23" fmla="*/ 26220 h 161"/>
                <a:gd name="T24" fmla="*/ 34505 w 197"/>
                <a:gd name="T25" fmla="*/ 30344 h 161"/>
                <a:gd name="T26" fmla="*/ 47809 w 197"/>
                <a:gd name="T27" fmla="*/ 31858 h 161"/>
                <a:gd name="T28" fmla="*/ 47809 w 197"/>
                <a:gd name="T29" fmla="*/ 31858 h 1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61">
                  <a:moveTo>
                    <a:pt x="197" y="149"/>
                  </a:moveTo>
                  <a:cubicBezTo>
                    <a:pt x="188" y="161"/>
                    <a:pt x="146" y="153"/>
                    <a:pt x="142" y="146"/>
                  </a:cubicBezTo>
                  <a:cubicBezTo>
                    <a:pt x="137" y="154"/>
                    <a:pt x="109" y="143"/>
                    <a:pt x="104" y="133"/>
                  </a:cubicBezTo>
                  <a:cubicBezTo>
                    <a:pt x="94" y="141"/>
                    <a:pt x="76" y="129"/>
                    <a:pt x="71" y="119"/>
                  </a:cubicBezTo>
                  <a:cubicBezTo>
                    <a:pt x="58" y="125"/>
                    <a:pt x="38" y="109"/>
                    <a:pt x="36" y="97"/>
                  </a:cubicBezTo>
                  <a:cubicBezTo>
                    <a:pt x="24" y="99"/>
                    <a:pt x="10" y="78"/>
                    <a:pt x="10" y="65"/>
                  </a:cubicBezTo>
                  <a:cubicBezTo>
                    <a:pt x="5" y="62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17"/>
                    <a:pt x="24" y="38"/>
                    <a:pt x="36" y="37"/>
                  </a:cubicBezTo>
                  <a:cubicBezTo>
                    <a:pt x="38" y="48"/>
                    <a:pt x="58" y="65"/>
                    <a:pt x="71" y="59"/>
                  </a:cubicBezTo>
                  <a:cubicBezTo>
                    <a:pt x="76" y="68"/>
                    <a:pt x="94" y="81"/>
                    <a:pt x="104" y="73"/>
                  </a:cubicBezTo>
                  <a:cubicBezTo>
                    <a:pt x="109" y="82"/>
                    <a:pt x="137" y="93"/>
                    <a:pt x="142" y="85"/>
                  </a:cubicBezTo>
                  <a:cubicBezTo>
                    <a:pt x="146" y="93"/>
                    <a:pt x="188" y="101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4" name="Freeform 524">
              <a:extLst>
                <a:ext uri="{FF2B5EF4-FFF2-40B4-BE49-F238E27FC236}">
                  <a16:creationId xmlns:a16="http://schemas.microsoft.com/office/drawing/2014/main" id="{9A17646E-06AD-411F-A2DB-49FBC7026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475"/>
              <a:ext cx="492" cy="429"/>
            </a:xfrm>
            <a:custGeom>
              <a:avLst/>
              <a:gdLst>
                <a:gd name="T0" fmla="*/ 47809 w 197"/>
                <a:gd name="T1" fmla="*/ 53329 h 161"/>
                <a:gd name="T2" fmla="*/ 34505 w 197"/>
                <a:gd name="T3" fmla="*/ 52271 h 161"/>
                <a:gd name="T4" fmla="*/ 25249 w 197"/>
                <a:gd name="T5" fmla="*/ 47542 h 161"/>
                <a:gd name="T6" fmla="*/ 17198 w 197"/>
                <a:gd name="T7" fmla="*/ 42607 h 161"/>
                <a:gd name="T8" fmla="*/ 8756 w 197"/>
                <a:gd name="T9" fmla="*/ 34642 h 161"/>
                <a:gd name="T10" fmla="*/ 2415 w 197"/>
                <a:gd name="T11" fmla="*/ 22982 h 161"/>
                <a:gd name="T12" fmla="*/ 187 w 197"/>
                <a:gd name="T13" fmla="*/ 13299 h 161"/>
                <a:gd name="T14" fmla="*/ 1633 w 197"/>
                <a:gd name="T15" fmla="*/ 0 h 161"/>
                <a:gd name="T16" fmla="*/ 2415 w 197"/>
                <a:gd name="T17" fmla="*/ 1455 h 161"/>
                <a:gd name="T18" fmla="*/ 8756 w 197"/>
                <a:gd name="T19" fmla="*/ 12902 h 161"/>
                <a:gd name="T20" fmla="*/ 17198 w 197"/>
                <a:gd name="T21" fmla="*/ 20810 h 161"/>
                <a:gd name="T22" fmla="*/ 25249 w 197"/>
                <a:gd name="T23" fmla="*/ 25809 h 161"/>
                <a:gd name="T24" fmla="*/ 34505 w 197"/>
                <a:gd name="T25" fmla="*/ 30344 h 161"/>
                <a:gd name="T26" fmla="*/ 47809 w 197"/>
                <a:gd name="T27" fmla="*/ 3146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1">
                  <a:moveTo>
                    <a:pt x="197" y="149"/>
                  </a:moveTo>
                  <a:cubicBezTo>
                    <a:pt x="188" y="161"/>
                    <a:pt x="146" y="153"/>
                    <a:pt x="142" y="146"/>
                  </a:cubicBezTo>
                  <a:cubicBezTo>
                    <a:pt x="137" y="154"/>
                    <a:pt x="109" y="142"/>
                    <a:pt x="104" y="133"/>
                  </a:cubicBezTo>
                  <a:cubicBezTo>
                    <a:pt x="94" y="141"/>
                    <a:pt x="76" y="128"/>
                    <a:pt x="71" y="119"/>
                  </a:cubicBezTo>
                  <a:cubicBezTo>
                    <a:pt x="58" y="125"/>
                    <a:pt x="38" y="108"/>
                    <a:pt x="36" y="97"/>
                  </a:cubicBezTo>
                  <a:cubicBezTo>
                    <a:pt x="24" y="98"/>
                    <a:pt x="10" y="78"/>
                    <a:pt x="10" y="64"/>
                  </a:cubicBezTo>
                  <a:cubicBezTo>
                    <a:pt x="5" y="61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17"/>
                    <a:pt x="24" y="38"/>
                    <a:pt x="36" y="36"/>
                  </a:cubicBezTo>
                  <a:cubicBezTo>
                    <a:pt x="38" y="48"/>
                    <a:pt x="58" y="64"/>
                    <a:pt x="71" y="58"/>
                  </a:cubicBezTo>
                  <a:cubicBezTo>
                    <a:pt x="76" y="68"/>
                    <a:pt x="94" y="80"/>
                    <a:pt x="104" y="72"/>
                  </a:cubicBezTo>
                  <a:cubicBezTo>
                    <a:pt x="109" y="82"/>
                    <a:pt x="137" y="93"/>
                    <a:pt x="142" y="85"/>
                  </a:cubicBezTo>
                  <a:cubicBezTo>
                    <a:pt x="146" y="92"/>
                    <a:pt x="188" y="100"/>
                    <a:pt x="197" y="8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5" name="Freeform 525">
              <a:extLst>
                <a:ext uri="{FF2B5EF4-FFF2-40B4-BE49-F238E27FC236}">
                  <a16:creationId xmlns:a16="http://schemas.microsoft.com/office/drawing/2014/main" id="{FA3A3C0A-49D0-40F7-B3A7-C2A0C79FF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635"/>
              <a:ext cx="492" cy="432"/>
            </a:xfrm>
            <a:custGeom>
              <a:avLst/>
              <a:gdLst>
                <a:gd name="T0" fmla="*/ 47809 w 197"/>
                <a:gd name="T1" fmla="*/ 53952 h 162"/>
                <a:gd name="T2" fmla="*/ 34505 w 197"/>
                <a:gd name="T3" fmla="*/ 52429 h 162"/>
                <a:gd name="T4" fmla="*/ 25249 w 197"/>
                <a:gd name="T5" fmla="*/ 48149 h 162"/>
                <a:gd name="T6" fmla="*/ 17198 w 197"/>
                <a:gd name="T7" fmla="*/ 43144 h 162"/>
                <a:gd name="T8" fmla="*/ 8756 w 197"/>
                <a:gd name="T9" fmla="*/ 35192 h 162"/>
                <a:gd name="T10" fmla="*/ 2415 w 197"/>
                <a:gd name="T11" fmla="*/ 23304 h 162"/>
                <a:gd name="T12" fmla="*/ 187 w 197"/>
                <a:gd name="T13" fmla="*/ 13347 h 162"/>
                <a:gd name="T14" fmla="*/ 1633 w 197"/>
                <a:gd name="T15" fmla="*/ 0 h 162"/>
                <a:gd name="T16" fmla="*/ 2415 w 197"/>
                <a:gd name="T17" fmla="*/ 1459 h 162"/>
                <a:gd name="T18" fmla="*/ 8756 w 197"/>
                <a:gd name="T19" fmla="*/ 13347 h 162"/>
                <a:gd name="T20" fmla="*/ 17198 w 197"/>
                <a:gd name="T21" fmla="*/ 21184 h 162"/>
                <a:gd name="T22" fmla="*/ 25249 w 197"/>
                <a:gd name="T23" fmla="*/ 26304 h 162"/>
                <a:gd name="T24" fmla="*/ 34505 w 197"/>
                <a:gd name="T25" fmla="*/ 30891 h 162"/>
                <a:gd name="T26" fmla="*/ 47809 w 197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2">
                  <a:moveTo>
                    <a:pt x="197" y="150"/>
                  </a:moveTo>
                  <a:cubicBezTo>
                    <a:pt x="188" y="162"/>
                    <a:pt x="146" y="154"/>
                    <a:pt x="142" y="146"/>
                  </a:cubicBezTo>
                  <a:cubicBezTo>
                    <a:pt x="137" y="154"/>
                    <a:pt x="109" y="143"/>
                    <a:pt x="104" y="134"/>
                  </a:cubicBezTo>
                  <a:cubicBezTo>
                    <a:pt x="94" y="142"/>
                    <a:pt x="76" y="129"/>
                    <a:pt x="71" y="120"/>
                  </a:cubicBezTo>
                  <a:cubicBezTo>
                    <a:pt x="58" y="126"/>
                    <a:pt x="38" y="109"/>
                    <a:pt x="36" y="98"/>
                  </a:cubicBezTo>
                  <a:cubicBezTo>
                    <a:pt x="24" y="99"/>
                    <a:pt x="10" y="78"/>
                    <a:pt x="10" y="65"/>
                  </a:cubicBezTo>
                  <a:cubicBezTo>
                    <a:pt x="5" y="62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4"/>
                    <a:pt x="10" y="4"/>
                  </a:cubicBezTo>
                  <a:cubicBezTo>
                    <a:pt x="10" y="18"/>
                    <a:pt x="24" y="38"/>
                    <a:pt x="36" y="37"/>
                  </a:cubicBezTo>
                  <a:cubicBezTo>
                    <a:pt x="38" y="48"/>
                    <a:pt x="58" y="65"/>
                    <a:pt x="71" y="59"/>
                  </a:cubicBezTo>
                  <a:cubicBezTo>
                    <a:pt x="76" y="68"/>
                    <a:pt x="94" y="81"/>
                    <a:pt x="104" y="73"/>
                  </a:cubicBezTo>
                  <a:cubicBezTo>
                    <a:pt x="109" y="82"/>
                    <a:pt x="137" y="94"/>
                    <a:pt x="142" y="86"/>
                  </a:cubicBezTo>
                  <a:cubicBezTo>
                    <a:pt x="146" y="93"/>
                    <a:pt x="188" y="101"/>
                    <a:pt x="197" y="8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6" name="Freeform 526">
              <a:extLst>
                <a:ext uri="{FF2B5EF4-FFF2-40B4-BE49-F238E27FC236}">
                  <a16:creationId xmlns:a16="http://schemas.microsoft.com/office/drawing/2014/main" id="{C3D8D7AC-8208-4710-894C-756EBB61D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797"/>
              <a:ext cx="492" cy="432"/>
            </a:xfrm>
            <a:custGeom>
              <a:avLst/>
              <a:gdLst>
                <a:gd name="T0" fmla="*/ 47809 w 197"/>
                <a:gd name="T1" fmla="*/ 53555 h 162"/>
                <a:gd name="T2" fmla="*/ 34505 w 197"/>
                <a:gd name="T3" fmla="*/ 52429 h 162"/>
                <a:gd name="T4" fmla="*/ 25249 w 197"/>
                <a:gd name="T5" fmla="*/ 47880 h 162"/>
                <a:gd name="T6" fmla="*/ 17198 w 197"/>
                <a:gd name="T7" fmla="*/ 42723 h 162"/>
                <a:gd name="T8" fmla="*/ 8756 w 197"/>
                <a:gd name="T9" fmla="*/ 34952 h 162"/>
                <a:gd name="T10" fmla="*/ 2415 w 197"/>
                <a:gd name="T11" fmla="*/ 23304 h 162"/>
                <a:gd name="T12" fmla="*/ 187 w 197"/>
                <a:gd name="T13" fmla="*/ 13347 h 162"/>
                <a:gd name="T14" fmla="*/ 1633 w 197"/>
                <a:gd name="T15" fmla="*/ 0 h 162"/>
                <a:gd name="T16" fmla="*/ 2415 w 197"/>
                <a:gd name="T17" fmla="*/ 1459 h 162"/>
                <a:gd name="T18" fmla="*/ 8756 w 197"/>
                <a:gd name="T19" fmla="*/ 13347 h 162"/>
                <a:gd name="T20" fmla="*/ 17198 w 197"/>
                <a:gd name="T21" fmla="*/ 21184 h 162"/>
                <a:gd name="T22" fmla="*/ 25249 w 197"/>
                <a:gd name="T23" fmla="*/ 26304 h 162"/>
                <a:gd name="T24" fmla="*/ 34505 w 197"/>
                <a:gd name="T25" fmla="*/ 30584 h 162"/>
                <a:gd name="T26" fmla="*/ 47809 w 197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2">
                  <a:moveTo>
                    <a:pt x="197" y="149"/>
                  </a:moveTo>
                  <a:cubicBezTo>
                    <a:pt x="188" y="162"/>
                    <a:pt x="146" y="153"/>
                    <a:pt x="142" y="146"/>
                  </a:cubicBezTo>
                  <a:cubicBezTo>
                    <a:pt x="137" y="154"/>
                    <a:pt x="109" y="143"/>
                    <a:pt x="104" y="133"/>
                  </a:cubicBezTo>
                  <a:cubicBezTo>
                    <a:pt x="94" y="141"/>
                    <a:pt x="76" y="129"/>
                    <a:pt x="71" y="119"/>
                  </a:cubicBezTo>
                  <a:cubicBezTo>
                    <a:pt x="58" y="125"/>
                    <a:pt x="38" y="109"/>
                    <a:pt x="36" y="97"/>
                  </a:cubicBezTo>
                  <a:cubicBezTo>
                    <a:pt x="24" y="99"/>
                    <a:pt x="10" y="78"/>
                    <a:pt x="10" y="65"/>
                  </a:cubicBezTo>
                  <a:cubicBezTo>
                    <a:pt x="5" y="62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17"/>
                    <a:pt x="24" y="38"/>
                    <a:pt x="36" y="37"/>
                  </a:cubicBezTo>
                  <a:cubicBezTo>
                    <a:pt x="38" y="48"/>
                    <a:pt x="58" y="65"/>
                    <a:pt x="71" y="59"/>
                  </a:cubicBezTo>
                  <a:cubicBezTo>
                    <a:pt x="76" y="68"/>
                    <a:pt x="94" y="81"/>
                    <a:pt x="104" y="73"/>
                  </a:cubicBezTo>
                  <a:cubicBezTo>
                    <a:pt x="109" y="82"/>
                    <a:pt x="137" y="93"/>
                    <a:pt x="142" y="85"/>
                  </a:cubicBezTo>
                  <a:cubicBezTo>
                    <a:pt x="146" y="93"/>
                    <a:pt x="188" y="101"/>
                    <a:pt x="197" y="8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7" name="Freeform 527">
              <a:extLst>
                <a:ext uri="{FF2B5EF4-FFF2-40B4-BE49-F238E27FC236}">
                  <a16:creationId xmlns:a16="http://schemas.microsoft.com/office/drawing/2014/main" id="{87BF4698-6770-437A-AD65-3A68AA076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192"/>
              <a:ext cx="12" cy="157"/>
            </a:xfrm>
            <a:custGeom>
              <a:avLst/>
              <a:gdLst>
                <a:gd name="T0" fmla="*/ 967 w 5"/>
                <a:gd name="T1" fmla="*/ 0 h 59"/>
                <a:gd name="T2" fmla="*/ 802 w 5"/>
                <a:gd name="T3" fmla="*/ 2095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5" y="0"/>
                  </a:moveTo>
                  <a:cubicBezTo>
                    <a:pt x="2" y="20"/>
                    <a:pt x="0" y="47"/>
                    <a:pt x="4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8" name="Freeform 528">
              <a:extLst>
                <a:ext uri="{FF2B5EF4-FFF2-40B4-BE49-F238E27FC236}">
                  <a16:creationId xmlns:a16="http://schemas.microsoft.com/office/drawing/2014/main" id="{890D25F4-7D48-479D-B856-E2557D890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171"/>
              <a:ext cx="25" cy="144"/>
            </a:xfrm>
            <a:custGeom>
              <a:avLst/>
              <a:gdLst>
                <a:gd name="T0" fmla="*/ 2470 w 10"/>
                <a:gd name="T1" fmla="*/ 0 h 54"/>
                <a:gd name="T2" fmla="*/ 783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10" y="0"/>
                  </a:moveTo>
                  <a:cubicBezTo>
                    <a:pt x="4" y="20"/>
                    <a:pt x="0" y="44"/>
                    <a:pt x="3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9" name="Freeform 529">
              <a:extLst>
                <a:ext uri="{FF2B5EF4-FFF2-40B4-BE49-F238E27FC236}">
                  <a16:creationId xmlns:a16="http://schemas.microsoft.com/office/drawing/2014/main" id="{38D89687-1545-4A61-8BE2-3096DD178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139"/>
              <a:ext cx="28" cy="138"/>
            </a:xfrm>
            <a:custGeom>
              <a:avLst/>
              <a:gdLst>
                <a:gd name="T0" fmla="*/ 2986 w 11"/>
                <a:gd name="T1" fmla="*/ 0 h 52"/>
                <a:gd name="T2" fmla="*/ 1056 w 11"/>
                <a:gd name="T3" fmla="*/ 1815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2">
                  <a:moveTo>
                    <a:pt x="11" y="0"/>
                  </a:moveTo>
                  <a:cubicBezTo>
                    <a:pt x="4" y="18"/>
                    <a:pt x="0" y="40"/>
                    <a:pt x="4" y="5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0" name="Freeform 530">
              <a:extLst>
                <a:ext uri="{FF2B5EF4-FFF2-40B4-BE49-F238E27FC236}">
                  <a16:creationId xmlns:a16="http://schemas.microsoft.com/office/drawing/2014/main" id="{6BCEFC49-7EC7-49F4-A908-13EB1389D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099"/>
              <a:ext cx="25" cy="120"/>
            </a:xfrm>
            <a:custGeom>
              <a:avLst/>
              <a:gdLst>
                <a:gd name="T0" fmla="*/ 2470 w 10"/>
                <a:gd name="T1" fmla="*/ 0 h 45"/>
                <a:gd name="T2" fmla="*/ 0 w 10"/>
                <a:gd name="T3" fmla="*/ 1617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10" y="0"/>
                  </a:moveTo>
                  <a:cubicBezTo>
                    <a:pt x="4" y="17"/>
                    <a:pt x="0" y="37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1" name="Freeform 531">
              <a:extLst>
                <a:ext uri="{FF2B5EF4-FFF2-40B4-BE49-F238E27FC236}">
                  <a16:creationId xmlns:a16="http://schemas.microsoft.com/office/drawing/2014/main" id="{893C2D45-BB72-427E-BC6C-BC1D0FE71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043"/>
              <a:ext cx="32" cy="93"/>
            </a:xfrm>
            <a:custGeom>
              <a:avLst/>
              <a:gdLst>
                <a:gd name="T0" fmla="*/ 2897 w 13"/>
                <a:gd name="T1" fmla="*/ 0 h 35"/>
                <a:gd name="T2" fmla="*/ 0 w 13"/>
                <a:gd name="T3" fmla="*/ 1230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13" y="0"/>
                  </a:moveTo>
                  <a:cubicBezTo>
                    <a:pt x="9" y="4"/>
                    <a:pt x="0" y="28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2" name="Freeform 532">
              <a:extLst>
                <a:ext uri="{FF2B5EF4-FFF2-40B4-BE49-F238E27FC236}">
                  <a16:creationId xmlns:a16="http://schemas.microsoft.com/office/drawing/2014/main" id="{192A1E38-5DC6-497E-9F0A-56402FB4E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352"/>
              <a:ext cx="12" cy="160"/>
            </a:xfrm>
            <a:custGeom>
              <a:avLst/>
              <a:gdLst>
                <a:gd name="T0" fmla="*/ 967 w 5"/>
                <a:gd name="T1" fmla="*/ 0 h 60"/>
                <a:gd name="T2" fmla="*/ 802 w 5"/>
                <a:gd name="T3" fmla="*/ 2159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0">
                  <a:moveTo>
                    <a:pt x="5" y="0"/>
                  </a:moveTo>
                  <a:cubicBezTo>
                    <a:pt x="2" y="21"/>
                    <a:pt x="0" y="48"/>
                    <a:pt x="4" y="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3" name="Freeform 533">
              <a:extLst>
                <a:ext uri="{FF2B5EF4-FFF2-40B4-BE49-F238E27FC236}">
                  <a16:creationId xmlns:a16="http://schemas.microsoft.com/office/drawing/2014/main" id="{F322E523-CE05-4D97-9E83-766128013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333"/>
              <a:ext cx="25" cy="144"/>
            </a:xfrm>
            <a:custGeom>
              <a:avLst/>
              <a:gdLst>
                <a:gd name="T0" fmla="*/ 2470 w 10"/>
                <a:gd name="T1" fmla="*/ 0 h 54"/>
                <a:gd name="T2" fmla="*/ 783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10" y="0"/>
                  </a:moveTo>
                  <a:cubicBezTo>
                    <a:pt x="4" y="20"/>
                    <a:pt x="0" y="44"/>
                    <a:pt x="3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4" name="Freeform 534">
              <a:extLst>
                <a:ext uri="{FF2B5EF4-FFF2-40B4-BE49-F238E27FC236}">
                  <a16:creationId xmlns:a16="http://schemas.microsoft.com/office/drawing/2014/main" id="{1624D876-FF05-4C24-BB77-816044709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299"/>
              <a:ext cx="28" cy="141"/>
            </a:xfrm>
            <a:custGeom>
              <a:avLst/>
              <a:gdLst>
                <a:gd name="T0" fmla="*/ 2986 w 11"/>
                <a:gd name="T1" fmla="*/ 0 h 53"/>
                <a:gd name="T2" fmla="*/ 1056 w 11"/>
                <a:gd name="T3" fmla="*/ 1879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3">
                  <a:moveTo>
                    <a:pt x="11" y="0"/>
                  </a:moveTo>
                  <a:cubicBezTo>
                    <a:pt x="4" y="18"/>
                    <a:pt x="0" y="41"/>
                    <a:pt x="4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5" name="Freeform 535">
              <a:extLst>
                <a:ext uri="{FF2B5EF4-FFF2-40B4-BE49-F238E27FC236}">
                  <a16:creationId xmlns:a16="http://schemas.microsoft.com/office/drawing/2014/main" id="{DC19399B-2916-4454-8FE3-3D80F61C6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259"/>
              <a:ext cx="25" cy="122"/>
            </a:xfrm>
            <a:custGeom>
              <a:avLst/>
              <a:gdLst>
                <a:gd name="T0" fmla="*/ 2470 w 10"/>
                <a:gd name="T1" fmla="*/ 0 h 46"/>
                <a:gd name="T2" fmla="*/ 0 w 10"/>
                <a:gd name="T3" fmla="*/ 160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10" y="0"/>
                  </a:moveTo>
                  <a:cubicBezTo>
                    <a:pt x="4" y="17"/>
                    <a:pt x="0" y="37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6" name="Freeform 536">
              <a:extLst>
                <a:ext uri="{FF2B5EF4-FFF2-40B4-BE49-F238E27FC236}">
                  <a16:creationId xmlns:a16="http://schemas.microsoft.com/office/drawing/2014/main" id="{10DCC0D3-2B3B-4E82-A3E9-A36411F09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205"/>
              <a:ext cx="32" cy="91"/>
            </a:xfrm>
            <a:custGeom>
              <a:avLst/>
              <a:gdLst>
                <a:gd name="T0" fmla="*/ 2897 w 13"/>
                <a:gd name="T1" fmla="*/ 0 h 34"/>
                <a:gd name="T2" fmla="*/ 0 w 13"/>
                <a:gd name="T3" fmla="*/ 12521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4">
                  <a:moveTo>
                    <a:pt x="13" y="0"/>
                  </a:moveTo>
                  <a:cubicBezTo>
                    <a:pt x="9" y="4"/>
                    <a:pt x="0" y="28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7" name="Freeform 537">
              <a:extLst>
                <a:ext uri="{FF2B5EF4-FFF2-40B4-BE49-F238E27FC236}">
                  <a16:creationId xmlns:a16="http://schemas.microsoft.com/office/drawing/2014/main" id="{4E0DBF96-CC4F-4364-84C6-0CE510986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515"/>
              <a:ext cx="12" cy="157"/>
            </a:xfrm>
            <a:custGeom>
              <a:avLst/>
              <a:gdLst>
                <a:gd name="T0" fmla="*/ 967 w 5"/>
                <a:gd name="T1" fmla="*/ 0 h 59"/>
                <a:gd name="T2" fmla="*/ 802 w 5"/>
                <a:gd name="T3" fmla="*/ 2095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5" y="0"/>
                  </a:moveTo>
                  <a:cubicBezTo>
                    <a:pt x="2" y="20"/>
                    <a:pt x="0" y="47"/>
                    <a:pt x="4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8" name="Freeform 538">
              <a:extLst>
                <a:ext uri="{FF2B5EF4-FFF2-40B4-BE49-F238E27FC236}">
                  <a16:creationId xmlns:a16="http://schemas.microsoft.com/office/drawing/2014/main" id="{2A1A9238-DB84-4444-B7D5-074B0316C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496"/>
              <a:ext cx="25" cy="144"/>
            </a:xfrm>
            <a:custGeom>
              <a:avLst/>
              <a:gdLst>
                <a:gd name="T0" fmla="*/ 2470 w 10"/>
                <a:gd name="T1" fmla="*/ 0 h 54"/>
                <a:gd name="T2" fmla="*/ 783 w 10"/>
                <a:gd name="T3" fmla="*/ 1942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10" y="0"/>
                  </a:moveTo>
                  <a:cubicBezTo>
                    <a:pt x="4" y="19"/>
                    <a:pt x="0" y="44"/>
                    <a:pt x="3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9" name="Freeform 539">
              <a:extLst>
                <a:ext uri="{FF2B5EF4-FFF2-40B4-BE49-F238E27FC236}">
                  <a16:creationId xmlns:a16="http://schemas.microsoft.com/office/drawing/2014/main" id="{648DEB10-19AE-4A61-8283-F8596B42B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461"/>
              <a:ext cx="28" cy="142"/>
            </a:xfrm>
            <a:custGeom>
              <a:avLst/>
              <a:gdLst>
                <a:gd name="T0" fmla="*/ 2986 w 11"/>
                <a:gd name="T1" fmla="*/ 0 h 53"/>
                <a:gd name="T2" fmla="*/ 1056 w 11"/>
                <a:gd name="T3" fmla="*/ 19575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3">
                  <a:moveTo>
                    <a:pt x="11" y="0"/>
                  </a:moveTo>
                  <a:cubicBezTo>
                    <a:pt x="4" y="18"/>
                    <a:pt x="0" y="40"/>
                    <a:pt x="4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0" name="Freeform 540">
              <a:extLst>
                <a:ext uri="{FF2B5EF4-FFF2-40B4-BE49-F238E27FC236}">
                  <a16:creationId xmlns:a16="http://schemas.microsoft.com/office/drawing/2014/main" id="{3C160A83-8EFD-4958-99F6-8DF3D086A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421"/>
              <a:ext cx="25" cy="123"/>
            </a:xfrm>
            <a:custGeom>
              <a:avLst/>
              <a:gdLst>
                <a:gd name="T0" fmla="*/ 2470 w 10"/>
                <a:gd name="T1" fmla="*/ 0 h 46"/>
                <a:gd name="T2" fmla="*/ 0 w 10"/>
                <a:gd name="T3" fmla="*/ 168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10" y="0"/>
                  </a:moveTo>
                  <a:cubicBezTo>
                    <a:pt x="4" y="17"/>
                    <a:pt x="0" y="37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1" name="Freeform 541">
              <a:extLst>
                <a:ext uri="{FF2B5EF4-FFF2-40B4-BE49-F238E27FC236}">
                  <a16:creationId xmlns:a16="http://schemas.microsoft.com/office/drawing/2014/main" id="{EE35B6E9-8E97-4309-AE0B-418C99192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365"/>
              <a:ext cx="32" cy="94"/>
            </a:xfrm>
            <a:custGeom>
              <a:avLst/>
              <a:gdLst>
                <a:gd name="T0" fmla="*/ 2897 w 13"/>
                <a:gd name="T1" fmla="*/ 0 h 35"/>
                <a:gd name="T2" fmla="*/ 0 w 13"/>
                <a:gd name="T3" fmla="*/ 1311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13" y="0"/>
                  </a:moveTo>
                  <a:cubicBezTo>
                    <a:pt x="9" y="5"/>
                    <a:pt x="0" y="28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2" name="Freeform 542">
              <a:extLst>
                <a:ext uri="{FF2B5EF4-FFF2-40B4-BE49-F238E27FC236}">
                  <a16:creationId xmlns:a16="http://schemas.microsoft.com/office/drawing/2014/main" id="{64BB14D8-DDFC-4A7B-812B-25AD8E15F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960"/>
              <a:ext cx="492" cy="429"/>
            </a:xfrm>
            <a:custGeom>
              <a:avLst/>
              <a:gdLst>
                <a:gd name="T0" fmla="*/ 47809 w 197"/>
                <a:gd name="T1" fmla="*/ 53329 h 161"/>
                <a:gd name="T2" fmla="*/ 34505 w 197"/>
                <a:gd name="T3" fmla="*/ 52271 h 161"/>
                <a:gd name="T4" fmla="*/ 25249 w 197"/>
                <a:gd name="T5" fmla="*/ 47542 h 161"/>
                <a:gd name="T6" fmla="*/ 17198 w 197"/>
                <a:gd name="T7" fmla="*/ 42607 h 161"/>
                <a:gd name="T8" fmla="*/ 8756 w 197"/>
                <a:gd name="T9" fmla="*/ 34642 h 161"/>
                <a:gd name="T10" fmla="*/ 2415 w 197"/>
                <a:gd name="T11" fmla="*/ 23233 h 161"/>
                <a:gd name="T12" fmla="*/ 187 w 197"/>
                <a:gd name="T13" fmla="*/ 13299 h 161"/>
                <a:gd name="T14" fmla="*/ 1633 w 197"/>
                <a:gd name="T15" fmla="*/ 0 h 161"/>
                <a:gd name="T16" fmla="*/ 2415 w 197"/>
                <a:gd name="T17" fmla="*/ 1455 h 161"/>
                <a:gd name="T18" fmla="*/ 8756 w 197"/>
                <a:gd name="T19" fmla="*/ 13299 h 161"/>
                <a:gd name="T20" fmla="*/ 17198 w 197"/>
                <a:gd name="T21" fmla="*/ 21074 h 161"/>
                <a:gd name="T22" fmla="*/ 25249 w 197"/>
                <a:gd name="T23" fmla="*/ 26220 h 161"/>
                <a:gd name="T24" fmla="*/ 34505 w 197"/>
                <a:gd name="T25" fmla="*/ 30344 h 161"/>
                <a:gd name="T26" fmla="*/ 47809 w 197"/>
                <a:gd name="T27" fmla="*/ 3146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1">
                  <a:moveTo>
                    <a:pt x="197" y="149"/>
                  </a:moveTo>
                  <a:cubicBezTo>
                    <a:pt x="188" y="161"/>
                    <a:pt x="146" y="153"/>
                    <a:pt x="142" y="146"/>
                  </a:cubicBezTo>
                  <a:cubicBezTo>
                    <a:pt x="137" y="154"/>
                    <a:pt x="109" y="143"/>
                    <a:pt x="104" y="133"/>
                  </a:cubicBezTo>
                  <a:cubicBezTo>
                    <a:pt x="94" y="141"/>
                    <a:pt x="76" y="129"/>
                    <a:pt x="71" y="119"/>
                  </a:cubicBezTo>
                  <a:cubicBezTo>
                    <a:pt x="58" y="125"/>
                    <a:pt x="38" y="109"/>
                    <a:pt x="36" y="97"/>
                  </a:cubicBezTo>
                  <a:cubicBezTo>
                    <a:pt x="24" y="99"/>
                    <a:pt x="10" y="78"/>
                    <a:pt x="10" y="65"/>
                  </a:cubicBezTo>
                  <a:cubicBezTo>
                    <a:pt x="5" y="61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17"/>
                    <a:pt x="24" y="38"/>
                    <a:pt x="36" y="37"/>
                  </a:cubicBezTo>
                  <a:cubicBezTo>
                    <a:pt x="38" y="48"/>
                    <a:pt x="58" y="65"/>
                    <a:pt x="71" y="59"/>
                  </a:cubicBezTo>
                  <a:cubicBezTo>
                    <a:pt x="76" y="68"/>
                    <a:pt x="94" y="81"/>
                    <a:pt x="104" y="73"/>
                  </a:cubicBezTo>
                  <a:cubicBezTo>
                    <a:pt x="109" y="82"/>
                    <a:pt x="137" y="93"/>
                    <a:pt x="142" y="85"/>
                  </a:cubicBezTo>
                  <a:cubicBezTo>
                    <a:pt x="146" y="93"/>
                    <a:pt x="188" y="101"/>
                    <a:pt x="197" y="8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3" name="Freeform 543">
              <a:extLst>
                <a:ext uri="{FF2B5EF4-FFF2-40B4-BE49-F238E27FC236}">
                  <a16:creationId xmlns:a16="http://schemas.microsoft.com/office/drawing/2014/main" id="{3E007217-6201-4414-B5C7-E5B4AB804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3123"/>
              <a:ext cx="492" cy="429"/>
            </a:xfrm>
            <a:custGeom>
              <a:avLst/>
              <a:gdLst>
                <a:gd name="T0" fmla="*/ 47809 w 197"/>
                <a:gd name="T1" fmla="*/ 53329 h 161"/>
                <a:gd name="T2" fmla="*/ 34505 w 197"/>
                <a:gd name="T3" fmla="*/ 52271 h 161"/>
                <a:gd name="T4" fmla="*/ 25249 w 197"/>
                <a:gd name="T5" fmla="*/ 47542 h 161"/>
                <a:gd name="T6" fmla="*/ 17198 w 197"/>
                <a:gd name="T7" fmla="*/ 42607 h 161"/>
                <a:gd name="T8" fmla="*/ 8756 w 197"/>
                <a:gd name="T9" fmla="*/ 34642 h 161"/>
                <a:gd name="T10" fmla="*/ 2415 w 197"/>
                <a:gd name="T11" fmla="*/ 22982 h 161"/>
                <a:gd name="T12" fmla="*/ 187 w 197"/>
                <a:gd name="T13" fmla="*/ 13299 h 161"/>
                <a:gd name="T14" fmla="*/ 1633 w 197"/>
                <a:gd name="T15" fmla="*/ 0 h 161"/>
                <a:gd name="T16" fmla="*/ 2415 w 197"/>
                <a:gd name="T17" fmla="*/ 1455 h 161"/>
                <a:gd name="T18" fmla="*/ 8756 w 197"/>
                <a:gd name="T19" fmla="*/ 12902 h 161"/>
                <a:gd name="T20" fmla="*/ 17198 w 197"/>
                <a:gd name="T21" fmla="*/ 20810 h 161"/>
                <a:gd name="T22" fmla="*/ 25249 w 197"/>
                <a:gd name="T23" fmla="*/ 25809 h 161"/>
                <a:gd name="T24" fmla="*/ 34505 w 197"/>
                <a:gd name="T25" fmla="*/ 30344 h 161"/>
                <a:gd name="T26" fmla="*/ 47809 w 197"/>
                <a:gd name="T27" fmla="*/ 31461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1">
                  <a:moveTo>
                    <a:pt x="197" y="149"/>
                  </a:moveTo>
                  <a:cubicBezTo>
                    <a:pt x="188" y="161"/>
                    <a:pt x="146" y="153"/>
                    <a:pt x="142" y="146"/>
                  </a:cubicBezTo>
                  <a:cubicBezTo>
                    <a:pt x="137" y="154"/>
                    <a:pt x="109" y="142"/>
                    <a:pt x="104" y="133"/>
                  </a:cubicBezTo>
                  <a:cubicBezTo>
                    <a:pt x="94" y="141"/>
                    <a:pt x="76" y="128"/>
                    <a:pt x="71" y="119"/>
                  </a:cubicBezTo>
                  <a:cubicBezTo>
                    <a:pt x="58" y="125"/>
                    <a:pt x="38" y="108"/>
                    <a:pt x="36" y="97"/>
                  </a:cubicBezTo>
                  <a:cubicBezTo>
                    <a:pt x="24" y="98"/>
                    <a:pt x="10" y="78"/>
                    <a:pt x="10" y="64"/>
                  </a:cubicBezTo>
                  <a:cubicBezTo>
                    <a:pt x="5" y="61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1"/>
                    <a:pt x="9" y="3"/>
                    <a:pt x="10" y="4"/>
                  </a:cubicBezTo>
                  <a:cubicBezTo>
                    <a:pt x="10" y="17"/>
                    <a:pt x="24" y="38"/>
                    <a:pt x="36" y="36"/>
                  </a:cubicBezTo>
                  <a:cubicBezTo>
                    <a:pt x="38" y="48"/>
                    <a:pt x="58" y="64"/>
                    <a:pt x="71" y="58"/>
                  </a:cubicBezTo>
                  <a:cubicBezTo>
                    <a:pt x="76" y="68"/>
                    <a:pt x="94" y="80"/>
                    <a:pt x="104" y="72"/>
                  </a:cubicBezTo>
                  <a:cubicBezTo>
                    <a:pt x="109" y="82"/>
                    <a:pt x="137" y="93"/>
                    <a:pt x="142" y="85"/>
                  </a:cubicBezTo>
                  <a:cubicBezTo>
                    <a:pt x="146" y="92"/>
                    <a:pt x="188" y="100"/>
                    <a:pt x="197" y="8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4" name="Freeform 544">
              <a:extLst>
                <a:ext uri="{FF2B5EF4-FFF2-40B4-BE49-F238E27FC236}">
                  <a16:creationId xmlns:a16="http://schemas.microsoft.com/office/drawing/2014/main" id="{2818F9BA-5B4E-467E-BD62-DE024C308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3283"/>
              <a:ext cx="492" cy="432"/>
            </a:xfrm>
            <a:custGeom>
              <a:avLst/>
              <a:gdLst>
                <a:gd name="T0" fmla="*/ 47809 w 197"/>
                <a:gd name="T1" fmla="*/ 53952 h 162"/>
                <a:gd name="T2" fmla="*/ 34505 w 197"/>
                <a:gd name="T3" fmla="*/ 52429 h 162"/>
                <a:gd name="T4" fmla="*/ 25249 w 197"/>
                <a:gd name="T5" fmla="*/ 48149 h 162"/>
                <a:gd name="T6" fmla="*/ 17198 w 197"/>
                <a:gd name="T7" fmla="*/ 43144 h 162"/>
                <a:gd name="T8" fmla="*/ 8756 w 197"/>
                <a:gd name="T9" fmla="*/ 35192 h 162"/>
                <a:gd name="T10" fmla="*/ 2415 w 197"/>
                <a:gd name="T11" fmla="*/ 23304 h 162"/>
                <a:gd name="T12" fmla="*/ 187 w 197"/>
                <a:gd name="T13" fmla="*/ 13347 h 162"/>
                <a:gd name="T14" fmla="*/ 1633 w 197"/>
                <a:gd name="T15" fmla="*/ 0 h 162"/>
                <a:gd name="T16" fmla="*/ 2415 w 197"/>
                <a:gd name="T17" fmla="*/ 1459 h 162"/>
                <a:gd name="T18" fmla="*/ 8756 w 197"/>
                <a:gd name="T19" fmla="*/ 13347 h 162"/>
                <a:gd name="T20" fmla="*/ 17198 w 197"/>
                <a:gd name="T21" fmla="*/ 21184 h 162"/>
                <a:gd name="T22" fmla="*/ 25249 w 197"/>
                <a:gd name="T23" fmla="*/ 26304 h 162"/>
                <a:gd name="T24" fmla="*/ 34505 w 197"/>
                <a:gd name="T25" fmla="*/ 30891 h 162"/>
                <a:gd name="T26" fmla="*/ 47809 w 197"/>
                <a:gd name="T27" fmla="*/ 31949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62">
                  <a:moveTo>
                    <a:pt x="197" y="150"/>
                  </a:moveTo>
                  <a:cubicBezTo>
                    <a:pt x="188" y="162"/>
                    <a:pt x="146" y="154"/>
                    <a:pt x="142" y="146"/>
                  </a:cubicBezTo>
                  <a:cubicBezTo>
                    <a:pt x="137" y="154"/>
                    <a:pt x="109" y="143"/>
                    <a:pt x="104" y="134"/>
                  </a:cubicBezTo>
                  <a:cubicBezTo>
                    <a:pt x="94" y="142"/>
                    <a:pt x="76" y="129"/>
                    <a:pt x="71" y="120"/>
                  </a:cubicBezTo>
                  <a:cubicBezTo>
                    <a:pt x="58" y="126"/>
                    <a:pt x="38" y="109"/>
                    <a:pt x="36" y="98"/>
                  </a:cubicBezTo>
                  <a:cubicBezTo>
                    <a:pt x="24" y="99"/>
                    <a:pt x="10" y="78"/>
                    <a:pt x="10" y="65"/>
                  </a:cubicBezTo>
                  <a:cubicBezTo>
                    <a:pt x="5" y="62"/>
                    <a:pt x="1" y="48"/>
                    <a:pt x="1" y="37"/>
                  </a:cubicBezTo>
                  <a:cubicBezTo>
                    <a:pt x="0" y="26"/>
                    <a:pt x="2" y="4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18"/>
                    <a:pt x="24" y="38"/>
                    <a:pt x="36" y="37"/>
                  </a:cubicBezTo>
                  <a:cubicBezTo>
                    <a:pt x="38" y="48"/>
                    <a:pt x="58" y="65"/>
                    <a:pt x="71" y="59"/>
                  </a:cubicBezTo>
                  <a:cubicBezTo>
                    <a:pt x="76" y="68"/>
                    <a:pt x="94" y="81"/>
                    <a:pt x="104" y="73"/>
                  </a:cubicBezTo>
                  <a:cubicBezTo>
                    <a:pt x="109" y="82"/>
                    <a:pt x="137" y="94"/>
                    <a:pt x="142" y="86"/>
                  </a:cubicBezTo>
                  <a:cubicBezTo>
                    <a:pt x="146" y="93"/>
                    <a:pt x="188" y="101"/>
                    <a:pt x="197" y="8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5" name="Freeform 545">
              <a:extLst>
                <a:ext uri="{FF2B5EF4-FFF2-40B4-BE49-F238E27FC236}">
                  <a16:creationId xmlns:a16="http://schemas.microsoft.com/office/drawing/2014/main" id="{40B415AC-8865-4130-A64D-B43F27FD8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901"/>
              <a:ext cx="17" cy="1768"/>
            </a:xfrm>
            <a:custGeom>
              <a:avLst/>
              <a:gdLst>
                <a:gd name="T0" fmla="*/ 1003 w 7"/>
                <a:gd name="T1" fmla="*/ 0 h 663"/>
                <a:gd name="T2" fmla="*/ 831 w 7"/>
                <a:gd name="T3" fmla="*/ 21995 h 663"/>
                <a:gd name="T4" fmla="*/ 831 w 7"/>
                <a:gd name="T5" fmla="*/ 44907 h 663"/>
                <a:gd name="T6" fmla="*/ 831 w 7"/>
                <a:gd name="T7" fmla="*/ 67299 h 663"/>
                <a:gd name="T8" fmla="*/ 831 w 7"/>
                <a:gd name="T9" fmla="*/ 91021 h 663"/>
                <a:gd name="T10" fmla="*/ 831 w 7"/>
                <a:gd name="T11" fmla="*/ 111501 h 663"/>
                <a:gd name="T12" fmla="*/ 831 w 7"/>
                <a:gd name="T13" fmla="*/ 133747 h 663"/>
                <a:gd name="T14" fmla="*/ 831 w 7"/>
                <a:gd name="T15" fmla="*/ 154283 h 663"/>
                <a:gd name="T16" fmla="*/ 831 w 7"/>
                <a:gd name="T17" fmla="*/ 174101 h 663"/>
                <a:gd name="T18" fmla="*/ 831 w 7"/>
                <a:gd name="T19" fmla="*/ 195947 h 663"/>
                <a:gd name="T20" fmla="*/ 831 w 7"/>
                <a:gd name="T21" fmla="*/ 218304 h 663"/>
                <a:gd name="T22" fmla="*/ 831 w 7"/>
                <a:gd name="T23" fmla="*/ 238421 h 6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663">
                  <a:moveTo>
                    <a:pt x="5" y="0"/>
                  </a:moveTo>
                  <a:cubicBezTo>
                    <a:pt x="6" y="15"/>
                    <a:pt x="7" y="44"/>
                    <a:pt x="4" y="61"/>
                  </a:cubicBezTo>
                  <a:cubicBezTo>
                    <a:pt x="0" y="79"/>
                    <a:pt x="6" y="100"/>
                    <a:pt x="4" y="125"/>
                  </a:cubicBezTo>
                  <a:cubicBezTo>
                    <a:pt x="2" y="149"/>
                    <a:pt x="6" y="167"/>
                    <a:pt x="4" y="187"/>
                  </a:cubicBezTo>
                  <a:cubicBezTo>
                    <a:pt x="3" y="208"/>
                    <a:pt x="5" y="230"/>
                    <a:pt x="4" y="253"/>
                  </a:cubicBezTo>
                  <a:cubicBezTo>
                    <a:pt x="2" y="277"/>
                    <a:pt x="6" y="291"/>
                    <a:pt x="4" y="310"/>
                  </a:cubicBezTo>
                  <a:cubicBezTo>
                    <a:pt x="2" y="329"/>
                    <a:pt x="6" y="353"/>
                    <a:pt x="4" y="372"/>
                  </a:cubicBezTo>
                  <a:cubicBezTo>
                    <a:pt x="2" y="391"/>
                    <a:pt x="6" y="403"/>
                    <a:pt x="4" y="429"/>
                  </a:cubicBezTo>
                  <a:cubicBezTo>
                    <a:pt x="3" y="454"/>
                    <a:pt x="6" y="463"/>
                    <a:pt x="4" y="484"/>
                  </a:cubicBezTo>
                  <a:cubicBezTo>
                    <a:pt x="3" y="505"/>
                    <a:pt x="5" y="531"/>
                    <a:pt x="4" y="545"/>
                  </a:cubicBezTo>
                  <a:cubicBezTo>
                    <a:pt x="4" y="560"/>
                    <a:pt x="4" y="593"/>
                    <a:pt x="4" y="607"/>
                  </a:cubicBezTo>
                  <a:cubicBezTo>
                    <a:pt x="4" y="621"/>
                    <a:pt x="4" y="654"/>
                    <a:pt x="4" y="66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6" name="Freeform 546">
              <a:extLst>
                <a:ext uri="{FF2B5EF4-FFF2-40B4-BE49-F238E27FC236}">
                  <a16:creationId xmlns:a16="http://schemas.microsoft.com/office/drawing/2014/main" id="{DD5548A5-AD29-4722-BF79-D06B08827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797"/>
              <a:ext cx="12" cy="104"/>
            </a:xfrm>
            <a:custGeom>
              <a:avLst/>
              <a:gdLst>
                <a:gd name="T0" fmla="*/ 967 w 5"/>
                <a:gd name="T1" fmla="*/ 0 h 39"/>
                <a:gd name="T2" fmla="*/ 967 w 5"/>
                <a:gd name="T3" fmla="*/ 14016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9">
                  <a:moveTo>
                    <a:pt x="5" y="0"/>
                  </a:moveTo>
                  <a:cubicBezTo>
                    <a:pt x="5" y="14"/>
                    <a:pt x="0" y="34"/>
                    <a:pt x="5" y="3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7" name="Freeform 547">
              <a:extLst>
                <a:ext uri="{FF2B5EF4-FFF2-40B4-BE49-F238E27FC236}">
                  <a16:creationId xmlns:a16="http://schemas.microsoft.com/office/drawing/2014/main" id="{F613FBA7-05F9-45E4-B933-A62BBE04B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469"/>
              <a:ext cx="5" cy="99"/>
            </a:xfrm>
            <a:custGeom>
              <a:avLst/>
              <a:gdLst>
                <a:gd name="T0" fmla="*/ 520 w 2"/>
                <a:gd name="T1" fmla="*/ 0 h 37"/>
                <a:gd name="T2" fmla="*/ 313 w 2"/>
                <a:gd name="T3" fmla="*/ 1358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7">
                  <a:moveTo>
                    <a:pt x="2" y="0"/>
                  </a:moveTo>
                  <a:cubicBezTo>
                    <a:pt x="0" y="7"/>
                    <a:pt x="0" y="32"/>
                    <a:pt x="1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8" name="Freeform 548">
              <a:extLst>
                <a:ext uri="{FF2B5EF4-FFF2-40B4-BE49-F238E27FC236}">
                  <a16:creationId xmlns:a16="http://schemas.microsoft.com/office/drawing/2014/main" id="{DFC6DAEC-3599-4310-BF28-9676D1878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480"/>
              <a:ext cx="15" cy="176"/>
            </a:xfrm>
            <a:custGeom>
              <a:avLst/>
              <a:gdLst>
                <a:gd name="T0" fmla="*/ 1300 w 6"/>
                <a:gd name="T1" fmla="*/ 0 h 66"/>
                <a:gd name="T2" fmla="*/ 1300 w 6"/>
                <a:gd name="T3" fmla="*/ 12288 h 66"/>
                <a:gd name="T4" fmla="*/ 0 w 6"/>
                <a:gd name="T5" fmla="*/ 23723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6">
                  <a:moveTo>
                    <a:pt x="5" y="0"/>
                  </a:moveTo>
                  <a:cubicBezTo>
                    <a:pt x="5" y="8"/>
                    <a:pt x="6" y="28"/>
                    <a:pt x="5" y="34"/>
                  </a:cubicBezTo>
                  <a:cubicBezTo>
                    <a:pt x="6" y="41"/>
                    <a:pt x="3" y="59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9" name="Freeform 549">
              <a:extLst>
                <a:ext uri="{FF2B5EF4-FFF2-40B4-BE49-F238E27FC236}">
                  <a16:creationId xmlns:a16="http://schemas.microsoft.com/office/drawing/2014/main" id="{12750C59-B816-4CD2-A2BD-08FCC5F5E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480"/>
              <a:ext cx="2" cy="96"/>
            </a:xfrm>
            <a:custGeom>
              <a:avLst/>
              <a:gdLst>
                <a:gd name="T0" fmla="*/ 0 w 1"/>
                <a:gd name="T1" fmla="*/ 0 h 36"/>
                <a:gd name="T2" fmla="*/ 0 w 1"/>
                <a:gd name="T3" fmla="*/ 1294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0"/>
                  </a:moveTo>
                  <a:cubicBezTo>
                    <a:pt x="1" y="10"/>
                    <a:pt x="1" y="32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0" name="Freeform 550">
              <a:extLst>
                <a:ext uri="{FF2B5EF4-FFF2-40B4-BE49-F238E27FC236}">
                  <a16:creationId xmlns:a16="http://schemas.microsoft.com/office/drawing/2014/main" id="{75817863-4FDE-46F4-9160-191903CA1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491"/>
              <a:ext cx="10" cy="106"/>
            </a:xfrm>
            <a:custGeom>
              <a:avLst/>
              <a:gdLst>
                <a:gd name="T0" fmla="*/ 520 w 4"/>
                <a:gd name="T1" fmla="*/ 0 h 40"/>
                <a:gd name="T2" fmla="*/ 0 w 4"/>
                <a:gd name="T3" fmla="*/ 1386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0">
                  <a:moveTo>
                    <a:pt x="2" y="0"/>
                  </a:moveTo>
                  <a:cubicBezTo>
                    <a:pt x="4" y="12"/>
                    <a:pt x="1" y="36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1" name="Freeform 551">
              <a:extLst>
                <a:ext uri="{FF2B5EF4-FFF2-40B4-BE49-F238E27FC236}">
                  <a16:creationId xmlns:a16="http://schemas.microsoft.com/office/drawing/2014/main" id="{1428BEF3-19CB-4D2B-BB2D-F730B27FF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504"/>
              <a:ext cx="8" cy="96"/>
            </a:xfrm>
            <a:custGeom>
              <a:avLst/>
              <a:gdLst>
                <a:gd name="T0" fmla="*/ 1059 w 3"/>
                <a:gd name="T1" fmla="*/ 0 h 36"/>
                <a:gd name="T2" fmla="*/ 0 w 3"/>
                <a:gd name="T3" fmla="*/ 1294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6">
                  <a:moveTo>
                    <a:pt x="3" y="0"/>
                  </a:moveTo>
                  <a:cubicBezTo>
                    <a:pt x="1" y="9"/>
                    <a:pt x="2" y="31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2" name="Freeform 552">
              <a:extLst>
                <a:ext uri="{FF2B5EF4-FFF2-40B4-BE49-F238E27FC236}">
                  <a16:creationId xmlns:a16="http://schemas.microsoft.com/office/drawing/2014/main" id="{527EC5CE-59E0-4520-8D38-37DDC5E1F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467"/>
              <a:ext cx="8" cy="200"/>
            </a:xfrm>
            <a:custGeom>
              <a:avLst/>
              <a:gdLst>
                <a:gd name="T0" fmla="*/ 661 w 3"/>
                <a:gd name="T1" fmla="*/ 0 h 75"/>
                <a:gd name="T2" fmla="*/ 1059 w 3"/>
                <a:gd name="T3" fmla="*/ 13347 h 75"/>
                <a:gd name="T4" fmla="*/ 1059 w 3"/>
                <a:gd name="T5" fmla="*/ 26944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5">
                  <a:moveTo>
                    <a:pt x="2" y="0"/>
                  </a:moveTo>
                  <a:cubicBezTo>
                    <a:pt x="1" y="6"/>
                    <a:pt x="2" y="32"/>
                    <a:pt x="3" y="37"/>
                  </a:cubicBezTo>
                  <a:cubicBezTo>
                    <a:pt x="0" y="40"/>
                    <a:pt x="0" y="70"/>
                    <a:pt x="3" y="7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3" name="Freeform 553">
              <a:extLst>
                <a:ext uri="{FF2B5EF4-FFF2-40B4-BE49-F238E27FC236}">
                  <a16:creationId xmlns:a16="http://schemas.microsoft.com/office/drawing/2014/main" id="{21ABEB1C-AA55-4E06-B352-5DC90D130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571"/>
              <a:ext cx="10" cy="88"/>
            </a:xfrm>
            <a:custGeom>
              <a:avLst/>
              <a:gdLst>
                <a:gd name="T0" fmla="*/ 520 w 4"/>
                <a:gd name="T1" fmla="*/ 0 h 33"/>
                <a:gd name="T2" fmla="*/ 0 w 4"/>
                <a:gd name="T3" fmla="*/ 1189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3">
                  <a:moveTo>
                    <a:pt x="2" y="0"/>
                  </a:moveTo>
                  <a:cubicBezTo>
                    <a:pt x="0" y="6"/>
                    <a:pt x="4" y="24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4" name="Freeform 554">
              <a:extLst>
                <a:ext uri="{FF2B5EF4-FFF2-40B4-BE49-F238E27FC236}">
                  <a16:creationId xmlns:a16="http://schemas.microsoft.com/office/drawing/2014/main" id="{DD6C3F56-55AA-4132-9CC5-2695BAEE5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581"/>
              <a:ext cx="12" cy="70"/>
            </a:xfrm>
            <a:custGeom>
              <a:avLst/>
              <a:gdLst>
                <a:gd name="T0" fmla="*/ 802 w 5"/>
                <a:gd name="T1" fmla="*/ 0 h 26"/>
                <a:gd name="T2" fmla="*/ 0 w 5"/>
                <a:gd name="T3" fmla="*/ 987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4" y="0"/>
                  </a:moveTo>
                  <a:cubicBezTo>
                    <a:pt x="5" y="6"/>
                    <a:pt x="2" y="23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5" name="Freeform 555">
              <a:extLst>
                <a:ext uri="{FF2B5EF4-FFF2-40B4-BE49-F238E27FC236}">
                  <a16:creationId xmlns:a16="http://schemas.microsoft.com/office/drawing/2014/main" id="{969F9F2E-7CBF-43E0-9200-C9C5800EF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592"/>
              <a:ext cx="5" cy="43"/>
            </a:xfrm>
            <a:custGeom>
              <a:avLst/>
              <a:gdLst>
                <a:gd name="T0" fmla="*/ 313 w 2"/>
                <a:gd name="T1" fmla="*/ 0 h 16"/>
                <a:gd name="T2" fmla="*/ 0 w 2"/>
                <a:gd name="T3" fmla="*/ 606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1" y="0"/>
                  </a:moveTo>
                  <a:cubicBezTo>
                    <a:pt x="2" y="5"/>
                    <a:pt x="1" y="14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6" name="Freeform 556">
              <a:extLst>
                <a:ext uri="{FF2B5EF4-FFF2-40B4-BE49-F238E27FC236}">
                  <a16:creationId xmlns:a16="http://schemas.microsoft.com/office/drawing/2014/main" id="{C2760901-1240-4CFD-9BED-1707B764D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469"/>
              <a:ext cx="5" cy="99"/>
            </a:xfrm>
            <a:custGeom>
              <a:avLst/>
              <a:gdLst>
                <a:gd name="T0" fmla="*/ 0 w 2"/>
                <a:gd name="T1" fmla="*/ 0 h 37"/>
                <a:gd name="T2" fmla="*/ 0 w 2"/>
                <a:gd name="T3" fmla="*/ 1358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7">
                  <a:moveTo>
                    <a:pt x="0" y="0"/>
                  </a:moveTo>
                  <a:cubicBezTo>
                    <a:pt x="2" y="7"/>
                    <a:pt x="2" y="32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7" name="Freeform 557">
              <a:extLst>
                <a:ext uri="{FF2B5EF4-FFF2-40B4-BE49-F238E27FC236}">
                  <a16:creationId xmlns:a16="http://schemas.microsoft.com/office/drawing/2014/main" id="{EC00E3BE-00E5-4137-BCCA-4592F91F5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480"/>
              <a:ext cx="15" cy="176"/>
            </a:xfrm>
            <a:custGeom>
              <a:avLst/>
              <a:gdLst>
                <a:gd name="T0" fmla="*/ 313 w 6"/>
                <a:gd name="T1" fmla="*/ 0 h 66"/>
                <a:gd name="T2" fmla="*/ 313 w 6"/>
                <a:gd name="T3" fmla="*/ 12288 h 66"/>
                <a:gd name="T4" fmla="*/ 1488 w 6"/>
                <a:gd name="T5" fmla="*/ 23723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6">
                  <a:moveTo>
                    <a:pt x="1" y="0"/>
                  </a:moveTo>
                  <a:cubicBezTo>
                    <a:pt x="1" y="8"/>
                    <a:pt x="0" y="28"/>
                    <a:pt x="1" y="34"/>
                  </a:cubicBezTo>
                  <a:cubicBezTo>
                    <a:pt x="0" y="41"/>
                    <a:pt x="3" y="59"/>
                    <a:pt x="6" y="6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8" name="Freeform 558">
              <a:extLst>
                <a:ext uri="{FF2B5EF4-FFF2-40B4-BE49-F238E27FC236}">
                  <a16:creationId xmlns:a16="http://schemas.microsoft.com/office/drawing/2014/main" id="{740F944F-C5AB-4B79-848E-7CCBF9AB1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480"/>
              <a:ext cx="3" cy="96"/>
            </a:xfrm>
            <a:custGeom>
              <a:avLst/>
              <a:gdLst>
                <a:gd name="T0" fmla="*/ 729 w 1"/>
                <a:gd name="T1" fmla="*/ 0 h 36"/>
                <a:gd name="T2" fmla="*/ 729 w 1"/>
                <a:gd name="T3" fmla="*/ 1294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1" y="0"/>
                  </a:moveTo>
                  <a:cubicBezTo>
                    <a:pt x="0" y="10"/>
                    <a:pt x="0" y="32"/>
                    <a:pt x="1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9" name="Freeform 559">
              <a:extLst>
                <a:ext uri="{FF2B5EF4-FFF2-40B4-BE49-F238E27FC236}">
                  <a16:creationId xmlns:a16="http://schemas.microsoft.com/office/drawing/2014/main" id="{5E19C10C-87F6-4A85-B6B8-59B280D93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491"/>
              <a:ext cx="10" cy="106"/>
            </a:xfrm>
            <a:custGeom>
              <a:avLst/>
              <a:gdLst>
                <a:gd name="T0" fmla="*/ 313 w 4"/>
                <a:gd name="T1" fmla="*/ 0 h 40"/>
                <a:gd name="T2" fmla="*/ 988 w 4"/>
                <a:gd name="T3" fmla="*/ 1386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0">
                  <a:moveTo>
                    <a:pt x="1" y="0"/>
                  </a:moveTo>
                  <a:cubicBezTo>
                    <a:pt x="0" y="12"/>
                    <a:pt x="3" y="36"/>
                    <a:pt x="4" y="4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0" name="Freeform 560">
              <a:extLst>
                <a:ext uri="{FF2B5EF4-FFF2-40B4-BE49-F238E27FC236}">
                  <a16:creationId xmlns:a16="http://schemas.microsoft.com/office/drawing/2014/main" id="{99284283-E1CD-4380-A45C-83EE3339B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504"/>
              <a:ext cx="7" cy="96"/>
            </a:xfrm>
            <a:custGeom>
              <a:avLst/>
              <a:gdLst>
                <a:gd name="T0" fmla="*/ 0 w 3"/>
                <a:gd name="T1" fmla="*/ 0 h 36"/>
                <a:gd name="T2" fmla="*/ 469 w 3"/>
                <a:gd name="T3" fmla="*/ 1294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6">
                  <a:moveTo>
                    <a:pt x="0" y="0"/>
                  </a:moveTo>
                  <a:cubicBezTo>
                    <a:pt x="2" y="9"/>
                    <a:pt x="1" y="31"/>
                    <a:pt x="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1" name="Freeform 561">
              <a:extLst>
                <a:ext uri="{FF2B5EF4-FFF2-40B4-BE49-F238E27FC236}">
                  <a16:creationId xmlns:a16="http://schemas.microsoft.com/office/drawing/2014/main" id="{C145E555-8928-420A-90E6-2574579DE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467"/>
              <a:ext cx="7" cy="200"/>
            </a:xfrm>
            <a:custGeom>
              <a:avLst/>
              <a:gdLst>
                <a:gd name="T0" fmla="*/ 152 w 3"/>
                <a:gd name="T1" fmla="*/ 0 h 75"/>
                <a:gd name="T2" fmla="*/ 0 w 3"/>
                <a:gd name="T3" fmla="*/ 13347 h 75"/>
                <a:gd name="T4" fmla="*/ 0 w 3"/>
                <a:gd name="T5" fmla="*/ 26944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5">
                  <a:moveTo>
                    <a:pt x="1" y="0"/>
                  </a:moveTo>
                  <a:cubicBezTo>
                    <a:pt x="2" y="6"/>
                    <a:pt x="1" y="32"/>
                    <a:pt x="0" y="37"/>
                  </a:cubicBezTo>
                  <a:cubicBezTo>
                    <a:pt x="3" y="40"/>
                    <a:pt x="3" y="70"/>
                    <a:pt x="0" y="7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2" name="Freeform 562">
              <a:extLst>
                <a:ext uri="{FF2B5EF4-FFF2-40B4-BE49-F238E27FC236}">
                  <a16:creationId xmlns:a16="http://schemas.microsoft.com/office/drawing/2014/main" id="{A71A9827-069C-4017-AA72-DF44B0AEA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571"/>
              <a:ext cx="10" cy="88"/>
            </a:xfrm>
            <a:custGeom>
              <a:avLst/>
              <a:gdLst>
                <a:gd name="T0" fmla="*/ 520 w 4"/>
                <a:gd name="T1" fmla="*/ 0 h 33"/>
                <a:gd name="T2" fmla="*/ 988 w 4"/>
                <a:gd name="T3" fmla="*/ 1189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3">
                  <a:moveTo>
                    <a:pt x="2" y="0"/>
                  </a:moveTo>
                  <a:cubicBezTo>
                    <a:pt x="4" y="6"/>
                    <a:pt x="0" y="24"/>
                    <a:pt x="4" y="3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3" name="Freeform 563">
              <a:extLst>
                <a:ext uri="{FF2B5EF4-FFF2-40B4-BE49-F238E27FC236}">
                  <a16:creationId xmlns:a16="http://schemas.microsoft.com/office/drawing/2014/main" id="{A349BF51-DE08-469E-865B-F49715FB5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581"/>
              <a:ext cx="13" cy="70"/>
            </a:xfrm>
            <a:custGeom>
              <a:avLst/>
              <a:gdLst>
                <a:gd name="T0" fmla="*/ 372 w 5"/>
                <a:gd name="T1" fmla="*/ 0 h 26"/>
                <a:gd name="T2" fmla="*/ 1547 w 5"/>
                <a:gd name="T3" fmla="*/ 987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1" y="0"/>
                  </a:moveTo>
                  <a:cubicBezTo>
                    <a:pt x="0" y="6"/>
                    <a:pt x="3" y="23"/>
                    <a:pt x="5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4" name="Freeform 564">
              <a:extLst>
                <a:ext uri="{FF2B5EF4-FFF2-40B4-BE49-F238E27FC236}">
                  <a16:creationId xmlns:a16="http://schemas.microsoft.com/office/drawing/2014/main" id="{1326DD91-6E43-4981-85CE-6A2F6AB7C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592"/>
              <a:ext cx="5" cy="43"/>
            </a:xfrm>
            <a:custGeom>
              <a:avLst/>
              <a:gdLst>
                <a:gd name="T0" fmla="*/ 313 w 2"/>
                <a:gd name="T1" fmla="*/ 0 h 16"/>
                <a:gd name="T2" fmla="*/ 520 w 2"/>
                <a:gd name="T3" fmla="*/ 606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1" y="0"/>
                  </a:moveTo>
                  <a:cubicBezTo>
                    <a:pt x="0" y="5"/>
                    <a:pt x="1" y="14"/>
                    <a:pt x="2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5" name="Freeform 565">
              <a:extLst>
                <a:ext uri="{FF2B5EF4-FFF2-40B4-BE49-F238E27FC236}">
                  <a16:creationId xmlns:a16="http://schemas.microsoft.com/office/drawing/2014/main" id="{0A3B44ED-D413-4192-899B-A1D27DBDEC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3" y="805"/>
              <a:ext cx="600" cy="854"/>
            </a:xfrm>
            <a:custGeom>
              <a:avLst/>
              <a:gdLst>
                <a:gd name="T0" fmla="*/ 55470 w 240"/>
                <a:gd name="T1" fmla="*/ 65787 h 320"/>
                <a:gd name="T2" fmla="*/ 58595 w 240"/>
                <a:gd name="T3" fmla="*/ 52804 h 320"/>
                <a:gd name="T4" fmla="*/ 55000 w 240"/>
                <a:gd name="T5" fmla="*/ 33589 h 320"/>
                <a:gd name="T6" fmla="*/ 58595 w 240"/>
                <a:gd name="T7" fmla="*/ 21665 h 320"/>
                <a:gd name="T8" fmla="*/ 51095 w 240"/>
                <a:gd name="T9" fmla="*/ 9730 h 320"/>
                <a:gd name="T10" fmla="*/ 38408 w 240"/>
                <a:gd name="T11" fmla="*/ 3248 h 320"/>
                <a:gd name="T12" fmla="*/ 27345 w 240"/>
                <a:gd name="T13" fmla="*/ 1062 h 320"/>
                <a:gd name="T14" fmla="*/ 16613 w 240"/>
                <a:gd name="T15" fmla="*/ 0 h 320"/>
                <a:gd name="T16" fmla="*/ 23250 w 240"/>
                <a:gd name="T17" fmla="*/ 4716 h 320"/>
                <a:gd name="T18" fmla="*/ 40833 w 240"/>
                <a:gd name="T19" fmla="*/ 9730 h 320"/>
                <a:gd name="T20" fmla="*/ 51095 w 240"/>
                <a:gd name="T21" fmla="*/ 16632 h 320"/>
                <a:gd name="T22" fmla="*/ 52550 w 240"/>
                <a:gd name="T23" fmla="*/ 31801 h 320"/>
                <a:gd name="T24" fmla="*/ 42500 w 240"/>
                <a:gd name="T25" fmla="*/ 31801 h 320"/>
                <a:gd name="T26" fmla="*/ 32033 w 240"/>
                <a:gd name="T27" fmla="*/ 31801 h 320"/>
                <a:gd name="T28" fmla="*/ 19533 w 240"/>
                <a:gd name="T29" fmla="*/ 28147 h 320"/>
                <a:gd name="T30" fmla="*/ 8125 w 240"/>
                <a:gd name="T31" fmla="*/ 33317 h 320"/>
                <a:gd name="T32" fmla="*/ 2738 w 240"/>
                <a:gd name="T33" fmla="*/ 43316 h 320"/>
                <a:gd name="T34" fmla="*/ 12238 w 240"/>
                <a:gd name="T35" fmla="*/ 51985 h 320"/>
                <a:gd name="T36" fmla="*/ 24738 w 240"/>
                <a:gd name="T37" fmla="*/ 50218 h 320"/>
                <a:gd name="T38" fmla="*/ 37425 w 240"/>
                <a:gd name="T39" fmla="*/ 50882 h 320"/>
                <a:gd name="T40" fmla="*/ 49145 w 240"/>
                <a:gd name="T41" fmla="*/ 46965 h 320"/>
                <a:gd name="T42" fmla="*/ 54033 w 240"/>
                <a:gd name="T43" fmla="*/ 57818 h 320"/>
                <a:gd name="T44" fmla="*/ 46220 w 240"/>
                <a:gd name="T45" fmla="*/ 65390 h 320"/>
                <a:gd name="T46" fmla="*/ 35470 w 240"/>
                <a:gd name="T47" fmla="*/ 61485 h 320"/>
                <a:gd name="T48" fmla="*/ 24925 w 240"/>
                <a:gd name="T49" fmla="*/ 62556 h 320"/>
                <a:gd name="T50" fmla="*/ 14188 w 240"/>
                <a:gd name="T51" fmla="*/ 62134 h 320"/>
                <a:gd name="T52" fmla="*/ 1958 w 240"/>
                <a:gd name="T53" fmla="*/ 66850 h 320"/>
                <a:gd name="T54" fmla="*/ 6645 w 240"/>
                <a:gd name="T55" fmla="*/ 79889 h 320"/>
                <a:gd name="T56" fmla="*/ 18875 w 240"/>
                <a:gd name="T57" fmla="*/ 83137 h 320"/>
                <a:gd name="T58" fmla="*/ 30283 w 240"/>
                <a:gd name="T59" fmla="*/ 83137 h 320"/>
                <a:gd name="T60" fmla="*/ 42783 w 240"/>
                <a:gd name="T61" fmla="*/ 77968 h 320"/>
                <a:gd name="T62" fmla="*/ 53720 w 240"/>
                <a:gd name="T63" fmla="*/ 79091 h 320"/>
                <a:gd name="T64" fmla="*/ 52083 w 240"/>
                <a:gd name="T65" fmla="*/ 97604 h 320"/>
                <a:gd name="T66" fmla="*/ 39375 w 240"/>
                <a:gd name="T67" fmla="*/ 94597 h 320"/>
                <a:gd name="T68" fmla="*/ 28645 w 240"/>
                <a:gd name="T69" fmla="*/ 93537 h 320"/>
                <a:gd name="T70" fmla="*/ 18875 w 240"/>
                <a:gd name="T71" fmla="*/ 90703 h 320"/>
                <a:gd name="T72" fmla="*/ 8125 w 240"/>
                <a:gd name="T73" fmla="*/ 95018 h 320"/>
                <a:gd name="T74" fmla="*/ 3250 w 240"/>
                <a:gd name="T75" fmla="*/ 104391 h 320"/>
                <a:gd name="T76" fmla="*/ 11720 w 240"/>
                <a:gd name="T77" fmla="*/ 114140 h 320"/>
                <a:gd name="T78" fmla="*/ 23750 w 240"/>
                <a:gd name="T79" fmla="*/ 115202 h 320"/>
                <a:gd name="T80" fmla="*/ 34688 w 240"/>
                <a:gd name="T81" fmla="*/ 114540 h 320"/>
                <a:gd name="T82" fmla="*/ 45908 w 240"/>
                <a:gd name="T83" fmla="*/ 109107 h 320"/>
                <a:gd name="T84" fmla="*/ 53720 w 240"/>
                <a:gd name="T85" fmla="*/ 108036 h 320"/>
                <a:gd name="T86" fmla="*/ 57425 w 240"/>
                <a:gd name="T87" fmla="*/ 95416 h 320"/>
                <a:gd name="T88" fmla="*/ 48645 w 240"/>
                <a:gd name="T89" fmla="*/ 41131 h 320"/>
                <a:gd name="T90" fmla="*/ 34688 w 240"/>
                <a:gd name="T91" fmla="*/ 44798 h 320"/>
                <a:gd name="T92" fmla="*/ 12708 w 240"/>
                <a:gd name="T93" fmla="*/ 45198 h 320"/>
                <a:gd name="T94" fmla="*/ 5395 w 240"/>
                <a:gd name="T95" fmla="*/ 39820 h 320"/>
                <a:gd name="T96" fmla="*/ 14970 w 240"/>
                <a:gd name="T97" fmla="*/ 34648 h 320"/>
                <a:gd name="T98" fmla="*/ 35675 w 240"/>
                <a:gd name="T99" fmla="*/ 35049 h 320"/>
                <a:gd name="T100" fmla="*/ 49145 w 240"/>
                <a:gd name="T101" fmla="*/ 40482 h 320"/>
                <a:gd name="T102" fmla="*/ 44270 w 240"/>
                <a:gd name="T103" fmla="*/ 74469 h 320"/>
                <a:gd name="T104" fmla="*/ 23250 w 240"/>
                <a:gd name="T105" fmla="*/ 79091 h 320"/>
                <a:gd name="T106" fmla="*/ 7345 w 240"/>
                <a:gd name="T107" fmla="*/ 74469 h 320"/>
                <a:gd name="T108" fmla="*/ 11250 w 240"/>
                <a:gd name="T109" fmla="*/ 66850 h 320"/>
                <a:gd name="T110" fmla="*/ 32550 w 240"/>
                <a:gd name="T111" fmla="*/ 66052 h 320"/>
                <a:gd name="T112" fmla="*/ 49145 w 240"/>
                <a:gd name="T113" fmla="*/ 70823 h 320"/>
                <a:gd name="T114" fmla="*/ 42500 w 240"/>
                <a:gd name="T115" fmla="*/ 106270 h 320"/>
                <a:gd name="T116" fmla="*/ 25708 w 240"/>
                <a:gd name="T117" fmla="*/ 108706 h 320"/>
                <a:gd name="T118" fmla="*/ 10283 w 240"/>
                <a:gd name="T119" fmla="*/ 106520 h 320"/>
                <a:gd name="T120" fmla="*/ 7158 w 240"/>
                <a:gd name="T121" fmla="*/ 99368 h 320"/>
                <a:gd name="T122" fmla="*/ 22000 w 240"/>
                <a:gd name="T123" fmla="*/ 97183 h 320"/>
                <a:gd name="T124" fmla="*/ 42783 w 240"/>
                <a:gd name="T125" fmla="*/ 98706 h 3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40" h="320">
                  <a:moveTo>
                    <a:pt x="240" y="232"/>
                  </a:moveTo>
                  <a:cubicBezTo>
                    <a:pt x="240" y="230"/>
                    <a:pt x="237" y="229"/>
                    <a:pt x="233" y="227"/>
                  </a:cubicBezTo>
                  <a:cubicBezTo>
                    <a:pt x="232" y="227"/>
                    <a:pt x="232" y="227"/>
                    <a:pt x="232" y="227"/>
                  </a:cubicBezTo>
                  <a:cubicBezTo>
                    <a:pt x="237" y="226"/>
                    <a:pt x="239" y="225"/>
                    <a:pt x="239" y="223"/>
                  </a:cubicBezTo>
                  <a:cubicBezTo>
                    <a:pt x="239" y="223"/>
                    <a:pt x="239" y="221"/>
                    <a:pt x="239" y="220"/>
                  </a:cubicBezTo>
                  <a:cubicBezTo>
                    <a:pt x="239" y="220"/>
                    <a:pt x="239" y="220"/>
                    <a:pt x="239" y="220"/>
                  </a:cubicBezTo>
                  <a:cubicBezTo>
                    <a:pt x="239" y="219"/>
                    <a:pt x="239" y="219"/>
                    <a:pt x="239" y="218"/>
                  </a:cubicBezTo>
                  <a:cubicBezTo>
                    <a:pt x="239" y="217"/>
                    <a:pt x="238" y="217"/>
                    <a:pt x="237" y="217"/>
                  </a:cubicBezTo>
                  <a:cubicBezTo>
                    <a:pt x="237" y="217"/>
                    <a:pt x="237" y="217"/>
                    <a:pt x="237" y="217"/>
                  </a:cubicBezTo>
                  <a:cubicBezTo>
                    <a:pt x="236" y="216"/>
                    <a:pt x="235" y="216"/>
                    <a:pt x="233" y="216"/>
                  </a:cubicBezTo>
                  <a:cubicBezTo>
                    <a:pt x="229" y="216"/>
                    <a:pt x="229" y="216"/>
                    <a:pt x="229" y="216"/>
                  </a:cubicBezTo>
                  <a:cubicBezTo>
                    <a:pt x="228" y="215"/>
                    <a:pt x="227" y="215"/>
                    <a:pt x="227" y="215"/>
                  </a:cubicBezTo>
                  <a:cubicBezTo>
                    <a:pt x="227" y="214"/>
                    <a:pt x="228" y="213"/>
                    <a:pt x="228" y="212"/>
                  </a:cubicBezTo>
                  <a:cubicBezTo>
                    <a:pt x="228" y="212"/>
                    <a:pt x="231" y="209"/>
                    <a:pt x="231" y="209"/>
                  </a:cubicBezTo>
                  <a:cubicBezTo>
                    <a:pt x="232" y="208"/>
                    <a:pt x="233" y="206"/>
                    <a:pt x="232" y="204"/>
                  </a:cubicBezTo>
                  <a:cubicBezTo>
                    <a:pt x="232" y="204"/>
                    <a:pt x="232" y="204"/>
                    <a:pt x="232" y="204"/>
                  </a:cubicBezTo>
                  <a:cubicBezTo>
                    <a:pt x="232" y="204"/>
                    <a:pt x="232" y="204"/>
                    <a:pt x="232" y="204"/>
                  </a:cubicBezTo>
                  <a:cubicBezTo>
                    <a:pt x="230" y="201"/>
                    <a:pt x="230" y="201"/>
                    <a:pt x="230" y="201"/>
                  </a:cubicBezTo>
                  <a:cubicBezTo>
                    <a:pt x="228" y="199"/>
                    <a:pt x="225" y="200"/>
                    <a:pt x="221" y="201"/>
                  </a:cubicBezTo>
                  <a:cubicBezTo>
                    <a:pt x="221" y="201"/>
                    <a:pt x="221" y="201"/>
                    <a:pt x="221" y="201"/>
                  </a:cubicBezTo>
                  <a:cubicBezTo>
                    <a:pt x="222" y="199"/>
                    <a:pt x="222" y="199"/>
                    <a:pt x="222" y="199"/>
                  </a:cubicBezTo>
                  <a:cubicBezTo>
                    <a:pt x="223" y="199"/>
                    <a:pt x="222" y="199"/>
                    <a:pt x="223" y="199"/>
                  </a:cubicBezTo>
                  <a:cubicBezTo>
                    <a:pt x="223" y="198"/>
                    <a:pt x="223" y="198"/>
                    <a:pt x="223" y="198"/>
                  </a:cubicBezTo>
                  <a:cubicBezTo>
                    <a:pt x="223" y="198"/>
                    <a:pt x="223" y="198"/>
                    <a:pt x="223" y="198"/>
                  </a:cubicBezTo>
                  <a:cubicBezTo>
                    <a:pt x="223" y="197"/>
                    <a:pt x="223" y="197"/>
                    <a:pt x="223" y="197"/>
                  </a:cubicBezTo>
                  <a:cubicBezTo>
                    <a:pt x="223" y="197"/>
                    <a:pt x="223" y="197"/>
                    <a:pt x="223" y="197"/>
                  </a:cubicBezTo>
                  <a:cubicBezTo>
                    <a:pt x="224" y="196"/>
                    <a:pt x="224" y="195"/>
                    <a:pt x="224" y="194"/>
                  </a:cubicBezTo>
                  <a:cubicBezTo>
                    <a:pt x="222" y="191"/>
                    <a:pt x="222" y="191"/>
                    <a:pt x="222" y="191"/>
                  </a:cubicBezTo>
                  <a:cubicBezTo>
                    <a:pt x="225" y="191"/>
                    <a:pt x="227" y="191"/>
                    <a:pt x="227" y="189"/>
                  </a:cubicBezTo>
                  <a:cubicBezTo>
                    <a:pt x="227" y="189"/>
                    <a:pt x="227" y="189"/>
                    <a:pt x="227" y="189"/>
                  </a:cubicBezTo>
                  <a:cubicBezTo>
                    <a:pt x="229" y="187"/>
                    <a:pt x="229" y="187"/>
                    <a:pt x="229" y="187"/>
                  </a:cubicBezTo>
                  <a:cubicBezTo>
                    <a:pt x="230" y="185"/>
                    <a:pt x="229" y="183"/>
                    <a:pt x="227" y="182"/>
                  </a:cubicBezTo>
                  <a:cubicBezTo>
                    <a:pt x="225" y="179"/>
                    <a:pt x="225" y="179"/>
                    <a:pt x="225" y="179"/>
                  </a:cubicBezTo>
                  <a:cubicBezTo>
                    <a:pt x="225" y="179"/>
                    <a:pt x="225" y="179"/>
                    <a:pt x="225" y="179"/>
                  </a:cubicBezTo>
                  <a:cubicBezTo>
                    <a:pt x="226" y="179"/>
                    <a:pt x="226" y="179"/>
                    <a:pt x="226" y="179"/>
                  </a:cubicBezTo>
                  <a:cubicBezTo>
                    <a:pt x="228" y="180"/>
                    <a:pt x="231" y="180"/>
                    <a:pt x="232" y="180"/>
                  </a:cubicBezTo>
                  <a:cubicBezTo>
                    <a:pt x="233" y="180"/>
                    <a:pt x="233" y="180"/>
                    <a:pt x="234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4" y="179"/>
                    <a:pt x="235" y="178"/>
                    <a:pt x="235" y="178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7" y="176"/>
                    <a:pt x="237" y="175"/>
                    <a:pt x="237" y="175"/>
                  </a:cubicBezTo>
                  <a:cubicBezTo>
                    <a:pt x="237" y="175"/>
                    <a:pt x="237" y="174"/>
                    <a:pt x="237" y="174"/>
                  </a:cubicBezTo>
                  <a:cubicBezTo>
                    <a:pt x="237" y="174"/>
                    <a:pt x="236" y="173"/>
                    <a:pt x="236" y="173"/>
                  </a:cubicBezTo>
                  <a:cubicBezTo>
                    <a:pt x="235" y="172"/>
                    <a:pt x="234" y="170"/>
                    <a:pt x="231" y="168"/>
                  </a:cubicBezTo>
                  <a:cubicBezTo>
                    <a:pt x="229" y="167"/>
                    <a:pt x="229" y="167"/>
                    <a:pt x="229" y="167"/>
                  </a:cubicBezTo>
                  <a:cubicBezTo>
                    <a:pt x="229" y="166"/>
                    <a:pt x="229" y="166"/>
                    <a:pt x="228" y="166"/>
                  </a:cubicBezTo>
                  <a:cubicBezTo>
                    <a:pt x="229" y="166"/>
                    <a:pt x="230" y="165"/>
                    <a:pt x="230" y="165"/>
                  </a:cubicBezTo>
                  <a:cubicBezTo>
                    <a:pt x="231" y="165"/>
                    <a:pt x="232" y="165"/>
                    <a:pt x="232" y="165"/>
                  </a:cubicBezTo>
                  <a:cubicBezTo>
                    <a:pt x="234" y="165"/>
                    <a:pt x="236" y="164"/>
                    <a:pt x="238" y="163"/>
                  </a:cubicBezTo>
                  <a:cubicBezTo>
                    <a:pt x="238" y="163"/>
                    <a:pt x="239" y="163"/>
                    <a:pt x="239" y="162"/>
                  </a:cubicBezTo>
                  <a:cubicBezTo>
                    <a:pt x="239" y="162"/>
                    <a:pt x="239" y="162"/>
                    <a:pt x="239" y="162"/>
                  </a:cubicBezTo>
                  <a:cubicBezTo>
                    <a:pt x="240" y="162"/>
                    <a:pt x="240" y="161"/>
                    <a:pt x="240" y="161"/>
                  </a:cubicBezTo>
                  <a:cubicBezTo>
                    <a:pt x="240" y="161"/>
                    <a:pt x="240" y="159"/>
                    <a:pt x="240" y="158"/>
                  </a:cubicBezTo>
                  <a:cubicBezTo>
                    <a:pt x="240" y="158"/>
                    <a:pt x="240" y="158"/>
                    <a:pt x="240" y="158"/>
                  </a:cubicBezTo>
                  <a:cubicBezTo>
                    <a:pt x="240" y="157"/>
                    <a:pt x="240" y="157"/>
                    <a:pt x="240" y="157"/>
                  </a:cubicBezTo>
                  <a:cubicBezTo>
                    <a:pt x="240" y="157"/>
                    <a:pt x="240" y="157"/>
                    <a:pt x="240" y="157"/>
                  </a:cubicBezTo>
                  <a:cubicBezTo>
                    <a:pt x="240" y="156"/>
                    <a:pt x="240" y="155"/>
                    <a:pt x="238" y="155"/>
                  </a:cubicBezTo>
                  <a:cubicBezTo>
                    <a:pt x="238" y="155"/>
                    <a:pt x="238" y="155"/>
                    <a:pt x="238" y="155"/>
                  </a:cubicBezTo>
                  <a:cubicBezTo>
                    <a:pt x="237" y="154"/>
                    <a:pt x="236" y="154"/>
                    <a:pt x="234" y="154"/>
                  </a:cubicBezTo>
                  <a:cubicBezTo>
                    <a:pt x="234" y="154"/>
                    <a:pt x="234" y="154"/>
                    <a:pt x="234" y="154"/>
                  </a:cubicBezTo>
                  <a:cubicBezTo>
                    <a:pt x="235" y="154"/>
                    <a:pt x="236" y="153"/>
                    <a:pt x="236" y="153"/>
                  </a:cubicBezTo>
                  <a:cubicBezTo>
                    <a:pt x="238" y="153"/>
                    <a:pt x="240" y="152"/>
                    <a:pt x="240" y="151"/>
                  </a:cubicBezTo>
                  <a:cubicBezTo>
                    <a:pt x="240" y="150"/>
                    <a:pt x="240" y="150"/>
                    <a:pt x="240" y="150"/>
                  </a:cubicBezTo>
                  <a:cubicBezTo>
                    <a:pt x="240" y="150"/>
                    <a:pt x="240" y="146"/>
                    <a:pt x="240" y="146"/>
                  </a:cubicBezTo>
                  <a:cubicBezTo>
                    <a:pt x="240" y="146"/>
                    <a:pt x="240" y="146"/>
                    <a:pt x="240" y="146"/>
                  </a:cubicBezTo>
                  <a:cubicBezTo>
                    <a:pt x="240" y="143"/>
                    <a:pt x="237" y="142"/>
                    <a:pt x="233" y="141"/>
                  </a:cubicBezTo>
                  <a:cubicBezTo>
                    <a:pt x="232" y="141"/>
                    <a:pt x="232" y="141"/>
                    <a:pt x="232" y="141"/>
                  </a:cubicBezTo>
                  <a:cubicBezTo>
                    <a:pt x="237" y="140"/>
                    <a:pt x="239" y="139"/>
                    <a:pt x="239" y="136"/>
                  </a:cubicBezTo>
                  <a:cubicBezTo>
                    <a:pt x="239" y="136"/>
                    <a:pt x="239" y="135"/>
                    <a:pt x="239" y="134"/>
                  </a:cubicBezTo>
                  <a:cubicBezTo>
                    <a:pt x="239" y="133"/>
                    <a:pt x="239" y="133"/>
                    <a:pt x="239" y="133"/>
                  </a:cubicBezTo>
                  <a:cubicBezTo>
                    <a:pt x="239" y="133"/>
                    <a:pt x="239" y="133"/>
                    <a:pt x="239" y="132"/>
                  </a:cubicBezTo>
                  <a:cubicBezTo>
                    <a:pt x="239" y="131"/>
                    <a:pt x="238" y="130"/>
                    <a:pt x="237" y="130"/>
                  </a:cubicBezTo>
                  <a:cubicBezTo>
                    <a:pt x="237" y="130"/>
                    <a:pt x="237" y="130"/>
                    <a:pt x="237" y="130"/>
                  </a:cubicBezTo>
                  <a:cubicBezTo>
                    <a:pt x="236" y="130"/>
                    <a:pt x="235" y="130"/>
                    <a:pt x="233" y="130"/>
                  </a:cubicBezTo>
                  <a:cubicBezTo>
                    <a:pt x="229" y="129"/>
                    <a:pt x="229" y="129"/>
                    <a:pt x="229" y="129"/>
                  </a:cubicBezTo>
                  <a:cubicBezTo>
                    <a:pt x="228" y="129"/>
                    <a:pt x="227" y="129"/>
                    <a:pt x="227" y="129"/>
                  </a:cubicBezTo>
                  <a:cubicBezTo>
                    <a:pt x="227" y="128"/>
                    <a:pt x="228" y="127"/>
                    <a:pt x="228" y="126"/>
                  </a:cubicBezTo>
                  <a:cubicBezTo>
                    <a:pt x="228" y="126"/>
                    <a:pt x="231" y="123"/>
                    <a:pt x="231" y="123"/>
                  </a:cubicBezTo>
                  <a:cubicBezTo>
                    <a:pt x="232" y="122"/>
                    <a:pt x="233" y="120"/>
                    <a:pt x="232" y="118"/>
                  </a:cubicBezTo>
                  <a:cubicBezTo>
                    <a:pt x="232" y="118"/>
                    <a:pt x="232" y="118"/>
                    <a:pt x="232" y="118"/>
                  </a:cubicBezTo>
                  <a:cubicBezTo>
                    <a:pt x="232" y="118"/>
                    <a:pt x="232" y="118"/>
                    <a:pt x="232" y="118"/>
                  </a:cubicBezTo>
                  <a:cubicBezTo>
                    <a:pt x="232" y="118"/>
                    <a:pt x="230" y="114"/>
                    <a:pt x="230" y="114"/>
                  </a:cubicBezTo>
                  <a:cubicBezTo>
                    <a:pt x="228" y="112"/>
                    <a:pt x="225" y="114"/>
                    <a:pt x="221" y="115"/>
                  </a:cubicBezTo>
                  <a:cubicBezTo>
                    <a:pt x="222" y="113"/>
                    <a:pt x="222" y="113"/>
                    <a:pt x="222" y="113"/>
                  </a:cubicBezTo>
                  <a:cubicBezTo>
                    <a:pt x="223" y="113"/>
                    <a:pt x="222" y="113"/>
                    <a:pt x="223" y="113"/>
                  </a:cubicBezTo>
                  <a:cubicBezTo>
                    <a:pt x="223" y="112"/>
                    <a:pt x="223" y="112"/>
                    <a:pt x="223" y="112"/>
                  </a:cubicBezTo>
                  <a:cubicBezTo>
                    <a:pt x="223" y="112"/>
                    <a:pt x="223" y="112"/>
                    <a:pt x="223" y="111"/>
                  </a:cubicBezTo>
                  <a:cubicBezTo>
                    <a:pt x="223" y="111"/>
                    <a:pt x="223" y="111"/>
                    <a:pt x="223" y="110"/>
                  </a:cubicBezTo>
                  <a:cubicBezTo>
                    <a:pt x="223" y="110"/>
                    <a:pt x="223" y="110"/>
                    <a:pt x="223" y="110"/>
                  </a:cubicBezTo>
                  <a:cubicBezTo>
                    <a:pt x="224" y="110"/>
                    <a:pt x="224" y="109"/>
                    <a:pt x="224" y="108"/>
                  </a:cubicBezTo>
                  <a:cubicBezTo>
                    <a:pt x="222" y="105"/>
                    <a:pt x="222" y="105"/>
                    <a:pt x="222" y="105"/>
                  </a:cubicBezTo>
                  <a:cubicBezTo>
                    <a:pt x="225" y="105"/>
                    <a:pt x="227" y="104"/>
                    <a:pt x="227" y="103"/>
                  </a:cubicBezTo>
                  <a:cubicBezTo>
                    <a:pt x="227" y="103"/>
                    <a:pt x="227" y="103"/>
                    <a:pt x="227" y="103"/>
                  </a:cubicBezTo>
                  <a:cubicBezTo>
                    <a:pt x="229" y="101"/>
                    <a:pt x="229" y="101"/>
                    <a:pt x="229" y="101"/>
                  </a:cubicBezTo>
                  <a:cubicBezTo>
                    <a:pt x="230" y="99"/>
                    <a:pt x="229" y="97"/>
                    <a:pt x="227" y="95"/>
                  </a:cubicBezTo>
                  <a:cubicBezTo>
                    <a:pt x="225" y="93"/>
                    <a:pt x="225" y="93"/>
                    <a:pt x="225" y="93"/>
                  </a:cubicBezTo>
                  <a:cubicBezTo>
                    <a:pt x="225" y="93"/>
                    <a:pt x="225" y="93"/>
                    <a:pt x="225" y="93"/>
                  </a:cubicBezTo>
                  <a:cubicBezTo>
                    <a:pt x="226" y="93"/>
                    <a:pt x="226" y="93"/>
                    <a:pt x="226" y="93"/>
                  </a:cubicBezTo>
                  <a:cubicBezTo>
                    <a:pt x="228" y="94"/>
                    <a:pt x="231" y="94"/>
                    <a:pt x="232" y="94"/>
                  </a:cubicBezTo>
                  <a:cubicBezTo>
                    <a:pt x="233" y="94"/>
                    <a:pt x="233" y="94"/>
                    <a:pt x="234" y="93"/>
                  </a:cubicBezTo>
                  <a:cubicBezTo>
                    <a:pt x="234" y="93"/>
                    <a:pt x="234" y="93"/>
                    <a:pt x="234" y="93"/>
                  </a:cubicBezTo>
                  <a:cubicBezTo>
                    <a:pt x="234" y="93"/>
                    <a:pt x="235" y="92"/>
                    <a:pt x="235" y="92"/>
                  </a:cubicBezTo>
                  <a:cubicBezTo>
                    <a:pt x="236" y="90"/>
                    <a:pt x="236" y="90"/>
                    <a:pt x="236" y="90"/>
                  </a:cubicBezTo>
                  <a:cubicBezTo>
                    <a:pt x="236" y="89"/>
                    <a:pt x="237" y="89"/>
                    <a:pt x="237" y="89"/>
                  </a:cubicBezTo>
                  <a:cubicBezTo>
                    <a:pt x="237" y="89"/>
                    <a:pt x="237" y="88"/>
                    <a:pt x="237" y="88"/>
                  </a:cubicBezTo>
                  <a:cubicBezTo>
                    <a:pt x="237" y="88"/>
                    <a:pt x="236" y="87"/>
                    <a:pt x="236" y="87"/>
                  </a:cubicBezTo>
                  <a:cubicBezTo>
                    <a:pt x="235" y="85"/>
                    <a:pt x="234" y="84"/>
                    <a:pt x="232" y="82"/>
                  </a:cubicBezTo>
                  <a:cubicBezTo>
                    <a:pt x="229" y="80"/>
                    <a:pt x="229" y="80"/>
                    <a:pt x="229" y="80"/>
                  </a:cubicBezTo>
                  <a:cubicBezTo>
                    <a:pt x="229" y="80"/>
                    <a:pt x="229" y="80"/>
                    <a:pt x="228" y="80"/>
                  </a:cubicBezTo>
                  <a:cubicBezTo>
                    <a:pt x="229" y="79"/>
                    <a:pt x="230" y="79"/>
                    <a:pt x="230" y="79"/>
                  </a:cubicBezTo>
                  <a:cubicBezTo>
                    <a:pt x="231" y="79"/>
                    <a:pt x="232" y="79"/>
                    <a:pt x="232" y="79"/>
                  </a:cubicBezTo>
                  <a:cubicBezTo>
                    <a:pt x="234" y="78"/>
                    <a:pt x="236" y="78"/>
                    <a:pt x="238" y="77"/>
                  </a:cubicBezTo>
                  <a:cubicBezTo>
                    <a:pt x="238" y="77"/>
                    <a:pt x="239" y="77"/>
                    <a:pt x="239" y="76"/>
                  </a:cubicBezTo>
                  <a:cubicBezTo>
                    <a:pt x="239" y="76"/>
                    <a:pt x="239" y="76"/>
                    <a:pt x="239" y="76"/>
                  </a:cubicBezTo>
                  <a:cubicBezTo>
                    <a:pt x="239" y="76"/>
                    <a:pt x="239" y="76"/>
                    <a:pt x="239" y="76"/>
                  </a:cubicBezTo>
                  <a:cubicBezTo>
                    <a:pt x="240" y="75"/>
                    <a:pt x="240" y="75"/>
                    <a:pt x="240" y="75"/>
                  </a:cubicBezTo>
                  <a:cubicBezTo>
                    <a:pt x="240" y="75"/>
                    <a:pt x="240" y="73"/>
                    <a:pt x="240" y="72"/>
                  </a:cubicBezTo>
                  <a:cubicBezTo>
                    <a:pt x="240" y="72"/>
                    <a:pt x="240" y="72"/>
                    <a:pt x="240" y="72"/>
                  </a:cubicBezTo>
                  <a:cubicBezTo>
                    <a:pt x="240" y="72"/>
                    <a:pt x="240" y="72"/>
                    <a:pt x="240" y="72"/>
                  </a:cubicBezTo>
                  <a:cubicBezTo>
                    <a:pt x="240" y="71"/>
                    <a:pt x="240" y="71"/>
                    <a:pt x="240" y="71"/>
                  </a:cubicBezTo>
                  <a:cubicBezTo>
                    <a:pt x="240" y="71"/>
                    <a:pt x="240" y="71"/>
                    <a:pt x="240" y="71"/>
                  </a:cubicBezTo>
                  <a:cubicBezTo>
                    <a:pt x="240" y="70"/>
                    <a:pt x="240" y="69"/>
                    <a:pt x="238" y="69"/>
                  </a:cubicBezTo>
                  <a:cubicBezTo>
                    <a:pt x="238" y="69"/>
                    <a:pt x="238" y="69"/>
                    <a:pt x="238" y="69"/>
                  </a:cubicBezTo>
                  <a:cubicBezTo>
                    <a:pt x="237" y="68"/>
                    <a:pt x="236" y="68"/>
                    <a:pt x="234" y="68"/>
                  </a:cubicBezTo>
                  <a:cubicBezTo>
                    <a:pt x="234" y="68"/>
                    <a:pt x="234" y="68"/>
                    <a:pt x="234" y="68"/>
                  </a:cubicBezTo>
                  <a:cubicBezTo>
                    <a:pt x="235" y="67"/>
                    <a:pt x="236" y="67"/>
                    <a:pt x="236" y="67"/>
                  </a:cubicBezTo>
                  <a:cubicBezTo>
                    <a:pt x="238" y="67"/>
                    <a:pt x="240" y="66"/>
                    <a:pt x="240" y="64"/>
                  </a:cubicBezTo>
                  <a:cubicBezTo>
                    <a:pt x="240" y="60"/>
                    <a:pt x="240" y="60"/>
                    <a:pt x="240" y="60"/>
                  </a:cubicBezTo>
                  <a:cubicBezTo>
                    <a:pt x="240" y="59"/>
                    <a:pt x="239" y="59"/>
                    <a:pt x="239" y="58"/>
                  </a:cubicBezTo>
                  <a:cubicBezTo>
                    <a:pt x="237" y="57"/>
                    <a:pt x="235" y="57"/>
                    <a:pt x="231" y="57"/>
                  </a:cubicBezTo>
                  <a:cubicBezTo>
                    <a:pt x="228" y="57"/>
                    <a:pt x="228" y="57"/>
                    <a:pt x="228" y="57"/>
                  </a:cubicBezTo>
                  <a:cubicBezTo>
                    <a:pt x="227" y="57"/>
                    <a:pt x="227" y="57"/>
                    <a:pt x="227" y="57"/>
                  </a:cubicBezTo>
                  <a:cubicBezTo>
                    <a:pt x="227" y="57"/>
                    <a:pt x="227" y="56"/>
                    <a:pt x="228" y="56"/>
                  </a:cubicBezTo>
                  <a:cubicBezTo>
                    <a:pt x="228" y="55"/>
                    <a:pt x="229" y="54"/>
                    <a:pt x="229" y="54"/>
                  </a:cubicBezTo>
                  <a:cubicBezTo>
                    <a:pt x="230" y="52"/>
                    <a:pt x="231" y="51"/>
                    <a:pt x="232" y="49"/>
                  </a:cubicBezTo>
                  <a:cubicBezTo>
                    <a:pt x="232" y="49"/>
                    <a:pt x="232" y="48"/>
                    <a:pt x="232" y="48"/>
                  </a:cubicBezTo>
                  <a:cubicBezTo>
                    <a:pt x="232" y="48"/>
                    <a:pt x="232" y="48"/>
                    <a:pt x="232" y="47"/>
                  </a:cubicBezTo>
                  <a:cubicBezTo>
                    <a:pt x="232" y="47"/>
                    <a:pt x="232" y="47"/>
                    <a:pt x="232" y="47"/>
                  </a:cubicBezTo>
                  <a:cubicBezTo>
                    <a:pt x="232" y="47"/>
                    <a:pt x="232" y="46"/>
                    <a:pt x="232" y="46"/>
                  </a:cubicBezTo>
                  <a:cubicBezTo>
                    <a:pt x="232" y="46"/>
                    <a:pt x="230" y="44"/>
                    <a:pt x="230" y="44"/>
                  </a:cubicBezTo>
                  <a:cubicBezTo>
                    <a:pt x="230" y="44"/>
                    <a:pt x="230" y="44"/>
                    <a:pt x="230" y="44"/>
                  </a:cubicBezTo>
                  <a:cubicBezTo>
                    <a:pt x="230" y="44"/>
                    <a:pt x="230" y="44"/>
                    <a:pt x="230" y="44"/>
                  </a:cubicBezTo>
                  <a:cubicBezTo>
                    <a:pt x="230" y="43"/>
                    <a:pt x="229" y="43"/>
                    <a:pt x="229" y="43"/>
                  </a:cubicBezTo>
                  <a:cubicBezTo>
                    <a:pt x="229" y="43"/>
                    <a:pt x="229" y="43"/>
                    <a:pt x="229" y="42"/>
                  </a:cubicBezTo>
                  <a:cubicBezTo>
                    <a:pt x="228" y="42"/>
                    <a:pt x="228" y="42"/>
                    <a:pt x="228" y="42"/>
                  </a:cubicBezTo>
                  <a:cubicBezTo>
                    <a:pt x="228" y="42"/>
                    <a:pt x="227" y="42"/>
                    <a:pt x="227" y="42"/>
                  </a:cubicBezTo>
                  <a:cubicBezTo>
                    <a:pt x="226" y="42"/>
                    <a:pt x="226" y="43"/>
                    <a:pt x="226" y="43"/>
                  </a:cubicBezTo>
                  <a:cubicBezTo>
                    <a:pt x="225" y="43"/>
                    <a:pt x="224" y="44"/>
                    <a:pt x="223" y="45"/>
                  </a:cubicBezTo>
                  <a:cubicBezTo>
                    <a:pt x="223" y="45"/>
                    <a:pt x="223" y="45"/>
                    <a:pt x="223" y="45"/>
                  </a:cubicBezTo>
                  <a:cubicBezTo>
                    <a:pt x="223" y="44"/>
                    <a:pt x="224" y="43"/>
                    <a:pt x="224" y="43"/>
                  </a:cubicBezTo>
                  <a:cubicBezTo>
                    <a:pt x="225" y="41"/>
                    <a:pt x="226" y="39"/>
                    <a:pt x="224" y="38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19" y="33"/>
                    <a:pt x="216" y="35"/>
                    <a:pt x="213" y="36"/>
                  </a:cubicBezTo>
                  <a:cubicBezTo>
                    <a:pt x="212" y="36"/>
                    <a:pt x="212" y="36"/>
                    <a:pt x="212" y="36"/>
                  </a:cubicBezTo>
                  <a:cubicBezTo>
                    <a:pt x="213" y="34"/>
                    <a:pt x="213" y="32"/>
                    <a:pt x="213" y="31"/>
                  </a:cubicBezTo>
                  <a:cubicBezTo>
                    <a:pt x="213" y="30"/>
                    <a:pt x="213" y="29"/>
                    <a:pt x="212" y="29"/>
                  </a:cubicBezTo>
                  <a:cubicBezTo>
                    <a:pt x="209" y="27"/>
                    <a:pt x="209" y="27"/>
                    <a:pt x="209" y="27"/>
                  </a:cubicBezTo>
                  <a:cubicBezTo>
                    <a:pt x="209" y="27"/>
                    <a:pt x="209" y="27"/>
                    <a:pt x="209" y="27"/>
                  </a:cubicBezTo>
                  <a:cubicBezTo>
                    <a:pt x="209" y="27"/>
                    <a:pt x="209" y="27"/>
                    <a:pt x="209" y="27"/>
                  </a:cubicBezTo>
                  <a:cubicBezTo>
                    <a:pt x="209" y="27"/>
                    <a:pt x="209" y="27"/>
                    <a:pt x="209" y="27"/>
                  </a:cubicBezTo>
                  <a:cubicBezTo>
                    <a:pt x="208" y="26"/>
                    <a:pt x="207" y="26"/>
                    <a:pt x="207" y="27"/>
                  </a:cubicBezTo>
                  <a:cubicBezTo>
                    <a:pt x="205" y="27"/>
                    <a:pt x="203" y="29"/>
                    <a:pt x="201" y="31"/>
                  </a:cubicBezTo>
                  <a:cubicBezTo>
                    <a:pt x="200" y="31"/>
                    <a:pt x="200" y="31"/>
                    <a:pt x="200" y="31"/>
                  </a:cubicBezTo>
                  <a:cubicBezTo>
                    <a:pt x="201" y="30"/>
                    <a:pt x="201" y="30"/>
                    <a:pt x="201" y="30"/>
                  </a:cubicBezTo>
                  <a:cubicBezTo>
                    <a:pt x="201" y="28"/>
                    <a:pt x="202" y="25"/>
                    <a:pt x="201" y="24"/>
                  </a:cubicBezTo>
                  <a:cubicBezTo>
                    <a:pt x="201" y="23"/>
                    <a:pt x="200" y="23"/>
                    <a:pt x="200" y="23"/>
                  </a:cubicBezTo>
                  <a:cubicBezTo>
                    <a:pt x="196" y="21"/>
                    <a:pt x="196" y="21"/>
                    <a:pt x="196" y="21"/>
                  </a:cubicBezTo>
                  <a:cubicBezTo>
                    <a:pt x="196" y="21"/>
                    <a:pt x="196" y="21"/>
                    <a:pt x="196" y="21"/>
                  </a:cubicBezTo>
                  <a:cubicBezTo>
                    <a:pt x="196" y="21"/>
                    <a:pt x="196" y="21"/>
                    <a:pt x="196" y="21"/>
                  </a:cubicBezTo>
                  <a:cubicBezTo>
                    <a:pt x="193" y="21"/>
                    <a:pt x="191" y="23"/>
                    <a:pt x="189" y="26"/>
                  </a:cubicBezTo>
                  <a:cubicBezTo>
                    <a:pt x="188" y="27"/>
                    <a:pt x="188" y="27"/>
                    <a:pt x="188" y="27"/>
                  </a:cubicBezTo>
                  <a:cubicBezTo>
                    <a:pt x="188" y="27"/>
                    <a:pt x="188" y="27"/>
                    <a:pt x="187" y="27"/>
                  </a:cubicBezTo>
                  <a:cubicBezTo>
                    <a:pt x="187" y="27"/>
                    <a:pt x="187" y="26"/>
                    <a:pt x="187" y="26"/>
                  </a:cubicBezTo>
                  <a:cubicBezTo>
                    <a:pt x="187" y="26"/>
                    <a:pt x="188" y="23"/>
                    <a:pt x="188" y="23"/>
                  </a:cubicBezTo>
                  <a:cubicBezTo>
                    <a:pt x="188" y="21"/>
                    <a:pt x="188" y="19"/>
                    <a:pt x="187" y="18"/>
                  </a:cubicBezTo>
                  <a:cubicBezTo>
                    <a:pt x="187" y="17"/>
                    <a:pt x="186" y="17"/>
                    <a:pt x="186" y="17"/>
                  </a:cubicBezTo>
                  <a:cubicBezTo>
                    <a:pt x="186" y="17"/>
                    <a:pt x="182" y="15"/>
                    <a:pt x="182" y="15"/>
                  </a:cubicBezTo>
                  <a:cubicBezTo>
                    <a:pt x="180" y="15"/>
                    <a:pt x="178" y="17"/>
                    <a:pt x="175" y="20"/>
                  </a:cubicBezTo>
                  <a:cubicBezTo>
                    <a:pt x="174" y="22"/>
                    <a:pt x="174" y="22"/>
                    <a:pt x="174" y="22"/>
                  </a:cubicBezTo>
                  <a:cubicBezTo>
                    <a:pt x="174" y="22"/>
                    <a:pt x="174" y="22"/>
                    <a:pt x="174" y="22"/>
                  </a:cubicBezTo>
                  <a:cubicBezTo>
                    <a:pt x="174" y="21"/>
                    <a:pt x="174" y="21"/>
                    <a:pt x="174" y="20"/>
                  </a:cubicBezTo>
                  <a:cubicBezTo>
                    <a:pt x="174" y="20"/>
                    <a:pt x="174" y="18"/>
                    <a:pt x="174" y="18"/>
                  </a:cubicBezTo>
                  <a:cubicBezTo>
                    <a:pt x="174" y="16"/>
                    <a:pt x="174" y="14"/>
                    <a:pt x="172" y="12"/>
                  </a:cubicBezTo>
                  <a:cubicBezTo>
                    <a:pt x="172" y="12"/>
                    <a:pt x="172" y="12"/>
                    <a:pt x="171" y="12"/>
                  </a:cubicBezTo>
                  <a:cubicBezTo>
                    <a:pt x="171" y="12"/>
                    <a:pt x="167" y="11"/>
                    <a:pt x="167" y="11"/>
                  </a:cubicBezTo>
                  <a:cubicBezTo>
                    <a:pt x="165" y="10"/>
                    <a:pt x="163" y="13"/>
                    <a:pt x="161" y="17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0" y="18"/>
                    <a:pt x="160" y="18"/>
                    <a:pt x="160" y="17"/>
                  </a:cubicBezTo>
                  <a:cubicBezTo>
                    <a:pt x="160" y="17"/>
                    <a:pt x="160" y="15"/>
                    <a:pt x="160" y="15"/>
                  </a:cubicBezTo>
                  <a:cubicBezTo>
                    <a:pt x="159" y="12"/>
                    <a:pt x="159" y="9"/>
                    <a:pt x="157" y="9"/>
                  </a:cubicBezTo>
                  <a:cubicBezTo>
                    <a:pt x="157" y="9"/>
                    <a:pt x="157" y="9"/>
                    <a:pt x="157" y="9"/>
                  </a:cubicBezTo>
                  <a:cubicBezTo>
                    <a:pt x="157" y="9"/>
                    <a:pt x="157" y="9"/>
                    <a:pt x="157" y="9"/>
                  </a:cubicBezTo>
                  <a:cubicBezTo>
                    <a:pt x="153" y="8"/>
                    <a:pt x="153" y="8"/>
                    <a:pt x="153" y="8"/>
                  </a:cubicBezTo>
                  <a:cubicBezTo>
                    <a:pt x="153" y="8"/>
                    <a:pt x="153" y="8"/>
                    <a:pt x="153" y="8"/>
                  </a:cubicBezTo>
                  <a:cubicBezTo>
                    <a:pt x="153" y="8"/>
                    <a:pt x="153" y="8"/>
                    <a:pt x="153" y="8"/>
                  </a:cubicBezTo>
                  <a:cubicBezTo>
                    <a:pt x="153" y="8"/>
                    <a:pt x="153" y="8"/>
                    <a:pt x="153" y="8"/>
                  </a:cubicBezTo>
                  <a:cubicBezTo>
                    <a:pt x="150" y="7"/>
                    <a:pt x="149" y="10"/>
                    <a:pt x="147" y="14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46" y="15"/>
                    <a:pt x="146" y="16"/>
                    <a:pt x="145" y="16"/>
                  </a:cubicBezTo>
                  <a:cubicBezTo>
                    <a:pt x="145" y="15"/>
                    <a:pt x="145" y="15"/>
                    <a:pt x="145" y="14"/>
                  </a:cubicBezTo>
                  <a:cubicBezTo>
                    <a:pt x="145" y="14"/>
                    <a:pt x="144" y="12"/>
                    <a:pt x="144" y="12"/>
                  </a:cubicBezTo>
                  <a:cubicBezTo>
                    <a:pt x="144" y="9"/>
                    <a:pt x="143" y="7"/>
                    <a:pt x="142" y="7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1" y="6"/>
                    <a:pt x="137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4" y="6"/>
                    <a:pt x="133" y="9"/>
                    <a:pt x="131" y="12"/>
                  </a:cubicBezTo>
                  <a:cubicBezTo>
                    <a:pt x="131" y="14"/>
                    <a:pt x="131" y="14"/>
                    <a:pt x="131" y="14"/>
                  </a:cubicBezTo>
                  <a:cubicBezTo>
                    <a:pt x="131" y="14"/>
                    <a:pt x="131" y="14"/>
                    <a:pt x="131" y="14"/>
                  </a:cubicBezTo>
                  <a:cubicBezTo>
                    <a:pt x="131" y="14"/>
                    <a:pt x="130" y="14"/>
                    <a:pt x="130" y="13"/>
                  </a:cubicBezTo>
                  <a:cubicBezTo>
                    <a:pt x="130" y="13"/>
                    <a:pt x="130" y="11"/>
                    <a:pt x="130" y="11"/>
                  </a:cubicBezTo>
                  <a:cubicBezTo>
                    <a:pt x="129" y="8"/>
                    <a:pt x="129" y="6"/>
                    <a:pt x="127" y="5"/>
                  </a:cubicBezTo>
                  <a:cubicBezTo>
                    <a:pt x="127" y="5"/>
                    <a:pt x="126" y="5"/>
                    <a:pt x="126" y="5"/>
                  </a:cubicBezTo>
                  <a:cubicBezTo>
                    <a:pt x="126" y="5"/>
                    <a:pt x="122" y="5"/>
                    <a:pt x="122" y="5"/>
                  </a:cubicBezTo>
                  <a:cubicBezTo>
                    <a:pt x="120" y="5"/>
                    <a:pt x="118" y="8"/>
                    <a:pt x="117" y="11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6" y="12"/>
                    <a:pt x="116" y="11"/>
                    <a:pt x="116" y="11"/>
                  </a:cubicBezTo>
                  <a:cubicBezTo>
                    <a:pt x="116" y="11"/>
                    <a:pt x="115" y="8"/>
                    <a:pt x="115" y="8"/>
                  </a:cubicBezTo>
                  <a:cubicBezTo>
                    <a:pt x="114" y="6"/>
                    <a:pt x="114" y="5"/>
                    <a:pt x="113" y="4"/>
                  </a:cubicBezTo>
                  <a:cubicBezTo>
                    <a:pt x="113" y="3"/>
                    <a:pt x="112" y="3"/>
                    <a:pt x="112" y="3"/>
                  </a:cubicBezTo>
                  <a:cubicBezTo>
                    <a:pt x="112" y="3"/>
                    <a:pt x="112" y="3"/>
                    <a:pt x="112" y="3"/>
                  </a:cubicBezTo>
                  <a:cubicBezTo>
                    <a:pt x="112" y="3"/>
                    <a:pt x="112" y="3"/>
                    <a:pt x="111" y="3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6" y="2"/>
                    <a:pt x="106" y="3"/>
                    <a:pt x="105" y="4"/>
                  </a:cubicBezTo>
                  <a:cubicBezTo>
                    <a:pt x="104" y="5"/>
                    <a:pt x="103" y="7"/>
                    <a:pt x="102" y="9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2" y="10"/>
                    <a:pt x="102" y="10"/>
                    <a:pt x="102" y="10"/>
                  </a:cubicBezTo>
                  <a:cubicBezTo>
                    <a:pt x="102" y="10"/>
                    <a:pt x="101" y="7"/>
                    <a:pt x="101" y="7"/>
                  </a:cubicBezTo>
                  <a:cubicBezTo>
                    <a:pt x="100" y="5"/>
                    <a:pt x="100" y="3"/>
                    <a:pt x="98" y="2"/>
                  </a:cubicBezTo>
                  <a:cubicBezTo>
                    <a:pt x="98" y="2"/>
                    <a:pt x="98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4" y="2"/>
                    <a:pt x="94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1" y="2"/>
                    <a:pt x="90" y="5"/>
                    <a:pt x="88" y="8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4"/>
                    <a:pt x="86" y="2"/>
                    <a:pt x="84" y="2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78" y="1"/>
                    <a:pt x="77" y="3"/>
                    <a:pt x="75" y="6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9"/>
                    <a:pt x="74" y="9"/>
                    <a:pt x="73" y="10"/>
                  </a:cubicBezTo>
                  <a:cubicBezTo>
                    <a:pt x="73" y="10"/>
                    <a:pt x="73" y="10"/>
                    <a:pt x="73" y="9"/>
                  </a:cubicBezTo>
                  <a:cubicBezTo>
                    <a:pt x="73" y="9"/>
                    <a:pt x="73" y="8"/>
                    <a:pt x="73" y="8"/>
                  </a:cubicBezTo>
                  <a:cubicBezTo>
                    <a:pt x="72" y="4"/>
                    <a:pt x="71" y="1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2" y="0"/>
                    <a:pt x="61" y="2"/>
                    <a:pt x="60" y="5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59" y="8"/>
                    <a:pt x="59" y="8"/>
                    <a:pt x="58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7"/>
                    <a:pt x="58" y="7"/>
                  </a:cubicBezTo>
                  <a:cubicBezTo>
                    <a:pt x="56" y="3"/>
                    <a:pt x="55" y="0"/>
                    <a:pt x="53" y="0"/>
                  </a:cubicBezTo>
                  <a:cubicBezTo>
                    <a:pt x="53" y="0"/>
                    <a:pt x="49" y="0"/>
                    <a:pt x="49" y="0"/>
                  </a:cubicBezTo>
                  <a:cubicBezTo>
                    <a:pt x="48" y="0"/>
                    <a:pt x="47" y="0"/>
                    <a:pt x="47" y="1"/>
                  </a:cubicBezTo>
                  <a:cubicBezTo>
                    <a:pt x="47" y="2"/>
                    <a:pt x="48" y="3"/>
                    <a:pt x="49" y="4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4"/>
                    <a:pt x="49" y="7"/>
                    <a:pt x="50" y="8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2" y="15"/>
                    <a:pt x="54" y="18"/>
                    <a:pt x="56" y="18"/>
                  </a:cubicBezTo>
                  <a:cubicBezTo>
                    <a:pt x="56" y="18"/>
                    <a:pt x="60" y="18"/>
                    <a:pt x="60" y="18"/>
                  </a:cubicBezTo>
                  <a:cubicBezTo>
                    <a:pt x="61" y="18"/>
                    <a:pt x="62" y="18"/>
                    <a:pt x="62" y="17"/>
                  </a:cubicBezTo>
                  <a:cubicBezTo>
                    <a:pt x="63" y="16"/>
                    <a:pt x="65" y="14"/>
                    <a:pt x="66" y="12"/>
                  </a:cubicBezTo>
                  <a:cubicBezTo>
                    <a:pt x="67" y="16"/>
                    <a:pt x="68" y="18"/>
                    <a:pt x="71" y="19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5" y="19"/>
                    <a:pt x="76" y="19"/>
                    <a:pt x="76" y="18"/>
                  </a:cubicBezTo>
                  <a:cubicBezTo>
                    <a:pt x="78" y="17"/>
                    <a:pt x="79" y="15"/>
                    <a:pt x="81" y="12"/>
                  </a:cubicBezTo>
                  <a:cubicBezTo>
                    <a:pt x="82" y="15"/>
                    <a:pt x="83" y="18"/>
                    <a:pt x="84" y="19"/>
                  </a:cubicBezTo>
                  <a:cubicBezTo>
                    <a:pt x="85" y="19"/>
                    <a:pt x="85" y="20"/>
                    <a:pt x="85" y="20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5" y="20"/>
                    <a:pt x="86" y="20"/>
                    <a:pt x="86" y="2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6" y="20"/>
                    <a:pt x="90" y="20"/>
                    <a:pt x="90" y="20"/>
                  </a:cubicBezTo>
                  <a:cubicBezTo>
                    <a:pt x="91" y="20"/>
                    <a:pt x="91" y="20"/>
                    <a:pt x="92" y="19"/>
                  </a:cubicBezTo>
                  <a:cubicBezTo>
                    <a:pt x="93" y="18"/>
                    <a:pt x="94" y="16"/>
                    <a:pt x="95" y="13"/>
                  </a:cubicBezTo>
                  <a:cubicBezTo>
                    <a:pt x="95" y="13"/>
                    <a:pt x="95" y="13"/>
                    <a:pt x="95" y="13"/>
                  </a:cubicBezTo>
                  <a:cubicBezTo>
                    <a:pt x="95" y="16"/>
                    <a:pt x="96" y="18"/>
                    <a:pt x="97" y="19"/>
                  </a:cubicBezTo>
                  <a:cubicBezTo>
                    <a:pt x="97" y="19"/>
                    <a:pt x="97" y="19"/>
                    <a:pt x="98" y="19"/>
                  </a:cubicBezTo>
                  <a:cubicBezTo>
                    <a:pt x="98" y="20"/>
                    <a:pt x="98" y="20"/>
                    <a:pt x="99" y="20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99" y="20"/>
                    <a:pt x="99" y="20"/>
                    <a:pt x="100" y="20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20"/>
                    <a:pt x="105" y="20"/>
                  </a:cubicBezTo>
                  <a:cubicBezTo>
                    <a:pt x="106" y="19"/>
                    <a:pt x="107" y="17"/>
                    <a:pt x="109" y="15"/>
                  </a:cubicBezTo>
                  <a:cubicBezTo>
                    <a:pt x="110" y="17"/>
                    <a:pt x="110" y="19"/>
                    <a:pt x="111" y="21"/>
                  </a:cubicBezTo>
                  <a:cubicBezTo>
                    <a:pt x="112" y="21"/>
                    <a:pt x="112" y="22"/>
                    <a:pt x="113" y="22"/>
                  </a:cubicBezTo>
                  <a:cubicBezTo>
                    <a:pt x="117" y="22"/>
                    <a:pt x="117" y="22"/>
                    <a:pt x="117" y="22"/>
                  </a:cubicBezTo>
                  <a:cubicBezTo>
                    <a:pt x="119" y="23"/>
                    <a:pt x="121" y="20"/>
                    <a:pt x="123" y="16"/>
                  </a:cubicBezTo>
                  <a:cubicBezTo>
                    <a:pt x="124" y="19"/>
                    <a:pt x="125" y="22"/>
                    <a:pt x="127" y="23"/>
                  </a:cubicBezTo>
                  <a:cubicBezTo>
                    <a:pt x="127" y="23"/>
                    <a:pt x="127" y="23"/>
                    <a:pt x="127" y="23"/>
                  </a:cubicBezTo>
                  <a:cubicBezTo>
                    <a:pt x="127" y="23"/>
                    <a:pt x="128" y="23"/>
                    <a:pt x="128" y="23"/>
                  </a:cubicBezTo>
                  <a:cubicBezTo>
                    <a:pt x="132" y="24"/>
                    <a:pt x="132" y="24"/>
                    <a:pt x="132" y="24"/>
                  </a:cubicBezTo>
                  <a:cubicBezTo>
                    <a:pt x="133" y="24"/>
                    <a:pt x="133" y="24"/>
                    <a:pt x="133" y="23"/>
                  </a:cubicBezTo>
                  <a:cubicBezTo>
                    <a:pt x="135" y="22"/>
                    <a:pt x="136" y="20"/>
                    <a:pt x="138" y="18"/>
                  </a:cubicBezTo>
                  <a:cubicBezTo>
                    <a:pt x="139" y="21"/>
                    <a:pt x="140" y="24"/>
                    <a:pt x="143" y="24"/>
                  </a:cubicBezTo>
                  <a:cubicBezTo>
                    <a:pt x="145" y="25"/>
                    <a:pt x="145" y="25"/>
                    <a:pt x="145" y="25"/>
                  </a:cubicBezTo>
                  <a:cubicBezTo>
                    <a:pt x="146" y="25"/>
                    <a:pt x="146" y="25"/>
                    <a:pt x="146" y="25"/>
                  </a:cubicBezTo>
                  <a:cubicBezTo>
                    <a:pt x="146" y="25"/>
                    <a:pt x="146" y="25"/>
                    <a:pt x="147" y="25"/>
                  </a:cubicBezTo>
                  <a:cubicBezTo>
                    <a:pt x="147" y="25"/>
                    <a:pt x="147" y="25"/>
                    <a:pt x="147" y="25"/>
                  </a:cubicBezTo>
                  <a:cubicBezTo>
                    <a:pt x="149" y="24"/>
                    <a:pt x="151" y="22"/>
                    <a:pt x="152" y="19"/>
                  </a:cubicBezTo>
                  <a:cubicBezTo>
                    <a:pt x="153" y="23"/>
                    <a:pt x="154" y="25"/>
                    <a:pt x="155" y="26"/>
                  </a:cubicBezTo>
                  <a:cubicBezTo>
                    <a:pt x="155" y="26"/>
                    <a:pt x="155" y="27"/>
                    <a:pt x="155" y="27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60" y="28"/>
                    <a:pt x="160" y="28"/>
                    <a:pt x="160" y="28"/>
                  </a:cubicBezTo>
                  <a:cubicBezTo>
                    <a:pt x="161" y="28"/>
                    <a:pt x="161" y="28"/>
                    <a:pt x="162" y="27"/>
                  </a:cubicBezTo>
                  <a:cubicBezTo>
                    <a:pt x="163" y="27"/>
                    <a:pt x="165" y="25"/>
                    <a:pt x="166" y="23"/>
                  </a:cubicBezTo>
                  <a:cubicBezTo>
                    <a:pt x="167" y="24"/>
                    <a:pt x="167" y="26"/>
                    <a:pt x="167" y="27"/>
                  </a:cubicBezTo>
                  <a:cubicBezTo>
                    <a:pt x="167" y="27"/>
                    <a:pt x="167" y="28"/>
                    <a:pt x="167" y="28"/>
                  </a:cubicBezTo>
                  <a:cubicBezTo>
                    <a:pt x="167" y="29"/>
                    <a:pt x="168" y="29"/>
                    <a:pt x="169" y="30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3" y="31"/>
                    <a:pt x="174" y="31"/>
                    <a:pt x="175" y="31"/>
                  </a:cubicBezTo>
                  <a:cubicBezTo>
                    <a:pt x="175" y="31"/>
                    <a:pt x="175" y="31"/>
                    <a:pt x="175" y="31"/>
                  </a:cubicBezTo>
                  <a:cubicBezTo>
                    <a:pt x="176" y="31"/>
                    <a:pt x="176" y="31"/>
                    <a:pt x="176" y="31"/>
                  </a:cubicBezTo>
                  <a:cubicBezTo>
                    <a:pt x="176" y="31"/>
                    <a:pt x="176" y="31"/>
                    <a:pt x="176" y="31"/>
                  </a:cubicBezTo>
                  <a:cubicBezTo>
                    <a:pt x="177" y="30"/>
                    <a:pt x="178" y="29"/>
                    <a:pt x="180" y="27"/>
                  </a:cubicBezTo>
                  <a:cubicBezTo>
                    <a:pt x="180" y="27"/>
                    <a:pt x="180" y="28"/>
                    <a:pt x="180" y="28"/>
                  </a:cubicBezTo>
                  <a:cubicBezTo>
                    <a:pt x="180" y="31"/>
                    <a:pt x="180" y="34"/>
                    <a:pt x="182" y="35"/>
                  </a:cubicBezTo>
                  <a:cubicBezTo>
                    <a:pt x="186" y="36"/>
                    <a:pt x="186" y="36"/>
                    <a:pt x="186" y="36"/>
                  </a:cubicBezTo>
                  <a:cubicBezTo>
                    <a:pt x="186" y="36"/>
                    <a:pt x="187" y="36"/>
                    <a:pt x="187" y="36"/>
                  </a:cubicBezTo>
                  <a:cubicBezTo>
                    <a:pt x="188" y="36"/>
                    <a:pt x="190" y="35"/>
                    <a:pt x="192" y="34"/>
                  </a:cubicBezTo>
                  <a:cubicBezTo>
                    <a:pt x="192" y="35"/>
                    <a:pt x="192" y="36"/>
                    <a:pt x="192" y="37"/>
                  </a:cubicBezTo>
                  <a:cubicBezTo>
                    <a:pt x="192" y="37"/>
                    <a:pt x="192" y="37"/>
                    <a:pt x="192" y="37"/>
                  </a:cubicBezTo>
                  <a:cubicBezTo>
                    <a:pt x="192" y="38"/>
                    <a:pt x="192" y="39"/>
                    <a:pt x="193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94" y="40"/>
                    <a:pt x="194" y="40"/>
                    <a:pt x="194" y="40"/>
                  </a:cubicBezTo>
                  <a:cubicBezTo>
                    <a:pt x="194" y="40"/>
                    <a:pt x="194" y="40"/>
                    <a:pt x="194" y="40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8" y="42"/>
                    <a:pt x="199" y="41"/>
                    <a:pt x="200" y="41"/>
                  </a:cubicBezTo>
                  <a:cubicBezTo>
                    <a:pt x="201" y="41"/>
                    <a:pt x="202" y="40"/>
                    <a:pt x="203" y="39"/>
                  </a:cubicBezTo>
                  <a:cubicBezTo>
                    <a:pt x="203" y="39"/>
                    <a:pt x="203" y="40"/>
                    <a:pt x="203" y="40"/>
                  </a:cubicBezTo>
                  <a:cubicBezTo>
                    <a:pt x="203" y="40"/>
                    <a:pt x="202" y="41"/>
                    <a:pt x="202" y="41"/>
                  </a:cubicBezTo>
                  <a:cubicBezTo>
                    <a:pt x="202" y="41"/>
                    <a:pt x="202" y="41"/>
                    <a:pt x="203" y="42"/>
                  </a:cubicBezTo>
                  <a:cubicBezTo>
                    <a:pt x="203" y="42"/>
                    <a:pt x="203" y="42"/>
                    <a:pt x="203" y="42"/>
                  </a:cubicBezTo>
                  <a:cubicBezTo>
                    <a:pt x="203" y="42"/>
                    <a:pt x="203" y="42"/>
                    <a:pt x="203" y="42"/>
                  </a:cubicBezTo>
                  <a:cubicBezTo>
                    <a:pt x="203" y="42"/>
                    <a:pt x="203" y="43"/>
                    <a:pt x="203" y="43"/>
                  </a:cubicBezTo>
                  <a:cubicBezTo>
                    <a:pt x="206" y="46"/>
                    <a:pt x="206" y="46"/>
                    <a:pt x="206" y="46"/>
                  </a:cubicBezTo>
                  <a:cubicBezTo>
                    <a:pt x="206" y="46"/>
                    <a:pt x="207" y="46"/>
                    <a:pt x="208" y="46"/>
                  </a:cubicBezTo>
                  <a:cubicBezTo>
                    <a:pt x="208" y="47"/>
                    <a:pt x="208" y="47"/>
                    <a:pt x="209" y="46"/>
                  </a:cubicBezTo>
                  <a:cubicBezTo>
                    <a:pt x="210" y="46"/>
                    <a:pt x="212" y="45"/>
                    <a:pt x="213" y="45"/>
                  </a:cubicBezTo>
                  <a:cubicBezTo>
                    <a:pt x="214" y="44"/>
                    <a:pt x="214" y="44"/>
                    <a:pt x="214" y="44"/>
                  </a:cubicBezTo>
                  <a:cubicBezTo>
                    <a:pt x="214" y="46"/>
                    <a:pt x="213" y="48"/>
                    <a:pt x="213" y="49"/>
                  </a:cubicBezTo>
                  <a:cubicBezTo>
                    <a:pt x="212" y="50"/>
                    <a:pt x="212" y="51"/>
                    <a:pt x="213" y="52"/>
                  </a:cubicBezTo>
                  <a:cubicBezTo>
                    <a:pt x="216" y="55"/>
                    <a:pt x="216" y="55"/>
                    <a:pt x="216" y="55"/>
                  </a:cubicBezTo>
                  <a:cubicBezTo>
                    <a:pt x="217" y="56"/>
                    <a:pt x="218" y="56"/>
                    <a:pt x="219" y="56"/>
                  </a:cubicBezTo>
                  <a:cubicBezTo>
                    <a:pt x="218" y="56"/>
                    <a:pt x="218" y="57"/>
                    <a:pt x="218" y="58"/>
                  </a:cubicBezTo>
                  <a:cubicBezTo>
                    <a:pt x="218" y="58"/>
                    <a:pt x="218" y="58"/>
                    <a:pt x="218" y="58"/>
                  </a:cubicBezTo>
                  <a:cubicBezTo>
                    <a:pt x="218" y="58"/>
                    <a:pt x="218" y="58"/>
                    <a:pt x="218" y="58"/>
                  </a:cubicBezTo>
                  <a:cubicBezTo>
                    <a:pt x="218" y="58"/>
                    <a:pt x="218" y="58"/>
                    <a:pt x="218" y="58"/>
                  </a:cubicBezTo>
                  <a:cubicBezTo>
                    <a:pt x="218" y="58"/>
                    <a:pt x="218" y="58"/>
                    <a:pt x="218" y="59"/>
                  </a:cubicBezTo>
                  <a:cubicBezTo>
                    <a:pt x="218" y="59"/>
                    <a:pt x="218" y="60"/>
                    <a:pt x="218" y="60"/>
                  </a:cubicBezTo>
                  <a:cubicBezTo>
                    <a:pt x="218" y="60"/>
                    <a:pt x="218" y="61"/>
                    <a:pt x="219" y="61"/>
                  </a:cubicBezTo>
                  <a:cubicBezTo>
                    <a:pt x="219" y="61"/>
                    <a:pt x="219" y="61"/>
                    <a:pt x="219" y="61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4"/>
                    <a:pt x="221" y="64"/>
                    <a:pt x="223" y="65"/>
                  </a:cubicBezTo>
                  <a:cubicBezTo>
                    <a:pt x="222" y="65"/>
                    <a:pt x="222" y="66"/>
                    <a:pt x="222" y="66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2" y="72"/>
                    <a:pt x="223" y="72"/>
                    <a:pt x="224" y="73"/>
                  </a:cubicBezTo>
                  <a:cubicBezTo>
                    <a:pt x="223" y="73"/>
                    <a:pt x="223" y="73"/>
                    <a:pt x="222" y="74"/>
                  </a:cubicBezTo>
                  <a:cubicBezTo>
                    <a:pt x="222" y="74"/>
                    <a:pt x="222" y="74"/>
                    <a:pt x="221" y="74"/>
                  </a:cubicBezTo>
                  <a:cubicBezTo>
                    <a:pt x="221" y="75"/>
                    <a:pt x="220" y="75"/>
                    <a:pt x="220" y="76"/>
                  </a:cubicBezTo>
                  <a:cubicBezTo>
                    <a:pt x="220" y="76"/>
                    <a:pt x="220" y="76"/>
                    <a:pt x="220" y="77"/>
                  </a:cubicBezTo>
                  <a:cubicBezTo>
                    <a:pt x="220" y="77"/>
                    <a:pt x="220" y="77"/>
                    <a:pt x="220" y="77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9"/>
                    <a:pt x="220" y="79"/>
                    <a:pt x="220" y="80"/>
                  </a:cubicBezTo>
                  <a:cubicBezTo>
                    <a:pt x="220" y="81"/>
                    <a:pt x="221" y="83"/>
                    <a:pt x="222" y="84"/>
                  </a:cubicBezTo>
                  <a:cubicBezTo>
                    <a:pt x="220" y="84"/>
                    <a:pt x="219" y="84"/>
                    <a:pt x="218" y="85"/>
                  </a:cubicBezTo>
                  <a:cubicBezTo>
                    <a:pt x="218" y="85"/>
                    <a:pt x="218" y="85"/>
                    <a:pt x="218" y="85"/>
                  </a:cubicBezTo>
                  <a:cubicBezTo>
                    <a:pt x="217" y="85"/>
                    <a:pt x="217" y="85"/>
                    <a:pt x="217" y="86"/>
                  </a:cubicBezTo>
                  <a:cubicBezTo>
                    <a:pt x="217" y="86"/>
                    <a:pt x="217" y="86"/>
                    <a:pt x="217" y="86"/>
                  </a:cubicBezTo>
                  <a:cubicBezTo>
                    <a:pt x="215" y="88"/>
                    <a:pt x="215" y="88"/>
                    <a:pt x="215" y="88"/>
                  </a:cubicBezTo>
                  <a:cubicBezTo>
                    <a:pt x="215" y="89"/>
                    <a:pt x="214" y="89"/>
                    <a:pt x="214" y="90"/>
                  </a:cubicBezTo>
                  <a:cubicBezTo>
                    <a:pt x="214" y="92"/>
                    <a:pt x="216" y="94"/>
                    <a:pt x="218" y="97"/>
                  </a:cubicBezTo>
                  <a:cubicBezTo>
                    <a:pt x="219" y="98"/>
                    <a:pt x="219" y="98"/>
                    <a:pt x="219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18" y="98"/>
                    <a:pt x="216" y="98"/>
                    <a:pt x="216" y="98"/>
                  </a:cubicBezTo>
                  <a:cubicBezTo>
                    <a:pt x="215" y="98"/>
                    <a:pt x="214" y="98"/>
                    <a:pt x="213" y="98"/>
                  </a:cubicBezTo>
                  <a:cubicBezTo>
                    <a:pt x="213" y="98"/>
                    <a:pt x="213" y="98"/>
                    <a:pt x="213" y="98"/>
                  </a:cubicBezTo>
                  <a:cubicBezTo>
                    <a:pt x="213" y="98"/>
                    <a:pt x="213" y="98"/>
                    <a:pt x="213" y="98"/>
                  </a:cubicBezTo>
                  <a:cubicBezTo>
                    <a:pt x="213" y="98"/>
                    <a:pt x="213" y="98"/>
                    <a:pt x="213" y="98"/>
                  </a:cubicBezTo>
                  <a:cubicBezTo>
                    <a:pt x="210" y="95"/>
                    <a:pt x="210" y="95"/>
                    <a:pt x="210" y="95"/>
                  </a:cubicBezTo>
                  <a:cubicBezTo>
                    <a:pt x="209" y="95"/>
                    <a:pt x="208" y="95"/>
                    <a:pt x="207" y="95"/>
                  </a:cubicBezTo>
                  <a:cubicBezTo>
                    <a:pt x="206" y="95"/>
                    <a:pt x="204" y="97"/>
                    <a:pt x="202" y="98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2" y="96"/>
                    <a:pt x="202" y="94"/>
                    <a:pt x="202" y="92"/>
                  </a:cubicBezTo>
                  <a:cubicBezTo>
                    <a:pt x="202" y="92"/>
                    <a:pt x="202" y="91"/>
                    <a:pt x="201" y="90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5" y="88"/>
                    <a:pt x="193" y="90"/>
                    <a:pt x="190" y="93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4"/>
                  </a:cubicBezTo>
                  <a:cubicBezTo>
                    <a:pt x="189" y="92"/>
                    <a:pt x="189" y="92"/>
                    <a:pt x="189" y="92"/>
                  </a:cubicBezTo>
                  <a:cubicBezTo>
                    <a:pt x="189" y="90"/>
                    <a:pt x="188" y="88"/>
                    <a:pt x="188" y="87"/>
                  </a:cubicBezTo>
                  <a:cubicBezTo>
                    <a:pt x="188" y="86"/>
                    <a:pt x="187" y="85"/>
                    <a:pt x="186" y="85"/>
                  </a:cubicBezTo>
                  <a:cubicBezTo>
                    <a:pt x="186" y="85"/>
                    <a:pt x="182" y="84"/>
                    <a:pt x="182" y="84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0" y="84"/>
                    <a:pt x="178" y="87"/>
                    <a:pt x="176" y="90"/>
                  </a:cubicBezTo>
                  <a:cubicBezTo>
                    <a:pt x="175" y="92"/>
                    <a:pt x="175" y="92"/>
                    <a:pt x="175" y="92"/>
                  </a:cubicBezTo>
                  <a:cubicBezTo>
                    <a:pt x="175" y="92"/>
                    <a:pt x="175" y="92"/>
                    <a:pt x="175" y="92"/>
                  </a:cubicBezTo>
                  <a:cubicBezTo>
                    <a:pt x="175" y="92"/>
                    <a:pt x="175" y="91"/>
                    <a:pt x="175" y="91"/>
                  </a:cubicBezTo>
                  <a:cubicBezTo>
                    <a:pt x="175" y="91"/>
                    <a:pt x="174" y="88"/>
                    <a:pt x="174" y="88"/>
                  </a:cubicBezTo>
                  <a:cubicBezTo>
                    <a:pt x="174" y="86"/>
                    <a:pt x="174" y="84"/>
                    <a:pt x="172" y="83"/>
                  </a:cubicBezTo>
                  <a:cubicBezTo>
                    <a:pt x="172" y="82"/>
                    <a:pt x="172" y="82"/>
                    <a:pt x="171" y="82"/>
                  </a:cubicBezTo>
                  <a:cubicBezTo>
                    <a:pt x="167" y="82"/>
                    <a:pt x="167" y="82"/>
                    <a:pt x="167" y="82"/>
                  </a:cubicBezTo>
                  <a:cubicBezTo>
                    <a:pt x="165" y="81"/>
                    <a:pt x="163" y="84"/>
                    <a:pt x="162" y="88"/>
                  </a:cubicBezTo>
                  <a:cubicBezTo>
                    <a:pt x="161" y="89"/>
                    <a:pt x="161" y="89"/>
                    <a:pt x="161" y="89"/>
                  </a:cubicBezTo>
                  <a:cubicBezTo>
                    <a:pt x="161" y="89"/>
                    <a:pt x="161" y="90"/>
                    <a:pt x="161" y="90"/>
                  </a:cubicBezTo>
                  <a:cubicBezTo>
                    <a:pt x="161" y="89"/>
                    <a:pt x="161" y="89"/>
                    <a:pt x="161" y="89"/>
                  </a:cubicBezTo>
                  <a:cubicBezTo>
                    <a:pt x="161" y="89"/>
                    <a:pt x="160" y="86"/>
                    <a:pt x="160" y="86"/>
                  </a:cubicBezTo>
                  <a:cubicBezTo>
                    <a:pt x="160" y="83"/>
                    <a:pt x="159" y="81"/>
                    <a:pt x="158" y="81"/>
                  </a:cubicBezTo>
                  <a:cubicBezTo>
                    <a:pt x="157" y="80"/>
                    <a:pt x="157" y="80"/>
                    <a:pt x="157" y="80"/>
                  </a:cubicBezTo>
                  <a:cubicBezTo>
                    <a:pt x="157" y="80"/>
                    <a:pt x="157" y="80"/>
                    <a:pt x="157" y="80"/>
                  </a:cubicBezTo>
                  <a:cubicBezTo>
                    <a:pt x="153" y="80"/>
                    <a:pt x="153" y="80"/>
                    <a:pt x="153" y="80"/>
                  </a:cubicBezTo>
                  <a:cubicBezTo>
                    <a:pt x="153" y="80"/>
                    <a:pt x="153" y="80"/>
                    <a:pt x="153" y="80"/>
                  </a:cubicBezTo>
                  <a:cubicBezTo>
                    <a:pt x="153" y="80"/>
                    <a:pt x="153" y="80"/>
                    <a:pt x="153" y="80"/>
                  </a:cubicBezTo>
                  <a:cubicBezTo>
                    <a:pt x="153" y="80"/>
                    <a:pt x="153" y="80"/>
                    <a:pt x="153" y="80"/>
                  </a:cubicBezTo>
                  <a:cubicBezTo>
                    <a:pt x="150" y="79"/>
                    <a:pt x="149" y="82"/>
                    <a:pt x="147" y="86"/>
                  </a:cubicBezTo>
                  <a:cubicBezTo>
                    <a:pt x="146" y="87"/>
                    <a:pt x="146" y="87"/>
                    <a:pt x="146" y="87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46" y="88"/>
                    <a:pt x="146" y="87"/>
                    <a:pt x="145" y="87"/>
                  </a:cubicBezTo>
                  <a:cubicBezTo>
                    <a:pt x="145" y="87"/>
                    <a:pt x="145" y="84"/>
                    <a:pt x="145" y="84"/>
                  </a:cubicBezTo>
                  <a:cubicBezTo>
                    <a:pt x="144" y="81"/>
                    <a:pt x="143" y="79"/>
                    <a:pt x="141" y="79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34" y="79"/>
                    <a:pt x="133" y="82"/>
                    <a:pt x="132" y="86"/>
                  </a:cubicBezTo>
                  <a:cubicBezTo>
                    <a:pt x="131" y="87"/>
                    <a:pt x="131" y="87"/>
                    <a:pt x="131" y="87"/>
                  </a:cubicBezTo>
                  <a:cubicBezTo>
                    <a:pt x="131" y="87"/>
                    <a:pt x="131" y="87"/>
                    <a:pt x="131" y="88"/>
                  </a:cubicBezTo>
                  <a:cubicBezTo>
                    <a:pt x="131" y="87"/>
                    <a:pt x="131" y="87"/>
                    <a:pt x="131" y="87"/>
                  </a:cubicBezTo>
                  <a:cubicBezTo>
                    <a:pt x="131" y="87"/>
                    <a:pt x="130" y="84"/>
                    <a:pt x="130" y="84"/>
                  </a:cubicBezTo>
                  <a:cubicBezTo>
                    <a:pt x="129" y="81"/>
                    <a:pt x="129" y="79"/>
                    <a:pt x="126" y="79"/>
                  </a:cubicBezTo>
                  <a:cubicBezTo>
                    <a:pt x="126" y="79"/>
                    <a:pt x="126" y="79"/>
                    <a:pt x="126" y="79"/>
                  </a:cubicBezTo>
                  <a:cubicBezTo>
                    <a:pt x="122" y="79"/>
                    <a:pt x="122" y="79"/>
                    <a:pt x="122" y="79"/>
                  </a:cubicBezTo>
                  <a:cubicBezTo>
                    <a:pt x="120" y="79"/>
                    <a:pt x="118" y="82"/>
                    <a:pt x="117" y="86"/>
                  </a:cubicBezTo>
                  <a:cubicBezTo>
                    <a:pt x="117" y="87"/>
                    <a:pt x="117" y="87"/>
                    <a:pt x="117" y="87"/>
                  </a:cubicBezTo>
                  <a:cubicBezTo>
                    <a:pt x="117" y="87"/>
                    <a:pt x="117" y="87"/>
                    <a:pt x="117" y="87"/>
                  </a:cubicBezTo>
                  <a:cubicBezTo>
                    <a:pt x="116" y="86"/>
                    <a:pt x="116" y="86"/>
                    <a:pt x="116" y="85"/>
                  </a:cubicBezTo>
                  <a:cubicBezTo>
                    <a:pt x="116" y="85"/>
                    <a:pt x="115" y="83"/>
                    <a:pt x="115" y="83"/>
                  </a:cubicBezTo>
                  <a:cubicBezTo>
                    <a:pt x="114" y="81"/>
                    <a:pt x="114" y="80"/>
                    <a:pt x="113" y="79"/>
                  </a:cubicBezTo>
                  <a:cubicBezTo>
                    <a:pt x="113" y="78"/>
                    <a:pt x="112" y="77"/>
                    <a:pt x="111" y="77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1" y="77"/>
                    <a:pt x="107" y="77"/>
                    <a:pt x="107" y="77"/>
                  </a:cubicBezTo>
                  <a:cubicBezTo>
                    <a:pt x="106" y="77"/>
                    <a:pt x="105" y="78"/>
                    <a:pt x="105" y="79"/>
                  </a:cubicBezTo>
                  <a:cubicBezTo>
                    <a:pt x="104" y="80"/>
                    <a:pt x="103" y="82"/>
                    <a:pt x="103" y="84"/>
                  </a:cubicBezTo>
                  <a:cubicBezTo>
                    <a:pt x="102" y="86"/>
                    <a:pt x="102" y="86"/>
                    <a:pt x="102" y="86"/>
                  </a:cubicBezTo>
                  <a:cubicBezTo>
                    <a:pt x="102" y="86"/>
                    <a:pt x="102" y="85"/>
                    <a:pt x="102" y="85"/>
                  </a:cubicBezTo>
                  <a:cubicBezTo>
                    <a:pt x="102" y="85"/>
                    <a:pt x="101" y="83"/>
                    <a:pt x="101" y="83"/>
                  </a:cubicBezTo>
                  <a:cubicBezTo>
                    <a:pt x="100" y="80"/>
                    <a:pt x="100" y="78"/>
                    <a:pt x="97" y="77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93" y="77"/>
                    <a:pt x="93" y="77"/>
                    <a:pt x="93" y="77"/>
                  </a:cubicBezTo>
                  <a:cubicBezTo>
                    <a:pt x="93" y="77"/>
                    <a:pt x="93" y="77"/>
                    <a:pt x="93" y="77"/>
                  </a:cubicBezTo>
                  <a:cubicBezTo>
                    <a:pt x="91" y="78"/>
                    <a:pt x="90" y="81"/>
                    <a:pt x="88" y="84"/>
                  </a:cubicBezTo>
                  <a:cubicBezTo>
                    <a:pt x="88" y="85"/>
                    <a:pt x="88" y="85"/>
                    <a:pt x="88" y="85"/>
                  </a:cubicBezTo>
                  <a:cubicBezTo>
                    <a:pt x="88" y="83"/>
                    <a:pt x="88" y="83"/>
                    <a:pt x="88" y="83"/>
                  </a:cubicBezTo>
                  <a:cubicBezTo>
                    <a:pt x="87" y="80"/>
                    <a:pt x="86" y="78"/>
                    <a:pt x="84" y="78"/>
                  </a:cubicBezTo>
                  <a:cubicBezTo>
                    <a:pt x="80" y="78"/>
                    <a:pt x="80" y="78"/>
                    <a:pt x="80" y="78"/>
                  </a:cubicBezTo>
                  <a:cubicBezTo>
                    <a:pt x="80" y="78"/>
                    <a:pt x="80" y="78"/>
                    <a:pt x="80" y="78"/>
                  </a:cubicBezTo>
                  <a:cubicBezTo>
                    <a:pt x="80" y="78"/>
                    <a:pt x="80" y="78"/>
                    <a:pt x="80" y="78"/>
                  </a:cubicBezTo>
                  <a:cubicBezTo>
                    <a:pt x="80" y="78"/>
                    <a:pt x="80" y="78"/>
                    <a:pt x="80" y="78"/>
                  </a:cubicBezTo>
                  <a:cubicBezTo>
                    <a:pt x="80" y="78"/>
                    <a:pt x="80" y="78"/>
                    <a:pt x="80" y="78"/>
                  </a:cubicBezTo>
                  <a:cubicBezTo>
                    <a:pt x="77" y="78"/>
                    <a:pt x="76" y="80"/>
                    <a:pt x="75" y="83"/>
                  </a:cubicBezTo>
                  <a:cubicBezTo>
                    <a:pt x="74" y="85"/>
                    <a:pt x="74" y="85"/>
                    <a:pt x="74" y="85"/>
                  </a:cubicBezTo>
                  <a:cubicBezTo>
                    <a:pt x="74" y="86"/>
                    <a:pt x="74" y="86"/>
                    <a:pt x="74" y="87"/>
                  </a:cubicBezTo>
                  <a:cubicBezTo>
                    <a:pt x="73" y="87"/>
                    <a:pt x="73" y="87"/>
                    <a:pt x="73" y="87"/>
                  </a:cubicBezTo>
                  <a:cubicBezTo>
                    <a:pt x="73" y="86"/>
                    <a:pt x="73" y="85"/>
                    <a:pt x="73" y="85"/>
                  </a:cubicBezTo>
                  <a:cubicBezTo>
                    <a:pt x="71" y="81"/>
                    <a:pt x="70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1" y="78"/>
                    <a:pt x="61" y="80"/>
                    <a:pt x="60" y="83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9" y="86"/>
                    <a:pt x="59" y="87"/>
                    <a:pt x="59" y="87"/>
                  </a:cubicBezTo>
                  <a:cubicBezTo>
                    <a:pt x="59" y="87"/>
                    <a:pt x="59" y="87"/>
                    <a:pt x="58" y="87"/>
                  </a:cubicBezTo>
                  <a:cubicBezTo>
                    <a:pt x="58" y="86"/>
                    <a:pt x="58" y="85"/>
                    <a:pt x="58" y="85"/>
                  </a:cubicBezTo>
                  <a:cubicBezTo>
                    <a:pt x="57" y="82"/>
                    <a:pt x="56" y="80"/>
                    <a:pt x="54" y="79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8" y="79"/>
                    <a:pt x="47" y="79"/>
                    <a:pt x="47" y="80"/>
                  </a:cubicBezTo>
                  <a:cubicBezTo>
                    <a:pt x="46" y="81"/>
                    <a:pt x="46" y="83"/>
                    <a:pt x="46" y="84"/>
                  </a:cubicBezTo>
                  <a:cubicBezTo>
                    <a:pt x="45" y="87"/>
                    <a:pt x="45" y="87"/>
                    <a:pt x="45" y="87"/>
                  </a:cubicBezTo>
                  <a:cubicBezTo>
                    <a:pt x="45" y="87"/>
                    <a:pt x="45" y="88"/>
                    <a:pt x="45" y="88"/>
                  </a:cubicBezTo>
                  <a:cubicBezTo>
                    <a:pt x="44" y="87"/>
                    <a:pt x="44" y="87"/>
                    <a:pt x="44" y="87"/>
                  </a:cubicBezTo>
                  <a:cubicBezTo>
                    <a:pt x="42" y="84"/>
                    <a:pt x="40" y="82"/>
                    <a:pt x="37" y="82"/>
                  </a:cubicBezTo>
                  <a:cubicBezTo>
                    <a:pt x="37" y="82"/>
                    <a:pt x="37" y="82"/>
                    <a:pt x="37" y="82"/>
                  </a:cubicBezTo>
                  <a:cubicBezTo>
                    <a:pt x="37" y="82"/>
                    <a:pt x="37" y="82"/>
                    <a:pt x="37" y="83"/>
                  </a:cubicBezTo>
                  <a:cubicBezTo>
                    <a:pt x="33" y="84"/>
                    <a:pt x="33" y="84"/>
                    <a:pt x="33" y="84"/>
                  </a:cubicBezTo>
                  <a:cubicBezTo>
                    <a:pt x="32" y="84"/>
                    <a:pt x="32" y="85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1" y="87"/>
                    <a:pt x="32" y="89"/>
                    <a:pt x="32" y="91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3" y="92"/>
                    <a:pt x="32" y="92"/>
                    <a:pt x="32" y="92"/>
                  </a:cubicBezTo>
                  <a:cubicBezTo>
                    <a:pt x="30" y="90"/>
                    <a:pt x="28" y="87"/>
                    <a:pt x="26" y="88"/>
                  </a:cubicBezTo>
                  <a:cubicBezTo>
                    <a:pt x="26" y="88"/>
                    <a:pt x="25" y="88"/>
                    <a:pt x="25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25" y="88"/>
                    <a:pt x="21" y="90"/>
                    <a:pt x="21" y="90"/>
                  </a:cubicBezTo>
                  <a:cubicBezTo>
                    <a:pt x="21" y="90"/>
                    <a:pt x="20" y="91"/>
                    <a:pt x="20" y="92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3"/>
                    <a:pt x="20" y="96"/>
                    <a:pt x="20" y="98"/>
                  </a:cubicBezTo>
                  <a:cubicBezTo>
                    <a:pt x="20" y="98"/>
                    <a:pt x="20" y="98"/>
                    <a:pt x="20" y="98"/>
                  </a:cubicBezTo>
                  <a:cubicBezTo>
                    <a:pt x="17" y="97"/>
                    <a:pt x="15" y="96"/>
                    <a:pt x="14" y="95"/>
                  </a:cubicBezTo>
                  <a:cubicBezTo>
                    <a:pt x="13" y="95"/>
                    <a:pt x="12" y="95"/>
                    <a:pt x="11" y="96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9" y="98"/>
                    <a:pt x="9" y="99"/>
                    <a:pt x="9" y="99"/>
                  </a:cubicBezTo>
                  <a:cubicBezTo>
                    <a:pt x="9" y="99"/>
                    <a:pt x="8" y="99"/>
                    <a:pt x="8" y="99"/>
                  </a:cubicBezTo>
                  <a:cubicBezTo>
                    <a:pt x="8" y="99"/>
                    <a:pt x="8" y="99"/>
                    <a:pt x="8" y="99"/>
                  </a:cubicBezTo>
                  <a:cubicBezTo>
                    <a:pt x="8" y="99"/>
                    <a:pt x="8" y="100"/>
                    <a:pt x="8" y="100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8" y="101"/>
                    <a:pt x="8" y="101"/>
                    <a:pt x="8" y="102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9" y="103"/>
                    <a:pt x="9" y="103"/>
                    <a:pt x="10" y="104"/>
                  </a:cubicBezTo>
                  <a:cubicBezTo>
                    <a:pt x="12" y="106"/>
                    <a:pt x="12" y="106"/>
                    <a:pt x="12" y="106"/>
                  </a:cubicBezTo>
                  <a:cubicBezTo>
                    <a:pt x="8" y="108"/>
                    <a:pt x="3" y="110"/>
                    <a:pt x="1" y="112"/>
                  </a:cubicBezTo>
                  <a:cubicBezTo>
                    <a:pt x="1" y="112"/>
                    <a:pt x="1" y="113"/>
                    <a:pt x="1" y="113"/>
                  </a:cubicBezTo>
                  <a:cubicBezTo>
                    <a:pt x="0" y="114"/>
                    <a:pt x="0" y="114"/>
                    <a:pt x="1" y="115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5" y="120"/>
                    <a:pt x="8" y="119"/>
                    <a:pt x="11" y="117"/>
                  </a:cubicBezTo>
                  <a:cubicBezTo>
                    <a:pt x="13" y="116"/>
                    <a:pt x="13" y="116"/>
                    <a:pt x="13" y="116"/>
                  </a:cubicBezTo>
                  <a:cubicBezTo>
                    <a:pt x="13" y="116"/>
                    <a:pt x="13" y="116"/>
                    <a:pt x="13" y="116"/>
                  </a:cubicBezTo>
                  <a:cubicBezTo>
                    <a:pt x="13" y="116"/>
                    <a:pt x="13" y="117"/>
                    <a:pt x="13" y="117"/>
                  </a:cubicBezTo>
                  <a:cubicBezTo>
                    <a:pt x="13" y="117"/>
                    <a:pt x="11" y="120"/>
                    <a:pt x="11" y="120"/>
                  </a:cubicBezTo>
                  <a:cubicBezTo>
                    <a:pt x="10" y="121"/>
                    <a:pt x="10" y="122"/>
                    <a:pt x="9" y="122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9" y="124"/>
                    <a:pt x="10" y="125"/>
                    <a:pt x="10" y="125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4" y="128"/>
                    <a:pt x="14" y="128"/>
                    <a:pt x="15" y="128"/>
                  </a:cubicBezTo>
                  <a:cubicBezTo>
                    <a:pt x="16" y="128"/>
                    <a:pt x="19" y="127"/>
                    <a:pt x="21" y="126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21" y="128"/>
                    <a:pt x="21" y="129"/>
                    <a:pt x="21" y="131"/>
                  </a:cubicBezTo>
                  <a:cubicBezTo>
                    <a:pt x="21" y="132"/>
                    <a:pt x="21" y="132"/>
                    <a:pt x="22" y="133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5"/>
                    <a:pt x="27" y="135"/>
                    <a:pt x="27" y="135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29" y="135"/>
                    <a:pt x="31" y="132"/>
                    <a:pt x="33" y="130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4" y="130"/>
                    <a:pt x="34" y="131"/>
                    <a:pt x="34" y="131"/>
                  </a:cubicBezTo>
                  <a:cubicBezTo>
                    <a:pt x="33" y="133"/>
                    <a:pt x="33" y="135"/>
                    <a:pt x="34" y="136"/>
                  </a:cubicBezTo>
                  <a:cubicBezTo>
                    <a:pt x="34" y="136"/>
                    <a:pt x="34" y="136"/>
                    <a:pt x="34" y="136"/>
                  </a:cubicBezTo>
                  <a:cubicBezTo>
                    <a:pt x="34" y="137"/>
                    <a:pt x="34" y="138"/>
                    <a:pt x="35" y="138"/>
                  </a:cubicBezTo>
                  <a:cubicBezTo>
                    <a:pt x="39" y="139"/>
                    <a:pt x="39" y="139"/>
                    <a:pt x="39" y="139"/>
                  </a:cubicBezTo>
                  <a:cubicBezTo>
                    <a:pt x="39" y="139"/>
                    <a:pt x="39" y="139"/>
                    <a:pt x="39" y="139"/>
                  </a:cubicBezTo>
                  <a:cubicBezTo>
                    <a:pt x="39" y="139"/>
                    <a:pt x="39" y="139"/>
                    <a:pt x="40" y="139"/>
                  </a:cubicBezTo>
                  <a:cubicBezTo>
                    <a:pt x="42" y="140"/>
                    <a:pt x="44" y="137"/>
                    <a:pt x="46" y="134"/>
                  </a:cubicBezTo>
                  <a:cubicBezTo>
                    <a:pt x="47" y="133"/>
                    <a:pt x="47" y="133"/>
                    <a:pt x="47" y="133"/>
                  </a:cubicBezTo>
                  <a:cubicBezTo>
                    <a:pt x="47" y="133"/>
                    <a:pt x="47" y="133"/>
                    <a:pt x="47" y="133"/>
                  </a:cubicBezTo>
                  <a:cubicBezTo>
                    <a:pt x="47" y="133"/>
                    <a:pt x="47" y="134"/>
                    <a:pt x="47" y="134"/>
                  </a:cubicBezTo>
                  <a:cubicBezTo>
                    <a:pt x="47" y="138"/>
                    <a:pt x="47" y="138"/>
                    <a:pt x="47" y="138"/>
                  </a:cubicBezTo>
                  <a:cubicBezTo>
                    <a:pt x="47" y="141"/>
                    <a:pt x="47" y="143"/>
                    <a:pt x="49" y="144"/>
                  </a:cubicBezTo>
                  <a:cubicBezTo>
                    <a:pt x="49" y="144"/>
                    <a:pt x="49" y="144"/>
                    <a:pt x="49" y="144"/>
                  </a:cubicBezTo>
                  <a:cubicBezTo>
                    <a:pt x="49" y="144"/>
                    <a:pt x="49" y="144"/>
                    <a:pt x="49" y="144"/>
                  </a:cubicBezTo>
                  <a:cubicBezTo>
                    <a:pt x="49" y="144"/>
                    <a:pt x="49" y="144"/>
                    <a:pt x="49" y="144"/>
                  </a:cubicBezTo>
                  <a:cubicBezTo>
                    <a:pt x="49" y="144"/>
                    <a:pt x="49" y="144"/>
                    <a:pt x="50" y="144"/>
                  </a:cubicBezTo>
                  <a:cubicBezTo>
                    <a:pt x="54" y="144"/>
                    <a:pt x="54" y="144"/>
                    <a:pt x="54" y="144"/>
                  </a:cubicBezTo>
                  <a:cubicBezTo>
                    <a:pt x="56" y="144"/>
                    <a:pt x="57" y="141"/>
                    <a:pt x="58" y="137"/>
                  </a:cubicBezTo>
                  <a:cubicBezTo>
                    <a:pt x="59" y="136"/>
                    <a:pt x="59" y="136"/>
                    <a:pt x="59" y="136"/>
                  </a:cubicBezTo>
                  <a:cubicBezTo>
                    <a:pt x="59" y="136"/>
                    <a:pt x="59" y="136"/>
                    <a:pt x="59" y="137"/>
                  </a:cubicBezTo>
                  <a:cubicBezTo>
                    <a:pt x="59" y="137"/>
                    <a:pt x="60" y="139"/>
                    <a:pt x="60" y="139"/>
                  </a:cubicBezTo>
                  <a:cubicBezTo>
                    <a:pt x="61" y="142"/>
                    <a:pt x="61" y="144"/>
                    <a:pt x="64" y="144"/>
                  </a:cubicBezTo>
                  <a:cubicBezTo>
                    <a:pt x="64" y="144"/>
                    <a:pt x="64" y="144"/>
                    <a:pt x="64" y="144"/>
                  </a:cubicBezTo>
                  <a:cubicBezTo>
                    <a:pt x="68" y="144"/>
                    <a:pt x="68" y="144"/>
                    <a:pt x="68" y="144"/>
                  </a:cubicBezTo>
                  <a:cubicBezTo>
                    <a:pt x="68" y="144"/>
                    <a:pt x="68" y="144"/>
                    <a:pt x="68" y="144"/>
                  </a:cubicBezTo>
                  <a:cubicBezTo>
                    <a:pt x="70" y="144"/>
                    <a:pt x="71" y="141"/>
                    <a:pt x="73" y="137"/>
                  </a:cubicBezTo>
                  <a:cubicBezTo>
                    <a:pt x="73" y="136"/>
                    <a:pt x="73" y="136"/>
                    <a:pt x="73" y="136"/>
                  </a:cubicBezTo>
                  <a:cubicBezTo>
                    <a:pt x="73" y="136"/>
                    <a:pt x="73" y="136"/>
                    <a:pt x="73" y="135"/>
                  </a:cubicBezTo>
                  <a:cubicBezTo>
                    <a:pt x="74" y="136"/>
                    <a:pt x="74" y="136"/>
                    <a:pt x="74" y="137"/>
                  </a:cubicBezTo>
                  <a:cubicBezTo>
                    <a:pt x="74" y="137"/>
                    <a:pt x="75" y="139"/>
                    <a:pt x="75" y="139"/>
                  </a:cubicBezTo>
                  <a:cubicBezTo>
                    <a:pt x="75" y="141"/>
                    <a:pt x="76" y="143"/>
                    <a:pt x="77" y="144"/>
                  </a:cubicBezTo>
                  <a:cubicBezTo>
                    <a:pt x="78" y="144"/>
                    <a:pt x="78" y="144"/>
                    <a:pt x="78" y="144"/>
                  </a:cubicBezTo>
                  <a:cubicBezTo>
                    <a:pt x="78" y="144"/>
                    <a:pt x="78" y="144"/>
                    <a:pt x="78" y="144"/>
                  </a:cubicBezTo>
                  <a:cubicBezTo>
                    <a:pt x="78" y="144"/>
                    <a:pt x="78" y="144"/>
                    <a:pt x="78" y="144"/>
                  </a:cubicBezTo>
                  <a:cubicBezTo>
                    <a:pt x="83" y="144"/>
                    <a:pt x="83" y="144"/>
                    <a:pt x="83" y="144"/>
                  </a:cubicBezTo>
                  <a:cubicBezTo>
                    <a:pt x="83" y="144"/>
                    <a:pt x="83" y="144"/>
                    <a:pt x="83" y="144"/>
                  </a:cubicBezTo>
                  <a:cubicBezTo>
                    <a:pt x="83" y="144"/>
                    <a:pt x="83" y="144"/>
                    <a:pt x="83" y="144"/>
                  </a:cubicBezTo>
                  <a:cubicBezTo>
                    <a:pt x="83" y="144"/>
                    <a:pt x="83" y="144"/>
                    <a:pt x="84" y="144"/>
                  </a:cubicBezTo>
                  <a:cubicBezTo>
                    <a:pt x="85" y="143"/>
                    <a:pt x="86" y="141"/>
                    <a:pt x="86" y="139"/>
                  </a:cubicBezTo>
                  <a:cubicBezTo>
                    <a:pt x="87" y="137"/>
                    <a:pt x="87" y="137"/>
                    <a:pt x="87" y="137"/>
                  </a:cubicBezTo>
                  <a:cubicBezTo>
                    <a:pt x="87" y="136"/>
                    <a:pt x="87" y="136"/>
                    <a:pt x="88" y="135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6"/>
                    <a:pt x="88" y="137"/>
                    <a:pt x="88" y="137"/>
                  </a:cubicBezTo>
                  <a:cubicBezTo>
                    <a:pt x="90" y="141"/>
                    <a:pt x="91" y="144"/>
                    <a:pt x="93" y="144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97" y="144"/>
                    <a:pt x="97" y="144"/>
                    <a:pt x="97" y="144"/>
                  </a:cubicBezTo>
                  <a:cubicBezTo>
                    <a:pt x="97" y="144"/>
                    <a:pt x="97" y="144"/>
                    <a:pt x="97" y="144"/>
                  </a:cubicBezTo>
                  <a:cubicBezTo>
                    <a:pt x="100" y="144"/>
                    <a:pt x="100" y="142"/>
                    <a:pt x="101" y="139"/>
                  </a:cubicBezTo>
                  <a:cubicBezTo>
                    <a:pt x="102" y="137"/>
                    <a:pt x="102" y="137"/>
                    <a:pt x="102" y="137"/>
                  </a:cubicBezTo>
                  <a:cubicBezTo>
                    <a:pt x="102" y="136"/>
                    <a:pt x="102" y="136"/>
                    <a:pt x="102" y="136"/>
                  </a:cubicBezTo>
                  <a:cubicBezTo>
                    <a:pt x="102" y="136"/>
                    <a:pt x="103" y="137"/>
                    <a:pt x="103" y="137"/>
                  </a:cubicBezTo>
                  <a:cubicBezTo>
                    <a:pt x="104" y="141"/>
                    <a:pt x="105" y="144"/>
                    <a:pt x="107" y="144"/>
                  </a:cubicBezTo>
                  <a:cubicBezTo>
                    <a:pt x="107" y="144"/>
                    <a:pt x="107" y="144"/>
                    <a:pt x="107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2" y="144"/>
                    <a:pt x="112" y="144"/>
                    <a:pt x="112" y="144"/>
                  </a:cubicBezTo>
                  <a:cubicBezTo>
                    <a:pt x="114" y="144"/>
                    <a:pt x="115" y="142"/>
                    <a:pt x="115" y="139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6"/>
                    <a:pt x="117" y="135"/>
                    <a:pt x="117" y="135"/>
                  </a:cubicBezTo>
                  <a:cubicBezTo>
                    <a:pt x="117" y="135"/>
                    <a:pt x="117" y="135"/>
                    <a:pt x="117" y="136"/>
                  </a:cubicBezTo>
                  <a:cubicBezTo>
                    <a:pt x="117" y="136"/>
                    <a:pt x="118" y="137"/>
                    <a:pt x="118" y="137"/>
                  </a:cubicBezTo>
                  <a:cubicBezTo>
                    <a:pt x="120" y="141"/>
                    <a:pt x="121" y="144"/>
                    <a:pt x="124" y="144"/>
                  </a:cubicBezTo>
                  <a:cubicBezTo>
                    <a:pt x="128" y="143"/>
                    <a:pt x="128" y="143"/>
                    <a:pt x="128" y="143"/>
                  </a:cubicBezTo>
                  <a:cubicBezTo>
                    <a:pt x="128" y="143"/>
                    <a:pt x="128" y="143"/>
                    <a:pt x="128" y="143"/>
                  </a:cubicBezTo>
                  <a:cubicBezTo>
                    <a:pt x="128" y="143"/>
                    <a:pt x="128" y="143"/>
                    <a:pt x="128" y="143"/>
                  </a:cubicBezTo>
                  <a:cubicBezTo>
                    <a:pt x="130" y="142"/>
                    <a:pt x="131" y="140"/>
                    <a:pt x="131" y="138"/>
                  </a:cubicBezTo>
                  <a:cubicBezTo>
                    <a:pt x="132" y="135"/>
                    <a:pt x="132" y="135"/>
                    <a:pt x="132" y="135"/>
                  </a:cubicBezTo>
                  <a:cubicBezTo>
                    <a:pt x="132" y="135"/>
                    <a:pt x="132" y="134"/>
                    <a:pt x="132" y="134"/>
                  </a:cubicBezTo>
                  <a:cubicBezTo>
                    <a:pt x="132" y="134"/>
                    <a:pt x="132" y="134"/>
                    <a:pt x="132" y="134"/>
                  </a:cubicBezTo>
                  <a:cubicBezTo>
                    <a:pt x="132" y="134"/>
                    <a:pt x="133" y="136"/>
                    <a:pt x="133" y="136"/>
                  </a:cubicBezTo>
                  <a:cubicBezTo>
                    <a:pt x="134" y="139"/>
                    <a:pt x="136" y="143"/>
                    <a:pt x="138" y="142"/>
                  </a:cubicBezTo>
                  <a:cubicBezTo>
                    <a:pt x="138" y="142"/>
                    <a:pt x="138" y="142"/>
                    <a:pt x="138" y="142"/>
                  </a:cubicBezTo>
                  <a:cubicBezTo>
                    <a:pt x="138" y="142"/>
                    <a:pt x="138" y="142"/>
                    <a:pt x="138" y="142"/>
                  </a:cubicBezTo>
                  <a:cubicBezTo>
                    <a:pt x="142" y="142"/>
                    <a:pt x="142" y="142"/>
                    <a:pt x="142" y="142"/>
                  </a:cubicBezTo>
                  <a:cubicBezTo>
                    <a:pt x="142" y="142"/>
                    <a:pt x="143" y="142"/>
                    <a:pt x="143" y="142"/>
                  </a:cubicBezTo>
                  <a:cubicBezTo>
                    <a:pt x="145" y="141"/>
                    <a:pt x="145" y="139"/>
                    <a:pt x="146" y="136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6" y="133"/>
                    <a:pt x="146" y="133"/>
                    <a:pt x="146" y="133"/>
                  </a:cubicBezTo>
                  <a:cubicBezTo>
                    <a:pt x="146" y="133"/>
                    <a:pt x="146" y="133"/>
                    <a:pt x="146" y="133"/>
                  </a:cubicBezTo>
                  <a:cubicBezTo>
                    <a:pt x="146" y="133"/>
                    <a:pt x="147" y="135"/>
                    <a:pt x="147" y="135"/>
                  </a:cubicBezTo>
                  <a:cubicBezTo>
                    <a:pt x="149" y="138"/>
                    <a:pt x="150" y="141"/>
                    <a:pt x="153" y="141"/>
                  </a:cubicBezTo>
                  <a:cubicBezTo>
                    <a:pt x="153" y="141"/>
                    <a:pt x="153" y="141"/>
                    <a:pt x="153" y="141"/>
                  </a:cubicBezTo>
                  <a:cubicBezTo>
                    <a:pt x="154" y="141"/>
                    <a:pt x="154" y="141"/>
                    <a:pt x="154" y="141"/>
                  </a:cubicBezTo>
                  <a:cubicBezTo>
                    <a:pt x="155" y="140"/>
                    <a:pt x="157" y="140"/>
                    <a:pt x="157" y="140"/>
                  </a:cubicBezTo>
                  <a:cubicBezTo>
                    <a:pt x="157" y="140"/>
                    <a:pt x="157" y="140"/>
                    <a:pt x="158" y="140"/>
                  </a:cubicBezTo>
                  <a:cubicBezTo>
                    <a:pt x="159" y="139"/>
                    <a:pt x="160" y="137"/>
                    <a:pt x="160" y="134"/>
                  </a:cubicBezTo>
                  <a:cubicBezTo>
                    <a:pt x="161" y="132"/>
                    <a:pt x="161" y="132"/>
                    <a:pt x="161" y="132"/>
                  </a:cubicBezTo>
                  <a:cubicBezTo>
                    <a:pt x="161" y="131"/>
                    <a:pt x="161" y="131"/>
                    <a:pt x="161" y="131"/>
                  </a:cubicBezTo>
                  <a:cubicBezTo>
                    <a:pt x="161" y="131"/>
                    <a:pt x="161" y="131"/>
                    <a:pt x="161" y="131"/>
                  </a:cubicBezTo>
                  <a:cubicBezTo>
                    <a:pt x="161" y="131"/>
                    <a:pt x="162" y="133"/>
                    <a:pt x="162" y="133"/>
                  </a:cubicBezTo>
                  <a:cubicBezTo>
                    <a:pt x="163" y="136"/>
                    <a:pt x="165" y="139"/>
                    <a:pt x="167" y="139"/>
                  </a:cubicBezTo>
                  <a:cubicBezTo>
                    <a:pt x="171" y="138"/>
                    <a:pt x="171" y="138"/>
                    <a:pt x="171" y="138"/>
                  </a:cubicBezTo>
                  <a:cubicBezTo>
                    <a:pt x="172" y="138"/>
                    <a:pt x="172" y="138"/>
                    <a:pt x="172" y="138"/>
                  </a:cubicBezTo>
                  <a:cubicBezTo>
                    <a:pt x="174" y="137"/>
                    <a:pt x="174" y="134"/>
                    <a:pt x="174" y="132"/>
                  </a:cubicBezTo>
                  <a:cubicBezTo>
                    <a:pt x="175" y="130"/>
                    <a:pt x="175" y="130"/>
                    <a:pt x="175" y="130"/>
                  </a:cubicBezTo>
                  <a:cubicBezTo>
                    <a:pt x="175" y="129"/>
                    <a:pt x="175" y="129"/>
                    <a:pt x="175" y="128"/>
                  </a:cubicBezTo>
                  <a:cubicBezTo>
                    <a:pt x="175" y="128"/>
                    <a:pt x="175" y="128"/>
                    <a:pt x="175" y="129"/>
                  </a:cubicBezTo>
                  <a:cubicBezTo>
                    <a:pt x="175" y="129"/>
                    <a:pt x="176" y="130"/>
                    <a:pt x="176" y="130"/>
                  </a:cubicBezTo>
                  <a:cubicBezTo>
                    <a:pt x="178" y="133"/>
                    <a:pt x="180" y="136"/>
                    <a:pt x="182" y="136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2" y="136"/>
                    <a:pt x="186" y="135"/>
                    <a:pt x="186" y="135"/>
                  </a:cubicBezTo>
                  <a:cubicBezTo>
                    <a:pt x="186" y="135"/>
                    <a:pt x="186" y="135"/>
                    <a:pt x="186" y="135"/>
                  </a:cubicBezTo>
                  <a:cubicBezTo>
                    <a:pt x="187" y="135"/>
                    <a:pt x="187" y="135"/>
                    <a:pt x="187" y="134"/>
                  </a:cubicBezTo>
                  <a:cubicBezTo>
                    <a:pt x="189" y="133"/>
                    <a:pt x="189" y="131"/>
                    <a:pt x="189" y="129"/>
                  </a:cubicBezTo>
                  <a:cubicBezTo>
                    <a:pt x="189" y="127"/>
                    <a:pt x="189" y="127"/>
                    <a:pt x="189" y="127"/>
                  </a:cubicBezTo>
                  <a:cubicBezTo>
                    <a:pt x="189" y="127"/>
                    <a:pt x="189" y="128"/>
                    <a:pt x="189" y="128"/>
                  </a:cubicBezTo>
                  <a:cubicBezTo>
                    <a:pt x="191" y="130"/>
                    <a:pt x="192" y="132"/>
                    <a:pt x="193" y="133"/>
                  </a:cubicBezTo>
                  <a:cubicBezTo>
                    <a:pt x="194" y="133"/>
                    <a:pt x="195" y="134"/>
                    <a:pt x="196" y="133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200" y="132"/>
                    <a:pt x="200" y="132"/>
                    <a:pt x="200" y="132"/>
                  </a:cubicBezTo>
                  <a:cubicBezTo>
                    <a:pt x="201" y="132"/>
                    <a:pt x="201" y="131"/>
                    <a:pt x="201" y="130"/>
                  </a:cubicBezTo>
                  <a:cubicBezTo>
                    <a:pt x="201" y="130"/>
                    <a:pt x="201" y="130"/>
                    <a:pt x="201" y="129"/>
                  </a:cubicBezTo>
                  <a:cubicBezTo>
                    <a:pt x="201" y="129"/>
                    <a:pt x="201" y="129"/>
                    <a:pt x="201" y="129"/>
                  </a:cubicBezTo>
                  <a:cubicBezTo>
                    <a:pt x="201" y="129"/>
                    <a:pt x="201" y="128"/>
                    <a:pt x="201" y="127"/>
                  </a:cubicBezTo>
                  <a:cubicBezTo>
                    <a:pt x="201" y="126"/>
                    <a:pt x="201" y="125"/>
                    <a:pt x="201" y="124"/>
                  </a:cubicBezTo>
                  <a:cubicBezTo>
                    <a:pt x="202" y="125"/>
                    <a:pt x="202" y="125"/>
                    <a:pt x="202" y="125"/>
                  </a:cubicBezTo>
                  <a:cubicBezTo>
                    <a:pt x="204" y="126"/>
                    <a:pt x="206" y="128"/>
                    <a:pt x="207" y="128"/>
                  </a:cubicBezTo>
                  <a:cubicBezTo>
                    <a:pt x="208" y="128"/>
                    <a:pt x="209" y="128"/>
                    <a:pt x="210" y="128"/>
                  </a:cubicBezTo>
                  <a:cubicBezTo>
                    <a:pt x="213" y="126"/>
                    <a:pt x="213" y="126"/>
                    <a:pt x="213" y="126"/>
                  </a:cubicBezTo>
                  <a:cubicBezTo>
                    <a:pt x="213" y="126"/>
                    <a:pt x="213" y="125"/>
                    <a:pt x="213" y="125"/>
                  </a:cubicBezTo>
                  <a:cubicBezTo>
                    <a:pt x="213" y="125"/>
                    <a:pt x="213" y="125"/>
                    <a:pt x="213" y="125"/>
                  </a:cubicBezTo>
                  <a:cubicBezTo>
                    <a:pt x="213" y="125"/>
                    <a:pt x="213" y="125"/>
                    <a:pt x="213" y="125"/>
                  </a:cubicBezTo>
                  <a:cubicBezTo>
                    <a:pt x="213" y="125"/>
                    <a:pt x="214" y="124"/>
                    <a:pt x="214" y="124"/>
                  </a:cubicBezTo>
                  <a:cubicBezTo>
                    <a:pt x="214" y="124"/>
                    <a:pt x="214" y="124"/>
                    <a:pt x="214" y="124"/>
                  </a:cubicBezTo>
                  <a:cubicBezTo>
                    <a:pt x="214" y="124"/>
                    <a:pt x="214" y="124"/>
                    <a:pt x="214" y="124"/>
                  </a:cubicBezTo>
                  <a:cubicBezTo>
                    <a:pt x="215" y="126"/>
                    <a:pt x="218" y="125"/>
                    <a:pt x="221" y="123"/>
                  </a:cubicBezTo>
                  <a:cubicBezTo>
                    <a:pt x="220" y="125"/>
                    <a:pt x="219" y="127"/>
                    <a:pt x="219" y="129"/>
                  </a:cubicBezTo>
                  <a:cubicBezTo>
                    <a:pt x="219" y="130"/>
                    <a:pt x="219" y="130"/>
                    <a:pt x="220" y="131"/>
                  </a:cubicBezTo>
                  <a:cubicBezTo>
                    <a:pt x="220" y="132"/>
                    <a:pt x="220" y="132"/>
                    <a:pt x="220" y="132"/>
                  </a:cubicBezTo>
                  <a:cubicBezTo>
                    <a:pt x="220" y="135"/>
                    <a:pt x="222" y="136"/>
                    <a:pt x="224" y="136"/>
                  </a:cubicBezTo>
                  <a:cubicBezTo>
                    <a:pt x="224" y="137"/>
                    <a:pt x="223" y="137"/>
                    <a:pt x="223" y="138"/>
                  </a:cubicBezTo>
                  <a:cubicBezTo>
                    <a:pt x="222" y="138"/>
                    <a:pt x="221" y="139"/>
                    <a:pt x="221" y="140"/>
                  </a:cubicBezTo>
                  <a:cubicBezTo>
                    <a:pt x="221" y="140"/>
                    <a:pt x="221" y="141"/>
                    <a:pt x="222" y="142"/>
                  </a:cubicBezTo>
                  <a:cubicBezTo>
                    <a:pt x="222" y="145"/>
                    <a:pt x="222" y="145"/>
                    <a:pt x="222" y="145"/>
                  </a:cubicBezTo>
                  <a:cubicBezTo>
                    <a:pt x="222" y="146"/>
                    <a:pt x="222" y="147"/>
                    <a:pt x="223" y="147"/>
                  </a:cubicBezTo>
                  <a:cubicBezTo>
                    <a:pt x="224" y="147"/>
                    <a:pt x="224" y="147"/>
                    <a:pt x="224" y="147"/>
                  </a:cubicBezTo>
                  <a:cubicBezTo>
                    <a:pt x="225" y="147"/>
                    <a:pt x="227" y="148"/>
                    <a:pt x="228" y="148"/>
                  </a:cubicBezTo>
                  <a:cubicBezTo>
                    <a:pt x="226" y="149"/>
                    <a:pt x="225" y="150"/>
                    <a:pt x="224" y="150"/>
                  </a:cubicBezTo>
                  <a:cubicBezTo>
                    <a:pt x="223" y="151"/>
                    <a:pt x="222" y="151"/>
                    <a:pt x="222" y="152"/>
                  </a:cubicBezTo>
                  <a:cubicBezTo>
                    <a:pt x="222" y="157"/>
                    <a:pt x="222" y="157"/>
                    <a:pt x="222" y="157"/>
                  </a:cubicBezTo>
                  <a:cubicBezTo>
                    <a:pt x="222" y="158"/>
                    <a:pt x="223" y="159"/>
                    <a:pt x="224" y="159"/>
                  </a:cubicBezTo>
                  <a:cubicBezTo>
                    <a:pt x="223" y="159"/>
                    <a:pt x="223" y="159"/>
                    <a:pt x="222" y="160"/>
                  </a:cubicBezTo>
                  <a:cubicBezTo>
                    <a:pt x="222" y="160"/>
                    <a:pt x="222" y="160"/>
                    <a:pt x="221" y="160"/>
                  </a:cubicBezTo>
                  <a:cubicBezTo>
                    <a:pt x="221" y="161"/>
                    <a:pt x="220" y="162"/>
                    <a:pt x="220" y="162"/>
                  </a:cubicBezTo>
                  <a:cubicBezTo>
                    <a:pt x="220" y="162"/>
                    <a:pt x="220" y="163"/>
                    <a:pt x="220" y="163"/>
                  </a:cubicBezTo>
                  <a:cubicBezTo>
                    <a:pt x="220" y="163"/>
                    <a:pt x="220" y="163"/>
                    <a:pt x="220" y="163"/>
                  </a:cubicBezTo>
                  <a:cubicBezTo>
                    <a:pt x="220" y="165"/>
                    <a:pt x="220" y="165"/>
                    <a:pt x="220" y="165"/>
                  </a:cubicBezTo>
                  <a:cubicBezTo>
                    <a:pt x="220" y="165"/>
                    <a:pt x="220" y="165"/>
                    <a:pt x="220" y="166"/>
                  </a:cubicBezTo>
                  <a:cubicBezTo>
                    <a:pt x="220" y="167"/>
                    <a:pt x="221" y="169"/>
                    <a:pt x="222" y="170"/>
                  </a:cubicBezTo>
                  <a:cubicBezTo>
                    <a:pt x="220" y="170"/>
                    <a:pt x="219" y="170"/>
                    <a:pt x="218" y="171"/>
                  </a:cubicBezTo>
                  <a:cubicBezTo>
                    <a:pt x="218" y="171"/>
                    <a:pt x="218" y="171"/>
                    <a:pt x="218" y="171"/>
                  </a:cubicBezTo>
                  <a:cubicBezTo>
                    <a:pt x="217" y="171"/>
                    <a:pt x="217" y="171"/>
                    <a:pt x="217" y="172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15" y="174"/>
                    <a:pt x="215" y="174"/>
                    <a:pt x="215" y="174"/>
                  </a:cubicBezTo>
                  <a:cubicBezTo>
                    <a:pt x="215" y="175"/>
                    <a:pt x="214" y="176"/>
                    <a:pt x="214" y="176"/>
                  </a:cubicBezTo>
                  <a:cubicBezTo>
                    <a:pt x="214" y="178"/>
                    <a:pt x="216" y="180"/>
                    <a:pt x="218" y="183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8" y="184"/>
                    <a:pt x="218" y="184"/>
                    <a:pt x="218" y="184"/>
                  </a:cubicBezTo>
                  <a:cubicBezTo>
                    <a:pt x="218" y="184"/>
                    <a:pt x="216" y="184"/>
                    <a:pt x="216" y="184"/>
                  </a:cubicBezTo>
                  <a:cubicBezTo>
                    <a:pt x="215" y="184"/>
                    <a:pt x="214" y="184"/>
                    <a:pt x="213" y="184"/>
                  </a:cubicBezTo>
                  <a:cubicBezTo>
                    <a:pt x="213" y="184"/>
                    <a:pt x="213" y="184"/>
                    <a:pt x="213" y="184"/>
                  </a:cubicBezTo>
                  <a:cubicBezTo>
                    <a:pt x="213" y="184"/>
                    <a:pt x="213" y="184"/>
                    <a:pt x="213" y="184"/>
                  </a:cubicBezTo>
                  <a:cubicBezTo>
                    <a:pt x="213" y="184"/>
                    <a:pt x="213" y="184"/>
                    <a:pt x="213" y="184"/>
                  </a:cubicBezTo>
                  <a:cubicBezTo>
                    <a:pt x="210" y="181"/>
                    <a:pt x="210" y="181"/>
                    <a:pt x="210" y="181"/>
                  </a:cubicBezTo>
                  <a:cubicBezTo>
                    <a:pt x="209" y="181"/>
                    <a:pt x="208" y="181"/>
                    <a:pt x="207" y="181"/>
                  </a:cubicBezTo>
                  <a:cubicBezTo>
                    <a:pt x="206" y="181"/>
                    <a:pt x="204" y="183"/>
                    <a:pt x="202" y="184"/>
                  </a:cubicBezTo>
                  <a:cubicBezTo>
                    <a:pt x="201" y="185"/>
                    <a:pt x="201" y="185"/>
                    <a:pt x="201" y="185"/>
                  </a:cubicBezTo>
                  <a:cubicBezTo>
                    <a:pt x="202" y="182"/>
                    <a:pt x="202" y="180"/>
                    <a:pt x="202" y="179"/>
                  </a:cubicBezTo>
                  <a:cubicBezTo>
                    <a:pt x="202" y="179"/>
                    <a:pt x="202" y="179"/>
                    <a:pt x="202" y="179"/>
                  </a:cubicBezTo>
                  <a:cubicBezTo>
                    <a:pt x="202" y="178"/>
                    <a:pt x="202" y="177"/>
                    <a:pt x="201" y="176"/>
                  </a:cubicBezTo>
                  <a:cubicBezTo>
                    <a:pt x="197" y="175"/>
                    <a:pt x="197" y="175"/>
                    <a:pt x="197" y="175"/>
                  </a:cubicBezTo>
                  <a:cubicBezTo>
                    <a:pt x="197" y="175"/>
                    <a:pt x="197" y="175"/>
                    <a:pt x="197" y="175"/>
                  </a:cubicBezTo>
                  <a:cubicBezTo>
                    <a:pt x="195" y="174"/>
                    <a:pt x="193" y="176"/>
                    <a:pt x="190" y="179"/>
                  </a:cubicBezTo>
                  <a:cubicBezTo>
                    <a:pt x="189" y="180"/>
                    <a:pt x="189" y="180"/>
                    <a:pt x="189" y="180"/>
                  </a:cubicBezTo>
                  <a:cubicBezTo>
                    <a:pt x="189" y="181"/>
                    <a:pt x="189" y="181"/>
                    <a:pt x="189" y="181"/>
                  </a:cubicBezTo>
                  <a:cubicBezTo>
                    <a:pt x="189" y="181"/>
                    <a:pt x="189" y="181"/>
                    <a:pt x="189" y="180"/>
                  </a:cubicBezTo>
                  <a:cubicBezTo>
                    <a:pt x="189" y="178"/>
                    <a:pt x="189" y="178"/>
                    <a:pt x="189" y="178"/>
                  </a:cubicBezTo>
                  <a:cubicBezTo>
                    <a:pt x="189" y="176"/>
                    <a:pt x="188" y="174"/>
                    <a:pt x="188" y="173"/>
                  </a:cubicBezTo>
                  <a:cubicBezTo>
                    <a:pt x="188" y="172"/>
                    <a:pt x="187" y="171"/>
                    <a:pt x="186" y="171"/>
                  </a:cubicBezTo>
                  <a:cubicBezTo>
                    <a:pt x="186" y="171"/>
                    <a:pt x="182" y="170"/>
                    <a:pt x="182" y="170"/>
                  </a:cubicBezTo>
                  <a:cubicBezTo>
                    <a:pt x="182" y="170"/>
                    <a:pt x="182" y="170"/>
                    <a:pt x="182" y="170"/>
                  </a:cubicBezTo>
                  <a:cubicBezTo>
                    <a:pt x="182" y="170"/>
                    <a:pt x="182" y="170"/>
                    <a:pt x="182" y="170"/>
                  </a:cubicBezTo>
                  <a:cubicBezTo>
                    <a:pt x="180" y="170"/>
                    <a:pt x="178" y="173"/>
                    <a:pt x="176" y="176"/>
                  </a:cubicBezTo>
                  <a:cubicBezTo>
                    <a:pt x="175" y="178"/>
                    <a:pt x="175" y="178"/>
                    <a:pt x="175" y="178"/>
                  </a:cubicBezTo>
                  <a:cubicBezTo>
                    <a:pt x="175" y="178"/>
                    <a:pt x="175" y="178"/>
                    <a:pt x="175" y="178"/>
                  </a:cubicBezTo>
                  <a:cubicBezTo>
                    <a:pt x="175" y="178"/>
                    <a:pt x="175" y="177"/>
                    <a:pt x="175" y="177"/>
                  </a:cubicBezTo>
                  <a:cubicBezTo>
                    <a:pt x="175" y="177"/>
                    <a:pt x="174" y="174"/>
                    <a:pt x="174" y="174"/>
                  </a:cubicBezTo>
                  <a:cubicBezTo>
                    <a:pt x="174" y="172"/>
                    <a:pt x="174" y="170"/>
                    <a:pt x="172" y="169"/>
                  </a:cubicBezTo>
                  <a:cubicBezTo>
                    <a:pt x="172" y="168"/>
                    <a:pt x="172" y="168"/>
                    <a:pt x="171" y="168"/>
                  </a:cubicBezTo>
                  <a:cubicBezTo>
                    <a:pt x="167" y="168"/>
                    <a:pt x="167" y="168"/>
                    <a:pt x="167" y="168"/>
                  </a:cubicBezTo>
                  <a:cubicBezTo>
                    <a:pt x="165" y="167"/>
                    <a:pt x="163" y="170"/>
                    <a:pt x="162" y="174"/>
                  </a:cubicBezTo>
                  <a:cubicBezTo>
                    <a:pt x="161" y="175"/>
                    <a:pt x="161" y="175"/>
                    <a:pt x="161" y="175"/>
                  </a:cubicBezTo>
                  <a:cubicBezTo>
                    <a:pt x="161" y="175"/>
                    <a:pt x="161" y="176"/>
                    <a:pt x="161" y="176"/>
                  </a:cubicBezTo>
                  <a:cubicBezTo>
                    <a:pt x="161" y="175"/>
                    <a:pt x="161" y="175"/>
                    <a:pt x="161" y="175"/>
                  </a:cubicBezTo>
                  <a:cubicBezTo>
                    <a:pt x="161" y="175"/>
                    <a:pt x="160" y="172"/>
                    <a:pt x="160" y="172"/>
                  </a:cubicBezTo>
                  <a:cubicBezTo>
                    <a:pt x="160" y="169"/>
                    <a:pt x="159" y="167"/>
                    <a:pt x="158" y="167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0" y="165"/>
                    <a:pt x="149" y="168"/>
                    <a:pt x="147" y="172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6" y="174"/>
                    <a:pt x="146" y="174"/>
                    <a:pt x="146" y="174"/>
                  </a:cubicBezTo>
                  <a:cubicBezTo>
                    <a:pt x="146" y="174"/>
                    <a:pt x="146" y="173"/>
                    <a:pt x="145" y="173"/>
                  </a:cubicBezTo>
                  <a:cubicBezTo>
                    <a:pt x="145" y="173"/>
                    <a:pt x="145" y="170"/>
                    <a:pt x="145" y="170"/>
                  </a:cubicBezTo>
                  <a:cubicBezTo>
                    <a:pt x="144" y="167"/>
                    <a:pt x="143" y="165"/>
                    <a:pt x="141" y="165"/>
                  </a:cubicBezTo>
                  <a:cubicBezTo>
                    <a:pt x="141" y="165"/>
                    <a:pt x="141" y="165"/>
                    <a:pt x="141" y="165"/>
                  </a:cubicBezTo>
                  <a:cubicBezTo>
                    <a:pt x="141" y="165"/>
                    <a:pt x="141" y="165"/>
                    <a:pt x="141" y="165"/>
                  </a:cubicBezTo>
                  <a:cubicBezTo>
                    <a:pt x="141" y="165"/>
                    <a:pt x="141" y="165"/>
                    <a:pt x="141" y="165"/>
                  </a:cubicBezTo>
                  <a:cubicBezTo>
                    <a:pt x="140" y="165"/>
                    <a:pt x="140" y="165"/>
                    <a:pt x="140" y="165"/>
                  </a:cubicBezTo>
                  <a:cubicBezTo>
                    <a:pt x="137" y="165"/>
                    <a:pt x="137" y="165"/>
                    <a:pt x="137" y="165"/>
                  </a:cubicBezTo>
                  <a:cubicBezTo>
                    <a:pt x="137" y="165"/>
                    <a:pt x="137" y="165"/>
                    <a:pt x="137" y="165"/>
                  </a:cubicBezTo>
                  <a:cubicBezTo>
                    <a:pt x="137" y="165"/>
                    <a:pt x="137" y="165"/>
                    <a:pt x="137" y="165"/>
                  </a:cubicBezTo>
                  <a:cubicBezTo>
                    <a:pt x="137" y="165"/>
                    <a:pt x="137" y="165"/>
                    <a:pt x="137" y="165"/>
                  </a:cubicBezTo>
                  <a:cubicBezTo>
                    <a:pt x="134" y="165"/>
                    <a:pt x="133" y="168"/>
                    <a:pt x="132" y="172"/>
                  </a:cubicBezTo>
                  <a:cubicBezTo>
                    <a:pt x="131" y="173"/>
                    <a:pt x="131" y="173"/>
                    <a:pt x="131" y="173"/>
                  </a:cubicBezTo>
                  <a:cubicBezTo>
                    <a:pt x="131" y="173"/>
                    <a:pt x="131" y="173"/>
                    <a:pt x="131" y="174"/>
                  </a:cubicBezTo>
                  <a:cubicBezTo>
                    <a:pt x="131" y="173"/>
                    <a:pt x="131" y="173"/>
                    <a:pt x="131" y="173"/>
                  </a:cubicBezTo>
                  <a:cubicBezTo>
                    <a:pt x="131" y="173"/>
                    <a:pt x="130" y="170"/>
                    <a:pt x="130" y="170"/>
                  </a:cubicBezTo>
                  <a:cubicBezTo>
                    <a:pt x="129" y="167"/>
                    <a:pt x="129" y="165"/>
                    <a:pt x="126" y="165"/>
                  </a:cubicBezTo>
                  <a:cubicBezTo>
                    <a:pt x="126" y="165"/>
                    <a:pt x="126" y="165"/>
                    <a:pt x="126" y="165"/>
                  </a:cubicBezTo>
                  <a:cubicBezTo>
                    <a:pt x="122" y="165"/>
                    <a:pt x="122" y="165"/>
                    <a:pt x="122" y="165"/>
                  </a:cubicBezTo>
                  <a:cubicBezTo>
                    <a:pt x="120" y="165"/>
                    <a:pt x="118" y="168"/>
                    <a:pt x="117" y="172"/>
                  </a:cubicBezTo>
                  <a:cubicBezTo>
                    <a:pt x="117" y="173"/>
                    <a:pt x="117" y="173"/>
                    <a:pt x="117" y="173"/>
                  </a:cubicBezTo>
                  <a:cubicBezTo>
                    <a:pt x="116" y="174"/>
                    <a:pt x="116" y="174"/>
                    <a:pt x="116" y="174"/>
                  </a:cubicBezTo>
                  <a:cubicBezTo>
                    <a:pt x="116" y="174"/>
                    <a:pt x="116" y="173"/>
                    <a:pt x="115" y="173"/>
                  </a:cubicBezTo>
                  <a:cubicBezTo>
                    <a:pt x="115" y="173"/>
                    <a:pt x="114" y="170"/>
                    <a:pt x="114" y="170"/>
                  </a:cubicBezTo>
                  <a:cubicBezTo>
                    <a:pt x="114" y="169"/>
                    <a:pt x="114" y="168"/>
                    <a:pt x="113" y="168"/>
                  </a:cubicBezTo>
                  <a:cubicBezTo>
                    <a:pt x="113" y="167"/>
                    <a:pt x="113" y="167"/>
                    <a:pt x="113" y="167"/>
                  </a:cubicBezTo>
                  <a:cubicBezTo>
                    <a:pt x="113" y="166"/>
                    <a:pt x="113" y="165"/>
                    <a:pt x="111" y="165"/>
                  </a:cubicBezTo>
                  <a:cubicBezTo>
                    <a:pt x="107" y="165"/>
                    <a:pt x="107" y="165"/>
                    <a:pt x="107" y="165"/>
                  </a:cubicBezTo>
                  <a:cubicBezTo>
                    <a:pt x="107" y="165"/>
                    <a:pt x="106" y="165"/>
                    <a:pt x="106" y="166"/>
                  </a:cubicBezTo>
                  <a:cubicBezTo>
                    <a:pt x="105" y="166"/>
                    <a:pt x="104" y="167"/>
                    <a:pt x="104" y="167"/>
                  </a:cubicBezTo>
                  <a:cubicBezTo>
                    <a:pt x="104" y="168"/>
                    <a:pt x="104" y="168"/>
                    <a:pt x="104" y="168"/>
                  </a:cubicBezTo>
                  <a:cubicBezTo>
                    <a:pt x="104" y="168"/>
                    <a:pt x="104" y="168"/>
                    <a:pt x="104" y="168"/>
                  </a:cubicBezTo>
                  <a:cubicBezTo>
                    <a:pt x="104" y="169"/>
                    <a:pt x="103" y="170"/>
                    <a:pt x="103" y="172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102" y="173"/>
                    <a:pt x="101" y="170"/>
                    <a:pt x="101" y="170"/>
                  </a:cubicBezTo>
                  <a:cubicBezTo>
                    <a:pt x="100" y="167"/>
                    <a:pt x="100" y="165"/>
                    <a:pt x="97" y="165"/>
                  </a:cubicBezTo>
                  <a:cubicBezTo>
                    <a:pt x="97" y="165"/>
                    <a:pt x="97" y="165"/>
                    <a:pt x="97" y="165"/>
                  </a:cubicBezTo>
                  <a:cubicBezTo>
                    <a:pt x="93" y="165"/>
                    <a:pt x="93" y="165"/>
                    <a:pt x="93" y="165"/>
                  </a:cubicBezTo>
                  <a:cubicBezTo>
                    <a:pt x="93" y="165"/>
                    <a:pt x="93" y="165"/>
                    <a:pt x="93" y="165"/>
                  </a:cubicBezTo>
                  <a:cubicBezTo>
                    <a:pt x="91" y="165"/>
                    <a:pt x="90" y="168"/>
                    <a:pt x="88" y="172"/>
                  </a:cubicBezTo>
                  <a:cubicBezTo>
                    <a:pt x="88" y="173"/>
                    <a:pt x="88" y="173"/>
                    <a:pt x="88" y="173"/>
                  </a:cubicBezTo>
                  <a:cubicBezTo>
                    <a:pt x="88" y="174"/>
                    <a:pt x="88" y="174"/>
                    <a:pt x="88" y="174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3"/>
                    <a:pt x="86" y="170"/>
                    <a:pt x="86" y="170"/>
                  </a:cubicBezTo>
                  <a:cubicBezTo>
                    <a:pt x="86" y="168"/>
                    <a:pt x="85" y="166"/>
                    <a:pt x="84" y="165"/>
                  </a:cubicBezTo>
                  <a:cubicBezTo>
                    <a:pt x="83" y="165"/>
                    <a:pt x="83" y="165"/>
                    <a:pt x="83" y="165"/>
                  </a:cubicBezTo>
                  <a:cubicBezTo>
                    <a:pt x="83" y="165"/>
                    <a:pt x="83" y="165"/>
                    <a:pt x="83" y="165"/>
                  </a:cubicBezTo>
                  <a:cubicBezTo>
                    <a:pt x="83" y="165"/>
                    <a:pt x="83" y="165"/>
                    <a:pt x="83" y="165"/>
                  </a:cubicBezTo>
                  <a:cubicBezTo>
                    <a:pt x="78" y="165"/>
                    <a:pt x="78" y="165"/>
                    <a:pt x="78" y="165"/>
                  </a:cubicBezTo>
                  <a:cubicBezTo>
                    <a:pt x="78" y="165"/>
                    <a:pt x="78" y="165"/>
                    <a:pt x="78" y="165"/>
                  </a:cubicBezTo>
                  <a:cubicBezTo>
                    <a:pt x="78" y="165"/>
                    <a:pt x="78" y="165"/>
                    <a:pt x="78" y="165"/>
                  </a:cubicBezTo>
                  <a:cubicBezTo>
                    <a:pt x="78" y="165"/>
                    <a:pt x="78" y="165"/>
                    <a:pt x="77" y="165"/>
                  </a:cubicBezTo>
                  <a:cubicBezTo>
                    <a:pt x="76" y="166"/>
                    <a:pt x="75" y="168"/>
                    <a:pt x="75" y="170"/>
                  </a:cubicBezTo>
                  <a:cubicBezTo>
                    <a:pt x="74" y="173"/>
                    <a:pt x="74" y="173"/>
                    <a:pt x="74" y="173"/>
                  </a:cubicBezTo>
                  <a:cubicBezTo>
                    <a:pt x="74" y="173"/>
                    <a:pt x="74" y="173"/>
                    <a:pt x="73" y="174"/>
                  </a:cubicBezTo>
                  <a:cubicBezTo>
                    <a:pt x="73" y="174"/>
                    <a:pt x="73" y="174"/>
                    <a:pt x="73" y="174"/>
                  </a:cubicBezTo>
                  <a:cubicBezTo>
                    <a:pt x="73" y="173"/>
                    <a:pt x="73" y="172"/>
                    <a:pt x="73" y="172"/>
                  </a:cubicBezTo>
                  <a:cubicBezTo>
                    <a:pt x="71" y="168"/>
                    <a:pt x="70" y="165"/>
                    <a:pt x="68" y="165"/>
                  </a:cubicBezTo>
                  <a:cubicBezTo>
                    <a:pt x="68" y="165"/>
                    <a:pt x="68" y="165"/>
                    <a:pt x="68" y="165"/>
                  </a:cubicBezTo>
                  <a:cubicBezTo>
                    <a:pt x="64" y="165"/>
                    <a:pt x="64" y="165"/>
                    <a:pt x="64" y="165"/>
                  </a:cubicBezTo>
                  <a:cubicBezTo>
                    <a:pt x="64" y="165"/>
                    <a:pt x="64" y="165"/>
                    <a:pt x="64" y="165"/>
                  </a:cubicBezTo>
                  <a:cubicBezTo>
                    <a:pt x="61" y="165"/>
                    <a:pt x="61" y="167"/>
                    <a:pt x="60" y="170"/>
                  </a:cubicBezTo>
                  <a:cubicBezTo>
                    <a:pt x="59" y="173"/>
                    <a:pt x="59" y="173"/>
                    <a:pt x="59" y="173"/>
                  </a:cubicBezTo>
                  <a:cubicBezTo>
                    <a:pt x="59" y="173"/>
                    <a:pt x="59" y="173"/>
                    <a:pt x="59" y="173"/>
                  </a:cubicBezTo>
                  <a:cubicBezTo>
                    <a:pt x="59" y="173"/>
                    <a:pt x="58" y="172"/>
                    <a:pt x="58" y="172"/>
                  </a:cubicBezTo>
                  <a:cubicBezTo>
                    <a:pt x="57" y="169"/>
                    <a:pt x="56" y="166"/>
                    <a:pt x="54" y="165"/>
                  </a:cubicBezTo>
                  <a:cubicBezTo>
                    <a:pt x="54" y="165"/>
                    <a:pt x="54" y="165"/>
                    <a:pt x="53" y="165"/>
                  </a:cubicBezTo>
                  <a:cubicBezTo>
                    <a:pt x="52" y="165"/>
                    <a:pt x="52" y="165"/>
                    <a:pt x="52" y="165"/>
                  </a:cubicBezTo>
                  <a:cubicBezTo>
                    <a:pt x="50" y="165"/>
                    <a:pt x="50" y="165"/>
                    <a:pt x="50" y="165"/>
                  </a:cubicBezTo>
                  <a:cubicBezTo>
                    <a:pt x="49" y="165"/>
                    <a:pt x="48" y="165"/>
                    <a:pt x="48" y="166"/>
                  </a:cubicBezTo>
                  <a:cubicBezTo>
                    <a:pt x="46" y="167"/>
                    <a:pt x="46" y="169"/>
                    <a:pt x="46" y="172"/>
                  </a:cubicBezTo>
                  <a:cubicBezTo>
                    <a:pt x="46" y="174"/>
                    <a:pt x="46" y="174"/>
                    <a:pt x="46" y="174"/>
                  </a:cubicBezTo>
                  <a:cubicBezTo>
                    <a:pt x="46" y="175"/>
                    <a:pt x="46" y="175"/>
                    <a:pt x="46" y="176"/>
                  </a:cubicBezTo>
                  <a:cubicBezTo>
                    <a:pt x="46" y="176"/>
                    <a:pt x="46" y="175"/>
                    <a:pt x="46" y="175"/>
                  </a:cubicBezTo>
                  <a:cubicBezTo>
                    <a:pt x="46" y="175"/>
                    <a:pt x="45" y="174"/>
                    <a:pt x="45" y="174"/>
                  </a:cubicBezTo>
                  <a:cubicBezTo>
                    <a:pt x="43" y="171"/>
                    <a:pt x="41" y="169"/>
                    <a:pt x="39" y="169"/>
                  </a:cubicBezTo>
                  <a:cubicBezTo>
                    <a:pt x="39" y="169"/>
                    <a:pt x="39" y="169"/>
                    <a:pt x="38" y="169"/>
                  </a:cubicBezTo>
                  <a:cubicBezTo>
                    <a:pt x="38" y="169"/>
                    <a:pt x="38" y="169"/>
                    <a:pt x="38" y="169"/>
                  </a:cubicBezTo>
                  <a:cubicBezTo>
                    <a:pt x="38" y="169"/>
                    <a:pt x="38" y="169"/>
                    <a:pt x="38" y="169"/>
                  </a:cubicBezTo>
                  <a:cubicBezTo>
                    <a:pt x="38" y="169"/>
                    <a:pt x="34" y="170"/>
                    <a:pt x="34" y="170"/>
                  </a:cubicBezTo>
                  <a:cubicBezTo>
                    <a:pt x="33" y="171"/>
                    <a:pt x="33" y="171"/>
                    <a:pt x="33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2" y="174"/>
                    <a:pt x="33" y="175"/>
                    <a:pt x="33" y="177"/>
                  </a:cubicBezTo>
                  <a:cubicBezTo>
                    <a:pt x="33" y="179"/>
                    <a:pt x="33" y="179"/>
                    <a:pt x="33" y="179"/>
                  </a:cubicBezTo>
                  <a:cubicBezTo>
                    <a:pt x="33" y="179"/>
                    <a:pt x="32" y="178"/>
                    <a:pt x="32" y="178"/>
                  </a:cubicBezTo>
                  <a:cubicBezTo>
                    <a:pt x="30" y="175"/>
                    <a:pt x="28" y="173"/>
                    <a:pt x="26" y="174"/>
                  </a:cubicBezTo>
                  <a:cubicBezTo>
                    <a:pt x="26" y="174"/>
                    <a:pt x="25" y="174"/>
                    <a:pt x="25" y="174"/>
                  </a:cubicBezTo>
                  <a:cubicBezTo>
                    <a:pt x="25" y="174"/>
                    <a:pt x="25" y="174"/>
                    <a:pt x="25" y="174"/>
                  </a:cubicBezTo>
                  <a:cubicBezTo>
                    <a:pt x="21" y="176"/>
                    <a:pt x="21" y="176"/>
                    <a:pt x="21" y="176"/>
                  </a:cubicBezTo>
                  <a:cubicBezTo>
                    <a:pt x="21" y="176"/>
                    <a:pt x="21" y="176"/>
                    <a:pt x="21" y="177"/>
                  </a:cubicBezTo>
                  <a:cubicBezTo>
                    <a:pt x="19" y="179"/>
                    <a:pt x="20" y="182"/>
                    <a:pt x="20" y="18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17" y="182"/>
                    <a:pt x="15" y="181"/>
                    <a:pt x="14" y="181"/>
                  </a:cubicBezTo>
                  <a:cubicBezTo>
                    <a:pt x="13" y="181"/>
                    <a:pt x="12" y="181"/>
                    <a:pt x="11" y="182"/>
                  </a:cubicBezTo>
                  <a:cubicBezTo>
                    <a:pt x="9" y="184"/>
                    <a:pt x="9" y="184"/>
                    <a:pt x="9" y="184"/>
                  </a:cubicBezTo>
                  <a:cubicBezTo>
                    <a:pt x="9" y="184"/>
                    <a:pt x="9" y="184"/>
                    <a:pt x="9" y="184"/>
                  </a:cubicBezTo>
                  <a:cubicBezTo>
                    <a:pt x="9" y="184"/>
                    <a:pt x="8" y="185"/>
                    <a:pt x="8" y="185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185"/>
                    <a:pt x="8" y="185"/>
                    <a:pt x="8" y="186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9" y="188"/>
                    <a:pt x="9" y="189"/>
                    <a:pt x="10" y="190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8" y="193"/>
                    <a:pt x="3" y="196"/>
                    <a:pt x="1" y="198"/>
                  </a:cubicBezTo>
                  <a:cubicBezTo>
                    <a:pt x="1" y="198"/>
                    <a:pt x="1" y="199"/>
                    <a:pt x="1" y="199"/>
                  </a:cubicBezTo>
                  <a:cubicBezTo>
                    <a:pt x="0" y="199"/>
                    <a:pt x="0" y="200"/>
                    <a:pt x="1" y="200"/>
                  </a:cubicBezTo>
                  <a:cubicBezTo>
                    <a:pt x="3" y="204"/>
                    <a:pt x="3" y="204"/>
                    <a:pt x="3" y="204"/>
                  </a:cubicBezTo>
                  <a:cubicBezTo>
                    <a:pt x="3" y="204"/>
                    <a:pt x="3" y="204"/>
                    <a:pt x="3" y="204"/>
                  </a:cubicBezTo>
                  <a:cubicBezTo>
                    <a:pt x="5" y="206"/>
                    <a:pt x="8" y="204"/>
                    <a:pt x="11" y="203"/>
                  </a:cubicBezTo>
                  <a:cubicBezTo>
                    <a:pt x="13" y="202"/>
                    <a:pt x="13" y="202"/>
                    <a:pt x="13" y="202"/>
                  </a:cubicBezTo>
                  <a:cubicBezTo>
                    <a:pt x="13" y="202"/>
                    <a:pt x="13" y="202"/>
                    <a:pt x="13" y="202"/>
                  </a:cubicBezTo>
                  <a:cubicBezTo>
                    <a:pt x="13" y="202"/>
                    <a:pt x="13" y="202"/>
                    <a:pt x="13" y="203"/>
                  </a:cubicBezTo>
                  <a:cubicBezTo>
                    <a:pt x="13" y="203"/>
                    <a:pt x="11" y="206"/>
                    <a:pt x="11" y="206"/>
                  </a:cubicBezTo>
                  <a:cubicBezTo>
                    <a:pt x="10" y="206"/>
                    <a:pt x="10" y="207"/>
                    <a:pt x="9" y="208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9" y="210"/>
                    <a:pt x="10" y="211"/>
                    <a:pt x="10" y="211"/>
                  </a:cubicBezTo>
                  <a:cubicBezTo>
                    <a:pt x="13" y="214"/>
                    <a:pt x="13" y="214"/>
                    <a:pt x="13" y="214"/>
                  </a:cubicBezTo>
                  <a:cubicBezTo>
                    <a:pt x="14" y="214"/>
                    <a:pt x="14" y="214"/>
                    <a:pt x="15" y="214"/>
                  </a:cubicBezTo>
                  <a:cubicBezTo>
                    <a:pt x="16" y="214"/>
                    <a:pt x="19" y="213"/>
                    <a:pt x="21" y="211"/>
                  </a:cubicBezTo>
                  <a:cubicBezTo>
                    <a:pt x="22" y="211"/>
                    <a:pt x="22" y="211"/>
                    <a:pt x="22" y="211"/>
                  </a:cubicBezTo>
                  <a:cubicBezTo>
                    <a:pt x="21" y="213"/>
                    <a:pt x="21" y="215"/>
                    <a:pt x="21" y="216"/>
                  </a:cubicBezTo>
                  <a:cubicBezTo>
                    <a:pt x="21" y="216"/>
                    <a:pt x="21" y="217"/>
                    <a:pt x="21" y="217"/>
                  </a:cubicBezTo>
                  <a:cubicBezTo>
                    <a:pt x="21" y="218"/>
                    <a:pt x="22" y="218"/>
                    <a:pt x="22" y="219"/>
                  </a:cubicBezTo>
                  <a:cubicBezTo>
                    <a:pt x="26" y="220"/>
                    <a:pt x="26" y="220"/>
                    <a:pt x="26" y="220"/>
                  </a:cubicBezTo>
                  <a:cubicBezTo>
                    <a:pt x="26" y="220"/>
                    <a:pt x="26" y="220"/>
                    <a:pt x="26" y="220"/>
                  </a:cubicBezTo>
                  <a:cubicBezTo>
                    <a:pt x="26" y="220"/>
                    <a:pt x="27" y="221"/>
                    <a:pt x="27" y="221"/>
                  </a:cubicBezTo>
                  <a:cubicBezTo>
                    <a:pt x="27" y="221"/>
                    <a:pt x="27" y="221"/>
                    <a:pt x="27" y="221"/>
                  </a:cubicBezTo>
                  <a:cubicBezTo>
                    <a:pt x="29" y="220"/>
                    <a:pt x="31" y="218"/>
                    <a:pt x="33" y="216"/>
                  </a:cubicBezTo>
                  <a:cubicBezTo>
                    <a:pt x="34" y="215"/>
                    <a:pt x="34" y="215"/>
                    <a:pt x="34" y="215"/>
                  </a:cubicBezTo>
                  <a:cubicBezTo>
                    <a:pt x="34" y="216"/>
                    <a:pt x="34" y="217"/>
                    <a:pt x="34" y="217"/>
                  </a:cubicBezTo>
                  <a:cubicBezTo>
                    <a:pt x="33" y="219"/>
                    <a:pt x="33" y="221"/>
                    <a:pt x="34" y="222"/>
                  </a:cubicBezTo>
                  <a:cubicBezTo>
                    <a:pt x="34" y="222"/>
                    <a:pt x="34" y="222"/>
                    <a:pt x="34" y="222"/>
                  </a:cubicBezTo>
                  <a:cubicBezTo>
                    <a:pt x="34" y="223"/>
                    <a:pt x="34" y="223"/>
                    <a:pt x="35" y="224"/>
                  </a:cubicBezTo>
                  <a:cubicBezTo>
                    <a:pt x="35" y="224"/>
                    <a:pt x="39" y="225"/>
                    <a:pt x="39" y="225"/>
                  </a:cubicBezTo>
                  <a:cubicBezTo>
                    <a:pt x="39" y="225"/>
                    <a:pt x="39" y="225"/>
                    <a:pt x="39" y="225"/>
                  </a:cubicBezTo>
                  <a:cubicBezTo>
                    <a:pt x="39" y="225"/>
                    <a:pt x="39" y="225"/>
                    <a:pt x="40" y="225"/>
                  </a:cubicBezTo>
                  <a:cubicBezTo>
                    <a:pt x="42" y="225"/>
                    <a:pt x="44" y="223"/>
                    <a:pt x="46" y="220"/>
                  </a:cubicBezTo>
                  <a:cubicBezTo>
                    <a:pt x="47" y="219"/>
                    <a:pt x="47" y="219"/>
                    <a:pt x="47" y="219"/>
                  </a:cubicBezTo>
                  <a:cubicBezTo>
                    <a:pt x="47" y="219"/>
                    <a:pt x="47" y="219"/>
                    <a:pt x="47" y="218"/>
                  </a:cubicBezTo>
                  <a:cubicBezTo>
                    <a:pt x="47" y="219"/>
                    <a:pt x="47" y="219"/>
                    <a:pt x="47" y="220"/>
                  </a:cubicBezTo>
                  <a:cubicBezTo>
                    <a:pt x="47" y="224"/>
                    <a:pt x="47" y="224"/>
                    <a:pt x="47" y="224"/>
                  </a:cubicBezTo>
                  <a:cubicBezTo>
                    <a:pt x="47" y="226"/>
                    <a:pt x="47" y="228"/>
                    <a:pt x="48" y="229"/>
                  </a:cubicBezTo>
                  <a:cubicBezTo>
                    <a:pt x="48" y="230"/>
                    <a:pt x="49" y="230"/>
                    <a:pt x="50" y="230"/>
                  </a:cubicBezTo>
                  <a:cubicBezTo>
                    <a:pt x="54" y="230"/>
                    <a:pt x="54" y="230"/>
                    <a:pt x="54" y="230"/>
                  </a:cubicBezTo>
                  <a:cubicBezTo>
                    <a:pt x="56" y="230"/>
                    <a:pt x="57" y="227"/>
                    <a:pt x="58" y="223"/>
                  </a:cubicBezTo>
                  <a:cubicBezTo>
                    <a:pt x="59" y="222"/>
                    <a:pt x="59" y="222"/>
                    <a:pt x="59" y="222"/>
                  </a:cubicBezTo>
                  <a:cubicBezTo>
                    <a:pt x="59" y="222"/>
                    <a:pt x="59" y="222"/>
                    <a:pt x="59" y="223"/>
                  </a:cubicBezTo>
                  <a:cubicBezTo>
                    <a:pt x="59" y="223"/>
                    <a:pt x="60" y="225"/>
                    <a:pt x="60" y="225"/>
                  </a:cubicBezTo>
                  <a:cubicBezTo>
                    <a:pt x="61" y="228"/>
                    <a:pt x="61" y="230"/>
                    <a:pt x="64" y="230"/>
                  </a:cubicBezTo>
                  <a:cubicBezTo>
                    <a:pt x="64" y="230"/>
                    <a:pt x="64" y="230"/>
                    <a:pt x="64" y="230"/>
                  </a:cubicBezTo>
                  <a:cubicBezTo>
                    <a:pt x="68" y="230"/>
                    <a:pt x="68" y="230"/>
                    <a:pt x="68" y="230"/>
                  </a:cubicBezTo>
                  <a:cubicBezTo>
                    <a:pt x="68" y="230"/>
                    <a:pt x="68" y="230"/>
                    <a:pt x="68" y="230"/>
                  </a:cubicBezTo>
                  <a:cubicBezTo>
                    <a:pt x="70" y="230"/>
                    <a:pt x="71" y="227"/>
                    <a:pt x="73" y="223"/>
                  </a:cubicBezTo>
                  <a:cubicBezTo>
                    <a:pt x="73" y="222"/>
                    <a:pt x="73" y="222"/>
                    <a:pt x="73" y="222"/>
                  </a:cubicBezTo>
                  <a:cubicBezTo>
                    <a:pt x="73" y="222"/>
                    <a:pt x="73" y="222"/>
                    <a:pt x="73" y="221"/>
                  </a:cubicBezTo>
                  <a:cubicBezTo>
                    <a:pt x="74" y="222"/>
                    <a:pt x="74" y="222"/>
                    <a:pt x="74" y="223"/>
                  </a:cubicBezTo>
                  <a:cubicBezTo>
                    <a:pt x="74" y="223"/>
                    <a:pt x="75" y="225"/>
                    <a:pt x="75" y="225"/>
                  </a:cubicBezTo>
                  <a:cubicBezTo>
                    <a:pt x="75" y="227"/>
                    <a:pt x="76" y="229"/>
                    <a:pt x="77" y="230"/>
                  </a:cubicBezTo>
                  <a:cubicBezTo>
                    <a:pt x="78" y="230"/>
                    <a:pt x="78" y="230"/>
                    <a:pt x="78" y="230"/>
                  </a:cubicBezTo>
                  <a:cubicBezTo>
                    <a:pt x="78" y="230"/>
                    <a:pt x="78" y="230"/>
                    <a:pt x="78" y="230"/>
                  </a:cubicBezTo>
                  <a:cubicBezTo>
                    <a:pt x="78" y="230"/>
                    <a:pt x="78" y="230"/>
                    <a:pt x="78" y="230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0"/>
                    <a:pt x="83" y="230"/>
                    <a:pt x="84" y="230"/>
                  </a:cubicBezTo>
                  <a:cubicBezTo>
                    <a:pt x="85" y="229"/>
                    <a:pt x="86" y="227"/>
                    <a:pt x="86" y="225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2"/>
                    <a:pt x="87" y="222"/>
                    <a:pt x="88" y="221"/>
                  </a:cubicBezTo>
                  <a:cubicBezTo>
                    <a:pt x="88" y="222"/>
                    <a:pt x="88" y="222"/>
                    <a:pt x="88" y="222"/>
                  </a:cubicBezTo>
                  <a:cubicBezTo>
                    <a:pt x="88" y="222"/>
                    <a:pt x="88" y="223"/>
                    <a:pt x="88" y="223"/>
                  </a:cubicBezTo>
                  <a:cubicBezTo>
                    <a:pt x="90" y="227"/>
                    <a:pt x="91" y="230"/>
                    <a:pt x="93" y="230"/>
                  </a:cubicBezTo>
                  <a:cubicBezTo>
                    <a:pt x="93" y="230"/>
                    <a:pt x="93" y="230"/>
                    <a:pt x="93" y="230"/>
                  </a:cubicBezTo>
                  <a:cubicBezTo>
                    <a:pt x="97" y="230"/>
                    <a:pt x="97" y="230"/>
                    <a:pt x="97" y="230"/>
                  </a:cubicBezTo>
                  <a:cubicBezTo>
                    <a:pt x="97" y="230"/>
                    <a:pt x="97" y="230"/>
                    <a:pt x="97" y="230"/>
                  </a:cubicBezTo>
                  <a:cubicBezTo>
                    <a:pt x="100" y="230"/>
                    <a:pt x="100" y="228"/>
                    <a:pt x="101" y="225"/>
                  </a:cubicBezTo>
                  <a:cubicBezTo>
                    <a:pt x="102" y="223"/>
                    <a:pt x="102" y="223"/>
                    <a:pt x="102" y="223"/>
                  </a:cubicBezTo>
                  <a:cubicBezTo>
                    <a:pt x="102" y="222"/>
                    <a:pt x="102" y="222"/>
                    <a:pt x="102" y="222"/>
                  </a:cubicBezTo>
                  <a:cubicBezTo>
                    <a:pt x="102" y="222"/>
                    <a:pt x="103" y="223"/>
                    <a:pt x="103" y="223"/>
                  </a:cubicBezTo>
                  <a:cubicBezTo>
                    <a:pt x="104" y="227"/>
                    <a:pt x="105" y="230"/>
                    <a:pt x="107" y="230"/>
                  </a:cubicBezTo>
                  <a:cubicBezTo>
                    <a:pt x="107" y="230"/>
                    <a:pt x="107" y="230"/>
                    <a:pt x="107" y="230"/>
                  </a:cubicBezTo>
                  <a:cubicBezTo>
                    <a:pt x="111" y="230"/>
                    <a:pt x="111" y="230"/>
                    <a:pt x="111" y="230"/>
                  </a:cubicBezTo>
                  <a:cubicBezTo>
                    <a:pt x="112" y="230"/>
                    <a:pt x="112" y="230"/>
                    <a:pt x="112" y="230"/>
                  </a:cubicBezTo>
                  <a:cubicBezTo>
                    <a:pt x="114" y="230"/>
                    <a:pt x="115" y="228"/>
                    <a:pt x="115" y="225"/>
                  </a:cubicBezTo>
                  <a:cubicBezTo>
                    <a:pt x="116" y="223"/>
                    <a:pt x="116" y="223"/>
                    <a:pt x="116" y="223"/>
                  </a:cubicBezTo>
                  <a:cubicBezTo>
                    <a:pt x="116" y="222"/>
                    <a:pt x="117" y="222"/>
                    <a:pt x="117" y="221"/>
                  </a:cubicBezTo>
                  <a:cubicBezTo>
                    <a:pt x="117" y="221"/>
                    <a:pt x="117" y="221"/>
                    <a:pt x="117" y="222"/>
                  </a:cubicBezTo>
                  <a:cubicBezTo>
                    <a:pt x="117" y="222"/>
                    <a:pt x="118" y="223"/>
                    <a:pt x="118" y="223"/>
                  </a:cubicBezTo>
                  <a:cubicBezTo>
                    <a:pt x="120" y="227"/>
                    <a:pt x="121" y="230"/>
                    <a:pt x="123" y="230"/>
                  </a:cubicBezTo>
                  <a:cubicBezTo>
                    <a:pt x="124" y="230"/>
                    <a:pt x="124" y="230"/>
                    <a:pt x="124" y="230"/>
                  </a:cubicBezTo>
                  <a:cubicBezTo>
                    <a:pt x="124" y="230"/>
                    <a:pt x="124" y="230"/>
                    <a:pt x="124" y="230"/>
                  </a:cubicBezTo>
                  <a:cubicBezTo>
                    <a:pt x="124" y="230"/>
                    <a:pt x="124" y="230"/>
                    <a:pt x="124" y="230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30" y="228"/>
                    <a:pt x="131" y="226"/>
                    <a:pt x="131" y="224"/>
                  </a:cubicBezTo>
                  <a:cubicBezTo>
                    <a:pt x="132" y="221"/>
                    <a:pt x="132" y="221"/>
                    <a:pt x="132" y="221"/>
                  </a:cubicBezTo>
                  <a:cubicBezTo>
                    <a:pt x="132" y="221"/>
                    <a:pt x="132" y="220"/>
                    <a:pt x="132" y="220"/>
                  </a:cubicBezTo>
                  <a:cubicBezTo>
                    <a:pt x="132" y="220"/>
                    <a:pt x="132" y="220"/>
                    <a:pt x="132" y="220"/>
                  </a:cubicBezTo>
                  <a:cubicBezTo>
                    <a:pt x="132" y="220"/>
                    <a:pt x="133" y="222"/>
                    <a:pt x="133" y="222"/>
                  </a:cubicBezTo>
                  <a:cubicBezTo>
                    <a:pt x="134" y="226"/>
                    <a:pt x="136" y="229"/>
                    <a:pt x="138" y="228"/>
                  </a:cubicBezTo>
                  <a:cubicBezTo>
                    <a:pt x="142" y="228"/>
                    <a:pt x="142" y="228"/>
                    <a:pt x="142" y="228"/>
                  </a:cubicBezTo>
                  <a:cubicBezTo>
                    <a:pt x="142" y="228"/>
                    <a:pt x="143" y="228"/>
                    <a:pt x="143" y="228"/>
                  </a:cubicBezTo>
                  <a:cubicBezTo>
                    <a:pt x="145" y="227"/>
                    <a:pt x="145" y="225"/>
                    <a:pt x="146" y="222"/>
                  </a:cubicBezTo>
                  <a:cubicBezTo>
                    <a:pt x="146" y="220"/>
                    <a:pt x="146" y="220"/>
                    <a:pt x="146" y="220"/>
                  </a:cubicBezTo>
                  <a:cubicBezTo>
                    <a:pt x="146" y="219"/>
                    <a:pt x="146" y="219"/>
                    <a:pt x="146" y="219"/>
                  </a:cubicBezTo>
                  <a:cubicBezTo>
                    <a:pt x="146" y="219"/>
                    <a:pt x="146" y="219"/>
                    <a:pt x="146" y="219"/>
                  </a:cubicBezTo>
                  <a:cubicBezTo>
                    <a:pt x="146" y="219"/>
                    <a:pt x="147" y="221"/>
                    <a:pt x="147" y="221"/>
                  </a:cubicBezTo>
                  <a:cubicBezTo>
                    <a:pt x="149" y="224"/>
                    <a:pt x="150" y="227"/>
                    <a:pt x="153" y="227"/>
                  </a:cubicBezTo>
                  <a:cubicBezTo>
                    <a:pt x="153" y="227"/>
                    <a:pt x="153" y="227"/>
                    <a:pt x="153" y="227"/>
                  </a:cubicBezTo>
                  <a:cubicBezTo>
                    <a:pt x="153" y="227"/>
                    <a:pt x="153" y="227"/>
                    <a:pt x="153" y="227"/>
                  </a:cubicBezTo>
                  <a:cubicBezTo>
                    <a:pt x="153" y="227"/>
                    <a:pt x="153" y="227"/>
                    <a:pt x="153" y="227"/>
                  </a:cubicBezTo>
                  <a:cubicBezTo>
                    <a:pt x="153" y="227"/>
                    <a:pt x="157" y="226"/>
                    <a:pt x="157" y="226"/>
                  </a:cubicBezTo>
                  <a:cubicBezTo>
                    <a:pt x="157" y="226"/>
                    <a:pt x="157" y="226"/>
                    <a:pt x="158" y="226"/>
                  </a:cubicBezTo>
                  <a:cubicBezTo>
                    <a:pt x="159" y="225"/>
                    <a:pt x="160" y="223"/>
                    <a:pt x="160" y="220"/>
                  </a:cubicBezTo>
                  <a:cubicBezTo>
                    <a:pt x="161" y="218"/>
                    <a:pt x="161" y="218"/>
                    <a:pt x="161" y="218"/>
                  </a:cubicBezTo>
                  <a:cubicBezTo>
                    <a:pt x="161" y="217"/>
                    <a:pt x="161" y="217"/>
                    <a:pt x="161" y="217"/>
                  </a:cubicBezTo>
                  <a:cubicBezTo>
                    <a:pt x="161" y="217"/>
                    <a:pt x="161" y="217"/>
                    <a:pt x="161" y="217"/>
                  </a:cubicBezTo>
                  <a:cubicBezTo>
                    <a:pt x="161" y="217"/>
                    <a:pt x="162" y="219"/>
                    <a:pt x="162" y="219"/>
                  </a:cubicBezTo>
                  <a:cubicBezTo>
                    <a:pt x="163" y="222"/>
                    <a:pt x="165" y="225"/>
                    <a:pt x="167" y="225"/>
                  </a:cubicBezTo>
                  <a:cubicBezTo>
                    <a:pt x="171" y="224"/>
                    <a:pt x="171" y="224"/>
                    <a:pt x="171" y="224"/>
                  </a:cubicBezTo>
                  <a:cubicBezTo>
                    <a:pt x="172" y="224"/>
                    <a:pt x="172" y="224"/>
                    <a:pt x="173" y="223"/>
                  </a:cubicBezTo>
                  <a:cubicBezTo>
                    <a:pt x="174" y="222"/>
                    <a:pt x="174" y="220"/>
                    <a:pt x="174" y="218"/>
                  </a:cubicBezTo>
                  <a:cubicBezTo>
                    <a:pt x="175" y="216"/>
                    <a:pt x="175" y="216"/>
                    <a:pt x="175" y="216"/>
                  </a:cubicBezTo>
                  <a:cubicBezTo>
                    <a:pt x="175" y="215"/>
                    <a:pt x="175" y="215"/>
                    <a:pt x="175" y="214"/>
                  </a:cubicBezTo>
                  <a:cubicBezTo>
                    <a:pt x="175" y="214"/>
                    <a:pt x="175" y="215"/>
                    <a:pt x="175" y="215"/>
                  </a:cubicBezTo>
                  <a:cubicBezTo>
                    <a:pt x="175" y="215"/>
                    <a:pt x="176" y="216"/>
                    <a:pt x="176" y="216"/>
                  </a:cubicBezTo>
                  <a:cubicBezTo>
                    <a:pt x="178" y="219"/>
                    <a:pt x="180" y="222"/>
                    <a:pt x="182" y="222"/>
                  </a:cubicBezTo>
                  <a:cubicBezTo>
                    <a:pt x="182" y="222"/>
                    <a:pt x="182" y="222"/>
                    <a:pt x="182" y="222"/>
                  </a:cubicBezTo>
                  <a:cubicBezTo>
                    <a:pt x="182" y="222"/>
                    <a:pt x="182" y="222"/>
                    <a:pt x="182" y="222"/>
                  </a:cubicBezTo>
                  <a:cubicBezTo>
                    <a:pt x="186" y="221"/>
                    <a:pt x="186" y="221"/>
                    <a:pt x="186" y="221"/>
                  </a:cubicBezTo>
                  <a:cubicBezTo>
                    <a:pt x="187" y="221"/>
                    <a:pt x="187" y="221"/>
                    <a:pt x="187" y="220"/>
                  </a:cubicBezTo>
                  <a:cubicBezTo>
                    <a:pt x="189" y="219"/>
                    <a:pt x="189" y="217"/>
                    <a:pt x="189" y="215"/>
                  </a:cubicBezTo>
                  <a:cubicBezTo>
                    <a:pt x="189" y="213"/>
                    <a:pt x="189" y="213"/>
                    <a:pt x="189" y="213"/>
                  </a:cubicBezTo>
                  <a:cubicBezTo>
                    <a:pt x="189" y="213"/>
                    <a:pt x="189" y="214"/>
                    <a:pt x="189" y="214"/>
                  </a:cubicBezTo>
                  <a:cubicBezTo>
                    <a:pt x="191" y="216"/>
                    <a:pt x="192" y="218"/>
                    <a:pt x="193" y="219"/>
                  </a:cubicBezTo>
                  <a:cubicBezTo>
                    <a:pt x="194" y="219"/>
                    <a:pt x="195" y="220"/>
                    <a:pt x="196" y="219"/>
                  </a:cubicBezTo>
                  <a:cubicBezTo>
                    <a:pt x="196" y="219"/>
                    <a:pt x="196" y="219"/>
                    <a:pt x="196" y="219"/>
                  </a:cubicBezTo>
                  <a:cubicBezTo>
                    <a:pt x="196" y="219"/>
                    <a:pt x="196" y="219"/>
                    <a:pt x="196" y="219"/>
                  </a:cubicBezTo>
                  <a:cubicBezTo>
                    <a:pt x="200" y="218"/>
                    <a:pt x="200" y="218"/>
                    <a:pt x="200" y="218"/>
                  </a:cubicBezTo>
                  <a:cubicBezTo>
                    <a:pt x="200" y="218"/>
                    <a:pt x="201" y="217"/>
                    <a:pt x="201" y="216"/>
                  </a:cubicBezTo>
                  <a:cubicBezTo>
                    <a:pt x="201" y="216"/>
                    <a:pt x="201" y="216"/>
                    <a:pt x="201" y="216"/>
                  </a:cubicBezTo>
                  <a:cubicBezTo>
                    <a:pt x="201" y="215"/>
                    <a:pt x="201" y="214"/>
                    <a:pt x="201" y="213"/>
                  </a:cubicBezTo>
                  <a:cubicBezTo>
                    <a:pt x="201" y="212"/>
                    <a:pt x="201" y="211"/>
                    <a:pt x="201" y="211"/>
                  </a:cubicBezTo>
                  <a:cubicBezTo>
                    <a:pt x="202" y="211"/>
                    <a:pt x="202" y="211"/>
                    <a:pt x="202" y="211"/>
                  </a:cubicBezTo>
                  <a:cubicBezTo>
                    <a:pt x="204" y="212"/>
                    <a:pt x="206" y="214"/>
                    <a:pt x="207" y="214"/>
                  </a:cubicBezTo>
                  <a:cubicBezTo>
                    <a:pt x="208" y="214"/>
                    <a:pt x="209" y="214"/>
                    <a:pt x="210" y="214"/>
                  </a:cubicBezTo>
                  <a:cubicBezTo>
                    <a:pt x="213" y="212"/>
                    <a:pt x="213" y="212"/>
                    <a:pt x="213" y="212"/>
                  </a:cubicBezTo>
                  <a:cubicBezTo>
                    <a:pt x="213" y="212"/>
                    <a:pt x="213" y="212"/>
                    <a:pt x="213" y="211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13" y="211"/>
                    <a:pt x="213" y="210"/>
                    <a:pt x="213" y="210"/>
                  </a:cubicBezTo>
                  <a:cubicBezTo>
                    <a:pt x="215" y="212"/>
                    <a:pt x="218" y="211"/>
                    <a:pt x="221" y="210"/>
                  </a:cubicBezTo>
                  <a:cubicBezTo>
                    <a:pt x="220" y="212"/>
                    <a:pt x="219" y="214"/>
                    <a:pt x="219" y="215"/>
                  </a:cubicBezTo>
                  <a:cubicBezTo>
                    <a:pt x="219" y="216"/>
                    <a:pt x="219" y="217"/>
                    <a:pt x="220" y="217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0" y="221"/>
                    <a:pt x="222" y="222"/>
                    <a:pt x="224" y="223"/>
                  </a:cubicBezTo>
                  <a:cubicBezTo>
                    <a:pt x="224" y="223"/>
                    <a:pt x="223" y="224"/>
                    <a:pt x="223" y="224"/>
                  </a:cubicBezTo>
                  <a:cubicBezTo>
                    <a:pt x="222" y="224"/>
                    <a:pt x="221" y="225"/>
                    <a:pt x="221" y="226"/>
                  </a:cubicBezTo>
                  <a:cubicBezTo>
                    <a:pt x="221" y="226"/>
                    <a:pt x="221" y="227"/>
                    <a:pt x="222" y="229"/>
                  </a:cubicBezTo>
                  <a:cubicBezTo>
                    <a:pt x="222" y="231"/>
                    <a:pt x="222" y="231"/>
                    <a:pt x="222" y="231"/>
                  </a:cubicBezTo>
                  <a:cubicBezTo>
                    <a:pt x="222" y="232"/>
                    <a:pt x="222" y="233"/>
                    <a:pt x="223" y="233"/>
                  </a:cubicBezTo>
                  <a:cubicBezTo>
                    <a:pt x="224" y="233"/>
                    <a:pt x="224" y="233"/>
                    <a:pt x="224" y="233"/>
                  </a:cubicBezTo>
                  <a:cubicBezTo>
                    <a:pt x="225" y="234"/>
                    <a:pt x="227" y="234"/>
                    <a:pt x="228" y="234"/>
                  </a:cubicBezTo>
                  <a:cubicBezTo>
                    <a:pt x="226" y="235"/>
                    <a:pt x="225" y="236"/>
                    <a:pt x="224" y="237"/>
                  </a:cubicBezTo>
                  <a:cubicBezTo>
                    <a:pt x="223" y="237"/>
                    <a:pt x="222" y="238"/>
                    <a:pt x="222" y="239"/>
                  </a:cubicBezTo>
                  <a:cubicBezTo>
                    <a:pt x="222" y="243"/>
                    <a:pt x="222" y="243"/>
                    <a:pt x="222" y="243"/>
                  </a:cubicBezTo>
                  <a:cubicBezTo>
                    <a:pt x="222" y="244"/>
                    <a:pt x="223" y="245"/>
                    <a:pt x="224" y="245"/>
                  </a:cubicBezTo>
                  <a:cubicBezTo>
                    <a:pt x="223" y="246"/>
                    <a:pt x="223" y="246"/>
                    <a:pt x="222" y="246"/>
                  </a:cubicBezTo>
                  <a:cubicBezTo>
                    <a:pt x="222" y="246"/>
                    <a:pt x="221" y="246"/>
                    <a:pt x="221" y="247"/>
                  </a:cubicBezTo>
                  <a:cubicBezTo>
                    <a:pt x="221" y="247"/>
                    <a:pt x="220" y="248"/>
                    <a:pt x="220" y="249"/>
                  </a:cubicBezTo>
                  <a:cubicBezTo>
                    <a:pt x="220" y="249"/>
                    <a:pt x="220" y="249"/>
                    <a:pt x="220" y="249"/>
                  </a:cubicBezTo>
                  <a:cubicBezTo>
                    <a:pt x="220" y="249"/>
                    <a:pt x="220" y="249"/>
                    <a:pt x="220" y="249"/>
                  </a:cubicBezTo>
                  <a:cubicBezTo>
                    <a:pt x="220" y="251"/>
                    <a:pt x="220" y="251"/>
                    <a:pt x="220" y="251"/>
                  </a:cubicBezTo>
                  <a:cubicBezTo>
                    <a:pt x="220" y="251"/>
                    <a:pt x="220" y="252"/>
                    <a:pt x="220" y="252"/>
                  </a:cubicBezTo>
                  <a:cubicBezTo>
                    <a:pt x="220" y="254"/>
                    <a:pt x="221" y="255"/>
                    <a:pt x="222" y="256"/>
                  </a:cubicBezTo>
                  <a:cubicBezTo>
                    <a:pt x="220" y="256"/>
                    <a:pt x="219" y="256"/>
                    <a:pt x="218" y="257"/>
                  </a:cubicBezTo>
                  <a:cubicBezTo>
                    <a:pt x="217" y="257"/>
                    <a:pt x="217" y="257"/>
                    <a:pt x="217" y="258"/>
                  </a:cubicBezTo>
                  <a:cubicBezTo>
                    <a:pt x="217" y="258"/>
                    <a:pt x="217" y="258"/>
                    <a:pt x="217" y="258"/>
                  </a:cubicBezTo>
                  <a:cubicBezTo>
                    <a:pt x="217" y="258"/>
                    <a:pt x="217" y="258"/>
                    <a:pt x="217" y="258"/>
                  </a:cubicBezTo>
                  <a:cubicBezTo>
                    <a:pt x="217" y="258"/>
                    <a:pt x="217" y="258"/>
                    <a:pt x="217" y="258"/>
                  </a:cubicBezTo>
                  <a:cubicBezTo>
                    <a:pt x="215" y="261"/>
                    <a:pt x="215" y="261"/>
                    <a:pt x="215" y="261"/>
                  </a:cubicBezTo>
                  <a:cubicBezTo>
                    <a:pt x="215" y="261"/>
                    <a:pt x="214" y="262"/>
                    <a:pt x="214" y="263"/>
                  </a:cubicBezTo>
                  <a:cubicBezTo>
                    <a:pt x="214" y="264"/>
                    <a:pt x="216" y="267"/>
                    <a:pt x="218" y="269"/>
                  </a:cubicBezTo>
                  <a:cubicBezTo>
                    <a:pt x="219" y="270"/>
                    <a:pt x="219" y="270"/>
                    <a:pt x="219" y="270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8" y="270"/>
                    <a:pt x="216" y="270"/>
                    <a:pt x="216" y="270"/>
                  </a:cubicBezTo>
                  <a:cubicBezTo>
                    <a:pt x="215" y="270"/>
                    <a:pt x="214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0" y="267"/>
                    <a:pt x="210" y="267"/>
                    <a:pt x="210" y="267"/>
                  </a:cubicBezTo>
                  <a:cubicBezTo>
                    <a:pt x="209" y="267"/>
                    <a:pt x="208" y="267"/>
                    <a:pt x="207" y="267"/>
                  </a:cubicBezTo>
                  <a:cubicBezTo>
                    <a:pt x="206" y="267"/>
                    <a:pt x="204" y="269"/>
                    <a:pt x="202" y="270"/>
                  </a:cubicBezTo>
                  <a:cubicBezTo>
                    <a:pt x="201" y="271"/>
                    <a:pt x="201" y="271"/>
                    <a:pt x="201" y="271"/>
                  </a:cubicBezTo>
                  <a:cubicBezTo>
                    <a:pt x="202" y="268"/>
                    <a:pt x="202" y="266"/>
                    <a:pt x="202" y="264"/>
                  </a:cubicBezTo>
                  <a:cubicBezTo>
                    <a:pt x="202" y="264"/>
                    <a:pt x="202" y="263"/>
                    <a:pt x="201" y="262"/>
                  </a:cubicBezTo>
                  <a:cubicBezTo>
                    <a:pt x="197" y="261"/>
                    <a:pt x="197" y="261"/>
                    <a:pt x="197" y="261"/>
                  </a:cubicBezTo>
                  <a:cubicBezTo>
                    <a:pt x="197" y="261"/>
                    <a:pt x="197" y="261"/>
                    <a:pt x="197" y="261"/>
                  </a:cubicBezTo>
                  <a:cubicBezTo>
                    <a:pt x="195" y="260"/>
                    <a:pt x="193" y="262"/>
                    <a:pt x="190" y="265"/>
                  </a:cubicBezTo>
                  <a:cubicBezTo>
                    <a:pt x="189" y="266"/>
                    <a:pt x="189" y="266"/>
                    <a:pt x="189" y="266"/>
                  </a:cubicBezTo>
                  <a:cubicBezTo>
                    <a:pt x="189" y="267"/>
                    <a:pt x="189" y="267"/>
                    <a:pt x="189" y="267"/>
                  </a:cubicBezTo>
                  <a:cubicBezTo>
                    <a:pt x="189" y="267"/>
                    <a:pt x="189" y="267"/>
                    <a:pt x="189" y="266"/>
                  </a:cubicBezTo>
                  <a:cubicBezTo>
                    <a:pt x="189" y="266"/>
                    <a:pt x="189" y="264"/>
                    <a:pt x="189" y="264"/>
                  </a:cubicBezTo>
                  <a:cubicBezTo>
                    <a:pt x="189" y="262"/>
                    <a:pt x="188" y="260"/>
                    <a:pt x="188" y="259"/>
                  </a:cubicBezTo>
                  <a:cubicBezTo>
                    <a:pt x="188" y="258"/>
                    <a:pt x="187" y="257"/>
                    <a:pt x="186" y="257"/>
                  </a:cubicBezTo>
                  <a:cubicBezTo>
                    <a:pt x="182" y="256"/>
                    <a:pt x="182" y="256"/>
                    <a:pt x="182" y="256"/>
                  </a:cubicBezTo>
                  <a:cubicBezTo>
                    <a:pt x="182" y="256"/>
                    <a:pt x="182" y="256"/>
                    <a:pt x="182" y="256"/>
                  </a:cubicBezTo>
                  <a:cubicBezTo>
                    <a:pt x="182" y="256"/>
                    <a:pt x="182" y="256"/>
                    <a:pt x="182" y="256"/>
                  </a:cubicBezTo>
                  <a:cubicBezTo>
                    <a:pt x="180" y="256"/>
                    <a:pt x="178" y="259"/>
                    <a:pt x="176" y="262"/>
                  </a:cubicBezTo>
                  <a:cubicBezTo>
                    <a:pt x="175" y="264"/>
                    <a:pt x="175" y="264"/>
                    <a:pt x="175" y="264"/>
                  </a:cubicBezTo>
                  <a:cubicBezTo>
                    <a:pt x="175" y="264"/>
                    <a:pt x="175" y="264"/>
                    <a:pt x="175" y="264"/>
                  </a:cubicBezTo>
                  <a:cubicBezTo>
                    <a:pt x="175" y="264"/>
                    <a:pt x="175" y="263"/>
                    <a:pt x="175" y="263"/>
                  </a:cubicBezTo>
                  <a:cubicBezTo>
                    <a:pt x="175" y="263"/>
                    <a:pt x="174" y="260"/>
                    <a:pt x="174" y="260"/>
                  </a:cubicBezTo>
                  <a:cubicBezTo>
                    <a:pt x="174" y="258"/>
                    <a:pt x="174" y="256"/>
                    <a:pt x="172" y="255"/>
                  </a:cubicBezTo>
                  <a:cubicBezTo>
                    <a:pt x="172" y="254"/>
                    <a:pt x="172" y="254"/>
                    <a:pt x="171" y="254"/>
                  </a:cubicBezTo>
                  <a:cubicBezTo>
                    <a:pt x="167" y="254"/>
                    <a:pt x="167" y="254"/>
                    <a:pt x="167" y="254"/>
                  </a:cubicBezTo>
                  <a:cubicBezTo>
                    <a:pt x="165" y="253"/>
                    <a:pt x="163" y="256"/>
                    <a:pt x="162" y="260"/>
                  </a:cubicBezTo>
                  <a:cubicBezTo>
                    <a:pt x="161" y="261"/>
                    <a:pt x="161" y="261"/>
                    <a:pt x="161" y="261"/>
                  </a:cubicBezTo>
                  <a:cubicBezTo>
                    <a:pt x="161" y="261"/>
                    <a:pt x="161" y="261"/>
                    <a:pt x="161" y="262"/>
                  </a:cubicBezTo>
                  <a:cubicBezTo>
                    <a:pt x="161" y="261"/>
                    <a:pt x="161" y="261"/>
                    <a:pt x="161" y="261"/>
                  </a:cubicBezTo>
                  <a:cubicBezTo>
                    <a:pt x="161" y="261"/>
                    <a:pt x="160" y="258"/>
                    <a:pt x="160" y="258"/>
                  </a:cubicBezTo>
                  <a:cubicBezTo>
                    <a:pt x="160" y="255"/>
                    <a:pt x="159" y="253"/>
                    <a:pt x="158" y="253"/>
                  </a:cubicBezTo>
                  <a:cubicBezTo>
                    <a:pt x="157" y="252"/>
                    <a:pt x="157" y="252"/>
                    <a:pt x="157" y="252"/>
                  </a:cubicBezTo>
                  <a:cubicBezTo>
                    <a:pt x="157" y="252"/>
                    <a:pt x="157" y="252"/>
                    <a:pt x="157" y="252"/>
                  </a:cubicBezTo>
                  <a:cubicBezTo>
                    <a:pt x="153" y="252"/>
                    <a:pt x="153" y="252"/>
                    <a:pt x="153" y="252"/>
                  </a:cubicBezTo>
                  <a:cubicBezTo>
                    <a:pt x="153" y="252"/>
                    <a:pt x="153" y="252"/>
                    <a:pt x="153" y="252"/>
                  </a:cubicBezTo>
                  <a:cubicBezTo>
                    <a:pt x="153" y="252"/>
                    <a:pt x="153" y="252"/>
                    <a:pt x="153" y="252"/>
                  </a:cubicBezTo>
                  <a:cubicBezTo>
                    <a:pt x="153" y="252"/>
                    <a:pt x="153" y="252"/>
                    <a:pt x="153" y="252"/>
                  </a:cubicBezTo>
                  <a:cubicBezTo>
                    <a:pt x="153" y="252"/>
                    <a:pt x="153" y="252"/>
                    <a:pt x="153" y="252"/>
                  </a:cubicBezTo>
                  <a:cubicBezTo>
                    <a:pt x="150" y="251"/>
                    <a:pt x="149" y="254"/>
                    <a:pt x="147" y="258"/>
                  </a:cubicBezTo>
                  <a:cubicBezTo>
                    <a:pt x="146" y="259"/>
                    <a:pt x="146" y="259"/>
                    <a:pt x="146" y="259"/>
                  </a:cubicBezTo>
                  <a:cubicBezTo>
                    <a:pt x="146" y="260"/>
                    <a:pt x="146" y="260"/>
                    <a:pt x="146" y="260"/>
                  </a:cubicBezTo>
                  <a:cubicBezTo>
                    <a:pt x="146" y="260"/>
                    <a:pt x="146" y="259"/>
                    <a:pt x="145" y="259"/>
                  </a:cubicBezTo>
                  <a:cubicBezTo>
                    <a:pt x="145" y="259"/>
                    <a:pt x="145" y="256"/>
                    <a:pt x="145" y="256"/>
                  </a:cubicBezTo>
                  <a:cubicBezTo>
                    <a:pt x="144" y="253"/>
                    <a:pt x="143" y="251"/>
                    <a:pt x="141" y="251"/>
                  </a:cubicBezTo>
                  <a:cubicBezTo>
                    <a:pt x="141" y="251"/>
                    <a:pt x="141" y="251"/>
                    <a:pt x="141" y="251"/>
                  </a:cubicBezTo>
                  <a:cubicBezTo>
                    <a:pt x="141" y="251"/>
                    <a:pt x="141" y="251"/>
                    <a:pt x="141" y="251"/>
                  </a:cubicBezTo>
                  <a:cubicBezTo>
                    <a:pt x="140" y="251"/>
                    <a:pt x="140" y="251"/>
                    <a:pt x="140" y="251"/>
                  </a:cubicBezTo>
                  <a:cubicBezTo>
                    <a:pt x="137" y="251"/>
                    <a:pt x="137" y="251"/>
                    <a:pt x="137" y="251"/>
                  </a:cubicBezTo>
                  <a:cubicBezTo>
                    <a:pt x="137" y="251"/>
                    <a:pt x="137" y="251"/>
                    <a:pt x="137" y="251"/>
                  </a:cubicBezTo>
                  <a:cubicBezTo>
                    <a:pt x="137" y="251"/>
                    <a:pt x="137" y="251"/>
                    <a:pt x="137" y="251"/>
                  </a:cubicBezTo>
                  <a:cubicBezTo>
                    <a:pt x="134" y="251"/>
                    <a:pt x="133" y="254"/>
                    <a:pt x="132" y="258"/>
                  </a:cubicBezTo>
                  <a:cubicBezTo>
                    <a:pt x="131" y="259"/>
                    <a:pt x="131" y="259"/>
                    <a:pt x="131" y="259"/>
                  </a:cubicBezTo>
                  <a:cubicBezTo>
                    <a:pt x="131" y="259"/>
                    <a:pt x="131" y="259"/>
                    <a:pt x="131" y="260"/>
                  </a:cubicBezTo>
                  <a:cubicBezTo>
                    <a:pt x="131" y="259"/>
                    <a:pt x="131" y="259"/>
                    <a:pt x="131" y="259"/>
                  </a:cubicBezTo>
                  <a:cubicBezTo>
                    <a:pt x="131" y="259"/>
                    <a:pt x="130" y="256"/>
                    <a:pt x="130" y="256"/>
                  </a:cubicBezTo>
                  <a:cubicBezTo>
                    <a:pt x="129" y="253"/>
                    <a:pt x="129" y="251"/>
                    <a:pt x="126" y="251"/>
                  </a:cubicBezTo>
                  <a:cubicBezTo>
                    <a:pt x="126" y="251"/>
                    <a:pt x="126" y="251"/>
                    <a:pt x="126" y="251"/>
                  </a:cubicBezTo>
                  <a:cubicBezTo>
                    <a:pt x="122" y="251"/>
                    <a:pt x="122" y="251"/>
                    <a:pt x="122" y="251"/>
                  </a:cubicBezTo>
                  <a:cubicBezTo>
                    <a:pt x="120" y="251"/>
                    <a:pt x="118" y="254"/>
                    <a:pt x="117" y="258"/>
                  </a:cubicBezTo>
                  <a:cubicBezTo>
                    <a:pt x="117" y="259"/>
                    <a:pt x="117" y="259"/>
                    <a:pt x="117" y="259"/>
                  </a:cubicBezTo>
                  <a:cubicBezTo>
                    <a:pt x="116" y="259"/>
                    <a:pt x="116" y="260"/>
                    <a:pt x="116" y="260"/>
                  </a:cubicBezTo>
                  <a:cubicBezTo>
                    <a:pt x="116" y="260"/>
                    <a:pt x="116" y="259"/>
                    <a:pt x="115" y="258"/>
                  </a:cubicBezTo>
                  <a:cubicBezTo>
                    <a:pt x="115" y="258"/>
                    <a:pt x="114" y="256"/>
                    <a:pt x="114" y="256"/>
                  </a:cubicBezTo>
                  <a:cubicBezTo>
                    <a:pt x="114" y="255"/>
                    <a:pt x="114" y="254"/>
                    <a:pt x="113" y="254"/>
                  </a:cubicBezTo>
                  <a:cubicBezTo>
                    <a:pt x="113" y="253"/>
                    <a:pt x="113" y="253"/>
                    <a:pt x="113" y="253"/>
                  </a:cubicBezTo>
                  <a:cubicBezTo>
                    <a:pt x="113" y="252"/>
                    <a:pt x="113" y="251"/>
                    <a:pt x="111" y="251"/>
                  </a:cubicBezTo>
                  <a:cubicBezTo>
                    <a:pt x="107" y="251"/>
                    <a:pt x="107" y="251"/>
                    <a:pt x="107" y="251"/>
                  </a:cubicBezTo>
                  <a:cubicBezTo>
                    <a:pt x="107" y="251"/>
                    <a:pt x="106" y="251"/>
                    <a:pt x="106" y="252"/>
                  </a:cubicBezTo>
                  <a:cubicBezTo>
                    <a:pt x="105" y="252"/>
                    <a:pt x="104" y="253"/>
                    <a:pt x="104" y="253"/>
                  </a:cubicBezTo>
                  <a:cubicBezTo>
                    <a:pt x="104" y="254"/>
                    <a:pt x="104" y="254"/>
                    <a:pt x="104" y="254"/>
                  </a:cubicBezTo>
                  <a:cubicBezTo>
                    <a:pt x="104" y="254"/>
                    <a:pt x="104" y="254"/>
                    <a:pt x="104" y="254"/>
                  </a:cubicBezTo>
                  <a:cubicBezTo>
                    <a:pt x="104" y="255"/>
                    <a:pt x="103" y="256"/>
                    <a:pt x="103" y="258"/>
                  </a:cubicBezTo>
                  <a:cubicBezTo>
                    <a:pt x="102" y="259"/>
                    <a:pt x="102" y="259"/>
                    <a:pt x="102" y="259"/>
                  </a:cubicBezTo>
                  <a:cubicBezTo>
                    <a:pt x="102" y="259"/>
                    <a:pt x="102" y="259"/>
                    <a:pt x="102" y="259"/>
                  </a:cubicBezTo>
                  <a:cubicBezTo>
                    <a:pt x="102" y="259"/>
                    <a:pt x="101" y="256"/>
                    <a:pt x="101" y="256"/>
                  </a:cubicBezTo>
                  <a:cubicBezTo>
                    <a:pt x="100" y="253"/>
                    <a:pt x="100" y="251"/>
                    <a:pt x="97" y="251"/>
                  </a:cubicBezTo>
                  <a:cubicBezTo>
                    <a:pt x="97" y="251"/>
                    <a:pt x="97" y="251"/>
                    <a:pt x="97" y="251"/>
                  </a:cubicBezTo>
                  <a:cubicBezTo>
                    <a:pt x="93" y="251"/>
                    <a:pt x="93" y="251"/>
                    <a:pt x="93" y="251"/>
                  </a:cubicBezTo>
                  <a:cubicBezTo>
                    <a:pt x="93" y="251"/>
                    <a:pt x="93" y="251"/>
                    <a:pt x="93" y="251"/>
                  </a:cubicBezTo>
                  <a:cubicBezTo>
                    <a:pt x="91" y="251"/>
                    <a:pt x="90" y="254"/>
                    <a:pt x="88" y="258"/>
                  </a:cubicBezTo>
                  <a:cubicBezTo>
                    <a:pt x="88" y="259"/>
                    <a:pt x="88" y="259"/>
                    <a:pt x="88" y="259"/>
                  </a:cubicBezTo>
                  <a:cubicBezTo>
                    <a:pt x="88" y="260"/>
                    <a:pt x="88" y="260"/>
                    <a:pt x="88" y="260"/>
                  </a:cubicBezTo>
                  <a:cubicBezTo>
                    <a:pt x="87" y="259"/>
                    <a:pt x="87" y="259"/>
                    <a:pt x="87" y="259"/>
                  </a:cubicBezTo>
                  <a:cubicBezTo>
                    <a:pt x="87" y="259"/>
                    <a:pt x="86" y="256"/>
                    <a:pt x="86" y="256"/>
                  </a:cubicBezTo>
                  <a:cubicBezTo>
                    <a:pt x="86" y="254"/>
                    <a:pt x="85" y="252"/>
                    <a:pt x="84" y="251"/>
                  </a:cubicBezTo>
                  <a:cubicBezTo>
                    <a:pt x="83" y="251"/>
                    <a:pt x="83" y="251"/>
                    <a:pt x="83" y="251"/>
                  </a:cubicBezTo>
                  <a:cubicBezTo>
                    <a:pt x="83" y="251"/>
                    <a:pt x="83" y="251"/>
                    <a:pt x="83" y="251"/>
                  </a:cubicBezTo>
                  <a:cubicBezTo>
                    <a:pt x="83" y="251"/>
                    <a:pt x="83" y="251"/>
                    <a:pt x="83" y="251"/>
                  </a:cubicBezTo>
                  <a:cubicBezTo>
                    <a:pt x="78" y="251"/>
                    <a:pt x="78" y="251"/>
                    <a:pt x="78" y="251"/>
                  </a:cubicBezTo>
                  <a:cubicBezTo>
                    <a:pt x="78" y="251"/>
                    <a:pt x="78" y="251"/>
                    <a:pt x="78" y="251"/>
                  </a:cubicBezTo>
                  <a:cubicBezTo>
                    <a:pt x="78" y="251"/>
                    <a:pt x="78" y="251"/>
                    <a:pt x="78" y="251"/>
                  </a:cubicBezTo>
                  <a:cubicBezTo>
                    <a:pt x="78" y="251"/>
                    <a:pt x="78" y="251"/>
                    <a:pt x="77" y="251"/>
                  </a:cubicBezTo>
                  <a:cubicBezTo>
                    <a:pt x="76" y="252"/>
                    <a:pt x="75" y="254"/>
                    <a:pt x="75" y="256"/>
                  </a:cubicBezTo>
                  <a:cubicBezTo>
                    <a:pt x="74" y="259"/>
                    <a:pt x="74" y="259"/>
                    <a:pt x="74" y="259"/>
                  </a:cubicBezTo>
                  <a:cubicBezTo>
                    <a:pt x="74" y="259"/>
                    <a:pt x="74" y="259"/>
                    <a:pt x="73" y="260"/>
                  </a:cubicBezTo>
                  <a:cubicBezTo>
                    <a:pt x="73" y="260"/>
                    <a:pt x="73" y="260"/>
                    <a:pt x="73" y="260"/>
                  </a:cubicBezTo>
                  <a:cubicBezTo>
                    <a:pt x="73" y="259"/>
                    <a:pt x="73" y="258"/>
                    <a:pt x="73" y="258"/>
                  </a:cubicBezTo>
                  <a:cubicBezTo>
                    <a:pt x="71" y="254"/>
                    <a:pt x="70" y="251"/>
                    <a:pt x="68" y="251"/>
                  </a:cubicBezTo>
                  <a:cubicBezTo>
                    <a:pt x="68" y="251"/>
                    <a:pt x="68" y="251"/>
                    <a:pt x="68" y="251"/>
                  </a:cubicBezTo>
                  <a:cubicBezTo>
                    <a:pt x="64" y="251"/>
                    <a:pt x="64" y="251"/>
                    <a:pt x="64" y="251"/>
                  </a:cubicBezTo>
                  <a:cubicBezTo>
                    <a:pt x="64" y="251"/>
                    <a:pt x="64" y="251"/>
                    <a:pt x="64" y="251"/>
                  </a:cubicBezTo>
                  <a:cubicBezTo>
                    <a:pt x="61" y="251"/>
                    <a:pt x="61" y="253"/>
                    <a:pt x="60" y="256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8" y="258"/>
                    <a:pt x="58" y="258"/>
                  </a:cubicBezTo>
                  <a:cubicBezTo>
                    <a:pt x="57" y="254"/>
                    <a:pt x="56" y="251"/>
                    <a:pt x="54" y="251"/>
                  </a:cubicBezTo>
                  <a:cubicBezTo>
                    <a:pt x="54" y="251"/>
                    <a:pt x="54" y="251"/>
                    <a:pt x="53" y="251"/>
                  </a:cubicBezTo>
                  <a:cubicBezTo>
                    <a:pt x="53" y="251"/>
                    <a:pt x="53" y="251"/>
                    <a:pt x="53" y="251"/>
                  </a:cubicBezTo>
                  <a:cubicBezTo>
                    <a:pt x="50" y="251"/>
                    <a:pt x="50" y="251"/>
                    <a:pt x="50" y="251"/>
                  </a:cubicBezTo>
                  <a:cubicBezTo>
                    <a:pt x="49" y="251"/>
                    <a:pt x="48" y="251"/>
                    <a:pt x="48" y="252"/>
                  </a:cubicBezTo>
                  <a:cubicBezTo>
                    <a:pt x="47" y="253"/>
                    <a:pt x="46" y="255"/>
                    <a:pt x="46" y="256"/>
                  </a:cubicBezTo>
                  <a:cubicBezTo>
                    <a:pt x="46" y="257"/>
                    <a:pt x="46" y="257"/>
                    <a:pt x="46" y="258"/>
                  </a:cubicBezTo>
                  <a:cubicBezTo>
                    <a:pt x="46" y="260"/>
                    <a:pt x="46" y="260"/>
                    <a:pt x="46" y="260"/>
                  </a:cubicBezTo>
                  <a:cubicBezTo>
                    <a:pt x="46" y="261"/>
                    <a:pt x="46" y="261"/>
                    <a:pt x="46" y="262"/>
                  </a:cubicBezTo>
                  <a:cubicBezTo>
                    <a:pt x="46" y="262"/>
                    <a:pt x="46" y="262"/>
                    <a:pt x="46" y="261"/>
                  </a:cubicBezTo>
                  <a:cubicBezTo>
                    <a:pt x="46" y="261"/>
                    <a:pt x="45" y="260"/>
                    <a:pt x="45" y="260"/>
                  </a:cubicBezTo>
                  <a:cubicBezTo>
                    <a:pt x="43" y="257"/>
                    <a:pt x="41" y="255"/>
                    <a:pt x="39" y="255"/>
                  </a:cubicBezTo>
                  <a:cubicBezTo>
                    <a:pt x="39" y="255"/>
                    <a:pt x="39" y="255"/>
                    <a:pt x="38" y="255"/>
                  </a:cubicBezTo>
                  <a:cubicBezTo>
                    <a:pt x="38" y="255"/>
                    <a:pt x="38" y="255"/>
                    <a:pt x="38" y="255"/>
                  </a:cubicBezTo>
                  <a:cubicBezTo>
                    <a:pt x="38" y="255"/>
                    <a:pt x="38" y="255"/>
                    <a:pt x="38" y="255"/>
                  </a:cubicBezTo>
                  <a:cubicBezTo>
                    <a:pt x="34" y="256"/>
                    <a:pt x="34" y="256"/>
                    <a:pt x="34" y="256"/>
                  </a:cubicBezTo>
                  <a:cubicBezTo>
                    <a:pt x="33" y="257"/>
                    <a:pt x="33" y="258"/>
                    <a:pt x="33" y="258"/>
                  </a:cubicBezTo>
                  <a:cubicBezTo>
                    <a:pt x="33" y="258"/>
                    <a:pt x="33" y="258"/>
                    <a:pt x="33" y="258"/>
                  </a:cubicBezTo>
                  <a:cubicBezTo>
                    <a:pt x="32" y="260"/>
                    <a:pt x="33" y="262"/>
                    <a:pt x="33" y="263"/>
                  </a:cubicBezTo>
                  <a:cubicBezTo>
                    <a:pt x="33" y="265"/>
                    <a:pt x="33" y="265"/>
                    <a:pt x="33" y="265"/>
                  </a:cubicBezTo>
                  <a:cubicBezTo>
                    <a:pt x="33" y="265"/>
                    <a:pt x="32" y="264"/>
                    <a:pt x="32" y="264"/>
                  </a:cubicBezTo>
                  <a:cubicBezTo>
                    <a:pt x="30" y="262"/>
                    <a:pt x="28" y="259"/>
                    <a:pt x="26" y="260"/>
                  </a:cubicBezTo>
                  <a:cubicBezTo>
                    <a:pt x="26" y="260"/>
                    <a:pt x="25" y="260"/>
                    <a:pt x="25" y="260"/>
                  </a:cubicBezTo>
                  <a:cubicBezTo>
                    <a:pt x="25" y="260"/>
                    <a:pt x="25" y="260"/>
                    <a:pt x="25" y="260"/>
                  </a:cubicBezTo>
                  <a:cubicBezTo>
                    <a:pt x="25" y="260"/>
                    <a:pt x="21" y="262"/>
                    <a:pt x="21" y="262"/>
                  </a:cubicBezTo>
                  <a:cubicBezTo>
                    <a:pt x="21" y="262"/>
                    <a:pt x="20" y="263"/>
                    <a:pt x="20" y="264"/>
                  </a:cubicBezTo>
                  <a:cubicBezTo>
                    <a:pt x="20" y="264"/>
                    <a:pt x="20" y="264"/>
                    <a:pt x="20" y="264"/>
                  </a:cubicBezTo>
                  <a:cubicBezTo>
                    <a:pt x="20" y="265"/>
                    <a:pt x="20" y="268"/>
                    <a:pt x="20" y="270"/>
                  </a:cubicBezTo>
                  <a:cubicBezTo>
                    <a:pt x="20" y="270"/>
                    <a:pt x="20" y="270"/>
                    <a:pt x="20" y="270"/>
                  </a:cubicBezTo>
                  <a:cubicBezTo>
                    <a:pt x="17" y="269"/>
                    <a:pt x="15" y="267"/>
                    <a:pt x="14" y="267"/>
                  </a:cubicBezTo>
                  <a:cubicBezTo>
                    <a:pt x="13" y="267"/>
                    <a:pt x="12" y="267"/>
                    <a:pt x="11" y="268"/>
                  </a:cubicBezTo>
                  <a:cubicBezTo>
                    <a:pt x="9" y="270"/>
                    <a:pt x="9" y="270"/>
                    <a:pt x="9" y="270"/>
                  </a:cubicBezTo>
                  <a:cubicBezTo>
                    <a:pt x="9" y="270"/>
                    <a:pt x="9" y="270"/>
                    <a:pt x="9" y="270"/>
                  </a:cubicBezTo>
                  <a:cubicBezTo>
                    <a:pt x="9" y="271"/>
                    <a:pt x="8" y="271"/>
                    <a:pt x="8" y="271"/>
                  </a:cubicBezTo>
                  <a:cubicBezTo>
                    <a:pt x="8" y="271"/>
                    <a:pt x="8" y="271"/>
                    <a:pt x="8" y="271"/>
                  </a:cubicBezTo>
                  <a:cubicBezTo>
                    <a:pt x="8" y="271"/>
                    <a:pt x="8" y="271"/>
                    <a:pt x="8" y="272"/>
                  </a:cubicBezTo>
                  <a:cubicBezTo>
                    <a:pt x="8" y="272"/>
                    <a:pt x="8" y="272"/>
                    <a:pt x="8" y="272"/>
                  </a:cubicBezTo>
                  <a:cubicBezTo>
                    <a:pt x="8" y="272"/>
                    <a:pt x="8" y="272"/>
                    <a:pt x="8" y="272"/>
                  </a:cubicBezTo>
                  <a:cubicBezTo>
                    <a:pt x="8" y="273"/>
                    <a:pt x="8" y="273"/>
                    <a:pt x="8" y="274"/>
                  </a:cubicBezTo>
                  <a:cubicBezTo>
                    <a:pt x="8" y="274"/>
                    <a:pt x="8" y="274"/>
                    <a:pt x="8" y="274"/>
                  </a:cubicBezTo>
                  <a:cubicBezTo>
                    <a:pt x="9" y="274"/>
                    <a:pt x="9" y="275"/>
                    <a:pt x="10" y="276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8" y="280"/>
                    <a:pt x="3" y="282"/>
                    <a:pt x="1" y="284"/>
                  </a:cubicBezTo>
                  <a:cubicBezTo>
                    <a:pt x="1" y="284"/>
                    <a:pt x="1" y="285"/>
                    <a:pt x="1" y="285"/>
                  </a:cubicBezTo>
                  <a:cubicBezTo>
                    <a:pt x="0" y="286"/>
                    <a:pt x="0" y="286"/>
                    <a:pt x="1" y="287"/>
                  </a:cubicBezTo>
                  <a:cubicBezTo>
                    <a:pt x="3" y="290"/>
                    <a:pt x="3" y="290"/>
                    <a:pt x="3" y="290"/>
                  </a:cubicBezTo>
                  <a:cubicBezTo>
                    <a:pt x="3" y="290"/>
                    <a:pt x="3" y="290"/>
                    <a:pt x="3" y="290"/>
                  </a:cubicBezTo>
                  <a:cubicBezTo>
                    <a:pt x="5" y="292"/>
                    <a:pt x="8" y="291"/>
                    <a:pt x="11" y="289"/>
                  </a:cubicBezTo>
                  <a:cubicBezTo>
                    <a:pt x="13" y="288"/>
                    <a:pt x="13" y="288"/>
                    <a:pt x="13" y="288"/>
                  </a:cubicBezTo>
                  <a:cubicBezTo>
                    <a:pt x="13" y="288"/>
                    <a:pt x="13" y="288"/>
                    <a:pt x="13" y="288"/>
                  </a:cubicBezTo>
                  <a:cubicBezTo>
                    <a:pt x="13" y="288"/>
                    <a:pt x="13" y="288"/>
                    <a:pt x="13" y="289"/>
                  </a:cubicBezTo>
                  <a:cubicBezTo>
                    <a:pt x="13" y="289"/>
                    <a:pt x="11" y="292"/>
                    <a:pt x="11" y="292"/>
                  </a:cubicBezTo>
                  <a:cubicBezTo>
                    <a:pt x="10" y="293"/>
                    <a:pt x="10" y="293"/>
                    <a:pt x="9" y="294"/>
                  </a:cubicBezTo>
                  <a:cubicBezTo>
                    <a:pt x="9" y="295"/>
                    <a:pt x="9" y="295"/>
                    <a:pt x="9" y="295"/>
                  </a:cubicBezTo>
                  <a:cubicBezTo>
                    <a:pt x="9" y="295"/>
                    <a:pt x="9" y="296"/>
                    <a:pt x="9" y="296"/>
                  </a:cubicBezTo>
                  <a:cubicBezTo>
                    <a:pt x="9" y="296"/>
                    <a:pt x="10" y="297"/>
                    <a:pt x="10" y="297"/>
                  </a:cubicBezTo>
                  <a:cubicBezTo>
                    <a:pt x="13" y="300"/>
                    <a:pt x="13" y="300"/>
                    <a:pt x="13" y="300"/>
                  </a:cubicBezTo>
                  <a:cubicBezTo>
                    <a:pt x="14" y="300"/>
                    <a:pt x="14" y="300"/>
                    <a:pt x="15" y="300"/>
                  </a:cubicBezTo>
                  <a:cubicBezTo>
                    <a:pt x="16" y="300"/>
                    <a:pt x="19" y="299"/>
                    <a:pt x="21" y="297"/>
                  </a:cubicBezTo>
                  <a:cubicBezTo>
                    <a:pt x="22" y="297"/>
                    <a:pt x="22" y="297"/>
                    <a:pt x="22" y="297"/>
                  </a:cubicBezTo>
                  <a:cubicBezTo>
                    <a:pt x="21" y="299"/>
                    <a:pt x="21" y="301"/>
                    <a:pt x="21" y="302"/>
                  </a:cubicBezTo>
                  <a:cubicBezTo>
                    <a:pt x="21" y="302"/>
                    <a:pt x="21" y="303"/>
                    <a:pt x="21" y="303"/>
                  </a:cubicBezTo>
                  <a:cubicBezTo>
                    <a:pt x="21" y="304"/>
                    <a:pt x="22" y="304"/>
                    <a:pt x="22" y="305"/>
                  </a:cubicBezTo>
                  <a:cubicBezTo>
                    <a:pt x="26" y="306"/>
                    <a:pt x="26" y="306"/>
                    <a:pt x="26" y="306"/>
                  </a:cubicBezTo>
                  <a:cubicBezTo>
                    <a:pt x="26" y="307"/>
                    <a:pt x="27" y="307"/>
                    <a:pt x="27" y="307"/>
                  </a:cubicBezTo>
                  <a:cubicBezTo>
                    <a:pt x="27" y="307"/>
                    <a:pt x="27" y="307"/>
                    <a:pt x="27" y="307"/>
                  </a:cubicBezTo>
                  <a:cubicBezTo>
                    <a:pt x="29" y="307"/>
                    <a:pt x="31" y="304"/>
                    <a:pt x="33" y="302"/>
                  </a:cubicBezTo>
                  <a:cubicBezTo>
                    <a:pt x="34" y="301"/>
                    <a:pt x="34" y="301"/>
                    <a:pt x="34" y="301"/>
                  </a:cubicBezTo>
                  <a:cubicBezTo>
                    <a:pt x="34" y="302"/>
                    <a:pt x="34" y="303"/>
                    <a:pt x="34" y="303"/>
                  </a:cubicBezTo>
                  <a:cubicBezTo>
                    <a:pt x="33" y="305"/>
                    <a:pt x="33" y="307"/>
                    <a:pt x="34" y="308"/>
                  </a:cubicBezTo>
                  <a:cubicBezTo>
                    <a:pt x="34" y="308"/>
                    <a:pt x="34" y="308"/>
                    <a:pt x="34" y="308"/>
                  </a:cubicBezTo>
                  <a:cubicBezTo>
                    <a:pt x="34" y="309"/>
                    <a:pt x="34" y="310"/>
                    <a:pt x="35" y="310"/>
                  </a:cubicBezTo>
                  <a:cubicBezTo>
                    <a:pt x="35" y="310"/>
                    <a:pt x="39" y="311"/>
                    <a:pt x="39" y="311"/>
                  </a:cubicBezTo>
                  <a:cubicBezTo>
                    <a:pt x="39" y="311"/>
                    <a:pt x="39" y="311"/>
                    <a:pt x="39" y="311"/>
                  </a:cubicBezTo>
                  <a:cubicBezTo>
                    <a:pt x="39" y="311"/>
                    <a:pt x="39" y="311"/>
                    <a:pt x="40" y="311"/>
                  </a:cubicBezTo>
                  <a:cubicBezTo>
                    <a:pt x="42" y="312"/>
                    <a:pt x="44" y="309"/>
                    <a:pt x="46" y="306"/>
                  </a:cubicBezTo>
                  <a:cubicBezTo>
                    <a:pt x="47" y="305"/>
                    <a:pt x="47" y="305"/>
                    <a:pt x="47" y="305"/>
                  </a:cubicBezTo>
                  <a:cubicBezTo>
                    <a:pt x="47" y="305"/>
                    <a:pt x="47" y="305"/>
                    <a:pt x="47" y="304"/>
                  </a:cubicBezTo>
                  <a:cubicBezTo>
                    <a:pt x="47" y="305"/>
                    <a:pt x="47" y="305"/>
                    <a:pt x="47" y="306"/>
                  </a:cubicBezTo>
                  <a:cubicBezTo>
                    <a:pt x="47" y="310"/>
                    <a:pt x="47" y="310"/>
                    <a:pt x="47" y="310"/>
                  </a:cubicBezTo>
                  <a:cubicBezTo>
                    <a:pt x="47" y="312"/>
                    <a:pt x="47" y="315"/>
                    <a:pt x="48" y="316"/>
                  </a:cubicBezTo>
                  <a:cubicBezTo>
                    <a:pt x="48" y="316"/>
                    <a:pt x="48" y="316"/>
                    <a:pt x="48" y="316"/>
                  </a:cubicBezTo>
                  <a:cubicBezTo>
                    <a:pt x="48" y="316"/>
                    <a:pt x="48" y="316"/>
                    <a:pt x="48" y="316"/>
                  </a:cubicBezTo>
                  <a:cubicBezTo>
                    <a:pt x="49" y="316"/>
                    <a:pt x="49" y="316"/>
                    <a:pt x="50" y="316"/>
                  </a:cubicBezTo>
                  <a:cubicBezTo>
                    <a:pt x="54" y="316"/>
                    <a:pt x="54" y="316"/>
                    <a:pt x="54" y="316"/>
                  </a:cubicBezTo>
                  <a:cubicBezTo>
                    <a:pt x="56" y="316"/>
                    <a:pt x="57" y="313"/>
                    <a:pt x="58" y="309"/>
                  </a:cubicBezTo>
                  <a:cubicBezTo>
                    <a:pt x="59" y="308"/>
                    <a:pt x="59" y="308"/>
                    <a:pt x="59" y="308"/>
                  </a:cubicBezTo>
                  <a:cubicBezTo>
                    <a:pt x="59" y="308"/>
                    <a:pt x="59" y="308"/>
                    <a:pt x="59" y="309"/>
                  </a:cubicBezTo>
                  <a:cubicBezTo>
                    <a:pt x="59" y="309"/>
                    <a:pt x="60" y="311"/>
                    <a:pt x="60" y="311"/>
                  </a:cubicBezTo>
                  <a:cubicBezTo>
                    <a:pt x="61" y="314"/>
                    <a:pt x="62" y="316"/>
                    <a:pt x="64" y="316"/>
                  </a:cubicBezTo>
                  <a:cubicBezTo>
                    <a:pt x="67" y="316"/>
                    <a:pt x="67" y="316"/>
                    <a:pt x="67" y="316"/>
                  </a:cubicBezTo>
                  <a:cubicBezTo>
                    <a:pt x="67" y="316"/>
                    <a:pt x="67" y="316"/>
                    <a:pt x="67" y="316"/>
                  </a:cubicBezTo>
                  <a:cubicBezTo>
                    <a:pt x="68" y="317"/>
                    <a:pt x="68" y="316"/>
                    <a:pt x="69" y="316"/>
                  </a:cubicBezTo>
                  <a:cubicBezTo>
                    <a:pt x="69" y="316"/>
                    <a:pt x="69" y="316"/>
                    <a:pt x="69" y="316"/>
                  </a:cubicBezTo>
                  <a:cubicBezTo>
                    <a:pt x="71" y="315"/>
                    <a:pt x="72" y="313"/>
                    <a:pt x="73" y="310"/>
                  </a:cubicBezTo>
                  <a:cubicBezTo>
                    <a:pt x="73" y="308"/>
                    <a:pt x="73" y="308"/>
                    <a:pt x="73" y="308"/>
                  </a:cubicBezTo>
                  <a:cubicBezTo>
                    <a:pt x="74" y="308"/>
                    <a:pt x="74" y="308"/>
                    <a:pt x="74" y="308"/>
                  </a:cubicBezTo>
                  <a:cubicBezTo>
                    <a:pt x="74" y="308"/>
                    <a:pt x="74" y="309"/>
                    <a:pt x="74" y="309"/>
                  </a:cubicBezTo>
                  <a:cubicBezTo>
                    <a:pt x="74" y="309"/>
                    <a:pt x="75" y="312"/>
                    <a:pt x="75" y="312"/>
                  </a:cubicBezTo>
                  <a:cubicBezTo>
                    <a:pt x="75" y="314"/>
                    <a:pt x="76" y="316"/>
                    <a:pt x="77" y="317"/>
                  </a:cubicBezTo>
                  <a:cubicBezTo>
                    <a:pt x="77" y="317"/>
                    <a:pt x="78" y="317"/>
                    <a:pt x="78" y="317"/>
                  </a:cubicBezTo>
                  <a:cubicBezTo>
                    <a:pt x="78" y="317"/>
                    <a:pt x="78" y="317"/>
                    <a:pt x="78" y="317"/>
                  </a:cubicBezTo>
                  <a:cubicBezTo>
                    <a:pt x="82" y="318"/>
                    <a:pt x="82" y="318"/>
                    <a:pt x="82" y="318"/>
                  </a:cubicBezTo>
                  <a:cubicBezTo>
                    <a:pt x="82" y="318"/>
                    <a:pt x="82" y="318"/>
                    <a:pt x="83" y="318"/>
                  </a:cubicBezTo>
                  <a:cubicBezTo>
                    <a:pt x="83" y="318"/>
                    <a:pt x="83" y="318"/>
                    <a:pt x="83" y="318"/>
                  </a:cubicBezTo>
                  <a:cubicBezTo>
                    <a:pt x="83" y="317"/>
                    <a:pt x="83" y="317"/>
                    <a:pt x="83" y="317"/>
                  </a:cubicBezTo>
                  <a:cubicBezTo>
                    <a:pt x="85" y="317"/>
                    <a:pt x="85" y="315"/>
                    <a:pt x="86" y="313"/>
                  </a:cubicBezTo>
                  <a:cubicBezTo>
                    <a:pt x="87" y="310"/>
                    <a:pt x="87" y="310"/>
                    <a:pt x="87" y="310"/>
                  </a:cubicBezTo>
                  <a:cubicBezTo>
                    <a:pt x="87" y="310"/>
                    <a:pt x="88" y="309"/>
                    <a:pt x="88" y="309"/>
                  </a:cubicBezTo>
                  <a:cubicBezTo>
                    <a:pt x="88" y="309"/>
                    <a:pt x="88" y="309"/>
                    <a:pt x="88" y="309"/>
                  </a:cubicBezTo>
                  <a:cubicBezTo>
                    <a:pt x="88" y="309"/>
                    <a:pt x="88" y="311"/>
                    <a:pt x="88" y="311"/>
                  </a:cubicBezTo>
                  <a:cubicBezTo>
                    <a:pt x="89" y="315"/>
                    <a:pt x="90" y="318"/>
                    <a:pt x="92" y="318"/>
                  </a:cubicBezTo>
                  <a:cubicBezTo>
                    <a:pt x="92" y="318"/>
                    <a:pt x="93" y="318"/>
                    <a:pt x="93" y="318"/>
                  </a:cubicBezTo>
                  <a:cubicBezTo>
                    <a:pt x="97" y="319"/>
                    <a:pt x="97" y="319"/>
                    <a:pt x="97" y="319"/>
                  </a:cubicBezTo>
                  <a:cubicBezTo>
                    <a:pt x="97" y="319"/>
                    <a:pt x="97" y="319"/>
                    <a:pt x="97" y="319"/>
                  </a:cubicBezTo>
                  <a:cubicBezTo>
                    <a:pt x="97" y="319"/>
                    <a:pt x="97" y="319"/>
                    <a:pt x="97" y="319"/>
                  </a:cubicBezTo>
                  <a:cubicBezTo>
                    <a:pt x="97" y="319"/>
                    <a:pt x="97" y="319"/>
                    <a:pt x="97" y="319"/>
                  </a:cubicBezTo>
                  <a:cubicBezTo>
                    <a:pt x="99" y="318"/>
                    <a:pt x="100" y="316"/>
                    <a:pt x="101" y="314"/>
                  </a:cubicBezTo>
                  <a:cubicBezTo>
                    <a:pt x="102" y="311"/>
                    <a:pt x="102" y="311"/>
                    <a:pt x="102" y="311"/>
                  </a:cubicBezTo>
                  <a:cubicBezTo>
                    <a:pt x="102" y="311"/>
                    <a:pt x="102" y="311"/>
                    <a:pt x="102" y="311"/>
                  </a:cubicBezTo>
                  <a:cubicBezTo>
                    <a:pt x="102" y="311"/>
                    <a:pt x="103" y="312"/>
                    <a:pt x="103" y="312"/>
                  </a:cubicBezTo>
                  <a:cubicBezTo>
                    <a:pt x="103" y="315"/>
                    <a:pt x="104" y="318"/>
                    <a:pt x="106" y="319"/>
                  </a:cubicBezTo>
                  <a:cubicBezTo>
                    <a:pt x="106" y="319"/>
                    <a:pt x="107" y="320"/>
                    <a:pt x="107" y="320"/>
                  </a:cubicBezTo>
                  <a:cubicBezTo>
                    <a:pt x="109" y="320"/>
                    <a:pt x="109" y="320"/>
                    <a:pt x="109" y="320"/>
                  </a:cubicBezTo>
                  <a:cubicBezTo>
                    <a:pt x="111" y="320"/>
                    <a:pt x="111" y="320"/>
                    <a:pt x="111" y="320"/>
                  </a:cubicBezTo>
                  <a:cubicBezTo>
                    <a:pt x="111" y="320"/>
                    <a:pt x="112" y="320"/>
                    <a:pt x="112" y="319"/>
                  </a:cubicBezTo>
                  <a:cubicBezTo>
                    <a:pt x="114" y="319"/>
                    <a:pt x="114" y="317"/>
                    <a:pt x="115" y="314"/>
                  </a:cubicBezTo>
                  <a:cubicBezTo>
                    <a:pt x="116" y="312"/>
                    <a:pt x="116" y="312"/>
                    <a:pt x="116" y="312"/>
                  </a:cubicBezTo>
                  <a:cubicBezTo>
                    <a:pt x="116" y="311"/>
                    <a:pt x="116" y="311"/>
                    <a:pt x="117" y="310"/>
                  </a:cubicBezTo>
                  <a:cubicBezTo>
                    <a:pt x="117" y="310"/>
                    <a:pt x="117" y="311"/>
                    <a:pt x="117" y="311"/>
                  </a:cubicBezTo>
                  <a:cubicBezTo>
                    <a:pt x="117" y="311"/>
                    <a:pt x="118" y="313"/>
                    <a:pt x="118" y="313"/>
                  </a:cubicBezTo>
                  <a:cubicBezTo>
                    <a:pt x="119" y="316"/>
                    <a:pt x="121" y="319"/>
                    <a:pt x="123" y="319"/>
                  </a:cubicBezTo>
                  <a:cubicBezTo>
                    <a:pt x="123" y="319"/>
                    <a:pt x="123" y="319"/>
                    <a:pt x="123" y="319"/>
                  </a:cubicBezTo>
                  <a:cubicBezTo>
                    <a:pt x="123" y="319"/>
                    <a:pt x="123" y="319"/>
                    <a:pt x="123" y="319"/>
                  </a:cubicBezTo>
                  <a:cubicBezTo>
                    <a:pt x="127" y="319"/>
                    <a:pt x="127" y="319"/>
                    <a:pt x="127" y="319"/>
                  </a:cubicBezTo>
                  <a:cubicBezTo>
                    <a:pt x="128" y="319"/>
                    <a:pt x="128" y="318"/>
                    <a:pt x="128" y="318"/>
                  </a:cubicBezTo>
                  <a:cubicBezTo>
                    <a:pt x="130" y="318"/>
                    <a:pt x="130" y="315"/>
                    <a:pt x="131" y="313"/>
                  </a:cubicBezTo>
                  <a:cubicBezTo>
                    <a:pt x="131" y="310"/>
                    <a:pt x="131" y="310"/>
                    <a:pt x="131" y="310"/>
                  </a:cubicBezTo>
                  <a:cubicBezTo>
                    <a:pt x="131" y="310"/>
                    <a:pt x="131" y="310"/>
                    <a:pt x="131" y="309"/>
                  </a:cubicBezTo>
                  <a:cubicBezTo>
                    <a:pt x="132" y="309"/>
                    <a:pt x="132" y="310"/>
                    <a:pt x="132" y="310"/>
                  </a:cubicBezTo>
                  <a:cubicBezTo>
                    <a:pt x="132" y="310"/>
                    <a:pt x="132" y="311"/>
                    <a:pt x="132" y="311"/>
                  </a:cubicBezTo>
                  <a:cubicBezTo>
                    <a:pt x="134" y="315"/>
                    <a:pt x="135" y="318"/>
                    <a:pt x="138" y="318"/>
                  </a:cubicBezTo>
                  <a:cubicBezTo>
                    <a:pt x="138" y="318"/>
                    <a:pt x="138" y="318"/>
                    <a:pt x="138" y="318"/>
                  </a:cubicBezTo>
                  <a:cubicBezTo>
                    <a:pt x="138" y="318"/>
                    <a:pt x="138" y="318"/>
                    <a:pt x="138" y="318"/>
                  </a:cubicBezTo>
                  <a:cubicBezTo>
                    <a:pt x="138" y="318"/>
                    <a:pt x="138" y="318"/>
                    <a:pt x="138" y="318"/>
                  </a:cubicBezTo>
                  <a:cubicBezTo>
                    <a:pt x="138" y="318"/>
                    <a:pt x="142" y="317"/>
                    <a:pt x="142" y="317"/>
                  </a:cubicBezTo>
                  <a:cubicBezTo>
                    <a:pt x="142" y="317"/>
                    <a:pt x="142" y="317"/>
                    <a:pt x="142" y="317"/>
                  </a:cubicBezTo>
                  <a:cubicBezTo>
                    <a:pt x="142" y="317"/>
                    <a:pt x="142" y="317"/>
                    <a:pt x="143" y="317"/>
                  </a:cubicBezTo>
                  <a:cubicBezTo>
                    <a:pt x="144" y="316"/>
                    <a:pt x="145" y="314"/>
                    <a:pt x="145" y="312"/>
                  </a:cubicBezTo>
                  <a:cubicBezTo>
                    <a:pt x="146" y="309"/>
                    <a:pt x="146" y="309"/>
                    <a:pt x="146" y="309"/>
                  </a:cubicBezTo>
                  <a:cubicBezTo>
                    <a:pt x="146" y="309"/>
                    <a:pt x="146" y="308"/>
                    <a:pt x="146" y="308"/>
                  </a:cubicBezTo>
                  <a:cubicBezTo>
                    <a:pt x="146" y="308"/>
                    <a:pt x="146" y="308"/>
                    <a:pt x="146" y="308"/>
                  </a:cubicBezTo>
                  <a:cubicBezTo>
                    <a:pt x="146" y="308"/>
                    <a:pt x="147" y="310"/>
                    <a:pt x="147" y="310"/>
                  </a:cubicBezTo>
                  <a:cubicBezTo>
                    <a:pt x="148" y="313"/>
                    <a:pt x="150" y="315"/>
                    <a:pt x="151" y="316"/>
                  </a:cubicBezTo>
                  <a:cubicBezTo>
                    <a:pt x="152" y="316"/>
                    <a:pt x="152" y="316"/>
                    <a:pt x="153" y="316"/>
                  </a:cubicBezTo>
                  <a:cubicBezTo>
                    <a:pt x="156" y="316"/>
                    <a:pt x="156" y="316"/>
                    <a:pt x="156" y="316"/>
                  </a:cubicBezTo>
                  <a:cubicBezTo>
                    <a:pt x="156" y="316"/>
                    <a:pt x="157" y="316"/>
                    <a:pt x="157" y="316"/>
                  </a:cubicBezTo>
                  <a:cubicBezTo>
                    <a:pt x="157" y="316"/>
                    <a:pt x="157" y="315"/>
                    <a:pt x="157" y="315"/>
                  </a:cubicBezTo>
                  <a:cubicBezTo>
                    <a:pt x="159" y="314"/>
                    <a:pt x="159" y="312"/>
                    <a:pt x="160" y="310"/>
                  </a:cubicBezTo>
                  <a:cubicBezTo>
                    <a:pt x="160" y="307"/>
                    <a:pt x="160" y="307"/>
                    <a:pt x="160" y="307"/>
                  </a:cubicBezTo>
                  <a:cubicBezTo>
                    <a:pt x="160" y="307"/>
                    <a:pt x="160" y="306"/>
                    <a:pt x="160" y="306"/>
                  </a:cubicBezTo>
                  <a:cubicBezTo>
                    <a:pt x="160" y="306"/>
                    <a:pt x="160" y="306"/>
                    <a:pt x="160" y="306"/>
                  </a:cubicBezTo>
                  <a:cubicBezTo>
                    <a:pt x="160" y="306"/>
                    <a:pt x="161" y="308"/>
                    <a:pt x="161" y="308"/>
                  </a:cubicBezTo>
                  <a:cubicBezTo>
                    <a:pt x="163" y="311"/>
                    <a:pt x="165" y="314"/>
                    <a:pt x="167" y="314"/>
                  </a:cubicBezTo>
                  <a:cubicBezTo>
                    <a:pt x="167" y="314"/>
                    <a:pt x="171" y="313"/>
                    <a:pt x="171" y="313"/>
                  </a:cubicBezTo>
                  <a:cubicBezTo>
                    <a:pt x="172" y="313"/>
                    <a:pt x="172" y="312"/>
                    <a:pt x="172" y="312"/>
                  </a:cubicBezTo>
                  <a:cubicBezTo>
                    <a:pt x="173" y="311"/>
                    <a:pt x="174" y="309"/>
                    <a:pt x="174" y="307"/>
                  </a:cubicBezTo>
                  <a:cubicBezTo>
                    <a:pt x="174" y="304"/>
                    <a:pt x="174" y="304"/>
                    <a:pt x="174" y="304"/>
                  </a:cubicBezTo>
                  <a:cubicBezTo>
                    <a:pt x="174" y="304"/>
                    <a:pt x="174" y="303"/>
                    <a:pt x="174" y="303"/>
                  </a:cubicBezTo>
                  <a:cubicBezTo>
                    <a:pt x="174" y="303"/>
                    <a:pt x="174" y="303"/>
                    <a:pt x="175" y="303"/>
                  </a:cubicBezTo>
                  <a:cubicBezTo>
                    <a:pt x="175" y="303"/>
                    <a:pt x="176" y="305"/>
                    <a:pt x="176" y="305"/>
                  </a:cubicBezTo>
                  <a:cubicBezTo>
                    <a:pt x="178" y="308"/>
                    <a:pt x="179" y="311"/>
                    <a:pt x="182" y="310"/>
                  </a:cubicBezTo>
                  <a:cubicBezTo>
                    <a:pt x="182" y="310"/>
                    <a:pt x="182" y="310"/>
                    <a:pt x="183" y="310"/>
                  </a:cubicBezTo>
                  <a:cubicBezTo>
                    <a:pt x="183" y="310"/>
                    <a:pt x="183" y="310"/>
                    <a:pt x="183" y="310"/>
                  </a:cubicBezTo>
                  <a:cubicBezTo>
                    <a:pt x="183" y="310"/>
                    <a:pt x="183" y="310"/>
                    <a:pt x="183" y="310"/>
                  </a:cubicBezTo>
                  <a:cubicBezTo>
                    <a:pt x="183" y="310"/>
                    <a:pt x="183" y="310"/>
                    <a:pt x="183" y="310"/>
                  </a:cubicBezTo>
                  <a:cubicBezTo>
                    <a:pt x="186" y="309"/>
                    <a:pt x="186" y="309"/>
                    <a:pt x="186" y="309"/>
                  </a:cubicBezTo>
                  <a:cubicBezTo>
                    <a:pt x="186" y="309"/>
                    <a:pt x="187" y="309"/>
                    <a:pt x="187" y="308"/>
                  </a:cubicBezTo>
                  <a:cubicBezTo>
                    <a:pt x="189" y="307"/>
                    <a:pt x="188" y="305"/>
                    <a:pt x="188" y="302"/>
                  </a:cubicBezTo>
                  <a:cubicBezTo>
                    <a:pt x="188" y="300"/>
                    <a:pt x="188" y="300"/>
                    <a:pt x="188" y="300"/>
                  </a:cubicBezTo>
                  <a:cubicBezTo>
                    <a:pt x="188" y="300"/>
                    <a:pt x="188" y="299"/>
                    <a:pt x="188" y="299"/>
                  </a:cubicBezTo>
                  <a:cubicBezTo>
                    <a:pt x="188" y="300"/>
                    <a:pt x="189" y="301"/>
                    <a:pt x="189" y="301"/>
                  </a:cubicBezTo>
                  <a:cubicBezTo>
                    <a:pt x="192" y="304"/>
                    <a:pt x="194" y="306"/>
                    <a:pt x="196" y="305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200" y="304"/>
                    <a:pt x="200" y="304"/>
                    <a:pt x="200" y="304"/>
                  </a:cubicBezTo>
                  <a:cubicBezTo>
                    <a:pt x="201" y="304"/>
                    <a:pt x="201" y="303"/>
                    <a:pt x="201" y="302"/>
                  </a:cubicBezTo>
                  <a:cubicBezTo>
                    <a:pt x="201" y="302"/>
                    <a:pt x="201" y="302"/>
                    <a:pt x="201" y="302"/>
                  </a:cubicBezTo>
                  <a:cubicBezTo>
                    <a:pt x="201" y="301"/>
                    <a:pt x="201" y="300"/>
                    <a:pt x="201" y="299"/>
                  </a:cubicBezTo>
                  <a:cubicBezTo>
                    <a:pt x="201" y="299"/>
                    <a:pt x="201" y="298"/>
                    <a:pt x="201" y="297"/>
                  </a:cubicBezTo>
                  <a:cubicBezTo>
                    <a:pt x="202" y="297"/>
                    <a:pt x="202" y="297"/>
                    <a:pt x="202" y="297"/>
                  </a:cubicBezTo>
                  <a:cubicBezTo>
                    <a:pt x="204" y="298"/>
                    <a:pt x="206" y="300"/>
                    <a:pt x="207" y="300"/>
                  </a:cubicBezTo>
                  <a:cubicBezTo>
                    <a:pt x="208" y="300"/>
                    <a:pt x="209" y="300"/>
                    <a:pt x="210" y="300"/>
                  </a:cubicBezTo>
                  <a:cubicBezTo>
                    <a:pt x="213" y="298"/>
                    <a:pt x="213" y="298"/>
                    <a:pt x="213" y="298"/>
                  </a:cubicBezTo>
                  <a:cubicBezTo>
                    <a:pt x="213" y="298"/>
                    <a:pt x="213" y="298"/>
                    <a:pt x="213" y="298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13" y="297"/>
                    <a:pt x="214" y="296"/>
                    <a:pt x="214" y="296"/>
                  </a:cubicBezTo>
                  <a:cubicBezTo>
                    <a:pt x="214" y="296"/>
                    <a:pt x="214" y="296"/>
                    <a:pt x="214" y="296"/>
                  </a:cubicBezTo>
                  <a:cubicBezTo>
                    <a:pt x="214" y="296"/>
                    <a:pt x="214" y="296"/>
                    <a:pt x="214" y="296"/>
                  </a:cubicBezTo>
                  <a:cubicBezTo>
                    <a:pt x="214" y="296"/>
                    <a:pt x="214" y="296"/>
                    <a:pt x="214" y="296"/>
                  </a:cubicBezTo>
                  <a:cubicBezTo>
                    <a:pt x="214" y="296"/>
                    <a:pt x="214" y="297"/>
                    <a:pt x="215" y="297"/>
                  </a:cubicBezTo>
                  <a:cubicBezTo>
                    <a:pt x="215" y="297"/>
                    <a:pt x="216" y="297"/>
                    <a:pt x="216" y="296"/>
                  </a:cubicBezTo>
                  <a:cubicBezTo>
                    <a:pt x="216" y="296"/>
                    <a:pt x="217" y="296"/>
                    <a:pt x="217" y="296"/>
                  </a:cubicBezTo>
                  <a:cubicBezTo>
                    <a:pt x="214" y="298"/>
                    <a:pt x="211" y="299"/>
                    <a:pt x="211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12" y="305"/>
                    <a:pt x="212" y="306"/>
                    <a:pt x="214" y="306"/>
                  </a:cubicBezTo>
                  <a:cubicBezTo>
                    <a:pt x="215" y="306"/>
                    <a:pt x="215" y="306"/>
                    <a:pt x="215" y="306"/>
                  </a:cubicBezTo>
                  <a:cubicBezTo>
                    <a:pt x="216" y="306"/>
                    <a:pt x="216" y="305"/>
                    <a:pt x="216" y="305"/>
                  </a:cubicBezTo>
                  <a:cubicBezTo>
                    <a:pt x="218" y="304"/>
                    <a:pt x="218" y="304"/>
                    <a:pt x="218" y="304"/>
                  </a:cubicBezTo>
                  <a:cubicBezTo>
                    <a:pt x="219" y="304"/>
                    <a:pt x="219" y="303"/>
                    <a:pt x="219" y="302"/>
                  </a:cubicBezTo>
                  <a:cubicBezTo>
                    <a:pt x="220" y="299"/>
                    <a:pt x="220" y="299"/>
                    <a:pt x="220" y="299"/>
                  </a:cubicBezTo>
                  <a:cubicBezTo>
                    <a:pt x="220" y="298"/>
                    <a:pt x="220" y="297"/>
                    <a:pt x="219" y="297"/>
                  </a:cubicBezTo>
                  <a:cubicBezTo>
                    <a:pt x="220" y="297"/>
                    <a:pt x="220" y="296"/>
                    <a:pt x="221" y="296"/>
                  </a:cubicBezTo>
                  <a:cubicBezTo>
                    <a:pt x="223" y="293"/>
                    <a:pt x="223" y="293"/>
                    <a:pt x="223" y="293"/>
                  </a:cubicBezTo>
                  <a:cubicBezTo>
                    <a:pt x="223" y="292"/>
                    <a:pt x="223" y="292"/>
                    <a:pt x="223" y="292"/>
                  </a:cubicBezTo>
                  <a:cubicBezTo>
                    <a:pt x="223" y="291"/>
                    <a:pt x="223" y="291"/>
                    <a:pt x="223" y="291"/>
                  </a:cubicBezTo>
                  <a:cubicBezTo>
                    <a:pt x="222" y="290"/>
                    <a:pt x="222" y="290"/>
                    <a:pt x="222" y="290"/>
                  </a:cubicBezTo>
                  <a:cubicBezTo>
                    <a:pt x="221" y="289"/>
                    <a:pt x="221" y="289"/>
                    <a:pt x="221" y="289"/>
                  </a:cubicBezTo>
                  <a:cubicBezTo>
                    <a:pt x="219" y="289"/>
                    <a:pt x="219" y="289"/>
                    <a:pt x="219" y="289"/>
                  </a:cubicBezTo>
                  <a:cubicBezTo>
                    <a:pt x="220" y="289"/>
                    <a:pt x="220" y="289"/>
                    <a:pt x="220" y="288"/>
                  </a:cubicBezTo>
                  <a:cubicBezTo>
                    <a:pt x="222" y="285"/>
                    <a:pt x="222" y="285"/>
                    <a:pt x="222" y="285"/>
                  </a:cubicBezTo>
                  <a:cubicBezTo>
                    <a:pt x="223" y="285"/>
                    <a:pt x="222" y="285"/>
                    <a:pt x="223" y="285"/>
                  </a:cubicBezTo>
                  <a:cubicBezTo>
                    <a:pt x="223" y="285"/>
                    <a:pt x="223" y="284"/>
                    <a:pt x="223" y="284"/>
                  </a:cubicBezTo>
                  <a:cubicBezTo>
                    <a:pt x="223" y="284"/>
                    <a:pt x="223" y="284"/>
                    <a:pt x="223" y="284"/>
                  </a:cubicBezTo>
                  <a:cubicBezTo>
                    <a:pt x="223" y="284"/>
                    <a:pt x="223" y="284"/>
                    <a:pt x="223" y="284"/>
                  </a:cubicBezTo>
                  <a:cubicBezTo>
                    <a:pt x="223" y="284"/>
                    <a:pt x="223" y="284"/>
                    <a:pt x="223" y="283"/>
                  </a:cubicBezTo>
                  <a:cubicBezTo>
                    <a:pt x="223" y="283"/>
                    <a:pt x="223" y="283"/>
                    <a:pt x="223" y="283"/>
                  </a:cubicBezTo>
                  <a:cubicBezTo>
                    <a:pt x="223" y="283"/>
                    <a:pt x="223" y="283"/>
                    <a:pt x="223" y="283"/>
                  </a:cubicBezTo>
                  <a:cubicBezTo>
                    <a:pt x="223" y="283"/>
                    <a:pt x="223" y="283"/>
                    <a:pt x="223" y="283"/>
                  </a:cubicBezTo>
                  <a:cubicBezTo>
                    <a:pt x="224" y="282"/>
                    <a:pt x="224" y="281"/>
                    <a:pt x="224" y="280"/>
                  </a:cubicBezTo>
                  <a:cubicBezTo>
                    <a:pt x="222" y="278"/>
                    <a:pt x="222" y="278"/>
                    <a:pt x="222" y="278"/>
                  </a:cubicBezTo>
                  <a:cubicBezTo>
                    <a:pt x="223" y="277"/>
                    <a:pt x="224" y="277"/>
                    <a:pt x="225" y="277"/>
                  </a:cubicBezTo>
                  <a:cubicBezTo>
                    <a:pt x="226" y="277"/>
                    <a:pt x="226" y="277"/>
                    <a:pt x="226" y="276"/>
                  </a:cubicBezTo>
                  <a:cubicBezTo>
                    <a:pt x="227" y="276"/>
                    <a:pt x="227" y="276"/>
                    <a:pt x="227" y="275"/>
                  </a:cubicBezTo>
                  <a:cubicBezTo>
                    <a:pt x="229" y="273"/>
                    <a:pt x="229" y="273"/>
                    <a:pt x="229" y="273"/>
                  </a:cubicBezTo>
                  <a:cubicBezTo>
                    <a:pt x="230" y="271"/>
                    <a:pt x="229" y="269"/>
                    <a:pt x="227" y="268"/>
                  </a:cubicBezTo>
                  <a:cubicBezTo>
                    <a:pt x="225" y="265"/>
                    <a:pt x="225" y="265"/>
                    <a:pt x="225" y="265"/>
                  </a:cubicBezTo>
                  <a:cubicBezTo>
                    <a:pt x="225" y="265"/>
                    <a:pt x="225" y="265"/>
                    <a:pt x="225" y="265"/>
                  </a:cubicBezTo>
                  <a:cubicBezTo>
                    <a:pt x="225" y="265"/>
                    <a:pt x="226" y="265"/>
                    <a:pt x="226" y="265"/>
                  </a:cubicBezTo>
                  <a:cubicBezTo>
                    <a:pt x="228" y="266"/>
                    <a:pt x="231" y="267"/>
                    <a:pt x="232" y="266"/>
                  </a:cubicBezTo>
                  <a:cubicBezTo>
                    <a:pt x="233" y="267"/>
                    <a:pt x="233" y="266"/>
                    <a:pt x="234" y="266"/>
                  </a:cubicBezTo>
                  <a:cubicBezTo>
                    <a:pt x="234" y="266"/>
                    <a:pt x="234" y="265"/>
                    <a:pt x="234" y="265"/>
                  </a:cubicBezTo>
                  <a:cubicBezTo>
                    <a:pt x="234" y="265"/>
                    <a:pt x="235" y="265"/>
                    <a:pt x="235" y="264"/>
                  </a:cubicBezTo>
                  <a:cubicBezTo>
                    <a:pt x="236" y="262"/>
                    <a:pt x="236" y="262"/>
                    <a:pt x="236" y="262"/>
                  </a:cubicBezTo>
                  <a:cubicBezTo>
                    <a:pt x="237" y="262"/>
                    <a:pt x="237" y="261"/>
                    <a:pt x="237" y="261"/>
                  </a:cubicBezTo>
                  <a:cubicBezTo>
                    <a:pt x="237" y="261"/>
                    <a:pt x="237" y="261"/>
                    <a:pt x="237" y="261"/>
                  </a:cubicBezTo>
                  <a:cubicBezTo>
                    <a:pt x="237" y="260"/>
                    <a:pt x="236" y="260"/>
                    <a:pt x="236" y="259"/>
                  </a:cubicBezTo>
                  <a:cubicBezTo>
                    <a:pt x="235" y="258"/>
                    <a:pt x="234" y="257"/>
                    <a:pt x="232" y="255"/>
                  </a:cubicBezTo>
                  <a:cubicBezTo>
                    <a:pt x="229" y="253"/>
                    <a:pt x="229" y="253"/>
                    <a:pt x="229" y="253"/>
                  </a:cubicBezTo>
                  <a:cubicBezTo>
                    <a:pt x="229" y="253"/>
                    <a:pt x="229" y="252"/>
                    <a:pt x="228" y="252"/>
                  </a:cubicBezTo>
                  <a:cubicBezTo>
                    <a:pt x="229" y="252"/>
                    <a:pt x="230" y="252"/>
                    <a:pt x="230" y="252"/>
                  </a:cubicBezTo>
                  <a:cubicBezTo>
                    <a:pt x="231" y="252"/>
                    <a:pt x="232" y="251"/>
                    <a:pt x="232" y="251"/>
                  </a:cubicBezTo>
                  <a:cubicBezTo>
                    <a:pt x="234" y="251"/>
                    <a:pt x="236" y="250"/>
                    <a:pt x="238" y="250"/>
                  </a:cubicBezTo>
                  <a:cubicBezTo>
                    <a:pt x="238" y="250"/>
                    <a:pt x="239" y="249"/>
                    <a:pt x="239" y="249"/>
                  </a:cubicBezTo>
                  <a:cubicBezTo>
                    <a:pt x="239" y="248"/>
                    <a:pt x="239" y="248"/>
                    <a:pt x="239" y="248"/>
                  </a:cubicBezTo>
                  <a:cubicBezTo>
                    <a:pt x="240" y="248"/>
                    <a:pt x="240" y="248"/>
                    <a:pt x="240" y="247"/>
                  </a:cubicBezTo>
                  <a:cubicBezTo>
                    <a:pt x="240" y="247"/>
                    <a:pt x="240" y="245"/>
                    <a:pt x="240" y="244"/>
                  </a:cubicBezTo>
                  <a:cubicBezTo>
                    <a:pt x="240" y="244"/>
                    <a:pt x="240" y="244"/>
                    <a:pt x="240" y="244"/>
                  </a:cubicBezTo>
                  <a:cubicBezTo>
                    <a:pt x="240" y="244"/>
                    <a:pt x="240" y="244"/>
                    <a:pt x="240" y="244"/>
                  </a:cubicBezTo>
                  <a:cubicBezTo>
                    <a:pt x="240" y="244"/>
                    <a:pt x="240" y="243"/>
                    <a:pt x="240" y="243"/>
                  </a:cubicBezTo>
                  <a:cubicBezTo>
                    <a:pt x="240" y="243"/>
                    <a:pt x="240" y="243"/>
                    <a:pt x="240" y="243"/>
                  </a:cubicBezTo>
                  <a:cubicBezTo>
                    <a:pt x="240" y="242"/>
                    <a:pt x="240" y="241"/>
                    <a:pt x="238" y="241"/>
                  </a:cubicBezTo>
                  <a:cubicBezTo>
                    <a:pt x="238" y="241"/>
                    <a:pt x="238" y="241"/>
                    <a:pt x="238" y="241"/>
                  </a:cubicBezTo>
                  <a:cubicBezTo>
                    <a:pt x="237" y="241"/>
                    <a:pt x="236" y="241"/>
                    <a:pt x="234" y="240"/>
                  </a:cubicBezTo>
                  <a:cubicBezTo>
                    <a:pt x="234" y="240"/>
                    <a:pt x="234" y="240"/>
                    <a:pt x="234" y="240"/>
                  </a:cubicBezTo>
                  <a:cubicBezTo>
                    <a:pt x="235" y="240"/>
                    <a:pt x="236" y="240"/>
                    <a:pt x="236" y="240"/>
                  </a:cubicBezTo>
                  <a:cubicBezTo>
                    <a:pt x="238" y="239"/>
                    <a:pt x="240" y="239"/>
                    <a:pt x="240" y="237"/>
                  </a:cubicBezTo>
                  <a:cubicBezTo>
                    <a:pt x="240" y="237"/>
                    <a:pt x="240" y="236"/>
                    <a:pt x="240" y="236"/>
                  </a:cubicBezTo>
                  <a:cubicBezTo>
                    <a:pt x="240" y="236"/>
                    <a:pt x="240" y="236"/>
                    <a:pt x="240" y="236"/>
                  </a:cubicBezTo>
                  <a:cubicBezTo>
                    <a:pt x="240" y="232"/>
                    <a:pt x="240" y="232"/>
                    <a:pt x="240" y="232"/>
                  </a:cubicBezTo>
                  <a:close/>
                  <a:moveTo>
                    <a:pt x="201" y="114"/>
                  </a:moveTo>
                  <a:cubicBezTo>
                    <a:pt x="201" y="114"/>
                    <a:pt x="201" y="115"/>
                    <a:pt x="201" y="115"/>
                  </a:cubicBezTo>
                  <a:cubicBezTo>
                    <a:pt x="201" y="115"/>
                    <a:pt x="201" y="114"/>
                    <a:pt x="201" y="114"/>
                  </a:cubicBezTo>
                  <a:cubicBezTo>
                    <a:pt x="200" y="114"/>
                    <a:pt x="200" y="114"/>
                    <a:pt x="199" y="114"/>
                  </a:cubicBezTo>
                  <a:cubicBezTo>
                    <a:pt x="199" y="114"/>
                    <a:pt x="199" y="114"/>
                    <a:pt x="199" y="114"/>
                  </a:cubicBezTo>
                  <a:cubicBezTo>
                    <a:pt x="198" y="114"/>
                    <a:pt x="197" y="114"/>
                    <a:pt x="197" y="114"/>
                  </a:cubicBezTo>
                  <a:cubicBezTo>
                    <a:pt x="193" y="117"/>
                    <a:pt x="193" y="117"/>
                    <a:pt x="193" y="117"/>
                  </a:cubicBezTo>
                  <a:cubicBezTo>
                    <a:pt x="193" y="117"/>
                    <a:pt x="193" y="117"/>
                    <a:pt x="193" y="118"/>
                  </a:cubicBezTo>
                  <a:cubicBezTo>
                    <a:pt x="193" y="118"/>
                    <a:pt x="193" y="118"/>
                    <a:pt x="193" y="118"/>
                  </a:cubicBezTo>
                  <a:cubicBezTo>
                    <a:pt x="193" y="119"/>
                    <a:pt x="193" y="119"/>
                    <a:pt x="193" y="120"/>
                  </a:cubicBezTo>
                  <a:cubicBezTo>
                    <a:pt x="193" y="120"/>
                    <a:pt x="193" y="120"/>
                    <a:pt x="193" y="120"/>
                  </a:cubicBezTo>
                  <a:cubicBezTo>
                    <a:pt x="192" y="119"/>
                    <a:pt x="191" y="118"/>
                    <a:pt x="190" y="118"/>
                  </a:cubicBezTo>
                  <a:cubicBezTo>
                    <a:pt x="190" y="117"/>
                    <a:pt x="189" y="117"/>
                    <a:pt x="188" y="117"/>
                  </a:cubicBezTo>
                  <a:cubicBezTo>
                    <a:pt x="184" y="117"/>
                    <a:pt x="184" y="117"/>
                    <a:pt x="184" y="117"/>
                  </a:cubicBezTo>
                  <a:cubicBezTo>
                    <a:pt x="184" y="117"/>
                    <a:pt x="184" y="118"/>
                    <a:pt x="184" y="118"/>
                  </a:cubicBezTo>
                  <a:cubicBezTo>
                    <a:pt x="183" y="118"/>
                    <a:pt x="183" y="118"/>
                    <a:pt x="183" y="118"/>
                  </a:cubicBezTo>
                  <a:cubicBezTo>
                    <a:pt x="183" y="118"/>
                    <a:pt x="183" y="118"/>
                    <a:pt x="183" y="118"/>
                  </a:cubicBezTo>
                  <a:cubicBezTo>
                    <a:pt x="183" y="118"/>
                    <a:pt x="183" y="118"/>
                    <a:pt x="183" y="118"/>
                  </a:cubicBezTo>
                  <a:cubicBezTo>
                    <a:pt x="183" y="118"/>
                    <a:pt x="183" y="118"/>
                    <a:pt x="183" y="118"/>
                  </a:cubicBezTo>
                  <a:cubicBezTo>
                    <a:pt x="182" y="118"/>
                    <a:pt x="182" y="119"/>
                    <a:pt x="182" y="119"/>
                  </a:cubicBezTo>
                  <a:cubicBezTo>
                    <a:pt x="182" y="119"/>
                    <a:pt x="181" y="119"/>
                    <a:pt x="181" y="120"/>
                  </a:cubicBezTo>
                  <a:cubicBezTo>
                    <a:pt x="181" y="120"/>
                    <a:pt x="181" y="120"/>
                    <a:pt x="181" y="120"/>
                  </a:cubicBezTo>
                  <a:cubicBezTo>
                    <a:pt x="181" y="121"/>
                    <a:pt x="181" y="122"/>
                    <a:pt x="181" y="123"/>
                  </a:cubicBezTo>
                  <a:cubicBezTo>
                    <a:pt x="179" y="121"/>
                    <a:pt x="178" y="120"/>
                    <a:pt x="177" y="119"/>
                  </a:cubicBezTo>
                  <a:cubicBezTo>
                    <a:pt x="176" y="119"/>
                    <a:pt x="176" y="119"/>
                    <a:pt x="175" y="119"/>
                  </a:cubicBezTo>
                  <a:cubicBezTo>
                    <a:pt x="172" y="120"/>
                    <a:pt x="172" y="120"/>
                    <a:pt x="172" y="120"/>
                  </a:cubicBezTo>
                  <a:cubicBezTo>
                    <a:pt x="169" y="120"/>
                    <a:pt x="168" y="123"/>
                    <a:pt x="167" y="127"/>
                  </a:cubicBezTo>
                  <a:cubicBezTo>
                    <a:pt x="166" y="124"/>
                    <a:pt x="165" y="122"/>
                    <a:pt x="163" y="122"/>
                  </a:cubicBezTo>
                  <a:cubicBezTo>
                    <a:pt x="163" y="121"/>
                    <a:pt x="162" y="121"/>
                    <a:pt x="162" y="121"/>
                  </a:cubicBezTo>
                  <a:cubicBezTo>
                    <a:pt x="158" y="122"/>
                    <a:pt x="158" y="122"/>
                    <a:pt x="158" y="122"/>
                  </a:cubicBezTo>
                  <a:cubicBezTo>
                    <a:pt x="157" y="122"/>
                    <a:pt x="157" y="122"/>
                    <a:pt x="157" y="122"/>
                  </a:cubicBezTo>
                  <a:cubicBezTo>
                    <a:pt x="155" y="123"/>
                    <a:pt x="154" y="126"/>
                    <a:pt x="153" y="129"/>
                  </a:cubicBezTo>
                  <a:cubicBezTo>
                    <a:pt x="152" y="127"/>
                    <a:pt x="151" y="125"/>
                    <a:pt x="149" y="124"/>
                  </a:cubicBezTo>
                  <a:cubicBezTo>
                    <a:pt x="149" y="124"/>
                    <a:pt x="148" y="123"/>
                    <a:pt x="147" y="123"/>
                  </a:cubicBezTo>
                  <a:cubicBezTo>
                    <a:pt x="144" y="124"/>
                    <a:pt x="144" y="124"/>
                    <a:pt x="144" y="124"/>
                  </a:cubicBezTo>
                  <a:cubicBezTo>
                    <a:pt x="143" y="124"/>
                    <a:pt x="143" y="124"/>
                    <a:pt x="142" y="124"/>
                  </a:cubicBezTo>
                  <a:cubicBezTo>
                    <a:pt x="142" y="124"/>
                    <a:pt x="142" y="124"/>
                    <a:pt x="142" y="124"/>
                  </a:cubicBezTo>
                  <a:cubicBezTo>
                    <a:pt x="140" y="125"/>
                    <a:pt x="140" y="128"/>
                    <a:pt x="139" y="131"/>
                  </a:cubicBezTo>
                  <a:cubicBezTo>
                    <a:pt x="137" y="128"/>
                    <a:pt x="136" y="126"/>
                    <a:pt x="134" y="125"/>
                  </a:cubicBezTo>
                  <a:cubicBezTo>
                    <a:pt x="134" y="125"/>
                    <a:pt x="134" y="125"/>
                    <a:pt x="133" y="125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26" y="125"/>
                    <a:pt x="125" y="128"/>
                    <a:pt x="124" y="132"/>
                  </a:cubicBezTo>
                  <a:cubicBezTo>
                    <a:pt x="122" y="128"/>
                    <a:pt x="120" y="126"/>
                    <a:pt x="118" y="126"/>
                  </a:cubicBezTo>
                  <a:cubicBezTo>
                    <a:pt x="117" y="126"/>
                    <a:pt x="117" y="126"/>
                    <a:pt x="117" y="126"/>
                  </a:cubicBezTo>
                  <a:cubicBezTo>
                    <a:pt x="115" y="126"/>
                    <a:pt x="115" y="126"/>
                    <a:pt x="115" y="126"/>
                  </a:cubicBezTo>
                  <a:cubicBezTo>
                    <a:pt x="112" y="126"/>
                    <a:pt x="111" y="129"/>
                    <a:pt x="109" y="133"/>
                  </a:cubicBezTo>
                  <a:cubicBezTo>
                    <a:pt x="108" y="130"/>
                    <a:pt x="107" y="128"/>
                    <a:pt x="106" y="127"/>
                  </a:cubicBezTo>
                  <a:cubicBezTo>
                    <a:pt x="106" y="127"/>
                    <a:pt x="106" y="127"/>
                    <a:pt x="106" y="127"/>
                  </a:cubicBezTo>
                  <a:cubicBezTo>
                    <a:pt x="105" y="127"/>
                    <a:pt x="105" y="126"/>
                    <a:pt x="104" y="126"/>
                  </a:cubicBezTo>
                  <a:cubicBezTo>
                    <a:pt x="100" y="126"/>
                    <a:pt x="100" y="126"/>
                    <a:pt x="100" y="126"/>
                  </a:cubicBezTo>
                  <a:cubicBezTo>
                    <a:pt x="99" y="126"/>
                    <a:pt x="98" y="127"/>
                    <a:pt x="98" y="127"/>
                  </a:cubicBezTo>
                  <a:cubicBezTo>
                    <a:pt x="97" y="129"/>
                    <a:pt x="96" y="131"/>
                    <a:pt x="95" y="133"/>
                  </a:cubicBezTo>
                  <a:cubicBezTo>
                    <a:pt x="94" y="130"/>
                    <a:pt x="92" y="127"/>
                    <a:pt x="91" y="127"/>
                  </a:cubicBezTo>
                  <a:cubicBezTo>
                    <a:pt x="90" y="127"/>
                    <a:pt x="90" y="126"/>
                    <a:pt x="90" y="126"/>
                  </a:cubicBezTo>
                  <a:cubicBezTo>
                    <a:pt x="85" y="126"/>
                    <a:pt x="85" y="126"/>
                    <a:pt x="85" y="126"/>
                  </a:cubicBezTo>
                  <a:cubicBezTo>
                    <a:pt x="85" y="126"/>
                    <a:pt x="85" y="127"/>
                    <a:pt x="84" y="127"/>
                  </a:cubicBezTo>
                  <a:cubicBezTo>
                    <a:pt x="83" y="128"/>
                    <a:pt x="82" y="130"/>
                    <a:pt x="81" y="132"/>
                  </a:cubicBezTo>
                  <a:cubicBezTo>
                    <a:pt x="79" y="130"/>
                    <a:pt x="78" y="128"/>
                    <a:pt x="77" y="127"/>
                  </a:cubicBezTo>
                  <a:cubicBezTo>
                    <a:pt x="76" y="127"/>
                    <a:pt x="76" y="126"/>
                    <a:pt x="76" y="126"/>
                  </a:cubicBezTo>
                  <a:cubicBezTo>
                    <a:pt x="71" y="126"/>
                    <a:pt x="71" y="126"/>
                    <a:pt x="71" y="126"/>
                  </a:cubicBezTo>
                  <a:cubicBezTo>
                    <a:pt x="71" y="126"/>
                    <a:pt x="71" y="127"/>
                    <a:pt x="70" y="127"/>
                  </a:cubicBezTo>
                  <a:cubicBezTo>
                    <a:pt x="69" y="127"/>
                    <a:pt x="67" y="130"/>
                    <a:pt x="66" y="133"/>
                  </a:cubicBezTo>
                  <a:cubicBezTo>
                    <a:pt x="65" y="130"/>
                    <a:pt x="64" y="128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2" y="127"/>
                    <a:pt x="62" y="126"/>
                    <a:pt x="61" y="126"/>
                  </a:cubicBezTo>
                  <a:cubicBezTo>
                    <a:pt x="57" y="126"/>
                    <a:pt x="57" y="126"/>
                    <a:pt x="57" y="126"/>
                  </a:cubicBezTo>
                  <a:cubicBezTo>
                    <a:pt x="56" y="126"/>
                    <a:pt x="55" y="127"/>
                    <a:pt x="55" y="127"/>
                  </a:cubicBezTo>
                  <a:cubicBezTo>
                    <a:pt x="55" y="128"/>
                    <a:pt x="55" y="128"/>
                    <a:pt x="54" y="128"/>
                  </a:cubicBezTo>
                  <a:cubicBezTo>
                    <a:pt x="54" y="126"/>
                    <a:pt x="53" y="125"/>
                    <a:pt x="52" y="125"/>
                  </a:cubicBezTo>
                  <a:cubicBezTo>
                    <a:pt x="48" y="123"/>
                    <a:pt x="48" y="123"/>
                    <a:pt x="48" y="123"/>
                  </a:cubicBezTo>
                  <a:cubicBezTo>
                    <a:pt x="48" y="123"/>
                    <a:pt x="48" y="123"/>
                    <a:pt x="48" y="123"/>
                  </a:cubicBezTo>
                  <a:cubicBezTo>
                    <a:pt x="48" y="123"/>
                    <a:pt x="48" y="123"/>
                    <a:pt x="48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6" y="124"/>
                    <a:pt x="44" y="124"/>
                    <a:pt x="42" y="127"/>
                  </a:cubicBezTo>
                  <a:cubicBezTo>
                    <a:pt x="42" y="125"/>
                    <a:pt x="42" y="124"/>
                    <a:pt x="42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42" y="122"/>
                    <a:pt x="42" y="121"/>
                    <a:pt x="41" y="121"/>
                  </a:cubicBezTo>
                  <a:cubicBezTo>
                    <a:pt x="41" y="121"/>
                    <a:pt x="41" y="121"/>
                    <a:pt x="41" y="121"/>
                  </a:cubicBezTo>
                  <a:cubicBezTo>
                    <a:pt x="41" y="121"/>
                    <a:pt x="41" y="121"/>
                    <a:pt x="41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36" y="119"/>
                    <a:pt x="36" y="119"/>
                    <a:pt x="36" y="119"/>
                  </a:cubicBezTo>
                  <a:cubicBezTo>
                    <a:pt x="35" y="119"/>
                    <a:pt x="35" y="119"/>
                    <a:pt x="34" y="120"/>
                  </a:cubicBezTo>
                  <a:cubicBezTo>
                    <a:pt x="33" y="120"/>
                    <a:pt x="32" y="121"/>
                    <a:pt x="30" y="122"/>
                  </a:cubicBezTo>
                  <a:cubicBezTo>
                    <a:pt x="30" y="122"/>
                    <a:pt x="30" y="121"/>
                    <a:pt x="30" y="121"/>
                  </a:cubicBezTo>
                  <a:cubicBezTo>
                    <a:pt x="30" y="120"/>
                    <a:pt x="30" y="120"/>
                    <a:pt x="30" y="120"/>
                  </a:cubicBezTo>
                  <a:cubicBezTo>
                    <a:pt x="31" y="119"/>
                    <a:pt x="31" y="119"/>
                    <a:pt x="30" y="118"/>
                  </a:cubicBezTo>
                  <a:cubicBezTo>
                    <a:pt x="30" y="118"/>
                    <a:pt x="30" y="118"/>
                    <a:pt x="30" y="118"/>
                  </a:cubicBezTo>
                  <a:cubicBezTo>
                    <a:pt x="30" y="118"/>
                    <a:pt x="30" y="118"/>
                    <a:pt x="29" y="118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30" y="118"/>
                    <a:pt x="30" y="118"/>
                    <a:pt x="30" y="118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6" y="115"/>
                    <a:pt x="26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4" y="115"/>
                    <a:pt x="23" y="115"/>
                    <a:pt x="23" y="115"/>
                  </a:cubicBezTo>
                  <a:cubicBezTo>
                    <a:pt x="22" y="115"/>
                    <a:pt x="22" y="116"/>
                    <a:pt x="21" y="116"/>
                  </a:cubicBezTo>
                  <a:cubicBezTo>
                    <a:pt x="22" y="115"/>
                    <a:pt x="22" y="114"/>
                    <a:pt x="22" y="113"/>
                  </a:cubicBezTo>
                  <a:cubicBezTo>
                    <a:pt x="22" y="113"/>
                    <a:pt x="22" y="112"/>
                    <a:pt x="22" y="112"/>
                  </a:cubicBezTo>
                  <a:cubicBezTo>
                    <a:pt x="22" y="112"/>
                    <a:pt x="22" y="112"/>
                    <a:pt x="21" y="112"/>
                  </a:cubicBezTo>
                  <a:cubicBezTo>
                    <a:pt x="21" y="112"/>
                    <a:pt x="21" y="112"/>
                    <a:pt x="21" y="111"/>
                  </a:cubicBezTo>
                  <a:cubicBezTo>
                    <a:pt x="22" y="111"/>
                    <a:pt x="22" y="110"/>
                    <a:pt x="22" y="110"/>
                  </a:cubicBezTo>
                  <a:cubicBezTo>
                    <a:pt x="22" y="109"/>
                    <a:pt x="22" y="109"/>
                    <a:pt x="21" y="108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3" y="109"/>
                    <a:pt x="23" y="109"/>
                    <a:pt x="24" y="109"/>
                  </a:cubicBezTo>
                  <a:cubicBezTo>
                    <a:pt x="25" y="109"/>
                    <a:pt x="25" y="108"/>
                    <a:pt x="26" y="108"/>
                  </a:cubicBezTo>
                  <a:cubicBezTo>
                    <a:pt x="26" y="108"/>
                    <a:pt x="29" y="105"/>
                    <a:pt x="29" y="105"/>
                  </a:cubicBezTo>
                  <a:cubicBezTo>
                    <a:pt x="29" y="105"/>
                    <a:pt x="28" y="106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8" y="105"/>
                    <a:pt x="29" y="105"/>
                    <a:pt x="29" y="105"/>
                  </a:cubicBezTo>
                  <a:cubicBezTo>
                    <a:pt x="29" y="105"/>
                    <a:pt x="29" y="105"/>
                    <a:pt x="29" y="104"/>
                  </a:cubicBezTo>
                  <a:cubicBezTo>
                    <a:pt x="29" y="104"/>
                    <a:pt x="29" y="104"/>
                    <a:pt x="29" y="103"/>
                  </a:cubicBezTo>
                  <a:cubicBezTo>
                    <a:pt x="29" y="103"/>
                    <a:pt x="29" y="103"/>
                    <a:pt x="29" y="103"/>
                  </a:cubicBezTo>
                  <a:cubicBezTo>
                    <a:pt x="29" y="102"/>
                    <a:pt x="29" y="101"/>
                    <a:pt x="29" y="99"/>
                  </a:cubicBezTo>
                  <a:cubicBezTo>
                    <a:pt x="32" y="102"/>
                    <a:pt x="34" y="104"/>
                    <a:pt x="36" y="103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40" y="102"/>
                    <a:pt x="40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41" y="101"/>
                    <a:pt x="41" y="100"/>
                    <a:pt x="41" y="100"/>
                  </a:cubicBezTo>
                  <a:cubicBezTo>
                    <a:pt x="41" y="99"/>
                    <a:pt x="41" y="99"/>
                    <a:pt x="41" y="99"/>
                  </a:cubicBezTo>
                  <a:cubicBezTo>
                    <a:pt x="41" y="99"/>
                    <a:pt x="41" y="99"/>
                    <a:pt x="41" y="99"/>
                  </a:cubicBezTo>
                  <a:cubicBezTo>
                    <a:pt x="41" y="98"/>
                    <a:pt x="41" y="96"/>
                    <a:pt x="41" y="95"/>
                  </a:cubicBezTo>
                  <a:cubicBezTo>
                    <a:pt x="41" y="96"/>
                    <a:pt x="42" y="96"/>
                    <a:pt x="43" y="97"/>
                  </a:cubicBezTo>
                  <a:cubicBezTo>
                    <a:pt x="43" y="97"/>
                    <a:pt x="43" y="98"/>
                    <a:pt x="44" y="98"/>
                  </a:cubicBezTo>
                  <a:cubicBezTo>
                    <a:pt x="44" y="98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5" y="98"/>
                    <a:pt x="46" y="98"/>
                    <a:pt x="46" y="97"/>
                  </a:cubicBezTo>
                  <a:cubicBezTo>
                    <a:pt x="47" y="97"/>
                    <a:pt x="47" y="97"/>
                    <a:pt x="47" y="97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9" y="97"/>
                    <a:pt x="50" y="96"/>
                    <a:pt x="50" y="96"/>
                  </a:cubicBezTo>
                  <a:cubicBezTo>
                    <a:pt x="51" y="95"/>
                    <a:pt x="51" y="95"/>
                    <a:pt x="51" y="94"/>
                  </a:cubicBezTo>
                  <a:cubicBezTo>
                    <a:pt x="51" y="94"/>
                    <a:pt x="52" y="93"/>
                    <a:pt x="52" y="91"/>
                  </a:cubicBezTo>
                  <a:cubicBezTo>
                    <a:pt x="54" y="94"/>
                    <a:pt x="55" y="96"/>
                    <a:pt x="57" y="96"/>
                  </a:cubicBezTo>
                  <a:cubicBezTo>
                    <a:pt x="61" y="96"/>
                    <a:pt x="61" y="96"/>
                    <a:pt x="61" y="96"/>
                  </a:cubicBezTo>
                  <a:cubicBezTo>
                    <a:pt x="62" y="96"/>
                    <a:pt x="62" y="95"/>
                    <a:pt x="63" y="95"/>
                  </a:cubicBezTo>
                  <a:cubicBezTo>
                    <a:pt x="64" y="94"/>
                    <a:pt x="65" y="92"/>
                    <a:pt x="66" y="89"/>
                  </a:cubicBezTo>
                  <a:cubicBezTo>
                    <a:pt x="68" y="93"/>
                    <a:pt x="69" y="96"/>
                    <a:pt x="72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7" y="95"/>
                  </a:cubicBezTo>
                  <a:cubicBezTo>
                    <a:pt x="79" y="94"/>
                    <a:pt x="80" y="92"/>
                    <a:pt x="81" y="89"/>
                  </a:cubicBezTo>
                  <a:cubicBezTo>
                    <a:pt x="82" y="92"/>
                    <a:pt x="83" y="94"/>
                    <a:pt x="85" y="95"/>
                  </a:cubicBezTo>
                  <a:cubicBezTo>
                    <a:pt x="85" y="96"/>
                    <a:pt x="86" y="96"/>
                    <a:pt x="86" y="96"/>
                  </a:cubicBezTo>
                  <a:cubicBezTo>
                    <a:pt x="87" y="96"/>
                    <a:pt x="87" y="96"/>
                    <a:pt x="87" y="96"/>
                  </a:cubicBezTo>
                  <a:cubicBezTo>
                    <a:pt x="87" y="96"/>
                    <a:pt x="87" y="96"/>
                    <a:pt x="87" y="96"/>
                  </a:cubicBezTo>
                  <a:cubicBezTo>
                    <a:pt x="91" y="96"/>
                    <a:pt x="91" y="96"/>
                    <a:pt x="91" y="96"/>
                  </a:cubicBezTo>
                  <a:cubicBezTo>
                    <a:pt x="92" y="96"/>
                    <a:pt x="92" y="96"/>
                    <a:pt x="92" y="95"/>
                  </a:cubicBezTo>
                  <a:cubicBezTo>
                    <a:pt x="94" y="94"/>
                    <a:pt x="94" y="91"/>
                    <a:pt x="95" y="89"/>
                  </a:cubicBezTo>
                  <a:cubicBezTo>
                    <a:pt x="95" y="89"/>
                    <a:pt x="95" y="89"/>
                    <a:pt x="95" y="89"/>
                  </a:cubicBezTo>
                  <a:cubicBezTo>
                    <a:pt x="96" y="91"/>
                    <a:pt x="97" y="93"/>
                    <a:pt x="98" y="95"/>
                  </a:cubicBezTo>
                  <a:cubicBezTo>
                    <a:pt x="98" y="95"/>
                    <a:pt x="98" y="95"/>
                    <a:pt x="98" y="95"/>
                  </a:cubicBezTo>
                  <a:cubicBezTo>
                    <a:pt x="99" y="95"/>
                    <a:pt x="99" y="95"/>
                    <a:pt x="100" y="95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05" y="95"/>
                    <a:pt x="106" y="95"/>
                    <a:pt x="106" y="94"/>
                  </a:cubicBezTo>
                  <a:cubicBezTo>
                    <a:pt x="107" y="93"/>
                    <a:pt x="108" y="92"/>
                    <a:pt x="109" y="89"/>
                  </a:cubicBezTo>
                  <a:cubicBezTo>
                    <a:pt x="110" y="92"/>
                    <a:pt x="111" y="94"/>
                    <a:pt x="112" y="95"/>
                  </a:cubicBezTo>
                  <a:cubicBezTo>
                    <a:pt x="113" y="96"/>
                    <a:pt x="113" y="97"/>
                    <a:pt x="114" y="97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20" y="97"/>
                    <a:pt x="122" y="94"/>
                    <a:pt x="124" y="90"/>
                  </a:cubicBezTo>
                  <a:cubicBezTo>
                    <a:pt x="125" y="93"/>
                    <a:pt x="126" y="96"/>
                    <a:pt x="128" y="97"/>
                  </a:cubicBezTo>
                  <a:cubicBezTo>
                    <a:pt x="128" y="97"/>
                    <a:pt x="128" y="97"/>
                    <a:pt x="128" y="97"/>
                  </a:cubicBezTo>
                  <a:cubicBezTo>
                    <a:pt x="128" y="97"/>
                    <a:pt x="129" y="97"/>
                    <a:pt x="129" y="97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4" y="97"/>
                    <a:pt x="134" y="97"/>
                    <a:pt x="134" y="96"/>
                  </a:cubicBezTo>
                  <a:cubicBezTo>
                    <a:pt x="136" y="95"/>
                    <a:pt x="137" y="93"/>
                    <a:pt x="138" y="90"/>
                  </a:cubicBezTo>
                  <a:cubicBezTo>
                    <a:pt x="140" y="94"/>
                    <a:pt x="141" y="97"/>
                    <a:pt x="144" y="97"/>
                  </a:cubicBezTo>
                  <a:cubicBezTo>
                    <a:pt x="146" y="97"/>
                    <a:pt x="146" y="97"/>
                    <a:pt x="146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7"/>
                    <a:pt x="147" y="97"/>
                    <a:pt x="148" y="97"/>
                  </a:cubicBezTo>
                  <a:cubicBezTo>
                    <a:pt x="148" y="97"/>
                    <a:pt x="148" y="97"/>
                    <a:pt x="149" y="97"/>
                  </a:cubicBezTo>
                  <a:cubicBezTo>
                    <a:pt x="150" y="96"/>
                    <a:pt x="152" y="94"/>
                    <a:pt x="153" y="91"/>
                  </a:cubicBezTo>
                  <a:cubicBezTo>
                    <a:pt x="154" y="94"/>
                    <a:pt x="155" y="97"/>
                    <a:pt x="156" y="98"/>
                  </a:cubicBezTo>
                  <a:cubicBezTo>
                    <a:pt x="156" y="98"/>
                    <a:pt x="157" y="98"/>
                    <a:pt x="157" y="98"/>
                  </a:cubicBezTo>
                  <a:cubicBezTo>
                    <a:pt x="157" y="98"/>
                    <a:pt x="157" y="98"/>
                    <a:pt x="158" y="99"/>
                  </a:cubicBezTo>
                  <a:cubicBezTo>
                    <a:pt x="162" y="99"/>
                    <a:pt x="162" y="99"/>
                    <a:pt x="162" y="99"/>
                  </a:cubicBezTo>
                  <a:cubicBezTo>
                    <a:pt x="162" y="99"/>
                    <a:pt x="163" y="99"/>
                    <a:pt x="163" y="99"/>
                  </a:cubicBezTo>
                  <a:cubicBezTo>
                    <a:pt x="164" y="98"/>
                    <a:pt x="166" y="96"/>
                    <a:pt x="167" y="94"/>
                  </a:cubicBezTo>
                  <a:cubicBezTo>
                    <a:pt x="168" y="97"/>
                    <a:pt x="169" y="100"/>
                    <a:pt x="172" y="101"/>
                  </a:cubicBezTo>
                  <a:cubicBezTo>
                    <a:pt x="172" y="101"/>
                    <a:pt x="175" y="101"/>
                    <a:pt x="175" y="101"/>
                  </a:cubicBezTo>
                  <a:cubicBezTo>
                    <a:pt x="176" y="101"/>
                    <a:pt x="176" y="101"/>
                    <a:pt x="176" y="101"/>
                  </a:cubicBezTo>
                  <a:cubicBezTo>
                    <a:pt x="176" y="101"/>
                    <a:pt x="176" y="101"/>
                    <a:pt x="177" y="101"/>
                  </a:cubicBezTo>
                  <a:cubicBezTo>
                    <a:pt x="178" y="101"/>
                    <a:pt x="179" y="99"/>
                    <a:pt x="181" y="97"/>
                  </a:cubicBezTo>
                  <a:cubicBezTo>
                    <a:pt x="181" y="99"/>
                    <a:pt x="181" y="100"/>
                    <a:pt x="181" y="101"/>
                  </a:cubicBezTo>
                  <a:cubicBezTo>
                    <a:pt x="181" y="101"/>
                    <a:pt x="181" y="101"/>
                    <a:pt x="181" y="101"/>
                  </a:cubicBezTo>
                  <a:cubicBezTo>
                    <a:pt x="181" y="102"/>
                    <a:pt x="182" y="102"/>
                    <a:pt x="183" y="103"/>
                  </a:cubicBezTo>
                  <a:cubicBezTo>
                    <a:pt x="183" y="103"/>
                    <a:pt x="183" y="103"/>
                    <a:pt x="183" y="103"/>
                  </a:cubicBezTo>
                  <a:cubicBezTo>
                    <a:pt x="183" y="103"/>
                    <a:pt x="183" y="103"/>
                    <a:pt x="183" y="103"/>
                  </a:cubicBezTo>
                  <a:cubicBezTo>
                    <a:pt x="187" y="104"/>
                    <a:pt x="187" y="104"/>
                    <a:pt x="187" y="104"/>
                  </a:cubicBezTo>
                  <a:cubicBezTo>
                    <a:pt x="188" y="104"/>
                    <a:pt x="190" y="104"/>
                    <a:pt x="193" y="102"/>
                  </a:cubicBezTo>
                  <a:cubicBezTo>
                    <a:pt x="192" y="104"/>
                    <a:pt x="192" y="106"/>
                    <a:pt x="194" y="107"/>
                  </a:cubicBezTo>
                  <a:cubicBezTo>
                    <a:pt x="194" y="107"/>
                    <a:pt x="194" y="108"/>
                    <a:pt x="194" y="108"/>
                  </a:cubicBezTo>
                  <a:cubicBezTo>
                    <a:pt x="195" y="108"/>
                    <a:pt x="195" y="108"/>
                    <a:pt x="195" y="108"/>
                  </a:cubicBezTo>
                  <a:cubicBezTo>
                    <a:pt x="197" y="109"/>
                    <a:pt x="197" y="109"/>
                    <a:pt x="197" y="109"/>
                  </a:cubicBezTo>
                  <a:cubicBezTo>
                    <a:pt x="198" y="110"/>
                    <a:pt x="200" y="110"/>
                    <a:pt x="201" y="109"/>
                  </a:cubicBezTo>
                  <a:cubicBezTo>
                    <a:pt x="201" y="109"/>
                    <a:pt x="201" y="110"/>
                    <a:pt x="201" y="110"/>
                  </a:cubicBezTo>
                  <a:cubicBezTo>
                    <a:pt x="201" y="111"/>
                    <a:pt x="201" y="111"/>
                    <a:pt x="201" y="112"/>
                  </a:cubicBezTo>
                  <a:cubicBezTo>
                    <a:pt x="201" y="112"/>
                    <a:pt x="201" y="112"/>
                    <a:pt x="201" y="112"/>
                  </a:cubicBezTo>
                  <a:cubicBezTo>
                    <a:pt x="201" y="112"/>
                    <a:pt x="201" y="112"/>
                    <a:pt x="201" y="112"/>
                  </a:cubicBezTo>
                  <a:cubicBezTo>
                    <a:pt x="201" y="112"/>
                    <a:pt x="201" y="112"/>
                    <a:pt x="201" y="112"/>
                  </a:cubicBezTo>
                  <a:cubicBezTo>
                    <a:pt x="201" y="112"/>
                    <a:pt x="201" y="113"/>
                    <a:pt x="201" y="113"/>
                  </a:cubicBezTo>
                  <a:cubicBezTo>
                    <a:pt x="201" y="113"/>
                    <a:pt x="201" y="113"/>
                    <a:pt x="201" y="113"/>
                  </a:cubicBezTo>
                  <a:cubicBezTo>
                    <a:pt x="201" y="113"/>
                    <a:pt x="201" y="113"/>
                    <a:pt x="201" y="113"/>
                  </a:cubicBezTo>
                  <a:cubicBezTo>
                    <a:pt x="201" y="114"/>
                    <a:pt x="201" y="114"/>
                    <a:pt x="201" y="114"/>
                  </a:cubicBezTo>
                  <a:close/>
                  <a:moveTo>
                    <a:pt x="201" y="198"/>
                  </a:moveTo>
                  <a:cubicBezTo>
                    <a:pt x="201" y="198"/>
                    <a:pt x="201" y="198"/>
                    <a:pt x="201" y="198"/>
                  </a:cubicBezTo>
                  <a:cubicBezTo>
                    <a:pt x="201" y="198"/>
                    <a:pt x="201" y="198"/>
                    <a:pt x="201" y="198"/>
                  </a:cubicBezTo>
                  <a:cubicBezTo>
                    <a:pt x="201" y="198"/>
                    <a:pt x="201" y="198"/>
                    <a:pt x="201" y="198"/>
                  </a:cubicBezTo>
                  <a:cubicBezTo>
                    <a:pt x="201" y="198"/>
                    <a:pt x="201" y="199"/>
                    <a:pt x="201" y="199"/>
                  </a:cubicBezTo>
                  <a:cubicBezTo>
                    <a:pt x="201" y="199"/>
                    <a:pt x="201" y="199"/>
                    <a:pt x="201" y="199"/>
                  </a:cubicBezTo>
                  <a:cubicBezTo>
                    <a:pt x="201" y="199"/>
                    <a:pt x="201" y="199"/>
                    <a:pt x="201" y="199"/>
                  </a:cubicBezTo>
                  <a:cubicBezTo>
                    <a:pt x="201" y="200"/>
                    <a:pt x="201" y="200"/>
                    <a:pt x="201" y="200"/>
                  </a:cubicBezTo>
                  <a:cubicBezTo>
                    <a:pt x="201" y="201"/>
                    <a:pt x="201" y="201"/>
                    <a:pt x="201" y="201"/>
                  </a:cubicBezTo>
                  <a:cubicBezTo>
                    <a:pt x="201" y="201"/>
                    <a:pt x="201" y="200"/>
                    <a:pt x="201" y="200"/>
                  </a:cubicBezTo>
                  <a:cubicBezTo>
                    <a:pt x="200" y="200"/>
                    <a:pt x="200" y="200"/>
                    <a:pt x="199" y="200"/>
                  </a:cubicBezTo>
                  <a:cubicBezTo>
                    <a:pt x="199" y="200"/>
                    <a:pt x="199" y="200"/>
                    <a:pt x="199" y="200"/>
                  </a:cubicBezTo>
                  <a:cubicBezTo>
                    <a:pt x="198" y="200"/>
                    <a:pt x="197" y="200"/>
                    <a:pt x="197" y="200"/>
                  </a:cubicBezTo>
                  <a:cubicBezTo>
                    <a:pt x="193" y="203"/>
                    <a:pt x="193" y="203"/>
                    <a:pt x="193" y="203"/>
                  </a:cubicBezTo>
                  <a:cubicBezTo>
                    <a:pt x="193" y="203"/>
                    <a:pt x="193" y="204"/>
                    <a:pt x="193" y="205"/>
                  </a:cubicBezTo>
                  <a:cubicBezTo>
                    <a:pt x="193" y="205"/>
                    <a:pt x="193" y="205"/>
                    <a:pt x="193" y="206"/>
                  </a:cubicBezTo>
                  <a:cubicBezTo>
                    <a:pt x="193" y="206"/>
                    <a:pt x="193" y="206"/>
                    <a:pt x="193" y="206"/>
                  </a:cubicBezTo>
                  <a:cubicBezTo>
                    <a:pt x="192" y="205"/>
                    <a:pt x="191" y="204"/>
                    <a:pt x="190" y="204"/>
                  </a:cubicBezTo>
                  <a:cubicBezTo>
                    <a:pt x="190" y="203"/>
                    <a:pt x="189" y="203"/>
                    <a:pt x="188" y="203"/>
                  </a:cubicBezTo>
                  <a:cubicBezTo>
                    <a:pt x="184" y="203"/>
                    <a:pt x="184" y="203"/>
                    <a:pt x="184" y="203"/>
                  </a:cubicBezTo>
                  <a:cubicBezTo>
                    <a:pt x="184" y="203"/>
                    <a:pt x="184" y="204"/>
                    <a:pt x="184" y="204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2" y="204"/>
                    <a:pt x="182" y="205"/>
                    <a:pt x="182" y="205"/>
                  </a:cubicBezTo>
                  <a:cubicBezTo>
                    <a:pt x="182" y="205"/>
                    <a:pt x="181" y="205"/>
                    <a:pt x="181" y="206"/>
                  </a:cubicBezTo>
                  <a:cubicBezTo>
                    <a:pt x="181" y="206"/>
                    <a:pt x="181" y="206"/>
                    <a:pt x="181" y="206"/>
                  </a:cubicBezTo>
                  <a:cubicBezTo>
                    <a:pt x="181" y="207"/>
                    <a:pt x="181" y="208"/>
                    <a:pt x="181" y="209"/>
                  </a:cubicBezTo>
                  <a:cubicBezTo>
                    <a:pt x="179" y="207"/>
                    <a:pt x="178" y="206"/>
                    <a:pt x="177" y="205"/>
                  </a:cubicBezTo>
                  <a:cubicBezTo>
                    <a:pt x="176" y="205"/>
                    <a:pt x="176" y="205"/>
                    <a:pt x="175" y="205"/>
                  </a:cubicBezTo>
                  <a:cubicBezTo>
                    <a:pt x="172" y="206"/>
                    <a:pt x="172" y="206"/>
                    <a:pt x="172" y="206"/>
                  </a:cubicBezTo>
                  <a:cubicBezTo>
                    <a:pt x="169" y="206"/>
                    <a:pt x="168" y="209"/>
                    <a:pt x="167" y="213"/>
                  </a:cubicBezTo>
                  <a:cubicBezTo>
                    <a:pt x="166" y="210"/>
                    <a:pt x="165" y="209"/>
                    <a:pt x="163" y="208"/>
                  </a:cubicBezTo>
                  <a:cubicBezTo>
                    <a:pt x="163" y="207"/>
                    <a:pt x="162" y="207"/>
                    <a:pt x="162" y="207"/>
                  </a:cubicBezTo>
                  <a:cubicBezTo>
                    <a:pt x="162" y="207"/>
                    <a:pt x="162" y="207"/>
                    <a:pt x="162" y="207"/>
                  </a:cubicBezTo>
                  <a:cubicBezTo>
                    <a:pt x="162" y="207"/>
                    <a:pt x="158" y="208"/>
                    <a:pt x="158" y="208"/>
                  </a:cubicBezTo>
                  <a:cubicBezTo>
                    <a:pt x="157" y="208"/>
                    <a:pt x="157" y="208"/>
                    <a:pt x="157" y="208"/>
                  </a:cubicBezTo>
                  <a:cubicBezTo>
                    <a:pt x="157" y="208"/>
                    <a:pt x="157" y="208"/>
                    <a:pt x="157" y="208"/>
                  </a:cubicBezTo>
                  <a:cubicBezTo>
                    <a:pt x="155" y="209"/>
                    <a:pt x="154" y="212"/>
                    <a:pt x="153" y="215"/>
                  </a:cubicBezTo>
                  <a:cubicBezTo>
                    <a:pt x="152" y="213"/>
                    <a:pt x="151" y="211"/>
                    <a:pt x="149" y="210"/>
                  </a:cubicBezTo>
                  <a:cubicBezTo>
                    <a:pt x="149" y="210"/>
                    <a:pt x="148" y="209"/>
                    <a:pt x="147" y="209"/>
                  </a:cubicBezTo>
                  <a:cubicBezTo>
                    <a:pt x="144" y="210"/>
                    <a:pt x="144" y="210"/>
                    <a:pt x="144" y="210"/>
                  </a:cubicBezTo>
                  <a:cubicBezTo>
                    <a:pt x="143" y="210"/>
                    <a:pt x="143" y="210"/>
                    <a:pt x="142" y="210"/>
                  </a:cubicBezTo>
                  <a:cubicBezTo>
                    <a:pt x="142" y="210"/>
                    <a:pt x="142" y="210"/>
                    <a:pt x="142" y="211"/>
                  </a:cubicBezTo>
                  <a:cubicBezTo>
                    <a:pt x="140" y="212"/>
                    <a:pt x="139" y="214"/>
                    <a:pt x="139" y="217"/>
                  </a:cubicBezTo>
                  <a:cubicBezTo>
                    <a:pt x="137" y="214"/>
                    <a:pt x="136" y="212"/>
                    <a:pt x="134" y="211"/>
                  </a:cubicBezTo>
                  <a:cubicBezTo>
                    <a:pt x="134" y="211"/>
                    <a:pt x="134" y="211"/>
                    <a:pt x="133" y="211"/>
                  </a:cubicBezTo>
                  <a:cubicBezTo>
                    <a:pt x="129" y="211"/>
                    <a:pt x="129" y="211"/>
                    <a:pt x="129" y="211"/>
                  </a:cubicBezTo>
                  <a:cubicBezTo>
                    <a:pt x="126" y="211"/>
                    <a:pt x="125" y="214"/>
                    <a:pt x="124" y="218"/>
                  </a:cubicBezTo>
                  <a:cubicBezTo>
                    <a:pt x="122" y="214"/>
                    <a:pt x="120" y="212"/>
                    <a:pt x="118" y="212"/>
                  </a:cubicBezTo>
                  <a:cubicBezTo>
                    <a:pt x="117" y="212"/>
                    <a:pt x="117" y="212"/>
                    <a:pt x="117" y="212"/>
                  </a:cubicBezTo>
                  <a:cubicBezTo>
                    <a:pt x="115" y="212"/>
                    <a:pt x="115" y="212"/>
                    <a:pt x="115" y="212"/>
                  </a:cubicBezTo>
                  <a:cubicBezTo>
                    <a:pt x="112" y="212"/>
                    <a:pt x="111" y="215"/>
                    <a:pt x="109" y="219"/>
                  </a:cubicBezTo>
                  <a:cubicBezTo>
                    <a:pt x="108" y="216"/>
                    <a:pt x="107" y="214"/>
                    <a:pt x="106" y="213"/>
                  </a:cubicBezTo>
                  <a:cubicBezTo>
                    <a:pt x="106" y="213"/>
                    <a:pt x="106" y="213"/>
                    <a:pt x="106" y="213"/>
                  </a:cubicBezTo>
                  <a:cubicBezTo>
                    <a:pt x="105" y="213"/>
                    <a:pt x="105" y="212"/>
                    <a:pt x="104" y="212"/>
                  </a:cubicBezTo>
                  <a:cubicBezTo>
                    <a:pt x="100" y="212"/>
                    <a:pt x="100" y="212"/>
                    <a:pt x="100" y="212"/>
                  </a:cubicBezTo>
                  <a:cubicBezTo>
                    <a:pt x="99" y="212"/>
                    <a:pt x="98" y="213"/>
                    <a:pt x="98" y="213"/>
                  </a:cubicBezTo>
                  <a:cubicBezTo>
                    <a:pt x="97" y="215"/>
                    <a:pt x="96" y="217"/>
                    <a:pt x="95" y="219"/>
                  </a:cubicBezTo>
                  <a:cubicBezTo>
                    <a:pt x="94" y="216"/>
                    <a:pt x="92" y="213"/>
                    <a:pt x="91" y="213"/>
                  </a:cubicBezTo>
                  <a:cubicBezTo>
                    <a:pt x="90" y="213"/>
                    <a:pt x="90" y="212"/>
                    <a:pt x="90" y="212"/>
                  </a:cubicBezTo>
                  <a:cubicBezTo>
                    <a:pt x="85" y="212"/>
                    <a:pt x="85" y="212"/>
                    <a:pt x="85" y="212"/>
                  </a:cubicBezTo>
                  <a:cubicBezTo>
                    <a:pt x="85" y="212"/>
                    <a:pt x="85" y="213"/>
                    <a:pt x="84" y="213"/>
                  </a:cubicBezTo>
                  <a:cubicBezTo>
                    <a:pt x="83" y="214"/>
                    <a:pt x="82" y="216"/>
                    <a:pt x="81" y="218"/>
                  </a:cubicBezTo>
                  <a:cubicBezTo>
                    <a:pt x="79" y="216"/>
                    <a:pt x="78" y="214"/>
                    <a:pt x="77" y="213"/>
                  </a:cubicBezTo>
                  <a:cubicBezTo>
                    <a:pt x="76" y="213"/>
                    <a:pt x="76" y="212"/>
                    <a:pt x="76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2"/>
                    <a:pt x="71" y="213"/>
                    <a:pt x="70" y="213"/>
                  </a:cubicBezTo>
                  <a:cubicBezTo>
                    <a:pt x="69" y="213"/>
                    <a:pt x="67" y="216"/>
                    <a:pt x="66" y="219"/>
                  </a:cubicBezTo>
                  <a:cubicBezTo>
                    <a:pt x="65" y="216"/>
                    <a:pt x="64" y="214"/>
                    <a:pt x="63" y="213"/>
                  </a:cubicBezTo>
                  <a:cubicBezTo>
                    <a:pt x="63" y="213"/>
                    <a:pt x="63" y="213"/>
                    <a:pt x="63" y="213"/>
                  </a:cubicBezTo>
                  <a:cubicBezTo>
                    <a:pt x="62" y="213"/>
                    <a:pt x="62" y="212"/>
                    <a:pt x="61" y="212"/>
                  </a:cubicBezTo>
                  <a:cubicBezTo>
                    <a:pt x="57" y="212"/>
                    <a:pt x="57" y="212"/>
                    <a:pt x="57" y="212"/>
                  </a:cubicBezTo>
                  <a:cubicBezTo>
                    <a:pt x="56" y="212"/>
                    <a:pt x="55" y="213"/>
                    <a:pt x="55" y="213"/>
                  </a:cubicBezTo>
                  <a:cubicBezTo>
                    <a:pt x="55" y="214"/>
                    <a:pt x="55" y="214"/>
                    <a:pt x="54" y="214"/>
                  </a:cubicBezTo>
                  <a:cubicBezTo>
                    <a:pt x="54" y="212"/>
                    <a:pt x="53" y="211"/>
                    <a:pt x="52" y="210"/>
                  </a:cubicBezTo>
                  <a:cubicBezTo>
                    <a:pt x="52" y="210"/>
                    <a:pt x="48" y="209"/>
                    <a:pt x="48" y="209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46" y="209"/>
                    <a:pt x="44" y="210"/>
                    <a:pt x="42" y="212"/>
                  </a:cubicBezTo>
                  <a:cubicBezTo>
                    <a:pt x="42" y="211"/>
                    <a:pt x="42" y="210"/>
                    <a:pt x="42" y="209"/>
                  </a:cubicBezTo>
                  <a:cubicBezTo>
                    <a:pt x="42" y="209"/>
                    <a:pt x="42" y="209"/>
                    <a:pt x="42" y="209"/>
                  </a:cubicBezTo>
                  <a:cubicBezTo>
                    <a:pt x="42" y="208"/>
                    <a:pt x="42" y="207"/>
                    <a:pt x="41" y="207"/>
                  </a:cubicBezTo>
                  <a:cubicBezTo>
                    <a:pt x="41" y="207"/>
                    <a:pt x="41" y="207"/>
                    <a:pt x="41" y="207"/>
                  </a:cubicBezTo>
                  <a:cubicBezTo>
                    <a:pt x="41" y="207"/>
                    <a:pt x="41" y="207"/>
                    <a:pt x="41" y="207"/>
                  </a:cubicBezTo>
                  <a:cubicBezTo>
                    <a:pt x="40" y="207"/>
                    <a:pt x="40" y="207"/>
                    <a:pt x="40" y="207"/>
                  </a:cubicBezTo>
                  <a:cubicBezTo>
                    <a:pt x="40" y="207"/>
                    <a:pt x="40" y="207"/>
                    <a:pt x="40" y="207"/>
                  </a:cubicBezTo>
                  <a:cubicBezTo>
                    <a:pt x="36" y="205"/>
                    <a:pt x="36" y="205"/>
                    <a:pt x="36" y="205"/>
                  </a:cubicBezTo>
                  <a:cubicBezTo>
                    <a:pt x="35" y="205"/>
                    <a:pt x="35" y="205"/>
                    <a:pt x="34" y="206"/>
                  </a:cubicBezTo>
                  <a:cubicBezTo>
                    <a:pt x="33" y="206"/>
                    <a:pt x="32" y="207"/>
                    <a:pt x="30" y="208"/>
                  </a:cubicBezTo>
                  <a:cubicBezTo>
                    <a:pt x="30" y="208"/>
                    <a:pt x="30" y="207"/>
                    <a:pt x="30" y="206"/>
                  </a:cubicBezTo>
                  <a:cubicBezTo>
                    <a:pt x="30" y="206"/>
                    <a:pt x="30" y="206"/>
                    <a:pt x="30" y="206"/>
                  </a:cubicBezTo>
                  <a:cubicBezTo>
                    <a:pt x="31" y="205"/>
                    <a:pt x="31" y="204"/>
                    <a:pt x="30" y="204"/>
                  </a:cubicBezTo>
                  <a:cubicBezTo>
                    <a:pt x="30" y="204"/>
                    <a:pt x="30" y="204"/>
                    <a:pt x="30" y="204"/>
                  </a:cubicBezTo>
                  <a:cubicBezTo>
                    <a:pt x="30" y="204"/>
                    <a:pt x="30" y="204"/>
                    <a:pt x="30" y="204"/>
                  </a:cubicBezTo>
                  <a:cubicBezTo>
                    <a:pt x="27" y="201"/>
                    <a:pt x="27" y="201"/>
                    <a:pt x="27" y="201"/>
                  </a:cubicBezTo>
                  <a:cubicBezTo>
                    <a:pt x="26" y="201"/>
                    <a:pt x="26" y="200"/>
                    <a:pt x="25" y="201"/>
                  </a:cubicBezTo>
                  <a:cubicBezTo>
                    <a:pt x="25" y="201"/>
                    <a:pt x="25" y="200"/>
                    <a:pt x="25" y="200"/>
                  </a:cubicBezTo>
                  <a:cubicBezTo>
                    <a:pt x="24" y="200"/>
                    <a:pt x="23" y="201"/>
                    <a:pt x="23" y="201"/>
                  </a:cubicBezTo>
                  <a:cubicBezTo>
                    <a:pt x="22" y="201"/>
                    <a:pt x="22" y="202"/>
                    <a:pt x="21" y="202"/>
                  </a:cubicBezTo>
                  <a:cubicBezTo>
                    <a:pt x="22" y="201"/>
                    <a:pt x="22" y="200"/>
                    <a:pt x="22" y="199"/>
                  </a:cubicBezTo>
                  <a:cubicBezTo>
                    <a:pt x="22" y="199"/>
                    <a:pt x="22" y="198"/>
                    <a:pt x="22" y="198"/>
                  </a:cubicBezTo>
                  <a:cubicBezTo>
                    <a:pt x="22" y="198"/>
                    <a:pt x="22" y="198"/>
                    <a:pt x="21" y="197"/>
                  </a:cubicBezTo>
                  <a:cubicBezTo>
                    <a:pt x="21" y="197"/>
                    <a:pt x="21" y="197"/>
                    <a:pt x="21" y="197"/>
                  </a:cubicBezTo>
                  <a:cubicBezTo>
                    <a:pt x="22" y="197"/>
                    <a:pt x="22" y="196"/>
                    <a:pt x="22" y="196"/>
                  </a:cubicBezTo>
                  <a:cubicBezTo>
                    <a:pt x="22" y="195"/>
                    <a:pt x="22" y="194"/>
                    <a:pt x="21" y="194"/>
                  </a:cubicBezTo>
                  <a:cubicBezTo>
                    <a:pt x="22" y="194"/>
                    <a:pt x="22" y="194"/>
                    <a:pt x="22" y="194"/>
                  </a:cubicBezTo>
                  <a:cubicBezTo>
                    <a:pt x="23" y="195"/>
                    <a:pt x="23" y="195"/>
                    <a:pt x="24" y="194"/>
                  </a:cubicBezTo>
                  <a:cubicBezTo>
                    <a:pt x="25" y="194"/>
                    <a:pt x="25" y="194"/>
                    <a:pt x="26" y="194"/>
                  </a:cubicBezTo>
                  <a:cubicBezTo>
                    <a:pt x="29" y="191"/>
                    <a:pt x="29" y="191"/>
                    <a:pt x="29" y="191"/>
                  </a:cubicBezTo>
                  <a:cubicBezTo>
                    <a:pt x="29" y="190"/>
                    <a:pt x="29" y="190"/>
                    <a:pt x="29" y="189"/>
                  </a:cubicBezTo>
                  <a:cubicBezTo>
                    <a:pt x="29" y="188"/>
                    <a:pt x="29" y="187"/>
                    <a:pt x="29" y="185"/>
                  </a:cubicBezTo>
                  <a:cubicBezTo>
                    <a:pt x="30" y="187"/>
                    <a:pt x="32" y="188"/>
                    <a:pt x="33" y="188"/>
                  </a:cubicBezTo>
                  <a:cubicBezTo>
                    <a:pt x="34" y="189"/>
                    <a:pt x="34" y="189"/>
                    <a:pt x="35" y="189"/>
                  </a:cubicBezTo>
                  <a:cubicBezTo>
                    <a:pt x="39" y="188"/>
                    <a:pt x="39" y="188"/>
                    <a:pt x="39" y="188"/>
                  </a:cubicBezTo>
                  <a:cubicBezTo>
                    <a:pt x="39" y="188"/>
                    <a:pt x="39" y="188"/>
                    <a:pt x="39" y="188"/>
                  </a:cubicBezTo>
                  <a:cubicBezTo>
                    <a:pt x="40" y="187"/>
                    <a:pt x="40" y="187"/>
                    <a:pt x="40" y="187"/>
                  </a:cubicBezTo>
                  <a:cubicBezTo>
                    <a:pt x="40" y="187"/>
                    <a:pt x="40" y="187"/>
                    <a:pt x="40" y="187"/>
                  </a:cubicBezTo>
                  <a:cubicBezTo>
                    <a:pt x="40" y="187"/>
                    <a:pt x="40" y="187"/>
                    <a:pt x="40" y="187"/>
                  </a:cubicBezTo>
                  <a:cubicBezTo>
                    <a:pt x="41" y="187"/>
                    <a:pt x="41" y="186"/>
                    <a:pt x="41" y="185"/>
                  </a:cubicBezTo>
                  <a:cubicBezTo>
                    <a:pt x="41" y="185"/>
                    <a:pt x="41" y="185"/>
                    <a:pt x="41" y="185"/>
                  </a:cubicBezTo>
                  <a:cubicBezTo>
                    <a:pt x="41" y="184"/>
                    <a:pt x="41" y="183"/>
                    <a:pt x="41" y="182"/>
                  </a:cubicBezTo>
                  <a:cubicBezTo>
                    <a:pt x="43" y="183"/>
                    <a:pt x="44" y="184"/>
                    <a:pt x="46" y="185"/>
                  </a:cubicBezTo>
                  <a:cubicBezTo>
                    <a:pt x="46" y="185"/>
                    <a:pt x="47" y="185"/>
                    <a:pt x="47" y="185"/>
                  </a:cubicBezTo>
                  <a:cubicBezTo>
                    <a:pt x="47" y="185"/>
                    <a:pt x="51" y="184"/>
                    <a:pt x="51" y="184"/>
                  </a:cubicBezTo>
                  <a:cubicBezTo>
                    <a:pt x="52" y="183"/>
                    <a:pt x="53" y="182"/>
                    <a:pt x="54" y="180"/>
                  </a:cubicBezTo>
                  <a:cubicBezTo>
                    <a:pt x="54" y="181"/>
                    <a:pt x="55" y="182"/>
                    <a:pt x="55" y="182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6" y="183"/>
                    <a:pt x="56" y="183"/>
                    <a:pt x="57" y="183"/>
                  </a:cubicBezTo>
                  <a:cubicBezTo>
                    <a:pt x="61" y="183"/>
                    <a:pt x="61" y="183"/>
                    <a:pt x="61" y="183"/>
                  </a:cubicBezTo>
                  <a:cubicBezTo>
                    <a:pt x="62" y="183"/>
                    <a:pt x="63" y="182"/>
                    <a:pt x="63" y="182"/>
                  </a:cubicBezTo>
                  <a:cubicBezTo>
                    <a:pt x="64" y="181"/>
                    <a:pt x="65" y="179"/>
                    <a:pt x="66" y="176"/>
                  </a:cubicBezTo>
                  <a:cubicBezTo>
                    <a:pt x="67" y="180"/>
                    <a:pt x="69" y="182"/>
                    <a:pt x="70" y="183"/>
                  </a:cubicBezTo>
                  <a:cubicBezTo>
                    <a:pt x="71" y="183"/>
                    <a:pt x="71" y="183"/>
                    <a:pt x="71" y="183"/>
                  </a:cubicBezTo>
                  <a:cubicBezTo>
                    <a:pt x="76" y="183"/>
                    <a:pt x="76" y="183"/>
                    <a:pt x="76" y="183"/>
                  </a:cubicBezTo>
                  <a:cubicBezTo>
                    <a:pt x="76" y="183"/>
                    <a:pt x="76" y="183"/>
                    <a:pt x="77" y="182"/>
                  </a:cubicBezTo>
                  <a:cubicBezTo>
                    <a:pt x="78" y="182"/>
                    <a:pt x="80" y="179"/>
                    <a:pt x="81" y="177"/>
                  </a:cubicBezTo>
                  <a:cubicBezTo>
                    <a:pt x="81" y="179"/>
                    <a:pt x="83" y="181"/>
                    <a:pt x="84" y="182"/>
                  </a:cubicBezTo>
                  <a:cubicBezTo>
                    <a:pt x="84" y="183"/>
                    <a:pt x="85" y="183"/>
                    <a:pt x="85" y="183"/>
                  </a:cubicBezTo>
                  <a:cubicBezTo>
                    <a:pt x="89" y="183"/>
                    <a:pt x="89" y="183"/>
                    <a:pt x="89" y="183"/>
                  </a:cubicBezTo>
                  <a:cubicBezTo>
                    <a:pt x="92" y="183"/>
                    <a:pt x="93" y="180"/>
                    <a:pt x="95" y="176"/>
                  </a:cubicBezTo>
                  <a:cubicBezTo>
                    <a:pt x="96" y="179"/>
                    <a:pt x="97" y="181"/>
                    <a:pt x="98" y="182"/>
                  </a:cubicBezTo>
                  <a:cubicBezTo>
                    <a:pt x="98" y="182"/>
                    <a:pt x="98" y="182"/>
                    <a:pt x="98" y="182"/>
                  </a:cubicBezTo>
                  <a:cubicBezTo>
                    <a:pt x="99" y="183"/>
                    <a:pt x="99" y="183"/>
                    <a:pt x="100" y="183"/>
                  </a:cubicBezTo>
                  <a:cubicBezTo>
                    <a:pt x="104" y="183"/>
                    <a:pt x="104" y="183"/>
                    <a:pt x="104" y="183"/>
                  </a:cubicBezTo>
                  <a:cubicBezTo>
                    <a:pt x="105" y="183"/>
                    <a:pt x="106" y="182"/>
                    <a:pt x="106" y="182"/>
                  </a:cubicBezTo>
                  <a:cubicBezTo>
                    <a:pt x="107" y="181"/>
                    <a:pt x="108" y="179"/>
                    <a:pt x="109" y="177"/>
                  </a:cubicBezTo>
                  <a:cubicBezTo>
                    <a:pt x="111" y="180"/>
                    <a:pt x="112" y="183"/>
                    <a:pt x="115" y="183"/>
                  </a:cubicBezTo>
                  <a:cubicBezTo>
                    <a:pt x="117" y="183"/>
                    <a:pt x="117" y="183"/>
                    <a:pt x="117" y="183"/>
                  </a:cubicBezTo>
                  <a:cubicBezTo>
                    <a:pt x="118" y="183"/>
                    <a:pt x="118" y="183"/>
                    <a:pt x="118" y="183"/>
                  </a:cubicBezTo>
                  <a:cubicBezTo>
                    <a:pt x="120" y="183"/>
                    <a:pt x="122" y="180"/>
                    <a:pt x="124" y="176"/>
                  </a:cubicBezTo>
                  <a:cubicBezTo>
                    <a:pt x="125" y="179"/>
                    <a:pt x="126" y="182"/>
                    <a:pt x="128" y="183"/>
                  </a:cubicBezTo>
                  <a:cubicBezTo>
                    <a:pt x="128" y="183"/>
                    <a:pt x="128" y="183"/>
                    <a:pt x="128" y="183"/>
                  </a:cubicBezTo>
                  <a:cubicBezTo>
                    <a:pt x="128" y="183"/>
                    <a:pt x="129" y="183"/>
                    <a:pt x="129" y="183"/>
                  </a:cubicBezTo>
                  <a:cubicBezTo>
                    <a:pt x="133" y="183"/>
                    <a:pt x="133" y="183"/>
                    <a:pt x="133" y="183"/>
                  </a:cubicBezTo>
                  <a:cubicBezTo>
                    <a:pt x="134" y="183"/>
                    <a:pt x="134" y="183"/>
                    <a:pt x="134" y="182"/>
                  </a:cubicBezTo>
                  <a:cubicBezTo>
                    <a:pt x="136" y="181"/>
                    <a:pt x="137" y="179"/>
                    <a:pt x="138" y="176"/>
                  </a:cubicBezTo>
                  <a:cubicBezTo>
                    <a:pt x="140" y="180"/>
                    <a:pt x="141" y="183"/>
                    <a:pt x="144" y="183"/>
                  </a:cubicBezTo>
                  <a:cubicBezTo>
                    <a:pt x="146" y="183"/>
                    <a:pt x="146" y="183"/>
                    <a:pt x="146" y="183"/>
                  </a:cubicBezTo>
                  <a:cubicBezTo>
                    <a:pt x="147" y="183"/>
                    <a:pt x="147" y="183"/>
                    <a:pt x="147" y="183"/>
                  </a:cubicBezTo>
                  <a:cubicBezTo>
                    <a:pt x="147" y="183"/>
                    <a:pt x="147" y="183"/>
                    <a:pt x="148" y="183"/>
                  </a:cubicBezTo>
                  <a:cubicBezTo>
                    <a:pt x="148" y="183"/>
                    <a:pt x="148" y="183"/>
                    <a:pt x="149" y="183"/>
                  </a:cubicBezTo>
                  <a:cubicBezTo>
                    <a:pt x="150" y="182"/>
                    <a:pt x="152" y="180"/>
                    <a:pt x="153" y="177"/>
                  </a:cubicBezTo>
                  <a:cubicBezTo>
                    <a:pt x="154" y="180"/>
                    <a:pt x="155" y="183"/>
                    <a:pt x="156" y="184"/>
                  </a:cubicBezTo>
                  <a:cubicBezTo>
                    <a:pt x="156" y="184"/>
                    <a:pt x="157" y="184"/>
                    <a:pt x="157" y="184"/>
                  </a:cubicBezTo>
                  <a:cubicBezTo>
                    <a:pt x="157" y="184"/>
                    <a:pt x="157" y="184"/>
                    <a:pt x="158" y="185"/>
                  </a:cubicBezTo>
                  <a:cubicBezTo>
                    <a:pt x="162" y="185"/>
                    <a:pt x="162" y="185"/>
                    <a:pt x="162" y="185"/>
                  </a:cubicBezTo>
                  <a:cubicBezTo>
                    <a:pt x="162" y="185"/>
                    <a:pt x="163" y="185"/>
                    <a:pt x="163" y="185"/>
                  </a:cubicBezTo>
                  <a:cubicBezTo>
                    <a:pt x="164" y="184"/>
                    <a:pt x="166" y="182"/>
                    <a:pt x="167" y="180"/>
                  </a:cubicBezTo>
                  <a:cubicBezTo>
                    <a:pt x="168" y="183"/>
                    <a:pt x="169" y="186"/>
                    <a:pt x="172" y="187"/>
                  </a:cubicBezTo>
                  <a:cubicBezTo>
                    <a:pt x="172" y="187"/>
                    <a:pt x="175" y="187"/>
                    <a:pt x="175" y="187"/>
                  </a:cubicBezTo>
                  <a:cubicBezTo>
                    <a:pt x="176" y="187"/>
                    <a:pt x="176" y="187"/>
                    <a:pt x="176" y="187"/>
                  </a:cubicBezTo>
                  <a:cubicBezTo>
                    <a:pt x="176" y="187"/>
                    <a:pt x="176" y="187"/>
                    <a:pt x="177" y="187"/>
                  </a:cubicBezTo>
                  <a:cubicBezTo>
                    <a:pt x="178" y="187"/>
                    <a:pt x="179" y="185"/>
                    <a:pt x="181" y="183"/>
                  </a:cubicBezTo>
                  <a:cubicBezTo>
                    <a:pt x="181" y="185"/>
                    <a:pt x="181" y="186"/>
                    <a:pt x="181" y="187"/>
                  </a:cubicBezTo>
                  <a:cubicBezTo>
                    <a:pt x="181" y="187"/>
                    <a:pt x="181" y="187"/>
                    <a:pt x="181" y="187"/>
                  </a:cubicBezTo>
                  <a:cubicBezTo>
                    <a:pt x="181" y="188"/>
                    <a:pt x="182" y="188"/>
                    <a:pt x="183" y="189"/>
                  </a:cubicBezTo>
                  <a:cubicBezTo>
                    <a:pt x="183" y="189"/>
                    <a:pt x="183" y="189"/>
                    <a:pt x="183" y="189"/>
                  </a:cubicBezTo>
                  <a:cubicBezTo>
                    <a:pt x="183" y="189"/>
                    <a:pt x="183" y="189"/>
                    <a:pt x="183" y="189"/>
                  </a:cubicBezTo>
                  <a:cubicBezTo>
                    <a:pt x="187" y="190"/>
                    <a:pt x="187" y="190"/>
                    <a:pt x="187" y="190"/>
                  </a:cubicBezTo>
                  <a:cubicBezTo>
                    <a:pt x="188" y="190"/>
                    <a:pt x="190" y="190"/>
                    <a:pt x="193" y="188"/>
                  </a:cubicBezTo>
                  <a:cubicBezTo>
                    <a:pt x="192" y="190"/>
                    <a:pt x="192" y="192"/>
                    <a:pt x="194" y="193"/>
                  </a:cubicBezTo>
                  <a:cubicBezTo>
                    <a:pt x="194" y="193"/>
                    <a:pt x="194" y="194"/>
                    <a:pt x="194" y="194"/>
                  </a:cubicBezTo>
                  <a:cubicBezTo>
                    <a:pt x="195" y="194"/>
                    <a:pt x="195" y="194"/>
                    <a:pt x="195" y="194"/>
                  </a:cubicBezTo>
                  <a:cubicBezTo>
                    <a:pt x="197" y="195"/>
                    <a:pt x="197" y="195"/>
                    <a:pt x="197" y="195"/>
                  </a:cubicBezTo>
                  <a:cubicBezTo>
                    <a:pt x="198" y="196"/>
                    <a:pt x="200" y="196"/>
                    <a:pt x="201" y="195"/>
                  </a:cubicBezTo>
                  <a:cubicBezTo>
                    <a:pt x="201" y="195"/>
                    <a:pt x="201" y="196"/>
                    <a:pt x="201" y="196"/>
                  </a:cubicBezTo>
                  <a:cubicBezTo>
                    <a:pt x="201" y="197"/>
                    <a:pt x="201" y="197"/>
                    <a:pt x="201" y="198"/>
                  </a:cubicBezTo>
                  <a:cubicBezTo>
                    <a:pt x="201" y="198"/>
                    <a:pt x="201" y="198"/>
                    <a:pt x="201" y="198"/>
                  </a:cubicBezTo>
                  <a:close/>
                  <a:moveTo>
                    <a:pt x="201" y="284"/>
                  </a:moveTo>
                  <a:cubicBezTo>
                    <a:pt x="201" y="284"/>
                    <a:pt x="201" y="284"/>
                    <a:pt x="201" y="284"/>
                  </a:cubicBezTo>
                  <a:cubicBezTo>
                    <a:pt x="201" y="284"/>
                    <a:pt x="201" y="284"/>
                    <a:pt x="201" y="284"/>
                  </a:cubicBezTo>
                  <a:cubicBezTo>
                    <a:pt x="201" y="284"/>
                    <a:pt x="201" y="284"/>
                    <a:pt x="201" y="284"/>
                  </a:cubicBezTo>
                  <a:cubicBezTo>
                    <a:pt x="201" y="284"/>
                    <a:pt x="201" y="285"/>
                    <a:pt x="201" y="285"/>
                  </a:cubicBezTo>
                  <a:cubicBezTo>
                    <a:pt x="201" y="285"/>
                    <a:pt x="201" y="285"/>
                    <a:pt x="201" y="285"/>
                  </a:cubicBezTo>
                  <a:cubicBezTo>
                    <a:pt x="201" y="285"/>
                    <a:pt x="201" y="285"/>
                    <a:pt x="201" y="285"/>
                  </a:cubicBezTo>
                  <a:cubicBezTo>
                    <a:pt x="201" y="286"/>
                    <a:pt x="201" y="286"/>
                    <a:pt x="201" y="286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287"/>
                    <a:pt x="201" y="286"/>
                    <a:pt x="201" y="286"/>
                  </a:cubicBezTo>
                  <a:cubicBezTo>
                    <a:pt x="200" y="286"/>
                    <a:pt x="200" y="286"/>
                    <a:pt x="199" y="286"/>
                  </a:cubicBezTo>
                  <a:cubicBezTo>
                    <a:pt x="199" y="286"/>
                    <a:pt x="199" y="286"/>
                    <a:pt x="199" y="286"/>
                  </a:cubicBezTo>
                  <a:cubicBezTo>
                    <a:pt x="198" y="286"/>
                    <a:pt x="197" y="286"/>
                    <a:pt x="197" y="286"/>
                  </a:cubicBezTo>
                  <a:cubicBezTo>
                    <a:pt x="193" y="289"/>
                    <a:pt x="193" y="289"/>
                    <a:pt x="193" y="289"/>
                  </a:cubicBezTo>
                  <a:cubicBezTo>
                    <a:pt x="193" y="289"/>
                    <a:pt x="193" y="290"/>
                    <a:pt x="193" y="291"/>
                  </a:cubicBezTo>
                  <a:cubicBezTo>
                    <a:pt x="193" y="291"/>
                    <a:pt x="193" y="291"/>
                    <a:pt x="193" y="292"/>
                  </a:cubicBezTo>
                  <a:cubicBezTo>
                    <a:pt x="193" y="292"/>
                    <a:pt x="193" y="293"/>
                    <a:pt x="193" y="294"/>
                  </a:cubicBezTo>
                  <a:cubicBezTo>
                    <a:pt x="190" y="291"/>
                    <a:pt x="188" y="289"/>
                    <a:pt x="186" y="290"/>
                  </a:cubicBezTo>
                  <a:cubicBezTo>
                    <a:pt x="183" y="291"/>
                    <a:pt x="183" y="291"/>
                    <a:pt x="183" y="291"/>
                  </a:cubicBezTo>
                  <a:cubicBezTo>
                    <a:pt x="183" y="291"/>
                    <a:pt x="183" y="291"/>
                    <a:pt x="183" y="291"/>
                  </a:cubicBezTo>
                  <a:cubicBezTo>
                    <a:pt x="183" y="291"/>
                    <a:pt x="183" y="291"/>
                    <a:pt x="182" y="291"/>
                  </a:cubicBezTo>
                  <a:cubicBezTo>
                    <a:pt x="182" y="291"/>
                    <a:pt x="182" y="291"/>
                    <a:pt x="182" y="291"/>
                  </a:cubicBezTo>
                  <a:cubicBezTo>
                    <a:pt x="182" y="291"/>
                    <a:pt x="182" y="291"/>
                    <a:pt x="182" y="291"/>
                  </a:cubicBezTo>
                  <a:cubicBezTo>
                    <a:pt x="182" y="291"/>
                    <a:pt x="182" y="291"/>
                    <a:pt x="182" y="291"/>
                  </a:cubicBezTo>
                  <a:cubicBezTo>
                    <a:pt x="182" y="291"/>
                    <a:pt x="182" y="291"/>
                    <a:pt x="182" y="291"/>
                  </a:cubicBezTo>
                  <a:cubicBezTo>
                    <a:pt x="181" y="291"/>
                    <a:pt x="180" y="292"/>
                    <a:pt x="180" y="293"/>
                  </a:cubicBezTo>
                  <a:cubicBezTo>
                    <a:pt x="180" y="293"/>
                    <a:pt x="180" y="293"/>
                    <a:pt x="180" y="293"/>
                  </a:cubicBezTo>
                  <a:cubicBezTo>
                    <a:pt x="180" y="294"/>
                    <a:pt x="180" y="296"/>
                    <a:pt x="180" y="297"/>
                  </a:cubicBezTo>
                  <a:cubicBezTo>
                    <a:pt x="178" y="296"/>
                    <a:pt x="177" y="294"/>
                    <a:pt x="176" y="294"/>
                  </a:cubicBezTo>
                  <a:cubicBezTo>
                    <a:pt x="175" y="294"/>
                    <a:pt x="175" y="293"/>
                    <a:pt x="174" y="294"/>
                  </a:cubicBezTo>
                  <a:cubicBezTo>
                    <a:pt x="174" y="294"/>
                    <a:pt x="174" y="294"/>
                    <a:pt x="174" y="294"/>
                  </a:cubicBezTo>
                  <a:cubicBezTo>
                    <a:pt x="174" y="294"/>
                    <a:pt x="174" y="294"/>
                    <a:pt x="174" y="294"/>
                  </a:cubicBezTo>
                  <a:cubicBezTo>
                    <a:pt x="174" y="294"/>
                    <a:pt x="174" y="294"/>
                    <a:pt x="174" y="294"/>
                  </a:cubicBezTo>
                  <a:cubicBezTo>
                    <a:pt x="174" y="294"/>
                    <a:pt x="174" y="294"/>
                    <a:pt x="174" y="294"/>
                  </a:cubicBezTo>
                  <a:cubicBezTo>
                    <a:pt x="170" y="294"/>
                    <a:pt x="170" y="294"/>
                    <a:pt x="170" y="294"/>
                  </a:cubicBezTo>
                  <a:cubicBezTo>
                    <a:pt x="168" y="295"/>
                    <a:pt x="167" y="298"/>
                    <a:pt x="167" y="302"/>
                  </a:cubicBezTo>
                  <a:cubicBezTo>
                    <a:pt x="165" y="299"/>
                    <a:pt x="164" y="297"/>
                    <a:pt x="162" y="297"/>
                  </a:cubicBezTo>
                  <a:cubicBezTo>
                    <a:pt x="162" y="296"/>
                    <a:pt x="161" y="296"/>
                    <a:pt x="161" y="296"/>
                  </a:cubicBezTo>
                  <a:cubicBezTo>
                    <a:pt x="161" y="296"/>
                    <a:pt x="161" y="296"/>
                    <a:pt x="161" y="296"/>
                  </a:cubicBezTo>
                  <a:cubicBezTo>
                    <a:pt x="157" y="297"/>
                    <a:pt x="157" y="297"/>
                    <a:pt x="157" y="297"/>
                  </a:cubicBezTo>
                  <a:cubicBezTo>
                    <a:pt x="154" y="298"/>
                    <a:pt x="153" y="301"/>
                    <a:pt x="153" y="304"/>
                  </a:cubicBezTo>
                  <a:cubicBezTo>
                    <a:pt x="151" y="302"/>
                    <a:pt x="150" y="300"/>
                    <a:pt x="149" y="299"/>
                  </a:cubicBezTo>
                  <a:cubicBezTo>
                    <a:pt x="149" y="299"/>
                    <a:pt x="148" y="299"/>
                    <a:pt x="147" y="299"/>
                  </a:cubicBezTo>
                  <a:cubicBezTo>
                    <a:pt x="147" y="299"/>
                    <a:pt x="147" y="299"/>
                    <a:pt x="147" y="299"/>
                  </a:cubicBezTo>
                  <a:cubicBezTo>
                    <a:pt x="147" y="299"/>
                    <a:pt x="147" y="299"/>
                    <a:pt x="147" y="299"/>
                  </a:cubicBezTo>
                  <a:cubicBezTo>
                    <a:pt x="143" y="299"/>
                    <a:pt x="143" y="299"/>
                    <a:pt x="143" y="299"/>
                  </a:cubicBezTo>
                  <a:cubicBezTo>
                    <a:pt x="143" y="299"/>
                    <a:pt x="142" y="299"/>
                    <a:pt x="142" y="299"/>
                  </a:cubicBezTo>
                  <a:cubicBezTo>
                    <a:pt x="142" y="300"/>
                    <a:pt x="141" y="300"/>
                    <a:pt x="141" y="300"/>
                  </a:cubicBezTo>
                  <a:cubicBezTo>
                    <a:pt x="140" y="301"/>
                    <a:pt x="139" y="304"/>
                    <a:pt x="139" y="306"/>
                  </a:cubicBezTo>
                  <a:cubicBezTo>
                    <a:pt x="137" y="303"/>
                    <a:pt x="136" y="301"/>
                    <a:pt x="134" y="300"/>
                  </a:cubicBezTo>
                  <a:cubicBezTo>
                    <a:pt x="134" y="300"/>
                    <a:pt x="133" y="300"/>
                    <a:pt x="133" y="300"/>
                  </a:cubicBezTo>
                  <a:cubicBezTo>
                    <a:pt x="129" y="300"/>
                    <a:pt x="129" y="300"/>
                    <a:pt x="129" y="300"/>
                  </a:cubicBezTo>
                  <a:cubicBezTo>
                    <a:pt x="128" y="300"/>
                    <a:pt x="128" y="301"/>
                    <a:pt x="128" y="301"/>
                  </a:cubicBezTo>
                  <a:cubicBezTo>
                    <a:pt x="128" y="301"/>
                    <a:pt x="128" y="301"/>
                    <a:pt x="127" y="301"/>
                  </a:cubicBezTo>
                  <a:cubicBezTo>
                    <a:pt x="126" y="302"/>
                    <a:pt x="125" y="304"/>
                    <a:pt x="124" y="307"/>
                  </a:cubicBezTo>
                  <a:cubicBezTo>
                    <a:pt x="122" y="304"/>
                    <a:pt x="120" y="301"/>
                    <a:pt x="118" y="301"/>
                  </a:cubicBezTo>
                  <a:cubicBezTo>
                    <a:pt x="117" y="302"/>
                    <a:pt x="117" y="302"/>
                    <a:pt x="117" y="302"/>
                  </a:cubicBezTo>
                  <a:cubicBezTo>
                    <a:pt x="115" y="302"/>
                    <a:pt x="115" y="302"/>
                    <a:pt x="115" y="302"/>
                  </a:cubicBezTo>
                  <a:cubicBezTo>
                    <a:pt x="112" y="302"/>
                    <a:pt x="111" y="304"/>
                    <a:pt x="109" y="307"/>
                  </a:cubicBezTo>
                  <a:cubicBezTo>
                    <a:pt x="109" y="305"/>
                    <a:pt x="108" y="303"/>
                    <a:pt x="107" y="302"/>
                  </a:cubicBezTo>
                  <a:cubicBezTo>
                    <a:pt x="107" y="302"/>
                    <a:pt x="107" y="302"/>
                    <a:pt x="106" y="302"/>
                  </a:cubicBezTo>
                  <a:cubicBezTo>
                    <a:pt x="106" y="301"/>
                    <a:pt x="106" y="301"/>
                    <a:pt x="105" y="301"/>
                  </a:cubicBezTo>
                  <a:cubicBezTo>
                    <a:pt x="105" y="301"/>
                    <a:pt x="105" y="301"/>
                    <a:pt x="105" y="301"/>
                  </a:cubicBezTo>
                  <a:cubicBezTo>
                    <a:pt x="105" y="301"/>
                    <a:pt x="105" y="301"/>
                    <a:pt x="105" y="301"/>
                  </a:cubicBezTo>
                  <a:cubicBezTo>
                    <a:pt x="101" y="301"/>
                    <a:pt x="101" y="301"/>
                    <a:pt x="101" y="301"/>
                  </a:cubicBezTo>
                  <a:cubicBezTo>
                    <a:pt x="100" y="301"/>
                    <a:pt x="100" y="301"/>
                    <a:pt x="99" y="301"/>
                  </a:cubicBezTo>
                  <a:cubicBezTo>
                    <a:pt x="98" y="302"/>
                    <a:pt x="97" y="305"/>
                    <a:pt x="95" y="307"/>
                  </a:cubicBezTo>
                  <a:cubicBezTo>
                    <a:pt x="94" y="304"/>
                    <a:pt x="93" y="301"/>
                    <a:pt x="92" y="301"/>
                  </a:cubicBezTo>
                  <a:cubicBezTo>
                    <a:pt x="91" y="300"/>
                    <a:pt x="91" y="300"/>
                    <a:pt x="91" y="300"/>
                  </a:cubicBezTo>
                  <a:cubicBezTo>
                    <a:pt x="91" y="300"/>
                    <a:pt x="91" y="300"/>
                    <a:pt x="91" y="300"/>
                  </a:cubicBezTo>
                  <a:cubicBezTo>
                    <a:pt x="87" y="300"/>
                    <a:pt x="87" y="300"/>
                    <a:pt x="87" y="300"/>
                  </a:cubicBezTo>
                  <a:cubicBezTo>
                    <a:pt x="87" y="300"/>
                    <a:pt x="87" y="300"/>
                    <a:pt x="87" y="300"/>
                  </a:cubicBezTo>
                  <a:cubicBezTo>
                    <a:pt x="86" y="300"/>
                    <a:pt x="86" y="300"/>
                    <a:pt x="86" y="300"/>
                  </a:cubicBezTo>
                  <a:cubicBezTo>
                    <a:pt x="86" y="300"/>
                    <a:pt x="85" y="300"/>
                    <a:pt x="85" y="300"/>
                  </a:cubicBezTo>
                  <a:cubicBezTo>
                    <a:pt x="83" y="301"/>
                    <a:pt x="82" y="303"/>
                    <a:pt x="81" y="305"/>
                  </a:cubicBezTo>
                  <a:cubicBezTo>
                    <a:pt x="80" y="303"/>
                    <a:pt x="79" y="301"/>
                    <a:pt x="78" y="300"/>
                  </a:cubicBezTo>
                  <a:cubicBezTo>
                    <a:pt x="78" y="299"/>
                    <a:pt x="77" y="299"/>
                    <a:pt x="77" y="299"/>
                  </a:cubicBezTo>
                  <a:cubicBezTo>
                    <a:pt x="73" y="299"/>
                    <a:pt x="73" y="299"/>
                    <a:pt x="73" y="299"/>
                  </a:cubicBezTo>
                  <a:cubicBezTo>
                    <a:pt x="73" y="299"/>
                    <a:pt x="73" y="299"/>
                    <a:pt x="72" y="299"/>
                  </a:cubicBezTo>
                  <a:cubicBezTo>
                    <a:pt x="72" y="299"/>
                    <a:pt x="72" y="299"/>
                    <a:pt x="72" y="299"/>
                  </a:cubicBezTo>
                  <a:cubicBezTo>
                    <a:pt x="72" y="299"/>
                    <a:pt x="71" y="299"/>
                    <a:pt x="71" y="299"/>
                  </a:cubicBezTo>
                  <a:cubicBezTo>
                    <a:pt x="69" y="300"/>
                    <a:pt x="68" y="302"/>
                    <a:pt x="66" y="305"/>
                  </a:cubicBezTo>
                  <a:cubicBezTo>
                    <a:pt x="65" y="303"/>
                    <a:pt x="64" y="300"/>
                    <a:pt x="63" y="299"/>
                  </a:cubicBezTo>
                  <a:cubicBezTo>
                    <a:pt x="63" y="299"/>
                    <a:pt x="63" y="299"/>
                    <a:pt x="63" y="299"/>
                  </a:cubicBezTo>
                  <a:cubicBezTo>
                    <a:pt x="62" y="299"/>
                    <a:pt x="62" y="298"/>
                    <a:pt x="61" y="298"/>
                  </a:cubicBezTo>
                  <a:cubicBezTo>
                    <a:pt x="57" y="298"/>
                    <a:pt x="57" y="298"/>
                    <a:pt x="57" y="298"/>
                  </a:cubicBezTo>
                  <a:cubicBezTo>
                    <a:pt x="56" y="298"/>
                    <a:pt x="55" y="299"/>
                    <a:pt x="55" y="299"/>
                  </a:cubicBezTo>
                  <a:cubicBezTo>
                    <a:pt x="55" y="300"/>
                    <a:pt x="55" y="300"/>
                    <a:pt x="54" y="300"/>
                  </a:cubicBezTo>
                  <a:cubicBezTo>
                    <a:pt x="54" y="298"/>
                    <a:pt x="53" y="297"/>
                    <a:pt x="52" y="297"/>
                  </a:cubicBezTo>
                  <a:cubicBezTo>
                    <a:pt x="52" y="297"/>
                    <a:pt x="48" y="295"/>
                    <a:pt x="48" y="295"/>
                  </a:cubicBezTo>
                  <a:cubicBezTo>
                    <a:pt x="48" y="295"/>
                    <a:pt x="48" y="295"/>
                    <a:pt x="48" y="295"/>
                  </a:cubicBezTo>
                  <a:cubicBezTo>
                    <a:pt x="47" y="295"/>
                    <a:pt x="47" y="295"/>
                    <a:pt x="47" y="295"/>
                  </a:cubicBezTo>
                  <a:cubicBezTo>
                    <a:pt x="46" y="295"/>
                    <a:pt x="44" y="296"/>
                    <a:pt x="42" y="299"/>
                  </a:cubicBezTo>
                  <a:cubicBezTo>
                    <a:pt x="42" y="297"/>
                    <a:pt x="42" y="296"/>
                    <a:pt x="42" y="295"/>
                  </a:cubicBezTo>
                  <a:cubicBezTo>
                    <a:pt x="42" y="295"/>
                    <a:pt x="42" y="295"/>
                    <a:pt x="42" y="295"/>
                  </a:cubicBezTo>
                  <a:cubicBezTo>
                    <a:pt x="42" y="294"/>
                    <a:pt x="42" y="293"/>
                    <a:pt x="41" y="293"/>
                  </a:cubicBezTo>
                  <a:cubicBezTo>
                    <a:pt x="41" y="293"/>
                    <a:pt x="41" y="293"/>
                    <a:pt x="41" y="293"/>
                  </a:cubicBezTo>
                  <a:cubicBezTo>
                    <a:pt x="41" y="293"/>
                    <a:pt x="41" y="293"/>
                    <a:pt x="41" y="293"/>
                  </a:cubicBezTo>
                  <a:cubicBezTo>
                    <a:pt x="40" y="293"/>
                    <a:pt x="40" y="293"/>
                    <a:pt x="40" y="293"/>
                  </a:cubicBezTo>
                  <a:cubicBezTo>
                    <a:pt x="40" y="293"/>
                    <a:pt x="40" y="293"/>
                    <a:pt x="40" y="293"/>
                  </a:cubicBezTo>
                  <a:cubicBezTo>
                    <a:pt x="36" y="291"/>
                    <a:pt x="36" y="291"/>
                    <a:pt x="36" y="291"/>
                  </a:cubicBezTo>
                  <a:cubicBezTo>
                    <a:pt x="35" y="291"/>
                    <a:pt x="35" y="291"/>
                    <a:pt x="34" y="292"/>
                  </a:cubicBezTo>
                  <a:cubicBezTo>
                    <a:pt x="33" y="292"/>
                    <a:pt x="32" y="293"/>
                    <a:pt x="30" y="294"/>
                  </a:cubicBezTo>
                  <a:cubicBezTo>
                    <a:pt x="30" y="294"/>
                    <a:pt x="30" y="293"/>
                    <a:pt x="30" y="293"/>
                  </a:cubicBezTo>
                  <a:cubicBezTo>
                    <a:pt x="30" y="292"/>
                    <a:pt x="30" y="292"/>
                    <a:pt x="30" y="292"/>
                  </a:cubicBezTo>
                  <a:cubicBezTo>
                    <a:pt x="31" y="291"/>
                    <a:pt x="31" y="291"/>
                    <a:pt x="30" y="290"/>
                  </a:cubicBezTo>
                  <a:cubicBezTo>
                    <a:pt x="27" y="287"/>
                    <a:pt x="27" y="287"/>
                    <a:pt x="27" y="287"/>
                  </a:cubicBezTo>
                  <a:cubicBezTo>
                    <a:pt x="26" y="287"/>
                    <a:pt x="26" y="287"/>
                    <a:pt x="25" y="287"/>
                  </a:cubicBezTo>
                  <a:cubicBezTo>
                    <a:pt x="25" y="287"/>
                    <a:pt x="25" y="287"/>
                    <a:pt x="25" y="287"/>
                  </a:cubicBezTo>
                  <a:cubicBezTo>
                    <a:pt x="24" y="287"/>
                    <a:pt x="23" y="287"/>
                    <a:pt x="23" y="287"/>
                  </a:cubicBezTo>
                  <a:cubicBezTo>
                    <a:pt x="22" y="287"/>
                    <a:pt x="22" y="288"/>
                    <a:pt x="21" y="288"/>
                  </a:cubicBezTo>
                  <a:cubicBezTo>
                    <a:pt x="22" y="287"/>
                    <a:pt x="22" y="286"/>
                    <a:pt x="22" y="285"/>
                  </a:cubicBezTo>
                  <a:cubicBezTo>
                    <a:pt x="22" y="285"/>
                    <a:pt x="22" y="284"/>
                    <a:pt x="22" y="284"/>
                  </a:cubicBezTo>
                  <a:cubicBezTo>
                    <a:pt x="22" y="284"/>
                    <a:pt x="22" y="284"/>
                    <a:pt x="21" y="284"/>
                  </a:cubicBezTo>
                  <a:cubicBezTo>
                    <a:pt x="21" y="284"/>
                    <a:pt x="21" y="283"/>
                    <a:pt x="21" y="283"/>
                  </a:cubicBezTo>
                  <a:cubicBezTo>
                    <a:pt x="22" y="283"/>
                    <a:pt x="22" y="282"/>
                    <a:pt x="22" y="282"/>
                  </a:cubicBezTo>
                  <a:cubicBezTo>
                    <a:pt x="22" y="281"/>
                    <a:pt x="22" y="281"/>
                    <a:pt x="21" y="280"/>
                  </a:cubicBezTo>
                  <a:cubicBezTo>
                    <a:pt x="22" y="280"/>
                    <a:pt x="22" y="280"/>
                    <a:pt x="22" y="280"/>
                  </a:cubicBezTo>
                  <a:cubicBezTo>
                    <a:pt x="23" y="281"/>
                    <a:pt x="23" y="281"/>
                    <a:pt x="24" y="281"/>
                  </a:cubicBezTo>
                  <a:cubicBezTo>
                    <a:pt x="25" y="281"/>
                    <a:pt x="25" y="280"/>
                    <a:pt x="26" y="280"/>
                  </a:cubicBezTo>
                  <a:cubicBezTo>
                    <a:pt x="29" y="277"/>
                    <a:pt x="29" y="277"/>
                    <a:pt x="29" y="277"/>
                  </a:cubicBezTo>
                  <a:cubicBezTo>
                    <a:pt x="29" y="277"/>
                    <a:pt x="28" y="278"/>
                    <a:pt x="28" y="278"/>
                  </a:cubicBezTo>
                  <a:cubicBezTo>
                    <a:pt x="28" y="278"/>
                    <a:pt x="28" y="278"/>
                    <a:pt x="28" y="278"/>
                  </a:cubicBezTo>
                  <a:cubicBezTo>
                    <a:pt x="28" y="277"/>
                    <a:pt x="29" y="277"/>
                    <a:pt x="29" y="277"/>
                  </a:cubicBezTo>
                  <a:cubicBezTo>
                    <a:pt x="29" y="277"/>
                    <a:pt x="29" y="277"/>
                    <a:pt x="29" y="277"/>
                  </a:cubicBezTo>
                  <a:cubicBezTo>
                    <a:pt x="29" y="277"/>
                    <a:pt x="29" y="276"/>
                    <a:pt x="29" y="275"/>
                  </a:cubicBezTo>
                  <a:cubicBezTo>
                    <a:pt x="29" y="274"/>
                    <a:pt x="29" y="273"/>
                    <a:pt x="29" y="271"/>
                  </a:cubicBezTo>
                  <a:cubicBezTo>
                    <a:pt x="30" y="273"/>
                    <a:pt x="32" y="274"/>
                    <a:pt x="33" y="275"/>
                  </a:cubicBezTo>
                  <a:cubicBezTo>
                    <a:pt x="34" y="275"/>
                    <a:pt x="34" y="275"/>
                    <a:pt x="35" y="275"/>
                  </a:cubicBezTo>
                  <a:cubicBezTo>
                    <a:pt x="39" y="274"/>
                    <a:pt x="39" y="274"/>
                    <a:pt x="39" y="274"/>
                  </a:cubicBezTo>
                  <a:cubicBezTo>
                    <a:pt x="39" y="274"/>
                    <a:pt x="39" y="274"/>
                    <a:pt x="39" y="274"/>
                  </a:cubicBezTo>
                  <a:cubicBezTo>
                    <a:pt x="40" y="273"/>
                    <a:pt x="40" y="273"/>
                    <a:pt x="40" y="273"/>
                  </a:cubicBezTo>
                  <a:cubicBezTo>
                    <a:pt x="40" y="273"/>
                    <a:pt x="40" y="273"/>
                    <a:pt x="40" y="273"/>
                  </a:cubicBezTo>
                  <a:cubicBezTo>
                    <a:pt x="40" y="273"/>
                    <a:pt x="40" y="273"/>
                    <a:pt x="40" y="273"/>
                  </a:cubicBezTo>
                  <a:cubicBezTo>
                    <a:pt x="41" y="273"/>
                    <a:pt x="41" y="272"/>
                    <a:pt x="41" y="272"/>
                  </a:cubicBezTo>
                  <a:cubicBezTo>
                    <a:pt x="41" y="271"/>
                    <a:pt x="41" y="271"/>
                    <a:pt x="41" y="271"/>
                  </a:cubicBezTo>
                  <a:cubicBezTo>
                    <a:pt x="41" y="270"/>
                    <a:pt x="41" y="269"/>
                    <a:pt x="41" y="268"/>
                  </a:cubicBezTo>
                  <a:cubicBezTo>
                    <a:pt x="43" y="270"/>
                    <a:pt x="45" y="271"/>
                    <a:pt x="46" y="271"/>
                  </a:cubicBezTo>
                  <a:cubicBezTo>
                    <a:pt x="46" y="271"/>
                    <a:pt x="47" y="271"/>
                    <a:pt x="47" y="271"/>
                  </a:cubicBezTo>
                  <a:cubicBezTo>
                    <a:pt x="47" y="271"/>
                    <a:pt x="47" y="271"/>
                    <a:pt x="47" y="271"/>
                  </a:cubicBezTo>
                  <a:cubicBezTo>
                    <a:pt x="47" y="271"/>
                    <a:pt x="47" y="271"/>
                    <a:pt x="47" y="271"/>
                  </a:cubicBezTo>
                  <a:cubicBezTo>
                    <a:pt x="47" y="271"/>
                    <a:pt x="47" y="271"/>
                    <a:pt x="47" y="271"/>
                  </a:cubicBezTo>
                  <a:cubicBezTo>
                    <a:pt x="51" y="270"/>
                    <a:pt x="51" y="270"/>
                    <a:pt x="51" y="270"/>
                  </a:cubicBezTo>
                  <a:cubicBezTo>
                    <a:pt x="52" y="269"/>
                    <a:pt x="53" y="268"/>
                    <a:pt x="54" y="266"/>
                  </a:cubicBezTo>
                  <a:cubicBezTo>
                    <a:pt x="54" y="267"/>
                    <a:pt x="55" y="268"/>
                    <a:pt x="55" y="268"/>
                  </a:cubicBezTo>
                  <a:cubicBezTo>
                    <a:pt x="55" y="268"/>
                    <a:pt x="55" y="268"/>
                    <a:pt x="55" y="268"/>
                  </a:cubicBezTo>
                  <a:cubicBezTo>
                    <a:pt x="56" y="269"/>
                    <a:pt x="56" y="269"/>
                    <a:pt x="57" y="269"/>
                  </a:cubicBezTo>
                  <a:cubicBezTo>
                    <a:pt x="61" y="269"/>
                    <a:pt x="61" y="269"/>
                    <a:pt x="61" y="269"/>
                  </a:cubicBezTo>
                  <a:cubicBezTo>
                    <a:pt x="62" y="269"/>
                    <a:pt x="63" y="268"/>
                    <a:pt x="63" y="268"/>
                  </a:cubicBezTo>
                  <a:cubicBezTo>
                    <a:pt x="64" y="267"/>
                    <a:pt x="65" y="265"/>
                    <a:pt x="66" y="262"/>
                  </a:cubicBezTo>
                  <a:cubicBezTo>
                    <a:pt x="67" y="266"/>
                    <a:pt x="69" y="268"/>
                    <a:pt x="70" y="269"/>
                  </a:cubicBezTo>
                  <a:cubicBezTo>
                    <a:pt x="71" y="269"/>
                    <a:pt x="71" y="269"/>
                    <a:pt x="71" y="269"/>
                  </a:cubicBezTo>
                  <a:cubicBezTo>
                    <a:pt x="76" y="269"/>
                    <a:pt x="76" y="269"/>
                    <a:pt x="76" y="269"/>
                  </a:cubicBezTo>
                  <a:cubicBezTo>
                    <a:pt x="76" y="269"/>
                    <a:pt x="76" y="269"/>
                    <a:pt x="77" y="268"/>
                  </a:cubicBezTo>
                  <a:cubicBezTo>
                    <a:pt x="78" y="268"/>
                    <a:pt x="80" y="265"/>
                    <a:pt x="81" y="263"/>
                  </a:cubicBezTo>
                  <a:cubicBezTo>
                    <a:pt x="82" y="265"/>
                    <a:pt x="83" y="268"/>
                    <a:pt x="84" y="268"/>
                  </a:cubicBezTo>
                  <a:cubicBezTo>
                    <a:pt x="85" y="269"/>
                    <a:pt x="85" y="269"/>
                    <a:pt x="85" y="269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90" y="269"/>
                    <a:pt x="90" y="269"/>
                    <a:pt x="91" y="268"/>
                  </a:cubicBezTo>
                  <a:cubicBezTo>
                    <a:pt x="92" y="268"/>
                    <a:pt x="94" y="265"/>
                    <a:pt x="95" y="262"/>
                  </a:cubicBezTo>
                  <a:cubicBezTo>
                    <a:pt x="96" y="265"/>
                    <a:pt x="97" y="267"/>
                    <a:pt x="98" y="268"/>
                  </a:cubicBezTo>
                  <a:cubicBezTo>
                    <a:pt x="98" y="268"/>
                    <a:pt x="98" y="268"/>
                    <a:pt x="98" y="268"/>
                  </a:cubicBezTo>
                  <a:cubicBezTo>
                    <a:pt x="99" y="269"/>
                    <a:pt x="99" y="269"/>
                    <a:pt x="100" y="269"/>
                  </a:cubicBezTo>
                  <a:cubicBezTo>
                    <a:pt x="104" y="269"/>
                    <a:pt x="104" y="269"/>
                    <a:pt x="104" y="269"/>
                  </a:cubicBezTo>
                  <a:cubicBezTo>
                    <a:pt x="105" y="269"/>
                    <a:pt x="106" y="268"/>
                    <a:pt x="106" y="268"/>
                  </a:cubicBezTo>
                  <a:cubicBezTo>
                    <a:pt x="107" y="267"/>
                    <a:pt x="108" y="265"/>
                    <a:pt x="109" y="263"/>
                  </a:cubicBezTo>
                  <a:cubicBezTo>
                    <a:pt x="111" y="266"/>
                    <a:pt x="112" y="269"/>
                    <a:pt x="115" y="269"/>
                  </a:cubicBezTo>
                  <a:cubicBezTo>
                    <a:pt x="117" y="269"/>
                    <a:pt x="117" y="269"/>
                    <a:pt x="117" y="269"/>
                  </a:cubicBezTo>
                  <a:cubicBezTo>
                    <a:pt x="118" y="269"/>
                    <a:pt x="118" y="269"/>
                    <a:pt x="118" y="269"/>
                  </a:cubicBezTo>
                  <a:cubicBezTo>
                    <a:pt x="120" y="269"/>
                    <a:pt x="122" y="266"/>
                    <a:pt x="124" y="262"/>
                  </a:cubicBezTo>
                  <a:cubicBezTo>
                    <a:pt x="125" y="265"/>
                    <a:pt x="126" y="268"/>
                    <a:pt x="128" y="268"/>
                  </a:cubicBezTo>
                  <a:cubicBezTo>
                    <a:pt x="128" y="268"/>
                    <a:pt x="128" y="269"/>
                    <a:pt x="128" y="269"/>
                  </a:cubicBezTo>
                  <a:cubicBezTo>
                    <a:pt x="128" y="269"/>
                    <a:pt x="129" y="269"/>
                    <a:pt x="129" y="269"/>
                  </a:cubicBezTo>
                  <a:cubicBezTo>
                    <a:pt x="133" y="269"/>
                    <a:pt x="133" y="269"/>
                    <a:pt x="133" y="269"/>
                  </a:cubicBezTo>
                  <a:cubicBezTo>
                    <a:pt x="134" y="269"/>
                    <a:pt x="134" y="269"/>
                    <a:pt x="134" y="268"/>
                  </a:cubicBezTo>
                  <a:cubicBezTo>
                    <a:pt x="136" y="267"/>
                    <a:pt x="137" y="265"/>
                    <a:pt x="138" y="262"/>
                  </a:cubicBezTo>
                  <a:cubicBezTo>
                    <a:pt x="140" y="266"/>
                    <a:pt x="141" y="269"/>
                    <a:pt x="144" y="269"/>
                  </a:cubicBezTo>
                  <a:cubicBezTo>
                    <a:pt x="146" y="269"/>
                    <a:pt x="146" y="269"/>
                    <a:pt x="146" y="269"/>
                  </a:cubicBezTo>
                  <a:cubicBezTo>
                    <a:pt x="147" y="269"/>
                    <a:pt x="147" y="269"/>
                    <a:pt x="147" y="269"/>
                  </a:cubicBezTo>
                  <a:cubicBezTo>
                    <a:pt x="147" y="269"/>
                    <a:pt x="147" y="269"/>
                    <a:pt x="148" y="269"/>
                  </a:cubicBezTo>
                  <a:cubicBezTo>
                    <a:pt x="148" y="269"/>
                    <a:pt x="148" y="269"/>
                    <a:pt x="149" y="269"/>
                  </a:cubicBezTo>
                  <a:cubicBezTo>
                    <a:pt x="150" y="268"/>
                    <a:pt x="152" y="266"/>
                    <a:pt x="153" y="263"/>
                  </a:cubicBezTo>
                  <a:cubicBezTo>
                    <a:pt x="154" y="266"/>
                    <a:pt x="155" y="269"/>
                    <a:pt x="156" y="270"/>
                  </a:cubicBezTo>
                  <a:cubicBezTo>
                    <a:pt x="156" y="270"/>
                    <a:pt x="157" y="270"/>
                    <a:pt x="157" y="270"/>
                  </a:cubicBezTo>
                  <a:cubicBezTo>
                    <a:pt x="157" y="270"/>
                    <a:pt x="157" y="270"/>
                    <a:pt x="158" y="270"/>
                  </a:cubicBezTo>
                  <a:cubicBezTo>
                    <a:pt x="162" y="271"/>
                    <a:pt x="162" y="271"/>
                    <a:pt x="162" y="271"/>
                  </a:cubicBezTo>
                  <a:cubicBezTo>
                    <a:pt x="162" y="271"/>
                    <a:pt x="163" y="271"/>
                    <a:pt x="163" y="271"/>
                  </a:cubicBezTo>
                  <a:cubicBezTo>
                    <a:pt x="164" y="270"/>
                    <a:pt x="166" y="268"/>
                    <a:pt x="167" y="266"/>
                  </a:cubicBezTo>
                  <a:cubicBezTo>
                    <a:pt x="168" y="269"/>
                    <a:pt x="169" y="272"/>
                    <a:pt x="172" y="273"/>
                  </a:cubicBezTo>
                  <a:cubicBezTo>
                    <a:pt x="172" y="273"/>
                    <a:pt x="175" y="273"/>
                    <a:pt x="175" y="273"/>
                  </a:cubicBezTo>
                  <a:cubicBezTo>
                    <a:pt x="176" y="273"/>
                    <a:pt x="176" y="273"/>
                    <a:pt x="176" y="273"/>
                  </a:cubicBezTo>
                  <a:cubicBezTo>
                    <a:pt x="176" y="273"/>
                    <a:pt x="176" y="273"/>
                    <a:pt x="177" y="273"/>
                  </a:cubicBezTo>
                  <a:cubicBezTo>
                    <a:pt x="178" y="272"/>
                    <a:pt x="179" y="271"/>
                    <a:pt x="181" y="269"/>
                  </a:cubicBezTo>
                  <a:cubicBezTo>
                    <a:pt x="181" y="270"/>
                    <a:pt x="181" y="272"/>
                    <a:pt x="181" y="272"/>
                  </a:cubicBezTo>
                  <a:cubicBezTo>
                    <a:pt x="181" y="273"/>
                    <a:pt x="181" y="273"/>
                    <a:pt x="181" y="273"/>
                  </a:cubicBezTo>
                  <a:cubicBezTo>
                    <a:pt x="181" y="273"/>
                    <a:pt x="182" y="274"/>
                    <a:pt x="183" y="275"/>
                  </a:cubicBezTo>
                  <a:cubicBezTo>
                    <a:pt x="183" y="275"/>
                    <a:pt x="183" y="275"/>
                    <a:pt x="183" y="275"/>
                  </a:cubicBezTo>
                  <a:cubicBezTo>
                    <a:pt x="183" y="275"/>
                    <a:pt x="183" y="275"/>
                    <a:pt x="183" y="275"/>
                  </a:cubicBezTo>
                  <a:cubicBezTo>
                    <a:pt x="187" y="276"/>
                    <a:pt x="187" y="276"/>
                    <a:pt x="187" y="276"/>
                  </a:cubicBezTo>
                  <a:cubicBezTo>
                    <a:pt x="188" y="276"/>
                    <a:pt x="190" y="276"/>
                    <a:pt x="193" y="274"/>
                  </a:cubicBezTo>
                  <a:cubicBezTo>
                    <a:pt x="193" y="274"/>
                    <a:pt x="192" y="274"/>
                    <a:pt x="192" y="275"/>
                  </a:cubicBezTo>
                  <a:cubicBezTo>
                    <a:pt x="192" y="275"/>
                    <a:pt x="192" y="276"/>
                    <a:pt x="193" y="276"/>
                  </a:cubicBezTo>
                  <a:cubicBezTo>
                    <a:pt x="193" y="277"/>
                    <a:pt x="193" y="277"/>
                    <a:pt x="193" y="277"/>
                  </a:cubicBezTo>
                  <a:cubicBezTo>
                    <a:pt x="193" y="277"/>
                    <a:pt x="193" y="277"/>
                    <a:pt x="193" y="277"/>
                  </a:cubicBezTo>
                  <a:cubicBezTo>
                    <a:pt x="193" y="277"/>
                    <a:pt x="193" y="277"/>
                    <a:pt x="193" y="277"/>
                  </a:cubicBezTo>
                  <a:cubicBezTo>
                    <a:pt x="193" y="278"/>
                    <a:pt x="193" y="278"/>
                    <a:pt x="193" y="279"/>
                  </a:cubicBezTo>
                  <a:cubicBezTo>
                    <a:pt x="193" y="279"/>
                    <a:pt x="193" y="279"/>
                    <a:pt x="193" y="279"/>
                  </a:cubicBezTo>
                  <a:cubicBezTo>
                    <a:pt x="197" y="281"/>
                    <a:pt x="197" y="281"/>
                    <a:pt x="197" y="281"/>
                  </a:cubicBezTo>
                  <a:cubicBezTo>
                    <a:pt x="198" y="282"/>
                    <a:pt x="200" y="282"/>
                    <a:pt x="201" y="281"/>
                  </a:cubicBezTo>
                  <a:cubicBezTo>
                    <a:pt x="201" y="281"/>
                    <a:pt x="201" y="282"/>
                    <a:pt x="201" y="282"/>
                  </a:cubicBezTo>
                  <a:cubicBezTo>
                    <a:pt x="201" y="283"/>
                    <a:pt x="201" y="283"/>
                    <a:pt x="201" y="284"/>
                  </a:cubicBezTo>
                  <a:cubicBezTo>
                    <a:pt x="201" y="284"/>
                    <a:pt x="201" y="284"/>
                    <a:pt x="201" y="28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6" name="Freeform 566">
              <a:extLst>
                <a:ext uri="{FF2B5EF4-FFF2-40B4-BE49-F238E27FC236}">
                  <a16:creationId xmlns:a16="http://schemas.microsoft.com/office/drawing/2014/main" id="{94304458-795B-45A8-B04B-149344FC3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275"/>
              <a:ext cx="18" cy="45"/>
            </a:xfrm>
            <a:custGeom>
              <a:avLst/>
              <a:gdLst>
                <a:gd name="T0" fmla="*/ 1137 w 7"/>
                <a:gd name="T1" fmla="*/ 5845 h 17"/>
                <a:gd name="T2" fmla="*/ 1448 w 7"/>
                <a:gd name="T3" fmla="*/ 3391 h 17"/>
                <a:gd name="T4" fmla="*/ 1700 w 7"/>
                <a:gd name="T5" fmla="*/ 1038 h 17"/>
                <a:gd name="T6" fmla="*/ 563 w 7"/>
                <a:gd name="T7" fmla="*/ 0 h 17"/>
                <a:gd name="T8" fmla="*/ 563 w 7"/>
                <a:gd name="T9" fmla="*/ 2446 h 17"/>
                <a:gd name="T10" fmla="*/ 357 w 7"/>
                <a:gd name="T11" fmla="*/ 5450 h 17"/>
                <a:gd name="T12" fmla="*/ 1137 w 7"/>
                <a:gd name="T13" fmla="*/ 584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7">
                  <a:moveTo>
                    <a:pt x="4" y="17"/>
                  </a:moveTo>
                  <a:cubicBezTo>
                    <a:pt x="3" y="16"/>
                    <a:pt x="4" y="13"/>
                    <a:pt x="5" y="10"/>
                  </a:cubicBezTo>
                  <a:cubicBezTo>
                    <a:pt x="6" y="6"/>
                    <a:pt x="7" y="3"/>
                    <a:pt x="6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4"/>
                    <a:pt x="2" y="7"/>
                  </a:cubicBezTo>
                  <a:cubicBezTo>
                    <a:pt x="1" y="11"/>
                    <a:pt x="0" y="15"/>
                    <a:pt x="1" y="16"/>
                  </a:cubicBezTo>
                  <a:lnTo>
                    <a:pt x="4" y="17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7" name="Freeform 567">
              <a:extLst>
                <a:ext uri="{FF2B5EF4-FFF2-40B4-BE49-F238E27FC236}">
                  <a16:creationId xmlns:a16="http://schemas.microsoft.com/office/drawing/2014/main" id="{37CD0D57-CE60-4D31-8C1E-ED9E33508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067"/>
              <a:ext cx="40" cy="18"/>
            </a:xfrm>
            <a:custGeom>
              <a:avLst/>
              <a:gdLst>
                <a:gd name="T0" fmla="*/ 3908 w 16"/>
                <a:gd name="T1" fmla="*/ 1137 h 7"/>
                <a:gd name="T2" fmla="*/ 1958 w 16"/>
                <a:gd name="T3" fmla="*/ 1700 h 7"/>
                <a:gd name="T4" fmla="*/ 0 w 16"/>
                <a:gd name="T5" fmla="*/ 2003 h 7"/>
                <a:gd name="T6" fmla="*/ 313 w 16"/>
                <a:gd name="T7" fmla="*/ 918 h 7"/>
                <a:gd name="T8" fmla="*/ 2270 w 16"/>
                <a:gd name="T9" fmla="*/ 563 h 7"/>
                <a:gd name="T10" fmla="*/ 3908 w 16"/>
                <a:gd name="T11" fmla="*/ 0 h 7"/>
                <a:gd name="T12" fmla="*/ 3908 w 16"/>
                <a:gd name="T13" fmla="*/ 113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">
                  <a:moveTo>
                    <a:pt x="16" y="4"/>
                  </a:moveTo>
                  <a:cubicBezTo>
                    <a:pt x="15" y="5"/>
                    <a:pt x="10" y="5"/>
                    <a:pt x="8" y="6"/>
                  </a:cubicBezTo>
                  <a:cubicBezTo>
                    <a:pt x="6" y="6"/>
                    <a:pt x="0" y="5"/>
                    <a:pt x="0" y="7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7" y="2"/>
                    <a:pt x="9" y="2"/>
                  </a:cubicBezTo>
                  <a:cubicBezTo>
                    <a:pt x="11" y="1"/>
                    <a:pt x="16" y="1"/>
                    <a:pt x="16" y="0"/>
                  </a:cubicBezTo>
                  <a:lnTo>
                    <a:pt x="16" y="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8" name="Freeform 568">
              <a:extLst>
                <a:ext uri="{FF2B5EF4-FFF2-40B4-BE49-F238E27FC236}">
                  <a16:creationId xmlns:a16="http://schemas.microsoft.com/office/drawing/2014/main" id="{152169EF-D5F5-489C-91DB-4FAAF82F6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032"/>
              <a:ext cx="45" cy="21"/>
            </a:xfrm>
            <a:custGeom>
              <a:avLst/>
              <a:gdLst>
                <a:gd name="T0" fmla="*/ 3908 w 18"/>
                <a:gd name="T1" fmla="*/ 2226 h 8"/>
                <a:gd name="T2" fmla="*/ 1770 w 18"/>
                <a:gd name="T3" fmla="*/ 1612 h 8"/>
                <a:gd name="T4" fmla="*/ 0 w 18"/>
                <a:gd name="T5" fmla="*/ 1612 h 8"/>
                <a:gd name="T6" fmla="*/ 520 w 18"/>
                <a:gd name="T7" fmla="*/ 614 h 8"/>
                <a:gd name="T8" fmla="*/ 2270 w 18"/>
                <a:gd name="T9" fmla="*/ 614 h 8"/>
                <a:gd name="T10" fmla="*/ 4425 w 18"/>
                <a:gd name="T11" fmla="*/ 992 h 8"/>
                <a:gd name="T12" fmla="*/ 3908 w 18"/>
                <a:gd name="T13" fmla="*/ 222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8">
                  <a:moveTo>
                    <a:pt x="16" y="7"/>
                  </a:moveTo>
                  <a:cubicBezTo>
                    <a:pt x="15" y="8"/>
                    <a:pt x="9" y="6"/>
                    <a:pt x="7" y="5"/>
                  </a:cubicBezTo>
                  <a:cubicBezTo>
                    <a:pt x="5" y="5"/>
                    <a:pt x="0" y="4"/>
                    <a:pt x="0" y="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0"/>
                    <a:pt x="7" y="1"/>
                    <a:pt x="9" y="2"/>
                  </a:cubicBezTo>
                  <a:cubicBezTo>
                    <a:pt x="11" y="2"/>
                    <a:pt x="17" y="4"/>
                    <a:pt x="18" y="3"/>
                  </a:cubicBezTo>
                  <a:lnTo>
                    <a:pt x="16" y="7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9" name="Freeform 569">
              <a:extLst>
                <a:ext uri="{FF2B5EF4-FFF2-40B4-BE49-F238E27FC236}">
                  <a16:creationId xmlns:a16="http://schemas.microsoft.com/office/drawing/2014/main" id="{6C4F228C-AEC5-46CF-926C-A4DF37919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093"/>
              <a:ext cx="45" cy="22"/>
            </a:xfrm>
            <a:custGeom>
              <a:avLst/>
              <a:gdLst>
                <a:gd name="T0" fmla="*/ 3908 w 18"/>
                <a:gd name="T1" fmla="*/ 2973 h 8"/>
                <a:gd name="T2" fmla="*/ 1958 w 18"/>
                <a:gd name="T3" fmla="*/ 2684 h 8"/>
                <a:gd name="T4" fmla="*/ 0 w 18"/>
                <a:gd name="T5" fmla="*/ 2225 h 8"/>
                <a:gd name="T6" fmla="*/ 520 w 18"/>
                <a:gd name="T7" fmla="*/ 976 h 8"/>
                <a:gd name="T8" fmla="*/ 2470 w 18"/>
                <a:gd name="T9" fmla="*/ 976 h 8"/>
                <a:gd name="T10" fmla="*/ 4425 w 18"/>
                <a:gd name="T11" fmla="*/ 1271 h 8"/>
                <a:gd name="T12" fmla="*/ 3908 w 18"/>
                <a:gd name="T13" fmla="*/ 2973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8">
                  <a:moveTo>
                    <a:pt x="16" y="7"/>
                  </a:moveTo>
                  <a:cubicBezTo>
                    <a:pt x="15" y="8"/>
                    <a:pt x="10" y="6"/>
                    <a:pt x="8" y="6"/>
                  </a:cubicBezTo>
                  <a:cubicBezTo>
                    <a:pt x="6" y="5"/>
                    <a:pt x="1" y="4"/>
                    <a:pt x="0" y="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8" y="2"/>
                    <a:pt x="10" y="2"/>
                  </a:cubicBezTo>
                  <a:cubicBezTo>
                    <a:pt x="12" y="3"/>
                    <a:pt x="17" y="4"/>
                    <a:pt x="18" y="3"/>
                  </a:cubicBezTo>
                  <a:lnTo>
                    <a:pt x="16" y="7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0" name="Freeform 570">
              <a:extLst>
                <a:ext uri="{FF2B5EF4-FFF2-40B4-BE49-F238E27FC236}">
                  <a16:creationId xmlns:a16="http://schemas.microsoft.com/office/drawing/2014/main" id="{A71E39AC-7E55-4670-B0C6-BA4F5C3AB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995"/>
              <a:ext cx="40" cy="24"/>
            </a:xfrm>
            <a:custGeom>
              <a:avLst/>
              <a:gdLst>
                <a:gd name="T0" fmla="*/ 3908 w 16"/>
                <a:gd name="T1" fmla="*/ 1459 h 9"/>
                <a:gd name="T2" fmla="*/ 1958 w 16"/>
                <a:gd name="T3" fmla="*/ 2184 h 9"/>
                <a:gd name="T4" fmla="*/ 313 w 16"/>
                <a:gd name="T5" fmla="*/ 3243 h 9"/>
                <a:gd name="T6" fmla="*/ 0 w 16"/>
                <a:gd name="T7" fmla="*/ 1763 h 9"/>
                <a:gd name="T8" fmla="*/ 2270 w 16"/>
                <a:gd name="T9" fmla="*/ 661 h 9"/>
                <a:gd name="T10" fmla="*/ 3908 w 16"/>
                <a:gd name="T11" fmla="*/ 0 h 9"/>
                <a:gd name="T12" fmla="*/ 3908 w 16"/>
                <a:gd name="T13" fmla="*/ 145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9">
                  <a:moveTo>
                    <a:pt x="16" y="4"/>
                  </a:moveTo>
                  <a:cubicBezTo>
                    <a:pt x="16" y="5"/>
                    <a:pt x="10" y="6"/>
                    <a:pt x="8" y="6"/>
                  </a:cubicBezTo>
                  <a:cubicBezTo>
                    <a:pt x="6" y="7"/>
                    <a:pt x="1" y="8"/>
                    <a:pt x="1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7" y="3"/>
                    <a:pt x="9" y="2"/>
                  </a:cubicBezTo>
                  <a:cubicBezTo>
                    <a:pt x="11" y="2"/>
                    <a:pt x="16" y="1"/>
                    <a:pt x="16" y="0"/>
                  </a:cubicBezTo>
                  <a:lnTo>
                    <a:pt x="16" y="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1" name="Freeform 571">
              <a:extLst>
                <a:ext uri="{FF2B5EF4-FFF2-40B4-BE49-F238E27FC236}">
                  <a16:creationId xmlns:a16="http://schemas.microsoft.com/office/drawing/2014/main" id="{6E9F1E12-8E63-48BA-85F0-345CDE4A7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965"/>
              <a:ext cx="35" cy="30"/>
            </a:xfrm>
            <a:custGeom>
              <a:avLst/>
              <a:gdLst>
                <a:gd name="T0" fmla="*/ 313 w 14"/>
                <a:gd name="T1" fmla="*/ 4544 h 11"/>
                <a:gd name="T2" fmla="*/ 1958 w 14"/>
                <a:gd name="T3" fmla="*/ 2433 h 11"/>
                <a:gd name="T4" fmla="*/ 3438 w 14"/>
                <a:gd name="T5" fmla="*/ 1666 h 11"/>
                <a:gd name="T6" fmla="*/ 3438 w 14"/>
                <a:gd name="T7" fmla="*/ 0 h 11"/>
                <a:gd name="T8" fmla="*/ 1958 w 14"/>
                <a:gd name="T9" fmla="*/ 775 h 11"/>
                <a:gd name="T10" fmla="*/ 0 w 14"/>
                <a:gd name="T11" fmla="*/ 2877 h 11"/>
                <a:gd name="T12" fmla="*/ 313 w 14"/>
                <a:gd name="T13" fmla="*/ 454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0" y="9"/>
                    <a:pt x="4" y="8"/>
                    <a:pt x="8" y="6"/>
                  </a:cubicBezTo>
                  <a:cubicBezTo>
                    <a:pt x="11" y="5"/>
                    <a:pt x="14" y="5"/>
                    <a:pt x="14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1" y="1"/>
                    <a:pt x="8" y="2"/>
                  </a:cubicBezTo>
                  <a:cubicBezTo>
                    <a:pt x="4" y="4"/>
                    <a:pt x="0" y="5"/>
                    <a:pt x="0" y="7"/>
                  </a:cubicBezTo>
                  <a:lnTo>
                    <a:pt x="1" y="11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2" name="Freeform 572">
              <a:extLst>
                <a:ext uri="{FF2B5EF4-FFF2-40B4-BE49-F238E27FC236}">
                  <a16:creationId xmlns:a16="http://schemas.microsoft.com/office/drawing/2014/main" id="{09921984-5FF7-4D61-9951-8B375A642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981"/>
              <a:ext cx="38" cy="24"/>
            </a:xfrm>
            <a:custGeom>
              <a:avLst/>
              <a:gdLst>
                <a:gd name="T0" fmla="*/ 0 w 15"/>
                <a:gd name="T1" fmla="*/ 0 h 9"/>
                <a:gd name="T2" fmla="*/ 1900 w 15"/>
                <a:gd name="T3" fmla="*/ 1059 h 9"/>
                <a:gd name="T4" fmla="*/ 3658 w 15"/>
                <a:gd name="T5" fmla="*/ 1763 h 9"/>
                <a:gd name="T6" fmla="*/ 3658 w 15"/>
                <a:gd name="T7" fmla="*/ 3243 h 9"/>
                <a:gd name="T8" fmla="*/ 1900 w 15"/>
                <a:gd name="T9" fmla="*/ 2581 h 9"/>
                <a:gd name="T10" fmla="*/ 0 w 15"/>
                <a:gd name="T11" fmla="*/ 1459 h 9"/>
                <a:gd name="T12" fmla="*/ 0 w 15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2"/>
                    <a:pt x="3" y="3"/>
                    <a:pt x="7" y="3"/>
                  </a:cubicBezTo>
                  <a:cubicBezTo>
                    <a:pt x="10" y="4"/>
                    <a:pt x="15" y="4"/>
                    <a:pt x="14" y="5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1" y="8"/>
                    <a:pt x="7" y="7"/>
                  </a:cubicBezTo>
                  <a:cubicBezTo>
                    <a:pt x="4" y="7"/>
                    <a:pt x="0" y="6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3" name="Freeform 573">
              <a:extLst>
                <a:ext uri="{FF2B5EF4-FFF2-40B4-BE49-F238E27FC236}">
                  <a16:creationId xmlns:a16="http://schemas.microsoft.com/office/drawing/2014/main" id="{D5FB8FD8-1170-4F70-8F0C-8B4591F36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005"/>
              <a:ext cx="35" cy="46"/>
            </a:xfrm>
            <a:custGeom>
              <a:avLst/>
              <a:gdLst>
                <a:gd name="T0" fmla="*/ 520 w 14"/>
                <a:gd name="T1" fmla="*/ 0 h 17"/>
                <a:gd name="T2" fmla="*/ 1770 w 14"/>
                <a:gd name="T3" fmla="*/ 2730 h 17"/>
                <a:gd name="T4" fmla="*/ 3438 w 14"/>
                <a:gd name="T5" fmla="*/ 5528 h 17"/>
                <a:gd name="T6" fmla="*/ 2738 w 14"/>
                <a:gd name="T7" fmla="*/ 6656 h 17"/>
                <a:gd name="T8" fmla="*/ 1300 w 14"/>
                <a:gd name="T9" fmla="*/ 4343 h 17"/>
                <a:gd name="T10" fmla="*/ 313 w 14"/>
                <a:gd name="T11" fmla="*/ 1605 h 17"/>
                <a:gd name="T12" fmla="*/ 520 w 14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2" y="0"/>
                  </a:moveTo>
                  <a:cubicBezTo>
                    <a:pt x="1" y="2"/>
                    <a:pt x="4" y="5"/>
                    <a:pt x="7" y="7"/>
                  </a:cubicBezTo>
                  <a:cubicBezTo>
                    <a:pt x="10" y="9"/>
                    <a:pt x="14" y="12"/>
                    <a:pt x="14" y="14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6"/>
                    <a:pt x="8" y="13"/>
                    <a:pt x="5" y="11"/>
                  </a:cubicBezTo>
                  <a:cubicBezTo>
                    <a:pt x="3" y="8"/>
                    <a:pt x="0" y="6"/>
                    <a:pt x="1" y="4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4" name="Freeform 574">
              <a:extLst>
                <a:ext uri="{FF2B5EF4-FFF2-40B4-BE49-F238E27FC236}">
                  <a16:creationId xmlns:a16="http://schemas.microsoft.com/office/drawing/2014/main" id="{14203698-6972-413D-B08C-ACC420A2C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923"/>
              <a:ext cx="30" cy="48"/>
            </a:xfrm>
            <a:custGeom>
              <a:avLst/>
              <a:gdLst>
                <a:gd name="T0" fmla="*/ 2738 w 12"/>
                <a:gd name="T1" fmla="*/ 1059 h 18"/>
                <a:gd name="T2" fmla="*/ 1770 w 12"/>
                <a:gd name="T3" fmla="*/ 3640 h 18"/>
                <a:gd name="T4" fmla="*/ 988 w 12"/>
                <a:gd name="T5" fmla="*/ 6464 h 18"/>
                <a:gd name="T6" fmla="*/ 313 w 12"/>
                <a:gd name="T7" fmla="*/ 5405 h 18"/>
                <a:gd name="T8" fmla="*/ 1300 w 12"/>
                <a:gd name="T9" fmla="*/ 2581 h 18"/>
                <a:gd name="T10" fmla="*/ 2270 w 12"/>
                <a:gd name="T11" fmla="*/ 0 h 18"/>
                <a:gd name="T12" fmla="*/ 2738 w 12"/>
                <a:gd name="T13" fmla="*/ 10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8">
                  <a:moveTo>
                    <a:pt x="11" y="3"/>
                  </a:moveTo>
                  <a:cubicBezTo>
                    <a:pt x="12" y="4"/>
                    <a:pt x="8" y="9"/>
                    <a:pt x="7" y="10"/>
                  </a:cubicBezTo>
                  <a:cubicBezTo>
                    <a:pt x="6" y="12"/>
                    <a:pt x="3" y="16"/>
                    <a:pt x="4" y="18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4"/>
                    <a:pt x="4" y="9"/>
                    <a:pt x="5" y="7"/>
                  </a:cubicBezTo>
                  <a:cubicBezTo>
                    <a:pt x="6" y="5"/>
                    <a:pt x="9" y="1"/>
                    <a:pt x="9" y="0"/>
                  </a:cubicBezTo>
                  <a:lnTo>
                    <a:pt x="11" y="3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5" name="Freeform 575">
              <a:extLst>
                <a:ext uri="{FF2B5EF4-FFF2-40B4-BE49-F238E27FC236}">
                  <a16:creationId xmlns:a16="http://schemas.microsoft.com/office/drawing/2014/main" id="{80833C04-0ECC-45D7-BFCC-A029F479E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904"/>
              <a:ext cx="25" cy="45"/>
            </a:xfrm>
            <a:custGeom>
              <a:avLst/>
              <a:gdLst>
                <a:gd name="T0" fmla="*/ 988 w 10"/>
                <a:gd name="T1" fmla="*/ 5845 h 17"/>
                <a:gd name="T2" fmla="*/ 1488 w 10"/>
                <a:gd name="T3" fmla="*/ 2748 h 17"/>
                <a:gd name="T4" fmla="*/ 2270 w 10"/>
                <a:gd name="T5" fmla="*/ 630 h 17"/>
                <a:gd name="T6" fmla="*/ 1488 w 10"/>
                <a:gd name="T7" fmla="*/ 0 h 17"/>
                <a:gd name="T8" fmla="*/ 783 w 10"/>
                <a:gd name="T9" fmla="*/ 2059 h 17"/>
                <a:gd name="T10" fmla="*/ 313 w 10"/>
                <a:gd name="T11" fmla="*/ 4807 h 17"/>
                <a:gd name="T12" fmla="*/ 988 w 10"/>
                <a:gd name="T13" fmla="*/ 584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4" y="17"/>
                  </a:moveTo>
                  <a:cubicBezTo>
                    <a:pt x="3" y="16"/>
                    <a:pt x="5" y="12"/>
                    <a:pt x="6" y="8"/>
                  </a:cubicBezTo>
                  <a:cubicBezTo>
                    <a:pt x="8" y="5"/>
                    <a:pt x="10" y="3"/>
                    <a:pt x="9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5" y="2"/>
                    <a:pt x="3" y="6"/>
                  </a:cubicBezTo>
                  <a:cubicBezTo>
                    <a:pt x="2" y="9"/>
                    <a:pt x="0" y="13"/>
                    <a:pt x="1" y="14"/>
                  </a:cubicBezTo>
                  <a:lnTo>
                    <a:pt x="4" y="17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6" name="Freeform 576">
              <a:extLst>
                <a:ext uri="{FF2B5EF4-FFF2-40B4-BE49-F238E27FC236}">
                  <a16:creationId xmlns:a16="http://schemas.microsoft.com/office/drawing/2014/main" id="{D3FF6422-C6AD-45CF-A6B0-A91A1FA3E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920"/>
              <a:ext cx="40" cy="32"/>
            </a:xfrm>
            <a:custGeom>
              <a:avLst/>
              <a:gdLst>
                <a:gd name="T0" fmla="*/ 0 w 16"/>
                <a:gd name="T1" fmla="*/ 2581 h 12"/>
                <a:gd name="T2" fmla="*/ 1770 w 16"/>
                <a:gd name="T3" fmla="*/ 1763 h 12"/>
                <a:gd name="T4" fmla="*/ 3438 w 16"/>
                <a:gd name="T5" fmla="*/ 661 h 12"/>
                <a:gd name="T6" fmla="*/ 3908 w 16"/>
                <a:gd name="T7" fmla="*/ 1763 h 12"/>
                <a:gd name="T8" fmla="*/ 2470 w 16"/>
                <a:gd name="T9" fmla="*/ 2824 h 12"/>
                <a:gd name="T10" fmla="*/ 783 w 16"/>
                <a:gd name="T11" fmla="*/ 3891 h 12"/>
                <a:gd name="T12" fmla="*/ 0 w 16"/>
                <a:gd name="T13" fmla="*/ 258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2">
                  <a:moveTo>
                    <a:pt x="0" y="7"/>
                  </a:moveTo>
                  <a:cubicBezTo>
                    <a:pt x="2" y="8"/>
                    <a:pt x="4" y="7"/>
                    <a:pt x="7" y="5"/>
                  </a:cubicBezTo>
                  <a:cubicBezTo>
                    <a:pt x="11" y="3"/>
                    <a:pt x="14" y="0"/>
                    <a:pt x="14" y="2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4"/>
                    <a:pt x="14" y="6"/>
                    <a:pt x="10" y="8"/>
                  </a:cubicBezTo>
                  <a:cubicBezTo>
                    <a:pt x="7" y="9"/>
                    <a:pt x="5" y="12"/>
                    <a:pt x="3" y="11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7" name="Freeform 577">
              <a:extLst>
                <a:ext uri="{FF2B5EF4-FFF2-40B4-BE49-F238E27FC236}">
                  <a16:creationId xmlns:a16="http://schemas.microsoft.com/office/drawing/2014/main" id="{7CA575E3-E48C-4D36-8065-C066B10E4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960"/>
              <a:ext cx="45" cy="16"/>
            </a:xfrm>
            <a:custGeom>
              <a:avLst/>
              <a:gdLst>
                <a:gd name="T0" fmla="*/ 0 w 18"/>
                <a:gd name="T1" fmla="*/ 0 h 6"/>
                <a:gd name="T2" fmla="*/ 1958 w 18"/>
                <a:gd name="T3" fmla="*/ 397 h 6"/>
                <a:gd name="T4" fmla="*/ 4220 w 18"/>
                <a:gd name="T5" fmla="*/ 661 h 6"/>
                <a:gd name="T6" fmla="*/ 4425 w 18"/>
                <a:gd name="T7" fmla="*/ 2184 h 6"/>
                <a:gd name="T8" fmla="*/ 2270 w 18"/>
                <a:gd name="T9" fmla="*/ 1763 h 6"/>
                <a:gd name="T10" fmla="*/ 313 w 18"/>
                <a:gd name="T11" fmla="*/ 1059 h 6"/>
                <a:gd name="T12" fmla="*/ 0 w 18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0" y="2"/>
                    <a:pt x="4" y="1"/>
                    <a:pt x="8" y="1"/>
                  </a:cubicBezTo>
                  <a:cubicBezTo>
                    <a:pt x="11" y="1"/>
                    <a:pt x="17" y="0"/>
                    <a:pt x="17" y="2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5"/>
                    <a:pt x="13" y="5"/>
                    <a:pt x="9" y="5"/>
                  </a:cubicBezTo>
                  <a:cubicBezTo>
                    <a:pt x="6" y="5"/>
                    <a:pt x="2" y="5"/>
                    <a:pt x="1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8" name="Freeform 578">
              <a:extLst>
                <a:ext uri="{FF2B5EF4-FFF2-40B4-BE49-F238E27FC236}">
                  <a16:creationId xmlns:a16="http://schemas.microsoft.com/office/drawing/2014/main" id="{0791D94D-1003-4FD3-8628-5E1F0EEE5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072"/>
              <a:ext cx="30" cy="40"/>
            </a:xfrm>
            <a:custGeom>
              <a:avLst/>
              <a:gdLst>
                <a:gd name="T0" fmla="*/ 520 w 12"/>
                <a:gd name="T1" fmla="*/ 0 h 15"/>
                <a:gd name="T2" fmla="*/ 1770 w 12"/>
                <a:gd name="T3" fmla="*/ 2184 h 15"/>
                <a:gd name="T4" fmla="*/ 2938 w 12"/>
                <a:gd name="T5" fmla="*/ 4301 h 15"/>
                <a:gd name="T6" fmla="*/ 2470 w 12"/>
                <a:gd name="T7" fmla="*/ 5405 h 15"/>
                <a:gd name="T8" fmla="*/ 1488 w 12"/>
                <a:gd name="T9" fmla="*/ 3640 h 15"/>
                <a:gd name="T10" fmla="*/ 313 w 12"/>
                <a:gd name="T11" fmla="*/ 1459 h 15"/>
                <a:gd name="T12" fmla="*/ 520 w 12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5">
                  <a:moveTo>
                    <a:pt x="2" y="0"/>
                  </a:moveTo>
                  <a:cubicBezTo>
                    <a:pt x="1" y="2"/>
                    <a:pt x="4" y="4"/>
                    <a:pt x="7" y="6"/>
                  </a:cubicBezTo>
                  <a:cubicBezTo>
                    <a:pt x="10" y="8"/>
                    <a:pt x="12" y="10"/>
                    <a:pt x="12" y="12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4"/>
                    <a:pt x="9" y="12"/>
                    <a:pt x="6" y="10"/>
                  </a:cubicBezTo>
                  <a:cubicBezTo>
                    <a:pt x="3" y="7"/>
                    <a:pt x="0" y="6"/>
                    <a:pt x="1" y="4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9" name="Freeform 579">
              <a:extLst>
                <a:ext uri="{FF2B5EF4-FFF2-40B4-BE49-F238E27FC236}">
                  <a16:creationId xmlns:a16="http://schemas.microsoft.com/office/drawing/2014/main" id="{1A903B1E-0538-4040-99C4-A32470BB9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035"/>
              <a:ext cx="30" cy="42"/>
            </a:xfrm>
            <a:custGeom>
              <a:avLst/>
              <a:gdLst>
                <a:gd name="T0" fmla="*/ 783 w 12"/>
                <a:gd name="T1" fmla="*/ 0 h 16"/>
                <a:gd name="T2" fmla="*/ 1770 w 12"/>
                <a:gd name="T3" fmla="*/ 2604 h 16"/>
                <a:gd name="T4" fmla="*/ 2738 w 12"/>
                <a:gd name="T5" fmla="*/ 4610 h 16"/>
                <a:gd name="T6" fmla="*/ 2270 w 12"/>
                <a:gd name="T7" fmla="*/ 5229 h 16"/>
                <a:gd name="T8" fmla="*/ 1300 w 12"/>
                <a:gd name="T9" fmla="*/ 3617 h 16"/>
                <a:gd name="T10" fmla="*/ 313 w 12"/>
                <a:gd name="T11" fmla="*/ 992 h 16"/>
                <a:gd name="T12" fmla="*/ 783 w 12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2" y="2"/>
                    <a:pt x="5" y="5"/>
                    <a:pt x="7" y="8"/>
                  </a:cubicBezTo>
                  <a:cubicBezTo>
                    <a:pt x="9" y="11"/>
                    <a:pt x="12" y="13"/>
                    <a:pt x="11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5"/>
                    <a:pt x="7" y="14"/>
                    <a:pt x="5" y="11"/>
                  </a:cubicBezTo>
                  <a:cubicBezTo>
                    <a:pt x="3" y="8"/>
                    <a:pt x="0" y="5"/>
                    <a:pt x="1" y="3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0" name="Freeform 580">
              <a:extLst>
                <a:ext uri="{FF2B5EF4-FFF2-40B4-BE49-F238E27FC236}">
                  <a16:creationId xmlns:a16="http://schemas.microsoft.com/office/drawing/2014/main" id="{5858FBF6-075A-427B-8A3E-BC827B55B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157"/>
              <a:ext cx="35" cy="35"/>
            </a:xfrm>
            <a:custGeom>
              <a:avLst/>
              <a:gdLst>
                <a:gd name="T0" fmla="*/ 3438 w 14"/>
                <a:gd name="T1" fmla="*/ 1580 h 13"/>
                <a:gd name="T2" fmla="*/ 1300 w 14"/>
                <a:gd name="T3" fmla="*/ 3102 h 13"/>
                <a:gd name="T4" fmla="*/ 313 w 14"/>
                <a:gd name="T5" fmla="*/ 4935 h 13"/>
                <a:gd name="T6" fmla="*/ 0 w 14"/>
                <a:gd name="T7" fmla="*/ 3414 h 13"/>
                <a:gd name="T8" fmla="*/ 1300 w 14"/>
                <a:gd name="T9" fmla="*/ 1580 h 13"/>
                <a:gd name="T10" fmla="*/ 3438 w 14"/>
                <a:gd name="T11" fmla="*/ 0 h 13"/>
                <a:gd name="T12" fmla="*/ 3438 w 14"/>
                <a:gd name="T13" fmla="*/ 158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14" y="4"/>
                  </a:moveTo>
                  <a:cubicBezTo>
                    <a:pt x="14" y="6"/>
                    <a:pt x="7" y="7"/>
                    <a:pt x="5" y="8"/>
                  </a:cubicBezTo>
                  <a:cubicBezTo>
                    <a:pt x="3" y="9"/>
                    <a:pt x="1" y="11"/>
                    <a:pt x="1" y="1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7"/>
                    <a:pt x="3" y="5"/>
                    <a:pt x="5" y="4"/>
                  </a:cubicBezTo>
                  <a:cubicBezTo>
                    <a:pt x="7" y="3"/>
                    <a:pt x="14" y="2"/>
                    <a:pt x="14" y="0"/>
                  </a:cubicBezTo>
                  <a:lnTo>
                    <a:pt x="14" y="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1" name="Freeform 581">
              <a:extLst>
                <a:ext uri="{FF2B5EF4-FFF2-40B4-BE49-F238E27FC236}">
                  <a16:creationId xmlns:a16="http://schemas.microsoft.com/office/drawing/2014/main" id="{7DEEBD66-1048-4AEF-9AE0-21C408C6B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088"/>
              <a:ext cx="30" cy="43"/>
            </a:xfrm>
            <a:custGeom>
              <a:avLst/>
              <a:gdLst>
                <a:gd name="T0" fmla="*/ 988 w 12"/>
                <a:gd name="T1" fmla="*/ 6060 h 16"/>
                <a:gd name="T2" fmla="*/ 1770 w 12"/>
                <a:gd name="T3" fmla="*/ 3085 h 16"/>
                <a:gd name="T4" fmla="*/ 2738 w 12"/>
                <a:gd name="T5" fmla="*/ 680 h 16"/>
                <a:gd name="T6" fmla="*/ 1958 w 12"/>
                <a:gd name="T7" fmla="*/ 0 h 16"/>
                <a:gd name="T8" fmla="*/ 1300 w 12"/>
                <a:gd name="T9" fmla="*/ 1828 h 16"/>
                <a:gd name="T10" fmla="*/ 313 w 12"/>
                <a:gd name="T11" fmla="*/ 4913 h 16"/>
                <a:gd name="T12" fmla="*/ 988 w 12"/>
                <a:gd name="T13" fmla="*/ 606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6">
                  <a:moveTo>
                    <a:pt x="4" y="16"/>
                  </a:moveTo>
                  <a:cubicBezTo>
                    <a:pt x="3" y="15"/>
                    <a:pt x="5" y="11"/>
                    <a:pt x="7" y="8"/>
                  </a:cubicBezTo>
                  <a:cubicBezTo>
                    <a:pt x="9" y="5"/>
                    <a:pt x="12" y="3"/>
                    <a:pt x="11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1"/>
                    <a:pt x="6" y="2"/>
                    <a:pt x="5" y="5"/>
                  </a:cubicBezTo>
                  <a:cubicBezTo>
                    <a:pt x="3" y="8"/>
                    <a:pt x="0" y="12"/>
                    <a:pt x="1" y="13"/>
                  </a:cubicBezTo>
                  <a:lnTo>
                    <a:pt x="4" y="16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2" name="Freeform 582">
              <a:extLst>
                <a:ext uri="{FF2B5EF4-FFF2-40B4-BE49-F238E27FC236}">
                  <a16:creationId xmlns:a16="http://schemas.microsoft.com/office/drawing/2014/main" id="{478FC0FD-9A12-47F1-81F2-25BF1406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123"/>
              <a:ext cx="18" cy="40"/>
            </a:xfrm>
            <a:custGeom>
              <a:avLst/>
              <a:gdLst>
                <a:gd name="T0" fmla="*/ 2003 w 7"/>
                <a:gd name="T1" fmla="*/ 0 h 15"/>
                <a:gd name="T2" fmla="*/ 1448 w 7"/>
                <a:gd name="T3" fmla="*/ 2581 h 15"/>
                <a:gd name="T4" fmla="*/ 1137 w 7"/>
                <a:gd name="T5" fmla="*/ 5005 h 15"/>
                <a:gd name="T6" fmla="*/ 0 w 7"/>
                <a:gd name="T7" fmla="*/ 5405 h 15"/>
                <a:gd name="T8" fmla="*/ 357 w 7"/>
                <a:gd name="T9" fmla="*/ 2824 h 15"/>
                <a:gd name="T10" fmla="*/ 563 w 7"/>
                <a:gd name="T11" fmla="*/ 0 h 15"/>
                <a:gd name="T12" fmla="*/ 2003 w 7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5" y="0"/>
                    <a:pt x="5" y="3"/>
                    <a:pt x="5" y="7"/>
                  </a:cubicBezTo>
                  <a:cubicBezTo>
                    <a:pt x="4" y="11"/>
                    <a:pt x="5" y="14"/>
                    <a:pt x="4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1" y="12"/>
                    <a:pt x="1" y="8"/>
                  </a:cubicBezTo>
                  <a:cubicBezTo>
                    <a:pt x="1" y="4"/>
                    <a:pt x="1" y="1"/>
                    <a:pt x="2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3" name="Freeform 583">
              <a:extLst>
                <a:ext uri="{FF2B5EF4-FFF2-40B4-BE49-F238E27FC236}">
                  <a16:creationId xmlns:a16="http://schemas.microsoft.com/office/drawing/2014/main" id="{D7E55CB0-3060-4A71-89AE-F7BDAD90B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115"/>
              <a:ext cx="15" cy="40"/>
            </a:xfrm>
            <a:custGeom>
              <a:avLst/>
              <a:gdLst>
                <a:gd name="T0" fmla="*/ 1300 w 6"/>
                <a:gd name="T1" fmla="*/ 0 h 15"/>
                <a:gd name="T2" fmla="*/ 1300 w 6"/>
                <a:gd name="T3" fmla="*/ 2581 h 15"/>
                <a:gd name="T4" fmla="*/ 988 w 6"/>
                <a:gd name="T5" fmla="*/ 5005 h 15"/>
                <a:gd name="T6" fmla="*/ 313 w 6"/>
                <a:gd name="T7" fmla="*/ 5405 h 15"/>
                <a:gd name="T8" fmla="*/ 313 w 6"/>
                <a:gd name="T9" fmla="*/ 3243 h 15"/>
                <a:gd name="T10" fmla="*/ 520 w 6"/>
                <a:gd name="T11" fmla="*/ 661 h 15"/>
                <a:gd name="T12" fmla="*/ 1300 w 6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5">
                  <a:moveTo>
                    <a:pt x="5" y="0"/>
                  </a:moveTo>
                  <a:cubicBezTo>
                    <a:pt x="4" y="0"/>
                    <a:pt x="4" y="3"/>
                    <a:pt x="5" y="7"/>
                  </a:cubicBezTo>
                  <a:cubicBezTo>
                    <a:pt x="5" y="10"/>
                    <a:pt x="6" y="13"/>
                    <a:pt x="4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" y="15"/>
                    <a:pt x="2" y="12"/>
                    <a:pt x="1" y="9"/>
                  </a:cubicBezTo>
                  <a:cubicBezTo>
                    <a:pt x="1" y="5"/>
                    <a:pt x="0" y="2"/>
                    <a:pt x="2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4" name="Freeform 584">
              <a:extLst>
                <a:ext uri="{FF2B5EF4-FFF2-40B4-BE49-F238E27FC236}">
                  <a16:creationId xmlns:a16="http://schemas.microsoft.com/office/drawing/2014/main" id="{4807D72D-4A80-4017-9321-09EBD85BA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133"/>
              <a:ext cx="22" cy="43"/>
            </a:xfrm>
            <a:custGeom>
              <a:avLst/>
              <a:gdLst>
                <a:gd name="T0" fmla="*/ 1931 w 9"/>
                <a:gd name="T1" fmla="*/ 0 h 16"/>
                <a:gd name="T2" fmla="*/ 1315 w 9"/>
                <a:gd name="T3" fmla="*/ 3085 h 16"/>
                <a:gd name="T4" fmla="*/ 860 w 9"/>
                <a:gd name="T5" fmla="*/ 5628 h 16"/>
                <a:gd name="T6" fmla="*/ 0 w 9"/>
                <a:gd name="T7" fmla="*/ 6060 h 16"/>
                <a:gd name="T8" fmla="*/ 425 w 9"/>
                <a:gd name="T9" fmla="*/ 3394 h 16"/>
                <a:gd name="T10" fmla="*/ 1039 w 9"/>
                <a:gd name="T11" fmla="*/ 427 h 16"/>
                <a:gd name="T12" fmla="*/ 1931 w 9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7" y="1"/>
                    <a:pt x="6" y="5"/>
                    <a:pt x="6" y="8"/>
                  </a:cubicBezTo>
                  <a:cubicBezTo>
                    <a:pt x="5" y="12"/>
                    <a:pt x="5" y="15"/>
                    <a:pt x="4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1" y="12"/>
                    <a:pt x="2" y="9"/>
                  </a:cubicBezTo>
                  <a:cubicBezTo>
                    <a:pt x="2" y="5"/>
                    <a:pt x="3" y="1"/>
                    <a:pt x="5" y="1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5" name="Freeform 585">
              <a:extLst>
                <a:ext uri="{FF2B5EF4-FFF2-40B4-BE49-F238E27FC236}">
                  <a16:creationId xmlns:a16="http://schemas.microsoft.com/office/drawing/2014/main" id="{58BF62AB-8CA3-43C7-BB32-9D6A71ECE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128"/>
              <a:ext cx="22" cy="43"/>
            </a:xfrm>
            <a:custGeom>
              <a:avLst/>
              <a:gdLst>
                <a:gd name="T0" fmla="*/ 1931 w 9"/>
                <a:gd name="T1" fmla="*/ 0 h 16"/>
                <a:gd name="T2" fmla="*/ 1315 w 9"/>
                <a:gd name="T3" fmla="*/ 3085 h 16"/>
                <a:gd name="T4" fmla="*/ 860 w 9"/>
                <a:gd name="T5" fmla="*/ 5628 h 16"/>
                <a:gd name="T6" fmla="*/ 0 w 9"/>
                <a:gd name="T7" fmla="*/ 6060 h 16"/>
                <a:gd name="T8" fmla="*/ 425 w 9"/>
                <a:gd name="T9" fmla="*/ 3394 h 16"/>
                <a:gd name="T10" fmla="*/ 1039 w 9"/>
                <a:gd name="T11" fmla="*/ 427 h 16"/>
                <a:gd name="T12" fmla="*/ 1931 w 9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7" y="0"/>
                    <a:pt x="6" y="5"/>
                    <a:pt x="6" y="8"/>
                  </a:cubicBezTo>
                  <a:cubicBezTo>
                    <a:pt x="5" y="12"/>
                    <a:pt x="5" y="15"/>
                    <a:pt x="4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1" y="13"/>
                    <a:pt x="2" y="9"/>
                  </a:cubicBezTo>
                  <a:cubicBezTo>
                    <a:pt x="2" y="5"/>
                    <a:pt x="3" y="1"/>
                    <a:pt x="5" y="1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6" name="Freeform 586">
              <a:extLst>
                <a:ext uri="{FF2B5EF4-FFF2-40B4-BE49-F238E27FC236}">
                  <a16:creationId xmlns:a16="http://schemas.microsoft.com/office/drawing/2014/main" id="{00F8D4A5-796F-436C-BB01-A372A1053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139"/>
              <a:ext cx="25" cy="40"/>
            </a:xfrm>
            <a:custGeom>
              <a:avLst/>
              <a:gdLst>
                <a:gd name="T0" fmla="*/ 2470 w 10"/>
                <a:gd name="T1" fmla="*/ 0 h 15"/>
                <a:gd name="T2" fmla="*/ 1488 w 10"/>
                <a:gd name="T3" fmla="*/ 2824 h 15"/>
                <a:gd name="T4" fmla="*/ 988 w 10"/>
                <a:gd name="T5" fmla="*/ 5405 h 15"/>
                <a:gd name="T6" fmla="*/ 0 w 10"/>
                <a:gd name="T7" fmla="*/ 5405 h 15"/>
                <a:gd name="T8" fmla="*/ 520 w 10"/>
                <a:gd name="T9" fmla="*/ 3243 h 15"/>
                <a:gd name="T10" fmla="*/ 1488 w 10"/>
                <a:gd name="T11" fmla="*/ 397 h 15"/>
                <a:gd name="T12" fmla="*/ 2470 w 10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8" y="0"/>
                    <a:pt x="7" y="5"/>
                    <a:pt x="6" y="8"/>
                  </a:cubicBezTo>
                  <a:cubicBezTo>
                    <a:pt x="5" y="12"/>
                    <a:pt x="5" y="15"/>
                    <a:pt x="4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1" y="12"/>
                    <a:pt x="2" y="9"/>
                  </a:cubicBezTo>
                  <a:cubicBezTo>
                    <a:pt x="3" y="5"/>
                    <a:pt x="4" y="1"/>
                    <a:pt x="6" y="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7" name="Freeform 587">
              <a:extLst>
                <a:ext uri="{FF2B5EF4-FFF2-40B4-BE49-F238E27FC236}">
                  <a16:creationId xmlns:a16="http://schemas.microsoft.com/office/drawing/2014/main" id="{151C0A69-8A57-47AE-B573-3255F43DF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144"/>
              <a:ext cx="25" cy="40"/>
            </a:xfrm>
            <a:custGeom>
              <a:avLst/>
              <a:gdLst>
                <a:gd name="T0" fmla="*/ 2470 w 10"/>
                <a:gd name="T1" fmla="*/ 0 h 15"/>
                <a:gd name="T2" fmla="*/ 1770 w 10"/>
                <a:gd name="T3" fmla="*/ 2824 h 15"/>
                <a:gd name="T4" fmla="*/ 988 w 10"/>
                <a:gd name="T5" fmla="*/ 5005 h 15"/>
                <a:gd name="T6" fmla="*/ 0 w 10"/>
                <a:gd name="T7" fmla="*/ 5405 h 15"/>
                <a:gd name="T8" fmla="*/ 783 w 10"/>
                <a:gd name="T9" fmla="*/ 2824 h 15"/>
                <a:gd name="T10" fmla="*/ 1488 w 10"/>
                <a:gd name="T11" fmla="*/ 0 h 15"/>
                <a:gd name="T12" fmla="*/ 2470 w 10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8" y="0"/>
                    <a:pt x="7" y="4"/>
                    <a:pt x="7" y="8"/>
                  </a:cubicBezTo>
                  <a:cubicBezTo>
                    <a:pt x="6" y="11"/>
                    <a:pt x="6" y="14"/>
                    <a:pt x="4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" y="15"/>
                    <a:pt x="2" y="12"/>
                    <a:pt x="3" y="8"/>
                  </a:cubicBezTo>
                  <a:cubicBezTo>
                    <a:pt x="3" y="5"/>
                    <a:pt x="4" y="0"/>
                    <a:pt x="6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8" name="Freeform 588">
              <a:extLst>
                <a:ext uri="{FF2B5EF4-FFF2-40B4-BE49-F238E27FC236}">
                  <a16:creationId xmlns:a16="http://schemas.microsoft.com/office/drawing/2014/main" id="{50A0667F-8EDC-4D45-A126-99F52C192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47"/>
              <a:ext cx="30" cy="37"/>
            </a:xfrm>
            <a:custGeom>
              <a:avLst/>
              <a:gdLst>
                <a:gd name="T0" fmla="*/ 2938 w 12"/>
                <a:gd name="T1" fmla="*/ 0 h 14"/>
                <a:gd name="T2" fmla="*/ 1770 w 12"/>
                <a:gd name="T3" fmla="*/ 2730 h 14"/>
                <a:gd name="T4" fmla="*/ 988 w 12"/>
                <a:gd name="T5" fmla="*/ 4784 h 14"/>
                <a:gd name="T6" fmla="*/ 0 w 12"/>
                <a:gd name="T7" fmla="*/ 4784 h 14"/>
                <a:gd name="T8" fmla="*/ 783 w 12"/>
                <a:gd name="T9" fmla="*/ 2730 h 14"/>
                <a:gd name="T10" fmla="*/ 1958 w 12"/>
                <a:gd name="T11" fmla="*/ 0 h 14"/>
                <a:gd name="T12" fmla="*/ 293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0" y="0"/>
                    <a:pt x="9" y="5"/>
                    <a:pt x="7" y="8"/>
                  </a:cubicBezTo>
                  <a:cubicBezTo>
                    <a:pt x="6" y="11"/>
                    <a:pt x="6" y="14"/>
                    <a:pt x="4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4"/>
                    <a:pt x="2" y="11"/>
                    <a:pt x="3" y="8"/>
                  </a:cubicBezTo>
                  <a:cubicBezTo>
                    <a:pt x="5" y="5"/>
                    <a:pt x="6" y="0"/>
                    <a:pt x="8" y="0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9" name="Freeform 589">
              <a:extLst>
                <a:ext uri="{FF2B5EF4-FFF2-40B4-BE49-F238E27FC236}">
                  <a16:creationId xmlns:a16="http://schemas.microsoft.com/office/drawing/2014/main" id="{D07AE758-8835-40EE-ADDB-815895FF5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147"/>
              <a:ext cx="27" cy="37"/>
            </a:xfrm>
            <a:custGeom>
              <a:avLst/>
              <a:gdLst>
                <a:gd name="T0" fmla="*/ 2398 w 11"/>
                <a:gd name="T1" fmla="*/ 0 h 14"/>
                <a:gd name="T2" fmla="*/ 1524 w 11"/>
                <a:gd name="T3" fmla="*/ 2730 h 14"/>
                <a:gd name="T4" fmla="*/ 903 w 11"/>
                <a:gd name="T5" fmla="*/ 4784 h 14"/>
                <a:gd name="T6" fmla="*/ 0 w 11"/>
                <a:gd name="T7" fmla="*/ 4784 h 14"/>
                <a:gd name="T8" fmla="*/ 621 w 11"/>
                <a:gd name="T9" fmla="*/ 2730 h 14"/>
                <a:gd name="T10" fmla="*/ 1524 w 11"/>
                <a:gd name="T11" fmla="*/ 0 h 14"/>
                <a:gd name="T12" fmla="*/ 2398 w 1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10" y="0"/>
                    <a:pt x="8" y="5"/>
                    <a:pt x="7" y="8"/>
                  </a:cubicBezTo>
                  <a:cubicBezTo>
                    <a:pt x="6" y="11"/>
                    <a:pt x="5" y="14"/>
                    <a:pt x="4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2" y="11"/>
                    <a:pt x="3" y="8"/>
                  </a:cubicBezTo>
                  <a:cubicBezTo>
                    <a:pt x="4" y="5"/>
                    <a:pt x="6" y="0"/>
                    <a:pt x="7" y="0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0" name="Freeform 590">
              <a:extLst>
                <a:ext uri="{FF2B5EF4-FFF2-40B4-BE49-F238E27FC236}">
                  <a16:creationId xmlns:a16="http://schemas.microsoft.com/office/drawing/2014/main" id="{D8C18018-3969-4E11-8736-81E15E02B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147"/>
              <a:ext cx="30" cy="37"/>
            </a:xfrm>
            <a:custGeom>
              <a:avLst/>
              <a:gdLst>
                <a:gd name="T0" fmla="*/ 2938 w 12"/>
                <a:gd name="T1" fmla="*/ 0 h 14"/>
                <a:gd name="T2" fmla="*/ 1770 w 12"/>
                <a:gd name="T3" fmla="*/ 2730 h 14"/>
                <a:gd name="T4" fmla="*/ 988 w 12"/>
                <a:gd name="T5" fmla="*/ 4784 h 14"/>
                <a:gd name="T6" fmla="*/ 0 w 12"/>
                <a:gd name="T7" fmla="*/ 4784 h 14"/>
                <a:gd name="T8" fmla="*/ 783 w 12"/>
                <a:gd name="T9" fmla="*/ 2730 h 14"/>
                <a:gd name="T10" fmla="*/ 1958 w 12"/>
                <a:gd name="T11" fmla="*/ 0 h 14"/>
                <a:gd name="T12" fmla="*/ 293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0" y="0"/>
                    <a:pt x="8" y="5"/>
                    <a:pt x="7" y="8"/>
                  </a:cubicBezTo>
                  <a:cubicBezTo>
                    <a:pt x="6" y="11"/>
                    <a:pt x="6" y="14"/>
                    <a:pt x="4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4"/>
                    <a:pt x="2" y="11"/>
                    <a:pt x="3" y="8"/>
                  </a:cubicBezTo>
                  <a:cubicBezTo>
                    <a:pt x="5" y="5"/>
                    <a:pt x="6" y="0"/>
                    <a:pt x="8" y="0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1" name="Freeform 591">
              <a:extLst>
                <a:ext uri="{FF2B5EF4-FFF2-40B4-BE49-F238E27FC236}">
                  <a16:creationId xmlns:a16="http://schemas.microsoft.com/office/drawing/2014/main" id="{788669C4-027F-4504-A226-C8780274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064"/>
              <a:ext cx="25" cy="45"/>
            </a:xfrm>
            <a:custGeom>
              <a:avLst/>
              <a:gdLst>
                <a:gd name="T0" fmla="*/ 988 w 10"/>
                <a:gd name="T1" fmla="*/ 5845 h 17"/>
                <a:gd name="T2" fmla="*/ 1488 w 10"/>
                <a:gd name="T3" fmla="*/ 3131 h 17"/>
                <a:gd name="T4" fmla="*/ 2270 w 10"/>
                <a:gd name="T5" fmla="*/ 630 h 17"/>
                <a:gd name="T6" fmla="*/ 1488 w 10"/>
                <a:gd name="T7" fmla="*/ 0 h 17"/>
                <a:gd name="T8" fmla="*/ 988 w 10"/>
                <a:gd name="T9" fmla="*/ 2059 h 17"/>
                <a:gd name="T10" fmla="*/ 313 w 10"/>
                <a:gd name="T11" fmla="*/ 4807 h 17"/>
                <a:gd name="T12" fmla="*/ 988 w 10"/>
                <a:gd name="T13" fmla="*/ 584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4" y="17"/>
                  </a:moveTo>
                  <a:cubicBezTo>
                    <a:pt x="3" y="16"/>
                    <a:pt x="5" y="12"/>
                    <a:pt x="6" y="9"/>
                  </a:cubicBezTo>
                  <a:cubicBezTo>
                    <a:pt x="8" y="5"/>
                    <a:pt x="10" y="3"/>
                    <a:pt x="9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5" y="2"/>
                    <a:pt x="4" y="6"/>
                  </a:cubicBezTo>
                  <a:cubicBezTo>
                    <a:pt x="2" y="9"/>
                    <a:pt x="0" y="13"/>
                    <a:pt x="1" y="14"/>
                  </a:cubicBezTo>
                  <a:lnTo>
                    <a:pt x="4" y="17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2" name="Freeform 592">
              <a:extLst>
                <a:ext uri="{FF2B5EF4-FFF2-40B4-BE49-F238E27FC236}">
                  <a16:creationId xmlns:a16="http://schemas.microsoft.com/office/drawing/2014/main" id="{4E37E997-3DAC-4FF1-9A34-1574B9BD6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147"/>
              <a:ext cx="28" cy="37"/>
            </a:xfrm>
            <a:custGeom>
              <a:avLst/>
              <a:gdLst>
                <a:gd name="T0" fmla="*/ 1056 w 11"/>
                <a:gd name="T1" fmla="*/ 4784 h 14"/>
                <a:gd name="T2" fmla="*/ 1932 w 11"/>
                <a:gd name="T3" fmla="*/ 2437 h 14"/>
                <a:gd name="T4" fmla="*/ 2986 w 11"/>
                <a:gd name="T5" fmla="*/ 0 h 14"/>
                <a:gd name="T6" fmla="*/ 1932 w 11"/>
                <a:gd name="T7" fmla="*/ 0 h 14"/>
                <a:gd name="T8" fmla="*/ 843 w 11"/>
                <a:gd name="T9" fmla="*/ 2437 h 14"/>
                <a:gd name="T10" fmla="*/ 0 w 11"/>
                <a:gd name="T11" fmla="*/ 4784 h 14"/>
                <a:gd name="T12" fmla="*/ 1056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4" y="14"/>
                  </a:moveTo>
                  <a:cubicBezTo>
                    <a:pt x="5" y="14"/>
                    <a:pt x="6" y="9"/>
                    <a:pt x="7" y="7"/>
                  </a:cubicBezTo>
                  <a:cubicBezTo>
                    <a:pt x="8" y="5"/>
                    <a:pt x="10" y="0"/>
                    <a:pt x="1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4" y="5"/>
                    <a:pt x="3" y="7"/>
                  </a:cubicBezTo>
                  <a:cubicBezTo>
                    <a:pt x="2" y="9"/>
                    <a:pt x="1" y="14"/>
                    <a:pt x="0" y="14"/>
                  </a:cubicBezTo>
                  <a:lnTo>
                    <a:pt x="4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3" name="Freeform 593">
              <a:extLst>
                <a:ext uri="{FF2B5EF4-FFF2-40B4-BE49-F238E27FC236}">
                  <a16:creationId xmlns:a16="http://schemas.microsoft.com/office/drawing/2014/main" id="{0162F11E-6763-4D09-B4E5-F0B401DBE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147"/>
              <a:ext cx="30" cy="37"/>
            </a:xfrm>
            <a:custGeom>
              <a:avLst/>
              <a:gdLst>
                <a:gd name="T0" fmla="*/ 988 w 12"/>
                <a:gd name="T1" fmla="*/ 4784 h 14"/>
                <a:gd name="T2" fmla="*/ 1770 w 12"/>
                <a:gd name="T3" fmla="*/ 2437 h 14"/>
                <a:gd name="T4" fmla="*/ 2938 w 12"/>
                <a:gd name="T5" fmla="*/ 0 h 14"/>
                <a:gd name="T6" fmla="*/ 1958 w 12"/>
                <a:gd name="T7" fmla="*/ 0 h 14"/>
                <a:gd name="T8" fmla="*/ 783 w 12"/>
                <a:gd name="T9" fmla="*/ 2437 h 14"/>
                <a:gd name="T10" fmla="*/ 0 w 12"/>
                <a:gd name="T11" fmla="*/ 4784 h 14"/>
                <a:gd name="T12" fmla="*/ 988 w 12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4" y="14"/>
                  </a:moveTo>
                  <a:cubicBezTo>
                    <a:pt x="5" y="14"/>
                    <a:pt x="7" y="9"/>
                    <a:pt x="7" y="7"/>
                  </a:cubicBezTo>
                  <a:cubicBezTo>
                    <a:pt x="8" y="5"/>
                    <a:pt x="10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4" y="5"/>
                    <a:pt x="3" y="7"/>
                  </a:cubicBezTo>
                  <a:cubicBezTo>
                    <a:pt x="3" y="9"/>
                    <a:pt x="1" y="14"/>
                    <a:pt x="0" y="14"/>
                  </a:cubicBezTo>
                  <a:lnTo>
                    <a:pt x="4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4" name="Freeform 594">
              <a:extLst>
                <a:ext uri="{FF2B5EF4-FFF2-40B4-BE49-F238E27FC236}">
                  <a16:creationId xmlns:a16="http://schemas.microsoft.com/office/drawing/2014/main" id="{AD163595-BEC5-42B5-A52F-5ADCCC482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147"/>
              <a:ext cx="27" cy="37"/>
            </a:xfrm>
            <a:custGeom>
              <a:avLst/>
              <a:gdLst>
                <a:gd name="T0" fmla="*/ 0 w 11"/>
                <a:gd name="T1" fmla="*/ 0 h 14"/>
                <a:gd name="T2" fmla="*/ 903 w 11"/>
                <a:gd name="T3" fmla="*/ 2730 h 14"/>
                <a:gd name="T4" fmla="*/ 1524 w 11"/>
                <a:gd name="T5" fmla="*/ 4784 h 14"/>
                <a:gd name="T6" fmla="*/ 2398 w 11"/>
                <a:gd name="T7" fmla="*/ 4784 h 14"/>
                <a:gd name="T8" fmla="*/ 1777 w 11"/>
                <a:gd name="T9" fmla="*/ 2730 h 14"/>
                <a:gd name="T10" fmla="*/ 903 w 11"/>
                <a:gd name="T11" fmla="*/ 0 h 14"/>
                <a:gd name="T12" fmla="*/ 0 w 1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1" y="0"/>
                    <a:pt x="3" y="5"/>
                    <a:pt x="4" y="8"/>
                  </a:cubicBezTo>
                  <a:cubicBezTo>
                    <a:pt x="5" y="11"/>
                    <a:pt x="6" y="14"/>
                    <a:pt x="7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1"/>
                    <a:pt x="8" y="8"/>
                  </a:cubicBezTo>
                  <a:cubicBezTo>
                    <a:pt x="7" y="5"/>
                    <a:pt x="5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5" name="Freeform 595">
              <a:extLst>
                <a:ext uri="{FF2B5EF4-FFF2-40B4-BE49-F238E27FC236}">
                  <a16:creationId xmlns:a16="http://schemas.microsoft.com/office/drawing/2014/main" id="{0AF3BB7C-A5AC-423C-BA13-33637FDA1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147"/>
              <a:ext cx="30" cy="37"/>
            </a:xfrm>
            <a:custGeom>
              <a:avLst/>
              <a:gdLst>
                <a:gd name="T0" fmla="*/ 0 w 12"/>
                <a:gd name="T1" fmla="*/ 0 h 14"/>
                <a:gd name="T2" fmla="*/ 1300 w 12"/>
                <a:gd name="T3" fmla="*/ 2730 h 14"/>
                <a:gd name="T4" fmla="*/ 1958 w 12"/>
                <a:gd name="T5" fmla="*/ 4784 h 14"/>
                <a:gd name="T6" fmla="*/ 2938 w 12"/>
                <a:gd name="T7" fmla="*/ 4784 h 14"/>
                <a:gd name="T8" fmla="*/ 2270 w 12"/>
                <a:gd name="T9" fmla="*/ 2730 h 14"/>
                <a:gd name="T10" fmla="*/ 988 w 12"/>
                <a:gd name="T11" fmla="*/ 0 h 14"/>
                <a:gd name="T12" fmla="*/ 0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2" y="0"/>
                    <a:pt x="4" y="5"/>
                    <a:pt x="5" y="8"/>
                  </a:cubicBezTo>
                  <a:cubicBezTo>
                    <a:pt x="6" y="11"/>
                    <a:pt x="6" y="14"/>
                    <a:pt x="8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4"/>
                    <a:pt x="10" y="11"/>
                    <a:pt x="9" y="8"/>
                  </a:cubicBezTo>
                  <a:cubicBezTo>
                    <a:pt x="7" y="5"/>
                    <a:pt x="6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6" name="Freeform 596">
              <a:extLst>
                <a:ext uri="{FF2B5EF4-FFF2-40B4-BE49-F238E27FC236}">
                  <a16:creationId xmlns:a16="http://schemas.microsoft.com/office/drawing/2014/main" id="{4E2C6DAE-A425-4FDD-91ED-15AFADE33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019"/>
              <a:ext cx="30" cy="37"/>
            </a:xfrm>
            <a:custGeom>
              <a:avLst/>
              <a:gdLst>
                <a:gd name="T0" fmla="*/ 988 w 12"/>
                <a:gd name="T1" fmla="*/ 0 h 14"/>
                <a:gd name="T2" fmla="*/ 1958 w 12"/>
                <a:gd name="T3" fmla="*/ 2437 h 14"/>
                <a:gd name="T4" fmla="*/ 2938 w 12"/>
                <a:gd name="T5" fmla="*/ 4784 h 14"/>
                <a:gd name="T6" fmla="*/ 1958 w 12"/>
                <a:gd name="T7" fmla="*/ 4784 h 14"/>
                <a:gd name="T8" fmla="*/ 783 w 12"/>
                <a:gd name="T9" fmla="*/ 2730 h 14"/>
                <a:gd name="T10" fmla="*/ 0 w 12"/>
                <a:gd name="T11" fmla="*/ 0 h 14"/>
                <a:gd name="T12" fmla="*/ 98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4" y="0"/>
                  </a:moveTo>
                  <a:cubicBezTo>
                    <a:pt x="5" y="0"/>
                    <a:pt x="7" y="5"/>
                    <a:pt x="8" y="7"/>
                  </a:cubicBezTo>
                  <a:cubicBezTo>
                    <a:pt x="8" y="9"/>
                    <a:pt x="10" y="14"/>
                    <a:pt x="12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6" y="14"/>
                    <a:pt x="4" y="9"/>
                    <a:pt x="3" y="8"/>
                  </a:cubicBezTo>
                  <a:cubicBezTo>
                    <a:pt x="3" y="6"/>
                    <a:pt x="1" y="0"/>
                    <a:pt x="0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7" name="Freeform 597">
              <a:extLst>
                <a:ext uri="{FF2B5EF4-FFF2-40B4-BE49-F238E27FC236}">
                  <a16:creationId xmlns:a16="http://schemas.microsoft.com/office/drawing/2014/main" id="{783655DF-ADE8-4523-99A3-CDD1E882F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019"/>
              <a:ext cx="30" cy="37"/>
            </a:xfrm>
            <a:custGeom>
              <a:avLst/>
              <a:gdLst>
                <a:gd name="T0" fmla="*/ 988 w 12"/>
                <a:gd name="T1" fmla="*/ 0 h 14"/>
                <a:gd name="T2" fmla="*/ 1770 w 12"/>
                <a:gd name="T3" fmla="*/ 2437 h 14"/>
                <a:gd name="T4" fmla="*/ 2938 w 12"/>
                <a:gd name="T5" fmla="*/ 4784 h 14"/>
                <a:gd name="T6" fmla="*/ 1958 w 12"/>
                <a:gd name="T7" fmla="*/ 4784 h 14"/>
                <a:gd name="T8" fmla="*/ 783 w 12"/>
                <a:gd name="T9" fmla="*/ 2437 h 14"/>
                <a:gd name="T10" fmla="*/ 0 w 12"/>
                <a:gd name="T11" fmla="*/ 0 h 14"/>
                <a:gd name="T12" fmla="*/ 98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4" y="0"/>
                  </a:moveTo>
                  <a:cubicBezTo>
                    <a:pt x="5" y="0"/>
                    <a:pt x="7" y="5"/>
                    <a:pt x="7" y="7"/>
                  </a:cubicBezTo>
                  <a:cubicBezTo>
                    <a:pt x="8" y="9"/>
                    <a:pt x="10" y="14"/>
                    <a:pt x="12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6" y="14"/>
                    <a:pt x="4" y="9"/>
                    <a:pt x="3" y="7"/>
                  </a:cubicBezTo>
                  <a:cubicBezTo>
                    <a:pt x="3" y="5"/>
                    <a:pt x="1" y="0"/>
                    <a:pt x="0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8" name="Freeform 598">
              <a:extLst>
                <a:ext uri="{FF2B5EF4-FFF2-40B4-BE49-F238E27FC236}">
                  <a16:creationId xmlns:a16="http://schemas.microsoft.com/office/drawing/2014/main" id="{64DFA704-CA5A-4D07-9287-3ECC83B1A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019"/>
              <a:ext cx="27" cy="37"/>
            </a:xfrm>
            <a:custGeom>
              <a:avLst/>
              <a:gdLst>
                <a:gd name="T0" fmla="*/ 0 w 11"/>
                <a:gd name="T1" fmla="*/ 4784 h 14"/>
                <a:gd name="T2" fmla="*/ 903 w 11"/>
                <a:gd name="T3" fmla="*/ 2046 h 14"/>
                <a:gd name="T4" fmla="*/ 1524 w 11"/>
                <a:gd name="T5" fmla="*/ 0 h 14"/>
                <a:gd name="T6" fmla="*/ 2398 w 11"/>
                <a:gd name="T7" fmla="*/ 0 h 14"/>
                <a:gd name="T8" fmla="*/ 1777 w 11"/>
                <a:gd name="T9" fmla="*/ 2046 h 14"/>
                <a:gd name="T10" fmla="*/ 903 w 11"/>
                <a:gd name="T11" fmla="*/ 4784 h 14"/>
                <a:gd name="T12" fmla="*/ 0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0" y="14"/>
                  </a:moveTo>
                  <a:cubicBezTo>
                    <a:pt x="1" y="14"/>
                    <a:pt x="3" y="10"/>
                    <a:pt x="4" y="6"/>
                  </a:cubicBezTo>
                  <a:cubicBezTo>
                    <a:pt x="5" y="3"/>
                    <a:pt x="6" y="0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9" y="3"/>
                    <a:pt x="8" y="6"/>
                  </a:cubicBezTo>
                  <a:cubicBezTo>
                    <a:pt x="7" y="10"/>
                    <a:pt x="5" y="14"/>
                    <a:pt x="4" y="14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9" name="Freeform 599">
              <a:extLst>
                <a:ext uri="{FF2B5EF4-FFF2-40B4-BE49-F238E27FC236}">
                  <a16:creationId xmlns:a16="http://schemas.microsoft.com/office/drawing/2014/main" id="{DAAD26A7-0EB5-4B03-8FF3-B20C6DF85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128"/>
              <a:ext cx="35" cy="35"/>
            </a:xfrm>
            <a:custGeom>
              <a:avLst/>
              <a:gdLst>
                <a:gd name="T0" fmla="*/ 2470 w 14"/>
                <a:gd name="T1" fmla="*/ 4935 h 13"/>
                <a:gd name="T2" fmla="*/ 1300 w 14"/>
                <a:gd name="T3" fmla="*/ 2673 h 13"/>
                <a:gd name="T4" fmla="*/ 0 w 14"/>
                <a:gd name="T5" fmla="*/ 428 h 13"/>
                <a:gd name="T6" fmla="*/ 783 w 14"/>
                <a:gd name="T7" fmla="*/ 0 h 13"/>
                <a:gd name="T8" fmla="*/ 2270 w 14"/>
                <a:gd name="T9" fmla="*/ 2262 h 13"/>
                <a:gd name="T10" fmla="*/ 3438 w 14"/>
                <a:gd name="T11" fmla="*/ 4531 h 13"/>
                <a:gd name="T12" fmla="*/ 2470 w 14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10" y="13"/>
                  </a:moveTo>
                  <a:cubicBezTo>
                    <a:pt x="9" y="13"/>
                    <a:pt x="6" y="8"/>
                    <a:pt x="5" y="7"/>
                  </a:cubicBezTo>
                  <a:cubicBezTo>
                    <a:pt x="4" y="5"/>
                    <a:pt x="1" y="1"/>
                    <a:pt x="0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0"/>
                    <a:pt x="8" y="4"/>
                    <a:pt x="9" y="6"/>
                  </a:cubicBezTo>
                  <a:cubicBezTo>
                    <a:pt x="10" y="8"/>
                    <a:pt x="13" y="13"/>
                    <a:pt x="14" y="12"/>
                  </a:cubicBezTo>
                  <a:lnTo>
                    <a:pt x="10" y="13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0" name="Freeform 600">
              <a:extLst>
                <a:ext uri="{FF2B5EF4-FFF2-40B4-BE49-F238E27FC236}">
                  <a16:creationId xmlns:a16="http://schemas.microsoft.com/office/drawing/2014/main" id="{028AE802-BEB6-4305-929D-625773583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120"/>
              <a:ext cx="40" cy="37"/>
            </a:xfrm>
            <a:custGeom>
              <a:avLst/>
              <a:gdLst>
                <a:gd name="T0" fmla="*/ 2938 w 16"/>
                <a:gd name="T1" fmla="*/ 4392 h 14"/>
                <a:gd name="T2" fmla="*/ 1770 w 16"/>
                <a:gd name="T3" fmla="*/ 2437 h 14"/>
                <a:gd name="T4" fmla="*/ 0 w 16"/>
                <a:gd name="T5" fmla="*/ 629 h 14"/>
                <a:gd name="T6" fmla="*/ 1300 w 16"/>
                <a:gd name="T7" fmla="*/ 391 h 14"/>
                <a:gd name="T8" fmla="*/ 2738 w 16"/>
                <a:gd name="T9" fmla="*/ 2046 h 14"/>
                <a:gd name="T10" fmla="*/ 3908 w 16"/>
                <a:gd name="T11" fmla="*/ 4157 h 14"/>
                <a:gd name="T12" fmla="*/ 2938 w 16"/>
                <a:gd name="T13" fmla="*/ 439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12" y="13"/>
                  </a:moveTo>
                  <a:cubicBezTo>
                    <a:pt x="11" y="14"/>
                    <a:pt x="8" y="9"/>
                    <a:pt x="7" y="7"/>
                  </a:cubicBezTo>
                  <a:cubicBezTo>
                    <a:pt x="6" y="6"/>
                    <a:pt x="2" y="1"/>
                    <a:pt x="0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0"/>
                    <a:pt x="9" y="5"/>
                    <a:pt x="11" y="6"/>
                  </a:cubicBezTo>
                  <a:cubicBezTo>
                    <a:pt x="12" y="8"/>
                    <a:pt x="15" y="12"/>
                    <a:pt x="16" y="12"/>
                  </a:cubicBezTo>
                  <a:lnTo>
                    <a:pt x="12" y="13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1" name="Freeform 601">
              <a:extLst>
                <a:ext uri="{FF2B5EF4-FFF2-40B4-BE49-F238E27FC236}">
                  <a16:creationId xmlns:a16="http://schemas.microsoft.com/office/drawing/2014/main" id="{C2CC8FF3-22F0-471A-A193-99D720E2A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139"/>
              <a:ext cx="35" cy="37"/>
            </a:xfrm>
            <a:custGeom>
              <a:avLst/>
              <a:gdLst>
                <a:gd name="T0" fmla="*/ 2470 w 14"/>
                <a:gd name="T1" fmla="*/ 4784 h 14"/>
                <a:gd name="T2" fmla="*/ 1300 w 14"/>
                <a:gd name="T3" fmla="*/ 2437 h 14"/>
                <a:gd name="T4" fmla="*/ 0 w 14"/>
                <a:gd name="T5" fmla="*/ 391 h 14"/>
                <a:gd name="T6" fmla="*/ 988 w 14"/>
                <a:gd name="T7" fmla="*/ 0 h 14"/>
                <a:gd name="T8" fmla="*/ 2270 w 14"/>
                <a:gd name="T9" fmla="*/ 2046 h 14"/>
                <a:gd name="T10" fmla="*/ 3438 w 14"/>
                <a:gd name="T11" fmla="*/ 4392 h 14"/>
                <a:gd name="T12" fmla="*/ 2470 w 14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10" y="14"/>
                  </a:moveTo>
                  <a:cubicBezTo>
                    <a:pt x="8" y="14"/>
                    <a:pt x="6" y="9"/>
                    <a:pt x="5" y="7"/>
                  </a:cubicBezTo>
                  <a:cubicBezTo>
                    <a:pt x="4" y="5"/>
                    <a:pt x="2" y="1"/>
                    <a:pt x="0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5"/>
                    <a:pt x="9" y="6"/>
                  </a:cubicBezTo>
                  <a:cubicBezTo>
                    <a:pt x="10" y="8"/>
                    <a:pt x="12" y="13"/>
                    <a:pt x="14" y="13"/>
                  </a:cubicBezTo>
                  <a:lnTo>
                    <a:pt x="10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2" name="Freeform 602">
              <a:extLst>
                <a:ext uri="{FF2B5EF4-FFF2-40B4-BE49-F238E27FC236}">
                  <a16:creationId xmlns:a16="http://schemas.microsoft.com/office/drawing/2014/main" id="{7A2A7E80-E919-4CC7-B861-7E897579B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133"/>
              <a:ext cx="33" cy="38"/>
            </a:xfrm>
            <a:custGeom>
              <a:avLst/>
              <a:gdLst>
                <a:gd name="T0" fmla="*/ 2404 w 13"/>
                <a:gd name="T1" fmla="*/ 5600 h 14"/>
                <a:gd name="T2" fmla="*/ 1373 w 13"/>
                <a:gd name="T3" fmla="*/ 2823 h 14"/>
                <a:gd name="T4" fmla="*/ 0 w 13"/>
                <a:gd name="T5" fmla="*/ 442 h 14"/>
                <a:gd name="T6" fmla="*/ 1031 w 13"/>
                <a:gd name="T7" fmla="*/ 0 h 14"/>
                <a:gd name="T8" fmla="*/ 2404 w 13"/>
                <a:gd name="T9" fmla="*/ 2823 h 14"/>
                <a:gd name="T10" fmla="*/ 3485 w 13"/>
                <a:gd name="T11" fmla="*/ 5157 h 14"/>
                <a:gd name="T12" fmla="*/ 2404 w 13"/>
                <a:gd name="T13" fmla="*/ 560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9" y="14"/>
                  </a:moveTo>
                  <a:cubicBezTo>
                    <a:pt x="8" y="14"/>
                    <a:pt x="6" y="9"/>
                    <a:pt x="5" y="7"/>
                  </a:cubicBezTo>
                  <a:cubicBezTo>
                    <a:pt x="4" y="5"/>
                    <a:pt x="1" y="1"/>
                    <a:pt x="0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8" y="5"/>
                    <a:pt x="9" y="7"/>
                  </a:cubicBezTo>
                  <a:cubicBezTo>
                    <a:pt x="10" y="8"/>
                    <a:pt x="12" y="13"/>
                    <a:pt x="13" y="13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3" name="Freeform 603">
              <a:extLst>
                <a:ext uri="{FF2B5EF4-FFF2-40B4-BE49-F238E27FC236}">
                  <a16:creationId xmlns:a16="http://schemas.microsoft.com/office/drawing/2014/main" id="{51E0F40E-084C-4BE9-AEDE-3C399A938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144"/>
              <a:ext cx="32" cy="37"/>
            </a:xfrm>
            <a:custGeom>
              <a:avLst/>
              <a:gdLst>
                <a:gd name="T0" fmla="*/ 1982 w 13"/>
                <a:gd name="T1" fmla="*/ 4392 h 14"/>
                <a:gd name="T2" fmla="*/ 1103 w 13"/>
                <a:gd name="T3" fmla="*/ 2437 h 14"/>
                <a:gd name="T4" fmla="*/ 0 w 13"/>
                <a:gd name="T5" fmla="*/ 0 h 14"/>
                <a:gd name="T6" fmla="*/ 928 w 13"/>
                <a:gd name="T7" fmla="*/ 0 h 14"/>
                <a:gd name="T8" fmla="*/ 1982 w 13"/>
                <a:gd name="T9" fmla="*/ 2046 h 14"/>
                <a:gd name="T10" fmla="*/ 2897 w 13"/>
                <a:gd name="T11" fmla="*/ 4392 h 14"/>
                <a:gd name="T12" fmla="*/ 1982 w 13"/>
                <a:gd name="T13" fmla="*/ 439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9" y="13"/>
                  </a:moveTo>
                  <a:cubicBezTo>
                    <a:pt x="8" y="14"/>
                    <a:pt x="6" y="8"/>
                    <a:pt x="5" y="7"/>
                  </a:cubicBezTo>
                  <a:cubicBezTo>
                    <a:pt x="4" y="5"/>
                    <a:pt x="1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8" y="4"/>
                    <a:pt x="9" y="6"/>
                  </a:cubicBezTo>
                  <a:cubicBezTo>
                    <a:pt x="10" y="8"/>
                    <a:pt x="12" y="13"/>
                    <a:pt x="13" y="13"/>
                  </a:cubicBezTo>
                  <a:lnTo>
                    <a:pt x="9" y="13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4" name="Freeform 604">
              <a:extLst>
                <a:ext uri="{FF2B5EF4-FFF2-40B4-BE49-F238E27FC236}">
                  <a16:creationId xmlns:a16="http://schemas.microsoft.com/office/drawing/2014/main" id="{6980C375-D562-44CF-8197-14DD4119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147"/>
              <a:ext cx="33" cy="37"/>
            </a:xfrm>
            <a:custGeom>
              <a:avLst/>
              <a:gdLst>
                <a:gd name="T0" fmla="*/ 2404 w 13"/>
                <a:gd name="T1" fmla="*/ 4784 h 14"/>
                <a:gd name="T2" fmla="*/ 1373 w 13"/>
                <a:gd name="T3" fmla="*/ 2437 h 14"/>
                <a:gd name="T4" fmla="*/ 0 w 13"/>
                <a:gd name="T5" fmla="*/ 391 h 14"/>
                <a:gd name="T6" fmla="*/ 1031 w 13"/>
                <a:gd name="T7" fmla="*/ 0 h 14"/>
                <a:gd name="T8" fmla="*/ 2404 w 13"/>
                <a:gd name="T9" fmla="*/ 2437 h 14"/>
                <a:gd name="T10" fmla="*/ 3485 w 13"/>
                <a:gd name="T11" fmla="*/ 4392 h 14"/>
                <a:gd name="T12" fmla="*/ 2404 w 13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9" y="14"/>
                  </a:moveTo>
                  <a:cubicBezTo>
                    <a:pt x="8" y="14"/>
                    <a:pt x="6" y="9"/>
                    <a:pt x="5" y="7"/>
                  </a:cubicBezTo>
                  <a:cubicBezTo>
                    <a:pt x="4" y="5"/>
                    <a:pt x="2" y="0"/>
                    <a:pt x="0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5"/>
                    <a:pt x="9" y="7"/>
                  </a:cubicBezTo>
                  <a:cubicBezTo>
                    <a:pt x="10" y="8"/>
                    <a:pt x="12" y="14"/>
                    <a:pt x="13" y="13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5" name="Freeform 605">
              <a:extLst>
                <a:ext uri="{FF2B5EF4-FFF2-40B4-BE49-F238E27FC236}">
                  <a16:creationId xmlns:a16="http://schemas.microsoft.com/office/drawing/2014/main" id="{E392FA7A-4568-481F-87C6-EF4005953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147"/>
              <a:ext cx="28" cy="37"/>
            </a:xfrm>
            <a:custGeom>
              <a:avLst/>
              <a:gdLst>
                <a:gd name="T0" fmla="*/ 1932 w 11"/>
                <a:gd name="T1" fmla="*/ 4784 h 14"/>
                <a:gd name="T2" fmla="*/ 1056 w 11"/>
                <a:gd name="T3" fmla="*/ 2437 h 14"/>
                <a:gd name="T4" fmla="*/ 0 w 11"/>
                <a:gd name="T5" fmla="*/ 0 h 14"/>
                <a:gd name="T6" fmla="*/ 1056 w 11"/>
                <a:gd name="T7" fmla="*/ 0 h 14"/>
                <a:gd name="T8" fmla="*/ 2146 w 11"/>
                <a:gd name="T9" fmla="*/ 2437 h 14"/>
                <a:gd name="T10" fmla="*/ 2986 w 11"/>
                <a:gd name="T11" fmla="*/ 4784 h 14"/>
                <a:gd name="T12" fmla="*/ 1932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7" y="14"/>
                  </a:moveTo>
                  <a:cubicBezTo>
                    <a:pt x="6" y="14"/>
                    <a:pt x="5" y="9"/>
                    <a:pt x="4" y="7"/>
                  </a:cubicBezTo>
                  <a:cubicBezTo>
                    <a:pt x="3" y="5"/>
                    <a:pt x="1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7" y="5"/>
                    <a:pt x="8" y="7"/>
                  </a:cubicBezTo>
                  <a:cubicBezTo>
                    <a:pt x="9" y="9"/>
                    <a:pt x="10" y="14"/>
                    <a:pt x="11" y="14"/>
                  </a:cubicBezTo>
                  <a:lnTo>
                    <a:pt x="7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6" name="Freeform 606">
              <a:extLst>
                <a:ext uri="{FF2B5EF4-FFF2-40B4-BE49-F238E27FC236}">
                  <a16:creationId xmlns:a16="http://schemas.microsoft.com/office/drawing/2014/main" id="{685253AC-2334-4AB0-A19B-62F19405F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147"/>
              <a:ext cx="30" cy="37"/>
            </a:xfrm>
            <a:custGeom>
              <a:avLst/>
              <a:gdLst>
                <a:gd name="T0" fmla="*/ 1958 w 12"/>
                <a:gd name="T1" fmla="*/ 4784 h 14"/>
                <a:gd name="T2" fmla="*/ 1300 w 12"/>
                <a:gd name="T3" fmla="*/ 2437 h 14"/>
                <a:gd name="T4" fmla="*/ 0 w 12"/>
                <a:gd name="T5" fmla="*/ 0 h 14"/>
                <a:gd name="T6" fmla="*/ 988 w 12"/>
                <a:gd name="T7" fmla="*/ 0 h 14"/>
                <a:gd name="T8" fmla="*/ 2270 w 12"/>
                <a:gd name="T9" fmla="*/ 2437 h 14"/>
                <a:gd name="T10" fmla="*/ 2938 w 12"/>
                <a:gd name="T11" fmla="*/ 4784 h 14"/>
                <a:gd name="T12" fmla="*/ 1958 w 12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8" y="14"/>
                  </a:moveTo>
                  <a:cubicBezTo>
                    <a:pt x="7" y="14"/>
                    <a:pt x="5" y="9"/>
                    <a:pt x="5" y="7"/>
                  </a:cubicBezTo>
                  <a:cubicBezTo>
                    <a:pt x="4" y="5"/>
                    <a:pt x="2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5"/>
                    <a:pt x="9" y="7"/>
                  </a:cubicBezTo>
                  <a:cubicBezTo>
                    <a:pt x="9" y="9"/>
                    <a:pt x="11" y="14"/>
                    <a:pt x="12" y="14"/>
                  </a:cubicBezTo>
                  <a:lnTo>
                    <a:pt x="8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7" name="Freeform 607">
              <a:extLst>
                <a:ext uri="{FF2B5EF4-FFF2-40B4-BE49-F238E27FC236}">
                  <a16:creationId xmlns:a16="http://schemas.microsoft.com/office/drawing/2014/main" id="{20EBA6BF-A897-4012-9C78-B9182E990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061"/>
              <a:ext cx="42" cy="32"/>
            </a:xfrm>
            <a:custGeom>
              <a:avLst/>
              <a:gdLst>
                <a:gd name="T0" fmla="*/ 2942 w 17"/>
                <a:gd name="T1" fmla="*/ 397 h 12"/>
                <a:gd name="T2" fmla="*/ 1374 w 17"/>
                <a:gd name="T3" fmla="*/ 1763 h 12"/>
                <a:gd name="T4" fmla="*/ 0 w 17"/>
                <a:gd name="T5" fmla="*/ 3243 h 12"/>
                <a:gd name="T6" fmla="*/ 635 w 17"/>
                <a:gd name="T7" fmla="*/ 3891 h 12"/>
                <a:gd name="T8" fmla="*/ 2308 w 17"/>
                <a:gd name="T9" fmla="*/ 2581 h 12"/>
                <a:gd name="T10" fmla="*/ 3876 w 17"/>
                <a:gd name="T11" fmla="*/ 1459 h 12"/>
                <a:gd name="T12" fmla="*/ 2942 w 17"/>
                <a:gd name="T13" fmla="*/ 39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">
                  <a:moveTo>
                    <a:pt x="13" y="1"/>
                  </a:moveTo>
                  <a:cubicBezTo>
                    <a:pt x="12" y="0"/>
                    <a:pt x="8" y="4"/>
                    <a:pt x="6" y="5"/>
                  </a:cubicBezTo>
                  <a:cubicBezTo>
                    <a:pt x="5" y="6"/>
                    <a:pt x="1" y="10"/>
                    <a:pt x="0" y="9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8" y="9"/>
                    <a:pt x="10" y="7"/>
                  </a:cubicBezTo>
                  <a:cubicBezTo>
                    <a:pt x="11" y="6"/>
                    <a:pt x="16" y="3"/>
                    <a:pt x="17" y="4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8" name="Freeform 608">
              <a:extLst>
                <a:ext uri="{FF2B5EF4-FFF2-40B4-BE49-F238E27FC236}">
                  <a16:creationId xmlns:a16="http://schemas.microsoft.com/office/drawing/2014/main" id="{CBBF8BBD-F8AD-4B6C-812E-F0D2E26B6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083"/>
              <a:ext cx="42" cy="26"/>
            </a:xfrm>
            <a:custGeom>
              <a:avLst/>
              <a:gdLst>
                <a:gd name="T0" fmla="*/ 3395 w 17"/>
                <a:gd name="T1" fmla="*/ 372 h 10"/>
                <a:gd name="T2" fmla="*/ 1569 w 17"/>
                <a:gd name="T3" fmla="*/ 1196 h 10"/>
                <a:gd name="T4" fmla="*/ 0 w 17"/>
                <a:gd name="T5" fmla="*/ 1914 h 10"/>
                <a:gd name="T6" fmla="*/ 452 w 17"/>
                <a:gd name="T7" fmla="*/ 2746 h 10"/>
                <a:gd name="T8" fmla="*/ 2308 w 17"/>
                <a:gd name="T9" fmla="*/ 2142 h 10"/>
                <a:gd name="T10" fmla="*/ 3876 w 17"/>
                <a:gd name="T11" fmla="*/ 1547 h 10"/>
                <a:gd name="T12" fmla="*/ 3395 w 17"/>
                <a:gd name="T13" fmla="*/ 37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">
                  <a:moveTo>
                    <a:pt x="15" y="1"/>
                  </a:moveTo>
                  <a:cubicBezTo>
                    <a:pt x="14" y="0"/>
                    <a:pt x="9" y="3"/>
                    <a:pt x="7" y="4"/>
                  </a:cubicBezTo>
                  <a:cubicBezTo>
                    <a:pt x="5" y="4"/>
                    <a:pt x="1" y="7"/>
                    <a:pt x="0" y="6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8" y="7"/>
                    <a:pt x="10" y="7"/>
                  </a:cubicBezTo>
                  <a:cubicBezTo>
                    <a:pt x="12" y="6"/>
                    <a:pt x="16" y="4"/>
                    <a:pt x="17" y="5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9" name="Freeform 609">
              <a:extLst>
                <a:ext uri="{FF2B5EF4-FFF2-40B4-BE49-F238E27FC236}">
                  <a16:creationId xmlns:a16="http://schemas.microsoft.com/office/drawing/2014/main" id="{D270F8CE-7DC3-4E29-AAFD-FDEA488CB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867"/>
              <a:ext cx="17" cy="42"/>
            </a:xfrm>
            <a:custGeom>
              <a:avLst/>
              <a:gdLst>
                <a:gd name="T0" fmla="*/ 1243 w 7"/>
                <a:gd name="T1" fmla="*/ 5229 h 16"/>
                <a:gd name="T2" fmla="*/ 1003 w 7"/>
                <a:gd name="T3" fmla="*/ 2985 h 16"/>
                <a:gd name="T4" fmla="*/ 1243 w 7"/>
                <a:gd name="T5" fmla="*/ 614 h 16"/>
                <a:gd name="T6" fmla="*/ 413 w 7"/>
                <a:gd name="T7" fmla="*/ 0 h 16"/>
                <a:gd name="T8" fmla="*/ 413 w 7"/>
                <a:gd name="T9" fmla="*/ 2226 h 16"/>
                <a:gd name="T10" fmla="*/ 413 w 7"/>
                <a:gd name="T11" fmla="*/ 4851 h 16"/>
                <a:gd name="T12" fmla="*/ 1243 w 7"/>
                <a:gd name="T13" fmla="*/ 5229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6">
                  <a:moveTo>
                    <a:pt x="6" y="16"/>
                  </a:moveTo>
                  <a:cubicBezTo>
                    <a:pt x="4" y="16"/>
                    <a:pt x="5" y="13"/>
                    <a:pt x="5" y="9"/>
                  </a:cubicBezTo>
                  <a:cubicBezTo>
                    <a:pt x="6" y="5"/>
                    <a:pt x="7" y="3"/>
                    <a:pt x="6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2" y="3"/>
                    <a:pt x="2" y="7"/>
                  </a:cubicBezTo>
                  <a:cubicBezTo>
                    <a:pt x="1" y="11"/>
                    <a:pt x="0" y="14"/>
                    <a:pt x="2" y="15"/>
                  </a:cubicBezTo>
                  <a:lnTo>
                    <a:pt x="6" y="16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0" name="Freeform 610">
              <a:extLst>
                <a:ext uri="{FF2B5EF4-FFF2-40B4-BE49-F238E27FC236}">
                  <a16:creationId xmlns:a16="http://schemas.microsoft.com/office/drawing/2014/main" id="{AC06D3A0-FAB1-4D85-B47D-648730273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880"/>
              <a:ext cx="20" cy="45"/>
            </a:xfrm>
            <a:custGeom>
              <a:avLst/>
              <a:gdLst>
                <a:gd name="T0" fmla="*/ 988 w 8"/>
                <a:gd name="T1" fmla="*/ 5845 h 17"/>
                <a:gd name="T2" fmla="*/ 1488 w 8"/>
                <a:gd name="T3" fmla="*/ 3391 h 17"/>
                <a:gd name="T4" fmla="*/ 1770 w 8"/>
                <a:gd name="T5" fmla="*/ 1038 h 17"/>
                <a:gd name="T6" fmla="*/ 783 w 8"/>
                <a:gd name="T7" fmla="*/ 0 h 17"/>
                <a:gd name="T8" fmla="*/ 783 w 8"/>
                <a:gd name="T9" fmla="*/ 2446 h 17"/>
                <a:gd name="T10" fmla="*/ 313 w 8"/>
                <a:gd name="T11" fmla="*/ 4807 h 17"/>
                <a:gd name="T12" fmla="*/ 988 w 8"/>
                <a:gd name="T13" fmla="*/ 584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7">
                  <a:moveTo>
                    <a:pt x="4" y="17"/>
                  </a:moveTo>
                  <a:cubicBezTo>
                    <a:pt x="3" y="16"/>
                    <a:pt x="4" y="13"/>
                    <a:pt x="6" y="10"/>
                  </a:cubicBezTo>
                  <a:cubicBezTo>
                    <a:pt x="7" y="6"/>
                    <a:pt x="8" y="3"/>
                    <a:pt x="7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4" y="4"/>
                    <a:pt x="3" y="7"/>
                  </a:cubicBezTo>
                  <a:cubicBezTo>
                    <a:pt x="1" y="10"/>
                    <a:pt x="0" y="13"/>
                    <a:pt x="1" y="14"/>
                  </a:cubicBezTo>
                  <a:lnTo>
                    <a:pt x="4" y="17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1" name="Freeform 611">
              <a:extLst>
                <a:ext uri="{FF2B5EF4-FFF2-40B4-BE49-F238E27FC236}">
                  <a16:creationId xmlns:a16="http://schemas.microsoft.com/office/drawing/2014/main" id="{598F0816-3AB6-48F2-9171-65FACF571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851"/>
              <a:ext cx="15" cy="45"/>
            </a:xfrm>
            <a:custGeom>
              <a:avLst/>
              <a:gdLst>
                <a:gd name="T0" fmla="*/ 1488 w 6"/>
                <a:gd name="T1" fmla="*/ 5845 h 17"/>
                <a:gd name="T2" fmla="*/ 988 w 6"/>
                <a:gd name="T3" fmla="*/ 3131 h 17"/>
                <a:gd name="T4" fmla="*/ 988 w 6"/>
                <a:gd name="T5" fmla="*/ 630 h 17"/>
                <a:gd name="T6" fmla="*/ 0 w 6"/>
                <a:gd name="T7" fmla="*/ 0 h 17"/>
                <a:gd name="T8" fmla="*/ 313 w 6"/>
                <a:gd name="T9" fmla="*/ 2446 h 17"/>
                <a:gd name="T10" fmla="*/ 520 w 6"/>
                <a:gd name="T11" fmla="*/ 5450 h 17"/>
                <a:gd name="T12" fmla="*/ 1488 w 6"/>
                <a:gd name="T13" fmla="*/ 584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7">
                  <a:moveTo>
                    <a:pt x="6" y="17"/>
                  </a:moveTo>
                  <a:cubicBezTo>
                    <a:pt x="4" y="17"/>
                    <a:pt x="4" y="12"/>
                    <a:pt x="4" y="9"/>
                  </a:cubicBezTo>
                  <a:cubicBezTo>
                    <a:pt x="5" y="5"/>
                    <a:pt x="5" y="2"/>
                    <a:pt x="4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1" y="4"/>
                    <a:pt x="1" y="7"/>
                  </a:cubicBezTo>
                  <a:cubicBezTo>
                    <a:pt x="1" y="11"/>
                    <a:pt x="0" y="15"/>
                    <a:pt x="2" y="16"/>
                  </a:cubicBezTo>
                  <a:lnTo>
                    <a:pt x="6" y="17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2" name="Freeform 612">
              <a:extLst>
                <a:ext uri="{FF2B5EF4-FFF2-40B4-BE49-F238E27FC236}">
                  <a16:creationId xmlns:a16="http://schemas.microsoft.com/office/drawing/2014/main" id="{0CC9B74B-354B-4140-B2B9-1B5B36663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864"/>
              <a:ext cx="40" cy="35"/>
            </a:xfrm>
            <a:custGeom>
              <a:avLst/>
              <a:gdLst>
                <a:gd name="T0" fmla="*/ 2938 w 16"/>
                <a:gd name="T1" fmla="*/ 428 h 13"/>
                <a:gd name="T2" fmla="*/ 1488 w 16"/>
                <a:gd name="T3" fmla="*/ 2262 h 13"/>
                <a:gd name="T4" fmla="*/ 0 w 16"/>
                <a:gd name="T5" fmla="*/ 4254 h 13"/>
                <a:gd name="T6" fmla="*/ 783 w 16"/>
                <a:gd name="T7" fmla="*/ 4531 h 13"/>
                <a:gd name="T8" fmla="*/ 2470 w 16"/>
                <a:gd name="T9" fmla="*/ 3102 h 13"/>
                <a:gd name="T10" fmla="*/ 3908 w 16"/>
                <a:gd name="T11" fmla="*/ 1152 h 13"/>
                <a:gd name="T12" fmla="*/ 2938 w 16"/>
                <a:gd name="T13" fmla="*/ 42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3">
                  <a:moveTo>
                    <a:pt x="12" y="1"/>
                  </a:moveTo>
                  <a:cubicBezTo>
                    <a:pt x="11" y="0"/>
                    <a:pt x="8" y="5"/>
                    <a:pt x="6" y="6"/>
                  </a:cubicBezTo>
                  <a:cubicBezTo>
                    <a:pt x="5" y="8"/>
                    <a:pt x="1" y="11"/>
                    <a:pt x="0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5" y="13"/>
                    <a:pt x="9" y="9"/>
                    <a:pt x="10" y="8"/>
                  </a:cubicBezTo>
                  <a:cubicBezTo>
                    <a:pt x="11" y="6"/>
                    <a:pt x="15" y="2"/>
                    <a:pt x="16" y="3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3" name="Freeform 613">
              <a:extLst>
                <a:ext uri="{FF2B5EF4-FFF2-40B4-BE49-F238E27FC236}">
                  <a16:creationId xmlns:a16="http://schemas.microsoft.com/office/drawing/2014/main" id="{308512CF-EB78-4428-A566-7A03BC73B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880"/>
              <a:ext cx="43" cy="32"/>
            </a:xfrm>
            <a:custGeom>
              <a:avLst/>
              <a:gdLst>
                <a:gd name="T0" fmla="*/ 3640 w 17"/>
                <a:gd name="T1" fmla="*/ 397 h 12"/>
                <a:gd name="T2" fmla="*/ 1874 w 17"/>
                <a:gd name="T3" fmla="*/ 1763 h 12"/>
                <a:gd name="T4" fmla="*/ 0 w 17"/>
                <a:gd name="T5" fmla="*/ 3243 h 12"/>
                <a:gd name="T6" fmla="*/ 1017 w 17"/>
                <a:gd name="T7" fmla="*/ 3891 h 12"/>
                <a:gd name="T8" fmla="*/ 2911 w 17"/>
                <a:gd name="T9" fmla="*/ 2581 h 12"/>
                <a:gd name="T10" fmla="*/ 4467 w 17"/>
                <a:gd name="T11" fmla="*/ 1059 h 12"/>
                <a:gd name="T12" fmla="*/ 3640 w 17"/>
                <a:gd name="T13" fmla="*/ 39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">
                  <a:moveTo>
                    <a:pt x="14" y="1"/>
                  </a:moveTo>
                  <a:cubicBezTo>
                    <a:pt x="13" y="0"/>
                    <a:pt x="9" y="4"/>
                    <a:pt x="7" y="5"/>
                  </a:cubicBezTo>
                  <a:cubicBezTo>
                    <a:pt x="6" y="7"/>
                    <a:pt x="1" y="10"/>
                    <a:pt x="0" y="9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2"/>
                    <a:pt x="9" y="9"/>
                    <a:pt x="11" y="7"/>
                  </a:cubicBezTo>
                  <a:cubicBezTo>
                    <a:pt x="12" y="6"/>
                    <a:pt x="16" y="2"/>
                    <a:pt x="17" y="3"/>
                  </a:cubicBezTo>
                  <a:lnTo>
                    <a:pt x="14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4" name="Freeform 614">
              <a:extLst>
                <a:ext uri="{FF2B5EF4-FFF2-40B4-BE49-F238E27FC236}">
                  <a16:creationId xmlns:a16="http://schemas.microsoft.com/office/drawing/2014/main" id="{36186365-1A3B-439B-8BEC-ABFD21B8B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899"/>
              <a:ext cx="45" cy="26"/>
            </a:xfrm>
            <a:custGeom>
              <a:avLst/>
              <a:gdLst>
                <a:gd name="T0" fmla="*/ 3908 w 18"/>
                <a:gd name="T1" fmla="*/ 372 h 10"/>
                <a:gd name="T2" fmla="*/ 1958 w 18"/>
                <a:gd name="T3" fmla="*/ 1196 h 10"/>
                <a:gd name="T4" fmla="*/ 0 w 18"/>
                <a:gd name="T5" fmla="*/ 1914 h 10"/>
                <a:gd name="T6" fmla="*/ 783 w 18"/>
                <a:gd name="T7" fmla="*/ 2746 h 10"/>
                <a:gd name="T8" fmla="*/ 2738 w 18"/>
                <a:gd name="T9" fmla="*/ 2142 h 10"/>
                <a:gd name="T10" fmla="*/ 4425 w 18"/>
                <a:gd name="T11" fmla="*/ 1196 h 10"/>
                <a:gd name="T12" fmla="*/ 3908 w 18"/>
                <a:gd name="T13" fmla="*/ 37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0">
                  <a:moveTo>
                    <a:pt x="16" y="1"/>
                  </a:moveTo>
                  <a:cubicBezTo>
                    <a:pt x="15" y="0"/>
                    <a:pt x="10" y="3"/>
                    <a:pt x="8" y="4"/>
                  </a:cubicBezTo>
                  <a:cubicBezTo>
                    <a:pt x="6" y="4"/>
                    <a:pt x="2" y="7"/>
                    <a:pt x="0" y="6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0"/>
                    <a:pt x="9" y="7"/>
                    <a:pt x="11" y="7"/>
                  </a:cubicBezTo>
                  <a:cubicBezTo>
                    <a:pt x="13" y="6"/>
                    <a:pt x="17" y="3"/>
                    <a:pt x="18" y="4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5" name="Freeform 615">
              <a:extLst>
                <a:ext uri="{FF2B5EF4-FFF2-40B4-BE49-F238E27FC236}">
                  <a16:creationId xmlns:a16="http://schemas.microsoft.com/office/drawing/2014/main" id="{16717BDF-8853-4801-A621-3F63F43B3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851"/>
              <a:ext cx="40" cy="34"/>
            </a:xfrm>
            <a:custGeom>
              <a:avLst/>
              <a:gdLst>
                <a:gd name="T0" fmla="*/ 2938 w 16"/>
                <a:gd name="T1" fmla="*/ 0 h 13"/>
                <a:gd name="T2" fmla="*/ 1770 w 16"/>
                <a:gd name="T3" fmla="*/ 1969 h 13"/>
                <a:gd name="T4" fmla="*/ 0 w 16"/>
                <a:gd name="T5" fmla="*/ 3557 h 13"/>
                <a:gd name="T6" fmla="*/ 988 w 16"/>
                <a:gd name="T7" fmla="*/ 3790 h 13"/>
                <a:gd name="T8" fmla="*/ 2738 w 16"/>
                <a:gd name="T9" fmla="*/ 2202 h 13"/>
                <a:gd name="T10" fmla="*/ 3908 w 16"/>
                <a:gd name="T11" fmla="*/ 609 h 13"/>
                <a:gd name="T12" fmla="*/ 2938 w 16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3">
                  <a:moveTo>
                    <a:pt x="12" y="0"/>
                  </a:moveTo>
                  <a:cubicBezTo>
                    <a:pt x="11" y="0"/>
                    <a:pt x="8" y="4"/>
                    <a:pt x="7" y="6"/>
                  </a:cubicBezTo>
                  <a:cubicBezTo>
                    <a:pt x="5" y="7"/>
                    <a:pt x="2" y="11"/>
                    <a:pt x="0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6" y="13"/>
                    <a:pt x="9" y="9"/>
                    <a:pt x="11" y="7"/>
                  </a:cubicBezTo>
                  <a:cubicBezTo>
                    <a:pt x="12" y="6"/>
                    <a:pt x="15" y="1"/>
                    <a:pt x="16" y="2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" name="Freeform 616">
              <a:extLst>
                <a:ext uri="{FF2B5EF4-FFF2-40B4-BE49-F238E27FC236}">
                  <a16:creationId xmlns:a16="http://schemas.microsoft.com/office/drawing/2014/main" id="{9AECC4EA-1834-4F7B-9950-DC920FD8C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096"/>
              <a:ext cx="25" cy="45"/>
            </a:xfrm>
            <a:custGeom>
              <a:avLst/>
              <a:gdLst>
                <a:gd name="T0" fmla="*/ 988 w 10"/>
                <a:gd name="T1" fmla="*/ 0 h 17"/>
                <a:gd name="T2" fmla="*/ 1488 w 10"/>
                <a:gd name="T3" fmla="*/ 3131 h 17"/>
                <a:gd name="T4" fmla="*/ 2270 w 10"/>
                <a:gd name="T5" fmla="*/ 5212 h 17"/>
                <a:gd name="T6" fmla="*/ 1488 w 10"/>
                <a:gd name="T7" fmla="*/ 5845 h 17"/>
                <a:gd name="T8" fmla="*/ 988 w 10"/>
                <a:gd name="T9" fmla="*/ 3783 h 17"/>
                <a:gd name="T10" fmla="*/ 313 w 10"/>
                <a:gd name="T11" fmla="*/ 1038 h 17"/>
                <a:gd name="T12" fmla="*/ 988 w 10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4" y="0"/>
                  </a:moveTo>
                  <a:cubicBezTo>
                    <a:pt x="3" y="1"/>
                    <a:pt x="5" y="5"/>
                    <a:pt x="6" y="9"/>
                  </a:cubicBezTo>
                  <a:cubicBezTo>
                    <a:pt x="8" y="12"/>
                    <a:pt x="10" y="14"/>
                    <a:pt x="9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6"/>
                    <a:pt x="5" y="15"/>
                    <a:pt x="4" y="11"/>
                  </a:cubicBezTo>
                  <a:cubicBezTo>
                    <a:pt x="2" y="8"/>
                    <a:pt x="0" y="4"/>
                    <a:pt x="1" y="3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7" name="Freeform 617">
              <a:extLst>
                <a:ext uri="{FF2B5EF4-FFF2-40B4-BE49-F238E27FC236}">
                  <a16:creationId xmlns:a16="http://schemas.microsoft.com/office/drawing/2014/main" id="{2741BB41-ED80-4856-8978-8E94C40C9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112"/>
              <a:ext cx="42" cy="32"/>
            </a:xfrm>
            <a:custGeom>
              <a:avLst/>
              <a:gdLst>
                <a:gd name="T0" fmla="*/ 2942 w 17"/>
                <a:gd name="T1" fmla="*/ 3891 h 12"/>
                <a:gd name="T2" fmla="*/ 1374 w 17"/>
                <a:gd name="T3" fmla="*/ 2581 h 12"/>
                <a:gd name="T4" fmla="*/ 0 w 17"/>
                <a:gd name="T5" fmla="*/ 1059 h 12"/>
                <a:gd name="T6" fmla="*/ 635 w 17"/>
                <a:gd name="T7" fmla="*/ 397 h 12"/>
                <a:gd name="T8" fmla="*/ 2308 w 17"/>
                <a:gd name="T9" fmla="*/ 1763 h 12"/>
                <a:gd name="T10" fmla="*/ 3876 w 17"/>
                <a:gd name="T11" fmla="*/ 3243 h 12"/>
                <a:gd name="T12" fmla="*/ 2942 w 17"/>
                <a:gd name="T13" fmla="*/ 389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">
                  <a:moveTo>
                    <a:pt x="13" y="11"/>
                  </a:moveTo>
                  <a:cubicBezTo>
                    <a:pt x="12" y="12"/>
                    <a:pt x="8" y="8"/>
                    <a:pt x="6" y="7"/>
                  </a:cubicBezTo>
                  <a:cubicBezTo>
                    <a:pt x="5" y="6"/>
                    <a:pt x="1" y="2"/>
                    <a:pt x="0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8" y="4"/>
                    <a:pt x="10" y="5"/>
                  </a:cubicBezTo>
                  <a:cubicBezTo>
                    <a:pt x="11" y="6"/>
                    <a:pt x="16" y="9"/>
                    <a:pt x="17" y="9"/>
                  </a:cubicBezTo>
                  <a:lnTo>
                    <a:pt x="13" y="1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8" name="Freeform 618">
              <a:extLst>
                <a:ext uri="{FF2B5EF4-FFF2-40B4-BE49-F238E27FC236}">
                  <a16:creationId xmlns:a16="http://schemas.microsoft.com/office/drawing/2014/main" id="{C9D80E6A-DC2A-45E1-8477-A4B33D54D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296"/>
              <a:ext cx="40" cy="19"/>
            </a:xfrm>
            <a:custGeom>
              <a:avLst/>
              <a:gdLst>
                <a:gd name="T0" fmla="*/ 3908 w 16"/>
                <a:gd name="T1" fmla="*/ 1620 h 7"/>
                <a:gd name="T2" fmla="*/ 1958 w 16"/>
                <a:gd name="T3" fmla="*/ 2342 h 7"/>
                <a:gd name="T4" fmla="*/ 0 w 16"/>
                <a:gd name="T5" fmla="*/ 2823 h 7"/>
                <a:gd name="T6" fmla="*/ 313 w 16"/>
                <a:gd name="T7" fmla="*/ 1200 h 7"/>
                <a:gd name="T8" fmla="*/ 2270 w 16"/>
                <a:gd name="T9" fmla="*/ 760 h 7"/>
                <a:gd name="T10" fmla="*/ 3908 w 16"/>
                <a:gd name="T11" fmla="*/ 0 h 7"/>
                <a:gd name="T12" fmla="*/ 3908 w 16"/>
                <a:gd name="T13" fmla="*/ 162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">
                  <a:moveTo>
                    <a:pt x="16" y="4"/>
                  </a:moveTo>
                  <a:cubicBezTo>
                    <a:pt x="15" y="6"/>
                    <a:pt x="10" y="6"/>
                    <a:pt x="8" y="6"/>
                  </a:cubicBezTo>
                  <a:cubicBezTo>
                    <a:pt x="6" y="6"/>
                    <a:pt x="0" y="6"/>
                    <a:pt x="0" y="7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7" y="2"/>
                    <a:pt x="9" y="2"/>
                  </a:cubicBezTo>
                  <a:cubicBezTo>
                    <a:pt x="11" y="2"/>
                    <a:pt x="16" y="2"/>
                    <a:pt x="16" y="0"/>
                  </a:cubicBezTo>
                  <a:lnTo>
                    <a:pt x="16" y="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9" name="Freeform 619">
              <a:extLst>
                <a:ext uri="{FF2B5EF4-FFF2-40B4-BE49-F238E27FC236}">
                  <a16:creationId xmlns:a16="http://schemas.microsoft.com/office/drawing/2014/main" id="{244C3824-49D2-45FB-8596-BD4C939F0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261"/>
              <a:ext cx="45" cy="22"/>
            </a:xfrm>
            <a:custGeom>
              <a:avLst/>
              <a:gdLst>
                <a:gd name="T0" fmla="*/ 3908 w 18"/>
                <a:gd name="T1" fmla="*/ 2973 h 8"/>
                <a:gd name="T2" fmla="*/ 1770 w 18"/>
                <a:gd name="T3" fmla="*/ 2225 h 8"/>
                <a:gd name="T4" fmla="*/ 0 w 18"/>
                <a:gd name="T5" fmla="*/ 2225 h 8"/>
                <a:gd name="T6" fmla="*/ 520 w 18"/>
                <a:gd name="T7" fmla="*/ 976 h 8"/>
                <a:gd name="T8" fmla="*/ 2270 w 18"/>
                <a:gd name="T9" fmla="*/ 976 h 8"/>
                <a:gd name="T10" fmla="*/ 4425 w 18"/>
                <a:gd name="T11" fmla="*/ 1271 h 8"/>
                <a:gd name="T12" fmla="*/ 3908 w 18"/>
                <a:gd name="T13" fmla="*/ 2973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8">
                  <a:moveTo>
                    <a:pt x="16" y="7"/>
                  </a:moveTo>
                  <a:cubicBezTo>
                    <a:pt x="15" y="8"/>
                    <a:pt x="9" y="6"/>
                    <a:pt x="7" y="5"/>
                  </a:cubicBezTo>
                  <a:cubicBezTo>
                    <a:pt x="5" y="5"/>
                    <a:pt x="0" y="4"/>
                    <a:pt x="0" y="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0"/>
                    <a:pt x="7" y="2"/>
                    <a:pt x="9" y="2"/>
                  </a:cubicBezTo>
                  <a:cubicBezTo>
                    <a:pt x="11" y="2"/>
                    <a:pt x="17" y="4"/>
                    <a:pt x="18" y="3"/>
                  </a:cubicBezTo>
                  <a:lnTo>
                    <a:pt x="16" y="7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0" name="Freeform 620">
              <a:extLst>
                <a:ext uri="{FF2B5EF4-FFF2-40B4-BE49-F238E27FC236}">
                  <a16:creationId xmlns:a16="http://schemas.microsoft.com/office/drawing/2014/main" id="{1211FC93-506E-4128-BB54-7FEEFE495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325"/>
              <a:ext cx="45" cy="19"/>
            </a:xfrm>
            <a:custGeom>
              <a:avLst/>
              <a:gdLst>
                <a:gd name="T0" fmla="*/ 3908 w 18"/>
                <a:gd name="T1" fmla="*/ 2342 h 7"/>
                <a:gd name="T2" fmla="*/ 1958 w 18"/>
                <a:gd name="T3" fmla="*/ 2063 h 7"/>
                <a:gd name="T4" fmla="*/ 0 w 18"/>
                <a:gd name="T5" fmla="*/ 1620 h 7"/>
                <a:gd name="T6" fmla="*/ 520 w 18"/>
                <a:gd name="T7" fmla="*/ 442 h 7"/>
                <a:gd name="T8" fmla="*/ 2470 w 18"/>
                <a:gd name="T9" fmla="*/ 442 h 7"/>
                <a:gd name="T10" fmla="*/ 4425 w 18"/>
                <a:gd name="T11" fmla="*/ 760 h 7"/>
                <a:gd name="T12" fmla="*/ 3908 w 18"/>
                <a:gd name="T13" fmla="*/ 2342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">
                  <a:moveTo>
                    <a:pt x="16" y="6"/>
                  </a:moveTo>
                  <a:cubicBezTo>
                    <a:pt x="15" y="7"/>
                    <a:pt x="10" y="5"/>
                    <a:pt x="8" y="5"/>
                  </a:cubicBezTo>
                  <a:cubicBezTo>
                    <a:pt x="6" y="4"/>
                    <a:pt x="1" y="3"/>
                    <a:pt x="0" y="4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8" y="1"/>
                    <a:pt x="10" y="1"/>
                  </a:cubicBezTo>
                  <a:cubicBezTo>
                    <a:pt x="12" y="2"/>
                    <a:pt x="17" y="4"/>
                    <a:pt x="18" y="2"/>
                  </a:cubicBezTo>
                  <a:lnTo>
                    <a:pt x="16" y="6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" name="Freeform 621">
              <a:extLst>
                <a:ext uri="{FF2B5EF4-FFF2-40B4-BE49-F238E27FC236}">
                  <a16:creationId xmlns:a16="http://schemas.microsoft.com/office/drawing/2014/main" id="{FAE57C72-8DF6-4CA3-AB34-5FC3494AF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224"/>
              <a:ext cx="40" cy="27"/>
            </a:xfrm>
            <a:custGeom>
              <a:avLst/>
              <a:gdLst>
                <a:gd name="T0" fmla="*/ 3908 w 16"/>
                <a:gd name="T1" fmla="*/ 1596 h 10"/>
                <a:gd name="T2" fmla="*/ 1958 w 16"/>
                <a:gd name="T3" fmla="*/ 2282 h 10"/>
                <a:gd name="T4" fmla="*/ 313 w 16"/>
                <a:gd name="T5" fmla="*/ 3877 h 10"/>
                <a:gd name="T6" fmla="*/ 0 w 16"/>
                <a:gd name="T7" fmla="*/ 2282 h 10"/>
                <a:gd name="T8" fmla="*/ 2270 w 16"/>
                <a:gd name="T9" fmla="*/ 751 h 10"/>
                <a:gd name="T10" fmla="*/ 3908 w 16"/>
                <a:gd name="T11" fmla="*/ 0 h 10"/>
                <a:gd name="T12" fmla="*/ 3908 w 16"/>
                <a:gd name="T13" fmla="*/ 159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0">
                  <a:moveTo>
                    <a:pt x="16" y="4"/>
                  </a:moveTo>
                  <a:cubicBezTo>
                    <a:pt x="16" y="5"/>
                    <a:pt x="10" y="6"/>
                    <a:pt x="8" y="6"/>
                  </a:cubicBezTo>
                  <a:cubicBezTo>
                    <a:pt x="6" y="7"/>
                    <a:pt x="1" y="8"/>
                    <a:pt x="1" y="1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7" y="3"/>
                    <a:pt x="9" y="2"/>
                  </a:cubicBezTo>
                  <a:cubicBezTo>
                    <a:pt x="11" y="2"/>
                    <a:pt x="16" y="1"/>
                    <a:pt x="16" y="0"/>
                  </a:cubicBezTo>
                  <a:lnTo>
                    <a:pt x="16" y="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2" name="Freeform 622">
              <a:extLst>
                <a:ext uri="{FF2B5EF4-FFF2-40B4-BE49-F238E27FC236}">
                  <a16:creationId xmlns:a16="http://schemas.microsoft.com/office/drawing/2014/main" id="{82380460-8671-471D-BCCD-E5BC91464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195"/>
              <a:ext cx="35" cy="29"/>
            </a:xfrm>
            <a:custGeom>
              <a:avLst/>
              <a:gdLst>
                <a:gd name="T0" fmla="*/ 313 w 14"/>
                <a:gd name="T1" fmla="*/ 3662 h 11"/>
                <a:gd name="T2" fmla="*/ 1958 w 14"/>
                <a:gd name="T3" fmla="*/ 2273 h 11"/>
                <a:gd name="T4" fmla="*/ 3438 w 14"/>
                <a:gd name="T5" fmla="*/ 1389 h 11"/>
                <a:gd name="T6" fmla="*/ 3438 w 14"/>
                <a:gd name="T7" fmla="*/ 0 h 11"/>
                <a:gd name="T8" fmla="*/ 1958 w 14"/>
                <a:gd name="T9" fmla="*/ 1007 h 11"/>
                <a:gd name="T10" fmla="*/ 0 w 14"/>
                <a:gd name="T11" fmla="*/ 2273 h 11"/>
                <a:gd name="T12" fmla="*/ 313 w 14"/>
                <a:gd name="T13" fmla="*/ 366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0" y="10"/>
                    <a:pt x="4" y="8"/>
                    <a:pt x="8" y="7"/>
                  </a:cubicBezTo>
                  <a:cubicBezTo>
                    <a:pt x="11" y="5"/>
                    <a:pt x="14" y="5"/>
                    <a:pt x="14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2"/>
                    <a:pt x="11" y="1"/>
                    <a:pt x="8" y="3"/>
                  </a:cubicBezTo>
                  <a:cubicBezTo>
                    <a:pt x="4" y="4"/>
                    <a:pt x="0" y="6"/>
                    <a:pt x="0" y="7"/>
                  </a:cubicBezTo>
                  <a:lnTo>
                    <a:pt x="1" y="11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3" name="Freeform 623">
              <a:extLst>
                <a:ext uri="{FF2B5EF4-FFF2-40B4-BE49-F238E27FC236}">
                  <a16:creationId xmlns:a16="http://schemas.microsoft.com/office/drawing/2014/main" id="{67681547-4934-48E8-ADA3-806A8D648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179"/>
              <a:ext cx="37" cy="26"/>
            </a:xfrm>
            <a:custGeom>
              <a:avLst/>
              <a:gdLst>
                <a:gd name="T0" fmla="*/ 3365 w 15"/>
                <a:gd name="T1" fmla="*/ 1914 h 10"/>
                <a:gd name="T2" fmla="*/ 1813 w 15"/>
                <a:gd name="T3" fmla="*/ 967 h 10"/>
                <a:gd name="T4" fmla="*/ 0 w 15"/>
                <a:gd name="T5" fmla="*/ 0 h 10"/>
                <a:gd name="T6" fmla="*/ 183 w 15"/>
                <a:gd name="T7" fmla="*/ 1196 h 10"/>
                <a:gd name="T8" fmla="*/ 1813 w 15"/>
                <a:gd name="T9" fmla="*/ 2142 h 10"/>
                <a:gd name="T10" fmla="*/ 3365 w 15"/>
                <a:gd name="T11" fmla="*/ 3110 h 10"/>
                <a:gd name="T12" fmla="*/ 3365 w 15"/>
                <a:gd name="T13" fmla="*/ 191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0">
                  <a:moveTo>
                    <a:pt x="15" y="6"/>
                  </a:moveTo>
                  <a:cubicBezTo>
                    <a:pt x="15" y="5"/>
                    <a:pt x="10" y="3"/>
                    <a:pt x="8" y="3"/>
                  </a:cubicBezTo>
                  <a:cubicBezTo>
                    <a:pt x="6" y="2"/>
                    <a:pt x="0" y="1"/>
                    <a:pt x="0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6" y="6"/>
                    <a:pt x="8" y="7"/>
                  </a:cubicBezTo>
                  <a:cubicBezTo>
                    <a:pt x="10" y="7"/>
                    <a:pt x="15" y="9"/>
                    <a:pt x="15" y="10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4" name="Freeform 624">
              <a:extLst>
                <a:ext uri="{FF2B5EF4-FFF2-40B4-BE49-F238E27FC236}">
                  <a16:creationId xmlns:a16="http://schemas.microsoft.com/office/drawing/2014/main" id="{4E8ECFAF-5B03-43FD-AAC2-61C7D933A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211"/>
              <a:ext cx="38" cy="24"/>
            </a:xfrm>
            <a:custGeom>
              <a:avLst/>
              <a:gdLst>
                <a:gd name="T0" fmla="*/ 0 w 15"/>
                <a:gd name="T1" fmla="*/ 0 h 9"/>
                <a:gd name="T2" fmla="*/ 1900 w 15"/>
                <a:gd name="T3" fmla="*/ 1059 h 9"/>
                <a:gd name="T4" fmla="*/ 3658 w 15"/>
                <a:gd name="T5" fmla="*/ 2184 h 9"/>
                <a:gd name="T6" fmla="*/ 3658 w 15"/>
                <a:gd name="T7" fmla="*/ 3243 h 9"/>
                <a:gd name="T8" fmla="*/ 1900 w 15"/>
                <a:gd name="T9" fmla="*/ 2581 h 9"/>
                <a:gd name="T10" fmla="*/ 0 w 15"/>
                <a:gd name="T11" fmla="*/ 1763 h 9"/>
                <a:gd name="T12" fmla="*/ 0 w 15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2"/>
                    <a:pt x="3" y="3"/>
                    <a:pt x="7" y="3"/>
                  </a:cubicBezTo>
                  <a:cubicBezTo>
                    <a:pt x="10" y="4"/>
                    <a:pt x="15" y="4"/>
                    <a:pt x="14" y="6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1" y="8"/>
                    <a:pt x="7" y="7"/>
                  </a:cubicBezTo>
                  <a:cubicBezTo>
                    <a:pt x="4" y="7"/>
                    <a:pt x="0" y="6"/>
                    <a:pt x="0" y="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5" name="Freeform 625">
              <a:extLst>
                <a:ext uri="{FF2B5EF4-FFF2-40B4-BE49-F238E27FC236}">
                  <a16:creationId xmlns:a16="http://schemas.microsoft.com/office/drawing/2014/main" id="{EA1D2C7D-B478-441D-9898-7EAB0A828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15"/>
              <a:ext cx="28" cy="45"/>
            </a:xfrm>
            <a:custGeom>
              <a:avLst/>
              <a:gdLst>
                <a:gd name="T0" fmla="*/ 1056 w 11"/>
                <a:gd name="T1" fmla="*/ 5845 h 17"/>
                <a:gd name="T2" fmla="*/ 1932 w 11"/>
                <a:gd name="T3" fmla="*/ 3131 h 17"/>
                <a:gd name="T4" fmla="*/ 2688 w 11"/>
                <a:gd name="T5" fmla="*/ 1038 h 17"/>
                <a:gd name="T6" fmla="*/ 2146 w 11"/>
                <a:gd name="T7" fmla="*/ 0 h 17"/>
                <a:gd name="T8" fmla="*/ 1056 w 11"/>
                <a:gd name="T9" fmla="*/ 2059 h 17"/>
                <a:gd name="T10" fmla="*/ 331 w 11"/>
                <a:gd name="T11" fmla="*/ 4807 h 17"/>
                <a:gd name="T12" fmla="*/ 1056 w 11"/>
                <a:gd name="T13" fmla="*/ 584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7">
                  <a:moveTo>
                    <a:pt x="4" y="17"/>
                  </a:moveTo>
                  <a:cubicBezTo>
                    <a:pt x="2" y="16"/>
                    <a:pt x="5" y="12"/>
                    <a:pt x="7" y="9"/>
                  </a:cubicBezTo>
                  <a:cubicBezTo>
                    <a:pt x="9" y="6"/>
                    <a:pt x="11" y="4"/>
                    <a:pt x="10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1"/>
                    <a:pt x="6" y="3"/>
                    <a:pt x="4" y="6"/>
                  </a:cubicBezTo>
                  <a:cubicBezTo>
                    <a:pt x="2" y="9"/>
                    <a:pt x="0" y="13"/>
                    <a:pt x="1" y="14"/>
                  </a:cubicBezTo>
                  <a:lnTo>
                    <a:pt x="4" y="17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6" name="Freeform 626">
              <a:extLst>
                <a:ext uri="{FF2B5EF4-FFF2-40B4-BE49-F238E27FC236}">
                  <a16:creationId xmlns:a16="http://schemas.microsoft.com/office/drawing/2014/main" id="{CE68260D-64AA-44EB-ACDB-B2C86CCB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112"/>
              <a:ext cx="45" cy="24"/>
            </a:xfrm>
            <a:custGeom>
              <a:avLst/>
              <a:gdLst>
                <a:gd name="T0" fmla="*/ 3908 w 18"/>
                <a:gd name="T1" fmla="*/ 397 h 9"/>
                <a:gd name="T2" fmla="*/ 1958 w 18"/>
                <a:gd name="T3" fmla="*/ 661 h 9"/>
                <a:gd name="T4" fmla="*/ 0 w 18"/>
                <a:gd name="T5" fmla="*/ 1459 h 9"/>
                <a:gd name="T6" fmla="*/ 783 w 18"/>
                <a:gd name="T7" fmla="*/ 2581 h 9"/>
                <a:gd name="T8" fmla="*/ 2738 w 18"/>
                <a:gd name="T9" fmla="*/ 2184 h 9"/>
                <a:gd name="T10" fmla="*/ 4425 w 18"/>
                <a:gd name="T11" fmla="*/ 1459 h 9"/>
                <a:gd name="T12" fmla="*/ 3908 w 18"/>
                <a:gd name="T13" fmla="*/ 39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">
                  <a:moveTo>
                    <a:pt x="16" y="1"/>
                  </a:moveTo>
                  <a:cubicBezTo>
                    <a:pt x="15" y="0"/>
                    <a:pt x="10" y="2"/>
                    <a:pt x="8" y="2"/>
                  </a:cubicBezTo>
                  <a:cubicBezTo>
                    <a:pt x="6" y="3"/>
                    <a:pt x="1" y="6"/>
                    <a:pt x="0" y="4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9"/>
                    <a:pt x="9" y="6"/>
                    <a:pt x="11" y="6"/>
                  </a:cubicBezTo>
                  <a:cubicBezTo>
                    <a:pt x="13" y="5"/>
                    <a:pt x="18" y="3"/>
                    <a:pt x="18" y="4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7" name="Freeform 627">
              <a:extLst>
                <a:ext uri="{FF2B5EF4-FFF2-40B4-BE49-F238E27FC236}">
                  <a16:creationId xmlns:a16="http://schemas.microsoft.com/office/drawing/2014/main" id="{E621AA6B-6D42-447A-A919-4F9022F0C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147"/>
              <a:ext cx="40" cy="24"/>
            </a:xfrm>
            <a:custGeom>
              <a:avLst/>
              <a:gdLst>
                <a:gd name="T0" fmla="*/ 0 w 16"/>
                <a:gd name="T1" fmla="*/ 0 h 9"/>
                <a:gd name="T2" fmla="*/ 1488 w 16"/>
                <a:gd name="T3" fmla="*/ 1059 h 9"/>
                <a:gd name="T4" fmla="*/ 3720 w 16"/>
                <a:gd name="T5" fmla="*/ 1763 h 9"/>
                <a:gd name="T6" fmla="*/ 3720 w 16"/>
                <a:gd name="T7" fmla="*/ 3243 h 9"/>
                <a:gd name="T8" fmla="*/ 1770 w 16"/>
                <a:gd name="T9" fmla="*/ 2581 h 9"/>
                <a:gd name="T10" fmla="*/ 0 w 16"/>
                <a:gd name="T11" fmla="*/ 1459 h 9"/>
                <a:gd name="T12" fmla="*/ 0 w 16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0" y="2"/>
                    <a:pt x="3" y="3"/>
                    <a:pt x="6" y="3"/>
                  </a:cubicBezTo>
                  <a:cubicBezTo>
                    <a:pt x="10" y="4"/>
                    <a:pt x="16" y="4"/>
                    <a:pt x="15" y="5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8"/>
                    <a:pt x="10" y="8"/>
                    <a:pt x="7" y="7"/>
                  </a:cubicBezTo>
                  <a:cubicBezTo>
                    <a:pt x="3" y="6"/>
                    <a:pt x="0" y="6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8" name="Freeform 628">
              <a:extLst>
                <a:ext uri="{FF2B5EF4-FFF2-40B4-BE49-F238E27FC236}">
                  <a16:creationId xmlns:a16="http://schemas.microsoft.com/office/drawing/2014/main" id="{BC85AE5C-B265-475A-B3B7-1B840ADCD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237"/>
              <a:ext cx="35" cy="43"/>
            </a:xfrm>
            <a:custGeom>
              <a:avLst/>
              <a:gdLst>
                <a:gd name="T0" fmla="*/ 520 w 14"/>
                <a:gd name="T1" fmla="*/ 0 h 16"/>
                <a:gd name="T2" fmla="*/ 1770 w 14"/>
                <a:gd name="T3" fmla="*/ 2255 h 16"/>
                <a:gd name="T4" fmla="*/ 3438 w 14"/>
                <a:gd name="T5" fmla="*/ 4913 h 16"/>
                <a:gd name="T6" fmla="*/ 2738 w 14"/>
                <a:gd name="T7" fmla="*/ 6060 h 16"/>
                <a:gd name="T8" fmla="*/ 1300 w 14"/>
                <a:gd name="T9" fmla="*/ 3806 h 16"/>
                <a:gd name="T10" fmla="*/ 313 w 14"/>
                <a:gd name="T11" fmla="*/ 1148 h 16"/>
                <a:gd name="T12" fmla="*/ 520 w 14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2" y="0"/>
                  </a:moveTo>
                  <a:cubicBezTo>
                    <a:pt x="1" y="1"/>
                    <a:pt x="4" y="4"/>
                    <a:pt x="7" y="6"/>
                  </a:cubicBezTo>
                  <a:cubicBezTo>
                    <a:pt x="10" y="8"/>
                    <a:pt x="14" y="12"/>
                    <a:pt x="14" y="13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2" y="15"/>
                    <a:pt x="8" y="12"/>
                    <a:pt x="5" y="10"/>
                  </a:cubicBezTo>
                  <a:cubicBezTo>
                    <a:pt x="3" y="7"/>
                    <a:pt x="0" y="5"/>
                    <a:pt x="1" y="3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9" name="Freeform 629">
              <a:extLst>
                <a:ext uri="{FF2B5EF4-FFF2-40B4-BE49-F238E27FC236}">
                  <a16:creationId xmlns:a16="http://schemas.microsoft.com/office/drawing/2014/main" id="{45D04674-A3FA-4168-85D4-42931BC5F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304"/>
              <a:ext cx="30" cy="37"/>
            </a:xfrm>
            <a:custGeom>
              <a:avLst/>
              <a:gdLst>
                <a:gd name="T0" fmla="*/ 520 w 12"/>
                <a:gd name="T1" fmla="*/ 0 h 14"/>
                <a:gd name="T2" fmla="*/ 1770 w 12"/>
                <a:gd name="T3" fmla="*/ 1662 h 14"/>
                <a:gd name="T4" fmla="*/ 2938 w 12"/>
                <a:gd name="T5" fmla="*/ 3766 h 14"/>
                <a:gd name="T6" fmla="*/ 2470 w 12"/>
                <a:gd name="T7" fmla="*/ 4784 h 14"/>
                <a:gd name="T8" fmla="*/ 1488 w 12"/>
                <a:gd name="T9" fmla="*/ 3082 h 14"/>
                <a:gd name="T10" fmla="*/ 313 w 12"/>
                <a:gd name="T11" fmla="*/ 1033 h 14"/>
                <a:gd name="T12" fmla="*/ 520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2" y="0"/>
                  </a:moveTo>
                  <a:cubicBezTo>
                    <a:pt x="1" y="1"/>
                    <a:pt x="4" y="3"/>
                    <a:pt x="7" y="5"/>
                  </a:cubicBezTo>
                  <a:cubicBezTo>
                    <a:pt x="10" y="7"/>
                    <a:pt x="12" y="10"/>
                    <a:pt x="12" y="11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3"/>
                    <a:pt x="9" y="11"/>
                    <a:pt x="6" y="9"/>
                  </a:cubicBezTo>
                  <a:cubicBezTo>
                    <a:pt x="3" y="6"/>
                    <a:pt x="0" y="5"/>
                    <a:pt x="1" y="3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0" name="Freeform 630">
              <a:extLst>
                <a:ext uri="{FF2B5EF4-FFF2-40B4-BE49-F238E27FC236}">
                  <a16:creationId xmlns:a16="http://schemas.microsoft.com/office/drawing/2014/main" id="{397E998E-A639-4299-986B-87B4A43DB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264"/>
              <a:ext cx="30" cy="45"/>
            </a:xfrm>
            <a:custGeom>
              <a:avLst/>
              <a:gdLst>
                <a:gd name="T0" fmla="*/ 783 w 12"/>
                <a:gd name="T1" fmla="*/ 0 h 17"/>
                <a:gd name="T2" fmla="*/ 1770 w 12"/>
                <a:gd name="T3" fmla="*/ 2748 h 17"/>
                <a:gd name="T4" fmla="*/ 2738 w 12"/>
                <a:gd name="T5" fmla="*/ 4807 h 17"/>
                <a:gd name="T6" fmla="*/ 2270 w 12"/>
                <a:gd name="T7" fmla="*/ 5845 h 17"/>
                <a:gd name="T8" fmla="*/ 1300 w 12"/>
                <a:gd name="T9" fmla="*/ 3783 h 17"/>
                <a:gd name="T10" fmla="*/ 313 w 12"/>
                <a:gd name="T11" fmla="*/ 1429 h 17"/>
                <a:gd name="T12" fmla="*/ 7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3" y="0"/>
                  </a:moveTo>
                  <a:cubicBezTo>
                    <a:pt x="2" y="2"/>
                    <a:pt x="5" y="5"/>
                    <a:pt x="7" y="8"/>
                  </a:cubicBezTo>
                  <a:cubicBezTo>
                    <a:pt x="9" y="11"/>
                    <a:pt x="12" y="13"/>
                    <a:pt x="11" y="14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6"/>
                    <a:pt x="7" y="14"/>
                    <a:pt x="5" y="11"/>
                  </a:cubicBezTo>
                  <a:cubicBezTo>
                    <a:pt x="3" y="9"/>
                    <a:pt x="0" y="5"/>
                    <a:pt x="1" y="4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1" name="Freeform 631">
              <a:extLst>
                <a:ext uri="{FF2B5EF4-FFF2-40B4-BE49-F238E27FC236}">
                  <a16:creationId xmlns:a16="http://schemas.microsoft.com/office/drawing/2014/main" id="{33AD35D4-F748-4D65-8E5A-0FAB4A5C8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352"/>
              <a:ext cx="18" cy="40"/>
            </a:xfrm>
            <a:custGeom>
              <a:avLst/>
              <a:gdLst>
                <a:gd name="T0" fmla="*/ 2003 w 7"/>
                <a:gd name="T1" fmla="*/ 0 h 15"/>
                <a:gd name="T2" fmla="*/ 1448 w 7"/>
                <a:gd name="T3" fmla="*/ 2581 h 15"/>
                <a:gd name="T4" fmla="*/ 1137 w 7"/>
                <a:gd name="T5" fmla="*/ 5005 h 15"/>
                <a:gd name="T6" fmla="*/ 0 w 7"/>
                <a:gd name="T7" fmla="*/ 5405 h 15"/>
                <a:gd name="T8" fmla="*/ 357 w 7"/>
                <a:gd name="T9" fmla="*/ 2824 h 15"/>
                <a:gd name="T10" fmla="*/ 563 w 7"/>
                <a:gd name="T11" fmla="*/ 0 h 15"/>
                <a:gd name="T12" fmla="*/ 2003 w 7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5" y="0"/>
                    <a:pt x="5" y="3"/>
                    <a:pt x="5" y="7"/>
                  </a:cubicBezTo>
                  <a:cubicBezTo>
                    <a:pt x="4" y="11"/>
                    <a:pt x="5" y="14"/>
                    <a:pt x="4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1" y="12"/>
                    <a:pt x="1" y="8"/>
                  </a:cubicBezTo>
                  <a:cubicBezTo>
                    <a:pt x="1" y="5"/>
                    <a:pt x="1" y="1"/>
                    <a:pt x="2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2" name="Freeform 632">
              <a:extLst>
                <a:ext uri="{FF2B5EF4-FFF2-40B4-BE49-F238E27FC236}">
                  <a16:creationId xmlns:a16="http://schemas.microsoft.com/office/drawing/2014/main" id="{9755C1FC-3B12-49DB-ABA4-825C8B711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344"/>
              <a:ext cx="15" cy="40"/>
            </a:xfrm>
            <a:custGeom>
              <a:avLst/>
              <a:gdLst>
                <a:gd name="T0" fmla="*/ 1300 w 6"/>
                <a:gd name="T1" fmla="*/ 0 h 15"/>
                <a:gd name="T2" fmla="*/ 1300 w 6"/>
                <a:gd name="T3" fmla="*/ 2581 h 15"/>
                <a:gd name="T4" fmla="*/ 988 w 6"/>
                <a:gd name="T5" fmla="*/ 5005 h 15"/>
                <a:gd name="T6" fmla="*/ 313 w 6"/>
                <a:gd name="T7" fmla="*/ 5405 h 15"/>
                <a:gd name="T8" fmla="*/ 313 w 6"/>
                <a:gd name="T9" fmla="*/ 3243 h 15"/>
                <a:gd name="T10" fmla="*/ 520 w 6"/>
                <a:gd name="T11" fmla="*/ 661 h 15"/>
                <a:gd name="T12" fmla="*/ 1300 w 6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5">
                  <a:moveTo>
                    <a:pt x="5" y="0"/>
                  </a:moveTo>
                  <a:cubicBezTo>
                    <a:pt x="4" y="0"/>
                    <a:pt x="4" y="3"/>
                    <a:pt x="5" y="7"/>
                  </a:cubicBezTo>
                  <a:cubicBezTo>
                    <a:pt x="5" y="11"/>
                    <a:pt x="6" y="13"/>
                    <a:pt x="4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" y="15"/>
                    <a:pt x="2" y="12"/>
                    <a:pt x="1" y="9"/>
                  </a:cubicBezTo>
                  <a:cubicBezTo>
                    <a:pt x="1" y="5"/>
                    <a:pt x="0" y="2"/>
                    <a:pt x="2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3" name="Freeform 633">
              <a:extLst>
                <a:ext uri="{FF2B5EF4-FFF2-40B4-BE49-F238E27FC236}">
                  <a16:creationId xmlns:a16="http://schemas.microsoft.com/office/drawing/2014/main" id="{E82EB87D-91EE-4524-93D8-D3FACE9D1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363"/>
              <a:ext cx="22" cy="42"/>
            </a:xfrm>
            <a:custGeom>
              <a:avLst/>
              <a:gdLst>
                <a:gd name="T0" fmla="*/ 1931 w 9"/>
                <a:gd name="T1" fmla="*/ 0 h 16"/>
                <a:gd name="T2" fmla="*/ 1315 w 9"/>
                <a:gd name="T3" fmla="*/ 2604 h 16"/>
                <a:gd name="T4" fmla="*/ 860 w 9"/>
                <a:gd name="T5" fmla="*/ 4851 h 16"/>
                <a:gd name="T6" fmla="*/ 0 w 9"/>
                <a:gd name="T7" fmla="*/ 5229 h 16"/>
                <a:gd name="T8" fmla="*/ 425 w 9"/>
                <a:gd name="T9" fmla="*/ 2985 h 16"/>
                <a:gd name="T10" fmla="*/ 1039 w 9"/>
                <a:gd name="T11" fmla="*/ 378 h 16"/>
                <a:gd name="T12" fmla="*/ 1931 w 9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7" y="1"/>
                    <a:pt x="6" y="5"/>
                    <a:pt x="6" y="8"/>
                  </a:cubicBezTo>
                  <a:cubicBezTo>
                    <a:pt x="5" y="12"/>
                    <a:pt x="5" y="15"/>
                    <a:pt x="4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1" y="13"/>
                    <a:pt x="2" y="9"/>
                  </a:cubicBezTo>
                  <a:cubicBezTo>
                    <a:pt x="2" y="5"/>
                    <a:pt x="3" y="1"/>
                    <a:pt x="5" y="1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4" name="Freeform 634">
              <a:extLst>
                <a:ext uri="{FF2B5EF4-FFF2-40B4-BE49-F238E27FC236}">
                  <a16:creationId xmlns:a16="http://schemas.microsoft.com/office/drawing/2014/main" id="{B4CEB8D6-29BE-4667-8FE9-A402A8407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357"/>
              <a:ext cx="22" cy="43"/>
            </a:xfrm>
            <a:custGeom>
              <a:avLst/>
              <a:gdLst>
                <a:gd name="T0" fmla="*/ 1931 w 9"/>
                <a:gd name="T1" fmla="*/ 0 h 16"/>
                <a:gd name="T2" fmla="*/ 1315 w 9"/>
                <a:gd name="T3" fmla="*/ 3085 h 16"/>
                <a:gd name="T4" fmla="*/ 860 w 9"/>
                <a:gd name="T5" fmla="*/ 5628 h 16"/>
                <a:gd name="T6" fmla="*/ 0 w 9"/>
                <a:gd name="T7" fmla="*/ 6060 h 16"/>
                <a:gd name="T8" fmla="*/ 425 w 9"/>
                <a:gd name="T9" fmla="*/ 3394 h 16"/>
                <a:gd name="T10" fmla="*/ 1039 w 9"/>
                <a:gd name="T11" fmla="*/ 427 h 16"/>
                <a:gd name="T12" fmla="*/ 1931 w 9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7" y="0"/>
                    <a:pt x="6" y="5"/>
                    <a:pt x="6" y="8"/>
                  </a:cubicBezTo>
                  <a:cubicBezTo>
                    <a:pt x="5" y="12"/>
                    <a:pt x="5" y="15"/>
                    <a:pt x="4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1" y="13"/>
                    <a:pt x="2" y="9"/>
                  </a:cubicBezTo>
                  <a:cubicBezTo>
                    <a:pt x="2" y="5"/>
                    <a:pt x="3" y="1"/>
                    <a:pt x="5" y="1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5" name="Freeform 635">
              <a:extLst>
                <a:ext uri="{FF2B5EF4-FFF2-40B4-BE49-F238E27FC236}">
                  <a16:creationId xmlns:a16="http://schemas.microsoft.com/office/drawing/2014/main" id="{7EDF710D-FAD5-4BF7-8073-3518720C1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368"/>
              <a:ext cx="25" cy="40"/>
            </a:xfrm>
            <a:custGeom>
              <a:avLst/>
              <a:gdLst>
                <a:gd name="T0" fmla="*/ 2470 w 10"/>
                <a:gd name="T1" fmla="*/ 0 h 15"/>
                <a:gd name="T2" fmla="*/ 1488 w 10"/>
                <a:gd name="T3" fmla="*/ 2824 h 15"/>
                <a:gd name="T4" fmla="*/ 988 w 10"/>
                <a:gd name="T5" fmla="*/ 5405 h 15"/>
                <a:gd name="T6" fmla="*/ 0 w 10"/>
                <a:gd name="T7" fmla="*/ 5405 h 15"/>
                <a:gd name="T8" fmla="*/ 520 w 10"/>
                <a:gd name="T9" fmla="*/ 3243 h 15"/>
                <a:gd name="T10" fmla="*/ 1488 w 10"/>
                <a:gd name="T11" fmla="*/ 397 h 15"/>
                <a:gd name="T12" fmla="*/ 2470 w 10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8" y="0"/>
                    <a:pt x="7" y="5"/>
                    <a:pt x="6" y="8"/>
                  </a:cubicBezTo>
                  <a:cubicBezTo>
                    <a:pt x="5" y="12"/>
                    <a:pt x="5" y="15"/>
                    <a:pt x="4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1" y="12"/>
                    <a:pt x="2" y="9"/>
                  </a:cubicBezTo>
                  <a:cubicBezTo>
                    <a:pt x="3" y="5"/>
                    <a:pt x="4" y="1"/>
                    <a:pt x="6" y="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6" name="Freeform 636">
              <a:extLst>
                <a:ext uri="{FF2B5EF4-FFF2-40B4-BE49-F238E27FC236}">
                  <a16:creationId xmlns:a16="http://schemas.microsoft.com/office/drawing/2014/main" id="{E9252E0E-105D-4EE9-B8A5-53D1B1643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373"/>
              <a:ext cx="25" cy="40"/>
            </a:xfrm>
            <a:custGeom>
              <a:avLst/>
              <a:gdLst>
                <a:gd name="T0" fmla="*/ 2470 w 10"/>
                <a:gd name="T1" fmla="*/ 0 h 15"/>
                <a:gd name="T2" fmla="*/ 1770 w 10"/>
                <a:gd name="T3" fmla="*/ 2824 h 15"/>
                <a:gd name="T4" fmla="*/ 988 w 10"/>
                <a:gd name="T5" fmla="*/ 5005 h 15"/>
                <a:gd name="T6" fmla="*/ 0 w 10"/>
                <a:gd name="T7" fmla="*/ 5405 h 15"/>
                <a:gd name="T8" fmla="*/ 783 w 10"/>
                <a:gd name="T9" fmla="*/ 2824 h 15"/>
                <a:gd name="T10" fmla="*/ 1488 w 10"/>
                <a:gd name="T11" fmla="*/ 0 h 15"/>
                <a:gd name="T12" fmla="*/ 2470 w 10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8" y="0"/>
                    <a:pt x="7" y="4"/>
                    <a:pt x="7" y="8"/>
                  </a:cubicBezTo>
                  <a:cubicBezTo>
                    <a:pt x="6" y="11"/>
                    <a:pt x="6" y="14"/>
                    <a:pt x="4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" y="15"/>
                    <a:pt x="2" y="12"/>
                    <a:pt x="3" y="8"/>
                  </a:cubicBezTo>
                  <a:cubicBezTo>
                    <a:pt x="3" y="5"/>
                    <a:pt x="4" y="0"/>
                    <a:pt x="6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7" name="Freeform 637">
              <a:extLst>
                <a:ext uri="{FF2B5EF4-FFF2-40B4-BE49-F238E27FC236}">
                  <a16:creationId xmlns:a16="http://schemas.microsoft.com/office/drawing/2014/main" id="{AC581333-0A0D-4628-89FB-3A8A34F25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376"/>
              <a:ext cx="30" cy="37"/>
            </a:xfrm>
            <a:custGeom>
              <a:avLst/>
              <a:gdLst>
                <a:gd name="T0" fmla="*/ 2938 w 12"/>
                <a:gd name="T1" fmla="*/ 0 h 14"/>
                <a:gd name="T2" fmla="*/ 1770 w 12"/>
                <a:gd name="T3" fmla="*/ 2730 h 14"/>
                <a:gd name="T4" fmla="*/ 988 w 12"/>
                <a:gd name="T5" fmla="*/ 4784 h 14"/>
                <a:gd name="T6" fmla="*/ 0 w 12"/>
                <a:gd name="T7" fmla="*/ 4784 h 14"/>
                <a:gd name="T8" fmla="*/ 783 w 12"/>
                <a:gd name="T9" fmla="*/ 2730 h 14"/>
                <a:gd name="T10" fmla="*/ 1958 w 12"/>
                <a:gd name="T11" fmla="*/ 0 h 14"/>
                <a:gd name="T12" fmla="*/ 293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0" y="0"/>
                    <a:pt x="9" y="5"/>
                    <a:pt x="7" y="8"/>
                  </a:cubicBezTo>
                  <a:cubicBezTo>
                    <a:pt x="6" y="11"/>
                    <a:pt x="6" y="14"/>
                    <a:pt x="4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4"/>
                    <a:pt x="2" y="11"/>
                    <a:pt x="3" y="8"/>
                  </a:cubicBezTo>
                  <a:cubicBezTo>
                    <a:pt x="5" y="5"/>
                    <a:pt x="6" y="0"/>
                    <a:pt x="8" y="0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8" name="Freeform 638">
              <a:extLst>
                <a:ext uri="{FF2B5EF4-FFF2-40B4-BE49-F238E27FC236}">
                  <a16:creationId xmlns:a16="http://schemas.microsoft.com/office/drawing/2014/main" id="{A7B90A73-4721-489A-BD35-38BA7FA5F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376"/>
              <a:ext cx="27" cy="37"/>
            </a:xfrm>
            <a:custGeom>
              <a:avLst/>
              <a:gdLst>
                <a:gd name="T0" fmla="*/ 2398 w 11"/>
                <a:gd name="T1" fmla="*/ 0 h 14"/>
                <a:gd name="T2" fmla="*/ 1524 w 11"/>
                <a:gd name="T3" fmla="*/ 2730 h 14"/>
                <a:gd name="T4" fmla="*/ 903 w 11"/>
                <a:gd name="T5" fmla="*/ 4784 h 14"/>
                <a:gd name="T6" fmla="*/ 0 w 11"/>
                <a:gd name="T7" fmla="*/ 4784 h 14"/>
                <a:gd name="T8" fmla="*/ 621 w 11"/>
                <a:gd name="T9" fmla="*/ 2730 h 14"/>
                <a:gd name="T10" fmla="*/ 1524 w 11"/>
                <a:gd name="T11" fmla="*/ 0 h 14"/>
                <a:gd name="T12" fmla="*/ 2398 w 1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10" y="0"/>
                    <a:pt x="8" y="5"/>
                    <a:pt x="7" y="8"/>
                  </a:cubicBezTo>
                  <a:cubicBezTo>
                    <a:pt x="6" y="11"/>
                    <a:pt x="5" y="14"/>
                    <a:pt x="4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2" y="11"/>
                    <a:pt x="3" y="8"/>
                  </a:cubicBezTo>
                  <a:cubicBezTo>
                    <a:pt x="4" y="5"/>
                    <a:pt x="6" y="0"/>
                    <a:pt x="7" y="0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9" name="Freeform 639">
              <a:extLst>
                <a:ext uri="{FF2B5EF4-FFF2-40B4-BE49-F238E27FC236}">
                  <a16:creationId xmlns:a16="http://schemas.microsoft.com/office/drawing/2014/main" id="{E3EE3F22-34AE-4D73-A65C-63F5EB93E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376"/>
              <a:ext cx="30" cy="37"/>
            </a:xfrm>
            <a:custGeom>
              <a:avLst/>
              <a:gdLst>
                <a:gd name="T0" fmla="*/ 2938 w 12"/>
                <a:gd name="T1" fmla="*/ 0 h 14"/>
                <a:gd name="T2" fmla="*/ 1770 w 12"/>
                <a:gd name="T3" fmla="*/ 2730 h 14"/>
                <a:gd name="T4" fmla="*/ 988 w 12"/>
                <a:gd name="T5" fmla="*/ 4784 h 14"/>
                <a:gd name="T6" fmla="*/ 0 w 12"/>
                <a:gd name="T7" fmla="*/ 4784 h 14"/>
                <a:gd name="T8" fmla="*/ 783 w 12"/>
                <a:gd name="T9" fmla="*/ 2730 h 14"/>
                <a:gd name="T10" fmla="*/ 1958 w 12"/>
                <a:gd name="T11" fmla="*/ 0 h 14"/>
                <a:gd name="T12" fmla="*/ 293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0" y="0"/>
                    <a:pt x="8" y="5"/>
                    <a:pt x="7" y="8"/>
                  </a:cubicBezTo>
                  <a:cubicBezTo>
                    <a:pt x="6" y="11"/>
                    <a:pt x="6" y="14"/>
                    <a:pt x="4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4"/>
                    <a:pt x="2" y="11"/>
                    <a:pt x="3" y="8"/>
                  </a:cubicBezTo>
                  <a:cubicBezTo>
                    <a:pt x="5" y="5"/>
                    <a:pt x="6" y="0"/>
                    <a:pt x="8" y="0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0" name="Freeform 640">
              <a:extLst>
                <a:ext uri="{FF2B5EF4-FFF2-40B4-BE49-F238E27FC236}">
                  <a16:creationId xmlns:a16="http://schemas.microsoft.com/office/drawing/2014/main" id="{5B643D9B-26F7-4E98-AB80-04EA239AA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293"/>
              <a:ext cx="25" cy="46"/>
            </a:xfrm>
            <a:custGeom>
              <a:avLst/>
              <a:gdLst>
                <a:gd name="T0" fmla="*/ 988 w 10"/>
                <a:gd name="T1" fmla="*/ 6656 h 17"/>
                <a:gd name="T2" fmla="*/ 1488 w 10"/>
                <a:gd name="T3" fmla="*/ 3485 h 17"/>
                <a:gd name="T4" fmla="*/ 2270 w 10"/>
                <a:gd name="T5" fmla="*/ 755 h 17"/>
                <a:gd name="T6" fmla="*/ 1488 w 10"/>
                <a:gd name="T7" fmla="*/ 0 h 17"/>
                <a:gd name="T8" fmla="*/ 988 w 10"/>
                <a:gd name="T9" fmla="*/ 2300 h 17"/>
                <a:gd name="T10" fmla="*/ 313 w 10"/>
                <a:gd name="T11" fmla="*/ 5528 h 17"/>
                <a:gd name="T12" fmla="*/ 988 w 10"/>
                <a:gd name="T13" fmla="*/ 665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4" y="17"/>
                  </a:moveTo>
                  <a:cubicBezTo>
                    <a:pt x="3" y="16"/>
                    <a:pt x="5" y="12"/>
                    <a:pt x="6" y="9"/>
                  </a:cubicBezTo>
                  <a:cubicBezTo>
                    <a:pt x="8" y="5"/>
                    <a:pt x="10" y="3"/>
                    <a:pt x="9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5" y="2"/>
                    <a:pt x="4" y="6"/>
                  </a:cubicBezTo>
                  <a:cubicBezTo>
                    <a:pt x="2" y="9"/>
                    <a:pt x="0" y="13"/>
                    <a:pt x="1" y="14"/>
                  </a:cubicBezTo>
                  <a:lnTo>
                    <a:pt x="4" y="17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1" name="Freeform 641">
              <a:extLst>
                <a:ext uri="{FF2B5EF4-FFF2-40B4-BE49-F238E27FC236}">
                  <a16:creationId xmlns:a16="http://schemas.microsoft.com/office/drawing/2014/main" id="{343AD766-4E89-45EB-A37A-0B48A598F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251"/>
              <a:ext cx="30" cy="37"/>
            </a:xfrm>
            <a:custGeom>
              <a:avLst/>
              <a:gdLst>
                <a:gd name="T0" fmla="*/ 2938 w 12"/>
                <a:gd name="T1" fmla="*/ 4784 h 14"/>
                <a:gd name="T2" fmla="*/ 1770 w 12"/>
                <a:gd name="T3" fmla="*/ 2046 h 14"/>
                <a:gd name="T4" fmla="*/ 988 w 12"/>
                <a:gd name="T5" fmla="*/ 0 h 14"/>
                <a:gd name="T6" fmla="*/ 0 w 12"/>
                <a:gd name="T7" fmla="*/ 0 h 14"/>
                <a:gd name="T8" fmla="*/ 783 w 12"/>
                <a:gd name="T9" fmla="*/ 2046 h 14"/>
                <a:gd name="T10" fmla="*/ 1958 w 12"/>
                <a:gd name="T11" fmla="*/ 4784 h 14"/>
                <a:gd name="T12" fmla="*/ 2938 w 12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12" y="14"/>
                  </a:moveTo>
                  <a:cubicBezTo>
                    <a:pt x="10" y="14"/>
                    <a:pt x="8" y="10"/>
                    <a:pt x="7" y="6"/>
                  </a:cubicBezTo>
                  <a:cubicBezTo>
                    <a:pt x="6" y="3"/>
                    <a:pt x="6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3"/>
                    <a:pt x="3" y="6"/>
                  </a:cubicBezTo>
                  <a:cubicBezTo>
                    <a:pt x="5" y="10"/>
                    <a:pt x="6" y="14"/>
                    <a:pt x="8" y="14"/>
                  </a:cubicBezTo>
                  <a:lnTo>
                    <a:pt x="12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2" name="Freeform 642">
              <a:extLst>
                <a:ext uri="{FF2B5EF4-FFF2-40B4-BE49-F238E27FC236}">
                  <a16:creationId xmlns:a16="http://schemas.microsoft.com/office/drawing/2014/main" id="{4A56F2FC-174B-492C-911E-CD9A96285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376"/>
              <a:ext cx="28" cy="37"/>
            </a:xfrm>
            <a:custGeom>
              <a:avLst/>
              <a:gdLst>
                <a:gd name="T0" fmla="*/ 1056 w 11"/>
                <a:gd name="T1" fmla="*/ 4784 h 14"/>
                <a:gd name="T2" fmla="*/ 1932 w 11"/>
                <a:gd name="T3" fmla="*/ 2437 h 14"/>
                <a:gd name="T4" fmla="*/ 2986 w 11"/>
                <a:gd name="T5" fmla="*/ 0 h 14"/>
                <a:gd name="T6" fmla="*/ 1932 w 11"/>
                <a:gd name="T7" fmla="*/ 0 h 14"/>
                <a:gd name="T8" fmla="*/ 843 w 11"/>
                <a:gd name="T9" fmla="*/ 2437 h 14"/>
                <a:gd name="T10" fmla="*/ 0 w 11"/>
                <a:gd name="T11" fmla="*/ 4784 h 14"/>
                <a:gd name="T12" fmla="*/ 1056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4" y="14"/>
                  </a:moveTo>
                  <a:cubicBezTo>
                    <a:pt x="5" y="14"/>
                    <a:pt x="6" y="9"/>
                    <a:pt x="7" y="7"/>
                  </a:cubicBezTo>
                  <a:cubicBezTo>
                    <a:pt x="8" y="5"/>
                    <a:pt x="10" y="0"/>
                    <a:pt x="1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4" y="5"/>
                    <a:pt x="3" y="7"/>
                  </a:cubicBezTo>
                  <a:cubicBezTo>
                    <a:pt x="2" y="9"/>
                    <a:pt x="1" y="14"/>
                    <a:pt x="0" y="14"/>
                  </a:cubicBezTo>
                  <a:lnTo>
                    <a:pt x="4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3" name="Freeform 643">
              <a:extLst>
                <a:ext uri="{FF2B5EF4-FFF2-40B4-BE49-F238E27FC236}">
                  <a16:creationId xmlns:a16="http://schemas.microsoft.com/office/drawing/2014/main" id="{894924F3-3F75-43B1-B15A-F3525509E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376"/>
              <a:ext cx="30" cy="37"/>
            </a:xfrm>
            <a:custGeom>
              <a:avLst/>
              <a:gdLst>
                <a:gd name="T0" fmla="*/ 988 w 12"/>
                <a:gd name="T1" fmla="*/ 4784 h 14"/>
                <a:gd name="T2" fmla="*/ 1770 w 12"/>
                <a:gd name="T3" fmla="*/ 2437 h 14"/>
                <a:gd name="T4" fmla="*/ 2938 w 12"/>
                <a:gd name="T5" fmla="*/ 0 h 14"/>
                <a:gd name="T6" fmla="*/ 1958 w 12"/>
                <a:gd name="T7" fmla="*/ 0 h 14"/>
                <a:gd name="T8" fmla="*/ 783 w 12"/>
                <a:gd name="T9" fmla="*/ 2437 h 14"/>
                <a:gd name="T10" fmla="*/ 0 w 12"/>
                <a:gd name="T11" fmla="*/ 4784 h 14"/>
                <a:gd name="T12" fmla="*/ 988 w 12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4" y="14"/>
                  </a:moveTo>
                  <a:cubicBezTo>
                    <a:pt x="5" y="14"/>
                    <a:pt x="7" y="9"/>
                    <a:pt x="7" y="7"/>
                  </a:cubicBezTo>
                  <a:cubicBezTo>
                    <a:pt x="8" y="5"/>
                    <a:pt x="10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4" y="5"/>
                    <a:pt x="3" y="7"/>
                  </a:cubicBezTo>
                  <a:cubicBezTo>
                    <a:pt x="3" y="9"/>
                    <a:pt x="1" y="14"/>
                    <a:pt x="0" y="14"/>
                  </a:cubicBezTo>
                  <a:lnTo>
                    <a:pt x="4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4" name="Freeform 644">
              <a:extLst>
                <a:ext uri="{FF2B5EF4-FFF2-40B4-BE49-F238E27FC236}">
                  <a16:creationId xmlns:a16="http://schemas.microsoft.com/office/drawing/2014/main" id="{ADF9C003-4DFF-4461-8C2B-2101D55B8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376"/>
              <a:ext cx="27" cy="37"/>
            </a:xfrm>
            <a:custGeom>
              <a:avLst/>
              <a:gdLst>
                <a:gd name="T0" fmla="*/ 0 w 11"/>
                <a:gd name="T1" fmla="*/ 0 h 14"/>
                <a:gd name="T2" fmla="*/ 903 w 11"/>
                <a:gd name="T3" fmla="*/ 2730 h 14"/>
                <a:gd name="T4" fmla="*/ 1524 w 11"/>
                <a:gd name="T5" fmla="*/ 4784 h 14"/>
                <a:gd name="T6" fmla="*/ 2398 w 11"/>
                <a:gd name="T7" fmla="*/ 4784 h 14"/>
                <a:gd name="T8" fmla="*/ 1777 w 11"/>
                <a:gd name="T9" fmla="*/ 2730 h 14"/>
                <a:gd name="T10" fmla="*/ 903 w 11"/>
                <a:gd name="T11" fmla="*/ 0 h 14"/>
                <a:gd name="T12" fmla="*/ 0 w 1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1" y="0"/>
                    <a:pt x="3" y="5"/>
                    <a:pt x="4" y="8"/>
                  </a:cubicBezTo>
                  <a:cubicBezTo>
                    <a:pt x="5" y="11"/>
                    <a:pt x="6" y="14"/>
                    <a:pt x="7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1"/>
                    <a:pt x="8" y="8"/>
                  </a:cubicBezTo>
                  <a:cubicBezTo>
                    <a:pt x="7" y="5"/>
                    <a:pt x="5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5" name="Freeform 645">
              <a:extLst>
                <a:ext uri="{FF2B5EF4-FFF2-40B4-BE49-F238E27FC236}">
                  <a16:creationId xmlns:a16="http://schemas.microsoft.com/office/drawing/2014/main" id="{3DB230E1-CDB5-4019-B919-51CCFA5AD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376"/>
              <a:ext cx="30" cy="37"/>
            </a:xfrm>
            <a:custGeom>
              <a:avLst/>
              <a:gdLst>
                <a:gd name="T0" fmla="*/ 0 w 12"/>
                <a:gd name="T1" fmla="*/ 0 h 14"/>
                <a:gd name="T2" fmla="*/ 1300 w 12"/>
                <a:gd name="T3" fmla="*/ 2730 h 14"/>
                <a:gd name="T4" fmla="*/ 1958 w 12"/>
                <a:gd name="T5" fmla="*/ 4784 h 14"/>
                <a:gd name="T6" fmla="*/ 2938 w 12"/>
                <a:gd name="T7" fmla="*/ 4784 h 14"/>
                <a:gd name="T8" fmla="*/ 2270 w 12"/>
                <a:gd name="T9" fmla="*/ 2730 h 14"/>
                <a:gd name="T10" fmla="*/ 988 w 12"/>
                <a:gd name="T11" fmla="*/ 0 h 14"/>
                <a:gd name="T12" fmla="*/ 0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2" y="0"/>
                    <a:pt x="4" y="5"/>
                    <a:pt x="5" y="8"/>
                  </a:cubicBezTo>
                  <a:cubicBezTo>
                    <a:pt x="6" y="11"/>
                    <a:pt x="6" y="14"/>
                    <a:pt x="8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4"/>
                    <a:pt x="10" y="11"/>
                    <a:pt x="9" y="8"/>
                  </a:cubicBezTo>
                  <a:cubicBezTo>
                    <a:pt x="7" y="5"/>
                    <a:pt x="6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6" name="Freeform 646">
              <a:extLst>
                <a:ext uri="{FF2B5EF4-FFF2-40B4-BE49-F238E27FC236}">
                  <a16:creationId xmlns:a16="http://schemas.microsoft.com/office/drawing/2014/main" id="{C1E52E64-6574-49E5-807D-83582C98B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251"/>
              <a:ext cx="28" cy="37"/>
            </a:xfrm>
            <a:custGeom>
              <a:avLst/>
              <a:gdLst>
                <a:gd name="T0" fmla="*/ 1056 w 11"/>
                <a:gd name="T1" fmla="*/ 0 h 14"/>
                <a:gd name="T2" fmla="*/ 1932 w 11"/>
                <a:gd name="T3" fmla="*/ 2437 h 14"/>
                <a:gd name="T4" fmla="*/ 2986 w 11"/>
                <a:gd name="T5" fmla="*/ 4784 h 14"/>
                <a:gd name="T6" fmla="*/ 1932 w 11"/>
                <a:gd name="T7" fmla="*/ 4784 h 14"/>
                <a:gd name="T8" fmla="*/ 843 w 11"/>
                <a:gd name="T9" fmla="*/ 2437 h 14"/>
                <a:gd name="T10" fmla="*/ 0 w 11"/>
                <a:gd name="T11" fmla="*/ 0 h 14"/>
                <a:gd name="T12" fmla="*/ 1056 w 1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4" y="0"/>
                  </a:moveTo>
                  <a:cubicBezTo>
                    <a:pt x="5" y="0"/>
                    <a:pt x="6" y="5"/>
                    <a:pt x="7" y="7"/>
                  </a:cubicBezTo>
                  <a:cubicBezTo>
                    <a:pt x="8" y="9"/>
                    <a:pt x="10" y="14"/>
                    <a:pt x="11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4"/>
                    <a:pt x="4" y="9"/>
                    <a:pt x="3" y="7"/>
                  </a:cubicBezTo>
                  <a:cubicBezTo>
                    <a:pt x="2" y="5"/>
                    <a:pt x="1" y="0"/>
                    <a:pt x="0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7" name="Freeform 647">
              <a:extLst>
                <a:ext uri="{FF2B5EF4-FFF2-40B4-BE49-F238E27FC236}">
                  <a16:creationId xmlns:a16="http://schemas.microsoft.com/office/drawing/2014/main" id="{343CBA6D-FFA8-40EC-ADCD-EA76AD8B7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251"/>
              <a:ext cx="30" cy="37"/>
            </a:xfrm>
            <a:custGeom>
              <a:avLst/>
              <a:gdLst>
                <a:gd name="T0" fmla="*/ 988 w 12"/>
                <a:gd name="T1" fmla="*/ 0 h 14"/>
                <a:gd name="T2" fmla="*/ 1770 w 12"/>
                <a:gd name="T3" fmla="*/ 2437 h 14"/>
                <a:gd name="T4" fmla="*/ 2938 w 12"/>
                <a:gd name="T5" fmla="*/ 4784 h 14"/>
                <a:gd name="T6" fmla="*/ 1958 w 12"/>
                <a:gd name="T7" fmla="*/ 4784 h 14"/>
                <a:gd name="T8" fmla="*/ 783 w 12"/>
                <a:gd name="T9" fmla="*/ 2437 h 14"/>
                <a:gd name="T10" fmla="*/ 0 w 12"/>
                <a:gd name="T11" fmla="*/ 0 h 14"/>
                <a:gd name="T12" fmla="*/ 98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4" y="0"/>
                  </a:moveTo>
                  <a:cubicBezTo>
                    <a:pt x="5" y="0"/>
                    <a:pt x="7" y="5"/>
                    <a:pt x="7" y="7"/>
                  </a:cubicBezTo>
                  <a:cubicBezTo>
                    <a:pt x="8" y="9"/>
                    <a:pt x="10" y="14"/>
                    <a:pt x="12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6" y="14"/>
                    <a:pt x="4" y="9"/>
                    <a:pt x="3" y="7"/>
                  </a:cubicBezTo>
                  <a:cubicBezTo>
                    <a:pt x="3" y="5"/>
                    <a:pt x="1" y="0"/>
                    <a:pt x="0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8" name="Freeform 648">
              <a:extLst>
                <a:ext uri="{FF2B5EF4-FFF2-40B4-BE49-F238E27FC236}">
                  <a16:creationId xmlns:a16="http://schemas.microsoft.com/office/drawing/2014/main" id="{273FEB26-A95E-4F99-A1C7-684991F10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251"/>
              <a:ext cx="27" cy="37"/>
            </a:xfrm>
            <a:custGeom>
              <a:avLst/>
              <a:gdLst>
                <a:gd name="T0" fmla="*/ 0 w 11"/>
                <a:gd name="T1" fmla="*/ 4784 h 14"/>
                <a:gd name="T2" fmla="*/ 903 w 11"/>
                <a:gd name="T3" fmla="*/ 2046 h 14"/>
                <a:gd name="T4" fmla="*/ 1524 w 11"/>
                <a:gd name="T5" fmla="*/ 0 h 14"/>
                <a:gd name="T6" fmla="*/ 2398 w 11"/>
                <a:gd name="T7" fmla="*/ 0 h 14"/>
                <a:gd name="T8" fmla="*/ 1777 w 11"/>
                <a:gd name="T9" fmla="*/ 2046 h 14"/>
                <a:gd name="T10" fmla="*/ 903 w 11"/>
                <a:gd name="T11" fmla="*/ 4784 h 14"/>
                <a:gd name="T12" fmla="*/ 0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0" y="14"/>
                  </a:moveTo>
                  <a:cubicBezTo>
                    <a:pt x="1" y="14"/>
                    <a:pt x="3" y="10"/>
                    <a:pt x="4" y="6"/>
                  </a:cubicBezTo>
                  <a:cubicBezTo>
                    <a:pt x="5" y="3"/>
                    <a:pt x="6" y="0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9" y="3"/>
                    <a:pt x="8" y="6"/>
                  </a:cubicBezTo>
                  <a:cubicBezTo>
                    <a:pt x="7" y="10"/>
                    <a:pt x="5" y="14"/>
                    <a:pt x="4" y="14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9" name="Freeform 649">
              <a:extLst>
                <a:ext uri="{FF2B5EF4-FFF2-40B4-BE49-F238E27FC236}">
                  <a16:creationId xmlns:a16="http://schemas.microsoft.com/office/drawing/2014/main" id="{BB6BF138-B313-45DF-9C1D-69F63448A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251"/>
              <a:ext cx="30" cy="37"/>
            </a:xfrm>
            <a:custGeom>
              <a:avLst/>
              <a:gdLst>
                <a:gd name="T0" fmla="*/ 0 w 12"/>
                <a:gd name="T1" fmla="*/ 4784 h 14"/>
                <a:gd name="T2" fmla="*/ 1300 w 12"/>
                <a:gd name="T3" fmla="*/ 2046 h 14"/>
                <a:gd name="T4" fmla="*/ 1958 w 12"/>
                <a:gd name="T5" fmla="*/ 0 h 14"/>
                <a:gd name="T6" fmla="*/ 2938 w 12"/>
                <a:gd name="T7" fmla="*/ 0 h 14"/>
                <a:gd name="T8" fmla="*/ 2270 w 12"/>
                <a:gd name="T9" fmla="*/ 2046 h 14"/>
                <a:gd name="T10" fmla="*/ 988 w 12"/>
                <a:gd name="T11" fmla="*/ 4784 h 14"/>
                <a:gd name="T12" fmla="*/ 0 w 12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0" y="14"/>
                  </a:moveTo>
                  <a:cubicBezTo>
                    <a:pt x="2" y="14"/>
                    <a:pt x="4" y="10"/>
                    <a:pt x="5" y="6"/>
                  </a:cubicBezTo>
                  <a:cubicBezTo>
                    <a:pt x="6" y="3"/>
                    <a:pt x="6" y="0"/>
                    <a:pt x="8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0"/>
                    <a:pt x="10" y="3"/>
                    <a:pt x="9" y="6"/>
                  </a:cubicBezTo>
                  <a:cubicBezTo>
                    <a:pt x="7" y="10"/>
                    <a:pt x="6" y="14"/>
                    <a:pt x="4" y="14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0" name="Freeform 650">
              <a:extLst>
                <a:ext uri="{FF2B5EF4-FFF2-40B4-BE49-F238E27FC236}">
                  <a16:creationId xmlns:a16="http://schemas.microsoft.com/office/drawing/2014/main" id="{13954B2D-0E40-43BC-AEA3-A62273373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357"/>
              <a:ext cx="35" cy="35"/>
            </a:xfrm>
            <a:custGeom>
              <a:avLst/>
              <a:gdLst>
                <a:gd name="T0" fmla="*/ 2470 w 14"/>
                <a:gd name="T1" fmla="*/ 4935 h 13"/>
                <a:gd name="T2" fmla="*/ 1300 w 14"/>
                <a:gd name="T3" fmla="*/ 2673 h 13"/>
                <a:gd name="T4" fmla="*/ 0 w 14"/>
                <a:gd name="T5" fmla="*/ 428 h 13"/>
                <a:gd name="T6" fmla="*/ 783 w 14"/>
                <a:gd name="T7" fmla="*/ 0 h 13"/>
                <a:gd name="T8" fmla="*/ 2270 w 14"/>
                <a:gd name="T9" fmla="*/ 2262 h 13"/>
                <a:gd name="T10" fmla="*/ 3438 w 14"/>
                <a:gd name="T11" fmla="*/ 4531 h 13"/>
                <a:gd name="T12" fmla="*/ 2470 w 14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10" y="13"/>
                  </a:moveTo>
                  <a:cubicBezTo>
                    <a:pt x="9" y="13"/>
                    <a:pt x="6" y="8"/>
                    <a:pt x="5" y="7"/>
                  </a:cubicBezTo>
                  <a:cubicBezTo>
                    <a:pt x="4" y="5"/>
                    <a:pt x="1" y="1"/>
                    <a:pt x="0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0"/>
                    <a:pt x="8" y="4"/>
                    <a:pt x="9" y="6"/>
                  </a:cubicBezTo>
                  <a:cubicBezTo>
                    <a:pt x="10" y="8"/>
                    <a:pt x="13" y="13"/>
                    <a:pt x="14" y="12"/>
                  </a:cubicBezTo>
                  <a:lnTo>
                    <a:pt x="10" y="13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1" name="Freeform 651">
              <a:extLst>
                <a:ext uri="{FF2B5EF4-FFF2-40B4-BE49-F238E27FC236}">
                  <a16:creationId xmlns:a16="http://schemas.microsoft.com/office/drawing/2014/main" id="{9390317E-CE10-43D4-A994-BAAE9143F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349"/>
              <a:ext cx="40" cy="38"/>
            </a:xfrm>
            <a:custGeom>
              <a:avLst/>
              <a:gdLst>
                <a:gd name="T0" fmla="*/ 2938 w 16"/>
                <a:gd name="T1" fmla="*/ 5157 h 14"/>
                <a:gd name="T2" fmla="*/ 1770 w 16"/>
                <a:gd name="T3" fmla="*/ 2823 h 14"/>
                <a:gd name="T4" fmla="*/ 0 w 16"/>
                <a:gd name="T5" fmla="*/ 760 h 14"/>
                <a:gd name="T6" fmla="*/ 1300 w 16"/>
                <a:gd name="T7" fmla="*/ 442 h 14"/>
                <a:gd name="T8" fmla="*/ 2738 w 16"/>
                <a:gd name="T9" fmla="*/ 2342 h 14"/>
                <a:gd name="T10" fmla="*/ 3908 w 16"/>
                <a:gd name="T11" fmla="*/ 4878 h 14"/>
                <a:gd name="T12" fmla="*/ 2938 w 16"/>
                <a:gd name="T13" fmla="*/ 515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12" y="13"/>
                  </a:moveTo>
                  <a:cubicBezTo>
                    <a:pt x="11" y="14"/>
                    <a:pt x="8" y="9"/>
                    <a:pt x="7" y="7"/>
                  </a:cubicBezTo>
                  <a:cubicBezTo>
                    <a:pt x="6" y="6"/>
                    <a:pt x="2" y="1"/>
                    <a:pt x="0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0"/>
                    <a:pt x="9" y="5"/>
                    <a:pt x="11" y="6"/>
                  </a:cubicBezTo>
                  <a:cubicBezTo>
                    <a:pt x="12" y="8"/>
                    <a:pt x="15" y="12"/>
                    <a:pt x="16" y="12"/>
                  </a:cubicBezTo>
                  <a:lnTo>
                    <a:pt x="12" y="13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2" name="Freeform 652">
              <a:extLst>
                <a:ext uri="{FF2B5EF4-FFF2-40B4-BE49-F238E27FC236}">
                  <a16:creationId xmlns:a16="http://schemas.microsoft.com/office/drawing/2014/main" id="{EE21427B-5761-4A1C-9E80-D6DB2DD5A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368"/>
              <a:ext cx="35" cy="37"/>
            </a:xfrm>
            <a:custGeom>
              <a:avLst/>
              <a:gdLst>
                <a:gd name="T0" fmla="*/ 2470 w 14"/>
                <a:gd name="T1" fmla="*/ 4784 h 14"/>
                <a:gd name="T2" fmla="*/ 1300 w 14"/>
                <a:gd name="T3" fmla="*/ 2437 h 14"/>
                <a:gd name="T4" fmla="*/ 0 w 14"/>
                <a:gd name="T5" fmla="*/ 391 h 14"/>
                <a:gd name="T6" fmla="*/ 988 w 14"/>
                <a:gd name="T7" fmla="*/ 0 h 14"/>
                <a:gd name="T8" fmla="*/ 2270 w 14"/>
                <a:gd name="T9" fmla="*/ 2046 h 14"/>
                <a:gd name="T10" fmla="*/ 3438 w 14"/>
                <a:gd name="T11" fmla="*/ 4392 h 14"/>
                <a:gd name="T12" fmla="*/ 2470 w 14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10" y="14"/>
                  </a:moveTo>
                  <a:cubicBezTo>
                    <a:pt x="8" y="14"/>
                    <a:pt x="6" y="9"/>
                    <a:pt x="5" y="7"/>
                  </a:cubicBezTo>
                  <a:cubicBezTo>
                    <a:pt x="4" y="5"/>
                    <a:pt x="2" y="1"/>
                    <a:pt x="0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5"/>
                    <a:pt x="9" y="6"/>
                  </a:cubicBezTo>
                  <a:cubicBezTo>
                    <a:pt x="10" y="8"/>
                    <a:pt x="12" y="13"/>
                    <a:pt x="14" y="13"/>
                  </a:cubicBezTo>
                  <a:lnTo>
                    <a:pt x="10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3" name="Freeform 653">
              <a:extLst>
                <a:ext uri="{FF2B5EF4-FFF2-40B4-BE49-F238E27FC236}">
                  <a16:creationId xmlns:a16="http://schemas.microsoft.com/office/drawing/2014/main" id="{8CAC5499-1EA6-46E8-A4CB-87DC926D3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363"/>
              <a:ext cx="33" cy="37"/>
            </a:xfrm>
            <a:custGeom>
              <a:avLst/>
              <a:gdLst>
                <a:gd name="T0" fmla="*/ 2404 w 13"/>
                <a:gd name="T1" fmla="*/ 4784 h 14"/>
                <a:gd name="T2" fmla="*/ 1373 w 13"/>
                <a:gd name="T3" fmla="*/ 2437 h 14"/>
                <a:gd name="T4" fmla="*/ 0 w 13"/>
                <a:gd name="T5" fmla="*/ 391 h 14"/>
                <a:gd name="T6" fmla="*/ 1031 w 13"/>
                <a:gd name="T7" fmla="*/ 0 h 14"/>
                <a:gd name="T8" fmla="*/ 2404 w 13"/>
                <a:gd name="T9" fmla="*/ 2437 h 14"/>
                <a:gd name="T10" fmla="*/ 3485 w 13"/>
                <a:gd name="T11" fmla="*/ 4392 h 14"/>
                <a:gd name="T12" fmla="*/ 2404 w 13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9" y="14"/>
                  </a:moveTo>
                  <a:cubicBezTo>
                    <a:pt x="8" y="14"/>
                    <a:pt x="6" y="9"/>
                    <a:pt x="5" y="7"/>
                  </a:cubicBezTo>
                  <a:cubicBezTo>
                    <a:pt x="4" y="5"/>
                    <a:pt x="1" y="1"/>
                    <a:pt x="0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8" y="5"/>
                    <a:pt x="9" y="7"/>
                  </a:cubicBezTo>
                  <a:cubicBezTo>
                    <a:pt x="10" y="8"/>
                    <a:pt x="12" y="13"/>
                    <a:pt x="13" y="13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4" name="Freeform 654">
              <a:extLst>
                <a:ext uri="{FF2B5EF4-FFF2-40B4-BE49-F238E27FC236}">
                  <a16:creationId xmlns:a16="http://schemas.microsoft.com/office/drawing/2014/main" id="{862AF8CF-C390-4308-B19B-0F45870AB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373"/>
              <a:ext cx="32" cy="38"/>
            </a:xfrm>
            <a:custGeom>
              <a:avLst/>
              <a:gdLst>
                <a:gd name="T0" fmla="*/ 1982 w 13"/>
                <a:gd name="T1" fmla="*/ 5157 h 14"/>
                <a:gd name="T2" fmla="*/ 1103 w 13"/>
                <a:gd name="T3" fmla="*/ 2823 h 14"/>
                <a:gd name="T4" fmla="*/ 0 w 13"/>
                <a:gd name="T5" fmla="*/ 0 h 14"/>
                <a:gd name="T6" fmla="*/ 928 w 13"/>
                <a:gd name="T7" fmla="*/ 0 h 14"/>
                <a:gd name="T8" fmla="*/ 1982 w 13"/>
                <a:gd name="T9" fmla="*/ 2342 h 14"/>
                <a:gd name="T10" fmla="*/ 2897 w 13"/>
                <a:gd name="T11" fmla="*/ 5157 h 14"/>
                <a:gd name="T12" fmla="*/ 1982 w 13"/>
                <a:gd name="T13" fmla="*/ 515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9" y="13"/>
                  </a:moveTo>
                  <a:cubicBezTo>
                    <a:pt x="8" y="14"/>
                    <a:pt x="6" y="8"/>
                    <a:pt x="5" y="7"/>
                  </a:cubicBezTo>
                  <a:cubicBezTo>
                    <a:pt x="4" y="5"/>
                    <a:pt x="1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8" y="4"/>
                    <a:pt x="9" y="6"/>
                  </a:cubicBezTo>
                  <a:cubicBezTo>
                    <a:pt x="10" y="8"/>
                    <a:pt x="12" y="13"/>
                    <a:pt x="13" y="13"/>
                  </a:cubicBezTo>
                  <a:lnTo>
                    <a:pt x="9" y="13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5" name="Freeform 655">
              <a:extLst>
                <a:ext uri="{FF2B5EF4-FFF2-40B4-BE49-F238E27FC236}">
                  <a16:creationId xmlns:a16="http://schemas.microsoft.com/office/drawing/2014/main" id="{F2BA1473-7132-4D4E-91E9-5F1BF404F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376"/>
              <a:ext cx="33" cy="37"/>
            </a:xfrm>
            <a:custGeom>
              <a:avLst/>
              <a:gdLst>
                <a:gd name="T0" fmla="*/ 2404 w 13"/>
                <a:gd name="T1" fmla="*/ 4784 h 14"/>
                <a:gd name="T2" fmla="*/ 1373 w 13"/>
                <a:gd name="T3" fmla="*/ 2437 h 14"/>
                <a:gd name="T4" fmla="*/ 0 w 13"/>
                <a:gd name="T5" fmla="*/ 391 h 14"/>
                <a:gd name="T6" fmla="*/ 1031 w 13"/>
                <a:gd name="T7" fmla="*/ 0 h 14"/>
                <a:gd name="T8" fmla="*/ 2404 w 13"/>
                <a:gd name="T9" fmla="*/ 2437 h 14"/>
                <a:gd name="T10" fmla="*/ 3485 w 13"/>
                <a:gd name="T11" fmla="*/ 4392 h 14"/>
                <a:gd name="T12" fmla="*/ 2404 w 13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9" y="14"/>
                  </a:moveTo>
                  <a:cubicBezTo>
                    <a:pt x="8" y="14"/>
                    <a:pt x="6" y="9"/>
                    <a:pt x="5" y="7"/>
                  </a:cubicBezTo>
                  <a:cubicBezTo>
                    <a:pt x="4" y="5"/>
                    <a:pt x="2" y="1"/>
                    <a:pt x="0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5"/>
                    <a:pt x="9" y="7"/>
                  </a:cubicBezTo>
                  <a:cubicBezTo>
                    <a:pt x="10" y="8"/>
                    <a:pt x="12" y="14"/>
                    <a:pt x="13" y="13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6" name="Freeform 656">
              <a:extLst>
                <a:ext uri="{FF2B5EF4-FFF2-40B4-BE49-F238E27FC236}">
                  <a16:creationId xmlns:a16="http://schemas.microsoft.com/office/drawing/2014/main" id="{91AB6B25-6308-4797-9F81-3BC40FABB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376"/>
              <a:ext cx="28" cy="37"/>
            </a:xfrm>
            <a:custGeom>
              <a:avLst/>
              <a:gdLst>
                <a:gd name="T0" fmla="*/ 1932 w 11"/>
                <a:gd name="T1" fmla="*/ 4784 h 14"/>
                <a:gd name="T2" fmla="*/ 1056 w 11"/>
                <a:gd name="T3" fmla="*/ 2437 h 14"/>
                <a:gd name="T4" fmla="*/ 0 w 11"/>
                <a:gd name="T5" fmla="*/ 0 h 14"/>
                <a:gd name="T6" fmla="*/ 1056 w 11"/>
                <a:gd name="T7" fmla="*/ 0 h 14"/>
                <a:gd name="T8" fmla="*/ 2146 w 11"/>
                <a:gd name="T9" fmla="*/ 2437 h 14"/>
                <a:gd name="T10" fmla="*/ 2986 w 11"/>
                <a:gd name="T11" fmla="*/ 4784 h 14"/>
                <a:gd name="T12" fmla="*/ 1932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7" y="14"/>
                  </a:moveTo>
                  <a:cubicBezTo>
                    <a:pt x="6" y="14"/>
                    <a:pt x="5" y="9"/>
                    <a:pt x="4" y="7"/>
                  </a:cubicBezTo>
                  <a:cubicBezTo>
                    <a:pt x="3" y="5"/>
                    <a:pt x="1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7" y="5"/>
                    <a:pt x="8" y="7"/>
                  </a:cubicBezTo>
                  <a:cubicBezTo>
                    <a:pt x="9" y="9"/>
                    <a:pt x="10" y="14"/>
                    <a:pt x="11" y="14"/>
                  </a:cubicBezTo>
                  <a:lnTo>
                    <a:pt x="7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7" name="Freeform 657">
              <a:extLst>
                <a:ext uri="{FF2B5EF4-FFF2-40B4-BE49-F238E27FC236}">
                  <a16:creationId xmlns:a16="http://schemas.microsoft.com/office/drawing/2014/main" id="{EC7E9045-EBCB-4022-9474-3A7879A93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376"/>
              <a:ext cx="30" cy="37"/>
            </a:xfrm>
            <a:custGeom>
              <a:avLst/>
              <a:gdLst>
                <a:gd name="T0" fmla="*/ 1958 w 12"/>
                <a:gd name="T1" fmla="*/ 4784 h 14"/>
                <a:gd name="T2" fmla="*/ 1300 w 12"/>
                <a:gd name="T3" fmla="*/ 2437 h 14"/>
                <a:gd name="T4" fmla="*/ 0 w 12"/>
                <a:gd name="T5" fmla="*/ 0 h 14"/>
                <a:gd name="T6" fmla="*/ 988 w 12"/>
                <a:gd name="T7" fmla="*/ 0 h 14"/>
                <a:gd name="T8" fmla="*/ 2270 w 12"/>
                <a:gd name="T9" fmla="*/ 2437 h 14"/>
                <a:gd name="T10" fmla="*/ 2938 w 12"/>
                <a:gd name="T11" fmla="*/ 4784 h 14"/>
                <a:gd name="T12" fmla="*/ 1958 w 12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8" y="14"/>
                  </a:moveTo>
                  <a:cubicBezTo>
                    <a:pt x="7" y="14"/>
                    <a:pt x="5" y="9"/>
                    <a:pt x="5" y="7"/>
                  </a:cubicBezTo>
                  <a:cubicBezTo>
                    <a:pt x="4" y="5"/>
                    <a:pt x="2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5"/>
                    <a:pt x="9" y="7"/>
                  </a:cubicBezTo>
                  <a:cubicBezTo>
                    <a:pt x="9" y="9"/>
                    <a:pt x="11" y="14"/>
                    <a:pt x="12" y="14"/>
                  </a:cubicBezTo>
                  <a:lnTo>
                    <a:pt x="8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8" name="Freeform 658">
              <a:extLst>
                <a:ext uri="{FF2B5EF4-FFF2-40B4-BE49-F238E27FC236}">
                  <a16:creationId xmlns:a16="http://schemas.microsoft.com/office/drawing/2014/main" id="{ED5F3B1E-DC86-45C8-B781-F29B38A1A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291"/>
              <a:ext cx="42" cy="32"/>
            </a:xfrm>
            <a:custGeom>
              <a:avLst/>
              <a:gdLst>
                <a:gd name="T0" fmla="*/ 2942 w 17"/>
                <a:gd name="T1" fmla="*/ 397 h 12"/>
                <a:gd name="T2" fmla="*/ 1374 w 17"/>
                <a:gd name="T3" fmla="*/ 1763 h 12"/>
                <a:gd name="T4" fmla="*/ 0 w 17"/>
                <a:gd name="T5" fmla="*/ 3243 h 12"/>
                <a:gd name="T6" fmla="*/ 635 w 17"/>
                <a:gd name="T7" fmla="*/ 3891 h 12"/>
                <a:gd name="T8" fmla="*/ 2308 w 17"/>
                <a:gd name="T9" fmla="*/ 2581 h 12"/>
                <a:gd name="T10" fmla="*/ 3876 w 17"/>
                <a:gd name="T11" fmla="*/ 1459 h 12"/>
                <a:gd name="T12" fmla="*/ 2942 w 17"/>
                <a:gd name="T13" fmla="*/ 39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">
                  <a:moveTo>
                    <a:pt x="13" y="1"/>
                  </a:moveTo>
                  <a:cubicBezTo>
                    <a:pt x="12" y="0"/>
                    <a:pt x="8" y="4"/>
                    <a:pt x="6" y="5"/>
                  </a:cubicBezTo>
                  <a:cubicBezTo>
                    <a:pt x="5" y="6"/>
                    <a:pt x="1" y="10"/>
                    <a:pt x="0" y="9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8" y="9"/>
                    <a:pt x="10" y="7"/>
                  </a:cubicBezTo>
                  <a:cubicBezTo>
                    <a:pt x="11" y="6"/>
                    <a:pt x="16" y="3"/>
                    <a:pt x="17" y="4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9" name="Freeform 659">
              <a:extLst>
                <a:ext uri="{FF2B5EF4-FFF2-40B4-BE49-F238E27FC236}">
                  <a16:creationId xmlns:a16="http://schemas.microsoft.com/office/drawing/2014/main" id="{8C41C4E6-2204-4D8D-A43E-4C078F745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325"/>
              <a:ext cx="25" cy="46"/>
            </a:xfrm>
            <a:custGeom>
              <a:avLst/>
              <a:gdLst>
                <a:gd name="T0" fmla="*/ 988 w 10"/>
                <a:gd name="T1" fmla="*/ 0 h 17"/>
                <a:gd name="T2" fmla="*/ 1488 w 10"/>
                <a:gd name="T3" fmla="*/ 3485 h 17"/>
                <a:gd name="T4" fmla="*/ 2270 w 10"/>
                <a:gd name="T5" fmla="*/ 5945 h 17"/>
                <a:gd name="T6" fmla="*/ 1488 w 10"/>
                <a:gd name="T7" fmla="*/ 6656 h 17"/>
                <a:gd name="T8" fmla="*/ 988 w 10"/>
                <a:gd name="T9" fmla="*/ 4343 h 17"/>
                <a:gd name="T10" fmla="*/ 313 w 10"/>
                <a:gd name="T11" fmla="*/ 1185 h 17"/>
                <a:gd name="T12" fmla="*/ 988 w 10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4" y="0"/>
                  </a:moveTo>
                  <a:cubicBezTo>
                    <a:pt x="3" y="1"/>
                    <a:pt x="5" y="5"/>
                    <a:pt x="6" y="9"/>
                  </a:cubicBezTo>
                  <a:cubicBezTo>
                    <a:pt x="8" y="12"/>
                    <a:pt x="10" y="14"/>
                    <a:pt x="9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6"/>
                    <a:pt x="5" y="15"/>
                    <a:pt x="4" y="11"/>
                  </a:cubicBezTo>
                  <a:cubicBezTo>
                    <a:pt x="2" y="8"/>
                    <a:pt x="0" y="4"/>
                    <a:pt x="1" y="3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0" name="Freeform 660">
              <a:extLst>
                <a:ext uri="{FF2B5EF4-FFF2-40B4-BE49-F238E27FC236}">
                  <a16:creationId xmlns:a16="http://schemas.microsoft.com/office/drawing/2014/main" id="{BEF27DCA-EE86-4DE6-B302-D83B86D1F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341"/>
              <a:ext cx="42" cy="32"/>
            </a:xfrm>
            <a:custGeom>
              <a:avLst/>
              <a:gdLst>
                <a:gd name="T0" fmla="*/ 2942 w 17"/>
                <a:gd name="T1" fmla="*/ 3891 h 12"/>
                <a:gd name="T2" fmla="*/ 1374 w 17"/>
                <a:gd name="T3" fmla="*/ 2581 h 12"/>
                <a:gd name="T4" fmla="*/ 0 w 17"/>
                <a:gd name="T5" fmla="*/ 1059 h 12"/>
                <a:gd name="T6" fmla="*/ 635 w 17"/>
                <a:gd name="T7" fmla="*/ 397 h 12"/>
                <a:gd name="T8" fmla="*/ 2308 w 17"/>
                <a:gd name="T9" fmla="*/ 1763 h 12"/>
                <a:gd name="T10" fmla="*/ 3876 w 17"/>
                <a:gd name="T11" fmla="*/ 3243 h 12"/>
                <a:gd name="T12" fmla="*/ 2942 w 17"/>
                <a:gd name="T13" fmla="*/ 389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">
                  <a:moveTo>
                    <a:pt x="13" y="11"/>
                  </a:moveTo>
                  <a:cubicBezTo>
                    <a:pt x="12" y="12"/>
                    <a:pt x="8" y="8"/>
                    <a:pt x="6" y="7"/>
                  </a:cubicBezTo>
                  <a:cubicBezTo>
                    <a:pt x="5" y="6"/>
                    <a:pt x="1" y="2"/>
                    <a:pt x="0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8" y="4"/>
                    <a:pt x="10" y="5"/>
                  </a:cubicBezTo>
                  <a:cubicBezTo>
                    <a:pt x="11" y="6"/>
                    <a:pt x="16" y="9"/>
                    <a:pt x="17" y="9"/>
                  </a:cubicBezTo>
                  <a:lnTo>
                    <a:pt x="13" y="1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1" name="Freeform 661">
              <a:extLst>
                <a:ext uri="{FF2B5EF4-FFF2-40B4-BE49-F238E27FC236}">
                  <a16:creationId xmlns:a16="http://schemas.microsoft.com/office/drawing/2014/main" id="{782563A2-F717-488C-A19C-385C0994A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389"/>
              <a:ext cx="35" cy="32"/>
            </a:xfrm>
            <a:custGeom>
              <a:avLst/>
              <a:gdLst>
                <a:gd name="T0" fmla="*/ 3438 w 14"/>
                <a:gd name="T1" fmla="*/ 1459 h 12"/>
                <a:gd name="T2" fmla="*/ 1300 w 14"/>
                <a:gd name="T3" fmla="*/ 2581 h 12"/>
                <a:gd name="T4" fmla="*/ 313 w 14"/>
                <a:gd name="T5" fmla="*/ 4301 h 12"/>
                <a:gd name="T6" fmla="*/ 0 w 14"/>
                <a:gd name="T7" fmla="*/ 2824 h 12"/>
                <a:gd name="T8" fmla="*/ 1300 w 14"/>
                <a:gd name="T9" fmla="*/ 1059 h 12"/>
                <a:gd name="T10" fmla="*/ 3438 w 14"/>
                <a:gd name="T11" fmla="*/ 0 h 12"/>
                <a:gd name="T12" fmla="*/ 3438 w 14"/>
                <a:gd name="T13" fmla="*/ 145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14" y="4"/>
                  </a:moveTo>
                  <a:cubicBezTo>
                    <a:pt x="14" y="5"/>
                    <a:pt x="7" y="7"/>
                    <a:pt x="5" y="7"/>
                  </a:cubicBezTo>
                  <a:cubicBezTo>
                    <a:pt x="3" y="8"/>
                    <a:pt x="1" y="11"/>
                    <a:pt x="1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7"/>
                    <a:pt x="3" y="4"/>
                    <a:pt x="5" y="3"/>
                  </a:cubicBezTo>
                  <a:cubicBezTo>
                    <a:pt x="7" y="3"/>
                    <a:pt x="14" y="1"/>
                    <a:pt x="14" y="0"/>
                  </a:cubicBezTo>
                  <a:lnTo>
                    <a:pt x="14" y="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2" name="Freeform 662">
              <a:extLst>
                <a:ext uri="{FF2B5EF4-FFF2-40B4-BE49-F238E27FC236}">
                  <a16:creationId xmlns:a16="http://schemas.microsoft.com/office/drawing/2014/main" id="{A0AE4717-8F01-4380-AA9D-04666998B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317"/>
              <a:ext cx="30" cy="46"/>
            </a:xfrm>
            <a:custGeom>
              <a:avLst/>
              <a:gdLst>
                <a:gd name="T0" fmla="*/ 988 w 12"/>
                <a:gd name="T1" fmla="*/ 6656 h 17"/>
                <a:gd name="T2" fmla="*/ 1770 w 12"/>
                <a:gd name="T3" fmla="*/ 3485 h 17"/>
                <a:gd name="T4" fmla="*/ 2738 w 12"/>
                <a:gd name="T5" fmla="*/ 1185 h 17"/>
                <a:gd name="T6" fmla="*/ 1958 w 12"/>
                <a:gd name="T7" fmla="*/ 0 h 17"/>
                <a:gd name="T8" fmla="*/ 1300 w 12"/>
                <a:gd name="T9" fmla="*/ 2043 h 17"/>
                <a:gd name="T10" fmla="*/ 313 w 12"/>
                <a:gd name="T11" fmla="*/ 5528 h 17"/>
                <a:gd name="T12" fmla="*/ 988 w 12"/>
                <a:gd name="T13" fmla="*/ 665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17"/>
                  </a:moveTo>
                  <a:cubicBezTo>
                    <a:pt x="3" y="15"/>
                    <a:pt x="5" y="12"/>
                    <a:pt x="7" y="9"/>
                  </a:cubicBezTo>
                  <a:cubicBezTo>
                    <a:pt x="9" y="5"/>
                    <a:pt x="12" y="4"/>
                    <a:pt x="11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1"/>
                    <a:pt x="6" y="2"/>
                    <a:pt x="5" y="5"/>
                  </a:cubicBezTo>
                  <a:cubicBezTo>
                    <a:pt x="3" y="8"/>
                    <a:pt x="0" y="12"/>
                    <a:pt x="1" y="14"/>
                  </a:cubicBezTo>
                  <a:lnTo>
                    <a:pt x="4" y="17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3" name="Freeform 663">
              <a:extLst>
                <a:ext uri="{FF2B5EF4-FFF2-40B4-BE49-F238E27FC236}">
                  <a16:creationId xmlns:a16="http://schemas.microsoft.com/office/drawing/2014/main" id="{0913A208-043E-4221-8A85-F73218B25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315"/>
              <a:ext cx="42" cy="26"/>
            </a:xfrm>
            <a:custGeom>
              <a:avLst/>
              <a:gdLst>
                <a:gd name="T0" fmla="*/ 3395 w 17"/>
                <a:gd name="T1" fmla="*/ 372 h 10"/>
                <a:gd name="T2" fmla="*/ 1569 w 17"/>
                <a:gd name="T3" fmla="*/ 967 h 10"/>
                <a:gd name="T4" fmla="*/ 0 w 17"/>
                <a:gd name="T5" fmla="*/ 1547 h 10"/>
                <a:gd name="T6" fmla="*/ 452 w 17"/>
                <a:gd name="T7" fmla="*/ 2514 h 10"/>
                <a:gd name="T8" fmla="*/ 2308 w 17"/>
                <a:gd name="T9" fmla="*/ 1914 h 10"/>
                <a:gd name="T10" fmla="*/ 3876 w 17"/>
                <a:gd name="T11" fmla="*/ 1196 h 10"/>
                <a:gd name="T12" fmla="*/ 3395 w 17"/>
                <a:gd name="T13" fmla="*/ 37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">
                  <a:moveTo>
                    <a:pt x="15" y="1"/>
                  </a:moveTo>
                  <a:cubicBezTo>
                    <a:pt x="14" y="0"/>
                    <a:pt x="9" y="2"/>
                    <a:pt x="7" y="3"/>
                  </a:cubicBezTo>
                  <a:cubicBezTo>
                    <a:pt x="5" y="4"/>
                    <a:pt x="1" y="7"/>
                    <a:pt x="0" y="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8" y="7"/>
                    <a:pt x="10" y="6"/>
                  </a:cubicBezTo>
                  <a:cubicBezTo>
                    <a:pt x="12" y="5"/>
                    <a:pt x="16" y="3"/>
                    <a:pt x="1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4" name="Freeform 664">
              <a:extLst>
                <a:ext uri="{FF2B5EF4-FFF2-40B4-BE49-F238E27FC236}">
                  <a16:creationId xmlns:a16="http://schemas.microsoft.com/office/drawing/2014/main" id="{2037598C-8C1A-42E9-9990-CEEF1BEA6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493"/>
              <a:ext cx="45" cy="19"/>
            </a:xfrm>
            <a:custGeom>
              <a:avLst/>
              <a:gdLst>
                <a:gd name="T0" fmla="*/ 3908 w 18"/>
                <a:gd name="T1" fmla="*/ 2342 h 7"/>
                <a:gd name="T2" fmla="*/ 1770 w 18"/>
                <a:gd name="T3" fmla="*/ 2063 h 7"/>
                <a:gd name="T4" fmla="*/ 0 w 18"/>
                <a:gd name="T5" fmla="*/ 2063 h 7"/>
                <a:gd name="T6" fmla="*/ 520 w 18"/>
                <a:gd name="T7" fmla="*/ 442 h 7"/>
                <a:gd name="T8" fmla="*/ 2270 w 18"/>
                <a:gd name="T9" fmla="*/ 442 h 7"/>
                <a:gd name="T10" fmla="*/ 4425 w 18"/>
                <a:gd name="T11" fmla="*/ 1200 h 7"/>
                <a:gd name="T12" fmla="*/ 3908 w 18"/>
                <a:gd name="T13" fmla="*/ 2342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">
                  <a:moveTo>
                    <a:pt x="16" y="6"/>
                  </a:moveTo>
                  <a:cubicBezTo>
                    <a:pt x="15" y="7"/>
                    <a:pt x="9" y="5"/>
                    <a:pt x="7" y="5"/>
                  </a:cubicBezTo>
                  <a:cubicBezTo>
                    <a:pt x="5" y="4"/>
                    <a:pt x="0" y="3"/>
                    <a:pt x="0" y="5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7" y="1"/>
                    <a:pt x="9" y="1"/>
                  </a:cubicBezTo>
                  <a:cubicBezTo>
                    <a:pt x="11" y="1"/>
                    <a:pt x="17" y="4"/>
                    <a:pt x="18" y="3"/>
                  </a:cubicBezTo>
                  <a:lnTo>
                    <a:pt x="16" y="6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5" name="Freeform 665">
              <a:extLst>
                <a:ext uri="{FF2B5EF4-FFF2-40B4-BE49-F238E27FC236}">
                  <a16:creationId xmlns:a16="http://schemas.microsoft.com/office/drawing/2014/main" id="{7C480B1C-582A-4863-947E-2C0B4A274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453"/>
              <a:ext cx="40" cy="27"/>
            </a:xfrm>
            <a:custGeom>
              <a:avLst/>
              <a:gdLst>
                <a:gd name="T0" fmla="*/ 3908 w 16"/>
                <a:gd name="T1" fmla="*/ 1596 h 10"/>
                <a:gd name="T2" fmla="*/ 1958 w 16"/>
                <a:gd name="T3" fmla="*/ 2719 h 10"/>
                <a:gd name="T4" fmla="*/ 313 w 16"/>
                <a:gd name="T5" fmla="*/ 3877 h 10"/>
                <a:gd name="T6" fmla="*/ 0 w 16"/>
                <a:gd name="T7" fmla="*/ 2282 h 10"/>
                <a:gd name="T8" fmla="*/ 2270 w 16"/>
                <a:gd name="T9" fmla="*/ 1158 h 10"/>
                <a:gd name="T10" fmla="*/ 3908 w 16"/>
                <a:gd name="T11" fmla="*/ 0 h 10"/>
                <a:gd name="T12" fmla="*/ 3908 w 16"/>
                <a:gd name="T13" fmla="*/ 159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0">
                  <a:moveTo>
                    <a:pt x="16" y="4"/>
                  </a:moveTo>
                  <a:cubicBezTo>
                    <a:pt x="16" y="5"/>
                    <a:pt x="10" y="6"/>
                    <a:pt x="8" y="7"/>
                  </a:cubicBezTo>
                  <a:cubicBezTo>
                    <a:pt x="6" y="7"/>
                    <a:pt x="1" y="8"/>
                    <a:pt x="1" y="1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7" y="3"/>
                    <a:pt x="9" y="3"/>
                  </a:cubicBezTo>
                  <a:cubicBezTo>
                    <a:pt x="11" y="2"/>
                    <a:pt x="16" y="1"/>
                    <a:pt x="16" y="0"/>
                  </a:cubicBezTo>
                  <a:lnTo>
                    <a:pt x="16" y="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6" name="Freeform 666">
              <a:extLst>
                <a:ext uri="{FF2B5EF4-FFF2-40B4-BE49-F238E27FC236}">
                  <a16:creationId xmlns:a16="http://schemas.microsoft.com/office/drawing/2014/main" id="{B6971153-9CAC-44FA-B4F3-8BDC6D0B0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427"/>
              <a:ext cx="35" cy="29"/>
            </a:xfrm>
            <a:custGeom>
              <a:avLst/>
              <a:gdLst>
                <a:gd name="T0" fmla="*/ 313 w 14"/>
                <a:gd name="T1" fmla="*/ 3662 h 11"/>
                <a:gd name="T2" fmla="*/ 1958 w 14"/>
                <a:gd name="T3" fmla="*/ 2035 h 11"/>
                <a:gd name="T4" fmla="*/ 3438 w 14"/>
                <a:gd name="T5" fmla="*/ 1007 h 11"/>
                <a:gd name="T6" fmla="*/ 3438 w 14"/>
                <a:gd name="T7" fmla="*/ 0 h 11"/>
                <a:gd name="T8" fmla="*/ 1958 w 14"/>
                <a:gd name="T9" fmla="*/ 625 h 11"/>
                <a:gd name="T10" fmla="*/ 0 w 14"/>
                <a:gd name="T11" fmla="*/ 2273 h 11"/>
                <a:gd name="T12" fmla="*/ 313 w 14"/>
                <a:gd name="T13" fmla="*/ 366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0" y="9"/>
                    <a:pt x="4" y="7"/>
                    <a:pt x="8" y="6"/>
                  </a:cubicBezTo>
                  <a:cubicBezTo>
                    <a:pt x="11" y="4"/>
                    <a:pt x="14" y="4"/>
                    <a:pt x="14" y="3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1" y="0"/>
                    <a:pt x="8" y="2"/>
                  </a:cubicBezTo>
                  <a:cubicBezTo>
                    <a:pt x="4" y="3"/>
                    <a:pt x="0" y="5"/>
                    <a:pt x="0" y="7"/>
                  </a:cubicBezTo>
                  <a:lnTo>
                    <a:pt x="1" y="11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7" name="Freeform 667">
              <a:extLst>
                <a:ext uri="{FF2B5EF4-FFF2-40B4-BE49-F238E27FC236}">
                  <a16:creationId xmlns:a16="http://schemas.microsoft.com/office/drawing/2014/main" id="{E1128BDB-81D9-4643-AEEC-0EF5CCBF4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408"/>
              <a:ext cx="37" cy="27"/>
            </a:xfrm>
            <a:custGeom>
              <a:avLst/>
              <a:gdLst>
                <a:gd name="T0" fmla="*/ 3365 w 15"/>
                <a:gd name="T1" fmla="*/ 2282 h 10"/>
                <a:gd name="T2" fmla="*/ 1813 w 15"/>
                <a:gd name="T3" fmla="*/ 1158 h 10"/>
                <a:gd name="T4" fmla="*/ 0 w 15"/>
                <a:gd name="T5" fmla="*/ 0 h 10"/>
                <a:gd name="T6" fmla="*/ 183 w 15"/>
                <a:gd name="T7" fmla="*/ 1596 h 10"/>
                <a:gd name="T8" fmla="*/ 1813 w 15"/>
                <a:gd name="T9" fmla="*/ 2719 h 10"/>
                <a:gd name="T10" fmla="*/ 3365 w 15"/>
                <a:gd name="T11" fmla="*/ 3877 h 10"/>
                <a:gd name="T12" fmla="*/ 3365 w 15"/>
                <a:gd name="T13" fmla="*/ 228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0">
                  <a:moveTo>
                    <a:pt x="15" y="6"/>
                  </a:moveTo>
                  <a:cubicBezTo>
                    <a:pt x="15" y="5"/>
                    <a:pt x="10" y="4"/>
                    <a:pt x="8" y="3"/>
                  </a:cubicBezTo>
                  <a:cubicBezTo>
                    <a:pt x="6" y="2"/>
                    <a:pt x="0" y="2"/>
                    <a:pt x="0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6"/>
                    <a:pt x="6" y="6"/>
                    <a:pt x="8" y="7"/>
                  </a:cubicBezTo>
                  <a:cubicBezTo>
                    <a:pt x="10" y="8"/>
                    <a:pt x="15" y="9"/>
                    <a:pt x="15" y="10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8" name="Freeform 668">
              <a:extLst>
                <a:ext uri="{FF2B5EF4-FFF2-40B4-BE49-F238E27FC236}">
                  <a16:creationId xmlns:a16="http://schemas.microsoft.com/office/drawing/2014/main" id="{BAD5D90D-76D6-4EA8-8979-7F0DD0265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443"/>
              <a:ext cx="38" cy="24"/>
            </a:xfrm>
            <a:custGeom>
              <a:avLst/>
              <a:gdLst>
                <a:gd name="T0" fmla="*/ 0 w 15"/>
                <a:gd name="T1" fmla="*/ 0 h 9"/>
                <a:gd name="T2" fmla="*/ 1900 w 15"/>
                <a:gd name="T3" fmla="*/ 1059 h 9"/>
                <a:gd name="T4" fmla="*/ 3658 w 15"/>
                <a:gd name="T5" fmla="*/ 1763 h 9"/>
                <a:gd name="T6" fmla="*/ 3658 w 15"/>
                <a:gd name="T7" fmla="*/ 3243 h 9"/>
                <a:gd name="T8" fmla="*/ 1900 w 15"/>
                <a:gd name="T9" fmla="*/ 2581 h 9"/>
                <a:gd name="T10" fmla="*/ 0 w 15"/>
                <a:gd name="T11" fmla="*/ 1459 h 9"/>
                <a:gd name="T12" fmla="*/ 0 w 15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1"/>
                    <a:pt x="3" y="2"/>
                    <a:pt x="7" y="3"/>
                  </a:cubicBezTo>
                  <a:cubicBezTo>
                    <a:pt x="10" y="4"/>
                    <a:pt x="15" y="4"/>
                    <a:pt x="14" y="5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7"/>
                    <a:pt x="11" y="7"/>
                    <a:pt x="7" y="7"/>
                  </a:cubicBezTo>
                  <a:cubicBezTo>
                    <a:pt x="4" y="6"/>
                    <a:pt x="0" y="6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9" name="Freeform 669">
              <a:extLst>
                <a:ext uri="{FF2B5EF4-FFF2-40B4-BE49-F238E27FC236}">
                  <a16:creationId xmlns:a16="http://schemas.microsoft.com/office/drawing/2014/main" id="{5281D812-4BCB-45EE-9453-BBCAC8DF7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347"/>
              <a:ext cx="28" cy="42"/>
            </a:xfrm>
            <a:custGeom>
              <a:avLst/>
              <a:gdLst>
                <a:gd name="T0" fmla="*/ 1056 w 11"/>
                <a:gd name="T1" fmla="*/ 5229 h 16"/>
                <a:gd name="T2" fmla="*/ 1932 w 11"/>
                <a:gd name="T3" fmla="*/ 2604 h 16"/>
                <a:gd name="T4" fmla="*/ 2688 w 11"/>
                <a:gd name="T5" fmla="*/ 614 h 16"/>
                <a:gd name="T6" fmla="*/ 2146 w 11"/>
                <a:gd name="T7" fmla="*/ 0 h 16"/>
                <a:gd name="T8" fmla="*/ 1056 w 11"/>
                <a:gd name="T9" fmla="*/ 1612 h 16"/>
                <a:gd name="T10" fmla="*/ 331 w 11"/>
                <a:gd name="T11" fmla="*/ 4232 h 16"/>
                <a:gd name="T12" fmla="*/ 1056 w 11"/>
                <a:gd name="T13" fmla="*/ 5229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6">
                  <a:moveTo>
                    <a:pt x="4" y="16"/>
                  </a:moveTo>
                  <a:cubicBezTo>
                    <a:pt x="2" y="15"/>
                    <a:pt x="5" y="11"/>
                    <a:pt x="7" y="8"/>
                  </a:cubicBezTo>
                  <a:cubicBezTo>
                    <a:pt x="9" y="5"/>
                    <a:pt x="11" y="3"/>
                    <a:pt x="10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1"/>
                    <a:pt x="6" y="2"/>
                    <a:pt x="4" y="5"/>
                  </a:cubicBezTo>
                  <a:cubicBezTo>
                    <a:pt x="2" y="8"/>
                    <a:pt x="0" y="12"/>
                    <a:pt x="1" y="13"/>
                  </a:cubicBezTo>
                  <a:lnTo>
                    <a:pt x="4" y="16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0" name="Freeform 670">
              <a:extLst>
                <a:ext uri="{FF2B5EF4-FFF2-40B4-BE49-F238E27FC236}">
                  <a16:creationId xmlns:a16="http://schemas.microsoft.com/office/drawing/2014/main" id="{0767450F-DE54-410A-B980-FC2DD5B4B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341"/>
              <a:ext cx="45" cy="24"/>
            </a:xfrm>
            <a:custGeom>
              <a:avLst/>
              <a:gdLst>
                <a:gd name="T0" fmla="*/ 3908 w 18"/>
                <a:gd name="T1" fmla="*/ 397 h 9"/>
                <a:gd name="T2" fmla="*/ 1958 w 18"/>
                <a:gd name="T3" fmla="*/ 1059 h 9"/>
                <a:gd name="T4" fmla="*/ 0 w 18"/>
                <a:gd name="T5" fmla="*/ 1763 h 9"/>
                <a:gd name="T6" fmla="*/ 783 w 18"/>
                <a:gd name="T7" fmla="*/ 2824 h 9"/>
                <a:gd name="T8" fmla="*/ 2738 w 18"/>
                <a:gd name="T9" fmla="*/ 2184 h 9"/>
                <a:gd name="T10" fmla="*/ 4425 w 18"/>
                <a:gd name="T11" fmla="*/ 1459 h 9"/>
                <a:gd name="T12" fmla="*/ 3908 w 18"/>
                <a:gd name="T13" fmla="*/ 39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">
                  <a:moveTo>
                    <a:pt x="16" y="1"/>
                  </a:moveTo>
                  <a:cubicBezTo>
                    <a:pt x="15" y="0"/>
                    <a:pt x="10" y="2"/>
                    <a:pt x="8" y="3"/>
                  </a:cubicBezTo>
                  <a:cubicBezTo>
                    <a:pt x="6" y="3"/>
                    <a:pt x="1" y="6"/>
                    <a:pt x="0" y="5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9"/>
                    <a:pt x="9" y="6"/>
                    <a:pt x="11" y="6"/>
                  </a:cubicBezTo>
                  <a:cubicBezTo>
                    <a:pt x="13" y="5"/>
                    <a:pt x="18" y="3"/>
                    <a:pt x="18" y="4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1" name="Freeform 671">
              <a:extLst>
                <a:ext uri="{FF2B5EF4-FFF2-40B4-BE49-F238E27FC236}">
                  <a16:creationId xmlns:a16="http://schemas.microsoft.com/office/drawing/2014/main" id="{1232856B-53E0-4FB4-9003-A7CE705A3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584"/>
              <a:ext cx="13" cy="43"/>
            </a:xfrm>
            <a:custGeom>
              <a:avLst/>
              <a:gdLst>
                <a:gd name="T0" fmla="*/ 1547 w 5"/>
                <a:gd name="T1" fmla="*/ 0 h 16"/>
                <a:gd name="T2" fmla="*/ 1196 w 5"/>
                <a:gd name="T3" fmla="*/ 3085 h 16"/>
                <a:gd name="T4" fmla="*/ 1196 w 5"/>
                <a:gd name="T5" fmla="*/ 5628 h 16"/>
                <a:gd name="T6" fmla="*/ 0 w 5"/>
                <a:gd name="T7" fmla="*/ 6060 h 16"/>
                <a:gd name="T8" fmla="*/ 0 w 5"/>
                <a:gd name="T9" fmla="*/ 3394 h 16"/>
                <a:gd name="T10" fmla="*/ 372 w 5"/>
                <a:gd name="T11" fmla="*/ 427 h 16"/>
                <a:gd name="T12" fmla="*/ 1547 w 5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1"/>
                    <a:pt x="4" y="4"/>
                    <a:pt x="4" y="8"/>
                  </a:cubicBezTo>
                  <a:cubicBezTo>
                    <a:pt x="4" y="11"/>
                    <a:pt x="5" y="14"/>
                    <a:pt x="4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0" y="13"/>
                    <a:pt x="0" y="9"/>
                  </a:cubicBezTo>
                  <a:cubicBezTo>
                    <a:pt x="0" y="6"/>
                    <a:pt x="0" y="1"/>
                    <a:pt x="1" y="1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2" name="Freeform 672">
              <a:extLst>
                <a:ext uri="{FF2B5EF4-FFF2-40B4-BE49-F238E27FC236}">
                  <a16:creationId xmlns:a16="http://schemas.microsoft.com/office/drawing/2014/main" id="{BBE9F3FC-91C7-44CD-83B7-A962E7391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573"/>
              <a:ext cx="15" cy="40"/>
            </a:xfrm>
            <a:custGeom>
              <a:avLst/>
              <a:gdLst>
                <a:gd name="T0" fmla="*/ 1300 w 6"/>
                <a:gd name="T1" fmla="*/ 0 h 15"/>
                <a:gd name="T2" fmla="*/ 1300 w 6"/>
                <a:gd name="T3" fmla="*/ 2581 h 15"/>
                <a:gd name="T4" fmla="*/ 1300 w 6"/>
                <a:gd name="T5" fmla="*/ 5005 h 15"/>
                <a:gd name="T6" fmla="*/ 313 w 6"/>
                <a:gd name="T7" fmla="*/ 5405 h 15"/>
                <a:gd name="T8" fmla="*/ 313 w 6"/>
                <a:gd name="T9" fmla="*/ 3243 h 15"/>
                <a:gd name="T10" fmla="*/ 520 w 6"/>
                <a:gd name="T11" fmla="*/ 661 h 15"/>
                <a:gd name="T12" fmla="*/ 1300 w 6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5">
                  <a:moveTo>
                    <a:pt x="5" y="0"/>
                  </a:moveTo>
                  <a:cubicBezTo>
                    <a:pt x="4" y="1"/>
                    <a:pt x="4" y="3"/>
                    <a:pt x="5" y="7"/>
                  </a:cubicBezTo>
                  <a:cubicBezTo>
                    <a:pt x="5" y="11"/>
                    <a:pt x="6" y="14"/>
                    <a:pt x="5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" y="15"/>
                    <a:pt x="2" y="12"/>
                    <a:pt x="1" y="9"/>
                  </a:cubicBezTo>
                  <a:cubicBezTo>
                    <a:pt x="1" y="5"/>
                    <a:pt x="0" y="2"/>
                    <a:pt x="2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3" name="Freeform 673">
              <a:extLst>
                <a:ext uri="{FF2B5EF4-FFF2-40B4-BE49-F238E27FC236}">
                  <a16:creationId xmlns:a16="http://schemas.microsoft.com/office/drawing/2014/main" id="{70B27C38-E733-4FE0-8ED7-4A5199FCF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600"/>
              <a:ext cx="23" cy="43"/>
            </a:xfrm>
            <a:custGeom>
              <a:avLst/>
              <a:gdLst>
                <a:gd name="T0" fmla="*/ 2520 w 9"/>
                <a:gd name="T1" fmla="*/ 0 h 16"/>
                <a:gd name="T2" fmla="*/ 1620 w 9"/>
                <a:gd name="T3" fmla="*/ 3394 h 16"/>
                <a:gd name="T4" fmla="*/ 1104 w 9"/>
                <a:gd name="T5" fmla="*/ 6060 h 16"/>
                <a:gd name="T6" fmla="*/ 0 w 9"/>
                <a:gd name="T7" fmla="*/ 6060 h 16"/>
                <a:gd name="T8" fmla="*/ 549 w 9"/>
                <a:gd name="T9" fmla="*/ 3394 h 16"/>
                <a:gd name="T10" fmla="*/ 1403 w 9"/>
                <a:gd name="T11" fmla="*/ 427 h 16"/>
                <a:gd name="T12" fmla="*/ 2520 w 9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7" y="1"/>
                    <a:pt x="7" y="5"/>
                    <a:pt x="6" y="9"/>
                  </a:cubicBezTo>
                  <a:cubicBezTo>
                    <a:pt x="5" y="12"/>
                    <a:pt x="6" y="15"/>
                    <a:pt x="4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3"/>
                    <a:pt x="2" y="9"/>
                  </a:cubicBezTo>
                  <a:cubicBezTo>
                    <a:pt x="3" y="6"/>
                    <a:pt x="3" y="1"/>
                    <a:pt x="5" y="1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4" name="Freeform 674">
              <a:extLst>
                <a:ext uri="{FF2B5EF4-FFF2-40B4-BE49-F238E27FC236}">
                  <a16:creationId xmlns:a16="http://schemas.microsoft.com/office/drawing/2014/main" id="{79C4B432-8161-44A3-A6E8-8527040EA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595"/>
              <a:ext cx="20" cy="42"/>
            </a:xfrm>
            <a:custGeom>
              <a:avLst/>
              <a:gdLst>
                <a:gd name="T0" fmla="*/ 1958 w 8"/>
                <a:gd name="T1" fmla="*/ 0 h 16"/>
                <a:gd name="T2" fmla="*/ 1300 w 8"/>
                <a:gd name="T3" fmla="*/ 2604 h 16"/>
                <a:gd name="T4" fmla="*/ 988 w 8"/>
                <a:gd name="T5" fmla="*/ 4851 h 16"/>
                <a:gd name="T6" fmla="*/ 0 w 8"/>
                <a:gd name="T7" fmla="*/ 5229 h 16"/>
                <a:gd name="T8" fmla="*/ 313 w 8"/>
                <a:gd name="T9" fmla="*/ 2985 h 16"/>
                <a:gd name="T10" fmla="*/ 988 w 8"/>
                <a:gd name="T11" fmla="*/ 0 h 16"/>
                <a:gd name="T12" fmla="*/ 1958 w 8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6" y="0"/>
                    <a:pt x="5" y="4"/>
                    <a:pt x="5" y="8"/>
                  </a:cubicBezTo>
                  <a:cubicBezTo>
                    <a:pt x="5" y="11"/>
                    <a:pt x="5" y="15"/>
                    <a:pt x="4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5"/>
                    <a:pt x="1" y="12"/>
                    <a:pt x="1" y="9"/>
                  </a:cubicBezTo>
                  <a:cubicBezTo>
                    <a:pt x="2" y="5"/>
                    <a:pt x="2" y="1"/>
                    <a:pt x="4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5" name="Freeform 675">
              <a:extLst>
                <a:ext uri="{FF2B5EF4-FFF2-40B4-BE49-F238E27FC236}">
                  <a16:creationId xmlns:a16="http://schemas.microsoft.com/office/drawing/2014/main" id="{A744E5A3-9A02-4E33-B7DE-3CCED4473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608"/>
              <a:ext cx="23" cy="40"/>
            </a:xfrm>
            <a:custGeom>
              <a:avLst/>
              <a:gdLst>
                <a:gd name="T0" fmla="*/ 2520 w 9"/>
                <a:gd name="T1" fmla="*/ 0 h 15"/>
                <a:gd name="T2" fmla="*/ 1620 w 9"/>
                <a:gd name="T3" fmla="*/ 2824 h 15"/>
                <a:gd name="T4" fmla="*/ 1104 w 9"/>
                <a:gd name="T5" fmla="*/ 5005 h 15"/>
                <a:gd name="T6" fmla="*/ 0 w 9"/>
                <a:gd name="T7" fmla="*/ 5405 h 15"/>
                <a:gd name="T8" fmla="*/ 549 w 9"/>
                <a:gd name="T9" fmla="*/ 2824 h 15"/>
                <a:gd name="T10" fmla="*/ 1403 w 9"/>
                <a:gd name="T11" fmla="*/ 0 h 15"/>
                <a:gd name="T12" fmla="*/ 2520 w 9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8" y="0"/>
                    <a:pt x="7" y="4"/>
                    <a:pt x="6" y="8"/>
                  </a:cubicBezTo>
                  <a:cubicBezTo>
                    <a:pt x="5" y="11"/>
                    <a:pt x="5" y="14"/>
                    <a:pt x="4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1" y="12"/>
                    <a:pt x="2" y="8"/>
                  </a:cubicBezTo>
                  <a:cubicBezTo>
                    <a:pt x="3" y="4"/>
                    <a:pt x="4" y="0"/>
                    <a:pt x="5" y="0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6" name="Freeform 676">
              <a:extLst>
                <a:ext uri="{FF2B5EF4-FFF2-40B4-BE49-F238E27FC236}">
                  <a16:creationId xmlns:a16="http://schemas.microsoft.com/office/drawing/2014/main" id="{15A4AB03-CBA0-4B4D-BB88-AC9FABDCF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611"/>
              <a:ext cx="25" cy="40"/>
            </a:xfrm>
            <a:custGeom>
              <a:avLst/>
              <a:gdLst>
                <a:gd name="T0" fmla="*/ 2470 w 10"/>
                <a:gd name="T1" fmla="*/ 0 h 15"/>
                <a:gd name="T2" fmla="*/ 1488 w 10"/>
                <a:gd name="T3" fmla="*/ 2824 h 15"/>
                <a:gd name="T4" fmla="*/ 988 w 10"/>
                <a:gd name="T5" fmla="*/ 5405 h 15"/>
                <a:gd name="T6" fmla="*/ 0 w 10"/>
                <a:gd name="T7" fmla="*/ 5405 h 15"/>
                <a:gd name="T8" fmla="*/ 520 w 10"/>
                <a:gd name="T9" fmla="*/ 2824 h 15"/>
                <a:gd name="T10" fmla="*/ 1488 w 10"/>
                <a:gd name="T11" fmla="*/ 0 h 15"/>
                <a:gd name="T12" fmla="*/ 2470 w 10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8" y="0"/>
                    <a:pt x="7" y="4"/>
                    <a:pt x="6" y="8"/>
                  </a:cubicBezTo>
                  <a:cubicBezTo>
                    <a:pt x="5" y="11"/>
                    <a:pt x="5" y="15"/>
                    <a:pt x="4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1" y="12"/>
                    <a:pt x="2" y="8"/>
                  </a:cubicBezTo>
                  <a:cubicBezTo>
                    <a:pt x="3" y="5"/>
                    <a:pt x="4" y="1"/>
                    <a:pt x="6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7" name="Freeform 677">
              <a:extLst>
                <a:ext uri="{FF2B5EF4-FFF2-40B4-BE49-F238E27FC236}">
                  <a16:creationId xmlns:a16="http://schemas.microsoft.com/office/drawing/2014/main" id="{8B6347CE-77BD-4D38-942D-086263F10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616"/>
              <a:ext cx="27" cy="37"/>
            </a:xfrm>
            <a:custGeom>
              <a:avLst/>
              <a:gdLst>
                <a:gd name="T0" fmla="*/ 2398 w 11"/>
                <a:gd name="T1" fmla="*/ 0 h 14"/>
                <a:gd name="T2" fmla="*/ 1524 w 11"/>
                <a:gd name="T3" fmla="*/ 2437 h 14"/>
                <a:gd name="T4" fmla="*/ 903 w 11"/>
                <a:gd name="T5" fmla="*/ 4784 h 14"/>
                <a:gd name="T6" fmla="*/ 0 w 11"/>
                <a:gd name="T7" fmla="*/ 4784 h 14"/>
                <a:gd name="T8" fmla="*/ 621 w 11"/>
                <a:gd name="T9" fmla="*/ 2437 h 14"/>
                <a:gd name="T10" fmla="*/ 1777 w 11"/>
                <a:gd name="T11" fmla="*/ 0 h 14"/>
                <a:gd name="T12" fmla="*/ 2398 w 1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10" y="0"/>
                    <a:pt x="8" y="4"/>
                    <a:pt x="7" y="7"/>
                  </a:cubicBezTo>
                  <a:cubicBezTo>
                    <a:pt x="6" y="11"/>
                    <a:pt x="5" y="14"/>
                    <a:pt x="4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2" y="11"/>
                    <a:pt x="3" y="7"/>
                  </a:cubicBezTo>
                  <a:cubicBezTo>
                    <a:pt x="4" y="4"/>
                    <a:pt x="6" y="0"/>
                    <a:pt x="8" y="0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8" name="Freeform 678">
              <a:extLst>
                <a:ext uri="{FF2B5EF4-FFF2-40B4-BE49-F238E27FC236}">
                  <a16:creationId xmlns:a16="http://schemas.microsoft.com/office/drawing/2014/main" id="{418CBADD-54A0-4634-B07D-2E40AA469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613"/>
              <a:ext cx="30" cy="38"/>
            </a:xfrm>
            <a:custGeom>
              <a:avLst/>
              <a:gdLst>
                <a:gd name="T0" fmla="*/ 2938 w 12"/>
                <a:gd name="T1" fmla="*/ 0 h 14"/>
                <a:gd name="T2" fmla="*/ 1770 w 12"/>
                <a:gd name="T3" fmla="*/ 2823 h 14"/>
                <a:gd name="T4" fmla="*/ 988 w 12"/>
                <a:gd name="T5" fmla="*/ 5600 h 14"/>
                <a:gd name="T6" fmla="*/ 0 w 12"/>
                <a:gd name="T7" fmla="*/ 5157 h 14"/>
                <a:gd name="T8" fmla="*/ 783 w 12"/>
                <a:gd name="T9" fmla="*/ 2823 h 14"/>
                <a:gd name="T10" fmla="*/ 1958 w 12"/>
                <a:gd name="T11" fmla="*/ 0 h 14"/>
                <a:gd name="T12" fmla="*/ 293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0" y="0"/>
                    <a:pt x="9" y="4"/>
                    <a:pt x="7" y="7"/>
                  </a:cubicBezTo>
                  <a:cubicBezTo>
                    <a:pt x="6" y="11"/>
                    <a:pt x="5" y="14"/>
                    <a:pt x="4" y="14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2" y="10"/>
                    <a:pt x="3" y="7"/>
                  </a:cubicBezTo>
                  <a:cubicBezTo>
                    <a:pt x="5" y="4"/>
                    <a:pt x="6" y="0"/>
                    <a:pt x="8" y="0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9" name="Freeform 679">
              <a:extLst>
                <a:ext uri="{FF2B5EF4-FFF2-40B4-BE49-F238E27FC236}">
                  <a16:creationId xmlns:a16="http://schemas.microsoft.com/office/drawing/2014/main" id="{C81B6BEE-56EA-447B-A561-AB200EAC9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611"/>
              <a:ext cx="30" cy="37"/>
            </a:xfrm>
            <a:custGeom>
              <a:avLst/>
              <a:gdLst>
                <a:gd name="T0" fmla="*/ 2938 w 12"/>
                <a:gd name="T1" fmla="*/ 0 h 14"/>
                <a:gd name="T2" fmla="*/ 1958 w 12"/>
                <a:gd name="T3" fmla="*/ 2437 h 14"/>
                <a:gd name="T4" fmla="*/ 988 w 12"/>
                <a:gd name="T5" fmla="*/ 4784 h 14"/>
                <a:gd name="T6" fmla="*/ 0 w 12"/>
                <a:gd name="T7" fmla="*/ 4392 h 14"/>
                <a:gd name="T8" fmla="*/ 988 w 12"/>
                <a:gd name="T9" fmla="*/ 2437 h 14"/>
                <a:gd name="T10" fmla="*/ 1958 w 12"/>
                <a:gd name="T11" fmla="*/ 0 h 14"/>
                <a:gd name="T12" fmla="*/ 293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1" y="0"/>
                    <a:pt x="9" y="4"/>
                    <a:pt x="8" y="7"/>
                  </a:cubicBezTo>
                  <a:cubicBezTo>
                    <a:pt x="6" y="11"/>
                    <a:pt x="5" y="14"/>
                    <a:pt x="4" y="14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2" y="10"/>
                    <a:pt x="4" y="7"/>
                  </a:cubicBezTo>
                  <a:cubicBezTo>
                    <a:pt x="5" y="4"/>
                    <a:pt x="7" y="0"/>
                    <a:pt x="8" y="0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0" name="Freeform 680">
              <a:extLst>
                <a:ext uri="{FF2B5EF4-FFF2-40B4-BE49-F238E27FC236}">
                  <a16:creationId xmlns:a16="http://schemas.microsoft.com/office/drawing/2014/main" id="{6D157322-5286-416D-B9E5-BC2A27FED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493"/>
              <a:ext cx="18" cy="43"/>
            </a:xfrm>
            <a:custGeom>
              <a:avLst/>
              <a:gdLst>
                <a:gd name="T0" fmla="*/ 2003 w 7"/>
                <a:gd name="T1" fmla="*/ 6060 h 16"/>
                <a:gd name="T2" fmla="*/ 1448 w 7"/>
                <a:gd name="T3" fmla="*/ 3085 h 16"/>
                <a:gd name="T4" fmla="*/ 1137 w 7"/>
                <a:gd name="T5" fmla="*/ 427 h 16"/>
                <a:gd name="T6" fmla="*/ 0 w 7"/>
                <a:gd name="T7" fmla="*/ 0 h 16"/>
                <a:gd name="T8" fmla="*/ 357 w 7"/>
                <a:gd name="T9" fmla="*/ 2658 h 16"/>
                <a:gd name="T10" fmla="*/ 563 w 7"/>
                <a:gd name="T11" fmla="*/ 5628 h 16"/>
                <a:gd name="T12" fmla="*/ 2003 w 7"/>
                <a:gd name="T13" fmla="*/ 606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6">
                  <a:moveTo>
                    <a:pt x="7" y="16"/>
                  </a:moveTo>
                  <a:cubicBezTo>
                    <a:pt x="5" y="15"/>
                    <a:pt x="5" y="12"/>
                    <a:pt x="5" y="8"/>
                  </a:cubicBezTo>
                  <a:cubicBezTo>
                    <a:pt x="4" y="5"/>
                    <a:pt x="5" y="2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4"/>
                    <a:pt x="1" y="7"/>
                  </a:cubicBezTo>
                  <a:cubicBezTo>
                    <a:pt x="1" y="11"/>
                    <a:pt x="1" y="14"/>
                    <a:pt x="2" y="15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1" name="Freeform 681">
              <a:extLst>
                <a:ext uri="{FF2B5EF4-FFF2-40B4-BE49-F238E27FC236}">
                  <a16:creationId xmlns:a16="http://schemas.microsoft.com/office/drawing/2014/main" id="{9BC02668-01C0-47B0-9805-C2B5B1251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504"/>
              <a:ext cx="18" cy="45"/>
            </a:xfrm>
            <a:custGeom>
              <a:avLst/>
              <a:gdLst>
                <a:gd name="T0" fmla="*/ 1137 w 7"/>
                <a:gd name="T1" fmla="*/ 5845 h 17"/>
                <a:gd name="T2" fmla="*/ 1448 w 7"/>
                <a:gd name="T3" fmla="*/ 3391 h 17"/>
                <a:gd name="T4" fmla="*/ 1700 w 7"/>
                <a:gd name="T5" fmla="*/ 1038 h 17"/>
                <a:gd name="T6" fmla="*/ 563 w 7"/>
                <a:gd name="T7" fmla="*/ 0 h 17"/>
                <a:gd name="T8" fmla="*/ 563 w 7"/>
                <a:gd name="T9" fmla="*/ 2446 h 17"/>
                <a:gd name="T10" fmla="*/ 357 w 7"/>
                <a:gd name="T11" fmla="*/ 4807 h 17"/>
                <a:gd name="T12" fmla="*/ 1137 w 7"/>
                <a:gd name="T13" fmla="*/ 584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7">
                  <a:moveTo>
                    <a:pt x="4" y="17"/>
                  </a:moveTo>
                  <a:cubicBezTo>
                    <a:pt x="3" y="16"/>
                    <a:pt x="4" y="13"/>
                    <a:pt x="5" y="10"/>
                  </a:cubicBezTo>
                  <a:cubicBezTo>
                    <a:pt x="6" y="6"/>
                    <a:pt x="7" y="3"/>
                    <a:pt x="6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4"/>
                    <a:pt x="2" y="7"/>
                  </a:cubicBezTo>
                  <a:cubicBezTo>
                    <a:pt x="1" y="11"/>
                    <a:pt x="0" y="13"/>
                    <a:pt x="1" y="14"/>
                  </a:cubicBezTo>
                  <a:lnTo>
                    <a:pt x="4" y="17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2" name="Freeform 682">
              <a:extLst>
                <a:ext uri="{FF2B5EF4-FFF2-40B4-BE49-F238E27FC236}">
                  <a16:creationId xmlns:a16="http://schemas.microsoft.com/office/drawing/2014/main" id="{B8F98680-962B-4666-B79A-16FFA9F10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523"/>
              <a:ext cx="25" cy="45"/>
            </a:xfrm>
            <a:custGeom>
              <a:avLst/>
              <a:gdLst>
                <a:gd name="T0" fmla="*/ 988 w 10"/>
                <a:gd name="T1" fmla="*/ 5845 h 17"/>
                <a:gd name="T2" fmla="*/ 1488 w 10"/>
                <a:gd name="T3" fmla="*/ 3131 h 17"/>
                <a:gd name="T4" fmla="*/ 2270 w 10"/>
                <a:gd name="T5" fmla="*/ 630 h 17"/>
                <a:gd name="T6" fmla="*/ 1488 w 10"/>
                <a:gd name="T7" fmla="*/ 0 h 17"/>
                <a:gd name="T8" fmla="*/ 988 w 10"/>
                <a:gd name="T9" fmla="*/ 2059 h 17"/>
                <a:gd name="T10" fmla="*/ 313 w 10"/>
                <a:gd name="T11" fmla="*/ 4807 h 17"/>
                <a:gd name="T12" fmla="*/ 988 w 10"/>
                <a:gd name="T13" fmla="*/ 584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4" y="17"/>
                  </a:moveTo>
                  <a:cubicBezTo>
                    <a:pt x="3" y="16"/>
                    <a:pt x="5" y="12"/>
                    <a:pt x="6" y="9"/>
                  </a:cubicBezTo>
                  <a:cubicBezTo>
                    <a:pt x="8" y="5"/>
                    <a:pt x="10" y="3"/>
                    <a:pt x="9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5" y="2"/>
                    <a:pt x="4" y="6"/>
                  </a:cubicBezTo>
                  <a:cubicBezTo>
                    <a:pt x="2" y="9"/>
                    <a:pt x="0" y="13"/>
                    <a:pt x="1" y="14"/>
                  </a:cubicBezTo>
                  <a:lnTo>
                    <a:pt x="4" y="17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3" name="Freeform 683">
              <a:extLst>
                <a:ext uri="{FF2B5EF4-FFF2-40B4-BE49-F238E27FC236}">
                  <a16:creationId xmlns:a16="http://schemas.microsoft.com/office/drawing/2014/main" id="{2D755DEE-F872-42F2-B80C-85605C529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483"/>
              <a:ext cx="22" cy="40"/>
            </a:xfrm>
            <a:custGeom>
              <a:avLst/>
              <a:gdLst>
                <a:gd name="T0" fmla="*/ 1931 w 9"/>
                <a:gd name="T1" fmla="*/ 5405 h 15"/>
                <a:gd name="T2" fmla="*/ 1315 w 9"/>
                <a:gd name="T3" fmla="*/ 2581 h 15"/>
                <a:gd name="T4" fmla="*/ 860 w 9"/>
                <a:gd name="T5" fmla="*/ 0 h 15"/>
                <a:gd name="T6" fmla="*/ 0 w 9"/>
                <a:gd name="T7" fmla="*/ 0 h 15"/>
                <a:gd name="T8" fmla="*/ 425 w 9"/>
                <a:gd name="T9" fmla="*/ 2184 h 15"/>
                <a:gd name="T10" fmla="*/ 1039 w 9"/>
                <a:gd name="T11" fmla="*/ 5005 h 15"/>
                <a:gd name="T12" fmla="*/ 1931 w 9"/>
                <a:gd name="T13" fmla="*/ 540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5">
                  <a:moveTo>
                    <a:pt x="9" y="15"/>
                  </a:moveTo>
                  <a:cubicBezTo>
                    <a:pt x="7" y="15"/>
                    <a:pt x="6" y="10"/>
                    <a:pt x="6" y="7"/>
                  </a:cubicBezTo>
                  <a:cubicBezTo>
                    <a:pt x="5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3"/>
                    <a:pt x="2" y="6"/>
                  </a:cubicBezTo>
                  <a:cubicBezTo>
                    <a:pt x="2" y="10"/>
                    <a:pt x="3" y="14"/>
                    <a:pt x="5" y="14"/>
                  </a:cubicBezTo>
                  <a:lnTo>
                    <a:pt x="9" y="15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4" name="Freeform 684">
              <a:extLst>
                <a:ext uri="{FF2B5EF4-FFF2-40B4-BE49-F238E27FC236}">
                  <a16:creationId xmlns:a16="http://schemas.microsoft.com/office/drawing/2014/main" id="{28425CBA-150D-43B5-88CE-2ABF71EAB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488"/>
              <a:ext cx="22" cy="40"/>
            </a:xfrm>
            <a:custGeom>
              <a:avLst/>
              <a:gdLst>
                <a:gd name="T0" fmla="*/ 1931 w 9"/>
                <a:gd name="T1" fmla="*/ 5405 h 15"/>
                <a:gd name="T2" fmla="*/ 1315 w 9"/>
                <a:gd name="T3" fmla="*/ 2581 h 15"/>
                <a:gd name="T4" fmla="*/ 860 w 9"/>
                <a:gd name="T5" fmla="*/ 0 h 15"/>
                <a:gd name="T6" fmla="*/ 0 w 9"/>
                <a:gd name="T7" fmla="*/ 0 h 15"/>
                <a:gd name="T8" fmla="*/ 425 w 9"/>
                <a:gd name="T9" fmla="*/ 2184 h 15"/>
                <a:gd name="T10" fmla="*/ 1039 w 9"/>
                <a:gd name="T11" fmla="*/ 5405 h 15"/>
                <a:gd name="T12" fmla="*/ 1931 w 9"/>
                <a:gd name="T13" fmla="*/ 540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5">
                  <a:moveTo>
                    <a:pt x="9" y="15"/>
                  </a:moveTo>
                  <a:cubicBezTo>
                    <a:pt x="7" y="15"/>
                    <a:pt x="6" y="11"/>
                    <a:pt x="6" y="7"/>
                  </a:cubicBezTo>
                  <a:cubicBezTo>
                    <a:pt x="5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3"/>
                    <a:pt x="2" y="6"/>
                  </a:cubicBezTo>
                  <a:cubicBezTo>
                    <a:pt x="2" y="10"/>
                    <a:pt x="3" y="14"/>
                    <a:pt x="5" y="15"/>
                  </a:cubicBezTo>
                  <a:lnTo>
                    <a:pt x="9" y="15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5" name="Freeform 685">
              <a:extLst>
                <a:ext uri="{FF2B5EF4-FFF2-40B4-BE49-F238E27FC236}">
                  <a16:creationId xmlns:a16="http://schemas.microsoft.com/office/drawing/2014/main" id="{DD47C48C-8ECB-4B02-B6B8-88769A917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480"/>
              <a:ext cx="27" cy="37"/>
            </a:xfrm>
            <a:custGeom>
              <a:avLst/>
              <a:gdLst>
                <a:gd name="T0" fmla="*/ 2398 w 11"/>
                <a:gd name="T1" fmla="*/ 4784 h 14"/>
                <a:gd name="T2" fmla="*/ 1343 w 11"/>
                <a:gd name="T3" fmla="*/ 2046 h 14"/>
                <a:gd name="T4" fmla="*/ 903 w 11"/>
                <a:gd name="T5" fmla="*/ 0 h 14"/>
                <a:gd name="T6" fmla="*/ 0 w 11"/>
                <a:gd name="T7" fmla="*/ 0 h 14"/>
                <a:gd name="T8" fmla="*/ 427 w 11"/>
                <a:gd name="T9" fmla="*/ 2046 h 14"/>
                <a:gd name="T10" fmla="*/ 1524 w 11"/>
                <a:gd name="T11" fmla="*/ 4784 h 14"/>
                <a:gd name="T12" fmla="*/ 2398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9" y="14"/>
                    <a:pt x="8" y="10"/>
                    <a:pt x="6" y="6"/>
                  </a:cubicBezTo>
                  <a:cubicBezTo>
                    <a:pt x="5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3"/>
                    <a:pt x="2" y="6"/>
                  </a:cubicBezTo>
                  <a:cubicBezTo>
                    <a:pt x="4" y="10"/>
                    <a:pt x="5" y="14"/>
                    <a:pt x="7" y="14"/>
                  </a:cubicBezTo>
                  <a:lnTo>
                    <a:pt x="11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6" name="Freeform 686">
              <a:extLst>
                <a:ext uri="{FF2B5EF4-FFF2-40B4-BE49-F238E27FC236}">
                  <a16:creationId xmlns:a16="http://schemas.microsoft.com/office/drawing/2014/main" id="{1E27C909-313A-4B3D-8065-00D95776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480"/>
              <a:ext cx="28" cy="37"/>
            </a:xfrm>
            <a:custGeom>
              <a:avLst/>
              <a:gdLst>
                <a:gd name="T0" fmla="*/ 2986 w 11"/>
                <a:gd name="T1" fmla="*/ 4784 h 14"/>
                <a:gd name="T2" fmla="*/ 1932 w 11"/>
                <a:gd name="T3" fmla="*/ 2046 h 14"/>
                <a:gd name="T4" fmla="*/ 1056 w 11"/>
                <a:gd name="T5" fmla="*/ 0 h 14"/>
                <a:gd name="T6" fmla="*/ 0 w 11"/>
                <a:gd name="T7" fmla="*/ 0 h 14"/>
                <a:gd name="T8" fmla="*/ 843 w 11"/>
                <a:gd name="T9" fmla="*/ 2046 h 14"/>
                <a:gd name="T10" fmla="*/ 1932 w 11"/>
                <a:gd name="T11" fmla="*/ 4784 h 14"/>
                <a:gd name="T12" fmla="*/ 2986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9" y="14"/>
                    <a:pt x="8" y="10"/>
                    <a:pt x="7" y="6"/>
                  </a:cubicBezTo>
                  <a:cubicBezTo>
                    <a:pt x="6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3"/>
                    <a:pt x="3" y="6"/>
                  </a:cubicBezTo>
                  <a:cubicBezTo>
                    <a:pt x="4" y="10"/>
                    <a:pt x="5" y="14"/>
                    <a:pt x="7" y="14"/>
                  </a:cubicBezTo>
                  <a:lnTo>
                    <a:pt x="11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7" name="Freeform 687">
              <a:extLst>
                <a:ext uri="{FF2B5EF4-FFF2-40B4-BE49-F238E27FC236}">
                  <a16:creationId xmlns:a16="http://schemas.microsoft.com/office/drawing/2014/main" id="{56B2B6EC-EDC0-4AE3-9FA3-43EC9C93B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480"/>
              <a:ext cx="33" cy="37"/>
            </a:xfrm>
            <a:custGeom>
              <a:avLst/>
              <a:gdLst>
                <a:gd name="T0" fmla="*/ 3485 w 13"/>
                <a:gd name="T1" fmla="*/ 4392 h 14"/>
                <a:gd name="T2" fmla="*/ 2107 w 13"/>
                <a:gd name="T3" fmla="*/ 2046 h 14"/>
                <a:gd name="T4" fmla="*/ 1031 w 13"/>
                <a:gd name="T5" fmla="*/ 0 h 14"/>
                <a:gd name="T6" fmla="*/ 0 w 13"/>
                <a:gd name="T7" fmla="*/ 0 h 14"/>
                <a:gd name="T8" fmla="*/ 1031 w 13"/>
                <a:gd name="T9" fmla="*/ 2437 h 14"/>
                <a:gd name="T10" fmla="*/ 2404 w 13"/>
                <a:gd name="T11" fmla="*/ 4784 h 14"/>
                <a:gd name="T12" fmla="*/ 3485 w 13"/>
                <a:gd name="T13" fmla="*/ 439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13" y="13"/>
                  </a:moveTo>
                  <a:cubicBezTo>
                    <a:pt x="11" y="14"/>
                    <a:pt x="9" y="10"/>
                    <a:pt x="8" y="6"/>
                  </a:cubicBezTo>
                  <a:cubicBezTo>
                    <a:pt x="6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3"/>
                    <a:pt x="4" y="7"/>
                  </a:cubicBezTo>
                  <a:cubicBezTo>
                    <a:pt x="5" y="10"/>
                    <a:pt x="7" y="14"/>
                    <a:pt x="9" y="14"/>
                  </a:cubicBezTo>
                  <a:lnTo>
                    <a:pt x="13" y="13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8" name="Freeform 688">
              <a:extLst>
                <a:ext uri="{FF2B5EF4-FFF2-40B4-BE49-F238E27FC236}">
                  <a16:creationId xmlns:a16="http://schemas.microsoft.com/office/drawing/2014/main" id="{9336FB5E-8F8E-4D52-8963-9BE8ACE02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480"/>
              <a:ext cx="27" cy="37"/>
            </a:xfrm>
            <a:custGeom>
              <a:avLst/>
              <a:gdLst>
                <a:gd name="T0" fmla="*/ 2398 w 11"/>
                <a:gd name="T1" fmla="*/ 4784 h 14"/>
                <a:gd name="T2" fmla="*/ 1524 w 11"/>
                <a:gd name="T3" fmla="*/ 2046 h 14"/>
                <a:gd name="T4" fmla="*/ 903 w 11"/>
                <a:gd name="T5" fmla="*/ 0 h 14"/>
                <a:gd name="T6" fmla="*/ 0 w 11"/>
                <a:gd name="T7" fmla="*/ 0 h 14"/>
                <a:gd name="T8" fmla="*/ 621 w 11"/>
                <a:gd name="T9" fmla="*/ 2046 h 14"/>
                <a:gd name="T10" fmla="*/ 1524 w 11"/>
                <a:gd name="T11" fmla="*/ 4784 h 14"/>
                <a:gd name="T12" fmla="*/ 2398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10" y="14"/>
                    <a:pt x="8" y="10"/>
                    <a:pt x="7" y="6"/>
                  </a:cubicBezTo>
                  <a:cubicBezTo>
                    <a:pt x="6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3"/>
                    <a:pt x="3" y="6"/>
                  </a:cubicBezTo>
                  <a:cubicBezTo>
                    <a:pt x="4" y="10"/>
                    <a:pt x="6" y="14"/>
                    <a:pt x="7" y="14"/>
                  </a:cubicBezTo>
                  <a:lnTo>
                    <a:pt x="11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9" name="Freeform 689">
              <a:extLst>
                <a:ext uri="{FF2B5EF4-FFF2-40B4-BE49-F238E27FC236}">
                  <a16:creationId xmlns:a16="http://schemas.microsoft.com/office/drawing/2014/main" id="{E87A415F-83A7-4BA6-AD5F-F08B8F88A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480"/>
              <a:ext cx="30" cy="37"/>
            </a:xfrm>
            <a:custGeom>
              <a:avLst/>
              <a:gdLst>
                <a:gd name="T0" fmla="*/ 2938 w 12"/>
                <a:gd name="T1" fmla="*/ 4784 h 14"/>
                <a:gd name="T2" fmla="*/ 1770 w 12"/>
                <a:gd name="T3" fmla="*/ 2046 h 14"/>
                <a:gd name="T4" fmla="*/ 988 w 12"/>
                <a:gd name="T5" fmla="*/ 0 h 14"/>
                <a:gd name="T6" fmla="*/ 0 w 12"/>
                <a:gd name="T7" fmla="*/ 0 h 14"/>
                <a:gd name="T8" fmla="*/ 783 w 12"/>
                <a:gd name="T9" fmla="*/ 2046 h 14"/>
                <a:gd name="T10" fmla="*/ 1958 w 12"/>
                <a:gd name="T11" fmla="*/ 4784 h 14"/>
                <a:gd name="T12" fmla="*/ 2938 w 12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12" y="14"/>
                  </a:moveTo>
                  <a:cubicBezTo>
                    <a:pt x="10" y="14"/>
                    <a:pt x="8" y="10"/>
                    <a:pt x="7" y="6"/>
                  </a:cubicBezTo>
                  <a:cubicBezTo>
                    <a:pt x="6" y="3"/>
                    <a:pt x="6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3"/>
                    <a:pt x="3" y="6"/>
                  </a:cubicBezTo>
                  <a:cubicBezTo>
                    <a:pt x="5" y="10"/>
                    <a:pt x="6" y="14"/>
                    <a:pt x="8" y="14"/>
                  </a:cubicBezTo>
                  <a:lnTo>
                    <a:pt x="12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0" name="Freeform 690">
              <a:extLst>
                <a:ext uri="{FF2B5EF4-FFF2-40B4-BE49-F238E27FC236}">
                  <a16:creationId xmlns:a16="http://schemas.microsoft.com/office/drawing/2014/main" id="{F0F3C3E0-26A8-47D5-985A-328A2B52B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605"/>
              <a:ext cx="28" cy="38"/>
            </a:xfrm>
            <a:custGeom>
              <a:avLst/>
              <a:gdLst>
                <a:gd name="T0" fmla="*/ 1056 w 11"/>
                <a:gd name="T1" fmla="*/ 5600 h 14"/>
                <a:gd name="T2" fmla="*/ 1932 w 11"/>
                <a:gd name="T3" fmla="*/ 2823 h 14"/>
                <a:gd name="T4" fmla="*/ 2986 w 11"/>
                <a:gd name="T5" fmla="*/ 0 h 14"/>
                <a:gd name="T6" fmla="*/ 1932 w 11"/>
                <a:gd name="T7" fmla="*/ 0 h 14"/>
                <a:gd name="T8" fmla="*/ 843 w 11"/>
                <a:gd name="T9" fmla="*/ 2823 h 14"/>
                <a:gd name="T10" fmla="*/ 0 w 11"/>
                <a:gd name="T11" fmla="*/ 5600 h 14"/>
                <a:gd name="T12" fmla="*/ 1056 w 11"/>
                <a:gd name="T13" fmla="*/ 560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4" y="14"/>
                  </a:moveTo>
                  <a:cubicBezTo>
                    <a:pt x="5" y="14"/>
                    <a:pt x="6" y="9"/>
                    <a:pt x="7" y="7"/>
                  </a:cubicBezTo>
                  <a:cubicBezTo>
                    <a:pt x="8" y="5"/>
                    <a:pt x="10" y="0"/>
                    <a:pt x="1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4" y="5"/>
                    <a:pt x="3" y="7"/>
                  </a:cubicBezTo>
                  <a:cubicBezTo>
                    <a:pt x="2" y="9"/>
                    <a:pt x="1" y="14"/>
                    <a:pt x="0" y="14"/>
                  </a:cubicBezTo>
                  <a:lnTo>
                    <a:pt x="4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1" name="Freeform 691">
              <a:extLst>
                <a:ext uri="{FF2B5EF4-FFF2-40B4-BE49-F238E27FC236}">
                  <a16:creationId xmlns:a16="http://schemas.microsoft.com/office/drawing/2014/main" id="{69197CE5-DB9D-4BC0-BC16-E0F4ACC59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608"/>
              <a:ext cx="30" cy="37"/>
            </a:xfrm>
            <a:custGeom>
              <a:avLst/>
              <a:gdLst>
                <a:gd name="T0" fmla="*/ 988 w 12"/>
                <a:gd name="T1" fmla="*/ 4392 h 14"/>
                <a:gd name="T2" fmla="*/ 1958 w 12"/>
                <a:gd name="T3" fmla="*/ 2046 h 14"/>
                <a:gd name="T4" fmla="*/ 2938 w 12"/>
                <a:gd name="T5" fmla="*/ 0 h 14"/>
                <a:gd name="T6" fmla="*/ 1958 w 12"/>
                <a:gd name="T7" fmla="*/ 0 h 14"/>
                <a:gd name="T8" fmla="*/ 988 w 12"/>
                <a:gd name="T9" fmla="*/ 2046 h 14"/>
                <a:gd name="T10" fmla="*/ 0 w 12"/>
                <a:gd name="T11" fmla="*/ 4392 h 14"/>
                <a:gd name="T12" fmla="*/ 988 w 12"/>
                <a:gd name="T13" fmla="*/ 439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4" y="13"/>
                  </a:moveTo>
                  <a:cubicBezTo>
                    <a:pt x="5" y="14"/>
                    <a:pt x="7" y="8"/>
                    <a:pt x="8" y="6"/>
                  </a:cubicBezTo>
                  <a:cubicBezTo>
                    <a:pt x="9" y="5"/>
                    <a:pt x="11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4" y="4"/>
                    <a:pt x="4" y="6"/>
                  </a:cubicBezTo>
                  <a:cubicBezTo>
                    <a:pt x="3" y="8"/>
                    <a:pt x="1" y="13"/>
                    <a:pt x="0" y="13"/>
                  </a:cubicBezTo>
                  <a:lnTo>
                    <a:pt x="4" y="13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2" name="Freeform 692">
              <a:extLst>
                <a:ext uri="{FF2B5EF4-FFF2-40B4-BE49-F238E27FC236}">
                  <a16:creationId xmlns:a16="http://schemas.microsoft.com/office/drawing/2014/main" id="{7DFE5517-1E2B-4CEC-9133-3B1B84DEC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605"/>
              <a:ext cx="27" cy="38"/>
            </a:xfrm>
            <a:custGeom>
              <a:avLst/>
              <a:gdLst>
                <a:gd name="T0" fmla="*/ 0 w 11"/>
                <a:gd name="T1" fmla="*/ 0 h 14"/>
                <a:gd name="T2" fmla="*/ 903 w 11"/>
                <a:gd name="T3" fmla="*/ 3257 h 14"/>
                <a:gd name="T4" fmla="*/ 1524 w 11"/>
                <a:gd name="T5" fmla="*/ 5600 h 14"/>
                <a:gd name="T6" fmla="*/ 2398 w 11"/>
                <a:gd name="T7" fmla="*/ 5600 h 14"/>
                <a:gd name="T8" fmla="*/ 1777 w 11"/>
                <a:gd name="T9" fmla="*/ 3257 h 14"/>
                <a:gd name="T10" fmla="*/ 903 w 11"/>
                <a:gd name="T11" fmla="*/ 0 h 14"/>
                <a:gd name="T12" fmla="*/ 0 w 1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1" y="0"/>
                    <a:pt x="3" y="5"/>
                    <a:pt x="4" y="8"/>
                  </a:cubicBezTo>
                  <a:cubicBezTo>
                    <a:pt x="5" y="11"/>
                    <a:pt x="6" y="14"/>
                    <a:pt x="7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1"/>
                    <a:pt x="8" y="8"/>
                  </a:cubicBezTo>
                  <a:cubicBezTo>
                    <a:pt x="7" y="5"/>
                    <a:pt x="5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3" name="Freeform 693">
              <a:extLst>
                <a:ext uri="{FF2B5EF4-FFF2-40B4-BE49-F238E27FC236}">
                  <a16:creationId xmlns:a16="http://schemas.microsoft.com/office/drawing/2014/main" id="{15F8D109-4F28-49F1-BB69-A91D602F2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608"/>
              <a:ext cx="25" cy="40"/>
            </a:xfrm>
            <a:custGeom>
              <a:avLst/>
              <a:gdLst>
                <a:gd name="T0" fmla="*/ 0 w 10"/>
                <a:gd name="T1" fmla="*/ 0 h 15"/>
                <a:gd name="T2" fmla="*/ 988 w 10"/>
                <a:gd name="T3" fmla="*/ 2824 h 15"/>
                <a:gd name="T4" fmla="*/ 1488 w 10"/>
                <a:gd name="T5" fmla="*/ 5005 h 15"/>
                <a:gd name="T6" fmla="*/ 2470 w 10"/>
                <a:gd name="T7" fmla="*/ 5405 h 15"/>
                <a:gd name="T8" fmla="*/ 1958 w 10"/>
                <a:gd name="T9" fmla="*/ 2824 h 15"/>
                <a:gd name="T10" fmla="*/ 988 w 10"/>
                <a:gd name="T11" fmla="*/ 0 h 15"/>
                <a:gd name="T12" fmla="*/ 0 w 10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2" y="0"/>
                    <a:pt x="3" y="4"/>
                    <a:pt x="4" y="8"/>
                  </a:cubicBezTo>
                  <a:cubicBezTo>
                    <a:pt x="5" y="11"/>
                    <a:pt x="5" y="14"/>
                    <a:pt x="6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4"/>
                    <a:pt x="9" y="11"/>
                    <a:pt x="8" y="8"/>
                  </a:cubicBezTo>
                  <a:cubicBezTo>
                    <a:pt x="7" y="4"/>
                    <a:pt x="6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4" name="Freeform 694">
              <a:extLst>
                <a:ext uri="{FF2B5EF4-FFF2-40B4-BE49-F238E27FC236}">
                  <a16:creationId xmlns:a16="http://schemas.microsoft.com/office/drawing/2014/main" id="{1D5DA052-7E18-4BBA-9988-AD4DB07ED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480"/>
              <a:ext cx="28" cy="37"/>
            </a:xfrm>
            <a:custGeom>
              <a:avLst/>
              <a:gdLst>
                <a:gd name="T0" fmla="*/ 1056 w 11"/>
                <a:gd name="T1" fmla="*/ 0 h 14"/>
                <a:gd name="T2" fmla="*/ 1932 w 11"/>
                <a:gd name="T3" fmla="*/ 2437 h 14"/>
                <a:gd name="T4" fmla="*/ 2986 w 11"/>
                <a:gd name="T5" fmla="*/ 4784 h 14"/>
                <a:gd name="T6" fmla="*/ 1932 w 11"/>
                <a:gd name="T7" fmla="*/ 4784 h 14"/>
                <a:gd name="T8" fmla="*/ 843 w 11"/>
                <a:gd name="T9" fmla="*/ 2437 h 14"/>
                <a:gd name="T10" fmla="*/ 0 w 11"/>
                <a:gd name="T11" fmla="*/ 0 h 14"/>
                <a:gd name="T12" fmla="*/ 1056 w 1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4" y="0"/>
                  </a:moveTo>
                  <a:cubicBezTo>
                    <a:pt x="5" y="0"/>
                    <a:pt x="6" y="5"/>
                    <a:pt x="7" y="7"/>
                  </a:cubicBezTo>
                  <a:cubicBezTo>
                    <a:pt x="8" y="9"/>
                    <a:pt x="10" y="14"/>
                    <a:pt x="11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4"/>
                    <a:pt x="4" y="9"/>
                    <a:pt x="3" y="7"/>
                  </a:cubicBezTo>
                  <a:cubicBezTo>
                    <a:pt x="2" y="5"/>
                    <a:pt x="1" y="0"/>
                    <a:pt x="0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5" name="Freeform 695">
              <a:extLst>
                <a:ext uri="{FF2B5EF4-FFF2-40B4-BE49-F238E27FC236}">
                  <a16:creationId xmlns:a16="http://schemas.microsoft.com/office/drawing/2014/main" id="{36B5DB64-7FB4-4DA7-BBE1-A87414BD8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480"/>
              <a:ext cx="30" cy="37"/>
            </a:xfrm>
            <a:custGeom>
              <a:avLst/>
              <a:gdLst>
                <a:gd name="T0" fmla="*/ 988 w 12"/>
                <a:gd name="T1" fmla="*/ 0 h 14"/>
                <a:gd name="T2" fmla="*/ 1770 w 12"/>
                <a:gd name="T3" fmla="*/ 2437 h 14"/>
                <a:gd name="T4" fmla="*/ 2938 w 12"/>
                <a:gd name="T5" fmla="*/ 4784 h 14"/>
                <a:gd name="T6" fmla="*/ 1958 w 12"/>
                <a:gd name="T7" fmla="*/ 4784 h 14"/>
                <a:gd name="T8" fmla="*/ 783 w 12"/>
                <a:gd name="T9" fmla="*/ 2437 h 14"/>
                <a:gd name="T10" fmla="*/ 0 w 12"/>
                <a:gd name="T11" fmla="*/ 0 h 14"/>
                <a:gd name="T12" fmla="*/ 98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4" y="0"/>
                  </a:moveTo>
                  <a:cubicBezTo>
                    <a:pt x="5" y="0"/>
                    <a:pt x="7" y="5"/>
                    <a:pt x="7" y="7"/>
                  </a:cubicBezTo>
                  <a:cubicBezTo>
                    <a:pt x="8" y="9"/>
                    <a:pt x="10" y="14"/>
                    <a:pt x="12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6" y="14"/>
                    <a:pt x="4" y="9"/>
                    <a:pt x="3" y="7"/>
                  </a:cubicBezTo>
                  <a:cubicBezTo>
                    <a:pt x="3" y="5"/>
                    <a:pt x="1" y="0"/>
                    <a:pt x="0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6" name="Freeform 696">
              <a:extLst>
                <a:ext uri="{FF2B5EF4-FFF2-40B4-BE49-F238E27FC236}">
                  <a16:creationId xmlns:a16="http://schemas.microsoft.com/office/drawing/2014/main" id="{BB31ADDF-7E71-4ACA-82E1-90F51BCF2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480"/>
              <a:ext cx="27" cy="37"/>
            </a:xfrm>
            <a:custGeom>
              <a:avLst/>
              <a:gdLst>
                <a:gd name="T0" fmla="*/ 0 w 11"/>
                <a:gd name="T1" fmla="*/ 4784 h 14"/>
                <a:gd name="T2" fmla="*/ 903 w 11"/>
                <a:gd name="T3" fmla="*/ 2046 h 14"/>
                <a:gd name="T4" fmla="*/ 1524 w 11"/>
                <a:gd name="T5" fmla="*/ 0 h 14"/>
                <a:gd name="T6" fmla="*/ 2398 w 11"/>
                <a:gd name="T7" fmla="*/ 0 h 14"/>
                <a:gd name="T8" fmla="*/ 1777 w 11"/>
                <a:gd name="T9" fmla="*/ 2046 h 14"/>
                <a:gd name="T10" fmla="*/ 903 w 11"/>
                <a:gd name="T11" fmla="*/ 4784 h 14"/>
                <a:gd name="T12" fmla="*/ 0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0" y="14"/>
                  </a:moveTo>
                  <a:cubicBezTo>
                    <a:pt x="1" y="14"/>
                    <a:pt x="3" y="10"/>
                    <a:pt x="4" y="6"/>
                  </a:cubicBezTo>
                  <a:cubicBezTo>
                    <a:pt x="5" y="3"/>
                    <a:pt x="6" y="0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9" y="3"/>
                    <a:pt x="8" y="6"/>
                  </a:cubicBezTo>
                  <a:cubicBezTo>
                    <a:pt x="7" y="10"/>
                    <a:pt x="5" y="14"/>
                    <a:pt x="4" y="14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7" name="Freeform 697">
              <a:extLst>
                <a:ext uri="{FF2B5EF4-FFF2-40B4-BE49-F238E27FC236}">
                  <a16:creationId xmlns:a16="http://schemas.microsoft.com/office/drawing/2014/main" id="{92A0773C-3AFA-45CC-8B7A-D8FF781DD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480"/>
              <a:ext cx="30" cy="37"/>
            </a:xfrm>
            <a:custGeom>
              <a:avLst/>
              <a:gdLst>
                <a:gd name="T0" fmla="*/ 0 w 12"/>
                <a:gd name="T1" fmla="*/ 4784 h 14"/>
                <a:gd name="T2" fmla="*/ 1300 w 12"/>
                <a:gd name="T3" fmla="*/ 2046 h 14"/>
                <a:gd name="T4" fmla="*/ 1958 w 12"/>
                <a:gd name="T5" fmla="*/ 0 h 14"/>
                <a:gd name="T6" fmla="*/ 2938 w 12"/>
                <a:gd name="T7" fmla="*/ 0 h 14"/>
                <a:gd name="T8" fmla="*/ 2270 w 12"/>
                <a:gd name="T9" fmla="*/ 2046 h 14"/>
                <a:gd name="T10" fmla="*/ 988 w 12"/>
                <a:gd name="T11" fmla="*/ 4784 h 14"/>
                <a:gd name="T12" fmla="*/ 0 w 12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0" y="14"/>
                  </a:moveTo>
                  <a:cubicBezTo>
                    <a:pt x="2" y="14"/>
                    <a:pt x="4" y="10"/>
                    <a:pt x="5" y="6"/>
                  </a:cubicBezTo>
                  <a:cubicBezTo>
                    <a:pt x="6" y="3"/>
                    <a:pt x="6" y="0"/>
                    <a:pt x="8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0"/>
                    <a:pt x="10" y="3"/>
                    <a:pt x="9" y="6"/>
                  </a:cubicBezTo>
                  <a:cubicBezTo>
                    <a:pt x="7" y="10"/>
                    <a:pt x="6" y="14"/>
                    <a:pt x="4" y="14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8" name="Freeform 698">
              <a:extLst>
                <a:ext uri="{FF2B5EF4-FFF2-40B4-BE49-F238E27FC236}">
                  <a16:creationId xmlns:a16="http://schemas.microsoft.com/office/drawing/2014/main" id="{37B64871-CE69-44C6-B620-8AF6563C3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592"/>
              <a:ext cx="38" cy="37"/>
            </a:xfrm>
            <a:custGeom>
              <a:avLst/>
              <a:gdLst>
                <a:gd name="T0" fmla="*/ 2926 w 15"/>
                <a:gd name="T1" fmla="*/ 4392 h 14"/>
                <a:gd name="T2" fmla="*/ 1561 w 15"/>
                <a:gd name="T3" fmla="*/ 2437 h 14"/>
                <a:gd name="T4" fmla="*/ 0 w 15"/>
                <a:gd name="T5" fmla="*/ 629 h 14"/>
                <a:gd name="T6" fmla="*/ 1026 w 15"/>
                <a:gd name="T7" fmla="*/ 391 h 14"/>
                <a:gd name="T8" fmla="*/ 2599 w 15"/>
                <a:gd name="T9" fmla="*/ 2046 h 14"/>
                <a:gd name="T10" fmla="*/ 3955 w 15"/>
                <a:gd name="T11" fmla="*/ 4157 h 14"/>
                <a:gd name="T12" fmla="*/ 2926 w 15"/>
                <a:gd name="T13" fmla="*/ 439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11" y="13"/>
                  </a:moveTo>
                  <a:cubicBezTo>
                    <a:pt x="10" y="14"/>
                    <a:pt x="7" y="9"/>
                    <a:pt x="6" y="7"/>
                  </a:cubicBezTo>
                  <a:cubicBezTo>
                    <a:pt x="5" y="5"/>
                    <a:pt x="2" y="1"/>
                    <a:pt x="0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0"/>
                    <a:pt x="9" y="4"/>
                    <a:pt x="10" y="6"/>
                  </a:cubicBezTo>
                  <a:cubicBezTo>
                    <a:pt x="11" y="8"/>
                    <a:pt x="14" y="13"/>
                    <a:pt x="15" y="12"/>
                  </a:cubicBezTo>
                  <a:lnTo>
                    <a:pt x="11" y="13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9" name="Freeform 699">
              <a:extLst>
                <a:ext uri="{FF2B5EF4-FFF2-40B4-BE49-F238E27FC236}">
                  <a16:creationId xmlns:a16="http://schemas.microsoft.com/office/drawing/2014/main" id="{C59628E4-A741-4C63-AD17-B1251FB5A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581"/>
              <a:ext cx="43" cy="35"/>
            </a:xfrm>
            <a:custGeom>
              <a:avLst/>
              <a:gdLst>
                <a:gd name="T0" fmla="*/ 3397 w 17"/>
                <a:gd name="T1" fmla="*/ 4935 h 13"/>
                <a:gd name="T2" fmla="*/ 1874 w 17"/>
                <a:gd name="T3" fmla="*/ 2673 h 13"/>
                <a:gd name="T4" fmla="*/ 0 w 17"/>
                <a:gd name="T5" fmla="*/ 681 h 13"/>
                <a:gd name="T6" fmla="*/ 1343 w 17"/>
                <a:gd name="T7" fmla="*/ 428 h 13"/>
                <a:gd name="T8" fmla="*/ 2911 w 17"/>
                <a:gd name="T9" fmla="*/ 2262 h 13"/>
                <a:gd name="T10" fmla="*/ 4467 w 17"/>
                <a:gd name="T11" fmla="*/ 4254 h 13"/>
                <a:gd name="T12" fmla="*/ 3397 w 17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3">
                  <a:moveTo>
                    <a:pt x="13" y="13"/>
                  </a:moveTo>
                  <a:cubicBezTo>
                    <a:pt x="12" y="13"/>
                    <a:pt x="9" y="9"/>
                    <a:pt x="7" y="7"/>
                  </a:cubicBezTo>
                  <a:cubicBezTo>
                    <a:pt x="6" y="6"/>
                    <a:pt x="2" y="1"/>
                    <a:pt x="0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0"/>
                    <a:pt x="10" y="4"/>
                    <a:pt x="11" y="6"/>
                  </a:cubicBezTo>
                  <a:cubicBezTo>
                    <a:pt x="13" y="7"/>
                    <a:pt x="16" y="12"/>
                    <a:pt x="17" y="11"/>
                  </a:cubicBezTo>
                  <a:lnTo>
                    <a:pt x="13" y="13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0" name="Freeform 700">
              <a:extLst>
                <a:ext uri="{FF2B5EF4-FFF2-40B4-BE49-F238E27FC236}">
                  <a16:creationId xmlns:a16="http://schemas.microsoft.com/office/drawing/2014/main" id="{73B377D8-DDAF-49EB-833E-FB170B0ED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605"/>
              <a:ext cx="32" cy="38"/>
            </a:xfrm>
            <a:custGeom>
              <a:avLst/>
              <a:gdLst>
                <a:gd name="T0" fmla="*/ 1982 w 13"/>
                <a:gd name="T1" fmla="*/ 5600 h 14"/>
                <a:gd name="T2" fmla="*/ 1103 w 13"/>
                <a:gd name="T3" fmla="*/ 2823 h 14"/>
                <a:gd name="T4" fmla="*/ 0 w 13"/>
                <a:gd name="T5" fmla="*/ 442 h 14"/>
                <a:gd name="T6" fmla="*/ 928 w 13"/>
                <a:gd name="T7" fmla="*/ 442 h 14"/>
                <a:gd name="T8" fmla="*/ 1982 w 13"/>
                <a:gd name="T9" fmla="*/ 2823 h 14"/>
                <a:gd name="T10" fmla="*/ 2897 w 13"/>
                <a:gd name="T11" fmla="*/ 5600 h 14"/>
                <a:gd name="T12" fmla="*/ 1982 w 13"/>
                <a:gd name="T13" fmla="*/ 560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9" y="14"/>
                  </a:moveTo>
                  <a:cubicBezTo>
                    <a:pt x="8" y="14"/>
                    <a:pt x="6" y="9"/>
                    <a:pt x="5" y="7"/>
                  </a:cubicBezTo>
                  <a:cubicBezTo>
                    <a:pt x="4" y="6"/>
                    <a:pt x="1" y="1"/>
                    <a:pt x="0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0"/>
                    <a:pt x="8" y="5"/>
                    <a:pt x="9" y="7"/>
                  </a:cubicBezTo>
                  <a:cubicBezTo>
                    <a:pt x="10" y="9"/>
                    <a:pt x="12" y="14"/>
                    <a:pt x="13" y="14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1" name="Freeform 701">
              <a:extLst>
                <a:ext uri="{FF2B5EF4-FFF2-40B4-BE49-F238E27FC236}">
                  <a16:creationId xmlns:a16="http://schemas.microsoft.com/office/drawing/2014/main" id="{DA100F68-F3D4-4F04-9B12-D1A5FCF90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600"/>
              <a:ext cx="35" cy="37"/>
            </a:xfrm>
            <a:custGeom>
              <a:avLst/>
              <a:gdLst>
                <a:gd name="T0" fmla="*/ 2470 w 14"/>
                <a:gd name="T1" fmla="*/ 4784 h 14"/>
                <a:gd name="T2" fmla="*/ 1300 w 14"/>
                <a:gd name="T3" fmla="*/ 2437 h 14"/>
                <a:gd name="T4" fmla="*/ 0 w 14"/>
                <a:gd name="T5" fmla="*/ 391 h 14"/>
                <a:gd name="T6" fmla="*/ 988 w 14"/>
                <a:gd name="T7" fmla="*/ 391 h 14"/>
                <a:gd name="T8" fmla="*/ 2270 w 14"/>
                <a:gd name="T9" fmla="*/ 2046 h 14"/>
                <a:gd name="T10" fmla="*/ 3438 w 14"/>
                <a:gd name="T11" fmla="*/ 4392 h 14"/>
                <a:gd name="T12" fmla="*/ 2470 w 14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10" y="14"/>
                  </a:moveTo>
                  <a:cubicBezTo>
                    <a:pt x="8" y="14"/>
                    <a:pt x="6" y="9"/>
                    <a:pt x="5" y="7"/>
                  </a:cubicBezTo>
                  <a:cubicBezTo>
                    <a:pt x="4" y="5"/>
                    <a:pt x="1" y="1"/>
                    <a:pt x="0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0"/>
                    <a:pt x="8" y="5"/>
                    <a:pt x="9" y="6"/>
                  </a:cubicBezTo>
                  <a:cubicBezTo>
                    <a:pt x="10" y="8"/>
                    <a:pt x="12" y="13"/>
                    <a:pt x="14" y="13"/>
                  </a:cubicBezTo>
                  <a:lnTo>
                    <a:pt x="10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2" name="Freeform 702">
              <a:extLst>
                <a:ext uri="{FF2B5EF4-FFF2-40B4-BE49-F238E27FC236}">
                  <a16:creationId xmlns:a16="http://schemas.microsoft.com/office/drawing/2014/main" id="{A8C761ED-A8CE-42EC-A94B-9D9169F54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611"/>
              <a:ext cx="32" cy="37"/>
            </a:xfrm>
            <a:custGeom>
              <a:avLst/>
              <a:gdLst>
                <a:gd name="T0" fmla="*/ 1982 w 13"/>
                <a:gd name="T1" fmla="*/ 4784 h 14"/>
                <a:gd name="T2" fmla="*/ 928 w 13"/>
                <a:gd name="T3" fmla="*/ 2437 h 14"/>
                <a:gd name="T4" fmla="*/ 0 w 13"/>
                <a:gd name="T5" fmla="*/ 0 h 14"/>
                <a:gd name="T6" fmla="*/ 928 w 13"/>
                <a:gd name="T7" fmla="*/ 0 h 14"/>
                <a:gd name="T8" fmla="*/ 1982 w 13"/>
                <a:gd name="T9" fmla="*/ 2046 h 14"/>
                <a:gd name="T10" fmla="*/ 2897 w 13"/>
                <a:gd name="T11" fmla="*/ 4392 h 14"/>
                <a:gd name="T12" fmla="*/ 1982 w 13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9" y="14"/>
                  </a:moveTo>
                  <a:cubicBezTo>
                    <a:pt x="7" y="14"/>
                    <a:pt x="5" y="9"/>
                    <a:pt x="4" y="7"/>
                  </a:cubicBezTo>
                  <a:cubicBezTo>
                    <a:pt x="4" y="5"/>
                    <a:pt x="1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8" y="5"/>
                    <a:pt x="9" y="6"/>
                  </a:cubicBezTo>
                  <a:cubicBezTo>
                    <a:pt x="9" y="8"/>
                    <a:pt x="11" y="13"/>
                    <a:pt x="13" y="13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3" name="Freeform 703">
              <a:extLst>
                <a:ext uri="{FF2B5EF4-FFF2-40B4-BE49-F238E27FC236}">
                  <a16:creationId xmlns:a16="http://schemas.microsoft.com/office/drawing/2014/main" id="{9C2E546A-DF8C-4A57-B8E4-68BCE29A7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613"/>
              <a:ext cx="33" cy="38"/>
            </a:xfrm>
            <a:custGeom>
              <a:avLst/>
              <a:gdLst>
                <a:gd name="T0" fmla="*/ 2404 w 13"/>
                <a:gd name="T1" fmla="*/ 5600 h 14"/>
                <a:gd name="T2" fmla="*/ 1373 w 13"/>
                <a:gd name="T3" fmla="*/ 2823 h 14"/>
                <a:gd name="T4" fmla="*/ 0 w 13"/>
                <a:gd name="T5" fmla="*/ 442 h 14"/>
                <a:gd name="T6" fmla="*/ 1031 w 13"/>
                <a:gd name="T7" fmla="*/ 0 h 14"/>
                <a:gd name="T8" fmla="*/ 2404 w 13"/>
                <a:gd name="T9" fmla="*/ 2823 h 14"/>
                <a:gd name="T10" fmla="*/ 3485 w 13"/>
                <a:gd name="T11" fmla="*/ 5600 h 14"/>
                <a:gd name="T12" fmla="*/ 2404 w 13"/>
                <a:gd name="T13" fmla="*/ 560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9" y="14"/>
                  </a:moveTo>
                  <a:cubicBezTo>
                    <a:pt x="8" y="14"/>
                    <a:pt x="6" y="9"/>
                    <a:pt x="5" y="7"/>
                  </a:cubicBezTo>
                  <a:cubicBezTo>
                    <a:pt x="4" y="5"/>
                    <a:pt x="2" y="1"/>
                    <a:pt x="0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5"/>
                    <a:pt x="9" y="7"/>
                  </a:cubicBezTo>
                  <a:cubicBezTo>
                    <a:pt x="10" y="9"/>
                    <a:pt x="12" y="14"/>
                    <a:pt x="13" y="14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4" name="Freeform 704">
              <a:extLst>
                <a:ext uri="{FF2B5EF4-FFF2-40B4-BE49-F238E27FC236}">
                  <a16:creationId xmlns:a16="http://schemas.microsoft.com/office/drawing/2014/main" id="{77E8E63B-E5C3-4283-9760-8CCA9ADCE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613"/>
              <a:ext cx="28" cy="40"/>
            </a:xfrm>
            <a:custGeom>
              <a:avLst/>
              <a:gdLst>
                <a:gd name="T0" fmla="*/ 1932 w 11"/>
                <a:gd name="T1" fmla="*/ 5005 h 15"/>
                <a:gd name="T2" fmla="*/ 1056 w 11"/>
                <a:gd name="T3" fmla="*/ 2581 h 15"/>
                <a:gd name="T4" fmla="*/ 0 w 11"/>
                <a:gd name="T5" fmla="*/ 0 h 15"/>
                <a:gd name="T6" fmla="*/ 1056 w 11"/>
                <a:gd name="T7" fmla="*/ 0 h 15"/>
                <a:gd name="T8" fmla="*/ 2146 w 11"/>
                <a:gd name="T9" fmla="*/ 2581 h 15"/>
                <a:gd name="T10" fmla="*/ 2986 w 11"/>
                <a:gd name="T11" fmla="*/ 5405 h 15"/>
                <a:gd name="T12" fmla="*/ 1932 w 11"/>
                <a:gd name="T13" fmla="*/ 500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5">
                  <a:moveTo>
                    <a:pt x="7" y="14"/>
                  </a:moveTo>
                  <a:cubicBezTo>
                    <a:pt x="6" y="14"/>
                    <a:pt x="5" y="9"/>
                    <a:pt x="4" y="7"/>
                  </a:cubicBezTo>
                  <a:cubicBezTo>
                    <a:pt x="4" y="5"/>
                    <a:pt x="2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5"/>
                    <a:pt x="8" y="7"/>
                  </a:cubicBezTo>
                  <a:cubicBezTo>
                    <a:pt x="9" y="9"/>
                    <a:pt x="10" y="15"/>
                    <a:pt x="11" y="15"/>
                  </a:cubicBezTo>
                  <a:lnTo>
                    <a:pt x="7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5" name="Freeform 705">
              <a:extLst>
                <a:ext uri="{FF2B5EF4-FFF2-40B4-BE49-F238E27FC236}">
                  <a16:creationId xmlns:a16="http://schemas.microsoft.com/office/drawing/2014/main" id="{16313887-F8E3-4D7A-9919-7D50C5D83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611"/>
              <a:ext cx="28" cy="40"/>
            </a:xfrm>
            <a:custGeom>
              <a:avLst/>
              <a:gdLst>
                <a:gd name="T0" fmla="*/ 1932 w 11"/>
                <a:gd name="T1" fmla="*/ 5005 h 15"/>
                <a:gd name="T2" fmla="*/ 1056 w 11"/>
                <a:gd name="T3" fmla="*/ 2581 h 15"/>
                <a:gd name="T4" fmla="*/ 0 w 11"/>
                <a:gd name="T5" fmla="*/ 0 h 15"/>
                <a:gd name="T6" fmla="*/ 1056 w 11"/>
                <a:gd name="T7" fmla="*/ 0 h 15"/>
                <a:gd name="T8" fmla="*/ 2146 w 11"/>
                <a:gd name="T9" fmla="*/ 2581 h 15"/>
                <a:gd name="T10" fmla="*/ 2986 w 11"/>
                <a:gd name="T11" fmla="*/ 5405 h 15"/>
                <a:gd name="T12" fmla="*/ 1932 w 11"/>
                <a:gd name="T13" fmla="*/ 500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5">
                  <a:moveTo>
                    <a:pt x="7" y="14"/>
                  </a:moveTo>
                  <a:cubicBezTo>
                    <a:pt x="5" y="14"/>
                    <a:pt x="4" y="9"/>
                    <a:pt x="4" y="7"/>
                  </a:cubicBezTo>
                  <a:cubicBezTo>
                    <a:pt x="3" y="5"/>
                    <a:pt x="2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7" y="5"/>
                    <a:pt x="8" y="7"/>
                  </a:cubicBezTo>
                  <a:cubicBezTo>
                    <a:pt x="9" y="9"/>
                    <a:pt x="9" y="15"/>
                    <a:pt x="11" y="15"/>
                  </a:cubicBezTo>
                  <a:lnTo>
                    <a:pt x="7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6" name="Freeform 706">
              <a:extLst>
                <a:ext uri="{FF2B5EF4-FFF2-40B4-BE49-F238E27FC236}">
                  <a16:creationId xmlns:a16="http://schemas.microsoft.com/office/drawing/2014/main" id="{66495C19-463E-40C1-8504-703CF04CD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493"/>
              <a:ext cx="35" cy="38"/>
            </a:xfrm>
            <a:custGeom>
              <a:avLst/>
              <a:gdLst>
                <a:gd name="T0" fmla="*/ 2470 w 14"/>
                <a:gd name="T1" fmla="*/ 0 h 14"/>
                <a:gd name="T2" fmla="*/ 1300 w 14"/>
                <a:gd name="T3" fmla="*/ 2823 h 14"/>
                <a:gd name="T4" fmla="*/ 0 w 14"/>
                <a:gd name="T5" fmla="*/ 4878 h 14"/>
                <a:gd name="T6" fmla="*/ 783 w 14"/>
                <a:gd name="T7" fmla="*/ 5157 h 14"/>
                <a:gd name="T8" fmla="*/ 2270 w 14"/>
                <a:gd name="T9" fmla="*/ 2823 h 14"/>
                <a:gd name="T10" fmla="*/ 3438 w 14"/>
                <a:gd name="T11" fmla="*/ 442 h 14"/>
                <a:gd name="T12" fmla="*/ 2470 w 14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10" y="0"/>
                  </a:moveTo>
                  <a:cubicBezTo>
                    <a:pt x="9" y="0"/>
                    <a:pt x="6" y="5"/>
                    <a:pt x="5" y="7"/>
                  </a:cubicBezTo>
                  <a:cubicBezTo>
                    <a:pt x="4" y="8"/>
                    <a:pt x="1" y="13"/>
                    <a:pt x="0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4"/>
                    <a:pt x="8" y="9"/>
                    <a:pt x="9" y="7"/>
                  </a:cubicBezTo>
                  <a:cubicBezTo>
                    <a:pt x="10" y="6"/>
                    <a:pt x="13" y="1"/>
                    <a:pt x="14" y="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7" name="Freeform 707">
              <a:extLst>
                <a:ext uri="{FF2B5EF4-FFF2-40B4-BE49-F238E27FC236}">
                  <a16:creationId xmlns:a16="http://schemas.microsoft.com/office/drawing/2014/main" id="{84173C33-ADC2-4956-913D-041E6170D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504"/>
              <a:ext cx="42" cy="35"/>
            </a:xfrm>
            <a:custGeom>
              <a:avLst/>
              <a:gdLst>
                <a:gd name="T0" fmla="*/ 3199 w 17"/>
                <a:gd name="T1" fmla="*/ 0 h 13"/>
                <a:gd name="T2" fmla="*/ 1569 w 17"/>
                <a:gd name="T3" fmla="*/ 2262 h 13"/>
                <a:gd name="T4" fmla="*/ 0 w 17"/>
                <a:gd name="T5" fmla="*/ 4254 h 13"/>
                <a:gd name="T6" fmla="*/ 934 w 17"/>
                <a:gd name="T7" fmla="*/ 4531 h 13"/>
                <a:gd name="T8" fmla="*/ 2503 w 17"/>
                <a:gd name="T9" fmla="*/ 2673 h 13"/>
                <a:gd name="T10" fmla="*/ 3876 w 17"/>
                <a:gd name="T11" fmla="*/ 681 h 13"/>
                <a:gd name="T12" fmla="*/ 3199 w 17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3">
                  <a:moveTo>
                    <a:pt x="14" y="0"/>
                  </a:moveTo>
                  <a:cubicBezTo>
                    <a:pt x="12" y="0"/>
                    <a:pt x="9" y="4"/>
                    <a:pt x="7" y="6"/>
                  </a:cubicBezTo>
                  <a:cubicBezTo>
                    <a:pt x="6" y="7"/>
                    <a:pt x="2" y="11"/>
                    <a:pt x="0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6" y="13"/>
                    <a:pt x="10" y="9"/>
                    <a:pt x="11" y="7"/>
                  </a:cubicBezTo>
                  <a:cubicBezTo>
                    <a:pt x="13" y="6"/>
                    <a:pt x="16" y="2"/>
                    <a:pt x="17" y="2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8" name="Freeform 708">
              <a:extLst>
                <a:ext uri="{FF2B5EF4-FFF2-40B4-BE49-F238E27FC236}">
                  <a16:creationId xmlns:a16="http://schemas.microsoft.com/office/drawing/2014/main" id="{A34FBC30-4978-4D97-B47C-F523044BC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520"/>
              <a:ext cx="42" cy="32"/>
            </a:xfrm>
            <a:custGeom>
              <a:avLst/>
              <a:gdLst>
                <a:gd name="T0" fmla="*/ 2942 w 17"/>
                <a:gd name="T1" fmla="*/ 397 h 12"/>
                <a:gd name="T2" fmla="*/ 1374 w 17"/>
                <a:gd name="T3" fmla="*/ 1763 h 12"/>
                <a:gd name="T4" fmla="*/ 0 w 17"/>
                <a:gd name="T5" fmla="*/ 3243 h 12"/>
                <a:gd name="T6" fmla="*/ 635 w 17"/>
                <a:gd name="T7" fmla="*/ 3891 h 12"/>
                <a:gd name="T8" fmla="*/ 2308 w 17"/>
                <a:gd name="T9" fmla="*/ 2581 h 12"/>
                <a:gd name="T10" fmla="*/ 3876 w 17"/>
                <a:gd name="T11" fmla="*/ 1459 h 12"/>
                <a:gd name="T12" fmla="*/ 2942 w 17"/>
                <a:gd name="T13" fmla="*/ 39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">
                  <a:moveTo>
                    <a:pt x="13" y="1"/>
                  </a:moveTo>
                  <a:cubicBezTo>
                    <a:pt x="12" y="0"/>
                    <a:pt x="8" y="4"/>
                    <a:pt x="6" y="5"/>
                  </a:cubicBezTo>
                  <a:cubicBezTo>
                    <a:pt x="5" y="6"/>
                    <a:pt x="1" y="10"/>
                    <a:pt x="0" y="9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8" y="9"/>
                    <a:pt x="10" y="7"/>
                  </a:cubicBezTo>
                  <a:cubicBezTo>
                    <a:pt x="11" y="6"/>
                    <a:pt x="16" y="3"/>
                    <a:pt x="17" y="4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9" name="Freeform 709">
              <a:extLst>
                <a:ext uri="{FF2B5EF4-FFF2-40B4-BE49-F238E27FC236}">
                  <a16:creationId xmlns:a16="http://schemas.microsoft.com/office/drawing/2014/main" id="{450D85B6-83CA-4DC8-8C70-3A2AEF32A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480"/>
              <a:ext cx="35" cy="37"/>
            </a:xfrm>
            <a:custGeom>
              <a:avLst/>
              <a:gdLst>
                <a:gd name="T0" fmla="*/ 2470 w 14"/>
                <a:gd name="T1" fmla="*/ 391 h 14"/>
                <a:gd name="T2" fmla="*/ 1300 w 14"/>
                <a:gd name="T3" fmla="*/ 2437 h 14"/>
                <a:gd name="T4" fmla="*/ 0 w 14"/>
                <a:gd name="T5" fmla="*/ 4392 h 14"/>
                <a:gd name="T6" fmla="*/ 988 w 14"/>
                <a:gd name="T7" fmla="*/ 4784 h 14"/>
                <a:gd name="T8" fmla="*/ 2270 w 14"/>
                <a:gd name="T9" fmla="*/ 2730 h 14"/>
                <a:gd name="T10" fmla="*/ 3438 w 14"/>
                <a:gd name="T11" fmla="*/ 391 h 14"/>
                <a:gd name="T12" fmla="*/ 2470 w 14"/>
                <a:gd name="T13" fmla="*/ 39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10" y="1"/>
                  </a:moveTo>
                  <a:cubicBezTo>
                    <a:pt x="8" y="0"/>
                    <a:pt x="6" y="5"/>
                    <a:pt x="5" y="7"/>
                  </a:cubicBezTo>
                  <a:cubicBezTo>
                    <a:pt x="4" y="9"/>
                    <a:pt x="2" y="14"/>
                    <a:pt x="0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6" y="14"/>
                    <a:pt x="8" y="10"/>
                    <a:pt x="9" y="8"/>
                  </a:cubicBezTo>
                  <a:cubicBezTo>
                    <a:pt x="10" y="6"/>
                    <a:pt x="12" y="1"/>
                    <a:pt x="14" y="1"/>
                  </a:cubicBezTo>
                  <a:lnTo>
                    <a:pt x="10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0" name="Freeform 710">
              <a:extLst>
                <a:ext uri="{FF2B5EF4-FFF2-40B4-BE49-F238E27FC236}">
                  <a16:creationId xmlns:a16="http://schemas.microsoft.com/office/drawing/2014/main" id="{19FFD097-EF8C-47ED-B565-DD92F7BE7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485"/>
              <a:ext cx="33" cy="38"/>
            </a:xfrm>
            <a:custGeom>
              <a:avLst/>
              <a:gdLst>
                <a:gd name="T0" fmla="*/ 2404 w 13"/>
                <a:gd name="T1" fmla="*/ 442 h 14"/>
                <a:gd name="T2" fmla="*/ 1373 w 13"/>
                <a:gd name="T3" fmla="*/ 2823 h 14"/>
                <a:gd name="T4" fmla="*/ 0 w 13"/>
                <a:gd name="T5" fmla="*/ 5157 h 14"/>
                <a:gd name="T6" fmla="*/ 1031 w 13"/>
                <a:gd name="T7" fmla="*/ 5600 h 14"/>
                <a:gd name="T8" fmla="*/ 2404 w 13"/>
                <a:gd name="T9" fmla="*/ 3257 h 14"/>
                <a:gd name="T10" fmla="*/ 3485 w 13"/>
                <a:gd name="T11" fmla="*/ 442 h 14"/>
                <a:gd name="T12" fmla="*/ 2404 w 13"/>
                <a:gd name="T13" fmla="*/ 44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9" y="1"/>
                  </a:moveTo>
                  <a:cubicBezTo>
                    <a:pt x="8" y="0"/>
                    <a:pt x="6" y="5"/>
                    <a:pt x="5" y="7"/>
                  </a:cubicBezTo>
                  <a:cubicBezTo>
                    <a:pt x="4" y="9"/>
                    <a:pt x="1" y="14"/>
                    <a:pt x="0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4"/>
                    <a:pt x="8" y="10"/>
                    <a:pt x="9" y="8"/>
                  </a:cubicBezTo>
                  <a:cubicBezTo>
                    <a:pt x="10" y="6"/>
                    <a:pt x="12" y="1"/>
                    <a:pt x="13" y="1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1" name="Freeform 711">
              <a:extLst>
                <a:ext uri="{FF2B5EF4-FFF2-40B4-BE49-F238E27FC236}">
                  <a16:creationId xmlns:a16="http://schemas.microsoft.com/office/drawing/2014/main" id="{80E06FEB-249A-4ED2-9A65-32C971572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480"/>
              <a:ext cx="30" cy="37"/>
            </a:xfrm>
            <a:custGeom>
              <a:avLst/>
              <a:gdLst>
                <a:gd name="T0" fmla="*/ 1958 w 12"/>
                <a:gd name="T1" fmla="*/ 0 h 14"/>
                <a:gd name="T2" fmla="*/ 988 w 12"/>
                <a:gd name="T3" fmla="*/ 2437 h 14"/>
                <a:gd name="T4" fmla="*/ 0 w 12"/>
                <a:gd name="T5" fmla="*/ 4784 h 14"/>
                <a:gd name="T6" fmla="*/ 988 w 12"/>
                <a:gd name="T7" fmla="*/ 4784 h 14"/>
                <a:gd name="T8" fmla="*/ 1958 w 12"/>
                <a:gd name="T9" fmla="*/ 2437 h 14"/>
                <a:gd name="T10" fmla="*/ 2938 w 12"/>
                <a:gd name="T11" fmla="*/ 0 h 14"/>
                <a:gd name="T12" fmla="*/ 195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8" y="0"/>
                  </a:moveTo>
                  <a:cubicBezTo>
                    <a:pt x="6" y="0"/>
                    <a:pt x="5" y="5"/>
                    <a:pt x="4" y="7"/>
                  </a:cubicBezTo>
                  <a:cubicBezTo>
                    <a:pt x="3" y="9"/>
                    <a:pt x="1" y="14"/>
                    <a:pt x="0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4"/>
                    <a:pt x="7" y="9"/>
                    <a:pt x="8" y="7"/>
                  </a:cubicBezTo>
                  <a:cubicBezTo>
                    <a:pt x="9" y="5"/>
                    <a:pt x="10" y="0"/>
                    <a:pt x="12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2" name="Freeform 712">
              <a:extLst>
                <a:ext uri="{FF2B5EF4-FFF2-40B4-BE49-F238E27FC236}">
                  <a16:creationId xmlns:a16="http://schemas.microsoft.com/office/drawing/2014/main" id="{CE0B096E-A2EB-4EA1-92BF-FB744366F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80"/>
              <a:ext cx="30" cy="37"/>
            </a:xfrm>
            <a:custGeom>
              <a:avLst/>
              <a:gdLst>
                <a:gd name="T0" fmla="*/ 1958 w 12"/>
                <a:gd name="T1" fmla="*/ 0 h 14"/>
                <a:gd name="T2" fmla="*/ 988 w 12"/>
                <a:gd name="T3" fmla="*/ 2437 h 14"/>
                <a:gd name="T4" fmla="*/ 0 w 12"/>
                <a:gd name="T5" fmla="*/ 4784 h 14"/>
                <a:gd name="T6" fmla="*/ 988 w 12"/>
                <a:gd name="T7" fmla="*/ 4784 h 14"/>
                <a:gd name="T8" fmla="*/ 2270 w 12"/>
                <a:gd name="T9" fmla="*/ 2437 h 14"/>
                <a:gd name="T10" fmla="*/ 2938 w 12"/>
                <a:gd name="T11" fmla="*/ 0 h 14"/>
                <a:gd name="T12" fmla="*/ 195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8" y="0"/>
                  </a:moveTo>
                  <a:cubicBezTo>
                    <a:pt x="7" y="0"/>
                    <a:pt x="5" y="5"/>
                    <a:pt x="4" y="7"/>
                  </a:cubicBezTo>
                  <a:cubicBezTo>
                    <a:pt x="4" y="9"/>
                    <a:pt x="2" y="14"/>
                    <a:pt x="0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6" y="14"/>
                    <a:pt x="8" y="9"/>
                    <a:pt x="9" y="7"/>
                  </a:cubicBezTo>
                  <a:cubicBezTo>
                    <a:pt x="9" y="5"/>
                    <a:pt x="11" y="0"/>
                    <a:pt x="12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3" name="Freeform 713">
              <a:extLst>
                <a:ext uri="{FF2B5EF4-FFF2-40B4-BE49-F238E27FC236}">
                  <a16:creationId xmlns:a16="http://schemas.microsoft.com/office/drawing/2014/main" id="{996AEB0A-AC45-485D-84AB-D4DE5FFF7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480"/>
              <a:ext cx="28" cy="37"/>
            </a:xfrm>
            <a:custGeom>
              <a:avLst/>
              <a:gdLst>
                <a:gd name="T0" fmla="*/ 1932 w 11"/>
                <a:gd name="T1" fmla="*/ 0 h 14"/>
                <a:gd name="T2" fmla="*/ 1056 w 11"/>
                <a:gd name="T3" fmla="*/ 2437 h 14"/>
                <a:gd name="T4" fmla="*/ 0 w 11"/>
                <a:gd name="T5" fmla="*/ 4784 h 14"/>
                <a:gd name="T6" fmla="*/ 1056 w 11"/>
                <a:gd name="T7" fmla="*/ 4784 h 14"/>
                <a:gd name="T8" fmla="*/ 2146 w 11"/>
                <a:gd name="T9" fmla="*/ 2437 h 14"/>
                <a:gd name="T10" fmla="*/ 2986 w 11"/>
                <a:gd name="T11" fmla="*/ 0 h 14"/>
                <a:gd name="T12" fmla="*/ 1932 w 1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7" y="0"/>
                  </a:moveTo>
                  <a:cubicBezTo>
                    <a:pt x="6" y="0"/>
                    <a:pt x="5" y="5"/>
                    <a:pt x="4" y="7"/>
                  </a:cubicBezTo>
                  <a:cubicBezTo>
                    <a:pt x="3" y="9"/>
                    <a:pt x="1" y="14"/>
                    <a:pt x="0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4"/>
                    <a:pt x="7" y="9"/>
                    <a:pt x="8" y="7"/>
                  </a:cubicBezTo>
                  <a:cubicBezTo>
                    <a:pt x="9" y="5"/>
                    <a:pt x="10" y="0"/>
                    <a:pt x="11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4" name="Freeform 714">
              <a:extLst>
                <a:ext uri="{FF2B5EF4-FFF2-40B4-BE49-F238E27FC236}">
                  <a16:creationId xmlns:a16="http://schemas.microsoft.com/office/drawing/2014/main" id="{4075C385-F2A1-49A5-AFD9-000387D1F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480"/>
              <a:ext cx="30" cy="37"/>
            </a:xfrm>
            <a:custGeom>
              <a:avLst/>
              <a:gdLst>
                <a:gd name="T0" fmla="*/ 1958 w 12"/>
                <a:gd name="T1" fmla="*/ 0 h 14"/>
                <a:gd name="T2" fmla="*/ 1300 w 12"/>
                <a:gd name="T3" fmla="*/ 2437 h 14"/>
                <a:gd name="T4" fmla="*/ 0 w 12"/>
                <a:gd name="T5" fmla="*/ 4784 h 14"/>
                <a:gd name="T6" fmla="*/ 988 w 12"/>
                <a:gd name="T7" fmla="*/ 4784 h 14"/>
                <a:gd name="T8" fmla="*/ 2270 w 12"/>
                <a:gd name="T9" fmla="*/ 2437 h 14"/>
                <a:gd name="T10" fmla="*/ 2938 w 12"/>
                <a:gd name="T11" fmla="*/ 0 h 14"/>
                <a:gd name="T12" fmla="*/ 195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8" y="0"/>
                  </a:moveTo>
                  <a:cubicBezTo>
                    <a:pt x="7" y="0"/>
                    <a:pt x="5" y="5"/>
                    <a:pt x="5" y="7"/>
                  </a:cubicBezTo>
                  <a:cubicBezTo>
                    <a:pt x="4" y="9"/>
                    <a:pt x="2" y="14"/>
                    <a:pt x="0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6" y="14"/>
                    <a:pt x="8" y="9"/>
                    <a:pt x="9" y="7"/>
                  </a:cubicBezTo>
                  <a:cubicBezTo>
                    <a:pt x="9" y="5"/>
                    <a:pt x="11" y="0"/>
                    <a:pt x="12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5" name="Freeform 715">
              <a:extLst>
                <a:ext uri="{FF2B5EF4-FFF2-40B4-BE49-F238E27FC236}">
                  <a16:creationId xmlns:a16="http://schemas.microsoft.com/office/drawing/2014/main" id="{47146B4A-6561-4308-A39F-186D16427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264"/>
              <a:ext cx="18" cy="43"/>
            </a:xfrm>
            <a:custGeom>
              <a:avLst/>
              <a:gdLst>
                <a:gd name="T0" fmla="*/ 2003 w 7"/>
                <a:gd name="T1" fmla="*/ 6060 h 16"/>
                <a:gd name="T2" fmla="*/ 1448 w 7"/>
                <a:gd name="T3" fmla="*/ 3394 h 16"/>
                <a:gd name="T4" fmla="*/ 1137 w 7"/>
                <a:gd name="T5" fmla="*/ 427 h 16"/>
                <a:gd name="T6" fmla="*/ 0 w 7"/>
                <a:gd name="T7" fmla="*/ 0 h 16"/>
                <a:gd name="T8" fmla="*/ 357 w 7"/>
                <a:gd name="T9" fmla="*/ 2658 h 16"/>
                <a:gd name="T10" fmla="*/ 563 w 7"/>
                <a:gd name="T11" fmla="*/ 5628 h 16"/>
                <a:gd name="T12" fmla="*/ 2003 w 7"/>
                <a:gd name="T13" fmla="*/ 606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6">
                  <a:moveTo>
                    <a:pt x="7" y="16"/>
                  </a:moveTo>
                  <a:cubicBezTo>
                    <a:pt x="5" y="15"/>
                    <a:pt x="5" y="12"/>
                    <a:pt x="5" y="9"/>
                  </a:cubicBezTo>
                  <a:cubicBezTo>
                    <a:pt x="4" y="5"/>
                    <a:pt x="5" y="2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4"/>
                    <a:pt x="1" y="7"/>
                  </a:cubicBezTo>
                  <a:cubicBezTo>
                    <a:pt x="1" y="11"/>
                    <a:pt x="1" y="14"/>
                    <a:pt x="2" y="15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6" name="Freeform 716">
              <a:extLst>
                <a:ext uri="{FF2B5EF4-FFF2-40B4-BE49-F238E27FC236}">
                  <a16:creationId xmlns:a16="http://schemas.microsoft.com/office/drawing/2014/main" id="{A7950541-2696-43A7-AEA3-C1C666CA6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253"/>
              <a:ext cx="22" cy="40"/>
            </a:xfrm>
            <a:custGeom>
              <a:avLst/>
              <a:gdLst>
                <a:gd name="T0" fmla="*/ 1931 w 9"/>
                <a:gd name="T1" fmla="*/ 5405 h 15"/>
                <a:gd name="T2" fmla="*/ 1315 w 9"/>
                <a:gd name="T3" fmla="*/ 2581 h 15"/>
                <a:gd name="T4" fmla="*/ 860 w 9"/>
                <a:gd name="T5" fmla="*/ 0 h 15"/>
                <a:gd name="T6" fmla="*/ 0 w 9"/>
                <a:gd name="T7" fmla="*/ 0 h 15"/>
                <a:gd name="T8" fmla="*/ 425 w 9"/>
                <a:gd name="T9" fmla="*/ 2184 h 15"/>
                <a:gd name="T10" fmla="*/ 1039 w 9"/>
                <a:gd name="T11" fmla="*/ 5405 h 15"/>
                <a:gd name="T12" fmla="*/ 1931 w 9"/>
                <a:gd name="T13" fmla="*/ 540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5">
                  <a:moveTo>
                    <a:pt x="9" y="15"/>
                  </a:moveTo>
                  <a:cubicBezTo>
                    <a:pt x="7" y="15"/>
                    <a:pt x="6" y="11"/>
                    <a:pt x="6" y="7"/>
                  </a:cubicBezTo>
                  <a:cubicBezTo>
                    <a:pt x="5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3"/>
                    <a:pt x="2" y="6"/>
                  </a:cubicBezTo>
                  <a:cubicBezTo>
                    <a:pt x="2" y="10"/>
                    <a:pt x="3" y="14"/>
                    <a:pt x="5" y="15"/>
                  </a:cubicBezTo>
                  <a:lnTo>
                    <a:pt x="9" y="15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7" name="Freeform 717">
              <a:extLst>
                <a:ext uri="{FF2B5EF4-FFF2-40B4-BE49-F238E27FC236}">
                  <a16:creationId xmlns:a16="http://schemas.microsoft.com/office/drawing/2014/main" id="{1744D88B-BB47-4E11-96C3-B6B0371E3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259"/>
              <a:ext cx="22" cy="40"/>
            </a:xfrm>
            <a:custGeom>
              <a:avLst/>
              <a:gdLst>
                <a:gd name="T0" fmla="*/ 1931 w 9"/>
                <a:gd name="T1" fmla="*/ 5405 h 15"/>
                <a:gd name="T2" fmla="*/ 1315 w 9"/>
                <a:gd name="T3" fmla="*/ 2581 h 15"/>
                <a:gd name="T4" fmla="*/ 860 w 9"/>
                <a:gd name="T5" fmla="*/ 0 h 15"/>
                <a:gd name="T6" fmla="*/ 0 w 9"/>
                <a:gd name="T7" fmla="*/ 0 h 15"/>
                <a:gd name="T8" fmla="*/ 425 w 9"/>
                <a:gd name="T9" fmla="*/ 2184 h 15"/>
                <a:gd name="T10" fmla="*/ 1039 w 9"/>
                <a:gd name="T11" fmla="*/ 5405 h 15"/>
                <a:gd name="T12" fmla="*/ 1931 w 9"/>
                <a:gd name="T13" fmla="*/ 540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5">
                  <a:moveTo>
                    <a:pt x="9" y="15"/>
                  </a:moveTo>
                  <a:cubicBezTo>
                    <a:pt x="7" y="15"/>
                    <a:pt x="6" y="11"/>
                    <a:pt x="6" y="7"/>
                  </a:cubicBezTo>
                  <a:cubicBezTo>
                    <a:pt x="5" y="4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3"/>
                    <a:pt x="2" y="6"/>
                  </a:cubicBezTo>
                  <a:cubicBezTo>
                    <a:pt x="2" y="10"/>
                    <a:pt x="3" y="14"/>
                    <a:pt x="5" y="15"/>
                  </a:cubicBezTo>
                  <a:lnTo>
                    <a:pt x="9" y="15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8" name="Freeform 718">
              <a:extLst>
                <a:ext uri="{FF2B5EF4-FFF2-40B4-BE49-F238E27FC236}">
                  <a16:creationId xmlns:a16="http://schemas.microsoft.com/office/drawing/2014/main" id="{3C55CADE-B637-4540-8EBB-15FD48C7F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251"/>
              <a:ext cx="27" cy="37"/>
            </a:xfrm>
            <a:custGeom>
              <a:avLst/>
              <a:gdLst>
                <a:gd name="T0" fmla="*/ 2398 w 11"/>
                <a:gd name="T1" fmla="*/ 4784 h 14"/>
                <a:gd name="T2" fmla="*/ 1343 w 11"/>
                <a:gd name="T3" fmla="*/ 2046 h 14"/>
                <a:gd name="T4" fmla="*/ 903 w 11"/>
                <a:gd name="T5" fmla="*/ 0 h 14"/>
                <a:gd name="T6" fmla="*/ 0 w 11"/>
                <a:gd name="T7" fmla="*/ 0 h 14"/>
                <a:gd name="T8" fmla="*/ 427 w 11"/>
                <a:gd name="T9" fmla="*/ 2046 h 14"/>
                <a:gd name="T10" fmla="*/ 1524 w 11"/>
                <a:gd name="T11" fmla="*/ 4784 h 14"/>
                <a:gd name="T12" fmla="*/ 2398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9" y="14"/>
                    <a:pt x="8" y="10"/>
                    <a:pt x="6" y="6"/>
                  </a:cubicBezTo>
                  <a:cubicBezTo>
                    <a:pt x="5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3"/>
                    <a:pt x="2" y="6"/>
                  </a:cubicBezTo>
                  <a:cubicBezTo>
                    <a:pt x="4" y="10"/>
                    <a:pt x="5" y="14"/>
                    <a:pt x="7" y="14"/>
                  </a:cubicBezTo>
                  <a:lnTo>
                    <a:pt x="11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9" name="Freeform 719">
              <a:extLst>
                <a:ext uri="{FF2B5EF4-FFF2-40B4-BE49-F238E27FC236}">
                  <a16:creationId xmlns:a16="http://schemas.microsoft.com/office/drawing/2014/main" id="{04A65C74-4848-4374-851E-6340F4D2C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251"/>
              <a:ext cx="28" cy="37"/>
            </a:xfrm>
            <a:custGeom>
              <a:avLst/>
              <a:gdLst>
                <a:gd name="T0" fmla="*/ 2986 w 11"/>
                <a:gd name="T1" fmla="*/ 4784 h 14"/>
                <a:gd name="T2" fmla="*/ 1932 w 11"/>
                <a:gd name="T3" fmla="*/ 2046 h 14"/>
                <a:gd name="T4" fmla="*/ 1056 w 11"/>
                <a:gd name="T5" fmla="*/ 0 h 14"/>
                <a:gd name="T6" fmla="*/ 0 w 11"/>
                <a:gd name="T7" fmla="*/ 0 h 14"/>
                <a:gd name="T8" fmla="*/ 843 w 11"/>
                <a:gd name="T9" fmla="*/ 2046 h 14"/>
                <a:gd name="T10" fmla="*/ 1932 w 11"/>
                <a:gd name="T11" fmla="*/ 4784 h 14"/>
                <a:gd name="T12" fmla="*/ 2986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9" y="14"/>
                    <a:pt x="8" y="10"/>
                    <a:pt x="7" y="6"/>
                  </a:cubicBezTo>
                  <a:cubicBezTo>
                    <a:pt x="6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3"/>
                    <a:pt x="3" y="6"/>
                  </a:cubicBezTo>
                  <a:cubicBezTo>
                    <a:pt x="4" y="10"/>
                    <a:pt x="5" y="14"/>
                    <a:pt x="7" y="14"/>
                  </a:cubicBezTo>
                  <a:lnTo>
                    <a:pt x="11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0" name="Freeform 720">
              <a:extLst>
                <a:ext uri="{FF2B5EF4-FFF2-40B4-BE49-F238E27FC236}">
                  <a16:creationId xmlns:a16="http://schemas.microsoft.com/office/drawing/2014/main" id="{E49700DE-DFA0-411E-8A26-7ED27B775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251"/>
              <a:ext cx="33" cy="37"/>
            </a:xfrm>
            <a:custGeom>
              <a:avLst/>
              <a:gdLst>
                <a:gd name="T0" fmla="*/ 3485 w 13"/>
                <a:gd name="T1" fmla="*/ 4392 h 14"/>
                <a:gd name="T2" fmla="*/ 2107 w 13"/>
                <a:gd name="T3" fmla="*/ 2046 h 14"/>
                <a:gd name="T4" fmla="*/ 1031 w 13"/>
                <a:gd name="T5" fmla="*/ 0 h 14"/>
                <a:gd name="T6" fmla="*/ 0 w 13"/>
                <a:gd name="T7" fmla="*/ 0 h 14"/>
                <a:gd name="T8" fmla="*/ 1031 w 13"/>
                <a:gd name="T9" fmla="*/ 2437 h 14"/>
                <a:gd name="T10" fmla="*/ 2404 w 13"/>
                <a:gd name="T11" fmla="*/ 4784 h 14"/>
                <a:gd name="T12" fmla="*/ 3485 w 13"/>
                <a:gd name="T13" fmla="*/ 439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13" y="13"/>
                  </a:moveTo>
                  <a:cubicBezTo>
                    <a:pt x="11" y="14"/>
                    <a:pt x="9" y="10"/>
                    <a:pt x="8" y="6"/>
                  </a:cubicBezTo>
                  <a:cubicBezTo>
                    <a:pt x="6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3"/>
                    <a:pt x="4" y="7"/>
                  </a:cubicBezTo>
                  <a:cubicBezTo>
                    <a:pt x="5" y="10"/>
                    <a:pt x="7" y="14"/>
                    <a:pt x="9" y="14"/>
                  </a:cubicBezTo>
                  <a:lnTo>
                    <a:pt x="13" y="13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" name="Freeform 721">
              <a:extLst>
                <a:ext uri="{FF2B5EF4-FFF2-40B4-BE49-F238E27FC236}">
                  <a16:creationId xmlns:a16="http://schemas.microsoft.com/office/drawing/2014/main" id="{09DDE859-363F-4B4B-86C7-0B707FEBB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251"/>
              <a:ext cx="27" cy="37"/>
            </a:xfrm>
            <a:custGeom>
              <a:avLst/>
              <a:gdLst>
                <a:gd name="T0" fmla="*/ 2398 w 11"/>
                <a:gd name="T1" fmla="*/ 4784 h 14"/>
                <a:gd name="T2" fmla="*/ 1524 w 11"/>
                <a:gd name="T3" fmla="*/ 2046 h 14"/>
                <a:gd name="T4" fmla="*/ 903 w 11"/>
                <a:gd name="T5" fmla="*/ 0 h 14"/>
                <a:gd name="T6" fmla="*/ 0 w 11"/>
                <a:gd name="T7" fmla="*/ 0 h 14"/>
                <a:gd name="T8" fmla="*/ 621 w 11"/>
                <a:gd name="T9" fmla="*/ 2046 h 14"/>
                <a:gd name="T10" fmla="*/ 1524 w 11"/>
                <a:gd name="T11" fmla="*/ 4784 h 14"/>
                <a:gd name="T12" fmla="*/ 2398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10" y="14"/>
                    <a:pt x="8" y="10"/>
                    <a:pt x="7" y="6"/>
                  </a:cubicBezTo>
                  <a:cubicBezTo>
                    <a:pt x="6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3"/>
                    <a:pt x="3" y="6"/>
                  </a:cubicBezTo>
                  <a:cubicBezTo>
                    <a:pt x="4" y="10"/>
                    <a:pt x="6" y="14"/>
                    <a:pt x="7" y="14"/>
                  </a:cubicBezTo>
                  <a:lnTo>
                    <a:pt x="11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2" name="Freeform 722">
              <a:extLst>
                <a:ext uri="{FF2B5EF4-FFF2-40B4-BE49-F238E27FC236}">
                  <a16:creationId xmlns:a16="http://schemas.microsoft.com/office/drawing/2014/main" id="{6FAF5134-6A13-4565-9D2B-7617A0F3E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264"/>
              <a:ext cx="35" cy="37"/>
            </a:xfrm>
            <a:custGeom>
              <a:avLst/>
              <a:gdLst>
                <a:gd name="T0" fmla="*/ 2470 w 14"/>
                <a:gd name="T1" fmla="*/ 0 h 14"/>
                <a:gd name="T2" fmla="*/ 1300 w 14"/>
                <a:gd name="T3" fmla="*/ 2437 h 14"/>
                <a:gd name="T4" fmla="*/ 0 w 14"/>
                <a:gd name="T5" fmla="*/ 4157 h 14"/>
                <a:gd name="T6" fmla="*/ 783 w 14"/>
                <a:gd name="T7" fmla="*/ 4392 h 14"/>
                <a:gd name="T8" fmla="*/ 2270 w 14"/>
                <a:gd name="T9" fmla="*/ 2437 h 14"/>
                <a:gd name="T10" fmla="*/ 3438 w 14"/>
                <a:gd name="T11" fmla="*/ 391 h 14"/>
                <a:gd name="T12" fmla="*/ 2470 w 14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10" y="0"/>
                  </a:moveTo>
                  <a:cubicBezTo>
                    <a:pt x="9" y="0"/>
                    <a:pt x="6" y="5"/>
                    <a:pt x="5" y="7"/>
                  </a:cubicBezTo>
                  <a:cubicBezTo>
                    <a:pt x="4" y="8"/>
                    <a:pt x="1" y="13"/>
                    <a:pt x="0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4"/>
                    <a:pt x="8" y="9"/>
                    <a:pt x="9" y="7"/>
                  </a:cubicBezTo>
                  <a:cubicBezTo>
                    <a:pt x="10" y="6"/>
                    <a:pt x="13" y="1"/>
                    <a:pt x="14" y="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3" name="Freeform 723">
              <a:extLst>
                <a:ext uri="{FF2B5EF4-FFF2-40B4-BE49-F238E27FC236}">
                  <a16:creationId xmlns:a16="http://schemas.microsoft.com/office/drawing/2014/main" id="{B3E63919-8128-4EBA-B16C-0F1FC887E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275"/>
              <a:ext cx="42" cy="34"/>
            </a:xfrm>
            <a:custGeom>
              <a:avLst/>
              <a:gdLst>
                <a:gd name="T0" fmla="*/ 3199 w 17"/>
                <a:gd name="T1" fmla="*/ 377 h 13"/>
                <a:gd name="T2" fmla="*/ 1569 w 17"/>
                <a:gd name="T3" fmla="*/ 1969 h 13"/>
                <a:gd name="T4" fmla="*/ 0 w 17"/>
                <a:gd name="T5" fmla="*/ 3557 h 13"/>
                <a:gd name="T6" fmla="*/ 934 w 17"/>
                <a:gd name="T7" fmla="*/ 3790 h 13"/>
                <a:gd name="T8" fmla="*/ 2503 w 17"/>
                <a:gd name="T9" fmla="*/ 2202 h 13"/>
                <a:gd name="T10" fmla="*/ 3876 w 17"/>
                <a:gd name="T11" fmla="*/ 609 h 13"/>
                <a:gd name="T12" fmla="*/ 3199 w 17"/>
                <a:gd name="T13" fmla="*/ 37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3">
                  <a:moveTo>
                    <a:pt x="14" y="1"/>
                  </a:moveTo>
                  <a:cubicBezTo>
                    <a:pt x="12" y="0"/>
                    <a:pt x="9" y="4"/>
                    <a:pt x="7" y="6"/>
                  </a:cubicBezTo>
                  <a:cubicBezTo>
                    <a:pt x="6" y="7"/>
                    <a:pt x="2" y="11"/>
                    <a:pt x="0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6" y="13"/>
                    <a:pt x="10" y="9"/>
                    <a:pt x="11" y="7"/>
                  </a:cubicBezTo>
                  <a:cubicBezTo>
                    <a:pt x="13" y="6"/>
                    <a:pt x="16" y="2"/>
                    <a:pt x="17" y="2"/>
                  </a:cubicBezTo>
                  <a:lnTo>
                    <a:pt x="14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4" name="Freeform 724">
              <a:extLst>
                <a:ext uri="{FF2B5EF4-FFF2-40B4-BE49-F238E27FC236}">
                  <a16:creationId xmlns:a16="http://schemas.microsoft.com/office/drawing/2014/main" id="{0BF973BE-8844-45E2-AF96-B814C7E45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251"/>
              <a:ext cx="35" cy="37"/>
            </a:xfrm>
            <a:custGeom>
              <a:avLst/>
              <a:gdLst>
                <a:gd name="T0" fmla="*/ 2470 w 14"/>
                <a:gd name="T1" fmla="*/ 391 h 14"/>
                <a:gd name="T2" fmla="*/ 1300 w 14"/>
                <a:gd name="T3" fmla="*/ 2437 h 14"/>
                <a:gd name="T4" fmla="*/ 0 w 14"/>
                <a:gd name="T5" fmla="*/ 4392 h 14"/>
                <a:gd name="T6" fmla="*/ 988 w 14"/>
                <a:gd name="T7" fmla="*/ 4784 h 14"/>
                <a:gd name="T8" fmla="*/ 2270 w 14"/>
                <a:gd name="T9" fmla="*/ 2730 h 14"/>
                <a:gd name="T10" fmla="*/ 3438 w 14"/>
                <a:gd name="T11" fmla="*/ 391 h 14"/>
                <a:gd name="T12" fmla="*/ 2470 w 14"/>
                <a:gd name="T13" fmla="*/ 39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10" y="1"/>
                  </a:moveTo>
                  <a:cubicBezTo>
                    <a:pt x="8" y="0"/>
                    <a:pt x="6" y="6"/>
                    <a:pt x="5" y="7"/>
                  </a:cubicBezTo>
                  <a:cubicBezTo>
                    <a:pt x="4" y="9"/>
                    <a:pt x="2" y="14"/>
                    <a:pt x="0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6" y="14"/>
                    <a:pt x="8" y="10"/>
                    <a:pt x="9" y="8"/>
                  </a:cubicBezTo>
                  <a:cubicBezTo>
                    <a:pt x="10" y="6"/>
                    <a:pt x="12" y="1"/>
                    <a:pt x="14" y="1"/>
                  </a:cubicBezTo>
                  <a:lnTo>
                    <a:pt x="10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5" name="Freeform 725">
              <a:extLst>
                <a:ext uri="{FF2B5EF4-FFF2-40B4-BE49-F238E27FC236}">
                  <a16:creationId xmlns:a16="http://schemas.microsoft.com/office/drawing/2014/main" id="{F9B4B37D-3283-4CB9-BF80-FF438CE66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256"/>
              <a:ext cx="33" cy="37"/>
            </a:xfrm>
            <a:custGeom>
              <a:avLst/>
              <a:gdLst>
                <a:gd name="T0" fmla="*/ 2404 w 13"/>
                <a:gd name="T1" fmla="*/ 391 h 14"/>
                <a:gd name="T2" fmla="*/ 1373 w 13"/>
                <a:gd name="T3" fmla="*/ 2437 h 14"/>
                <a:gd name="T4" fmla="*/ 0 w 13"/>
                <a:gd name="T5" fmla="*/ 4392 h 14"/>
                <a:gd name="T6" fmla="*/ 1031 w 13"/>
                <a:gd name="T7" fmla="*/ 4784 h 14"/>
                <a:gd name="T8" fmla="*/ 2404 w 13"/>
                <a:gd name="T9" fmla="*/ 2730 h 14"/>
                <a:gd name="T10" fmla="*/ 3485 w 13"/>
                <a:gd name="T11" fmla="*/ 391 h 14"/>
                <a:gd name="T12" fmla="*/ 2404 w 13"/>
                <a:gd name="T13" fmla="*/ 39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9" y="1"/>
                  </a:moveTo>
                  <a:cubicBezTo>
                    <a:pt x="8" y="0"/>
                    <a:pt x="6" y="5"/>
                    <a:pt x="5" y="7"/>
                  </a:cubicBezTo>
                  <a:cubicBezTo>
                    <a:pt x="4" y="9"/>
                    <a:pt x="1" y="14"/>
                    <a:pt x="0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4"/>
                    <a:pt x="8" y="10"/>
                    <a:pt x="9" y="8"/>
                  </a:cubicBezTo>
                  <a:cubicBezTo>
                    <a:pt x="10" y="6"/>
                    <a:pt x="12" y="1"/>
                    <a:pt x="13" y="1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6" name="Freeform 726">
              <a:extLst>
                <a:ext uri="{FF2B5EF4-FFF2-40B4-BE49-F238E27FC236}">
                  <a16:creationId xmlns:a16="http://schemas.microsoft.com/office/drawing/2014/main" id="{6FB18C56-8215-4918-BAE6-6C6647B4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251"/>
              <a:ext cx="30" cy="37"/>
            </a:xfrm>
            <a:custGeom>
              <a:avLst/>
              <a:gdLst>
                <a:gd name="T0" fmla="*/ 1958 w 12"/>
                <a:gd name="T1" fmla="*/ 0 h 14"/>
                <a:gd name="T2" fmla="*/ 988 w 12"/>
                <a:gd name="T3" fmla="*/ 2437 h 14"/>
                <a:gd name="T4" fmla="*/ 0 w 12"/>
                <a:gd name="T5" fmla="*/ 4784 h 14"/>
                <a:gd name="T6" fmla="*/ 988 w 12"/>
                <a:gd name="T7" fmla="*/ 4784 h 14"/>
                <a:gd name="T8" fmla="*/ 1958 w 12"/>
                <a:gd name="T9" fmla="*/ 2437 h 14"/>
                <a:gd name="T10" fmla="*/ 2938 w 12"/>
                <a:gd name="T11" fmla="*/ 0 h 14"/>
                <a:gd name="T12" fmla="*/ 195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8" y="0"/>
                  </a:moveTo>
                  <a:cubicBezTo>
                    <a:pt x="6" y="0"/>
                    <a:pt x="5" y="5"/>
                    <a:pt x="4" y="7"/>
                  </a:cubicBezTo>
                  <a:cubicBezTo>
                    <a:pt x="3" y="9"/>
                    <a:pt x="1" y="14"/>
                    <a:pt x="0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4"/>
                    <a:pt x="7" y="9"/>
                    <a:pt x="8" y="7"/>
                  </a:cubicBezTo>
                  <a:cubicBezTo>
                    <a:pt x="9" y="5"/>
                    <a:pt x="10" y="0"/>
                    <a:pt x="12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7" name="Freeform 727">
              <a:extLst>
                <a:ext uri="{FF2B5EF4-FFF2-40B4-BE49-F238E27FC236}">
                  <a16:creationId xmlns:a16="http://schemas.microsoft.com/office/drawing/2014/main" id="{02DF147D-06AC-4F23-BE7A-2AD6B115F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251"/>
              <a:ext cx="30" cy="37"/>
            </a:xfrm>
            <a:custGeom>
              <a:avLst/>
              <a:gdLst>
                <a:gd name="T0" fmla="*/ 1958 w 12"/>
                <a:gd name="T1" fmla="*/ 0 h 14"/>
                <a:gd name="T2" fmla="*/ 988 w 12"/>
                <a:gd name="T3" fmla="*/ 2437 h 14"/>
                <a:gd name="T4" fmla="*/ 0 w 12"/>
                <a:gd name="T5" fmla="*/ 4784 h 14"/>
                <a:gd name="T6" fmla="*/ 988 w 12"/>
                <a:gd name="T7" fmla="*/ 4784 h 14"/>
                <a:gd name="T8" fmla="*/ 2270 w 12"/>
                <a:gd name="T9" fmla="*/ 2437 h 14"/>
                <a:gd name="T10" fmla="*/ 2938 w 12"/>
                <a:gd name="T11" fmla="*/ 0 h 14"/>
                <a:gd name="T12" fmla="*/ 195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8" y="0"/>
                  </a:moveTo>
                  <a:cubicBezTo>
                    <a:pt x="7" y="0"/>
                    <a:pt x="5" y="5"/>
                    <a:pt x="4" y="7"/>
                  </a:cubicBezTo>
                  <a:cubicBezTo>
                    <a:pt x="4" y="9"/>
                    <a:pt x="2" y="14"/>
                    <a:pt x="0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6" y="14"/>
                    <a:pt x="8" y="9"/>
                    <a:pt x="9" y="7"/>
                  </a:cubicBezTo>
                  <a:cubicBezTo>
                    <a:pt x="9" y="5"/>
                    <a:pt x="11" y="0"/>
                    <a:pt x="12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8" name="Freeform 728">
              <a:extLst>
                <a:ext uri="{FF2B5EF4-FFF2-40B4-BE49-F238E27FC236}">
                  <a16:creationId xmlns:a16="http://schemas.microsoft.com/office/drawing/2014/main" id="{AF4D8DF0-80FF-4167-B450-75D235091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251"/>
              <a:ext cx="28" cy="37"/>
            </a:xfrm>
            <a:custGeom>
              <a:avLst/>
              <a:gdLst>
                <a:gd name="T0" fmla="*/ 1932 w 11"/>
                <a:gd name="T1" fmla="*/ 0 h 14"/>
                <a:gd name="T2" fmla="*/ 1056 w 11"/>
                <a:gd name="T3" fmla="*/ 2437 h 14"/>
                <a:gd name="T4" fmla="*/ 0 w 11"/>
                <a:gd name="T5" fmla="*/ 4784 h 14"/>
                <a:gd name="T6" fmla="*/ 1056 w 11"/>
                <a:gd name="T7" fmla="*/ 4784 h 14"/>
                <a:gd name="T8" fmla="*/ 2146 w 11"/>
                <a:gd name="T9" fmla="*/ 2437 h 14"/>
                <a:gd name="T10" fmla="*/ 2986 w 11"/>
                <a:gd name="T11" fmla="*/ 0 h 14"/>
                <a:gd name="T12" fmla="*/ 1932 w 1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7" y="0"/>
                  </a:moveTo>
                  <a:cubicBezTo>
                    <a:pt x="6" y="0"/>
                    <a:pt x="5" y="5"/>
                    <a:pt x="4" y="7"/>
                  </a:cubicBezTo>
                  <a:cubicBezTo>
                    <a:pt x="3" y="9"/>
                    <a:pt x="1" y="14"/>
                    <a:pt x="0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4"/>
                    <a:pt x="7" y="9"/>
                    <a:pt x="8" y="7"/>
                  </a:cubicBezTo>
                  <a:cubicBezTo>
                    <a:pt x="9" y="5"/>
                    <a:pt x="10" y="0"/>
                    <a:pt x="11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9" name="Freeform 729">
              <a:extLst>
                <a:ext uri="{FF2B5EF4-FFF2-40B4-BE49-F238E27FC236}">
                  <a16:creationId xmlns:a16="http://schemas.microsoft.com/office/drawing/2014/main" id="{EE8EB727-9E70-47C2-A526-6BD7FFEB7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251"/>
              <a:ext cx="30" cy="37"/>
            </a:xfrm>
            <a:custGeom>
              <a:avLst/>
              <a:gdLst>
                <a:gd name="T0" fmla="*/ 1958 w 12"/>
                <a:gd name="T1" fmla="*/ 0 h 14"/>
                <a:gd name="T2" fmla="*/ 1300 w 12"/>
                <a:gd name="T3" fmla="*/ 2437 h 14"/>
                <a:gd name="T4" fmla="*/ 0 w 12"/>
                <a:gd name="T5" fmla="*/ 4784 h 14"/>
                <a:gd name="T6" fmla="*/ 988 w 12"/>
                <a:gd name="T7" fmla="*/ 4784 h 14"/>
                <a:gd name="T8" fmla="*/ 2270 w 12"/>
                <a:gd name="T9" fmla="*/ 2437 h 14"/>
                <a:gd name="T10" fmla="*/ 2938 w 12"/>
                <a:gd name="T11" fmla="*/ 0 h 14"/>
                <a:gd name="T12" fmla="*/ 195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8" y="0"/>
                  </a:moveTo>
                  <a:cubicBezTo>
                    <a:pt x="7" y="0"/>
                    <a:pt x="5" y="5"/>
                    <a:pt x="5" y="7"/>
                  </a:cubicBezTo>
                  <a:cubicBezTo>
                    <a:pt x="4" y="9"/>
                    <a:pt x="2" y="14"/>
                    <a:pt x="0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6" y="14"/>
                    <a:pt x="8" y="9"/>
                    <a:pt x="9" y="7"/>
                  </a:cubicBezTo>
                  <a:cubicBezTo>
                    <a:pt x="9" y="5"/>
                    <a:pt x="11" y="0"/>
                    <a:pt x="12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0" name="Freeform 730">
              <a:extLst>
                <a:ext uri="{FF2B5EF4-FFF2-40B4-BE49-F238E27FC236}">
                  <a16:creationId xmlns:a16="http://schemas.microsoft.com/office/drawing/2014/main" id="{CE767868-9D6F-4703-AC38-AFBEF025B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045"/>
              <a:ext cx="18" cy="46"/>
            </a:xfrm>
            <a:custGeom>
              <a:avLst/>
              <a:gdLst>
                <a:gd name="T0" fmla="*/ 1137 w 7"/>
                <a:gd name="T1" fmla="*/ 6656 h 17"/>
                <a:gd name="T2" fmla="*/ 1448 w 7"/>
                <a:gd name="T3" fmla="*/ 3924 h 17"/>
                <a:gd name="T4" fmla="*/ 1700 w 7"/>
                <a:gd name="T5" fmla="*/ 1185 h 17"/>
                <a:gd name="T6" fmla="*/ 563 w 7"/>
                <a:gd name="T7" fmla="*/ 0 h 17"/>
                <a:gd name="T8" fmla="*/ 563 w 7"/>
                <a:gd name="T9" fmla="*/ 2730 h 17"/>
                <a:gd name="T10" fmla="*/ 357 w 7"/>
                <a:gd name="T11" fmla="*/ 6224 h 17"/>
                <a:gd name="T12" fmla="*/ 1137 w 7"/>
                <a:gd name="T13" fmla="*/ 665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7">
                  <a:moveTo>
                    <a:pt x="4" y="17"/>
                  </a:moveTo>
                  <a:cubicBezTo>
                    <a:pt x="3" y="16"/>
                    <a:pt x="4" y="13"/>
                    <a:pt x="5" y="10"/>
                  </a:cubicBezTo>
                  <a:cubicBezTo>
                    <a:pt x="6" y="6"/>
                    <a:pt x="7" y="3"/>
                    <a:pt x="6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4"/>
                    <a:pt x="2" y="7"/>
                  </a:cubicBezTo>
                  <a:cubicBezTo>
                    <a:pt x="1" y="11"/>
                    <a:pt x="0" y="15"/>
                    <a:pt x="1" y="16"/>
                  </a:cubicBezTo>
                  <a:lnTo>
                    <a:pt x="4" y="17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1" name="Freeform 731">
              <a:extLst>
                <a:ext uri="{FF2B5EF4-FFF2-40B4-BE49-F238E27FC236}">
                  <a16:creationId xmlns:a16="http://schemas.microsoft.com/office/drawing/2014/main" id="{E0A93E80-9378-4A19-AD03-1D240CA30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019"/>
              <a:ext cx="28" cy="37"/>
            </a:xfrm>
            <a:custGeom>
              <a:avLst/>
              <a:gdLst>
                <a:gd name="T0" fmla="*/ 2986 w 11"/>
                <a:gd name="T1" fmla="*/ 4784 h 14"/>
                <a:gd name="T2" fmla="*/ 1601 w 11"/>
                <a:gd name="T3" fmla="*/ 2046 h 14"/>
                <a:gd name="T4" fmla="*/ 1056 w 11"/>
                <a:gd name="T5" fmla="*/ 0 h 14"/>
                <a:gd name="T6" fmla="*/ 0 w 11"/>
                <a:gd name="T7" fmla="*/ 0 h 14"/>
                <a:gd name="T8" fmla="*/ 843 w 11"/>
                <a:gd name="T9" fmla="*/ 2046 h 14"/>
                <a:gd name="T10" fmla="*/ 1932 w 11"/>
                <a:gd name="T11" fmla="*/ 4784 h 14"/>
                <a:gd name="T12" fmla="*/ 2986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9" y="14"/>
                    <a:pt x="8" y="10"/>
                    <a:pt x="6" y="6"/>
                  </a:cubicBezTo>
                  <a:cubicBezTo>
                    <a:pt x="5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3"/>
                    <a:pt x="3" y="6"/>
                  </a:cubicBezTo>
                  <a:cubicBezTo>
                    <a:pt x="4" y="10"/>
                    <a:pt x="5" y="14"/>
                    <a:pt x="7" y="14"/>
                  </a:cubicBezTo>
                  <a:lnTo>
                    <a:pt x="11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2" name="Freeform 732">
              <a:extLst>
                <a:ext uri="{FF2B5EF4-FFF2-40B4-BE49-F238E27FC236}">
                  <a16:creationId xmlns:a16="http://schemas.microsoft.com/office/drawing/2014/main" id="{39F10C76-69A1-4449-9945-2044E17A6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019"/>
              <a:ext cx="32" cy="37"/>
            </a:xfrm>
            <a:custGeom>
              <a:avLst/>
              <a:gdLst>
                <a:gd name="T0" fmla="*/ 0 w 13"/>
                <a:gd name="T1" fmla="*/ 4392 h 14"/>
                <a:gd name="T2" fmla="*/ 1103 w 13"/>
                <a:gd name="T3" fmla="*/ 2046 h 14"/>
                <a:gd name="T4" fmla="*/ 1982 w 13"/>
                <a:gd name="T5" fmla="*/ 0 h 14"/>
                <a:gd name="T6" fmla="*/ 2897 w 13"/>
                <a:gd name="T7" fmla="*/ 0 h 14"/>
                <a:gd name="T8" fmla="*/ 1982 w 13"/>
                <a:gd name="T9" fmla="*/ 2046 h 14"/>
                <a:gd name="T10" fmla="*/ 928 w 13"/>
                <a:gd name="T11" fmla="*/ 4784 h 14"/>
                <a:gd name="T12" fmla="*/ 0 w 13"/>
                <a:gd name="T13" fmla="*/ 439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0" y="13"/>
                  </a:moveTo>
                  <a:cubicBezTo>
                    <a:pt x="2" y="13"/>
                    <a:pt x="4" y="9"/>
                    <a:pt x="5" y="6"/>
                  </a:cubicBezTo>
                  <a:cubicBezTo>
                    <a:pt x="7" y="3"/>
                    <a:pt x="7" y="0"/>
                    <a:pt x="9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11" y="3"/>
                    <a:pt x="9" y="6"/>
                  </a:cubicBezTo>
                  <a:cubicBezTo>
                    <a:pt x="8" y="10"/>
                    <a:pt x="6" y="14"/>
                    <a:pt x="4" y="14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3" name="Freeform 733">
              <a:extLst>
                <a:ext uri="{FF2B5EF4-FFF2-40B4-BE49-F238E27FC236}">
                  <a16:creationId xmlns:a16="http://schemas.microsoft.com/office/drawing/2014/main" id="{3E174D56-5D35-4E4F-B291-21F5F0206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035"/>
              <a:ext cx="18" cy="42"/>
            </a:xfrm>
            <a:custGeom>
              <a:avLst/>
              <a:gdLst>
                <a:gd name="T0" fmla="*/ 2003 w 7"/>
                <a:gd name="T1" fmla="*/ 5229 h 16"/>
                <a:gd name="T2" fmla="*/ 1448 w 7"/>
                <a:gd name="T3" fmla="*/ 2985 h 16"/>
                <a:gd name="T4" fmla="*/ 1137 w 7"/>
                <a:gd name="T5" fmla="*/ 378 h 16"/>
                <a:gd name="T6" fmla="*/ 0 w 7"/>
                <a:gd name="T7" fmla="*/ 0 h 16"/>
                <a:gd name="T8" fmla="*/ 357 w 7"/>
                <a:gd name="T9" fmla="*/ 2226 h 16"/>
                <a:gd name="T10" fmla="*/ 563 w 7"/>
                <a:gd name="T11" fmla="*/ 4851 h 16"/>
                <a:gd name="T12" fmla="*/ 2003 w 7"/>
                <a:gd name="T13" fmla="*/ 5229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6">
                  <a:moveTo>
                    <a:pt x="7" y="16"/>
                  </a:moveTo>
                  <a:cubicBezTo>
                    <a:pt x="5" y="15"/>
                    <a:pt x="5" y="12"/>
                    <a:pt x="5" y="9"/>
                  </a:cubicBezTo>
                  <a:cubicBezTo>
                    <a:pt x="4" y="5"/>
                    <a:pt x="5" y="2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4"/>
                    <a:pt x="1" y="7"/>
                  </a:cubicBezTo>
                  <a:cubicBezTo>
                    <a:pt x="1" y="11"/>
                    <a:pt x="1" y="14"/>
                    <a:pt x="2" y="15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4" name="Freeform 734">
              <a:extLst>
                <a:ext uri="{FF2B5EF4-FFF2-40B4-BE49-F238E27FC236}">
                  <a16:creationId xmlns:a16="http://schemas.microsoft.com/office/drawing/2014/main" id="{30867C70-2EEC-4A82-9751-B50BF01F5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024"/>
              <a:ext cx="22" cy="40"/>
            </a:xfrm>
            <a:custGeom>
              <a:avLst/>
              <a:gdLst>
                <a:gd name="T0" fmla="*/ 1931 w 9"/>
                <a:gd name="T1" fmla="*/ 5405 h 15"/>
                <a:gd name="T2" fmla="*/ 1315 w 9"/>
                <a:gd name="T3" fmla="*/ 2581 h 15"/>
                <a:gd name="T4" fmla="*/ 860 w 9"/>
                <a:gd name="T5" fmla="*/ 0 h 15"/>
                <a:gd name="T6" fmla="*/ 0 w 9"/>
                <a:gd name="T7" fmla="*/ 0 h 15"/>
                <a:gd name="T8" fmla="*/ 425 w 9"/>
                <a:gd name="T9" fmla="*/ 2184 h 15"/>
                <a:gd name="T10" fmla="*/ 1039 w 9"/>
                <a:gd name="T11" fmla="*/ 5405 h 15"/>
                <a:gd name="T12" fmla="*/ 1931 w 9"/>
                <a:gd name="T13" fmla="*/ 540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5">
                  <a:moveTo>
                    <a:pt x="9" y="15"/>
                  </a:moveTo>
                  <a:cubicBezTo>
                    <a:pt x="7" y="15"/>
                    <a:pt x="6" y="11"/>
                    <a:pt x="6" y="7"/>
                  </a:cubicBezTo>
                  <a:cubicBezTo>
                    <a:pt x="5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3"/>
                    <a:pt x="2" y="6"/>
                  </a:cubicBezTo>
                  <a:cubicBezTo>
                    <a:pt x="2" y="10"/>
                    <a:pt x="3" y="14"/>
                    <a:pt x="5" y="15"/>
                  </a:cubicBezTo>
                  <a:lnTo>
                    <a:pt x="9" y="15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5" name="Freeform 735">
              <a:extLst>
                <a:ext uri="{FF2B5EF4-FFF2-40B4-BE49-F238E27FC236}">
                  <a16:creationId xmlns:a16="http://schemas.microsoft.com/office/drawing/2014/main" id="{3A731BE5-191A-4443-956C-A38853985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029"/>
              <a:ext cx="22" cy="40"/>
            </a:xfrm>
            <a:custGeom>
              <a:avLst/>
              <a:gdLst>
                <a:gd name="T0" fmla="*/ 1931 w 9"/>
                <a:gd name="T1" fmla="*/ 5405 h 15"/>
                <a:gd name="T2" fmla="*/ 1315 w 9"/>
                <a:gd name="T3" fmla="*/ 2581 h 15"/>
                <a:gd name="T4" fmla="*/ 860 w 9"/>
                <a:gd name="T5" fmla="*/ 0 h 15"/>
                <a:gd name="T6" fmla="*/ 0 w 9"/>
                <a:gd name="T7" fmla="*/ 0 h 15"/>
                <a:gd name="T8" fmla="*/ 425 w 9"/>
                <a:gd name="T9" fmla="*/ 2184 h 15"/>
                <a:gd name="T10" fmla="*/ 1039 w 9"/>
                <a:gd name="T11" fmla="*/ 5405 h 15"/>
                <a:gd name="T12" fmla="*/ 1931 w 9"/>
                <a:gd name="T13" fmla="*/ 540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5">
                  <a:moveTo>
                    <a:pt x="9" y="15"/>
                  </a:moveTo>
                  <a:cubicBezTo>
                    <a:pt x="7" y="15"/>
                    <a:pt x="6" y="11"/>
                    <a:pt x="6" y="7"/>
                  </a:cubicBezTo>
                  <a:cubicBezTo>
                    <a:pt x="5" y="4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3"/>
                    <a:pt x="2" y="6"/>
                  </a:cubicBezTo>
                  <a:cubicBezTo>
                    <a:pt x="2" y="10"/>
                    <a:pt x="3" y="14"/>
                    <a:pt x="5" y="15"/>
                  </a:cubicBezTo>
                  <a:lnTo>
                    <a:pt x="9" y="15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6" name="Freeform 736">
              <a:extLst>
                <a:ext uri="{FF2B5EF4-FFF2-40B4-BE49-F238E27FC236}">
                  <a16:creationId xmlns:a16="http://schemas.microsoft.com/office/drawing/2014/main" id="{D6EA5CAA-D454-4FF5-A849-B503AE14F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021"/>
              <a:ext cx="27" cy="38"/>
            </a:xfrm>
            <a:custGeom>
              <a:avLst/>
              <a:gdLst>
                <a:gd name="T0" fmla="*/ 2398 w 11"/>
                <a:gd name="T1" fmla="*/ 5600 h 14"/>
                <a:gd name="T2" fmla="*/ 1343 w 11"/>
                <a:gd name="T3" fmla="*/ 2342 h 14"/>
                <a:gd name="T4" fmla="*/ 903 w 11"/>
                <a:gd name="T5" fmla="*/ 0 h 14"/>
                <a:gd name="T6" fmla="*/ 0 w 11"/>
                <a:gd name="T7" fmla="*/ 0 h 14"/>
                <a:gd name="T8" fmla="*/ 427 w 11"/>
                <a:gd name="T9" fmla="*/ 2342 h 14"/>
                <a:gd name="T10" fmla="*/ 1524 w 11"/>
                <a:gd name="T11" fmla="*/ 5600 h 14"/>
                <a:gd name="T12" fmla="*/ 2398 w 11"/>
                <a:gd name="T13" fmla="*/ 560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9" y="14"/>
                    <a:pt x="8" y="10"/>
                    <a:pt x="6" y="6"/>
                  </a:cubicBezTo>
                  <a:cubicBezTo>
                    <a:pt x="5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3"/>
                    <a:pt x="2" y="6"/>
                  </a:cubicBezTo>
                  <a:cubicBezTo>
                    <a:pt x="4" y="10"/>
                    <a:pt x="5" y="14"/>
                    <a:pt x="7" y="14"/>
                  </a:cubicBezTo>
                  <a:lnTo>
                    <a:pt x="11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7" name="Freeform 737">
              <a:extLst>
                <a:ext uri="{FF2B5EF4-FFF2-40B4-BE49-F238E27FC236}">
                  <a16:creationId xmlns:a16="http://schemas.microsoft.com/office/drawing/2014/main" id="{4AF38942-1B87-4B45-87CC-9F787CC3D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021"/>
              <a:ext cx="28" cy="38"/>
            </a:xfrm>
            <a:custGeom>
              <a:avLst/>
              <a:gdLst>
                <a:gd name="T0" fmla="*/ 2986 w 11"/>
                <a:gd name="T1" fmla="*/ 5600 h 14"/>
                <a:gd name="T2" fmla="*/ 1932 w 11"/>
                <a:gd name="T3" fmla="*/ 2342 h 14"/>
                <a:gd name="T4" fmla="*/ 1056 w 11"/>
                <a:gd name="T5" fmla="*/ 0 h 14"/>
                <a:gd name="T6" fmla="*/ 0 w 11"/>
                <a:gd name="T7" fmla="*/ 0 h 14"/>
                <a:gd name="T8" fmla="*/ 843 w 11"/>
                <a:gd name="T9" fmla="*/ 2342 h 14"/>
                <a:gd name="T10" fmla="*/ 1932 w 11"/>
                <a:gd name="T11" fmla="*/ 5600 h 14"/>
                <a:gd name="T12" fmla="*/ 2986 w 11"/>
                <a:gd name="T13" fmla="*/ 560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9" y="14"/>
                    <a:pt x="8" y="10"/>
                    <a:pt x="7" y="6"/>
                  </a:cubicBezTo>
                  <a:cubicBezTo>
                    <a:pt x="6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3"/>
                    <a:pt x="3" y="6"/>
                  </a:cubicBezTo>
                  <a:cubicBezTo>
                    <a:pt x="4" y="10"/>
                    <a:pt x="5" y="14"/>
                    <a:pt x="7" y="14"/>
                  </a:cubicBezTo>
                  <a:lnTo>
                    <a:pt x="11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8" name="Freeform 738">
              <a:extLst>
                <a:ext uri="{FF2B5EF4-FFF2-40B4-BE49-F238E27FC236}">
                  <a16:creationId xmlns:a16="http://schemas.microsoft.com/office/drawing/2014/main" id="{6FB0F5D8-F89A-40FA-92F3-22435C64E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016"/>
              <a:ext cx="27" cy="43"/>
            </a:xfrm>
            <a:custGeom>
              <a:avLst/>
              <a:gdLst>
                <a:gd name="T0" fmla="*/ 2398 w 11"/>
                <a:gd name="T1" fmla="*/ 5316 h 16"/>
                <a:gd name="T2" fmla="*/ 1524 w 11"/>
                <a:gd name="T3" fmla="*/ 2658 h 16"/>
                <a:gd name="T4" fmla="*/ 903 w 11"/>
                <a:gd name="T5" fmla="*/ 0 h 16"/>
                <a:gd name="T6" fmla="*/ 0 w 11"/>
                <a:gd name="T7" fmla="*/ 0 h 16"/>
                <a:gd name="T8" fmla="*/ 621 w 11"/>
                <a:gd name="T9" fmla="*/ 2658 h 16"/>
                <a:gd name="T10" fmla="*/ 1777 w 11"/>
                <a:gd name="T11" fmla="*/ 6060 h 16"/>
                <a:gd name="T12" fmla="*/ 2398 w 11"/>
                <a:gd name="T13" fmla="*/ 531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6">
                  <a:moveTo>
                    <a:pt x="11" y="14"/>
                  </a:moveTo>
                  <a:cubicBezTo>
                    <a:pt x="10" y="14"/>
                    <a:pt x="8" y="10"/>
                    <a:pt x="7" y="7"/>
                  </a:cubicBezTo>
                  <a:cubicBezTo>
                    <a:pt x="6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3"/>
                    <a:pt x="3" y="7"/>
                  </a:cubicBezTo>
                  <a:cubicBezTo>
                    <a:pt x="4" y="10"/>
                    <a:pt x="6" y="16"/>
                    <a:pt x="8" y="16"/>
                  </a:cubicBezTo>
                  <a:lnTo>
                    <a:pt x="11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9" name="Freeform 739">
              <a:extLst>
                <a:ext uri="{FF2B5EF4-FFF2-40B4-BE49-F238E27FC236}">
                  <a16:creationId xmlns:a16="http://schemas.microsoft.com/office/drawing/2014/main" id="{6957E521-C0E5-45A9-A16F-FCCCE2FF6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16"/>
              <a:ext cx="27" cy="37"/>
            </a:xfrm>
            <a:custGeom>
              <a:avLst/>
              <a:gdLst>
                <a:gd name="T0" fmla="*/ 2398 w 11"/>
                <a:gd name="T1" fmla="*/ 4784 h 14"/>
                <a:gd name="T2" fmla="*/ 1524 w 11"/>
                <a:gd name="T3" fmla="*/ 2437 h 14"/>
                <a:gd name="T4" fmla="*/ 903 w 11"/>
                <a:gd name="T5" fmla="*/ 0 h 14"/>
                <a:gd name="T6" fmla="*/ 0 w 11"/>
                <a:gd name="T7" fmla="*/ 0 h 14"/>
                <a:gd name="T8" fmla="*/ 621 w 11"/>
                <a:gd name="T9" fmla="*/ 2437 h 14"/>
                <a:gd name="T10" fmla="*/ 1524 w 11"/>
                <a:gd name="T11" fmla="*/ 4784 h 14"/>
                <a:gd name="T12" fmla="*/ 2398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10" y="14"/>
                    <a:pt x="8" y="10"/>
                    <a:pt x="7" y="7"/>
                  </a:cubicBezTo>
                  <a:cubicBezTo>
                    <a:pt x="6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3"/>
                    <a:pt x="3" y="7"/>
                  </a:cubicBezTo>
                  <a:cubicBezTo>
                    <a:pt x="4" y="10"/>
                    <a:pt x="6" y="14"/>
                    <a:pt x="7" y="14"/>
                  </a:cubicBezTo>
                  <a:lnTo>
                    <a:pt x="11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0" name="Freeform 740">
              <a:extLst>
                <a:ext uri="{FF2B5EF4-FFF2-40B4-BE49-F238E27FC236}">
                  <a16:creationId xmlns:a16="http://schemas.microsoft.com/office/drawing/2014/main" id="{74D3D14B-DF77-4605-9991-433A20FEB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035"/>
              <a:ext cx="35" cy="37"/>
            </a:xfrm>
            <a:custGeom>
              <a:avLst/>
              <a:gdLst>
                <a:gd name="T0" fmla="*/ 2470 w 14"/>
                <a:gd name="T1" fmla="*/ 0 h 14"/>
                <a:gd name="T2" fmla="*/ 1300 w 14"/>
                <a:gd name="T3" fmla="*/ 2437 h 14"/>
                <a:gd name="T4" fmla="*/ 0 w 14"/>
                <a:gd name="T5" fmla="*/ 4157 h 14"/>
                <a:gd name="T6" fmla="*/ 783 w 14"/>
                <a:gd name="T7" fmla="*/ 4392 h 14"/>
                <a:gd name="T8" fmla="*/ 2270 w 14"/>
                <a:gd name="T9" fmla="*/ 2437 h 14"/>
                <a:gd name="T10" fmla="*/ 3438 w 14"/>
                <a:gd name="T11" fmla="*/ 391 h 14"/>
                <a:gd name="T12" fmla="*/ 2470 w 14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10" y="0"/>
                  </a:moveTo>
                  <a:cubicBezTo>
                    <a:pt x="9" y="0"/>
                    <a:pt x="6" y="5"/>
                    <a:pt x="5" y="7"/>
                  </a:cubicBezTo>
                  <a:cubicBezTo>
                    <a:pt x="4" y="8"/>
                    <a:pt x="1" y="13"/>
                    <a:pt x="0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4"/>
                    <a:pt x="8" y="9"/>
                    <a:pt x="9" y="7"/>
                  </a:cubicBezTo>
                  <a:cubicBezTo>
                    <a:pt x="10" y="6"/>
                    <a:pt x="13" y="1"/>
                    <a:pt x="14" y="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1" name="Freeform 741">
              <a:extLst>
                <a:ext uri="{FF2B5EF4-FFF2-40B4-BE49-F238E27FC236}">
                  <a16:creationId xmlns:a16="http://schemas.microsoft.com/office/drawing/2014/main" id="{C6D3FC20-B8FD-49B8-B088-7032FF930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045"/>
              <a:ext cx="42" cy="35"/>
            </a:xfrm>
            <a:custGeom>
              <a:avLst/>
              <a:gdLst>
                <a:gd name="T0" fmla="*/ 3199 w 17"/>
                <a:gd name="T1" fmla="*/ 428 h 13"/>
                <a:gd name="T2" fmla="*/ 1569 w 17"/>
                <a:gd name="T3" fmla="*/ 2262 h 13"/>
                <a:gd name="T4" fmla="*/ 0 w 17"/>
                <a:gd name="T5" fmla="*/ 4254 h 13"/>
                <a:gd name="T6" fmla="*/ 934 w 17"/>
                <a:gd name="T7" fmla="*/ 4531 h 13"/>
                <a:gd name="T8" fmla="*/ 2503 w 17"/>
                <a:gd name="T9" fmla="*/ 2673 h 13"/>
                <a:gd name="T10" fmla="*/ 3876 w 17"/>
                <a:gd name="T11" fmla="*/ 681 h 13"/>
                <a:gd name="T12" fmla="*/ 3199 w 17"/>
                <a:gd name="T13" fmla="*/ 42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3">
                  <a:moveTo>
                    <a:pt x="14" y="1"/>
                  </a:moveTo>
                  <a:cubicBezTo>
                    <a:pt x="12" y="0"/>
                    <a:pt x="9" y="4"/>
                    <a:pt x="7" y="6"/>
                  </a:cubicBezTo>
                  <a:cubicBezTo>
                    <a:pt x="6" y="7"/>
                    <a:pt x="2" y="11"/>
                    <a:pt x="0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6" y="13"/>
                    <a:pt x="10" y="9"/>
                    <a:pt x="11" y="7"/>
                  </a:cubicBezTo>
                  <a:cubicBezTo>
                    <a:pt x="13" y="6"/>
                    <a:pt x="16" y="2"/>
                    <a:pt x="17" y="2"/>
                  </a:cubicBezTo>
                  <a:lnTo>
                    <a:pt x="14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2" name="Freeform 742">
              <a:extLst>
                <a:ext uri="{FF2B5EF4-FFF2-40B4-BE49-F238E27FC236}">
                  <a16:creationId xmlns:a16="http://schemas.microsoft.com/office/drawing/2014/main" id="{1A690B65-0010-4F08-BE63-83F44625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021"/>
              <a:ext cx="35" cy="38"/>
            </a:xfrm>
            <a:custGeom>
              <a:avLst/>
              <a:gdLst>
                <a:gd name="T0" fmla="*/ 2470 w 14"/>
                <a:gd name="T1" fmla="*/ 442 h 14"/>
                <a:gd name="T2" fmla="*/ 1300 w 14"/>
                <a:gd name="T3" fmla="*/ 2823 h 14"/>
                <a:gd name="T4" fmla="*/ 0 w 14"/>
                <a:gd name="T5" fmla="*/ 5157 h 14"/>
                <a:gd name="T6" fmla="*/ 988 w 14"/>
                <a:gd name="T7" fmla="*/ 5600 h 14"/>
                <a:gd name="T8" fmla="*/ 2270 w 14"/>
                <a:gd name="T9" fmla="*/ 3257 h 14"/>
                <a:gd name="T10" fmla="*/ 3438 w 14"/>
                <a:gd name="T11" fmla="*/ 442 h 14"/>
                <a:gd name="T12" fmla="*/ 2470 w 14"/>
                <a:gd name="T13" fmla="*/ 44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10" y="1"/>
                  </a:moveTo>
                  <a:cubicBezTo>
                    <a:pt x="8" y="0"/>
                    <a:pt x="6" y="6"/>
                    <a:pt x="5" y="7"/>
                  </a:cubicBezTo>
                  <a:cubicBezTo>
                    <a:pt x="4" y="9"/>
                    <a:pt x="2" y="14"/>
                    <a:pt x="0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6" y="14"/>
                    <a:pt x="8" y="10"/>
                    <a:pt x="9" y="8"/>
                  </a:cubicBezTo>
                  <a:cubicBezTo>
                    <a:pt x="10" y="6"/>
                    <a:pt x="12" y="1"/>
                    <a:pt x="14" y="1"/>
                  </a:cubicBezTo>
                  <a:lnTo>
                    <a:pt x="10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3" name="Freeform 743">
              <a:extLst>
                <a:ext uri="{FF2B5EF4-FFF2-40B4-BE49-F238E27FC236}">
                  <a16:creationId xmlns:a16="http://schemas.microsoft.com/office/drawing/2014/main" id="{3CC26075-E06E-434A-AA24-7EAF36177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027"/>
              <a:ext cx="33" cy="37"/>
            </a:xfrm>
            <a:custGeom>
              <a:avLst/>
              <a:gdLst>
                <a:gd name="T0" fmla="*/ 2404 w 13"/>
                <a:gd name="T1" fmla="*/ 391 h 14"/>
                <a:gd name="T2" fmla="*/ 1373 w 13"/>
                <a:gd name="T3" fmla="*/ 2437 h 14"/>
                <a:gd name="T4" fmla="*/ 0 w 13"/>
                <a:gd name="T5" fmla="*/ 4392 h 14"/>
                <a:gd name="T6" fmla="*/ 1031 w 13"/>
                <a:gd name="T7" fmla="*/ 4784 h 14"/>
                <a:gd name="T8" fmla="*/ 2404 w 13"/>
                <a:gd name="T9" fmla="*/ 2730 h 14"/>
                <a:gd name="T10" fmla="*/ 3485 w 13"/>
                <a:gd name="T11" fmla="*/ 391 h 14"/>
                <a:gd name="T12" fmla="*/ 2404 w 13"/>
                <a:gd name="T13" fmla="*/ 39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9" y="1"/>
                  </a:moveTo>
                  <a:cubicBezTo>
                    <a:pt x="8" y="0"/>
                    <a:pt x="6" y="5"/>
                    <a:pt x="5" y="7"/>
                  </a:cubicBezTo>
                  <a:cubicBezTo>
                    <a:pt x="4" y="9"/>
                    <a:pt x="1" y="14"/>
                    <a:pt x="0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4"/>
                    <a:pt x="8" y="10"/>
                    <a:pt x="9" y="8"/>
                  </a:cubicBezTo>
                  <a:cubicBezTo>
                    <a:pt x="10" y="6"/>
                    <a:pt x="12" y="1"/>
                    <a:pt x="13" y="1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4" name="Freeform 744">
              <a:extLst>
                <a:ext uri="{FF2B5EF4-FFF2-40B4-BE49-F238E27FC236}">
                  <a16:creationId xmlns:a16="http://schemas.microsoft.com/office/drawing/2014/main" id="{B8DE963F-D7F2-40A9-861F-926705FD7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021"/>
              <a:ext cx="30" cy="38"/>
            </a:xfrm>
            <a:custGeom>
              <a:avLst/>
              <a:gdLst>
                <a:gd name="T0" fmla="*/ 1958 w 12"/>
                <a:gd name="T1" fmla="*/ 0 h 14"/>
                <a:gd name="T2" fmla="*/ 988 w 12"/>
                <a:gd name="T3" fmla="*/ 2823 h 14"/>
                <a:gd name="T4" fmla="*/ 0 w 12"/>
                <a:gd name="T5" fmla="*/ 5600 h 14"/>
                <a:gd name="T6" fmla="*/ 988 w 12"/>
                <a:gd name="T7" fmla="*/ 5600 h 14"/>
                <a:gd name="T8" fmla="*/ 1958 w 12"/>
                <a:gd name="T9" fmla="*/ 2823 h 14"/>
                <a:gd name="T10" fmla="*/ 2938 w 12"/>
                <a:gd name="T11" fmla="*/ 0 h 14"/>
                <a:gd name="T12" fmla="*/ 195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8" y="0"/>
                  </a:moveTo>
                  <a:cubicBezTo>
                    <a:pt x="6" y="0"/>
                    <a:pt x="5" y="5"/>
                    <a:pt x="4" y="7"/>
                  </a:cubicBezTo>
                  <a:cubicBezTo>
                    <a:pt x="3" y="9"/>
                    <a:pt x="1" y="14"/>
                    <a:pt x="0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4"/>
                    <a:pt x="7" y="9"/>
                    <a:pt x="8" y="7"/>
                  </a:cubicBezTo>
                  <a:cubicBezTo>
                    <a:pt x="9" y="5"/>
                    <a:pt x="10" y="0"/>
                    <a:pt x="12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5" name="Freeform 745">
              <a:extLst>
                <a:ext uri="{FF2B5EF4-FFF2-40B4-BE49-F238E27FC236}">
                  <a16:creationId xmlns:a16="http://schemas.microsoft.com/office/drawing/2014/main" id="{1093E130-6E58-42E2-BDAE-CCE1FB433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021"/>
              <a:ext cx="30" cy="38"/>
            </a:xfrm>
            <a:custGeom>
              <a:avLst/>
              <a:gdLst>
                <a:gd name="T0" fmla="*/ 1958 w 12"/>
                <a:gd name="T1" fmla="*/ 0 h 14"/>
                <a:gd name="T2" fmla="*/ 988 w 12"/>
                <a:gd name="T3" fmla="*/ 2823 h 14"/>
                <a:gd name="T4" fmla="*/ 0 w 12"/>
                <a:gd name="T5" fmla="*/ 5600 h 14"/>
                <a:gd name="T6" fmla="*/ 988 w 12"/>
                <a:gd name="T7" fmla="*/ 5600 h 14"/>
                <a:gd name="T8" fmla="*/ 2270 w 12"/>
                <a:gd name="T9" fmla="*/ 2823 h 14"/>
                <a:gd name="T10" fmla="*/ 2938 w 12"/>
                <a:gd name="T11" fmla="*/ 0 h 14"/>
                <a:gd name="T12" fmla="*/ 1958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8" y="0"/>
                  </a:moveTo>
                  <a:cubicBezTo>
                    <a:pt x="7" y="0"/>
                    <a:pt x="5" y="5"/>
                    <a:pt x="4" y="7"/>
                  </a:cubicBezTo>
                  <a:cubicBezTo>
                    <a:pt x="4" y="9"/>
                    <a:pt x="2" y="14"/>
                    <a:pt x="0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6" y="14"/>
                    <a:pt x="8" y="9"/>
                    <a:pt x="9" y="7"/>
                  </a:cubicBezTo>
                  <a:cubicBezTo>
                    <a:pt x="9" y="5"/>
                    <a:pt x="11" y="0"/>
                    <a:pt x="12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6" name="Freeform 746">
              <a:extLst>
                <a:ext uri="{FF2B5EF4-FFF2-40B4-BE49-F238E27FC236}">
                  <a16:creationId xmlns:a16="http://schemas.microsoft.com/office/drawing/2014/main" id="{EAA09E73-B260-4405-BD1F-295531088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016"/>
              <a:ext cx="28" cy="37"/>
            </a:xfrm>
            <a:custGeom>
              <a:avLst/>
              <a:gdLst>
                <a:gd name="T0" fmla="*/ 1932 w 11"/>
                <a:gd name="T1" fmla="*/ 0 h 14"/>
                <a:gd name="T2" fmla="*/ 1056 w 11"/>
                <a:gd name="T3" fmla="*/ 2730 h 14"/>
                <a:gd name="T4" fmla="*/ 0 w 11"/>
                <a:gd name="T5" fmla="*/ 4784 h 14"/>
                <a:gd name="T6" fmla="*/ 1056 w 11"/>
                <a:gd name="T7" fmla="*/ 4784 h 14"/>
                <a:gd name="T8" fmla="*/ 2146 w 11"/>
                <a:gd name="T9" fmla="*/ 2730 h 14"/>
                <a:gd name="T10" fmla="*/ 2986 w 11"/>
                <a:gd name="T11" fmla="*/ 0 h 14"/>
                <a:gd name="T12" fmla="*/ 1932 w 1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7" y="0"/>
                  </a:moveTo>
                  <a:cubicBezTo>
                    <a:pt x="6" y="0"/>
                    <a:pt x="5" y="6"/>
                    <a:pt x="4" y="8"/>
                  </a:cubicBezTo>
                  <a:cubicBezTo>
                    <a:pt x="3" y="10"/>
                    <a:pt x="1" y="14"/>
                    <a:pt x="0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4"/>
                    <a:pt x="7" y="10"/>
                    <a:pt x="8" y="8"/>
                  </a:cubicBezTo>
                  <a:cubicBezTo>
                    <a:pt x="9" y="6"/>
                    <a:pt x="10" y="0"/>
                    <a:pt x="11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7" name="Freeform 747">
              <a:extLst>
                <a:ext uri="{FF2B5EF4-FFF2-40B4-BE49-F238E27FC236}">
                  <a16:creationId xmlns:a16="http://schemas.microsoft.com/office/drawing/2014/main" id="{62D0FB35-74B3-4D08-88EC-599156EE5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016"/>
              <a:ext cx="28" cy="40"/>
            </a:xfrm>
            <a:custGeom>
              <a:avLst/>
              <a:gdLst>
                <a:gd name="T0" fmla="*/ 1932 w 11"/>
                <a:gd name="T1" fmla="*/ 0 h 15"/>
                <a:gd name="T2" fmla="*/ 1056 w 11"/>
                <a:gd name="T3" fmla="*/ 2824 h 15"/>
                <a:gd name="T4" fmla="*/ 0 w 11"/>
                <a:gd name="T5" fmla="*/ 5405 h 15"/>
                <a:gd name="T6" fmla="*/ 1056 w 11"/>
                <a:gd name="T7" fmla="*/ 5405 h 15"/>
                <a:gd name="T8" fmla="*/ 2146 w 11"/>
                <a:gd name="T9" fmla="*/ 2824 h 15"/>
                <a:gd name="T10" fmla="*/ 2986 w 11"/>
                <a:gd name="T11" fmla="*/ 0 h 15"/>
                <a:gd name="T12" fmla="*/ 1932 w 11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5">
                  <a:moveTo>
                    <a:pt x="7" y="0"/>
                  </a:moveTo>
                  <a:cubicBezTo>
                    <a:pt x="6" y="0"/>
                    <a:pt x="4" y="6"/>
                    <a:pt x="4" y="8"/>
                  </a:cubicBezTo>
                  <a:cubicBezTo>
                    <a:pt x="3" y="10"/>
                    <a:pt x="2" y="15"/>
                    <a:pt x="0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5"/>
                    <a:pt x="7" y="10"/>
                    <a:pt x="8" y="8"/>
                  </a:cubicBezTo>
                  <a:cubicBezTo>
                    <a:pt x="8" y="6"/>
                    <a:pt x="10" y="0"/>
                    <a:pt x="11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8" name="Freeform 748">
              <a:extLst>
                <a:ext uri="{FF2B5EF4-FFF2-40B4-BE49-F238E27FC236}">
                  <a16:creationId xmlns:a16="http://schemas.microsoft.com/office/drawing/2014/main" id="{807DCE5E-06DD-4CD2-AB77-6B725AC3B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811"/>
              <a:ext cx="27" cy="37"/>
            </a:xfrm>
            <a:custGeom>
              <a:avLst/>
              <a:gdLst>
                <a:gd name="T0" fmla="*/ 903 w 11"/>
                <a:gd name="T1" fmla="*/ 0 h 14"/>
                <a:gd name="T2" fmla="*/ 1524 w 11"/>
                <a:gd name="T3" fmla="*/ 2437 h 14"/>
                <a:gd name="T4" fmla="*/ 2398 w 11"/>
                <a:gd name="T5" fmla="*/ 4784 h 14"/>
                <a:gd name="T6" fmla="*/ 1524 w 11"/>
                <a:gd name="T7" fmla="*/ 4784 h 14"/>
                <a:gd name="T8" fmla="*/ 621 w 11"/>
                <a:gd name="T9" fmla="*/ 2437 h 14"/>
                <a:gd name="T10" fmla="*/ 0 w 11"/>
                <a:gd name="T11" fmla="*/ 0 h 14"/>
                <a:gd name="T12" fmla="*/ 903 w 1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4" y="0"/>
                  </a:moveTo>
                  <a:cubicBezTo>
                    <a:pt x="5" y="0"/>
                    <a:pt x="7" y="5"/>
                    <a:pt x="7" y="7"/>
                  </a:cubicBezTo>
                  <a:cubicBezTo>
                    <a:pt x="8" y="9"/>
                    <a:pt x="10" y="14"/>
                    <a:pt x="11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4"/>
                    <a:pt x="4" y="9"/>
                    <a:pt x="3" y="7"/>
                  </a:cubicBezTo>
                  <a:cubicBezTo>
                    <a:pt x="2" y="5"/>
                    <a:pt x="1" y="0"/>
                    <a:pt x="0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9" name="Freeform 749">
              <a:extLst>
                <a:ext uri="{FF2B5EF4-FFF2-40B4-BE49-F238E27FC236}">
                  <a16:creationId xmlns:a16="http://schemas.microsoft.com/office/drawing/2014/main" id="{1A532658-F9D5-40B5-84B7-2E9625702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811"/>
              <a:ext cx="28" cy="40"/>
            </a:xfrm>
            <a:custGeom>
              <a:avLst/>
              <a:gdLst>
                <a:gd name="T0" fmla="*/ 1056 w 11"/>
                <a:gd name="T1" fmla="*/ 0 h 15"/>
                <a:gd name="T2" fmla="*/ 1932 w 11"/>
                <a:gd name="T3" fmla="*/ 2824 h 15"/>
                <a:gd name="T4" fmla="*/ 2986 w 11"/>
                <a:gd name="T5" fmla="*/ 5405 h 15"/>
                <a:gd name="T6" fmla="*/ 1932 w 11"/>
                <a:gd name="T7" fmla="*/ 5405 h 15"/>
                <a:gd name="T8" fmla="*/ 843 w 11"/>
                <a:gd name="T9" fmla="*/ 2824 h 15"/>
                <a:gd name="T10" fmla="*/ 0 w 11"/>
                <a:gd name="T11" fmla="*/ 0 h 15"/>
                <a:gd name="T12" fmla="*/ 1056 w 11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5">
                  <a:moveTo>
                    <a:pt x="4" y="0"/>
                  </a:moveTo>
                  <a:cubicBezTo>
                    <a:pt x="5" y="0"/>
                    <a:pt x="6" y="6"/>
                    <a:pt x="7" y="8"/>
                  </a:cubicBezTo>
                  <a:cubicBezTo>
                    <a:pt x="8" y="10"/>
                    <a:pt x="9" y="15"/>
                    <a:pt x="11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5" y="14"/>
                    <a:pt x="4" y="9"/>
                    <a:pt x="3" y="8"/>
                  </a:cubicBezTo>
                  <a:cubicBezTo>
                    <a:pt x="2" y="6"/>
                    <a:pt x="1" y="0"/>
                    <a:pt x="0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0" name="Freeform 750">
              <a:extLst>
                <a:ext uri="{FF2B5EF4-FFF2-40B4-BE49-F238E27FC236}">
                  <a16:creationId xmlns:a16="http://schemas.microsoft.com/office/drawing/2014/main" id="{D2E56B28-2D13-4AE2-8861-C3801176C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811"/>
              <a:ext cx="30" cy="37"/>
            </a:xfrm>
            <a:custGeom>
              <a:avLst/>
              <a:gdLst>
                <a:gd name="T0" fmla="*/ 0 w 12"/>
                <a:gd name="T1" fmla="*/ 4784 h 14"/>
                <a:gd name="T2" fmla="*/ 1300 w 12"/>
                <a:gd name="T3" fmla="*/ 2046 h 14"/>
                <a:gd name="T4" fmla="*/ 1958 w 12"/>
                <a:gd name="T5" fmla="*/ 0 h 14"/>
                <a:gd name="T6" fmla="*/ 2938 w 12"/>
                <a:gd name="T7" fmla="*/ 0 h 14"/>
                <a:gd name="T8" fmla="*/ 2270 w 12"/>
                <a:gd name="T9" fmla="*/ 2437 h 14"/>
                <a:gd name="T10" fmla="*/ 988 w 12"/>
                <a:gd name="T11" fmla="*/ 4784 h 14"/>
                <a:gd name="T12" fmla="*/ 0 w 12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0" y="14"/>
                  </a:moveTo>
                  <a:cubicBezTo>
                    <a:pt x="2" y="14"/>
                    <a:pt x="3" y="10"/>
                    <a:pt x="5" y="6"/>
                  </a:cubicBezTo>
                  <a:cubicBezTo>
                    <a:pt x="6" y="3"/>
                    <a:pt x="7" y="0"/>
                    <a:pt x="8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0" y="3"/>
                    <a:pt x="9" y="7"/>
                  </a:cubicBezTo>
                  <a:cubicBezTo>
                    <a:pt x="7" y="10"/>
                    <a:pt x="6" y="14"/>
                    <a:pt x="4" y="14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1" name="Freeform 751">
              <a:extLst>
                <a:ext uri="{FF2B5EF4-FFF2-40B4-BE49-F238E27FC236}">
                  <a16:creationId xmlns:a16="http://schemas.microsoft.com/office/drawing/2014/main" id="{DCEF66D4-E140-45E4-B93E-691DDE0B2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813"/>
              <a:ext cx="25" cy="40"/>
            </a:xfrm>
            <a:custGeom>
              <a:avLst/>
              <a:gdLst>
                <a:gd name="T0" fmla="*/ 2470 w 10"/>
                <a:gd name="T1" fmla="*/ 5405 h 15"/>
                <a:gd name="T2" fmla="*/ 1488 w 10"/>
                <a:gd name="T3" fmla="*/ 2581 h 15"/>
                <a:gd name="T4" fmla="*/ 988 w 10"/>
                <a:gd name="T5" fmla="*/ 397 h 15"/>
                <a:gd name="T6" fmla="*/ 0 w 10"/>
                <a:gd name="T7" fmla="*/ 0 h 15"/>
                <a:gd name="T8" fmla="*/ 520 w 10"/>
                <a:gd name="T9" fmla="*/ 2581 h 15"/>
                <a:gd name="T10" fmla="*/ 1488 w 10"/>
                <a:gd name="T11" fmla="*/ 5405 h 15"/>
                <a:gd name="T12" fmla="*/ 2470 w 10"/>
                <a:gd name="T13" fmla="*/ 540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5">
                  <a:moveTo>
                    <a:pt x="10" y="15"/>
                  </a:moveTo>
                  <a:cubicBezTo>
                    <a:pt x="8" y="15"/>
                    <a:pt x="7" y="11"/>
                    <a:pt x="6" y="7"/>
                  </a:cubicBezTo>
                  <a:cubicBezTo>
                    <a:pt x="5" y="4"/>
                    <a:pt x="5" y="1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3"/>
                    <a:pt x="2" y="7"/>
                  </a:cubicBezTo>
                  <a:cubicBezTo>
                    <a:pt x="3" y="10"/>
                    <a:pt x="4" y="15"/>
                    <a:pt x="6" y="15"/>
                  </a:cubicBezTo>
                  <a:lnTo>
                    <a:pt x="10" y="15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2" name="Freeform 752">
              <a:extLst>
                <a:ext uri="{FF2B5EF4-FFF2-40B4-BE49-F238E27FC236}">
                  <a16:creationId xmlns:a16="http://schemas.microsoft.com/office/drawing/2014/main" id="{87BD67CD-8A38-494F-B709-1B93D7868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813"/>
              <a:ext cx="32" cy="38"/>
            </a:xfrm>
            <a:custGeom>
              <a:avLst/>
              <a:gdLst>
                <a:gd name="T0" fmla="*/ 0 w 13"/>
                <a:gd name="T1" fmla="*/ 5157 h 14"/>
                <a:gd name="T2" fmla="*/ 1103 w 13"/>
                <a:gd name="T3" fmla="*/ 2342 h 14"/>
                <a:gd name="T4" fmla="*/ 1982 w 13"/>
                <a:gd name="T5" fmla="*/ 0 h 14"/>
                <a:gd name="T6" fmla="*/ 2897 w 13"/>
                <a:gd name="T7" fmla="*/ 442 h 14"/>
                <a:gd name="T8" fmla="*/ 1982 w 13"/>
                <a:gd name="T9" fmla="*/ 2823 h 14"/>
                <a:gd name="T10" fmla="*/ 625 w 13"/>
                <a:gd name="T11" fmla="*/ 5600 h 14"/>
                <a:gd name="T12" fmla="*/ 0 w 13"/>
                <a:gd name="T13" fmla="*/ 515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0" y="13"/>
                  </a:moveTo>
                  <a:cubicBezTo>
                    <a:pt x="1" y="13"/>
                    <a:pt x="3" y="9"/>
                    <a:pt x="5" y="6"/>
                  </a:cubicBezTo>
                  <a:cubicBezTo>
                    <a:pt x="7" y="3"/>
                    <a:pt x="8" y="0"/>
                    <a:pt x="9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1" y="4"/>
                    <a:pt x="9" y="7"/>
                  </a:cubicBezTo>
                  <a:cubicBezTo>
                    <a:pt x="7" y="10"/>
                    <a:pt x="5" y="14"/>
                    <a:pt x="3" y="14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3" name="Freeform 753">
              <a:extLst>
                <a:ext uri="{FF2B5EF4-FFF2-40B4-BE49-F238E27FC236}">
                  <a16:creationId xmlns:a16="http://schemas.microsoft.com/office/drawing/2014/main" id="{778A03C9-B64E-4D38-9DAE-4BA6D46A6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832"/>
              <a:ext cx="20" cy="43"/>
            </a:xfrm>
            <a:custGeom>
              <a:avLst/>
              <a:gdLst>
                <a:gd name="T0" fmla="*/ 1958 w 8"/>
                <a:gd name="T1" fmla="*/ 6060 h 16"/>
                <a:gd name="T2" fmla="*/ 1300 w 8"/>
                <a:gd name="T3" fmla="*/ 3085 h 16"/>
                <a:gd name="T4" fmla="*/ 783 w 8"/>
                <a:gd name="T5" fmla="*/ 427 h 16"/>
                <a:gd name="T6" fmla="*/ 0 w 8"/>
                <a:gd name="T7" fmla="*/ 0 h 16"/>
                <a:gd name="T8" fmla="*/ 313 w 8"/>
                <a:gd name="T9" fmla="*/ 2658 h 16"/>
                <a:gd name="T10" fmla="*/ 988 w 8"/>
                <a:gd name="T11" fmla="*/ 5628 h 16"/>
                <a:gd name="T12" fmla="*/ 1958 w 8"/>
                <a:gd name="T13" fmla="*/ 606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6">
                  <a:moveTo>
                    <a:pt x="8" y="16"/>
                  </a:moveTo>
                  <a:cubicBezTo>
                    <a:pt x="6" y="15"/>
                    <a:pt x="5" y="11"/>
                    <a:pt x="5" y="8"/>
                  </a:cubicBezTo>
                  <a:cubicBezTo>
                    <a:pt x="4" y="4"/>
                    <a:pt x="5" y="1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3"/>
                    <a:pt x="1" y="7"/>
                  </a:cubicBezTo>
                  <a:cubicBezTo>
                    <a:pt x="2" y="10"/>
                    <a:pt x="2" y="15"/>
                    <a:pt x="4" y="15"/>
                  </a:cubicBezTo>
                  <a:lnTo>
                    <a:pt x="8" y="16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4" name="Freeform 754">
              <a:extLst>
                <a:ext uri="{FF2B5EF4-FFF2-40B4-BE49-F238E27FC236}">
                  <a16:creationId xmlns:a16="http://schemas.microsoft.com/office/drawing/2014/main" id="{84C1FD20-0423-4EFB-A7DB-CC73F3AC1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840"/>
              <a:ext cx="17" cy="43"/>
            </a:xfrm>
            <a:custGeom>
              <a:avLst/>
              <a:gdLst>
                <a:gd name="T0" fmla="*/ 1433 w 7"/>
                <a:gd name="T1" fmla="*/ 6060 h 16"/>
                <a:gd name="T2" fmla="*/ 1003 w 7"/>
                <a:gd name="T3" fmla="*/ 3085 h 16"/>
                <a:gd name="T4" fmla="*/ 831 w 7"/>
                <a:gd name="T5" fmla="*/ 427 h 16"/>
                <a:gd name="T6" fmla="*/ 0 w 7"/>
                <a:gd name="T7" fmla="*/ 0 h 16"/>
                <a:gd name="T8" fmla="*/ 170 w 7"/>
                <a:gd name="T9" fmla="*/ 2658 h 16"/>
                <a:gd name="T10" fmla="*/ 831 w 7"/>
                <a:gd name="T11" fmla="*/ 5628 h 16"/>
                <a:gd name="T12" fmla="*/ 1433 w 7"/>
                <a:gd name="T13" fmla="*/ 606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6">
                  <a:moveTo>
                    <a:pt x="7" y="16"/>
                  </a:moveTo>
                  <a:cubicBezTo>
                    <a:pt x="6" y="16"/>
                    <a:pt x="5" y="11"/>
                    <a:pt x="5" y="8"/>
                  </a:cubicBezTo>
                  <a:cubicBezTo>
                    <a:pt x="5" y="4"/>
                    <a:pt x="5" y="1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3"/>
                    <a:pt x="1" y="7"/>
                  </a:cubicBezTo>
                  <a:cubicBezTo>
                    <a:pt x="1" y="10"/>
                    <a:pt x="2" y="15"/>
                    <a:pt x="4" y="15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5" name="Freeform 755">
              <a:extLst>
                <a:ext uri="{FF2B5EF4-FFF2-40B4-BE49-F238E27FC236}">
                  <a16:creationId xmlns:a16="http://schemas.microsoft.com/office/drawing/2014/main" id="{DE43C6CA-27AE-4F44-88E5-A917F6E26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827"/>
              <a:ext cx="25" cy="40"/>
            </a:xfrm>
            <a:custGeom>
              <a:avLst/>
              <a:gdLst>
                <a:gd name="T0" fmla="*/ 2470 w 10"/>
                <a:gd name="T1" fmla="*/ 5405 h 15"/>
                <a:gd name="T2" fmla="*/ 1488 w 10"/>
                <a:gd name="T3" fmla="*/ 2581 h 15"/>
                <a:gd name="T4" fmla="*/ 988 w 10"/>
                <a:gd name="T5" fmla="*/ 0 h 15"/>
                <a:gd name="T6" fmla="*/ 0 w 10"/>
                <a:gd name="T7" fmla="*/ 0 h 15"/>
                <a:gd name="T8" fmla="*/ 520 w 10"/>
                <a:gd name="T9" fmla="*/ 2581 h 15"/>
                <a:gd name="T10" fmla="*/ 1488 w 10"/>
                <a:gd name="T11" fmla="*/ 5005 h 15"/>
                <a:gd name="T12" fmla="*/ 2470 w 10"/>
                <a:gd name="T13" fmla="*/ 540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5">
                  <a:moveTo>
                    <a:pt x="10" y="15"/>
                  </a:moveTo>
                  <a:cubicBezTo>
                    <a:pt x="8" y="15"/>
                    <a:pt x="7" y="10"/>
                    <a:pt x="6" y="7"/>
                  </a:cubicBezTo>
                  <a:cubicBezTo>
                    <a:pt x="5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3"/>
                    <a:pt x="2" y="7"/>
                  </a:cubicBezTo>
                  <a:cubicBezTo>
                    <a:pt x="3" y="10"/>
                    <a:pt x="4" y="14"/>
                    <a:pt x="6" y="14"/>
                  </a:cubicBezTo>
                  <a:lnTo>
                    <a:pt x="10" y="15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6" name="Freeform 756">
              <a:extLst>
                <a:ext uri="{FF2B5EF4-FFF2-40B4-BE49-F238E27FC236}">
                  <a16:creationId xmlns:a16="http://schemas.microsoft.com/office/drawing/2014/main" id="{51F07268-403B-41B5-97A4-E45AFEA16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824"/>
              <a:ext cx="25" cy="40"/>
            </a:xfrm>
            <a:custGeom>
              <a:avLst/>
              <a:gdLst>
                <a:gd name="T0" fmla="*/ 2470 w 10"/>
                <a:gd name="T1" fmla="*/ 5405 h 15"/>
                <a:gd name="T2" fmla="*/ 1488 w 10"/>
                <a:gd name="T3" fmla="*/ 2581 h 15"/>
                <a:gd name="T4" fmla="*/ 988 w 10"/>
                <a:gd name="T5" fmla="*/ 0 h 15"/>
                <a:gd name="T6" fmla="*/ 0 w 10"/>
                <a:gd name="T7" fmla="*/ 0 h 15"/>
                <a:gd name="T8" fmla="*/ 520 w 10"/>
                <a:gd name="T9" fmla="*/ 2581 h 15"/>
                <a:gd name="T10" fmla="*/ 1488 w 10"/>
                <a:gd name="T11" fmla="*/ 5005 h 15"/>
                <a:gd name="T12" fmla="*/ 2470 w 10"/>
                <a:gd name="T13" fmla="*/ 540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5">
                  <a:moveTo>
                    <a:pt x="10" y="15"/>
                  </a:moveTo>
                  <a:cubicBezTo>
                    <a:pt x="8" y="15"/>
                    <a:pt x="7" y="10"/>
                    <a:pt x="6" y="7"/>
                  </a:cubicBezTo>
                  <a:cubicBezTo>
                    <a:pt x="5" y="3"/>
                    <a:pt x="5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3"/>
                    <a:pt x="2" y="7"/>
                  </a:cubicBezTo>
                  <a:cubicBezTo>
                    <a:pt x="3" y="10"/>
                    <a:pt x="4" y="14"/>
                    <a:pt x="6" y="14"/>
                  </a:cubicBezTo>
                  <a:lnTo>
                    <a:pt x="10" y="15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7" name="Freeform 757">
              <a:extLst>
                <a:ext uri="{FF2B5EF4-FFF2-40B4-BE49-F238E27FC236}">
                  <a16:creationId xmlns:a16="http://schemas.microsoft.com/office/drawing/2014/main" id="{FD267BB6-9BD2-41CF-B8DD-C4494160A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816"/>
              <a:ext cx="25" cy="43"/>
            </a:xfrm>
            <a:custGeom>
              <a:avLst/>
              <a:gdLst>
                <a:gd name="T0" fmla="*/ 2470 w 10"/>
                <a:gd name="T1" fmla="*/ 5628 h 16"/>
                <a:gd name="T2" fmla="*/ 1770 w 10"/>
                <a:gd name="T3" fmla="*/ 2658 h 16"/>
                <a:gd name="T4" fmla="*/ 988 w 10"/>
                <a:gd name="T5" fmla="*/ 427 h 16"/>
                <a:gd name="T6" fmla="*/ 0 w 10"/>
                <a:gd name="T7" fmla="*/ 0 h 16"/>
                <a:gd name="T8" fmla="*/ 783 w 10"/>
                <a:gd name="T9" fmla="*/ 2658 h 16"/>
                <a:gd name="T10" fmla="*/ 1770 w 10"/>
                <a:gd name="T11" fmla="*/ 6060 h 16"/>
                <a:gd name="T12" fmla="*/ 2470 w 10"/>
                <a:gd name="T13" fmla="*/ 562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6">
                  <a:moveTo>
                    <a:pt x="10" y="15"/>
                  </a:moveTo>
                  <a:cubicBezTo>
                    <a:pt x="9" y="15"/>
                    <a:pt x="8" y="11"/>
                    <a:pt x="7" y="7"/>
                  </a:cubicBezTo>
                  <a:cubicBezTo>
                    <a:pt x="6" y="4"/>
                    <a:pt x="5" y="1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4"/>
                    <a:pt x="3" y="7"/>
                  </a:cubicBezTo>
                  <a:cubicBezTo>
                    <a:pt x="4" y="11"/>
                    <a:pt x="5" y="16"/>
                    <a:pt x="7" y="16"/>
                  </a:cubicBezTo>
                  <a:lnTo>
                    <a:pt x="10" y="15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8" name="Freeform 758">
              <a:extLst>
                <a:ext uri="{FF2B5EF4-FFF2-40B4-BE49-F238E27FC236}">
                  <a16:creationId xmlns:a16="http://schemas.microsoft.com/office/drawing/2014/main" id="{9D4673E3-4319-4D8D-B808-E15334A33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816"/>
              <a:ext cx="27" cy="37"/>
            </a:xfrm>
            <a:custGeom>
              <a:avLst/>
              <a:gdLst>
                <a:gd name="T0" fmla="*/ 2398 w 11"/>
                <a:gd name="T1" fmla="*/ 4784 h 14"/>
                <a:gd name="T2" fmla="*/ 1524 w 11"/>
                <a:gd name="T3" fmla="*/ 2437 h 14"/>
                <a:gd name="T4" fmla="*/ 903 w 11"/>
                <a:gd name="T5" fmla="*/ 0 h 14"/>
                <a:gd name="T6" fmla="*/ 0 w 11"/>
                <a:gd name="T7" fmla="*/ 0 h 14"/>
                <a:gd name="T8" fmla="*/ 621 w 11"/>
                <a:gd name="T9" fmla="*/ 2046 h 14"/>
                <a:gd name="T10" fmla="*/ 1524 w 11"/>
                <a:gd name="T11" fmla="*/ 4784 h 14"/>
                <a:gd name="T12" fmla="*/ 2398 w 11"/>
                <a:gd name="T13" fmla="*/ 47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9" y="14"/>
                    <a:pt x="8" y="10"/>
                    <a:pt x="7" y="7"/>
                  </a:cubicBezTo>
                  <a:cubicBezTo>
                    <a:pt x="6" y="3"/>
                    <a:pt x="6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3"/>
                    <a:pt x="3" y="6"/>
                  </a:cubicBezTo>
                  <a:cubicBezTo>
                    <a:pt x="4" y="10"/>
                    <a:pt x="5" y="14"/>
                    <a:pt x="7" y="14"/>
                  </a:cubicBezTo>
                  <a:lnTo>
                    <a:pt x="11" y="1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9" name="Freeform 759">
              <a:extLst>
                <a:ext uri="{FF2B5EF4-FFF2-40B4-BE49-F238E27FC236}">
                  <a16:creationId xmlns:a16="http://schemas.microsoft.com/office/drawing/2014/main" id="{18C64FC6-7524-4E4A-954E-FB5408525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832"/>
              <a:ext cx="35" cy="35"/>
            </a:xfrm>
            <a:custGeom>
              <a:avLst/>
              <a:gdLst>
                <a:gd name="T0" fmla="*/ 2738 w 14"/>
                <a:gd name="T1" fmla="*/ 0 h 13"/>
                <a:gd name="T2" fmla="*/ 1488 w 14"/>
                <a:gd name="T3" fmla="*/ 2262 h 13"/>
                <a:gd name="T4" fmla="*/ 0 w 14"/>
                <a:gd name="T5" fmla="*/ 4531 h 13"/>
                <a:gd name="T6" fmla="*/ 988 w 14"/>
                <a:gd name="T7" fmla="*/ 4935 h 13"/>
                <a:gd name="T8" fmla="*/ 2470 w 14"/>
                <a:gd name="T9" fmla="*/ 2673 h 13"/>
                <a:gd name="T10" fmla="*/ 3438 w 14"/>
                <a:gd name="T11" fmla="*/ 428 h 13"/>
                <a:gd name="T12" fmla="*/ 2738 w 1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11" y="0"/>
                  </a:moveTo>
                  <a:cubicBezTo>
                    <a:pt x="9" y="0"/>
                    <a:pt x="7" y="4"/>
                    <a:pt x="6" y="6"/>
                  </a:cubicBezTo>
                  <a:cubicBezTo>
                    <a:pt x="5" y="8"/>
                    <a:pt x="2" y="12"/>
                    <a:pt x="0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3"/>
                    <a:pt x="9" y="9"/>
                    <a:pt x="10" y="7"/>
                  </a:cubicBezTo>
                  <a:cubicBezTo>
                    <a:pt x="11" y="5"/>
                    <a:pt x="13" y="0"/>
                    <a:pt x="14" y="1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0" name="Freeform 760">
              <a:extLst>
                <a:ext uri="{FF2B5EF4-FFF2-40B4-BE49-F238E27FC236}">
                  <a16:creationId xmlns:a16="http://schemas.microsoft.com/office/drawing/2014/main" id="{E86C96B6-28B6-4C89-9A14-9A9830D65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837"/>
              <a:ext cx="38" cy="38"/>
            </a:xfrm>
            <a:custGeom>
              <a:avLst/>
              <a:gdLst>
                <a:gd name="T0" fmla="*/ 2926 w 15"/>
                <a:gd name="T1" fmla="*/ 442 h 14"/>
                <a:gd name="T2" fmla="*/ 1561 w 15"/>
                <a:gd name="T3" fmla="*/ 2823 h 14"/>
                <a:gd name="T4" fmla="*/ 0 w 15"/>
                <a:gd name="T5" fmla="*/ 5157 h 14"/>
                <a:gd name="T6" fmla="*/ 1026 w 15"/>
                <a:gd name="T7" fmla="*/ 5600 h 14"/>
                <a:gd name="T8" fmla="*/ 2599 w 15"/>
                <a:gd name="T9" fmla="*/ 3257 h 14"/>
                <a:gd name="T10" fmla="*/ 3955 w 15"/>
                <a:gd name="T11" fmla="*/ 760 h 14"/>
                <a:gd name="T12" fmla="*/ 2926 w 15"/>
                <a:gd name="T13" fmla="*/ 44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11" y="1"/>
                  </a:moveTo>
                  <a:cubicBezTo>
                    <a:pt x="10" y="0"/>
                    <a:pt x="7" y="5"/>
                    <a:pt x="6" y="7"/>
                  </a:cubicBezTo>
                  <a:cubicBezTo>
                    <a:pt x="5" y="9"/>
                    <a:pt x="2" y="13"/>
                    <a:pt x="0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6" y="14"/>
                    <a:pt x="9" y="10"/>
                    <a:pt x="10" y="8"/>
                  </a:cubicBezTo>
                  <a:cubicBezTo>
                    <a:pt x="11" y="6"/>
                    <a:pt x="13" y="1"/>
                    <a:pt x="15" y="2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1" name="Freeform 761">
              <a:extLst>
                <a:ext uri="{FF2B5EF4-FFF2-40B4-BE49-F238E27FC236}">
                  <a16:creationId xmlns:a16="http://schemas.microsoft.com/office/drawing/2014/main" id="{6A1DB420-70BC-46AB-A52D-3E01FDCA1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827"/>
              <a:ext cx="33" cy="37"/>
            </a:xfrm>
            <a:custGeom>
              <a:avLst/>
              <a:gdLst>
                <a:gd name="T0" fmla="*/ 2404 w 13"/>
                <a:gd name="T1" fmla="*/ 0 h 14"/>
                <a:gd name="T2" fmla="*/ 1373 w 13"/>
                <a:gd name="T3" fmla="*/ 2437 h 14"/>
                <a:gd name="T4" fmla="*/ 0 w 13"/>
                <a:gd name="T5" fmla="*/ 4392 h 14"/>
                <a:gd name="T6" fmla="*/ 1031 w 13"/>
                <a:gd name="T7" fmla="*/ 4784 h 14"/>
                <a:gd name="T8" fmla="*/ 2404 w 13"/>
                <a:gd name="T9" fmla="*/ 2437 h 14"/>
                <a:gd name="T10" fmla="*/ 3485 w 13"/>
                <a:gd name="T11" fmla="*/ 0 h 14"/>
                <a:gd name="T12" fmla="*/ 2404 w 13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9" y="0"/>
                  </a:moveTo>
                  <a:cubicBezTo>
                    <a:pt x="7" y="0"/>
                    <a:pt x="5" y="5"/>
                    <a:pt x="5" y="7"/>
                  </a:cubicBezTo>
                  <a:cubicBezTo>
                    <a:pt x="4" y="9"/>
                    <a:pt x="2" y="13"/>
                    <a:pt x="0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6" y="14"/>
                    <a:pt x="8" y="9"/>
                    <a:pt x="9" y="7"/>
                  </a:cubicBezTo>
                  <a:cubicBezTo>
                    <a:pt x="10" y="5"/>
                    <a:pt x="11" y="0"/>
                    <a:pt x="13" y="0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2" name="Freeform 762">
              <a:extLst>
                <a:ext uri="{FF2B5EF4-FFF2-40B4-BE49-F238E27FC236}">
                  <a16:creationId xmlns:a16="http://schemas.microsoft.com/office/drawing/2014/main" id="{F2B918EE-2DD7-47C1-9AC6-ED7C0696A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824"/>
              <a:ext cx="32" cy="37"/>
            </a:xfrm>
            <a:custGeom>
              <a:avLst/>
              <a:gdLst>
                <a:gd name="T0" fmla="*/ 1982 w 13"/>
                <a:gd name="T1" fmla="*/ 0 h 14"/>
                <a:gd name="T2" fmla="*/ 1103 w 13"/>
                <a:gd name="T3" fmla="*/ 2437 h 14"/>
                <a:gd name="T4" fmla="*/ 0 w 13"/>
                <a:gd name="T5" fmla="*/ 4392 h 14"/>
                <a:gd name="T6" fmla="*/ 928 w 13"/>
                <a:gd name="T7" fmla="*/ 4392 h 14"/>
                <a:gd name="T8" fmla="*/ 1982 w 13"/>
                <a:gd name="T9" fmla="*/ 2437 h 14"/>
                <a:gd name="T10" fmla="*/ 2897 w 13"/>
                <a:gd name="T11" fmla="*/ 0 h 14"/>
                <a:gd name="T12" fmla="*/ 1982 w 13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9" y="0"/>
                  </a:moveTo>
                  <a:cubicBezTo>
                    <a:pt x="8" y="0"/>
                    <a:pt x="6" y="5"/>
                    <a:pt x="5" y="7"/>
                  </a:cubicBezTo>
                  <a:cubicBezTo>
                    <a:pt x="4" y="9"/>
                    <a:pt x="2" y="13"/>
                    <a:pt x="0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4"/>
                    <a:pt x="8" y="9"/>
                    <a:pt x="9" y="7"/>
                  </a:cubicBezTo>
                  <a:cubicBezTo>
                    <a:pt x="10" y="5"/>
                    <a:pt x="12" y="0"/>
                    <a:pt x="13" y="0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3" name="Freeform 763">
              <a:extLst>
                <a:ext uri="{FF2B5EF4-FFF2-40B4-BE49-F238E27FC236}">
                  <a16:creationId xmlns:a16="http://schemas.microsoft.com/office/drawing/2014/main" id="{B93B377B-B0D8-4149-853E-13A9F30C6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816"/>
              <a:ext cx="32" cy="37"/>
            </a:xfrm>
            <a:custGeom>
              <a:avLst/>
              <a:gdLst>
                <a:gd name="T0" fmla="*/ 1982 w 13"/>
                <a:gd name="T1" fmla="*/ 391 h 14"/>
                <a:gd name="T2" fmla="*/ 1103 w 13"/>
                <a:gd name="T3" fmla="*/ 2730 h 14"/>
                <a:gd name="T4" fmla="*/ 0 w 13"/>
                <a:gd name="T5" fmla="*/ 4784 h 14"/>
                <a:gd name="T6" fmla="*/ 928 w 13"/>
                <a:gd name="T7" fmla="*/ 4784 h 14"/>
                <a:gd name="T8" fmla="*/ 1982 w 13"/>
                <a:gd name="T9" fmla="*/ 2730 h 14"/>
                <a:gd name="T10" fmla="*/ 2897 w 13"/>
                <a:gd name="T11" fmla="*/ 391 h 14"/>
                <a:gd name="T12" fmla="*/ 1982 w 13"/>
                <a:gd name="T13" fmla="*/ 39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4">
                  <a:moveTo>
                    <a:pt x="9" y="1"/>
                  </a:moveTo>
                  <a:cubicBezTo>
                    <a:pt x="7" y="0"/>
                    <a:pt x="6" y="6"/>
                    <a:pt x="5" y="8"/>
                  </a:cubicBezTo>
                  <a:cubicBezTo>
                    <a:pt x="4" y="9"/>
                    <a:pt x="2" y="14"/>
                    <a:pt x="0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6" y="14"/>
                    <a:pt x="8" y="10"/>
                    <a:pt x="9" y="8"/>
                  </a:cubicBezTo>
                  <a:cubicBezTo>
                    <a:pt x="10" y="6"/>
                    <a:pt x="11" y="1"/>
                    <a:pt x="13" y="1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4" name="Freeform 764">
              <a:extLst>
                <a:ext uri="{FF2B5EF4-FFF2-40B4-BE49-F238E27FC236}">
                  <a16:creationId xmlns:a16="http://schemas.microsoft.com/office/drawing/2014/main" id="{84A57E0A-B368-4FA0-B084-3D0265D9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813"/>
              <a:ext cx="28" cy="40"/>
            </a:xfrm>
            <a:custGeom>
              <a:avLst/>
              <a:gdLst>
                <a:gd name="T0" fmla="*/ 1932 w 11"/>
                <a:gd name="T1" fmla="*/ 397 h 15"/>
                <a:gd name="T2" fmla="*/ 843 w 11"/>
                <a:gd name="T3" fmla="*/ 2824 h 15"/>
                <a:gd name="T4" fmla="*/ 0 w 11"/>
                <a:gd name="T5" fmla="*/ 5405 h 15"/>
                <a:gd name="T6" fmla="*/ 1056 w 11"/>
                <a:gd name="T7" fmla="*/ 5405 h 15"/>
                <a:gd name="T8" fmla="*/ 1932 w 11"/>
                <a:gd name="T9" fmla="*/ 2824 h 15"/>
                <a:gd name="T10" fmla="*/ 2986 w 11"/>
                <a:gd name="T11" fmla="*/ 397 h 15"/>
                <a:gd name="T12" fmla="*/ 1932 w 11"/>
                <a:gd name="T13" fmla="*/ 39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5">
                  <a:moveTo>
                    <a:pt x="7" y="1"/>
                  </a:moveTo>
                  <a:cubicBezTo>
                    <a:pt x="6" y="0"/>
                    <a:pt x="4" y="6"/>
                    <a:pt x="3" y="8"/>
                  </a:cubicBezTo>
                  <a:cubicBezTo>
                    <a:pt x="2" y="9"/>
                    <a:pt x="1" y="15"/>
                    <a:pt x="0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7" y="10"/>
                    <a:pt x="7" y="8"/>
                  </a:cubicBezTo>
                  <a:cubicBezTo>
                    <a:pt x="8" y="6"/>
                    <a:pt x="10" y="1"/>
                    <a:pt x="11" y="1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5" name="Freeform 765">
              <a:extLst>
                <a:ext uri="{FF2B5EF4-FFF2-40B4-BE49-F238E27FC236}">
                  <a16:creationId xmlns:a16="http://schemas.microsoft.com/office/drawing/2014/main" id="{8ADD6807-3020-479A-8D9D-3C6BEB816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555"/>
              <a:ext cx="25" cy="45"/>
            </a:xfrm>
            <a:custGeom>
              <a:avLst/>
              <a:gdLst>
                <a:gd name="T0" fmla="*/ 988 w 10"/>
                <a:gd name="T1" fmla="*/ 0 h 17"/>
                <a:gd name="T2" fmla="*/ 1488 w 10"/>
                <a:gd name="T3" fmla="*/ 3131 h 17"/>
                <a:gd name="T4" fmla="*/ 2270 w 10"/>
                <a:gd name="T5" fmla="*/ 5212 h 17"/>
                <a:gd name="T6" fmla="*/ 1488 w 10"/>
                <a:gd name="T7" fmla="*/ 5845 h 17"/>
                <a:gd name="T8" fmla="*/ 988 w 10"/>
                <a:gd name="T9" fmla="*/ 3783 h 17"/>
                <a:gd name="T10" fmla="*/ 313 w 10"/>
                <a:gd name="T11" fmla="*/ 1038 h 17"/>
                <a:gd name="T12" fmla="*/ 988 w 10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4" y="0"/>
                  </a:moveTo>
                  <a:cubicBezTo>
                    <a:pt x="3" y="1"/>
                    <a:pt x="5" y="5"/>
                    <a:pt x="6" y="9"/>
                  </a:cubicBezTo>
                  <a:cubicBezTo>
                    <a:pt x="8" y="12"/>
                    <a:pt x="10" y="14"/>
                    <a:pt x="9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6"/>
                    <a:pt x="5" y="15"/>
                    <a:pt x="4" y="11"/>
                  </a:cubicBezTo>
                  <a:cubicBezTo>
                    <a:pt x="2" y="8"/>
                    <a:pt x="0" y="4"/>
                    <a:pt x="1" y="3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6" name="Freeform 766">
              <a:extLst>
                <a:ext uri="{FF2B5EF4-FFF2-40B4-BE49-F238E27FC236}">
                  <a16:creationId xmlns:a16="http://schemas.microsoft.com/office/drawing/2014/main" id="{8E26689B-F7A4-488B-9C2B-34B4F9366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571"/>
              <a:ext cx="42" cy="32"/>
            </a:xfrm>
            <a:custGeom>
              <a:avLst/>
              <a:gdLst>
                <a:gd name="T0" fmla="*/ 2942 w 17"/>
                <a:gd name="T1" fmla="*/ 3891 h 12"/>
                <a:gd name="T2" fmla="*/ 1374 w 17"/>
                <a:gd name="T3" fmla="*/ 2581 h 12"/>
                <a:gd name="T4" fmla="*/ 0 w 17"/>
                <a:gd name="T5" fmla="*/ 1059 h 12"/>
                <a:gd name="T6" fmla="*/ 635 w 17"/>
                <a:gd name="T7" fmla="*/ 397 h 12"/>
                <a:gd name="T8" fmla="*/ 2308 w 17"/>
                <a:gd name="T9" fmla="*/ 1763 h 12"/>
                <a:gd name="T10" fmla="*/ 3876 w 17"/>
                <a:gd name="T11" fmla="*/ 3243 h 12"/>
                <a:gd name="T12" fmla="*/ 2942 w 17"/>
                <a:gd name="T13" fmla="*/ 389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">
                  <a:moveTo>
                    <a:pt x="13" y="11"/>
                  </a:moveTo>
                  <a:cubicBezTo>
                    <a:pt x="12" y="12"/>
                    <a:pt x="8" y="8"/>
                    <a:pt x="6" y="7"/>
                  </a:cubicBezTo>
                  <a:cubicBezTo>
                    <a:pt x="5" y="6"/>
                    <a:pt x="1" y="2"/>
                    <a:pt x="0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8" y="4"/>
                    <a:pt x="10" y="5"/>
                  </a:cubicBezTo>
                  <a:cubicBezTo>
                    <a:pt x="11" y="6"/>
                    <a:pt x="16" y="9"/>
                    <a:pt x="17" y="9"/>
                  </a:cubicBezTo>
                  <a:lnTo>
                    <a:pt x="13" y="1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7" name="Freeform 767">
              <a:extLst>
                <a:ext uri="{FF2B5EF4-FFF2-40B4-BE49-F238E27FC236}">
                  <a16:creationId xmlns:a16="http://schemas.microsoft.com/office/drawing/2014/main" id="{209A1D66-52C4-43D6-8EFD-A673485CF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547"/>
              <a:ext cx="30" cy="45"/>
            </a:xfrm>
            <a:custGeom>
              <a:avLst/>
              <a:gdLst>
                <a:gd name="T0" fmla="*/ 988 w 12"/>
                <a:gd name="T1" fmla="*/ 5845 h 17"/>
                <a:gd name="T2" fmla="*/ 1770 w 12"/>
                <a:gd name="T3" fmla="*/ 3131 h 17"/>
                <a:gd name="T4" fmla="*/ 2738 w 12"/>
                <a:gd name="T5" fmla="*/ 1038 h 17"/>
                <a:gd name="T6" fmla="*/ 1958 w 12"/>
                <a:gd name="T7" fmla="*/ 0 h 17"/>
                <a:gd name="T8" fmla="*/ 1300 w 12"/>
                <a:gd name="T9" fmla="*/ 1668 h 17"/>
                <a:gd name="T10" fmla="*/ 313 w 12"/>
                <a:gd name="T11" fmla="*/ 4807 h 17"/>
                <a:gd name="T12" fmla="*/ 988 w 12"/>
                <a:gd name="T13" fmla="*/ 584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17"/>
                  </a:moveTo>
                  <a:cubicBezTo>
                    <a:pt x="3" y="15"/>
                    <a:pt x="5" y="12"/>
                    <a:pt x="7" y="9"/>
                  </a:cubicBezTo>
                  <a:cubicBezTo>
                    <a:pt x="9" y="5"/>
                    <a:pt x="12" y="4"/>
                    <a:pt x="11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1"/>
                    <a:pt x="6" y="2"/>
                    <a:pt x="5" y="5"/>
                  </a:cubicBezTo>
                  <a:cubicBezTo>
                    <a:pt x="3" y="9"/>
                    <a:pt x="0" y="12"/>
                    <a:pt x="1" y="14"/>
                  </a:cubicBezTo>
                  <a:lnTo>
                    <a:pt x="4" y="17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8" name="Freeform 768">
              <a:extLst>
                <a:ext uri="{FF2B5EF4-FFF2-40B4-BE49-F238E27FC236}">
                  <a16:creationId xmlns:a16="http://schemas.microsoft.com/office/drawing/2014/main" id="{9B9FB984-8D80-47AA-9A4C-6047ED511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544"/>
              <a:ext cx="42" cy="27"/>
            </a:xfrm>
            <a:custGeom>
              <a:avLst/>
              <a:gdLst>
                <a:gd name="T0" fmla="*/ 3395 w 17"/>
                <a:gd name="T1" fmla="*/ 429 h 10"/>
                <a:gd name="T2" fmla="*/ 1569 w 17"/>
                <a:gd name="T3" fmla="*/ 1158 h 10"/>
                <a:gd name="T4" fmla="*/ 0 w 17"/>
                <a:gd name="T5" fmla="*/ 2028 h 10"/>
                <a:gd name="T6" fmla="*/ 452 w 17"/>
                <a:gd name="T7" fmla="*/ 3127 h 10"/>
                <a:gd name="T8" fmla="*/ 2308 w 17"/>
                <a:gd name="T9" fmla="*/ 2282 h 10"/>
                <a:gd name="T10" fmla="*/ 3876 w 17"/>
                <a:gd name="T11" fmla="*/ 1596 h 10"/>
                <a:gd name="T12" fmla="*/ 3395 w 17"/>
                <a:gd name="T13" fmla="*/ 42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">
                  <a:moveTo>
                    <a:pt x="15" y="1"/>
                  </a:moveTo>
                  <a:cubicBezTo>
                    <a:pt x="14" y="0"/>
                    <a:pt x="9" y="2"/>
                    <a:pt x="7" y="3"/>
                  </a:cubicBezTo>
                  <a:cubicBezTo>
                    <a:pt x="5" y="4"/>
                    <a:pt x="1" y="7"/>
                    <a:pt x="0" y="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8" y="7"/>
                    <a:pt x="10" y="6"/>
                  </a:cubicBezTo>
                  <a:cubicBezTo>
                    <a:pt x="12" y="5"/>
                    <a:pt x="16" y="3"/>
                    <a:pt x="1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9" name="Freeform 769">
              <a:extLst>
                <a:ext uri="{FF2B5EF4-FFF2-40B4-BE49-F238E27FC236}">
                  <a16:creationId xmlns:a16="http://schemas.microsoft.com/office/drawing/2014/main" id="{0DB5E460-E42B-4380-B28C-DAB9BDD5A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573"/>
              <a:ext cx="20" cy="19"/>
            </a:xfrm>
            <a:custGeom>
              <a:avLst/>
              <a:gdLst>
                <a:gd name="T0" fmla="*/ 1770 w 8"/>
                <a:gd name="T1" fmla="*/ 1200 h 7"/>
                <a:gd name="T2" fmla="*/ 0 w 8"/>
                <a:gd name="T3" fmla="*/ 0 h 7"/>
                <a:gd name="T4" fmla="*/ 0 w 8"/>
                <a:gd name="T5" fmla="*/ 1620 h 7"/>
                <a:gd name="T6" fmla="*/ 1488 w 8"/>
                <a:gd name="T7" fmla="*/ 2823 h 7"/>
                <a:gd name="T8" fmla="*/ 1958 w 8"/>
                <a:gd name="T9" fmla="*/ 1200 h 7"/>
                <a:gd name="T10" fmla="*/ 1770 w 8"/>
                <a:gd name="T11" fmla="*/ 120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">
                  <a:moveTo>
                    <a:pt x="7" y="3"/>
                  </a:moveTo>
                  <a:cubicBezTo>
                    <a:pt x="5" y="2"/>
                    <a:pt x="0" y="2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4" y="6"/>
                    <a:pt x="6" y="7"/>
                  </a:cubicBezTo>
                  <a:cubicBezTo>
                    <a:pt x="6" y="6"/>
                    <a:pt x="7" y="4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0" name="Freeform 770">
              <a:extLst>
                <a:ext uri="{FF2B5EF4-FFF2-40B4-BE49-F238E27FC236}">
                  <a16:creationId xmlns:a16="http://schemas.microsoft.com/office/drawing/2014/main" id="{BC46AF94-03F1-41B7-BD5A-917D1D0C6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376"/>
              <a:ext cx="40" cy="24"/>
            </a:xfrm>
            <a:custGeom>
              <a:avLst/>
              <a:gdLst>
                <a:gd name="T0" fmla="*/ 0 w 16"/>
                <a:gd name="T1" fmla="*/ 0 h 9"/>
                <a:gd name="T2" fmla="*/ 1488 w 16"/>
                <a:gd name="T3" fmla="*/ 1459 h 9"/>
                <a:gd name="T4" fmla="*/ 3720 w 16"/>
                <a:gd name="T5" fmla="*/ 1763 h 9"/>
                <a:gd name="T6" fmla="*/ 3720 w 16"/>
                <a:gd name="T7" fmla="*/ 3243 h 9"/>
                <a:gd name="T8" fmla="*/ 1770 w 16"/>
                <a:gd name="T9" fmla="*/ 2581 h 9"/>
                <a:gd name="T10" fmla="*/ 0 w 16"/>
                <a:gd name="T11" fmla="*/ 1763 h 9"/>
                <a:gd name="T12" fmla="*/ 0 w 16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0" y="2"/>
                    <a:pt x="3" y="3"/>
                    <a:pt x="6" y="4"/>
                  </a:cubicBezTo>
                  <a:cubicBezTo>
                    <a:pt x="10" y="4"/>
                    <a:pt x="16" y="4"/>
                    <a:pt x="15" y="5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8"/>
                    <a:pt x="10" y="8"/>
                    <a:pt x="7" y="7"/>
                  </a:cubicBezTo>
                  <a:cubicBezTo>
                    <a:pt x="3" y="7"/>
                    <a:pt x="0" y="6"/>
                    <a:pt x="0" y="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1" name="Freeform 771">
              <a:extLst>
                <a:ext uri="{FF2B5EF4-FFF2-40B4-BE49-F238E27FC236}">
                  <a16:creationId xmlns:a16="http://schemas.microsoft.com/office/drawing/2014/main" id="{E469AB0F-9E9A-4D31-9B9E-6CB3146E3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467"/>
              <a:ext cx="35" cy="45"/>
            </a:xfrm>
            <a:custGeom>
              <a:avLst/>
              <a:gdLst>
                <a:gd name="T0" fmla="*/ 520 w 14"/>
                <a:gd name="T1" fmla="*/ 0 h 17"/>
                <a:gd name="T2" fmla="*/ 1770 w 14"/>
                <a:gd name="T3" fmla="*/ 2059 h 17"/>
                <a:gd name="T4" fmla="*/ 3438 w 14"/>
                <a:gd name="T5" fmla="*/ 4415 h 17"/>
                <a:gd name="T6" fmla="*/ 2738 w 14"/>
                <a:gd name="T7" fmla="*/ 5845 h 17"/>
                <a:gd name="T8" fmla="*/ 1300 w 14"/>
                <a:gd name="T9" fmla="*/ 3391 h 17"/>
                <a:gd name="T10" fmla="*/ 313 w 14"/>
                <a:gd name="T11" fmla="*/ 1429 h 17"/>
                <a:gd name="T12" fmla="*/ 520 w 14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2" y="0"/>
                  </a:moveTo>
                  <a:cubicBezTo>
                    <a:pt x="1" y="1"/>
                    <a:pt x="4" y="4"/>
                    <a:pt x="7" y="6"/>
                  </a:cubicBezTo>
                  <a:cubicBezTo>
                    <a:pt x="10" y="9"/>
                    <a:pt x="14" y="12"/>
                    <a:pt x="14" y="13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5"/>
                    <a:pt x="8" y="12"/>
                    <a:pt x="5" y="10"/>
                  </a:cubicBezTo>
                  <a:cubicBezTo>
                    <a:pt x="3" y="8"/>
                    <a:pt x="0" y="5"/>
                    <a:pt x="1" y="4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2" name="Freeform 772">
              <a:extLst>
                <a:ext uri="{FF2B5EF4-FFF2-40B4-BE49-F238E27FC236}">
                  <a16:creationId xmlns:a16="http://schemas.microsoft.com/office/drawing/2014/main" id="{FC5AAEAC-3D41-49BE-8C3E-7671D8500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600"/>
              <a:ext cx="12" cy="16"/>
            </a:xfrm>
            <a:custGeom>
              <a:avLst/>
              <a:gdLst>
                <a:gd name="T0" fmla="*/ 802 w 5"/>
                <a:gd name="T1" fmla="*/ 1763 h 6"/>
                <a:gd name="T2" fmla="*/ 967 w 5"/>
                <a:gd name="T3" fmla="*/ 0 h 6"/>
                <a:gd name="T4" fmla="*/ 0 w 5"/>
                <a:gd name="T5" fmla="*/ 1459 h 6"/>
                <a:gd name="T6" fmla="*/ 168 w 5"/>
                <a:gd name="T7" fmla="*/ 2184 h 6"/>
                <a:gd name="T8" fmla="*/ 403 w 5"/>
                <a:gd name="T9" fmla="*/ 2184 h 6"/>
                <a:gd name="T10" fmla="*/ 802 w 5"/>
                <a:gd name="T11" fmla="*/ 1763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4" y="3"/>
                    <a:pt x="4" y="2"/>
                    <a:pt x="5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3" y="5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3" name="Freeform 773">
              <a:extLst>
                <a:ext uri="{FF2B5EF4-FFF2-40B4-BE49-F238E27FC236}">
                  <a16:creationId xmlns:a16="http://schemas.microsoft.com/office/drawing/2014/main" id="{D09B3A7D-DF4E-446B-AF5B-20AD1F132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496"/>
              <a:ext cx="30" cy="43"/>
            </a:xfrm>
            <a:custGeom>
              <a:avLst/>
              <a:gdLst>
                <a:gd name="T0" fmla="*/ 783 w 12"/>
                <a:gd name="T1" fmla="*/ 0 h 16"/>
                <a:gd name="T2" fmla="*/ 1770 w 12"/>
                <a:gd name="T3" fmla="*/ 2658 h 16"/>
                <a:gd name="T4" fmla="*/ 2738 w 12"/>
                <a:gd name="T5" fmla="*/ 4913 h 16"/>
                <a:gd name="T6" fmla="*/ 2270 w 12"/>
                <a:gd name="T7" fmla="*/ 6060 h 16"/>
                <a:gd name="T8" fmla="*/ 1300 w 12"/>
                <a:gd name="T9" fmla="*/ 4233 h 16"/>
                <a:gd name="T10" fmla="*/ 313 w 12"/>
                <a:gd name="T11" fmla="*/ 1148 h 16"/>
                <a:gd name="T12" fmla="*/ 783 w 12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2" y="1"/>
                    <a:pt x="5" y="5"/>
                    <a:pt x="7" y="7"/>
                  </a:cubicBezTo>
                  <a:cubicBezTo>
                    <a:pt x="9" y="10"/>
                    <a:pt x="12" y="12"/>
                    <a:pt x="11" y="13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5"/>
                    <a:pt x="7" y="14"/>
                    <a:pt x="5" y="11"/>
                  </a:cubicBezTo>
                  <a:cubicBezTo>
                    <a:pt x="3" y="8"/>
                    <a:pt x="0" y="4"/>
                    <a:pt x="1" y="3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4" name="Freeform 774">
              <a:extLst>
                <a:ext uri="{FF2B5EF4-FFF2-40B4-BE49-F238E27FC236}">
                  <a16:creationId xmlns:a16="http://schemas.microsoft.com/office/drawing/2014/main" id="{B424C8C2-716A-40DD-909C-E26515A20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525"/>
              <a:ext cx="40" cy="19"/>
            </a:xfrm>
            <a:custGeom>
              <a:avLst/>
              <a:gdLst>
                <a:gd name="T0" fmla="*/ 3908 w 16"/>
                <a:gd name="T1" fmla="*/ 1620 h 7"/>
                <a:gd name="T2" fmla="*/ 1958 w 16"/>
                <a:gd name="T3" fmla="*/ 2342 h 7"/>
                <a:gd name="T4" fmla="*/ 0 w 16"/>
                <a:gd name="T5" fmla="*/ 2823 h 7"/>
                <a:gd name="T6" fmla="*/ 313 w 16"/>
                <a:gd name="T7" fmla="*/ 1200 h 7"/>
                <a:gd name="T8" fmla="*/ 2270 w 16"/>
                <a:gd name="T9" fmla="*/ 760 h 7"/>
                <a:gd name="T10" fmla="*/ 3908 w 16"/>
                <a:gd name="T11" fmla="*/ 0 h 7"/>
                <a:gd name="T12" fmla="*/ 3908 w 16"/>
                <a:gd name="T13" fmla="*/ 162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">
                  <a:moveTo>
                    <a:pt x="16" y="4"/>
                  </a:moveTo>
                  <a:cubicBezTo>
                    <a:pt x="15" y="6"/>
                    <a:pt x="10" y="6"/>
                    <a:pt x="8" y="6"/>
                  </a:cubicBezTo>
                  <a:cubicBezTo>
                    <a:pt x="6" y="6"/>
                    <a:pt x="0" y="6"/>
                    <a:pt x="0" y="7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7" y="2"/>
                    <a:pt x="9" y="2"/>
                  </a:cubicBezTo>
                  <a:cubicBezTo>
                    <a:pt x="11" y="2"/>
                    <a:pt x="16" y="2"/>
                    <a:pt x="16" y="0"/>
                  </a:cubicBezTo>
                  <a:lnTo>
                    <a:pt x="16" y="4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5" name="Freeform 775">
              <a:extLst>
                <a:ext uri="{FF2B5EF4-FFF2-40B4-BE49-F238E27FC236}">
                  <a16:creationId xmlns:a16="http://schemas.microsoft.com/office/drawing/2014/main" id="{21F021A5-EB19-4412-B418-33105FFAB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555"/>
              <a:ext cx="45" cy="18"/>
            </a:xfrm>
            <a:custGeom>
              <a:avLst/>
              <a:gdLst>
                <a:gd name="T0" fmla="*/ 3908 w 18"/>
                <a:gd name="T1" fmla="*/ 1700 h 7"/>
                <a:gd name="T2" fmla="*/ 1958 w 18"/>
                <a:gd name="T3" fmla="*/ 1448 h 7"/>
                <a:gd name="T4" fmla="*/ 0 w 18"/>
                <a:gd name="T5" fmla="*/ 1137 h 7"/>
                <a:gd name="T6" fmla="*/ 520 w 18"/>
                <a:gd name="T7" fmla="*/ 357 h 7"/>
                <a:gd name="T8" fmla="*/ 2470 w 18"/>
                <a:gd name="T9" fmla="*/ 357 h 7"/>
                <a:gd name="T10" fmla="*/ 4425 w 18"/>
                <a:gd name="T11" fmla="*/ 563 h 7"/>
                <a:gd name="T12" fmla="*/ 3908 w 18"/>
                <a:gd name="T13" fmla="*/ 170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">
                  <a:moveTo>
                    <a:pt x="16" y="6"/>
                  </a:moveTo>
                  <a:cubicBezTo>
                    <a:pt x="15" y="7"/>
                    <a:pt x="10" y="5"/>
                    <a:pt x="8" y="5"/>
                  </a:cubicBezTo>
                  <a:cubicBezTo>
                    <a:pt x="6" y="4"/>
                    <a:pt x="1" y="3"/>
                    <a:pt x="0" y="4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8" y="1"/>
                    <a:pt x="10" y="1"/>
                  </a:cubicBezTo>
                  <a:cubicBezTo>
                    <a:pt x="12" y="2"/>
                    <a:pt x="17" y="4"/>
                    <a:pt x="18" y="2"/>
                  </a:cubicBezTo>
                  <a:lnTo>
                    <a:pt x="16" y="6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6" name="Freeform 776">
              <a:extLst>
                <a:ext uri="{FF2B5EF4-FFF2-40B4-BE49-F238E27FC236}">
                  <a16:creationId xmlns:a16="http://schemas.microsoft.com/office/drawing/2014/main" id="{22811F7A-6863-4899-B728-DD692983A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533"/>
              <a:ext cx="30" cy="38"/>
            </a:xfrm>
            <a:custGeom>
              <a:avLst/>
              <a:gdLst>
                <a:gd name="T0" fmla="*/ 520 w 12"/>
                <a:gd name="T1" fmla="*/ 0 h 14"/>
                <a:gd name="T2" fmla="*/ 1770 w 12"/>
                <a:gd name="T3" fmla="*/ 2063 h 14"/>
                <a:gd name="T4" fmla="*/ 2938 w 12"/>
                <a:gd name="T5" fmla="*/ 4397 h 14"/>
                <a:gd name="T6" fmla="*/ 2470 w 12"/>
                <a:gd name="T7" fmla="*/ 5600 h 14"/>
                <a:gd name="T8" fmla="*/ 1488 w 12"/>
                <a:gd name="T9" fmla="*/ 3520 h 14"/>
                <a:gd name="T10" fmla="*/ 313 w 12"/>
                <a:gd name="T11" fmla="*/ 1200 h 14"/>
                <a:gd name="T12" fmla="*/ 520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2" y="0"/>
                  </a:moveTo>
                  <a:cubicBezTo>
                    <a:pt x="1" y="1"/>
                    <a:pt x="4" y="3"/>
                    <a:pt x="7" y="5"/>
                  </a:cubicBezTo>
                  <a:cubicBezTo>
                    <a:pt x="10" y="7"/>
                    <a:pt x="12" y="10"/>
                    <a:pt x="12" y="11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3"/>
                    <a:pt x="9" y="11"/>
                    <a:pt x="6" y="9"/>
                  </a:cubicBezTo>
                  <a:cubicBezTo>
                    <a:pt x="3" y="6"/>
                    <a:pt x="0" y="5"/>
                    <a:pt x="1" y="3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7" name="Freeform 777">
              <a:extLst>
                <a:ext uri="{FF2B5EF4-FFF2-40B4-BE49-F238E27FC236}">
                  <a16:creationId xmlns:a16="http://schemas.microsoft.com/office/drawing/2014/main" id="{57E18474-A196-4AB3-AB37-AF5676B7E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139"/>
              <a:ext cx="40" cy="34"/>
            </a:xfrm>
            <a:custGeom>
              <a:avLst/>
              <a:gdLst>
                <a:gd name="T0" fmla="*/ 988 w 16"/>
                <a:gd name="T1" fmla="*/ 3790 h 13"/>
                <a:gd name="T2" fmla="*/ 2270 w 16"/>
                <a:gd name="T3" fmla="*/ 2202 h 13"/>
                <a:gd name="T4" fmla="*/ 3908 w 16"/>
                <a:gd name="T5" fmla="*/ 609 h 13"/>
                <a:gd name="T6" fmla="*/ 2938 w 16"/>
                <a:gd name="T7" fmla="*/ 0 h 13"/>
                <a:gd name="T8" fmla="*/ 1300 w 16"/>
                <a:gd name="T9" fmla="*/ 1593 h 13"/>
                <a:gd name="T10" fmla="*/ 0 w 16"/>
                <a:gd name="T11" fmla="*/ 3557 h 13"/>
                <a:gd name="T12" fmla="*/ 988 w 16"/>
                <a:gd name="T13" fmla="*/ 379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3">
                  <a:moveTo>
                    <a:pt x="4" y="12"/>
                  </a:moveTo>
                  <a:cubicBezTo>
                    <a:pt x="5" y="13"/>
                    <a:pt x="8" y="8"/>
                    <a:pt x="9" y="7"/>
                  </a:cubicBezTo>
                  <a:cubicBezTo>
                    <a:pt x="11" y="5"/>
                    <a:pt x="14" y="1"/>
                    <a:pt x="16" y="2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0"/>
                    <a:pt x="7" y="4"/>
                    <a:pt x="5" y="5"/>
                  </a:cubicBezTo>
                  <a:cubicBezTo>
                    <a:pt x="4" y="7"/>
                    <a:pt x="1" y="12"/>
                    <a:pt x="0" y="11"/>
                  </a:cubicBezTo>
                  <a:lnTo>
                    <a:pt x="4" y="12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8" name="Freeform 778">
              <a:extLst>
                <a:ext uri="{FF2B5EF4-FFF2-40B4-BE49-F238E27FC236}">
                  <a16:creationId xmlns:a16="http://schemas.microsoft.com/office/drawing/2014/main" id="{04A55BD6-BB29-462F-BAEB-863E67A9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128"/>
              <a:ext cx="15" cy="43"/>
            </a:xfrm>
            <a:custGeom>
              <a:avLst/>
              <a:gdLst>
                <a:gd name="T0" fmla="*/ 0 w 6"/>
                <a:gd name="T1" fmla="*/ 0 h 16"/>
                <a:gd name="T2" fmla="*/ 313 w 6"/>
                <a:gd name="T3" fmla="*/ 3085 h 16"/>
                <a:gd name="T4" fmla="*/ 313 w 6"/>
                <a:gd name="T5" fmla="*/ 5628 h 16"/>
                <a:gd name="T6" fmla="*/ 1300 w 6"/>
                <a:gd name="T7" fmla="*/ 6060 h 16"/>
                <a:gd name="T8" fmla="*/ 1300 w 6"/>
                <a:gd name="T9" fmla="*/ 3394 h 16"/>
                <a:gd name="T10" fmla="*/ 988 w 6"/>
                <a:gd name="T11" fmla="*/ 680 h 16"/>
                <a:gd name="T12" fmla="*/ 0 w 6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2" y="1"/>
                    <a:pt x="2" y="4"/>
                    <a:pt x="1" y="8"/>
                  </a:cubicBezTo>
                  <a:cubicBezTo>
                    <a:pt x="1" y="11"/>
                    <a:pt x="0" y="14"/>
                    <a:pt x="1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3" y="16"/>
                    <a:pt x="4" y="13"/>
                    <a:pt x="5" y="9"/>
                  </a:cubicBezTo>
                  <a:cubicBezTo>
                    <a:pt x="5" y="6"/>
                    <a:pt x="6" y="2"/>
                    <a:pt x="4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9" name="Freeform 779">
              <a:extLst>
                <a:ext uri="{FF2B5EF4-FFF2-40B4-BE49-F238E27FC236}">
                  <a16:creationId xmlns:a16="http://schemas.microsoft.com/office/drawing/2014/main" id="{B059CEC8-7756-4EA4-A627-4F161579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128"/>
              <a:ext cx="42" cy="32"/>
            </a:xfrm>
            <a:custGeom>
              <a:avLst/>
              <a:gdLst>
                <a:gd name="T0" fmla="*/ 934 w 17"/>
                <a:gd name="T1" fmla="*/ 4301 h 12"/>
                <a:gd name="T2" fmla="*/ 2308 w 17"/>
                <a:gd name="T3" fmla="*/ 2581 h 12"/>
                <a:gd name="T4" fmla="*/ 3876 w 17"/>
                <a:gd name="T5" fmla="*/ 661 h 12"/>
                <a:gd name="T6" fmla="*/ 2942 w 17"/>
                <a:gd name="T7" fmla="*/ 397 h 12"/>
                <a:gd name="T8" fmla="*/ 1374 w 17"/>
                <a:gd name="T9" fmla="*/ 1763 h 12"/>
                <a:gd name="T10" fmla="*/ 0 w 17"/>
                <a:gd name="T11" fmla="*/ 3640 h 12"/>
                <a:gd name="T12" fmla="*/ 934 w 17"/>
                <a:gd name="T13" fmla="*/ 430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">
                  <a:moveTo>
                    <a:pt x="4" y="12"/>
                  </a:moveTo>
                  <a:cubicBezTo>
                    <a:pt x="5" y="12"/>
                    <a:pt x="9" y="8"/>
                    <a:pt x="10" y="7"/>
                  </a:cubicBezTo>
                  <a:cubicBezTo>
                    <a:pt x="11" y="5"/>
                    <a:pt x="16" y="1"/>
                    <a:pt x="17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0"/>
                    <a:pt x="8" y="3"/>
                    <a:pt x="6" y="5"/>
                  </a:cubicBezTo>
                  <a:cubicBezTo>
                    <a:pt x="5" y="6"/>
                    <a:pt x="1" y="11"/>
                    <a:pt x="0" y="10"/>
                  </a:cubicBezTo>
                  <a:lnTo>
                    <a:pt x="4" y="12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0" name="Freeform 780">
              <a:extLst>
                <a:ext uri="{FF2B5EF4-FFF2-40B4-BE49-F238E27FC236}">
                  <a16:creationId xmlns:a16="http://schemas.microsoft.com/office/drawing/2014/main" id="{01C934E2-72E5-4278-9455-231247720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117"/>
              <a:ext cx="15" cy="43"/>
            </a:xfrm>
            <a:custGeom>
              <a:avLst/>
              <a:gdLst>
                <a:gd name="T0" fmla="*/ 313 w 6"/>
                <a:gd name="T1" fmla="*/ 0 h 16"/>
                <a:gd name="T2" fmla="*/ 313 w 6"/>
                <a:gd name="T3" fmla="*/ 2658 h 16"/>
                <a:gd name="T4" fmla="*/ 313 w 6"/>
                <a:gd name="T5" fmla="*/ 5316 h 16"/>
                <a:gd name="T6" fmla="*/ 988 w 6"/>
                <a:gd name="T7" fmla="*/ 6060 h 16"/>
                <a:gd name="T8" fmla="*/ 988 w 6"/>
                <a:gd name="T9" fmla="*/ 3394 h 16"/>
                <a:gd name="T10" fmla="*/ 1300 w 6"/>
                <a:gd name="T11" fmla="*/ 680 h 16"/>
                <a:gd name="T12" fmla="*/ 313 w 6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6">
                  <a:moveTo>
                    <a:pt x="1" y="0"/>
                  </a:moveTo>
                  <a:cubicBezTo>
                    <a:pt x="3" y="1"/>
                    <a:pt x="2" y="3"/>
                    <a:pt x="1" y="7"/>
                  </a:cubicBezTo>
                  <a:cubicBezTo>
                    <a:pt x="0" y="10"/>
                    <a:pt x="0" y="13"/>
                    <a:pt x="1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5"/>
                    <a:pt x="3" y="13"/>
                    <a:pt x="4" y="9"/>
                  </a:cubicBezTo>
                  <a:cubicBezTo>
                    <a:pt x="5" y="6"/>
                    <a:pt x="6" y="3"/>
                    <a:pt x="5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1" name="Freeform 781">
              <a:extLst>
                <a:ext uri="{FF2B5EF4-FFF2-40B4-BE49-F238E27FC236}">
                  <a16:creationId xmlns:a16="http://schemas.microsoft.com/office/drawing/2014/main" id="{BADB622B-7DBB-4281-9423-601340646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115"/>
              <a:ext cx="45" cy="29"/>
            </a:xfrm>
            <a:custGeom>
              <a:avLst/>
              <a:gdLst>
                <a:gd name="T0" fmla="*/ 783 w 18"/>
                <a:gd name="T1" fmla="*/ 3335 h 11"/>
                <a:gd name="T2" fmla="*/ 2738 w 18"/>
                <a:gd name="T3" fmla="*/ 2273 h 11"/>
                <a:gd name="T4" fmla="*/ 4425 w 18"/>
                <a:gd name="T5" fmla="*/ 1389 h 11"/>
                <a:gd name="T6" fmla="*/ 3720 w 18"/>
                <a:gd name="T7" fmla="*/ 382 h 11"/>
                <a:gd name="T8" fmla="*/ 1958 w 18"/>
                <a:gd name="T9" fmla="*/ 1389 h 11"/>
                <a:gd name="T10" fmla="*/ 0 w 18"/>
                <a:gd name="T11" fmla="*/ 2273 h 11"/>
                <a:gd name="T12" fmla="*/ 783 w 18"/>
                <a:gd name="T13" fmla="*/ 333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3" y="10"/>
                  </a:moveTo>
                  <a:cubicBezTo>
                    <a:pt x="4" y="11"/>
                    <a:pt x="9" y="8"/>
                    <a:pt x="11" y="7"/>
                  </a:cubicBezTo>
                  <a:cubicBezTo>
                    <a:pt x="12" y="6"/>
                    <a:pt x="16" y="2"/>
                    <a:pt x="18" y="4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3" y="0"/>
                    <a:pt x="9" y="3"/>
                    <a:pt x="8" y="4"/>
                  </a:cubicBezTo>
                  <a:cubicBezTo>
                    <a:pt x="6" y="5"/>
                    <a:pt x="1" y="8"/>
                    <a:pt x="0" y="7"/>
                  </a:cubicBezTo>
                  <a:lnTo>
                    <a:pt x="3" y="1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2" name="Freeform 782">
              <a:extLst>
                <a:ext uri="{FF2B5EF4-FFF2-40B4-BE49-F238E27FC236}">
                  <a16:creationId xmlns:a16="http://schemas.microsoft.com/office/drawing/2014/main" id="{D3EE16F0-0BF8-45C1-B29E-72A5C1618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096"/>
              <a:ext cx="25" cy="45"/>
            </a:xfrm>
            <a:custGeom>
              <a:avLst/>
              <a:gdLst>
                <a:gd name="T0" fmla="*/ 1488 w 10"/>
                <a:gd name="T1" fmla="*/ 0 h 17"/>
                <a:gd name="T2" fmla="*/ 783 w 10"/>
                <a:gd name="T3" fmla="*/ 3131 h 17"/>
                <a:gd name="T4" fmla="*/ 0 w 10"/>
                <a:gd name="T5" fmla="*/ 5212 h 17"/>
                <a:gd name="T6" fmla="*/ 783 w 10"/>
                <a:gd name="T7" fmla="*/ 5845 h 17"/>
                <a:gd name="T8" fmla="*/ 1488 w 10"/>
                <a:gd name="T9" fmla="*/ 3783 h 17"/>
                <a:gd name="T10" fmla="*/ 1958 w 10"/>
                <a:gd name="T11" fmla="*/ 1038 h 17"/>
                <a:gd name="T12" fmla="*/ 1488 w 10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6" y="0"/>
                  </a:moveTo>
                  <a:cubicBezTo>
                    <a:pt x="7" y="1"/>
                    <a:pt x="5" y="5"/>
                    <a:pt x="3" y="9"/>
                  </a:cubicBezTo>
                  <a:cubicBezTo>
                    <a:pt x="2" y="12"/>
                    <a:pt x="0" y="14"/>
                    <a:pt x="0" y="15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6"/>
                    <a:pt x="5" y="15"/>
                    <a:pt x="6" y="11"/>
                  </a:cubicBezTo>
                  <a:cubicBezTo>
                    <a:pt x="8" y="8"/>
                    <a:pt x="10" y="4"/>
                    <a:pt x="8" y="3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3" name="Freeform 783">
              <a:extLst>
                <a:ext uri="{FF2B5EF4-FFF2-40B4-BE49-F238E27FC236}">
                  <a16:creationId xmlns:a16="http://schemas.microsoft.com/office/drawing/2014/main" id="{80CA1B72-8455-40D4-8972-D70DE0BBC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091"/>
              <a:ext cx="43" cy="21"/>
            </a:xfrm>
            <a:custGeom>
              <a:avLst/>
              <a:gdLst>
                <a:gd name="T0" fmla="*/ 326 w 17"/>
                <a:gd name="T1" fmla="*/ 2226 h 8"/>
                <a:gd name="T2" fmla="*/ 3640 w 17"/>
                <a:gd name="T3" fmla="*/ 378 h 8"/>
                <a:gd name="T4" fmla="*/ 3936 w 17"/>
                <a:gd name="T5" fmla="*/ 614 h 8"/>
                <a:gd name="T6" fmla="*/ 3397 w 17"/>
                <a:gd name="T7" fmla="*/ 1612 h 8"/>
                <a:gd name="T8" fmla="*/ 825 w 17"/>
                <a:gd name="T9" fmla="*/ 260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" y="7"/>
                  </a:moveTo>
                  <a:cubicBezTo>
                    <a:pt x="0" y="5"/>
                    <a:pt x="11" y="0"/>
                    <a:pt x="14" y="1"/>
                  </a:cubicBezTo>
                  <a:cubicBezTo>
                    <a:pt x="17" y="1"/>
                    <a:pt x="15" y="2"/>
                    <a:pt x="15" y="2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3" y="8"/>
                    <a:pt x="3" y="8"/>
                    <a:pt x="3" y="8"/>
                  </a:cubicBezTo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4" name="Freeform 784">
              <a:extLst>
                <a:ext uri="{FF2B5EF4-FFF2-40B4-BE49-F238E27FC236}">
                  <a16:creationId xmlns:a16="http://schemas.microsoft.com/office/drawing/2014/main" id="{8D01399F-8EF1-4490-8BDC-0C880F395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139"/>
              <a:ext cx="17" cy="45"/>
            </a:xfrm>
            <a:custGeom>
              <a:avLst/>
              <a:gdLst>
                <a:gd name="T0" fmla="*/ 0 w 7"/>
                <a:gd name="T1" fmla="*/ 0 h 17"/>
                <a:gd name="T2" fmla="*/ 413 w 7"/>
                <a:gd name="T3" fmla="*/ 3131 h 17"/>
                <a:gd name="T4" fmla="*/ 590 w 7"/>
                <a:gd name="T5" fmla="*/ 5845 h 17"/>
                <a:gd name="T6" fmla="*/ 1433 w 7"/>
                <a:gd name="T7" fmla="*/ 5845 h 17"/>
                <a:gd name="T8" fmla="*/ 1243 w 7"/>
                <a:gd name="T9" fmla="*/ 3391 h 17"/>
                <a:gd name="T10" fmla="*/ 831 w 7"/>
                <a:gd name="T11" fmla="*/ 630 h 17"/>
                <a:gd name="T12" fmla="*/ 0 w 7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7">
                  <a:moveTo>
                    <a:pt x="0" y="0"/>
                  </a:moveTo>
                  <a:cubicBezTo>
                    <a:pt x="2" y="1"/>
                    <a:pt x="2" y="5"/>
                    <a:pt x="2" y="9"/>
                  </a:cubicBezTo>
                  <a:cubicBezTo>
                    <a:pt x="2" y="13"/>
                    <a:pt x="1" y="17"/>
                    <a:pt x="3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7"/>
                    <a:pt x="6" y="14"/>
                    <a:pt x="6" y="10"/>
                  </a:cubicBezTo>
                  <a:cubicBezTo>
                    <a:pt x="6" y="6"/>
                    <a:pt x="6" y="2"/>
                    <a:pt x="4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5" name="Freeform 785">
              <a:extLst>
                <a:ext uri="{FF2B5EF4-FFF2-40B4-BE49-F238E27FC236}">
                  <a16:creationId xmlns:a16="http://schemas.microsoft.com/office/drawing/2014/main" id="{8A7D15B3-34F3-4591-BC55-EAF5CF62F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029"/>
              <a:ext cx="38" cy="32"/>
            </a:xfrm>
            <a:custGeom>
              <a:avLst/>
              <a:gdLst>
                <a:gd name="T0" fmla="*/ 1026 w 15"/>
                <a:gd name="T1" fmla="*/ 0 h 12"/>
                <a:gd name="T2" fmla="*/ 2599 w 15"/>
                <a:gd name="T3" fmla="*/ 2184 h 12"/>
                <a:gd name="T4" fmla="*/ 3955 w 15"/>
                <a:gd name="T5" fmla="*/ 3640 h 12"/>
                <a:gd name="T6" fmla="*/ 3139 w 15"/>
                <a:gd name="T7" fmla="*/ 4301 h 12"/>
                <a:gd name="T8" fmla="*/ 1561 w 15"/>
                <a:gd name="T9" fmla="*/ 2581 h 12"/>
                <a:gd name="T10" fmla="*/ 0 w 15"/>
                <a:gd name="T11" fmla="*/ 661 h 12"/>
                <a:gd name="T12" fmla="*/ 1026 w 15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2">
                  <a:moveTo>
                    <a:pt x="4" y="0"/>
                  </a:moveTo>
                  <a:cubicBezTo>
                    <a:pt x="5" y="0"/>
                    <a:pt x="8" y="4"/>
                    <a:pt x="10" y="6"/>
                  </a:cubicBezTo>
                  <a:cubicBezTo>
                    <a:pt x="11" y="7"/>
                    <a:pt x="14" y="11"/>
                    <a:pt x="15" y="10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0" y="12"/>
                    <a:pt x="7" y="9"/>
                    <a:pt x="6" y="7"/>
                  </a:cubicBezTo>
                  <a:cubicBezTo>
                    <a:pt x="4" y="6"/>
                    <a:pt x="1" y="1"/>
                    <a:pt x="0" y="2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6" name="Freeform 786">
              <a:extLst>
                <a:ext uri="{FF2B5EF4-FFF2-40B4-BE49-F238E27FC236}">
                  <a16:creationId xmlns:a16="http://schemas.microsoft.com/office/drawing/2014/main" id="{281968CC-AAEA-4B7F-9D9F-C0EBBBC29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029"/>
              <a:ext cx="17" cy="46"/>
            </a:xfrm>
            <a:custGeom>
              <a:avLst/>
              <a:gdLst>
                <a:gd name="T0" fmla="*/ 170 w 7"/>
                <a:gd name="T1" fmla="*/ 6656 h 17"/>
                <a:gd name="T2" fmla="*/ 413 w 7"/>
                <a:gd name="T3" fmla="*/ 3485 h 17"/>
                <a:gd name="T4" fmla="*/ 170 w 7"/>
                <a:gd name="T5" fmla="*/ 755 h 17"/>
                <a:gd name="T6" fmla="*/ 1003 w 7"/>
                <a:gd name="T7" fmla="*/ 0 h 17"/>
                <a:gd name="T8" fmla="*/ 1003 w 7"/>
                <a:gd name="T9" fmla="*/ 2730 h 17"/>
                <a:gd name="T10" fmla="*/ 1003 w 7"/>
                <a:gd name="T11" fmla="*/ 5945 h 17"/>
                <a:gd name="T12" fmla="*/ 170 w 7"/>
                <a:gd name="T13" fmla="*/ 665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7">
                  <a:moveTo>
                    <a:pt x="1" y="17"/>
                  </a:moveTo>
                  <a:cubicBezTo>
                    <a:pt x="3" y="16"/>
                    <a:pt x="2" y="13"/>
                    <a:pt x="2" y="9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5" y="4"/>
                    <a:pt x="5" y="7"/>
                  </a:cubicBezTo>
                  <a:cubicBezTo>
                    <a:pt x="6" y="11"/>
                    <a:pt x="7" y="14"/>
                    <a:pt x="5" y="15"/>
                  </a:cubicBezTo>
                  <a:lnTo>
                    <a:pt x="1" y="17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7" name="Freeform 787">
              <a:extLst>
                <a:ext uri="{FF2B5EF4-FFF2-40B4-BE49-F238E27FC236}">
                  <a16:creationId xmlns:a16="http://schemas.microsoft.com/office/drawing/2014/main" id="{0203245F-7C80-4F5B-87FA-28742139C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043"/>
              <a:ext cx="43" cy="34"/>
            </a:xfrm>
            <a:custGeom>
              <a:avLst/>
              <a:gdLst>
                <a:gd name="T0" fmla="*/ 1017 w 17"/>
                <a:gd name="T1" fmla="*/ 377 h 13"/>
                <a:gd name="T2" fmla="*/ 2572 w 17"/>
                <a:gd name="T3" fmla="*/ 1969 h 13"/>
                <a:gd name="T4" fmla="*/ 4467 w 17"/>
                <a:gd name="T5" fmla="*/ 3557 h 13"/>
                <a:gd name="T6" fmla="*/ 3397 w 17"/>
                <a:gd name="T7" fmla="*/ 3790 h 13"/>
                <a:gd name="T8" fmla="*/ 1874 w 17"/>
                <a:gd name="T9" fmla="*/ 2579 h 13"/>
                <a:gd name="T10" fmla="*/ 0 w 17"/>
                <a:gd name="T11" fmla="*/ 986 h 13"/>
                <a:gd name="T12" fmla="*/ 1017 w 17"/>
                <a:gd name="T13" fmla="*/ 37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3">
                  <a:moveTo>
                    <a:pt x="4" y="1"/>
                  </a:moveTo>
                  <a:cubicBezTo>
                    <a:pt x="5" y="0"/>
                    <a:pt x="9" y="4"/>
                    <a:pt x="10" y="6"/>
                  </a:cubicBezTo>
                  <a:cubicBezTo>
                    <a:pt x="12" y="7"/>
                    <a:pt x="16" y="11"/>
                    <a:pt x="17" y="11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8" y="9"/>
                    <a:pt x="7" y="8"/>
                  </a:cubicBezTo>
                  <a:cubicBezTo>
                    <a:pt x="5" y="6"/>
                    <a:pt x="2" y="2"/>
                    <a:pt x="0" y="3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8" name="Freeform 788">
              <a:extLst>
                <a:ext uri="{FF2B5EF4-FFF2-40B4-BE49-F238E27FC236}">
                  <a16:creationId xmlns:a16="http://schemas.microsoft.com/office/drawing/2014/main" id="{872C7D5F-7BC4-4D2B-B307-32D70CE4C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045"/>
              <a:ext cx="17" cy="46"/>
            </a:xfrm>
            <a:custGeom>
              <a:avLst/>
              <a:gdLst>
                <a:gd name="T0" fmla="*/ 413 w 7"/>
                <a:gd name="T1" fmla="*/ 6656 h 17"/>
                <a:gd name="T2" fmla="*/ 413 w 7"/>
                <a:gd name="T3" fmla="*/ 3924 h 17"/>
                <a:gd name="T4" fmla="*/ 413 w 7"/>
                <a:gd name="T5" fmla="*/ 755 h 17"/>
                <a:gd name="T6" fmla="*/ 1003 w 7"/>
                <a:gd name="T7" fmla="*/ 0 h 17"/>
                <a:gd name="T8" fmla="*/ 1003 w 7"/>
                <a:gd name="T9" fmla="*/ 2730 h 17"/>
                <a:gd name="T10" fmla="*/ 1003 w 7"/>
                <a:gd name="T11" fmla="*/ 5945 h 17"/>
                <a:gd name="T12" fmla="*/ 413 w 7"/>
                <a:gd name="T13" fmla="*/ 665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7">
                  <a:moveTo>
                    <a:pt x="2" y="17"/>
                  </a:moveTo>
                  <a:cubicBezTo>
                    <a:pt x="4" y="16"/>
                    <a:pt x="3" y="13"/>
                    <a:pt x="2" y="10"/>
                  </a:cubicBezTo>
                  <a:cubicBezTo>
                    <a:pt x="1" y="6"/>
                    <a:pt x="0" y="3"/>
                    <a:pt x="2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4" y="4"/>
                    <a:pt x="5" y="7"/>
                  </a:cubicBezTo>
                  <a:cubicBezTo>
                    <a:pt x="6" y="11"/>
                    <a:pt x="7" y="14"/>
                    <a:pt x="5" y="15"/>
                  </a:cubicBezTo>
                  <a:lnTo>
                    <a:pt x="2" y="17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9" name="Freeform 789">
              <a:extLst>
                <a:ext uri="{FF2B5EF4-FFF2-40B4-BE49-F238E27FC236}">
                  <a16:creationId xmlns:a16="http://schemas.microsoft.com/office/drawing/2014/main" id="{886B079F-D332-4607-B3F6-B8B6127A6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064"/>
              <a:ext cx="43" cy="29"/>
            </a:xfrm>
            <a:custGeom>
              <a:avLst/>
              <a:gdLst>
                <a:gd name="T0" fmla="*/ 825 w 17"/>
                <a:gd name="T1" fmla="*/ 382 h 11"/>
                <a:gd name="T2" fmla="*/ 2572 w 17"/>
                <a:gd name="T3" fmla="*/ 1389 h 11"/>
                <a:gd name="T4" fmla="*/ 4467 w 17"/>
                <a:gd name="T5" fmla="*/ 2273 h 11"/>
                <a:gd name="T6" fmla="*/ 3936 w 17"/>
                <a:gd name="T7" fmla="*/ 3045 h 11"/>
                <a:gd name="T8" fmla="*/ 1874 w 17"/>
                <a:gd name="T9" fmla="*/ 2035 h 11"/>
                <a:gd name="T10" fmla="*/ 0 w 17"/>
                <a:gd name="T11" fmla="*/ 1007 h 11"/>
                <a:gd name="T12" fmla="*/ 825 w 17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1">
                  <a:moveTo>
                    <a:pt x="3" y="1"/>
                  </a:moveTo>
                  <a:cubicBezTo>
                    <a:pt x="4" y="0"/>
                    <a:pt x="8" y="3"/>
                    <a:pt x="10" y="4"/>
                  </a:cubicBezTo>
                  <a:cubicBezTo>
                    <a:pt x="12" y="4"/>
                    <a:pt x="16" y="8"/>
                    <a:pt x="17" y="7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3" y="11"/>
                    <a:pt x="9" y="7"/>
                    <a:pt x="7" y="6"/>
                  </a:cubicBezTo>
                  <a:cubicBezTo>
                    <a:pt x="5" y="5"/>
                    <a:pt x="1" y="2"/>
                    <a:pt x="0" y="3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0" name="Freeform 790">
              <a:extLst>
                <a:ext uri="{FF2B5EF4-FFF2-40B4-BE49-F238E27FC236}">
                  <a16:creationId xmlns:a16="http://schemas.microsoft.com/office/drawing/2014/main" id="{A1CF5C30-CF1A-4E93-851F-C86946CE5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064"/>
              <a:ext cx="30" cy="45"/>
            </a:xfrm>
            <a:custGeom>
              <a:avLst/>
              <a:gdLst>
                <a:gd name="T0" fmla="*/ 1958 w 12"/>
                <a:gd name="T1" fmla="*/ 5845 h 17"/>
                <a:gd name="T2" fmla="*/ 1300 w 12"/>
                <a:gd name="T3" fmla="*/ 3131 h 17"/>
                <a:gd name="T4" fmla="*/ 313 w 12"/>
                <a:gd name="T5" fmla="*/ 1038 h 17"/>
                <a:gd name="T6" fmla="*/ 988 w 12"/>
                <a:gd name="T7" fmla="*/ 0 h 17"/>
                <a:gd name="T8" fmla="*/ 1770 w 12"/>
                <a:gd name="T9" fmla="*/ 2059 h 17"/>
                <a:gd name="T10" fmla="*/ 2470 w 12"/>
                <a:gd name="T11" fmla="*/ 4807 h 17"/>
                <a:gd name="T12" fmla="*/ 1958 w 12"/>
                <a:gd name="T13" fmla="*/ 584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8" y="17"/>
                  </a:moveTo>
                  <a:cubicBezTo>
                    <a:pt x="9" y="16"/>
                    <a:pt x="7" y="12"/>
                    <a:pt x="5" y="9"/>
                  </a:cubicBezTo>
                  <a:cubicBezTo>
                    <a:pt x="3" y="6"/>
                    <a:pt x="0" y="4"/>
                    <a:pt x="1" y="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5" y="3"/>
                    <a:pt x="7" y="6"/>
                  </a:cubicBezTo>
                  <a:cubicBezTo>
                    <a:pt x="9" y="9"/>
                    <a:pt x="12" y="13"/>
                    <a:pt x="10" y="14"/>
                  </a:cubicBezTo>
                  <a:lnTo>
                    <a:pt x="8" y="17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1" name="Freeform 791">
              <a:extLst>
                <a:ext uri="{FF2B5EF4-FFF2-40B4-BE49-F238E27FC236}">
                  <a16:creationId xmlns:a16="http://schemas.microsoft.com/office/drawing/2014/main" id="{8BD946EF-CFF2-42B3-B7C4-262BBF612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019"/>
              <a:ext cx="23" cy="42"/>
            </a:xfrm>
            <a:custGeom>
              <a:avLst/>
              <a:gdLst>
                <a:gd name="T0" fmla="*/ 0 w 9"/>
                <a:gd name="T1" fmla="*/ 5229 h 16"/>
                <a:gd name="T2" fmla="*/ 848 w 9"/>
                <a:gd name="T3" fmla="*/ 2226 h 16"/>
                <a:gd name="T4" fmla="*/ 1403 w 9"/>
                <a:gd name="T5" fmla="*/ 0 h 16"/>
                <a:gd name="T6" fmla="*/ 2520 w 9"/>
                <a:gd name="T7" fmla="*/ 0 h 16"/>
                <a:gd name="T8" fmla="*/ 1973 w 9"/>
                <a:gd name="T9" fmla="*/ 2226 h 16"/>
                <a:gd name="T10" fmla="*/ 1104 w 9"/>
                <a:gd name="T11" fmla="*/ 4851 h 16"/>
                <a:gd name="T12" fmla="*/ 0 w 9"/>
                <a:gd name="T13" fmla="*/ 5229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6">
                  <a:moveTo>
                    <a:pt x="0" y="16"/>
                  </a:moveTo>
                  <a:cubicBezTo>
                    <a:pt x="2" y="15"/>
                    <a:pt x="2" y="11"/>
                    <a:pt x="3" y="7"/>
                  </a:cubicBezTo>
                  <a:cubicBezTo>
                    <a:pt x="4" y="4"/>
                    <a:pt x="4" y="1"/>
                    <a:pt x="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8" y="3"/>
                    <a:pt x="7" y="7"/>
                  </a:cubicBezTo>
                  <a:cubicBezTo>
                    <a:pt x="6" y="10"/>
                    <a:pt x="6" y="15"/>
                    <a:pt x="4" y="15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2" name="Freeform 792">
              <a:extLst>
                <a:ext uri="{FF2B5EF4-FFF2-40B4-BE49-F238E27FC236}">
                  <a16:creationId xmlns:a16="http://schemas.microsoft.com/office/drawing/2014/main" id="{7A9677A5-D528-4F1D-8B04-F7050F7F4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093"/>
              <a:ext cx="45" cy="27"/>
            </a:xfrm>
            <a:custGeom>
              <a:avLst/>
              <a:gdLst>
                <a:gd name="T0" fmla="*/ 520 w 18"/>
                <a:gd name="T1" fmla="*/ 3464 h 10"/>
                <a:gd name="T2" fmla="*/ 2470 w 18"/>
                <a:gd name="T3" fmla="*/ 2282 h 10"/>
                <a:gd name="T4" fmla="*/ 4425 w 18"/>
                <a:gd name="T5" fmla="*/ 1596 h 10"/>
                <a:gd name="T6" fmla="*/ 3720 w 18"/>
                <a:gd name="T7" fmla="*/ 751 h 10"/>
                <a:gd name="T8" fmla="*/ 1770 w 18"/>
                <a:gd name="T9" fmla="*/ 1158 h 10"/>
                <a:gd name="T10" fmla="*/ 0 w 18"/>
                <a:gd name="T11" fmla="*/ 2282 h 10"/>
                <a:gd name="T12" fmla="*/ 520 w 18"/>
                <a:gd name="T13" fmla="*/ 346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0">
                  <a:moveTo>
                    <a:pt x="2" y="9"/>
                  </a:moveTo>
                  <a:cubicBezTo>
                    <a:pt x="3" y="10"/>
                    <a:pt x="8" y="7"/>
                    <a:pt x="10" y="6"/>
                  </a:cubicBezTo>
                  <a:cubicBezTo>
                    <a:pt x="12" y="5"/>
                    <a:pt x="16" y="3"/>
                    <a:pt x="18" y="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0"/>
                    <a:pt x="9" y="2"/>
                    <a:pt x="7" y="3"/>
                  </a:cubicBezTo>
                  <a:cubicBezTo>
                    <a:pt x="5" y="4"/>
                    <a:pt x="1" y="7"/>
                    <a:pt x="0" y="6"/>
                  </a:cubicBezTo>
                  <a:lnTo>
                    <a:pt x="2" y="9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3" name="Freeform 793">
              <a:extLst>
                <a:ext uri="{FF2B5EF4-FFF2-40B4-BE49-F238E27FC236}">
                  <a16:creationId xmlns:a16="http://schemas.microsoft.com/office/drawing/2014/main" id="{180E7988-7D98-4DC1-B77A-482227671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368"/>
              <a:ext cx="40" cy="35"/>
            </a:xfrm>
            <a:custGeom>
              <a:avLst/>
              <a:gdLst>
                <a:gd name="T0" fmla="*/ 988 w 16"/>
                <a:gd name="T1" fmla="*/ 4531 h 13"/>
                <a:gd name="T2" fmla="*/ 2270 w 16"/>
                <a:gd name="T3" fmla="*/ 2673 h 13"/>
                <a:gd name="T4" fmla="*/ 3908 w 16"/>
                <a:gd name="T5" fmla="*/ 681 h 13"/>
                <a:gd name="T6" fmla="*/ 2938 w 16"/>
                <a:gd name="T7" fmla="*/ 0 h 13"/>
                <a:gd name="T8" fmla="*/ 1300 w 16"/>
                <a:gd name="T9" fmla="*/ 1833 h 13"/>
                <a:gd name="T10" fmla="*/ 0 w 16"/>
                <a:gd name="T11" fmla="*/ 4254 h 13"/>
                <a:gd name="T12" fmla="*/ 988 w 16"/>
                <a:gd name="T13" fmla="*/ 453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3">
                  <a:moveTo>
                    <a:pt x="4" y="12"/>
                  </a:moveTo>
                  <a:cubicBezTo>
                    <a:pt x="5" y="13"/>
                    <a:pt x="8" y="8"/>
                    <a:pt x="9" y="7"/>
                  </a:cubicBezTo>
                  <a:cubicBezTo>
                    <a:pt x="11" y="5"/>
                    <a:pt x="14" y="1"/>
                    <a:pt x="16" y="2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0"/>
                    <a:pt x="7" y="4"/>
                    <a:pt x="5" y="5"/>
                  </a:cubicBezTo>
                  <a:cubicBezTo>
                    <a:pt x="4" y="7"/>
                    <a:pt x="1" y="11"/>
                    <a:pt x="0" y="11"/>
                  </a:cubicBezTo>
                  <a:lnTo>
                    <a:pt x="4" y="12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4" name="Freeform 794">
              <a:extLst>
                <a:ext uri="{FF2B5EF4-FFF2-40B4-BE49-F238E27FC236}">
                  <a16:creationId xmlns:a16="http://schemas.microsoft.com/office/drawing/2014/main" id="{16A3966A-98ED-4CC0-999D-9F0E9A9C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357"/>
              <a:ext cx="15" cy="43"/>
            </a:xfrm>
            <a:custGeom>
              <a:avLst/>
              <a:gdLst>
                <a:gd name="T0" fmla="*/ 0 w 6"/>
                <a:gd name="T1" fmla="*/ 0 h 16"/>
                <a:gd name="T2" fmla="*/ 313 w 6"/>
                <a:gd name="T3" fmla="*/ 2658 h 16"/>
                <a:gd name="T4" fmla="*/ 313 w 6"/>
                <a:gd name="T5" fmla="*/ 5628 h 16"/>
                <a:gd name="T6" fmla="*/ 1300 w 6"/>
                <a:gd name="T7" fmla="*/ 6060 h 16"/>
                <a:gd name="T8" fmla="*/ 1300 w 6"/>
                <a:gd name="T9" fmla="*/ 3394 h 16"/>
                <a:gd name="T10" fmla="*/ 988 w 6"/>
                <a:gd name="T11" fmla="*/ 427 h 16"/>
                <a:gd name="T12" fmla="*/ 0 w 6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2" y="1"/>
                    <a:pt x="2" y="4"/>
                    <a:pt x="1" y="7"/>
                  </a:cubicBezTo>
                  <a:cubicBezTo>
                    <a:pt x="1" y="11"/>
                    <a:pt x="0" y="14"/>
                    <a:pt x="1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3" y="16"/>
                    <a:pt x="4" y="13"/>
                    <a:pt x="5" y="9"/>
                  </a:cubicBezTo>
                  <a:cubicBezTo>
                    <a:pt x="5" y="6"/>
                    <a:pt x="6" y="2"/>
                    <a:pt x="4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5" name="Freeform 795">
              <a:extLst>
                <a:ext uri="{FF2B5EF4-FFF2-40B4-BE49-F238E27FC236}">
                  <a16:creationId xmlns:a16="http://schemas.microsoft.com/office/drawing/2014/main" id="{D079A700-20EE-4C5C-85E3-4BAC31023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357"/>
              <a:ext cx="42" cy="32"/>
            </a:xfrm>
            <a:custGeom>
              <a:avLst/>
              <a:gdLst>
                <a:gd name="T0" fmla="*/ 934 w 17"/>
                <a:gd name="T1" fmla="*/ 4301 h 12"/>
                <a:gd name="T2" fmla="*/ 2308 w 17"/>
                <a:gd name="T3" fmla="*/ 2184 h 12"/>
                <a:gd name="T4" fmla="*/ 3876 w 17"/>
                <a:gd name="T5" fmla="*/ 661 h 12"/>
                <a:gd name="T6" fmla="*/ 2942 w 17"/>
                <a:gd name="T7" fmla="*/ 0 h 12"/>
                <a:gd name="T8" fmla="*/ 1374 w 17"/>
                <a:gd name="T9" fmla="*/ 1763 h 12"/>
                <a:gd name="T10" fmla="*/ 0 w 17"/>
                <a:gd name="T11" fmla="*/ 3640 h 12"/>
                <a:gd name="T12" fmla="*/ 934 w 17"/>
                <a:gd name="T13" fmla="*/ 430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">
                  <a:moveTo>
                    <a:pt x="4" y="12"/>
                  </a:moveTo>
                  <a:cubicBezTo>
                    <a:pt x="5" y="12"/>
                    <a:pt x="9" y="8"/>
                    <a:pt x="10" y="6"/>
                  </a:cubicBezTo>
                  <a:cubicBezTo>
                    <a:pt x="11" y="5"/>
                    <a:pt x="16" y="1"/>
                    <a:pt x="17" y="2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8" y="3"/>
                    <a:pt x="6" y="5"/>
                  </a:cubicBezTo>
                  <a:cubicBezTo>
                    <a:pt x="5" y="6"/>
                    <a:pt x="1" y="10"/>
                    <a:pt x="0" y="10"/>
                  </a:cubicBezTo>
                  <a:lnTo>
                    <a:pt x="4" y="12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6" name="Freeform 796">
              <a:extLst>
                <a:ext uri="{FF2B5EF4-FFF2-40B4-BE49-F238E27FC236}">
                  <a16:creationId xmlns:a16="http://schemas.microsoft.com/office/drawing/2014/main" id="{F7EA2799-0B52-4FD4-A244-481CFF84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344"/>
              <a:ext cx="15" cy="45"/>
            </a:xfrm>
            <a:custGeom>
              <a:avLst/>
              <a:gdLst>
                <a:gd name="T0" fmla="*/ 313 w 6"/>
                <a:gd name="T1" fmla="*/ 0 h 17"/>
                <a:gd name="T2" fmla="*/ 313 w 6"/>
                <a:gd name="T3" fmla="*/ 2748 h 17"/>
                <a:gd name="T4" fmla="*/ 313 w 6"/>
                <a:gd name="T5" fmla="*/ 5212 h 17"/>
                <a:gd name="T6" fmla="*/ 988 w 6"/>
                <a:gd name="T7" fmla="*/ 5845 h 17"/>
                <a:gd name="T8" fmla="*/ 988 w 6"/>
                <a:gd name="T9" fmla="*/ 3391 h 17"/>
                <a:gd name="T10" fmla="*/ 1300 w 6"/>
                <a:gd name="T11" fmla="*/ 1038 h 17"/>
                <a:gd name="T12" fmla="*/ 313 w 6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7">
                  <a:moveTo>
                    <a:pt x="1" y="0"/>
                  </a:moveTo>
                  <a:cubicBezTo>
                    <a:pt x="3" y="1"/>
                    <a:pt x="2" y="4"/>
                    <a:pt x="1" y="8"/>
                  </a:cubicBezTo>
                  <a:cubicBezTo>
                    <a:pt x="0" y="11"/>
                    <a:pt x="0" y="14"/>
                    <a:pt x="1" y="15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6"/>
                    <a:pt x="3" y="13"/>
                    <a:pt x="4" y="10"/>
                  </a:cubicBezTo>
                  <a:cubicBezTo>
                    <a:pt x="5" y="6"/>
                    <a:pt x="6" y="4"/>
                    <a:pt x="5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7" name="Freeform 797">
              <a:extLst>
                <a:ext uri="{FF2B5EF4-FFF2-40B4-BE49-F238E27FC236}">
                  <a16:creationId xmlns:a16="http://schemas.microsoft.com/office/drawing/2014/main" id="{CAD94D55-C49F-49DC-A91A-F1AB288CD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344"/>
              <a:ext cx="45" cy="29"/>
            </a:xfrm>
            <a:custGeom>
              <a:avLst/>
              <a:gdLst>
                <a:gd name="T0" fmla="*/ 783 w 18"/>
                <a:gd name="T1" fmla="*/ 3335 h 11"/>
                <a:gd name="T2" fmla="*/ 2738 w 18"/>
                <a:gd name="T3" fmla="*/ 2273 h 11"/>
                <a:gd name="T4" fmla="*/ 4425 w 18"/>
                <a:gd name="T5" fmla="*/ 1007 h 11"/>
                <a:gd name="T6" fmla="*/ 3720 w 18"/>
                <a:gd name="T7" fmla="*/ 382 h 11"/>
                <a:gd name="T8" fmla="*/ 1958 w 18"/>
                <a:gd name="T9" fmla="*/ 1389 h 11"/>
                <a:gd name="T10" fmla="*/ 0 w 18"/>
                <a:gd name="T11" fmla="*/ 2273 h 11"/>
                <a:gd name="T12" fmla="*/ 783 w 18"/>
                <a:gd name="T13" fmla="*/ 333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3" y="10"/>
                  </a:moveTo>
                  <a:cubicBezTo>
                    <a:pt x="4" y="11"/>
                    <a:pt x="9" y="8"/>
                    <a:pt x="11" y="7"/>
                  </a:cubicBezTo>
                  <a:cubicBezTo>
                    <a:pt x="12" y="6"/>
                    <a:pt x="16" y="2"/>
                    <a:pt x="18" y="3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3" y="0"/>
                    <a:pt x="9" y="3"/>
                    <a:pt x="8" y="4"/>
                  </a:cubicBezTo>
                  <a:cubicBezTo>
                    <a:pt x="6" y="5"/>
                    <a:pt x="1" y="8"/>
                    <a:pt x="0" y="7"/>
                  </a:cubicBezTo>
                  <a:lnTo>
                    <a:pt x="3" y="1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8" name="Freeform 798">
              <a:extLst>
                <a:ext uri="{FF2B5EF4-FFF2-40B4-BE49-F238E27FC236}">
                  <a16:creationId xmlns:a16="http://schemas.microsoft.com/office/drawing/2014/main" id="{8E3FE61D-2B27-433F-B0EA-6ADD4CCB9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325"/>
              <a:ext cx="25" cy="46"/>
            </a:xfrm>
            <a:custGeom>
              <a:avLst/>
              <a:gdLst>
                <a:gd name="T0" fmla="*/ 1488 w 10"/>
                <a:gd name="T1" fmla="*/ 0 h 17"/>
                <a:gd name="T2" fmla="*/ 783 w 10"/>
                <a:gd name="T3" fmla="*/ 3206 h 17"/>
                <a:gd name="T4" fmla="*/ 0 w 10"/>
                <a:gd name="T5" fmla="*/ 5945 h 17"/>
                <a:gd name="T6" fmla="*/ 783 w 10"/>
                <a:gd name="T7" fmla="*/ 6656 h 17"/>
                <a:gd name="T8" fmla="*/ 1488 w 10"/>
                <a:gd name="T9" fmla="*/ 4343 h 17"/>
                <a:gd name="T10" fmla="*/ 1958 w 10"/>
                <a:gd name="T11" fmla="*/ 1185 h 17"/>
                <a:gd name="T12" fmla="*/ 1488 w 10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6" y="0"/>
                  </a:moveTo>
                  <a:cubicBezTo>
                    <a:pt x="7" y="1"/>
                    <a:pt x="5" y="5"/>
                    <a:pt x="3" y="8"/>
                  </a:cubicBezTo>
                  <a:cubicBezTo>
                    <a:pt x="2" y="12"/>
                    <a:pt x="0" y="14"/>
                    <a:pt x="0" y="15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6"/>
                    <a:pt x="5" y="15"/>
                    <a:pt x="6" y="11"/>
                  </a:cubicBezTo>
                  <a:cubicBezTo>
                    <a:pt x="8" y="8"/>
                    <a:pt x="10" y="4"/>
                    <a:pt x="8" y="3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9" name="Freeform 799">
              <a:extLst>
                <a:ext uri="{FF2B5EF4-FFF2-40B4-BE49-F238E27FC236}">
                  <a16:creationId xmlns:a16="http://schemas.microsoft.com/office/drawing/2014/main" id="{33C5A589-E411-41BD-965D-946145B03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320"/>
              <a:ext cx="43" cy="21"/>
            </a:xfrm>
            <a:custGeom>
              <a:avLst/>
              <a:gdLst>
                <a:gd name="T0" fmla="*/ 326 w 17"/>
                <a:gd name="T1" fmla="*/ 2226 h 8"/>
                <a:gd name="T2" fmla="*/ 3640 w 17"/>
                <a:gd name="T3" fmla="*/ 378 h 8"/>
                <a:gd name="T4" fmla="*/ 3936 w 17"/>
                <a:gd name="T5" fmla="*/ 614 h 8"/>
                <a:gd name="T6" fmla="*/ 3397 w 17"/>
                <a:gd name="T7" fmla="*/ 1378 h 8"/>
                <a:gd name="T8" fmla="*/ 825 w 17"/>
                <a:gd name="T9" fmla="*/ 260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" y="7"/>
                  </a:moveTo>
                  <a:cubicBezTo>
                    <a:pt x="0" y="5"/>
                    <a:pt x="11" y="0"/>
                    <a:pt x="14" y="1"/>
                  </a:cubicBezTo>
                  <a:cubicBezTo>
                    <a:pt x="17" y="1"/>
                    <a:pt x="15" y="2"/>
                    <a:pt x="15" y="2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3" y="8"/>
                    <a:pt x="3" y="8"/>
                    <a:pt x="3" y="8"/>
                  </a:cubicBezTo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0" name="Freeform 800">
              <a:extLst>
                <a:ext uri="{FF2B5EF4-FFF2-40B4-BE49-F238E27FC236}">
                  <a16:creationId xmlns:a16="http://schemas.microsoft.com/office/drawing/2014/main" id="{25B07E6B-1210-472D-A3EA-ACF31B9C8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368"/>
              <a:ext cx="17" cy="45"/>
            </a:xfrm>
            <a:custGeom>
              <a:avLst/>
              <a:gdLst>
                <a:gd name="T0" fmla="*/ 0 w 7"/>
                <a:gd name="T1" fmla="*/ 0 h 17"/>
                <a:gd name="T2" fmla="*/ 413 w 7"/>
                <a:gd name="T3" fmla="*/ 3131 h 17"/>
                <a:gd name="T4" fmla="*/ 590 w 7"/>
                <a:gd name="T5" fmla="*/ 5845 h 17"/>
                <a:gd name="T6" fmla="*/ 1433 w 7"/>
                <a:gd name="T7" fmla="*/ 5845 h 17"/>
                <a:gd name="T8" fmla="*/ 1243 w 7"/>
                <a:gd name="T9" fmla="*/ 3391 h 17"/>
                <a:gd name="T10" fmla="*/ 831 w 7"/>
                <a:gd name="T11" fmla="*/ 392 h 17"/>
                <a:gd name="T12" fmla="*/ 0 w 7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7">
                  <a:moveTo>
                    <a:pt x="0" y="0"/>
                  </a:moveTo>
                  <a:cubicBezTo>
                    <a:pt x="2" y="1"/>
                    <a:pt x="2" y="5"/>
                    <a:pt x="2" y="9"/>
                  </a:cubicBezTo>
                  <a:cubicBezTo>
                    <a:pt x="2" y="12"/>
                    <a:pt x="1" y="17"/>
                    <a:pt x="3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7"/>
                    <a:pt x="6" y="14"/>
                    <a:pt x="6" y="10"/>
                  </a:cubicBezTo>
                  <a:cubicBezTo>
                    <a:pt x="6" y="6"/>
                    <a:pt x="6" y="2"/>
                    <a:pt x="4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1" name="Freeform 801">
              <a:extLst>
                <a:ext uri="{FF2B5EF4-FFF2-40B4-BE49-F238E27FC236}">
                  <a16:creationId xmlns:a16="http://schemas.microsoft.com/office/drawing/2014/main" id="{A41812FD-3B24-45D4-BE5F-E60A57A82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259"/>
              <a:ext cx="40" cy="34"/>
            </a:xfrm>
            <a:custGeom>
              <a:avLst/>
              <a:gdLst>
                <a:gd name="T0" fmla="*/ 988 w 16"/>
                <a:gd name="T1" fmla="*/ 377 h 13"/>
                <a:gd name="T2" fmla="*/ 2270 w 16"/>
                <a:gd name="T3" fmla="*/ 1969 h 13"/>
                <a:gd name="T4" fmla="*/ 3908 w 16"/>
                <a:gd name="T5" fmla="*/ 3557 h 13"/>
                <a:gd name="T6" fmla="*/ 2938 w 16"/>
                <a:gd name="T7" fmla="*/ 4166 h 13"/>
                <a:gd name="T8" fmla="*/ 1488 w 16"/>
                <a:gd name="T9" fmla="*/ 2579 h 13"/>
                <a:gd name="T10" fmla="*/ 0 w 16"/>
                <a:gd name="T11" fmla="*/ 609 h 13"/>
                <a:gd name="T12" fmla="*/ 988 w 16"/>
                <a:gd name="T13" fmla="*/ 37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3">
                  <a:moveTo>
                    <a:pt x="4" y="1"/>
                  </a:moveTo>
                  <a:cubicBezTo>
                    <a:pt x="5" y="0"/>
                    <a:pt x="8" y="5"/>
                    <a:pt x="9" y="6"/>
                  </a:cubicBezTo>
                  <a:cubicBezTo>
                    <a:pt x="11" y="8"/>
                    <a:pt x="14" y="12"/>
                    <a:pt x="16" y="11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0" y="13"/>
                    <a:pt x="7" y="9"/>
                    <a:pt x="6" y="8"/>
                  </a:cubicBezTo>
                  <a:cubicBezTo>
                    <a:pt x="4" y="6"/>
                    <a:pt x="1" y="2"/>
                    <a:pt x="0" y="2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2" name="Freeform 802">
              <a:extLst>
                <a:ext uri="{FF2B5EF4-FFF2-40B4-BE49-F238E27FC236}">
                  <a16:creationId xmlns:a16="http://schemas.microsoft.com/office/drawing/2014/main" id="{3816C157-3AF0-48EB-9E02-F62953BA8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261"/>
              <a:ext cx="15" cy="43"/>
            </a:xfrm>
            <a:custGeom>
              <a:avLst/>
              <a:gdLst>
                <a:gd name="T0" fmla="*/ 0 w 6"/>
                <a:gd name="T1" fmla="*/ 6060 h 16"/>
                <a:gd name="T2" fmla="*/ 313 w 6"/>
                <a:gd name="T3" fmla="*/ 3394 h 16"/>
                <a:gd name="T4" fmla="*/ 313 w 6"/>
                <a:gd name="T5" fmla="*/ 680 h 16"/>
                <a:gd name="T6" fmla="*/ 1300 w 6"/>
                <a:gd name="T7" fmla="*/ 0 h 16"/>
                <a:gd name="T8" fmla="*/ 1300 w 6"/>
                <a:gd name="T9" fmla="*/ 2658 h 16"/>
                <a:gd name="T10" fmla="*/ 1300 w 6"/>
                <a:gd name="T11" fmla="*/ 5628 h 16"/>
                <a:gd name="T12" fmla="*/ 0 w 6"/>
                <a:gd name="T13" fmla="*/ 606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2" y="15"/>
                    <a:pt x="2" y="12"/>
                    <a:pt x="1" y="9"/>
                  </a:cubicBezTo>
                  <a:cubicBezTo>
                    <a:pt x="1" y="5"/>
                    <a:pt x="0" y="2"/>
                    <a:pt x="1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5" y="3"/>
                    <a:pt x="5" y="7"/>
                  </a:cubicBezTo>
                  <a:cubicBezTo>
                    <a:pt x="5" y="11"/>
                    <a:pt x="6" y="14"/>
                    <a:pt x="5" y="15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3" name="Freeform 803">
              <a:extLst>
                <a:ext uri="{FF2B5EF4-FFF2-40B4-BE49-F238E27FC236}">
                  <a16:creationId xmlns:a16="http://schemas.microsoft.com/office/drawing/2014/main" id="{D3392FF2-7AC1-421F-B273-1AFACF6A4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272"/>
              <a:ext cx="43" cy="32"/>
            </a:xfrm>
            <a:custGeom>
              <a:avLst/>
              <a:gdLst>
                <a:gd name="T0" fmla="*/ 1017 w 17"/>
                <a:gd name="T1" fmla="*/ 397 h 12"/>
                <a:gd name="T2" fmla="*/ 2572 w 17"/>
                <a:gd name="T3" fmla="*/ 2184 h 12"/>
                <a:gd name="T4" fmla="*/ 4467 w 17"/>
                <a:gd name="T5" fmla="*/ 3640 h 12"/>
                <a:gd name="T6" fmla="*/ 3397 w 17"/>
                <a:gd name="T7" fmla="*/ 4301 h 12"/>
                <a:gd name="T8" fmla="*/ 1874 w 17"/>
                <a:gd name="T9" fmla="*/ 2581 h 12"/>
                <a:gd name="T10" fmla="*/ 0 w 17"/>
                <a:gd name="T11" fmla="*/ 661 h 12"/>
                <a:gd name="T12" fmla="*/ 1017 w 17"/>
                <a:gd name="T13" fmla="*/ 39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">
                  <a:moveTo>
                    <a:pt x="4" y="1"/>
                  </a:moveTo>
                  <a:cubicBezTo>
                    <a:pt x="5" y="0"/>
                    <a:pt x="9" y="4"/>
                    <a:pt x="10" y="6"/>
                  </a:cubicBezTo>
                  <a:cubicBezTo>
                    <a:pt x="12" y="7"/>
                    <a:pt x="16" y="11"/>
                    <a:pt x="17" y="10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2"/>
                    <a:pt x="8" y="9"/>
                    <a:pt x="7" y="7"/>
                  </a:cubicBezTo>
                  <a:cubicBezTo>
                    <a:pt x="5" y="6"/>
                    <a:pt x="2" y="2"/>
                    <a:pt x="0" y="2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4" name="Freeform 804">
              <a:extLst>
                <a:ext uri="{FF2B5EF4-FFF2-40B4-BE49-F238E27FC236}">
                  <a16:creationId xmlns:a16="http://schemas.microsoft.com/office/drawing/2014/main" id="{0917C0FB-C056-4FB9-987C-D08F96C39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75"/>
              <a:ext cx="17" cy="45"/>
            </a:xfrm>
            <a:custGeom>
              <a:avLst/>
              <a:gdLst>
                <a:gd name="T0" fmla="*/ 413 w 7"/>
                <a:gd name="T1" fmla="*/ 5845 h 17"/>
                <a:gd name="T2" fmla="*/ 413 w 7"/>
                <a:gd name="T3" fmla="*/ 3131 h 17"/>
                <a:gd name="T4" fmla="*/ 413 w 7"/>
                <a:gd name="T5" fmla="*/ 630 h 17"/>
                <a:gd name="T6" fmla="*/ 1003 w 7"/>
                <a:gd name="T7" fmla="*/ 0 h 17"/>
                <a:gd name="T8" fmla="*/ 1003 w 7"/>
                <a:gd name="T9" fmla="*/ 2446 h 17"/>
                <a:gd name="T10" fmla="*/ 1003 w 7"/>
                <a:gd name="T11" fmla="*/ 4807 h 17"/>
                <a:gd name="T12" fmla="*/ 413 w 7"/>
                <a:gd name="T13" fmla="*/ 584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7">
                  <a:moveTo>
                    <a:pt x="2" y="17"/>
                  </a:moveTo>
                  <a:cubicBezTo>
                    <a:pt x="4" y="16"/>
                    <a:pt x="3" y="13"/>
                    <a:pt x="2" y="9"/>
                  </a:cubicBezTo>
                  <a:cubicBezTo>
                    <a:pt x="1" y="6"/>
                    <a:pt x="0" y="2"/>
                    <a:pt x="2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4"/>
                    <a:pt x="5" y="7"/>
                  </a:cubicBezTo>
                  <a:cubicBezTo>
                    <a:pt x="6" y="11"/>
                    <a:pt x="7" y="13"/>
                    <a:pt x="5" y="14"/>
                  </a:cubicBezTo>
                  <a:lnTo>
                    <a:pt x="2" y="17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5" name="Freeform 805">
              <a:extLst>
                <a:ext uri="{FF2B5EF4-FFF2-40B4-BE49-F238E27FC236}">
                  <a16:creationId xmlns:a16="http://schemas.microsoft.com/office/drawing/2014/main" id="{ADA9431A-EAE6-47A5-AA89-354CDAA3D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291"/>
              <a:ext cx="43" cy="29"/>
            </a:xfrm>
            <a:custGeom>
              <a:avLst/>
              <a:gdLst>
                <a:gd name="T0" fmla="*/ 825 w 17"/>
                <a:gd name="T1" fmla="*/ 382 h 11"/>
                <a:gd name="T2" fmla="*/ 2572 w 17"/>
                <a:gd name="T3" fmla="*/ 1389 h 11"/>
                <a:gd name="T4" fmla="*/ 4467 w 17"/>
                <a:gd name="T5" fmla="*/ 2655 h 11"/>
                <a:gd name="T6" fmla="*/ 3936 w 17"/>
                <a:gd name="T7" fmla="*/ 3335 h 11"/>
                <a:gd name="T8" fmla="*/ 1874 w 17"/>
                <a:gd name="T9" fmla="*/ 2273 h 11"/>
                <a:gd name="T10" fmla="*/ 0 w 17"/>
                <a:gd name="T11" fmla="*/ 1389 h 11"/>
                <a:gd name="T12" fmla="*/ 825 w 17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1">
                  <a:moveTo>
                    <a:pt x="3" y="1"/>
                  </a:moveTo>
                  <a:cubicBezTo>
                    <a:pt x="4" y="0"/>
                    <a:pt x="8" y="3"/>
                    <a:pt x="10" y="4"/>
                  </a:cubicBezTo>
                  <a:cubicBezTo>
                    <a:pt x="12" y="5"/>
                    <a:pt x="16" y="9"/>
                    <a:pt x="17" y="8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3" y="11"/>
                    <a:pt x="9" y="8"/>
                    <a:pt x="7" y="7"/>
                  </a:cubicBezTo>
                  <a:cubicBezTo>
                    <a:pt x="5" y="6"/>
                    <a:pt x="1" y="3"/>
                    <a:pt x="0" y="4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6" name="Freeform 806">
              <a:extLst>
                <a:ext uri="{FF2B5EF4-FFF2-40B4-BE49-F238E27FC236}">
                  <a16:creationId xmlns:a16="http://schemas.microsoft.com/office/drawing/2014/main" id="{F238C0D8-98F1-407C-B723-3EB27CDFA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293"/>
              <a:ext cx="30" cy="46"/>
            </a:xfrm>
            <a:custGeom>
              <a:avLst/>
              <a:gdLst>
                <a:gd name="T0" fmla="*/ 1958 w 12"/>
                <a:gd name="T1" fmla="*/ 6656 h 17"/>
                <a:gd name="T2" fmla="*/ 1300 w 12"/>
                <a:gd name="T3" fmla="*/ 3485 h 17"/>
                <a:gd name="T4" fmla="*/ 313 w 12"/>
                <a:gd name="T5" fmla="*/ 1185 h 17"/>
                <a:gd name="T6" fmla="*/ 988 w 12"/>
                <a:gd name="T7" fmla="*/ 0 h 17"/>
                <a:gd name="T8" fmla="*/ 1770 w 12"/>
                <a:gd name="T9" fmla="*/ 2300 h 17"/>
                <a:gd name="T10" fmla="*/ 2470 w 12"/>
                <a:gd name="T11" fmla="*/ 5528 h 17"/>
                <a:gd name="T12" fmla="*/ 1958 w 12"/>
                <a:gd name="T13" fmla="*/ 665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8" y="17"/>
                  </a:moveTo>
                  <a:cubicBezTo>
                    <a:pt x="9" y="15"/>
                    <a:pt x="7" y="12"/>
                    <a:pt x="5" y="9"/>
                  </a:cubicBezTo>
                  <a:cubicBezTo>
                    <a:pt x="3" y="5"/>
                    <a:pt x="0" y="4"/>
                    <a:pt x="1" y="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5" y="2"/>
                    <a:pt x="7" y="6"/>
                  </a:cubicBezTo>
                  <a:cubicBezTo>
                    <a:pt x="9" y="9"/>
                    <a:pt x="12" y="12"/>
                    <a:pt x="10" y="14"/>
                  </a:cubicBezTo>
                  <a:lnTo>
                    <a:pt x="8" y="17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7" name="Freeform 807">
              <a:extLst>
                <a:ext uri="{FF2B5EF4-FFF2-40B4-BE49-F238E27FC236}">
                  <a16:creationId xmlns:a16="http://schemas.microsoft.com/office/drawing/2014/main" id="{F9B833DF-B2C2-40AC-9595-CCB306531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251"/>
              <a:ext cx="17" cy="42"/>
            </a:xfrm>
            <a:custGeom>
              <a:avLst/>
              <a:gdLst>
                <a:gd name="T0" fmla="*/ 0 w 7"/>
                <a:gd name="T1" fmla="*/ 5229 h 16"/>
                <a:gd name="T2" fmla="*/ 170 w 7"/>
                <a:gd name="T3" fmla="*/ 2226 h 16"/>
                <a:gd name="T4" fmla="*/ 413 w 7"/>
                <a:gd name="T5" fmla="*/ 0 h 16"/>
                <a:gd name="T6" fmla="*/ 1433 w 7"/>
                <a:gd name="T7" fmla="*/ 0 h 16"/>
                <a:gd name="T8" fmla="*/ 1003 w 7"/>
                <a:gd name="T9" fmla="*/ 1992 h 16"/>
                <a:gd name="T10" fmla="*/ 590 w 7"/>
                <a:gd name="T11" fmla="*/ 4851 h 16"/>
                <a:gd name="T12" fmla="*/ 0 w 7"/>
                <a:gd name="T13" fmla="*/ 5229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6">
                  <a:moveTo>
                    <a:pt x="0" y="16"/>
                  </a:moveTo>
                  <a:cubicBezTo>
                    <a:pt x="1" y="15"/>
                    <a:pt x="1" y="11"/>
                    <a:pt x="1" y="7"/>
                  </a:cubicBezTo>
                  <a:cubicBezTo>
                    <a:pt x="2" y="4"/>
                    <a:pt x="1" y="1"/>
                    <a:pt x="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5" y="2"/>
                    <a:pt x="5" y="6"/>
                  </a:cubicBezTo>
                  <a:cubicBezTo>
                    <a:pt x="5" y="10"/>
                    <a:pt x="5" y="14"/>
                    <a:pt x="3" y="15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8" name="Freeform 808">
              <a:extLst>
                <a:ext uri="{FF2B5EF4-FFF2-40B4-BE49-F238E27FC236}">
                  <a16:creationId xmlns:a16="http://schemas.microsoft.com/office/drawing/2014/main" id="{7F942273-73F3-4F62-8FB1-29BD84C7E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323"/>
              <a:ext cx="45" cy="26"/>
            </a:xfrm>
            <a:custGeom>
              <a:avLst/>
              <a:gdLst>
                <a:gd name="T0" fmla="*/ 520 w 18"/>
                <a:gd name="T1" fmla="*/ 2746 h 10"/>
                <a:gd name="T2" fmla="*/ 2470 w 18"/>
                <a:gd name="T3" fmla="*/ 1914 h 10"/>
                <a:gd name="T4" fmla="*/ 4425 w 18"/>
                <a:gd name="T5" fmla="*/ 1196 h 10"/>
                <a:gd name="T6" fmla="*/ 3720 w 18"/>
                <a:gd name="T7" fmla="*/ 372 h 10"/>
                <a:gd name="T8" fmla="*/ 1770 w 18"/>
                <a:gd name="T9" fmla="*/ 967 h 10"/>
                <a:gd name="T10" fmla="*/ 0 w 18"/>
                <a:gd name="T11" fmla="*/ 1547 h 10"/>
                <a:gd name="T12" fmla="*/ 520 w 18"/>
                <a:gd name="T13" fmla="*/ 274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0">
                  <a:moveTo>
                    <a:pt x="2" y="9"/>
                  </a:moveTo>
                  <a:cubicBezTo>
                    <a:pt x="3" y="10"/>
                    <a:pt x="8" y="7"/>
                    <a:pt x="10" y="6"/>
                  </a:cubicBezTo>
                  <a:cubicBezTo>
                    <a:pt x="12" y="5"/>
                    <a:pt x="16" y="3"/>
                    <a:pt x="18" y="4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9" y="2"/>
                    <a:pt x="7" y="3"/>
                  </a:cubicBezTo>
                  <a:cubicBezTo>
                    <a:pt x="5" y="4"/>
                    <a:pt x="1" y="6"/>
                    <a:pt x="0" y="5"/>
                  </a:cubicBezTo>
                  <a:lnTo>
                    <a:pt x="2" y="9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9" name="Freeform 809">
              <a:extLst>
                <a:ext uri="{FF2B5EF4-FFF2-40B4-BE49-F238E27FC236}">
                  <a16:creationId xmlns:a16="http://schemas.microsoft.com/office/drawing/2014/main" id="{743DFD0D-8BD4-4959-97BE-90B0F4296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597"/>
              <a:ext cx="40" cy="35"/>
            </a:xfrm>
            <a:custGeom>
              <a:avLst/>
              <a:gdLst>
                <a:gd name="T0" fmla="*/ 988 w 16"/>
                <a:gd name="T1" fmla="*/ 4531 h 13"/>
                <a:gd name="T2" fmla="*/ 2270 w 16"/>
                <a:gd name="T3" fmla="*/ 2673 h 13"/>
                <a:gd name="T4" fmla="*/ 3908 w 16"/>
                <a:gd name="T5" fmla="*/ 681 h 13"/>
                <a:gd name="T6" fmla="*/ 2938 w 16"/>
                <a:gd name="T7" fmla="*/ 0 h 13"/>
                <a:gd name="T8" fmla="*/ 1300 w 16"/>
                <a:gd name="T9" fmla="*/ 1833 h 13"/>
                <a:gd name="T10" fmla="*/ 0 w 16"/>
                <a:gd name="T11" fmla="*/ 4254 h 13"/>
                <a:gd name="T12" fmla="*/ 988 w 16"/>
                <a:gd name="T13" fmla="*/ 453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3">
                  <a:moveTo>
                    <a:pt x="4" y="12"/>
                  </a:moveTo>
                  <a:cubicBezTo>
                    <a:pt x="5" y="13"/>
                    <a:pt x="8" y="8"/>
                    <a:pt x="9" y="7"/>
                  </a:cubicBezTo>
                  <a:cubicBezTo>
                    <a:pt x="11" y="5"/>
                    <a:pt x="14" y="1"/>
                    <a:pt x="16" y="2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0"/>
                    <a:pt x="7" y="4"/>
                    <a:pt x="5" y="5"/>
                  </a:cubicBezTo>
                  <a:cubicBezTo>
                    <a:pt x="4" y="7"/>
                    <a:pt x="1" y="11"/>
                    <a:pt x="0" y="11"/>
                  </a:cubicBezTo>
                  <a:lnTo>
                    <a:pt x="4" y="12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0" name="Freeform 810">
              <a:extLst>
                <a:ext uri="{FF2B5EF4-FFF2-40B4-BE49-F238E27FC236}">
                  <a16:creationId xmlns:a16="http://schemas.microsoft.com/office/drawing/2014/main" id="{DCE1E715-D722-497E-82A0-35A54A3FF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587"/>
              <a:ext cx="15" cy="42"/>
            </a:xfrm>
            <a:custGeom>
              <a:avLst/>
              <a:gdLst>
                <a:gd name="T0" fmla="*/ 0 w 6"/>
                <a:gd name="T1" fmla="*/ 0 h 16"/>
                <a:gd name="T2" fmla="*/ 313 w 6"/>
                <a:gd name="T3" fmla="*/ 2604 h 16"/>
                <a:gd name="T4" fmla="*/ 313 w 6"/>
                <a:gd name="T5" fmla="*/ 4851 h 16"/>
                <a:gd name="T6" fmla="*/ 1300 w 6"/>
                <a:gd name="T7" fmla="*/ 5229 h 16"/>
                <a:gd name="T8" fmla="*/ 1300 w 6"/>
                <a:gd name="T9" fmla="*/ 2985 h 16"/>
                <a:gd name="T10" fmla="*/ 988 w 6"/>
                <a:gd name="T11" fmla="*/ 378 h 16"/>
                <a:gd name="T12" fmla="*/ 0 w 6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2" y="1"/>
                    <a:pt x="2" y="4"/>
                    <a:pt x="1" y="8"/>
                  </a:cubicBezTo>
                  <a:cubicBezTo>
                    <a:pt x="1" y="11"/>
                    <a:pt x="0" y="14"/>
                    <a:pt x="1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3" y="16"/>
                    <a:pt x="4" y="13"/>
                    <a:pt x="5" y="9"/>
                  </a:cubicBezTo>
                  <a:cubicBezTo>
                    <a:pt x="5" y="6"/>
                    <a:pt x="6" y="2"/>
                    <a:pt x="4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1" name="Freeform 811">
              <a:extLst>
                <a:ext uri="{FF2B5EF4-FFF2-40B4-BE49-F238E27FC236}">
                  <a16:creationId xmlns:a16="http://schemas.microsoft.com/office/drawing/2014/main" id="{7DCDE290-F09C-4C17-B259-AA2FDAA60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587"/>
              <a:ext cx="42" cy="32"/>
            </a:xfrm>
            <a:custGeom>
              <a:avLst/>
              <a:gdLst>
                <a:gd name="T0" fmla="*/ 934 w 17"/>
                <a:gd name="T1" fmla="*/ 4301 h 12"/>
                <a:gd name="T2" fmla="*/ 2308 w 17"/>
                <a:gd name="T3" fmla="*/ 2581 h 12"/>
                <a:gd name="T4" fmla="*/ 3876 w 17"/>
                <a:gd name="T5" fmla="*/ 661 h 12"/>
                <a:gd name="T6" fmla="*/ 2942 w 17"/>
                <a:gd name="T7" fmla="*/ 397 h 12"/>
                <a:gd name="T8" fmla="*/ 1374 w 17"/>
                <a:gd name="T9" fmla="*/ 1763 h 12"/>
                <a:gd name="T10" fmla="*/ 0 w 17"/>
                <a:gd name="T11" fmla="*/ 3640 h 12"/>
                <a:gd name="T12" fmla="*/ 934 w 17"/>
                <a:gd name="T13" fmla="*/ 430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">
                  <a:moveTo>
                    <a:pt x="4" y="12"/>
                  </a:moveTo>
                  <a:cubicBezTo>
                    <a:pt x="5" y="12"/>
                    <a:pt x="9" y="8"/>
                    <a:pt x="10" y="7"/>
                  </a:cubicBezTo>
                  <a:cubicBezTo>
                    <a:pt x="11" y="5"/>
                    <a:pt x="16" y="1"/>
                    <a:pt x="17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0"/>
                    <a:pt x="8" y="3"/>
                    <a:pt x="6" y="5"/>
                  </a:cubicBezTo>
                  <a:cubicBezTo>
                    <a:pt x="5" y="6"/>
                    <a:pt x="1" y="10"/>
                    <a:pt x="0" y="10"/>
                  </a:cubicBezTo>
                  <a:lnTo>
                    <a:pt x="4" y="12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2" name="Freeform 812">
              <a:extLst>
                <a:ext uri="{FF2B5EF4-FFF2-40B4-BE49-F238E27FC236}">
                  <a16:creationId xmlns:a16="http://schemas.microsoft.com/office/drawing/2014/main" id="{1C49BF9B-AE0A-458E-93C6-2B57EC590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576"/>
              <a:ext cx="15" cy="43"/>
            </a:xfrm>
            <a:custGeom>
              <a:avLst/>
              <a:gdLst>
                <a:gd name="T0" fmla="*/ 313 w 6"/>
                <a:gd name="T1" fmla="*/ 0 h 16"/>
                <a:gd name="T2" fmla="*/ 313 w 6"/>
                <a:gd name="T3" fmla="*/ 2658 h 16"/>
                <a:gd name="T4" fmla="*/ 313 w 6"/>
                <a:gd name="T5" fmla="*/ 5316 h 16"/>
                <a:gd name="T6" fmla="*/ 988 w 6"/>
                <a:gd name="T7" fmla="*/ 6060 h 16"/>
                <a:gd name="T8" fmla="*/ 988 w 6"/>
                <a:gd name="T9" fmla="*/ 3394 h 16"/>
                <a:gd name="T10" fmla="*/ 1300 w 6"/>
                <a:gd name="T11" fmla="*/ 680 h 16"/>
                <a:gd name="T12" fmla="*/ 313 w 6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6">
                  <a:moveTo>
                    <a:pt x="1" y="0"/>
                  </a:moveTo>
                  <a:cubicBezTo>
                    <a:pt x="3" y="1"/>
                    <a:pt x="2" y="3"/>
                    <a:pt x="1" y="7"/>
                  </a:cubicBezTo>
                  <a:cubicBezTo>
                    <a:pt x="0" y="10"/>
                    <a:pt x="0" y="13"/>
                    <a:pt x="1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5"/>
                    <a:pt x="3" y="13"/>
                    <a:pt x="4" y="9"/>
                  </a:cubicBezTo>
                  <a:cubicBezTo>
                    <a:pt x="5" y="6"/>
                    <a:pt x="6" y="3"/>
                    <a:pt x="5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3" name="Freeform 813">
              <a:extLst>
                <a:ext uri="{FF2B5EF4-FFF2-40B4-BE49-F238E27FC236}">
                  <a16:creationId xmlns:a16="http://schemas.microsoft.com/office/drawing/2014/main" id="{FD0E8C7C-F67A-494B-AFA3-30FDE790F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573"/>
              <a:ext cx="45" cy="30"/>
            </a:xfrm>
            <a:custGeom>
              <a:avLst/>
              <a:gdLst>
                <a:gd name="T0" fmla="*/ 783 w 18"/>
                <a:gd name="T1" fmla="*/ 4099 h 11"/>
                <a:gd name="T2" fmla="*/ 2738 w 18"/>
                <a:gd name="T3" fmla="*/ 2877 h 11"/>
                <a:gd name="T4" fmla="*/ 4425 w 18"/>
                <a:gd name="T5" fmla="*/ 1666 h 11"/>
                <a:gd name="T6" fmla="*/ 3720 w 18"/>
                <a:gd name="T7" fmla="*/ 447 h 11"/>
                <a:gd name="T8" fmla="*/ 1958 w 18"/>
                <a:gd name="T9" fmla="*/ 1666 h 11"/>
                <a:gd name="T10" fmla="*/ 0 w 18"/>
                <a:gd name="T11" fmla="*/ 2877 h 11"/>
                <a:gd name="T12" fmla="*/ 783 w 18"/>
                <a:gd name="T13" fmla="*/ 4099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3" y="10"/>
                  </a:moveTo>
                  <a:cubicBezTo>
                    <a:pt x="4" y="11"/>
                    <a:pt x="9" y="8"/>
                    <a:pt x="11" y="7"/>
                  </a:cubicBezTo>
                  <a:cubicBezTo>
                    <a:pt x="12" y="6"/>
                    <a:pt x="16" y="2"/>
                    <a:pt x="18" y="4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3" y="0"/>
                    <a:pt x="9" y="3"/>
                    <a:pt x="8" y="4"/>
                  </a:cubicBezTo>
                  <a:cubicBezTo>
                    <a:pt x="6" y="5"/>
                    <a:pt x="1" y="8"/>
                    <a:pt x="0" y="7"/>
                  </a:cubicBezTo>
                  <a:lnTo>
                    <a:pt x="3" y="1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4" name="Freeform 814">
              <a:extLst>
                <a:ext uri="{FF2B5EF4-FFF2-40B4-BE49-F238E27FC236}">
                  <a16:creationId xmlns:a16="http://schemas.microsoft.com/office/drawing/2014/main" id="{7E4F09CE-E5F8-402F-8257-C1C95C4DB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555"/>
              <a:ext cx="25" cy="45"/>
            </a:xfrm>
            <a:custGeom>
              <a:avLst/>
              <a:gdLst>
                <a:gd name="T0" fmla="*/ 1488 w 10"/>
                <a:gd name="T1" fmla="*/ 0 h 17"/>
                <a:gd name="T2" fmla="*/ 783 w 10"/>
                <a:gd name="T3" fmla="*/ 3131 h 17"/>
                <a:gd name="T4" fmla="*/ 0 w 10"/>
                <a:gd name="T5" fmla="*/ 5212 h 17"/>
                <a:gd name="T6" fmla="*/ 783 w 10"/>
                <a:gd name="T7" fmla="*/ 5845 h 17"/>
                <a:gd name="T8" fmla="*/ 1488 w 10"/>
                <a:gd name="T9" fmla="*/ 3783 h 17"/>
                <a:gd name="T10" fmla="*/ 1958 w 10"/>
                <a:gd name="T11" fmla="*/ 1038 h 17"/>
                <a:gd name="T12" fmla="*/ 1488 w 10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6" y="0"/>
                  </a:moveTo>
                  <a:cubicBezTo>
                    <a:pt x="7" y="1"/>
                    <a:pt x="5" y="5"/>
                    <a:pt x="3" y="9"/>
                  </a:cubicBezTo>
                  <a:cubicBezTo>
                    <a:pt x="2" y="12"/>
                    <a:pt x="0" y="14"/>
                    <a:pt x="0" y="15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6"/>
                    <a:pt x="5" y="15"/>
                    <a:pt x="6" y="11"/>
                  </a:cubicBezTo>
                  <a:cubicBezTo>
                    <a:pt x="8" y="8"/>
                    <a:pt x="10" y="4"/>
                    <a:pt x="8" y="3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5" name="Freeform 815">
              <a:extLst>
                <a:ext uri="{FF2B5EF4-FFF2-40B4-BE49-F238E27FC236}">
                  <a16:creationId xmlns:a16="http://schemas.microsoft.com/office/drawing/2014/main" id="{3CFBB242-F171-40D1-B929-56FEDEFAC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549"/>
              <a:ext cx="43" cy="22"/>
            </a:xfrm>
            <a:custGeom>
              <a:avLst/>
              <a:gdLst>
                <a:gd name="T0" fmla="*/ 326 w 17"/>
                <a:gd name="T1" fmla="*/ 2973 h 8"/>
                <a:gd name="T2" fmla="*/ 3640 w 17"/>
                <a:gd name="T3" fmla="*/ 462 h 8"/>
                <a:gd name="T4" fmla="*/ 3936 w 17"/>
                <a:gd name="T5" fmla="*/ 976 h 8"/>
                <a:gd name="T6" fmla="*/ 3397 w 17"/>
                <a:gd name="T7" fmla="*/ 1724 h 8"/>
                <a:gd name="T8" fmla="*/ 825 w 17"/>
                <a:gd name="T9" fmla="*/ 349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" y="7"/>
                  </a:moveTo>
                  <a:cubicBezTo>
                    <a:pt x="0" y="5"/>
                    <a:pt x="11" y="0"/>
                    <a:pt x="14" y="1"/>
                  </a:cubicBezTo>
                  <a:cubicBezTo>
                    <a:pt x="17" y="1"/>
                    <a:pt x="15" y="2"/>
                    <a:pt x="15" y="2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3" y="8"/>
                    <a:pt x="3" y="8"/>
                    <a:pt x="3" y="8"/>
                  </a:cubicBezTo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6" name="Freeform 816">
              <a:extLst>
                <a:ext uri="{FF2B5EF4-FFF2-40B4-BE49-F238E27FC236}">
                  <a16:creationId xmlns:a16="http://schemas.microsoft.com/office/drawing/2014/main" id="{2F92F65C-4EE9-40FB-9B1C-4F665A006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597"/>
              <a:ext cx="17" cy="46"/>
            </a:xfrm>
            <a:custGeom>
              <a:avLst/>
              <a:gdLst>
                <a:gd name="T0" fmla="*/ 0 w 7"/>
                <a:gd name="T1" fmla="*/ 0 h 17"/>
                <a:gd name="T2" fmla="*/ 413 w 7"/>
                <a:gd name="T3" fmla="*/ 3485 h 17"/>
                <a:gd name="T4" fmla="*/ 590 w 7"/>
                <a:gd name="T5" fmla="*/ 6656 h 17"/>
                <a:gd name="T6" fmla="*/ 1433 w 7"/>
                <a:gd name="T7" fmla="*/ 6656 h 17"/>
                <a:gd name="T8" fmla="*/ 1243 w 7"/>
                <a:gd name="T9" fmla="*/ 3924 h 17"/>
                <a:gd name="T10" fmla="*/ 831 w 7"/>
                <a:gd name="T11" fmla="*/ 438 h 17"/>
                <a:gd name="T12" fmla="*/ 0 w 7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7">
                  <a:moveTo>
                    <a:pt x="0" y="0"/>
                  </a:moveTo>
                  <a:cubicBezTo>
                    <a:pt x="2" y="1"/>
                    <a:pt x="2" y="5"/>
                    <a:pt x="2" y="9"/>
                  </a:cubicBezTo>
                  <a:cubicBezTo>
                    <a:pt x="2" y="12"/>
                    <a:pt x="1" y="17"/>
                    <a:pt x="3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7"/>
                    <a:pt x="6" y="14"/>
                    <a:pt x="6" y="10"/>
                  </a:cubicBezTo>
                  <a:cubicBezTo>
                    <a:pt x="6" y="6"/>
                    <a:pt x="6" y="2"/>
                    <a:pt x="4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7" name="Freeform 817">
              <a:extLst>
                <a:ext uri="{FF2B5EF4-FFF2-40B4-BE49-F238E27FC236}">
                  <a16:creationId xmlns:a16="http://schemas.microsoft.com/office/drawing/2014/main" id="{D9F7609A-B3CF-4757-9F22-66763A580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491"/>
              <a:ext cx="40" cy="32"/>
            </a:xfrm>
            <a:custGeom>
              <a:avLst/>
              <a:gdLst>
                <a:gd name="T0" fmla="*/ 988 w 16"/>
                <a:gd name="T1" fmla="*/ 0 h 12"/>
                <a:gd name="T2" fmla="*/ 2270 w 16"/>
                <a:gd name="T3" fmla="*/ 2184 h 12"/>
                <a:gd name="T4" fmla="*/ 3908 w 16"/>
                <a:gd name="T5" fmla="*/ 3891 h 12"/>
                <a:gd name="T6" fmla="*/ 2938 w 16"/>
                <a:gd name="T7" fmla="*/ 4301 h 12"/>
                <a:gd name="T8" fmla="*/ 1488 w 16"/>
                <a:gd name="T9" fmla="*/ 2581 h 12"/>
                <a:gd name="T10" fmla="*/ 0 w 16"/>
                <a:gd name="T11" fmla="*/ 397 h 12"/>
                <a:gd name="T12" fmla="*/ 988 w 16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2">
                  <a:moveTo>
                    <a:pt x="4" y="0"/>
                  </a:moveTo>
                  <a:cubicBezTo>
                    <a:pt x="5" y="0"/>
                    <a:pt x="8" y="4"/>
                    <a:pt x="9" y="6"/>
                  </a:cubicBezTo>
                  <a:cubicBezTo>
                    <a:pt x="11" y="7"/>
                    <a:pt x="14" y="11"/>
                    <a:pt x="16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0" y="12"/>
                    <a:pt x="7" y="9"/>
                    <a:pt x="6" y="7"/>
                  </a:cubicBezTo>
                  <a:cubicBezTo>
                    <a:pt x="4" y="5"/>
                    <a:pt x="1" y="1"/>
                    <a:pt x="0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8" name="Freeform 818">
              <a:extLst>
                <a:ext uri="{FF2B5EF4-FFF2-40B4-BE49-F238E27FC236}">
                  <a16:creationId xmlns:a16="http://schemas.microsoft.com/office/drawing/2014/main" id="{33FD207A-79BD-4B80-A261-8D7425BA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491"/>
              <a:ext cx="15" cy="42"/>
            </a:xfrm>
            <a:custGeom>
              <a:avLst/>
              <a:gdLst>
                <a:gd name="T0" fmla="*/ 0 w 6"/>
                <a:gd name="T1" fmla="*/ 5229 h 16"/>
                <a:gd name="T2" fmla="*/ 313 w 6"/>
                <a:gd name="T3" fmla="*/ 2985 h 16"/>
                <a:gd name="T4" fmla="*/ 313 w 6"/>
                <a:gd name="T5" fmla="*/ 614 h 16"/>
                <a:gd name="T6" fmla="*/ 1300 w 6"/>
                <a:gd name="T7" fmla="*/ 0 h 16"/>
                <a:gd name="T8" fmla="*/ 1300 w 6"/>
                <a:gd name="T9" fmla="*/ 2226 h 16"/>
                <a:gd name="T10" fmla="*/ 1300 w 6"/>
                <a:gd name="T11" fmla="*/ 4851 h 16"/>
                <a:gd name="T12" fmla="*/ 0 w 6"/>
                <a:gd name="T13" fmla="*/ 5229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2" y="15"/>
                    <a:pt x="2" y="12"/>
                    <a:pt x="1" y="9"/>
                  </a:cubicBezTo>
                  <a:cubicBezTo>
                    <a:pt x="1" y="5"/>
                    <a:pt x="0" y="2"/>
                    <a:pt x="1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5" y="3"/>
                    <a:pt x="5" y="7"/>
                  </a:cubicBezTo>
                  <a:cubicBezTo>
                    <a:pt x="5" y="11"/>
                    <a:pt x="6" y="14"/>
                    <a:pt x="5" y="15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9" name="Freeform 819">
              <a:extLst>
                <a:ext uri="{FF2B5EF4-FFF2-40B4-BE49-F238E27FC236}">
                  <a16:creationId xmlns:a16="http://schemas.microsoft.com/office/drawing/2014/main" id="{CD3AABF2-E543-4EA2-8FFD-8A1FA8B6B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501"/>
              <a:ext cx="43" cy="35"/>
            </a:xfrm>
            <a:custGeom>
              <a:avLst/>
              <a:gdLst>
                <a:gd name="T0" fmla="*/ 1017 w 17"/>
                <a:gd name="T1" fmla="*/ 428 h 13"/>
                <a:gd name="T2" fmla="*/ 2572 w 17"/>
                <a:gd name="T3" fmla="*/ 2262 h 13"/>
                <a:gd name="T4" fmla="*/ 4467 w 17"/>
                <a:gd name="T5" fmla="*/ 4254 h 13"/>
                <a:gd name="T6" fmla="*/ 3397 w 17"/>
                <a:gd name="T7" fmla="*/ 4531 h 13"/>
                <a:gd name="T8" fmla="*/ 1874 w 17"/>
                <a:gd name="T9" fmla="*/ 3102 h 13"/>
                <a:gd name="T10" fmla="*/ 0 w 17"/>
                <a:gd name="T11" fmla="*/ 1152 h 13"/>
                <a:gd name="T12" fmla="*/ 1017 w 17"/>
                <a:gd name="T13" fmla="*/ 42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3">
                  <a:moveTo>
                    <a:pt x="4" y="1"/>
                  </a:moveTo>
                  <a:cubicBezTo>
                    <a:pt x="5" y="0"/>
                    <a:pt x="9" y="4"/>
                    <a:pt x="10" y="6"/>
                  </a:cubicBezTo>
                  <a:cubicBezTo>
                    <a:pt x="12" y="7"/>
                    <a:pt x="16" y="11"/>
                    <a:pt x="17" y="11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8" y="9"/>
                    <a:pt x="7" y="8"/>
                  </a:cubicBezTo>
                  <a:cubicBezTo>
                    <a:pt x="5" y="6"/>
                    <a:pt x="2" y="2"/>
                    <a:pt x="0" y="3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0" name="Freeform 820">
              <a:extLst>
                <a:ext uri="{FF2B5EF4-FFF2-40B4-BE49-F238E27FC236}">
                  <a16:creationId xmlns:a16="http://schemas.microsoft.com/office/drawing/2014/main" id="{6638AFF3-35AF-4C59-956B-8680F0EB7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504"/>
              <a:ext cx="17" cy="45"/>
            </a:xfrm>
            <a:custGeom>
              <a:avLst/>
              <a:gdLst>
                <a:gd name="T0" fmla="*/ 413 w 7"/>
                <a:gd name="T1" fmla="*/ 5845 h 17"/>
                <a:gd name="T2" fmla="*/ 413 w 7"/>
                <a:gd name="T3" fmla="*/ 3391 h 17"/>
                <a:gd name="T4" fmla="*/ 413 w 7"/>
                <a:gd name="T5" fmla="*/ 630 h 17"/>
                <a:gd name="T6" fmla="*/ 1003 w 7"/>
                <a:gd name="T7" fmla="*/ 0 h 17"/>
                <a:gd name="T8" fmla="*/ 1003 w 7"/>
                <a:gd name="T9" fmla="*/ 2446 h 17"/>
                <a:gd name="T10" fmla="*/ 1003 w 7"/>
                <a:gd name="T11" fmla="*/ 4807 h 17"/>
                <a:gd name="T12" fmla="*/ 413 w 7"/>
                <a:gd name="T13" fmla="*/ 584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7">
                  <a:moveTo>
                    <a:pt x="2" y="17"/>
                  </a:moveTo>
                  <a:cubicBezTo>
                    <a:pt x="4" y="16"/>
                    <a:pt x="3" y="13"/>
                    <a:pt x="2" y="10"/>
                  </a:cubicBezTo>
                  <a:cubicBezTo>
                    <a:pt x="1" y="6"/>
                    <a:pt x="0" y="3"/>
                    <a:pt x="2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4" y="4"/>
                    <a:pt x="5" y="7"/>
                  </a:cubicBezTo>
                  <a:cubicBezTo>
                    <a:pt x="6" y="11"/>
                    <a:pt x="7" y="13"/>
                    <a:pt x="5" y="14"/>
                  </a:cubicBezTo>
                  <a:lnTo>
                    <a:pt x="2" y="17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1" name="Freeform 821">
              <a:extLst>
                <a:ext uri="{FF2B5EF4-FFF2-40B4-BE49-F238E27FC236}">
                  <a16:creationId xmlns:a16="http://schemas.microsoft.com/office/drawing/2014/main" id="{313CBBFF-8BE3-4BA4-A193-C58C9406F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523"/>
              <a:ext cx="43" cy="29"/>
            </a:xfrm>
            <a:custGeom>
              <a:avLst/>
              <a:gdLst>
                <a:gd name="T0" fmla="*/ 825 w 17"/>
                <a:gd name="T1" fmla="*/ 0 h 11"/>
                <a:gd name="T2" fmla="*/ 2572 w 17"/>
                <a:gd name="T3" fmla="*/ 1007 h 11"/>
                <a:gd name="T4" fmla="*/ 4467 w 17"/>
                <a:gd name="T5" fmla="*/ 2273 h 11"/>
                <a:gd name="T6" fmla="*/ 3936 w 17"/>
                <a:gd name="T7" fmla="*/ 3045 h 11"/>
                <a:gd name="T8" fmla="*/ 1874 w 17"/>
                <a:gd name="T9" fmla="*/ 2035 h 11"/>
                <a:gd name="T10" fmla="*/ 0 w 17"/>
                <a:gd name="T11" fmla="*/ 1007 h 11"/>
                <a:gd name="T12" fmla="*/ 825 w 17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1">
                  <a:moveTo>
                    <a:pt x="3" y="0"/>
                  </a:moveTo>
                  <a:cubicBezTo>
                    <a:pt x="4" y="0"/>
                    <a:pt x="8" y="3"/>
                    <a:pt x="10" y="3"/>
                  </a:cubicBezTo>
                  <a:cubicBezTo>
                    <a:pt x="12" y="4"/>
                    <a:pt x="16" y="8"/>
                    <a:pt x="17" y="7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3" y="11"/>
                    <a:pt x="9" y="7"/>
                    <a:pt x="7" y="6"/>
                  </a:cubicBezTo>
                  <a:cubicBezTo>
                    <a:pt x="5" y="5"/>
                    <a:pt x="1" y="2"/>
                    <a:pt x="0" y="3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2" name="Freeform 822">
              <a:extLst>
                <a:ext uri="{FF2B5EF4-FFF2-40B4-BE49-F238E27FC236}">
                  <a16:creationId xmlns:a16="http://schemas.microsoft.com/office/drawing/2014/main" id="{64C8DB67-A4EB-4B11-B4F4-8D46F9D0C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523"/>
              <a:ext cx="30" cy="45"/>
            </a:xfrm>
            <a:custGeom>
              <a:avLst/>
              <a:gdLst>
                <a:gd name="T0" fmla="*/ 1958 w 12"/>
                <a:gd name="T1" fmla="*/ 5845 h 17"/>
                <a:gd name="T2" fmla="*/ 1300 w 12"/>
                <a:gd name="T3" fmla="*/ 3131 h 17"/>
                <a:gd name="T4" fmla="*/ 313 w 12"/>
                <a:gd name="T5" fmla="*/ 1038 h 17"/>
                <a:gd name="T6" fmla="*/ 988 w 12"/>
                <a:gd name="T7" fmla="*/ 0 h 17"/>
                <a:gd name="T8" fmla="*/ 1770 w 12"/>
                <a:gd name="T9" fmla="*/ 2059 h 17"/>
                <a:gd name="T10" fmla="*/ 2470 w 12"/>
                <a:gd name="T11" fmla="*/ 4807 h 17"/>
                <a:gd name="T12" fmla="*/ 1958 w 12"/>
                <a:gd name="T13" fmla="*/ 584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8" y="17"/>
                  </a:moveTo>
                  <a:cubicBezTo>
                    <a:pt x="9" y="16"/>
                    <a:pt x="7" y="12"/>
                    <a:pt x="5" y="9"/>
                  </a:cubicBezTo>
                  <a:cubicBezTo>
                    <a:pt x="3" y="6"/>
                    <a:pt x="0" y="4"/>
                    <a:pt x="1" y="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5" y="3"/>
                    <a:pt x="7" y="6"/>
                  </a:cubicBezTo>
                  <a:cubicBezTo>
                    <a:pt x="9" y="9"/>
                    <a:pt x="12" y="13"/>
                    <a:pt x="10" y="14"/>
                  </a:cubicBezTo>
                  <a:lnTo>
                    <a:pt x="8" y="17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3" name="Freeform 823">
              <a:extLst>
                <a:ext uri="{FF2B5EF4-FFF2-40B4-BE49-F238E27FC236}">
                  <a16:creationId xmlns:a16="http://schemas.microsoft.com/office/drawing/2014/main" id="{A89A1DF8-6898-4381-B067-08DCB6953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480"/>
              <a:ext cx="17" cy="43"/>
            </a:xfrm>
            <a:custGeom>
              <a:avLst/>
              <a:gdLst>
                <a:gd name="T0" fmla="*/ 0 w 7"/>
                <a:gd name="T1" fmla="*/ 6060 h 16"/>
                <a:gd name="T2" fmla="*/ 170 w 7"/>
                <a:gd name="T3" fmla="*/ 3085 h 16"/>
                <a:gd name="T4" fmla="*/ 413 w 7"/>
                <a:gd name="T5" fmla="*/ 0 h 16"/>
                <a:gd name="T6" fmla="*/ 1433 w 7"/>
                <a:gd name="T7" fmla="*/ 0 h 16"/>
                <a:gd name="T8" fmla="*/ 1003 w 7"/>
                <a:gd name="T9" fmla="*/ 2255 h 16"/>
                <a:gd name="T10" fmla="*/ 590 w 7"/>
                <a:gd name="T11" fmla="*/ 5628 h 16"/>
                <a:gd name="T12" fmla="*/ 0 w 7"/>
                <a:gd name="T13" fmla="*/ 606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6">
                  <a:moveTo>
                    <a:pt x="0" y="16"/>
                  </a:moveTo>
                  <a:cubicBezTo>
                    <a:pt x="1" y="15"/>
                    <a:pt x="1" y="11"/>
                    <a:pt x="1" y="8"/>
                  </a:cubicBezTo>
                  <a:cubicBezTo>
                    <a:pt x="2" y="4"/>
                    <a:pt x="1" y="1"/>
                    <a:pt x="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5" y="3"/>
                    <a:pt x="5" y="6"/>
                  </a:cubicBezTo>
                  <a:cubicBezTo>
                    <a:pt x="5" y="10"/>
                    <a:pt x="5" y="14"/>
                    <a:pt x="3" y="15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89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4" name="Freeform 824">
              <a:extLst>
                <a:ext uri="{FF2B5EF4-FFF2-40B4-BE49-F238E27FC236}">
                  <a16:creationId xmlns:a16="http://schemas.microsoft.com/office/drawing/2014/main" id="{F67BD82C-21FD-42AC-9E4A-6A425C654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552"/>
              <a:ext cx="45" cy="27"/>
            </a:xfrm>
            <a:custGeom>
              <a:avLst/>
              <a:gdLst>
                <a:gd name="T0" fmla="*/ 520 w 18"/>
                <a:gd name="T1" fmla="*/ 3464 h 10"/>
                <a:gd name="T2" fmla="*/ 2470 w 18"/>
                <a:gd name="T3" fmla="*/ 2282 h 10"/>
                <a:gd name="T4" fmla="*/ 4425 w 18"/>
                <a:gd name="T5" fmla="*/ 1596 h 10"/>
                <a:gd name="T6" fmla="*/ 3720 w 18"/>
                <a:gd name="T7" fmla="*/ 429 h 10"/>
                <a:gd name="T8" fmla="*/ 1770 w 18"/>
                <a:gd name="T9" fmla="*/ 1158 h 10"/>
                <a:gd name="T10" fmla="*/ 0 w 18"/>
                <a:gd name="T11" fmla="*/ 2282 h 10"/>
                <a:gd name="T12" fmla="*/ 520 w 18"/>
                <a:gd name="T13" fmla="*/ 346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0">
                  <a:moveTo>
                    <a:pt x="2" y="9"/>
                  </a:moveTo>
                  <a:cubicBezTo>
                    <a:pt x="3" y="10"/>
                    <a:pt x="8" y="7"/>
                    <a:pt x="10" y="6"/>
                  </a:cubicBezTo>
                  <a:cubicBezTo>
                    <a:pt x="12" y="5"/>
                    <a:pt x="16" y="3"/>
                    <a:pt x="18" y="4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9" y="2"/>
                    <a:pt x="7" y="3"/>
                  </a:cubicBezTo>
                  <a:cubicBezTo>
                    <a:pt x="5" y="4"/>
                    <a:pt x="1" y="6"/>
                    <a:pt x="0" y="6"/>
                  </a:cubicBezTo>
                  <a:lnTo>
                    <a:pt x="2" y="9"/>
                  </a:lnTo>
                  <a:close/>
                </a:path>
              </a:pathLst>
            </a:custGeom>
            <a:solidFill>
              <a:srgbClr val="00A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4EB7AA5C-4EE5-4049-83AF-5E9A5E6760B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HIV</a:t>
            </a:r>
          </a:p>
        </p:txBody>
      </p:sp>
      <p:grpSp>
        <p:nvGrpSpPr>
          <p:cNvPr id="26627" name="Human-Immunodeficiency-Virus-Structure">
            <a:extLst>
              <a:ext uri="{FF2B5EF4-FFF2-40B4-BE49-F238E27FC236}">
                <a16:creationId xmlns:a16="http://schemas.microsoft.com/office/drawing/2014/main" id="{B1D9D962-A7D8-4E82-9091-17A3418F3D19}"/>
              </a:ext>
            </a:extLst>
          </p:cNvPr>
          <p:cNvGrpSpPr>
            <a:grpSpLocks/>
          </p:cNvGrpSpPr>
          <p:nvPr/>
        </p:nvGrpSpPr>
        <p:grpSpPr bwMode="auto">
          <a:xfrm>
            <a:off x="2016125" y="2355850"/>
            <a:ext cx="2806700" cy="2994025"/>
            <a:chOff x="310" y="1484"/>
            <a:chExt cx="1768" cy="1886"/>
          </a:xfrm>
        </p:grpSpPr>
        <p:grpSp>
          <p:nvGrpSpPr>
            <p:cNvPr id="28823" name="Group 206">
              <a:extLst>
                <a:ext uri="{FF2B5EF4-FFF2-40B4-BE49-F238E27FC236}">
                  <a16:creationId xmlns:a16="http://schemas.microsoft.com/office/drawing/2014/main" id="{D2A301F9-3288-4CCD-8C52-3091EC29EB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" y="1666"/>
              <a:ext cx="1427" cy="1522"/>
              <a:chOff x="480" y="1666"/>
              <a:chExt cx="1427" cy="1522"/>
            </a:xfrm>
          </p:grpSpPr>
          <p:sp>
            <p:nvSpPr>
              <p:cNvPr id="30676" name="Oval 6">
                <a:extLst>
                  <a:ext uri="{FF2B5EF4-FFF2-40B4-BE49-F238E27FC236}">
                    <a16:creationId xmlns:a16="http://schemas.microsoft.com/office/drawing/2014/main" id="{A88A48CD-1801-45E8-8128-83CD16C39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" y="1666"/>
                <a:ext cx="1427" cy="1522"/>
              </a:xfrm>
              <a:prstGeom prst="ellipse">
                <a:avLst/>
              </a:prstGeom>
              <a:solidFill>
                <a:srgbClr val="FFEC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677" name="Freeform 7">
                <a:extLst>
                  <a:ext uri="{FF2B5EF4-FFF2-40B4-BE49-F238E27FC236}">
                    <a16:creationId xmlns:a16="http://schemas.microsoft.com/office/drawing/2014/main" id="{31F79AC3-5868-40A8-B59C-E81F795DD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1716"/>
                <a:ext cx="885" cy="1441"/>
              </a:xfrm>
              <a:custGeom>
                <a:avLst/>
                <a:gdLst>
                  <a:gd name="T0" fmla="*/ 5648 w 508"/>
                  <a:gd name="T1" fmla="*/ 0 h 775"/>
                  <a:gd name="T2" fmla="*/ 13366 w 508"/>
                  <a:gd name="T3" fmla="*/ 15440 h 775"/>
                  <a:gd name="T4" fmla="*/ 2408 w 508"/>
                  <a:gd name="T5" fmla="*/ 31650 h 775"/>
                  <a:gd name="T6" fmla="*/ 0 w 508"/>
                  <a:gd name="T7" fmla="*/ 31291 h 775"/>
                  <a:gd name="T8" fmla="*/ 3242 w 508"/>
                  <a:gd name="T9" fmla="*/ 32016 h 775"/>
                  <a:gd name="T10" fmla="*/ 14200 w 508"/>
                  <a:gd name="T11" fmla="*/ 15775 h 775"/>
                  <a:gd name="T12" fmla="*/ 5648 w 508"/>
                  <a:gd name="T13" fmla="*/ 0 h 7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8" h="775">
                    <a:moveTo>
                      <a:pt x="202" y="0"/>
                    </a:moveTo>
                    <a:cubicBezTo>
                      <a:pt x="362" y="50"/>
                      <a:pt x="478" y="198"/>
                      <a:pt x="478" y="374"/>
                    </a:cubicBezTo>
                    <a:cubicBezTo>
                      <a:pt x="478" y="591"/>
                      <a:pt x="302" y="766"/>
                      <a:pt x="86" y="766"/>
                    </a:cubicBezTo>
                    <a:cubicBezTo>
                      <a:pt x="56" y="766"/>
                      <a:pt x="27" y="763"/>
                      <a:pt x="0" y="757"/>
                    </a:cubicBezTo>
                    <a:cubicBezTo>
                      <a:pt x="36" y="768"/>
                      <a:pt x="76" y="775"/>
                      <a:pt x="116" y="775"/>
                    </a:cubicBezTo>
                    <a:cubicBezTo>
                      <a:pt x="333" y="775"/>
                      <a:pt x="508" y="599"/>
                      <a:pt x="508" y="382"/>
                    </a:cubicBezTo>
                    <a:cubicBezTo>
                      <a:pt x="508" y="196"/>
                      <a:pt x="378" y="39"/>
                      <a:pt x="202" y="0"/>
                    </a:cubicBezTo>
                    <a:close/>
                  </a:path>
                </a:pathLst>
              </a:custGeom>
              <a:solidFill>
                <a:srgbClr val="FFDC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8" name="Freeform 8">
                <a:extLst>
                  <a:ext uri="{FF2B5EF4-FFF2-40B4-BE49-F238E27FC236}">
                    <a16:creationId xmlns:a16="http://schemas.microsoft.com/office/drawing/2014/main" id="{C938394C-E8AB-4981-9C9A-EC1299BDE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2426"/>
                <a:ext cx="887" cy="731"/>
              </a:xfrm>
              <a:custGeom>
                <a:avLst/>
                <a:gdLst>
                  <a:gd name="T0" fmla="*/ 28 w 509"/>
                  <a:gd name="T1" fmla="*/ 45 h 393"/>
                  <a:gd name="T2" fmla="*/ 11843 w 509"/>
                  <a:gd name="T3" fmla="*/ 15894 h 393"/>
                  <a:gd name="T4" fmla="*/ 14258 w 509"/>
                  <a:gd name="T5" fmla="*/ 15535 h 393"/>
                  <a:gd name="T6" fmla="*/ 10975 w 509"/>
                  <a:gd name="T7" fmla="*/ 16281 h 393"/>
                  <a:gd name="T8" fmla="*/ 0 w 509"/>
                  <a:gd name="T9" fmla="*/ 0 h 3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9" h="393">
                    <a:moveTo>
                      <a:pt x="1" y="1"/>
                    </a:moveTo>
                    <a:cubicBezTo>
                      <a:pt x="1" y="217"/>
                      <a:pt x="207" y="384"/>
                      <a:pt x="423" y="384"/>
                    </a:cubicBezTo>
                    <a:cubicBezTo>
                      <a:pt x="453" y="384"/>
                      <a:pt x="482" y="381"/>
                      <a:pt x="509" y="375"/>
                    </a:cubicBezTo>
                    <a:cubicBezTo>
                      <a:pt x="472" y="386"/>
                      <a:pt x="433" y="393"/>
                      <a:pt x="392" y="393"/>
                    </a:cubicBezTo>
                    <a:cubicBezTo>
                      <a:pt x="176" y="393"/>
                      <a:pt x="0" y="217"/>
                      <a:pt x="0" y="0"/>
                    </a:cubicBezTo>
                  </a:path>
                </a:pathLst>
              </a:custGeom>
              <a:solidFill>
                <a:srgbClr val="FFDC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9" name="Freeform 9">
                <a:extLst>
                  <a:ext uri="{FF2B5EF4-FFF2-40B4-BE49-F238E27FC236}">
                    <a16:creationId xmlns:a16="http://schemas.microsoft.com/office/drawing/2014/main" id="{E26F17E6-7E7C-4890-9FC7-5A1E47DAD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726"/>
                <a:ext cx="352" cy="1403"/>
              </a:xfrm>
              <a:custGeom>
                <a:avLst/>
                <a:gdLst>
                  <a:gd name="T0" fmla="*/ 3835 w 202"/>
                  <a:gd name="T1" fmla="*/ 26856 h 755"/>
                  <a:gd name="T2" fmla="*/ 5651 w 202"/>
                  <a:gd name="T3" fmla="*/ 15535 h 755"/>
                  <a:gd name="T4" fmla="*/ 3835 w 202"/>
                  <a:gd name="T5" fmla="*/ 4233 h 755"/>
                  <a:gd name="T6" fmla="*/ 0 w 202"/>
                  <a:gd name="T7" fmla="*/ 0 h 755"/>
                  <a:gd name="T8" fmla="*/ 0 w 202"/>
                  <a:gd name="T9" fmla="*/ 667 h 755"/>
                  <a:gd name="T10" fmla="*/ 3440 w 202"/>
                  <a:gd name="T11" fmla="*/ 4570 h 755"/>
                  <a:gd name="T12" fmla="*/ 5210 w 202"/>
                  <a:gd name="T13" fmla="*/ 15535 h 755"/>
                  <a:gd name="T14" fmla="*/ 3440 w 202"/>
                  <a:gd name="T15" fmla="*/ 26521 h 755"/>
                  <a:gd name="T16" fmla="*/ 0 w 202"/>
                  <a:gd name="T17" fmla="*/ 30416 h 755"/>
                  <a:gd name="T18" fmla="*/ 0 w 202"/>
                  <a:gd name="T19" fmla="*/ 31089 h 755"/>
                  <a:gd name="T20" fmla="*/ 3835 w 202"/>
                  <a:gd name="T21" fmla="*/ 26856 h 7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2" h="755">
                    <a:moveTo>
                      <a:pt x="137" y="652"/>
                    </a:moveTo>
                    <a:cubicBezTo>
                      <a:pt x="179" y="579"/>
                      <a:pt x="202" y="482"/>
                      <a:pt x="202" y="377"/>
                    </a:cubicBezTo>
                    <a:cubicBezTo>
                      <a:pt x="202" y="273"/>
                      <a:pt x="179" y="176"/>
                      <a:pt x="137" y="103"/>
                    </a:cubicBezTo>
                    <a:cubicBezTo>
                      <a:pt x="99" y="37"/>
                      <a:pt x="49" y="0"/>
                      <a:pt x="0" y="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43" y="16"/>
                      <a:pt x="88" y="51"/>
                      <a:pt x="123" y="111"/>
                    </a:cubicBezTo>
                    <a:cubicBezTo>
                      <a:pt x="163" y="181"/>
                      <a:pt x="186" y="276"/>
                      <a:pt x="186" y="377"/>
                    </a:cubicBezTo>
                    <a:cubicBezTo>
                      <a:pt x="186" y="479"/>
                      <a:pt x="163" y="573"/>
                      <a:pt x="123" y="644"/>
                    </a:cubicBezTo>
                    <a:cubicBezTo>
                      <a:pt x="88" y="704"/>
                      <a:pt x="43" y="739"/>
                      <a:pt x="0" y="739"/>
                    </a:cubicBezTo>
                    <a:cubicBezTo>
                      <a:pt x="0" y="755"/>
                      <a:pt x="0" y="755"/>
                      <a:pt x="0" y="755"/>
                    </a:cubicBezTo>
                    <a:cubicBezTo>
                      <a:pt x="49" y="755"/>
                      <a:pt x="99" y="717"/>
                      <a:pt x="137" y="652"/>
                    </a:cubicBezTo>
                    <a:close/>
                  </a:path>
                </a:pathLst>
              </a:custGeom>
              <a:solidFill>
                <a:srgbClr val="ED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0" name="Freeform 10">
                <a:extLst>
                  <a:ext uri="{FF2B5EF4-FFF2-40B4-BE49-F238E27FC236}">
                    <a16:creationId xmlns:a16="http://schemas.microsoft.com/office/drawing/2014/main" id="{D18499CF-5AA5-41BA-83B6-5E3B0188B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726"/>
                <a:ext cx="350" cy="1403"/>
              </a:xfrm>
              <a:custGeom>
                <a:avLst/>
                <a:gdLst>
                  <a:gd name="T0" fmla="*/ 5597 w 201"/>
                  <a:gd name="T1" fmla="*/ 667 h 755"/>
                  <a:gd name="T2" fmla="*/ 5597 w 201"/>
                  <a:gd name="T3" fmla="*/ 667 h 755"/>
                  <a:gd name="T4" fmla="*/ 5597 w 201"/>
                  <a:gd name="T5" fmla="*/ 0 h 755"/>
                  <a:gd name="T6" fmla="*/ 1811 w 201"/>
                  <a:gd name="T7" fmla="*/ 4233 h 755"/>
                  <a:gd name="T8" fmla="*/ 0 w 201"/>
                  <a:gd name="T9" fmla="*/ 15535 h 755"/>
                  <a:gd name="T10" fmla="*/ 1811 w 201"/>
                  <a:gd name="T11" fmla="*/ 26856 h 755"/>
                  <a:gd name="T12" fmla="*/ 5597 w 201"/>
                  <a:gd name="T13" fmla="*/ 31089 h 755"/>
                  <a:gd name="T14" fmla="*/ 5597 w 201"/>
                  <a:gd name="T15" fmla="*/ 30416 h 755"/>
                  <a:gd name="T16" fmla="*/ 5597 w 201"/>
                  <a:gd name="T17" fmla="*/ 30416 h 755"/>
                  <a:gd name="T18" fmla="*/ 2208 w 201"/>
                  <a:gd name="T19" fmla="*/ 26521 h 755"/>
                  <a:gd name="T20" fmla="*/ 449 w 201"/>
                  <a:gd name="T21" fmla="*/ 15535 h 755"/>
                  <a:gd name="T22" fmla="*/ 2208 w 201"/>
                  <a:gd name="T23" fmla="*/ 4570 h 755"/>
                  <a:gd name="T24" fmla="*/ 5597 w 201"/>
                  <a:gd name="T25" fmla="*/ 667 h 7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1" h="755">
                    <a:moveTo>
                      <a:pt x="201" y="16"/>
                    </a:moveTo>
                    <a:cubicBezTo>
                      <a:pt x="201" y="16"/>
                      <a:pt x="201" y="16"/>
                      <a:pt x="201" y="16"/>
                    </a:cubicBezTo>
                    <a:cubicBezTo>
                      <a:pt x="201" y="0"/>
                      <a:pt x="201" y="0"/>
                      <a:pt x="201" y="0"/>
                    </a:cubicBezTo>
                    <a:cubicBezTo>
                      <a:pt x="153" y="0"/>
                      <a:pt x="103" y="37"/>
                      <a:pt x="65" y="103"/>
                    </a:cubicBezTo>
                    <a:cubicBezTo>
                      <a:pt x="23" y="176"/>
                      <a:pt x="0" y="273"/>
                      <a:pt x="0" y="377"/>
                    </a:cubicBezTo>
                    <a:cubicBezTo>
                      <a:pt x="0" y="482"/>
                      <a:pt x="23" y="579"/>
                      <a:pt x="65" y="652"/>
                    </a:cubicBezTo>
                    <a:cubicBezTo>
                      <a:pt x="103" y="717"/>
                      <a:pt x="153" y="755"/>
                      <a:pt x="201" y="755"/>
                    </a:cubicBezTo>
                    <a:cubicBezTo>
                      <a:pt x="201" y="739"/>
                      <a:pt x="201" y="739"/>
                      <a:pt x="201" y="739"/>
                    </a:cubicBezTo>
                    <a:cubicBezTo>
                      <a:pt x="201" y="739"/>
                      <a:pt x="201" y="739"/>
                      <a:pt x="201" y="739"/>
                    </a:cubicBezTo>
                    <a:cubicBezTo>
                      <a:pt x="158" y="739"/>
                      <a:pt x="114" y="704"/>
                      <a:pt x="79" y="644"/>
                    </a:cubicBezTo>
                    <a:cubicBezTo>
                      <a:pt x="39" y="573"/>
                      <a:pt x="16" y="479"/>
                      <a:pt x="16" y="377"/>
                    </a:cubicBezTo>
                    <a:cubicBezTo>
                      <a:pt x="16" y="276"/>
                      <a:pt x="39" y="181"/>
                      <a:pt x="79" y="111"/>
                    </a:cubicBezTo>
                    <a:cubicBezTo>
                      <a:pt x="114" y="51"/>
                      <a:pt x="158" y="16"/>
                      <a:pt x="201" y="16"/>
                    </a:cubicBezTo>
                    <a:close/>
                  </a:path>
                </a:pathLst>
              </a:custGeom>
              <a:solidFill>
                <a:srgbClr val="ED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1" name="Freeform 11">
                <a:extLst>
                  <a:ext uri="{FF2B5EF4-FFF2-40B4-BE49-F238E27FC236}">
                    <a16:creationId xmlns:a16="http://schemas.microsoft.com/office/drawing/2014/main" id="{16EDB595-FF71-4AAD-AEDC-58E1040CC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666"/>
                <a:ext cx="411" cy="1522"/>
              </a:xfrm>
              <a:custGeom>
                <a:avLst/>
                <a:gdLst>
                  <a:gd name="T0" fmla="*/ 0 w 236"/>
                  <a:gd name="T1" fmla="*/ 16839 h 819"/>
                  <a:gd name="T2" fmla="*/ 6588 w 236"/>
                  <a:gd name="T3" fmla="*/ 33727 h 819"/>
                  <a:gd name="T4" fmla="*/ 6588 w 236"/>
                  <a:gd name="T5" fmla="*/ 32428 h 819"/>
                  <a:gd name="T6" fmla="*/ 2790 w 236"/>
                  <a:gd name="T7" fmla="*/ 28167 h 819"/>
                  <a:gd name="T8" fmla="*/ 977 w 236"/>
                  <a:gd name="T9" fmla="*/ 16839 h 819"/>
                  <a:gd name="T10" fmla="*/ 2790 w 236"/>
                  <a:gd name="T11" fmla="*/ 5557 h 819"/>
                  <a:gd name="T12" fmla="*/ 6588 w 236"/>
                  <a:gd name="T13" fmla="*/ 1308 h 819"/>
                  <a:gd name="T14" fmla="*/ 6588 w 236"/>
                  <a:gd name="T15" fmla="*/ 0 h 819"/>
                  <a:gd name="T16" fmla="*/ 0 w 236"/>
                  <a:gd name="T17" fmla="*/ 16839 h 8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6" h="819">
                    <a:moveTo>
                      <a:pt x="0" y="409"/>
                    </a:moveTo>
                    <a:cubicBezTo>
                      <a:pt x="0" y="635"/>
                      <a:pt x="106" y="819"/>
                      <a:pt x="236" y="819"/>
                    </a:cubicBezTo>
                    <a:cubicBezTo>
                      <a:pt x="236" y="787"/>
                      <a:pt x="236" y="787"/>
                      <a:pt x="236" y="787"/>
                    </a:cubicBezTo>
                    <a:cubicBezTo>
                      <a:pt x="188" y="787"/>
                      <a:pt x="138" y="749"/>
                      <a:pt x="100" y="684"/>
                    </a:cubicBezTo>
                    <a:cubicBezTo>
                      <a:pt x="58" y="611"/>
                      <a:pt x="35" y="514"/>
                      <a:pt x="35" y="409"/>
                    </a:cubicBezTo>
                    <a:cubicBezTo>
                      <a:pt x="35" y="305"/>
                      <a:pt x="58" y="208"/>
                      <a:pt x="100" y="135"/>
                    </a:cubicBezTo>
                    <a:cubicBezTo>
                      <a:pt x="138" y="69"/>
                      <a:pt x="188" y="32"/>
                      <a:pt x="236" y="32"/>
                    </a:cubicBezTo>
                    <a:cubicBezTo>
                      <a:pt x="236" y="0"/>
                      <a:pt x="236" y="0"/>
                      <a:pt x="236" y="0"/>
                    </a:cubicBezTo>
                    <a:cubicBezTo>
                      <a:pt x="106" y="0"/>
                      <a:pt x="0" y="183"/>
                      <a:pt x="0" y="409"/>
                    </a:cubicBezTo>
                    <a:close/>
                  </a:path>
                </a:pathLst>
              </a:custGeom>
              <a:solidFill>
                <a:srgbClr val="F7A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2" name="Freeform 12">
                <a:extLst>
                  <a:ext uri="{FF2B5EF4-FFF2-40B4-BE49-F238E27FC236}">
                    <a16:creationId xmlns:a16="http://schemas.microsoft.com/office/drawing/2014/main" id="{FA8EFEB2-EDB3-4080-A2D2-20AE2F875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666"/>
                <a:ext cx="413" cy="1522"/>
              </a:xfrm>
              <a:custGeom>
                <a:avLst/>
                <a:gdLst>
                  <a:gd name="T0" fmla="*/ 6641 w 237"/>
                  <a:gd name="T1" fmla="*/ 16839 h 819"/>
                  <a:gd name="T2" fmla="*/ 0 w 237"/>
                  <a:gd name="T3" fmla="*/ 33727 h 819"/>
                  <a:gd name="T4" fmla="*/ 0 w 237"/>
                  <a:gd name="T5" fmla="*/ 32428 h 819"/>
                  <a:gd name="T6" fmla="*/ 3835 w 237"/>
                  <a:gd name="T7" fmla="*/ 28167 h 819"/>
                  <a:gd name="T8" fmla="*/ 5651 w 237"/>
                  <a:gd name="T9" fmla="*/ 16839 h 819"/>
                  <a:gd name="T10" fmla="*/ 3835 w 237"/>
                  <a:gd name="T11" fmla="*/ 5557 h 819"/>
                  <a:gd name="T12" fmla="*/ 0 w 237"/>
                  <a:gd name="T13" fmla="*/ 1308 h 819"/>
                  <a:gd name="T14" fmla="*/ 0 w 237"/>
                  <a:gd name="T15" fmla="*/ 0 h 819"/>
                  <a:gd name="T16" fmla="*/ 6641 w 237"/>
                  <a:gd name="T17" fmla="*/ 16839 h 8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7" h="819">
                    <a:moveTo>
                      <a:pt x="237" y="409"/>
                    </a:moveTo>
                    <a:cubicBezTo>
                      <a:pt x="237" y="635"/>
                      <a:pt x="131" y="819"/>
                      <a:pt x="0" y="819"/>
                    </a:cubicBezTo>
                    <a:cubicBezTo>
                      <a:pt x="0" y="787"/>
                      <a:pt x="0" y="787"/>
                      <a:pt x="0" y="787"/>
                    </a:cubicBezTo>
                    <a:cubicBezTo>
                      <a:pt x="49" y="787"/>
                      <a:pt x="99" y="749"/>
                      <a:pt x="137" y="684"/>
                    </a:cubicBezTo>
                    <a:cubicBezTo>
                      <a:pt x="179" y="611"/>
                      <a:pt x="202" y="514"/>
                      <a:pt x="202" y="409"/>
                    </a:cubicBezTo>
                    <a:cubicBezTo>
                      <a:pt x="202" y="305"/>
                      <a:pt x="179" y="208"/>
                      <a:pt x="137" y="135"/>
                    </a:cubicBezTo>
                    <a:cubicBezTo>
                      <a:pt x="99" y="69"/>
                      <a:pt x="49" y="32"/>
                      <a:pt x="0" y="3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1" y="0"/>
                      <a:pt x="237" y="183"/>
                      <a:pt x="237" y="409"/>
                    </a:cubicBezTo>
                    <a:close/>
                  </a:path>
                </a:pathLst>
              </a:custGeom>
              <a:solidFill>
                <a:srgbClr val="FFC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3" name="Freeform 13">
                <a:extLst>
                  <a:ext uri="{FF2B5EF4-FFF2-40B4-BE49-F238E27FC236}">
                    <a16:creationId xmlns:a16="http://schemas.microsoft.com/office/drawing/2014/main" id="{83DE3B0D-2CD7-434E-9DBD-5A1A153D7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755"/>
                <a:ext cx="646" cy="1344"/>
              </a:xfrm>
              <a:custGeom>
                <a:avLst/>
                <a:gdLst>
                  <a:gd name="T0" fmla="*/ 8581 w 371"/>
                  <a:gd name="T1" fmla="*/ 3932 h 723"/>
                  <a:gd name="T2" fmla="*/ 5158 w 371"/>
                  <a:gd name="T3" fmla="*/ 0 h 723"/>
                  <a:gd name="T4" fmla="*/ 5158 w 371"/>
                  <a:gd name="T5" fmla="*/ 0 h 723"/>
                  <a:gd name="T6" fmla="*/ 5158 w 371"/>
                  <a:gd name="T7" fmla="*/ 0 h 723"/>
                  <a:gd name="T8" fmla="*/ 1764 w 371"/>
                  <a:gd name="T9" fmla="*/ 3932 h 723"/>
                  <a:gd name="T10" fmla="*/ 0 w 371"/>
                  <a:gd name="T11" fmla="*/ 14890 h 723"/>
                  <a:gd name="T12" fmla="*/ 1764 w 371"/>
                  <a:gd name="T13" fmla="*/ 25900 h 723"/>
                  <a:gd name="T14" fmla="*/ 5158 w 371"/>
                  <a:gd name="T15" fmla="*/ 29832 h 723"/>
                  <a:gd name="T16" fmla="*/ 5158 w 371"/>
                  <a:gd name="T17" fmla="*/ 29832 h 723"/>
                  <a:gd name="T18" fmla="*/ 5158 w 371"/>
                  <a:gd name="T19" fmla="*/ 29832 h 723"/>
                  <a:gd name="T20" fmla="*/ 8581 w 371"/>
                  <a:gd name="T21" fmla="*/ 25900 h 723"/>
                  <a:gd name="T22" fmla="*/ 10341 w 371"/>
                  <a:gd name="T23" fmla="*/ 14890 h 723"/>
                  <a:gd name="T24" fmla="*/ 8581 w 371"/>
                  <a:gd name="T25" fmla="*/ 3932 h 7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1" h="723">
                    <a:moveTo>
                      <a:pt x="308" y="95"/>
                    </a:moveTo>
                    <a:cubicBezTo>
                      <a:pt x="273" y="35"/>
                      <a:pt x="228" y="0"/>
                      <a:pt x="185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42" y="0"/>
                      <a:pt x="98" y="35"/>
                      <a:pt x="63" y="95"/>
                    </a:cubicBezTo>
                    <a:cubicBezTo>
                      <a:pt x="23" y="165"/>
                      <a:pt x="0" y="260"/>
                      <a:pt x="0" y="361"/>
                    </a:cubicBezTo>
                    <a:cubicBezTo>
                      <a:pt x="0" y="463"/>
                      <a:pt x="23" y="557"/>
                      <a:pt x="63" y="628"/>
                    </a:cubicBezTo>
                    <a:cubicBezTo>
                      <a:pt x="98" y="688"/>
                      <a:pt x="142" y="723"/>
                      <a:pt x="185" y="723"/>
                    </a:cubicBezTo>
                    <a:cubicBezTo>
                      <a:pt x="185" y="723"/>
                      <a:pt x="185" y="723"/>
                      <a:pt x="185" y="723"/>
                    </a:cubicBezTo>
                    <a:cubicBezTo>
                      <a:pt x="185" y="723"/>
                      <a:pt x="185" y="723"/>
                      <a:pt x="185" y="723"/>
                    </a:cubicBezTo>
                    <a:cubicBezTo>
                      <a:pt x="228" y="723"/>
                      <a:pt x="273" y="688"/>
                      <a:pt x="308" y="628"/>
                    </a:cubicBezTo>
                    <a:cubicBezTo>
                      <a:pt x="348" y="557"/>
                      <a:pt x="371" y="463"/>
                      <a:pt x="371" y="361"/>
                    </a:cubicBezTo>
                    <a:cubicBezTo>
                      <a:pt x="371" y="260"/>
                      <a:pt x="348" y="165"/>
                      <a:pt x="308" y="95"/>
                    </a:cubicBezTo>
                    <a:close/>
                  </a:path>
                </a:pathLst>
              </a:custGeom>
              <a:solidFill>
                <a:srgbClr val="90BC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4" name="Freeform 14">
                <a:extLst>
                  <a:ext uri="{FF2B5EF4-FFF2-40B4-BE49-F238E27FC236}">
                    <a16:creationId xmlns:a16="http://schemas.microsoft.com/office/drawing/2014/main" id="{E780AB8E-F891-4825-8E8C-DCAA0863A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755"/>
                <a:ext cx="620" cy="1310"/>
              </a:xfrm>
              <a:custGeom>
                <a:avLst/>
                <a:gdLst>
                  <a:gd name="T0" fmla="*/ 8013 w 356"/>
                  <a:gd name="T1" fmla="*/ 5853 h 705"/>
                  <a:gd name="T2" fmla="*/ 5796 w 356"/>
                  <a:gd name="T3" fmla="*/ 4696 h 705"/>
                  <a:gd name="T4" fmla="*/ 5784 w 356"/>
                  <a:gd name="T5" fmla="*/ 4696 h 705"/>
                  <a:gd name="T6" fmla="*/ 4580 w 356"/>
                  <a:gd name="T7" fmla="*/ 4904 h 705"/>
                  <a:gd name="T8" fmla="*/ 6249 w 356"/>
                  <a:gd name="T9" fmla="*/ 2144 h 705"/>
                  <a:gd name="T10" fmla="*/ 8511 w 356"/>
                  <a:gd name="T11" fmla="*/ 3739 h 705"/>
                  <a:gd name="T12" fmla="*/ 5162 w 356"/>
                  <a:gd name="T13" fmla="*/ 0 h 705"/>
                  <a:gd name="T14" fmla="*/ 5162 w 356"/>
                  <a:gd name="T15" fmla="*/ 0 h 705"/>
                  <a:gd name="T16" fmla="*/ 5162 w 356"/>
                  <a:gd name="T17" fmla="*/ 0 h 705"/>
                  <a:gd name="T18" fmla="*/ 1766 w 356"/>
                  <a:gd name="T19" fmla="*/ 3919 h 705"/>
                  <a:gd name="T20" fmla="*/ 0 w 356"/>
                  <a:gd name="T21" fmla="*/ 14863 h 705"/>
                  <a:gd name="T22" fmla="*/ 1766 w 356"/>
                  <a:gd name="T23" fmla="*/ 25843 h 705"/>
                  <a:gd name="T24" fmla="*/ 3649 w 356"/>
                  <a:gd name="T25" fmla="*/ 29017 h 705"/>
                  <a:gd name="T26" fmla="*/ 3607 w 356"/>
                  <a:gd name="T27" fmla="*/ 28865 h 705"/>
                  <a:gd name="T28" fmla="*/ 3128 w 356"/>
                  <a:gd name="T29" fmla="*/ 27491 h 705"/>
                  <a:gd name="T30" fmla="*/ 3006 w 356"/>
                  <a:gd name="T31" fmla="*/ 27101 h 705"/>
                  <a:gd name="T32" fmla="*/ 3433 w 356"/>
                  <a:gd name="T33" fmla="*/ 25091 h 705"/>
                  <a:gd name="T34" fmla="*/ 5857 w 356"/>
                  <a:gd name="T35" fmla="*/ 25091 h 705"/>
                  <a:gd name="T36" fmla="*/ 9330 w 356"/>
                  <a:gd name="T37" fmla="*/ 23589 h 705"/>
                  <a:gd name="T38" fmla="*/ 9936 w 356"/>
                  <a:gd name="T39" fmla="*/ 20575 h 705"/>
                  <a:gd name="T40" fmla="*/ 8013 w 356"/>
                  <a:gd name="T41" fmla="*/ 5853 h 70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6" h="705">
                    <a:moveTo>
                      <a:pt x="287" y="142"/>
                    </a:moveTo>
                    <a:cubicBezTo>
                      <a:pt x="282" y="126"/>
                      <a:pt x="248" y="114"/>
                      <a:pt x="208" y="114"/>
                    </a:cubicBezTo>
                    <a:cubicBezTo>
                      <a:pt x="207" y="114"/>
                      <a:pt x="207" y="114"/>
                      <a:pt x="207" y="114"/>
                    </a:cubicBezTo>
                    <a:cubicBezTo>
                      <a:pt x="191" y="114"/>
                      <a:pt x="176" y="116"/>
                      <a:pt x="164" y="119"/>
                    </a:cubicBezTo>
                    <a:cubicBezTo>
                      <a:pt x="157" y="92"/>
                      <a:pt x="185" y="55"/>
                      <a:pt x="224" y="52"/>
                    </a:cubicBezTo>
                    <a:cubicBezTo>
                      <a:pt x="262" y="50"/>
                      <a:pt x="289" y="69"/>
                      <a:pt x="305" y="91"/>
                    </a:cubicBezTo>
                    <a:cubicBezTo>
                      <a:pt x="271" y="33"/>
                      <a:pt x="227" y="0"/>
                      <a:pt x="185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42" y="0"/>
                      <a:pt x="98" y="35"/>
                      <a:pt x="63" y="95"/>
                    </a:cubicBezTo>
                    <a:cubicBezTo>
                      <a:pt x="23" y="165"/>
                      <a:pt x="0" y="260"/>
                      <a:pt x="0" y="361"/>
                    </a:cubicBezTo>
                    <a:cubicBezTo>
                      <a:pt x="0" y="463"/>
                      <a:pt x="23" y="557"/>
                      <a:pt x="63" y="628"/>
                    </a:cubicBezTo>
                    <a:cubicBezTo>
                      <a:pt x="83" y="663"/>
                      <a:pt x="107" y="689"/>
                      <a:pt x="131" y="705"/>
                    </a:cubicBezTo>
                    <a:cubicBezTo>
                      <a:pt x="130" y="703"/>
                      <a:pt x="129" y="702"/>
                      <a:pt x="129" y="701"/>
                    </a:cubicBezTo>
                    <a:cubicBezTo>
                      <a:pt x="123" y="690"/>
                      <a:pt x="117" y="679"/>
                      <a:pt x="112" y="668"/>
                    </a:cubicBezTo>
                    <a:cubicBezTo>
                      <a:pt x="111" y="666"/>
                      <a:pt x="110" y="663"/>
                      <a:pt x="108" y="658"/>
                    </a:cubicBezTo>
                    <a:cubicBezTo>
                      <a:pt x="96" y="632"/>
                      <a:pt x="99" y="616"/>
                      <a:pt x="123" y="610"/>
                    </a:cubicBezTo>
                    <a:cubicBezTo>
                      <a:pt x="147" y="604"/>
                      <a:pt x="171" y="612"/>
                      <a:pt x="210" y="610"/>
                    </a:cubicBezTo>
                    <a:cubicBezTo>
                      <a:pt x="248" y="609"/>
                      <a:pt x="306" y="593"/>
                      <a:pt x="334" y="573"/>
                    </a:cubicBezTo>
                    <a:cubicBezTo>
                      <a:pt x="343" y="550"/>
                      <a:pt x="350" y="526"/>
                      <a:pt x="356" y="500"/>
                    </a:cubicBezTo>
                    <a:lnTo>
                      <a:pt x="287" y="142"/>
                    </a:lnTo>
                    <a:close/>
                  </a:path>
                </a:pathLst>
              </a:custGeom>
              <a:solidFill>
                <a:srgbClr val="49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5" name="Freeform 15">
                <a:extLst>
                  <a:ext uri="{FF2B5EF4-FFF2-40B4-BE49-F238E27FC236}">
                    <a16:creationId xmlns:a16="http://schemas.microsoft.com/office/drawing/2014/main" id="{27514A52-3F6B-4D5A-9994-30CB1B3A8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941"/>
                <a:ext cx="537" cy="911"/>
              </a:xfrm>
              <a:custGeom>
                <a:avLst/>
                <a:gdLst>
                  <a:gd name="T0" fmla="*/ 4334 w 308"/>
                  <a:gd name="T1" fmla="*/ 20239 h 490"/>
                  <a:gd name="T2" fmla="*/ 8648 w 308"/>
                  <a:gd name="T3" fmla="*/ 17268 h 490"/>
                  <a:gd name="T4" fmla="*/ 6538 w 308"/>
                  <a:gd name="T5" fmla="*/ 1158 h 490"/>
                  <a:gd name="T6" fmla="*/ 4334 w 308"/>
                  <a:gd name="T7" fmla="*/ 0 h 490"/>
                  <a:gd name="T8" fmla="*/ 4334 w 308"/>
                  <a:gd name="T9" fmla="*/ 0 h 490"/>
                  <a:gd name="T10" fmla="*/ 2110 w 308"/>
                  <a:gd name="T11" fmla="*/ 1158 h 490"/>
                  <a:gd name="T12" fmla="*/ 0 w 308"/>
                  <a:gd name="T13" fmla="*/ 17268 h 490"/>
                  <a:gd name="T14" fmla="*/ 4334 w 308"/>
                  <a:gd name="T15" fmla="*/ 20239 h 4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8" h="490">
                    <a:moveTo>
                      <a:pt x="154" y="490"/>
                    </a:moveTo>
                    <a:cubicBezTo>
                      <a:pt x="239" y="490"/>
                      <a:pt x="308" y="453"/>
                      <a:pt x="308" y="418"/>
                    </a:cubicBezTo>
                    <a:cubicBezTo>
                      <a:pt x="233" y="28"/>
                      <a:pt x="233" y="28"/>
                      <a:pt x="233" y="28"/>
                    </a:cubicBezTo>
                    <a:cubicBezTo>
                      <a:pt x="228" y="12"/>
                      <a:pt x="195" y="0"/>
                      <a:pt x="154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13" y="0"/>
                      <a:pt x="80" y="12"/>
                      <a:pt x="75" y="28"/>
                    </a:cubicBezTo>
                    <a:cubicBezTo>
                      <a:pt x="0" y="418"/>
                      <a:pt x="0" y="418"/>
                      <a:pt x="0" y="418"/>
                    </a:cubicBezTo>
                    <a:cubicBezTo>
                      <a:pt x="0" y="453"/>
                      <a:pt x="69" y="490"/>
                      <a:pt x="154" y="490"/>
                    </a:cubicBezTo>
                    <a:close/>
                  </a:path>
                </a:pathLst>
              </a:custGeom>
              <a:solidFill>
                <a:srgbClr val="3AAC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6" name="Oval 16">
                <a:extLst>
                  <a:ext uri="{FF2B5EF4-FFF2-40B4-BE49-F238E27FC236}">
                    <a16:creationId xmlns:a16="http://schemas.microsoft.com/office/drawing/2014/main" id="{A648EB20-7053-42C7-B42F-8BABC5CE0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2307"/>
                <a:ext cx="44" cy="47"/>
              </a:xfrm>
              <a:prstGeom prst="ellipse">
                <a:avLst/>
              </a:prstGeom>
              <a:solidFill>
                <a:srgbClr val="00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687" name="Freeform 17">
                <a:extLst>
                  <a:ext uri="{FF2B5EF4-FFF2-40B4-BE49-F238E27FC236}">
                    <a16:creationId xmlns:a16="http://schemas.microsoft.com/office/drawing/2014/main" id="{79E0BBB7-556F-4847-B726-B9E8BC2BE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077"/>
                <a:ext cx="322" cy="373"/>
              </a:xfrm>
              <a:custGeom>
                <a:avLst/>
                <a:gdLst>
                  <a:gd name="T0" fmla="*/ 2393 w 185"/>
                  <a:gd name="T1" fmla="*/ 4116 h 201"/>
                  <a:gd name="T2" fmla="*/ 4644 w 185"/>
                  <a:gd name="T3" fmla="*/ 0 h 201"/>
                  <a:gd name="T4" fmla="*/ 2999 w 185"/>
                  <a:gd name="T5" fmla="*/ 4907 h 201"/>
                  <a:gd name="T6" fmla="*/ 0 w 185"/>
                  <a:gd name="T7" fmla="*/ 8206 h 201"/>
                  <a:gd name="T8" fmla="*/ 2393 w 185"/>
                  <a:gd name="T9" fmla="*/ 4116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201">
                    <a:moveTo>
                      <a:pt x="86" y="101"/>
                    </a:moveTo>
                    <a:cubicBezTo>
                      <a:pt x="153" y="78"/>
                      <a:pt x="170" y="38"/>
                      <a:pt x="167" y="0"/>
                    </a:cubicBezTo>
                    <a:cubicBezTo>
                      <a:pt x="185" y="34"/>
                      <a:pt x="170" y="99"/>
                      <a:pt x="108" y="120"/>
                    </a:cubicBezTo>
                    <a:cubicBezTo>
                      <a:pt x="49" y="141"/>
                      <a:pt x="7" y="148"/>
                      <a:pt x="0" y="201"/>
                    </a:cubicBezTo>
                    <a:cubicBezTo>
                      <a:pt x="0" y="162"/>
                      <a:pt x="4" y="130"/>
                      <a:pt x="86" y="101"/>
                    </a:cubicBezTo>
                    <a:close/>
                  </a:path>
                </a:pathLst>
              </a:custGeom>
              <a:solidFill>
                <a:srgbClr val="00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8" name="Freeform 18">
                <a:extLst>
                  <a:ext uri="{FF2B5EF4-FFF2-40B4-BE49-F238E27FC236}">
                    <a16:creationId xmlns:a16="http://schemas.microsoft.com/office/drawing/2014/main" id="{27E9DA5C-E3A7-47B8-8074-20BE01BBC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062"/>
                <a:ext cx="87" cy="474"/>
              </a:xfrm>
              <a:custGeom>
                <a:avLst/>
                <a:gdLst>
                  <a:gd name="T0" fmla="*/ 0 w 50"/>
                  <a:gd name="T1" fmla="*/ 0 h 255"/>
                  <a:gd name="T2" fmla="*/ 1310 w 50"/>
                  <a:gd name="T3" fmla="*/ 10521 h 2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255">
                    <a:moveTo>
                      <a:pt x="0" y="0"/>
                    </a:moveTo>
                    <a:cubicBezTo>
                      <a:pt x="11" y="28"/>
                      <a:pt x="50" y="208"/>
                      <a:pt x="47" y="2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9" name="Freeform 19">
                <a:extLst>
                  <a:ext uri="{FF2B5EF4-FFF2-40B4-BE49-F238E27FC236}">
                    <a16:creationId xmlns:a16="http://schemas.microsoft.com/office/drawing/2014/main" id="{8D2002C2-D318-49F1-BCA0-5ECB2713A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855"/>
                <a:ext cx="230" cy="60"/>
              </a:xfrm>
              <a:custGeom>
                <a:avLst/>
                <a:gdLst>
                  <a:gd name="T0" fmla="*/ 0 w 132"/>
                  <a:gd name="T1" fmla="*/ 904 h 32"/>
                  <a:gd name="T2" fmla="*/ 3697 w 132"/>
                  <a:gd name="T3" fmla="*/ 0 h 32"/>
                  <a:gd name="T4" fmla="*/ 0 w 132"/>
                  <a:gd name="T5" fmla="*/ 90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32">
                    <a:moveTo>
                      <a:pt x="0" y="21"/>
                    </a:moveTo>
                    <a:cubicBezTo>
                      <a:pt x="29" y="32"/>
                      <a:pt x="104" y="23"/>
                      <a:pt x="132" y="0"/>
                    </a:cubicBezTo>
                    <a:cubicBezTo>
                      <a:pt x="114" y="12"/>
                      <a:pt x="33" y="28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0" name="Freeform 20">
                <a:extLst>
                  <a:ext uri="{FF2B5EF4-FFF2-40B4-BE49-F238E27FC236}">
                    <a16:creationId xmlns:a16="http://schemas.microsoft.com/office/drawing/2014/main" id="{E10B970E-E7AA-47BB-8024-3DC855A708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6" y="1941"/>
                <a:ext cx="537" cy="911"/>
              </a:xfrm>
              <a:custGeom>
                <a:avLst/>
                <a:gdLst>
                  <a:gd name="T0" fmla="*/ 8602 w 308"/>
                  <a:gd name="T1" fmla="*/ 16772 h 490"/>
                  <a:gd name="T2" fmla="*/ 8602 w 308"/>
                  <a:gd name="T3" fmla="*/ 16772 h 490"/>
                  <a:gd name="T4" fmla="*/ 6624 w 308"/>
                  <a:gd name="T5" fmla="*/ 1735 h 490"/>
                  <a:gd name="T6" fmla="*/ 6624 w 308"/>
                  <a:gd name="T7" fmla="*/ 1735 h 490"/>
                  <a:gd name="T8" fmla="*/ 6538 w 308"/>
                  <a:gd name="T9" fmla="*/ 1158 h 490"/>
                  <a:gd name="T10" fmla="*/ 6502 w 308"/>
                  <a:gd name="T11" fmla="*/ 1026 h 490"/>
                  <a:gd name="T12" fmla="*/ 6500 w 308"/>
                  <a:gd name="T13" fmla="*/ 1002 h 490"/>
                  <a:gd name="T14" fmla="*/ 6500 w 308"/>
                  <a:gd name="T15" fmla="*/ 957 h 490"/>
                  <a:gd name="T16" fmla="*/ 6430 w 308"/>
                  <a:gd name="T17" fmla="*/ 874 h 490"/>
                  <a:gd name="T18" fmla="*/ 6430 w 308"/>
                  <a:gd name="T19" fmla="*/ 874 h 490"/>
                  <a:gd name="T20" fmla="*/ 4334 w 308"/>
                  <a:gd name="T21" fmla="*/ 0 h 490"/>
                  <a:gd name="T22" fmla="*/ 4334 w 308"/>
                  <a:gd name="T23" fmla="*/ 0 h 490"/>
                  <a:gd name="T24" fmla="*/ 2110 w 308"/>
                  <a:gd name="T25" fmla="*/ 1158 h 490"/>
                  <a:gd name="T26" fmla="*/ 0 w 308"/>
                  <a:gd name="T27" fmla="*/ 17268 h 490"/>
                  <a:gd name="T28" fmla="*/ 343 w 308"/>
                  <a:gd name="T29" fmla="*/ 18326 h 490"/>
                  <a:gd name="T30" fmla="*/ 343 w 308"/>
                  <a:gd name="T31" fmla="*/ 18326 h 490"/>
                  <a:gd name="T32" fmla="*/ 413 w 308"/>
                  <a:gd name="T33" fmla="*/ 18458 h 490"/>
                  <a:gd name="T34" fmla="*/ 413 w 308"/>
                  <a:gd name="T35" fmla="*/ 18458 h 490"/>
                  <a:gd name="T36" fmla="*/ 499 w 308"/>
                  <a:gd name="T37" fmla="*/ 18594 h 490"/>
                  <a:gd name="T38" fmla="*/ 499 w 308"/>
                  <a:gd name="T39" fmla="*/ 18594 h 490"/>
                  <a:gd name="T40" fmla="*/ 598 w 308"/>
                  <a:gd name="T41" fmla="*/ 18662 h 490"/>
                  <a:gd name="T42" fmla="*/ 610 w 308"/>
                  <a:gd name="T43" fmla="*/ 18700 h 490"/>
                  <a:gd name="T44" fmla="*/ 671 w 308"/>
                  <a:gd name="T45" fmla="*/ 18791 h 490"/>
                  <a:gd name="T46" fmla="*/ 711 w 308"/>
                  <a:gd name="T47" fmla="*/ 18841 h 490"/>
                  <a:gd name="T48" fmla="*/ 785 w 308"/>
                  <a:gd name="T49" fmla="*/ 18880 h 490"/>
                  <a:gd name="T50" fmla="*/ 821 w 308"/>
                  <a:gd name="T51" fmla="*/ 18925 h 490"/>
                  <a:gd name="T52" fmla="*/ 870 w 308"/>
                  <a:gd name="T53" fmla="*/ 18997 h 490"/>
                  <a:gd name="T54" fmla="*/ 933 w 308"/>
                  <a:gd name="T55" fmla="*/ 19036 h 490"/>
                  <a:gd name="T56" fmla="*/ 954 w 308"/>
                  <a:gd name="T57" fmla="*/ 19081 h 490"/>
                  <a:gd name="T58" fmla="*/ 954 w 308"/>
                  <a:gd name="T59" fmla="*/ 19036 h 490"/>
                  <a:gd name="T60" fmla="*/ 4334 w 308"/>
                  <a:gd name="T61" fmla="*/ 20239 h 490"/>
                  <a:gd name="T62" fmla="*/ 4334 w 308"/>
                  <a:gd name="T63" fmla="*/ 20239 h 490"/>
                  <a:gd name="T64" fmla="*/ 8648 w 308"/>
                  <a:gd name="T65" fmla="*/ 17268 h 490"/>
                  <a:gd name="T66" fmla="*/ 8602 w 308"/>
                  <a:gd name="T67" fmla="*/ 16772 h 490"/>
                  <a:gd name="T68" fmla="*/ 7220 w 308"/>
                  <a:gd name="T69" fmla="*/ 17923 h 490"/>
                  <a:gd name="T70" fmla="*/ 4122 w 308"/>
                  <a:gd name="T71" fmla="*/ 18618 h 490"/>
                  <a:gd name="T72" fmla="*/ 1468 w 308"/>
                  <a:gd name="T73" fmla="*/ 14615 h 490"/>
                  <a:gd name="T74" fmla="*/ 1468 w 308"/>
                  <a:gd name="T75" fmla="*/ 14660 h 490"/>
                  <a:gd name="T76" fmla="*/ 3030 w 308"/>
                  <a:gd name="T77" fmla="*/ 2603 h 490"/>
                  <a:gd name="T78" fmla="*/ 5173 w 308"/>
                  <a:gd name="T79" fmla="*/ 1158 h 490"/>
                  <a:gd name="T80" fmla="*/ 5173 w 308"/>
                  <a:gd name="T81" fmla="*/ 1158 h 490"/>
                  <a:gd name="T82" fmla="*/ 6238 w 308"/>
                  <a:gd name="T83" fmla="*/ 2153 h 490"/>
                  <a:gd name="T84" fmla="*/ 6651 w 308"/>
                  <a:gd name="T85" fmla="*/ 5243 h 490"/>
                  <a:gd name="T86" fmla="*/ 7863 w 308"/>
                  <a:gd name="T87" fmla="*/ 15662 h 490"/>
                  <a:gd name="T88" fmla="*/ 7220 w 308"/>
                  <a:gd name="T89" fmla="*/ 17923 h 49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08" h="490">
                    <a:moveTo>
                      <a:pt x="306" y="406"/>
                    </a:moveTo>
                    <a:cubicBezTo>
                      <a:pt x="306" y="406"/>
                      <a:pt x="306" y="406"/>
                      <a:pt x="306" y="406"/>
                    </a:cubicBezTo>
                    <a:cubicBezTo>
                      <a:pt x="236" y="42"/>
                      <a:pt x="236" y="42"/>
                      <a:pt x="236" y="42"/>
                    </a:cubicBezTo>
                    <a:cubicBezTo>
                      <a:pt x="236" y="42"/>
                      <a:pt x="236" y="42"/>
                      <a:pt x="236" y="42"/>
                    </a:cubicBezTo>
                    <a:cubicBezTo>
                      <a:pt x="233" y="28"/>
                      <a:pt x="233" y="28"/>
                      <a:pt x="233" y="28"/>
                    </a:cubicBezTo>
                    <a:cubicBezTo>
                      <a:pt x="233" y="27"/>
                      <a:pt x="233" y="26"/>
                      <a:pt x="232" y="25"/>
                    </a:cubicBezTo>
                    <a:cubicBezTo>
                      <a:pt x="232" y="25"/>
                      <a:pt x="232" y="24"/>
                      <a:pt x="231" y="24"/>
                    </a:cubicBezTo>
                    <a:cubicBezTo>
                      <a:pt x="231" y="24"/>
                      <a:pt x="231" y="23"/>
                      <a:pt x="231" y="23"/>
                    </a:cubicBezTo>
                    <a:cubicBezTo>
                      <a:pt x="230" y="22"/>
                      <a:pt x="230" y="22"/>
                      <a:pt x="229" y="21"/>
                    </a:cubicBezTo>
                    <a:cubicBezTo>
                      <a:pt x="229" y="21"/>
                      <a:pt x="229" y="21"/>
                      <a:pt x="229" y="21"/>
                    </a:cubicBezTo>
                    <a:cubicBezTo>
                      <a:pt x="217" y="8"/>
                      <a:pt x="188" y="0"/>
                      <a:pt x="154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13" y="0"/>
                      <a:pt x="80" y="12"/>
                      <a:pt x="75" y="28"/>
                    </a:cubicBezTo>
                    <a:cubicBezTo>
                      <a:pt x="0" y="418"/>
                      <a:pt x="0" y="418"/>
                      <a:pt x="0" y="418"/>
                    </a:cubicBezTo>
                    <a:cubicBezTo>
                      <a:pt x="0" y="427"/>
                      <a:pt x="4" y="436"/>
                      <a:pt x="12" y="444"/>
                    </a:cubicBezTo>
                    <a:cubicBezTo>
                      <a:pt x="12" y="444"/>
                      <a:pt x="12" y="444"/>
                      <a:pt x="12" y="444"/>
                    </a:cubicBezTo>
                    <a:cubicBezTo>
                      <a:pt x="13" y="445"/>
                      <a:pt x="14" y="446"/>
                      <a:pt x="15" y="447"/>
                    </a:cubicBezTo>
                    <a:cubicBezTo>
                      <a:pt x="15" y="447"/>
                      <a:pt x="15" y="447"/>
                      <a:pt x="15" y="447"/>
                    </a:cubicBezTo>
                    <a:cubicBezTo>
                      <a:pt x="16" y="448"/>
                      <a:pt x="17" y="449"/>
                      <a:pt x="18" y="450"/>
                    </a:cubicBezTo>
                    <a:cubicBezTo>
                      <a:pt x="18" y="450"/>
                      <a:pt x="18" y="450"/>
                      <a:pt x="18" y="450"/>
                    </a:cubicBezTo>
                    <a:cubicBezTo>
                      <a:pt x="19" y="451"/>
                      <a:pt x="20" y="452"/>
                      <a:pt x="21" y="452"/>
                    </a:cubicBezTo>
                    <a:cubicBezTo>
                      <a:pt x="21" y="452"/>
                      <a:pt x="21" y="453"/>
                      <a:pt x="22" y="453"/>
                    </a:cubicBezTo>
                    <a:cubicBezTo>
                      <a:pt x="22" y="454"/>
                      <a:pt x="23" y="454"/>
                      <a:pt x="24" y="455"/>
                    </a:cubicBezTo>
                    <a:cubicBezTo>
                      <a:pt x="24" y="455"/>
                      <a:pt x="25" y="455"/>
                      <a:pt x="25" y="456"/>
                    </a:cubicBezTo>
                    <a:cubicBezTo>
                      <a:pt x="26" y="456"/>
                      <a:pt x="27" y="457"/>
                      <a:pt x="28" y="457"/>
                    </a:cubicBezTo>
                    <a:cubicBezTo>
                      <a:pt x="28" y="458"/>
                      <a:pt x="29" y="458"/>
                      <a:pt x="29" y="458"/>
                    </a:cubicBezTo>
                    <a:cubicBezTo>
                      <a:pt x="30" y="459"/>
                      <a:pt x="31" y="459"/>
                      <a:pt x="31" y="460"/>
                    </a:cubicBezTo>
                    <a:cubicBezTo>
                      <a:pt x="32" y="460"/>
                      <a:pt x="32" y="460"/>
                      <a:pt x="33" y="461"/>
                    </a:cubicBezTo>
                    <a:cubicBezTo>
                      <a:pt x="33" y="461"/>
                      <a:pt x="34" y="461"/>
                      <a:pt x="34" y="462"/>
                    </a:cubicBezTo>
                    <a:cubicBezTo>
                      <a:pt x="34" y="462"/>
                      <a:pt x="34" y="461"/>
                      <a:pt x="34" y="461"/>
                    </a:cubicBezTo>
                    <a:cubicBezTo>
                      <a:pt x="63" y="478"/>
                      <a:pt x="106" y="490"/>
                      <a:pt x="154" y="490"/>
                    </a:cubicBezTo>
                    <a:cubicBezTo>
                      <a:pt x="154" y="490"/>
                      <a:pt x="154" y="490"/>
                      <a:pt x="154" y="490"/>
                    </a:cubicBezTo>
                    <a:cubicBezTo>
                      <a:pt x="239" y="490"/>
                      <a:pt x="308" y="453"/>
                      <a:pt x="308" y="418"/>
                    </a:cubicBezTo>
                    <a:lnTo>
                      <a:pt x="306" y="406"/>
                    </a:lnTo>
                    <a:close/>
                    <a:moveTo>
                      <a:pt x="257" y="434"/>
                    </a:moveTo>
                    <a:cubicBezTo>
                      <a:pt x="227" y="446"/>
                      <a:pt x="184" y="454"/>
                      <a:pt x="147" y="451"/>
                    </a:cubicBezTo>
                    <a:cubicBezTo>
                      <a:pt x="82" y="445"/>
                      <a:pt x="45" y="391"/>
                      <a:pt x="52" y="354"/>
                    </a:cubicBezTo>
                    <a:cubicBezTo>
                      <a:pt x="52" y="355"/>
                      <a:pt x="52" y="355"/>
                      <a:pt x="52" y="355"/>
                    </a:cubicBezTo>
                    <a:cubicBezTo>
                      <a:pt x="108" y="63"/>
                      <a:pt x="108" y="63"/>
                      <a:pt x="108" y="63"/>
                    </a:cubicBezTo>
                    <a:cubicBezTo>
                      <a:pt x="114" y="40"/>
                      <a:pt x="133" y="28"/>
                      <a:pt x="184" y="28"/>
                    </a:cubicBezTo>
                    <a:cubicBezTo>
                      <a:pt x="184" y="28"/>
                      <a:pt x="184" y="28"/>
                      <a:pt x="184" y="28"/>
                    </a:cubicBezTo>
                    <a:cubicBezTo>
                      <a:pt x="212" y="29"/>
                      <a:pt x="219" y="41"/>
                      <a:pt x="222" y="52"/>
                    </a:cubicBezTo>
                    <a:cubicBezTo>
                      <a:pt x="227" y="66"/>
                      <a:pt x="231" y="89"/>
                      <a:pt x="237" y="127"/>
                    </a:cubicBezTo>
                    <a:cubicBezTo>
                      <a:pt x="247" y="207"/>
                      <a:pt x="269" y="325"/>
                      <a:pt x="280" y="379"/>
                    </a:cubicBezTo>
                    <a:cubicBezTo>
                      <a:pt x="285" y="403"/>
                      <a:pt x="283" y="423"/>
                      <a:pt x="257" y="434"/>
                    </a:cubicBezTo>
                    <a:close/>
                  </a:path>
                </a:pathLst>
              </a:custGeom>
              <a:solidFill>
                <a:srgbClr val="00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1" name="Freeform 21">
                <a:extLst>
                  <a:ext uri="{FF2B5EF4-FFF2-40B4-BE49-F238E27FC236}">
                    <a16:creationId xmlns:a16="http://schemas.microsoft.com/office/drawing/2014/main" id="{78E9B085-1E74-4C83-9911-80AEFBED4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748"/>
                <a:ext cx="402" cy="1223"/>
              </a:xfrm>
              <a:custGeom>
                <a:avLst/>
                <a:gdLst>
                  <a:gd name="T0" fmla="*/ 6420 w 231"/>
                  <a:gd name="T1" fmla="*/ 24252 h 658"/>
                  <a:gd name="T2" fmla="*/ 827 w 231"/>
                  <a:gd name="T3" fmla="*/ 21850 h 658"/>
                  <a:gd name="T4" fmla="*/ 2668 w 231"/>
                  <a:gd name="T5" fmla="*/ 7435 h 658"/>
                  <a:gd name="T6" fmla="*/ 1006 w 231"/>
                  <a:gd name="T7" fmla="*/ 16765 h 658"/>
                  <a:gd name="T8" fmla="*/ 520 w 231"/>
                  <a:gd name="T9" fmla="*/ 16765 h 658"/>
                  <a:gd name="T10" fmla="*/ 827 w 231"/>
                  <a:gd name="T11" fmla="*/ 10851 h 658"/>
                  <a:gd name="T12" fmla="*/ 5524 w 231"/>
                  <a:gd name="T13" fmla="*/ 204 h 658"/>
                  <a:gd name="T14" fmla="*/ 5139 w 231"/>
                  <a:gd name="T15" fmla="*/ 156 h 658"/>
                  <a:gd name="T16" fmla="*/ 5139 w 231"/>
                  <a:gd name="T17" fmla="*/ 156 h 658"/>
                  <a:gd name="T18" fmla="*/ 5139 w 231"/>
                  <a:gd name="T19" fmla="*/ 156 h 658"/>
                  <a:gd name="T20" fmla="*/ 1751 w 231"/>
                  <a:gd name="T21" fmla="*/ 4083 h 658"/>
                  <a:gd name="T22" fmla="*/ 0 w 231"/>
                  <a:gd name="T23" fmla="*/ 15038 h 658"/>
                  <a:gd name="T24" fmla="*/ 1751 w 231"/>
                  <a:gd name="T25" fmla="*/ 26062 h 658"/>
                  <a:gd name="T26" fmla="*/ 2221 w 231"/>
                  <a:gd name="T27" fmla="*/ 27129 h 658"/>
                  <a:gd name="T28" fmla="*/ 2181 w 231"/>
                  <a:gd name="T29" fmla="*/ 27045 h 658"/>
                  <a:gd name="T30" fmla="*/ 2549 w 231"/>
                  <a:gd name="T31" fmla="*/ 24445 h 658"/>
                  <a:gd name="T32" fmla="*/ 6420 w 231"/>
                  <a:gd name="T33" fmla="*/ 24252 h 6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1" h="658">
                    <a:moveTo>
                      <a:pt x="231" y="588"/>
                    </a:moveTo>
                    <a:cubicBezTo>
                      <a:pt x="86" y="604"/>
                      <a:pt x="30" y="530"/>
                      <a:pt x="30" y="530"/>
                    </a:cubicBezTo>
                    <a:cubicBezTo>
                      <a:pt x="96" y="180"/>
                      <a:pt x="96" y="180"/>
                      <a:pt x="96" y="180"/>
                    </a:cubicBezTo>
                    <a:cubicBezTo>
                      <a:pt x="96" y="180"/>
                      <a:pt x="43" y="379"/>
                      <a:pt x="36" y="407"/>
                    </a:cubicBezTo>
                    <a:cubicBezTo>
                      <a:pt x="28" y="435"/>
                      <a:pt x="18" y="441"/>
                      <a:pt x="19" y="407"/>
                    </a:cubicBezTo>
                    <a:cubicBezTo>
                      <a:pt x="19" y="376"/>
                      <a:pt x="19" y="334"/>
                      <a:pt x="30" y="263"/>
                    </a:cubicBezTo>
                    <a:cubicBezTo>
                      <a:pt x="55" y="85"/>
                      <a:pt x="156" y="0"/>
                      <a:pt x="199" y="5"/>
                    </a:cubicBezTo>
                    <a:cubicBezTo>
                      <a:pt x="194" y="4"/>
                      <a:pt x="190" y="4"/>
                      <a:pt x="185" y="4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42" y="4"/>
                      <a:pt x="98" y="39"/>
                      <a:pt x="63" y="99"/>
                    </a:cubicBezTo>
                    <a:cubicBezTo>
                      <a:pt x="23" y="169"/>
                      <a:pt x="0" y="264"/>
                      <a:pt x="0" y="365"/>
                    </a:cubicBezTo>
                    <a:cubicBezTo>
                      <a:pt x="0" y="467"/>
                      <a:pt x="23" y="561"/>
                      <a:pt x="63" y="632"/>
                    </a:cubicBezTo>
                    <a:cubicBezTo>
                      <a:pt x="68" y="641"/>
                      <a:pt x="74" y="650"/>
                      <a:pt x="80" y="658"/>
                    </a:cubicBezTo>
                    <a:cubicBezTo>
                      <a:pt x="80" y="657"/>
                      <a:pt x="79" y="656"/>
                      <a:pt x="79" y="656"/>
                    </a:cubicBezTo>
                    <a:cubicBezTo>
                      <a:pt x="65" y="624"/>
                      <a:pt x="51" y="581"/>
                      <a:pt x="92" y="593"/>
                    </a:cubicBezTo>
                    <a:cubicBezTo>
                      <a:pt x="133" y="605"/>
                      <a:pt x="179" y="598"/>
                      <a:pt x="231" y="588"/>
                    </a:cubicBezTo>
                    <a:close/>
                  </a:path>
                </a:pathLst>
              </a:custGeom>
              <a:solidFill>
                <a:srgbClr val="008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2" name="Freeform 22">
                <a:extLst>
                  <a:ext uri="{FF2B5EF4-FFF2-40B4-BE49-F238E27FC236}">
                    <a16:creationId xmlns:a16="http://schemas.microsoft.com/office/drawing/2014/main" id="{BCD2304D-7DDA-418D-AE3C-273AA3576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1967"/>
                <a:ext cx="167" cy="855"/>
              </a:xfrm>
              <a:custGeom>
                <a:avLst/>
                <a:gdLst>
                  <a:gd name="T0" fmla="*/ 2328 w 96"/>
                  <a:gd name="T1" fmla="*/ 18962 h 460"/>
                  <a:gd name="T2" fmla="*/ 2663 w 96"/>
                  <a:gd name="T3" fmla="*/ 0 h 460"/>
                  <a:gd name="T4" fmla="*/ 2328 w 96"/>
                  <a:gd name="T5" fmla="*/ 18962 h 4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460">
                    <a:moveTo>
                      <a:pt x="84" y="460"/>
                    </a:moveTo>
                    <a:cubicBezTo>
                      <a:pt x="19" y="282"/>
                      <a:pt x="61" y="57"/>
                      <a:pt x="96" y="0"/>
                    </a:cubicBezTo>
                    <a:cubicBezTo>
                      <a:pt x="52" y="59"/>
                      <a:pt x="0" y="287"/>
                      <a:pt x="84" y="460"/>
                    </a:cubicBezTo>
                    <a:close/>
                  </a:path>
                </a:pathLst>
              </a:custGeom>
              <a:solidFill>
                <a:srgbClr val="FFFD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3" name="Freeform 23">
                <a:extLst>
                  <a:ext uri="{FF2B5EF4-FFF2-40B4-BE49-F238E27FC236}">
                    <a16:creationId xmlns:a16="http://schemas.microsoft.com/office/drawing/2014/main" id="{245477F1-648E-427C-9F16-C61F26404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967"/>
                <a:ext cx="167" cy="855"/>
              </a:xfrm>
              <a:custGeom>
                <a:avLst/>
                <a:gdLst>
                  <a:gd name="T0" fmla="*/ 336 w 96"/>
                  <a:gd name="T1" fmla="*/ 18962 h 460"/>
                  <a:gd name="T2" fmla="*/ 0 w 96"/>
                  <a:gd name="T3" fmla="*/ 0 h 460"/>
                  <a:gd name="T4" fmla="*/ 336 w 96"/>
                  <a:gd name="T5" fmla="*/ 18962 h 4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460">
                    <a:moveTo>
                      <a:pt x="12" y="460"/>
                    </a:moveTo>
                    <a:cubicBezTo>
                      <a:pt x="77" y="282"/>
                      <a:pt x="35" y="57"/>
                      <a:pt x="0" y="0"/>
                    </a:cubicBezTo>
                    <a:cubicBezTo>
                      <a:pt x="45" y="59"/>
                      <a:pt x="96" y="287"/>
                      <a:pt x="12" y="460"/>
                    </a:cubicBezTo>
                    <a:close/>
                  </a:path>
                </a:pathLst>
              </a:custGeom>
              <a:solidFill>
                <a:srgbClr val="FFFD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4" name="Oval 24">
                <a:extLst>
                  <a:ext uri="{FF2B5EF4-FFF2-40B4-BE49-F238E27FC236}">
                    <a16:creationId xmlns:a16="http://schemas.microsoft.com/office/drawing/2014/main" id="{4B4617C1-22FE-4029-9185-F8C7266C2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2298"/>
                <a:ext cx="43" cy="4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695" name="Freeform 25">
                <a:extLst>
                  <a:ext uri="{FF2B5EF4-FFF2-40B4-BE49-F238E27FC236}">
                    <a16:creationId xmlns:a16="http://schemas.microsoft.com/office/drawing/2014/main" id="{3F82F7BF-6A08-43B7-8C72-43A6F10D5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062"/>
                <a:ext cx="322" cy="373"/>
              </a:xfrm>
              <a:custGeom>
                <a:avLst/>
                <a:gdLst>
                  <a:gd name="T0" fmla="*/ 2393 w 185"/>
                  <a:gd name="T1" fmla="*/ 4116 h 201"/>
                  <a:gd name="T2" fmla="*/ 4644 w 185"/>
                  <a:gd name="T3" fmla="*/ 0 h 201"/>
                  <a:gd name="T4" fmla="*/ 2999 w 185"/>
                  <a:gd name="T5" fmla="*/ 4907 h 201"/>
                  <a:gd name="T6" fmla="*/ 0 w 185"/>
                  <a:gd name="T7" fmla="*/ 8206 h 201"/>
                  <a:gd name="T8" fmla="*/ 2393 w 185"/>
                  <a:gd name="T9" fmla="*/ 4116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201">
                    <a:moveTo>
                      <a:pt x="86" y="101"/>
                    </a:moveTo>
                    <a:cubicBezTo>
                      <a:pt x="152" y="78"/>
                      <a:pt x="170" y="38"/>
                      <a:pt x="167" y="0"/>
                    </a:cubicBezTo>
                    <a:cubicBezTo>
                      <a:pt x="185" y="34"/>
                      <a:pt x="170" y="99"/>
                      <a:pt x="108" y="120"/>
                    </a:cubicBezTo>
                    <a:cubicBezTo>
                      <a:pt x="49" y="141"/>
                      <a:pt x="7" y="148"/>
                      <a:pt x="0" y="201"/>
                    </a:cubicBezTo>
                    <a:cubicBezTo>
                      <a:pt x="0" y="162"/>
                      <a:pt x="4" y="130"/>
                      <a:pt x="86" y="101"/>
                    </a:cubicBezTo>
                    <a:close/>
                  </a:path>
                </a:pathLst>
              </a:custGeom>
              <a:solidFill>
                <a:srgbClr val="F0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6" name="Freeform 26">
                <a:extLst>
                  <a:ext uri="{FF2B5EF4-FFF2-40B4-BE49-F238E27FC236}">
                    <a16:creationId xmlns:a16="http://schemas.microsoft.com/office/drawing/2014/main" id="{7EA7B612-D907-486F-9C75-0890A131C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123"/>
                <a:ext cx="274" cy="233"/>
              </a:xfrm>
              <a:custGeom>
                <a:avLst/>
                <a:gdLst>
                  <a:gd name="T0" fmla="*/ 0 w 157"/>
                  <a:gd name="T1" fmla="*/ 5240 h 125"/>
                  <a:gd name="T2" fmla="*/ 2239 w 157"/>
                  <a:gd name="T3" fmla="*/ 3020 h 125"/>
                  <a:gd name="T4" fmla="*/ 4435 w 157"/>
                  <a:gd name="T5" fmla="*/ 0 h 125"/>
                  <a:gd name="T6" fmla="*/ 2264 w 157"/>
                  <a:gd name="T7" fmla="*/ 3258 h 125"/>
                  <a:gd name="T8" fmla="*/ 0 w 157"/>
                  <a:gd name="T9" fmla="*/ 524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125">
                    <a:moveTo>
                      <a:pt x="0" y="125"/>
                    </a:moveTo>
                    <a:cubicBezTo>
                      <a:pt x="10" y="105"/>
                      <a:pt x="32" y="88"/>
                      <a:pt x="79" y="72"/>
                    </a:cubicBezTo>
                    <a:cubicBezTo>
                      <a:pt x="128" y="55"/>
                      <a:pt x="150" y="28"/>
                      <a:pt x="157" y="0"/>
                    </a:cubicBezTo>
                    <a:cubicBezTo>
                      <a:pt x="153" y="26"/>
                      <a:pt x="131" y="60"/>
                      <a:pt x="80" y="78"/>
                    </a:cubicBezTo>
                    <a:cubicBezTo>
                      <a:pt x="30" y="95"/>
                      <a:pt x="18" y="103"/>
                      <a:pt x="0" y="1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7" name="Oval 27">
                <a:extLst>
                  <a:ext uri="{FF2B5EF4-FFF2-40B4-BE49-F238E27FC236}">
                    <a16:creationId xmlns:a16="http://schemas.microsoft.com/office/drawing/2014/main" id="{A72B95EC-824B-4747-8BE9-EE3E68AC2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230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698" name="Freeform 28">
                <a:extLst>
                  <a:ext uri="{FF2B5EF4-FFF2-40B4-BE49-F238E27FC236}">
                    <a16:creationId xmlns:a16="http://schemas.microsoft.com/office/drawing/2014/main" id="{2FBFEA9D-2513-4D56-AFB8-28F12606C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543"/>
                <a:ext cx="48" cy="52"/>
              </a:xfrm>
              <a:custGeom>
                <a:avLst/>
                <a:gdLst>
                  <a:gd name="T0" fmla="*/ 45 w 28"/>
                  <a:gd name="T1" fmla="*/ 724 h 28"/>
                  <a:gd name="T2" fmla="*/ 252 w 28"/>
                  <a:gd name="T3" fmla="*/ 84 h 28"/>
                  <a:gd name="T4" fmla="*/ 663 w 28"/>
                  <a:gd name="T5" fmla="*/ 418 h 28"/>
                  <a:gd name="T6" fmla="*/ 458 w 28"/>
                  <a:gd name="T7" fmla="*/ 1055 h 28"/>
                  <a:gd name="T8" fmla="*/ 45 w 28"/>
                  <a:gd name="T9" fmla="*/ 72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" y="18"/>
                    </a:moveTo>
                    <a:cubicBezTo>
                      <a:pt x="0" y="12"/>
                      <a:pt x="4" y="4"/>
                      <a:pt x="10" y="2"/>
                    </a:cubicBezTo>
                    <a:cubicBezTo>
                      <a:pt x="17" y="0"/>
                      <a:pt x="24" y="4"/>
                      <a:pt x="26" y="10"/>
                    </a:cubicBezTo>
                    <a:cubicBezTo>
                      <a:pt x="28" y="17"/>
                      <a:pt x="25" y="24"/>
                      <a:pt x="18" y="26"/>
                    </a:cubicBezTo>
                    <a:cubicBezTo>
                      <a:pt x="11" y="28"/>
                      <a:pt x="4" y="25"/>
                      <a:pt x="2" y="18"/>
                    </a:cubicBezTo>
                    <a:close/>
                  </a:path>
                </a:pathLst>
              </a:custGeom>
              <a:solidFill>
                <a:srgbClr val="00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9" name="Freeform 29">
                <a:extLst>
                  <a:ext uri="{FF2B5EF4-FFF2-40B4-BE49-F238E27FC236}">
                    <a16:creationId xmlns:a16="http://schemas.microsoft.com/office/drawing/2014/main" id="{5442E0F8-A2D0-421B-9557-E57CDB0A1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291"/>
                <a:ext cx="257" cy="453"/>
              </a:xfrm>
              <a:custGeom>
                <a:avLst/>
                <a:gdLst>
                  <a:gd name="T0" fmla="*/ 1928 w 148"/>
                  <a:gd name="T1" fmla="*/ 4966 h 244"/>
                  <a:gd name="T2" fmla="*/ 3157 w 148"/>
                  <a:gd name="T3" fmla="*/ 0 h 244"/>
                  <a:gd name="T4" fmla="*/ 2653 w 148"/>
                  <a:gd name="T5" fmla="*/ 5453 h 244"/>
                  <a:gd name="T6" fmla="*/ 556 w 148"/>
                  <a:gd name="T7" fmla="*/ 9988 h 244"/>
                  <a:gd name="T8" fmla="*/ 1928 w 148"/>
                  <a:gd name="T9" fmla="*/ 4966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244">
                    <a:moveTo>
                      <a:pt x="70" y="121"/>
                    </a:moveTo>
                    <a:cubicBezTo>
                      <a:pt x="125" y="79"/>
                      <a:pt x="129" y="35"/>
                      <a:pt x="115" y="0"/>
                    </a:cubicBezTo>
                    <a:cubicBezTo>
                      <a:pt x="143" y="27"/>
                      <a:pt x="148" y="93"/>
                      <a:pt x="97" y="133"/>
                    </a:cubicBezTo>
                    <a:cubicBezTo>
                      <a:pt x="47" y="171"/>
                      <a:pt x="9" y="191"/>
                      <a:pt x="20" y="244"/>
                    </a:cubicBezTo>
                    <a:cubicBezTo>
                      <a:pt x="7" y="207"/>
                      <a:pt x="0" y="175"/>
                      <a:pt x="70" y="121"/>
                    </a:cubicBezTo>
                    <a:close/>
                  </a:path>
                </a:pathLst>
              </a:custGeom>
              <a:solidFill>
                <a:srgbClr val="00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0" name="Freeform 30">
                <a:extLst>
                  <a:ext uri="{FF2B5EF4-FFF2-40B4-BE49-F238E27FC236}">
                    <a16:creationId xmlns:a16="http://schemas.microsoft.com/office/drawing/2014/main" id="{1B35BF64-7AF6-412C-8FE1-2D33B2335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538"/>
                <a:ext cx="49" cy="52"/>
              </a:xfrm>
              <a:custGeom>
                <a:avLst/>
                <a:gdLst>
                  <a:gd name="T0" fmla="*/ 65 w 28"/>
                  <a:gd name="T1" fmla="*/ 724 h 28"/>
                  <a:gd name="T2" fmla="*/ 301 w 28"/>
                  <a:gd name="T3" fmla="*/ 84 h 28"/>
                  <a:gd name="T4" fmla="*/ 763 w 28"/>
                  <a:gd name="T5" fmla="*/ 418 h 28"/>
                  <a:gd name="T6" fmla="*/ 527 w 28"/>
                  <a:gd name="T7" fmla="*/ 1055 h 28"/>
                  <a:gd name="T8" fmla="*/ 65 w 28"/>
                  <a:gd name="T9" fmla="*/ 72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" y="18"/>
                    </a:moveTo>
                    <a:cubicBezTo>
                      <a:pt x="0" y="11"/>
                      <a:pt x="4" y="4"/>
                      <a:pt x="10" y="2"/>
                    </a:cubicBezTo>
                    <a:cubicBezTo>
                      <a:pt x="17" y="0"/>
                      <a:pt x="24" y="3"/>
                      <a:pt x="26" y="10"/>
                    </a:cubicBezTo>
                    <a:cubicBezTo>
                      <a:pt x="28" y="17"/>
                      <a:pt x="25" y="24"/>
                      <a:pt x="18" y="26"/>
                    </a:cubicBezTo>
                    <a:cubicBezTo>
                      <a:pt x="12" y="28"/>
                      <a:pt x="4" y="25"/>
                      <a:pt x="2" y="1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1" name="Freeform 31">
                <a:extLst>
                  <a:ext uri="{FF2B5EF4-FFF2-40B4-BE49-F238E27FC236}">
                    <a16:creationId xmlns:a16="http://schemas.microsoft.com/office/drawing/2014/main" id="{855EC811-3140-484D-B4DE-3B7B13203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279"/>
                <a:ext cx="258" cy="452"/>
              </a:xfrm>
              <a:custGeom>
                <a:avLst/>
                <a:gdLst>
                  <a:gd name="T0" fmla="*/ 1966 w 148"/>
                  <a:gd name="T1" fmla="*/ 5013 h 243"/>
                  <a:gd name="T2" fmla="*/ 3206 w 148"/>
                  <a:gd name="T3" fmla="*/ 0 h 243"/>
                  <a:gd name="T4" fmla="*/ 2686 w 148"/>
                  <a:gd name="T5" fmla="*/ 5498 h 243"/>
                  <a:gd name="T6" fmla="*/ 535 w 148"/>
                  <a:gd name="T7" fmla="*/ 10065 h 243"/>
                  <a:gd name="T8" fmla="*/ 1966 w 148"/>
                  <a:gd name="T9" fmla="*/ 5013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243">
                    <a:moveTo>
                      <a:pt x="70" y="121"/>
                    </a:moveTo>
                    <a:cubicBezTo>
                      <a:pt x="125" y="79"/>
                      <a:pt x="128" y="35"/>
                      <a:pt x="114" y="0"/>
                    </a:cubicBezTo>
                    <a:cubicBezTo>
                      <a:pt x="142" y="27"/>
                      <a:pt x="148" y="93"/>
                      <a:pt x="96" y="133"/>
                    </a:cubicBezTo>
                    <a:cubicBezTo>
                      <a:pt x="47" y="171"/>
                      <a:pt x="9" y="191"/>
                      <a:pt x="19" y="243"/>
                    </a:cubicBezTo>
                    <a:cubicBezTo>
                      <a:pt x="6" y="206"/>
                      <a:pt x="0" y="174"/>
                      <a:pt x="70" y="121"/>
                    </a:cubicBezTo>
                    <a:close/>
                  </a:path>
                </a:pathLst>
              </a:custGeom>
              <a:solidFill>
                <a:srgbClr val="F0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2" name="Freeform 32">
                <a:extLst>
                  <a:ext uri="{FF2B5EF4-FFF2-40B4-BE49-F238E27FC236}">
                    <a16:creationId xmlns:a16="http://schemas.microsoft.com/office/drawing/2014/main" id="{FE331A07-1F8C-4823-A323-669BD8331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337"/>
                <a:ext cx="199" cy="312"/>
              </a:xfrm>
              <a:custGeom>
                <a:avLst/>
                <a:gdLst>
                  <a:gd name="T0" fmla="*/ 0 w 114"/>
                  <a:gd name="T1" fmla="*/ 6884 h 168"/>
                  <a:gd name="T2" fmla="*/ 1634 w 114"/>
                  <a:gd name="T3" fmla="*/ 3818 h 168"/>
                  <a:gd name="T4" fmla="*/ 3111 w 114"/>
                  <a:gd name="T5" fmla="*/ 0 h 168"/>
                  <a:gd name="T6" fmla="*/ 1719 w 114"/>
                  <a:gd name="T7" fmla="*/ 4021 h 168"/>
                  <a:gd name="T8" fmla="*/ 0 w 114"/>
                  <a:gd name="T9" fmla="*/ 6884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68">
                    <a:moveTo>
                      <a:pt x="0" y="168"/>
                    </a:moveTo>
                    <a:cubicBezTo>
                      <a:pt x="3" y="147"/>
                      <a:pt x="18" y="123"/>
                      <a:pt x="58" y="93"/>
                    </a:cubicBezTo>
                    <a:cubicBezTo>
                      <a:pt x="99" y="61"/>
                      <a:pt x="112" y="29"/>
                      <a:pt x="110" y="0"/>
                    </a:cubicBezTo>
                    <a:cubicBezTo>
                      <a:pt x="114" y="26"/>
                      <a:pt x="104" y="65"/>
                      <a:pt x="61" y="98"/>
                    </a:cubicBezTo>
                    <a:cubicBezTo>
                      <a:pt x="19" y="131"/>
                      <a:pt x="10" y="142"/>
                      <a:pt x="0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3" name="Freeform 33">
                <a:extLst>
                  <a:ext uri="{FF2B5EF4-FFF2-40B4-BE49-F238E27FC236}">
                    <a16:creationId xmlns:a16="http://schemas.microsoft.com/office/drawing/2014/main" id="{73A3820D-5191-471D-8CA4-F51FE494E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551"/>
                <a:ext cx="18" cy="16"/>
              </a:xfrm>
              <a:custGeom>
                <a:avLst/>
                <a:gdLst>
                  <a:gd name="T0" fmla="*/ 41 w 10"/>
                  <a:gd name="T1" fmla="*/ 203 h 9"/>
                  <a:gd name="T2" fmla="*/ 133 w 10"/>
                  <a:gd name="T3" fmla="*/ 0 h 9"/>
                  <a:gd name="T4" fmla="*/ 304 w 10"/>
                  <a:gd name="T5" fmla="*/ 89 h 9"/>
                  <a:gd name="T6" fmla="*/ 211 w 10"/>
                  <a:gd name="T7" fmla="*/ 247 h 9"/>
                  <a:gd name="T8" fmla="*/ 41 w 10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6"/>
                    </a:moveTo>
                    <a:cubicBezTo>
                      <a:pt x="0" y="3"/>
                      <a:pt x="2" y="1"/>
                      <a:pt x="4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10" y="5"/>
                      <a:pt x="9" y="8"/>
                      <a:pt x="6" y="8"/>
                    </a:cubicBezTo>
                    <a:cubicBezTo>
                      <a:pt x="4" y="9"/>
                      <a:pt x="2" y="8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4" name="Oval 34">
                <a:extLst>
                  <a:ext uri="{FF2B5EF4-FFF2-40B4-BE49-F238E27FC236}">
                    <a16:creationId xmlns:a16="http://schemas.microsoft.com/office/drawing/2014/main" id="{CFD56E69-EE21-4830-A87D-0280BD470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" y="1666"/>
                <a:ext cx="1427" cy="152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05" name="Freeform 35">
                <a:extLst>
                  <a:ext uri="{FF2B5EF4-FFF2-40B4-BE49-F238E27FC236}">
                    <a16:creationId xmlns:a16="http://schemas.microsoft.com/office/drawing/2014/main" id="{6B0EBAF3-4DBA-49A7-8756-DC110ED3C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666"/>
                <a:ext cx="411" cy="1522"/>
              </a:xfrm>
              <a:custGeom>
                <a:avLst/>
                <a:gdLst>
                  <a:gd name="T0" fmla="*/ 0 w 236"/>
                  <a:gd name="T1" fmla="*/ 16839 h 819"/>
                  <a:gd name="T2" fmla="*/ 6588 w 236"/>
                  <a:gd name="T3" fmla="*/ 33727 h 819"/>
                  <a:gd name="T4" fmla="*/ 6588 w 236"/>
                  <a:gd name="T5" fmla="*/ 32428 h 819"/>
                  <a:gd name="T6" fmla="*/ 2790 w 236"/>
                  <a:gd name="T7" fmla="*/ 28167 h 819"/>
                  <a:gd name="T8" fmla="*/ 977 w 236"/>
                  <a:gd name="T9" fmla="*/ 16839 h 819"/>
                  <a:gd name="T10" fmla="*/ 2790 w 236"/>
                  <a:gd name="T11" fmla="*/ 5557 h 819"/>
                  <a:gd name="T12" fmla="*/ 6588 w 236"/>
                  <a:gd name="T13" fmla="*/ 1308 h 819"/>
                  <a:gd name="T14" fmla="*/ 6588 w 236"/>
                  <a:gd name="T15" fmla="*/ 0 h 819"/>
                  <a:gd name="T16" fmla="*/ 0 w 236"/>
                  <a:gd name="T17" fmla="*/ 16839 h 8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6" h="819">
                    <a:moveTo>
                      <a:pt x="0" y="409"/>
                    </a:moveTo>
                    <a:cubicBezTo>
                      <a:pt x="0" y="635"/>
                      <a:pt x="106" y="819"/>
                      <a:pt x="236" y="819"/>
                    </a:cubicBezTo>
                    <a:cubicBezTo>
                      <a:pt x="236" y="787"/>
                      <a:pt x="236" y="787"/>
                      <a:pt x="236" y="787"/>
                    </a:cubicBezTo>
                    <a:cubicBezTo>
                      <a:pt x="188" y="787"/>
                      <a:pt x="138" y="749"/>
                      <a:pt x="100" y="684"/>
                    </a:cubicBezTo>
                    <a:cubicBezTo>
                      <a:pt x="58" y="611"/>
                      <a:pt x="35" y="514"/>
                      <a:pt x="35" y="409"/>
                    </a:cubicBezTo>
                    <a:cubicBezTo>
                      <a:pt x="35" y="305"/>
                      <a:pt x="58" y="208"/>
                      <a:pt x="100" y="135"/>
                    </a:cubicBezTo>
                    <a:cubicBezTo>
                      <a:pt x="138" y="69"/>
                      <a:pt x="188" y="32"/>
                      <a:pt x="236" y="32"/>
                    </a:cubicBezTo>
                    <a:cubicBezTo>
                      <a:pt x="236" y="0"/>
                      <a:pt x="236" y="0"/>
                      <a:pt x="236" y="0"/>
                    </a:cubicBezTo>
                    <a:cubicBezTo>
                      <a:pt x="106" y="0"/>
                      <a:pt x="0" y="183"/>
                      <a:pt x="0" y="40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6" name="Freeform 36">
                <a:extLst>
                  <a:ext uri="{FF2B5EF4-FFF2-40B4-BE49-F238E27FC236}">
                    <a16:creationId xmlns:a16="http://schemas.microsoft.com/office/drawing/2014/main" id="{EF6C1B40-F2EF-4A7B-BB44-5214A9099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666"/>
                <a:ext cx="413" cy="1522"/>
              </a:xfrm>
              <a:custGeom>
                <a:avLst/>
                <a:gdLst>
                  <a:gd name="T0" fmla="*/ 6641 w 237"/>
                  <a:gd name="T1" fmla="*/ 16839 h 819"/>
                  <a:gd name="T2" fmla="*/ 0 w 237"/>
                  <a:gd name="T3" fmla="*/ 33727 h 819"/>
                  <a:gd name="T4" fmla="*/ 0 w 237"/>
                  <a:gd name="T5" fmla="*/ 32428 h 819"/>
                  <a:gd name="T6" fmla="*/ 3835 w 237"/>
                  <a:gd name="T7" fmla="*/ 28167 h 819"/>
                  <a:gd name="T8" fmla="*/ 5651 w 237"/>
                  <a:gd name="T9" fmla="*/ 16839 h 819"/>
                  <a:gd name="T10" fmla="*/ 3835 w 237"/>
                  <a:gd name="T11" fmla="*/ 5557 h 819"/>
                  <a:gd name="T12" fmla="*/ 0 w 237"/>
                  <a:gd name="T13" fmla="*/ 1308 h 819"/>
                  <a:gd name="T14" fmla="*/ 0 w 237"/>
                  <a:gd name="T15" fmla="*/ 0 h 819"/>
                  <a:gd name="T16" fmla="*/ 6641 w 237"/>
                  <a:gd name="T17" fmla="*/ 16839 h 8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7" h="819">
                    <a:moveTo>
                      <a:pt x="237" y="409"/>
                    </a:moveTo>
                    <a:cubicBezTo>
                      <a:pt x="237" y="635"/>
                      <a:pt x="131" y="819"/>
                      <a:pt x="0" y="819"/>
                    </a:cubicBezTo>
                    <a:cubicBezTo>
                      <a:pt x="0" y="787"/>
                      <a:pt x="0" y="787"/>
                      <a:pt x="0" y="787"/>
                    </a:cubicBezTo>
                    <a:cubicBezTo>
                      <a:pt x="49" y="787"/>
                      <a:pt x="99" y="749"/>
                      <a:pt x="137" y="684"/>
                    </a:cubicBezTo>
                    <a:cubicBezTo>
                      <a:pt x="179" y="611"/>
                      <a:pt x="202" y="514"/>
                      <a:pt x="202" y="409"/>
                    </a:cubicBezTo>
                    <a:cubicBezTo>
                      <a:pt x="202" y="305"/>
                      <a:pt x="179" y="208"/>
                      <a:pt x="137" y="135"/>
                    </a:cubicBezTo>
                    <a:cubicBezTo>
                      <a:pt x="99" y="69"/>
                      <a:pt x="49" y="32"/>
                      <a:pt x="0" y="3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1" y="0"/>
                      <a:pt x="237" y="183"/>
                      <a:pt x="237" y="40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7" name="Oval 37">
                <a:extLst>
                  <a:ext uri="{FF2B5EF4-FFF2-40B4-BE49-F238E27FC236}">
                    <a16:creationId xmlns:a16="http://schemas.microsoft.com/office/drawing/2014/main" id="{4B266C05-8D37-4CD3-8B40-023EC3B58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2298"/>
                <a:ext cx="43" cy="46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08" name="Freeform 38">
                <a:extLst>
                  <a:ext uri="{FF2B5EF4-FFF2-40B4-BE49-F238E27FC236}">
                    <a16:creationId xmlns:a16="http://schemas.microsoft.com/office/drawing/2014/main" id="{2B4893D4-8824-4323-AA24-149C3729F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062"/>
                <a:ext cx="322" cy="373"/>
              </a:xfrm>
              <a:custGeom>
                <a:avLst/>
                <a:gdLst>
                  <a:gd name="T0" fmla="*/ 2393 w 185"/>
                  <a:gd name="T1" fmla="*/ 4116 h 201"/>
                  <a:gd name="T2" fmla="*/ 4644 w 185"/>
                  <a:gd name="T3" fmla="*/ 0 h 201"/>
                  <a:gd name="T4" fmla="*/ 2999 w 185"/>
                  <a:gd name="T5" fmla="*/ 4907 h 201"/>
                  <a:gd name="T6" fmla="*/ 0 w 185"/>
                  <a:gd name="T7" fmla="*/ 8206 h 201"/>
                  <a:gd name="T8" fmla="*/ 2393 w 185"/>
                  <a:gd name="T9" fmla="*/ 4116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201">
                    <a:moveTo>
                      <a:pt x="86" y="101"/>
                    </a:moveTo>
                    <a:cubicBezTo>
                      <a:pt x="152" y="78"/>
                      <a:pt x="170" y="38"/>
                      <a:pt x="167" y="0"/>
                    </a:cubicBezTo>
                    <a:cubicBezTo>
                      <a:pt x="185" y="34"/>
                      <a:pt x="170" y="99"/>
                      <a:pt x="108" y="120"/>
                    </a:cubicBezTo>
                    <a:cubicBezTo>
                      <a:pt x="49" y="141"/>
                      <a:pt x="7" y="148"/>
                      <a:pt x="0" y="201"/>
                    </a:cubicBezTo>
                    <a:cubicBezTo>
                      <a:pt x="0" y="162"/>
                      <a:pt x="4" y="130"/>
                      <a:pt x="86" y="10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9" name="Oval 39">
                <a:extLst>
                  <a:ext uri="{FF2B5EF4-FFF2-40B4-BE49-F238E27FC236}">
                    <a16:creationId xmlns:a16="http://schemas.microsoft.com/office/drawing/2014/main" id="{FE89A1A0-9D49-466A-985B-22FE680AB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928"/>
                <a:ext cx="21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10" name="Oval 40">
                <a:extLst>
                  <a:ext uri="{FF2B5EF4-FFF2-40B4-BE49-F238E27FC236}">
                    <a16:creationId xmlns:a16="http://schemas.microsoft.com/office/drawing/2014/main" id="{ABFCCDA8-8C53-44CC-92D7-D80E74F1A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1934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11" name="Oval 41">
                <a:extLst>
                  <a:ext uri="{FF2B5EF4-FFF2-40B4-BE49-F238E27FC236}">
                    <a16:creationId xmlns:a16="http://schemas.microsoft.com/office/drawing/2014/main" id="{8CC7D1DA-3980-4DB7-A0BE-C201236B3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2" y="1928"/>
                <a:ext cx="22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12" name="Oval 42">
                <a:extLst>
                  <a:ext uri="{FF2B5EF4-FFF2-40B4-BE49-F238E27FC236}">
                    <a16:creationId xmlns:a16="http://schemas.microsoft.com/office/drawing/2014/main" id="{41FE6DAA-01FF-439E-BE6F-7BE7D1F57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7" y="1934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13" name="Oval 43">
                <a:extLst>
                  <a:ext uri="{FF2B5EF4-FFF2-40B4-BE49-F238E27FC236}">
                    <a16:creationId xmlns:a16="http://schemas.microsoft.com/office/drawing/2014/main" id="{A665681C-7715-4313-B7CA-BBF36DB3D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9" y="1932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14" name="Oval 44">
                <a:extLst>
                  <a:ext uri="{FF2B5EF4-FFF2-40B4-BE49-F238E27FC236}">
                    <a16:creationId xmlns:a16="http://schemas.microsoft.com/office/drawing/2014/main" id="{30CAC090-391C-4A85-A57E-5C0EB84D5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4" y="193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15" name="Oval 45">
                <a:extLst>
                  <a:ext uri="{FF2B5EF4-FFF2-40B4-BE49-F238E27FC236}">
                    <a16:creationId xmlns:a16="http://schemas.microsoft.com/office/drawing/2014/main" id="{D0603945-83AE-43BE-84C5-D0ED1AD06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8" y="1937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16" name="Oval 46">
                <a:extLst>
                  <a:ext uri="{FF2B5EF4-FFF2-40B4-BE49-F238E27FC236}">
                    <a16:creationId xmlns:a16="http://schemas.microsoft.com/office/drawing/2014/main" id="{633DCAFF-2D2E-41DD-8BA0-8ED99C751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1" y="194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17" name="Oval 47">
                <a:extLst>
                  <a:ext uri="{FF2B5EF4-FFF2-40B4-BE49-F238E27FC236}">
                    <a16:creationId xmlns:a16="http://schemas.microsoft.com/office/drawing/2014/main" id="{01FD49A8-9EDE-4F54-9509-49F069FB5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5" y="1943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18" name="Oval 48">
                <a:extLst>
                  <a:ext uri="{FF2B5EF4-FFF2-40B4-BE49-F238E27FC236}">
                    <a16:creationId xmlns:a16="http://schemas.microsoft.com/office/drawing/2014/main" id="{B76FF430-7D23-4C40-ADF3-93D39818C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1" y="1950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19" name="Oval 49">
                <a:extLst>
                  <a:ext uri="{FF2B5EF4-FFF2-40B4-BE49-F238E27FC236}">
                    <a16:creationId xmlns:a16="http://schemas.microsoft.com/office/drawing/2014/main" id="{AE6F98DE-15D9-473D-8CF2-D8856B8EE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1952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20" name="Oval 50">
                <a:extLst>
                  <a:ext uri="{FF2B5EF4-FFF2-40B4-BE49-F238E27FC236}">
                    <a16:creationId xmlns:a16="http://schemas.microsoft.com/office/drawing/2014/main" id="{57E386C9-5984-413A-B619-8C65B6A3A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8" y="1958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21" name="Oval 51">
                <a:extLst>
                  <a:ext uri="{FF2B5EF4-FFF2-40B4-BE49-F238E27FC236}">
                    <a16:creationId xmlns:a16="http://schemas.microsoft.com/office/drawing/2014/main" id="{EF04650E-BC54-46DC-AF6B-881D5A3AE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5" y="1965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22" name="Oval 52">
                <a:extLst>
                  <a:ext uri="{FF2B5EF4-FFF2-40B4-BE49-F238E27FC236}">
                    <a16:creationId xmlns:a16="http://schemas.microsoft.com/office/drawing/2014/main" id="{428B5ED3-6DA7-4941-82CE-3A5CFC272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9" y="197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23" name="Oval 53">
                <a:extLst>
                  <a:ext uri="{FF2B5EF4-FFF2-40B4-BE49-F238E27FC236}">
                    <a16:creationId xmlns:a16="http://schemas.microsoft.com/office/drawing/2014/main" id="{579573F9-A47D-4886-ADEB-D28E104F1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1988"/>
                <a:ext cx="22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24" name="Oval 54">
                <a:extLst>
                  <a:ext uri="{FF2B5EF4-FFF2-40B4-BE49-F238E27FC236}">
                    <a16:creationId xmlns:a16="http://schemas.microsoft.com/office/drawing/2014/main" id="{D6E76D70-FC92-4351-8DA0-2FBA27A3E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1993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25" name="Oval 55">
                <a:extLst>
                  <a:ext uri="{FF2B5EF4-FFF2-40B4-BE49-F238E27FC236}">
                    <a16:creationId xmlns:a16="http://schemas.microsoft.com/office/drawing/2014/main" id="{765D48C7-0BD1-4E10-BACB-BB4A43B17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2012"/>
                <a:ext cx="22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26" name="Oval 56">
                <a:extLst>
                  <a:ext uri="{FF2B5EF4-FFF2-40B4-BE49-F238E27FC236}">
                    <a16:creationId xmlns:a16="http://schemas.microsoft.com/office/drawing/2014/main" id="{78A68ECB-0CD3-45D5-8BB4-1EAC1B09C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3" y="201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27" name="Oval 57">
                <a:extLst>
                  <a:ext uri="{FF2B5EF4-FFF2-40B4-BE49-F238E27FC236}">
                    <a16:creationId xmlns:a16="http://schemas.microsoft.com/office/drawing/2014/main" id="{B5090952-BAF4-4FF6-BC26-39367C597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3" y="2034"/>
                <a:ext cx="22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28" name="Oval 58">
                <a:extLst>
                  <a:ext uri="{FF2B5EF4-FFF2-40B4-BE49-F238E27FC236}">
                    <a16:creationId xmlns:a16="http://schemas.microsoft.com/office/drawing/2014/main" id="{D18107B1-45CD-46FB-8869-34A367337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6" y="2040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29" name="Oval 59">
                <a:extLst>
                  <a:ext uri="{FF2B5EF4-FFF2-40B4-BE49-F238E27FC236}">
                    <a16:creationId xmlns:a16="http://schemas.microsoft.com/office/drawing/2014/main" id="{FB1B115A-7054-4FF9-A782-D2A5EBA24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9" y="2058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30" name="Oval 60">
                <a:extLst>
                  <a:ext uri="{FF2B5EF4-FFF2-40B4-BE49-F238E27FC236}">
                    <a16:creationId xmlns:a16="http://schemas.microsoft.com/office/drawing/2014/main" id="{5267E3BF-1CAE-488E-9D41-6486C48F9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3" y="206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31" name="Oval 61">
                <a:extLst>
                  <a:ext uri="{FF2B5EF4-FFF2-40B4-BE49-F238E27FC236}">
                    <a16:creationId xmlns:a16="http://schemas.microsoft.com/office/drawing/2014/main" id="{4150C583-B175-4DFA-BD94-3999F4163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6" y="2082"/>
                <a:ext cx="22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32" name="Oval 62">
                <a:extLst>
                  <a:ext uri="{FF2B5EF4-FFF2-40B4-BE49-F238E27FC236}">
                    <a16:creationId xmlns:a16="http://schemas.microsoft.com/office/drawing/2014/main" id="{F4B3C8FB-B8B0-41CA-A5DD-450413854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9" y="2088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33" name="Oval 63">
                <a:extLst>
                  <a:ext uri="{FF2B5EF4-FFF2-40B4-BE49-F238E27FC236}">
                    <a16:creationId xmlns:a16="http://schemas.microsoft.com/office/drawing/2014/main" id="{90623021-0493-4C77-BBAB-9B179341D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2" y="2107"/>
                <a:ext cx="23" cy="22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34" name="Oval 64">
                <a:extLst>
                  <a:ext uri="{FF2B5EF4-FFF2-40B4-BE49-F238E27FC236}">
                    <a16:creationId xmlns:a16="http://schemas.microsoft.com/office/drawing/2014/main" id="{D861BF59-ACBA-47D0-916E-5A113E6C7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6" y="211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35" name="Freeform 65">
                <a:extLst>
                  <a:ext uri="{FF2B5EF4-FFF2-40B4-BE49-F238E27FC236}">
                    <a16:creationId xmlns:a16="http://schemas.microsoft.com/office/drawing/2014/main" id="{11AEDDC8-AFE9-42A9-A714-2E8CBB1CB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131"/>
                <a:ext cx="23" cy="24"/>
              </a:xfrm>
              <a:custGeom>
                <a:avLst/>
                <a:gdLst>
                  <a:gd name="T0" fmla="*/ 0 w 13"/>
                  <a:gd name="T1" fmla="*/ 277 h 13"/>
                  <a:gd name="T2" fmla="*/ 188 w 13"/>
                  <a:gd name="T3" fmla="*/ 0 h 13"/>
                  <a:gd name="T4" fmla="*/ 403 w 13"/>
                  <a:gd name="T5" fmla="*/ 233 h 13"/>
                  <a:gd name="T6" fmla="*/ 203 w 13"/>
                  <a:gd name="T7" fmla="*/ 511 h 13"/>
                  <a:gd name="T8" fmla="*/ 0 w 13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3" y="2"/>
                      <a:pt x="13" y="6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6" name="Freeform 66">
                <a:extLst>
                  <a:ext uri="{FF2B5EF4-FFF2-40B4-BE49-F238E27FC236}">
                    <a16:creationId xmlns:a16="http://schemas.microsoft.com/office/drawing/2014/main" id="{911E087D-0573-4559-886C-FA3A4C832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136"/>
                <a:ext cx="11" cy="11"/>
              </a:xfrm>
              <a:custGeom>
                <a:avLst/>
                <a:gdLst>
                  <a:gd name="T0" fmla="*/ 0 w 6"/>
                  <a:gd name="T1" fmla="*/ 125 h 6"/>
                  <a:gd name="T2" fmla="*/ 125 w 6"/>
                  <a:gd name="T3" fmla="*/ 0 h 6"/>
                  <a:gd name="T4" fmla="*/ 229 w 6"/>
                  <a:gd name="T5" fmla="*/ 125 h 6"/>
                  <a:gd name="T6" fmla="*/ 125 w 6"/>
                  <a:gd name="T7" fmla="*/ 229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7" name="Freeform 67">
                <a:extLst>
                  <a:ext uri="{FF2B5EF4-FFF2-40B4-BE49-F238E27FC236}">
                    <a16:creationId xmlns:a16="http://schemas.microsoft.com/office/drawing/2014/main" id="{6BA62C67-F9AB-4B73-BE65-550D0362D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155"/>
                <a:ext cx="22" cy="24"/>
              </a:xfrm>
              <a:custGeom>
                <a:avLst/>
                <a:gdLst>
                  <a:gd name="T0" fmla="*/ 0 w 13"/>
                  <a:gd name="T1" fmla="*/ 277 h 13"/>
                  <a:gd name="T2" fmla="*/ 140 w 13"/>
                  <a:gd name="T3" fmla="*/ 0 h 13"/>
                  <a:gd name="T4" fmla="*/ 306 w 13"/>
                  <a:gd name="T5" fmla="*/ 233 h 13"/>
                  <a:gd name="T6" fmla="*/ 166 w 13"/>
                  <a:gd name="T7" fmla="*/ 511 h 13"/>
                  <a:gd name="T8" fmla="*/ 0 w 13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3" y="2"/>
                      <a:pt x="13" y="6"/>
                    </a:cubicBezTo>
                    <a:cubicBezTo>
                      <a:pt x="13" y="9"/>
                      <a:pt x="11" y="12"/>
                      <a:pt x="7" y="13"/>
                    </a:cubicBezTo>
                    <a:cubicBezTo>
                      <a:pt x="4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8" name="Freeform 68">
                <a:extLst>
                  <a:ext uri="{FF2B5EF4-FFF2-40B4-BE49-F238E27FC236}">
                    <a16:creationId xmlns:a16="http://schemas.microsoft.com/office/drawing/2014/main" id="{9F8FD5FE-25D8-40B7-9BB5-5589F7C90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160"/>
                <a:ext cx="11" cy="10"/>
              </a:xfrm>
              <a:custGeom>
                <a:avLst/>
                <a:gdLst>
                  <a:gd name="T0" fmla="*/ 44 w 6"/>
                  <a:gd name="T1" fmla="*/ 192 h 5"/>
                  <a:gd name="T2" fmla="*/ 125 w 6"/>
                  <a:gd name="T3" fmla="*/ 0 h 5"/>
                  <a:gd name="T4" fmla="*/ 229 w 6"/>
                  <a:gd name="T5" fmla="*/ 192 h 5"/>
                  <a:gd name="T6" fmla="*/ 125 w 6"/>
                  <a:gd name="T7" fmla="*/ 320 h 5"/>
                  <a:gd name="T8" fmla="*/ 44 w 6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9" name="Freeform 69">
                <a:extLst>
                  <a:ext uri="{FF2B5EF4-FFF2-40B4-BE49-F238E27FC236}">
                    <a16:creationId xmlns:a16="http://schemas.microsoft.com/office/drawing/2014/main" id="{3C72F491-6E17-4795-805A-9BA3FCF08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2179"/>
                <a:ext cx="23" cy="26"/>
              </a:xfrm>
              <a:custGeom>
                <a:avLst/>
                <a:gdLst>
                  <a:gd name="T0" fmla="*/ 0 w 13"/>
                  <a:gd name="T1" fmla="*/ 290 h 14"/>
                  <a:gd name="T2" fmla="*/ 188 w 13"/>
                  <a:gd name="T3" fmla="*/ 0 h 14"/>
                  <a:gd name="T4" fmla="*/ 403 w 13"/>
                  <a:gd name="T5" fmla="*/ 290 h 14"/>
                  <a:gd name="T6" fmla="*/ 203 w 13"/>
                  <a:gd name="T7" fmla="*/ 539 h 14"/>
                  <a:gd name="T8" fmla="*/ 0 w 13"/>
                  <a:gd name="T9" fmla="*/ 2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0" y="4"/>
                      <a:pt x="2" y="1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4"/>
                      <a:pt x="0" y="11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0" name="Freeform 70">
                <a:extLst>
                  <a:ext uri="{FF2B5EF4-FFF2-40B4-BE49-F238E27FC236}">
                    <a16:creationId xmlns:a16="http://schemas.microsoft.com/office/drawing/2014/main" id="{7BA74183-524C-41F7-93AA-202CDBD58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186"/>
                <a:ext cx="10" cy="10"/>
              </a:xfrm>
              <a:custGeom>
                <a:avLst/>
                <a:gdLst>
                  <a:gd name="T0" fmla="*/ 0 w 6"/>
                  <a:gd name="T1" fmla="*/ 192 h 5"/>
                  <a:gd name="T2" fmla="*/ 62 w 6"/>
                  <a:gd name="T3" fmla="*/ 0 h 5"/>
                  <a:gd name="T4" fmla="*/ 130 w 6"/>
                  <a:gd name="T5" fmla="*/ 128 h 5"/>
                  <a:gd name="T6" fmla="*/ 62 w 6"/>
                  <a:gd name="T7" fmla="*/ 320 h 5"/>
                  <a:gd name="T8" fmla="*/ 0 w 6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1" name="Freeform 71">
                <a:extLst>
                  <a:ext uri="{FF2B5EF4-FFF2-40B4-BE49-F238E27FC236}">
                    <a16:creationId xmlns:a16="http://schemas.microsoft.com/office/drawing/2014/main" id="{3C50AB45-2752-441A-BBD7-13073D7C9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2203"/>
                <a:ext cx="22" cy="24"/>
              </a:xfrm>
              <a:custGeom>
                <a:avLst/>
                <a:gdLst>
                  <a:gd name="T0" fmla="*/ 0 w 13"/>
                  <a:gd name="T1" fmla="*/ 277 h 13"/>
                  <a:gd name="T2" fmla="*/ 140 w 13"/>
                  <a:gd name="T3" fmla="*/ 0 h 13"/>
                  <a:gd name="T4" fmla="*/ 306 w 13"/>
                  <a:gd name="T5" fmla="*/ 233 h 13"/>
                  <a:gd name="T6" fmla="*/ 166 w 13"/>
                  <a:gd name="T7" fmla="*/ 511 h 13"/>
                  <a:gd name="T8" fmla="*/ 0 w 13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2"/>
                      <a:pt x="13" y="6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2" name="Freeform 72">
                <a:extLst>
                  <a:ext uri="{FF2B5EF4-FFF2-40B4-BE49-F238E27FC236}">
                    <a16:creationId xmlns:a16="http://schemas.microsoft.com/office/drawing/2014/main" id="{52F1FF36-D65E-497E-9436-4C9E225B0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2209"/>
                <a:ext cx="11" cy="11"/>
              </a:xfrm>
              <a:custGeom>
                <a:avLst/>
                <a:gdLst>
                  <a:gd name="T0" fmla="*/ 0 w 6"/>
                  <a:gd name="T1" fmla="*/ 125 h 6"/>
                  <a:gd name="T2" fmla="*/ 125 w 6"/>
                  <a:gd name="T3" fmla="*/ 0 h 6"/>
                  <a:gd name="T4" fmla="*/ 229 w 6"/>
                  <a:gd name="T5" fmla="*/ 125 h 6"/>
                  <a:gd name="T6" fmla="*/ 125 w 6"/>
                  <a:gd name="T7" fmla="*/ 193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3" name="Freeform 73">
                <a:extLst>
                  <a:ext uri="{FF2B5EF4-FFF2-40B4-BE49-F238E27FC236}">
                    <a16:creationId xmlns:a16="http://schemas.microsoft.com/office/drawing/2014/main" id="{D8A73D6B-3542-4714-8C2A-0D365D9A0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227"/>
                <a:ext cx="24" cy="25"/>
              </a:xfrm>
              <a:custGeom>
                <a:avLst/>
                <a:gdLst>
                  <a:gd name="T0" fmla="*/ 26 w 14"/>
                  <a:gd name="T1" fmla="*/ 313 h 13"/>
                  <a:gd name="T2" fmla="*/ 182 w 14"/>
                  <a:gd name="T3" fmla="*/ 0 h 13"/>
                  <a:gd name="T4" fmla="*/ 326 w 14"/>
                  <a:gd name="T5" fmla="*/ 340 h 13"/>
                  <a:gd name="T6" fmla="*/ 182 w 14"/>
                  <a:gd name="T7" fmla="*/ 654 h 13"/>
                  <a:gd name="T8" fmla="*/ 26 w 14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" y="6"/>
                    </a:moveTo>
                    <a:cubicBezTo>
                      <a:pt x="1" y="3"/>
                      <a:pt x="4" y="0"/>
                      <a:pt x="7" y="0"/>
                    </a:cubicBezTo>
                    <a:cubicBezTo>
                      <a:pt x="11" y="0"/>
                      <a:pt x="14" y="3"/>
                      <a:pt x="13" y="7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3"/>
                      <a:pt x="0" y="10"/>
                      <a:pt x="1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4" name="Freeform 74">
                <a:extLst>
                  <a:ext uri="{FF2B5EF4-FFF2-40B4-BE49-F238E27FC236}">
                    <a16:creationId xmlns:a16="http://schemas.microsoft.com/office/drawing/2014/main" id="{769ABAFD-6EE1-43A3-81B6-A95540A2C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2233"/>
                <a:ext cx="8" cy="9"/>
              </a:xfrm>
              <a:custGeom>
                <a:avLst/>
                <a:gdLst>
                  <a:gd name="T0" fmla="*/ 0 w 5"/>
                  <a:gd name="T1" fmla="*/ 94 h 5"/>
                  <a:gd name="T2" fmla="*/ 54 w 5"/>
                  <a:gd name="T3" fmla="*/ 0 h 5"/>
                  <a:gd name="T4" fmla="*/ 86 w 5"/>
                  <a:gd name="T5" fmla="*/ 94 h 5"/>
                  <a:gd name="T6" fmla="*/ 34 w 5"/>
                  <a:gd name="T7" fmla="*/ 169 h 5"/>
                  <a:gd name="T8" fmla="*/ 0 w 5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5" name="Freeform 75">
                <a:extLst>
                  <a:ext uri="{FF2B5EF4-FFF2-40B4-BE49-F238E27FC236}">
                    <a16:creationId xmlns:a16="http://schemas.microsoft.com/office/drawing/2014/main" id="{DFA133FF-C301-429F-82B1-A105E4337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2250"/>
                <a:ext cx="23" cy="26"/>
              </a:xfrm>
              <a:custGeom>
                <a:avLst/>
                <a:gdLst>
                  <a:gd name="T0" fmla="*/ 0 w 13"/>
                  <a:gd name="T1" fmla="*/ 290 h 14"/>
                  <a:gd name="T2" fmla="*/ 203 w 13"/>
                  <a:gd name="T3" fmla="*/ 45 h 14"/>
                  <a:gd name="T4" fmla="*/ 403 w 13"/>
                  <a:gd name="T5" fmla="*/ 290 h 14"/>
                  <a:gd name="T6" fmla="*/ 188 w 13"/>
                  <a:gd name="T7" fmla="*/ 539 h 14"/>
                  <a:gd name="T8" fmla="*/ 0 w 13"/>
                  <a:gd name="T9" fmla="*/ 2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0" y="3"/>
                      <a:pt x="3" y="0"/>
                      <a:pt x="7" y="1"/>
                    </a:cubicBezTo>
                    <a:cubicBezTo>
                      <a:pt x="10" y="1"/>
                      <a:pt x="13" y="4"/>
                      <a:pt x="13" y="7"/>
                    </a:cubicBezTo>
                    <a:cubicBezTo>
                      <a:pt x="13" y="11"/>
                      <a:pt x="10" y="14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6" name="Freeform 76">
                <a:extLst>
                  <a:ext uri="{FF2B5EF4-FFF2-40B4-BE49-F238E27FC236}">
                    <a16:creationId xmlns:a16="http://schemas.microsoft.com/office/drawing/2014/main" id="{3DE2B4F4-4DB7-4D6B-AE11-228A38D52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257"/>
                <a:ext cx="10" cy="9"/>
              </a:xfrm>
              <a:custGeom>
                <a:avLst/>
                <a:gdLst>
                  <a:gd name="T0" fmla="*/ 0 w 6"/>
                  <a:gd name="T1" fmla="*/ 74 h 5"/>
                  <a:gd name="T2" fmla="*/ 62 w 6"/>
                  <a:gd name="T3" fmla="*/ 0 h 5"/>
                  <a:gd name="T4" fmla="*/ 103 w 6"/>
                  <a:gd name="T5" fmla="*/ 74 h 5"/>
                  <a:gd name="T6" fmla="*/ 62 w 6"/>
                  <a:gd name="T7" fmla="*/ 169 h 5"/>
                  <a:gd name="T8" fmla="*/ 0 w 6"/>
                  <a:gd name="T9" fmla="*/ 7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7" name="Oval 77">
                <a:extLst>
                  <a:ext uri="{FF2B5EF4-FFF2-40B4-BE49-F238E27FC236}">
                    <a16:creationId xmlns:a16="http://schemas.microsoft.com/office/drawing/2014/main" id="{502701AC-4F2B-446C-BFEA-D1059E5BD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1" y="2276"/>
                <a:ext cx="22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48" name="Oval 78">
                <a:extLst>
                  <a:ext uri="{FF2B5EF4-FFF2-40B4-BE49-F238E27FC236}">
                    <a16:creationId xmlns:a16="http://schemas.microsoft.com/office/drawing/2014/main" id="{3B4D792D-8BF0-4E16-8841-1DAEAC5DB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4" y="2281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49" name="Oval 79">
                <a:extLst>
                  <a:ext uri="{FF2B5EF4-FFF2-40B4-BE49-F238E27FC236}">
                    <a16:creationId xmlns:a16="http://schemas.microsoft.com/office/drawing/2014/main" id="{CBA42542-F748-43C2-B3FB-128B04209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300"/>
                <a:ext cx="22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50" name="Oval 80">
                <a:extLst>
                  <a:ext uri="{FF2B5EF4-FFF2-40B4-BE49-F238E27FC236}">
                    <a16:creationId xmlns:a16="http://schemas.microsoft.com/office/drawing/2014/main" id="{E45CD06A-CD89-4E02-8D1B-D66E16B07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1" y="230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51" name="Oval 81">
                <a:extLst>
                  <a:ext uri="{FF2B5EF4-FFF2-40B4-BE49-F238E27FC236}">
                    <a16:creationId xmlns:a16="http://schemas.microsoft.com/office/drawing/2014/main" id="{2A19CEE5-CC6F-40CA-92DB-D8ABD76CE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2" y="2324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52" name="Oval 82">
                <a:extLst>
                  <a:ext uri="{FF2B5EF4-FFF2-40B4-BE49-F238E27FC236}">
                    <a16:creationId xmlns:a16="http://schemas.microsoft.com/office/drawing/2014/main" id="{3AD06FB2-1BBE-4E3E-9065-99841B87A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330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53" name="Oval 83">
                <a:extLst>
                  <a:ext uri="{FF2B5EF4-FFF2-40B4-BE49-F238E27FC236}">
                    <a16:creationId xmlns:a16="http://schemas.microsoft.com/office/drawing/2014/main" id="{4C5D3F7A-86CB-432D-8D88-DA07D0268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9" y="2348"/>
                <a:ext cx="22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54" name="Oval 84">
                <a:extLst>
                  <a:ext uri="{FF2B5EF4-FFF2-40B4-BE49-F238E27FC236}">
                    <a16:creationId xmlns:a16="http://schemas.microsoft.com/office/drawing/2014/main" id="{0DF0712E-44AF-43A1-9436-47931EFA1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2" y="2354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55" name="Oval 85">
                <a:extLst>
                  <a:ext uri="{FF2B5EF4-FFF2-40B4-BE49-F238E27FC236}">
                    <a16:creationId xmlns:a16="http://schemas.microsoft.com/office/drawing/2014/main" id="{563C633D-948F-47F6-943F-9C5D651D9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5" y="2372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56" name="Oval 86">
                <a:extLst>
                  <a:ext uri="{FF2B5EF4-FFF2-40B4-BE49-F238E27FC236}">
                    <a16:creationId xmlns:a16="http://schemas.microsoft.com/office/drawing/2014/main" id="{CE1FDF14-5BE1-43B2-928A-FBC4D5336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9" y="2378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57" name="Freeform 87">
                <a:extLst>
                  <a:ext uri="{FF2B5EF4-FFF2-40B4-BE49-F238E27FC236}">
                    <a16:creationId xmlns:a16="http://schemas.microsoft.com/office/drawing/2014/main" id="{C2FC8EC3-405F-4436-956F-85DB91C34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396"/>
                <a:ext cx="23" cy="25"/>
              </a:xfrm>
              <a:custGeom>
                <a:avLst/>
                <a:gdLst>
                  <a:gd name="T0" fmla="*/ 0 w 13"/>
                  <a:gd name="T1" fmla="*/ 340 h 13"/>
                  <a:gd name="T2" fmla="*/ 188 w 13"/>
                  <a:gd name="T3" fmla="*/ 0 h 13"/>
                  <a:gd name="T4" fmla="*/ 403 w 13"/>
                  <a:gd name="T5" fmla="*/ 313 h 13"/>
                  <a:gd name="T6" fmla="*/ 203 w 13"/>
                  <a:gd name="T7" fmla="*/ 654 h 13"/>
                  <a:gd name="T8" fmla="*/ 0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8" name="Freeform 88">
                <a:extLst>
                  <a:ext uri="{FF2B5EF4-FFF2-40B4-BE49-F238E27FC236}">
                    <a16:creationId xmlns:a16="http://schemas.microsoft.com/office/drawing/2014/main" id="{8B694B6A-DADD-415A-BF25-177CDEAFE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2402"/>
                <a:ext cx="11" cy="11"/>
              </a:xfrm>
              <a:custGeom>
                <a:avLst/>
                <a:gdLst>
                  <a:gd name="T0" fmla="*/ 0 w 6"/>
                  <a:gd name="T1" fmla="*/ 125 h 6"/>
                  <a:gd name="T2" fmla="*/ 125 w 6"/>
                  <a:gd name="T3" fmla="*/ 0 h 6"/>
                  <a:gd name="T4" fmla="*/ 229 w 6"/>
                  <a:gd name="T5" fmla="*/ 125 h 6"/>
                  <a:gd name="T6" fmla="*/ 125 w 6"/>
                  <a:gd name="T7" fmla="*/ 229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9" name="Freeform 89">
                <a:extLst>
                  <a:ext uri="{FF2B5EF4-FFF2-40B4-BE49-F238E27FC236}">
                    <a16:creationId xmlns:a16="http://schemas.microsoft.com/office/drawing/2014/main" id="{40571386-2734-4E97-A541-78171A181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421"/>
                <a:ext cx="24" cy="24"/>
              </a:xfrm>
              <a:custGeom>
                <a:avLst/>
                <a:gdLst>
                  <a:gd name="T0" fmla="*/ 0 w 14"/>
                  <a:gd name="T1" fmla="*/ 277 h 13"/>
                  <a:gd name="T2" fmla="*/ 182 w 14"/>
                  <a:gd name="T3" fmla="*/ 0 h 13"/>
                  <a:gd name="T4" fmla="*/ 326 w 14"/>
                  <a:gd name="T5" fmla="*/ 233 h 13"/>
                  <a:gd name="T6" fmla="*/ 182 w 14"/>
                  <a:gd name="T7" fmla="*/ 511 h 13"/>
                  <a:gd name="T8" fmla="*/ 0 w 14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cubicBezTo>
                      <a:pt x="0" y="3"/>
                      <a:pt x="3" y="0"/>
                      <a:pt x="7" y="0"/>
                    </a:cubicBezTo>
                    <a:cubicBezTo>
                      <a:pt x="10" y="0"/>
                      <a:pt x="13" y="3"/>
                      <a:pt x="13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0" name="Freeform 90">
                <a:extLst>
                  <a:ext uri="{FF2B5EF4-FFF2-40B4-BE49-F238E27FC236}">
                    <a16:creationId xmlns:a16="http://schemas.microsoft.com/office/drawing/2014/main" id="{FD0330D7-6BEB-40BF-B184-26E5F4789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426"/>
                <a:ext cx="9" cy="11"/>
              </a:xfrm>
              <a:custGeom>
                <a:avLst/>
                <a:gdLst>
                  <a:gd name="T0" fmla="*/ 0 w 5"/>
                  <a:gd name="T1" fmla="*/ 125 h 6"/>
                  <a:gd name="T2" fmla="*/ 74 w 5"/>
                  <a:gd name="T3" fmla="*/ 0 h 6"/>
                  <a:gd name="T4" fmla="*/ 169 w 5"/>
                  <a:gd name="T5" fmla="*/ 125 h 6"/>
                  <a:gd name="T6" fmla="*/ 74 w 5"/>
                  <a:gd name="T7" fmla="*/ 229 h 6"/>
                  <a:gd name="T8" fmla="*/ 0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1" name="Freeform 91">
                <a:extLst>
                  <a:ext uri="{FF2B5EF4-FFF2-40B4-BE49-F238E27FC236}">
                    <a16:creationId xmlns:a16="http://schemas.microsoft.com/office/drawing/2014/main" id="{F2C01F89-F228-43C8-A4A9-750CED8C6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445"/>
                <a:ext cx="23" cy="26"/>
              </a:xfrm>
              <a:custGeom>
                <a:avLst/>
                <a:gdLst>
                  <a:gd name="T0" fmla="*/ 0 w 13"/>
                  <a:gd name="T1" fmla="*/ 290 h 14"/>
                  <a:gd name="T2" fmla="*/ 188 w 13"/>
                  <a:gd name="T3" fmla="*/ 45 h 14"/>
                  <a:gd name="T4" fmla="*/ 403 w 13"/>
                  <a:gd name="T5" fmla="*/ 290 h 14"/>
                  <a:gd name="T6" fmla="*/ 203 w 13"/>
                  <a:gd name="T7" fmla="*/ 568 h 14"/>
                  <a:gd name="T8" fmla="*/ 0 w 13"/>
                  <a:gd name="T9" fmla="*/ 2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0" y="4"/>
                      <a:pt x="3" y="1"/>
                      <a:pt x="6" y="1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2" name="Freeform 92">
                <a:extLst>
                  <a:ext uri="{FF2B5EF4-FFF2-40B4-BE49-F238E27FC236}">
                    <a16:creationId xmlns:a16="http://schemas.microsoft.com/office/drawing/2014/main" id="{475244A0-7006-4E64-9E1C-633A81343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452"/>
                <a:ext cx="10" cy="10"/>
              </a:xfrm>
              <a:custGeom>
                <a:avLst/>
                <a:gdLst>
                  <a:gd name="T0" fmla="*/ 0 w 6"/>
                  <a:gd name="T1" fmla="*/ 192 h 5"/>
                  <a:gd name="T2" fmla="*/ 62 w 6"/>
                  <a:gd name="T3" fmla="*/ 0 h 5"/>
                  <a:gd name="T4" fmla="*/ 130 w 6"/>
                  <a:gd name="T5" fmla="*/ 128 h 5"/>
                  <a:gd name="T6" fmla="*/ 62 w 6"/>
                  <a:gd name="T7" fmla="*/ 320 h 5"/>
                  <a:gd name="T8" fmla="*/ 0 w 6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3" name="Freeform 93">
                <a:extLst>
                  <a:ext uri="{FF2B5EF4-FFF2-40B4-BE49-F238E27FC236}">
                    <a16:creationId xmlns:a16="http://schemas.microsoft.com/office/drawing/2014/main" id="{586E9C16-B6E6-431E-AD8E-B162CEFDA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469"/>
                <a:ext cx="22" cy="24"/>
              </a:xfrm>
              <a:custGeom>
                <a:avLst/>
                <a:gdLst>
                  <a:gd name="T0" fmla="*/ 0 w 13"/>
                  <a:gd name="T1" fmla="*/ 277 h 13"/>
                  <a:gd name="T2" fmla="*/ 140 w 13"/>
                  <a:gd name="T3" fmla="*/ 0 h 13"/>
                  <a:gd name="T4" fmla="*/ 306 w 13"/>
                  <a:gd name="T5" fmla="*/ 233 h 13"/>
                  <a:gd name="T6" fmla="*/ 166 w 13"/>
                  <a:gd name="T7" fmla="*/ 511 h 13"/>
                  <a:gd name="T8" fmla="*/ 0 w 13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4" name="Freeform 94">
                <a:extLst>
                  <a:ext uri="{FF2B5EF4-FFF2-40B4-BE49-F238E27FC236}">
                    <a16:creationId xmlns:a16="http://schemas.microsoft.com/office/drawing/2014/main" id="{C8DAD74F-C560-4C87-A399-67492E9E8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475"/>
                <a:ext cx="11" cy="11"/>
              </a:xfrm>
              <a:custGeom>
                <a:avLst/>
                <a:gdLst>
                  <a:gd name="T0" fmla="*/ 0 w 6"/>
                  <a:gd name="T1" fmla="*/ 125 h 6"/>
                  <a:gd name="T2" fmla="*/ 125 w 6"/>
                  <a:gd name="T3" fmla="*/ 0 h 6"/>
                  <a:gd name="T4" fmla="*/ 229 w 6"/>
                  <a:gd name="T5" fmla="*/ 125 h 6"/>
                  <a:gd name="T6" fmla="*/ 125 w 6"/>
                  <a:gd name="T7" fmla="*/ 229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5" name="Freeform 95">
                <a:extLst>
                  <a:ext uri="{FF2B5EF4-FFF2-40B4-BE49-F238E27FC236}">
                    <a16:creationId xmlns:a16="http://schemas.microsoft.com/office/drawing/2014/main" id="{81601070-2183-490E-9E38-5BCBB86EA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493"/>
                <a:ext cx="25" cy="24"/>
              </a:xfrm>
              <a:custGeom>
                <a:avLst/>
                <a:gdLst>
                  <a:gd name="T0" fmla="*/ 41 w 14"/>
                  <a:gd name="T1" fmla="*/ 233 h 13"/>
                  <a:gd name="T2" fmla="*/ 232 w 14"/>
                  <a:gd name="T3" fmla="*/ 0 h 13"/>
                  <a:gd name="T4" fmla="*/ 455 w 14"/>
                  <a:gd name="T5" fmla="*/ 277 h 13"/>
                  <a:gd name="T6" fmla="*/ 232 w 14"/>
                  <a:gd name="T7" fmla="*/ 511 h 13"/>
                  <a:gd name="T8" fmla="*/ 41 w 14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" y="6"/>
                    </a:moveTo>
                    <a:cubicBezTo>
                      <a:pt x="1" y="3"/>
                      <a:pt x="4" y="0"/>
                      <a:pt x="7" y="0"/>
                    </a:cubicBezTo>
                    <a:cubicBezTo>
                      <a:pt x="11" y="0"/>
                      <a:pt x="14" y="3"/>
                      <a:pt x="14" y="7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3"/>
                      <a:pt x="0" y="10"/>
                      <a:pt x="1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6" name="Freeform 96">
                <a:extLst>
                  <a:ext uri="{FF2B5EF4-FFF2-40B4-BE49-F238E27FC236}">
                    <a16:creationId xmlns:a16="http://schemas.microsoft.com/office/drawing/2014/main" id="{3037F0B1-623E-4483-8E83-13AAAB5A4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499"/>
                <a:ext cx="8" cy="11"/>
              </a:xfrm>
              <a:custGeom>
                <a:avLst/>
                <a:gdLst>
                  <a:gd name="T0" fmla="*/ 0 w 5"/>
                  <a:gd name="T1" fmla="*/ 125 h 6"/>
                  <a:gd name="T2" fmla="*/ 54 w 5"/>
                  <a:gd name="T3" fmla="*/ 0 h 6"/>
                  <a:gd name="T4" fmla="*/ 86 w 5"/>
                  <a:gd name="T5" fmla="*/ 125 h 6"/>
                  <a:gd name="T6" fmla="*/ 34 w 5"/>
                  <a:gd name="T7" fmla="*/ 229 h 6"/>
                  <a:gd name="T8" fmla="*/ 0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7" name="Freeform 97">
                <a:extLst>
                  <a:ext uri="{FF2B5EF4-FFF2-40B4-BE49-F238E27FC236}">
                    <a16:creationId xmlns:a16="http://schemas.microsoft.com/office/drawing/2014/main" id="{CC498D08-C95E-4E59-8AAA-520EE044F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517"/>
                <a:ext cx="23" cy="24"/>
              </a:xfrm>
              <a:custGeom>
                <a:avLst/>
                <a:gdLst>
                  <a:gd name="T0" fmla="*/ 0 w 13"/>
                  <a:gd name="T1" fmla="*/ 233 h 13"/>
                  <a:gd name="T2" fmla="*/ 203 w 13"/>
                  <a:gd name="T3" fmla="*/ 0 h 13"/>
                  <a:gd name="T4" fmla="*/ 403 w 13"/>
                  <a:gd name="T5" fmla="*/ 233 h 13"/>
                  <a:gd name="T6" fmla="*/ 188 w 13"/>
                  <a:gd name="T7" fmla="*/ 511 h 13"/>
                  <a:gd name="T8" fmla="*/ 0 w 13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0" y="2"/>
                      <a:pt x="3" y="0"/>
                      <a:pt x="7" y="0"/>
                    </a:cubicBezTo>
                    <a:cubicBezTo>
                      <a:pt x="10" y="0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2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8" name="Freeform 98">
                <a:extLst>
                  <a:ext uri="{FF2B5EF4-FFF2-40B4-BE49-F238E27FC236}">
                    <a16:creationId xmlns:a16="http://schemas.microsoft.com/office/drawing/2014/main" id="{67FE9B85-AE4D-4054-8238-860E542AE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523"/>
                <a:ext cx="11" cy="9"/>
              </a:xfrm>
              <a:custGeom>
                <a:avLst/>
                <a:gdLst>
                  <a:gd name="T0" fmla="*/ 0 w 6"/>
                  <a:gd name="T1" fmla="*/ 74 h 5"/>
                  <a:gd name="T2" fmla="*/ 125 w 6"/>
                  <a:gd name="T3" fmla="*/ 0 h 5"/>
                  <a:gd name="T4" fmla="*/ 229 w 6"/>
                  <a:gd name="T5" fmla="*/ 94 h 5"/>
                  <a:gd name="T6" fmla="*/ 125 w 6"/>
                  <a:gd name="T7" fmla="*/ 169 h 5"/>
                  <a:gd name="T8" fmla="*/ 0 w 6"/>
                  <a:gd name="T9" fmla="*/ 7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9" name="Oval 99">
                <a:extLst>
                  <a:ext uri="{FF2B5EF4-FFF2-40B4-BE49-F238E27FC236}">
                    <a16:creationId xmlns:a16="http://schemas.microsoft.com/office/drawing/2014/main" id="{CC797315-0E13-4FCD-A992-8273FE90C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2" y="2541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70" name="Oval 100">
                <a:extLst>
                  <a:ext uri="{FF2B5EF4-FFF2-40B4-BE49-F238E27FC236}">
                    <a16:creationId xmlns:a16="http://schemas.microsoft.com/office/drawing/2014/main" id="{6019C784-3F9D-417F-9789-193F05218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7" y="254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71" name="Oval 101">
                <a:extLst>
                  <a:ext uri="{FF2B5EF4-FFF2-40B4-BE49-F238E27FC236}">
                    <a16:creationId xmlns:a16="http://schemas.microsoft.com/office/drawing/2014/main" id="{9F0E67F4-CD65-436C-ACE8-BD2A60B8C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9" y="2564"/>
                <a:ext cx="22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72" name="Oval 102">
                <a:extLst>
                  <a:ext uri="{FF2B5EF4-FFF2-40B4-BE49-F238E27FC236}">
                    <a16:creationId xmlns:a16="http://schemas.microsoft.com/office/drawing/2014/main" id="{0D5B321D-A0DA-487E-84B7-C0D35CF4F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4" y="257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73" name="Freeform 103">
                <a:extLst>
                  <a:ext uri="{FF2B5EF4-FFF2-40B4-BE49-F238E27FC236}">
                    <a16:creationId xmlns:a16="http://schemas.microsoft.com/office/drawing/2014/main" id="{AB5E789D-B062-46D5-9262-583B839B0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590"/>
                <a:ext cx="25" cy="24"/>
              </a:xfrm>
              <a:custGeom>
                <a:avLst/>
                <a:gdLst>
                  <a:gd name="T0" fmla="*/ 0 w 14"/>
                  <a:gd name="T1" fmla="*/ 233 h 13"/>
                  <a:gd name="T2" fmla="*/ 232 w 14"/>
                  <a:gd name="T3" fmla="*/ 0 h 13"/>
                  <a:gd name="T4" fmla="*/ 414 w 14"/>
                  <a:gd name="T5" fmla="*/ 233 h 13"/>
                  <a:gd name="T6" fmla="*/ 232 w 14"/>
                  <a:gd name="T7" fmla="*/ 511 h 13"/>
                  <a:gd name="T8" fmla="*/ 0 w 14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0" y="6"/>
                    </a:moveTo>
                    <a:cubicBezTo>
                      <a:pt x="0" y="3"/>
                      <a:pt x="3" y="0"/>
                      <a:pt x="7" y="0"/>
                    </a:cubicBezTo>
                    <a:cubicBezTo>
                      <a:pt x="10" y="0"/>
                      <a:pt x="13" y="2"/>
                      <a:pt x="13" y="6"/>
                    </a:cubicBezTo>
                    <a:cubicBezTo>
                      <a:pt x="14" y="9"/>
                      <a:pt x="11" y="12"/>
                      <a:pt x="7" y="13"/>
                    </a:cubicBezTo>
                    <a:cubicBezTo>
                      <a:pt x="4" y="13"/>
                      <a:pt x="1" y="10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4" name="Freeform 104">
                <a:extLst>
                  <a:ext uri="{FF2B5EF4-FFF2-40B4-BE49-F238E27FC236}">
                    <a16:creationId xmlns:a16="http://schemas.microsoft.com/office/drawing/2014/main" id="{ED605359-7B8B-4EDB-921A-61B0AB04B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2595"/>
                <a:ext cx="8" cy="10"/>
              </a:xfrm>
              <a:custGeom>
                <a:avLst/>
                <a:gdLst>
                  <a:gd name="T0" fmla="*/ 0 w 5"/>
                  <a:gd name="T1" fmla="*/ 192 h 5"/>
                  <a:gd name="T2" fmla="*/ 34 w 5"/>
                  <a:gd name="T3" fmla="*/ 0 h 5"/>
                  <a:gd name="T4" fmla="*/ 86 w 5"/>
                  <a:gd name="T5" fmla="*/ 192 h 5"/>
                  <a:gd name="T6" fmla="*/ 54 w 5"/>
                  <a:gd name="T7" fmla="*/ 320 h 5"/>
                  <a:gd name="T8" fmla="*/ 0 w 5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5" name="Freeform 105">
                <a:extLst>
                  <a:ext uri="{FF2B5EF4-FFF2-40B4-BE49-F238E27FC236}">
                    <a16:creationId xmlns:a16="http://schemas.microsoft.com/office/drawing/2014/main" id="{FFFE5DB4-7186-4B88-940F-123609110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612"/>
                <a:ext cx="22" cy="26"/>
              </a:xfrm>
              <a:custGeom>
                <a:avLst/>
                <a:gdLst>
                  <a:gd name="T0" fmla="*/ 0 w 13"/>
                  <a:gd name="T1" fmla="*/ 290 h 14"/>
                  <a:gd name="T2" fmla="*/ 140 w 13"/>
                  <a:gd name="T3" fmla="*/ 45 h 14"/>
                  <a:gd name="T4" fmla="*/ 306 w 13"/>
                  <a:gd name="T5" fmla="*/ 290 h 14"/>
                  <a:gd name="T6" fmla="*/ 166 w 13"/>
                  <a:gd name="T7" fmla="*/ 539 h 14"/>
                  <a:gd name="T8" fmla="*/ 0 w 13"/>
                  <a:gd name="T9" fmla="*/ 2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0" y="4"/>
                      <a:pt x="2" y="1"/>
                      <a:pt x="6" y="1"/>
                    </a:cubicBezTo>
                    <a:cubicBezTo>
                      <a:pt x="9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4"/>
                      <a:pt x="0" y="11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6" name="Freeform 106">
                <a:extLst>
                  <a:ext uri="{FF2B5EF4-FFF2-40B4-BE49-F238E27FC236}">
                    <a16:creationId xmlns:a16="http://schemas.microsoft.com/office/drawing/2014/main" id="{993F72D3-DC93-4F0D-A697-FD0B15C91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619"/>
                <a:ext cx="9" cy="10"/>
              </a:xfrm>
              <a:custGeom>
                <a:avLst/>
                <a:gdLst>
                  <a:gd name="T0" fmla="*/ 0 w 5"/>
                  <a:gd name="T1" fmla="*/ 192 h 5"/>
                  <a:gd name="T2" fmla="*/ 94 w 5"/>
                  <a:gd name="T3" fmla="*/ 0 h 5"/>
                  <a:gd name="T4" fmla="*/ 169 w 5"/>
                  <a:gd name="T5" fmla="*/ 128 h 5"/>
                  <a:gd name="T6" fmla="*/ 94 w 5"/>
                  <a:gd name="T7" fmla="*/ 320 h 5"/>
                  <a:gd name="T8" fmla="*/ 0 w 5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7" name="Freeform 107">
                <a:extLst>
                  <a:ext uri="{FF2B5EF4-FFF2-40B4-BE49-F238E27FC236}">
                    <a16:creationId xmlns:a16="http://schemas.microsoft.com/office/drawing/2014/main" id="{DCC5557C-B6B6-4D06-9C2C-320062440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638"/>
                <a:ext cx="22" cy="24"/>
              </a:xfrm>
              <a:custGeom>
                <a:avLst/>
                <a:gdLst>
                  <a:gd name="T0" fmla="*/ 0 w 13"/>
                  <a:gd name="T1" fmla="*/ 277 h 13"/>
                  <a:gd name="T2" fmla="*/ 140 w 13"/>
                  <a:gd name="T3" fmla="*/ 0 h 13"/>
                  <a:gd name="T4" fmla="*/ 306 w 13"/>
                  <a:gd name="T5" fmla="*/ 233 h 13"/>
                  <a:gd name="T6" fmla="*/ 166 w 13"/>
                  <a:gd name="T7" fmla="*/ 511 h 13"/>
                  <a:gd name="T8" fmla="*/ 0 w 13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3" y="3"/>
                      <a:pt x="13" y="6"/>
                    </a:cubicBezTo>
                    <a:cubicBezTo>
                      <a:pt x="13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8" name="Freeform 108">
                <a:extLst>
                  <a:ext uri="{FF2B5EF4-FFF2-40B4-BE49-F238E27FC236}">
                    <a16:creationId xmlns:a16="http://schemas.microsoft.com/office/drawing/2014/main" id="{DD8B4C32-27AB-4DDF-AEF8-AFCE723FC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2644"/>
                <a:ext cx="11" cy="11"/>
              </a:xfrm>
              <a:custGeom>
                <a:avLst/>
                <a:gdLst>
                  <a:gd name="T0" fmla="*/ 44 w 6"/>
                  <a:gd name="T1" fmla="*/ 125 h 6"/>
                  <a:gd name="T2" fmla="*/ 125 w 6"/>
                  <a:gd name="T3" fmla="*/ 0 h 6"/>
                  <a:gd name="T4" fmla="*/ 229 w 6"/>
                  <a:gd name="T5" fmla="*/ 125 h 6"/>
                  <a:gd name="T6" fmla="*/ 125 w 6"/>
                  <a:gd name="T7" fmla="*/ 229 h 6"/>
                  <a:gd name="T8" fmla="*/ 44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2"/>
                      <a:pt x="2" y="1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9" name="Freeform 109">
                <a:extLst>
                  <a:ext uri="{FF2B5EF4-FFF2-40B4-BE49-F238E27FC236}">
                    <a16:creationId xmlns:a16="http://schemas.microsoft.com/office/drawing/2014/main" id="{CB9F0A60-BA6F-4DD3-A561-8AFB743AE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660"/>
                <a:ext cx="23" cy="26"/>
              </a:xfrm>
              <a:custGeom>
                <a:avLst/>
                <a:gdLst>
                  <a:gd name="T0" fmla="*/ 0 w 13"/>
                  <a:gd name="T1" fmla="*/ 290 h 14"/>
                  <a:gd name="T2" fmla="*/ 188 w 13"/>
                  <a:gd name="T3" fmla="*/ 45 h 14"/>
                  <a:gd name="T4" fmla="*/ 403 w 13"/>
                  <a:gd name="T5" fmla="*/ 290 h 14"/>
                  <a:gd name="T6" fmla="*/ 203 w 13"/>
                  <a:gd name="T7" fmla="*/ 568 h 14"/>
                  <a:gd name="T8" fmla="*/ 0 w 13"/>
                  <a:gd name="T9" fmla="*/ 2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0" y="4"/>
                      <a:pt x="3" y="1"/>
                      <a:pt x="6" y="1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1" y="13"/>
                      <a:pt x="7" y="14"/>
                    </a:cubicBezTo>
                    <a:cubicBezTo>
                      <a:pt x="4" y="14"/>
                      <a:pt x="1" y="11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0" name="Freeform 110">
                <a:extLst>
                  <a:ext uri="{FF2B5EF4-FFF2-40B4-BE49-F238E27FC236}">
                    <a16:creationId xmlns:a16="http://schemas.microsoft.com/office/drawing/2014/main" id="{69D14049-D98F-45E6-963C-A2808D892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668"/>
                <a:ext cx="9" cy="9"/>
              </a:xfrm>
              <a:custGeom>
                <a:avLst/>
                <a:gdLst>
                  <a:gd name="T0" fmla="*/ 0 w 5"/>
                  <a:gd name="T1" fmla="*/ 94 h 5"/>
                  <a:gd name="T2" fmla="*/ 74 w 5"/>
                  <a:gd name="T3" fmla="*/ 0 h 5"/>
                  <a:gd name="T4" fmla="*/ 169 w 5"/>
                  <a:gd name="T5" fmla="*/ 74 h 5"/>
                  <a:gd name="T6" fmla="*/ 74 w 5"/>
                  <a:gd name="T7" fmla="*/ 169 h 5"/>
                  <a:gd name="T8" fmla="*/ 0 w 5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1" name="Freeform 111">
                <a:extLst>
                  <a:ext uri="{FF2B5EF4-FFF2-40B4-BE49-F238E27FC236}">
                    <a16:creationId xmlns:a16="http://schemas.microsoft.com/office/drawing/2014/main" id="{2C481A57-ECDE-4AEF-9260-4F7A263C8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686"/>
                <a:ext cx="22" cy="25"/>
              </a:xfrm>
              <a:custGeom>
                <a:avLst/>
                <a:gdLst>
                  <a:gd name="T0" fmla="*/ 0 w 13"/>
                  <a:gd name="T1" fmla="*/ 313 h 13"/>
                  <a:gd name="T2" fmla="*/ 166 w 13"/>
                  <a:gd name="T3" fmla="*/ 0 h 13"/>
                  <a:gd name="T4" fmla="*/ 306 w 13"/>
                  <a:gd name="T5" fmla="*/ 313 h 13"/>
                  <a:gd name="T6" fmla="*/ 140 w 13"/>
                  <a:gd name="T7" fmla="*/ 654 h 13"/>
                  <a:gd name="T8" fmla="*/ 0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0" y="2"/>
                      <a:pt x="3" y="0"/>
                      <a:pt x="7" y="0"/>
                    </a:cubicBezTo>
                    <a:cubicBezTo>
                      <a:pt x="10" y="0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2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2" name="Freeform 112">
                <a:extLst>
                  <a:ext uri="{FF2B5EF4-FFF2-40B4-BE49-F238E27FC236}">
                    <a16:creationId xmlns:a16="http://schemas.microsoft.com/office/drawing/2014/main" id="{676E92B5-AD9E-420E-AE20-59FDA1430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692"/>
                <a:ext cx="11" cy="9"/>
              </a:xfrm>
              <a:custGeom>
                <a:avLst/>
                <a:gdLst>
                  <a:gd name="T0" fmla="*/ 0 w 6"/>
                  <a:gd name="T1" fmla="*/ 74 h 5"/>
                  <a:gd name="T2" fmla="*/ 125 w 6"/>
                  <a:gd name="T3" fmla="*/ 0 h 5"/>
                  <a:gd name="T4" fmla="*/ 229 w 6"/>
                  <a:gd name="T5" fmla="*/ 94 h 5"/>
                  <a:gd name="T6" fmla="*/ 125 w 6"/>
                  <a:gd name="T7" fmla="*/ 169 h 5"/>
                  <a:gd name="T8" fmla="*/ 0 w 6"/>
                  <a:gd name="T9" fmla="*/ 7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3" name="Freeform 113">
                <a:extLst>
                  <a:ext uri="{FF2B5EF4-FFF2-40B4-BE49-F238E27FC236}">
                    <a16:creationId xmlns:a16="http://schemas.microsoft.com/office/drawing/2014/main" id="{B56FDE00-C8CA-4D50-AC02-A0AC3AFF6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709"/>
                <a:ext cx="23" cy="24"/>
              </a:xfrm>
              <a:custGeom>
                <a:avLst/>
                <a:gdLst>
                  <a:gd name="T0" fmla="*/ 0 w 13"/>
                  <a:gd name="T1" fmla="*/ 233 h 13"/>
                  <a:gd name="T2" fmla="*/ 203 w 13"/>
                  <a:gd name="T3" fmla="*/ 0 h 13"/>
                  <a:gd name="T4" fmla="*/ 403 w 13"/>
                  <a:gd name="T5" fmla="*/ 277 h 13"/>
                  <a:gd name="T6" fmla="*/ 188 w 13"/>
                  <a:gd name="T7" fmla="*/ 511 h 13"/>
                  <a:gd name="T8" fmla="*/ 0 w 13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3" y="3"/>
                      <a:pt x="13" y="7"/>
                    </a:cubicBezTo>
                    <a:cubicBezTo>
                      <a:pt x="13" y="11"/>
                      <a:pt x="10" y="13"/>
                      <a:pt x="6" y="13"/>
                    </a:cubicBezTo>
                    <a:cubicBezTo>
                      <a:pt x="3" y="13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4" name="Freeform 114">
                <a:extLst>
                  <a:ext uri="{FF2B5EF4-FFF2-40B4-BE49-F238E27FC236}">
                    <a16:creationId xmlns:a16="http://schemas.microsoft.com/office/drawing/2014/main" id="{62088D71-9D8A-4780-8071-CE2910063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714"/>
                <a:ext cx="10" cy="11"/>
              </a:xfrm>
              <a:custGeom>
                <a:avLst/>
                <a:gdLst>
                  <a:gd name="T0" fmla="*/ 22 w 6"/>
                  <a:gd name="T1" fmla="*/ 125 h 6"/>
                  <a:gd name="T2" fmla="*/ 62 w 6"/>
                  <a:gd name="T3" fmla="*/ 0 h 6"/>
                  <a:gd name="T4" fmla="*/ 130 w 6"/>
                  <a:gd name="T5" fmla="*/ 125 h 6"/>
                  <a:gd name="T6" fmla="*/ 62 w 6"/>
                  <a:gd name="T7" fmla="*/ 229 h 6"/>
                  <a:gd name="T8" fmla="*/ 22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1" y="2"/>
                      <a:pt x="2" y="0"/>
                      <a:pt x="3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5" name="Freeform 115">
                <a:extLst>
                  <a:ext uri="{FF2B5EF4-FFF2-40B4-BE49-F238E27FC236}">
                    <a16:creationId xmlns:a16="http://schemas.microsoft.com/office/drawing/2014/main" id="{698F9749-9061-4E52-A4D7-7802600EC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733"/>
                <a:ext cx="23" cy="24"/>
              </a:xfrm>
              <a:custGeom>
                <a:avLst/>
                <a:gdLst>
                  <a:gd name="T0" fmla="*/ 0 w 13"/>
                  <a:gd name="T1" fmla="*/ 233 h 13"/>
                  <a:gd name="T2" fmla="*/ 203 w 13"/>
                  <a:gd name="T3" fmla="*/ 0 h 13"/>
                  <a:gd name="T4" fmla="*/ 403 w 13"/>
                  <a:gd name="T5" fmla="*/ 233 h 13"/>
                  <a:gd name="T6" fmla="*/ 203 w 13"/>
                  <a:gd name="T7" fmla="*/ 511 h 13"/>
                  <a:gd name="T8" fmla="*/ 0 w 13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1" y="2"/>
                      <a:pt x="4" y="0"/>
                      <a:pt x="7" y="0"/>
                    </a:cubicBezTo>
                    <a:cubicBezTo>
                      <a:pt x="11" y="0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2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6" name="Freeform 116">
                <a:extLst>
                  <a:ext uri="{FF2B5EF4-FFF2-40B4-BE49-F238E27FC236}">
                    <a16:creationId xmlns:a16="http://schemas.microsoft.com/office/drawing/2014/main" id="{11998110-0822-4FA7-95A4-9B654DB3C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738"/>
                <a:ext cx="9" cy="10"/>
              </a:xfrm>
              <a:custGeom>
                <a:avLst/>
                <a:gdLst>
                  <a:gd name="T0" fmla="*/ 0 w 5"/>
                  <a:gd name="T1" fmla="*/ 128 h 5"/>
                  <a:gd name="T2" fmla="*/ 74 w 5"/>
                  <a:gd name="T3" fmla="*/ 0 h 5"/>
                  <a:gd name="T4" fmla="*/ 169 w 5"/>
                  <a:gd name="T5" fmla="*/ 192 h 5"/>
                  <a:gd name="T6" fmla="*/ 74 w 5"/>
                  <a:gd name="T7" fmla="*/ 320 h 5"/>
                  <a:gd name="T8" fmla="*/ 0 w 5"/>
                  <a:gd name="T9" fmla="*/ 12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7" name="Freeform 117">
                <a:extLst>
                  <a:ext uri="{FF2B5EF4-FFF2-40B4-BE49-F238E27FC236}">
                    <a16:creationId xmlns:a16="http://schemas.microsoft.com/office/drawing/2014/main" id="{0A5287F6-EAC8-4862-BDDA-304A1C6AF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2751"/>
                <a:ext cx="22" cy="25"/>
              </a:xfrm>
              <a:custGeom>
                <a:avLst/>
                <a:gdLst>
                  <a:gd name="T0" fmla="*/ 0 w 13"/>
                  <a:gd name="T1" fmla="*/ 340 h 13"/>
                  <a:gd name="T2" fmla="*/ 140 w 13"/>
                  <a:gd name="T3" fmla="*/ 0 h 13"/>
                  <a:gd name="T4" fmla="*/ 306 w 13"/>
                  <a:gd name="T5" fmla="*/ 340 h 13"/>
                  <a:gd name="T6" fmla="*/ 140 w 13"/>
                  <a:gd name="T7" fmla="*/ 654 h 13"/>
                  <a:gd name="T8" fmla="*/ 0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cubicBezTo>
                      <a:pt x="0" y="3"/>
                      <a:pt x="3" y="0"/>
                      <a:pt x="6" y="0"/>
                    </a:cubicBezTo>
                    <a:cubicBezTo>
                      <a:pt x="10" y="1"/>
                      <a:pt x="13" y="4"/>
                      <a:pt x="13" y="7"/>
                    </a:cubicBezTo>
                    <a:cubicBezTo>
                      <a:pt x="12" y="11"/>
                      <a:pt x="9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8" name="Freeform 118">
                <a:extLst>
                  <a:ext uri="{FF2B5EF4-FFF2-40B4-BE49-F238E27FC236}">
                    <a16:creationId xmlns:a16="http://schemas.microsoft.com/office/drawing/2014/main" id="{36FB8C03-0065-4293-A429-0C4ADD570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757"/>
                <a:ext cx="9" cy="11"/>
              </a:xfrm>
              <a:custGeom>
                <a:avLst/>
                <a:gdLst>
                  <a:gd name="T0" fmla="*/ 0 w 5"/>
                  <a:gd name="T1" fmla="*/ 125 h 6"/>
                  <a:gd name="T2" fmla="*/ 94 w 5"/>
                  <a:gd name="T3" fmla="*/ 44 h 6"/>
                  <a:gd name="T4" fmla="*/ 169 w 5"/>
                  <a:gd name="T5" fmla="*/ 125 h 6"/>
                  <a:gd name="T6" fmla="*/ 94 w 5"/>
                  <a:gd name="T7" fmla="*/ 229 h 6"/>
                  <a:gd name="T8" fmla="*/ 0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9" name="Freeform 119">
                <a:extLst>
                  <a:ext uri="{FF2B5EF4-FFF2-40B4-BE49-F238E27FC236}">
                    <a16:creationId xmlns:a16="http://schemas.microsoft.com/office/drawing/2014/main" id="{E493103D-BF61-4BE1-A5AC-15F37D4E1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768"/>
                <a:ext cx="23" cy="24"/>
              </a:xfrm>
              <a:custGeom>
                <a:avLst/>
                <a:gdLst>
                  <a:gd name="T0" fmla="*/ 0 w 13"/>
                  <a:gd name="T1" fmla="*/ 277 h 13"/>
                  <a:gd name="T2" fmla="*/ 203 w 13"/>
                  <a:gd name="T3" fmla="*/ 0 h 13"/>
                  <a:gd name="T4" fmla="*/ 403 w 13"/>
                  <a:gd name="T5" fmla="*/ 277 h 13"/>
                  <a:gd name="T6" fmla="*/ 203 w 13"/>
                  <a:gd name="T7" fmla="*/ 511 h 13"/>
                  <a:gd name="T8" fmla="*/ 0 w 13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cubicBezTo>
                      <a:pt x="1" y="3"/>
                      <a:pt x="4" y="0"/>
                      <a:pt x="7" y="0"/>
                    </a:cubicBezTo>
                    <a:cubicBezTo>
                      <a:pt x="11" y="1"/>
                      <a:pt x="13" y="4"/>
                      <a:pt x="13" y="7"/>
                    </a:cubicBezTo>
                    <a:cubicBezTo>
                      <a:pt x="13" y="11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0" name="Freeform 120">
                <a:extLst>
                  <a:ext uri="{FF2B5EF4-FFF2-40B4-BE49-F238E27FC236}">
                    <a16:creationId xmlns:a16="http://schemas.microsoft.com/office/drawing/2014/main" id="{B2DEE1E1-37F3-44BE-87F0-22A590E52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2774"/>
                <a:ext cx="9" cy="11"/>
              </a:xfrm>
              <a:custGeom>
                <a:avLst/>
                <a:gdLst>
                  <a:gd name="T0" fmla="*/ 0 w 5"/>
                  <a:gd name="T1" fmla="*/ 125 h 6"/>
                  <a:gd name="T2" fmla="*/ 74 w 5"/>
                  <a:gd name="T3" fmla="*/ 44 h 6"/>
                  <a:gd name="T4" fmla="*/ 169 w 5"/>
                  <a:gd name="T5" fmla="*/ 125 h 6"/>
                  <a:gd name="T6" fmla="*/ 74 w 5"/>
                  <a:gd name="T7" fmla="*/ 229 h 6"/>
                  <a:gd name="T8" fmla="*/ 0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2"/>
                      <a:pt x="1" y="0"/>
                      <a:pt x="2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1" name="Freeform 121">
                <a:extLst>
                  <a:ext uri="{FF2B5EF4-FFF2-40B4-BE49-F238E27FC236}">
                    <a16:creationId xmlns:a16="http://schemas.microsoft.com/office/drawing/2014/main" id="{7FA352C2-A0D1-4930-97E0-80B89F43F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783"/>
                <a:ext cx="23" cy="24"/>
              </a:xfrm>
              <a:custGeom>
                <a:avLst/>
                <a:gdLst>
                  <a:gd name="T0" fmla="*/ 0 w 13"/>
                  <a:gd name="T1" fmla="*/ 233 h 13"/>
                  <a:gd name="T2" fmla="*/ 203 w 13"/>
                  <a:gd name="T3" fmla="*/ 0 h 13"/>
                  <a:gd name="T4" fmla="*/ 403 w 13"/>
                  <a:gd name="T5" fmla="*/ 277 h 13"/>
                  <a:gd name="T6" fmla="*/ 188 w 13"/>
                  <a:gd name="T7" fmla="*/ 511 h 13"/>
                  <a:gd name="T8" fmla="*/ 0 w 13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0" y="3"/>
                      <a:pt x="3" y="0"/>
                      <a:pt x="7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1"/>
                      <a:pt x="10" y="13"/>
                      <a:pt x="6" y="13"/>
                    </a:cubicBezTo>
                    <a:cubicBezTo>
                      <a:pt x="3" y="13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2" name="Freeform 122">
                <a:extLst>
                  <a:ext uri="{FF2B5EF4-FFF2-40B4-BE49-F238E27FC236}">
                    <a16:creationId xmlns:a16="http://schemas.microsoft.com/office/drawing/2014/main" id="{B52952D8-3A44-49DD-B9FA-634B44CBA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789"/>
                <a:ext cx="10" cy="11"/>
              </a:xfrm>
              <a:custGeom>
                <a:avLst/>
                <a:gdLst>
                  <a:gd name="T0" fmla="*/ 0 w 6"/>
                  <a:gd name="T1" fmla="*/ 125 h 6"/>
                  <a:gd name="T2" fmla="*/ 62 w 6"/>
                  <a:gd name="T3" fmla="*/ 0 h 6"/>
                  <a:gd name="T4" fmla="*/ 130 w 6"/>
                  <a:gd name="T5" fmla="*/ 125 h 6"/>
                  <a:gd name="T6" fmla="*/ 62 w 6"/>
                  <a:gd name="T7" fmla="*/ 229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3" name="Freeform 123">
                <a:extLst>
                  <a:ext uri="{FF2B5EF4-FFF2-40B4-BE49-F238E27FC236}">
                    <a16:creationId xmlns:a16="http://schemas.microsoft.com/office/drawing/2014/main" id="{146B7C7C-E761-4451-91B3-FFC4A075C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798"/>
                <a:ext cx="23" cy="24"/>
              </a:xfrm>
              <a:custGeom>
                <a:avLst/>
                <a:gdLst>
                  <a:gd name="T0" fmla="*/ 0 w 13"/>
                  <a:gd name="T1" fmla="*/ 277 h 13"/>
                  <a:gd name="T2" fmla="*/ 203 w 13"/>
                  <a:gd name="T3" fmla="*/ 0 h 13"/>
                  <a:gd name="T4" fmla="*/ 403 w 13"/>
                  <a:gd name="T5" fmla="*/ 277 h 13"/>
                  <a:gd name="T6" fmla="*/ 203 w 13"/>
                  <a:gd name="T7" fmla="*/ 511 h 13"/>
                  <a:gd name="T8" fmla="*/ 0 w 13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3" y="3"/>
                      <a:pt x="13" y="7"/>
                    </a:cubicBezTo>
                    <a:cubicBezTo>
                      <a:pt x="13" y="11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4" name="Oval 124">
                <a:extLst>
                  <a:ext uri="{FF2B5EF4-FFF2-40B4-BE49-F238E27FC236}">
                    <a16:creationId xmlns:a16="http://schemas.microsoft.com/office/drawing/2014/main" id="{23ADF29B-1634-449C-9155-5216A289A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1" y="2803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795" name="Freeform 125">
                <a:extLst>
                  <a:ext uri="{FF2B5EF4-FFF2-40B4-BE49-F238E27FC236}">
                    <a16:creationId xmlns:a16="http://schemas.microsoft.com/office/drawing/2014/main" id="{1C9DECBA-4031-4EE8-A83E-A5918E71C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807"/>
                <a:ext cx="23" cy="24"/>
              </a:xfrm>
              <a:custGeom>
                <a:avLst/>
                <a:gdLst>
                  <a:gd name="T0" fmla="*/ 0 w 13"/>
                  <a:gd name="T1" fmla="*/ 233 h 13"/>
                  <a:gd name="T2" fmla="*/ 203 w 13"/>
                  <a:gd name="T3" fmla="*/ 0 h 13"/>
                  <a:gd name="T4" fmla="*/ 403 w 13"/>
                  <a:gd name="T5" fmla="*/ 277 h 13"/>
                  <a:gd name="T6" fmla="*/ 188 w 13"/>
                  <a:gd name="T7" fmla="*/ 511 h 13"/>
                  <a:gd name="T8" fmla="*/ 0 w 13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0" y="3"/>
                      <a:pt x="3" y="0"/>
                      <a:pt x="7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1"/>
                      <a:pt x="10" y="13"/>
                      <a:pt x="6" y="13"/>
                    </a:cubicBezTo>
                    <a:cubicBezTo>
                      <a:pt x="3" y="13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6" name="Freeform 126">
                <a:extLst>
                  <a:ext uri="{FF2B5EF4-FFF2-40B4-BE49-F238E27FC236}">
                    <a16:creationId xmlns:a16="http://schemas.microsoft.com/office/drawing/2014/main" id="{6C22D8C8-B92A-4101-9B89-6DD5394C1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813"/>
                <a:ext cx="11" cy="9"/>
              </a:xfrm>
              <a:custGeom>
                <a:avLst/>
                <a:gdLst>
                  <a:gd name="T0" fmla="*/ 44 w 6"/>
                  <a:gd name="T1" fmla="*/ 74 h 5"/>
                  <a:gd name="T2" fmla="*/ 125 w 6"/>
                  <a:gd name="T3" fmla="*/ 0 h 5"/>
                  <a:gd name="T4" fmla="*/ 229 w 6"/>
                  <a:gd name="T5" fmla="*/ 94 h 5"/>
                  <a:gd name="T6" fmla="*/ 125 w 6"/>
                  <a:gd name="T7" fmla="*/ 169 h 5"/>
                  <a:gd name="T8" fmla="*/ 44 w 6"/>
                  <a:gd name="T9" fmla="*/ 7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7" name="Freeform 127">
                <a:extLst>
                  <a:ext uri="{FF2B5EF4-FFF2-40B4-BE49-F238E27FC236}">
                    <a16:creationId xmlns:a16="http://schemas.microsoft.com/office/drawing/2014/main" id="{73FE5975-3BEF-435E-8F13-58EE5A422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2816"/>
                <a:ext cx="22" cy="25"/>
              </a:xfrm>
              <a:custGeom>
                <a:avLst/>
                <a:gdLst>
                  <a:gd name="T0" fmla="*/ 0 w 13"/>
                  <a:gd name="T1" fmla="*/ 313 h 13"/>
                  <a:gd name="T2" fmla="*/ 166 w 13"/>
                  <a:gd name="T3" fmla="*/ 0 h 13"/>
                  <a:gd name="T4" fmla="*/ 306 w 13"/>
                  <a:gd name="T5" fmla="*/ 340 h 13"/>
                  <a:gd name="T6" fmla="*/ 140 w 13"/>
                  <a:gd name="T7" fmla="*/ 654 h 13"/>
                  <a:gd name="T8" fmla="*/ 0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0" y="2"/>
                      <a:pt x="3" y="0"/>
                      <a:pt x="7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2" y="13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8" name="Freeform 128">
                <a:extLst>
                  <a:ext uri="{FF2B5EF4-FFF2-40B4-BE49-F238E27FC236}">
                    <a16:creationId xmlns:a16="http://schemas.microsoft.com/office/drawing/2014/main" id="{B1144259-1CFE-42B4-8CA7-558A65986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820"/>
                <a:ext cx="10" cy="11"/>
              </a:xfrm>
              <a:custGeom>
                <a:avLst/>
                <a:gdLst>
                  <a:gd name="T0" fmla="*/ 0 w 6"/>
                  <a:gd name="T1" fmla="*/ 125 h 6"/>
                  <a:gd name="T2" fmla="*/ 62 w 6"/>
                  <a:gd name="T3" fmla="*/ 0 h 6"/>
                  <a:gd name="T4" fmla="*/ 103 w 6"/>
                  <a:gd name="T5" fmla="*/ 125 h 6"/>
                  <a:gd name="T6" fmla="*/ 62 w 6"/>
                  <a:gd name="T7" fmla="*/ 229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2"/>
                      <a:pt x="5" y="3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9" name="Freeform 129">
                <a:extLst>
                  <a:ext uri="{FF2B5EF4-FFF2-40B4-BE49-F238E27FC236}">
                    <a16:creationId xmlns:a16="http://schemas.microsoft.com/office/drawing/2014/main" id="{2FDD55E7-08C4-4708-9151-B0BEF2FEA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824"/>
                <a:ext cx="23" cy="24"/>
              </a:xfrm>
              <a:custGeom>
                <a:avLst/>
                <a:gdLst>
                  <a:gd name="T0" fmla="*/ 0 w 13"/>
                  <a:gd name="T1" fmla="*/ 233 h 13"/>
                  <a:gd name="T2" fmla="*/ 188 w 13"/>
                  <a:gd name="T3" fmla="*/ 0 h 13"/>
                  <a:gd name="T4" fmla="*/ 403 w 13"/>
                  <a:gd name="T5" fmla="*/ 277 h 13"/>
                  <a:gd name="T6" fmla="*/ 188 w 13"/>
                  <a:gd name="T7" fmla="*/ 511 h 13"/>
                  <a:gd name="T8" fmla="*/ 0 w 13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2" y="11"/>
                      <a:pt x="9" y="13"/>
                      <a:pt x="6" y="13"/>
                    </a:cubicBezTo>
                    <a:cubicBezTo>
                      <a:pt x="2" y="13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0" name="Freeform 130">
                <a:extLst>
                  <a:ext uri="{FF2B5EF4-FFF2-40B4-BE49-F238E27FC236}">
                    <a16:creationId xmlns:a16="http://schemas.microsoft.com/office/drawing/2014/main" id="{E5C13BFE-C940-4C18-98E4-2A3777C20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829"/>
                <a:ext cx="9" cy="10"/>
              </a:xfrm>
              <a:custGeom>
                <a:avLst/>
                <a:gdLst>
                  <a:gd name="T0" fmla="*/ 0 w 5"/>
                  <a:gd name="T1" fmla="*/ 128 h 5"/>
                  <a:gd name="T2" fmla="*/ 94 w 5"/>
                  <a:gd name="T3" fmla="*/ 0 h 5"/>
                  <a:gd name="T4" fmla="*/ 169 w 5"/>
                  <a:gd name="T5" fmla="*/ 192 h 5"/>
                  <a:gd name="T6" fmla="*/ 94 w 5"/>
                  <a:gd name="T7" fmla="*/ 320 h 5"/>
                  <a:gd name="T8" fmla="*/ 0 w 5"/>
                  <a:gd name="T9" fmla="*/ 12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1" name="Freeform 131">
                <a:extLst>
                  <a:ext uri="{FF2B5EF4-FFF2-40B4-BE49-F238E27FC236}">
                    <a16:creationId xmlns:a16="http://schemas.microsoft.com/office/drawing/2014/main" id="{4610FAC6-EDF6-4D47-A4F0-164A508FF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2829"/>
                <a:ext cx="23" cy="26"/>
              </a:xfrm>
              <a:custGeom>
                <a:avLst/>
                <a:gdLst>
                  <a:gd name="T0" fmla="*/ 0 w 13"/>
                  <a:gd name="T1" fmla="*/ 290 h 14"/>
                  <a:gd name="T2" fmla="*/ 203 w 13"/>
                  <a:gd name="T3" fmla="*/ 45 h 14"/>
                  <a:gd name="T4" fmla="*/ 403 w 13"/>
                  <a:gd name="T5" fmla="*/ 290 h 14"/>
                  <a:gd name="T6" fmla="*/ 188 w 13"/>
                  <a:gd name="T7" fmla="*/ 568 h 14"/>
                  <a:gd name="T8" fmla="*/ 0 w 13"/>
                  <a:gd name="T9" fmla="*/ 2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0" y="3"/>
                      <a:pt x="3" y="0"/>
                      <a:pt x="7" y="1"/>
                    </a:cubicBezTo>
                    <a:cubicBezTo>
                      <a:pt x="10" y="1"/>
                      <a:pt x="13" y="4"/>
                      <a:pt x="13" y="7"/>
                    </a:cubicBezTo>
                    <a:cubicBezTo>
                      <a:pt x="13" y="11"/>
                      <a:pt x="10" y="14"/>
                      <a:pt x="6" y="14"/>
                    </a:cubicBezTo>
                    <a:cubicBezTo>
                      <a:pt x="3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2" name="Freeform 132">
                <a:extLst>
                  <a:ext uri="{FF2B5EF4-FFF2-40B4-BE49-F238E27FC236}">
                    <a16:creationId xmlns:a16="http://schemas.microsoft.com/office/drawing/2014/main" id="{D73315F3-E2AE-467A-BAC9-24E7CA851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835"/>
                <a:ext cx="11" cy="11"/>
              </a:xfrm>
              <a:custGeom>
                <a:avLst/>
                <a:gdLst>
                  <a:gd name="T0" fmla="*/ 0 w 6"/>
                  <a:gd name="T1" fmla="*/ 125 h 6"/>
                  <a:gd name="T2" fmla="*/ 125 w 6"/>
                  <a:gd name="T3" fmla="*/ 0 h 6"/>
                  <a:gd name="T4" fmla="*/ 229 w 6"/>
                  <a:gd name="T5" fmla="*/ 125 h 6"/>
                  <a:gd name="T6" fmla="*/ 125 w 6"/>
                  <a:gd name="T7" fmla="*/ 229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3" name="Freeform 133">
                <a:extLst>
                  <a:ext uri="{FF2B5EF4-FFF2-40B4-BE49-F238E27FC236}">
                    <a16:creationId xmlns:a16="http://schemas.microsoft.com/office/drawing/2014/main" id="{EEA4B269-8B8F-40B5-BD31-4CCE2899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831"/>
                <a:ext cx="24" cy="28"/>
              </a:xfrm>
              <a:custGeom>
                <a:avLst/>
                <a:gdLst>
                  <a:gd name="T0" fmla="*/ 26 w 14"/>
                  <a:gd name="T1" fmla="*/ 390 h 15"/>
                  <a:gd name="T2" fmla="*/ 147 w 14"/>
                  <a:gd name="T3" fmla="*/ 45 h 15"/>
                  <a:gd name="T4" fmla="*/ 326 w 14"/>
                  <a:gd name="T5" fmla="*/ 254 h 15"/>
                  <a:gd name="T6" fmla="*/ 206 w 14"/>
                  <a:gd name="T7" fmla="*/ 592 h 15"/>
                  <a:gd name="T8" fmla="*/ 26 w 14"/>
                  <a:gd name="T9" fmla="*/ 39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1" y="9"/>
                    </a:moveTo>
                    <a:cubicBezTo>
                      <a:pt x="0" y="5"/>
                      <a:pt x="2" y="2"/>
                      <a:pt x="6" y="1"/>
                    </a:cubicBezTo>
                    <a:cubicBezTo>
                      <a:pt x="9" y="0"/>
                      <a:pt x="12" y="3"/>
                      <a:pt x="13" y="6"/>
                    </a:cubicBezTo>
                    <a:cubicBezTo>
                      <a:pt x="14" y="9"/>
                      <a:pt x="12" y="13"/>
                      <a:pt x="8" y="14"/>
                    </a:cubicBezTo>
                    <a:cubicBezTo>
                      <a:pt x="5" y="15"/>
                      <a:pt x="1" y="12"/>
                      <a:pt x="1" y="9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4" name="Freeform 134">
                <a:extLst>
                  <a:ext uri="{FF2B5EF4-FFF2-40B4-BE49-F238E27FC236}">
                    <a16:creationId xmlns:a16="http://schemas.microsoft.com/office/drawing/2014/main" id="{219D7D23-3012-4233-8753-92971CCB8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837"/>
                <a:ext cx="10" cy="11"/>
              </a:xfrm>
              <a:custGeom>
                <a:avLst/>
                <a:gdLst>
                  <a:gd name="T0" fmla="*/ 22 w 6"/>
                  <a:gd name="T1" fmla="*/ 149 h 6"/>
                  <a:gd name="T2" fmla="*/ 62 w 6"/>
                  <a:gd name="T3" fmla="*/ 44 h 6"/>
                  <a:gd name="T4" fmla="*/ 130 w 6"/>
                  <a:gd name="T5" fmla="*/ 125 h 6"/>
                  <a:gd name="T6" fmla="*/ 92 w 6"/>
                  <a:gd name="T7" fmla="*/ 229 h 6"/>
                  <a:gd name="T8" fmla="*/ 22 w 6"/>
                  <a:gd name="T9" fmla="*/ 1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ubicBezTo>
                      <a:pt x="2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5" name="Freeform 135">
                <a:extLst>
                  <a:ext uri="{FF2B5EF4-FFF2-40B4-BE49-F238E27FC236}">
                    <a16:creationId xmlns:a16="http://schemas.microsoft.com/office/drawing/2014/main" id="{F16E9323-D3A1-4524-A237-3A2841758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835"/>
                <a:ext cx="24" cy="26"/>
              </a:xfrm>
              <a:custGeom>
                <a:avLst/>
                <a:gdLst>
                  <a:gd name="T0" fmla="*/ 0 w 14"/>
                  <a:gd name="T1" fmla="*/ 334 h 14"/>
                  <a:gd name="T2" fmla="*/ 132 w 14"/>
                  <a:gd name="T3" fmla="*/ 45 h 14"/>
                  <a:gd name="T4" fmla="*/ 326 w 14"/>
                  <a:gd name="T5" fmla="*/ 204 h 14"/>
                  <a:gd name="T6" fmla="*/ 206 w 14"/>
                  <a:gd name="T7" fmla="*/ 539 h 14"/>
                  <a:gd name="T8" fmla="*/ 0 w 14"/>
                  <a:gd name="T9" fmla="*/ 33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cubicBezTo>
                      <a:pt x="0" y="5"/>
                      <a:pt x="2" y="1"/>
                      <a:pt x="5" y="1"/>
                    </a:cubicBezTo>
                    <a:cubicBezTo>
                      <a:pt x="9" y="0"/>
                      <a:pt x="12" y="2"/>
                      <a:pt x="13" y="5"/>
                    </a:cubicBezTo>
                    <a:cubicBezTo>
                      <a:pt x="14" y="9"/>
                      <a:pt x="12" y="12"/>
                      <a:pt x="8" y="13"/>
                    </a:cubicBezTo>
                    <a:cubicBezTo>
                      <a:pt x="5" y="14"/>
                      <a:pt x="1" y="12"/>
                      <a:pt x="0" y="8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6" name="Freeform 136">
                <a:extLst>
                  <a:ext uri="{FF2B5EF4-FFF2-40B4-BE49-F238E27FC236}">
                    <a16:creationId xmlns:a16="http://schemas.microsoft.com/office/drawing/2014/main" id="{3F59E555-25BD-4272-AEB8-FD1EBD22D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841"/>
                <a:ext cx="11" cy="11"/>
              </a:xfrm>
              <a:custGeom>
                <a:avLst/>
                <a:gdLst>
                  <a:gd name="T0" fmla="*/ 0 w 6"/>
                  <a:gd name="T1" fmla="*/ 125 h 6"/>
                  <a:gd name="T2" fmla="*/ 81 w 6"/>
                  <a:gd name="T3" fmla="*/ 0 h 6"/>
                  <a:gd name="T4" fmla="*/ 229 w 6"/>
                  <a:gd name="T5" fmla="*/ 81 h 6"/>
                  <a:gd name="T6" fmla="*/ 149 w 6"/>
                  <a:gd name="T7" fmla="*/ 193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2" y="6"/>
                      <a:pt x="1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7" name="Freeform 137">
                <a:extLst>
                  <a:ext uri="{FF2B5EF4-FFF2-40B4-BE49-F238E27FC236}">
                    <a16:creationId xmlns:a16="http://schemas.microsoft.com/office/drawing/2014/main" id="{153A0270-2A0D-4890-A571-2FBC7E3FF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837"/>
                <a:ext cx="24" cy="26"/>
              </a:xfrm>
              <a:custGeom>
                <a:avLst/>
                <a:gdLst>
                  <a:gd name="T0" fmla="*/ 26 w 14"/>
                  <a:gd name="T1" fmla="*/ 334 h 14"/>
                  <a:gd name="T2" fmla="*/ 147 w 14"/>
                  <a:gd name="T3" fmla="*/ 45 h 14"/>
                  <a:gd name="T4" fmla="*/ 326 w 14"/>
                  <a:gd name="T5" fmla="*/ 204 h 14"/>
                  <a:gd name="T6" fmla="*/ 206 w 14"/>
                  <a:gd name="T7" fmla="*/ 539 h 14"/>
                  <a:gd name="T8" fmla="*/ 26 w 14"/>
                  <a:gd name="T9" fmla="*/ 33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" y="8"/>
                    </a:moveTo>
                    <a:cubicBezTo>
                      <a:pt x="0" y="5"/>
                      <a:pt x="2" y="1"/>
                      <a:pt x="6" y="1"/>
                    </a:cubicBezTo>
                    <a:cubicBezTo>
                      <a:pt x="9" y="0"/>
                      <a:pt x="13" y="2"/>
                      <a:pt x="13" y="5"/>
                    </a:cubicBezTo>
                    <a:cubicBezTo>
                      <a:pt x="14" y="9"/>
                      <a:pt x="12" y="12"/>
                      <a:pt x="8" y="13"/>
                    </a:cubicBezTo>
                    <a:cubicBezTo>
                      <a:pt x="5" y="14"/>
                      <a:pt x="2" y="12"/>
                      <a:pt x="1" y="8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8" name="Freeform 138">
                <a:extLst>
                  <a:ext uri="{FF2B5EF4-FFF2-40B4-BE49-F238E27FC236}">
                    <a16:creationId xmlns:a16="http://schemas.microsoft.com/office/drawing/2014/main" id="{47580B5B-1724-44F4-B01B-7387DABB6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842"/>
                <a:ext cx="10" cy="12"/>
              </a:xfrm>
              <a:custGeom>
                <a:avLst/>
                <a:gdLst>
                  <a:gd name="T0" fmla="*/ 22 w 6"/>
                  <a:gd name="T1" fmla="*/ 256 h 6"/>
                  <a:gd name="T2" fmla="*/ 62 w 6"/>
                  <a:gd name="T3" fmla="*/ 0 h 6"/>
                  <a:gd name="T4" fmla="*/ 130 w 6"/>
                  <a:gd name="T5" fmla="*/ 128 h 6"/>
                  <a:gd name="T6" fmla="*/ 92 w 6"/>
                  <a:gd name="T7" fmla="*/ 384 h 6"/>
                  <a:gd name="T8" fmla="*/ 22 w 6"/>
                  <a:gd name="T9" fmla="*/ 2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ubicBezTo>
                      <a:pt x="2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9" name="Freeform 139">
                <a:extLst>
                  <a:ext uri="{FF2B5EF4-FFF2-40B4-BE49-F238E27FC236}">
                    <a16:creationId xmlns:a16="http://schemas.microsoft.com/office/drawing/2014/main" id="{D4603C2E-826B-4FEC-8793-8B6A13660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839"/>
                <a:ext cx="24" cy="26"/>
              </a:xfrm>
              <a:custGeom>
                <a:avLst/>
                <a:gdLst>
                  <a:gd name="T0" fmla="*/ 0 w 14"/>
                  <a:gd name="T1" fmla="*/ 334 h 14"/>
                  <a:gd name="T2" fmla="*/ 132 w 14"/>
                  <a:gd name="T3" fmla="*/ 0 h 14"/>
                  <a:gd name="T4" fmla="*/ 326 w 14"/>
                  <a:gd name="T5" fmla="*/ 204 h 14"/>
                  <a:gd name="T6" fmla="*/ 206 w 14"/>
                  <a:gd name="T7" fmla="*/ 539 h 14"/>
                  <a:gd name="T8" fmla="*/ 0 w 14"/>
                  <a:gd name="T9" fmla="*/ 33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cubicBezTo>
                      <a:pt x="0" y="5"/>
                      <a:pt x="2" y="1"/>
                      <a:pt x="5" y="0"/>
                    </a:cubicBezTo>
                    <a:cubicBezTo>
                      <a:pt x="9" y="0"/>
                      <a:pt x="12" y="2"/>
                      <a:pt x="13" y="5"/>
                    </a:cubicBezTo>
                    <a:cubicBezTo>
                      <a:pt x="14" y="9"/>
                      <a:pt x="12" y="12"/>
                      <a:pt x="8" y="13"/>
                    </a:cubicBezTo>
                    <a:cubicBezTo>
                      <a:pt x="5" y="14"/>
                      <a:pt x="1" y="12"/>
                      <a:pt x="0" y="8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0" name="Freeform 140">
                <a:extLst>
                  <a:ext uri="{FF2B5EF4-FFF2-40B4-BE49-F238E27FC236}">
                    <a16:creationId xmlns:a16="http://schemas.microsoft.com/office/drawing/2014/main" id="{34FB6B16-2027-48E5-8B98-D3F352B0C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844"/>
                <a:ext cx="11" cy="11"/>
              </a:xfrm>
              <a:custGeom>
                <a:avLst/>
                <a:gdLst>
                  <a:gd name="T0" fmla="*/ 0 w 6"/>
                  <a:gd name="T1" fmla="*/ 125 h 6"/>
                  <a:gd name="T2" fmla="*/ 81 w 6"/>
                  <a:gd name="T3" fmla="*/ 0 h 6"/>
                  <a:gd name="T4" fmla="*/ 193 w 6"/>
                  <a:gd name="T5" fmla="*/ 81 h 6"/>
                  <a:gd name="T6" fmla="*/ 125 w 6"/>
                  <a:gd name="T7" fmla="*/ 193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6"/>
                      <a:pt x="1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1" name="Freeform 141">
                <a:extLst>
                  <a:ext uri="{FF2B5EF4-FFF2-40B4-BE49-F238E27FC236}">
                    <a16:creationId xmlns:a16="http://schemas.microsoft.com/office/drawing/2014/main" id="{55A58A47-521E-4D3A-90D0-0BA0EB28F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2837"/>
                <a:ext cx="24" cy="28"/>
              </a:xfrm>
              <a:custGeom>
                <a:avLst/>
                <a:gdLst>
                  <a:gd name="T0" fmla="*/ 26 w 14"/>
                  <a:gd name="T1" fmla="*/ 390 h 15"/>
                  <a:gd name="T2" fmla="*/ 147 w 14"/>
                  <a:gd name="T3" fmla="*/ 45 h 15"/>
                  <a:gd name="T4" fmla="*/ 353 w 14"/>
                  <a:gd name="T5" fmla="*/ 254 h 15"/>
                  <a:gd name="T6" fmla="*/ 226 w 14"/>
                  <a:gd name="T7" fmla="*/ 592 h 15"/>
                  <a:gd name="T8" fmla="*/ 26 w 14"/>
                  <a:gd name="T9" fmla="*/ 39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1" y="9"/>
                    </a:moveTo>
                    <a:cubicBezTo>
                      <a:pt x="0" y="6"/>
                      <a:pt x="2" y="2"/>
                      <a:pt x="6" y="1"/>
                    </a:cubicBezTo>
                    <a:cubicBezTo>
                      <a:pt x="9" y="0"/>
                      <a:pt x="13" y="3"/>
                      <a:pt x="14" y="6"/>
                    </a:cubicBezTo>
                    <a:cubicBezTo>
                      <a:pt x="14" y="10"/>
                      <a:pt x="12" y="13"/>
                      <a:pt x="9" y="14"/>
                    </a:cubicBezTo>
                    <a:cubicBezTo>
                      <a:pt x="5" y="15"/>
                      <a:pt x="2" y="13"/>
                      <a:pt x="1" y="9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2" name="Freeform 142">
                <a:extLst>
                  <a:ext uri="{FF2B5EF4-FFF2-40B4-BE49-F238E27FC236}">
                    <a16:creationId xmlns:a16="http://schemas.microsoft.com/office/drawing/2014/main" id="{38BC7162-5057-47DB-B107-7C40759EE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844"/>
                <a:ext cx="10" cy="11"/>
              </a:xfrm>
              <a:custGeom>
                <a:avLst/>
                <a:gdLst>
                  <a:gd name="T0" fmla="*/ 0 w 6"/>
                  <a:gd name="T1" fmla="*/ 125 h 6"/>
                  <a:gd name="T2" fmla="*/ 37 w 6"/>
                  <a:gd name="T3" fmla="*/ 0 h 6"/>
                  <a:gd name="T4" fmla="*/ 103 w 6"/>
                  <a:gd name="T5" fmla="*/ 81 h 6"/>
                  <a:gd name="T6" fmla="*/ 62 w 6"/>
                  <a:gd name="T7" fmla="*/ 193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3"/>
                      <a:pt x="5" y="5"/>
                      <a:pt x="3" y="5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3" name="Oval 143">
                <a:extLst>
                  <a:ext uri="{FF2B5EF4-FFF2-40B4-BE49-F238E27FC236}">
                    <a16:creationId xmlns:a16="http://schemas.microsoft.com/office/drawing/2014/main" id="{645C3E5B-D5F7-4474-AC8A-15D6414CA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0" y="1934"/>
                <a:ext cx="22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4" name="Oval 144">
                <a:extLst>
                  <a:ext uri="{FF2B5EF4-FFF2-40B4-BE49-F238E27FC236}">
                    <a16:creationId xmlns:a16="http://schemas.microsoft.com/office/drawing/2014/main" id="{B71A206B-0B4E-4F57-B442-6579E64A2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3" y="1937"/>
                <a:ext cx="10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5" name="Oval 145">
                <a:extLst>
                  <a:ext uri="{FF2B5EF4-FFF2-40B4-BE49-F238E27FC236}">
                    <a16:creationId xmlns:a16="http://schemas.microsoft.com/office/drawing/2014/main" id="{F15656FF-3A30-4DB1-BDAD-729A271AC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7" y="1930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6" name="Oval 146">
                <a:extLst>
                  <a:ext uri="{FF2B5EF4-FFF2-40B4-BE49-F238E27FC236}">
                    <a16:creationId xmlns:a16="http://schemas.microsoft.com/office/drawing/2014/main" id="{85E3C2BF-BD47-49D5-9F41-1B9F1220C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936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7" name="Oval 147">
                <a:extLst>
                  <a:ext uri="{FF2B5EF4-FFF2-40B4-BE49-F238E27FC236}">
                    <a16:creationId xmlns:a16="http://schemas.microsoft.com/office/drawing/2014/main" id="{265B3D19-E8B2-475E-BEC2-E250742A2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0" y="1937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8" name="Oval 148">
                <a:extLst>
                  <a:ext uri="{FF2B5EF4-FFF2-40B4-BE49-F238E27FC236}">
                    <a16:creationId xmlns:a16="http://schemas.microsoft.com/office/drawing/2014/main" id="{8EDFBAFE-EE91-4EB3-B361-ADEF84526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" y="1941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9" name="Oval 149">
                <a:extLst>
                  <a:ext uri="{FF2B5EF4-FFF2-40B4-BE49-F238E27FC236}">
                    <a16:creationId xmlns:a16="http://schemas.microsoft.com/office/drawing/2014/main" id="{DA2D8770-53FC-40C7-A119-C0E98F805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3" y="1943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0" name="Oval 150">
                <a:extLst>
                  <a:ext uri="{FF2B5EF4-FFF2-40B4-BE49-F238E27FC236}">
                    <a16:creationId xmlns:a16="http://schemas.microsoft.com/office/drawing/2014/main" id="{359C647A-7E42-4A5A-9B7C-62C4E248F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949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1" name="Oval 151">
                <a:extLst>
                  <a:ext uri="{FF2B5EF4-FFF2-40B4-BE49-F238E27FC236}">
                    <a16:creationId xmlns:a16="http://schemas.microsoft.com/office/drawing/2014/main" id="{115886D5-1ED0-47E9-9588-ABEAF4B6F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952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2" name="Oval 152">
                <a:extLst>
                  <a:ext uri="{FF2B5EF4-FFF2-40B4-BE49-F238E27FC236}">
                    <a16:creationId xmlns:a16="http://schemas.microsoft.com/office/drawing/2014/main" id="{461DDC83-B8B7-4619-AFDF-46C121BD2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" y="1956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3" name="Oval 153">
                <a:extLst>
                  <a:ext uri="{FF2B5EF4-FFF2-40B4-BE49-F238E27FC236}">
                    <a16:creationId xmlns:a16="http://schemas.microsoft.com/office/drawing/2014/main" id="{04A744AE-8B71-44DF-988D-FA5260FED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965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4" name="Oval 154">
                <a:extLst>
                  <a:ext uri="{FF2B5EF4-FFF2-40B4-BE49-F238E27FC236}">
                    <a16:creationId xmlns:a16="http://schemas.microsoft.com/office/drawing/2014/main" id="{DC813088-6B83-44C4-8FA7-C1A457774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97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5" name="Oval 155">
                <a:extLst>
                  <a:ext uri="{FF2B5EF4-FFF2-40B4-BE49-F238E27FC236}">
                    <a16:creationId xmlns:a16="http://schemas.microsoft.com/office/drawing/2014/main" id="{56F92441-B142-4BA3-9511-444D41AC7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988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6" name="Oval 156">
                <a:extLst>
                  <a:ext uri="{FF2B5EF4-FFF2-40B4-BE49-F238E27FC236}">
                    <a16:creationId xmlns:a16="http://schemas.microsoft.com/office/drawing/2014/main" id="{509D7513-C46E-4E9D-8612-04C2CC3AD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993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7" name="Oval 157">
                <a:extLst>
                  <a:ext uri="{FF2B5EF4-FFF2-40B4-BE49-F238E27FC236}">
                    <a16:creationId xmlns:a16="http://schemas.microsoft.com/office/drawing/2014/main" id="{31660420-D457-4878-A14E-E76A441D8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12"/>
                <a:ext cx="22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8" name="Oval 158">
                <a:extLst>
                  <a:ext uri="{FF2B5EF4-FFF2-40B4-BE49-F238E27FC236}">
                    <a16:creationId xmlns:a16="http://schemas.microsoft.com/office/drawing/2014/main" id="{0AD15429-F4F2-412C-9C75-10586E068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15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9" name="Oval 159">
                <a:extLst>
                  <a:ext uri="{FF2B5EF4-FFF2-40B4-BE49-F238E27FC236}">
                    <a16:creationId xmlns:a16="http://schemas.microsoft.com/office/drawing/2014/main" id="{D241FC56-1C27-4E2A-800B-2C4B157AA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34"/>
                <a:ext cx="22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0" name="Oval 160">
                <a:extLst>
                  <a:ext uri="{FF2B5EF4-FFF2-40B4-BE49-F238E27FC236}">
                    <a16:creationId xmlns:a16="http://schemas.microsoft.com/office/drawing/2014/main" id="{A5B456B0-FD87-45E7-A30E-DBB75A47D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040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1" name="Oval 161">
                <a:extLst>
                  <a:ext uri="{FF2B5EF4-FFF2-40B4-BE49-F238E27FC236}">
                    <a16:creationId xmlns:a16="http://schemas.microsoft.com/office/drawing/2014/main" id="{64D95D8C-8C8C-4215-93B7-E42489A14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058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2" name="Oval 162">
                <a:extLst>
                  <a:ext uri="{FF2B5EF4-FFF2-40B4-BE49-F238E27FC236}">
                    <a16:creationId xmlns:a16="http://schemas.microsoft.com/office/drawing/2014/main" id="{3B0A4FA1-2992-427B-A88A-33302A871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9" y="2062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3" name="Oval 163">
                <a:extLst>
                  <a:ext uri="{FF2B5EF4-FFF2-40B4-BE49-F238E27FC236}">
                    <a16:creationId xmlns:a16="http://schemas.microsoft.com/office/drawing/2014/main" id="{7A039932-AF41-4AA0-9524-2EB9309C3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082"/>
                <a:ext cx="22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4" name="Oval 164">
                <a:extLst>
                  <a:ext uri="{FF2B5EF4-FFF2-40B4-BE49-F238E27FC236}">
                    <a16:creationId xmlns:a16="http://schemas.microsoft.com/office/drawing/2014/main" id="{87412E04-9962-4EA8-BE17-7F68126A3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2088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5" name="Oval 165">
                <a:extLst>
                  <a:ext uri="{FF2B5EF4-FFF2-40B4-BE49-F238E27FC236}">
                    <a16:creationId xmlns:a16="http://schemas.microsoft.com/office/drawing/2014/main" id="{F3C2CC16-9F57-4A20-BC37-76BFF1575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2107"/>
                <a:ext cx="23" cy="22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6" name="Oval 166">
                <a:extLst>
                  <a:ext uri="{FF2B5EF4-FFF2-40B4-BE49-F238E27FC236}">
                    <a16:creationId xmlns:a16="http://schemas.microsoft.com/office/drawing/2014/main" id="{1E0C8F93-82F6-416F-A1C6-8349CC462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6" y="2110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7" name="Freeform 167">
                <a:extLst>
                  <a:ext uri="{FF2B5EF4-FFF2-40B4-BE49-F238E27FC236}">
                    <a16:creationId xmlns:a16="http://schemas.microsoft.com/office/drawing/2014/main" id="{7CF63985-93D7-4022-A61D-C22C4AA8C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131"/>
                <a:ext cx="23" cy="24"/>
              </a:xfrm>
              <a:custGeom>
                <a:avLst/>
                <a:gdLst>
                  <a:gd name="T0" fmla="*/ 403 w 13"/>
                  <a:gd name="T1" fmla="*/ 277 h 13"/>
                  <a:gd name="T2" fmla="*/ 203 w 13"/>
                  <a:gd name="T3" fmla="*/ 0 h 13"/>
                  <a:gd name="T4" fmla="*/ 0 w 13"/>
                  <a:gd name="T5" fmla="*/ 233 h 13"/>
                  <a:gd name="T6" fmla="*/ 188 w 13"/>
                  <a:gd name="T7" fmla="*/ 511 h 13"/>
                  <a:gd name="T8" fmla="*/ 403 w 13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10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8" name="Freeform 168">
                <a:extLst>
                  <a:ext uri="{FF2B5EF4-FFF2-40B4-BE49-F238E27FC236}">
                    <a16:creationId xmlns:a16="http://schemas.microsoft.com/office/drawing/2014/main" id="{CCBA1385-4125-493B-83C9-D3F80EAAF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36"/>
                <a:ext cx="10" cy="10"/>
              </a:xfrm>
              <a:custGeom>
                <a:avLst/>
                <a:gdLst>
                  <a:gd name="T0" fmla="*/ 130 w 6"/>
                  <a:gd name="T1" fmla="*/ 192 h 5"/>
                  <a:gd name="T2" fmla="*/ 62 w 6"/>
                  <a:gd name="T3" fmla="*/ 0 h 5"/>
                  <a:gd name="T4" fmla="*/ 22 w 6"/>
                  <a:gd name="T5" fmla="*/ 128 h 5"/>
                  <a:gd name="T6" fmla="*/ 62 w 6"/>
                  <a:gd name="T7" fmla="*/ 320 h 5"/>
                  <a:gd name="T8" fmla="*/ 130 w 6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6" y="1"/>
                      <a:pt x="5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5" y="5"/>
                      <a:pt x="6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9" name="Freeform 169">
                <a:extLst>
                  <a:ext uri="{FF2B5EF4-FFF2-40B4-BE49-F238E27FC236}">
                    <a16:creationId xmlns:a16="http://schemas.microsoft.com/office/drawing/2014/main" id="{E3ABFA58-A54D-4DFB-B581-9117E4DB6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155"/>
                <a:ext cx="23" cy="24"/>
              </a:xfrm>
              <a:custGeom>
                <a:avLst/>
                <a:gdLst>
                  <a:gd name="T0" fmla="*/ 403 w 13"/>
                  <a:gd name="T1" fmla="*/ 277 h 13"/>
                  <a:gd name="T2" fmla="*/ 203 w 13"/>
                  <a:gd name="T3" fmla="*/ 0 h 13"/>
                  <a:gd name="T4" fmla="*/ 0 w 13"/>
                  <a:gd name="T5" fmla="*/ 233 h 13"/>
                  <a:gd name="T6" fmla="*/ 188 w 13"/>
                  <a:gd name="T7" fmla="*/ 511 h 13"/>
                  <a:gd name="T8" fmla="*/ 403 w 13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9"/>
                      <a:pt x="2" y="12"/>
                      <a:pt x="6" y="13"/>
                    </a:cubicBezTo>
                    <a:cubicBezTo>
                      <a:pt x="9" y="13"/>
                      <a:pt x="12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0" name="Freeform 170">
                <a:extLst>
                  <a:ext uri="{FF2B5EF4-FFF2-40B4-BE49-F238E27FC236}">
                    <a16:creationId xmlns:a16="http://schemas.microsoft.com/office/drawing/2014/main" id="{5BE936F4-CC76-4661-8DCF-E0AC13BCE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159"/>
                <a:ext cx="10" cy="11"/>
              </a:xfrm>
              <a:custGeom>
                <a:avLst/>
                <a:gdLst>
                  <a:gd name="T0" fmla="*/ 130 w 6"/>
                  <a:gd name="T1" fmla="*/ 125 h 6"/>
                  <a:gd name="T2" fmla="*/ 62 w 6"/>
                  <a:gd name="T3" fmla="*/ 44 h 6"/>
                  <a:gd name="T4" fmla="*/ 0 w 6"/>
                  <a:gd name="T5" fmla="*/ 125 h 6"/>
                  <a:gd name="T6" fmla="*/ 62 w 6"/>
                  <a:gd name="T7" fmla="*/ 229 h 6"/>
                  <a:gd name="T8" fmla="*/ 13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2"/>
                      <a:pt x="5" y="1"/>
                      <a:pt x="3" y="1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6" y="5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1" name="Freeform 171">
                <a:extLst>
                  <a:ext uri="{FF2B5EF4-FFF2-40B4-BE49-F238E27FC236}">
                    <a16:creationId xmlns:a16="http://schemas.microsoft.com/office/drawing/2014/main" id="{2CD49333-0381-489A-A20E-9EBB2F6DF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179"/>
                <a:ext cx="23" cy="26"/>
              </a:xfrm>
              <a:custGeom>
                <a:avLst/>
                <a:gdLst>
                  <a:gd name="T0" fmla="*/ 403 w 13"/>
                  <a:gd name="T1" fmla="*/ 290 h 14"/>
                  <a:gd name="T2" fmla="*/ 203 w 13"/>
                  <a:gd name="T3" fmla="*/ 0 h 14"/>
                  <a:gd name="T4" fmla="*/ 0 w 13"/>
                  <a:gd name="T5" fmla="*/ 290 h 14"/>
                  <a:gd name="T6" fmla="*/ 188 w 13"/>
                  <a:gd name="T7" fmla="*/ 539 h 14"/>
                  <a:gd name="T8" fmla="*/ 403 w 13"/>
                  <a:gd name="T9" fmla="*/ 2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7"/>
                    </a:moveTo>
                    <a:cubicBezTo>
                      <a:pt x="13" y="4"/>
                      <a:pt x="10" y="1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10" y="14"/>
                      <a:pt x="13" y="11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2" name="Freeform 172">
                <a:extLst>
                  <a:ext uri="{FF2B5EF4-FFF2-40B4-BE49-F238E27FC236}">
                    <a16:creationId xmlns:a16="http://schemas.microsoft.com/office/drawing/2014/main" id="{29AB9549-B447-41D4-8179-77002BC91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185"/>
                <a:ext cx="9" cy="11"/>
              </a:xfrm>
              <a:custGeom>
                <a:avLst/>
                <a:gdLst>
                  <a:gd name="T0" fmla="*/ 169 w 5"/>
                  <a:gd name="T1" fmla="*/ 125 h 6"/>
                  <a:gd name="T2" fmla="*/ 74 w 5"/>
                  <a:gd name="T3" fmla="*/ 0 h 6"/>
                  <a:gd name="T4" fmla="*/ 0 w 5"/>
                  <a:gd name="T5" fmla="*/ 125 h 6"/>
                  <a:gd name="T6" fmla="*/ 74 w 5"/>
                  <a:gd name="T7" fmla="*/ 229 h 6"/>
                  <a:gd name="T8" fmla="*/ 169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2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4" y="6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3" name="Freeform 173">
                <a:extLst>
                  <a:ext uri="{FF2B5EF4-FFF2-40B4-BE49-F238E27FC236}">
                    <a16:creationId xmlns:a16="http://schemas.microsoft.com/office/drawing/2014/main" id="{C02AB74B-76C9-4981-BDAD-B2B03A8E0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203"/>
                <a:ext cx="23" cy="24"/>
              </a:xfrm>
              <a:custGeom>
                <a:avLst/>
                <a:gdLst>
                  <a:gd name="T0" fmla="*/ 403 w 13"/>
                  <a:gd name="T1" fmla="*/ 277 h 13"/>
                  <a:gd name="T2" fmla="*/ 203 w 13"/>
                  <a:gd name="T3" fmla="*/ 0 h 13"/>
                  <a:gd name="T4" fmla="*/ 0 w 13"/>
                  <a:gd name="T5" fmla="*/ 233 h 13"/>
                  <a:gd name="T6" fmla="*/ 188 w 13"/>
                  <a:gd name="T7" fmla="*/ 511 h 13"/>
                  <a:gd name="T8" fmla="*/ 403 w 13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10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4" name="Oval 174">
                <a:extLst>
                  <a:ext uri="{FF2B5EF4-FFF2-40B4-BE49-F238E27FC236}">
                    <a16:creationId xmlns:a16="http://schemas.microsoft.com/office/drawing/2014/main" id="{D530EA12-3AEB-4591-91D2-EA3A09F2D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220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5" name="Freeform 175">
                <a:extLst>
                  <a:ext uri="{FF2B5EF4-FFF2-40B4-BE49-F238E27FC236}">
                    <a16:creationId xmlns:a16="http://schemas.microsoft.com/office/drawing/2014/main" id="{311B1226-34DD-4562-93FF-80A9FA790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227"/>
                <a:ext cx="24" cy="25"/>
              </a:xfrm>
              <a:custGeom>
                <a:avLst/>
                <a:gdLst>
                  <a:gd name="T0" fmla="*/ 326 w 14"/>
                  <a:gd name="T1" fmla="*/ 313 h 13"/>
                  <a:gd name="T2" fmla="*/ 182 w 14"/>
                  <a:gd name="T3" fmla="*/ 0 h 13"/>
                  <a:gd name="T4" fmla="*/ 26 w 14"/>
                  <a:gd name="T5" fmla="*/ 340 h 13"/>
                  <a:gd name="T6" fmla="*/ 182 w 14"/>
                  <a:gd name="T7" fmla="*/ 654 h 13"/>
                  <a:gd name="T8" fmla="*/ 326 w 14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3" y="6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3"/>
                      <a:pt x="1" y="7"/>
                    </a:cubicBezTo>
                    <a:cubicBezTo>
                      <a:pt x="1" y="10"/>
                      <a:pt x="4" y="13"/>
                      <a:pt x="7" y="13"/>
                    </a:cubicBezTo>
                    <a:cubicBezTo>
                      <a:pt x="11" y="13"/>
                      <a:pt x="14" y="10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6" name="Freeform 176">
                <a:extLst>
                  <a:ext uri="{FF2B5EF4-FFF2-40B4-BE49-F238E27FC236}">
                    <a16:creationId xmlns:a16="http://schemas.microsoft.com/office/drawing/2014/main" id="{883DA6B1-8F83-47FE-BE82-E48A871B4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231"/>
                <a:ext cx="9" cy="11"/>
              </a:xfrm>
              <a:custGeom>
                <a:avLst/>
                <a:gdLst>
                  <a:gd name="T0" fmla="*/ 169 w 5"/>
                  <a:gd name="T1" fmla="*/ 125 h 6"/>
                  <a:gd name="T2" fmla="*/ 94 w 5"/>
                  <a:gd name="T3" fmla="*/ 44 h 6"/>
                  <a:gd name="T4" fmla="*/ 0 w 5"/>
                  <a:gd name="T5" fmla="*/ 125 h 6"/>
                  <a:gd name="T6" fmla="*/ 94 w 5"/>
                  <a:gd name="T7" fmla="*/ 229 h 6"/>
                  <a:gd name="T8" fmla="*/ 169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2"/>
                      <a:pt x="4" y="0"/>
                      <a:pt x="3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7" name="Freeform 177">
                <a:extLst>
                  <a:ext uri="{FF2B5EF4-FFF2-40B4-BE49-F238E27FC236}">
                    <a16:creationId xmlns:a16="http://schemas.microsoft.com/office/drawing/2014/main" id="{835122F8-1B84-4F79-918E-2DBE4C056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250"/>
                <a:ext cx="23" cy="26"/>
              </a:xfrm>
              <a:custGeom>
                <a:avLst/>
                <a:gdLst>
                  <a:gd name="T0" fmla="*/ 403 w 13"/>
                  <a:gd name="T1" fmla="*/ 290 h 14"/>
                  <a:gd name="T2" fmla="*/ 188 w 13"/>
                  <a:gd name="T3" fmla="*/ 45 h 14"/>
                  <a:gd name="T4" fmla="*/ 0 w 13"/>
                  <a:gd name="T5" fmla="*/ 290 h 14"/>
                  <a:gd name="T6" fmla="*/ 203 w 13"/>
                  <a:gd name="T7" fmla="*/ 539 h 14"/>
                  <a:gd name="T8" fmla="*/ 403 w 13"/>
                  <a:gd name="T9" fmla="*/ 2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7"/>
                    </a:moveTo>
                    <a:cubicBezTo>
                      <a:pt x="13" y="3"/>
                      <a:pt x="10" y="0"/>
                      <a:pt x="6" y="1"/>
                    </a:cubicBezTo>
                    <a:cubicBezTo>
                      <a:pt x="3" y="1"/>
                      <a:pt x="0" y="4"/>
                      <a:pt x="0" y="7"/>
                    </a:cubicBezTo>
                    <a:cubicBezTo>
                      <a:pt x="0" y="11"/>
                      <a:pt x="3" y="14"/>
                      <a:pt x="7" y="13"/>
                    </a:cubicBezTo>
                    <a:cubicBezTo>
                      <a:pt x="11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8" name="Freeform 178">
                <a:extLst>
                  <a:ext uri="{FF2B5EF4-FFF2-40B4-BE49-F238E27FC236}">
                    <a16:creationId xmlns:a16="http://schemas.microsoft.com/office/drawing/2014/main" id="{DA4320DA-F881-4EBE-B5AC-6AED1B858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255"/>
                <a:ext cx="9" cy="11"/>
              </a:xfrm>
              <a:custGeom>
                <a:avLst/>
                <a:gdLst>
                  <a:gd name="T0" fmla="*/ 169 w 5"/>
                  <a:gd name="T1" fmla="*/ 125 h 6"/>
                  <a:gd name="T2" fmla="*/ 74 w 5"/>
                  <a:gd name="T3" fmla="*/ 0 h 6"/>
                  <a:gd name="T4" fmla="*/ 0 w 5"/>
                  <a:gd name="T5" fmla="*/ 125 h 6"/>
                  <a:gd name="T6" fmla="*/ 74 w 5"/>
                  <a:gd name="T7" fmla="*/ 229 h 6"/>
                  <a:gd name="T8" fmla="*/ 169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4" y="5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9" name="Oval 179">
                <a:extLst>
                  <a:ext uri="{FF2B5EF4-FFF2-40B4-BE49-F238E27FC236}">
                    <a16:creationId xmlns:a16="http://schemas.microsoft.com/office/drawing/2014/main" id="{22E757BA-9617-446B-924C-DC591B553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2" y="2276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0" name="Oval 180">
                <a:extLst>
                  <a:ext uri="{FF2B5EF4-FFF2-40B4-BE49-F238E27FC236}">
                    <a16:creationId xmlns:a16="http://schemas.microsoft.com/office/drawing/2014/main" id="{2DF1E571-0A7D-4471-97A4-F8AD714E8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8" y="2281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1" name="Oval 181">
                <a:extLst>
                  <a:ext uri="{FF2B5EF4-FFF2-40B4-BE49-F238E27FC236}">
                    <a16:creationId xmlns:a16="http://schemas.microsoft.com/office/drawing/2014/main" id="{13F3B52B-5F21-4DD6-A10D-C594DF1D1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8" y="2300"/>
                <a:ext cx="22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2" name="Oval 182">
                <a:extLst>
                  <a:ext uri="{FF2B5EF4-FFF2-40B4-BE49-F238E27FC236}">
                    <a16:creationId xmlns:a16="http://schemas.microsoft.com/office/drawing/2014/main" id="{86802E28-EB9F-4463-BFD7-DCA75E1E8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1" y="2305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3" name="Oval 183">
                <a:extLst>
                  <a:ext uri="{FF2B5EF4-FFF2-40B4-BE49-F238E27FC236}">
                    <a16:creationId xmlns:a16="http://schemas.microsoft.com/office/drawing/2014/main" id="{23AA3036-6473-4A44-8FFB-6BF19B684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1" y="2324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4" name="Oval 184">
                <a:extLst>
                  <a:ext uri="{FF2B5EF4-FFF2-40B4-BE49-F238E27FC236}">
                    <a16:creationId xmlns:a16="http://schemas.microsoft.com/office/drawing/2014/main" id="{F9A14CC3-11A3-438C-A380-F5622A573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233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5" name="Oval 185">
                <a:extLst>
                  <a:ext uri="{FF2B5EF4-FFF2-40B4-BE49-F238E27FC236}">
                    <a16:creationId xmlns:a16="http://schemas.microsoft.com/office/drawing/2014/main" id="{65B8CB36-1920-4F3B-A891-D0BA1D2F0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5" y="2348"/>
                <a:ext cx="22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6" name="Oval 186">
                <a:extLst>
                  <a:ext uri="{FF2B5EF4-FFF2-40B4-BE49-F238E27FC236}">
                    <a16:creationId xmlns:a16="http://schemas.microsoft.com/office/drawing/2014/main" id="{B7771D04-2995-41BD-941E-71F5F4629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8" y="2354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7" name="Oval 187">
                <a:extLst>
                  <a:ext uri="{FF2B5EF4-FFF2-40B4-BE49-F238E27FC236}">
                    <a16:creationId xmlns:a16="http://schemas.microsoft.com/office/drawing/2014/main" id="{0F6DDED9-D69B-4096-A2BA-19D84272A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8" y="2372"/>
                <a:ext cx="23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8" name="Oval 188">
                <a:extLst>
                  <a:ext uri="{FF2B5EF4-FFF2-40B4-BE49-F238E27FC236}">
                    <a16:creationId xmlns:a16="http://schemas.microsoft.com/office/drawing/2014/main" id="{2AAE59B7-72D7-4BFB-A10B-C8F6D6FC0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376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9" name="Freeform 189">
                <a:extLst>
                  <a:ext uri="{FF2B5EF4-FFF2-40B4-BE49-F238E27FC236}">
                    <a16:creationId xmlns:a16="http://schemas.microsoft.com/office/drawing/2014/main" id="{F0A6F57E-7AF1-4AD0-8901-942BFAA80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396"/>
                <a:ext cx="23" cy="25"/>
              </a:xfrm>
              <a:custGeom>
                <a:avLst/>
                <a:gdLst>
                  <a:gd name="T0" fmla="*/ 403 w 13"/>
                  <a:gd name="T1" fmla="*/ 340 h 13"/>
                  <a:gd name="T2" fmla="*/ 203 w 13"/>
                  <a:gd name="T3" fmla="*/ 0 h 13"/>
                  <a:gd name="T4" fmla="*/ 0 w 13"/>
                  <a:gd name="T5" fmla="*/ 313 h 13"/>
                  <a:gd name="T6" fmla="*/ 188 w 13"/>
                  <a:gd name="T7" fmla="*/ 654 h 13"/>
                  <a:gd name="T8" fmla="*/ 403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10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0" name="Freeform 190">
                <a:extLst>
                  <a:ext uri="{FF2B5EF4-FFF2-40B4-BE49-F238E27FC236}">
                    <a16:creationId xmlns:a16="http://schemas.microsoft.com/office/drawing/2014/main" id="{3AFE52AD-9448-4294-8000-E686FEF2A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402"/>
                <a:ext cx="10" cy="9"/>
              </a:xfrm>
              <a:custGeom>
                <a:avLst/>
                <a:gdLst>
                  <a:gd name="T0" fmla="*/ 130 w 6"/>
                  <a:gd name="T1" fmla="*/ 94 h 5"/>
                  <a:gd name="T2" fmla="*/ 62 w 6"/>
                  <a:gd name="T3" fmla="*/ 0 h 5"/>
                  <a:gd name="T4" fmla="*/ 0 w 6"/>
                  <a:gd name="T5" fmla="*/ 74 h 5"/>
                  <a:gd name="T6" fmla="*/ 62 w 6"/>
                  <a:gd name="T7" fmla="*/ 169 h 5"/>
                  <a:gd name="T8" fmla="*/ 130 w 6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6" y="1"/>
                      <a:pt x="5" y="0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4" y="5"/>
                      <a:pt x="6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Freeform 191">
                <a:extLst>
                  <a:ext uri="{FF2B5EF4-FFF2-40B4-BE49-F238E27FC236}">
                    <a16:creationId xmlns:a16="http://schemas.microsoft.com/office/drawing/2014/main" id="{0D0554A0-00D8-4A44-A7D1-451FC1E21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421"/>
                <a:ext cx="24" cy="24"/>
              </a:xfrm>
              <a:custGeom>
                <a:avLst/>
                <a:gdLst>
                  <a:gd name="T0" fmla="*/ 353 w 14"/>
                  <a:gd name="T1" fmla="*/ 277 h 13"/>
                  <a:gd name="T2" fmla="*/ 182 w 14"/>
                  <a:gd name="T3" fmla="*/ 0 h 13"/>
                  <a:gd name="T4" fmla="*/ 26 w 14"/>
                  <a:gd name="T5" fmla="*/ 233 h 13"/>
                  <a:gd name="T6" fmla="*/ 182 w 14"/>
                  <a:gd name="T7" fmla="*/ 511 h 13"/>
                  <a:gd name="T8" fmla="*/ 353 w 14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4" y="7"/>
                    </a:moveTo>
                    <a:cubicBezTo>
                      <a:pt x="14" y="3"/>
                      <a:pt x="11" y="0"/>
                      <a:pt x="7" y="0"/>
                    </a:cubicBezTo>
                    <a:cubicBezTo>
                      <a:pt x="4" y="0"/>
                      <a:pt x="1" y="3"/>
                      <a:pt x="1" y="6"/>
                    </a:cubicBezTo>
                    <a:cubicBezTo>
                      <a:pt x="0" y="10"/>
                      <a:pt x="3" y="13"/>
                      <a:pt x="7" y="13"/>
                    </a:cubicBezTo>
                    <a:cubicBezTo>
                      <a:pt x="10" y="13"/>
                      <a:pt x="13" y="10"/>
                      <a:pt x="14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2" name="Freeform 192">
                <a:extLst>
                  <a:ext uri="{FF2B5EF4-FFF2-40B4-BE49-F238E27FC236}">
                    <a16:creationId xmlns:a16="http://schemas.microsoft.com/office/drawing/2014/main" id="{EDDA06F6-5A76-44BB-BCF4-059F07187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426"/>
                <a:ext cx="10" cy="9"/>
              </a:xfrm>
              <a:custGeom>
                <a:avLst/>
                <a:gdLst>
                  <a:gd name="T0" fmla="*/ 103 w 6"/>
                  <a:gd name="T1" fmla="*/ 94 h 5"/>
                  <a:gd name="T2" fmla="*/ 62 w 6"/>
                  <a:gd name="T3" fmla="*/ 0 h 5"/>
                  <a:gd name="T4" fmla="*/ 0 w 6"/>
                  <a:gd name="T5" fmla="*/ 74 h 5"/>
                  <a:gd name="T6" fmla="*/ 62 w 6"/>
                  <a:gd name="T7" fmla="*/ 169 h 5"/>
                  <a:gd name="T8" fmla="*/ 103 w 6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3"/>
                    </a:moveTo>
                    <a:cubicBezTo>
                      <a:pt x="6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4" y="5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3" name="Freeform 193">
                <a:extLst>
                  <a:ext uri="{FF2B5EF4-FFF2-40B4-BE49-F238E27FC236}">
                    <a16:creationId xmlns:a16="http://schemas.microsoft.com/office/drawing/2014/main" id="{32765B11-31E2-4824-8A2D-41560D17D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445"/>
                <a:ext cx="23" cy="26"/>
              </a:xfrm>
              <a:custGeom>
                <a:avLst/>
                <a:gdLst>
                  <a:gd name="T0" fmla="*/ 403 w 13"/>
                  <a:gd name="T1" fmla="*/ 290 h 14"/>
                  <a:gd name="T2" fmla="*/ 203 w 13"/>
                  <a:gd name="T3" fmla="*/ 45 h 14"/>
                  <a:gd name="T4" fmla="*/ 0 w 13"/>
                  <a:gd name="T5" fmla="*/ 290 h 14"/>
                  <a:gd name="T6" fmla="*/ 188 w 13"/>
                  <a:gd name="T7" fmla="*/ 568 h 14"/>
                  <a:gd name="T8" fmla="*/ 403 w 13"/>
                  <a:gd name="T9" fmla="*/ 2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7"/>
                    </a:moveTo>
                    <a:cubicBezTo>
                      <a:pt x="13" y="4"/>
                      <a:pt x="10" y="1"/>
                      <a:pt x="7" y="1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0"/>
                      <a:pt x="3" y="13"/>
                      <a:pt x="6" y="14"/>
                    </a:cubicBezTo>
                    <a:cubicBezTo>
                      <a:pt x="10" y="14"/>
                      <a:pt x="13" y="11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4" name="Freeform 194">
                <a:extLst>
                  <a:ext uri="{FF2B5EF4-FFF2-40B4-BE49-F238E27FC236}">
                    <a16:creationId xmlns:a16="http://schemas.microsoft.com/office/drawing/2014/main" id="{0F7413DE-4BC4-416A-B5EB-233D5FCF3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450"/>
                <a:ext cx="11" cy="12"/>
              </a:xfrm>
              <a:custGeom>
                <a:avLst/>
                <a:gdLst>
                  <a:gd name="T0" fmla="*/ 229 w 6"/>
                  <a:gd name="T1" fmla="*/ 192 h 6"/>
                  <a:gd name="T2" fmla="*/ 125 w 6"/>
                  <a:gd name="T3" fmla="*/ 0 h 6"/>
                  <a:gd name="T4" fmla="*/ 44 w 6"/>
                  <a:gd name="T5" fmla="*/ 192 h 6"/>
                  <a:gd name="T6" fmla="*/ 125 w 6"/>
                  <a:gd name="T7" fmla="*/ 384 h 6"/>
                  <a:gd name="T8" fmla="*/ 229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2"/>
                      <a:pt x="5" y="0"/>
                      <a:pt x="3" y="0"/>
                    </a:cubicBezTo>
                    <a:cubicBezTo>
                      <a:pt x="2" y="0"/>
                      <a:pt x="1" y="1"/>
                      <a:pt x="1" y="3"/>
                    </a:cubicBezTo>
                    <a:cubicBezTo>
                      <a:pt x="0" y="4"/>
                      <a:pt x="2" y="6"/>
                      <a:pt x="3" y="6"/>
                    </a:cubicBezTo>
                    <a:cubicBezTo>
                      <a:pt x="5" y="6"/>
                      <a:pt x="6" y="5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5" name="Freeform 195">
                <a:extLst>
                  <a:ext uri="{FF2B5EF4-FFF2-40B4-BE49-F238E27FC236}">
                    <a16:creationId xmlns:a16="http://schemas.microsoft.com/office/drawing/2014/main" id="{7C2C15A1-ADB5-4AAC-8EC7-381C5EA3A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469"/>
                <a:ext cx="23" cy="24"/>
              </a:xfrm>
              <a:custGeom>
                <a:avLst/>
                <a:gdLst>
                  <a:gd name="T0" fmla="*/ 403 w 13"/>
                  <a:gd name="T1" fmla="*/ 277 h 13"/>
                  <a:gd name="T2" fmla="*/ 203 w 13"/>
                  <a:gd name="T3" fmla="*/ 0 h 13"/>
                  <a:gd name="T4" fmla="*/ 0 w 13"/>
                  <a:gd name="T5" fmla="*/ 233 h 13"/>
                  <a:gd name="T6" fmla="*/ 188 w 13"/>
                  <a:gd name="T7" fmla="*/ 511 h 13"/>
                  <a:gd name="T8" fmla="*/ 403 w 13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10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6" name="Freeform 196">
                <a:extLst>
                  <a:ext uri="{FF2B5EF4-FFF2-40B4-BE49-F238E27FC236}">
                    <a16:creationId xmlns:a16="http://schemas.microsoft.com/office/drawing/2014/main" id="{53FEE90A-9911-435B-AD7F-FB2E3E2C3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475"/>
                <a:ext cx="10" cy="9"/>
              </a:xfrm>
              <a:custGeom>
                <a:avLst/>
                <a:gdLst>
                  <a:gd name="T0" fmla="*/ 130 w 6"/>
                  <a:gd name="T1" fmla="*/ 94 h 5"/>
                  <a:gd name="T2" fmla="*/ 62 w 6"/>
                  <a:gd name="T3" fmla="*/ 0 h 5"/>
                  <a:gd name="T4" fmla="*/ 22 w 6"/>
                  <a:gd name="T5" fmla="*/ 74 h 5"/>
                  <a:gd name="T6" fmla="*/ 62 w 6"/>
                  <a:gd name="T7" fmla="*/ 169 h 5"/>
                  <a:gd name="T8" fmla="*/ 130 w 6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6" y="1"/>
                      <a:pt x="5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5" y="5"/>
                      <a:pt x="6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7" name="Freeform 197">
                <a:extLst>
                  <a:ext uri="{FF2B5EF4-FFF2-40B4-BE49-F238E27FC236}">
                    <a16:creationId xmlns:a16="http://schemas.microsoft.com/office/drawing/2014/main" id="{B22A2DD4-54C0-4DD5-8839-718537B5E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493"/>
                <a:ext cx="24" cy="24"/>
              </a:xfrm>
              <a:custGeom>
                <a:avLst/>
                <a:gdLst>
                  <a:gd name="T0" fmla="*/ 326 w 14"/>
                  <a:gd name="T1" fmla="*/ 233 h 13"/>
                  <a:gd name="T2" fmla="*/ 182 w 14"/>
                  <a:gd name="T3" fmla="*/ 0 h 13"/>
                  <a:gd name="T4" fmla="*/ 0 w 14"/>
                  <a:gd name="T5" fmla="*/ 277 h 13"/>
                  <a:gd name="T6" fmla="*/ 182 w 14"/>
                  <a:gd name="T7" fmla="*/ 511 h 13"/>
                  <a:gd name="T8" fmla="*/ 326 w 14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3" y="6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1" y="10"/>
                      <a:pt x="4" y="13"/>
                      <a:pt x="7" y="13"/>
                    </a:cubicBezTo>
                    <a:cubicBezTo>
                      <a:pt x="11" y="13"/>
                      <a:pt x="14" y="10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198">
                <a:extLst>
                  <a:ext uri="{FF2B5EF4-FFF2-40B4-BE49-F238E27FC236}">
                    <a16:creationId xmlns:a16="http://schemas.microsoft.com/office/drawing/2014/main" id="{0BC93162-136D-4777-88EB-13D6B5106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499"/>
                <a:ext cx="9" cy="9"/>
              </a:xfrm>
              <a:custGeom>
                <a:avLst/>
                <a:gdLst>
                  <a:gd name="T0" fmla="*/ 169 w 5"/>
                  <a:gd name="T1" fmla="*/ 74 h 5"/>
                  <a:gd name="T2" fmla="*/ 74 w 5"/>
                  <a:gd name="T3" fmla="*/ 0 h 5"/>
                  <a:gd name="T4" fmla="*/ 0 w 5"/>
                  <a:gd name="T5" fmla="*/ 94 h 5"/>
                  <a:gd name="T6" fmla="*/ 94 w 5"/>
                  <a:gd name="T7" fmla="*/ 169 h 5"/>
                  <a:gd name="T8" fmla="*/ 169 w 5"/>
                  <a:gd name="T9" fmla="*/ 7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4" y="5"/>
                      <a:pt x="5" y="4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199">
                <a:extLst>
                  <a:ext uri="{FF2B5EF4-FFF2-40B4-BE49-F238E27FC236}">
                    <a16:creationId xmlns:a16="http://schemas.microsoft.com/office/drawing/2014/main" id="{F78F5141-ABC4-422A-B309-02C9FCEFE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517"/>
                <a:ext cx="23" cy="24"/>
              </a:xfrm>
              <a:custGeom>
                <a:avLst/>
                <a:gdLst>
                  <a:gd name="T0" fmla="*/ 403 w 13"/>
                  <a:gd name="T1" fmla="*/ 233 h 13"/>
                  <a:gd name="T2" fmla="*/ 188 w 13"/>
                  <a:gd name="T3" fmla="*/ 0 h 13"/>
                  <a:gd name="T4" fmla="*/ 0 w 13"/>
                  <a:gd name="T5" fmla="*/ 233 h 13"/>
                  <a:gd name="T6" fmla="*/ 203 w 13"/>
                  <a:gd name="T7" fmla="*/ 511 h 13"/>
                  <a:gd name="T8" fmla="*/ 403 w 13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2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3"/>
                      <a:pt x="7" y="13"/>
                    </a:cubicBezTo>
                    <a:cubicBezTo>
                      <a:pt x="10" y="12"/>
                      <a:pt x="13" y="9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200">
                <a:extLst>
                  <a:ext uri="{FF2B5EF4-FFF2-40B4-BE49-F238E27FC236}">
                    <a16:creationId xmlns:a16="http://schemas.microsoft.com/office/drawing/2014/main" id="{8B5E2303-9575-4709-B1E1-557909ED5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521"/>
                <a:ext cx="9" cy="11"/>
              </a:xfrm>
              <a:custGeom>
                <a:avLst/>
                <a:gdLst>
                  <a:gd name="T0" fmla="*/ 169 w 5"/>
                  <a:gd name="T1" fmla="*/ 125 h 6"/>
                  <a:gd name="T2" fmla="*/ 74 w 5"/>
                  <a:gd name="T3" fmla="*/ 0 h 6"/>
                  <a:gd name="T4" fmla="*/ 0 w 5"/>
                  <a:gd name="T5" fmla="*/ 125 h 6"/>
                  <a:gd name="T6" fmla="*/ 74 w 5"/>
                  <a:gd name="T7" fmla="*/ 229 h 6"/>
                  <a:gd name="T8" fmla="*/ 169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4" y="6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Oval 201">
                <a:extLst>
                  <a:ext uri="{FF2B5EF4-FFF2-40B4-BE49-F238E27FC236}">
                    <a16:creationId xmlns:a16="http://schemas.microsoft.com/office/drawing/2014/main" id="{A3EDFF09-6963-4569-85DA-704BEE16A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1" y="2541"/>
                <a:ext cx="21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72" name="Oval 202">
                <a:extLst>
                  <a:ext uri="{FF2B5EF4-FFF2-40B4-BE49-F238E27FC236}">
                    <a16:creationId xmlns:a16="http://schemas.microsoft.com/office/drawing/2014/main" id="{B16A48D9-FF7A-44D7-8457-24A7993E8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5" y="2545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73" name="Oval 203">
                <a:extLst>
                  <a:ext uri="{FF2B5EF4-FFF2-40B4-BE49-F238E27FC236}">
                    <a16:creationId xmlns:a16="http://schemas.microsoft.com/office/drawing/2014/main" id="{F8C5234F-805F-4F9A-A769-12647FF7D1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5" y="2564"/>
                <a:ext cx="22" cy="24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74" name="Oval 204">
                <a:extLst>
                  <a:ext uri="{FF2B5EF4-FFF2-40B4-BE49-F238E27FC236}">
                    <a16:creationId xmlns:a16="http://schemas.microsoft.com/office/drawing/2014/main" id="{9A19748B-BD16-4CFE-8CF6-36DBF7AB4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" y="2569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75" name="Freeform 205">
                <a:extLst>
                  <a:ext uri="{FF2B5EF4-FFF2-40B4-BE49-F238E27FC236}">
                    <a16:creationId xmlns:a16="http://schemas.microsoft.com/office/drawing/2014/main" id="{BD74E153-7BC8-4CC9-9500-10432A214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590"/>
                <a:ext cx="25" cy="24"/>
              </a:xfrm>
              <a:custGeom>
                <a:avLst/>
                <a:gdLst>
                  <a:gd name="T0" fmla="*/ 455 w 14"/>
                  <a:gd name="T1" fmla="*/ 233 h 13"/>
                  <a:gd name="T2" fmla="*/ 232 w 14"/>
                  <a:gd name="T3" fmla="*/ 0 h 13"/>
                  <a:gd name="T4" fmla="*/ 41 w 14"/>
                  <a:gd name="T5" fmla="*/ 233 h 13"/>
                  <a:gd name="T6" fmla="*/ 232 w 14"/>
                  <a:gd name="T7" fmla="*/ 511 h 13"/>
                  <a:gd name="T8" fmla="*/ 455 w 14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4" y="6"/>
                    </a:moveTo>
                    <a:cubicBezTo>
                      <a:pt x="14" y="3"/>
                      <a:pt x="11" y="0"/>
                      <a:pt x="7" y="0"/>
                    </a:cubicBezTo>
                    <a:cubicBezTo>
                      <a:pt x="4" y="0"/>
                      <a:pt x="1" y="2"/>
                      <a:pt x="1" y="6"/>
                    </a:cubicBezTo>
                    <a:cubicBezTo>
                      <a:pt x="0" y="9"/>
                      <a:pt x="3" y="12"/>
                      <a:pt x="7" y="13"/>
                    </a:cubicBezTo>
                    <a:cubicBezTo>
                      <a:pt x="10" y="13"/>
                      <a:pt x="13" y="10"/>
                      <a:pt x="14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824" name="Group 407">
              <a:extLst>
                <a:ext uri="{FF2B5EF4-FFF2-40B4-BE49-F238E27FC236}">
                  <a16:creationId xmlns:a16="http://schemas.microsoft.com/office/drawing/2014/main" id="{7AFB8BDF-992A-4F10-9CD6-4CB06E472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97" y="1711"/>
              <a:ext cx="472" cy="1150"/>
              <a:chOff x="1097" y="1711"/>
              <a:chExt cx="472" cy="1150"/>
            </a:xfrm>
          </p:grpSpPr>
          <p:sp>
            <p:nvSpPr>
              <p:cNvPr id="30476" name="Freeform 207">
                <a:extLst>
                  <a:ext uri="{FF2B5EF4-FFF2-40B4-BE49-F238E27FC236}">
                    <a16:creationId xmlns:a16="http://schemas.microsoft.com/office/drawing/2014/main" id="{6BC8FDB2-7B4F-4C88-9C55-2E78D73E6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593"/>
                <a:ext cx="11" cy="12"/>
              </a:xfrm>
              <a:custGeom>
                <a:avLst/>
                <a:gdLst>
                  <a:gd name="T0" fmla="*/ 193 w 6"/>
                  <a:gd name="T1" fmla="*/ 192 h 6"/>
                  <a:gd name="T2" fmla="*/ 125 w 6"/>
                  <a:gd name="T3" fmla="*/ 0 h 6"/>
                  <a:gd name="T4" fmla="*/ 0 w 6"/>
                  <a:gd name="T5" fmla="*/ 192 h 6"/>
                  <a:gd name="T6" fmla="*/ 125 w 6"/>
                  <a:gd name="T7" fmla="*/ 384 h 6"/>
                  <a:gd name="T8" fmla="*/ 193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3"/>
                    </a:moveTo>
                    <a:cubicBezTo>
                      <a:pt x="6" y="2"/>
                      <a:pt x="4" y="1"/>
                      <a:pt x="3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77" name="Freeform 208">
                <a:extLst>
                  <a:ext uri="{FF2B5EF4-FFF2-40B4-BE49-F238E27FC236}">
                    <a16:creationId xmlns:a16="http://schemas.microsoft.com/office/drawing/2014/main" id="{B243011E-39C4-404F-A233-FD4121324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612"/>
                <a:ext cx="23" cy="26"/>
              </a:xfrm>
              <a:custGeom>
                <a:avLst/>
                <a:gdLst>
                  <a:gd name="T0" fmla="*/ 403 w 13"/>
                  <a:gd name="T1" fmla="*/ 290 h 14"/>
                  <a:gd name="T2" fmla="*/ 203 w 13"/>
                  <a:gd name="T3" fmla="*/ 45 h 14"/>
                  <a:gd name="T4" fmla="*/ 0 w 13"/>
                  <a:gd name="T5" fmla="*/ 290 h 14"/>
                  <a:gd name="T6" fmla="*/ 188 w 13"/>
                  <a:gd name="T7" fmla="*/ 539 h 14"/>
                  <a:gd name="T8" fmla="*/ 403 w 13"/>
                  <a:gd name="T9" fmla="*/ 2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7"/>
                    </a:moveTo>
                    <a:cubicBezTo>
                      <a:pt x="13" y="4"/>
                      <a:pt x="11" y="1"/>
                      <a:pt x="7" y="1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10" y="14"/>
                      <a:pt x="13" y="11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78" name="Freeform 209">
                <a:extLst>
                  <a:ext uri="{FF2B5EF4-FFF2-40B4-BE49-F238E27FC236}">
                    <a16:creationId xmlns:a16="http://schemas.microsoft.com/office/drawing/2014/main" id="{6ADE41C0-5ED6-4463-9F04-8FCD2C88E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618"/>
                <a:ext cx="8" cy="11"/>
              </a:xfrm>
              <a:custGeom>
                <a:avLst/>
                <a:gdLst>
                  <a:gd name="T0" fmla="*/ 86 w 5"/>
                  <a:gd name="T1" fmla="*/ 125 h 6"/>
                  <a:gd name="T2" fmla="*/ 54 w 5"/>
                  <a:gd name="T3" fmla="*/ 0 h 6"/>
                  <a:gd name="T4" fmla="*/ 0 w 5"/>
                  <a:gd name="T5" fmla="*/ 125 h 6"/>
                  <a:gd name="T6" fmla="*/ 34 w 5"/>
                  <a:gd name="T7" fmla="*/ 229 h 6"/>
                  <a:gd name="T8" fmla="*/ 86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2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4" y="6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79" name="Freeform 210">
                <a:extLst>
                  <a:ext uri="{FF2B5EF4-FFF2-40B4-BE49-F238E27FC236}">
                    <a16:creationId xmlns:a16="http://schemas.microsoft.com/office/drawing/2014/main" id="{89B06676-89BD-4150-A1FA-49A61157B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638"/>
                <a:ext cx="22" cy="24"/>
              </a:xfrm>
              <a:custGeom>
                <a:avLst/>
                <a:gdLst>
                  <a:gd name="T0" fmla="*/ 306 w 13"/>
                  <a:gd name="T1" fmla="*/ 277 h 13"/>
                  <a:gd name="T2" fmla="*/ 140 w 13"/>
                  <a:gd name="T3" fmla="*/ 0 h 13"/>
                  <a:gd name="T4" fmla="*/ 0 w 13"/>
                  <a:gd name="T5" fmla="*/ 233 h 13"/>
                  <a:gd name="T6" fmla="*/ 140 w 13"/>
                  <a:gd name="T7" fmla="*/ 511 h 13"/>
                  <a:gd name="T8" fmla="*/ 306 w 13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2" y="13"/>
                      <a:pt x="6" y="13"/>
                    </a:cubicBezTo>
                    <a:cubicBezTo>
                      <a:pt x="9" y="13"/>
                      <a:pt x="12" y="11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80" name="Freeform 211">
                <a:extLst>
                  <a:ext uri="{FF2B5EF4-FFF2-40B4-BE49-F238E27FC236}">
                    <a16:creationId xmlns:a16="http://schemas.microsoft.com/office/drawing/2014/main" id="{4294FB0E-3B24-49BB-A101-C90EF6126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644"/>
                <a:ext cx="11" cy="9"/>
              </a:xfrm>
              <a:custGeom>
                <a:avLst/>
                <a:gdLst>
                  <a:gd name="T0" fmla="*/ 229 w 6"/>
                  <a:gd name="T1" fmla="*/ 94 h 5"/>
                  <a:gd name="T2" fmla="*/ 125 w 6"/>
                  <a:gd name="T3" fmla="*/ 0 h 5"/>
                  <a:gd name="T4" fmla="*/ 0 w 6"/>
                  <a:gd name="T5" fmla="*/ 94 h 5"/>
                  <a:gd name="T6" fmla="*/ 125 w 6"/>
                  <a:gd name="T7" fmla="*/ 169 h 5"/>
                  <a:gd name="T8" fmla="*/ 229 w 6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6" y="1"/>
                      <a:pt x="4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4" y="5"/>
                      <a:pt x="5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81" name="Freeform 212">
                <a:extLst>
                  <a:ext uri="{FF2B5EF4-FFF2-40B4-BE49-F238E27FC236}">
                    <a16:creationId xmlns:a16="http://schemas.microsoft.com/office/drawing/2014/main" id="{B26DFD83-73C8-4837-8B77-A716F7395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660"/>
                <a:ext cx="23" cy="26"/>
              </a:xfrm>
              <a:custGeom>
                <a:avLst/>
                <a:gdLst>
                  <a:gd name="T0" fmla="*/ 403 w 13"/>
                  <a:gd name="T1" fmla="*/ 290 h 14"/>
                  <a:gd name="T2" fmla="*/ 188 w 13"/>
                  <a:gd name="T3" fmla="*/ 45 h 14"/>
                  <a:gd name="T4" fmla="*/ 0 w 13"/>
                  <a:gd name="T5" fmla="*/ 290 h 14"/>
                  <a:gd name="T6" fmla="*/ 188 w 13"/>
                  <a:gd name="T7" fmla="*/ 568 h 14"/>
                  <a:gd name="T8" fmla="*/ 403 w 13"/>
                  <a:gd name="T9" fmla="*/ 2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7"/>
                    </a:moveTo>
                    <a:cubicBezTo>
                      <a:pt x="13" y="4"/>
                      <a:pt x="10" y="1"/>
                      <a:pt x="6" y="1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0"/>
                      <a:pt x="2" y="13"/>
                      <a:pt x="6" y="14"/>
                    </a:cubicBezTo>
                    <a:cubicBezTo>
                      <a:pt x="9" y="14"/>
                      <a:pt x="12" y="11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82" name="Freeform 213">
                <a:extLst>
                  <a:ext uri="{FF2B5EF4-FFF2-40B4-BE49-F238E27FC236}">
                    <a16:creationId xmlns:a16="http://schemas.microsoft.com/office/drawing/2014/main" id="{4D5D2E65-08E0-45E4-871E-6EA6BAE16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666"/>
                <a:ext cx="10" cy="11"/>
              </a:xfrm>
              <a:custGeom>
                <a:avLst/>
                <a:gdLst>
                  <a:gd name="T0" fmla="*/ 130 w 6"/>
                  <a:gd name="T1" fmla="*/ 125 h 6"/>
                  <a:gd name="T2" fmla="*/ 62 w 6"/>
                  <a:gd name="T3" fmla="*/ 0 h 6"/>
                  <a:gd name="T4" fmla="*/ 0 w 6"/>
                  <a:gd name="T5" fmla="*/ 125 h 6"/>
                  <a:gd name="T6" fmla="*/ 62 w 6"/>
                  <a:gd name="T7" fmla="*/ 229 h 6"/>
                  <a:gd name="T8" fmla="*/ 13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2"/>
                      <a:pt x="4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3" y="6"/>
                    </a:cubicBezTo>
                    <a:cubicBezTo>
                      <a:pt x="4" y="6"/>
                      <a:pt x="5" y="5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83" name="Freeform 214">
                <a:extLst>
                  <a:ext uri="{FF2B5EF4-FFF2-40B4-BE49-F238E27FC236}">
                    <a16:creationId xmlns:a16="http://schemas.microsoft.com/office/drawing/2014/main" id="{4D61AD07-A58F-488C-9F2C-ABA165B08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686"/>
                <a:ext cx="22" cy="25"/>
              </a:xfrm>
              <a:custGeom>
                <a:avLst/>
                <a:gdLst>
                  <a:gd name="T0" fmla="*/ 306 w 13"/>
                  <a:gd name="T1" fmla="*/ 313 h 13"/>
                  <a:gd name="T2" fmla="*/ 140 w 13"/>
                  <a:gd name="T3" fmla="*/ 0 h 13"/>
                  <a:gd name="T4" fmla="*/ 0 w 13"/>
                  <a:gd name="T5" fmla="*/ 313 h 13"/>
                  <a:gd name="T6" fmla="*/ 166 w 13"/>
                  <a:gd name="T7" fmla="*/ 654 h 13"/>
                  <a:gd name="T8" fmla="*/ 306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2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3"/>
                      <a:pt x="7" y="13"/>
                    </a:cubicBezTo>
                    <a:cubicBezTo>
                      <a:pt x="10" y="12"/>
                      <a:pt x="13" y="9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84" name="Freeform 215">
                <a:extLst>
                  <a:ext uri="{FF2B5EF4-FFF2-40B4-BE49-F238E27FC236}">
                    <a16:creationId xmlns:a16="http://schemas.microsoft.com/office/drawing/2014/main" id="{A7E01B4A-70E6-4D08-81B0-2C4A139FB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690"/>
                <a:ext cx="11" cy="11"/>
              </a:xfrm>
              <a:custGeom>
                <a:avLst/>
                <a:gdLst>
                  <a:gd name="T0" fmla="*/ 229 w 6"/>
                  <a:gd name="T1" fmla="*/ 125 h 6"/>
                  <a:gd name="T2" fmla="*/ 125 w 6"/>
                  <a:gd name="T3" fmla="*/ 0 h 6"/>
                  <a:gd name="T4" fmla="*/ 44 w 6"/>
                  <a:gd name="T5" fmla="*/ 125 h 6"/>
                  <a:gd name="T6" fmla="*/ 125 w 6"/>
                  <a:gd name="T7" fmla="*/ 229 h 6"/>
                  <a:gd name="T8" fmla="*/ 229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1"/>
                      <a:pt x="5" y="0"/>
                      <a:pt x="3" y="0"/>
                    </a:cubicBezTo>
                    <a:cubicBezTo>
                      <a:pt x="2" y="0"/>
                      <a:pt x="0" y="2"/>
                      <a:pt x="1" y="3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5" y="6"/>
                      <a:pt x="6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85" name="Freeform 216">
                <a:extLst>
                  <a:ext uri="{FF2B5EF4-FFF2-40B4-BE49-F238E27FC236}">
                    <a16:creationId xmlns:a16="http://schemas.microsoft.com/office/drawing/2014/main" id="{0EC4A319-E406-43DD-AC99-AE3B5B672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709"/>
                <a:ext cx="22" cy="24"/>
              </a:xfrm>
              <a:custGeom>
                <a:avLst/>
                <a:gdLst>
                  <a:gd name="T0" fmla="*/ 306 w 13"/>
                  <a:gd name="T1" fmla="*/ 233 h 13"/>
                  <a:gd name="T2" fmla="*/ 140 w 13"/>
                  <a:gd name="T3" fmla="*/ 0 h 13"/>
                  <a:gd name="T4" fmla="*/ 0 w 13"/>
                  <a:gd name="T5" fmla="*/ 277 h 13"/>
                  <a:gd name="T6" fmla="*/ 166 w 13"/>
                  <a:gd name="T7" fmla="*/ 511 h 13"/>
                  <a:gd name="T8" fmla="*/ 306 w 13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3"/>
                      <a:pt x="10" y="0"/>
                      <a:pt x="6" y="0"/>
                    </a:cubicBezTo>
                    <a:cubicBezTo>
                      <a:pt x="2" y="0"/>
                      <a:pt x="0" y="3"/>
                      <a:pt x="0" y="7"/>
                    </a:cubicBezTo>
                    <a:cubicBezTo>
                      <a:pt x="0" y="11"/>
                      <a:pt x="3" y="13"/>
                      <a:pt x="7" y="13"/>
                    </a:cubicBezTo>
                    <a:cubicBezTo>
                      <a:pt x="10" y="13"/>
                      <a:pt x="13" y="10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86" name="Freeform 217">
                <a:extLst>
                  <a:ext uri="{FF2B5EF4-FFF2-40B4-BE49-F238E27FC236}">
                    <a16:creationId xmlns:a16="http://schemas.microsoft.com/office/drawing/2014/main" id="{DE68DBDD-BC01-4F72-8025-43898CB5A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714"/>
                <a:ext cx="11" cy="10"/>
              </a:xfrm>
              <a:custGeom>
                <a:avLst/>
                <a:gdLst>
                  <a:gd name="T0" fmla="*/ 229 w 6"/>
                  <a:gd name="T1" fmla="*/ 192 h 5"/>
                  <a:gd name="T2" fmla="*/ 125 w 6"/>
                  <a:gd name="T3" fmla="*/ 0 h 5"/>
                  <a:gd name="T4" fmla="*/ 0 w 6"/>
                  <a:gd name="T5" fmla="*/ 192 h 5"/>
                  <a:gd name="T6" fmla="*/ 125 w 6"/>
                  <a:gd name="T7" fmla="*/ 320 h 5"/>
                  <a:gd name="T8" fmla="*/ 229 w 6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6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5" y="5"/>
                      <a:pt x="6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87" name="Freeform 218">
                <a:extLst>
                  <a:ext uri="{FF2B5EF4-FFF2-40B4-BE49-F238E27FC236}">
                    <a16:creationId xmlns:a16="http://schemas.microsoft.com/office/drawing/2014/main" id="{E73DC6EF-711C-45B8-9029-A13294778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33"/>
                <a:ext cx="23" cy="24"/>
              </a:xfrm>
              <a:custGeom>
                <a:avLst/>
                <a:gdLst>
                  <a:gd name="T0" fmla="*/ 403 w 13"/>
                  <a:gd name="T1" fmla="*/ 233 h 13"/>
                  <a:gd name="T2" fmla="*/ 188 w 13"/>
                  <a:gd name="T3" fmla="*/ 0 h 13"/>
                  <a:gd name="T4" fmla="*/ 0 w 13"/>
                  <a:gd name="T5" fmla="*/ 233 h 13"/>
                  <a:gd name="T6" fmla="*/ 188 w 13"/>
                  <a:gd name="T7" fmla="*/ 511 h 13"/>
                  <a:gd name="T8" fmla="*/ 403 w 13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10" y="12"/>
                      <a:pt x="13" y="9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88" name="Freeform 219">
                <a:extLst>
                  <a:ext uri="{FF2B5EF4-FFF2-40B4-BE49-F238E27FC236}">
                    <a16:creationId xmlns:a16="http://schemas.microsoft.com/office/drawing/2014/main" id="{A3F00C45-1312-405D-88CD-4DF6B0DFB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737"/>
                <a:ext cx="10" cy="11"/>
              </a:xfrm>
              <a:custGeom>
                <a:avLst/>
                <a:gdLst>
                  <a:gd name="T0" fmla="*/ 103 w 6"/>
                  <a:gd name="T1" fmla="*/ 125 h 6"/>
                  <a:gd name="T2" fmla="*/ 62 w 6"/>
                  <a:gd name="T3" fmla="*/ 0 h 6"/>
                  <a:gd name="T4" fmla="*/ 0 w 6"/>
                  <a:gd name="T5" fmla="*/ 125 h 6"/>
                  <a:gd name="T6" fmla="*/ 62 w 6"/>
                  <a:gd name="T7" fmla="*/ 229 h 6"/>
                  <a:gd name="T8" fmla="*/ 103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3"/>
                    </a:move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6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89" name="Freeform 220">
                <a:extLst>
                  <a:ext uri="{FF2B5EF4-FFF2-40B4-BE49-F238E27FC236}">
                    <a16:creationId xmlns:a16="http://schemas.microsoft.com/office/drawing/2014/main" id="{7B713C17-837C-4A87-89DF-88D8F5570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751"/>
                <a:ext cx="23" cy="25"/>
              </a:xfrm>
              <a:custGeom>
                <a:avLst/>
                <a:gdLst>
                  <a:gd name="T0" fmla="*/ 403 w 13"/>
                  <a:gd name="T1" fmla="*/ 340 h 13"/>
                  <a:gd name="T2" fmla="*/ 203 w 13"/>
                  <a:gd name="T3" fmla="*/ 0 h 13"/>
                  <a:gd name="T4" fmla="*/ 0 w 13"/>
                  <a:gd name="T5" fmla="*/ 340 h 13"/>
                  <a:gd name="T6" fmla="*/ 203 w 13"/>
                  <a:gd name="T7" fmla="*/ 654 h 13"/>
                  <a:gd name="T8" fmla="*/ 403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1"/>
                      <a:pt x="0" y="4"/>
                      <a:pt x="0" y="7"/>
                    </a:cubicBezTo>
                    <a:cubicBezTo>
                      <a:pt x="0" y="11"/>
                      <a:pt x="4" y="13"/>
                      <a:pt x="7" y="13"/>
                    </a:cubicBezTo>
                    <a:cubicBezTo>
                      <a:pt x="11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90" name="Freeform 221">
                <a:extLst>
                  <a:ext uri="{FF2B5EF4-FFF2-40B4-BE49-F238E27FC236}">
                    <a16:creationId xmlns:a16="http://schemas.microsoft.com/office/drawing/2014/main" id="{6A1FD33C-2C70-476D-8621-06FCBD7DB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757"/>
                <a:ext cx="8" cy="9"/>
              </a:xfrm>
              <a:custGeom>
                <a:avLst/>
                <a:gdLst>
                  <a:gd name="T0" fmla="*/ 86 w 5"/>
                  <a:gd name="T1" fmla="*/ 94 h 5"/>
                  <a:gd name="T2" fmla="*/ 34 w 5"/>
                  <a:gd name="T3" fmla="*/ 0 h 5"/>
                  <a:gd name="T4" fmla="*/ 0 w 5"/>
                  <a:gd name="T5" fmla="*/ 94 h 5"/>
                  <a:gd name="T6" fmla="*/ 54 w 5"/>
                  <a:gd name="T7" fmla="*/ 169 h 5"/>
                  <a:gd name="T8" fmla="*/ 86 w 5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4" y="5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91" name="Freeform 222">
                <a:extLst>
                  <a:ext uri="{FF2B5EF4-FFF2-40B4-BE49-F238E27FC236}">
                    <a16:creationId xmlns:a16="http://schemas.microsoft.com/office/drawing/2014/main" id="{DBE0DE9E-9CED-40E0-B308-833CD1889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768"/>
                <a:ext cx="23" cy="24"/>
              </a:xfrm>
              <a:custGeom>
                <a:avLst/>
                <a:gdLst>
                  <a:gd name="T0" fmla="*/ 403 w 13"/>
                  <a:gd name="T1" fmla="*/ 277 h 13"/>
                  <a:gd name="T2" fmla="*/ 188 w 13"/>
                  <a:gd name="T3" fmla="*/ 0 h 13"/>
                  <a:gd name="T4" fmla="*/ 0 w 13"/>
                  <a:gd name="T5" fmla="*/ 277 h 13"/>
                  <a:gd name="T6" fmla="*/ 188 w 13"/>
                  <a:gd name="T7" fmla="*/ 511 h 13"/>
                  <a:gd name="T8" fmla="*/ 403 w 13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2" y="3"/>
                      <a:pt x="9" y="0"/>
                      <a:pt x="6" y="0"/>
                    </a:cubicBezTo>
                    <a:cubicBezTo>
                      <a:pt x="2" y="1"/>
                      <a:pt x="0" y="4"/>
                      <a:pt x="0" y="7"/>
                    </a:cubicBezTo>
                    <a:cubicBezTo>
                      <a:pt x="0" y="11"/>
                      <a:pt x="3" y="13"/>
                      <a:pt x="6" y="13"/>
                    </a:cubicBezTo>
                    <a:cubicBezTo>
                      <a:pt x="10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92" name="Freeform 223">
                <a:extLst>
                  <a:ext uri="{FF2B5EF4-FFF2-40B4-BE49-F238E27FC236}">
                    <a16:creationId xmlns:a16="http://schemas.microsoft.com/office/drawing/2014/main" id="{AADC49F8-2F39-4F73-8166-B8E3661B0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774"/>
                <a:ext cx="11" cy="11"/>
              </a:xfrm>
              <a:custGeom>
                <a:avLst/>
                <a:gdLst>
                  <a:gd name="T0" fmla="*/ 193 w 6"/>
                  <a:gd name="T1" fmla="*/ 125 h 6"/>
                  <a:gd name="T2" fmla="*/ 125 w 6"/>
                  <a:gd name="T3" fmla="*/ 0 h 6"/>
                  <a:gd name="T4" fmla="*/ 0 w 6"/>
                  <a:gd name="T5" fmla="*/ 125 h 6"/>
                  <a:gd name="T6" fmla="*/ 125 w 6"/>
                  <a:gd name="T7" fmla="*/ 193 h 6"/>
                  <a:gd name="T8" fmla="*/ 193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3"/>
                    </a:move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3" y="5"/>
                    </a:cubicBezTo>
                    <a:cubicBezTo>
                      <a:pt x="4" y="5"/>
                      <a:pt x="6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93" name="Freeform 224">
                <a:extLst>
                  <a:ext uri="{FF2B5EF4-FFF2-40B4-BE49-F238E27FC236}">
                    <a16:creationId xmlns:a16="http://schemas.microsoft.com/office/drawing/2014/main" id="{8A229030-AE39-4FD2-AA2F-2A43EE3A1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783"/>
                <a:ext cx="23" cy="24"/>
              </a:xfrm>
              <a:custGeom>
                <a:avLst/>
                <a:gdLst>
                  <a:gd name="T0" fmla="*/ 403 w 13"/>
                  <a:gd name="T1" fmla="*/ 233 h 13"/>
                  <a:gd name="T2" fmla="*/ 188 w 13"/>
                  <a:gd name="T3" fmla="*/ 0 h 13"/>
                  <a:gd name="T4" fmla="*/ 0 w 13"/>
                  <a:gd name="T5" fmla="*/ 277 h 13"/>
                  <a:gd name="T6" fmla="*/ 203 w 13"/>
                  <a:gd name="T7" fmla="*/ 511 h 13"/>
                  <a:gd name="T8" fmla="*/ 403 w 13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3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1"/>
                      <a:pt x="3" y="13"/>
                      <a:pt x="7" y="13"/>
                    </a:cubicBezTo>
                    <a:cubicBezTo>
                      <a:pt x="10" y="13"/>
                      <a:pt x="13" y="10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94" name="Freeform 225">
                <a:extLst>
                  <a:ext uri="{FF2B5EF4-FFF2-40B4-BE49-F238E27FC236}">
                    <a16:creationId xmlns:a16="http://schemas.microsoft.com/office/drawing/2014/main" id="{32C3E008-2CC3-4E8D-AFBB-CC1236525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789"/>
                <a:ext cx="10" cy="9"/>
              </a:xfrm>
              <a:custGeom>
                <a:avLst/>
                <a:gdLst>
                  <a:gd name="T0" fmla="*/ 130 w 6"/>
                  <a:gd name="T1" fmla="*/ 94 h 5"/>
                  <a:gd name="T2" fmla="*/ 62 w 6"/>
                  <a:gd name="T3" fmla="*/ 0 h 5"/>
                  <a:gd name="T4" fmla="*/ 0 w 6"/>
                  <a:gd name="T5" fmla="*/ 94 h 5"/>
                  <a:gd name="T6" fmla="*/ 62 w 6"/>
                  <a:gd name="T7" fmla="*/ 169 h 5"/>
                  <a:gd name="T8" fmla="*/ 130 w 6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6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5" y="5"/>
                      <a:pt x="6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95" name="Freeform 226">
                <a:extLst>
                  <a:ext uri="{FF2B5EF4-FFF2-40B4-BE49-F238E27FC236}">
                    <a16:creationId xmlns:a16="http://schemas.microsoft.com/office/drawing/2014/main" id="{84B7C72F-1AEE-4F0A-A073-063DE0C86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798"/>
                <a:ext cx="23" cy="24"/>
              </a:xfrm>
              <a:custGeom>
                <a:avLst/>
                <a:gdLst>
                  <a:gd name="T0" fmla="*/ 403 w 13"/>
                  <a:gd name="T1" fmla="*/ 277 h 13"/>
                  <a:gd name="T2" fmla="*/ 188 w 13"/>
                  <a:gd name="T3" fmla="*/ 0 h 13"/>
                  <a:gd name="T4" fmla="*/ 0 w 13"/>
                  <a:gd name="T5" fmla="*/ 277 h 13"/>
                  <a:gd name="T6" fmla="*/ 188 w 13"/>
                  <a:gd name="T7" fmla="*/ 511 h 13"/>
                  <a:gd name="T8" fmla="*/ 403 w 13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0" y="0"/>
                      <a:pt x="6" y="0"/>
                    </a:cubicBezTo>
                    <a:cubicBezTo>
                      <a:pt x="2" y="0"/>
                      <a:pt x="0" y="3"/>
                      <a:pt x="0" y="7"/>
                    </a:cubicBezTo>
                    <a:cubicBezTo>
                      <a:pt x="0" y="11"/>
                      <a:pt x="3" y="13"/>
                      <a:pt x="6" y="13"/>
                    </a:cubicBezTo>
                    <a:cubicBezTo>
                      <a:pt x="10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96" name="Freeform 227">
                <a:extLst>
                  <a:ext uri="{FF2B5EF4-FFF2-40B4-BE49-F238E27FC236}">
                    <a16:creationId xmlns:a16="http://schemas.microsoft.com/office/drawing/2014/main" id="{28C11DCE-8156-4673-81F4-CA9DAC4EF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802"/>
                <a:ext cx="10" cy="11"/>
              </a:xfrm>
              <a:custGeom>
                <a:avLst/>
                <a:gdLst>
                  <a:gd name="T0" fmla="*/ 130 w 6"/>
                  <a:gd name="T1" fmla="*/ 125 h 6"/>
                  <a:gd name="T2" fmla="*/ 62 w 6"/>
                  <a:gd name="T3" fmla="*/ 0 h 6"/>
                  <a:gd name="T4" fmla="*/ 0 w 6"/>
                  <a:gd name="T5" fmla="*/ 125 h 6"/>
                  <a:gd name="T6" fmla="*/ 62 w 6"/>
                  <a:gd name="T7" fmla="*/ 229 h 6"/>
                  <a:gd name="T8" fmla="*/ 13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5" y="2"/>
                      <a:pt x="4" y="0"/>
                      <a:pt x="3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6" y="5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97" name="Freeform 228">
                <a:extLst>
                  <a:ext uri="{FF2B5EF4-FFF2-40B4-BE49-F238E27FC236}">
                    <a16:creationId xmlns:a16="http://schemas.microsoft.com/office/drawing/2014/main" id="{A732FEA8-2D86-4C85-96EF-32E0AC12F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807"/>
                <a:ext cx="23" cy="24"/>
              </a:xfrm>
              <a:custGeom>
                <a:avLst/>
                <a:gdLst>
                  <a:gd name="T0" fmla="*/ 403 w 13"/>
                  <a:gd name="T1" fmla="*/ 233 h 13"/>
                  <a:gd name="T2" fmla="*/ 188 w 13"/>
                  <a:gd name="T3" fmla="*/ 0 h 13"/>
                  <a:gd name="T4" fmla="*/ 0 w 13"/>
                  <a:gd name="T5" fmla="*/ 277 h 13"/>
                  <a:gd name="T6" fmla="*/ 203 w 13"/>
                  <a:gd name="T7" fmla="*/ 511 h 13"/>
                  <a:gd name="T8" fmla="*/ 403 w 13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3"/>
                      <a:pt x="10" y="0"/>
                      <a:pt x="6" y="0"/>
                    </a:cubicBezTo>
                    <a:cubicBezTo>
                      <a:pt x="2" y="0"/>
                      <a:pt x="0" y="3"/>
                      <a:pt x="0" y="7"/>
                    </a:cubicBezTo>
                    <a:cubicBezTo>
                      <a:pt x="0" y="11"/>
                      <a:pt x="3" y="13"/>
                      <a:pt x="7" y="13"/>
                    </a:cubicBezTo>
                    <a:cubicBezTo>
                      <a:pt x="10" y="13"/>
                      <a:pt x="13" y="10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98" name="Freeform 229">
                <a:extLst>
                  <a:ext uri="{FF2B5EF4-FFF2-40B4-BE49-F238E27FC236}">
                    <a16:creationId xmlns:a16="http://schemas.microsoft.com/office/drawing/2014/main" id="{21BFDDB4-05E4-4CC7-B693-A40FD548E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811"/>
                <a:ext cx="10" cy="11"/>
              </a:xfrm>
              <a:custGeom>
                <a:avLst/>
                <a:gdLst>
                  <a:gd name="T0" fmla="*/ 130 w 6"/>
                  <a:gd name="T1" fmla="*/ 125 h 6"/>
                  <a:gd name="T2" fmla="*/ 62 w 6"/>
                  <a:gd name="T3" fmla="*/ 0 h 6"/>
                  <a:gd name="T4" fmla="*/ 0 w 6"/>
                  <a:gd name="T5" fmla="*/ 125 h 6"/>
                  <a:gd name="T6" fmla="*/ 62 w 6"/>
                  <a:gd name="T7" fmla="*/ 229 h 6"/>
                  <a:gd name="T8" fmla="*/ 13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1"/>
                      <a:pt x="4" y="0"/>
                      <a:pt x="3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5" y="6"/>
                      <a:pt x="6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99" name="Freeform 230">
                <a:extLst>
                  <a:ext uri="{FF2B5EF4-FFF2-40B4-BE49-F238E27FC236}">
                    <a16:creationId xmlns:a16="http://schemas.microsoft.com/office/drawing/2014/main" id="{682DAD0E-C8C0-4EA1-B71D-7B4D60B5E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816"/>
                <a:ext cx="22" cy="25"/>
              </a:xfrm>
              <a:custGeom>
                <a:avLst/>
                <a:gdLst>
                  <a:gd name="T0" fmla="*/ 306 w 13"/>
                  <a:gd name="T1" fmla="*/ 313 h 13"/>
                  <a:gd name="T2" fmla="*/ 140 w 13"/>
                  <a:gd name="T3" fmla="*/ 0 h 13"/>
                  <a:gd name="T4" fmla="*/ 0 w 13"/>
                  <a:gd name="T5" fmla="*/ 340 h 13"/>
                  <a:gd name="T6" fmla="*/ 166 w 13"/>
                  <a:gd name="T7" fmla="*/ 654 h 13"/>
                  <a:gd name="T8" fmla="*/ 306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2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0"/>
                      <a:pt x="3" y="13"/>
                      <a:pt x="7" y="13"/>
                    </a:cubicBezTo>
                    <a:cubicBezTo>
                      <a:pt x="11" y="13"/>
                      <a:pt x="13" y="10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0" name="Oval 231">
                <a:extLst>
                  <a:ext uri="{FF2B5EF4-FFF2-40B4-BE49-F238E27FC236}">
                    <a16:creationId xmlns:a16="http://schemas.microsoft.com/office/drawing/2014/main" id="{6F61C57E-6AA2-40F3-89ED-BBD53FF05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82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01" name="Freeform 232">
                <a:extLst>
                  <a:ext uri="{FF2B5EF4-FFF2-40B4-BE49-F238E27FC236}">
                    <a16:creationId xmlns:a16="http://schemas.microsoft.com/office/drawing/2014/main" id="{C71C1190-8CA2-406B-81F6-50924DC61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824"/>
                <a:ext cx="23" cy="24"/>
              </a:xfrm>
              <a:custGeom>
                <a:avLst/>
                <a:gdLst>
                  <a:gd name="T0" fmla="*/ 403 w 13"/>
                  <a:gd name="T1" fmla="*/ 233 h 13"/>
                  <a:gd name="T2" fmla="*/ 203 w 13"/>
                  <a:gd name="T3" fmla="*/ 0 h 13"/>
                  <a:gd name="T4" fmla="*/ 0 w 13"/>
                  <a:gd name="T5" fmla="*/ 277 h 13"/>
                  <a:gd name="T6" fmla="*/ 203 w 13"/>
                  <a:gd name="T7" fmla="*/ 511 h 13"/>
                  <a:gd name="T8" fmla="*/ 403 w 13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1" y="11"/>
                      <a:pt x="4" y="13"/>
                      <a:pt x="7" y="13"/>
                    </a:cubicBezTo>
                    <a:cubicBezTo>
                      <a:pt x="11" y="13"/>
                      <a:pt x="13" y="10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2" name="Freeform 233">
                <a:extLst>
                  <a:ext uri="{FF2B5EF4-FFF2-40B4-BE49-F238E27FC236}">
                    <a16:creationId xmlns:a16="http://schemas.microsoft.com/office/drawing/2014/main" id="{8125A925-4CDE-4196-9DBD-F70E56A91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828"/>
                <a:ext cx="9" cy="11"/>
              </a:xfrm>
              <a:custGeom>
                <a:avLst/>
                <a:gdLst>
                  <a:gd name="T0" fmla="*/ 169 w 5"/>
                  <a:gd name="T1" fmla="*/ 125 h 6"/>
                  <a:gd name="T2" fmla="*/ 74 w 5"/>
                  <a:gd name="T3" fmla="*/ 0 h 6"/>
                  <a:gd name="T4" fmla="*/ 0 w 5"/>
                  <a:gd name="T5" fmla="*/ 125 h 6"/>
                  <a:gd name="T6" fmla="*/ 94 w 5"/>
                  <a:gd name="T7" fmla="*/ 229 h 6"/>
                  <a:gd name="T8" fmla="*/ 169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3" name="Freeform 234">
                <a:extLst>
                  <a:ext uri="{FF2B5EF4-FFF2-40B4-BE49-F238E27FC236}">
                    <a16:creationId xmlns:a16="http://schemas.microsoft.com/office/drawing/2014/main" id="{AD86AF99-9971-4CC5-8C9C-F89207185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829"/>
                <a:ext cx="23" cy="26"/>
              </a:xfrm>
              <a:custGeom>
                <a:avLst/>
                <a:gdLst>
                  <a:gd name="T0" fmla="*/ 403 w 13"/>
                  <a:gd name="T1" fmla="*/ 290 h 14"/>
                  <a:gd name="T2" fmla="*/ 188 w 13"/>
                  <a:gd name="T3" fmla="*/ 45 h 14"/>
                  <a:gd name="T4" fmla="*/ 0 w 13"/>
                  <a:gd name="T5" fmla="*/ 290 h 14"/>
                  <a:gd name="T6" fmla="*/ 203 w 13"/>
                  <a:gd name="T7" fmla="*/ 568 h 14"/>
                  <a:gd name="T8" fmla="*/ 403 w 13"/>
                  <a:gd name="T9" fmla="*/ 2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7"/>
                    </a:moveTo>
                    <a:cubicBezTo>
                      <a:pt x="13" y="3"/>
                      <a:pt x="10" y="0"/>
                      <a:pt x="6" y="1"/>
                    </a:cubicBezTo>
                    <a:cubicBezTo>
                      <a:pt x="3" y="1"/>
                      <a:pt x="0" y="4"/>
                      <a:pt x="0" y="7"/>
                    </a:cubicBezTo>
                    <a:cubicBezTo>
                      <a:pt x="0" y="11"/>
                      <a:pt x="3" y="14"/>
                      <a:pt x="7" y="14"/>
                    </a:cubicBezTo>
                    <a:cubicBezTo>
                      <a:pt x="10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4" name="Freeform 235">
                <a:extLst>
                  <a:ext uri="{FF2B5EF4-FFF2-40B4-BE49-F238E27FC236}">
                    <a16:creationId xmlns:a16="http://schemas.microsoft.com/office/drawing/2014/main" id="{D26CFFB5-F196-46FD-8EF2-1B91A75C7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835"/>
                <a:ext cx="11" cy="9"/>
              </a:xfrm>
              <a:custGeom>
                <a:avLst/>
                <a:gdLst>
                  <a:gd name="T0" fmla="*/ 229 w 6"/>
                  <a:gd name="T1" fmla="*/ 74 h 5"/>
                  <a:gd name="T2" fmla="*/ 125 w 6"/>
                  <a:gd name="T3" fmla="*/ 0 h 5"/>
                  <a:gd name="T4" fmla="*/ 0 w 6"/>
                  <a:gd name="T5" fmla="*/ 94 h 5"/>
                  <a:gd name="T6" fmla="*/ 125 w 6"/>
                  <a:gd name="T7" fmla="*/ 169 h 5"/>
                  <a:gd name="T8" fmla="*/ 229 w 6"/>
                  <a:gd name="T9" fmla="*/ 7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6" y="1"/>
                      <a:pt x="5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5" y="5"/>
                      <a:pt x="6" y="4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5" name="Freeform 236">
                <a:extLst>
                  <a:ext uri="{FF2B5EF4-FFF2-40B4-BE49-F238E27FC236}">
                    <a16:creationId xmlns:a16="http://schemas.microsoft.com/office/drawing/2014/main" id="{959DE98F-A9B7-4478-ADCB-15B74CC95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831"/>
                <a:ext cx="24" cy="28"/>
              </a:xfrm>
              <a:custGeom>
                <a:avLst/>
                <a:gdLst>
                  <a:gd name="T0" fmla="*/ 326 w 14"/>
                  <a:gd name="T1" fmla="*/ 390 h 15"/>
                  <a:gd name="T2" fmla="*/ 206 w 14"/>
                  <a:gd name="T3" fmla="*/ 45 h 15"/>
                  <a:gd name="T4" fmla="*/ 26 w 14"/>
                  <a:gd name="T5" fmla="*/ 254 h 15"/>
                  <a:gd name="T6" fmla="*/ 147 w 14"/>
                  <a:gd name="T7" fmla="*/ 592 h 15"/>
                  <a:gd name="T8" fmla="*/ 326 w 14"/>
                  <a:gd name="T9" fmla="*/ 39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13" y="9"/>
                    </a:moveTo>
                    <a:cubicBezTo>
                      <a:pt x="14" y="5"/>
                      <a:pt x="12" y="2"/>
                      <a:pt x="8" y="1"/>
                    </a:cubicBezTo>
                    <a:cubicBezTo>
                      <a:pt x="5" y="0"/>
                      <a:pt x="2" y="3"/>
                      <a:pt x="1" y="6"/>
                    </a:cubicBezTo>
                    <a:cubicBezTo>
                      <a:pt x="0" y="9"/>
                      <a:pt x="2" y="13"/>
                      <a:pt x="6" y="14"/>
                    </a:cubicBezTo>
                    <a:cubicBezTo>
                      <a:pt x="9" y="15"/>
                      <a:pt x="13" y="12"/>
                      <a:pt x="13" y="9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6" name="Freeform 237">
                <a:extLst>
                  <a:ext uri="{FF2B5EF4-FFF2-40B4-BE49-F238E27FC236}">
                    <a16:creationId xmlns:a16="http://schemas.microsoft.com/office/drawing/2014/main" id="{D43F485A-4118-49C3-87F4-4944082A7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837"/>
                <a:ext cx="11" cy="11"/>
              </a:xfrm>
              <a:custGeom>
                <a:avLst/>
                <a:gdLst>
                  <a:gd name="T0" fmla="*/ 229 w 6"/>
                  <a:gd name="T1" fmla="*/ 149 h 6"/>
                  <a:gd name="T2" fmla="*/ 149 w 6"/>
                  <a:gd name="T3" fmla="*/ 0 h 6"/>
                  <a:gd name="T4" fmla="*/ 0 w 6"/>
                  <a:gd name="T5" fmla="*/ 81 h 6"/>
                  <a:gd name="T6" fmla="*/ 81 w 6"/>
                  <a:gd name="T7" fmla="*/ 229 h 6"/>
                  <a:gd name="T8" fmla="*/ 229 w 6"/>
                  <a:gd name="T9" fmla="*/ 1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6" y="2"/>
                      <a:pt x="5" y="1"/>
                      <a:pt x="4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4" y="6"/>
                      <a:pt x="5" y="5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7" name="Freeform 238">
                <a:extLst>
                  <a:ext uri="{FF2B5EF4-FFF2-40B4-BE49-F238E27FC236}">
                    <a16:creationId xmlns:a16="http://schemas.microsoft.com/office/drawing/2014/main" id="{A94E1923-45BB-4BC6-A9E5-D253A405E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835"/>
                <a:ext cx="24" cy="26"/>
              </a:xfrm>
              <a:custGeom>
                <a:avLst/>
                <a:gdLst>
                  <a:gd name="T0" fmla="*/ 326 w 14"/>
                  <a:gd name="T1" fmla="*/ 379 h 14"/>
                  <a:gd name="T2" fmla="*/ 206 w 14"/>
                  <a:gd name="T3" fmla="*/ 45 h 14"/>
                  <a:gd name="T4" fmla="*/ 0 w 14"/>
                  <a:gd name="T5" fmla="*/ 238 h 14"/>
                  <a:gd name="T6" fmla="*/ 132 w 14"/>
                  <a:gd name="T7" fmla="*/ 568 h 14"/>
                  <a:gd name="T8" fmla="*/ 326 w 14"/>
                  <a:gd name="T9" fmla="*/ 37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3" y="9"/>
                    </a:moveTo>
                    <a:cubicBezTo>
                      <a:pt x="14" y="5"/>
                      <a:pt x="12" y="2"/>
                      <a:pt x="8" y="1"/>
                    </a:cubicBezTo>
                    <a:cubicBezTo>
                      <a:pt x="5" y="0"/>
                      <a:pt x="1" y="2"/>
                      <a:pt x="0" y="6"/>
                    </a:cubicBezTo>
                    <a:cubicBezTo>
                      <a:pt x="0" y="9"/>
                      <a:pt x="2" y="13"/>
                      <a:pt x="5" y="14"/>
                    </a:cubicBezTo>
                    <a:cubicBezTo>
                      <a:pt x="9" y="14"/>
                      <a:pt x="12" y="12"/>
                      <a:pt x="13" y="9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8" name="Freeform 239">
                <a:extLst>
                  <a:ext uri="{FF2B5EF4-FFF2-40B4-BE49-F238E27FC236}">
                    <a16:creationId xmlns:a16="http://schemas.microsoft.com/office/drawing/2014/main" id="{6FB4E465-7F21-4B8D-B88F-28314A83D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841"/>
                <a:ext cx="10" cy="11"/>
              </a:xfrm>
              <a:custGeom>
                <a:avLst/>
                <a:gdLst>
                  <a:gd name="T0" fmla="*/ 103 w 6"/>
                  <a:gd name="T1" fmla="*/ 125 h 6"/>
                  <a:gd name="T2" fmla="*/ 62 w 6"/>
                  <a:gd name="T3" fmla="*/ 0 h 6"/>
                  <a:gd name="T4" fmla="*/ 0 w 6"/>
                  <a:gd name="T5" fmla="*/ 81 h 6"/>
                  <a:gd name="T6" fmla="*/ 37 w 6"/>
                  <a:gd name="T7" fmla="*/ 193 h 6"/>
                  <a:gd name="T8" fmla="*/ 103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3"/>
                    </a:moveTo>
                    <a:cubicBezTo>
                      <a:pt x="6" y="2"/>
                      <a:pt x="5" y="1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4" y="6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9" name="Freeform 240">
                <a:extLst>
                  <a:ext uri="{FF2B5EF4-FFF2-40B4-BE49-F238E27FC236}">
                    <a16:creationId xmlns:a16="http://schemas.microsoft.com/office/drawing/2014/main" id="{8C14B6EB-A028-4FA8-9709-AF930E698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538"/>
                <a:ext cx="49" cy="52"/>
              </a:xfrm>
              <a:custGeom>
                <a:avLst/>
                <a:gdLst>
                  <a:gd name="T0" fmla="*/ 65 w 28"/>
                  <a:gd name="T1" fmla="*/ 724 h 28"/>
                  <a:gd name="T2" fmla="*/ 301 w 28"/>
                  <a:gd name="T3" fmla="*/ 84 h 28"/>
                  <a:gd name="T4" fmla="*/ 763 w 28"/>
                  <a:gd name="T5" fmla="*/ 418 h 28"/>
                  <a:gd name="T6" fmla="*/ 527 w 28"/>
                  <a:gd name="T7" fmla="*/ 1055 h 28"/>
                  <a:gd name="T8" fmla="*/ 65 w 28"/>
                  <a:gd name="T9" fmla="*/ 72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" y="18"/>
                    </a:moveTo>
                    <a:cubicBezTo>
                      <a:pt x="0" y="11"/>
                      <a:pt x="4" y="4"/>
                      <a:pt x="10" y="2"/>
                    </a:cubicBezTo>
                    <a:cubicBezTo>
                      <a:pt x="17" y="0"/>
                      <a:pt x="24" y="3"/>
                      <a:pt x="26" y="10"/>
                    </a:cubicBezTo>
                    <a:cubicBezTo>
                      <a:pt x="28" y="17"/>
                      <a:pt x="25" y="24"/>
                      <a:pt x="18" y="26"/>
                    </a:cubicBezTo>
                    <a:cubicBezTo>
                      <a:pt x="12" y="28"/>
                      <a:pt x="4" y="25"/>
                      <a:pt x="2" y="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0" name="Freeform 241">
                <a:extLst>
                  <a:ext uri="{FF2B5EF4-FFF2-40B4-BE49-F238E27FC236}">
                    <a16:creationId xmlns:a16="http://schemas.microsoft.com/office/drawing/2014/main" id="{E8825DAA-DFAC-4BA2-8132-6499F98ED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279"/>
                <a:ext cx="258" cy="452"/>
              </a:xfrm>
              <a:custGeom>
                <a:avLst/>
                <a:gdLst>
                  <a:gd name="T0" fmla="*/ 1966 w 148"/>
                  <a:gd name="T1" fmla="*/ 5013 h 243"/>
                  <a:gd name="T2" fmla="*/ 3206 w 148"/>
                  <a:gd name="T3" fmla="*/ 0 h 243"/>
                  <a:gd name="T4" fmla="*/ 2686 w 148"/>
                  <a:gd name="T5" fmla="*/ 5498 h 243"/>
                  <a:gd name="T6" fmla="*/ 535 w 148"/>
                  <a:gd name="T7" fmla="*/ 10065 h 243"/>
                  <a:gd name="T8" fmla="*/ 1966 w 148"/>
                  <a:gd name="T9" fmla="*/ 5013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243">
                    <a:moveTo>
                      <a:pt x="70" y="121"/>
                    </a:moveTo>
                    <a:cubicBezTo>
                      <a:pt x="125" y="79"/>
                      <a:pt x="128" y="35"/>
                      <a:pt x="114" y="0"/>
                    </a:cubicBezTo>
                    <a:cubicBezTo>
                      <a:pt x="142" y="27"/>
                      <a:pt x="148" y="93"/>
                      <a:pt x="96" y="133"/>
                    </a:cubicBezTo>
                    <a:cubicBezTo>
                      <a:pt x="47" y="171"/>
                      <a:pt x="9" y="191"/>
                      <a:pt x="19" y="243"/>
                    </a:cubicBezTo>
                    <a:cubicBezTo>
                      <a:pt x="6" y="206"/>
                      <a:pt x="0" y="174"/>
                      <a:pt x="70" y="12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1" name="Oval 242">
                <a:extLst>
                  <a:ext uri="{FF2B5EF4-FFF2-40B4-BE49-F238E27FC236}">
                    <a16:creationId xmlns:a16="http://schemas.microsoft.com/office/drawing/2014/main" id="{2D57012C-C0DC-462F-B8FE-173F03342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5" y="171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12" name="Oval 243">
                <a:extLst>
                  <a:ext uri="{FF2B5EF4-FFF2-40B4-BE49-F238E27FC236}">
                    <a16:creationId xmlns:a16="http://schemas.microsoft.com/office/drawing/2014/main" id="{FB9AD426-64F8-4BDC-858A-B2DCAF512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8" y="1713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13" name="Oval 244">
                <a:extLst>
                  <a:ext uri="{FF2B5EF4-FFF2-40B4-BE49-F238E27FC236}">
                    <a16:creationId xmlns:a16="http://schemas.microsoft.com/office/drawing/2014/main" id="{8BBC0626-07CD-4BDF-BFC7-04645ADCB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171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14" name="Oval 245">
                <a:extLst>
                  <a:ext uri="{FF2B5EF4-FFF2-40B4-BE49-F238E27FC236}">
                    <a16:creationId xmlns:a16="http://schemas.microsoft.com/office/drawing/2014/main" id="{A2BE2171-D1CF-4D1E-802B-4A720E4B7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714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15" name="Oval 246">
                <a:extLst>
                  <a:ext uri="{FF2B5EF4-FFF2-40B4-BE49-F238E27FC236}">
                    <a16:creationId xmlns:a16="http://schemas.microsoft.com/office/drawing/2014/main" id="{D11E6990-CB3B-4A77-8835-D719AA40F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1713"/>
                <a:ext cx="14" cy="14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16" name="Oval 247">
                <a:extLst>
                  <a:ext uri="{FF2B5EF4-FFF2-40B4-BE49-F238E27FC236}">
                    <a16:creationId xmlns:a16="http://schemas.microsoft.com/office/drawing/2014/main" id="{50E5195E-1888-4CD0-B270-6569D29BD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8" y="1716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17" name="Oval 248">
                <a:extLst>
                  <a:ext uri="{FF2B5EF4-FFF2-40B4-BE49-F238E27FC236}">
                    <a16:creationId xmlns:a16="http://schemas.microsoft.com/office/drawing/2014/main" id="{3801E14D-DC0E-4457-8238-4702FD0FB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8" y="1716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18" name="Oval 249">
                <a:extLst>
                  <a:ext uri="{FF2B5EF4-FFF2-40B4-BE49-F238E27FC236}">
                    <a16:creationId xmlns:a16="http://schemas.microsoft.com/office/drawing/2014/main" id="{FEDE35A1-D50E-45DF-A5C1-4EF4A84D1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2" y="1720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19" name="Oval 250">
                <a:extLst>
                  <a:ext uri="{FF2B5EF4-FFF2-40B4-BE49-F238E27FC236}">
                    <a16:creationId xmlns:a16="http://schemas.microsoft.com/office/drawing/2014/main" id="{309F2557-A1AA-45B7-B831-88378CDAC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0" y="1722"/>
                <a:ext cx="16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20" name="Oval 251">
                <a:extLst>
                  <a:ext uri="{FF2B5EF4-FFF2-40B4-BE49-F238E27FC236}">
                    <a16:creationId xmlns:a16="http://schemas.microsoft.com/office/drawing/2014/main" id="{71895292-B8C7-4298-BBBA-AC5DAD4AF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172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21" name="Oval 252">
                <a:extLst>
                  <a:ext uri="{FF2B5EF4-FFF2-40B4-BE49-F238E27FC236}">
                    <a16:creationId xmlns:a16="http://schemas.microsoft.com/office/drawing/2014/main" id="{FEBD70CD-3914-4600-848C-E459CEDB0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4" y="1727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22" name="Oval 253">
                <a:extLst>
                  <a:ext uri="{FF2B5EF4-FFF2-40B4-BE49-F238E27FC236}">
                    <a16:creationId xmlns:a16="http://schemas.microsoft.com/office/drawing/2014/main" id="{2B458C90-3CB9-4266-BE16-9FA50CB10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173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23" name="Oval 254">
                <a:extLst>
                  <a:ext uri="{FF2B5EF4-FFF2-40B4-BE49-F238E27FC236}">
                    <a16:creationId xmlns:a16="http://schemas.microsoft.com/office/drawing/2014/main" id="{462D86A6-CBFB-42CB-B12C-8C3D375A3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735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24" name="Oval 255">
                <a:extLst>
                  <a:ext uri="{FF2B5EF4-FFF2-40B4-BE49-F238E27FC236}">
                    <a16:creationId xmlns:a16="http://schemas.microsoft.com/office/drawing/2014/main" id="{261C8190-E428-4A4A-9D2E-65E195A00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2" y="1739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25" name="Oval 256">
                <a:extLst>
                  <a:ext uri="{FF2B5EF4-FFF2-40B4-BE49-F238E27FC236}">
                    <a16:creationId xmlns:a16="http://schemas.microsoft.com/office/drawing/2014/main" id="{8AD828C2-24EF-4768-901B-4F18118FA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1742"/>
                <a:ext cx="13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26" name="Oval 257">
                <a:extLst>
                  <a:ext uri="{FF2B5EF4-FFF2-40B4-BE49-F238E27FC236}">
                    <a16:creationId xmlns:a16="http://schemas.microsoft.com/office/drawing/2014/main" id="{A60A44BE-7EAC-4617-8D4E-D7D3DAFC9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746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27" name="Oval 258">
                <a:extLst>
                  <a:ext uri="{FF2B5EF4-FFF2-40B4-BE49-F238E27FC236}">
                    <a16:creationId xmlns:a16="http://schemas.microsoft.com/office/drawing/2014/main" id="{F4C2B199-18FB-4EEB-BECB-56996A2B2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1750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28" name="Oval 259">
                <a:extLst>
                  <a:ext uri="{FF2B5EF4-FFF2-40B4-BE49-F238E27FC236}">
                    <a16:creationId xmlns:a16="http://schemas.microsoft.com/office/drawing/2014/main" id="{5F9EC7E6-8C1F-4FFE-B6C2-FFF613534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6" y="1753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29" name="Oval 260">
                <a:extLst>
                  <a:ext uri="{FF2B5EF4-FFF2-40B4-BE49-F238E27FC236}">
                    <a16:creationId xmlns:a16="http://schemas.microsoft.com/office/drawing/2014/main" id="{FB469C05-C565-4418-8EAD-47AEAD372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6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30" name="Oval 261">
                <a:extLst>
                  <a:ext uri="{FF2B5EF4-FFF2-40B4-BE49-F238E27FC236}">
                    <a16:creationId xmlns:a16="http://schemas.microsoft.com/office/drawing/2014/main" id="{B0877FA4-6FE4-47D2-9A9D-E42B1D72A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65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31" name="Oval 262">
                <a:extLst>
                  <a:ext uri="{FF2B5EF4-FFF2-40B4-BE49-F238E27FC236}">
                    <a16:creationId xmlns:a16="http://schemas.microsoft.com/office/drawing/2014/main" id="{33414CD1-372C-4AD9-8F69-AA19C4F8F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70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32" name="Oval 263">
                <a:extLst>
                  <a:ext uri="{FF2B5EF4-FFF2-40B4-BE49-F238E27FC236}">
                    <a16:creationId xmlns:a16="http://schemas.microsoft.com/office/drawing/2014/main" id="{6208ED5F-A93C-472F-AD06-18F9D3746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74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533" name="Freeform 264">
                <a:extLst>
                  <a:ext uri="{FF2B5EF4-FFF2-40B4-BE49-F238E27FC236}">
                    <a16:creationId xmlns:a16="http://schemas.microsoft.com/office/drawing/2014/main" id="{D767EE12-7C90-4E59-9124-AEA28345C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1778"/>
                <a:ext cx="15" cy="16"/>
              </a:xfrm>
              <a:custGeom>
                <a:avLst/>
                <a:gdLst>
                  <a:gd name="T0" fmla="*/ 22 w 9"/>
                  <a:gd name="T1" fmla="*/ 117 h 9"/>
                  <a:gd name="T2" fmla="*/ 130 w 9"/>
                  <a:gd name="T3" fmla="*/ 37 h 9"/>
                  <a:gd name="T4" fmla="*/ 195 w 9"/>
                  <a:gd name="T5" fmla="*/ 203 h 9"/>
                  <a:gd name="T6" fmla="*/ 92 w 9"/>
                  <a:gd name="T7" fmla="*/ 281 h 9"/>
                  <a:gd name="T8" fmla="*/ 22 w 9"/>
                  <a:gd name="T9" fmla="*/ 1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1" y="2"/>
                      <a:pt x="3" y="0"/>
                      <a:pt x="6" y="1"/>
                    </a:cubicBezTo>
                    <a:cubicBezTo>
                      <a:pt x="8" y="1"/>
                      <a:pt x="9" y="3"/>
                      <a:pt x="9" y="6"/>
                    </a:cubicBez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4" name="Freeform 265">
                <a:extLst>
                  <a:ext uri="{FF2B5EF4-FFF2-40B4-BE49-F238E27FC236}">
                    <a16:creationId xmlns:a16="http://schemas.microsoft.com/office/drawing/2014/main" id="{D00D20BB-2386-42C4-BBBA-86A9E456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81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22 w 3"/>
                  <a:gd name="T3" fmla="*/ 64 h 3"/>
                  <a:gd name="T4" fmla="*/ 62 w 3"/>
                  <a:gd name="T5" fmla="*/ 128 h 3"/>
                  <a:gd name="T6" fmla="*/ 22 w 3"/>
                  <a:gd name="T7" fmla="*/ 192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5" name="Freeform 266">
                <a:extLst>
                  <a:ext uri="{FF2B5EF4-FFF2-40B4-BE49-F238E27FC236}">
                    <a16:creationId xmlns:a16="http://schemas.microsoft.com/office/drawing/2014/main" id="{D70C262E-1EC8-4185-A9E5-503C039EF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789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0 h 9"/>
                  <a:gd name="T4" fmla="*/ 281 w 9"/>
                  <a:gd name="T5" fmla="*/ 213 h 9"/>
                  <a:gd name="T6" fmla="*/ 117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8" y="1"/>
                      <a:pt x="9" y="3"/>
                      <a:pt x="9" y="5"/>
                    </a:cubicBezTo>
                    <a:cubicBezTo>
                      <a:pt x="8" y="7"/>
                      <a:pt x="6" y="9"/>
                      <a:pt x="4" y="8"/>
                    </a:cubicBezTo>
                    <a:cubicBezTo>
                      <a:pt x="2" y="8"/>
                      <a:pt x="0" y="6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6" name="Freeform 267">
                <a:extLst>
                  <a:ext uri="{FF2B5EF4-FFF2-40B4-BE49-F238E27FC236}">
                    <a16:creationId xmlns:a16="http://schemas.microsoft.com/office/drawing/2014/main" id="{843ACE33-CC4D-4F35-A590-7F14AD894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792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64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7" name="Freeform 268">
                <a:extLst>
                  <a:ext uri="{FF2B5EF4-FFF2-40B4-BE49-F238E27FC236}">
                    <a16:creationId xmlns:a16="http://schemas.microsoft.com/office/drawing/2014/main" id="{954205A0-A9F9-43E9-BD1A-E16A06727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800"/>
                <a:ext cx="15" cy="15"/>
              </a:xfrm>
              <a:custGeom>
                <a:avLst/>
                <a:gdLst>
                  <a:gd name="T0" fmla="*/ 0 w 9"/>
                  <a:gd name="T1" fmla="*/ 137 h 8"/>
                  <a:gd name="T2" fmla="*/ 103 w 9"/>
                  <a:gd name="T3" fmla="*/ 0 h 8"/>
                  <a:gd name="T4" fmla="*/ 172 w 9"/>
                  <a:gd name="T5" fmla="*/ 212 h 8"/>
                  <a:gd name="T6" fmla="*/ 92 w 9"/>
                  <a:gd name="T7" fmla="*/ 349 h 8"/>
                  <a:gd name="T8" fmla="*/ 0 w 9"/>
                  <a:gd name="T9" fmla="*/ 13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8" y="7"/>
                      <a:pt x="6" y="8"/>
                      <a:pt x="4" y="8"/>
                    </a:cubicBezTo>
                    <a:cubicBezTo>
                      <a:pt x="1" y="8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8" name="Freeform 269">
                <a:extLst>
                  <a:ext uri="{FF2B5EF4-FFF2-40B4-BE49-F238E27FC236}">
                    <a16:creationId xmlns:a16="http://schemas.microsoft.com/office/drawing/2014/main" id="{4114346C-B282-431B-BDF8-9BF35108B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804"/>
                <a:ext cx="5" cy="5"/>
              </a:xfrm>
              <a:custGeom>
                <a:avLst/>
                <a:gdLst>
                  <a:gd name="T0" fmla="*/ 0 w 3"/>
                  <a:gd name="T1" fmla="*/ 22 h 3"/>
                  <a:gd name="T2" fmla="*/ 37 w 3"/>
                  <a:gd name="T3" fmla="*/ 0 h 3"/>
                  <a:gd name="T4" fmla="*/ 62 w 3"/>
                  <a:gd name="T5" fmla="*/ 22 h 3"/>
                  <a:gd name="T6" fmla="*/ 37 w 3"/>
                  <a:gd name="T7" fmla="*/ 37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9" name="Freeform 270">
                <a:extLst>
                  <a:ext uri="{FF2B5EF4-FFF2-40B4-BE49-F238E27FC236}">
                    <a16:creationId xmlns:a16="http://schemas.microsoft.com/office/drawing/2014/main" id="{C2639396-0607-4F1C-ACE5-0B06DD9E9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811"/>
                <a:ext cx="14" cy="15"/>
              </a:xfrm>
              <a:custGeom>
                <a:avLst/>
                <a:gdLst>
                  <a:gd name="T0" fmla="*/ 0 w 8"/>
                  <a:gd name="T1" fmla="*/ 137 h 8"/>
                  <a:gd name="T2" fmla="*/ 151 w 8"/>
                  <a:gd name="T3" fmla="*/ 0 h 8"/>
                  <a:gd name="T4" fmla="*/ 236 w 8"/>
                  <a:gd name="T5" fmla="*/ 212 h 8"/>
                  <a:gd name="T6" fmla="*/ 86 w 8"/>
                  <a:gd name="T7" fmla="*/ 349 h 8"/>
                  <a:gd name="T8" fmla="*/ 0 w 8"/>
                  <a:gd name="T9" fmla="*/ 13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0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8"/>
                    </a:cubicBezTo>
                    <a:cubicBezTo>
                      <a:pt x="1" y="8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0" name="Freeform 271">
                <a:extLst>
                  <a:ext uri="{FF2B5EF4-FFF2-40B4-BE49-F238E27FC236}">
                    <a16:creationId xmlns:a16="http://schemas.microsoft.com/office/drawing/2014/main" id="{E8729B9A-8D4B-4F52-A4F4-0A2910B21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1815"/>
                <a:ext cx="5" cy="5"/>
              </a:xfrm>
              <a:custGeom>
                <a:avLst/>
                <a:gdLst>
                  <a:gd name="T0" fmla="*/ 0 w 3"/>
                  <a:gd name="T1" fmla="*/ 22 h 3"/>
                  <a:gd name="T2" fmla="*/ 37 w 3"/>
                  <a:gd name="T3" fmla="*/ 0 h 3"/>
                  <a:gd name="T4" fmla="*/ 62 w 3"/>
                  <a:gd name="T5" fmla="*/ 22 h 3"/>
                  <a:gd name="T6" fmla="*/ 22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1" name="Freeform 272">
                <a:extLst>
                  <a:ext uri="{FF2B5EF4-FFF2-40B4-BE49-F238E27FC236}">
                    <a16:creationId xmlns:a16="http://schemas.microsoft.com/office/drawing/2014/main" id="{5B519D16-0D20-499B-ABA0-FA7BC62FC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22"/>
                <a:ext cx="16" cy="17"/>
              </a:xfrm>
              <a:custGeom>
                <a:avLst/>
                <a:gdLst>
                  <a:gd name="T0" fmla="*/ 0 w 9"/>
                  <a:gd name="T1" fmla="*/ 189 h 9"/>
                  <a:gd name="T2" fmla="*/ 158 w 9"/>
                  <a:gd name="T3" fmla="*/ 0 h 9"/>
                  <a:gd name="T4" fmla="*/ 247 w 9"/>
                  <a:gd name="T5" fmla="*/ 213 h 9"/>
                  <a:gd name="T6" fmla="*/ 117 w 9"/>
                  <a:gd name="T7" fmla="*/ 357 h 9"/>
                  <a:gd name="T8" fmla="*/ 0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8" y="7"/>
                      <a:pt x="6" y="9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2" name="Freeform 273">
                <a:extLst>
                  <a:ext uri="{FF2B5EF4-FFF2-40B4-BE49-F238E27FC236}">
                    <a16:creationId xmlns:a16="http://schemas.microsoft.com/office/drawing/2014/main" id="{C3B73C52-E633-4052-8C74-31A842E0D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826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128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3" name="Freeform 274">
                <a:extLst>
                  <a:ext uri="{FF2B5EF4-FFF2-40B4-BE49-F238E27FC236}">
                    <a16:creationId xmlns:a16="http://schemas.microsoft.com/office/drawing/2014/main" id="{1F81CD43-2DC1-4F59-A015-747F63D79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833"/>
                <a:ext cx="15" cy="19"/>
              </a:xfrm>
              <a:custGeom>
                <a:avLst/>
                <a:gdLst>
                  <a:gd name="T0" fmla="*/ 22 w 9"/>
                  <a:gd name="T1" fmla="*/ 200 h 10"/>
                  <a:gd name="T2" fmla="*/ 130 w 9"/>
                  <a:gd name="T3" fmla="*/ 55 h 10"/>
                  <a:gd name="T4" fmla="*/ 172 w 9"/>
                  <a:gd name="T5" fmla="*/ 274 h 10"/>
                  <a:gd name="T6" fmla="*/ 62 w 9"/>
                  <a:gd name="T7" fmla="*/ 418 h 10"/>
                  <a:gd name="T8" fmla="*/ 22 w 9"/>
                  <a:gd name="T9" fmla="*/ 20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4"/>
                    </a:moveTo>
                    <a:cubicBezTo>
                      <a:pt x="1" y="2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7" y="8"/>
                      <a:pt x="5" y="10"/>
                      <a:pt x="3" y="9"/>
                    </a:cubicBezTo>
                    <a:cubicBezTo>
                      <a:pt x="1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4" name="Freeform 275">
                <a:extLst>
                  <a:ext uri="{FF2B5EF4-FFF2-40B4-BE49-F238E27FC236}">
                    <a16:creationId xmlns:a16="http://schemas.microsoft.com/office/drawing/2014/main" id="{D2E20E67-D551-44F6-ACA6-DF41A7768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1839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37 w 3"/>
                  <a:gd name="T3" fmla="*/ 0 h 3"/>
                  <a:gd name="T4" fmla="*/ 62 w 3"/>
                  <a:gd name="T5" fmla="*/ 64 h 3"/>
                  <a:gd name="T6" fmla="*/ 22 w 3"/>
                  <a:gd name="T7" fmla="*/ 128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5" name="Freeform 276">
                <a:extLst>
                  <a:ext uri="{FF2B5EF4-FFF2-40B4-BE49-F238E27FC236}">
                    <a16:creationId xmlns:a16="http://schemas.microsoft.com/office/drawing/2014/main" id="{3227A612-A514-412D-8414-730A5A38B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846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0 h 9"/>
                  <a:gd name="T4" fmla="*/ 247 w 9"/>
                  <a:gd name="T5" fmla="*/ 272 h 9"/>
                  <a:gd name="T6" fmla="*/ 89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8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6" name="Freeform 277">
                <a:extLst>
                  <a:ext uri="{FF2B5EF4-FFF2-40B4-BE49-F238E27FC236}">
                    <a16:creationId xmlns:a16="http://schemas.microsoft.com/office/drawing/2014/main" id="{B2A49E74-0920-486B-B794-FDDD87D82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1850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37 w 3"/>
                  <a:gd name="T5" fmla="*/ 128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7" name="Freeform 278">
                <a:extLst>
                  <a:ext uri="{FF2B5EF4-FFF2-40B4-BE49-F238E27FC236}">
                    <a16:creationId xmlns:a16="http://schemas.microsoft.com/office/drawing/2014/main" id="{4D292118-6F37-44BA-A12E-D1319E929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858"/>
                <a:ext cx="16" cy="16"/>
              </a:xfrm>
              <a:custGeom>
                <a:avLst/>
                <a:gdLst>
                  <a:gd name="T0" fmla="*/ 0 w 9"/>
                  <a:gd name="T1" fmla="*/ 89 h 9"/>
                  <a:gd name="T2" fmla="*/ 203 w 9"/>
                  <a:gd name="T3" fmla="*/ 37 h 9"/>
                  <a:gd name="T4" fmla="*/ 247 w 9"/>
                  <a:gd name="T5" fmla="*/ 203 h 9"/>
                  <a:gd name="T6" fmla="*/ 89 w 9"/>
                  <a:gd name="T7" fmla="*/ 281 h 9"/>
                  <a:gd name="T8" fmla="*/ 0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9"/>
                    </a:cubicBezTo>
                    <a:cubicBezTo>
                      <a:pt x="1" y="8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8" name="Freeform 279">
                <a:extLst>
                  <a:ext uri="{FF2B5EF4-FFF2-40B4-BE49-F238E27FC236}">
                    <a16:creationId xmlns:a16="http://schemas.microsoft.com/office/drawing/2014/main" id="{B0F69779-4CF5-4399-A7A8-E2CA89199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861"/>
                <a:ext cx="6" cy="6"/>
              </a:xfrm>
              <a:custGeom>
                <a:avLst/>
                <a:gdLst>
                  <a:gd name="T0" fmla="*/ 64 w 3"/>
                  <a:gd name="T1" fmla="*/ 64 h 3"/>
                  <a:gd name="T2" fmla="*/ 128 w 3"/>
                  <a:gd name="T3" fmla="*/ 64 h 3"/>
                  <a:gd name="T4" fmla="*/ 192 w 3"/>
                  <a:gd name="T5" fmla="*/ 128 h 3"/>
                  <a:gd name="T6" fmla="*/ 64 w 3"/>
                  <a:gd name="T7" fmla="*/ 192 h 3"/>
                  <a:gd name="T8" fmla="*/ 64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9" name="Freeform 280">
                <a:extLst>
                  <a:ext uri="{FF2B5EF4-FFF2-40B4-BE49-F238E27FC236}">
                    <a16:creationId xmlns:a16="http://schemas.microsoft.com/office/drawing/2014/main" id="{DDA0979D-8755-4079-B0AA-854509148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871"/>
                <a:ext cx="15" cy="16"/>
              </a:xfrm>
              <a:custGeom>
                <a:avLst/>
                <a:gdLst>
                  <a:gd name="T0" fmla="*/ 0 w 9"/>
                  <a:gd name="T1" fmla="*/ 89 h 9"/>
                  <a:gd name="T2" fmla="*/ 103 w 9"/>
                  <a:gd name="T3" fmla="*/ 37 h 9"/>
                  <a:gd name="T4" fmla="*/ 172 w 9"/>
                  <a:gd name="T5" fmla="*/ 203 h 9"/>
                  <a:gd name="T6" fmla="*/ 62 w 9"/>
                  <a:gd name="T7" fmla="*/ 247 h 9"/>
                  <a:gd name="T8" fmla="*/ 0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8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0" name="Freeform 281">
                <a:extLst>
                  <a:ext uri="{FF2B5EF4-FFF2-40B4-BE49-F238E27FC236}">
                    <a16:creationId xmlns:a16="http://schemas.microsoft.com/office/drawing/2014/main" id="{07007F5B-0520-42E6-962B-7D9D97D6F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874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1" name="Freeform 282">
                <a:extLst>
                  <a:ext uri="{FF2B5EF4-FFF2-40B4-BE49-F238E27FC236}">
                    <a16:creationId xmlns:a16="http://schemas.microsoft.com/office/drawing/2014/main" id="{EE5F98C4-E209-4E85-8557-E0E788566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884"/>
                <a:ext cx="15" cy="16"/>
              </a:xfrm>
              <a:custGeom>
                <a:avLst/>
                <a:gdLst>
                  <a:gd name="T0" fmla="*/ 22 w 9"/>
                  <a:gd name="T1" fmla="*/ 89 h 9"/>
                  <a:gd name="T2" fmla="*/ 130 w 9"/>
                  <a:gd name="T3" fmla="*/ 37 h 9"/>
                  <a:gd name="T4" fmla="*/ 172 w 9"/>
                  <a:gd name="T5" fmla="*/ 203 h 9"/>
                  <a:gd name="T6" fmla="*/ 62 w 9"/>
                  <a:gd name="T7" fmla="*/ 247 h 9"/>
                  <a:gd name="T8" fmla="*/ 22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1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2" name="Freeform 283">
                <a:extLst>
                  <a:ext uri="{FF2B5EF4-FFF2-40B4-BE49-F238E27FC236}">
                    <a16:creationId xmlns:a16="http://schemas.microsoft.com/office/drawing/2014/main" id="{F6ED524F-1370-4D34-875C-119A7452E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1887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37 w 3"/>
                  <a:gd name="T5" fmla="*/ 128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3" name="Freeform 284">
                <a:extLst>
                  <a:ext uri="{FF2B5EF4-FFF2-40B4-BE49-F238E27FC236}">
                    <a16:creationId xmlns:a16="http://schemas.microsoft.com/office/drawing/2014/main" id="{397F1F75-8ABE-4194-99E2-793D503B9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1897"/>
                <a:ext cx="15" cy="16"/>
              </a:xfrm>
              <a:custGeom>
                <a:avLst/>
                <a:gdLst>
                  <a:gd name="T0" fmla="*/ 22 w 9"/>
                  <a:gd name="T1" fmla="*/ 89 h 9"/>
                  <a:gd name="T2" fmla="*/ 130 w 9"/>
                  <a:gd name="T3" fmla="*/ 37 h 9"/>
                  <a:gd name="T4" fmla="*/ 195 w 9"/>
                  <a:gd name="T5" fmla="*/ 203 h 9"/>
                  <a:gd name="T6" fmla="*/ 62 w 9"/>
                  <a:gd name="T7" fmla="*/ 247 h 9"/>
                  <a:gd name="T8" fmla="*/ 22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4" name="Freeform 285">
                <a:extLst>
                  <a:ext uri="{FF2B5EF4-FFF2-40B4-BE49-F238E27FC236}">
                    <a16:creationId xmlns:a16="http://schemas.microsoft.com/office/drawing/2014/main" id="{AFD3239E-F05A-49AB-8E69-F8324325C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900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5" name="Freeform 286">
                <a:extLst>
                  <a:ext uri="{FF2B5EF4-FFF2-40B4-BE49-F238E27FC236}">
                    <a16:creationId xmlns:a16="http://schemas.microsoft.com/office/drawing/2014/main" id="{B996BCF2-F10E-483D-82A4-DF99FBDD7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1910"/>
                <a:ext cx="15" cy="18"/>
              </a:xfrm>
              <a:custGeom>
                <a:avLst/>
                <a:gdLst>
                  <a:gd name="T0" fmla="*/ 22 w 9"/>
                  <a:gd name="T1" fmla="*/ 94 h 10"/>
                  <a:gd name="T2" fmla="*/ 153 w 9"/>
                  <a:gd name="T3" fmla="*/ 41 h 10"/>
                  <a:gd name="T4" fmla="*/ 172 w 9"/>
                  <a:gd name="T5" fmla="*/ 239 h 10"/>
                  <a:gd name="T6" fmla="*/ 62 w 9"/>
                  <a:gd name="T7" fmla="*/ 304 h 10"/>
                  <a:gd name="T8" fmla="*/ 22 w 9"/>
                  <a:gd name="T9" fmla="*/ 9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ubicBezTo>
                      <a:pt x="7" y="9"/>
                      <a:pt x="5" y="10"/>
                      <a:pt x="3" y="9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6" name="Freeform 287">
                <a:extLst>
                  <a:ext uri="{FF2B5EF4-FFF2-40B4-BE49-F238E27FC236}">
                    <a16:creationId xmlns:a16="http://schemas.microsoft.com/office/drawing/2014/main" id="{CB504E89-52A8-4684-9C36-E692E933D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1913"/>
                <a:ext cx="5" cy="8"/>
              </a:xfrm>
              <a:custGeom>
                <a:avLst/>
                <a:gdLst>
                  <a:gd name="T0" fmla="*/ 0 w 3"/>
                  <a:gd name="T1" fmla="*/ 64 h 4"/>
                  <a:gd name="T2" fmla="*/ 37 w 3"/>
                  <a:gd name="T3" fmla="*/ 64 h 4"/>
                  <a:gd name="T4" fmla="*/ 62 w 3"/>
                  <a:gd name="T5" fmla="*/ 192 h 4"/>
                  <a:gd name="T6" fmla="*/ 22 w 3"/>
                  <a:gd name="T7" fmla="*/ 192 h 4"/>
                  <a:gd name="T8" fmla="*/ 0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7" name="Freeform 288">
                <a:extLst>
                  <a:ext uri="{FF2B5EF4-FFF2-40B4-BE49-F238E27FC236}">
                    <a16:creationId xmlns:a16="http://schemas.microsoft.com/office/drawing/2014/main" id="{79D515F6-D111-4437-9E82-8F1EB200A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923"/>
                <a:ext cx="17" cy="18"/>
              </a:xfrm>
              <a:custGeom>
                <a:avLst/>
                <a:gdLst>
                  <a:gd name="T0" fmla="*/ 44 w 10"/>
                  <a:gd name="T1" fmla="*/ 94 h 10"/>
                  <a:gd name="T2" fmla="*/ 168 w 10"/>
                  <a:gd name="T3" fmla="*/ 41 h 10"/>
                  <a:gd name="T4" fmla="*/ 218 w 10"/>
                  <a:gd name="T5" fmla="*/ 239 h 10"/>
                  <a:gd name="T6" fmla="*/ 75 w 10"/>
                  <a:gd name="T7" fmla="*/ 263 h 10"/>
                  <a:gd name="T8" fmla="*/ 44 w 10"/>
                  <a:gd name="T9" fmla="*/ 9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2" y="3"/>
                    </a:moveTo>
                    <a:cubicBezTo>
                      <a:pt x="3" y="1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7"/>
                    </a:cubicBezTo>
                    <a:cubicBezTo>
                      <a:pt x="8" y="9"/>
                      <a:pt x="5" y="10"/>
                      <a:pt x="3" y="8"/>
                    </a:cubicBezTo>
                    <a:cubicBezTo>
                      <a:pt x="1" y="7"/>
                      <a:pt x="0" y="5"/>
                      <a:pt x="2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8" name="Freeform 289">
                <a:extLst>
                  <a:ext uri="{FF2B5EF4-FFF2-40B4-BE49-F238E27FC236}">
                    <a16:creationId xmlns:a16="http://schemas.microsoft.com/office/drawing/2014/main" id="{69C4D63D-5E82-4A74-A436-68EBA81EE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926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37 w 3"/>
                  <a:gd name="T3" fmla="*/ 64 h 3"/>
                  <a:gd name="T4" fmla="*/ 62 w 3"/>
                  <a:gd name="T5" fmla="*/ 192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9" name="Freeform 290">
                <a:extLst>
                  <a:ext uri="{FF2B5EF4-FFF2-40B4-BE49-F238E27FC236}">
                    <a16:creationId xmlns:a16="http://schemas.microsoft.com/office/drawing/2014/main" id="{5A963583-EDD0-4F06-BF72-AF0CF364D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936"/>
                <a:ext cx="15" cy="18"/>
              </a:xfrm>
              <a:custGeom>
                <a:avLst/>
                <a:gdLst>
                  <a:gd name="T0" fmla="*/ 22 w 9"/>
                  <a:gd name="T1" fmla="*/ 94 h 10"/>
                  <a:gd name="T2" fmla="*/ 153 w 9"/>
                  <a:gd name="T3" fmla="*/ 41 h 10"/>
                  <a:gd name="T4" fmla="*/ 172 w 9"/>
                  <a:gd name="T5" fmla="*/ 239 h 10"/>
                  <a:gd name="T6" fmla="*/ 62 w 9"/>
                  <a:gd name="T7" fmla="*/ 304 h 10"/>
                  <a:gd name="T8" fmla="*/ 22 w 9"/>
                  <a:gd name="T9" fmla="*/ 9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7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0" name="Freeform 291">
                <a:extLst>
                  <a:ext uri="{FF2B5EF4-FFF2-40B4-BE49-F238E27FC236}">
                    <a16:creationId xmlns:a16="http://schemas.microsoft.com/office/drawing/2014/main" id="{5E33A646-4A2E-4BFC-9464-5CE454CF4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939"/>
                <a:ext cx="5" cy="8"/>
              </a:xfrm>
              <a:custGeom>
                <a:avLst/>
                <a:gdLst>
                  <a:gd name="T0" fmla="*/ 0 w 3"/>
                  <a:gd name="T1" fmla="*/ 64 h 4"/>
                  <a:gd name="T2" fmla="*/ 37 w 3"/>
                  <a:gd name="T3" fmla="*/ 64 h 4"/>
                  <a:gd name="T4" fmla="*/ 62 w 3"/>
                  <a:gd name="T5" fmla="*/ 192 h 4"/>
                  <a:gd name="T6" fmla="*/ 22 w 3"/>
                  <a:gd name="T7" fmla="*/ 192 h 4"/>
                  <a:gd name="T8" fmla="*/ 0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1" name="Freeform 292">
                <a:extLst>
                  <a:ext uri="{FF2B5EF4-FFF2-40B4-BE49-F238E27FC236}">
                    <a16:creationId xmlns:a16="http://schemas.microsoft.com/office/drawing/2014/main" id="{F5533A2E-1704-4503-9D1D-FE77EA6EF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950"/>
                <a:ext cx="15" cy="17"/>
              </a:xfrm>
              <a:custGeom>
                <a:avLst/>
                <a:gdLst>
                  <a:gd name="T0" fmla="*/ 22 w 9"/>
                  <a:gd name="T1" fmla="*/ 144 h 9"/>
                  <a:gd name="T2" fmla="*/ 130 w 9"/>
                  <a:gd name="T3" fmla="*/ 53 h 9"/>
                  <a:gd name="T4" fmla="*/ 172 w 9"/>
                  <a:gd name="T5" fmla="*/ 272 h 9"/>
                  <a:gd name="T6" fmla="*/ 62 w 9"/>
                  <a:gd name="T7" fmla="*/ 357 h 9"/>
                  <a:gd name="T8" fmla="*/ 22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2" name="Freeform 293">
                <a:extLst>
                  <a:ext uri="{FF2B5EF4-FFF2-40B4-BE49-F238E27FC236}">
                    <a16:creationId xmlns:a16="http://schemas.microsoft.com/office/drawing/2014/main" id="{22F1258A-9585-4F71-A545-CFCEDFF1D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954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37 w 3"/>
                  <a:gd name="T5" fmla="*/ 128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3" name="Freeform 294">
                <a:extLst>
                  <a:ext uri="{FF2B5EF4-FFF2-40B4-BE49-F238E27FC236}">
                    <a16:creationId xmlns:a16="http://schemas.microsoft.com/office/drawing/2014/main" id="{14A13112-D56B-4734-B0CA-E9186D651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963"/>
                <a:ext cx="15" cy="19"/>
              </a:xfrm>
              <a:custGeom>
                <a:avLst/>
                <a:gdLst>
                  <a:gd name="T0" fmla="*/ 22 w 9"/>
                  <a:gd name="T1" fmla="*/ 144 h 10"/>
                  <a:gd name="T2" fmla="*/ 153 w 9"/>
                  <a:gd name="T3" fmla="*/ 55 h 10"/>
                  <a:gd name="T4" fmla="*/ 172 w 9"/>
                  <a:gd name="T5" fmla="*/ 329 h 10"/>
                  <a:gd name="T6" fmla="*/ 62 w 9"/>
                  <a:gd name="T7" fmla="*/ 418 h 10"/>
                  <a:gd name="T8" fmla="*/ 22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ubicBezTo>
                      <a:pt x="7" y="9"/>
                      <a:pt x="5" y="10"/>
                      <a:pt x="3" y="9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4" name="Freeform 295">
                <a:extLst>
                  <a:ext uri="{FF2B5EF4-FFF2-40B4-BE49-F238E27FC236}">
                    <a16:creationId xmlns:a16="http://schemas.microsoft.com/office/drawing/2014/main" id="{AF9792DF-7A20-4419-BBB0-3F364FF96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967"/>
                <a:ext cx="5" cy="8"/>
              </a:xfrm>
              <a:custGeom>
                <a:avLst/>
                <a:gdLst>
                  <a:gd name="T0" fmla="*/ 0 w 3"/>
                  <a:gd name="T1" fmla="*/ 64 h 4"/>
                  <a:gd name="T2" fmla="*/ 37 w 3"/>
                  <a:gd name="T3" fmla="*/ 64 h 4"/>
                  <a:gd name="T4" fmla="*/ 62 w 3"/>
                  <a:gd name="T5" fmla="*/ 192 h 4"/>
                  <a:gd name="T6" fmla="*/ 22 w 3"/>
                  <a:gd name="T7" fmla="*/ 192 h 4"/>
                  <a:gd name="T8" fmla="*/ 0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5" name="Freeform 296">
                <a:extLst>
                  <a:ext uri="{FF2B5EF4-FFF2-40B4-BE49-F238E27FC236}">
                    <a16:creationId xmlns:a16="http://schemas.microsoft.com/office/drawing/2014/main" id="{34982700-68C2-4E14-B4F7-4BB19BE98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978"/>
                <a:ext cx="17" cy="17"/>
              </a:xfrm>
              <a:custGeom>
                <a:avLst/>
                <a:gdLst>
                  <a:gd name="T0" fmla="*/ 26 w 10"/>
                  <a:gd name="T1" fmla="*/ 144 h 9"/>
                  <a:gd name="T2" fmla="*/ 168 w 10"/>
                  <a:gd name="T3" fmla="*/ 53 h 9"/>
                  <a:gd name="T4" fmla="*/ 218 w 10"/>
                  <a:gd name="T5" fmla="*/ 272 h 9"/>
                  <a:gd name="T6" fmla="*/ 75 w 10"/>
                  <a:gd name="T7" fmla="*/ 357 h 9"/>
                  <a:gd name="T8" fmla="*/ 26 w 10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6" name="Freeform 297">
                <a:extLst>
                  <a:ext uri="{FF2B5EF4-FFF2-40B4-BE49-F238E27FC236}">
                    <a16:creationId xmlns:a16="http://schemas.microsoft.com/office/drawing/2014/main" id="{D46ECB63-DED6-4FE1-BD05-17959361B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982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7" name="Freeform 298">
                <a:extLst>
                  <a:ext uri="{FF2B5EF4-FFF2-40B4-BE49-F238E27FC236}">
                    <a16:creationId xmlns:a16="http://schemas.microsoft.com/office/drawing/2014/main" id="{33F28653-5525-4B17-B9C3-CF0304DBC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993"/>
                <a:ext cx="16" cy="17"/>
              </a:xfrm>
              <a:custGeom>
                <a:avLst/>
                <a:gdLst>
                  <a:gd name="T0" fmla="*/ 0 w 9"/>
                  <a:gd name="T1" fmla="*/ 100 h 9"/>
                  <a:gd name="T2" fmla="*/ 203 w 9"/>
                  <a:gd name="T3" fmla="*/ 53 h 9"/>
                  <a:gd name="T4" fmla="*/ 247 w 9"/>
                  <a:gd name="T5" fmla="*/ 272 h 9"/>
                  <a:gd name="T6" fmla="*/ 66 w 9"/>
                  <a:gd name="T7" fmla="*/ 357 h 9"/>
                  <a:gd name="T8" fmla="*/ 0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2"/>
                    </a:moveTo>
                    <a:cubicBezTo>
                      <a:pt x="1" y="0"/>
                      <a:pt x="4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ubicBezTo>
                      <a:pt x="7" y="8"/>
                      <a:pt x="4" y="9"/>
                      <a:pt x="2" y="8"/>
                    </a:cubicBezTo>
                    <a:cubicBezTo>
                      <a:pt x="0" y="7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8" name="Freeform 299">
                <a:extLst>
                  <a:ext uri="{FF2B5EF4-FFF2-40B4-BE49-F238E27FC236}">
                    <a16:creationId xmlns:a16="http://schemas.microsoft.com/office/drawing/2014/main" id="{E9A878B0-CD3C-418B-9139-5E0318691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997"/>
                <a:ext cx="6" cy="5"/>
              </a:xfrm>
              <a:custGeom>
                <a:avLst/>
                <a:gdLst>
                  <a:gd name="T0" fmla="*/ 64 w 3"/>
                  <a:gd name="T1" fmla="*/ 22 h 3"/>
                  <a:gd name="T2" fmla="*/ 128 w 3"/>
                  <a:gd name="T3" fmla="*/ 0 h 3"/>
                  <a:gd name="T4" fmla="*/ 192 w 3"/>
                  <a:gd name="T5" fmla="*/ 37 h 3"/>
                  <a:gd name="T6" fmla="*/ 64 w 3"/>
                  <a:gd name="T7" fmla="*/ 37 h 3"/>
                  <a:gd name="T8" fmla="*/ 64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9" name="Freeform 300">
                <a:extLst>
                  <a:ext uri="{FF2B5EF4-FFF2-40B4-BE49-F238E27FC236}">
                    <a16:creationId xmlns:a16="http://schemas.microsoft.com/office/drawing/2014/main" id="{4C0B0868-77C4-4485-A336-09E37A2A3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006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8 w 9"/>
                  <a:gd name="T3" fmla="*/ 53 h 9"/>
                  <a:gd name="T4" fmla="*/ 247 w 9"/>
                  <a:gd name="T5" fmla="*/ 317 h 9"/>
                  <a:gd name="T6" fmla="*/ 66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8" y="3"/>
                      <a:pt x="9" y="5"/>
                      <a:pt x="8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0" name="Freeform 301">
                <a:extLst>
                  <a:ext uri="{FF2B5EF4-FFF2-40B4-BE49-F238E27FC236}">
                    <a16:creationId xmlns:a16="http://schemas.microsoft.com/office/drawing/2014/main" id="{A0BFB26D-6CE1-4CF8-BB12-89567EDF3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10"/>
                <a:ext cx="6" cy="5"/>
              </a:xfrm>
              <a:custGeom>
                <a:avLst/>
                <a:gdLst>
                  <a:gd name="T0" fmla="*/ 0 w 3"/>
                  <a:gd name="T1" fmla="*/ 22 h 3"/>
                  <a:gd name="T2" fmla="*/ 128 w 3"/>
                  <a:gd name="T3" fmla="*/ 22 h 3"/>
                  <a:gd name="T4" fmla="*/ 128 w 3"/>
                  <a:gd name="T5" fmla="*/ 62 h 3"/>
                  <a:gd name="T6" fmla="*/ 0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1" name="Freeform 302">
                <a:extLst>
                  <a:ext uri="{FF2B5EF4-FFF2-40B4-BE49-F238E27FC236}">
                    <a16:creationId xmlns:a16="http://schemas.microsoft.com/office/drawing/2014/main" id="{B2C80590-ECF2-42E9-BD9E-925DDE2B8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21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53 h 9"/>
                  <a:gd name="T4" fmla="*/ 247 w 9"/>
                  <a:gd name="T5" fmla="*/ 317 h 9"/>
                  <a:gd name="T6" fmla="*/ 66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2" name="Freeform 303">
                <a:extLst>
                  <a:ext uri="{FF2B5EF4-FFF2-40B4-BE49-F238E27FC236}">
                    <a16:creationId xmlns:a16="http://schemas.microsoft.com/office/drawing/2014/main" id="{8EF46803-2D88-4138-82F5-C8B8599BA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25"/>
                <a:ext cx="5" cy="5"/>
              </a:xfrm>
              <a:custGeom>
                <a:avLst/>
                <a:gdLst>
                  <a:gd name="T0" fmla="*/ 0 w 3"/>
                  <a:gd name="T1" fmla="*/ 22 h 3"/>
                  <a:gd name="T2" fmla="*/ 37 w 3"/>
                  <a:gd name="T3" fmla="*/ 0 h 3"/>
                  <a:gd name="T4" fmla="*/ 37 w 3"/>
                  <a:gd name="T5" fmla="*/ 37 h 3"/>
                  <a:gd name="T6" fmla="*/ 22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3" name="Freeform 304">
                <a:extLst>
                  <a:ext uri="{FF2B5EF4-FFF2-40B4-BE49-F238E27FC236}">
                    <a16:creationId xmlns:a16="http://schemas.microsoft.com/office/drawing/2014/main" id="{57066359-5839-4819-8993-DB6B12DE2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34"/>
                <a:ext cx="15" cy="19"/>
              </a:xfrm>
              <a:custGeom>
                <a:avLst/>
                <a:gdLst>
                  <a:gd name="T0" fmla="*/ 22 w 9"/>
                  <a:gd name="T1" fmla="*/ 144 h 10"/>
                  <a:gd name="T2" fmla="*/ 153 w 9"/>
                  <a:gd name="T3" fmla="*/ 105 h 10"/>
                  <a:gd name="T4" fmla="*/ 172 w 9"/>
                  <a:gd name="T5" fmla="*/ 329 h 10"/>
                  <a:gd name="T6" fmla="*/ 37 w 9"/>
                  <a:gd name="T7" fmla="*/ 380 h 10"/>
                  <a:gd name="T8" fmla="*/ 22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2" y="1"/>
                      <a:pt x="5" y="0"/>
                      <a:pt x="7" y="2"/>
                    </a:cubicBezTo>
                    <a:cubicBezTo>
                      <a:pt x="8" y="3"/>
                      <a:pt x="9" y="5"/>
                      <a:pt x="8" y="7"/>
                    </a:cubicBezTo>
                    <a:cubicBezTo>
                      <a:pt x="6" y="9"/>
                      <a:pt x="4" y="10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4" name="Freeform 305">
                <a:extLst>
                  <a:ext uri="{FF2B5EF4-FFF2-40B4-BE49-F238E27FC236}">
                    <a16:creationId xmlns:a16="http://schemas.microsoft.com/office/drawing/2014/main" id="{A3D07707-F4F4-41F8-AB3E-89CA52A5C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038"/>
                <a:ext cx="5" cy="5"/>
              </a:xfrm>
              <a:custGeom>
                <a:avLst/>
                <a:gdLst>
                  <a:gd name="T0" fmla="*/ 0 w 3"/>
                  <a:gd name="T1" fmla="*/ 22 h 3"/>
                  <a:gd name="T2" fmla="*/ 37 w 3"/>
                  <a:gd name="T3" fmla="*/ 22 h 3"/>
                  <a:gd name="T4" fmla="*/ 37 w 3"/>
                  <a:gd name="T5" fmla="*/ 62 h 3"/>
                  <a:gd name="T6" fmla="*/ 0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5" name="Freeform 306">
                <a:extLst>
                  <a:ext uri="{FF2B5EF4-FFF2-40B4-BE49-F238E27FC236}">
                    <a16:creationId xmlns:a16="http://schemas.microsoft.com/office/drawing/2014/main" id="{2824E2BA-CB9F-4AB9-96C3-7D6C47AB4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049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53 h 9"/>
                  <a:gd name="T4" fmla="*/ 247 w 9"/>
                  <a:gd name="T5" fmla="*/ 317 h 9"/>
                  <a:gd name="T6" fmla="*/ 66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8" y="3"/>
                      <a:pt x="9" y="5"/>
                      <a:pt x="8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6" name="Freeform 307">
                <a:extLst>
                  <a:ext uri="{FF2B5EF4-FFF2-40B4-BE49-F238E27FC236}">
                    <a16:creationId xmlns:a16="http://schemas.microsoft.com/office/drawing/2014/main" id="{5143831D-4F0F-4224-91ED-AAAFE12CA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053"/>
                <a:ext cx="5" cy="5"/>
              </a:xfrm>
              <a:custGeom>
                <a:avLst/>
                <a:gdLst>
                  <a:gd name="T0" fmla="*/ 0 w 3"/>
                  <a:gd name="T1" fmla="*/ 22 h 3"/>
                  <a:gd name="T2" fmla="*/ 37 w 3"/>
                  <a:gd name="T3" fmla="*/ 0 h 3"/>
                  <a:gd name="T4" fmla="*/ 37 w 3"/>
                  <a:gd name="T5" fmla="*/ 37 h 3"/>
                  <a:gd name="T6" fmla="*/ 0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7" name="Freeform 308">
                <a:extLst>
                  <a:ext uri="{FF2B5EF4-FFF2-40B4-BE49-F238E27FC236}">
                    <a16:creationId xmlns:a16="http://schemas.microsoft.com/office/drawing/2014/main" id="{05CFB650-E377-4E62-94AA-7522AD497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064"/>
                <a:ext cx="16" cy="17"/>
              </a:xfrm>
              <a:custGeom>
                <a:avLst/>
                <a:gdLst>
                  <a:gd name="T0" fmla="*/ 66 w 9"/>
                  <a:gd name="T1" fmla="*/ 100 h 9"/>
                  <a:gd name="T2" fmla="*/ 208 w 9"/>
                  <a:gd name="T3" fmla="*/ 53 h 9"/>
                  <a:gd name="T4" fmla="*/ 247 w 9"/>
                  <a:gd name="T5" fmla="*/ 317 h 9"/>
                  <a:gd name="T6" fmla="*/ 89 w 9"/>
                  <a:gd name="T7" fmla="*/ 357 h 9"/>
                  <a:gd name="T8" fmla="*/ 66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8" name="Freeform 309">
                <a:extLst>
                  <a:ext uri="{FF2B5EF4-FFF2-40B4-BE49-F238E27FC236}">
                    <a16:creationId xmlns:a16="http://schemas.microsoft.com/office/drawing/2014/main" id="{D6A799D8-0711-4068-9D27-B384E02D6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068"/>
                <a:ext cx="5" cy="5"/>
              </a:xfrm>
              <a:custGeom>
                <a:avLst/>
                <a:gdLst>
                  <a:gd name="T0" fmla="*/ 22 w 3"/>
                  <a:gd name="T1" fmla="*/ 22 h 3"/>
                  <a:gd name="T2" fmla="*/ 37 w 3"/>
                  <a:gd name="T3" fmla="*/ 0 h 3"/>
                  <a:gd name="T4" fmla="*/ 62 w 3"/>
                  <a:gd name="T5" fmla="*/ 37 h 3"/>
                  <a:gd name="T6" fmla="*/ 22 w 3"/>
                  <a:gd name="T7" fmla="*/ 62 h 3"/>
                  <a:gd name="T8" fmla="*/ 2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9" name="Freeform 310">
                <a:extLst>
                  <a:ext uri="{FF2B5EF4-FFF2-40B4-BE49-F238E27FC236}">
                    <a16:creationId xmlns:a16="http://schemas.microsoft.com/office/drawing/2014/main" id="{909EB3A2-F389-47A0-B174-2D41E2730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079"/>
                <a:ext cx="15" cy="16"/>
              </a:xfrm>
              <a:custGeom>
                <a:avLst/>
                <a:gdLst>
                  <a:gd name="T0" fmla="*/ 22 w 9"/>
                  <a:gd name="T1" fmla="*/ 66 h 9"/>
                  <a:gd name="T2" fmla="*/ 153 w 9"/>
                  <a:gd name="T3" fmla="*/ 37 h 9"/>
                  <a:gd name="T4" fmla="*/ 172 w 9"/>
                  <a:gd name="T5" fmla="*/ 208 h 9"/>
                  <a:gd name="T6" fmla="*/ 37 w 9"/>
                  <a:gd name="T7" fmla="*/ 247 h 9"/>
                  <a:gd name="T8" fmla="*/ 22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8" y="2"/>
                      <a:pt x="9" y="5"/>
                      <a:pt x="8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0" name="Freeform 311">
                <a:extLst>
                  <a:ext uri="{FF2B5EF4-FFF2-40B4-BE49-F238E27FC236}">
                    <a16:creationId xmlns:a16="http://schemas.microsoft.com/office/drawing/2014/main" id="{AD68FD24-01F2-4A90-9CC6-31CE4A148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082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37 w 3"/>
                  <a:gd name="T5" fmla="*/ 128 h 3"/>
                  <a:gd name="T6" fmla="*/ 0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1" name="Freeform 312">
                <a:extLst>
                  <a:ext uri="{FF2B5EF4-FFF2-40B4-BE49-F238E27FC236}">
                    <a16:creationId xmlns:a16="http://schemas.microsoft.com/office/drawing/2014/main" id="{D6169D87-FC30-4C4F-AF4C-8ABD7BFE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094"/>
                <a:ext cx="16" cy="16"/>
              </a:xfrm>
              <a:custGeom>
                <a:avLst/>
                <a:gdLst>
                  <a:gd name="T0" fmla="*/ 66 w 9"/>
                  <a:gd name="T1" fmla="*/ 66 h 9"/>
                  <a:gd name="T2" fmla="*/ 208 w 9"/>
                  <a:gd name="T3" fmla="*/ 37 h 9"/>
                  <a:gd name="T4" fmla="*/ 247 w 9"/>
                  <a:gd name="T5" fmla="*/ 208 h 9"/>
                  <a:gd name="T6" fmla="*/ 66 w 9"/>
                  <a:gd name="T7" fmla="*/ 208 h 9"/>
                  <a:gd name="T8" fmla="*/ 66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6" y="9"/>
                      <a:pt x="4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2" name="Freeform 313">
                <a:extLst>
                  <a:ext uri="{FF2B5EF4-FFF2-40B4-BE49-F238E27FC236}">
                    <a16:creationId xmlns:a16="http://schemas.microsoft.com/office/drawing/2014/main" id="{67912899-47F5-4172-B9B7-9F2911544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097"/>
                <a:ext cx="6" cy="6"/>
              </a:xfrm>
              <a:custGeom>
                <a:avLst/>
                <a:gdLst>
                  <a:gd name="T0" fmla="*/ 64 w 3"/>
                  <a:gd name="T1" fmla="*/ 0 h 3"/>
                  <a:gd name="T2" fmla="*/ 192 w 3"/>
                  <a:gd name="T3" fmla="*/ 0 h 3"/>
                  <a:gd name="T4" fmla="*/ 192 w 3"/>
                  <a:gd name="T5" fmla="*/ 128 h 3"/>
                  <a:gd name="T6" fmla="*/ 64 w 3"/>
                  <a:gd name="T7" fmla="*/ 128 h 3"/>
                  <a:gd name="T8" fmla="*/ 64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3" name="Freeform 314">
                <a:extLst>
                  <a:ext uri="{FF2B5EF4-FFF2-40B4-BE49-F238E27FC236}">
                    <a16:creationId xmlns:a16="http://schemas.microsoft.com/office/drawing/2014/main" id="{5FCB7CD1-108F-45C8-AF1B-D3B7BEF90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108"/>
                <a:ext cx="16" cy="17"/>
              </a:xfrm>
              <a:custGeom>
                <a:avLst/>
                <a:gdLst>
                  <a:gd name="T0" fmla="*/ 37 w 9"/>
                  <a:gd name="T1" fmla="*/ 53 h 9"/>
                  <a:gd name="T2" fmla="*/ 208 w 9"/>
                  <a:gd name="T3" fmla="*/ 53 h 9"/>
                  <a:gd name="T4" fmla="*/ 208 w 9"/>
                  <a:gd name="T5" fmla="*/ 317 h 9"/>
                  <a:gd name="T6" fmla="*/ 66 w 9"/>
                  <a:gd name="T7" fmla="*/ 317 h 9"/>
                  <a:gd name="T8" fmla="*/ 37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1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ubicBezTo>
                      <a:pt x="6" y="8"/>
                      <a:pt x="3" y="9"/>
                      <a:pt x="2" y="7"/>
                    </a:cubicBezTo>
                    <a:cubicBezTo>
                      <a:pt x="0" y="6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4" name="Freeform 315">
                <a:extLst>
                  <a:ext uri="{FF2B5EF4-FFF2-40B4-BE49-F238E27FC236}">
                    <a16:creationId xmlns:a16="http://schemas.microsoft.com/office/drawing/2014/main" id="{37276D0B-8B21-49F1-8BCB-F7F7F25B2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112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0 h 3"/>
                  <a:gd name="T4" fmla="*/ 37 w 3"/>
                  <a:gd name="T5" fmla="*/ 128 h 3"/>
                  <a:gd name="T6" fmla="*/ 0 w 3"/>
                  <a:gd name="T7" fmla="*/ 1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5" name="Freeform 316">
                <a:extLst>
                  <a:ext uri="{FF2B5EF4-FFF2-40B4-BE49-F238E27FC236}">
                    <a16:creationId xmlns:a16="http://schemas.microsoft.com/office/drawing/2014/main" id="{73DBEF37-B32F-458A-AFF5-C023ED148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121"/>
                <a:ext cx="14" cy="17"/>
              </a:xfrm>
              <a:custGeom>
                <a:avLst/>
                <a:gdLst>
                  <a:gd name="T0" fmla="*/ 37 w 8"/>
                  <a:gd name="T1" fmla="*/ 100 h 9"/>
                  <a:gd name="T2" fmla="*/ 200 w 8"/>
                  <a:gd name="T3" fmla="*/ 100 h 9"/>
                  <a:gd name="T4" fmla="*/ 200 w 8"/>
                  <a:gd name="T5" fmla="*/ 357 h 9"/>
                  <a:gd name="T6" fmla="*/ 37 w 8"/>
                  <a:gd name="T7" fmla="*/ 357 h 9"/>
                  <a:gd name="T8" fmla="*/ 37 w 8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2" y="1"/>
                      <a:pt x="5" y="0"/>
                      <a:pt x="7" y="2"/>
                    </a:cubicBezTo>
                    <a:cubicBezTo>
                      <a:pt x="8" y="3"/>
                      <a:pt x="8" y="6"/>
                      <a:pt x="7" y="8"/>
                    </a:cubicBezTo>
                    <a:cubicBezTo>
                      <a:pt x="5" y="9"/>
                      <a:pt x="3" y="9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6" name="Freeform 317">
                <a:extLst>
                  <a:ext uri="{FF2B5EF4-FFF2-40B4-BE49-F238E27FC236}">
                    <a16:creationId xmlns:a16="http://schemas.microsoft.com/office/drawing/2014/main" id="{06AED1D4-A52D-412D-BA22-825541A06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125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62 w 3"/>
                  <a:gd name="T3" fmla="*/ 64 h 3"/>
                  <a:gd name="T4" fmla="*/ 62 w 3"/>
                  <a:gd name="T5" fmla="*/ 192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7" name="Freeform 318">
                <a:extLst>
                  <a:ext uri="{FF2B5EF4-FFF2-40B4-BE49-F238E27FC236}">
                    <a16:creationId xmlns:a16="http://schemas.microsoft.com/office/drawing/2014/main" id="{8EE7E2F1-9B51-4899-B48B-ABCFB472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136"/>
                <a:ext cx="15" cy="17"/>
              </a:xfrm>
              <a:custGeom>
                <a:avLst/>
                <a:gdLst>
                  <a:gd name="T0" fmla="*/ 37 w 9"/>
                  <a:gd name="T1" fmla="*/ 100 h 9"/>
                  <a:gd name="T2" fmla="*/ 153 w 9"/>
                  <a:gd name="T3" fmla="*/ 100 h 9"/>
                  <a:gd name="T4" fmla="*/ 172 w 9"/>
                  <a:gd name="T5" fmla="*/ 357 h 9"/>
                  <a:gd name="T6" fmla="*/ 37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1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8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8" name="Freeform 319">
                <a:extLst>
                  <a:ext uri="{FF2B5EF4-FFF2-40B4-BE49-F238E27FC236}">
                    <a16:creationId xmlns:a16="http://schemas.microsoft.com/office/drawing/2014/main" id="{695224BA-F6B0-4AFB-BA50-14F693929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140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62 w 3"/>
                  <a:gd name="T3" fmla="*/ 64 h 3"/>
                  <a:gd name="T4" fmla="*/ 62 w 3"/>
                  <a:gd name="T5" fmla="*/ 192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9" name="Freeform 320">
                <a:extLst>
                  <a:ext uri="{FF2B5EF4-FFF2-40B4-BE49-F238E27FC236}">
                    <a16:creationId xmlns:a16="http://schemas.microsoft.com/office/drawing/2014/main" id="{BDE6C982-BCB5-4A4C-98B1-BECCB5F0A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153"/>
                <a:ext cx="16" cy="17"/>
              </a:xfrm>
              <a:custGeom>
                <a:avLst/>
                <a:gdLst>
                  <a:gd name="T0" fmla="*/ 37 w 9"/>
                  <a:gd name="T1" fmla="*/ 53 h 9"/>
                  <a:gd name="T2" fmla="*/ 208 w 9"/>
                  <a:gd name="T3" fmla="*/ 53 h 9"/>
                  <a:gd name="T4" fmla="*/ 208 w 9"/>
                  <a:gd name="T5" fmla="*/ 317 h 9"/>
                  <a:gd name="T6" fmla="*/ 37 w 9"/>
                  <a:gd name="T7" fmla="*/ 317 h 9"/>
                  <a:gd name="T8" fmla="*/ 37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1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ubicBezTo>
                      <a:pt x="6" y="8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0" name="Freeform 321">
                <a:extLst>
                  <a:ext uri="{FF2B5EF4-FFF2-40B4-BE49-F238E27FC236}">
                    <a16:creationId xmlns:a16="http://schemas.microsoft.com/office/drawing/2014/main" id="{47881F85-24ED-40E8-B92C-1503E661F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157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0 h 3"/>
                  <a:gd name="T4" fmla="*/ 37 w 3"/>
                  <a:gd name="T5" fmla="*/ 37 h 3"/>
                  <a:gd name="T6" fmla="*/ 0 w 3"/>
                  <a:gd name="T7" fmla="*/ 37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1" name="Freeform 322">
                <a:extLst>
                  <a:ext uri="{FF2B5EF4-FFF2-40B4-BE49-F238E27FC236}">
                    <a16:creationId xmlns:a16="http://schemas.microsoft.com/office/drawing/2014/main" id="{B9DB5BAF-0769-4C00-85FC-F0A9872E9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770"/>
                <a:ext cx="14" cy="17"/>
              </a:xfrm>
              <a:custGeom>
                <a:avLst/>
                <a:gdLst>
                  <a:gd name="T0" fmla="*/ 0 w 8"/>
                  <a:gd name="T1" fmla="*/ 189 h 9"/>
                  <a:gd name="T2" fmla="*/ 151 w 8"/>
                  <a:gd name="T3" fmla="*/ 53 h 9"/>
                  <a:gd name="T4" fmla="*/ 236 w 8"/>
                  <a:gd name="T5" fmla="*/ 213 h 9"/>
                  <a:gd name="T6" fmla="*/ 86 w 8"/>
                  <a:gd name="T7" fmla="*/ 402 h 9"/>
                  <a:gd name="T8" fmla="*/ 0 w 8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8" y="7"/>
                      <a:pt x="6" y="9"/>
                      <a:pt x="3" y="9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2" name="Freeform 323">
                <a:extLst>
                  <a:ext uri="{FF2B5EF4-FFF2-40B4-BE49-F238E27FC236}">
                    <a16:creationId xmlns:a16="http://schemas.microsoft.com/office/drawing/2014/main" id="{6BD427FC-3F07-4188-BBD2-12F4DF31D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774"/>
                <a:ext cx="5" cy="5"/>
              </a:xfrm>
              <a:custGeom>
                <a:avLst/>
                <a:gdLst>
                  <a:gd name="T0" fmla="*/ 0 w 3"/>
                  <a:gd name="T1" fmla="*/ 22 h 3"/>
                  <a:gd name="T2" fmla="*/ 37 w 3"/>
                  <a:gd name="T3" fmla="*/ 0 h 3"/>
                  <a:gd name="T4" fmla="*/ 62 w 3"/>
                  <a:gd name="T5" fmla="*/ 37 h 3"/>
                  <a:gd name="T6" fmla="*/ 22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3" name="Freeform 324">
                <a:extLst>
                  <a:ext uri="{FF2B5EF4-FFF2-40B4-BE49-F238E27FC236}">
                    <a16:creationId xmlns:a16="http://schemas.microsoft.com/office/drawing/2014/main" id="{B422FE99-A9E5-4D0B-BA58-C100D93E4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781"/>
                <a:ext cx="16" cy="17"/>
              </a:xfrm>
              <a:custGeom>
                <a:avLst/>
                <a:gdLst>
                  <a:gd name="T0" fmla="*/ 37 w 9"/>
                  <a:gd name="T1" fmla="*/ 189 h 9"/>
                  <a:gd name="T2" fmla="*/ 158 w 9"/>
                  <a:gd name="T3" fmla="*/ 53 h 9"/>
                  <a:gd name="T4" fmla="*/ 281 w 9"/>
                  <a:gd name="T5" fmla="*/ 213 h 9"/>
                  <a:gd name="T6" fmla="*/ 117 w 9"/>
                  <a:gd name="T7" fmla="*/ 402 h 9"/>
                  <a:gd name="T8" fmla="*/ 37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8" y="1"/>
                      <a:pt x="9" y="3"/>
                      <a:pt x="9" y="5"/>
                    </a:cubicBez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4" name="Freeform 325">
                <a:extLst>
                  <a:ext uri="{FF2B5EF4-FFF2-40B4-BE49-F238E27FC236}">
                    <a16:creationId xmlns:a16="http://schemas.microsoft.com/office/drawing/2014/main" id="{C0BD0EF7-E46C-4241-84EB-2E1A7AE78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785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22 w 3"/>
                  <a:gd name="T3" fmla="*/ 0 h 3"/>
                  <a:gd name="T4" fmla="*/ 37 w 3"/>
                  <a:gd name="T5" fmla="*/ 128 h 3"/>
                  <a:gd name="T6" fmla="*/ 22 w 3"/>
                  <a:gd name="T7" fmla="*/ 192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5" name="Freeform 326">
                <a:extLst>
                  <a:ext uri="{FF2B5EF4-FFF2-40B4-BE49-F238E27FC236}">
                    <a16:creationId xmlns:a16="http://schemas.microsoft.com/office/drawing/2014/main" id="{120A4FE9-21CC-4A0A-8B78-8A608A710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794"/>
                <a:ext cx="15" cy="17"/>
              </a:xfrm>
              <a:custGeom>
                <a:avLst/>
                <a:gdLst>
                  <a:gd name="T0" fmla="*/ 22 w 9"/>
                  <a:gd name="T1" fmla="*/ 144 h 9"/>
                  <a:gd name="T2" fmla="*/ 130 w 9"/>
                  <a:gd name="T3" fmla="*/ 0 h 9"/>
                  <a:gd name="T4" fmla="*/ 195 w 9"/>
                  <a:gd name="T5" fmla="*/ 213 h 9"/>
                  <a:gd name="T6" fmla="*/ 92 w 9"/>
                  <a:gd name="T7" fmla="*/ 357 h 9"/>
                  <a:gd name="T8" fmla="*/ 22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9" y="5"/>
                    </a:cubicBezTo>
                    <a:cubicBezTo>
                      <a:pt x="8" y="7"/>
                      <a:pt x="6" y="9"/>
                      <a:pt x="4" y="8"/>
                    </a:cubicBezTo>
                    <a:cubicBezTo>
                      <a:pt x="2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6" name="Freeform 327">
                <a:extLst>
                  <a:ext uri="{FF2B5EF4-FFF2-40B4-BE49-F238E27FC236}">
                    <a16:creationId xmlns:a16="http://schemas.microsoft.com/office/drawing/2014/main" id="{AD1B7A2B-73E3-4F4A-88CD-5CCD89115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798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22 w 3"/>
                  <a:gd name="T7" fmla="*/ 128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7" name="Freeform 328">
                <a:extLst>
                  <a:ext uri="{FF2B5EF4-FFF2-40B4-BE49-F238E27FC236}">
                    <a16:creationId xmlns:a16="http://schemas.microsoft.com/office/drawing/2014/main" id="{14F0E490-EACB-429E-9747-6970326AC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806"/>
                <a:ext cx="16" cy="16"/>
              </a:xfrm>
              <a:custGeom>
                <a:avLst/>
                <a:gdLst>
                  <a:gd name="T0" fmla="*/ 37 w 9"/>
                  <a:gd name="T1" fmla="*/ 89 h 9"/>
                  <a:gd name="T2" fmla="*/ 203 w 9"/>
                  <a:gd name="T3" fmla="*/ 0 h 9"/>
                  <a:gd name="T4" fmla="*/ 247 w 9"/>
                  <a:gd name="T5" fmla="*/ 158 h 9"/>
                  <a:gd name="T6" fmla="*/ 89 w 9"/>
                  <a:gd name="T7" fmla="*/ 247 h 9"/>
                  <a:gd name="T8" fmla="*/ 37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8" y="5"/>
                    </a:cubicBezTo>
                    <a:cubicBezTo>
                      <a:pt x="8" y="7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8" name="Freeform 329">
                <a:extLst>
                  <a:ext uri="{FF2B5EF4-FFF2-40B4-BE49-F238E27FC236}">
                    <a16:creationId xmlns:a16="http://schemas.microsoft.com/office/drawing/2014/main" id="{4F17A8A4-F54E-4899-A1A1-A8797D20C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1809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37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9" name="Freeform 330">
                <a:extLst>
                  <a:ext uri="{FF2B5EF4-FFF2-40B4-BE49-F238E27FC236}">
                    <a16:creationId xmlns:a16="http://schemas.microsoft.com/office/drawing/2014/main" id="{AF3C087A-FCCD-4B67-B5B0-AF31AF329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817"/>
                <a:ext cx="16" cy="16"/>
              </a:xfrm>
              <a:custGeom>
                <a:avLst/>
                <a:gdLst>
                  <a:gd name="T0" fmla="*/ 0 w 9"/>
                  <a:gd name="T1" fmla="*/ 89 h 9"/>
                  <a:gd name="T2" fmla="*/ 203 w 9"/>
                  <a:gd name="T3" fmla="*/ 37 h 9"/>
                  <a:gd name="T4" fmla="*/ 247 w 9"/>
                  <a:gd name="T5" fmla="*/ 203 h 9"/>
                  <a:gd name="T6" fmla="*/ 89 w 9"/>
                  <a:gd name="T7" fmla="*/ 247 h 9"/>
                  <a:gd name="T8" fmla="*/ 0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1"/>
                      <a:pt x="3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8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0" name="Freeform 331">
                <a:extLst>
                  <a:ext uri="{FF2B5EF4-FFF2-40B4-BE49-F238E27FC236}">
                    <a16:creationId xmlns:a16="http://schemas.microsoft.com/office/drawing/2014/main" id="{C64D31EA-F934-407E-A3B5-23864D48C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820"/>
                <a:ext cx="6" cy="6"/>
              </a:xfrm>
              <a:custGeom>
                <a:avLst/>
                <a:gdLst>
                  <a:gd name="T0" fmla="*/ 64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64 w 3"/>
                  <a:gd name="T7" fmla="*/ 192 h 3"/>
                  <a:gd name="T8" fmla="*/ 64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1" name="Freeform 332">
                <a:extLst>
                  <a:ext uri="{FF2B5EF4-FFF2-40B4-BE49-F238E27FC236}">
                    <a16:creationId xmlns:a16="http://schemas.microsoft.com/office/drawing/2014/main" id="{8B1D4007-DB61-42AE-B023-0FDA8ED7A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830"/>
                <a:ext cx="15" cy="16"/>
              </a:xfrm>
              <a:custGeom>
                <a:avLst/>
                <a:gdLst>
                  <a:gd name="T0" fmla="*/ 0 w 9"/>
                  <a:gd name="T1" fmla="*/ 89 h 9"/>
                  <a:gd name="T2" fmla="*/ 103 w 9"/>
                  <a:gd name="T3" fmla="*/ 0 h 9"/>
                  <a:gd name="T4" fmla="*/ 172 w 9"/>
                  <a:gd name="T5" fmla="*/ 158 h 9"/>
                  <a:gd name="T6" fmla="*/ 62 w 9"/>
                  <a:gd name="T7" fmla="*/ 247 h 9"/>
                  <a:gd name="T8" fmla="*/ 0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8" y="1"/>
                      <a:pt x="9" y="3"/>
                      <a:pt x="8" y="5"/>
                    </a:cubicBezTo>
                    <a:cubicBezTo>
                      <a:pt x="7" y="7"/>
                      <a:pt x="5" y="9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2" name="Freeform 333">
                <a:extLst>
                  <a:ext uri="{FF2B5EF4-FFF2-40B4-BE49-F238E27FC236}">
                    <a16:creationId xmlns:a16="http://schemas.microsoft.com/office/drawing/2014/main" id="{3918F3B4-8470-492A-B21C-50917D47C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833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22 w 3"/>
                  <a:gd name="T7" fmla="*/ 128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3" name="Freeform 334">
                <a:extLst>
                  <a:ext uri="{FF2B5EF4-FFF2-40B4-BE49-F238E27FC236}">
                    <a16:creationId xmlns:a16="http://schemas.microsoft.com/office/drawing/2014/main" id="{EB555A3D-42CE-469C-A9CE-62F8D91A5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841"/>
                <a:ext cx="15" cy="17"/>
              </a:xfrm>
              <a:custGeom>
                <a:avLst/>
                <a:gdLst>
                  <a:gd name="T0" fmla="*/ 22 w 9"/>
                  <a:gd name="T1" fmla="*/ 189 h 9"/>
                  <a:gd name="T2" fmla="*/ 130 w 9"/>
                  <a:gd name="T3" fmla="*/ 53 h 9"/>
                  <a:gd name="T4" fmla="*/ 195 w 9"/>
                  <a:gd name="T5" fmla="*/ 272 h 9"/>
                  <a:gd name="T6" fmla="*/ 92 w 9"/>
                  <a:gd name="T7" fmla="*/ 402 h 9"/>
                  <a:gd name="T8" fmla="*/ 22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2" y="2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4" name="Freeform 335">
                <a:extLst>
                  <a:ext uri="{FF2B5EF4-FFF2-40B4-BE49-F238E27FC236}">
                    <a16:creationId xmlns:a16="http://schemas.microsoft.com/office/drawing/2014/main" id="{4F01800C-F722-41C9-A8F8-86C0CB859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845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22 h 3"/>
                  <a:gd name="T4" fmla="*/ 62 w 3"/>
                  <a:gd name="T5" fmla="*/ 37 h 3"/>
                  <a:gd name="T6" fmla="*/ 22 w 3"/>
                  <a:gd name="T7" fmla="*/ 62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5" name="Freeform 336">
                <a:extLst>
                  <a:ext uri="{FF2B5EF4-FFF2-40B4-BE49-F238E27FC236}">
                    <a16:creationId xmlns:a16="http://schemas.microsoft.com/office/drawing/2014/main" id="{52B27EF5-52AD-4EBC-8989-0E8A8D77E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854"/>
                <a:ext cx="16" cy="17"/>
              </a:xfrm>
              <a:custGeom>
                <a:avLst/>
                <a:gdLst>
                  <a:gd name="T0" fmla="*/ 37 w 9"/>
                  <a:gd name="T1" fmla="*/ 189 h 9"/>
                  <a:gd name="T2" fmla="*/ 203 w 9"/>
                  <a:gd name="T3" fmla="*/ 53 h 9"/>
                  <a:gd name="T4" fmla="*/ 247 w 9"/>
                  <a:gd name="T5" fmla="*/ 272 h 9"/>
                  <a:gd name="T6" fmla="*/ 89 w 9"/>
                  <a:gd name="T7" fmla="*/ 402 h 9"/>
                  <a:gd name="T8" fmla="*/ 37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1" y="2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8" y="8"/>
                      <a:pt x="5" y="9"/>
                      <a:pt x="3" y="9"/>
                    </a:cubicBezTo>
                    <a:cubicBezTo>
                      <a:pt x="1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6" name="Freeform 337">
                <a:extLst>
                  <a:ext uri="{FF2B5EF4-FFF2-40B4-BE49-F238E27FC236}">
                    <a16:creationId xmlns:a16="http://schemas.microsoft.com/office/drawing/2014/main" id="{8FD45C0A-2687-4F50-AA48-90D5279F2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859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22 w 3"/>
                  <a:gd name="T3" fmla="*/ 0 h 3"/>
                  <a:gd name="T4" fmla="*/ 37 w 3"/>
                  <a:gd name="T5" fmla="*/ 64 h 3"/>
                  <a:gd name="T6" fmla="*/ 22 w 3"/>
                  <a:gd name="T7" fmla="*/ 128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7" name="Freeform 338">
                <a:extLst>
                  <a:ext uri="{FF2B5EF4-FFF2-40B4-BE49-F238E27FC236}">
                    <a16:creationId xmlns:a16="http://schemas.microsoft.com/office/drawing/2014/main" id="{B5ABBAB0-2185-4B33-AA77-88FF3A280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869"/>
                <a:ext cx="16" cy="16"/>
              </a:xfrm>
              <a:custGeom>
                <a:avLst/>
                <a:gdLst>
                  <a:gd name="T0" fmla="*/ 37 w 9"/>
                  <a:gd name="T1" fmla="*/ 66 h 9"/>
                  <a:gd name="T2" fmla="*/ 203 w 9"/>
                  <a:gd name="T3" fmla="*/ 0 h 9"/>
                  <a:gd name="T4" fmla="*/ 247 w 9"/>
                  <a:gd name="T5" fmla="*/ 203 h 9"/>
                  <a:gd name="T6" fmla="*/ 89 w 9"/>
                  <a:gd name="T7" fmla="*/ 247 h 9"/>
                  <a:gd name="T8" fmla="*/ 37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8" y="1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8" name="Freeform 339">
                <a:extLst>
                  <a:ext uri="{FF2B5EF4-FFF2-40B4-BE49-F238E27FC236}">
                    <a16:creationId xmlns:a16="http://schemas.microsoft.com/office/drawing/2014/main" id="{802558E0-64AE-42E6-8FF0-CB2400061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872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64 w 3"/>
                  <a:gd name="T7" fmla="*/ 128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9" name="Freeform 340">
                <a:extLst>
                  <a:ext uri="{FF2B5EF4-FFF2-40B4-BE49-F238E27FC236}">
                    <a16:creationId xmlns:a16="http://schemas.microsoft.com/office/drawing/2014/main" id="{1AAA0A35-0621-4257-9586-AF71ECA5E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880"/>
                <a:ext cx="16" cy="18"/>
              </a:xfrm>
              <a:custGeom>
                <a:avLst/>
                <a:gdLst>
                  <a:gd name="T0" fmla="*/ 37 w 9"/>
                  <a:gd name="T1" fmla="*/ 94 h 10"/>
                  <a:gd name="T2" fmla="*/ 203 w 9"/>
                  <a:gd name="T3" fmla="*/ 41 h 10"/>
                  <a:gd name="T4" fmla="*/ 247 w 9"/>
                  <a:gd name="T5" fmla="*/ 239 h 10"/>
                  <a:gd name="T6" fmla="*/ 89 w 9"/>
                  <a:gd name="T7" fmla="*/ 304 h 10"/>
                  <a:gd name="T8" fmla="*/ 37 w 9"/>
                  <a:gd name="T9" fmla="*/ 9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ubicBezTo>
                      <a:pt x="7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0" name="Freeform 341">
                <a:extLst>
                  <a:ext uri="{FF2B5EF4-FFF2-40B4-BE49-F238E27FC236}">
                    <a16:creationId xmlns:a16="http://schemas.microsoft.com/office/drawing/2014/main" id="{28FEE673-D4E8-404F-BF8B-7716F3E79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884"/>
                <a:ext cx="7" cy="5"/>
              </a:xfrm>
              <a:custGeom>
                <a:avLst/>
                <a:gdLst>
                  <a:gd name="T0" fmla="*/ 37 w 4"/>
                  <a:gd name="T1" fmla="*/ 22 h 3"/>
                  <a:gd name="T2" fmla="*/ 86 w 4"/>
                  <a:gd name="T3" fmla="*/ 22 h 3"/>
                  <a:gd name="T4" fmla="*/ 86 w 4"/>
                  <a:gd name="T5" fmla="*/ 62 h 3"/>
                  <a:gd name="T6" fmla="*/ 37 w 4"/>
                  <a:gd name="T7" fmla="*/ 62 h 3"/>
                  <a:gd name="T8" fmla="*/ 37 w 4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1" name="Freeform 342">
                <a:extLst>
                  <a:ext uri="{FF2B5EF4-FFF2-40B4-BE49-F238E27FC236}">
                    <a16:creationId xmlns:a16="http://schemas.microsoft.com/office/drawing/2014/main" id="{AA4AAD96-7859-4B0A-B334-F6FE58701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893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53 h 9"/>
                  <a:gd name="T4" fmla="*/ 247 w 9"/>
                  <a:gd name="T5" fmla="*/ 317 h 9"/>
                  <a:gd name="T6" fmla="*/ 66 w 9"/>
                  <a:gd name="T7" fmla="*/ 402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ubicBezTo>
                      <a:pt x="7" y="9"/>
                      <a:pt x="4" y="9"/>
                      <a:pt x="2" y="9"/>
                    </a:cubicBezTo>
                    <a:cubicBezTo>
                      <a:pt x="0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2" name="Freeform 343">
                <a:extLst>
                  <a:ext uri="{FF2B5EF4-FFF2-40B4-BE49-F238E27FC236}">
                    <a16:creationId xmlns:a16="http://schemas.microsoft.com/office/drawing/2014/main" id="{18508F8E-E036-4E9C-B7C5-4E7892136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897"/>
                <a:ext cx="6" cy="5"/>
              </a:xfrm>
              <a:custGeom>
                <a:avLst/>
                <a:gdLst>
                  <a:gd name="T0" fmla="*/ 64 w 3"/>
                  <a:gd name="T1" fmla="*/ 22 h 3"/>
                  <a:gd name="T2" fmla="*/ 128 w 3"/>
                  <a:gd name="T3" fmla="*/ 22 h 3"/>
                  <a:gd name="T4" fmla="*/ 192 w 3"/>
                  <a:gd name="T5" fmla="*/ 37 h 3"/>
                  <a:gd name="T6" fmla="*/ 64 w 3"/>
                  <a:gd name="T7" fmla="*/ 62 h 3"/>
                  <a:gd name="T8" fmla="*/ 64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3" name="Freeform 344">
                <a:extLst>
                  <a:ext uri="{FF2B5EF4-FFF2-40B4-BE49-F238E27FC236}">
                    <a16:creationId xmlns:a16="http://schemas.microsoft.com/office/drawing/2014/main" id="{D4F3F511-1814-40BA-95A0-03AF27F03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1908"/>
                <a:ext cx="16" cy="16"/>
              </a:xfrm>
              <a:custGeom>
                <a:avLst/>
                <a:gdLst>
                  <a:gd name="T0" fmla="*/ 37 w 9"/>
                  <a:gd name="T1" fmla="*/ 66 h 9"/>
                  <a:gd name="T2" fmla="*/ 203 w 9"/>
                  <a:gd name="T3" fmla="*/ 0 h 9"/>
                  <a:gd name="T4" fmla="*/ 247 w 9"/>
                  <a:gd name="T5" fmla="*/ 203 h 9"/>
                  <a:gd name="T6" fmla="*/ 66 w 9"/>
                  <a:gd name="T7" fmla="*/ 247 h 9"/>
                  <a:gd name="T8" fmla="*/ 37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8" y="1"/>
                      <a:pt x="9" y="4"/>
                      <a:pt x="8" y="6"/>
                    </a:cubicBezTo>
                    <a:cubicBezTo>
                      <a:pt x="7" y="8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4" name="Freeform 345">
                <a:extLst>
                  <a:ext uri="{FF2B5EF4-FFF2-40B4-BE49-F238E27FC236}">
                    <a16:creationId xmlns:a16="http://schemas.microsoft.com/office/drawing/2014/main" id="{0CD6C67B-7619-4629-9AE5-DA3E0835B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1911"/>
                <a:ext cx="6" cy="6"/>
              </a:xfrm>
              <a:custGeom>
                <a:avLst/>
                <a:gdLst>
                  <a:gd name="T0" fmla="*/ 64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64 w 3"/>
                  <a:gd name="T7" fmla="*/ 128 h 3"/>
                  <a:gd name="T8" fmla="*/ 64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5" name="Freeform 346">
                <a:extLst>
                  <a:ext uri="{FF2B5EF4-FFF2-40B4-BE49-F238E27FC236}">
                    <a16:creationId xmlns:a16="http://schemas.microsoft.com/office/drawing/2014/main" id="{DB022898-8742-4B5D-ABA4-3640F4FFD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921"/>
                <a:ext cx="16" cy="16"/>
              </a:xfrm>
              <a:custGeom>
                <a:avLst/>
                <a:gdLst>
                  <a:gd name="T0" fmla="*/ 37 w 9"/>
                  <a:gd name="T1" fmla="*/ 89 h 9"/>
                  <a:gd name="T2" fmla="*/ 208 w 9"/>
                  <a:gd name="T3" fmla="*/ 37 h 9"/>
                  <a:gd name="T4" fmla="*/ 247 w 9"/>
                  <a:gd name="T5" fmla="*/ 203 h 9"/>
                  <a:gd name="T6" fmla="*/ 89 w 9"/>
                  <a:gd name="T7" fmla="*/ 247 h 9"/>
                  <a:gd name="T8" fmla="*/ 37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6" name="Freeform 347">
                <a:extLst>
                  <a:ext uri="{FF2B5EF4-FFF2-40B4-BE49-F238E27FC236}">
                    <a16:creationId xmlns:a16="http://schemas.microsoft.com/office/drawing/2014/main" id="{F06CB793-CA08-4D6A-949E-13D47AB52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924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64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7" name="Freeform 348">
                <a:extLst>
                  <a:ext uri="{FF2B5EF4-FFF2-40B4-BE49-F238E27FC236}">
                    <a16:creationId xmlns:a16="http://schemas.microsoft.com/office/drawing/2014/main" id="{6B882425-A651-4C61-970F-FCBE855F0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934"/>
                <a:ext cx="16" cy="18"/>
              </a:xfrm>
              <a:custGeom>
                <a:avLst/>
                <a:gdLst>
                  <a:gd name="T0" fmla="*/ 37 w 9"/>
                  <a:gd name="T1" fmla="*/ 94 h 10"/>
                  <a:gd name="T2" fmla="*/ 203 w 9"/>
                  <a:gd name="T3" fmla="*/ 41 h 10"/>
                  <a:gd name="T4" fmla="*/ 247 w 9"/>
                  <a:gd name="T5" fmla="*/ 239 h 10"/>
                  <a:gd name="T6" fmla="*/ 89 w 9"/>
                  <a:gd name="T7" fmla="*/ 304 h 10"/>
                  <a:gd name="T8" fmla="*/ 37 w 9"/>
                  <a:gd name="T9" fmla="*/ 9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ubicBezTo>
                      <a:pt x="7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8" name="Freeform 349">
                <a:extLst>
                  <a:ext uri="{FF2B5EF4-FFF2-40B4-BE49-F238E27FC236}">
                    <a16:creationId xmlns:a16="http://schemas.microsoft.com/office/drawing/2014/main" id="{CF21A2EC-7FA2-4311-832C-6C5750214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937"/>
                <a:ext cx="7" cy="8"/>
              </a:xfrm>
              <a:custGeom>
                <a:avLst/>
                <a:gdLst>
                  <a:gd name="T0" fmla="*/ 37 w 4"/>
                  <a:gd name="T1" fmla="*/ 64 h 4"/>
                  <a:gd name="T2" fmla="*/ 86 w 4"/>
                  <a:gd name="T3" fmla="*/ 64 h 4"/>
                  <a:gd name="T4" fmla="*/ 86 w 4"/>
                  <a:gd name="T5" fmla="*/ 192 h 4"/>
                  <a:gd name="T6" fmla="*/ 37 w 4"/>
                  <a:gd name="T7" fmla="*/ 192 h 4"/>
                  <a:gd name="T8" fmla="*/ 37 w 4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9" name="Freeform 350">
                <a:extLst>
                  <a:ext uri="{FF2B5EF4-FFF2-40B4-BE49-F238E27FC236}">
                    <a16:creationId xmlns:a16="http://schemas.microsoft.com/office/drawing/2014/main" id="{C50B5393-F893-44EA-A26F-B551B3E52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949"/>
                <a:ext cx="16" cy="16"/>
              </a:xfrm>
              <a:custGeom>
                <a:avLst/>
                <a:gdLst>
                  <a:gd name="T0" fmla="*/ 37 w 9"/>
                  <a:gd name="T1" fmla="*/ 89 h 9"/>
                  <a:gd name="T2" fmla="*/ 203 w 9"/>
                  <a:gd name="T3" fmla="*/ 37 h 9"/>
                  <a:gd name="T4" fmla="*/ 247 w 9"/>
                  <a:gd name="T5" fmla="*/ 203 h 9"/>
                  <a:gd name="T6" fmla="*/ 89 w 9"/>
                  <a:gd name="T7" fmla="*/ 247 h 9"/>
                  <a:gd name="T8" fmla="*/ 37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0" name="Freeform 351">
                <a:extLst>
                  <a:ext uri="{FF2B5EF4-FFF2-40B4-BE49-F238E27FC236}">
                    <a16:creationId xmlns:a16="http://schemas.microsoft.com/office/drawing/2014/main" id="{67B03A49-A3EF-4EB9-A5DF-AA651CCD1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952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1" name="Freeform 352">
                <a:extLst>
                  <a:ext uri="{FF2B5EF4-FFF2-40B4-BE49-F238E27FC236}">
                    <a16:creationId xmlns:a16="http://schemas.microsoft.com/office/drawing/2014/main" id="{DC310926-733B-4A22-B1AB-CDD293594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962"/>
                <a:ext cx="17" cy="18"/>
              </a:xfrm>
              <a:custGeom>
                <a:avLst/>
                <a:gdLst>
                  <a:gd name="T0" fmla="*/ 44 w 10"/>
                  <a:gd name="T1" fmla="*/ 94 h 10"/>
                  <a:gd name="T2" fmla="*/ 168 w 10"/>
                  <a:gd name="T3" fmla="*/ 74 h 10"/>
                  <a:gd name="T4" fmla="*/ 218 w 10"/>
                  <a:gd name="T5" fmla="*/ 239 h 10"/>
                  <a:gd name="T6" fmla="*/ 75 w 10"/>
                  <a:gd name="T7" fmla="*/ 263 h 10"/>
                  <a:gd name="T8" fmla="*/ 44 w 10"/>
                  <a:gd name="T9" fmla="*/ 9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2" y="3"/>
                    </a:moveTo>
                    <a:cubicBezTo>
                      <a:pt x="3" y="1"/>
                      <a:pt x="5" y="0"/>
                      <a:pt x="7" y="2"/>
                    </a:cubicBezTo>
                    <a:cubicBezTo>
                      <a:pt x="9" y="3"/>
                      <a:pt x="10" y="5"/>
                      <a:pt x="9" y="7"/>
                    </a:cubicBezTo>
                    <a:cubicBezTo>
                      <a:pt x="7" y="9"/>
                      <a:pt x="5" y="10"/>
                      <a:pt x="3" y="8"/>
                    </a:cubicBezTo>
                    <a:cubicBezTo>
                      <a:pt x="1" y="7"/>
                      <a:pt x="0" y="5"/>
                      <a:pt x="2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2" name="Freeform 353">
                <a:extLst>
                  <a:ext uri="{FF2B5EF4-FFF2-40B4-BE49-F238E27FC236}">
                    <a16:creationId xmlns:a16="http://schemas.microsoft.com/office/drawing/2014/main" id="{F2D463D9-EF01-4818-BD14-524419F48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965"/>
                <a:ext cx="5" cy="8"/>
              </a:xfrm>
              <a:custGeom>
                <a:avLst/>
                <a:gdLst>
                  <a:gd name="T0" fmla="*/ 22 w 3"/>
                  <a:gd name="T1" fmla="*/ 64 h 4"/>
                  <a:gd name="T2" fmla="*/ 62 w 3"/>
                  <a:gd name="T3" fmla="*/ 64 h 4"/>
                  <a:gd name="T4" fmla="*/ 62 w 3"/>
                  <a:gd name="T5" fmla="*/ 192 h 4"/>
                  <a:gd name="T6" fmla="*/ 22 w 3"/>
                  <a:gd name="T7" fmla="*/ 192 h 4"/>
                  <a:gd name="T8" fmla="*/ 22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3" name="Freeform 354">
                <a:extLst>
                  <a:ext uri="{FF2B5EF4-FFF2-40B4-BE49-F238E27FC236}">
                    <a16:creationId xmlns:a16="http://schemas.microsoft.com/office/drawing/2014/main" id="{6E54A0F4-F363-4073-BD63-8F15F280D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976"/>
                <a:ext cx="15" cy="17"/>
              </a:xfrm>
              <a:custGeom>
                <a:avLst/>
                <a:gdLst>
                  <a:gd name="T0" fmla="*/ 22 w 9"/>
                  <a:gd name="T1" fmla="*/ 144 h 9"/>
                  <a:gd name="T2" fmla="*/ 153 w 9"/>
                  <a:gd name="T3" fmla="*/ 53 h 9"/>
                  <a:gd name="T4" fmla="*/ 172 w 9"/>
                  <a:gd name="T5" fmla="*/ 317 h 9"/>
                  <a:gd name="T6" fmla="*/ 37 w 9"/>
                  <a:gd name="T7" fmla="*/ 357 h 9"/>
                  <a:gd name="T8" fmla="*/ 22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ubicBezTo>
                      <a:pt x="7" y="9"/>
                      <a:pt x="4" y="9"/>
                      <a:pt x="2" y="8"/>
                    </a:cubicBezTo>
                    <a:cubicBezTo>
                      <a:pt x="1" y="7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4" name="Freeform 355">
                <a:extLst>
                  <a:ext uri="{FF2B5EF4-FFF2-40B4-BE49-F238E27FC236}">
                    <a16:creationId xmlns:a16="http://schemas.microsoft.com/office/drawing/2014/main" id="{E8AB7814-1049-426C-B85F-197412240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980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37 w 3"/>
                  <a:gd name="T5" fmla="*/ 128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5" name="Freeform 356">
                <a:extLst>
                  <a:ext uri="{FF2B5EF4-FFF2-40B4-BE49-F238E27FC236}">
                    <a16:creationId xmlns:a16="http://schemas.microsoft.com/office/drawing/2014/main" id="{EEBA3D40-B53F-42B9-9E60-88AA97F3E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989"/>
                <a:ext cx="15" cy="19"/>
              </a:xfrm>
              <a:custGeom>
                <a:avLst/>
                <a:gdLst>
                  <a:gd name="T0" fmla="*/ 22 w 9"/>
                  <a:gd name="T1" fmla="*/ 144 h 10"/>
                  <a:gd name="T2" fmla="*/ 153 w 9"/>
                  <a:gd name="T3" fmla="*/ 105 h 10"/>
                  <a:gd name="T4" fmla="*/ 172 w 9"/>
                  <a:gd name="T5" fmla="*/ 329 h 10"/>
                  <a:gd name="T6" fmla="*/ 62 w 9"/>
                  <a:gd name="T7" fmla="*/ 380 h 10"/>
                  <a:gd name="T8" fmla="*/ 22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2" y="1"/>
                      <a:pt x="5" y="0"/>
                      <a:pt x="7" y="2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7" y="9"/>
                      <a:pt x="4" y="10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6" name="Freeform 357">
                <a:extLst>
                  <a:ext uri="{FF2B5EF4-FFF2-40B4-BE49-F238E27FC236}">
                    <a16:creationId xmlns:a16="http://schemas.microsoft.com/office/drawing/2014/main" id="{1B0389C3-CF1D-450E-B75D-A9DD0ED93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1993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64 h 3"/>
                  <a:gd name="T4" fmla="*/ 62 w 3"/>
                  <a:gd name="T5" fmla="*/ 192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7" name="Freeform 358">
                <a:extLst>
                  <a:ext uri="{FF2B5EF4-FFF2-40B4-BE49-F238E27FC236}">
                    <a16:creationId xmlns:a16="http://schemas.microsoft.com/office/drawing/2014/main" id="{F5DDBE92-296B-40A7-B457-3D866C3D1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004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53 h 9"/>
                  <a:gd name="T4" fmla="*/ 247 w 9"/>
                  <a:gd name="T5" fmla="*/ 317 h 9"/>
                  <a:gd name="T6" fmla="*/ 89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8" name="Freeform 359">
                <a:extLst>
                  <a:ext uri="{FF2B5EF4-FFF2-40B4-BE49-F238E27FC236}">
                    <a16:creationId xmlns:a16="http://schemas.microsoft.com/office/drawing/2014/main" id="{6205A7CF-D147-4F26-938E-1F8B6194A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008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9" name="Freeform 360">
                <a:extLst>
                  <a:ext uri="{FF2B5EF4-FFF2-40B4-BE49-F238E27FC236}">
                    <a16:creationId xmlns:a16="http://schemas.microsoft.com/office/drawing/2014/main" id="{F073079E-3A83-450F-827A-91F348B16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019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53 h 9"/>
                  <a:gd name="T4" fmla="*/ 247 w 9"/>
                  <a:gd name="T5" fmla="*/ 272 h 9"/>
                  <a:gd name="T6" fmla="*/ 89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0" name="Freeform 361">
                <a:extLst>
                  <a:ext uri="{FF2B5EF4-FFF2-40B4-BE49-F238E27FC236}">
                    <a16:creationId xmlns:a16="http://schemas.microsoft.com/office/drawing/2014/main" id="{445844DB-7BDE-4727-8AD2-2C51E3FA1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023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64 w 3"/>
                  <a:gd name="T7" fmla="*/ 128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1" name="Freeform 362">
                <a:extLst>
                  <a:ext uri="{FF2B5EF4-FFF2-40B4-BE49-F238E27FC236}">
                    <a16:creationId xmlns:a16="http://schemas.microsoft.com/office/drawing/2014/main" id="{EA3AC121-A61E-4DE0-8952-17ACE2343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034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53 h 9"/>
                  <a:gd name="T4" fmla="*/ 247 w 9"/>
                  <a:gd name="T5" fmla="*/ 272 h 9"/>
                  <a:gd name="T6" fmla="*/ 66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8" y="2"/>
                      <a:pt x="9" y="5"/>
                      <a:pt x="8" y="6"/>
                    </a:cubicBezTo>
                    <a:cubicBezTo>
                      <a:pt x="7" y="8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2" name="Freeform 363">
                <a:extLst>
                  <a:ext uri="{FF2B5EF4-FFF2-40B4-BE49-F238E27FC236}">
                    <a16:creationId xmlns:a16="http://schemas.microsoft.com/office/drawing/2014/main" id="{DAED8CA8-0F0E-455C-B720-E353DE57B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038"/>
                <a:ext cx="5" cy="5"/>
              </a:xfrm>
              <a:custGeom>
                <a:avLst/>
                <a:gdLst>
                  <a:gd name="T0" fmla="*/ 0 w 3"/>
                  <a:gd name="T1" fmla="*/ 22 h 3"/>
                  <a:gd name="T2" fmla="*/ 37 w 3"/>
                  <a:gd name="T3" fmla="*/ 0 h 3"/>
                  <a:gd name="T4" fmla="*/ 37 w 3"/>
                  <a:gd name="T5" fmla="*/ 37 h 3"/>
                  <a:gd name="T6" fmla="*/ 0 w 3"/>
                  <a:gd name="T7" fmla="*/ 37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3" name="Freeform 364">
                <a:extLst>
                  <a:ext uri="{FF2B5EF4-FFF2-40B4-BE49-F238E27FC236}">
                    <a16:creationId xmlns:a16="http://schemas.microsoft.com/office/drawing/2014/main" id="{F48E338D-28A6-4855-923E-B4A582BF2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047"/>
                <a:ext cx="15" cy="17"/>
              </a:xfrm>
              <a:custGeom>
                <a:avLst/>
                <a:gdLst>
                  <a:gd name="T0" fmla="*/ 22 w 9"/>
                  <a:gd name="T1" fmla="*/ 100 h 9"/>
                  <a:gd name="T2" fmla="*/ 153 w 9"/>
                  <a:gd name="T3" fmla="*/ 100 h 9"/>
                  <a:gd name="T4" fmla="*/ 153 w 9"/>
                  <a:gd name="T5" fmla="*/ 317 h 9"/>
                  <a:gd name="T6" fmla="*/ 37 w 9"/>
                  <a:gd name="T7" fmla="*/ 357 h 9"/>
                  <a:gd name="T8" fmla="*/ 22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1"/>
                      <a:pt x="5" y="0"/>
                      <a:pt x="7" y="2"/>
                    </a:cubicBezTo>
                    <a:cubicBezTo>
                      <a:pt x="8" y="3"/>
                      <a:pt x="9" y="6"/>
                      <a:pt x="7" y="7"/>
                    </a:cubicBezTo>
                    <a:cubicBezTo>
                      <a:pt x="6" y="9"/>
                      <a:pt x="3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4" name="Freeform 365">
                <a:extLst>
                  <a:ext uri="{FF2B5EF4-FFF2-40B4-BE49-F238E27FC236}">
                    <a16:creationId xmlns:a16="http://schemas.microsoft.com/office/drawing/2014/main" id="{E7062628-1D46-4F9D-BD65-F3FD0549B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051"/>
                <a:ext cx="5" cy="5"/>
              </a:xfrm>
              <a:custGeom>
                <a:avLst/>
                <a:gdLst>
                  <a:gd name="T0" fmla="*/ 0 w 3"/>
                  <a:gd name="T1" fmla="*/ 22 h 3"/>
                  <a:gd name="T2" fmla="*/ 37 w 3"/>
                  <a:gd name="T3" fmla="*/ 22 h 3"/>
                  <a:gd name="T4" fmla="*/ 37 w 3"/>
                  <a:gd name="T5" fmla="*/ 62 h 3"/>
                  <a:gd name="T6" fmla="*/ 0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5" name="Freeform 366">
                <a:extLst>
                  <a:ext uri="{FF2B5EF4-FFF2-40B4-BE49-F238E27FC236}">
                    <a16:creationId xmlns:a16="http://schemas.microsoft.com/office/drawing/2014/main" id="{CC769843-F7D1-4718-8E7B-5487A00AF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062"/>
                <a:ext cx="16" cy="17"/>
              </a:xfrm>
              <a:custGeom>
                <a:avLst/>
                <a:gdLst>
                  <a:gd name="T0" fmla="*/ 66 w 9"/>
                  <a:gd name="T1" fmla="*/ 100 h 9"/>
                  <a:gd name="T2" fmla="*/ 208 w 9"/>
                  <a:gd name="T3" fmla="*/ 100 h 9"/>
                  <a:gd name="T4" fmla="*/ 247 w 9"/>
                  <a:gd name="T5" fmla="*/ 317 h 9"/>
                  <a:gd name="T6" fmla="*/ 66 w 9"/>
                  <a:gd name="T7" fmla="*/ 357 h 9"/>
                  <a:gd name="T8" fmla="*/ 66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7"/>
                    </a:cubicBezTo>
                    <a:cubicBezTo>
                      <a:pt x="7" y="9"/>
                      <a:pt x="4" y="9"/>
                      <a:pt x="2" y="8"/>
                    </a:cubicBezTo>
                    <a:cubicBezTo>
                      <a:pt x="1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6" name="Freeform 367">
                <a:extLst>
                  <a:ext uri="{FF2B5EF4-FFF2-40B4-BE49-F238E27FC236}">
                    <a16:creationId xmlns:a16="http://schemas.microsoft.com/office/drawing/2014/main" id="{7005B457-FCBE-4E3A-BFD5-E45F99F4E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066"/>
                <a:ext cx="6" cy="5"/>
              </a:xfrm>
              <a:custGeom>
                <a:avLst/>
                <a:gdLst>
                  <a:gd name="T0" fmla="*/ 64 w 3"/>
                  <a:gd name="T1" fmla="*/ 22 h 3"/>
                  <a:gd name="T2" fmla="*/ 192 w 3"/>
                  <a:gd name="T3" fmla="*/ 22 h 3"/>
                  <a:gd name="T4" fmla="*/ 192 w 3"/>
                  <a:gd name="T5" fmla="*/ 62 h 3"/>
                  <a:gd name="T6" fmla="*/ 64 w 3"/>
                  <a:gd name="T7" fmla="*/ 62 h 3"/>
                  <a:gd name="T8" fmla="*/ 64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" name="Freeform 368">
                <a:extLst>
                  <a:ext uri="{FF2B5EF4-FFF2-40B4-BE49-F238E27FC236}">
                    <a16:creationId xmlns:a16="http://schemas.microsoft.com/office/drawing/2014/main" id="{DE833D30-C497-413B-9FD3-92E711348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077"/>
                <a:ext cx="15" cy="17"/>
              </a:xfrm>
              <a:custGeom>
                <a:avLst/>
                <a:gdLst>
                  <a:gd name="T0" fmla="*/ 37 w 9"/>
                  <a:gd name="T1" fmla="*/ 100 h 9"/>
                  <a:gd name="T2" fmla="*/ 172 w 9"/>
                  <a:gd name="T3" fmla="*/ 53 h 9"/>
                  <a:gd name="T4" fmla="*/ 172 w 9"/>
                  <a:gd name="T5" fmla="*/ 317 h 9"/>
                  <a:gd name="T6" fmla="*/ 37 w 9"/>
                  <a:gd name="T7" fmla="*/ 31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8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7" y="9"/>
                      <a:pt x="4" y="9"/>
                      <a:pt x="2" y="7"/>
                    </a:cubicBezTo>
                    <a:cubicBezTo>
                      <a:pt x="1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" name="Freeform 369">
                <a:extLst>
                  <a:ext uri="{FF2B5EF4-FFF2-40B4-BE49-F238E27FC236}">
                    <a16:creationId xmlns:a16="http://schemas.microsoft.com/office/drawing/2014/main" id="{BAEB94F4-4884-4B4D-8856-8FBDE237F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081"/>
                <a:ext cx="5" cy="5"/>
              </a:xfrm>
              <a:custGeom>
                <a:avLst/>
                <a:gdLst>
                  <a:gd name="T0" fmla="*/ 22 w 3"/>
                  <a:gd name="T1" fmla="*/ 0 h 3"/>
                  <a:gd name="T2" fmla="*/ 62 w 3"/>
                  <a:gd name="T3" fmla="*/ 0 h 3"/>
                  <a:gd name="T4" fmla="*/ 62 w 3"/>
                  <a:gd name="T5" fmla="*/ 37 h 3"/>
                  <a:gd name="T6" fmla="*/ 22 w 3"/>
                  <a:gd name="T7" fmla="*/ 37 h 3"/>
                  <a:gd name="T8" fmla="*/ 2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" name="Freeform 370">
                <a:extLst>
                  <a:ext uri="{FF2B5EF4-FFF2-40B4-BE49-F238E27FC236}">
                    <a16:creationId xmlns:a16="http://schemas.microsoft.com/office/drawing/2014/main" id="{D97BE760-3BA0-486A-BEDF-30B87335C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092"/>
                <a:ext cx="16" cy="16"/>
              </a:xfrm>
              <a:custGeom>
                <a:avLst/>
                <a:gdLst>
                  <a:gd name="T0" fmla="*/ 66 w 9"/>
                  <a:gd name="T1" fmla="*/ 66 h 9"/>
                  <a:gd name="T2" fmla="*/ 247 w 9"/>
                  <a:gd name="T3" fmla="*/ 37 h 9"/>
                  <a:gd name="T4" fmla="*/ 247 w 9"/>
                  <a:gd name="T5" fmla="*/ 208 h 9"/>
                  <a:gd name="T6" fmla="*/ 66 w 9"/>
                  <a:gd name="T7" fmla="*/ 208 h 9"/>
                  <a:gd name="T8" fmla="*/ 66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8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7" y="9"/>
                      <a:pt x="4" y="9"/>
                      <a:pt x="2" y="7"/>
                    </a:cubicBezTo>
                    <a:cubicBezTo>
                      <a:pt x="1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" name="Freeform 371">
                <a:extLst>
                  <a:ext uri="{FF2B5EF4-FFF2-40B4-BE49-F238E27FC236}">
                    <a16:creationId xmlns:a16="http://schemas.microsoft.com/office/drawing/2014/main" id="{0940A076-6AF9-4EDF-A456-2F7422B8D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095"/>
                <a:ext cx="6" cy="6"/>
              </a:xfrm>
              <a:custGeom>
                <a:avLst/>
                <a:gdLst>
                  <a:gd name="T0" fmla="*/ 64 w 3"/>
                  <a:gd name="T1" fmla="*/ 0 h 3"/>
                  <a:gd name="T2" fmla="*/ 192 w 3"/>
                  <a:gd name="T3" fmla="*/ 0 h 3"/>
                  <a:gd name="T4" fmla="*/ 192 w 3"/>
                  <a:gd name="T5" fmla="*/ 128 h 3"/>
                  <a:gd name="T6" fmla="*/ 64 w 3"/>
                  <a:gd name="T7" fmla="*/ 128 h 3"/>
                  <a:gd name="T8" fmla="*/ 64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" name="Freeform 372">
                <a:extLst>
                  <a:ext uri="{FF2B5EF4-FFF2-40B4-BE49-F238E27FC236}">
                    <a16:creationId xmlns:a16="http://schemas.microsoft.com/office/drawing/2014/main" id="{D5F824EB-FB9F-4A9D-9567-C4E39BB52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107"/>
                <a:ext cx="15" cy="16"/>
              </a:xfrm>
              <a:custGeom>
                <a:avLst/>
                <a:gdLst>
                  <a:gd name="T0" fmla="*/ 37 w 9"/>
                  <a:gd name="T1" fmla="*/ 66 h 9"/>
                  <a:gd name="T2" fmla="*/ 153 w 9"/>
                  <a:gd name="T3" fmla="*/ 37 h 9"/>
                  <a:gd name="T4" fmla="*/ 172 w 9"/>
                  <a:gd name="T5" fmla="*/ 208 h 9"/>
                  <a:gd name="T6" fmla="*/ 37 w 9"/>
                  <a:gd name="T7" fmla="*/ 247 h 9"/>
                  <a:gd name="T8" fmla="*/ 37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" name="Freeform 373">
                <a:extLst>
                  <a:ext uri="{FF2B5EF4-FFF2-40B4-BE49-F238E27FC236}">
                    <a16:creationId xmlns:a16="http://schemas.microsoft.com/office/drawing/2014/main" id="{47843373-60B7-4CDD-BE5B-C8213627A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110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22 w 3"/>
                  <a:gd name="T7" fmla="*/ 128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" name="Freeform 374">
                <a:extLst>
                  <a:ext uri="{FF2B5EF4-FFF2-40B4-BE49-F238E27FC236}">
                    <a16:creationId xmlns:a16="http://schemas.microsoft.com/office/drawing/2014/main" id="{C76AA819-1A10-44C0-9E86-427EFE2AF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166"/>
                <a:ext cx="15" cy="17"/>
              </a:xfrm>
              <a:custGeom>
                <a:avLst/>
                <a:gdLst>
                  <a:gd name="T0" fmla="*/ 37 w 9"/>
                  <a:gd name="T1" fmla="*/ 100 h 9"/>
                  <a:gd name="T2" fmla="*/ 153 w 9"/>
                  <a:gd name="T3" fmla="*/ 100 h 9"/>
                  <a:gd name="T4" fmla="*/ 172 w 9"/>
                  <a:gd name="T5" fmla="*/ 317 h 9"/>
                  <a:gd name="T6" fmla="*/ 37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1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7"/>
                    </a:cubicBezTo>
                    <a:cubicBezTo>
                      <a:pt x="7" y="9"/>
                      <a:pt x="4" y="9"/>
                      <a:pt x="2" y="8"/>
                    </a:cubicBezTo>
                    <a:cubicBezTo>
                      <a:pt x="1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" name="Freeform 375">
                <a:extLst>
                  <a:ext uri="{FF2B5EF4-FFF2-40B4-BE49-F238E27FC236}">
                    <a16:creationId xmlns:a16="http://schemas.microsoft.com/office/drawing/2014/main" id="{C7F33E27-C4C0-4FDD-A77C-41043ADE1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170"/>
                <a:ext cx="5" cy="5"/>
              </a:xfrm>
              <a:custGeom>
                <a:avLst/>
                <a:gdLst>
                  <a:gd name="T0" fmla="*/ 22 w 3"/>
                  <a:gd name="T1" fmla="*/ 22 h 3"/>
                  <a:gd name="T2" fmla="*/ 62 w 3"/>
                  <a:gd name="T3" fmla="*/ 22 h 3"/>
                  <a:gd name="T4" fmla="*/ 62 w 3"/>
                  <a:gd name="T5" fmla="*/ 62 h 3"/>
                  <a:gd name="T6" fmla="*/ 22 w 3"/>
                  <a:gd name="T7" fmla="*/ 62 h 3"/>
                  <a:gd name="T8" fmla="*/ 2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" name="Freeform 376">
                <a:extLst>
                  <a:ext uri="{FF2B5EF4-FFF2-40B4-BE49-F238E27FC236}">
                    <a16:creationId xmlns:a16="http://schemas.microsoft.com/office/drawing/2014/main" id="{4A850CE6-360E-4E45-B930-040BF0B6B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181"/>
                <a:ext cx="16" cy="17"/>
              </a:xfrm>
              <a:custGeom>
                <a:avLst/>
                <a:gdLst>
                  <a:gd name="T0" fmla="*/ 66 w 9"/>
                  <a:gd name="T1" fmla="*/ 100 h 9"/>
                  <a:gd name="T2" fmla="*/ 208 w 9"/>
                  <a:gd name="T3" fmla="*/ 100 h 9"/>
                  <a:gd name="T4" fmla="*/ 247 w 9"/>
                  <a:gd name="T5" fmla="*/ 317 h 9"/>
                  <a:gd name="T6" fmla="*/ 66 w 9"/>
                  <a:gd name="T7" fmla="*/ 357 h 9"/>
                  <a:gd name="T8" fmla="*/ 66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1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7"/>
                    </a:cubicBezTo>
                    <a:cubicBezTo>
                      <a:pt x="7" y="9"/>
                      <a:pt x="4" y="9"/>
                      <a:pt x="2" y="8"/>
                    </a:cubicBezTo>
                    <a:cubicBezTo>
                      <a:pt x="1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" name="Freeform 377">
                <a:extLst>
                  <a:ext uri="{FF2B5EF4-FFF2-40B4-BE49-F238E27FC236}">
                    <a16:creationId xmlns:a16="http://schemas.microsoft.com/office/drawing/2014/main" id="{54C729B9-6F80-4F51-93D9-8C7BE07FB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185"/>
                <a:ext cx="6" cy="5"/>
              </a:xfrm>
              <a:custGeom>
                <a:avLst/>
                <a:gdLst>
                  <a:gd name="T0" fmla="*/ 64 w 3"/>
                  <a:gd name="T1" fmla="*/ 22 h 3"/>
                  <a:gd name="T2" fmla="*/ 192 w 3"/>
                  <a:gd name="T3" fmla="*/ 22 h 3"/>
                  <a:gd name="T4" fmla="*/ 192 w 3"/>
                  <a:gd name="T5" fmla="*/ 62 h 3"/>
                  <a:gd name="T6" fmla="*/ 64 w 3"/>
                  <a:gd name="T7" fmla="*/ 62 h 3"/>
                  <a:gd name="T8" fmla="*/ 64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" name="Freeform 378">
                <a:extLst>
                  <a:ext uri="{FF2B5EF4-FFF2-40B4-BE49-F238E27FC236}">
                    <a16:creationId xmlns:a16="http://schemas.microsoft.com/office/drawing/2014/main" id="{5C7A8355-2CBA-469C-9A62-B750E5F17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198"/>
                <a:ext cx="15" cy="16"/>
              </a:xfrm>
              <a:custGeom>
                <a:avLst/>
                <a:gdLst>
                  <a:gd name="T0" fmla="*/ 22 w 9"/>
                  <a:gd name="T1" fmla="*/ 66 h 9"/>
                  <a:gd name="T2" fmla="*/ 153 w 9"/>
                  <a:gd name="T3" fmla="*/ 37 h 9"/>
                  <a:gd name="T4" fmla="*/ 172 w 9"/>
                  <a:gd name="T5" fmla="*/ 208 h 9"/>
                  <a:gd name="T6" fmla="*/ 37 w 9"/>
                  <a:gd name="T7" fmla="*/ 208 h 9"/>
                  <a:gd name="T8" fmla="*/ 22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ubicBezTo>
                      <a:pt x="6" y="8"/>
                      <a:pt x="4" y="9"/>
                      <a:pt x="2" y="7"/>
                    </a:cubicBezTo>
                    <a:cubicBezTo>
                      <a:pt x="0" y="6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" name="Freeform 379">
                <a:extLst>
                  <a:ext uri="{FF2B5EF4-FFF2-40B4-BE49-F238E27FC236}">
                    <a16:creationId xmlns:a16="http://schemas.microsoft.com/office/drawing/2014/main" id="{B9D72B7E-9E2D-4728-A8C3-F698BC013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199"/>
                <a:ext cx="5" cy="8"/>
              </a:xfrm>
              <a:custGeom>
                <a:avLst/>
                <a:gdLst>
                  <a:gd name="T0" fmla="*/ 0 w 3"/>
                  <a:gd name="T1" fmla="*/ 64 h 4"/>
                  <a:gd name="T2" fmla="*/ 37 w 3"/>
                  <a:gd name="T3" fmla="*/ 64 h 4"/>
                  <a:gd name="T4" fmla="*/ 62 w 3"/>
                  <a:gd name="T5" fmla="*/ 192 h 4"/>
                  <a:gd name="T6" fmla="*/ 22 w 3"/>
                  <a:gd name="T7" fmla="*/ 192 h 4"/>
                  <a:gd name="T8" fmla="*/ 0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" name="Freeform 380">
                <a:extLst>
                  <a:ext uri="{FF2B5EF4-FFF2-40B4-BE49-F238E27FC236}">
                    <a16:creationId xmlns:a16="http://schemas.microsoft.com/office/drawing/2014/main" id="{EBD7E274-B8B5-442A-B850-1EAF06629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212"/>
                <a:ext cx="14" cy="17"/>
              </a:xfrm>
              <a:custGeom>
                <a:avLst/>
                <a:gdLst>
                  <a:gd name="T0" fmla="*/ 37 w 8"/>
                  <a:gd name="T1" fmla="*/ 53 h 9"/>
                  <a:gd name="T2" fmla="*/ 200 w 8"/>
                  <a:gd name="T3" fmla="*/ 53 h 9"/>
                  <a:gd name="T4" fmla="*/ 200 w 8"/>
                  <a:gd name="T5" fmla="*/ 317 h 9"/>
                  <a:gd name="T6" fmla="*/ 37 w 8"/>
                  <a:gd name="T7" fmla="*/ 317 h 9"/>
                  <a:gd name="T8" fmla="*/ 37 w 8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1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8" y="3"/>
                      <a:pt x="8" y="6"/>
                      <a:pt x="7" y="7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" name="Freeform 381">
                <a:extLst>
                  <a:ext uri="{FF2B5EF4-FFF2-40B4-BE49-F238E27FC236}">
                    <a16:creationId xmlns:a16="http://schemas.microsoft.com/office/drawing/2014/main" id="{5E837395-7C38-41B3-8BF5-7FFACA999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216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128 w 3"/>
                  <a:gd name="T3" fmla="*/ 0 h 3"/>
                  <a:gd name="T4" fmla="*/ 128 w 3"/>
                  <a:gd name="T5" fmla="*/ 128 h 3"/>
                  <a:gd name="T6" fmla="*/ 0 w 3"/>
                  <a:gd name="T7" fmla="*/ 1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" name="Freeform 382">
                <a:extLst>
                  <a:ext uri="{FF2B5EF4-FFF2-40B4-BE49-F238E27FC236}">
                    <a16:creationId xmlns:a16="http://schemas.microsoft.com/office/drawing/2014/main" id="{728E93FB-A85A-45BC-8B72-7DDC023C1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227"/>
                <a:ext cx="14" cy="17"/>
              </a:xfrm>
              <a:custGeom>
                <a:avLst/>
                <a:gdLst>
                  <a:gd name="T0" fmla="*/ 37 w 8"/>
                  <a:gd name="T1" fmla="*/ 53 h 9"/>
                  <a:gd name="T2" fmla="*/ 200 w 8"/>
                  <a:gd name="T3" fmla="*/ 53 h 9"/>
                  <a:gd name="T4" fmla="*/ 200 w 8"/>
                  <a:gd name="T5" fmla="*/ 317 h 9"/>
                  <a:gd name="T6" fmla="*/ 37 w 8"/>
                  <a:gd name="T7" fmla="*/ 317 h 9"/>
                  <a:gd name="T8" fmla="*/ 37 w 8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1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8" y="3"/>
                      <a:pt x="8" y="5"/>
                      <a:pt x="7" y="7"/>
                    </a:cubicBezTo>
                    <a:cubicBezTo>
                      <a:pt x="5" y="9"/>
                      <a:pt x="3" y="8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" name="Freeform 383">
                <a:extLst>
                  <a:ext uri="{FF2B5EF4-FFF2-40B4-BE49-F238E27FC236}">
                    <a16:creationId xmlns:a16="http://schemas.microsoft.com/office/drawing/2014/main" id="{CF52B28E-B794-4659-B67F-83ABB454A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231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0 h 3"/>
                  <a:gd name="T4" fmla="*/ 37 w 3"/>
                  <a:gd name="T5" fmla="*/ 128 h 3"/>
                  <a:gd name="T6" fmla="*/ 0 w 3"/>
                  <a:gd name="T7" fmla="*/ 1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" name="Freeform 384">
                <a:extLst>
                  <a:ext uri="{FF2B5EF4-FFF2-40B4-BE49-F238E27FC236}">
                    <a16:creationId xmlns:a16="http://schemas.microsoft.com/office/drawing/2014/main" id="{0FD75580-47F6-418A-B405-49F079B77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242"/>
                <a:ext cx="15" cy="15"/>
              </a:xfrm>
              <a:custGeom>
                <a:avLst/>
                <a:gdLst>
                  <a:gd name="T0" fmla="*/ 22 w 9"/>
                  <a:gd name="T1" fmla="*/ 53 h 8"/>
                  <a:gd name="T2" fmla="*/ 153 w 9"/>
                  <a:gd name="T3" fmla="*/ 53 h 8"/>
                  <a:gd name="T4" fmla="*/ 153 w 9"/>
                  <a:gd name="T5" fmla="*/ 296 h 8"/>
                  <a:gd name="T6" fmla="*/ 22 w 9"/>
                  <a:gd name="T7" fmla="*/ 296 h 8"/>
                  <a:gd name="T8" fmla="*/ 22 w 9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1"/>
                    </a:move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ubicBezTo>
                      <a:pt x="5" y="8"/>
                      <a:pt x="3" y="8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" name="Freeform 385">
                <a:extLst>
                  <a:ext uri="{FF2B5EF4-FFF2-40B4-BE49-F238E27FC236}">
                    <a16:creationId xmlns:a16="http://schemas.microsoft.com/office/drawing/2014/main" id="{C595FD1A-D829-4525-98FF-00748980F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244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64 h 3"/>
                  <a:gd name="T4" fmla="*/ 37 w 3"/>
                  <a:gd name="T5" fmla="*/ 192 h 3"/>
                  <a:gd name="T6" fmla="*/ 0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" name="Freeform 386">
                <a:extLst>
                  <a:ext uri="{FF2B5EF4-FFF2-40B4-BE49-F238E27FC236}">
                    <a16:creationId xmlns:a16="http://schemas.microsoft.com/office/drawing/2014/main" id="{C2A0205C-C3A1-4E57-9370-3BC1EBB2D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257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53 h 9"/>
                  <a:gd name="T4" fmla="*/ 208 w 9"/>
                  <a:gd name="T5" fmla="*/ 317 h 9"/>
                  <a:gd name="T6" fmla="*/ 37 w 9"/>
                  <a:gd name="T7" fmla="*/ 31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8" y="3"/>
                      <a:pt x="9" y="5"/>
                      <a:pt x="7" y="7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6" name="Freeform 387">
                <a:extLst>
                  <a:ext uri="{FF2B5EF4-FFF2-40B4-BE49-F238E27FC236}">
                    <a16:creationId xmlns:a16="http://schemas.microsoft.com/office/drawing/2014/main" id="{D7EAF31B-5B72-41ED-8E3E-687BF67FA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261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0 h 3"/>
                  <a:gd name="T4" fmla="*/ 37 w 3"/>
                  <a:gd name="T5" fmla="*/ 37 h 3"/>
                  <a:gd name="T6" fmla="*/ 0 w 3"/>
                  <a:gd name="T7" fmla="*/ 37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7" name="Freeform 388">
                <a:extLst>
                  <a:ext uri="{FF2B5EF4-FFF2-40B4-BE49-F238E27FC236}">
                    <a16:creationId xmlns:a16="http://schemas.microsoft.com/office/drawing/2014/main" id="{B7964801-074D-4D62-88D3-C0114935D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272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100 h 9"/>
                  <a:gd name="T4" fmla="*/ 208 w 9"/>
                  <a:gd name="T5" fmla="*/ 317 h 9"/>
                  <a:gd name="T6" fmla="*/ 66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0"/>
                      <a:pt x="5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8" name="Freeform 389">
                <a:extLst>
                  <a:ext uri="{FF2B5EF4-FFF2-40B4-BE49-F238E27FC236}">
                    <a16:creationId xmlns:a16="http://schemas.microsoft.com/office/drawing/2014/main" id="{984D352F-3667-4A43-9281-38D4A97FD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276"/>
                <a:ext cx="6" cy="5"/>
              </a:xfrm>
              <a:custGeom>
                <a:avLst/>
                <a:gdLst>
                  <a:gd name="T0" fmla="*/ 0 w 3"/>
                  <a:gd name="T1" fmla="*/ 22 h 3"/>
                  <a:gd name="T2" fmla="*/ 128 w 3"/>
                  <a:gd name="T3" fmla="*/ 22 h 3"/>
                  <a:gd name="T4" fmla="*/ 128 w 3"/>
                  <a:gd name="T5" fmla="*/ 37 h 3"/>
                  <a:gd name="T6" fmla="*/ 0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9" name="Freeform 390">
                <a:extLst>
                  <a:ext uri="{FF2B5EF4-FFF2-40B4-BE49-F238E27FC236}">
                    <a16:creationId xmlns:a16="http://schemas.microsoft.com/office/drawing/2014/main" id="{34592511-E6F7-44D8-9694-0DEA20ACD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287"/>
                <a:ext cx="16" cy="17"/>
              </a:xfrm>
              <a:custGeom>
                <a:avLst/>
                <a:gdLst>
                  <a:gd name="T0" fmla="*/ 66 w 9"/>
                  <a:gd name="T1" fmla="*/ 100 h 9"/>
                  <a:gd name="T2" fmla="*/ 208 w 9"/>
                  <a:gd name="T3" fmla="*/ 100 h 9"/>
                  <a:gd name="T4" fmla="*/ 247 w 9"/>
                  <a:gd name="T5" fmla="*/ 317 h 9"/>
                  <a:gd name="T6" fmla="*/ 66 w 9"/>
                  <a:gd name="T7" fmla="*/ 357 h 9"/>
                  <a:gd name="T8" fmla="*/ 66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0" name="Freeform 391">
                <a:extLst>
                  <a:ext uri="{FF2B5EF4-FFF2-40B4-BE49-F238E27FC236}">
                    <a16:creationId xmlns:a16="http://schemas.microsoft.com/office/drawing/2014/main" id="{5EAFDB48-A731-4708-A32E-3D99B4B68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291"/>
                <a:ext cx="5" cy="5"/>
              </a:xfrm>
              <a:custGeom>
                <a:avLst/>
                <a:gdLst>
                  <a:gd name="T0" fmla="*/ 0 w 3"/>
                  <a:gd name="T1" fmla="*/ 22 h 3"/>
                  <a:gd name="T2" fmla="*/ 37 w 3"/>
                  <a:gd name="T3" fmla="*/ 22 h 3"/>
                  <a:gd name="T4" fmla="*/ 62 w 3"/>
                  <a:gd name="T5" fmla="*/ 62 h 3"/>
                  <a:gd name="T6" fmla="*/ 22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1" name="Freeform 392">
                <a:extLst>
                  <a:ext uri="{FF2B5EF4-FFF2-40B4-BE49-F238E27FC236}">
                    <a16:creationId xmlns:a16="http://schemas.microsoft.com/office/drawing/2014/main" id="{3AC2699A-587D-47C5-BF4B-4960EDC74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302"/>
                <a:ext cx="15" cy="16"/>
              </a:xfrm>
              <a:custGeom>
                <a:avLst/>
                <a:gdLst>
                  <a:gd name="T0" fmla="*/ 22 w 9"/>
                  <a:gd name="T1" fmla="*/ 66 h 9"/>
                  <a:gd name="T2" fmla="*/ 153 w 9"/>
                  <a:gd name="T3" fmla="*/ 66 h 9"/>
                  <a:gd name="T4" fmla="*/ 153 w 9"/>
                  <a:gd name="T5" fmla="*/ 247 h 9"/>
                  <a:gd name="T6" fmla="*/ 37 w 9"/>
                  <a:gd name="T7" fmla="*/ 247 h 9"/>
                  <a:gd name="T8" fmla="*/ 22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8"/>
                    </a:cubicBez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2" name="Freeform 393">
                <a:extLst>
                  <a:ext uri="{FF2B5EF4-FFF2-40B4-BE49-F238E27FC236}">
                    <a16:creationId xmlns:a16="http://schemas.microsoft.com/office/drawing/2014/main" id="{942CB145-6C22-46CE-A5A9-C5B52ECDC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305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64 h 3"/>
                  <a:gd name="T4" fmla="*/ 37 w 3"/>
                  <a:gd name="T5" fmla="*/ 192 h 3"/>
                  <a:gd name="T6" fmla="*/ 0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3" name="Freeform 394">
                <a:extLst>
                  <a:ext uri="{FF2B5EF4-FFF2-40B4-BE49-F238E27FC236}">
                    <a16:creationId xmlns:a16="http://schemas.microsoft.com/office/drawing/2014/main" id="{5280F015-28AE-4F7B-9EC4-FD8153323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318"/>
                <a:ext cx="15" cy="17"/>
              </a:xfrm>
              <a:custGeom>
                <a:avLst/>
                <a:gdLst>
                  <a:gd name="T0" fmla="*/ 37 w 9"/>
                  <a:gd name="T1" fmla="*/ 53 h 9"/>
                  <a:gd name="T2" fmla="*/ 172 w 9"/>
                  <a:gd name="T3" fmla="*/ 100 h 9"/>
                  <a:gd name="T4" fmla="*/ 153 w 9"/>
                  <a:gd name="T5" fmla="*/ 317 h 9"/>
                  <a:gd name="T6" fmla="*/ 37 w 9"/>
                  <a:gd name="T7" fmla="*/ 317 h 9"/>
                  <a:gd name="T8" fmla="*/ 37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7" y="0"/>
                      <a:pt x="8" y="2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6" y="9"/>
                      <a:pt x="3" y="8"/>
                      <a:pt x="2" y="7"/>
                    </a:cubicBezTo>
                    <a:cubicBezTo>
                      <a:pt x="0" y="5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4" name="Freeform 395">
                <a:extLst>
                  <a:ext uri="{FF2B5EF4-FFF2-40B4-BE49-F238E27FC236}">
                    <a16:creationId xmlns:a16="http://schemas.microsoft.com/office/drawing/2014/main" id="{FBA512A4-0903-408B-B846-5C1185D56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322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0 h 3"/>
                  <a:gd name="T4" fmla="*/ 37 w 3"/>
                  <a:gd name="T5" fmla="*/ 128 h 3"/>
                  <a:gd name="T6" fmla="*/ 0 w 3"/>
                  <a:gd name="T7" fmla="*/ 1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5" name="Freeform 396">
                <a:extLst>
                  <a:ext uri="{FF2B5EF4-FFF2-40B4-BE49-F238E27FC236}">
                    <a16:creationId xmlns:a16="http://schemas.microsoft.com/office/drawing/2014/main" id="{C8A3C666-BEB6-463C-A211-3B6D7DF1A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333"/>
                <a:ext cx="16" cy="17"/>
              </a:xfrm>
              <a:custGeom>
                <a:avLst/>
                <a:gdLst>
                  <a:gd name="T0" fmla="*/ 66 w 9"/>
                  <a:gd name="T1" fmla="*/ 53 h 9"/>
                  <a:gd name="T2" fmla="*/ 247 w 9"/>
                  <a:gd name="T3" fmla="*/ 100 h 9"/>
                  <a:gd name="T4" fmla="*/ 208 w 9"/>
                  <a:gd name="T5" fmla="*/ 357 h 9"/>
                  <a:gd name="T6" fmla="*/ 37 w 9"/>
                  <a:gd name="T7" fmla="*/ 317 h 9"/>
                  <a:gd name="T8" fmla="*/ 66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6" name="Freeform 397">
                <a:extLst>
                  <a:ext uri="{FF2B5EF4-FFF2-40B4-BE49-F238E27FC236}">
                    <a16:creationId xmlns:a16="http://schemas.microsoft.com/office/drawing/2014/main" id="{2B185E1F-0EC5-4A2D-9132-F6A3E2F9F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337"/>
                <a:ext cx="5" cy="6"/>
              </a:xfrm>
              <a:custGeom>
                <a:avLst/>
                <a:gdLst>
                  <a:gd name="T0" fmla="*/ 22 w 3"/>
                  <a:gd name="T1" fmla="*/ 0 h 3"/>
                  <a:gd name="T2" fmla="*/ 62 w 3"/>
                  <a:gd name="T3" fmla="*/ 64 h 3"/>
                  <a:gd name="T4" fmla="*/ 37 w 3"/>
                  <a:gd name="T5" fmla="*/ 192 h 3"/>
                  <a:gd name="T6" fmla="*/ 22 w 3"/>
                  <a:gd name="T7" fmla="*/ 128 h 3"/>
                  <a:gd name="T8" fmla="*/ 2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7" name="Freeform 398">
                <a:extLst>
                  <a:ext uri="{FF2B5EF4-FFF2-40B4-BE49-F238E27FC236}">
                    <a16:creationId xmlns:a16="http://schemas.microsoft.com/office/drawing/2014/main" id="{56E2A29F-D647-400D-8A24-A77716F76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348"/>
                <a:ext cx="16" cy="17"/>
              </a:xfrm>
              <a:custGeom>
                <a:avLst/>
                <a:gdLst>
                  <a:gd name="T0" fmla="*/ 66 w 9"/>
                  <a:gd name="T1" fmla="*/ 53 h 9"/>
                  <a:gd name="T2" fmla="*/ 247 w 9"/>
                  <a:gd name="T3" fmla="*/ 100 h 9"/>
                  <a:gd name="T4" fmla="*/ 208 w 9"/>
                  <a:gd name="T5" fmla="*/ 357 h 9"/>
                  <a:gd name="T6" fmla="*/ 66 w 9"/>
                  <a:gd name="T7" fmla="*/ 317 h 9"/>
                  <a:gd name="T8" fmla="*/ 66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5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8" name="Freeform 399">
                <a:extLst>
                  <a:ext uri="{FF2B5EF4-FFF2-40B4-BE49-F238E27FC236}">
                    <a16:creationId xmlns:a16="http://schemas.microsoft.com/office/drawing/2014/main" id="{50129D60-3C8B-4C2A-A976-C7BFC2A36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352"/>
                <a:ext cx="7" cy="5"/>
              </a:xfrm>
              <a:custGeom>
                <a:avLst/>
                <a:gdLst>
                  <a:gd name="T0" fmla="*/ 37 w 4"/>
                  <a:gd name="T1" fmla="*/ 0 h 3"/>
                  <a:gd name="T2" fmla="*/ 86 w 4"/>
                  <a:gd name="T3" fmla="*/ 22 h 3"/>
                  <a:gd name="T4" fmla="*/ 86 w 4"/>
                  <a:gd name="T5" fmla="*/ 37 h 3"/>
                  <a:gd name="T6" fmla="*/ 37 w 4"/>
                  <a:gd name="T7" fmla="*/ 37 h 3"/>
                  <a:gd name="T8" fmla="*/ 37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9" name="Freeform 400">
                <a:extLst>
                  <a:ext uri="{FF2B5EF4-FFF2-40B4-BE49-F238E27FC236}">
                    <a16:creationId xmlns:a16="http://schemas.microsoft.com/office/drawing/2014/main" id="{2AB90F6E-2891-4A7C-883F-6B3B5B948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363"/>
                <a:ext cx="16" cy="17"/>
              </a:xfrm>
              <a:custGeom>
                <a:avLst/>
                <a:gdLst>
                  <a:gd name="T0" fmla="*/ 66 w 9"/>
                  <a:gd name="T1" fmla="*/ 53 h 9"/>
                  <a:gd name="T2" fmla="*/ 208 w 9"/>
                  <a:gd name="T3" fmla="*/ 100 h 9"/>
                  <a:gd name="T4" fmla="*/ 208 w 9"/>
                  <a:gd name="T5" fmla="*/ 357 h 9"/>
                  <a:gd name="T6" fmla="*/ 37 w 9"/>
                  <a:gd name="T7" fmla="*/ 317 h 9"/>
                  <a:gd name="T8" fmla="*/ 66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9" y="4"/>
                      <a:pt x="8" y="6"/>
                      <a:pt x="7" y="8"/>
                    </a:cubicBezTo>
                    <a:cubicBezTo>
                      <a:pt x="5" y="9"/>
                      <a:pt x="2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0" name="Freeform 401">
                <a:extLst>
                  <a:ext uri="{FF2B5EF4-FFF2-40B4-BE49-F238E27FC236}">
                    <a16:creationId xmlns:a16="http://schemas.microsoft.com/office/drawing/2014/main" id="{D7A95EE2-0B22-4BBA-834C-65DF6A080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367"/>
                <a:ext cx="6" cy="5"/>
              </a:xfrm>
              <a:custGeom>
                <a:avLst/>
                <a:gdLst>
                  <a:gd name="T0" fmla="*/ 64 w 3"/>
                  <a:gd name="T1" fmla="*/ 22 h 3"/>
                  <a:gd name="T2" fmla="*/ 128 w 3"/>
                  <a:gd name="T3" fmla="*/ 22 h 3"/>
                  <a:gd name="T4" fmla="*/ 128 w 3"/>
                  <a:gd name="T5" fmla="*/ 62 h 3"/>
                  <a:gd name="T6" fmla="*/ 0 w 3"/>
                  <a:gd name="T7" fmla="*/ 37 h 3"/>
                  <a:gd name="T8" fmla="*/ 64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1" name="Freeform 402">
                <a:extLst>
                  <a:ext uri="{FF2B5EF4-FFF2-40B4-BE49-F238E27FC236}">
                    <a16:creationId xmlns:a16="http://schemas.microsoft.com/office/drawing/2014/main" id="{AD6545D8-0975-4E30-9AC8-7EDB65493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378"/>
                <a:ext cx="16" cy="17"/>
              </a:xfrm>
              <a:custGeom>
                <a:avLst/>
                <a:gdLst>
                  <a:gd name="T0" fmla="*/ 66 w 9"/>
                  <a:gd name="T1" fmla="*/ 100 h 9"/>
                  <a:gd name="T2" fmla="*/ 208 w 9"/>
                  <a:gd name="T3" fmla="*/ 100 h 9"/>
                  <a:gd name="T4" fmla="*/ 208 w 9"/>
                  <a:gd name="T5" fmla="*/ 357 h 9"/>
                  <a:gd name="T6" fmla="*/ 37 w 9"/>
                  <a:gd name="T7" fmla="*/ 317 h 9"/>
                  <a:gd name="T8" fmla="*/ 66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1"/>
                      <a:pt x="7" y="2"/>
                    </a:cubicBezTo>
                    <a:cubicBezTo>
                      <a:pt x="9" y="4"/>
                      <a:pt x="8" y="7"/>
                      <a:pt x="7" y="8"/>
                    </a:cubicBezTo>
                    <a:cubicBezTo>
                      <a:pt x="5" y="9"/>
                      <a:pt x="2" y="9"/>
                      <a:pt x="1" y="7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2" name="Freeform 403">
                <a:extLst>
                  <a:ext uri="{FF2B5EF4-FFF2-40B4-BE49-F238E27FC236}">
                    <a16:creationId xmlns:a16="http://schemas.microsoft.com/office/drawing/2014/main" id="{F63A1851-2948-43D3-AD44-B2D6687B1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382"/>
                <a:ext cx="6" cy="5"/>
              </a:xfrm>
              <a:custGeom>
                <a:avLst/>
                <a:gdLst>
                  <a:gd name="T0" fmla="*/ 64 w 3"/>
                  <a:gd name="T1" fmla="*/ 22 h 3"/>
                  <a:gd name="T2" fmla="*/ 128 w 3"/>
                  <a:gd name="T3" fmla="*/ 22 h 3"/>
                  <a:gd name="T4" fmla="*/ 128 w 3"/>
                  <a:gd name="T5" fmla="*/ 62 h 3"/>
                  <a:gd name="T6" fmla="*/ 0 w 3"/>
                  <a:gd name="T7" fmla="*/ 62 h 3"/>
                  <a:gd name="T8" fmla="*/ 64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3" name="Freeform 404">
                <a:extLst>
                  <a:ext uri="{FF2B5EF4-FFF2-40B4-BE49-F238E27FC236}">
                    <a16:creationId xmlns:a16="http://schemas.microsoft.com/office/drawing/2014/main" id="{E3347F9A-ACF9-4EC7-8048-C820F64B7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395"/>
                <a:ext cx="16" cy="16"/>
              </a:xfrm>
              <a:custGeom>
                <a:avLst/>
                <a:gdLst>
                  <a:gd name="T0" fmla="*/ 66 w 9"/>
                  <a:gd name="T1" fmla="*/ 37 h 9"/>
                  <a:gd name="T2" fmla="*/ 247 w 9"/>
                  <a:gd name="T3" fmla="*/ 66 h 9"/>
                  <a:gd name="T4" fmla="*/ 208 w 9"/>
                  <a:gd name="T5" fmla="*/ 247 h 9"/>
                  <a:gd name="T6" fmla="*/ 66 w 9"/>
                  <a:gd name="T7" fmla="*/ 208 h 9"/>
                  <a:gd name="T8" fmla="*/ 66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5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4" name="Freeform 405">
                <a:extLst>
                  <a:ext uri="{FF2B5EF4-FFF2-40B4-BE49-F238E27FC236}">
                    <a16:creationId xmlns:a16="http://schemas.microsoft.com/office/drawing/2014/main" id="{15345781-4C00-4644-866D-7479E5B3F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398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128 w 3"/>
                  <a:gd name="T3" fmla="*/ 0 h 3"/>
                  <a:gd name="T4" fmla="*/ 128 w 3"/>
                  <a:gd name="T5" fmla="*/ 128 h 3"/>
                  <a:gd name="T6" fmla="*/ 0 w 3"/>
                  <a:gd name="T7" fmla="*/ 1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5" name="Freeform 406">
                <a:extLst>
                  <a:ext uri="{FF2B5EF4-FFF2-40B4-BE49-F238E27FC236}">
                    <a16:creationId xmlns:a16="http://schemas.microsoft.com/office/drawing/2014/main" id="{9647AF1E-F5AD-4AF6-BF7C-F11CF2B1A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409"/>
                <a:ext cx="16" cy="17"/>
              </a:xfrm>
              <a:custGeom>
                <a:avLst/>
                <a:gdLst>
                  <a:gd name="T0" fmla="*/ 66 w 9"/>
                  <a:gd name="T1" fmla="*/ 53 h 9"/>
                  <a:gd name="T2" fmla="*/ 208 w 9"/>
                  <a:gd name="T3" fmla="*/ 100 h 9"/>
                  <a:gd name="T4" fmla="*/ 203 w 9"/>
                  <a:gd name="T5" fmla="*/ 357 h 9"/>
                  <a:gd name="T6" fmla="*/ 37 w 9"/>
                  <a:gd name="T7" fmla="*/ 317 h 9"/>
                  <a:gd name="T8" fmla="*/ 66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9" y="4"/>
                      <a:pt x="8" y="7"/>
                      <a:pt x="6" y="8"/>
                    </a:cubicBezTo>
                    <a:cubicBezTo>
                      <a:pt x="5" y="9"/>
                      <a:pt x="2" y="9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825" name="Group 608">
              <a:extLst>
                <a:ext uri="{FF2B5EF4-FFF2-40B4-BE49-F238E27FC236}">
                  <a16:creationId xmlns:a16="http://schemas.microsoft.com/office/drawing/2014/main" id="{82F58D79-B569-405A-B16F-FA7D78A700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5" y="1666"/>
              <a:ext cx="781" cy="760"/>
              <a:chOff x="825" y="1666"/>
              <a:chExt cx="781" cy="760"/>
            </a:xfrm>
          </p:grpSpPr>
          <p:sp>
            <p:nvSpPr>
              <p:cNvPr id="30276" name="Freeform 408">
                <a:extLst>
                  <a:ext uri="{FF2B5EF4-FFF2-40B4-BE49-F238E27FC236}">
                    <a16:creationId xmlns:a16="http://schemas.microsoft.com/office/drawing/2014/main" id="{A060F969-913C-46C8-9730-E77086459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413"/>
                <a:ext cx="6" cy="6"/>
              </a:xfrm>
              <a:custGeom>
                <a:avLst/>
                <a:gdLst>
                  <a:gd name="T0" fmla="*/ 64 w 3"/>
                  <a:gd name="T1" fmla="*/ 0 h 3"/>
                  <a:gd name="T2" fmla="*/ 128 w 3"/>
                  <a:gd name="T3" fmla="*/ 64 h 3"/>
                  <a:gd name="T4" fmla="*/ 128 w 3"/>
                  <a:gd name="T5" fmla="*/ 192 h 3"/>
                  <a:gd name="T6" fmla="*/ 0 w 3"/>
                  <a:gd name="T7" fmla="*/ 128 h 3"/>
                  <a:gd name="T8" fmla="*/ 64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7" name="Freeform 409">
                <a:extLst>
                  <a:ext uri="{FF2B5EF4-FFF2-40B4-BE49-F238E27FC236}">
                    <a16:creationId xmlns:a16="http://schemas.microsoft.com/office/drawing/2014/main" id="{7C858BDB-9814-4AEE-840C-4C6FE0C20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121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53 h 9"/>
                  <a:gd name="T4" fmla="*/ 208 w 9"/>
                  <a:gd name="T5" fmla="*/ 317 h 9"/>
                  <a:gd name="T6" fmla="*/ 37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8" y="3"/>
                      <a:pt x="9" y="5"/>
                      <a:pt x="7" y="7"/>
                    </a:cubicBezTo>
                    <a:cubicBezTo>
                      <a:pt x="6" y="9"/>
                      <a:pt x="3" y="9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8" name="Freeform 410">
                <a:extLst>
                  <a:ext uri="{FF2B5EF4-FFF2-40B4-BE49-F238E27FC236}">
                    <a16:creationId xmlns:a16="http://schemas.microsoft.com/office/drawing/2014/main" id="{F0375764-AFFF-495F-B825-B7A0B14F1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125"/>
                <a:ext cx="6" cy="6"/>
              </a:xfrm>
              <a:custGeom>
                <a:avLst/>
                <a:gdLst>
                  <a:gd name="T0" fmla="*/ 64 w 3"/>
                  <a:gd name="T1" fmla="*/ 64 h 3"/>
                  <a:gd name="T2" fmla="*/ 192 w 3"/>
                  <a:gd name="T3" fmla="*/ 0 h 3"/>
                  <a:gd name="T4" fmla="*/ 192 w 3"/>
                  <a:gd name="T5" fmla="*/ 128 h 3"/>
                  <a:gd name="T6" fmla="*/ 64 w 3"/>
                  <a:gd name="T7" fmla="*/ 128 h 3"/>
                  <a:gd name="T8" fmla="*/ 64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9" name="Freeform 411">
                <a:extLst>
                  <a:ext uri="{FF2B5EF4-FFF2-40B4-BE49-F238E27FC236}">
                    <a16:creationId xmlns:a16="http://schemas.microsoft.com/office/drawing/2014/main" id="{FA143747-1239-4834-8156-C3E9E8968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136"/>
                <a:ext cx="15" cy="17"/>
              </a:xfrm>
              <a:custGeom>
                <a:avLst/>
                <a:gdLst>
                  <a:gd name="T0" fmla="*/ 37 w 9"/>
                  <a:gd name="T1" fmla="*/ 100 h 9"/>
                  <a:gd name="T2" fmla="*/ 172 w 9"/>
                  <a:gd name="T3" fmla="*/ 53 h 9"/>
                  <a:gd name="T4" fmla="*/ 172 w 9"/>
                  <a:gd name="T5" fmla="*/ 317 h 9"/>
                  <a:gd name="T6" fmla="*/ 37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8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7" y="9"/>
                      <a:pt x="4" y="9"/>
                      <a:pt x="2" y="8"/>
                    </a:cubicBezTo>
                    <a:cubicBezTo>
                      <a:pt x="1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0" name="Freeform 412">
                <a:extLst>
                  <a:ext uri="{FF2B5EF4-FFF2-40B4-BE49-F238E27FC236}">
                    <a16:creationId xmlns:a16="http://schemas.microsoft.com/office/drawing/2014/main" id="{82B2AD82-0B93-41CB-99EC-858F624C8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140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62 w 3"/>
                  <a:gd name="T3" fmla="*/ 0 h 3"/>
                  <a:gd name="T4" fmla="*/ 62 w 3"/>
                  <a:gd name="T5" fmla="*/ 128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1" name="Freeform 413">
                <a:extLst>
                  <a:ext uri="{FF2B5EF4-FFF2-40B4-BE49-F238E27FC236}">
                    <a16:creationId xmlns:a16="http://schemas.microsoft.com/office/drawing/2014/main" id="{C35E2081-2EC2-4391-9F56-EFAC4E90F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151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100 h 9"/>
                  <a:gd name="T4" fmla="*/ 247 w 9"/>
                  <a:gd name="T5" fmla="*/ 317 h 9"/>
                  <a:gd name="T6" fmla="*/ 66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0"/>
                      <a:pt x="5" y="0"/>
                      <a:pt x="7" y="2"/>
                    </a:cubicBezTo>
                    <a:cubicBezTo>
                      <a:pt x="9" y="3"/>
                      <a:pt x="9" y="6"/>
                      <a:pt x="8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2" name="Freeform 414">
                <a:extLst>
                  <a:ext uri="{FF2B5EF4-FFF2-40B4-BE49-F238E27FC236}">
                    <a16:creationId xmlns:a16="http://schemas.microsoft.com/office/drawing/2014/main" id="{E6958DDB-5535-412D-9754-9166A5A8F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155"/>
                <a:ext cx="6" cy="5"/>
              </a:xfrm>
              <a:custGeom>
                <a:avLst/>
                <a:gdLst>
                  <a:gd name="T0" fmla="*/ 0 w 3"/>
                  <a:gd name="T1" fmla="*/ 22 h 3"/>
                  <a:gd name="T2" fmla="*/ 128 w 3"/>
                  <a:gd name="T3" fmla="*/ 22 h 3"/>
                  <a:gd name="T4" fmla="*/ 192 w 3"/>
                  <a:gd name="T5" fmla="*/ 37 h 3"/>
                  <a:gd name="T6" fmla="*/ 64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3" name="Freeform 415">
                <a:extLst>
                  <a:ext uri="{FF2B5EF4-FFF2-40B4-BE49-F238E27FC236}">
                    <a16:creationId xmlns:a16="http://schemas.microsoft.com/office/drawing/2014/main" id="{2FBB7955-2FFD-4D05-985F-9EC18A262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66"/>
                <a:ext cx="15" cy="17"/>
              </a:xfrm>
              <a:custGeom>
                <a:avLst/>
                <a:gdLst>
                  <a:gd name="T0" fmla="*/ 22 w 9"/>
                  <a:gd name="T1" fmla="*/ 100 h 9"/>
                  <a:gd name="T2" fmla="*/ 153 w 9"/>
                  <a:gd name="T3" fmla="*/ 53 h 9"/>
                  <a:gd name="T4" fmla="*/ 172 w 9"/>
                  <a:gd name="T5" fmla="*/ 317 h 9"/>
                  <a:gd name="T6" fmla="*/ 37 w 9"/>
                  <a:gd name="T7" fmla="*/ 357 h 9"/>
                  <a:gd name="T8" fmla="*/ 22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8" y="3"/>
                      <a:pt x="9" y="5"/>
                      <a:pt x="8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4" name="Freeform 416">
                <a:extLst>
                  <a:ext uri="{FF2B5EF4-FFF2-40B4-BE49-F238E27FC236}">
                    <a16:creationId xmlns:a16="http://schemas.microsoft.com/office/drawing/2014/main" id="{0109D02E-1021-4952-AD3E-4530DFA52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170"/>
                <a:ext cx="5" cy="5"/>
              </a:xfrm>
              <a:custGeom>
                <a:avLst/>
                <a:gdLst>
                  <a:gd name="T0" fmla="*/ 0 w 3"/>
                  <a:gd name="T1" fmla="*/ 22 h 3"/>
                  <a:gd name="T2" fmla="*/ 37 w 3"/>
                  <a:gd name="T3" fmla="*/ 22 h 3"/>
                  <a:gd name="T4" fmla="*/ 37 w 3"/>
                  <a:gd name="T5" fmla="*/ 37 h 3"/>
                  <a:gd name="T6" fmla="*/ 0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5" name="Freeform 417">
                <a:extLst>
                  <a:ext uri="{FF2B5EF4-FFF2-40B4-BE49-F238E27FC236}">
                    <a16:creationId xmlns:a16="http://schemas.microsoft.com/office/drawing/2014/main" id="{61109967-819B-4736-BA1F-3CC702097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181"/>
                <a:ext cx="14" cy="17"/>
              </a:xfrm>
              <a:custGeom>
                <a:avLst/>
                <a:gdLst>
                  <a:gd name="T0" fmla="*/ 37 w 8"/>
                  <a:gd name="T1" fmla="*/ 100 h 9"/>
                  <a:gd name="T2" fmla="*/ 200 w 8"/>
                  <a:gd name="T3" fmla="*/ 100 h 9"/>
                  <a:gd name="T4" fmla="*/ 200 w 8"/>
                  <a:gd name="T5" fmla="*/ 357 h 9"/>
                  <a:gd name="T6" fmla="*/ 37 w 8"/>
                  <a:gd name="T7" fmla="*/ 357 h 9"/>
                  <a:gd name="T8" fmla="*/ 37 w 8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3" y="0"/>
                      <a:pt x="5" y="0"/>
                      <a:pt x="7" y="2"/>
                    </a:cubicBezTo>
                    <a:cubicBezTo>
                      <a:pt x="8" y="3"/>
                      <a:pt x="8" y="6"/>
                      <a:pt x="7" y="8"/>
                    </a:cubicBezTo>
                    <a:cubicBezTo>
                      <a:pt x="5" y="9"/>
                      <a:pt x="3" y="9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6" name="Freeform 418">
                <a:extLst>
                  <a:ext uri="{FF2B5EF4-FFF2-40B4-BE49-F238E27FC236}">
                    <a16:creationId xmlns:a16="http://schemas.microsoft.com/office/drawing/2014/main" id="{29106A72-3A6C-4036-898A-0BB7C4175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185"/>
                <a:ext cx="4" cy="5"/>
              </a:xfrm>
              <a:custGeom>
                <a:avLst/>
                <a:gdLst>
                  <a:gd name="T0" fmla="*/ 0 w 2"/>
                  <a:gd name="T1" fmla="*/ 22 h 3"/>
                  <a:gd name="T2" fmla="*/ 128 w 2"/>
                  <a:gd name="T3" fmla="*/ 22 h 3"/>
                  <a:gd name="T4" fmla="*/ 128 w 2"/>
                  <a:gd name="T5" fmla="*/ 62 h 3"/>
                  <a:gd name="T6" fmla="*/ 0 w 2"/>
                  <a:gd name="T7" fmla="*/ 62 h 3"/>
                  <a:gd name="T8" fmla="*/ 0 w 2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7" name="Freeform 419">
                <a:extLst>
                  <a:ext uri="{FF2B5EF4-FFF2-40B4-BE49-F238E27FC236}">
                    <a16:creationId xmlns:a16="http://schemas.microsoft.com/office/drawing/2014/main" id="{A2E6D18D-5688-49E4-ABDB-B5BC0AFEC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196"/>
                <a:ext cx="15" cy="16"/>
              </a:xfrm>
              <a:custGeom>
                <a:avLst/>
                <a:gdLst>
                  <a:gd name="T0" fmla="*/ 37 w 9"/>
                  <a:gd name="T1" fmla="*/ 66 h 9"/>
                  <a:gd name="T2" fmla="*/ 153 w 9"/>
                  <a:gd name="T3" fmla="*/ 66 h 9"/>
                  <a:gd name="T4" fmla="*/ 153 w 9"/>
                  <a:gd name="T5" fmla="*/ 247 h 9"/>
                  <a:gd name="T6" fmla="*/ 37 w 9"/>
                  <a:gd name="T7" fmla="*/ 247 h 9"/>
                  <a:gd name="T8" fmla="*/ 37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7" y="8"/>
                    </a:cubicBez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8" name="Freeform 420">
                <a:extLst>
                  <a:ext uri="{FF2B5EF4-FFF2-40B4-BE49-F238E27FC236}">
                    <a16:creationId xmlns:a16="http://schemas.microsoft.com/office/drawing/2014/main" id="{6D180222-F713-43B2-937F-3D2E8505E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199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62 w 3"/>
                  <a:gd name="T3" fmla="*/ 64 h 3"/>
                  <a:gd name="T4" fmla="*/ 62 w 3"/>
                  <a:gd name="T5" fmla="*/ 192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9" name="Freeform 421">
                <a:extLst>
                  <a:ext uri="{FF2B5EF4-FFF2-40B4-BE49-F238E27FC236}">
                    <a16:creationId xmlns:a16="http://schemas.microsoft.com/office/drawing/2014/main" id="{EF25FB69-7B30-4F1A-AE9D-C59C40F6B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211"/>
                <a:ext cx="14" cy="16"/>
              </a:xfrm>
              <a:custGeom>
                <a:avLst/>
                <a:gdLst>
                  <a:gd name="T0" fmla="*/ 37 w 8"/>
                  <a:gd name="T1" fmla="*/ 66 h 9"/>
                  <a:gd name="T2" fmla="*/ 200 w 8"/>
                  <a:gd name="T3" fmla="*/ 66 h 9"/>
                  <a:gd name="T4" fmla="*/ 200 w 8"/>
                  <a:gd name="T5" fmla="*/ 208 h 9"/>
                  <a:gd name="T6" fmla="*/ 37 w 8"/>
                  <a:gd name="T7" fmla="*/ 247 h 9"/>
                  <a:gd name="T8" fmla="*/ 37 w 8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3" y="0"/>
                      <a:pt x="5" y="0"/>
                      <a:pt x="7" y="2"/>
                    </a:cubicBezTo>
                    <a:cubicBezTo>
                      <a:pt x="8" y="3"/>
                      <a:pt x="8" y="6"/>
                      <a:pt x="7" y="7"/>
                    </a:cubicBezTo>
                    <a:cubicBezTo>
                      <a:pt x="5" y="9"/>
                      <a:pt x="3" y="9"/>
                      <a:pt x="1" y="8"/>
                    </a:cubicBezTo>
                    <a:cubicBezTo>
                      <a:pt x="0" y="6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0" name="Freeform 422">
                <a:extLst>
                  <a:ext uri="{FF2B5EF4-FFF2-40B4-BE49-F238E27FC236}">
                    <a16:creationId xmlns:a16="http://schemas.microsoft.com/office/drawing/2014/main" id="{3963D677-78A5-405D-8963-11B317D4C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214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64 h 3"/>
                  <a:gd name="T4" fmla="*/ 128 w 3"/>
                  <a:gd name="T5" fmla="*/ 192 h 3"/>
                  <a:gd name="T6" fmla="*/ 0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1" name="Freeform 423">
                <a:extLst>
                  <a:ext uri="{FF2B5EF4-FFF2-40B4-BE49-F238E27FC236}">
                    <a16:creationId xmlns:a16="http://schemas.microsoft.com/office/drawing/2014/main" id="{781D2F8F-A4B5-40C6-91C8-05685A5EB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225"/>
                <a:ext cx="16" cy="17"/>
              </a:xfrm>
              <a:custGeom>
                <a:avLst/>
                <a:gdLst>
                  <a:gd name="T0" fmla="*/ 66 w 9"/>
                  <a:gd name="T1" fmla="*/ 100 h 9"/>
                  <a:gd name="T2" fmla="*/ 208 w 9"/>
                  <a:gd name="T3" fmla="*/ 100 h 9"/>
                  <a:gd name="T4" fmla="*/ 208 w 9"/>
                  <a:gd name="T5" fmla="*/ 357 h 9"/>
                  <a:gd name="T6" fmla="*/ 66 w 9"/>
                  <a:gd name="T7" fmla="*/ 357 h 9"/>
                  <a:gd name="T8" fmla="*/ 66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7" y="8"/>
                    </a:cubicBez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2" name="Freeform 424">
                <a:extLst>
                  <a:ext uri="{FF2B5EF4-FFF2-40B4-BE49-F238E27FC236}">
                    <a16:creationId xmlns:a16="http://schemas.microsoft.com/office/drawing/2014/main" id="{23548E99-03D6-4DC8-8C79-DF99A10D4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229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37 w 3"/>
                  <a:gd name="T3" fmla="*/ 64 h 3"/>
                  <a:gd name="T4" fmla="*/ 37 w 3"/>
                  <a:gd name="T5" fmla="*/ 192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3" name="Freeform 425">
                <a:extLst>
                  <a:ext uri="{FF2B5EF4-FFF2-40B4-BE49-F238E27FC236}">
                    <a16:creationId xmlns:a16="http://schemas.microsoft.com/office/drawing/2014/main" id="{385D784F-CE0E-4FF2-9725-09934E7EE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242"/>
                <a:ext cx="15" cy="15"/>
              </a:xfrm>
              <a:custGeom>
                <a:avLst/>
                <a:gdLst>
                  <a:gd name="T0" fmla="*/ 37 w 9"/>
                  <a:gd name="T1" fmla="*/ 53 h 8"/>
                  <a:gd name="T2" fmla="*/ 153 w 9"/>
                  <a:gd name="T3" fmla="*/ 53 h 8"/>
                  <a:gd name="T4" fmla="*/ 153 w 9"/>
                  <a:gd name="T5" fmla="*/ 296 h 8"/>
                  <a:gd name="T6" fmla="*/ 37 w 9"/>
                  <a:gd name="T7" fmla="*/ 296 h 8"/>
                  <a:gd name="T8" fmla="*/ 37 w 9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ubicBezTo>
                      <a:pt x="6" y="8"/>
                      <a:pt x="3" y="8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4" name="Freeform 426">
                <a:extLst>
                  <a:ext uri="{FF2B5EF4-FFF2-40B4-BE49-F238E27FC236}">
                    <a16:creationId xmlns:a16="http://schemas.microsoft.com/office/drawing/2014/main" id="{1A965752-5D85-4208-ABA1-3F80D867E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244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62 w 3"/>
                  <a:gd name="T3" fmla="*/ 64 h 3"/>
                  <a:gd name="T4" fmla="*/ 62 w 3"/>
                  <a:gd name="T5" fmla="*/ 192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5" name="Freeform 427">
                <a:extLst>
                  <a:ext uri="{FF2B5EF4-FFF2-40B4-BE49-F238E27FC236}">
                    <a16:creationId xmlns:a16="http://schemas.microsoft.com/office/drawing/2014/main" id="{9F110AA6-5788-445D-83FA-B3965968B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257"/>
                <a:ext cx="16" cy="17"/>
              </a:xfrm>
              <a:custGeom>
                <a:avLst/>
                <a:gdLst>
                  <a:gd name="T0" fmla="*/ 66 w 9"/>
                  <a:gd name="T1" fmla="*/ 53 h 9"/>
                  <a:gd name="T2" fmla="*/ 208 w 9"/>
                  <a:gd name="T3" fmla="*/ 53 h 9"/>
                  <a:gd name="T4" fmla="*/ 247 w 9"/>
                  <a:gd name="T5" fmla="*/ 317 h 9"/>
                  <a:gd name="T6" fmla="*/ 66 w 9"/>
                  <a:gd name="T7" fmla="*/ 317 h 9"/>
                  <a:gd name="T8" fmla="*/ 66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6" y="8"/>
                      <a:pt x="4" y="9"/>
                      <a:pt x="2" y="7"/>
                    </a:cubicBezTo>
                    <a:cubicBezTo>
                      <a:pt x="0" y="6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6" name="Freeform 428">
                <a:extLst>
                  <a:ext uri="{FF2B5EF4-FFF2-40B4-BE49-F238E27FC236}">
                    <a16:creationId xmlns:a16="http://schemas.microsoft.com/office/drawing/2014/main" id="{4F2EB53D-A008-4114-97EE-0F60672D5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261"/>
                <a:ext cx="5" cy="5"/>
              </a:xfrm>
              <a:custGeom>
                <a:avLst/>
                <a:gdLst>
                  <a:gd name="T0" fmla="*/ 22 w 3"/>
                  <a:gd name="T1" fmla="*/ 0 h 3"/>
                  <a:gd name="T2" fmla="*/ 37 w 3"/>
                  <a:gd name="T3" fmla="*/ 0 h 3"/>
                  <a:gd name="T4" fmla="*/ 62 w 3"/>
                  <a:gd name="T5" fmla="*/ 37 h 3"/>
                  <a:gd name="T6" fmla="*/ 22 w 3"/>
                  <a:gd name="T7" fmla="*/ 37 h 3"/>
                  <a:gd name="T8" fmla="*/ 2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7" name="Freeform 429">
                <a:extLst>
                  <a:ext uri="{FF2B5EF4-FFF2-40B4-BE49-F238E27FC236}">
                    <a16:creationId xmlns:a16="http://schemas.microsoft.com/office/drawing/2014/main" id="{3FF71AC9-CDF7-48B9-9F3F-58152A13E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272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53 h 9"/>
                  <a:gd name="T4" fmla="*/ 208 w 9"/>
                  <a:gd name="T5" fmla="*/ 317 h 9"/>
                  <a:gd name="T6" fmla="*/ 66 w 9"/>
                  <a:gd name="T7" fmla="*/ 31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8" name="Freeform 430">
                <a:extLst>
                  <a:ext uri="{FF2B5EF4-FFF2-40B4-BE49-F238E27FC236}">
                    <a16:creationId xmlns:a16="http://schemas.microsoft.com/office/drawing/2014/main" id="{0E7429C6-2F68-4232-86D4-6FFFAE30B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276"/>
                <a:ext cx="6" cy="5"/>
              </a:xfrm>
              <a:custGeom>
                <a:avLst/>
                <a:gdLst>
                  <a:gd name="T0" fmla="*/ 0 w 3"/>
                  <a:gd name="T1" fmla="*/ 0 h 3"/>
                  <a:gd name="T2" fmla="*/ 128 w 3"/>
                  <a:gd name="T3" fmla="*/ 0 h 3"/>
                  <a:gd name="T4" fmla="*/ 128 w 3"/>
                  <a:gd name="T5" fmla="*/ 37 h 3"/>
                  <a:gd name="T6" fmla="*/ 0 w 3"/>
                  <a:gd name="T7" fmla="*/ 37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9" name="Freeform 431">
                <a:extLst>
                  <a:ext uri="{FF2B5EF4-FFF2-40B4-BE49-F238E27FC236}">
                    <a16:creationId xmlns:a16="http://schemas.microsoft.com/office/drawing/2014/main" id="{151D4E78-B9B0-45DB-A36A-FEB3273B1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287"/>
                <a:ext cx="16" cy="17"/>
              </a:xfrm>
              <a:custGeom>
                <a:avLst/>
                <a:gdLst>
                  <a:gd name="T0" fmla="*/ 66 w 9"/>
                  <a:gd name="T1" fmla="*/ 53 h 9"/>
                  <a:gd name="T2" fmla="*/ 208 w 9"/>
                  <a:gd name="T3" fmla="*/ 100 h 9"/>
                  <a:gd name="T4" fmla="*/ 208 w 9"/>
                  <a:gd name="T5" fmla="*/ 357 h 9"/>
                  <a:gd name="T6" fmla="*/ 37 w 9"/>
                  <a:gd name="T7" fmla="*/ 317 h 9"/>
                  <a:gd name="T8" fmla="*/ 66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8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0" name="Freeform 432">
                <a:extLst>
                  <a:ext uri="{FF2B5EF4-FFF2-40B4-BE49-F238E27FC236}">
                    <a16:creationId xmlns:a16="http://schemas.microsoft.com/office/drawing/2014/main" id="{38A29DC3-C164-4427-B01B-0B2B78E9C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291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22 h 3"/>
                  <a:gd name="T4" fmla="*/ 37 w 3"/>
                  <a:gd name="T5" fmla="*/ 62 h 3"/>
                  <a:gd name="T6" fmla="*/ 0 w 3"/>
                  <a:gd name="T7" fmla="*/ 37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1" name="Freeform 433">
                <a:extLst>
                  <a:ext uri="{FF2B5EF4-FFF2-40B4-BE49-F238E27FC236}">
                    <a16:creationId xmlns:a16="http://schemas.microsoft.com/office/drawing/2014/main" id="{C5AFCBD1-F3B7-4D25-A577-CE5D7E835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302"/>
                <a:ext cx="15" cy="16"/>
              </a:xfrm>
              <a:custGeom>
                <a:avLst/>
                <a:gdLst>
                  <a:gd name="T0" fmla="*/ 37 w 9"/>
                  <a:gd name="T1" fmla="*/ 66 h 9"/>
                  <a:gd name="T2" fmla="*/ 153 w 9"/>
                  <a:gd name="T3" fmla="*/ 66 h 9"/>
                  <a:gd name="T4" fmla="*/ 153 w 9"/>
                  <a:gd name="T5" fmla="*/ 247 h 9"/>
                  <a:gd name="T6" fmla="*/ 22 w 9"/>
                  <a:gd name="T7" fmla="*/ 208 h 9"/>
                  <a:gd name="T8" fmla="*/ 37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1"/>
                      <a:pt x="7" y="2"/>
                    </a:cubicBezTo>
                    <a:cubicBezTo>
                      <a:pt x="9" y="4"/>
                      <a:pt x="8" y="7"/>
                      <a:pt x="7" y="8"/>
                    </a:cubicBezTo>
                    <a:cubicBezTo>
                      <a:pt x="5" y="9"/>
                      <a:pt x="2" y="9"/>
                      <a:pt x="1" y="7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2" name="Freeform 434">
                <a:extLst>
                  <a:ext uri="{FF2B5EF4-FFF2-40B4-BE49-F238E27FC236}">
                    <a16:creationId xmlns:a16="http://schemas.microsoft.com/office/drawing/2014/main" id="{6A9B82DB-E369-488B-B028-431E4D7B3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305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64 h 3"/>
                  <a:gd name="T4" fmla="*/ 37 w 3"/>
                  <a:gd name="T5" fmla="*/ 192 h 3"/>
                  <a:gd name="T6" fmla="*/ 0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3" name="Freeform 435">
                <a:extLst>
                  <a:ext uri="{FF2B5EF4-FFF2-40B4-BE49-F238E27FC236}">
                    <a16:creationId xmlns:a16="http://schemas.microsoft.com/office/drawing/2014/main" id="{65749421-D685-4DC6-8564-12866AB45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317"/>
                <a:ext cx="15" cy="16"/>
              </a:xfrm>
              <a:custGeom>
                <a:avLst/>
                <a:gdLst>
                  <a:gd name="T0" fmla="*/ 37 w 9"/>
                  <a:gd name="T1" fmla="*/ 66 h 9"/>
                  <a:gd name="T2" fmla="*/ 172 w 9"/>
                  <a:gd name="T3" fmla="*/ 66 h 9"/>
                  <a:gd name="T4" fmla="*/ 153 w 9"/>
                  <a:gd name="T5" fmla="*/ 247 h 9"/>
                  <a:gd name="T6" fmla="*/ 37 w 9"/>
                  <a:gd name="T7" fmla="*/ 208 h 9"/>
                  <a:gd name="T8" fmla="*/ 37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4" y="0"/>
                      <a:pt x="6" y="1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4" name="Freeform 436">
                <a:extLst>
                  <a:ext uri="{FF2B5EF4-FFF2-40B4-BE49-F238E27FC236}">
                    <a16:creationId xmlns:a16="http://schemas.microsoft.com/office/drawing/2014/main" id="{42F05C51-DE66-4E35-97FA-ABE4CC6D6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320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62 w 3"/>
                  <a:gd name="T3" fmla="*/ 64 h 3"/>
                  <a:gd name="T4" fmla="*/ 62 w 3"/>
                  <a:gd name="T5" fmla="*/ 192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5" name="Freeform 437">
                <a:extLst>
                  <a:ext uri="{FF2B5EF4-FFF2-40B4-BE49-F238E27FC236}">
                    <a16:creationId xmlns:a16="http://schemas.microsoft.com/office/drawing/2014/main" id="{9833F417-0F22-45F9-9502-18E62BE4D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333"/>
                <a:ext cx="16" cy="17"/>
              </a:xfrm>
              <a:custGeom>
                <a:avLst/>
                <a:gdLst>
                  <a:gd name="T0" fmla="*/ 66 w 9"/>
                  <a:gd name="T1" fmla="*/ 53 h 9"/>
                  <a:gd name="T2" fmla="*/ 247 w 9"/>
                  <a:gd name="T3" fmla="*/ 53 h 9"/>
                  <a:gd name="T4" fmla="*/ 208 w 9"/>
                  <a:gd name="T5" fmla="*/ 317 h 9"/>
                  <a:gd name="T6" fmla="*/ 37 w 9"/>
                  <a:gd name="T7" fmla="*/ 317 h 9"/>
                  <a:gd name="T8" fmla="*/ 66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6" y="0"/>
                      <a:pt x="8" y="1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5" y="9"/>
                      <a:pt x="3" y="8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6" name="Freeform 438">
                <a:extLst>
                  <a:ext uri="{FF2B5EF4-FFF2-40B4-BE49-F238E27FC236}">
                    <a16:creationId xmlns:a16="http://schemas.microsoft.com/office/drawing/2014/main" id="{518459B8-BB83-4080-87C2-04B07363F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335"/>
                <a:ext cx="5" cy="8"/>
              </a:xfrm>
              <a:custGeom>
                <a:avLst/>
                <a:gdLst>
                  <a:gd name="T0" fmla="*/ 22 w 3"/>
                  <a:gd name="T1" fmla="*/ 64 h 4"/>
                  <a:gd name="T2" fmla="*/ 62 w 3"/>
                  <a:gd name="T3" fmla="*/ 64 h 4"/>
                  <a:gd name="T4" fmla="*/ 37 w 3"/>
                  <a:gd name="T5" fmla="*/ 192 h 4"/>
                  <a:gd name="T6" fmla="*/ 0 w 3"/>
                  <a:gd name="T7" fmla="*/ 192 h 4"/>
                  <a:gd name="T8" fmla="*/ 22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7" name="Freeform 439">
                <a:extLst>
                  <a:ext uri="{FF2B5EF4-FFF2-40B4-BE49-F238E27FC236}">
                    <a16:creationId xmlns:a16="http://schemas.microsoft.com/office/drawing/2014/main" id="{B2865D93-CB53-4777-AF96-214E5E362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348"/>
                <a:ext cx="16" cy="17"/>
              </a:xfrm>
              <a:custGeom>
                <a:avLst/>
                <a:gdLst>
                  <a:gd name="T0" fmla="*/ 66 w 9"/>
                  <a:gd name="T1" fmla="*/ 53 h 9"/>
                  <a:gd name="T2" fmla="*/ 247 w 9"/>
                  <a:gd name="T3" fmla="*/ 100 h 9"/>
                  <a:gd name="T4" fmla="*/ 208 w 9"/>
                  <a:gd name="T5" fmla="*/ 317 h 9"/>
                  <a:gd name="T6" fmla="*/ 66 w 9"/>
                  <a:gd name="T7" fmla="*/ 317 h 9"/>
                  <a:gd name="T8" fmla="*/ 66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8" name="Freeform 440">
                <a:extLst>
                  <a:ext uri="{FF2B5EF4-FFF2-40B4-BE49-F238E27FC236}">
                    <a16:creationId xmlns:a16="http://schemas.microsoft.com/office/drawing/2014/main" id="{2897727B-E683-4FED-9646-AFE8396B3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352"/>
                <a:ext cx="5" cy="5"/>
              </a:xfrm>
              <a:custGeom>
                <a:avLst/>
                <a:gdLst>
                  <a:gd name="T0" fmla="*/ 22 w 3"/>
                  <a:gd name="T1" fmla="*/ 0 h 3"/>
                  <a:gd name="T2" fmla="*/ 62 w 3"/>
                  <a:gd name="T3" fmla="*/ 0 h 3"/>
                  <a:gd name="T4" fmla="*/ 62 w 3"/>
                  <a:gd name="T5" fmla="*/ 37 h 3"/>
                  <a:gd name="T6" fmla="*/ 22 w 3"/>
                  <a:gd name="T7" fmla="*/ 37 h 3"/>
                  <a:gd name="T8" fmla="*/ 2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9" name="Freeform 441">
                <a:extLst>
                  <a:ext uri="{FF2B5EF4-FFF2-40B4-BE49-F238E27FC236}">
                    <a16:creationId xmlns:a16="http://schemas.microsoft.com/office/drawing/2014/main" id="{708A723F-EF98-4B5C-AEE2-3A36C64CF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363"/>
                <a:ext cx="14" cy="17"/>
              </a:xfrm>
              <a:custGeom>
                <a:avLst/>
                <a:gdLst>
                  <a:gd name="T0" fmla="*/ 37 w 8"/>
                  <a:gd name="T1" fmla="*/ 100 h 9"/>
                  <a:gd name="T2" fmla="*/ 200 w 8"/>
                  <a:gd name="T3" fmla="*/ 100 h 9"/>
                  <a:gd name="T4" fmla="*/ 200 w 8"/>
                  <a:gd name="T5" fmla="*/ 357 h 9"/>
                  <a:gd name="T6" fmla="*/ 37 w 8"/>
                  <a:gd name="T7" fmla="*/ 357 h 9"/>
                  <a:gd name="T8" fmla="*/ 37 w 8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3" y="0"/>
                      <a:pt x="5" y="1"/>
                      <a:pt x="7" y="2"/>
                    </a:cubicBezTo>
                    <a:cubicBezTo>
                      <a:pt x="8" y="4"/>
                      <a:pt x="8" y="6"/>
                      <a:pt x="7" y="8"/>
                    </a:cubicBezTo>
                    <a:cubicBezTo>
                      <a:pt x="5" y="9"/>
                      <a:pt x="3" y="9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0" name="Freeform 442">
                <a:extLst>
                  <a:ext uri="{FF2B5EF4-FFF2-40B4-BE49-F238E27FC236}">
                    <a16:creationId xmlns:a16="http://schemas.microsoft.com/office/drawing/2014/main" id="{441FD889-3698-420F-9AFD-9981DD6F5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367"/>
                <a:ext cx="6" cy="5"/>
              </a:xfrm>
              <a:custGeom>
                <a:avLst/>
                <a:gdLst>
                  <a:gd name="T0" fmla="*/ 0 w 3"/>
                  <a:gd name="T1" fmla="*/ 22 h 3"/>
                  <a:gd name="T2" fmla="*/ 128 w 3"/>
                  <a:gd name="T3" fmla="*/ 22 h 3"/>
                  <a:gd name="T4" fmla="*/ 128 w 3"/>
                  <a:gd name="T5" fmla="*/ 62 h 3"/>
                  <a:gd name="T6" fmla="*/ 0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1" name="Freeform 443">
                <a:extLst>
                  <a:ext uri="{FF2B5EF4-FFF2-40B4-BE49-F238E27FC236}">
                    <a16:creationId xmlns:a16="http://schemas.microsoft.com/office/drawing/2014/main" id="{FE5B3A41-A59B-4FA5-A8EC-4059C40C7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380"/>
                <a:ext cx="16" cy="16"/>
              </a:xfrm>
              <a:custGeom>
                <a:avLst/>
                <a:gdLst>
                  <a:gd name="T0" fmla="*/ 66 w 9"/>
                  <a:gd name="T1" fmla="*/ 37 h 9"/>
                  <a:gd name="T2" fmla="*/ 208 w 9"/>
                  <a:gd name="T3" fmla="*/ 66 h 9"/>
                  <a:gd name="T4" fmla="*/ 203 w 9"/>
                  <a:gd name="T5" fmla="*/ 247 h 9"/>
                  <a:gd name="T6" fmla="*/ 37 w 9"/>
                  <a:gd name="T7" fmla="*/ 208 h 9"/>
                  <a:gd name="T8" fmla="*/ 66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9" y="4"/>
                      <a:pt x="8" y="6"/>
                      <a:pt x="6" y="8"/>
                    </a:cubicBezTo>
                    <a:cubicBezTo>
                      <a:pt x="5" y="9"/>
                      <a:pt x="2" y="9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2" name="Freeform 444">
                <a:extLst>
                  <a:ext uri="{FF2B5EF4-FFF2-40B4-BE49-F238E27FC236}">
                    <a16:creationId xmlns:a16="http://schemas.microsoft.com/office/drawing/2014/main" id="{C6D546E5-FFB2-4990-81DD-A0374B779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383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128 w 3"/>
                  <a:gd name="T3" fmla="*/ 64 h 3"/>
                  <a:gd name="T4" fmla="*/ 128 w 3"/>
                  <a:gd name="T5" fmla="*/ 128 h 3"/>
                  <a:gd name="T6" fmla="*/ 0 w 3"/>
                  <a:gd name="T7" fmla="*/ 1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3" name="Freeform 445">
                <a:extLst>
                  <a:ext uri="{FF2B5EF4-FFF2-40B4-BE49-F238E27FC236}">
                    <a16:creationId xmlns:a16="http://schemas.microsoft.com/office/drawing/2014/main" id="{6EF67E5F-DFFF-4FD4-9A86-5013E1C7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395"/>
                <a:ext cx="16" cy="16"/>
              </a:xfrm>
              <a:custGeom>
                <a:avLst/>
                <a:gdLst>
                  <a:gd name="T0" fmla="*/ 66 w 9"/>
                  <a:gd name="T1" fmla="*/ 37 h 9"/>
                  <a:gd name="T2" fmla="*/ 247 w 9"/>
                  <a:gd name="T3" fmla="*/ 66 h 9"/>
                  <a:gd name="T4" fmla="*/ 208 w 9"/>
                  <a:gd name="T5" fmla="*/ 247 h 9"/>
                  <a:gd name="T6" fmla="*/ 37 w 9"/>
                  <a:gd name="T7" fmla="*/ 208 h 9"/>
                  <a:gd name="T8" fmla="*/ 66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4" name="Freeform 446">
                <a:extLst>
                  <a:ext uri="{FF2B5EF4-FFF2-40B4-BE49-F238E27FC236}">
                    <a16:creationId xmlns:a16="http://schemas.microsoft.com/office/drawing/2014/main" id="{C3CBA9FD-762F-4BDA-BB3B-8CFD9B643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398"/>
                <a:ext cx="6" cy="6"/>
              </a:xfrm>
              <a:custGeom>
                <a:avLst/>
                <a:gdLst>
                  <a:gd name="T0" fmla="*/ 64 w 3"/>
                  <a:gd name="T1" fmla="*/ 0 h 3"/>
                  <a:gd name="T2" fmla="*/ 192 w 3"/>
                  <a:gd name="T3" fmla="*/ 64 h 3"/>
                  <a:gd name="T4" fmla="*/ 192 w 3"/>
                  <a:gd name="T5" fmla="*/ 192 h 3"/>
                  <a:gd name="T6" fmla="*/ 64 w 3"/>
                  <a:gd name="T7" fmla="*/ 128 h 3"/>
                  <a:gd name="T8" fmla="*/ 64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5" name="Freeform 447">
                <a:extLst>
                  <a:ext uri="{FF2B5EF4-FFF2-40B4-BE49-F238E27FC236}">
                    <a16:creationId xmlns:a16="http://schemas.microsoft.com/office/drawing/2014/main" id="{E02104D0-D719-4E72-8657-185DAEFCA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409"/>
                <a:ext cx="16" cy="17"/>
              </a:xfrm>
              <a:custGeom>
                <a:avLst/>
                <a:gdLst>
                  <a:gd name="T0" fmla="*/ 66 w 9"/>
                  <a:gd name="T1" fmla="*/ 53 h 9"/>
                  <a:gd name="T2" fmla="*/ 247 w 9"/>
                  <a:gd name="T3" fmla="*/ 100 h 9"/>
                  <a:gd name="T4" fmla="*/ 208 w 9"/>
                  <a:gd name="T5" fmla="*/ 357 h 9"/>
                  <a:gd name="T6" fmla="*/ 37 w 9"/>
                  <a:gd name="T7" fmla="*/ 317 h 9"/>
                  <a:gd name="T8" fmla="*/ 66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6" name="Freeform 448">
                <a:extLst>
                  <a:ext uri="{FF2B5EF4-FFF2-40B4-BE49-F238E27FC236}">
                    <a16:creationId xmlns:a16="http://schemas.microsoft.com/office/drawing/2014/main" id="{90F0A9C6-70C6-4D37-AA6A-EEB9DD839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413"/>
                <a:ext cx="7" cy="6"/>
              </a:xfrm>
              <a:custGeom>
                <a:avLst/>
                <a:gdLst>
                  <a:gd name="T0" fmla="*/ 37 w 4"/>
                  <a:gd name="T1" fmla="*/ 0 h 3"/>
                  <a:gd name="T2" fmla="*/ 86 w 4"/>
                  <a:gd name="T3" fmla="*/ 64 h 3"/>
                  <a:gd name="T4" fmla="*/ 86 w 4"/>
                  <a:gd name="T5" fmla="*/ 192 h 3"/>
                  <a:gd name="T6" fmla="*/ 37 w 4"/>
                  <a:gd name="T7" fmla="*/ 128 h 3"/>
                  <a:gd name="T8" fmla="*/ 37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7" name="Oval 449">
                <a:extLst>
                  <a:ext uri="{FF2B5EF4-FFF2-40B4-BE49-F238E27FC236}">
                    <a16:creationId xmlns:a16="http://schemas.microsoft.com/office/drawing/2014/main" id="{DAFD0E21-24FB-489E-84CD-EB97BE41F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5" y="1666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18" name="Oval 450">
                <a:extLst>
                  <a:ext uri="{FF2B5EF4-FFF2-40B4-BE49-F238E27FC236}">
                    <a16:creationId xmlns:a16="http://schemas.microsoft.com/office/drawing/2014/main" id="{86F15E16-07FA-4493-BB0A-9D8DAE7E6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8" y="1670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19" name="Oval 451">
                <a:extLst>
                  <a:ext uri="{FF2B5EF4-FFF2-40B4-BE49-F238E27FC236}">
                    <a16:creationId xmlns:a16="http://schemas.microsoft.com/office/drawing/2014/main" id="{0678B54C-2186-46B8-BCB0-0C048EB6A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1666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20" name="Oval 452">
                <a:extLst>
                  <a:ext uri="{FF2B5EF4-FFF2-40B4-BE49-F238E27FC236}">
                    <a16:creationId xmlns:a16="http://schemas.microsoft.com/office/drawing/2014/main" id="{EB1C4DD3-227B-4282-9B19-B00587D11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67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21" name="Oval 453">
                <a:extLst>
                  <a:ext uri="{FF2B5EF4-FFF2-40B4-BE49-F238E27FC236}">
                    <a16:creationId xmlns:a16="http://schemas.microsoft.com/office/drawing/2014/main" id="{72EC4EDD-12EB-4262-AB6F-DD4B24F72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1670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22" name="Oval 454">
                <a:extLst>
                  <a:ext uri="{FF2B5EF4-FFF2-40B4-BE49-F238E27FC236}">
                    <a16:creationId xmlns:a16="http://schemas.microsoft.com/office/drawing/2014/main" id="{A1EAEDDC-44D9-4032-B13E-65337145B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8" y="1674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23" name="Oval 455">
                <a:extLst>
                  <a:ext uri="{FF2B5EF4-FFF2-40B4-BE49-F238E27FC236}">
                    <a16:creationId xmlns:a16="http://schemas.microsoft.com/office/drawing/2014/main" id="{EDCCACE5-2AE0-4AB7-B075-BA4FB5159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8" y="1672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24" name="Oval 456">
                <a:extLst>
                  <a:ext uri="{FF2B5EF4-FFF2-40B4-BE49-F238E27FC236}">
                    <a16:creationId xmlns:a16="http://schemas.microsoft.com/office/drawing/2014/main" id="{BA88073C-A047-4FA7-90E7-57E763051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2" y="167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25" name="Oval 457">
                <a:extLst>
                  <a:ext uri="{FF2B5EF4-FFF2-40B4-BE49-F238E27FC236}">
                    <a16:creationId xmlns:a16="http://schemas.microsoft.com/office/drawing/2014/main" id="{5AA4BB88-0E27-45B6-99FE-A348EBB5C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0" y="1675"/>
                <a:ext cx="16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26" name="Oval 458">
                <a:extLst>
                  <a:ext uri="{FF2B5EF4-FFF2-40B4-BE49-F238E27FC236}">
                    <a16:creationId xmlns:a16="http://schemas.microsoft.com/office/drawing/2014/main" id="{877A2269-90ED-414D-9901-7582AFFDA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1679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27" name="Oval 459">
                <a:extLst>
                  <a:ext uri="{FF2B5EF4-FFF2-40B4-BE49-F238E27FC236}">
                    <a16:creationId xmlns:a16="http://schemas.microsoft.com/office/drawing/2014/main" id="{461386BF-FB8C-43F3-BDE0-043B31C34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4" y="168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28" name="Oval 460">
                <a:extLst>
                  <a:ext uri="{FF2B5EF4-FFF2-40B4-BE49-F238E27FC236}">
                    <a16:creationId xmlns:a16="http://schemas.microsoft.com/office/drawing/2014/main" id="{AC5B1E59-4E8D-49BB-B6F1-64CE30924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168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29" name="Oval 461">
                <a:extLst>
                  <a:ext uri="{FF2B5EF4-FFF2-40B4-BE49-F238E27FC236}">
                    <a16:creationId xmlns:a16="http://schemas.microsoft.com/office/drawing/2014/main" id="{C8D1EEE6-5336-45F6-96F8-4D9B7BB0B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685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30" name="Oval 462">
                <a:extLst>
                  <a:ext uri="{FF2B5EF4-FFF2-40B4-BE49-F238E27FC236}">
                    <a16:creationId xmlns:a16="http://schemas.microsoft.com/office/drawing/2014/main" id="{8EA27BE5-6DAB-4B03-93A1-64D7FF2C9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2" y="1688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31" name="Oval 463">
                <a:extLst>
                  <a:ext uri="{FF2B5EF4-FFF2-40B4-BE49-F238E27FC236}">
                    <a16:creationId xmlns:a16="http://schemas.microsoft.com/office/drawing/2014/main" id="{C8946F2C-5A18-496C-B7E5-28A890926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1690"/>
                <a:ext cx="13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32" name="Oval 464">
                <a:extLst>
                  <a:ext uri="{FF2B5EF4-FFF2-40B4-BE49-F238E27FC236}">
                    <a16:creationId xmlns:a16="http://schemas.microsoft.com/office/drawing/2014/main" id="{0A1D8849-7813-4D2D-AC00-BB48C106A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694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33" name="Oval 465">
                <a:extLst>
                  <a:ext uri="{FF2B5EF4-FFF2-40B4-BE49-F238E27FC236}">
                    <a16:creationId xmlns:a16="http://schemas.microsoft.com/office/drawing/2014/main" id="{A0CC0CA8-0CF3-449E-934E-74F8F359B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169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34" name="Oval 466">
                <a:extLst>
                  <a:ext uri="{FF2B5EF4-FFF2-40B4-BE49-F238E27FC236}">
                    <a16:creationId xmlns:a16="http://schemas.microsoft.com/office/drawing/2014/main" id="{505737D5-6196-4B5D-B3D6-89F375FE3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6" y="170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35" name="Oval 467">
                <a:extLst>
                  <a:ext uri="{FF2B5EF4-FFF2-40B4-BE49-F238E27FC236}">
                    <a16:creationId xmlns:a16="http://schemas.microsoft.com/office/drawing/2014/main" id="{28F7BA27-4FC1-453D-8B94-940B1E7FF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05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36" name="Oval 468">
                <a:extLst>
                  <a:ext uri="{FF2B5EF4-FFF2-40B4-BE49-F238E27FC236}">
                    <a16:creationId xmlns:a16="http://schemas.microsoft.com/office/drawing/2014/main" id="{02FE3659-D9C9-41A2-8E69-DC2E0DF31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09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37" name="Oval 469">
                <a:extLst>
                  <a:ext uri="{FF2B5EF4-FFF2-40B4-BE49-F238E27FC236}">
                    <a16:creationId xmlns:a16="http://schemas.microsoft.com/office/drawing/2014/main" id="{AE0243C4-47E1-4BD2-952B-C0562FC23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3"/>
                <a:ext cx="14" cy="14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38" name="Oval 470">
                <a:extLst>
                  <a:ext uri="{FF2B5EF4-FFF2-40B4-BE49-F238E27FC236}">
                    <a16:creationId xmlns:a16="http://schemas.microsoft.com/office/drawing/2014/main" id="{6D30ECFE-7ED9-4706-97C2-C7AD35669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6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39" name="Oval 471">
                <a:extLst>
                  <a:ext uri="{FF2B5EF4-FFF2-40B4-BE49-F238E27FC236}">
                    <a16:creationId xmlns:a16="http://schemas.microsoft.com/office/drawing/2014/main" id="{4AB33AAC-CD62-4F35-B334-192217F06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1722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40" name="Oval 472">
                <a:extLst>
                  <a:ext uri="{FF2B5EF4-FFF2-40B4-BE49-F238E27FC236}">
                    <a16:creationId xmlns:a16="http://schemas.microsoft.com/office/drawing/2014/main" id="{58A44D23-7943-4130-A634-2733471C2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172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41" name="Oval 473">
                <a:extLst>
                  <a:ext uri="{FF2B5EF4-FFF2-40B4-BE49-F238E27FC236}">
                    <a16:creationId xmlns:a16="http://schemas.microsoft.com/office/drawing/2014/main" id="{C5035CFF-A8A7-416F-AF4D-53EE4FE71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173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42" name="Oval 474">
                <a:extLst>
                  <a:ext uri="{FF2B5EF4-FFF2-40B4-BE49-F238E27FC236}">
                    <a16:creationId xmlns:a16="http://schemas.microsoft.com/office/drawing/2014/main" id="{ABC63652-8314-4A3E-9D35-53F8D2520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73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43" name="Oval 475">
                <a:extLst>
                  <a:ext uri="{FF2B5EF4-FFF2-40B4-BE49-F238E27FC236}">
                    <a16:creationId xmlns:a16="http://schemas.microsoft.com/office/drawing/2014/main" id="{6E39F1A6-383A-435D-8268-F43C6D48D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1740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44" name="Oval 476">
                <a:extLst>
                  <a:ext uri="{FF2B5EF4-FFF2-40B4-BE49-F238E27FC236}">
                    <a16:creationId xmlns:a16="http://schemas.microsoft.com/office/drawing/2014/main" id="{B2753482-9911-478D-9BF6-19F87DE10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1744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45" name="Oval 477">
                <a:extLst>
                  <a:ext uri="{FF2B5EF4-FFF2-40B4-BE49-F238E27FC236}">
                    <a16:creationId xmlns:a16="http://schemas.microsoft.com/office/drawing/2014/main" id="{16EDA92B-BFCD-4758-A767-542E7CB58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2" y="1750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46" name="Oval 478">
                <a:extLst>
                  <a:ext uri="{FF2B5EF4-FFF2-40B4-BE49-F238E27FC236}">
                    <a16:creationId xmlns:a16="http://schemas.microsoft.com/office/drawing/2014/main" id="{4DA5C54E-B90D-43AB-95FB-F7F8D7D8B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6" y="175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47" name="Oval 479">
                <a:extLst>
                  <a:ext uri="{FF2B5EF4-FFF2-40B4-BE49-F238E27FC236}">
                    <a16:creationId xmlns:a16="http://schemas.microsoft.com/office/drawing/2014/main" id="{DCF9DEA5-F9D9-4D1D-8B22-61C13F141F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176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48" name="Oval 480">
                <a:extLst>
                  <a:ext uri="{FF2B5EF4-FFF2-40B4-BE49-F238E27FC236}">
                    <a16:creationId xmlns:a16="http://schemas.microsoft.com/office/drawing/2014/main" id="{7FAB19B2-A20E-4AAC-BFA8-0BEEE906D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1765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49" name="Oval 481">
                <a:extLst>
                  <a:ext uri="{FF2B5EF4-FFF2-40B4-BE49-F238E27FC236}">
                    <a16:creationId xmlns:a16="http://schemas.microsoft.com/office/drawing/2014/main" id="{647D191F-88FB-41F9-ADF9-02A1171F4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171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50" name="Oval 482">
                <a:extLst>
                  <a:ext uri="{FF2B5EF4-FFF2-40B4-BE49-F238E27FC236}">
                    <a16:creationId xmlns:a16="http://schemas.microsoft.com/office/drawing/2014/main" id="{017589FC-7883-47F2-9225-22D87A048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71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51" name="Oval 483">
                <a:extLst>
                  <a:ext uri="{FF2B5EF4-FFF2-40B4-BE49-F238E27FC236}">
                    <a16:creationId xmlns:a16="http://schemas.microsoft.com/office/drawing/2014/main" id="{C1E86503-85FD-43C4-913D-6B242BFDA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" y="171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52" name="Oval 484">
                <a:extLst>
                  <a:ext uri="{FF2B5EF4-FFF2-40B4-BE49-F238E27FC236}">
                    <a16:creationId xmlns:a16="http://schemas.microsoft.com/office/drawing/2014/main" id="{1FA4AA29-1D75-48C2-A9E3-245336460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2" y="1714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53" name="Oval 485">
                <a:extLst>
                  <a:ext uri="{FF2B5EF4-FFF2-40B4-BE49-F238E27FC236}">
                    <a16:creationId xmlns:a16="http://schemas.microsoft.com/office/drawing/2014/main" id="{4748904C-5DF1-47B3-8D06-61CDC3F80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1713"/>
                <a:ext cx="14" cy="14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54" name="Oval 486">
                <a:extLst>
                  <a:ext uri="{FF2B5EF4-FFF2-40B4-BE49-F238E27FC236}">
                    <a16:creationId xmlns:a16="http://schemas.microsoft.com/office/drawing/2014/main" id="{97C4B73F-0DE3-4B42-A130-5E7C2D52D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1716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55" name="Oval 487">
                <a:extLst>
                  <a:ext uri="{FF2B5EF4-FFF2-40B4-BE49-F238E27FC236}">
                    <a16:creationId xmlns:a16="http://schemas.microsoft.com/office/drawing/2014/main" id="{AF03F909-9A54-424D-B585-DEDB67197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1716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56" name="Oval 488">
                <a:extLst>
                  <a:ext uri="{FF2B5EF4-FFF2-40B4-BE49-F238E27FC236}">
                    <a16:creationId xmlns:a16="http://schemas.microsoft.com/office/drawing/2014/main" id="{62923273-4702-41AC-A650-7580D10DF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2" y="1720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57" name="Oval 489">
                <a:extLst>
                  <a:ext uri="{FF2B5EF4-FFF2-40B4-BE49-F238E27FC236}">
                    <a16:creationId xmlns:a16="http://schemas.microsoft.com/office/drawing/2014/main" id="{1842A764-F055-4A35-8F73-0D536AB76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1722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58" name="Oval 490">
                <a:extLst>
                  <a:ext uri="{FF2B5EF4-FFF2-40B4-BE49-F238E27FC236}">
                    <a16:creationId xmlns:a16="http://schemas.microsoft.com/office/drawing/2014/main" id="{0737AA5F-CD95-4722-A10F-91428F756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172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59" name="Oval 491">
                <a:extLst>
                  <a:ext uri="{FF2B5EF4-FFF2-40B4-BE49-F238E27FC236}">
                    <a16:creationId xmlns:a16="http://schemas.microsoft.com/office/drawing/2014/main" id="{72498DB8-50D4-42B5-BA1F-8A5A2EB4D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1727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60" name="Oval 492">
                <a:extLst>
                  <a:ext uri="{FF2B5EF4-FFF2-40B4-BE49-F238E27FC236}">
                    <a16:creationId xmlns:a16="http://schemas.microsoft.com/office/drawing/2014/main" id="{94FB8626-82AA-42DB-A914-109D6E22D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" y="173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61" name="Oval 493">
                <a:extLst>
                  <a:ext uri="{FF2B5EF4-FFF2-40B4-BE49-F238E27FC236}">
                    <a16:creationId xmlns:a16="http://schemas.microsoft.com/office/drawing/2014/main" id="{9E9EEDE2-A288-4E6A-BC4A-BDF3EFBFA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1735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62" name="Oval 494">
                <a:extLst>
                  <a:ext uri="{FF2B5EF4-FFF2-40B4-BE49-F238E27FC236}">
                    <a16:creationId xmlns:a16="http://schemas.microsoft.com/office/drawing/2014/main" id="{528B2C37-72F4-4125-8589-08E27E1FB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2" y="1739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63" name="Oval 495">
                <a:extLst>
                  <a:ext uri="{FF2B5EF4-FFF2-40B4-BE49-F238E27FC236}">
                    <a16:creationId xmlns:a16="http://schemas.microsoft.com/office/drawing/2014/main" id="{5F150D8E-A395-43D7-ADC1-45EF00DD3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1742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64" name="Oval 496">
                <a:extLst>
                  <a:ext uri="{FF2B5EF4-FFF2-40B4-BE49-F238E27FC236}">
                    <a16:creationId xmlns:a16="http://schemas.microsoft.com/office/drawing/2014/main" id="{44964E9A-4988-440E-829B-DB2A89153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1746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65" name="Oval 497">
                <a:extLst>
                  <a:ext uri="{FF2B5EF4-FFF2-40B4-BE49-F238E27FC236}">
                    <a16:creationId xmlns:a16="http://schemas.microsoft.com/office/drawing/2014/main" id="{4EEFCA3A-CDE5-4A98-B402-7CF8A4A5F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3" y="1750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66" name="Oval 498">
                <a:extLst>
                  <a:ext uri="{FF2B5EF4-FFF2-40B4-BE49-F238E27FC236}">
                    <a16:creationId xmlns:a16="http://schemas.microsoft.com/office/drawing/2014/main" id="{D615CBCB-B56C-405E-B878-CBA8CE900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8" y="175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67" name="Oval 499">
                <a:extLst>
                  <a:ext uri="{FF2B5EF4-FFF2-40B4-BE49-F238E27FC236}">
                    <a16:creationId xmlns:a16="http://schemas.microsoft.com/office/drawing/2014/main" id="{78D61722-FFB1-4C0B-B32B-7052FAF3C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1761"/>
                <a:ext cx="13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68" name="Oval 500">
                <a:extLst>
                  <a:ext uri="{FF2B5EF4-FFF2-40B4-BE49-F238E27FC236}">
                    <a16:creationId xmlns:a16="http://schemas.microsoft.com/office/drawing/2014/main" id="{86743411-0EAF-458F-BA42-920020AE9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1765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69" name="Oval 501">
                <a:extLst>
                  <a:ext uri="{FF2B5EF4-FFF2-40B4-BE49-F238E27FC236}">
                    <a16:creationId xmlns:a16="http://schemas.microsoft.com/office/drawing/2014/main" id="{BE716DAA-2BBE-4C32-8B0F-C831CD915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0" y="1770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70" name="Oval 502">
                <a:extLst>
                  <a:ext uri="{FF2B5EF4-FFF2-40B4-BE49-F238E27FC236}">
                    <a16:creationId xmlns:a16="http://schemas.microsoft.com/office/drawing/2014/main" id="{E42F963B-33DB-47AE-BE1C-65744F4D6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5" y="1774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371" name="Freeform 503">
                <a:extLst>
                  <a:ext uri="{FF2B5EF4-FFF2-40B4-BE49-F238E27FC236}">
                    <a16:creationId xmlns:a16="http://schemas.microsoft.com/office/drawing/2014/main" id="{D92F9158-2E25-40BF-9951-67A655451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778"/>
                <a:ext cx="14" cy="16"/>
              </a:xfrm>
              <a:custGeom>
                <a:avLst/>
                <a:gdLst>
                  <a:gd name="T0" fmla="*/ 236 w 8"/>
                  <a:gd name="T1" fmla="*/ 117 h 9"/>
                  <a:gd name="T2" fmla="*/ 86 w 8"/>
                  <a:gd name="T3" fmla="*/ 37 h 9"/>
                  <a:gd name="T4" fmla="*/ 0 w 8"/>
                  <a:gd name="T5" fmla="*/ 203 h 9"/>
                  <a:gd name="T6" fmla="*/ 151 w 8"/>
                  <a:gd name="T7" fmla="*/ 281 h 9"/>
                  <a:gd name="T8" fmla="*/ 236 w 8"/>
                  <a:gd name="T9" fmla="*/ 1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4"/>
                    </a:moveTo>
                    <a:cubicBezTo>
                      <a:pt x="7" y="2"/>
                      <a:pt x="5" y="0"/>
                      <a:pt x="3" y="1"/>
                    </a:cubicBezTo>
                    <a:cubicBezTo>
                      <a:pt x="1" y="1"/>
                      <a:pt x="0" y="3"/>
                      <a:pt x="0" y="6"/>
                    </a:cubicBezTo>
                    <a:cubicBezTo>
                      <a:pt x="0" y="8"/>
                      <a:pt x="3" y="9"/>
                      <a:pt x="5" y="9"/>
                    </a:cubicBezTo>
                    <a:cubicBezTo>
                      <a:pt x="7" y="8"/>
                      <a:pt x="8" y="6"/>
                      <a:pt x="8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72" name="Freeform 504">
                <a:extLst>
                  <a:ext uri="{FF2B5EF4-FFF2-40B4-BE49-F238E27FC236}">
                    <a16:creationId xmlns:a16="http://schemas.microsoft.com/office/drawing/2014/main" id="{5E225298-A5B7-4154-98A0-F13F7BE61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1781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64 h 3"/>
                  <a:gd name="T4" fmla="*/ 0 w 3"/>
                  <a:gd name="T5" fmla="*/ 128 h 3"/>
                  <a:gd name="T6" fmla="*/ 37 w 3"/>
                  <a:gd name="T7" fmla="*/ 192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73" name="Freeform 505">
                <a:extLst>
                  <a:ext uri="{FF2B5EF4-FFF2-40B4-BE49-F238E27FC236}">
                    <a16:creationId xmlns:a16="http://schemas.microsoft.com/office/drawing/2014/main" id="{DAE26C21-1642-4DAA-A3C0-0B4328586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789"/>
                <a:ext cx="15" cy="17"/>
              </a:xfrm>
              <a:custGeom>
                <a:avLst/>
                <a:gdLst>
                  <a:gd name="T0" fmla="*/ 195 w 9"/>
                  <a:gd name="T1" fmla="*/ 144 h 9"/>
                  <a:gd name="T2" fmla="*/ 92 w 9"/>
                  <a:gd name="T3" fmla="*/ 0 h 9"/>
                  <a:gd name="T4" fmla="*/ 22 w 9"/>
                  <a:gd name="T5" fmla="*/ 213 h 9"/>
                  <a:gd name="T6" fmla="*/ 130 w 9"/>
                  <a:gd name="T7" fmla="*/ 357 h 9"/>
                  <a:gd name="T8" fmla="*/ 195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1"/>
                      <a:pt x="6" y="0"/>
                      <a:pt x="4" y="0"/>
                    </a:cubicBezTo>
                    <a:cubicBezTo>
                      <a:pt x="2" y="1"/>
                      <a:pt x="0" y="3"/>
                      <a:pt x="1" y="5"/>
                    </a:cubicBezTo>
                    <a:cubicBezTo>
                      <a:pt x="1" y="7"/>
                      <a:pt x="3" y="9"/>
                      <a:pt x="6" y="8"/>
                    </a:cubicBezTo>
                    <a:cubicBezTo>
                      <a:pt x="8" y="8"/>
                      <a:pt x="9" y="6"/>
                      <a:pt x="9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74" name="Freeform 506">
                <a:extLst>
                  <a:ext uri="{FF2B5EF4-FFF2-40B4-BE49-F238E27FC236}">
                    <a16:creationId xmlns:a16="http://schemas.microsoft.com/office/drawing/2014/main" id="{80CEA3A3-F225-4778-ADC3-2EED25001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792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75" name="Freeform 507">
                <a:extLst>
                  <a:ext uri="{FF2B5EF4-FFF2-40B4-BE49-F238E27FC236}">
                    <a16:creationId xmlns:a16="http://schemas.microsoft.com/office/drawing/2014/main" id="{DE11DC25-CF50-4B2A-9820-DFF5AB57F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800"/>
                <a:ext cx="16" cy="15"/>
              </a:xfrm>
              <a:custGeom>
                <a:avLst/>
                <a:gdLst>
                  <a:gd name="T0" fmla="*/ 247 w 9"/>
                  <a:gd name="T1" fmla="*/ 137 h 8"/>
                  <a:gd name="T2" fmla="*/ 117 w 9"/>
                  <a:gd name="T3" fmla="*/ 0 h 8"/>
                  <a:gd name="T4" fmla="*/ 0 w 9"/>
                  <a:gd name="T5" fmla="*/ 212 h 8"/>
                  <a:gd name="T6" fmla="*/ 158 w 9"/>
                  <a:gd name="T7" fmla="*/ 349 h 8"/>
                  <a:gd name="T8" fmla="*/ 247 w 9"/>
                  <a:gd name="T9" fmla="*/ 13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3"/>
                    </a:moveTo>
                    <a:cubicBezTo>
                      <a:pt x="8" y="1"/>
                      <a:pt x="6" y="0"/>
                      <a:pt x="4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1" y="7"/>
                      <a:pt x="3" y="8"/>
                      <a:pt x="5" y="8"/>
                    </a:cubicBezTo>
                    <a:cubicBezTo>
                      <a:pt x="7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76" name="Freeform 508">
                <a:extLst>
                  <a:ext uri="{FF2B5EF4-FFF2-40B4-BE49-F238E27FC236}">
                    <a16:creationId xmlns:a16="http://schemas.microsoft.com/office/drawing/2014/main" id="{9A385586-D7D3-436F-B69D-622C2DFB9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1804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37 w 3"/>
                  <a:gd name="T3" fmla="*/ 0 h 3"/>
                  <a:gd name="T4" fmla="*/ 22 w 3"/>
                  <a:gd name="T5" fmla="*/ 22 h 3"/>
                  <a:gd name="T6" fmla="*/ 37 w 3"/>
                  <a:gd name="T7" fmla="*/ 37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77" name="Freeform 509">
                <a:extLst>
                  <a:ext uri="{FF2B5EF4-FFF2-40B4-BE49-F238E27FC236}">
                    <a16:creationId xmlns:a16="http://schemas.microsoft.com/office/drawing/2014/main" id="{ABE451E4-11EB-4A05-99E7-7CAAD1479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811"/>
                <a:ext cx="15" cy="15"/>
              </a:xfrm>
              <a:custGeom>
                <a:avLst/>
                <a:gdLst>
                  <a:gd name="T0" fmla="*/ 195 w 9"/>
                  <a:gd name="T1" fmla="*/ 137 h 8"/>
                  <a:gd name="T2" fmla="*/ 92 w 9"/>
                  <a:gd name="T3" fmla="*/ 0 h 8"/>
                  <a:gd name="T4" fmla="*/ 22 w 9"/>
                  <a:gd name="T5" fmla="*/ 212 h 8"/>
                  <a:gd name="T6" fmla="*/ 130 w 9"/>
                  <a:gd name="T7" fmla="*/ 349 h 8"/>
                  <a:gd name="T8" fmla="*/ 195 w 9"/>
                  <a:gd name="T9" fmla="*/ 13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3"/>
                    </a:moveTo>
                    <a:cubicBezTo>
                      <a:pt x="8" y="1"/>
                      <a:pt x="6" y="0"/>
                      <a:pt x="4" y="0"/>
                    </a:cubicBezTo>
                    <a:cubicBezTo>
                      <a:pt x="2" y="1"/>
                      <a:pt x="0" y="3"/>
                      <a:pt x="1" y="5"/>
                    </a:cubicBezTo>
                    <a:cubicBezTo>
                      <a:pt x="1" y="7"/>
                      <a:pt x="3" y="8"/>
                      <a:pt x="6" y="8"/>
                    </a:cubicBezTo>
                    <a:cubicBezTo>
                      <a:pt x="8" y="8"/>
                      <a:pt x="9" y="5"/>
                      <a:pt x="9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78" name="Freeform 510">
                <a:extLst>
                  <a:ext uri="{FF2B5EF4-FFF2-40B4-BE49-F238E27FC236}">
                    <a16:creationId xmlns:a16="http://schemas.microsoft.com/office/drawing/2014/main" id="{7A1B6AFC-4998-4B94-B88E-56ABBF679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1815"/>
                <a:ext cx="6" cy="5"/>
              </a:xfrm>
              <a:custGeom>
                <a:avLst/>
                <a:gdLst>
                  <a:gd name="T0" fmla="*/ 192 w 3"/>
                  <a:gd name="T1" fmla="*/ 22 h 3"/>
                  <a:gd name="T2" fmla="*/ 64 w 3"/>
                  <a:gd name="T3" fmla="*/ 0 h 3"/>
                  <a:gd name="T4" fmla="*/ 0 w 3"/>
                  <a:gd name="T5" fmla="*/ 22 h 3"/>
                  <a:gd name="T6" fmla="*/ 128 w 3"/>
                  <a:gd name="T7" fmla="*/ 62 h 3"/>
                  <a:gd name="T8" fmla="*/ 19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79" name="Freeform 511">
                <a:extLst>
                  <a:ext uri="{FF2B5EF4-FFF2-40B4-BE49-F238E27FC236}">
                    <a16:creationId xmlns:a16="http://schemas.microsoft.com/office/drawing/2014/main" id="{3EFE0752-1062-44DB-B9D3-200324A47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1822"/>
                <a:ext cx="15" cy="17"/>
              </a:xfrm>
              <a:custGeom>
                <a:avLst/>
                <a:gdLst>
                  <a:gd name="T0" fmla="*/ 172 w 9"/>
                  <a:gd name="T1" fmla="*/ 189 h 9"/>
                  <a:gd name="T2" fmla="*/ 92 w 9"/>
                  <a:gd name="T3" fmla="*/ 0 h 9"/>
                  <a:gd name="T4" fmla="*/ 0 w 9"/>
                  <a:gd name="T5" fmla="*/ 213 h 9"/>
                  <a:gd name="T6" fmla="*/ 103 w 9"/>
                  <a:gd name="T7" fmla="*/ 357 h 9"/>
                  <a:gd name="T8" fmla="*/ 172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4"/>
                    </a:moveTo>
                    <a:cubicBezTo>
                      <a:pt x="8" y="1"/>
                      <a:pt x="6" y="0"/>
                      <a:pt x="4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1" y="7"/>
                      <a:pt x="3" y="9"/>
                      <a:pt x="5" y="8"/>
                    </a:cubicBezTo>
                    <a:cubicBezTo>
                      <a:pt x="7" y="8"/>
                      <a:pt x="9" y="6"/>
                      <a:pt x="8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80" name="Freeform 512">
                <a:extLst>
                  <a:ext uri="{FF2B5EF4-FFF2-40B4-BE49-F238E27FC236}">
                    <a16:creationId xmlns:a16="http://schemas.microsoft.com/office/drawing/2014/main" id="{AB7BFA7F-672B-4E08-B8F2-13202ABCC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826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37 w 3"/>
                  <a:gd name="T3" fmla="*/ 0 h 3"/>
                  <a:gd name="T4" fmla="*/ 22 w 3"/>
                  <a:gd name="T5" fmla="*/ 128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81" name="Freeform 513">
                <a:extLst>
                  <a:ext uri="{FF2B5EF4-FFF2-40B4-BE49-F238E27FC236}">
                    <a16:creationId xmlns:a16="http://schemas.microsoft.com/office/drawing/2014/main" id="{0369C2FF-E23B-4A3B-AD90-1A4081AF3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833"/>
                <a:ext cx="16" cy="19"/>
              </a:xfrm>
              <a:custGeom>
                <a:avLst/>
                <a:gdLst>
                  <a:gd name="T0" fmla="*/ 247 w 9"/>
                  <a:gd name="T1" fmla="*/ 200 h 10"/>
                  <a:gd name="T2" fmla="*/ 89 w 9"/>
                  <a:gd name="T3" fmla="*/ 55 h 10"/>
                  <a:gd name="T4" fmla="*/ 37 w 9"/>
                  <a:gd name="T5" fmla="*/ 274 h 10"/>
                  <a:gd name="T6" fmla="*/ 203 w 9"/>
                  <a:gd name="T7" fmla="*/ 418 h 10"/>
                  <a:gd name="T8" fmla="*/ 247 w 9"/>
                  <a:gd name="T9" fmla="*/ 20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4"/>
                    </a:moveTo>
                    <a:cubicBezTo>
                      <a:pt x="7" y="2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8"/>
                      <a:pt x="4" y="10"/>
                      <a:pt x="6" y="9"/>
                    </a:cubicBezTo>
                    <a:cubicBezTo>
                      <a:pt x="8" y="8"/>
                      <a:pt x="9" y="6"/>
                      <a:pt x="8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82" name="Freeform 514">
                <a:extLst>
                  <a:ext uri="{FF2B5EF4-FFF2-40B4-BE49-F238E27FC236}">
                    <a16:creationId xmlns:a16="http://schemas.microsoft.com/office/drawing/2014/main" id="{8E878CE0-4325-46D6-B583-6EE8D58A6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839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0 h 3"/>
                  <a:gd name="T4" fmla="*/ 64 w 3"/>
                  <a:gd name="T5" fmla="*/ 64 h 3"/>
                  <a:gd name="T6" fmla="*/ 128 w 3"/>
                  <a:gd name="T7" fmla="*/ 128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83" name="Freeform 515">
                <a:extLst>
                  <a:ext uri="{FF2B5EF4-FFF2-40B4-BE49-F238E27FC236}">
                    <a16:creationId xmlns:a16="http://schemas.microsoft.com/office/drawing/2014/main" id="{BD6A6CB7-6DBB-4121-B3D5-3CC20D7CB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846"/>
                <a:ext cx="16" cy="17"/>
              </a:xfrm>
              <a:custGeom>
                <a:avLst/>
                <a:gdLst>
                  <a:gd name="T0" fmla="*/ 247 w 9"/>
                  <a:gd name="T1" fmla="*/ 144 h 9"/>
                  <a:gd name="T2" fmla="*/ 89 w 9"/>
                  <a:gd name="T3" fmla="*/ 0 h 9"/>
                  <a:gd name="T4" fmla="*/ 0 w 9"/>
                  <a:gd name="T5" fmla="*/ 272 h 9"/>
                  <a:gd name="T6" fmla="*/ 158 w 9"/>
                  <a:gd name="T7" fmla="*/ 357 h 9"/>
                  <a:gd name="T8" fmla="*/ 24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0" y="6"/>
                    </a:cubicBezTo>
                    <a:cubicBezTo>
                      <a:pt x="1" y="8"/>
                      <a:pt x="3" y="9"/>
                      <a:pt x="5" y="8"/>
                    </a:cubicBezTo>
                    <a:cubicBezTo>
                      <a:pt x="7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84" name="Freeform 516">
                <a:extLst>
                  <a:ext uri="{FF2B5EF4-FFF2-40B4-BE49-F238E27FC236}">
                    <a16:creationId xmlns:a16="http://schemas.microsoft.com/office/drawing/2014/main" id="{0C7DFE86-199F-4E95-9C03-1A187DDD8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1850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85" name="Freeform 517">
                <a:extLst>
                  <a:ext uri="{FF2B5EF4-FFF2-40B4-BE49-F238E27FC236}">
                    <a16:creationId xmlns:a16="http://schemas.microsoft.com/office/drawing/2014/main" id="{D249DCC0-3331-4403-B027-0B7BAD7DB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1858"/>
                <a:ext cx="15" cy="16"/>
              </a:xfrm>
              <a:custGeom>
                <a:avLst/>
                <a:gdLst>
                  <a:gd name="T0" fmla="*/ 172 w 9"/>
                  <a:gd name="T1" fmla="*/ 89 h 9"/>
                  <a:gd name="T2" fmla="*/ 62 w 9"/>
                  <a:gd name="T3" fmla="*/ 37 h 9"/>
                  <a:gd name="T4" fmla="*/ 22 w 9"/>
                  <a:gd name="T5" fmla="*/ 203 h 9"/>
                  <a:gd name="T6" fmla="*/ 130 w 9"/>
                  <a:gd name="T7" fmla="*/ 281 h 9"/>
                  <a:gd name="T8" fmla="*/ 172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8"/>
                      <a:pt x="4" y="9"/>
                      <a:pt x="6" y="9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86" name="Freeform 518">
                <a:extLst>
                  <a:ext uri="{FF2B5EF4-FFF2-40B4-BE49-F238E27FC236}">
                    <a16:creationId xmlns:a16="http://schemas.microsoft.com/office/drawing/2014/main" id="{3A1EFAF8-0180-48A8-9158-1BFBA84F3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861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64 h 3"/>
                  <a:gd name="T4" fmla="*/ 22 w 3"/>
                  <a:gd name="T5" fmla="*/ 128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87" name="Freeform 519">
                <a:extLst>
                  <a:ext uri="{FF2B5EF4-FFF2-40B4-BE49-F238E27FC236}">
                    <a16:creationId xmlns:a16="http://schemas.microsoft.com/office/drawing/2014/main" id="{FE51F82A-5A61-42A3-A755-8D6060873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871"/>
                <a:ext cx="16" cy="16"/>
              </a:xfrm>
              <a:custGeom>
                <a:avLst/>
                <a:gdLst>
                  <a:gd name="T0" fmla="*/ 247 w 9"/>
                  <a:gd name="T1" fmla="*/ 89 h 9"/>
                  <a:gd name="T2" fmla="*/ 89 w 9"/>
                  <a:gd name="T3" fmla="*/ 37 h 9"/>
                  <a:gd name="T4" fmla="*/ 37 w 9"/>
                  <a:gd name="T5" fmla="*/ 203 h 9"/>
                  <a:gd name="T6" fmla="*/ 203 w 9"/>
                  <a:gd name="T7" fmla="*/ 247 h 9"/>
                  <a:gd name="T8" fmla="*/ 247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8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88" name="Freeform 520">
                <a:extLst>
                  <a:ext uri="{FF2B5EF4-FFF2-40B4-BE49-F238E27FC236}">
                    <a16:creationId xmlns:a16="http://schemas.microsoft.com/office/drawing/2014/main" id="{4995CE85-2A3C-45CD-93EB-4AE96E0C5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1874"/>
                <a:ext cx="5" cy="6"/>
              </a:xfrm>
              <a:custGeom>
                <a:avLst/>
                <a:gdLst>
                  <a:gd name="T0" fmla="*/ 37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92 h 3"/>
                  <a:gd name="T8" fmla="*/ 37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89" name="Freeform 521">
                <a:extLst>
                  <a:ext uri="{FF2B5EF4-FFF2-40B4-BE49-F238E27FC236}">
                    <a16:creationId xmlns:a16="http://schemas.microsoft.com/office/drawing/2014/main" id="{101F7DDE-6299-4C1C-A0BC-4EF7017F1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1884"/>
                <a:ext cx="16" cy="16"/>
              </a:xfrm>
              <a:custGeom>
                <a:avLst/>
                <a:gdLst>
                  <a:gd name="T0" fmla="*/ 281 w 9"/>
                  <a:gd name="T1" fmla="*/ 89 h 9"/>
                  <a:gd name="T2" fmla="*/ 89 w 9"/>
                  <a:gd name="T3" fmla="*/ 0 h 9"/>
                  <a:gd name="T4" fmla="*/ 37 w 9"/>
                  <a:gd name="T5" fmla="*/ 158 h 9"/>
                  <a:gd name="T6" fmla="*/ 203 w 9"/>
                  <a:gd name="T7" fmla="*/ 247 h 9"/>
                  <a:gd name="T8" fmla="*/ 281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1" y="5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9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90" name="Freeform 522">
                <a:extLst>
                  <a:ext uri="{FF2B5EF4-FFF2-40B4-BE49-F238E27FC236}">
                    <a16:creationId xmlns:a16="http://schemas.microsoft.com/office/drawing/2014/main" id="{871CA3C5-6E0C-4DE7-A28E-A2B58AE53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887"/>
                <a:ext cx="5" cy="6"/>
              </a:xfrm>
              <a:custGeom>
                <a:avLst/>
                <a:gdLst>
                  <a:gd name="T0" fmla="*/ 37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28 h 3"/>
                  <a:gd name="T8" fmla="*/ 37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91" name="Freeform 523">
                <a:extLst>
                  <a:ext uri="{FF2B5EF4-FFF2-40B4-BE49-F238E27FC236}">
                    <a16:creationId xmlns:a16="http://schemas.microsoft.com/office/drawing/2014/main" id="{DD2EE029-5B4B-4E95-83D5-6BB5AD476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1897"/>
                <a:ext cx="16" cy="16"/>
              </a:xfrm>
              <a:custGeom>
                <a:avLst/>
                <a:gdLst>
                  <a:gd name="T0" fmla="*/ 247 w 9"/>
                  <a:gd name="T1" fmla="*/ 89 h 9"/>
                  <a:gd name="T2" fmla="*/ 89 w 9"/>
                  <a:gd name="T3" fmla="*/ 37 h 9"/>
                  <a:gd name="T4" fmla="*/ 37 w 9"/>
                  <a:gd name="T5" fmla="*/ 203 h 9"/>
                  <a:gd name="T6" fmla="*/ 203 w 9"/>
                  <a:gd name="T7" fmla="*/ 247 h 9"/>
                  <a:gd name="T8" fmla="*/ 247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1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92" name="Freeform 524">
                <a:extLst>
                  <a:ext uri="{FF2B5EF4-FFF2-40B4-BE49-F238E27FC236}">
                    <a16:creationId xmlns:a16="http://schemas.microsoft.com/office/drawing/2014/main" id="{615F7725-41CC-4695-AAC5-20E43588A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900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0 h 3"/>
                  <a:gd name="T4" fmla="*/ 64 w 3"/>
                  <a:gd name="T5" fmla="*/ 128 h 3"/>
                  <a:gd name="T6" fmla="*/ 128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93" name="Freeform 525">
                <a:extLst>
                  <a:ext uri="{FF2B5EF4-FFF2-40B4-BE49-F238E27FC236}">
                    <a16:creationId xmlns:a16="http://schemas.microsoft.com/office/drawing/2014/main" id="{7EFE80D0-401C-4A8C-8695-25C34EBC5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910"/>
                <a:ext cx="16" cy="16"/>
              </a:xfrm>
              <a:custGeom>
                <a:avLst/>
                <a:gdLst>
                  <a:gd name="T0" fmla="*/ 247 w 9"/>
                  <a:gd name="T1" fmla="*/ 89 h 9"/>
                  <a:gd name="T2" fmla="*/ 89 w 9"/>
                  <a:gd name="T3" fmla="*/ 37 h 9"/>
                  <a:gd name="T4" fmla="*/ 37 w 9"/>
                  <a:gd name="T5" fmla="*/ 203 h 9"/>
                  <a:gd name="T6" fmla="*/ 203 w 9"/>
                  <a:gd name="T7" fmla="*/ 247 h 9"/>
                  <a:gd name="T8" fmla="*/ 247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94" name="Freeform 526">
                <a:extLst>
                  <a:ext uri="{FF2B5EF4-FFF2-40B4-BE49-F238E27FC236}">
                    <a16:creationId xmlns:a16="http://schemas.microsoft.com/office/drawing/2014/main" id="{5061A317-ED00-46EC-95A9-633A9171B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913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22 w 3"/>
                  <a:gd name="T5" fmla="*/ 128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95" name="Freeform 527">
                <a:extLst>
                  <a:ext uri="{FF2B5EF4-FFF2-40B4-BE49-F238E27FC236}">
                    <a16:creationId xmlns:a16="http://schemas.microsoft.com/office/drawing/2014/main" id="{11D9125E-00C8-4A1E-B703-C889B9FA4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923"/>
                <a:ext cx="16" cy="18"/>
              </a:xfrm>
              <a:custGeom>
                <a:avLst/>
                <a:gdLst>
                  <a:gd name="T0" fmla="*/ 247 w 9"/>
                  <a:gd name="T1" fmla="*/ 94 h 10"/>
                  <a:gd name="T2" fmla="*/ 89 w 9"/>
                  <a:gd name="T3" fmla="*/ 41 h 10"/>
                  <a:gd name="T4" fmla="*/ 37 w 9"/>
                  <a:gd name="T5" fmla="*/ 239 h 10"/>
                  <a:gd name="T6" fmla="*/ 208 w 9"/>
                  <a:gd name="T7" fmla="*/ 263 h 10"/>
                  <a:gd name="T8" fmla="*/ 247 w 9"/>
                  <a:gd name="T9" fmla="*/ 9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ubicBezTo>
                      <a:pt x="2" y="9"/>
                      <a:pt x="5" y="10"/>
                      <a:pt x="7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96" name="Freeform 528">
                <a:extLst>
                  <a:ext uri="{FF2B5EF4-FFF2-40B4-BE49-F238E27FC236}">
                    <a16:creationId xmlns:a16="http://schemas.microsoft.com/office/drawing/2014/main" id="{23E6FC49-C3F3-48DC-BA2C-B3F065C8F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926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64 h 3"/>
                  <a:gd name="T4" fmla="*/ 22 w 3"/>
                  <a:gd name="T5" fmla="*/ 192 h 3"/>
                  <a:gd name="T6" fmla="*/ 62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97" name="Freeform 529">
                <a:extLst>
                  <a:ext uri="{FF2B5EF4-FFF2-40B4-BE49-F238E27FC236}">
                    <a16:creationId xmlns:a16="http://schemas.microsoft.com/office/drawing/2014/main" id="{11BBAC0B-A68F-4AFD-9661-1C2D08EEE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936"/>
                <a:ext cx="18" cy="18"/>
              </a:xfrm>
              <a:custGeom>
                <a:avLst/>
                <a:gdLst>
                  <a:gd name="T0" fmla="*/ 304 w 10"/>
                  <a:gd name="T1" fmla="*/ 94 h 10"/>
                  <a:gd name="T2" fmla="*/ 94 w 10"/>
                  <a:gd name="T3" fmla="*/ 41 h 10"/>
                  <a:gd name="T4" fmla="*/ 41 w 10"/>
                  <a:gd name="T5" fmla="*/ 239 h 10"/>
                  <a:gd name="T6" fmla="*/ 239 w 10"/>
                  <a:gd name="T7" fmla="*/ 304 h 10"/>
                  <a:gd name="T8" fmla="*/ 304 w 10"/>
                  <a:gd name="T9" fmla="*/ 9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3"/>
                    </a:moveTo>
                    <a:cubicBezTo>
                      <a:pt x="8" y="1"/>
                      <a:pt x="5" y="0"/>
                      <a:pt x="3" y="1"/>
                    </a:cubicBezTo>
                    <a:cubicBezTo>
                      <a:pt x="1" y="3"/>
                      <a:pt x="0" y="5"/>
                      <a:pt x="1" y="7"/>
                    </a:cubicBezTo>
                    <a:cubicBezTo>
                      <a:pt x="2" y="9"/>
                      <a:pt x="5" y="10"/>
                      <a:pt x="7" y="9"/>
                    </a:cubicBezTo>
                    <a:cubicBezTo>
                      <a:pt x="9" y="8"/>
                      <a:pt x="10" y="5"/>
                      <a:pt x="9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98" name="Freeform 530">
                <a:extLst>
                  <a:ext uri="{FF2B5EF4-FFF2-40B4-BE49-F238E27FC236}">
                    <a16:creationId xmlns:a16="http://schemas.microsoft.com/office/drawing/2014/main" id="{0E3DA944-40A0-40F3-81B2-A9FA44495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939"/>
                <a:ext cx="6" cy="8"/>
              </a:xfrm>
              <a:custGeom>
                <a:avLst/>
                <a:gdLst>
                  <a:gd name="T0" fmla="*/ 128 w 3"/>
                  <a:gd name="T1" fmla="*/ 64 h 4"/>
                  <a:gd name="T2" fmla="*/ 64 w 3"/>
                  <a:gd name="T3" fmla="*/ 64 h 4"/>
                  <a:gd name="T4" fmla="*/ 0 w 3"/>
                  <a:gd name="T5" fmla="*/ 192 h 4"/>
                  <a:gd name="T6" fmla="*/ 128 w 3"/>
                  <a:gd name="T7" fmla="*/ 192 h 4"/>
                  <a:gd name="T8" fmla="*/ 128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1" y="4"/>
                      <a:pt x="2" y="3"/>
                    </a:cubicBezTo>
                    <a:cubicBezTo>
                      <a:pt x="3" y="3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99" name="Freeform 531">
                <a:extLst>
                  <a:ext uri="{FF2B5EF4-FFF2-40B4-BE49-F238E27FC236}">
                    <a16:creationId xmlns:a16="http://schemas.microsoft.com/office/drawing/2014/main" id="{33E0415E-1D30-4712-94C0-33A6C766B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950"/>
                <a:ext cx="16" cy="17"/>
              </a:xfrm>
              <a:custGeom>
                <a:avLst/>
                <a:gdLst>
                  <a:gd name="T0" fmla="*/ 247 w 9"/>
                  <a:gd name="T1" fmla="*/ 144 h 9"/>
                  <a:gd name="T2" fmla="*/ 66 w 9"/>
                  <a:gd name="T3" fmla="*/ 53 h 9"/>
                  <a:gd name="T4" fmla="*/ 37 w 9"/>
                  <a:gd name="T5" fmla="*/ 272 h 9"/>
                  <a:gd name="T6" fmla="*/ 203 w 9"/>
                  <a:gd name="T7" fmla="*/ 357 h 9"/>
                  <a:gd name="T8" fmla="*/ 24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4" y="0"/>
                      <a:pt x="2" y="1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00" name="Freeform 532">
                <a:extLst>
                  <a:ext uri="{FF2B5EF4-FFF2-40B4-BE49-F238E27FC236}">
                    <a16:creationId xmlns:a16="http://schemas.microsoft.com/office/drawing/2014/main" id="{6BA7F988-E984-4764-9B61-16DC0C364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954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0 h 3"/>
                  <a:gd name="T4" fmla="*/ 0 w 3"/>
                  <a:gd name="T5" fmla="*/ 128 h 3"/>
                  <a:gd name="T6" fmla="*/ 128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01" name="Freeform 533">
                <a:extLst>
                  <a:ext uri="{FF2B5EF4-FFF2-40B4-BE49-F238E27FC236}">
                    <a16:creationId xmlns:a16="http://schemas.microsoft.com/office/drawing/2014/main" id="{9BFF365A-94C2-4F36-BF19-27AD15859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963"/>
                <a:ext cx="16" cy="19"/>
              </a:xfrm>
              <a:custGeom>
                <a:avLst/>
                <a:gdLst>
                  <a:gd name="T0" fmla="*/ 247 w 9"/>
                  <a:gd name="T1" fmla="*/ 144 h 10"/>
                  <a:gd name="T2" fmla="*/ 89 w 9"/>
                  <a:gd name="T3" fmla="*/ 55 h 10"/>
                  <a:gd name="T4" fmla="*/ 37 w 9"/>
                  <a:gd name="T5" fmla="*/ 329 h 10"/>
                  <a:gd name="T6" fmla="*/ 208 w 9"/>
                  <a:gd name="T7" fmla="*/ 418 h 10"/>
                  <a:gd name="T8" fmla="*/ 247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ubicBezTo>
                      <a:pt x="2" y="9"/>
                      <a:pt x="5" y="10"/>
                      <a:pt x="7" y="9"/>
                    </a:cubicBezTo>
                    <a:cubicBezTo>
                      <a:pt x="9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02" name="Freeform 534">
                <a:extLst>
                  <a:ext uri="{FF2B5EF4-FFF2-40B4-BE49-F238E27FC236}">
                    <a16:creationId xmlns:a16="http://schemas.microsoft.com/office/drawing/2014/main" id="{0D92D2D4-45E6-44AC-9DDA-4428F26FC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967"/>
                <a:ext cx="5" cy="8"/>
              </a:xfrm>
              <a:custGeom>
                <a:avLst/>
                <a:gdLst>
                  <a:gd name="T0" fmla="*/ 37 w 3"/>
                  <a:gd name="T1" fmla="*/ 64 h 4"/>
                  <a:gd name="T2" fmla="*/ 22 w 3"/>
                  <a:gd name="T3" fmla="*/ 64 h 4"/>
                  <a:gd name="T4" fmla="*/ 0 w 3"/>
                  <a:gd name="T5" fmla="*/ 192 h 4"/>
                  <a:gd name="T6" fmla="*/ 37 w 3"/>
                  <a:gd name="T7" fmla="*/ 192 h 4"/>
                  <a:gd name="T8" fmla="*/ 37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1" y="4"/>
                      <a:pt x="2" y="3"/>
                    </a:cubicBezTo>
                    <a:cubicBezTo>
                      <a:pt x="2" y="3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03" name="Freeform 535">
                <a:extLst>
                  <a:ext uri="{FF2B5EF4-FFF2-40B4-BE49-F238E27FC236}">
                    <a16:creationId xmlns:a16="http://schemas.microsoft.com/office/drawing/2014/main" id="{D7B5F372-40A8-49B7-B52C-28C1CFA96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1978"/>
                <a:ext cx="16" cy="17"/>
              </a:xfrm>
              <a:custGeom>
                <a:avLst/>
                <a:gdLst>
                  <a:gd name="T0" fmla="*/ 247 w 9"/>
                  <a:gd name="T1" fmla="*/ 144 h 9"/>
                  <a:gd name="T2" fmla="*/ 66 w 9"/>
                  <a:gd name="T3" fmla="*/ 53 h 9"/>
                  <a:gd name="T4" fmla="*/ 37 w 9"/>
                  <a:gd name="T5" fmla="*/ 272 h 9"/>
                  <a:gd name="T6" fmla="*/ 203 w 9"/>
                  <a:gd name="T7" fmla="*/ 357 h 9"/>
                  <a:gd name="T8" fmla="*/ 24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4" y="0"/>
                      <a:pt x="2" y="1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1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04" name="Freeform 536">
                <a:extLst>
                  <a:ext uri="{FF2B5EF4-FFF2-40B4-BE49-F238E27FC236}">
                    <a16:creationId xmlns:a16="http://schemas.microsoft.com/office/drawing/2014/main" id="{AD32B783-4E05-446B-A649-78DF5C53C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982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05" name="Freeform 537">
                <a:extLst>
                  <a:ext uri="{FF2B5EF4-FFF2-40B4-BE49-F238E27FC236}">
                    <a16:creationId xmlns:a16="http://schemas.microsoft.com/office/drawing/2014/main" id="{B58FCC20-ABF2-4298-BAE6-32CF272F3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991"/>
                <a:ext cx="16" cy="19"/>
              </a:xfrm>
              <a:custGeom>
                <a:avLst/>
                <a:gdLst>
                  <a:gd name="T0" fmla="*/ 247 w 9"/>
                  <a:gd name="T1" fmla="*/ 144 h 10"/>
                  <a:gd name="T2" fmla="*/ 89 w 9"/>
                  <a:gd name="T3" fmla="*/ 55 h 10"/>
                  <a:gd name="T4" fmla="*/ 37 w 9"/>
                  <a:gd name="T5" fmla="*/ 329 h 10"/>
                  <a:gd name="T6" fmla="*/ 203 w 9"/>
                  <a:gd name="T7" fmla="*/ 418 h 10"/>
                  <a:gd name="T8" fmla="*/ 247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ubicBezTo>
                      <a:pt x="2" y="9"/>
                      <a:pt x="4" y="10"/>
                      <a:pt x="6" y="9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06" name="Freeform 538">
                <a:extLst>
                  <a:ext uri="{FF2B5EF4-FFF2-40B4-BE49-F238E27FC236}">
                    <a16:creationId xmlns:a16="http://schemas.microsoft.com/office/drawing/2014/main" id="{A810BC0B-47F7-4939-A8EF-3E5197F88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1995"/>
                <a:ext cx="5" cy="7"/>
              </a:xfrm>
              <a:custGeom>
                <a:avLst/>
                <a:gdLst>
                  <a:gd name="T0" fmla="*/ 62 w 3"/>
                  <a:gd name="T1" fmla="*/ 37 h 4"/>
                  <a:gd name="T2" fmla="*/ 22 w 3"/>
                  <a:gd name="T3" fmla="*/ 37 h 4"/>
                  <a:gd name="T4" fmla="*/ 22 w 3"/>
                  <a:gd name="T5" fmla="*/ 86 h 4"/>
                  <a:gd name="T6" fmla="*/ 62 w 3"/>
                  <a:gd name="T7" fmla="*/ 86 h 4"/>
                  <a:gd name="T8" fmla="*/ 62 w 3"/>
                  <a:gd name="T9" fmla="*/ 3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2" y="4"/>
                      <a:pt x="3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07" name="Freeform 539">
                <a:extLst>
                  <a:ext uri="{FF2B5EF4-FFF2-40B4-BE49-F238E27FC236}">
                    <a16:creationId xmlns:a16="http://schemas.microsoft.com/office/drawing/2014/main" id="{31AC1928-951A-49EB-9B5C-3743299E9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006"/>
                <a:ext cx="15" cy="17"/>
              </a:xfrm>
              <a:custGeom>
                <a:avLst/>
                <a:gdLst>
                  <a:gd name="T0" fmla="*/ 172 w 9"/>
                  <a:gd name="T1" fmla="*/ 144 h 9"/>
                  <a:gd name="T2" fmla="*/ 37 w 9"/>
                  <a:gd name="T3" fmla="*/ 53 h 9"/>
                  <a:gd name="T4" fmla="*/ 22 w 9"/>
                  <a:gd name="T5" fmla="*/ 317 h 9"/>
                  <a:gd name="T6" fmla="*/ 153 w 9"/>
                  <a:gd name="T7" fmla="*/ 357 h 9"/>
                  <a:gd name="T8" fmla="*/ 172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4" y="0"/>
                      <a:pt x="2" y="1"/>
                    </a:cubicBezTo>
                    <a:cubicBezTo>
                      <a:pt x="1" y="3"/>
                      <a:pt x="0" y="5"/>
                      <a:pt x="1" y="7"/>
                    </a:cubicBezTo>
                    <a:cubicBezTo>
                      <a:pt x="2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08" name="Freeform 540">
                <a:extLst>
                  <a:ext uri="{FF2B5EF4-FFF2-40B4-BE49-F238E27FC236}">
                    <a16:creationId xmlns:a16="http://schemas.microsoft.com/office/drawing/2014/main" id="{422A95CF-67BC-4006-A839-B0F0CE3E5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010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22 w 3"/>
                  <a:gd name="T3" fmla="*/ 22 h 3"/>
                  <a:gd name="T4" fmla="*/ 22 w 3"/>
                  <a:gd name="T5" fmla="*/ 62 h 3"/>
                  <a:gd name="T6" fmla="*/ 62 w 3"/>
                  <a:gd name="T7" fmla="*/ 62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09" name="Freeform 541">
                <a:extLst>
                  <a:ext uri="{FF2B5EF4-FFF2-40B4-BE49-F238E27FC236}">
                    <a16:creationId xmlns:a16="http://schemas.microsoft.com/office/drawing/2014/main" id="{4BEBDB0A-ACC3-421D-8724-DBC657158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021"/>
                <a:ext cx="15" cy="17"/>
              </a:xfrm>
              <a:custGeom>
                <a:avLst/>
                <a:gdLst>
                  <a:gd name="T0" fmla="*/ 172 w 9"/>
                  <a:gd name="T1" fmla="*/ 100 h 9"/>
                  <a:gd name="T2" fmla="*/ 37 w 9"/>
                  <a:gd name="T3" fmla="*/ 53 h 9"/>
                  <a:gd name="T4" fmla="*/ 22 w 9"/>
                  <a:gd name="T5" fmla="*/ 317 h 9"/>
                  <a:gd name="T6" fmla="*/ 153 w 9"/>
                  <a:gd name="T7" fmla="*/ 357 h 9"/>
                  <a:gd name="T8" fmla="*/ 172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ubicBezTo>
                      <a:pt x="2" y="9"/>
                      <a:pt x="5" y="9"/>
                      <a:pt x="7" y="8"/>
                    </a:cubicBezTo>
                    <a:cubicBezTo>
                      <a:pt x="8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0" name="Freeform 542">
                <a:extLst>
                  <a:ext uri="{FF2B5EF4-FFF2-40B4-BE49-F238E27FC236}">
                    <a16:creationId xmlns:a16="http://schemas.microsoft.com/office/drawing/2014/main" id="{D3AAFE2C-690A-491A-B66C-75146EDE3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025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22 w 3"/>
                  <a:gd name="T3" fmla="*/ 0 h 3"/>
                  <a:gd name="T4" fmla="*/ 0 w 3"/>
                  <a:gd name="T5" fmla="*/ 37 h 3"/>
                  <a:gd name="T6" fmla="*/ 37 w 3"/>
                  <a:gd name="T7" fmla="*/ 62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1" name="Freeform 543">
                <a:extLst>
                  <a:ext uri="{FF2B5EF4-FFF2-40B4-BE49-F238E27FC236}">
                    <a16:creationId xmlns:a16="http://schemas.microsoft.com/office/drawing/2014/main" id="{7B2039EA-0102-4DAE-9286-C76B0441B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2034"/>
                <a:ext cx="16" cy="19"/>
              </a:xfrm>
              <a:custGeom>
                <a:avLst/>
                <a:gdLst>
                  <a:gd name="T0" fmla="*/ 247 w 9"/>
                  <a:gd name="T1" fmla="*/ 144 h 10"/>
                  <a:gd name="T2" fmla="*/ 66 w 9"/>
                  <a:gd name="T3" fmla="*/ 105 h 10"/>
                  <a:gd name="T4" fmla="*/ 37 w 9"/>
                  <a:gd name="T5" fmla="*/ 329 h 10"/>
                  <a:gd name="T6" fmla="*/ 208 w 9"/>
                  <a:gd name="T7" fmla="*/ 380 h 10"/>
                  <a:gd name="T8" fmla="*/ 247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2" y="9"/>
                      <a:pt x="5" y="10"/>
                      <a:pt x="7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2" name="Freeform 544">
                <a:extLst>
                  <a:ext uri="{FF2B5EF4-FFF2-40B4-BE49-F238E27FC236}">
                    <a16:creationId xmlns:a16="http://schemas.microsoft.com/office/drawing/2014/main" id="{90051D89-FA69-4E37-B09A-49C6D13FB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038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22 w 3"/>
                  <a:gd name="T3" fmla="*/ 22 h 3"/>
                  <a:gd name="T4" fmla="*/ 0 w 3"/>
                  <a:gd name="T5" fmla="*/ 62 h 3"/>
                  <a:gd name="T6" fmla="*/ 37 w 3"/>
                  <a:gd name="T7" fmla="*/ 62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3" name="Freeform 545">
                <a:extLst>
                  <a:ext uri="{FF2B5EF4-FFF2-40B4-BE49-F238E27FC236}">
                    <a16:creationId xmlns:a16="http://schemas.microsoft.com/office/drawing/2014/main" id="{EE95ACFA-5EA6-4962-AAF3-8E9B0C7D0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049"/>
                <a:ext cx="15" cy="17"/>
              </a:xfrm>
              <a:custGeom>
                <a:avLst/>
                <a:gdLst>
                  <a:gd name="T0" fmla="*/ 172 w 9"/>
                  <a:gd name="T1" fmla="*/ 100 h 9"/>
                  <a:gd name="T2" fmla="*/ 37 w 9"/>
                  <a:gd name="T3" fmla="*/ 53 h 9"/>
                  <a:gd name="T4" fmla="*/ 22 w 9"/>
                  <a:gd name="T5" fmla="*/ 317 h 9"/>
                  <a:gd name="T6" fmla="*/ 153 w 9"/>
                  <a:gd name="T7" fmla="*/ 357 h 9"/>
                  <a:gd name="T8" fmla="*/ 172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1"/>
                      <a:pt x="4" y="0"/>
                      <a:pt x="2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2" y="9"/>
                      <a:pt x="5" y="9"/>
                      <a:pt x="7" y="8"/>
                    </a:cubicBezTo>
                    <a:cubicBezTo>
                      <a:pt x="8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" name="Freeform 546">
                <a:extLst>
                  <a:ext uri="{FF2B5EF4-FFF2-40B4-BE49-F238E27FC236}">
                    <a16:creationId xmlns:a16="http://schemas.microsoft.com/office/drawing/2014/main" id="{66F94299-3913-4113-BA94-3C65182F3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2053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22 w 3"/>
                  <a:gd name="T3" fmla="*/ 0 h 3"/>
                  <a:gd name="T4" fmla="*/ 0 w 3"/>
                  <a:gd name="T5" fmla="*/ 37 h 3"/>
                  <a:gd name="T6" fmla="*/ 37 w 3"/>
                  <a:gd name="T7" fmla="*/ 62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5" name="Freeform 547">
                <a:extLst>
                  <a:ext uri="{FF2B5EF4-FFF2-40B4-BE49-F238E27FC236}">
                    <a16:creationId xmlns:a16="http://schemas.microsoft.com/office/drawing/2014/main" id="{7AC4476E-C830-4512-BB29-75AC820DB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064"/>
                <a:ext cx="15" cy="17"/>
              </a:xfrm>
              <a:custGeom>
                <a:avLst/>
                <a:gdLst>
                  <a:gd name="T0" fmla="*/ 172 w 9"/>
                  <a:gd name="T1" fmla="*/ 100 h 9"/>
                  <a:gd name="T2" fmla="*/ 62 w 9"/>
                  <a:gd name="T3" fmla="*/ 53 h 9"/>
                  <a:gd name="T4" fmla="*/ 22 w 9"/>
                  <a:gd name="T5" fmla="*/ 317 h 9"/>
                  <a:gd name="T6" fmla="*/ 153 w 9"/>
                  <a:gd name="T7" fmla="*/ 357 h 9"/>
                  <a:gd name="T8" fmla="*/ 172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4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6" name="Freeform 548">
                <a:extLst>
                  <a:ext uri="{FF2B5EF4-FFF2-40B4-BE49-F238E27FC236}">
                    <a16:creationId xmlns:a16="http://schemas.microsoft.com/office/drawing/2014/main" id="{ADCBA91A-D04B-4F3B-A334-FDFBCFE9D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068"/>
                <a:ext cx="7" cy="5"/>
              </a:xfrm>
              <a:custGeom>
                <a:avLst/>
                <a:gdLst>
                  <a:gd name="T0" fmla="*/ 86 w 4"/>
                  <a:gd name="T1" fmla="*/ 22 h 3"/>
                  <a:gd name="T2" fmla="*/ 37 w 4"/>
                  <a:gd name="T3" fmla="*/ 0 h 3"/>
                  <a:gd name="T4" fmla="*/ 37 w 4"/>
                  <a:gd name="T5" fmla="*/ 37 h 3"/>
                  <a:gd name="T6" fmla="*/ 86 w 4"/>
                  <a:gd name="T7" fmla="*/ 62 h 3"/>
                  <a:gd name="T8" fmla="*/ 86 w 4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4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7" name="Freeform 549">
                <a:extLst>
                  <a:ext uri="{FF2B5EF4-FFF2-40B4-BE49-F238E27FC236}">
                    <a16:creationId xmlns:a16="http://schemas.microsoft.com/office/drawing/2014/main" id="{D2C62B58-9A48-4040-9A38-1F77816B1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079"/>
                <a:ext cx="16" cy="16"/>
              </a:xfrm>
              <a:custGeom>
                <a:avLst/>
                <a:gdLst>
                  <a:gd name="T0" fmla="*/ 247 w 9"/>
                  <a:gd name="T1" fmla="*/ 66 h 9"/>
                  <a:gd name="T2" fmla="*/ 66 w 9"/>
                  <a:gd name="T3" fmla="*/ 37 h 9"/>
                  <a:gd name="T4" fmla="*/ 37 w 9"/>
                  <a:gd name="T5" fmla="*/ 208 h 9"/>
                  <a:gd name="T6" fmla="*/ 208 w 9"/>
                  <a:gd name="T7" fmla="*/ 247 h 9"/>
                  <a:gd name="T8" fmla="*/ 247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ubicBezTo>
                      <a:pt x="2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8" name="Freeform 550">
                <a:extLst>
                  <a:ext uri="{FF2B5EF4-FFF2-40B4-BE49-F238E27FC236}">
                    <a16:creationId xmlns:a16="http://schemas.microsoft.com/office/drawing/2014/main" id="{C77F7EE4-8846-4B5C-A8A3-02059312D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082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0 h 3"/>
                  <a:gd name="T4" fmla="*/ 0 w 3"/>
                  <a:gd name="T5" fmla="*/ 128 h 3"/>
                  <a:gd name="T6" fmla="*/ 128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9" name="Freeform 551">
                <a:extLst>
                  <a:ext uri="{FF2B5EF4-FFF2-40B4-BE49-F238E27FC236}">
                    <a16:creationId xmlns:a16="http://schemas.microsoft.com/office/drawing/2014/main" id="{696AC10C-B12F-4CA2-9494-AD2517292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094"/>
                <a:ext cx="14" cy="16"/>
              </a:xfrm>
              <a:custGeom>
                <a:avLst/>
                <a:gdLst>
                  <a:gd name="T0" fmla="*/ 200 w 8"/>
                  <a:gd name="T1" fmla="*/ 66 h 9"/>
                  <a:gd name="T2" fmla="*/ 37 w 8"/>
                  <a:gd name="T3" fmla="*/ 37 h 9"/>
                  <a:gd name="T4" fmla="*/ 37 w 8"/>
                  <a:gd name="T5" fmla="*/ 208 h 9"/>
                  <a:gd name="T6" fmla="*/ 200 w 8"/>
                  <a:gd name="T7" fmla="*/ 208 h 9"/>
                  <a:gd name="T8" fmla="*/ 200 w 8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2" y="9"/>
                      <a:pt x="5" y="9"/>
                      <a:pt x="7" y="7"/>
                    </a:cubicBezTo>
                    <a:cubicBezTo>
                      <a:pt x="8" y="6"/>
                      <a:pt x="8" y="3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0" name="Freeform 552">
                <a:extLst>
                  <a:ext uri="{FF2B5EF4-FFF2-40B4-BE49-F238E27FC236}">
                    <a16:creationId xmlns:a16="http://schemas.microsoft.com/office/drawing/2014/main" id="{E6BC8619-4F9C-4F38-9389-871D5A7A7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097"/>
                <a:ext cx="7" cy="6"/>
              </a:xfrm>
              <a:custGeom>
                <a:avLst/>
                <a:gdLst>
                  <a:gd name="T0" fmla="*/ 86 w 4"/>
                  <a:gd name="T1" fmla="*/ 0 h 3"/>
                  <a:gd name="T2" fmla="*/ 37 w 4"/>
                  <a:gd name="T3" fmla="*/ 0 h 3"/>
                  <a:gd name="T4" fmla="*/ 37 w 4"/>
                  <a:gd name="T5" fmla="*/ 128 h 3"/>
                  <a:gd name="T6" fmla="*/ 86 w 4"/>
                  <a:gd name="T7" fmla="*/ 128 h 3"/>
                  <a:gd name="T8" fmla="*/ 86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1" name="Freeform 553">
                <a:extLst>
                  <a:ext uri="{FF2B5EF4-FFF2-40B4-BE49-F238E27FC236}">
                    <a16:creationId xmlns:a16="http://schemas.microsoft.com/office/drawing/2014/main" id="{9477E530-BCA1-4DC7-B030-221043C9E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2108"/>
                <a:ext cx="16" cy="17"/>
              </a:xfrm>
              <a:custGeom>
                <a:avLst/>
                <a:gdLst>
                  <a:gd name="T0" fmla="*/ 208 w 9"/>
                  <a:gd name="T1" fmla="*/ 53 h 9"/>
                  <a:gd name="T2" fmla="*/ 66 w 9"/>
                  <a:gd name="T3" fmla="*/ 53 h 9"/>
                  <a:gd name="T4" fmla="*/ 66 w 9"/>
                  <a:gd name="T5" fmla="*/ 317 h 9"/>
                  <a:gd name="T6" fmla="*/ 208 w 9"/>
                  <a:gd name="T7" fmla="*/ 317 h 9"/>
                  <a:gd name="T8" fmla="*/ 208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ubicBezTo>
                      <a:pt x="3" y="8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2" name="Freeform 554">
                <a:extLst>
                  <a:ext uri="{FF2B5EF4-FFF2-40B4-BE49-F238E27FC236}">
                    <a16:creationId xmlns:a16="http://schemas.microsoft.com/office/drawing/2014/main" id="{79007296-3275-4A41-B58B-0DFDE1317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112"/>
                <a:ext cx="5" cy="6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0 h 3"/>
                  <a:gd name="T4" fmla="*/ 22 w 3"/>
                  <a:gd name="T5" fmla="*/ 128 h 3"/>
                  <a:gd name="T6" fmla="*/ 37 w 3"/>
                  <a:gd name="T7" fmla="*/ 128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3" name="Freeform 555">
                <a:extLst>
                  <a:ext uri="{FF2B5EF4-FFF2-40B4-BE49-F238E27FC236}">
                    <a16:creationId xmlns:a16="http://schemas.microsoft.com/office/drawing/2014/main" id="{85582D3C-A733-44C9-8C99-4F02BB33D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121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100 h 9"/>
                  <a:gd name="T4" fmla="*/ 66 w 9"/>
                  <a:gd name="T5" fmla="*/ 357 h 9"/>
                  <a:gd name="T6" fmla="*/ 208 w 9"/>
                  <a:gd name="T7" fmla="*/ 35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8"/>
                    </a:cubicBez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4" name="Freeform 556">
                <a:extLst>
                  <a:ext uri="{FF2B5EF4-FFF2-40B4-BE49-F238E27FC236}">
                    <a16:creationId xmlns:a16="http://schemas.microsoft.com/office/drawing/2014/main" id="{BA172B59-2CA5-44D0-89E9-B7B55EB0D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125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64 h 3"/>
                  <a:gd name="T4" fmla="*/ 22 w 3"/>
                  <a:gd name="T5" fmla="*/ 192 h 3"/>
                  <a:gd name="T6" fmla="*/ 62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5" name="Freeform 557">
                <a:extLst>
                  <a:ext uri="{FF2B5EF4-FFF2-40B4-BE49-F238E27FC236}">
                    <a16:creationId xmlns:a16="http://schemas.microsoft.com/office/drawing/2014/main" id="{B1B0A9BF-A71A-4B9F-A3EE-5BEB0A714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136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100 h 9"/>
                  <a:gd name="T4" fmla="*/ 66 w 9"/>
                  <a:gd name="T5" fmla="*/ 357 h 9"/>
                  <a:gd name="T6" fmla="*/ 247 w 9"/>
                  <a:gd name="T7" fmla="*/ 35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1"/>
                      <a:pt x="4" y="0"/>
                      <a:pt x="2" y="2"/>
                    </a:cubicBezTo>
                    <a:cubicBezTo>
                      <a:pt x="1" y="3"/>
                      <a:pt x="0" y="6"/>
                      <a:pt x="2" y="8"/>
                    </a:cubicBezTo>
                    <a:cubicBezTo>
                      <a:pt x="3" y="9"/>
                      <a:pt x="6" y="9"/>
                      <a:pt x="8" y="8"/>
                    </a:cubicBezTo>
                    <a:cubicBezTo>
                      <a:pt x="9" y="6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6" name="Freeform 558">
                <a:extLst>
                  <a:ext uri="{FF2B5EF4-FFF2-40B4-BE49-F238E27FC236}">
                    <a16:creationId xmlns:a16="http://schemas.microsoft.com/office/drawing/2014/main" id="{838CA106-B5D1-42A7-B32D-E974946BF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140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64 h 3"/>
                  <a:gd name="T4" fmla="*/ 22 w 3"/>
                  <a:gd name="T5" fmla="*/ 192 h 3"/>
                  <a:gd name="T6" fmla="*/ 62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7" name="Freeform 559">
                <a:extLst>
                  <a:ext uri="{FF2B5EF4-FFF2-40B4-BE49-F238E27FC236}">
                    <a16:creationId xmlns:a16="http://schemas.microsoft.com/office/drawing/2014/main" id="{862AC33B-62CD-47BA-A2FA-8492B2532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151"/>
                <a:ext cx="16" cy="17"/>
              </a:xfrm>
              <a:custGeom>
                <a:avLst/>
                <a:gdLst>
                  <a:gd name="T0" fmla="*/ 208 w 9"/>
                  <a:gd name="T1" fmla="*/ 100 h 9"/>
                  <a:gd name="T2" fmla="*/ 66 w 9"/>
                  <a:gd name="T3" fmla="*/ 100 h 9"/>
                  <a:gd name="T4" fmla="*/ 37 w 9"/>
                  <a:gd name="T5" fmla="*/ 357 h 9"/>
                  <a:gd name="T6" fmla="*/ 208 w 9"/>
                  <a:gd name="T7" fmla="*/ 357 h 9"/>
                  <a:gd name="T8" fmla="*/ 208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1"/>
                      <a:pt x="3" y="0"/>
                      <a:pt x="2" y="2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3" y="9"/>
                      <a:pt x="5" y="9"/>
                      <a:pt x="7" y="8"/>
                    </a:cubicBezTo>
                    <a:cubicBezTo>
                      <a:pt x="9" y="6"/>
                      <a:pt x="9" y="4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8" name="Freeform 560">
                <a:extLst>
                  <a:ext uri="{FF2B5EF4-FFF2-40B4-BE49-F238E27FC236}">
                    <a16:creationId xmlns:a16="http://schemas.microsoft.com/office/drawing/2014/main" id="{3AACDEF1-868A-415E-8958-61FBE0DA0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155"/>
                <a:ext cx="5" cy="5"/>
              </a:xfrm>
              <a:custGeom>
                <a:avLst/>
                <a:gdLst>
                  <a:gd name="T0" fmla="*/ 37 w 3"/>
                  <a:gd name="T1" fmla="*/ 22 h 3"/>
                  <a:gd name="T2" fmla="*/ 22 w 3"/>
                  <a:gd name="T3" fmla="*/ 22 h 3"/>
                  <a:gd name="T4" fmla="*/ 0 w 3"/>
                  <a:gd name="T5" fmla="*/ 62 h 3"/>
                  <a:gd name="T6" fmla="*/ 37 w 3"/>
                  <a:gd name="T7" fmla="*/ 62 h 3"/>
                  <a:gd name="T8" fmla="*/ 37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9" name="Freeform 561">
                <a:extLst>
                  <a:ext uri="{FF2B5EF4-FFF2-40B4-BE49-F238E27FC236}">
                    <a16:creationId xmlns:a16="http://schemas.microsoft.com/office/drawing/2014/main" id="{CB2D59AE-B8A8-4889-8321-AAE4D076A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770"/>
                <a:ext cx="16" cy="17"/>
              </a:xfrm>
              <a:custGeom>
                <a:avLst/>
                <a:gdLst>
                  <a:gd name="T0" fmla="*/ 281 w 9"/>
                  <a:gd name="T1" fmla="*/ 189 h 9"/>
                  <a:gd name="T2" fmla="*/ 117 w 9"/>
                  <a:gd name="T3" fmla="*/ 53 h 9"/>
                  <a:gd name="T4" fmla="*/ 37 w 9"/>
                  <a:gd name="T5" fmla="*/ 213 h 9"/>
                  <a:gd name="T6" fmla="*/ 158 w 9"/>
                  <a:gd name="T7" fmla="*/ 402 h 9"/>
                  <a:gd name="T8" fmla="*/ 281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4"/>
                    </a:moveTo>
                    <a:cubicBezTo>
                      <a:pt x="8" y="2"/>
                      <a:pt x="6" y="0"/>
                      <a:pt x="4" y="1"/>
                    </a:cubicBezTo>
                    <a:cubicBezTo>
                      <a:pt x="2" y="1"/>
                      <a:pt x="0" y="3"/>
                      <a:pt x="1" y="5"/>
                    </a:cubicBezTo>
                    <a:cubicBezTo>
                      <a:pt x="1" y="7"/>
                      <a:pt x="3" y="9"/>
                      <a:pt x="5" y="9"/>
                    </a:cubicBezTo>
                    <a:cubicBezTo>
                      <a:pt x="7" y="8"/>
                      <a:pt x="9" y="6"/>
                      <a:pt x="9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30" name="Freeform 562">
                <a:extLst>
                  <a:ext uri="{FF2B5EF4-FFF2-40B4-BE49-F238E27FC236}">
                    <a16:creationId xmlns:a16="http://schemas.microsoft.com/office/drawing/2014/main" id="{EB094D0D-A23E-4E42-9981-9CD8104EA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774"/>
                <a:ext cx="6" cy="5"/>
              </a:xfrm>
              <a:custGeom>
                <a:avLst/>
                <a:gdLst>
                  <a:gd name="T0" fmla="*/ 192 w 3"/>
                  <a:gd name="T1" fmla="*/ 22 h 3"/>
                  <a:gd name="T2" fmla="*/ 64 w 3"/>
                  <a:gd name="T3" fmla="*/ 0 h 3"/>
                  <a:gd name="T4" fmla="*/ 0 w 3"/>
                  <a:gd name="T5" fmla="*/ 37 h 3"/>
                  <a:gd name="T6" fmla="*/ 64 w 3"/>
                  <a:gd name="T7" fmla="*/ 62 h 3"/>
                  <a:gd name="T8" fmla="*/ 19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31" name="Freeform 563">
                <a:extLst>
                  <a:ext uri="{FF2B5EF4-FFF2-40B4-BE49-F238E27FC236}">
                    <a16:creationId xmlns:a16="http://schemas.microsoft.com/office/drawing/2014/main" id="{48D5B167-C603-4569-AA3B-C0008B3CB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1781"/>
                <a:ext cx="14" cy="17"/>
              </a:xfrm>
              <a:custGeom>
                <a:avLst/>
                <a:gdLst>
                  <a:gd name="T0" fmla="*/ 236 w 8"/>
                  <a:gd name="T1" fmla="*/ 189 h 9"/>
                  <a:gd name="T2" fmla="*/ 86 w 8"/>
                  <a:gd name="T3" fmla="*/ 53 h 9"/>
                  <a:gd name="T4" fmla="*/ 0 w 8"/>
                  <a:gd name="T5" fmla="*/ 213 h 9"/>
                  <a:gd name="T6" fmla="*/ 151 w 8"/>
                  <a:gd name="T7" fmla="*/ 402 h 9"/>
                  <a:gd name="T8" fmla="*/ 236 w 8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4"/>
                    </a:moveTo>
                    <a:cubicBezTo>
                      <a:pt x="8" y="2"/>
                      <a:pt x="6" y="0"/>
                      <a:pt x="3" y="1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0" y="8"/>
                      <a:pt x="2" y="9"/>
                      <a:pt x="5" y="9"/>
                    </a:cubicBezTo>
                    <a:cubicBezTo>
                      <a:pt x="7" y="8"/>
                      <a:pt x="8" y="6"/>
                      <a:pt x="8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32" name="Freeform 564">
                <a:extLst>
                  <a:ext uri="{FF2B5EF4-FFF2-40B4-BE49-F238E27FC236}">
                    <a16:creationId xmlns:a16="http://schemas.microsoft.com/office/drawing/2014/main" id="{263A0047-74C8-4BF7-9880-13694C99E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785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92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33" name="Freeform 565">
                <a:extLst>
                  <a:ext uri="{FF2B5EF4-FFF2-40B4-BE49-F238E27FC236}">
                    <a16:creationId xmlns:a16="http://schemas.microsoft.com/office/drawing/2014/main" id="{C499DAD2-8ED5-4138-86CF-31008692D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794"/>
                <a:ext cx="16" cy="17"/>
              </a:xfrm>
              <a:custGeom>
                <a:avLst/>
                <a:gdLst>
                  <a:gd name="T0" fmla="*/ 281 w 9"/>
                  <a:gd name="T1" fmla="*/ 144 h 9"/>
                  <a:gd name="T2" fmla="*/ 117 w 9"/>
                  <a:gd name="T3" fmla="*/ 0 h 9"/>
                  <a:gd name="T4" fmla="*/ 37 w 9"/>
                  <a:gd name="T5" fmla="*/ 213 h 9"/>
                  <a:gd name="T6" fmla="*/ 203 w 9"/>
                  <a:gd name="T7" fmla="*/ 357 h 9"/>
                  <a:gd name="T8" fmla="*/ 281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1"/>
                      <a:pt x="6" y="0"/>
                      <a:pt x="4" y="0"/>
                    </a:cubicBezTo>
                    <a:cubicBezTo>
                      <a:pt x="1" y="1"/>
                      <a:pt x="0" y="3"/>
                      <a:pt x="1" y="5"/>
                    </a:cubicBezTo>
                    <a:cubicBezTo>
                      <a:pt x="2" y="7"/>
                      <a:pt x="4" y="9"/>
                      <a:pt x="6" y="8"/>
                    </a:cubicBezTo>
                    <a:cubicBezTo>
                      <a:pt x="8" y="7"/>
                      <a:pt x="9" y="5"/>
                      <a:pt x="9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34" name="Freeform 566">
                <a:extLst>
                  <a:ext uri="{FF2B5EF4-FFF2-40B4-BE49-F238E27FC236}">
                    <a16:creationId xmlns:a16="http://schemas.microsoft.com/office/drawing/2014/main" id="{6D1BD171-BE7C-4246-B849-842A8CFE1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1798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28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35" name="Freeform 567">
                <a:extLst>
                  <a:ext uri="{FF2B5EF4-FFF2-40B4-BE49-F238E27FC236}">
                    <a16:creationId xmlns:a16="http://schemas.microsoft.com/office/drawing/2014/main" id="{9E623358-1793-4D66-A4A6-849ED1A59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806"/>
                <a:ext cx="16" cy="16"/>
              </a:xfrm>
              <a:custGeom>
                <a:avLst/>
                <a:gdLst>
                  <a:gd name="T0" fmla="*/ 247 w 9"/>
                  <a:gd name="T1" fmla="*/ 89 h 9"/>
                  <a:gd name="T2" fmla="*/ 89 w 9"/>
                  <a:gd name="T3" fmla="*/ 0 h 9"/>
                  <a:gd name="T4" fmla="*/ 0 w 9"/>
                  <a:gd name="T5" fmla="*/ 158 h 9"/>
                  <a:gd name="T6" fmla="*/ 158 w 9"/>
                  <a:gd name="T7" fmla="*/ 247 h 9"/>
                  <a:gd name="T8" fmla="*/ 247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1" y="7"/>
                      <a:pt x="3" y="9"/>
                      <a:pt x="5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36" name="Freeform 568">
                <a:extLst>
                  <a:ext uri="{FF2B5EF4-FFF2-40B4-BE49-F238E27FC236}">
                    <a16:creationId xmlns:a16="http://schemas.microsoft.com/office/drawing/2014/main" id="{9DA7B2C5-DDF9-4EB6-A829-FA38920A6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1809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37" name="Freeform 569">
                <a:extLst>
                  <a:ext uri="{FF2B5EF4-FFF2-40B4-BE49-F238E27FC236}">
                    <a16:creationId xmlns:a16="http://schemas.microsoft.com/office/drawing/2014/main" id="{47A5DA16-F22E-4D6E-8231-C5B1C2651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817"/>
                <a:ext cx="15" cy="16"/>
              </a:xfrm>
              <a:custGeom>
                <a:avLst/>
                <a:gdLst>
                  <a:gd name="T0" fmla="*/ 172 w 9"/>
                  <a:gd name="T1" fmla="*/ 89 h 9"/>
                  <a:gd name="T2" fmla="*/ 62 w 9"/>
                  <a:gd name="T3" fmla="*/ 37 h 9"/>
                  <a:gd name="T4" fmla="*/ 22 w 9"/>
                  <a:gd name="T5" fmla="*/ 203 h 9"/>
                  <a:gd name="T6" fmla="*/ 130 w 9"/>
                  <a:gd name="T7" fmla="*/ 247 h 9"/>
                  <a:gd name="T8" fmla="*/ 172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8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1" y="8"/>
                      <a:pt x="3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38" name="Freeform 570">
                <a:extLst>
                  <a:ext uri="{FF2B5EF4-FFF2-40B4-BE49-F238E27FC236}">
                    <a16:creationId xmlns:a16="http://schemas.microsoft.com/office/drawing/2014/main" id="{FDC5D076-5F30-4D75-A7E5-0A8A572ED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820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22 w 3"/>
                  <a:gd name="T5" fmla="*/ 128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39" name="Freeform 571">
                <a:extLst>
                  <a:ext uri="{FF2B5EF4-FFF2-40B4-BE49-F238E27FC236}">
                    <a16:creationId xmlns:a16="http://schemas.microsoft.com/office/drawing/2014/main" id="{20F37DB6-B9A3-439C-BD00-ADAE1AC87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1830"/>
                <a:ext cx="16" cy="16"/>
              </a:xfrm>
              <a:custGeom>
                <a:avLst/>
                <a:gdLst>
                  <a:gd name="T0" fmla="*/ 247 w 9"/>
                  <a:gd name="T1" fmla="*/ 89 h 9"/>
                  <a:gd name="T2" fmla="*/ 89 w 9"/>
                  <a:gd name="T3" fmla="*/ 0 h 9"/>
                  <a:gd name="T4" fmla="*/ 37 w 9"/>
                  <a:gd name="T5" fmla="*/ 158 h 9"/>
                  <a:gd name="T6" fmla="*/ 203 w 9"/>
                  <a:gd name="T7" fmla="*/ 247 h 9"/>
                  <a:gd name="T8" fmla="*/ 247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8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1" y="5"/>
                    </a:cubicBezTo>
                    <a:cubicBezTo>
                      <a:pt x="1" y="7"/>
                      <a:pt x="3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40" name="Freeform 572">
                <a:extLst>
                  <a:ext uri="{FF2B5EF4-FFF2-40B4-BE49-F238E27FC236}">
                    <a16:creationId xmlns:a16="http://schemas.microsoft.com/office/drawing/2014/main" id="{FFF71BC4-723C-4B21-B24C-5DF4878A7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833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0 h 3"/>
                  <a:gd name="T4" fmla="*/ 64 w 3"/>
                  <a:gd name="T5" fmla="*/ 128 h 3"/>
                  <a:gd name="T6" fmla="*/ 128 w 3"/>
                  <a:gd name="T7" fmla="*/ 128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41" name="Freeform 573">
                <a:extLst>
                  <a:ext uri="{FF2B5EF4-FFF2-40B4-BE49-F238E27FC236}">
                    <a16:creationId xmlns:a16="http://schemas.microsoft.com/office/drawing/2014/main" id="{AEAFD6B6-4133-416A-98D9-D6568D6A2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841"/>
                <a:ext cx="16" cy="17"/>
              </a:xfrm>
              <a:custGeom>
                <a:avLst/>
                <a:gdLst>
                  <a:gd name="T0" fmla="*/ 281 w 9"/>
                  <a:gd name="T1" fmla="*/ 189 h 9"/>
                  <a:gd name="T2" fmla="*/ 117 w 9"/>
                  <a:gd name="T3" fmla="*/ 53 h 9"/>
                  <a:gd name="T4" fmla="*/ 37 w 9"/>
                  <a:gd name="T5" fmla="*/ 272 h 9"/>
                  <a:gd name="T6" fmla="*/ 203 w 9"/>
                  <a:gd name="T7" fmla="*/ 402 h 9"/>
                  <a:gd name="T8" fmla="*/ 281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4"/>
                    </a:moveTo>
                    <a:cubicBezTo>
                      <a:pt x="8" y="2"/>
                      <a:pt x="6" y="0"/>
                      <a:pt x="4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2" y="8"/>
                      <a:pt x="4" y="9"/>
                      <a:pt x="6" y="9"/>
                    </a:cubicBezTo>
                    <a:cubicBezTo>
                      <a:pt x="8" y="8"/>
                      <a:pt x="9" y="6"/>
                      <a:pt x="9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42" name="Freeform 574">
                <a:extLst>
                  <a:ext uri="{FF2B5EF4-FFF2-40B4-BE49-F238E27FC236}">
                    <a16:creationId xmlns:a16="http://schemas.microsoft.com/office/drawing/2014/main" id="{26D74353-77C0-43FB-AA13-735523ECA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845"/>
                <a:ext cx="6" cy="5"/>
              </a:xfrm>
              <a:custGeom>
                <a:avLst/>
                <a:gdLst>
                  <a:gd name="T0" fmla="*/ 128 w 3"/>
                  <a:gd name="T1" fmla="*/ 37 h 3"/>
                  <a:gd name="T2" fmla="*/ 64 w 3"/>
                  <a:gd name="T3" fmla="*/ 22 h 3"/>
                  <a:gd name="T4" fmla="*/ 0 w 3"/>
                  <a:gd name="T5" fmla="*/ 37 h 3"/>
                  <a:gd name="T6" fmla="*/ 128 w 3"/>
                  <a:gd name="T7" fmla="*/ 62 h 3"/>
                  <a:gd name="T8" fmla="*/ 128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43" name="Freeform 575">
                <a:extLst>
                  <a:ext uri="{FF2B5EF4-FFF2-40B4-BE49-F238E27FC236}">
                    <a16:creationId xmlns:a16="http://schemas.microsoft.com/office/drawing/2014/main" id="{13F148BE-D998-4CB5-A507-6FC4F0866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854"/>
                <a:ext cx="16" cy="17"/>
              </a:xfrm>
              <a:custGeom>
                <a:avLst/>
                <a:gdLst>
                  <a:gd name="T0" fmla="*/ 247 w 9"/>
                  <a:gd name="T1" fmla="*/ 189 h 9"/>
                  <a:gd name="T2" fmla="*/ 89 w 9"/>
                  <a:gd name="T3" fmla="*/ 53 h 9"/>
                  <a:gd name="T4" fmla="*/ 0 w 9"/>
                  <a:gd name="T5" fmla="*/ 272 h 9"/>
                  <a:gd name="T6" fmla="*/ 158 w 9"/>
                  <a:gd name="T7" fmla="*/ 402 h 9"/>
                  <a:gd name="T8" fmla="*/ 247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4"/>
                    </a:moveTo>
                    <a:cubicBezTo>
                      <a:pt x="7" y="2"/>
                      <a:pt x="5" y="0"/>
                      <a:pt x="3" y="1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1" y="8"/>
                      <a:pt x="3" y="9"/>
                      <a:pt x="5" y="9"/>
                    </a:cubicBezTo>
                    <a:cubicBezTo>
                      <a:pt x="8" y="8"/>
                      <a:pt x="9" y="6"/>
                      <a:pt x="8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44" name="Freeform 576">
                <a:extLst>
                  <a:ext uri="{FF2B5EF4-FFF2-40B4-BE49-F238E27FC236}">
                    <a16:creationId xmlns:a16="http://schemas.microsoft.com/office/drawing/2014/main" id="{DE323EE7-9BDA-46FE-82DE-D5B32C7BA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859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64 h 3"/>
                  <a:gd name="T6" fmla="*/ 37 w 3"/>
                  <a:gd name="T7" fmla="*/ 128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45" name="Freeform 577">
                <a:extLst>
                  <a:ext uri="{FF2B5EF4-FFF2-40B4-BE49-F238E27FC236}">
                    <a16:creationId xmlns:a16="http://schemas.microsoft.com/office/drawing/2014/main" id="{534F3032-7EF1-4F27-82FE-E08DCFB1B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1869"/>
                <a:ext cx="17" cy="16"/>
              </a:xfrm>
              <a:custGeom>
                <a:avLst/>
                <a:gdLst>
                  <a:gd name="T0" fmla="*/ 218 w 10"/>
                  <a:gd name="T1" fmla="*/ 66 h 9"/>
                  <a:gd name="T2" fmla="*/ 75 w 10"/>
                  <a:gd name="T3" fmla="*/ 0 h 9"/>
                  <a:gd name="T4" fmla="*/ 26 w 10"/>
                  <a:gd name="T5" fmla="*/ 203 h 9"/>
                  <a:gd name="T6" fmla="*/ 168 w 10"/>
                  <a:gd name="T7" fmla="*/ 247 h 9"/>
                  <a:gd name="T8" fmla="*/ 218 w 10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2"/>
                    </a:moveTo>
                    <a:cubicBezTo>
                      <a:pt x="8" y="0"/>
                      <a:pt x="5" y="0"/>
                      <a:pt x="3" y="0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10" y="4"/>
                      <a:pt x="9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46" name="Freeform 578">
                <a:extLst>
                  <a:ext uri="{FF2B5EF4-FFF2-40B4-BE49-F238E27FC236}">
                    <a16:creationId xmlns:a16="http://schemas.microsoft.com/office/drawing/2014/main" id="{46AC2608-38C8-44DC-B717-98A785501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1872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28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47" name="Freeform 579">
                <a:extLst>
                  <a:ext uri="{FF2B5EF4-FFF2-40B4-BE49-F238E27FC236}">
                    <a16:creationId xmlns:a16="http://schemas.microsoft.com/office/drawing/2014/main" id="{FED5F487-E93B-41CB-89C8-2617218DD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880"/>
                <a:ext cx="15" cy="18"/>
              </a:xfrm>
              <a:custGeom>
                <a:avLst/>
                <a:gdLst>
                  <a:gd name="T0" fmla="*/ 172 w 9"/>
                  <a:gd name="T1" fmla="*/ 94 h 10"/>
                  <a:gd name="T2" fmla="*/ 62 w 9"/>
                  <a:gd name="T3" fmla="*/ 41 h 10"/>
                  <a:gd name="T4" fmla="*/ 22 w 9"/>
                  <a:gd name="T5" fmla="*/ 239 h 10"/>
                  <a:gd name="T6" fmla="*/ 130 w 9"/>
                  <a:gd name="T7" fmla="*/ 304 h 10"/>
                  <a:gd name="T8" fmla="*/ 172 w 9"/>
                  <a:gd name="T9" fmla="*/ 9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ubicBezTo>
                      <a:pt x="2" y="9"/>
                      <a:pt x="4" y="10"/>
                      <a:pt x="6" y="9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48" name="Freeform 580">
                <a:extLst>
                  <a:ext uri="{FF2B5EF4-FFF2-40B4-BE49-F238E27FC236}">
                    <a16:creationId xmlns:a16="http://schemas.microsoft.com/office/drawing/2014/main" id="{1C2ED1E4-6418-4C00-B4C8-FF4A3B923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1884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22 w 3"/>
                  <a:gd name="T3" fmla="*/ 22 h 3"/>
                  <a:gd name="T4" fmla="*/ 0 w 3"/>
                  <a:gd name="T5" fmla="*/ 62 h 3"/>
                  <a:gd name="T6" fmla="*/ 37 w 3"/>
                  <a:gd name="T7" fmla="*/ 62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49" name="Freeform 581">
                <a:extLst>
                  <a:ext uri="{FF2B5EF4-FFF2-40B4-BE49-F238E27FC236}">
                    <a16:creationId xmlns:a16="http://schemas.microsoft.com/office/drawing/2014/main" id="{BA93200A-5156-4E5F-BE8C-7D7A98708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893"/>
                <a:ext cx="15" cy="17"/>
              </a:xfrm>
              <a:custGeom>
                <a:avLst/>
                <a:gdLst>
                  <a:gd name="T0" fmla="*/ 172 w 9"/>
                  <a:gd name="T1" fmla="*/ 144 h 9"/>
                  <a:gd name="T2" fmla="*/ 62 w 9"/>
                  <a:gd name="T3" fmla="*/ 53 h 9"/>
                  <a:gd name="T4" fmla="*/ 22 w 9"/>
                  <a:gd name="T5" fmla="*/ 317 h 9"/>
                  <a:gd name="T6" fmla="*/ 130 w 9"/>
                  <a:gd name="T7" fmla="*/ 402 h 9"/>
                  <a:gd name="T8" fmla="*/ 172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ubicBezTo>
                      <a:pt x="2" y="9"/>
                      <a:pt x="4" y="9"/>
                      <a:pt x="6" y="9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50" name="Freeform 582">
                <a:extLst>
                  <a:ext uri="{FF2B5EF4-FFF2-40B4-BE49-F238E27FC236}">
                    <a16:creationId xmlns:a16="http://schemas.microsoft.com/office/drawing/2014/main" id="{CFD55C32-7F9C-494B-9FF6-DC432C80F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897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22 w 3"/>
                  <a:gd name="T3" fmla="*/ 22 h 3"/>
                  <a:gd name="T4" fmla="*/ 22 w 3"/>
                  <a:gd name="T5" fmla="*/ 37 h 3"/>
                  <a:gd name="T6" fmla="*/ 37 w 3"/>
                  <a:gd name="T7" fmla="*/ 62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51" name="Freeform 583">
                <a:extLst>
                  <a:ext uri="{FF2B5EF4-FFF2-40B4-BE49-F238E27FC236}">
                    <a16:creationId xmlns:a16="http://schemas.microsoft.com/office/drawing/2014/main" id="{99F7B550-5A28-4085-A586-226677D96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908"/>
                <a:ext cx="15" cy="16"/>
              </a:xfrm>
              <a:custGeom>
                <a:avLst/>
                <a:gdLst>
                  <a:gd name="T0" fmla="*/ 172 w 9"/>
                  <a:gd name="T1" fmla="*/ 66 h 9"/>
                  <a:gd name="T2" fmla="*/ 62 w 9"/>
                  <a:gd name="T3" fmla="*/ 0 h 9"/>
                  <a:gd name="T4" fmla="*/ 22 w 9"/>
                  <a:gd name="T5" fmla="*/ 203 h 9"/>
                  <a:gd name="T6" fmla="*/ 130 w 9"/>
                  <a:gd name="T7" fmla="*/ 247 h 9"/>
                  <a:gd name="T8" fmla="*/ 172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5" y="0"/>
                      <a:pt x="3" y="0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52" name="Freeform 584">
                <a:extLst>
                  <a:ext uri="{FF2B5EF4-FFF2-40B4-BE49-F238E27FC236}">
                    <a16:creationId xmlns:a16="http://schemas.microsoft.com/office/drawing/2014/main" id="{B8E04146-571C-48D0-B318-BC0512134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1911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22 w 3"/>
                  <a:gd name="T5" fmla="*/ 128 h 3"/>
                  <a:gd name="T6" fmla="*/ 37 w 3"/>
                  <a:gd name="T7" fmla="*/ 128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53" name="Freeform 585">
                <a:extLst>
                  <a:ext uri="{FF2B5EF4-FFF2-40B4-BE49-F238E27FC236}">
                    <a16:creationId xmlns:a16="http://schemas.microsoft.com/office/drawing/2014/main" id="{ADCCC57A-053B-4386-AEDA-11DECB122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921"/>
                <a:ext cx="15" cy="16"/>
              </a:xfrm>
              <a:custGeom>
                <a:avLst/>
                <a:gdLst>
                  <a:gd name="T0" fmla="*/ 195 w 9"/>
                  <a:gd name="T1" fmla="*/ 89 h 9"/>
                  <a:gd name="T2" fmla="*/ 62 w 9"/>
                  <a:gd name="T3" fmla="*/ 37 h 9"/>
                  <a:gd name="T4" fmla="*/ 22 w 9"/>
                  <a:gd name="T5" fmla="*/ 203 h 9"/>
                  <a:gd name="T6" fmla="*/ 153 w 9"/>
                  <a:gd name="T7" fmla="*/ 247 h 9"/>
                  <a:gd name="T8" fmla="*/ 195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9" y="5"/>
                      <a:pt x="9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54" name="Freeform 586">
                <a:extLst>
                  <a:ext uri="{FF2B5EF4-FFF2-40B4-BE49-F238E27FC236}">
                    <a16:creationId xmlns:a16="http://schemas.microsoft.com/office/drawing/2014/main" id="{8A468A98-85DD-43AE-8CA3-72444A232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924"/>
                <a:ext cx="5" cy="6"/>
              </a:xfrm>
              <a:custGeom>
                <a:avLst/>
                <a:gdLst>
                  <a:gd name="T0" fmla="*/ 37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92 h 3"/>
                  <a:gd name="T8" fmla="*/ 37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55" name="Freeform 587">
                <a:extLst>
                  <a:ext uri="{FF2B5EF4-FFF2-40B4-BE49-F238E27FC236}">
                    <a16:creationId xmlns:a16="http://schemas.microsoft.com/office/drawing/2014/main" id="{5FFF96B1-83C2-412E-BAFD-06ACF3A75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934"/>
                <a:ext cx="15" cy="18"/>
              </a:xfrm>
              <a:custGeom>
                <a:avLst/>
                <a:gdLst>
                  <a:gd name="T0" fmla="*/ 172 w 9"/>
                  <a:gd name="T1" fmla="*/ 94 h 10"/>
                  <a:gd name="T2" fmla="*/ 62 w 9"/>
                  <a:gd name="T3" fmla="*/ 41 h 10"/>
                  <a:gd name="T4" fmla="*/ 22 w 9"/>
                  <a:gd name="T5" fmla="*/ 239 h 10"/>
                  <a:gd name="T6" fmla="*/ 130 w 9"/>
                  <a:gd name="T7" fmla="*/ 304 h 10"/>
                  <a:gd name="T8" fmla="*/ 172 w 9"/>
                  <a:gd name="T9" fmla="*/ 9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ubicBezTo>
                      <a:pt x="2" y="9"/>
                      <a:pt x="4" y="10"/>
                      <a:pt x="6" y="9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56" name="Freeform 588">
                <a:extLst>
                  <a:ext uri="{FF2B5EF4-FFF2-40B4-BE49-F238E27FC236}">
                    <a16:creationId xmlns:a16="http://schemas.microsoft.com/office/drawing/2014/main" id="{E41BCA05-610D-4C2F-A1C8-9D0C31B64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937"/>
                <a:ext cx="5" cy="8"/>
              </a:xfrm>
              <a:custGeom>
                <a:avLst/>
                <a:gdLst>
                  <a:gd name="T0" fmla="*/ 62 w 3"/>
                  <a:gd name="T1" fmla="*/ 64 h 4"/>
                  <a:gd name="T2" fmla="*/ 22 w 3"/>
                  <a:gd name="T3" fmla="*/ 64 h 4"/>
                  <a:gd name="T4" fmla="*/ 0 w 3"/>
                  <a:gd name="T5" fmla="*/ 192 h 4"/>
                  <a:gd name="T6" fmla="*/ 37 w 3"/>
                  <a:gd name="T7" fmla="*/ 192 h 4"/>
                  <a:gd name="T8" fmla="*/ 62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57" name="Freeform 589">
                <a:extLst>
                  <a:ext uri="{FF2B5EF4-FFF2-40B4-BE49-F238E27FC236}">
                    <a16:creationId xmlns:a16="http://schemas.microsoft.com/office/drawing/2014/main" id="{B9FB0579-7EDC-4E37-84AF-CFF9A840B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1949"/>
                <a:ext cx="16" cy="16"/>
              </a:xfrm>
              <a:custGeom>
                <a:avLst/>
                <a:gdLst>
                  <a:gd name="T0" fmla="*/ 247 w 9"/>
                  <a:gd name="T1" fmla="*/ 89 h 9"/>
                  <a:gd name="T2" fmla="*/ 66 w 9"/>
                  <a:gd name="T3" fmla="*/ 37 h 9"/>
                  <a:gd name="T4" fmla="*/ 0 w 9"/>
                  <a:gd name="T5" fmla="*/ 203 h 9"/>
                  <a:gd name="T6" fmla="*/ 203 w 9"/>
                  <a:gd name="T7" fmla="*/ 247 h 9"/>
                  <a:gd name="T8" fmla="*/ 247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4" y="0"/>
                      <a:pt x="2" y="1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58" name="Freeform 590">
                <a:extLst>
                  <a:ext uri="{FF2B5EF4-FFF2-40B4-BE49-F238E27FC236}">
                    <a16:creationId xmlns:a16="http://schemas.microsoft.com/office/drawing/2014/main" id="{38D92E08-A168-4310-B604-D41DBC631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952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59" name="Freeform 591">
                <a:extLst>
                  <a:ext uri="{FF2B5EF4-FFF2-40B4-BE49-F238E27FC236}">
                    <a16:creationId xmlns:a16="http://schemas.microsoft.com/office/drawing/2014/main" id="{ADBC4610-C577-457B-9D6B-7DBD7483F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1962"/>
                <a:ext cx="16" cy="18"/>
              </a:xfrm>
              <a:custGeom>
                <a:avLst/>
                <a:gdLst>
                  <a:gd name="T0" fmla="*/ 247 w 9"/>
                  <a:gd name="T1" fmla="*/ 94 h 10"/>
                  <a:gd name="T2" fmla="*/ 89 w 9"/>
                  <a:gd name="T3" fmla="*/ 74 h 10"/>
                  <a:gd name="T4" fmla="*/ 37 w 9"/>
                  <a:gd name="T5" fmla="*/ 239 h 10"/>
                  <a:gd name="T6" fmla="*/ 208 w 9"/>
                  <a:gd name="T7" fmla="*/ 263 h 10"/>
                  <a:gd name="T8" fmla="*/ 247 w 9"/>
                  <a:gd name="T9" fmla="*/ 9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1"/>
                      <a:pt x="4" y="0"/>
                      <a:pt x="3" y="2"/>
                    </a:cubicBezTo>
                    <a:cubicBezTo>
                      <a:pt x="1" y="3"/>
                      <a:pt x="0" y="5"/>
                      <a:pt x="1" y="7"/>
                    </a:cubicBezTo>
                    <a:cubicBezTo>
                      <a:pt x="2" y="9"/>
                      <a:pt x="5" y="10"/>
                      <a:pt x="7" y="8"/>
                    </a:cubicBezTo>
                    <a:cubicBezTo>
                      <a:pt x="9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60" name="Freeform 592">
                <a:extLst>
                  <a:ext uri="{FF2B5EF4-FFF2-40B4-BE49-F238E27FC236}">
                    <a16:creationId xmlns:a16="http://schemas.microsoft.com/office/drawing/2014/main" id="{12DC2D21-8280-4DDE-B24E-E03D8094A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965"/>
                <a:ext cx="5" cy="8"/>
              </a:xfrm>
              <a:custGeom>
                <a:avLst/>
                <a:gdLst>
                  <a:gd name="T0" fmla="*/ 62 w 3"/>
                  <a:gd name="T1" fmla="*/ 64 h 4"/>
                  <a:gd name="T2" fmla="*/ 22 w 3"/>
                  <a:gd name="T3" fmla="*/ 64 h 4"/>
                  <a:gd name="T4" fmla="*/ 22 w 3"/>
                  <a:gd name="T5" fmla="*/ 192 h 4"/>
                  <a:gd name="T6" fmla="*/ 62 w 3"/>
                  <a:gd name="T7" fmla="*/ 192 h 4"/>
                  <a:gd name="T8" fmla="*/ 62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4"/>
                      <a:pt x="3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61" name="Freeform 593">
                <a:extLst>
                  <a:ext uri="{FF2B5EF4-FFF2-40B4-BE49-F238E27FC236}">
                    <a16:creationId xmlns:a16="http://schemas.microsoft.com/office/drawing/2014/main" id="{59C14A31-D7F4-4EBA-9CFA-A8B34B93A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976"/>
                <a:ext cx="16" cy="17"/>
              </a:xfrm>
              <a:custGeom>
                <a:avLst/>
                <a:gdLst>
                  <a:gd name="T0" fmla="*/ 247 w 9"/>
                  <a:gd name="T1" fmla="*/ 144 h 9"/>
                  <a:gd name="T2" fmla="*/ 66 w 9"/>
                  <a:gd name="T3" fmla="*/ 53 h 9"/>
                  <a:gd name="T4" fmla="*/ 37 w 9"/>
                  <a:gd name="T5" fmla="*/ 317 h 9"/>
                  <a:gd name="T6" fmla="*/ 203 w 9"/>
                  <a:gd name="T7" fmla="*/ 357 h 9"/>
                  <a:gd name="T8" fmla="*/ 24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6" y="1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62" name="Freeform 594">
                <a:extLst>
                  <a:ext uri="{FF2B5EF4-FFF2-40B4-BE49-F238E27FC236}">
                    <a16:creationId xmlns:a16="http://schemas.microsoft.com/office/drawing/2014/main" id="{E33B5D7D-AA99-45E7-B9C6-B7D8B96CE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1980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0 h 3"/>
                  <a:gd name="T4" fmla="*/ 0 w 3"/>
                  <a:gd name="T5" fmla="*/ 128 h 3"/>
                  <a:gd name="T6" fmla="*/ 128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63" name="Freeform 595">
                <a:extLst>
                  <a:ext uri="{FF2B5EF4-FFF2-40B4-BE49-F238E27FC236}">
                    <a16:creationId xmlns:a16="http://schemas.microsoft.com/office/drawing/2014/main" id="{287A5831-9C35-4A0E-98F1-D39C7F4B9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989"/>
                <a:ext cx="18" cy="19"/>
              </a:xfrm>
              <a:custGeom>
                <a:avLst/>
                <a:gdLst>
                  <a:gd name="T0" fmla="*/ 263 w 10"/>
                  <a:gd name="T1" fmla="*/ 144 h 10"/>
                  <a:gd name="T2" fmla="*/ 94 w 10"/>
                  <a:gd name="T3" fmla="*/ 105 h 10"/>
                  <a:gd name="T4" fmla="*/ 74 w 10"/>
                  <a:gd name="T5" fmla="*/ 329 h 10"/>
                  <a:gd name="T6" fmla="*/ 239 w 10"/>
                  <a:gd name="T7" fmla="*/ 380 h 10"/>
                  <a:gd name="T8" fmla="*/ 263 w 10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8" y="3"/>
                    </a:moveTo>
                    <a:cubicBezTo>
                      <a:pt x="7" y="1"/>
                      <a:pt x="5" y="0"/>
                      <a:pt x="3" y="2"/>
                    </a:cubicBezTo>
                    <a:cubicBezTo>
                      <a:pt x="1" y="3"/>
                      <a:pt x="0" y="5"/>
                      <a:pt x="2" y="7"/>
                    </a:cubicBezTo>
                    <a:cubicBezTo>
                      <a:pt x="3" y="9"/>
                      <a:pt x="5" y="10"/>
                      <a:pt x="7" y="8"/>
                    </a:cubicBezTo>
                    <a:cubicBezTo>
                      <a:pt x="9" y="7"/>
                      <a:pt x="10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64" name="Freeform 596">
                <a:extLst>
                  <a:ext uri="{FF2B5EF4-FFF2-40B4-BE49-F238E27FC236}">
                    <a16:creationId xmlns:a16="http://schemas.microsoft.com/office/drawing/2014/main" id="{48D93910-7A0D-42EF-90E9-01CFCA9CC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993"/>
                <a:ext cx="5" cy="6"/>
              </a:xfrm>
              <a:custGeom>
                <a:avLst/>
                <a:gdLst>
                  <a:gd name="T0" fmla="*/ 37 w 3"/>
                  <a:gd name="T1" fmla="*/ 64 h 3"/>
                  <a:gd name="T2" fmla="*/ 22 w 3"/>
                  <a:gd name="T3" fmla="*/ 64 h 3"/>
                  <a:gd name="T4" fmla="*/ 0 w 3"/>
                  <a:gd name="T5" fmla="*/ 192 h 3"/>
                  <a:gd name="T6" fmla="*/ 37 w 3"/>
                  <a:gd name="T7" fmla="*/ 192 h 3"/>
                  <a:gd name="T8" fmla="*/ 37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65" name="Freeform 597">
                <a:extLst>
                  <a:ext uri="{FF2B5EF4-FFF2-40B4-BE49-F238E27FC236}">
                    <a16:creationId xmlns:a16="http://schemas.microsoft.com/office/drawing/2014/main" id="{BCF2ECF2-5EB2-4760-80C1-F83FAE6C3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004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89 w 9"/>
                  <a:gd name="T3" fmla="*/ 53 h 9"/>
                  <a:gd name="T4" fmla="*/ 37 w 9"/>
                  <a:gd name="T5" fmla="*/ 317 h 9"/>
                  <a:gd name="T6" fmla="*/ 208 w 9"/>
                  <a:gd name="T7" fmla="*/ 35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66" name="Freeform 598">
                <a:extLst>
                  <a:ext uri="{FF2B5EF4-FFF2-40B4-BE49-F238E27FC236}">
                    <a16:creationId xmlns:a16="http://schemas.microsoft.com/office/drawing/2014/main" id="{B05AF6CA-E9EC-4E20-9A1C-84FD09C0B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008"/>
                <a:ext cx="7" cy="6"/>
              </a:xfrm>
              <a:custGeom>
                <a:avLst/>
                <a:gdLst>
                  <a:gd name="T0" fmla="*/ 86 w 4"/>
                  <a:gd name="T1" fmla="*/ 64 h 3"/>
                  <a:gd name="T2" fmla="*/ 37 w 4"/>
                  <a:gd name="T3" fmla="*/ 0 h 3"/>
                  <a:gd name="T4" fmla="*/ 37 w 4"/>
                  <a:gd name="T5" fmla="*/ 128 h 3"/>
                  <a:gd name="T6" fmla="*/ 86 w 4"/>
                  <a:gd name="T7" fmla="*/ 192 h 3"/>
                  <a:gd name="T8" fmla="*/ 86 w 4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4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67" name="Freeform 599">
                <a:extLst>
                  <a:ext uri="{FF2B5EF4-FFF2-40B4-BE49-F238E27FC236}">
                    <a16:creationId xmlns:a16="http://schemas.microsoft.com/office/drawing/2014/main" id="{569F4B0A-3463-4114-A4CA-095722034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019"/>
                <a:ext cx="17" cy="17"/>
              </a:xfrm>
              <a:custGeom>
                <a:avLst/>
                <a:gdLst>
                  <a:gd name="T0" fmla="*/ 202 w 10"/>
                  <a:gd name="T1" fmla="*/ 100 h 9"/>
                  <a:gd name="T2" fmla="*/ 75 w 10"/>
                  <a:gd name="T3" fmla="*/ 53 h 9"/>
                  <a:gd name="T4" fmla="*/ 44 w 10"/>
                  <a:gd name="T5" fmla="*/ 272 h 9"/>
                  <a:gd name="T6" fmla="*/ 168 w 10"/>
                  <a:gd name="T7" fmla="*/ 357 h 9"/>
                  <a:gd name="T8" fmla="*/ 202 w 10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2"/>
                    </a:move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5"/>
                      <a:pt x="2" y="6"/>
                    </a:cubicBezTo>
                    <a:cubicBezTo>
                      <a:pt x="3" y="8"/>
                      <a:pt x="5" y="9"/>
                      <a:pt x="7" y="8"/>
                    </a:cubicBezTo>
                    <a:cubicBezTo>
                      <a:pt x="9" y="7"/>
                      <a:pt x="10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68" name="Freeform 600">
                <a:extLst>
                  <a:ext uri="{FF2B5EF4-FFF2-40B4-BE49-F238E27FC236}">
                    <a16:creationId xmlns:a16="http://schemas.microsoft.com/office/drawing/2014/main" id="{1FE0B261-F8A4-455C-957C-0223F8A98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023"/>
                <a:ext cx="5" cy="6"/>
              </a:xfrm>
              <a:custGeom>
                <a:avLst/>
                <a:gdLst>
                  <a:gd name="T0" fmla="*/ 37 w 3"/>
                  <a:gd name="T1" fmla="*/ 64 h 3"/>
                  <a:gd name="T2" fmla="*/ 0 w 3"/>
                  <a:gd name="T3" fmla="*/ 0 h 3"/>
                  <a:gd name="T4" fmla="*/ 0 w 3"/>
                  <a:gd name="T5" fmla="*/ 128 h 3"/>
                  <a:gd name="T6" fmla="*/ 37 w 3"/>
                  <a:gd name="T7" fmla="*/ 128 h 3"/>
                  <a:gd name="T8" fmla="*/ 37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69" name="Freeform 601">
                <a:extLst>
                  <a:ext uri="{FF2B5EF4-FFF2-40B4-BE49-F238E27FC236}">
                    <a16:creationId xmlns:a16="http://schemas.microsoft.com/office/drawing/2014/main" id="{C592AF48-06C4-40AE-87B0-B1F05BFA7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034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53 h 9"/>
                  <a:gd name="T4" fmla="*/ 37 w 9"/>
                  <a:gd name="T5" fmla="*/ 272 h 9"/>
                  <a:gd name="T6" fmla="*/ 203 w 9"/>
                  <a:gd name="T7" fmla="*/ 35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6"/>
                    </a:cubicBezTo>
                    <a:cubicBezTo>
                      <a:pt x="2" y="8"/>
                      <a:pt x="5" y="9"/>
                      <a:pt x="6" y="8"/>
                    </a:cubicBezTo>
                    <a:cubicBezTo>
                      <a:pt x="8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70" name="Freeform 602">
                <a:extLst>
                  <a:ext uri="{FF2B5EF4-FFF2-40B4-BE49-F238E27FC236}">
                    <a16:creationId xmlns:a16="http://schemas.microsoft.com/office/drawing/2014/main" id="{31925C0A-CDD6-444F-B9B0-7668B940C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038"/>
                <a:ext cx="6" cy="5"/>
              </a:xfrm>
              <a:custGeom>
                <a:avLst/>
                <a:gdLst>
                  <a:gd name="T0" fmla="*/ 192 w 3"/>
                  <a:gd name="T1" fmla="*/ 22 h 3"/>
                  <a:gd name="T2" fmla="*/ 64 w 3"/>
                  <a:gd name="T3" fmla="*/ 0 h 3"/>
                  <a:gd name="T4" fmla="*/ 0 w 3"/>
                  <a:gd name="T5" fmla="*/ 37 h 3"/>
                  <a:gd name="T6" fmla="*/ 128 w 3"/>
                  <a:gd name="T7" fmla="*/ 37 h 3"/>
                  <a:gd name="T8" fmla="*/ 19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71" name="Freeform 603">
                <a:extLst>
                  <a:ext uri="{FF2B5EF4-FFF2-40B4-BE49-F238E27FC236}">
                    <a16:creationId xmlns:a16="http://schemas.microsoft.com/office/drawing/2014/main" id="{3B0C6B65-2B62-4110-B9C9-42B61C3EF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047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100 h 9"/>
                  <a:gd name="T4" fmla="*/ 66 w 9"/>
                  <a:gd name="T5" fmla="*/ 317 h 9"/>
                  <a:gd name="T6" fmla="*/ 208 w 9"/>
                  <a:gd name="T7" fmla="*/ 35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72" name="Freeform 604">
                <a:extLst>
                  <a:ext uri="{FF2B5EF4-FFF2-40B4-BE49-F238E27FC236}">
                    <a16:creationId xmlns:a16="http://schemas.microsoft.com/office/drawing/2014/main" id="{07DAF225-926B-4CC6-A054-D1CF106C9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051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22 w 3"/>
                  <a:gd name="T3" fmla="*/ 22 h 3"/>
                  <a:gd name="T4" fmla="*/ 22 w 3"/>
                  <a:gd name="T5" fmla="*/ 62 h 3"/>
                  <a:gd name="T6" fmla="*/ 62 w 3"/>
                  <a:gd name="T7" fmla="*/ 62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73" name="Freeform 605">
                <a:extLst>
                  <a:ext uri="{FF2B5EF4-FFF2-40B4-BE49-F238E27FC236}">
                    <a16:creationId xmlns:a16="http://schemas.microsoft.com/office/drawing/2014/main" id="{DBD4AEC1-1F68-4BAA-9531-CB17149F2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062"/>
                <a:ext cx="15" cy="17"/>
              </a:xfrm>
              <a:custGeom>
                <a:avLst/>
                <a:gdLst>
                  <a:gd name="T0" fmla="*/ 172 w 9"/>
                  <a:gd name="T1" fmla="*/ 100 h 9"/>
                  <a:gd name="T2" fmla="*/ 37 w 9"/>
                  <a:gd name="T3" fmla="*/ 100 h 9"/>
                  <a:gd name="T4" fmla="*/ 37 w 9"/>
                  <a:gd name="T5" fmla="*/ 317 h 9"/>
                  <a:gd name="T6" fmla="*/ 153 w 9"/>
                  <a:gd name="T7" fmla="*/ 357 h 9"/>
                  <a:gd name="T8" fmla="*/ 172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2"/>
                    </a:cubicBezTo>
                    <a:cubicBezTo>
                      <a:pt x="1" y="3"/>
                      <a:pt x="0" y="6"/>
                      <a:pt x="2" y="7"/>
                    </a:cubicBez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74" name="Freeform 606">
                <a:extLst>
                  <a:ext uri="{FF2B5EF4-FFF2-40B4-BE49-F238E27FC236}">
                    <a16:creationId xmlns:a16="http://schemas.microsoft.com/office/drawing/2014/main" id="{2B007F17-6837-47A4-A573-FCE75FB3B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066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22 w 3"/>
                  <a:gd name="T3" fmla="*/ 22 h 3"/>
                  <a:gd name="T4" fmla="*/ 22 w 3"/>
                  <a:gd name="T5" fmla="*/ 62 h 3"/>
                  <a:gd name="T6" fmla="*/ 62 w 3"/>
                  <a:gd name="T7" fmla="*/ 62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75" name="Freeform 607">
                <a:extLst>
                  <a:ext uri="{FF2B5EF4-FFF2-40B4-BE49-F238E27FC236}">
                    <a16:creationId xmlns:a16="http://schemas.microsoft.com/office/drawing/2014/main" id="{49651735-C92A-4FD6-A21D-54C43FFD8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077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53 h 9"/>
                  <a:gd name="T4" fmla="*/ 66 w 9"/>
                  <a:gd name="T5" fmla="*/ 317 h 9"/>
                  <a:gd name="T6" fmla="*/ 208 w 9"/>
                  <a:gd name="T7" fmla="*/ 31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826" name="Group 809">
              <a:extLst>
                <a:ext uri="{FF2B5EF4-FFF2-40B4-BE49-F238E27FC236}">
                  <a16:creationId xmlns:a16="http://schemas.microsoft.com/office/drawing/2014/main" id="{D8329C3D-0274-4D96-BBB4-E04E78CF9F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2" y="1666"/>
              <a:ext cx="751" cy="1478"/>
              <a:chOff x="782" y="1666"/>
              <a:chExt cx="751" cy="1478"/>
            </a:xfrm>
          </p:grpSpPr>
          <p:sp>
            <p:nvSpPr>
              <p:cNvPr id="30076" name="Freeform 609">
                <a:extLst>
                  <a:ext uri="{FF2B5EF4-FFF2-40B4-BE49-F238E27FC236}">
                    <a16:creationId xmlns:a16="http://schemas.microsoft.com/office/drawing/2014/main" id="{752E4510-B6F2-4A85-B287-B45F28A5B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081"/>
                <a:ext cx="5" cy="5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0 h 3"/>
                  <a:gd name="T4" fmla="*/ 22 w 3"/>
                  <a:gd name="T5" fmla="*/ 37 h 3"/>
                  <a:gd name="T6" fmla="*/ 62 w 3"/>
                  <a:gd name="T7" fmla="*/ 37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7" name="Freeform 610">
                <a:extLst>
                  <a:ext uri="{FF2B5EF4-FFF2-40B4-BE49-F238E27FC236}">
                    <a16:creationId xmlns:a16="http://schemas.microsoft.com/office/drawing/2014/main" id="{73BB3E5C-3C21-43DC-8D1E-BB7DF8606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2092"/>
                <a:ext cx="15" cy="16"/>
              </a:xfrm>
              <a:custGeom>
                <a:avLst/>
                <a:gdLst>
                  <a:gd name="T0" fmla="*/ 172 w 9"/>
                  <a:gd name="T1" fmla="*/ 66 h 9"/>
                  <a:gd name="T2" fmla="*/ 37 w 9"/>
                  <a:gd name="T3" fmla="*/ 37 h 9"/>
                  <a:gd name="T4" fmla="*/ 37 w 9"/>
                  <a:gd name="T5" fmla="*/ 208 h 9"/>
                  <a:gd name="T6" fmla="*/ 153 w 9"/>
                  <a:gd name="T7" fmla="*/ 208 h 9"/>
                  <a:gd name="T8" fmla="*/ 172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8" name="Freeform 611">
                <a:extLst>
                  <a:ext uri="{FF2B5EF4-FFF2-40B4-BE49-F238E27FC236}">
                    <a16:creationId xmlns:a16="http://schemas.microsoft.com/office/drawing/2014/main" id="{B3515031-4495-4543-932E-A24E69725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2095"/>
                <a:ext cx="5" cy="6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0 h 3"/>
                  <a:gd name="T4" fmla="*/ 22 w 3"/>
                  <a:gd name="T5" fmla="*/ 128 h 3"/>
                  <a:gd name="T6" fmla="*/ 62 w 3"/>
                  <a:gd name="T7" fmla="*/ 128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9" name="Freeform 612">
                <a:extLst>
                  <a:ext uri="{FF2B5EF4-FFF2-40B4-BE49-F238E27FC236}">
                    <a16:creationId xmlns:a16="http://schemas.microsoft.com/office/drawing/2014/main" id="{A4A7DE7F-E77F-473F-B7EE-BA5CC78F5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2107"/>
                <a:ext cx="16" cy="16"/>
              </a:xfrm>
              <a:custGeom>
                <a:avLst/>
                <a:gdLst>
                  <a:gd name="T0" fmla="*/ 208 w 9"/>
                  <a:gd name="T1" fmla="*/ 66 h 9"/>
                  <a:gd name="T2" fmla="*/ 37 w 9"/>
                  <a:gd name="T3" fmla="*/ 37 h 9"/>
                  <a:gd name="T4" fmla="*/ 37 w 9"/>
                  <a:gd name="T5" fmla="*/ 208 h 9"/>
                  <a:gd name="T6" fmla="*/ 208 w 9"/>
                  <a:gd name="T7" fmla="*/ 247 h 9"/>
                  <a:gd name="T8" fmla="*/ 208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2" y="9"/>
                      <a:pt x="5" y="9"/>
                      <a:pt x="7" y="8"/>
                    </a:cubicBezTo>
                    <a:cubicBezTo>
                      <a:pt x="8" y="6"/>
                      <a:pt x="9" y="4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0" name="Freeform 613">
                <a:extLst>
                  <a:ext uri="{FF2B5EF4-FFF2-40B4-BE49-F238E27FC236}">
                    <a16:creationId xmlns:a16="http://schemas.microsoft.com/office/drawing/2014/main" id="{2C66AA23-BD88-4B8A-8A07-7F7606E8F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110"/>
                <a:ext cx="6" cy="6"/>
              </a:xfrm>
              <a:custGeom>
                <a:avLst/>
                <a:gdLst>
                  <a:gd name="T0" fmla="*/ 128 w 3"/>
                  <a:gd name="T1" fmla="*/ 64 h 3"/>
                  <a:gd name="T2" fmla="*/ 0 w 3"/>
                  <a:gd name="T3" fmla="*/ 0 h 3"/>
                  <a:gd name="T4" fmla="*/ 0 w 3"/>
                  <a:gd name="T5" fmla="*/ 128 h 3"/>
                  <a:gd name="T6" fmla="*/ 128 w 3"/>
                  <a:gd name="T7" fmla="*/ 128 h 3"/>
                  <a:gd name="T8" fmla="*/ 128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1" name="Freeform 614">
                <a:extLst>
                  <a:ext uri="{FF2B5EF4-FFF2-40B4-BE49-F238E27FC236}">
                    <a16:creationId xmlns:a16="http://schemas.microsoft.com/office/drawing/2014/main" id="{DDC04C42-A447-492B-89C6-B5D396318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166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53 h 9"/>
                  <a:gd name="T4" fmla="*/ 66 w 9"/>
                  <a:gd name="T5" fmla="*/ 317 h 9"/>
                  <a:gd name="T6" fmla="*/ 208 w 9"/>
                  <a:gd name="T7" fmla="*/ 35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4" y="0"/>
                      <a:pt x="2" y="1"/>
                    </a:cubicBezTo>
                    <a:cubicBezTo>
                      <a:pt x="1" y="3"/>
                      <a:pt x="0" y="5"/>
                      <a:pt x="2" y="7"/>
                    </a:cubicBezTo>
                    <a:cubicBezTo>
                      <a:pt x="3" y="9"/>
                      <a:pt x="5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2" name="Freeform 615">
                <a:extLst>
                  <a:ext uri="{FF2B5EF4-FFF2-40B4-BE49-F238E27FC236}">
                    <a16:creationId xmlns:a16="http://schemas.microsoft.com/office/drawing/2014/main" id="{52BB01DA-2408-4BCD-A086-D97E71796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2170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22 w 3"/>
                  <a:gd name="T3" fmla="*/ 22 h 3"/>
                  <a:gd name="T4" fmla="*/ 22 w 3"/>
                  <a:gd name="T5" fmla="*/ 37 h 3"/>
                  <a:gd name="T6" fmla="*/ 62 w 3"/>
                  <a:gd name="T7" fmla="*/ 62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3" name="Freeform 616">
                <a:extLst>
                  <a:ext uri="{FF2B5EF4-FFF2-40B4-BE49-F238E27FC236}">
                    <a16:creationId xmlns:a16="http://schemas.microsoft.com/office/drawing/2014/main" id="{036A3372-882E-45FE-A77E-4D6B8932F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181"/>
                <a:ext cx="15" cy="17"/>
              </a:xfrm>
              <a:custGeom>
                <a:avLst/>
                <a:gdLst>
                  <a:gd name="T0" fmla="*/ 172 w 9"/>
                  <a:gd name="T1" fmla="*/ 100 h 9"/>
                  <a:gd name="T2" fmla="*/ 37 w 9"/>
                  <a:gd name="T3" fmla="*/ 100 h 9"/>
                  <a:gd name="T4" fmla="*/ 37 w 9"/>
                  <a:gd name="T5" fmla="*/ 317 h 9"/>
                  <a:gd name="T6" fmla="*/ 153 w 9"/>
                  <a:gd name="T7" fmla="*/ 357 h 9"/>
                  <a:gd name="T8" fmla="*/ 172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1"/>
                      <a:pt x="4" y="0"/>
                      <a:pt x="2" y="2"/>
                    </a:cubicBezTo>
                    <a:cubicBezTo>
                      <a:pt x="1" y="3"/>
                      <a:pt x="0" y="6"/>
                      <a:pt x="2" y="7"/>
                    </a:cubicBezTo>
                    <a:cubicBezTo>
                      <a:pt x="3" y="9"/>
                      <a:pt x="6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4" name="Freeform 617">
                <a:extLst>
                  <a:ext uri="{FF2B5EF4-FFF2-40B4-BE49-F238E27FC236}">
                    <a16:creationId xmlns:a16="http://schemas.microsoft.com/office/drawing/2014/main" id="{433028BB-0EF6-4379-BD97-39A40D77E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185"/>
                <a:ext cx="7" cy="5"/>
              </a:xfrm>
              <a:custGeom>
                <a:avLst/>
                <a:gdLst>
                  <a:gd name="T0" fmla="*/ 86 w 4"/>
                  <a:gd name="T1" fmla="*/ 22 h 3"/>
                  <a:gd name="T2" fmla="*/ 37 w 4"/>
                  <a:gd name="T3" fmla="*/ 22 h 3"/>
                  <a:gd name="T4" fmla="*/ 37 w 4"/>
                  <a:gd name="T5" fmla="*/ 62 h 3"/>
                  <a:gd name="T6" fmla="*/ 86 w 4"/>
                  <a:gd name="T7" fmla="*/ 62 h 3"/>
                  <a:gd name="T8" fmla="*/ 86 w 4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5" name="Freeform 618">
                <a:extLst>
                  <a:ext uri="{FF2B5EF4-FFF2-40B4-BE49-F238E27FC236}">
                    <a16:creationId xmlns:a16="http://schemas.microsoft.com/office/drawing/2014/main" id="{647DA6A2-6DD6-4524-AED1-113FD7B6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198"/>
                <a:ext cx="16" cy="16"/>
              </a:xfrm>
              <a:custGeom>
                <a:avLst/>
                <a:gdLst>
                  <a:gd name="T0" fmla="*/ 208 w 9"/>
                  <a:gd name="T1" fmla="*/ 66 h 9"/>
                  <a:gd name="T2" fmla="*/ 66 w 9"/>
                  <a:gd name="T3" fmla="*/ 37 h 9"/>
                  <a:gd name="T4" fmla="*/ 37 w 9"/>
                  <a:gd name="T5" fmla="*/ 208 h 9"/>
                  <a:gd name="T6" fmla="*/ 208 w 9"/>
                  <a:gd name="T7" fmla="*/ 208 h 9"/>
                  <a:gd name="T8" fmla="*/ 208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0"/>
                      <a:pt x="3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ubicBezTo>
                      <a:pt x="2" y="8"/>
                      <a:pt x="5" y="9"/>
                      <a:pt x="7" y="7"/>
                    </a:cubicBezTo>
                    <a:cubicBezTo>
                      <a:pt x="8" y="6"/>
                      <a:pt x="9" y="3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6" name="Freeform 619">
                <a:extLst>
                  <a:ext uri="{FF2B5EF4-FFF2-40B4-BE49-F238E27FC236}">
                    <a16:creationId xmlns:a16="http://schemas.microsoft.com/office/drawing/2014/main" id="{0DFE1A54-8368-4B4C-ACAD-E5BE43BC0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199"/>
                <a:ext cx="5" cy="8"/>
              </a:xfrm>
              <a:custGeom>
                <a:avLst/>
                <a:gdLst>
                  <a:gd name="T0" fmla="*/ 37 w 3"/>
                  <a:gd name="T1" fmla="*/ 64 h 4"/>
                  <a:gd name="T2" fmla="*/ 0 w 3"/>
                  <a:gd name="T3" fmla="*/ 64 h 4"/>
                  <a:gd name="T4" fmla="*/ 0 w 3"/>
                  <a:gd name="T5" fmla="*/ 192 h 4"/>
                  <a:gd name="T6" fmla="*/ 37 w 3"/>
                  <a:gd name="T7" fmla="*/ 192 h 4"/>
                  <a:gd name="T8" fmla="*/ 37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3" y="3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7" name="Freeform 620">
                <a:extLst>
                  <a:ext uri="{FF2B5EF4-FFF2-40B4-BE49-F238E27FC236}">
                    <a16:creationId xmlns:a16="http://schemas.microsoft.com/office/drawing/2014/main" id="{C1C4638A-4D9A-45BA-A07E-77B87BC95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212"/>
                <a:ext cx="16" cy="17"/>
              </a:xfrm>
              <a:custGeom>
                <a:avLst/>
                <a:gdLst>
                  <a:gd name="T0" fmla="*/ 208 w 9"/>
                  <a:gd name="T1" fmla="*/ 53 h 9"/>
                  <a:gd name="T2" fmla="*/ 66 w 9"/>
                  <a:gd name="T3" fmla="*/ 53 h 9"/>
                  <a:gd name="T4" fmla="*/ 66 w 9"/>
                  <a:gd name="T5" fmla="*/ 317 h 9"/>
                  <a:gd name="T6" fmla="*/ 247 w 9"/>
                  <a:gd name="T7" fmla="*/ 317 h 9"/>
                  <a:gd name="T8" fmla="*/ 208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4" y="9"/>
                      <a:pt x="6" y="9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8" name="Freeform 621">
                <a:extLst>
                  <a:ext uri="{FF2B5EF4-FFF2-40B4-BE49-F238E27FC236}">
                    <a16:creationId xmlns:a16="http://schemas.microsoft.com/office/drawing/2014/main" id="{69534C8B-4E1B-46D1-B683-576454290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216"/>
                <a:ext cx="5" cy="6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0 h 3"/>
                  <a:gd name="T4" fmla="*/ 22 w 3"/>
                  <a:gd name="T5" fmla="*/ 128 h 3"/>
                  <a:gd name="T6" fmla="*/ 62 w 3"/>
                  <a:gd name="T7" fmla="*/ 128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9" name="Freeform 622">
                <a:extLst>
                  <a:ext uri="{FF2B5EF4-FFF2-40B4-BE49-F238E27FC236}">
                    <a16:creationId xmlns:a16="http://schemas.microsoft.com/office/drawing/2014/main" id="{D63AC6FC-4AA6-47EC-9A6D-653349817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227"/>
                <a:ext cx="15" cy="17"/>
              </a:xfrm>
              <a:custGeom>
                <a:avLst/>
                <a:gdLst>
                  <a:gd name="T0" fmla="*/ 153 w 9"/>
                  <a:gd name="T1" fmla="*/ 53 h 9"/>
                  <a:gd name="T2" fmla="*/ 37 w 9"/>
                  <a:gd name="T3" fmla="*/ 53 h 9"/>
                  <a:gd name="T4" fmla="*/ 37 w 9"/>
                  <a:gd name="T5" fmla="*/ 317 h 9"/>
                  <a:gd name="T6" fmla="*/ 172 w 9"/>
                  <a:gd name="T7" fmla="*/ 317 h 9"/>
                  <a:gd name="T8" fmla="*/ 153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ubicBezTo>
                      <a:pt x="4" y="9"/>
                      <a:pt x="6" y="8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0" name="Freeform 623">
                <a:extLst>
                  <a:ext uri="{FF2B5EF4-FFF2-40B4-BE49-F238E27FC236}">
                    <a16:creationId xmlns:a16="http://schemas.microsoft.com/office/drawing/2014/main" id="{9709D86A-48B9-40DB-A963-9E37BB76D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231"/>
                <a:ext cx="5" cy="6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0 h 3"/>
                  <a:gd name="T4" fmla="*/ 22 w 3"/>
                  <a:gd name="T5" fmla="*/ 128 h 3"/>
                  <a:gd name="T6" fmla="*/ 62 w 3"/>
                  <a:gd name="T7" fmla="*/ 128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1" name="Freeform 624">
                <a:extLst>
                  <a:ext uri="{FF2B5EF4-FFF2-40B4-BE49-F238E27FC236}">
                    <a16:creationId xmlns:a16="http://schemas.microsoft.com/office/drawing/2014/main" id="{CCA2E8FB-1A66-4341-824A-BFC0C1903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242"/>
                <a:ext cx="16" cy="15"/>
              </a:xfrm>
              <a:custGeom>
                <a:avLst/>
                <a:gdLst>
                  <a:gd name="T0" fmla="*/ 208 w 9"/>
                  <a:gd name="T1" fmla="*/ 53 h 8"/>
                  <a:gd name="T2" fmla="*/ 66 w 9"/>
                  <a:gd name="T3" fmla="*/ 53 h 8"/>
                  <a:gd name="T4" fmla="*/ 66 w 9"/>
                  <a:gd name="T5" fmla="*/ 296 h 8"/>
                  <a:gd name="T6" fmla="*/ 208 w 9"/>
                  <a:gd name="T7" fmla="*/ 296 h 8"/>
                  <a:gd name="T8" fmla="*/ 208 w 9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7" y="1"/>
                    </a:move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ubicBezTo>
                      <a:pt x="3" y="8"/>
                      <a:pt x="6" y="8"/>
                      <a:pt x="7" y="7"/>
                    </a:cubicBezTo>
                    <a:cubicBezTo>
                      <a:pt x="9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2" name="Freeform 625">
                <a:extLst>
                  <a:ext uri="{FF2B5EF4-FFF2-40B4-BE49-F238E27FC236}">
                    <a16:creationId xmlns:a16="http://schemas.microsoft.com/office/drawing/2014/main" id="{1B28015C-617D-4DED-ADAD-6BD5FAF34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244"/>
                <a:ext cx="5" cy="6"/>
              </a:xfrm>
              <a:custGeom>
                <a:avLst/>
                <a:gdLst>
                  <a:gd name="T0" fmla="*/ 37 w 3"/>
                  <a:gd name="T1" fmla="*/ 64 h 3"/>
                  <a:gd name="T2" fmla="*/ 0 w 3"/>
                  <a:gd name="T3" fmla="*/ 64 h 3"/>
                  <a:gd name="T4" fmla="*/ 22 w 3"/>
                  <a:gd name="T5" fmla="*/ 192 h 3"/>
                  <a:gd name="T6" fmla="*/ 37 w 3"/>
                  <a:gd name="T7" fmla="*/ 192 h 3"/>
                  <a:gd name="T8" fmla="*/ 37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3" name="Freeform 626">
                <a:extLst>
                  <a:ext uri="{FF2B5EF4-FFF2-40B4-BE49-F238E27FC236}">
                    <a16:creationId xmlns:a16="http://schemas.microsoft.com/office/drawing/2014/main" id="{F81C38C2-AD3B-4BB5-BC6C-4C3DC5F3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257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53 h 9"/>
                  <a:gd name="T4" fmla="*/ 66 w 9"/>
                  <a:gd name="T5" fmla="*/ 317 h 9"/>
                  <a:gd name="T6" fmla="*/ 208 w 9"/>
                  <a:gd name="T7" fmla="*/ 31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4" name="Freeform 627">
                <a:extLst>
                  <a:ext uri="{FF2B5EF4-FFF2-40B4-BE49-F238E27FC236}">
                    <a16:creationId xmlns:a16="http://schemas.microsoft.com/office/drawing/2014/main" id="{B40DF319-D73B-44E4-8F10-943774C72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261"/>
                <a:ext cx="5" cy="5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0 h 3"/>
                  <a:gd name="T4" fmla="*/ 22 w 3"/>
                  <a:gd name="T5" fmla="*/ 37 h 3"/>
                  <a:gd name="T6" fmla="*/ 62 w 3"/>
                  <a:gd name="T7" fmla="*/ 37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5" name="Freeform 628">
                <a:extLst>
                  <a:ext uri="{FF2B5EF4-FFF2-40B4-BE49-F238E27FC236}">
                    <a16:creationId xmlns:a16="http://schemas.microsoft.com/office/drawing/2014/main" id="{FBE91F8D-EA78-464A-8838-A5D1D89A7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272"/>
                <a:ext cx="15" cy="17"/>
              </a:xfrm>
              <a:custGeom>
                <a:avLst/>
                <a:gdLst>
                  <a:gd name="T0" fmla="*/ 172 w 9"/>
                  <a:gd name="T1" fmla="*/ 100 h 9"/>
                  <a:gd name="T2" fmla="*/ 37 w 9"/>
                  <a:gd name="T3" fmla="*/ 100 h 9"/>
                  <a:gd name="T4" fmla="*/ 37 w 9"/>
                  <a:gd name="T5" fmla="*/ 317 h 9"/>
                  <a:gd name="T6" fmla="*/ 172 w 9"/>
                  <a:gd name="T7" fmla="*/ 357 h 9"/>
                  <a:gd name="T8" fmla="*/ 172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3" y="9"/>
                      <a:pt x="6" y="9"/>
                      <a:pt x="8" y="8"/>
                    </a:cubicBezTo>
                    <a:cubicBezTo>
                      <a:pt x="9" y="6"/>
                      <a:pt x="9" y="3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6" name="Freeform 629">
                <a:extLst>
                  <a:ext uri="{FF2B5EF4-FFF2-40B4-BE49-F238E27FC236}">
                    <a16:creationId xmlns:a16="http://schemas.microsoft.com/office/drawing/2014/main" id="{2056BEEB-5C9B-4521-BCD9-A6D5DDBAF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276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22 w 3"/>
                  <a:gd name="T3" fmla="*/ 22 h 3"/>
                  <a:gd name="T4" fmla="*/ 22 w 3"/>
                  <a:gd name="T5" fmla="*/ 37 h 3"/>
                  <a:gd name="T6" fmla="*/ 62 w 3"/>
                  <a:gd name="T7" fmla="*/ 62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7" name="Freeform 630">
                <a:extLst>
                  <a:ext uri="{FF2B5EF4-FFF2-40B4-BE49-F238E27FC236}">
                    <a16:creationId xmlns:a16="http://schemas.microsoft.com/office/drawing/2014/main" id="{3B0A1A1D-CAA6-4D2F-BE4E-940B60A90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287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100 h 9"/>
                  <a:gd name="T4" fmla="*/ 66 w 9"/>
                  <a:gd name="T5" fmla="*/ 317 h 9"/>
                  <a:gd name="T6" fmla="*/ 208 w 9"/>
                  <a:gd name="T7" fmla="*/ 35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8" name="Freeform 631">
                <a:extLst>
                  <a:ext uri="{FF2B5EF4-FFF2-40B4-BE49-F238E27FC236}">
                    <a16:creationId xmlns:a16="http://schemas.microsoft.com/office/drawing/2014/main" id="{3CD84827-ED33-4792-A92B-85C9403B7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291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22 w 3"/>
                  <a:gd name="T3" fmla="*/ 22 h 3"/>
                  <a:gd name="T4" fmla="*/ 22 w 3"/>
                  <a:gd name="T5" fmla="*/ 62 h 3"/>
                  <a:gd name="T6" fmla="*/ 62 w 3"/>
                  <a:gd name="T7" fmla="*/ 62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9" name="Freeform 632">
                <a:extLst>
                  <a:ext uri="{FF2B5EF4-FFF2-40B4-BE49-F238E27FC236}">
                    <a16:creationId xmlns:a16="http://schemas.microsoft.com/office/drawing/2014/main" id="{0494FADC-34DA-423C-A4E5-D2A336EDA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302"/>
                <a:ext cx="16" cy="16"/>
              </a:xfrm>
              <a:custGeom>
                <a:avLst/>
                <a:gdLst>
                  <a:gd name="T0" fmla="*/ 247 w 9"/>
                  <a:gd name="T1" fmla="*/ 66 h 9"/>
                  <a:gd name="T2" fmla="*/ 66 w 9"/>
                  <a:gd name="T3" fmla="*/ 66 h 9"/>
                  <a:gd name="T4" fmla="*/ 66 w 9"/>
                  <a:gd name="T5" fmla="*/ 247 h 9"/>
                  <a:gd name="T6" fmla="*/ 247 w 9"/>
                  <a:gd name="T7" fmla="*/ 247 h 9"/>
                  <a:gd name="T8" fmla="*/ 247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3" y="9"/>
                      <a:pt x="6" y="9"/>
                      <a:pt x="8" y="8"/>
                    </a:cubicBezTo>
                    <a:cubicBezTo>
                      <a:pt x="9" y="6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0" name="Freeform 633">
                <a:extLst>
                  <a:ext uri="{FF2B5EF4-FFF2-40B4-BE49-F238E27FC236}">
                    <a16:creationId xmlns:a16="http://schemas.microsoft.com/office/drawing/2014/main" id="{E85A19AB-048C-4B8A-9BEF-38D254282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305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64 h 3"/>
                  <a:gd name="T4" fmla="*/ 64 w 3"/>
                  <a:gd name="T5" fmla="*/ 192 h 3"/>
                  <a:gd name="T6" fmla="*/ 192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1" name="Freeform 634">
                <a:extLst>
                  <a:ext uri="{FF2B5EF4-FFF2-40B4-BE49-F238E27FC236}">
                    <a16:creationId xmlns:a16="http://schemas.microsoft.com/office/drawing/2014/main" id="{EB1E65F5-D0DA-48DB-B764-22E8AAEE1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318"/>
                <a:ext cx="16" cy="17"/>
              </a:xfrm>
              <a:custGeom>
                <a:avLst/>
                <a:gdLst>
                  <a:gd name="T0" fmla="*/ 208 w 9"/>
                  <a:gd name="T1" fmla="*/ 53 h 9"/>
                  <a:gd name="T2" fmla="*/ 37 w 9"/>
                  <a:gd name="T3" fmla="*/ 100 h 9"/>
                  <a:gd name="T4" fmla="*/ 66 w 9"/>
                  <a:gd name="T5" fmla="*/ 317 h 9"/>
                  <a:gd name="T6" fmla="*/ 208 w 9"/>
                  <a:gd name="T7" fmla="*/ 317 h 9"/>
                  <a:gd name="T8" fmla="*/ 208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2" y="0"/>
                      <a:pt x="1" y="2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3" y="9"/>
                      <a:pt x="6" y="8"/>
                      <a:pt x="7" y="7"/>
                    </a:cubicBezTo>
                    <a:cubicBezTo>
                      <a:pt x="9" y="5"/>
                      <a:pt x="8" y="2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2" name="Freeform 635">
                <a:extLst>
                  <a:ext uri="{FF2B5EF4-FFF2-40B4-BE49-F238E27FC236}">
                    <a16:creationId xmlns:a16="http://schemas.microsoft.com/office/drawing/2014/main" id="{4DF8DB47-832F-4AE7-8DF1-0C5DA7115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322"/>
                <a:ext cx="6" cy="6"/>
              </a:xfrm>
              <a:custGeom>
                <a:avLst/>
                <a:gdLst>
                  <a:gd name="T0" fmla="*/ 128 w 3"/>
                  <a:gd name="T1" fmla="*/ 0 h 3"/>
                  <a:gd name="T2" fmla="*/ 0 w 3"/>
                  <a:gd name="T3" fmla="*/ 0 h 3"/>
                  <a:gd name="T4" fmla="*/ 0 w 3"/>
                  <a:gd name="T5" fmla="*/ 128 h 3"/>
                  <a:gd name="T6" fmla="*/ 128 w 3"/>
                  <a:gd name="T7" fmla="*/ 128 h 3"/>
                  <a:gd name="T8" fmla="*/ 1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3" name="Freeform 636">
                <a:extLst>
                  <a:ext uri="{FF2B5EF4-FFF2-40B4-BE49-F238E27FC236}">
                    <a16:creationId xmlns:a16="http://schemas.microsoft.com/office/drawing/2014/main" id="{C25A5596-475E-4BAF-94A8-6843B2B96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333"/>
                <a:ext cx="17" cy="17"/>
              </a:xfrm>
              <a:custGeom>
                <a:avLst/>
                <a:gdLst>
                  <a:gd name="T0" fmla="*/ 202 w 10"/>
                  <a:gd name="T1" fmla="*/ 53 h 9"/>
                  <a:gd name="T2" fmla="*/ 44 w 10"/>
                  <a:gd name="T3" fmla="*/ 100 h 9"/>
                  <a:gd name="T4" fmla="*/ 75 w 10"/>
                  <a:gd name="T5" fmla="*/ 357 h 9"/>
                  <a:gd name="T6" fmla="*/ 202 w 10"/>
                  <a:gd name="T7" fmla="*/ 317 h 9"/>
                  <a:gd name="T8" fmla="*/ 202 w 10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1"/>
                    </a:move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1" y="6"/>
                      <a:pt x="3" y="8"/>
                    </a:cubicBezTo>
                    <a:cubicBezTo>
                      <a:pt x="4" y="9"/>
                      <a:pt x="7" y="9"/>
                      <a:pt x="8" y="7"/>
                    </a:cubicBezTo>
                    <a:cubicBezTo>
                      <a:pt x="10" y="5"/>
                      <a:pt x="9" y="3"/>
                      <a:pt x="8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4" name="Freeform 637">
                <a:extLst>
                  <a:ext uri="{FF2B5EF4-FFF2-40B4-BE49-F238E27FC236}">
                    <a16:creationId xmlns:a16="http://schemas.microsoft.com/office/drawing/2014/main" id="{A1B9FCB4-9944-4445-85D6-3DDD6EAB6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337"/>
                <a:ext cx="5" cy="6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64 h 3"/>
                  <a:gd name="T4" fmla="*/ 22 w 3"/>
                  <a:gd name="T5" fmla="*/ 128 h 3"/>
                  <a:gd name="T6" fmla="*/ 62 w 3"/>
                  <a:gd name="T7" fmla="*/ 128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5" name="Freeform 638">
                <a:extLst>
                  <a:ext uri="{FF2B5EF4-FFF2-40B4-BE49-F238E27FC236}">
                    <a16:creationId xmlns:a16="http://schemas.microsoft.com/office/drawing/2014/main" id="{AB3949C5-42C3-45A7-877C-108FE33AD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348"/>
                <a:ext cx="15" cy="17"/>
              </a:xfrm>
              <a:custGeom>
                <a:avLst/>
                <a:gdLst>
                  <a:gd name="T0" fmla="*/ 153 w 9"/>
                  <a:gd name="T1" fmla="*/ 53 h 9"/>
                  <a:gd name="T2" fmla="*/ 22 w 9"/>
                  <a:gd name="T3" fmla="*/ 100 h 9"/>
                  <a:gd name="T4" fmla="*/ 37 w 9"/>
                  <a:gd name="T5" fmla="*/ 357 h 9"/>
                  <a:gd name="T6" fmla="*/ 153 w 9"/>
                  <a:gd name="T7" fmla="*/ 317 h 9"/>
                  <a:gd name="T8" fmla="*/ 153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4" y="9"/>
                      <a:pt x="6" y="9"/>
                      <a:pt x="7" y="7"/>
                    </a:cubicBezTo>
                    <a:cubicBezTo>
                      <a:pt x="9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" name="Freeform 639">
                <a:extLst>
                  <a:ext uri="{FF2B5EF4-FFF2-40B4-BE49-F238E27FC236}">
                    <a16:creationId xmlns:a16="http://schemas.microsoft.com/office/drawing/2014/main" id="{569959B6-4676-42A5-BC0F-5D4D00D22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352"/>
                <a:ext cx="5" cy="5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22 h 3"/>
                  <a:gd name="T4" fmla="*/ 0 w 3"/>
                  <a:gd name="T5" fmla="*/ 37 h 3"/>
                  <a:gd name="T6" fmla="*/ 37 w 3"/>
                  <a:gd name="T7" fmla="*/ 37 h 3"/>
                  <a:gd name="T8" fmla="*/ 3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" name="Freeform 640">
                <a:extLst>
                  <a:ext uri="{FF2B5EF4-FFF2-40B4-BE49-F238E27FC236}">
                    <a16:creationId xmlns:a16="http://schemas.microsoft.com/office/drawing/2014/main" id="{7F691521-E52A-4B4C-8BFF-E78FC8560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363"/>
                <a:ext cx="15" cy="17"/>
              </a:xfrm>
              <a:custGeom>
                <a:avLst/>
                <a:gdLst>
                  <a:gd name="T0" fmla="*/ 153 w 9"/>
                  <a:gd name="T1" fmla="*/ 53 h 9"/>
                  <a:gd name="T2" fmla="*/ 22 w 9"/>
                  <a:gd name="T3" fmla="*/ 100 h 9"/>
                  <a:gd name="T4" fmla="*/ 37 w 9"/>
                  <a:gd name="T5" fmla="*/ 357 h 9"/>
                  <a:gd name="T6" fmla="*/ 153 w 9"/>
                  <a:gd name="T7" fmla="*/ 317 h 9"/>
                  <a:gd name="T8" fmla="*/ 153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3" y="9"/>
                      <a:pt x="6" y="9"/>
                      <a:pt x="7" y="7"/>
                    </a:cubicBezTo>
                    <a:cubicBezTo>
                      <a:pt x="9" y="5"/>
                      <a:pt x="8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8" name="Freeform 641">
                <a:extLst>
                  <a:ext uri="{FF2B5EF4-FFF2-40B4-BE49-F238E27FC236}">
                    <a16:creationId xmlns:a16="http://schemas.microsoft.com/office/drawing/2014/main" id="{DA2A7844-BE57-449A-978C-6EDC0C223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367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22 w 3"/>
                  <a:gd name="T3" fmla="*/ 22 h 3"/>
                  <a:gd name="T4" fmla="*/ 22 w 3"/>
                  <a:gd name="T5" fmla="*/ 62 h 3"/>
                  <a:gd name="T6" fmla="*/ 62 w 3"/>
                  <a:gd name="T7" fmla="*/ 37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9" name="Freeform 642">
                <a:extLst>
                  <a:ext uri="{FF2B5EF4-FFF2-40B4-BE49-F238E27FC236}">
                    <a16:creationId xmlns:a16="http://schemas.microsoft.com/office/drawing/2014/main" id="{CF21C241-3A40-4471-8A4B-2F0DE49AB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378"/>
                <a:ext cx="15" cy="17"/>
              </a:xfrm>
              <a:custGeom>
                <a:avLst/>
                <a:gdLst>
                  <a:gd name="T0" fmla="*/ 153 w 9"/>
                  <a:gd name="T1" fmla="*/ 100 h 9"/>
                  <a:gd name="T2" fmla="*/ 22 w 9"/>
                  <a:gd name="T3" fmla="*/ 100 h 9"/>
                  <a:gd name="T4" fmla="*/ 37 w 9"/>
                  <a:gd name="T5" fmla="*/ 357 h 9"/>
                  <a:gd name="T6" fmla="*/ 172 w 9"/>
                  <a:gd name="T7" fmla="*/ 317 h 9"/>
                  <a:gd name="T8" fmla="*/ 153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5" y="0"/>
                      <a:pt x="3" y="1"/>
                      <a:pt x="1" y="2"/>
                    </a:cubicBezTo>
                    <a:cubicBezTo>
                      <a:pt x="0" y="4"/>
                      <a:pt x="0" y="7"/>
                      <a:pt x="2" y="8"/>
                    </a:cubicBezTo>
                    <a:cubicBezTo>
                      <a:pt x="4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0" name="Freeform 643">
                <a:extLst>
                  <a:ext uri="{FF2B5EF4-FFF2-40B4-BE49-F238E27FC236}">
                    <a16:creationId xmlns:a16="http://schemas.microsoft.com/office/drawing/2014/main" id="{C533CAF3-4CB0-4571-B64E-F92FEA503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382"/>
                <a:ext cx="5" cy="5"/>
              </a:xfrm>
              <a:custGeom>
                <a:avLst/>
                <a:gdLst>
                  <a:gd name="T0" fmla="*/ 37 w 3"/>
                  <a:gd name="T1" fmla="*/ 22 h 3"/>
                  <a:gd name="T2" fmla="*/ 0 w 3"/>
                  <a:gd name="T3" fmla="*/ 22 h 3"/>
                  <a:gd name="T4" fmla="*/ 0 w 3"/>
                  <a:gd name="T5" fmla="*/ 62 h 3"/>
                  <a:gd name="T6" fmla="*/ 37 w 3"/>
                  <a:gd name="T7" fmla="*/ 62 h 3"/>
                  <a:gd name="T8" fmla="*/ 37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1" name="Freeform 644">
                <a:extLst>
                  <a:ext uri="{FF2B5EF4-FFF2-40B4-BE49-F238E27FC236}">
                    <a16:creationId xmlns:a16="http://schemas.microsoft.com/office/drawing/2014/main" id="{116A3F60-BEAD-4FEA-B4A9-B44E08BD1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395"/>
                <a:ext cx="15" cy="16"/>
              </a:xfrm>
              <a:custGeom>
                <a:avLst/>
                <a:gdLst>
                  <a:gd name="T0" fmla="*/ 153 w 9"/>
                  <a:gd name="T1" fmla="*/ 37 h 9"/>
                  <a:gd name="T2" fmla="*/ 22 w 9"/>
                  <a:gd name="T3" fmla="*/ 66 h 9"/>
                  <a:gd name="T4" fmla="*/ 37 w 9"/>
                  <a:gd name="T5" fmla="*/ 247 h 9"/>
                  <a:gd name="T6" fmla="*/ 172 w 9"/>
                  <a:gd name="T7" fmla="*/ 208 h 9"/>
                  <a:gd name="T8" fmla="*/ 153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4" y="9"/>
                      <a:pt x="6" y="9"/>
                      <a:pt x="8" y="7"/>
                    </a:cubicBezTo>
                    <a:cubicBezTo>
                      <a:pt x="9" y="5"/>
                      <a:pt x="9" y="2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2" name="Freeform 645">
                <a:extLst>
                  <a:ext uri="{FF2B5EF4-FFF2-40B4-BE49-F238E27FC236}">
                    <a16:creationId xmlns:a16="http://schemas.microsoft.com/office/drawing/2014/main" id="{DC2E0C65-09F6-45CB-BFA0-8E8481245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398"/>
                <a:ext cx="5" cy="6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0 h 3"/>
                  <a:gd name="T4" fmla="*/ 22 w 3"/>
                  <a:gd name="T5" fmla="*/ 128 h 3"/>
                  <a:gd name="T6" fmla="*/ 37 w 3"/>
                  <a:gd name="T7" fmla="*/ 128 h 3"/>
                  <a:gd name="T8" fmla="*/ 3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3" name="Freeform 646">
                <a:extLst>
                  <a:ext uri="{FF2B5EF4-FFF2-40B4-BE49-F238E27FC236}">
                    <a16:creationId xmlns:a16="http://schemas.microsoft.com/office/drawing/2014/main" id="{262C6D8A-42CA-4350-9339-039019B76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409"/>
                <a:ext cx="15" cy="17"/>
              </a:xfrm>
              <a:custGeom>
                <a:avLst/>
                <a:gdLst>
                  <a:gd name="T0" fmla="*/ 153 w 9"/>
                  <a:gd name="T1" fmla="*/ 53 h 9"/>
                  <a:gd name="T2" fmla="*/ 22 w 9"/>
                  <a:gd name="T3" fmla="*/ 100 h 9"/>
                  <a:gd name="T4" fmla="*/ 37 w 9"/>
                  <a:gd name="T5" fmla="*/ 357 h 9"/>
                  <a:gd name="T6" fmla="*/ 172 w 9"/>
                  <a:gd name="T7" fmla="*/ 317 h 9"/>
                  <a:gd name="T8" fmla="*/ 153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4" y="9"/>
                      <a:pt x="6" y="9"/>
                      <a:pt x="8" y="7"/>
                    </a:cubicBezTo>
                    <a:cubicBezTo>
                      <a:pt x="9" y="5"/>
                      <a:pt x="8" y="2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4" name="Freeform 647">
                <a:extLst>
                  <a:ext uri="{FF2B5EF4-FFF2-40B4-BE49-F238E27FC236}">
                    <a16:creationId xmlns:a16="http://schemas.microsoft.com/office/drawing/2014/main" id="{0F167447-5952-4C13-BC7A-0F051EBE7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413"/>
                <a:ext cx="5" cy="6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64 h 3"/>
                  <a:gd name="T4" fmla="*/ 0 w 3"/>
                  <a:gd name="T5" fmla="*/ 192 h 3"/>
                  <a:gd name="T6" fmla="*/ 37 w 3"/>
                  <a:gd name="T7" fmla="*/ 128 h 3"/>
                  <a:gd name="T8" fmla="*/ 3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5" name="Freeform 648">
                <a:extLst>
                  <a:ext uri="{FF2B5EF4-FFF2-40B4-BE49-F238E27FC236}">
                    <a16:creationId xmlns:a16="http://schemas.microsoft.com/office/drawing/2014/main" id="{77651B9A-A99B-4090-876B-476ADC2F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2121"/>
                <a:ext cx="18" cy="17"/>
              </a:xfrm>
              <a:custGeom>
                <a:avLst/>
                <a:gdLst>
                  <a:gd name="T0" fmla="*/ 263 w 10"/>
                  <a:gd name="T1" fmla="*/ 100 h 9"/>
                  <a:gd name="T2" fmla="*/ 94 w 10"/>
                  <a:gd name="T3" fmla="*/ 53 h 9"/>
                  <a:gd name="T4" fmla="*/ 74 w 10"/>
                  <a:gd name="T5" fmla="*/ 272 h 9"/>
                  <a:gd name="T6" fmla="*/ 239 w 10"/>
                  <a:gd name="T7" fmla="*/ 317 h 9"/>
                  <a:gd name="T8" fmla="*/ 263 w 10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2"/>
                    </a:moveTo>
                    <a:cubicBezTo>
                      <a:pt x="7" y="0"/>
                      <a:pt x="4" y="0"/>
                      <a:pt x="3" y="1"/>
                    </a:cubicBezTo>
                    <a:cubicBezTo>
                      <a:pt x="1" y="2"/>
                      <a:pt x="0" y="5"/>
                      <a:pt x="2" y="6"/>
                    </a:cubicBezTo>
                    <a:cubicBezTo>
                      <a:pt x="3" y="8"/>
                      <a:pt x="6" y="9"/>
                      <a:pt x="7" y="7"/>
                    </a:cubicBezTo>
                    <a:cubicBezTo>
                      <a:pt x="9" y="6"/>
                      <a:pt x="10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6" name="Freeform 649">
                <a:extLst>
                  <a:ext uri="{FF2B5EF4-FFF2-40B4-BE49-F238E27FC236}">
                    <a16:creationId xmlns:a16="http://schemas.microsoft.com/office/drawing/2014/main" id="{9E49254F-AAA6-4863-B4A7-F573B6847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2125"/>
                <a:ext cx="5" cy="6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0 h 3"/>
                  <a:gd name="T4" fmla="*/ 0 w 3"/>
                  <a:gd name="T5" fmla="*/ 128 h 3"/>
                  <a:gd name="T6" fmla="*/ 37 w 3"/>
                  <a:gd name="T7" fmla="*/ 128 h 3"/>
                  <a:gd name="T8" fmla="*/ 3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7" name="Freeform 650">
                <a:extLst>
                  <a:ext uri="{FF2B5EF4-FFF2-40B4-BE49-F238E27FC236}">
                    <a16:creationId xmlns:a16="http://schemas.microsoft.com/office/drawing/2014/main" id="{13A17BB9-6A53-4457-B5C9-C017DEE2C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2136"/>
                <a:ext cx="16" cy="17"/>
              </a:xfrm>
              <a:custGeom>
                <a:avLst/>
                <a:gdLst>
                  <a:gd name="T0" fmla="*/ 208 w 9"/>
                  <a:gd name="T1" fmla="*/ 100 h 9"/>
                  <a:gd name="T2" fmla="*/ 66 w 9"/>
                  <a:gd name="T3" fmla="*/ 53 h 9"/>
                  <a:gd name="T4" fmla="*/ 37 w 9"/>
                  <a:gd name="T5" fmla="*/ 272 h 9"/>
                  <a:gd name="T6" fmla="*/ 203 w 9"/>
                  <a:gd name="T7" fmla="*/ 317 h 9"/>
                  <a:gd name="T8" fmla="*/ 208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6"/>
                    </a:cubicBezTo>
                    <a:cubicBezTo>
                      <a:pt x="2" y="8"/>
                      <a:pt x="5" y="9"/>
                      <a:pt x="6" y="7"/>
                    </a:cubicBezTo>
                    <a:cubicBezTo>
                      <a:pt x="8" y="6"/>
                      <a:pt x="9" y="4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8" name="Freeform 651">
                <a:extLst>
                  <a:ext uri="{FF2B5EF4-FFF2-40B4-BE49-F238E27FC236}">
                    <a16:creationId xmlns:a16="http://schemas.microsoft.com/office/drawing/2014/main" id="{3A8B3C70-730E-43AC-8744-EFEB4AEE2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2138"/>
                <a:ext cx="5" cy="8"/>
              </a:xfrm>
              <a:custGeom>
                <a:avLst/>
                <a:gdLst>
                  <a:gd name="T0" fmla="*/ 37 w 3"/>
                  <a:gd name="T1" fmla="*/ 64 h 4"/>
                  <a:gd name="T2" fmla="*/ 0 w 3"/>
                  <a:gd name="T3" fmla="*/ 64 h 4"/>
                  <a:gd name="T4" fmla="*/ 0 w 3"/>
                  <a:gd name="T5" fmla="*/ 192 h 4"/>
                  <a:gd name="T6" fmla="*/ 37 w 3"/>
                  <a:gd name="T7" fmla="*/ 192 h 4"/>
                  <a:gd name="T8" fmla="*/ 37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3" y="3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9" name="Freeform 652">
                <a:extLst>
                  <a:ext uri="{FF2B5EF4-FFF2-40B4-BE49-F238E27FC236}">
                    <a16:creationId xmlns:a16="http://schemas.microsoft.com/office/drawing/2014/main" id="{6CE4FC70-3801-4DA0-BF0C-DCFD04678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151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53 h 9"/>
                  <a:gd name="T4" fmla="*/ 37 w 9"/>
                  <a:gd name="T5" fmla="*/ 272 h 9"/>
                  <a:gd name="T6" fmla="*/ 208 w 9"/>
                  <a:gd name="T7" fmla="*/ 31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6"/>
                    </a:cubicBezTo>
                    <a:cubicBezTo>
                      <a:pt x="2" y="8"/>
                      <a:pt x="5" y="9"/>
                      <a:pt x="7" y="7"/>
                    </a:cubicBezTo>
                    <a:cubicBezTo>
                      <a:pt x="9" y="6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0" name="Freeform 653">
                <a:extLst>
                  <a:ext uri="{FF2B5EF4-FFF2-40B4-BE49-F238E27FC236}">
                    <a16:creationId xmlns:a16="http://schemas.microsoft.com/office/drawing/2014/main" id="{15B31881-1286-4D43-BDB3-DE11EBA2B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2155"/>
                <a:ext cx="5" cy="5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0 h 3"/>
                  <a:gd name="T4" fmla="*/ 0 w 3"/>
                  <a:gd name="T5" fmla="*/ 37 h 3"/>
                  <a:gd name="T6" fmla="*/ 37 w 3"/>
                  <a:gd name="T7" fmla="*/ 37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1" name="Freeform 654">
                <a:extLst>
                  <a:ext uri="{FF2B5EF4-FFF2-40B4-BE49-F238E27FC236}">
                    <a16:creationId xmlns:a16="http://schemas.microsoft.com/office/drawing/2014/main" id="{012BA8F8-77A0-4DBE-8B6F-C9D16D5D0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2166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53 h 9"/>
                  <a:gd name="T4" fmla="*/ 37 w 9"/>
                  <a:gd name="T5" fmla="*/ 317 h 9"/>
                  <a:gd name="T6" fmla="*/ 208 w 9"/>
                  <a:gd name="T7" fmla="*/ 35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ubicBezTo>
                      <a:pt x="3" y="8"/>
                      <a:pt x="5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2" name="Freeform 655">
                <a:extLst>
                  <a:ext uri="{FF2B5EF4-FFF2-40B4-BE49-F238E27FC236}">
                    <a16:creationId xmlns:a16="http://schemas.microsoft.com/office/drawing/2014/main" id="{8F42F92E-575A-474E-9DFD-900C6C8FF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2170"/>
                <a:ext cx="5" cy="5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0 h 3"/>
                  <a:gd name="T4" fmla="*/ 0 w 3"/>
                  <a:gd name="T5" fmla="*/ 37 h 3"/>
                  <a:gd name="T6" fmla="*/ 37 w 3"/>
                  <a:gd name="T7" fmla="*/ 37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3" name="Freeform 656">
                <a:extLst>
                  <a:ext uri="{FF2B5EF4-FFF2-40B4-BE49-F238E27FC236}">
                    <a16:creationId xmlns:a16="http://schemas.microsoft.com/office/drawing/2014/main" id="{6DF2864F-5947-4727-89A5-E2395CD54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2181"/>
                <a:ext cx="15" cy="17"/>
              </a:xfrm>
              <a:custGeom>
                <a:avLst/>
                <a:gdLst>
                  <a:gd name="T0" fmla="*/ 153 w 9"/>
                  <a:gd name="T1" fmla="*/ 100 h 9"/>
                  <a:gd name="T2" fmla="*/ 22 w 9"/>
                  <a:gd name="T3" fmla="*/ 100 h 9"/>
                  <a:gd name="T4" fmla="*/ 22 w 9"/>
                  <a:gd name="T5" fmla="*/ 317 h 9"/>
                  <a:gd name="T6" fmla="*/ 153 w 9"/>
                  <a:gd name="T7" fmla="*/ 317 h 9"/>
                  <a:gd name="T8" fmla="*/ 153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1" y="7"/>
                    </a:cubicBezTo>
                    <a:cubicBezTo>
                      <a:pt x="3" y="9"/>
                      <a:pt x="5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4" name="Freeform 657">
                <a:extLst>
                  <a:ext uri="{FF2B5EF4-FFF2-40B4-BE49-F238E27FC236}">
                    <a16:creationId xmlns:a16="http://schemas.microsoft.com/office/drawing/2014/main" id="{29F76590-E9E4-47C2-87C9-77B4446DF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185"/>
                <a:ext cx="5" cy="5"/>
              </a:xfrm>
              <a:custGeom>
                <a:avLst/>
                <a:gdLst>
                  <a:gd name="T0" fmla="*/ 37 w 3"/>
                  <a:gd name="T1" fmla="*/ 22 h 3"/>
                  <a:gd name="T2" fmla="*/ 0 w 3"/>
                  <a:gd name="T3" fmla="*/ 0 h 3"/>
                  <a:gd name="T4" fmla="*/ 0 w 3"/>
                  <a:gd name="T5" fmla="*/ 37 h 3"/>
                  <a:gd name="T6" fmla="*/ 37 w 3"/>
                  <a:gd name="T7" fmla="*/ 37 h 3"/>
                  <a:gd name="T8" fmla="*/ 37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5" name="Freeform 658">
                <a:extLst>
                  <a:ext uri="{FF2B5EF4-FFF2-40B4-BE49-F238E27FC236}">
                    <a16:creationId xmlns:a16="http://schemas.microsoft.com/office/drawing/2014/main" id="{C3AF6FA4-673C-46C7-9EEC-CFE04F64C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196"/>
                <a:ext cx="16" cy="16"/>
              </a:xfrm>
              <a:custGeom>
                <a:avLst/>
                <a:gdLst>
                  <a:gd name="T0" fmla="*/ 247 w 9"/>
                  <a:gd name="T1" fmla="*/ 66 h 9"/>
                  <a:gd name="T2" fmla="*/ 66 w 9"/>
                  <a:gd name="T3" fmla="*/ 66 h 9"/>
                  <a:gd name="T4" fmla="*/ 66 w 9"/>
                  <a:gd name="T5" fmla="*/ 208 h 9"/>
                  <a:gd name="T6" fmla="*/ 247 w 9"/>
                  <a:gd name="T7" fmla="*/ 208 h 9"/>
                  <a:gd name="T8" fmla="*/ 247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3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6" name="Freeform 659">
                <a:extLst>
                  <a:ext uri="{FF2B5EF4-FFF2-40B4-BE49-F238E27FC236}">
                    <a16:creationId xmlns:a16="http://schemas.microsoft.com/office/drawing/2014/main" id="{6330CB98-B792-46F3-8F4E-F356D3BDE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2199"/>
                <a:ext cx="6" cy="6"/>
              </a:xfrm>
              <a:custGeom>
                <a:avLst/>
                <a:gdLst>
                  <a:gd name="T0" fmla="*/ 192 w 3"/>
                  <a:gd name="T1" fmla="*/ 0 h 3"/>
                  <a:gd name="T2" fmla="*/ 64 w 3"/>
                  <a:gd name="T3" fmla="*/ 0 h 3"/>
                  <a:gd name="T4" fmla="*/ 64 w 3"/>
                  <a:gd name="T5" fmla="*/ 128 h 3"/>
                  <a:gd name="T6" fmla="*/ 192 w 3"/>
                  <a:gd name="T7" fmla="*/ 128 h 3"/>
                  <a:gd name="T8" fmla="*/ 19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7" name="Freeform 660">
                <a:extLst>
                  <a:ext uri="{FF2B5EF4-FFF2-40B4-BE49-F238E27FC236}">
                    <a16:creationId xmlns:a16="http://schemas.microsoft.com/office/drawing/2014/main" id="{1E9EADF6-965A-4C4E-97A0-9178A9F1D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2211"/>
                <a:ext cx="16" cy="16"/>
              </a:xfrm>
              <a:custGeom>
                <a:avLst/>
                <a:gdLst>
                  <a:gd name="T0" fmla="*/ 247 w 9"/>
                  <a:gd name="T1" fmla="*/ 66 h 9"/>
                  <a:gd name="T2" fmla="*/ 66 w 9"/>
                  <a:gd name="T3" fmla="*/ 66 h 9"/>
                  <a:gd name="T4" fmla="*/ 66 w 9"/>
                  <a:gd name="T5" fmla="*/ 208 h 9"/>
                  <a:gd name="T6" fmla="*/ 208 w 9"/>
                  <a:gd name="T7" fmla="*/ 247 h 9"/>
                  <a:gd name="T8" fmla="*/ 247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3" y="0"/>
                      <a:pt x="2" y="2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3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8" name="Freeform 661">
                <a:extLst>
                  <a:ext uri="{FF2B5EF4-FFF2-40B4-BE49-F238E27FC236}">
                    <a16:creationId xmlns:a16="http://schemas.microsoft.com/office/drawing/2014/main" id="{95954138-0368-408A-ABC8-A77FC39A2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2214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64 h 3"/>
                  <a:gd name="T4" fmla="*/ 22 w 3"/>
                  <a:gd name="T5" fmla="*/ 192 h 3"/>
                  <a:gd name="T6" fmla="*/ 62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9" name="Freeform 662">
                <a:extLst>
                  <a:ext uri="{FF2B5EF4-FFF2-40B4-BE49-F238E27FC236}">
                    <a16:creationId xmlns:a16="http://schemas.microsoft.com/office/drawing/2014/main" id="{DE4A3C04-8034-47EE-82EF-09BB8C1B7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225"/>
                <a:ext cx="15" cy="17"/>
              </a:xfrm>
              <a:custGeom>
                <a:avLst/>
                <a:gdLst>
                  <a:gd name="T0" fmla="*/ 153 w 9"/>
                  <a:gd name="T1" fmla="*/ 100 h 9"/>
                  <a:gd name="T2" fmla="*/ 22 w 9"/>
                  <a:gd name="T3" fmla="*/ 100 h 9"/>
                  <a:gd name="T4" fmla="*/ 22 w 9"/>
                  <a:gd name="T5" fmla="*/ 357 h 9"/>
                  <a:gd name="T6" fmla="*/ 153 w 9"/>
                  <a:gd name="T7" fmla="*/ 357 h 9"/>
                  <a:gd name="T8" fmla="*/ 153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3" y="9"/>
                      <a:pt x="5" y="9"/>
                      <a:pt x="7" y="8"/>
                    </a:cubicBezTo>
                    <a:cubicBezTo>
                      <a:pt x="9" y="6"/>
                      <a:pt x="9" y="4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0" name="Freeform 663">
                <a:extLst>
                  <a:ext uri="{FF2B5EF4-FFF2-40B4-BE49-F238E27FC236}">
                    <a16:creationId xmlns:a16="http://schemas.microsoft.com/office/drawing/2014/main" id="{7A65883D-4030-4001-81B7-DBB5B5EC8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2229"/>
                <a:ext cx="5" cy="6"/>
              </a:xfrm>
              <a:custGeom>
                <a:avLst/>
                <a:gdLst>
                  <a:gd name="T0" fmla="*/ 37 w 3"/>
                  <a:gd name="T1" fmla="*/ 64 h 3"/>
                  <a:gd name="T2" fmla="*/ 0 w 3"/>
                  <a:gd name="T3" fmla="*/ 64 h 3"/>
                  <a:gd name="T4" fmla="*/ 0 w 3"/>
                  <a:gd name="T5" fmla="*/ 192 h 3"/>
                  <a:gd name="T6" fmla="*/ 37 w 3"/>
                  <a:gd name="T7" fmla="*/ 192 h 3"/>
                  <a:gd name="T8" fmla="*/ 37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1" name="Freeform 664">
                <a:extLst>
                  <a:ext uri="{FF2B5EF4-FFF2-40B4-BE49-F238E27FC236}">
                    <a16:creationId xmlns:a16="http://schemas.microsoft.com/office/drawing/2014/main" id="{A89E3165-DABB-44A5-9B92-14B740375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242"/>
                <a:ext cx="16" cy="15"/>
              </a:xfrm>
              <a:custGeom>
                <a:avLst/>
                <a:gdLst>
                  <a:gd name="T0" fmla="*/ 208 w 9"/>
                  <a:gd name="T1" fmla="*/ 53 h 8"/>
                  <a:gd name="T2" fmla="*/ 37 w 9"/>
                  <a:gd name="T3" fmla="*/ 53 h 8"/>
                  <a:gd name="T4" fmla="*/ 37 w 9"/>
                  <a:gd name="T5" fmla="*/ 296 h 8"/>
                  <a:gd name="T6" fmla="*/ 208 w 9"/>
                  <a:gd name="T7" fmla="*/ 296 h 8"/>
                  <a:gd name="T8" fmla="*/ 208 w 9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7" y="1"/>
                    </a:move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3" y="8"/>
                      <a:pt x="5" y="8"/>
                      <a:pt x="7" y="7"/>
                    </a:cubicBezTo>
                    <a:cubicBezTo>
                      <a:pt x="8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2" name="Freeform 665">
                <a:extLst>
                  <a:ext uri="{FF2B5EF4-FFF2-40B4-BE49-F238E27FC236}">
                    <a16:creationId xmlns:a16="http://schemas.microsoft.com/office/drawing/2014/main" id="{ED147DDA-FE6F-4D0F-B362-2188B9827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244"/>
                <a:ext cx="5" cy="6"/>
              </a:xfrm>
              <a:custGeom>
                <a:avLst/>
                <a:gdLst>
                  <a:gd name="T0" fmla="*/ 37 w 3"/>
                  <a:gd name="T1" fmla="*/ 64 h 3"/>
                  <a:gd name="T2" fmla="*/ 0 w 3"/>
                  <a:gd name="T3" fmla="*/ 64 h 3"/>
                  <a:gd name="T4" fmla="*/ 0 w 3"/>
                  <a:gd name="T5" fmla="*/ 192 h 3"/>
                  <a:gd name="T6" fmla="*/ 37 w 3"/>
                  <a:gd name="T7" fmla="*/ 192 h 3"/>
                  <a:gd name="T8" fmla="*/ 37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2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3" name="Freeform 666">
                <a:extLst>
                  <a:ext uri="{FF2B5EF4-FFF2-40B4-BE49-F238E27FC236}">
                    <a16:creationId xmlns:a16="http://schemas.microsoft.com/office/drawing/2014/main" id="{BA227B5A-0267-4236-A735-28EBEE019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2257"/>
                <a:ext cx="16" cy="17"/>
              </a:xfrm>
              <a:custGeom>
                <a:avLst/>
                <a:gdLst>
                  <a:gd name="T0" fmla="*/ 208 w 9"/>
                  <a:gd name="T1" fmla="*/ 53 h 9"/>
                  <a:gd name="T2" fmla="*/ 37 w 9"/>
                  <a:gd name="T3" fmla="*/ 53 h 9"/>
                  <a:gd name="T4" fmla="*/ 37 w 9"/>
                  <a:gd name="T5" fmla="*/ 317 h 9"/>
                  <a:gd name="T6" fmla="*/ 208 w 9"/>
                  <a:gd name="T7" fmla="*/ 317 h 9"/>
                  <a:gd name="T8" fmla="*/ 208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6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3" y="8"/>
                      <a:pt x="5" y="9"/>
                      <a:pt x="7" y="7"/>
                    </a:cubicBezTo>
                    <a:cubicBezTo>
                      <a:pt x="8" y="6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4" name="Freeform 667">
                <a:extLst>
                  <a:ext uri="{FF2B5EF4-FFF2-40B4-BE49-F238E27FC236}">
                    <a16:creationId xmlns:a16="http://schemas.microsoft.com/office/drawing/2014/main" id="{01684EF2-73C0-4B99-9989-55C955105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2261"/>
                <a:ext cx="6" cy="5"/>
              </a:xfrm>
              <a:custGeom>
                <a:avLst/>
                <a:gdLst>
                  <a:gd name="T0" fmla="*/ 128 w 3"/>
                  <a:gd name="T1" fmla="*/ 0 h 3"/>
                  <a:gd name="T2" fmla="*/ 0 w 3"/>
                  <a:gd name="T3" fmla="*/ 0 h 3"/>
                  <a:gd name="T4" fmla="*/ 0 w 3"/>
                  <a:gd name="T5" fmla="*/ 37 h 3"/>
                  <a:gd name="T6" fmla="*/ 128 w 3"/>
                  <a:gd name="T7" fmla="*/ 37 h 3"/>
                  <a:gd name="T8" fmla="*/ 1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5" name="Freeform 668">
                <a:extLst>
                  <a:ext uri="{FF2B5EF4-FFF2-40B4-BE49-F238E27FC236}">
                    <a16:creationId xmlns:a16="http://schemas.microsoft.com/office/drawing/2014/main" id="{107B4967-9AEC-4DF2-AF4F-C29DDF9E6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272"/>
                <a:ext cx="15" cy="17"/>
              </a:xfrm>
              <a:custGeom>
                <a:avLst/>
                <a:gdLst>
                  <a:gd name="T0" fmla="*/ 153 w 9"/>
                  <a:gd name="T1" fmla="*/ 100 h 9"/>
                  <a:gd name="T2" fmla="*/ 37 w 9"/>
                  <a:gd name="T3" fmla="*/ 53 h 9"/>
                  <a:gd name="T4" fmla="*/ 22 w 9"/>
                  <a:gd name="T5" fmla="*/ 317 h 9"/>
                  <a:gd name="T6" fmla="*/ 153 w 9"/>
                  <a:gd name="T7" fmla="*/ 317 h 9"/>
                  <a:gd name="T8" fmla="*/ 153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3" y="9"/>
                      <a:pt x="5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6" name="Freeform 669">
                <a:extLst>
                  <a:ext uri="{FF2B5EF4-FFF2-40B4-BE49-F238E27FC236}">
                    <a16:creationId xmlns:a16="http://schemas.microsoft.com/office/drawing/2014/main" id="{77BB6D9F-FAAC-44CF-B498-572C0B02B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276"/>
                <a:ext cx="5" cy="5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0 h 3"/>
                  <a:gd name="T4" fmla="*/ 0 w 3"/>
                  <a:gd name="T5" fmla="*/ 37 h 3"/>
                  <a:gd name="T6" fmla="*/ 37 w 3"/>
                  <a:gd name="T7" fmla="*/ 37 h 3"/>
                  <a:gd name="T8" fmla="*/ 3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7" name="Freeform 670">
                <a:extLst>
                  <a:ext uri="{FF2B5EF4-FFF2-40B4-BE49-F238E27FC236}">
                    <a16:creationId xmlns:a16="http://schemas.microsoft.com/office/drawing/2014/main" id="{9156F0D7-D32D-4D35-A814-3219B598D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287"/>
                <a:ext cx="16" cy="17"/>
              </a:xfrm>
              <a:custGeom>
                <a:avLst/>
                <a:gdLst>
                  <a:gd name="T0" fmla="*/ 208 w 9"/>
                  <a:gd name="T1" fmla="*/ 53 h 9"/>
                  <a:gd name="T2" fmla="*/ 37 w 9"/>
                  <a:gd name="T3" fmla="*/ 100 h 9"/>
                  <a:gd name="T4" fmla="*/ 66 w 9"/>
                  <a:gd name="T5" fmla="*/ 357 h 9"/>
                  <a:gd name="T6" fmla="*/ 247 w 9"/>
                  <a:gd name="T7" fmla="*/ 317 h 9"/>
                  <a:gd name="T8" fmla="*/ 208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4" y="9"/>
                      <a:pt x="6" y="9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8" name="Freeform 671">
                <a:extLst>
                  <a:ext uri="{FF2B5EF4-FFF2-40B4-BE49-F238E27FC236}">
                    <a16:creationId xmlns:a16="http://schemas.microsoft.com/office/drawing/2014/main" id="{D626C47E-8238-4514-9426-C3DC33A92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2291"/>
                <a:ext cx="5" cy="5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22 h 3"/>
                  <a:gd name="T4" fmla="*/ 0 w 3"/>
                  <a:gd name="T5" fmla="*/ 37 h 3"/>
                  <a:gd name="T6" fmla="*/ 37 w 3"/>
                  <a:gd name="T7" fmla="*/ 37 h 3"/>
                  <a:gd name="T8" fmla="*/ 3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9" name="Freeform 672">
                <a:extLst>
                  <a:ext uri="{FF2B5EF4-FFF2-40B4-BE49-F238E27FC236}">
                    <a16:creationId xmlns:a16="http://schemas.microsoft.com/office/drawing/2014/main" id="{AB017C10-C18A-411B-A49E-105D67604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302"/>
                <a:ext cx="16" cy="16"/>
              </a:xfrm>
              <a:custGeom>
                <a:avLst/>
                <a:gdLst>
                  <a:gd name="T0" fmla="*/ 208 w 9"/>
                  <a:gd name="T1" fmla="*/ 66 h 9"/>
                  <a:gd name="T2" fmla="*/ 37 w 9"/>
                  <a:gd name="T3" fmla="*/ 66 h 9"/>
                  <a:gd name="T4" fmla="*/ 37 w 9"/>
                  <a:gd name="T5" fmla="*/ 247 h 9"/>
                  <a:gd name="T6" fmla="*/ 208 w 9"/>
                  <a:gd name="T7" fmla="*/ 208 h 9"/>
                  <a:gd name="T8" fmla="*/ 208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1" y="8"/>
                    </a:cubicBez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8" y="3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0" name="Freeform 673">
                <a:extLst>
                  <a:ext uri="{FF2B5EF4-FFF2-40B4-BE49-F238E27FC236}">
                    <a16:creationId xmlns:a16="http://schemas.microsoft.com/office/drawing/2014/main" id="{7C276EFC-071B-4FE2-B7D6-FB6CFDC97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2305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64 h 3"/>
                  <a:gd name="T4" fmla="*/ 64 w 3"/>
                  <a:gd name="T5" fmla="*/ 192 h 3"/>
                  <a:gd name="T6" fmla="*/ 192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1" name="Freeform 674">
                <a:extLst>
                  <a:ext uri="{FF2B5EF4-FFF2-40B4-BE49-F238E27FC236}">
                    <a16:creationId xmlns:a16="http://schemas.microsoft.com/office/drawing/2014/main" id="{B3E3F630-BEDE-4234-BFDC-E01079DAA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317"/>
                <a:ext cx="16" cy="16"/>
              </a:xfrm>
              <a:custGeom>
                <a:avLst/>
                <a:gdLst>
                  <a:gd name="T0" fmla="*/ 208 w 9"/>
                  <a:gd name="T1" fmla="*/ 66 h 9"/>
                  <a:gd name="T2" fmla="*/ 37 w 9"/>
                  <a:gd name="T3" fmla="*/ 66 h 9"/>
                  <a:gd name="T4" fmla="*/ 66 w 9"/>
                  <a:gd name="T5" fmla="*/ 247 h 9"/>
                  <a:gd name="T6" fmla="*/ 208 w 9"/>
                  <a:gd name="T7" fmla="*/ 208 h 9"/>
                  <a:gd name="T8" fmla="*/ 208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2" name="Freeform 675">
                <a:extLst>
                  <a:ext uri="{FF2B5EF4-FFF2-40B4-BE49-F238E27FC236}">
                    <a16:creationId xmlns:a16="http://schemas.microsoft.com/office/drawing/2014/main" id="{09E23176-4B5C-4053-B2D7-3D6F18ED0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2320"/>
                <a:ext cx="6" cy="6"/>
              </a:xfrm>
              <a:custGeom>
                <a:avLst/>
                <a:gdLst>
                  <a:gd name="T0" fmla="*/ 128 w 3"/>
                  <a:gd name="T1" fmla="*/ 64 h 3"/>
                  <a:gd name="T2" fmla="*/ 0 w 3"/>
                  <a:gd name="T3" fmla="*/ 64 h 3"/>
                  <a:gd name="T4" fmla="*/ 0 w 3"/>
                  <a:gd name="T5" fmla="*/ 192 h 3"/>
                  <a:gd name="T6" fmla="*/ 128 w 3"/>
                  <a:gd name="T7" fmla="*/ 192 h 3"/>
                  <a:gd name="T8" fmla="*/ 128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3" name="Freeform 676">
                <a:extLst>
                  <a:ext uri="{FF2B5EF4-FFF2-40B4-BE49-F238E27FC236}">
                    <a16:creationId xmlns:a16="http://schemas.microsoft.com/office/drawing/2014/main" id="{E3E0944E-45B3-4707-9A8F-86A9F389A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333"/>
                <a:ext cx="16" cy="17"/>
              </a:xfrm>
              <a:custGeom>
                <a:avLst/>
                <a:gdLst>
                  <a:gd name="T0" fmla="*/ 208 w 9"/>
                  <a:gd name="T1" fmla="*/ 53 h 9"/>
                  <a:gd name="T2" fmla="*/ 37 w 9"/>
                  <a:gd name="T3" fmla="*/ 53 h 9"/>
                  <a:gd name="T4" fmla="*/ 66 w 9"/>
                  <a:gd name="T5" fmla="*/ 317 h 9"/>
                  <a:gd name="T6" fmla="*/ 208 w 9"/>
                  <a:gd name="T7" fmla="*/ 317 h 9"/>
                  <a:gd name="T8" fmla="*/ 208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3" y="9"/>
                      <a:pt x="6" y="8"/>
                      <a:pt x="7" y="7"/>
                    </a:cubicBezTo>
                    <a:cubicBezTo>
                      <a:pt x="9" y="5"/>
                      <a:pt x="9" y="2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4" name="Freeform 677">
                <a:extLst>
                  <a:ext uri="{FF2B5EF4-FFF2-40B4-BE49-F238E27FC236}">
                    <a16:creationId xmlns:a16="http://schemas.microsoft.com/office/drawing/2014/main" id="{6393781A-EAA8-4547-9DE8-249A71A0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2335"/>
                <a:ext cx="6" cy="8"/>
              </a:xfrm>
              <a:custGeom>
                <a:avLst/>
                <a:gdLst>
                  <a:gd name="T0" fmla="*/ 128 w 3"/>
                  <a:gd name="T1" fmla="*/ 64 h 4"/>
                  <a:gd name="T2" fmla="*/ 0 w 3"/>
                  <a:gd name="T3" fmla="*/ 64 h 4"/>
                  <a:gd name="T4" fmla="*/ 0 w 3"/>
                  <a:gd name="T5" fmla="*/ 192 h 4"/>
                  <a:gd name="T6" fmla="*/ 128 w 3"/>
                  <a:gd name="T7" fmla="*/ 192 h 4"/>
                  <a:gd name="T8" fmla="*/ 128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5" name="Freeform 678">
                <a:extLst>
                  <a:ext uri="{FF2B5EF4-FFF2-40B4-BE49-F238E27FC236}">
                    <a16:creationId xmlns:a16="http://schemas.microsoft.com/office/drawing/2014/main" id="{D93DAEBE-93B0-4D70-BFEA-60025FE07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348"/>
                <a:ext cx="16" cy="17"/>
              </a:xfrm>
              <a:custGeom>
                <a:avLst/>
                <a:gdLst>
                  <a:gd name="T0" fmla="*/ 208 w 9"/>
                  <a:gd name="T1" fmla="*/ 53 h 9"/>
                  <a:gd name="T2" fmla="*/ 37 w 9"/>
                  <a:gd name="T3" fmla="*/ 100 h 9"/>
                  <a:gd name="T4" fmla="*/ 66 w 9"/>
                  <a:gd name="T5" fmla="*/ 357 h 9"/>
                  <a:gd name="T6" fmla="*/ 247 w 9"/>
                  <a:gd name="T7" fmla="*/ 317 h 9"/>
                  <a:gd name="T8" fmla="*/ 208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4" y="9"/>
                      <a:pt x="6" y="9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6" name="Freeform 679">
                <a:extLst>
                  <a:ext uri="{FF2B5EF4-FFF2-40B4-BE49-F238E27FC236}">
                    <a16:creationId xmlns:a16="http://schemas.microsoft.com/office/drawing/2014/main" id="{F306D955-E462-4137-A3EB-70D538CDC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352"/>
                <a:ext cx="5" cy="5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22 h 3"/>
                  <a:gd name="T4" fmla="*/ 0 w 3"/>
                  <a:gd name="T5" fmla="*/ 62 h 3"/>
                  <a:gd name="T6" fmla="*/ 37 w 3"/>
                  <a:gd name="T7" fmla="*/ 37 h 3"/>
                  <a:gd name="T8" fmla="*/ 3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7" name="Freeform 680">
                <a:extLst>
                  <a:ext uri="{FF2B5EF4-FFF2-40B4-BE49-F238E27FC236}">
                    <a16:creationId xmlns:a16="http://schemas.microsoft.com/office/drawing/2014/main" id="{4768C7E6-DAF2-476B-9350-7A134D9CA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365"/>
                <a:ext cx="16" cy="15"/>
              </a:xfrm>
              <a:custGeom>
                <a:avLst/>
                <a:gdLst>
                  <a:gd name="T0" fmla="*/ 208 w 9"/>
                  <a:gd name="T1" fmla="*/ 53 h 8"/>
                  <a:gd name="T2" fmla="*/ 37 w 9"/>
                  <a:gd name="T3" fmla="*/ 53 h 8"/>
                  <a:gd name="T4" fmla="*/ 37 w 9"/>
                  <a:gd name="T5" fmla="*/ 296 h 8"/>
                  <a:gd name="T6" fmla="*/ 208 w 9"/>
                  <a:gd name="T7" fmla="*/ 296 h 8"/>
                  <a:gd name="T8" fmla="*/ 208 w 9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7" y="1"/>
                    </a:move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3" y="8"/>
                      <a:pt x="6" y="8"/>
                      <a:pt x="7" y="7"/>
                    </a:cubicBezTo>
                    <a:cubicBezTo>
                      <a:pt x="9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8" name="Freeform 681">
                <a:extLst>
                  <a:ext uri="{FF2B5EF4-FFF2-40B4-BE49-F238E27FC236}">
                    <a16:creationId xmlns:a16="http://schemas.microsoft.com/office/drawing/2014/main" id="{BF45DD60-9674-42A1-94F5-1786C286D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367"/>
                <a:ext cx="5" cy="5"/>
              </a:xfrm>
              <a:custGeom>
                <a:avLst/>
                <a:gdLst>
                  <a:gd name="T0" fmla="*/ 37 w 3"/>
                  <a:gd name="T1" fmla="*/ 22 h 3"/>
                  <a:gd name="T2" fmla="*/ 0 w 3"/>
                  <a:gd name="T3" fmla="*/ 22 h 3"/>
                  <a:gd name="T4" fmla="*/ 0 w 3"/>
                  <a:gd name="T5" fmla="*/ 62 h 3"/>
                  <a:gd name="T6" fmla="*/ 37 w 3"/>
                  <a:gd name="T7" fmla="*/ 62 h 3"/>
                  <a:gd name="T8" fmla="*/ 37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9" name="Freeform 682">
                <a:extLst>
                  <a:ext uri="{FF2B5EF4-FFF2-40B4-BE49-F238E27FC236}">
                    <a16:creationId xmlns:a16="http://schemas.microsoft.com/office/drawing/2014/main" id="{627A0A90-A46E-4B55-A92C-3CE9B9658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2380"/>
                <a:ext cx="15" cy="16"/>
              </a:xfrm>
              <a:custGeom>
                <a:avLst/>
                <a:gdLst>
                  <a:gd name="T0" fmla="*/ 153 w 9"/>
                  <a:gd name="T1" fmla="*/ 37 h 9"/>
                  <a:gd name="T2" fmla="*/ 22 w 9"/>
                  <a:gd name="T3" fmla="*/ 66 h 9"/>
                  <a:gd name="T4" fmla="*/ 37 w 9"/>
                  <a:gd name="T5" fmla="*/ 247 h 9"/>
                  <a:gd name="T6" fmla="*/ 172 w 9"/>
                  <a:gd name="T7" fmla="*/ 208 h 9"/>
                  <a:gd name="T8" fmla="*/ 153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1" y="6"/>
                      <a:pt x="2" y="8"/>
                    </a:cubicBezTo>
                    <a:cubicBezTo>
                      <a:pt x="4" y="9"/>
                      <a:pt x="7" y="8"/>
                      <a:pt x="8" y="7"/>
                    </a:cubicBezTo>
                    <a:cubicBezTo>
                      <a:pt x="9" y="5"/>
                      <a:pt x="9" y="2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0" name="Freeform 683">
                <a:extLst>
                  <a:ext uri="{FF2B5EF4-FFF2-40B4-BE49-F238E27FC236}">
                    <a16:creationId xmlns:a16="http://schemas.microsoft.com/office/drawing/2014/main" id="{565084C3-EB76-4B8B-9772-04830E148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383"/>
                <a:ext cx="5" cy="6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0 h 3"/>
                  <a:gd name="T4" fmla="*/ 22 w 3"/>
                  <a:gd name="T5" fmla="*/ 128 h 3"/>
                  <a:gd name="T6" fmla="*/ 62 w 3"/>
                  <a:gd name="T7" fmla="*/ 128 h 3"/>
                  <a:gd name="T8" fmla="*/ 3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1" name="Freeform 684">
                <a:extLst>
                  <a:ext uri="{FF2B5EF4-FFF2-40B4-BE49-F238E27FC236}">
                    <a16:creationId xmlns:a16="http://schemas.microsoft.com/office/drawing/2014/main" id="{1FF90EC8-08F4-4B90-8F48-60B333027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2395"/>
                <a:ext cx="17" cy="16"/>
              </a:xfrm>
              <a:custGeom>
                <a:avLst/>
                <a:gdLst>
                  <a:gd name="T0" fmla="*/ 168 w 10"/>
                  <a:gd name="T1" fmla="*/ 37 h 9"/>
                  <a:gd name="T2" fmla="*/ 44 w 10"/>
                  <a:gd name="T3" fmla="*/ 66 h 9"/>
                  <a:gd name="T4" fmla="*/ 75 w 10"/>
                  <a:gd name="T5" fmla="*/ 247 h 9"/>
                  <a:gd name="T6" fmla="*/ 202 w 10"/>
                  <a:gd name="T7" fmla="*/ 208 h 9"/>
                  <a:gd name="T8" fmla="*/ 168 w 10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1"/>
                    </a:moveTo>
                    <a:cubicBezTo>
                      <a:pt x="5" y="0"/>
                      <a:pt x="3" y="0"/>
                      <a:pt x="2" y="2"/>
                    </a:cubicBezTo>
                    <a:cubicBezTo>
                      <a:pt x="0" y="4"/>
                      <a:pt x="1" y="7"/>
                      <a:pt x="3" y="8"/>
                    </a:cubicBezTo>
                    <a:cubicBezTo>
                      <a:pt x="4" y="9"/>
                      <a:pt x="7" y="9"/>
                      <a:pt x="8" y="7"/>
                    </a:cubicBezTo>
                    <a:cubicBezTo>
                      <a:pt x="10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2" name="Freeform 685">
                <a:extLst>
                  <a:ext uri="{FF2B5EF4-FFF2-40B4-BE49-F238E27FC236}">
                    <a16:creationId xmlns:a16="http://schemas.microsoft.com/office/drawing/2014/main" id="{4A531635-9E9D-49AE-84AC-DD59F1A26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398"/>
                <a:ext cx="5" cy="6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64 h 3"/>
                  <a:gd name="T4" fmla="*/ 22 w 3"/>
                  <a:gd name="T5" fmla="*/ 192 h 3"/>
                  <a:gd name="T6" fmla="*/ 62 w 3"/>
                  <a:gd name="T7" fmla="*/ 128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3" name="Freeform 686">
                <a:extLst>
                  <a:ext uri="{FF2B5EF4-FFF2-40B4-BE49-F238E27FC236}">
                    <a16:creationId xmlns:a16="http://schemas.microsoft.com/office/drawing/2014/main" id="{7DC5EC55-1629-4AA0-8532-374367D5D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2409"/>
                <a:ext cx="17" cy="17"/>
              </a:xfrm>
              <a:custGeom>
                <a:avLst/>
                <a:gdLst>
                  <a:gd name="T0" fmla="*/ 168 w 10"/>
                  <a:gd name="T1" fmla="*/ 53 h 9"/>
                  <a:gd name="T2" fmla="*/ 44 w 10"/>
                  <a:gd name="T3" fmla="*/ 100 h 9"/>
                  <a:gd name="T4" fmla="*/ 75 w 10"/>
                  <a:gd name="T5" fmla="*/ 357 h 9"/>
                  <a:gd name="T6" fmla="*/ 202 w 10"/>
                  <a:gd name="T7" fmla="*/ 317 h 9"/>
                  <a:gd name="T8" fmla="*/ 168 w 10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1"/>
                    </a:moveTo>
                    <a:cubicBezTo>
                      <a:pt x="5" y="0"/>
                      <a:pt x="3" y="0"/>
                      <a:pt x="2" y="2"/>
                    </a:cubicBezTo>
                    <a:cubicBezTo>
                      <a:pt x="0" y="4"/>
                      <a:pt x="1" y="7"/>
                      <a:pt x="3" y="8"/>
                    </a:cubicBezTo>
                    <a:cubicBezTo>
                      <a:pt x="4" y="9"/>
                      <a:pt x="7" y="9"/>
                      <a:pt x="8" y="7"/>
                    </a:cubicBezTo>
                    <a:cubicBezTo>
                      <a:pt x="10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4" name="Freeform 687">
                <a:extLst>
                  <a:ext uri="{FF2B5EF4-FFF2-40B4-BE49-F238E27FC236}">
                    <a16:creationId xmlns:a16="http://schemas.microsoft.com/office/drawing/2014/main" id="{1980F0D0-83C1-4F89-AAA7-F7ED2CCDD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413"/>
                <a:ext cx="5" cy="6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64 h 3"/>
                  <a:gd name="T4" fmla="*/ 22 w 3"/>
                  <a:gd name="T5" fmla="*/ 192 h 3"/>
                  <a:gd name="T6" fmla="*/ 62 w 3"/>
                  <a:gd name="T7" fmla="*/ 128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5" name="Oval 688">
                <a:extLst>
                  <a:ext uri="{FF2B5EF4-FFF2-40B4-BE49-F238E27FC236}">
                    <a16:creationId xmlns:a16="http://schemas.microsoft.com/office/drawing/2014/main" id="{573A3B13-22DB-4869-89DE-27C709B80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1666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56" name="Oval 689">
                <a:extLst>
                  <a:ext uri="{FF2B5EF4-FFF2-40B4-BE49-F238E27FC236}">
                    <a16:creationId xmlns:a16="http://schemas.microsoft.com/office/drawing/2014/main" id="{00071E2C-29D5-4021-BD9E-812FB267F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67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57" name="Oval 690">
                <a:extLst>
                  <a:ext uri="{FF2B5EF4-FFF2-40B4-BE49-F238E27FC236}">
                    <a16:creationId xmlns:a16="http://schemas.microsoft.com/office/drawing/2014/main" id="{5F0DE975-8C08-4648-83E9-8A5818BD0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" y="1666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58" name="Oval 691">
                <a:extLst>
                  <a:ext uri="{FF2B5EF4-FFF2-40B4-BE49-F238E27FC236}">
                    <a16:creationId xmlns:a16="http://schemas.microsoft.com/office/drawing/2014/main" id="{40004530-93DA-4B8B-BC86-916B5D106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2" y="1670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59" name="Oval 692">
                <a:extLst>
                  <a:ext uri="{FF2B5EF4-FFF2-40B4-BE49-F238E27FC236}">
                    <a16:creationId xmlns:a16="http://schemas.microsoft.com/office/drawing/2014/main" id="{C52ADE8F-EDA7-496C-BEE1-78E646531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1670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60" name="Oval 693">
                <a:extLst>
                  <a:ext uri="{FF2B5EF4-FFF2-40B4-BE49-F238E27FC236}">
                    <a16:creationId xmlns:a16="http://schemas.microsoft.com/office/drawing/2014/main" id="{E9CAC281-D394-4E53-B2B5-C185729FD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1674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61" name="Oval 694">
                <a:extLst>
                  <a:ext uri="{FF2B5EF4-FFF2-40B4-BE49-F238E27FC236}">
                    <a16:creationId xmlns:a16="http://schemas.microsoft.com/office/drawing/2014/main" id="{E8E2C92A-F0E5-435D-A440-4D3000620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1672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62" name="Oval 695">
                <a:extLst>
                  <a:ext uri="{FF2B5EF4-FFF2-40B4-BE49-F238E27FC236}">
                    <a16:creationId xmlns:a16="http://schemas.microsoft.com/office/drawing/2014/main" id="{8AD005FA-13D2-40FB-8AB7-9C2B313FA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2" y="1675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63" name="Oval 696">
                <a:extLst>
                  <a:ext uri="{FF2B5EF4-FFF2-40B4-BE49-F238E27FC236}">
                    <a16:creationId xmlns:a16="http://schemas.microsoft.com/office/drawing/2014/main" id="{F7D98EB3-59BD-4BD8-BD83-EFB746225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1675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64" name="Oval 697">
                <a:extLst>
                  <a:ext uri="{FF2B5EF4-FFF2-40B4-BE49-F238E27FC236}">
                    <a16:creationId xmlns:a16="http://schemas.microsoft.com/office/drawing/2014/main" id="{76EF3213-7BA3-44C8-8408-EED281864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1679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65" name="Oval 698">
                <a:extLst>
                  <a:ext uri="{FF2B5EF4-FFF2-40B4-BE49-F238E27FC236}">
                    <a16:creationId xmlns:a16="http://schemas.microsoft.com/office/drawing/2014/main" id="{77A15CFC-72F3-4D1C-AB58-57645C5FF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168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66" name="Oval 699">
                <a:extLst>
                  <a:ext uri="{FF2B5EF4-FFF2-40B4-BE49-F238E27FC236}">
                    <a16:creationId xmlns:a16="http://schemas.microsoft.com/office/drawing/2014/main" id="{F02CD1E0-C804-402A-8E98-8D61AA14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" y="168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67" name="Oval 700">
                <a:extLst>
                  <a:ext uri="{FF2B5EF4-FFF2-40B4-BE49-F238E27FC236}">
                    <a16:creationId xmlns:a16="http://schemas.microsoft.com/office/drawing/2014/main" id="{9882C597-8662-4701-80D5-7C7BF183F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1685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68" name="Oval 701">
                <a:extLst>
                  <a:ext uri="{FF2B5EF4-FFF2-40B4-BE49-F238E27FC236}">
                    <a16:creationId xmlns:a16="http://schemas.microsoft.com/office/drawing/2014/main" id="{11A87239-A36D-4262-B1A4-8A3EC1BA8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2" y="1688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69" name="Oval 702">
                <a:extLst>
                  <a:ext uri="{FF2B5EF4-FFF2-40B4-BE49-F238E27FC236}">
                    <a16:creationId xmlns:a16="http://schemas.microsoft.com/office/drawing/2014/main" id="{4244A9C7-EF3D-4361-9E95-18351A278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1690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70" name="Oval 703">
                <a:extLst>
                  <a:ext uri="{FF2B5EF4-FFF2-40B4-BE49-F238E27FC236}">
                    <a16:creationId xmlns:a16="http://schemas.microsoft.com/office/drawing/2014/main" id="{E1E83DEF-9925-4E99-9E90-54EB3B86D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1694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71" name="Oval 704">
                <a:extLst>
                  <a:ext uri="{FF2B5EF4-FFF2-40B4-BE49-F238E27FC236}">
                    <a16:creationId xmlns:a16="http://schemas.microsoft.com/office/drawing/2014/main" id="{35D7B594-0EA3-4385-8E7B-6742B595D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169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72" name="Oval 705">
                <a:extLst>
                  <a:ext uri="{FF2B5EF4-FFF2-40B4-BE49-F238E27FC236}">
                    <a16:creationId xmlns:a16="http://schemas.microsoft.com/office/drawing/2014/main" id="{5314E5A3-A1AC-40F1-917B-402C8A4C8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8" y="1701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73" name="Oval 706">
                <a:extLst>
                  <a:ext uri="{FF2B5EF4-FFF2-40B4-BE49-F238E27FC236}">
                    <a16:creationId xmlns:a16="http://schemas.microsoft.com/office/drawing/2014/main" id="{978F6BB7-03CA-469E-B336-66AFC09A7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9" y="1705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74" name="Oval 707">
                <a:extLst>
                  <a:ext uri="{FF2B5EF4-FFF2-40B4-BE49-F238E27FC236}">
                    <a16:creationId xmlns:a16="http://schemas.microsoft.com/office/drawing/2014/main" id="{84DCE64B-F5DA-4A05-A68C-F07484D76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4" y="170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75" name="Oval 708">
                <a:extLst>
                  <a:ext uri="{FF2B5EF4-FFF2-40B4-BE49-F238E27FC236}">
                    <a16:creationId xmlns:a16="http://schemas.microsoft.com/office/drawing/2014/main" id="{25A35958-A2F1-43A4-AAA0-384DB3691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7" y="1713"/>
                <a:ext cx="14" cy="14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76" name="Oval 709">
                <a:extLst>
                  <a:ext uri="{FF2B5EF4-FFF2-40B4-BE49-F238E27FC236}">
                    <a16:creationId xmlns:a16="http://schemas.microsoft.com/office/drawing/2014/main" id="{67FA3EF9-0D95-4879-B249-3FEC2E7EB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1716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77" name="Oval 710">
                <a:extLst>
                  <a:ext uri="{FF2B5EF4-FFF2-40B4-BE49-F238E27FC236}">
                    <a16:creationId xmlns:a16="http://schemas.microsoft.com/office/drawing/2014/main" id="{3B82DE0A-11FD-4008-9ED2-C64A7C315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1722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78" name="Oval 711">
                <a:extLst>
                  <a:ext uri="{FF2B5EF4-FFF2-40B4-BE49-F238E27FC236}">
                    <a16:creationId xmlns:a16="http://schemas.microsoft.com/office/drawing/2014/main" id="{4F608BC5-C18F-427D-A4C4-D2A298B27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172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79" name="Oval 712">
                <a:extLst>
                  <a:ext uri="{FF2B5EF4-FFF2-40B4-BE49-F238E27FC236}">
                    <a16:creationId xmlns:a16="http://schemas.microsoft.com/office/drawing/2014/main" id="{BD470086-6D61-411F-B7F5-1ACBDF32C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4" y="173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80" name="Oval 713">
                <a:extLst>
                  <a:ext uri="{FF2B5EF4-FFF2-40B4-BE49-F238E27FC236}">
                    <a16:creationId xmlns:a16="http://schemas.microsoft.com/office/drawing/2014/main" id="{94733AA9-A7F3-486E-81A0-D2957EB8C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9" y="173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81" name="Oval 714">
                <a:extLst>
                  <a:ext uri="{FF2B5EF4-FFF2-40B4-BE49-F238E27FC236}">
                    <a16:creationId xmlns:a16="http://schemas.microsoft.com/office/drawing/2014/main" id="{FF13B3C8-3508-4F2D-9559-604508751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2" y="1740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82" name="Oval 715">
                <a:extLst>
                  <a:ext uri="{FF2B5EF4-FFF2-40B4-BE49-F238E27FC236}">
                    <a16:creationId xmlns:a16="http://schemas.microsoft.com/office/drawing/2014/main" id="{948C0FEB-5E33-4138-9F62-72334CD44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" y="1744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83" name="Oval 716">
                <a:extLst>
                  <a:ext uri="{FF2B5EF4-FFF2-40B4-BE49-F238E27FC236}">
                    <a16:creationId xmlns:a16="http://schemas.microsoft.com/office/drawing/2014/main" id="{2AFB39D8-E080-4FCC-A1EB-D24D6AEAB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1" y="1750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84" name="Oval 717">
                <a:extLst>
                  <a:ext uri="{FF2B5EF4-FFF2-40B4-BE49-F238E27FC236}">
                    <a16:creationId xmlns:a16="http://schemas.microsoft.com/office/drawing/2014/main" id="{6D646B3B-EEDA-4276-95C9-7F2D9A2DF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8" y="1753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85" name="Oval 718">
                <a:extLst>
                  <a:ext uri="{FF2B5EF4-FFF2-40B4-BE49-F238E27FC236}">
                    <a16:creationId xmlns:a16="http://schemas.microsoft.com/office/drawing/2014/main" id="{545E5169-D74A-4779-A90A-32F830CE4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1" y="176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86" name="Oval 719">
                <a:extLst>
                  <a:ext uri="{FF2B5EF4-FFF2-40B4-BE49-F238E27FC236}">
                    <a16:creationId xmlns:a16="http://schemas.microsoft.com/office/drawing/2014/main" id="{85E67B2C-F84F-4FDE-B2C0-C3FB82441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8" y="176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87" name="Oval 720">
                <a:extLst>
                  <a:ext uri="{FF2B5EF4-FFF2-40B4-BE49-F238E27FC236}">
                    <a16:creationId xmlns:a16="http://schemas.microsoft.com/office/drawing/2014/main" id="{77923BFB-6A19-439F-833A-31D56B3E6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5" y="3129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88" name="Oval 721">
                <a:extLst>
                  <a:ext uri="{FF2B5EF4-FFF2-40B4-BE49-F238E27FC236}">
                    <a16:creationId xmlns:a16="http://schemas.microsoft.com/office/drawing/2014/main" id="{B7D47DF3-D2CF-4C36-9820-66F8CF536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3132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89" name="Oval 722">
                <a:extLst>
                  <a:ext uri="{FF2B5EF4-FFF2-40B4-BE49-F238E27FC236}">
                    <a16:creationId xmlns:a16="http://schemas.microsoft.com/office/drawing/2014/main" id="{E4A0659E-4B8F-4F93-8A0E-0E066264A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3129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90" name="Oval 723">
                <a:extLst>
                  <a:ext uri="{FF2B5EF4-FFF2-40B4-BE49-F238E27FC236}">
                    <a16:creationId xmlns:a16="http://schemas.microsoft.com/office/drawing/2014/main" id="{29028145-74FA-450B-B455-FC7CDD8A8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3131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91" name="Oval 724">
                <a:extLst>
                  <a:ext uri="{FF2B5EF4-FFF2-40B4-BE49-F238E27FC236}">
                    <a16:creationId xmlns:a16="http://schemas.microsoft.com/office/drawing/2014/main" id="{83F2DE55-0493-48AF-A586-65D2F8AE6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3125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92" name="Oval 725">
                <a:extLst>
                  <a:ext uri="{FF2B5EF4-FFF2-40B4-BE49-F238E27FC236}">
                    <a16:creationId xmlns:a16="http://schemas.microsoft.com/office/drawing/2014/main" id="{5BB61DD9-820A-485F-ACA6-F5F8CEFE5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6" y="312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93" name="Oval 726">
                <a:extLst>
                  <a:ext uri="{FF2B5EF4-FFF2-40B4-BE49-F238E27FC236}">
                    <a16:creationId xmlns:a16="http://schemas.microsoft.com/office/drawing/2014/main" id="{DB369B5A-0661-4085-93A3-A4526AE5A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8" y="312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94" name="Oval 727">
                <a:extLst>
                  <a:ext uri="{FF2B5EF4-FFF2-40B4-BE49-F238E27FC236}">
                    <a16:creationId xmlns:a16="http://schemas.microsoft.com/office/drawing/2014/main" id="{40B8024D-1F5F-457B-9172-A163A65D6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0" y="312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95" name="Oval 728">
                <a:extLst>
                  <a:ext uri="{FF2B5EF4-FFF2-40B4-BE49-F238E27FC236}">
                    <a16:creationId xmlns:a16="http://schemas.microsoft.com/office/drawing/2014/main" id="{2D0CD7CA-5AF4-48E0-A94C-3787947A7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0" y="3116"/>
                <a:ext cx="16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96" name="Oval 729">
                <a:extLst>
                  <a:ext uri="{FF2B5EF4-FFF2-40B4-BE49-F238E27FC236}">
                    <a16:creationId xmlns:a16="http://schemas.microsoft.com/office/drawing/2014/main" id="{1D89847F-A3CD-4ADB-970C-EE4ECDFCD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3119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97" name="Oval 730">
                <a:extLst>
                  <a:ext uri="{FF2B5EF4-FFF2-40B4-BE49-F238E27FC236}">
                    <a16:creationId xmlns:a16="http://schemas.microsoft.com/office/drawing/2014/main" id="{28165E5E-7ADD-45A4-954C-22A5637BF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4" y="3110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98" name="Oval 731">
                <a:extLst>
                  <a:ext uri="{FF2B5EF4-FFF2-40B4-BE49-F238E27FC236}">
                    <a16:creationId xmlns:a16="http://schemas.microsoft.com/office/drawing/2014/main" id="{9F5EF5C8-D847-4DC9-AD98-85C145FB2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3114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99" name="Oval 732">
                <a:extLst>
                  <a:ext uri="{FF2B5EF4-FFF2-40B4-BE49-F238E27FC236}">
                    <a16:creationId xmlns:a16="http://schemas.microsoft.com/office/drawing/2014/main" id="{B51D95EA-2132-4AB9-972D-4CDFA114B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3105"/>
                <a:ext cx="14" cy="14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200" name="Oval 733">
                <a:extLst>
                  <a:ext uri="{FF2B5EF4-FFF2-40B4-BE49-F238E27FC236}">
                    <a16:creationId xmlns:a16="http://schemas.microsoft.com/office/drawing/2014/main" id="{46614C4A-AA68-4C30-9A50-C3514A57A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0" y="3106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201" name="Oval 734">
                <a:extLst>
                  <a:ext uri="{FF2B5EF4-FFF2-40B4-BE49-F238E27FC236}">
                    <a16:creationId xmlns:a16="http://schemas.microsoft.com/office/drawing/2014/main" id="{894F221C-4BF4-4008-BF91-C5CE3E13F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3097"/>
                <a:ext cx="13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202" name="Oval 735">
                <a:extLst>
                  <a:ext uri="{FF2B5EF4-FFF2-40B4-BE49-F238E27FC236}">
                    <a16:creationId xmlns:a16="http://schemas.microsoft.com/office/drawing/2014/main" id="{5BEA89B1-A47F-42F9-A6D0-C917A82F0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2" y="309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203" name="Oval 736">
                <a:extLst>
                  <a:ext uri="{FF2B5EF4-FFF2-40B4-BE49-F238E27FC236}">
                    <a16:creationId xmlns:a16="http://schemas.microsoft.com/office/drawing/2014/main" id="{3918FDE1-ADE3-4D21-9656-94ACE0B77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308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204" name="Oval 737">
                <a:extLst>
                  <a:ext uri="{FF2B5EF4-FFF2-40B4-BE49-F238E27FC236}">
                    <a16:creationId xmlns:a16="http://schemas.microsoft.com/office/drawing/2014/main" id="{869DEE93-8DE0-413E-8148-4DF952F68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3091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205" name="Oval 738">
                <a:extLst>
                  <a:ext uri="{FF2B5EF4-FFF2-40B4-BE49-F238E27FC236}">
                    <a16:creationId xmlns:a16="http://schemas.microsoft.com/office/drawing/2014/main" id="{32B1CC9F-BB6D-48DA-9681-7EFD00479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307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206" name="Oval 739">
                <a:extLst>
                  <a:ext uri="{FF2B5EF4-FFF2-40B4-BE49-F238E27FC236}">
                    <a16:creationId xmlns:a16="http://schemas.microsoft.com/office/drawing/2014/main" id="{72D289E1-1869-417D-98CF-CA999B494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3080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207" name="Oval 740">
                <a:extLst>
                  <a:ext uri="{FF2B5EF4-FFF2-40B4-BE49-F238E27FC236}">
                    <a16:creationId xmlns:a16="http://schemas.microsoft.com/office/drawing/2014/main" id="{F9634164-8B66-427B-B20F-176A5C45C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3069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208" name="Oval 741">
                <a:extLst>
                  <a:ext uri="{FF2B5EF4-FFF2-40B4-BE49-F238E27FC236}">
                    <a16:creationId xmlns:a16="http://schemas.microsoft.com/office/drawing/2014/main" id="{E2C0E740-69EB-4E3D-9EEA-CA3CC2602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3073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209" name="Freeform 742">
                <a:extLst>
                  <a:ext uri="{FF2B5EF4-FFF2-40B4-BE49-F238E27FC236}">
                    <a16:creationId xmlns:a16="http://schemas.microsoft.com/office/drawing/2014/main" id="{9381DDC7-5460-48C9-B6E0-19BCDE5A4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3060"/>
                <a:ext cx="15" cy="15"/>
              </a:xfrm>
              <a:custGeom>
                <a:avLst/>
                <a:gdLst>
                  <a:gd name="T0" fmla="*/ 22 w 9"/>
                  <a:gd name="T1" fmla="*/ 212 h 8"/>
                  <a:gd name="T2" fmla="*/ 130 w 9"/>
                  <a:gd name="T3" fmla="*/ 349 h 8"/>
                  <a:gd name="T4" fmla="*/ 195 w 9"/>
                  <a:gd name="T5" fmla="*/ 137 h 8"/>
                  <a:gd name="T6" fmla="*/ 92 w 9"/>
                  <a:gd name="T7" fmla="*/ 0 h 8"/>
                  <a:gd name="T8" fmla="*/ 22 w 9"/>
                  <a:gd name="T9" fmla="*/ 2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5"/>
                    </a:moveTo>
                    <a:cubicBezTo>
                      <a:pt x="1" y="7"/>
                      <a:pt x="3" y="8"/>
                      <a:pt x="6" y="8"/>
                    </a:cubicBezTo>
                    <a:cubicBezTo>
                      <a:pt x="8" y="7"/>
                      <a:pt x="9" y="5"/>
                      <a:pt x="9" y="3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2" y="0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" name="Freeform 743">
                <a:extLst>
                  <a:ext uri="{FF2B5EF4-FFF2-40B4-BE49-F238E27FC236}">
                    <a16:creationId xmlns:a16="http://schemas.microsoft.com/office/drawing/2014/main" id="{CCB9FCBC-1A29-48A2-A349-5CACEA322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3062"/>
                <a:ext cx="6" cy="5"/>
              </a:xfrm>
              <a:custGeom>
                <a:avLst/>
                <a:gdLst>
                  <a:gd name="T0" fmla="*/ 0 w 3"/>
                  <a:gd name="T1" fmla="*/ 37 h 3"/>
                  <a:gd name="T2" fmla="*/ 128 w 3"/>
                  <a:gd name="T3" fmla="*/ 62 h 3"/>
                  <a:gd name="T4" fmla="*/ 192 w 3"/>
                  <a:gd name="T5" fmla="*/ 37 h 3"/>
                  <a:gd name="T6" fmla="*/ 64 w 3"/>
                  <a:gd name="T7" fmla="*/ 22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1" name="Freeform 744">
                <a:extLst>
                  <a:ext uri="{FF2B5EF4-FFF2-40B4-BE49-F238E27FC236}">
                    <a16:creationId xmlns:a16="http://schemas.microsoft.com/office/drawing/2014/main" id="{3D70F3C6-E036-4245-8DC4-DC5A2FC20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049"/>
                <a:ext cx="16" cy="16"/>
              </a:xfrm>
              <a:custGeom>
                <a:avLst/>
                <a:gdLst>
                  <a:gd name="T0" fmla="*/ 37 w 9"/>
                  <a:gd name="T1" fmla="*/ 158 h 9"/>
                  <a:gd name="T2" fmla="*/ 203 w 9"/>
                  <a:gd name="T3" fmla="*/ 247 h 9"/>
                  <a:gd name="T4" fmla="*/ 281 w 9"/>
                  <a:gd name="T5" fmla="*/ 117 h 9"/>
                  <a:gd name="T6" fmla="*/ 117 w 9"/>
                  <a:gd name="T7" fmla="*/ 37 h 9"/>
                  <a:gd name="T8" fmla="*/ 37 w 9"/>
                  <a:gd name="T9" fmla="*/ 15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1" y="7"/>
                      <a:pt x="3" y="9"/>
                      <a:pt x="6" y="8"/>
                    </a:cubicBezTo>
                    <a:cubicBezTo>
                      <a:pt x="8" y="8"/>
                      <a:pt x="9" y="6"/>
                      <a:pt x="9" y="4"/>
                    </a:cubicBezTo>
                    <a:cubicBezTo>
                      <a:pt x="8" y="2"/>
                      <a:pt x="6" y="0"/>
                      <a:pt x="4" y="1"/>
                    </a:cubicBezTo>
                    <a:cubicBezTo>
                      <a:pt x="2" y="1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2" name="Freeform 745">
                <a:extLst>
                  <a:ext uri="{FF2B5EF4-FFF2-40B4-BE49-F238E27FC236}">
                    <a16:creationId xmlns:a16="http://schemas.microsoft.com/office/drawing/2014/main" id="{1CCB6306-9BA8-4F72-98FF-FED8B7860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3052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92 h 3"/>
                  <a:gd name="T4" fmla="*/ 62 w 3"/>
                  <a:gd name="T5" fmla="*/ 64 h 3"/>
                  <a:gd name="T6" fmla="*/ 22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3" name="Freeform 746">
                <a:extLst>
                  <a:ext uri="{FF2B5EF4-FFF2-40B4-BE49-F238E27FC236}">
                    <a16:creationId xmlns:a16="http://schemas.microsoft.com/office/drawing/2014/main" id="{61EDF4F0-CE0B-4D10-9EB1-43CEF88C9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3038"/>
                <a:ext cx="15" cy="16"/>
              </a:xfrm>
              <a:custGeom>
                <a:avLst/>
                <a:gdLst>
                  <a:gd name="T0" fmla="*/ 0 w 9"/>
                  <a:gd name="T1" fmla="*/ 158 h 9"/>
                  <a:gd name="T2" fmla="*/ 103 w 9"/>
                  <a:gd name="T3" fmla="*/ 281 h 9"/>
                  <a:gd name="T4" fmla="*/ 172 w 9"/>
                  <a:gd name="T5" fmla="*/ 117 h 9"/>
                  <a:gd name="T6" fmla="*/ 92 w 9"/>
                  <a:gd name="T7" fmla="*/ 37 h 9"/>
                  <a:gd name="T8" fmla="*/ 0 w 9"/>
                  <a:gd name="T9" fmla="*/ 15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1" y="8"/>
                      <a:pt x="3" y="9"/>
                      <a:pt x="5" y="9"/>
                    </a:cubicBezTo>
                    <a:cubicBezTo>
                      <a:pt x="7" y="8"/>
                      <a:pt x="9" y="6"/>
                      <a:pt x="8" y="4"/>
                    </a:cubicBezTo>
                    <a:cubicBezTo>
                      <a:pt x="8" y="2"/>
                      <a:pt x="6" y="0"/>
                      <a:pt x="4" y="1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4" name="Freeform 747">
                <a:extLst>
                  <a:ext uri="{FF2B5EF4-FFF2-40B4-BE49-F238E27FC236}">
                    <a16:creationId xmlns:a16="http://schemas.microsoft.com/office/drawing/2014/main" id="{C42B257F-4BDF-4E5E-A957-70F93D283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3041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22 w 3"/>
                  <a:gd name="T3" fmla="*/ 192 h 3"/>
                  <a:gd name="T4" fmla="*/ 37 w 3"/>
                  <a:gd name="T5" fmla="*/ 64 h 3"/>
                  <a:gd name="T6" fmla="*/ 22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5" name="Freeform 748">
                <a:extLst>
                  <a:ext uri="{FF2B5EF4-FFF2-40B4-BE49-F238E27FC236}">
                    <a16:creationId xmlns:a16="http://schemas.microsoft.com/office/drawing/2014/main" id="{7D57E5FF-D346-4007-A5D3-15638384C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3026"/>
                <a:ext cx="14" cy="17"/>
              </a:xfrm>
              <a:custGeom>
                <a:avLst/>
                <a:gdLst>
                  <a:gd name="T0" fmla="*/ 0 w 8"/>
                  <a:gd name="T1" fmla="*/ 213 h 9"/>
                  <a:gd name="T2" fmla="*/ 151 w 8"/>
                  <a:gd name="T3" fmla="*/ 402 h 9"/>
                  <a:gd name="T4" fmla="*/ 236 w 8"/>
                  <a:gd name="T5" fmla="*/ 189 h 9"/>
                  <a:gd name="T6" fmla="*/ 86 w 8"/>
                  <a:gd name="T7" fmla="*/ 53 h 9"/>
                  <a:gd name="T8" fmla="*/ 0 w 8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0" y="8"/>
                      <a:pt x="3" y="9"/>
                      <a:pt x="5" y="9"/>
                    </a:cubicBezTo>
                    <a:cubicBezTo>
                      <a:pt x="7" y="8"/>
                      <a:pt x="8" y="6"/>
                      <a:pt x="8" y="4"/>
                    </a:cubicBezTo>
                    <a:cubicBezTo>
                      <a:pt x="7" y="2"/>
                      <a:pt x="5" y="0"/>
                      <a:pt x="3" y="1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6" name="Freeform 749">
                <a:extLst>
                  <a:ext uri="{FF2B5EF4-FFF2-40B4-BE49-F238E27FC236}">
                    <a16:creationId xmlns:a16="http://schemas.microsoft.com/office/drawing/2014/main" id="{70B029CF-FE75-4F78-A3DE-BBFEE00B9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3030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92 h 3"/>
                  <a:gd name="T4" fmla="*/ 62 w 3"/>
                  <a:gd name="T5" fmla="*/ 64 h 3"/>
                  <a:gd name="T6" fmla="*/ 22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7" name="Freeform 750">
                <a:extLst>
                  <a:ext uri="{FF2B5EF4-FFF2-40B4-BE49-F238E27FC236}">
                    <a16:creationId xmlns:a16="http://schemas.microsoft.com/office/drawing/2014/main" id="{2F5A124E-21C8-45A0-B6D4-49B58320A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3015"/>
                <a:ext cx="16" cy="17"/>
              </a:xfrm>
              <a:custGeom>
                <a:avLst/>
                <a:gdLst>
                  <a:gd name="T0" fmla="*/ 0 w 9"/>
                  <a:gd name="T1" fmla="*/ 213 h 9"/>
                  <a:gd name="T2" fmla="*/ 158 w 9"/>
                  <a:gd name="T3" fmla="*/ 357 h 9"/>
                  <a:gd name="T4" fmla="*/ 247 w 9"/>
                  <a:gd name="T5" fmla="*/ 189 h 9"/>
                  <a:gd name="T6" fmla="*/ 117 w 9"/>
                  <a:gd name="T7" fmla="*/ 0 h 9"/>
                  <a:gd name="T8" fmla="*/ 0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1" y="7"/>
                      <a:pt x="3" y="9"/>
                      <a:pt x="5" y="8"/>
                    </a:cubicBezTo>
                    <a:cubicBezTo>
                      <a:pt x="7" y="8"/>
                      <a:pt x="9" y="6"/>
                      <a:pt x="8" y="4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8" name="Freeform 751">
                <a:extLst>
                  <a:ext uri="{FF2B5EF4-FFF2-40B4-BE49-F238E27FC236}">
                    <a16:creationId xmlns:a16="http://schemas.microsoft.com/office/drawing/2014/main" id="{E246A6CF-FC9F-4851-B3C4-116535E00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3019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64 w 3"/>
                  <a:gd name="T3" fmla="*/ 192 h 3"/>
                  <a:gd name="T4" fmla="*/ 128 w 3"/>
                  <a:gd name="T5" fmla="*/ 64 h 3"/>
                  <a:gd name="T6" fmla="*/ 64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9" name="Freeform 752">
                <a:extLst>
                  <a:ext uri="{FF2B5EF4-FFF2-40B4-BE49-F238E27FC236}">
                    <a16:creationId xmlns:a16="http://schemas.microsoft.com/office/drawing/2014/main" id="{393A9115-EA06-4FC6-8A86-220E2F046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002"/>
                <a:ext cx="15" cy="17"/>
              </a:xfrm>
              <a:custGeom>
                <a:avLst/>
                <a:gdLst>
                  <a:gd name="T0" fmla="*/ 22 w 9"/>
                  <a:gd name="T1" fmla="*/ 272 h 9"/>
                  <a:gd name="T2" fmla="*/ 130 w 9"/>
                  <a:gd name="T3" fmla="*/ 402 h 9"/>
                  <a:gd name="T4" fmla="*/ 172 w 9"/>
                  <a:gd name="T5" fmla="*/ 144 h 9"/>
                  <a:gd name="T6" fmla="*/ 62 w 9"/>
                  <a:gd name="T7" fmla="*/ 53 h 9"/>
                  <a:gd name="T8" fmla="*/ 2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4" y="9"/>
                      <a:pt x="6" y="9"/>
                    </a:cubicBezTo>
                    <a:cubicBezTo>
                      <a:pt x="8" y="8"/>
                      <a:pt x="9" y="6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0" name="Freeform 753">
                <a:extLst>
                  <a:ext uri="{FF2B5EF4-FFF2-40B4-BE49-F238E27FC236}">
                    <a16:creationId xmlns:a16="http://schemas.microsoft.com/office/drawing/2014/main" id="{F35215D6-5688-43D8-A9E7-F3C1C4A78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3006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92 h 3"/>
                  <a:gd name="T4" fmla="*/ 62 w 3"/>
                  <a:gd name="T5" fmla="*/ 64 h 3"/>
                  <a:gd name="T6" fmla="*/ 22 w 3"/>
                  <a:gd name="T7" fmla="*/ 64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1" name="Freeform 754">
                <a:extLst>
                  <a:ext uri="{FF2B5EF4-FFF2-40B4-BE49-F238E27FC236}">
                    <a16:creationId xmlns:a16="http://schemas.microsoft.com/office/drawing/2014/main" id="{BCF5DCD2-8F01-4732-95DB-D7E6D955E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991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357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2" name="Freeform 755">
                <a:extLst>
                  <a:ext uri="{FF2B5EF4-FFF2-40B4-BE49-F238E27FC236}">
                    <a16:creationId xmlns:a16="http://schemas.microsoft.com/office/drawing/2014/main" id="{DFDA0F83-2390-4315-A337-D45B94936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995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3" name="Freeform 756">
                <a:extLst>
                  <a:ext uri="{FF2B5EF4-FFF2-40B4-BE49-F238E27FC236}">
                    <a16:creationId xmlns:a16="http://schemas.microsoft.com/office/drawing/2014/main" id="{45876479-F8F4-4F0B-B756-613EA0FC2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978"/>
                <a:ext cx="16" cy="19"/>
              </a:xfrm>
              <a:custGeom>
                <a:avLst/>
                <a:gdLst>
                  <a:gd name="T0" fmla="*/ 0 w 9"/>
                  <a:gd name="T1" fmla="*/ 274 h 10"/>
                  <a:gd name="T2" fmla="*/ 203 w 9"/>
                  <a:gd name="T3" fmla="*/ 418 h 10"/>
                  <a:gd name="T4" fmla="*/ 247 w 9"/>
                  <a:gd name="T5" fmla="*/ 200 h 10"/>
                  <a:gd name="T6" fmla="*/ 89 w 9"/>
                  <a:gd name="T7" fmla="*/ 55 h 10"/>
                  <a:gd name="T8" fmla="*/ 0 w 9"/>
                  <a:gd name="T9" fmla="*/ 27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6"/>
                    </a:moveTo>
                    <a:cubicBezTo>
                      <a:pt x="1" y="8"/>
                      <a:pt x="4" y="10"/>
                      <a:pt x="6" y="9"/>
                    </a:cubicBezTo>
                    <a:cubicBezTo>
                      <a:pt x="8" y="8"/>
                      <a:pt x="9" y="6"/>
                      <a:pt x="8" y="4"/>
                    </a:cubicBezTo>
                    <a:cubicBezTo>
                      <a:pt x="7" y="2"/>
                      <a:pt x="5" y="0"/>
                      <a:pt x="3" y="1"/>
                    </a:cubicBezTo>
                    <a:cubicBezTo>
                      <a:pt x="1" y="2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4" name="Freeform 757">
                <a:extLst>
                  <a:ext uri="{FF2B5EF4-FFF2-40B4-BE49-F238E27FC236}">
                    <a16:creationId xmlns:a16="http://schemas.microsoft.com/office/drawing/2014/main" id="{95739940-BA4D-451E-BE2C-7504F8A63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984"/>
                <a:ext cx="6" cy="5"/>
              </a:xfrm>
              <a:custGeom>
                <a:avLst/>
                <a:gdLst>
                  <a:gd name="T0" fmla="*/ 0 w 3"/>
                  <a:gd name="T1" fmla="*/ 22 h 3"/>
                  <a:gd name="T2" fmla="*/ 128 w 3"/>
                  <a:gd name="T3" fmla="*/ 37 h 3"/>
                  <a:gd name="T4" fmla="*/ 128 w 3"/>
                  <a:gd name="T5" fmla="*/ 22 h 3"/>
                  <a:gd name="T6" fmla="*/ 64 w 3"/>
                  <a:gd name="T7" fmla="*/ 0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1" y="3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5" name="Freeform 758">
                <a:extLst>
                  <a:ext uri="{FF2B5EF4-FFF2-40B4-BE49-F238E27FC236}">
                    <a16:creationId xmlns:a16="http://schemas.microsoft.com/office/drawing/2014/main" id="{6D64079E-B8EE-4F63-BEBD-569816CD5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967"/>
                <a:ext cx="15" cy="17"/>
              </a:xfrm>
              <a:custGeom>
                <a:avLst/>
                <a:gdLst>
                  <a:gd name="T0" fmla="*/ 0 w 9"/>
                  <a:gd name="T1" fmla="*/ 272 h 9"/>
                  <a:gd name="T2" fmla="*/ 103 w 9"/>
                  <a:gd name="T3" fmla="*/ 357 h 9"/>
                  <a:gd name="T4" fmla="*/ 172 w 9"/>
                  <a:gd name="T5" fmla="*/ 144 h 9"/>
                  <a:gd name="T6" fmla="*/ 62 w 9"/>
                  <a:gd name="T7" fmla="*/ 0 h 9"/>
                  <a:gd name="T8" fmla="*/ 0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3" y="9"/>
                      <a:pt x="5" y="8"/>
                    </a:cubicBezTo>
                    <a:cubicBezTo>
                      <a:pt x="7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6" name="Freeform 759">
                <a:extLst>
                  <a:ext uri="{FF2B5EF4-FFF2-40B4-BE49-F238E27FC236}">
                    <a16:creationId xmlns:a16="http://schemas.microsoft.com/office/drawing/2014/main" id="{6642634D-4039-4A6F-8EE3-FDE4DE567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971"/>
                <a:ext cx="6" cy="5"/>
              </a:xfrm>
              <a:custGeom>
                <a:avLst/>
                <a:gdLst>
                  <a:gd name="T0" fmla="*/ 64 w 3"/>
                  <a:gd name="T1" fmla="*/ 37 h 3"/>
                  <a:gd name="T2" fmla="*/ 128 w 3"/>
                  <a:gd name="T3" fmla="*/ 62 h 3"/>
                  <a:gd name="T4" fmla="*/ 192 w 3"/>
                  <a:gd name="T5" fmla="*/ 22 h 3"/>
                  <a:gd name="T6" fmla="*/ 128 w 3"/>
                  <a:gd name="T7" fmla="*/ 0 h 3"/>
                  <a:gd name="T8" fmla="*/ 64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7" name="Freeform 760">
                <a:extLst>
                  <a:ext uri="{FF2B5EF4-FFF2-40B4-BE49-F238E27FC236}">
                    <a16:creationId xmlns:a16="http://schemas.microsoft.com/office/drawing/2014/main" id="{07DB6D7B-2A04-4187-AF28-05B0C4C8F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54"/>
                <a:ext cx="15" cy="17"/>
              </a:xfrm>
              <a:custGeom>
                <a:avLst/>
                <a:gdLst>
                  <a:gd name="T0" fmla="*/ 22 w 9"/>
                  <a:gd name="T1" fmla="*/ 272 h 9"/>
                  <a:gd name="T2" fmla="*/ 130 w 9"/>
                  <a:gd name="T3" fmla="*/ 357 h 9"/>
                  <a:gd name="T4" fmla="*/ 172 w 9"/>
                  <a:gd name="T5" fmla="*/ 144 h 9"/>
                  <a:gd name="T6" fmla="*/ 62 w 9"/>
                  <a:gd name="T7" fmla="*/ 0 h 9"/>
                  <a:gd name="T8" fmla="*/ 2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0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8" name="Freeform 761">
                <a:extLst>
                  <a:ext uri="{FF2B5EF4-FFF2-40B4-BE49-F238E27FC236}">
                    <a16:creationId xmlns:a16="http://schemas.microsoft.com/office/drawing/2014/main" id="{47A4280B-D265-4930-8BDD-3367A0395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958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9" name="Freeform 762">
                <a:extLst>
                  <a:ext uri="{FF2B5EF4-FFF2-40B4-BE49-F238E27FC236}">
                    <a16:creationId xmlns:a16="http://schemas.microsoft.com/office/drawing/2014/main" id="{258B2515-365E-415C-AD63-CBC3B6A25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41"/>
                <a:ext cx="15" cy="17"/>
              </a:xfrm>
              <a:custGeom>
                <a:avLst/>
                <a:gdLst>
                  <a:gd name="T0" fmla="*/ 22 w 9"/>
                  <a:gd name="T1" fmla="*/ 213 h 9"/>
                  <a:gd name="T2" fmla="*/ 130 w 9"/>
                  <a:gd name="T3" fmla="*/ 357 h 9"/>
                  <a:gd name="T4" fmla="*/ 195 w 9"/>
                  <a:gd name="T5" fmla="*/ 144 h 9"/>
                  <a:gd name="T6" fmla="*/ 62 w 9"/>
                  <a:gd name="T7" fmla="*/ 0 h 9"/>
                  <a:gd name="T8" fmla="*/ 22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9" y="3"/>
                    </a:cubicBezTo>
                    <a:cubicBezTo>
                      <a:pt x="8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0" name="Freeform 763">
                <a:extLst>
                  <a:ext uri="{FF2B5EF4-FFF2-40B4-BE49-F238E27FC236}">
                    <a16:creationId xmlns:a16="http://schemas.microsoft.com/office/drawing/2014/main" id="{64ECF53E-33AB-4841-9C61-C77FA003B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945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37 h 3"/>
                  <a:gd name="T4" fmla="*/ 62 w 3"/>
                  <a:gd name="T5" fmla="*/ 22 h 3"/>
                  <a:gd name="T6" fmla="*/ 22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1" name="Freeform 764">
                <a:extLst>
                  <a:ext uri="{FF2B5EF4-FFF2-40B4-BE49-F238E27FC236}">
                    <a16:creationId xmlns:a16="http://schemas.microsoft.com/office/drawing/2014/main" id="{ECC452D5-B518-4682-B332-A3D4A3CD8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926"/>
                <a:ext cx="15" cy="17"/>
              </a:xfrm>
              <a:custGeom>
                <a:avLst/>
                <a:gdLst>
                  <a:gd name="T0" fmla="*/ 22 w 9"/>
                  <a:gd name="T1" fmla="*/ 317 h 9"/>
                  <a:gd name="T2" fmla="*/ 153 w 9"/>
                  <a:gd name="T3" fmla="*/ 357 h 9"/>
                  <a:gd name="T4" fmla="*/ 172 w 9"/>
                  <a:gd name="T5" fmla="*/ 144 h 9"/>
                  <a:gd name="T6" fmla="*/ 62 w 9"/>
                  <a:gd name="T7" fmla="*/ 53 h 9"/>
                  <a:gd name="T8" fmla="*/ 2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5" y="9"/>
                      <a:pt x="7" y="8"/>
                    </a:cubicBezTo>
                    <a:cubicBezTo>
                      <a:pt x="9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2" name="Freeform 765">
                <a:extLst>
                  <a:ext uri="{FF2B5EF4-FFF2-40B4-BE49-F238E27FC236}">
                    <a16:creationId xmlns:a16="http://schemas.microsoft.com/office/drawing/2014/main" id="{994208F2-D5FC-4AE5-A08C-53C6512C3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30"/>
                <a:ext cx="5" cy="5"/>
              </a:xfrm>
              <a:custGeom>
                <a:avLst/>
                <a:gdLst>
                  <a:gd name="T0" fmla="*/ 22 w 3"/>
                  <a:gd name="T1" fmla="*/ 62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22 h 3"/>
                  <a:gd name="T8" fmla="*/ 2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3" name="Freeform 766">
                <a:extLst>
                  <a:ext uri="{FF2B5EF4-FFF2-40B4-BE49-F238E27FC236}">
                    <a16:creationId xmlns:a16="http://schemas.microsoft.com/office/drawing/2014/main" id="{7874D3AA-704E-460A-956C-2308E0B03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913"/>
                <a:ext cx="17" cy="17"/>
              </a:xfrm>
              <a:custGeom>
                <a:avLst/>
                <a:gdLst>
                  <a:gd name="T0" fmla="*/ 44 w 10"/>
                  <a:gd name="T1" fmla="*/ 317 h 9"/>
                  <a:gd name="T2" fmla="*/ 168 w 10"/>
                  <a:gd name="T3" fmla="*/ 357 h 9"/>
                  <a:gd name="T4" fmla="*/ 218 w 10"/>
                  <a:gd name="T5" fmla="*/ 144 h 9"/>
                  <a:gd name="T6" fmla="*/ 75 w 10"/>
                  <a:gd name="T7" fmla="*/ 53 h 9"/>
                  <a:gd name="T8" fmla="*/ 44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10" y="5"/>
                      <a:pt x="9" y="3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4" name="Freeform 767">
                <a:extLst>
                  <a:ext uri="{FF2B5EF4-FFF2-40B4-BE49-F238E27FC236}">
                    <a16:creationId xmlns:a16="http://schemas.microsoft.com/office/drawing/2014/main" id="{F565A99D-3BAA-4E91-A0FA-DF4120818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917"/>
                <a:ext cx="5" cy="5"/>
              </a:xfrm>
              <a:custGeom>
                <a:avLst/>
                <a:gdLst>
                  <a:gd name="T0" fmla="*/ 0 w 3"/>
                  <a:gd name="T1" fmla="*/ 62 h 3"/>
                  <a:gd name="T2" fmla="*/ 37 w 3"/>
                  <a:gd name="T3" fmla="*/ 62 h 3"/>
                  <a:gd name="T4" fmla="*/ 37 w 3"/>
                  <a:gd name="T5" fmla="*/ 22 h 3"/>
                  <a:gd name="T6" fmla="*/ 0 w 3"/>
                  <a:gd name="T7" fmla="*/ 22 h 3"/>
                  <a:gd name="T8" fmla="*/ 0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1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5" name="Freeform 768">
                <a:extLst>
                  <a:ext uri="{FF2B5EF4-FFF2-40B4-BE49-F238E27FC236}">
                    <a16:creationId xmlns:a16="http://schemas.microsoft.com/office/drawing/2014/main" id="{ADA55FEB-13F7-45DF-8FDF-2E8C06E6D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900"/>
                <a:ext cx="15" cy="17"/>
              </a:xfrm>
              <a:custGeom>
                <a:avLst/>
                <a:gdLst>
                  <a:gd name="T0" fmla="*/ 22 w 9"/>
                  <a:gd name="T1" fmla="*/ 317 h 9"/>
                  <a:gd name="T2" fmla="*/ 153 w 9"/>
                  <a:gd name="T3" fmla="*/ 357 h 9"/>
                  <a:gd name="T4" fmla="*/ 172 w 9"/>
                  <a:gd name="T5" fmla="*/ 144 h 9"/>
                  <a:gd name="T6" fmla="*/ 62 w 9"/>
                  <a:gd name="T7" fmla="*/ 53 h 9"/>
                  <a:gd name="T8" fmla="*/ 2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5" y="9"/>
                      <a:pt x="7" y="8"/>
                    </a:cubicBezTo>
                    <a:cubicBezTo>
                      <a:pt x="9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6" name="Freeform 769">
                <a:extLst>
                  <a:ext uri="{FF2B5EF4-FFF2-40B4-BE49-F238E27FC236}">
                    <a16:creationId xmlns:a16="http://schemas.microsoft.com/office/drawing/2014/main" id="{C15353BD-D2DD-4915-B956-6852DF882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904"/>
                <a:ext cx="5" cy="5"/>
              </a:xfrm>
              <a:custGeom>
                <a:avLst/>
                <a:gdLst>
                  <a:gd name="T0" fmla="*/ 22 w 3"/>
                  <a:gd name="T1" fmla="*/ 37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22 h 3"/>
                  <a:gd name="T8" fmla="*/ 2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7" name="Freeform 770">
                <a:extLst>
                  <a:ext uri="{FF2B5EF4-FFF2-40B4-BE49-F238E27FC236}">
                    <a16:creationId xmlns:a16="http://schemas.microsoft.com/office/drawing/2014/main" id="{C40F44C4-FBB4-48EF-BA2E-7CAA06136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887"/>
                <a:ext cx="15" cy="17"/>
              </a:xfrm>
              <a:custGeom>
                <a:avLst/>
                <a:gdLst>
                  <a:gd name="T0" fmla="*/ 22 w 9"/>
                  <a:gd name="T1" fmla="*/ 272 h 9"/>
                  <a:gd name="T2" fmla="*/ 130 w 9"/>
                  <a:gd name="T3" fmla="*/ 357 h 9"/>
                  <a:gd name="T4" fmla="*/ 172 w 9"/>
                  <a:gd name="T5" fmla="*/ 100 h 9"/>
                  <a:gd name="T6" fmla="*/ 62 w 9"/>
                  <a:gd name="T7" fmla="*/ 53 h 9"/>
                  <a:gd name="T8" fmla="*/ 2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2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8" name="Freeform 771">
                <a:extLst>
                  <a:ext uri="{FF2B5EF4-FFF2-40B4-BE49-F238E27FC236}">
                    <a16:creationId xmlns:a16="http://schemas.microsoft.com/office/drawing/2014/main" id="{B7C7013C-5177-45D0-B755-2D15D71BF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891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9" name="Freeform 772">
                <a:extLst>
                  <a:ext uri="{FF2B5EF4-FFF2-40B4-BE49-F238E27FC236}">
                    <a16:creationId xmlns:a16="http://schemas.microsoft.com/office/drawing/2014/main" id="{258C1E00-5586-40E9-92C6-B4568FBAA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872"/>
                <a:ext cx="15" cy="17"/>
              </a:xfrm>
              <a:custGeom>
                <a:avLst/>
                <a:gdLst>
                  <a:gd name="T0" fmla="*/ 22 w 9"/>
                  <a:gd name="T1" fmla="*/ 317 h 9"/>
                  <a:gd name="T2" fmla="*/ 153 w 9"/>
                  <a:gd name="T3" fmla="*/ 357 h 9"/>
                  <a:gd name="T4" fmla="*/ 172 w 9"/>
                  <a:gd name="T5" fmla="*/ 144 h 9"/>
                  <a:gd name="T6" fmla="*/ 62 w 9"/>
                  <a:gd name="T7" fmla="*/ 53 h 9"/>
                  <a:gd name="T8" fmla="*/ 2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5" y="9"/>
                      <a:pt x="7" y="8"/>
                    </a:cubicBezTo>
                    <a:cubicBezTo>
                      <a:pt x="9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0" name="Freeform 773">
                <a:extLst>
                  <a:ext uri="{FF2B5EF4-FFF2-40B4-BE49-F238E27FC236}">
                    <a16:creationId xmlns:a16="http://schemas.microsoft.com/office/drawing/2014/main" id="{B63CD85E-EBA0-4858-BE24-7084CC087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876"/>
                <a:ext cx="5" cy="5"/>
              </a:xfrm>
              <a:custGeom>
                <a:avLst/>
                <a:gdLst>
                  <a:gd name="T0" fmla="*/ 22 w 3"/>
                  <a:gd name="T1" fmla="*/ 62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22 h 3"/>
                  <a:gd name="T8" fmla="*/ 2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1" name="Freeform 774">
                <a:extLst>
                  <a:ext uri="{FF2B5EF4-FFF2-40B4-BE49-F238E27FC236}">
                    <a16:creationId xmlns:a16="http://schemas.microsoft.com/office/drawing/2014/main" id="{E46F6E04-0A9C-4777-B51B-99C1E5FEE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859"/>
                <a:ext cx="17" cy="17"/>
              </a:xfrm>
              <a:custGeom>
                <a:avLst/>
                <a:gdLst>
                  <a:gd name="T0" fmla="*/ 26 w 10"/>
                  <a:gd name="T1" fmla="*/ 272 h 9"/>
                  <a:gd name="T2" fmla="*/ 168 w 10"/>
                  <a:gd name="T3" fmla="*/ 357 h 9"/>
                  <a:gd name="T4" fmla="*/ 218 w 10"/>
                  <a:gd name="T5" fmla="*/ 100 h 9"/>
                  <a:gd name="T6" fmla="*/ 75 w 10"/>
                  <a:gd name="T7" fmla="*/ 53 h 9"/>
                  <a:gd name="T8" fmla="*/ 26 w 10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6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10" y="4"/>
                      <a:pt x="9" y="2"/>
                    </a:cubicBezTo>
                    <a:cubicBezTo>
                      <a:pt x="8" y="0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2" name="Freeform 775">
                <a:extLst>
                  <a:ext uri="{FF2B5EF4-FFF2-40B4-BE49-F238E27FC236}">
                    <a16:creationId xmlns:a16="http://schemas.microsoft.com/office/drawing/2014/main" id="{FE825662-D643-4F8D-A21C-DD77D6BB1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863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62 h 3"/>
                  <a:gd name="T4" fmla="*/ 37 w 3"/>
                  <a:gd name="T5" fmla="*/ 22 h 3"/>
                  <a:gd name="T6" fmla="*/ 0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3" name="Freeform 776">
                <a:extLst>
                  <a:ext uri="{FF2B5EF4-FFF2-40B4-BE49-F238E27FC236}">
                    <a16:creationId xmlns:a16="http://schemas.microsoft.com/office/drawing/2014/main" id="{F5302788-E24E-4F7E-BD36-819C6DD12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844"/>
                <a:ext cx="16" cy="17"/>
              </a:xfrm>
              <a:custGeom>
                <a:avLst/>
                <a:gdLst>
                  <a:gd name="T0" fmla="*/ 0 w 9"/>
                  <a:gd name="T1" fmla="*/ 272 h 9"/>
                  <a:gd name="T2" fmla="*/ 203 w 9"/>
                  <a:gd name="T3" fmla="*/ 357 h 9"/>
                  <a:gd name="T4" fmla="*/ 247 w 9"/>
                  <a:gd name="T5" fmla="*/ 144 h 9"/>
                  <a:gd name="T6" fmla="*/ 66 w 9"/>
                  <a:gd name="T7" fmla="*/ 53 h 9"/>
                  <a:gd name="T8" fmla="*/ 0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4" y="0"/>
                      <a:pt x="2" y="1"/>
                    </a:cubicBezTo>
                    <a:cubicBezTo>
                      <a:pt x="0" y="2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4" name="Freeform 777">
                <a:extLst>
                  <a:ext uri="{FF2B5EF4-FFF2-40B4-BE49-F238E27FC236}">
                    <a16:creationId xmlns:a16="http://schemas.microsoft.com/office/drawing/2014/main" id="{13067100-952A-4A89-844E-08813962A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848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128 w 3"/>
                  <a:gd name="T3" fmla="*/ 192 h 3"/>
                  <a:gd name="T4" fmla="*/ 128 w 3"/>
                  <a:gd name="T5" fmla="*/ 64 h 3"/>
                  <a:gd name="T6" fmla="*/ 64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5" name="Freeform 778">
                <a:extLst>
                  <a:ext uri="{FF2B5EF4-FFF2-40B4-BE49-F238E27FC236}">
                    <a16:creationId xmlns:a16="http://schemas.microsoft.com/office/drawing/2014/main" id="{96145B41-E99F-4BD7-9B1A-D0E123BE8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829"/>
                <a:ext cx="16" cy="19"/>
              </a:xfrm>
              <a:custGeom>
                <a:avLst/>
                <a:gdLst>
                  <a:gd name="T0" fmla="*/ 37 w 9"/>
                  <a:gd name="T1" fmla="*/ 329 h 10"/>
                  <a:gd name="T2" fmla="*/ 208 w 9"/>
                  <a:gd name="T3" fmla="*/ 380 h 10"/>
                  <a:gd name="T4" fmla="*/ 247 w 9"/>
                  <a:gd name="T5" fmla="*/ 144 h 10"/>
                  <a:gd name="T6" fmla="*/ 66 w 9"/>
                  <a:gd name="T7" fmla="*/ 105 h 10"/>
                  <a:gd name="T8" fmla="*/ 37 w 9"/>
                  <a:gd name="T9" fmla="*/ 3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2" y="9"/>
                      <a:pt x="5" y="10"/>
                      <a:pt x="7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6" name="Freeform 779">
                <a:extLst>
                  <a:ext uri="{FF2B5EF4-FFF2-40B4-BE49-F238E27FC236}">
                    <a16:creationId xmlns:a16="http://schemas.microsoft.com/office/drawing/2014/main" id="{CC0406E9-748C-4F14-A75F-E059696EA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835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62 w 3"/>
                  <a:gd name="T5" fmla="*/ 0 h 3"/>
                  <a:gd name="T6" fmla="*/ 22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7" name="Freeform 780">
                <a:extLst>
                  <a:ext uri="{FF2B5EF4-FFF2-40B4-BE49-F238E27FC236}">
                    <a16:creationId xmlns:a16="http://schemas.microsoft.com/office/drawing/2014/main" id="{3BDBB9E0-DEC3-4275-B9AC-56C3F6780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816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8 w 9"/>
                  <a:gd name="T3" fmla="*/ 357 h 9"/>
                  <a:gd name="T4" fmla="*/ 247 w 9"/>
                  <a:gd name="T5" fmla="*/ 100 h 9"/>
                  <a:gd name="T6" fmla="*/ 66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8" name="Freeform 781">
                <a:extLst>
                  <a:ext uri="{FF2B5EF4-FFF2-40B4-BE49-F238E27FC236}">
                    <a16:creationId xmlns:a16="http://schemas.microsoft.com/office/drawing/2014/main" id="{BF74446A-5445-49BA-A271-64B134316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820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62 w 3"/>
                  <a:gd name="T5" fmla="*/ 64 h 3"/>
                  <a:gd name="T6" fmla="*/ 22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9" name="Freeform 782">
                <a:extLst>
                  <a:ext uri="{FF2B5EF4-FFF2-40B4-BE49-F238E27FC236}">
                    <a16:creationId xmlns:a16="http://schemas.microsoft.com/office/drawing/2014/main" id="{19693DBB-541A-4536-948E-DA27024B0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802"/>
                <a:ext cx="15" cy="16"/>
              </a:xfrm>
              <a:custGeom>
                <a:avLst/>
                <a:gdLst>
                  <a:gd name="T0" fmla="*/ 22 w 9"/>
                  <a:gd name="T1" fmla="*/ 208 h 9"/>
                  <a:gd name="T2" fmla="*/ 153 w 9"/>
                  <a:gd name="T3" fmla="*/ 247 h 9"/>
                  <a:gd name="T4" fmla="*/ 172 w 9"/>
                  <a:gd name="T5" fmla="*/ 89 h 9"/>
                  <a:gd name="T6" fmla="*/ 37 w 9"/>
                  <a:gd name="T7" fmla="*/ 37 h 9"/>
                  <a:gd name="T8" fmla="*/ 22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5" y="9"/>
                      <a:pt x="7" y="8"/>
                    </a:cubicBezTo>
                    <a:cubicBezTo>
                      <a:pt x="8" y="7"/>
                      <a:pt x="9" y="4"/>
                      <a:pt x="8" y="3"/>
                    </a:cubicBezTo>
                    <a:cubicBezTo>
                      <a:pt x="6" y="1"/>
                      <a:pt x="4" y="0"/>
                      <a:pt x="2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0" name="Freeform 783">
                <a:extLst>
                  <a:ext uri="{FF2B5EF4-FFF2-40B4-BE49-F238E27FC236}">
                    <a16:creationId xmlns:a16="http://schemas.microsoft.com/office/drawing/2014/main" id="{EB5FBF83-EA7D-4560-9151-F2CDEA77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805"/>
                <a:ext cx="5" cy="6"/>
              </a:xfrm>
              <a:custGeom>
                <a:avLst/>
                <a:gdLst>
                  <a:gd name="T0" fmla="*/ 0 w 3"/>
                  <a:gd name="T1" fmla="*/ 192 h 3"/>
                  <a:gd name="T2" fmla="*/ 37 w 3"/>
                  <a:gd name="T3" fmla="*/ 192 h 3"/>
                  <a:gd name="T4" fmla="*/ 62 w 3"/>
                  <a:gd name="T5" fmla="*/ 64 h 3"/>
                  <a:gd name="T6" fmla="*/ 22 w 3"/>
                  <a:gd name="T7" fmla="*/ 64 h 3"/>
                  <a:gd name="T8" fmla="*/ 0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1" name="Freeform 784">
                <a:extLst>
                  <a:ext uri="{FF2B5EF4-FFF2-40B4-BE49-F238E27FC236}">
                    <a16:creationId xmlns:a16="http://schemas.microsoft.com/office/drawing/2014/main" id="{D5C55A7D-7D6C-45C3-AFAC-10161A53E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789"/>
                <a:ext cx="16" cy="16"/>
              </a:xfrm>
              <a:custGeom>
                <a:avLst/>
                <a:gdLst>
                  <a:gd name="T0" fmla="*/ 37 w 9"/>
                  <a:gd name="T1" fmla="*/ 203 h 9"/>
                  <a:gd name="T2" fmla="*/ 208 w 9"/>
                  <a:gd name="T3" fmla="*/ 208 h 9"/>
                  <a:gd name="T4" fmla="*/ 247 w 9"/>
                  <a:gd name="T5" fmla="*/ 66 h 9"/>
                  <a:gd name="T6" fmla="*/ 66 w 9"/>
                  <a:gd name="T7" fmla="*/ 37 h 9"/>
                  <a:gd name="T8" fmla="*/ 37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5" y="9"/>
                      <a:pt x="7" y="7"/>
                    </a:cubicBezTo>
                    <a:cubicBezTo>
                      <a:pt x="8" y="6"/>
                      <a:pt x="9" y="4"/>
                      <a:pt x="8" y="2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2" name="Freeform 785">
                <a:extLst>
                  <a:ext uri="{FF2B5EF4-FFF2-40B4-BE49-F238E27FC236}">
                    <a16:creationId xmlns:a16="http://schemas.microsoft.com/office/drawing/2014/main" id="{0687987E-78E5-44C6-A2BC-D124D1937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792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128 w 3"/>
                  <a:gd name="T3" fmla="*/ 128 h 3"/>
                  <a:gd name="T4" fmla="*/ 192 w 3"/>
                  <a:gd name="T5" fmla="*/ 0 h 3"/>
                  <a:gd name="T6" fmla="*/ 64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3" name="Freeform 786">
                <a:extLst>
                  <a:ext uri="{FF2B5EF4-FFF2-40B4-BE49-F238E27FC236}">
                    <a16:creationId xmlns:a16="http://schemas.microsoft.com/office/drawing/2014/main" id="{14EC00B5-CD2D-427D-A5E3-671F2CF73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774"/>
                <a:ext cx="16" cy="16"/>
              </a:xfrm>
              <a:custGeom>
                <a:avLst/>
                <a:gdLst>
                  <a:gd name="T0" fmla="*/ 66 w 9"/>
                  <a:gd name="T1" fmla="*/ 203 h 9"/>
                  <a:gd name="T2" fmla="*/ 208 w 9"/>
                  <a:gd name="T3" fmla="*/ 247 h 9"/>
                  <a:gd name="T4" fmla="*/ 247 w 9"/>
                  <a:gd name="T5" fmla="*/ 66 h 9"/>
                  <a:gd name="T6" fmla="*/ 89 w 9"/>
                  <a:gd name="T7" fmla="*/ 37 h 9"/>
                  <a:gd name="T8" fmla="*/ 66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6"/>
                    </a:moveTo>
                    <a:cubicBezTo>
                      <a:pt x="3" y="8"/>
                      <a:pt x="5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5"/>
                      <a:pt x="2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4" name="Freeform 787">
                <a:extLst>
                  <a:ext uri="{FF2B5EF4-FFF2-40B4-BE49-F238E27FC236}">
                    <a16:creationId xmlns:a16="http://schemas.microsoft.com/office/drawing/2014/main" id="{9DE69EED-89ED-42E7-851D-53097E014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777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37 w 3"/>
                  <a:gd name="T5" fmla="*/ 64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5" name="Freeform 788">
                <a:extLst>
                  <a:ext uri="{FF2B5EF4-FFF2-40B4-BE49-F238E27FC236}">
                    <a16:creationId xmlns:a16="http://schemas.microsoft.com/office/drawing/2014/main" id="{701655C5-8B29-4F34-8475-B9359B6B8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759"/>
                <a:ext cx="15" cy="17"/>
              </a:xfrm>
              <a:custGeom>
                <a:avLst/>
                <a:gdLst>
                  <a:gd name="T0" fmla="*/ 22 w 9"/>
                  <a:gd name="T1" fmla="*/ 272 h 9"/>
                  <a:gd name="T2" fmla="*/ 153 w 9"/>
                  <a:gd name="T3" fmla="*/ 317 h 9"/>
                  <a:gd name="T4" fmla="*/ 172 w 9"/>
                  <a:gd name="T5" fmla="*/ 100 h 9"/>
                  <a:gd name="T6" fmla="*/ 37 w 9"/>
                  <a:gd name="T7" fmla="*/ 53 h 9"/>
                  <a:gd name="T8" fmla="*/ 2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5" y="9"/>
                      <a:pt x="7" y="7"/>
                    </a:cubicBezTo>
                    <a:cubicBezTo>
                      <a:pt x="8" y="6"/>
                      <a:pt x="9" y="4"/>
                      <a:pt x="8" y="2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6" name="Freeform 789">
                <a:extLst>
                  <a:ext uri="{FF2B5EF4-FFF2-40B4-BE49-F238E27FC236}">
                    <a16:creationId xmlns:a16="http://schemas.microsoft.com/office/drawing/2014/main" id="{C1885D3F-9EC4-4D7B-90EF-4844D5C51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763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37 h 3"/>
                  <a:gd name="T4" fmla="*/ 62 w 3"/>
                  <a:gd name="T5" fmla="*/ 22 h 3"/>
                  <a:gd name="T6" fmla="*/ 22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7" name="Freeform 790">
                <a:extLst>
                  <a:ext uri="{FF2B5EF4-FFF2-40B4-BE49-F238E27FC236}">
                    <a16:creationId xmlns:a16="http://schemas.microsoft.com/office/drawing/2014/main" id="{6285880E-701C-4854-B43F-AC2F0CFA8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744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08 w 9"/>
                  <a:gd name="T3" fmla="*/ 317 h 9"/>
                  <a:gd name="T4" fmla="*/ 247 w 9"/>
                  <a:gd name="T5" fmla="*/ 100 h 9"/>
                  <a:gd name="T6" fmla="*/ 66 w 9"/>
                  <a:gd name="T7" fmla="*/ 53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8" name="Freeform 791">
                <a:extLst>
                  <a:ext uri="{FF2B5EF4-FFF2-40B4-BE49-F238E27FC236}">
                    <a16:creationId xmlns:a16="http://schemas.microsoft.com/office/drawing/2014/main" id="{DF75C933-2D37-4137-B079-C17E891AE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748"/>
                <a:ext cx="6" cy="5"/>
              </a:xfrm>
              <a:custGeom>
                <a:avLst/>
                <a:gdLst>
                  <a:gd name="T0" fmla="*/ 0 w 3"/>
                  <a:gd name="T1" fmla="*/ 62 h 3"/>
                  <a:gd name="T2" fmla="*/ 128 w 3"/>
                  <a:gd name="T3" fmla="*/ 62 h 3"/>
                  <a:gd name="T4" fmla="*/ 128 w 3"/>
                  <a:gd name="T5" fmla="*/ 22 h 3"/>
                  <a:gd name="T6" fmla="*/ 0 w 3"/>
                  <a:gd name="T7" fmla="*/ 22 h 3"/>
                  <a:gd name="T8" fmla="*/ 0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9" name="Freeform 792">
                <a:extLst>
                  <a:ext uri="{FF2B5EF4-FFF2-40B4-BE49-F238E27FC236}">
                    <a16:creationId xmlns:a16="http://schemas.microsoft.com/office/drawing/2014/main" id="{14604C5D-E465-4D36-BB13-874C2C9C1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729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57 h 9"/>
                  <a:gd name="T4" fmla="*/ 208 w 9"/>
                  <a:gd name="T5" fmla="*/ 100 h 9"/>
                  <a:gd name="T6" fmla="*/ 66 w 9"/>
                  <a:gd name="T7" fmla="*/ 100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6"/>
                      <a:pt x="9" y="4"/>
                      <a:pt x="7" y="2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3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0" name="Freeform 793">
                <a:extLst>
                  <a:ext uri="{FF2B5EF4-FFF2-40B4-BE49-F238E27FC236}">
                    <a16:creationId xmlns:a16="http://schemas.microsoft.com/office/drawing/2014/main" id="{6E9050C4-7E75-4C0F-A9E3-466D90B6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733"/>
                <a:ext cx="5" cy="5"/>
              </a:xfrm>
              <a:custGeom>
                <a:avLst/>
                <a:gdLst>
                  <a:gd name="T0" fmla="*/ 22 w 3"/>
                  <a:gd name="T1" fmla="*/ 62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22 h 3"/>
                  <a:gd name="T8" fmla="*/ 2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1" name="Freeform 794">
                <a:extLst>
                  <a:ext uri="{FF2B5EF4-FFF2-40B4-BE49-F238E27FC236}">
                    <a16:creationId xmlns:a16="http://schemas.microsoft.com/office/drawing/2014/main" id="{594FF428-2583-4E40-A0DE-BF11FF4F2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714"/>
                <a:ext cx="14" cy="17"/>
              </a:xfrm>
              <a:custGeom>
                <a:avLst/>
                <a:gdLst>
                  <a:gd name="T0" fmla="*/ 37 w 8"/>
                  <a:gd name="T1" fmla="*/ 357 h 9"/>
                  <a:gd name="T2" fmla="*/ 200 w 8"/>
                  <a:gd name="T3" fmla="*/ 357 h 9"/>
                  <a:gd name="T4" fmla="*/ 200 w 8"/>
                  <a:gd name="T5" fmla="*/ 100 h 9"/>
                  <a:gd name="T6" fmla="*/ 37 w 8"/>
                  <a:gd name="T7" fmla="*/ 100 h 9"/>
                  <a:gd name="T8" fmla="*/ 37 w 8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8"/>
                    </a:moveTo>
                    <a:cubicBezTo>
                      <a:pt x="2" y="9"/>
                      <a:pt x="5" y="9"/>
                      <a:pt x="7" y="8"/>
                    </a:cubicBezTo>
                    <a:cubicBezTo>
                      <a:pt x="8" y="6"/>
                      <a:pt x="8" y="4"/>
                      <a:pt x="7" y="2"/>
                    </a:cubicBezTo>
                    <a:cubicBezTo>
                      <a:pt x="5" y="1"/>
                      <a:pt x="3" y="0"/>
                      <a:pt x="1" y="2"/>
                    </a:cubicBezTo>
                    <a:cubicBezTo>
                      <a:pt x="0" y="3"/>
                      <a:pt x="0" y="6"/>
                      <a:pt x="1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2" name="Freeform 795">
                <a:extLst>
                  <a:ext uri="{FF2B5EF4-FFF2-40B4-BE49-F238E27FC236}">
                    <a16:creationId xmlns:a16="http://schemas.microsoft.com/office/drawing/2014/main" id="{59AB8EA9-C292-4FC1-B45E-239CF6F2C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718"/>
                <a:ext cx="5" cy="6"/>
              </a:xfrm>
              <a:custGeom>
                <a:avLst/>
                <a:gdLst>
                  <a:gd name="T0" fmla="*/ 0 w 3"/>
                  <a:gd name="T1" fmla="*/ 192 h 3"/>
                  <a:gd name="T2" fmla="*/ 37 w 3"/>
                  <a:gd name="T3" fmla="*/ 192 h 3"/>
                  <a:gd name="T4" fmla="*/ 37 w 3"/>
                  <a:gd name="T5" fmla="*/ 64 h 3"/>
                  <a:gd name="T6" fmla="*/ 0 w 3"/>
                  <a:gd name="T7" fmla="*/ 64 h 3"/>
                  <a:gd name="T8" fmla="*/ 0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3" name="Freeform 796">
                <a:extLst>
                  <a:ext uri="{FF2B5EF4-FFF2-40B4-BE49-F238E27FC236}">
                    <a16:creationId xmlns:a16="http://schemas.microsoft.com/office/drawing/2014/main" id="{74F70824-CF84-4F7B-92D6-C08A86D23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699"/>
                <a:ext cx="15" cy="17"/>
              </a:xfrm>
              <a:custGeom>
                <a:avLst/>
                <a:gdLst>
                  <a:gd name="T0" fmla="*/ 37 w 9"/>
                  <a:gd name="T1" fmla="*/ 317 h 9"/>
                  <a:gd name="T2" fmla="*/ 153 w 9"/>
                  <a:gd name="T3" fmla="*/ 357 h 9"/>
                  <a:gd name="T4" fmla="*/ 172 w 9"/>
                  <a:gd name="T5" fmla="*/ 100 h 9"/>
                  <a:gd name="T6" fmla="*/ 37 w 9"/>
                  <a:gd name="T7" fmla="*/ 100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6" y="0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4" name="Freeform 797">
                <a:extLst>
                  <a:ext uri="{FF2B5EF4-FFF2-40B4-BE49-F238E27FC236}">
                    <a16:creationId xmlns:a16="http://schemas.microsoft.com/office/drawing/2014/main" id="{6E15CA61-3A76-406C-AE69-CB5D39F64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703"/>
                <a:ext cx="5" cy="6"/>
              </a:xfrm>
              <a:custGeom>
                <a:avLst/>
                <a:gdLst>
                  <a:gd name="T0" fmla="*/ 0 w 3"/>
                  <a:gd name="T1" fmla="*/ 192 h 3"/>
                  <a:gd name="T2" fmla="*/ 37 w 3"/>
                  <a:gd name="T3" fmla="*/ 192 h 3"/>
                  <a:gd name="T4" fmla="*/ 37 w 3"/>
                  <a:gd name="T5" fmla="*/ 64 h 3"/>
                  <a:gd name="T6" fmla="*/ 0 w 3"/>
                  <a:gd name="T7" fmla="*/ 64 h 3"/>
                  <a:gd name="T8" fmla="*/ 0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5" name="Freeform 798">
                <a:extLst>
                  <a:ext uri="{FF2B5EF4-FFF2-40B4-BE49-F238E27FC236}">
                    <a16:creationId xmlns:a16="http://schemas.microsoft.com/office/drawing/2014/main" id="{23734804-F157-4DB7-85CA-239B08863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685"/>
                <a:ext cx="16" cy="16"/>
              </a:xfrm>
              <a:custGeom>
                <a:avLst/>
                <a:gdLst>
                  <a:gd name="T0" fmla="*/ 37 w 9"/>
                  <a:gd name="T1" fmla="*/ 208 h 9"/>
                  <a:gd name="T2" fmla="*/ 208 w 9"/>
                  <a:gd name="T3" fmla="*/ 247 h 9"/>
                  <a:gd name="T4" fmla="*/ 208 w 9"/>
                  <a:gd name="T5" fmla="*/ 66 h 9"/>
                  <a:gd name="T6" fmla="*/ 37 w 9"/>
                  <a:gd name="T7" fmla="*/ 66 h 9"/>
                  <a:gd name="T8" fmla="*/ 3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6"/>
                      <a:pt x="9" y="4"/>
                      <a:pt x="7" y="2"/>
                    </a:cubicBezTo>
                    <a:cubicBezTo>
                      <a:pt x="6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6" name="Freeform 799">
                <a:extLst>
                  <a:ext uri="{FF2B5EF4-FFF2-40B4-BE49-F238E27FC236}">
                    <a16:creationId xmlns:a16="http://schemas.microsoft.com/office/drawing/2014/main" id="{32B078B4-BDC0-4F0E-9AD8-E047AF2B3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688"/>
                <a:ext cx="6" cy="6"/>
              </a:xfrm>
              <a:custGeom>
                <a:avLst/>
                <a:gdLst>
                  <a:gd name="T0" fmla="*/ 0 w 3"/>
                  <a:gd name="T1" fmla="*/ 192 h 3"/>
                  <a:gd name="T2" fmla="*/ 128 w 3"/>
                  <a:gd name="T3" fmla="*/ 192 h 3"/>
                  <a:gd name="T4" fmla="*/ 128 w 3"/>
                  <a:gd name="T5" fmla="*/ 64 h 3"/>
                  <a:gd name="T6" fmla="*/ 64 w 3"/>
                  <a:gd name="T7" fmla="*/ 64 h 3"/>
                  <a:gd name="T8" fmla="*/ 0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7" name="Freeform 800">
                <a:extLst>
                  <a:ext uri="{FF2B5EF4-FFF2-40B4-BE49-F238E27FC236}">
                    <a16:creationId xmlns:a16="http://schemas.microsoft.com/office/drawing/2014/main" id="{01434530-F2C3-4B7F-B782-D96DF1B91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3067"/>
                <a:ext cx="14" cy="17"/>
              </a:xfrm>
              <a:custGeom>
                <a:avLst/>
                <a:gdLst>
                  <a:gd name="T0" fmla="*/ 0 w 8"/>
                  <a:gd name="T1" fmla="*/ 213 h 9"/>
                  <a:gd name="T2" fmla="*/ 151 w 8"/>
                  <a:gd name="T3" fmla="*/ 357 h 9"/>
                  <a:gd name="T4" fmla="*/ 236 w 8"/>
                  <a:gd name="T5" fmla="*/ 189 h 9"/>
                  <a:gd name="T6" fmla="*/ 86 w 8"/>
                  <a:gd name="T7" fmla="*/ 0 h 9"/>
                  <a:gd name="T8" fmla="*/ 0 w 8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1" y="7"/>
                      <a:pt x="3" y="9"/>
                      <a:pt x="5" y="8"/>
                    </a:cubicBezTo>
                    <a:cubicBezTo>
                      <a:pt x="7" y="8"/>
                      <a:pt x="8" y="6"/>
                      <a:pt x="8" y="4"/>
                    </a:cubicBezTo>
                    <a:cubicBezTo>
                      <a:pt x="8" y="1"/>
                      <a:pt x="6" y="0"/>
                      <a:pt x="3" y="0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8" name="Freeform 801">
                <a:extLst>
                  <a:ext uri="{FF2B5EF4-FFF2-40B4-BE49-F238E27FC236}">
                    <a16:creationId xmlns:a16="http://schemas.microsoft.com/office/drawing/2014/main" id="{2172424A-C256-406E-A245-D46CF23F9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071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37 w 3"/>
                  <a:gd name="T3" fmla="*/ 128 h 3"/>
                  <a:gd name="T4" fmla="*/ 62 w 3"/>
                  <a:gd name="T5" fmla="*/ 64 h 3"/>
                  <a:gd name="T6" fmla="*/ 37 w 3"/>
                  <a:gd name="T7" fmla="*/ 0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1" y="3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9" name="Freeform 802">
                <a:extLst>
                  <a:ext uri="{FF2B5EF4-FFF2-40B4-BE49-F238E27FC236}">
                    <a16:creationId xmlns:a16="http://schemas.microsoft.com/office/drawing/2014/main" id="{433939AC-1BE6-4D98-BB83-2C18C6BF3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056"/>
                <a:ext cx="16" cy="15"/>
              </a:xfrm>
              <a:custGeom>
                <a:avLst/>
                <a:gdLst>
                  <a:gd name="T0" fmla="*/ 37 w 9"/>
                  <a:gd name="T1" fmla="*/ 212 h 8"/>
                  <a:gd name="T2" fmla="*/ 158 w 9"/>
                  <a:gd name="T3" fmla="*/ 349 h 8"/>
                  <a:gd name="T4" fmla="*/ 281 w 9"/>
                  <a:gd name="T5" fmla="*/ 137 h 8"/>
                  <a:gd name="T6" fmla="*/ 117 w 9"/>
                  <a:gd name="T7" fmla="*/ 0 h 8"/>
                  <a:gd name="T8" fmla="*/ 37 w 9"/>
                  <a:gd name="T9" fmla="*/ 2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5"/>
                    </a:moveTo>
                    <a:cubicBezTo>
                      <a:pt x="1" y="7"/>
                      <a:pt x="3" y="8"/>
                      <a:pt x="5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2" y="0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0" name="Freeform 803">
                <a:extLst>
                  <a:ext uri="{FF2B5EF4-FFF2-40B4-BE49-F238E27FC236}">
                    <a16:creationId xmlns:a16="http://schemas.microsoft.com/office/drawing/2014/main" id="{9AD0080B-498A-4850-9B8F-DF6B9A020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060"/>
                <a:ext cx="6" cy="4"/>
              </a:xfrm>
              <a:custGeom>
                <a:avLst/>
                <a:gdLst>
                  <a:gd name="T0" fmla="*/ 0 w 3"/>
                  <a:gd name="T1" fmla="*/ 64 h 2"/>
                  <a:gd name="T2" fmla="*/ 128 w 3"/>
                  <a:gd name="T3" fmla="*/ 128 h 2"/>
                  <a:gd name="T4" fmla="*/ 192 w 3"/>
                  <a:gd name="T5" fmla="*/ 64 h 2"/>
                  <a:gd name="T6" fmla="*/ 64 w 3"/>
                  <a:gd name="T7" fmla="*/ 0 h 2"/>
                  <a:gd name="T8" fmla="*/ 0 w 3"/>
                  <a:gd name="T9" fmla="*/ 6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1" name="Freeform 804">
                <a:extLst>
                  <a:ext uri="{FF2B5EF4-FFF2-40B4-BE49-F238E27FC236}">
                    <a16:creationId xmlns:a16="http://schemas.microsoft.com/office/drawing/2014/main" id="{C2275086-DC1B-44B1-AF4A-F7BAE169C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3043"/>
                <a:ext cx="15" cy="17"/>
              </a:xfrm>
              <a:custGeom>
                <a:avLst/>
                <a:gdLst>
                  <a:gd name="T0" fmla="*/ 22 w 9"/>
                  <a:gd name="T1" fmla="*/ 272 h 9"/>
                  <a:gd name="T2" fmla="*/ 130 w 9"/>
                  <a:gd name="T3" fmla="*/ 357 h 9"/>
                  <a:gd name="T4" fmla="*/ 195 w 9"/>
                  <a:gd name="T5" fmla="*/ 144 h 9"/>
                  <a:gd name="T6" fmla="*/ 92 w 9"/>
                  <a:gd name="T7" fmla="*/ 53 h 9"/>
                  <a:gd name="T8" fmla="*/ 2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8" y="1"/>
                      <a:pt x="6" y="0"/>
                      <a:pt x="4" y="1"/>
                    </a:cubicBezTo>
                    <a:cubicBezTo>
                      <a:pt x="2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2" name="Freeform 805">
                <a:extLst>
                  <a:ext uri="{FF2B5EF4-FFF2-40B4-BE49-F238E27FC236}">
                    <a16:creationId xmlns:a16="http://schemas.microsoft.com/office/drawing/2014/main" id="{BE1717C1-4496-4D26-B21B-5618D5CA0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3047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3" name="Freeform 806">
                <a:extLst>
                  <a:ext uri="{FF2B5EF4-FFF2-40B4-BE49-F238E27FC236}">
                    <a16:creationId xmlns:a16="http://schemas.microsoft.com/office/drawing/2014/main" id="{AB61CF13-DEE9-4C07-8BCA-62831B82F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032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357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4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4" name="Freeform 807">
                <a:extLst>
                  <a:ext uri="{FF2B5EF4-FFF2-40B4-BE49-F238E27FC236}">
                    <a16:creationId xmlns:a16="http://schemas.microsoft.com/office/drawing/2014/main" id="{5DE90FEE-71A5-4ED4-9294-1621EDC19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3036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5" name="Freeform 808">
                <a:extLst>
                  <a:ext uri="{FF2B5EF4-FFF2-40B4-BE49-F238E27FC236}">
                    <a16:creationId xmlns:a16="http://schemas.microsoft.com/office/drawing/2014/main" id="{C363C822-2498-4597-98CF-A5C854A50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021"/>
                <a:ext cx="16" cy="17"/>
              </a:xfrm>
              <a:custGeom>
                <a:avLst/>
                <a:gdLst>
                  <a:gd name="T0" fmla="*/ 0 w 9"/>
                  <a:gd name="T1" fmla="*/ 213 h 9"/>
                  <a:gd name="T2" fmla="*/ 203 w 9"/>
                  <a:gd name="T3" fmla="*/ 357 h 9"/>
                  <a:gd name="T4" fmla="*/ 247 w 9"/>
                  <a:gd name="T5" fmla="*/ 144 h 9"/>
                  <a:gd name="T6" fmla="*/ 89 w 9"/>
                  <a:gd name="T7" fmla="*/ 0 h 9"/>
                  <a:gd name="T8" fmla="*/ 0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1" y="8"/>
                      <a:pt x="3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827" name="Group 1010">
              <a:extLst>
                <a:ext uri="{FF2B5EF4-FFF2-40B4-BE49-F238E27FC236}">
                  <a16:creationId xmlns:a16="http://schemas.microsoft.com/office/drawing/2014/main" id="{16FAD40B-BE5F-4B06-BA6D-D2868C0B43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1" y="2428"/>
              <a:ext cx="685" cy="760"/>
              <a:chOff x="921" y="2428"/>
              <a:chExt cx="685" cy="760"/>
            </a:xfrm>
          </p:grpSpPr>
          <p:sp>
            <p:nvSpPr>
              <p:cNvPr id="29876" name="Freeform 810">
                <a:extLst>
                  <a:ext uri="{FF2B5EF4-FFF2-40B4-BE49-F238E27FC236}">
                    <a16:creationId xmlns:a16="http://schemas.microsoft.com/office/drawing/2014/main" id="{65BFF3C4-F477-4B59-86E7-6F4833171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025"/>
                <a:ext cx="6" cy="5"/>
              </a:xfrm>
              <a:custGeom>
                <a:avLst/>
                <a:gdLst>
                  <a:gd name="T0" fmla="*/ 0 w 3"/>
                  <a:gd name="T1" fmla="*/ 37 h 3"/>
                  <a:gd name="T2" fmla="*/ 128 w 3"/>
                  <a:gd name="T3" fmla="*/ 62 h 3"/>
                  <a:gd name="T4" fmla="*/ 128 w 3"/>
                  <a:gd name="T5" fmla="*/ 22 h 3"/>
                  <a:gd name="T6" fmla="*/ 64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2"/>
                      <a:pt x="3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811">
                <a:extLst>
                  <a:ext uri="{FF2B5EF4-FFF2-40B4-BE49-F238E27FC236}">
                    <a16:creationId xmlns:a16="http://schemas.microsoft.com/office/drawing/2014/main" id="{282A8CCB-2167-42E2-9BF8-CAF507741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3008"/>
                <a:ext cx="15" cy="17"/>
              </a:xfrm>
              <a:custGeom>
                <a:avLst/>
                <a:gdLst>
                  <a:gd name="T0" fmla="*/ 0 w 9"/>
                  <a:gd name="T1" fmla="*/ 272 h 9"/>
                  <a:gd name="T2" fmla="*/ 103 w 9"/>
                  <a:gd name="T3" fmla="*/ 402 h 9"/>
                  <a:gd name="T4" fmla="*/ 172 w 9"/>
                  <a:gd name="T5" fmla="*/ 144 h 9"/>
                  <a:gd name="T6" fmla="*/ 62 w 9"/>
                  <a:gd name="T7" fmla="*/ 53 h 9"/>
                  <a:gd name="T8" fmla="*/ 0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3" y="9"/>
                      <a:pt x="5" y="9"/>
                    </a:cubicBezTo>
                    <a:cubicBezTo>
                      <a:pt x="8" y="8"/>
                      <a:pt x="9" y="6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812">
                <a:extLst>
                  <a:ext uri="{FF2B5EF4-FFF2-40B4-BE49-F238E27FC236}">
                    <a16:creationId xmlns:a16="http://schemas.microsoft.com/office/drawing/2014/main" id="{D94FE859-D5C2-443C-AFEE-24BD57919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3012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62 h 3"/>
                  <a:gd name="T4" fmla="*/ 37 w 3"/>
                  <a:gd name="T5" fmla="*/ 22 h 3"/>
                  <a:gd name="T6" fmla="*/ 22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813">
                <a:extLst>
                  <a:ext uri="{FF2B5EF4-FFF2-40B4-BE49-F238E27FC236}">
                    <a16:creationId xmlns:a16="http://schemas.microsoft.com/office/drawing/2014/main" id="{D76DB98E-2398-4D09-985C-AB80AFC68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995"/>
                <a:ext cx="15" cy="17"/>
              </a:xfrm>
              <a:custGeom>
                <a:avLst/>
                <a:gdLst>
                  <a:gd name="T0" fmla="*/ 22 w 9"/>
                  <a:gd name="T1" fmla="*/ 272 h 9"/>
                  <a:gd name="T2" fmla="*/ 130 w 9"/>
                  <a:gd name="T3" fmla="*/ 402 h 9"/>
                  <a:gd name="T4" fmla="*/ 195 w 9"/>
                  <a:gd name="T5" fmla="*/ 189 h 9"/>
                  <a:gd name="T6" fmla="*/ 92 w 9"/>
                  <a:gd name="T7" fmla="*/ 53 h 9"/>
                  <a:gd name="T8" fmla="*/ 2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9"/>
                    </a:cubicBezTo>
                    <a:cubicBezTo>
                      <a:pt x="8" y="8"/>
                      <a:pt x="9" y="6"/>
                      <a:pt x="9" y="4"/>
                    </a:cubicBezTo>
                    <a:cubicBezTo>
                      <a:pt x="8" y="2"/>
                      <a:pt x="6" y="0"/>
                      <a:pt x="4" y="1"/>
                    </a:cubicBezTo>
                    <a:cubicBezTo>
                      <a:pt x="2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814">
                <a:extLst>
                  <a:ext uri="{FF2B5EF4-FFF2-40B4-BE49-F238E27FC236}">
                    <a16:creationId xmlns:a16="http://schemas.microsoft.com/office/drawing/2014/main" id="{D9C4AAF8-D9CE-42AD-9474-8FEDB97D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999"/>
                <a:ext cx="5" cy="5"/>
              </a:xfrm>
              <a:custGeom>
                <a:avLst/>
                <a:gdLst>
                  <a:gd name="T0" fmla="*/ 22 w 3"/>
                  <a:gd name="T1" fmla="*/ 37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22 h 3"/>
                  <a:gd name="T8" fmla="*/ 2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815">
                <a:extLst>
                  <a:ext uri="{FF2B5EF4-FFF2-40B4-BE49-F238E27FC236}">
                    <a16:creationId xmlns:a16="http://schemas.microsoft.com/office/drawing/2014/main" id="{B483878E-0808-4D2F-991D-E38102718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982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402 h 9"/>
                  <a:gd name="T4" fmla="*/ 247 w 9"/>
                  <a:gd name="T5" fmla="*/ 189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4" y="9"/>
                      <a:pt x="6" y="9"/>
                    </a:cubicBezTo>
                    <a:cubicBezTo>
                      <a:pt x="8" y="8"/>
                      <a:pt x="9" y="6"/>
                      <a:pt x="8" y="4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816">
                <a:extLst>
                  <a:ext uri="{FF2B5EF4-FFF2-40B4-BE49-F238E27FC236}">
                    <a16:creationId xmlns:a16="http://schemas.microsoft.com/office/drawing/2014/main" id="{4E5063C9-BF9C-4962-8700-93C840EB4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986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22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817">
                <a:extLst>
                  <a:ext uri="{FF2B5EF4-FFF2-40B4-BE49-F238E27FC236}">
                    <a16:creationId xmlns:a16="http://schemas.microsoft.com/office/drawing/2014/main" id="{0DFB4E03-2143-45A5-A985-67D253EF8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969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357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818">
                <a:extLst>
                  <a:ext uri="{FF2B5EF4-FFF2-40B4-BE49-F238E27FC236}">
                    <a16:creationId xmlns:a16="http://schemas.microsoft.com/office/drawing/2014/main" id="{EFB1A5DA-65EB-47A3-87A0-2B8F94BA8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973"/>
                <a:ext cx="5" cy="5"/>
              </a:xfrm>
              <a:custGeom>
                <a:avLst/>
                <a:gdLst>
                  <a:gd name="T0" fmla="*/ 22 w 3"/>
                  <a:gd name="T1" fmla="*/ 37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0 h 3"/>
                  <a:gd name="T8" fmla="*/ 2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819">
                <a:extLst>
                  <a:ext uri="{FF2B5EF4-FFF2-40B4-BE49-F238E27FC236}">
                    <a16:creationId xmlns:a16="http://schemas.microsoft.com/office/drawing/2014/main" id="{741870D8-10BA-4FF5-8718-53E474F42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56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3 w 9"/>
                  <a:gd name="T3" fmla="*/ 357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820">
                <a:extLst>
                  <a:ext uri="{FF2B5EF4-FFF2-40B4-BE49-F238E27FC236}">
                    <a16:creationId xmlns:a16="http://schemas.microsoft.com/office/drawing/2014/main" id="{01C568CF-DA70-4A4E-9BE8-D290009DC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960"/>
                <a:ext cx="6" cy="5"/>
              </a:xfrm>
              <a:custGeom>
                <a:avLst/>
                <a:gdLst>
                  <a:gd name="T0" fmla="*/ 0 w 3"/>
                  <a:gd name="T1" fmla="*/ 37 h 3"/>
                  <a:gd name="T2" fmla="*/ 128 w 3"/>
                  <a:gd name="T3" fmla="*/ 62 h 3"/>
                  <a:gd name="T4" fmla="*/ 192 w 3"/>
                  <a:gd name="T5" fmla="*/ 22 h 3"/>
                  <a:gd name="T6" fmla="*/ 64 w 3"/>
                  <a:gd name="T7" fmla="*/ 22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821">
                <a:extLst>
                  <a:ext uri="{FF2B5EF4-FFF2-40B4-BE49-F238E27FC236}">
                    <a16:creationId xmlns:a16="http://schemas.microsoft.com/office/drawing/2014/main" id="{332E8B9D-4DA4-4A81-A928-722F96A20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943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3 w 9"/>
                  <a:gd name="T3" fmla="*/ 357 h 9"/>
                  <a:gd name="T4" fmla="*/ 247 w 9"/>
                  <a:gd name="T5" fmla="*/ 144 h 9"/>
                  <a:gd name="T6" fmla="*/ 66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822">
                <a:extLst>
                  <a:ext uri="{FF2B5EF4-FFF2-40B4-BE49-F238E27FC236}">
                    <a16:creationId xmlns:a16="http://schemas.microsoft.com/office/drawing/2014/main" id="{CB6DA01F-047E-408E-B6E5-46405406B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947"/>
                <a:ext cx="6" cy="5"/>
              </a:xfrm>
              <a:custGeom>
                <a:avLst/>
                <a:gdLst>
                  <a:gd name="T0" fmla="*/ 0 w 3"/>
                  <a:gd name="T1" fmla="*/ 62 h 3"/>
                  <a:gd name="T2" fmla="*/ 128 w 3"/>
                  <a:gd name="T3" fmla="*/ 62 h 3"/>
                  <a:gd name="T4" fmla="*/ 128 w 3"/>
                  <a:gd name="T5" fmla="*/ 22 h 3"/>
                  <a:gd name="T6" fmla="*/ 64 w 3"/>
                  <a:gd name="T7" fmla="*/ 22 h 3"/>
                  <a:gd name="T8" fmla="*/ 0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823">
                <a:extLst>
                  <a:ext uri="{FF2B5EF4-FFF2-40B4-BE49-F238E27FC236}">
                    <a16:creationId xmlns:a16="http://schemas.microsoft.com/office/drawing/2014/main" id="{D64DBDE0-0C41-4467-A8DF-CE952411C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930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357 h 9"/>
                  <a:gd name="T4" fmla="*/ 247 w 9"/>
                  <a:gd name="T5" fmla="*/ 144 h 9"/>
                  <a:gd name="T6" fmla="*/ 66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4" y="0"/>
                      <a:pt x="2" y="1"/>
                    </a:cubicBezTo>
                    <a:cubicBezTo>
                      <a:pt x="0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824">
                <a:extLst>
                  <a:ext uri="{FF2B5EF4-FFF2-40B4-BE49-F238E27FC236}">
                    <a16:creationId xmlns:a16="http://schemas.microsoft.com/office/drawing/2014/main" id="{928F011D-65A1-45BF-85BA-DE2EE5103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934"/>
                <a:ext cx="6" cy="5"/>
              </a:xfrm>
              <a:custGeom>
                <a:avLst/>
                <a:gdLst>
                  <a:gd name="T0" fmla="*/ 0 w 3"/>
                  <a:gd name="T1" fmla="*/ 37 h 3"/>
                  <a:gd name="T2" fmla="*/ 128 w 3"/>
                  <a:gd name="T3" fmla="*/ 62 h 3"/>
                  <a:gd name="T4" fmla="*/ 128 w 3"/>
                  <a:gd name="T5" fmla="*/ 22 h 3"/>
                  <a:gd name="T6" fmla="*/ 64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825">
                <a:extLst>
                  <a:ext uri="{FF2B5EF4-FFF2-40B4-BE49-F238E27FC236}">
                    <a16:creationId xmlns:a16="http://schemas.microsoft.com/office/drawing/2014/main" id="{C832AA0B-63C2-4896-98AC-A4738B204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917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8 w 9"/>
                  <a:gd name="T3" fmla="*/ 357 h 9"/>
                  <a:gd name="T4" fmla="*/ 247 w 9"/>
                  <a:gd name="T5" fmla="*/ 100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826">
                <a:extLst>
                  <a:ext uri="{FF2B5EF4-FFF2-40B4-BE49-F238E27FC236}">
                    <a16:creationId xmlns:a16="http://schemas.microsoft.com/office/drawing/2014/main" id="{3643F99F-87F1-4ECE-B9F5-3B40DA2C3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921"/>
                <a:ext cx="5" cy="5"/>
              </a:xfrm>
              <a:custGeom>
                <a:avLst/>
                <a:gdLst>
                  <a:gd name="T0" fmla="*/ 22 w 3"/>
                  <a:gd name="T1" fmla="*/ 37 h 3"/>
                  <a:gd name="T2" fmla="*/ 37 w 3"/>
                  <a:gd name="T3" fmla="*/ 37 h 3"/>
                  <a:gd name="T4" fmla="*/ 62 w 3"/>
                  <a:gd name="T5" fmla="*/ 22 h 3"/>
                  <a:gd name="T6" fmla="*/ 22 w 3"/>
                  <a:gd name="T7" fmla="*/ 0 h 3"/>
                  <a:gd name="T8" fmla="*/ 2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827">
                <a:extLst>
                  <a:ext uri="{FF2B5EF4-FFF2-40B4-BE49-F238E27FC236}">
                    <a16:creationId xmlns:a16="http://schemas.microsoft.com/office/drawing/2014/main" id="{5F14A96B-5936-413B-B66F-56AD04692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902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357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828">
                <a:extLst>
                  <a:ext uri="{FF2B5EF4-FFF2-40B4-BE49-F238E27FC236}">
                    <a16:creationId xmlns:a16="http://schemas.microsoft.com/office/drawing/2014/main" id="{5422579C-023E-4150-8746-56FABB030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906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22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829">
                <a:extLst>
                  <a:ext uri="{FF2B5EF4-FFF2-40B4-BE49-F238E27FC236}">
                    <a16:creationId xmlns:a16="http://schemas.microsoft.com/office/drawing/2014/main" id="{B3F93E19-5E57-4FED-9E00-2CC8CB0A7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889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357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830">
                <a:extLst>
                  <a:ext uri="{FF2B5EF4-FFF2-40B4-BE49-F238E27FC236}">
                    <a16:creationId xmlns:a16="http://schemas.microsoft.com/office/drawing/2014/main" id="{0D60885B-4FB1-49BA-8469-C9ED32B17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893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831">
                <a:extLst>
                  <a:ext uri="{FF2B5EF4-FFF2-40B4-BE49-F238E27FC236}">
                    <a16:creationId xmlns:a16="http://schemas.microsoft.com/office/drawing/2014/main" id="{88FD9E56-73CD-4431-829A-E249AC8FE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874"/>
                <a:ext cx="17" cy="17"/>
              </a:xfrm>
              <a:custGeom>
                <a:avLst/>
                <a:gdLst>
                  <a:gd name="T0" fmla="*/ 44 w 10"/>
                  <a:gd name="T1" fmla="*/ 317 h 9"/>
                  <a:gd name="T2" fmla="*/ 168 w 10"/>
                  <a:gd name="T3" fmla="*/ 357 h 9"/>
                  <a:gd name="T4" fmla="*/ 218 w 10"/>
                  <a:gd name="T5" fmla="*/ 144 h 9"/>
                  <a:gd name="T6" fmla="*/ 75 w 10"/>
                  <a:gd name="T7" fmla="*/ 53 h 9"/>
                  <a:gd name="T8" fmla="*/ 44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10" y="4"/>
                      <a:pt x="9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832">
                <a:extLst>
                  <a:ext uri="{FF2B5EF4-FFF2-40B4-BE49-F238E27FC236}">
                    <a16:creationId xmlns:a16="http://schemas.microsoft.com/office/drawing/2014/main" id="{B353606A-8AB3-4433-9A28-0DD88A001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878"/>
                <a:ext cx="5" cy="5"/>
              </a:xfrm>
              <a:custGeom>
                <a:avLst/>
                <a:gdLst>
                  <a:gd name="T0" fmla="*/ 0 w 3"/>
                  <a:gd name="T1" fmla="*/ 62 h 3"/>
                  <a:gd name="T2" fmla="*/ 37 w 3"/>
                  <a:gd name="T3" fmla="*/ 62 h 3"/>
                  <a:gd name="T4" fmla="*/ 37 w 3"/>
                  <a:gd name="T5" fmla="*/ 22 h 3"/>
                  <a:gd name="T6" fmla="*/ 0 w 3"/>
                  <a:gd name="T7" fmla="*/ 22 h 3"/>
                  <a:gd name="T8" fmla="*/ 0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833">
                <a:extLst>
                  <a:ext uri="{FF2B5EF4-FFF2-40B4-BE49-F238E27FC236}">
                    <a16:creationId xmlns:a16="http://schemas.microsoft.com/office/drawing/2014/main" id="{062A7AAF-706B-4747-A0F3-5BD4486F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861"/>
                <a:ext cx="15" cy="17"/>
              </a:xfrm>
              <a:custGeom>
                <a:avLst/>
                <a:gdLst>
                  <a:gd name="T0" fmla="*/ 22 w 9"/>
                  <a:gd name="T1" fmla="*/ 272 h 9"/>
                  <a:gd name="T2" fmla="*/ 153 w 9"/>
                  <a:gd name="T3" fmla="*/ 357 h 9"/>
                  <a:gd name="T4" fmla="*/ 172 w 9"/>
                  <a:gd name="T5" fmla="*/ 100 h 9"/>
                  <a:gd name="T6" fmla="*/ 37 w 9"/>
                  <a:gd name="T7" fmla="*/ 53 h 9"/>
                  <a:gd name="T8" fmla="*/ 2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Freeform 834">
                <a:extLst>
                  <a:ext uri="{FF2B5EF4-FFF2-40B4-BE49-F238E27FC236}">
                    <a16:creationId xmlns:a16="http://schemas.microsoft.com/office/drawing/2014/main" id="{C15FB9D9-36F2-41BF-B352-82012B12A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865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37 h 3"/>
                  <a:gd name="T4" fmla="*/ 62 w 3"/>
                  <a:gd name="T5" fmla="*/ 0 h 3"/>
                  <a:gd name="T6" fmla="*/ 22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1" name="Freeform 835">
                <a:extLst>
                  <a:ext uri="{FF2B5EF4-FFF2-40B4-BE49-F238E27FC236}">
                    <a16:creationId xmlns:a16="http://schemas.microsoft.com/office/drawing/2014/main" id="{1B968BF0-0600-4011-AB54-263B81B70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846"/>
                <a:ext cx="15" cy="17"/>
              </a:xfrm>
              <a:custGeom>
                <a:avLst/>
                <a:gdLst>
                  <a:gd name="T0" fmla="*/ 22 w 9"/>
                  <a:gd name="T1" fmla="*/ 317 h 9"/>
                  <a:gd name="T2" fmla="*/ 153 w 9"/>
                  <a:gd name="T3" fmla="*/ 357 h 9"/>
                  <a:gd name="T4" fmla="*/ 172 w 9"/>
                  <a:gd name="T5" fmla="*/ 144 h 9"/>
                  <a:gd name="T6" fmla="*/ 62 w 9"/>
                  <a:gd name="T7" fmla="*/ 53 h 9"/>
                  <a:gd name="T8" fmla="*/ 2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5" y="9"/>
                      <a:pt x="7" y="8"/>
                    </a:cubicBezTo>
                    <a:cubicBezTo>
                      <a:pt x="9" y="7"/>
                      <a:pt x="9" y="5"/>
                      <a:pt x="8" y="3"/>
                    </a:cubicBezTo>
                    <a:cubicBezTo>
                      <a:pt x="7" y="1"/>
                      <a:pt x="4" y="0"/>
                      <a:pt x="3" y="1"/>
                    </a:cubicBezTo>
                    <a:cubicBezTo>
                      <a:pt x="1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836">
                <a:extLst>
                  <a:ext uri="{FF2B5EF4-FFF2-40B4-BE49-F238E27FC236}">
                    <a16:creationId xmlns:a16="http://schemas.microsoft.com/office/drawing/2014/main" id="{0F59C9D6-4E9C-4D19-A445-4E035B1AF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850"/>
                <a:ext cx="5" cy="5"/>
              </a:xfrm>
              <a:custGeom>
                <a:avLst/>
                <a:gdLst>
                  <a:gd name="T0" fmla="*/ 22 w 3"/>
                  <a:gd name="T1" fmla="*/ 62 h 3"/>
                  <a:gd name="T2" fmla="*/ 62 w 3"/>
                  <a:gd name="T3" fmla="*/ 62 h 3"/>
                  <a:gd name="T4" fmla="*/ 62 w 3"/>
                  <a:gd name="T5" fmla="*/ 22 h 3"/>
                  <a:gd name="T6" fmla="*/ 22 w 3"/>
                  <a:gd name="T7" fmla="*/ 22 h 3"/>
                  <a:gd name="T8" fmla="*/ 2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837">
                <a:extLst>
                  <a:ext uri="{FF2B5EF4-FFF2-40B4-BE49-F238E27FC236}">
                    <a16:creationId xmlns:a16="http://schemas.microsoft.com/office/drawing/2014/main" id="{CF95C7D0-C07D-4724-BBE6-E9E6A003D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833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8 w 9"/>
                  <a:gd name="T3" fmla="*/ 357 h 9"/>
                  <a:gd name="T4" fmla="*/ 247 w 9"/>
                  <a:gd name="T5" fmla="*/ 100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3" y="8"/>
                      <a:pt x="5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Freeform 838">
                <a:extLst>
                  <a:ext uri="{FF2B5EF4-FFF2-40B4-BE49-F238E27FC236}">
                    <a16:creationId xmlns:a16="http://schemas.microsoft.com/office/drawing/2014/main" id="{B8EC0A8D-3B79-4ABE-B658-93B87E87B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837"/>
                <a:ext cx="7" cy="5"/>
              </a:xfrm>
              <a:custGeom>
                <a:avLst/>
                <a:gdLst>
                  <a:gd name="T0" fmla="*/ 37 w 4"/>
                  <a:gd name="T1" fmla="*/ 37 h 3"/>
                  <a:gd name="T2" fmla="*/ 86 w 4"/>
                  <a:gd name="T3" fmla="*/ 37 h 3"/>
                  <a:gd name="T4" fmla="*/ 86 w 4"/>
                  <a:gd name="T5" fmla="*/ 22 h 3"/>
                  <a:gd name="T6" fmla="*/ 37 w 4"/>
                  <a:gd name="T7" fmla="*/ 0 h 3"/>
                  <a:gd name="T8" fmla="*/ 37 w 4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5" name="Freeform 839">
                <a:extLst>
                  <a:ext uri="{FF2B5EF4-FFF2-40B4-BE49-F238E27FC236}">
                    <a16:creationId xmlns:a16="http://schemas.microsoft.com/office/drawing/2014/main" id="{65EC88A3-9799-4F94-814A-DFE282FC8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818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57 h 9"/>
                  <a:gd name="T4" fmla="*/ 247 w 9"/>
                  <a:gd name="T5" fmla="*/ 100 h 9"/>
                  <a:gd name="T6" fmla="*/ 89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840">
                <a:extLst>
                  <a:ext uri="{FF2B5EF4-FFF2-40B4-BE49-F238E27FC236}">
                    <a16:creationId xmlns:a16="http://schemas.microsoft.com/office/drawing/2014/main" id="{AB6E1C73-AC30-4AB5-8F33-4D7D2688F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822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62 w 3"/>
                  <a:gd name="T3" fmla="*/ 192 h 3"/>
                  <a:gd name="T4" fmla="*/ 62 w 3"/>
                  <a:gd name="T5" fmla="*/ 64 h 3"/>
                  <a:gd name="T6" fmla="*/ 22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841">
                <a:extLst>
                  <a:ext uri="{FF2B5EF4-FFF2-40B4-BE49-F238E27FC236}">
                    <a16:creationId xmlns:a16="http://schemas.microsoft.com/office/drawing/2014/main" id="{70976DDE-4474-4751-B643-295393BA1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803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57 h 9"/>
                  <a:gd name="T4" fmla="*/ 247 w 9"/>
                  <a:gd name="T5" fmla="*/ 100 h 9"/>
                  <a:gd name="T6" fmla="*/ 66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8" y="7"/>
                      <a:pt x="9" y="4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842">
                <a:extLst>
                  <a:ext uri="{FF2B5EF4-FFF2-40B4-BE49-F238E27FC236}">
                    <a16:creationId xmlns:a16="http://schemas.microsoft.com/office/drawing/2014/main" id="{6A5C8327-CC99-49BD-A2DB-B7BAAEF98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807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92 h 3"/>
                  <a:gd name="T4" fmla="*/ 62 w 3"/>
                  <a:gd name="T5" fmla="*/ 64 h 3"/>
                  <a:gd name="T6" fmla="*/ 22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843">
                <a:extLst>
                  <a:ext uri="{FF2B5EF4-FFF2-40B4-BE49-F238E27FC236}">
                    <a16:creationId xmlns:a16="http://schemas.microsoft.com/office/drawing/2014/main" id="{835C3F5B-1802-4CD2-9412-4EADDAAFF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789"/>
                <a:ext cx="15" cy="16"/>
              </a:xfrm>
              <a:custGeom>
                <a:avLst/>
                <a:gdLst>
                  <a:gd name="T0" fmla="*/ 22 w 9"/>
                  <a:gd name="T1" fmla="*/ 208 h 9"/>
                  <a:gd name="T2" fmla="*/ 153 w 9"/>
                  <a:gd name="T3" fmla="*/ 247 h 9"/>
                  <a:gd name="T4" fmla="*/ 153 w 9"/>
                  <a:gd name="T5" fmla="*/ 66 h 9"/>
                  <a:gd name="T6" fmla="*/ 37 w 9"/>
                  <a:gd name="T7" fmla="*/ 66 h 9"/>
                  <a:gd name="T8" fmla="*/ 22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5" y="9"/>
                      <a:pt x="7" y="8"/>
                    </a:cubicBezTo>
                    <a:cubicBezTo>
                      <a:pt x="8" y="6"/>
                      <a:pt x="9" y="4"/>
                      <a:pt x="7" y="2"/>
                    </a:cubicBezTo>
                    <a:cubicBezTo>
                      <a:pt x="6" y="1"/>
                      <a:pt x="3" y="0"/>
                      <a:pt x="2" y="2"/>
                    </a:cubicBezTo>
                    <a:cubicBezTo>
                      <a:pt x="0" y="3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844">
                <a:extLst>
                  <a:ext uri="{FF2B5EF4-FFF2-40B4-BE49-F238E27FC236}">
                    <a16:creationId xmlns:a16="http://schemas.microsoft.com/office/drawing/2014/main" id="{7FD63C97-893B-4B03-8E4E-E360E41A6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792"/>
                <a:ext cx="5" cy="6"/>
              </a:xfrm>
              <a:custGeom>
                <a:avLst/>
                <a:gdLst>
                  <a:gd name="T0" fmla="*/ 0 w 3"/>
                  <a:gd name="T1" fmla="*/ 192 h 3"/>
                  <a:gd name="T2" fmla="*/ 37 w 3"/>
                  <a:gd name="T3" fmla="*/ 192 h 3"/>
                  <a:gd name="T4" fmla="*/ 37 w 3"/>
                  <a:gd name="T5" fmla="*/ 64 h 3"/>
                  <a:gd name="T6" fmla="*/ 22 w 3"/>
                  <a:gd name="T7" fmla="*/ 64 h 3"/>
                  <a:gd name="T8" fmla="*/ 0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845">
                <a:extLst>
                  <a:ext uri="{FF2B5EF4-FFF2-40B4-BE49-F238E27FC236}">
                    <a16:creationId xmlns:a16="http://schemas.microsoft.com/office/drawing/2014/main" id="{12F23D39-16A7-4D0A-8B2A-1C6B4A45D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776"/>
                <a:ext cx="16" cy="16"/>
              </a:xfrm>
              <a:custGeom>
                <a:avLst/>
                <a:gdLst>
                  <a:gd name="T0" fmla="*/ 66 w 9"/>
                  <a:gd name="T1" fmla="*/ 208 h 9"/>
                  <a:gd name="T2" fmla="*/ 208 w 9"/>
                  <a:gd name="T3" fmla="*/ 208 h 9"/>
                  <a:gd name="T4" fmla="*/ 247 w 9"/>
                  <a:gd name="T5" fmla="*/ 37 h 9"/>
                  <a:gd name="T6" fmla="*/ 66 w 9"/>
                  <a:gd name="T7" fmla="*/ 37 h 9"/>
                  <a:gd name="T8" fmla="*/ 66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8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1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1" y="2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846">
                <a:extLst>
                  <a:ext uri="{FF2B5EF4-FFF2-40B4-BE49-F238E27FC236}">
                    <a16:creationId xmlns:a16="http://schemas.microsoft.com/office/drawing/2014/main" id="{5CC77D08-BCFE-4C1C-B52B-D472950C2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779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128 w 3"/>
                  <a:gd name="T3" fmla="*/ 128 h 3"/>
                  <a:gd name="T4" fmla="*/ 128 w 3"/>
                  <a:gd name="T5" fmla="*/ 0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1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847">
                <a:extLst>
                  <a:ext uri="{FF2B5EF4-FFF2-40B4-BE49-F238E27FC236}">
                    <a16:creationId xmlns:a16="http://schemas.microsoft.com/office/drawing/2014/main" id="{467C5DC3-C30D-49D2-A8DC-8D6826963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761"/>
                <a:ext cx="15" cy="16"/>
              </a:xfrm>
              <a:custGeom>
                <a:avLst/>
                <a:gdLst>
                  <a:gd name="T0" fmla="*/ 37 w 9"/>
                  <a:gd name="T1" fmla="*/ 208 h 9"/>
                  <a:gd name="T2" fmla="*/ 172 w 9"/>
                  <a:gd name="T3" fmla="*/ 208 h 9"/>
                  <a:gd name="T4" fmla="*/ 172 w 9"/>
                  <a:gd name="T5" fmla="*/ 66 h 9"/>
                  <a:gd name="T6" fmla="*/ 37 w 9"/>
                  <a:gd name="T7" fmla="*/ 37 h 9"/>
                  <a:gd name="T8" fmla="*/ 3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1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848">
                <a:extLst>
                  <a:ext uri="{FF2B5EF4-FFF2-40B4-BE49-F238E27FC236}">
                    <a16:creationId xmlns:a16="http://schemas.microsoft.com/office/drawing/2014/main" id="{17ABF182-EF39-4DA5-9A54-856BB6DA0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764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92 h 3"/>
                  <a:gd name="T4" fmla="*/ 37 w 3"/>
                  <a:gd name="T5" fmla="*/ 64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849">
                <a:extLst>
                  <a:ext uri="{FF2B5EF4-FFF2-40B4-BE49-F238E27FC236}">
                    <a16:creationId xmlns:a16="http://schemas.microsoft.com/office/drawing/2014/main" id="{23BE8801-883F-4280-8C8C-FCE017027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746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47 w 9"/>
                  <a:gd name="T3" fmla="*/ 317 h 9"/>
                  <a:gd name="T4" fmla="*/ 247 w 9"/>
                  <a:gd name="T5" fmla="*/ 100 h 9"/>
                  <a:gd name="T6" fmla="*/ 66 w 9"/>
                  <a:gd name="T7" fmla="*/ 53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1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850">
                <a:extLst>
                  <a:ext uri="{FF2B5EF4-FFF2-40B4-BE49-F238E27FC236}">
                    <a16:creationId xmlns:a16="http://schemas.microsoft.com/office/drawing/2014/main" id="{936F137A-924F-4F33-B334-8B2936B2C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750"/>
                <a:ext cx="6" cy="5"/>
              </a:xfrm>
              <a:custGeom>
                <a:avLst/>
                <a:gdLst>
                  <a:gd name="T0" fmla="*/ 0 w 3"/>
                  <a:gd name="T1" fmla="*/ 37 h 3"/>
                  <a:gd name="T2" fmla="*/ 128 w 3"/>
                  <a:gd name="T3" fmla="*/ 62 h 3"/>
                  <a:gd name="T4" fmla="*/ 128 w 3"/>
                  <a:gd name="T5" fmla="*/ 22 h 3"/>
                  <a:gd name="T6" fmla="*/ 0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851">
                <a:extLst>
                  <a:ext uri="{FF2B5EF4-FFF2-40B4-BE49-F238E27FC236}">
                    <a16:creationId xmlns:a16="http://schemas.microsoft.com/office/drawing/2014/main" id="{524E6F5D-00EF-4A30-9987-66EA6623A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731"/>
                <a:ext cx="15" cy="17"/>
              </a:xfrm>
              <a:custGeom>
                <a:avLst/>
                <a:gdLst>
                  <a:gd name="T0" fmla="*/ 37 w 9"/>
                  <a:gd name="T1" fmla="*/ 317 h 9"/>
                  <a:gd name="T2" fmla="*/ 153 w 9"/>
                  <a:gd name="T3" fmla="*/ 317 h 9"/>
                  <a:gd name="T4" fmla="*/ 172 w 9"/>
                  <a:gd name="T5" fmla="*/ 100 h 9"/>
                  <a:gd name="T6" fmla="*/ 37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852">
                <a:extLst>
                  <a:ext uri="{FF2B5EF4-FFF2-40B4-BE49-F238E27FC236}">
                    <a16:creationId xmlns:a16="http://schemas.microsoft.com/office/drawing/2014/main" id="{1E41F0BE-08FA-42F0-B164-0A5B4D182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735"/>
                <a:ext cx="5" cy="5"/>
              </a:xfrm>
              <a:custGeom>
                <a:avLst/>
                <a:gdLst>
                  <a:gd name="T0" fmla="*/ 22 w 3"/>
                  <a:gd name="T1" fmla="*/ 37 h 3"/>
                  <a:gd name="T2" fmla="*/ 62 w 3"/>
                  <a:gd name="T3" fmla="*/ 37 h 3"/>
                  <a:gd name="T4" fmla="*/ 62 w 3"/>
                  <a:gd name="T5" fmla="*/ 22 h 3"/>
                  <a:gd name="T6" fmla="*/ 22 w 3"/>
                  <a:gd name="T7" fmla="*/ 0 h 3"/>
                  <a:gd name="T8" fmla="*/ 2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853">
                <a:extLst>
                  <a:ext uri="{FF2B5EF4-FFF2-40B4-BE49-F238E27FC236}">
                    <a16:creationId xmlns:a16="http://schemas.microsoft.com/office/drawing/2014/main" id="{DD5EEAAD-EC2B-4AAD-9211-F24CF05ED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670"/>
                <a:ext cx="15" cy="16"/>
              </a:xfrm>
              <a:custGeom>
                <a:avLst/>
                <a:gdLst>
                  <a:gd name="T0" fmla="*/ 37 w 9"/>
                  <a:gd name="T1" fmla="*/ 208 h 9"/>
                  <a:gd name="T2" fmla="*/ 153 w 9"/>
                  <a:gd name="T3" fmla="*/ 247 h 9"/>
                  <a:gd name="T4" fmla="*/ 172 w 9"/>
                  <a:gd name="T5" fmla="*/ 66 h 9"/>
                  <a:gd name="T6" fmla="*/ 37 w 9"/>
                  <a:gd name="T7" fmla="*/ 66 h 9"/>
                  <a:gd name="T8" fmla="*/ 3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1"/>
                      <a:pt x="4" y="0"/>
                      <a:pt x="2" y="2"/>
                    </a:cubicBezTo>
                    <a:cubicBezTo>
                      <a:pt x="1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854">
                <a:extLst>
                  <a:ext uri="{FF2B5EF4-FFF2-40B4-BE49-F238E27FC236}">
                    <a16:creationId xmlns:a16="http://schemas.microsoft.com/office/drawing/2014/main" id="{15FE8217-3F37-4256-B217-1FDCDE3C3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675"/>
                <a:ext cx="7" cy="6"/>
              </a:xfrm>
              <a:custGeom>
                <a:avLst/>
                <a:gdLst>
                  <a:gd name="T0" fmla="*/ 37 w 4"/>
                  <a:gd name="T1" fmla="*/ 128 h 3"/>
                  <a:gd name="T2" fmla="*/ 86 w 4"/>
                  <a:gd name="T3" fmla="*/ 128 h 3"/>
                  <a:gd name="T4" fmla="*/ 86 w 4"/>
                  <a:gd name="T5" fmla="*/ 0 h 3"/>
                  <a:gd name="T6" fmla="*/ 37 w 4"/>
                  <a:gd name="T7" fmla="*/ 0 h 3"/>
                  <a:gd name="T8" fmla="*/ 37 w 4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2" y="3"/>
                      <a:pt x="3" y="2"/>
                    </a:cubicBezTo>
                    <a:cubicBezTo>
                      <a:pt x="3" y="2"/>
                      <a:pt x="4" y="1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1" name="Freeform 855">
                <a:extLst>
                  <a:ext uri="{FF2B5EF4-FFF2-40B4-BE49-F238E27FC236}">
                    <a16:creationId xmlns:a16="http://schemas.microsoft.com/office/drawing/2014/main" id="{C9BA681E-DA35-4CC4-9901-2462FE4AA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655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08 w 9"/>
                  <a:gd name="T3" fmla="*/ 357 h 9"/>
                  <a:gd name="T4" fmla="*/ 247 w 9"/>
                  <a:gd name="T5" fmla="*/ 100 h 9"/>
                  <a:gd name="T6" fmla="*/ 66 w 9"/>
                  <a:gd name="T7" fmla="*/ 100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1"/>
                      <a:pt x="4" y="0"/>
                      <a:pt x="2" y="2"/>
                    </a:cubicBezTo>
                    <a:cubicBezTo>
                      <a:pt x="1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2" name="Freeform 856">
                <a:extLst>
                  <a:ext uri="{FF2B5EF4-FFF2-40B4-BE49-F238E27FC236}">
                    <a16:creationId xmlns:a16="http://schemas.microsoft.com/office/drawing/2014/main" id="{5A3526EC-45A4-4843-880A-E3BB7BBCA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658"/>
                <a:ext cx="6" cy="8"/>
              </a:xfrm>
              <a:custGeom>
                <a:avLst/>
                <a:gdLst>
                  <a:gd name="T0" fmla="*/ 0 w 3"/>
                  <a:gd name="T1" fmla="*/ 192 h 4"/>
                  <a:gd name="T2" fmla="*/ 128 w 3"/>
                  <a:gd name="T3" fmla="*/ 192 h 4"/>
                  <a:gd name="T4" fmla="*/ 128 w 3"/>
                  <a:gd name="T5" fmla="*/ 64 h 4"/>
                  <a:gd name="T6" fmla="*/ 0 w 3"/>
                  <a:gd name="T7" fmla="*/ 64 h 4"/>
                  <a:gd name="T8" fmla="*/ 0 w 3"/>
                  <a:gd name="T9" fmla="*/ 19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3"/>
                      <a:pt x="1" y="4"/>
                      <a:pt x="2" y="3"/>
                    </a:cubicBezTo>
                    <a:cubicBezTo>
                      <a:pt x="2" y="3"/>
                      <a:pt x="3" y="2"/>
                      <a:pt x="2" y="1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3" name="Freeform 857">
                <a:extLst>
                  <a:ext uri="{FF2B5EF4-FFF2-40B4-BE49-F238E27FC236}">
                    <a16:creationId xmlns:a16="http://schemas.microsoft.com/office/drawing/2014/main" id="{9501512C-BE8E-420B-896A-649C675A4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640"/>
                <a:ext cx="15" cy="17"/>
              </a:xfrm>
              <a:custGeom>
                <a:avLst/>
                <a:gdLst>
                  <a:gd name="T0" fmla="*/ 22 w 9"/>
                  <a:gd name="T1" fmla="*/ 317 h 9"/>
                  <a:gd name="T2" fmla="*/ 153 w 9"/>
                  <a:gd name="T3" fmla="*/ 357 h 9"/>
                  <a:gd name="T4" fmla="*/ 172 w 9"/>
                  <a:gd name="T5" fmla="*/ 100 h 9"/>
                  <a:gd name="T6" fmla="*/ 37 w 9"/>
                  <a:gd name="T7" fmla="*/ 100 h 9"/>
                  <a:gd name="T8" fmla="*/ 2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6" y="0"/>
                      <a:pt x="4" y="0"/>
                      <a:pt x="2" y="2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4" name="Freeform 858">
                <a:extLst>
                  <a:ext uri="{FF2B5EF4-FFF2-40B4-BE49-F238E27FC236}">
                    <a16:creationId xmlns:a16="http://schemas.microsoft.com/office/drawing/2014/main" id="{78C355F3-E59F-41BB-9280-8E2D8E523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644"/>
                <a:ext cx="5" cy="5"/>
              </a:xfrm>
              <a:custGeom>
                <a:avLst/>
                <a:gdLst>
                  <a:gd name="T0" fmla="*/ 22 w 3"/>
                  <a:gd name="T1" fmla="*/ 62 h 3"/>
                  <a:gd name="T2" fmla="*/ 62 w 3"/>
                  <a:gd name="T3" fmla="*/ 62 h 3"/>
                  <a:gd name="T4" fmla="*/ 62 w 3"/>
                  <a:gd name="T5" fmla="*/ 22 h 3"/>
                  <a:gd name="T6" fmla="*/ 22 w 3"/>
                  <a:gd name="T7" fmla="*/ 22 h 3"/>
                  <a:gd name="T8" fmla="*/ 2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5" name="Freeform 859">
                <a:extLst>
                  <a:ext uri="{FF2B5EF4-FFF2-40B4-BE49-F238E27FC236}">
                    <a16:creationId xmlns:a16="http://schemas.microsoft.com/office/drawing/2014/main" id="{9F762752-912F-4B01-A74C-26359FADD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625"/>
                <a:ext cx="14" cy="17"/>
              </a:xfrm>
              <a:custGeom>
                <a:avLst/>
                <a:gdLst>
                  <a:gd name="T0" fmla="*/ 37 w 8"/>
                  <a:gd name="T1" fmla="*/ 317 h 9"/>
                  <a:gd name="T2" fmla="*/ 200 w 8"/>
                  <a:gd name="T3" fmla="*/ 317 h 9"/>
                  <a:gd name="T4" fmla="*/ 200 w 8"/>
                  <a:gd name="T5" fmla="*/ 100 h 9"/>
                  <a:gd name="T6" fmla="*/ 37 w 8"/>
                  <a:gd name="T7" fmla="*/ 100 h 9"/>
                  <a:gd name="T8" fmla="*/ 37 w 8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7"/>
                    </a:moveTo>
                    <a:cubicBezTo>
                      <a:pt x="3" y="9"/>
                      <a:pt x="5" y="9"/>
                      <a:pt x="7" y="7"/>
                    </a:cubicBezTo>
                    <a:cubicBezTo>
                      <a:pt x="8" y="6"/>
                      <a:pt x="8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6" name="Freeform 860">
                <a:extLst>
                  <a:ext uri="{FF2B5EF4-FFF2-40B4-BE49-F238E27FC236}">
                    <a16:creationId xmlns:a16="http://schemas.microsoft.com/office/drawing/2014/main" id="{61D6F5D4-774B-49D0-8C06-EA9ED0F24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629"/>
                <a:ext cx="5" cy="5"/>
              </a:xfrm>
              <a:custGeom>
                <a:avLst/>
                <a:gdLst>
                  <a:gd name="T0" fmla="*/ 0 w 3"/>
                  <a:gd name="T1" fmla="*/ 62 h 3"/>
                  <a:gd name="T2" fmla="*/ 37 w 3"/>
                  <a:gd name="T3" fmla="*/ 62 h 3"/>
                  <a:gd name="T4" fmla="*/ 37 w 3"/>
                  <a:gd name="T5" fmla="*/ 22 h 3"/>
                  <a:gd name="T6" fmla="*/ 0 w 3"/>
                  <a:gd name="T7" fmla="*/ 22 h 3"/>
                  <a:gd name="T8" fmla="*/ 0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7" name="Freeform 861">
                <a:extLst>
                  <a:ext uri="{FF2B5EF4-FFF2-40B4-BE49-F238E27FC236}">
                    <a16:creationId xmlns:a16="http://schemas.microsoft.com/office/drawing/2014/main" id="{C2A6426F-5209-4DB0-BE42-16C38FC33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610"/>
                <a:ext cx="14" cy="17"/>
              </a:xfrm>
              <a:custGeom>
                <a:avLst/>
                <a:gdLst>
                  <a:gd name="T0" fmla="*/ 37 w 8"/>
                  <a:gd name="T1" fmla="*/ 357 h 9"/>
                  <a:gd name="T2" fmla="*/ 200 w 8"/>
                  <a:gd name="T3" fmla="*/ 317 h 9"/>
                  <a:gd name="T4" fmla="*/ 200 w 8"/>
                  <a:gd name="T5" fmla="*/ 100 h 9"/>
                  <a:gd name="T6" fmla="*/ 37 w 8"/>
                  <a:gd name="T7" fmla="*/ 100 h 9"/>
                  <a:gd name="T8" fmla="*/ 37 w 8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8"/>
                    </a:moveTo>
                    <a:cubicBezTo>
                      <a:pt x="3" y="9"/>
                      <a:pt x="5" y="9"/>
                      <a:pt x="7" y="7"/>
                    </a:cubicBezTo>
                    <a:cubicBezTo>
                      <a:pt x="8" y="6"/>
                      <a:pt x="8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1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8" name="Freeform 862">
                <a:extLst>
                  <a:ext uri="{FF2B5EF4-FFF2-40B4-BE49-F238E27FC236}">
                    <a16:creationId xmlns:a16="http://schemas.microsoft.com/office/drawing/2014/main" id="{1F6B3438-F99E-493E-B5D9-DC0AB7186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614"/>
                <a:ext cx="6" cy="5"/>
              </a:xfrm>
              <a:custGeom>
                <a:avLst/>
                <a:gdLst>
                  <a:gd name="T0" fmla="*/ 0 w 3"/>
                  <a:gd name="T1" fmla="*/ 62 h 3"/>
                  <a:gd name="T2" fmla="*/ 128 w 3"/>
                  <a:gd name="T3" fmla="*/ 62 h 3"/>
                  <a:gd name="T4" fmla="*/ 128 w 3"/>
                  <a:gd name="T5" fmla="*/ 22 h 3"/>
                  <a:gd name="T6" fmla="*/ 0 w 3"/>
                  <a:gd name="T7" fmla="*/ 22 h 3"/>
                  <a:gd name="T8" fmla="*/ 0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9" name="Freeform 863">
                <a:extLst>
                  <a:ext uri="{FF2B5EF4-FFF2-40B4-BE49-F238E27FC236}">
                    <a16:creationId xmlns:a16="http://schemas.microsoft.com/office/drawing/2014/main" id="{1D0BFC86-B834-4021-B6E8-262778597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595"/>
                <a:ext cx="15" cy="17"/>
              </a:xfrm>
              <a:custGeom>
                <a:avLst/>
                <a:gdLst>
                  <a:gd name="T0" fmla="*/ 22 w 9"/>
                  <a:gd name="T1" fmla="*/ 357 h 9"/>
                  <a:gd name="T2" fmla="*/ 153 w 9"/>
                  <a:gd name="T3" fmla="*/ 357 h 9"/>
                  <a:gd name="T4" fmla="*/ 153 w 9"/>
                  <a:gd name="T5" fmla="*/ 100 h 9"/>
                  <a:gd name="T6" fmla="*/ 22 w 9"/>
                  <a:gd name="T7" fmla="*/ 100 h 9"/>
                  <a:gd name="T8" fmla="*/ 22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8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1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0" name="Freeform 864">
                <a:extLst>
                  <a:ext uri="{FF2B5EF4-FFF2-40B4-BE49-F238E27FC236}">
                    <a16:creationId xmlns:a16="http://schemas.microsoft.com/office/drawing/2014/main" id="{1EA15279-3121-45A6-8672-E945342D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599"/>
                <a:ext cx="5" cy="6"/>
              </a:xfrm>
              <a:custGeom>
                <a:avLst/>
                <a:gdLst>
                  <a:gd name="T0" fmla="*/ 22 w 3"/>
                  <a:gd name="T1" fmla="*/ 192 h 3"/>
                  <a:gd name="T2" fmla="*/ 62 w 3"/>
                  <a:gd name="T3" fmla="*/ 192 h 3"/>
                  <a:gd name="T4" fmla="*/ 62 w 3"/>
                  <a:gd name="T5" fmla="*/ 64 h 3"/>
                  <a:gd name="T6" fmla="*/ 22 w 3"/>
                  <a:gd name="T7" fmla="*/ 64 h 3"/>
                  <a:gd name="T8" fmla="*/ 2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1" name="Freeform 865">
                <a:extLst>
                  <a:ext uri="{FF2B5EF4-FFF2-40B4-BE49-F238E27FC236}">
                    <a16:creationId xmlns:a16="http://schemas.microsoft.com/office/drawing/2014/main" id="{AD8E3C12-D50C-4506-9703-6F8ACF766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580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17 h 9"/>
                  <a:gd name="T4" fmla="*/ 208 w 9"/>
                  <a:gd name="T5" fmla="*/ 100 h 9"/>
                  <a:gd name="T6" fmla="*/ 37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7"/>
                    </a:cubicBezTo>
                    <a:cubicBezTo>
                      <a:pt x="8" y="6"/>
                      <a:pt x="9" y="3"/>
                      <a:pt x="7" y="2"/>
                    </a:cubicBez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2" name="Freeform 866">
                <a:extLst>
                  <a:ext uri="{FF2B5EF4-FFF2-40B4-BE49-F238E27FC236}">
                    <a16:creationId xmlns:a16="http://schemas.microsoft.com/office/drawing/2014/main" id="{C720D2F1-5B80-464C-98D6-631DF900F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584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37 w 3"/>
                  <a:gd name="T5" fmla="*/ 64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3" name="Freeform 867">
                <a:extLst>
                  <a:ext uri="{FF2B5EF4-FFF2-40B4-BE49-F238E27FC236}">
                    <a16:creationId xmlns:a16="http://schemas.microsoft.com/office/drawing/2014/main" id="{023F7569-408E-4B3E-B875-B0D183633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566"/>
                <a:ext cx="16" cy="16"/>
              </a:xfrm>
              <a:custGeom>
                <a:avLst/>
                <a:gdLst>
                  <a:gd name="T0" fmla="*/ 37 w 9"/>
                  <a:gd name="T1" fmla="*/ 208 h 9"/>
                  <a:gd name="T2" fmla="*/ 208 w 9"/>
                  <a:gd name="T3" fmla="*/ 208 h 9"/>
                  <a:gd name="T4" fmla="*/ 208 w 9"/>
                  <a:gd name="T5" fmla="*/ 37 h 9"/>
                  <a:gd name="T6" fmla="*/ 66 w 9"/>
                  <a:gd name="T7" fmla="*/ 37 h 9"/>
                  <a:gd name="T8" fmla="*/ 3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7"/>
                    </a:cubicBezTo>
                    <a:cubicBezTo>
                      <a:pt x="9" y="6"/>
                      <a:pt x="9" y="3"/>
                      <a:pt x="7" y="1"/>
                    </a:cubicBez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4" name="Freeform 868">
                <a:extLst>
                  <a:ext uri="{FF2B5EF4-FFF2-40B4-BE49-F238E27FC236}">
                    <a16:creationId xmlns:a16="http://schemas.microsoft.com/office/drawing/2014/main" id="{7A9842B1-76AF-48F1-8E79-7814E5835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569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62 w 3"/>
                  <a:gd name="T3" fmla="*/ 128 h 3"/>
                  <a:gd name="T4" fmla="*/ 62 w 3"/>
                  <a:gd name="T5" fmla="*/ 0 h 3"/>
                  <a:gd name="T6" fmla="*/ 22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5" name="Freeform 869">
                <a:extLst>
                  <a:ext uri="{FF2B5EF4-FFF2-40B4-BE49-F238E27FC236}">
                    <a16:creationId xmlns:a16="http://schemas.microsoft.com/office/drawing/2014/main" id="{BF66F631-E9DC-4057-8602-AD9A0FEC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551"/>
                <a:ext cx="16" cy="16"/>
              </a:xfrm>
              <a:custGeom>
                <a:avLst/>
                <a:gdLst>
                  <a:gd name="T0" fmla="*/ 66 w 9"/>
                  <a:gd name="T1" fmla="*/ 208 h 9"/>
                  <a:gd name="T2" fmla="*/ 208 w 9"/>
                  <a:gd name="T3" fmla="*/ 208 h 9"/>
                  <a:gd name="T4" fmla="*/ 247 w 9"/>
                  <a:gd name="T5" fmla="*/ 37 h 9"/>
                  <a:gd name="T6" fmla="*/ 66 w 9"/>
                  <a:gd name="T7" fmla="*/ 37 h 9"/>
                  <a:gd name="T8" fmla="*/ 66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8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1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6" name="Freeform 870">
                <a:extLst>
                  <a:ext uri="{FF2B5EF4-FFF2-40B4-BE49-F238E27FC236}">
                    <a16:creationId xmlns:a16="http://schemas.microsoft.com/office/drawing/2014/main" id="{D30C3AED-EC99-4FA6-8C29-F7000BB15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554"/>
                <a:ext cx="6" cy="6"/>
              </a:xfrm>
              <a:custGeom>
                <a:avLst/>
                <a:gdLst>
                  <a:gd name="T0" fmla="*/ 64 w 3"/>
                  <a:gd name="T1" fmla="*/ 128 h 3"/>
                  <a:gd name="T2" fmla="*/ 192 w 3"/>
                  <a:gd name="T3" fmla="*/ 128 h 3"/>
                  <a:gd name="T4" fmla="*/ 192 w 3"/>
                  <a:gd name="T5" fmla="*/ 0 h 3"/>
                  <a:gd name="T6" fmla="*/ 64 w 3"/>
                  <a:gd name="T7" fmla="*/ 0 h 3"/>
                  <a:gd name="T8" fmla="*/ 64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7" name="Freeform 871">
                <a:extLst>
                  <a:ext uri="{FF2B5EF4-FFF2-40B4-BE49-F238E27FC236}">
                    <a16:creationId xmlns:a16="http://schemas.microsoft.com/office/drawing/2014/main" id="{AC942528-ADE7-476B-80EE-A31E02F94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534"/>
                <a:ext cx="15" cy="17"/>
              </a:xfrm>
              <a:custGeom>
                <a:avLst/>
                <a:gdLst>
                  <a:gd name="T0" fmla="*/ 22 w 9"/>
                  <a:gd name="T1" fmla="*/ 357 h 9"/>
                  <a:gd name="T2" fmla="*/ 153 w 9"/>
                  <a:gd name="T3" fmla="*/ 357 h 9"/>
                  <a:gd name="T4" fmla="*/ 153 w 9"/>
                  <a:gd name="T5" fmla="*/ 100 h 9"/>
                  <a:gd name="T6" fmla="*/ 37 w 9"/>
                  <a:gd name="T7" fmla="*/ 100 h 9"/>
                  <a:gd name="T8" fmla="*/ 22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8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7" y="2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0" y="6"/>
                      <a:pt x="1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8" name="Freeform 872">
                <a:extLst>
                  <a:ext uri="{FF2B5EF4-FFF2-40B4-BE49-F238E27FC236}">
                    <a16:creationId xmlns:a16="http://schemas.microsoft.com/office/drawing/2014/main" id="{8964EAE4-E92A-4B65-84C8-50E3C6402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538"/>
                <a:ext cx="5" cy="5"/>
              </a:xfrm>
              <a:custGeom>
                <a:avLst/>
                <a:gdLst>
                  <a:gd name="T0" fmla="*/ 22 w 3"/>
                  <a:gd name="T1" fmla="*/ 62 h 3"/>
                  <a:gd name="T2" fmla="*/ 62 w 3"/>
                  <a:gd name="T3" fmla="*/ 62 h 3"/>
                  <a:gd name="T4" fmla="*/ 62 w 3"/>
                  <a:gd name="T5" fmla="*/ 22 h 3"/>
                  <a:gd name="T6" fmla="*/ 22 w 3"/>
                  <a:gd name="T7" fmla="*/ 22 h 3"/>
                  <a:gd name="T8" fmla="*/ 2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9" name="Freeform 873">
                <a:extLst>
                  <a:ext uri="{FF2B5EF4-FFF2-40B4-BE49-F238E27FC236}">
                    <a16:creationId xmlns:a16="http://schemas.microsoft.com/office/drawing/2014/main" id="{5FD7E3CC-88E1-40C8-B9B0-EFA48139A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519"/>
                <a:ext cx="15" cy="17"/>
              </a:xfrm>
              <a:custGeom>
                <a:avLst/>
                <a:gdLst>
                  <a:gd name="T0" fmla="*/ 37 w 9"/>
                  <a:gd name="T1" fmla="*/ 357 h 9"/>
                  <a:gd name="T2" fmla="*/ 172 w 9"/>
                  <a:gd name="T3" fmla="*/ 317 h 9"/>
                  <a:gd name="T4" fmla="*/ 153 w 9"/>
                  <a:gd name="T5" fmla="*/ 53 h 9"/>
                  <a:gd name="T6" fmla="*/ 37 w 9"/>
                  <a:gd name="T7" fmla="*/ 100 h 9"/>
                  <a:gd name="T8" fmla="*/ 3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7" y="9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1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0" name="Freeform 874">
                <a:extLst>
                  <a:ext uri="{FF2B5EF4-FFF2-40B4-BE49-F238E27FC236}">
                    <a16:creationId xmlns:a16="http://schemas.microsoft.com/office/drawing/2014/main" id="{612704C7-BFFB-4F70-860F-0CC5BBC08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523"/>
                <a:ext cx="5" cy="5"/>
              </a:xfrm>
              <a:custGeom>
                <a:avLst/>
                <a:gdLst>
                  <a:gd name="T0" fmla="*/ 22 w 3"/>
                  <a:gd name="T1" fmla="*/ 62 h 3"/>
                  <a:gd name="T2" fmla="*/ 37 w 3"/>
                  <a:gd name="T3" fmla="*/ 62 h 3"/>
                  <a:gd name="T4" fmla="*/ 37 w 3"/>
                  <a:gd name="T5" fmla="*/ 22 h 3"/>
                  <a:gd name="T6" fmla="*/ 0 w 3"/>
                  <a:gd name="T7" fmla="*/ 22 h 3"/>
                  <a:gd name="T8" fmla="*/ 2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1" name="Freeform 875">
                <a:extLst>
                  <a:ext uri="{FF2B5EF4-FFF2-40B4-BE49-F238E27FC236}">
                    <a16:creationId xmlns:a16="http://schemas.microsoft.com/office/drawing/2014/main" id="{5036F0D9-EB90-4B2F-98BA-198FF6B9E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504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47 w 9"/>
                  <a:gd name="T3" fmla="*/ 317 h 9"/>
                  <a:gd name="T4" fmla="*/ 208 w 9"/>
                  <a:gd name="T5" fmla="*/ 53 h 9"/>
                  <a:gd name="T6" fmla="*/ 37 w 9"/>
                  <a:gd name="T7" fmla="*/ 100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4" y="9"/>
                      <a:pt x="6" y="8"/>
                      <a:pt x="8" y="7"/>
                    </a:cubicBezTo>
                    <a:cubicBezTo>
                      <a:pt x="9" y="5"/>
                      <a:pt x="9" y="2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2" name="Freeform 876">
                <a:extLst>
                  <a:ext uri="{FF2B5EF4-FFF2-40B4-BE49-F238E27FC236}">
                    <a16:creationId xmlns:a16="http://schemas.microsoft.com/office/drawing/2014/main" id="{F943B233-8E03-4F79-AAEE-37798652F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508"/>
                <a:ext cx="7" cy="6"/>
              </a:xfrm>
              <a:custGeom>
                <a:avLst/>
                <a:gdLst>
                  <a:gd name="T0" fmla="*/ 37 w 4"/>
                  <a:gd name="T1" fmla="*/ 128 h 3"/>
                  <a:gd name="T2" fmla="*/ 86 w 4"/>
                  <a:gd name="T3" fmla="*/ 128 h 3"/>
                  <a:gd name="T4" fmla="*/ 86 w 4"/>
                  <a:gd name="T5" fmla="*/ 0 h 3"/>
                  <a:gd name="T6" fmla="*/ 37 w 4"/>
                  <a:gd name="T7" fmla="*/ 64 h 3"/>
                  <a:gd name="T8" fmla="*/ 37 w 4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2" y="3"/>
                      <a:pt x="3" y="3"/>
                      <a:pt x="3" y="2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3" name="Freeform 877">
                <a:extLst>
                  <a:ext uri="{FF2B5EF4-FFF2-40B4-BE49-F238E27FC236}">
                    <a16:creationId xmlns:a16="http://schemas.microsoft.com/office/drawing/2014/main" id="{506EB878-3E8F-4CFF-AEFB-AEA2220A5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489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47 w 9"/>
                  <a:gd name="T3" fmla="*/ 317 h 9"/>
                  <a:gd name="T4" fmla="*/ 208 w 9"/>
                  <a:gd name="T5" fmla="*/ 53 h 9"/>
                  <a:gd name="T6" fmla="*/ 66 w 9"/>
                  <a:gd name="T7" fmla="*/ 100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4" y="9"/>
                      <a:pt x="7" y="9"/>
                      <a:pt x="8" y="7"/>
                    </a:cubicBezTo>
                    <a:cubicBezTo>
                      <a:pt x="9" y="5"/>
                      <a:pt x="9" y="2"/>
                      <a:pt x="7" y="1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1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4" name="Freeform 878">
                <a:extLst>
                  <a:ext uri="{FF2B5EF4-FFF2-40B4-BE49-F238E27FC236}">
                    <a16:creationId xmlns:a16="http://schemas.microsoft.com/office/drawing/2014/main" id="{8B320372-F60E-4822-84F3-F0EBD5606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493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37 w 3"/>
                  <a:gd name="T3" fmla="*/ 128 h 3"/>
                  <a:gd name="T4" fmla="*/ 37 w 3"/>
                  <a:gd name="T5" fmla="*/ 0 h 3"/>
                  <a:gd name="T6" fmla="*/ 0 w 3"/>
                  <a:gd name="T7" fmla="*/ 64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5" name="Freeform 879">
                <a:extLst>
                  <a:ext uri="{FF2B5EF4-FFF2-40B4-BE49-F238E27FC236}">
                    <a16:creationId xmlns:a16="http://schemas.microsoft.com/office/drawing/2014/main" id="{FD4E0852-6160-4337-BAF3-F860213FC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475"/>
                <a:ext cx="16" cy="16"/>
              </a:xfrm>
              <a:custGeom>
                <a:avLst/>
                <a:gdLst>
                  <a:gd name="T0" fmla="*/ 66 w 9"/>
                  <a:gd name="T1" fmla="*/ 208 h 9"/>
                  <a:gd name="T2" fmla="*/ 208 w 9"/>
                  <a:gd name="T3" fmla="*/ 208 h 9"/>
                  <a:gd name="T4" fmla="*/ 208 w 9"/>
                  <a:gd name="T5" fmla="*/ 37 h 9"/>
                  <a:gd name="T6" fmla="*/ 37 w 9"/>
                  <a:gd name="T7" fmla="*/ 66 h 9"/>
                  <a:gd name="T8" fmla="*/ 66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4" y="9"/>
                      <a:pt x="6" y="8"/>
                      <a:pt x="7" y="7"/>
                    </a:cubicBezTo>
                    <a:cubicBezTo>
                      <a:pt x="9" y="5"/>
                      <a:pt x="8" y="2"/>
                      <a:pt x="7" y="1"/>
                    </a:cubicBezTo>
                    <a:cubicBezTo>
                      <a:pt x="5" y="0"/>
                      <a:pt x="2" y="0"/>
                      <a:pt x="1" y="2"/>
                    </a:cubicBezTo>
                    <a:cubicBezTo>
                      <a:pt x="0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6" name="Freeform 880">
                <a:extLst>
                  <a:ext uri="{FF2B5EF4-FFF2-40B4-BE49-F238E27FC236}">
                    <a16:creationId xmlns:a16="http://schemas.microsoft.com/office/drawing/2014/main" id="{943B5B9B-94EB-49A1-96F4-B6E87EA01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478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62 w 3"/>
                  <a:gd name="T3" fmla="*/ 128 h 3"/>
                  <a:gd name="T4" fmla="*/ 62 w 3"/>
                  <a:gd name="T5" fmla="*/ 0 h 3"/>
                  <a:gd name="T6" fmla="*/ 22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7" name="Freeform 881">
                <a:extLst>
                  <a:ext uri="{FF2B5EF4-FFF2-40B4-BE49-F238E27FC236}">
                    <a16:creationId xmlns:a16="http://schemas.microsoft.com/office/drawing/2014/main" id="{DE231097-961F-4217-9309-A2562B519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458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08 w 9"/>
                  <a:gd name="T3" fmla="*/ 317 h 9"/>
                  <a:gd name="T4" fmla="*/ 208 w 9"/>
                  <a:gd name="T5" fmla="*/ 100 h 9"/>
                  <a:gd name="T6" fmla="*/ 37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8" y="3"/>
                      <a:pt x="7" y="2"/>
                    </a:cubicBezTo>
                    <a:cubicBezTo>
                      <a:pt x="5" y="0"/>
                      <a:pt x="2" y="1"/>
                      <a:pt x="1" y="2"/>
                    </a:cubicBezTo>
                    <a:cubicBezTo>
                      <a:pt x="0" y="4"/>
                      <a:pt x="0" y="7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8" name="Freeform 882">
                <a:extLst>
                  <a:ext uri="{FF2B5EF4-FFF2-40B4-BE49-F238E27FC236}">
                    <a16:creationId xmlns:a16="http://schemas.microsoft.com/office/drawing/2014/main" id="{777F2475-D1B0-40E4-86A9-B00FDD8D3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462"/>
                <a:ext cx="5" cy="5"/>
              </a:xfrm>
              <a:custGeom>
                <a:avLst/>
                <a:gdLst>
                  <a:gd name="T0" fmla="*/ 22 w 3"/>
                  <a:gd name="T1" fmla="*/ 62 h 3"/>
                  <a:gd name="T2" fmla="*/ 62 w 3"/>
                  <a:gd name="T3" fmla="*/ 62 h 3"/>
                  <a:gd name="T4" fmla="*/ 62 w 3"/>
                  <a:gd name="T5" fmla="*/ 22 h 3"/>
                  <a:gd name="T6" fmla="*/ 22 w 3"/>
                  <a:gd name="T7" fmla="*/ 22 h 3"/>
                  <a:gd name="T8" fmla="*/ 2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9" name="Freeform 883">
                <a:extLst>
                  <a:ext uri="{FF2B5EF4-FFF2-40B4-BE49-F238E27FC236}">
                    <a16:creationId xmlns:a16="http://schemas.microsoft.com/office/drawing/2014/main" id="{B53A0CAE-C360-4BBB-AE0F-D604E52BC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443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47 w 9"/>
                  <a:gd name="T3" fmla="*/ 317 h 9"/>
                  <a:gd name="T4" fmla="*/ 208 w 9"/>
                  <a:gd name="T5" fmla="*/ 53 h 9"/>
                  <a:gd name="T6" fmla="*/ 66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7" y="9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1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0" name="Freeform 884">
                <a:extLst>
                  <a:ext uri="{FF2B5EF4-FFF2-40B4-BE49-F238E27FC236}">
                    <a16:creationId xmlns:a16="http://schemas.microsoft.com/office/drawing/2014/main" id="{9566B967-AED4-4801-B4AB-99FF9E75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447"/>
                <a:ext cx="5" cy="5"/>
              </a:xfrm>
              <a:custGeom>
                <a:avLst/>
                <a:gdLst>
                  <a:gd name="T0" fmla="*/ 22 w 3"/>
                  <a:gd name="T1" fmla="*/ 62 h 3"/>
                  <a:gd name="T2" fmla="*/ 37 w 3"/>
                  <a:gd name="T3" fmla="*/ 37 h 3"/>
                  <a:gd name="T4" fmla="*/ 37 w 3"/>
                  <a:gd name="T5" fmla="*/ 0 h 3"/>
                  <a:gd name="T6" fmla="*/ 0 w 3"/>
                  <a:gd name="T7" fmla="*/ 22 h 3"/>
                  <a:gd name="T8" fmla="*/ 2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1" name="Freeform 885">
                <a:extLst>
                  <a:ext uri="{FF2B5EF4-FFF2-40B4-BE49-F238E27FC236}">
                    <a16:creationId xmlns:a16="http://schemas.microsoft.com/office/drawing/2014/main" id="{B4068BBE-5599-4E9D-9B24-D04044B45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428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08 w 9"/>
                  <a:gd name="T3" fmla="*/ 317 h 9"/>
                  <a:gd name="T4" fmla="*/ 203 w 9"/>
                  <a:gd name="T5" fmla="*/ 53 h 9"/>
                  <a:gd name="T6" fmla="*/ 37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8"/>
                      <a:pt x="7" y="7"/>
                    </a:cubicBezTo>
                    <a:cubicBezTo>
                      <a:pt x="9" y="5"/>
                      <a:pt x="8" y="2"/>
                      <a:pt x="6" y="1"/>
                    </a:cubicBez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2" name="Freeform 886">
                <a:extLst>
                  <a:ext uri="{FF2B5EF4-FFF2-40B4-BE49-F238E27FC236}">
                    <a16:creationId xmlns:a16="http://schemas.microsoft.com/office/drawing/2014/main" id="{4330B071-CF68-4DC5-BFFD-2F93429CA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432"/>
                <a:ext cx="5" cy="5"/>
              </a:xfrm>
              <a:custGeom>
                <a:avLst/>
                <a:gdLst>
                  <a:gd name="T0" fmla="*/ 22 w 3"/>
                  <a:gd name="T1" fmla="*/ 37 h 3"/>
                  <a:gd name="T2" fmla="*/ 62 w 3"/>
                  <a:gd name="T3" fmla="*/ 37 h 3"/>
                  <a:gd name="T4" fmla="*/ 37 w 3"/>
                  <a:gd name="T5" fmla="*/ 0 h 3"/>
                  <a:gd name="T6" fmla="*/ 22 w 3"/>
                  <a:gd name="T7" fmla="*/ 22 h 3"/>
                  <a:gd name="T8" fmla="*/ 2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3" name="Freeform 887">
                <a:extLst>
                  <a:ext uri="{FF2B5EF4-FFF2-40B4-BE49-F238E27FC236}">
                    <a16:creationId xmlns:a16="http://schemas.microsoft.com/office/drawing/2014/main" id="{939F6858-1331-44D2-AD71-33F4B1925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716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17 h 9"/>
                  <a:gd name="T4" fmla="*/ 208 w 9"/>
                  <a:gd name="T5" fmla="*/ 100 h 9"/>
                  <a:gd name="T6" fmla="*/ 37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5" y="9"/>
                      <a:pt x="7" y="7"/>
                    </a:cubicBezTo>
                    <a:cubicBezTo>
                      <a:pt x="8" y="6"/>
                      <a:pt x="9" y="3"/>
                      <a:pt x="7" y="2"/>
                    </a:cubicBezTo>
                    <a:cubicBezTo>
                      <a:pt x="6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4" name="Freeform 888">
                <a:extLst>
                  <a:ext uri="{FF2B5EF4-FFF2-40B4-BE49-F238E27FC236}">
                    <a16:creationId xmlns:a16="http://schemas.microsoft.com/office/drawing/2014/main" id="{0DF16207-EBAB-4AA7-A54D-44C86AF26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720"/>
                <a:ext cx="6" cy="5"/>
              </a:xfrm>
              <a:custGeom>
                <a:avLst/>
                <a:gdLst>
                  <a:gd name="T0" fmla="*/ 0 w 3"/>
                  <a:gd name="T1" fmla="*/ 37 h 3"/>
                  <a:gd name="T2" fmla="*/ 128 w 3"/>
                  <a:gd name="T3" fmla="*/ 37 h 3"/>
                  <a:gd name="T4" fmla="*/ 128 w 3"/>
                  <a:gd name="T5" fmla="*/ 0 h 3"/>
                  <a:gd name="T6" fmla="*/ 0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5" name="Freeform 889">
                <a:extLst>
                  <a:ext uri="{FF2B5EF4-FFF2-40B4-BE49-F238E27FC236}">
                    <a16:creationId xmlns:a16="http://schemas.microsoft.com/office/drawing/2014/main" id="{238B779B-B366-4E90-83A8-DE710CC65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701"/>
                <a:ext cx="15" cy="17"/>
              </a:xfrm>
              <a:custGeom>
                <a:avLst/>
                <a:gdLst>
                  <a:gd name="T0" fmla="*/ 37 w 9"/>
                  <a:gd name="T1" fmla="*/ 317 h 9"/>
                  <a:gd name="T2" fmla="*/ 172 w 9"/>
                  <a:gd name="T3" fmla="*/ 317 h 9"/>
                  <a:gd name="T4" fmla="*/ 172 w 9"/>
                  <a:gd name="T5" fmla="*/ 100 h 9"/>
                  <a:gd name="T6" fmla="*/ 37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1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6" name="Freeform 890">
                <a:extLst>
                  <a:ext uri="{FF2B5EF4-FFF2-40B4-BE49-F238E27FC236}">
                    <a16:creationId xmlns:a16="http://schemas.microsoft.com/office/drawing/2014/main" id="{E77AEE34-779E-4892-8E2B-D7F759664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705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37 w 3"/>
                  <a:gd name="T5" fmla="*/ 0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7" name="Freeform 891">
                <a:extLst>
                  <a:ext uri="{FF2B5EF4-FFF2-40B4-BE49-F238E27FC236}">
                    <a16:creationId xmlns:a16="http://schemas.microsoft.com/office/drawing/2014/main" id="{35970AF7-BC35-4CAC-B7DB-6D1BDE684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686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17 h 9"/>
                  <a:gd name="T4" fmla="*/ 247 w 9"/>
                  <a:gd name="T5" fmla="*/ 53 h 9"/>
                  <a:gd name="T6" fmla="*/ 66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8"/>
                      <a:pt x="5" y="9"/>
                      <a:pt x="7" y="7"/>
                    </a:cubicBezTo>
                    <a:cubicBezTo>
                      <a:pt x="9" y="6"/>
                      <a:pt x="9" y="3"/>
                      <a:pt x="8" y="1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8" name="Freeform 892">
                <a:extLst>
                  <a:ext uri="{FF2B5EF4-FFF2-40B4-BE49-F238E27FC236}">
                    <a16:creationId xmlns:a16="http://schemas.microsoft.com/office/drawing/2014/main" id="{9CD8B062-E498-4A43-B49F-898CE4463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690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62 w 3"/>
                  <a:gd name="T3" fmla="*/ 128 h 3"/>
                  <a:gd name="T4" fmla="*/ 62 w 3"/>
                  <a:gd name="T5" fmla="*/ 0 h 3"/>
                  <a:gd name="T6" fmla="*/ 22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9" name="Freeform 893">
                <a:extLst>
                  <a:ext uri="{FF2B5EF4-FFF2-40B4-BE49-F238E27FC236}">
                    <a16:creationId xmlns:a16="http://schemas.microsoft.com/office/drawing/2014/main" id="{C15B5154-7605-453D-A030-B726E5578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670"/>
                <a:ext cx="15" cy="18"/>
              </a:xfrm>
              <a:custGeom>
                <a:avLst/>
                <a:gdLst>
                  <a:gd name="T0" fmla="*/ 22 w 9"/>
                  <a:gd name="T1" fmla="*/ 239 h 10"/>
                  <a:gd name="T2" fmla="*/ 153 w 9"/>
                  <a:gd name="T3" fmla="*/ 263 h 10"/>
                  <a:gd name="T4" fmla="*/ 172 w 9"/>
                  <a:gd name="T5" fmla="*/ 94 h 10"/>
                  <a:gd name="T6" fmla="*/ 37 w 9"/>
                  <a:gd name="T7" fmla="*/ 74 h 10"/>
                  <a:gd name="T8" fmla="*/ 22 w 9"/>
                  <a:gd name="T9" fmla="*/ 23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2" y="9"/>
                      <a:pt x="5" y="10"/>
                      <a:pt x="7" y="8"/>
                    </a:cubicBezTo>
                    <a:cubicBezTo>
                      <a:pt x="8" y="7"/>
                      <a:pt x="9" y="4"/>
                      <a:pt x="8" y="3"/>
                    </a:cubicBez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0" name="Freeform 894">
                <a:extLst>
                  <a:ext uri="{FF2B5EF4-FFF2-40B4-BE49-F238E27FC236}">
                    <a16:creationId xmlns:a16="http://schemas.microsoft.com/office/drawing/2014/main" id="{F586C16D-4D1F-483E-B3DD-CA623E69A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675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62 w 3"/>
                  <a:gd name="T5" fmla="*/ 0 h 3"/>
                  <a:gd name="T6" fmla="*/ 22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1" name="Freeform 895">
                <a:extLst>
                  <a:ext uri="{FF2B5EF4-FFF2-40B4-BE49-F238E27FC236}">
                    <a16:creationId xmlns:a16="http://schemas.microsoft.com/office/drawing/2014/main" id="{53069A58-B26C-4980-B96D-26C1A281D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657"/>
                <a:ext cx="14" cy="15"/>
              </a:xfrm>
              <a:custGeom>
                <a:avLst/>
                <a:gdLst>
                  <a:gd name="T0" fmla="*/ 37 w 8"/>
                  <a:gd name="T1" fmla="*/ 296 h 8"/>
                  <a:gd name="T2" fmla="*/ 200 w 8"/>
                  <a:gd name="T3" fmla="*/ 296 h 8"/>
                  <a:gd name="T4" fmla="*/ 200 w 8"/>
                  <a:gd name="T5" fmla="*/ 53 h 8"/>
                  <a:gd name="T6" fmla="*/ 37 w 8"/>
                  <a:gd name="T7" fmla="*/ 53 h 8"/>
                  <a:gd name="T8" fmla="*/ 37 w 8"/>
                  <a:gd name="T9" fmla="*/ 29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7"/>
                    </a:moveTo>
                    <a:cubicBezTo>
                      <a:pt x="3" y="8"/>
                      <a:pt x="5" y="8"/>
                      <a:pt x="7" y="7"/>
                    </a:cubicBezTo>
                    <a:cubicBezTo>
                      <a:pt x="8" y="5"/>
                      <a:pt x="8" y="3"/>
                      <a:pt x="7" y="1"/>
                    </a:cubicBez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2" name="Freeform 896">
                <a:extLst>
                  <a:ext uri="{FF2B5EF4-FFF2-40B4-BE49-F238E27FC236}">
                    <a16:creationId xmlns:a16="http://schemas.microsoft.com/office/drawing/2014/main" id="{2B3D5DAD-EBA8-4A08-B37A-566E01F47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660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37 w 3"/>
                  <a:gd name="T5" fmla="*/ 0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3" name="Freeform 897">
                <a:extLst>
                  <a:ext uri="{FF2B5EF4-FFF2-40B4-BE49-F238E27FC236}">
                    <a16:creationId xmlns:a16="http://schemas.microsoft.com/office/drawing/2014/main" id="{3B409E25-E330-46A8-B9AF-8FCDEA79D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640"/>
                <a:ext cx="15" cy="17"/>
              </a:xfrm>
              <a:custGeom>
                <a:avLst/>
                <a:gdLst>
                  <a:gd name="T0" fmla="*/ 37 w 9"/>
                  <a:gd name="T1" fmla="*/ 357 h 9"/>
                  <a:gd name="T2" fmla="*/ 153 w 9"/>
                  <a:gd name="T3" fmla="*/ 357 h 9"/>
                  <a:gd name="T4" fmla="*/ 153 w 9"/>
                  <a:gd name="T5" fmla="*/ 100 h 9"/>
                  <a:gd name="T6" fmla="*/ 37 w 9"/>
                  <a:gd name="T7" fmla="*/ 100 h 9"/>
                  <a:gd name="T8" fmla="*/ 3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7" y="2"/>
                    </a:cubicBezTo>
                    <a:cubicBezTo>
                      <a:pt x="6" y="1"/>
                      <a:pt x="3" y="0"/>
                      <a:pt x="2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4" name="Freeform 898">
                <a:extLst>
                  <a:ext uri="{FF2B5EF4-FFF2-40B4-BE49-F238E27FC236}">
                    <a16:creationId xmlns:a16="http://schemas.microsoft.com/office/drawing/2014/main" id="{DB7C4A99-CCE2-4D58-AF9F-BA0583098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645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62 w 3"/>
                  <a:gd name="T3" fmla="*/ 128 h 3"/>
                  <a:gd name="T4" fmla="*/ 62 w 3"/>
                  <a:gd name="T5" fmla="*/ 0 h 3"/>
                  <a:gd name="T6" fmla="*/ 22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5" name="Freeform 899">
                <a:extLst>
                  <a:ext uri="{FF2B5EF4-FFF2-40B4-BE49-F238E27FC236}">
                    <a16:creationId xmlns:a16="http://schemas.microsoft.com/office/drawing/2014/main" id="{601EEFEF-2028-46EE-BC8E-BAD135394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627"/>
                <a:ext cx="14" cy="15"/>
              </a:xfrm>
              <a:custGeom>
                <a:avLst/>
                <a:gdLst>
                  <a:gd name="T0" fmla="*/ 37 w 8"/>
                  <a:gd name="T1" fmla="*/ 296 h 8"/>
                  <a:gd name="T2" fmla="*/ 200 w 8"/>
                  <a:gd name="T3" fmla="*/ 296 h 8"/>
                  <a:gd name="T4" fmla="*/ 200 w 8"/>
                  <a:gd name="T5" fmla="*/ 53 h 8"/>
                  <a:gd name="T6" fmla="*/ 37 w 8"/>
                  <a:gd name="T7" fmla="*/ 53 h 8"/>
                  <a:gd name="T8" fmla="*/ 37 w 8"/>
                  <a:gd name="T9" fmla="*/ 29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7"/>
                    </a:moveTo>
                    <a:cubicBezTo>
                      <a:pt x="3" y="8"/>
                      <a:pt x="5" y="8"/>
                      <a:pt x="7" y="7"/>
                    </a:cubicBezTo>
                    <a:cubicBezTo>
                      <a:pt x="8" y="5"/>
                      <a:pt x="8" y="3"/>
                      <a:pt x="7" y="1"/>
                    </a:cubicBez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6" name="Freeform 900">
                <a:extLst>
                  <a:ext uri="{FF2B5EF4-FFF2-40B4-BE49-F238E27FC236}">
                    <a16:creationId xmlns:a16="http://schemas.microsoft.com/office/drawing/2014/main" id="{CBE0FD7C-9435-4012-AD05-FBBA8096C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631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37 h 3"/>
                  <a:gd name="T4" fmla="*/ 37 w 3"/>
                  <a:gd name="T5" fmla="*/ 0 h 3"/>
                  <a:gd name="T6" fmla="*/ 0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7" name="Freeform 901">
                <a:extLst>
                  <a:ext uri="{FF2B5EF4-FFF2-40B4-BE49-F238E27FC236}">
                    <a16:creationId xmlns:a16="http://schemas.microsoft.com/office/drawing/2014/main" id="{BA25E2D3-D1D9-4482-9C7A-23B7BEDD9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612"/>
                <a:ext cx="16" cy="15"/>
              </a:xfrm>
              <a:custGeom>
                <a:avLst/>
                <a:gdLst>
                  <a:gd name="T0" fmla="*/ 66 w 9"/>
                  <a:gd name="T1" fmla="*/ 296 h 8"/>
                  <a:gd name="T2" fmla="*/ 208 w 9"/>
                  <a:gd name="T3" fmla="*/ 296 h 8"/>
                  <a:gd name="T4" fmla="*/ 208 w 9"/>
                  <a:gd name="T5" fmla="*/ 53 h 8"/>
                  <a:gd name="T6" fmla="*/ 66 w 9"/>
                  <a:gd name="T7" fmla="*/ 53 h 8"/>
                  <a:gd name="T8" fmla="*/ 66 w 9"/>
                  <a:gd name="T9" fmla="*/ 29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2" y="7"/>
                    </a:moveTo>
                    <a:cubicBezTo>
                      <a:pt x="3" y="8"/>
                      <a:pt x="6" y="8"/>
                      <a:pt x="7" y="7"/>
                    </a:cubicBezTo>
                    <a:cubicBezTo>
                      <a:pt x="9" y="5"/>
                      <a:pt x="9" y="3"/>
                      <a:pt x="7" y="1"/>
                    </a:cubicBez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8" name="Freeform 902">
                <a:extLst>
                  <a:ext uri="{FF2B5EF4-FFF2-40B4-BE49-F238E27FC236}">
                    <a16:creationId xmlns:a16="http://schemas.microsoft.com/office/drawing/2014/main" id="{94C0F90E-0D90-4D26-BF55-C423614FD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616"/>
                <a:ext cx="6" cy="5"/>
              </a:xfrm>
              <a:custGeom>
                <a:avLst/>
                <a:gdLst>
                  <a:gd name="T0" fmla="*/ 64 w 3"/>
                  <a:gd name="T1" fmla="*/ 37 h 3"/>
                  <a:gd name="T2" fmla="*/ 192 w 3"/>
                  <a:gd name="T3" fmla="*/ 37 h 3"/>
                  <a:gd name="T4" fmla="*/ 192 w 3"/>
                  <a:gd name="T5" fmla="*/ 0 h 3"/>
                  <a:gd name="T6" fmla="*/ 64 w 3"/>
                  <a:gd name="T7" fmla="*/ 0 h 3"/>
                  <a:gd name="T8" fmla="*/ 64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9" name="Freeform 903">
                <a:extLst>
                  <a:ext uri="{FF2B5EF4-FFF2-40B4-BE49-F238E27FC236}">
                    <a16:creationId xmlns:a16="http://schemas.microsoft.com/office/drawing/2014/main" id="{77F891BB-8492-419B-86A3-C809B595F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595"/>
                <a:ext cx="15" cy="17"/>
              </a:xfrm>
              <a:custGeom>
                <a:avLst/>
                <a:gdLst>
                  <a:gd name="T0" fmla="*/ 37 w 9"/>
                  <a:gd name="T1" fmla="*/ 357 h 9"/>
                  <a:gd name="T2" fmla="*/ 153 w 9"/>
                  <a:gd name="T3" fmla="*/ 357 h 9"/>
                  <a:gd name="T4" fmla="*/ 153 w 9"/>
                  <a:gd name="T5" fmla="*/ 100 h 9"/>
                  <a:gd name="T6" fmla="*/ 37 w 9"/>
                  <a:gd name="T7" fmla="*/ 100 h 9"/>
                  <a:gd name="T8" fmla="*/ 3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7" y="2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3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0" name="Freeform 904">
                <a:extLst>
                  <a:ext uri="{FF2B5EF4-FFF2-40B4-BE49-F238E27FC236}">
                    <a16:creationId xmlns:a16="http://schemas.microsoft.com/office/drawing/2014/main" id="{9C32B333-6787-49FC-8A7B-8B76813A3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599"/>
                <a:ext cx="5" cy="6"/>
              </a:xfrm>
              <a:custGeom>
                <a:avLst/>
                <a:gdLst>
                  <a:gd name="T0" fmla="*/ 22 w 3"/>
                  <a:gd name="T1" fmla="*/ 192 h 3"/>
                  <a:gd name="T2" fmla="*/ 62 w 3"/>
                  <a:gd name="T3" fmla="*/ 192 h 3"/>
                  <a:gd name="T4" fmla="*/ 62 w 3"/>
                  <a:gd name="T5" fmla="*/ 64 h 3"/>
                  <a:gd name="T6" fmla="*/ 22 w 3"/>
                  <a:gd name="T7" fmla="*/ 64 h 3"/>
                  <a:gd name="T8" fmla="*/ 2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1" name="Freeform 905">
                <a:extLst>
                  <a:ext uri="{FF2B5EF4-FFF2-40B4-BE49-F238E27FC236}">
                    <a16:creationId xmlns:a16="http://schemas.microsoft.com/office/drawing/2014/main" id="{A43D5E1F-9084-4067-AD42-0CB22048B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580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08 w 9"/>
                  <a:gd name="T3" fmla="*/ 357 h 9"/>
                  <a:gd name="T4" fmla="*/ 247 w 9"/>
                  <a:gd name="T5" fmla="*/ 100 h 9"/>
                  <a:gd name="T6" fmla="*/ 66 w 9"/>
                  <a:gd name="T7" fmla="*/ 100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6" y="0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2" name="Freeform 906">
                <a:extLst>
                  <a:ext uri="{FF2B5EF4-FFF2-40B4-BE49-F238E27FC236}">
                    <a16:creationId xmlns:a16="http://schemas.microsoft.com/office/drawing/2014/main" id="{BADBCD7F-0248-4093-96A5-BC3C1AB39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584"/>
                <a:ext cx="5" cy="6"/>
              </a:xfrm>
              <a:custGeom>
                <a:avLst/>
                <a:gdLst>
                  <a:gd name="T0" fmla="*/ 22 w 3"/>
                  <a:gd name="T1" fmla="*/ 192 h 3"/>
                  <a:gd name="T2" fmla="*/ 62 w 3"/>
                  <a:gd name="T3" fmla="*/ 192 h 3"/>
                  <a:gd name="T4" fmla="*/ 62 w 3"/>
                  <a:gd name="T5" fmla="*/ 64 h 3"/>
                  <a:gd name="T6" fmla="*/ 22 w 3"/>
                  <a:gd name="T7" fmla="*/ 64 h 3"/>
                  <a:gd name="T8" fmla="*/ 2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3" name="Freeform 907">
                <a:extLst>
                  <a:ext uri="{FF2B5EF4-FFF2-40B4-BE49-F238E27FC236}">
                    <a16:creationId xmlns:a16="http://schemas.microsoft.com/office/drawing/2014/main" id="{AAAFD75E-DE53-47F7-9863-DFF4542A1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566"/>
                <a:ext cx="16" cy="16"/>
              </a:xfrm>
              <a:custGeom>
                <a:avLst/>
                <a:gdLst>
                  <a:gd name="T0" fmla="*/ 37 w 9"/>
                  <a:gd name="T1" fmla="*/ 208 h 9"/>
                  <a:gd name="T2" fmla="*/ 208 w 9"/>
                  <a:gd name="T3" fmla="*/ 208 h 9"/>
                  <a:gd name="T4" fmla="*/ 208 w 9"/>
                  <a:gd name="T5" fmla="*/ 66 h 9"/>
                  <a:gd name="T6" fmla="*/ 66 w 9"/>
                  <a:gd name="T7" fmla="*/ 37 h 9"/>
                  <a:gd name="T8" fmla="*/ 3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4" name="Freeform 908">
                <a:extLst>
                  <a:ext uri="{FF2B5EF4-FFF2-40B4-BE49-F238E27FC236}">
                    <a16:creationId xmlns:a16="http://schemas.microsoft.com/office/drawing/2014/main" id="{2FD17725-FCDB-4985-92CB-D551E7584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569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62 w 3"/>
                  <a:gd name="T3" fmla="*/ 192 h 3"/>
                  <a:gd name="T4" fmla="*/ 62 w 3"/>
                  <a:gd name="T5" fmla="*/ 64 h 3"/>
                  <a:gd name="T6" fmla="*/ 22 w 3"/>
                  <a:gd name="T7" fmla="*/ 64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5" name="Freeform 909">
                <a:extLst>
                  <a:ext uri="{FF2B5EF4-FFF2-40B4-BE49-F238E27FC236}">
                    <a16:creationId xmlns:a16="http://schemas.microsoft.com/office/drawing/2014/main" id="{ECFA6188-5BD9-409C-B4A3-F209F967F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551"/>
                <a:ext cx="16" cy="16"/>
              </a:xfrm>
              <a:custGeom>
                <a:avLst/>
                <a:gdLst>
                  <a:gd name="T0" fmla="*/ 66 w 9"/>
                  <a:gd name="T1" fmla="*/ 208 h 9"/>
                  <a:gd name="T2" fmla="*/ 208 w 9"/>
                  <a:gd name="T3" fmla="*/ 208 h 9"/>
                  <a:gd name="T4" fmla="*/ 208 w 9"/>
                  <a:gd name="T5" fmla="*/ 37 h 9"/>
                  <a:gd name="T6" fmla="*/ 37 w 9"/>
                  <a:gd name="T7" fmla="*/ 66 h 9"/>
                  <a:gd name="T8" fmla="*/ 66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8"/>
                      <a:pt x="7" y="7"/>
                    </a:cubicBezTo>
                    <a:cubicBezTo>
                      <a:pt x="9" y="5"/>
                      <a:pt x="9" y="3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6" name="Freeform 910">
                <a:extLst>
                  <a:ext uri="{FF2B5EF4-FFF2-40B4-BE49-F238E27FC236}">
                    <a16:creationId xmlns:a16="http://schemas.microsoft.com/office/drawing/2014/main" id="{73D5DA9B-CE68-42FA-9E46-249F10518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54"/>
                <a:ext cx="6" cy="6"/>
              </a:xfrm>
              <a:custGeom>
                <a:avLst/>
                <a:gdLst>
                  <a:gd name="T0" fmla="*/ 64 w 3"/>
                  <a:gd name="T1" fmla="*/ 128 h 3"/>
                  <a:gd name="T2" fmla="*/ 192 w 3"/>
                  <a:gd name="T3" fmla="*/ 128 h 3"/>
                  <a:gd name="T4" fmla="*/ 192 w 3"/>
                  <a:gd name="T5" fmla="*/ 0 h 3"/>
                  <a:gd name="T6" fmla="*/ 64 w 3"/>
                  <a:gd name="T7" fmla="*/ 0 h 3"/>
                  <a:gd name="T8" fmla="*/ 64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7" name="Freeform 911">
                <a:extLst>
                  <a:ext uri="{FF2B5EF4-FFF2-40B4-BE49-F238E27FC236}">
                    <a16:creationId xmlns:a16="http://schemas.microsoft.com/office/drawing/2014/main" id="{4AB700E1-DEAA-421D-A232-BC77752D4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534"/>
                <a:ext cx="15" cy="17"/>
              </a:xfrm>
              <a:custGeom>
                <a:avLst/>
                <a:gdLst>
                  <a:gd name="T0" fmla="*/ 37 w 9"/>
                  <a:gd name="T1" fmla="*/ 357 h 9"/>
                  <a:gd name="T2" fmla="*/ 153 w 9"/>
                  <a:gd name="T3" fmla="*/ 317 h 9"/>
                  <a:gd name="T4" fmla="*/ 153 w 9"/>
                  <a:gd name="T5" fmla="*/ 100 h 9"/>
                  <a:gd name="T6" fmla="*/ 22 w 9"/>
                  <a:gd name="T7" fmla="*/ 100 h 9"/>
                  <a:gd name="T8" fmla="*/ 3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8" y="3"/>
                      <a:pt x="7" y="2"/>
                    </a:cubicBezTo>
                    <a:cubicBezTo>
                      <a:pt x="5" y="0"/>
                      <a:pt x="2" y="1"/>
                      <a:pt x="1" y="2"/>
                    </a:cubicBezTo>
                    <a:cubicBezTo>
                      <a:pt x="0" y="4"/>
                      <a:pt x="0" y="7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8" name="Freeform 912">
                <a:extLst>
                  <a:ext uri="{FF2B5EF4-FFF2-40B4-BE49-F238E27FC236}">
                    <a16:creationId xmlns:a16="http://schemas.microsoft.com/office/drawing/2014/main" id="{A25CC04A-7A7F-4061-BC97-7289B666A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538"/>
                <a:ext cx="5" cy="7"/>
              </a:xfrm>
              <a:custGeom>
                <a:avLst/>
                <a:gdLst>
                  <a:gd name="T0" fmla="*/ 22 w 3"/>
                  <a:gd name="T1" fmla="*/ 86 h 4"/>
                  <a:gd name="T2" fmla="*/ 62 w 3"/>
                  <a:gd name="T3" fmla="*/ 86 h 4"/>
                  <a:gd name="T4" fmla="*/ 37 w 3"/>
                  <a:gd name="T5" fmla="*/ 37 h 4"/>
                  <a:gd name="T6" fmla="*/ 22 w 3"/>
                  <a:gd name="T7" fmla="*/ 37 h 4"/>
                  <a:gd name="T8" fmla="*/ 22 w 3"/>
                  <a:gd name="T9" fmla="*/ 8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4"/>
                      <a:pt x="2" y="3"/>
                      <a:pt x="3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9" name="Freeform 913">
                <a:extLst>
                  <a:ext uri="{FF2B5EF4-FFF2-40B4-BE49-F238E27FC236}">
                    <a16:creationId xmlns:a16="http://schemas.microsoft.com/office/drawing/2014/main" id="{B8D21757-BABB-43F8-85CA-3A0531F33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519"/>
                <a:ext cx="15" cy="17"/>
              </a:xfrm>
              <a:custGeom>
                <a:avLst/>
                <a:gdLst>
                  <a:gd name="T0" fmla="*/ 37 w 9"/>
                  <a:gd name="T1" fmla="*/ 357 h 9"/>
                  <a:gd name="T2" fmla="*/ 172 w 9"/>
                  <a:gd name="T3" fmla="*/ 357 h 9"/>
                  <a:gd name="T4" fmla="*/ 153 w 9"/>
                  <a:gd name="T5" fmla="*/ 100 h 9"/>
                  <a:gd name="T6" fmla="*/ 37 w 9"/>
                  <a:gd name="T7" fmla="*/ 100 h 9"/>
                  <a:gd name="T8" fmla="*/ 3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9"/>
                      <a:pt x="8" y="8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6" y="0"/>
                      <a:pt x="3" y="1"/>
                      <a:pt x="2" y="2"/>
                    </a:cubicBezTo>
                    <a:cubicBezTo>
                      <a:pt x="0" y="4"/>
                      <a:pt x="0" y="7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0" name="Freeform 914">
                <a:extLst>
                  <a:ext uri="{FF2B5EF4-FFF2-40B4-BE49-F238E27FC236}">
                    <a16:creationId xmlns:a16="http://schemas.microsoft.com/office/drawing/2014/main" id="{3A8A4646-CA81-4717-902F-BB819F7C3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525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37 h 3"/>
                  <a:gd name="T4" fmla="*/ 37 w 3"/>
                  <a:gd name="T5" fmla="*/ 0 h 3"/>
                  <a:gd name="T6" fmla="*/ 0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1" name="Freeform 915">
                <a:extLst>
                  <a:ext uri="{FF2B5EF4-FFF2-40B4-BE49-F238E27FC236}">
                    <a16:creationId xmlns:a16="http://schemas.microsoft.com/office/drawing/2014/main" id="{B0661218-A2C4-4720-ABFB-83AE501F1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04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47 w 9"/>
                  <a:gd name="T3" fmla="*/ 317 h 9"/>
                  <a:gd name="T4" fmla="*/ 208 w 9"/>
                  <a:gd name="T5" fmla="*/ 100 h 9"/>
                  <a:gd name="T6" fmla="*/ 37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2" name="Freeform 916">
                <a:extLst>
                  <a:ext uri="{FF2B5EF4-FFF2-40B4-BE49-F238E27FC236}">
                    <a16:creationId xmlns:a16="http://schemas.microsoft.com/office/drawing/2014/main" id="{F6BF5E6D-2DB7-45B8-AE23-1354131DD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508"/>
                <a:ext cx="5" cy="6"/>
              </a:xfrm>
              <a:custGeom>
                <a:avLst/>
                <a:gdLst>
                  <a:gd name="T0" fmla="*/ 22 w 3"/>
                  <a:gd name="T1" fmla="*/ 192 h 3"/>
                  <a:gd name="T2" fmla="*/ 62 w 3"/>
                  <a:gd name="T3" fmla="*/ 192 h 3"/>
                  <a:gd name="T4" fmla="*/ 62 w 3"/>
                  <a:gd name="T5" fmla="*/ 64 h 3"/>
                  <a:gd name="T6" fmla="*/ 22 w 3"/>
                  <a:gd name="T7" fmla="*/ 64 h 3"/>
                  <a:gd name="T8" fmla="*/ 2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3" name="Freeform 917">
                <a:extLst>
                  <a:ext uri="{FF2B5EF4-FFF2-40B4-BE49-F238E27FC236}">
                    <a16:creationId xmlns:a16="http://schemas.microsoft.com/office/drawing/2014/main" id="{C47DE6A8-A26F-4788-A43B-54661F34F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489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47 w 9"/>
                  <a:gd name="T3" fmla="*/ 317 h 9"/>
                  <a:gd name="T4" fmla="*/ 208 w 9"/>
                  <a:gd name="T5" fmla="*/ 53 h 9"/>
                  <a:gd name="T6" fmla="*/ 66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9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4" name="Freeform 918">
                <a:extLst>
                  <a:ext uri="{FF2B5EF4-FFF2-40B4-BE49-F238E27FC236}">
                    <a16:creationId xmlns:a16="http://schemas.microsoft.com/office/drawing/2014/main" id="{519D263D-4B3B-4972-8689-170ED5B0D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493"/>
                <a:ext cx="5" cy="6"/>
              </a:xfrm>
              <a:custGeom>
                <a:avLst/>
                <a:gdLst>
                  <a:gd name="T0" fmla="*/ 0 w 3"/>
                  <a:gd name="T1" fmla="*/ 192 h 3"/>
                  <a:gd name="T2" fmla="*/ 37 w 3"/>
                  <a:gd name="T3" fmla="*/ 128 h 3"/>
                  <a:gd name="T4" fmla="*/ 37 w 3"/>
                  <a:gd name="T5" fmla="*/ 64 h 3"/>
                  <a:gd name="T6" fmla="*/ 0 w 3"/>
                  <a:gd name="T7" fmla="*/ 64 h 3"/>
                  <a:gd name="T8" fmla="*/ 0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5" name="Freeform 919">
                <a:extLst>
                  <a:ext uri="{FF2B5EF4-FFF2-40B4-BE49-F238E27FC236}">
                    <a16:creationId xmlns:a16="http://schemas.microsoft.com/office/drawing/2014/main" id="{463A05E1-DFFB-48FA-9283-C158157D4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473"/>
                <a:ext cx="14" cy="16"/>
              </a:xfrm>
              <a:custGeom>
                <a:avLst/>
                <a:gdLst>
                  <a:gd name="T0" fmla="*/ 37 w 8"/>
                  <a:gd name="T1" fmla="*/ 247 h 9"/>
                  <a:gd name="T2" fmla="*/ 200 w 8"/>
                  <a:gd name="T3" fmla="*/ 247 h 9"/>
                  <a:gd name="T4" fmla="*/ 200 w 8"/>
                  <a:gd name="T5" fmla="*/ 66 h 9"/>
                  <a:gd name="T6" fmla="*/ 37 w 8"/>
                  <a:gd name="T7" fmla="*/ 66 h 9"/>
                  <a:gd name="T8" fmla="*/ 37 w 8"/>
                  <a:gd name="T9" fmla="*/ 2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8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8" y="6"/>
                      <a:pt x="8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1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6" name="Freeform 920">
                <a:extLst>
                  <a:ext uri="{FF2B5EF4-FFF2-40B4-BE49-F238E27FC236}">
                    <a16:creationId xmlns:a16="http://schemas.microsoft.com/office/drawing/2014/main" id="{5CC95A69-6239-426B-82CF-0A768CB1F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476"/>
                <a:ext cx="5" cy="6"/>
              </a:xfrm>
              <a:custGeom>
                <a:avLst/>
                <a:gdLst>
                  <a:gd name="T0" fmla="*/ 0 w 3"/>
                  <a:gd name="T1" fmla="*/ 192 h 3"/>
                  <a:gd name="T2" fmla="*/ 37 w 3"/>
                  <a:gd name="T3" fmla="*/ 192 h 3"/>
                  <a:gd name="T4" fmla="*/ 37 w 3"/>
                  <a:gd name="T5" fmla="*/ 64 h 3"/>
                  <a:gd name="T6" fmla="*/ 0 w 3"/>
                  <a:gd name="T7" fmla="*/ 64 h 3"/>
                  <a:gd name="T8" fmla="*/ 0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7" name="Freeform 921">
                <a:extLst>
                  <a:ext uri="{FF2B5EF4-FFF2-40B4-BE49-F238E27FC236}">
                    <a16:creationId xmlns:a16="http://schemas.microsoft.com/office/drawing/2014/main" id="{F8CC5774-59E9-43E8-A165-ECC4149A7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458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08 w 9"/>
                  <a:gd name="T3" fmla="*/ 317 h 9"/>
                  <a:gd name="T4" fmla="*/ 203 w 9"/>
                  <a:gd name="T5" fmla="*/ 53 h 9"/>
                  <a:gd name="T6" fmla="*/ 37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8"/>
                      <a:pt x="7" y="7"/>
                    </a:cubicBezTo>
                    <a:cubicBezTo>
                      <a:pt x="9" y="5"/>
                      <a:pt x="8" y="2"/>
                      <a:pt x="6" y="1"/>
                    </a:cubicBez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8" name="Freeform 922">
                <a:extLst>
                  <a:ext uri="{FF2B5EF4-FFF2-40B4-BE49-F238E27FC236}">
                    <a16:creationId xmlns:a16="http://schemas.microsoft.com/office/drawing/2014/main" id="{806969F9-C0EE-401C-8C5E-B24398094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462"/>
                <a:ext cx="5" cy="5"/>
              </a:xfrm>
              <a:custGeom>
                <a:avLst/>
                <a:gdLst>
                  <a:gd name="T0" fmla="*/ 22 w 3"/>
                  <a:gd name="T1" fmla="*/ 62 h 3"/>
                  <a:gd name="T2" fmla="*/ 62 w 3"/>
                  <a:gd name="T3" fmla="*/ 37 h 3"/>
                  <a:gd name="T4" fmla="*/ 37 w 3"/>
                  <a:gd name="T5" fmla="*/ 0 h 3"/>
                  <a:gd name="T6" fmla="*/ 0 w 3"/>
                  <a:gd name="T7" fmla="*/ 22 h 3"/>
                  <a:gd name="T8" fmla="*/ 2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9" name="Freeform 923">
                <a:extLst>
                  <a:ext uri="{FF2B5EF4-FFF2-40B4-BE49-F238E27FC236}">
                    <a16:creationId xmlns:a16="http://schemas.microsoft.com/office/drawing/2014/main" id="{B9AF2355-D86E-4A85-9CEA-E750357B4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443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47 w 9"/>
                  <a:gd name="T3" fmla="*/ 272 h 9"/>
                  <a:gd name="T4" fmla="*/ 208 w 9"/>
                  <a:gd name="T5" fmla="*/ 53 h 9"/>
                  <a:gd name="T6" fmla="*/ 37 w 9"/>
                  <a:gd name="T7" fmla="*/ 100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4" y="9"/>
                      <a:pt x="7" y="8"/>
                      <a:pt x="8" y="6"/>
                    </a:cubicBezTo>
                    <a:cubicBezTo>
                      <a:pt x="9" y="5"/>
                      <a:pt x="9" y="2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1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0" name="Freeform 924">
                <a:extLst>
                  <a:ext uri="{FF2B5EF4-FFF2-40B4-BE49-F238E27FC236}">
                    <a16:creationId xmlns:a16="http://schemas.microsoft.com/office/drawing/2014/main" id="{835DD216-05B0-4BAC-B0C6-C8EC824C9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447"/>
                <a:ext cx="6" cy="5"/>
              </a:xfrm>
              <a:custGeom>
                <a:avLst/>
                <a:gdLst>
                  <a:gd name="T0" fmla="*/ 64 w 3"/>
                  <a:gd name="T1" fmla="*/ 37 h 3"/>
                  <a:gd name="T2" fmla="*/ 128 w 3"/>
                  <a:gd name="T3" fmla="*/ 37 h 3"/>
                  <a:gd name="T4" fmla="*/ 128 w 3"/>
                  <a:gd name="T5" fmla="*/ 0 h 3"/>
                  <a:gd name="T6" fmla="*/ 0 w 3"/>
                  <a:gd name="T7" fmla="*/ 0 h 3"/>
                  <a:gd name="T8" fmla="*/ 64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1" name="Freeform 925">
                <a:extLst>
                  <a:ext uri="{FF2B5EF4-FFF2-40B4-BE49-F238E27FC236}">
                    <a16:creationId xmlns:a16="http://schemas.microsoft.com/office/drawing/2014/main" id="{467124C6-A43E-4B94-BD17-810651337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428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47 w 9"/>
                  <a:gd name="T3" fmla="*/ 272 h 9"/>
                  <a:gd name="T4" fmla="*/ 208 w 9"/>
                  <a:gd name="T5" fmla="*/ 53 h 9"/>
                  <a:gd name="T6" fmla="*/ 37 w 9"/>
                  <a:gd name="T7" fmla="*/ 100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4" y="9"/>
                      <a:pt x="7" y="8"/>
                      <a:pt x="8" y="6"/>
                    </a:cubicBezTo>
                    <a:cubicBezTo>
                      <a:pt x="9" y="5"/>
                      <a:pt x="9" y="2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1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2" name="Freeform 926">
                <a:extLst>
                  <a:ext uri="{FF2B5EF4-FFF2-40B4-BE49-F238E27FC236}">
                    <a16:creationId xmlns:a16="http://schemas.microsoft.com/office/drawing/2014/main" id="{0C6FC50B-69C2-455B-B711-9C2C8A194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432"/>
                <a:ext cx="6" cy="5"/>
              </a:xfrm>
              <a:custGeom>
                <a:avLst/>
                <a:gdLst>
                  <a:gd name="T0" fmla="*/ 64 w 3"/>
                  <a:gd name="T1" fmla="*/ 37 h 3"/>
                  <a:gd name="T2" fmla="*/ 128 w 3"/>
                  <a:gd name="T3" fmla="*/ 37 h 3"/>
                  <a:gd name="T4" fmla="*/ 128 w 3"/>
                  <a:gd name="T5" fmla="*/ 0 h 3"/>
                  <a:gd name="T6" fmla="*/ 0 w 3"/>
                  <a:gd name="T7" fmla="*/ 0 h 3"/>
                  <a:gd name="T8" fmla="*/ 64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3" name="Oval 927">
                <a:extLst>
                  <a:ext uri="{FF2B5EF4-FFF2-40B4-BE49-F238E27FC236}">
                    <a16:creationId xmlns:a16="http://schemas.microsoft.com/office/drawing/2014/main" id="{43F9D96B-4301-4175-847B-B41D67B80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5" y="3173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4" name="Oval 928">
                <a:extLst>
                  <a:ext uri="{FF2B5EF4-FFF2-40B4-BE49-F238E27FC236}">
                    <a16:creationId xmlns:a16="http://schemas.microsoft.com/office/drawing/2014/main" id="{85A21FA5-FCEB-4951-B47F-39EDBECB4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3175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5" name="Oval 929">
                <a:extLst>
                  <a:ext uri="{FF2B5EF4-FFF2-40B4-BE49-F238E27FC236}">
                    <a16:creationId xmlns:a16="http://schemas.microsoft.com/office/drawing/2014/main" id="{C44C54BB-C63E-4011-9F51-B5A3F84CD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317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6" name="Oval 930">
                <a:extLst>
                  <a:ext uri="{FF2B5EF4-FFF2-40B4-BE49-F238E27FC236}">
                    <a16:creationId xmlns:a16="http://schemas.microsoft.com/office/drawing/2014/main" id="{D1C75B87-9A2A-4C7C-ACEA-E9165903D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317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7" name="Oval 931">
                <a:extLst>
                  <a:ext uri="{FF2B5EF4-FFF2-40B4-BE49-F238E27FC236}">
                    <a16:creationId xmlns:a16="http://schemas.microsoft.com/office/drawing/2014/main" id="{4704288E-FBDB-4DD3-A565-82AA63117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3170"/>
                <a:ext cx="14" cy="14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8" name="Oval 932">
                <a:extLst>
                  <a:ext uri="{FF2B5EF4-FFF2-40B4-BE49-F238E27FC236}">
                    <a16:creationId xmlns:a16="http://schemas.microsoft.com/office/drawing/2014/main" id="{F3DD13CA-4862-4A2B-B830-2B18738C8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6" y="3173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9" name="Oval 933">
                <a:extLst>
                  <a:ext uri="{FF2B5EF4-FFF2-40B4-BE49-F238E27FC236}">
                    <a16:creationId xmlns:a16="http://schemas.microsoft.com/office/drawing/2014/main" id="{4FC019A2-7581-49FC-965F-15B8092C6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8" y="316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0" name="Oval 934">
                <a:extLst>
                  <a:ext uri="{FF2B5EF4-FFF2-40B4-BE49-F238E27FC236}">
                    <a16:creationId xmlns:a16="http://schemas.microsoft.com/office/drawing/2014/main" id="{333C4B0C-1780-457A-ACC1-C5E29FE62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0" y="317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1" name="Oval 935">
                <a:extLst>
                  <a:ext uri="{FF2B5EF4-FFF2-40B4-BE49-F238E27FC236}">
                    <a16:creationId xmlns:a16="http://schemas.microsoft.com/office/drawing/2014/main" id="{723F857F-025E-4581-82CC-B20F78481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0" y="3164"/>
                <a:ext cx="16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2" name="Oval 936">
                <a:extLst>
                  <a:ext uri="{FF2B5EF4-FFF2-40B4-BE49-F238E27FC236}">
                    <a16:creationId xmlns:a16="http://schemas.microsoft.com/office/drawing/2014/main" id="{21FED394-6B7B-413D-BC25-D28ABEB47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3166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3" name="Oval 937">
                <a:extLst>
                  <a:ext uri="{FF2B5EF4-FFF2-40B4-BE49-F238E27FC236}">
                    <a16:creationId xmlns:a16="http://schemas.microsoft.com/office/drawing/2014/main" id="{0BC5E307-A454-494C-B0E7-EF651F669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4" y="315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4" name="Oval 938">
                <a:extLst>
                  <a:ext uri="{FF2B5EF4-FFF2-40B4-BE49-F238E27FC236}">
                    <a16:creationId xmlns:a16="http://schemas.microsoft.com/office/drawing/2014/main" id="{7629C07C-3A8C-4924-B3B1-B3089421C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3162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5" name="Oval 939">
                <a:extLst>
                  <a:ext uri="{FF2B5EF4-FFF2-40B4-BE49-F238E27FC236}">
                    <a16:creationId xmlns:a16="http://schemas.microsoft.com/office/drawing/2014/main" id="{E61F5D8A-B68E-423D-BB76-B106AD768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3153"/>
                <a:ext cx="14" cy="17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6" name="Oval 940">
                <a:extLst>
                  <a:ext uri="{FF2B5EF4-FFF2-40B4-BE49-F238E27FC236}">
                    <a16:creationId xmlns:a16="http://schemas.microsoft.com/office/drawing/2014/main" id="{48BCE473-5DEE-4AFB-B37C-8DB78CDC0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0" y="315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7" name="Oval 941">
                <a:extLst>
                  <a:ext uri="{FF2B5EF4-FFF2-40B4-BE49-F238E27FC236}">
                    <a16:creationId xmlns:a16="http://schemas.microsoft.com/office/drawing/2014/main" id="{12F0A30F-3BB1-4349-BFBE-1681D6EB1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3147"/>
                <a:ext cx="13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8" name="Oval 942">
                <a:extLst>
                  <a:ext uri="{FF2B5EF4-FFF2-40B4-BE49-F238E27FC236}">
                    <a16:creationId xmlns:a16="http://schemas.microsoft.com/office/drawing/2014/main" id="{2BB569C6-3087-4B96-84B3-7D9D6A0C8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2" y="315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9" name="Oval 943">
                <a:extLst>
                  <a:ext uri="{FF2B5EF4-FFF2-40B4-BE49-F238E27FC236}">
                    <a16:creationId xmlns:a16="http://schemas.microsoft.com/office/drawing/2014/main" id="{3B984252-FB87-4DA7-ABC8-51F187337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3142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0" name="Oval 944">
                <a:extLst>
                  <a:ext uri="{FF2B5EF4-FFF2-40B4-BE49-F238E27FC236}">
                    <a16:creationId xmlns:a16="http://schemas.microsoft.com/office/drawing/2014/main" id="{3F364098-3379-4BC8-8990-27556C76C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6" y="3144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1" name="Oval 945">
                <a:extLst>
                  <a:ext uri="{FF2B5EF4-FFF2-40B4-BE49-F238E27FC236}">
                    <a16:creationId xmlns:a16="http://schemas.microsoft.com/office/drawing/2014/main" id="{4AFD0EFF-B6C2-4A72-A19F-C553BBF49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3134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2" name="Oval 946">
                <a:extLst>
                  <a:ext uri="{FF2B5EF4-FFF2-40B4-BE49-F238E27FC236}">
                    <a16:creationId xmlns:a16="http://schemas.microsoft.com/office/drawing/2014/main" id="{5C7B30D2-3008-4687-8815-2232C4E06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3136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3" name="Oval 947">
                <a:extLst>
                  <a:ext uri="{FF2B5EF4-FFF2-40B4-BE49-F238E27FC236}">
                    <a16:creationId xmlns:a16="http://schemas.microsoft.com/office/drawing/2014/main" id="{C7CBA03E-C8DC-4B38-802E-E251748B4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3125"/>
                <a:ext cx="14" cy="17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4" name="Oval 948">
                <a:extLst>
                  <a:ext uri="{FF2B5EF4-FFF2-40B4-BE49-F238E27FC236}">
                    <a16:creationId xmlns:a16="http://schemas.microsoft.com/office/drawing/2014/main" id="{575A4526-071F-4FF9-AABE-3900C2BF7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312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5" name="Oval 949">
                <a:extLst>
                  <a:ext uri="{FF2B5EF4-FFF2-40B4-BE49-F238E27FC236}">
                    <a16:creationId xmlns:a16="http://schemas.microsoft.com/office/drawing/2014/main" id="{DFB1DD6D-5ACF-4D99-9516-81E0A9D4F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3118"/>
                <a:ext cx="14" cy="14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6" name="Oval 950">
                <a:extLst>
                  <a:ext uri="{FF2B5EF4-FFF2-40B4-BE49-F238E27FC236}">
                    <a16:creationId xmlns:a16="http://schemas.microsoft.com/office/drawing/2014/main" id="{7426F10B-D8C0-481F-B619-6E0746FB5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311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7" name="Oval 951">
                <a:extLst>
                  <a:ext uri="{FF2B5EF4-FFF2-40B4-BE49-F238E27FC236}">
                    <a16:creationId xmlns:a16="http://schemas.microsoft.com/office/drawing/2014/main" id="{0A6AD17B-DE19-4864-A5F9-A27CA35B1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310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8" name="Oval 952">
                <a:extLst>
                  <a:ext uri="{FF2B5EF4-FFF2-40B4-BE49-F238E27FC236}">
                    <a16:creationId xmlns:a16="http://schemas.microsoft.com/office/drawing/2014/main" id="{05E15D15-0F23-4F54-B0DC-2B73671C7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3110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9" name="Oval 953">
                <a:extLst>
                  <a:ext uri="{FF2B5EF4-FFF2-40B4-BE49-F238E27FC236}">
                    <a16:creationId xmlns:a16="http://schemas.microsoft.com/office/drawing/2014/main" id="{E9B61762-612B-41B3-BC91-E46EEB27A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3099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20" name="Oval 954">
                <a:extLst>
                  <a:ext uri="{FF2B5EF4-FFF2-40B4-BE49-F238E27FC236}">
                    <a16:creationId xmlns:a16="http://schemas.microsoft.com/office/drawing/2014/main" id="{44D57B0B-F79F-4DC7-AB0D-38F155D62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3101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21" name="Oval 955">
                <a:extLst>
                  <a:ext uri="{FF2B5EF4-FFF2-40B4-BE49-F238E27FC236}">
                    <a16:creationId xmlns:a16="http://schemas.microsoft.com/office/drawing/2014/main" id="{B2554AFF-52FE-4874-B830-2565871BB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2" y="308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22" name="Oval 956">
                <a:extLst>
                  <a:ext uri="{FF2B5EF4-FFF2-40B4-BE49-F238E27FC236}">
                    <a16:creationId xmlns:a16="http://schemas.microsoft.com/office/drawing/2014/main" id="{105D259C-C237-44E2-80AD-C0522D331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6" y="309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23" name="Oval 957">
                <a:extLst>
                  <a:ext uri="{FF2B5EF4-FFF2-40B4-BE49-F238E27FC236}">
                    <a16:creationId xmlns:a16="http://schemas.microsoft.com/office/drawing/2014/main" id="{6C213905-E17C-48CF-A10A-07CCB9A39F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307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24" name="Oval 958">
                <a:extLst>
                  <a:ext uri="{FF2B5EF4-FFF2-40B4-BE49-F238E27FC236}">
                    <a16:creationId xmlns:a16="http://schemas.microsoft.com/office/drawing/2014/main" id="{4832025D-D0E3-47DD-9C90-4F19F73F1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5" y="3080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25" name="Oval 959">
                <a:extLst>
                  <a:ext uri="{FF2B5EF4-FFF2-40B4-BE49-F238E27FC236}">
                    <a16:creationId xmlns:a16="http://schemas.microsoft.com/office/drawing/2014/main" id="{85604835-05C7-48AB-A767-3B4696FE8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3129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26" name="Oval 960">
                <a:extLst>
                  <a:ext uri="{FF2B5EF4-FFF2-40B4-BE49-F238E27FC236}">
                    <a16:creationId xmlns:a16="http://schemas.microsoft.com/office/drawing/2014/main" id="{B56D4F09-27CD-42AD-A5C6-F3EFA21E4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3132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27" name="Oval 961">
                <a:extLst>
                  <a:ext uri="{FF2B5EF4-FFF2-40B4-BE49-F238E27FC236}">
                    <a16:creationId xmlns:a16="http://schemas.microsoft.com/office/drawing/2014/main" id="{537ADE59-CC0F-4FD6-8871-A671005BD0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" y="3129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28" name="Oval 962">
                <a:extLst>
                  <a:ext uri="{FF2B5EF4-FFF2-40B4-BE49-F238E27FC236}">
                    <a16:creationId xmlns:a16="http://schemas.microsoft.com/office/drawing/2014/main" id="{709F9B5C-C5ED-403F-BA13-B4239FD8B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0" y="3131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29" name="Oval 963">
                <a:extLst>
                  <a:ext uri="{FF2B5EF4-FFF2-40B4-BE49-F238E27FC236}">
                    <a16:creationId xmlns:a16="http://schemas.microsoft.com/office/drawing/2014/main" id="{C6DD1178-7C9A-48D5-AF13-36638883F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3125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30" name="Oval 964">
                <a:extLst>
                  <a:ext uri="{FF2B5EF4-FFF2-40B4-BE49-F238E27FC236}">
                    <a16:creationId xmlns:a16="http://schemas.microsoft.com/office/drawing/2014/main" id="{325C0D4D-D4AE-4D7B-B57A-388556DB9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3129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31" name="Oval 965">
                <a:extLst>
                  <a:ext uri="{FF2B5EF4-FFF2-40B4-BE49-F238E27FC236}">
                    <a16:creationId xmlns:a16="http://schemas.microsoft.com/office/drawing/2014/main" id="{7853EF9B-ADC6-4BD6-B86E-51C2E939B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312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32" name="Oval 966">
                <a:extLst>
                  <a:ext uri="{FF2B5EF4-FFF2-40B4-BE49-F238E27FC236}">
                    <a16:creationId xmlns:a16="http://schemas.microsoft.com/office/drawing/2014/main" id="{AF7DFC19-7353-4E7F-ABA0-6AE39B01A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2" y="3125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33" name="Oval 967">
                <a:extLst>
                  <a:ext uri="{FF2B5EF4-FFF2-40B4-BE49-F238E27FC236}">
                    <a16:creationId xmlns:a16="http://schemas.microsoft.com/office/drawing/2014/main" id="{36380077-02CC-4ECB-875C-BB39ED4FF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3116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34" name="Oval 968">
                <a:extLst>
                  <a:ext uri="{FF2B5EF4-FFF2-40B4-BE49-F238E27FC236}">
                    <a16:creationId xmlns:a16="http://schemas.microsoft.com/office/drawing/2014/main" id="{0069E959-E3C3-40F5-A488-330C579CD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3119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35" name="Oval 969">
                <a:extLst>
                  <a:ext uri="{FF2B5EF4-FFF2-40B4-BE49-F238E27FC236}">
                    <a16:creationId xmlns:a16="http://schemas.microsoft.com/office/drawing/2014/main" id="{F577B3BA-41C5-4966-B43E-4265FF01A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3110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36" name="Oval 970">
                <a:extLst>
                  <a:ext uri="{FF2B5EF4-FFF2-40B4-BE49-F238E27FC236}">
                    <a16:creationId xmlns:a16="http://schemas.microsoft.com/office/drawing/2014/main" id="{96AE9982-2862-4272-88B9-43C3C6E12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5" y="311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37" name="Oval 971">
                <a:extLst>
                  <a:ext uri="{FF2B5EF4-FFF2-40B4-BE49-F238E27FC236}">
                    <a16:creationId xmlns:a16="http://schemas.microsoft.com/office/drawing/2014/main" id="{ECEEC238-E018-4DB4-9A66-D2E1DC3AD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3105"/>
                <a:ext cx="14" cy="14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38" name="Oval 972">
                <a:extLst>
                  <a:ext uri="{FF2B5EF4-FFF2-40B4-BE49-F238E27FC236}">
                    <a16:creationId xmlns:a16="http://schemas.microsoft.com/office/drawing/2014/main" id="{4A14E56A-4CED-472D-AAD0-AF5ED9150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2" y="3106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39" name="Oval 973">
                <a:extLst>
                  <a:ext uri="{FF2B5EF4-FFF2-40B4-BE49-F238E27FC236}">
                    <a16:creationId xmlns:a16="http://schemas.microsoft.com/office/drawing/2014/main" id="{EB1DF434-CC98-48D1-9792-62FF24E3A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3097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40" name="Oval 974">
                <a:extLst>
                  <a:ext uri="{FF2B5EF4-FFF2-40B4-BE49-F238E27FC236}">
                    <a16:creationId xmlns:a16="http://schemas.microsoft.com/office/drawing/2014/main" id="{B6439422-8711-41EB-8E77-5B95978E0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3099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41" name="Oval 975">
                <a:extLst>
                  <a:ext uri="{FF2B5EF4-FFF2-40B4-BE49-F238E27FC236}">
                    <a16:creationId xmlns:a16="http://schemas.microsoft.com/office/drawing/2014/main" id="{FCB1FEA3-83B4-402A-8A9C-A5433A1D2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3" y="308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42" name="Oval 976">
                <a:extLst>
                  <a:ext uri="{FF2B5EF4-FFF2-40B4-BE49-F238E27FC236}">
                    <a16:creationId xmlns:a16="http://schemas.microsoft.com/office/drawing/2014/main" id="{FD5C0AFE-D245-48BA-A06F-96CECA440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8" y="309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43" name="Oval 977">
                <a:extLst>
                  <a:ext uri="{FF2B5EF4-FFF2-40B4-BE49-F238E27FC236}">
                    <a16:creationId xmlns:a16="http://schemas.microsoft.com/office/drawing/2014/main" id="{EBD6C754-3F8D-43C8-9DEB-0C728CA82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3078"/>
                <a:ext cx="13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44" name="Oval 978">
                <a:extLst>
                  <a:ext uri="{FF2B5EF4-FFF2-40B4-BE49-F238E27FC236}">
                    <a16:creationId xmlns:a16="http://schemas.microsoft.com/office/drawing/2014/main" id="{79115CD1-2C16-4932-B5C0-09425E84D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3080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45" name="Oval 979">
                <a:extLst>
                  <a:ext uri="{FF2B5EF4-FFF2-40B4-BE49-F238E27FC236}">
                    <a16:creationId xmlns:a16="http://schemas.microsoft.com/office/drawing/2014/main" id="{A7DD331B-4EB8-4A3D-9EA2-7CE649956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0" y="3069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46" name="Oval 980">
                <a:extLst>
                  <a:ext uri="{FF2B5EF4-FFF2-40B4-BE49-F238E27FC236}">
                    <a16:creationId xmlns:a16="http://schemas.microsoft.com/office/drawing/2014/main" id="{0920C9EF-288F-4416-AA44-402EB8075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3073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47" name="Freeform 981">
                <a:extLst>
                  <a:ext uri="{FF2B5EF4-FFF2-40B4-BE49-F238E27FC236}">
                    <a16:creationId xmlns:a16="http://schemas.microsoft.com/office/drawing/2014/main" id="{09A71E25-6A22-4600-8A87-DFDB098EC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3060"/>
                <a:ext cx="14" cy="15"/>
              </a:xfrm>
              <a:custGeom>
                <a:avLst/>
                <a:gdLst>
                  <a:gd name="T0" fmla="*/ 236 w 8"/>
                  <a:gd name="T1" fmla="*/ 212 h 8"/>
                  <a:gd name="T2" fmla="*/ 86 w 8"/>
                  <a:gd name="T3" fmla="*/ 349 h 8"/>
                  <a:gd name="T4" fmla="*/ 0 w 8"/>
                  <a:gd name="T5" fmla="*/ 137 h 8"/>
                  <a:gd name="T6" fmla="*/ 151 w 8"/>
                  <a:gd name="T7" fmla="*/ 0 h 8"/>
                  <a:gd name="T8" fmla="*/ 236 w 8"/>
                  <a:gd name="T9" fmla="*/ 2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7"/>
                      <a:pt x="5" y="8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7" y="0"/>
                      <a:pt x="8" y="3"/>
                      <a:pt x="8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8" name="Freeform 982">
                <a:extLst>
                  <a:ext uri="{FF2B5EF4-FFF2-40B4-BE49-F238E27FC236}">
                    <a16:creationId xmlns:a16="http://schemas.microsoft.com/office/drawing/2014/main" id="{0A10A505-C036-4475-9015-004F9F9C9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3062"/>
                <a:ext cx="6" cy="5"/>
              </a:xfrm>
              <a:custGeom>
                <a:avLst/>
                <a:gdLst>
                  <a:gd name="T0" fmla="*/ 192 w 3"/>
                  <a:gd name="T1" fmla="*/ 37 h 3"/>
                  <a:gd name="T2" fmla="*/ 128 w 3"/>
                  <a:gd name="T3" fmla="*/ 62 h 3"/>
                  <a:gd name="T4" fmla="*/ 64 w 3"/>
                  <a:gd name="T5" fmla="*/ 37 h 3"/>
                  <a:gd name="T6" fmla="*/ 128 w 3"/>
                  <a:gd name="T7" fmla="*/ 22 h 3"/>
                  <a:gd name="T8" fmla="*/ 19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9" name="Freeform 983">
                <a:extLst>
                  <a:ext uri="{FF2B5EF4-FFF2-40B4-BE49-F238E27FC236}">
                    <a16:creationId xmlns:a16="http://schemas.microsoft.com/office/drawing/2014/main" id="{03A5376C-05E9-460B-9DB0-373F0BB96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3049"/>
                <a:ext cx="15" cy="16"/>
              </a:xfrm>
              <a:custGeom>
                <a:avLst/>
                <a:gdLst>
                  <a:gd name="T0" fmla="*/ 195 w 9"/>
                  <a:gd name="T1" fmla="*/ 158 h 9"/>
                  <a:gd name="T2" fmla="*/ 92 w 9"/>
                  <a:gd name="T3" fmla="*/ 247 h 9"/>
                  <a:gd name="T4" fmla="*/ 22 w 9"/>
                  <a:gd name="T5" fmla="*/ 117 h 9"/>
                  <a:gd name="T6" fmla="*/ 130 w 9"/>
                  <a:gd name="T7" fmla="*/ 37 h 9"/>
                  <a:gd name="T8" fmla="*/ 195 w 9"/>
                  <a:gd name="T9" fmla="*/ 15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cubicBezTo>
                      <a:pt x="8" y="7"/>
                      <a:pt x="6" y="9"/>
                      <a:pt x="4" y="8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1" y="2"/>
                      <a:pt x="3" y="0"/>
                      <a:pt x="6" y="1"/>
                    </a:cubicBezTo>
                    <a:cubicBezTo>
                      <a:pt x="8" y="1"/>
                      <a:pt x="9" y="3"/>
                      <a:pt x="9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0" name="Freeform 984">
                <a:extLst>
                  <a:ext uri="{FF2B5EF4-FFF2-40B4-BE49-F238E27FC236}">
                    <a16:creationId xmlns:a16="http://schemas.microsoft.com/office/drawing/2014/main" id="{2F53A4D6-1C8C-4E6E-99B8-F6685B31B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3052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92 h 3"/>
                  <a:gd name="T4" fmla="*/ 0 w 3"/>
                  <a:gd name="T5" fmla="*/ 64 h 3"/>
                  <a:gd name="T6" fmla="*/ 37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1" name="Freeform 985">
                <a:extLst>
                  <a:ext uri="{FF2B5EF4-FFF2-40B4-BE49-F238E27FC236}">
                    <a16:creationId xmlns:a16="http://schemas.microsoft.com/office/drawing/2014/main" id="{C3097AEF-97DE-4921-A87C-141E028E0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3038"/>
                <a:ext cx="16" cy="16"/>
              </a:xfrm>
              <a:custGeom>
                <a:avLst/>
                <a:gdLst>
                  <a:gd name="T0" fmla="*/ 247 w 9"/>
                  <a:gd name="T1" fmla="*/ 158 h 9"/>
                  <a:gd name="T2" fmla="*/ 117 w 9"/>
                  <a:gd name="T3" fmla="*/ 281 h 9"/>
                  <a:gd name="T4" fmla="*/ 0 w 9"/>
                  <a:gd name="T5" fmla="*/ 117 h 9"/>
                  <a:gd name="T6" fmla="*/ 158 w 9"/>
                  <a:gd name="T7" fmla="*/ 37 h 9"/>
                  <a:gd name="T8" fmla="*/ 247 w 9"/>
                  <a:gd name="T9" fmla="*/ 15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5"/>
                    </a:moveTo>
                    <a:cubicBezTo>
                      <a:pt x="8" y="8"/>
                      <a:pt x="6" y="9"/>
                      <a:pt x="4" y="9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1" y="2"/>
                      <a:pt x="3" y="0"/>
                      <a:pt x="5" y="1"/>
                    </a:cubicBezTo>
                    <a:cubicBezTo>
                      <a:pt x="7" y="1"/>
                      <a:pt x="9" y="3"/>
                      <a:pt x="8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2" name="Freeform 986">
                <a:extLst>
                  <a:ext uri="{FF2B5EF4-FFF2-40B4-BE49-F238E27FC236}">
                    <a16:creationId xmlns:a16="http://schemas.microsoft.com/office/drawing/2014/main" id="{943D2104-9EA3-4F90-A2D0-E7778F400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3041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92 h 3"/>
                  <a:gd name="T4" fmla="*/ 0 w 3"/>
                  <a:gd name="T5" fmla="*/ 64 h 3"/>
                  <a:gd name="T6" fmla="*/ 37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3" name="Freeform 987">
                <a:extLst>
                  <a:ext uri="{FF2B5EF4-FFF2-40B4-BE49-F238E27FC236}">
                    <a16:creationId xmlns:a16="http://schemas.microsoft.com/office/drawing/2014/main" id="{19C5B2E5-BF3F-4701-9718-1FB85AA25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3026"/>
                <a:ext cx="15" cy="17"/>
              </a:xfrm>
              <a:custGeom>
                <a:avLst/>
                <a:gdLst>
                  <a:gd name="T0" fmla="*/ 195 w 9"/>
                  <a:gd name="T1" fmla="*/ 213 h 9"/>
                  <a:gd name="T2" fmla="*/ 92 w 9"/>
                  <a:gd name="T3" fmla="*/ 402 h 9"/>
                  <a:gd name="T4" fmla="*/ 22 w 9"/>
                  <a:gd name="T5" fmla="*/ 189 h 9"/>
                  <a:gd name="T6" fmla="*/ 130 w 9"/>
                  <a:gd name="T7" fmla="*/ 53 h 9"/>
                  <a:gd name="T8" fmla="*/ 195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1" y="2"/>
                      <a:pt x="3" y="0"/>
                      <a:pt x="6" y="1"/>
                    </a:cubicBezTo>
                    <a:cubicBezTo>
                      <a:pt x="8" y="1"/>
                      <a:pt x="9" y="3"/>
                      <a:pt x="9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4" name="Freeform 988">
                <a:extLst>
                  <a:ext uri="{FF2B5EF4-FFF2-40B4-BE49-F238E27FC236}">
                    <a16:creationId xmlns:a16="http://schemas.microsoft.com/office/drawing/2014/main" id="{6A01E509-5043-4BD3-B415-9EAD7CA67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3030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92 h 3"/>
                  <a:gd name="T4" fmla="*/ 0 w 3"/>
                  <a:gd name="T5" fmla="*/ 64 h 3"/>
                  <a:gd name="T6" fmla="*/ 37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5" name="Freeform 989">
                <a:extLst>
                  <a:ext uri="{FF2B5EF4-FFF2-40B4-BE49-F238E27FC236}">
                    <a16:creationId xmlns:a16="http://schemas.microsoft.com/office/drawing/2014/main" id="{012EF636-CB01-4E4A-8AB2-14BAAAB6A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3015"/>
                <a:ext cx="15" cy="17"/>
              </a:xfrm>
              <a:custGeom>
                <a:avLst/>
                <a:gdLst>
                  <a:gd name="T0" fmla="*/ 172 w 9"/>
                  <a:gd name="T1" fmla="*/ 213 h 9"/>
                  <a:gd name="T2" fmla="*/ 92 w 9"/>
                  <a:gd name="T3" fmla="*/ 357 h 9"/>
                  <a:gd name="T4" fmla="*/ 0 w 9"/>
                  <a:gd name="T5" fmla="*/ 189 h 9"/>
                  <a:gd name="T6" fmla="*/ 103 w 9"/>
                  <a:gd name="T7" fmla="*/ 0 h 9"/>
                  <a:gd name="T8" fmla="*/ 172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5"/>
                    </a:moveTo>
                    <a:cubicBezTo>
                      <a:pt x="8" y="7"/>
                      <a:pt x="6" y="9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9" y="3"/>
                      <a:pt x="8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6" name="Freeform 990">
                <a:extLst>
                  <a:ext uri="{FF2B5EF4-FFF2-40B4-BE49-F238E27FC236}">
                    <a16:creationId xmlns:a16="http://schemas.microsoft.com/office/drawing/2014/main" id="{16BEFE10-34A9-4D25-AE73-0D485235B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3019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92 h 3"/>
                  <a:gd name="T4" fmla="*/ 0 w 3"/>
                  <a:gd name="T5" fmla="*/ 64 h 3"/>
                  <a:gd name="T6" fmla="*/ 37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7" name="Freeform 991">
                <a:extLst>
                  <a:ext uri="{FF2B5EF4-FFF2-40B4-BE49-F238E27FC236}">
                    <a16:creationId xmlns:a16="http://schemas.microsoft.com/office/drawing/2014/main" id="{6032AF49-93C4-471D-84B7-DFA44EAED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002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402 h 9"/>
                  <a:gd name="T4" fmla="*/ 37 w 9"/>
                  <a:gd name="T5" fmla="*/ 144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9"/>
                    </a:cubicBezTo>
                    <a:cubicBezTo>
                      <a:pt x="1" y="8"/>
                      <a:pt x="0" y="6"/>
                      <a:pt x="1" y="3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8" name="Freeform 992">
                <a:extLst>
                  <a:ext uri="{FF2B5EF4-FFF2-40B4-BE49-F238E27FC236}">
                    <a16:creationId xmlns:a16="http://schemas.microsoft.com/office/drawing/2014/main" id="{91057750-BA03-4DF2-AAF2-F157D97FE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3006"/>
                <a:ext cx="6" cy="6"/>
              </a:xfrm>
              <a:custGeom>
                <a:avLst/>
                <a:gdLst>
                  <a:gd name="T0" fmla="*/ 128 w 3"/>
                  <a:gd name="T1" fmla="*/ 128 h 3"/>
                  <a:gd name="T2" fmla="*/ 64 w 3"/>
                  <a:gd name="T3" fmla="*/ 192 h 3"/>
                  <a:gd name="T4" fmla="*/ 0 w 3"/>
                  <a:gd name="T5" fmla="*/ 64 h 3"/>
                  <a:gd name="T6" fmla="*/ 128 w 3"/>
                  <a:gd name="T7" fmla="*/ 64 h 3"/>
                  <a:gd name="T8" fmla="*/ 128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9" name="Freeform 993">
                <a:extLst>
                  <a:ext uri="{FF2B5EF4-FFF2-40B4-BE49-F238E27FC236}">
                    <a16:creationId xmlns:a16="http://schemas.microsoft.com/office/drawing/2014/main" id="{03D1465B-CF3B-4FA4-A967-ADE808B66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2991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0 w 9"/>
                  <a:gd name="T5" fmla="*/ 144 h 9"/>
                  <a:gd name="T6" fmla="*/ 158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8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0" name="Freeform 994">
                <a:extLst>
                  <a:ext uri="{FF2B5EF4-FFF2-40B4-BE49-F238E27FC236}">
                    <a16:creationId xmlns:a16="http://schemas.microsoft.com/office/drawing/2014/main" id="{A9D3E01E-CAA4-4D6B-B1E6-2912EC671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995"/>
                <a:ext cx="5" cy="5"/>
              </a:xfrm>
              <a:custGeom>
                <a:avLst/>
                <a:gdLst>
                  <a:gd name="T0" fmla="*/ 62 w 3"/>
                  <a:gd name="T1" fmla="*/ 37 h 3"/>
                  <a:gd name="T2" fmla="*/ 22 w 3"/>
                  <a:gd name="T3" fmla="*/ 62 h 3"/>
                  <a:gd name="T4" fmla="*/ 22 w 3"/>
                  <a:gd name="T5" fmla="*/ 22 h 3"/>
                  <a:gd name="T6" fmla="*/ 37 w 3"/>
                  <a:gd name="T7" fmla="*/ 0 h 3"/>
                  <a:gd name="T8" fmla="*/ 6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995">
                <a:extLst>
                  <a:ext uri="{FF2B5EF4-FFF2-40B4-BE49-F238E27FC236}">
                    <a16:creationId xmlns:a16="http://schemas.microsoft.com/office/drawing/2014/main" id="{FCCCCD7B-D5DD-45BB-9D3A-F6C73DDF8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978"/>
                <a:ext cx="15" cy="19"/>
              </a:xfrm>
              <a:custGeom>
                <a:avLst/>
                <a:gdLst>
                  <a:gd name="T0" fmla="*/ 172 w 9"/>
                  <a:gd name="T1" fmla="*/ 274 h 10"/>
                  <a:gd name="T2" fmla="*/ 62 w 9"/>
                  <a:gd name="T3" fmla="*/ 418 h 10"/>
                  <a:gd name="T4" fmla="*/ 22 w 9"/>
                  <a:gd name="T5" fmla="*/ 200 h 10"/>
                  <a:gd name="T6" fmla="*/ 130 w 9"/>
                  <a:gd name="T7" fmla="*/ 55 h 10"/>
                  <a:gd name="T8" fmla="*/ 172 w 9"/>
                  <a:gd name="T9" fmla="*/ 27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6"/>
                    </a:moveTo>
                    <a:cubicBezTo>
                      <a:pt x="7" y="8"/>
                      <a:pt x="5" y="10"/>
                      <a:pt x="3" y="9"/>
                    </a:cubicBezTo>
                    <a:cubicBezTo>
                      <a:pt x="1" y="8"/>
                      <a:pt x="0" y="6"/>
                      <a:pt x="1" y="4"/>
                    </a:cubicBezTo>
                    <a:cubicBezTo>
                      <a:pt x="1" y="2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Freeform 996">
                <a:extLst>
                  <a:ext uri="{FF2B5EF4-FFF2-40B4-BE49-F238E27FC236}">
                    <a16:creationId xmlns:a16="http://schemas.microsoft.com/office/drawing/2014/main" id="{E7074364-EAAE-4A0A-9791-8CB88F1F0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984"/>
                <a:ext cx="5" cy="5"/>
              </a:xfrm>
              <a:custGeom>
                <a:avLst/>
                <a:gdLst>
                  <a:gd name="T0" fmla="*/ 37 w 3"/>
                  <a:gd name="T1" fmla="*/ 22 h 3"/>
                  <a:gd name="T2" fmla="*/ 22 w 3"/>
                  <a:gd name="T3" fmla="*/ 37 h 3"/>
                  <a:gd name="T4" fmla="*/ 0 w 3"/>
                  <a:gd name="T5" fmla="*/ 22 h 3"/>
                  <a:gd name="T6" fmla="*/ 37 w 3"/>
                  <a:gd name="T7" fmla="*/ 0 h 3"/>
                  <a:gd name="T8" fmla="*/ 37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3" name="Freeform 997">
                <a:extLst>
                  <a:ext uri="{FF2B5EF4-FFF2-40B4-BE49-F238E27FC236}">
                    <a16:creationId xmlns:a16="http://schemas.microsoft.com/office/drawing/2014/main" id="{F5D17B02-29DC-4F53-80DB-76BC92ABF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967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37 w 9"/>
                  <a:gd name="T5" fmla="*/ 144 h 9"/>
                  <a:gd name="T6" fmla="*/ 203 w 9"/>
                  <a:gd name="T7" fmla="*/ 0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4" name="Freeform 998">
                <a:extLst>
                  <a:ext uri="{FF2B5EF4-FFF2-40B4-BE49-F238E27FC236}">
                    <a16:creationId xmlns:a16="http://schemas.microsoft.com/office/drawing/2014/main" id="{A6A25BA5-267C-4230-9350-EB95E929F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971"/>
                <a:ext cx="5" cy="5"/>
              </a:xfrm>
              <a:custGeom>
                <a:avLst/>
                <a:gdLst>
                  <a:gd name="T0" fmla="*/ 62 w 3"/>
                  <a:gd name="T1" fmla="*/ 37 h 3"/>
                  <a:gd name="T2" fmla="*/ 22 w 3"/>
                  <a:gd name="T3" fmla="*/ 62 h 3"/>
                  <a:gd name="T4" fmla="*/ 0 w 3"/>
                  <a:gd name="T5" fmla="*/ 22 h 3"/>
                  <a:gd name="T6" fmla="*/ 37 w 3"/>
                  <a:gd name="T7" fmla="*/ 0 h 3"/>
                  <a:gd name="T8" fmla="*/ 6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5" name="Freeform 999">
                <a:extLst>
                  <a:ext uri="{FF2B5EF4-FFF2-40B4-BE49-F238E27FC236}">
                    <a16:creationId xmlns:a16="http://schemas.microsoft.com/office/drawing/2014/main" id="{71FDF044-0051-4FFB-8BAB-A797B225C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954"/>
                <a:ext cx="16" cy="17"/>
              </a:xfrm>
              <a:custGeom>
                <a:avLst/>
                <a:gdLst>
                  <a:gd name="T0" fmla="*/ 281 w 9"/>
                  <a:gd name="T1" fmla="*/ 272 h 9"/>
                  <a:gd name="T2" fmla="*/ 89 w 9"/>
                  <a:gd name="T3" fmla="*/ 357 h 9"/>
                  <a:gd name="T4" fmla="*/ 37 w 9"/>
                  <a:gd name="T5" fmla="*/ 144 h 9"/>
                  <a:gd name="T6" fmla="*/ 203 w 9"/>
                  <a:gd name="T7" fmla="*/ 53 h 9"/>
                  <a:gd name="T8" fmla="*/ 281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6" name="Freeform 1000">
                <a:extLst>
                  <a:ext uri="{FF2B5EF4-FFF2-40B4-BE49-F238E27FC236}">
                    <a16:creationId xmlns:a16="http://schemas.microsoft.com/office/drawing/2014/main" id="{B58C45ED-47F2-40A9-A0EF-6CA6D20ED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2958"/>
                <a:ext cx="6" cy="5"/>
              </a:xfrm>
              <a:custGeom>
                <a:avLst/>
                <a:gdLst>
                  <a:gd name="T0" fmla="*/ 192 w 3"/>
                  <a:gd name="T1" fmla="*/ 37 h 3"/>
                  <a:gd name="T2" fmla="*/ 64 w 3"/>
                  <a:gd name="T3" fmla="*/ 62 h 3"/>
                  <a:gd name="T4" fmla="*/ 0 w 3"/>
                  <a:gd name="T5" fmla="*/ 22 h 3"/>
                  <a:gd name="T6" fmla="*/ 128 w 3"/>
                  <a:gd name="T7" fmla="*/ 0 h 3"/>
                  <a:gd name="T8" fmla="*/ 19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Freeform 1001">
                <a:extLst>
                  <a:ext uri="{FF2B5EF4-FFF2-40B4-BE49-F238E27FC236}">
                    <a16:creationId xmlns:a16="http://schemas.microsoft.com/office/drawing/2014/main" id="{4E57D4AA-906A-48EE-8507-4FECD3EF2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941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37 w 9"/>
                  <a:gd name="T5" fmla="*/ 144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8" name="Freeform 1002">
                <a:extLst>
                  <a:ext uri="{FF2B5EF4-FFF2-40B4-BE49-F238E27FC236}">
                    <a16:creationId xmlns:a16="http://schemas.microsoft.com/office/drawing/2014/main" id="{E21ECCD6-C6D4-49BF-97BD-4E86CCA84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945"/>
                <a:ext cx="6" cy="5"/>
              </a:xfrm>
              <a:custGeom>
                <a:avLst/>
                <a:gdLst>
                  <a:gd name="T0" fmla="*/ 128 w 3"/>
                  <a:gd name="T1" fmla="*/ 37 h 3"/>
                  <a:gd name="T2" fmla="*/ 64 w 3"/>
                  <a:gd name="T3" fmla="*/ 62 h 3"/>
                  <a:gd name="T4" fmla="*/ 0 w 3"/>
                  <a:gd name="T5" fmla="*/ 22 h 3"/>
                  <a:gd name="T6" fmla="*/ 128 w 3"/>
                  <a:gd name="T7" fmla="*/ 0 h 3"/>
                  <a:gd name="T8" fmla="*/ 128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9" name="Freeform 1003">
                <a:extLst>
                  <a:ext uri="{FF2B5EF4-FFF2-40B4-BE49-F238E27FC236}">
                    <a16:creationId xmlns:a16="http://schemas.microsoft.com/office/drawing/2014/main" id="{D80B2D76-E96D-4703-B3C6-2B597730C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928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37 w 9"/>
                  <a:gd name="T5" fmla="*/ 100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0" name="Freeform 1004">
                <a:extLst>
                  <a:ext uri="{FF2B5EF4-FFF2-40B4-BE49-F238E27FC236}">
                    <a16:creationId xmlns:a16="http://schemas.microsoft.com/office/drawing/2014/main" id="{CB7EC42B-1777-464F-B619-EFF06B247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932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0 w 3"/>
                  <a:gd name="T3" fmla="*/ 37 h 3"/>
                  <a:gd name="T4" fmla="*/ 0 w 3"/>
                  <a:gd name="T5" fmla="*/ 22 h 3"/>
                  <a:gd name="T6" fmla="*/ 37 w 3"/>
                  <a:gd name="T7" fmla="*/ 0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1" name="Freeform 1005">
                <a:extLst>
                  <a:ext uri="{FF2B5EF4-FFF2-40B4-BE49-F238E27FC236}">
                    <a16:creationId xmlns:a16="http://schemas.microsoft.com/office/drawing/2014/main" id="{0AF0A98F-294B-441F-A9C6-D8935C088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913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89 w 9"/>
                  <a:gd name="T3" fmla="*/ 357 h 9"/>
                  <a:gd name="T4" fmla="*/ 37 w 9"/>
                  <a:gd name="T5" fmla="*/ 144 h 9"/>
                  <a:gd name="T6" fmla="*/ 208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1006">
                <a:extLst>
                  <a:ext uri="{FF2B5EF4-FFF2-40B4-BE49-F238E27FC236}">
                    <a16:creationId xmlns:a16="http://schemas.microsoft.com/office/drawing/2014/main" id="{2A68C40B-1053-43B5-A7CB-2BE70A3DC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2917"/>
                <a:ext cx="5" cy="5"/>
              </a:xfrm>
              <a:custGeom>
                <a:avLst/>
                <a:gdLst>
                  <a:gd name="T0" fmla="*/ 37 w 3"/>
                  <a:gd name="T1" fmla="*/ 62 h 3"/>
                  <a:gd name="T2" fmla="*/ 22 w 3"/>
                  <a:gd name="T3" fmla="*/ 62 h 3"/>
                  <a:gd name="T4" fmla="*/ 0 w 3"/>
                  <a:gd name="T5" fmla="*/ 22 h 3"/>
                  <a:gd name="T6" fmla="*/ 37 w 3"/>
                  <a:gd name="T7" fmla="*/ 22 h 3"/>
                  <a:gd name="T8" fmla="*/ 37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1007">
                <a:extLst>
                  <a:ext uri="{FF2B5EF4-FFF2-40B4-BE49-F238E27FC236}">
                    <a16:creationId xmlns:a16="http://schemas.microsoft.com/office/drawing/2014/main" id="{5D69AE56-4FC1-4470-8135-6ABD81144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900"/>
                <a:ext cx="18" cy="17"/>
              </a:xfrm>
              <a:custGeom>
                <a:avLst/>
                <a:gdLst>
                  <a:gd name="T0" fmla="*/ 304 w 10"/>
                  <a:gd name="T1" fmla="*/ 317 h 9"/>
                  <a:gd name="T2" fmla="*/ 94 w 10"/>
                  <a:gd name="T3" fmla="*/ 357 h 9"/>
                  <a:gd name="T4" fmla="*/ 41 w 10"/>
                  <a:gd name="T5" fmla="*/ 144 h 9"/>
                  <a:gd name="T6" fmla="*/ 239 w 10"/>
                  <a:gd name="T7" fmla="*/ 53 h 9"/>
                  <a:gd name="T8" fmla="*/ 304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7"/>
                    </a:moveTo>
                    <a:cubicBezTo>
                      <a:pt x="8" y="9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Freeform 1008">
                <a:extLst>
                  <a:ext uri="{FF2B5EF4-FFF2-40B4-BE49-F238E27FC236}">
                    <a16:creationId xmlns:a16="http://schemas.microsoft.com/office/drawing/2014/main" id="{FB8722ED-C628-4DFD-8378-CC511BF4D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904"/>
                <a:ext cx="5" cy="5"/>
              </a:xfrm>
              <a:custGeom>
                <a:avLst/>
                <a:gdLst>
                  <a:gd name="T0" fmla="*/ 62 w 3"/>
                  <a:gd name="T1" fmla="*/ 37 h 3"/>
                  <a:gd name="T2" fmla="*/ 22 w 3"/>
                  <a:gd name="T3" fmla="*/ 62 h 3"/>
                  <a:gd name="T4" fmla="*/ 0 w 3"/>
                  <a:gd name="T5" fmla="*/ 22 h 3"/>
                  <a:gd name="T6" fmla="*/ 37 w 3"/>
                  <a:gd name="T7" fmla="*/ 22 h 3"/>
                  <a:gd name="T8" fmla="*/ 6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5" name="Freeform 1009">
                <a:extLst>
                  <a:ext uri="{FF2B5EF4-FFF2-40B4-BE49-F238E27FC236}">
                    <a16:creationId xmlns:a16="http://schemas.microsoft.com/office/drawing/2014/main" id="{84CB302B-CFBB-4931-A4E2-C78E55DA2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887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66 w 9"/>
                  <a:gd name="T3" fmla="*/ 357 h 9"/>
                  <a:gd name="T4" fmla="*/ 37 w 9"/>
                  <a:gd name="T5" fmla="*/ 100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828" name="Group 1211">
              <a:extLst>
                <a:ext uri="{FF2B5EF4-FFF2-40B4-BE49-F238E27FC236}">
                  <a16:creationId xmlns:a16="http://schemas.microsoft.com/office/drawing/2014/main" id="{9BDF775A-5947-4E23-B867-62AA8C52C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2" y="1748"/>
              <a:ext cx="413" cy="1440"/>
              <a:chOff x="782" y="1748"/>
              <a:chExt cx="413" cy="1440"/>
            </a:xfrm>
          </p:grpSpPr>
          <p:sp>
            <p:nvSpPr>
              <p:cNvPr id="29676" name="Freeform 1011">
                <a:extLst>
                  <a:ext uri="{FF2B5EF4-FFF2-40B4-BE49-F238E27FC236}">
                    <a16:creationId xmlns:a16="http://schemas.microsoft.com/office/drawing/2014/main" id="{689989D9-CBBD-4A96-9DD6-40016887F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891"/>
                <a:ext cx="5" cy="5"/>
              </a:xfrm>
              <a:custGeom>
                <a:avLst/>
                <a:gdLst>
                  <a:gd name="T0" fmla="*/ 62 w 3"/>
                  <a:gd name="T1" fmla="*/ 37 h 3"/>
                  <a:gd name="T2" fmla="*/ 22 w 3"/>
                  <a:gd name="T3" fmla="*/ 62 h 3"/>
                  <a:gd name="T4" fmla="*/ 22 w 3"/>
                  <a:gd name="T5" fmla="*/ 22 h 3"/>
                  <a:gd name="T6" fmla="*/ 62 w 3"/>
                  <a:gd name="T7" fmla="*/ 0 h 3"/>
                  <a:gd name="T8" fmla="*/ 6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7" name="Freeform 1012">
                <a:extLst>
                  <a:ext uri="{FF2B5EF4-FFF2-40B4-BE49-F238E27FC236}">
                    <a16:creationId xmlns:a16="http://schemas.microsoft.com/office/drawing/2014/main" id="{0BE26AFB-3C6C-4DC7-8E31-3306D45A3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872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89 w 9"/>
                  <a:gd name="T3" fmla="*/ 357 h 9"/>
                  <a:gd name="T4" fmla="*/ 37 w 9"/>
                  <a:gd name="T5" fmla="*/ 144 h 9"/>
                  <a:gd name="T6" fmla="*/ 208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8" name="Freeform 1013">
                <a:extLst>
                  <a:ext uri="{FF2B5EF4-FFF2-40B4-BE49-F238E27FC236}">
                    <a16:creationId xmlns:a16="http://schemas.microsoft.com/office/drawing/2014/main" id="{A2A6DC84-D3E1-413A-A999-802135FAE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2876"/>
                <a:ext cx="6" cy="5"/>
              </a:xfrm>
              <a:custGeom>
                <a:avLst/>
                <a:gdLst>
                  <a:gd name="T0" fmla="*/ 192 w 3"/>
                  <a:gd name="T1" fmla="*/ 62 h 3"/>
                  <a:gd name="T2" fmla="*/ 64 w 3"/>
                  <a:gd name="T3" fmla="*/ 62 h 3"/>
                  <a:gd name="T4" fmla="*/ 0 w 3"/>
                  <a:gd name="T5" fmla="*/ 22 h 3"/>
                  <a:gd name="T6" fmla="*/ 128 w 3"/>
                  <a:gd name="T7" fmla="*/ 22 h 3"/>
                  <a:gd name="T8" fmla="*/ 19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9" name="Freeform 1014">
                <a:extLst>
                  <a:ext uri="{FF2B5EF4-FFF2-40B4-BE49-F238E27FC236}">
                    <a16:creationId xmlns:a16="http://schemas.microsoft.com/office/drawing/2014/main" id="{DC076BDB-E5B4-49F9-8C32-BD7AEE9CA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859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66 w 9"/>
                  <a:gd name="T3" fmla="*/ 357 h 9"/>
                  <a:gd name="T4" fmla="*/ 37 w 9"/>
                  <a:gd name="T5" fmla="*/ 144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0" name="Freeform 1015">
                <a:extLst>
                  <a:ext uri="{FF2B5EF4-FFF2-40B4-BE49-F238E27FC236}">
                    <a16:creationId xmlns:a16="http://schemas.microsoft.com/office/drawing/2014/main" id="{FAD9E07D-2ED1-4908-91C9-F66B6AE15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863"/>
                <a:ext cx="6" cy="5"/>
              </a:xfrm>
              <a:custGeom>
                <a:avLst/>
                <a:gdLst>
                  <a:gd name="T0" fmla="*/ 192 w 3"/>
                  <a:gd name="T1" fmla="*/ 37 h 3"/>
                  <a:gd name="T2" fmla="*/ 64 w 3"/>
                  <a:gd name="T3" fmla="*/ 62 h 3"/>
                  <a:gd name="T4" fmla="*/ 64 w 3"/>
                  <a:gd name="T5" fmla="*/ 22 h 3"/>
                  <a:gd name="T6" fmla="*/ 128 w 3"/>
                  <a:gd name="T7" fmla="*/ 0 h 3"/>
                  <a:gd name="T8" fmla="*/ 19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1" name="Freeform 1016">
                <a:extLst>
                  <a:ext uri="{FF2B5EF4-FFF2-40B4-BE49-F238E27FC236}">
                    <a16:creationId xmlns:a16="http://schemas.microsoft.com/office/drawing/2014/main" id="{B40E30D6-54D0-46EF-9C2A-44D71619D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844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89 w 9"/>
                  <a:gd name="T3" fmla="*/ 357 h 9"/>
                  <a:gd name="T4" fmla="*/ 37 w 9"/>
                  <a:gd name="T5" fmla="*/ 144 h 9"/>
                  <a:gd name="T6" fmla="*/ 203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2" name="Freeform 1017">
                <a:extLst>
                  <a:ext uri="{FF2B5EF4-FFF2-40B4-BE49-F238E27FC236}">
                    <a16:creationId xmlns:a16="http://schemas.microsoft.com/office/drawing/2014/main" id="{CBEA3098-89C8-45D5-A4E5-8E6FFAEC8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848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92 h 3"/>
                  <a:gd name="T4" fmla="*/ 0 w 3"/>
                  <a:gd name="T5" fmla="*/ 64 h 3"/>
                  <a:gd name="T6" fmla="*/ 37 w 3"/>
                  <a:gd name="T7" fmla="*/ 64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3" name="Freeform 1018">
                <a:extLst>
                  <a:ext uri="{FF2B5EF4-FFF2-40B4-BE49-F238E27FC236}">
                    <a16:creationId xmlns:a16="http://schemas.microsoft.com/office/drawing/2014/main" id="{DAFA6378-DDFB-47C7-B39B-55D6C6DE7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829"/>
                <a:ext cx="15" cy="19"/>
              </a:xfrm>
              <a:custGeom>
                <a:avLst/>
                <a:gdLst>
                  <a:gd name="T0" fmla="*/ 172 w 9"/>
                  <a:gd name="T1" fmla="*/ 329 h 10"/>
                  <a:gd name="T2" fmla="*/ 37 w 9"/>
                  <a:gd name="T3" fmla="*/ 380 h 10"/>
                  <a:gd name="T4" fmla="*/ 22 w 9"/>
                  <a:gd name="T5" fmla="*/ 144 h 10"/>
                  <a:gd name="T6" fmla="*/ 153 w 9"/>
                  <a:gd name="T7" fmla="*/ 105 h 10"/>
                  <a:gd name="T8" fmla="*/ 172 w 9"/>
                  <a:gd name="T9" fmla="*/ 3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7"/>
                    </a:moveTo>
                    <a:cubicBezTo>
                      <a:pt x="7" y="9"/>
                      <a:pt x="4" y="10"/>
                      <a:pt x="2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2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4" name="Freeform 1019">
                <a:extLst>
                  <a:ext uri="{FF2B5EF4-FFF2-40B4-BE49-F238E27FC236}">
                    <a16:creationId xmlns:a16="http://schemas.microsoft.com/office/drawing/2014/main" id="{D33B42B5-5FDD-40D8-A169-D4DBE3107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835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28 h 3"/>
                  <a:gd name="T4" fmla="*/ 0 w 3"/>
                  <a:gd name="T5" fmla="*/ 0 h 3"/>
                  <a:gd name="T6" fmla="*/ 37 w 3"/>
                  <a:gd name="T7" fmla="*/ 0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5" name="Freeform 1020">
                <a:extLst>
                  <a:ext uri="{FF2B5EF4-FFF2-40B4-BE49-F238E27FC236}">
                    <a16:creationId xmlns:a16="http://schemas.microsoft.com/office/drawing/2014/main" id="{FBC120CA-6CA5-47DE-8C46-4233A288B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816"/>
                <a:ext cx="15" cy="17"/>
              </a:xfrm>
              <a:custGeom>
                <a:avLst/>
                <a:gdLst>
                  <a:gd name="T0" fmla="*/ 172 w 9"/>
                  <a:gd name="T1" fmla="*/ 272 h 9"/>
                  <a:gd name="T2" fmla="*/ 37 w 9"/>
                  <a:gd name="T3" fmla="*/ 357 h 9"/>
                  <a:gd name="T4" fmla="*/ 22 w 9"/>
                  <a:gd name="T5" fmla="*/ 100 h 9"/>
                  <a:gd name="T6" fmla="*/ 153 w 9"/>
                  <a:gd name="T7" fmla="*/ 53 h 9"/>
                  <a:gd name="T8" fmla="*/ 17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6" name="Freeform 1021">
                <a:extLst>
                  <a:ext uri="{FF2B5EF4-FFF2-40B4-BE49-F238E27FC236}">
                    <a16:creationId xmlns:a16="http://schemas.microsoft.com/office/drawing/2014/main" id="{93CEAAE9-9238-4177-BE34-276D6453A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820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28 h 3"/>
                  <a:gd name="T4" fmla="*/ 22 w 3"/>
                  <a:gd name="T5" fmla="*/ 64 h 3"/>
                  <a:gd name="T6" fmla="*/ 62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7" name="Freeform 1022">
                <a:extLst>
                  <a:ext uri="{FF2B5EF4-FFF2-40B4-BE49-F238E27FC236}">
                    <a16:creationId xmlns:a16="http://schemas.microsoft.com/office/drawing/2014/main" id="{F2949F3E-CD13-4AA0-AC17-62F2F520D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2802"/>
                <a:ext cx="16" cy="16"/>
              </a:xfrm>
              <a:custGeom>
                <a:avLst/>
                <a:gdLst>
                  <a:gd name="T0" fmla="*/ 247 w 9"/>
                  <a:gd name="T1" fmla="*/ 208 h 9"/>
                  <a:gd name="T2" fmla="*/ 66 w 9"/>
                  <a:gd name="T3" fmla="*/ 247 h 9"/>
                  <a:gd name="T4" fmla="*/ 37 w 9"/>
                  <a:gd name="T5" fmla="*/ 89 h 9"/>
                  <a:gd name="T6" fmla="*/ 208 w 9"/>
                  <a:gd name="T7" fmla="*/ 37 h 9"/>
                  <a:gd name="T8" fmla="*/ 24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8" name="Freeform 1023">
                <a:extLst>
                  <a:ext uri="{FF2B5EF4-FFF2-40B4-BE49-F238E27FC236}">
                    <a16:creationId xmlns:a16="http://schemas.microsoft.com/office/drawing/2014/main" id="{A885318F-A059-43D9-A3A8-DA144D853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805"/>
                <a:ext cx="5" cy="6"/>
              </a:xfrm>
              <a:custGeom>
                <a:avLst/>
                <a:gdLst>
                  <a:gd name="T0" fmla="*/ 62 w 3"/>
                  <a:gd name="T1" fmla="*/ 192 h 3"/>
                  <a:gd name="T2" fmla="*/ 22 w 3"/>
                  <a:gd name="T3" fmla="*/ 192 h 3"/>
                  <a:gd name="T4" fmla="*/ 22 w 3"/>
                  <a:gd name="T5" fmla="*/ 64 h 3"/>
                  <a:gd name="T6" fmla="*/ 62 w 3"/>
                  <a:gd name="T7" fmla="*/ 64 h 3"/>
                  <a:gd name="T8" fmla="*/ 6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9" name="Freeform 1024">
                <a:extLst>
                  <a:ext uri="{FF2B5EF4-FFF2-40B4-BE49-F238E27FC236}">
                    <a16:creationId xmlns:a16="http://schemas.microsoft.com/office/drawing/2014/main" id="{6845082F-B44A-46C4-8FA2-F1EDA8DFB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789"/>
                <a:ext cx="15" cy="16"/>
              </a:xfrm>
              <a:custGeom>
                <a:avLst/>
                <a:gdLst>
                  <a:gd name="T0" fmla="*/ 172 w 9"/>
                  <a:gd name="T1" fmla="*/ 203 h 9"/>
                  <a:gd name="T2" fmla="*/ 37 w 9"/>
                  <a:gd name="T3" fmla="*/ 208 h 9"/>
                  <a:gd name="T4" fmla="*/ 22 w 9"/>
                  <a:gd name="T5" fmla="*/ 66 h 9"/>
                  <a:gd name="T6" fmla="*/ 153 w 9"/>
                  <a:gd name="T7" fmla="*/ 37 h 9"/>
                  <a:gd name="T8" fmla="*/ 172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0" name="Freeform 1025">
                <a:extLst>
                  <a:ext uri="{FF2B5EF4-FFF2-40B4-BE49-F238E27FC236}">
                    <a16:creationId xmlns:a16="http://schemas.microsoft.com/office/drawing/2014/main" id="{36C3FA25-58BF-493C-9098-C39DD8600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792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28 h 3"/>
                  <a:gd name="T4" fmla="*/ 64 w 3"/>
                  <a:gd name="T5" fmla="*/ 0 h 3"/>
                  <a:gd name="T6" fmla="*/ 192 w 3"/>
                  <a:gd name="T7" fmla="*/ 0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1" name="Freeform 1026">
                <a:extLst>
                  <a:ext uri="{FF2B5EF4-FFF2-40B4-BE49-F238E27FC236}">
                    <a16:creationId xmlns:a16="http://schemas.microsoft.com/office/drawing/2014/main" id="{E77E7D8B-3DEA-4EDE-A27B-F46DFB5DB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774"/>
                <a:ext cx="15" cy="16"/>
              </a:xfrm>
              <a:custGeom>
                <a:avLst/>
                <a:gdLst>
                  <a:gd name="T0" fmla="*/ 172 w 9"/>
                  <a:gd name="T1" fmla="*/ 203 h 9"/>
                  <a:gd name="T2" fmla="*/ 62 w 9"/>
                  <a:gd name="T3" fmla="*/ 247 h 9"/>
                  <a:gd name="T4" fmla="*/ 22 w 9"/>
                  <a:gd name="T5" fmla="*/ 66 h 9"/>
                  <a:gd name="T6" fmla="*/ 153 w 9"/>
                  <a:gd name="T7" fmla="*/ 37 h 9"/>
                  <a:gd name="T8" fmla="*/ 172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3" y="8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2" name="Freeform 1027">
                <a:extLst>
                  <a:ext uri="{FF2B5EF4-FFF2-40B4-BE49-F238E27FC236}">
                    <a16:creationId xmlns:a16="http://schemas.microsoft.com/office/drawing/2014/main" id="{50A982C1-89D3-4142-A33B-50B26175C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777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22 w 3"/>
                  <a:gd name="T3" fmla="*/ 128 h 3"/>
                  <a:gd name="T4" fmla="*/ 0 w 3"/>
                  <a:gd name="T5" fmla="*/ 64 h 3"/>
                  <a:gd name="T6" fmla="*/ 37 w 3"/>
                  <a:gd name="T7" fmla="*/ 0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3" name="Freeform 1028">
                <a:extLst>
                  <a:ext uri="{FF2B5EF4-FFF2-40B4-BE49-F238E27FC236}">
                    <a16:creationId xmlns:a16="http://schemas.microsoft.com/office/drawing/2014/main" id="{6E1134A0-075C-455F-AF91-8B24E55EC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759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66 w 9"/>
                  <a:gd name="T3" fmla="*/ 317 h 9"/>
                  <a:gd name="T4" fmla="*/ 37 w 9"/>
                  <a:gd name="T5" fmla="*/ 100 h 9"/>
                  <a:gd name="T6" fmla="*/ 208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4" name="Freeform 1029">
                <a:extLst>
                  <a:ext uri="{FF2B5EF4-FFF2-40B4-BE49-F238E27FC236}">
                    <a16:creationId xmlns:a16="http://schemas.microsoft.com/office/drawing/2014/main" id="{061BC527-F9BD-4E16-B64C-81DCB785C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763"/>
                <a:ext cx="7" cy="5"/>
              </a:xfrm>
              <a:custGeom>
                <a:avLst/>
                <a:gdLst>
                  <a:gd name="T0" fmla="*/ 86 w 4"/>
                  <a:gd name="T1" fmla="*/ 37 h 3"/>
                  <a:gd name="T2" fmla="*/ 37 w 4"/>
                  <a:gd name="T3" fmla="*/ 37 h 3"/>
                  <a:gd name="T4" fmla="*/ 37 w 4"/>
                  <a:gd name="T5" fmla="*/ 22 h 3"/>
                  <a:gd name="T6" fmla="*/ 86 w 4"/>
                  <a:gd name="T7" fmla="*/ 0 h 3"/>
                  <a:gd name="T8" fmla="*/ 86 w 4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5" name="Freeform 1030">
                <a:extLst>
                  <a:ext uri="{FF2B5EF4-FFF2-40B4-BE49-F238E27FC236}">
                    <a16:creationId xmlns:a16="http://schemas.microsoft.com/office/drawing/2014/main" id="{6EB61D16-68B9-4E4C-A00D-30649D8A1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744"/>
                <a:ext cx="14" cy="17"/>
              </a:xfrm>
              <a:custGeom>
                <a:avLst/>
                <a:gdLst>
                  <a:gd name="T0" fmla="*/ 200 w 8"/>
                  <a:gd name="T1" fmla="*/ 317 h 9"/>
                  <a:gd name="T2" fmla="*/ 37 w 8"/>
                  <a:gd name="T3" fmla="*/ 317 h 9"/>
                  <a:gd name="T4" fmla="*/ 37 w 8"/>
                  <a:gd name="T5" fmla="*/ 100 h 9"/>
                  <a:gd name="T6" fmla="*/ 200 w 8"/>
                  <a:gd name="T7" fmla="*/ 53 h 9"/>
                  <a:gd name="T8" fmla="*/ 200 w 8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7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8" y="3"/>
                      <a:pt x="8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6" name="Freeform 1031">
                <a:extLst>
                  <a:ext uri="{FF2B5EF4-FFF2-40B4-BE49-F238E27FC236}">
                    <a16:creationId xmlns:a16="http://schemas.microsoft.com/office/drawing/2014/main" id="{0097BFE7-B17D-4264-9819-0F085DF71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748"/>
                <a:ext cx="5" cy="5"/>
              </a:xfrm>
              <a:custGeom>
                <a:avLst/>
                <a:gdLst>
                  <a:gd name="T0" fmla="*/ 37 w 3"/>
                  <a:gd name="T1" fmla="*/ 62 h 3"/>
                  <a:gd name="T2" fmla="*/ 0 w 3"/>
                  <a:gd name="T3" fmla="*/ 62 h 3"/>
                  <a:gd name="T4" fmla="*/ 0 w 3"/>
                  <a:gd name="T5" fmla="*/ 22 h 3"/>
                  <a:gd name="T6" fmla="*/ 37 w 3"/>
                  <a:gd name="T7" fmla="*/ 22 h 3"/>
                  <a:gd name="T8" fmla="*/ 37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7" name="Freeform 1032">
                <a:extLst>
                  <a:ext uri="{FF2B5EF4-FFF2-40B4-BE49-F238E27FC236}">
                    <a16:creationId xmlns:a16="http://schemas.microsoft.com/office/drawing/2014/main" id="{694BA978-08E6-4D19-8CD9-6742D1506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2729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66 w 9"/>
                  <a:gd name="T3" fmla="*/ 357 h 9"/>
                  <a:gd name="T4" fmla="*/ 66 w 9"/>
                  <a:gd name="T5" fmla="*/ 100 h 9"/>
                  <a:gd name="T6" fmla="*/ 208 w 9"/>
                  <a:gd name="T7" fmla="*/ 100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8" name="Freeform 1033">
                <a:extLst>
                  <a:ext uri="{FF2B5EF4-FFF2-40B4-BE49-F238E27FC236}">
                    <a16:creationId xmlns:a16="http://schemas.microsoft.com/office/drawing/2014/main" id="{A9B92F07-5041-423D-A9F6-21FB2595F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733"/>
                <a:ext cx="5" cy="5"/>
              </a:xfrm>
              <a:custGeom>
                <a:avLst/>
                <a:gdLst>
                  <a:gd name="T0" fmla="*/ 62 w 3"/>
                  <a:gd name="T1" fmla="*/ 62 h 3"/>
                  <a:gd name="T2" fmla="*/ 22 w 3"/>
                  <a:gd name="T3" fmla="*/ 62 h 3"/>
                  <a:gd name="T4" fmla="*/ 22 w 3"/>
                  <a:gd name="T5" fmla="*/ 22 h 3"/>
                  <a:gd name="T6" fmla="*/ 62 w 3"/>
                  <a:gd name="T7" fmla="*/ 22 h 3"/>
                  <a:gd name="T8" fmla="*/ 6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9" name="Freeform 1034">
                <a:extLst>
                  <a:ext uri="{FF2B5EF4-FFF2-40B4-BE49-F238E27FC236}">
                    <a16:creationId xmlns:a16="http://schemas.microsoft.com/office/drawing/2014/main" id="{C7238D16-230F-4FE4-8FD0-70928400C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714"/>
                <a:ext cx="16" cy="17"/>
              </a:xfrm>
              <a:custGeom>
                <a:avLst/>
                <a:gdLst>
                  <a:gd name="T0" fmla="*/ 247 w 9"/>
                  <a:gd name="T1" fmla="*/ 357 h 9"/>
                  <a:gd name="T2" fmla="*/ 66 w 9"/>
                  <a:gd name="T3" fmla="*/ 357 h 9"/>
                  <a:gd name="T4" fmla="*/ 66 w 9"/>
                  <a:gd name="T5" fmla="*/ 100 h 9"/>
                  <a:gd name="T6" fmla="*/ 208 w 9"/>
                  <a:gd name="T7" fmla="*/ 100 h 9"/>
                  <a:gd name="T8" fmla="*/ 24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3" y="1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0" name="Freeform 1035">
                <a:extLst>
                  <a:ext uri="{FF2B5EF4-FFF2-40B4-BE49-F238E27FC236}">
                    <a16:creationId xmlns:a16="http://schemas.microsoft.com/office/drawing/2014/main" id="{4133FF3B-83F5-47D2-A360-5EEC61FBF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718"/>
                <a:ext cx="5" cy="6"/>
              </a:xfrm>
              <a:custGeom>
                <a:avLst/>
                <a:gdLst>
                  <a:gd name="T0" fmla="*/ 37 w 3"/>
                  <a:gd name="T1" fmla="*/ 192 h 3"/>
                  <a:gd name="T2" fmla="*/ 0 w 3"/>
                  <a:gd name="T3" fmla="*/ 192 h 3"/>
                  <a:gd name="T4" fmla="*/ 0 w 3"/>
                  <a:gd name="T5" fmla="*/ 64 h 3"/>
                  <a:gd name="T6" fmla="*/ 37 w 3"/>
                  <a:gd name="T7" fmla="*/ 64 h 3"/>
                  <a:gd name="T8" fmla="*/ 37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1" name="Freeform 1036">
                <a:extLst>
                  <a:ext uri="{FF2B5EF4-FFF2-40B4-BE49-F238E27FC236}">
                    <a16:creationId xmlns:a16="http://schemas.microsoft.com/office/drawing/2014/main" id="{E1D2C7D3-FBE5-4DA3-B490-655A904BE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699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66 w 9"/>
                  <a:gd name="T3" fmla="*/ 357 h 9"/>
                  <a:gd name="T4" fmla="*/ 66 w 9"/>
                  <a:gd name="T5" fmla="*/ 100 h 9"/>
                  <a:gd name="T6" fmla="*/ 247 w 9"/>
                  <a:gd name="T7" fmla="*/ 100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1" y="6"/>
                      <a:pt x="0" y="4"/>
                      <a:pt x="2" y="2"/>
                    </a:cubicBezTo>
                    <a:cubicBezTo>
                      <a:pt x="3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2" name="Freeform 1037">
                <a:extLst>
                  <a:ext uri="{FF2B5EF4-FFF2-40B4-BE49-F238E27FC236}">
                    <a16:creationId xmlns:a16="http://schemas.microsoft.com/office/drawing/2014/main" id="{C600E40F-6D95-4797-B31E-93791E582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703"/>
                <a:ext cx="5" cy="6"/>
              </a:xfrm>
              <a:custGeom>
                <a:avLst/>
                <a:gdLst>
                  <a:gd name="T0" fmla="*/ 37 w 3"/>
                  <a:gd name="T1" fmla="*/ 192 h 3"/>
                  <a:gd name="T2" fmla="*/ 0 w 3"/>
                  <a:gd name="T3" fmla="*/ 192 h 3"/>
                  <a:gd name="T4" fmla="*/ 0 w 3"/>
                  <a:gd name="T5" fmla="*/ 64 h 3"/>
                  <a:gd name="T6" fmla="*/ 37 w 3"/>
                  <a:gd name="T7" fmla="*/ 64 h 3"/>
                  <a:gd name="T8" fmla="*/ 37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3" name="Freeform 1038">
                <a:extLst>
                  <a:ext uri="{FF2B5EF4-FFF2-40B4-BE49-F238E27FC236}">
                    <a16:creationId xmlns:a16="http://schemas.microsoft.com/office/drawing/2014/main" id="{CCFB8D4A-FE51-4044-843C-0DE0953DF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685"/>
                <a:ext cx="16" cy="16"/>
              </a:xfrm>
              <a:custGeom>
                <a:avLst/>
                <a:gdLst>
                  <a:gd name="T0" fmla="*/ 208 w 9"/>
                  <a:gd name="T1" fmla="*/ 208 h 9"/>
                  <a:gd name="T2" fmla="*/ 66 w 9"/>
                  <a:gd name="T3" fmla="*/ 247 h 9"/>
                  <a:gd name="T4" fmla="*/ 37 w 9"/>
                  <a:gd name="T5" fmla="*/ 66 h 9"/>
                  <a:gd name="T6" fmla="*/ 208 w 9"/>
                  <a:gd name="T7" fmla="*/ 66 h 9"/>
                  <a:gd name="T8" fmla="*/ 208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4" name="Freeform 1039">
                <a:extLst>
                  <a:ext uri="{FF2B5EF4-FFF2-40B4-BE49-F238E27FC236}">
                    <a16:creationId xmlns:a16="http://schemas.microsoft.com/office/drawing/2014/main" id="{A8FFDE3A-83D2-4869-BD73-052996059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688"/>
                <a:ext cx="6" cy="6"/>
              </a:xfrm>
              <a:custGeom>
                <a:avLst/>
                <a:gdLst>
                  <a:gd name="T0" fmla="*/ 192 w 3"/>
                  <a:gd name="T1" fmla="*/ 192 h 3"/>
                  <a:gd name="T2" fmla="*/ 64 w 3"/>
                  <a:gd name="T3" fmla="*/ 192 h 3"/>
                  <a:gd name="T4" fmla="*/ 64 w 3"/>
                  <a:gd name="T5" fmla="*/ 64 h 3"/>
                  <a:gd name="T6" fmla="*/ 192 w 3"/>
                  <a:gd name="T7" fmla="*/ 64 h 3"/>
                  <a:gd name="T8" fmla="*/ 19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5" name="Freeform 1040">
                <a:extLst>
                  <a:ext uri="{FF2B5EF4-FFF2-40B4-BE49-F238E27FC236}">
                    <a16:creationId xmlns:a16="http://schemas.microsoft.com/office/drawing/2014/main" id="{118B31E6-F6D6-4318-9AD8-DD9AE371D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3067"/>
                <a:ext cx="16" cy="17"/>
              </a:xfrm>
              <a:custGeom>
                <a:avLst/>
                <a:gdLst>
                  <a:gd name="T0" fmla="*/ 281 w 9"/>
                  <a:gd name="T1" fmla="*/ 213 h 9"/>
                  <a:gd name="T2" fmla="*/ 117 w 9"/>
                  <a:gd name="T3" fmla="*/ 357 h 9"/>
                  <a:gd name="T4" fmla="*/ 37 w 9"/>
                  <a:gd name="T5" fmla="*/ 189 h 9"/>
                  <a:gd name="T6" fmla="*/ 158 w 9"/>
                  <a:gd name="T7" fmla="*/ 0 h 9"/>
                  <a:gd name="T8" fmla="*/ 281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cubicBezTo>
                      <a:pt x="8" y="7"/>
                      <a:pt x="6" y="9"/>
                      <a:pt x="4" y="8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6" name="Freeform 1041">
                <a:extLst>
                  <a:ext uri="{FF2B5EF4-FFF2-40B4-BE49-F238E27FC236}">
                    <a16:creationId xmlns:a16="http://schemas.microsoft.com/office/drawing/2014/main" id="{F67312E5-1C3F-485C-BCE0-CAE1C480E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3071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128 h 3"/>
                  <a:gd name="T4" fmla="*/ 0 w 3"/>
                  <a:gd name="T5" fmla="*/ 64 h 3"/>
                  <a:gd name="T6" fmla="*/ 37 w 3"/>
                  <a:gd name="T7" fmla="*/ 0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7" name="Freeform 1042">
                <a:extLst>
                  <a:ext uri="{FF2B5EF4-FFF2-40B4-BE49-F238E27FC236}">
                    <a16:creationId xmlns:a16="http://schemas.microsoft.com/office/drawing/2014/main" id="{8F2B59F6-4428-4ADB-B193-23E4086F3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3056"/>
                <a:ext cx="14" cy="15"/>
              </a:xfrm>
              <a:custGeom>
                <a:avLst/>
                <a:gdLst>
                  <a:gd name="T0" fmla="*/ 236 w 8"/>
                  <a:gd name="T1" fmla="*/ 212 h 8"/>
                  <a:gd name="T2" fmla="*/ 86 w 8"/>
                  <a:gd name="T3" fmla="*/ 349 h 8"/>
                  <a:gd name="T4" fmla="*/ 0 w 8"/>
                  <a:gd name="T5" fmla="*/ 137 h 8"/>
                  <a:gd name="T6" fmla="*/ 151 w 8"/>
                  <a:gd name="T7" fmla="*/ 0 h 8"/>
                  <a:gd name="T8" fmla="*/ 236 w 8"/>
                  <a:gd name="T9" fmla="*/ 2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8" y="7"/>
                      <a:pt x="6" y="8"/>
                      <a:pt x="3" y="8"/>
                    </a:cubicBezTo>
                    <a:cubicBezTo>
                      <a:pt x="1" y="8"/>
                      <a:pt x="0" y="6"/>
                      <a:pt x="0" y="3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7" y="0"/>
                      <a:pt x="8" y="3"/>
                      <a:pt x="8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8" name="Freeform 1043">
                <a:extLst>
                  <a:ext uri="{FF2B5EF4-FFF2-40B4-BE49-F238E27FC236}">
                    <a16:creationId xmlns:a16="http://schemas.microsoft.com/office/drawing/2014/main" id="{689C6FBC-2CD7-4D15-AD47-849341E2A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3060"/>
                <a:ext cx="5" cy="4"/>
              </a:xfrm>
              <a:custGeom>
                <a:avLst/>
                <a:gdLst>
                  <a:gd name="T0" fmla="*/ 62 w 3"/>
                  <a:gd name="T1" fmla="*/ 64 h 2"/>
                  <a:gd name="T2" fmla="*/ 37 w 3"/>
                  <a:gd name="T3" fmla="*/ 128 h 2"/>
                  <a:gd name="T4" fmla="*/ 22 w 3"/>
                  <a:gd name="T5" fmla="*/ 64 h 2"/>
                  <a:gd name="T6" fmla="*/ 37 w 3"/>
                  <a:gd name="T7" fmla="*/ 0 h 2"/>
                  <a:gd name="T8" fmla="*/ 62 w 3"/>
                  <a:gd name="T9" fmla="*/ 6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9" name="Freeform 1044">
                <a:extLst>
                  <a:ext uri="{FF2B5EF4-FFF2-40B4-BE49-F238E27FC236}">
                    <a16:creationId xmlns:a16="http://schemas.microsoft.com/office/drawing/2014/main" id="{BE62EA67-DBF7-4A89-B451-793D0E4DE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3043"/>
                <a:ext cx="16" cy="17"/>
              </a:xfrm>
              <a:custGeom>
                <a:avLst/>
                <a:gdLst>
                  <a:gd name="T0" fmla="*/ 281 w 9"/>
                  <a:gd name="T1" fmla="*/ 272 h 9"/>
                  <a:gd name="T2" fmla="*/ 117 w 9"/>
                  <a:gd name="T3" fmla="*/ 357 h 9"/>
                  <a:gd name="T4" fmla="*/ 37 w 9"/>
                  <a:gd name="T5" fmla="*/ 144 h 9"/>
                  <a:gd name="T6" fmla="*/ 203 w 9"/>
                  <a:gd name="T7" fmla="*/ 53 h 9"/>
                  <a:gd name="T8" fmla="*/ 281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8"/>
                      <a:pt x="6" y="9"/>
                      <a:pt x="4" y="8"/>
                    </a:cubicBezTo>
                    <a:cubicBezTo>
                      <a:pt x="1" y="8"/>
                      <a:pt x="0" y="6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0" name="Freeform 1045">
                <a:extLst>
                  <a:ext uri="{FF2B5EF4-FFF2-40B4-BE49-F238E27FC236}">
                    <a16:creationId xmlns:a16="http://schemas.microsoft.com/office/drawing/2014/main" id="{10A1CBF3-9082-419B-B172-796B63DF8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3047"/>
                <a:ext cx="6" cy="5"/>
              </a:xfrm>
              <a:custGeom>
                <a:avLst/>
                <a:gdLst>
                  <a:gd name="T0" fmla="*/ 192 w 3"/>
                  <a:gd name="T1" fmla="*/ 37 h 3"/>
                  <a:gd name="T2" fmla="*/ 64 w 3"/>
                  <a:gd name="T3" fmla="*/ 62 h 3"/>
                  <a:gd name="T4" fmla="*/ 0 w 3"/>
                  <a:gd name="T5" fmla="*/ 22 h 3"/>
                  <a:gd name="T6" fmla="*/ 128 w 3"/>
                  <a:gd name="T7" fmla="*/ 0 h 3"/>
                  <a:gd name="T8" fmla="*/ 19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1" name="Freeform 1046">
                <a:extLst>
                  <a:ext uri="{FF2B5EF4-FFF2-40B4-BE49-F238E27FC236}">
                    <a16:creationId xmlns:a16="http://schemas.microsoft.com/office/drawing/2014/main" id="{24FEAC55-602C-468C-91D4-EB0E17B43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3032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0 w 9"/>
                  <a:gd name="T5" fmla="*/ 144 h 9"/>
                  <a:gd name="T6" fmla="*/ 158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8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2" name="Freeform 1047">
                <a:extLst>
                  <a:ext uri="{FF2B5EF4-FFF2-40B4-BE49-F238E27FC236}">
                    <a16:creationId xmlns:a16="http://schemas.microsoft.com/office/drawing/2014/main" id="{70586F0F-42B8-494B-BACC-8DE7D6831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3036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22 w 3"/>
                  <a:gd name="T3" fmla="*/ 62 h 3"/>
                  <a:gd name="T4" fmla="*/ 0 w 3"/>
                  <a:gd name="T5" fmla="*/ 22 h 3"/>
                  <a:gd name="T6" fmla="*/ 22 w 3"/>
                  <a:gd name="T7" fmla="*/ 0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3" name="Freeform 1048">
                <a:extLst>
                  <a:ext uri="{FF2B5EF4-FFF2-40B4-BE49-F238E27FC236}">
                    <a16:creationId xmlns:a16="http://schemas.microsoft.com/office/drawing/2014/main" id="{EAD596F1-E055-4F07-84EF-EAF24FCF5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021"/>
                <a:ext cx="15" cy="17"/>
              </a:xfrm>
              <a:custGeom>
                <a:avLst/>
                <a:gdLst>
                  <a:gd name="T0" fmla="*/ 172 w 9"/>
                  <a:gd name="T1" fmla="*/ 213 h 9"/>
                  <a:gd name="T2" fmla="*/ 62 w 9"/>
                  <a:gd name="T3" fmla="*/ 357 h 9"/>
                  <a:gd name="T4" fmla="*/ 22 w 9"/>
                  <a:gd name="T5" fmla="*/ 144 h 9"/>
                  <a:gd name="T6" fmla="*/ 130 w 9"/>
                  <a:gd name="T7" fmla="*/ 0 h 9"/>
                  <a:gd name="T8" fmla="*/ 172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5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6" y="0"/>
                    </a:cubicBezTo>
                    <a:cubicBezTo>
                      <a:pt x="8" y="1"/>
                      <a:pt x="9" y="3"/>
                      <a:pt x="8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4" name="Freeform 1049">
                <a:extLst>
                  <a:ext uri="{FF2B5EF4-FFF2-40B4-BE49-F238E27FC236}">
                    <a16:creationId xmlns:a16="http://schemas.microsoft.com/office/drawing/2014/main" id="{8C97750C-8704-4B85-BC0F-FF9C10DC7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3025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22 w 3"/>
                  <a:gd name="T3" fmla="*/ 62 h 3"/>
                  <a:gd name="T4" fmla="*/ 0 w 3"/>
                  <a:gd name="T5" fmla="*/ 22 h 3"/>
                  <a:gd name="T6" fmla="*/ 37 w 3"/>
                  <a:gd name="T7" fmla="*/ 0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5" name="Freeform 1050">
                <a:extLst>
                  <a:ext uri="{FF2B5EF4-FFF2-40B4-BE49-F238E27FC236}">
                    <a16:creationId xmlns:a16="http://schemas.microsoft.com/office/drawing/2014/main" id="{E5F4A4C6-B3A1-459D-9C94-65FE7598C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3008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402 h 9"/>
                  <a:gd name="T4" fmla="*/ 37 w 9"/>
                  <a:gd name="T5" fmla="*/ 144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8" y="8"/>
                      <a:pt x="5" y="9"/>
                      <a:pt x="3" y="9"/>
                    </a:cubicBezTo>
                    <a:cubicBezTo>
                      <a:pt x="1" y="8"/>
                      <a:pt x="0" y="6"/>
                      <a:pt x="1" y="3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6" name="Freeform 1051">
                <a:extLst>
                  <a:ext uri="{FF2B5EF4-FFF2-40B4-BE49-F238E27FC236}">
                    <a16:creationId xmlns:a16="http://schemas.microsoft.com/office/drawing/2014/main" id="{8D5986F2-A081-46E0-AF24-CEF60D6E2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012"/>
                <a:ext cx="6" cy="5"/>
              </a:xfrm>
              <a:custGeom>
                <a:avLst/>
                <a:gdLst>
                  <a:gd name="T0" fmla="*/ 192 w 3"/>
                  <a:gd name="T1" fmla="*/ 37 h 3"/>
                  <a:gd name="T2" fmla="*/ 64 w 3"/>
                  <a:gd name="T3" fmla="*/ 62 h 3"/>
                  <a:gd name="T4" fmla="*/ 0 w 3"/>
                  <a:gd name="T5" fmla="*/ 22 h 3"/>
                  <a:gd name="T6" fmla="*/ 128 w 3"/>
                  <a:gd name="T7" fmla="*/ 0 h 3"/>
                  <a:gd name="T8" fmla="*/ 19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7" name="Freeform 1052">
                <a:extLst>
                  <a:ext uri="{FF2B5EF4-FFF2-40B4-BE49-F238E27FC236}">
                    <a16:creationId xmlns:a16="http://schemas.microsoft.com/office/drawing/2014/main" id="{9D003F08-E80A-46FB-A638-8A423E2D1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995"/>
                <a:ext cx="16" cy="17"/>
              </a:xfrm>
              <a:custGeom>
                <a:avLst/>
                <a:gdLst>
                  <a:gd name="T0" fmla="*/ 281 w 9"/>
                  <a:gd name="T1" fmla="*/ 272 h 9"/>
                  <a:gd name="T2" fmla="*/ 117 w 9"/>
                  <a:gd name="T3" fmla="*/ 402 h 9"/>
                  <a:gd name="T4" fmla="*/ 37 w 9"/>
                  <a:gd name="T5" fmla="*/ 189 h 9"/>
                  <a:gd name="T6" fmla="*/ 203 w 9"/>
                  <a:gd name="T7" fmla="*/ 53 h 9"/>
                  <a:gd name="T8" fmla="*/ 281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8"/>
                      <a:pt x="6" y="9"/>
                      <a:pt x="4" y="9"/>
                    </a:cubicBezTo>
                    <a:cubicBezTo>
                      <a:pt x="1" y="8"/>
                      <a:pt x="0" y="6"/>
                      <a:pt x="1" y="4"/>
                    </a:cubicBezTo>
                    <a:cubicBezTo>
                      <a:pt x="2" y="2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8" name="Freeform 1053">
                <a:extLst>
                  <a:ext uri="{FF2B5EF4-FFF2-40B4-BE49-F238E27FC236}">
                    <a16:creationId xmlns:a16="http://schemas.microsoft.com/office/drawing/2014/main" id="{E5DFA81B-94CC-4C00-8BDD-462C557F0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999"/>
                <a:ext cx="5" cy="5"/>
              </a:xfrm>
              <a:custGeom>
                <a:avLst/>
                <a:gdLst>
                  <a:gd name="T0" fmla="*/ 62 w 3"/>
                  <a:gd name="T1" fmla="*/ 37 h 3"/>
                  <a:gd name="T2" fmla="*/ 22 w 3"/>
                  <a:gd name="T3" fmla="*/ 62 h 3"/>
                  <a:gd name="T4" fmla="*/ 0 w 3"/>
                  <a:gd name="T5" fmla="*/ 22 h 3"/>
                  <a:gd name="T6" fmla="*/ 37 w 3"/>
                  <a:gd name="T7" fmla="*/ 22 h 3"/>
                  <a:gd name="T8" fmla="*/ 6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9" name="Freeform 1054">
                <a:extLst>
                  <a:ext uri="{FF2B5EF4-FFF2-40B4-BE49-F238E27FC236}">
                    <a16:creationId xmlns:a16="http://schemas.microsoft.com/office/drawing/2014/main" id="{74D9E1CF-233C-4DA4-8A8D-EB01F7B6A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2982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402 h 9"/>
                  <a:gd name="T4" fmla="*/ 0 w 9"/>
                  <a:gd name="T5" fmla="*/ 189 h 9"/>
                  <a:gd name="T6" fmla="*/ 158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9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0" name="Freeform 1055">
                <a:extLst>
                  <a:ext uri="{FF2B5EF4-FFF2-40B4-BE49-F238E27FC236}">
                    <a16:creationId xmlns:a16="http://schemas.microsoft.com/office/drawing/2014/main" id="{4CA2C244-1CC1-40CC-805A-2F78C2001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986"/>
                <a:ext cx="7" cy="5"/>
              </a:xfrm>
              <a:custGeom>
                <a:avLst/>
                <a:gdLst>
                  <a:gd name="T0" fmla="*/ 86 w 4"/>
                  <a:gd name="T1" fmla="*/ 37 h 3"/>
                  <a:gd name="T2" fmla="*/ 65 w 4"/>
                  <a:gd name="T3" fmla="*/ 62 h 3"/>
                  <a:gd name="T4" fmla="*/ 37 w 4"/>
                  <a:gd name="T5" fmla="*/ 22 h 3"/>
                  <a:gd name="T6" fmla="*/ 65 w 4"/>
                  <a:gd name="T7" fmla="*/ 22 h 3"/>
                  <a:gd name="T8" fmla="*/ 86 w 4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1" name="Freeform 1056">
                <a:extLst>
                  <a:ext uri="{FF2B5EF4-FFF2-40B4-BE49-F238E27FC236}">
                    <a16:creationId xmlns:a16="http://schemas.microsoft.com/office/drawing/2014/main" id="{89CFAD33-BE39-4455-8487-E0CE2B55F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2969"/>
                <a:ext cx="17" cy="17"/>
              </a:xfrm>
              <a:custGeom>
                <a:avLst/>
                <a:gdLst>
                  <a:gd name="T0" fmla="*/ 218 w 10"/>
                  <a:gd name="T1" fmla="*/ 272 h 9"/>
                  <a:gd name="T2" fmla="*/ 75 w 10"/>
                  <a:gd name="T3" fmla="*/ 357 h 9"/>
                  <a:gd name="T4" fmla="*/ 26 w 10"/>
                  <a:gd name="T5" fmla="*/ 144 h 9"/>
                  <a:gd name="T6" fmla="*/ 168 w 10"/>
                  <a:gd name="T7" fmla="*/ 53 h 9"/>
                  <a:gd name="T8" fmla="*/ 218 w 10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6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2" name="Freeform 1057">
                <a:extLst>
                  <a:ext uri="{FF2B5EF4-FFF2-40B4-BE49-F238E27FC236}">
                    <a16:creationId xmlns:a16="http://schemas.microsoft.com/office/drawing/2014/main" id="{8126328B-A39E-4920-A739-8A21F8F17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973"/>
                <a:ext cx="5" cy="5"/>
              </a:xfrm>
              <a:custGeom>
                <a:avLst/>
                <a:gdLst>
                  <a:gd name="T0" fmla="*/ 62 w 3"/>
                  <a:gd name="T1" fmla="*/ 37 h 3"/>
                  <a:gd name="T2" fmla="*/ 22 w 3"/>
                  <a:gd name="T3" fmla="*/ 62 h 3"/>
                  <a:gd name="T4" fmla="*/ 0 w 3"/>
                  <a:gd name="T5" fmla="*/ 22 h 3"/>
                  <a:gd name="T6" fmla="*/ 37 w 3"/>
                  <a:gd name="T7" fmla="*/ 0 h 3"/>
                  <a:gd name="T8" fmla="*/ 6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3" name="Freeform 1058">
                <a:extLst>
                  <a:ext uri="{FF2B5EF4-FFF2-40B4-BE49-F238E27FC236}">
                    <a16:creationId xmlns:a16="http://schemas.microsoft.com/office/drawing/2014/main" id="{85BF303B-8F23-4C8B-B2BF-FAD0D9949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956"/>
                <a:ext cx="15" cy="17"/>
              </a:xfrm>
              <a:custGeom>
                <a:avLst/>
                <a:gdLst>
                  <a:gd name="T0" fmla="*/ 172 w 9"/>
                  <a:gd name="T1" fmla="*/ 317 h 9"/>
                  <a:gd name="T2" fmla="*/ 62 w 9"/>
                  <a:gd name="T3" fmla="*/ 357 h 9"/>
                  <a:gd name="T4" fmla="*/ 22 w 9"/>
                  <a:gd name="T5" fmla="*/ 144 h 9"/>
                  <a:gd name="T6" fmla="*/ 130 w 9"/>
                  <a:gd name="T7" fmla="*/ 53 h 9"/>
                  <a:gd name="T8" fmla="*/ 17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4" name="Freeform 1059">
                <a:extLst>
                  <a:ext uri="{FF2B5EF4-FFF2-40B4-BE49-F238E27FC236}">
                    <a16:creationId xmlns:a16="http://schemas.microsoft.com/office/drawing/2014/main" id="{F75B92D7-1D31-40C3-967E-DEBF53B6E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960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0 w 3"/>
                  <a:gd name="T3" fmla="*/ 62 h 3"/>
                  <a:gd name="T4" fmla="*/ 0 w 3"/>
                  <a:gd name="T5" fmla="*/ 22 h 3"/>
                  <a:gd name="T6" fmla="*/ 37 w 3"/>
                  <a:gd name="T7" fmla="*/ 22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5" name="Freeform 1060">
                <a:extLst>
                  <a:ext uri="{FF2B5EF4-FFF2-40B4-BE49-F238E27FC236}">
                    <a16:creationId xmlns:a16="http://schemas.microsoft.com/office/drawing/2014/main" id="{DC6104A3-CD1B-407C-BC32-0291B9293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943"/>
                <a:ext cx="15" cy="17"/>
              </a:xfrm>
              <a:custGeom>
                <a:avLst/>
                <a:gdLst>
                  <a:gd name="T0" fmla="*/ 172 w 9"/>
                  <a:gd name="T1" fmla="*/ 317 h 9"/>
                  <a:gd name="T2" fmla="*/ 62 w 9"/>
                  <a:gd name="T3" fmla="*/ 357 h 9"/>
                  <a:gd name="T4" fmla="*/ 22 w 9"/>
                  <a:gd name="T5" fmla="*/ 144 h 9"/>
                  <a:gd name="T6" fmla="*/ 130 w 9"/>
                  <a:gd name="T7" fmla="*/ 53 h 9"/>
                  <a:gd name="T8" fmla="*/ 17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6" name="Freeform 1061">
                <a:extLst>
                  <a:ext uri="{FF2B5EF4-FFF2-40B4-BE49-F238E27FC236}">
                    <a16:creationId xmlns:a16="http://schemas.microsoft.com/office/drawing/2014/main" id="{20CE171F-6DBD-471F-9650-E85AAC98E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947"/>
                <a:ext cx="5" cy="5"/>
              </a:xfrm>
              <a:custGeom>
                <a:avLst/>
                <a:gdLst>
                  <a:gd name="T0" fmla="*/ 37 w 3"/>
                  <a:gd name="T1" fmla="*/ 62 h 3"/>
                  <a:gd name="T2" fmla="*/ 22 w 3"/>
                  <a:gd name="T3" fmla="*/ 62 h 3"/>
                  <a:gd name="T4" fmla="*/ 0 w 3"/>
                  <a:gd name="T5" fmla="*/ 22 h 3"/>
                  <a:gd name="T6" fmla="*/ 37 w 3"/>
                  <a:gd name="T7" fmla="*/ 22 h 3"/>
                  <a:gd name="T8" fmla="*/ 37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7" name="Freeform 1062">
                <a:extLst>
                  <a:ext uri="{FF2B5EF4-FFF2-40B4-BE49-F238E27FC236}">
                    <a16:creationId xmlns:a16="http://schemas.microsoft.com/office/drawing/2014/main" id="{3FBB181B-45AA-46C7-BDE0-E0658899E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2930"/>
                <a:ext cx="15" cy="17"/>
              </a:xfrm>
              <a:custGeom>
                <a:avLst/>
                <a:gdLst>
                  <a:gd name="T0" fmla="*/ 172 w 9"/>
                  <a:gd name="T1" fmla="*/ 272 h 9"/>
                  <a:gd name="T2" fmla="*/ 62 w 9"/>
                  <a:gd name="T3" fmla="*/ 357 h 9"/>
                  <a:gd name="T4" fmla="*/ 22 w 9"/>
                  <a:gd name="T5" fmla="*/ 144 h 9"/>
                  <a:gd name="T6" fmla="*/ 130 w 9"/>
                  <a:gd name="T7" fmla="*/ 53 h 9"/>
                  <a:gd name="T8" fmla="*/ 17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8" name="Freeform 1063">
                <a:extLst>
                  <a:ext uri="{FF2B5EF4-FFF2-40B4-BE49-F238E27FC236}">
                    <a16:creationId xmlns:a16="http://schemas.microsoft.com/office/drawing/2014/main" id="{D7D60093-0966-40A8-BFC9-1367F3461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934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22 w 3"/>
                  <a:gd name="T3" fmla="*/ 62 h 3"/>
                  <a:gd name="T4" fmla="*/ 0 w 3"/>
                  <a:gd name="T5" fmla="*/ 22 h 3"/>
                  <a:gd name="T6" fmla="*/ 37 w 3"/>
                  <a:gd name="T7" fmla="*/ 0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9" name="Freeform 1064">
                <a:extLst>
                  <a:ext uri="{FF2B5EF4-FFF2-40B4-BE49-F238E27FC236}">
                    <a16:creationId xmlns:a16="http://schemas.microsoft.com/office/drawing/2014/main" id="{FEF4F501-B224-4583-8E89-936202094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917"/>
                <a:ext cx="15" cy="17"/>
              </a:xfrm>
              <a:custGeom>
                <a:avLst/>
                <a:gdLst>
                  <a:gd name="T0" fmla="*/ 195 w 9"/>
                  <a:gd name="T1" fmla="*/ 272 h 9"/>
                  <a:gd name="T2" fmla="*/ 62 w 9"/>
                  <a:gd name="T3" fmla="*/ 357 h 9"/>
                  <a:gd name="T4" fmla="*/ 22 w 9"/>
                  <a:gd name="T5" fmla="*/ 100 h 9"/>
                  <a:gd name="T6" fmla="*/ 153 w 9"/>
                  <a:gd name="T7" fmla="*/ 53 h 9"/>
                  <a:gd name="T8" fmla="*/ 195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0" name="Freeform 1065">
                <a:extLst>
                  <a:ext uri="{FF2B5EF4-FFF2-40B4-BE49-F238E27FC236}">
                    <a16:creationId xmlns:a16="http://schemas.microsoft.com/office/drawing/2014/main" id="{9CE62862-D79A-47B0-A9E9-61B865632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2921"/>
                <a:ext cx="5" cy="5"/>
              </a:xfrm>
              <a:custGeom>
                <a:avLst/>
                <a:gdLst>
                  <a:gd name="T0" fmla="*/ 62 w 3"/>
                  <a:gd name="T1" fmla="*/ 37 h 3"/>
                  <a:gd name="T2" fmla="*/ 22 w 3"/>
                  <a:gd name="T3" fmla="*/ 37 h 3"/>
                  <a:gd name="T4" fmla="*/ 0 w 3"/>
                  <a:gd name="T5" fmla="*/ 22 h 3"/>
                  <a:gd name="T6" fmla="*/ 37 w 3"/>
                  <a:gd name="T7" fmla="*/ 0 h 3"/>
                  <a:gd name="T8" fmla="*/ 6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1" name="Freeform 1066">
                <a:extLst>
                  <a:ext uri="{FF2B5EF4-FFF2-40B4-BE49-F238E27FC236}">
                    <a16:creationId xmlns:a16="http://schemas.microsoft.com/office/drawing/2014/main" id="{81B544F6-3A5A-4768-AF55-EDBC2A850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902"/>
                <a:ext cx="15" cy="17"/>
              </a:xfrm>
              <a:custGeom>
                <a:avLst/>
                <a:gdLst>
                  <a:gd name="T0" fmla="*/ 172 w 9"/>
                  <a:gd name="T1" fmla="*/ 272 h 9"/>
                  <a:gd name="T2" fmla="*/ 62 w 9"/>
                  <a:gd name="T3" fmla="*/ 357 h 9"/>
                  <a:gd name="T4" fmla="*/ 22 w 9"/>
                  <a:gd name="T5" fmla="*/ 144 h 9"/>
                  <a:gd name="T6" fmla="*/ 130 w 9"/>
                  <a:gd name="T7" fmla="*/ 53 h 9"/>
                  <a:gd name="T8" fmla="*/ 17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2" name="Freeform 1067">
                <a:extLst>
                  <a:ext uri="{FF2B5EF4-FFF2-40B4-BE49-F238E27FC236}">
                    <a16:creationId xmlns:a16="http://schemas.microsoft.com/office/drawing/2014/main" id="{821DA3E9-DD42-4CF1-98B9-8C729778F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906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22 w 3"/>
                  <a:gd name="T3" fmla="*/ 62 h 3"/>
                  <a:gd name="T4" fmla="*/ 0 w 3"/>
                  <a:gd name="T5" fmla="*/ 22 h 3"/>
                  <a:gd name="T6" fmla="*/ 37 w 3"/>
                  <a:gd name="T7" fmla="*/ 22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3" name="Freeform 1068">
                <a:extLst>
                  <a:ext uri="{FF2B5EF4-FFF2-40B4-BE49-F238E27FC236}">
                    <a16:creationId xmlns:a16="http://schemas.microsoft.com/office/drawing/2014/main" id="{1EF07830-9E7A-4E21-85E8-2F92B156F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2889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66 w 9"/>
                  <a:gd name="T3" fmla="*/ 357 h 9"/>
                  <a:gd name="T4" fmla="*/ 0 w 9"/>
                  <a:gd name="T5" fmla="*/ 144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2" y="8"/>
                    </a:cubicBezTo>
                    <a:cubicBezTo>
                      <a:pt x="0" y="7"/>
                      <a:pt x="0" y="5"/>
                      <a:pt x="0" y="3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4" name="Freeform 1069">
                <a:extLst>
                  <a:ext uri="{FF2B5EF4-FFF2-40B4-BE49-F238E27FC236}">
                    <a16:creationId xmlns:a16="http://schemas.microsoft.com/office/drawing/2014/main" id="{9A5D8649-F4E9-467B-85CB-48675D33C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893"/>
                <a:ext cx="5" cy="5"/>
              </a:xfrm>
              <a:custGeom>
                <a:avLst/>
                <a:gdLst>
                  <a:gd name="T0" fmla="*/ 62 w 3"/>
                  <a:gd name="T1" fmla="*/ 37 h 3"/>
                  <a:gd name="T2" fmla="*/ 22 w 3"/>
                  <a:gd name="T3" fmla="*/ 62 h 3"/>
                  <a:gd name="T4" fmla="*/ 22 w 3"/>
                  <a:gd name="T5" fmla="*/ 22 h 3"/>
                  <a:gd name="T6" fmla="*/ 37 w 3"/>
                  <a:gd name="T7" fmla="*/ 0 h 3"/>
                  <a:gd name="T8" fmla="*/ 6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5" name="Freeform 1070">
                <a:extLst>
                  <a:ext uri="{FF2B5EF4-FFF2-40B4-BE49-F238E27FC236}">
                    <a16:creationId xmlns:a16="http://schemas.microsoft.com/office/drawing/2014/main" id="{4FD02A92-836E-4B0B-ABAF-075BC359C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2874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89 w 9"/>
                  <a:gd name="T3" fmla="*/ 357 h 9"/>
                  <a:gd name="T4" fmla="*/ 37 w 9"/>
                  <a:gd name="T5" fmla="*/ 144 h 9"/>
                  <a:gd name="T6" fmla="*/ 208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3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6" name="Freeform 1071">
                <a:extLst>
                  <a:ext uri="{FF2B5EF4-FFF2-40B4-BE49-F238E27FC236}">
                    <a16:creationId xmlns:a16="http://schemas.microsoft.com/office/drawing/2014/main" id="{1E0711F0-8903-4A0D-8D27-B30DB2568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878"/>
                <a:ext cx="5" cy="5"/>
              </a:xfrm>
              <a:custGeom>
                <a:avLst/>
                <a:gdLst>
                  <a:gd name="T0" fmla="*/ 37 w 3"/>
                  <a:gd name="T1" fmla="*/ 62 h 3"/>
                  <a:gd name="T2" fmla="*/ 0 w 3"/>
                  <a:gd name="T3" fmla="*/ 62 h 3"/>
                  <a:gd name="T4" fmla="*/ 0 w 3"/>
                  <a:gd name="T5" fmla="*/ 22 h 3"/>
                  <a:gd name="T6" fmla="*/ 37 w 3"/>
                  <a:gd name="T7" fmla="*/ 22 h 3"/>
                  <a:gd name="T8" fmla="*/ 37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7" name="Freeform 1072">
                <a:extLst>
                  <a:ext uri="{FF2B5EF4-FFF2-40B4-BE49-F238E27FC236}">
                    <a16:creationId xmlns:a16="http://schemas.microsoft.com/office/drawing/2014/main" id="{6D3A8779-841E-4453-AE7A-7310EA447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861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66 w 9"/>
                  <a:gd name="T3" fmla="*/ 357 h 9"/>
                  <a:gd name="T4" fmla="*/ 37 w 9"/>
                  <a:gd name="T5" fmla="*/ 100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6" y="8"/>
                      <a:pt x="4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8" name="Freeform 1073">
                <a:extLst>
                  <a:ext uri="{FF2B5EF4-FFF2-40B4-BE49-F238E27FC236}">
                    <a16:creationId xmlns:a16="http://schemas.microsoft.com/office/drawing/2014/main" id="{F5EE5B29-A09E-4FBC-A4EA-D4B8CE5DB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865"/>
                <a:ext cx="5" cy="5"/>
              </a:xfrm>
              <a:custGeom>
                <a:avLst/>
                <a:gdLst>
                  <a:gd name="T0" fmla="*/ 62 w 3"/>
                  <a:gd name="T1" fmla="*/ 37 h 3"/>
                  <a:gd name="T2" fmla="*/ 22 w 3"/>
                  <a:gd name="T3" fmla="*/ 37 h 3"/>
                  <a:gd name="T4" fmla="*/ 22 w 3"/>
                  <a:gd name="T5" fmla="*/ 0 h 3"/>
                  <a:gd name="T6" fmla="*/ 37 w 3"/>
                  <a:gd name="T7" fmla="*/ 0 h 3"/>
                  <a:gd name="T8" fmla="*/ 6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9" name="Freeform 1074">
                <a:extLst>
                  <a:ext uri="{FF2B5EF4-FFF2-40B4-BE49-F238E27FC236}">
                    <a16:creationId xmlns:a16="http://schemas.microsoft.com/office/drawing/2014/main" id="{C54160DF-E6EE-4A7A-8032-4F5ED0DF7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846"/>
                <a:ext cx="18" cy="17"/>
              </a:xfrm>
              <a:custGeom>
                <a:avLst/>
                <a:gdLst>
                  <a:gd name="T0" fmla="*/ 263 w 10"/>
                  <a:gd name="T1" fmla="*/ 317 h 9"/>
                  <a:gd name="T2" fmla="*/ 94 w 10"/>
                  <a:gd name="T3" fmla="*/ 357 h 9"/>
                  <a:gd name="T4" fmla="*/ 74 w 10"/>
                  <a:gd name="T5" fmla="*/ 144 h 9"/>
                  <a:gd name="T6" fmla="*/ 239 w 10"/>
                  <a:gd name="T7" fmla="*/ 53 h 9"/>
                  <a:gd name="T8" fmla="*/ 263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5"/>
                      <a:pt x="2" y="3"/>
                    </a:cubicBezTo>
                    <a:cubicBezTo>
                      <a:pt x="3" y="1"/>
                      <a:pt x="5" y="0"/>
                      <a:pt x="7" y="1"/>
                    </a:cubicBezTo>
                    <a:cubicBezTo>
                      <a:pt x="9" y="3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0" name="Freeform 1075">
                <a:extLst>
                  <a:ext uri="{FF2B5EF4-FFF2-40B4-BE49-F238E27FC236}">
                    <a16:creationId xmlns:a16="http://schemas.microsoft.com/office/drawing/2014/main" id="{0920FB63-8750-4B3D-9086-4BEEBBF81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850"/>
                <a:ext cx="6" cy="5"/>
              </a:xfrm>
              <a:custGeom>
                <a:avLst/>
                <a:gdLst>
                  <a:gd name="T0" fmla="*/ 192 w 3"/>
                  <a:gd name="T1" fmla="*/ 62 h 3"/>
                  <a:gd name="T2" fmla="*/ 64 w 3"/>
                  <a:gd name="T3" fmla="*/ 62 h 3"/>
                  <a:gd name="T4" fmla="*/ 0 w 3"/>
                  <a:gd name="T5" fmla="*/ 22 h 3"/>
                  <a:gd name="T6" fmla="*/ 128 w 3"/>
                  <a:gd name="T7" fmla="*/ 22 h 3"/>
                  <a:gd name="T8" fmla="*/ 19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1" name="Freeform 1076">
                <a:extLst>
                  <a:ext uri="{FF2B5EF4-FFF2-40B4-BE49-F238E27FC236}">
                    <a16:creationId xmlns:a16="http://schemas.microsoft.com/office/drawing/2014/main" id="{1DEA9678-E256-4854-85CE-FB2BEB1B4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833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37 w 9"/>
                  <a:gd name="T5" fmla="*/ 100 h 9"/>
                  <a:gd name="T6" fmla="*/ 208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2" name="Freeform 1077">
                <a:extLst>
                  <a:ext uri="{FF2B5EF4-FFF2-40B4-BE49-F238E27FC236}">
                    <a16:creationId xmlns:a16="http://schemas.microsoft.com/office/drawing/2014/main" id="{C0C19A4C-9500-4E16-B09E-5A33A006B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837"/>
                <a:ext cx="5" cy="5"/>
              </a:xfrm>
              <a:custGeom>
                <a:avLst/>
                <a:gdLst>
                  <a:gd name="T0" fmla="*/ 62 w 3"/>
                  <a:gd name="T1" fmla="*/ 37 h 3"/>
                  <a:gd name="T2" fmla="*/ 22 w 3"/>
                  <a:gd name="T3" fmla="*/ 37 h 3"/>
                  <a:gd name="T4" fmla="*/ 0 w 3"/>
                  <a:gd name="T5" fmla="*/ 22 h 3"/>
                  <a:gd name="T6" fmla="*/ 37 w 3"/>
                  <a:gd name="T7" fmla="*/ 0 h 3"/>
                  <a:gd name="T8" fmla="*/ 6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3" name="Freeform 1078">
                <a:extLst>
                  <a:ext uri="{FF2B5EF4-FFF2-40B4-BE49-F238E27FC236}">
                    <a16:creationId xmlns:a16="http://schemas.microsoft.com/office/drawing/2014/main" id="{FED4B5C5-27E9-46CF-8758-4870BE297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818"/>
                <a:ext cx="17" cy="17"/>
              </a:xfrm>
              <a:custGeom>
                <a:avLst/>
                <a:gdLst>
                  <a:gd name="T0" fmla="*/ 202 w 10"/>
                  <a:gd name="T1" fmla="*/ 317 h 9"/>
                  <a:gd name="T2" fmla="*/ 75 w 10"/>
                  <a:gd name="T3" fmla="*/ 357 h 9"/>
                  <a:gd name="T4" fmla="*/ 44 w 10"/>
                  <a:gd name="T5" fmla="*/ 100 h 9"/>
                  <a:gd name="T6" fmla="*/ 168 w 10"/>
                  <a:gd name="T7" fmla="*/ 53 h 9"/>
                  <a:gd name="T8" fmla="*/ 202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7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2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4" name="Freeform 1079">
                <a:extLst>
                  <a:ext uri="{FF2B5EF4-FFF2-40B4-BE49-F238E27FC236}">
                    <a16:creationId xmlns:a16="http://schemas.microsoft.com/office/drawing/2014/main" id="{613B4DD5-FB1C-44EF-9DA4-9B3A3FAC8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822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92 h 3"/>
                  <a:gd name="T4" fmla="*/ 0 w 3"/>
                  <a:gd name="T5" fmla="*/ 64 h 3"/>
                  <a:gd name="T6" fmla="*/ 37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5" name="Freeform 1080">
                <a:extLst>
                  <a:ext uri="{FF2B5EF4-FFF2-40B4-BE49-F238E27FC236}">
                    <a16:creationId xmlns:a16="http://schemas.microsoft.com/office/drawing/2014/main" id="{332E5896-005A-47D7-978B-02199BA0B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803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66 w 9"/>
                  <a:gd name="T3" fmla="*/ 357 h 9"/>
                  <a:gd name="T4" fmla="*/ 37 w 9"/>
                  <a:gd name="T5" fmla="*/ 100 h 9"/>
                  <a:gd name="T6" fmla="*/ 203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6" name="Freeform 1081">
                <a:extLst>
                  <a:ext uri="{FF2B5EF4-FFF2-40B4-BE49-F238E27FC236}">
                    <a16:creationId xmlns:a16="http://schemas.microsoft.com/office/drawing/2014/main" id="{A02BA196-924E-4B3D-B5BE-C17890DC1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807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92 h 3"/>
                  <a:gd name="T4" fmla="*/ 22 w 3"/>
                  <a:gd name="T5" fmla="*/ 64 h 3"/>
                  <a:gd name="T6" fmla="*/ 62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7" name="Freeform 1082">
                <a:extLst>
                  <a:ext uri="{FF2B5EF4-FFF2-40B4-BE49-F238E27FC236}">
                    <a16:creationId xmlns:a16="http://schemas.microsoft.com/office/drawing/2014/main" id="{70B0A4F2-EE93-499D-B4E7-B75E0526F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789"/>
                <a:ext cx="16" cy="16"/>
              </a:xfrm>
              <a:custGeom>
                <a:avLst/>
                <a:gdLst>
                  <a:gd name="T0" fmla="*/ 247 w 9"/>
                  <a:gd name="T1" fmla="*/ 208 h 9"/>
                  <a:gd name="T2" fmla="*/ 66 w 9"/>
                  <a:gd name="T3" fmla="*/ 247 h 9"/>
                  <a:gd name="T4" fmla="*/ 66 w 9"/>
                  <a:gd name="T5" fmla="*/ 66 h 9"/>
                  <a:gd name="T6" fmla="*/ 208 w 9"/>
                  <a:gd name="T7" fmla="*/ 66 h 9"/>
                  <a:gd name="T8" fmla="*/ 24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3" y="1"/>
                      <a:pt x="5" y="0"/>
                      <a:pt x="7" y="2"/>
                    </a:cubicBezTo>
                    <a:cubicBezTo>
                      <a:pt x="9" y="3"/>
                      <a:pt x="9" y="6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8" name="Freeform 1083">
                <a:extLst>
                  <a:ext uri="{FF2B5EF4-FFF2-40B4-BE49-F238E27FC236}">
                    <a16:creationId xmlns:a16="http://schemas.microsoft.com/office/drawing/2014/main" id="{7EBE0782-ECAD-42E9-B02D-5DEEF5A04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792"/>
                <a:ext cx="7" cy="6"/>
              </a:xfrm>
              <a:custGeom>
                <a:avLst/>
                <a:gdLst>
                  <a:gd name="T0" fmla="*/ 86 w 4"/>
                  <a:gd name="T1" fmla="*/ 192 h 3"/>
                  <a:gd name="T2" fmla="*/ 37 w 4"/>
                  <a:gd name="T3" fmla="*/ 192 h 3"/>
                  <a:gd name="T4" fmla="*/ 37 w 4"/>
                  <a:gd name="T5" fmla="*/ 64 h 3"/>
                  <a:gd name="T6" fmla="*/ 86 w 4"/>
                  <a:gd name="T7" fmla="*/ 64 h 3"/>
                  <a:gd name="T8" fmla="*/ 86 w 4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9" name="Freeform 1084">
                <a:extLst>
                  <a:ext uri="{FF2B5EF4-FFF2-40B4-BE49-F238E27FC236}">
                    <a16:creationId xmlns:a16="http://schemas.microsoft.com/office/drawing/2014/main" id="{6307A696-1FA3-475A-AFBA-E77C7C31A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776"/>
                <a:ext cx="15" cy="16"/>
              </a:xfrm>
              <a:custGeom>
                <a:avLst/>
                <a:gdLst>
                  <a:gd name="T0" fmla="*/ 172 w 9"/>
                  <a:gd name="T1" fmla="*/ 208 h 9"/>
                  <a:gd name="T2" fmla="*/ 37 w 9"/>
                  <a:gd name="T3" fmla="*/ 208 h 9"/>
                  <a:gd name="T4" fmla="*/ 37 w 9"/>
                  <a:gd name="T5" fmla="*/ 37 h 9"/>
                  <a:gd name="T6" fmla="*/ 153 w 9"/>
                  <a:gd name="T7" fmla="*/ 37 h 9"/>
                  <a:gd name="T8" fmla="*/ 172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8"/>
                      <a:pt x="4" y="9"/>
                      <a:pt x="2" y="7"/>
                    </a:cubicBezTo>
                    <a:cubicBezTo>
                      <a:pt x="1" y="6"/>
                      <a:pt x="0" y="3"/>
                      <a:pt x="2" y="1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0" name="Freeform 1085">
                <a:extLst>
                  <a:ext uri="{FF2B5EF4-FFF2-40B4-BE49-F238E27FC236}">
                    <a16:creationId xmlns:a16="http://schemas.microsoft.com/office/drawing/2014/main" id="{FD48BB40-3895-4B6D-8890-B86ACF094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779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28 h 3"/>
                  <a:gd name="T4" fmla="*/ 0 w 3"/>
                  <a:gd name="T5" fmla="*/ 0 h 3"/>
                  <a:gd name="T6" fmla="*/ 37 w 3"/>
                  <a:gd name="T7" fmla="*/ 0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1" name="Freeform 1086">
                <a:extLst>
                  <a:ext uri="{FF2B5EF4-FFF2-40B4-BE49-F238E27FC236}">
                    <a16:creationId xmlns:a16="http://schemas.microsoft.com/office/drawing/2014/main" id="{16F3F3D0-5785-442C-A6B5-9E6948793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761"/>
                <a:ext cx="16" cy="16"/>
              </a:xfrm>
              <a:custGeom>
                <a:avLst/>
                <a:gdLst>
                  <a:gd name="T0" fmla="*/ 247 w 9"/>
                  <a:gd name="T1" fmla="*/ 208 h 9"/>
                  <a:gd name="T2" fmla="*/ 66 w 9"/>
                  <a:gd name="T3" fmla="*/ 208 h 9"/>
                  <a:gd name="T4" fmla="*/ 66 w 9"/>
                  <a:gd name="T5" fmla="*/ 66 h 9"/>
                  <a:gd name="T6" fmla="*/ 208 w 9"/>
                  <a:gd name="T7" fmla="*/ 37 h 9"/>
                  <a:gd name="T8" fmla="*/ 24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2" name="Freeform 1087">
                <a:extLst>
                  <a:ext uri="{FF2B5EF4-FFF2-40B4-BE49-F238E27FC236}">
                    <a16:creationId xmlns:a16="http://schemas.microsoft.com/office/drawing/2014/main" id="{02C0EE66-14F3-4A6A-8FCA-6710E5240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764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92 h 3"/>
                  <a:gd name="T4" fmla="*/ 0 w 3"/>
                  <a:gd name="T5" fmla="*/ 64 h 3"/>
                  <a:gd name="T6" fmla="*/ 37 w 3"/>
                  <a:gd name="T7" fmla="*/ 0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3" name="Freeform 1088">
                <a:extLst>
                  <a:ext uri="{FF2B5EF4-FFF2-40B4-BE49-F238E27FC236}">
                    <a16:creationId xmlns:a16="http://schemas.microsoft.com/office/drawing/2014/main" id="{3C9DEB15-A77A-4501-9A92-7394EA422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2746"/>
                <a:ext cx="15" cy="17"/>
              </a:xfrm>
              <a:custGeom>
                <a:avLst/>
                <a:gdLst>
                  <a:gd name="T0" fmla="*/ 172 w 9"/>
                  <a:gd name="T1" fmla="*/ 317 h 9"/>
                  <a:gd name="T2" fmla="*/ 37 w 9"/>
                  <a:gd name="T3" fmla="*/ 317 h 9"/>
                  <a:gd name="T4" fmla="*/ 37 w 9"/>
                  <a:gd name="T5" fmla="*/ 100 h 9"/>
                  <a:gd name="T6" fmla="*/ 153 w 9"/>
                  <a:gd name="T7" fmla="*/ 53 h 9"/>
                  <a:gd name="T8" fmla="*/ 17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4" name="Freeform 1089">
                <a:extLst>
                  <a:ext uri="{FF2B5EF4-FFF2-40B4-BE49-F238E27FC236}">
                    <a16:creationId xmlns:a16="http://schemas.microsoft.com/office/drawing/2014/main" id="{04CD0149-B508-4B30-8825-51EDD2CD8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2750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0 w 3"/>
                  <a:gd name="T3" fmla="*/ 62 h 3"/>
                  <a:gd name="T4" fmla="*/ 0 w 3"/>
                  <a:gd name="T5" fmla="*/ 22 h 3"/>
                  <a:gd name="T6" fmla="*/ 37 w 3"/>
                  <a:gd name="T7" fmla="*/ 0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5" name="Freeform 1090">
                <a:extLst>
                  <a:ext uri="{FF2B5EF4-FFF2-40B4-BE49-F238E27FC236}">
                    <a16:creationId xmlns:a16="http://schemas.microsoft.com/office/drawing/2014/main" id="{8E242D42-E68F-4E64-BC3D-C2C810B6C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2731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37 w 9"/>
                  <a:gd name="T3" fmla="*/ 317 h 9"/>
                  <a:gd name="T4" fmla="*/ 37 w 9"/>
                  <a:gd name="T5" fmla="*/ 100 h 9"/>
                  <a:gd name="T6" fmla="*/ 208 w 9"/>
                  <a:gd name="T7" fmla="*/ 53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8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6" name="Freeform 1091">
                <a:extLst>
                  <a:ext uri="{FF2B5EF4-FFF2-40B4-BE49-F238E27FC236}">
                    <a16:creationId xmlns:a16="http://schemas.microsoft.com/office/drawing/2014/main" id="{045DE0FA-CF20-4D47-9BB1-E2CF5CBD1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2735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22 w 3"/>
                  <a:gd name="T3" fmla="*/ 37 h 3"/>
                  <a:gd name="T4" fmla="*/ 0 w 3"/>
                  <a:gd name="T5" fmla="*/ 22 h 3"/>
                  <a:gd name="T6" fmla="*/ 37 w 3"/>
                  <a:gd name="T7" fmla="*/ 0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7" name="Freeform 1092">
                <a:extLst>
                  <a:ext uri="{FF2B5EF4-FFF2-40B4-BE49-F238E27FC236}">
                    <a16:creationId xmlns:a16="http://schemas.microsoft.com/office/drawing/2014/main" id="{D67BC8A5-D79E-4477-B185-6C1DE68E3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672"/>
                <a:ext cx="16" cy="16"/>
              </a:xfrm>
              <a:custGeom>
                <a:avLst/>
                <a:gdLst>
                  <a:gd name="T0" fmla="*/ 247 w 9"/>
                  <a:gd name="T1" fmla="*/ 208 h 9"/>
                  <a:gd name="T2" fmla="*/ 66 w 9"/>
                  <a:gd name="T3" fmla="*/ 208 h 9"/>
                  <a:gd name="T4" fmla="*/ 66 w 9"/>
                  <a:gd name="T5" fmla="*/ 66 h 9"/>
                  <a:gd name="T6" fmla="*/ 208 w 9"/>
                  <a:gd name="T7" fmla="*/ 37 h 9"/>
                  <a:gd name="T8" fmla="*/ 24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4" y="9"/>
                      <a:pt x="2" y="7"/>
                    </a:cubicBezTo>
                    <a:cubicBezTo>
                      <a:pt x="1" y="6"/>
                      <a:pt x="0" y="3"/>
                      <a:pt x="2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8" name="Freeform 1093">
                <a:extLst>
                  <a:ext uri="{FF2B5EF4-FFF2-40B4-BE49-F238E27FC236}">
                    <a16:creationId xmlns:a16="http://schemas.microsoft.com/office/drawing/2014/main" id="{2C117A42-2A5F-46D7-BB04-B8904FA0F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2675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28 h 3"/>
                  <a:gd name="T4" fmla="*/ 0 w 3"/>
                  <a:gd name="T5" fmla="*/ 0 h 3"/>
                  <a:gd name="T6" fmla="*/ 37 w 3"/>
                  <a:gd name="T7" fmla="*/ 0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9" name="Freeform 1094">
                <a:extLst>
                  <a:ext uri="{FF2B5EF4-FFF2-40B4-BE49-F238E27FC236}">
                    <a16:creationId xmlns:a16="http://schemas.microsoft.com/office/drawing/2014/main" id="{481A5F22-7CE2-4E67-9001-75673D3ED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655"/>
                <a:ext cx="15" cy="17"/>
              </a:xfrm>
              <a:custGeom>
                <a:avLst/>
                <a:gdLst>
                  <a:gd name="T0" fmla="*/ 172 w 9"/>
                  <a:gd name="T1" fmla="*/ 317 h 9"/>
                  <a:gd name="T2" fmla="*/ 37 w 9"/>
                  <a:gd name="T3" fmla="*/ 357 h 9"/>
                  <a:gd name="T4" fmla="*/ 37 w 9"/>
                  <a:gd name="T5" fmla="*/ 100 h 9"/>
                  <a:gd name="T6" fmla="*/ 153 w 9"/>
                  <a:gd name="T7" fmla="*/ 100 h 9"/>
                  <a:gd name="T8" fmla="*/ 17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1" y="7"/>
                      <a:pt x="0" y="4"/>
                      <a:pt x="2" y="2"/>
                    </a:cubicBezTo>
                    <a:cubicBezTo>
                      <a:pt x="3" y="1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0" name="Freeform 1095">
                <a:extLst>
                  <a:ext uri="{FF2B5EF4-FFF2-40B4-BE49-F238E27FC236}">
                    <a16:creationId xmlns:a16="http://schemas.microsoft.com/office/drawing/2014/main" id="{8AC114C4-C049-45D6-BC8B-20A6F2960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658"/>
                <a:ext cx="5" cy="8"/>
              </a:xfrm>
              <a:custGeom>
                <a:avLst/>
                <a:gdLst>
                  <a:gd name="T0" fmla="*/ 37 w 3"/>
                  <a:gd name="T1" fmla="*/ 192 h 4"/>
                  <a:gd name="T2" fmla="*/ 22 w 3"/>
                  <a:gd name="T3" fmla="*/ 192 h 4"/>
                  <a:gd name="T4" fmla="*/ 0 w 3"/>
                  <a:gd name="T5" fmla="*/ 64 h 4"/>
                  <a:gd name="T6" fmla="*/ 37 w 3"/>
                  <a:gd name="T7" fmla="*/ 64 h 4"/>
                  <a:gd name="T8" fmla="*/ 37 w 3"/>
                  <a:gd name="T9" fmla="*/ 19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1" name="Freeform 1096">
                <a:extLst>
                  <a:ext uri="{FF2B5EF4-FFF2-40B4-BE49-F238E27FC236}">
                    <a16:creationId xmlns:a16="http://schemas.microsoft.com/office/drawing/2014/main" id="{DFB21FE1-4EE6-45E5-93AA-548BB8444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640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66 w 9"/>
                  <a:gd name="T3" fmla="*/ 357 h 9"/>
                  <a:gd name="T4" fmla="*/ 37 w 9"/>
                  <a:gd name="T5" fmla="*/ 100 h 9"/>
                  <a:gd name="T6" fmla="*/ 208 w 9"/>
                  <a:gd name="T7" fmla="*/ 100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2"/>
                    </a:cubicBezTo>
                    <a:cubicBezTo>
                      <a:pt x="8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2" name="Freeform 1097">
                <a:extLst>
                  <a:ext uri="{FF2B5EF4-FFF2-40B4-BE49-F238E27FC236}">
                    <a16:creationId xmlns:a16="http://schemas.microsoft.com/office/drawing/2014/main" id="{58538079-6864-4C5B-B6AD-13A15EAB0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644"/>
                <a:ext cx="6" cy="5"/>
              </a:xfrm>
              <a:custGeom>
                <a:avLst/>
                <a:gdLst>
                  <a:gd name="T0" fmla="*/ 192 w 3"/>
                  <a:gd name="T1" fmla="*/ 62 h 3"/>
                  <a:gd name="T2" fmla="*/ 64 w 3"/>
                  <a:gd name="T3" fmla="*/ 62 h 3"/>
                  <a:gd name="T4" fmla="*/ 0 w 3"/>
                  <a:gd name="T5" fmla="*/ 22 h 3"/>
                  <a:gd name="T6" fmla="*/ 128 w 3"/>
                  <a:gd name="T7" fmla="*/ 22 h 3"/>
                  <a:gd name="T8" fmla="*/ 19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3" name="Freeform 1098">
                <a:extLst>
                  <a:ext uri="{FF2B5EF4-FFF2-40B4-BE49-F238E27FC236}">
                    <a16:creationId xmlns:a16="http://schemas.microsoft.com/office/drawing/2014/main" id="{626870CC-EEA4-4957-BABE-7A829AB0F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625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66 w 9"/>
                  <a:gd name="T3" fmla="*/ 317 h 9"/>
                  <a:gd name="T4" fmla="*/ 66 w 9"/>
                  <a:gd name="T5" fmla="*/ 100 h 9"/>
                  <a:gd name="T6" fmla="*/ 247 w 9"/>
                  <a:gd name="T7" fmla="*/ 100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4" name="Freeform 1099">
                <a:extLst>
                  <a:ext uri="{FF2B5EF4-FFF2-40B4-BE49-F238E27FC236}">
                    <a16:creationId xmlns:a16="http://schemas.microsoft.com/office/drawing/2014/main" id="{9AB6779B-E3B1-483F-A292-5A8A1B726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629"/>
                <a:ext cx="5" cy="5"/>
              </a:xfrm>
              <a:custGeom>
                <a:avLst/>
                <a:gdLst>
                  <a:gd name="T0" fmla="*/ 62 w 3"/>
                  <a:gd name="T1" fmla="*/ 62 h 3"/>
                  <a:gd name="T2" fmla="*/ 22 w 3"/>
                  <a:gd name="T3" fmla="*/ 62 h 3"/>
                  <a:gd name="T4" fmla="*/ 22 w 3"/>
                  <a:gd name="T5" fmla="*/ 22 h 3"/>
                  <a:gd name="T6" fmla="*/ 62 w 3"/>
                  <a:gd name="T7" fmla="*/ 22 h 3"/>
                  <a:gd name="T8" fmla="*/ 6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5" name="Freeform 1100">
                <a:extLst>
                  <a:ext uri="{FF2B5EF4-FFF2-40B4-BE49-F238E27FC236}">
                    <a16:creationId xmlns:a16="http://schemas.microsoft.com/office/drawing/2014/main" id="{7A024C5C-5CFA-43DF-AE6C-ECB78C601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610"/>
                <a:ext cx="15" cy="17"/>
              </a:xfrm>
              <a:custGeom>
                <a:avLst/>
                <a:gdLst>
                  <a:gd name="T0" fmla="*/ 153 w 9"/>
                  <a:gd name="T1" fmla="*/ 357 h 9"/>
                  <a:gd name="T2" fmla="*/ 37 w 9"/>
                  <a:gd name="T3" fmla="*/ 317 h 9"/>
                  <a:gd name="T4" fmla="*/ 37 w 9"/>
                  <a:gd name="T5" fmla="*/ 100 h 9"/>
                  <a:gd name="T6" fmla="*/ 172 w 9"/>
                  <a:gd name="T7" fmla="*/ 100 h 9"/>
                  <a:gd name="T8" fmla="*/ 153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6" name="Freeform 1101">
                <a:extLst>
                  <a:ext uri="{FF2B5EF4-FFF2-40B4-BE49-F238E27FC236}">
                    <a16:creationId xmlns:a16="http://schemas.microsoft.com/office/drawing/2014/main" id="{07F2223D-7FBC-4348-828D-0F036D11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614"/>
                <a:ext cx="5" cy="5"/>
              </a:xfrm>
              <a:custGeom>
                <a:avLst/>
                <a:gdLst>
                  <a:gd name="T0" fmla="*/ 37 w 3"/>
                  <a:gd name="T1" fmla="*/ 62 h 3"/>
                  <a:gd name="T2" fmla="*/ 0 w 3"/>
                  <a:gd name="T3" fmla="*/ 62 h 3"/>
                  <a:gd name="T4" fmla="*/ 0 w 3"/>
                  <a:gd name="T5" fmla="*/ 22 h 3"/>
                  <a:gd name="T6" fmla="*/ 37 w 3"/>
                  <a:gd name="T7" fmla="*/ 22 h 3"/>
                  <a:gd name="T8" fmla="*/ 37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7" name="Freeform 1102">
                <a:extLst>
                  <a:ext uri="{FF2B5EF4-FFF2-40B4-BE49-F238E27FC236}">
                    <a16:creationId xmlns:a16="http://schemas.microsoft.com/office/drawing/2014/main" id="{4A378958-FBF2-4304-9568-073127D4E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595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66 w 9"/>
                  <a:gd name="T3" fmla="*/ 357 h 9"/>
                  <a:gd name="T4" fmla="*/ 66 w 9"/>
                  <a:gd name="T5" fmla="*/ 100 h 9"/>
                  <a:gd name="T6" fmla="*/ 208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8" name="Freeform 1103">
                <a:extLst>
                  <a:ext uri="{FF2B5EF4-FFF2-40B4-BE49-F238E27FC236}">
                    <a16:creationId xmlns:a16="http://schemas.microsoft.com/office/drawing/2014/main" id="{E24085E9-EE90-4279-929E-6110EE5FF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599"/>
                <a:ext cx="6" cy="6"/>
              </a:xfrm>
              <a:custGeom>
                <a:avLst/>
                <a:gdLst>
                  <a:gd name="T0" fmla="*/ 192 w 3"/>
                  <a:gd name="T1" fmla="*/ 192 h 3"/>
                  <a:gd name="T2" fmla="*/ 64 w 3"/>
                  <a:gd name="T3" fmla="*/ 192 h 3"/>
                  <a:gd name="T4" fmla="*/ 64 w 3"/>
                  <a:gd name="T5" fmla="*/ 64 h 3"/>
                  <a:gd name="T6" fmla="*/ 192 w 3"/>
                  <a:gd name="T7" fmla="*/ 64 h 3"/>
                  <a:gd name="T8" fmla="*/ 19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9" name="Freeform 1104">
                <a:extLst>
                  <a:ext uri="{FF2B5EF4-FFF2-40B4-BE49-F238E27FC236}">
                    <a16:creationId xmlns:a16="http://schemas.microsoft.com/office/drawing/2014/main" id="{424DDEAB-EEC3-4111-AD8A-D544227B5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580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66 w 9"/>
                  <a:gd name="T3" fmla="*/ 317 h 9"/>
                  <a:gd name="T4" fmla="*/ 66 w 9"/>
                  <a:gd name="T5" fmla="*/ 100 h 9"/>
                  <a:gd name="T6" fmla="*/ 208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0" name="Freeform 1105">
                <a:extLst>
                  <a:ext uri="{FF2B5EF4-FFF2-40B4-BE49-F238E27FC236}">
                    <a16:creationId xmlns:a16="http://schemas.microsoft.com/office/drawing/2014/main" id="{691E84E8-1107-41B4-B87F-AFA01971A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584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28 h 3"/>
                  <a:gd name="T4" fmla="*/ 0 w 3"/>
                  <a:gd name="T5" fmla="*/ 64 h 3"/>
                  <a:gd name="T6" fmla="*/ 37 w 3"/>
                  <a:gd name="T7" fmla="*/ 0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1" name="Freeform 1106">
                <a:extLst>
                  <a:ext uri="{FF2B5EF4-FFF2-40B4-BE49-F238E27FC236}">
                    <a16:creationId xmlns:a16="http://schemas.microsoft.com/office/drawing/2014/main" id="{9FBDC1C5-8AC6-4266-8BC0-BEFD253B6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566"/>
                <a:ext cx="15" cy="16"/>
              </a:xfrm>
              <a:custGeom>
                <a:avLst/>
                <a:gdLst>
                  <a:gd name="T0" fmla="*/ 172 w 9"/>
                  <a:gd name="T1" fmla="*/ 208 h 9"/>
                  <a:gd name="T2" fmla="*/ 37 w 9"/>
                  <a:gd name="T3" fmla="*/ 208 h 9"/>
                  <a:gd name="T4" fmla="*/ 37 w 9"/>
                  <a:gd name="T5" fmla="*/ 37 h 9"/>
                  <a:gd name="T6" fmla="*/ 172 w 9"/>
                  <a:gd name="T7" fmla="*/ 37 h 9"/>
                  <a:gd name="T8" fmla="*/ 172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7"/>
                    </a:cubicBezTo>
                    <a:cubicBezTo>
                      <a:pt x="0" y="6"/>
                      <a:pt x="0" y="3"/>
                      <a:pt x="2" y="1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2" name="Freeform 1107">
                <a:extLst>
                  <a:ext uri="{FF2B5EF4-FFF2-40B4-BE49-F238E27FC236}">
                    <a16:creationId xmlns:a16="http://schemas.microsoft.com/office/drawing/2014/main" id="{1A90005F-7388-47B5-9F66-7E6556C1E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569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28 h 3"/>
                  <a:gd name="T4" fmla="*/ 0 w 3"/>
                  <a:gd name="T5" fmla="*/ 0 h 3"/>
                  <a:gd name="T6" fmla="*/ 37 w 3"/>
                  <a:gd name="T7" fmla="*/ 0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3" name="Freeform 1108">
                <a:extLst>
                  <a:ext uri="{FF2B5EF4-FFF2-40B4-BE49-F238E27FC236}">
                    <a16:creationId xmlns:a16="http://schemas.microsoft.com/office/drawing/2014/main" id="{DAF0590F-1F50-4DAA-9FF3-C1F960664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551"/>
                <a:ext cx="16" cy="16"/>
              </a:xfrm>
              <a:custGeom>
                <a:avLst/>
                <a:gdLst>
                  <a:gd name="T0" fmla="*/ 247 w 9"/>
                  <a:gd name="T1" fmla="*/ 208 h 9"/>
                  <a:gd name="T2" fmla="*/ 66 w 9"/>
                  <a:gd name="T3" fmla="*/ 208 h 9"/>
                  <a:gd name="T4" fmla="*/ 66 w 9"/>
                  <a:gd name="T5" fmla="*/ 37 h 9"/>
                  <a:gd name="T6" fmla="*/ 208 w 9"/>
                  <a:gd name="T7" fmla="*/ 37 h 9"/>
                  <a:gd name="T8" fmla="*/ 24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8"/>
                      <a:pt x="4" y="9"/>
                      <a:pt x="2" y="7"/>
                    </a:cubicBezTo>
                    <a:cubicBezTo>
                      <a:pt x="0" y="6"/>
                      <a:pt x="0" y="3"/>
                      <a:pt x="2" y="1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4" name="Freeform 1109">
                <a:extLst>
                  <a:ext uri="{FF2B5EF4-FFF2-40B4-BE49-F238E27FC236}">
                    <a16:creationId xmlns:a16="http://schemas.microsoft.com/office/drawing/2014/main" id="{D54854F6-CED5-499D-ADA2-3BB3B7DF7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554"/>
                <a:ext cx="7" cy="6"/>
              </a:xfrm>
              <a:custGeom>
                <a:avLst/>
                <a:gdLst>
                  <a:gd name="T0" fmla="*/ 86 w 4"/>
                  <a:gd name="T1" fmla="*/ 128 h 3"/>
                  <a:gd name="T2" fmla="*/ 37 w 4"/>
                  <a:gd name="T3" fmla="*/ 128 h 3"/>
                  <a:gd name="T4" fmla="*/ 37 w 4"/>
                  <a:gd name="T5" fmla="*/ 0 h 3"/>
                  <a:gd name="T6" fmla="*/ 86 w 4"/>
                  <a:gd name="T7" fmla="*/ 0 h 3"/>
                  <a:gd name="T8" fmla="*/ 86 w 4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5" name="Freeform 1110">
                <a:extLst>
                  <a:ext uri="{FF2B5EF4-FFF2-40B4-BE49-F238E27FC236}">
                    <a16:creationId xmlns:a16="http://schemas.microsoft.com/office/drawing/2014/main" id="{F919E3FD-8220-40E6-95FC-16E0768B5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534"/>
                <a:ext cx="16" cy="17"/>
              </a:xfrm>
              <a:custGeom>
                <a:avLst/>
                <a:gdLst>
                  <a:gd name="T0" fmla="*/ 247 w 9"/>
                  <a:gd name="T1" fmla="*/ 357 h 9"/>
                  <a:gd name="T2" fmla="*/ 66 w 9"/>
                  <a:gd name="T3" fmla="*/ 357 h 9"/>
                  <a:gd name="T4" fmla="*/ 66 w 9"/>
                  <a:gd name="T5" fmla="*/ 100 h 9"/>
                  <a:gd name="T6" fmla="*/ 247 w 9"/>
                  <a:gd name="T7" fmla="*/ 100 h 9"/>
                  <a:gd name="T8" fmla="*/ 24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3" y="0"/>
                      <a:pt x="6" y="0"/>
                      <a:pt x="8" y="2"/>
                    </a:cubicBezTo>
                    <a:cubicBezTo>
                      <a:pt x="9" y="4"/>
                      <a:pt x="9" y="6"/>
                      <a:pt x="8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6" name="Freeform 1111">
                <a:extLst>
                  <a:ext uri="{FF2B5EF4-FFF2-40B4-BE49-F238E27FC236}">
                    <a16:creationId xmlns:a16="http://schemas.microsoft.com/office/drawing/2014/main" id="{684DF7CE-C334-4382-972C-182D4E91A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538"/>
                <a:ext cx="6" cy="5"/>
              </a:xfrm>
              <a:custGeom>
                <a:avLst/>
                <a:gdLst>
                  <a:gd name="T0" fmla="*/ 128 w 3"/>
                  <a:gd name="T1" fmla="*/ 62 h 3"/>
                  <a:gd name="T2" fmla="*/ 0 w 3"/>
                  <a:gd name="T3" fmla="*/ 62 h 3"/>
                  <a:gd name="T4" fmla="*/ 0 w 3"/>
                  <a:gd name="T5" fmla="*/ 22 h 3"/>
                  <a:gd name="T6" fmla="*/ 128 w 3"/>
                  <a:gd name="T7" fmla="*/ 22 h 3"/>
                  <a:gd name="T8" fmla="*/ 128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7" name="Freeform 1112">
                <a:extLst>
                  <a:ext uri="{FF2B5EF4-FFF2-40B4-BE49-F238E27FC236}">
                    <a16:creationId xmlns:a16="http://schemas.microsoft.com/office/drawing/2014/main" id="{955473CB-E65A-42E5-8F97-D7D4FF04D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519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17 h 9"/>
                  <a:gd name="T4" fmla="*/ 66 w 9"/>
                  <a:gd name="T5" fmla="*/ 53 h 9"/>
                  <a:gd name="T6" fmla="*/ 208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2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4"/>
                      <a:pt x="8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8" name="Freeform 1113">
                <a:extLst>
                  <a:ext uri="{FF2B5EF4-FFF2-40B4-BE49-F238E27FC236}">
                    <a16:creationId xmlns:a16="http://schemas.microsoft.com/office/drawing/2014/main" id="{807A7279-F666-44BA-B66B-8D33C0026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523"/>
                <a:ext cx="5" cy="5"/>
              </a:xfrm>
              <a:custGeom>
                <a:avLst/>
                <a:gdLst>
                  <a:gd name="T0" fmla="*/ 37 w 3"/>
                  <a:gd name="T1" fmla="*/ 62 h 3"/>
                  <a:gd name="T2" fmla="*/ 0 w 3"/>
                  <a:gd name="T3" fmla="*/ 62 h 3"/>
                  <a:gd name="T4" fmla="*/ 22 w 3"/>
                  <a:gd name="T5" fmla="*/ 22 h 3"/>
                  <a:gd name="T6" fmla="*/ 37 w 3"/>
                  <a:gd name="T7" fmla="*/ 22 h 3"/>
                  <a:gd name="T8" fmla="*/ 37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9" name="Freeform 1114">
                <a:extLst>
                  <a:ext uri="{FF2B5EF4-FFF2-40B4-BE49-F238E27FC236}">
                    <a16:creationId xmlns:a16="http://schemas.microsoft.com/office/drawing/2014/main" id="{5AAB766D-0179-4C68-A252-827D8582A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504"/>
                <a:ext cx="17" cy="17"/>
              </a:xfrm>
              <a:custGeom>
                <a:avLst/>
                <a:gdLst>
                  <a:gd name="T0" fmla="*/ 202 w 10"/>
                  <a:gd name="T1" fmla="*/ 317 h 9"/>
                  <a:gd name="T2" fmla="*/ 44 w 10"/>
                  <a:gd name="T3" fmla="*/ 317 h 9"/>
                  <a:gd name="T4" fmla="*/ 75 w 10"/>
                  <a:gd name="T5" fmla="*/ 53 h 9"/>
                  <a:gd name="T6" fmla="*/ 202 w 10"/>
                  <a:gd name="T7" fmla="*/ 100 h 9"/>
                  <a:gd name="T8" fmla="*/ 202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7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10" y="4"/>
                      <a:pt x="9" y="6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0" name="Freeform 1115">
                <a:extLst>
                  <a:ext uri="{FF2B5EF4-FFF2-40B4-BE49-F238E27FC236}">
                    <a16:creationId xmlns:a16="http://schemas.microsoft.com/office/drawing/2014/main" id="{53B4074D-F515-4C7B-8EC5-8E24F1FD5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508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28 h 3"/>
                  <a:gd name="T4" fmla="*/ 0 w 3"/>
                  <a:gd name="T5" fmla="*/ 0 h 3"/>
                  <a:gd name="T6" fmla="*/ 37 w 3"/>
                  <a:gd name="T7" fmla="*/ 64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1" name="Freeform 1116">
                <a:extLst>
                  <a:ext uri="{FF2B5EF4-FFF2-40B4-BE49-F238E27FC236}">
                    <a16:creationId xmlns:a16="http://schemas.microsoft.com/office/drawing/2014/main" id="{F591FB52-5CBA-4F70-8119-2CAE0B0C2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489"/>
                <a:ext cx="15" cy="17"/>
              </a:xfrm>
              <a:custGeom>
                <a:avLst/>
                <a:gdLst>
                  <a:gd name="T0" fmla="*/ 153 w 9"/>
                  <a:gd name="T1" fmla="*/ 317 h 9"/>
                  <a:gd name="T2" fmla="*/ 22 w 9"/>
                  <a:gd name="T3" fmla="*/ 317 h 9"/>
                  <a:gd name="T4" fmla="*/ 37 w 9"/>
                  <a:gd name="T5" fmla="*/ 53 h 9"/>
                  <a:gd name="T6" fmla="*/ 153 w 9"/>
                  <a:gd name="T7" fmla="*/ 100 h 9"/>
                  <a:gd name="T8" fmla="*/ 153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2" name="Freeform 1117">
                <a:extLst>
                  <a:ext uri="{FF2B5EF4-FFF2-40B4-BE49-F238E27FC236}">
                    <a16:creationId xmlns:a16="http://schemas.microsoft.com/office/drawing/2014/main" id="{DDCB15CD-B034-42A0-A604-4E08EE7C7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493"/>
                <a:ext cx="5" cy="6"/>
              </a:xfrm>
              <a:custGeom>
                <a:avLst/>
                <a:gdLst>
                  <a:gd name="T0" fmla="*/ 37 w 3"/>
                  <a:gd name="T1" fmla="*/ 192 h 3"/>
                  <a:gd name="T2" fmla="*/ 0 w 3"/>
                  <a:gd name="T3" fmla="*/ 128 h 3"/>
                  <a:gd name="T4" fmla="*/ 22 w 3"/>
                  <a:gd name="T5" fmla="*/ 0 h 3"/>
                  <a:gd name="T6" fmla="*/ 62 w 3"/>
                  <a:gd name="T7" fmla="*/ 64 h 3"/>
                  <a:gd name="T8" fmla="*/ 37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3" name="Freeform 1118">
                <a:extLst>
                  <a:ext uri="{FF2B5EF4-FFF2-40B4-BE49-F238E27FC236}">
                    <a16:creationId xmlns:a16="http://schemas.microsoft.com/office/drawing/2014/main" id="{BEEB5521-24B3-431A-9D6C-BEFED7219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475"/>
                <a:ext cx="15" cy="16"/>
              </a:xfrm>
              <a:custGeom>
                <a:avLst/>
                <a:gdLst>
                  <a:gd name="T0" fmla="*/ 153 w 9"/>
                  <a:gd name="T1" fmla="*/ 208 h 9"/>
                  <a:gd name="T2" fmla="*/ 22 w 9"/>
                  <a:gd name="T3" fmla="*/ 208 h 9"/>
                  <a:gd name="T4" fmla="*/ 37 w 9"/>
                  <a:gd name="T5" fmla="*/ 37 h 9"/>
                  <a:gd name="T6" fmla="*/ 153 w 9"/>
                  <a:gd name="T7" fmla="*/ 66 h 9"/>
                  <a:gd name="T8" fmla="*/ 153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5" y="9"/>
                      <a:pt x="2" y="8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8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4" name="Freeform 1119">
                <a:extLst>
                  <a:ext uri="{FF2B5EF4-FFF2-40B4-BE49-F238E27FC236}">
                    <a16:creationId xmlns:a16="http://schemas.microsoft.com/office/drawing/2014/main" id="{FE191DB5-8382-421C-AF83-B0D74EB68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478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28 h 3"/>
                  <a:gd name="T4" fmla="*/ 0 w 3"/>
                  <a:gd name="T5" fmla="*/ 0 h 3"/>
                  <a:gd name="T6" fmla="*/ 37 w 3"/>
                  <a:gd name="T7" fmla="*/ 0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5" name="Freeform 1120">
                <a:extLst>
                  <a:ext uri="{FF2B5EF4-FFF2-40B4-BE49-F238E27FC236}">
                    <a16:creationId xmlns:a16="http://schemas.microsoft.com/office/drawing/2014/main" id="{7E7A15F7-A5D1-4AE8-AC2E-520DA22F9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458"/>
                <a:ext cx="15" cy="17"/>
              </a:xfrm>
              <a:custGeom>
                <a:avLst/>
                <a:gdLst>
                  <a:gd name="T0" fmla="*/ 153 w 9"/>
                  <a:gd name="T1" fmla="*/ 357 h 9"/>
                  <a:gd name="T2" fmla="*/ 22 w 9"/>
                  <a:gd name="T3" fmla="*/ 317 h 9"/>
                  <a:gd name="T4" fmla="*/ 37 w 9"/>
                  <a:gd name="T5" fmla="*/ 100 h 9"/>
                  <a:gd name="T6" fmla="*/ 172 w 9"/>
                  <a:gd name="T7" fmla="*/ 100 h 9"/>
                  <a:gd name="T8" fmla="*/ 153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6" name="Freeform 1121">
                <a:extLst>
                  <a:ext uri="{FF2B5EF4-FFF2-40B4-BE49-F238E27FC236}">
                    <a16:creationId xmlns:a16="http://schemas.microsoft.com/office/drawing/2014/main" id="{412F20E0-6D77-4429-A967-0C14B7D8C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462"/>
                <a:ext cx="5" cy="5"/>
              </a:xfrm>
              <a:custGeom>
                <a:avLst/>
                <a:gdLst>
                  <a:gd name="T0" fmla="*/ 37 w 3"/>
                  <a:gd name="T1" fmla="*/ 62 h 3"/>
                  <a:gd name="T2" fmla="*/ 22 w 3"/>
                  <a:gd name="T3" fmla="*/ 62 h 3"/>
                  <a:gd name="T4" fmla="*/ 22 w 3"/>
                  <a:gd name="T5" fmla="*/ 22 h 3"/>
                  <a:gd name="T6" fmla="*/ 62 w 3"/>
                  <a:gd name="T7" fmla="*/ 22 h 3"/>
                  <a:gd name="T8" fmla="*/ 37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7" name="Freeform 1122">
                <a:extLst>
                  <a:ext uri="{FF2B5EF4-FFF2-40B4-BE49-F238E27FC236}">
                    <a16:creationId xmlns:a16="http://schemas.microsoft.com/office/drawing/2014/main" id="{22857F19-363A-4B1C-8187-B5F182A17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443"/>
                <a:ext cx="15" cy="17"/>
              </a:xfrm>
              <a:custGeom>
                <a:avLst/>
                <a:gdLst>
                  <a:gd name="T0" fmla="*/ 153 w 9"/>
                  <a:gd name="T1" fmla="*/ 357 h 9"/>
                  <a:gd name="T2" fmla="*/ 22 w 9"/>
                  <a:gd name="T3" fmla="*/ 317 h 9"/>
                  <a:gd name="T4" fmla="*/ 37 w 9"/>
                  <a:gd name="T5" fmla="*/ 53 h 9"/>
                  <a:gd name="T6" fmla="*/ 172 w 9"/>
                  <a:gd name="T7" fmla="*/ 100 h 9"/>
                  <a:gd name="T8" fmla="*/ 153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8" name="Freeform 1123">
                <a:extLst>
                  <a:ext uri="{FF2B5EF4-FFF2-40B4-BE49-F238E27FC236}">
                    <a16:creationId xmlns:a16="http://schemas.microsoft.com/office/drawing/2014/main" id="{66547396-419C-4FA5-AD5A-315B38F51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447"/>
                <a:ext cx="5" cy="5"/>
              </a:xfrm>
              <a:custGeom>
                <a:avLst/>
                <a:gdLst>
                  <a:gd name="T0" fmla="*/ 62 w 3"/>
                  <a:gd name="T1" fmla="*/ 62 h 3"/>
                  <a:gd name="T2" fmla="*/ 22 w 3"/>
                  <a:gd name="T3" fmla="*/ 37 h 3"/>
                  <a:gd name="T4" fmla="*/ 22 w 3"/>
                  <a:gd name="T5" fmla="*/ 0 h 3"/>
                  <a:gd name="T6" fmla="*/ 62 w 3"/>
                  <a:gd name="T7" fmla="*/ 22 h 3"/>
                  <a:gd name="T8" fmla="*/ 6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9" name="Freeform 1124">
                <a:extLst>
                  <a:ext uri="{FF2B5EF4-FFF2-40B4-BE49-F238E27FC236}">
                    <a16:creationId xmlns:a16="http://schemas.microsoft.com/office/drawing/2014/main" id="{A8FCE975-714A-4BE6-B94E-E6691475B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428"/>
                <a:ext cx="15" cy="17"/>
              </a:xfrm>
              <a:custGeom>
                <a:avLst/>
                <a:gdLst>
                  <a:gd name="T0" fmla="*/ 153 w 9"/>
                  <a:gd name="T1" fmla="*/ 357 h 9"/>
                  <a:gd name="T2" fmla="*/ 22 w 9"/>
                  <a:gd name="T3" fmla="*/ 317 h 9"/>
                  <a:gd name="T4" fmla="*/ 37 w 9"/>
                  <a:gd name="T5" fmla="*/ 53 h 9"/>
                  <a:gd name="T6" fmla="*/ 172 w 9"/>
                  <a:gd name="T7" fmla="*/ 100 h 9"/>
                  <a:gd name="T8" fmla="*/ 153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2" y="8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8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0" name="Freeform 1125">
                <a:extLst>
                  <a:ext uri="{FF2B5EF4-FFF2-40B4-BE49-F238E27FC236}">
                    <a16:creationId xmlns:a16="http://schemas.microsoft.com/office/drawing/2014/main" id="{0DC83718-02F6-48FA-972E-0879FCA86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432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0 w 3"/>
                  <a:gd name="T3" fmla="*/ 37 h 3"/>
                  <a:gd name="T4" fmla="*/ 22 w 3"/>
                  <a:gd name="T5" fmla="*/ 0 h 3"/>
                  <a:gd name="T6" fmla="*/ 37 w 3"/>
                  <a:gd name="T7" fmla="*/ 22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1" name="Freeform 1126">
                <a:extLst>
                  <a:ext uri="{FF2B5EF4-FFF2-40B4-BE49-F238E27FC236}">
                    <a16:creationId xmlns:a16="http://schemas.microsoft.com/office/drawing/2014/main" id="{95F16D2C-3949-48B9-AD88-926512106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2716"/>
                <a:ext cx="18" cy="17"/>
              </a:xfrm>
              <a:custGeom>
                <a:avLst/>
                <a:gdLst>
                  <a:gd name="T0" fmla="*/ 263 w 10"/>
                  <a:gd name="T1" fmla="*/ 317 h 9"/>
                  <a:gd name="T2" fmla="*/ 94 w 10"/>
                  <a:gd name="T3" fmla="*/ 357 h 9"/>
                  <a:gd name="T4" fmla="*/ 74 w 10"/>
                  <a:gd name="T5" fmla="*/ 100 h 9"/>
                  <a:gd name="T6" fmla="*/ 239 w 10"/>
                  <a:gd name="T7" fmla="*/ 53 h 9"/>
                  <a:gd name="T8" fmla="*/ 263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7"/>
                    </a:moveTo>
                    <a:cubicBezTo>
                      <a:pt x="7" y="9"/>
                      <a:pt x="4" y="9"/>
                      <a:pt x="3" y="8"/>
                    </a:cubicBezTo>
                    <a:cubicBezTo>
                      <a:pt x="1" y="7"/>
                      <a:pt x="0" y="4"/>
                      <a:pt x="2" y="2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2" name="Freeform 1127">
                <a:extLst>
                  <a:ext uri="{FF2B5EF4-FFF2-40B4-BE49-F238E27FC236}">
                    <a16:creationId xmlns:a16="http://schemas.microsoft.com/office/drawing/2014/main" id="{39872C02-74F5-444E-A9AE-978A5F696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720"/>
                <a:ext cx="6" cy="5"/>
              </a:xfrm>
              <a:custGeom>
                <a:avLst/>
                <a:gdLst>
                  <a:gd name="T0" fmla="*/ 192 w 3"/>
                  <a:gd name="T1" fmla="*/ 62 h 3"/>
                  <a:gd name="T2" fmla="*/ 64 w 3"/>
                  <a:gd name="T3" fmla="*/ 62 h 3"/>
                  <a:gd name="T4" fmla="*/ 0 w 3"/>
                  <a:gd name="T5" fmla="*/ 22 h 3"/>
                  <a:gd name="T6" fmla="*/ 128 w 3"/>
                  <a:gd name="T7" fmla="*/ 22 h 3"/>
                  <a:gd name="T8" fmla="*/ 19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3" name="Freeform 1128">
                <a:extLst>
                  <a:ext uri="{FF2B5EF4-FFF2-40B4-BE49-F238E27FC236}">
                    <a16:creationId xmlns:a16="http://schemas.microsoft.com/office/drawing/2014/main" id="{7DA6430B-99B0-4A01-9AB2-0D2EE4DD2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2701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66 w 9"/>
                  <a:gd name="T3" fmla="*/ 357 h 9"/>
                  <a:gd name="T4" fmla="*/ 37 w 9"/>
                  <a:gd name="T5" fmla="*/ 100 h 9"/>
                  <a:gd name="T6" fmla="*/ 203 w 9"/>
                  <a:gd name="T7" fmla="*/ 53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1"/>
                      <a:pt x="5" y="0"/>
                      <a:pt x="6" y="1"/>
                    </a:cubicBezTo>
                    <a:cubicBezTo>
                      <a:pt x="8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4" name="Freeform 1129">
                <a:extLst>
                  <a:ext uri="{FF2B5EF4-FFF2-40B4-BE49-F238E27FC236}">
                    <a16:creationId xmlns:a16="http://schemas.microsoft.com/office/drawing/2014/main" id="{EB376E0F-8784-40F3-9EFC-9B84CD377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2705"/>
                <a:ext cx="5" cy="6"/>
              </a:xfrm>
              <a:custGeom>
                <a:avLst/>
                <a:gdLst>
                  <a:gd name="T0" fmla="*/ 62 w 3"/>
                  <a:gd name="T1" fmla="*/ 192 h 3"/>
                  <a:gd name="T2" fmla="*/ 22 w 3"/>
                  <a:gd name="T3" fmla="*/ 192 h 3"/>
                  <a:gd name="T4" fmla="*/ 0 w 3"/>
                  <a:gd name="T5" fmla="*/ 64 h 3"/>
                  <a:gd name="T6" fmla="*/ 37 w 3"/>
                  <a:gd name="T7" fmla="*/ 64 h 3"/>
                  <a:gd name="T8" fmla="*/ 6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5" name="Freeform 1130">
                <a:extLst>
                  <a:ext uri="{FF2B5EF4-FFF2-40B4-BE49-F238E27FC236}">
                    <a16:creationId xmlns:a16="http://schemas.microsoft.com/office/drawing/2014/main" id="{46F03D38-9032-486D-AFB9-54449FC15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686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66 w 9"/>
                  <a:gd name="T3" fmla="*/ 357 h 9"/>
                  <a:gd name="T4" fmla="*/ 37 w 9"/>
                  <a:gd name="T5" fmla="*/ 100 h 9"/>
                  <a:gd name="T6" fmla="*/ 208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6" name="Freeform 1131">
                <a:extLst>
                  <a:ext uri="{FF2B5EF4-FFF2-40B4-BE49-F238E27FC236}">
                    <a16:creationId xmlns:a16="http://schemas.microsoft.com/office/drawing/2014/main" id="{E7C2567F-9FC8-4E5E-8BB1-9ABE5E314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2690"/>
                <a:ext cx="6" cy="6"/>
              </a:xfrm>
              <a:custGeom>
                <a:avLst/>
                <a:gdLst>
                  <a:gd name="T0" fmla="*/ 192 w 3"/>
                  <a:gd name="T1" fmla="*/ 192 h 3"/>
                  <a:gd name="T2" fmla="*/ 64 w 3"/>
                  <a:gd name="T3" fmla="*/ 192 h 3"/>
                  <a:gd name="T4" fmla="*/ 64 w 3"/>
                  <a:gd name="T5" fmla="*/ 64 h 3"/>
                  <a:gd name="T6" fmla="*/ 192 w 3"/>
                  <a:gd name="T7" fmla="*/ 64 h 3"/>
                  <a:gd name="T8" fmla="*/ 19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7" name="Freeform 1132">
                <a:extLst>
                  <a:ext uri="{FF2B5EF4-FFF2-40B4-BE49-F238E27FC236}">
                    <a16:creationId xmlns:a16="http://schemas.microsoft.com/office/drawing/2014/main" id="{5558E82C-8A7F-4C07-BF73-920AC0F5C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2672"/>
                <a:ext cx="16" cy="16"/>
              </a:xfrm>
              <a:custGeom>
                <a:avLst/>
                <a:gdLst>
                  <a:gd name="T0" fmla="*/ 247 w 9"/>
                  <a:gd name="T1" fmla="*/ 208 h 9"/>
                  <a:gd name="T2" fmla="*/ 66 w 9"/>
                  <a:gd name="T3" fmla="*/ 247 h 9"/>
                  <a:gd name="T4" fmla="*/ 37 w 9"/>
                  <a:gd name="T5" fmla="*/ 66 h 9"/>
                  <a:gd name="T6" fmla="*/ 208 w 9"/>
                  <a:gd name="T7" fmla="*/ 37 h 9"/>
                  <a:gd name="T8" fmla="*/ 24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8" name="Freeform 1133">
                <a:extLst>
                  <a:ext uri="{FF2B5EF4-FFF2-40B4-BE49-F238E27FC236}">
                    <a16:creationId xmlns:a16="http://schemas.microsoft.com/office/drawing/2014/main" id="{C3846F2B-B1BB-4588-92A3-E09F60466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675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92 h 3"/>
                  <a:gd name="T4" fmla="*/ 22 w 3"/>
                  <a:gd name="T5" fmla="*/ 64 h 3"/>
                  <a:gd name="T6" fmla="*/ 62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9" name="Freeform 1134">
                <a:extLst>
                  <a:ext uri="{FF2B5EF4-FFF2-40B4-BE49-F238E27FC236}">
                    <a16:creationId xmlns:a16="http://schemas.microsoft.com/office/drawing/2014/main" id="{4E9578AB-D63F-4DEB-8EE5-743E338A3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2657"/>
                <a:ext cx="15" cy="16"/>
              </a:xfrm>
              <a:custGeom>
                <a:avLst/>
                <a:gdLst>
                  <a:gd name="T0" fmla="*/ 153 w 9"/>
                  <a:gd name="T1" fmla="*/ 208 h 9"/>
                  <a:gd name="T2" fmla="*/ 22 w 9"/>
                  <a:gd name="T3" fmla="*/ 208 h 9"/>
                  <a:gd name="T4" fmla="*/ 22 w 9"/>
                  <a:gd name="T5" fmla="*/ 37 h 9"/>
                  <a:gd name="T6" fmla="*/ 153 w 9"/>
                  <a:gd name="T7" fmla="*/ 37 h 9"/>
                  <a:gd name="T8" fmla="*/ 153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" name="Freeform 1135">
                <a:extLst>
                  <a:ext uri="{FF2B5EF4-FFF2-40B4-BE49-F238E27FC236}">
                    <a16:creationId xmlns:a16="http://schemas.microsoft.com/office/drawing/2014/main" id="{CC8777A1-0EB0-47CA-8C5D-3799246C6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2660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28 h 3"/>
                  <a:gd name="T4" fmla="*/ 22 w 3"/>
                  <a:gd name="T5" fmla="*/ 0 h 3"/>
                  <a:gd name="T6" fmla="*/ 62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" name="Freeform 1136">
                <a:extLst>
                  <a:ext uri="{FF2B5EF4-FFF2-40B4-BE49-F238E27FC236}">
                    <a16:creationId xmlns:a16="http://schemas.microsoft.com/office/drawing/2014/main" id="{7B8CAA14-0B2F-4700-81AC-EB5AD712A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642"/>
                <a:ext cx="16" cy="16"/>
              </a:xfrm>
              <a:custGeom>
                <a:avLst/>
                <a:gdLst>
                  <a:gd name="T0" fmla="*/ 247 w 9"/>
                  <a:gd name="T1" fmla="*/ 208 h 9"/>
                  <a:gd name="T2" fmla="*/ 66 w 9"/>
                  <a:gd name="T3" fmla="*/ 208 h 9"/>
                  <a:gd name="T4" fmla="*/ 66 w 9"/>
                  <a:gd name="T5" fmla="*/ 66 h 9"/>
                  <a:gd name="T6" fmla="*/ 247 w 9"/>
                  <a:gd name="T7" fmla="*/ 37 h 9"/>
                  <a:gd name="T8" fmla="*/ 24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9" y="3"/>
                      <a:pt x="9" y="6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" name="Freeform 1137">
                <a:extLst>
                  <a:ext uri="{FF2B5EF4-FFF2-40B4-BE49-F238E27FC236}">
                    <a16:creationId xmlns:a16="http://schemas.microsoft.com/office/drawing/2014/main" id="{4485BB34-EBB0-422B-A4A8-4B69A9F2C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2645"/>
                <a:ext cx="6" cy="6"/>
              </a:xfrm>
              <a:custGeom>
                <a:avLst/>
                <a:gdLst>
                  <a:gd name="T0" fmla="*/ 128 w 3"/>
                  <a:gd name="T1" fmla="*/ 128 h 3"/>
                  <a:gd name="T2" fmla="*/ 0 w 3"/>
                  <a:gd name="T3" fmla="*/ 128 h 3"/>
                  <a:gd name="T4" fmla="*/ 0 w 3"/>
                  <a:gd name="T5" fmla="*/ 64 h 3"/>
                  <a:gd name="T6" fmla="*/ 128 w 3"/>
                  <a:gd name="T7" fmla="*/ 0 h 3"/>
                  <a:gd name="T8" fmla="*/ 128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" name="Freeform 1138">
                <a:extLst>
                  <a:ext uri="{FF2B5EF4-FFF2-40B4-BE49-F238E27FC236}">
                    <a16:creationId xmlns:a16="http://schemas.microsoft.com/office/drawing/2014/main" id="{042AF350-024A-4FED-98A2-60C1B1048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2627"/>
                <a:ext cx="16" cy="15"/>
              </a:xfrm>
              <a:custGeom>
                <a:avLst/>
                <a:gdLst>
                  <a:gd name="T0" fmla="*/ 247 w 9"/>
                  <a:gd name="T1" fmla="*/ 296 h 8"/>
                  <a:gd name="T2" fmla="*/ 66 w 9"/>
                  <a:gd name="T3" fmla="*/ 296 h 8"/>
                  <a:gd name="T4" fmla="*/ 66 w 9"/>
                  <a:gd name="T5" fmla="*/ 53 h 8"/>
                  <a:gd name="T6" fmla="*/ 208 w 9"/>
                  <a:gd name="T7" fmla="*/ 53 h 8"/>
                  <a:gd name="T8" fmla="*/ 247 w 9"/>
                  <a:gd name="T9" fmla="*/ 29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6" y="8"/>
                      <a:pt x="3" y="8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" name="Freeform 1139">
                <a:extLst>
                  <a:ext uri="{FF2B5EF4-FFF2-40B4-BE49-F238E27FC236}">
                    <a16:creationId xmlns:a16="http://schemas.microsoft.com/office/drawing/2014/main" id="{B27A48F4-647E-41CC-BD04-DBAE0D106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2631"/>
                <a:ext cx="5" cy="5"/>
              </a:xfrm>
              <a:custGeom>
                <a:avLst/>
                <a:gdLst>
                  <a:gd name="T0" fmla="*/ 62 w 3"/>
                  <a:gd name="T1" fmla="*/ 37 h 3"/>
                  <a:gd name="T2" fmla="*/ 22 w 3"/>
                  <a:gd name="T3" fmla="*/ 37 h 3"/>
                  <a:gd name="T4" fmla="*/ 22 w 3"/>
                  <a:gd name="T5" fmla="*/ 0 h 3"/>
                  <a:gd name="T6" fmla="*/ 62 w 3"/>
                  <a:gd name="T7" fmla="*/ 0 h 3"/>
                  <a:gd name="T8" fmla="*/ 6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" name="Freeform 1140">
                <a:extLst>
                  <a:ext uri="{FF2B5EF4-FFF2-40B4-BE49-F238E27FC236}">
                    <a16:creationId xmlns:a16="http://schemas.microsoft.com/office/drawing/2014/main" id="{C6FEDC4C-655E-4C83-B258-F2354DE49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612"/>
                <a:ext cx="15" cy="15"/>
              </a:xfrm>
              <a:custGeom>
                <a:avLst/>
                <a:gdLst>
                  <a:gd name="T0" fmla="*/ 153 w 9"/>
                  <a:gd name="T1" fmla="*/ 296 h 8"/>
                  <a:gd name="T2" fmla="*/ 22 w 9"/>
                  <a:gd name="T3" fmla="*/ 296 h 8"/>
                  <a:gd name="T4" fmla="*/ 22 w 9"/>
                  <a:gd name="T5" fmla="*/ 53 h 8"/>
                  <a:gd name="T6" fmla="*/ 153 w 9"/>
                  <a:gd name="T7" fmla="*/ 53 h 8"/>
                  <a:gd name="T8" fmla="*/ 153 w 9"/>
                  <a:gd name="T9" fmla="*/ 29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7" y="7"/>
                    </a:moveTo>
                    <a:cubicBezTo>
                      <a:pt x="6" y="8"/>
                      <a:pt x="3" y="8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" name="Freeform 1141">
                <a:extLst>
                  <a:ext uri="{FF2B5EF4-FFF2-40B4-BE49-F238E27FC236}">
                    <a16:creationId xmlns:a16="http://schemas.microsoft.com/office/drawing/2014/main" id="{19AAA3EB-C4D3-44E6-8AA7-06A8A83DC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616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22 w 3"/>
                  <a:gd name="T3" fmla="*/ 37 h 3"/>
                  <a:gd name="T4" fmla="*/ 22 w 3"/>
                  <a:gd name="T5" fmla="*/ 0 h 3"/>
                  <a:gd name="T6" fmla="*/ 37 w 3"/>
                  <a:gd name="T7" fmla="*/ 0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" name="Freeform 1142">
                <a:extLst>
                  <a:ext uri="{FF2B5EF4-FFF2-40B4-BE49-F238E27FC236}">
                    <a16:creationId xmlns:a16="http://schemas.microsoft.com/office/drawing/2014/main" id="{CBA04BEB-DA92-48E6-A3FC-DC73ED975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595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57 h 9"/>
                  <a:gd name="T4" fmla="*/ 37 w 9"/>
                  <a:gd name="T5" fmla="*/ 100 h 9"/>
                  <a:gd name="T6" fmla="*/ 208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2"/>
                    </a:cubicBezTo>
                    <a:cubicBezTo>
                      <a:pt x="8" y="3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" name="Freeform 1143">
                <a:extLst>
                  <a:ext uri="{FF2B5EF4-FFF2-40B4-BE49-F238E27FC236}">
                    <a16:creationId xmlns:a16="http://schemas.microsoft.com/office/drawing/2014/main" id="{72C82639-63E2-4EAB-BAF7-6ECE1661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2599"/>
                <a:ext cx="6" cy="6"/>
              </a:xfrm>
              <a:custGeom>
                <a:avLst/>
                <a:gdLst>
                  <a:gd name="T0" fmla="*/ 128 w 3"/>
                  <a:gd name="T1" fmla="*/ 192 h 3"/>
                  <a:gd name="T2" fmla="*/ 0 w 3"/>
                  <a:gd name="T3" fmla="*/ 192 h 3"/>
                  <a:gd name="T4" fmla="*/ 0 w 3"/>
                  <a:gd name="T5" fmla="*/ 64 h 3"/>
                  <a:gd name="T6" fmla="*/ 128 w 3"/>
                  <a:gd name="T7" fmla="*/ 64 h 3"/>
                  <a:gd name="T8" fmla="*/ 128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" name="Freeform 1144">
                <a:extLst>
                  <a:ext uri="{FF2B5EF4-FFF2-40B4-BE49-F238E27FC236}">
                    <a16:creationId xmlns:a16="http://schemas.microsoft.com/office/drawing/2014/main" id="{C6159700-4B7F-4F8F-A554-27EE46757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2580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37 w 9"/>
                  <a:gd name="T3" fmla="*/ 357 h 9"/>
                  <a:gd name="T4" fmla="*/ 37 w 9"/>
                  <a:gd name="T5" fmla="*/ 100 h 9"/>
                  <a:gd name="T6" fmla="*/ 208 w 9"/>
                  <a:gd name="T7" fmla="*/ 100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2"/>
                    </a:cubicBezTo>
                    <a:cubicBezTo>
                      <a:pt x="8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" name="Freeform 1145">
                <a:extLst>
                  <a:ext uri="{FF2B5EF4-FFF2-40B4-BE49-F238E27FC236}">
                    <a16:creationId xmlns:a16="http://schemas.microsoft.com/office/drawing/2014/main" id="{E7A0B5D5-561E-40FD-BEF4-360BA8055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584"/>
                <a:ext cx="5" cy="6"/>
              </a:xfrm>
              <a:custGeom>
                <a:avLst/>
                <a:gdLst>
                  <a:gd name="T0" fmla="*/ 37 w 3"/>
                  <a:gd name="T1" fmla="*/ 192 h 3"/>
                  <a:gd name="T2" fmla="*/ 22 w 3"/>
                  <a:gd name="T3" fmla="*/ 192 h 3"/>
                  <a:gd name="T4" fmla="*/ 0 w 3"/>
                  <a:gd name="T5" fmla="*/ 64 h 3"/>
                  <a:gd name="T6" fmla="*/ 37 w 3"/>
                  <a:gd name="T7" fmla="*/ 64 h 3"/>
                  <a:gd name="T8" fmla="*/ 37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" name="Freeform 1146">
                <a:extLst>
                  <a:ext uri="{FF2B5EF4-FFF2-40B4-BE49-F238E27FC236}">
                    <a16:creationId xmlns:a16="http://schemas.microsoft.com/office/drawing/2014/main" id="{91BBDFCF-C681-4F68-9E15-E4A90F222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566"/>
                <a:ext cx="15" cy="16"/>
              </a:xfrm>
              <a:custGeom>
                <a:avLst/>
                <a:gdLst>
                  <a:gd name="T0" fmla="*/ 153 w 9"/>
                  <a:gd name="T1" fmla="*/ 208 h 9"/>
                  <a:gd name="T2" fmla="*/ 37 w 9"/>
                  <a:gd name="T3" fmla="*/ 208 h 9"/>
                  <a:gd name="T4" fmla="*/ 22 w 9"/>
                  <a:gd name="T5" fmla="*/ 66 h 9"/>
                  <a:gd name="T6" fmla="*/ 153 w 9"/>
                  <a:gd name="T7" fmla="*/ 66 h 9"/>
                  <a:gd name="T8" fmla="*/ 153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5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" name="Freeform 1147">
                <a:extLst>
                  <a:ext uri="{FF2B5EF4-FFF2-40B4-BE49-F238E27FC236}">
                    <a16:creationId xmlns:a16="http://schemas.microsoft.com/office/drawing/2014/main" id="{B3FDAAA3-9AB2-443F-8CF6-D45E86C1F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2569"/>
                <a:ext cx="5" cy="6"/>
              </a:xfrm>
              <a:custGeom>
                <a:avLst/>
                <a:gdLst>
                  <a:gd name="T0" fmla="*/ 62 w 3"/>
                  <a:gd name="T1" fmla="*/ 192 h 3"/>
                  <a:gd name="T2" fmla="*/ 22 w 3"/>
                  <a:gd name="T3" fmla="*/ 192 h 3"/>
                  <a:gd name="T4" fmla="*/ 22 w 3"/>
                  <a:gd name="T5" fmla="*/ 64 h 3"/>
                  <a:gd name="T6" fmla="*/ 62 w 3"/>
                  <a:gd name="T7" fmla="*/ 64 h 3"/>
                  <a:gd name="T8" fmla="*/ 6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1148">
                <a:extLst>
                  <a:ext uri="{FF2B5EF4-FFF2-40B4-BE49-F238E27FC236}">
                    <a16:creationId xmlns:a16="http://schemas.microsoft.com/office/drawing/2014/main" id="{B7071D09-D328-47E5-BC25-1F5B54CD7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551"/>
                <a:ext cx="16" cy="16"/>
              </a:xfrm>
              <a:custGeom>
                <a:avLst/>
                <a:gdLst>
                  <a:gd name="T0" fmla="*/ 208 w 9"/>
                  <a:gd name="T1" fmla="*/ 208 h 9"/>
                  <a:gd name="T2" fmla="*/ 37 w 9"/>
                  <a:gd name="T3" fmla="*/ 208 h 9"/>
                  <a:gd name="T4" fmla="*/ 66 w 9"/>
                  <a:gd name="T5" fmla="*/ 37 h 9"/>
                  <a:gd name="T6" fmla="*/ 247 w 9"/>
                  <a:gd name="T7" fmla="*/ 66 h 9"/>
                  <a:gd name="T8" fmla="*/ 208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1149">
                <a:extLst>
                  <a:ext uri="{FF2B5EF4-FFF2-40B4-BE49-F238E27FC236}">
                    <a16:creationId xmlns:a16="http://schemas.microsoft.com/office/drawing/2014/main" id="{9380CB6E-332C-498A-A6F9-B33212C93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2554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28 h 3"/>
                  <a:gd name="T4" fmla="*/ 64 w 3"/>
                  <a:gd name="T5" fmla="*/ 0 h 3"/>
                  <a:gd name="T6" fmla="*/ 192 w 3"/>
                  <a:gd name="T7" fmla="*/ 64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1150">
                <a:extLst>
                  <a:ext uri="{FF2B5EF4-FFF2-40B4-BE49-F238E27FC236}">
                    <a16:creationId xmlns:a16="http://schemas.microsoft.com/office/drawing/2014/main" id="{69ED7144-4FCC-4CCF-BEFA-46256FCA5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534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57 h 9"/>
                  <a:gd name="T4" fmla="*/ 37 w 9"/>
                  <a:gd name="T5" fmla="*/ 100 h 9"/>
                  <a:gd name="T6" fmla="*/ 208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2" y="9"/>
                      <a:pt x="1" y="8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6" y="1"/>
                      <a:pt x="7" y="2"/>
                    </a:cubicBezTo>
                    <a:cubicBezTo>
                      <a:pt x="9" y="4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1151">
                <a:extLst>
                  <a:ext uri="{FF2B5EF4-FFF2-40B4-BE49-F238E27FC236}">
                    <a16:creationId xmlns:a16="http://schemas.microsoft.com/office/drawing/2014/main" id="{B556AF2E-25C0-4DF0-BFEA-99FE3B18C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2540"/>
                <a:ext cx="6" cy="5"/>
              </a:xfrm>
              <a:custGeom>
                <a:avLst/>
                <a:gdLst>
                  <a:gd name="T0" fmla="*/ 128 w 3"/>
                  <a:gd name="T1" fmla="*/ 37 h 3"/>
                  <a:gd name="T2" fmla="*/ 0 w 3"/>
                  <a:gd name="T3" fmla="*/ 37 h 3"/>
                  <a:gd name="T4" fmla="*/ 0 w 3"/>
                  <a:gd name="T5" fmla="*/ 0 h 3"/>
                  <a:gd name="T6" fmla="*/ 128 w 3"/>
                  <a:gd name="T7" fmla="*/ 0 h 3"/>
                  <a:gd name="T8" fmla="*/ 128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1152">
                <a:extLst>
                  <a:ext uri="{FF2B5EF4-FFF2-40B4-BE49-F238E27FC236}">
                    <a16:creationId xmlns:a16="http://schemas.microsoft.com/office/drawing/2014/main" id="{3AFC0AA8-DF4D-4B44-BDD8-80C330233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519"/>
                <a:ext cx="16" cy="19"/>
              </a:xfrm>
              <a:custGeom>
                <a:avLst/>
                <a:gdLst>
                  <a:gd name="T0" fmla="*/ 208 w 9"/>
                  <a:gd name="T1" fmla="*/ 380 h 10"/>
                  <a:gd name="T2" fmla="*/ 37 w 9"/>
                  <a:gd name="T3" fmla="*/ 380 h 10"/>
                  <a:gd name="T4" fmla="*/ 66 w 9"/>
                  <a:gd name="T5" fmla="*/ 105 h 10"/>
                  <a:gd name="T6" fmla="*/ 208 w 9"/>
                  <a:gd name="T7" fmla="*/ 105 h 10"/>
                  <a:gd name="T8" fmla="*/ 208 w 9"/>
                  <a:gd name="T9" fmla="*/ 38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7" y="8"/>
                    </a:moveTo>
                    <a:cubicBezTo>
                      <a:pt x="5" y="10"/>
                      <a:pt x="3" y="9"/>
                      <a:pt x="1" y="8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1"/>
                      <a:pt x="7" y="2"/>
                    </a:cubicBezTo>
                    <a:cubicBezTo>
                      <a:pt x="9" y="4"/>
                      <a:pt x="9" y="7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1153">
                <a:extLst>
                  <a:ext uri="{FF2B5EF4-FFF2-40B4-BE49-F238E27FC236}">
                    <a16:creationId xmlns:a16="http://schemas.microsoft.com/office/drawing/2014/main" id="{C06B52AA-CC5B-4986-BB44-EF0274C12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525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22 w 3"/>
                  <a:gd name="T3" fmla="*/ 37 h 3"/>
                  <a:gd name="T4" fmla="*/ 22 w 3"/>
                  <a:gd name="T5" fmla="*/ 0 h 3"/>
                  <a:gd name="T6" fmla="*/ 62 w 3"/>
                  <a:gd name="T7" fmla="*/ 0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1154">
                <a:extLst>
                  <a:ext uri="{FF2B5EF4-FFF2-40B4-BE49-F238E27FC236}">
                    <a16:creationId xmlns:a16="http://schemas.microsoft.com/office/drawing/2014/main" id="{22857458-482A-4452-9982-64D28CCD9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504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17 h 9"/>
                  <a:gd name="T4" fmla="*/ 66 w 9"/>
                  <a:gd name="T5" fmla="*/ 100 h 9"/>
                  <a:gd name="T6" fmla="*/ 208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1155">
                <a:extLst>
                  <a:ext uri="{FF2B5EF4-FFF2-40B4-BE49-F238E27FC236}">
                    <a16:creationId xmlns:a16="http://schemas.microsoft.com/office/drawing/2014/main" id="{41371283-7A37-4C4E-9FFB-6F01F9BDE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508"/>
                <a:ext cx="5" cy="6"/>
              </a:xfrm>
              <a:custGeom>
                <a:avLst/>
                <a:gdLst>
                  <a:gd name="T0" fmla="*/ 37 w 3"/>
                  <a:gd name="T1" fmla="*/ 192 h 3"/>
                  <a:gd name="T2" fmla="*/ 0 w 3"/>
                  <a:gd name="T3" fmla="*/ 192 h 3"/>
                  <a:gd name="T4" fmla="*/ 22 w 3"/>
                  <a:gd name="T5" fmla="*/ 64 h 3"/>
                  <a:gd name="T6" fmla="*/ 62 w 3"/>
                  <a:gd name="T7" fmla="*/ 64 h 3"/>
                  <a:gd name="T8" fmla="*/ 37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1156">
                <a:extLst>
                  <a:ext uri="{FF2B5EF4-FFF2-40B4-BE49-F238E27FC236}">
                    <a16:creationId xmlns:a16="http://schemas.microsoft.com/office/drawing/2014/main" id="{BAFEE59F-7A2C-4FF0-8986-D4C360B44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489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37 w 9"/>
                  <a:gd name="T3" fmla="*/ 317 h 9"/>
                  <a:gd name="T4" fmla="*/ 66 w 9"/>
                  <a:gd name="T5" fmla="*/ 53 h 9"/>
                  <a:gd name="T6" fmla="*/ 247 w 9"/>
                  <a:gd name="T7" fmla="*/ 100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1157">
                <a:extLst>
                  <a:ext uri="{FF2B5EF4-FFF2-40B4-BE49-F238E27FC236}">
                    <a16:creationId xmlns:a16="http://schemas.microsoft.com/office/drawing/2014/main" id="{8438E8AF-9B1C-4424-92C1-56824BB46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493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28 h 3"/>
                  <a:gd name="T4" fmla="*/ 22 w 3"/>
                  <a:gd name="T5" fmla="*/ 0 h 3"/>
                  <a:gd name="T6" fmla="*/ 62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1158">
                <a:extLst>
                  <a:ext uri="{FF2B5EF4-FFF2-40B4-BE49-F238E27FC236}">
                    <a16:creationId xmlns:a16="http://schemas.microsoft.com/office/drawing/2014/main" id="{30D47932-F1C7-4500-B36F-BBC48B798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473"/>
                <a:ext cx="16" cy="16"/>
              </a:xfrm>
              <a:custGeom>
                <a:avLst/>
                <a:gdLst>
                  <a:gd name="T0" fmla="*/ 208 w 9"/>
                  <a:gd name="T1" fmla="*/ 247 h 9"/>
                  <a:gd name="T2" fmla="*/ 37 w 9"/>
                  <a:gd name="T3" fmla="*/ 208 h 9"/>
                  <a:gd name="T4" fmla="*/ 37 w 9"/>
                  <a:gd name="T5" fmla="*/ 66 h 9"/>
                  <a:gd name="T6" fmla="*/ 208 w 9"/>
                  <a:gd name="T7" fmla="*/ 66 h 9"/>
                  <a:gd name="T8" fmla="*/ 208 w 9"/>
                  <a:gd name="T9" fmla="*/ 2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1159">
                <a:extLst>
                  <a:ext uri="{FF2B5EF4-FFF2-40B4-BE49-F238E27FC236}">
                    <a16:creationId xmlns:a16="http://schemas.microsoft.com/office/drawing/2014/main" id="{412ADF59-2349-4CDD-BABA-6F367BEBF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476"/>
                <a:ext cx="5" cy="6"/>
              </a:xfrm>
              <a:custGeom>
                <a:avLst/>
                <a:gdLst>
                  <a:gd name="T0" fmla="*/ 37 w 3"/>
                  <a:gd name="T1" fmla="*/ 192 h 3"/>
                  <a:gd name="T2" fmla="*/ 22 w 3"/>
                  <a:gd name="T3" fmla="*/ 192 h 3"/>
                  <a:gd name="T4" fmla="*/ 22 w 3"/>
                  <a:gd name="T5" fmla="*/ 64 h 3"/>
                  <a:gd name="T6" fmla="*/ 62 w 3"/>
                  <a:gd name="T7" fmla="*/ 64 h 3"/>
                  <a:gd name="T8" fmla="*/ 37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1160">
                <a:extLst>
                  <a:ext uri="{FF2B5EF4-FFF2-40B4-BE49-F238E27FC236}">
                    <a16:creationId xmlns:a16="http://schemas.microsoft.com/office/drawing/2014/main" id="{CF0831E6-91EA-4B87-A93A-809869E62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2458"/>
                <a:ext cx="15" cy="17"/>
              </a:xfrm>
              <a:custGeom>
                <a:avLst/>
                <a:gdLst>
                  <a:gd name="T0" fmla="*/ 153 w 9"/>
                  <a:gd name="T1" fmla="*/ 357 h 9"/>
                  <a:gd name="T2" fmla="*/ 22 w 9"/>
                  <a:gd name="T3" fmla="*/ 317 h 9"/>
                  <a:gd name="T4" fmla="*/ 37 w 9"/>
                  <a:gd name="T5" fmla="*/ 53 h 9"/>
                  <a:gd name="T6" fmla="*/ 172 w 9"/>
                  <a:gd name="T7" fmla="*/ 100 h 9"/>
                  <a:gd name="T8" fmla="*/ 153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1" y="2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1161">
                <a:extLst>
                  <a:ext uri="{FF2B5EF4-FFF2-40B4-BE49-F238E27FC236}">
                    <a16:creationId xmlns:a16="http://schemas.microsoft.com/office/drawing/2014/main" id="{E4933E2A-0B33-4EBC-804B-AC66FF06D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462"/>
                <a:ext cx="5" cy="5"/>
              </a:xfrm>
              <a:custGeom>
                <a:avLst/>
                <a:gdLst>
                  <a:gd name="T0" fmla="*/ 62 w 3"/>
                  <a:gd name="T1" fmla="*/ 62 h 3"/>
                  <a:gd name="T2" fmla="*/ 22 w 3"/>
                  <a:gd name="T3" fmla="*/ 37 h 3"/>
                  <a:gd name="T4" fmla="*/ 22 w 3"/>
                  <a:gd name="T5" fmla="*/ 0 h 3"/>
                  <a:gd name="T6" fmla="*/ 62 w 3"/>
                  <a:gd name="T7" fmla="*/ 22 h 3"/>
                  <a:gd name="T8" fmla="*/ 6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1162">
                <a:extLst>
                  <a:ext uri="{FF2B5EF4-FFF2-40B4-BE49-F238E27FC236}">
                    <a16:creationId xmlns:a16="http://schemas.microsoft.com/office/drawing/2014/main" id="{1A2D1967-D236-4A26-9AB4-8A31E89A6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2443"/>
                <a:ext cx="17" cy="17"/>
              </a:xfrm>
              <a:custGeom>
                <a:avLst/>
                <a:gdLst>
                  <a:gd name="T0" fmla="*/ 168 w 10"/>
                  <a:gd name="T1" fmla="*/ 317 h 9"/>
                  <a:gd name="T2" fmla="*/ 44 w 10"/>
                  <a:gd name="T3" fmla="*/ 272 h 9"/>
                  <a:gd name="T4" fmla="*/ 75 w 10"/>
                  <a:gd name="T5" fmla="*/ 53 h 9"/>
                  <a:gd name="T6" fmla="*/ 202 w 10"/>
                  <a:gd name="T7" fmla="*/ 100 h 9"/>
                  <a:gd name="T8" fmla="*/ 168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7"/>
                    </a:moveTo>
                    <a:cubicBezTo>
                      <a:pt x="5" y="9"/>
                      <a:pt x="3" y="8"/>
                      <a:pt x="2" y="6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10" y="4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1163">
                <a:extLst>
                  <a:ext uri="{FF2B5EF4-FFF2-40B4-BE49-F238E27FC236}">
                    <a16:creationId xmlns:a16="http://schemas.microsoft.com/office/drawing/2014/main" id="{9B629648-2DC1-4E09-935D-6C8C5D80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447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0 w 3"/>
                  <a:gd name="T3" fmla="*/ 37 h 3"/>
                  <a:gd name="T4" fmla="*/ 0 w 3"/>
                  <a:gd name="T5" fmla="*/ 0 h 3"/>
                  <a:gd name="T6" fmla="*/ 37 w 3"/>
                  <a:gd name="T7" fmla="*/ 0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Freeform 1164">
                <a:extLst>
                  <a:ext uri="{FF2B5EF4-FFF2-40B4-BE49-F238E27FC236}">
                    <a16:creationId xmlns:a16="http://schemas.microsoft.com/office/drawing/2014/main" id="{BAA68FBF-911E-4EE7-AC87-6F80795DC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2428"/>
                <a:ext cx="17" cy="17"/>
              </a:xfrm>
              <a:custGeom>
                <a:avLst/>
                <a:gdLst>
                  <a:gd name="T0" fmla="*/ 168 w 10"/>
                  <a:gd name="T1" fmla="*/ 317 h 9"/>
                  <a:gd name="T2" fmla="*/ 44 w 10"/>
                  <a:gd name="T3" fmla="*/ 272 h 9"/>
                  <a:gd name="T4" fmla="*/ 75 w 10"/>
                  <a:gd name="T5" fmla="*/ 53 h 9"/>
                  <a:gd name="T6" fmla="*/ 202 w 10"/>
                  <a:gd name="T7" fmla="*/ 100 h 9"/>
                  <a:gd name="T8" fmla="*/ 168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7"/>
                    </a:moveTo>
                    <a:cubicBezTo>
                      <a:pt x="5" y="9"/>
                      <a:pt x="3" y="8"/>
                      <a:pt x="2" y="6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10" y="4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0" name="Freeform 1165">
                <a:extLst>
                  <a:ext uri="{FF2B5EF4-FFF2-40B4-BE49-F238E27FC236}">
                    <a16:creationId xmlns:a16="http://schemas.microsoft.com/office/drawing/2014/main" id="{783696CD-CF5D-44F7-9FEA-68349D142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432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0 w 3"/>
                  <a:gd name="T3" fmla="*/ 37 h 3"/>
                  <a:gd name="T4" fmla="*/ 0 w 3"/>
                  <a:gd name="T5" fmla="*/ 0 h 3"/>
                  <a:gd name="T6" fmla="*/ 37 w 3"/>
                  <a:gd name="T7" fmla="*/ 0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1" name="Oval 1166">
                <a:extLst>
                  <a:ext uri="{FF2B5EF4-FFF2-40B4-BE49-F238E27FC236}">
                    <a16:creationId xmlns:a16="http://schemas.microsoft.com/office/drawing/2014/main" id="{559861B4-55D4-4FA3-877F-007544090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3173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2" name="Oval 1167">
                <a:extLst>
                  <a:ext uri="{FF2B5EF4-FFF2-40B4-BE49-F238E27FC236}">
                    <a16:creationId xmlns:a16="http://schemas.microsoft.com/office/drawing/2014/main" id="{53E3BFFF-429B-4E9E-9ECF-AA9F781B7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3175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3" name="Oval 1168">
                <a:extLst>
                  <a:ext uri="{FF2B5EF4-FFF2-40B4-BE49-F238E27FC236}">
                    <a16:creationId xmlns:a16="http://schemas.microsoft.com/office/drawing/2014/main" id="{37DCA0CF-1C58-4590-8DC2-6A9536B45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" y="317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4" name="Oval 1169">
                <a:extLst>
                  <a:ext uri="{FF2B5EF4-FFF2-40B4-BE49-F238E27FC236}">
                    <a16:creationId xmlns:a16="http://schemas.microsoft.com/office/drawing/2014/main" id="{FED9094E-1DF8-44B7-A271-DE090C72B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0" y="3175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5" name="Oval 1170">
                <a:extLst>
                  <a:ext uri="{FF2B5EF4-FFF2-40B4-BE49-F238E27FC236}">
                    <a16:creationId xmlns:a16="http://schemas.microsoft.com/office/drawing/2014/main" id="{63911E3C-1A38-4D8B-BEB4-88861598B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3170"/>
                <a:ext cx="14" cy="14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6" name="Oval 1171">
                <a:extLst>
                  <a:ext uri="{FF2B5EF4-FFF2-40B4-BE49-F238E27FC236}">
                    <a16:creationId xmlns:a16="http://schemas.microsoft.com/office/drawing/2014/main" id="{95AB9CBA-3034-4EF1-936D-1982D60D1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317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7" name="Oval 1172">
                <a:extLst>
                  <a:ext uri="{FF2B5EF4-FFF2-40B4-BE49-F238E27FC236}">
                    <a16:creationId xmlns:a16="http://schemas.microsoft.com/office/drawing/2014/main" id="{1536A366-CC45-43C3-89C1-8B0BF793D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316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8" name="Oval 1173">
                <a:extLst>
                  <a:ext uri="{FF2B5EF4-FFF2-40B4-BE49-F238E27FC236}">
                    <a16:creationId xmlns:a16="http://schemas.microsoft.com/office/drawing/2014/main" id="{3BF30791-36B6-4B2A-8682-A8E7E0BCE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2" y="3170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9" name="Oval 1174">
                <a:extLst>
                  <a:ext uri="{FF2B5EF4-FFF2-40B4-BE49-F238E27FC236}">
                    <a16:creationId xmlns:a16="http://schemas.microsoft.com/office/drawing/2014/main" id="{C49260BD-933F-4D30-9277-AD365266E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3164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0" name="Oval 1175">
                <a:extLst>
                  <a:ext uri="{FF2B5EF4-FFF2-40B4-BE49-F238E27FC236}">
                    <a16:creationId xmlns:a16="http://schemas.microsoft.com/office/drawing/2014/main" id="{E9B8925A-4D2F-4066-8F5A-AF02B72BC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3166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1" name="Oval 1176">
                <a:extLst>
                  <a:ext uri="{FF2B5EF4-FFF2-40B4-BE49-F238E27FC236}">
                    <a16:creationId xmlns:a16="http://schemas.microsoft.com/office/drawing/2014/main" id="{05911649-E879-4D3A-B8EF-6DAB3280E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" y="315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2" name="Oval 1177">
                <a:extLst>
                  <a:ext uri="{FF2B5EF4-FFF2-40B4-BE49-F238E27FC236}">
                    <a16:creationId xmlns:a16="http://schemas.microsoft.com/office/drawing/2014/main" id="{5BD0FD16-55D1-4CE4-9C8B-F9F778A76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5" y="3162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3" name="Oval 1178">
                <a:extLst>
                  <a:ext uri="{FF2B5EF4-FFF2-40B4-BE49-F238E27FC236}">
                    <a16:creationId xmlns:a16="http://schemas.microsoft.com/office/drawing/2014/main" id="{18651D35-2461-44A3-8945-33EE76874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3153"/>
                <a:ext cx="14" cy="17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4" name="Oval 1179">
                <a:extLst>
                  <a:ext uri="{FF2B5EF4-FFF2-40B4-BE49-F238E27FC236}">
                    <a16:creationId xmlns:a16="http://schemas.microsoft.com/office/drawing/2014/main" id="{54A696FC-EE4C-493A-BE65-8C8BE58C2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2" y="3157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5" name="Oval 1180">
                <a:extLst>
                  <a:ext uri="{FF2B5EF4-FFF2-40B4-BE49-F238E27FC236}">
                    <a16:creationId xmlns:a16="http://schemas.microsoft.com/office/drawing/2014/main" id="{9A5DCC15-5690-4DA4-B46F-3E2B85EF0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3147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6" name="Oval 1181">
                <a:extLst>
                  <a:ext uri="{FF2B5EF4-FFF2-40B4-BE49-F238E27FC236}">
                    <a16:creationId xmlns:a16="http://schemas.microsoft.com/office/drawing/2014/main" id="{EEE32518-72B8-4A5A-BB1E-F4468871C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8" y="3151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7" name="Oval 1182">
                <a:extLst>
                  <a:ext uri="{FF2B5EF4-FFF2-40B4-BE49-F238E27FC236}">
                    <a16:creationId xmlns:a16="http://schemas.microsoft.com/office/drawing/2014/main" id="{EBE89EB1-F5E6-4419-84A9-7D2AF4810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3142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8" name="Oval 1183">
                <a:extLst>
                  <a:ext uri="{FF2B5EF4-FFF2-40B4-BE49-F238E27FC236}">
                    <a16:creationId xmlns:a16="http://schemas.microsoft.com/office/drawing/2014/main" id="{BEBD5EC5-BC96-42FF-AB45-D7535778E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6" y="314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9" name="Oval 1184">
                <a:extLst>
                  <a:ext uri="{FF2B5EF4-FFF2-40B4-BE49-F238E27FC236}">
                    <a16:creationId xmlns:a16="http://schemas.microsoft.com/office/drawing/2014/main" id="{4C21BA69-8A7F-4209-B9A5-11B50D143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9" y="3134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0" name="Oval 1185">
                <a:extLst>
                  <a:ext uri="{FF2B5EF4-FFF2-40B4-BE49-F238E27FC236}">
                    <a16:creationId xmlns:a16="http://schemas.microsoft.com/office/drawing/2014/main" id="{45E214FE-E437-4725-9A34-EFAE5BF37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4" y="3136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1" name="Oval 1186">
                <a:extLst>
                  <a:ext uri="{FF2B5EF4-FFF2-40B4-BE49-F238E27FC236}">
                    <a16:creationId xmlns:a16="http://schemas.microsoft.com/office/drawing/2014/main" id="{51CE10D8-B8BD-4ECC-8957-BCDDC086E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7" y="3125"/>
                <a:ext cx="14" cy="17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2" name="Oval 1187">
                <a:extLst>
                  <a:ext uri="{FF2B5EF4-FFF2-40B4-BE49-F238E27FC236}">
                    <a16:creationId xmlns:a16="http://schemas.microsoft.com/office/drawing/2014/main" id="{44BBE01B-F81B-4B48-BFFB-2C1389EB4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129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3" name="Oval 1188">
                <a:extLst>
                  <a:ext uri="{FF2B5EF4-FFF2-40B4-BE49-F238E27FC236}">
                    <a16:creationId xmlns:a16="http://schemas.microsoft.com/office/drawing/2014/main" id="{9F8C7437-D204-4B6F-AA94-CE012D810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3118"/>
                <a:ext cx="14" cy="14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4" name="Oval 1189">
                <a:extLst>
                  <a:ext uri="{FF2B5EF4-FFF2-40B4-BE49-F238E27FC236}">
                    <a16:creationId xmlns:a16="http://schemas.microsoft.com/office/drawing/2014/main" id="{814A0974-958B-4EFA-A6A0-064D1B555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311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5" name="Oval 1190">
                <a:extLst>
                  <a:ext uri="{FF2B5EF4-FFF2-40B4-BE49-F238E27FC236}">
                    <a16:creationId xmlns:a16="http://schemas.microsoft.com/office/drawing/2014/main" id="{A3F5B9C2-32FB-42A9-B28E-816361AF1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4" y="310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6" name="Oval 1191">
                <a:extLst>
                  <a:ext uri="{FF2B5EF4-FFF2-40B4-BE49-F238E27FC236}">
                    <a16:creationId xmlns:a16="http://schemas.microsoft.com/office/drawing/2014/main" id="{3FB834DF-6872-4A0B-9CB4-2BE66E2B4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7" y="3110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7" name="Oval 1192">
                <a:extLst>
                  <a:ext uri="{FF2B5EF4-FFF2-40B4-BE49-F238E27FC236}">
                    <a16:creationId xmlns:a16="http://schemas.microsoft.com/office/drawing/2014/main" id="{AA110C26-08D5-4144-882D-84C27974F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2" y="3099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8" name="Oval 1193">
                <a:extLst>
                  <a:ext uri="{FF2B5EF4-FFF2-40B4-BE49-F238E27FC236}">
                    <a16:creationId xmlns:a16="http://schemas.microsoft.com/office/drawing/2014/main" id="{0DBC182D-8EAC-400A-B29C-644A14E2D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" y="3101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9" name="Oval 1194">
                <a:extLst>
                  <a:ext uri="{FF2B5EF4-FFF2-40B4-BE49-F238E27FC236}">
                    <a16:creationId xmlns:a16="http://schemas.microsoft.com/office/drawing/2014/main" id="{061F5494-A0A3-4774-B16B-221297282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1" y="308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0" name="Oval 1195">
                <a:extLst>
                  <a:ext uri="{FF2B5EF4-FFF2-40B4-BE49-F238E27FC236}">
                    <a16:creationId xmlns:a16="http://schemas.microsoft.com/office/drawing/2014/main" id="{FF024677-06A9-478E-B35C-FA0B304FE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7" y="309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1" name="Oval 1196">
                <a:extLst>
                  <a:ext uri="{FF2B5EF4-FFF2-40B4-BE49-F238E27FC236}">
                    <a16:creationId xmlns:a16="http://schemas.microsoft.com/office/drawing/2014/main" id="{9DFB4A44-4F60-4839-9261-6378544DD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1" y="307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2" name="Oval 1197">
                <a:extLst>
                  <a:ext uri="{FF2B5EF4-FFF2-40B4-BE49-F238E27FC236}">
                    <a16:creationId xmlns:a16="http://schemas.microsoft.com/office/drawing/2014/main" id="{F6E803B2-91E0-4674-BBC2-CD9478240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6" y="3080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3" name="Oval 1198">
                <a:extLst>
                  <a:ext uri="{FF2B5EF4-FFF2-40B4-BE49-F238E27FC236}">
                    <a16:creationId xmlns:a16="http://schemas.microsoft.com/office/drawing/2014/main" id="{2A3ED8C2-4130-4111-BFC1-A73CE9622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1748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4" name="Oval 1199">
                <a:extLst>
                  <a:ext uri="{FF2B5EF4-FFF2-40B4-BE49-F238E27FC236}">
                    <a16:creationId xmlns:a16="http://schemas.microsoft.com/office/drawing/2014/main" id="{D70365C4-AEAC-4756-8DA6-C47DA788E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" y="1750"/>
                <a:ext cx="16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5" name="Oval 1200">
                <a:extLst>
                  <a:ext uri="{FF2B5EF4-FFF2-40B4-BE49-F238E27FC236}">
                    <a16:creationId xmlns:a16="http://schemas.microsoft.com/office/drawing/2014/main" id="{F348AE1E-527F-496E-9F20-61C49D843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1753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6" name="Oval 1201">
                <a:extLst>
                  <a:ext uri="{FF2B5EF4-FFF2-40B4-BE49-F238E27FC236}">
                    <a16:creationId xmlns:a16="http://schemas.microsoft.com/office/drawing/2014/main" id="{38F104AA-84A0-4BF1-8C85-A3B2644B6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1757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7" name="Oval 1202">
                <a:extLst>
                  <a:ext uri="{FF2B5EF4-FFF2-40B4-BE49-F238E27FC236}">
                    <a16:creationId xmlns:a16="http://schemas.microsoft.com/office/drawing/2014/main" id="{2967E654-CC54-41AA-8864-69E78AA7F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5" y="1763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8" name="Oval 1203">
                <a:extLst>
                  <a:ext uri="{FF2B5EF4-FFF2-40B4-BE49-F238E27FC236}">
                    <a16:creationId xmlns:a16="http://schemas.microsoft.com/office/drawing/2014/main" id="{1045189C-D4BF-4BE1-96D8-E00937917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1" y="1768"/>
                <a:ext cx="14" cy="17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9" name="Oval 1204">
                <a:extLst>
                  <a:ext uri="{FF2B5EF4-FFF2-40B4-BE49-F238E27FC236}">
                    <a16:creationId xmlns:a16="http://schemas.microsoft.com/office/drawing/2014/main" id="{A825D2D0-ED65-4A72-8458-C48E125E4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1776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0" name="Oval 1205">
                <a:extLst>
                  <a:ext uri="{FF2B5EF4-FFF2-40B4-BE49-F238E27FC236}">
                    <a16:creationId xmlns:a16="http://schemas.microsoft.com/office/drawing/2014/main" id="{7EACCF2E-2AAA-4175-9EDF-652C2B99C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1785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1" name="Oval 1206">
                <a:extLst>
                  <a:ext uri="{FF2B5EF4-FFF2-40B4-BE49-F238E27FC236}">
                    <a16:creationId xmlns:a16="http://schemas.microsoft.com/office/drawing/2014/main" id="{E72BB880-4DE3-4D18-AF3C-D03015808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6" y="1792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2" name="Oval 1207">
                <a:extLst>
                  <a:ext uri="{FF2B5EF4-FFF2-40B4-BE49-F238E27FC236}">
                    <a16:creationId xmlns:a16="http://schemas.microsoft.com/office/drawing/2014/main" id="{A9FD1682-7EA6-40D8-80C2-7E7DA7546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4" y="1802"/>
                <a:ext cx="16" cy="17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3" name="Oval 1208">
                <a:extLst>
                  <a:ext uri="{FF2B5EF4-FFF2-40B4-BE49-F238E27FC236}">
                    <a16:creationId xmlns:a16="http://schemas.microsoft.com/office/drawing/2014/main" id="{6CC8220D-B780-48F8-A004-45FD0780E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1813"/>
                <a:ext cx="13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4" name="Oval 1209">
                <a:extLst>
                  <a:ext uri="{FF2B5EF4-FFF2-40B4-BE49-F238E27FC236}">
                    <a16:creationId xmlns:a16="http://schemas.microsoft.com/office/drawing/2014/main" id="{A173A3D7-A0A4-42C5-BAD3-C70AF2694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1824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5" name="Oval 1210">
                <a:extLst>
                  <a:ext uri="{FF2B5EF4-FFF2-40B4-BE49-F238E27FC236}">
                    <a16:creationId xmlns:a16="http://schemas.microsoft.com/office/drawing/2014/main" id="{72DF098C-0A08-4007-B0C9-022F98BD2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1833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8829" name="Group 1412">
              <a:extLst>
                <a:ext uri="{FF2B5EF4-FFF2-40B4-BE49-F238E27FC236}">
                  <a16:creationId xmlns:a16="http://schemas.microsoft.com/office/drawing/2014/main" id="{7C2C1933-79F1-4CEE-B665-40114A23AC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4" y="1748"/>
              <a:ext cx="663" cy="1357"/>
              <a:chOff x="864" y="1748"/>
              <a:chExt cx="663" cy="1357"/>
            </a:xfrm>
          </p:grpSpPr>
          <p:sp>
            <p:nvSpPr>
              <p:cNvPr id="29476" name="Oval 1212">
                <a:extLst>
                  <a:ext uri="{FF2B5EF4-FFF2-40B4-BE49-F238E27FC236}">
                    <a16:creationId xmlns:a16="http://schemas.microsoft.com/office/drawing/2014/main" id="{046E5199-8CF0-4F10-AEED-D5519AB92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6" y="1845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77" name="Oval 1213">
                <a:extLst>
                  <a:ext uri="{FF2B5EF4-FFF2-40B4-BE49-F238E27FC236}">
                    <a16:creationId xmlns:a16="http://schemas.microsoft.com/office/drawing/2014/main" id="{CDBDFF06-6F91-4657-BAC8-7BA7D3199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" y="1858"/>
                <a:ext cx="14" cy="14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78" name="Oval 1214">
                <a:extLst>
                  <a:ext uri="{FF2B5EF4-FFF2-40B4-BE49-F238E27FC236}">
                    <a16:creationId xmlns:a16="http://schemas.microsoft.com/office/drawing/2014/main" id="{B3FBAD11-9DE7-41BD-AD00-6B229FE3C3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8" y="1869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79" name="Oval 1215">
                <a:extLst>
                  <a:ext uri="{FF2B5EF4-FFF2-40B4-BE49-F238E27FC236}">
                    <a16:creationId xmlns:a16="http://schemas.microsoft.com/office/drawing/2014/main" id="{4E81816E-877B-408E-8E9D-BC7E9FD8F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" y="1882"/>
                <a:ext cx="13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80" name="Oval 1216">
                <a:extLst>
                  <a:ext uri="{FF2B5EF4-FFF2-40B4-BE49-F238E27FC236}">
                    <a16:creationId xmlns:a16="http://schemas.microsoft.com/office/drawing/2014/main" id="{A2937D6E-917B-4886-B202-351494FC5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1" y="1895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81" name="Oval 1217">
                <a:extLst>
                  <a:ext uri="{FF2B5EF4-FFF2-40B4-BE49-F238E27FC236}">
                    <a16:creationId xmlns:a16="http://schemas.microsoft.com/office/drawing/2014/main" id="{62A08C19-3DFC-4C86-B1AF-FD4CB17AD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" y="1906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82" name="Freeform 1218">
                <a:extLst>
                  <a:ext uri="{FF2B5EF4-FFF2-40B4-BE49-F238E27FC236}">
                    <a16:creationId xmlns:a16="http://schemas.microsoft.com/office/drawing/2014/main" id="{EC9C6E46-32EE-438E-ACE1-EF715822F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1919"/>
                <a:ext cx="16" cy="17"/>
              </a:xfrm>
              <a:custGeom>
                <a:avLst/>
                <a:gdLst>
                  <a:gd name="T0" fmla="*/ 281 w 9"/>
                  <a:gd name="T1" fmla="*/ 144 h 9"/>
                  <a:gd name="T2" fmla="*/ 117 w 9"/>
                  <a:gd name="T3" fmla="*/ 0 h 9"/>
                  <a:gd name="T4" fmla="*/ 37 w 9"/>
                  <a:gd name="T5" fmla="*/ 272 h 9"/>
                  <a:gd name="T6" fmla="*/ 203 w 9"/>
                  <a:gd name="T7" fmla="*/ 357 h 9"/>
                  <a:gd name="T8" fmla="*/ 281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1"/>
                      <a:pt x="6" y="0"/>
                      <a:pt x="4" y="0"/>
                    </a:cubicBezTo>
                    <a:cubicBezTo>
                      <a:pt x="1" y="1"/>
                      <a:pt x="0" y="3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9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3" name="Freeform 1219">
                <a:extLst>
                  <a:ext uri="{FF2B5EF4-FFF2-40B4-BE49-F238E27FC236}">
                    <a16:creationId xmlns:a16="http://schemas.microsoft.com/office/drawing/2014/main" id="{7B7C1662-4D89-4303-8684-D8608B42B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1932"/>
                <a:ext cx="16" cy="17"/>
              </a:xfrm>
              <a:custGeom>
                <a:avLst/>
                <a:gdLst>
                  <a:gd name="T0" fmla="*/ 247 w 9"/>
                  <a:gd name="T1" fmla="*/ 144 h 9"/>
                  <a:gd name="T2" fmla="*/ 89 w 9"/>
                  <a:gd name="T3" fmla="*/ 0 h 9"/>
                  <a:gd name="T4" fmla="*/ 37 w 9"/>
                  <a:gd name="T5" fmla="*/ 272 h 9"/>
                  <a:gd name="T6" fmla="*/ 203 w 9"/>
                  <a:gd name="T7" fmla="*/ 357 h 9"/>
                  <a:gd name="T8" fmla="*/ 24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8" y="1"/>
                      <a:pt x="6" y="0"/>
                      <a:pt x="3" y="0"/>
                    </a:cubicBezTo>
                    <a:cubicBezTo>
                      <a:pt x="1" y="1"/>
                      <a:pt x="0" y="3"/>
                      <a:pt x="1" y="6"/>
                    </a:cubicBezTo>
                    <a:cubicBezTo>
                      <a:pt x="1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4" name="Freeform 1220">
                <a:extLst>
                  <a:ext uri="{FF2B5EF4-FFF2-40B4-BE49-F238E27FC236}">
                    <a16:creationId xmlns:a16="http://schemas.microsoft.com/office/drawing/2014/main" id="{EE465FF5-3322-44ED-B9EA-62AB9B9B2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945"/>
                <a:ext cx="16" cy="17"/>
              </a:xfrm>
              <a:custGeom>
                <a:avLst/>
                <a:gdLst>
                  <a:gd name="T0" fmla="*/ 281 w 9"/>
                  <a:gd name="T1" fmla="*/ 144 h 9"/>
                  <a:gd name="T2" fmla="*/ 117 w 9"/>
                  <a:gd name="T3" fmla="*/ 53 h 9"/>
                  <a:gd name="T4" fmla="*/ 37 w 9"/>
                  <a:gd name="T5" fmla="*/ 272 h 9"/>
                  <a:gd name="T6" fmla="*/ 203 w 9"/>
                  <a:gd name="T7" fmla="*/ 357 h 9"/>
                  <a:gd name="T8" fmla="*/ 281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1"/>
                      <a:pt x="6" y="0"/>
                      <a:pt x="4" y="1"/>
                    </a:cubicBezTo>
                    <a:cubicBezTo>
                      <a:pt x="1" y="1"/>
                      <a:pt x="0" y="3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8"/>
                      <a:pt x="9" y="5"/>
                      <a:pt x="9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5" name="Freeform 1221">
                <a:extLst>
                  <a:ext uri="{FF2B5EF4-FFF2-40B4-BE49-F238E27FC236}">
                    <a16:creationId xmlns:a16="http://schemas.microsoft.com/office/drawing/2014/main" id="{CBFBA612-47FC-4127-84E3-8F6665C25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958"/>
                <a:ext cx="16" cy="17"/>
              </a:xfrm>
              <a:custGeom>
                <a:avLst/>
                <a:gdLst>
                  <a:gd name="T0" fmla="*/ 247 w 9"/>
                  <a:gd name="T1" fmla="*/ 144 h 9"/>
                  <a:gd name="T2" fmla="*/ 89 w 9"/>
                  <a:gd name="T3" fmla="*/ 53 h 9"/>
                  <a:gd name="T4" fmla="*/ 0 w 9"/>
                  <a:gd name="T5" fmla="*/ 272 h 9"/>
                  <a:gd name="T6" fmla="*/ 158 w 9"/>
                  <a:gd name="T7" fmla="*/ 357 h 9"/>
                  <a:gd name="T8" fmla="*/ 24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0" y="6"/>
                    </a:cubicBezTo>
                    <a:cubicBezTo>
                      <a:pt x="1" y="8"/>
                      <a:pt x="3" y="9"/>
                      <a:pt x="5" y="8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6" name="Freeform 1222">
                <a:extLst>
                  <a:ext uri="{FF2B5EF4-FFF2-40B4-BE49-F238E27FC236}">
                    <a16:creationId xmlns:a16="http://schemas.microsoft.com/office/drawing/2014/main" id="{69175B40-ED73-4D32-A595-116FD055D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971"/>
                <a:ext cx="16" cy="17"/>
              </a:xfrm>
              <a:custGeom>
                <a:avLst/>
                <a:gdLst>
                  <a:gd name="T0" fmla="*/ 247 w 9"/>
                  <a:gd name="T1" fmla="*/ 189 h 9"/>
                  <a:gd name="T2" fmla="*/ 89 w 9"/>
                  <a:gd name="T3" fmla="*/ 53 h 9"/>
                  <a:gd name="T4" fmla="*/ 37 w 9"/>
                  <a:gd name="T5" fmla="*/ 272 h 9"/>
                  <a:gd name="T6" fmla="*/ 203 w 9"/>
                  <a:gd name="T7" fmla="*/ 402 h 9"/>
                  <a:gd name="T8" fmla="*/ 247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4"/>
                    </a:moveTo>
                    <a:cubicBezTo>
                      <a:pt x="8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8"/>
                      <a:pt x="4" y="9"/>
                      <a:pt x="6" y="9"/>
                    </a:cubicBezTo>
                    <a:cubicBezTo>
                      <a:pt x="8" y="8"/>
                      <a:pt x="9" y="6"/>
                      <a:pt x="8" y="4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7" name="Freeform 1223">
                <a:extLst>
                  <a:ext uri="{FF2B5EF4-FFF2-40B4-BE49-F238E27FC236}">
                    <a16:creationId xmlns:a16="http://schemas.microsoft.com/office/drawing/2014/main" id="{D5263EDE-4170-44A1-8F80-F6DBE88B0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986"/>
                <a:ext cx="15" cy="16"/>
              </a:xfrm>
              <a:custGeom>
                <a:avLst/>
                <a:gdLst>
                  <a:gd name="T0" fmla="*/ 172 w 9"/>
                  <a:gd name="T1" fmla="*/ 89 h 9"/>
                  <a:gd name="T2" fmla="*/ 62 w 9"/>
                  <a:gd name="T3" fmla="*/ 0 h 9"/>
                  <a:gd name="T4" fmla="*/ 0 w 9"/>
                  <a:gd name="T5" fmla="*/ 158 h 9"/>
                  <a:gd name="T6" fmla="*/ 103 w 9"/>
                  <a:gd name="T7" fmla="*/ 247 h 9"/>
                  <a:gd name="T8" fmla="*/ 172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1" y="7"/>
                      <a:pt x="3" y="9"/>
                      <a:pt x="5" y="8"/>
                    </a:cubicBezTo>
                    <a:cubicBezTo>
                      <a:pt x="7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8" name="Freeform 1224">
                <a:extLst>
                  <a:ext uri="{FF2B5EF4-FFF2-40B4-BE49-F238E27FC236}">
                    <a16:creationId xmlns:a16="http://schemas.microsoft.com/office/drawing/2014/main" id="{C439FC1D-E0C7-48BB-9712-BA9E9F7EA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1999"/>
                <a:ext cx="15" cy="16"/>
              </a:xfrm>
              <a:custGeom>
                <a:avLst/>
                <a:gdLst>
                  <a:gd name="T0" fmla="*/ 195 w 9"/>
                  <a:gd name="T1" fmla="*/ 89 h 9"/>
                  <a:gd name="T2" fmla="*/ 92 w 9"/>
                  <a:gd name="T3" fmla="*/ 37 h 9"/>
                  <a:gd name="T4" fmla="*/ 22 w 9"/>
                  <a:gd name="T5" fmla="*/ 203 h 9"/>
                  <a:gd name="T6" fmla="*/ 130 w 9"/>
                  <a:gd name="T7" fmla="*/ 247 h 9"/>
                  <a:gd name="T8" fmla="*/ 195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1"/>
                      <a:pt x="6" y="0"/>
                      <a:pt x="4" y="1"/>
                    </a:cubicBezTo>
                    <a:cubicBezTo>
                      <a:pt x="2" y="1"/>
                      <a:pt x="0" y="3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8"/>
                      <a:pt x="9" y="6"/>
                      <a:pt x="9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9" name="Freeform 1225">
                <a:extLst>
                  <a:ext uri="{FF2B5EF4-FFF2-40B4-BE49-F238E27FC236}">
                    <a16:creationId xmlns:a16="http://schemas.microsoft.com/office/drawing/2014/main" id="{B58856F6-8AF5-4C23-A4E7-BF7C86752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014"/>
                <a:ext cx="15" cy="15"/>
              </a:xfrm>
              <a:custGeom>
                <a:avLst/>
                <a:gdLst>
                  <a:gd name="T0" fmla="*/ 195 w 9"/>
                  <a:gd name="T1" fmla="*/ 137 h 8"/>
                  <a:gd name="T2" fmla="*/ 92 w 9"/>
                  <a:gd name="T3" fmla="*/ 0 h 8"/>
                  <a:gd name="T4" fmla="*/ 22 w 9"/>
                  <a:gd name="T5" fmla="*/ 212 h 8"/>
                  <a:gd name="T6" fmla="*/ 130 w 9"/>
                  <a:gd name="T7" fmla="*/ 349 h 8"/>
                  <a:gd name="T8" fmla="*/ 195 w 9"/>
                  <a:gd name="T9" fmla="*/ 13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3"/>
                    </a:moveTo>
                    <a:cubicBezTo>
                      <a:pt x="8" y="1"/>
                      <a:pt x="6" y="0"/>
                      <a:pt x="4" y="0"/>
                    </a:cubicBezTo>
                    <a:cubicBezTo>
                      <a:pt x="2" y="1"/>
                      <a:pt x="0" y="3"/>
                      <a:pt x="1" y="5"/>
                    </a:cubicBezTo>
                    <a:cubicBezTo>
                      <a:pt x="1" y="7"/>
                      <a:pt x="4" y="8"/>
                      <a:pt x="6" y="8"/>
                    </a:cubicBezTo>
                    <a:cubicBezTo>
                      <a:pt x="8" y="7"/>
                      <a:pt x="9" y="5"/>
                      <a:pt x="9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0" name="Freeform 1226">
                <a:extLst>
                  <a:ext uri="{FF2B5EF4-FFF2-40B4-BE49-F238E27FC236}">
                    <a16:creationId xmlns:a16="http://schemas.microsoft.com/office/drawing/2014/main" id="{EE3A6B85-2901-42B6-A1A5-EE304D617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027"/>
                <a:ext cx="16" cy="16"/>
              </a:xfrm>
              <a:custGeom>
                <a:avLst/>
                <a:gdLst>
                  <a:gd name="T0" fmla="*/ 281 w 9"/>
                  <a:gd name="T1" fmla="*/ 89 h 9"/>
                  <a:gd name="T2" fmla="*/ 117 w 9"/>
                  <a:gd name="T3" fmla="*/ 37 h 9"/>
                  <a:gd name="T4" fmla="*/ 37 w 9"/>
                  <a:gd name="T5" fmla="*/ 203 h 9"/>
                  <a:gd name="T6" fmla="*/ 203 w 9"/>
                  <a:gd name="T7" fmla="*/ 247 h 9"/>
                  <a:gd name="T8" fmla="*/ 281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1"/>
                      <a:pt x="6" y="0"/>
                      <a:pt x="4" y="1"/>
                    </a:cubicBezTo>
                    <a:cubicBezTo>
                      <a:pt x="2" y="1"/>
                      <a:pt x="0" y="3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8"/>
                      <a:pt x="9" y="6"/>
                      <a:pt x="9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1" name="Freeform 1227">
                <a:extLst>
                  <a:ext uri="{FF2B5EF4-FFF2-40B4-BE49-F238E27FC236}">
                    <a16:creationId xmlns:a16="http://schemas.microsoft.com/office/drawing/2014/main" id="{DF72DA8C-2D6A-43B1-9627-D4B0CD890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042"/>
                <a:ext cx="14" cy="16"/>
              </a:xfrm>
              <a:custGeom>
                <a:avLst/>
                <a:gdLst>
                  <a:gd name="T0" fmla="*/ 236 w 8"/>
                  <a:gd name="T1" fmla="*/ 89 h 9"/>
                  <a:gd name="T2" fmla="*/ 86 w 8"/>
                  <a:gd name="T3" fmla="*/ 0 h 9"/>
                  <a:gd name="T4" fmla="*/ 0 w 8"/>
                  <a:gd name="T5" fmla="*/ 158 h 9"/>
                  <a:gd name="T6" fmla="*/ 151 w 8"/>
                  <a:gd name="T7" fmla="*/ 247 h 9"/>
                  <a:gd name="T8" fmla="*/ 236 w 8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3"/>
                    </a:moveTo>
                    <a:cubicBezTo>
                      <a:pt x="7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1" y="7"/>
                      <a:pt x="3" y="9"/>
                      <a:pt x="5" y="8"/>
                    </a:cubicBezTo>
                    <a:cubicBezTo>
                      <a:pt x="7" y="7"/>
                      <a:pt x="8" y="5"/>
                      <a:pt x="8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2" name="Freeform 1228">
                <a:extLst>
                  <a:ext uri="{FF2B5EF4-FFF2-40B4-BE49-F238E27FC236}">
                    <a16:creationId xmlns:a16="http://schemas.microsoft.com/office/drawing/2014/main" id="{C76F06DA-B7B5-4C5E-97DE-5210A2700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055"/>
                <a:ext cx="15" cy="16"/>
              </a:xfrm>
              <a:custGeom>
                <a:avLst/>
                <a:gdLst>
                  <a:gd name="T0" fmla="*/ 172 w 9"/>
                  <a:gd name="T1" fmla="*/ 117 h 9"/>
                  <a:gd name="T2" fmla="*/ 62 w 9"/>
                  <a:gd name="T3" fmla="*/ 37 h 9"/>
                  <a:gd name="T4" fmla="*/ 0 w 9"/>
                  <a:gd name="T5" fmla="*/ 203 h 9"/>
                  <a:gd name="T6" fmla="*/ 103 w 9"/>
                  <a:gd name="T7" fmla="*/ 281 h 9"/>
                  <a:gd name="T8" fmla="*/ 172 w 9"/>
                  <a:gd name="T9" fmla="*/ 1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4"/>
                    </a:moveTo>
                    <a:cubicBezTo>
                      <a:pt x="8" y="2"/>
                      <a:pt x="5" y="0"/>
                      <a:pt x="3" y="1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1" y="8"/>
                      <a:pt x="3" y="9"/>
                      <a:pt x="5" y="9"/>
                    </a:cubicBezTo>
                    <a:cubicBezTo>
                      <a:pt x="7" y="8"/>
                      <a:pt x="9" y="6"/>
                      <a:pt x="8" y="4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3" name="Oval 1229">
                <a:extLst>
                  <a:ext uri="{FF2B5EF4-FFF2-40B4-BE49-F238E27FC236}">
                    <a16:creationId xmlns:a16="http://schemas.microsoft.com/office/drawing/2014/main" id="{54CEDDA9-987A-49F8-B330-590D027D9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3090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94" name="Oval 1230">
                <a:extLst>
                  <a:ext uri="{FF2B5EF4-FFF2-40B4-BE49-F238E27FC236}">
                    <a16:creationId xmlns:a16="http://schemas.microsoft.com/office/drawing/2014/main" id="{CCFAD14A-D346-402A-949C-D351917E7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" y="3090"/>
                <a:ext cx="16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95" name="Oval 1231">
                <a:extLst>
                  <a:ext uri="{FF2B5EF4-FFF2-40B4-BE49-F238E27FC236}">
                    <a16:creationId xmlns:a16="http://schemas.microsoft.com/office/drawing/2014/main" id="{F1A16661-ABD5-4574-AFB4-C12AE5F95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3086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96" name="Oval 1232">
                <a:extLst>
                  <a:ext uri="{FF2B5EF4-FFF2-40B4-BE49-F238E27FC236}">
                    <a16:creationId xmlns:a16="http://schemas.microsoft.com/office/drawing/2014/main" id="{0958930F-5E55-4A6A-B62A-0D07F59D2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3082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97" name="Oval 1233">
                <a:extLst>
                  <a:ext uri="{FF2B5EF4-FFF2-40B4-BE49-F238E27FC236}">
                    <a16:creationId xmlns:a16="http://schemas.microsoft.com/office/drawing/2014/main" id="{D29F5C50-3165-4F68-9E3D-6F26D3408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5" y="3077"/>
                <a:ext cx="14" cy="14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98" name="Oval 1234">
                <a:extLst>
                  <a:ext uri="{FF2B5EF4-FFF2-40B4-BE49-F238E27FC236}">
                    <a16:creationId xmlns:a16="http://schemas.microsoft.com/office/drawing/2014/main" id="{95E8C0BE-ADF6-4688-A4AE-344DF589F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1" y="3069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99" name="Oval 1235">
                <a:extLst>
                  <a:ext uri="{FF2B5EF4-FFF2-40B4-BE49-F238E27FC236}">
                    <a16:creationId xmlns:a16="http://schemas.microsoft.com/office/drawing/2014/main" id="{F02DEE6C-C38B-4964-BA82-621BC356F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" y="3064"/>
                <a:ext cx="14" cy="14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00" name="Oval 1236">
                <a:extLst>
                  <a:ext uri="{FF2B5EF4-FFF2-40B4-BE49-F238E27FC236}">
                    <a16:creationId xmlns:a16="http://schemas.microsoft.com/office/drawing/2014/main" id="{D9D46244-04E7-4625-9644-E405000E1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3054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01" name="Oval 1237">
                <a:extLst>
                  <a:ext uri="{FF2B5EF4-FFF2-40B4-BE49-F238E27FC236}">
                    <a16:creationId xmlns:a16="http://schemas.microsoft.com/office/drawing/2014/main" id="{0B2C08AC-05FA-4983-8715-7E43D999F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6" y="3045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02" name="Oval 1238">
                <a:extLst>
                  <a:ext uri="{FF2B5EF4-FFF2-40B4-BE49-F238E27FC236}">
                    <a16:creationId xmlns:a16="http://schemas.microsoft.com/office/drawing/2014/main" id="{17E54D14-C997-47D1-9627-B8DC544D8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4" y="3036"/>
                <a:ext cx="16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03" name="Oval 1239">
                <a:extLst>
                  <a:ext uri="{FF2B5EF4-FFF2-40B4-BE49-F238E27FC236}">
                    <a16:creationId xmlns:a16="http://schemas.microsoft.com/office/drawing/2014/main" id="{9A58C6F2-172F-42F3-A384-8649215DB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3026"/>
                <a:ext cx="13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04" name="Oval 1240">
                <a:extLst>
                  <a:ext uri="{FF2B5EF4-FFF2-40B4-BE49-F238E27FC236}">
                    <a16:creationId xmlns:a16="http://schemas.microsoft.com/office/drawing/2014/main" id="{BEE7C406-28F2-4763-B570-5B82238F6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3015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05" name="Oval 1241">
                <a:extLst>
                  <a:ext uri="{FF2B5EF4-FFF2-40B4-BE49-F238E27FC236}">
                    <a16:creationId xmlns:a16="http://schemas.microsoft.com/office/drawing/2014/main" id="{122C72D8-E4DB-4D69-B54A-F62DACDAA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3004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06" name="Oval 1242">
                <a:extLst>
                  <a:ext uri="{FF2B5EF4-FFF2-40B4-BE49-F238E27FC236}">
                    <a16:creationId xmlns:a16="http://schemas.microsoft.com/office/drawing/2014/main" id="{C38D5A1C-DBB6-470F-970D-5F42BE486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6" y="2993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07" name="Oval 1243">
                <a:extLst>
                  <a:ext uri="{FF2B5EF4-FFF2-40B4-BE49-F238E27FC236}">
                    <a16:creationId xmlns:a16="http://schemas.microsoft.com/office/drawing/2014/main" id="{E183DB2B-A659-42D8-90E8-7E34D3B2F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" y="2982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08" name="Oval 1244">
                <a:extLst>
                  <a:ext uri="{FF2B5EF4-FFF2-40B4-BE49-F238E27FC236}">
                    <a16:creationId xmlns:a16="http://schemas.microsoft.com/office/drawing/2014/main" id="{833EF48A-CD02-4640-ABE3-10EF7BBF5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8" y="2971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09" name="Oval 1245">
                <a:extLst>
                  <a:ext uri="{FF2B5EF4-FFF2-40B4-BE49-F238E27FC236}">
                    <a16:creationId xmlns:a16="http://schemas.microsoft.com/office/drawing/2014/main" id="{B25E2096-5DF4-420C-8AB4-6BBB8296E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" y="2958"/>
                <a:ext cx="13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10" name="Oval 1246">
                <a:extLst>
                  <a:ext uri="{FF2B5EF4-FFF2-40B4-BE49-F238E27FC236}">
                    <a16:creationId xmlns:a16="http://schemas.microsoft.com/office/drawing/2014/main" id="{494229BB-CFD3-4B00-8109-68715884C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1" y="2945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11" name="Oval 1247">
                <a:extLst>
                  <a:ext uri="{FF2B5EF4-FFF2-40B4-BE49-F238E27FC236}">
                    <a16:creationId xmlns:a16="http://schemas.microsoft.com/office/drawing/2014/main" id="{342DE78A-6CD9-4A72-AD51-3B090A19E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" y="2932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12" name="Freeform 1248">
                <a:extLst>
                  <a:ext uri="{FF2B5EF4-FFF2-40B4-BE49-F238E27FC236}">
                    <a16:creationId xmlns:a16="http://schemas.microsoft.com/office/drawing/2014/main" id="{A1A1CF24-368F-4260-9D87-7758B865F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919"/>
                <a:ext cx="16" cy="16"/>
              </a:xfrm>
              <a:custGeom>
                <a:avLst/>
                <a:gdLst>
                  <a:gd name="T0" fmla="*/ 281 w 9"/>
                  <a:gd name="T1" fmla="*/ 203 h 9"/>
                  <a:gd name="T2" fmla="*/ 117 w 9"/>
                  <a:gd name="T3" fmla="*/ 247 h 9"/>
                  <a:gd name="T4" fmla="*/ 37 w 9"/>
                  <a:gd name="T5" fmla="*/ 89 h 9"/>
                  <a:gd name="T6" fmla="*/ 203 w 9"/>
                  <a:gd name="T7" fmla="*/ 37 h 9"/>
                  <a:gd name="T8" fmla="*/ 281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8"/>
                      <a:pt x="6" y="9"/>
                      <a:pt x="4" y="8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3" name="Freeform 1249">
                <a:extLst>
                  <a:ext uri="{FF2B5EF4-FFF2-40B4-BE49-F238E27FC236}">
                    <a16:creationId xmlns:a16="http://schemas.microsoft.com/office/drawing/2014/main" id="{A37966BC-13B1-4BAC-AFB4-B01C83C00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906"/>
                <a:ext cx="16" cy="16"/>
              </a:xfrm>
              <a:custGeom>
                <a:avLst/>
                <a:gdLst>
                  <a:gd name="T0" fmla="*/ 247 w 9"/>
                  <a:gd name="T1" fmla="*/ 203 h 9"/>
                  <a:gd name="T2" fmla="*/ 89 w 9"/>
                  <a:gd name="T3" fmla="*/ 247 h 9"/>
                  <a:gd name="T4" fmla="*/ 37 w 9"/>
                  <a:gd name="T5" fmla="*/ 89 h 9"/>
                  <a:gd name="T6" fmla="*/ 203 w 9"/>
                  <a:gd name="T7" fmla="*/ 37 h 9"/>
                  <a:gd name="T8" fmla="*/ 247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8" y="8"/>
                      <a:pt x="6" y="9"/>
                      <a:pt x="3" y="8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4" name="Freeform 1250">
                <a:extLst>
                  <a:ext uri="{FF2B5EF4-FFF2-40B4-BE49-F238E27FC236}">
                    <a16:creationId xmlns:a16="http://schemas.microsoft.com/office/drawing/2014/main" id="{557E1E27-CCAF-4023-A4EF-6C3509FB0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893"/>
                <a:ext cx="16" cy="16"/>
              </a:xfrm>
              <a:custGeom>
                <a:avLst/>
                <a:gdLst>
                  <a:gd name="T0" fmla="*/ 281 w 9"/>
                  <a:gd name="T1" fmla="*/ 203 h 9"/>
                  <a:gd name="T2" fmla="*/ 117 w 9"/>
                  <a:gd name="T3" fmla="*/ 247 h 9"/>
                  <a:gd name="T4" fmla="*/ 37 w 9"/>
                  <a:gd name="T5" fmla="*/ 89 h 9"/>
                  <a:gd name="T6" fmla="*/ 203 w 9"/>
                  <a:gd name="T7" fmla="*/ 37 h 9"/>
                  <a:gd name="T8" fmla="*/ 281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8"/>
                      <a:pt x="6" y="9"/>
                      <a:pt x="4" y="8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1"/>
                      <a:pt x="9" y="3"/>
                      <a:pt x="9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5" name="Freeform 1251">
                <a:extLst>
                  <a:ext uri="{FF2B5EF4-FFF2-40B4-BE49-F238E27FC236}">
                    <a16:creationId xmlns:a16="http://schemas.microsoft.com/office/drawing/2014/main" id="{7E551084-53BC-4B99-95B5-F8294AB0F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880"/>
                <a:ext cx="16" cy="16"/>
              </a:xfrm>
              <a:custGeom>
                <a:avLst/>
                <a:gdLst>
                  <a:gd name="T0" fmla="*/ 247 w 9"/>
                  <a:gd name="T1" fmla="*/ 158 h 9"/>
                  <a:gd name="T2" fmla="*/ 89 w 9"/>
                  <a:gd name="T3" fmla="*/ 247 h 9"/>
                  <a:gd name="T4" fmla="*/ 0 w 9"/>
                  <a:gd name="T5" fmla="*/ 89 h 9"/>
                  <a:gd name="T6" fmla="*/ 158 w 9"/>
                  <a:gd name="T7" fmla="*/ 0 h 9"/>
                  <a:gd name="T8" fmla="*/ 247 w 9"/>
                  <a:gd name="T9" fmla="*/ 15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5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8" y="1"/>
                      <a:pt x="9" y="3"/>
                      <a:pt x="8" y="5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6" name="Freeform 1252">
                <a:extLst>
                  <a:ext uri="{FF2B5EF4-FFF2-40B4-BE49-F238E27FC236}">
                    <a16:creationId xmlns:a16="http://schemas.microsoft.com/office/drawing/2014/main" id="{32E3666F-62DE-4279-9528-3BC3A6979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865"/>
                <a:ext cx="16" cy="16"/>
              </a:xfrm>
              <a:custGeom>
                <a:avLst/>
                <a:gdLst>
                  <a:gd name="T0" fmla="*/ 247 w 9"/>
                  <a:gd name="T1" fmla="*/ 203 h 9"/>
                  <a:gd name="T2" fmla="*/ 89 w 9"/>
                  <a:gd name="T3" fmla="*/ 281 h 9"/>
                  <a:gd name="T4" fmla="*/ 37 w 9"/>
                  <a:gd name="T5" fmla="*/ 117 h 9"/>
                  <a:gd name="T6" fmla="*/ 203 w 9"/>
                  <a:gd name="T7" fmla="*/ 37 h 9"/>
                  <a:gd name="T8" fmla="*/ 247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8" y="8"/>
                      <a:pt x="5" y="9"/>
                      <a:pt x="3" y="9"/>
                    </a:cubicBezTo>
                    <a:cubicBezTo>
                      <a:pt x="1" y="8"/>
                      <a:pt x="0" y="6"/>
                      <a:pt x="1" y="4"/>
                    </a:cubicBezTo>
                    <a:cubicBezTo>
                      <a:pt x="1" y="2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7" name="Freeform 1253">
                <a:extLst>
                  <a:ext uri="{FF2B5EF4-FFF2-40B4-BE49-F238E27FC236}">
                    <a16:creationId xmlns:a16="http://schemas.microsoft.com/office/drawing/2014/main" id="{C8870488-77A8-42F2-A1BD-6DBE00A7F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852"/>
                <a:ext cx="15" cy="16"/>
              </a:xfrm>
              <a:custGeom>
                <a:avLst/>
                <a:gdLst>
                  <a:gd name="T0" fmla="*/ 172 w 9"/>
                  <a:gd name="T1" fmla="*/ 203 h 9"/>
                  <a:gd name="T2" fmla="*/ 62 w 9"/>
                  <a:gd name="T3" fmla="*/ 247 h 9"/>
                  <a:gd name="T4" fmla="*/ 0 w 9"/>
                  <a:gd name="T5" fmla="*/ 89 h 9"/>
                  <a:gd name="T6" fmla="*/ 103 w 9"/>
                  <a:gd name="T7" fmla="*/ 37 h 9"/>
                  <a:gd name="T8" fmla="*/ 172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8" name="Freeform 1254">
                <a:extLst>
                  <a:ext uri="{FF2B5EF4-FFF2-40B4-BE49-F238E27FC236}">
                    <a16:creationId xmlns:a16="http://schemas.microsoft.com/office/drawing/2014/main" id="{EC9AEB6B-353B-4C7B-9324-FE4A62FE8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2839"/>
                <a:ext cx="15" cy="16"/>
              </a:xfrm>
              <a:custGeom>
                <a:avLst/>
                <a:gdLst>
                  <a:gd name="T0" fmla="*/ 195 w 9"/>
                  <a:gd name="T1" fmla="*/ 158 h 9"/>
                  <a:gd name="T2" fmla="*/ 92 w 9"/>
                  <a:gd name="T3" fmla="*/ 247 h 9"/>
                  <a:gd name="T4" fmla="*/ 22 w 9"/>
                  <a:gd name="T5" fmla="*/ 89 h 9"/>
                  <a:gd name="T6" fmla="*/ 130 w 9"/>
                  <a:gd name="T7" fmla="*/ 0 h 9"/>
                  <a:gd name="T8" fmla="*/ 195 w 9"/>
                  <a:gd name="T9" fmla="*/ 15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cubicBezTo>
                      <a:pt x="8" y="7"/>
                      <a:pt x="6" y="9"/>
                      <a:pt x="4" y="8"/>
                    </a:cubicBezTo>
                    <a:cubicBezTo>
                      <a:pt x="2" y="8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9" y="5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9" name="Freeform 1255">
                <a:extLst>
                  <a:ext uri="{FF2B5EF4-FFF2-40B4-BE49-F238E27FC236}">
                    <a16:creationId xmlns:a16="http://schemas.microsoft.com/office/drawing/2014/main" id="{745CBF1E-C076-4B86-9CA1-032DF22A8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824"/>
                <a:ext cx="15" cy="17"/>
              </a:xfrm>
              <a:custGeom>
                <a:avLst/>
                <a:gdLst>
                  <a:gd name="T0" fmla="*/ 195 w 9"/>
                  <a:gd name="T1" fmla="*/ 272 h 9"/>
                  <a:gd name="T2" fmla="*/ 92 w 9"/>
                  <a:gd name="T3" fmla="*/ 402 h 9"/>
                  <a:gd name="T4" fmla="*/ 22 w 9"/>
                  <a:gd name="T5" fmla="*/ 189 h 9"/>
                  <a:gd name="T6" fmla="*/ 130 w 9"/>
                  <a:gd name="T7" fmla="*/ 53 h 9"/>
                  <a:gd name="T8" fmla="*/ 195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1" y="2"/>
                      <a:pt x="4" y="0"/>
                      <a:pt x="6" y="1"/>
                    </a:cubicBezTo>
                    <a:cubicBezTo>
                      <a:pt x="8" y="1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0" name="Freeform 1256">
                <a:extLst>
                  <a:ext uri="{FF2B5EF4-FFF2-40B4-BE49-F238E27FC236}">
                    <a16:creationId xmlns:a16="http://schemas.microsoft.com/office/drawing/2014/main" id="{55B7D414-9DE9-499C-905E-4E98FF3AC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811"/>
                <a:ext cx="16" cy="17"/>
              </a:xfrm>
              <a:custGeom>
                <a:avLst/>
                <a:gdLst>
                  <a:gd name="T0" fmla="*/ 281 w 9"/>
                  <a:gd name="T1" fmla="*/ 213 h 9"/>
                  <a:gd name="T2" fmla="*/ 117 w 9"/>
                  <a:gd name="T3" fmla="*/ 357 h 9"/>
                  <a:gd name="T4" fmla="*/ 37 w 9"/>
                  <a:gd name="T5" fmla="*/ 144 h 9"/>
                  <a:gd name="T6" fmla="*/ 203 w 9"/>
                  <a:gd name="T7" fmla="*/ 0 h 9"/>
                  <a:gd name="T8" fmla="*/ 281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cubicBezTo>
                      <a:pt x="8" y="7"/>
                      <a:pt x="6" y="9"/>
                      <a:pt x="4" y="8"/>
                    </a:cubicBezTo>
                    <a:cubicBezTo>
                      <a:pt x="2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9" y="5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1" name="Freeform 1257">
                <a:extLst>
                  <a:ext uri="{FF2B5EF4-FFF2-40B4-BE49-F238E27FC236}">
                    <a16:creationId xmlns:a16="http://schemas.microsoft.com/office/drawing/2014/main" id="{1E01C475-777F-4A01-AC34-8FB4B55FF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796"/>
                <a:ext cx="14" cy="17"/>
              </a:xfrm>
              <a:custGeom>
                <a:avLst/>
                <a:gdLst>
                  <a:gd name="T0" fmla="*/ 236 w 8"/>
                  <a:gd name="T1" fmla="*/ 272 h 9"/>
                  <a:gd name="T2" fmla="*/ 86 w 8"/>
                  <a:gd name="T3" fmla="*/ 357 h 9"/>
                  <a:gd name="T4" fmla="*/ 0 w 8"/>
                  <a:gd name="T5" fmla="*/ 189 h 9"/>
                  <a:gd name="T6" fmla="*/ 151 w 8"/>
                  <a:gd name="T7" fmla="*/ 53 h 9"/>
                  <a:gd name="T8" fmla="*/ 236 w 8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2" name="Freeform 1258">
                <a:extLst>
                  <a:ext uri="{FF2B5EF4-FFF2-40B4-BE49-F238E27FC236}">
                    <a16:creationId xmlns:a16="http://schemas.microsoft.com/office/drawing/2014/main" id="{A0C3D20C-F577-4988-BD51-355D8B2AD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781"/>
                <a:ext cx="15" cy="17"/>
              </a:xfrm>
              <a:custGeom>
                <a:avLst/>
                <a:gdLst>
                  <a:gd name="T0" fmla="*/ 172 w 9"/>
                  <a:gd name="T1" fmla="*/ 272 h 9"/>
                  <a:gd name="T2" fmla="*/ 62 w 9"/>
                  <a:gd name="T3" fmla="*/ 402 h 9"/>
                  <a:gd name="T4" fmla="*/ 0 w 9"/>
                  <a:gd name="T5" fmla="*/ 189 h 9"/>
                  <a:gd name="T6" fmla="*/ 103 w 9"/>
                  <a:gd name="T7" fmla="*/ 53 h 9"/>
                  <a:gd name="T8" fmla="*/ 17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8" y="8"/>
                      <a:pt x="5" y="9"/>
                      <a:pt x="3" y="9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1" y="2"/>
                      <a:pt x="3" y="0"/>
                      <a:pt x="5" y="1"/>
                    </a:cubicBezTo>
                    <a:cubicBezTo>
                      <a:pt x="7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3" name="Freeform 1259">
                <a:extLst>
                  <a:ext uri="{FF2B5EF4-FFF2-40B4-BE49-F238E27FC236}">
                    <a16:creationId xmlns:a16="http://schemas.microsoft.com/office/drawing/2014/main" id="{E6745198-5844-4B44-BA7D-2345D224E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768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37 w 9"/>
                  <a:gd name="T5" fmla="*/ 100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4" name="Freeform 1260">
                <a:extLst>
                  <a:ext uri="{FF2B5EF4-FFF2-40B4-BE49-F238E27FC236}">
                    <a16:creationId xmlns:a16="http://schemas.microsoft.com/office/drawing/2014/main" id="{DB0FA39A-5F03-4B56-A5AF-A457F2AF7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753"/>
                <a:ext cx="18" cy="17"/>
              </a:xfrm>
              <a:custGeom>
                <a:avLst/>
                <a:gdLst>
                  <a:gd name="T0" fmla="*/ 304 w 10"/>
                  <a:gd name="T1" fmla="*/ 272 h 9"/>
                  <a:gd name="T2" fmla="*/ 94 w 10"/>
                  <a:gd name="T3" fmla="*/ 357 h 9"/>
                  <a:gd name="T4" fmla="*/ 41 w 10"/>
                  <a:gd name="T5" fmla="*/ 144 h 9"/>
                  <a:gd name="T6" fmla="*/ 239 w 10"/>
                  <a:gd name="T7" fmla="*/ 53 h 9"/>
                  <a:gd name="T8" fmla="*/ 304 w 10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6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5" name="Freeform 1261">
                <a:extLst>
                  <a:ext uri="{FF2B5EF4-FFF2-40B4-BE49-F238E27FC236}">
                    <a16:creationId xmlns:a16="http://schemas.microsoft.com/office/drawing/2014/main" id="{D7A93C6A-1997-4E5A-AD75-6DC3F08E8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738"/>
                <a:ext cx="15" cy="17"/>
              </a:xfrm>
              <a:custGeom>
                <a:avLst/>
                <a:gdLst>
                  <a:gd name="T0" fmla="*/ 172 w 9"/>
                  <a:gd name="T1" fmla="*/ 272 h 9"/>
                  <a:gd name="T2" fmla="*/ 62 w 9"/>
                  <a:gd name="T3" fmla="*/ 357 h 9"/>
                  <a:gd name="T4" fmla="*/ 22 w 9"/>
                  <a:gd name="T5" fmla="*/ 144 h 9"/>
                  <a:gd name="T6" fmla="*/ 130 w 9"/>
                  <a:gd name="T7" fmla="*/ 53 h 9"/>
                  <a:gd name="T8" fmla="*/ 17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6" name="Freeform 1262">
                <a:extLst>
                  <a:ext uri="{FF2B5EF4-FFF2-40B4-BE49-F238E27FC236}">
                    <a16:creationId xmlns:a16="http://schemas.microsoft.com/office/drawing/2014/main" id="{0C8DC7FC-B20C-4942-8A09-44291BBA7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724"/>
                <a:ext cx="16" cy="18"/>
              </a:xfrm>
              <a:custGeom>
                <a:avLst/>
                <a:gdLst>
                  <a:gd name="T0" fmla="*/ 247 w 9"/>
                  <a:gd name="T1" fmla="*/ 239 h 10"/>
                  <a:gd name="T2" fmla="*/ 89 w 9"/>
                  <a:gd name="T3" fmla="*/ 304 h 10"/>
                  <a:gd name="T4" fmla="*/ 37 w 9"/>
                  <a:gd name="T5" fmla="*/ 94 h 10"/>
                  <a:gd name="T6" fmla="*/ 203 w 9"/>
                  <a:gd name="T7" fmla="*/ 41 h 10"/>
                  <a:gd name="T8" fmla="*/ 247 w 9"/>
                  <a:gd name="T9" fmla="*/ 23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7"/>
                    </a:moveTo>
                    <a:cubicBezTo>
                      <a:pt x="7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7" name="Freeform 1263">
                <a:extLst>
                  <a:ext uri="{FF2B5EF4-FFF2-40B4-BE49-F238E27FC236}">
                    <a16:creationId xmlns:a16="http://schemas.microsoft.com/office/drawing/2014/main" id="{C6E9DDCB-CF8E-4FC4-9FF6-D46953C9E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711"/>
                <a:ext cx="15" cy="16"/>
              </a:xfrm>
              <a:custGeom>
                <a:avLst/>
                <a:gdLst>
                  <a:gd name="T0" fmla="*/ 172 w 9"/>
                  <a:gd name="T1" fmla="*/ 203 h 9"/>
                  <a:gd name="T2" fmla="*/ 62 w 9"/>
                  <a:gd name="T3" fmla="*/ 247 h 9"/>
                  <a:gd name="T4" fmla="*/ 22 w 9"/>
                  <a:gd name="T5" fmla="*/ 89 h 9"/>
                  <a:gd name="T6" fmla="*/ 130 w 9"/>
                  <a:gd name="T7" fmla="*/ 0 h 9"/>
                  <a:gd name="T8" fmla="*/ 172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4" y="0"/>
                      <a:pt x="6" y="0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8" name="Freeform 1264">
                <a:extLst>
                  <a:ext uri="{FF2B5EF4-FFF2-40B4-BE49-F238E27FC236}">
                    <a16:creationId xmlns:a16="http://schemas.microsoft.com/office/drawing/2014/main" id="{9CED0554-A4ED-4F0C-A397-4D684236F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696"/>
                <a:ext cx="16" cy="16"/>
              </a:xfrm>
              <a:custGeom>
                <a:avLst/>
                <a:gdLst>
                  <a:gd name="T0" fmla="*/ 247 w 9"/>
                  <a:gd name="T1" fmla="*/ 203 h 9"/>
                  <a:gd name="T2" fmla="*/ 89 w 9"/>
                  <a:gd name="T3" fmla="*/ 247 h 9"/>
                  <a:gd name="T4" fmla="*/ 37 w 9"/>
                  <a:gd name="T5" fmla="*/ 89 h 9"/>
                  <a:gd name="T6" fmla="*/ 203 w 9"/>
                  <a:gd name="T7" fmla="*/ 37 h 9"/>
                  <a:gd name="T8" fmla="*/ 247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9" name="Freeform 1265">
                <a:extLst>
                  <a:ext uri="{FF2B5EF4-FFF2-40B4-BE49-F238E27FC236}">
                    <a16:creationId xmlns:a16="http://schemas.microsoft.com/office/drawing/2014/main" id="{3194E355-5093-48F7-BE73-03CD399F8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2681"/>
                <a:ext cx="15" cy="17"/>
              </a:xfrm>
              <a:custGeom>
                <a:avLst/>
                <a:gdLst>
                  <a:gd name="T0" fmla="*/ 172 w 9"/>
                  <a:gd name="T1" fmla="*/ 272 h 9"/>
                  <a:gd name="T2" fmla="*/ 62 w 9"/>
                  <a:gd name="T3" fmla="*/ 357 h 9"/>
                  <a:gd name="T4" fmla="*/ 22 w 9"/>
                  <a:gd name="T5" fmla="*/ 144 h 9"/>
                  <a:gd name="T6" fmla="*/ 130 w 9"/>
                  <a:gd name="T7" fmla="*/ 53 h 9"/>
                  <a:gd name="T8" fmla="*/ 17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0" name="Freeform 1266">
                <a:extLst>
                  <a:ext uri="{FF2B5EF4-FFF2-40B4-BE49-F238E27FC236}">
                    <a16:creationId xmlns:a16="http://schemas.microsoft.com/office/drawing/2014/main" id="{5E4216DA-81CC-46CA-ABE3-7552CEDE1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666"/>
                <a:ext cx="18" cy="17"/>
              </a:xfrm>
              <a:custGeom>
                <a:avLst/>
                <a:gdLst>
                  <a:gd name="T0" fmla="*/ 304 w 10"/>
                  <a:gd name="T1" fmla="*/ 272 h 9"/>
                  <a:gd name="T2" fmla="*/ 94 w 10"/>
                  <a:gd name="T3" fmla="*/ 357 h 9"/>
                  <a:gd name="T4" fmla="*/ 41 w 10"/>
                  <a:gd name="T5" fmla="*/ 144 h 9"/>
                  <a:gd name="T6" fmla="*/ 239 w 10"/>
                  <a:gd name="T7" fmla="*/ 53 h 9"/>
                  <a:gd name="T8" fmla="*/ 304 w 10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6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1" name="Freeform 1267">
                <a:extLst>
                  <a:ext uri="{FF2B5EF4-FFF2-40B4-BE49-F238E27FC236}">
                    <a16:creationId xmlns:a16="http://schemas.microsoft.com/office/drawing/2014/main" id="{B4BA5E1B-C89C-48A2-B1F4-D338A11E0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651"/>
                <a:ext cx="15" cy="17"/>
              </a:xfrm>
              <a:custGeom>
                <a:avLst/>
                <a:gdLst>
                  <a:gd name="T0" fmla="*/ 172 w 9"/>
                  <a:gd name="T1" fmla="*/ 317 h 9"/>
                  <a:gd name="T2" fmla="*/ 62 w 9"/>
                  <a:gd name="T3" fmla="*/ 357 h 9"/>
                  <a:gd name="T4" fmla="*/ 37 w 9"/>
                  <a:gd name="T5" fmla="*/ 100 h 9"/>
                  <a:gd name="T6" fmla="*/ 153 w 9"/>
                  <a:gd name="T7" fmla="*/ 53 h 9"/>
                  <a:gd name="T8" fmla="*/ 17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2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2" name="Freeform 1268">
                <a:extLst>
                  <a:ext uri="{FF2B5EF4-FFF2-40B4-BE49-F238E27FC236}">
                    <a16:creationId xmlns:a16="http://schemas.microsoft.com/office/drawing/2014/main" id="{6F8E40C6-2686-496F-B069-018494719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636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66 w 9"/>
                  <a:gd name="T3" fmla="*/ 357 h 9"/>
                  <a:gd name="T4" fmla="*/ 37 w 9"/>
                  <a:gd name="T5" fmla="*/ 100 h 9"/>
                  <a:gd name="T6" fmla="*/ 203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3" name="Freeform 1269">
                <a:extLst>
                  <a:ext uri="{FF2B5EF4-FFF2-40B4-BE49-F238E27FC236}">
                    <a16:creationId xmlns:a16="http://schemas.microsoft.com/office/drawing/2014/main" id="{833A8267-9514-4D80-819E-36864C147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621"/>
                <a:ext cx="15" cy="17"/>
              </a:xfrm>
              <a:custGeom>
                <a:avLst/>
                <a:gdLst>
                  <a:gd name="T0" fmla="*/ 172 w 9"/>
                  <a:gd name="T1" fmla="*/ 317 h 9"/>
                  <a:gd name="T2" fmla="*/ 62 w 9"/>
                  <a:gd name="T3" fmla="*/ 357 h 9"/>
                  <a:gd name="T4" fmla="*/ 22 w 9"/>
                  <a:gd name="T5" fmla="*/ 100 h 9"/>
                  <a:gd name="T6" fmla="*/ 153 w 9"/>
                  <a:gd name="T7" fmla="*/ 53 h 9"/>
                  <a:gd name="T8" fmla="*/ 17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4" name="Freeform 1270">
                <a:extLst>
                  <a:ext uri="{FF2B5EF4-FFF2-40B4-BE49-F238E27FC236}">
                    <a16:creationId xmlns:a16="http://schemas.microsoft.com/office/drawing/2014/main" id="{E17B1966-4004-4FAD-80D0-E3489CBB0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606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89 w 9"/>
                  <a:gd name="T3" fmla="*/ 357 h 9"/>
                  <a:gd name="T4" fmla="*/ 37 w 9"/>
                  <a:gd name="T5" fmla="*/ 144 h 9"/>
                  <a:gd name="T6" fmla="*/ 208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4" y="9"/>
                      <a:pt x="3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5" name="Freeform 1271">
                <a:extLst>
                  <a:ext uri="{FF2B5EF4-FFF2-40B4-BE49-F238E27FC236}">
                    <a16:creationId xmlns:a16="http://schemas.microsoft.com/office/drawing/2014/main" id="{01A91ED9-7FC0-44C3-8864-2D04C4F56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592"/>
                <a:ext cx="16" cy="16"/>
              </a:xfrm>
              <a:custGeom>
                <a:avLst/>
                <a:gdLst>
                  <a:gd name="T0" fmla="*/ 247 w 9"/>
                  <a:gd name="T1" fmla="*/ 208 h 9"/>
                  <a:gd name="T2" fmla="*/ 66 w 9"/>
                  <a:gd name="T3" fmla="*/ 247 h 9"/>
                  <a:gd name="T4" fmla="*/ 37 w 9"/>
                  <a:gd name="T5" fmla="*/ 89 h 9"/>
                  <a:gd name="T6" fmla="*/ 203 w 9"/>
                  <a:gd name="T7" fmla="*/ 37 h 9"/>
                  <a:gd name="T8" fmla="*/ 24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6" name="Freeform 1272">
                <a:extLst>
                  <a:ext uri="{FF2B5EF4-FFF2-40B4-BE49-F238E27FC236}">
                    <a16:creationId xmlns:a16="http://schemas.microsoft.com/office/drawing/2014/main" id="{D0E051CF-CCB2-45F2-9AA0-D19889FF7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2577"/>
                <a:ext cx="16" cy="16"/>
              </a:xfrm>
              <a:custGeom>
                <a:avLst/>
                <a:gdLst>
                  <a:gd name="T0" fmla="*/ 247 w 9"/>
                  <a:gd name="T1" fmla="*/ 203 h 9"/>
                  <a:gd name="T2" fmla="*/ 66 w 9"/>
                  <a:gd name="T3" fmla="*/ 247 h 9"/>
                  <a:gd name="T4" fmla="*/ 37 w 9"/>
                  <a:gd name="T5" fmla="*/ 66 h 9"/>
                  <a:gd name="T6" fmla="*/ 203 w 9"/>
                  <a:gd name="T7" fmla="*/ 37 h 9"/>
                  <a:gd name="T8" fmla="*/ 247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2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1"/>
                      <a:pt x="5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7" name="Freeform 1273">
                <a:extLst>
                  <a:ext uri="{FF2B5EF4-FFF2-40B4-BE49-F238E27FC236}">
                    <a16:creationId xmlns:a16="http://schemas.microsoft.com/office/drawing/2014/main" id="{B30E6909-4F9A-4D26-98A8-9A1004680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562"/>
                <a:ext cx="15" cy="17"/>
              </a:xfrm>
              <a:custGeom>
                <a:avLst/>
                <a:gdLst>
                  <a:gd name="T0" fmla="*/ 172 w 9"/>
                  <a:gd name="T1" fmla="*/ 272 h 9"/>
                  <a:gd name="T2" fmla="*/ 62 w 9"/>
                  <a:gd name="T3" fmla="*/ 357 h 9"/>
                  <a:gd name="T4" fmla="*/ 22 w 9"/>
                  <a:gd name="T5" fmla="*/ 100 h 9"/>
                  <a:gd name="T6" fmla="*/ 153 w 9"/>
                  <a:gd name="T7" fmla="*/ 53 h 9"/>
                  <a:gd name="T8" fmla="*/ 17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8" name="Freeform 1274">
                <a:extLst>
                  <a:ext uri="{FF2B5EF4-FFF2-40B4-BE49-F238E27FC236}">
                    <a16:creationId xmlns:a16="http://schemas.microsoft.com/office/drawing/2014/main" id="{F1720B71-A396-4EAC-BA86-3222E912C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547"/>
                <a:ext cx="17" cy="17"/>
              </a:xfrm>
              <a:custGeom>
                <a:avLst/>
                <a:gdLst>
                  <a:gd name="T0" fmla="*/ 202 w 10"/>
                  <a:gd name="T1" fmla="*/ 272 h 9"/>
                  <a:gd name="T2" fmla="*/ 75 w 10"/>
                  <a:gd name="T3" fmla="*/ 357 h 9"/>
                  <a:gd name="T4" fmla="*/ 44 w 10"/>
                  <a:gd name="T5" fmla="*/ 100 h 9"/>
                  <a:gd name="T6" fmla="*/ 168 w 10"/>
                  <a:gd name="T7" fmla="*/ 53 h 9"/>
                  <a:gd name="T8" fmla="*/ 202 w 10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2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9" name="Freeform 1275">
                <a:extLst>
                  <a:ext uri="{FF2B5EF4-FFF2-40B4-BE49-F238E27FC236}">
                    <a16:creationId xmlns:a16="http://schemas.microsoft.com/office/drawing/2014/main" id="{1F2AAC9F-0F83-4A5F-9659-A8B42F20C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532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66 w 9"/>
                  <a:gd name="T3" fmla="*/ 317 h 9"/>
                  <a:gd name="T4" fmla="*/ 37 w 9"/>
                  <a:gd name="T5" fmla="*/ 100 h 9"/>
                  <a:gd name="T6" fmla="*/ 208 w 9"/>
                  <a:gd name="T7" fmla="*/ 53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8"/>
                      <a:pt x="4" y="9"/>
                      <a:pt x="2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8" y="2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0" name="Freeform 1276">
                <a:extLst>
                  <a:ext uri="{FF2B5EF4-FFF2-40B4-BE49-F238E27FC236}">
                    <a16:creationId xmlns:a16="http://schemas.microsoft.com/office/drawing/2014/main" id="{98EAC409-5E54-470A-8E75-A0A589957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517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66 w 9"/>
                  <a:gd name="T3" fmla="*/ 317 h 9"/>
                  <a:gd name="T4" fmla="*/ 37 w 9"/>
                  <a:gd name="T5" fmla="*/ 100 h 9"/>
                  <a:gd name="T6" fmla="*/ 208 w 9"/>
                  <a:gd name="T7" fmla="*/ 53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8"/>
                      <a:pt x="4" y="9"/>
                      <a:pt x="2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8" y="2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1" name="Freeform 1277">
                <a:extLst>
                  <a:ext uri="{FF2B5EF4-FFF2-40B4-BE49-F238E27FC236}">
                    <a16:creationId xmlns:a16="http://schemas.microsoft.com/office/drawing/2014/main" id="{45C662C7-D524-473C-8BB9-64098038F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2501"/>
                <a:ext cx="16" cy="18"/>
              </a:xfrm>
              <a:custGeom>
                <a:avLst/>
                <a:gdLst>
                  <a:gd name="T0" fmla="*/ 247 w 9"/>
                  <a:gd name="T1" fmla="*/ 239 h 10"/>
                  <a:gd name="T2" fmla="*/ 66 w 9"/>
                  <a:gd name="T3" fmla="*/ 263 h 10"/>
                  <a:gd name="T4" fmla="*/ 37 w 9"/>
                  <a:gd name="T5" fmla="*/ 94 h 10"/>
                  <a:gd name="T6" fmla="*/ 208 w 9"/>
                  <a:gd name="T7" fmla="*/ 74 h 10"/>
                  <a:gd name="T8" fmla="*/ 247 w 9"/>
                  <a:gd name="T9" fmla="*/ 23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7"/>
                    </a:moveTo>
                    <a:cubicBezTo>
                      <a:pt x="6" y="9"/>
                      <a:pt x="4" y="10"/>
                      <a:pt x="2" y="8"/>
                    </a:cubicBezTo>
                    <a:cubicBezTo>
                      <a:pt x="0" y="7"/>
                      <a:pt x="0" y="4"/>
                      <a:pt x="1" y="3"/>
                    </a:cubicBezTo>
                    <a:cubicBezTo>
                      <a:pt x="3" y="1"/>
                      <a:pt x="5" y="0"/>
                      <a:pt x="7" y="2"/>
                    </a:cubicBezTo>
                    <a:cubicBezTo>
                      <a:pt x="9" y="3"/>
                      <a:pt x="9" y="6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2" name="Freeform 1278">
                <a:extLst>
                  <a:ext uri="{FF2B5EF4-FFF2-40B4-BE49-F238E27FC236}">
                    <a16:creationId xmlns:a16="http://schemas.microsoft.com/office/drawing/2014/main" id="{34F10788-7207-48FA-BE35-A846EB09C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486"/>
                <a:ext cx="17" cy="18"/>
              </a:xfrm>
              <a:custGeom>
                <a:avLst/>
                <a:gdLst>
                  <a:gd name="T0" fmla="*/ 202 w 10"/>
                  <a:gd name="T1" fmla="*/ 239 h 10"/>
                  <a:gd name="T2" fmla="*/ 75 w 10"/>
                  <a:gd name="T3" fmla="*/ 263 h 10"/>
                  <a:gd name="T4" fmla="*/ 44 w 10"/>
                  <a:gd name="T5" fmla="*/ 94 h 10"/>
                  <a:gd name="T6" fmla="*/ 168 w 10"/>
                  <a:gd name="T7" fmla="*/ 74 h 10"/>
                  <a:gd name="T8" fmla="*/ 202 w 10"/>
                  <a:gd name="T9" fmla="*/ 23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9"/>
                      <a:pt x="4" y="10"/>
                      <a:pt x="3" y="8"/>
                    </a:cubicBezTo>
                    <a:cubicBezTo>
                      <a:pt x="1" y="7"/>
                      <a:pt x="0" y="4"/>
                      <a:pt x="2" y="3"/>
                    </a:cubicBezTo>
                    <a:cubicBezTo>
                      <a:pt x="3" y="1"/>
                      <a:pt x="6" y="0"/>
                      <a:pt x="7" y="2"/>
                    </a:cubicBezTo>
                    <a:cubicBezTo>
                      <a:pt x="9" y="3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3" name="Freeform 1279">
                <a:extLst>
                  <a:ext uri="{FF2B5EF4-FFF2-40B4-BE49-F238E27FC236}">
                    <a16:creationId xmlns:a16="http://schemas.microsoft.com/office/drawing/2014/main" id="{579F03F5-D790-4279-A92F-9C3B97DE6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471"/>
                <a:ext cx="15" cy="17"/>
              </a:xfrm>
              <a:custGeom>
                <a:avLst/>
                <a:gdLst>
                  <a:gd name="T0" fmla="*/ 172 w 9"/>
                  <a:gd name="T1" fmla="*/ 317 h 9"/>
                  <a:gd name="T2" fmla="*/ 37 w 9"/>
                  <a:gd name="T3" fmla="*/ 357 h 9"/>
                  <a:gd name="T4" fmla="*/ 22 w 9"/>
                  <a:gd name="T5" fmla="*/ 144 h 9"/>
                  <a:gd name="T6" fmla="*/ 153 w 9"/>
                  <a:gd name="T7" fmla="*/ 100 h 9"/>
                  <a:gd name="T8" fmla="*/ 17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3"/>
                    </a:cubicBezTo>
                    <a:cubicBezTo>
                      <a:pt x="3" y="1"/>
                      <a:pt x="5" y="0"/>
                      <a:pt x="7" y="2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4" name="Freeform 1280">
                <a:extLst>
                  <a:ext uri="{FF2B5EF4-FFF2-40B4-BE49-F238E27FC236}">
                    <a16:creationId xmlns:a16="http://schemas.microsoft.com/office/drawing/2014/main" id="{21EC3B79-91C5-4CA7-B5A5-6078EFCEE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456"/>
                <a:ext cx="15" cy="17"/>
              </a:xfrm>
              <a:custGeom>
                <a:avLst/>
                <a:gdLst>
                  <a:gd name="T0" fmla="*/ 172 w 9"/>
                  <a:gd name="T1" fmla="*/ 317 h 9"/>
                  <a:gd name="T2" fmla="*/ 37 w 9"/>
                  <a:gd name="T3" fmla="*/ 357 h 9"/>
                  <a:gd name="T4" fmla="*/ 22 w 9"/>
                  <a:gd name="T5" fmla="*/ 100 h 9"/>
                  <a:gd name="T6" fmla="*/ 153 w 9"/>
                  <a:gd name="T7" fmla="*/ 53 h 9"/>
                  <a:gd name="T8" fmla="*/ 17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5" name="Freeform 1281">
                <a:extLst>
                  <a:ext uri="{FF2B5EF4-FFF2-40B4-BE49-F238E27FC236}">
                    <a16:creationId xmlns:a16="http://schemas.microsoft.com/office/drawing/2014/main" id="{353F6B9D-5669-42FC-90CB-899CBA15E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441"/>
                <a:ext cx="15" cy="17"/>
              </a:xfrm>
              <a:custGeom>
                <a:avLst/>
                <a:gdLst>
                  <a:gd name="T0" fmla="*/ 172 w 9"/>
                  <a:gd name="T1" fmla="*/ 317 h 9"/>
                  <a:gd name="T2" fmla="*/ 37 w 9"/>
                  <a:gd name="T3" fmla="*/ 357 h 9"/>
                  <a:gd name="T4" fmla="*/ 22 w 9"/>
                  <a:gd name="T5" fmla="*/ 100 h 9"/>
                  <a:gd name="T6" fmla="*/ 153 w 9"/>
                  <a:gd name="T7" fmla="*/ 53 h 9"/>
                  <a:gd name="T8" fmla="*/ 17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6" name="Freeform 1282">
                <a:extLst>
                  <a:ext uri="{FF2B5EF4-FFF2-40B4-BE49-F238E27FC236}">
                    <a16:creationId xmlns:a16="http://schemas.microsoft.com/office/drawing/2014/main" id="{A57A9A51-AAD6-432E-A655-E8C5B9248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426"/>
                <a:ext cx="15" cy="17"/>
              </a:xfrm>
              <a:custGeom>
                <a:avLst/>
                <a:gdLst>
                  <a:gd name="T0" fmla="*/ 172 w 9"/>
                  <a:gd name="T1" fmla="*/ 317 h 9"/>
                  <a:gd name="T2" fmla="*/ 37 w 9"/>
                  <a:gd name="T3" fmla="*/ 357 h 9"/>
                  <a:gd name="T4" fmla="*/ 22 w 9"/>
                  <a:gd name="T5" fmla="*/ 100 h 9"/>
                  <a:gd name="T6" fmla="*/ 153 w 9"/>
                  <a:gd name="T7" fmla="*/ 53 h 9"/>
                  <a:gd name="T8" fmla="*/ 17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7" name="Freeform 1283">
                <a:extLst>
                  <a:ext uri="{FF2B5EF4-FFF2-40B4-BE49-F238E27FC236}">
                    <a16:creationId xmlns:a16="http://schemas.microsoft.com/office/drawing/2014/main" id="{A37C1EB7-8509-4E15-8446-E17E2BF6C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411"/>
                <a:ext cx="15" cy="17"/>
              </a:xfrm>
              <a:custGeom>
                <a:avLst/>
                <a:gdLst>
                  <a:gd name="T0" fmla="*/ 153 w 9"/>
                  <a:gd name="T1" fmla="*/ 317 h 9"/>
                  <a:gd name="T2" fmla="*/ 22 w 9"/>
                  <a:gd name="T3" fmla="*/ 317 h 9"/>
                  <a:gd name="T4" fmla="*/ 22 w 9"/>
                  <a:gd name="T5" fmla="*/ 100 h 9"/>
                  <a:gd name="T6" fmla="*/ 153 w 9"/>
                  <a:gd name="T7" fmla="*/ 53 h 9"/>
                  <a:gd name="T8" fmla="*/ 153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8" name="Freeform 1284">
                <a:extLst>
                  <a:ext uri="{FF2B5EF4-FFF2-40B4-BE49-F238E27FC236}">
                    <a16:creationId xmlns:a16="http://schemas.microsoft.com/office/drawing/2014/main" id="{F1743E21-5B9E-470B-8B67-B4FF14F21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396"/>
                <a:ext cx="15" cy="17"/>
              </a:xfrm>
              <a:custGeom>
                <a:avLst/>
                <a:gdLst>
                  <a:gd name="T0" fmla="*/ 153 w 9"/>
                  <a:gd name="T1" fmla="*/ 317 h 9"/>
                  <a:gd name="T2" fmla="*/ 22 w 9"/>
                  <a:gd name="T3" fmla="*/ 317 h 9"/>
                  <a:gd name="T4" fmla="*/ 22 w 9"/>
                  <a:gd name="T5" fmla="*/ 100 h 9"/>
                  <a:gd name="T6" fmla="*/ 153 w 9"/>
                  <a:gd name="T7" fmla="*/ 53 h 9"/>
                  <a:gd name="T8" fmla="*/ 153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8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9" name="Freeform 1285">
                <a:extLst>
                  <a:ext uri="{FF2B5EF4-FFF2-40B4-BE49-F238E27FC236}">
                    <a16:creationId xmlns:a16="http://schemas.microsoft.com/office/drawing/2014/main" id="{57BFEB1A-AE16-4DA7-BB52-86394D8B1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382"/>
                <a:ext cx="15" cy="16"/>
              </a:xfrm>
              <a:custGeom>
                <a:avLst/>
                <a:gdLst>
                  <a:gd name="T0" fmla="*/ 153 w 9"/>
                  <a:gd name="T1" fmla="*/ 208 h 9"/>
                  <a:gd name="T2" fmla="*/ 22 w 9"/>
                  <a:gd name="T3" fmla="*/ 208 h 9"/>
                  <a:gd name="T4" fmla="*/ 22 w 9"/>
                  <a:gd name="T5" fmla="*/ 37 h 9"/>
                  <a:gd name="T6" fmla="*/ 153 w 9"/>
                  <a:gd name="T7" fmla="*/ 37 h 9"/>
                  <a:gd name="T8" fmla="*/ 153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0" name="Freeform 1286">
                <a:extLst>
                  <a:ext uri="{FF2B5EF4-FFF2-40B4-BE49-F238E27FC236}">
                    <a16:creationId xmlns:a16="http://schemas.microsoft.com/office/drawing/2014/main" id="{9FCE59F1-812E-4864-B9B8-5FDAAE1AF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367"/>
                <a:ext cx="15" cy="16"/>
              </a:xfrm>
              <a:custGeom>
                <a:avLst/>
                <a:gdLst>
                  <a:gd name="T0" fmla="*/ 172 w 9"/>
                  <a:gd name="T1" fmla="*/ 208 h 9"/>
                  <a:gd name="T2" fmla="*/ 37 w 9"/>
                  <a:gd name="T3" fmla="*/ 208 h 9"/>
                  <a:gd name="T4" fmla="*/ 22 w 9"/>
                  <a:gd name="T5" fmla="*/ 37 h 9"/>
                  <a:gd name="T6" fmla="*/ 153 w 9"/>
                  <a:gd name="T7" fmla="*/ 37 h 9"/>
                  <a:gd name="T8" fmla="*/ 172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8"/>
                      <a:pt x="4" y="9"/>
                      <a:pt x="2" y="7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1" name="Freeform 1287">
                <a:extLst>
                  <a:ext uri="{FF2B5EF4-FFF2-40B4-BE49-F238E27FC236}">
                    <a16:creationId xmlns:a16="http://schemas.microsoft.com/office/drawing/2014/main" id="{115B8429-D4F1-440B-B98F-5A328ADB5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352"/>
                <a:ext cx="15" cy="17"/>
              </a:xfrm>
              <a:custGeom>
                <a:avLst/>
                <a:gdLst>
                  <a:gd name="T0" fmla="*/ 172 w 9"/>
                  <a:gd name="T1" fmla="*/ 317 h 9"/>
                  <a:gd name="T2" fmla="*/ 37 w 9"/>
                  <a:gd name="T3" fmla="*/ 317 h 9"/>
                  <a:gd name="T4" fmla="*/ 37 w 9"/>
                  <a:gd name="T5" fmla="*/ 53 h 9"/>
                  <a:gd name="T6" fmla="*/ 172 w 9"/>
                  <a:gd name="T7" fmla="*/ 53 h 9"/>
                  <a:gd name="T8" fmla="*/ 17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8"/>
                      <a:pt x="4" y="9"/>
                      <a:pt x="2" y="7"/>
                    </a:cubicBezTo>
                    <a:cubicBezTo>
                      <a:pt x="1" y="6"/>
                      <a:pt x="0" y="3"/>
                      <a:pt x="2" y="1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2" name="Freeform 1288">
                <a:extLst>
                  <a:ext uri="{FF2B5EF4-FFF2-40B4-BE49-F238E27FC236}">
                    <a16:creationId xmlns:a16="http://schemas.microsoft.com/office/drawing/2014/main" id="{5256C5F8-630B-413A-9DD7-181341892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2335"/>
                <a:ext cx="16" cy="17"/>
              </a:xfrm>
              <a:custGeom>
                <a:avLst/>
                <a:gdLst>
                  <a:gd name="T0" fmla="*/ 247 w 9"/>
                  <a:gd name="T1" fmla="*/ 357 h 9"/>
                  <a:gd name="T2" fmla="*/ 66 w 9"/>
                  <a:gd name="T3" fmla="*/ 357 h 9"/>
                  <a:gd name="T4" fmla="*/ 66 w 9"/>
                  <a:gd name="T5" fmla="*/ 100 h 9"/>
                  <a:gd name="T6" fmla="*/ 208 w 9"/>
                  <a:gd name="T7" fmla="*/ 100 h 9"/>
                  <a:gd name="T8" fmla="*/ 24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2" y="2"/>
                    </a:cubicBezTo>
                    <a:cubicBezTo>
                      <a:pt x="3" y="1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3" name="Freeform 1289">
                <a:extLst>
                  <a:ext uri="{FF2B5EF4-FFF2-40B4-BE49-F238E27FC236}">
                    <a16:creationId xmlns:a16="http://schemas.microsoft.com/office/drawing/2014/main" id="{C9659191-A505-4087-97C9-E8CA771A2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320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66 w 9"/>
                  <a:gd name="T3" fmla="*/ 357 h 9"/>
                  <a:gd name="T4" fmla="*/ 37 w 9"/>
                  <a:gd name="T5" fmla="*/ 100 h 9"/>
                  <a:gd name="T6" fmla="*/ 208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1"/>
                      <a:pt x="5" y="0"/>
                      <a:pt x="7" y="2"/>
                    </a:cubicBezTo>
                    <a:cubicBezTo>
                      <a:pt x="9" y="3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4" name="Freeform 1290">
                <a:extLst>
                  <a:ext uri="{FF2B5EF4-FFF2-40B4-BE49-F238E27FC236}">
                    <a16:creationId xmlns:a16="http://schemas.microsoft.com/office/drawing/2014/main" id="{4D87536C-7FFC-4963-A640-2EC1D5D95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305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66 w 9"/>
                  <a:gd name="T3" fmla="*/ 357 h 9"/>
                  <a:gd name="T4" fmla="*/ 37 w 9"/>
                  <a:gd name="T5" fmla="*/ 100 h 9"/>
                  <a:gd name="T6" fmla="*/ 208 w 9"/>
                  <a:gd name="T7" fmla="*/ 100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5" name="Freeform 1291">
                <a:extLst>
                  <a:ext uri="{FF2B5EF4-FFF2-40B4-BE49-F238E27FC236}">
                    <a16:creationId xmlns:a16="http://schemas.microsoft.com/office/drawing/2014/main" id="{57659BD3-70BF-447A-A8C7-063F0D11F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291"/>
                <a:ext cx="15" cy="16"/>
              </a:xfrm>
              <a:custGeom>
                <a:avLst/>
                <a:gdLst>
                  <a:gd name="T0" fmla="*/ 153 w 9"/>
                  <a:gd name="T1" fmla="*/ 247 h 9"/>
                  <a:gd name="T2" fmla="*/ 22 w 9"/>
                  <a:gd name="T3" fmla="*/ 208 h 9"/>
                  <a:gd name="T4" fmla="*/ 37 w 9"/>
                  <a:gd name="T5" fmla="*/ 66 h 9"/>
                  <a:gd name="T6" fmla="*/ 153 w 9"/>
                  <a:gd name="T7" fmla="*/ 66 h 9"/>
                  <a:gd name="T8" fmla="*/ 153 w 9"/>
                  <a:gd name="T9" fmla="*/ 2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6" name="Freeform 1292">
                <a:extLst>
                  <a:ext uri="{FF2B5EF4-FFF2-40B4-BE49-F238E27FC236}">
                    <a16:creationId xmlns:a16="http://schemas.microsoft.com/office/drawing/2014/main" id="{D9100437-B66A-484F-BCCE-1C13DA020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276"/>
                <a:ext cx="15" cy="16"/>
              </a:xfrm>
              <a:custGeom>
                <a:avLst/>
                <a:gdLst>
                  <a:gd name="T0" fmla="*/ 153 w 9"/>
                  <a:gd name="T1" fmla="*/ 247 h 9"/>
                  <a:gd name="T2" fmla="*/ 37 w 9"/>
                  <a:gd name="T3" fmla="*/ 208 h 9"/>
                  <a:gd name="T4" fmla="*/ 37 w 9"/>
                  <a:gd name="T5" fmla="*/ 66 h 9"/>
                  <a:gd name="T6" fmla="*/ 172 w 9"/>
                  <a:gd name="T7" fmla="*/ 66 h 9"/>
                  <a:gd name="T8" fmla="*/ 153 w 9"/>
                  <a:gd name="T9" fmla="*/ 2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1" y="3"/>
                      <a:pt x="2" y="2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7" name="Freeform 1293">
                <a:extLst>
                  <a:ext uri="{FF2B5EF4-FFF2-40B4-BE49-F238E27FC236}">
                    <a16:creationId xmlns:a16="http://schemas.microsoft.com/office/drawing/2014/main" id="{CCAF13E7-790B-4595-85DA-A7D295218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2261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66 w 9"/>
                  <a:gd name="T3" fmla="*/ 317 h 9"/>
                  <a:gd name="T4" fmla="*/ 66 w 9"/>
                  <a:gd name="T5" fmla="*/ 100 h 9"/>
                  <a:gd name="T6" fmla="*/ 247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8" name="Freeform 1294">
                <a:extLst>
                  <a:ext uri="{FF2B5EF4-FFF2-40B4-BE49-F238E27FC236}">
                    <a16:creationId xmlns:a16="http://schemas.microsoft.com/office/drawing/2014/main" id="{0D894925-CC60-47AB-A9A0-EA1BB469A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246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66 w 9"/>
                  <a:gd name="T3" fmla="*/ 317 h 9"/>
                  <a:gd name="T4" fmla="*/ 66 w 9"/>
                  <a:gd name="T5" fmla="*/ 100 h 9"/>
                  <a:gd name="T6" fmla="*/ 247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9" name="Freeform 1295">
                <a:extLst>
                  <a:ext uri="{FF2B5EF4-FFF2-40B4-BE49-F238E27FC236}">
                    <a16:creationId xmlns:a16="http://schemas.microsoft.com/office/drawing/2014/main" id="{D7298FDB-243C-472A-8138-187D890B0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231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66 w 9"/>
                  <a:gd name="T3" fmla="*/ 317 h 9"/>
                  <a:gd name="T4" fmla="*/ 66 w 9"/>
                  <a:gd name="T5" fmla="*/ 100 h 9"/>
                  <a:gd name="T6" fmla="*/ 247 w 9"/>
                  <a:gd name="T7" fmla="*/ 100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0" name="Freeform 1296">
                <a:extLst>
                  <a:ext uri="{FF2B5EF4-FFF2-40B4-BE49-F238E27FC236}">
                    <a16:creationId xmlns:a16="http://schemas.microsoft.com/office/drawing/2014/main" id="{65A728D3-149F-4C75-B685-7AD796BCF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216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17 h 9"/>
                  <a:gd name="T4" fmla="*/ 37 w 9"/>
                  <a:gd name="T5" fmla="*/ 100 h 9"/>
                  <a:gd name="T6" fmla="*/ 208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1" name="Freeform 1297">
                <a:extLst>
                  <a:ext uri="{FF2B5EF4-FFF2-40B4-BE49-F238E27FC236}">
                    <a16:creationId xmlns:a16="http://schemas.microsoft.com/office/drawing/2014/main" id="{E517EC0F-55E4-430D-B698-93C0848E0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201"/>
                <a:ext cx="16" cy="17"/>
              </a:xfrm>
              <a:custGeom>
                <a:avLst/>
                <a:gdLst>
                  <a:gd name="T0" fmla="*/ 247 w 9"/>
                  <a:gd name="T1" fmla="*/ 357 h 9"/>
                  <a:gd name="T2" fmla="*/ 66 w 9"/>
                  <a:gd name="T3" fmla="*/ 317 h 9"/>
                  <a:gd name="T4" fmla="*/ 66 w 9"/>
                  <a:gd name="T5" fmla="*/ 100 h 9"/>
                  <a:gd name="T6" fmla="*/ 247 w 9"/>
                  <a:gd name="T7" fmla="*/ 100 h 9"/>
                  <a:gd name="T8" fmla="*/ 24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8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2" name="Freeform 1298">
                <a:extLst>
                  <a:ext uri="{FF2B5EF4-FFF2-40B4-BE49-F238E27FC236}">
                    <a16:creationId xmlns:a16="http://schemas.microsoft.com/office/drawing/2014/main" id="{4E9165F5-BB1D-482D-BEDB-9D41990B6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2186"/>
                <a:ext cx="15" cy="17"/>
              </a:xfrm>
              <a:custGeom>
                <a:avLst/>
                <a:gdLst>
                  <a:gd name="T0" fmla="*/ 153 w 9"/>
                  <a:gd name="T1" fmla="*/ 357 h 9"/>
                  <a:gd name="T2" fmla="*/ 22 w 9"/>
                  <a:gd name="T3" fmla="*/ 317 h 9"/>
                  <a:gd name="T4" fmla="*/ 37 w 9"/>
                  <a:gd name="T5" fmla="*/ 100 h 9"/>
                  <a:gd name="T6" fmla="*/ 153 w 9"/>
                  <a:gd name="T7" fmla="*/ 100 h 9"/>
                  <a:gd name="T8" fmla="*/ 153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3" name="Freeform 1299">
                <a:extLst>
                  <a:ext uri="{FF2B5EF4-FFF2-40B4-BE49-F238E27FC236}">
                    <a16:creationId xmlns:a16="http://schemas.microsoft.com/office/drawing/2014/main" id="{44F42DAD-3FA5-426B-8D65-51705FA5F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172"/>
                <a:ext cx="18" cy="16"/>
              </a:xfrm>
              <a:custGeom>
                <a:avLst/>
                <a:gdLst>
                  <a:gd name="T0" fmla="*/ 239 w 10"/>
                  <a:gd name="T1" fmla="*/ 247 h 9"/>
                  <a:gd name="T2" fmla="*/ 74 w 10"/>
                  <a:gd name="T3" fmla="*/ 208 h 9"/>
                  <a:gd name="T4" fmla="*/ 94 w 10"/>
                  <a:gd name="T5" fmla="*/ 37 h 9"/>
                  <a:gd name="T6" fmla="*/ 263 w 10"/>
                  <a:gd name="T7" fmla="*/ 66 h 9"/>
                  <a:gd name="T8" fmla="*/ 239 w 10"/>
                  <a:gd name="T9" fmla="*/ 2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8"/>
                    </a:moveTo>
                    <a:cubicBezTo>
                      <a:pt x="5" y="9"/>
                      <a:pt x="3" y="9"/>
                      <a:pt x="2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5" y="0"/>
                      <a:pt x="7" y="0"/>
                      <a:pt x="8" y="2"/>
                    </a:cubicBezTo>
                    <a:cubicBezTo>
                      <a:pt x="10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4" name="Freeform 1300">
                <a:extLst>
                  <a:ext uri="{FF2B5EF4-FFF2-40B4-BE49-F238E27FC236}">
                    <a16:creationId xmlns:a16="http://schemas.microsoft.com/office/drawing/2014/main" id="{DBEBFD5F-F933-4DC1-8690-6D7D44006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2157"/>
                <a:ext cx="15" cy="16"/>
              </a:xfrm>
              <a:custGeom>
                <a:avLst/>
                <a:gdLst>
                  <a:gd name="T0" fmla="*/ 153 w 9"/>
                  <a:gd name="T1" fmla="*/ 247 h 9"/>
                  <a:gd name="T2" fmla="*/ 22 w 9"/>
                  <a:gd name="T3" fmla="*/ 208 h 9"/>
                  <a:gd name="T4" fmla="*/ 37 w 9"/>
                  <a:gd name="T5" fmla="*/ 37 h 9"/>
                  <a:gd name="T6" fmla="*/ 172 w 9"/>
                  <a:gd name="T7" fmla="*/ 66 h 9"/>
                  <a:gd name="T8" fmla="*/ 153 w 9"/>
                  <a:gd name="T9" fmla="*/ 2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5" name="Freeform 1301">
                <a:extLst>
                  <a:ext uri="{FF2B5EF4-FFF2-40B4-BE49-F238E27FC236}">
                    <a16:creationId xmlns:a16="http://schemas.microsoft.com/office/drawing/2014/main" id="{96CC2868-2403-45AE-A547-06BDF498B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142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17 h 9"/>
                  <a:gd name="T4" fmla="*/ 66 w 9"/>
                  <a:gd name="T5" fmla="*/ 53 h 9"/>
                  <a:gd name="T6" fmla="*/ 247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2" y="9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6" name="Freeform 1302">
                <a:extLst>
                  <a:ext uri="{FF2B5EF4-FFF2-40B4-BE49-F238E27FC236}">
                    <a16:creationId xmlns:a16="http://schemas.microsoft.com/office/drawing/2014/main" id="{1ED400B4-55DD-4DFC-93BB-E64C497A1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127"/>
                <a:ext cx="15" cy="17"/>
              </a:xfrm>
              <a:custGeom>
                <a:avLst/>
                <a:gdLst>
                  <a:gd name="T0" fmla="*/ 153 w 9"/>
                  <a:gd name="T1" fmla="*/ 357 h 9"/>
                  <a:gd name="T2" fmla="*/ 22 w 9"/>
                  <a:gd name="T3" fmla="*/ 317 h 9"/>
                  <a:gd name="T4" fmla="*/ 37 w 9"/>
                  <a:gd name="T5" fmla="*/ 53 h 9"/>
                  <a:gd name="T6" fmla="*/ 172 w 9"/>
                  <a:gd name="T7" fmla="*/ 100 h 9"/>
                  <a:gd name="T8" fmla="*/ 153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2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7" name="Freeform 1303">
                <a:extLst>
                  <a:ext uri="{FF2B5EF4-FFF2-40B4-BE49-F238E27FC236}">
                    <a16:creationId xmlns:a16="http://schemas.microsoft.com/office/drawing/2014/main" id="{EF02E12B-4B90-431A-A264-B2CE062E7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112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17 h 9"/>
                  <a:gd name="T4" fmla="*/ 66 w 9"/>
                  <a:gd name="T5" fmla="*/ 100 h 9"/>
                  <a:gd name="T6" fmla="*/ 247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2" y="9"/>
                      <a:pt x="1" y="7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8" name="Freeform 1304">
                <a:extLst>
                  <a:ext uri="{FF2B5EF4-FFF2-40B4-BE49-F238E27FC236}">
                    <a16:creationId xmlns:a16="http://schemas.microsoft.com/office/drawing/2014/main" id="{0D3C6185-DF9C-4136-9C6F-3238B1CDE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099"/>
                <a:ext cx="15" cy="17"/>
              </a:xfrm>
              <a:custGeom>
                <a:avLst/>
                <a:gdLst>
                  <a:gd name="T0" fmla="*/ 153 w 9"/>
                  <a:gd name="T1" fmla="*/ 317 h 9"/>
                  <a:gd name="T2" fmla="*/ 22 w 9"/>
                  <a:gd name="T3" fmla="*/ 317 h 9"/>
                  <a:gd name="T4" fmla="*/ 37 w 9"/>
                  <a:gd name="T5" fmla="*/ 53 h 9"/>
                  <a:gd name="T6" fmla="*/ 172 w 9"/>
                  <a:gd name="T7" fmla="*/ 100 h 9"/>
                  <a:gd name="T8" fmla="*/ 153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5" y="9"/>
                      <a:pt x="3" y="8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9" name="Freeform 1305">
                <a:extLst>
                  <a:ext uri="{FF2B5EF4-FFF2-40B4-BE49-F238E27FC236}">
                    <a16:creationId xmlns:a16="http://schemas.microsoft.com/office/drawing/2014/main" id="{16E2F21F-D8D0-4440-B27A-91E65394D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084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17 h 9"/>
                  <a:gd name="T4" fmla="*/ 66 w 9"/>
                  <a:gd name="T5" fmla="*/ 53 h 9"/>
                  <a:gd name="T6" fmla="*/ 208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2" y="9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9" y="4"/>
                      <a:pt x="8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0" name="Freeform 1306">
                <a:extLst>
                  <a:ext uri="{FF2B5EF4-FFF2-40B4-BE49-F238E27FC236}">
                    <a16:creationId xmlns:a16="http://schemas.microsoft.com/office/drawing/2014/main" id="{BEF7E627-FFBD-4A62-8965-A6CDBCC0B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069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17 h 9"/>
                  <a:gd name="T4" fmla="*/ 66 w 9"/>
                  <a:gd name="T5" fmla="*/ 53 h 9"/>
                  <a:gd name="T6" fmla="*/ 247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1" name="Oval 1307">
                <a:extLst>
                  <a:ext uri="{FF2B5EF4-FFF2-40B4-BE49-F238E27FC236}">
                    <a16:creationId xmlns:a16="http://schemas.microsoft.com/office/drawing/2014/main" id="{E334632F-DD7D-48CB-8784-51DB8F909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1748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72" name="Oval 1308">
                <a:extLst>
                  <a:ext uri="{FF2B5EF4-FFF2-40B4-BE49-F238E27FC236}">
                    <a16:creationId xmlns:a16="http://schemas.microsoft.com/office/drawing/2014/main" id="{370238F5-F4A0-4872-BB5A-F5AB50370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750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73" name="Oval 1309">
                <a:extLst>
                  <a:ext uri="{FF2B5EF4-FFF2-40B4-BE49-F238E27FC236}">
                    <a16:creationId xmlns:a16="http://schemas.microsoft.com/office/drawing/2014/main" id="{F5A4488E-0F67-4383-A4BE-024228278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6" y="1753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74" name="Oval 1310">
                <a:extLst>
                  <a:ext uri="{FF2B5EF4-FFF2-40B4-BE49-F238E27FC236}">
                    <a16:creationId xmlns:a16="http://schemas.microsoft.com/office/drawing/2014/main" id="{0408531F-F9C5-43DD-8C9C-388B6B8BC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0" y="1757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75" name="Oval 1311">
                <a:extLst>
                  <a:ext uri="{FF2B5EF4-FFF2-40B4-BE49-F238E27FC236}">
                    <a16:creationId xmlns:a16="http://schemas.microsoft.com/office/drawing/2014/main" id="{9CA04C8C-B866-4190-A23A-7D9E5A0B1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763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76" name="Oval 1312">
                <a:extLst>
                  <a:ext uri="{FF2B5EF4-FFF2-40B4-BE49-F238E27FC236}">
                    <a16:creationId xmlns:a16="http://schemas.microsoft.com/office/drawing/2014/main" id="{85578756-45C6-4E2C-A208-01B6428D4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6" y="1768"/>
                <a:ext cx="14" cy="17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77" name="Oval 1313">
                <a:extLst>
                  <a:ext uri="{FF2B5EF4-FFF2-40B4-BE49-F238E27FC236}">
                    <a16:creationId xmlns:a16="http://schemas.microsoft.com/office/drawing/2014/main" id="{F3DD3405-956C-4EE7-A07A-4E5156C7B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776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78" name="Oval 1314">
                <a:extLst>
                  <a:ext uri="{FF2B5EF4-FFF2-40B4-BE49-F238E27FC236}">
                    <a16:creationId xmlns:a16="http://schemas.microsoft.com/office/drawing/2014/main" id="{4B52D7AB-B3F1-449C-A067-18310F19D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1785"/>
                <a:ext cx="13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79" name="Oval 1315">
                <a:extLst>
                  <a:ext uri="{FF2B5EF4-FFF2-40B4-BE49-F238E27FC236}">
                    <a16:creationId xmlns:a16="http://schemas.microsoft.com/office/drawing/2014/main" id="{E98AAAF8-B5FD-4AF2-AEE8-4F2E2F207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1792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80" name="Oval 1316">
                <a:extLst>
                  <a:ext uri="{FF2B5EF4-FFF2-40B4-BE49-F238E27FC236}">
                    <a16:creationId xmlns:a16="http://schemas.microsoft.com/office/drawing/2014/main" id="{4BE032C0-6DC0-4ACB-966E-62B2A9BCF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802"/>
                <a:ext cx="14" cy="17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81" name="Oval 1317">
                <a:extLst>
                  <a:ext uri="{FF2B5EF4-FFF2-40B4-BE49-F238E27FC236}">
                    <a16:creationId xmlns:a16="http://schemas.microsoft.com/office/drawing/2014/main" id="{C9B205E1-9C2E-4EF6-B4EC-F9772BE67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813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82" name="Oval 1318">
                <a:extLst>
                  <a:ext uri="{FF2B5EF4-FFF2-40B4-BE49-F238E27FC236}">
                    <a16:creationId xmlns:a16="http://schemas.microsoft.com/office/drawing/2014/main" id="{2FADA4D9-E981-4D63-B9F9-0A88F3DF9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824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83" name="Oval 1319">
                <a:extLst>
                  <a:ext uri="{FF2B5EF4-FFF2-40B4-BE49-F238E27FC236}">
                    <a16:creationId xmlns:a16="http://schemas.microsoft.com/office/drawing/2014/main" id="{E3A021B7-DCAD-41ED-B0C7-BF7AFB479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1833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84" name="Oval 1320">
                <a:extLst>
                  <a:ext uri="{FF2B5EF4-FFF2-40B4-BE49-F238E27FC236}">
                    <a16:creationId xmlns:a16="http://schemas.microsoft.com/office/drawing/2014/main" id="{076A879A-0F4B-46B8-BD6E-754EC96E5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1845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85" name="Oval 1321">
                <a:extLst>
                  <a:ext uri="{FF2B5EF4-FFF2-40B4-BE49-F238E27FC236}">
                    <a16:creationId xmlns:a16="http://schemas.microsoft.com/office/drawing/2014/main" id="{AF51CF88-9368-493F-B78F-B0F37FE6D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2" y="1858"/>
                <a:ext cx="14" cy="14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86" name="Oval 1322">
                <a:extLst>
                  <a:ext uri="{FF2B5EF4-FFF2-40B4-BE49-F238E27FC236}">
                    <a16:creationId xmlns:a16="http://schemas.microsoft.com/office/drawing/2014/main" id="{D216B9BF-8D8B-44DE-8C8B-06E7F7AFF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1" y="1869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87" name="Oval 1323">
                <a:extLst>
                  <a:ext uri="{FF2B5EF4-FFF2-40B4-BE49-F238E27FC236}">
                    <a16:creationId xmlns:a16="http://schemas.microsoft.com/office/drawing/2014/main" id="{6DA0039C-1DE1-4D93-A835-4A3C0A49D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8" y="1882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88" name="Oval 1324">
                <a:extLst>
                  <a:ext uri="{FF2B5EF4-FFF2-40B4-BE49-F238E27FC236}">
                    <a16:creationId xmlns:a16="http://schemas.microsoft.com/office/drawing/2014/main" id="{5CB22791-5024-4A93-9EFE-78EA3C4F3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1895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89" name="Oval 1325">
                <a:extLst>
                  <a:ext uri="{FF2B5EF4-FFF2-40B4-BE49-F238E27FC236}">
                    <a16:creationId xmlns:a16="http://schemas.microsoft.com/office/drawing/2014/main" id="{03875FA5-40AD-4B1B-9278-1CB7EB045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906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590" name="Freeform 1326">
                <a:extLst>
                  <a:ext uri="{FF2B5EF4-FFF2-40B4-BE49-F238E27FC236}">
                    <a16:creationId xmlns:a16="http://schemas.microsoft.com/office/drawing/2014/main" id="{3A57AEC1-64B4-436D-B75C-E7A46CC6C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1919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0 h 9"/>
                  <a:gd name="T4" fmla="*/ 247 w 9"/>
                  <a:gd name="T5" fmla="*/ 272 h 9"/>
                  <a:gd name="T6" fmla="*/ 89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8" y="1"/>
                      <a:pt x="9" y="3"/>
                      <a:pt x="8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1" name="Freeform 1327">
                <a:extLst>
                  <a:ext uri="{FF2B5EF4-FFF2-40B4-BE49-F238E27FC236}">
                    <a16:creationId xmlns:a16="http://schemas.microsoft.com/office/drawing/2014/main" id="{531329B7-6811-4A4C-96BA-E6997031D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932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0 h 9"/>
                  <a:gd name="T4" fmla="*/ 247 w 9"/>
                  <a:gd name="T5" fmla="*/ 272 h 9"/>
                  <a:gd name="T6" fmla="*/ 89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8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2" name="Freeform 1328">
                <a:extLst>
                  <a:ext uri="{FF2B5EF4-FFF2-40B4-BE49-F238E27FC236}">
                    <a16:creationId xmlns:a16="http://schemas.microsoft.com/office/drawing/2014/main" id="{8CCDC56C-5D31-4302-9354-4FE2AF334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945"/>
                <a:ext cx="16" cy="17"/>
              </a:xfrm>
              <a:custGeom>
                <a:avLst/>
                <a:gdLst>
                  <a:gd name="T0" fmla="*/ 0 w 9"/>
                  <a:gd name="T1" fmla="*/ 144 h 9"/>
                  <a:gd name="T2" fmla="*/ 203 w 9"/>
                  <a:gd name="T3" fmla="*/ 53 h 9"/>
                  <a:gd name="T4" fmla="*/ 247 w 9"/>
                  <a:gd name="T5" fmla="*/ 272 h 9"/>
                  <a:gd name="T6" fmla="*/ 89 w 9"/>
                  <a:gd name="T7" fmla="*/ 357 h 9"/>
                  <a:gd name="T8" fmla="*/ 0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1"/>
                      <a:pt x="3" y="0"/>
                      <a:pt x="6" y="1"/>
                    </a:cubicBezTo>
                    <a:cubicBezTo>
                      <a:pt x="8" y="1"/>
                      <a:pt x="9" y="3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8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3" name="Freeform 1329">
                <a:extLst>
                  <a:ext uri="{FF2B5EF4-FFF2-40B4-BE49-F238E27FC236}">
                    <a16:creationId xmlns:a16="http://schemas.microsoft.com/office/drawing/2014/main" id="{E1581403-A3F0-495E-B803-C32690671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958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53 h 9"/>
                  <a:gd name="T4" fmla="*/ 281 w 9"/>
                  <a:gd name="T5" fmla="*/ 272 h 9"/>
                  <a:gd name="T6" fmla="*/ 117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9" y="6"/>
                    </a:cubicBezTo>
                    <a:cubicBezTo>
                      <a:pt x="8" y="8"/>
                      <a:pt x="6" y="9"/>
                      <a:pt x="4" y="8"/>
                    </a:cubicBezTo>
                    <a:cubicBezTo>
                      <a:pt x="2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4" name="Freeform 1330">
                <a:extLst>
                  <a:ext uri="{FF2B5EF4-FFF2-40B4-BE49-F238E27FC236}">
                    <a16:creationId xmlns:a16="http://schemas.microsoft.com/office/drawing/2014/main" id="{C58A59EC-2694-4E85-8B96-03CB9F751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971"/>
                <a:ext cx="16" cy="17"/>
              </a:xfrm>
              <a:custGeom>
                <a:avLst/>
                <a:gdLst>
                  <a:gd name="T0" fmla="*/ 37 w 9"/>
                  <a:gd name="T1" fmla="*/ 189 h 9"/>
                  <a:gd name="T2" fmla="*/ 203 w 9"/>
                  <a:gd name="T3" fmla="*/ 53 h 9"/>
                  <a:gd name="T4" fmla="*/ 247 w 9"/>
                  <a:gd name="T5" fmla="*/ 272 h 9"/>
                  <a:gd name="T6" fmla="*/ 89 w 9"/>
                  <a:gd name="T7" fmla="*/ 402 h 9"/>
                  <a:gd name="T8" fmla="*/ 37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1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8" y="8"/>
                      <a:pt x="5" y="9"/>
                      <a:pt x="3" y="9"/>
                    </a:cubicBezTo>
                    <a:cubicBezTo>
                      <a:pt x="1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5" name="Freeform 1331">
                <a:extLst>
                  <a:ext uri="{FF2B5EF4-FFF2-40B4-BE49-F238E27FC236}">
                    <a16:creationId xmlns:a16="http://schemas.microsoft.com/office/drawing/2014/main" id="{AE656CE1-85F8-4220-9DB7-CE04CC2FD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1986"/>
                <a:ext cx="15" cy="16"/>
              </a:xfrm>
              <a:custGeom>
                <a:avLst/>
                <a:gdLst>
                  <a:gd name="T0" fmla="*/ 22 w 9"/>
                  <a:gd name="T1" fmla="*/ 89 h 9"/>
                  <a:gd name="T2" fmla="*/ 130 w 9"/>
                  <a:gd name="T3" fmla="*/ 0 h 9"/>
                  <a:gd name="T4" fmla="*/ 195 w 9"/>
                  <a:gd name="T5" fmla="*/ 158 h 9"/>
                  <a:gd name="T6" fmla="*/ 92 w 9"/>
                  <a:gd name="T7" fmla="*/ 247 h 9"/>
                  <a:gd name="T8" fmla="*/ 22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9" y="5"/>
                    </a:cubicBezTo>
                    <a:cubicBezTo>
                      <a:pt x="8" y="7"/>
                      <a:pt x="6" y="9"/>
                      <a:pt x="4" y="8"/>
                    </a:cubicBezTo>
                    <a:cubicBezTo>
                      <a:pt x="2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6" name="Freeform 1332">
                <a:extLst>
                  <a:ext uri="{FF2B5EF4-FFF2-40B4-BE49-F238E27FC236}">
                    <a16:creationId xmlns:a16="http://schemas.microsoft.com/office/drawing/2014/main" id="{8B42EF03-E59C-48B3-9FA6-F6512E27F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999"/>
                <a:ext cx="15" cy="16"/>
              </a:xfrm>
              <a:custGeom>
                <a:avLst/>
                <a:gdLst>
                  <a:gd name="T0" fmla="*/ 0 w 9"/>
                  <a:gd name="T1" fmla="*/ 89 h 9"/>
                  <a:gd name="T2" fmla="*/ 103 w 9"/>
                  <a:gd name="T3" fmla="*/ 37 h 9"/>
                  <a:gd name="T4" fmla="*/ 172 w 9"/>
                  <a:gd name="T5" fmla="*/ 203 h 9"/>
                  <a:gd name="T6" fmla="*/ 62 w 9"/>
                  <a:gd name="T7" fmla="*/ 247 h 9"/>
                  <a:gd name="T8" fmla="*/ 0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9" y="3"/>
                      <a:pt x="8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7" name="Freeform 1333">
                <a:extLst>
                  <a:ext uri="{FF2B5EF4-FFF2-40B4-BE49-F238E27FC236}">
                    <a16:creationId xmlns:a16="http://schemas.microsoft.com/office/drawing/2014/main" id="{3AA4A9F9-6A63-48B5-A04E-21C3A2422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014"/>
                <a:ext cx="16" cy="15"/>
              </a:xfrm>
              <a:custGeom>
                <a:avLst/>
                <a:gdLst>
                  <a:gd name="T0" fmla="*/ 0 w 9"/>
                  <a:gd name="T1" fmla="*/ 137 h 8"/>
                  <a:gd name="T2" fmla="*/ 158 w 9"/>
                  <a:gd name="T3" fmla="*/ 0 h 8"/>
                  <a:gd name="T4" fmla="*/ 247 w 9"/>
                  <a:gd name="T5" fmla="*/ 212 h 8"/>
                  <a:gd name="T6" fmla="*/ 89 w 9"/>
                  <a:gd name="T7" fmla="*/ 349 h 8"/>
                  <a:gd name="T8" fmla="*/ 0 w 9"/>
                  <a:gd name="T9" fmla="*/ 13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8" y="1"/>
                      <a:pt x="9" y="3"/>
                      <a:pt x="8" y="5"/>
                    </a:cubicBezTo>
                    <a:cubicBezTo>
                      <a:pt x="8" y="7"/>
                      <a:pt x="5" y="8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8" name="Freeform 1334">
                <a:extLst>
                  <a:ext uri="{FF2B5EF4-FFF2-40B4-BE49-F238E27FC236}">
                    <a16:creationId xmlns:a16="http://schemas.microsoft.com/office/drawing/2014/main" id="{00D19273-6181-4AEE-A818-F77E78BE7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027"/>
                <a:ext cx="16" cy="16"/>
              </a:xfrm>
              <a:custGeom>
                <a:avLst/>
                <a:gdLst>
                  <a:gd name="T0" fmla="*/ 0 w 9"/>
                  <a:gd name="T1" fmla="*/ 89 h 9"/>
                  <a:gd name="T2" fmla="*/ 158 w 9"/>
                  <a:gd name="T3" fmla="*/ 37 h 9"/>
                  <a:gd name="T4" fmla="*/ 247 w 9"/>
                  <a:gd name="T5" fmla="*/ 203 h 9"/>
                  <a:gd name="T6" fmla="*/ 89 w 9"/>
                  <a:gd name="T7" fmla="*/ 247 h 9"/>
                  <a:gd name="T8" fmla="*/ 0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8" y="1"/>
                      <a:pt x="9" y="3"/>
                      <a:pt x="8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9" name="Freeform 1335">
                <a:extLst>
                  <a:ext uri="{FF2B5EF4-FFF2-40B4-BE49-F238E27FC236}">
                    <a16:creationId xmlns:a16="http://schemas.microsoft.com/office/drawing/2014/main" id="{DA6CE7EA-74A7-4D2E-A1DE-14EBA3396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042"/>
                <a:ext cx="16" cy="16"/>
              </a:xfrm>
              <a:custGeom>
                <a:avLst/>
                <a:gdLst>
                  <a:gd name="T0" fmla="*/ 0 w 9"/>
                  <a:gd name="T1" fmla="*/ 89 h 9"/>
                  <a:gd name="T2" fmla="*/ 158 w 9"/>
                  <a:gd name="T3" fmla="*/ 0 h 9"/>
                  <a:gd name="T4" fmla="*/ 247 w 9"/>
                  <a:gd name="T5" fmla="*/ 158 h 9"/>
                  <a:gd name="T6" fmla="*/ 89 w 9"/>
                  <a:gd name="T7" fmla="*/ 247 h 9"/>
                  <a:gd name="T8" fmla="*/ 0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7" y="7"/>
                      <a:pt x="5" y="9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0" name="Freeform 1336">
                <a:extLst>
                  <a:ext uri="{FF2B5EF4-FFF2-40B4-BE49-F238E27FC236}">
                    <a16:creationId xmlns:a16="http://schemas.microsoft.com/office/drawing/2014/main" id="{CDCE6EAC-4FC3-4DC4-B811-047636A82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55"/>
                <a:ext cx="15" cy="16"/>
              </a:xfrm>
              <a:custGeom>
                <a:avLst/>
                <a:gdLst>
                  <a:gd name="T0" fmla="*/ 22 w 9"/>
                  <a:gd name="T1" fmla="*/ 117 h 9"/>
                  <a:gd name="T2" fmla="*/ 130 w 9"/>
                  <a:gd name="T3" fmla="*/ 37 h 9"/>
                  <a:gd name="T4" fmla="*/ 195 w 9"/>
                  <a:gd name="T5" fmla="*/ 203 h 9"/>
                  <a:gd name="T6" fmla="*/ 92 w 9"/>
                  <a:gd name="T7" fmla="*/ 281 h 9"/>
                  <a:gd name="T8" fmla="*/ 22 w 9"/>
                  <a:gd name="T9" fmla="*/ 1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2" y="2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1" name="Oval 1337">
                <a:extLst>
                  <a:ext uri="{FF2B5EF4-FFF2-40B4-BE49-F238E27FC236}">
                    <a16:creationId xmlns:a16="http://schemas.microsoft.com/office/drawing/2014/main" id="{7033AE31-B729-43BE-B444-D0A360A02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3090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02" name="Oval 1338">
                <a:extLst>
                  <a:ext uri="{FF2B5EF4-FFF2-40B4-BE49-F238E27FC236}">
                    <a16:creationId xmlns:a16="http://schemas.microsoft.com/office/drawing/2014/main" id="{6724CE29-02EE-413F-BD03-DB3E9D2AA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3090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03" name="Oval 1339">
                <a:extLst>
                  <a:ext uri="{FF2B5EF4-FFF2-40B4-BE49-F238E27FC236}">
                    <a16:creationId xmlns:a16="http://schemas.microsoft.com/office/drawing/2014/main" id="{4DBED5A5-729D-4173-81BE-7F1838EA8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6" y="3086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04" name="Oval 1340">
                <a:extLst>
                  <a:ext uri="{FF2B5EF4-FFF2-40B4-BE49-F238E27FC236}">
                    <a16:creationId xmlns:a16="http://schemas.microsoft.com/office/drawing/2014/main" id="{2FD37059-A7F6-417A-836A-83E56DF6B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0" y="3082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05" name="Oval 1341">
                <a:extLst>
                  <a:ext uri="{FF2B5EF4-FFF2-40B4-BE49-F238E27FC236}">
                    <a16:creationId xmlns:a16="http://schemas.microsoft.com/office/drawing/2014/main" id="{1D926877-B02C-4EAC-AA05-FF968EC4C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3077"/>
                <a:ext cx="14" cy="14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06" name="Oval 1342">
                <a:extLst>
                  <a:ext uri="{FF2B5EF4-FFF2-40B4-BE49-F238E27FC236}">
                    <a16:creationId xmlns:a16="http://schemas.microsoft.com/office/drawing/2014/main" id="{35EC10ED-835A-4ED3-9E13-6ACC78B26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6" y="3069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07" name="Oval 1343">
                <a:extLst>
                  <a:ext uri="{FF2B5EF4-FFF2-40B4-BE49-F238E27FC236}">
                    <a16:creationId xmlns:a16="http://schemas.microsoft.com/office/drawing/2014/main" id="{411729DA-7840-490E-A4C0-8FC7D515A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3064"/>
                <a:ext cx="14" cy="14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08" name="Oval 1344">
                <a:extLst>
                  <a:ext uri="{FF2B5EF4-FFF2-40B4-BE49-F238E27FC236}">
                    <a16:creationId xmlns:a16="http://schemas.microsoft.com/office/drawing/2014/main" id="{520DCE0F-3C94-4E4E-8BE8-33ECCC25D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3054"/>
                <a:ext cx="13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09" name="Oval 1345">
                <a:extLst>
                  <a:ext uri="{FF2B5EF4-FFF2-40B4-BE49-F238E27FC236}">
                    <a16:creationId xmlns:a16="http://schemas.microsoft.com/office/drawing/2014/main" id="{4DB27BB1-7809-4CF7-8123-1130FD6F0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3045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10" name="Oval 1346">
                <a:extLst>
                  <a:ext uri="{FF2B5EF4-FFF2-40B4-BE49-F238E27FC236}">
                    <a16:creationId xmlns:a16="http://schemas.microsoft.com/office/drawing/2014/main" id="{8A2D1AD1-AEEA-4A10-B9A1-700B73DBF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3036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11" name="Oval 1347">
                <a:extLst>
                  <a:ext uri="{FF2B5EF4-FFF2-40B4-BE49-F238E27FC236}">
                    <a16:creationId xmlns:a16="http://schemas.microsoft.com/office/drawing/2014/main" id="{3DDD636C-5C72-4E7E-B8EC-83101AEEB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026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12" name="Oval 1348">
                <a:extLst>
                  <a:ext uri="{FF2B5EF4-FFF2-40B4-BE49-F238E27FC236}">
                    <a16:creationId xmlns:a16="http://schemas.microsoft.com/office/drawing/2014/main" id="{9F934C35-FBAF-452B-890E-CA76C447B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3015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13" name="Oval 1349">
                <a:extLst>
                  <a:ext uri="{FF2B5EF4-FFF2-40B4-BE49-F238E27FC236}">
                    <a16:creationId xmlns:a16="http://schemas.microsoft.com/office/drawing/2014/main" id="{54EF23C4-ED23-4A76-9E96-C5D056BDB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3004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14" name="Oval 1350">
                <a:extLst>
                  <a:ext uri="{FF2B5EF4-FFF2-40B4-BE49-F238E27FC236}">
                    <a16:creationId xmlns:a16="http://schemas.microsoft.com/office/drawing/2014/main" id="{4F580A42-7AFD-482A-A744-062B37CCF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" y="2993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15" name="Oval 1351">
                <a:extLst>
                  <a:ext uri="{FF2B5EF4-FFF2-40B4-BE49-F238E27FC236}">
                    <a16:creationId xmlns:a16="http://schemas.microsoft.com/office/drawing/2014/main" id="{568724EA-B669-4FB8-BBB0-0BF07CDF9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2" y="2982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16" name="Oval 1352">
                <a:extLst>
                  <a:ext uri="{FF2B5EF4-FFF2-40B4-BE49-F238E27FC236}">
                    <a16:creationId xmlns:a16="http://schemas.microsoft.com/office/drawing/2014/main" id="{35E6DF6E-D0AA-4668-A664-0D60A825E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1" y="2971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17" name="Oval 1353">
                <a:extLst>
                  <a:ext uri="{FF2B5EF4-FFF2-40B4-BE49-F238E27FC236}">
                    <a16:creationId xmlns:a16="http://schemas.microsoft.com/office/drawing/2014/main" id="{00A3A29A-A3D0-4007-89B7-99490DEC1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8" y="2958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18" name="Oval 1354">
                <a:extLst>
                  <a:ext uri="{FF2B5EF4-FFF2-40B4-BE49-F238E27FC236}">
                    <a16:creationId xmlns:a16="http://schemas.microsoft.com/office/drawing/2014/main" id="{A7844184-622F-4B4A-8534-DA962173A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6" y="2945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19" name="Oval 1355">
                <a:extLst>
                  <a:ext uri="{FF2B5EF4-FFF2-40B4-BE49-F238E27FC236}">
                    <a16:creationId xmlns:a16="http://schemas.microsoft.com/office/drawing/2014/main" id="{A42D9E54-550E-4D6E-A460-5DDD65476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932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620" name="Freeform 1356">
                <a:extLst>
                  <a:ext uri="{FF2B5EF4-FFF2-40B4-BE49-F238E27FC236}">
                    <a16:creationId xmlns:a16="http://schemas.microsoft.com/office/drawing/2014/main" id="{68F5895B-DB53-496F-AD20-F864BE59C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19"/>
                <a:ext cx="16" cy="16"/>
              </a:xfrm>
              <a:custGeom>
                <a:avLst/>
                <a:gdLst>
                  <a:gd name="T0" fmla="*/ 37 w 9"/>
                  <a:gd name="T1" fmla="*/ 203 h 9"/>
                  <a:gd name="T2" fmla="*/ 203 w 9"/>
                  <a:gd name="T3" fmla="*/ 247 h 9"/>
                  <a:gd name="T4" fmla="*/ 247 w 9"/>
                  <a:gd name="T5" fmla="*/ 89 h 9"/>
                  <a:gd name="T6" fmla="*/ 89 w 9"/>
                  <a:gd name="T7" fmla="*/ 37 h 9"/>
                  <a:gd name="T8" fmla="*/ 37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3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1" name="Freeform 1357">
                <a:extLst>
                  <a:ext uri="{FF2B5EF4-FFF2-40B4-BE49-F238E27FC236}">
                    <a16:creationId xmlns:a16="http://schemas.microsoft.com/office/drawing/2014/main" id="{892DA849-B168-47EC-87AA-ADE3DCE49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906"/>
                <a:ext cx="16" cy="16"/>
              </a:xfrm>
              <a:custGeom>
                <a:avLst/>
                <a:gdLst>
                  <a:gd name="T0" fmla="*/ 37 w 9"/>
                  <a:gd name="T1" fmla="*/ 203 h 9"/>
                  <a:gd name="T2" fmla="*/ 203 w 9"/>
                  <a:gd name="T3" fmla="*/ 247 h 9"/>
                  <a:gd name="T4" fmla="*/ 247 w 9"/>
                  <a:gd name="T5" fmla="*/ 89 h 9"/>
                  <a:gd name="T6" fmla="*/ 89 w 9"/>
                  <a:gd name="T7" fmla="*/ 37 h 9"/>
                  <a:gd name="T8" fmla="*/ 37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4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2" name="Freeform 1358">
                <a:extLst>
                  <a:ext uri="{FF2B5EF4-FFF2-40B4-BE49-F238E27FC236}">
                    <a16:creationId xmlns:a16="http://schemas.microsoft.com/office/drawing/2014/main" id="{96CFB70C-565B-41D5-9C2F-EA5914ADD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893"/>
                <a:ext cx="16" cy="16"/>
              </a:xfrm>
              <a:custGeom>
                <a:avLst/>
                <a:gdLst>
                  <a:gd name="T0" fmla="*/ 0 w 9"/>
                  <a:gd name="T1" fmla="*/ 203 h 9"/>
                  <a:gd name="T2" fmla="*/ 203 w 9"/>
                  <a:gd name="T3" fmla="*/ 247 h 9"/>
                  <a:gd name="T4" fmla="*/ 247 w 9"/>
                  <a:gd name="T5" fmla="*/ 89 h 9"/>
                  <a:gd name="T6" fmla="*/ 89 w 9"/>
                  <a:gd name="T7" fmla="*/ 37 h 9"/>
                  <a:gd name="T8" fmla="*/ 0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3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1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3" name="Freeform 1359">
                <a:extLst>
                  <a:ext uri="{FF2B5EF4-FFF2-40B4-BE49-F238E27FC236}">
                    <a16:creationId xmlns:a16="http://schemas.microsoft.com/office/drawing/2014/main" id="{A9D18877-125D-42AD-A2A2-92D2F0716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880"/>
                <a:ext cx="16" cy="16"/>
              </a:xfrm>
              <a:custGeom>
                <a:avLst/>
                <a:gdLst>
                  <a:gd name="T0" fmla="*/ 37 w 9"/>
                  <a:gd name="T1" fmla="*/ 158 h 9"/>
                  <a:gd name="T2" fmla="*/ 203 w 9"/>
                  <a:gd name="T3" fmla="*/ 247 h 9"/>
                  <a:gd name="T4" fmla="*/ 281 w 9"/>
                  <a:gd name="T5" fmla="*/ 89 h 9"/>
                  <a:gd name="T6" fmla="*/ 117 w 9"/>
                  <a:gd name="T7" fmla="*/ 0 h 9"/>
                  <a:gd name="T8" fmla="*/ 37 w 9"/>
                  <a:gd name="T9" fmla="*/ 15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9" y="3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2" y="1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4" name="Freeform 1360">
                <a:extLst>
                  <a:ext uri="{FF2B5EF4-FFF2-40B4-BE49-F238E27FC236}">
                    <a16:creationId xmlns:a16="http://schemas.microsoft.com/office/drawing/2014/main" id="{9A1373D3-D33F-46FA-957F-91A16E748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865"/>
                <a:ext cx="16" cy="16"/>
              </a:xfrm>
              <a:custGeom>
                <a:avLst/>
                <a:gdLst>
                  <a:gd name="T0" fmla="*/ 37 w 9"/>
                  <a:gd name="T1" fmla="*/ 203 h 9"/>
                  <a:gd name="T2" fmla="*/ 203 w 9"/>
                  <a:gd name="T3" fmla="*/ 281 h 9"/>
                  <a:gd name="T4" fmla="*/ 247 w 9"/>
                  <a:gd name="T5" fmla="*/ 117 h 9"/>
                  <a:gd name="T6" fmla="*/ 89 w 9"/>
                  <a:gd name="T7" fmla="*/ 37 h 9"/>
                  <a:gd name="T8" fmla="*/ 37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4" y="9"/>
                      <a:pt x="6" y="9"/>
                    </a:cubicBezTo>
                    <a:cubicBezTo>
                      <a:pt x="8" y="8"/>
                      <a:pt x="9" y="6"/>
                      <a:pt x="8" y="4"/>
                    </a:cubicBezTo>
                    <a:cubicBezTo>
                      <a:pt x="8" y="2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5" name="Freeform 1361">
                <a:extLst>
                  <a:ext uri="{FF2B5EF4-FFF2-40B4-BE49-F238E27FC236}">
                    <a16:creationId xmlns:a16="http://schemas.microsoft.com/office/drawing/2014/main" id="{CB64D167-CF3D-4907-873D-C09DF4CA8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852"/>
                <a:ext cx="15" cy="16"/>
              </a:xfrm>
              <a:custGeom>
                <a:avLst/>
                <a:gdLst>
                  <a:gd name="T0" fmla="*/ 22 w 9"/>
                  <a:gd name="T1" fmla="*/ 203 h 9"/>
                  <a:gd name="T2" fmla="*/ 130 w 9"/>
                  <a:gd name="T3" fmla="*/ 247 h 9"/>
                  <a:gd name="T4" fmla="*/ 195 w 9"/>
                  <a:gd name="T5" fmla="*/ 89 h 9"/>
                  <a:gd name="T6" fmla="*/ 92 w 9"/>
                  <a:gd name="T7" fmla="*/ 37 h 9"/>
                  <a:gd name="T8" fmla="*/ 22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8" y="1"/>
                      <a:pt x="6" y="0"/>
                      <a:pt x="4" y="1"/>
                    </a:cubicBezTo>
                    <a:cubicBezTo>
                      <a:pt x="2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6" name="Freeform 1362">
                <a:extLst>
                  <a:ext uri="{FF2B5EF4-FFF2-40B4-BE49-F238E27FC236}">
                    <a16:creationId xmlns:a16="http://schemas.microsoft.com/office/drawing/2014/main" id="{10DE889A-DDC0-4A14-8A7A-748136830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839"/>
                <a:ext cx="15" cy="16"/>
              </a:xfrm>
              <a:custGeom>
                <a:avLst/>
                <a:gdLst>
                  <a:gd name="T0" fmla="*/ 0 w 9"/>
                  <a:gd name="T1" fmla="*/ 158 h 9"/>
                  <a:gd name="T2" fmla="*/ 103 w 9"/>
                  <a:gd name="T3" fmla="*/ 247 h 9"/>
                  <a:gd name="T4" fmla="*/ 172 w 9"/>
                  <a:gd name="T5" fmla="*/ 89 h 9"/>
                  <a:gd name="T6" fmla="*/ 62 w 9"/>
                  <a:gd name="T7" fmla="*/ 0 h 9"/>
                  <a:gd name="T8" fmla="*/ 0 w 9"/>
                  <a:gd name="T9" fmla="*/ 15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1" y="7"/>
                      <a:pt x="3" y="9"/>
                      <a:pt x="5" y="8"/>
                    </a:cubicBezTo>
                    <a:cubicBezTo>
                      <a:pt x="7" y="8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7" name="Freeform 1363">
                <a:extLst>
                  <a:ext uri="{FF2B5EF4-FFF2-40B4-BE49-F238E27FC236}">
                    <a16:creationId xmlns:a16="http://schemas.microsoft.com/office/drawing/2014/main" id="{26A53295-7771-4926-B5B1-0622BB234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824"/>
                <a:ext cx="16" cy="17"/>
              </a:xfrm>
              <a:custGeom>
                <a:avLst/>
                <a:gdLst>
                  <a:gd name="T0" fmla="*/ 0 w 9"/>
                  <a:gd name="T1" fmla="*/ 272 h 9"/>
                  <a:gd name="T2" fmla="*/ 158 w 9"/>
                  <a:gd name="T3" fmla="*/ 402 h 9"/>
                  <a:gd name="T4" fmla="*/ 247 w 9"/>
                  <a:gd name="T5" fmla="*/ 189 h 9"/>
                  <a:gd name="T6" fmla="*/ 89 w 9"/>
                  <a:gd name="T7" fmla="*/ 53 h 9"/>
                  <a:gd name="T8" fmla="*/ 0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3" y="9"/>
                      <a:pt x="5" y="9"/>
                    </a:cubicBezTo>
                    <a:cubicBezTo>
                      <a:pt x="8" y="8"/>
                      <a:pt x="9" y="6"/>
                      <a:pt x="8" y="4"/>
                    </a:cubicBezTo>
                    <a:cubicBezTo>
                      <a:pt x="8" y="2"/>
                      <a:pt x="5" y="0"/>
                      <a:pt x="3" y="1"/>
                    </a:cubicBezTo>
                    <a:cubicBezTo>
                      <a:pt x="1" y="1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8" name="Freeform 1364">
                <a:extLst>
                  <a:ext uri="{FF2B5EF4-FFF2-40B4-BE49-F238E27FC236}">
                    <a16:creationId xmlns:a16="http://schemas.microsoft.com/office/drawing/2014/main" id="{DC3430F5-4E32-4FCE-B4FF-C100273B8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811"/>
                <a:ext cx="16" cy="17"/>
              </a:xfrm>
              <a:custGeom>
                <a:avLst/>
                <a:gdLst>
                  <a:gd name="T0" fmla="*/ 0 w 9"/>
                  <a:gd name="T1" fmla="*/ 213 h 9"/>
                  <a:gd name="T2" fmla="*/ 158 w 9"/>
                  <a:gd name="T3" fmla="*/ 357 h 9"/>
                  <a:gd name="T4" fmla="*/ 247 w 9"/>
                  <a:gd name="T5" fmla="*/ 144 h 9"/>
                  <a:gd name="T6" fmla="*/ 89 w 9"/>
                  <a:gd name="T7" fmla="*/ 0 h 9"/>
                  <a:gd name="T8" fmla="*/ 0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1" y="7"/>
                      <a:pt x="3" y="9"/>
                      <a:pt x="5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9" name="Freeform 1365">
                <a:extLst>
                  <a:ext uri="{FF2B5EF4-FFF2-40B4-BE49-F238E27FC236}">
                    <a16:creationId xmlns:a16="http://schemas.microsoft.com/office/drawing/2014/main" id="{F856494E-21B3-4CCE-9C78-5611FCC68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796"/>
                <a:ext cx="16" cy="17"/>
              </a:xfrm>
              <a:custGeom>
                <a:avLst/>
                <a:gdLst>
                  <a:gd name="T0" fmla="*/ 0 w 9"/>
                  <a:gd name="T1" fmla="*/ 272 h 9"/>
                  <a:gd name="T2" fmla="*/ 158 w 9"/>
                  <a:gd name="T3" fmla="*/ 357 h 9"/>
                  <a:gd name="T4" fmla="*/ 247 w 9"/>
                  <a:gd name="T5" fmla="*/ 189 h 9"/>
                  <a:gd name="T6" fmla="*/ 89 w 9"/>
                  <a:gd name="T7" fmla="*/ 53 h 9"/>
                  <a:gd name="T8" fmla="*/ 0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3" y="9"/>
                      <a:pt x="5" y="8"/>
                    </a:cubicBezTo>
                    <a:cubicBezTo>
                      <a:pt x="7" y="8"/>
                      <a:pt x="9" y="6"/>
                      <a:pt x="8" y="4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0" name="Freeform 1366">
                <a:extLst>
                  <a:ext uri="{FF2B5EF4-FFF2-40B4-BE49-F238E27FC236}">
                    <a16:creationId xmlns:a16="http://schemas.microsoft.com/office/drawing/2014/main" id="{E1EDC799-C343-4D44-839D-E87A05B42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781"/>
                <a:ext cx="15" cy="17"/>
              </a:xfrm>
              <a:custGeom>
                <a:avLst/>
                <a:gdLst>
                  <a:gd name="T0" fmla="*/ 22 w 9"/>
                  <a:gd name="T1" fmla="*/ 272 h 9"/>
                  <a:gd name="T2" fmla="*/ 130 w 9"/>
                  <a:gd name="T3" fmla="*/ 402 h 9"/>
                  <a:gd name="T4" fmla="*/ 195 w 9"/>
                  <a:gd name="T5" fmla="*/ 189 h 9"/>
                  <a:gd name="T6" fmla="*/ 92 w 9"/>
                  <a:gd name="T7" fmla="*/ 53 h 9"/>
                  <a:gd name="T8" fmla="*/ 2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9"/>
                    </a:cubicBezTo>
                    <a:cubicBezTo>
                      <a:pt x="8" y="8"/>
                      <a:pt x="9" y="6"/>
                      <a:pt x="9" y="4"/>
                    </a:cubicBezTo>
                    <a:cubicBezTo>
                      <a:pt x="8" y="2"/>
                      <a:pt x="6" y="0"/>
                      <a:pt x="4" y="1"/>
                    </a:cubicBezTo>
                    <a:cubicBezTo>
                      <a:pt x="2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1" name="Freeform 1367">
                <a:extLst>
                  <a:ext uri="{FF2B5EF4-FFF2-40B4-BE49-F238E27FC236}">
                    <a16:creationId xmlns:a16="http://schemas.microsoft.com/office/drawing/2014/main" id="{2A3EDA26-17D3-4BC9-9B31-7B594C269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768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357 h 9"/>
                  <a:gd name="T4" fmla="*/ 247 w 9"/>
                  <a:gd name="T5" fmla="*/ 100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2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2" name="Freeform 1368">
                <a:extLst>
                  <a:ext uri="{FF2B5EF4-FFF2-40B4-BE49-F238E27FC236}">
                    <a16:creationId xmlns:a16="http://schemas.microsoft.com/office/drawing/2014/main" id="{85449846-D899-456C-ADF7-25AA83C94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753"/>
                <a:ext cx="18" cy="17"/>
              </a:xfrm>
              <a:custGeom>
                <a:avLst/>
                <a:gdLst>
                  <a:gd name="T0" fmla="*/ 41 w 10"/>
                  <a:gd name="T1" fmla="*/ 272 h 9"/>
                  <a:gd name="T2" fmla="*/ 239 w 10"/>
                  <a:gd name="T3" fmla="*/ 357 h 9"/>
                  <a:gd name="T4" fmla="*/ 304 w 10"/>
                  <a:gd name="T5" fmla="*/ 144 h 9"/>
                  <a:gd name="T6" fmla="*/ 94 w 10"/>
                  <a:gd name="T7" fmla="*/ 53 h 9"/>
                  <a:gd name="T8" fmla="*/ 41 w 10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6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10" y="5"/>
                      <a:pt x="9" y="3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3" name="Freeform 1369">
                <a:extLst>
                  <a:ext uri="{FF2B5EF4-FFF2-40B4-BE49-F238E27FC236}">
                    <a16:creationId xmlns:a16="http://schemas.microsoft.com/office/drawing/2014/main" id="{5827DBB2-41BB-417A-B07C-5271B943D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738"/>
                <a:ext cx="15" cy="17"/>
              </a:xfrm>
              <a:custGeom>
                <a:avLst/>
                <a:gdLst>
                  <a:gd name="T0" fmla="*/ 22 w 9"/>
                  <a:gd name="T1" fmla="*/ 272 h 9"/>
                  <a:gd name="T2" fmla="*/ 130 w 9"/>
                  <a:gd name="T3" fmla="*/ 357 h 9"/>
                  <a:gd name="T4" fmla="*/ 172 w 9"/>
                  <a:gd name="T5" fmla="*/ 144 h 9"/>
                  <a:gd name="T6" fmla="*/ 62 w 9"/>
                  <a:gd name="T7" fmla="*/ 53 h 9"/>
                  <a:gd name="T8" fmla="*/ 2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4" name="Freeform 1370">
                <a:extLst>
                  <a:ext uri="{FF2B5EF4-FFF2-40B4-BE49-F238E27FC236}">
                    <a16:creationId xmlns:a16="http://schemas.microsoft.com/office/drawing/2014/main" id="{EEF6FDAE-1F0B-45A5-9847-DF433DC00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724"/>
                <a:ext cx="16" cy="18"/>
              </a:xfrm>
              <a:custGeom>
                <a:avLst/>
                <a:gdLst>
                  <a:gd name="T0" fmla="*/ 37 w 9"/>
                  <a:gd name="T1" fmla="*/ 239 h 10"/>
                  <a:gd name="T2" fmla="*/ 203 w 9"/>
                  <a:gd name="T3" fmla="*/ 304 h 10"/>
                  <a:gd name="T4" fmla="*/ 247 w 9"/>
                  <a:gd name="T5" fmla="*/ 94 h 10"/>
                  <a:gd name="T6" fmla="*/ 89 w 9"/>
                  <a:gd name="T7" fmla="*/ 41 h 10"/>
                  <a:gd name="T8" fmla="*/ 37 w 9"/>
                  <a:gd name="T9" fmla="*/ 23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2" y="9"/>
                      <a:pt x="4" y="10"/>
                      <a:pt x="6" y="9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5" name="Freeform 1371">
                <a:extLst>
                  <a:ext uri="{FF2B5EF4-FFF2-40B4-BE49-F238E27FC236}">
                    <a16:creationId xmlns:a16="http://schemas.microsoft.com/office/drawing/2014/main" id="{7532C54D-71EF-46A2-8785-D516A6E96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711"/>
                <a:ext cx="15" cy="16"/>
              </a:xfrm>
              <a:custGeom>
                <a:avLst/>
                <a:gdLst>
                  <a:gd name="T0" fmla="*/ 22 w 9"/>
                  <a:gd name="T1" fmla="*/ 203 h 9"/>
                  <a:gd name="T2" fmla="*/ 130 w 9"/>
                  <a:gd name="T3" fmla="*/ 247 h 9"/>
                  <a:gd name="T4" fmla="*/ 172 w 9"/>
                  <a:gd name="T5" fmla="*/ 89 h 9"/>
                  <a:gd name="T6" fmla="*/ 62 w 9"/>
                  <a:gd name="T7" fmla="*/ 0 h 9"/>
                  <a:gd name="T8" fmla="*/ 22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0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6" name="Freeform 1372">
                <a:extLst>
                  <a:ext uri="{FF2B5EF4-FFF2-40B4-BE49-F238E27FC236}">
                    <a16:creationId xmlns:a16="http://schemas.microsoft.com/office/drawing/2014/main" id="{35438FE1-B235-4F90-B479-8353DA8EC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696"/>
                <a:ext cx="16" cy="16"/>
              </a:xfrm>
              <a:custGeom>
                <a:avLst/>
                <a:gdLst>
                  <a:gd name="T0" fmla="*/ 37 w 9"/>
                  <a:gd name="T1" fmla="*/ 203 h 9"/>
                  <a:gd name="T2" fmla="*/ 203 w 9"/>
                  <a:gd name="T3" fmla="*/ 247 h 9"/>
                  <a:gd name="T4" fmla="*/ 247 w 9"/>
                  <a:gd name="T5" fmla="*/ 89 h 9"/>
                  <a:gd name="T6" fmla="*/ 89 w 9"/>
                  <a:gd name="T7" fmla="*/ 37 h 9"/>
                  <a:gd name="T8" fmla="*/ 37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7" name="Freeform 1373">
                <a:extLst>
                  <a:ext uri="{FF2B5EF4-FFF2-40B4-BE49-F238E27FC236}">
                    <a16:creationId xmlns:a16="http://schemas.microsoft.com/office/drawing/2014/main" id="{E5FECC92-B8DC-4567-9465-A0B3129D9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681"/>
                <a:ext cx="15" cy="17"/>
              </a:xfrm>
              <a:custGeom>
                <a:avLst/>
                <a:gdLst>
                  <a:gd name="T0" fmla="*/ 22 w 9"/>
                  <a:gd name="T1" fmla="*/ 272 h 9"/>
                  <a:gd name="T2" fmla="*/ 130 w 9"/>
                  <a:gd name="T3" fmla="*/ 357 h 9"/>
                  <a:gd name="T4" fmla="*/ 172 w 9"/>
                  <a:gd name="T5" fmla="*/ 144 h 9"/>
                  <a:gd name="T6" fmla="*/ 62 w 9"/>
                  <a:gd name="T7" fmla="*/ 53 h 9"/>
                  <a:gd name="T8" fmla="*/ 2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8" name="Freeform 1374">
                <a:extLst>
                  <a:ext uri="{FF2B5EF4-FFF2-40B4-BE49-F238E27FC236}">
                    <a16:creationId xmlns:a16="http://schemas.microsoft.com/office/drawing/2014/main" id="{FB5FE1BD-3B31-48B2-A95A-375973CA3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666"/>
                <a:ext cx="16" cy="17"/>
              </a:xfrm>
              <a:custGeom>
                <a:avLst/>
                <a:gdLst>
                  <a:gd name="T0" fmla="*/ 0 w 9"/>
                  <a:gd name="T1" fmla="*/ 272 h 9"/>
                  <a:gd name="T2" fmla="*/ 203 w 9"/>
                  <a:gd name="T3" fmla="*/ 357 h 9"/>
                  <a:gd name="T4" fmla="*/ 247 w 9"/>
                  <a:gd name="T5" fmla="*/ 144 h 9"/>
                  <a:gd name="T6" fmla="*/ 89 w 9"/>
                  <a:gd name="T7" fmla="*/ 53 h 9"/>
                  <a:gd name="T8" fmla="*/ 0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9" name="Freeform 1375">
                <a:extLst>
                  <a:ext uri="{FF2B5EF4-FFF2-40B4-BE49-F238E27FC236}">
                    <a16:creationId xmlns:a16="http://schemas.microsoft.com/office/drawing/2014/main" id="{3CBD5001-FB6F-426D-99A6-7E9B42757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651"/>
                <a:ext cx="15" cy="17"/>
              </a:xfrm>
              <a:custGeom>
                <a:avLst/>
                <a:gdLst>
                  <a:gd name="T0" fmla="*/ 22 w 9"/>
                  <a:gd name="T1" fmla="*/ 317 h 9"/>
                  <a:gd name="T2" fmla="*/ 130 w 9"/>
                  <a:gd name="T3" fmla="*/ 357 h 9"/>
                  <a:gd name="T4" fmla="*/ 172 w 9"/>
                  <a:gd name="T5" fmla="*/ 100 h 9"/>
                  <a:gd name="T6" fmla="*/ 37 w 9"/>
                  <a:gd name="T7" fmla="*/ 53 h 9"/>
                  <a:gd name="T8" fmla="*/ 2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2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0" name="Freeform 1376">
                <a:extLst>
                  <a:ext uri="{FF2B5EF4-FFF2-40B4-BE49-F238E27FC236}">
                    <a16:creationId xmlns:a16="http://schemas.microsoft.com/office/drawing/2014/main" id="{5E1807D1-9469-4768-993E-E3E01D2C4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636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57 h 9"/>
                  <a:gd name="T4" fmla="*/ 247 w 9"/>
                  <a:gd name="T5" fmla="*/ 100 h 9"/>
                  <a:gd name="T6" fmla="*/ 89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1" name="Freeform 1377">
                <a:extLst>
                  <a:ext uri="{FF2B5EF4-FFF2-40B4-BE49-F238E27FC236}">
                    <a16:creationId xmlns:a16="http://schemas.microsoft.com/office/drawing/2014/main" id="{FB5CEDEC-F2A2-4CDC-82AB-83C8A47F5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621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3 w 9"/>
                  <a:gd name="T3" fmla="*/ 357 h 9"/>
                  <a:gd name="T4" fmla="*/ 247 w 9"/>
                  <a:gd name="T5" fmla="*/ 100 h 9"/>
                  <a:gd name="T6" fmla="*/ 66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5" y="9"/>
                      <a:pt x="6" y="8"/>
                    </a:cubicBezTo>
                    <a:cubicBezTo>
                      <a:pt x="8" y="7"/>
                      <a:pt x="9" y="4"/>
                      <a:pt x="8" y="2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2" name="Freeform 1378">
                <a:extLst>
                  <a:ext uri="{FF2B5EF4-FFF2-40B4-BE49-F238E27FC236}">
                    <a16:creationId xmlns:a16="http://schemas.microsoft.com/office/drawing/2014/main" id="{441AEE2C-E629-4288-8BB2-FAA00C1CC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606"/>
                <a:ext cx="15" cy="17"/>
              </a:xfrm>
              <a:custGeom>
                <a:avLst/>
                <a:gdLst>
                  <a:gd name="T0" fmla="*/ 22 w 9"/>
                  <a:gd name="T1" fmla="*/ 317 h 9"/>
                  <a:gd name="T2" fmla="*/ 153 w 9"/>
                  <a:gd name="T3" fmla="*/ 357 h 9"/>
                  <a:gd name="T4" fmla="*/ 172 w 9"/>
                  <a:gd name="T5" fmla="*/ 144 h 9"/>
                  <a:gd name="T6" fmla="*/ 62 w 9"/>
                  <a:gd name="T7" fmla="*/ 53 h 9"/>
                  <a:gd name="T8" fmla="*/ 2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3"/>
                    </a:cubicBezTo>
                    <a:cubicBezTo>
                      <a:pt x="7" y="1"/>
                      <a:pt x="4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3" name="Freeform 1379">
                <a:extLst>
                  <a:ext uri="{FF2B5EF4-FFF2-40B4-BE49-F238E27FC236}">
                    <a16:creationId xmlns:a16="http://schemas.microsoft.com/office/drawing/2014/main" id="{C5E46F1E-11FB-4281-8D8B-CCBC649AF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592"/>
                <a:ext cx="16" cy="16"/>
              </a:xfrm>
              <a:custGeom>
                <a:avLst/>
                <a:gdLst>
                  <a:gd name="T0" fmla="*/ 37 w 9"/>
                  <a:gd name="T1" fmla="*/ 208 h 9"/>
                  <a:gd name="T2" fmla="*/ 208 w 9"/>
                  <a:gd name="T3" fmla="*/ 247 h 9"/>
                  <a:gd name="T4" fmla="*/ 247 w 9"/>
                  <a:gd name="T5" fmla="*/ 89 h 9"/>
                  <a:gd name="T6" fmla="*/ 89 w 9"/>
                  <a:gd name="T7" fmla="*/ 37 h 9"/>
                  <a:gd name="T8" fmla="*/ 3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4" name="Freeform 1380">
                <a:extLst>
                  <a:ext uri="{FF2B5EF4-FFF2-40B4-BE49-F238E27FC236}">
                    <a16:creationId xmlns:a16="http://schemas.microsoft.com/office/drawing/2014/main" id="{D6F2E0D4-CE2F-4DC2-953A-8B9E864F9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577"/>
                <a:ext cx="16" cy="16"/>
              </a:xfrm>
              <a:custGeom>
                <a:avLst/>
                <a:gdLst>
                  <a:gd name="T0" fmla="*/ 37 w 9"/>
                  <a:gd name="T1" fmla="*/ 203 h 9"/>
                  <a:gd name="T2" fmla="*/ 208 w 9"/>
                  <a:gd name="T3" fmla="*/ 247 h 9"/>
                  <a:gd name="T4" fmla="*/ 247 w 9"/>
                  <a:gd name="T5" fmla="*/ 66 h 9"/>
                  <a:gd name="T6" fmla="*/ 89 w 9"/>
                  <a:gd name="T7" fmla="*/ 37 h 9"/>
                  <a:gd name="T8" fmla="*/ 37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5" name="Freeform 1381">
                <a:extLst>
                  <a:ext uri="{FF2B5EF4-FFF2-40B4-BE49-F238E27FC236}">
                    <a16:creationId xmlns:a16="http://schemas.microsoft.com/office/drawing/2014/main" id="{77B59ED5-16FB-4410-8BC8-2D181E44B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562"/>
                <a:ext cx="15" cy="17"/>
              </a:xfrm>
              <a:custGeom>
                <a:avLst/>
                <a:gdLst>
                  <a:gd name="T0" fmla="*/ 22 w 9"/>
                  <a:gd name="T1" fmla="*/ 272 h 9"/>
                  <a:gd name="T2" fmla="*/ 130 w 9"/>
                  <a:gd name="T3" fmla="*/ 357 h 9"/>
                  <a:gd name="T4" fmla="*/ 172 w 9"/>
                  <a:gd name="T5" fmla="*/ 100 h 9"/>
                  <a:gd name="T6" fmla="*/ 37 w 9"/>
                  <a:gd name="T7" fmla="*/ 53 h 9"/>
                  <a:gd name="T8" fmla="*/ 2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6" name="Freeform 1382">
                <a:extLst>
                  <a:ext uri="{FF2B5EF4-FFF2-40B4-BE49-F238E27FC236}">
                    <a16:creationId xmlns:a16="http://schemas.microsoft.com/office/drawing/2014/main" id="{6BC6C198-4EFD-4976-8B16-7741F6295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547"/>
                <a:ext cx="15" cy="17"/>
              </a:xfrm>
              <a:custGeom>
                <a:avLst/>
                <a:gdLst>
                  <a:gd name="T0" fmla="*/ 22 w 9"/>
                  <a:gd name="T1" fmla="*/ 272 h 9"/>
                  <a:gd name="T2" fmla="*/ 130 w 9"/>
                  <a:gd name="T3" fmla="*/ 357 h 9"/>
                  <a:gd name="T4" fmla="*/ 172 w 9"/>
                  <a:gd name="T5" fmla="*/ 100 h 9"/>
                  <a:gd name="T6" fmla="*/ 37 w 9"/>
                  <a:gd name="T7" fmla="*/ 53 h 9"/>
                  <a:gd name="T8" fmla="*/ 2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2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7" name="Freeform 1383">
                <a:extLst>
                  <a:ext uri="{FF2B5EF4-FFF2-40B4-BE49-F238E27FC236}">
                    <a16:creationId xmlns:a16="http://schemas.microsoft.com/office/drawing/2014/main" id="{E67CC306-7C7C-4768-A839-E934EE7C7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532"/>
                <a:ext cx="15" cy="17"/>
              </a:xfrm>
              <a:custGeom>
                <a:avLst/>
                <a:gdLst>
                  <a:gd name="T0" fmla="*/ 37 w 9"/>
                  <a:gd name="T1" fmla="*/ 317 h 9"/>
                  <a:gd name="T2" fmla="*/ 153 w 9"/>
                  <a:gd name="T3" fmla="*/ 317 h 9"/>
                  <a:gd name="T4" fmla="*/ 172 w 9"/>
                  <a:gd name="T5" fmla="*/ 100 h 9"/>
                  <a:gd name="T6" fmla="*/ 37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8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1" y="2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8" name="Freeform 1384">
                <a:extLst>
                  <a:ext uri="{FF2B5EF4-FFF2-40B4-BE49-F238E27FC236}">
                    <a16:creationId xmlns:a16="http://schemas.microsoft.com/office/drawing/2014/main" id="{7E740D0A-0622-405F-9238-10ABB3AE5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517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08 w 9"/>
                  <a:gd name="T3" fmla="*/ 317 h 9"/>
                  <a:gd name="T4" fmla="*/ 247 w 9"/>
                  <a:gd name="T5" fmla="*/ 100 h 9"/>
                  <a:gd name="T6" fmla="*/ 66 w 9"/>
                  <a:gd name="T7" fmla="*/ 53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8"/>
                      <a:pt x="5" y="9"/>
                      <a:pt x="7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1" y="2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9" name="Freeform 1385">
                <a:extLst>
                  <a:ext uri="{FF2B5EF4-FFF2-40B4-BE49-F238E27FC236}">
                    <a16:creationId xmlns:a16="http://schemas.microsoft.com/office/drawing/2014/main" id="{E3E26968-8814-43FC-8D52-DA074C31C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501"/>
                <a:ext cx="16" cy="18"/>
              </a:xfrm>
              <a:custGeom>
                <a:avLst/>
                <a:gdLst>
                  <a:gd name="T0" fmla="*/ 37 w 9"/>
                  <a:gd name="T1" fmla="*/ 239 h 10"/>
                  <a:gd name="T2" fmla="*/ 208 w 9"/>
                  <a:gd name="T3" fmla="*/ 263 h 10"/>
                  <a:gd name="T4" fmla="*/ 247 w 9"/>
                  <a:gd name="T5" fmla="*/ 94 h 10"/>
                  <a:gd name="T6" fmla="*/ 66 w 9"/>
                  <a:gd name="T7" fmla="*/ 74 h 10"/>
                  <a:gd name="T8" fmla="*/ 37 w 9"/>
                  <a:gd name="T9" fmla="*/ 23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3" y="9"/>
                      <a:pt x="5" y="10"/>
                      <a:pt x="7" y="8"/>
                    </a:cubicBezTo>
                    <a:cubicBezTo>
                      <a:pt x="9" y="7"/>
                      <a:pt x="9" y="4"/>
                      <a:pt x="8" y="3"/>
                    </a:cubicBez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0" name="Freeform 1386">
                <a:extLst>
                  <a:ext uri="{FF2B5EF4-FFF2-40B4-BE49-F238E27FC236}">
                    <a16:creationId xmlns:a16="http://schemas.microsoft.com/office/drawing/2014/main" id="{293439EB-415A-4324-BDC8-D2D29993E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486"/>
                <a:ext cx="15" cy="18"/>
              </a:xfrm>
              <a:custGeom>
                <a:avLst/>
                <a:gdLst>
                  <a:gd name="T0" fmla="*/ 22 w 9"/>
                  <a:gd name="T1" fmla="*/ 239 h 10"/>
                  <a:gd name="T2" fmla="*/ 130 w 9"/>
                  <a:gd name="T3" fmla="*/ 263 h 10"/>
                  <a:gd name="T4" fmla="*/ 153 w 9"/>
                  <a:gd name="T5" fmla="*/ 94 h 10"/>
                  <a:gd name="T6" fmla="*/ 37 w 9"/>
                  <a:gd name="T7" fmla="*/ 74 h 10"/>
                  <a:gd name="T8" fmla="*/ 22 w 9"/>
                  <a:gd name="T9" fmla="*/ 23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2" y="9"/>
                      <a:pt x="5" y="10"/>
                      <a:pt x="6" y="8"/>
                    </a:cubicBezTo>
                    <a:cubicBezTo>
                      <a:pt x="8" y="7"/>
                      <a:pt x="9" y="4"/>
                      <a:pt x="7" y="3"/>
                    </a:cubicBez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1" name="Freeform 1387">
                <a:extLst>
                  <a:ext uri="{FF2B5EF4-FFF2-40B4-BE49-F238E27FC236}">
                    <a16:creationId xmlns:a16="http://schemas.microsoft.com/office/drawing/2014/main" id="{5A7514B6-6628-4037-A61C-FDC0489C0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471"/>
                <a:ext cx="15" cy="17"/>
              </a:xfrm>
              <a:custGeom>
                <a:avLst/>
                <a:gdLst>
                  <a:gd name="T0" fmla="*/ 22 w 9"/>
                  <a:gd name="T1" fmla="*/ 317 h 9"/>
                  <a:gd name="T2" fmla="*/ 153 w 9"/>
                  <a:gd name="T3" fmla="*/ 357 h 9"/>
                  <a:gd name="T4" fmla="*/ 172 w 9"/>
                  <a:gd name="T5" fmla="*/ 144 h 9"/>
                  <a:gd name="T6" fmla="*/ 37 w 9"/>
                  <a:gd name="T7" fmla="*/ 100 h 9"/>
                  <a:gd name="T8" fmla="*/ 2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3"/>
                    </a:cubicBezTo>
                    <a:cubicBezTo>
                      <a:pt x="7" y="1"/>
                      <a:pt x="4" y="0"/>
                      <a:pt x="2" y="2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2" name="Freeform 1388">
                <a:extLst>
                  <a:ext uri="{FF2B5EF4-FFF2-40B4-BE49-F238E27FC236}">
                    <a16:creationId xmlns:a16="http://schemas.microsoft.com/office/drawing/2014/main" id="{46FABA99-6E1E-47B0-8242-7C2B5C3E3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456"/>
                <a:ext cx="15" cy="17"/>
              </a:xfrm>
              <a:custGeom>
                <a:avLst/>
                <a:gdLst>
                  <a:gd name="T0" fmla="*/ 22 w 9"/>
                  <a:gd name="T1" fmla="*/ 317 h 9"/>
                  <a:gd name="T2" fmla="*/ 153 w 9"/>
                  <a:gd name="T3" fmla="*/ 357 h 9"/>
                  <a:gd name="T4" fmla="*/ 172 w 9"/>
                  <a:gd name="T5" fmla="*/ 100 h 9"/>
                  <a:gd name="T6" fmla="*/ 37 w 9"/>
                  <a:gd name="T7" fmla="*/ 53 h 9"/>
                  <a:gd name="T8" fmla="*/ 2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1"/>
                      <a:pt x="4" y="0"/>
                      <a:pt x="2" y="1"/>
                    </a:cubicBezTo>
                    <a:cubicBezTo>
                      <a:pt x="1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3" name="Freeform 1389">
                <a:extLst>
                  <a:ext uri="{FF2B5EF4-FFF2-40B4-BE49-F238E27FC236}">
                    <a16:creationId xmlns:a16="http://schemas.microsoft.com/office/drawing/2014/main" id="{4465501A-58A1-4259-A226-F5CBA7CCC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441"/>
                <a:ext cx="15" cy="17"/>
              </a:xfrm>
              <a:custGeom>
                <a:avLst/>
                <a:gdLst>
                  <a:gd name="T0" fmla="*/ 22 w 9"/>
                  <a:gd name="T1" fmla="*/ 317 h 9"/>
                  <a:gd name="T2" fmla="*/ 153 w 9"/>
                  <a:gd name="T3" fmla="*/ 357 h 9"/>
                  <a:gd name="T4" fmla="*/ 172 w 9"/>
                  <a:gd name="T5" fmla="*/ 100 h 9"/>
                  <a:gd name="T6" fmla="*/ 37 w 9"/>
                  <a:gd name="T7" fmla="*/ 53 h 9"/>
                  <a:gd name="T8" fmla="*/ 2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1"/>
                      <a:pt x="4" y="0"/>
                      <a:pt x="2" y="1"/>
                    </a:cubicBezTo>
                    <a:cubicBezTo>
                      <a:pt x="1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4" name="Freeform 1390">
                <a:extLst>
                  <a:ext uri="{FF2B5EF4-FFF2-40B4-BE49-F238E27FC236}">
                    <a16:creationId xmlns:a16="http://schemas.microsoft.com/office/drawing/2014/main" id="{231D173B-09C2-47ED-A078-5A4203A1C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426"/>
                <a:ext cx="15" cy="17"/>
              </a:xfrm>
              <a:custGeom>
                <a:avLst/>
                <a:gdLst>
                  <a:gd name="T0" fmla="*/ 22 w 9"/>
                  <a:gd name="T1" fmla="*/ 317 h 9"/>
                  <a:gd name="T2" fmla="*/ 153 w 9"/>
                  <a:gd name="T3" fmla="*/ 357 h 9"/>
                  <a:gd name="T4" fmla="*/ 172 w 9"/>
                  <a:gd name="T5" fmla="*/ 100 h 9"/>
                  <a:gd name="T6" fmla="*/ 37 w 9"/>
                  <a:gd name="T7" fmla="*/ 53 h 9"/>
                  <a:gd name="T8" fmla="*/ 2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1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5" name="Freeform 1391">
                <a:extLst>
                  <a:ext uri="{FF2B5EF4-FFF2-40B4-BE49-F238E27FC236}">
                    <a16:creationId xmlns:a16="http://schemas.microsoft.com/office/drawing/2014/main" id="{A03E3C4C-B20B-48CF-AFDE-22366F33B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411"/>
                <a:ext cx="15" cy="17"/>
              </a:xfrm>
              <a:custGeom>
                <a:avLst/>
                <a:gdLst>
                  <a:gd name="T0" fmla="*/ 37 w 9"/>
                  <a:gd name="T1" fmla="*/ 317 h 9"/>
                  <a:gd name="T2" fmla="*/ 172 w 9"/>
                  <a:gd name="T3" fmla="*/ 317 h 9"/>
                  <a:gd name="T4" fmla="*/ 172 w 9"/>
                  <a:gd name="T5" fmla="*/ 100 h 9"/>
                  <a:gd name="T6" fmla="*/ 37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6" name="Freeform 1392">
                <a:extLst>
                  <a:ext uri="{FF2B5EF4-FFF2-40B4-BE49-F238E27FC236}">
                    <a16:creationId xmlns:a16="http://schemas.microsoft.com/office/drawing/2014/main" id="{E3983441-5177-40F0-A0BB-937815894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396"/>
                <a:ext cx="13" cy="17"/>
              </a:xfrm>
              <a:custGeom>
                <a:avLst/>
                <a:gdLst>
                  <a:gd name="T0" fmla="*/ 21 w 8"/>
                  <a:gd name="T1" fmla="*/ 317 h 9"/>
                  <a:gd name="T2" fmla="*/ 124 w 8"/>
                  <a:gd name="T3" fmla="*/ 317 h 9"/>
                  <a:gd name="T4" fmla="*/ 124 w 8"/>
                  <a:gd name="T5" fmla="*/ 100 h 9"/>
                  <a:gd name="T6" fmla="*/ 21 w 8"/>
                  <a:gd name="T7" fmla="*/ 53 h 9"/>
                  <a:gd name="T8" fmla="*/ 21 w 8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7"/>
                    </a:moveTo>
                    <a:cubicBezTo>
                      <a:pt x="3" y="9"/>
                      <a:pt x="5" y="9"/>
                      <a:pt x="7" y="7"/>
                    </a:cubicBezTo>
                    <a:cubicBezTo>
                      <a:pt x="8" y="6"/>
                      <a:pt x="8" y="3"/>
                      <a:pt x="7" y="2"/>
                    </a:cubicBez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7" name="Freeform 1393">
                <a:extLst>
                  <a:ext uri="{FF2B5EF4-FFF2-40B4-BE49-F238E27FC236}">
                    <a16:creationId xmlns:a16="http://schemas.microsoft.com/office/drawing/2014/main" id="{5F173743-B512-4CFD-BD91-0A816CF2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382"/>
                <a:ext cx="15" cy="16"/>
              </a:xfrm>
              <a:custGeom>
                <a:avLst/>
                <a:gdLst>
                  <a:gd name="T0" fmla="*/ 37 w 9"/>
                  <a:gd name="T1" fmla="*/ 208 h 9"/>
                  <a:gd name="T2" fmla="*/ 172 w 9"/>
                  <a:gd name="T3" fmla="*/ 208 h 9"/>
                  <a:gd name="T4" fmla="*/ 172 w 9"/>
                  <a:gd name="T5" fmla="*/ 37 h 9"/>
                  <a:gd name="T6" fmla="*/ 37 w 9"/>
                  <a:gd name="T7" fmla="*/ 37 h 9"/>
                  <a:gd name="T8" fmla="*/ 3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8" y="1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8" name="Freeform 1394">
                <a:extLst>
                  <a:ext uri="{FF2B5EF4-FFF2-40B4-BE49-F238E27FC236}">
                    <a16:creationId xmlns:a16="http://schemas.microsoft.com/office/drawing/2014/main" id="{C52A3518-1F0D-45C8-8ED2-1080A92A8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367"/>
                <a:ext cx="15" cy="16"/>
              </a:xfrm>
              <a:custGeom>
                <a:avLst/>
                <a:gdLst>
                  <a:gd name="T0" fmla="*/ 37 w 9"/>
                  <a:gd name="T1" fmla="*/ 208 h 9"/>
                  <a:gd name="T2" fmla="*/ 153 w 9"/>
                  <a:gd name="T3" fmla="*/ 208 h 9"/>
                  <a:gd name="T4" fmla="*/ 172 w 9"/>
                  <a:gd name="T5" fmla="*/ 37 h 9"/>
                  <a:gd name="T6" fmla="*/ 37 w 9"/>
                  <a:gd name="T7" fmla="*/ 37 h 9"/>
                  <a:gd name="T8" fmla="*/ 37 w 9"/>
                  <a:gd name="T9" fmla="*/ 20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8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1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9" name="Freeform 1395">
                <a:extLst>
                  <a:ext uri="{FF2B5EF4-FFF2-40B4-BE49-F238E27FC236}">
                    <a16:creationId xmlns:a16="http://schemas.microsoft.com/office/drawing/2014/main" id="{4C9243C6-4337-4469-9664-92B3C58E1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352"/>
                <a:ext cx="15" cy="17"/>
              </a:xfrm>
              <a:custGeom>
                <a:avLst/>
                <a:gdLst>
                  <a:gd name="T0" fmla="*/ 22 w 9"/>
                  <a:gd name="T1" fmla="*/ 317 h 9"/>
                  <a:gd name="T2" fmla="*/ 153 w 9"/>
                  <a:gd name="T3" fmla="*/ 317 h 9"/>
                  <a:gd name="T4" fmla="*/ 153 w 9"/>
                  <a:gd name="T5" fmla="*/ 53 h 9"/>
                  <a:gd name="T6" fmla="*/ 37 w 9"/>
                  <a:gd name="T7" fmla="*/ 53 h 9"/>
                  <a:gd name="T8" fmla="*/ 2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8"/>
                      <a:pt x="5" y="9"/>
                      <a:pt x="7" y="7"/>
                    </a:cubicBezTo>
                    <a:cubicBezTo>
                      <a:pt x="9" y="6"/>
                      <a:pt x="9" y="3"/>
                      <a:pt x="7" y="1"/>
                    </a:cubicBezTo>
                    <a:cubicBezTo>
                      <a:pt x="6" y="0"/>
                      <a:pt x="3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0" name="Freeform 1396">
                <a:extLst>
                  <a:ext uri="{FF2B5EF4-FFF2-40B4-BE49-F238E27FC236}">
                    <a16:creationId xmlns:a16="http://schemas.microsoft.com/office/drawing/2014/main" id="{9563B855-C823-4F7E-AE9C-2138B6373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335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08 w 9"/>
                  <a:gd name="T3" fmla="*/ 357 h 9"/>
                  <a:gd name="T4" fmla="*/ 247 w 9"/>
                  <a:gd name="T5" fmla="*/ 100 h 9"/>
                  <a:gd name="T6" fmla="*/ 66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1" name="Freeform 1397">
                <a:extLst>
                  <a:ext uri="{FF2B5EF4-FFF2-40B4-BE49-F238E27FC236}">
                    <a16:creationId xmlns:a16="http://schemas.microsoft.com/office/drawing/2014/main" id="{B11B29FA-1294-4139-A01A-4BF75E02A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320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08 w 9"/>
                  <a:gd name="T3" fmla="*/ 357 h 9"/>
                  <a:gd name="T4" fmla="*/ 247 w 9"/>
                  <a:gd name="T5" fmla="*/ 100 h 9"/>
                  <a:gd name="T6" fmla="*/ 66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2" name="Freeform 1398">
                <a:extLst>
                  <a:ext uri="{FF2B5EF4-FFF2-40B4-BE49-F238E27FC236}">
                    <a16:creationId xmlns:a16="http://schemas.microsoft.com/office/drawing/2014/main" id="{7A86BBB3-C991-4D02-A19C-19C548D47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305"/>
                <a:ext cx="15" cy="17"/>
              </a:xfrm>
              <a:custGeom>
                <a:avLst/>
                <a:gdLst>
                  <a:gd name="T0" fmla="*/ 37 w 9"/>
                  <a:gd name="T1" fmla="*/ 317 h 9"/>
                  <a:gd name="T2" fmla="*/ 172 w 9"/>
                  <a:gd name="T3" fmla="*/ 357 h 9"/>
                  <a:gd name="T4" fmla="*/ 172 w 9"/>
                  <a:gd name="T5" fmla="*/ 100 h 9"/>
                  <a:gd name="T6" fmla="*/ 37 w 9"/>
                  <a:gd name="T7" fmla="*/ 100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8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6" y="0"/>
                      <a:pt x="4" y="0"/>
                      <a:pt x="2" y="2"/>
                    </a:cubicBezTo>
                    <a:cubicBezTo>
                      <a:pt x="1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3" name="Freeform 1399">
                <a:extLst>
                  <a:ext uri="{FF2B5EF4-FFF2-40B4-BE49-F238E27FC236}">
                    <a16:creationId xmlns:a16="http://schemas.microsoft.com/office/drawing/2014/main" id="{58F5882B-8166-431E-8188-BB6F2ECFE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291"/>
                <a:ext cx="15" cy="16"/>
              </a:xfrm>
              <a:custGeom>
                <a:avLst/>
                <a:gdLst>
                  <a:gd name="T0" fmla="*/ 37 w 9"/>
                  <a:gd name="T1" fmla="*/ 247 h 9"/>
                  <a:gd name="T2" fmla="*/ 172 w 9"/>
                  <a:gd name="T3" fmla="*/ 208 h 9"/>
                  <a:gd name="T4" fmla="*/ 172 w 9"/>
                  <a:gd name="T5" fmla="*/ 66 h 9"/>
                  <a:gd name="T6" fmla="*/ 37 w 9"/>
                  <a:gd name="T7" fmla="*/ 66 h 9"/>
                  <a:gd name="T8" fmla="*/ 37 w 9"/>
                  <a:gd name="T9" fmla="*/ 2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1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4" name="Freeform 1400">
                <a:extLst>
                  <a:ext uri="{FF2B5EF4-FFF2-40B4-BE49-F238E27FC236}">
                    <a16:creationId xmlns:a16="http://schemas.microsoft.com/office/drawing/2014/main" id="{C8EA023D-6E7F-463F-9316-017C50F5E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276"/>
                <a:ext cx="15" cy="16"/>
              </a:xfrm>
              <a:custGeom>
                <a:avLst/>
                <a:gdLst>
                  <a:gd name="T0" fmla="*/ 37 w 9"/>
                  <a:gd name="T1" fmla="*/ 247 h 9"/>
                  <a:gd name="T2" fmla="*/ 153 w 9"/>
                  <a:gd name="T3" fmla="*/ 208 h 9"/>
                  <a:gd name="T4" fmla="*/ 153 w 9"/>
                  <a:gd name="T5" fmla="*/ 66 h 9"/>
                  <a:gd name="T6" fmla="*/ 22 w 9"/>
                  <a:gd name="T7" fmla="*/ 66 h 9"/>
                  <a:gd name="T8" fmla="*/ 37 w 9"/>
                  <a:gd name="T9" fmla="*/ 2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5" name="Freeform 1401">
                <a:extLst>
                  <a:ext uri="{FF2B5EF4-FFF2-40B4-BE49-F238E27FC236}">
                    <a16:creationId xmlns:a16="http://schemas.microsoft.com/office/drawing/2014/main" id="{A09FB3E0-F812-427E-8A76-F04B7B230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261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08 w 9"/>
                  <a:gd name="T3" fmla="*/ 317 h 9"/>
                  <a:gd name="T4" fmla="*/ 208 w 9"/>
                  <a:gd name="T5" fmla="*/ 100 h 9"/>
                  <a:gd name="T6" fmla="*/ 37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6" name="Freeform 1402">
                <a:extLst>
                  <a:ext uri="{FF2B5EF4-FFF2-40B4-BE49-F238E27FC236}">
                    <a16:creationId xmlns:a16="http://schemas.microsoft.com/office/drawing/2014/main" id="{C7DCA027-73A5-4807-90B4-9B4B20C8C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246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08 w 9"/>
                  <a:gd name="T3" fmla="*/ 317 h 9"/>
                  <a:gd name="T4" fmla="*/ 208 w 9"/>
                  <a:gd name="T5" fmla="*/ 100 h 9"/>
                  <a:gd name="T6" fmla="*/ 37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6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7" name="Freeform 1403">
                <a:extLst>
                  <a:ext uri="{FF2B5EF4-FFF2-40B4-BE49-F238E27FC236}">
                    <a16:creationId xmlns:a16="http://schemas.microsoft.com/office/drawing/2014/main" id="{31DEC113-A7EE-4F11-9CE8-4C6CB5B03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231"/>
                <a:ext cx="15" cy="17"/>
              </a:xfrm>
              <a:custGeom>
                <a:avLst/>
                <a:gdLst>
                  <a:gd name="T0" fmla="*/ 22 w 9"/>
                  <a:gd name="T1" fmla="*/ 317 h 9"/>
                  <a:gd name="T2" fmla="*/ 153 w 9"/>
                  <a:gd name="T3" fmla="*/ 317 h 9"/>
                  <a:gd name="T4" fmla="*/ 153 w 9"/>
                  <a:gd name="T5" fmla="*/ 100 h 9"/>
                  <a:gd name="T6" fmla="*/ 22 w 9"/>
                  <a:gd name="T7" fmla="*/ 100 h 9"/>
                  <a:gd name="T8" fmla="*/ 2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8" name="Freeform 1404">
                <a:extLst>
                  <a:ext uri="{FF2B5EF4-FFF2-40B4-BE49-F238E27FC236}">
                    <a16:creationId xmlns:a16="http://schemas.microsoft.com/office/drawing/2014/main" id="{9339859F-AF7D-486B-A52A-D3E3855F1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216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47 w 9"/>
                  <a:gd name="T3" fmla="*/ 317 h 9"/>
                  <a:gd name="T4" fmla="*/ 247 w 9"/>
                  <a:gd name="T5" fmla="*/ 100 h 9"/>
                  <a:gd name="T6" fmla="*/ 66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3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9" name="Freeform 1405">
                <a:extLst>
                  <a:ext uri="{FF2B5EF4-FFF2-40B4-BE49-F238E27FC236}">
                    <a16:creationId xmlns:a16="http://schemas.microsoft.com/office/drawing/2014/main" id="{51536B5D-E27E-408B-9D83-F1E5D916A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201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08 w 9"/>
                  <a:gd name="T3" fmla="*/ 317 h 9"/>
                  <a:gd name="T4" fmla="*/ 208 w 9"/>
                  <a:gd name="T5" fmla="*/ 100 h 9"/>
                  <a:gd name="T6" fmla="*/ 37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0" name="Freeform 1406">
                <a:extLst>
                  <a:ext uri="{FF2B5EF4-FFF2-40B4-BE49-F238E27FC236}">
                    <a16:creationId xmlns:a16="http://schemas.microsoft.com/office/drawing/2014/main" id="{F509CDF0-A20C-4F84-9B47-9C97DC23B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186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47 w 9"/>
                  <a:gd name="T3" fmla="*/ 317 h 9"/>
                  <a:gd name="T4" fmla="*/ 247 w 9"/>
                  <a:gd name="T5" fmla="*/ 100 h 9"/>
                  <a:gd name="T6" fmla="*/ 66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1" name="Freeform 1407">
                <a:extLst>
                  <a:ext uri="{FF2B5EF4-FFF2-40B4-BE49-F238E27FC236}">
                    <a16:creationId xmlns:a16="http://schemas.microsoft.com/office/drawing/2014/main" id="{C1334326-E3E6-497D-8903-BACD3CDC3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172"/>
                <a:ext cx="16" cy="16"/>
              </a:xfrm>
              <a:custGeom>
                <a:avLst/>
                <a:gdLst>
                  <a:gd name="T0" fmla="*/ 66 w 9"/>
                  <a:gd name="T1" fmla="*/ 247 h 9"/>
                  <a:gd name="T2" fmla="*/ 208 w 9"/>
                  <a:gd name="T3" fmla="*/ 208 h 9"/>
                  <a:gd name="T4" fmla="*/ 203 w 9"/>
                  <a:gd name="T5" fmla="*/ 37 h 9"/>
                  <a:gd name="T6" fmla="*/ 37 w 9"/>
                  <a:gd name="T7" fmla="*/ 66 h 9"/>
                  <a:gd name="T8" fmla="*/ 66 w 9"/>
                  <a:gd name="T9" fmla="*/ 2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9"/>
                      <a:pt x="7" y="7"/>
                    </a:cubicBezTo>
                    <a:cubicBezTo>
                      <a:pt x="9" y="5"/>
                      <a:pt x="8" y="2"/>
                      <a:pt x="6" y="1"/>
                    </a:cubicBez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2" name="Freeform 1408">
                <a:extLst>
                  <a:ext uri="{FF2B5EF4-FFF2-40B4-BE49-F238E27FC236}">
                    <a16:creationId xmlns:a16="http://schemas.microsoft.com/office/drawing/2014/main" id="{2AE4E75E-EDF2-44C7-ACC9-668131358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157"/>
                <a:ext cx="15" cy="16"/>
              </a:xfrm>
              <a:custGeom>
                <a:avLst/>
                <a:gdLst>
                  <a:gd name="T0" fmla="*/ 37 w 9"/>
                  <a:gd name="T1" fmla="*/ 247 h 9"/>
                  <a:gd name="T2" fmla="*/ 172 w 9"/>
                  <a:gd name="T3" fmla="*/ 208 h 9"/>
                  <a:gd name="T4" fmla="*/ 153 w 9"/>
                  <a:gd name="T5" fmla="*/ 37 h 9"/>
                  <a:gd name="T6" fmla="*/ 22 w 9"/>
                  <a:gd name="T7" fmla="*/ 66 h 9"/>
                  <a:gd name="T8" fmla="*/ 37 w 9"/>
                  <a:gd name="T9" fmla="*/ 2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7" y="9"/>
                      <a:pt x="8" y="7"/>
                    </a:cubicBezTo>
                    <a:cubicBezTo>
                      <a:pt x="9" y="5"/>
                      <a:pt x="9" y="2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3" name="Freeform 1409">
                <a:extLst>
                  <a:ext uri="{FF2B5EF4-FFF2-40B4-BE49-F238E27FC236}">
                    <a16:creationId xmlns:a16="http://schemas.microsoft.com/office/drawing/2014/main" id="{EDE2000E-C97F-4688-94BE-7A173E6EE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142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47 w 9"/>
                  <a:gd name="T3" fmla="*/ 317 h 9"/>
                  <a:gd name="T4" fmla="*/ 208 w 9"/>
                  <a:gd name="T5" fmla="*/ 53 h 9"/>
                  <a:gd name="T6" fmla="*/ 37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7" y="9"/>
                      <a:pt x="8" y="7"/>
                    </a:cubicBezTo>
                    <a:cubicBezTo>
                      <a:pt x="9" y="5"/>
                      <a:pt x="9" y="2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1" y="7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4" name="Freeform 1410">
                <a:extLst>
                  <a:ext uri="{FF2B5EF4-FFF2-40B4-BE49-F238E27FC236}">
                    <a16:creationId xmlns:a16="http://schemas.microsoft.com/office/drawing/2014/main" id="{83B0B098-E077-4EA6-8C03-B11DC9714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127"/>
                <a:ext cx="15" cy="17"/>
              </a:xfrm>
              <a:custGeom>
                <a:avLst/>
                <a:gdLst>
                  <a:gd name="T0" fmla="*/ 37 w 9"/>
                  <a:gd name="T1" fmla="*/ 357 h 9"/>
                  <a:gd name="T2" fmla="*/ 172 w 9"/>
                  <a:gd name="T3" fmla="*/ 317 h 9"/>
                  <a:gd name="T4" fmla="*/ 153 w 9"/>
                  <a:gd name="T5" fmla="*/ 53 h 9"/>
                  <a:gd name="T6" fmla="*/ 37 w 9"/>
                  <a:gd name="T7" fmla="*/ 100 h 9"/>
                  <a:gd name="T8" fmla="*/ 3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7" y="9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ubicBezTo>
                      <a:pt x="0" y="4"/>
                      <a:pt x="1" y="7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5" name="Freeform 1411">
                <a:extLst>
                  <a:ext uri="{FF2B5EF4-FFF2-40B4-BE49-F238E27FC236}">
                    <a16:creationId xmlns:a16="http://schemas.microsoft.com/office/drawing/2014/main" id="{E3C46A71-2CFE-4086-8D24-65179A636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112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47 w 9"/>
                  <a:gd name="T3" fmla="*/ 317 h 9"/>
                  <a:gd name="T4" fmla="*/ 208 w 9"/>
                  <a:gd name="T5" fmla="*/ 100 h 9"/>
                  <a:gd name="T6" fmla="*/ 37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7" y="9"/>
                      <a:pt x="8" y="7"/>
                    </a:cubicBezTo>
                    <a:cubicBezTo>
                      <a:pt x="9" y="5"/>
                      <a:pt x="9" y="3"/>
                      <a:pt x="7" y="2"/>
                    </a:cubicBezTo>
                    <a:cubicBezTo>
                      <a:pt x="5" y="0"/>
                      <a:pt x="3" y="1"/>
                      <a:pt x="1" y="2"/>
                    </a:cubicBezTo>
                    <a:cubicBezTo>
                      <a:pt x="0" y="4"/>
                      <a:pt x="1" y="7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830" name="Group 1613">
              <a:extLst>
                <a:ext uri="{FF2B5EF4-FFF2-40B4-BE49-F238E27FC236}">
                  <a16:creationId xmlns:a16="http://schemas.microsoft.com/office/drawing/2014/main" id="{C5139AC5-0648-48A9-9E3C-2A35C8BF05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" y="1484"/>
              <a:ext cx="1768" cy="1886"/>
              <a:chOff x="310" y="1484"/>
              <a:chExt cx="1768" cy="1886"/>
            </a:xfrm>
          </p:grpSpPr>
          <p:sp>
            <p:nvSpPr>
              <p:cNvPr id="29276" name="Freeform 1413">
                <a:extLst>
                  <a:ext uri="{FF2B5EF4-FFF2-40B4-BE49-F238E27FC236}">
                    <a16:creationId xmlns:a16="http://schemas.microsoft.com/office/drawing/2014/main" id="{E12A7988-24F4-45AE-B409-70E313673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099"/>
                <a:ext cx="15" cy="17"/>
              </a:xfrm>
              <a:custGeom>
                <a:avLst/>
                <a:gdLst>
                  <a:gd name="T0" fmla="*/ 37 w 9"/>
                  <a:gd name="T1" fmla="*/ 317 h 9"/>
                  <a:gd name="T2" fmla="*/ 172 w 9"/>
                  <a:gd name="T3" fmla="*/ 317 h 9"/>
                  <a:gd name="T4" fmla="*/ 153 w 9"/>
                  <a:gd name="T5" fmla="*/ 53 h 9"/>
                  <a:gd name="T6" fmla="*/ 22 w 9"/>
                  <a:gd name="T7" fmla="*/ 100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4" y="9"/>
                      <a:pt x="6" y="8"/>
                      <a:pt x="8" y="7"/>
                    </a:cubicBezTo>
                    <a:cubicBezTo>
                      <a:pt x="9" y="5"/>
                      <a:pt x="9" y="2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7" name="Freeform 1414">
                <a:extLst>
                  <a:ext uri="{FF2B5EF4-FFF2-40B4-BE49-F238E27FC236}">
                    <a16:creationId xmlns:a16="http://schemas.microsoft.com/office/drawing/2014/main" id="{3FD49473-98BD-4946-84B4-D2DE161B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084"/>
                <a:ext cx="16" cy="17"/>
              </a:xfrm>
              <a:custGeom>
                <a:avLst/>
                <a:gdLst>
                  <a:gd name="T0" fmla="*/ 89 w 9"/>
                  <a:gd name="T1" fmla="*/ 357 h 9"/>
                  <a:gd name="T2" fmla="*/ 247 w 9"/>
                  <a:gd name="T3" fmla="*/ 317 h 9"/>
                  <a:gd name="T4" fmla="*/ 208 w 9"/>
                  <a:gd name="T5" fmla="*/ 53 h 9"/>
                  <a:gd name="T6" fmla="*/ 66 w 9"/>
                  <a:gd name="T7" fmla="*/ 100 h 9"/>
                  <a:gd name="T8" fmla="*/ 89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8"/>
                    </a:moveTo>
                    <a:cubicBezTo>
                      <a:pt x="4" y="9"/>
                      <a:pt x="7" y="9"/>
                      <a:pt x="8" y="7"/>
                    </a:cubicBezTo>
                    <a:cubicBezTo>
                      <a:pt x="9" y="5"/>
                      <a:pt x="9" y="2"/>
                      <a:pt x="7" y="1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1" y="6"/>
                      <a:pt x="3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8" name="Freeform 1415">
                <a:extLst>
                  <a:ext uri="{FF2B5EF4-FFF2-40B4-BE49-F238E27FC236}">
                    <a16:creationId xmlns:a16="http://schemas.microsoft.com/office/drawing/2014/main" id="{CA68756B-4498-483E-86DB-84BFE783A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069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47 w 9"/>
                  <a:gd name="T3" fmla="*/ 317 h 9"/>
                  <a:gd name="T4" fmla="*/ 208 w 9"/>
                  <a:gd name="T5" fmla="*/ 53 h 9"/>
                  <a:gd name="T6" fmla="*/ 37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9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7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9" name="Freeform 1416">
                <a:extLst>
                  <a:ext uri="{FF2B5EF4-FFF2-40B4-BE49-F238E27FC236}">
                    <a16:creationId xmlns:a16="http://schemas.microsoft.com/office/drawing/2014/main" id="{32EE299D-71F2-4E5A-AC19-7B5E45EE8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1666"/>
                <a:ext cx="974" cy="1522"/>
              </a:xfrm>
              <a:custGeom>
                <a:avLst/>
                <a:gdLst>
                  <a:gd name="T0" fmla="*/ 7808 w 559"/>
                  <a:gd name="T1" fmla="*/ 33727 h 819"/>
                  <a:gd name="T2" fmla="*/ 15641 w 559"/>
                  <a:gd name="T3" fmla="*/ 16839 h 819"/>
                  <a:gd name="T4" fmla="*/ 7808 w 559"/>
                  <a:gd name="T5" fmla="*/ 0 h 819"/>
                  <a:gd name="T6" fmla="*/ 7808 w 559"/>
                  <a:gd name="T7" fmla="*/ 0 h 819"/>
                  <a:gd name="T8" fmla="*/ 0 w 559"/>
                  <a:gd name="T9" fmla="*/ 16839 h 819"/>
                  <a:gd name="T10" fmla="*/ 7808 w 559"/>
                  <a:gd name="T11" fmla="*/ 33727 h 8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9" h="819">
                    <a:moveTo>
                      <a:pt x="279" y="819"/>
                    </a:moveTo>
                    <a:cubicBezTo>
                      <a:pt x="434" y="819"/>
                      <a:pt x="559" y="635"/>
                      <a:pt x="559" y="409"/>
                    </a:cubicBezTo>
                    <a:cubicBezTo>
                      <a:pt x="559" y="183"/>
                      <a:pt x="434" y="0"/>
                      <a:pt x="279" y="0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125" y="0"/>
                      <a:pt x="0" y="183"/>
                      <a:pt x="0" y="409"/>
                    </a:cubicBezTo>
                    <a:cubicBezTo>
                      <a:pt x="0" y="635"/>
                      <a:pt x="125" y="819"/>
                      <a:pt x="279" y="819"/>
                    </a:cubicBezTo>
                  </a:path>
                </a:pathLst>
              </a:custGeom>
              <a:solidFill>
                <a:srgbClr val="FFEC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0" name="Oval 1417">
                <a:extLst>
                  <a:ext uri="{FF2B5EF4-FFF2-40B4-BE49-F238E27FC236}">
                    <a16:creationId xmlns:a16="http://schemas.microsoft.com/office/drawing/2014/main" id="{EFE0D6DC-A652-42C1-AA13-4EE44454C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1484"/>
                <a:ext cx="170" cy="113"/>
              </a:xfrm>
              <a:prstGeom prst="ellipse">
                <a:avLst/>
              </a:pr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81" name="Freeform 1418">
                <a:extLst>
                  <a:ext uri="{FF2B5EF4-FFF2-40B4-BE49-F238E27FC236}">
                    <a16:creationId xmlns:a16="http://schemas.microsoft.com/office/drawing/2014/main" id="{F19AC314-D17B-4855-AA38-4B603203B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596"/>
                <a:ext cx="28" cy="70"/>
              </a:xfrm>
              <a:custGeom>
                <a:avLst/>
                <a:gdLst>
                  <a:gd name="T0" fmla="*/ 236 w 16"/>
                  <a:gd name="T1" fmla="*/ 44 h 38"/>
                  <a:gd name="T2" fmla="*/ 0 w 16"/>
                  <a:gd name="T3" fmla="*/ 0 h 38"/>
                  <a:gd name="T4" fmla="*/ 0 w 16"/>
                  <a:gd name="T5" fmla="*/ 1487 h 38"/>
                  <a:gd name="T6" fmla="*/ 0 w 16"/>
                  <a:gd name="T7" fmla="*/ 1487 h 38"/>
                  <a:gd name="T8" fmla="*/ 236 w 16"/>
                  <a:gd name="T9" fmla="*/ 1487 h 38"/>
                  <a:gd name="T10" fmla="*/ 462 w 16"/>
                  <a:gd name="T11" fmla="*/ 1487 h 38"/>
                  <a:gd name="T12" fmla="*/ 462 w 16"/>
                  <a:gd name="T13" fmla="*/ 1487 h 38"/>
                  <a:gd name="T14" fmla="*/ 462 w 16"/>
                  <a:gd name="T15" fmla="*/ 0 h 38"/>
                  <a:gd name="T16" fmla="*/ 236 w 16"/>
                  <a:gd name="T17" fmla="*/ 44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38">
                    <a:moveTo>
                      <a:pt x="8" y="1"/>
                    </a:moveTo>
                    <a:cubicBezTo>
                      <a:pt x="5" y="1"/>
                      <a:pt x="3" y="0"/>
                      <a:pt x="0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38"/>
                      <a:pt x="6" y="38"/>
                      <a:pt x="8" y="38"/>
                    </a:cubicBezTo>
                    <a:cubicBezTo>
                      <a:pt x="11" y="38"/>
                      <a:pt x="14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1" y="1"/>
                      <a:pt x="8" y="1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2" name="Oval 1419">
                <a:extLst>
                  <a:ext uri="{FF2B5EF4-FFF2-40B4-BE49-F238E27FC236}">
                    <a16:creationId xmlns:a16="http://schemas.microsoft.com/office/drawing/2014/main" id="{1EC6642F-6B2F-4D67-BEEA-34A7EA56E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3257"/>
                <a:ext cx="170" cy="113"/>
              </a:xfrm>
              <a:prstGeom prst="ellipse">
                <a:avLst/>
              </a:pr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83" name="Freeform 1420">
                <a:extLst>
                  <a:ext uri="{FF2B5EF4-FFF2-40B4-BE49-F238E27FC236}">
                    <a16:creationId xmlns:a16="http://schemas.microsoft.com/office/drawing/2014/main" id="{A5C04E60-F625-4E41-A9A6-59A39784E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3188"/>
                <a:ext cx="28" cy="69"/>
              </a:xfrm>
              <a:custGeom>
                <a:avLst/>
                <a:gdLst>
                  <a:gd name="T0" fmla="*/ 236 w 16"/>
                  <a:gd name="T1" fmla="*/ 1561 h 37"/>
                  <a:gd name="T2" fmla="*/ 0 w 16"/>
                  <a:gd name="T3" fmla="*/ 1561 h 37"/>
                  <a:gd name="T4" fmla="*/ 0 w 16"/>
                  <a:gd name="T5" fmla="*/ 0 h 37"/>
                  <a:gd name="T6" fmla="*/ 0 w 16"/>
                  <a:gd name="T7" fmla="*/ 0 h 37"/>
                  <a:gd name="T8" fmla="*/ 236 w 16"/>
                  <a:gd name="T9" fmla="*/ 0 h 37"/>
                  <a:gd name="T10" fmla="*/ 462 w 16"/>
                  <a:gd name="T11" fmla="*/ 0 h 37"/>
                  <a:gd name="T12" fmla="*/ 462 w 16"/>
                  <a:gd name="T13" fmla="*/ 0 h 37"/>
                  <a:gd name="T14" fmla="*/ 462 w 16"/>
                  <a:gd name="T15" fmla="*/ 1561 h 37"/>
                  <a:gd name="T16" fmla="*/ 236 w 16"/>
                  <a:gd name="T17" fmla="*/ 1561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37">
                    <a:moveTo>
                      <a:pt x="8" y="37"/>
                    </a:moveTo>
                    <a:cubicBezTo>
                      <a:pt x="5" y="37"/>
                      <a:pt x="3" y="37"/>
                      <a:pt x="0" y="3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6" y="0"/>
                      <a:pt x="8" y="0"/>
                    </a:cubicBezTo>
                    <a:cubicBezTo>
                      <a:pt x="11" y="0"/>
                      <a:pt x="14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4" y="37"/>
                      <a:pt x="11" y="37"/>
                      <a:pt x="8" y="37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4" name="Oval 1421">
                <a:extLst>
                  <a:ext uri="{FF2B5EF4-FFF2-40B4-BE49-F238E27FC236}">
                    <a16:creationId xmlns:a16="http://schemas.microsoft.com/office/drawing/2014/main" id="{F3ACB31E-5315-4755-99D1-B71EF1968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2335"/>
                <a:ext cx="106" cy="182"/>
              </a:xfrm>
              <a:prstGeom prst="ellipse">
                <a:avLst/>
              </a:pr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85" name="Freeform 1422">
                <a:extLst>
                  <a:ext uri="{FF2B5EF4-FFF2-40B4-BE49-F238E27FC236}">
                    <a16:creationId xmlns:a16="http://schemas.microsoft.com/office/drawing/2014/main" id="{2428B1FD-A441-404C-B4CD-7E0F17534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411"/>
                <a:ext cx="65" cy="30"/>
              </a:xfrm>
              <a:custGeom>
                <a:avLst/>
                <a:gdLst>
                  <a:gd name="T0" fmla="*/ 1084 w 37"/>
                  <a:gd name="T1" fmla="*/ 349 h 16"/>
                  <a:gd name="T2" fmla="*/ 1084 w 37"/>
                  <a:gd name="T3" fmla="*/ 0 h 16"/>
                  <a:gd name="T4" fmla="*/ 0 w 37"/>
                  <a:gd name="T5" fmla="*/ 0 h 16"/>
                  <a:gd name="T6" fmla="*/ 0 w 37"/>
                  <a:gd name="T7" fmla="*/ 0 h 16"/>
                  <a:gd name="T8" fmla="*/ 0 w 37"/>
                  <a:gd name="T9" fmla="*/ 349 h 16"/>
                  <a:gd name="T10" fmla="*/ 0 w 37"/>
                  <a:gd name="T11" fmla="*/ 692 h 16"/>
                  <a:gd name="T12" fmla="*/ 0 w 37"/>
                  <a:gd name="T13" fmla="*/ 692 h 16"/>
                  <a:gd name="T14" fmla="*/ 1084 w 37"/>
                  <a:gd name="T15" fmla="*/ 692 h 16"/>
                  <a:gd name="T16" fmla="*/ 1084 w 37"/>
                  <a:gd name="T17" fmla="*/ 349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6">
                    <a:moveTo>
                      <a:pt x="37" y="8"/>
                    </a:moveTo>
                    <a:cubicBezTo>
                      <a:pt x="37" y="6"/>
                      <a:pt x="37" y="3"/>
                      <a:pt x="3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6"/>
                      <a:pt x="0" y="8"/>
                    </a:cubicBezTo>
                    <a:cubicBezTo>
                      <a:pt x="0" y="11"/>
                      <a:pt x="0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4"/>
                      <a:pt x="37" y="11"/>
                      <a:pt x="37" y="8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6" name="Oval 1423">
                <a:extLst>
                  <a:ext uri="{FF2B5EF4-FFF2-40B4-BE49-F238E27FC236}">
                    <a16:creationId xmlns:a16="http://schemas.microsoft.com/office/drawing/2014/main" id="{1868D439-E630-4CD8-9D46-A8543B727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" y="2335"/>
                <a:ext cx="106" cy="182"/>
              </a:xfrm>
              <a:prstGeom prst="ellipse">
                <a:avLst/>
              </a:pr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87" name="Freeform 1424">
                <a:extLst>
                  <a:ext uri="{FF2B5EF4-FFF2-40B4-BE49-F238E27FC236}">
                    <a16:creationId xmlns:a16="http://schemas.microsoft.com/office/drawing/2014/main" id="{9F91AE7B-EBFB-4C44-A397-6A9A1FAD3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" y="2411"/>
                <a:ext cx="66" cy="30"/>
              </a:xfrm>
              <a:custGeom>
                <a:avLst/>
                <a:gdLst>
                  <a:gd name="T0" fmla="*/ 28 w 38"/>
                  <a:gd name="T1" fmla="*/ 349 h 16"/>
                  <a:gd name="T2" fmla="*/ 0 w 38"/>
                  <a:gd name="T3" fmla="*/ 0 h 16"/>
                  <a:gd name="T4" fmla="*/ 1047 w 38"/>
                  <a:gd name="T5" fmla="*/ 0 h 16"/>
                  <a:gd name="T6" fmla="*/ 1047 w 38"/>
                  <a:gd name="T7" fmla="*/ 0 h 16"/>
                  <a:gd name="T8" fmla="*/ 1047 w 38"/>
                  <a:gd name="T9" fmla="*/ 349 h 16"/>
                  <a:gd name="T10" fmla="*/ 1047 w 38"/>
                  <a:gd name="T11" fmla="*/ 692 h 16"/>
                  <a:gd name="T12" fmla="*/ 1047 w 38"/>
                  <a:gd name="T13" fmla="*/ 692 h 16"/>
                  <a:gd name="T14" fmla="*/ 0 w 38"/>
                  <a:gd name="T15" fmla="*/ 692 h 16"/>
                  <a:gd name="T16" fmla="*/ 28 w 38"/>
                  <a:gd name="T17" fmla="*/ 349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6">
                    <a:moveTo>
                      <a:pt x="1" y="8"/>
                    </a:moveTo>
                    <a:cubicBezTo>
                      <a:pt x="1" y="6"/>
                      <a:pt x="0" y="3"/>
                      <a:pt x="0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3"/>
                      <a:pt x="38" y="6"/>
                      <a:pt x="38" y="8"/>
                    </a:cubicBezTo>
                    <a:cubicBezTo>
                      <a:pt x="38" y="11"/>
                      <a:pt x="38" y="14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4"/>
                      <a:pt x="1" y="11"/>
                      <a:pt x="1" y="8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8" name="Freeform 1425">
                <a:extLst>
                  <a:ext uri="{FF2B5EF4-FFF2-40B4-BE49-F238E27FC236}">
                    <a16:creationId xmlns:a16="http://schemas.microsoft.com/office/drawing/2014/main" id="{4FF79289-3723-44BE-8F98-E1252CB10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713"/>
                <a:ext cx="162" cy="172"/>
              </a:xfrm>
              <a:custGeom>
                <a:avLst/>
                <a:gdLst>
                  <a:gd name="T0" fmla="*/ 2266 w 93"/>
                  <a:gd name="T1" fmla="*/ 3290 h 93"/>
                  <a:gd name="T2" fmla="*/ 1897 w 93"/>
                  <a:gd name="T3" fmla="*/ 991 h 93"/>
                  <a:gd name="T4" fmla="*/ 336 w 93"/>
                  <a:gd name="T5" fmla="*/ 483 h 93"/>
                  <a:gd name="T6" fmla="*/ 707 w 93"/>
                  <a:gd name="T7" fmla="*/ 2726 h 93"/>
                  <a:gd name="T8" fmla="*/ 2266 w 93"/>
                  <a:gd name="T9" fmla="*/ 329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3">
                    <a:moveTo>
                      <a:pt x="81" y="82"/>
                    </a:moveTo>
                    <a:cubicBezTo>
                      <a:pt x="93" y="70"/>
                      <a:pt x="87" y="45"/>
                      <a:pt x="68" y="25"/>
                    </a:cubicBezTo>
                    <a:cubicBezTo>
                      <a:pt x="49" y="6"/>
                      <a:pt x="24" y="0"/>
                      <a:pt x="12" y="12"/>
                    </a:cubicBezTo>
                    <a:cubicBezTo>
                      <a:pt x="0" y="24"/>
                      <a:pt x="6" y="49"/>
                      <a:pt x="25" y="68"/>
                    </a:cubicBezTo>
                    <a:cubicBezTo>
                      <a:pt x="44" y="88"/>
                      <a:pt x="69" y="93"/>
                      <a:pt x="81" y="82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" name="Freeform 1426">
                <a:extLst>
                  <a:ext uri="{FF2B5EF4-FFF2-40B4-BE49-F238E27FC236}">
                    <a16:creationId xmlns:a16="http://schemas.microsoft.com/office/drawing/2014/main" id="{AC4E7B05-1E08-48F2-80E6-A9F2B81CB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828"/>
                <a:ext cx="66" cy="70"/>
              </a:xfrm>
              <a:custGeom>
                <a:avLst/>
                <a:gdLst>
                  <a:gd name="T0" fmla="*/ 881 w 38"/>
                  <a:gd name="T1" fmla="*/ 230 h 38"/>
                  <a:gd name="T2" fmla="*/ 745 w 38"/>
                  <a:gd name="T3" fmla="*/ 0 h 38"/>
                  <a:gd name="T4" fmla="*/ 0 w 38"/>
                  <a:gd name="T5" fmla="*/ 1056 h 38"/>
                  <a:gd name="T6" fmla="*/ 0 w 38"/>
                  <a:gd name="T7" fmla="*/ 1056 h 38"/>
                  <a:gd name="T8" fmla="*/ 156 w 38"/>
                  <a:gd name="T9" fmla="*/ 1286 h 38"/>
                  <a:gd name="T10" fmla="*/ 299 w 38"/>
                  <a:gd name="T11" fmla="*/ 1487 h 38"/>
                  <a:gd name="T12" fmla="*/ 328 w 38"/>
                  <a:gd name="T13" fmla="*/ 1487 h 38"/>
                  <a:gd name="T14" fmla="*/ 1047 w 38"/>
                  <a:gd name="T15" fmla="*/ 475 h 38"/>
                  <a:gd name="T16" fmla="*/ 881 w 38"/>
                  <a:gd name="T17" fmla="*/ 230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8">
                    <a:moveTo>
                      <a:pt x="32" y="6"/>
                    </a:moveTo>
                    <a:cubicBezTo>
                      <a:pt x="30" y="5"/>
                      <a:pt x="28" y="3"/>
                      <a:pt x="27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" y="29"/>
                      <a:pt x="4" y="31"/>
                      <a:pt x="6" y="33"/>
                    </a:cubicBezTo>
                    <a:cubicBezTo>
                      <a:pt x="8" y="35"/>
                      <a:pt x="10" y="36"/>
                      <a:pt x="11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6" y="10"/>
                      <a:pt x="34" y="8"/>
                      <a:pt x="32" y="6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0" name="Freeform 1427">
                <a:extLst>
                  <a:ext uri="{FF2B5EF4-FFF2-40B4-BE49-F238E27FC236}">
                    <a16:creationId xmlns:a16="http://schemas.microsoft.com/office/drawing/2014/main" id="{22B35E8E-AEC9-4FA0-9088-BE5281271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2967"/>
                <a:ext cx="162" cy="173"/>
              </a:xfrm>
              <a:custGeom>
                <a:avLst/>
                <a:gdLst>
                  <a:gd name="T0" fmla="*/ 2294 w 93"/>
                  <a:gd name="T1" fmla="*/ 3367 h 93"/>
                  <a:gd name="T2" fmla="*/ 707 w 93"/>
                  <a:gd name="T3" fmla="*/ 2800 h 93"/>
                  <a:gd name="T4" fmla="*/ 336 w 93"/>
                  <a:gd name="T5" fmla="*/ 487 h 93"/>
                  <a:gd name="T6" fmla="*/ 1897 w 93"/>
                  <a:gd name="T7" fmla="*/ 1042 h 93"/>
                  <a:gd name="T8" fmla="*/ 2294 w 93"/>
                  <a:gd name="T9" fmla="*/ 3367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3">
                    <a:moveTo>
                      <a:pt x="82" y="81"/>
                    </a:moveTo>
                    <a:cubicBezTo>
                      <a:pt x="70" y="93"/>
                      <a:pt x="44" y="87"/>
                      <a:pt x="25" y="68"/>
                    </a:cubicBezTo>
                    <a:cubicBezTo>
                      <a:pt x="6" y="49"/>
                      <a:pt x="0" y="24"/>
                      <a:pt x="12" y="12"/>
                    </a:cubicBezTo>
                    <a:cubicBezTo>
                      <a:pt x="24" y="0"/>
                      <a:pt x="49" y="6"/>
                      <a:pt x="68" y="25"/>
                    </a:cubicBezTo>
                    <a:cubicBezTo>
                      <a:pt x="88" y="44"/>
                      <a:pt x="93" y="69"/>
                      <a:pt x="82" y="81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" name="Freeform 1428">
                <a:extLst>
                  <a:ext uri="{FF2B5EF4-FFF2-40B4-BE49-F238E27FC236}">
                    <a16:creationId xmlns:a16="http://schemas.microsoft.com/office/drawing/2014/main" id="{2FB3A26C-ADD3-471E-8EB7-46EFF3F46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2954"/>
                <a:ext cx="66" cy="71"/>
              </a:xfrm>
              <a:custGeom>
                <a:avLst/>
                <a:gdLst>
                  <a:gd name="T0" fmla="*/ 156 w 38"/>
                  <a:gd name="T1" fmla="*/ 1366 h 38"/>
                  <a:gd name="T2" fmla="*/ 0 w 38"/>
                  <a:gd name="T3" fmla="*/ 1134 h 38"/>
                  <a:gd name="T4" fmla="*/ 745 w 38"/>
                  <a:gd name="T5" fmla="*/ 0 h 38"/>
                  <a:gd name="T6" fmla="*/ 745 w 38"/>
                  <a:gd name="T7" fmla="*/ 0 h 38"/>
                  <a:gd name="T8" fmla="*/ 901 w 38"/>
                  <a:gd name="T9" fmla="*/ 254 h 38"/>
                  <a:gd name="T10" fmla="*/ 1047 w 38"/>
                  <a:gd name="T11" fmla="*/ 503 h 38"/>
                  <a:gd name="T12" fmla="*/ 1047 w 38"/>
                  <a:gd name="T13" fmla="*/ 503 h 38"/>
                  <a:gd name="T14" fmla="*/ 328 w 38"/>
                  <a:gd name="T15" fmla="*/ 1624 h 38"/>
                  <a:gd name="T16" fmla="*/ 156 w 38"/>
                  <a:gd name="T17" fmla="*/ 1366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8">
                    <a:moveTo>
                      <a:pt x="6" y="32"/>
                    </a:moveTo>
                    <a:cubicBezTo>
                      <a:pt x="4" y="30"/>
                      <a:pt x="2" y="28"/>
                      <a:pt x="0" y="27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9" y="2"/>
                      <a:pt x="31" y="4"/>
                      <a:pt x="33" y="6"/>
                    </a:cubicBezTo>
                    <a:cubicBezTo>
                      <a:pt x="35" y="8"/>
                      <a:pt x="36" y="10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0" y="36"/>
                      <a:pt x="8" y="34"/>
                      <a:pt x="6" y="32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2" name="Freeform 1429">
                <a:extLst>
                  <a:ext uri="{FF2B5EF4-FFF2-40B4-BE49-F238E27FC236}">
                    <a16:creationId xmlns:a16="http://schemas.microsoft.com/office/drawing/2014/main" id="{3B482432-8794-4602-A6F6-B2A79BC72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967"/>
                <a:ext cx="162" cy="173"/>
              </a:xfrm>
              <a:custGeom>
                <a:avLst/>
                <a:gdLst>
                  <a:gd name="T0" fmla="*/ 336 w 93"/>
                  <a:gd name="T1" fmla="*/ 3367 h 93"/>
                  <a:gd name="T2" fmla="*/ 1897 w 93"/>
                  <a:gd name="T3" fmla="*/ 2800 h 93"/>
                  <a:gd name="T4" fmla="*/ 2266 w 93"/>
                  <a:gd name="T5" fmla="*/ 487 h 93"/>
                  <a:gd name="T6" fmla="*/ 707 w 93"/>
                  <a:gd name="T7" fmla="*/ 1042 h 93"/>
                  <a:gd name="T8" fmla="*/ 336 w 93"/>
                  <a:gd name="T9" fmla="*/ 3367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3">
                    <a:moveTo>
                      <a:pt x="12" y="81"/>
                    </a:moveTo>
                    <a:cubicBezTo>
                      <a:pt x="24" y="93"/>
                      <a:pt x="49" y="87"/>
                      <a:pt x="68" y="68"/>
                    </a:cubicBezTo>
                    <a:cubicBezTo>
                      <a:pt x="87" y="49"/>
                      <a:pt x="93" y="24"/>
                      <a:pt x="81" y="12"/>
                    </a:cubicBezTo>
                    <a:cubicBezTo>
                      <a:pt x="69" y="0"/>
                      <a:pt x="44" y="6"/>
                      <a:pt x="25" y="25"/>
                    </a:cubicBezTo>
                    <a:cubicBezTo>
                      <a:pt x="6" y="44"/>
                      <a:pt x="0" y="69"/>
                      <a:pt x="12" y="81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3" name="Freeform 1430">
                <a:extLst>
                  <a:ext uri="{FF2B5EF4-FFF2-40B4-BE49-F238E27FC236}">
                    <a16:creationId xmlns:a16="http://schemas.microsoft.com/office/drawing/2014/main" id="{617B595D-98B1-4C94-9E9C-72A9CC0CB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997"/>
                <a:ext cx="129" cy="135"/>
              </a:xfrm>
              <a:custGeom>
                <a:avLst/>
                <a:gdLst>
                  <a:gd name="T0" fmla="*/ 1816 w 74"/>
                  <a:gd name="T1" fmla="*/ 0 h 73"/>
                  <a:gd name="T2" fmla="*/ 1320 w 74"/>
                  <a:gd name="T3" fmla="*/ 1833 h 73"/>
                  <a:gd name="T4" fmla="*/ 0 w 74"/>
                  <a:gd name="T5" fmla="*/ 2493 h 73"/>
                  <a:gd name="T6" fmla="*/ 0 w 74"/>
                  <a:gd name="T7" fmla="*/ 2493 h 73"/>
                  <a:gd name="T8" fmla="*/ 1431 w 74"/>
                  <a:gd name="T9" fmla="*/ 1966 h 73"/>
                  <a:gd name="T10" fmla="*/ 1816 w 74"/>
                  <a:gd name="T11" fmla="*/ 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73">
                    <a:moveTo>
                      <a:pt x="65" y="0"/>
                    </a:moveTo>
                    <a:cubicBezTo>
                      <a:pt x="69" y="13"/>
                      <a:pt x="62" y="31"/>
                      <a:pt x="47" y="46"/>
                    </a:cubicBezTo>
                    <a:cubicBezTo>
                      <a:pt x="32" y="61"/>
                      <a:pt x="12" y="68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11" y="73"/>
                      <a:pt x="33" y="67"/>
                      <a:pt x="51" y="49"/>
                    </a:cubicBezTo>
                    <a:cubicBezTo>
                      <a:pt x="67" y="33"/>
                      <a:pt x="74" y="11"/>
                      <a:pt x="65" y="0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4" name="Freeform 1431">
                <a:extLst>
                  <a:ext uri="{FF2B5EF4-FFF2-40B4-BE49-F238E27FC236}">
                    <a16:creationId xmlns:a16="http://schemas.microsoft.com/office/drawing/2014/main" id="{35A132D2-6786-40D9-A013-63CAB264C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973"/>
                <a:ext cx="136" cy="141"/>
              </a:xfrm>
              <a:custGeom>
                <a:avLst/>
                <a:gdLst>
                  <a:gd name="T0" fmla="*/ 821 w 78"/>
                  <a:gd name="T1" fmla="*/ 1135 h 76"/>
                  <a:gd name="T2" fmla="*/ 2110 w 78"/>
                  <a:gd name="T3" fmla="*/ 486 h 76"/>
                  <a:gd name="T4" fmla="*/ 2146 w 78"/>
                  <a:gd name="T5" fmla="*/ 440 h 76"/>
                  <a:gd name="T6" fmla="*/ 711 w 78"/>
                  <a:gd name="T7" fmla="*/ 985 h 76"/>
                  <a:gd name="T8" fmla="*/ 343 w 78"/>
                  <a:gd name="T9" fmla="*/ 3104 h 76"/>
                  <a:gd name="T10" fmla="*/ 343 w 78"/>
                  <a:gd name="T11" fmla="*/ 3104 h 76"/>
                  <a:gd name="T12" fmla="*/ 821 w 78"/>
                  <a:gd name="T13" fmla="*/ 113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76">
                    <a:moveTo>
                      <a:pt x="29" y="28"/>
                    </a:moveTo>
                    <a:cubicBezTo>
                      <a:pt x="43" y="14"/>
                      <a:pt x="64" y="6"/>
                      <a:pt x="75" y="12"/>
                    </a:cubicBezTo>
                    <a:cubicBezTo>
                      <a:pt x="78" y="13"/>
                      <a:pt x="78" y="14"/>
                      <a:pt x="76" y="11"/>
                    </a:cubicBezTo>
                    <a:cubicBezTo>
                      <a:pt x="65" y="0"/>
                      <a:pt x="43" y="6"/>
                      <a:pt x="25" y="24"/>
                    </a:cubicBezTo>
                    <a:cubicBezTo>
                      <a:pt x="7" y="42"/>
                      <a:pt x="0" y="65"/>
                      <a:pt x="12" y="76"/>
                    </a:cubicBezTo>
                    <a:cubicBezTo>
                      <a:pt x="12" y="76"/>
                      <a:pt x="11" y="75"/>
                      <a:pt x="12" y="76"/>
                    </a:cubicBezTo>
                    <a:cubicBezTo>
                      <a:pt x="5" y="58"/>
                      <a:pt x="15" y="42"/>
                      <a:pt x="29" y="28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" name="Freeform 1432">
                <a:extLst>
                  <a:ext uri="{FF2B5EF4-FFF2-40B4-BE49-F238E27FC236}">
                    <a16:creationId xmlns:a16="http://schemas.microsoft.com/office/drawing/2014/main" id="{E315DF4E-522F-442D-8730-2D36B7268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954"/>
                <a:ext cx="66" cy="71"/>
              </a:xfrm>
              <a:custGeom>
                <a:avLst/>
                <a:gdLst>
                  <a:gd name="T0" fmla="*/ 881 w 38"/>
                  <a:gd name="T1" fmla="*/ 1366 h 38"/>
                  <a:gd name="T2" fmla="*/ 1047 w 38"/>
                  <a:gd name="T3" fmla="*/ 1134 h 38"/>
                  <a:gd name="T4" fmla="*/ 328 w 38"/>
                  <a:gd name="T5" fmla="*/ 0 h 38"/>
                  <a:gd name="T6" fmla="*/ 299 w 38"/>
                  <a:gd name="T7" fmla="*/ 0 h 38"/>
                  <a:gd name="T8" fmla="*/ 156 w 38"/>
                  <a:gd name="T9" fmla="*/ 254 h 38"/>
                  <a:gd name="T10" fmla="*/ 0 w 38"/>
                  <a:gd name="T11" fmla="*/ 503 h 38"/>
                  <a:gd name="T12" fmla="*/ 0 w 38"/>
                  <a:gd name="T13" fmla="*/ 503 h 38"/>
                  <a:gd name="T14" fmla="*/ 745 w 38"/>
                  <a:gd name="T15" fmla="*/ 1624 h 38"/>
                  <a:gd name="T16" fmla="*/ 881 w 38"/>
                  <a:gd name="T17" fmla="*/ 1366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8">
                    <a:moveTo>
                      <a:pt x="32" y="32"/>
                    </a:moveTo>
                    <a:cubicBezTo>
                      <a:pt x="34" y="30"/>
                      <a:pt x="36" y="28"/>
                      <a:pt x="38" y="27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0" y="2"/>
                      <a:pt x="8" y="4"/>
                      <a:pt x="6" y="6"/>
                    </a:cubicBezTo>
                    <a:cubicBezTo>
                      <a:pt x="4" y="8"/>
                      <a:pt x="2" y="10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8" y="36"/>
                      <a:pt x="30" y="34"/>
                      <a:pt x="32" y="32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" name="Freeform 1433">
                <a:extLst>
                  <a:ext uri="{FF2B5EF4-FFF2-40B4-BE49-F238E27FC236}">
                    <a16:creationId xmlns:a16="http://schemas.microsoft.com/office/drawing/2014/main" id="{1A7F65BA-C299-4E0A-AD12-5580396C7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1713"/>
                <a:ext cx="162" cy="172"/>
              </a:xfrm>
              <a:custGeom>
                <a:avLst/>
                <a:gdLst>
                  <a:gd name="T0" fmla="*/ 336 w 93"/>
                  <a:gd name="T1" fmla="*/ 3290 h 93"/>
                  <a:gd name="T2" fmla="*/ 707 w 93"/>
                  <a:gd name="T3" fmla="*/ 991 h 93"/>
                  <a:gd name="T4" fmla="*/ 2294 w 93"/>
                  <a:gd name="T5" fmla="*/ 483 h 93"/>
                  <a:gd name="T6" fmla="*/ 1897 w 93"/>
                  <a:gd name="T7" fmla="*/ 2726 h 93"/>
                  <a:gd name="T8" fmla="*/ 336 w 93"/>
                  <a:gd name="T9" fmla="*/ 329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3">
                    <a:moveTo>
                      <a:pt x="12" y="82"/>
                    </a:moveTo>
                    <a:cubicBezTo>
                      <a:pt x="0" y="70"/>
                      <a:pt x="6" y="45"/>
                      <a:pt x="25" y="25"/>
                    </a:cubicBezTo>
                    <a:cubicBezTo>
                      <a:pt x="44" y="6"/>
                      <a:pt x="70" y="0"/>
                      <a:pt x="82" y="12"/>
                    </a:cubicBezTo>
                    <a:cubicBezTo>
                      <a:pt x="93" y="24"/>
                      <a:pt x="88" y="49"/>
                      <a:pt x="68" y="68"/>
                    </a:cubicBezTo>
                    <a:cubicBezTo>
                      <a:pt x="49" y="88"/>
                      <a:pt x="24" y="93"/>
                      <a:pt x="12" y="82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" name="Freeform 1434">
                <a:extLst>
                  <a:ext uri="{FF2B5EF4-FFF2-40B4-BE49-F238E27FC236}">
                    <a16:creationId xmlns:a16="http://schemas.microsoft.com/office/drawing/2014/main" id="{3472B0A4-6FFA-4AF0-B44E-4604103A1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1828"/>
                <a:ext cx="66" cy="70"/>
              </a:xfrm>
              <a:custGeom>
                <a:avLst/>
                <a:gdLst>
                  <a:gd name="T0" fmla="*/ 156 w 38"/>
                  <a:gd name="T1" fmla="*/ 230 h 38"/>
                  <a:gd name="T2" fmla="*/ 328 w 38"/>
                  <a:gd name="T3" fmla="*/ 0 h 38"/>
                  <a:gd name="T4" fmla="*/ 1047 w 38"/>
                  <a:gd name="T5" fmla="*/ 1056 h 38"/>
                  <a:gd name="T6" fmla="*/ 1047 w 38"/>
                  <a:gd name="T7" fmla="*/ 1056 h 38"/>
                  <a:gd name="T8" fmla="*/ 901 w 38"/>
                  <a:gd name="T9" fmla="*/ 1286 h 38"/>
                  <a:gd name="T10" fmla="*/ 745 w 38"/>
                  <a:gd name="T11" fmla="*/ 1487 h 38"/>
                  <a:gd name="T12" fmla="*/ 745 w 38"/>
                  <a:gd name="T13" fmla="*/ 1487 h 38"/>
                  <a:gd name="T14" fmla="*/ 0 w 38"/>
                  <a:gd name="T15" fmla="*/ 475 h 38"/>
                  <a:gd name="T16" fmla="*/ 156 w 38"/>
                  <a:gd name="T17" fmla="*/ 230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8">
                    <a:moveTo>
                      <a:pt x="6" y="6"/>
                    </a:moveTo>
                    <a:cubicBezTo>
                      <a:pt x="8" y="5"/>
                      <a:pt x="10" y="3"/>
                      <a:pt x="12" y="0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6" y="29"/>
                      <a:pt x="35" y="31"/>
                      <a:pt x="33" y="33"/>
                    </a:cubicBezTo>
                    <a:cubicBezTo>
                      <a:pt x="31" y="35"/>
                      <a:pt x="29" y="36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0"/>
                      <a:pt x="4" y="8"/>
                      <a:pt x="6" y="6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8" name="Freeform 1435">
                <a:extLst>
                  <a:ext uri="{FF2B5EF4-FFF2-40B4-BE49-F238E27FC236}">
                    <a16:creationId xmlns:a16="http://schemas.microsoft.com/office/drawing/2014/main" id="{09C36E98-7E31-4696-AEB7-FD2816C5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536"/>
                <a:ext cx="181" cy="143"/>
              </a:xfrm>
              <a:custGeom>
                <a:avLst/>
                <a:gdLst>
                  <a:gd name="T0" fmla="*/ 2699 w 104"/>
                  <a:gd name="T1" fmla="*/ 2346 h 77"/>
                  <a:gd name="T2" fmla="*/ 1751 w 104"/>
                  <a:gd name="T3" fmla="*/ 418 h 77"/>
                  <a:gd name="T4" fmla="*/ 193 w 104"/>
                  <a:gd name="T5" fmla="*/ 821 h 77"/>
                  <a:gd name="T6" fmla="*/ 1117 w 104"/>
                  <a:gd name="T7" fmla="*/ 2736 h 77"/>
                  <a:gd name="T8" fmla="*/ 2699 w 104"/>
                  <a:gd name="T9" fmla="*/ 2346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77">
                    <a:moveTo>
                      <a:pt x="97" y="57"/>
                    </a:moveTo>
                    <a:cubicBezTo>
                      <a:pt x="104" y="42"/>
                      <a:pt x="89" y="21"/>
                      <a:pt x="63" y="10"/>
                    </a:cubicBezTo>
                    <a:cubicBezTo>
                      <a:pt x="38" y="0"/>
                      <a:pt x="13" y="4"/>
                      <a:pt x="7" y="20"/>
                    </a:cubicBezTo>
                    <a:cubicBezTo>
                      <a:pt x="0" y="35"/>
                      <a:pt x="15" y="56"/>
                      <a:pt x="40" y="67"/>
                    </a:cubicBezTo>
                    <a:cubicBezTo>
                      <a:pt x="65" y="77"/>
                      <a:pt x="91" y="73"/>
                      <a:pt x="97" y="5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9" name="Freeform 1436">
                <a:extLst>
                  <a:ext uri="{FF2B5EF4-FFF2-40B4-BE49-F238E27FC236}">
                    <a16:creationId xmlns:a16="http://schemas.microsoft.com/office/drawing/2014/main" id="{CEE8AC59-A9B0-410E-B53A-C4269B3AA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653"/>
                <a:ext cx="51" cy="76"/>
              </a:xfrm>
              <a:custGeom>
                <a:avLst/>
                <a:gdLst>
                  <a:gd name="T0" fmla="*/ 619 w 29"/>
                  <a:gd name="T1" fmla="*/ 152 h 41"/>
                  <a:gd name="T2" fmla="*/ 417 w 29"/>
                  <a:gd name="T3" fmla="*/ 0 h 41"/>
                  <a:gd name="T4" fmla="*/ 0 w 29"/>
                  <a:gd name="T5" fmla="*/ 1416 h 41"/>
                  <a:gd name="T6" fmla="*/ 0 w 29"/>
                  <a:gd name="T7" fmla="*/ 1416 h 41"/>
                  <a:gd name="T8" fmla="*/ 200 w 29"/>
                  <a:gd name="T9" fmla="*/ 1537 h 41"/>
                  <a:gd name="T10" fmla="*/ 417 w 29"/>
                  <a:gd name="T11" fmla="*/ 1663 h 41"/>
                  <a:gd name="T12" fmla="*/ 417 w 29"/>
                  <a:gd name="T13" fmla="*/ 1663 h 41"/>
                  <a:gd name="T14" fmla="*/ 860 w 29"/>
                  <a:gd name="T15" fmla="*/ 237 h 41"/>
                  <a:gd name="T16" fmla="*/ 619 w 29"/>
                  <a:gd name="T17" fmla="*/ 152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1">
                    <a:moveTo>
                      <a:pt x="21" y="4"/>
                    </a:moveTo>
                    <a:cubicBezTo>
                      <a:pt x="19" y="3"/>
                      <a:pt x="16" y="1"/>
                      <a:pt x="14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" y="36"/>
                      <a:pt x="5" y="37"/>
                      <a:pt x="7" y="38"/>
                    </a:cubicBezTo>
                    <a:cubicBezTo>
                      <a:pt x="9" y="39"/>
                      <a:pt x="12" y="40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6" y="6"/>
                      <a:pt x="24" y="5"/>
                      <a:pt x="21" y="4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0" name="Freeform 1437">
                <a:extLst>
                  <a:ext uri="{FF2B5EF4-FFF2-40B4-BE49-F238E27FC236}">
                    <a16:creationId xmlns:a16="http://schemas.microsoft.com/office/drawing/2014/main" id="{174F7181-7E10-44B5-9A3D-3D063D3B6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3175"/>
                <a:ext cx="180" cy="143"/>
              </a:xfrm>
              <a:custGeom>
                <a:avLst/>
                <a:gdLst>
                  <a:gd name="T0" fmla="*/ 2770 w 103"/>
                  <a:gd name="T1" fmla="*/ 2346 h 77"/>
                  <a:gd name="T2" fmla="*/ 1136 w 103"/>
                  <a:gd name="T3" fmla="*/ 2711 h 77"/>
                  <a:gd name="T4" fmla="*/ 159 w 103"/>
                  <a:gd name="T5" fmla="*/ 776 h 77"/>
                  <a:gd name="T6" fmla="*/ 1793 w 103"/>
                  <a:gd name="T7" fmla="*/ 418 h 77"/>
                  <a:gd name="T8" fmla="*/ 2770 w 103"/>
                  <a:gd name="T9" fmla="*/ 2346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77">
                    <a:moveTo>
                      <a:pt x="97" y="57"/>
                    </a:moveTo>
                    <a:cubicBezTo>
                      <a:pt x="91" y="72"/>
                      <a:pt x="65" y="77"/>
                      <a:pt x="40" y="66"/>
                    </a:cubicBezTo>
                    <a:cubicBezTo>
                      <a:pt x="15" y="56"/>
                      <a:pt x="0" y="35"/>
                      <a:pt x="6" y="19"/>
                    </a:cubicBezTo>
                    <a:cubicBezTo>
                      <a:pt x="13" y="4"/>
                      <a:pt x="38" y="0"/>
                      <a:pt x="63" y="10"/>
                    </a:cubicBezTo>
                    <a:cubicBezTo>
                      <a:pt x="88" y="20"/>
                      <a:pt x="103" y="41"/>
                      <a:pt x="97" y="5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1" name="Freeform 1438">
                <a:extLst>
                  <a:ext uri="{FF2B5EF4-FFF2-40B4-BE49-F238E27FC236}">
                    <a16:creationId xmlns:a16="http://schemas.microsoft.com/office/drawing/2014/main" id="{BE8AF687-274D-43B2-9753-B5D6637BC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3125"/>
                <a:ext cx="50" cy="74"/>
              </a:xfrm>
              <a:custGeom>
                <a:avLst/>
                <a:gdLst>
                  <a:gd name="T0" fmla="*/ 184 w 29"/>
                  <a:gd name="T1" fmla="*/ 1474 h 40"/>
                  <a:gd name="T2" fmla="*/ 0 w 29"/>
                  <a:gd name="T3" fmla="*/ 1369 h 40"/>
                  <a:gd name="T4" fmla="*/ 362 w 29"/>
                  <a:gd name="T5" fmla="*/ 0 h 40"/>
                  <a:gd name="T6" fmla="*/ 362 w 29"/>
                  <a:gd name="T7" fmla="*/ 0 h 40"/>
                  <a:gd name="T8" fmla="*/ 547 w 29"/>
                  <a:gd name="T9" fmla="*/ 126 h 40"/>
                  <a:gd name="T10" fmla="*/ 759 w 29"/>
                  <a:gd name="T11" fmla="*/ 233 h 40"/>
                  <a:gd name="T12" fmla="*/ 759 w 29"/>
                  <a:gd name="T13" fmla="*/ 233 h 40"/>
                  <a:gd name="T14" fmla="*/ 398 w 29"/>
                  <a:gd name="T15" fmla="*/ 1602 h 40"/>
                  <a:gd name="T16" fmla="*/ 184 w 29"/>
                  <a:gd name="T17" fmla="*/ 1474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0">
                    <a:moveTo>
                      <a:pt x="7" y="37"/>
                    </a:moveTo>
                    <a:cubicBezTo>
                      <a:pt x="5" y="36"/>
                      <a:pt x="2" y="35"/>
                      <a:pt x="0" y="3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7" y="1"/>
                      <a:pt x="19" y="2"/>
                      <a:pt x="21" y="3"/>
                    </a:cubicBezTo>
                    <a:cubicBezTo>
                      <a:pt x="24" y="4"/>
                      <a:pt x="26" y="5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2" y="39"/>
                      <a:pt x="10" y="38"/>
                      <a:pt x="7" y="37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2" name="Freeform 1439">
                <a:extLst>
                  <a:ext uri="{FF2B5EF4-FFF2-40B4-BE49-F238E27FC236}">
                    <a16:creationId xmlns:a16="http://schemas.microsoft.com/office/drawing/2014/main" id="{B63CFE0C-4B61-43A4-BB12-3C5C8B69D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670"/>
                <a:ext cx="134" cy="193"/>
              </a:xfrm>
              <a:custGeom>
                <a:avLst/>
                <a:gdLst>
                  <a:gd name="T0" fmla="*/ 520 w 77"/>
                  <a:gd name="T1" fmla="*/ 3964 h 104"/>
                  <a:gd name="T2" fmla="*/ 1836 w 77"/>
                  <a:gd name="T3" fmla="*/ 2620 h 104"/>
                  <a:gd name="T4" fmla="*/ 1575 w 77"/>
                  <a:gd name="T5" fmla="*/ 290 h 104"/>
                  <a:gd name="T6" fmla="*/ 273 w 77"/>
                  <a:gd name="T7" fmla="*/ 1622 h 104"/>
                  <a:gd name="T8" fmla="*/ 520 w 77"/>
                  <a:gd name="T9" fmla="*/ 3964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4">
                    <a:moveTo>
                      <a:pt x="19" y="97"/>
                    </a:moveTo>
                    <a:cubicBezTo>
                      <a:pt x="35" y="104"/>
                      <a:pt x="56" y="89"/>
                      <a:pt x="66" y="64"/>
                    </a:cubicBezTo>
                    <a:cubicBezTo>
                      <a:pt x="77" y="39"/>
                      <a:pt x="72" y="13"/>
                      <a:pt x="57" y="7"/>
                    </a:cubicBezTo>
                    <a:cubicBezTo>
                      <a:pt x="41" y="0"/>
                      <a:pt x="20" y="15"/>
                      <a:pt x="10" y="40"/>
                    </a:cubicBezTo>
                    <a:cubicBezTo>
                      <a:pt x="0" y="65"/>
                      <a:pt x="4" y="91"/>
                      <a:pt x="19" y="9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3" name="Freeform 1440">
                <a:extLst>
                  <a:ext uri="{FF2B5EF4-FFF2-40B4-BE49-F238E27FC236}">
                    <a16:creationId xmlns:a16="http://schemas.microsoft.com/office/drawing/2014/main" id="{0B44206B-1674-4E44-A138-7DC287A30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705"/>
                <a:ext cx="72" cy="54"/>
              </a:xfrm>
              <a:custGeom>
                <a:avLst/>
                <a:gdLst>
                  <a:gd name="T0" fmla="*/ 1122 w 41"/>
                  <a:gd name="T1" fmla="*/ 877 h 29"/>
                  <a:gd name="T2" fmla="*/ 1196 w 41"/>
                  <a:gd name="T3" fmla="*/ 575 h 29"/>
                  <a:gd name="T4" fmla="*/ 200 w 41"/>
                  <a:gd name="T5" fmla="*/ 0 h 29"/>
                  <a:gd name="T6" fmla="*/ 200 w 41"/>
                  <a:gd name="T7" fmla="*/ 0 h 29"/>
                  <a:gd name="T8" fmla="*/ 114 w 41"/>
                  <a:gd name="T9" fmla="*/ 290 h 29"/>
                  <a:gd name="T10" fmla="*/ 0 w 41"/>
                  <a:gd name="T11" fmla="*/ 575 h 29"/>
                  <a:gd name="T12" fmla="*/ 37 w 41"/>
                  <a:gd name="T13" fmla="*/ 575 h 29"/>
                  <a:gd name="T14" fmla="*/ 1019 w 41"/>
                  <a:gd name="T15" fmla="*/ 1214 h 29"/>
                  <a:gd name="T16" fmla="*/ 1122 w 41"/>
                  <a:gd name="T17" fmla="*/ 877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38" y="21"/>
                    </a:moveTo>
                    <a:cubicBezTo>
                      <a:pt x="39" y="19"/>
                      <a:pt x="40" y="16"/>
                      <a:pt x="41" y="1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2"/>
                      <a:pt x="5" y="5"/>
                      <a:pt x="4" y="7"/>
                    </a:cubicBezTo>
                    <a:cubicBezTo>
                      <a:pt x="3" y="10"/>
                      <a:pt x="2" y="12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6"/>
                      <a:pt x="37" y="24"/>
                      <a:pt x="38" y="21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4" name="Freeform 1441">
                <a:extLst>
                  <a:ext uri="{FF2B5EF4-FFF2-40B4-BE49-F238E27FC236}">
                    <a16:creationId xmlns:a16="http://schemas.microsoft.com/office/drawing/2014/main" id="{0CAD29DE-99AC-4EB9-B239-F7379EDC9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991"/>
                <a:ext cx="135" cy="192"/>
              </a:xfrm>
              <a:custGeom>
                <a:avLst/>
                <a:gdLst>
                  <a:gd name="T0" fmla="*/ 579 w 77"/>
                  <a:gd name="T1" fmla="*/ 4069 h 103"/>
                  <a:gd name="T2" fmla="*/ 302 w 77"/>
                  <a:gd name="T3" fmla="*/ 1693 h 103"/>
                  <a:gd name="T4" fmla="*/ 1653 w 77"/>
                  <a:gd name="T5" fmla="*/ 254 h 103"/>
                  <a:gd name="T6" fmla="*/ 1934 w 77"/>
                  <a:gd name="T7" fmla="*/ 2630 h 103"/>
                  <a:gd name="T8" fmla="*/ 579 w 77"/>
                  <a:gd name="T9" fmla="*/ 4069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3">
                    <a:moveTo>
                      <a:pt x="20" y="97"/>
                    </a:moveTo>
                    <a:cubicBezTo>
                      <a:pt x="4" y="91"/>
                      <a:pt x="0" y="65"/>
                      <a:pt x="10" y="40"/>
                    </a:cubicBezTo>
                    <a:cubicBezTo>
                      <a:pt x="21" y="15"/>
                      <a:pt x="42" y="0"/>
                      <a:pt x="57" y="6"/>
                    </a:cubicBezTo>
                    <a:cubicBezTo>
                      <a:pt x="73" y="13"/>
                      <a:pt x="77" y="38"/>
                      <a:pt x="67" y="63"/>
                    </a:cubicBezTo>
                    <a:cubicBezTo>
                      <a:pt x="56" y="88"/>
                      <a:pt x="35" y="103"/>
                      <a:pt x="20" y="9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5" name="Freeform 1442">
                <a:extLst>
                  <a:ext uri="{FF2B5EF4-FFF2-40B4-BE49-F238E27FC236}">
                    <a16:creationId xmlns:a16="http://schemas.microsoft.com/office/drawing/2014/main" id="{7FE7B06A-B424-48FA-9DAE-51015ECA8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2095"/>
                <a:ext cx="72" cy="54"/>
              </a:xfrm>
              <a:custGeom>
                <a:avLst/>
                <a:gdLst>
                  <a:gd name="T0" fmla="*/ 114 w 41"/>
                  <a:gd name="T1" fmla="*/ 290 h 29"/>
                  <a:gd name="T2" fmla="*/ 179 w 41"/>
                  <a:gd name="T3" fmla="*/ 0 h 29"/>
                  <a:gd name="T4" fmla="*/ 1196 w 41"/>
                  <a:gd name="T5" fmla="*/ 575 h 29"/>
                  <a:gd name="T6" fmla="*/ 1196 w 41"/>
                  <a:gd name="T7" fmla="*/ 575 h 29"/>
                  <a:gd name="T8" fmla="*/ 1122 w 41"/>
                  <a:gd name="T9" fmla="*/ 916 h 29"/>
                  <a:gd name="T10" fmla="*/ 1019 w 41"/>
                  <a:gd name="T11" fmla="*/ 1214 h 29"/>
                  <a:gd name="T12" fmla="*/ 1019 w 41"/>
                  <a:gd name="T13" fmla="*/ 1214 h 29"/>
                  <a:gd name="T14" fmla="*/ 0 w 41"/>
                  <a:gd name="T15" fmla="*/ 628 h 29"/>
                  <a:gd name="T16" fmla="*/ 114 w 41"/>
                  <a:gd name="T17" fmla="*/ 29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4" y="7"/>
                    </a:moveTo>
                    <a:cubicBezTo>
                      <a:pt x="5" y="5"/>
                      <a:pt x="5" y="2"/>
                      <a:pt x="6" y="0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7"/>
                      <a:pt x="39" y="19"/>
                      <a:pt x="38" y="22"/>
                    </a:cubicBezTo>
                    <a:cubicBezTo>
                      <a:pt x="37" y="24"/>
                      <a:pt x="36" y="27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2"/>
                      <a:pt x="3" y="10"/>
                      <a:pt x="4" y="7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6" name="Freeform 1443">
                <a:extLst>
                  <a:ext uri="{FF2B5EF4-FFF2-40B4-BE49-F238E27FC236}">
                    <a16:creationId xmlns:a16="http://schemas.microsoft.com/office/drawing/2014/main" id="{EEFF4241-9190-4CF9-977D-3B2E20A18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991"/>
                <a:ext cx="134" cy="192"/>
              </a:xfrm>
              <a:custGeom>
                <a:avLst/>
                <a:gdLst>
                  <a:gd name="T0" fmla="*/ 1575 w 77"/>
                  <a:gd name="T1" fmla="*/ 4069 h 103"/>
                  <a:gd name="T2" fmla="*/ 1836 w 77"/>
                  <a:gd name="T3" fmla="*/ 1693 h 103"/>
                  <a:gd name="T4" fmla="*/ 520 w 77"/>
                  <a:gd name="T5" fmla="*/ 254 h 103"/>
                  <a:gd name="T6" fmla="*/ 273 w 77"/>
                  <a:gd name="T7" fmla="*/ 2630 h 103"/>
                  <a:gd name="T8" fmla="*/ 1575 w 77"/>
                  <a:gd name="T9" fmla="*/ 4069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3">
                    <a:moveTo>
                      <a:pt x="57" y="97"/>
                    </a:moveTo>
                    <a:cubicBezTo>
                      <a:pt x="72" y="91"/>
                      <a:pt x="77" y="65"/>
                      <a:pt x="66" y="40"/>
                    </a:cubicBezTo>
                    <a:cubicBezTo>
                      <a:pt x="56" y="15"/>
                      <a:pt x="35" y="0"/>
                      <a:pt x="19" y="6"/>
                    </a:cubicBezTo>
                    <a:cubicBezTo>
                      <a:pt x="4" y="13"/>
                      <a:pt x="0" y="38"/>
                      <a:pt x="10" y="63"/>
                    </a:cubicBezTo>
                    <a:cubicBezTo>
                      <a:pt x="20" y="88"/>
                      <a:pt x="41" y="103"/>
                      <a:pt x="57" y="9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7" name="Freeform 1444">
                <a:extLst>
                  <a:ext uri="{FF2B5EF4-FFF2-40B4-BE49-F238E27FC236}">
                    <a16:creationId xmlns:a16="http://schemas.microsoft.com/office/drawing/2014/main" id="{303DE04A-DE8A-44D1-80C2-F01D81D8D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002"/>
                <a:ext cx="71" cy="157"/>
              </a:xfrm>
              <a:custGeom>
                <a:avLst/>
                <a:gdLst>
                  <a:gd name="T0" fmla="*/ 405 w 41"/>
                  <a:gd name="T1" fmla="*/ 2469 h 84"/>
                  <a:gd name="T2" fmla="*/ 655 w 41"/>
                  <a:gd name="T3" fmla="*/ 293 h 84"/>
                  <a:gd name="T4" fmla="*/ 1107 w 41"/>
                  <a:gd name="T5" fmla="*/ 338 h 84"/>
                  <a:gd name="T6" fmla="*/ 488 w 41"/>
                  <a:gd name="T7" fmla="*/ 136 h 84"/>
                  <a:gd name="T8" fmla="*/ 249 w 41"/>
                  <a:gd name="T9" fmla="*/ 2306 h 84"/>
                  <a:gd name="T10" fmla="*/ 888 w 41"/>
                  <a:gd name="T11" fmla="*/ 3577 h 84"/>
                  <a:gd name="T12" fmla="*/ 405 w 41"/>
                  <a:gd name="T13" fmla="*/ 2469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84">
                    <a:moveTo>
                      <a:pt x="15" y="58"/>
                    </a:moveTo>
                    <a:cubicBezTo>
                      <a:pt x="6" y="35"/>
                      <a:pt x="10" y="13"/>
                      <a:pt x="24" y="7"/>
                    </a:cubicBezTo>
                    <a:cubicBezTo>
                      <a:pt x="29" y="5"/>
                      <a:pt x="35" y="5"/>
                      <a:pt x="41" y="8"/>
                    </a:cubicBezTo>
                    <a:cubicBezTo>
                      <a:pt x="33" y="2"/>
                      <a:pt x="25" y="0"/>
                      <a:pt x="18" y="3"/>
                    </a:cubicBezTo>
                    <a:cubicBezTo>
                      <a:pt x="4" y="9"/>
                      <a:pt x="0" y="32"/>
                      <a:pt x="9" y="54"/>
                    </a:cubicBezTo>
                    <a:cubicBezTo>
                      <a:pt x="15" y="68"/>
                      <a:pt x="24" y="80"/>
                      <a:pt x="33" y="84"/>
                    </a:cubicBezTo>
                    <a:cubicBezTo>
                      <a:pt x="26" y="79"/>
                      <a:pt x="20" y="68"/>
                      <a:pt x="15" y="58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8" name="Freeform 1445">
                <a:extLst>
                  <a:ext uri="{FF2B5EF4-FFF2-40B4-BE49-F238E27FC236}">
                    <a16:creationId xmlns:a16="http://schemas.microsoft.com/office/drawing/2014/main" id="{83D70F7C-494F-43EF-BF1F-672256797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095"/>
                <a:ext cx="72" cy="54"/>
              </a:xfrm>
              <a:custGeom>
                <a:avLst/>
                <a:gdLst>
                  <a:gd name="T0" fmla="*/ 1122 w 41"/>
                  <a:gd name="T1" fmla="*/ 290 h 29"/>
                  <a:gd name="T2" fmla="*/ 1019 w 41"/>
                  <a:gd name="T3" fmla="*/ 0 h 29"/>
                  <a:gd name="T4" fmla="*/ 37 w 41"/>
                  <a:gd name="T5" fmla="*/ 575 h 29"/>
                  <a:gd name="T6" fmla="*/ 0 w 41"/>
                  <a:gd name="T7" fmla="*/ 575 h 29"/>
                  <a:gd name="T8" fmla="*/ 114 w 41"/>
                  <a:gd name="T9" fmla="*/ 916 h 29"/>
                  <a:gd name="T10" fmla="*/ 200 w 41"/>
                  <a:gd name="T11" fmla="*/ 1214 h 29"/>
                  <a:gd name="T12" fmla="*/ 200 w 41"/>
                  <a:gd name="T13" fmla="*/ 1214 h 29"/>
                  <a:gd name="T14" fmla="*/ 1196 w 41"/>
                  <a:gd name="T15" fmla="*/ 628 h 29"/>
                  <a:gd name="T16" fmla="*/ 1122 w 41"/>
                  <a:gd name="T17" fmla="*/ 29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38" y="7"/>
                    </a:moveTo>
                    <a:cubicBezTo>
                      <a:pt x="37" y="5"/>
                      <a:pt x="36" y="2"/>
                      <a:pt x="35" y="0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0" y="14"/>
                    </a:cubicBezTo>
                    <a:cubicBezTo>
                      <a:pt x="2" y="17"/>
                      <a:pt x="3" y="19"/>
                      <a:pt x="4" y="22"/>
                    </a:cubicBezTo>
                    <a:cubicBezTo>
                      <a:pt x="5" y="24"/>
                      <a:pt x="6" y="27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0" y="12"/>
                      <a:pt x="39" y="10"/>
                      <a:pt x="38" y="7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9" name="Freeform 1446">
                <a:extLst>
                  <a:ext uri="{FF2B5EF4-FFF2-40B4-BE49-F238E27FC236}">
                    <a16:creationId xmlns:a16="http://schemas.microsoft.com/office/drawing/2014/main" id="{C16C0667-84C0-46FB-9DC1-C3CFB04E7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2670"/>
                <a:ext cx="135" cy="193"/>
              </a:xfrm>
              <a:custGeom>
                <a:avLst/>
                <a:gdLst>
                  <a:gd name="T0" fmla="*/ 1653 w 77"/>
                  <a:gd name="T1" fmla="*/ 3964 h 104"/>
                  <a:gd name="T2" fmla="*/ 302 w 77"/>
                  <a:gd name="T3" fmla="*/ 2620 h 104"/>
                  <a:gd name="T4" fmla="*/ 579 w 77"/>
                  <a:gd name="T5" fmla="*/ 290 h 104"/>
                  <a:gd name="T6" fmla="*/ 1934 w 77"/>
                  <a:gd name="T7" fmla="*/ 1622 h 104"/>
                  <a:gd name="T8" fmla="*/ 1653 w 77"/>
                  <a:gd name="T9" fmla="*/ 3964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4">
                    <a:moveTo>
                      <a:pt x="57" y="97"/>
                    </a:moveTo>
                    <a:cubicBezTo>
                      <a:pt x="42" y="104"/>
                      <a:pt x="21" y="89"/>
                      <a:pt x="10" y="64"/>
                    </a:cubicBezTo>
                    <a:cubicBezTo>
                      <a:pt x="0" y="39"/>
                      <a:pt x="4" y="13"/>
                      <a:pt x="20" y="7"/>
                    </a:cubicBezTo>
                    <a:cubicBezTo>
                      <a:pt x="35" y="0"/>
                      <a:pt x="56" y="15"/>
                      <a:pt x="67" y="40"/>
                    </a:cubicBezTo>
                    <a:cubicBezTo>
                      <a:pt x="77" y="65"/>
                      <a:pt x="73" y="91"/>
                      <a:pt x="57" y="9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0" name="Freeform 1447">
                <a:extLst>
                  <a:ext uri="{FF2B5EF4-FFF2-40B4-BE49-F238E27FC236}">
                    <a16:creationId xmlns:a16="http://schemas.microsoft.com/office/drawing/2014/main" id="{AFD81982-3731-4F13-BAC5-886AFB162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2705"/>
                <a:ext cx="72" cy="54"/>
              </a:xfrm>
              <a:custGeom>
                <a:avLst/>
                <a:gdLst>
                  <a:gd name="T0" fmla="*/ 114 w 41"/>
                  <a:gd name="T1" fmla="*/ 877 h 29"/>
                  <a:gd name="T2" fmla="*/ 0 w 41"/>
                  <a:gd name="T3" fmla="*/ 575 h 29"/>
                  <a:gd name="T4" fmla="*/ 1019 w 41"/>
                  <a:gd name="T5" fmla="*/ 0 h 29"/>
                  <a:gd name="T6" fmla="*/ 1019 w 41"/>
                  <a:gd name="T7" fmla="*/ 0 h 29"/>
                  <a:gd name="T8" fmla="*/ 1122 w 41"/>
                  <a:gd name="T9" fmla="*/ 290 h 29"/>
                  <a:gd name="T10" fmla="*/ 1196 w 41"/>
                  <a:gd name="T11" fmla="*/ 575 h 29"/>
                  <a:gd name="T12" fmla="*/ 1196 w 41"/>
                  <a:gd name="T13" fmla="*/ 575 h 29"/>
                  <a:gd name="T14" fmla="*/ 179 w 41"/>
                  <a:gd name="T15" fmla="*/ 1214 h 29"/>
                  <a:gd name="T16" fmla="*/ 114 w 41"/>
                  <a:gd name="T17" fmla="*/ 877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4" y="21"/>
                    </a:moveTo>
                    <a:cubicBezTo>
                      <a:pt x="3" y="19"/>
                      <a:pt x="1" y="16"/>
                      <a:pt x="0" y="14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2"/>
                      <a:pt x="37" y="5"/>
                      <a:pt x="38" y="7"/>
                    </a:cubicBezTo>
                    <a:cubicBezTo>
                      <a:pt x="39" y="10"/>
                      <a:pt x="40" y="12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26"/>
                      <a:pt x="5" y="24"/>
                      <a:pt x="4" y="21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1" name="Freeform 1448">
                <a:extLst>
                  <a:ext uri="{FF2B5EF4-FFF2-40B4-BE49-F238E27FC236}">
                    <a16:creationId xmlns:a16="http://schemas.microsoft.com/office/drawing/2014/main" id="{43C4C234-C541-4E22-8DCC-6D9DE4494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175"/>
                <a:ext cx="181" cy="143"/>
              </a:xfrm>
              <a:custGeom>
                <a:avLst/>
                <a:gdLst>
                  <a:gd name="T0" fmla="*/ 193 w 104"/>
                  <a:gd name="T1" fmla="*/ 2346 h 77"/>
                  <a:gd name="T2" fmla="*/ 1751 w 104"/>
                  <a:gd name="T3" fmla="*/ 2711 h 77"/>
                  <a:gd name="T4" fmla="*/ 2699 w 104"/>
                  <a:gd name="T5" fmla="*/ 776 h 77"/>
                  <a:gd name="T6" fmla="*/ 1117 w 104"/>
                  <a:gd name="T7" fmla="*/ 418 h 77"/>
                  <a:gd name="T8" fmla="*/ 193 w 104"/>
                  <a:gd name="T9" fmla="*/ 2346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77">
                    <a:moveTo>
                      <a:pt x="7" y="57"/>
                    </a:moveTo>
                    <a:cubicBezTo>
                      <a:pt x="13" y="72"/>
                      <a:pt x="38" y="77"/>
                      <a:pt x="63" y="66"/>
                    </a:cubicBezTo>
                    <a:cubicBezTo>
                      <a:pt x="89" y="56"/>
                      <a:pt x="104" y="35"/>
                      <a:pt x="97" y="19"/>
                    </a:cubicBezTo>
                    <a:cubicBezTo>
                      <a:pt x="91" y="4"/>
                      <a:pt x="65" y="0"/>
                      <a:pt x="40" y="10"/>
                    </a:cubicBezTo>
                    <a:cubicBezTo>
                      <a:pt x="15" y="20"/>
                      <a:pt x="0" y="41"/>
                      <a:pt x="7" y="5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2" name="Freeform 1449">
                <a:extLst>
                  <a:ext uri="{FF2B5EF4-FFF2-40B4-BE49-F238E27FC236}">
                    <a16:creationId xmlns:a16="http://schemas.microsoft.com/office/drawing/2014/main" id="{38796323-73F8-4CD5-A955-C64810605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3125"/>
                <a:ext cx="51" cy="74"/>
              </a:xfrm>
              <a:custGeom>
                <a:avLst/>
                <a:gdLst>
                  <a:gd name="T0" fmla="*/ 619 w 29"/>
                  <a:gd name="T1" fmla="*/ 1474 h 40"/>
                  <a:gd name="T2" fmla="*/ 860 w 29"/>
                  <a:gd name="T3" fmla="*/ 1369 h 40"/>
                  <a:gd name="T4" fmla="*/ 417 w 29"/>
                  <a:gd name="T5" fmla="*/ 0 h 40"/>
                  <a:gd name="T6" fmla="*/ 417 w 29"/>
                  <a:gd name="T7" fmla="*/ 0 h 40"/>
                  <a:gd name="T8" fmla="*/ 200 w 29"/>
                  <a:gd name="T9" fmla="*/ 126 h 40"/>
                  <a:gd name="T10" fmla="*/ 0 w 29"/>
                  <a:gd name="T11" fmla="*/ 233 h 40"/>
                  <a:gd name="T12" fmla="*/ 0 w 29"/>
                  <a:gd name="T13" fmla="*/ 233 h 40"/>
                  <a:gd name="T14" fmla="*/ 417 w 29"/>
                  <a:gd name="T15" fmla="*/ 1602 h 40"/>
                  <a:gd name="T16" fmla="*/ 619 w 29"/>
                  <a:gd name="T17" fmla="*/ 1474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0">
                    <a:moveTo>
                      <a:pt x="21" y="37"/>
                    </a:moveTo>
                    <a:cubicBezTo>
                      <a:pt x="24" y="36"/>
                      <a:pt x="26" y="35"/>
                      <a:pt x="29" y="3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1"/>
                      <a:pt x="9" y="2"/>
                      <a:pt x="7" y="3"/>
                    </a:cubicBezTo>
                    <a:cubicBezTo>
                      <a:pt x="5" y="4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9"/>
                      <a:pt x="19" y="38"/>
                      <a:pt x="21" y="37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3" name="Freeform 1450">
                <a:extLst>
                  <a:ext uri="{FF2B5EF4-FFF2-40B4-BE49-F238E27FC236}">
                    <a16:creationId xmlns:a16="http://schemas.microsoft.com/office/drawing/2014/main" id="{62BE6101-AFFB-44CE-A941-6DAA2D55A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536"/>
                <a:ext cx="180" cy="143"/>
              </a:xfrm>
              <a:custGeom>
                <a:avLst/>
                <a:gdLst>
                  <a:gd name="T0" fmla="*/ 159 w 103"/>
                  <a:gd name="T1" fmla="*/ 2346 h 77"/>
                  <a:gd name="T2" fmla="*/ 1136 w 103"/>
                  <a:gd name="T3" fmla="*/ 418 h 77"/>
                  <a:gd name="T4" fmla="*/ 2770 w 103"/>
                  <a:gd name="T5" fmla="*/ 821 h 77"/>
                  <a:gd name="T6" fmla="*/ 1793 w 103"/>
                  <a:gd name="T7" fmla="*/ 2736 h 77"/>
                  <a:gd name="T8" fmla="*/ 159 w 103"/>
                  <a:gd name="T9" fmla="*/ 2346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77">
                    <a:moveTo>
                      <a:pt x="6" y="57"/>
                    </a:moveTo>
                    <a:cubicBezTo>
                      <a:pt x="0" y="42"/>
                      <a:pt x="15" y="21"/>
                      <a:pt x="40" y="10"/>
                    </a:cubicBezTo>
                    <a:cubicBezTo>
                      <a:pt x="65" y="0"/>
                      <a:pt x="91" y="4"/>
                      <a:pt x="97" y="20"/>
                    </a:cubicBezTo>
                    <a:cubicBezTo>
                      <a:pt x="103" y="35"/>
                      <a:pt x="88" y="56"/>
                      <a:pt x="63" y="67"/>
                    </a:cubicBezTo>
                    <a:cubicBezTo>
                      <a:pt x="38" y="77"/>
                      <a:pt x="13" y="73"/>
                      <a:pt x="6" y="5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4" name="Freeform 1451">
                <a:extLst>
                  <a:ext uri="{FF2B5EF4-FFF2-40B4-BE49-F238E27FC236}">
                    <a16:creationId xmlns:a16="http://schemas.microsoft.com/office/drawing/2014/main" id="{F86E8A4A-3A46-4101-8FDE-8767D8334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551"/>
                <a:ext cx="116" cy="117"/>
              </a:xfrm>
              <a:custGeom>
                <a:avLst/>
                <a:gdLst>
                  <a:gd name="T0" fmla="*/ 1655 w 67"/>
                  <a:gd name="T1" fmla="*/ 568 h 63"/>
                  <a:gd name="T2" fmla="*/ 1188 w 67"/>
                  <a:gd name="T3" fmla="*/ 0 h 63"/>
                  <a:gd name="T4" fmla="*/ 1475 w 67"/>
                  <a:gd name="T5" fmla="*/ 487 h 63"/>
                  <a:gd name="T6" fmla="*/ 618 w 67"/>
                  <a:gd name="T7" fmla="*/ 2294 h 63"/>
                  <a:gd name="T8" fmla="*/ 0 w 67"/>
                  <a:gd name="T9" fmla="*/ 2542 h 63"/>
                  <a:gd name="T10" fmla="*/ 836 w 67"/>
                  <a:gd name="T11" fmla="*/ 2294 h 63"/>
                  <a:gd name="T12" fmla="*/ 1655 w 67"/>
                  <a:gd name="T13" fmla="*/ 568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63">
                    <a:moveTo>
                      <a:pt x="61" y="14"/>
                    </a:moveTo>
                    <a:cubicBezTo>
                      <a:pt x="59" y="7"/>
                      <a:pt x="52" y="2"/>
                      <a:pt x="44" y="0"/>
                    </a:cubicBezTo>
                    <a:cubicBezTo>
                      <a:pt x="49" y="3"/>
                      <a:pt x="53" y="7"/>
                      <a:pt x="55" y="12"/>
                    </a:cubicBezTo>
                    <a:cubicBezTo>
                      <a:pt x="61" y="26"/>
                      <a:pt x="47" y="46"/>
                      <a:pt x="23" y="56"/>
                    </a:cubicBezTo>
                    <a:cubicBezTo>
                      <a:pt x="16" y="59"/>
                      <a:pt x="7" y="61"/>
                      <a:pt x="0" y="62"/>
                    </a:cubicBezTo>
                    <a:cubicBezTo>
                      <a:pt x="9" y="63"/>
                      <a:pt x="21" y="60"/>
                      <a:pt x="31" y="56"/>
                    </a:cubicBezTo>
                    <a:cubicBezTo>
                      <a:pt x="54" y="47"/>
                      <a:pt x="67" y="28"/>
                      <a:pt x="61" y="14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5" name="Freeform 1452">
                <a:extLst>
                  <a:ext uri="{FF2B5EF4-FFF2-40B4-BE49-F238E27FC236}">
                    <a16:creationId xmlns:a16="http://schemas.microsoft.com/office/drawing/2014/main" id="{07436E31-A2B5-4E7C-AB6A-FD2E7F18A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549"/>
                <a:ext cx="120" cy="115"/>
              </a:xfrm>
              <a:custGeom>
                <a:avLst/>
                <a:gdLst>
                  <a:gd name="T0" fmla="*/ 412 w 69"/>
                  <a:gd name="T1" fmla="*/ 2157 h 62"/>
                  <a:gd name="T2" fmla="*/ 1224 w 69"/>
                  <a:gd name="T3" fmla="*/ 286 h 62"/>
                  <a:gd name="T4" fmla="*/ 1830 w 69"/>
                  <a:gd name="T5" fmla="*/ 45 h 62"/>
                  <a:gd name="T6" fmla="*/ 1830 w 69"/>
                  <a:gd name="T7" fmla="*/ 0 h 62"/>
                  <a:gd name="T8" fmla="*/ 1767 w 69"/>
                  <a:gd name="T9" fmla="*/ 0 h 62"/>
                  <a:gd name="T10" fmla="*/ 1016 w 69"/>
                  <a:gd name="T11" fmla="*/ 202 h 62"/>
                  <a:gd name="T12" fmla="*/ 157 w 69"/>
                  <a:gd name="T13" fmla="*/ 2000 h 62"/>
                  <a:gd name="T14" fmla="*/ 642 w 69"/>
                  <a:gd name="T15" fmla="*/ 2523 h 62"/>
                  <a:gd name="T16" fmla="*/ 412 w 69"/>
                  <a:gd name="T17" fmla="*/ 2157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62">
                    <a:moveTo>
                      <a:pt x="15" y="53"/>
                    </a:moveTo>
                    <a:cubicBezTo>
                      <a:pt x="9" y="38"/>
                      <a:pt x="21" y="16"/>
                      <a:pt x="44" y="7"/>
                    </a:cubicBezTo>
                    <a:cubicBezTo>
                      <a:pt x="51" y="4"/>
                      <a:pt x="59" y="1"/>
                      <a:pt x="66" y="1"/>
                    </a:cubicBezTo>
                    <a:cubicBezTo>
                      <a:pt x="67" y="0"/>
                      <a:pt x="69" y="0"/>
                      <a:pt x="66" y="0"/>
                    </a:cubicBezTo>
                    <a:cubicBezTo>
                      <a:pt x="65" y="0"/>
                      <a:pt x="65" y="0"/>
                      <a:pt x="64" y="0"/>
                    </a:cubicBezTo>
                    <a:cubicBezTo>
                      <a:pt x="56" y="0"/>
                      <a:pt x="46" y="1"/>
                      <a:pt x="37" y="5"/>
                    </a:cubicBezTo>
                    <a:cubicBezTo>
                      <a:pt x="14" y="15"/>
                      <a:pt x="0" y="35"/>
                      <a:pt x="6" y="49"/>
                    </a:cubicBezTo>
                    <a:cubicBezTo>
                      <a:pt x="8" y="56"/>
                      <a:pt x="15" y="60"/>
                      <a:pt x="23" y="62"/>
                    </a:cubicBezTo>
                    <a:cubicBezTo>
                      <a:pt x="19" y="60"/>
                      <a:pt x="16" y="57"/>
                      <a:pt x="15" y="53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6" name="Freeform 1453">
                <a:extLst>
                  <a:ext uri="{FF2B5EF4-FFF2-40B4-BE49-F238E27FC236}">
                    <a16:creationId xmlns:a16="http://schemas.microsoft.com/office/drawing/2014/main" id="{EF5370C4-6FD9-4C10-94AA-A0ABC5909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653"/>
                <a:ext cx="50" cy="76"/>
              </a:xfrm>
              <a:custGeom>
                <a:avLst/>
                <a:gdLst>
                  <a:gd name="T0" fmla="*/ 184 w 29"/>
                  <a:gd name="T1" fmla="*/ 152 h 41"/>
                  <a:gd name="T2" fmla="*/ 398 w 29"/>
                  <a:gd name="T3" fmla="*/ 0 h 41"/>
                  <a:gd name="T4" fmla="*/ 759 w 29"/>
                  <a:gd name="T5" fmla="*/ 1416 h 41"/>
                  <a:gd name="T6" fmla="*/ 759 w 29"/>
                  <a:gd name="T7" fmla="*/ 1416 h 41"/>
                  <a:gd name="T8" fmla="*/ 547 w 29"/>
                  <a:gd name="T9" fmla="*/ 1537 h 41"/>
                  <a:gd name="T10" fmla="*/ 362 w 29"/>
                  <a:gd name="T11" fmla="*/ 1663 h 41"/>
                  <a:gd name="T12" fmla="*/ 362 w 29"/>
                  <a:gd name="T13" fmla="*/ 1663 h 41"/>
                  <a:gd name="T14" fmla="*/ 0 w 29"/>
                  <a:gd name="T15" fmla="*/ 237 h 41"/>
                  <a:gd name="T16" fmla="*/ 184 w 29"/>
                  <a:gd name="T17" fmla="*/ 152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1">
                    <a:moveTo>
                      <a:pt x="7" y="4"/>
                    </a:moveTo>
                    <a:cubicBezTo>
                      <a:pt x="10" y="3"/>
                      <a:pt x="12" y="1"/>
                      <a:pt x="15" y="0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6" y="36"/>
                      <a:pt x="24" y="37"/>
                      <a:pt x="21" y="38"/>
                    </a:cubicBezTo>
                    <a:cubicBezTo>
                      <a:pt x="19" y="39"/>
                      <a:pt x="17" y="40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5" y="5"/>
                      <a:pt x="7" y="4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7" name="Oval 1454">
                <a:extLst>
                  <a:ext uri="{FF2B5EF4-FFF2-40B4-BE49-F238E27FC236}">
                    <a16:creationId xmlns:a16="http://schemas.microsoft.com/office/drawing/2014/main" id="{470158CF-4AE4-4239-8B10-07EF00B6A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3" y="1596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318" name="Oval 1455">
                <a:extLst>
                  <a:ext uri="{FF2B5EF4-FFF2-40B4-BE49-F238E27FC236}">
                    <a16:creationId xmlns:a16="http://schemas.microsoft.com/office/drawing/2014/main" id="{6A7CDE28-C3D9-4F2E-86DC-9718ED906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1" y="1584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319" name="Oval 1456">
                <a:extLst>
                  <a:ext uri="{FF2B5EF4-FFF2-40B4-BE49-F238E27FC236}">
                    <a16:creationId xmlns:a16="http://schemas.microsoft.com/office/drawing/2014/main" id="{1CB41C27-EDBA-415A-8466-1904FBADC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1" y="162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320" name="Freeform 1457">
                <a:extLst>
                  <a:ext uri="{FF2B5EF4-FFF2-40B4-BE49-F238E27FC236}">
                    <a16:creationId xmlns:a16="http://schemas.microsoft.com/office/drawing/2014/main" id="{6EC86469-58AA-47CD-9544-ADEBDD222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1659"/>
                <a:ext cx="40" cy="57"/>
              </a:xfrm>
              <a:custGeom>
                <a:avLst/>
                <a:gdLst>
                  <a:gd name="T0" fmla="*/ 0 w 23"/>
                  <a:gd name="T1" fmla="*/ 149 h 31"/>
                  <a:gd name="T2" fmla="*/ 273 w 23"/>
                  <a:gd name="T3" fmla="*/ 0 h 31"/>
                  <a:gd name="T4" fmla="*/ 642 w 23"/>
                  <a:gd name="T5" fmla="*/ 1201 h 31"/>
                  <a:gd name="T6" fmla="*/ 221 w 23"/>
                  <a:gd name="T7" fmla="*/ 274 h 31"/>
                  <a:gd name="T8" fmla="*/ 0 w 23"/>
                  <a:gd name="T9" fmla="*/ 14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1">
                    <a:moveTo>
                      <a:pt x="0" y="4"/>
                    </a:moveTo>
                    <a:cubicBezTo>
                      <a:pt x="4" y="4"/>
                      <a:pt x="10" y="1"/>
                      <a:pt x="10" y="0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12" y="9"/>
                      <a:pt x="8" y="7"/>
                    </a:cubicBezTo>
                    <a:cubicBezTo>
                      <a:pt x="5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1" name="Freeform 1458">
                <a:extLst>
                  <a:ext uri="{FF2B5EF4-FFF2-40B4-BE49-F238E27FC236}">
                    <a16:creationId xmlns:a16="http://schemas.microsoft.com/office/drawing/2014/main" id="{1D688FB0-C95A-44F4-A579-65404AF22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1835"/>
                <a:ext cx="54" cy="43"/>
              </a:xfrm>
              <a:custGeom>
                <a:avLst/>
                <a:gdLst>
                  <a:gd name="T0" fmla="*/ 0 w 31"/>
                  <a:gd name="T1" fmla="*/ 294 h 23"/>
                  <a:gd name="T2" fmla="*/ 221 w 31"/>
                  <a:gd name="T3" fmla="*/ 0 h 23"/>
                  <a:gd name="T4" fmla="*/ 867 w 31"/>
                  <a:gd name="T5" fmla="*/ 978 h 23"/>
                  <a:gd name="T6" fmla="*/ 221 w 31"/>
                  <a:gd name="T7" fmla="*/ 254 h 23"/>
                  <a:gd name="T8" fmla="*/ 0 w 31"/>
                  <a:gd name="T9" fmla="*/ 29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3">
                    <a:moveTo>
                      <a:pt x="0" y="7"/>
                    </a:moveTo>
                    <a:cubicBezTo>
                      <a:pt x="3" y="5"/>
                      <a:pt x="7" y="0"/>
                      <a:pt x="8" y="0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3"/>
                      <a:pt x="12" y="6"/>
                      <a:pt x="8" y="6"/>
                    </a:cubicBezTo>
                    <a:cubicBezTo>
                      <a:pt x="4" y="6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2" name="Freeform 1459">
                <a:extLst>
                  <a:ext uri="{FF2B5EF4-FFF2-40B4-BE49-F238E27FC236}">
                    <a16:creationId xmlns:a16="http://schemas.microsoft.com/office/drawing/2014/main" id="{FB8B7244-3743-4180-9F1C-43FFFF49F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1506"/>
                <a:ext cx="131" cy="86"/>
              </a:xfrm>
              <a:custGeom>
                <a:avLst/>
                <a:gdLst>
                  <a:gd name="T0" fmla="*/ 2133 w 75"/>
                  <a:gd name="T1" fmla="*/ 817 h 46"/>
                  <a:gd name="T2" fmla="*/ 1822 w 75"/>
                  <a:gd name="T3" fmla="*/ 0 h 46"/>
                  <a:gd name="T4" fmla="*/ 1968 w 75"/>
                  <a:gd name="T5" fmla="*/ 602 h 46"/>
                  <a:gd name="T6" fmla="*/ 650 w 75"/>
                  <a:gd name="T7" fmla="*/ 1828 h 46"/>
                  <a:gd name="T8" fmla="*/ 0 w 75"/>
                  <a:gd name="T9" fmla="*/ 1713 h 46"/>
                  <a:gd name="T10" fmla="*/ 849 w 75"/>
                  <a:gd name="T11" fmla="*/ 1969 h 46"/>
                  <a:gd name="T12" fmla="*/ 2133 w 75"/>
                  <a:gd name="T13" fmla="*/ 817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46">
                    <a:moveTo>
                      <a:pt x="75" y="19"/>
                    </a:moveTo>
                    <a:cubicBezTo>
                      <a:pt x="75" y="11"/>
                      <a:pt x="71" y="5"/>
                      <a:pt x="64" y="0"/>
                    </a:cubicBezTo>
                    <a:cubicBezTo>
                      <a:pt x="68" y="4"/>
                      <a:pt x="69" y="9"/>
                      <a:pt x="69" y="14"/>
                    </a:cubicBezTo>
                    <a:cubicBezTo>
                      <a:pt x="69" y="30"/>
                      <a:pt x="49" y="43"/>
                      <a:pt x="23" y="43"/>
                    </a:cubicBezTo>
                    <a:cubicBezTo>
                      <a:pt x="15" y="43"/>
                      <a:pt x="6" y="42"/>
                      <a:pt x="0" y="40"/>
                    </a:cubicBezTo>
                    <a:cubicBezTo>
                      <a:pt x="7" y="44"/>
                      <a:pt x="19" y="46"/>
                      <a:pt x="30" y="46"/>
                    </a:cubicBezTo>
                    <a:cubicBezTo>
                      <a:pt x="55" y="46"/>
                      <a:pt x="75" y="34"/>
                      <a:pt x="75" y="19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3" name="Freeform 1460">
                <a:extLst>
                  <a:ext uri="{FF2B5EF4-FFF2-40B4-BE49-F238E27FC236}">
                    <a16:creationId xmlns:a16="http://schemas.microsoft.com/office/drawing/2014/main" id="{47D220ED-CAA5-4AF6-913D-02247A5A9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488"/>
                <a:ext cx="136" cy="87"/>
              </a:xfrm>
              <a:custGeom>
                <a:avLst/>
                <a:gdLst>
                  <a:gd name="T0" fmla="*/ 197 w 78"/>
                  <a:gd name="T1" fmla="*/ 1409 h 47"/>
                  <a:gd name="T2" fmla="*/ 1468 w 78"/>
                  <a:gd name="T3" fmla="*/ 150 h 47"/>
                  <a:gd name="T4" fmla="*/ 2110 w 78"/>
                  <a:gd name="T5" fmla="*/ 233 h 47"/>
                  <a:gd name="T6" fmla="*/ 2110 w 78"/>
                  <a:gd name="T7" fmla="*/ 233 h 47"/>
                  <a:gd name="T8" fmla="*/ 2040 w 78"/>
                  <a:gd name="T9" fmla="*/ 196 h 47"/>
                  <a:gd name="T10" fmla="*/ 1283 w 78"/>
                  <a:gd name="T11" fmla="*/ 0 h 47"/>
                  <a:gd name="T12" fmla="*/ 0 w 78"/>
                  <a:gd name="T13" fmla="*/ 1127 h 47"/>
                  <a:gd name="T14" fmla="*/ 307 w 78"/>
                  <a:gd name="T15" fmla="*/ 1892 h 47"/>
                  <a:gd name="T16" fmla="*/ 197 w 78"/>
                  <a:gd name="T17" fmla="*/ 1409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47">
                    <a:moveTo>
                      <a:pt x="7" y="35"/>
                    </a:moveTo>
                    <a:cubicBezTo>
                      <a:pt x="7" y="19"/>
                      <a:pt x="27" y="4"/>
                      <a:pt x="52" y="4"/>
                    </a:cubicBezTo>
                    <a:cubicBezTo>
                      <a:pt x="60" y="4"/>
                      <a:pt x="68" y="4"/>
                      <a:pt x="75" y="6"/>
                    </a:cubicBezTo>
                    <a:cubicBezTo>
                      <a:pt x="76" y="7"/>
                      <a:pt x="78" y="7"/>
                      <a:pt x="75" y="6"/>
                    </a:cubicBezTo>
                    <a:cubicBezTo>
                      <a:pt x="74" y="6"/>
                      <a:pt x="74" y="6"/>
                      <a:pt x="73" y="5"/>
                    </a:cubicBezTo>
                    <a:cubicBezTo>
                      <a:pt x="66" y="2"/>
                      <a:pt x="56" y="0"/>
                      <a:pt x="46" y="0"/>
                    </a:cubicBezTo>
                    <a:cubicBezTo>
                      <a:pt x="21" y="0"/>
                      <a:pt x="0" y="12"/>
                      <a:pt x="0" y="28"/>
                    </a:cubicBezTo>
                    <a:cubicBezTo>
                      <a:pt x="0" y="35"/>
                      <a:pt x="4" y="42"/>
                      <a:pt x="11" y="47"/>
                    </a:cubicBezTo>
                    <a:cubicBezTo>
                      <a:pt x="9" y="43"/>
                      <a:pt x="7" y="39"/>
                      <a:pt x="7" y="35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4" name="Freeform 1461">
                <a:extLst>
                  <a:ext uri="{FF2B5EF4-FFF2-40B4-BE49-F238E27FC236}">
                    <a16:creationId xmlns:a16="http://schemas.microsoft.com/office/drawing/2014/main" id="{FE24A953-0E4C-4921-9A35-4EB69E491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506"/>
                <a:ext cx="22" cy="23"/>
              </a:xfrm>
              <a:custGeom>
                <a:avLst/>
                <a:gdLst>
                  <a:gd name="T0" fmla="*/ 24 w 13"/>
                  <a:gd name="T1" fmla="*/ 205 h 12"/>
                  <a:gd name="T2" fmla="*/ 198 w 13"/>
                  <a:gd name="T3" fmla="*/ 56 h 12"/>
                  <a:gd name="T4" fmla="*/ 261 w 13"/>
                  <a:gd name="T5" fmla="*/ 393 h 12"/>
                  <a:gd name="T6" fmla="*/ 98 w 13"/>
                  <a:gd name="T7" fmla="*/ 544 h 12"/>
                  <a:gd name="T8" fmla="*/ 24 w 13"/>
                  <a:gd name="T9" fmla="*/ 20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" y="4"/>
                    </a:moveTo>
                    <a:cubicBezTo>
                      <a:pt x="3" y="1"/>
                      <a:pt x="6" y="0"/>
                      <a:pt x="8" y="1"/>
                    </a:cubicBezTo>
                    <a:cubicBezTo>
                      <a:pt x="11" y="2"/>
                      <a:pt x="13" y="5"/>
                      <a:pt x="11" y="8"/>
                    </a:cubicBezTo>
                    <a:cubicBezTo>
                      <a:pt x="10" y="11"/>
                      <a:pt x="7" y="12"/>
                      <a:pt x="4" y="11"/>
                    </a:cubicBezTo>
                    <a:cubicBezTo>
                      <a:pt x="2" y="10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5" name="Freeform 1462">
                <a:extLst>
                  <a:ext uri="{FF2B5EF4-FFF2-40B4-BE49-F238E27FC236}">
                    <a16:creationId xmlns:a16="http://schemas.microsoft.com/office/drawing/2014/main" id="{AAA5331E-A57E-4B13-845B-C9742A827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501"/>
                <a:ext cx="15" cy="16"/>
              </a:xfrm>
              <a:custGeom>
                <a:avLst/>
                <a:gdLst>
                  <a:gd name="T0" fmla="*/ 22 w 9"/>
                  <a:gd name="T1" fmla="*/ 89 h 9"/>
                  <a:gd name="T2" fmla="*/ 130 w 9"/>
                  <a:gd name="T3" fmla="*/ 37 h 9"/>
                  <a:gd name="T4" fmla="*/ 172 w 9"/>
                  <a:gd name="T5" fmla="*/ 203 h 9"/>
                  <a:gd name="T6" fmla="*/ 62 w 9"/>
                  <a:gd name="T7" fmla="*/ 247 h 9"/>
                  <a:gd name="T8" fmla="*/ 22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6" name="Freeform 1463">
                <a:extLst>
                  <a:ext uri="{FF2B5EF4-FFF2-40B4-BE49-F238E27FC236}">
                    <a16:creationId xmlns:a16="http://schemas.microsoft.com/office/drawing/2014/main" id="{1B72A042-FBF2-4AE4-91AC-2F13773C1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525"/>
                <a:ext cx="10" cy="11"/>
              </a:xfrm>
              <a:custGeom>
                <a:avLst/>
                <a:gdLst>
                  <a:gd name="T0" fmla="*/ 22 w 6"/>
                  <a:gd name="T1" fmla="*/ 81 h 6"/>
                  <a:gd name="T2" fmla="*/ 92 w 6"/>
                  <a:gd name="T3" fmla="*/ 44 h 6"/>
                  <a:gd name="T4" fmla="*/ 130 w 6"/>
                  <a:gd name="T5" fmla="*/ 149 h 6"/>
                  <a:gd name="T6" fmla="*/ 37 w 6"/>
                  <a:gd name="T7" fmla="*/ 229 h 6"/>
                  <a:gd name="T8" fmla="*/ 22 w 6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7" name="Freeform 1464">
                <a:extLst>
                  <a:ext uri="{FF2B5EF4-FFF2-40B4-BE49-F238E27FC236}">
                    <a16:creationId xmlns:a16="http://schemas.microsoft.com/office/drawing/2014/main" id="{5CFB17B3-B726-48BB-A27C-EEB1EEB2C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599"/>
                <a:ext cx="19" cy="62"/>
              </a:xfrm>
              <a:custGeom>
                <a:avLst/>
                <a:gdLst>
                  <a:gd name="T0" fmla="*/ 0 w 11"/>
                  <a:gd name="T1" fmla="*/ 0 h 33"/>
                  <a:gd name="T2" fmla="*/ 292 w 11"/>
                  <a:gd name="T3" fmla="*/ 53 h 33"/>
                  <a:gd name="T4" fmla="*/ 292 w 11"/>
                  <a:gd name="T5" fmla="*/ 1447 h 33"/>
                  <a:gd name="T6" fmla="*/ 149 w 11"/>
                  <a:gd name="T7" fmla="*/ 257 h 33"/>
                  <a:gd name="T8" fmla="*/ 0 w 1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3">
                    <a:moveTo>
                      <a:pt x="0" y="0"/>
                    </a:moveTo>
                    <a:cubicBezTo>
                      <a:pt x="3" y="1"/>
                      <a:pt x="10" y="1"/>
                      <a:pt x="11" y="1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9" y="9"/>
                      <a:pt x="6" y="6"/>
                    </a:cubicBezTo>
                    <a:cubicBezTo>
                      <a:pt x="3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8" name="Freeform 1465">
                <a:extLst>
                  <a:ext uri="{FF2B5EF4-FFF2-40B4-BE49-F238E27FC236}">
                    <a16:creationId xmlns:a16="http://schemas.microsoft.com/office/drawing/2014/main" id="{0DF14761-D4A8-44F0-906B-381AC5F05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601"/>
                <a:ext cx="139" cy="73"/>
              </a:xfrm>
              <a:custGeom>
                <a:avLst/>
                <a:gdLst>
                  <a:gd name="T0" fmla="*/ 2125 w 80"/>
                  <a:gd name="T1" fmla="*/ 897 h 39"/>
                  <a:gd name="T2" fmla="*/ 2042 w 80"/>
                  <a:gd name="T3" fmla="*/ 0 h 39"/>
                  <a:gd name="T4" fmla="*/ 2042 w 80"/>
                  <a:gd name="T5" fmla="*/ 638 h 39"/>
                  <a:gd name="T6" fmla="*/ 556 w 80"/>
                  <a:gd name="T7" fmla="*/ 1029 h 39"/>
                  <a:gd name="T8" fmla="*/ 0 w 80"/>
                  <a:gd name="T9" fmla="*/ 505 h 39"/>
                  <a:gd name="T10" fmla="*/ 712 w 80"/>
                  <a:gd name="T11" fmla="*/ 1293 h 39"/>
                  <a:gd name="T12" fmla="*/ 2125 w 80"/>
                  <a:gd name="T13" fmla="*/ 89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9">
                    <a:moveTo>
                      <a:pt x="77" y="21"/>
                    </a:moveTo>
                    <a:cubicBezTo>
                      <a:pt x="80" y="15"/>
                      <a:pt x="79" y="7"/>
                      <a:pt x="74" y="0"/>
                    </a:cubicBezTo>
                    <a:cubicBezTo>
                      <a:pt x="76" y="5"/>
                      <a:pt x="76" y="10"/>
                      <a:pt x="74" y="15"/>
                    </a:cubicBezTo>
                    <a:cubicBezTo>
                      <a:pt x="68" y="30"/>
                      <a:pt x="44" y="34"/>
                      <a:pt x="20" y="24"/>
                    </a:cubicBezTo>
                    <a:cubicBezTo>
                      <a:pt x="13" y="21"/>
                      <a:pt x="5" y="17"/>
                      <a:pt x="0" y="12"/>
                    </a:cubicBezTo>
                    <a:cubicBezTo>
                      <a:pt x="5" y="19"/>
                      <a:pt x="16" y="26"/>
                      <a:pt x="26" y="30"/>
                    </a:cubicBezTo>
                    <a:cubicBezTo>
                      <a:pt x="48" y="39"/>
                      <a:pt x="71" y="35"/>
                      <a:pt x="77" y="21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9" name="Freeform 1466">
                <a:extLst>
                  <a:ext uri="{FF2B5EF4-FFF2-40B4-BE49-F238E27FC236}">
                    <a16:creationId xmlns:a16="http://schemas.microsoft.com/office/drawing/2014/main" id="{AFF4528F-CF3B-44A8-AA6E-18AC82771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540"/>
                <a:ext cx="143" cy="76"/>
              </a:xfrm>
              <a:custGeom>
                <a:avLst/>
                <a:gdLst>
                  <a:gd name="T0" fmla="*/ 197 w 82"/>
                  <a:gd name="T1" fmla="*/ 1134 h 41"/>
                  <a:gd name="T2" fmla="*/ 1692 w 82"/>
                  <a:gd name="T3" fmla="*/ 664 h 41"/>
                  <a:gd name="T4" fmla="*/ 2260 w 82"/>
                  <a:gd name="T5" fmla="*/ 1096 h 41"/>
                  <a:gd name="T6" fmla="*/ 2260 w 82"/>
                  <a:gd name="T7" fmla="*/ 1096 h 41"/>
                  <a:gd name="T8" fmla="*/ 2227 w 82"/>
                  <a:gd name="T9" fmla="*/ 1051 h 41"/>
                  <a:gd name="T10" fmla="*/ 1582 w 82"/>
                  <a:gd name="T11" fmla="*/ 412 h 41"/>
                  <a:gd name="T12" fmla="*/ 85 w 82"/>
                  <a:gd name="T13" fmla="*/ 764 h 41"/>
                  <a:gd name="T14" fmla="*/ 159 w 82"/>
                  <a:gd name="T15" fmla="*/ 1663 h 41"/>
                  <a:gd name="T16" fmla="*/ 197 w 82"/>
                  <a:gd name="T17" fmla="*/ 1134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41">
                    <a:moveTo>
                      <a:pt x="7" y="28"/>
                    </a:moveTo>
                    <a:cubicBezTo>
                      <a:pt x="13" y="13"/>
                      <a:pt x="37" y="7"/>
                      <a:pt x="60" y="16"/>
                    </a:cubicBezTo>
                    <a:cubicBezTo>
                      <a:pt x="67" y="19"/>
                      <a:pt x="75" y="23"/>
                      <a:pt x="80" y="27"/>
                    </a:cubicBezTo>
                    <a:cubicBezTo>
                      <a:pt x="81" y="28"/>
                      <a:pt x="82" y="29"/>
                      <a:pt x="80" y="27"/>
                    </a:cubicBezTo>
                    <a:cubicBezTo>
                      <a:pt x="80" y="27"/>
                      <a:pt x="79" y="26"/>
                      <a:pt x="79" y="26"/>
                    </a:cubicBezTo>
                    <a:cubicBezTo>
                      <a:pt x="73" y="20"/>
                      <a:pt x="65" y="14"/>
                      <a:pt x="56" y="10"/>
                    </a:cubicBezTo>
                    <a:cubicBezTo>
                      <a:pt x="33" y="0"/>
                      <a:pt x="9" y="4"/>
                      <a:pt x="3" y="19"/>
                    </a:cubicBezTo>
                    <a:cubicBezTo>
                      <a:pt x="0" y="26"/>
                      <a:pt x="1" y="33"/>
                      <a:pt x="6" y="41"/>
                    </a:cubicBezTo>
                    <a:cubicBezTo>
                      <a:pt x="5" y="36"/>
                      <a:pt x="5" y="32"/>
                      <a:pt x="7" y="28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0" name="Freeform 1467">
                <a:extLst>
                  <a:ext uri="{FF2B5EF4-FFF2-40B4-BE49-F238E27FC236}">
                    <a16:creationId xmlns:a16="http://schemas.microsoft.com/office/drawing/2014/main" id="{E9CEE6E2-174E-4154-9292-E8536E93B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556"/>
                <a:ext cx="21" cy="21"/>
              </a:xfrm>
              <a:custGeom>
                <a:avLst/>
                <a:gdLst>
                  <a:gd name="T0" fmla="*/ 86 w 12"/>
                  <a:gd name="T1" fmla="*/ 105 h 11"/>
                  <a:gd name="T2" fmla="*/ 301 w 12"/>
                  <a:gd name="T3" fmla="*/ 105 h 11"/>
                  <a:gd name="T4" fmla="*/ 301 w 12"/>
                  <a:gd name="T5" fmla="*/ 422 h 11"/>
                  <a:gd name="T6" fmla="*/ 86 w 12"/>
                  <a:gd name="T7" fmla="*/ 422 h 11"/>
                  <a:gd name="T8" fmla="*/ 86 w 12"/>
                  <a:gd name="T9" fmla="*/ 10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3" y="2"/>
                    </a:moveTo>
                    <a:cubicBezTo>
                      <a:pt x="5" y="0"/>
                      <a:pt x="8" y="0"/>
                      <a:pt x="10" y="2"/>
                    </a:cubicBezTo>
                    <a:cubicBezTo>
                      <a:pt x="12" y="4"/>
                      <a:pt x="12" y="7"/>
                      <a:pt x="10" y="9"/>
                    </a:cubicBezTo>
                    <a:cubicBezTo>
                      <a:pt x="8" y="11"/>
                      <a:pt x="5" y="11"/>
                      <a:pt x="3" y="9"/>
                    </a:cubicBezTo>
                    <a:cubicBezTo>
                      <a:pt x="0" y="7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1" name="Freeform 1468">
                <a:extLst>
                  <a:ext uri="{FF2B5EF4-FFF2-40B4-BE49-F238E27FC236}">
                    <a16:creationId xmlns:a16="http://schemas.microsoft.com/office/drawing/2014/main" id="{259C0F05-5A01-4FD5-872F-C965D760E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1558"/>
                <a:ext cx="14" cy="17"/>
              </a:xfrm>
              <a:custGeom>
                <a:avLst/>
                <a:gdLst>
                  <a:gd name="T0" fmla="*/ 65 w 8"/>
                  <a:gd name="T1" fmla="*/ 100 h 9"/>
                  <a:gd name="T2" fmla="*/ 200 w 8"/>
                  <a:gd name="T3" fmla="*/ 100 h 9"/>
                  <a:gd name="T4" fmla="*/ 200 w 8"/>
                  <a:gd name="T5" fmla="*/ 317 h 9"/>
                  <a:gd name="T6" fmla="*/ 65 w 8"/>
                  <a:gd name="T7" fmla="*/ 317 h 9"/>
                  <a:gd name="T8" fmla="*/ 65 w 8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3"/>
                      <a:pt x="8" y="6"/>
                      <a:pt x="7" y="7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2" name="Freeform 1469">
                <a:extLst>
                  <a:ext uri="{FF2B5EF4-FFF2-40B4-BE49-F238E27FC236}">
                    <a16:creationId xmlns:a16="http://schemas.microsoft.com/office/drawing/2014/main" id="{5709D4C0-752E-46C0-BE70-668305187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569"/>
                <a:ext cx="11" cy="10"/>
              </a:xfrm>
              <a:custGeom>
                <a:avLst/>
                <a:gdLst>
                  <a:gd name="T0" fmla="*/ 44 w 6"/>
                  <a:gd name="T1" fmla="*/ 64 h 5"/>
                  <a:gd name="T2" fmla="*/ 193 w 6"/>
                  <a:gd name="T3" fmla="*/ 64 h 5"/>
                  <a:gd name="T4" fmla="*/ 193 w 6"/>
                  <a:gd name="T5" fmla="*/ 256 h 5"/>
                  <a:gd name="T6" fmla="*/ 44 w 6"/>
                  <a:gd name="T7" fmla="*/ 256 h 5"/>
                  <a:gd name="T8" fmla="*/ 44 w 6"/>
                  <a:gd name="T9" fmla="*/ 6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3" name="Freeform 1470">
                <a:extLst>
                  <a:ext uri="{FF2B5EF4-FFF2-40B4-BE49-F238E27FC236}">
                    <a16:creationId xmlns:a16="http://schemas.microsoft.com/office/drawing/2014/main" id="{9C98B7AD-D3A9-462C-B5AA-B4FF64669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659"/>
                <a:ext cx="23" cy="65"/>
              </a:xfrm>
              <a:custGeom>
                <a:avLst/>
                <a:gdLst>
                  <a:gd name="T0" fmla="*/ 88 w 13"/>
                  <a:gd name="T1" fmla="*/ 0 h 35"/>
                  <a:gd name="T2" fmla="*/ 403 w 13"/>
                  <a:gd name="T3" fmla="*/ 204 h 35"/>
                  <a:gd name="T4" fmla="*/ 0 w 13"/>
                  <a:gd name="T5" fmla="*/ 1441 h 35"/>
                  <a:gd name="T6" fmla="*/ 203 w 13"/>
                  <a:gd name="T7" fmla="*/ 334 h 35"/>
                  <a:gd name="T8" fmla="*/ 88 w 13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5">
                    <a:moveTo>
                      <a:pt x="3" y="0"/>
                    </a:moveTo>
                    <a:cubicBezTo>
                      <a:pt x="6" y="2"/>
                      <a:pt x="12" y="4"/>
                      <a:pt x="13" y="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8" y="11"/>
                      <a:pt x="7" y="8"/>
                    </a:cubicBezTo>
                    <a:cubicBezTo>
                      <a:pt x="6" y="4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4" name="Freeform 1471">
                <a:extLst>
                  <a:ext uri="{FF2B5EF4-FFF2-40B4-BE49-F238E27FC236}">
                    <a16:creationId xmlns:a16="http://schemas.microsoft.com/office/drawing/2014/main" id="{240022EF-E366-4B62-8433-5020C1B55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1726"/>
                <a:ext cx="86" cy="139"/>
              </a:xfrm>
              <a:custGeom>
                <a:avLst/>
                <a:gdLst>
                  <a:gd name="T0" fmla="*/ 1118 w 49"/>
                  <a:gd name="T1" fmla="*/ 282 h 75"/>
                  <a:gd name="T2" fmla="*/ 502 w 49"/>
                  <a:gd name="T3" fmla="*/ 82 h 75"/>
                  <a:gd name="T4" fmla="*/ 902 w 49"/>
                  <a:gd name="T5" fmla="*/ 330 h 75"/>
                  <a:gd name="T6" fmla="*/ 551 w 49"/>
                  <a:gd name="T7" fmla="*/ 2463 h 75"/>
                  <a:gd name="T8" fmla="*/ 0 w 49"/>
                  <a:gd name="T9" fmla="*/ 3043 h 75"/>
                  <a:gd name="T10" fmla="*/ 767 w 49"/>
                  <a:gd name="T11" fmla="*/ 2335 h 75"/>
                  <a:gd name="T12" fmla="*/ 1118 w 49"/>
                  <a:gd name="T13" fmla="*/ 282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75">
                    <a:moveTo>
                      <a:pt x="38" y="7"/>
                    </a:moveTo>
                    <a:cubicBezTo>
                      <a:pt x="33" y="2"/>
                      <a:pt x="25" y="0"/>
                      <a:pt x="17" y="2"/>
                    </a:cubicBezTo>
                    <a:cubicBezTo>
                      <a:pt x="23" y="2"/>
                      <a:pt x="27" y="4"/>
                      <a:pt x="31" y="8"/>
                    </a:cubicBezTo>
                    <a:cubicBezTo>
                      <a:pt x="42" y="19"/>
                      <a:pt x="37" y="43"/>
                      <a:pt x="19" y="61"/>
                    </a:cubicBezTo>
                    <a:cubicBezTo>
                      <a:pt x="13" y="66"/>
                      <a:pt x="6" y="72"/>
                      <a:pt x="0" y="75"/>
                    </a:cubicBezTo>
                    <a:cubicBezTo>
                      <a:pt x="8" y="73"/>
                      <a:pt x="18" y="66"/>
                      <a:pt x="26" y="58"/>
                    </a:cubicBezTo>
                    <a:cubicBezTo>
                      <a:pt x="43" y="41"/>
                      <a:pt x="49" y="18"/>
                      <a:pt x="38" y="7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5" name="Freeform 1472">
                <a:extLst>
                  <a:ext uri="{FF2B5EF4-FFF2-40B4-BE49-F238E27FC236}">
                    <a16:creationId xmlns:a16="http://schemas.microsoft.com/office/drawing/2014/main" id="{5874946C-3F83-47F7-9CF7-93E1E0EEB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1729"/>
                <a:ext cx="89" cy="142"/>
              </a:xfrm>
              <a:custGeom>
                <a:avLst/>
                <a:gdLst>
                  <a:gd name="T0" fmla="*/ 600 w 51"/>
                  <a:gd name="T1" fmla="*/ 2988 h 76"/>
                  <a:gd name="T2" fmla="*/ 843 w 51"/>
                  <a:gd name="T3" fmla="*/ 684 h 76"/>
                  <a:gd name="T4" fmla="*/ 1365 w 51"/>
                  <a:gd name="T5" fmla="*/ 84 h 76"/>
                  <a:gd name="T6" fmla="*/ 1365 w 51"/>
                  <a:gd name="T7" fmla="*/ 45 h 76"/>
                  <a:gd name="T8" fmla="*/ 1297 w 51"/>
                  <a:gd name="T9" fmla="*/ 84 h 76"/>
                  <a:gd name="T10" fmla="*/ 649 w 51"/>
                  <a:gd name="T11" fmla="*/ 731 h 76"/>
                  <a:gd name="T12" fmla="*/ 307 w 51"/>
                  <a:gd name="T13" fmla="*/ 2988 h 76"/>
                  <a:gd name="T14" fmla="*/ 907 w 51"/>
                  <a:gd name="T15" fmla="*/ 3197 h 76"/>
                  <a:gd name="T16" fmla="*/ 600 w 51"/>
                  <a:gd name="T17" fmla="*/ 2988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76">
                    <a:moveTo>
                      <a:pt x="21" y="70"/>
                    </a:moveTo>
                    <a:cubicBezTo>
                      <a:pt x="9" y="58"/>
                      <a:pt x="12" y="34"/>
                      <a:pt x="30" y="16"/>
                    </a:cubicBezTo>
                    <a:cubicBezTo>
                      <a:pt x="36" y="10"/>
                      <a:pt x="42" y="5"/>
                      <a:pt x="48" y="2"/>
                    </a:cubicBezTo>
                    <a:cubicBezTo>
                      <a:pt x="49" y="1"/>
                      <a:pt x="51" y="0"/>
                      <a:pt x="48" y="1"/>
                    </a:cubicBezTo>
                    <a:cubicBezTo>
                      <a:pt x="47" y="2"/>
                      <a:pt x="47" y="2"/>
                      <a:pt x="46" y="2"/>
                    </a:cubicBezTo>
                    <a:cubicBezTo>
                      <a:pt x="39" y="5"/>
                      <a:pt x="30" y="10"/>
                      <a:pt x="23" y="17"/>
                    </a:cubicBezTo>
                    <a:cubicBezTo>
                      <a:pt x="5" y="35"/>
                      <a:pt x="0" y="59"/>
                      <a:pt x="11" y="70"/>
                    </a:cubicBezTo>
                    <a:cubicBezTo>
                      <a:pt x="16" y="75"/>
                      <a:pt x="24" y="76"/>
                      <a:pt x="32" y="75"/>
                    </a:cubicBezTo>
                    <a:cubicBezTo>
                      <a:pt x="28" y="74"/>
                      <a:pt x="24" y="73"/>
                      <a:pt x="21" y="70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6" name="Freeform 1473">
                <a:extLst>
                  <a:ext uri="{FF2B5EF4-FFF2-40B4-BE49-F238E27FC236}">
                    <a16:creationId xmlns:a16="http://schemas.microsoft.com/office/drawing/2014/main" id="{79EAAC3F-043C-4D5D-AC66-8A7896A94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" y="1807"/>
                <a:ext cx="21" cy="23"/>
              </a:xfrm>
              <a:custGeom>
                <a:avLst/>
                <a:gdLst>
                  <a:gd name="T0" fmla="*/ 37 w 12"/>
                  <a:gd name="T1" fmla="*/ 393 h 12"/>
                  <a:gd name="T2" fmla="*/ 114 w 12"/>
                  <a:gd name="T3" fmla="*/ 56 h 12"/>
                  <a:gd name="T4" fmla="*/ 313 w 12"/>
                  <a:gd name="T5" fmla="*/ 205 h 12"/>
                  <a:gd name="T6" fmla="*/ 236 w 12"/>
                  <a:gd name="T7" fmla="*/ 544 h 12"/>
                  <a:gd name="T8" fmla="*/ 37 w 12"/>
                  <a:gd name="T9" fmla="*/ 3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8"/>
                    </a:moveTo>
                    <a:cubicBezTo>
                      <a:pt x="0" y="5"/>
                      <a:pt x="1" y="2"/>
                      <a:pt x="4" y="1"/>
                    </a:cubicBezTo>
                    <a:cubicBezTo>
                      <a:pt x="7" y="0"/>
                      <a:pt x="10" y="1"/>
                      <a:pt x="11" y="4"/>
                    </a:cubicBezTo>
                    <a:cubicBezTo>
                      <a:pt x="12" y="7"/>
                      <a:pt x="11" y="10"/>
                      <a:pt x="8" y="11"/>
                    </a:cubicBezTo>
                    <a:cubicBezTo>
                      <a:pt x="5" y="12"/>
                      <a:pt x="2" y="11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7" name="Freeform 1474">
                <a:extLst>
                  <a:ext uri="{FF2B5EF4-FFF2-40B4-BE49-F238E27FC236}">
                    <a16:creationId xmlns:a16="http://schemas.microsoft.com/office/drawing/2014/main" id="{929324AE-6E9B-4C09-88C1-94270EB41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1792"/>
                <a:ext cx="16" cy="15"/>
              </a:xfrm>
              <a:custGeom>
                <a:avLst/>
                <a:gdLst>
                  <a:gd name="T0" fmla="*/ 37 w 9"/>
                  <a:gd name="T1" fmla="*/ 212 h 8"/>
                  <a:gd name="T2" fmla="*/ 89 w 9"/>
                  <a:gd name="T3" fmla="*/ 0 h 8"/>
                  <a:gd name="T4" fmla="*/ 247 w 9"/>
                  <a:gd name="T5" fmla="*/ 99 h 8"/>
                  <a:gd name="T6" fmla="*/ 203 w 9"/>
                  <a:gd name="T7" fmla="*/ 296 h 8"/>
                  <a:gd name="T8" fmla="*/ 37 w 9"/>
                  <a:gd name="T9" fmla="*/ 2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5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8" y="2"/>
                    </a:cubicBezTo>
                    <a:cubicBezTo>
                      <a:pt x="9" y="4"/>
                      <a:pt x="8" y="7"/>
                      <a:pt x="6" y="7"/>
                    </a:cubicBezTo>
                    <a:cubicBezTo>
                      <a:pt x="4" y="8"/>
                      <a:pt x="2" y="7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8" name="Freeform 1475">
                <a:extLst>
                  <a:ext uri="{FF2B5EF4-FFF2-40B4-BE49-F238E27FC236}">
                    <a16:creationId xmlns:a16="http://schemas.microsoft.com/office/drawing/2014/main" id="{AE614276-8047-4CD2-964C-2C2DA9A6A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" y="1833"/>
                <a:ext cx="10" cy="10"/>
              </a:xfrm>
              <a:custGeom>
                <a:avLst/>
                <a:gdLst>
                  <a:gd name="T0" fmla="*/ 22 w 6"/>
                  <a:gd name="T1" fmla="*/ 192 h 5"/>
                  <a:gd name="T2" fmla="*/ 37 w 6"/>
                  <a:gd name="T3" fmla="*/ 0 h 5"/>
                  <a:gd name="T4" fmla="*/ 130 w 6"/>
                  <a:gd name="T5" fmla="*/ 64 h 5"/>
                  <a:gd name="T6" fmla="*/ 92 w 6"/>
                  <a:gd name="T7" fmla="*/ 320 h 5"/>
                  <a:gd name="T8" fmla="*/ 22 w 6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9" name="Freeform 1476">
                <a:extLst>
                  <a:ext uri="{FF2B5EF4-FFF2-40B4-BE49-F238E27FC236}">
                    <a16:creationId xmlns:a16="http://schemas.microsoft.com/office/drawing/2014/main" id="{B31CA390-FB60-4A2D-BD5B-40909A4CD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789"/>
                <a:ext cx="131" cy="91"/>
              </a:xfrm>
              <a:custGeom>
                <a:avLst/>
                <a:gdLst>
                  <a:gd name="T0" fmla="*/ 1934 w 75"/>
                  <a:gd name="T1" fmla="*/ 1569 h 49"/>
                  <a:gd name="T2" fmla="*/ 2084 w 75"/>
                  <a:gd name="T3" fmla="*/ 704 h 49"/>
                  <a:gd name="T4" fmla="*/ 1897 w 75"/>
                  <a:gd name="T5" fmla="*/ 1287 h 49"/>
                  <a:gd name="T6" fmla="*/ 391 w 75"/>
                  <a:gd name="T7" fmla="*/ 776 h 49"/>
                  <a:gd name="T8" fmla="*/ 0 w 75"/>
                  <a:gd name="T9" fmla="*/ 0 h 49"/>
                  <a:gd name="T10" fmla="*/ 486 w 75"/>
                  <a:gd name="T11" fmla="*/ 1055 h 49"/>
                  <a:gd name="T12" fmla="*/ 1934 w 75"/>
                  <a:gd name="T13" fmla="*/ 1569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49">
                    <a:moveTo>
                      <a:pt x="68" y="38"/>
                    </a:moveTo>
                    <a:cubicBezTo>
                      <a:pt x="73" y="33"/>
                      <a:pt x="75" y="26"/>
                      <a:pt x="73" y="17"/>
                    </a:cubicBezTo>
                    <a:cubicBezTo>
                      <a:pt x="73" y="23"/>
                      <a:pt x="71" y="28"/>
                      <a:pt x="67" y="31"/>
                    </a:cubicBezTo>
                    <a:cubicBezTo>
                      <a:pt x="56" y="42"/>
                      <a:pt x="32" y="37"/>
                      <a:pt x="14" y="19"/>
                    </a:cubicBezTo>
                    <a:cubicBezTo>
                      <a:pt x="9" y="13"/>
                      <a:pt x="3" y="6"/>
                      <a:pt x="0" y="0"/>
                    </a:cubicBezTo>
                    <a:cubicBezTo>
                      <a:pt x="2" y="8"/>
                      <a:pt x="9" y="18"/>
                      <a:pt x="17" y="26"/>
                    </a:cubicBezTo>
                    <a:cubicBezTo>
                      <a:pt x="34" y="44"/>
                      <a:pt x="57" y="49"/>
                      <a:pt x="68" y="38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0" name="Freeform 1477">
                <a:extLst>
                  <a:ext uri="{FF2B5EF4-FFF2-40B4-BE49-F238E27FC236}">
                    <a16:creationId xmlns:a16="http://schemas.microsoft.com/office/drawing/2014/main" id="{B03A7FD6-DC9C-4D29-B2F5-48774A9B3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1718"/>
                <a:ext cx="115" cy="60"/>
              </a:xfrm>
              <a:custGeom>
                <a:avLst/>
                <a:gdLst>
                  <a:gd name="T0" fmla="*/ 258 w 66"/>
                  <a:gd name="T1" fmla="*/ 791 h 32"/>
                  <a:gd name="T2" fmla="*/ 1652 w 66"/>
                  <a:gd name="T3" fmla="*/ 1001 h 32"/>
                  <a:gd name="T4" fmla="*/ 1652 w 66"/>
                  <a:gd name="T5" fmla="*/ 1001 h 32"/>
                  <a:gd name="T6" fmla="*/ 159 w 66"/>
                  <a:gd name="T7" fmla="*/ 482 h 32"/>
                  <a:gd name="T8" fmla="*/ 28 w 66"/>
                  <a:gd name="T9" fmla="*/ 1399 h 32"/>
                  <a:gd name="T10" fmla="*/ 258 w 66"/>
                  <a:gd name="T11" fmla="*/ 791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2">
                    <a:moveTo>
                      <a:pt x="9" y="18"/>
                    </a:moveTo>
                    <a:cubicBezTo>
                      <a:pt x="21" y="7"/>
                      <a:pt x="41" y="5"/>
                      <a:pt x="59" y="23"/>
                    </a:cubicBezTo>
                    <a:cubicBezTo>
                      <a:pt x="64" y="29"/>
                      <a:pt x="66" y="30"/>
                      <a:pt x="59" y="23"/>
                    </a:cubicBezTo>
                    <a:cubicBezTo>
                      <a:pt x="41" y="5"/>
                      <a:pt x="17" y="0"/>
                      <a:pt x="6" y="11"/>
                    </a:cubicBezTo>
                    <a:cubicBezTo>
                      <a:pt x="1" y="16"/>
                      <a:pt x="0" y="24"/>
                      <a:pt x="1" y="32"/>
                    </a:cubicBezTo>
                    <a:cubicBezTo>
                      <a:pt x="2" y="28"/>
                      <a:pt x="3" y="22"/>
                      <a:pt x="9" y="18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1" name="Freeform 1478">
                <a:extLst>
                  <a:ext uri="{FF2B5EF4-FFF2-40B4-BE49-F238E27FC236}">
                    <a16:creationId xmlns:a16="http://schemas.microsoft.com/office/drawing/2014/main" id="{DFC8B2AD-6BF1-4389-ABA0-019DB65F2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731"/>
                <a:ext cx="22" cy="24"/>
              </a:xfrm>
              <a:custGeom>
                <a:avLst/>
                <a:gdLst>
                  <a:gd name="T0" fmla="*/ 117 w 13"/>
                  <a:gd name="T1" fmla="*/ 81 h 13"/>
                  <a:gd name="T2" fmla="*/ 281 w 13"/>
                  <a:gd name="T3" fmla="*/ 150 h 13"/>
                  <a:gd name="T4" fmla="*/ 203 w 13"/>
                  <a:gd name="T5" fmla="*/ 476 h 13"/>
                  <a:gd name="T6" fmla="*/ 41 w 13"/>
                  <a:gd name="T7" fmla="*/ 358 h 13"/>
                  <a:gd name="T8" fmla="*/ 117 w 13"/>
                  <a:gd name="T9" fmla="*/ 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5" y="2"/>
                    </a:moveTo>
                    <a:cubicBezTo>
                      <a:pt x="7" y="0"/>
                      <a:pt x="10" y="2"/>
                      <a:pt x="12" y="4"/>
                    </a:cubicBezTo>
                    <a:cubicBezTo>
                      <a:pt x="13" y="7"/>
                      <a:pt x="11" y="10"/>
                      <a:pt x="9" y="12"/>
                    </a:cubicBezTo>
                    <a:cubicBezTo>
                      <a:pt x="6" y="13"/>
                      <a:pt x="3" y="11"/>
                      <a:pt x="2" y="9"/>
                    </a:cubicBezTo>
                    <a:cubicBezTo>
                      <a:pt x="0" y="6"/>
                      <a:pt x="2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2" name="Freeform 1479">
                <a:extLst>
                  <a:ext uri="{FF2B5EF4-FFF2-40B4-BE49-F238E27FC236}">
                    <a16:creationId xmlns:a16="http://schemas.microsoft.com/office/drawing/2014/main" id="{7AAAF2D8-D79E-4EA3-9C82-3B07070A7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1731"/>
                <a:ext cx="16" cy="15"/>
              </a:xfrm>
              <a:custGeom>
                <a:avLst/>
                <a:gdLst>
                  <a:gd name="T0" fmla="*/ 89 w 9"/>
                  <a:gd name="T1" fmla="*/ 53 h 8"/>
                  <a:gd name="T2" fmla="*/ 247 w 9"/>
                  <a:gd name="T3" fmla="*/ 137 h 8"/>
                  <a:gd name="T4" fmla="*/ 203 w 9"/>
                  <a:gd name="T5" fmla="*/ 349 h 8"/>
                  <a:gd name="T6" fmla="*/ 37 w 9"/>
                  <a:gd name="T7" fmla="*/ 212 h 8"/>
                  <a:gd name="T8" fmla="*/ 89 w 9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3" y="1"/>
                    </a:move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ubicBezTo>
                      <a:pt x="4" y="8"/>
                      <a:pt x="2" y="7"/>
                      <a:pt x="1" y="5"/>
                    </a:cubicBezTo>
                    <a:cubicBezTo>
                      <a:pt x="0" y="4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3" name="Freeform 1480">
                <a:extLst>
                  <a:ext uri="{FF2B5EF4-FFF2-40B4-BE49-F238E27FC236}">
                    <a16:creationId xmlns:a16="http://schemas.microsoft.com/office/drawing/2014/main" id="{16BCF6B7-0DD9-4EE7-80F0-4BD558E18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753"/>
                <a:ext cx="11" cy="12"/>
              </a:xfrm>
              <a:custGeom>
                <a:avLst/>
                <a:gdLst>
                  <a:gd name="T0" fmla="*/ 81 w 6"/>
                  <a:gd name="T1" fmla="*/ 64 h 6"/>
                  <a:gd name="T2" fmla="*/ 193 w 6"/>
                  <a:gd name="T3" fmla="*/ 128 h 6"/>
                  <a:gd name="T4" fmla="*/ 149 w 6"/>
                  <a:gd name="T5" fmla="*/ 320 h 6"/>
                  <a:gd name="T6" fmla="*/ 44 w 6"/>
                  <a:gd name="T7" fmla="*/ 256 h 6"/>
                  <a:gd name="T8" fmla="*/ 81 w 6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3"/>
                      <a:pt x="5" y="5"/>
                      <a:pt x="4" y="5"/>
                    </a:cubicBezTo>
                    <a:cubicBezTo>
                      <a:pt x="3" y="6"/>
                      <a:pt x="1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4" name="Freeform 1481">
                <a:extLst>
                  <a:ext uri="{FF2B5EF4-FFF2-40B4-BE49-F238E27FC236}">
                    <a16:creationId xmlns:a16="http://schemas.microsoft.com/office/drawing/2014/main" id="{A25BCEEE-00C4-4566-B2D6-C5931C2AC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029"/>
                <a:ext cx="17" cy="20"/>
              </a:xfrm>
              <a:custGeom>
                <a:avLst/>
                <a:gdLst>
                  <a:gd name="T0" fmla="*/ 75 w 10"/>
                  <a:gd name="T1" fmla="*/ 44 h 11"/>
                  <a:gd name="T2" fmla="*/ 218 w 10"/>
                  <a:gd name="T3" fmla="*/ 145 h 11"/>
                  <a:gd name="T4" fmla="*/ 168 w 10"/>
                  <a:gd name="T5" fmla="*/ 360 h 11"/>
                  <a:gd name="T6" fmla="*/ 26 w 10"/>
                  <a:gd name="T7" fmla="*/ 264 h 11"/>
                  <a:gd name="T8" fmla="*/ 75 w 10"/>
                  <a:gd name="T9" fmla="*/ 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3" y="1"/>
                    </a:moveTo>
                    <a:cubicBezTo>
                      <a:pt x="6" y="0"/>
                      <a:pt x="8" y="1"/>
                      <a:pt x="9" y="4"/>
                    </a:cubicBezTo>
                    <a:cubicBezTo>
                      <a:pt x="10" y="6"/>
                      <a:pt x="9" y="9"/>
                      <a:pt x="7" y="10"/>
                    </a:cubicBezTo>
                    <a:cubicBezTo>
                      <a:pt x="4" y="11"/>
                      <a:pt x="2" y="10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5" name="Freeform 1482">
                <a:extLst>
                  <a:ext uri="{FF2B5EF4-FFF2-40B4-BE49-F238E27FC236}">
                    <a16:creationId xmlns:a16="http://schemas.microsoft.com/office/drawing/2014/main" id="{8D3BB77D-CFAD-4D0B-9D1C-92FA79F3E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017"/>
                <a:ext cx="9" cy="12"/>
              </a:xfrm>
              <a:custGeom>
                <a:avLst/>
                <a:gdLst>
                  <a:gd name="T0" fmla="*/ 41 w 5"/>
                  <a:gd name="T1" fmla="*/ 64 h 6"/>
                  <a:gd name="T2" fmla="*/ 133 w 5"/>
                  <a:gd name="T3" fmla="*/ 128 h 6"/>
                  <a:gd name="T4" fmla="*/ 94 w 5"/>
                  <a:gd name="T5" fmla="*/ 320 h 6"/>
                  <a:gd name="T6" fmla="*/ 0 w 5"/>
                  <a:gd name="T7" fmla="*/ 256 h 6"/>
                  <a:gd name="T8" fmla="*/ 41 w 5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5"/>
                      <a:pt x="3" y="5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6" name="Freeform 1483">
                <a:extLst>
                  <a:ext uri="{FF2B5EF4-FFF2-40B4-BE49-F238E27FC236}">
                    <a16:creationId xmlns:a16="http://schemas.microsoft.com/office/drawing/2014/main" id="{718683EE-19D9-4B16-A48F-47D5F7517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053"/>
                <a:ext cx="8" cy="9"/>
              </a:xfrm>
              <a:custGeom>
                <a:avLst/>
                <a:gdLst>
                  <a:gd name="T0" fmla="*/ 21 w 5"/>
                  <a:gd name="T1" fmla="*/ 0 h 5"/>
                  <a:gd name="T2" fmla="*/ 86 w 5"/>
                  <a:gd name="T3" fmla="*/ 74 h 5"/>
                  <a:gd name="T4" fmla="*/ 54 w 5"/>
                  <a:gd name="T5" fmla="*/ 169 h 5"/>
                  <a:gd name="T6" fmla="*/ 0 w 5"/>
                  <a:gd name="T7" fmla="*/ 94 h 5"/>
                  <a:gd name="T8" fmla="*/ 21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3" y="5"/>
                    </a:cubicBezTo>
                    <a:cubicBezTo>
                      <a:pt x="2" y="5"/>
                      <a:pt x="1" y="5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7" name="Freeform 1484">
                <a:extLst>
                  <a:ext uri="{FF2B5EF4-FFF2-40B4-BE49-F238E27FC236}">
                    <a16:creationId xmlns:a16="http://schemas.microsoft.com/office/drawing/2014/main" id="{8BE9B477-14F0-4F37-8FDF-850B5797B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833"/>
                <a:ext cx="40" cy="58"/>
              </a:xfrm>
              <a:custGeom>
                <a:avLst/>
                <a:gdLst>
                  <a:gd name="T0" fmla="*/ 412 w 23"/>
                  <a:gd name="T1" fmla="*/ 0 h 31"/>
                  <a:gd name="T2" fmla="*/ 642 w 23"/>
                  <a:gd name="T3" fmla="*/ 339 h 31"/>
                  <a:gd name="T4" fmla="*/ 0 w 23"/>
                  <a:gd name="T5" fmla="*/ 1338 h 31"/>
                  <a:gd name="T6" fmla="*/ 447 w 23"/>
                  <a:gd name="T7" fmla="*/ 393 h 31"/>
                  <a:gd name="T8" fmla="*/ 412 w 23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1">
                    <a:moveTo>
                      <a:pt x="15" y="0"/>
                    </a:moveTo>
                    <a:cubicBezTo>
                      <a:pt x="17" y="3"/>
                      <a:pt x="22" y="8"/>
                      <a:pt x="23" y="8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16" y="13"/>
                      <a:pt x="16" y="9"/>
                    </a:cubicBezTo>
                    <a:cubicBezTo>
                      <a:pt x="16" y="5"/>
                      <a:pt x="15" y="1"/>
                      <a:pt x="15" y="0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8" name="Freeform 1485">
                <a:extLst>
                  <a:ext uri="{FF2B5EF4-FFF2-40B4-BE49-F238E27FC236}">
                    <a16:creationId xmlns:a16="http://schemas.microsoft.com/office/drawing/2014/main" id="{085D4D60-04F6-47D6-830A-20082BE16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101"/>
                <a:ext cx="53" cy="43"/>
              </a:xfrm>
              <a:custGeom>
                <a:avLst/>
                <a:gdLst>
                  <a:gd name="T0" fmla="*/ 790 w 30"/>
                  <a:gd name="T1" fmla="*/ 0 h 23"/>
                  <a:gd name="T2" fmla="*/ 915 w 30"/>
                  <a:gd name="T3" fmla="*/ 437 h 23"/>
                  <a:gd name="T4" fmla="*/ 0 w 30"/>
                  <a:gd name="T5" fmla="*/ 978 h 23"/>
                  <a:gd name="T6" fmla="*/ 721 w 30"/>
                  <a:gd name="T7" fmla="*/ 338 h 23"/>
                  <a:gd name="T8" fmla="*/ 790 w 30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26" y="0"/>
                    </a:moveTo>
                    <a:cubicBezTo>
                      <a:pt x="27" y="3"/>
                      <a:pt x="30" y="9"/>
                      <a:pt x="30" y="1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22" y="12"/>
                      <a:pt x="24" y="8"/>
                    </a:cubicBezTo>
                    <a:cubicBezTo>
                      <a:pt x="25" y="4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9" name="Freeform 1486">
                <a:extLst>
                  <a:ext uri="{FF2B5EF4-FFF2-40B4-BE49-F238E27FC236}">
                    <a16:creationId xmlns:a16="http://schemas.microsoft.com/office/drawing/2014/main" id="{067EC938-8D54-48E4-A042-4E681B913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370"/>
                <a:ext cx="82" cy="140"/>
              </a:xfrm>
              <a:custGeom>
                <a:avLst/>
                <a:gdLst>
                  <a:gd name="T0" fmla="*/ 536 w 47"/>
                  <a:gd name="T1" fmla="*/ 3168 h 75"/>
                  <a:gd name="T2" fmla="*/ 0 w 47"/>
                  <a:gd name="T3" fmla="*/ 2694 h 75"/>
                  <a:gd name="T4" fmla="*/ 420 w 47"/>
                  <a:gd name="T5" fmla="*/ 2972 h 75"/>
                  <a:gd name="T6" fmla="*/ 1242 w 47"/>
                  <a:gd name="T7" fmla="*/ 1021 h 75"/>
                  <a:gd name="T8" fmla="*/ 1132 w 47"/>
                  <a:gd name="T9" fmla="*/ 0 h 75"/>
                  <a:gd name="T10" fmla="*/ 1321 w 47"/>
                  <a:gd name="T11" fmla="*/ 1314 h 75"/>
                  <a:gd name="T12" fmla="*/ 536 w 47"/>
                  <a:gd name="T13" fmla="*/ 3168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5">
                    <a:moveTo>
                      <a:pt x="19" y="75"/>
                    </a:moveTo>
                    <a:cubicBezTo>
                      <a:pt x="12" y="75"/>
                      <a:pt x="5" y="72"/>
                      <a:pt x="0" y="64"/>
                    </a:cubicBezTo>
                    <a:cubicBezTo>
                      <a:pt x="5" y="68"/>
                      <a:pt x="10" y="70"/>
                      <a:pt x="15" y="70"/>
                    </a:cubicBezTo>
                    <a:cubicBezTo>
                      <a:pt x="31" y="70"/>
                      <a:pt x="44" y="49"/>
                      <a:pt x="44" y="24"/>
                    </a:cubicBezTo>
                    <a:cubicBezTo>
                      <a:pt x="44" y="16"/>
                      <a:pt x="43" y="7"/>
                      <a:pt x="40" y="0"/>
                    </a:cubicBezTo>
                    <a:cubicBezTo>
                      <a:pt x="45" y="8"/>
                      <a:pt x="47" y="20"/>
                      <a:pt x="47" y="31"/>
                    </a:cubicBezTo>
                    <a:cubicBezTo>
                      <a:pt x="47" y="56"/>
                      <a:pt x="34" y="75"/>
                      <a:pt x="19" y="75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0" name="Freeform 1487">
                <a:extLst>
                  <a:ext uri="{FF2B5EF4-FFF2-40B4-BE49-F238E27FC236}">
                    <a16:creationId xmlns:a16="http://schemas.microsoft.com/office/drawing/2014/main" id="{E0274D62-AB18-4148-A7FC-D34877010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341"/>
                <a:ext cx="82" cy="143"/>
              </a:xfrm>
              <a:custGeom>
                <a:avLst/>
                <a:gdLst>
                  <a:gd name="T0" fmla="*/ 984 w 47"/>
                  <a:gd name="T1" fmla="*/ 290 h 77"/>
                  <a:gd name="T2" fmla="*/ 113 w 47"/>
                  <a:gd name="T3" fmla="*/ 2138 h 77"/>
                  <a:gd name="T4" fmla="*/ 197 w 47"/>
                  <a:gd name="T5" fmla="*/ 3025 h 77"/>
                  <a:gd name="T6" fmla="*/ 197 w 47"/>
                  <a:gd name="T7" fmla="*/ 3025 h 77"/>
                  <a:gd name="T8" fmla="*/ 159 w 47"/>
                  <a:gd name="T9" fmla="*/ 3010 h 77"/>
                  <a:gd name="T10" fmla="*/ 0 w 47"/>
                  <a:gd name="T11" fmla="*/ 1876 h 77"/>
                  <a:gd name="T12" fmla="*/ 822 w 47"/>
                  <a:gd name="T13" fmla="*/ 0 h 77"/>
                  <a:gd name="T14" fmla="*/ 1321 w 47"/>
                  <a:gd name="T15" fmla="*/ 442 h 77"/>
                  <a:gd name="T16" fmla="*/ 984 w 47"/>
                  <a:gd name="T17" fmla="*/ 290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77">
                    <a:moveTo>
                      <a:pt x="35" y="7"/>
                    </a:moveTo>
                    <a:cubicBezTo>
                      <a:pt x="20" y="7"/>
                      <a:pt x="4" y="26"/>
                      <a:pt x="4" y="52"/>
                    </a:cubicBezTo>
                    <a:cubicBezTo>
                      <a:pt x="4" y="60"/>
                      <a:pt x="5" y="68"/>
                      <a:pt x="7" y="74"/>
                    </a:cubicBezTo>
                    <a:cubicBezTo>
                      <a:pt x="7" y="76"/>
                      <a:pt x="8" y="77"/>
                      <a:pt x="7" y="74"/>
                    </a:cubicBezTo>
                    <a:cubicBezTo>
                      <a:pt x="6" y="74"/>
                      <a:pt x="6" y="73"/>
                      <a:pt x="6" y="73"/>
                    </a:cubicBezTo>
                    <a:cubicBezTo>
                      <a:pt x="2" y="65"/>
                      <a:pt x="0" y="56"/>
                      <a:pt x="0" y="46"/>
                    </a:cubicBezTo>
                    <a:cubicBezTo>
                      <a:pt x="0" y="20"/>
                      <a:pt x="13" y="0"/>
                      <a:pt x="29" y="0"/>
                    </a:cubicBezTo>
                    <a:cubicBezTo>
                      <a:pt x="36" y="0"/>
                      <a:pt x="42" y="4"/>
                      <a:pt x="47" y="11"/>
                    </a:cubicBezTo>
                    <a:cubicBezTo>
                      <a:pt x="44" y="8"/>
                      <a:pt x="40" y="7"/>
                      <a:pt x="35" y="7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1" name="Freeform 1488">
                <a:extLst>
                  <a:ext uri="{FF2B5EF4-FFF2-40B4-BE49-F238E27FC236}">
                    <a16:creationId xmlns:a16="http://schemas.microsoft.com/office/drawing/2014/main" id="{9E66A93F-3079-47DB-A2C4-D594E9956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363"/>
                <a:ext cx="22" cy="22"/>
              </a:xfrm>
              <a:custGeom>
                <a:avLst/>
                <a:gdLst>
                  <a:gd name="T0" fmla="*/ 98 w 13"/>
                  <a:gd name="T1" fmla="*/ 44 h 12"/>
                  <a:gd name="T2" fmla="*/ 24 w 13"/>
                  <a:gd name="T3" fmla="*/ 315 h 12"/>
                  <a:gd name="T4" fmla="*/ 198 w 13"/>
                  <a:gd name="T5" fmla="*/ 420 h 12"/>
                  <a:gd name="T6" fmla="*/ 261 w 13"/>
                  <a:gd name="T7" fmla="*/ 149 h 12"/>
                  <a:gd name="T8" fmla="*/ 98 w 13"/>
                  <a:gd name="T9" fmla="*/ 4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4" y="1"/>
                    </a:moveTo>
                    <a:cubicBezTo>
                      <a:pt x="2" y="2"/>
                      <a:pt x="0" y="5"/>
                      <a:pt x="1" y="8"/>
                    </a:cubicBezTo>
                    <a:cubicBezTo>
                      <a:pt x="3" y="11"/>
                      <a:pt x="6" y="12"/>
                      <a:pt x="8" y="11"/>
                    </a:cubicBezTo>
                    <a:cubicBezTo>
                      <a:pt x="11" y="10"/>
                      <a:pt x="13" y="7"/>
                      <a:pt x="11" y="4"/>
                    </a:cubicBezTo>
                    <a:cubicBezTo>
                      <a:pt x="10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2" name="Freeform 1489">
                <a:extLst>
                  <a:ext uri="{FF2B5EF4-FFF2-40B4-BE49-F238E27FC236}">
                    <a16:creationId xmlns:a16="http://schemas.microsoft.com/office/drawing/2014/main" id="{5554B4E6-DA06-4A40-A0E4-9D54052B0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385"/>
                <a:ext cx="14" cy="17"/>
              </a:xfrm>
              <a:custGeom>
                <a:avLst/>
                <a:gdLst>
                  <a:gd name="T0" fmla="*/ 86 w 8"/>
                  <a:gd name="T1" fmla="*/ 53 h 9"/>
                  <a:gd name="T2" fmla="*/ 37 w 8"/>
                  <a:gd name="T3" fmla="*/ 272 h 9"/>
                  <a:gd name="T4" fmla="*/ 179 w 8"/>
                  <a:gd name="T5" fmla="*/ 357 h 9"/>
                  <a:gd name="T6" fmla="*/ 236 w 8"/>
                  <a:gd name="T7" fmla="*/ 144 h 9"/>
                  <a:gd name="T8" fmla="*/ 86 w 8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8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3" name="Freeform 1490">
                <a:extLst>
                  <a:ext uri="{FF2B5EF4-FFF2-40B4-BE49-F238E27FC236}">
                    <a16:creationId xmlns:a16="http://schemas.microsoft.com/office/drawing/2014/main" id="{90CE45D9-6C97-43F6-9DD8-007D84ED6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356"/>
                <a:ext cx="10" cy="11"/>
              </a:xfrm>
              <a:custGeom>
                <a:avLst/>
                <a:gdLst>
                  <a:gd name="T0" fmla="*/ 37 w 6"/>
                  <a:gd name="T1" fmla="*/ 44 h 6"/>
                  <a:gd name="T2" fmla="*/ 22 w 6"/>
                  <a:gd name="T3" fmla="*/ 149 h 6"/>
                  <a:gd name="T4" fmla="*/ 92 w 6"/>
                  <a:gd name="T5" fmla="*/ 193 h 6"/>
                  <a:gd name="T6" fmla="*/ 103 w 6"/>
                  <a:gd name="T7" fmla="*/ 81 h 6"/>
                  <a:gd name="T8" fmla="*/ 37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1" y="5"/>
                      <a:pt x="3" y="6"/>
                      <a:pt x="4" y="5"/>
                    </a:cubicBezTo>
                    <a:cubicBezTo>
                      <a:pt x="5" y="5"/>
                      <a:pt x="6" y="3"/>
                      <a:pt x="5" y="2"/>
                    </a:cubicBezTo>
                    <a:cubicBezTo>
                      <a:pt x="5" y="1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4" name="Freeform 1491">
                <a:extLst>
                  <a:ext uri="{FF2B5EF4-FFF2-40B4-BE49-F238E27FC236}">
                    <a16:creationId xmlns:a16="http://schemas.microsoft.com/office/drawing/2014/main" id="{832D0F1C-625E-4A7B-B1C2-2C577A2D4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2987"/>
                <a:ext cx="82" cy="142"/>
              </a:xfrm>
              <a:custGeom>
                <a:avLst/>
                <a:gdLst>
                  <a:gd name="T0" fmla="*/ 1019 w 47"/>
                  <a:gd name="T1" fmla="*/ 2935 h 76"/>
                  <a:gd name="T2" fmla="*/ 420 w 47"/>
                  <a:gd name="T3" fmla="*/ 3145 h 76"/>
                  <a:gd name="T4" fmla="*/ 822 w 47"/>
                  <a:gd name="T5" fmla="*/ 2890 h 76"/>
                  <a:gd name="T6" fmla="*/ 536 w 47"/>
                  <a:gd name="T7" fmla="*/ 632 h 76"/>
                  <a:gd name="T8" fmla="*/ 0 w 47"/>
                  <a:gd name="T9" fmla="*/ 0 h 76"/>
                  <a:gd name="T10" fmla="*/ 733 w 47"/>
                  <a:gd name="T11" fmla="*/ 783 h 76"/>
                  <a:gd name="T12" fmla="*/ 1019 w 47"/>
                  <a:gd name="T13" fmla="*/ 293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6">
                    <a:moveTo>
                      <a:pt x="36" y="69"/>
                    </a:moveTo>
                    <a:cubicBezTo>
                      <a:pt x="31" y="74"/>
                      <a:pt x="23" y="76"/>
                      <a:pt x="15" y="74"/>
                    </a:cubicBezTo>
                    <a:cubicBezTo>
                      <a:pt x="21" y="74"/>
                      <a:pt x="26" y="72"/>
                      <a:pt x="29" y="68"/>
                    </a:cubicBezTo>
                    <a:cubicBezTo>
                      <a:pt x="41" y="57"/>
                      <a:pt x="36" y="33"/>
                      <a:pt x="19" y="15"/>
                    </a:cubicBezTo>
                    <a:cubicBezTo>
                      <a:pt x="13" y="9"/>
                      <a:pt x="6" y="3"/>
                      <a:pt x="0" y="0"/>
                    </a:cubicBezTo>
                    <a:cubicBezTo>
                      <a:pt x="9" y="3"/>
                      <a:pt x="18" y="10"/>
                      <a:pt x="26" y="18"/>
                    </a:cubicBezTo>
                    <a:cubicBezTo>
                      <a:pt x="43" y="36"/>
                      <a:pt x="47" y="59"/>
                      <a:pt x="36" y="69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5" name="Freeform 1492">
                <a:extLst>
                  <a:ext uri="{FF2B5EF4-FFF2-40B4-BE49-F238E27FC236}">
                    <a16:creationId xmlns:a16="http://schemas.microsoft.com/office/drawing/2014/main" id="{21C59B96-D0F1-44D1-A6AA-A38FB87A0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2980"/>
                <a:ext cx="85" cy="143"/>
              </a:xfrm>
              <a:custGeom>
                <a:avLst/>
                <a:gdLst>
                  <a:gd name="T0" fmla="*/ 562 w 49"/>
                  <a:gd name="T1" fmla="*/ 290 h 77"/>
                  <a:gd name="T2" fmla="*/ 788 w 49"/>
                  <a:gd name="T3" fmla="*/ 2498 h 77"/>
                  <a:gd name="T4" fmla="*/ 1258 w 49"/>
                  <a:gd name="T5" fmla="*/ 3118 h 77"/>
                  <a:gd name="T6" fmla="*/ 1258 w 49"/>
                  <a:gd name="T7" fmla="*/ 3118 h 77"/>
                  <a:gd name="T8" fmla="*/ 1221 w 49"/>
                  <a:gd name="T9" fmla="*/ 3070 h 77"/>
                  <a:gd name="T10" fmla="*/ 595 w 49"/>
                  <a:gd name="T11" fmla="*/ 2427 h 77"/>
                  <a:gd name="T12" fmla="*/ 298 w 49"/>
                  <a:gd name="T13" fmla="*/ 238 h 77"/>
                  <a:gd name="T14" fmla="*/ 897 w 49"/>
                  <a:gd name="T15" fmla="*/ 84 h 77"/>
                  <a:gd name="T16" fmla="*/ 562 w 49"/>
                  <a:gd name="T17" fmla="*/ 290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77">
                    <a:moveTo>
                      <a:pt x="21" y="7"/>
                    </a:moveTo>
                    <a:cubicBezTo>
                      <a:pt x="9" y="18"/>
                      <a:pt x="12" y="43"/>
                      <a:pt x="29" y="61"/>
                    </a:cubicBezTo>
                    <a:cubicBezTo>
                      <a:pt x="34" y="67"/>
                      <a:pt x="40" y="72"/>
                      <a:pt x="46" y="76"/>
                    </a:cubicBezTo>
                    <a:cubicBezTo>
                      <a:pt x="47" y="76"/>
                      <a:pt x="49" y="77"/>
                      <a:pt x="46" y="76"/>
                    </a:cubicBezTo>
                    <a:cubicBezTo>
                      <a:pt x="45" y="76"/>
                      <a:pt x="45" y="76"/>
                      <a:pt x="45" y="75"/>
                    </a:cubicBezTo>
                    <a:cubicBezTo>
                      <a:pt x="37" y="72"/>
                      <a:pt x="29" y="67"/>
                      <a:pt x="22" y="59"/>
                    </a:cubicBezTo>
                    <a:cubicBezTo>
                      <a:pt x="4" y="41"/>
                      <a:pt x="0" y="17"/>
                      <a:pt x="11" y="6"/>
                    </a:cubicBezTo>
                    <a:cubicBezTo>
                      <a:pt x="16" y="2"/>
                      <a:pt x="24" y="0"/>
                      <a:pt x="33" y="2"/>
                    </a:cubicBezTo>
                    <a:cubicBezTo>
                      <a:pt x="28" y="2"/>
                      <a:pt x="24" y="4"/>
                      <a:pt x="21" y="7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6" name="Freeform 1493">
                <a:extLst>
                  <a:ext uri="{FF2B5EF4-FFF2-40B4-BE49-F238E27FC236}">
                    <a16:creationId xmlns:a16="http://schemas.microsoft.com/office/drawing/2014/main" id="{DE600C37-26FB-4A09-B762-EB5337CB1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3021"/>
                <a:ext cx="20" cy="22"/>
              </a:xfrm>
              <a:custGeom>
                <a:avLst/>
                <a:gdLst>
                  <a:gd name="T0" fmla="*/ 22 w 12"/>
                  <a:gd name="T1" fmla="*/ 149 h 12"/>
                  <a:gd name="T2" fmla="*/ 62 w 12"/>
                  <a:gd name="T3" fmla="*/ 420 h 12"/>
                  <a:gd name="T4" fmla="*/ 230 w 12"/>
                  <a:gd name="T5" fmla="*/ 315 h 12"/>
                  <a:gd name="T6" fmla="*/ 172 w 12"/>
                  <a:gd name="T7" fmla="*/ 44 h 12"/>
                  <a:gd name="T8" fmla="*/ 22 w 12"/>
                  <a:gd name="T9" fmla="*/ 14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4"/>
                    </a:moveTo>
                    <a:cubicBezTo>
                      <a:pt x="0" y="7"/>
                      <a:pt x="1" y="10"/>
                      <a:pt x="3" y="11"/>
                    </a:cubicBezTo>
                    <a:cubicBezTo>
                      <a:pt x="6" y="12"/>
                      <a:pt x="9" y="11"/>
                      <a:pt x="11" y="8"/>
                    </a:cubicBezTo>
                    <a:cubicBezTo>
                      <a:pt x="12" y="6"/>
                      <a:pt x="11" y="3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7" name="Freeform 1494">
                <a:extLst>
                  <a:ext uri="{FF2B5EF4-FFF2-40B4-BE49-F238E27FC236}">
                    <a16:creationId xmlns:a16="http://schemas.microsoft.com/office/drawing/2014/main" id="{4C0BAA83-7B08-4414-BA70-39D532AAD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3043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89 w 9"/>
                  <a:gd name="T3" fmla="*/ 357 h 9"/>
                  <a:gd name="T4" fmla="*/ 247 w 9"/>
                  <a:gd name="T5" fmla="*/ 272 h 9"/>
                  <a:gd name="T6" fmla="*/ 203 w 9"/>
                  <a:gd name="T7" fmla="*/ 53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0" y="5"/>
                      <a:pt x="1" y="7"/>
                      <a:pt x="3" y="8"/>
                    </a:cubicBezTo>
                    <a:cubicBezTo>
                      <a:pt x="5" y="9"/>
                      <a:pt x="7" y="8"/>
                      <a:pt x="8" y="6"/>
                    </a:cubicBezTo>
                    <a:cubicBezTo>
                      <a:pt x="9" y="4"/>
                      <a:pt x="8" y="2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8" name="Freeform 1495">
                <a:extLst>
                  <a:ext uri="{FF2B5EF4-FFF2-40B4-BE49-F238E27FC236}">
                    <a16:creationId xmlns:a16="http://schemas.microsoft.com/office/drawing/2014/main" id="{2FBCF97E-7C08-453F-A516-F830145A8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" y="3008"/>
                <a:ext cx="10" cy="11"/>
              </a:xfrm>
              <a:custGeom>
                <a:avLst/>
                <a:gdLst>
                  <a:gd name="T0" fmla="*/ 22 w 6"/>
                  <a:gd name="T1" fmla="*/ 81 h 6"/>
                  <a:gd name="T2" fmla="*/ 37 w 6"/>
                  <a:gd name="T3" fmla="*/ 193 h 6"/>
                  <a:gd name="T4" fmla="*/ 103 w 6"/>
                  <a:gd name="T5" fmla="*/ 149 h 6"/>
                  <a:gd name="T6" fmla="*/ 92 w 6"/>
                  <a:gd name="T7" fmla="*/ 44 h 6"/>
                  <a:gd name="T8" fmla="*/ 22 w 6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0" y="3"/>
                      <a:pt x="1" y="5"/>
                      <a:pt x="2" y="5"/>
                    </a:cubicBezTo>
                    <a:cubicBezTo>
                      <a:pt x="3" y="6"/>
                      <a:pt x="5" y="5"/>
                      <a:pt x="5" y="4"/>
                    </a:cubicBezTo>
                    <a:cubicBezTo>
                      <a:pt x="6" y="3"/>
                      <a:pt x="6" y="1"/>
                      <a:pt x="4" y="1"/>
                    </a:cubicBezTo>
                    <a:cubicBezTo>
                      <a:pt x="3" y="0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9" name="Freeform 1496">
                <a:extLst>
                  <a:ext uri="{FF2B5EF4-FFF2-40B4-BE49-F238E27FC236}">
                    <a16:creationId xmlns:a16="http://schemas.microsoft.com/office/drawing/2014/main" id="{73C7B9B3-FDCA-4BA1-9B36-CA4A7255F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733"/>
                <a:ext cx="108" cy="124"/>
              </a:xfrm>
              <a:custGeom>
                <a:avLst/>
                <a:gdLst>
                  <a:gd name="T0" fmla="*/ 371 w 62"/>
                  <a:gd name="T1" fmla="*/ 2452 h 67"/>
                  <a:gd name="T2" fmla="*/ 0 w 62"/>
                  <a:gd name="T3" fmla="*/ 1736 h 67"/>
                  <a:gd name="T4" fmla="*/ 300 w 62"/>
                  <a:gd name="T5" fmla="*/ 2169 h 67"/>
                  <a:gd name="T6" fmla="*/ 1538 w 62"/>
                  <a:gd name="T7" fmla="*/ 938 h 67"/>
                  <a:gd name="T8" fmla="*/ 1702 w 62"/>
                  <a:gd name="T9" fmla="*/ 0 h 67"/>
                  <a:gd name="T10" fmla="*/ 1538 w 62"/>
                  <a:gd name="T11" fmla="*/ 1216 h 67"/>
                  <a:gd name="T12" fmla="*/ 371 w 62"/>
                  <a:gd name="T13" fmla="*/ 2452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67">
                    <a:moveTo>
                      <a:pt x="13" y="61"/>
                    </a:moveTo>
                    <a:cubicBezTo>
                      <a:pt x="6" y="58"/>
                      <a:pt x="2" y="52"/>
                      <a:pt x="0" y="43"/>
                    </a:cubicBezTo>
                    <a:cubicBezTo>
                      <a:pt x="2" y="49"/>
                      <a:pt x="6" y="52"/>
                      <a:pt x="11" y="54"/>
                    </a:cubicBezTo>
                    <a:cubicBezTo>
                      <a:pt x="26" y="60"/>
                      <a:pt x="45" y="46"/>
                      <a:pt x="55" y="23"/>
                    </a:cubicBezTo>
                    <a:cubicBezTo>
                      <a:pt x="58" y="15"/>
                      <a:pt x="61" y="6"/>
                      <a:pt x="61" y="0"/>
                    </a:cubicBezTo>
                    <a:cubicBezTo>
                      <a:pt x="62" y="8"/>
                      <a:pt x="60" y="20"/>
                      <a:pt x="55" y="30"/>
                    </a:cubicBezTo>
                    <a:cubicBezTo>
                      <a:pt x="46" y="53"/>
                      <a:pt x="27" y="67"/>
                      <a:pt x="13" y="61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0" name="Freeform 1497">
                <a:extLst>
                  <a:ext uri="{FF2B5EF4-FFF2-40B4-BE49-F238E27FC236}">
                    <a16:creationId xmlns:a16="http://schemas.microsoft.com/office/drawing/2014/main" id="{384470CB-F215-4787-B92D-F5F8F399A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677"/>
                <a:ext cx="109" cy="130"/>
              </a:xfrm>
              <a:custGeom>
                <a:avLst/>
                <a:gdLst>
                  <a:gd name="T0" fmla="*/ 1426 w 63"/>
                  <a:gd name="T1" fmla="*/ 620 h 70"/>
                  <a:gd name="T2" fmla="*/ 185 w 63"/>
                  <a:gd name="T3" fmla="*/ 1859 h 70"/>
                  <a:gd name="T4" fmla="*/ 28 w 63"/>
                  <a:gd name="T5" fmla="*/ 2736 h 70"/>
                  <a:gd name="T6" fmla="*/ 28 w 63"/>
                  <a:gd name="T7" fmla="*/ 2711 h 70"/>
                  <a:gd name="T8" fmla="*/ 0 w 63"/>
                  <a:gd name="T9" fmla="*/ 2676 h 70"/>
                  <a:gd name="T10" fmla="*/ 151 w 63"/>
                  <a:gd name="T11" fmla="*/ 1569 h 70"/>
                  <a:gd name="T12" fmla="*/ 1353 w 63"/>
                  <a:gd name="T13" fmla="*/ 238 h 70"/>
                  <a:gd name="T14" fmla="*/ 1694 w 63"/>
                  <a:gd name="T15" fmla="*/ 1001 h 70"/>
                  <a:gd name="T16" fmla="*/ 1426 w 63"/>
                  <a:gd name="T17" fmla="*/ 620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70">
                    <a:moveTo>
                      <a:pt x="53" y="15"/>
                    </a:moveTo>
                    <a:cubicBezTo>
                      <a:pt x="39" y="9"/>
                      <a:pt x="17" y="21"/>
                      <a:pt x="7" y="45"/>
                    </a:cubicBezTo>
                    <a:cubicBezTo>
                      <a:pt x="4" y="52"/>
                      <a:pt x="2" y="60"/>
                      <a:pt x="1" y="67"/>
                    </a:cubicBezTo>
                    <a:cubicBezTo>
                      <a:pt x="1" y="68"/>
                      <a:pt x="1" y="70"/>
                      <a:pt x="1" y="66"/>
                    </a:cubicBezTo>
                    <a:cubicBezTo>
                      <a:pt x="1" y="66"/>
                      <a:pt x="1" y="65"/>
                      <a:pt x="0" y="65"/>
                    </a:cubicBezTo>
                    <a:cubicBezTo>
                      <a:pt x="0" y="56"/>
                      <a:pt x="2" y="47"/>
                      <a:pt x="6" y="38"/>
                    </a:cubicBezTo>
                    <a:cubicBezTo>
                      <a:pt x="15" y="14"/>
                      <a:pt x="35" y="0"/>
                      <a:pt x="50" y="6"/>
                    </a:cubicBezTo>
                    <a:cubicBezTo>
                      <a:pt x="56" y="9"/>
                      <a:pt x="61" y="15"/>
                      <a:pt x="63" y="24"/>
                    </a:cubicBezTo>
                    <a:cubicBezTo>
                      <a:pt x="60" y="20"/>
                      <a:pt x="57" y="17"/>
                      <a:pt x="53" y="15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1" name="Oval 1498">
                <a:extLst>
                  <a:ext uri="{FF2B5EF4-FFF2-40B4-BE49-F238E27FC236}">
                    <a16:creationId xmlns:a16="http://schemas.microsoft.com/office/drawing/2014/main" id="{F47031F2-527B-4DAD-AD87-62ED4B6B8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1" y="2701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362" name="Oval 1499">
                <a:extLst>
                  <a:ext uri="{FF2B5EF4-FFF2-40B4-BE49-F238E27FC236}">
                    <a16:creationId xmlns:a16="http://schemas.microsoft.com/office/drawing/2014/main" id="{9B2C9750-51BB-47A6-8F47-E18859CFF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2718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363" name="Oval 1500">
                <a:extLst>
                  <a:ext uri="{FF2B5EF4-FFF2-40B4-BE49-F238E27FC236}">
                    <a16:creationId xmlns:a16="http://schemas.microsoft.com/office/drawing/2014/main" id="{EC315B2F-D541-4A3C-9206-61E0DB464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2699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364" name="Freeform 1501">
                <a:extLst>
                  <a:ext uri="{FF2B5EF4-FFF2-40B4-BE49-F238E27FC236}">
                    <a16:creationId xmlns:a16="http://schemas.microsoft.com/office/drawing/2014/main" id="{E5CF665E-E447-41C5-BEFD-7784F5122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3006"/>
                <a:ext cx="19" cy="20"/>
              </a:xfrm>
              <a:custGeom>
                <a:avLst/>
                <a:gdLst>
                  <a:gd name="T0" fmla="*/ 143 w 11"/>
                  <a:gd name="T1" fmla="*/ 0 h 11"/>
                  <a:gd name="T2" fmla="*/ 0 w 11"/>
                  <a:gd name="T3" fmla="*/ 215 h 11"/>
                  <a:gd name="T4" fmla="*/ 149 w 11"/>
                  <a:gd name="T5" fmla="*/ 391 h 11"/>
                  <a:gd name="T6" fmla="*/ 292 w 11"/>
                  <a:gd name="T7" fmla="*/ 175 h 11"/>
                  <a:gd name="T8" fmla="*/ 143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9" y="11"/>
                      <a:pt x="11" y="8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5" name="Freeform 1502">
                <a:extLst>
                  <a:ext uri="{FF2B5EF4-FFF2-40B4-BE49-F238E27FC236}">
                    <a16:creationId xmlns:a16="http://schemas.microsoft.com/office/drawing/2014/main" id="{D42C0F6B-4621-4E5E-A364-C2F95B8AB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3025"/>
                <a:ext cx="14" cy="13"/>
              </a:xfrm>
              <a:custGeom>
                <a:avLst/>
                <a:gdLst>
                  <a:gd name="T0" fmla="*/ 114 w 8"/>
                  <a:gd name="T1" fmla="*/ 0 h 7"/>
                  <a:gd name="T2" fmla="*/ 0 w 8"/>
                  <a:gd name="T3" fmla="*/ 156 h 7"/>
                  <a:gd name="T4" fmla="*/ 114 w 8"/>
                  <a:gd name="T5" fmla="*/ 290 h 7"/>
                  <a:gd name="T6" fmla="*/ 236 w 8"/>
                  <a:gd name="T7" fmla="*/ 128 h 7"/>
                  <a:gd name="T8" fmla="*/ 114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7"/>
                      <a:pt x="4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1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6" name="Freeform 1503">
                <a:extLst>
                  <a:ext uri="{FF2B5EF4-FFF2-40B4-BE49-F238E27FC236}">
                    <a16:creationId xmlns:a16="http://schemas.microsoft.com/office/drawing/2014/main" id="{E0AD3286-AC6D-4C0A-871E-48876EF75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004"/>
                <a:ext cx="8" cy="9"/>
              </a:xfrm>
              <a:custGeom>
                <a:avLst/>
                <a:gdLst>
                  <a:gd name="T0" fmla="*/ 54 w 5"/>
                  <a:gd name="T1" fmla="*/ 0 h 5"/>
                  <a:gd name="T2" fmla="*/ 0 w 5"/>
                  <a:gd name="T3" fmla="*/ 74 h 5"/>
                  <a:gd name="T4" fmla="*/ 54 w 5"/>
                  <a:gd name="T5" fmla="*/ 169 h 5"/>
                  <a:gd name="T6" fmla="*/ 86 w 5"/>
                  <a:gd name="T7" fmla="*/ 74 h 5"/>
                  <a:gd name="T8" fmla="*/ 54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7" name="Freeform 1504">
                <a:extLst>
                  <a:ext uri="{FF2B5EF4-FFF2-40B4-BE49-F238E27FC236}">
                    <a16:creationId xmlns:a16="http://schemas.microsoft.com/office/drawing/2014/main" id="{415E1278-4880-4EC3-9718-90352E721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3220"/>
                <a:ext cx="154" cy="91"/>
              </a:xfrm>
              <a:custGeom>
                <a:avLst/>
                <a:gdLst>
                  <a:gd name="T0" fmla="*/ 2413 w 88"/>
                  <a:gd name="T1" fmla="*/ 0 h 49"/>
                  <a:gd name="T2" fmla="*/ 1449 w 88"/>
                  <a:gd name="T3" fmla="*/ 1441 h 49"/>
                  <a:gd name="T4" fmla="*/ 0 w 88"/>
                  <a:gd name="T5" fmla="*/ 1307 h 49"/>
                  <a:gd name="T6" fmla="*/ 0 w 88"/>
                  <a:gd name="T7" fmla="*/ 1307 h 49"/>
                  <a:gd name="T8" fmla="*/ 1465 w 88"/>
                  <a:gd name="T9" fmla="*/ 1629 h 49"/>
                  <a:gd name="T10" fmla="*/ 2413 w 88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49">
                    <a:moveTo>
                      <a:pt x="84" y="0"/>
                    </a:moveTo>
                    <a:cubicBezTo>
                      <a:pt x="82" y="13"/>
                      <a:pt x="69" y="27"/>
                      <a:pt x="50" y="35"/>
                    </a:cubicBezTo>
                    <a:cubicBezTo>
                      <a:pt x="30" y="43"/>
                      <a:pt x="9" y="4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6" y="46"/>
                      <a:pt x="29" y="49"/>
                      <a:pt x="51" y="40"/>
                    </a:cubicBezTo>
                    <a:cubicBezTo>
                      <a:pt x="73" y="31"/>
                      <a:pt x="88" y="14"/>
                      <a:pt x="84" y="0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8" name="Freeform 1505">
                <a:extLst>
                  <a:ext uri="{FF2B5EF4-FFF2-40B4-BE49-F238E27FC236}">
                    <a16:creationId xmlns:a16="http://schemas.microsoft.com/office/drawing/2014/main" id="{CC1A858D-0533-4A7D-BC97-0B50EDF73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3316"/>
                <a:ext cx="155" cy="51"/>
              </a:xfrm>
              <a:custGeom>
                <a:avLst/>
                <a:gdLst>
                  <a:gd name="T0" fmla="*/ 2483 w 89"/>
                  <a:gd name="T1" fmla="*/ 53 h 27"/>
                  <a:gd name="T2" fmla="*/ 1252 w 89"/>
                  <a:gd name="T3" fmla="*/ 971 h 27"/>
                  <a:gd name="T4" fmla="*/ 0 w 89"/>
                  <a:gd name="T5" fmla="*/ 0 h 27"/>
                  <a:gd name="T6" fmla="*/ 0 w 89"/>
                  <a:gd name="T7" fmla="*/ 53 h 27"/>
                  <a:gd name="T8" fmla="*/ 1252 w 89"/>
                  <a:gd name="T9" fmla="*/ 1184 h 27"/>
                  <a:gd name="T10" fmla="*/ 2483 w 89"/>
                  <a:gd name="T11" fmla="*/ 5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27">
                    <a:moveTo>
                      <a:pt x="89" y="1"/>
                    </a:moveTo>
                    <a:cubicBezTo>
                      <a:pt x="83" y="12"/>
                      <a:pt x="65" y="21"/>
                      <a:pt x="45" y="21"/>
                    </a:cubicBezTo>
                    <a:cubicBezTo>
                      <a:pt x="23" y="22"/>
                      <a:pt x="5" y="13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6"/>
                      <a:pt x="20" y="27"/>
                      <a:pt x="45" y="26"/>
                    </a:cubicBezTo>
                    <a:cubicBezTo>
                      <a:pt x="68" y="26"/>
                      <a:pt x="88" y="15"/>
                      <a:pt x="89" y="1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9" name="Freeform 1506">
                <a:extLst>
                  <a:ext uri="{FF2B5EF4-FFF2-40B4-BE49-F238E27FC236}">
                    <a16:creationId xmlns:a16="http://schemas.microsoft.com/office/drawing/2014/main" id="{9787108B-FF13-4A57-B75D-A5DF2656A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3183"/>
                <a:ext cx="159" cy="98"/>
              </a:xfrm>
              <a:custGeom>
                <a:avLst/>
                <a:gdLst>
                  <a:gd name="T0" fmla="*/ 1172 w 91"/>
                  <a:gd name="T1" fmla="*/ 608 h 53"/>
                  <a:gd name="T2" fmla="*/ 2542 w 91"/>
                  <a:gd name="T3" fmla="*/ 664 h 53"/>
                  <a:gd name="T4" fmla="*/ 2554 w 91"/>
                  <a:gd name="T5" fmla="*/ 664 h 53"/>
                  <a:gd name="T6" fmla="*/ 1071 w 91"/>
                  <a:gd name="T7" fmla="*/ 386 h 53"/>
                  <a:gd name="T8" fmla="*/ 159 w 91"/>
                  <a:gd name="T9" fmla="*/ 2078 h 53"/>
                  <a:gd name="T10" fmla="*/ 159 w 91"/>
                  <a:gd name="T11" fmla="*/ 2078 h 53"/>
                  <a:gd name="T12" fmla="*/ 1172 w 91"/>
                  <a:gd name="T13" fmla="*/ 608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53">
                    <a:moveTo>
                      <a:pt x="41" y="15"/>
                    </a:moveTo>
                    <a:cubicBezTo>
                      <a:pt x="58" y="7"/>
                      <a:pt x="81" y="8"/>
                      <a:pt x="89" y="17"/>
                    </a:cubicBezTo>
                    <a:cubicBezTo>
                      <a:pt x="91" y="20"/>
                      <a:pt x="91" y="20"/>
                      <a:pt x="90" y="17"/>
                    </a:cubicBezTo>
                    <a:cubicBezTo>
                      <a:pt x="84" y="3"/>
                      <a:pt x="61" y="0"/>
                      <a:pt x="38" y="10"/>
                    </a:cubicBezTo>
                    <a:cubicBezTo>
                      <a:pt x="15" y="19"/>
                      <a:pt x="0" y="38"/>
                      <a:pt x="6" y="52"/>
                    </a:cubicBezTo>
                    <a:cubicBezTo>
                      <a:pt x="6" y="53"/>
                      <a:pt x="6" y="52"/>
                      <a:pt x="6" y="52"/>
                    </a:cubicBezTo>
                    <a:cubicBezTo>
                      <a:pt x="7" y="34"/>
                      <a:pt x="22" y="22"/>
                      <a:pt x="41" y="15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0" name="Freeform 1507">
                <a:extLst>
                  <a:ext uri="{FF2B5EF4-FFF2-40B4-BE49-F238E27FC236}">
                    <a16:creationId xmlns:a16="http://schemas.microsoft.com/office/drawing/2014/main" id="{7FC860A2-95B4-4AAC-80F2-8F0BB4092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216"/>
                <a:ext cx="20" cy="20"/>
              </a:xfrm>
              <a:custGeom>
                <a:avLst/>
                <a:gdLst>
                  <a:gd name="T0" fmla="*/ 175 w 11"/>
                  <a:gd name="T1" fmla="*/ 0 h 11"/>
                  <a:gd name="T2" fmla="*/ 0 w 11"/>
                  <a:gd name="T3" fmla="*/ 175 h 11"/>
                  <a:gd name="T4" fmla="*/ 215 w 11"/>
                  <a:gd name="T5" fmla="*/ 391 h 11"/>
                  <a:gd name="T6" fmla="*/ 391 w 11"/>
                  <a:gd name="T7" fmla="*/ 175 h 11"/>
                  <a:gd name="T8" fmla="*/ 175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9" y="10"/>
                      <a:pt x="11" y="8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1" name="Freeform 1508">
                <a:extLst>
                  <a:ext uri="{FF2B5EF4-FFF2-40B4-BE49-F238E27FC236}">
                    <a16:creationId xmlns:a16="http://schemas.microsoft.com/office/drawing/2014/main" id="{C92A0023-33E8-4A05-8989-B67D7F7DE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3233"/>
                <a:ext cx="14" cy="15"/>
              </a:xfrm>
              <a:custGeom>
                <a:avLst/>
                <a:gdLst>
                  <a:gd name="T0" fmla="*/ 114 w 8"/>
                  <a:gd name="T1" fmla="*/ 53 h 8"/>
                  <a:gd name="T2" fmla="*/ 0 w 8"/>
                  <a:gd name="T3" fmla="*/ 186 h 8"/>
                  <a:gd name="T4" fmla="*/ 114 w 8"/>
                  <a:gd name="T5" fmla="*/ 349 h 8"/>
                  <a:gd name="T6" fmla="*/ 236 w 8"/>
                  <a:gd name="T7" fmla="*/ 186 h 8"/>
                  <a:gd name="T8" fmla="*/ 114 w 8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1"/>
                    </a:moveTo>
                    <a:cubicBezTo>
                      <a:pt x="2" y="1"/>
                      <a:pt x="0" y="2"/>
                      <a:pt x="0" y="4"/>
                    </a:cubicBezTo>
                    <a:cubicBezTo>
                      <a:pt x="0" y="7"/>
                      <a:pt x="2" y="8"/>
                      <a:pt x="4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2" name="Freeform 1509">
                <a:extLst>
                  <a:ext uri="{FF2B5EF4-FFF2-40B4-BE49-F238E27FC236}">
                    <a16:creationId xmlns:a16="http://schemas.microsoft.com/office/drawing/2014/main" id="{8C1ED8ED-66DF-422A-9879-4F1A80D90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214"/>
                <a:ext cx="9" cy="9"/>
              </a:xfrm>
              <a:custGeom>
                <a:avLst/>
                <a:gdLst>
                  <a:gd name="T0" fmla="*/ 94 w 5"/>
                  <a:gd name="T1" fmla="*/ 0 h 5"/>
                  <a:gd name="T2" fmla="*/ 0 w 5"/>
                  <a:gd name="T3" fmla="*/ 74 h 5"/>
                  <a:gd name="T4" fmla="*/ 94 w 5"/>
                  <a:gd name="T5" fmla="*/ 169 h 5"/>
                  <a:gd name="T6" fmla="*/ 169 w 5"/>
                  <a:gd name="T7" fmla="*/ 74 h 5"/>
                  <a:gd name="T8" fmla="*/ 94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3" name="Freeform 1510">
                <a:extLst>
                  <a:ext uri="{FF2B5EF4-FFF2-40B4-BE49-F238E27FC236}">
                    <a16:creationId xmlns:a16="http://schemas.microsoft.com/office/drawing/2014/main" id="{3A1742DD-8602-4025-9390-9A6CC9925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266"/>
                <a:ext cx="158" cy="56"/>
              </a:xfrm>
              <a:custGeom>
                <a:avLst/>
                <a:gdLst>
                  <a:gd name="T0" fmla="*/ 1261 w 91"/>
                  <a:gd name="T1" fmla="*/ 254 h 30"/>
                  <a:gd name="T2" fmla="*/ 2465 w 91"/>
                  <a:gd name="T3" fmla="*/ 1105 h 30"/>
                  <a:gd name="T4" fmla="*/ 2490 w 91"/>
                  <a:gd name="T5" fmla="*/ 1133 h 30"/>
                  <a:gd name="T6" fmla="*/ 1261 w 91"/>
                  <a:gd name="T7" fmla="*/ 0 h 30"/>
                  <a:gd name="T8" fmla="*/ 0 w 91"/>
                  <a:gd name="T9" fmla="*/ 1133 h 30"/>
                  <a:gd name="T10" fmla="*/ 0 w 91"/>
                  <a:gd name="T11" fmla="*/ 1133 h 30"/>
                  <a:gd name="T12" fmla="*/ 1261 w 91"/>
                  <a:gd name="T13" fmla="*/ 254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30">
                    <a:moveTo>
                      <a:pt x="46" y="6"/>
                    </a:moveTo>
                    <a:cubicBezTo>
                      <a:pt x="65" y="6"/>
                      <a:pt x="86" y="15"/>
                      <a:pt x="90" y="26"/>
                    </a:cubicBezTo>
                    <a:cubicBezTo>
                      <a:pt x="91" y="29"/>
                      <a:pt x="91" y="30"/>
                      <a:pt x="91" y="27"/>
                    </a:cubicBezTo>
                    <a:cubicBezTo>
                      <a:pt x="91" y="11"/>
                      <a:pt x="71" y="0"/>
                      <a:pt x="46" y="0"/>
                    </a:cubicBezTo>
                    <a:cubicBezTo>
                      <a:pt x="21" y="0"/>
                      <a:pt x="0" y="11"/>
                      <a:pt x="0" y="27"/>
                    </a:cubicBezTo>
                    <a:cubicBezTo>
                      <a:pt x="0" y="27"/>
                      <a:pt x="0" y="26"/>
                      <a:pt x="0" y="27"/>
                    </a:cubicBezTo>
                    <a:cubicBezTo>
                      <a:pt x="8" y="10"/>
                      <a:pt x="26" y="6"/>
                      <a:pt x="46" y="6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4" name="Freeform 1511">
                <a:extLst>
                  <a:ext uri="{FF2B5EF4-FFF2-40B4-BE49-F238E27FC236}">
                    <a16:creationId xmlns:a16="http://schemas.microsoft.com/office/drawing/2014/main" id="{43D45B4C-0D61-4023-8ACA-FDB25DE59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3274"/>
                <a:ext cx="21" cy="22"/>
              </a:xfrm>
              <a:custGeom>
                <a:avLst/>
                <a:gdLst>
                  <a:gd name="T0" fmla="*/ 264 w 12"/>
                  <a:gd name="T1" fmla="*/ 81 h 12"/>
                  <a:gd name="T2" fmla="*/ 65 w 12"/>
                  <a:gd name="T3" fmla="*/ 81 h 12"/>
                  <a:gd name="T4" fmla="*/ 65 w 12"/>
                  <a:gd name="T5" fmla="*/ 376 h 12"/>
                  <a:gd name="T6" fmla="*/ 264 w 12"/>
                  <a:gd name="T7" fmla="*/ 376 h 12"/>
                  <a:gd name="T8" fmla="*/ 264 w 12"/>
                  <a:gd name="T9" fmla="*/ 8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9" y="2"/>
                    </a:moveTo>
                    <a:cubicBezTo>
                      <a:pt x="7" y="0"/>
                      <a:pt x="4" y="0"/>
                      <a:pt x="2" y="2"/>
                    </a:cubicBezTo>
                    <a:cubicBezTo>
                      <a:pt x="0" y="4"/>
                      <a:pt x="0" y="8"/>
                      <a:pt x="2" y="10"/>
                    </a:cubicBezTo>
                    <a:cubicBezTo>
                      <a:pt x="4" y="12"/>
                      <a:pt x="7" y="12"/>
                      <a:pt x="9" y="10"/>
                    </a:cubicBezTo>
                    <a:cubicBezTo>
                      <a:pt x="12" y="8"/>
                      <a:pt x="12" y="4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5" name="Freeform 1512">
                <a:extLst>
                  <a:ext uri="{FF2B5EF4-FFF2-40B4-BE49-F238E27FC236}">
                    <a16:creationId xmlns:a16="http://schemas.microsoft.com/office/drawing/2014/main" id="{2A0BD481-C96E-4950-9D05-1E65A91AF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3270"/>
                <a:ext cx="14" cy="15"/>
              </a:xfrm>
              <a:custGeom>
                <a:avLst/>
                <a:gdLst>
                  <a:gd name="T0" fmla="*/ 200 w 8"/>
                  <a:gd name="T1" fmla="*/ 53 h 8"/>
                  <a:gd name="T2" fmla="*/ 37 w 8"/>
                  <a:gd name="T3" fmla="*/ 53 h 8"/>
                  <a:gd name="T4" fmla="*/ 37 w 8"/>
                  <a:gd name="T5" fmla="*/ 257 h 8"/>
                  <a:gd name="T6" fmla="*/ 200 w 8"/>
                  <a:gd name="T7" fmla="*/ 257 h 8"/>
                  <a:gd name="T8" fmla="*/ 200 w 8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1"/>
                    </a:move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3" y="8"/>
                      <a:pt x="5" y="8"/>
                      <a:pt x="7" y="6"/>
                    </a:cubicBezTo>
                    <a:cubicBezTo>
                      <a:pt x="8" y="5"/>
                      <a:pt x="8" y="3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6" name="Freeform 1513">
                <a:extLst>
                  <a:ext uri="{FF2B5EF4-FFF2-40B4-BE49-F238E27FC236}">
                    <a16:creationId xmlns:a16="http://schemas.microsoft.com/office/drawing/2014/main" id="{43C2EBD1-01CC-431F-92E5-0A66F5195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3287"/>
                <a:ext cx="8" cy="11"/>
              </a:xfrm>
              <a:custGeom>
                <a:avLst/>
                <a:gdLst>
                  <a:gd name="T0" fmla="*/ 86 w 5"/>
                  <a:gd name="T1" fmla="*/ 81 h 6"/>
                  <a:gd name="T2" fmla="*/ 21 w 5"/>
                  <a:gd name="T3" fmla="*/ 44 h 6"/>
                  <a:gd name="T4" fmla="*/ 0 w 5"/>
                  <a:gd name="T5" fmla="*/ 149 h 6"/>
                  <a:gd name="T6" fmla="*/ 54 w 5"/>
                  <a:gd name="T7" fmla="*/ 193 h 6"/>
                  <a:gd name="T8" fmla="*/ 86 w 5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4" y="1"/>
                      <a:pt x="3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6"/>
                      <a:pt x="3" y="5"/>
                    </a:cubicBezTo>
                    <a:cubicBezTo>
                      <a:pt x="4" y="5"/>
                      <a:pt x="5" y="4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7" name="Freeform 1514">
                <a:extLst>
                  <a:ext uri="{FF2B5EF4-FFF2-40B4-BE49-F238E27FC236}">
                    <a16:creationId xmlns:a16="http://schemas.microsoft.com/office/drawing/2014/main" id="{61D0CDC5-543C-4C00-A8ED-AD0FA184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415"/>
                <a:ext cx="57" cy="20"/>
              </a:xfrm>
              <a:custGeom>
                <a:avLst/>
                <a:gdLst>
                  <a:gd name="T0" fmla="*/ 871 w 33"/>
                  <a:gd name="T1" fmla="*/ 0 h 11"/>
                  <a:gd name="T2" fmla="*/ 871 w 33"/>
                  <a:gd name="T3" fmla="*/ 391 h 11"/>
                  <a:gd name="T4" fmla="*/ 0 w 33"/>
                  <a:gd name="T5" fmla="*/ 391 h 11"/>
                  <a:gd name="T6" fmla="*/ 738 w 33"/>
                  <a:gd name="T7" fmla="*/ 264 h 11"/>
                  <a:gd name="T8" fmla="*/ 871 w 33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1">
                    <a:moveTo>
                      <a:pt x="33" y="0"/>
                    </a:moveTo>
                    <a:cubicBezTo>
                      <a:pt x="32" y="4"/>
                      <a:pt x="33" y="10"/>
                      <a:pt x="33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5" y="10"/>
                      <a:pt x="28" y="7"/>
                    </a:cubicBezTo>
                    <a:cubicBezTo>
                      <a:pt x="31" y="4"/>
                      <a:pt x="33" y="1"/>
                      <a:pt x="33" y="0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8" name="Freeform 1515">
                <a:extLst>
                  <a:ext uri="{FF2B5EF4-FFF2-40B4-BE49-F238E27FC236}">
                    <a16:creationId xmlns:a16="http://schemas.microsoft.com/office/drawing/2014/main" id="{74739C7A-FFCC-4F0D-BDEF-F733A9E77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729"/>
                <a:ext cx="60" cy="24"/>
              </a:xfrm>
              <a:custGeom>
                <a:avLst/>
                <a:gdLst>
                  <a:gd name="T0" fmla="*/ 1027 w 34"/>
                  <a:gd name="T1" fmla="*/ 126 h 13"/>
                  <a:gd name="T2" fmla="*/ 912 w 34"/>
                  <a:gd name="T3" fmla="*/ 511 h 13"/>
                  <a:gd name="T4" fmla="*/ 0 w 34"/>
                  <a:gd name="T5" fmla="*/ 0 h 13"/>
                  <a:gd name="T6" fmla="*/ 826 w 34"/>
                  <a:gd name="T7" fmla="*/ 277 h 13"/>
                  <a:gd name="T8" fmla="*/ 1027 w 34"/>
                  <a:gd name="T9" fmla="*/ 12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3">
                    <a:moveTo>
                      <a:pt x="34" y="3"/>
                    </a:moveTo>
                    <a:cubicBezTo>
                      <a:pt x="32" y="5"/>
                      <a:pt x="30" y="12"/>
                      <a:pt x="30" y="1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3" y="8"/>
                      <a:pt x="27" y="7"/>
                    </a:cubicBezTo>
                    <a:cubicBezTo>
                      <a:pt x="31" y="5"/>
                      <a:pt x="34" y="3"/>
                      <a:pt x="34" y="3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9" name="Freeform 1516">
                <a:extLst>
                  <a:ext uri="{FF2B5EF4-FFF2-40B4-BE49-F238E27FC236}">
                    <a16:creationId xmlns:a16="http://schemas.microsoft.com/office/drawing/2014/main" id="{D9EFB644-73B8-4D7C-BB21-59F565AC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" y="2101"/>
                <a:ext cx="53" cy="43"/>
              </a:xfrm>
              <a:custGeom>
                <a:avLst/>
                <a:gdLst>
                  <a:gd name="T0" fmla="*/ 115 w 30"/>
                  <a:gd name="T1" fmla="*/ 0 h 23"/>
                  <a:gd name="T2" fmla="*/ 0 w 30"/>
                  <a:gd name="T3" fmla="*/ 437 h 23"/>
                  <a:gd name="T4" fmla="*/ 915 w 30"/>
                  <a:gd name="T5" fmla="*/ 978 h 23"/>
                  <a:gd name="T6" fmla="*/ 203 w 30"/>
                  <a:gd name="T7" fmla="*/ 338 h 23"/>
                  <a:gd name="T8" fmla="*/ 115 w 30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4" y="0"/>
                    </a:moveTo>
                    <a:cubicBezTo>
                      <a:pt x="4" y="3"/>
                      <a:pt x="1" y="9"/>
                      <a:pt x="0" y="10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8" y="12"/>
                      <a:pt x="7" y="8"/>
                    </a:cubicBezTo>
                    <a:cubicBezTo>
                      <a:pt x="5" y="4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0" name="Freeform 1517">
                <a:extLst>
                  <a:ext uri="{FF2B5EF4-FFF2-40B4-BE49-F238E27FC236}">
                    <a16:creationId xmlns:a16="http://schemas.microsoft.com/office/drawing/2014/main" id="{84B637E0-B71E-4147-855B-C9A86A149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2415"/>
                <a:ext cx="57" cy="20"/>
              </a:xfrm>
              <a:custGeom>
                <a:avLst/>
                <a:gdLst>
                  <a:gd name="T0" fmla="*/ 0 w 33"/>
                  <a:gd name="T1" fmla="*/ 0 h 11"/>
                  <a:gd name="T2" fmla="*/ 0 w 33"/>
                  <a:gd name="T3" fmla="*/ 391 h 11"/>
                  <a:gd name="T4" fmla="*/ 871 w 33"/>
                  <a:gd name="T5" fmla="*/ 391 h 11"/>
                  <a:gd name="T6" fmla="*/ 143 w 33"/>
                  <a:gd name="T7" fmla="*/ 264 h 11"/>
                  <a:gd name="T8" fmla="*/ 0 w 33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1">
                    <a:moveTo>
                      <a:pt x="0" y="0"/>
                    </a:moveTo>
                    <a:cubicBezTo>
                      <a:pt x="1" y="4"/>
                      <a:pt x="0" y="10"/>
                      <a:pt x="0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8" y="10"/>
                      <a:pt x="5" y="7"/>
                    </a:cubicBezTo>
                    <a:cubicBezTo>
                      <a:pt x="2" y="4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1" name="Freeform 1518">
                <a:extLst>
                  <a:ext uri="{FF2B5EF4-FFF2-40B4-BE49-F238E27FC236}">
                    <a16:creationId xmlns:a16="http://schemas.microsoft.com/office/drawing/2014/main" id="{77A740FD-E7DC-4F2B-BB57-7D01C0328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" y="2729"/>
                <a:ext cx="60" cy="24"/>
              </a:xfrm>
              <a:custGeom>
                <a:avLst/>
                <a:gdLst>
                  <a:gd name="T0" fmla="*/ 0 w 34"/>
                  <a:gd name="T1" fmla="*/ 126 h 13"/>
                  <a:gd name="T2" fmla="*/ 115 w 34"/>
                  <a:gd name="T3" fmla="*/ 511 h 13"/>
                  <a:gd name="T4" fmla="*/ 1027 w 34"/>
                  <a:gd name="T5" fmla="*/ 0 h 13"/>
                  <a:gd name="T6" fmla="*/ 203 w 34"/>
                  <a:gd name="T7" fmla="*/ 277 h 13"/>
                  <a:gd name="T8" fmla="*/ 0 w 34"/>
                  <a:gd name="T9" fmla="*/ 12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3">
                    <a:moveTo>
                      <a:pt x="0" y="3"/>
                    </a:moveTo>
                    <a:cubicBezTo>
                      <a:pt x="2" y="5"/>
                      <a:pt x="4" y="12"/>
                      <a:pt x="4" y="13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11" y="8"/>
                      <a:pt x="7" y="7"/>
                    </a:cubicBezTo>
                    <a:cubicBezTo>
                      <a:pt x="3" y="5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2" name="Freeform 1519">
                <a:extLst>
                  <a:ext uri="{FF2B5EF4-FFF2-40B4-BE49-F238E27FC236}">
                    <a16:creationId xmlns:a16="http://schemas.microsoft.com/office/drawing/2014/main" id="{52C3780E-3495-4C16-B6F4-D192D5260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974"/>
                <a:ext cx="54" cy="45"/>
              </a:xfrm>
              <a:custGeom>
                <a:avLst/>
                <a:gdLst>
                  <a:gd name="T0" fmla="*/ 0 w 31"/>
                  <a:gd name="T1" fmla="*/ 692 h 24"/>
                  <a:gd name="T2" fmla="*/ 221 w 31"/>
                  <a:gd name="T3" fmla="*/ 1041 h 24"/>
                  <a:gd name="T4" fmla="*/ 867 w 31"/>
                  <a:gd name="T5" fmla="*/ 0 h 24"/>
                  <a:gd name="T6" fmla="*/ 221 w 31"/>
                  <a:gd name="T7" fmla="*/ 746 h 24"/>
                  <a:gd name="T8" fmla="*/ 0 w 31"/>
                  <a:gd name="T9" fmla="*/ 69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0" y="16"/>
                    </a:moveTo>
                    <a:cubicBezTo>
                      <a:pt x="3" y="18"/>
                      <a:pt x="8" y="23"/>
                      <a:pt x="8" y="24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13" y="17"/>
                      <a:pt x="8" y="17"/>
                    </a:cubicBezTo>
                    <a:cubicBezTo>
                      <a:pt x="4" y="17"/>
                      <a:pt x="1" y="16"/>
                      <a:pt x="0" y="16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3" name="Freeform 1520">
                <a:extLst>
                  <a:ext uri="{FF2B5EF4-FFF2-40B4-BE49-F238E27FC236}">
                    <a16:creationId xmlns:a16="http://schemas.microsoft.com/office/drawing/2014/main" id="{9815C216-5492-4BE1-9B95-39737A10A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138"/>
                <a:ext cx="40" cy="56"/>
              </a:xfrm>
              <a:custGeom>
                <a:avLst/>
                <a:gdLst>
                  <a:gd name="T0" fmla="*/ 0 w 23"/>
                  <a:gd name="T1" fmla="*/ 1105 h 30"/>
                  <a:gd name="T2" fmla="*/ 273 w 23"/>
                  <a:gd name="T3" fmla="*/ 1275 h 30"/>
                  <a:gd name="T4" fmla="*/ 642 w 23"/>
                  <a:gd name="T5" fmla="*/ 0 h 30"/>
                  <a:gd name="T6" fmla="*/ 221 w 23"/>
                  <a:gd name="T7" fmla="*/ 1021 h 30"/>
                  <a:gd name="T8" fmla="*/ 0 w 23"/>
                  <a:gd name="T9" fmla="*/ 110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0">
                    <a:moveTo>
                      <a:pt x="0" y="26"/>
                    </a:moveTo>
                    <a:cubicBezTo>
                      <a:pt x="3" y="27"/>
                      <a:pt x="9" y="30"/>
                      <a:pt x="10" y="3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12" y="22"/>
                      <a:pt x="8" y="24"/>
                    </a:cubicBezTo>
                    <a:cubicBezTo>
                      <a:pt x="4" y="26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4" name="Freeform 1521">
                <a:extLst>
                  <a:ext uri="{FF2B5EF4-FFF2-40B4-BE49-F238E27FC236}">
                    <a16:creationId xmlns:a16="http://schemas.microsoft.com/office/drawing/2014/main" id="{947AB021-4214-44DA-BBC5-ABE24E82A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3192"/>
                <a:ext cx="19" cy="61"/>
              </a:xfrm>
              <a:custGeom>
                <a:avLst/>
                <a:gdLst>
                  <a:gd name="T0" fmla="*/ 0 w 11"/>
                  <a:gd name="T1" fmla="*/ 1320 h 33"/>
                  <a:gd name="T2" fmla="*/ 292 w 11"/>
                  <a:gd name="T3" fmla="*/ 1272 h 33"/>
                  <a:gd name="T4" fmla="*/ 257 w 11"/>
                  <a:gd name="T5" fmla="*/ 0 h 33"/>
                  <a:gd name="T6" fmla="*/ 149 w 11"/>
                  <a:gd name="T7" fmla="*/ 1072 h 33"/>
                  <a:gd name="T8" fmla="*/ 0 w 11"/>
                  <a:gd name="T9" fmla="*/ 132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3">
                    <a:moveTo>
                      <a:pt x="0" y="33"/>
                    </a:moveTo>
                    <a:cubicBezTo>
                      <a:pt x="3" y="32"/>
                      <a:pt x="10" y="32"/>
                      <a:pt x="11" y="3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24"/>
                      <a:pt x="6" y="27"/>
                    </a:cubicBezTo>
                    <a:cubicBezTo>
                      <a:pt x="3" y="31"/>
                      <a:pt x="0" y="32"/>
                      <a:pt x="0" y="33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5" name="Freeform 1522">
                <a:extLst>
                  <a:ext uri="{FF2B5EF4-FFF2-40B4-BE49-F238E27FC236}">
                    <a16:creationId xmlns:a16="http://schemas.microsoft.com/office/drawing/2014/main" id="{C895720C-BDB3-4AB8-A8DA-0D62D24F1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129"/>
                <a:ext cx="23" cy="65"/>
              </a:xfrm>
              <a:custGeom>
                <a:avLst/>
                <a:gdLst>
                  <a:gd name="T0" fmla="*/ 88 w 13"/>
                  <a:gd name="T1" fmla="*/ 1441 h 35"/>
                  <a:gd name="T2" fmla="*/ 403 w 13"/>
                  <a:gd name="T3" fmla="*/ 1235 h 35"/>
                  <a:gd name="T4" fmla="*/ 0 w 13"/>
                  <a:gd name="T5" fmla="*/ 0 h 35"/>
                  <a:gd name="T6" fmla="*/ 203 w 13"/>
                  <a:gd name="T7" fmla="*/ 1107 h 35"/>
                  <a:gd name="T8" fmla="*/ 88 w 13"/>
                  <a:gd name="T9" fmla="*/ 144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5">
                    <a:moveTo>
                      <a:pt x="3" y="35"/>
                    </a:moveTo>
                    <a:cubicBezTo>
                      <a:pt x="6" y="33"/>
                      <a:pt x="12" y="30"/>
                      <a:pt x="13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" y="23"/>
                      <a:pt x="7" y="27"/>
                    </a:cubicBezTo>
                    <a:cubicBezTo>
                      <a:pt x="6" y="31"/>
                      <a:pt x="3" y="34"/>
                      <a:pt x="3" y="35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6" name="Freeform 1523">
                <a:extLst>
                  <a:ext uri="{FF2B5EF4-FFF2-40B4-BE49-F238E27FC236}">
                    <a16:creationId xmlns:a16="http://schemas.microsoft.com/office/drawing/2014/main" id="{4E8784E9-5825-423D-9614-8301F10B1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019"/>
                <a:ext cx="64" cy="153"/>
              </a:xfrm>
              <a:custGeom>
                <a:avLst/>
                <a:gdLst>
                  <a:gd name="T0" fmla="*/ 746 w 37"/>
                  <a:gd name="T1" fmla="*/ 1131 h 82"/>
                  <a:gd name="T2" fmla="*/ 185 w 37"/>
                  <a:gd name="T3" fmla="*/ 0 h 82"/>
                  <a:gd name="T4" fmla="*/ 590 w 37"/>
                  <a:gd name="T5" fmla="*/ 1021 h 82"/>
                  <a:gd name="T6" fmla="*/ 431 w 37"/>
                  <a:gd name="T7" fmla="*/ 3262 h 82"/>
                  <a:gd name="T8" fmla="*/ 149 w 37"/>
                  <a:gd name="T9" fmla="*/ 3301 h 82"/>
                  <a:gd name="T10" fmla="*/ 83 w 37"/>
                  <a:gd name="T11" fmla="*/ 3317 h 82"/>
                  <a:gd name="T12" fmla="*/ 512 w 37"/>
                  <a:gd name="T13" fmla="*/ 3370 h 82"/>
                  <a:gd name="T14" fmla="*/ 746 w 37"/>
                  <a:gd name="T15" fmla="*/ 1131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82">
                    <a:moveTo>
                      <a:pt x="28" y="27"/>
                    </a:moveTo>
                    <a:cubicBezTo>
                      <a:pt x="22" y="14"/>
                      <a:pt x="16" y="5"/>
                      <a:pt x="7" y="0"/>
                    </a:cubicBezTo>
                    <a:cubicBezTo>
                      <a:pt x="14" y="5"/>
                      <a:pt x="18" y="13"/>
                      <a:pt x="22" y="24"/>
                    </a:cubicBezTo>
                    <a:cubicBezTo>
                      <a:pt x="32" y="46"/>
                      <a:pt x="30" y="71"/>
                      <a:pt x="16" y="77"/>
                    </a:cubicBezTo>
                    <a:cubicBezTo>
                      <a:pt x="13" y="78"/>
                      <a:pt x="9" y="78"/>
                      <a:pt x="6" y="78"/>
                    </a:cubicBezTo>
                    <a:cubicBezTo>
                      <a:pt x="3" y="78"/>
                      <a:pt x="0" y="77"/>
                      <a:pt x="3" y="79"/>
                    </a:cubicBezTo>
                    <a:cubicBezTo>
                      <a:pt x="8" y="81"/>
                      <a:pt x="14" y="82"/>
                      <a:pt x="19" y="80"/>
                    </a:cubicBezTo>
                    <a:cubicBezTo>
                      <a:pt x="33" y="74"/>
                      <a:pt x="37" y="50"/>
                      <a:pt x="28" y="27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7" name="Freeform 1524">
                <a:extLst>
                  <a:ext uri="{FF2B5EF4-FFF2-40B4-BE49-F238E27FC236}">
                    <a16:creationId xmlns:a16="http://schemas.microsoft.com/office/drawing/2014/main" id="{083317EA-E97B-4FBA-A450-0AA479B8B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" y="2363"/>
                <a:ext cx="82" cy="151"/>
              </a:xfrm>
              <a:custGeom>
                <a:avLst/>
                <a:gdLst>
                  <a:gd name="T0" fmla="*/ 1218 w 47"/>
                  <a:gd name="T1" fmla="*/ 1303 h 81"/>
                  <a:gd name="T2" fmla="*/ 450 w 47"/>
                  <a:gd name="T3" fmla="*/ 3156 h 81"/>
                  <a:gd name="T4" fmla="*/ 0 w 47"/>
                  <a:gd name="T5" fmla="*/ 2811 h 81"/>
                  <a:gd name="T6" fmla="*/ 564 w 47"/>
                  <a:gd name="T7" fmla="*/ 3395 h 81"/>
                  <a:gd name="T8" fmla="*/ 1321 w 47"/>
                  <a:gd name="T9" fmla="*/ 1553 h 81"/>
                  <a:gd name="T10" fmla="*/ 1047 w 47"/>
                  <a:gd name="T11" fmla="*/ 0 h 81"/>
                  <a:gd name="T12" fmla="*/ 1218 w 47"/>
                  <a:gd name="T13" fmla="*/ 1303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81">
                    <a:moveTo>
                      <a:pt x="43" y="31"/>
                    </a:moveTo>
                    <a:cubicBezTo>
                      <a:pt x="43" y="56"/>
                      <a:pt x="31" y="75"/>
                      <a:pt x="16" y="75"/>
                    </a:cubicBezTo>
                    <a:cubicBezTo>
                      <a:pt x="10" y="75"/>
                      <a:pt x="5" y="72"/>
                      <a:pt x="0" y="67"/>
                    </a:cubicBezTo>
                    <a:cubicBezTo>
                      <a:pt x="5" y="76"/>
                      <a:pt x="12" y="81"/>
                      <a:pt x="20" y="81"/>
                    </a:cubicBezTo>
                    <a:cubicBezTo>
                      <a:pt x="35" y="81"/>
                      <a:pt x="47" y="61"/>
                      <a:pt x="47" y="37"/>
                    </a:cubicBezTo>
                    <a:cubicBezTo>
                      <a:pt x="47" y="22"/>
                      <a:pt x="44" y="8"/>
                      <a:pt x="37" y="0"/>
                    </a:cubicBezTo>
                    <a:cubicBezTo>
                      <a:pt x="41" y="8"/>
                      <a:pt x="43" y="20"/>
                      <a:pt x="43" y="31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8" name="Freeform 1525">
                <a:extLst>
                  <a:ext uri="{FF2B5EF4-FFF2-40B4-BE49-F238E27FC236}">
                    <a16:creationId xmlns:a16="http://schemas.microsoft.com/office/drawing/2014/main" id="{92E64943-0DAE-4B37-8D9B-AEBC4701A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" y="2341"/>
                <a:ext cx="75" cy="147"/>
              </a:xfrm>
              <a:custGeom>
                <a:avLst/>
                <a:gdLst>
                  <a:gd name="T0" fmla="*/ 0 w 43"/>
                  <a:gd name="T1" fmla="*/ 1870 h 79"/>
                  <a:gd name="T2" fmla="*/ 258 w 43"/>
                  <a:gd name="T3" fmla="*/ 3286 h 79"/>
                  <a:gd name="T4" fmla="*/ 197 w 43"/>
                  <a:gd name="T5" fmla="*/ 2023 h 79"/>
                  <a:gd name="T6" fmla="*/ 535 w 43"/>
                  <a:gd name="T7" fmla="*/ 443 h 79"/>
                  <a:gd name="T8" fmla="*/ 1210 w 43"/>
                  <a:gd name="T9" fmla="*/ 290 h 79"/>
                  <a:gd name="T10" fmla="*/ 822 w 43"/>
                  <a:gd name="T11" fmla="*/ 0 h 79"/>
                  <a:gd name="T12" fmla="*/ 0 w 43"/>
                  <a:gd name="T13" fmla="*/ 187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79">
                    <a:moveTo>
                      <a:pt x="0" y="45"/>
                    </a:moveTo>
                    <a:cubicBezTo>
                      <a:pt x="0" y="59"/>
                      <a:pt x="2" y="70"/>
                      <a:pt x="9" y="79"/>
                    </a:cubicBezTo>
                    <a:cubicBezTo>
                      <a:pt x="6" y="71"/>
                      <a:pt x="6" y="61"/>
                      <a:pt x="7" y="49"/>
                    </a:cubicBezTo>
                    <a:cubicBezTo>
                      <a:pt x="8" y="34"/>
                      <a:pt x="14" y="19"/>
                      <a:pt x="19" y="11"/>
                    </a:cubicBezTo>
                    <a:cubicBezTo>
                      <a:pt x="23" y="7"/>
                      <a:pt x="33" y="3"/>
                      <a:pt x="43" y="7"/>
                    </a:cubicBezTo>
                    <a:cubicBezTo>
                      <a:pt x="39" y="3"/>
                      <a:pt x="34" y="0"/>
                      <a:pt x="29" y="0"/>
                    </a:cubicBezTo>
                    <a:cubicBezTo>
                      <a:pt x="13" y="0"/>
                      <a:pt x="0" y="20"/>
                      <a:pt x="0" y="45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9" name="Freeform 1526">
                <a:extLst>
                  <a:ext uri="{FF2B5EF4-FFF2-40B4-BE49-F238E27FC236}">
                    <a16:creationId xmlns:a16="http://schemas.microsoft.com/office/drawing/2014/main" id="{55613881-82AB-405E-A541-6FABEF612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" y="2380"/>
                <a:ext cx="19" cy="18"/>
              </a:xfrm>
              <a:custGeom>
                <a:avLst/>
                <a:gdLst>
                  <a:gd name="T0" fmla="*/ 83 w 11"/>
                  <a:gd name="T1" fmla="*/ 41 h 10"/>
                  <a:gd name="T2" fmla="*/ 257 w 11"/>
                  <a:gd name="T3" fmla="*/ 94 h 10"/>
                  <a:gd name="T4" fmla="*/ 212 w 11"/>
                  <a:gd name="T5" fmla="*/ 304 h 10"/>
                  <a:gd name="T6" fmla="*/ 48 w 11"/>
                  <a:gd name="T7" fmla="*/ 239 h 10"/>
                  <a:gd name="T8" fmla="*/ 83 w 11"/>
                  <a:gd name="T9" fmla="*/ 4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3" y="1"/>
                    </a:moveTo>
                    <a:cubicBezTo>
                      <a:pt x="6" y="0"/>
                      <a:pt x="8" y="0"/>
                      <a:pt x="10" y="3"/>
                    </a:cubicBezTo>
                    <a:cubicBezTo>
                      <a:pt x="11" y="5"/>
                      <a:pt x="10" y="8"/>
                      <a:pt x="8" y="9"/>
                    </a:cubicBezTo>
                    <a:cubicBezTo>
                      <a:pt x="6" y="10"/>
                      <a:pt x="3" y="9"/>
                      <a:pt x="2" y="7"/>
                    </a:cubicBezTo>
                    <a:cubicBezTo>
                      <a:pt x="0" y="5"/>
                      <a:pt x="1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0" name="Freeform 1527">
                <a:extLst>
                  <a:ext uri="{FF2B5EF4-FFF2-40B4-BE49-F238E27FC236}">
                    <a16:creationId xmlns:a16="http://schemas.microsoft.com/office/drawing/2014/main" id="{8D261983-05B1-49ED-9F01-92C72014C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" y="2367"/>
                <a:ext cx="9" cy="9"/>
              </a:xfrm>
              <a:custGeom>
                <a:avLst/>
                <a:gdLst>
                  <a:gd name="T0" fmla="*/ 41 w 5"/>
                  <a:gd name="T1" fmla="*/ 0 h 5"/>
                  <a:gd name="T2" fmla="*/ 169 w 5"/>
                  <a:gd name="T3" fmla="*/ 41 h 5"/>
                  <a:gd name="T4" fmla="*/ 133 w 5"/>
                  <a:gd name="T5" fmla="*/ 169 h 5"/>
                  <a:gd name="T6" fmla="*/ 41 w 5"/>
                  <a:gd name="T7" fmla="*/ 133 h 5"/>
                  <a:gd name="T8" fmla="*/ 41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" name="Freeform 1528">
                <a:extLst>
                  <a:ext uri="{FF2B5EF4-FFF2-40B4-BE49-F238E27FC236}">
                    <a16:creationId xmlns:a16="http://schemas.microsoft.com/office/drawing/2014/main" id="{A69C1B44-5157-4EB0-BE90-16B71F3FC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" y="2402"/>
                <a:ext cx="8" cy="11"/>
              </a:xfrm>
              <a:custGeom>
                <a:avLst/>
                <a:gdLst>
                  <a:gd name="T0" fmla="*/ 21 w 5"/>
                  <a:gd name="T1" fmla="*/ 44 h 6"/>
                  <a:gd name="T2" fmla="*/ 67 w 5"/>
                  <a:gd name="T3" fmla="*/ 81 h 6"/>
                  <a:gd name="T4" fmla="*/ 67 w 5"/>
                  <a:gd name="T5" fmla="*/ 193 h 6"/>
                  <a:gd name="T6" fmla="*/ 0 w 5"/>
                  <a:gd name="T7" fmla="*/ 149 h 6"/>
                  <a:gd name="T8" fmla="*/ 21 w 5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3"/>
                      <a:pt x="5" y="5"/>
                      <a:pt x="4" y="5"/>
                    </a:cubicBez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" name="Freeform 1529">
                <a:extLst>
                  <a:ext uri="{FF2B5EF4-FFF2-40B4-BE49-F238E27FC236}">
                    <a16:creationId xmlns:a16="http://schemas.microsoft.com/office/drawing/2014/main" id="{5413F3AF-8291-4E81-AFB3-2119F5DCA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" y="2042"/>
                <a:ext cx="110" cy="137"/>
              </a:xfrm>
              <a:custGeom>
                <a:avLst/>
                <a:gdLst>
                  <a:gd name="T0" fmla="*/ 1507 w 63"/>
                  <a:gd name="T1" fmla="*/ 1244 h 74"/>
                  <a:gd name="T2" fmla="*/ 307 w 63"/>
                  <a:gd name="T3" fmla="*/ 2455 h 74"/>
                  <a:gd name="T4" fmla="*/ 0 w 63"/>
                  <a:gd name="T5" fmla="*/ 1937 h 74"/>
                  <a:gd name="T6" fmla="*/ 372 w 63"/>
                  <a:gd name="T7" fmla="*/ 2734 h 74"/>
                  <a:gd name="T8" fmla="*/ 1561 w 63"/>
                  <a:gd name="T9" fmla="*/ 1529 h 74"/>
                  <a:gd name="T10" fmla="*/ 1704 w 63"/>
                  <a:gd name="T11" fmla="*/ 0 h 74"/>
                  <a:gd name="T12" fmla="*/ 1507 w 63"/>
                  <a:gd name="T13" fmla="*/ 1244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74">
                    <a:moveTo>
                      <a:pt x="53" y="31"/>
                    </a:moveTo>
                    <a:cubicBezTo>
                      <a:pt x="44" y="54"/>
                      <a:pt x="25" y="67"/>
                      <a:pt x="11" y="61"/>
                    </a:cubicBezTo>
                    <a:cubicBezTo>
                      <a:pt x="6" y="59"/>
                      <a:pt x="2" y="54"/>
                      <a:pt x="0" y="48"/>
                    </a:cubicBezTo>
                    <a:cubicBezTo>
                      <a:pt x="2" y="58"/>
                      <a:pt x="6" y="65"/>
                      <a:pt x="13" y="68"/>
                    </a:cubicBezTo>
                    <a:cubicBezTo>
                      <a:pt x="27" y="74"/>
                      <a:pt x="46" y="61"/>
                      <a:pt x="55" y="38"/>
                    </a:cubicBezTo>
                    <a:cubicBezTo>
                      <a:pt x="61" y="25"/>
                      <a:pt x="63" y="10"/>
                      <a:pt x="60" y="0"/>
                    </a:cubicBezTo>
                    <a:cubicBezTo>
                      <a:pt x="61" y="9"/>
                      <a:pt x="58" y="21"/>
                      <a:pt x="53" y="31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" name="Freeform 1530">
                <a:extLst>
                  <a:ext uri="{FF2B5EF4-FFF2-40B4-BE49-F238E27FC236}">
                    <a16:creationId xmlns:a16="http://schemas.microsoft.com/office/drawing/2014/main" id="{2AFECB92-E95A-43C6-AA0D-CCF731B77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" y="1999"/>
                <a:ext cx="108" cy="130"/>
              </a:xfrm>
              <a:custGeom>
                <a:avLst/>
                <a:gdLst>
                  <a:gd name="T0" fmla="*/ 221 w 62"/>
                  <a:gd name="T1" fmla="*/ 1473 h 70"/>
                  <a:gd name="T2" fmla="*/ 85 w 62"/>
                  <a:gd name="T3" fmla="*/ 2869 h 70"/>
                  <a:gd name="T4" fmla="*/ 371 w 62"/>
                  <a:gd name="T5" fmla="*/ 1725 h 70"/>
                  <a:gd name="T6" fmla="*/ 1056 w 62"/>
                  <a:gd name="T7" fmla="*/ 487 h 70"/>
                  <a:gd name="T8" fmla="*/ 1730 w 62"/>
                  <a:gd name="T9" fmla="*/ 704 h 70"/>
                  <a:gd name="T10" fmla="*/ 1427 w 62"/>
                  <a:gd name="T11" fmla="*/ 204 h 70"/>
                  <a:gd name="T12" fmla="*/ 221 w 62"/>
                  <a:gd name="T13" fmla="*/ 1473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70">
                    <a:moveTo>
                      <a:pt x="8" y="36"/>
                    </a:moveTo>
                    <a:cubicBezTo>
                      <a:pt x="2" y="49"/>
                      <a:pt x="0" y="60"/>
                      <a:pt x="3" y="70"/>
                    </a:cubicBezTo>
                    <a:cubicBezTo>
                      <a:pt x="4" y="62"/>
                      <a:pt x="7" y="53"/>
                      <a:pt x="13" y="42"/>
                    </a:cubicBezTo>
                    <a:cubicBezTo>
                      <a:pt x="19" y="28"/>
                      <a:pt x="30" y="17"/>
                      <a:pt x="38" y="12"/>
                    </a:cubicBezTo>
                    <a:cubicBezTo>
                      <a:pt x="43" y="9"/>
                      <a:pt x="54" y="9"/>
                      <a:pt x="62" y="17"/>
                    </a:cubicBezTo>
                    <a:cubicBezTo>
                      <a:pt x="59" y="12"/>
                      <a:pt x="56" y="7"/>
                      <a:pt x="51" y="5"/>
                    </a:cubicBezTo>
                    <a:cubicBezTo>
                      <a:pt x="37" y="0"/>
                      <a:pt x="17" y="13"/>
                      <a:pt x="8" y="36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" name="Freeform 1531">
                <a:extLst>
                  <a:ext uri="{FF2B5EF4-FFF2-40B4-BE49-F238E27FC236}">
                    <a16:creationId xmlns:a16="http://schemas.microsoft.com/office/drawing/2014/main" id="{C224ACCD-0FAD-4EBA-98B6-F126F5B08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" y="2030"/>
                <a:ext cx="18" cy="19"/>
              </a:xfrm>
              <a:custGeom>
                <a:avLst/>
                <a:gdLst>
                  <a:gd name="T0" fmla="*/ 133 w 10"/>
                  <a:gd name="T1" fmla="*/ 0 h 10"/>
                  <a:gd name="T2" fmla="*/ 304 w 10"/>
                  <a:gd name="T3" fmla="*/ 200 h 10"/>
                  <a:gd name="T4" fmla="*/ 211 w 10"/>
                  <a:gd name="T5" fmla="*/ 418 h 10"/>
                  <a:gd name="T6" fmla="*/ 0 w 10"/>
                  <a:gd name="T7" fmla="*/ 245 h 10"/>
                  <a:gd name="T8" fmla="*/ 133 w 10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cubicBezTo>
                      <a:pt x="7" y="0"/>
                      <a:pt x="9" y="2"/>
                      <a:pt x="9" y="4"/>
                    </a:cubicBezTo>
                    <a:cubicBezTo>
                      <a:pt x="10" y="7"/>
                      <a:pt x="8" y="9"/>
                      <a:pt x="6" y="9"/>
                    </a:cubicBezTo>
                    <a:cubicBezTo>
                      <a:pt x="3" y="10"/>
                      <a:pt x="1" y="8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" name="Freeform 1532">
                <a:extLst>
                  <a:ext uri="{FF2B5EF4-FFF2-40B4-BE49-F238E27FC236}">
                    <a16:creationId xmlns:a16="http://schemas.microsoft.com/office/drawing/2014/main" id="{1A20B003-BE83-4FE7-A503-4D502CE15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2021"/>
                <a:ext cx="8" cy="9"/>
              </a:xfrm>
              <a:custGeom>
                <a:avLst/>
                <a:gdLst>
                  <a:gd name="T0" fmla="*/ 34 w 5"/>
                  <a:gd name="T1" fmla="*/ 41 h 5"/>
                  <a:gd name="T2" fmla="*/ 67 w 5"/>
                  <a:gd name="T3" fmla="*/ 94 h 5"/>
                  <a:gd name="T4" fmla="*/ 34 w 5"/>
                  <a:gd name="T5" fmla="*/ 169 h 5"/>
                  <a:gd name="T6" fmla="*/ 0 w 5"/>
                  <a:gd name="T7" fmla="*/ 94 h 5"/>
                  <a:gd name="T8" fmla="*/ 34 w 5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1"/>
                      <a:pt x="4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" name="Freeform 1533">
                <a:extLst>
                  <a:ext uri="{FF2B5EF4-FFF2-40B4-BE49-F238E27FC236}">
                    <a16:creationId xmlns:a16="http://schemas.microsoft.com/office/drawing/2014/main" id="{A08D3076-7466-4BBF-AEE7-1D03242FD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" y="2051"/>
                <a:ext cx="9" cy="9"/>
              </a:xfrm>
              <a:custGeom>
                <a:avLst/>
                <a:gdLst>
                  <a:gd name="T0" fmla="*/ 74 w 5"/>
                  <a:gd name="T1" fmla="*/ 0 h 5"/>
                  <a:gd name="T2" fmla="*/ 169 w 5"/>
                  <a:gd name="T3" fmla="*/ 74 h 5"/>
                  <a:gd name="T4" fmla="*/ 94 w 5"/>
                  <a:gd name="T5" fmla="*/ 169 h 5"/>
                  <a:gd name="T6" fmla="*/ 0 w 5"/>
                  <a:gd name="T7" fmla="*/ 94 h 5"/>
                  <a:gd name="T8" fmla="*/ 74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" name="Freeform 1534">
                <a:extLst>
                  <a:ext uri="{FF2B5EF4-FFF2-40B4-BE49-F238E27FC236}">
                    <a16:creationId xmlns:a16="http://schemas.microsoft.com/office/drawing/2014/main" id="{1183E3A0-2015-430C-9EEF-6F5B30EDA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2694"/>
                <a:ext cx="73" cy="156"/>
              </a:xfrm>
              <a:custGeom>
                <a:avLst/>
                <a:gdLst>
                  <a:gd name="T0" fmla="*/ 713 w 42"/>
                  <a:gd name="T1" fmla="*/ 1055 h 84"/>
                  <a:gd name="T2" fmla="*/ 492 w 42"/>
                  <a:gd name="T3" fmla="*/ 3163 h 84"/>
                  <a:gd name="T4" fmla="*/ 0 w 42"/>
                  <a:gd name="T5" fmla="*/ 3118 h 84"/>
                  <a:gd name="T6" fmla="*/ 667 w 42"/>
                  <a:gd name="T7" fmla="*/ 3319 h 84"/>
                  <a:gd name="T8" fmla="*/ 888 w 42"/>
                  <a:gd name="T9" fmla="*/ 1235 h 84"/>
                  <a:gd name="T10" fmla="*/ 221 w 42"/>
                  <a:gd name="T11" fmla="*/ 0 h 84"/>
                  <a:gd name="T12" fmla="*/ 713 w 42"/>
                  <a:gd name="T13" fmla="*/ 1055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84">
                    <a:moveTo>
                      <a:pt x="26" y="26"/>
                    </a:moveTo>
                    <a:cubicBezTo>
                      <a:pt x="35" y="49"/>
                      <a:pt x="32" y="72"/>
                      <a:pt x="18" y="77"/>
                    </a:cubicBezTo>
                    <a:cubicBezTo>
                      <a:pt x="13" y="79"/>
                      <a:pt x="6" y="79"/>
                      <a:pt x="0" y="76"/>
                    </a:cubicBezTo>
                    <a:cubicBezTo>
                      <a:pt x="8" y="82"/>
                      <a:pt x="17" y="84"/>
                      <a:pt x="24" y="81"/>
                    </a:cubicBezTo>
                    <a:cubicBezTo>
                      <a:pt x="38" y="75"/>
                      <a:pt x="42" y="52"/>
                      <a:pt x="32" y="30"/>
                    </a:cubicBezTo>
                    <a:cubicBezTo>
                      <a:pt x="27" y="16"/>
                      <a:pt x="18" y="4"/>
                      <a:pt x="8" y="0"/>
                    </a:cubicBezTo>
                    <a:cubicBezTo>
                      <a:pt x="16" y="5"/>
                      <a:pt x="22" y="16"/>
                      <a:pt x="26" y="26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" name="Freeform 1535">
                <a:extLst>
                  <a:ext uri="{FF2B5EF4-FFF2-40B4-BE49-F238E27FC236}">
                    <a16:creationId xmlns:a16="http://schemas.microsoft.com/office/drawing/2014/main" id="{B02CCD0B-CBCF-4ED3-90AE-E82185B4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" y="2681"/>
                <a:ext cx="59" cy="154"/>
              </a:xfrm>
              <a:custGeom>
                <a:avLst/>
                <a:gdLst>
                  <a:gd name="T0" fmla="*/ 257 w 34"/>
                  <a:gd name="T1" fmla="*/ 2241 h 83"/>
                  <a:gd name="T2" fmla="*/ 816 w 34"/>
                  <a:gd name="T3" fmla="*/ 3392 h 83"/>
                  <a:gd name="T4" fmla="*/ 470 w 34"/>
                  <a:gd name="T5" fmla="*/ 2286 h 83"/>
                  <a:gd name="T6" fmla="*/ 382 w 34"/>
                  <a:gd name="T7" fmla="*/ 664 h 83"/>
                  <a:gd name="T8" fmla="*/ 925 w 34"/>
                  <a:gd name="T9" fmla="*/ 128 h 83"/>
                  <a:gd name="T10" fmla="*/ 491 w 34"/>
                  <a:gd name="T11" fmla="*/ 83 h 83"/>
                  <a:gd name="T12" fmla="*/ 257 w 34"/>
                  <a:gd name="T13" fmla="*/ 2241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83">
                    <a:moveTo>
                      <a:pt x="9" y="55"/>
                    </a:moveTo>
                    <a:cubicBezTo>
                      <a:pt x="14" y="68"/>
                      <a:pt x="21" y="78"/>
                      <a:pt x="30" y="83"/>
                    </a:cubicBezTo>
                    <a:cubicBezTo>
                      <a:pt x="24" y="76"/>
                      <a:pt x="21" y="67"/>
                      <a:pt x="17" y="56"/>
                    </a:cubicBezTo>
                    <a:cubicBezTo>
                      <a:pt x="12" y="41"/>
                      <a:pt x="11" y="25"/>
                      <a:pt x="14" y="16"/>
                    </a:cubicBezTo>
                    <a:cubicBezTo>
                      <a:pt x="15" y="11"/>
                      <a:pt x="23" y="3"/>
                      <a:pt x="34" y="3"/>
                    </a:cubicBezTo>
                    <a:cubicBezTo>
                      <a:pt x="28" y="1"/>
                      <a:pt x="23" y="0"/>
                      <a:pt x="18" y="2"/>
                    </a:cubicBezTo>
                    <a:cubicBezTo>
                      <a:pt x="4" y="8"/>
                      <a:pt x="0" y="32"/>
                      <a:pt x="9" y="55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" name="Freeform 1536">
                <a:extLst>
                  <a:ext uri="{FF2B5EF4-FFF2-40B4-BE49-F238E27FC236}">
                    <a16:creationId xmlns:a16="http://schemas.microsoft.com/office/drawing/2014/main" id="{D73C0438-3B7C-4AE3-B749-BE11072FB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" y="2735"/>
                <a:ext cx="19" cy="18"/>
              </a:xfrm>
              <a:custGeom>
                <a:avLst/>
                <a:gdLst>
                  <a:gd name="T0" fmla="*/ 48 w 11"/>
                  <a:gd name="T1" fmla="*/ 74 h 10"/>
                  <a:gd name="T2" fmla="*/ 212 w 11"/>
                  <a:gd name="T3" fmla="*/ 41 h 10"/>
                  <a:gd name="T4" fmla="*/ 247 w 11"/>
                  <a:gd name="T5" fmla="*/ 263 h 10"/>
                  <a:gd name="T6" fmla="*/ 83 w 11"/>
                  <a:gd name="T7" fmla="*/ 304 h 10"/>
                  <a:gd name="T8" fmla="*/ 48 w 11"/>
                  <a:gd name="T9" fmla="*/ 7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2" y="2"/>
                    </a:moveTo>
                    <a:cubicBezTo>
                      <a:pt x="3" y="0"/>
                      <a:pt x="6" y="0"/>
                      <a:pt x="8" y="1"/>
                    </a:cubicBezTo>
                    <a:cubicBezTo>
                      <a:pt x="10" y="3"/>
                      <a:pt x="11" y="6"/>
                      <a:pt x="9" y="8"/>
                    </a:cubicBezTo>
                    <a:cubicBezTo>
                      <a:pt x="8" y="10"/>
                      <a:pt x="5" y="10"/>
                      <a:pt x="3" y="9"/>
                    </a:cubicBezTo>
                    <a:cubicBezTo>
                      <a:pt x="1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" name="Freeform 1537">
                <a:extLst>
                  <a:ext uri="{FF2B5EF4-FFF2-40B4-BE49-F238E27FC236}">
                    <a16:creationId xmlns:a16="http://schemas.microsoft.com/office/drawing/2014/main" id="{B17EB4C4-E5AB-4C3C-A046-C11F9CB96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" y="2720"/>
                <a:ext cx="8" cy="9"/>
              </a:xfrm>
              <a:custGeom>
                <a:avLst/>
                <a:gdLst>
                  <a:gd name="T0" fmla="*/ 0 w 5"/>
                  <a:gd name="T1" fmla="*/ 41 h 5"/>
                  <a:gd name="T2" fmla="*/ 67 w 5"/>
                  <a:gd name="T3" fmla="*/ 0 h 5"/>
                  <a:gd name="T4" fmla="*/ 67 w 5"/>
                  <a:gd name="T5" fmla="*/ 133 h 5"/>
                  <a:gd name="T6" fmla="*/ 21 w 5"/>
                  <a:gd name="T7" fmla="*/ 133 h 5"/>
                  <a:gd name="T8" fmla="*/ 0 w 5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" name="Freeform 1538">
                <a:extLst>
                  <a:ext uri="{FF2B5EF4-FFF2-40B4-BE49-F238E27FC236}">
                    <a16:creationId xmlns:a16="http://schemas.microsoft.com/office/drawing/2014/main" id="{53F69F19-7540-4894-9D27-C8F492508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" y="2757"/>
                <a:ext cx="11" cy="11"/>
              </a:xfrm>
              <a:custGeom>
                <a:avLst/>
                <a:gdLst>
                  <a:gd name="T0" fmla="*/ 44 w 6"/>
                  <a:gd name="T1" fmla="*/ 44 h 6"/>
                  <a:gd name="T2" fmla="*/ 193 w 6"/>
                  <a:gd name="T3" fmla="*/ 44 h 6"/>
                  <a:gd name="T4" fmla="*/ 193 w 6"/>
                  <a:gd name="T5" fmla="*/ 149 h 6"/>
                  <a:gd name="T6" fmla="*/ 81 w 6"/>
                  <a:gd name="T7" fmla="*/ 193 h 6"/>
                  <a:gd name="T8" fmla="*/ 44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" name="Freeform 1539">
                <a:extLst>
                  <a:ext uri="{FF2B5EF4-FFF2-40B4-BE49-F238E27FC236}">
                    <a16:creationId xmlns:a16="http://schemas.microsoft.com/office/drawing/2014/main" id="{386C6F4D-7977-4339-9727-C73B1A017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3240"/>
                <a:ext cx="139" cy="73"/>
              </a:xfrm>
              <a:custGeom>
                <a:avLst/>
                <a:gdLst>
                  <a:gd name="T0" fmla="*/ 2125 w 80"/>
                  <a:gd name="T1" fmla="*/ 945 h 39"/>
                  <a:gd name="T2" fmla="*/ 2042 w 80"/>
                  <a:gd name="T3" fmla="*/ 0 h 39"/>
                  <a:gd name="T4" fmla="*/ 2042 w 80"/>
                  <a:gd name="T5" fmla="*/ 638 h 39"/>
                  <a:gd name="T6" fmla="*/ 556 w 80"/>
                  <a:gd name="T7" fmla="*/ 1029 h 39"/>
                  <a:gd name="T8" fmla="*/ 0 w 80"/>
                  <a:gd name="T9" fmla="*/ 505 h 39"/>
                  <a:gd name="T10" fmla="*/ 712 w 80"/>
                  <a:gd name="T11" fmla="*/ 1293 h 39"/>
                  <a:gd name="T12" fmla="*/ 2125 w 80"/>
                  <a:gd name="T13" fmla="*/ 945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9">
                    <a:moveTo>
                      <a:pt x="77" y="22"/>
                    </a:moveTo>
                    <a:cubicBezTo>
                      <a:pt x="80" y="15"/>
                      <a:pt x="79" y="7"/>
                      <a:pt x="74" y="0"/>
                    </a:cubicBezTo>
                    <a:cubicBezTo>
                      <a:pt x="76" y="5"/>
                      <a:pt x="76" y="11"/>
                      <a:pt x="74" y="15"/>
                    </a:cubicBezTo>
                    <a:cubicBezTo>
                      <a:pt x="68" y="30"/>
                      <a:pt x="44" y="34"/>
                      <a:pt x="20" y="24"/>
                    </a:cubicBezTo>
                    <a:cubicBezTo>
                      <a:pt x="13" y="21"/>
                      <a:pt x="5" y="17"/>
                      <a:pt x="0" y="12"/>
                    </a:cubicBezTo>
                    <a:cubicBezTo>
                      <a:pt x="5" y="19"/>
                      <a:pt x="15" y="26"/>
                      <a:pt x="26" y="30"/>
                    </a:cubicBezTo>
                    <a:cubicBezTo>
                      <a:pt x="48" y="39"/>
                      <a:pt x="71" y="36"/>
                      <a:pt x="77" y="22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" name="Freeform 1540">
                <a:extLst>
                  <a:ext uri="{FF2B5EF4-FFF2-40B4-BE49-F238E27FC236}">
                    <a16:creationId xmlns:a16="http://schemas.microsoft.com/office/drawing/2014/main" id="{48EFA29D-9B9A-4777-B701-B1282EF21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3181"/>
                <a:ext cx="143" cy="72"/>
              </a:xfrm>
              <a:custGeom>
                <a:avLst/>
                <a:gdLst>
                  <a:gd name="T0" fmla="*/ 197 w 82"/>
                  <a:gd name="T1" fmla="*/ 1071 h 39"/>
                  <a:gd name="T2" fmla="*/ 1692 w 82"/>
                  <a:gd name="T3" fmla="*/ 604 h 39"/>
                  <a:gd name="T4" fmla="*/ 2260 w 82"/>
                  <a:gd name="T5" fmla="*/ 1032 h 39"/>
                  <a:gd name="T6" fmla="*/ 2260 w 82"/>
                  <a:gd name="T7" fmla="*/ 1032 h 39"/>
                  <a:gd name="T8" fmla="*/ 2227 w 82"/>
                  <a:gd name="T9" fmla="*/ 988 h 39"/>
                  <a:gd name="T10" fmla="*/ 1582 w 82"/>
                  <a:gd name="T11" fmla="*/ 358 h 39"/>
                  <a:gd name="T12" fmla="*/ 85 w 82"/>
                  <a:gd name="T13" fmla="*/ 713 h 39"/>
                  <a:gd name="T14" fmla="*/ 159 w 82"/>
                  <a:gd name="T15" fmla="*/ 1547 h 39"/>
                  <a:gd name="T16" fmla="*/ 197 w 82"/>
                  <a:gd name="T17" fmla="*/ 1071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39">
                    <a:moveTo>
                      <a:pt x="7" y="27"/>
                    </a:moveTo>
                    <a:cubicBezTo>
                      <a:pt x="13" y="12"/>
                      <a:pt x="37" y="6"/>
                      <a:pt x="60" y="15"/>
                    </a:cubicBezTo>
                    <a:cubicBezTo>
                      <a:pt x="67" y="18"/>
                      <a:pt x="75" y="22"/>
                      <a:pt x="80" y="26"/>
                    </a:cubicBezTo>
                    <a:cubicBezTo>
                      <a:pt x="81" y="27"/>
                      <a:pt x="82" y="29"/>
                      <a:pt x="80" y="26"/>
                    </a:cubicBezTo>
                    <a:cubicBezTo>
                      <a:pt x="80" y="26"/>
                      <a:pt x="79" y="25"/>
                      <a:pt x="79" y="25"/>
                    </a:cubicBezTo>
                    <a:cubicBezTo>
                      <a:pt x="73" y="19"/>
                      <a:pt x="65" y="13"/>
                      <a:pt x="56" y="9"/>
                    </a:cubicBezTo>
                    <a:cubicBezTo>
                      <a:pt x="33" y="0"/>
                      <a:pt x="9" y="3"/>
                      <a:pt x="3" y="18"/>
                    </a:cubicBezTo>
                    <a:cubicBezTo>
                      <a:pt x="0" y="25"/>
                      <a:pt x="1" y="32"/>
                      <a:pt x="6" y="39"/>
                    </a:cubicBezTo>
                    <a:cubicBezTo>
                      <a:pt x="5" y="35"/>
                      <a:pt x="5" y="31"/>
                      <a:pt x="7" y="27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" name="Freeform 1541">
                <a:extLst>
                  <a:ext uri="{FF2B5EF4-FFF2-40B4-BE49-F238E27FC236}">
                    <a16:creationId xmlns:a16="http://schemas.microsoft.com/office/drawing/2014/main" id="{764FB6F1-F7FE-4CEE-A067-413DB679F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3196"/>
                <a:ext cx="21" cy="20"/>
              </a:xfrm>
              <a:custGeom>
                <a:avLst/>
                <a:gdLst>
                  <a:gd name="T0" fmla="*/ 86 w 12"/>
                  <a:gd name="T1" fmla="*/ 80 h 11"/>
                  <a:gd name="T2" fmla="*/ 301 w 12"/>
                  <a:gd name="T3" fmla="*/ 80 h 11"/>
                  <a:gd name="T4" fmla="*/ 301 w 12"/>
                  <a:gd name="T5" fmla="*/ 318 h 11"/>
                  <a:gd name="T6" fmla="*/ 86 w 12"/>
                  <a:gd name="T7" fmla="*/ 318 h 11"/>
                  <a:gd name="T8" fmla="*/ 86 w 12"/>
                  <a:gd name="T9" fmla="*/ 8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3" y="2"/>
                    </a:moveTo>
                    <a:cubicBezTo>
                      <a:pt x="5" y="0"/>
                      <a:pt x="8" y="0"/>
                      <a:pt x="10" y="2"/>
                    </a:cubicBezTo>
                    <a:cubicBezTo>
                      <a:pt x="12" y="4"/>
                      <a:pt x="12" y="7"/>
                      <a:pt x="10" y="9"/>
                    </a:cubicBezTo>
                    <a:cubicBezTo>
                      <a:pt x="8" y="11"/>
                      <a:pt x="5" y="11"/>
                      <a:pt x="3" y="9"/>
                    </a:cubicBezTo>
                    <a:cubicBezTo>
                      <a:pt x="0" y="7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" name="Freeform 1542">
                <a:extLst>
                  <a:ext uri="{FF2B5EF4-FFF2-40B4-BE49-F238E27FC236}">
                    <a16:creationId xmlns:a16="http://schemas.microsoft.com/office/drawing/2014/main" id="{F5E846BA-30B3-441A-9186-0B9CA8AC0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3197"/>
                <a:ext cx="14" cy="17"/>
              </a:xfrm>
              <a:custGeom>
                <a:avLst/>
                <a:gdLst>
                  <a:gd name="T0" fmla="*/ 65 w 8"/>
                  <a:gd name="T1" fmla="*/ 100 h 9"/>
                  <a:gd name="T2" fmla="*/ 200 w 8"/>
                  <a:gd name="T3" fmla="*/ 100 h 9"/>
                  <a:gd name="T4" fmla="*/ 200 w 8"/>
                  <a:gd name="T5" fmla="*/ 317 h 9"/>
                  <a:gd name="T6" fmla="*/ 65 w 8"/>
                  <a:gd name="T7" fmla="*/ 317 h 9"/>
                  <a:gd name="T8" fmla="*/ 65 w 8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3"/>
                      <a:pt x="8" y="6"/>
                      <a:pt x="7" y="7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" name="Freeform 1543">
                <a:extLst>
                  <a:ext uri="{FF2B5EF4-FFF2-40B4-BE49-F238E27FC236}">
                    <a16:creationId xmlns:a16="http://schemas.microsoft.com/office/drawing/2014/main" id="{A7CBA687-F5D8-4DDB-8B34-ADF58C535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3209"/>
                <a:ext cx="11" cy="9"/>
              </a:xfrm>
              <a:custGeom>
                <a:avLst/>
                <a:gdLst>
                  <a:gd name="T0" fmla="*/ 44 w 6"/>
                  <a:gd name="T1" fmla="*/ 41 h 5"/>
                  <a:gd name="T2" fmla="*/ 193 w 6"/>
                  <a:gd name="T3" fmla="*/ 41 h 5"/>
                  <a:gd name="T4" fmla="*/ 193 w 6"/>
                  <a:gd name="T5" fmla="*/ 133 h 5"/>
                  <a:gd name="T6" fmla="*/ 44 w 6"/>
                  <a:gd name="T7" fmla="*/ 133 h 5"/>
                  <a:gd name="T8" fmla="*/ 44 w 6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" name="Freeform 1544">
                <a:extLst>
                  <a:ext uri="{FF2B5EF4-FFF2-40B4-BE49-F238E27FC236}">
                    <a16:creationId xmlns:a16="http://schemas.microsoft.com/office/drawing/2014/main" id="{6D2E05B9-E80C-4E3C-B86F-2EBCDAC63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963"/>
                <a:ext cx="36" cy="24"/>
              </a:xfrm>
              <a:custGeom>
                <a:avLst/>
                <a:gdLst>
                  <a:gd name="T0" fmla="*/ 0 w 21"/>
                  <a:gd name="T1" fmla="*/ 277 h 13"/>
                  <a:gd name="T2" fmla="*/ 206 w 21"/>
                  <a:gd name="T3" fmla="*/ 0 h 13"/>
                  <a:gd name="T4" fmla="*/ 535 w 21"/>
                  <a:gd name="T5" fmla="*/ 511 h 13"/>
                  <a:gd name="T6" fmla="*/ 0 w 21"/>
                  <a:gd name="T7" fmla="*/ 27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0" y="7"/>
                    </a:moveTo>
                    <a:cubicBezTo>
                      <a:pt x="3" y="5"/>
                      <a:pt x="8" y="0"/>
                      <a:pt x="8" y="0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3" y="6"/>
                      <a:pt x="3" y="6"/>
                      <a:pt x="0" y="7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" name="Oval 1545">
                <a:extLst>
                  <a:ext uri="{FF2B5EF4-FFF2-40B4-BE49-F238E27FC236}">
                    <a16:creationId xmlns:a16="http://schemas.microsoft.com/office/drawing/2014/main" id="{6C8BD337-C589-4EBB-8819-C79396454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1484"/>
                <a:ext cx="170" cy="113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09" name="Freeform 1546">
                <a:extLst>
                  <a:ext uri="{FF2B5EF4-FFF2-40B4-BE49-F238E27FC236}">
                    <a16:creationId xmlns:a16="http://schemas.microsoft.com/office/drawing/2014/main" id="{5EE4021C-1E5A-484D-A7BF-B03ECC789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596"/>
                <a:ext cx="28" cy="70"/>
              </a:xfrm>
              <a:custGeom>
                <a:avLst/>
                <a:gdLst>
                  <a:gd name="T0" fmla="*/ 236 w 16"/>
                  <a:gd name="T1" fmla="*/ 44 h 38"/>
                  <a:gd name="T2" fmla="*/ 0 w 16"/>
                  <a:gd name="T3" fmla="*/ 0 h 38"/>
                  <a:gd name="T4" fmla="*/ 0 w 16"/>
                  <a:gd name="T5" fmla="*/ 1487 h 38"/>
                  <a:gd name="T6" fmla="*/ 0 w 16"/>
                  <a:gd name="T7" fmla="*/ 1487 h 38"/>
                  <a:gd name="T8" fmla="*/ 236 w 16"/>
                  <a:gd name="T9" fmla="*/ 1487 h 38"/>
                  <a:gd name="T10" fmla="*/ 462 w 16"/>
                  <a:gd name="T11" fmla="*/ 1487 h 38"/>
                  <a:gd name="T12" fmla="*/ 462 w 16"/>
                  <a:gd name="T13" fmla="*/ 1487 h 38"/>
                  <a:gd name="T14" fmla="*/ 462 w 16"/>
                  <a:gd name="T15" fmla="*/ 0 h 38"/>
                  <a:gd name="T16" fmla="*/ 236 w 16"/>
                  <a:gd name="T17" fmla="*/ 44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38">
                    <a:moveTo>
                      <a:pt x="8" y="1"/>
                    </a:moveTo>
                    <a:cubicBezTo>
                      <a:pt x="5" y="1"/>
                      <a:pt x="3" y="0"/>
                      <a:pt x="0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38"/>
                      <a:pt x="6" y="38"/>
                      <a:pt x="8" y="38"/>
                    </a:cubicBezTo>
                    <a:cubicBezTo>
                      <a:pt x="11" y="38"/>
                      <a:pt x="14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1" y="1"/>
                      <a:pt x="8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" name="Oval 1547">
                <a:extLst>
                  <a:ext uri="{FF2B5EF4-FFF2-40B4-BE49-F238E27FC236}">
                    <a16:creationId xmlns:a16="http://schemas.microsoft.com/office/drawing/2014/main" id="{AD03BFEE-4C81-4676-B482-C9210CAC6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3257"/>
                <a:ext cx="170" cy="113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11" name="Freeform 1548">
                <a:extLst>
                  <a:ext uri="{FF2B5EF4-FFF2-40B4-BE49-F238E27FC236}">
                    <a16:creationId xmlns:a16="http://schemas.microsoft.com/office/drawing/2014/main" id="{E712BF90-DD96-4109-953C-69524321F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3188"/>
                <a:ext cx="28" cy="69"/>
              </a:xfrm>
              <a:custGeom>
                <a:avLst/>
                <a:gdLst>
                  <a:gd name="T0" fmla="*/ 236 w 16"/>
                  <a:gd name="T1" fmla="*/ 1561 h 37"/>
                  <a:gd name="T2" fmla="*/ 0 w 16"/>
                  <a:gd name="T3" fmla="*/ 1561 h 37"/>
                  <a:gd name="T4" fmla="*/ 0 w 16"/>
                  <a:gd name="T5" fmla="*/ 0 h 37"/>
                  <a:gd name="T6" fmla="*/ 0 w 16"/>
                  <a:gd name="T7" fmla="*/ 0 h 37"/>
                  <a:gd name="T8" fmla="*/ 236 w 16"/>
                  <a:gd name="T9" fmla="*/ 0 h 37"/>
                  <a:gd name="T10" fmla="*/ 462 w 16"/>
                  <a:gd name="T11" fmla="*/ 0 h 37"/>
                  <a:gd name="T12" fmla="*/ 462 w 16"/>
                  <a:gd name="T13" fmla="*/ 0 h 37"/>
                  <a:gd name="T14" fmla="*/ 462 w 16"/>
                  <a:gd name="T15" fmla="*/ 1561 h 37"/>
                  <a:gd name="T16" fmla="*/ 236 w 16"/>
                  <a:gd name="T17" fmla="*/ 1561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37">
                    <a:moveTo>
                      <a:pt x="8" y="37"/>
                    </a:moveTo>
                    <a:cubicBezTo>
                      <a:pt x="5" y="37"/>
                      <a:pt x="3" y="37"/>
                      <a:pt x="0" y="3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6" y="0"/>
                      <a:pt x="8" y="0"/>
                    </a:cubicBezTo>
                    <a:cubicBezTo>
                      <a:pt x="11" y="0"/>
                      <a:pt x="14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4" y="37"/>
                      <a:pt x="11" y="37"/>
                      <a:pt x="8" y="3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2" name="Oval 1549">
                <a:extLst>
                  <a:ext uri="{FF2B5EF4-FFF2-40B4-BE49-F238E27FC236}">
                    <a16:creationId xmlns:a16="http://schemas.microsoft.com/office/drawing/2014/main" id="{0B52A5C5-9016-4F93-A9CF-D847AF98B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2335"/>
                <a:ext cx="106" cy="18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13" name="Freeform 1550">
                <a:extLst>
                  <a:ext uri="{FF2B5EF4-FFF2-40B4-BE49-F238E27FC236}">
                    <a16:creationId xmlns:a16="http://schemas.microsoft.com/office/drawing/2014/main" id="{4E58FE76-0828-4599-BCFC-23EECABC6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411"/>
                <a:ext cx="65" cy="30"/>
              </a:xfrm>
              <a:custGeom>
                <a:avLst/>
                <a:gdLst>
                  <a:gd name="T0" fmla="*/ 1084 w 37"/>
                  <a:gd name="T1" fmla="*/ 349 h 16"/>
                  <a:gd name="T2" fmla="*/ 1084 w 37"/>
                  <a:gd name="T3" fmla="*/ 0 h 16"/>
                  <a:gd name="T4" fmla="*/ 0 w 37"/>
                  <a:gd name="T5" fmla="*/ 0 h 16"/>
                  <a:gd name="T6" fmla="*/ 0 w 37"/>
                  <a:gd name="T7" fmla="*/ 0 h 16"/>
                  <a:gd name="T8" fmla="*/ 0 w 37"/>
                  <a:gd name="T9" fmla="*/ 349 h 16"/>
                  <a:gd name="T10" fmla="*/ 0 w 37"/>
                  <a:gd name="T11" fmla="*/ 692 h 16"/>
                  <a:gd name="T12" fmla="*/ 0 w 37"/>
                  <a:gd name="T13" fmla="*/ 692 h 16"/>
                  <a:gd name="T14" fmla="*/ 1084 w 37"/>
                  <a:gd name="T15" fmla="*/ 692 h 16"/>
                  <a:gd name="T16" fmla="*/ 1084 w 37"/>
                  <a:gd name="T17" fmla="*/ 349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6">
                    <a:moveTo>
                      <a:pt x="37" y="8"/>
                    </a:moveTo>
                    <a:cubicBezTo>
                      <a:pt x="37" y="6"/>
                      <a:pt x="37" y="3"/>
                      <a:pt x="3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6"/>
                      <a:pt x="0" y="8"/>
                    </a:cubicBezTo>
                    <a:cubicBezTo>
                      <a:pt x="0" y="11"/>
                      <a:pt x="0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4"/>
                      <a:pt x="37" y="11"/>
                      <a:pt x="37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4" name="Oval 1551">
                <a:extLst>
                  <a:ext uri="{FF2B5EF4-FFF2-40B4-BE49-F238E27FC236}">
                    <a16:creationId xmlns:a16="http://schemas.microsoft.com/office/drawing/2014/main" id="{B839688D-6E64-431A-8854-286E6082C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" y="2335"/>
                <a:ext cx="106" cy="18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415" name="Freeform 1552">
                <a:extLst>
                  <a:ext uri="{FF2B5EF4-FFF2-40B4-BE49-F238E27FC236}">
                    <a16:creationId xmlns:a16="http://schemas.microsoft.com/office/drawing/2014/main" id="{E39130EE-4A5A-437B-B7FA-197CBD167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" y="2411"/>
                <a:ext cx="66" cy="30"/>
              </a:xfrm>
              <a:custGeom>
                <a:avLst/>
                <a:gdLst>
                  <a:gd name="T0" fmla="*/ 28 w 38"/>
                  <a:gd name="T1" fmla="*/ 349 h 16"/>
                  <a:gd name="T2" fmla="*/ 0 w 38"/>
                  <a:gd name="T3" fmla="*/ 0 h 16"/>
                  <a:gd name="T4" fmla="*/ 1047 w 38"/>
                  <a:gd name="T5" fmla="*/ 0 h 16"/>
                  <a:gd name="T6" fmla="*/ 1047 w 38"/>
                  <a:gd name="T7" fmla="*/ 0 h 16"/>
                  <a:gd name="T8" fmla="*/ 1047 w 38"/>
                  <a:gd name="T9" fmla="*/ 349 h 16"/>
                  <a:gd name="T10" fmla="*/ 1047 w 38"/>
                  <a:gd name="T11" fmla="*/ 692 h 16"/>
                  <a:gd name="T12" fmla="*/ 1047 w 38"/>
                  <a:gd name="T13" fmla="*/ 692 h 16"/>
                  <a:gd name="T14" fmla="*/ 0 w 38"/>
                  <a:gd name="T15" fmla="*/ 692 h 16"/>
                  <a:gd name="T16" fmla="*/ 28 w 38"/>
                  <a:gd name="T17" fmla="*/ 349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6">
                    <a:moveTo>
                      <a:pt x="1" y="8"/>
                    </a:moveTo>
                    <a:cubicBezTo>
                      <a:pt x="1" y="6"/>
                      <a:pt x="0" y="3"/>
                      <a:pt x="0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3"/>
                      <a:pt x="38" y="6"/>
                      <a:pt x="38" y="8"/>
                    </a:cubicBezTo>
                    <a:cubicBezTo>
                      <a:pt x="38" y="11"/>
                      <a:pt x="38" y="14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4"/>
                      <a:pt x="1" y="11"/>
                      <a:pt x="1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6" name="Freeform 1553">
                <a:extLst>
                  <a:ext uri="{FF2B5EF4-FFF2-40B4-BE49-F238E27FC236}">
                    <a16:creationId xmlns:a16="http://schemas.microsoft.com/office/drawing/2014/main" id="{B8C5D127-636A-438B-B9EC-E9DB1F7C5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713"/>
                <a:ext cx="162" cy="172"/>
              </a:xfrm>
              <a:custGeom>
                <a:avLst/>
                <a:gdLst>
                  <a:gd name="T0" fmla="*/ 2266 w 93"/>
                  <a:gd name="T1" fmla="*/ 3290 h 93"/>
                  <a:gd name="T2" fmla="*/ 1897 w 93"/>
                  <a:gd name="T3" fmla="*/ 991 h 93"/>
                  <a:gd name="T4" fmla="*/ 336 w 93"/>
                  <a:gd name="T5" fmla="*/ 483 h 93"/>
                  <a:gd name="T6" fmla="*/ 707 w 93"/>
                  <a:gd name="T7" fmla="*/ 2726 h 93"/>
                  <a:gd name="T8" fmla="*/ 2266 w 93"/>
                  <a:gd name="T9" fmla="*/ 329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3">
                    <a:moveTo>
                      <a:pt x="81" y="82"/>
                    </a:moveTo>
                    <a:cubicBezTo>
                      <a:pt x="93" y="70"/>
                      <a:pt x="87" y="45"/>
                      <a:pt x="68" y="25"/>
                    </a:cubicBezTo>
                    <a:cubicBezTo>
                      <a:pt x="49" y="6"/>
                      <a:pt x="24" y="0"/>
                      <a:pt x="12" y="12"/>
                    </a:cubicBezTo>
                    <a:cubicBezTo>
                      <a:pt x="0" y="24"/>
                      <a:pt x="6" y="49"/>
                      <a:pt x="25" y="68"/>
                    </a:cubicBezTo>
                    <a:cubicBezTo>
                      <a:pt x="44" y="88"/>
                      <a:pt x="69" y="93"/>
                      <a:pt x="81" y="8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7" name="Freeform 1554">
                <a:extLst>
                  <a:ext uri="{FF2B5EF4-FFF2-40B4-BE49-F238E27FC236}">
                    <a16:creationId xmlns:a16="http://schemas.microsoft.com/office/drawing/2014/main" id="{0C601411-9093-46CE-9966-53D8C3ED6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828"/>
                <a:ext cx="66" cy="70"/>
              </a:xfrm>
              <a:custGeom>
                <a:avLst/>
                <a:gdLst>
                  <a:gd name="T0" fmla="*/ 881 w 38"/>
                  <a:gd name="T1" fmla="*/ 230 h 38"/>
                  <a:gd name="T2" fmla="*/ 745 w 38"/>
                  <a:gd name="T3" fmla="*/ 0 h 38"/>
                  <a:gd name="T4" fmla="*/ 0 w 38"/>
                  <a:gd name="T5" fmla="*/ 1056 h 38"/>
                  <a:gd name="T6" fmla="*/ 0 w 38"/>
                  <a:gd name="T7" fmla="*/ 1056 h 38"/>
                  <a:gd name="T8" fmla="*/ 156 w 38"/>
                  <a:gd name="T9" fmla="*/ 1286 h 38"/>
                  <a:gd name="T10" fmla="*/ 299 w 38"/>
                  <a:gd name="T11" fmla="*/ 1487 h 38"/>
                  <a:gd name="T12" fmla="*/ 328 w 38"/>
                  <a:gd name="T13" fmla="*/ 1487 h 38"/>
                  <a:gd name="T14" fmla="*/ 1047 w 38"/>
                  <a:gd name="T15" fmla="*/ 475 h 38"/>
                  <a:gd name="T16" fmla="*/ 881 w 38"/>
                  <a:gd name="T17" fmla="*/ 230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8">
                    <a:moveTo>
                      <a:pt x="32" y="6"/>
                    </a:moveTo>
                    <a:cubicBezTo>
                      <a:pt x="30" y="5"/>
                      <a:pt x="28" y="3"/>
                      <a:pt x="27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" y="29"/>
                      <a:pt x="4" y="31"/>
                      <a:pt x="6" y="33"/>
                    </a:cubicBezTo>
                    <a:cubicBezTo>
                      <a:pt x="8" y="35"/>
                      <a:pt x="10" y="36"/>
                      <a:pt x="11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6" y="10"/>
                      <a:pt x="34" y="8"/>
                      <a:pt x="32" y="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8" name="Freeform 1555">
                <a:extLst>
                  <a:ext uri="{FF2B5EF4-FFF2-40B4-BE49-F238E27FC236}">
                    <a16:creationId xmlns:a16="http://schemas.microsoft.com/office/drawing/2014/main" id="{D8BC3400-23BB-4880-B10F-25D1F560B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2967"/>
                <a:ext cx="162" cy="173"/>
              </a:xfrm>
              <a:custGeom>
                <a:avLst/>
                <a:gdLst>
                  <a:gd name="T0" fmla="*/ 2294 w 93"/>
                  <a:gd name="T1" fmla="*/ 3367 h 93"/>
                  <a:gd name="T2" fmla="*/ 707 w 93"/>
                  <a:gd name="T3" fmla="*/ 2800 h 93"/>
                  <a:gd name="T4" fmla="*/ 336 w 93"/>
                  <a:gd name="T5" fmla="*/ 487 h 93"/>
                  <a:gd name="T6" fmla="*/ 1897 w 93"/>
                  <a:gd name="T7" fmla="*/ 1042 h 93"/>
                  <a:gd name="T8" fmla="*/ 2294 w 93"/>
                  <a:gd name="T9" fmla="*/ 3367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3">
                    <a:moveTo>
                      <a:pt x="82" y="81"/>
                    </a:moveTo>
                    <a:cubicBezTo>
                      <a:pt x="70" y="93"/>
                      <a:pt x="44" y="87"/>
                      <a:pt x="25" y="68"/>
                    </a:cubicBezTo>
                    <a:cubicBezTo>
                      <a:pt x="6" y="49"/>
                      <a:pt x="0" y="24"/>
                      <a:pt x="12" y="12"/>
                    </a:cubicBezTo>
                    <a:cubicBezTo>
                      <a:pt x="24" y="0"/>
                      <a:pt x="49" y="6"/>
                      <a:pt x="68" y="25"/>
                    </a:cubicBezTo>
                    <a:cubicBezTo>
                      <a:pt x="88" y="44"/>
                      <a:pt x="93" y="69"/>
                      <a:pt x="82" y="8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9" name="Freeform 1556">
                <a:extLst>
                  <a:ext uri="{FF2B5EF4-FFF2-40B4-BE49-F238E27FC236}">
                    <a16:creationId xmlns:a16="http://schemas.microsoft.com/office/drawing/2014/main" id="{6FF594F1-0A4C-4C95-B53E-25BDF62A3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2954"/>
                <a:ext cx="66" cy="71"/>
              </a:xfrm>
              <a:custGeom>
                <a:avLst/>
                <a:gdLst>
                  <a:gd name="T0" fmla="*/ 156 w 38"/>
                  <a:gd name="T1" fmla="*/ 1366 h 38"/>
                  <a:gd name="T2" fmla="*/ 0 w 38"/>
                  <a:gd name="T3" fmla="*/ 1134 h 38"/>
                  <a:gd name="T4" fmla="*/ 745 w 38"/>
                  <a:gd name="T5" fmla="*/ 0 h 38"/>
                  <a:gd name="T6" fmla="*/ 745 w 38"/>
                  <a:gd name="T7" fmla="*/ 0 h 38"/>
                  <a:gd name="T8" fmla="*/ 901 w 38"/>
                  <a:gd name="T9" fmla="*/ 254 h 38"/>
                  <a:gd name="T10" fmla="*/ 1047 w 38"/>
                  <a:gd name="T11" fmla="*/ 503 h 38"/>
                  <a:gd name="T12" fmla="*/ 1047 w 38"/>
                  <a:gd name="T13" fmla="*/ 503 h 38"/>
                  <a:gd name="T14" fmla="*/ 328 w 38"/>
                  <a:gd name="T15" fmla="*/ 1624 h 38"/>
                  <a:gd name="T16" fmla="*/ 156 w 38"/>
                  <a:gd name="T17" fmla="*/ 1366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8">
                    <a:moveTo>
                      <a:pt x="6" y="32"/>
                    </a:moveTo>
                    <a:cubicBezTo>
                      <a:pt x="4" y="30"/>
                      <a:pt x="2" y="28"/>
                      <a:pt x="0" y="27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9" y="2"/>
                      <a:pt x="31" y="4"/>
                      <a:pt x="33" y="6"/>
                    </a:cubicBezTo>
                    <a:cubicBezTo>
                      <a:pt x="35" y="8"/>
                      <a:pt x="36" y="10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0" y="36"/>
                      <a:pt x="8" y="34"/>
                      <a:pt x="6" y="3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0" name="Freeform 1557">
                <a:extLst>
                  <a:ext uri="{FF2B5EF4-FFF2-40B4-BE49-F238E27FC236}">
                    <a16:creationId xmlns:a16="http://schemas.microsoft.com/office/drawing/2014/main" id="{38C079F1-FF20-46C7-80D8-630EFDF5C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967"/>
                <a:ext cx="162" cy="173"/>
              </a:xfrm>
              <a:custGeom>
                <a:avLst/>
                <a:gdLst>
                  <a:gd name="T0" fmla="*/ 336 w 93"/>
                  <a:gd name="T1" fmla="*/ 3367 h 93"/>
                  <a:gd name="T2" fmla="*/ 1897 w 93"/>
                  <a:gd name="T3" fmla="*/ 2800 h 93"/>
                  <a:gd name="T4" fmla="*/ 2266 w 93"/>
                  <a:gd name="T5" fmla="*/ 487 h 93"/>
                  <a:gd name="T6" fmla="*/ 707 w 93"/>
                  <a:gd name="T7" fmla="*/ 1042 h 93"/>
                  <a:gd name="T8" fmla="*/ 336 w 93"/>
                  <a:gd name="T9" fmla="*/ 3367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3">
                    <a:moveTo>
                      <a:pt x="12" y="81"/>
                    </a:moveTo>
                    <a:cubicBezTo>
                      <a:pt x="24" y="93"/>
                      <a:pt x="49" y="87"/>
                      <a:pt x="68" y="68"/>
                    </a:cubicBezTo>
                    <a:cubicBezTo>
                      <a:pt x="87" y="49"/>
                      <a:pt x="93" y="24"/>
                      <a:pt x="81" y="12"/>
                    </a:cubicBezTo>
                    <a:cubicBezTo>
                      <a:pt x="69" y="0"/>
                      <a:pt x="44" y="6"/>
                      <a:pt x="25" y="25"/>
                    </a:cubicBezTo>
                    <a:cubicBezTo>
                      <a:pt x="6" y="44"/>
                      <a:pt x="0" y="69"/>
                      <a:pt x="12" y="8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1" name="Freeform 1558">
                <a:extLst>
                  <a:ext uri="{FF2B5EF4-FFF2-40B4-BE49-F238E27FC236}">
                    <a16:creationId xmlns:a16="http://schemas.microsoft.com/office/drawing/2014/main" id="{A644BD26-1DDB-4AE3-BC9A-71489DCF6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954"/>
                <a:ext cx="66" cy="71"/>
              </a:xfrm>
              <a:custGeom>
                <a:avLst/>
                <a:gdLst>
                  <a:gd name="T0" fmla="*/ 881 w 38"/>
                  <a:gd name="T1" fmla="*/ 1366 h 38"/>
                  <a:gd name="T2" fmla="*/ 1047 w 38"/>
                  <a:gd name="T3" fmla="*/ 1134 h 38"/>
                  <a:gd name="T4" fmla="*/ 328 w 38"/>
                  <a:gd name="T5" fmla="*/ 0 h 38"/>
                  <a:gd name="T6" fmla="*/ 299 w 38"/>
                  <a:gd name="T7" fmla="*/ 0 h 38"/>
                  <a:gd name="T8" fmla="*/ 156 w 38"/>
                  <a:gd name="T9" fmla="*/ 254 h 38"/>
                  <a:gd name="T10" fmla="*/ 0 w 38"/>
                  <a:gd name="T11" fmla="*/ 503 h 38"/>
                  <a:gd name="T12" fmla="*/ 0 w 38"/>
                  <a:gd name="T13" fmla="*/ 503 h 38"/>
                  <a:gd name="T14" fmla="*/ 745 w 38"/>
                  <a:gd name="T15" fmla="*/ 1624 h 38"/>
                  <a:gd name="T16" fmla="*/ 881 w 38"/>
                  <a:gd name="T17" fmla="*/ 1366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8">
                    <a:moveTo>
                      <a:pt x="32" y="32"/>
                    </a:moveTo>
                    <a:cubicBezTo>
                      <a:pt x="34" y="30"/>
                      <a:pt x="36" y="28"/>
                      <a:pt x="38" y="27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0" y="2"/>
                      <a:pt x="8" y="4"/>
                      <a:pt x="6" y="6"/>
                    </a:cubicBezTo>
                    <a:cubicBezTo>
                      <a:pt x="4" y="8"/>
                      <a:pt x="2" y="10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8" y="36"/>
                      <a:pt x="30" y="34"/>
                      <a:pt x="32" y="3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2" name="Freeform 1559">
                <a:extLst>
                  <a:ext uri="{FF2B5EF4-FFF2-40B4-BE49-F238E27FC236}">
                    <a16:creationId xmlns:a16="http://schemas.microsoft.com/office/drawing/2014/main" id="{071300DD-CE33-4993-A5FB-1869C945F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1713"/>
                <a:ext cx="162" cy="172"/>
              </a:xfrm>
              <a:custGeom>
                <a:avLst/>
                <a:gdLst>
                  <a:gd name="T0" fmla="*/ 336 w 93"/>
                  <a:gd name="T1" fmla="*/ 3290 h 93"/>
                  <a:gd name="T2" fmla="*/ 707 w 93"/>
                  <a:gd name="T3" fmla="*/ 991 h 93"/>
                  <a:gd name="T4" fmla="*/ 2294 w 93"/>
                  <a:gd name="T5" fmla="*/ 483 h 93"/>
                  <a:gd name="T6" fmla="*/ 1897 w 93"/>
                  <a:gd name="T7" fmla="*/ 2726 h 93"/>
                  <a:gd name="T8" fmla="*/ 336 w 93"/>
                  <a:gd name="T9" fmla="*/ 329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3">
                    <a:moveTo>
                      <a:pt x="12" y="82"/>
                    </a:moveTo>
                    <a:cubicBezTo>
                      <a:pt x="0" y="70"/>
                      <a:pt x="6" y="45"/>
                      <a:pt x="25" y="25"/>
                    </a:cubicBezTo>
                    <a:cubicBezTo>
                      <a:pt x="44" y="6"/>
                      <a:pt x="70" y="0"/>
                      <a:pt x="82" y="12"/>
                    </a:cubicBezTo>
                    <a:cubicBezTo>
                      <a:pt x="93" y="24"/>
                      <a:pt x="88" y="49"/>
                      <a:pt x="68" y="68"/>
                    </a:cubicBezTo>
                    <a:cubicBezTo>
                      <a:pt x="49" y="88"/>
                      <a:pt x="24" y="93"/>
                      <a:pt x="12" y="8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3" name="Freeform 1560">
                <a:extLst>
                  <a:ext uri="{FF2B5EF4-FFF2-40B4-BE49-F238E27FC236}">
                    <a16:creationId xmlns:a16="http://schemas.microsoft.com/office/drawing/2014/main" id="{858051F7-AD6A-4AA0-82CF-207500242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1828"/>
                <a:ext cx="66" cy="70"/>
              </a:xfrm>
              <a:custGeom>
                <a:avLst/>
                <a:gdLst>
                  <a:gd name="T0" fmla="*/ 156 w 38"/>
                  <a:gd name="T1" fmla="*/ 230 h 38"/>
                  <a:gd name="T2" fmla="*/ 328 w 38"/>
                  <a:gd name="T3" fmla="*/ 0 h 38"/>
                  <a:gd name="T4" fmla="*/ 1047 w 38"/>
                  <a:gd name="T5" fmla="*/ 1056 h 38"/>
                  <a:gd name="T6" fmla="*/ 1047 w 38"/>
                  <a:gd name="T7" fmla="*/ 1056 h 38"/>
                  <a:gd name="T8" fmla="*/ 901 w 38"/>
                  <a:gd name="T9" fmla="*/ 1286 h 38"/>
                  <a:gd name="T10" fmla="*/ 745 w 38"/>
                  <a:gd name="T11" fmla="*/ 1487 h 38"/>
                  <a:gd name="T12" fmla="*/ 745 w 38"/>
                  <a:gd name="T13" fmla="*/ 1487 h 38"/>
                  <a:gd name="T14" fmla="*/ 0 w 38"/>
                  <a:gd name="T15" fmla="*/ 475 h 38"/>
                  <a:gd name="T16" fmla="*/ 156 w 38"/>
                  <a:gd name="T17" fmla="*/ 230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8">
                    <a:moveTo>
                      <a:pt x="6" y="6"/>
                    </a:moveTo>
                    <a:cubicBezTo>
                      <a:pt x="8" y="5"/>
                      <a:pt x="10" y="3"/>
                      <a:pt x="12" y="0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6" y="29"/>
                      <a:pt x="35" y="31"/>
                      <a:pt x="33" y="33"/>
                    </a:cubicBezTo>
                    <a:cubicBezTo>
                      <a:pt x="31" y="35"/>
                      <a:pt x="29" y="36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0"/>
                      <a:pt x="4" y="8"/>
                      <a:pt x="6" y="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4" name="Freeform 1561">
                <a:extLst>
                  <a:ext uri="{FF2B5EF4-FFF2-40B4-BE49-F238E27FC236}">
                    <a16:creationId xmlns:a16="http://schemas.microsoft.com/office/drawing/2014/main" id="{DD507670-81F3-4B6E-A62E-A2CFF84A8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536"/>
                <a:ext cx="181" cy="143"/>
              </a:xfrm>
              <a:custGeom>
                <a:avLst/>
                <a:gdLst>
                  <a:gd name="T0" fmla="*/ 2699 w 104"/>
                  <a:gd name="T1" fmla="*/ 2346 h 77"/>
                  <a:gd name="T2" fmla="*/ 1751 w 104"/>
                  <a:gd name="T3" fmla="*/ 418 h 77"/>
                  <a:gd name="T4" fmla="*/ 193 w 104"/>
                  <a:gd name="T5" fmla="*/ 821 h 77"/>
                  <a:gd name="T6" fmla="*/ 1117 w 104"/>
                  <a:gd name="T7" fmla="*/ 2736 h 77"/>
                  <a:gd name="T8" fmla="*/ 2699 w 104"/>
                  <a:gd name="T9" fmla="*/ 2346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77">
                    <a:moveTo>
                      <a:pt x="97" y="57"/>
                    </a:moveTo>
                    <a:cubicBezTo>
                      <a:pt x="104" y="42"/>
                      <a:pt x="89" y="21"/>
                      <a:pt x="63" y="10"/>
                    </a:cubicBezTo>
                    <a:cubicBezTo>
                      <a:pt x="38" y="0"/>
                      <a:pt x="13" y="4"/>
                      <a:pt x="7" y="20"/>
                    </a:cubicBezTo>
                    <a:cubicBezTo>
                      <a:pt x="0" y="35"/>
                      <a:pt x="15" y="56"/>
                      <a:pt x="40" y="67"/>
                    </a:cubicBezTo>
                    <a:cubicBezTo>
                      <a:pt x="65" y="77"/>
                      <a:pt x="91" y="73"/>
                      <a:pt x="97" y="5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5" name="Freeform 1562">
                <a:extLst>
                  <a:ext uri="{FF2B5EF4-FFF2-40B4-BE49-F238E27FC236}">
                    <a16:creationId xmlns:a16="http://schemas.microsoft.com/office/drawing/2014/main" id="{599366F8-D315-4973-8927-EBAA8275E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653"/>
                <a:ext cx="51" cy="76"/>
              </a:xfrm>
              <a:custGeom>
                <a:avLst/>
                <a:gdLst>
                  <a:gd name="T0" fmla="*/ 619 w 29"/>
                  <a:gd name="T1" fmla="*/ 152 h 41"/>
                  <a:gd name="T2" fmla="*/ 417 w 29"/>
                  <a:gd name="T3" fmla="*/ 0 h 41"/>
                  <a:gd name="T4" fmla="*/ 0 w 29"/>
                  <a:gd name="T5" fmla="*/ 1416 h 41"/>
                  <a:gd name="T6" fmla="*/ 0 w 29"/>
                  <a:gd name="T7" fmla="*/ 1416 h 41"/>
                  <a:gd name="T8" fmla="*/ 200 w 29"/>
                  <a:gd name="T9" fmla="*/ 1537 h 41"/>
                  <a:gd name="T10" fmla="*/ 417 w 29"/>
                  <a:gd name="T11" fmla="*/ 1663 h 41"/>
                  <a:gd name="T12" fmla="*/ 417 w 29"/>
                  <a:gd name="T13" fmla="*/ 1663 h 41"/>
                  <a:gd name="T14" fmla="*/ 860 w 29"/>
                  <a:gd name="T15" fmla="*/ 237 h 41"/>
                  <a:gd name="T16" fmla="*/ 619 w 29"/>
                  <a:gd name="T17" fmla="*/ 152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1">
                    <a:moveTo>
                      <a:pt x="21" y="4"/>
                    </a:moveTo>
                    <a:cubicBezTo>
                      <a:pt x="19" y="3"/>
                      <a:pt x="16" y="1"/>
                      <a:pt x="14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" y="36"/>
                      <a:pt x="5" y="37"/>
                      <a:pt x="7" y="38"/>
                    </a:cubicBezTo>
                    <a:cubicBezTo>
                      <a:pt x="9" y="39"/>
                      <a:pt x="12" y="40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6" y="6"/>
                      <a:pt x="24" y="5"/>
                      <a:pt x="21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6" name="Freeform 1563">
                <a:extLst>
                  <a:ext uri="{FF2B5EF4-FFF2-40B4-BE49-F238E27FC236}">
                    <a16:creationId xmlns:a16="http://schemas.microsoft.com/office/drawing/2014/main" id="{1EB2ECDD-FC03-4458-9308-2982501AC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3175"/>
                <a:ext cx="180" cy="143"/>
              </a:xfrm>
              <a:custGeom>
                <a:avLst/>
                <a:gdLst>
                  <a:gd name="T0" fmla="*/ 2770 w 103"/>
                  <a:gd name="T1" fmla="*/ 2346 h 77"/>
                  <a:gd name="T2" fmla="*/ 1136 w 103"/>
                  <a:gd name="T3" fmla="*/ 2711 h 77"/>
                  <a:gd name="T4" fmla="*/ 159 w 103"/>
                  <a:gd name="T5" fmla="*/ 776 h 77"/>
                  <a:gd name="T6" fmla="*/ 1793 w 103"/>
                  <a:gd name="T7" fmla="*/ 418 h 77"/>
                  <a:gd name="T8" fmla="*/ 2770 w 103"/>
                  <a:gd name="T9" fmla="*/ 2346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77">
                    <a:moveTo>
                      <a:pt x="97" y="57"/>
                    </a:moveTo>
                    <a:cubicBezTo>
                      <a:pt x="91" y="72"/>
                      <a:pt x="65" y="77"/>
                      <a:pt x="40" y="66"/>
                    </a:cubicBezTo>
                    <a:cubicBezTo>
                      <a:pt x="15" y="56"/>
                      <a:pt x="0" y="35"/>
                      <a:pt x="6" y="19"/>
                    </a:cubicBezTo>
                    <a:cubicBezTo>
                      <a:pt x="13" y="4"/>
                      <a:pt x="38" y="0"/>
                      <a:pt x="63" y="10"/>
                    </a:cubicBezTo>
                    <a:cubicBezTo>
                      <a:pt x="88" y="20"/>
                      <a:pt x="103" y="41"/>
                      <a:pt x="97" y="5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7" name="Freeform 1564">
                <a:extLst>
                  <a:ext uri="{FF2B5EF4-FFF2-40B4-BE49-F238E27FC236}">
                    <a16:creationId xmlns:a16="http://schemas.microsoft.com/office/drawing/2014/main" id="{05FE42AB-2384-4480-9024-5C743DC44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3125"/>
                <a:ext cx="50" cy="74"/>
              </a:xfrm>
              <a:custGeom>
                <a:avLst/>
                <a:gdLst>
                  <a:gd name="T0" fmla="*/ 184 w 29"/>
                  <a:gd name="T1" fmla="*/ 1474 h 40"/>
                  <a:gd name="T2" fmla="*/ 0 w 29"/>
                  <a:gd name="T3" fmla="*/ 1369 h 40"/>
                  <a:gd name="T4" fmla="*/ 362 w 29"/>
                  <a:gd name="T5" fmla="*/ 0 h 40"/>
                  <a:gd name="T6" fmla="*/ 362 w 29"/>
                  <a:gd name="T7" fmla="*/ 0 h 40"/>
                  <a:gd name="T8" fmla="*/ 547 w 29"/>
                  <a:gd name="T9" fmla="*/ 126 h 40"/>
                  <a:gd name="T10" fmla="*/ 759 w 29"/>
                  <a:gd name="T11" fmla="*/ 233 h 40"/>
                  <a:gd name="T12" fmla="*/ 759 w 29"/>
                  <a:gd name="T13" fmla="*/ 233 h 40"/>
                  <a:gd name="T14" fmla="*/ 398 w 29"/>
                  <a:gd name="T15" fmla="*/ 1602 h 40"/>
                  <a:gd name="T16" fmla="*/ 184 w 29"/>
                  <a:gd name="T17" fmla="*/ 1474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0">
                    <a:moveTo>
                      <a:pt x="7" y="37"/>
                    </a:moveTo>
                    <a:cubicBezTo>
                      <a:pt x="5" y="36"/>
                      <a:pt x="2" y="35"/>
                      <a:pt x="0" y="3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7" y="1"/>
                      <a:pt x="19" y="2"/>
                      <a:pt x="21" y="3"/>
                    </a:cubicBezTo>
                    <a:cubicBezTo>
                      <a:pt x="24" y="4"/>
                      <a:pt x="26" y="5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2" y="39"/>
                      <a:pt x="10" y="38"/>
                      <a:pt x="7" y="3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8" name="Freeform 1565">
                <a:extLst>
                  <a:ext uri="{FF2B5EF4-FFF2-40B4-BE49-F238E27FC236}">
                    <a16:creationId xmlns:a16="http://schemas.microsoft.com/office/drawing/2014/main" id="{7E5ED93F-E15D-41D9-B17B-FA68B21E7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670"/>
                <a:ext cx="134" cy="193"/>
              </a:xfrm>
              <a:custGeom>
                <a:avLst/>
                <a:gdLst>
                  <a:gd name="T0" fmla="*/ 520 w 77"/>
                  <a:gd name="T1" fmla="*/ 3964 h 104"/>
                  <a:gd name="T2" fmla="*/ 1836 w 77"/>
                  <a:gd name="T3" fmla="*/ 2620 h 104"/>
                  <a:gd name="T4" fmla="*/ 1575 w 77"/>
                  <a:gd name="T5" fmla="*/ 290 h 104"/>
                  <a:gd name="T6" fmla="*/ 273 w 77"/>
                  <a:gd name="T7" fmla="*/ 1622 h 104"/>
                  <a:gd name="T8" fmla="*/ 520 w 77"/>
                  <a:gd name="T9" fmla="*/ 3964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4">
                    <a:moveTo>
                      <a:pt x="19" y="97"/>
                    </a:moveTo>
                    <a:cubicBezTo>
                      <a:pt x="35" y="104"/>
                      <a:pt x="56" y="89"/>
                      <a:pt x="66" y="64"/>
                    </a:cubicBezTo>
                    <a:cubicBezTo>
                      <a:pt x="77" y="39"/>
                      <a:pt x="72" y="13"/>
                      <a:pt x="57" y="7"/>
                    </a:cubicBezTo>
                    <a:cubicBezTo>
                      <a:pt x="41" y="0"/>
                      <a:pt x="20" y="15"/>
                      <a:pt x="10" y="40"/>
                    </a:cubicBezTo>
                    <a:cubicBezTo>
                      <a:pt x="0" y="65"/>
                      <a:pt x="4" y="91"/>
                      <a:pt x="19" y="9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9" name="Freeform 1566">
                <a:extLst>
                  <a:ext uri="{FF2B5EF4-FFF2-40B4-BE49-F238E27FC236}">
                    <a16:creationId xmlns:a16="http://schemas.microsoft.com/office/drawing/2014/main" id="{F00DF253-DB8C-41B9-8A8C-909515F08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705"/>
                <a:ext cx="72" cy="54"/>
              </a:xfrm>
              <a:custGeom>
                <a:avLst/>
                <a:gdLst>
                  <a:gd name="T0" fmla="*/ 1122 w 41"/>
                  <a:gd name="T1" fmla="*/ 877 h 29"/>
                  <a:gd name="T2" fmla="*/ 1196 w 41"/>
                  <a:gd name="T3" fmla="*/ 575 h 29"/>
                  <a:gd name="T4" fmla="*/ 200 w 41"/>
                  <a:gd name="T5" fmla="*/ 0 h 29"/>
                  <a:gd name="T6" fmla="*/ 200 w 41"/>
                  <a:gd name="T7" fmla="*/ 0 h 29"/>
                  <a:gd name="T8" fmla="*/ 114 w 41"/>
                  <a:gd name="T9" fmla="*/ 290 h 29"/>
                  <a:gd name="T10" fmla="*/ 0 w 41"/>
                  <a:gd name="T11" fmla="*/ 575 h 29"/>
                  <a:gd name="T12" fmla="*/ 37 w 41"/>
                  <a:gd name="T13" fmla="*/ 575 h 29"/>
                  <a:gd name="T14" fmla="*/ 1019 w 41"/>
                  <a:gd name="T15" fmla="*/ 1214 h 29"/>
                  <a:gd name="T16" fmla="*/ 1122 w 41"/>
                  <a:gd name="T17" fmla="*/ 877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38" y="21"/>
                    </a:moveTo>
                    <a:cubicBezTo>
                      <a:pt x="39" y="19"/>
                      <a:pt x="40" y="16"/>
                      <a:pt x="41" y="1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2"/>
                      <a:pt x="5" y="5"/>
                      <a:pt x="4" y="7"/>
                    </a:cubicBezTo>
                    <a:cubicBezTo>
                      <a:pt x="3" y="10"/>
                      <a:pt x="2" y="12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6"/>
                      <a:pt x="37" y="24"/>
                      <a:pt x="38" y="2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0" name="Freeform 1567">
                <a:extLst>
                  <a:ext uri="{FF2B5EF4-FFF2-40B4-BE49-F238E27FC236}">
                    <a16:creationId xmlns:a16="http://schemas.microsoft.com/office/drawing/2014/main" id="{18BB4503-8012-499A-BDE2-136B836B7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991"/>
                <a:ext cx="135" cy="192"/>
              </a:xfrm>
              <a:custGeom>
                <a:avLst/>
                <a:gdLst>
                  <a:gd name="T0" fmla="*/ 579 w 77"/>
                  <a:gd name="T1" fmla="*/ 4069 h 103"/>
                  <a:gd name="T2" fmla="*/ 302 w 77"/>
                  <a:gd name="T3" fmla="*/ 1693 h 103"/>
                  <a:gd name="T4" fmla="*/ 1653 w 77"/>
                  <a:gd name="T5" fmla="*/ 254 h 103"/>
                  <a:gd name="T6" fmla="*/ 1934 w 77"/>
                  <a:gd name="T7" fmla="*/ 2630 h 103"/>
                  <a:gd name="T8" fmla="*/ 579 w 77"/>
                  <a:gd name="T9" fmla="*/ 4069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3">
                    <a:moveTo>
                      <a:pt x="20" y="97"/>
                    </a:moveTo>
                    <a:cubicBezTo>
                      <a:pt x="4" y="91"/>
                      <a:pt x="0" y="65"/>
                      <a:pt x="10" y="40"/>
                    </a:cubicBezTo>
                    <a:cubicBezTo>
                      <a:pt x="21" y="15"/>
                      <a:pt x="42" y="0"/>
                      <a:pt x="57" y="6"/>
                    </a:cubicBezTo>
                    <a:cubicBezTo>
                      <a:pt x="73" y="13"/>
                      <a:pt x="77" y="38"/>
                      <a:pt x="67" y="63"/>
                    </a:cubicBezTo>
                    <a:cubicBezTo>
                      <a:pt x="56" y="88"/>
                      <a:pt x="35" y="103"/>
                      <a:pt x="20" y="9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1" name="Freeform 1568">
                <a:extLst>
                  <a:ext uri="{FF2B5EF4-FFF2-40B4-BE49-F238E27FC236}">
                    <a16:creationId xmlns:a16="http://schemas.microsoft.com/office/drawing/2014/main" id="{941BADBD-5EEC-40B0-B900-42C16FFAB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2095"/>
                <a:ext cx="72" cy="54"/>
              </a:xfrm>
              <a:custGeom>
                <a:avLst/>
                <a:gdLst>
                  <a:gd name="T0" fmla="*/ 114 w 41"/>
                  <a:gd name="T1" fmla="*/ 290 h 29"/>
                  <a:gd name="T2" fmla="*/ 179 w 41"/>
                  <a:gd name="T3" fmla="*/ 0 h 29"/>
                  <a:gd name="T4" fmla="*/ 1196 w 41"/>
                  <a:gd name="T5" fmla="*/ 575 h 29"/>
                  <a:gd name="T6" fmla="*/ 1196 w 41"/>
                  <a:gd name="T7" fmla="*/ 575 h 29"/>
                  <a:gd name="T8" fmla="*/ 1122 w 41"/>
                  <a:gd name="T9" fmla="*/ 916 h 29"/>
                  <a:gd name="T10" fmla="*/ 1019 w 41"/>
                  <a:gd name="T11" fmla="*/ 1214 h 29"/>
                  <a:gd name="T12" fmla="*/ 1019 w 41"/>
                  <a:gd name="T13" fmla="*/ 1214 h 29"/>
                  <a:gd name="T14" fmla="*/ 0 w 41"/>
                  <a:gd name="T15" fmla="*/ 628 h 29"/>
                  <a:gd name="T16" fmla="*/ 114 w 41"/>
                  <a:gd name="T17" fmla="*/ 29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4" y="7"/>
                    </a:moveTo>
                    <a:cubicBezTo>
                      <a:pt x="5" y="5"/>
                      <a:pt x="5" y="2"/>
                      <a:pt x="6" y="0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7"/>
                      <a:pt x="39" y="19"/>
                      <a:pt x="38" y="22"/>
                    </a:cubicBezTo>
                    <a:cubicBezTo>
                      <a:pt x="37" y="24"/>
                      <a:pt x="36" y="27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2"/>
                      <a:pt x="3" y="10"/>
                      <a:pt x="4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2" name="Freeform 1569">
                <a:extLst>
                  <a:ext uri="{FF2B5EF4-FFF2-40B4-BE49-F238E27FC236}">
                    <a16:creationId xmlns:a16="http://schemas.microsoft.com/office/drawing/2014/main" id="{CAC8E3D8-5BA8-4758-B597-1F487D7B2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991"/>
                <a:ext cx="134" cy="192"/>
              </a:xfrm>
              <a:custGeom>
                <a:avLst/>
                <a:gdLst>
                  <a:gd name="T0" fmla="*/ 1575 w 77"/>
                  <a:gd name="T1" fmla="*/ 4069 h 103"/>
                  <a:gd name="T2" fmla="*/ 1836 w 77"/>
                  <a:gd name="T3" fmla="*/ 1693 h 103"/>
                  <a:gd name="T4" fmla="*/ 520 w 77"/>
                  <a:gd name="T5" fmla="*/ 254 h 103"/>
                  <a:gd name="T6" fmla="*/ 273 w 77"/>
                  <a:gd name="T7" fmla="*/ 2630 h 103"/>
                  <a:gd name="T8" fmla="*/ 1575 w 77"/>
                  <a:gd name="T9" fmla="*/ 4069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3">
                    <a:moveTo>
                      <a:pt x="57" y="97"/>
                    </a:moveTo>
                    <a:cubicBezTo>
                      <a:pt x="72" y="91"/>
                      <a:pt x="77" y="65"/>
                      <a:pt x="66" y="40"/>
                    </a:cubicBezTo>
                    <a:cubicBezTo>
                      <a:pt x="56" y="15"/>
                      <a:pt x="35" y="0"/>
                      <a:pt x="19" y="6"/>
                    </a:cubicBezTo>
                    <a:cubicBezTo>
                      <a:pt x="4" y="13"/>
                      <a:pt x="0" y="38"/>
                      <a:pt x="10" y="63"/>
                    </a:cubicBezTo>
                    <a:cubicBezTo>
                      <a:pt x="20" y="88"/>
                      <a:pt x="41" y="103"/>
                      <a:pt x="57" y="9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3" name="Freeform 1570">
                <a:extLst>
                  <a:ext uri="{FF2B5EF4-FFF2-40B4-BE49-F238E27FC236}">
                    <a16:creationId xmlns:a16="http://schemas.microsoft.com/office/drawing/2014/main" id="{9516E1EA-5C65-4FE8-85CA-5D9FE7F92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095"/>
                <a:ext cx="72" cy="54"/>
              </a:xfrm>
              <a:custGeom>
                <a:avLst/>
                <a:gdLst>
                  <a:gd name="T0" fmla="*/ 1122 w 41"/>
                  <a:gd name="T1" fmla="*/ 290 h 29"/>
                  <a:gd name="T2" fmla="*/ 1019 w 41"/>
                  <a:gd name="T3" fmla="*/ 0 h 29"/>
                  <a:gd name="T4" fmla="*/ 37 w 41"/>
                  <a:gd name="T5" fmla="*/ 575 h 29"/>
                  <a:gd name="T6" fmla="*/ 0 w 41"/>
                  <a:gd name="T7" fmla="*/ 575 h 29"/>
                  <a:gd name="T8" fmla="*/ 114 w 41"/>
                  <a:gd name="T9" fmla="*/ 916 h 29"/>
                  <a:gd name="T10" fmla="*/ 200 w 41"/>
                  <a:gd name="T11" fmla="*/ 1214 h 29"/>
                  <a:gd name="T12" fmla="*/ 200 w 41"/>
                  <a:gd name="T13" fmla="*/ 1214 h 29"/>
                  <a:gd name="T14" fmla="*/ 1196 w 41"/>
                  <a:gd name="T15" fmla="*/ 628 h 29"/>
                  <a:gd name="T16" fmla="*/ 1122 w 41"/>
                  <a:gd name="T17" fmla="*/ 29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38" y="7"/>
                    </a:moveTo>
                    <a:cubicBezTo>
                      <a:pt x="37" y="5"/>
                      <a:pt x="36" y="2"/>
                      <a:pt x="35" y="0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0" y="14"/>
                    </a:cubicBezTo>
                    <a:cubicBezTo>
                      <a:pt x="2" y="17"/>
                      <a:pt x="3" y="19"/>
                      <a:pt x="4" y="22"/>
                    </a:cubicBezTo>
                    <a:cubicBezTo>
                      <a:pt x="5" y="24"/>
                      <a:pt x="6" y="27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0" y="12"/>
                      <a:pt x="39" y="10"/>
                      <a:pt x="38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4" name="Freeform 1571">
                <a:extLst>
                  <a:ext uri="{FF2B5EF4-FFF2-40B4-BE49-F238E27FC236}">
                    <a16:creationId xmlns:a16="http://schemas.microsoft.com/office/drawing/2014/main" id="{AB95BC8A-33BB-435D-94FE-A2A6EF68F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2670"/>
                <a:ext cx="135" cy="193"/>
              </a:xfrm>
              <a:custGeom>
                <a:avLst/>
                <a:gdLst>
                  <a:gd name="T0" fmla="*/ 1653 w 77"/>
                  <a:gd name="T1" fmla="*/ 3964 h 104"/>
                  <a:gd name="T2" fmla="*/ 302 w 77"/>
                  <a:gd name="T3" fmla="*/ 2620 h 104"/>
                  <a:gd name="T4" fmla="*/ 579 w 77"/>
                  <a:gd name="T5" fmla="*/ 290 h 104"/>
                  <a:gd name="T6" fmla="*/ 1934 w 77"/>
                  <a:gd name="T7" fmla="*/ 1622 h 104"/>
                  <a:gd name="T8" fmla="*/ 1653 w 77"/>
                  <a:gd name="T9" fmla="*/ 3964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4">
                    <a:moveTo>
                      <a:pt x="57" y="97"/>
                    </a:moveTo>
                    <a:cubicBezTo>
                      <a:pt x="42" y="104"/>
                      <a:pt x="21" y="89"/>
                      <a:pt x="10" y="64"/>
                    </a:cubicBezTo>
                    <a:cubicBezTo>
                      <a:pt x="0" y="39"/>
                      <a:pt x="4" y="13"/>
                      <a:pt x="20" y="7"/>
                    </a:cubicBezTo>
                    <a:cubicBezTo>
                      <a:pt x="35" y="0"/>
                      <a:pt x="56" y="15"/>
                      <a:pt x="67" y="40"/>
                    </a:cubicBezTo>
                    <a:cubicBezTo>
                      <a:pt x="77" y="65"/>
                      <a:pt x="73" y="91"/>
                      <a:pt x="57" y="9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5" name="Freeform 1572">
                <a:extLst>
                  <a:ext uri="{FF2B5EF4-FFF2-40B4-BE49-F238E27FC236}">
                    <a16:creationId xmlns:a16="http://schemas.microsoft.com/office/drawing/2014/main" id="{9D26286B-724F-4148-B050-F073DDBC1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2705"/>
                <a:ext cx="72" cy="54"/>
              </a:xfrm>
              <a:custGeom>
                <a:avLst/>
                <a:gdLst>
                  <a:gd name="T0" fmla="*/ 114 w 41"/>
                  <a:gd name="T1" fmla="*/ 877 h 29"/>
                  <a:gd name="T2" fmla="*/ 0 w 41"/>
                  <a:gd name="T3" fmla="*/ 575 h 29"/>
                  <a:gd name="T4" fmla="*/ 1019 w 41"/>
                  <a:gd name="T5" fmla="*/ 0 h 29"/>
                  <a:gd name="T6" fmla="*/ 1019 w 41"/>
                  <a:gd name="T7" fmla="*/ 0 h 29"/>
                  <a:gd name="T8" fmla="*/ 1122 w 41"/>
                  <a:gd name="T9" fmla="*/ 290 h 29"/>
                  <a:gd name="T10" fmla="*/ 1196 w 41"/>
                  <a:gd name="T11" fmla="*/ 575 h 29"/>
                  <a:gd name="T12" fmla="*/ 1196 w 41"/>
                  <a:gd name="T13" fmla="*/ 575 h 29"/>
                  <a:gd name="T14" fmla="*/ 179 w 41"/>
                  <a:gd name="T15" fmla="*/ 1214 h 29"/>
                  <a:gd name="T16" fmla="*/ 114 w 41"/>
                  <a:gd name="T17" fmla="*/ 877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4" y="21"/>
                    </a:moveTo>
                    <a:cubicBezTo>
                      <a:pt x="3" y="19"/>
                      <a:pt x="1" y="16"/>
                      <a:pt x="0" y="14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2"/>
                      <a:pt x="37" y="5"/>
                      <a:pt x="38" y="7"/>
                    </a:cubicBezTo>
                    <a:cubicBezTo>
                      <a:pt x="39" y="10"/>
                      <a:pt x="40" y="12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26"/>
                      <a:pt x="5" y="24"/>
                      <a:pt x="4" y="2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6" name="Freeform 1573">
                <a:extLst>
                  <a:ext uri="{FF2B5EF4-FFF2-40B4-BE49-F238E27FC236}">
                    <a16:creationId xmlns:a16="http://schemas.microsoft.com/office/drawing/2014/main" id="{A6AB1886-26B6-4CC3-8220-53AABE7D4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175"/>
                <a:ext cx="181" cy="143"/>
              </a:xfrm>
              <a:custGeom>
                <a:avLst/>
                <a:gdLst>
                  <a:gd name="T0" fmla="*/ 193 w 104"/>
                  <a:gd name="T1" fmla="*/ 2346 h 77"/>
                  <a:gd name="T2" fmla="*/ 1751 w 104"/>
                  <a:gd name="T3" fmla="*/ 2711 h 77"/>
                  <a:gd name="T4" fmla="*/ 2699 w 104"/>
                  <a:gd name="T5" fmla="*/ 776 h 77"/>
                  <a:gd name="T6" fmla="*/ 1117 w 104"/>
                  <a:gd name="T7" fmla="*/ 418 h 77"/>
                  <a:gd name="T8" fmla="*/ 193 w 104"/>
                  <a:gd name="T9" fmla="*/ 2346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77">
                    <a:moveTo>
                      <a:pt x="7" y="57"/>
                    </a:moveTo>
                    <a:cubicBezTo>
                      <a:pt x="13" y="72"/>
                      <a:pt x="38" y="77"/>
                      <a:pt x="63" y="66"/>
                    </a:cubicBezTo>
                    <a:cubicBezTo>
                      <a:pt x="89" y="56"/>
                      <a:pt x="104" y="35"/>
                      <a:pt x="97" y="19"/>
                    </a:cubicBezTo>
                    <a:cubicBezTo>
                      <a:pt x="91" y="4"/>
                      <a:pt x="65" y="0"/>
                      <a:pt x="40" y="10"/>
                    </a:cubicBezTo>
                    <a:cubicBezTo>
                      <a:pt x="15" y="20"/>
                      <a:pt x="0" y="41"/>
                      <a:pt x="7" y="5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7" name="Freeform 1574">
                <a:extLst>
                  <a:ext uri="{FF2B5EF4-FFF2-40B4-BE49-F238E27FC236}">
                    <a16:creationId xmlns:a16="http://schemas.microsoft.com/office/drawing/2014/main" id="{9BBDAFF4-0DC8-405A-A092-EF8D0C199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3125"/>
                <a:ext cx="51" cy="74"/>
              </a:xfrm>
              <a:custGeom>
                <a:avLst/>
                <a:gdLst>
                  <a:gd name="T0" fmla="*/ 619 w 29"/>
                  <a:gd name="T1" fmla="*/ 1474 h 40"/>
                  <a:gd name="T2" fmla="*/ 860 w 29"/>
                  <a:gd name="T3" fmla="*/ 1369 h 40"/>
                  <a:gd name="T4" fmla="*/ 417 w 29"/>
                  <a:gd name="T5" fmla="*/ 0 h 40"/>
                  <a:gd name="T6" fmla="*/ 417 w 29"/>
                  <a:gd name="T7" fmla="*/ 0 h 40"/>
                  <a:gd name="T8" fmla="*/ 200 w 29"/>
                  <a:gd name="T9" fmla="*/ 126 h 40"/>
                  <a:gd name="T10" fmla="*/ 0 w 29"/>
                  <a:gd name="T11" fmla="*/ 233 h 40"/>
                  <a:gd name="T12" fmla="*/ 0 w 29"/>
                  <a:gd name="T13" fmla="*/ 233 h 40"/>
                  <a:gd name="T14" fmla="*/ 417 w 29"/>
                  <a:gd name="T15" fmla="*/ 1602 h 40"/>
                  <a:gd name="T16" fmla="*/ 619 w 29"/>
                  <a:gd name="T17" fmla="*/ 1474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0">
                    <a:moveTo>
                      <a:pt x="21" y="37"/>
                    </a:moveTo>
                    <a:cubicBezTo>
                      <a:pt x="24" y="36"/>
                      <a:pt x="26" y="35"/>
                      <a:pt x="29" y="3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1"/>
                      <a:pt x="9" y="2"/>
                      <a:pt x="7" y="3"/>
                    </a:cubicBezTo>
                    <a:cubicBezTo>
                      <a:pt x="5" y="4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9"/>
                      <a:pt x="19" y="38"/>
                      <a:pt x="21" y="3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8" name="Freeform 1575">
                <a:extLst>
                  <a:ext uri="{FF2B5EF4-FFF2-40B4-BE49-F238E27FC236}">
                    <a16:creationId xmlns:a16="http://schemas.microsoft.com/office/drawing/2014/main" id="{883CA525-176E-449B-A4A8-EA73C5E48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536"/>
                <a:ext cx="180" cy="143"/>
              </a:xfrm>
              <a:custGeom>
                <a:avLst/>
                <a:gdLst>
                  <a:gd name="T0" fmla="*/ 159 w 103"/>
                  <a:gd name="T1" fmla="*/ 2346 h 77"/>
                  <a:gd name="T2" fmla="*/ 1136 w 103"/>
                  <a:gd name="T3" fmla="*/ 418 h 77"/>
                  <a:gd name="T4" fmla="*/ 2770 w 103"/>
                  <a:gd name="T5" fmla="*/ 821 h 77"/>
                  <a:gd name="T6" fmla="*/ 1793 w 103"/>
                  <a:gd name="T7" fmla="*/ 2736 h 77"/>
                  <a:gd name="T8" fmla="*/ 159 w 103"/>
                  <a:gd name="T9" fmla="*/ 2346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77">
                    <a:moveTo>
                      <a:pt x="6" y="57"/>
                    </a:moveTo>
                    <a:cubicBezTo>
                      <a:pt x="0" y="42"/>
                      <a:pt x="15" y="21"/>
                      <a:pt x="40" y="10"/>
                    </a:cubicBezTo>
                    <a:cubicBezTo>
                      <a:pt x="65" y="0"/>
                      <a:pt x="91" y="4"/>
                      <a:pt x="97" y="20"/>
                    </a:cubicBezTo>
                    <a:cubicBezTo>
                      <a:pt x="103" y="35"/>
                      <a:pt x="88" y="56"/>
                      <a:pt x="63" y="67"/>
                    </a:cubicBezTo>
                    <a:cubicBezTo>
                      <a:pt x="38" y="77"/>
                      <a:pt x="13" y="73"/>
                      <a:pt x="6" y="5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9" name="Freeform 1576">
                <a:extLst>
                  <a:ext uri="{FF2B5EF4-FFF2-40B4-BE49-F238E27FC236}">
                    <a16:creationId xmlns:a16="http://schemas.microsoft.com/office/drawing/2014/main" id="{0F3E1A01-7D65-4DD4-B190-F39AF68FF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653"/>
                <a:ext cx="50" cy="76"/>
              </a:xfrm>
              <a:custGeom>
                <a:avLst/>
                <a:gdLst>
                  <a:gd name="T0" fmla="*/ 184 w 29"/>
                  <a:gd name="T1" fmla="*/ 152 h 41"/>
                  <a:gd name="T2" fmla="*/ 398 w 29"/>
                  <a:gd name="T3" fmla="*/ 0 h 41"/>
                  <a:gd name="T4" fmla="*/ 759 w 29"/>
                  <a:gd name="T5" fmla="*/ 1416 h 41"/>
                  <a:gd name="T6" fmla="*/ 759 w 29"/>
                  <a:gd name="T7" fmla="*/ 1416 h 41"/>
                  <a:gd name="T8" fmla="*/ 547 w 29"/>
                  <a:gd name="T9" fmla="*/ 1537 h 41"/>
                  <a:gd name="T10" fmla="*/ 362 w 29"/>
                  <a:gd name="T11" fmla="*/ 1663 h 41"/>
                  <a:gd name="T12" fmla="*/ 362 w 29"/>
                  <a:gd name="T13" fmla="*/ 1663 h 41"/>
                  <a:gd name="T14" fmla="*/ 0 w 29"/>
                  <a:gd name="T15" fmla="*/ 237 h 41"/>
                  <a:gd name="T16" fmla="*/ 184 w 29"/>
                  <a:gd name="T17" fmla="*/ 152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1">
                    <a:moveTo>
                      <a:pt x="7" y="4"/>
                    </a:moveTo>
                    <a:cubicBezTo>
                      <a:pt x="10" y="3"/>
                      <a:pt x="12" y="1"/>
                      <a:pt x="15" y="0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6" y="36"/>
                      <a:pt x="24" y="37"/>
                      <a:pt x="21" y="38"/>
                    </a:cubicBezTo>
                    <a:cubicBezTo>
                      <a:pt x="19" y="39"/>
                      <a:pt x="17" y="40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5" y="5"/>
                      <a:pt x="7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0" name="Freeform 1577">
                <a:extLst>
                  <a:ext uri="{FF2B5EF4-FFF2-40B4-BE49-F238E27FC236}">
                    <a16:creationId xmlns:a16="http://schemas.microsoft.com/office/drawing/2014/main" id="{A7C623CA-82AE-4065-A5FE-1F98F3C6C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530"/>
                <a:ext cx="196" cy="144"/>
              </a:xfrm>
              <a:custGeom>
                <a:avLst/>
                <a:gdLst>
                  <a:gd name="T0" fmla="*/ 3136 w 112"/>
                  <a:gd name="T1" fmla="*/ 1182 h 77"/>
                  <a:gd name="T2" fmla="*/ 1449 w 112"/>
                  <a:gd name="T3" fmla="*/ 256 h 77"/>
                  <a:gd name="T4" fmla="*/ 114 w 112"/>
                  <a:gd name="T5" fmla="*/ 2106 h 77"/>
                  <a:gd name="T6" fmla="*/ 1813 w 112"/>
                  <a:gd name="T7" fmla="*/ 3046 h 77"/>
                  <a:gd name="T8" fmla="*/ 3136 w 112"/>
                  <a:gd name="T9" fmla="*/ 118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77">
                    <a:moveTo>
                      <a:pt x="109" y="28"/>
                    </a:moveTo>
                    <a:cubicBezTo>
                      <a:pt x="105" y="10"/>
                      <a:pt x="79" y="0"/>
                      <a:pt x="50" y="6"/>
                    </a:cubicBezTo>
                    <a:cubicBezTo>
                      <a:pt x="21" y="12"/>
                      <a:pt x="0" y="31"/>
                      <a:pt x="4" y="49"/>
                    </a:cubicBezTo>
                    <a:cubicBezTo>
                      <a:pt x="7" y="67"/>
                      <a:pt x="34" y="77"/>
                      <a:pt x="63" y="71"/>
                    </a:cubicBezTo>
                    <a:cubicBezTo>
                      <a:pt x="92" y="66"/>
                      <a:pt x="112" y="46"/>
                      <a:pt x="109" y="28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1" name="Freeform 1578">
                <a:extLst>
                  <a:ext uri="{FF2B5EF4-FFF2-40B4-BE49-F238E27FC236}">
                    <a16:creationId xmlns:a16="http://schemas.microsoft.com/office/drawing/2014/main" id="{97C496E7-C6B6-408F-A104-2499AB17F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659"/>
                <a:ext cx="34" cy="46"/>
              </a:xfrm>
              <a:custGeom>
                <a:avLst/>
                <a:gdLst>
                  <a:gd name="T0" fmla="*/ 486 w 20"/>
                  <a:gd name="T1" fmla="*/ 653 h 25"/>
                  <a:gd name="T2" fmla="*/ 408 w 20"/>
                  <a:gd name="T3" fmla="*/ 0 h 25"/>
                  <a:gd name="T4" fmla="*/ 218 w 20"/>
                  <a:gd name="T5" fmla="*/ 81 h 25"/>
                  <a:gd name="T6" fmla="*/ 0 w 20"/>
                  <a:gd name="T7" fmla="*/ 149 h 25"/>
                  <a:gd name="T8" fmla="*/ 99 w 20"/>
                  <a:gd name="T9" fmla="*/ 972 h 25"/>
                  <a:gd name="T10" fmla="*/ 486 w 20"/>
                  <a:gd name="T11" fmla="*/ 653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5">
                    <a:moveTo>
                      <a:pt x="20" y="17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4" y="1"/>
                      <a:pt x="11" y="2"/>
                      <a:pt x="9" y="2"/>
                    </a:cubicBezTo>
                    <a:cubicBezTo>
                      <a:pt x="6" y="3"/>
                      <a:pt x="3" y="3"/>
                      <a:pt x="0" y="4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9" y="22"/>
                      <a:pt x="15" y="20"/>
                      <a:pt x="20" y="17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2" name="Freeform 1579">
                <a:extLst>
                  <a:ext uri="{FF2B5EF4-FFF2-40B4-BE49-F238E27FC236}">
                    <a16:creationId xmlns:a16="http://schemas.microsoft.com/office/drawing/2014/main" id="{B3643960-3DC3-474C-A900-2470A5E94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179"/>
                <a:ext cx="197" cy="143"/>
              </a:xfrm>
              <a:custGeom>
                <a:avLst/>
                <a:gdLst>
                  <a:gd name="T0" fmla="*/ 3058 w 113"/>
                  <a:gd name="T1" fmla="*/ 1151 h 77"/>
                  <a:gd name="T2" fmla="*/ 1775 w 113"/>
                  <a:gd name="T3" fmla="*/ 2914 h 77"/>
                  <a:gd name="T4" fmla="*/ 113 w 113"/>
                  <a:gd name="T5" fmla="*/ 2011 h 77"/>
                  <a:gd name="T6" fmla="*/ 1403 w 113"/>
                  <a:gd name="T7" fmla="*/ 238 h 77"/>
                  <a:gd name="T8" fmla="*/ 3058 w 113"/>
                  <a:gd name="T9" fmla="*/ 115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77">
                    <a:moveTo>
                      <a:pt x="109" y="28"/>
                    </a:moveTo>
                    <a:cubicBezTo>
                      <a:pt x="113" y="46"/>
                      <a:pt x="92" y="66"/>
                      <a:pt x="63" y="71"/>
                    </a:cubicBezTo>
                    <a:cubicBezTo>
                      <a:pt x="34" y="77"/>
                      <a:pt x="7" y="67"/>
                      <a:pt x="4" y="49"/>
                    </a:cubicBezTo>
                    <a:cubicBezTo>
                      <a:pt x="0" y="31"/>
                      <a:pt x="21" y="12"/>
                      <a:pt x="50" y="6"/>
                    </a:cubicBezTo>
                    <a:cubicBezTo>
                      <a:pt x="79" y="0"/>
                      <a:pt x="105" y="10"/>
                      <a:pt x="109" y="28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3" name="Freeform 1580">
                <a:extLst>
                  <a:ext uri="{FF2B5EF4-FFF2-40B4-BE49-F238E27FC236}">
                    <a16:creationId xmlns:a16="http://schemas.microsoft.com/office/drawing/2014/main" id="{349F6BCB-3669-4660-B56A-3496711B3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3147"/>
                <a:ext cx="37" cy="47"/>
              </a:xfrm>
              <a:custGeom>
                <a:avLst/>
                <a:gdLst>
                  <a:gd name="T0" fmla="*/ 0 w 21"/>
                  <a:gd name="T1" fmla="*/ 399 h 25"/>
                  <a:gd name="T2" fmla="*/ 86 w 21"/>
                  <a:gd name="T3" fmla="*/ 1096 h 25"/>
                  <a:gd name="T4" fmla="*/ 358 w 21"/>
                  <a:gd name="T5" fmla="*/ 1011 h 25"/>
                  <a:gd name="T6" fmla="*/ 631 w 21"/>
                  <a:gd name="T7" fmla="*/ 964 h 25"/>
                  <a:gd name="T8" fmla="*/ 472 w 21"/>
                  <a:gd name="T9" fmla="*/ 0 h 25"/>
                  <a:gd name="T10" fmla="*/ 0 w 21"/>
                  <a:gd name="T11" fmla="*/ 39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5">
                    <a:moveTo>
                      <a:pt x="0" y="9"/>
                    </a:moveTo>
                    <a:cubicBezTo>
                      <a:pt x="3" y="25"/>
                      <a:pt x="3" y="25"/>
                      <a:pt x="3" y="25"/>
                    </a:cubicBezTo>
                    <a:cubicBezTo>
                      <a:pt x="6" y="24"/>
                      <a:pt x="9" y="24"/>
                      <a:pt x="12" y="23"/>
                    </a:cubicBezTo>
                    <a:cubicBezTo>
                      <a:pt x="15" y="23"/>
                      <a:pt x="18" y="22"/>
                      <a:pt x="21" y="2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1" y="3"/>
                      <a:pt x="6" y="6"/>
                      <a:pt x="0" y="9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4" name="Freeform 1581">
                <a:extLst>
                  <a:ext uri="{FF2B5EF4-FFF2-40B4-BE49-F238E27FC236}">
                    <a16:creationId xmlns:a16="http://schemas.microsoft.com/office/drawing/2014/main" id="{4157FB3E-E2CD-4F91-850B-B193C5C5C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160"/>
                <a:ext cx="134" cy="209"/>
              </a:xfrm>
              <a:custGeom>
                <a:avLst/>
                <a:gdLst>
                  <a:gd name="T0" fmla="*/ 1359 w 77"/>
                  <a:gd name="T1" fmla="*/ 4592 h 112"/>
                  <a:gd name="T2" fmla="*/ 1980 w 77"/>
                  <a:gd name="T3" fmla="*/ 2062 h 112"/>
                  <a:gd name="T4" fmla="*/ 781 w 77"/>
                  <a:gd name="T5" fmla="*/ 136 h 112"/>
                  <a:gd name="T6" fmla="*/ 157 w 77"/>
                  <a:gd name="T7" fmla="*/ 2618 h 112"/>
                  <a:gd name="T8" fmla="*/ 1359 w 77"/>
                  <a:gd name="T9" fmla="*/ 4592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49" y="109"/>
                    </a:moveTo>
                    <a:cubicBezTo>
                      <a:pt x="67" y="105"/>
                      <a:pt x="77" y="79"/>
                      <a:pt x="71" y="49"/>
                    </a:cubicBezTo>
                    <a:cubicBezTo>
                      <a:pt x="65" y="20"/>
                      <a:pt x="46" y="0"/>
                      <a:pt x="28" y="3"/>
                    </a:cubicBezTo>
                    <a:cubicBezTo>
                      <a:pt x="10" y="7"/>
                      <a:pt x="0" y="33"/>
                      <a:pt x="6" y="62"/>
                    </a:cubicBezTo>
                    <a:cubicBezTo>
                      <a:pt x="11" y="91"/>
                      <a:pt x="31" y="112"/>
                      <a:pt x="49" y="10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5" name="Freeform 1582">
                <a:extLst>
                  <a:ext uri="{FF2B5EF4-FFF2-40B4-BE49-F238E27FC236}">
                    <a16:creationId xmlns:a16="http://schemas.microsoft.com/office/drawing/2014/main" id="{D64FF4BB-B1E2-46DF-A428-CEFABB16C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261"/>
                <a:ext cx="75" cy="35"/>
              </a:xfrm>
              <a:custGeom>
                <a:avLst/>
                <a:gdLst>
                  <a:gd name="T0" fmla="*/ 1169 w 43"/>
                  <a:gd name="T1" fmla="*/ 326 h 19"/>
                  <a:gd name="T2" fmla="*/ 1104 w 43"/>
                  <a:gd name="T3" fmla="*/ 0 h 19"/>
                  <a:gd name="T4" fmla="*/ 0 w 43"/>
                  <a:gd name="T5" fmla="*/ 379 h 19"/>
                  <a:gd name="T6" fmla="*/ 0 w 43"/>
                  <a:gd name="T7" fmla="*/ 379 h 19"/>
                  <a:gd name="T8" fmla="*/ 28 w 43"/>
                  <a:gd name="T9" fmla="*/ 549 h 19"/>
                  <a:gd name="T10" fmla="*/ 49 w 43"/>
                  <a:gd name="T11" fmla="*/ 737 h 19"/>
                  <a:gd name="T12" fmla="*/ 49 w 43"/>
                  <a:gd name="T13" fmla="*/ 737 h 19"/>
                  <a:gd name="T14" fmla="*/ 1210 w 43"/>
                  <a:gd name="T15" fmla="*/ 656 h 19"/>
                  <a:gd name="T16" fmla="*/ 1169 w 43"/>
                  <a:gd name="T17" fmla="*/ 326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9">
                    <a:moveTo>
                      <a:pt x="41" y="8"/>
                    </a:moveTo>
                    <a:cubicBezTo>
                      <a:pt x="40" y="6"/>
                      <a:pt x="40" y="3"/>
                      <a:pt x="39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3"/>
                      <a:pt x="1" y="14"/>
                    </a:cubicBezTo>
                    <a:cubicBezTo>
                      <a:pt x="2" y="16"/>
                      <a:pt x="2" y="17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4"/>
                      <a:pt x="41" y="11"/>
                      <a:pt x="41" y="8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6" name="Freeform 1583">
                <a:extLst>
                  <a:ext uri="{FF2B5EF4-FFF2-40B4-BE49-F238E27FC236}">
                    <a16:creationId xmlns:a16="http://schemas.microsoft.com/office/drawing/2014/main" id="{60655511-4231-4ADF-B68F-D1585B048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2486"/>
                <a:ext cx="134" cy="208"/>
              </a:xfrm>
              <a:custGeom>
                <a:avLst/>
                <a:gdLst>
                  <a:gd name="T0" fmla="*/ 1359 w 77"/>
                  <a:gd name="T1" fmla="*/ 4439 h 112"/>
                  <a:gd name="T2" fmla="*/ 157 w 77"/>
                  <a:gd name="T3" fmla="*/ 2542 h 112"/>
                  <a:gd name="T4" fmla="*/ 781 w 77"/>
                  <a:gd name="T5" fmla="*/ 128 h 112"/>
                  <a:gd name="T6" fmla="*/ 1980 w 77"/>
                  <a:gd name="T7" fmla="*/ 2011 h 112"/>
                  <a:gd name="T8" fmla="*/ 1359 w 77"/>
                  <a:gd name="T9" fmla="*/ 4439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49" y="108"/>
                    </a:moveTo>
                    <a:cubicBezTo>
                      <a:pt x="31" y="112"/>
                      <a:pt x="11" y="91"/>
                      <a:pt x="6" y="62"/>
                    </a:cubicBezTo>
                    <a:cubicBezTo>
                      <a:pt x="0" y="33"/>
                      <a:pt x="10" y="7"/>
                      <a:pt x="28" y="3"/>
                    </a:cubicBezTo>
                    <a:cubicBezTo>
                      <a:pt x="46" y="0"/>
                      <a:pt x="65" y="20"/>
                      <a:pt x="71" y="49"/>
                    </a:cubicBezTo>
                    <a:cubicBezTo>
                      <a:pt x="77" y="78"/>
                      <a:pt x="67" y="105"/>
                      <a:pt x="49" y="108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7" name="Freeform 1584">
                <a:extLst>
                  <a:ext uri="{FF2B5EF4-FFF2-40B4-BE49-F238E27FC236}">
                    <a16:creationId xmlns:a16="http://schemas.microsoft.com/office/drawing/2014/main" id="{C4E73F79-456F-453F-80F7-F47166341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556"/>
                <a:ext cx="73" cy="37"/>
              </a:xfrm>
              <a:custGeom>
                <a:avLst/>
                <a:gdLst>
                  <a:gd name="T0" fmla="*/ 49 w 42"/>
                  <a:gd name="T1" fmla="*/ 431 h 20"/>
                  <a:gd name="T2" fmla="*/ 0 w 42"/>
                  <a:gd name="T3" fmla="*/ 126 h 20"/>
                  <a:gd name="T4" fmla="*/ 1125 w 42"/>
                  <a:gd name="T5" fmla="*/ 0 h 20"/>
                  <a:gd name="T6" fmla="*/ 1125 w 42"/>
                  <a:gd name="T7" fmla="*/ 0 h 20"/>
                  <a:gd name="T8" fmla="*/ 1159 w 42"/>
                  <a:gd name="T9" fmla="*/ 150 h 20"/>
                  <a:gd name="T10" fmla="*/ 1159 w 42"/>
                  <a:gd name="T11" fmla="*/ 359 h 20"/>
                  <a:gd name="T12" fmla="*/ 1159 w 42"/>
                  <a:gd name="T13" fmla="*/ 359 h 20"/>
                  <a:gd name="T14" fmla="*/ 85 w 42"/>
                  <a:gd name="T15" fmla="*/ 797 h 20"/>
                  <a:gd name="T16" fmla="*/ 49 w 42"/>
                  <a:gd name="T17" fmla="*/ 431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20">
                    <a:moveTo>
                      <a:pt x="2" y="11"/>
                    </a:moveTo>
                    <a:cubicBezTo>
                      <a:pt x="1" y="8"/>
                      <a:pt x="1" y="5"/>
                      <a:pt x="0" y="3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1"/>
                      <a:pt x="41" y="3"/>
                      <a:pt x="42" y="4"/>
                    </a:cubicBezTo>
                    <a:cubicBezTo>
                      <a:pt x="42" y="6"/>
                      <a:pt x="42" y="7"/>
                      <a:pt x="42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17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8" name="Freeform 1585">
                <a:extLst>
                  <a:ext uri="{FF2B5EF4-FFF2-40B4-BE49-F238E27FC236}">
                    <a16:creationId xmlns:a16="http://schemas.microsoft.com/office/drawing/2014/main" id="{FBFFADD9-472D-4371-B7BD-04178D7C5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1651"/>
                <a:ext cx="191" cy="168"/>
              </a:xfrm>
              <a:custGeom>
                <a:avLst/>
                <a:gdLst>
                  <a:gd name="T0" fmla="*/ 2716 w 110"/>
                  <a:gd name="T1" fmla="*/ 3136 h 90"/>
                  <a:gd name="T2" fmla="*/ 2011 w 110"/>
                  <a:gd name="T3" fmla="*/ 728 h 90"/>
                  <a:gd name="T4" fmla="*/ 271 w 110"/>
                  <a:gd name="T5" fmla="*/ 631 h 90"/>
                  <a:gd name="T6" fmla="*/ 990 w 110"/>
                  <a:gd name="T7" fmla="*/ 3039 h 90"/>
                  <a:gd name="T8" fmla="*/ 2716 w 110"/>
                  <a:gd name="T9" fmla="*/ 3136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90">
                    <a:moveTo>
                      <a:pt x="99" y="74"/>
                    </a:moveTo>
                    <a:cubicBezTo>
                      <a:pt x="110" y="59"/>
                      <a:pt x="98" y="33"/>
                      <a:pt x="73" y="17"/>
                    </a:cubicBezTo>
                    <a:cubicBezTo>
                      <a:pt x="49" y="0"/>
                      <a:pt x="21" y="0"/>
                      <a:pt x="10" y="15"/>
                    </a:cubicBezTo>
                    <a:cubicBezTo>
                      <a:pt x="0" y="30"/>
                      <a:pt x="12" y="56"/>
                      <a:pt x="36" y="72"/>
                    </a:cubicBezTo>
                    <a:cubicBezTo>
                      <a:pt x="61" y="89"/>
                      <a:pt x="89" y="90"/>
                      <a:pt x="99" y="74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9" name="Freeform 1586">
                <a:extLst>
                  <a:ext uri="{FF2B5EF4-FFF2-40B4-BE49-F238E27FC236}">
                    <a16:creationId xmlns:a16="http://schemas.microsoft.com/office/drawing/2014/main" id="{03CF2765-8C4D-4BFF-BFAC-C930B2E9B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776"/>
                <a:ext cx="64" cy="82"/>
              </a:xfrm>
              <a:custGeom>
                <a:avLst/>
                <a:gdLst>
                  <a:gd name="T0" fmla="*/ 771 w 37"/>
                  <a:gd name="T1" fmla="*/ 209 h 44"/>
                  <a:gd name="T2" fmla="*/ 590 w 37"/>
                  <a:gd name="T3" fmla="*/ 0 h 44"/>
                  <a:gd name="T4" fmla="*/ 0 w 37"/>
                  <a:gd name="T5" fmla="*/ 1411 h 44"/>
                  <a:gd name="T6" fmla="*/ 0 w 37"/>
                  <a:gd name="T7" fmla="*/ 1411 h 44"/>
                  <a:gd name="T8" fmla="*/ 185 w 37"/>
                  <a:gd name="T9" fmla="*/ 1640 h 44"/>
                  <a:gd name="T10" fmla="*/ 377 w 37"/>
                  <a:gd name="T11" fmla="*/ 1845 h 44"/>
                  <a:gd name="T12" fmla="*/ 377 w 37"/>
                  <a:gd name="T13" fmla="*/ 1845 h 44"/>
                  <a:gd name="T14" fmla="*/ 993 w 37"/>
                  <a:gd name="T15" fmla="*/ 421 h 44"/>
                  <a:gd name="T16" fmla="*/ 771 w 37"/>
                  <a:gd name="T17" fmla="*/ 209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4">
                    <a:moveTo>
                      <a:pt x="29" y="5"/>
                    </a:moveTo>
                    <a:cubicBezTo>
                      <a:pt x="27" y="4"/>
                      <a:pt x="25" y="2"/>
                      <a:pt x="22" y="0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" y="36"/>
                      <a:pt x="5" y="37"/>
                      <a:pt x="7" y="39"/>
                    </a:cubicBezTo>
                    <a:cubicBezTo>
                      <a:pt x="9" y="41"/>
                      <a:pt x="12" y="42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4" y="8"/>
                      <a:pt x="32" y="7"/>
                      <a:pt x="29" y="5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0" name="Freeform 1587">
                <a:extLst>
                  <a:ext uri="{FF2B5EF4-FFF2-40B4-BE49-F238E27FC236}">
                    <a16:creationId xmlns:a16="http://schemas.microsoft.com/office/drawing/2014/main" id="{5554F6D2-D960-4B32-95D4-2A34C9744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3036"/>
                <a:ext cx="190" cy="167"/>
              </a:xfrm>
              <a:custGeom>
                <a:avLst/>
                <a:gdLst>
                  <a:gd name="T0" fmla="*/ 2786 w 109"/>
                  <a:gd name="T1" fmla="*/ 3062 h 90"/>
                  <a:gd name="T2" fmla="*/ 1018 w 109"/>
                  <a:gd name="T3" fmla="*/ 2978 h 90"/>
                  <a:gd name="T4" fmla="*/ 277 w 109"/>
                  <a:gd name="T5" fmla="*/ 612 h 90"/>
                  <a:gd name="T6" fmla="*/ 2039 w 109"/>
                  <a:gd name="T7" fmla="*/ 696 h 90"/>
                  <a:gd name="T8" fmla="*/ 2786 w 109"/>
                  <a:gd name="T9" fmla="*/ 3062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90">
                    <a:moveTo>
                      <a:pt x="99" y="75"/>
                    </a:moveTo>
                    <a:cubicBezTo>
                      <a:pt x="89" y="90"/>
                      <a:pt x="61" y="89"/>
                      <a:pt x="36" y="73"/>
                    </a:cubicBezTo>
                    <a:cubicBezTo>
                      <a:pt x="11" y="56"/>
                      <a:pt x="0" y="31"/>
                      <a:pt x="10" y="15"/>
                    </a:cubicBezTo>
                    <a:cubicBezTo>
                      <a:pt x="20" y="0"/>
                      <a:pt x="48" y="1"/>
                      <a:pt x="73" y="17"/>
                    </a:cubicBezTo>
                    <a:cubicBezTo>
                      <a:pt x="98" y="34"/>
                      <a:pt x="109" y="59"/>
                      <a:pt x="99" y="75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1" name="Freeform 1588">
                <a:extLst>
                  <a:ext uri="{FF2B5EF4-FFF2-40B4-BE49-F238E27FC236}">
                    <a16:creationId xmlns:a16="http://schemas.microsoft.com/office/drawing/2014/main" id="{666D8364-B075-45B4-A376-4CE372AC1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997"/>
                <a:ext cx="66" cy="81"/>
              </a:xfrm>
              <a:custGeom>
                <a:avLst/>
                <a:gdLst>
                  <a:gd name="T0" fmla="*/ 221 w 38"/>
                  <a:gd name="T1" fmla="*/ 1478 h 44"/>
                  <a:gd name="T2" fmla="*/ 0 w 38"/>
                  <a:gd name="T3" fmla="*/ 1335 h 44"/>
                  <a:gd name="T4" fmla="*/ 627 w 38"/>
                  <a:gd name="T5" fmla="*/ 0 h 44"/>
                  <a:gd name="T6" fmla="*/ 627 w 38"/>
                  <a:gd name="T7" fmla="*/ 0 h 44"/>
                  <a:gd name="T8" fmla="*/ 818 w 38"/>
                  <a:gd name="T9" fmla="*/ 193 h 44"/>
                  <a:gd name="T10" fmla="*/ 1047 w 38"/>
                  <a:gd name="T11" fmla="*/ 355 h 44"/>
                  <a:gd name="T12" fmla="*/ 1047 w 38"/>
                  <a:gd name="T13" fmla="*/ 379 h 44"/>
                  <a:gd name="T14" fmla="*/ 406 w 38"/>
                  <a:gd name="T15" fmla="*/ 1708 h 44"/>
                  <a:gd name="T16" fmla="*/ 221 w 38"/>
                  <a:gd name="T17" fmla="*/ 1478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4">
                    <a:moveTo>
                      <a:pt x="8" y="38"/>
                    </a:moveTo>
                    <a:cubicBezTo>
                      <a:pt x="5" y="37"/>
                      <a:pt x="3" y="35"/>
                      <a:pt x="0" y="34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6" y="1"/>
                      <a:pt x="28" y="3"/>
                      <a:pt x="30" y="5"/>
                    </a:cubicBezTo>
                    <a:cubicBezTo>
                      <a:pt x="33" y="6"/>
                      <a:pt x="35" y="8"/>
                      <a:pt x="38" y="9"/>
                    </a:cubicBezTo>
                    <a:cubicBezTo>
                      <a:pt x="38" y="9"/>
                      <a:pt x="38" y="10"/>
                      <a:pt x="38" y="10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3" y="42"/>
                      <a:pt x="10" y="40"/>
                      <a:pt x="8" y="38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2" name="Freeform 1589">
                <a:extLst>
                  <a:ext uri="{FF2B5EF4-FFF2-40B4-BE49-F238E27FC236}">
                    <a16:creationId xmlns:a16="http://schemas.microsoft.com/office/drawing/2014/main" id="{72E82F4D-19CC-42D1-8FD7-FEE921F30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790"/>
                <a:ext cx="157" cy="203"/>
              </a:xfrm>
              <a:custGeom>
                <a:avLst/>
                <a:gdLst>
                  <a:gd name="T0" fmla="*/ 420 w 90"/>
                  <a:gd name="T1" fmla="*/ 4127 h 109"/>
                  <a:gd name="T2" fmla="*/ 2039 w 90"/>
                  <a:gd name="T3" fmla="*/ 3041 h 109"/>
                  <a:gd name="T4" fmla="*/ 2088 w 90"/>
                  <a:gd name="T5" fmla="*/ 419 h 109"/>
                  <a:gd name="T6" fmla="*/ 483 w 90"/>
                  <a:gd name="T7" fmla="*/ 1505 h 109"/>
                  <a:gd name="T8" fmla="*/ 420 w 90"/>
                  <a:gd name="T9" fmla="*/ 4127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15" y="99"/>
                    </a:moveTo>
                    <a:cubicBezTo>
                      <a:pt x="30" y="109"/>
                      <a:pt x="56" y="97"/>
                      <a:pt x="72" y="73"/>
                    </a:cubicBezTo>
                    <a:cubicBezTo>
                      <a:pt x="89" y="48"/>
                      <a:pt x="90" y="20"/>
                      <a:pt x="74" y="10"/>
                    </a:cubicBezTo>
                    <a:cubicBezTo>
                      <a:pt x="59" y="0"/>
                      <a:pt x="33" y="11"/>
                      <a:pt x="17" y="36"/>
                    </a:cubicBezTo>
                    <a:cubicBezTo>
                      <a:pt x="0" y="60"/>
                      <a:pt x="0" y="89"/>
                      <a:pt x="15" y="9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3" name="Freeform 1590">
                <a:extLst>
                  <a:ext uri="{FF2B5EF4-FFF2-40B4-BE49-F238E27FC236}">
                    <a16:creationId xmlns:a16="http://schemas.microsoft.com/office/drawing/2014/main" id="{779E03EC-8CAE-45D1-9C38-17243A8D0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818"/>
                <a:ext cx="120" cy="166"/>
              </a:xfrm>
              <a:custGeom>
                <a:avLst/>
                <a:gdLst>
                  <a:gd name="T0" fmla="*/ 1572 w 69"/>
                  <a:gd name="T1" fmla="*/ 0 h 89"/>
                  <a:gd name="T2" fmla="*/ 1317 w 69"/>
                  <a:gd name="T3" fmla="*/ 2192 h 89"/>
                  <a:gd name="T4" fmla="*/ 0 w 69"/>
                  <a:gd name="T5" fmla="*/ 3367 h 89"/>
                  <a:gd name="T6" fmla="*/ 28 w 69"/>
                  <a:gd name="T7" fmla="*/ 3367 h 89"/>
                  <a:gd name="T8" fmla="*/ 1437 w 69"/>
                  <a:gd name="T9" fmla="*/ 2324 h 89"/>
                  <a:gd name="T10" fmla="*/ 1572 w 69"/>
                  <a:gd name="T11" fmla="*/ 0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89">
                    <a:moveTo>
                      <a:pt x="57" y="0"/>
                    </a:moveTo>
                    <a:cubicBezTo>
                      <a:pt x="64" y="12"/>
                      <a:pt x="60" y="34"/>
                      <a:pt x="48" y="52"/>
                    </a:cubicBezTo>
                    <a:cubicBezTo>
                      <a:pt x="35" y="72"/>
                      <a:pt x="15" y="83"/>
                      <a:pt x="0" y="80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15" y="89"/>
                      <a:pt x="37" y="78"/>
                      <a:pt x="52" y="55"/>
                    </a:cubicBezTo>
                    <a:cubicBezTo>
                      <a:pt x="66" y="34"/>
                      <a:pt x="69" y="10"/>
                      <a:pt x="57" y="0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4" name="Freeform 1591">
                <a:extLst>
                  <a:ext uri="{FF2B5EF4-FFF2-40B4-BE49-F238E27FC236}">
                    <a16:creationId xmlns:a16="http://schemas.microsoft.com/office/drawing/2014/main" id="{90264723-31BC-4EE0-AF22-26D8BE4D6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798"/>
                <a:ext cx="125" cy="171"/>
              </a:xfrm>
              <a:custGeom>
                <a:avLst/>
                <a:gdLst>
                  <a:gd name="T0" fmla="*/ 602 w 72"/>
                  <a:gd name="T1" fmla="*/ 1489 h 92"/>
                  <a:gd name="T2" fmla="*/ 1863 w 72"/>
                  <a:gd name="T3" fmla="*/ 379 h 92"/>
                  <a:gd name="T4" fmla="*/ 1891 w 72"/>
                  <a:gd name="T5" fmla="*/ 379 h 92"/>
                  <a:gd name="T6" fmla="*/ 470 w 72"/>
                  <a:gd name="T7" fmla="*/ 1348 h 92"/>
                  <a:gd name="T8" fmla="*/ 382 w 72"/>
                  <a:gd name="T9" fmla="*/ 3749 h 92"/>
                  <a:gd name="T10" fmla="*/ 382 w 72"/>
                  <a:gd name="T11" fmla="*/ 3749 h 92"/>
                  <a:gd name="T12" fmla="*/ 602 w 72"/>
                  <a:gd name="T13" fmla="*/ 1489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92">
                    <a:moveTo>
                      <a:pt x="22" y="36"/>
                    </a:moveTo>
                    <a:cubicBezTo>
                      <a:pt x="34" y="19"/>
                      <a:pt x="55" y="6"/>
                      <a:pt x="68" y="9"/>
                    </a:cubicBezTo>
                    <a:cubicBezTo>
                      <a:pt x="72" y="10"/>
                      <a:pt x="72" y="11"/>
                      <a:pt x="69" y="9"/>
                    </a:cubicBezTo>
                    <a:cubicBezTo>
                      <a:pt x="55" y="0"/>
                      <a:pt x="32" y="11"/>
                      <a:pt x="17" y="33"/>
                    </a:cubicBezTo>
                    <a:cubicBezTo>
                      <a:pt x="2" y="56"/>
                      <a:pt x="0" y="82"/>
                      <a:pt x="14" y="91"/>
                    </a:cubicBezTo>
                    <a:cubicBezTo>
                      <a:pt x="15" y="92"/>
                      <a:pt x="13" y="91"/>
                      <a:pt x="14" y="91"/>
                    </a:cubicBezTo>
                    <a:cubicBezTo>
                      <a:pt x="3" y="74"/>
                      <a:pt x="10" y="55"/>
                      <a:pt x="22" y="36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5" name="Freeform 1592">
                <a:extLst>
                  <a:ext uri="{FF2B5EF4-FFF2-40B4-BE49-F238E27FC236}">
                    <a16:creationId xmlns:a16="http://schemas.microsoft.com/office/drawing/2014/main" id="{8EC49E40-5792-4238-9D00-CE8DBD1B8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813"/>
                <a:ext cx="72" cy="57"/>
              </a:xfrm>
              <a:custGeom>
                <a:avLst/>
                <a:gdLst>
                  <a:gd name="T0" fmla="*/ 1055 w 41"/>
                  <a:gd name="T1" fmla="*/ 927 h 31"/>
                  <a:gd name="T2" fmla="*/ 1196 w 41"/>
                  <a:gd name="T3" fmla="*/ 653 h 31"/>
                  <a:gd name="T4" fmla="*/ 151 w 41"/>
                  <a:gd name="T5" fmla="*/ 0 h 31"/>
                  <a:gd name="T6" fmla="*/ 151 w 41"/>
                  <a:gd name="T7" fmla="*/ 0 h 31"/>
                  <a:gd name="T8" fmla="*/ 65 w 41"/>
                  <a:gd name="T9" fmla="*/ 125 h 31"/>
                  <a:gd name="T10" fmla="*/ 0 w 41"/>
                  <a:gd name="T11" fmla="*/ 274 h 31"/>
                  <a:gd name="T12" fmla="*/ 0 w 41"/>
                  <a:gd name="T13" fmla="*/ 274 h 31"/>
                  <a:gd name="T14" fmla="*/ 904 w 41"/>
                  <a:gd name="T15" fmla="*/ 1201 h 31"/>
                  <a:gd name="T16" fmla="*/ 1055 w 41"/>
                  <a:gd name="T17" fmla="*/ 927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1">
                    <a:moveTo>
                      <a:pt x="36" y="24"/>
                    </a:moveTo>
                    <a:cubicBezTo>
                      <a:pt x="38" y="21"/>
                      <a:pt x="39" y="19"/>
                      <a:pt x="41" y="1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3" y="29"/>
                      <a:pt x="34" y="26"/>
                      <a:pt x="36" y="24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6" name="Freeform 1593">
                <a:extLst>
                  <a:ext uri="{FF2B5EF4-FFF2-40B4-BE49-F238E27FC236}">
                    <a16:creationId xmlns:a16="http://schemas.microsoft.com/office/drawing/2014/main" id="{F3772520-A40C-4611-B490-57AAEC62D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" y="1861"/>
                <a:ext cx="157" cy="203"/>
              </a:xfrm>
              <a:custGeom>
                <a:avLst/>
                <a:gdLst>
                  <a:gd name="T0" fmla="*/ 420 w 90"/>
                  <a:gd name="T1" fmla="*/ 4127 h 109"/>
                  <a:gd name="T2" fmla="*/ 483 w 90"/>
                  <a:gd name="T3" fmla="*/ 1505 h 109"/>
                  <a:gd name="T4" fmla="*/ 2118 w 90"/>
                  <a:gd name="T5" fmla="*/ 419 h 109"/>
                  <a:gd name="T6" fmla="*/ 2055 w 90"/>
                  <a:gd name="T7" fmla="*/ 3041 h 109"/>
                  <a:gd name="T8" fmla="*/ 420 w 90"/>
                  <a:gd name="T9" fmla="*/ 4127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15" y="99"/>
                    </a:moveTo>
                    <a:cubicBezTo>
                      <a:pt x="0" y="89"/>
                      <a:pt x="1" y="60"/>
                      <a:pt x="17" y="36"/>
                    </a:cubicBezTo>
                    <a:cubicBezTo>
                      <a:pt x="34" y="11"/>
                      <a:pt x="59" y="0"/>
                      <a:pt x="75" y="10"/>
                    </a:cubicBezTo>
                    <a:cubicBezTo>
                      <a:pt x="90" y="20"/>
                      <a:pt x="89" y="48"/>
                      <a:pt x="73" y="73"/>
                    </a:cubicBezTo>
                    <a:cubicBezTo>
                      <a:pt x="56" y="97"/>
                      <a:pt x="30" y="109"/>
                      <a:pt x="15" y="9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7" name="Freeform 1594">
                <a:extLst>
                  <a:ext uri="{FF2B5EF4-FFF2-40B4-BE49-F238E27FC236}">
                    <a16:creationId xmlns:a16="http://schemas.microsoft.com/office/drawing/2014/main" id="{3015DC66-609F-42E0-8A37-36CE002BD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1982"/>
                <a:ext cx="73" cy="52"/>
              </a:xfrm>
              <a:custGeom>
                <a:avLst/>
                <a:gdLst>
                  <a:gd name="T0" fmla="*/ 156 w 42"/>
                  <a:gd name="T1" fmla="*/ 334 h 28"/>
                  <a:gd name="T2" fmla="*/ 271 w 42"/>
                  <a:gd name="T3" fmla="*/ 0 h 28"/>
                  <a:gd name="T4" fmla="*/ 1159 w 42"/>
                  <a:gd name="T5" fmla="*/ 858 h 28"/>
                  <a:gd name="T6" fmla="*/ 1159 w 42"/>
                  <a:gd name="T7" fmla="*/ 858 h 28"/>
                  <a:gd name="T8" fmla="*/ 1076 w 42"/>
                  <a:gd name="T9" fmla="*/ 1010 h 28"/>
                  <a:gd name="T10" fmla="*/ 1012 w 42"/>
                  <a:gd name="T11" fmla="*/ 1151 h 28"/>
                  <a:gd name="T12" fmla="*/ 1012 w 42"/>
                  <a:gd name="T13" fmla="*/ 1151 h 28"/>
                  <a:gd name="T14" fmla="*/ 0 w 42"/>
                  <a:gd name="T15" fmla="*/ 620 h 28"/>
                  <a:gd name="T16" fmla="*/ 156 w 42"/>
                  <a:gd name="T17" fmla="*/ 334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28">
                    <a:moveTo>
                      <a:pt x="6" y="8"/>
                    </a:moveTo>
                    <a:cubicBezTo>
                      <a:pt x="7" y="5"/>
                      <a:pt x="9" y="3"/>
                      <a:pt x="10" y="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2"/>
                      <a:pt x="40" y="23"/>
                      <a:pt x="39" y="25"/>
                    </a:cubicBezTo>
                    <a:cubicBezTo>
                      <a:pt x="38" y="26"/>
                      <a:pt x="38" y="27"/>
                      <a:pt x="37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3"/>
                      <a:pt x="4" y="10"/>
                      <a:pt x="6" y="8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8" name="Freeform 1595">
                <a:extLst>
                  <a:ext uri="{FF2B5EF4-FFF2-40B4-BE49-F238E27FC236}">
                    <a16:creationId xmlns:a16="http://schemas.microsoft.com/office/drawing/2014/main" id="{F0E4C76E-641C-4584-A231-D1E7F20B4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530"/>
                <a:ext cx="197" cy="144"/>
              </a:xfrm>
              <a:custGeom>
                <a:avLst/>
                <a:gdLst>
                  <a:gd name="T0" fmla="*/ 3058 w 113"/>
                  <a:gd name="T1" fmla="*/ 2106 h 77"/>
                  <a:gd name="T2" fmla="*/ 1775 w 113"/>
                  <a:gd name="T3" fmla="*/ 256 h 77"/>
                  <a:gd name="T4" fmla="*/ 113 w 113"/>
                  <a:gd name="T5" fmla="*/ 1182 h 77"/>
                  <a:gd name="T6" fmla="*/ 1403 w 113"/>
                  <a:gd name="T7" fmla="*/ 3046 h 77"/>
                  <a:gd name="T8" fmla="*/ 3058 w 113"/>
                  <a:gd name="T9" fmla="*/ 2106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77">
                    <a:moveTo>
                      <a:pt x="109" y="49"/>
                    </a:moveTo>
                    <a:cubicBezTo>
                      <a:pt x="113" y="31"/>
                      <a:pt x="92" y="12"/>
                      <a:pt x="63" y="6"/>
                    </a:cubicBezTo>
                    <a:cubicBezTo>
                      <a:pt x="34" y="0"/>
                      <a:pt x="8" y="10"/>
                      <a:pt x="4" y="28"/>
                    </a:cubicBezTo>
                    <a:cubicBezTo>
                      <a:pt x="0" y="46"/>
                      <a:pt x="21" y="66"/>
                      <a:pt x="50" y="71"/>
                    </a:cubicBezTo>
                    <a:cubicBezTo>
                      <a:pt x="79" y="77"/>
                      <a:pt x="105" y="67"/>
                      <a:pt x="109" y="4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9" name="Freeform 1596">
                <a:extLst>
                  <a:ext uri="{FF2B5EF4-FFF2-40B4-BE49-F238E27FC236}">
                    <a16:creationId xmlns:a16="http://schemas.microsoft.com/office/drawing/2014/main" id="{394DF96E-9C88-4870-A87F-CAC2C13EF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659"/>
                <a:ext cx="39" cy="55"/>
              </a:xfrm>
              <a:custGeom>
                <a:avLst/>
                <a:gdLst>
                  <a:gd name="T0" fmla="*/ 496 w 22"/>
                  <a:gd name="T1" fmla="*/ 1140 h 30"/>
                  <a:gd name="T2" fmla="*/ 679 w 22"/>
                  <a:gd name="T3" fmla="*/ 149 h 30"/>
                  <a:gd name="T4" fmla="*/ 406 w 22"/>
                  <a:gd name="T5" fmla="*/ 81 h 30"/>
                  <a:gd name="T6" fmla="*/ 158 w 22"/>
                  <a:gd name="T7" fmla="*/ 0 h 30"/>
                  <a:gd name="T8" fmla="*/ 0 w 22"/>
                  <a:gd name="T9" fmla="*/ 814 h 30"/>
                  <a:gd name="T10" fmla="*/ 496 w 22"/>
                  <a:gd name="T11" fmla="*/ 114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0">
                    <a:moveTo>
                      <a:pt x="16" y="30"/>
                    </a:moveTo>
                    <a:cubicBezTo>
                      <a:pt x="22" y="4"/>
                      <a:pt x="22" y="4"/>
                      <a:pt x="22" y="4"/>
                    </a:cubicBezTo>
                    <a:cubicBezTo>
                      <a:pt x="19" y="3"/>
                      <a:pt x="16" y="3"/>
                      <a:pt x="13" y="2"/>
                    </a:cubicBezTo>
                    <a:cubicBezTo>
                      <a:pt x="10" y="2"/>
                      <a:pt x="7" y="1"/>
                      <a:pt x="5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6" y="24"/>
                      <a:pt x="11" y="27"/>
                      <a:pt x="16" y="30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0" name="Freeform 1597">
                <a:extLst>
                  <a:ext uri="{FF2B5EF4-FFF2-40B4-BE49-F238E27FC236}">
                    <a16:creationId xmlns:a16="http://schemas.microsoft.com/office/drawing/2014/main" id="{9CB6D1DA-784A-430B-A340-EF22D4596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3179"/>
                <a:ext cx="196" cy="143"/>
              </a:xfrm>
              <a:custGeom>
                <a:avLst/>
                <a:gdLst>
                  <a:gd name="T0" fmla="*/ 3136 w 112"/>
                  <a:gd name="T1" fmla="*/ 2011 h 77"/>
                  <a:gd name="T2" fmla="*/ 1449 w 112"/>
                  <a:gd name="T3" fmla="*/ 2914 h 77"/>
                  <a:gd name="T4" fmla="*/ 114 w 112"/>
                  <a:gd name="T5" fmla="*/ 1151 h 77"/>
                  <a:gd name="T6" fmla="*/ 1813 w 112"/>
                  <a:gd name="T7" fmla="*/ 238 h 77"/>
                  <a:gd name="T8" fmla="*/ 3136 w 112"/>
                  <a:gd name="T9" fmla="*/ 201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77">
                    <a:moveTo>
                      <a:pt x="109" y="49"/>
                    </a:moveTo>
                    <a:cubicBezTo>
                      <a:pt x="105" y="67"/>
                      <a:pt x="79" y="77"/>
                      <a:pt x="50" y="71"/>
                    </a:cubicBezTo>
                    <a:cubicBezTo>
                      <a:pt x="21" y="66"/>
                      <a:pt x="0" y="46"/>
                      <a:pt x="4" y="28"/>
                    </a:cubicBezTo>
                    <a:cubicBezTo>
                      <a:pt x="7" y="10"/>
                      <a:pt x="34" y="0"/>
                      <a:pt x="63" y="6"/>
                    </a:cubicBezTo>
                    <a:cubicBezTo>
                      <a:pt x="92" y="12"/>
                      <a:pt x="112" y="31"/>
                      <a:pt x="109" y="4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1" name="Freeform 1598">
                <a:extLst>
                  <a:ext uri="{FF2B5EF4-FFF2-40B4-BE49-F238E27FC236}">
                    <a16:creationId xmlns:a16="http://schemas.microsoft.com/office/drawing/2014/main" id="{8ED6E510-0014-4DFE-BE62-383CABB16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3147"/>
                <a:ext cx="34" cy="47"/>
              </a:xfrm>
              <a:custGeom>
                <a:avLst/>
                <a:gdLst>
                  <a:gd name="T0" fmla="*/ 99 w 20"/>
                  <a:gd name="T1" fmla="*/ 0 h 25"/>
                  <a:gd name="T2" fmla="*/ 0 w 20"/>
                  <a:gd name="T3" fmla="*/ 964 h 25"/>
                  <a:gd name="T4" fmla="*/ 218 w 20"/>
                  <a:gd name="T5" fmla="*/ 1011 h 25"/>
                  <a:gd name="T6" fmla="*/ 408 w 20"/>
                  <a:gd name="T7" fmla="*/ 1096 h 25"/>
                  <a:gd name="T8" fmla="*/ 486 w 20"/>
                  <a:gd name="T9" fmla="*/ 399 h 25"/>
                  <a:gd name="T10" fmla="*/ 99 w 20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5">
                    <a:moveTo>
                      <a:pt x="4" y="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3" y="22"/>
                      <a:pt x="6" y="23"/>
                      <a:pt x="9" y="23"/>
                    </a:cubicBezTo>
                    <a:cubicBezTo>
                      <a:pt x="11" y="24"/>
                      <a:pt x="14" y="24"/>
                      <a:pt x="17" y="25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5" y="6"/>
                      <a:pt x="9" y="3"/>
                      <a:pt x="4" y="0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2" name="Freeform 1599">
                <a:extLst>
                  <a:ext uri="{FF2B5EF4-FFF2-40B4-BE49-F238E27FC236}">
                    <a16:creationId xmlns:a16="http://schemas.microsoft.com/office/drawing/2014/main" id="{D3CB78E7-84E8-4D79-8B62-1EF29B043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486"/>
                <a:ext cx="134" cy="208"/>
              </a:xfrm>
              <a:custGeom>
                <a:avLst/>
                <a:gdLst>
                  <a:gd name="T0" fmla="*/ 781 w 77"/>
                  <a:gd name="T1" fmla="*/ 4439 h 112"/>
                  <a:gd name="T2" fmla="*/ 1980 w 77"/>
                  <a:gd name="T3" fmla="*/ 2542 h 112"/>
                  <a:gd name="T4" fmla="*/ 1359 w 77"/>
                  <a:gd name="T5" fmla="*/ 128 h 112"/>
                  <a:gd name="T6" fmla="*/ 157 w 77"/>
                  <a:gd name="T7" fmla="*/ 2011 h 112"/>
                  <a:gd name="T8" fmla="*/ 781 w 77"/>
                  <a:gd name="T9" fmla="*/ 4439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28" y="108"/>
                    </a:moveTo>
                    <a:cubicBezTo>
                      <a:pt x="46" y="112"/>
                      <a:pt x="65" y="91"/>
                      <a:pt x="71" y="62"/>
                    </a:cubicBezTo>
                    <a:cubicBezTo>
                      <a:pt x="77" y="33"/>
                      <a:pt x="67" y="7"/>
                      <a:pt x="49" y="3"/>
                    </a:cubicBezTo>
                    <a:cubicBezTo>
                      <a:pt x="31" y="0"/>
                      <a:pt x="11" y="20"/>
                      <a:pt x="6" y="49"/>
                    </a:cubicBezTo>
                    <a:cubicBezTo>
                      <a:pt x="0" y="78"/>
                      <a:pt x="10" y="105"/>
                      <a:pt x="28" y="108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3" name="Freeform 1600">
                <a:extLst>
                  <a:ext uri="{FF2B5EF4-FFF2-40B4-BE49-F238E27FC236}">
                    <a16:creationId xmlns:a16="http://schemas.microsoft.com/office/drawing/2014/main" id="{F04286ED-A221-4B34-BC70-2234DEAFD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556"/>
                <a:ext cx="75" cy="37"/>
              </a:xfrm>
              <a:custGeom>
                <a:avLst/>
                <a:gdLst>
                  <a:gd name="T0" fmla="*/ 1169 w 43"/>
                  <a:gd name="T1" fmla="*/ 431 h 20"/>
                  <a:gd name="T2" fmla="*/ 1210 w 43"/>
                  <a:gd name="T3" fmla="*/ 126 h 20"/>
                  <a:gd name="T4" fmla="*/ 49 w 43"/>
                  <a:gd name="T5" fmla="*/ 0 h 20"/>
                  <a:gd name="T6" fmla="*/ 49 w 43"/>
                  <a:gd name="T7" fmla="*/ 0 h 20"/>
                  <a:gd name="T8" fmla="*/ 28 w 43"/>
                  <a:gd name="T9" fmla="*/ 150 h 20"/>
                  <a:gd name="T10" fmla="*/ 0 w 43"/>
                  <a:gd name="T11" fmla="*/ 359 h 20"/>
                  <a:gd name="T12" fmla="*/ 0 w 43"/>
                  <a:gd name="T13" fmla="*/ 359 h 20"/>
                  <a:gd name="T14" fmla="*/ 1104 w 43"/>
                  <a:gd name="T15" fmla="*/ 797 h 20"/>
                  <a:gd name="T16" fmla="*/ 1169 w 43"/>
                  <a:gd name="T17" fmla="*/ 431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20">
                    <a:moveTo>
                      <a:pt x="41" y="11"/>
                    </a:moveTo>
                    <a:cubicBezTo>
                      <a:pt x="41" y="8"/>
                      <a:pt x="42" y="5"/>
                      <a:pt x="43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6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7"/>
                      <a:pt x="40" y="14"/>
                      <a:pt x="41" y="11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4" name="Freeform 1601">
                <a:extLst>
                  <a:ext uri="{FF2B5EF4-FFF2-40B4-BE49-F238E27FC236}">
                    <a16:creationId xmlns:a16="http://schemas.microsoft.com/office/drawing/2014/main" id="{BBFDEAD7-0812-4829-9732-7764FD1F9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2160"/>
                <a:ext cx="134" cy="209"/>
              </a:xfrm>
              <a:custGeom>
                <a:avLst/>
                <a:gdLst>
                  <a:gd name="T0" fmla="*/ 781 w 77"/>
                  <a:gd name="T1" fmla="*/ 4592 h 112"/>
                  <a:gd name="T2" fmla="*/ 157 w 77"/>
                  <a:gd name="T3" fmla="*/ 2062 h 112"/>
                  <a:gd name="T4" fmla="*/ 1359 w 77"/>
                  <a:gd name="T5" fmla="*/ 136 h 112"/>
                  <a:gd name="T6" fmla="*/ 1980 w 77"/>
                  <a:gd name="T7" fmla="*/ 2618 h 112"/>
                  <a:gd name="T8" fmla="*/ 781 w 77"/>
                  <a:gd name="T9" fmla="*/ 4592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28" y="109"/>
                    </a:moveTo>
                    <a:cubicBezTo>
                      <a:pt x="10" y="105"/>
                      <a:pt x="0" y="79"/>
                      <a:pt x="6" y="49"/>
                    </a:cubicBezTo>
                    <a:cubicBezTo>
                      <a:pt x="11" y="20"/>
                      <a:pt x="31" y="0"/>
                      <a:pt x="49" y="3"/>
                    </a:cubicBezTo>
                    <a:cubicBezTo>
                      <a:pt x="67" y="7"/>
                      <a:pt x="77" y="33"/>
                      <a:pt x="71" y="62"/>
                    </a:cubicBezTo>
                    <a:cubicBezTo>
                      <a:pt x="65" y="91"/>
                      <a:pt x="46" y="112"/>
                      <a:pt x="28" y="10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5" name="Freeform 1602">
                <a:extLst>
                  <a:ext uri="{FF2B5EF4-FFF2-40B4-BE49-F238E27FC236}">
                    <a16:creationId xmlns:a16="http://schemas.microsoft.com/office/drawing/2014/main" id="{B4D0B0C3-63FB-4D56-8173-05880DFC2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261"/>
                <a:ext cx="73" cy="35"/>
              </a:xfrm>
              <a:custGeom>
                <a:avLst/>
                <a:gdLst>
                  <a:gd name="T0" fmla="*/ 49 w 42"/>
                  <a:gd name="T1" fmla="*/ 326 h 19"/>
                  <a:gd name="T2" fmla="*/ 85 w 42"/>
                  <a:gd name="T3" fmla="*/ 0 h 19"/>
                  <a:gd name="T4" fmla="*/ 1159 w 42"/>
                  <a:gd name="T5" fmla="*/ 379 h 19"/>
                  <a:gd name="T6" fmla="*/ 1159 w 42"/>
                  <a:gd name="T7" fmla="*/ 379 h 19"/>
                  <a:gd name="T8" fmla="*/ 1125 w 42"/>
                  <a:gd name="T9" fmla="*/ 549 h 19"/>
                  <a:gd name="T10" fmla="*/ 1112 w 42"/>
                  <a:gd name="T11" fmla="*/ 737 h 19"/>
                  <a:gd name="T12" fmla="*/ 1112 w 42"/>
                  <a:gd name="T13" fmla="*/ 737 h 19"/>
                  <a:gd name="T14" fmla="*/ 0 w 42"/>
                  <a:gd name="T15" fmla="*/ 656 h 19"/>
                  <a:gd name="T16" fmla="*/ 49 w 42"/>
                  <a:gd name="T17" fmla="*/ 326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9">
                    <a:moveTo>
                      <a:pt x="2" y="8"/>
                    </a:moveTo>
                    <a:cubicBezTo>
                      <a:pt x="2" y="6"/>
                      <a:pt x="3" y="3"/>
                      <a:pt x="3" y="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2" y="12"/>
                      <a:pt x="41" y="13"/>
                      <a:pt x="41" y="14"/>
                    </a:cubicBezTo>
                    <a:cubicBezTo>
                      <a:pt x="41" y="16"/>
                      <a:pt x="41" y="17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4"/>
                      <a:pt x="1" y="11"/>
                      <a:pt x="2" y="8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6" name="Freeform 1603">
                <a:extLst>
                  <a:ext uri="{FF2B5EF4-FFF2-40B4-BE49-F238E27FC236}">
                    <a16:creationId xmlns:a16="http://schemas.microsoft.com/office/drawing/2014/main" id="{B33592F4-91C7-4CCE-A42A-9F560C6C4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861"/>
                <a:ext cx="157" cy="203"/>
              </a:xfrm>
              <a:custGeom>
                <a:avLst/>
                <a:gdLst>
                  <a:gd name="T0" fmla="*/ 2088 w 90"/>
                  <a:gd name="T1" fmla="*/ 4127 h 109"/>
                  <a:gd name="T2" fmla="*/ 2039 w 90"/>
                  <a:gd name="T3" fmla="*/ 1505 h 109"/>
                  <a:gd name="T4" fmla="*/ 420 w 90"/>
                  <a:gd name="T5" fmla="*/ 419 h 109"/>
                  <a:gd name="T6" fmla="*/ 483 w 90"/>
                  <a:gd name="T7" fmla="*/ 3041 h 109"/>
                  <a:gd name="T8" fmla="*/ 2088 w 90"/>
                  <a:gd name="T9" fmla="*/ 4127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74" y="99"/>
                    </a:moveTo>
                    <a:cubicBezTo>
                      <a:pt x="90" y="89"/>
                      <a:pt x="89" y="60"/>
                      <a:pt x="72" y="36"/>
                    </a:cubicBezTo>
                    <a:cubicBezTo>
                      <a:pt x="56" y="11"/>
                      <a:pt x="30" y="0"/>
                      <a:pt x="15" y="10"/>
                    </a:cubicBezTo>
                    <a:cubicBezTo>
                      <a:pt x="0" y="20"/>
                      <a:pt x="0" y="48"/>
                      <a:pt x="17" y="73"/>
                    </a:cubicBezTo>
                    <a:cubicBezTo>
                      <a:pt x="33" y="97"/>
                      <a:pt x="59" y="109"/>
                      <a:pt x="74" y="9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7" name="Freeform 1604">
                <a:extLst>
                  <a:ext uri="{FF2B5EF4-FFF2-40B4-BE49-F238E27FC236}">
                    <a16:creationId xmlns:a16="http://schemas.microsoft.com/office/drawing/2014/main" id="{7B011C2A-9B97-4742-8883-EFE0DEDD4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1876"/>
                <a:ext cx="83" cy="164"/>
              </a:xfrm>
              <a:custGeom>
                <a:avLst/>
                <a:gdLst>
                  <a:gd name="T0" fmla="*/ 616 w 48"/>
                  <a:gd name="T1" fmla="*/ 2630 h 88"/>
                  <a:gd name="T2" fmla="*/ 553 w 48"/>
                  <a:gd name="T3" fmla="*/ 293 h 88"/>
                  <a:gd name="T4" fmla="*/ 1065 w 48"/>
                  <a:gd name="T5" fmla="*/ 209 h 88"/>
                  <a:gd name="T6" fmla="*/ 377 w 48"/>
                  <a:gd name="T7" fmla="*/ 209 h 88"/>
                  <a:gd name="T8" fmla="*/ 431 w 48"/>
                  <a:gd name="T9" fmla="*/ 2557 h 88"/>
                  <a:gd name="T10" fmla="*/ 1288 w 48"/>
                  <a:gd name="T11" fmla="*/ 3688 h 88"/>
                  <a:gd name="T12" fmla="*/ 616 w 48"/>
                  <a:gd name="T13" fmla="*/ 263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88">
                    <a:moveTo>
                      <a:pt x="23" y="63"/>
                    </a:moveTo>
                    <a:cubicBezTo>
                      <a:pt x="8" y="42"/>
                      <a:pt x="7" y="16"/>
                      <a:pt x="21" y="7"/>
                    </a:cubicBezTo>
                    <a:cubicBezTo>
                      <a:pt x="26" y="4"/>
                      <a:pt x="33" y="3"/>
                      <a:pt x="40" y="5"/>
                    </a:cubicBezTo>
                    <a:cubicBezTo>
                      <a:pt x="30" y="0"/>
                      <a:pt x="21" y="0"/>
                      <a:pt x="14" y="5"/>
                    </a:cubicBezTo>
                    <a:cubicBezTo>
                      <a:pt x="0" y="14"/>
                      <a:pt x="1" y="39"/>
                      <a:pt x="16" y="61"/>
                    </a:cubicBezTo>
                    <a:cubicBezTo>
                      <a:pt x="25" y="74"/>
                      <a:pt x="37" y="85"/>
                      <a:pt x="48" y="88"/>
                    </a:cubicBezTo>
                    <a:cubicBezTo>
                      <a:pt x="39" y="84"/>
                      <a:pt x="30" y="74"/>
                      <a:pt x="23" y="63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8" name="Freeform 1605">
                <a:extLst>
                  <a:ext uri="{FF2B5EF4-FFF2-40B4-BE49-F238E27FC236}">
                    <a16:creationId xmlns:a16="http://schemas.microsoft.com/office/drawing/2014/main" id="{5848F3F4-E057-4C94-B57D-9AAE58A50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1982"/>
                <a:ext cx="72" cy="52"/>
              </a:xfrm>
              <a:custGeom>
                <a:avLst/>
                <a:gdLst>
                  <a:gd name="T0" fmla="*/ 1055 w 41"/>
                  <a:gd name="T1" fmla="*/ 334 h 28"/>
                  <a:gd name="T2" fmla="*/ 904 w 41"/>
                  <a:gd name="T3" fmla="*/ 0 h 28"/>
                  <a:gd name="T4" fmla="*/ 0 w 41"/>
                  <a:gd name="T5" fmla="*/ 858 h 28"/>
                  <a:gd name="T6" fmla="*/ 0 w 41"/>
                  <a:gd name="T7" fmla="*/ 858 h 28"/>
                  <a:gd name="T8" fmla="*/ 65 w 41"/>
                  <a:gd name="T9" fmla="*/ 1010 h 28"/>
                  <a:gd name="T10" fmla="*/ 151 w 41"/>
                  <a:gd name="T11" fmla="*/ 1151 h 28"/>
                  <a:gd name="T12" fmla="*/ 151 w 41"/>
                  <a:gd name="T13" fmla="*/ 1151 h 28"/>
                  <a:gd name="T14" fmla="*/ 1196 w 41"/>
                  <a:gd name="T15" fmla="*/ 620 h 28"/>
                  <a:gd name="T16" fmla="*/ 1055 w 41"/>
                  <a:gd name="T17" fmla="*/ 334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8">
                    <a:moveTo>
                      <a:pt x="36" y="8"/>
                    </a:moveTo>
                    <a:cubicBezTo>
                      <a:pt x="34" y="5"/>
                      <a:pt x="33" y="3"/>
                      <a:pt x="31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2"/>
                      <a:pt x="1" y="23"/>
                      <a:pt x="2" y="25"/>
                    </a:cubicBezTo>
                    <a:cubicBezTo>
                      <a:pt x="3" y="26"/>
                      <a:pt x="4" y="27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9" y="13"/>
                      <a:pt x="38" y="10"/>
                      <a:pt x="36" y="8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9" name="Freeform 1606">
                <a:extLst>
                  <a:ext uri="{FF2B5EF4-FFF2-40B4-BE49-F238E27FC236}">
                    <a16:creationId xmlns:a16="http://schemas.microsoft.com/office/drawing/2014/main" id="{BC9F54AA-E4DB-45A3-80C8-8BE23392B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" y="2790"/>
                <a:ext cx="157" cy="203"/>
              </a:xfrm>
              <a:custGeom>
                <a:avLst/>
                <a:gdLst>
                  <a:gd name="T0" fmla="*/ 2118 w 90"/>
                  <a:gd name="T1" fmla="*/ 4127 h 109"/>
                  <a:gd name="T2" fmla="*/ 483 w 90"/>
                  <a:gd name="T3" fmla="*/ 3041 h 109"/>
                  <a:gd name="T4" fmla="*/ 420 w 90"/>
                  <a:gd name="T5" fmla="*/ 419 h 109"/>
                  <a:gd name="T6" fmla="*/ 2055 w 90"/>
                  <a:gd name="T7" fmla="*/ 1505 h 109"/>
                  <a:gd name="T8" fmla="*/ 2118 w 90"/>
                  <a:gd name="T9" fmla="*/ 4127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75" y="99"/>
                    </a:moveTo>
                    <a:cubicBezTo>
                      <a:pt x="59" y="109"/>
                      <a:pt x="34" y="97"/>
                      <a:pt x="17" y="73"/>
                    </a:cubicBezTo>
                    <a:cubicBezTo>
                      <a:pt x="1" y="48"/>
                      <a:pt x="0" y="20"/>
                      <a:pt x="15" y="10"/>
                    </a:cubicBezTo>
                    <a:cubicBezTo>
                      <a:pt x="30" y="0"/>
                      <a:pt x="56" y="11"/>
                      <a:pt x="73" y="36"/>
                    </a:cubicBezTo>
                    <a:cubicBezTo>
                      <a:pt x="89" y="60"/>
                      <a:pt x="90" y="89"/>
                      <a:pt x="75" y="9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0" name="Freeform 1607">
                <a:extLst>
                  <a:ext uri="{FF2B5EF4-FFF2-40B4-BE49-F238E27FC236}">
                    <a16:creationId xmlns:a16="http://schemas.microsoft.com/office/drawing/2014/main" id="{8C34DB77-D875-4551-9002-78EA487EA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2816"/>
                <a:ext cx="73" cy="54"/>
              </a:xfrm>
              <a:custGeom>
                <a:avLst/>
                <a:gdLst>
                  <a:gd name="T0" fmla="*/ 156 w 42"/>
                  <a:gd name="T1" fmla="*/ 916 h 29"/>
                  <a:gd name="T2" fmla="*/ 0 w 42"/>
                  <a:gd name="T3" fmla="*/ 628 h 29"/>
                  <a:gd name="T4" fmla="*/ 1012 w 42"/>
                  <a:gd name="T5" fmla="*/ 0 h 29"/>
                  <a:gd name="T6" fmla="*/ 1012 w 42"/>
                  <a:gd name="T7" fmla="*/ 0 h 29"/>
                  <a:gd name="T8" fmla="*/ 1076 w 42"/>
                  <a:gd name="T9" fmla="*/ 156 h 29"/>
                  <a:gd name="T10" fmla="*/ 1159 w 42"/>
                  <a:gd name="T11" fmla="*/ 337 h 29"/>
                  <a:gd name="T12" fmla="*/ 1159 w 42"/>
                  <a:gd name="T13" fmla="*/ 337 h 29"/>
                  <a:gd name="T14" fmla="*/ 271 w 42"/>
                  <a:gd name="T15" fmla="*/ 1214 h 29"/>
                  <a:gd name="T16" fmla="*/ 156 w 42"/>
                  <a:gd name="T17" fmla="*/ 916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29">
                    <a:moveTo>
                      <a:pt x="6" y="22"/>
                    </a:moveTo>
                    <a:cubicBezTo>
                      <a:pt x="4" y="19"/>
                      <a:pt x="2" y="17"/>
                      <a:pt x="0" y="15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8" y="2"/>
                      <a:pt x="38" y="3"/>
                      <a:pt x="39" y="4"/>
                    </a:cubicBezTo>
                    <a:cubicBezTo>
                      <a:pt x="40" y="5"/>
                      <a:pt x="41" y="7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9" y="27"/>
                      <a:pt x="7" y="24"/>
                      <a:pt x="6" y="22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1" name="Freeform 1608">
                <a:extLst>
                  <a:ext uri="{FF2B5EF4-FFF2-40B4-BE49-F238E27FC236}">
                    <a16:creationId xmlns:a16="http://schemas.microsoft.com/office/drawing/2014/main" id="{D5E89563-4878-4113-8948-A4D417632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3036"/>
                <a:ext cx="192" cy="167"/>
              </a:xfrm>
              <a:custGeom>
                <a:avLst/>
                <a:gdLst>
                  <a:gd name="T0" fmla="*/ 307 w 110"/>
                  <a:gd name="T1" fmla="*/ 3062 h 90"/>
                  <a:gd name="T2" fmla="*/ 2089 w 110"/>
                  <a:gd name="T3" fmla="*/ 2978 h 90"/>
                  <a:gd name="T4" fmla="*/ 2831 w 110"/>
                  <a:gd name="T5" fmla="*/ 612 h 90"/>
                  <a:gd name="T6" fmla="*/ 1047 w 110"/>
                  <a:gd name="T7" fmla="*/ 696 h 90"/>
                  <a:gd name="T8" fmla="*/ 307 w 110"/>
                  <a:gd name="T9" fmla="*/ 3062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90">
                    <a:moveTo>
                      <a:pt x="11" y="75"/>
                    </a:moveTo>
                    <a:cubicBezTo>
                      <a:pt x="21" y="90"/>
                      <a:pt x="49" y="89"/>
                      <a:pt x="74" y="73"/>
                    </a:cubicBezTo>
                    <a:cubicBezTo>
                      <a:pt x="98" y="56"/>
                      <a:pt x="110" y="31"/>
                      <a:pt x="100" y="15"/>
                    </a:cubicBezTo>
                    <a:cubicBezTo>
                      <a:pt x="89" y="0"/>
                      <a:pt x="61" y="1"/>
                      <a:pt x="37" y="17"/>
                    </a:cubicBezTo>
                    <a:cubicBezTo>
                      <a:pt x="12" y="34"/>
                      <a:pt x="0" y="59"/>
                      <a:pt x="11" y="75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2" name="Freeform 1609">
                <a:extLst>
                  <a:ext uri="{FF2B5EF4-FFF2-40B4-BE49-F238E27FC236}">
                    <a16:creationId xmlns:a16="http://schemas.microsoft.com/office/drawing/2014/main" id="{61A0BC9D-D422-44DD-8BBB-712B01E4A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997"/>
                <a:ext cx="64" cy="81"/>
              </a:xfrm>
              <a:custGeom>
                <a:avLst/>
                <a:gdLst>
                  <a:gd name="T0" fmla="*/ 808 w 37"/>
                  <a:gd name="T1" fmla="*/ 1478 h 44"/>
                  <a:gd name="T2" fmla="*/ 993 w 37"/>
                  <a:gd name="T3" fmla="*/ 1335 h 44"/>
                  <a:gd name="T4" fmla="*/ 377 w 37"/>
                  <a:gd name="T5" fmla="*/ 0 h 44"/>
                  <a:gd name="T6" fmla="*/ 377 w 37"/>
                  <a:gd name="T7" fmla="*/ 0 h 44"/>
                  <a:gd name="T8" fmla="*/ 185 w 37"/>
                  <a:gd name="T9" fmla="*/ 193 h 44"/>
                  <a:gd name="T10" fmla="*/ 0 w 37"/>
                  <a:gd name="T11" fmla="*/ 355 h 44"/>
                  <a:gd name="T12" fmla="*/ 0 w 37"/>
                  <a:gd name="T13" fmla="*/ 379 h 44"/>
                  <a:gd name="T14" fmla="*/ 616 w 37"/>
                  <a:gd name="T15" fmla="*/ 1708 h 44"/>
                  <a:gd name="T16" fmla="*/ 808 w 37"/>
                  <a:gd name="T17" fmla="*/ 1478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4">
                    <a:moveTo>
                      <a:pt x="30" y="38"/>
                    </a:moveTo>
                    <a:cubicBezTo>
                      <a:pt x="32" y="37"/>
                      <a:pt x="35" y="35"/>
                      <a:pt x="37" y="3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1"/>
                      <a:pt x="10" y="3"/>
                      <a:pt x="7" y="5"/>
                    </a:cubicBezTo>
                    <a:cubicBezTo>
                      <a:pt x="5" y="6"/>
                      <a:pt x="2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5" y="42"/>
                      <a:pt x="27" y="40"/>
                      <a:pt x="30" y="38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3" name="Freeform 1610">
                <a:extLst>
                  <a:ext uri="{FF2B5EF4-FFF2-40B4-BE49-F238E27FC236}">
                    <a16:creationId xmlns:a16="http://schemas.microsoft.com/office/drawing/2014/main" id="{1465A5CA-EA0C-4B81-94EE-6E63943F9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1651"/>
                <a:ext cx="190" cy="168"/>
              </a:xfrm>
              <a:custGeom>
                <a:avLst/>
                <a:gdLst>
                  <a:gd name="T0" fmla="*/ 277 w 109"/>
                  <a:gd name="T1" fmla="*/ 3136 h 90"/>
                  <a:gd name="T2" fmla="*/ 1018 w 109"/>
                  <a:gd name="T3" fmla="*/ 728 h 90"/>
                  <a:gd name="T4" fmla="*/ 2786 w 109"/>
                  <a:gd name="T5" fmla="*/ 631 h 90"/>
                  <a:gd name="T6" fmla="*/ 2039 w 109"/>
                  <a:gd name="T7" fmla="*/ 3039 h 90"/>
                  <a:gd name="T8" fmla="*/ 277 w 109"/>
                  <a:gd name="T9" fmla="*/ 3136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90">
                    <a:moveTo>
                      <a:pt x="10" y="74"/>
                    </a:moveTo>
                    <a:cubicBezTo>
                      <a:pt x="0" y="59"/>
                      <a:pt x="11" y="33"/>
                      <a:pt x="36" y="17"/>
                    </a:cubicBezTo>
                    <a:cubicBezTo>
                      <a:pt x="60" y="1"/>
                      <a:pt x="89" y="0"/>
                      <a:pt x="99" y="15"/>
                    </a:cubicBezTo>
                    <a:cubicBezTo>
                      <a:pt x="109" y="30"/>
                      <a:pt x="97" y="56"/>
                      <a:pt x="73" y="72"/>
                    </a:cubicBezTo>
                    <a:cubicBezTo>
                      <a:pt x="48" y="89"/>
                      <a:pt x="20" y="90"/>
                      <a:pt x="10" y="74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4" name="Freeform 1611">
                <a:extLst>
                  <a:ext uri="{FF2B5EF4-FFF2-40B4-BE49-F238E27FC236}">
                    <a16:creationId xmlns:a16="http://schemas.microsoft.com/office/drawing/2014/main" id="{D01D31EF-9F3F-4186-B2F3-F7CFCD429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1664"/>
                <a:ext cx="114" cy="140"/>
              </a:xfrm>
              <a:custGeom>
                <a:avLst/>
                <a:gdLst>
                  <a:gd name="T0" fmla="*/ 1591 w 65"/>
                  <a:gd name="T1" fmla="*/ 422 h 75"/>
                  <a:gd name="T2" fmla="*/ 993 w 65"/>
                  <a:gd name="T3" fmla="*/ 0 h 75"/>
                  <a:gd name="T4" fmla="*/ 1391 w 65"/>
                  <a:gd name="T5" fmla="*/ 422 h 75"/>
                  <a:gd name="T6" fmla="*/ 665 w 65"/>
                  <a:gd name="T7" fmla="*/ 2694 h 75"/>
                  <a:gd name="T8" fmla="*/ 0 w 65"/>
                  <a:gd name="T9" fmla="*/ 3168 h 75"/>
                  <a:gd name="T10" fmla="*/ 930 w 65"/>
                  <a:gd name="T11" fmla="*/ 2634 h 75"/>
                  <a:gd name="T12" fmla="*/ 1591 w 65"/>
                  <a:gd name="T13" fmla="*/ 422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75">
                    <a:moveTo>
                      <a:pt x="55" y="10"/>
                    </a:moveTo>
                    <a:cubicBezTo>
                      <a:pt x="51" y="4"/>
                      <a:pt x="44" y="0"/>
                      <a:pt x="34" y="0"/>
                    </a:cubicBezTo>
                    <a:cubicBezTo>
                      <a:pt x="40" y="2"/>
                      <a:pt x="45" y="5"/>
                      <a:pt x="48" y="10"/>
                    </a:cubicBezTo>
                    <a:cubicBezTo>
                      <a:pt x="58" y="24"/>
                      <a:pt x="47" y="48"/>
                      <a:pt x="23" y="64"/>
                    </a:cubicBezTo>
                    <a:cubicBezTo>
                      <a:pt x="16" y="69"/>
                      <a:pt x="7" y="73"/>
                      <a:pt x="0" y="75"/>
                    </a:cubicBezTo>
                    <a:cubicBezTo>
                      <a:pt x="10" y="74"/>
                      <a:pt x="22" y="69"/>
                      <a:pt x="32" y="62"/>
                    </a:cubicBezTo>
                    <a:cubicBezTo>
                      <a:pt x="54" y="48"/>
                      <a:pt x="65" y="24"/>
                      <a:pt x="55" y="10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5" name="Freeform 1612">
                <a:extLst>
                  <a:ext uri="{FF2B5EF4-FFF2-40B4-BE49-F238E27FC236}">
                    <a16:creationId xmlns:a16="http://schemas.microsoft.com/office/drawing/2014/main" id="{70FAA3BF-A669-4AA3-A2B7-60D5327D4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1664"/>
                <a:ext cx="119" cy="142"/>
              </a:xfrm>
              <a:custGeom>
                <a:avLst/>
                <a:gdLst>
                  <a:gd name="T0" fmla="*/ 572 w 68"/>
                  <a:gd name="T1" fmla="*/ 2853 h 76"/>
                  <a:gd name="T2" fmla="*/ 1222 w 68"/>
                  <a:gd name="T3" fmla="*/ 503 h 76"/>
                  <a:gd name="T4" fmla="*/ 1838 w 68"/>
                  <a:gd name="T5" fmla="*/ 45 h 76"/>
                  <a:gd name="T6" fmla="*/ 1838 w 68"/>
                  <a:gd name="T7" fmla="*/ 0 h 76"/>
                  <a:gd name="T8" fmla="*/ 1792 w 68"/>
                  <a:gd name="T9" fmla="*/ 45 h 76"/>
                  <a:gd name="T10" fmla="*/ 987 w 68"/>
                  <a:gd name="T11" fmla="*/ 503 h 76"/>
                  <a:gd name="T12" fmla="*/ 301 w 68"/>
                  <a:gd name="T13" fmla="*/ 2803 h 76"/>
                  <a:gd name="T14" fmla="*/ 922 w 68"/>
                  <a:gd name="T15" fmla="*/ 3229 h 76"/>
                  <a:gd name="T16" fmla="*/ 572 w 68"/>
                  <a:gd name="T17" fmla="*/ 2853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76">
                    <a:moveTo>
                      <a:pt x="20" y="67"/>
                    </a:moveTo>
                    <a:cubicBezTo>
                      <a:pt x="11" y="53"/>
                      <a:pt x="19" y="27"/>
                      <a:pt x="42" y="12"/>
                    </a:cubicBezTo>
                    <a:cubicBezTo>
                      <a:pt x="49" y="7"/>
                      <a:pt x="57" y="3"/>
                      <a:pt x="64" y="1"/>
                    </a:cubicBezTo>
                    <a:cubicBezTo>
                      <a:pt x="66" y="0"/>
                      <a:pt x="68" y="0"/>
                      <a:pt x="64" y="0"/>
                    </a:cubicBezTo>
                    <a:cubicBezTo>
                      <a:pt x="64" y="0"/>
                      <a:pt x="63" y="0"/>
                      <a:pt x="62" y="1"/>
                    </a:cubicBezTo>
                    <a:cubicBezTo>
                      <a:pt x="53" y="2"/>
                      <a:pt x="44" y="6"/>
                      <a:pt x="34" y="12"/>
                    </a:cubicBezTo>
                    <a:cubicBezTo>
                      <a:pt x="11" y="27"/>
                      <a:pt x="0" y="51"/>
                      <a:pt x="10" y="66"/>
                    </a:cubicBezTo>
                    <a:cubicBezTo>
                      <a:pt x="14" y="72"/>
                      <a:pt x="22" y="75"/>
                      <a:pt x="32" y="76"/>
                    </a:cubicBezTo>
                    <a:cubicBezTo>
                      <a:pt x="27" y="74"/>
                      <a:pt x="23" y="71"/>
                      <a:pt x="20" y="67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831" name="Group 1814">
              <a:extLst>
                <a:ext uri="{FF2B5EF4-FFF2-40B4-BE49-F238E27FC236}">
                  <a16:creationId xmlns:a16="http://schemas.microsoft.com/office/drawing/2014/main" id="{CE72184D-166F-48C6-9B89-9C4FE0F0F0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" y="1530"/>
              <a:ext cx="1552" cy="1792"/>
              <a:chOff x="418" y="1530"/>
              <a:chExt cx="1552" cy="1792"/>
            </a:xfrm>
          </p:grpSpPr>
          <p:sp>
            <p:nvSpPr>
              <p:cNvPr id="29076" name="Freeform 1614">
                <a:extLst>
                  <a:ext uri="{FF2B5EF4-FFF2-40B4-BE49-F238E27FC236}">
                    <a16:creationId xmlns:a16="http://schemas.microsoft.com/office/drawing/2014/main" id="{56DC0C24-64B4-40E0-98F6-071E2974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776"/>
                <a:ext cx="66" cy="82"/>
              </a:xfrm>
              <a:custGeom>
                <a:avLst/>
                <a:gdLst>
                  <a:gd name="T0" fmla="*/ 221 w 38"/>
                  <a:gd name="T1" fmla="*/ 209 h 44"/>
                  <a:gd name="T2" fmla="*/ 406 w 38"/>
                  <a:gd name="T3" fmla="*/ 0 h 44"/>
                  <a:gd name="T4" fmla="*/ 1047 w 38"/>
                  <a:gd name="T5" fmla="*/ 1411 h 44"/>
                  <a:gd name="T6" fmla="*/ 1047 w 38"/>
                  <a:gd name="T7" fmla="*/ 1411 h 44"/>
                  <a:gd name="T8" fmla="*/ 818 w 38"/>
                  <a:gd name="T9" fmla="*/ 1640 h 44"/>
                  <a:gd name="T10" fmla="*/ 627 w 38"/>
                  <a:gd name="T11" fmla="*/ 1845 h 44"/>
                  <a:gd name="T12" fmla="*/ 627 w 38"/>
                  <a:gd name="T13" fmla="*/ 1845 h 44"/>
                  <a:gd name="T14" fmla="*/ 0 w 38"/>
                  <a:gd name="T15" fmla="*/ 421 h 44"/>
                  <a:gd name="T16" fmla="*/ 221 w 38"/>
                  <a:gd name="T17" fmla="*/ 209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4">
                    <a:moveTo>
                      <a:pt x="8" y="5"/>
                    </a:moveTo>
                    <a:cubicBezTo>
                      <a:pt x="10" y="4"/>
                      <a:pt x="13" y="2"/>
                      <a:pt x="15" y="0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5" y="36"/>
                      <a:pt x="33" y="37"/>
                      <a:pt x="30" y="39"/>
                    </a:cubicBezTo>
                    <a:cubicBezTo>
                      <a:pt x="28" y="41"/>
                      <a:pt x="25" y="42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8"/>
                      <a:pt x="5" y="7"/>
                      <a:pt x="8" y="5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7" name="Freeform 1615">
                <a:extLst>
                  <a:ext uri="{FF2B5EF4-FFF2-40B4-BE49-F238E27FC236}">
                    <a16:creationId xmlns:a16="http://schemas.microsoft.com/office/drawing/2014/main" id="{6A5C4734-DCCE-430D-AFB4-E24D656C2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1733"/>
                <a:ext cx="21" cy="24"/>
              </a:xfrm>
              <a:custGeom>
                <a:avLst/>
                <a:gdLst>
                  <a:gd name="T0" fmla="*/ 0 w 12"/>
                  <a:gd name="T1" fmla="*/ 277 h 13"/>
                  <a:gd name="T2" fmla="*/ 151 w 12"/>
                  <a:gd name="T3" fmla="*/ 44 h 13"/>
                  <a:gd name="T4" fmla="*/ 350 w 12"/>
                  <a:gd name="T5" fmla="*/ 194 h 13"/>
                  <a:gd name="T6" fmla="*/ 200 w 12"/>
                  <a:gd name="T7" fmla="*/ 476 h 13"/>
                  <a:gd name="T8" fmla="*/ 0 w 12"/>
                  <a:gd name="T9" fmla="*/ 2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0" y="11"/>
                      <a:pt x="7" y="12"/>
                    </a:cubicBezTo>
                    <a:cubicBezTo>
                      <a:pt x="4" y="13"/>
                      <a:pt x="1" y="11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8" name="Freeform 1616">
                <a:extLst>
                  <a:ext uri="{FF2B5EF4-FFF2-40B4-BE49-F238E27FC236}">
                    <a16:creationId xmlns:a16="http://schemas.microsoft.com/office/drawing/2014/main" id="{8C1589FC-9866-43CD-94DA-C4F15676B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718"/>
                <a:ext cx="15" cy="17"/>
              </a:xfrm>
              <a:custGeom>
                <a:avLst/>
                <a:gdLst>
                  <a:gd name="T0" fmla="*/ 22 w 9"/>
                  <a:gd name="T1" fmla="*/ 213 h 9"/>
                  <a:gd name="T2" fmla="*/ 92 w 9"/>
                  <a:gd name="T3" fmla="*/ 0 h 9"/>
                  <a:gd name="T4" fmla="*/ 195 w 9"/>
                  <a:gd name="T5" fmla="*/ 144 h 9"/>
                  <a:gd name="T6" fmla="*/ 130 w 9"/>
                  <a:gd name="T7" fmla="*/ 357 h 9"/>
                  <a:gd name="T8" fmla="*/ 22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0" y="3"/>
                      <a:pt x="2" y="1"/>
                      <a:pt x="4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9" y="6"/>
                      <a:pt x="8" y="8"/>
                      <a:pt x="6" y="8"/>
                    </a:cubicBezTo>
                    <a:cubicBezTo>
                      <a:pt x="3" y="9"/>
                      <a:pt x="1" y="7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9" name="Freeform 1617">
                <a:extLst>
                  <a:ext uri="{FF2B5EF4-FFF2-40B4-BE49-F238E27FC236}">
                    <a16:creationId xmlns:a16="http://schemas.microsoft.com/office/drawing/2014/main" id="{DE3DAF16-D395-46CB-AA9D-4F46AC4E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1759"/>
                <a:ext cx="10" cy="11"/>
              </a:xfrm>
              <a:custGeom>
                <a:avLst/>
                <a:gdLst>
                  <a:gd name="T0" fmla="*/ 0 w 6"/>
                  <a:gd name="T1" fmla="*/ 149 h 6"/>
                  <a:gd name="T2" fmla="*/ 62 w 6"/>
                  <a:gd name="T3" fmla="*/ 44 h 6"/>
                  <a:gd name="T4" fmla="*/ 130 w 6"/>
                  <a:gd name="T5" fmla="*/ 125 h 6"/>
                  <a:gd name="T6" fmla="*/ 92 w 6"/>
                  <a:gd name="T7" fmla="*/ 229 h 6"/>
                  <a:gd name="T8" fmla="*/ 0 w 6"/>
                  <a:gd name="T9" fmla="*/ 1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ubicBezTo>
                      <a:pt x="2" y="6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0" name="Freeform 1618">
                <a:extLst>
                  <a:ext uri="{FF2B5EF4-FFF2-40B4-BE49-F238E27FC236}">
                    <a16:creationId xmlns:a16="http://schemas.microsoft.com/office/drawing/2014/main" id="{76D86DCF-4D1E-4A7B-99A2-AFBDB37AF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1783"/>
                <a:ext cx="52" cy="56"/>
              </a:xfrm>
              <a:custGeom>
                <a:avLst/>
                <a:gdLst>
                  <a:gd name="T0" fmla="*/ 0 w 30"/>
                  <a:gd name="T1" fmla="*/ 254 h 30"/>
                  <a:gd name="T2" fmla="*/ 262 w 30"/>
                  <a:gd name="T3" fmla="*/ 0 h 30"/>
                  <a:gd name="T4" fmla="*/ 811 w 30"/>
                  <a:gd name="T5" fmla="*/ 1275 h 30"/>
                  <a:gd name="T6" fmla="*/ 255 w 30"/>
                  <a:gd name="T7" fmla="*/ 293 h 30"/>
                  <a:gd name="T8" fmla="*/ 0 w 30"/>
                  <a:gd name="T9" fmla="*/ 25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0" y="6"/>
                    </a:moveTo>
                    <a:cubicBezTo>
                      <a:pt x="4" y="5"/>
                      <a:pt x="10" y="0"/>
                      <a:pt x="10" y="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0"/>
                      <a:pt x="14" y="8"/>
                      <a:pt x="9" y="7"/>
                    </a:cubicBezTo>
                    <a:cubicBezTo>
                      <a:pt x="5" y="6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1" name="Freeform 1619">
                <a:extLst>
                  <a:ext uri="{FF2B5EF4-FFF2-40B4-BE49-F238E27FC236}">
                    <a16:creationId xmlns:a16="http://schemas.microsoft.com/office/drawing/2014/main" id="{5CFF0B20-E1AB-4CA3-AC04-959C6CEAD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" y="1989"/>
                <a:ext cx="63" cy="32"/>
              </a:xfrm>
              <a:custGeom>
                <a:avLst/>
                <a:gdLst>
                  <a:gd name="T0" fmla="*/ 0 w 36"/>
                  <a:gd name="T1" fmla="*/ 401 h 17"/>
                  <a:gd name="T2" fmla="*/ 200 w 36"/>
                  <a:gd name="T3" fmla="*/ 0 h 17"/>
                  <a:gd name="T4" fmla="*/ 1036 w 36"/>
                  <a:gd name="T5" fmla="*/ 755 h 17"/>
                  <a:gd name="T6" fmla="*/ 264 w 36"/>
                  <a:gd name="T7" fmla="*/ 301 h 17"/>
                  <a:gd name="T8" fmla="*/ 0 w 36"/>
                  <a:gd name="T9" fmla="*/ 40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7">
                    <a:moveTo>
                      <a:pt x="0" y="9"/>
                    </a:moveTo>
                    <a:cubicBezTo>
                      <a:pt x="2" y="7"/>
                      <a:pt x="6" y="0"/>
                      <a:pt x="7" y="0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13" y="6"/>
                      <a:pt x="9" y="7"/>
                    </a:cubicBezTo>
                    <a:cubicBezTo>
                      <a:pt x="4" y="7"/>
                      <a:pt x="1" y="9"/>
                      <a:pt x="0" y="9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2" name="Freeform 1620">
                <a:extLst>
                  <a:ext uri="{FF2B5EF4-FFF2-40B4-BE49-F238E27FC236}">
                    <a16:creationId xmlns:a16="http://schemas.microsoft.com/office/drawing/2014/main" id="{48316061-5AB4-4E30-835E-D1780D58C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553"/>
                <a:ext cx="138" cy="109"/>
              </a:xfrm>
              <a:custGeom>
                <a:avLst/>
                <a:gdLst>
                  <a:gd name="T0" fmla="*/ 2157 w 79"/>
                  <a:gd name="T1" fmla="*/ 713 h 59"/>
                  <a:gd name="T2" fmla="*/ 1705 w 79"/>
                  <a:gd name="T3" fmla="*/ 0 h 59"/>
                  <a:gd name="T4" fmla="*/ 1969 w 79"/>
                  <a:gd name="T5" fmla="*/ 560 h 59"/>
                  <a:gd name="T6" fmla="*/ 735 w 79"/>
                  <a:gd name="T7" fmla="*/ 2187 h 59"/>
                  <a:gd name="T8" fmla="*/ 0 w 79"/>
                  <a:gd name="T9" fmla="*/ 2211 h 59"/>
                  <a:gd name="T10" fmla="*/ 959 w 79"/>
                  <a:gd name="T11" fmla="*/ 2256 h 59"/>
                  <a:gd name="T12" fmla="*/ 2157 w 79"/>
                  <a:gd name="T13" fmla="*/ 713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59">
                    <a:moveTo>
                      <a:pt x="76" y="18"/>
                    </a:moveTo>
                    <a:cubicBezTo>
                      <a:pt x="74" y="10"/>
                      <a:pt x="69" y="4"/>
                      <a:pt x="60" y="0"/>
                    </a:cubicBezTo>
                    <a:cubicBezTo>
                      <a:pt x="65" y="4"/>
                      <a:pt x="68" y="8"/>
                      <a:pt x="69" y="14"/>
                    </a:cubicBezTo>
                    <a:cubicBezTo>
                      <a:pt x="73" y="31"/>
                      <a:pt x="53" y="49"/>
                      <a:pt x="26" y="55"/>
                    </a:cubicBezTo>
                    <a:cubicBezTo>
                      <a:pt x="18" y="56"/>
                      <a:pt x="7" y="57"/>
                      <a:pt x="0" y="56"/>
                    </a:cubicBezTo>
                    <a:cubicBezTo>
                      <a:pt x="9" y="59"/>
                      <a:pt x="22" y="59"/>
                      <a:pt x="34" y="57"/>
                    </a:cubicBezTo>
                    <a:cubicBezTo>
                      <a:pt x="60" y="51"/>
                      <a:pt x="79" y="34"/>
                      <a:pt x="76" y="18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3" name="Freeform 1621">
                <a:extLst>
                  <a:ext uri="{FF2B5EF4-FFF2-40B4-BE49-F238E27FC236}">
                    <a16:creationId xmlns:a16="http://schemas.microsoft.com/office/drawing/2014/main" id="{59B83CCE-2201-4E91-9D52-4DAAE4C0A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542"/>
                <a:ext cx="143" cy="111"/>
              </a:xfrm>
              <a:custGeom>
                <a:avLst/>
                <a:gdLst>
                  <a:gd name="T0" fmla="*/ 371 w 82"/>
                  <a:gd name="T1" fmla="*/ 1930 h 60"/>
                  <a:gd name="T2" fmla="*/ 1517 w 82"/>
                  <a:gd name="T3" fmla="*/ 194 h 60"/>
                  <a:gd name="T4" fmla="*/ 2227 w 82"/>
                  <a:gd name="T5" fmla="*/ 126 h 60"/>
                  <a:gd name="T6" fmla="*/ 2227 w 82"/>
                  <a:gd name="T7" fmla="*/ 126 h 60"/>
                  <a:gd name="T8" fmla="*/ 2166 w 82"/>
                  <a:gd name="T9" fmla="*/ 126 h 60"/>
                  <a:gd name="T10" fmla="*/ 1320 w 82"/>
                  <a:gd name="T11" fmla="*/ 81 h 60"/>
                  <a:gd name="T12" fmla="*/ 113 w 82"/>
                  <a:gd name="T13" fmla="*/ 1735 h 60"/>
                  <a:gd name="T14" fmla="*/ 563 w 82"/>
                  <a:gd name="T15" fmla="*/ 2399 h 60"/>
                  <a:gd name="T16" fmla="*/ 371 w 82"/>
                  <a:gd name="T17" fmla="*/ 1930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60">
                    <a:moveTo>
                      <a:pt x="13" y="48"/>
                    </a:moveTo>
                    <a:cubicBezTo>
                      <a:pt x="9" y="31"/>
                      <a:pt x="27" y="11"/>
                      <a:pt x="54" y="5"/>
                    </a:cubicBezTo>
                    <a:cubicBezTo>
                      <a:pt x="62" y="4"/>
                      <a:pt x="71" y="3"/>
                      <a:pt x="79" y="3"/>
                    </a:cubicBezTo>
                    <a:cubicBezTo>
                      <a:pt x="80" y="4"/>
                      <a:pt x="82" y="4"/>
                      <a:pt x="79" y="3"/>
                    </a:cubicBezTo>
                    <a:cubicBezTo>
                      <a:pt x="78" y="3"/>
                      <a:pt x="78" y="3"/>
                      <a:pt x="77" y="3"/>
                    </a:cubicBezTo>
                    <a:cubicBezTo>
                      <a:pt x="68" y="0"/>
                      <a:pt x="58" y="0"/>
                      <a:pt x="47" y="2"/>
                    </a:cubicBezTo>
                    <a:cubicBezTo>
                      <a:pt x="20" y="8"/>
                      <a:pt x="0" y="26"/>
                      <a:pt x="4" y="43"/>
                    </a:cubicBezTo>
                    <a:cubicBezTo>
                      <a:pt x="5" y="50"/>
                      <a:pt x="11" y="56"/>
                      <a:pt x="20" y="60"/>
                    </a:cubicBezTo>
                    <a:cubicBezTo>
                      <a:pt x="16" y="57"/>
                      <a:pt x="14" y="53"/>
                      <a:pt x="13" y="48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4" name="Freeform 1622">
                <a:extLst>
                  <a:ext uri="{FF2B5EF4-FFF2-40B4-BE49-F238E27FC236}">
                    <a16:creationId xmlns:a16="http://schemas.microsoft.com/office/drawing/2014/main" id="{30C86C57-6065-4C90-A3ED-FE8EE99D5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577"/>
                <a:ext cx="23" cy="24"/>
              </a:xfrm>
              <a:custGeom>
                <a:avLst/>
                <a:gdLst>
                  <a:gd name="T0" fmla="*/ 37 w 13"/>
                  <a:gd name="T1" fmla="*/ 194 h 13"/>
                  <a:gd name="T2" fmla="*/ 244 w 13"/>
                  <a:gd name="T3" fmla="*/ 44 h 13"/>
                  <a:gd name="T4" fmla="*/ 359 w 13"/>
                  <a:gd name="T5" fmla="*/ 327 h 13"/>
                  <a:gd name="T6" fmla="*/ 156 w 13"/>
                  <a:gd name="T7" fmla="*/ 476 h 13"/>
                  <a:gd name="T8" fmla="*/ 37 w 13"/>
                  <a:gd name="T9" fmla="*/ 1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" y="5"/>
                    </a:moveTo>
                    <a:cubicBezTo>
                      <a:pt x="1" y="2"/>
                      <a:pt x="5" y="0"/>
                      <a:pt x="8" y="1"/>
                    </a:cubicBezTo>
                    <a:cubicBezTo>
                      <a:pt x="11" y="1"/>
                      <a:pt x="13" y="4"/>
                      <a:pt x="12" y="8"/>
                    </a:cubicBezTo>
                    <a:cubicBezTo>
                      <a:pt x="12" y="11"/>
                      <a:pt x="9" y="13"/>
                      <a:pt x="5" y="12"/>
                    </a:cubicBezTo>
                    <a:cubicBezTo>
                      <a:pt x="2" y="12"/>
                      <a:pt x="0" y="9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" name="Freeform 1623">
                <a:extLst>
                  <a:ext uri="{FF2B5EF4-FFF2-40B4-BE49-F238E27FC236}">
                    <a16:creationId xmlns:a16="http://schemas.microsoft.com/office/drawing/2014/main" id="{43A77D68-A966-47B4-B5E1-8CC58ACC0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568"/>
                <a:ext cx="16" cy="16"/>
              </a:xfrm>
              <a:custGeom>
                <a:avLst/>
                <a:gdLst>
                  <a:gd name="T0" fmla="*/ 37 w 9"/>
                  <a:gd name="T1" fmla="*/ 117 h 9"/>
                  <a:gd name="T2" fmla="*/ 158 w 9"/>
                  <a:gd name="T3" fmla="*/ 37 h 9"/>
                  <a:gd name="T4" fmla="*/ 281 w 9"/>
                  <a:gd name="T5" fmla="*/ 203 h 9"/>
                  <a:gd name="T6" fmla="*/ 117 w 9"/>
                  <a:gd name="T7" fmla="*/ 281 h 9"/>
                  <a:gd name="T8" fmla="*/ 37 w 9"/>
                  <a:gd name="T9" fmla="*/ 1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8" y="1"/>
                      <a:pt x="9" y="3"/>
                      <a:pt x="9" y="6"/>
                    </a:cubicBez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" name="Freeform 1624">
                <a:extLst>
                  <a:ext uri="{FF2B5EF4-FFF2-40B4-BE49-F238E27FC236}">
                    <a16:creationId xmlns:a16="http://schemas.microsoft.com/office/drawing/2014/main" id="{D10A97D2-785E-470F-A921-FB7A4166C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1601"/>
                <a:ext cx="8" cy="11"/>
              </a:xfrm>
              <a:custGeom>
                <a:avLst/>
                <a:gdLst>
                  <a:gd name="T0" fmla="*/ 0 w 5"/>
                  <a:gd name="T1" fmla="*/ 81 h 6"/>
                  <a:gd name="T2" fmla="*/ 54 w 5"/>
                  <a:gd name="T3" fmla="*/ 0 h 6"/>
                  <a:gd name="T4" fmla="*/ 86 w 5"/>
                  <a:gd name="T5" fmla="*/ 149 h 6"/>
                  <a:gd name="T6" fmla="*/ 34 w 5"/>
                  <a:gd name="T7" fmla="*/ 229 h 6"/>
                  <a:gd name="T8" fmla="*/ 0 w 5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5" y="5"/>
                      <a:pt x="3" y="6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7" name="Freeform 1625">
                <a:extLst>
                  <a:ext uri="{FF2B5EF4-FFF2-40B4-BE49-F238E27FC236}">
                    <a16:creationId xmlns:a16="http://schemas.microsoft.com/office/drawing/2014/main" id="{5DF13513-FD1B-4A6A-8455-D175ED72D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664"/>
                <a:ext cx="26" cy="30"/>
              </a:xfrm>
              <a:custGeom>
                <a:avLst/>
                <a:gdLst>
                  <a:gd name="T0" fmla="*/ 361 w 15"/>
                  <a:gd name="T1" fmla="*/ 692 h 16"/>
                  <a:gd name="T2" fmla="*/ 406 w 15"/>
                  <a:gd name="T3" fmla="*/ 654 h 16"/>
                  <a:gd name="T4" fmla="*/ 321 w 15"/>
                  <a:gd name="T5" fmla="*/ 0 h 16"/>
                  <a:gd name="T6" fmla="*/ 0 w 15"/>
                  <a:gd name="T7" fmla="*/ 99 h 16"/>
                  <a:gd name="T8" fmla="*/ 220 w 15"/>
                  <a:gd name="T9" fmla="*/ 296 h 16"/>
                  <a:gd name="T10" fmla="*/ 361 w 15"/>
                  <a:gd name="T11" fmla="*/ 69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6">
                    <a:moveTo>
                      <a:pt x="13" y="16"/>
                    </a:moveTo>
                    <a:cubicBezTo>
                      <a:pt x="13" y="16"/>
                      <a:pt x="14" y="16"/>
                      <a:pt x="15" y="15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4" y="2"/>
                      <a:pt x="0" y="2"/>
                    </a:cubicBezTo>
                    <a:cubicBezTo>
                      <a:pt x="0" y="3"/>
                      <a:pt x="4" y="4"/>
                      <a:pt x="8" y="7"/>
                    </a:cubicBezTo>
                    <a:cubicBezTo>
                      <a:pt x="9" y="8"/>
                      <a:pt x="11" y="12"/>
                      <a:pt x="13" y="16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8" name="Freeform 1626">
                <a:extLst>
                  <a:ext uri="{FF2B5EF4-FFF2-40B4-BE49-F238E27FC236}">
                    <a16:creationId xmlns:a16="http://schemas.microsoft.com/office/drawing/2014/main" id="{4FDBB843-A749-4654-BBCB-8E16D73F5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581"/>
                <a:ext cx="149" cy="87"/>
              </a:xfrm>
              <a:custGeom>
                <a:avLst/>
                <a:gdLst>
                  <a:gd name="T0" fmla="*/ 2299 w 86"/>
                  <a:gd name="T1" fmla="*/ 894 h 47"/>
                  <a:gd name="T2" fmla="*/ 2070 w 86"/>
                  <a:gd name="T3" fmla="*/ 0 h 47"/>
                  <a:gd name="T4" fmla="*/ 2173 w 86"/>
                  <a:gd name="T5" fmla="*/ 661 h 47"/>
                  <a:gd name="T6" fmla="*/ 655 w 86"/>
                  <a:gd name="T7" fmla="*/ 1477 h 47"/>
                  <a:gd name="T8" fmla="*/ 0 w 86"/>
                  <a:gd name="T9" fmla="*/ 1172 h 47"/>
                  <a:gd name="T10" fmla="*/ 847 w 86"/>
                  <a:gd name="T11" fmla="*/ 1692 h 47"/>
                  <a:gd name="T12" fmla="*/ 2299 w 86"/>
                  <a:gd name="T13" fmla="*/ 894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7">
                    <a:moveTo>
                      <a:pt x="85" y="22"/>
                    </a:moveTo>
                    <a:cubicBezTo>
                      <a:pt x="86" y="14"/>
                      <a:pt x="84" y="6"/>
                      <a:pt x="77" y="0"/>
                    </a:cubicBezTo>
                    <a:cubicBezTo>
                      <a:pt x="80" y="5"/>
                      <a:pt x="81" y="11"/>
                      <a:pt x="80" y="16"/>
                    </a:cubicBezTo>
                    <a:cubicBezTo>
                      <a:pt x="77" y="33"/>
                      <a:pt x="52" y="42"/>
                      <a:pt x="24" y="37"/>
                    </a:cubicBezTo>
                    <a:cubicBezTo>
                      <a:pt x="16" y="35"/>
                      <a:pt x="6" y="32"/>
                      <a:pt x="0" y="29"/>
                    </a:cubicBezTo>
                    <a:cubicBezTo>
                      <a:pt x="7" y="35"/>
                      <a:pt x="20" y="40"/>
                      <a:pt x="31" y="42"/>
                    </a:cubicBezTo>
                    <a:cubicBezTo>
                      <a:pt x="58" y="47"/>
                      <a:pt x="82" y="38"/>
                      <a:pt x="85" y="22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" name="Freeform 1627">
                <a:extLst>
                  <a:ext uri="{FF2B5EF4-FFF2-40B4-BE49-F238E27FC236}">
                    <a16:creationId xmlns:a16="http://schemas.microsoft.com/office/drawing/2014/main" id="{CA2A9BC6-FF5C-422C-A304-C51FB6E0D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536"/>
                <a:ext cx="155" cy="89"/>
              </a:xfrm>
              <a:custGeom>
                <a:avLst/>
                <a:gdLst>
                  <a:gd name="T0" fmla="*/ 221 w 89"/>
                  <a:gd name="T1" fmla="*/ 1426 h 48"/>
                  <a:gd name="T2" fmla="*/ 1766 w 89"/>
                  <a:gd name="T3" fmla="*/ 439 h 48"/>
                  <a:gd name="T4" fmla="*/ 2402 w 89"/>
                  <a:gd name="T5" fmla="*/ 721 h 48"/>
                  <a:gd name="T6" fmla="*/ 2402 w 89"/>
                  <a:gd name="T7" fmla="*/ 721 h 48"/>
                  <a:gd name="T8" fmla="*/ 2372 w 89"/>
                  <a:gd name="T9" fmla="*/ 695 h 48"/>
                  <a:gd name="T10" fmla="*/ 1583 w 89"/>
                  <a:gd name="T11" fmla="*/ 202 h 48"/>
                  <a:gd name="T12" fmla="*/ 49 w 89"/>
                  <a:gd name="T13" fmla="*/ 1051 h 48"/>
                  <a:gd name="T14" fmla="*/ 275 w 89"/>
                  <a:gd name="T15" fmla="*/ 1949 h 48"/>
                  <a:gd name="T16" fmla="*/ 221 w 89"/>
                  <a:gd name="T17" fmla="*/ 1426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48">
                    <a:moveTo>
                      <a:pt x="8" y="35"/>
                    </a:moveTo>
                    <a:cubicBezTo>
                      <a:pt x="11" y="18"/>
                      <a:pt x="36" y="6"/>
                      <a:pt x="63" y="11"/>
                    </a:cubicBezTo>
                    <a:cubicBezTo>
                      <a:pt x="71" y="13"/>
                      <a:pt x="80" y="15"/>
                      <a:pt x="86" y="18"/>
                    </a:cubicBezTo>
                    <a:cubicBezTo>
                      <a:pt x="87" y="19"/>
                      <a:pt x="89" y="20"/>
                      <a:pt x="86" y="18"/>
                    </a:cubicBezTo>
                    <a:cubicBezTo>
                      <a:pt x="86" y="18"/>
                      <a:pt x="85" y="17"/>
                      <a:pt x="85" y="17"/>
                    </a:cubicBezTo>
                    <a:cubicBezTo>
                      <a:pt x="77" y="12"/>
                      <a:pt x="68" y="7"/>
                      <a:pt x="57" y="5"/>
                    </a:cubicBezTo>
                    <a:cubicBezTo>
                      <a:pt x="30" y="0"/>
                      <a:pt x="5" y="9"/>
                      <a:pt x="2" y="26"/>
                    </a:cubicBezTo>
                    <a:cubicBezTo>
                      <a:pt x="0" y="34"/>
                      <a:pt x="3" y="42"/>
                      <a:pt x="10" y="48"/>
                    </a:cubicBezTo>
                    <a:cubicBezTo>
                      <a:pt x="8" y="44"/>
                      <a:pt x="7" y="39"/>
                      <a:pt x="8" y="35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" name="Freeform 1628">
                <a:extLst>
                  <a:ext uri="{FF2B5EF4-FFF2-40B4-BE49-F238E27FC236}">
                    <a16:creationId xmlns:a16="http://schemas.microsoft.com/office/drawing/2014/main" id="{E356E93C-D63B-4119-8AF3-D24C0F19A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555"/>
                <a:ext cx="24" cy="24"/>
              </a:xfrm>
              <a:custGeom>
                <a:avLst/>
                <a:gdLst>
                  <a:gd name="T0" fmla="*/ 45 w 14"/>
                  <a:gd name="T1" fmla="*/ 126 h 13"/>
                  <a:gd name="T2" fmla="*/ 252 w 14"/>
                  <a:gd name="T3" fmla="*/ 81 h 13"/>
                  <a:gd name="T4" fmla="*/ 312 w 14"/>
                  <a:gd name="T5" fmla="*/ 386 h 13"/>
                  <a:gd name="T6" fmla="*/ 106 w 14"/>
                  <a:gd name="T7" fmla="*/ 430 h 13"/>
                  <a:gd name="T8" fmla="*/ 45 w 14"/>
                  <a:gd name="T9" fmla="*/ 12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2" y="3"/>
                    </a:moveTo>
                    <a:cubicBezTo>
                      <a:pt x="4" y="1"/>
                      <a:pt x="8" y="0"/>
                      <a:pt x="10" y="2"/>
                    </a:cubicBezTo>
                    <a:cubicBezTo>
                      <a:pt x="13" y="4"/>
                      <a:pt x="14" y="7"/>
                      <a:pt x="12" y="10"/>
                    </a:cubicBezTo>
                    <a:cubicBezTo>
                      <a:pt x="10" y="13"/>
                      <a:pt x="6" y="13"/>
                      <a:pt x="4" y="11"/>
                    </a:cubicBezTo>
                    <a:cubicBezTo>
                      <a:pt x="1" y="10"/>
                      <a:pt x="0" y="6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" name="Freeform 1629">
                <a:extLst>
                  <a:ext uri="{FF2B5EF4-FFF2-40B4-BE49-F238E27FC236}">
                    <a16:creationId xmlns:a16="http://schemas.microsoft.com/office/drawing/2014/main" id="{6278E838-278B-4873-8B5F-04FB643FE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555"/>
                <a:ext cx="16" cy="16"/>
              </a:xfrm>
              <a:custGeom>
                <a:avLst/>
                <a:gdLst>
                  <a:gd name="T0" fmla="*/ 37 w 9"/>
                  <a:gd name="T1" fmla="*/ 66 h 9"/>
                  <a:gd name="T2" fmla="*/ 208 w 9"/>
                  <a:gd name="T3" fmla="*/ 37 h 9"/>
                  <a:gd name="T4" fmla="*/ 247 w 9"/>
                  <a:gd name="T5" fmla="*/ 208 h 9"/>
                  <a:gd name="T6" fmla="*/ 66 w 9"/>
                  <a:gd name="T7" fmla="*/ 247 h 9"/>
                  <a:gd name="T8" fmla="*/ 37 w 9"/>
                  <a:gd name="T9" fmla="*/ 6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ubicBezTo>
                      <a:pt x="7" y="8"/>
                      <a:pt x="4" y="9"/>
                      <a:pt x="2" y="8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2" name="Freeform 1630">
                <a:extLst>
                  <a:ext uri="{FF2B5EF4-FFF2-40B4-BE49-F238E27FC236}">
                    <a16:creationId xmlns:a16="http://schemas.microsoft.com/office/drawing/2014/main" id="{C05EC7F5-EDFF-41FA-910A-47E3D4994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573"/>
                <a:ext cx="11" cy="11"/>
              </a:xfrm>
              <a:custGeom>
                <a:avLst/>
                <a:gdLst>
                  <a:gd name="T0" fmla="*/ 0 w 6"/>
                  <a:gd name="T1" fmla="*/ 81 h 6"/>
                  <a:gd name="T2" fmla="*/ 149 w 6"/>
                  <a:gd name="T3" fmla="*/ 44 h 6"/>
                  <a:gd name="T4" fmla="*/ 193 w 6"/>
                  <a:gd name="T5" fmla="*/ 193 h 6"/>
                  <a:gd name="T6" fmla="*/ 44 w 6"/>
                  <a:gd name="T7" fmla="*/ 193 h 6"/>
                  <a:gd name="T8" fmla="*/ 0 w 6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3" name="Freeform 1631">
                <a:extLst>
                  <a:ext uri="{FF2B5EF4-FFF2-40B4-BE49-F238E27FC236}">
                    <a16:creationId xmlns:a16="http://schemas.microsoft.com/office/drawing/2014/main" id="{87B60120-3889-4C75-9CDD-A578B84CA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664"/>
                <a:ext cx="21" cy="49"/>
              </a:xfrm>
              <a:custGeom>
                <a:avLst/>
                <a:gdLst>
                  <a:gd name="T0" fmla="*/ 179 w 12"/>
                  <a:gd name="T1" fmla="*/ 1125 h 26"/>
                  <a:gd name="T2" fmla="*/ 200 w 12"/>
                  <a:gd name="T3" fmla="*/ 1157 h 26"/>
                  <a:gd name="T4" fmla="*/ 350 w 12"/>
                  <a:gd name="T5" fmla="*/ 141 h 26"/>
                  <a:gd name="T6" fmla="*/ 0 w 12"/>
                  <a:gd name="T7" fmla="*/ 0 h 26"/>
                  <a:gd name="T8" fmla="*/ 179 w 12"/>
                  <a:gd name="T9" fmla="*/ 317 h 26"/>
                  <a:gd name="T10" fmla="*/ 179 w 12"/>
                  <a:gd name="T11" fmla="*/ 112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6">
                    <a:moveTo>
                      <a:pt x="6" y="25"/>
                    </a:moveTo>
                    <a:cubicBezTo>
                      <a:pt x="7" y="25"/>
                      <a:pt x="7" y="26"/>
                      <a:pt x="7" y="2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4" y="2"/>
                      <a:pt x="0" y="0"/>
                    </a:cubicBezTo>
                    <a:cubicBezTo>
                      <a:pt x="1" y="1"/>
                      <a:pt x="4" y="3"/>
                      <a:pt x="6" y="7"/>
                    </a:cubicBezTo>
                    <a:cubicBezTo>
                      <a:pt x="8" y="9"/>
                      <a:pt x="7" y="18"/>
                      <a:pt x="6" y="25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4" name="Freeform 1632">
                <a:extLst>
                  <a:ext uri="{FF2B5EF4-FFF2-40B4-BE49-F238E27FC236}">
                    <a16:creationId xmlns:a16="http://schemas.microsoft.com/office/drawing/2014/main" id="{12145642-4071-4A3F-BD47-68D7CF7E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1876"/>
                <a:ext cx="69" cy="158"/>
              </a:xfrm>
              <a:custGeom>
                <a:avLst/>
                <a:gdLst>
                  <a:gd name="T0" fmla="*/ 693 w 40"/>
                  <a:gd name="T1" fmla="*/ 156 h 85"/>
                  <a:gd name="T2" fmla="*/ 83 w 40"/>
                  <a:gd name="T3" fmla="*/ 128 h 85"/>
                  <a:gd name="T4" fmla="*/ 504 w 40"/>
                  <a:gd name="T5" fmla="*/ 290 h 85"/>
                  <a:gd name="T6" fmla="*/ 440 w 40"/>
                  <a:gd name="T7" fmla="*/ 2736 h 85"/>
                  <a:gd name="T8" fmla="*/ 0 w 40"/>
                  <a:gd name="T9" fmla="*/ 3508 h 85"/>
                  <a:gd name="T10" fmla="*/ 624 w 40"/>
                  <a:gd name="T11" fmla="*/ 2506 h 85"/>
                  <a:gd name="T12" fmla="*/ 693 w 40"/>
                  <a:gd name="T13" fmla="*/ 156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85">
                    <a:moveTo>
                      <a:pt x="26" y="4"/>
                    </a:moveTo>
                    <a:cubicBezTo>
                      <a:pt x="20" y="0"/>
                      <a:pt x="11" y="0"/>
                      <a:pt x="3" y="3"/>
                    </a:cubicBezTo>
                    <a:cubicBezTo>
                      <a:pt x="9" y="2"/>
                      <a:pt x="14" y="4"/>
                      <a:pt x="19" y="7"/>
                    </a:cubicBezTo>
                    <a:cubicBezTo>
                      <a:pt x="34" y="16"/>
                      <a:pt x="33" y="43"/>
                      <a:pt x="17" y="66"/>
                    </a:cubicBezTo>
                    <a:cubicBezTo>
                      <a:pt x="12" y="73"/>
                      <a:pt x="6" y="81"/>
                      <a:pt x="0" y="85"/>
                    </a:cubicBezTo>
                    <a:cubicBezTo>
                      <a:pt x="9" y="81"/>
                      <a:pt x="18" y="71"/>
                      <a:pt x="24" y="61"/>
                    </a:cubicBezTo>
                    <a:cubicBezTo>
                      <a:pt x="39" y="39"/>
                      <a:pt x="40" y="14"/>
                      <a:pt x="26" y="4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5" name="Freeform 1633">
                <a:extLst>
                  <a:ext uri="{FF2B5EF4-FFF2-40B4-BE49-F238E27FC236}">
                    <a16:creationId xmlns:a16="http://schemas.microsoft.com/office/drawing/2014/main" id="{CC27DB49-B7E1-4973-B71F-D96A5EA4B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" y="1884"/>
                <a:ext cx="75" cy="163"/>
              </a:xfrm>
              <a:custGeom>
                <a:avLst/>
                <a:gdLst>
                  <a:gd name="T0" fmla="*/ 712 w 43"/>
                  <a:gd name="T1" fmla="*/ 3273 h 88"/>
                  <a:gd name="T2" fmla="*/ 675 w 43"/>
                  <a:gd name="T3" fmla="*/ 845 h 88"/>
                  <a:gd name="T4" fmla="*/ 1132 w 43"/>
                  <a:gd name="T5" fmla="*/ 82 h 88"/>
                  <a:gd name="T6" fmla="*/ 1104 w 43"/>
                  <a:gd name="T7" fmla="*/ 82 h 88"/>
                  <a:gd name="T8" fmla="*/ 1067 w 43"/>
                  <a:gd name="T9" fmla="*/ 128 h 88"/>
                  <a:gd name="T10" fmla="*/ 450 w 43"/>
                  <a:gd name="T11" fmla="*/ 967 h 88"/>
                  <a:gd name="T12" fmla="*/ 387 w 43"/>
                  <a:gd name="T13" fmla="*/ 3356 h 88"/>
                  <a:gd name="T14" fmla="*/ 1067 w 43"/>
                  <a:gd name="T15" fmla="*/ 3401 h 88"/>
                  <a:gd name="T16" fmla="*/ 712 w 43"/>
                  <a:gd name="T17" fmla="*/ 3273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8">
                    <a:moveTo>
                      <a:pt x="25" y="81"/>
                    </a:moveTo>
                    <a:cubicBezTo>
                      <a:pt x="10" y="72"/>
                      <a:pt x="8" y="44"/>
                      <a:pt x="24" y="21"/>
                    </a:cubicBezTo>
                    <a:cubicBezTo>
                      <a:pt x="28" y="14"/>
                      <a:pt x="34" y="7"/>
                      <a:pt x="40" y="2"/>
                    </a:cubicBezTo>
                    <a:cubicBezTo>
                      <a:pt x="41" y="2"/>
                      <a:pt x="43" y="0"/>
                      <a:pt x="39" y="2"/>
                    </a:cubicBezTo>
                    <a:cubicBezTo>
                      <a:pt x="39" y="3"/>
                      <a:pt x="38" y="3"/>
                      <a:pt x="38" y="3"/>
                    </a:cubicBezTo>
                    <a:cubicBezTo>
                      <a:pt x="30" y="8"/>
                      <a:pt x="23" y="15"/>
                      <a:pt x="16" y="24"/>
                    </a:cubicBezTo>
                    <a:cubicBezTo>
                      <a:pt x="1" y="47"/>
                      <a:pt x="0" y="74"/>
                      <a:pt x="14" y="83"/>
                    </a:cubicBezTo>
                    <a:cubicBezTo>
                      <a:pt x="21" y="88"/>
                      <a:pt x="29" y="88"/>
                      <a:pt x="38" y="84"/>
                    </a:cubicBezTo>
                    <a:cubicBezTo>
                      <a:pt x="33" y="85"/>
                      <a:pt x="29" y="84"/>
                      <a:pt x="25" y="81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6" name="Freeform 1634">
                <a:extLst>
                  <a:ext uri="{FF2B5EF4-FFF2-40B4-BE49-F238E27FC236}">
                    <a16:creationId xmlns:a16="http://schemas.microsoft.com/office/drawing/2014/main" id="{502923DC-F57E-4514-B1A4-95B47E52B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1982"/>
                <a:ext cx="22" cy="24"/>
              </a:xfrm>
              <a:custGeom>
                <a:avLst/>
                <a:gdLst>
                  <a:gd name="T0" fmla="*/ 24 w 13"/>
                  <a:gd name="T1" fmla="*/ 386 h 13"/>
                  <a:gd name="T2" fmla="*/ 69 w 13"/>
                  <a:gd name="T3" fmla="*/ 44 h 13"/>
                  <a:gd name="T4" fmla="*/ 261 w 13"/>
                  <a:gd name="T5" fmla="*/ 126 h 13"/>
                  <a:gd name="T6" fmla="*/ 203 w 13"/>
                  <a:gd name="T7" fmla="*/ 430 h 13"/>
                  <a:gd name="T8" fmla="*/ 24 w 13"/>
                  <a:gd name="T9" fmla="*/ 38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" y="10"/>
                    </a:moveTo>
                    <a:cubicBezTo>
                      <a:pt x="0" y="7"/>
                      <a:pt x="0" y="3"/>
                      <a:pt x="3" y="1"/>
                    </a:cubicBezTo>
                    <a:cubicBezTo>
                      <a:pt x="6" y="0"/>
                      <a:pt x="9" y="0"/>
                      <a:pt x="11" y="3"/>
                    </a:cubicBezTo>
                    <a:cubicBezTo>
                      <a:pt x="13" y="6"/>
                      <a:pt x="12" y="9"/>
                      <a:pt x="9" y="11"/>
                    </a:cubicBezTo>
                    <a:cubicBezTo>
                      <a:pt x="7" y="13"/>
                      <a:pt x="3" y="12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7" name="Freeform 1635">
                <a:extLst>
                  <a:ext uri="{FF2B5EF4-FFF2-40B4-BE49-F238E27FC236}">
                    <a16:creationId xmlns:a16="http://schemas.microsoft.com/office/drawing/2014/main" id="{1B8130A5-A774-4B09-BDD5-432CD7BD4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1963"/>
                <a:ext cx="15" cy="17"/>
              </a:xfrm>
              <a:custGeom>
                <a:avLst/>
                <a:gdLst>
                  <a:gd name="T0" fmla="*/ 22 w 9"/>
                  <a:gd name="T1" fmla="*/ 317 h 9"/>
                  <a:gd name="T2" fmla="*/ 37 w 9"/>
                  <a:gd name="T3" fmla="*/ 53 h 9"/>
                  <a:gd name="T4" fmla="*/ 172 w 9"/>
                  <a:gd name="T5" fmla="*/ 100 h 9"/>
                  <a:gd name="T6" fmla="*/ 153 w 9"/>
                  <a:gd name="T7" fmla="*/ 357 h 9"/>
                  <a:gd name="T8" fmla="*/ 22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ubicBezTo>
                      <a:pt x="5" y="9"/>
                      <a:pt x="2" y="9"/>
                      <a:pt x="1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8" name="Freeform 1636">
                <a:extLst>
                  <a:ext uri="{FF2B5EF4-FFF2-40B4-BE49-F238E27FC236}">
                    <a16:creationId xmlns:a16="http://schemas.microsoft.com/office/drawing/2014/main" id="{46EA8E0E-0039-49D2-ACAD-57B2305EF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008"/>
                <a:ext cx="11" cy="11"/>
              </a:xfrm>
              <a:custGeom>
                <a:avLst/>
                <a:gdLst>
                  <a:gd name="T0" fmla="*/ 0 w 6"/>
                  <a:gd name="T1" fmla="*/ 193 h 6"/>
                  <a:gd name="T2" fmla="*/ 44 w 6"/>
                  <a:gd name="T3" fmla="*/ 44 h 6"/>
                  <a:gd name="T4" fmla="*/ 193 w 6"/>
                  <a:gd name="T5" fmla="*/ 81 h 6"/>
                  <a:gd name="T6" fmla="*/ 149 w 6"/>
                  <a:gd name="T7" fmla="*/ 229 h 6"/>
                  <a:gd name="T8" fmla="*/ 0 w 6"/>
                  <a:gd name="T9" fmla="*/ 1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ubicBezTo>
                      <a:pt x="3" y="6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9" name="Freeform 1637">
                <a:extLst>
                  <a:ext uri="{FF2B5EF4-FFF2-40B4-BE49-F238E27FC236}">
                    <a16:creationId xmlns:a16="http://schemas.microsoft.com/office/drawing/2014/main" id="{8B0163EC-2620-49EC-A967-B5B7B51AC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737"/>
                <a:ext cx="150" cy="74"/>
              </a:xfrm>
              <a:custGeom>
                <a:avLst/>
                <a:gdLst>
                  <a:gd name="T0" fmla="*/ 2276 w 86"/>
                  <a:gd name="T1" fmla="*/ 1043 h 40"/>
                  <a:gd name="T2" fmla="*/ 2339 w 86"/>
                  <a:gd name="T3" fmla="*/ 81 h 40"/>
                  <a:gd name="T4" fmla="*/ 2229 w 86"/>
                  <a:gd name="T5" fmla="*/ 760 h 40"/>
                  <a:gd name="T6" fmla="*/ 563 w 86"/>
                  <a:gd name="T7" fmla="*/ 664 h 40"/>
                  <a:gd name="T8" fmla="*/ 0 w 86"/>
                  <a:gd name="T9" fmla="*/ 0 h 40"/>
                  <a:gd name="T10" fmla="*/ 675 w 86"/>
                  <a:gd name="T11" fmla="*/ 951 h 40"/>
                  <a:gd name="T12" fmla="*/ 2276 w 86"/>
                  <a:gd name="T13" fmla="*/ 104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0">
                    <a:moveTo>
                      <a:pt x="81" y="26"/>
                    </a:moveTo>
                    <a:cubicBezTo>
                      <a:pt x="86" y="20"/>
                      <a:pt x="86" y="11"/>
                      <a:pt x="83" y="2"/>
                    </a:cubicBezTo>
                    <a:cubicBezTo>
                      <a:pt x="84" y="9"/>
                      <a:pt x="82" y="14"/>
                      <a:pt x="79" y="19"/>
                    </a:cubicBezTo>
                    <a:cubicBezTo>
                      <a:pt x="69" y="33"/>
                      <a:pt x="43" y="33"/>
                      <a:pt x="20" y="17"/>
                    </a:cubicBezTo>
                    <a:cubicBezTo>
                      <a:pt x="13" y="12"/>
                      <a:pt x="5" y="6"/>
                      <a:pt x="0" y="0"/>
                    </a:cubicBezTo>
                    <a:cubicBezTo>
                      <a:pt x="5" y="8"/>
                      <a:pt x="14" y="18"/>
                      <a:pt x="24" y="24"/>
                    </a:cubicBezTo>
                    <a:cubicBezTo>
                      <a:pt x="46" y="39"/>
                      <a:pt x="72" y="40"/>
                      <a:pt x="81" y="26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0" name="Freeform 1638">
                <a:extLst>
                  <a:ext uri="{FF2B5EF4-FFF2-40B4-BE49-F238E27FC236}">
                    <a16:creationId xmlns:a16="http://schemas.microsoft.com/office/drawing/2014/main" id="{9322B099-89A4-48B2-A57B-0F45142D9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655"/>
                <a:ext cx="126" cy="71"/>
              </a:xfrm>
              <a:custGeom>
                <a:avLst/>
                <a:gdLst>
                  <a:gd name="T0" fmla="*/ 236 w 72"/>
                  <a:gd name="T1" fmla="*/ 888 h 38"/>
                  <a:gd name="T2" fmla="*/ 1813 w 72"/>
                  <a:gd name="T3" fmla="*/ 684 h 38"/>
                  <a:gd name="T4" fmla="*/ 1813 w 72"/>
                  <a:gd name="T5" fmla="*/ 684 h 38"/>
                  <a:gd name="T6" fmla="*/ 114 w 72"/>
                  <a:gd name="T7" fmla="*/ 600 h 38"/>
                  <a:gd name="T8" fmla="*/ 86 w 72"/>
                  <a:gd name="T9" fmla="*/ 1624 h 38"/>
                  <a:gd name="T10" fmla="*/ 236 w 72"/>
                  <a:gd name="T11" fmla="*/ 88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38">
                    <a:moveTo>
                      <a:pt x="8" y="21"/>
                    </a:moveTo>
                    <a:cubicBezTo>
                      <a:pt x="19" y="7"/>
                      <a:pt x="40" y="1"/>
                      <a:pt x="63" y="16"/>
                    </a:cubicBezTo>
                    <a:cubicBezTo>
                      <a:pt x="70" y="21"/>
                      <a:pt x="72" y="22"/>
                      <a:pt x="63" y="16"/>
                    </a:cubicBezTo>
                    <a:cubicBezTo>
                      <a:pt x="40" y="1"/>
                      <a:pt x="14" y="0"/>
                      <a:pt x="4" y="14"/>
                    </a:cubicBezTo>
                    <a:cubicBezTo>
                      <a:pt x="0" y="21"/>
                      <a:pt x="0" y="29"/>
                      <a:pt x="3" y="38"/>
                    </a:cubicBezTo>
                    <a:cubicBezTo>
                      <a:pt x="3" y="33"/>
                      <a:pt x="3" y="27"/>
                      <a:pt x="8" y="21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1" name="Freeform 1639">
                <a:extLst>
                  <a:ext uri="{FF2B5EF4-FFF2-40B4-BE49-F238E27FC236}">
                    <a16:creationId xmlns:a16="http://schemas.microsoft.com/office/drawing/2014/main" id="{1E6DBBA7-F082-432A-921B-38B8F0051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672"/>
                <a:ext cx="22" cy="24"/>
              </a:xfrm>
              <a:custGeom>
                <a:avLst/>
                <a:gdLst>
                  <a:gd name="T0" fmla="*/ 69 w 13"/>
                  <a:gd name="T1" fmla="*/ 44 h 13"/>
                  <a:gd name="T2" fmla="*/ 281 w 13"/>
                  <a:gd name="T3" fmla="*/ 126 h 13"/>
                  <a:gd name="T4" fmla="*/ 237 w 13"/>
                  <a:gd name="T5" fmla="*/ 430 h 13"/>
                  <a:gd name="T6" fmla="*/ 41 w 13"/>
                  <a:gd name="T7" fmla="*/ 358 h 13"/>
                  <a:gd name="T8" fmla="*/ 69 w 13"/>
                  <a:gd name="T9" fmla="*/ 4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1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6"/>
                      <a:pt x="13" y="9"/>
                      <a:pt x="10" y="11"/>
                    </a:cubicBezTo>
                    <a:cubicBezTo>
                      <a:pt x="7" y="13"/>
                      <a:pt x="4" y="12"/>
                      <a:pt x="2" y="9"/>
                    </a:cubicBezTo>
                    <a:cubicBezTo>
                      <a:pt x="0" y="7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2" name="Freeform 1640">
                <a:extLst>
                  <a:ext uri="{FF2B5EF4-FFF2-40B4-BE49-F238E27FC236}">
                    <a16:creationId xmlns:a16="http://schemas.microsoft.com/office/drawing/2014/main" id="{5AB4A293-03EC-41EC-8981-A67A96E06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666"/>
                <a:ext cx="16" cy="17"/>
              </a:xfrm>
              <a:custGeom>
                <a:avLst/>
                <a:gdLst>
                  <a:gd name="T0" fmla="*/ 66 w 9"/>
                  <a:gd name="T1" fmla="*/ 53 h 9"/>
                  <a:gd name="T2" fmla="*/ 247 w 9"/>
                  <a:gd name="T3" fmla="*/ 100 h 9"/>
                  <a:gd name="T4" fmla="*/ 208 w 9"/>
                  <a:gd name="T5" fmla="*/ 357 h 9"/>
                  <a:gd name="T6" fmla="*/ 37 w 9"/>
                  <a:gd name="T7" fmla="*/ 317 h 9"/>
                  <a:gd name="T8" fmla="*/ 66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ubicBezTo>
                      <a:pt x="5" y="9"/>
                      <a:pt x="2" y="8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3" name="Freeform 1641">
                <a:extLst>
                  <a:ext uri="{FF2B5EF4-FFF2-40B4-BE49-F238E27FC236}">
                    <a16:creationId xmlns:a16="http://schemas.microsoft.com/office/drawing/2014/main" id="{534FCD8C-3B3F-48D0-94B7-3CEB8497A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698"/>
                <a:ext cx="10" cy="11"/>
              </a:xfrm>
              <a:custGeom>
                <a:avLst/>
                <a:gdLst>
                  <a:gd name="T0" fmla="*/ 37 w 6"/>
                  <a:gd name="T1" fmla="*/ 44 h 6"/>
                  <a:gd name="T2" fmla="*/ 103 w 6"/>
                  <a:gd name="T3" fmla="*/ 44 h 6"/>
                  <a:gd name="T4" fmla="*/ 103 w 6"/>
                  <a:gd name="T5" fmla="*/ 193 h 6"/>
                  <a:gd name="T6" fmla="*/ 22 w 6"/>
                  <a:gd name="T7" fmla="*/ 149 h 6"/>
                  <a:gd name="T8" fmla="*/ 37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4" name="Freeform 1642">
                <a:extLst>
                  <a:ext uri="{FF2B5EF4-FFF2-40B4-BE49-F238E27FC236}">
                    <a16:creationId xmlns:a16="http://schemas.microsoft.com/office/drawing/2014/main" id="{E0047B57-F942-4D1E-B2B5-ABDAF321F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908"/>
                <a:ext cx="19" cy="22"/>
              </a:xfrm>
              <a:custGeom>
                <a:avLst/>
                <a:gdLst>
                  <a:gd name="T0" fmla="*/ 83 w 11"/>
                  <a:gd name="T1" fmla="*/ 81 h 12"/>
                  <a:gd name="T2" fmla="*/ 247 w 11"/>
                  <a:gd name="T3" fmla="*/ 125 h 12"/>
                  <a:gd name="T4" fmla="*/ 212 w 11"/>
                  <a:gd name="T5" fmla="*/ 376 h 12"/>
                  <a:gd name="T6" fmla="*/ 28 w 11"/>
                  <a:gd name="T7" fmla="*/ 354 h 12"/>
                  <a:gd name="T8" fmla="*/ 83 w 11"/>
                  <a:gd name="T9" fmla="*/ 8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3" y="2"/>
                    </a:moveTo>
                    <a:cubicBezTo>
                      <a:pt x="5" y="0"/>
                      <a:pt x="8" y="1"/>
                      <a:pt x="9" y="3"/>
                    </a:cubicBezTo>
                    <a:cubicBezTo>
                      <a:pt x="11" y="6"/>
                      <a:pt x="10" y="9"/>
                      <a:pt x="8" y="10"/>
                    </a:cubicBezTo>
                    <a:cubicBezTo>
                      <a:pt x="6" y="12"/>
                      <a:pt x="3" y="11"/>
                      <a:pt x="1" y="9"/>
                    </a:cubicBezTo>
                    <a:cubicBezTo>
                      <a:pt x="0" y="7"/>
                      <a:pt x="0" y="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5" name="Freeform 1643">
                <a:extLst>
                  <a:ext uri="{FF2B5EF4-FFF2-40B4-BE49-F238E27FC236}">
                    <a16:creationId xmlns:a16="http://schemas.microsoft.com/office/drawing/2014/main" id="{FEEE3C4B-2330-4D91-B13C-816780299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895"/>
                <a:ext cx="11" cy="9"/>
              </a:xfrm>
              <a:custGeom>
                <a:avLst/>
                <a:gdLst>
                  <a:gd name="T0" fmla="*/ 81 w 6"/>
                  <a:gd name="T1" fmla="*/ 0 h 5"/>
                  <a:gd name="T2" fmla="*/ 193 w 6"/>
                  <a:gd name="T3" fmla="*/ 41 h 5"/>
                  <a:gd name="T4" fmla="*/ 193 w 6"/>
                  <a:gd name="T5" fmla="*/ 169 h 5"/>
                  <a:gd name="T6" fmla="*/ 44 w 6"/>
                  <a:gd name="T7" fmla="*/ 133 h 5"/>
                  <a:gd name="T8" fmla="*/ 81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6" name="Freeform 1644">
                <a:extLst>
                  <a:ext uri="{FF2B5EF4-FFF2-40B4-BE49-F238E27FC236}">
                    <a16:creationId xmlns:a16="http://schemas.microsoft.com/office/drawing/2014/main" id="{4DE5CB74-B3B1-451B-A31B-CE1826769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932"/>
                <a:ext cx="10" cy="13"/>
              </a:xfrm>
              <a:custGeom>
                <a:avLst/>
                <a:gdLst>
                  <a:gd name="T0" fmla="*/ 37 w 6"/>
                  <a:gd name="T1" fmla="*/ 45 h 7"/>
                  <a:gd name="T2" fmla="*/ 130 w 6"/>
                  <a:gd name="T3" fmla="*/ 84 h 7"/>
                  <a:gd name="T4" fmla="*/ 103 w 6"/>
                  <a:gd name="T5" fmla="*/ 238 h 7"/>
                  <a:gd name="T6" fmla="*/ 22 w 6"/>
                  <a:gd name="T7" fmla="*/ 204 h 7"/>
                  <a:gd name="T8" fmla="*/ 37 w 6"/>
                  <a:gd name="T9" fmla="*/ 4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7" name="Freeform 1645">
                <a:extLst>
                  <a:ext uri="{FF2B5EF4-FFF2-40B4-BE49-F238E27FC236}">
                    <a16:creationId xmlns:a16="http://schemas.microsoft.com/office/drawing/2014/main" id="{BE22847A-88DC-489B-AFB7-F70248476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781"/>
                <a:ext cx="35" cy="69"/>
              </a:xfrm>
              <a:custGeom>
                <a:avLst/>
                <a:gdLst>
                  <a:gd name="T0" fmla="*/ 313 w 20"/>
                  <a:gd name="T1" fmla="*/ 0 h 37"/>
                  <a:gd name="T2" fmla="*/ 572 w 20"/>
                  <a:gd name="T3" fmla="*/ 293 h 37"/>
                  <a:gd name="T4" fmla="*/ 0 w 20"/>
                  <a:gd name="T5" fmla="*/ 1561 h 37"/>
                  <a:gd name="T6" fmla="*/ 376 w 20"/>
                  <a:gd name="T7" fmla="*/ 390 h 37"/>
                  <a:gd name="T8" fmla="*/ 313 w 20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7">
                    <a:moveTo>
                      <a:pt x="11" y="0"/>
                    </a:moveTo>
                    <a:cubicBezTo>
                      <a:pt x="13" y="3"/>
                      <a:pt x="20" y="7"/>
                      <a:pt x="20" y="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14" y="13"/>
                      <a:pt x="13" y="9"/>
                    </a:cubicBezTo>
                    <a:cubicBezTo>
                      <a:pt x="13" y="4"/>
                      <a:pt x="10" y="1"/>
                      <a:pt x="11" y="0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8" name="Freeform 1646">
                <a:extLst>
                  <a:ext uri="{FF2B5EF4-FFF2-40B4-BE49-F238E27FC236}">
                    <a16:creationId xmlns:a16="http://schemas.microsoft.com/office/drawing/2014/main" id="{AE665FE7-12EA-441B-8248-854396F0D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89"/>
                <a:ext cx="56" cy="41"/>
              </a:xfrm>
              <a:custGeom>
                <a:avLst/>
                <a:gdLst>
                  <a:gd name="T0" fmla="*/ 763 w 32"/>
                  <a:gd name="T1" fmla="*/ 0 h 22"/>
                  <a:gd name="T2" fmla="*/ 922 w 32"/>
                  <a:gd name="T3" fmla="*/ 421 h 22"/>
                  <a:gd name="T4" fmla="*/ 0 w 32"/>
                  <a:gd name="T5" fmla="*/ 921 h 22"/>
                  <a:gd name="T6" fmla="*/ 723 w 32"/>
                  <a:gd name="T7" fmla="*/ 390 h 22"/>
                  <a:gd name="T8" fmla="*/ 763 w 32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2">
                    <a:moveTo>
                      <a:pt x="26" y="0"/>
                    </a:moveTo>
                    <a:cubicBezTo>
                      <a:pt x="27" y="3"/>
                      <a:pt x="32" y="9"/>
                      <a:pt x="32" y="1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24" y="13"/>
                      <a:pt x="25" y="9"/>
                    </a:cubicBezTo>
                    <a:cubicBezTo>
                      <a:pt x="26" y="5"/>
                      <a:pt x="25" y="1"/>
                      <a:pt x="26" y="0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9" name="Freeform 1647">
                <a:extLst>
                  <a:ext uri="{FF2B5EF4-FFF2-40B4-BE49-F238E27FC236}">
                    <a16:creationId xmlns:a16="http://schemas.microsoft.com/office/drawing/2014/main" id="{979A231C-D959-428D-910A-55D6A9983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196"/>
                <a:ext cx="84" cy="161"/>
              </a:xfrm>
              <a:custGeom>
                <a:avLst/>
                <a:gdLst>
                  <a:gd name="T0" fmla="*/ 658 w 48"/>
                  <a:gd name="T1" fmla="*/ 3414 h 87"/>
                  <a:gd name="T2" fmla="*/ 0 w 48"/>
                  <a:gd name="T3" fmla="*/ 3085 h 87"/>
                  <a:gd name="T4" fmla="*/ 499 w 48"/>
                  <a:gd name="T5" fmla="*/ 3213 h 87"/>
                  <a:gd name="T6" fmla="*/ 1099 w 48"/>
                  <a:gd name="T7" fmla="*/ 997 h 87"/>
                  <a:gd name="T8" fmla="*/ 837 w 48"/>
                  <a:gd name="T9" fmla="*/ 0 h 87"/>
                  <a:gd name="T10" fmla="*/ 1229 w 48"/>
                  <a:gd name="T11" fmla="*/ 1281 h 87"/>
                  <a:gd name="T12" fmla="*/ 658 w 48"/>
                  <a:gd name="T13" fmla="*/ 3414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87">
                    <a:moveTo>
                      <a:pt x="23" y="85"/>
                    </a:moveTo>
                    <a:cubicBezTo>
                      <a:pt x="15" y="87"/>
                      <a:pt x="7" y="84"/>
                      <a:pt x="0" y="77"/>
                    </a:cubicBezTo>
                    <a:cubicBezTo>
                      <a:pt x="6" y="81"/>
                      <a:pt x="11" y="81"/>
                      <a:pt x="17" y="80"/>
                    </a:cubicBezTo>
                    <a:cubicBezTo>
                      <a:pt x="34" y="77"/>
                      <a:pt x="43" y="52"/>
                      <a:pt x="38" y="25"/>
                    </a:cubicBezTo>
                    <a:cubicBezTo>
                      <a:pt x="36" y="16"/>
                      <a:pt x="33" y="7"/>
                      <a:pt x="29" y="0"/>
                    </a:cubicBezTo>
                    <a:cubicBezTo>
                      <a:pt x="36" y="8"/>
                      <a:pt x="40" y="20"/>
                      <a:pt x="43" y="32"/>
                    </a:cubicBezTo>
                    <a:cubicBezTo>
                      <a:pt x="48" y="58"/>
                      <a:pt x="39" y="82"/>
                      <a:pt x="23" y="85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0" name="Freeform 1648">
                <a:extLst>
                  <a:ext uri="{FF2B5EF4-FFF2-40B4-BE49-F238E27FC236}">
                    <a16:creationId xmlns:a16="http://schemas.microsoft.com/office/drawing/2014/main" id="{0BFBA345-F433-4670-B4BF-F2339A7A8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170"/>
                <a:ext cx="84" cy="165"/>
              </a:xfrm>
              <a:custGeom>
                <a:avLst/>
                <a:gdLst>
                  <a:gd name="T0" fmla="*/ 987 w 48"/>
                  <a:gd name="T1" fmla="*/ 282 h 89"/>
                  <a:gd name="T2" fmla="*/ 313 w 48"/>
                  <a:gd name="T3" fmla="*/ 2516 h 89"/>
                  <a:gd name="T4" fmla="*/ 527 w 48"/>
                  <a:gd name="T5" fmla="*/ 3485 h 89"/>
                  <a:gd name="T6" fmla="*/ 527 w 48"/>
                  <a:gd name="T7" fmla="*/ 3485 h 89"/>
                  <a:gd name="T8" fmla="*/ 499 w 48"/>
                  <a:gd name="T9" fmla="*/ 3417 h 89"/>
                  <a:gd name="T10" fmla="*/ 151 w 48"/>
                  <a:gd name="T11" fmla="*/ 2282 h 89"/>
                  <a:gd name="T12" fmla="*/ 763 w 48"/>
                  <a:gd name="T13" fmla="*/ 44 h 89"/>
                  <a:gd name="T14" fmla="*/ 1379 w 48"/>
                  <a:gd name="T15" fmla="*/ 374 h 89"/>
                  <a:gd name="T16" fmla="*/ 987 w 48"/>
                  <a:gd name="T17" fmla="*/ 282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89">
                    <a:moveTo>
                      <a:pt x="34" y="7"/>
                    </a:moveTo>
                    <a:cubicBezTo>
                      <a:pt x="18" y="11"/>
                      <a:pt x="5" y="35"/>
                      <a:pt x="11" y="62"/>
                    </a:cubicBezTo>
                    <a:cubicBezTo>
                      <a:pt x="12" y="70"/>
                      <a:pt x="15" y="79"/>
                      <a:pt x="18" y="86"/>
                    </a:cubicBezTo>
                    <a:cubicBezTo>
                      <a:pt x="19" y="87"/>
                      <a:pt x="20" y="89"/>
                      <a:pt x="18" y="86"/>
                    </a:cubicBezTo>
                    <a:cubicBezTo>
                      <a:pt x="18" y="85"/>
                      <a:pt x="17" y="85"/>
                      <a:pt x="17" y="84"/>
                    </a:cubicBezTo>
                    <a:cubicBezTo>
                      <a:pt x="11" y="77"/>
                      <a:pt x="7" y="67"/>
                      <a:pt x="5" y="56"/>
                    </a:cubicBezTo>
                    <a:cubicBezTo>
                      <a:pt x="0" y="29"/>
                      <a:pt x="9" y="4"/>
                      <a:pt x="26" y="1"/>
                    </a:cubicBezTo>
                    <a:cubicBezTo>
                      <a:pt x="33" y="0"/>
                      <a:pt x="41" y="3"/>
                      <a:pt x="48" y="9"/>
                    </a:cubicBezTo>
                    <a:cubicBezTo>
                      <a:pt x="44" y="7"/>
                      <a:pt x="39" y="6"/>
                      <a:pt x="34" y="7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1" name="Freeform 1649">
                <a:extLst>
                  <a:ext uri="{FF2B5EF4-FFF2-40B4-BE49-F238E27FC236}">
                    <a16:creationId xmlns:a16="http://schemas.microsoft.com/office/drawing/2014/main" id="{043F9D89-3DAC-435A-8B2B-EAF13FB56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201"/>
                <a:ext cx="22" cy="24"/>
              </a:xfrm>
              <a:custGeom>
                <a:avLst/>
                <a:gdLst>
                  <a:gd name="T0" fmla="*/ 69 w 13"/>
                  <a:gd name="T1" fmla="*/ 44 h 13"/>
                  <a:gd name="T2" fmla="*/ 41 w 13"/>
                  <a:gd name="T3" fmla="*/ 386 h 13"/>
                  <a:gd name="T4" fmla="*/ 237 w 13"/>
                  <a:gd name="T5" fmla="*/ 430 h 13"/>
                  <a:gd name="T6" fmla="*/ 261 w 13"/>
                  <a:gd name="T7" fmla="*/ 126 h 13"/>
                  <a:gd name="T8" fmla="*/ 69 w 13"/>
                  <a:gd name="T9" fmla="*/ 4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1"/>
                    </a:moveTo>
                    <a:cubicBezTo>
                      <a:pt x="0" y="3"/>
                      <a:pt x="0" y="7"/>
                      <a:pt x="2" y="10"/>
                    </a:cubicBezTo>
                    <a:cubicBezTo>
                      <a:pt x="3" y="12"/>
                      <a:pt x="7" y="13"/>
                      <a:pt x="10" y="11"/>
                    </a:cubicBezTo>
                    <a:cubicBezTo>
                      <a:pt x="12" y="9"/>
                      <a:pt x="13" y="6"/>
                      <a:pt x="11" y="3"/>
                    </a:cubicBezTo>
                    <a:cubicBezTo>
                      <a:pt x="9" y="0"/>
                      <a:pt x="6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2" name="Freeform 1650">
                <a:extLst>
                  <a:ext uri="{FF2B5EF4-FFF2-40B4-BE49-F238E27FC236}">
                    <a16:creationId xmlns:a16="http://schemas.microsoft.com/office/drawing/2014/main" id="{E63CACE7-324C-468C-A855-DACD355BD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225"/>
                <a:ext cx="17" cy="19"/>
              </a:xfrm>
              <a:custGeom>
                <a:avLst/>
                <a:gdLst>
                  <a:gd name="T0" fmla="*/ 75 w 10"/>
                  <a:gd name="T1" fmla="*/ 105 h 10"/>
                  <a:gd name="T2" fmla="*/ 44 w 10"/>
                  <a:gd name="T3" fmla="*/ 329 h 10"/>
                  <a:gd name="T4" fmla="*/ 168 w 10"/>
                  <a:gd name="T5" fmla="*/ 418 h 10"/>
                  <a:gd name="T6" fmla="*/ 202 w 10"/>
                  <a:gd name="T7" fmla="*/ 144 h 10"/>
                  <a:gd name="T8" fmla="*/ 75 w 10"/>
                  <a:gd name="T9" fmla="*/ 10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3" y="2"/>
                    </a:moveTo>
                    <a:cubicBezTo>
                      <a:pt x="1" y="3"/>
                      <a:pt x="0" y="6"/>
                      <a:pt x="2" y="7"/>
                    </a:cubicBezTo>
                    <a:cubicBezTo>
                      <a:pt x="3" y="9"/>
                      <a:pt x="5" y="10"/>
                      <a:pt x="7" y="9"/>
                    </a:cubicBezTo>
                    <a:cubicBezTo>
                      <a:pt x="9" y="7"/>
                      <a:pt x="10" y="5"/>
                      <a:pt x="8" y="3"/>
                    </a:cubicBezTo>
                    <a:cubicBezTo>
                      <a:pt x="7" y="1"/>
                      <a:pt x="5" y="0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3" name="Freeform 1651">
                <a:extLst>
                  <a:ext uri="{FF2B5EF4-FFF2-40B4-BE49-F238E27FC236}">
                    <a16:creationId xmlns:a16="http://schemas.microsoft.com/office/drawing/2014/main" id="{43EC435A-176D-40DB-9670-6A1438141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190"/>
                <a:ext cx="10" cy="11"/>
              </a:xfrm>
              <a:custGeom>
                <a:avLst/>
                <a:gdLst>
                  <a:gd name="T0" fmla="*/ 22 w 6"/>
                  <a:gd name="T1" fmla="*/ 44 h 6"/>
                  <a:gd name="T2" fmla="*/ 22 w 6"/>
                  <a:gd name="T3" fmla="*/ 193 h 6"/>
                  <a:gd name="T4" fmla="*/ 92 w 6"/>
                  <a:gd name="T5" fmla="*/ 193 h 6"/>
                  <a:gd name="T6" fmla="*/ 103 w 6"/>
                  <a:gd name="T7" fmla="*/ 81 h 6"/>
                  <a:gd name="T8" fmla="*/ 22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1" y="6"/>
                      <a:pt x="3" y="6"/>
                      <a:pt x="4" y="5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0"/>
                      <a:pt x="3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4" name="Freeform 1652">
                <a:extLst>
                  <a:ext uri="{FF2B5EF4-FFF2-40B4-BE49-F238E27FC236}">
                    <a16:creationId xmlns:a16="http://schemas.microsoft.com/office/drawing/2014/main" id="{2AE03700-453D-4D1E-AE12-CFAF939F9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3049"/>
                <a:ext cx="110" cy="143"/>
              </a:xfrm>
              <a:custGeom>
                <a:avLst/>
                <a:gdLst>
                  <a:gd name="T0" fmla="*/ 1507 w 63"/>
                  <a:gd name="T1" fmla="*/ 2736 h 77"/>
                  <a:gd name="T2" fmla="*/ 871 w 63"/>
                  <a:gd name="T3" fmla="*/ 3163 h 77"/>
                  <a:gd name="T4" fmla="*/ 1299 w 63"/>
                  <a:gd name="T5" fmla="*/ 2736 h 77"/>
                  <a:gd name="T6" fmla="*/ 650 w 63"/>
                  <a:gd name="T7" fmla="*/ 539 h 77"/>
                  <a:gd name="T8" fmla="*/ 0 w 63"/>
                  <a:gd name="T9" fmla="*/ 0 h 77"/>
                  <a:gd name="T10" fmla="*/ 871 w 63"/>
                  <a:gd name="T11" fmla="*/ 568 h 77"/>
                  <a:gd name="T12" fmla="*/ 1507 w 63"/>
                  <a:gd name="T13" fmla="*/ 2736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77">
                    <a:moveTo>
                      <a:pt x="53" y="67"/>
                    </a:moveTo>
                    <a:cubicBezTo>
                      <a:pt x="49" y="73"/>
                      <a:pt x="41" y="77"/>
                      <a:pt x="31" y="77"/>
                    </a:cubicBezTo>
                    <a:cubicBezTo>
                      <a:pt x="38" y="75"/>
                      <a:pt x="42" y="72"/>
                      <a:pt x="46" y="67"/>
                    </a:cubicBezTo>
                    <a:cubicBezTo>
                      <a:pt x="56" y="53"/>
                      <a:pt x="45" y="29"/>
                      <a:pt x="23" y="13"/>
                    </a:cubicBezTo>
                    <a:cubicBezTo>
                      <a:pt x="16" y="8"/>
                      <a:pt x="7" y="3"/>
                      <a:pt x="0" y="0"/>
                    </a:cubicBezTo>
                    <a:cubicBezTo>
                      <a:pt x="9" y="2"/>
                      <a:pt x="21" y="7"/>
                      <a:pt x="31" y="14"/>
                    </a:cubicBezTo>
                    <a:cubicBezTo>
                      <a:pt x="53" y="30"/>
                      <a:pt x="63" y="54"/>
                      <a:pt x="53" y="67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5" name="Freeform 1653">
                <a:extLst>
                  <a:ext uri="{FF2B5EF4-FFF2-40B4-BE49-F238E27FC236}">
                    <a16:creationId xmlns:a16="http://schemas.microsoft.com/office/drawing/2014/main" id="{761C8F63-2E85-4EC8-A02B-C876EB4B4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3049"/>
                <a:ext cx="113" cy="143"/>
              </a:xfrm>
              <a:custGeom>
                <a:avLst/>
                <a:gdLst>
                  <a:gd name="T0" fmla="*/ 556 w 65"/>
                  <a:gd name="T1" fmla="*/ 334 h 77"/>
                  <a:gd name="T2" fmla="*/ 1114 w 65"/>
                  <a:gd name="T3" fmla="*/ 2624 h 77"/>
                  <a:gd name="T4" fmla="*/ 1716 w 65"/>
                  <a:gd name="T5" fmla="*/ 3118 h 77"/>
                  <a:gd name="T6" fmla="*/ 1681 w 65"/>
                  <a:gd name="T7" fmla="*/ 3118 h 77"/>
                  <a:gd name="T8" fmla="*/ 1657 w 65"/>
                  <a:gd name="T9" fmla="*/ 3118 h 77"/>
                  <a:gd name="T10" fmla="*/ 888 w 65"/>
                  <a:gd name="T11" fmla="*/ 2624 h 77"/>
                  <a:gd name="T12" fmla="*/ 271 w 65"/>
                  <a:gd name="T13" fmla="*/ 379 h 77"/>
                  <a:gd name="T14" fmla="*/ 855 w 65"/>
                  <a:gd name="T15" fmla="*/ 0 h 77"/>
                  <a:gd name="T16" fmla="*/ 556 w 65"/>
                  <a:gd name="T17" fmla="*/ 334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77">
                    <a:moveTo>
                      <a:pt x="20" y="8"/>
                    </a:moveTo>
                    <a:cubicBezTo>
                      <a:pt x="10" y="22"/>
                      <a:pt x="18" y="48"/>
                      <a:pt x="40" y="64"/>
                    </a:cubicBezTo>
                    <a:cubicBezTo>
                      <a:pt x="47" y="69"/>
                      <a:pt x="55" y="73"/>
                      <a:pt x="62" y="76"/>
                    </a:cubicBezTo>
                    <a:cubicBezTo>
                      <a:pt x="63" y="76"/>
                      <a:pt x="65" y="77"/>
                      <a:pt x="61" y="76"/>
                    </a:cubicBezTo>
                    <a:cubicBezTo>
                      <a:pt x="61" y="76"/>
                      <a:pt x="60" y="76"/>
                      <a:pt x="60" y="76"/>
                    </a:cubicBezTo>
                    <a:cubicBezTo>
                      <a:pt x="51" y="74"/>
                      <a:pt x="41" y="70"/>
                      <a:pt x="32" y="64"/>
                    </a:cubicBezTo>
                    <a:cubicBezTo>
                      <a:pt x="10" y="47"/>
                      <a:pt x="0" y="23"/>
                      <a:pt x="10" y="9"/>
                    </a:cubicBezTo>
                    <a:cubicBezTo>
                      <a:pt x="14" y="3"/>
                      <a:pt x="22" y="0"/>
                      <a:pt x="31" y="0"/>
                    </a:cubicBezTo>
                    <a:cubicBezTo>
                      <a:pt x="27" y="1"/>
                      <a:pt x="23" y="4"/>
                      <a:pt x="20" y="8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6" name="Freeform 1654">
                <a:extLst>
                  <a:ext uri="{FF2B5EF4-FFF2-40B4-BE49-F238E27FC236}">
                    <a16:creationId xmlns:a16="http://schemas.microsoft.com/office/drawing/2014/main" id="{D74CDDFB-A70B-4494-B221-29058E385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3095"/>
                <a:ext cx="22" cy="24"/>
              </a:xfrm>
              <a:custGeom>
                <a:avLst/>
                <a:gdLst>
                  <a:gd name="T0" fmla="*/ 24 w 13"/>
                  <a:gd name="T1" fmla="*/ 194 h 13"/>
                  <a:gd name="T2" fmla="*/ 140 w 13"/>
                  <a:gd name="T3" fmla="*/ 476 h 13"/>
                  <a:gd name="T4" fmla="*/ 306 w 13"/>
                  <a:gd name="T5" fmla="*/ 327 h 13"/>
                  <a:gd name="T6" fmla="*/ 198 w 13"/>
                  <a:gd name="T7" fmla="*/ 44 h 13"/>
                  <a:gd name="T8" fmla="*/ 24 w 13"/>
                  <a:gd name="T9" fmla="*/ 1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" y="5"/>
                    </a:moveTo>
                    <a:cubicBezTo>
                      <a:pt x="0" y="9"/>
                      <a:pt x="2" y="12"/>
                      <a:pt x="6" y="12"/>
                    </a:cubicBezTo>
                    <a:cubicBezTo>
                      <a:pt x="9" y="13"/>
                      <a:pt x="12" y="11"/>
                      <a:pt x="13" y="8"/>
                    </a:cubicBezTo>
                    <a:cubicBezTo>
                      <a:pt x="13" y="5"/>
                      <a:pt x="11" y="2"/>
                      <a:pt x="8" y="1"/>
                    </a:cubicBezTo>
                    <a:cubicBezTo>
                      <a:pt x="5" y="0"/>
                      <a:pt x="2" y="2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7" name="Freeform 1655">
                <a:extLst>
                  <a:ext uri="{FF2B5EF4-FFF2-40B4-BE49-F238E27FC236}">
                    <a16:creationId xmlns:a16="http://schemas.microsoft.com/office/drawing/2014/main" id="{575E4285-0AD4-4355-8966-ABBC4BA00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3118"/>
                <a:ext cx="16" cy="16"/>
              </a:xfrm>
              <a:custGeom>
                <a:avLst/>
                <a:gdLst>
                  <a:gd name="T0" fmla="*/ 0 w 9"/>
                  <a:gd name="T1" fmla="*/ 117 h 9"/>
                  <a:gd name="T2" fmla="*/ 89 w 9"/>
                  <a:gd name="T3" fmla="*/ 281 h 9"/>
                  <a:gd name="T4" fmla="*/ 247 w 9"/>
                  <a:gd name="T5" fmla="*/ 203 h 9"/>
                  <a:gd name="T6" fmla="*/ 158 w 9"/>
                  <a:gd name="T7" fmla="*/ 37 h 9"/>
                  <a:gd name="T8" fmla="*/ 0 w 9"/>
                  <a:gd name="T9" fmla="*/ 1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0" y="6"/>
                      <a:pt x="1" y="8"/>
                      <a:pt x="3" y="9"/>
                    </a:cubicBezTo>
                    <a:cubicBezTo>
                      <a:pt x="5" y="9"/>
                      <a:pt x="8" y="8"/>
                      <a:pt x="8" y="6"/>
                    </a:cubicBezTo>
                    <a:cubicBezTo>
                      <a:pt x="9" y="4"/>
                      <a:pt x="7" y="1"/>
                      <a:pt x="5" y="1"/>
                    </a:cubicBezTo>
                    <a:cubicBezTo>
                      <a:pt x="3" y="0"/>
                      <a:pt x="1" y="2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8" name="Freeform 1656">
                <a:extLst>
                  <a:ext uri="{FF2B5EF4-FFF2-40B4-BE49-F238E27FC236}">
                    <a16:creationId xmlns:a16="http://schemas.microsoft.com/office/drawing/2014/main" id="{D3A09A07-E5CF-4710-9BEC-5EC4948A3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3082"/>
                <a:ext cx="11" cy="11"/>
              </a:xfrm>
              <a:custGeom>
                <a:avLst/>
                <a:gdLst>
                  <a:gd name="T0" fmla="*/ 44 w 6"/>
                  <a:gd name="T1" fmla="*/ 81 h 6"/>
                  <a:gd name="T2" fmla="*/ 125 w 6"/>
                  <a:gd name="T3" fmla="*/ 193 h 6"/>
                  <a:gd name="T4" fmla="*/ 229 w 6"/>
                  <a:gd name="T5" fmla="*/ 125 h 6"/>
                  <a:gd name="T6" fmla="*/ 149 w 6"/>
                  <a:gd name="T7" fmla="*/ 0 h 6"/>
                  <a:gd name="T8" fmla="*/ 44 w 6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0" y="3"/>
                      <a:pt x="1" y="5"/>
                      <a:pt x="3" y="5"/>
                    </a:cubicBezTo>
                    <a:cubicBezTo>
                      <a:pt x="4" y="6"/>
                      <a:pt x="6" y="5"/>
                      <a:pt x="6" y="3"/>
                    </a:cubicBezTo>
                    <a:cubicBezTo>
                      <a:pt x="6" y="2"/>
                      <a:pt x="5" y="0"/>
                      <a:pt x="4" y="0"/>
                    </a:cubicBezTo>
                    <a:cubicBezTo>
                      <a:pt x="2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9" name="Freeform 1657">
                <a:extLst>
                  <a:ext uri="{FF2B5EF4-FFF2-40B4-BE49-F238E27FC236}">
                    <a16:creationId xmlns:a16="http://schemas.microsoft.com/office/drawing/2014/main" id="{B2B978A1-31E8-4130-84BE-4C5DAD57B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540"/>
                <a:ext cx="103" cy="148"/>
              </a:xfrm>
              <a:custGeom>
                <a:avLst/>
                <a:gdLst>
                  <a:gd name="T0" fmla="*/ 499 w 59"/>
                  <a:gd name="T1" fmla="*/ 3060 h 80"/>
                  <a:gd name="T2" fmla="*/ 0 w 59"/>
                  <a:gd name="T3" fmla="*/ 2399 h 80"/>
                  <a:gd name="T4" fmla="*/ 421 w 59"/>
                  <a:gd name="T5" fmla="*/ 2823 h 80"/>
                  <a:gd name="T6" fmla="*/ 1561 w 59"/>
                  <a:gd name="T7" fmla="*/ 1043 h 80"/>
                  <a:gd name="T8" fmla="*/ 1627 w 59"/>
                  <a:gd name="T9" fmla="*/ 0 h 80"/>
                  <a:gd name="T10" fmla="*/ 1627 w 59"/>
                  <a:gd name="T11" fmla="*/ 1406 h 80"/>
                  <a:gd name="T12" fmla="*/ 499 w 59"/>
                  <a:gd name="T13" fmla="*/ 306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80">
                    <a:moveTo>
                      <a:pt x="18" y="76"/>
                    </a:moveTo>
                    <a:cubicBezTo>
                      <a:pt x="10" y="75"/>
                      <a:pt x="4" y="69"/>
                      <a:pt x="0" y="60"/>
                    </a:cubicBezTo>
                    <a:cubicBezTo>
                      <a:pt x="4" y="66"/>
                      <a:pt x="9" y="68"/>
                      <a:pt x="15" y="70"/>
                    </a:cubicBezTo>
                    <a:cubicBezTo>
                      <a:pt x="32" y="73"/>
                      <a:pt x="50" y="54"/>
                      <a:pt x="55" y="26"/>
                    </a:cubicBezTo>
                    <a:cubicBezTo>
                      <a:pt x="57" y="18"/>
                      <a:pt x="58" y="8"/>
                      <a:pt x="57" y="0"/>
                    </a:cubicBezTo>
                    <a:cubicBezTo>
                      <a:pt x="59" y="10"/>
                      <a:pt x="59" y="23"/>
                      <a:pt x="57" y="35"/>
                    </a:cubicBezTo>
                    <a:cubicBezTo>
                      <a:pt x="52" y="61"/>
                      <a:pt x="34" y="80"/>
                      <a:pt x="18" y="76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0" name="Freeform 1658">
                <a:extLst>
                  <a:ext uri="{FF2B5EF4-FFF2-40B4-BE49-F238E27FC236}">
                    <a16:creationId xmlns:a16="http://schemas.microsoft.com/office/drawing/2014/main" id="{3AD45FEE-B25F-4D7C-B161-A921187CE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493"/>
                <a:ext cx="105" cy="152"/>
              </a:xfrm>
              <a:custGeom>
                <a:avLst/>
                <a:gdLst>
                  <a:gd name="T0" fmla="*/ 1379 w 60"/>
                  <a:gd name="T1" fmla="*/ 484 h 82"/>
                  <a:gd name="T2" fmla="*/ 151 w 60"/>
                  <a:gd name="T3" fmla="*/ 2185 h 82"/>
                  <a:gd name="T4" fmla="*/ 86 w 60"/>
                  <a:gd name="T5" fmla="*/ 3179 h 82"/>
                  <a:gd name="T6" fmla="*/ 65 w 60"/>
                  <a:gd name="T7" fmla="*/ 3179 h 82"/>
                  <a:gd name="T8" fmla="*/ 65 w 60"/>
                  <a:gd name="T9" fmla="*/ 3083 h 82"/>
                  <a:gd name="T10" fmla="*/ 65 w 60"/>
                  <a:gd name="T11" fmla="*/ 1867 h 82"/>
                  <a:gd name="T12" fmla="*/ 1222 w 60"/>
                  <a:gd name="T13" fmla="*/ 128 h 82"/>
                  <a:gd name="T14" fmla="*/ 1727 w 60"/>
                  <a:gd name="T15" fmla="*/ 764 h 82"/>
                  <a:gd name="T16" fmla="*/ 1379 w 60"/>
                  <a:gd name="T17" fmla="*/ 484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48" y="12"/>
                    </a:moveTo>
                    <a:cubicBezTo>
                      <a:pt x="31" y="9"/>
                      <a:pt x="10" y="26"/>
                      <a:pt x="5" y="54"/>
                    </a:cubicBezTo>
                    <a:cubicBezTo>
                      <a:pt x="3" y="62"/>
                      <a:pt x="2" y="71"/>
                      <a:pt x="3" y="78"/>
                    </a:cubicBezTo>
                    <a:cubicBezTo>
                      <a:pt x="3" y="80"/>
                      <a:pt x="3" y="82"/>
                      <a:pt x="2" y="78"/>
                    </a:cubicBezTo>
                    <a:cubicBezTo>
                      <a:pt x="2" y="78"/>
                      <a:pt x="2" y="77"/>
                      <a:pt x="2" y="76"/>
                    </a:cubicBezTo>
                    <a:cubicBezTo>
                      <a:pt x="0" y="68"/>
                      <a:pt x="0" y="57"/>
                      <a:pt x="2" y="46"/>
                    </a:cubicBezTo>
                    <a:cubicBezTo>
                      <a:pt x="7" y="19"/>
                      <a:pt x="25" y="0"/>
                      <a:pt x="42" y="3"/>
                    </a:cubicBezTo>
                    <a:cubicBezTo>
                      <a:pt x="50" y="5"/>
                      <a:pt x="56" y="11"/>
                      <a:pt x="60" y="19"/>
                    </a:cubicBezTo>
                    <a:cubicBezTo>
                      <a:pt x="56" y="15"/>
                      <a:pt x="52" y="13"/>
                      <a:pt x="48" y="12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1" name="Freeform 1659">
                <a:extLst>
                  <a:ext uri="{FF2B5EF4-FFF2-40B4-BE49-F238E27FC236}">
                    <a16:creationId xmlns:a16="http://schemas.microsoft.com/office/drawing/2014/main" id="{0D76DEA2-26B4-458D-87E6-332908330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519"/>
                <a:ext cx="21" cy="22"/>
              </a:xfrm>
              <a:custGeom>
                <a:avLst/>
                <a:gdLst>
                  <a:gd name="T0" fmla="*/ 151 w 12"/>
                  <a:gd name="T1" fmla="*/ 0 h 12"/>
                  <a:gd name="T2" fmla="*/ 0 w 12"/>
                  <a:gd name="T3" fmla="*/ 273 h 12"/>
                  <a:gd name="T4" fmla="*/ 200 w 12"/>
                  <a:gd name="T5" fmla="*/ 451 h 12"/>
                  <a:gd name="T6" fmla="*/ 350 w 12"/>
                  <a:gd name="T7" fmla="*/ 193 h 12"/>
                  <a:gd name="T8" fmla="*/ 151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5" y="0"/>
                    </a:moveTo>
                    <a:cubicBezTo>
                      <a:pt x="2" y="1"/>
                      <a:pt x="0" y="4"/>
                      <a:pt x="0" y="7"/>
                    </a:cubicBezTo>
                    <a:cubicBezTo>
                      <a:pt x="1" y="10"/>
                      <a:pt x="4" y="12"/>
                      <a:pt x="7" y="12"/>
                    </a:cubicBezTo>
                    <a:cubicBezTo>
                      <a:pt x="10" y="11"/>
                      <a:pt x="12" y="8"/>
                      <a:pt x="12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2" name="Freeform 1660">
                <a:extLst>
                  <a:ext uri="{FF2B5EF4-FFF2-40B4-BE49-F238E27FC236}">
                    <a16:creationId xmlns:a16="http://schemas.microsoft.com/office/drawing/2014/main" id="{1E3EEDAC-8BF0-40CE-A446-8A869F767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541"/>
                <a:ext cx="15" cy="15"/>
              </a:xfrm>
              <a:custGeom>
                <a:avLst/>
                <a:gdLst>
                  <a:gd name="T0" fmla="*/ 62 w 9"/>
                  <a:gd name="T1" fmla="*/ 0 h 8"/>
                  <a:gd name="T2" fmla="*/ 0 w 9"/>
                  <a:gd name="T3" fmla="*/ 212 h 8"/>
                  <a:gd name="T4" fmla="*/ 103 w 9"/>
                  <a:gd name="T5" fmla="*/ 349 h 8"/>
                  <a:gd name="T6" fmla="*/ 172 w 9"/>
                  <a:gd name="T7" fmla="*/ 137 h 8"/>
                  <a:gd name="T8" fmla="*/ 62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cubicBezTo>
                      <a:pt x="1" y="0"/>
                      <a:pt x="0" y="3"/>
                      <a:pt x="0" y="5"/>
                    </a:cubicBezTo>
                    <a:cubicBezTo>
                      <a:pt x="1" y="7"/>
                      <a:pt x="3" y="8"/>
                      <a:pt x="5" y="8"/>
                    </a:cubicBezTo>
                    <a:cubicBezTo>
                      <a:pt x="7" y="8"/>
                      <a:pt x="9" y="5"/>
                      <a:pt x="8" y="3"/>
                    </a:cubicBezTo>
                    <a:cubicBezTo>
                      <a:pt x="8" y="1"/>
                      <a:pt x="6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3" name="Freeform 1661">
                <a:extLst>
                  <a:ext uri="{FF2B5EF4-FFF2-40B4-BE49-F238E27FC236}">
                    <a16:creationId xmlns:a16="http://schemas.microsoft.com/office/drawing/2014/main" id="{01240714-895C-416F-B937-40E74D20F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514"/>
                <a:ext cx="9" cy="11"/>
              </a:xfrm>
              <a:custGeom>
                <a:avLst/>
                <a:gdLst>
                  <a:gd name="T0" fmla="*/ 74 w 5"/>
                  <a:gd name="T1" fmla="*/ 0 h 6"/>
                  <a:gd name="T2" fmla="*/ 0 w 5"/>
                  <a:gd name="T3" fmla="*/ 125 h 6"/>
                  <a:gd name="T4" fmla="*/ 94 w 5"/>
                  <a:gd name="T5" fmla="*/ 229 h 6"/>
                  <a:gd name="T6" fmla="*/ 169 w 5"/>
                  <a:gd name="T7" fmla="*/ 81 h 6"/>
                  <a:gd name="T8" fmla="*/ 74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4" y="5"/>
                      <a:pt x="5" y="4"/>
                      <a:pt x="5" y="2"/>
                    </a:cubicBezTo>
                    <a:cubicBezTo>
                      <a:pt x="5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4" name="Freeform 1662">
                <a:extLst>
                  <a:ext uri="{FF2B5EF4-FFF2-40B4-BE49-F238E27FC236}">
                    <a16:creationId xmlns:a16="http://schemas.microsoft.com/office/drawing/2014/main" id="{C36C7CAC-A05E-4516-BCED-9B3BE0250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842"/>
                <a:ext cx="23" cy="25"/>
              </a:xfrm>
              <a:custGeom>
                <a:avLst/>
                <a:gdLst>
                  <a:gd name="T0" fmla="*/ 156 w 13"/>
                  <a:gd name="T1" fmla="*/ 56 h 13"/>
                  <a:gd name="T2" fmla="*/ 37 w 13"/>
                  <a:gd name="T3" fmla="*/ 400 h 13"/>
                  <a:gd name="T4" fmla="*/ 244 w 13"/>
                  <a:gd name="T5" fmla="*/ 602 h 13"/>
                  <a:gd name="T6" fmla="*/ 359 w 13"/>
                  <a:gd name="T7" fmla="*/ 263 h 13"/>
                  <a:gd name="T8" fmla="*/ 156 w 13"/>
                  <a:gd name="T9" fmla="*/ 5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5" y="1"/>
                    </a:moveTo>
                    <a:cubicBezTo>
                      <a:pt x="2" y="2"/>
                      <a:pt x="0" y="5"/>
                      <a:pt x="1" y="8"/>
                    </a:cubicBezTo>
                    <a:cubicBezTo>
                      <a:pt x="1" y="11"/>
                      <a:pt x="5" y="13"/>
                      <a:pt x="8" y="12"/>
                    </a:cubicBezTo>
                    <a:cubicBezTo>
                      <a:pt x="11" y="11"/>
                      <a:pt x="13" y="8"/>
                      <a:pt x="12" y="5"/>
                    </a:cubicBezTo>
                    <a:cubicBezTo>
                      <a:pt x="11" y="2"/>
                      <a:pt x="8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5" name="Freeform 1663">
                <a:extLst>
                  <a:ext uri="{FF2B5EF4-FFF2-40B4-BE49-F238E27FC236}">
                    <a16:creationId xmlns:a16="http://schemas.microsoft.com/office/drawing/2014/main" id="{54D2810B-FF22-4A24-A68F-54EAEA971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865"/>
                <a:ext cx="16" cy="16"/>
              </a:xfrm>
              <a:custGeom>
                <a:avLst/>
                <a:gdLst>
                  <a:gd name="T0" fmla="*/ 89 w 9"/>
                  <a:gd name="T1" fmla="*/ 37 h 9"/>
                  <a:gd name="T2" fmla="*/ 0 w 9"/>
                  <a:gd name="T3" fmla="*/ 203 h 9"/>
                  <a:gd name="T4" fmla="*/ 158 w 9"/>
                  <a:gd name="T5" fmla="*/ 281 h 9"/>
                  <a:gd name="T6" fmla="*/ 247 w 9"/>
                  <a:gd name="T7" fmla="*/ 117 h 9"/>
                  <a:gd name="T8" fmla="*/ 89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1" y="1"/>
                      <a:pt x="0" y="4"/>
                      <a:pt x="0" y="6"/>
                    </a:cubicBezTo>
                    <a:cubicBezTo>
                      <a:pt x="1" y="8"/>
                      <a:pt x="3" y="9"/>
                      <a:pt x="5" y="9"/>
                    </a:cubicBezTo>
                    <a:cubicBezTo>
                      <a:pt x="7" y="8"/>
                      <a:pt x="9" y="6"/>
                      <a:pt x="8" y="4"/>
                    </a:cubicBezTo>
                    <a:cubicBezTo>
                      <a:pt x="8" y="2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6" name="Freeform 1664">
                <a:extLst>
                  <a:ext uri="{FF2B5EF4-FFF2-40B4-BE49-F238E27FC236}">
                    <a16:creationId xmlns:a16="http://schemas.microsoft.com/office/drawing/2014/main" id="{E8DB5F11-A2FA-404F-83E2-1FBF6AB6C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837"/>
                <a:ext cx="11" cy="11"/>
              </a:xfrm>
              <a:custGeom>
                <a:avLst/>
                <a:gdLst>
                  <a:gd name="T0" fmla="*/ 125 w 6"/>
                  <a:gd name="T1" fmla="*/ 0 h 6"/>
                  <a:gd name="T2" fmla="*/ 44 w 6"/>
                  <a:gd name="T3" fmla="*/ 149 h 6"/>
                  <a:gd name="T4" fmla="*/ 149 w 6"/>
                  <a:gd name="T5" fmla="*/ 229 h 6"/>
                  <a:gd name="T6" fmla="*/ 229 w 6"/>
                  <a:gd name="T7" fmla="*/ 81 h 6"/>
                  <a:gd name="T8" fmla="*/ 125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6" y="5"/>
                      <a:pt x="6" y="4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7" name="Freeform 1665">
                <a:extLst>
                  <a:ext uri="{FF2B5EF4-FFF2-40B4-BE49-F238E27FC236}">
                    <a16:creationId xmlns:a16="http://schemas.microsoft.com/office/drawing/2014/main" id="{BA1D0E09-4231-443C-BA0C-154CB014D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073"/>
                <a:ext cx="157" cy="124"/>
              </a:xfrm>
              <a:custGeom>
                <a:avLst/>
                <a:gdLst>
                  <a:gd name="T0" fmla="*/ 2339 w 90"/>
                  <a:gd name="T1" fmla="*/ 0 h 67"/>
                  <a:gd name="T2" fmla="*/ 1518 w 90"/>
                  <a:gd name="T3" fmla="*/ 1847 h 67"/>
                  <a:gd name="T4" fmla="*/ 0 w 90"/>
                  <a:gd name="T5" fmla="*/ 2123 h 67"/>
                  <a:gd name="T6" fmla="*/ 0 w 90"/>
                  <a:gd name="T7" fmla="*/ 2123 h 67"/>
                  <a:gd name="T8" fmla="*/ 1603 w 90"/>
                  <a:gd name="T9" fmla="*/ 2017 h 67"/>
                  <a:gd name="T10" fmla="*/ 2339 w 90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67">
                    <a:moveTo>
                      <a:pt x="83" y="0"/>
                    </a:moveTo>
                    <a:cubicBezTo>
                      <a:pt x="84" y="14"/>
                      <a:pt x="72" y="33"/>
                      <a:pt x="54" y="46"/>
                    </a:cubicBezTo>
                    <a:cubicBezTo>
                      <a:pt x="34" y="59"/>
                      <a:pt x="12" y="61"/>
                      <a:pt x="0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9" y="67"/>
                      <a:pt x="35" y="65"/>
                      <a:pt x="57" y="50"/>
                    </a:cubicBezTo>
                    <a:cubicBezTo>
                      <a:pt x="78" y="36"/>
                      <a:pt x="90" y="14"/>
                      <a:pt x="83" y="0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8" name="Freeform 1666">
                <a:extLst>
                  <a:ext uri="{FF2B5EF4-FFF2-40B4-BE49-F238E27FC236}">
                    <a16:creationId xmlns:a16="http://schemas.microsoft.com/office/drawing/2014/main" id="{F76BA529-C876-456A-9624-5A420D768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3043"/>
                <a:ext cx="162" cy="130"/>
              </a:xfrm>
              <a:custGeom>
                <a:avLst/>
                <a:gdLst>
                  <a:gd name="T0" fmla="*/ 1056 w 93"/>
                  <a:gd name="T1" fmla="*/ 904 h 70"/>
                  <a:gd name="T2" fmla="*/ 2552 w 93"/>
                  <a:gd name="T3" fmla="*/ 568 h 70"/>
                  <a:gd name="T4" fmla="*/ 2569 w 93"/>
                  <a:gd name="T5" fmla="*/ 568 h 70"/>
                  <a:gd name="T6" fmla="*/ 946 w 93"/>
                  <a:gd name="T7" fmla="*/ 704 h 70"/>
                  <a:gd name="T8" fmla="*/ 258 w 93"/>
                  <a:gd name="T9" fmla="*/ 2832 h 70"/>
                  <a:gd name="T10" fmla="*/ 258 w 93"/>
                  <a:gd name="T11" fmla="*/ 2832 h 70"/>
                  <a:gd name="T12" fmla="*/ 1056 w 93"/>
                  <a:gd name="T13" fmla="*/ 904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70">
                    <a:moveTo>
                      <a:pt x="38" y="22"/>
                    </a:moveTo>
                    <a:cubicBezTo>
                      <a:pt x="56" y="10"/>
                      <a:pt x="80" y="6"/>
                      <a:pt x="91" y="14"/>
                    </a:cubicBezTo>
                    <a:cubicBezTo>
                      <a:pt x="93" y="16"/>
                      <a:pt x="93" y="17"/>
                      <a:pt x="92" y="14"/>
                    </a:cubicBezTo>
                    <a:cubicBezTo>
                      <a:pt x="82" y="0"/>
                      <a:pt x="57" y="2"/>
                      <a:pt x="34" y="17"/>
                    </a:cubicBezTo>
                    <a:cubicBezTo>
                      <a:pt x="12" y="32"/>
                      <a:pt x="0" y="55"/>
                      <a:pt x="9" y="69"/>
                    </a:cubicBezTo>
                    <a:cubicBezTo>
                      <a:pt x="9" y="70"/>
                      <a:pt x="9" y="69"/>
                      <a:pt x="9" y="69"/>
                    </a:cubicBezTo>
                    <a:cubicBezTo>
                      <a:pt x="6" y="49"/>
                      <a:pt x="20" y="34"/>
                      <a:pt x="38" y="22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9" name="Freeform 1667">
                <a:extLst>
                  <a:ext uri="{FF2B5EF4-FFF2-40B4-BE49-F238E27FC236}">
                    <a16:creationId xmlns:a16="http://schemas.microsoft.com/office/drawing/2014/main" id="{926D11F8-6D9C-4C2A-9A06-90D0C05C0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093"/>
                <a:ext cx="23" cy="25"/>
              </a:xfrm>
              <a:custGeom>
                <a:avLst/>
                <a:gdLst>
                  <a:gd name="T0" fmla="*/ 156 w 13"/>
                  <a:gd name="T1" fmla="*/ 56 h 13"/>
                  <a:gd name="T2" fmla="*/ 37 w 13"/>
                  <a:gd name="T3" fmla="*/ 400 h 13"/>
                  <a:gd name="T4" fmla="*/ 244 w 13"/>
                  <a:gd name="T5" fmla="*/ 602 h 13"/>
                  <a:gd name="T6" fmla="*/ 403 w 13"/>
                  <a:gd name="T7" fmla="*/ 263 h 13"/>
                  <a:gd name="T8" fmla="*/ 156 w 13"/>
                  <a:gd name="T9" fmla="*/ 5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5" y="1"/>
                    </a:moveTo>
                    <a:cubicBezTo>
                      <a:pt x="2" y="2"/>
                      <a:pt x="0" y="5"/>
                      <a:pt x="1" y="8"/>
                    </a:cubicBezTo>
                    <a:cubicBezTo>
                      <a:pt x="2" y="11"/>
                      <a:pt x="5" y="13"/>
                      <a:pt x="8" y="12"/>
                    </a:cubicBezTo>
                    <a:cubicBezTo>
                      <a:pt x="11" y="12"/>
                      <a:pt x="13" y="8"/>
                      <a:pt x="13" y="5"/>
                    </a:cubicBezTo>
                    <a:cubicBezTo>
                      <a:pt x="12" y="2"/>
                      <a:pt x="9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0" name="Freeform 1668">
                <a:extLst>
                  <a:ext uri="{FF2B5EF4-FFF2-40B4-BE49-F238E27FC236}">
                    <a16:creationId xmlns:a16="http://schemas.microsoft.com/office/drawing/2014/main" id="{9505F6A7-5FB2-4530-9B2B-C7830B660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116"/>
                <a:ext cx="16" cy="16"/>
              </a:xfrm>
              <a:custGeom>
                <a:avLst/>
                <a:gdLst>
                  <a:gd name="T0" fmla="*/ 117 w 9"/>
                  <a:gd name="T1" fmla="*/ 37 h 9"/>
                  <a:gd name="T2" fmla="*/ 37 w 9"/>
                  <a:gd name="T3" fmla="*/ 203 h 9"/>
                  <a:gd name="T4" fmla="*/ 203 w 9"/>
                  <a:gd name="T5" fmla="*/ 281 h 9"/>
                  <a:gd name="T6" fmla="*/ 281 w 9"/>
                  <a:gd name="T7" fmla="*/ 117 h 9"/>
                  <a:gd name="T8" fmla="*/ 117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1" y="1"/>
                      <a:pt x="0" y="4"/>
                      <a:pt x="1" y="6"/>
                    </a:cubicBezTo>
                    <a:cubicBezTo>
                      <a:pt x="1" y="8"/>
                      <a:pt x="3" y="9"/>
                      <a:pt x="6" y="9"/>
                    </a:cubicBezTo>
                    <a:cubicBezTo>
                      <a:pt x="8" y="8"/>
                      <a:pt x="9" y="6"/>
                      <a:pt x="9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1" name="Freeform 1669">
                <a:extLst>
                  <a:ext uri="{FF2B5EF4-FFF2-40B4-BE49-F238E27FC236}">
                    <a16:creationId xmlns:a16="http://schemas.microsoft.com/office/drawing/2014/main" id="{FCF13822-0C6B-4AE1-8954-F656A5C12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3088"/>
                <a:ext cx="10" cy="11"/>
              </a:xfrm>
              <a:custGeom>
                <a:avLst/>
                <a:gdLst>
                  <a:gd name="T0" fmla="*/ 37 w 6"/>
                  <a:gd name="T1" fmla="*/ 44 h 6"/>
                  <a:gd name="T2" fmla="*/ 0 w 6"/>
                  <a:gd name="T3" fmla="*/ 149 h 6"/>
                  <a:gd name="T4" fmla="*/ 92 w 6"/>
                  <a:gd name="T5" fmla="*/ 229 h 6"/>
                  <a:gd name="T6" fmla="*/ 130 w 6"/>
                  <a:gd name="T7" fmla="*/ 125 h 6"/>
                  <a:gd name="T8" fmla="*/ 37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1" y="5"/>
                      <a:pt x="2" y="6"/>
                      <a:pt x="4" y="6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5" y="1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2" name="Freeform 1670">
                <a:extLst>
                  <a:ext uri="{FF2B5EF4-FFF2-40B4-BE49-F238E27FC236}">
                    <a16:creationId xmlns:a16="http://schemas.microsoft.com/office/drawing/2014/main" id="{8C61031A-7400-43F2-8C13-FDAE8AF42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240"/>
                <a:ext cx="171" cy="76"/>
              </a:xfrm>
              <a:custGeom>
                <a:avLst/>
                <a:gdLst>
                  <a:gd name="T0" fmla="*/ 2738 w 98"/>
                  <a:gd name="T1" fmla="*/ 0 h 41"/>
                  <a:gd name="T2" fmla="*/ 1492 w 98"/>
                  <a:gd name="T3" fmla="*/ 1248 h 41"/>
                  <a:gd name="T4" fmla="*/ 0 w 98"/>
                  <a:gd name="T5" fmla="*/ 693 h 41"/>
                  <a:gd name="T6" fmla="*/ 0 w 98"/>
                  <a:gd name="T7" fmla="*/ 693 h 41"/>
                  <a:gd name="T8" fmla="*/ 1520 w 98"/>
                  <a:gd name="T9" fmla="*/ 1464 h 41"/>
                  <a:gd name="T10" fmla="*/ 2738 w 98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41">
                    <a:moveTo>
                      <a:pt x="97" y="0"/>
                    </a:moveTo>
                    <a:cubicBezTo>
                      <a:pt x="93" y="13"/>
                      <a:pt x="75" y="26"/>
                      <a:pt x="53" y="31"/>
                    </a:cubicBezTo>
                    <a:cubicBezTo>
                      <a:pt x="30" y="35"/>
                      <a:pt x="8" y="29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34"/>
                      <a:pt x="28" y="41"/>
                      <a:pt x="54" y="36"/>
                    </a:cubicBezTo>
                    <a:cubicBezTo>
                      <a:pt x="79" y="31"/>
                      <a:pt x="98" y="16"/>
                      <a:pt x="97" y="0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3" name="Freeform 1671">
                <a:extLst>
                  <a:ext uri="{FF2B5EF4-FFF2-40B4-BE49-F238E27FC236}">
                    <a16:creationId xmlns:a16="http://schemas.microsoft.com/office/drawing/2014/main" id="{1669620F-4B7E-4917-AD31-BB1C24E04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3190"/>
                <a:ext cx="176" cy="82"/>
              </a:xfrm>
              <a:custGeom>
                <a:avLst/>
                <a:gdLst>
                  <a:gd name="T0" fmla="*/ 1345 w 101"/>
                  <a:gd name="T1" fmla="*/ 494 h 44"/>
                  <a:gd name="T2" fmla="*/ 2793 w 101"/>
                  <a:gd name="T3" fmla="*/ 1018 h 44"/>
                  <a:gd name="T4" fmla="*/ 2830 w 101"/>
                  <a:gd name="T5" fmla="*/ 1018 h 44"/>
                  <a:gd name="T6" fmla="*/ 1317 w 101"/>
                  <a:gd name="T7" fmla="*/ 209 h 44"/>
                  <a:gd name="T8" fmla="*/ 85 w 101"/>
                  <a:gd name="T9" fmla="*/ 1845 h 44"/>
                  <a:gd name="T10" fmla="*/ 85 w 101"/>
                  <a:gd name="T11" fmla="*/ 1845 h 44"/>
                  <a:gd name="T12" fmla="*/ 1345 w 101"/>
                  <a:gd name="T13" fmla="*/ 494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44">
                    <a:moveTo>
                      <a:pt x="48" y="12"/>
                    </a:moveTo>
                    <a:cubicBezTo>
                      <a:pt x="69" y="7"/>
                      <a:pt x="93" y="13"/>
                      <a:pt x="100" y="24"/>
                    </a:cubicBezTo>
                    <a:cubicBezTo>
                      <a:pt x="101" y="27"/>
                      <a:pt x="101" y="28"/>
                      <a:pt x="101" y="24"/>
                    </a:cubicBezTo>
                    <a:cubicBezTo>
                      <a:pt x="97" y="8"/>
                      <a:pt x="73" y="0"/>
                      <a:pt x="47" y="5"/>
                    </a:cubicBezTo>
                    <a:cubicBezTo>
                      <a:pt x="20" y="10"/>
                      <a:pt x="0" y="27"/>
                      <a:pt x="3" y="44"/>
                    </a:cubicBezTo>
                    <a:cubicBezTo>
                      <a:pt x="3" y="44"/>
                      <a:pt x="3" y="43"/>
                      <a:pt x="3" y="44"/>
                    </a:cubicBezTo>
                    <a:cubicBezTo>
                      <a:pt x="8" y="24"/>
                      <a:pt x="27" y="16"/>
                      <a:pt x="48" y="12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4" name="Freeform 1672">
                <a:extLst>
                  <a:ext uri="{FF2B5EF4-FFF2-40B4-BE49-F238E27FC236}">
                    <a16:creationId xmlns:a16="http://schemas.microsoft.com/office/drawing/2014/main" id="{FA84532A-71EB-4BF6-BF72-58AB7071A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3218"/>
                <a:ext cx="22" cy="26"/>
              </a:xfrm>
              <a:custGeom>
                <a:avLst/>
                <a:gdLst>
                  <a:gd name="T0" fmla="*/ 237 w 13"/>
                  <a:gd name="T1" fmla="*/ 84 h 14"/>
                  <a:gd name="T2" fmla="*/ 41 w 13"/>
                  <a:gd name="T3" fmla="*/ 156 h 14"/>
                  <a:gd name="T4" fmla="*/ 69 w 13"/>
                  <a:gd name="T5" fmla="*/ 487 h 14"/>
                  <a:gd name="T6" fmla="*/ 281 w 13"/>
                  <a:gd name="T7" fmla="*/ 418 h 14"/>
                  <a:gd name="T8" fmla="*/ 237 w 13"/>
                  <a:gd name="T9" fmla="*/ 8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0" y="2"/>
                    </a:moveTo>
                    <a:cubicBezTo>
                      <a:pt x="7" y="0"/>
                      <a:pt x="4" y="1"/>
                      <a:pt x="2" y="4"/>
                    </a:cubicBezTo>
                    <a:cubicBezTo>
                      <a:pt x="0" y="6"/>
                      <a:pt x="1" y="10"/>
                      <a:pt x="3" y="12"/>
                    </a:cubicBezTo>
                    <a:cubicBezTo>
                      <a:pt x="6" y="14"/>
                      <a:pt x="10" y="13"/>
                      <a:pt x="12" y="10"/>
                    </a:cubicBezTo>
                    <a:cubicBezTo>
                      <a:pt x="13" y="8"/>
                      <a:pt x="13" y="4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5" name="Freeform 1673">
                <a:extLst>
                  <a:ext uri="{FF2B5EF4-FFF2-40B4-BE49-F238E27FC236}">
                    <a16:creationId xmlns:a16="http://schemas.microsoft.com/office/drawing/2014/main" id="{A18312A6-C35B-482B-922A-F5AB97473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3209"/>
                <a:ext cx="18" cy="18"/>
              </a:xfrm>
              <a:custGeom>
                <a:avLst/>
                <a:gdLst>
                  <a:gd name="T0" fmla="*/ 239 w 10"/>
                  <a:gd name="T1" fmla="*/ 74 h 10"/>
                  <a:gd name="T2" fmla="*/ 41 w 10"/>
                  <a:gd name="T3" fmla="*/ 94 h 10"/>
                  <a:gd name="T4" fmla="*/ 94 w 10"/>
                  <a:gd name="T5" fmla="*/ 263 h 10"/>
                  <a:gd name="T6" fmla="*/ 263 w 10"/>
                  <a:gd name="T7" fmla="*/ 239 h 10"/>
                  <a:gd name="T8" fmla="*/ 239 w 10"/>
                  <a:gd name="T9" fmla="*/ 7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2"/>
                    </a:moveTo>
                    <a:cubicBezTo>
                      <a:pt x="5" y="0"/>
                      <a:pt x="3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4" y="10"/>
                      <a:pt x="7" y="9"/>
                      <a:pt x="8" y="7"/>
                    </a:cubicBezTo>
                    <a:cubicBezTo>
                      <a:pt x="10" y="5"/>
                      <a:pt x="9" y="3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6" name="Freeform 1674">
                <a:extLst>
                  <a:ext uri="{FF2B5EF4-FFF2-40B4-BE49-F238E27FC236}">
                    <a16:creationId xmlns:a16="http://schemas.microsoft.com/office/drawing/2014/main" id="{C9745419-06DC-4B5E-B046-381459CAF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3236"/>
                <a:ext cx="12" cy="12"/>
              </a:xfrm>
              <a:custGeom>
                <a:avLst/>
                <a:gdLst>
                  <a:gd name="T0" fmla="*/ 147 w 7"/>
                  <a:gd name="T1" fmla="*/ 128 h 6"/>
                  <a:gd name="T2" fmla="*/ 45 w 7"/>
                  <a:gd name="T3" fmla="*/ 64 h 6"/>
                  <a:gd name="T4" fmla="*/ 26 w 7"/>
                  <a:gd name="T5" fmla="*/ 320 h 6"/>
                  <a:gd name="T6" fmla="*/ 132 w 7"/>
                  <a:gd name="T7" fmla="*/ 384 h 6"/>
                  <a:gd name="T8" fmla="*/ 147 w 7"/>
                  <a:gd name="T9" fmla="*/ 12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2"/>
                    </a:moveTo>
                    <a:cubicBezTo>
                      <a:pt x="5" y="1"/>
                      <a:pt x="3" y="0"/>
                      <a:pt x="2" y="1"/>
                    </a:cubicBezTo>
                    <a:cubicBezTo>
                      <a:pt x="1" y="2"/>
                      <a:pt x="0" y="4"/>
                      <a:pt x="1" y="5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6" y="5"/>
                      <a:pt x="7" y="3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7" name="Freeform 1675">
                <a:extLst>
                  <a:ext uri="{FF2B5EF4-FFF2-40B4-BE49-F238E27FC236}">
                    <a16:creationId xmlns:a16="http://schemas.microsoft.com/office/drawing/2014/main" id="{0983FC45-C5CF-4C34-94E6-061CE0FC8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265"/>
                <a:ext cx="65" cy="27"/>
              </a:xfrm>
              <a:custGeom>
                <a:avLst/>
                <a:gdLst>
                  <a:gd name="T0" fmla="*/ 996 w 37"/>
                  <a:gd name="T1" fmla="*/ 0 h 15"/>
                  <a:gd name="T2" fmla="*/ 1084 w 37"/>
                  <a:gd name="T3" fmla="*/ 421 h 15"/>
                  <a:gd name="T4" fmla="*/ 0 w 37"/>
                  <a:gd name="T5" fmla="*/ 511 h 15"/>
                  <a:gd name="T6" fmla="*/ 882 w 37"/>
                  <a:gd name="T7" fmla="*/ 304 h 15"/>
                  <a:gd name="T8" fmla="*/ 996 w 3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5">
                    <a:moveTo>
                      <a:pt x="34" y="0"/>
                    </a:moveTo>
                    <a:cubicBezTo>
                      <a:pt x="34" y="4"/>
                      <a:pt x="36" y="11"/>
                      <a:pt x="37" y="12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28" y="12"/>
                      <a:pt x="30" y="9"/>
                    </a:cubicBezTo>
                    <a:cubicBezTo>
                      <a:pt x="33" y="5"/>
                      <a:pt x="34" y="1"/>
                      <a:pt x="34" y="0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8" name="Freeform 1676">
                <a:extLst>
                  <a:ext uri="{FF2B5EF4-FFF2-40B4-BE49-F238E27FC236}">
                    <a16:creationId xmlns:a16="http://schemas.microsoft.com/office/drawing/2014/main" id="{BAD6A8BA-6DE1-4B7F-AB92-4F5D69981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66"/>
                <a:ext cx="67" cy="22"/>
              </a:xfrm>
              <a:custGeom>
                <a:avLst/>
                <a:gdLst>
                  <a:gd name="T0" fmla="*/ 1141 w 38"/>
                  <a:gd name="T1" fmla="*/ 0 h 12"/>
                  <a:gd name="T2" fmla="*/ 1054 w 38"/>
                  <a:gd name="T3" fmla="*/ 451 h 12"/>
                  <a:gd name="T4" fmla="*/ 0 w 38"/>
                  <a:gd name="T5" fmla="*/ 125 h 12"/>
                  <a:gd name="T6" fmla="*/ 938 w 38"/>
                  <a:gd name="T7" fmla="*/ 229 h 12"/>
                  <a:gd name="T8" fmla="*/ 1141 w 38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2">
                    <a:moveTo>
                      <a:pt x="38" y="0"/>
                    </a:moveTo>
                    <a:cubicBezTo>
                      <a:pt x="36" y="3"/>
                      <a:pt x="35" y="11"/>
                      <a:pt x="35" y="1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7" y="8"/>
                      <a:pt x="31" y="6"/>
                    </a:cubicBezTo>
                    <a:cubicBezTo>
                      <a:pt x="35" y="4"/>
                      <a:pt x="37" y="0"/>
                      <a:pt x="38" y="0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9" name="Freeform 1677">
                <a:extLst>
                  <a:ext uri="{FF2B5EF4-FFF2-40B4-BE49-F238E27FC236}">
                    <a16:creationId xmlns:a16="http://schemas.microsoft.com/office/drawing/2014/main" id="{AB96F786-2CD3-429C-94A3-4173AAE5E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2266"/>
                <a:ext cx="63" cy="26"/>
              </a:xfrm>
              <a:custGeom>
                <a:avLst/>
                <a:gdLst>
                  <a:gd name="T0" fmla="*/ 65 w 36"/>
                  <a:gd name="T1" fmla="*/ 0 h 14"/>
                  <a:gd name="T2" fmla="*/ 0 w 36"/>
                  <a:gd name="T3" fmla="*/ 487 h 14"/>
                  <a:gd name="T4" fmla="*/ 1036 w 36"/>
                  <a:gd name="T5" fmla="*/ 568 h 14"/>
                  <a:gd name="T6" fmla="*/ 179 w 36"/>
                  <a:gd name="T7" fmla="*/ 334 h 14"/>
                  <a:gd name="T8" fmla="*/ 65 w 36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4">
                    <a:moveTo>
                      <a:pt x="2" y="0"/>
                    </a:moveTo>
                    <a:cubicBezTo>
                      <a:pt x="2" y="4"/>
                      <a:pt x="0" y="11"/>
                      <a:pt x="0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6" y="14"/>
                      <a:pt x="9" y="12"/>
                      <a:pt x="6" y="8"/>
                    </a:cubicBezTo>
                    <a:cubicBezTo>
                      <a:pt x="3" y="4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0" name="Freeform 1678">
                <a:extLst>
                  <a:ext uri="{FF2B5EF4-FFF2-40B4-BE49-F238E27FC236}">
                    <a16:creationId xmlns:a16="http://schemas.microsoft.com/office/drawing/2014/main" id="{914FEA8C-F77F-46C1-91A8-261604D12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564"/>
                <a:ext cx="68" cy="22"/>
              </a:xfrm>
              <a:custGeom>
                <a:avLst/>
                <a:gdLst>
                  <a:gd name="T0" fmla="*/ 0 w 39"/>
                  <a:gd name="T1" fmla="*/ 0 h 12"/>
                  <a:gd name="T2" fmla="*/ 85 w 39"/>
                  <a:gd name="T3" fmla="*/ 451 h 12"/>
                  <a:gd name="T4" fmla="*/ 1097 w 39"/>
                  <a:gd name="T5" fmla="*/ 125 h 12"/>
                  <a:gd name="T6" fmla="*/ 197 w 39"/>
                  <a:gd name="T7" fmla="*/ 229 h 12"/>
                  <a:gd name="T8" fmla="*/ 0 w 39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2">
                    <a:moveTo>
                      <a:pt x="0" y="0"/>
                    </a:moveTo>
                    <a:cubicBezTo>
                      <a:pt x="2" y="4"/>
                      <a:pt x="3" y="11"/>
                      <a:pt x="3" y="12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11" y="9"/>
                      <a:pt x="7" y="6"/>
                    </a:cubicBezTo>
                    <a:cubicBezTo>
                      <a:pt x="3" y="4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1" name="Freeform 1679">
                <a:extLst>
                  <a:ext uri="{FF2B5EF4-FFF2-40B4-BE49-F238E27FC236}">
                    <a16:creationId xmlns:a16="http://schemas.microsoft.com/office/drawing/2014/main" id="{0A0C02BE-0031-4C25-A142-5A3A56105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" y="2829"/>
                <a:ext cx="63" cy="36"/>
              </a:xfrm>
              <a:custGeom>
                <a:avLst/>
                <a:gdLst>
                  <a:gd name="T0" fmla="*/ 0 w 36"/>
                  <a:gd name="T1" fmla="*/ 417 h 19"/>
                  <a:gd name="T2" fmla="*/ 179 w 36"/>
                  <a:gd name="T3" fmla="*/ 875 h 19"/>
                  <a:gd name="T4" fmla="*/ 1036 w 36"/>
                  <a:gd name="T5" fmla="*/ 0 h 19"/>
                  <a:gd name="T6" fmla="*/ 236 w 36"/>
                  <a:gd name="T7" fmla="*/ 563 h 19"/>
                  <a:gd name="T8" fmla="*/ 0 w 36"/>
                  <a:gd name="T9" fmla="*/ 41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9">
                    <a:moveTo>
                      <a:pt x="0" y="9"/>
                    </a:moveTo>
                    <a:cubicBezTo>
                      <a:pt x="2" y="12"/>
                      <a:pt x="6" y="18"/>
                      <a:pt x="6" y="19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13" y="12"/>
                      <a:pt x="8" y="12"/>
                    </a:cubicBezTo>
                    <a:cubicBezTo>
                      <a:pt x="4" y="11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2" name="Freeform 1680">
                <a:extLst>
                  <a:ext uri="{FF2B5EF4-FFF2-40B4-BE49-F238E27FC236}">
                    <a16:creationId xmlns:a16="http://schemas.microsoft.com/office/drawing/2014/main" id="{E0286DFE-EC10-4C5C-8570-145AA2C39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3015"/>
                <a:ext cx="52" cy="56"/>
              </a:xfrm>
              <a:custGeom>
                <a:avLst/>
                <a:gdLst>
                  <a:gd name="T0" fmla="*/ 0 w 30"/>
                  <a:gd name="T1" fmla="*/ 1021 h 30"/>
                  <a:gd name="T2" fmla="*/ 262 w 30"/>
                  <a:gd name="T3" fmla="*/ 1275 h 30"/>
                  <a:gd name="T4" fmla="*/ 811 w 30"/>
                  <a:gd name="T5" fmla="*/ 0 h 30"/>
                  <a:gd name="T6" fmla="*/ 255 w 30"/>
                  <a:gd name="T7" fmla="*/ 969 h 30"/>
                  <a:gd name="T8" fmla="*/ 0 w 30"/>
                  <a:gd name="T9" fmla="*/ 102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0" y="24"/>
                    </a:moveTo>
                    <a:cubicBezTo>
                      <a:pt x="4" y="25"/>
                      <a:pt x="10" y="29"/>
                      <a:pt x="10" y="3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14" y="22"/>
                      <a:pt x="9" y="23"/>
                    </a:cubicBezTo>
                    <a:cubicBezTo>
                      <a:pt x="5" y="24"/>
                      <a:pt x="1" y="23"/>
                      <a:pt x="0" y="24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3" name="Freeform 1681">
                <a:extLst>
                  <a:ext uri="{FF2B5EF4-FFF2-40B4-BE49-F238E27FC236}">
                    <a16:creationId xmlns:a16="http://schemas.microsoft.com/office/drawing/2014/main" id="{A68D3DFF-530B-424E-916A-AB506CAA0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3160"/>
                <a:ext cx="26" cy="30"/>
              </a:xfrm>
              <a:custGeom>
                <a:avLst/>
                <a:gdLst>
                  <a:gd name="T0" fmla="*/ 361 w 15"/>
                  <a:gd name="T1" fmla="*/ 0 h 16"/>
                  <a:gd name="T2" fmla="*/ 220 w 15"/>
                  <a:gd name="T3" fmla="*/ 398 h 16"/>
                  <a:gd name="T4" fmla="*/ 0 w 15"/>
                  <a:gd name="T5" fmla="*/ 555 h 16"/>
                  <a:gd name="T6" fmla="*/ 321 w 15"/>
                  <a:gd name="T7" fmla="*/ 692 h 16"/>
                  <a:gd name="T8" fmla="*/ 406 w 15"/>
                  <a:gd name="T9" fmla="*/ 0 h 16"/>
                  <a:gd name="T10" fmla="*/ 361 w 15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6">
                    <a:moveTo>
                      <a:pt x="13" y="0"/>
                    </a:moveTo>
                    <a:cubicBezTo>
                      <a:pt x="11" y="4"/>
                      <a:pt x="10" y="8"/>
                      <a:pt x="8" y="9"/>
                    </a:cubicBezTo>
                    <a:cubicBezTo>
                      <a:pt x="4" y="12"/>
                      <a:pt x="0" y="13"/>
                      <a:pt x="0" y="13"/>
                    </a:cubicBezTo>
                    <a:cubicBezTo>
                      <a:pt x="4" y="13"/>
                      <a:pt x="11" y="15"/>
                      <a:pt x="12" y="16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4" name="Freeform 1682">
                <a:extLst>
                  <a:ext uri="{FF2B5EF4-FFF2-40B4-BE49-F238E27FC236}">
                    <a16:creationId xmlns:a16="http://schemas.microsoft.com/office/drawing/2014/main" id="{DF684B2C-A458-4405-94E2-3205526C2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3149"/>
                <a:ext cx="19" cy="39"/>
              </a:xfrm>
              <a:custGeom>
                <a:avLst/>
                <a:gdLst>
                  <a:gd name="T0" fmla="*/ 149 w 11"/>
                  <a:gd name="T1" fmla="*/ 45 h 21"/>
                  <a:gd name="T2" fmla="*/ 143 w 11"/>
                  <a:gd name="T3" fmla="*/ 568 h 21"/>
                  <a:gd name="T4" fmla="*/ 0 w 11"/>
                  <a:gd name="T5" fmla="*/ 858 h 21"/>
                  <a:gd name="T6" fmla="*/ 292 w 11"/>
                  <a:gd name="T7" fmla="*/ 724 h 21"/>
                  <a:gd name="T8" fmla="*/ 185 w 11"/>
                  <a:gd name="T9" fmla="*/ 0 h 21"/>
                  <a:gd name="T10" fmla="*/ 149 w 11"/>
                  <a:gd name="T11" fmla="*/ 4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6" y="1"/>
                    </a:moveTo>
                    <a:cubicBezTo>
                      <a:pt x="6" y="7"/>
                      <a:pt x="6" y="12"/>
                      <a:pt x="5" y="14"/>
                    </a:cubicBezTo>
                    <a:cubicBezTo>
                      <a:pt x="3" y="18"/>
                      <a:pt x="0" y="20"/>
                      <a:pt x="0" y="21"/>
                    </a:cubicBezTo>
                    <a:cubicBezTo>
                      <a:pt x="3" y="19"/>
                      <a:pt x="10" y="18"/>
                      <a:pt x="11" y="18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5" name="Freeform 1683">
                <a:extLst>
                  <a:ext uri="{FF2B5EF4-FFF2-40B4-BE49-F238E27FC236}">
                    <a16:creationId xmlns:a16="http://schemas.microsoft.com/office/drawing/2014/main" id="{58196B0F-FEE3-47CF-B925-21E074EFB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3002"/>
                <a:ext cx="37" cy="67"/>
              </a:xfrm>
              <a:custGeom>
                <a:avLst/>
                <a:gdLst>
                  <a:gd name="T0" fmla="*/ 317 w 21"/>
                  <a:gd name="T1" fmla="*/ 1504 h 36"/>
                  <a:gd name="T2" fmla="*/ 631 w 21"/>
                  <a:gd name="T3" fmla="*/ 1212 h 36"/>
                  <a:gd name="T4" fmla="*/ 0 w 21"/>
                  <a:gd name="T5" fmla="*/ 0 h 36"/>
                  <a:gd name="T6" fmla="*/ 425 w 21"/>
                  <a:gd name="T7" fmla="*/ 1115 h 36"/>
                  <a:gd name="T8" fmla="*/ 317 w 21"/>
                  <a:gd name="T9" fmla="*/ 150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6">
                    <a:moveTo>
                      <a:pt x="11" y="36"/>
                    </a:moveTo>
                    <a:cubicBezTo>
                      <a:pt x="14" y="33"/>
                      <a:pt x="20" y="29"/>
                      <a:pt x="21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4" y="23"/>
                      <a:pt x="14" y="27"/>
                    </a:cubicBezTo>
                    <a:cubicBezTo>
                      <a:pt x="13" y="32"/>
                      <a:pt x="11" y="35"/>
                      <a:pt x="11" y="36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6" name="Freeform 1684">
                <a:extLst>
                  <a:ext uri="{FF2B5EF4-FFF2-40B4-BE49-F238E27FC236}">
                    <a16:creationId xmlns:a16="http://schemas.microsoft.com/office/drawing/2014/main" id="{D7513859-38BF-407E-9E95-4050A204F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885"/>
                <a:ext cx="75" cy="162"/>
              </a:xfrm>
              <a:custGeom>
                <a:avLst/>
                <a:gdLst>
                  <a:gd name="T0" fmla="*/ 785 w 43"/>
                  <a:gd name="T1" fmla="*/ 1071 h 87"/>
                  <a:gd name="T2" fmla="*/ 0 w 43"/>
                  <a:gd name="T3" fmla="*/ 0 h 87"/>
                  <a:gd name="T4" fmla="*/ 612 w 43"/>
                  <a:gd name="T5" fmla="*/ 961 h 87"/>
                  <a:gd name="T6" fmla="*/ 720 w 43"/>
                  <a:gd name="T7" fmla="*/ 3378 h 87"/>
                  <a:gd name="T8" fmla="*/ 413 w 43"/>
                  <a:gd name="T9" fmla="*/ 3532 h 87"/>
                  <a:gd name="T10" fmla="*/ 344 w 43"/>
                  <a:gd name="T11" fmla="*/ 3583 h 87"/>
                  <a:gd name="T12" fmla="*/ 842 w 43"/>
                  <a:gd name="T13" fmla="*/ 3488 h 87"/>
                  <a:gd name="T14" fmla="*/ 785 w 43"/>
                  <a:gd name="T15" fmla="*/ 1071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87">
                    <a:moveTo>
                      <a:pt x="28" y="26"/>
                    </a:moveTo>
                    <a:cubicBezTo>
                      <a:pt x="19" y="13"/>
                      <a:pt x="11" y="4"/>
                      <a:pt x="0" y="0"/>
                    </a:cubicBezTo>
                    <a:cubicBezTo>
                      <a:pt x="9" y="5"/>
                      <a:pt x="15" y="12"/>
                      <a:pt x="22" y="23"/>
                    </a:cubicBezTo>
                    <a:cubicBezTo>
                      <a:pt x="36" y="45"/>
                      <a:pt x="40" y="72"/>
                      <a:pt x="26" y="81"/>
                    </a:cubicBezTo>
                    <a:cubicBezTo>
                      <a:pt x="23" y="83"/>
                      <a:pt x="19" y="84"/>
                      <a:pt x="15" y="85"/>
                    </a:cubicBezTo>
                    <a:cubicBezTo>
                      <a:pt x="12" y="85"/>
                      <a:pt x="9" y="85"/>
                      <a:pt x="12" y="86"/>
                    </a:cubicBezTo>
                    <a:cubicBezTo>
                      <a:pt x="19" y="87"/>
                      <a:pt x="25" y="87"/>
                      <a:pt x="30" y="84"/>
                    </a:cubicBezTo>
                    <a:cubicBezTo>
                      <a:pt x="43" y="74"/>
                      <a:pt x="43" y="48"/>
                      <a:pt x="28" y="26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7" name="Freeform 1685">
                <a:extLst>
                  <a:ext uri="{FF2B5EF4-FFF2-40B4-BE49-F238E27FC236}">
                    <a16:creationId xmlns:a16="http://schemas.microsoft.com/office/drawing/2014/main" id="{C699F968-99CC-40A8-884C-1B50ABB4A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" y="2514"/>
                <a:ext cx="86" cy="171"/>
              </a:xfrm>
              <a:custGeom>
                <a:avLst/>
                <a:gdLst>
                  <a:gd name="T0" fmla="*/ 1118 w 49"/>
                  <a:gd name="T1" fmla="*/ 1309 h 92"/>
                  <a:gd name="T2" fmla="*/ 530 w 49"/>
                  <a:gd name="T3" fmla="*/ 3507 h 92"/>
                  <a:gd name="T4" fmla="*/ 0 w 49"/>
                  <a:gd name="T5" fmla="*/ 3307 h 92"/>
                  <a:gd name="T6" fmla="*/ 702 w 49"/>
                  <a:gd name="T7" fmla="*/ 3701 h 92"/>
                  <a:gd name="T8" fmla="*/ 1281 w 49"/>
                  <a:gd name="T9" fmla="*/ 1572 h 92"/>
                  <a:gd name="T10" fmla="*/ 730 w 49"/>
                  <a:gd name="T11" fmla="*/ 0 h 92"/>
                  <a:gd name="T12" fmla="*/ 1118 w 49"/>
                  <a:gd name="T13" fmla="*/ 1309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92">
                    <a:moveTo>
                      <a:pt x="38" y="32"/>
                    </a:moveTo>
                    <a:cubicBezTo>
                      <a:pt x="43" y="58"/>
                      <a:pt x="35" y="82"/>
                      <a:pt x="18" y="85"/>
                    </a:cubicBezTo>
                    <a:cubicBezTo>
                      <a:pt x="12" y="86"/>
                      <a:pt x="6" y="84"/>
                      <a:pt x="0" y="80"/>
                    </a:cubicBezTo>
                    <a:cubicBezTo>
                      <a:pt x="7" y="88"/>
                      <a:pt x="16" y="92"/>
                      <a:pt x="24" y="90"/>
                    </a:cubicBezTo>
                    <a:cubicBezTo>
                      <a:pt x="40" y="87"/>
                      <a:pt x="49" y="64"/>
                      <a:pt x="44" y="38"/>
                    </a:cubicBezTo>
                    <a:cubicBezTo>
                      <a:pt x="41" y="22"/>
                      <a:pt x="34" y="7"/>
                      <a:pt x="25" y="0"/>
                    </a:cubicBezTo>
                    <a:cubicBezTo>
                      <a:pt x="31" y="7"/>
                      <a:pt x="36" y="20"/>
                      <a:pt x="38" y="32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8" name="Freeform 1686">
                <a:extLst>
                  <a:ext uri="{FF2B5EF4-FFF2-40B4-BE49-F238E27FC236}">
                    <a16:creationId xmlns:a16="http://schemas.microsoft.com/office/drawing/2014/main" id="{F68C3BAF-33F6-4273-AAA7-E9E95B70F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2495"/>
                <a:ext cx="75" cy="165"/>
              </a:xfrm>
              <a:custGeom>
                <a:avLst/>
                <a:gdLst>
                  <a:gd name="T0" fmla="*/ 148 w 43"/>
                  <a:gd name="T1" fmla="*/ 2230 h 89"/>
                  <a:gd name="T2" fmla="*/ 612 w 43"/>
                  <a:gd name="T3" fmla="*/ 3611 h 89"/>
                  <a:gd name="T4" fmla="*/ 372 w 43"/>
                  <a:gd name="T5" fmla="*/ 2366 h 89"/>
                  <a:gd name="T6" fmla="*/ 499 w 43"/>
                  <a:gd name="T7" fmla="*/ 612 h 89"/>
                  <a:gd name="T8" fmla="*/ 1210 w 43"/>
                  <a:gd name="T9" fmla="*/ 202 h 89"/>
                  <a:gd name="T10" fmla="*/ 720 w 43"/>
                  <a:gd name="T11" fmla="*/ 44 h 89"/>
                  <a:gd name="T12" fmla="*/ 148 w 43"/>
                  <a:gd name="T13" fmla="*/ 223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89">
                    <a:moveTo>
                      <a:pt x="5" y="55"/>
                    </a:moveTo>
                    <a:cubicBezTo>
                      <a:pt x="8" y="70"/>
                      <a:pt x="13" y="82"/>
                      <a:pt x="22" y="89"/>
                    </a:cubicBezTo>
                    <a:cubicBezTo>
                      <a:pt x="17" y="81"/>
                      <a:pt x="15" y="71"/>
                      <a:pt x="13" y="58"/>
                    </a:cubicBezTo>
                    <a:cubicBezTo>
                      <a:pt x="11" y="41"/>
                      <a:pt x="14" y="24"/>
                      <a:pt x="18" y="15"/>
                    </a:cubicBezTo>
                    <a:cubicBezTo>
                      <a:pt x="21" y="9"/>
                      <a:pt x="31" y="3"/>
                      <a:pt x="43" y="5"/>
                    </a:cubicBezTo>
                    <a:cubicBezTo>
                      <a:pt x="37" y="2"/>
                      <a:pt x="32" y="0"/>
                      <a:pt x="26" y="1"/>
                    </a:cubicBezTo>
                    <a:cubicBezTo>
                      <a:pt x="10" y="4"/>
                      <a:pt x="0" y="29"/>
                      <a:pt x="5" y="55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9" name="Freeform 1687">
                <a:extLst>
                  <a:ext uri="{FF2B5EF4-FFF2-40B4-BE49-F238E27FC236}">
                    <a16:creationId xmlns:a16="http://schemas.microsoft.com/office/drawing/2014/main" id="{E34B8497-1C49-4CD8-B131-C9EBA6586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2545"/>
                <a:ext cx="19" cy="21"/>
              </a:xfrm>
              <a:custGeom>
                <a:avLst/>
                <a:gdLst>
                  <a:gd name="T0" fmla="*/ 48 w 11"/>
                  <a:gd name="T1" fmla="*/ 105 h 11"/>
                  <a:gd name="T2" fmla="*/ 247 w 11"/>
                  <a:gd name="T3" fmla="*/ 145 h 11"/>
                  <a:gd name="T4" fmla="*/ 212 w 11"/>
                  <a:gd name="T5" fmla="*/ 481 h 11"/>
                  <a:gd name="T6" fmla="*/ 28 w 11"/>
                  <a:gd name="T7" fmla="*/ 422 h 11"/>
                  <a:gd name="T8" fmla="*/ 48 w 11"/>
                  <a:gd name="T9" fmla="*/ 10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2" y="2"/>
                    </a:moveTo>
                    <a:cubicBezTo>
                      <a:pt x="4" y="0"/>
                      <a:pt x="7" y="1"/>
                      <a:pt x="9" y="3"/>
                    </a:cubicBezTo>
                    <a:cubicBezTo>
                      <a:pt x="11" y="5"/>
                      <a:pt x="10" y="8"/>
                      <a:pt x="8" y="10"/>
                    </a:cubicBezTo>
                    <a:cubicBezTo>
                      <a:pt x="6" y="11"/>
                      <a:pt x="3" y="11"/>
                      <a:pt x="1" y="9"/>
                    </a:cubicBezTo>
                    <a:cubicBezTo>
                      <a:pt x="0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0" name="Freeform 1688">
                <a:extLst>
                  <a:ext uri="{FF2B5EF4-FFF2-40B4-BE49-F238E27FC236}">
                    <a16:creationId xmlns:a16="http://schemas.microsoft.com/office/drawing/2014/main" id="{9F8A003B-DC6A-42F1-87B5-CC95768F8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" y="2530"/>
                <a:ext cx="11" cy="11"/>
              </a:xfrm>
              <a:custGeom>
                <a:avLst/>
                <a:gdLst>
                  <a:gd name="T0" fmla="*/ 81 w 6"/>
                  <a:gd name="T1" fmla="*/ 44 h 6"/>
                  <a:gd name="T2" fmla="*/ 193 w 6"/>
                  <a:gd name="T3" fmla="*/ 44 h 6"/>
                  <a:gd name="T4" fmla="*/ 193 w 6"/>
                  <a:gd name="T5" fmla="*/ 193 h 6"/>
                  <a:gd name="T6" fmla="*/ 44 w 6"/>
                  <a:gd name="T7" fmla="*/ 193 h 6"/>
                  <a:gd name="T8" fmla="*/ 81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1" name="Freeform 1689">
                <a:extLst>
                  <a:ext uri="{FF2B5EF4-FFF2-40B4-BE49-F238E27FC236}">
                    <a16:creationId xmlns:a16="http://schemas.microsoft.com/office/drawing/2014/main" id="{EFC22EE7-279C-47EF-A88D-052A8ED39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" y="2571"/>
                <a:ext cx="10" cy="11"/>
              </a:xfrm>
              <a:custGeom>
                <a:avLst/>
                <a:gdLst>
                  <a:gd name="T0" fmla="*/ 22 w 6"/>
                  <a:gd name="T1" fmla="*/ 44 h 6"/>
                  <a:gd name="T2" fmla="*/ 103 w 6"/>
                  <a:gd name="T3" fmla="*/ 44 h 6"/>
                  <a:gd name="T4" fmla="*/ 103 w 6"/>
                  <a:gd name="T5" fmla="*/ 193 h 6"/>
                  <a:gd name="T6" fmla="*/ 22 w 6"/>
                  <a:gd name="T7" fmla="*/ 193 h 6"/>
                  <a:gd name="T8" fmla="*/ 22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2" name="Freeform 1690">
                <a:extLst>
                  <a:ext uri="{FF2B5EF4-FFF2-40B4-BE49-F238E27FC236}">
                    <a16:creationId xmlns:a16="http://schemas.microsoft.com/office/drawing/2014/main" id="{8B9FC6C3-D706-4F62-9D63-929AFE555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" y="2203"/>
                <a:ext cx="104" cy="162"/>
              </a:xfrm>
              <a:custGeom>
                <a:avLst/>
                <a:gdLst>
                  <a:gd name="T0" fmla="*/ 1437 w 60"/>
                  <a:gd name="T1" fmla="*/ 1452 h 87"/>
                  <a:gd name="T2" fmla="*/ 406 w 60"/>
                  <a:gd name="T3" fmla="*/ 3177 h 87"/>
                  <a:gd name="T4" fmla="*/ 0 w 60"/>
                  <a:gd name="T5" fmla="*/ 2704 h 87"/>
                  <a:gd name="T6" fmla="*/ 491 w 60"/>
                  <a:gd name="T7" fmla="*/ 3475 h 87"/>
                  <a:gd name="T8" fmla="*/ 1515 w 60"/>
                  <a:gd name="T9" fmla="*/ 1745 h 87"/>
                  <a:gd name="T10" fmla="*/ 1437 w 60"/>
                  <a:gd name="T11" fmla="*/ 0 h 87"/>
                  <a:gd name="T12" fmla="*/ 1437 w 60"/>
                  <a:gd name="T13" fmla="*/ 1452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87">
                    <a:moveTo>
                      <a:pt x="53" y="35"/>
                    </a:moveTo>
                    <a:cubicBezTo>
                      <a:pt x="48" y="61"/>
                      <a:pt x="31" y="80"/>
                      <a:pt x="15" y="76"/>
                    </a:cubicBezTo>
                    <a:cubicBezTo>
                      <a:pt x="9" y="75"/>
                      <a:pt x="3" y="71"/>
                      <a:pt x="0" y="65"/>
                    </a:cubicBezTo>
                    <a:cubicBezTo>
                      <a:pt x="3" y="75"/>
                      <a:pt x="10" y="82"/>
                      <a:pt x="18" y="83"/>
                    </a:cubicBezTo>
                    <a:cubicBezTo>
                      <a:pt x="34" y="87"/>
                      <a:pt x="51" y="68"/>
                      <a:pt x="56" y="42"/>
                    </a:cubicBezTo>
                    <a:cubicBezTo>
                      <a:pt x="60" y="26"/>
                      <a:pt x="59" y="10"/>
                      <a:pt x="53" y="0"/>
                    </a:cubicBezTo>
                    <a:cubicBezTo>
                      <a:pt x="56" y="10"/>
                      <a:pt x="56" y="23"/>
                      <a:pt x="53" y="35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3" name="Freeform 1691">
                <a:extLst>
                  <a:ext uri="{FF2B5EF4-FFF2-40B4-BE49-F238E27FC236}">
                    <a16:creationId xmlns:a16="http://schemas.microsoft.com/office/drawing/2014/main" id="{8E7D008E-DCB6-452E-B62A-89EB982AA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" y="2168"/>
                <a:ext cx="100" cy="154"/>
              </a:xfrm>
              <a:custGeom>
                <a:avLst/>
                <a:gdLst>
                  <a:gd name="T0" fmla="*/ 86 w 57"/>
                  <a:gd name="T1" fmla="*/ 1828 h 83"/>
                  <a:gd name="T2" fmla="*/ 151 w 57"/>
                  <a:gd name="T3" fmla="*/ 3392 h 83"/>
                  <a:gd name="T4" fmla="*/ 302 w 57"/>
                  <a:gd name="T5" fmla="*/ 2089 h 83"/>
                  <a:gd name="T6" fmla="*/ 902 w 57"/>
                  <a:gd name="T7" fmla="*/ 531 h 83"/>
                  <a:gd name="T8" fmla="*/ 1660 w 57"/>
                  <a:gd name="T9" fmla="*/ 531 h 83"/>
                  <a:gd name="T10" fmla="*/ 1253 w 57"/>
                  <a:gd name="T11" fmla="*/ 128 h 83"/>
                  <a:gd name="T12" fmla="*/ 86 w 57"/>
                  <a:gd name="T13" fmla="*/ 1828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83">
                    <a:moveTo>
                      <a:pt x="3" y="45"/>
                    </a:moveTo>
                    <a:cubicBezTo>
                      <a:pt x="0" y="60"/>
                      <a:pt x="0" y="73"/>
                      <a:pt x="5" y="83"/>
                    </a:cubicBezTo>
                    <a:cubicBezTo>
                      <a:pt x="4" y="74"/>
                      <a:pt x="7" y="63"/>
                      <a:pt x="10" y="51"/>
                    </a:cubicBezTo>
                    <a:cubicBezTo>
                      <a:pt x="14" y="34"/>
                      <a:pt x="23" y="20"/>
                      <a:pt x="31" y="13"/>
                    </a:cubicBezTo>
                    <a:cubicBezTo>
                      <a:pt x="35" y="9"/>
                      <a:pt x="47" y="7"/>
                      <a:pt x="57" y="13"/>
                    </a:cubicBezTo>
                    <a:cubicBezTo>
                      <a:pt x="53" y="8"/>
                      <a:pt x="49" y="4"/>
                      <a:pt x="43" y="3"/>
                    </a:cubicBezTo>
                    <a:cubicBezTo>
                      <a:pt x="27" y="0"/>
                      <a:pt x="9" y="19"/>
                      <a:pt x="3" y="45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4" name="Freeform 1692">
                <a:extLst>
                  <a:ext uri="{FF2B5EF4-FFF2-40B4-BE49-F238E27FC236}">
                    <a16:creationId xmlns:a16="http://schemas.microsoft.com/office/drawing/2014/main" id="{A89D1E68-2A85-49D8-A006-2FB7A3E66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" y="2207"/>
                <a:ext cx="20" cy="20"/>
              </a:xfrm>
              <a:custGeom>
                <a:avLst/>
                <a:gdLst>
                  <a:gd name="T0" fmla="*/ 145 w 11"/>
                  <a:gd name="T1" fmla="*/ 44 h 11"/>
                  <a:gd name="T2" fmla="*/ 360 w 11"/>
                  <a:gd name="T3" fmla="*/ 145 h 11"/>
                  <a:gd name="T4" fmla="*/ 264 w 11"/>
                  <a:gd name="T5" fmla="*/ 360 h 11"/>
                  <a:gd name="T6" fmla="*/ 44 w 11"/>
                  <a:gd name="T7" fmla="*/ 264 h 11"/>
                  <a:gd name="T8" fmla="*/ 145 w 11"/>
                  <a:gd name="T9" fmla="*/ 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4" y="1"/>
                    </a:moveTo>
                    <a:cubicBezTo>
                      <a:pt x="6" y="0"/>
                      <a:pt x="9" y="1"/>
                      <a:pt x="10" y="4"/>
                    </a:cubicBezTo>
                    <a:cubicBezTo>
                      <a:pt x="11" y="6"/>
                      <a:pt x="10" y="9"/>
                      <a:pt x="7" y="10"/>
                    </a:cubicBezTo>
                    <a:cubicBezTo>
                      <a:pt x="5" y="11"/>
                      <a:pt x="2" y="10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5" name="Freeform 1693">
                <a:extLst>
                  <a:ext uri="{FF2B5EF4-FFF2-40B4-BE49-F238E27FC236}">
                    <a16:creationId xmlns:a16="http://schemas.microsoft.com/office/drawing/2014/main" id="{01BF1CBF-5881-4A25-AD54-F76E823D7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" y="2194"/>
                <a:ext cx="10" cy="11"/>
              </a:xfrm>
              <a:custGeom>
                <a:avLst/>
                <a:gdLst>
                  <a:gd name="T0" fmla="*/ 37 w 6"/>
                  <a:gd name="T1" fmla="*/ 44 h 6"/>
                  <a:gd name="T2" fmla="*/ 103 w 6"/>
                  <a:gd name="T3" fmla="*/ 81 h 6"/>
                  <a:gd name="T4" fmla="*/ 92 w 6"/>
                  <a:gd name="T5" fmla="*/ 229 h 6"/>
                  <a:gd name="T6" fmla="*/ 0 w 6"/>
                  <a:gd name="T7" fmla="*/ 149 h 6"/>
                  <a:gd name="T8" fmla="*/ 37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4" y="6"/>
                    </a:cubicBez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6" name="Freeform 1694">
                <a:extLst>
                  <a:ext uri="{FF2B5EF4-FFF2-40B4-BE49-F238E27FC236}">
                    <a16:creationId xmlns:a16="http://schemas.microsoft.com/office/drawing/2014/main" id="{CF07FFF9-3BB5-4172-B6FF-F7DA2B044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2231"/>
                <a:ext cx="10" cy="11"/>
              </a:xfrm>
              <a:custGeom>
                <a:avLst/>
                <a:gdLst>
                  <a:gd name="T0" fmla="*/ 37 w 6"/>
                  <a:gd name="T1" fmla="*/ 44 h 6"/>
                  <a:gd name="T2" fmla="*/ 103 w 6"/>
                  <a:gd name="T3" fmla="*/ 81 h 6"/>
                  <a:gd name="T4" fmla="*/ 92 w 6"/>
                  <a:gd name="T5" fmla="*/ 229 h 6"/>
                  <a:gd name="T6" fmla="*/ 0 w 6"/>
                  <a:gd name="T7" fmla="*/ 149 h 6"/>
                  <a:gd name="T8" fmla="*/ 37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4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7" name="Freeform 1695">
                <a:extLst>
                  <a:ext uri="{FF2B5EF4-FFF2-40B4-BE49-F238E27FC236}">
                    <a16:creationId xmlns:a16="http://schemas.microsoft.com/office/drawing/2014/main" id="{1EFFE8D6-9D76-45D8-8D2B-7D66B3497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2813"/>
                <a:ext cx="82" cy="163"/>
              </a:xfrm>
              <a:custGeom>
                <a:avLst/>
                <a:gdLst>
                  <a:gd name="T0" fmla="*/ 712 w 47"/>
                  <a:gd name="T1" fmla="*/ 998 h 88"/>
                  <a:gd name="T2" fmla="*/ 733 w 47"/>
                  <a:gd name="T3" fmla="*/ 3273 h 88"/>
                  <a:gd name="T4" fmla="*/ 222 w 47"/>
                  <a:gd name="T5" fmla="*/ 3356 h 88"/>
                  <a:gd name="T6" fmla="*/ 956 w 47"/>
                  <a:gd name="T7" fmla="*/ 3356 h 88"/>
                  <a:gd name="T8" fmla="*/ 907 w 47"/>
                  <a:gd name="T9" fmla="*/ 1095 h 88"/>
                  <a:gd name="T10" fmla="*/ 0 w 47"/>
                  <a:gd name="T11" fmla="*/ 0 h 88"/>
                  <a:gd name="T12" fmla="*/ 712 w 47"/>
                  <a:gd name="T13" fmla="*/ 998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88">
                    <a:moveTo>
                      <a:pt x="25" y="25"/>
                    </a:moveTo>
                    <a:cubicBezTo>
                      <a:pt x="39" y="46"/>
                      <a:pt x="40" y="72"/>
                      <a:pt x="26" y="81"/>
                    </a:cubicBezTo>
                    <a:cubicBezTo>
                      <a:pt x="21" y="84"/>
                      <a:pt x="15" y="85"/>
                      <a:pt x="8" y="83"/>
                    </a:cubicBezTo>
                    <a:cubicBezTo>
                      <a:pt x="17" y="88"/>
                      <a:pt x="27" y="88"/>
                      <a:pt x="34" y="83"/>
                    </a:cubicBezTo>
                    <a:cubicBezTo>
                      <a:pt x="47" y="74"/>
                      <a:pt x="46" y="49"/>
                      <a:pt x="32" y="27"/>
                    </a:cubicBezTo>
                    <a:cubicBezTo>
                      <a:pt x="23" y="14"/>
                      <a:pt x="11" y="3"/>
                      <a:pt x="0" y="0"/>
                    </a:cubicBezTo>
                    <a:cubicBezTo>
                      <a:pt x="9" y="4"/>
                      <a:pt x="17" y="14"/>
                      <a:pt x="25" y="25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8" name="Freeform 1696">
                <a:extLst>
                  <a:ext uri="{FF2B5EF4-FFF2-40B4-BE49-F238E27FC236}">
                    <a16:creationId xmlns:a16="http://schemas.microsoft.com/office/drawing/2014/main" id="{96630D57-60CD-4CD7-8EDF-11158E60C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2805"/>
                <a:ext cx="76" cy="162"/>
              </a:xfrm>
              <a:custGeom>
                <a:avLst/>
                <a:gdLst>
                  <a:gd name="T0" fmla="*/ 402 w 44"/>
                  <a:gd name="T1" fmla="*/ 2551 h 87"/>
                  <a:gd name="T2" fmla="*/ 1164 w 44"/>
                  <a:gd name="T3" fmla="*/ 3627 h 87"/>
                  <a:gd name="T4" fmla="*/ 632 w 44"/>
                  <a:gd name="T5" fmla="*/ 2551 h 87"/>
                  <a:gd name="T6" fmla="*/ 320 w 44"/>
                  <a:gd name="T7" fmla="*/ 780 h 87"/>
                  <a:gd name="T8" fmla="*/ 829 w 44"/>
                  <a:gd name="T9" fmla="*/ 45 h 87"/>
                  <a:gd name="T10" fmla="*/ 366 w 44"/>
                  <a:gd name="T11" fmla="*/ 128 h 87"/>
                  <a:gd name="T12" fmla="*/ 402 w 44"/>
                  <a:gd name="T13" fmla="*/ 2551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87">
                    <a:moveTo>
                      <a:pt x="15" y="61"/>
                    </a:moveTo>
                    <a:cubicBezTo>
                      <a:pt x="24" y="74"/>
                      <a:pt x="33" y="83"/>
                      <a:pt x="44" y="87"/>
                    </a:cubicBezTo>
                    <a:cubicBezTo>
                      <a:pt x="36" y="81"/>
                      <a:pt x="31" y="72"/>
                      <a:pt x="24" y="61"/>
                    </a:cubicBezTo>
                    <a:cubicBezTo>
                      <a:pt x="15" y="47"/>
                      <a:pt x="12" y="29"/>
                      <a:pt x="12" y="19"/>
                    </a:cubicBezTo>
                    <a:cubicBezTo>
                      <a:pt x="12" y="13"/>
                      <a:pt x="19" y="3"/>
                      <a:pt x="31" y="1"/>
                    </a:cubicBezTo>
                    <a:cubicBezTo>
                      <a:pt x="25" y="0"/>
                      <a:pt x="19" y="0"/>
                      <a:pt x="14" y="3"/>
                    </a:cubicBezTo>
                    <a:cubicBezTo>
                      <a:pt x="0" y="13"/>
                      <a:pt x="1" y="39"/>
                      <a:pt x="15" y="61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9" name="Freeform 1697">
                <a:extLst>
                  <a:ext uri="{FF2B5EF4-FFF2-40B4-BE49-F238E27FC236}">
                    <a16:creationId xmlns:a16="http://schemas.microsoft.com/office/drawing/2014/main" id="{C6805B9F-3537-4212-85E8-BD61A64C7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2867"/>
                <a:ext cx="19" cy="22"/>
              </a:xfrm>
              <a:custGeom>
                <a:avLst/>
                <a:gdLst>
                  <a:gd name="T0" fmla="*/ 28 w 11"/>
                  <a:gd name="T1" fmla="*/ 149 h 12"/>
                  <a:gd name="T2" fmla="*/ 212 w 11"/>
                  <a:gd name="T3" fmla="*/ 81 h 12"/>
                  <a:gd name="T4" fmla="*/ 257 w 11"/>
                  <a:gd name="T5" fmla="*/ 315 h 12"/>
                  <a:gd name="T6" fmla="*/ 83 w 11"/>
                  <a:gd name="T7" fmla="*/ 420 h 12"/>
                  <a:gd name="T8" fmla="*/ 28 w 11"/>
                  <a:gd name="T9" fmla="*/ 14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" y="4"/>
                    </a:moveTo>
                    <a:cubicBezTo>
                      <a:pt x="2" y="1"/>
                      <a:pt x="5" y="0"/>
                      <a:pt x="8" y="2"/>
                    </a:cubicBezTo>
                    <a:cubicBezTo>
                      <a:pt x="10" y="3"/>
                      <a:pt x="11" y="6"/>
                      <a:pt x="10" y="8"/>
                    </a:cubicBez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0" name="Freeform 1698">
                <a:extLst>
                  <a:ext uri="{FF2B5EF4-FFF2-40B4-BE49-F238E27FC236}">
                    <a16:creationId xmlns:a16="http://schemas.microsoft.com/office/drawing/2014/main" id="{5896FE2E-4CED-422B-9E57-800569A53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2852"/>
                <a:ext cx="10" cy="9"/>
              </a:xfrm>
              <a:custGeom>
                <a:avLst/>
                <a:gdLst>
                  <a:gd name="T0" fmla="*/ 22 w 6"/>
                  <a:gd name="T1" fmla="*/ 41 h 5"/>
                  <a:gd name="T2" fmla="*/ 92 w 6"/>
                  <a:gd name="T3" fmla="*/ 0 h 5"/>
                  <a:gd name="T4" fmla="*/ 130 w 6"/>
                  <a:gd name="T5" fmla="*/ 133 h 5"/>
                  <a:gd name="T6" fmla="*/ 37 w 6"/>
                  <a:gd name="T7" fmla="*/ 169 h 5"/>
                  <a:gd name="T8" fmla="*/ 22 w 6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4"/>
                    </a:cubicBezTo>
                    <a:cubicBezTo>
                      <a:pt x="5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1" name="Freeform 1699">
                <a:extLst>
                  <a:ext uri="{FF2B5EF4-FFF2-40B4-BE49-F238E27FC236}">
                    <a16:creationId xmlns:a16="http://schemas.microsoft.com/office/drawing/2014/main" id="{399CE5F5-9100-4DD9-9933-102AC154D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2891"/>
                <a:ext cx="10" cy="11"/>
              </a:xfrm>
              <a:custGeom>
                <a:avLst/>
                <a:gdLst>
                  <a:gd name="T0" fmla="*/ 0 w 6"/>
                  <a:gd name="T1" fmla="*/ 81 h 6"/>
                  <a:gd name="T2" fmla="*/ 92 w 6"/>
                  <a:gd name="T3" fmla="*/ 44 h 6"/>
                  <a:gd name="T4" fmla="*/ 103 w 6"/>
                  <a:gd name="T5" fmla="*/ 149 h 6"/>
                  <a:gd name="T6" fmla="*/ 22 w 6"/>
                  <a:gd name="T7" fmla="*/ 229 h 6"/>
                  <a:gd name="T8" fmla="*/ 0 w 6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2" name="Freeform 1700">
                <a:extLst>
                  <a:ext uri="{FF2B5EF4-FFF2-40B4-BE49-F238E27FC236}">
                    <a16:creationId xmlns:a16="http://schemas.microsoft.com/office/drawing/2014/main" id="{41B51C8D-8BDF-412D-8E9B-621328CBA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3229"/>
                <a:ext cx="150" cy="89"/>
              </a:xfrm>
              <a:custGeom>
                <a:avLst/>
                <a:gdLst>
                  <a:gd name="T0" fmla="*/ 2388 w 86"/>
                  <a:gd name="T1" fmla="*/ 897 h 48"/>
                  <a:gd name="T2" fmla="*/ 2166 w 86"/>
                  <a:gd name="T3" fmla="*/ 0 h 48"/>
                  <a:gd name="T4" fmla="*/ 2260 w 86"/>
                  <a:gd name="T5" fmla="*/ 695 h 48"/>
                  <a:gd name="T6" fmla="*/ 675 w 86"/>
                  <a:gd name="T7" fmla="*/ 1509 h 48"/>
                  <a:gd name="T8" fmla="*/ 0 w 86"/>
                  <a:gd name="T9" fmla="*/ 1179 h 48"/>
                  <a:gd name="T10" fmla="*/ 870 w 86"/>
                  <a:gd name="T11" fmla="*/ 1715 h 48"/>
                  <a:gd name="T12" fmla="*/ 2388 w 86"/>
                  <a:gd name="T13" fmla="*/ 897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8">
                    <a:moveTo>
                      <a:pt x="85" y="22"/>
                    </a:moveTo>
                    <a:cubicBezTo>
                      <a:pt x="86" y="15"/>
                      <a:pt x="83" y="7"/>
                      <a:pt x="77" y="0"/>
                    </a:cubicBezTo>
                    <a:cubicBezTo>
                      <a:pt x="80" y="5"/>
                      <a:pt x="81" y="11"/>
                      <a:pt x="80" y="17"/>
                    </a:cubicBezTo>
                    <a:cubicBezTo>
                      <a:pt x="76" y="34"/>
                      <a:pt x="51" y="43"/>
                      <a:pt x="24" y="37"/>
                    </a:cubicBezTo>
                    <a:cubicBezTo>
                      <a:pt x="16" y="36"/>
                      <a:pt x="6" y="33"/>
                      <a:pt x="0" y="29"/>
                    </a:cubicBezTo>
                    <a:cubicBezTo>
                      <a:pt x="7" y="35"/>
                      <a:pt x="19" y="40"/>
                      <a:pt x="31" y="42"/>
                    </a:cubicBezTo>
                    <a:cubicBezTo>
                      <a:pt x="57" y="48"/>
                      <a:pt x="81" y="39"/>
                      <a:pt x="85" y="22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3" name="Freeform 1701">
                <a:extLst>
                  <a:ext uri="{FF2B5EF4-FFF2-40B4-BE49-F238E27FC236}">
                    <a16:creationId xmlns:a16="http://schemas.microsoft.com/office/drawing/2014/main" id="{4810B4EC-2585-416B-9E8B-3730FA580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3184"/>
                <a:ext cx="155" cy="91"/>
              </a:xfrm>
              <a:custGeom>
                <a:avLst/>
                <a:gdLst>
                  <a:gd name="T0" fmla="*/ 221 w 89"/>
                  <a:gd name="T1" fmla="*/ 1441 h 49"/>
                  <a:gd name="T2" fmla="*/ 1726 w 89"/>
                  <a:gd name="T3" fmla="*/ 442 h 49"/>
                  <a:gd name="T4" fmla="*/ 2402 w 89"/>
                  <a:gd name="T5" fmla="*/ 776 h 49"/>
                  <a:gd name="T6" fmla="*/ 2402 w 89"/>
                  <a:gd name="T7" fmla="*/ 776 h 49"/>
                  <a:gd name="T8" fmla="*/ 2372 w 89"/>
                  <a:gd name="T9" fmla="*/ 724 h 49"/>
                  <a:gd name="T10" fmla="*/ 1583 w 89"/>
                  <a:gd name="T11" fmla="*/ 238 h 49"/>
                  <a:gd name="T12" fmla="*/ 49 w 89"/>
                  <a:gd name="T13" fmla="*/ 1055 h 49"/>
                  <a:gd name="T14" fmla="*/ 275 w 89"/>
                  <a:gd name="T15" fmla="*/ 2011 h 49"/>
                  <a:gd name="T16" fmla="*/ 221 w 89"/>
                  <a:gd name="T17" fmla="*/ 1441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49">
                    <a:moveTo>
                      <a:pt x="8" y="35"/>
                    </a:moveTo>
                    <a:cubicBezTo>
                      <a:pt x="11" y="18"/>
                      <a:pt x="35" y="6"/>
                      <a:pt x="62" y="11"/>
                    </a:cubicBezTo>
                    <a:cubicBezTo>
                      <a:pt x="71" y="13"/>
                      <a:pt x="79" y="15"/>
                      <a:pt x="86" y="19"/>
                    </a:cubicBezTo>
                    <a:cubicBezTo>
                      <a:pt x="87" y="20"/>
                      <a:pt x="89" y="21"/>
                      <a:pt x="86" y="19"/>
                    </a:cubicBezTo>
                    <a:cubicBezTo>
                      <a:pt x="86" y="18"/>
                      <a:pt x="85" y="18"/>
                      <a:pt x="85" y="18"/>
                    </a:cubicBezTo>
                    <a:cubicBezTo>
                      <a:pt x="77" y="12"/>
                      <a:pt x="68" y="8"/>
                      <a:pt x="57" y="6"/>
                    </a:cubicBezTo>
                    <a:cubicBezTo>
                      <a:pt x="30" y="0"/>
                      <a:pt x="5" y="9"/>
                      <a:pt x="2" y="26"/>
                    </a:cubicBezTo>
                    <a:cubicBezTo>
                      <a:pt x="0" y="34"/>
                      <a:pt x="3" y="42"/>
                      <a:pt x="10" y="49"/>
                    </a:cubicBezTo>
                    <a:cubicBezTo>
                      <a:pt x="7" y="44"/>
                      <a:pt x="7" y="40"/>
                      <a:pt x="8" y="35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4" name="Freeform 1702">
                <a:extLst>
                  <a:ext uri="{FF2B5EF4-FFF2-40B4-BE49-F238E27FC236}">
                    <a16:creationId xmlns:a16="http://schemas.microsoft.com/office/drawing/2014/main" id="{1852815B-0A07-42EC-A5D9-C502D272B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3203"/>
                <a:ext cx="22" cy="26"/>
              </a:xfrm>
              <a:custGeom>
                <a:avLst/>
                <a:gdLst>
                  <a:gd name="T0" fmla="*/ 41 w 13"/>
                  <a:gd name="T1" fmla="*/ 156 h 14"/>
                  <a:gd name="T2" fmla="*/ 237 w 13"/>
                  <a:gd name="T3" fmla="*/ 84 h 14"/>
                  <a:gd name="T4" fmla="*/ 281 w 13"/>
                  <a:gd name="T5" fmla="*/ 418 h 14"/>
                  <a:gd name="T6" fmla="*/ 69 w 13"/>
                  <a:gd name="T7" fmla="*/ 487 h 14"/>
                  <a:gd name="T8" fmla="*/ 41 w 13"/>
                  <a:gd name="T9" fmla="*/ 15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2" y="4"/>
                    </a:moveTo>
                    <a:cubicBezTo>
                      <a:pt x="4" y="1"/>
                      <a:pt x="7" y="0"/>
                      <a:pt x="10" y="2"/>
                    </a:cubicBezTo>
                    <a:cubicBezTo>
                      <a:pt x="13" y="4"/>
                      <a:pt x="13" y="8"/>
                      <a:pt x="12" y="10"/>
                    </a:cubicBezTo>
                    <a:cubicBezTo>
                      <a:pt x="10" y="13"/>
                      <a:pt x="6" y="14"/>
                      <a:pt x="3" y="12"/>
                    </a:cubicBezTo>
                    <a:cubicBezTo>
                      <a:pt x="1" y="10"/>
                      <a:pt x="0" y="6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5" name="Freeform 1703">
                <a:extLst>
                  <a:ext uri="{FF2B5EF4-FFF2-40B4-BE49-F238E27FC236}">
                    <a16:creationId xmlns:a16="http://schemas.microsoft.com/office/drawing/2014/main" id="{6460B89C-0550-4749-BB6E-3637FD1BB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3203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53 h 9"/>
                  <a:gd name="T4" fmla="*/ 247 w 9"/>
                  <a:gd name="T5" fmla="*/ 317 h 9"/>
                  <a:gd name="T6" fmla="*/ 66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6" name="Freeform 1704">
                <a:extLst>
                  <a:ext uri="{FF2B5EF4-FFF2-40B4-BE49-F238E27FC236}">
                    <a16:creationId xmlns:a16="http://schemas.microsoft.com/office/drawing/2014/main" id="{4C5564F8-E1B8-4F21-8997-031291D58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222"/>
                <a:ext cx="11" cy="11"/>
              </a:xfrm>
              <a:custGeom>
                <a:avLst/>
                <a:gdLst>
                  <a:gd name="T0" fmla="*/ 44 w 6"/>
                  <a:gd name="T1" fmla="*/ 81 h 6"/>
                  <a:gd name="T2" fmla="*/ 193 w 6"/>
                  <a:gd name="T3" fmla="*/ 44 h 6"/>
                  <a:gd name="T4" fmla="*/ 229 w 6"/>
                  <a:gd name="T5" fmla="*/ 193 h 6"/>
                  <a:gd name="T6" fmla="*/ 81 w 6"/>
                  <a:gd name="T7" fmla="*/ 229 h 6"/>
                  <a:gd name="T8" fmla="*/ 44 w 6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6" y="4"/>
                      <a:pt x="6" y="5"/>
                    </a:cubicBez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7" name="Freeform 1705">
                <a:extLst>
                  <a:ext uri="{FF2B5EF4-FFF2-40B4-BE49-F238E27FC236}">
                    <a16:creationId xmlns:a16="http://schemas.microsoft.com/office/drawing/2014/main" id="{857C2185-D984-4ECA-8B87-0A03B64D5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816"/>
                <a:ext cx="40" cy="15"/>
              </a:xfrm>
              <a:custGeom>
                <a:avLst/>
                <a:gdLst>
                  <a:gd name="T0" fmla="*/ 0 w 23"/>
                  <a:gd name="T1" fmla="*/ 212 h 8"/>
                  <a:gd name="T2" fmla="*/ 85 w 23"/>
                  <a:gd name="T3" fmla="*/ 0 h 8"/>
                  <a:gd name="T4" fmla="*/ 642 w 23"/>
                  <a:gd name="T5" fmla="*/ 349 h 8"/>
                  <a:gd name="T6" fmla="*/ 0 w 23"/>
                  <a:gd name="T7" fmla="*/ 21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8">
                    <a:moveTo>
                      <a:pt x="0" y="5"/>
                    </a:moveTo>
                    <a:cubicBezTo>
                      <a:pt x="1" y="3"/>
                      <a:pt x="3" y="0"/>
                      <a:pt x="3" y="0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12" y="3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8" name="Freeform 1706">
                <a:extLst>
                  <a:ext uri="{FF2B5EF4-FFF2-40B4-BE49-F238E27FC236}">
                    <a16:creationId xmlns:a16="http://schemas.microsoft.com/office/drawing/2014/main" id="{18444902-582F-448F-BD71-970E91232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530"/>
                <a:ext cx="196" cy="144"/>
              </a:xfrm>
              <a:custGeom>
                <a:avLst/>
                <a:gdLst>
                  <a:gd name="T0" fmla="*/ 3136 w 112"/>
                  <a:gd name="T1" fmla="*/ 1182 h 77"/>
                  <a:gd name="T2" fmla="*/ 1449 w 112"/>
                  <a:gd name="T3" fmla="*/ 256 h 77"/>
                  <a:gd name="T4" fmla="*/ 114 w 112"/>
                  <a:gd name="T5" fmla="*/ 2106 h 77"/>
                  <a:gd name="T6" fmla="*/ 1813 w 112"/>
                  <a:gd name="T7" fmla="*/ 3046 h 77"/>
                  <a:gd name="T8" fmla="*/ 3136 w 112"/>
                  <a:gd name="T9" fmla="*/ 118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77">
                    <a:moveTo>
                      <a:pt x="109" y="28"/>
                    </a:moveTo>
                    <a:cubicBezTo>
                      <a:pt x="105" y="10"/>
                      <a:pt x="79" y="0"/>
                      <a:pt x="50" y="6"/>
                    </a:cubicBezTo>
                    <a:cubicBezTo>
                      <a:pt x="21" y="12"/>
                      <a:pt x="0" y="31"/>
                      <a:pt x="4" y="49"/>
                    </a:cubicBezTo>
                    <a:cubicBezTo>
                      <a:pt x="7" y="67"/>
                      <a:pt x="34" y="77"/>
                      <a:pt x="63" y="71"/>
                    </a:cubicBezTo>
                    <a:cubicBezTo>
                      <a:pt x="92" y="66"/>
                      <a:pt x="112" y="46"/>
                      <a:pt x="109" y="2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9" name="Freeform 1707">
                <a:extLst>
                  <a:ext uri="{FF2B5EF4-FFF2-40B4-BE49-F238E27FC236}">
                    <a16:creationId xmlns:a16="http://schemas.microsoft.com/office/drawing/2014/main" id="{0714C78E-56DF-42F4-B058-42005638F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659"/>
                <a:ext cx="34" cy="46"/>
              </a:xfrm>
              <a:custGeom>
                <a:avLst/>
                <a:gdLst>
                  <a:gd name="T0" fmla="*/ 486 w 20"/>
                  <a:gd name="T1" fmla="*/ 653 h 25"/>
                  <a:gd name="T2" fmla="*/ 408 w 20"/>
                  <a:gd name="T3" fmla="*/ 0 h 25"/>
                  <a:gd name="T4" fmla="*/ 218 w 20"/>
                  <a:gd name="T5" fmla="*/ 81 h 25"/>
                  <a:gd name="T6" fmla="*/ 0 w 20"/>
                  <a:gd name="T7" fmla="*/ 149 h 25"/>
                  <a:gd name="T8" fmla="*/ 99 w 20"/>
                  <a:gd name="T9" fmla="*/ 972 h 25"/>
                  <a:gd name="T10" fmla="*/ 486 w 20"/>
                  <a:gd name="T11" fmla="*/ 653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5">
                    <a:moveTo>
                      <a:pt x="20" y="17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4" y="1"/>
                      <a:pt x="11" y="2"/>
                      <a:pt x="9" y="2"/>
                    </a:cubicBezTo>
                    <a:cubicBezTo>
                      <a:pt x="6" y="3"/>
                      <a:pt x="3" y="3"/>
                      <a:pt x="0" y="4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9" y="22"/>
                      <a:pt x="15" y="20"/>
                      <a:pt x="20" y="1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0" name="Freeform 1708">
                <a:extLst>
                  <a:ext uri="{FF2B5EF4-FFF2-40B4-BE49-F238E27FC236}">
                    <a16:creationId xmlns:a16="http://schemas.microsoft.com/office/drawing/2014/main" id="{6C0FB892-2907-4B06-8A86-62F17D6F8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179"/>
                <a:ext cx="197" cy="143"/>
              </a:xfrm>
              <a:custGeom>
                <a:avLst/>
                <a:gdLst>
                  <a:gd name="T0" fmla="*/ 3058 w 113"/>
                  <a:gd name="T1" fmla="*/ 1151 h 77"/>
                  <a:gd name="T2" fmla="*/ 1775 w 113"/>
                  <a:gd name="T3" fmla="*/ 2914 h 77"/>
                  <a:gd name="T4" fmla="*/ 113 w 113"/>
                  <a:gd name="T5" fmla="*/ 2011 h 77"/>
                  <a:gd name="T6" fmla="*/ 1403 w 113"/>
                  <a:gd name="T7" fmla="*/ 238 h 77"/>
                  <a:gd name="T8" fmla="*/ 3058 w 113"/>
                  <a:gd name="T9" fmla="*/ 115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77">
                    <a:moveTo>
                      <a:pt x="109" y="28"/>
                    </a:moveTo>
                    <a:cubicBezTo>
                      <a:pt x="113" y="46"/>
                      <a:pt x="92" y="66"/>
                      <a:pt x="63" y="71"/>
                    </a:cubicBezTo>
                    <a:cubicBezTo>
                      <a:pt x="34" y="77"/>
                      <a:pt x="7" y="67"/>
                      <a:pt x="4" y="49"/>
                    </a:cubicBezTo>
                    <a:cubicBezTo>
                      <a:pt x="0" y="31"/>
                      <a:pt x="21" y="12"/>
                      <a:pt x="50" y="6"/>
                    </a:cubicBezTo>
                    <a:cubicBezTo>
                      <a:pt x="79" y="0"/>
                      <a:pt x="105" y="10"/>
                      <a:pt x="109" y="2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1" name="Freeform 1709">
                <a:extLst>
                  <a:ext uri="{FF2B5EF4-FFF2-40B4-BE49-F238E27FC236}">
                    <a16:creationId xmlns:a16="http://schemas.microsoft.com/office/drawing/2014/main" id="{281B8D94-18DC-4911-A04E-0C326F25A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3147"/>
                <a:ext cx="37" cy="47"/>
              </a:xfrm>
              <a:custGeom>
                <a:avLst/>
                <a:gdLst>
                  <a:gd name="T0" fmla="*/ 0 w 21"/>
                  <a:gd name="T1" fmla="*/ 399 h 25"/>
                  <a:gd name="T2" fmla="*/ 86 w 21"/>
                  <a:gd name="T3" fmla="*/ 1096 h 25"/>
                  <a:gd name="T4" fmla="*/ 358 w 21"/>
                  <a:gd name="T5" fmla="*/ 1011 h 25"/>
                  <a:gd name="T6" fmla="*/ 631 w 21"/>
                  <a:gd name="T7" fmla="*/ 964 h 25"/>
                  <a:gd name="T8" fmla="*/ 472 w 21"/>
                  <a:gd name="T9" fmla="*/ 0 h 25"/>
                  <a:gd name="T10" fmla="*/ 0 w 21"/>
                  <a:gd name="T11" fmla="*/ 39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5">
                    <a:moveTo>
                      <a:pt x="0" y="9"/>
                    </a:moveTo>
                    <a:cubicBezTo>
                      <a:pt x="3" y="25"/>
                      <a:pt x="3" y="25"/>
                      <a:pt x="3" y="25"/>
                    </a:cubicBezTo>
                    <a:cubicBezTo>
                      <a:pt x="6" y="24"/>
                      <a:pt x="9" y="24"/>
                      <a:pt x="12" y="23"/>
                    </a:cubicBezTo>
                    <a:cubicBezTo>
                      <a:pt x="15" y="23"/>
                      <a:pt x="18" y="22"/>
                      <a:pt x="21" y="2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1" y="3"/>
                      <a:pt x="6" y="6"/>
                      <a:pt x="0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2" name="Freeform 1710">
                <a:extLst>
                  <a:ext uri="{FF2B5EF4-FFF2-40B4-BE49-F238E27FC236}">
                    <a16:creationId xmlns:a16="http://schemas.microsoft.com/office/drawing/2014/main" id="{F4324D3A-C66D-4E99-98C1-2AAFE4D42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160"/>
                <a:ext cx="134" cy="209"/>
              </a:xfrm>
              <a:custGeom>
                <a:avLst/>
                <a:gdLst>
                  <a:gd name="T0" fmla="*/ 1359 w 77"/>
                  <a:gd name="T1" fmla="*/ 4592 h 112"/>
                  <a:gd name="T2" fmla="*/ 1980 w 77"/>
                  <a:gd name="T3" fmla="*/ 2062 h 112"/>
                  <a:gd name="T4" fmla="*/ 781 w 77"/>
                  <a:gd name="T5" fmla="*/ 136 h 112"/>
                  <a:gd name="T6" fmla="*/ 157 w 77"/>
                  <a:gd name="T7" fmla="*/ 2618 h 112"/>
                  <a:gd name="T8" fmla="*/ 1359 w 77"/>
                  <a:gd name="T9" fmla="*/ 4592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49" y="109"/>
                    </a:moveTo>
                    <a:cubicBezTo>
                      <a:pt x="67" y="105"/>
                      <a:pt x="77" y="79"/>
                      <a:pt x="71" y="49"/>
                    </a:cubicBezTo>
                    <a:cubicBezTo>
                      <a:pt x="65" y="20"/>
                      <a:pt x="46" y="0"/>
                      <a:pt x="28" y="3"/>
                    </a:cubicBezTo>
                    <a:cubicBezTo>
                      <a:pt x="10" y="7"/>
                      <a:pt x="0" y="33"/>
                      <a:pt x="6" y="62"/>
                    </a:cubicBezTo>
                    <a:cubicBezTo>
                      <a:pt x="11" y="91"/>
                      <a:pt x="31" y="112"/>
                      <a:pt x="49" y="10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3" name="Freeform 1711">
                <a:extLst>
                  <a:ext uri="{FF2B5EF4-FFF2-40B4-BE49-F238E27FC236}">
                    <a16:creationId xmlns:a16="http://schemas.microsoft.com/office/drawing/2014/main" id="{EB6849AF-9717-4514-AF5E-B41528A27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261"/>
                <a:ext cx="75" cy="35"/>
              </a:xfrm>
              <a:custGeom>
                <a:avLst/>
                <a:gdLst>
                  <a:gd name="T0" fmla="*/ 1169 w 43"/>
                  <a:gd name="T1" fmla="*/ 326 h 19"/>
                  <a:gd name="T2" fmla="*/ 1104 w 43"/>
                  <a:gd name="T3" fmla="*/ 0 h 19"/>
                  <a:gd name="T4" fmla="*/ 0 w 43"/>
                  <a:gd name="T5" fmla="*/ 379 h 19"/>
                  <a:gd name="T6" fmla="*/ 0 w 43"/>
                  <a:gd name="T7" fmla="*/ 379 h 19"/>
                  <a:gd name="T8" fmla="*/ 28 w 43"/>
                  <a:gd name="T9" fmla="*/ 549 h 19"/>
                  <a:gd name="T10" fmla="*/ 49 w 43"/>
                  <a:gd name="T11" fmla="*/ 737 h 19"/>
                  <a:gd name="T12" fmla="*/ 49 w 43"/>
                  <a:gd name="T13" fmla="*/ 737 h 19"/>
                  <a:gd name="T14" fmla="*/ 1210 w 43"/>
                  <a:gd name="T15" fmla="*/ 656 h 19"/>
                  <a:gd name="T16" fmla="*/ 1169 w 43"/>
                  <a:gd name="T17" fmla="*/ 326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9">
                    <a:moveTo>
                      <a:pt x="41" y="8"/>
                    </a:moveTo>
                    <a:cubicBezTo>
                      <a:pt x="40" y="6"/>
                      <a:pt x="40" y="3"/>
                      <a:pt x="39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3"/>
                      <a:pt x="1" y="14"/>
                    </a:cubicBezTo>
                    <a:cubicBezTo>
                      <a:pt x="2" y="16"/>
                      <a:pt x="2" y="17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4"/>
                      <a:pt x="41" y="11"/>
                      <a:pt x="41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4" name="Freeform 1712">
                <a:extLst>
                  <a:ext uri="{FF2B5EF4-FFF2-40B4-BE49-F238E27FC236}">
                    <a16:creationId xmlns:a16="http://schemas.microsoft.com/office/drawing/2014/main" id="{774D2BDF-BB81-4128-9F11-15E191A9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2486"/>
                <a:ext cx="134" cy="208"/>
              </a:xfrm>
              <a:custGeom>
                <a:avLst/>
                <a:gdLst>
                  <a:gd name="T0" fmla="*/ 1359 w 77"/>
                  <a:gd name="T1" fmla="*/ 4439 h 112"/>
                  <a:gd name="T2" fmla="*/ 157 w 77"/>
                  <a:gd name="T3" fmla="*/ 2542 h 112"/>
                  <a:gd name="T4" fmla="*/ 781 w 77"/>
                  <a:gd name="T5" fmla="*/ 128 h 112"/>
                  <a:gd name="T6" fmla="*/ 1980 w 77"/>
                  <a:gd name="T7" fmla="*/ 2011 h 112"/>
                  <a:gd name="T8" fmla="*/ 1359 w 77"/>
                  <a:gd name="T9" fmla="*/ 4439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49" y="108"/>
                    </a:moveTo>
                    <a:cubicBezTo>
                      <a:pt x="31" y="112"/>
                      <a:pt x="11" y="91"/>
                      <a:pt x="6" y="62"/>
                    </a:cubicBezTo>
                    <a:cubicBezTo>
                      <a:pt x="0" y="33"/>
                      <a:pt x="10" y="7"/>
                      <a:pt x="28" y="3"/>
                    </a:cubicBezTo>
                    <a:cubicBezTo>
                      <a:pt x="46" y="0"/>
                      <a:pt x="65" y="20"/>
                      <a:pt x="71" y="49"/>
                    </a:cubicBezTo>
                    <a:cubicBezTo>
                      <a:pt x="77" y="78"/>
                      <a:pt x="67" y="105"/>
                      <a:pt x="49" y="10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5" name="Freeform 1713">
                <a:extLst>
                  <a:ext uri="{FF2B5EF4-FFF2-40B4-BE49-F238E27FC236}">
                    <a16:creationId xmlns:a16="http://schemas.microsoft.com/office/drawing/2014/main" id="{7BDC6F1E-B03F-4C10-A102-F3587E1AB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556"/>
                <a:ext cx="73" cy="37"/>
              </a:xfrm>
              <a:custGeom>
                <a:avLst/>
                <a:gdLst>
                  <a:gd name="T0" fmla="*/ 49 w 42"/>
                  <a:gd name="T1" fmla="*/ 431 h 20"/>
                  <a:gd name="T2" fmla="*/ 0 w 42"/>
                  <a:gd name="T3" fmla="*/ 126 h 20"/>
                  <a:gd name="T4" fmla="*/ 1125 w 42"/>
                  <a:gd name="T5" fmla="*/ 0 h 20"/>
                  <a:gd name="T6" fmla="*/ 1125 w 42"/>
                  <a:gd name="T7" fmla="*/ 0 h 20"/>
                  <a:gd name="T8" fmla="*/ 1159 w 42"/>
                  <a:gd name="T9" fmla="*/ 150 h 20"/>
                  <a:gd name="T10" fmla="*/ 1159 w 42"/>
                  <a:gd name="T11" fmla="*/ 359 h 20"/>
                  <a:gd name="T12" fmla="*/ 1159 w 42"/>
                  <a:gd name="T13" fmla="*/ 359 h 20"/>
                  <a:gd name="T14" fmla="*/ 85 w 42"/>
                  <a:gd name="T15" fmla="*/ 797 h 20"/>
                  <a:gd name="T16" fmla="*/ 49 w 42"/>
                  <a:gd name="T17" fmla="*/ 431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20">
                    <a:moveTo>
                      <a:pt x="2" y="11"/>
                    </a:moveTo>
                    <a:cubicBezTo>
                      <a:pt x="1" y="8"/>
                      <a:pt x="1" y="5"/>
                      <a:pt x="0" y="3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1"/>
                      <a:pt x="41" y="3"/>
                      <a:pt x="42" y="4"/>
                    </a:cubicBezTo>
                    <a:cubicBezTo>
                      <a:pt x="42" y="6"/>
                      <a:pt x="42" y="7"/>
                      <a:pt x="42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17"/>
                      <a:pt x="2" y="14"/>
                      <a:pt x="2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6" name="Freeform 1714">
                <a:extLst>
                  <a:ext uri="{FF2B5EF4-FFF2-40B4-BE49-F238E27FC236}">
                    <a16:creationId xmlns:a16="http://schemas.microsoft.com/office/drawing/2014/main" id="{C7DF0096-3B36-4317-B556-2DA8BF32E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1651"/>
                <a:ext cx="191" cy="168"/>
              </a:xfrm>
              <a:custGeom>
                <a:avLst/>
                <a:gdLst>
                  <a:gd name="T0" fmla="*/ 2716 w 110"/>
                  <a:gd name="T1" fmla="*/ 3136 h 90"/>
                  <a:gd name="T2" fmla="*/ 2011 w 110"/>
                  <a:gd name="T3" fmla="*/ 728 h 90"/>
                  <a:gd name="T4" fmla="*/ 271 w 110"/>
                  <a:gd name="T5" fmla="*/ 631 h 90"/>
                  <a:gd name="T6" fmla="*/ 990 w 110"/>
                  <a:gd name="T7" fmla="*/ 3039 h 90"/>
                  <a:gd name="T8" fmla="*/ 2716 w 110"/>
                  <a:gd name="T9" fmla="*/ 3136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90">
                    <a:moveTo>
                      <a:pt x="99" y="74"/>
                    </a:moveTo>
                    <a:cubicBezTo>
                      <a:pt x="110" y="59"/>
                      <a:pt x="98" y="33"/>
                      <a:pt x="73" y="17"/>
                    </a:cubicBezTo>
                    <a:cubicBezTo>
                      <a:pt x="49" y="0"/>
                      <a:pt x="21" y="0"/>
                      <a:pt x="10" y="15"/>
                    </a:cubicBezTo>
                    <a:cubicBezTo>
                      <a:pt x="0" y="30"/>
                      <a:pt x="12" y="56"/>
                      <a:pt x="36" y="72"/>
                    </a:cubicBezTo>
                    <a:cubicBezTo>
                      <a:pt x="61" y="89"/>
                      <a:pt x="89" y="90"/>
                      <a:pt x="99" y="7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7" name="Freeform 1715">
                <a:extLst>
                  <a:ext uri="{FF2B5EF4-FFF2-40B4-BE49-F238E27FC236}">
                    <a16:creationId xmlns:a16="http://schemas.microsoft.com/office/drawing/2014/main" id="{BD0CE248-F114-4F17-8C1B-7AFF5EDD7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776"/>
                <a:ext cx="64" cy="82"/>
              </a:xfrm>
              <a:custGeom>
                <a:avLst/>
                <a:gdLst>
                  <a:gd name="T0" fmla="*/ 771 w 37"/>
                  <a:gd name="T1" fmla="*/ 209 h 44"/>
                  <a:gd name="T2" fmla="*/ 590 w 37"/>
                  <a:gd name="T3" fmla="*/ 0 h 44"/>
                  <a:gd name="T4" fmla="*/ 0 w 37"/>
                  <a:gd name="T5" fmla="*/ 1411 h 44"/>
                  <a:gd name="T6" fmla="*/ 0 w 37"/>
                  <a:gd name="T7" fmla="*/ 1411 h 44"/>
                  <a:gd name="T8" fmla="*/ 185 w 37"/>
                  <a:gd name="T9" fmla="*/ 1640 h 44"/>
                  <a:gd name="T10" fmla="*/ 377 w 37"/>
                  <a:gd name="T11" fmla="*/ 1845 h 44"/>
                  <a:gd name="T12" fmla="*/ 377 w 37"/>
                  <a:gd name="T13" fmla="*/ 1845 h 44"/>
                  <a:gd name="T14" fmla="*/ 993 w 37"/>
                  <a:gd name="T15" fmla="*/ 421 h 44"/>
                  <a:gd name="T16" fmla="*/ 771 w 37"/>
                  <a:gd name="T17" fmla="*/ 209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4">
                    <a:moveTo>
                      <a:pt x="29" y="5"/>
                    </a:moveTo>
                    <a:cubicBezTo>
                      <a:pt x="27" y="4"/>
                      <a:pt x="25" y="2"/>
                      <a:pt x="22" y="0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" y="36"/>
                      <a:pt x="5" y="37"/>
                      <a:pt x="7" y="39"/>
                    </a:cubicBezTo>
                    <a:cubicBezTo>
                      <a:pt x="9" y="41"/>
                      <a:pt x="12" y="42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4" y="8"/>
                      <a:pt x="32" y="7"/>
                      <a:pt x="29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8" name="Freeform 1716">
                <a:extLst>
                  <a:ext uri="{FF2B5EF4-FFF2-40B4-BE49-F238E27FC236}">
                    <a16:creationId xmlns:a16="http://schemas.microsoft.com/office/drawing/2014/main" id="{AD231E53-0025-4F2E-BD26-9C2D4C6B1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3036"/>
                <a:ext cx="190" cy="167"/>
              </a:xfrm>
              <a:custGeom>
                <a:avLst/>
                <a:gdLst>
                  <a:gd name="T0" fmla="*/ 2786 w 109"/>
                  <a:gd name="T1" fmla="*/ 3062 h 90"/>
                  <a:gd name="T2" fmla="*/ 1018 w 109"/>
                  <a:gd name="T3" fmla="*/ 2978 h 90"/>
                  <a:gd name="T4" fmla="*/ 277 w 109"/>
                  <a:gd name="T5" fmla="*/ 612 h 90"/>
                  <a:gd name="T6" fmla="*/ 2039 w 109"/>
                  <a:gd name="T7" fmla="*/ 696 h 90"/>
                  <a:gd name="T8" fmla="*/ 2786 w 109"/>
                  <a:gd name="T9" fmla="*/ 3062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90">
                    <a:moveTo>
                      <a:pt x="99" y="75"/>
                    </a:moveTo>
                    <a:cubicBezTo>
                      <a:pt x="89" y="90"/>
                      <a:pt x="61" y="89"/>
                      <a:pt x="36" y="73"/>
                    </a:cubicBezTo>
                    <a:cubicBezTo>
                      <a:pt x="11" y="56"/>
                      <a:pt x="0" y="31"/>
                      <a:pt x="10" y="15"/>
                    </a:cubicBezTo>
                    <a:cubicBezTo>
                      <a:pt x="20" y="0"/>
                      <a:pt x="48" y="1"/>
                      <a:pt x="73" y="17"/>
                    </a:cubicBezTo>
                    <a:cubicBezTo>
                      <a:pt x="98" y="34"/>
                      <a:pt x="109" y="59"/>
                      <a:pt x="99" y="7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9" name="Freeform 1717">
                <a:extLst>
                  <a:ext uri="{FF2B5EF4-FFF2-40B4-BE49-F238E27FC236}">
                    <a16:creationId xmlns:a16="http://schemas.microsoft.com/office/drawing/2014/main" id="{441D7EB6-B4F7-4DBF-9C05-1F7958A73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997"/>
                <a:ext cx="66" cy="81"/>
              </a:xfrm>
              <a:custGeom>
                <a:avLst/>
                <a:gdLst>
                  <a:gd name="T0" fmla="*/ 221 w 38"/>
                  <a:gd name="T1" fmla="*/ 1478 h 44"/>
                  <a:gd name="T2" fmla="*/ 0 w 38"/>
                  <a:gd name="T3" fmla="*/ 1335 h 44"/>
                  <a:gd name="T4" fmla="*/ 627 w 38"/>
                  <a:gd name="T5" fmla="*/ 0 h 44"/>
                  <a:gd name="T6" fmla="*/ 627 w 38"/>
                  <a:gd name="T7" fmla="*/ 0 h 44"/>
                  <a:gd name="T8" fmla="*/ 818 w 38"/>
                  <a:gd name="T9" fmla="*/ 193 h 44"/>
                  <a:gd name="T10" fmla="*/ 1047 w 38"/>
                  <a:gd name="T11" fmla="*/ 355 h 44"/>
                  <a:gd name="T12" fmla="*/ 1047 w 38"/>
                  <a:gd name="T13" fmla="*/ 379 h 44"/>
                  <a:gd name="T14" fmla="*/ 406 w 38"/>
                  <a:gd name="T15" fmla="*/ 1708 h 44"/>
                  <a:gd name="T16" fmla="*/ 221 w 38"/>
                  <a:gd name="T17" fmla="*/ 1478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4">
                    <a:moveTo>
                      <a:pt x="8" y="38"/>
                    </a:moveTo>
                    <a:cubicBezTo>
                      <a:pt x="5" y="37"/>
                      <a:pt x="3" y="35"/>
                      <a:pt x="0" y="34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6" y="1"/>
                      <a:pt x="28" y="3"/>
                      <a:pt x="30" y="5"/>
                    </a:cubicBezTo>
                    <a:cubicBezTo>
                      <a:pt x="33" y="6"/>
                      <a:pt x="35" y="8"/>
                      <a:pt x="38" y="9"/>
                    </a:cubicBezTo>
                    <a:cubicBezTo>
                      <a:pt x="38" y="9"/>
                      <a:pt x="38" y="10"/>
                      <a:pt x="38" y="10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3" y="42"/>
                      <a:pt x="10" y="40"/>
                      <a:pt x="8" y="3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0" name="Freeform 1718">
                <a:extLst>
                  <a:ext uri="{FF2B5EF4-FFF2-40B4-BE49-F238E27FC236}">
                    <a16:creationId xmlns:a16="http://schemas.microsoft.com/office/drawing/2014/main" id="{B65F7FCB-41E3-4324-8FFF-1870292C5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790"/>
                <a:ext cx="157" cy="203"/>
              </a:xfrm>
              <a:custGeom>
                <a:avLst/>
                <a:gdLst>
                  <a:gd name="T0" fmla="*/ 420 w 90"/>
                  <a:gd name="T1" fmla="*/ 4127 h 109"/>
                  <a:gd name="T2" fmla="*/ 2039 w 90"/>
                  <a:gd name="T3" fmla="*/ 3041 h 109"/>
                  <a:gd name="T4" fmla="*/ 2088 w 90"/>
                  <a:gd name="T5" fmla="*/ 419 h 109"/>
                  <a:gd name="T6" fmla="*/ 483 w 90"/>
                  <a:gd name="T7" fmla="*/ 1505 h 109"/>
                  <a:gd name="T8" fmla="*/ 420 w 90"/>
                  <a:gd name="T9" fmla="*/ 4127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15" y="99"/>
                    </a:moveTo>
                    <a:cubicBezTo>
                      <a:pt x="30" y="109"/>
                      <a:pt x="56" y="97"/>
                      <a:pt x="72" y="73"/>
                    </a:cubicBezTo>
                    <a:cubicBezTo>
                      <a:pt x="89" y="48"/>
                      <a:pt x="90" y="20"/>
                      <a:pt x="74" y="10"/>
                    </a:cubicBezTo>
                    <a:cubicBezTo>
                      <a:pt x="59" y="0"/>
                      <a:pt x="33" y="11"/>
                      <a:pt x="17" y="36"/>
                    </a:cubicBezTo>
                    <a:cubicBezTo>
                      <a:pt x="0" y="60"/>
                      <a:pt x="0" y="89"/>
                      <a:pt x="15" y="9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1" name="Freeform 1719">
                <a:extLst>
                  <a:ext uri="{FF2B5EF4-FFF2-40B4-BE49-F238E27FC236}">
                    <a16:creationId xmlns:a16="http://schemas.microsoft.com/office/drawing/2014/main" id="{ADC21DB9-8CC9-49A3-939F-E02305790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813"/>
                <a:ext cx="72" cy="57"/>
              </a:xfrm>
              <a:custGeom>
                <a:avLst/>
                <a:gdLst>
                  <a:gd name="T0" fmla="*/ 1055 w 41"/>
                  <a:gd name="T1" fmla="*/ 927 h 31"/>
                  <a:gd name="T2" fmla="*/ 1196 w 41"/>
                  <a:gd name="T3" fmla="*/ 653 h 31"/>
                  <a:gd name="T4" fmla="*/ 151 w 41"/>
                  <a:gd name="T5" fmla="*/ 0 h 31"/>
                  <a:gd name="T6" fmla="*/ 151 w 41"/>
                  <a:gd name="T7" fmla="*/ 0 h 31"/>
                  <a:gd name="T8" fmla="*/ 65 w 41"/>
                  <a:gd name="T9" fmla="*/ 125 h 31"/>
                  <a:gd name="T10" fmla="*/ 0 w 41"/>
                  <a:gd name="T11" fmla="*/ 274 h 31"/>
                  <a:gd name="T12" fmla="*/ 0 w 41"/>
                  <a:gd name="T13" fmla="*/ 274 h 31"/>
                  <a:gd name="T14" fmla="*/ 904 w 41"/>
                  <a:gd name="T15" fmla="*/ 1201 h 31"/>
                  <a:gd name="T16" fmla="*/ 1055 w 41"/>
                  <a:gd name="T17" fmla="*/ 927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1">
                    <a:moveTo>
                      <a:pt x="36" y="24"/>
                    </a:moveTo>
                    <a:cubicBezTo>
                      <a:pt x="38" y="21"/>
                      <a:pt x="39" y="19"/>
                      <a:pt x="41" y="1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3" y="29"/>
                      <a:pt x="34" y="26"/>
                      <a:pt x="36" y="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2" name="Freeform 1720">
                <a:extLst>
                  <a:ext uri="{FF2B5EF4-FFF2-40B4-BE49-F238E27FC236}">
                    <a16:creationId xmlns:a16="http://schemas.microsoft.com/office/drawing/2014/main" id="{1D0B2DD3-4305-4E84-B3B5-D9C160057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" y="1861"/>
                <a:ext cx="157" cy="203"/>
              </a:xfrm>
              <a:custGeom>
                <a:avLst/>
                <a:gdLst>
                  <a:gd name="T0" fmla="*/ 420 w 90"/>
                  <a:gd name="T1" fmla="*/ 4127 h 109"/>
                  <a:gd name="T2" fmla="*/ 483 w 90"/>
                  <a:gd name="T3" fmla="*/ 1505 h 109"/>
                  <a:gd name="T4" fmla="*/ 2118 w 90"/>
                  <a:gd name="T5" fmla="*/ 419 h 109"/>
                  <a:gd name="T6" fmla="*/ 2055 w 90"/>
                  <a:gd name="T7" fmla="*/ 3041 h 109"/>
                  <a:gd name="T8" fmla="*/ 420 w 90"/>
                  <a:gd name="T9" fmla="*/ 4127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15" y="99"/>
                    </a:moveTo>
                    <a:cubicBezTo>
                      <a:pt x="0" y="89"/>
                      <a:pt x="1" y="60"/>
                      <a:pt x="17" y="36"/>
                    </a:cubicBezTo>
                    <a:cubicBezTo>
                      <a:pt x="34" y="11"/>
                      <a:pt x="59" y="0"/>
                      <a:pt x="75" y="10"/>
                    </a:cubicBezTo>
                    <a:cubicBezTo>
                      <a:pt x="90" y="20"/>
                      <a:pt x="89" y="48"/>
                      <a:pt x="73" y="73"/>
                    </a:cubicBezTo>
                    <a:cubicBezTo>
                      <a:pt x="56" y="97"/>
                      <a:pt x="30" y="109"/>
                      <a:pt x="15" y="9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3" name="Freeform 1721">
                <a:extLst>
                  <a:ext uri="{FF2B5EF4-FFF2-40B4-BE49-F238E27FC236}">
                    <a16:creationId xmlns:a16="http://schemas.microsoft.com/office/drawing/2014/main" id="{59D395C6-AB99-49D1-B09E-8EA6D0445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1982"/>
                <a:ext cx="73" cy="52"/>
              </a:xfrm>
              <a:custGeom>
                <a:avLst/>
                <a:gdLst>
                  <a:gd name="T0" fmla="*/ 156 w 42"/>
                  <a:gd name="T1" fmla="*/ 334 h 28"/>
                  <a:gd name="T2" fmla="*/ 271 w 42"/>
                  <a:gd name="T3" fmla="*/ 0 h 28"/>
                  <a:gd name="T4" fmla="*/ 1159 w 42"/>
                  <a:gd name="T5" fmla="*/ 858 h 28"/>
                  <a:gd name="T6" fmla="*/ 1159 w 42"/>
                  <a:gd name="T7" fmla="*/ 858 h 28"/>
                  <a:gd name="T8" fmla="*/ 1076 w 42"/>
                  <a:gd name="T9" fmla="*/ 1010 h 28"/>
                  <a:gd name="T10" fmla="*/ 1012 w 42"/>
                  <a:gd name="T11" fmla="*/ 1151 h 28"/>
                  <a:gd name="T12" fmla="*/ 1012 w 42"/>
                  <a:gd name="T13" fmla="*/ 1151 h 28"/>
                  <a:gd name="T14" fmla="*/ 0 w 42"/>
                  <a:gd name="T15" fmla="*/ 620 h 28"/>
                  <a:gd name="T16" fmla="*/ 156 w 42"/>
                  <a:gd name="T17" fmla="*/ 334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28">
                    <a:moveTo>
                      <a:pt x="6" y="8"/>
                    </a:moveTo>
                    <a:cubicBezTo>
                      <a:pt x="7" y="5"/>
                      <a:pt x="9" y="3"/>
                      <a:pt x="10" y="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2"/>
                      <a:pt x="40" y="23"/>
                      <a:pt x="39" y="25"/>
                    </a:cubicBezTo>
                    <a:cubicBezTo>
                      <a:pt x="38" y="26"/>
                      <a:pt x="38" y="27"/>
                      <a:pt x="37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3"/>
                      <a:pt x="4" y="10"/>
                      <a:pt x="6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4" name="Freeform 1722">
                <a:extLst>
                  <a:ext uri="{FF2B5EF4-FFF2-40B4-BE49-F238E27FC236}">
                    <a16:creationId xmlns:a16="http://schemas.microsoft.com/office/drawing/2014/main" id="{D0F8BF9C-6282-4083-8579-C152F9D60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530"/>
                <a:ext cx="197" cy="144"/>
              </a:xfrm>
              <a:custGeom>
                <a:avLst/>
                <a:gdLst>
                  <a:gd name="T0" fmla="*/ 3058 w 113"/>
                  <a:gd name="T1" fmla="*/ 2106 h 77"/>
                  <a:gd name="T2" fmla="*/ 1775 w 113"/>
                  <a:gd name="T3" fmla="*/ 256 h 77"/>
                  <a:gd name="T4" fmla="*/ 113 w 113"/>
                  <a:gd name="T5" fmla="*/ 1182 h 77"/>
                  <a:gd name="T6" fmla="*/ 1403 w 113"/>
                  <a:gd name="T7" fmla="*/ 3046 h 77"/>
                  <a:gd name="T8" fmla="*/ 3058 w 113"/>
                  <a:gd name="T9" fmla="*/ 2106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77">
                    <a:moveTo>
                      <a:pt x="109" y="49"/>
                    </a:moveTo>
                    <a:cubicBezTo>
                      <a:pt x="113" y="31"/>
                      <a:pt x="92" y="12"/>
                      <a:pt x="63" y="6"/>
                    </a:cubicBezTo>
                    <a:cubicBezTo>
                      <a:pt x="34" y="0"/>
                      <a:pt x="8" y="10"/>
                      <a:pt x="4" y="28"/>
                    </a:cubicBezTo>
                    <a:cubicBezTo>
                      <a:pt x="0" y="46"/>
                      <a:pt x="21" y="66"/>
                      <a:pt x="50" y="71"/>
                    </a:cubicBezTo>
                    <a:cubicBezTo>
                      <a:pt x="79" y="77"/>
                      <a:pt x="105" y="67"/>
                      <a:pt x="109" y="4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5" name="Freeform 1723">
                <a:extLst>
                  <a:ext uri="{FF2B5EF4-FFF2-40B4-BE49-F238E27FC236}">
                    <a16:creationId xmlns:a16="http://schemas.microsoft.com/office/drawing/2014/main" id="{71877DBE-442E-4617-9598-85A853FD0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659"/>
                <a:ext cx="39" cy="55"/>
              </a:xfrm>
              <a:custGeom>
                <a:avLst/>
                <a:gdLst>
                  <a:gd name="T0" fmla="*/ 496 w 22"/>
                  <a:gd name="T1" fmla="*/ 1140 h 30"/>
                  <a:gd name="T2" fmla="*/ 679 w 22"/>
                  <a:gd name="T3" fmla="*/ 149 h 30"/>
                  <a:gd name="T4" fmla="*/ 406 w 22"/>
                  <a:gd name="T5" fmla="*/ 81 h 30"/>
                  <a:gd name="T6" fmla="*/ 158 w 22"/>
                  <a:gd name="T7" fmla="*/ 0 h 30"/>
                  <a:gd name="T8" fmla="*/ 0 w 22"/>
                  <a:gd name="T9" fmla="*/ 814 h 30"/>
                  <a:gd name="T10" fmla="*/ 496 w 22"/>
                  <a:gd name="T11" fmla="*/ 114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0">
                    <a:moveTo>
                      <a:pt x="16" y="30"/>
                    </a:moveTo>
                    <a:cubicBezTo>
                      <a:pt x="22" y="4"/>
                      <a:pt x="22" y="4"/>
                      <a:pt x="22" y="4"/>
                    </a:cubicBezTo>
                    <a:cubicBezTo>
                      <a:pt x="19" y="3"/>
                      <a:pt x="16" y="3"/>
                      <a:pt x="13" y="2"/>
                    </a:cubicBezTo>
                    <a:cubicBezTo>
                      <a:pt x="10" y="2"/>
                      <a:pt x="7" y="1"/>
                      <a:pt x="5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6" y="24"/>
                      <a:pt x="11" y="27"/>
                      <a:pt x="16" y="3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6" name="Freeform 1724">
                <a:extLst>
                  <a:ext uri="{FF2B5EF4-FFF2-40B4-BE49-F238E27FC236}">
                    <a16:creationId xmlns:a16="http://schemas.microsoft.com/office/drawing/2014/main" id="{692D11E9-BE40-4A70-838A-A83749B61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3179"/>
                <a:ext cx="196" cy="143"/>
              </a:xfrm>
              <a:custGeom>
                <a:avLst/>
                <a:gdLst>
                  <a:gd name="T0" fmla="*/ 3136 w 112"/>
                  <a:gd name="T1" fmla="*/ 2011 h 77"/>
                  <a:gd name="T2" fmla="*/ 1449 w 112"/>
                  <a:gd name="T3" fmla="*/ 2914 h 77"/>
                  <a:gd name="T4" fmla="*/ 114 w 112"/>
                  <a:gd name="T5" fmla="*/ 1151 h 77"/>
                  <a:gd name="T6" fmla="*/ 1813 w 112"/>
                  <a:gd name="T7" fmla="*/ 238 h 77"/>
                  <a:gd name="T8" fmla="*/ 3136 w 112"/>
                  <a:gd name="T9" fmla="*/ 201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77">
                    <a:moveTo>
                      <a:pt x="109" y="49"/>
                    </a:moveTo>
                    <a:cubicBezTo>
                      <a:pt x="105" y="67"/>
                      <a:pt x="79" y="77"/>
                      <a:pt x="50" y="71"/>
                    </a:cubicBezTo>
                    <a:cubicBezTo>
                      <a:pt x="21" y="66"/>
                      <a:pt x="0" y="46"/>
                      <a:pt x="4" y="28"/>
                    </a:cubicBezTo>
                    <a:cubicBezTo>
                      <a:pt x="7" y="10"/>
                      <a:pt x="34" y="0"/>
                      <a:pt x="63" y="6"/>
                    </a:cubicBezTo>
                    <a:cubicBezTo>
                      <a:pt x="92" y="12"/>
                      <a:pt x="112" y="31"/>
                      <a:pt x="109" y="4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7" name="Freeform 1725">
                <a:extLst>
                  <a:ext uri="{FF2B5EF4-FFF2-40B4-BE49-F238E27FC236}">
                    <a16:creationId xmlns:a16="http://schemas.microsoft.com/office/drawing/2014/main" id="{91F5ABA6-1E0B-4DDC-A985-83975F56B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3147"/>
                <a:ext cx="34" cy="47"/>
              </a:xfrm>
              <a:custGeom>
                <a:avLst/>
                <a:gdLst>
                  <a:gd name="T0" fmla="*/ 99 w 20"/>
                  <a:gd name="T1" fmla="*/ 0 h 25"/>
                  <a:gd name="T2" fmla="*/ 0 w 20"/>
                  <a:gd name="T3" fmla="*/ 964 h 25"/>
                  <a:gd name="T4" fmla="*/ 218 w 20"/>
                  <a:gd name="T5" fmla="*/ 1011 h 25"/>
                  <a:gd name="T6" fmla="*/ 408 w 20"/>
                  <a:gd name="T7" fmla="*/ 1096 h 25"/>
                  <a:gd name="T8" fmla="*/ 486 w 20"/>
                  <a:gd name="T9" fmla="*/ 399 h 25"/>
                  <a:gd name="T10" fmla="*/ 99 w 20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5">
                    <a:moveTo>
                      <a:pt x="4" y="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3" y="22"/>
                      <a:pt x="6" y="23"/>
                      <a:pt x="9" y="23"/>
                    </a:cubicBezTo>
                    <a:cubicBezTo>
                      <a:pt x="11" y="24"/>
                      <a:pt x="14" y="24"/>
                      <a:pt x="17" y="25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5" y="6"/>
                      <a:pt x="9" y="3"/>
                      <a:pt x="4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8" name="Freeform 1726">
                <a:extLst>
                  <a:ext uri="{FF2B5EF4-FFF2-40B4-BE49-F238E27FC236}">
                    <a16:creationId xmlns:a16="http://schemas.microsoft.com/office/drawing/2014/main" id="{19B68241-AD2A-4A8D-82C5-0354C74E3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486"/>
                <a:ext cx="134" cy="208"/>
              </a:xfrm>
              <a:custGeom>
                <a:avLst/>
                <a:gdLst>
                  <a:gd name="T0" fmla="*/ 781 w 77"/>
                  <a:gd name="T1" fmla="*/ 4439 h 112"/>
                  <a:gd name="T2" fmla="*/ 1980 w 77"/>
                  <a:gd name="T3" fmla="*/ 2542 h 112"/>
                  <a:gd name="T4" fmla="*/ 1359 w 77"/>
                  <a:gd name="T5" fmla="*/ 128 h 112"/>
                  <a:gd name="T6" fmla="*/ 157 w 77"/>
                  <a:gd name="T7" fmla="*/ 2011 h 112"/>
                  <a:gd name="T8" fmla="*/ 781 w 77"/>
                  <a:gd name="T9" fmla="*/ 4439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28" y="108"/>
                    </a:moveTo>
                    <a:cubicBezTo>
                      <a:pt x="46" y="112"/>
                      <a:pt x="65" y="91"/>
                      <a:pt x="71" y="62"/>
                    </a:cubicBezTo>
                    <a:cubicBezTo>
                      <a:pt x="77" y="33"/>
                      <a:pt x="67" y="7"/>
                      <a:pt x="49" y="3"/>
                    </a:cubicBezTo>
                    <a:cubicBezTo>
                      <a:pt x="31" y="0"/>
                      <a:pt x="11" y="20"/>
                      <a:pt x="6" y="49"/>
                    </a:cubicBezTo>
                    <a:cubicBezTo>
                      <a:pt x="0" y="78"/>
                      <a:pt x="10" y="105"/>
                      <a:pt x="28" y="10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9" name="Freeform 1727">
                <a:extLst>
                  <a:ext uri="{FF2B5EF4-FFF2-40B4-BE49-F238E27FC236}">
                    <a16:creationId xmlns:a16="http://schemas.microsoft.com/office/drawing/2014/main" id="{761C9533-BE9A-4BDA-A9B3-8F894A2A7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556"/>
                <a:ext cx="75" cy="37"/>
              </a:xfrm>
              <a:custGeom>
                <a:avLst/>
                <a:gdLst>
                  <a:gd name="T0" fmla="*/ 1169 w 43"/>
                  <a:gd name="T1" fmla="*/ 431 h 20"/>
                  <a:gd name="T2" fmla="*/ 1210 w 43"/>
                  <a:gd name="T3" fmla="*/ 126 h 20"/>
                  <a:gd name="T4" fmla="*/ 49 w 43"/>
                  <a:gd name="T5" fmla="*/ 0 h 20"/>
                  <a:gd name="T6" fmla="*/ 49 w 43"/>
                  <a:gd name="T7" fmla="*/ 0 h 20"/>
                  <a:gd name="T8" fmla="*/ 28 w 43"/>
                  <a:gd name="T9" fmla="*/ 150 h 20"/>
                  <a:gd name="T10" fmla="*/ 0 w 43"/>
                  <a:gd name="T11" fmla="*/ 359 h 20"/>
                  <a:gd name="T12" fmla="*/ 0 w 43"/>
                  <a:gd name="T13" fmla="*/ 359 h 20"/>
                  <a:gd name="T14" fmla="*/ 1104 w 43"/>
                  <a:gd name="T15" fmla="*/ 797 h 20"/>
                  <a:gd name="T16" fmla="*/ 1169 w 43"/>
                  <a:gd name="T17" fmla="*/ 431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20">
                    <a:moveTo>
                      <a:pt x="41" y="11"/>
                    </a:moveTo>
                    <a:cubicBezTo>
                      <a:pt x="41" y="8"/>
                      <a:pt x="42" y="5"/>
                      <a:pt x="43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6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7"/>
                      <a:pt x="40" y="14"/>
                      <a:pt x="41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0" name="Freeform 1728">
                <a:extLst>
                  <a:ext uri="{FF2B5EF4-FFF2-40B4-BE49-F238E27FC236}">
                    <a16:creationId xmlns:a16="http://schemas.microsoft.com/office/drawing/2014/main" id="{42023162-05F8-474B-AC2B-045CFBD70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2160"/>
                <a:ext cx="134" cy="209"/>
              </a:xfrm>
              <a:custGeom>
                <a:avLst/>
                <a:gdLst>
                  <a:gd name="T0" fmla="*/ 781 w 77"/>
                  <a:gd name="T1" fmla="*/ 4592 h 112"/>
                  <a:gd name="T2" fmla="*/ 157 w 77"/>
                  <a:gd name="T3" fmla="*/ 2062 h 112"/>
                  <a:gd name="T4" fmla="*/ 1359 w 77"/>
                  <a:gd name="T5" fmla="*/ 136 h 112"/>
                  <a:gd name="T6" fmla="*/ 1980 w 77"/>
                  <a:gd name="T7" fmla="*/ 2618 h 112"/>
                  <a:gd name="T8" fmla="*/ 781 w 77"/>
                  <a:gd name="T9" fmla="*/ 4592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28" y="109"/>
                    </a:moveTo>
                    <a:cubicBezTo>
                      <a:pt x="10" y="105"/>
                      <a:pt x="0" y="79"/>
                      <a:pt x="6" y="49"/>
                    </a:cubicBezTo>
                    <a:cubicBezTo>
                      <a:pt x="11" y="20"/>
                      <a:pt x="31" y="0"/>
                      <a:pt x="49" y="3"/>
                    </a:cubicBezTo>
                    <a:cubicBezTo>
                      <a:pt x="67" y="7"/>
                      <a:pt x="77" y="33"/>
                      <a:pt x="71" y="62"/>
                    </a:cubicBezTo>
                    <a:cubicBezTo>
                      <a:pt x="65" y="91"/>
                      <a:pt x="46" y="112"/>
                      <a:pt x="28" y="10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1" name="Freeform 1729">
                <a:extLst>
                  <a:ext uri="{FF2B5EF4-FFF2-40B4-BE49-F238E27FC236}">
                    <a16:creationId xmlns:a16="http://schemas.microsoft.com/office/drawing/2014/main" id="{4983E41B-9B17-4837-9F89-6742469A9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261"/>
                <a:ext cx="73" cy="35"/>
              </a:xfrm>
              <a:custGeom>
                <a:avLst/>
                <a:gdLst>
                  <a:gd name="T0" fmla="*/ 49 w 42"/>
                  <a:gd name="T1" fmla="*/ 326 h 19"/>
                  <a:gd name="T2" fmla="*/ 85 w 42"/>
                  <a:gd name="T3" fmla="*/ 0 h 19"/>
                  <a:gd name="T4" fmla="*/ 1159 w 42"/>
                  <a:gd name="T5" fmla="*/ 379 h 19"/>
                  <a:gd name="T6" fmla="*/ 1159 w 42"/>
                  <a:gd name="T7" fmla="*/ 379 h 19"/>
                  <a:gd name="T8" fmla="*/ 1125 w 42"/>
                  <a:gd name="T9" fmla="*/ 549 h 19"/>
                  <a:gd name="T10" fmla="*/ 1112 w 42"/>
                  <a:gd name="T11" fmla="*/ 737 h 19"/>
                  <a:gd name="T12" fmla="*/ 1112 w 42"/>
                  <a:gd name="T13" fmla="*/ 737 h 19"/>
                  <a:gd name="T14" fmla="*/ 0 w 42"/>
                  <a:gd name="T15" fmla="*/ 656 h 19"/>
                  <a:gd name="T16" fmla="*/ 49 w 42"/>
                  <a:gd name="T17" fmla="*/ 326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9">
                    <a:moveTo>
                      <a:pt x="2" y="8"/>
                    </a:moveTo>
                    <a:cubicBezTo>
                      <a:pt x="2" y="6"/>
                      <a:pt x="3" y="3"/>
                      <a:pt x="3" y="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2" y="12"/>
                      <a:pt x="41" y="13"/>
                      <a:pt x="41" y="14"/>
                    </a:cubicBezTo>
                    <a:cubicBezTo>
                      <a:pt x="41" y="16"/>
                      <a:pt x="41" y="17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4"/>
                      <a:pt x="1" y="11"/>
                      <a:pt x="2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2" name="Freeform 1730">
                <a:extLst>
                  <a:ext uri="{FF2B5EF4-FFF2-40B4-BE49-F238E27FC236}">
                    <a16:creationId xmlns:a16="http://schemas.microsoft.com/office/drawing/2014/main" id="{68B7280A-68BC-4E0E-BF6A-D838E7F13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861"/>
                <a:ext cx="157" cy="203"/>
              </a:xfrm>
              <a:custGeom>
                <a:avLst/>
                <a:gdLst>
                  <a:gd name="T0" fmla="*/ 2088 w 90"/>
                  <a:gd name="T1" fmla="*/ 4127 h 109"/>
                  <a:gd name="T2" fmla="*/ 2039 w 90"/>
                  <a:gd name="T3" fmla="*/ 1505 h 109"/>
                  <a:gd name="T4" fmla="*/ 420 w 90"/>
                  <a:gd name="T5" fmla="*/ 419 h 109"/>
                  <a:gd name="T6" fmla="*/ 483 w 90"/>
                  <a:gd name="T7" fmla="*/ 3041 h 109"/>
                  <a:gd name="T8" fmla="*/ 2088 w 90"/>
                  <a:gd name="T9" fmla="*/ 4127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74" y="99"/>
                    </a:moveTo>
                    <a:cubicBezTo>
                      <a:pt x="90" y="89"/>
                      <a:pt x="89" y="60"/>
                      <a:pt x="72" y="36"/>
                    </a:cubicBezTo>
                    <a:cubicBezTo>
                      <a:pt x="56" y="11"/>
                      <a:pt x="30" y="0"/>
                      <a:pt x="15" y="10"/>
                    </a:cubicBezTo>
                    <a:cubicBezTo>
                      <a:pt x="0" y="20"/>
                      <a:pt x="0" y="48"/>
                      <a:pt x="17" y="73"/>
                    </a:cubicBezTo>
                    <a:cubicBezTo>
                      <a:pt x="33" y="97"/>
                      <a:pt x="59" y="109"/>
                      <a:pt x="74" y="9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3" name="Freeform 1731">
                <a:extLst>
                  <a:ext uri="{FF2B5EF4-FFF2-40B4-BE49-F238E27FC236}">
                    <a16:creationId xmlns:a16="http://schemas.microsoft.com/office/drawing/2014/main" id="{A16F5783-79F7-4373-9B6D-23F0AB2F2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1982"/>
                <a:ext cx="72" cy="52"/>
              </a:xfrm>
              <a:custGeom>
                <a:avLst/>
                <a:gdLst>
                  <a:gd name="T0" fmla="*/ 1055 w 41"/>
                  <a:gd name="T1" fmla="*/ 334 h 28"/>
                  <a:gd name="T2" fmla="*/ 904 w 41"/>
                  <a:gd name="T3" fmla="*/ 0 h 28"/>
                  <a:gd name="T4" fmla="*/ 0 w 41"/>
                  <a:gd name="T5" fmla="*/ 858 h 28"/>
                  <a:gd name="T6" fmla="*/ 0 w 41"/>
                  <a:gd name="T7" fmla="*/ 858 h 28"/>
                  <a:gd name="T8" fmla="*/ 65 w 41"/>
                  <a:gd name="T9" fmla="*/ 1010 h 28"/>
                  <a:gd name="T10" fmla="*/ 151 w 41"/>
                  <a:gd name="T11" fmla="*/ 1151 h 28"/>
                  <a:gd name="T12" fmla="*/ 151 w 41"/>
                  <a:gd name="T13" fmla="*/ 1151 h 28"/>
                  <a:gd name="T14" fmla="*/ 1196 w 41"/>
                  <a:gd name="T15" fmla="*/ 620 h 28"/>
                  <a:gd name="T16" fmla="*/ 1055 w 41"/>
                  <a:gd name="T17" fmla="*/ 334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8">
                    <a:moveTo>
                      <a:pt x="36" y="8"/>
                    </a:moveTo>
                    <a:cubicBezTo>
                      <a:pt x="34" y="5"/>
                      <a:pt x="33" y="3"/>
                      <a:pt x="31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2"/>
                      <a:pt x="1" y="23"/>
                      <a:pt x="2" y="25"/>
                    </a:cubicBezTo>
                    <a:cubicBezTo>
                      <a:pt x="3" y="26"/>
                      <a:pt x="4" y="27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9" y="13"/>
                      <a:pt x="38" y="10"/>
                      <a:pt x="36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4" name="Freeform 1732">
                <a:extLst>
                  <a:ext uri="{FF2B5EF4-FFF2-40B4-BE49-F238E27FC236}">
                    <a16:creationId xmlns:a16="http://schemas.microsoft.com/office/drawing/2014/main" id="{01D63951-A005-4AEE-B9DB-2135EA8A2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" y="2790"/>
                <a:ext cx="157" cy="203"/>
              </a:xfrm>
              <a:custGeom>
                <a:avLst/>
                <a:gdLst>
                  <a:gd name="T0" fmla="*/ 2118 w 90"/>
                  <a:gd name="T1" fmla="*/ 4127 h 109"/>
                  <a:gd name="T2" fmla="*/ 483 w 90"/>
                  <a:gd name="T3" fmla="*/ 3041 h 109"/>
                  <a:gd name="T4" fmla="*/ 420 w 90"/>
                  <a:gd name="T5" fmla="*/ 419 h 109"/>
                  <a:gd name="T6" fmla="*/ 2055 w 90"/>
                  <a:gd name="T7" fmla="*/ 1505 h 109"/>
                  <a:gd name="T8" fmla="*/ 2118 w 90"/>
                  <a:gd name="T9" fmla="*/ 4127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75" y="99"/>
                    </a:moveTo>
                    <a:cubicBezTo>
                      <a:pt x="59" y="109"/>
                      <a:pt x="34" y="97"/>
                      <a:pt x="17" y="73"/>
                    </a:cubicBezTo>
                    <a:cubicBezTo>
                      <a:pt x="1" y="48"/>
                      <a:pt x="0" y="20"/>
                      <a:pt x="15" y="10"/>
                    </a:cubicBezTo>
                    <a:cubicBezTo>
                      <a:pt x="30" y="0"/>
                      <a:pt x="56" y="11"/>
                      <a:pt x="73" y="36"/>
                    </a:cubicBezTo>
                    <a:cubicBezTo>
                      <a:pt x="89" y="60"/>
                      <a:pt x="90" y="89"/>
                      <a:pt x="75" y="9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5" name="Freeform 1733">
                <a:extLst>
                  <a:ext uri="{FF2B5EF4-FFF2-40B4-BE49-F238E27FC236}">
                    <a16:creationId xmlns:a16="http://schemas.microsoft.com/office/drawing/2014/main" id="{F67572FE-AB1A-493C-9C2B-C31D294A6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2816"/>
                <a:ext cx="73" cy="54"/>
              </a:xfrm>
              <a:custGeom>
                <a:avLst/>
                <a:gdLst>
                  <a:gd name="T0" fmla="*/ 156 w 42"/>
                  <a:gd name="T1" fmla="*/ 916 h 29"/>
                  <a:gd name="T2" fmla="*/ 0 w 42"/>
                  <a:gd name="T3" fmla="*/ 628 h 29"/>
                  <a:gd name="T4" fmla="*/ 1012 w 42"/>
                  <a:gd name="T5" fmla="*/ 0 h 29"/>
                  <a:gd name="T6" fmla="*/ 1012 w 42"/>
                  <a:gd name="T7" fmla="*/ 0 h 29"/>
                  <a:gd name="T8" fmla="*/ 1076 w 42"/>
                  <a:gd name="T9" fmla="*/ 156 h 29"/>
                  <a:gd name="T10" fmla="*/ 1159 w 42"/>
                  <a:gd name="T11" fmla="*/ 337 h 29"/>
                  <a:gd name="T12" fmla="*/ 1159 w 42"/>
                  <a:gd name="T13" fmla="*/ 337 h 29"/>
                  <a:gd name="T14" fmla="*/ 271 w 42"/>
                  <a:gd name="T15" fmla="*/ 1214 h 29"/>
                  <a:gd name="T16" fmla="*/ 156 w 42"/>
                  <a:gd name="T17" fmla="*/ 916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29">
                    <a:moveTo>
                      <a:pt x="6" y="22"/>
                    </a:moveTo>
                    <a:cubicBezTo>
                      <a:pt x="4" y="19"/>
                      <a:pt x="2" y="17"/>
                      <a:pt x="0" y="15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8" y="2"/>
                      <a:pt x="38" y="3"/>
                      <a:pt x="39" y="4"/>
                    </a:cubicBezTo>
                    <a:cubicBezTo>
                      <a:pt x="40" y="5"/>
                      <a:pt x="41" y="7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9" y="27"/>
                      <a:pt x="7" y="24"/>
                      <a:pt x="6" y="2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6" name="Freeform 1734">
                <a:extLst>
                  <a:ext uri="{FF2B5EF4-FFF2-40B4-BE49-F238E27FC236}">
                    <a16:creationId xmlns:a16="http://schemas.microsoft.com/office/drawing/2014/main" id="{621E7324-0C0F-4A5C-8101-EEAC479EC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3036"/>
                <a:ext cx="192" cy="167"/>
              </a:xfrm>
              <a:custGeom>
                <a:avLst/>
                <a:gdLst>
                  <a:gd name="T0" fmla="*/ 307 w 110"/>
                  <a:gd name="T1" fmla="*/ 3062 h 90"/>
                  <a:gd name="T2" fmla="*/ 2089 w 110"/>
                  <a:gd name="T3" fmla="*/ 2978 h 90"/>
                  <a:gd name="T4" fmla="*/ 2831 w 110"/>
                  <a:gd name="T5" fmla="*/ 612 h 90"/>
                  <a:gd name="T6" fmla="*/ 1047 w 110"/>
                  <a:gd name="T7" fmla="*/ 696 h 90"/>
                  <a:gd name="T8" fmla="*/ 307 w 110"/>
                  <a:gd name="T9" fmla="*/ 3062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90">
                    <a:moveTo>
                      <a:pt x="11" y="75"/>
                    </a:moveTo>
                    <a:cubicBezTo>
                      <a:pt x="21" y="90"/>
                      <a:pt x="49" y="89"/>
                      <a:pt x="74" y="73"/>
                    </a:cubicBezTo>
                    <a:cubicBezTo>
                      <a:pt x="98" y="56"/>
                      <a:pt x="110" y="31"/>
                      <a:pt x="100" y="15"/>
                    </a:cubicBezTo>
                    <a:cubicBezTo>
                      <a:pt x="89" y="0"/>
                      <a:pt x="61" y="1"/>
                      <a:pt x="37" y="17"/>
                    </a:cubicBezTo>
                    <a:cubicBezTo>
                      <a:pt x="12" y="34"/>
                      <a:pt x="0" y="59"/>
                      <a:pt x="11" y="7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7" name="Freeform 1735">
                <a:extLst>
                  <a:ext uri="{FF2B5EF4-FFF2-40B4-BE49-F238E27FC236}">
                    <a16:creationId xmlns:a16="http://schemas.microsoft.com/office/drawing/2014/main" id="{CCF59837-50FE-462D-9C74-80651453E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997"/>
                <a:ext cx="64" cy="81"/>
              </a:xfrm>
              <a:custGeom>
                <a:avLst/>
                <a:gdLst>
                  <a:gd name="T0" fmla="*/ 808 w 37"/>
                  <a:gd name="T1" fmla="*/ 1478 h 44"/>
                  <a:gd name="T2" fmla="*/ 993 w 37"/>
                  <a:gd name="T3" fmla="*/ 1335 h 44"/>
                  <a:gd name="T4" fmla="*/ 377 w 37"/>
                  <a:gd name="T5" fmla="*/ 0 h 44"/>
                  <a:gd name="T6" fmla="*/ 377 w 37"/>
                  <a:gd name="T7" fmla="*/ 0 h 44"/>
                  <a:gd name="T8" fmla="*/ 185 w 37"/>
                  <a:gd name="T9" fmla="*/ 193 h 44"/>
                  <a:gd name="T10" fmla="*/ 0 w 37"/>
                  <a:gd name="T11" fmla="*/ 355 h 44"/>
                  <a:gd name="T12" fmla="*/ 0 w 37"/>
                  <a:gd name="T13" fmla="*/ 379 h 44"/>
                  <a:gd name="T14" fmla="*/ 616 w 37"/>
                  <a:gd name="T15" fmla="*/ 1708 h 44"/>
                  <a:gd name="T16" fmla="*/ 808 w 37"/>
                  <a:gd name="T17" fmla="*/ 1478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4">
                    <a:moveTo>
                      <a:pt x="30" y="38"/>
                    </a:moveTo>
                    <a:cubicBezTo>
                      <a:pt x="32" y="37"/>
                      <a:pt x="35" y="35"/>
                      <a:pt x="37" y="3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1"/>
                      <a:pt x="10" y="3"/>
                      <a:pt x="7" y="5"/>
                    </a:cubicBezTo>
                    <a:cubicBezTo>
                      <a:pt x="5" y="6"/>
                      <a:pt x="2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5" y="42"/>
                      <a:pt x="27" y="40"/>
                      <a:pt x="30" y="3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8" name="Freeform 1736">
                <a:extLst>
                  <a:ext uri="{FF2B5EF4-FFF2-40B4-BE49-F238E27FC236}">
                    <a16:creationId xmlns:a16="http://schemas.microsoft.com/office/drawing/2014/main" id="{6B7AE80E-A8CA-4A8E-8AA8-3E5EBA452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1651"/>
                <a:ext cx="190" cy="168"/>
              </a:xfrm>
              <a:custGeom>
                <a:avLst/>
                <a:gdLst>
                  <a:gd name="T0" fmla="*/ 277 w 109"/>
                  <a:gd name="T1" fmla="*/ 3136 h 90"/>
                  <a:gd name="T2" fmla="*/ 1018 w 109"/>
                  <a:gd name="T3" fmla="*/ 728 h 90"/>
                  <a:gd name="T4" fmla="*/ 2786 w 109"/>
                  <a:gd name="T5" fmla="*/ 631 h 90"/>
                  <a:gd name="T6" fmla="*/ 2039 w 109"/>
                  <a:gd name="T7" fmla="*/ 3039 h 90"/>
                  <a:gd name="T8" fmla="*/ 277 w 109"/>
                  <a:gd name="T9" fmla="*/ 3136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90">
                    <a:moveTo>
                      <a:pt x="10" y="74"/>
                    </a:moveTo>
                    <a:cubicBezTo>
                      <a:pt x="0" y="59"/>
                      <a:pt x="11" y="33"/>
                      <a:pt x="36" y="17"/>
                    </a:cubicBezTo>
                    <a:cubicBezTo>
                      <a:pt x="60" y="1"/>
                      <a:pt x="89" y="0"/>
                      <a:pt x="99" y="15"/>
                    </a:cubicBezTo>
                    <a:cubicBezTo>
                      <a:pt x="109" y="30"/>
                      <a:pt x="97" y="56"/>
                      <a:pt x="73" y="72"/>
                    </a:cubicBezTo>
                    <a:cubicBezTo>
                      <a:pt x="48" y="89"/>
                      <a:pt x="20" y="90"/>
                      <a:pt x="10" y="7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9" name="Freeform 1737">
                <a:extLst>
                  <a:ext uri="{FF2B5EF4-FFF2-40B4-BE49-F238E27FC236}">
                    <a16:creationId xmlns:a16="http://schemas.microsoft.com/office/drawing/2014/main" id="{79B4BC6C-A7A3-4C00-9916-B9B979C21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776"/>
                <a:ext cx="66" cy="82"/>
              </a:xfrm>
              <a:custGeom>
                <a:avLst/>
                <a:gdLst>
                  <a:gd name="T0" fmla="*/ 221 w 38"/>
                  <a:gd name="T1" fmla="*/ 209 h 44"/>
                  <a:gd name="T2" fmla="*/ 406 w 38"/>
                  <a:gd name="T3" fmla="*/ 0 h 44"/>
                  <a:gd name="T4" fmla="*/ 1047 w 38"/>
                  <a:gd name="T5" fmla="*/ 1411 h 44"/>
                  <a:gd name="T6" fmla="*/ 1047 w 38"/>
                  <a:gd name="T7" fmla="*/ 1411 h 44"/>
                  <a:gd name="T8" fmla="*/ 818 w 38"/>
                  <a:gd name="T9" fmla="*/ 1640 h 44"/>
                  <a:gd name="T10" fmla="*/ 627 w 38"/>
                  <a:gd name="T11" fmla="*/ 1845 h 44"/>
                  <a:gd name="T12" fmla="*/ 627 w 38"/>
                  <a:gd name="T13" fmla="*/ 1845 h 44"/>
                  <a:gd name="T14" fmla="*/ 0 w 38"/>
                  <a:gd name="T15" fmla="*/ 421 h 44"/>
                  <a:gd name="T16" fmla="*/ 221 w 38"/>
                  <a:gd name="T17" fmla="*/ 209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4">
                    <a:moveTo>
                      <a:pt x="8" y="5"/>
                    </a:moveTo>
                    <a:cubicBezTo>
                      <a:pt x="10" y="4"/>
                      <a:pt x="13" y="2"/>
                      <a:pt x="15" y="0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5" y="36"/>
                      <a:pt x="33" y="37"/>
                      <a:pt x="30" y="39"/>
                    </a:cubicBezTo>
                    <a:cubicBezTo>
                      <a:pt x="28" y="41"/>
                      <a:pt x="25" y="42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8"/>
                      <a:pt x="5" y="7"/>
                      <a:pt x="8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0" name="Freeform 1738">
                <a:extLst>
                  <a:ext uri="{FF2B5EF4-FFF2-40B4-BE49-F238E27FC236}">
                    <a16:creationId xmlns:a16="http://schemas.microsoft.com/office/drawing/2014/main" id="{61C741F5-DA28-4C5D-A9A5-93A2C1CE5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610"/>
                <a:ext cx="195" cy="155"/>
              </a:xfrm>
              <a:custGeom>
                <a:avLst/>
                <a:gdLst>
                  <a:gd name="T0" fmla="*/ 2928 w 112"/>
                  <a:gd name="T1" fmla="*/ 885 h 83"/>
                  <a:gd name="T2" fmla="*/ 1203 w 112"/>
                  <a:gd name="T3" fmla="*/ 474 h 83"/>
                  <a:gd name="T4" fmla="*/ 193 w 112"/>
                  <a:gd name="T5" fmla="*/ 2637 h 83"/>
                  <a:gd name="T6" fmla="*/ 1922 w 112"/>
                  <a:gd name="T7" fmla="*/ 3040 h 83"/>
                  <a:gd name="T8" fmla="*/ 2928 w 112"/>
                  <a:gd name="T9" fmla="*/ 885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3">
                    <a:moveTo>
                      <a:pt x="105" y="21"/>
                    </a:moveTo>
                    <a:cubicBezTo>
                      <a:pt x="98" y="4"/>
                      <a:pt x="71" y="0"/>
                      <a:pt x="43" y="11"/>
                    </a:cubicBezTo>
                    <a:cubicBezTo>
                      <a:pt x="16" y="22"/>
                      <a:pt x="0" y="45"/>
                      <a:pt x="7" y="62"/>
                    </a:cubicBezTo>
                    <a:cubicBezTo>
                      <a:pt x="14" y="79"/>
                      <a:pt x="42" y="83"/>
                      <a:pt x="69" y="72"/>
                    </a:cubicBezTo>
                    <a:cubicBezTo>
                      <a:pt x="96" y="61"/>
                      <a:pt x="112" y="38"/>
                      <a:pt x="105" y="21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1" name="Freeform 1739">
                <a:extLst>
                  <a:ext uri="{FF2B5EF4-FFF2-40B4-BE49-F238E27FC236}">
                    <a16:creationId xmlns:a16="http://schemas.microsoft.com/office/drawing/2014/main" id="{785C614C-6831-47E4-A0C0-9165DFCF0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737"/>
                <a:ext cx="49" cy="83"/>
              </a:xfrm>
              <a:custGeom>
                <a:avLst/>
                <a:gdLst>
                  <a:gd name="T0" fmla="*/ 613 w 28"/>
                  <a:gd name="T1" fmla="*/ 1725 h 45"/>
                  <a:gd name="T2" fmla="*/ 772 w 28"/>
                  <a:gd name="T3" fmla="*/ 1450 h 45"/>
                  <a:gd name="T4" fmla="*/ 499 w 28"/>
                  <a:gd name="T5" fmla="*/ 0 h 45"/>
                  <a:gd name="T6" fmla="*/ 264 w 28"/>
                  <a:gd name="T7" fmla="*/ 149 h 45"/>
                  <a:gd name="T8" fmla="*/ 0 w 28"/>
                  <a:gd name="T9" fmla="*/ 275 h 45"/>
                  <a:gd name="T10" fmla="*/ 613 w 28"/>
                  <a:gd name="T11" fmla="*/ 1725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5">
                    <a:moveTo>
                      <a:pt x="21" y="44"/>
                    </a:moveTo>
                    <a:cubicBezTo>
                      <a:pt x="23" y="42"/>
                      <a:pt x="25" y="40"/>
                      <a:pt x="27" y="37"/>
                    </a:cubicBezTo>
                    <a:cubicBezTo>
                      <a:pt x="28" y="36"/>
                      <a:pt x="17" y="0"/>
                      <a:pt x="17" y="0"/>
                    </a:cubicBezTo>
                    <a:cubicBezTo>
                      <a:pt x="14" y="2"/>
                      <a:pt x="11" y="3"/>
                      <a:pt x="9" y="4"/>
                    </a:cubicBezTo>
                    <a:cubicBezTo>
                      <a:pt x="6" y="5"/>
                      <a:pt x="3" y="6"/>
                      <a:pt x="0" y="7"/>
                    </a:cubicBezTo>
                    <a:cubicBezTo>
                      <a:pt x="0" y="7"/>
                      <a:pt x="20" y="45"/>
                      <a:pt x="21" y="44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2" name="Freeform 1740">
                <a:extLst>
                  <a:ext uri="{FF2B5EF4-FFF2-40B4-BE49-F238E27FC236}">
                    <a16:creationId xmlns:a16="http://schemas.microsoft.com/office/drawing/2014/main" id="{564E66DA-63D6-48AA-AB8C-3304468BF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3088"/>
                <a:ext cx="193" cy="156"/>
              </a:xfrm>
              <a:custGeom>
                <a:avLst/>
                <a:gdLst>
                  <a:gd name="T0" fmla="*/ 2881 w 111"/>
                  <a:gd name="T1" fmla="*/ 904 h 84"/>
                  <a:gd name="T2" fmla="*/ 1871 w 111"/>
                  <a:gd name="T3" fmla="*/ 2958 h 84"/>
                  <a:gd name="T4" fmla="*/ 156 w 111"/>
                  <a:gd name="T5" fmla="*/ 2542 h 84"/>
                  <a:gd name="T6" fmla="*/ 1188 w 111"/>
                  <a:gd name="T7" fmla="*/ 487 h 84"/>
                  <a:gd name="T8" fmla="*/ 2881 w 111"/>
                  <a:gd name="T9" fmla="*/ 90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84">
                    <a:moveTo>
                      <a:pt x="104" y="22"/>
                    </a:moveTo>
                    <a:cubicBezTo>
                      <a:pt x="111" y="39"/>
                      <a:pt x="95" y="61"/>
                      <a:pt x="68" y="72"/>
                    </a:cubicBezTo>
                    <a:cubicBezTo>
                      <a:pt x="41" y="84"/>
                      <a:pt x="13" y="79"/>
                      <a:pt x="6" y="62"/>
                    </a:cubicBezTo>
                    <a:cubicBezTo>
                      <a:pt x="0" y="46"/>
                      <a:pt x="16" y="23"/>
                      <a:pt x="43" y="12"/>
                    </a:cubicBezTo>
                    <a:cubicBezTo>
                      <a:pt x="70" y="0"/>
                      <a:pt x="97" y="5"/>
                      <a:pt x="104" y="22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3" name="Freeform 1741">
                <a:extLst>
                  <a:ext uri="{FF2B5EF4-FFF2-40B4-BE49-F238E27FC236}">
                    <a16:creationId xmlns:a16="http://schemas.microsoft.com/office/drawing/2014/main" id="{FFE68009-E62B-4311-92E4-5441D3DB1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3032"/>
                <a:ext cx="49" cy="84"/>
              </a:xfrm>
              <a:custGeom>
                <a:avLst/>
                <a:gdLst>
                  <a:gd name="T0" fmla="*/ 236 w 28"/>
                  <a:gd name="T1" fmla="*/ 84 h 45"/>
                  <a:gd name="T2" fmla="*/ 37 w 28"/>
                  <a:gd name="T3" fmla="*/ 390 h 45"/>
                  <a:gd name="T4" fmla="*/ 350 w 28"/>
                  <a:gd name="T5" fmla="*/ 1906 h 45"/>
                  <a:gd name="T6" fmla="*/ 572 w 28"/>
                  <a:gd name="T7" fmla="*/ 1777 h 45"/>
                  <a:gd name="T8" fmla="*/ 809 w 28"/>
                  <a:gd name="T9" fmla="*/ 1652 h 45"/>
                  <a:gd name="T10" fmla="*/ 236 w 28"/>
                  <a:gd name="T11" fmla="*/ 84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5">
                    <a:moveTo>
                      <a:pt x="8" y="2"/>
                    </a:moveTo>
                    <a:cubicBezTo>
                      <a:pt x="6" y="4"/>
                      <a:pt x="3" y="6"/>
                      <a:pt x="1" y="9"/>
                    </a:cubicBezTo>
                    <a:cubicBezTo>
                      <a:pt x="0" y="10"/>
                      <a:pt x="12" y="45"/>
                      <a:pt x="12" y="45"/>
                    </a:cubicBezTo>
                    <a:cubicBezTo>
                      <a:pt x="14" y="44"/>
                      <a:pt x="17" y="43"/>
                      <a:pt x="20" y="42"/>
                    </a:cubicBezTo>
                    <a:cubicBezTo>
                      <a:pt x="23" y="41"/>
                      <a:pt x="25" y="40"/>
                      <a:pt x="28" y="39"/>
                    </a:cubicBezTo>
                    <a:cubicBezTo>
                      <a:pt x="28" y="39"/>
                      <a:pt x="9" y="0"/>
                      <a:pt x="8" y="2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4" name="Freeform 1742">
                <a:extLst>
                  <a:ext uri="{FF2B5EF4-FFF2-40B4-BE49-F238E27FC236}">
                    <a16:creationId xmlns:a16="http://schemas.microsoft.com/office/drawing/2014/main" id="{40D3035B-70C3-4D14-BF72-AB47AD5A0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029"/>
                <a:ext cx="145" cy="208"/>
              </a:xfrm>
              <a:custGeom>
                <a:avLst/>
                <a:gdLst>
                  <a:gd name="T0" fmla="*/ 1761 w 83"/>
                  <a:gd name="T1" fmla="*/ 4305 h 112"/>
                  <a:gd name="T2" fmla="*/ 2047 w 83"/>
                  <a:gd name="T3" fmla="*/ 1774 h 112"/>
                  <a:gd name="T4" fmla="*/ 608 w 83"/>
                  <a:gd name="T5" fmla="*/ 290 h 112"/>
                  <a:gd name="T6" fmla="*/ 307 w 83"/>
                  <a:gd name="T7" fmla="*/ 2788 h 112"/>
                  <a:gd name="T8" fmla="*/ 1761 w 83"/>
                  <a:gd name="T9" fmla="*/ 43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62" y="105"/>
                    </a:moveTo>
                    <a:cubicBezTo>
                      <a:pt x="79" y="98"/>
                      <a:pt x="83" y="70"/>
                      <a:pt x="72" y="43"/>
                    </a:cubicBezTo>
                    <a:cubicBezTo>
                      <a:pt x="61" y="16"/>
                      <a:pt x="38" y="0"/>
                      <a:pt x="21" y="7"/>
                    </a:cubicBezTo>
                    <a:cubicBezTo>
                      <a:pt x="5" y="14"/>
                      <a:pt x="0" y="41"/>
                      <a:pt x="11" y="68"/>
                    </a:cubicBezTo>
                    <a:cubicBezTo>
                      <a:pt x="22" y="95"/>
                      <a:pt x="45" y="112"/>
                      <a:pt x="62" y="105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5" name="Freeform 1743">
                <a:extLst>
                  <a:ext uri="{FF2B5EF4-FFF2-40B4-BE49-F238E27FC236}">
                    <a16:creationId xmlns:a16="http://schemas.microsoft.com/office/drawing/2014/main" id="{E1906217-107E-471D-AA7B-A32DE25E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140"/>
                <a:ext cx="125" cy="78"/>
              </a:xfrm>
              <a:custGeom>
                <a:avLst/>
                <a:gdLst>
                  <a:gd name="T0" fmla="*/ 0 w 72"/>
                  <a:gd name="T1" fmla="*/ 1287 h 42"/>
                  <a:gd name="T2" fmla="*/ 49 w 72"/>
                  <a:gd name="T3" fmla="*/ 1679 h 42"/>
                  <a:gd name="T4" fmla="*/ 1974 w 72"/>
                  <a:gd name="T5" fmla="*/ 665 h 42"/>
                  <a:gd name="T6" fmla="*/ 1863 w 72"/>
                  <a:gd name="T7" fmla="*/ 334 h 42"/>
                  <a:gd name="T8" fmla="*/ 1778 w 72"/>
                  <a:gd name="T9" fmla="*/ 0 h 42"/>
                  <a:gd name="T10" fmla="*/ 0 w 72"/>
                  <a:gd name="T11" fmla="*/ 128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42">
                    <a:moveTo>
                      <a:pt x="0" y="31"/>
                    </a:moveTo>
                    <a:cubicBezTo>
                      <a:pt x="1" y="34"/>
                      <a:pt x="2" y="37"/>
                      <a:pt x="2" y="41"/>
                    </a:cubicBezTo>
                    <a:cubicBezTo>
                      <a:pt x="2" y="42"/>
                      <a:pt x="72" y="16"/>
                      <a:pt x="72" y="16"/>
                    </a:cubicBezTo>
                    <a:cubicBezTo>
                      <a:pt x="71" y="14"/>
                      <a:pt x="69" y="11"/>
                      <a:pt x="68" y="8"/>
                    </a:cubicBezTo>
                    <a:cubicBezTo>
                      <a:pt x="67" y="6"/>
                      <a:pt x="66" y="3"/>
                      <a:pt x="65" y="0"/>
                    </a:cubicBezTo>
                    <a:cubicBezTo>
                      <a:pt x="65" y="0"/>
                      <a:pt x="0" y="30"/>
                      <a:pt x="0" y="3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6" name="Freeform 1744">
                <a:extLst>
                  <a:ext uri="{FF2B5EF4-FFF2-40B4-BE49-F238E27FC236}">
                    <a16:creationId xmlns:a16="http://schemas.microsoft.com/office/drawing/2014/main" id="{E8F0AA8E-4E02-4C2A-BEEA-002A9CD2D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2618"/>
                <a:ext cx="145" cy="208"/>
              </a:xfrm>
              <a:custGeom>
                <a:avLst/>
                <a:gdLst>
                  <a:gd name="T0" fmla="*/ 1743 w 83"/>
                  <a:gd name="T1" fmla="*/ 4305 h 112"/>
                  <a:gd name="T2" fmla="*/ 307 w 83"/>
                  <a:gd name="T3" fmla="*/ 2832 h 112"/>
                  <a:gd name="T4" fmla="*/ 608 w 83"/>
                  <a:gd name="T5" fmla="*/ 290 h 112"/>
                  <a:gd name="T6" fmla="*/ 2047 w 83"/>
                  <a:gd name="T7" fmla="*/ 1774 h 112"/>
                  <a:gd name="T8" fmla="*/ 1743 w 83"/>
                  <a:gd name="T9" fmla="*/ 43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61" y="105"/>
                    </a:moveTo>
                    <a:cubicBezTo>
                      <a:pt x="45" y="112"/>
                      <a:pt x="22" y="96"/>
                      <a:pt x="11" y="69"/>
                    </a:cubicBezTo>
                    <a:cubicBezTo>
                      <a:pt x="0" y="42"/>
                      <a:pt x="4" y="14"/>
                      <a:pt x="21" y="7"/>
                    </a:cubicBezTo>
                    <a:cubicBezTo>
                      <a:pt x="38" y="0"/>
                      <a:pt x="60" y="16"/>
                      <a:pt x="72" y="43"/>
                    </a:cubicBezTo>
                    <a:cubicBezTo>
                      <a:pt x="83" y="70"/>
                      <a:pt x="78" y="98"/>
                      <a:pt x="61" y="105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7" name="Freeform 1745">
                <a:extLst>
                  <a:ext uri="{FF2B5EF4-FFF2-40B4-BE49-F238E27FC236}">
                    <a16:creationId xmlns:a16="http://schemas.microsoft.com/office/drawing/2014/main" id="{6FE14C79-81DD-42D9-BB7B-51E008084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638"/>
                <a:ext cx="121" cy="76"/>
              </a:xfrm>
              <a:custGeom>
                <a:avLst/>
                <a:gdLst>
                  <a:gd name="T0" fmla="*/ 2004 w 69"/>
                  <a:gd name="T1" fmla="*/ 439 h 41"/>
                  <a:gd name="T2" fmla="*/ 1938 w 69"/>
                  <a:gd name="T3" fmla="*/ 44 h 41"/>
                  <a:gd name="T4" fmla="*/ 0 w 69"/>
                  <a:gd name="T5" fmla="*/ 969 h 41"/>
                  <a:gd name="T6" fmla="*/ 114 w 69"/>
                  <a:gd name="T7" fmla="*/ 1285 h 41"/>
                  <a:gd name="T8" fmla="*/ 179 w 69"/>
                  <a:gd name="T9" fmla="*/ 1663 h 41"/>
                  <a:gd name="T10" fmla="*/ 2004 w 69"/>
                  <a:gd name="T11" fmla="*/ 439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41">
                    <a:moveTo>
                      <a:pt x="69" y="11"/>
                    </a:moveTo>
                    <a:cubicBezTo>
                      <a:pt x="68" y="8"/>
                      <a:pt x="67" y="4"/>
                      <a:pt x="67" y="1"/>
                    </a:cubicBezTo>
                    <a:cubicBezTo>
                      <a:pt x="67" y="0"/>
                      <a:pt x="0" y="24"/>
                      <a:pt x="0" y="24"/>
                    </a:cubicBezTo>
                    <a:cubicBezTo>
                      <a:pt x="1" y="27"/>
                      <a:pt x="2" y="30"/>
                      <a:pt x="4" y="32"/>
                    </a:cubicBezTo>
                    <a:cubicBezTo>
                      <a:pt x="5" y="35"/>
                      <a:pt x="6" y="38"/>
                      <a:pt x="6" y="41"/>
                    </a:cubicBezTo>
                    <a:cubicBezTo>
                      <a:pt x="6" y="41"/>
                      <a:pt x="69" y="12"/>
                      <a:pt x="69" y="1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8" name="Freeform 1746">
                <a:extLst>
                  <a:ext uri="{FF2B5EF4-FFF2-40B4-BE49-F238E27FC236}">
                    <a16:creationId xmlns:a16="http://schemas.microsoft.com/office/drawing/2014/main" id="{965C10C4-5037-4412-8C4F-184D13980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1612"/>
                <a:ext cx="195" cy="154"/>
              </a:xfrm>
              <a:custGeom>
                <a:avLst/>
                <a:gdLst>
                  <a:gd name="T0" fmla="*/ 2928 w 112"/>
                  <a:gd name="T1" fmla="*/ 2523 h 83"/>
                  <a:gd name="T2" fmla="*/ 1922 w 112"/>
                  <a:gd name="T3" fmla="*/ 440 h 83"/>
                  <a:gd name="T4" fmla="*/ 193 w 112"/>
                  <a:gd name="T5" fmla="*/ 902 h 83"/>
                  <a:gd name="T6" fmla="*/ 1231 w 112"/>
                  <a:gd name="T7" fmla="*/ 2950 h 83"/>
                  <a:gd name="T8" fmla="*/ 2928 w 112"/>
                  <a:gd name="T9" fmla="*/ 252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3">
                    <a:moveTo>
                      <a:pt x="105" y="62"/>
                    </a:moveTo>
                    <a:cubicBezTo>
                      <a:pt x="112" y="45"/>
                      <a:pt x="96" y="23"/>
                      <a:pt x="69" y="11"/>
                    </a:cubicBezTo>
                    <a:cubicBezTo>
                      <a:pt x="42" y="0"/>
                      <a:pt x="14" y="5"/>
                      <a:pt x="7" y="22"/>
                    </a:cubicBezTo>
                    <a:cubicBezTo>
                      <a:pt x="0" y="38"/>
                      <a:pt x="17" y="61"/>
                      <a:pt x="44" y="72"/>
                    </a:cubicBezTo>
                    <a:cubicBezTo>
                      <a:pt x="71" y="83"/>
                      <a:pt x="98" y="79"/>
                      <a:pt x="105" y="62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9" name="Freeform 1747">
                <a:extLst>
                  <a:ext uri="{FF2B5EF4-FFF2-40B4-BE49-F238E27FC236}">
                    <a16:creationId xmlns:a16="http://schemas.microsoft.com/office/drawing/2014/main" id="{A1EBB7D9-50AA-4BDA-A8AF-B074D9FAB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739"/>
                <a:ext cx="49" cy="81"/>
              </a:xfrm>
              <a:custGeom>
                <a:avLst/>
                <a:gdLst>
                  <a:gd name="T0" fmla="*/ 37 w 28"/>
                  <a:gd name="T1" fmla="*/ 1353 h 44"/>
                  <a:gd name="T2" fmla="*/ 264 w 28"/>
                  <a:gd name="T3" fmla="*/ 1668 h 44"/>
                  <a:gd name="T4" fmla="*/ 809 w 28"/>
                  <a:gd name="T5" fmla="*/ 274 h 44"/>
                  <a:gd name="T6" fmla="*/ 572 w 28"/>
                  <a:gd name="T7" fmla="*/ 149 h 44"/>
                  <a:gd name="T8" fmla="*/ 350 w 28"/>
                  <a:gd name="T9" fmla="*/ 0 h 44"/>
                  <a:gd name="T10" fmla="*/ 37 w 28"/>
                  <a:gd name="T11" fmla="*/ 1353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4">
                    <a:moveTo>
                      <a:pt x="1" y="35"/>
                    </a:moveTo>
                    <a:cubicBezTo>
                      <a:pt x="4" y="38"/>
                      <a:pt x="7" y="40"/>
                      <a:pt x="9" y="43"/>
                    </a:cubicBezTo>
                    <a:cubicBezTo>
                      <a:pt x="10" y="44"/>
                      <a:pt x="28" y="7"/>
                      <a:pt x="28" y="7"/>
                    </a:cubicBezTo>
                    <a:cubicBezTo>
                      <a:pt x="25" y="6"/>
                      <a:pt x="22" y="5"/>
                      <a:pt x="20" y="4"/>
                    </a:cubicBezTo>
                    <a:cubicBezTo>
                      <a:pt x="17" y="3"/>
                      <a:pt x="14" y="2"/>
                      <a:pt x="12" y="0"/>
                    </a:cubicBezTo>
                    <a:cubicBezTo>
                      <a:pt x="12" y="0"/>
                      <a:pt x="0" y="34"/>
                      <a:pt x="1" y="35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0" name="Freeform 1748">
                <a:extLst>
                  <a:ext uri="{FF2B5EF4-FFF2-40B4-BE49-F238E27FC236}">
                    <a16:creationId xmlns:a16="http://schemas.microsoft.com/office/drawing/2014/main" id="{71CB7D4F-9463-4F59-9CAD-95D411A80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3086"/>
                <a:ext cx="195" cy="154"/>
              </a:xfrm>
              <a:custGeom>
                <a:avLst/>
                <a:gdLst>
                  <a:gd name="T0" fmla="*/ 2928 w 112"/>
                  <a:gd name="T1" fmla="*/ 2523 h 83"/>
                  <a:gd name="T2" fmla="*/ 1231 w 112"/>
                  <a:gd name="T3" fmla="*/ 2950 h 83"/>
                  <a:gd name="T4" fmla="*/ 193 w 112"/>
                  <a:gd name="T5" fmla="*/ 857 h 83"/>
                  <a:gd name="T6" fmla="*/ 1922 w 112"/>
                  <a:gd name="T7" fmla="*/ 440 h 83"/>
                  <a:gd name="T8" fmla="*/ 2928 w 112"/>
                  <a:gd name="T9" fmla="*/ 252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3">
                    <a:moveTo>
                      <a:pt x="105" y="62"/>
                    </a:moveTo>
                    <a:cubicBezTo>
                      <a:pt x="98" y="79"/>
                      <a:pt x="71" y="83"/>
                      <a:pt x="44" y="72"/>
                    </a:cubicBezTo>
                    <a:cubicBezTo>
                      <a:pt x="17" y="61"/>
                      <a:pt x="0" y="38"/>
                      <a:pt x="7" y="21"/>
                    </a:cubicBezTo>
                    <a:cubicBezTo>
                      <a:pt x="14" y="5"/>
                      <a:pt x="42" y="0"/>
                      <a:pt x="69" y="11"/>
                    </a:cubicBezTo>
                    <a:cubicBezTo>
                      <a:pt x="96" y="23"/>
                      <a:pt x="112" y="45"/>
                      <a:pt x="105" y="62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1" name="Freeform 1749">
                <a:extLst>
                  <a:ext uri="{FF2B5EF4-FFF2-40B4-BE49-F238E27FC236}">
                    <a16:creationId xmlns:a16="http://schemas.microsoft.com/office/drawing/2014/main" id="{1D3705AE-95FA-49C8-98F6-277ABED11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3034"/>
                <a:ext cx="47" cy="80"/>
              </a:xfrm>
              <a:custGeom>
                <a:avLst/>
                <a:gdLst>
                  <a:gd name="T0" fmla="*/ 719 w 27"/>
                  <a:gd name="T1" fmla="*/ 335 h 43"/>
                  <a:gd name="T2" fmla="*/ 520 w 27"/>
                  <a:gd name="T3" fmla="*/ 45 h 43"/>
                  <a:gd name="T4" fmla="*/ 0 w 27"/>
                  <a:gd name="T5" fmla="*/ 1500 h 43"/>
                  <a:gd name="T6" fmla="*/ 221 w 27"/>
                  <a:gd name="T7" fmla="*/ 1630 h 43"/>
                  <a:gd name="T8" fmla="*/ 449 w 27"/>
                  <a:gd name="T9" fmla="*/ 1782 h 43"/>
                  <a:gd name="T10" fmla="*/ 719 w 27"/>
                  <a:gd name="T11" fmla="*/ 335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3">
                    <a:moveTo>
                      <a:pt x="26" y="8"/>
                    </a:moveTo>
                    <a:cubicBezTo>
                      <a:pt x="24" y="6"/>
                      <a:pt x="21" y="4"/>
                      <a:pt x="19" y="1"/>
                    </a:cubicBezTo>
                    <a:cubicBezTo>
                      <a:pt x="18" y="0"/>
                      <a:pt x="0" y="36"/>
                      <a:pt x="0" y="36"/>
                    </a:cubicBezTo>
                    <a:cubicBezTo>
                      <a:pt x="2" y="37"/>
                      <a:pt x="5" y="38"/>
                      <a:pt x="8" y="39"/>
                    </a:cubicBezTo>
                    <a:cubicBezTo>
                      <a:pt x="11" y="40"/>
                      <a:pt x="13" y="42"/>
                      <a:pt x="16" y="43"/>
                    </a:cubicBezTo>
                    <a:cubicBezTo>
                      <a:pt x="16" y="43"/>
                      <a:pt x="27" y="9"/>
                      <a:pt x="26" y="8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2" name="Freeform 1750">
                <a:extLst>
                  <a:ext uri="{FF2B5EF4-FFF2-40B4-BE49-F238E27FC236}">
                    <a16:creationId xmlns:a16="http://schemas.microsoft.com/office/drawing/2014/main" id="{EBA837E6-F722-445A-9C9B-4CF88642C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627"/>
                <a:ext cx="145" cy="208"/>
              </a:xfrm>
              <a:custGeom>
                <a:avLst/>
                <a:gdLst>
                  <a:gd name="T0" fmla="*/ 608 w 83"/>
                  <a:gd name="T1" fmla="*/ 4305 h 112"/>
                  <a:gd name="T2" fmla="*/ 2047 w 83"/>
                  <a:gd name="T3" fmla="*/ 2832 h 112"/>
                  <a:gd name="T4" fmla="*/ 1761 w 83"/>
                  <a:gd name="T5" fmla="*/ 290 h 112"/>
                  <a:gd name="T6" fmla="*/ 307 w 83"/>
                  <a:gd name="T7" fmla="*/ 1807 h 112"/>
                  <a:gd name="T8" fmla="*/ 608 w 83"/>
                  <a:gd name="T9" fmla="*/ 43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21" y="105"/>
                    </a:moveTo>
                    <a:cubicBezTo>
                      <a:pt x="38" y="112"/>
                      <a:pt x="61" y="96"/>
                      <a:pt x="72" y="69"/>
                    </a:cubicBezTo>
                    <a:cubicBezTo>
                      <a:pt x="83" y="42"/>
                      <a:pt x="79" y="14"/>
                      <a:pt x="62" y="7"/>
                    </a:cubicBezTo>
                    <a:cubicBezTo>
                      <a:pt x="45" y="0"/>
                      <a:pt x="22" y="17"/>
                      <a:pt x="11" y="44"/>
                    </a:cubicBezTo>
                    <a:cubicBezTo>
                      <a:pt x="0" y="71"/>
                      <a:pt x="5" y="98"/>
                      <a:pt x="21" y="105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3" name="Freeform 1751">
                <a:extLst>
                  <a:ext uri="{FF2B5EF4-FFF2-40B4-BE49-F238E27FC236}">
                    <a16:creationId xmlns:a16="http://schemas.microsoft.com/office/drawing/2014/main" id="{7BD91DEA-B3CE-49CA-B0F9-2AB77B0BF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649"/>
                <a:ext cx="96" cy="177"/>
              </a:xfrm>
              <a:custGeom>
                <a:avLst/>
                <a:gdLst>
                  <a:gd name="T0" fmla="*/ 1133 w 55"/>
                  <a:gd name="T1" fmla="*/ 0 h 95"/>
                  <a:gd name="T2" fmla="*/ 1169 w 55"/>
                  <a:gd name="T3" fmla="*/ 2219 h 95"/>
                  <a:gd name="T4" fmla="*/ 0 w 55"/>
                  <a:gd name="T5" fmla="*/ 3724 h 95"/>
                  <a:gd name="T6" fmla="*/ 28 w 55"/>
                  <a:gd name="T7" fmla="*/ 3724 h 95"/>
                  <a:gd name="T8" fmla="*/ 1283 w 55"/>
                  <a:gd name="T9" fmla="*/ 2292 h 95"/>
                  <a:gd name="T10" fmla="*/ 1133 w 55"/>
                  <a:gd name="T11" fmla="*/ 0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95">
                    <a:moveTo>
                      <a:pt x="40" y="0"/>
                    </a:moveTo>
                    <a:cubicBezTo>
                      <a:pt x="48" y="11"/>
                      <a:pt x="49" y="33"/>
                      <a:pt x="41" y="53"/>
                    </a:cubicBezTo>
                    <a:cubicBezTo>
                      <a:pt x="32" y="75"/>
                      <a:pt x="15" y="89"/>
                      <a:pt x="0" y="89"/>
                    </a:cubicBezTo>
                    <a:cubicBezTo>
                      <a:pt x="0" y="89"/>
                      <a:pt x="0" y="89"/>
                      <a:pt x="1" y="89"/>
                    </a:cubicBezTo>
                    <a:cubicBezTo>
                      <a:pt x="16" y="95"/>
                      <a:pt x="35" y="80"/>
                      <a:pt x="45" y="55"/>
                    </a:cubicBezTo>
                    <a:cubicBezTo>
                      <a:pt x="55" y="32"/>
                      <a:pt x="53" y="7"/>
                      <a:pt x="40" y="0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4" name="Freeform 1752">
                <a:extLst>
                  <a:ext uri="{FF2B5EF4-FFF2-40B4-BE49-F238E27FC236}">
                    <a16:creationId xmlns:a16="http://schemas.microsoft.com/office/drawing/2014/main" id="{EC5F3851-46E2-4B4A-AAE3-305505FAA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634"/>
                <a:ext cx="103" cy="182"/>
              </a:xfrm>
              <a:custGeom>
                <a:avLst/>
                <a:gdLst>
                  <a:gd name="T0" fmla="*/ 457 w 59"/>
                  <a:gd name="T1" fmla="*/ 1725 h 98"/>
                  <a:gd name="T2" fmla="*/ 1590 w 59"/>
                  <a:gd name="T3" fmla="*/ 290 h 98"/>
                  <a:gd name="T4" fmla="*/ 1590 w 59"/>
                  <a:gd name="T5" fmla="*/ 290 h 98"/>
                  <a:gd name="T6" fmla="*/ 307 w 59"/>
                  <a:gd name="T7" fmla="*/ 1629 h 98"/>
                  <a:gd name="T8" fmla="*/ 536 w 59"/>
                  <a:gd name="T9" fmla="*/ 3971 h 98"/>
                  <a:gd name="T10" fmla="*/ 536 w 59"/>
                  <a:gd name="T11" fmla="*/ 3971 h 98"/>
                  <a:gd name="T12" fmla="*/ 457 w 59"/>
                  <a:gd name="T13" fmla="*/ 1725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8">
                    <a:moveTo>
                      <a:pt x="16" y="42"/>
                    </a:moveTo>
                    <a:cubicBezTo>
                      <a:pt x="24" y="23"/>
                      <a:pt x="43" y="7"/>
                      <a:pt x="56" y="7"/>
                    </a:cubicBezTo>
                    <a:cubicBezTo>
                      <a:pt x="59" y="7"/>
                      <a:pt x="59" y="8"/>
                      <a:pt x="56" y="7"/>
                    </a:cubicBezTo>
                    <a:cubicBezTo>
                      <a:pt x="41" y="0"/>
                      <a:pt x="21" y="15"/>
                      <a:pt x="11" y="40"/>
                    </a:cubicBezTo>
                    <a:cubicBezTo>
                      <a:pt x="0" y="65"/>
                      <a:pt x="3" y="91"/>
                      <a:pt x="19" y="97"/>
                    </a:cubicBezTo>
                    <a:cubicBezTo>
                      <a:pt x="19" y="98"/>
                      <a:pt x="18" y="97"/>
                      <a:pt x="19" y="97"/>
                    </a:cubicBezTo>
                    <a:cubicBezTo>
                      <a:pt x="5" y="83"/>
                      <a:pt x="8" y="62"/>
                      <a:pt x="16" y="42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5" name="Freeform 1753">
                <a:extLst>
                  <a:ext uri="{FF2B5EF4-FFF2-40B4-BE49-F238E27FC236}">
                    <a16:creationId xmlns:a16="http://schemas.microsoft.com/office/drawing/2014/main" id="{FEEE7772-8105-4A62-91EC-6E2A56FE9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647"/>
                <a:ext cx="120" cy="77"/>
              </a:xfrm>
              <a:custGeom>
                <a:avLst/>
                <a:gdLst>
                  <a:gd name="T0" fmla="*/ 49 w 69"/>
                  <a:gd name="T1" fmla="*/ 53 h 41"/>
                  <a:gd name="T2" fmla="*/ 0 w 69"/>
                  <a:gd name="T3" fmla="*/ 483 h 41"/>
                  <a:gd name="T4" fmla="*/ 1722 w 69"/>
                  <a:gd name="T5" fmla="*/ 1803 h 41"/>
                  <a:gd name="T6" fmla="*/ 1805 w 69"/>
                  <a:gd name="T7" fmla="*/ 1442 h 41"/>
                  <a:gd name="T8" fmla="*/ 1908 w 69"/>
                  <a:gd name="T9" fmla="*/ 1093 h 41"/>
                  <a:gd name="T10" fmla="*/ 49 w 69"/>
                  <a:gd name="T11" fmla="*/ 53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41">
                    <a:moveTo>
                      <a:pt x="2" y="1"/>
                    </a:moveTo>
                    <a:cubicBezTo>
                      <a:pt x="1" y="5"/>
                      <a:pt x="1" y="8"/>
                      <a:pt x="0" y="11"/>
                    </a:cubicBezTo>
                    <a:cubicBezTo>
                      <a:pt x="0" y="13"/>
                      <a:pt x="62" y="41"/>
                      <a:pt x="62" y="41"/>
                    </a:cubicBezTo>
                    <a:cubicBezTo>
                      <a:pt x="63" y="38"/>
                      <a:pt x="64" y="35"/>
                      <a:pt x="65" y="33"/>
                    </a:cubicBezTo>
                    <a:cubicBezTo>
                      <a:pt x="66" y="30"/>
                      <a:pt x="68" y="27"/>
                      <a:pt x="69" y="25"/>
                    </a:cubicBezTo>
                    <a:cubicBezTo>
                      <a:pt x="69" y="25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6" name="Freeform 1754">
                <a:extLst>
                  <a:ext uri="{FF2B5EF4-FFF2-40B4-BE49-F238E27FC236}">
                    <a16:creationId xmlns:a16="http://schemas.microsoft.com/office/drawing/2014/main" id="{BDCF433C-91CC-46D5-8138-6A7281A5F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2030"/>
                <a:ext cx="145" cy="209"/>
              </a:xfrm>
              <a:custGeom>
                <a:avLst/>
                <a:gdLst>
                  <a:gd name="T0" fmla="*/ 608 w 83"/>
                  <a:gd name="T1" fmla="*/ 4439 h 112"/>
                  <a:gd name="T2" fmla="*/ 307 w 83"/>
                  <a:gd name="T3" fmla="*/ 1806 h 112"/>
                  <a:gd name="T4" fmla="*/ 1743 w 83"/>
                  <a:gd name="T5" fmla="*/ 293 h 112"/>
                  <a:gd name="T6" fmla="*/ 2047 w 83"/>
                  <a:gd name="T7" fmla="*/ 2874 h 112"/>
                  <a:gd name="T8" fmla="*/ 608 w 83"/>
                  <a:gd name="T9" fmla="*/ 4439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21" y="105"/>
                    </a:moveTo>
                    <a:cubicBezTo>
                      <a:pt x="4" y="98"/>
                      <a:pt x="0" y="70"/>
                      <a:pt x="11" y="43"/>
                    </a:cubicBezTo>
                    <a:cubicBezTo>
                      <a:pt x="22" y="16"/>
                      <a:pt x="45" y="0"/>
                      <a:pt x="61" y="7"/>
                    </a:cubicBezTo>
                    <a:cubicBezTo>
                      <a:pt x="78" y="14"/>
                      <a:pt x="83" y="41"/>
                      <a:pt x="72" y="68"/>
                    </a:cubicBezTo>
                    <a:cubicBezTo>
                      <a:pt x="60" y="95"/>
                      <a:pt x="38" y="112"/>
                      <a:pt x="21" y="105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7" name="Freeform 1755">
                <a:extLst>
                  <a:ext uri="{FF2B5EF4-FFF2-40B4-BE49-F238E27FC236}">
                    <a16:creationId xmlns:a16="http://schemas.microsoft.com/office/drawing/2014/main" id="{1379D231-02AB-4154-B268-C52653B6F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2142"/>
                <a:ext cx="122" cy="78"/>
              </a:xfrm>
              <a:custGeom>
                <a:avLst/>
                <a:gdLst>
                  <a:gd name="T0" fmla="*/ 1910 w 70"/>
                  <a:gd name="T1" fmla="*/ 1679 h 42"/>
                  <a:gd name="T2" fmla="*/ 1966 w 70"/>
                  <a:gd name="T3" fmla="*/ 1287 h 42"/>
                  <a:gd name="T4" fmla="*/ 159 w 70"/>
                  <a:gd name="T5" fmla="*/ 0 h 42"/>
                  <a:gd name="T6" fmla="*/ 112 w 70"/>
                  <a:gd name="T7" fmla="*/ 334 h 42"/>
                  <a:gd name="T8" fmla="*/ 0 w 70"/>
                  <a:gd name="T9" fmla="*/ 665 h 42"/>
                  <a:gd name="T10" fmla="*/ 1910 w 70"/>
                  <a:gd name="T11" fmla="*/ 167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42">
                    <a:moveTo>
                      <a:pt x="68" y="41"/>
                    </a:moveTo>
                    <a:cubicBezTo>
                      <a:pt x="69" y="38"/>
                      <a:pt x="70" y="35"/>
                      <a:pt x="70" y="31"/>
                    </a:cubicBezTo>
                    <a:cubicBezTo>
                      <a:pt x="70" y="30"/>
                      <a:pt x="6" y="0"/>
                      <a:pt x="6" y="0"/>
                    </a:cubicBezTo>
                    <a:cubicBezTo>
                      <a:pt x="6" y="3"/>
                      <a:pt x="5" y="6"/>
                      <a:pt x="4" y="8"/>
                    </a:cubicBezTo>
                    <a:cubicBezTo>
                      <a:pt x="2" y="11"/>
                      <a:pt x="1" y="14"/>
                      <a:pt x="0" y="16"/>
                    </a:cubicBezTo>
                    <a:cubicBezTo>
                      <a:pt x="0" y="16"/>
                      <a:pt x="68" y="42"/>
                      <a:pt x="68" y="4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8" name="Oval 1756">
                <a:extLst>
                  <a:ext uri="{FF2B5EF4-FFF2-40B4-BE49-F238E27FC236}">
                    <a16:creationId xmlns:a16="http://schemas.microsoft.com/office/drawing/2014/main" id="{856E93BB-473F-4E71-9646-F0FE5BCF4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328"/>
                <a:ext cx="115" cy="197"/>
              </a:xfrm>
              <a:prstGeom prst="ellipse">
                <a:avLst/>
              </a:pr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19" name="Freeform 1757">
                <a:extLst>
                  <a:ext uri="{FF2B5EF4-FFF2-40B4-BE49-F238E27FC236}">
                    <a16:creationId xmlns:a16="http://schemas.microsoft.com/office/drawing/2014/main" id="{EA3FB8D5-00E3-4E26-8FDC-A3CB31A8C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409"/>
                <a:ext cx="132" cy="32"/>
              </a:xfrm>
              <a:custGeom>
                <a:avLst/>
                <a:gdLst>
                  <a:gd name="T0" fmla="*/ 2060 w 76"/>
                  <a:gd name="T1" fmla="*/ 401 h 17"/>
                  <a:gd name="T2" fmla="*/ 2084 w 76"/>
                  <a:gd name="T3" fmla="*/ 0 h 17"/>
                  <a:gd name="T4" fmla="*/ 0 w 76"/>
                  <a:gd name="T5" fmla="*/ 141 h 17"/>
                  <a:gd name="T6" fmla="*/ 0 w 76"/>
                  <a:gd name="T7" fmla="*/ 401 h 17"/>
                  <a:gd name="T8" fmla="*/ 0 w 76"/>
                  <a:gd name="T9" fmla="*/ 666 h 17"/>
                  <a:gd name="T10" fmla="*/ 2084 w 76"/>
                  <a:gd name="T11" fmla="*/ 755 h 17"/>
                  <a:gd name="T12" fmla="*/ 2060 w 76"/>
                  <a:gd name="T13" fmla="*/ 40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17">
                    <a:moveTo>
                      <a:pt x="75" y="9"/>
                    </a:moveTo>
                    <a:cubicBezTo>
                      <a:pt x="75" y="6"/>
                      <a:pt x="75" y="3"/>
                      <a:pt x="76" y="0"/>
                    </a:cubicBezTo>
                    <a:cubicBezTo>
                      <a:pt x="76" y="0"/>
                      <a:pt x="0" y="2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0" y="11"/>
                      <a:pt x="0" y="13"/>
                      <a:pt x="0" y="15"/>
                    </a:cubicBezTo>
                    <a:cubicBezTo>
                      <a:pt x="0" y="16"/>
                      <a:pt x="76" y="17"/>
                      <a:pt x="76" y="17"/>
                    </a:cubicBezTo>
                    <a:cubicBezTo>
                      <a:pt x="75" y="14"/>
                      <a:pt x="75" y="12"/>
                      <a:pt x="75" y="9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0" name="Freeform 1758">
                <a:extLst>
                  <a:ext uri="{FF2B5EF4-FFF2-40B4-BE49-F238E27FC236}">
                    <a16:creationId xmlns:a16="http://schemas.microsoft.com/office/drawing/2014/main" id="{A3FD14D4-4305-48EB-B73D-68B4AA193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2330"/>
                <a:ext cx="115" cy="197"/>
              </a:xfrm>
              <a:custGeom>
                <a:avLst/>
                <a:gdLst>
                  <a:gd name="T0" fmla="*/ 932 w 66"/>
                  <a:gd name="T1" fmla="*/ 4366 h 106"/>
                  <a:gd name="T2" fmla="*/ 28 w 66"/>
                  <a:gd name="T3" fmla="*/ 2197 h 106"/>
                  <a:gd name="T4" fmla="*/ 932 w 66"/>
                  <a:gd name="T5" fmla="*/ 0 h 106"/>
                  <a:gd name="T6" fmla="*/ 1840 w 66"/>
                  <a:gd name="T7" fmla="*/ 2197 h 106"/>
                  <a:gd name="T8" fmla="*/ 932 w 66"/>
                  <a:gd name="T9" fmla="*/ 4366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106">
                    <a:moveTo>
                      <a:pt x="33" y="106"/>
                    </a:moveTo>
                    <a:cubicBezTo>
                      <a:pt x="15" y="106"/>
                      <a:pt x="1" y="82"/>
                      <a:pt x="1" y="53"/>
                    </a:cubicBezTo>
                    <a:cubicBezTo>
                      <a:pt x="0" y="24"/>
                      <a:pt x="15" y="0"/>
                      <a:pt x="33" y="0"/>
                    </a:cubicBezTo>
                    <a:cubicBezTo>
                      <a:pt x="52" y="0"/>
                      <a:pt x="66" y="24"/>
                      <a:pt x="66" y="53"/>
                    </a:cubicBezTo>
                    <a:cubicBezTo>
                      <a:pt x="66" y="82"/>
                      <a:pt x="52" y="106"/>
                      <a:pt x="33" y="106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1" name="Freeform 1759">
                <a:extLst>
                  <a:ext uri="{FF2B5EF4-FFF2-40B4-BE49-F238E27FC236}">
                    <a16:creationId xmlns:a16="http://schemas.microsoft.com/office/drawing/2014/main" id="{DC613257-E544-4C15-B218-4A8263AE8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2411"/>
                <a:ext cx="134" cy="34"/>
              </a:xfrm>
              <a:custGeom>
                <a:avLst/>
                <a:gdLst>
                  <a:gd name="T0" fmla="*/ 0 w 77"/>
                  <a:gd name="T1" fmla="*/ 402 h 18"/>
                  <a:gd name="T2" fmla="*/ 0 w 77"/>
                  <a:gd name="T3" fmla="*/ 0 h 18"/>
                  <a:gd name="T4" fmla="*/ 2135 w 77"/>
                  <a:gd name="T5" fmla="*/ 189 h 18"/>
                  <a:gd name="T6" fmla="*/ 2135 w 77"/>
                  <a:gd name="T7" fmla="*/ 402 h 18"/>
                  <a:gd name="T8" fmla="*/ 2135 w 77"/>
                  <a:gd name="T9" fmla="*/ 627 h 18"/>
                  <a:gd name="T10" fmla="*/ 0 w 77"/>
                  <a:gd name="T11" fmla="*/ 818 h 18"/>
                  <a:gd name="T12" fmla="*/ 0 w 77"/>
                  <a:gd name="T13" fmla="*/ 40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8">
                    <a:moveTo>
                      <a:pt x="0" y="9"/>
                    </a:moveTo>
                    <a:cubicBezTo>
                      <a:pt x="0" y="6"/>
                      <a:pt x="0" y="3"/>
                      <a:pt x="0" y="0"/>
                    </a:cubicBezTo>
                    <a:cubicBezTo>
                      <a:pt x="0" y="0"/>
                      <a:pt x="77" y="3"/>
                      <a:pt x="77" y="4"/>
                    </a:cubicBezTo>
                    <a:cubicBezTo>
                      <a:pt x="77" y="5"/>
                      <a:pt x="77" y="7"/>
                      <a:pt x="77" y="9"/>
                    </a:cubicBezTo>
                    <a:cubicBezTo>
                      <a:pt x="77" y="11"/>
                      <a:pt x="77" y="12"/>
                      <a:pt x="77" y="14"/>
                    </a:cubicBezTo>
                    <a:cubicBezTo>
                      <a:pt x="77" y="15"/>
                      <a:pt x="0" y="18"/>
                      <a:pt x="0" y="18"/>
                    </a:cubicBezTo>
                    <a:cubicBezTo>
                      <a:pt x="0" y="15"/>
                      <a:pt x="0" y="12"/>
                      <a:pt x="0" y="9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2" name="Freeform 1760">
                <a:extLst>
                  <a:ext uri="{FF2B5EF4-FFF2-40B4-BE49-F238E27FC236}">
                    <a16:creationId xmlns:a16="http://schemas.microsoft.com/office/drawing/2014/main" id="{2BF3BD54-2240-4653-94A6-807673685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774"/>
                <a:ext cx="174" cy="188"/>
              </a:xfrm>
              <a:custGeom>
                <a:avLst/>
                <a:gdLst>
                  <a:gd name="T0" fmla="*/ 2413 w 100"/>
                  <a:gd name="T1" fmla="*/ 3661 h 101"/>
                  <a:gd name="T2" fmla="*/ 2029 w 100"/>
                  <a:gd name="T3" fmla="*/ 1115 h 101"/>
                  <a:gd name="T4" fmla="*/ 336 w 100"/>
                  <a:gd name="T5" fmla="*/ 540 h 101"/>
                  <a:gd name="T6" fmla="*/ 753 w 100"/>
                  <a:gd name="T7" fmla="*/ 3084 h 101"/>
                  <a:gd name="T8" fmla="*/ 2413 w 100"/>
                  <a:gd name="T9" fmla="*/ 3661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1">
                    <a:moveTo>
                      <a:pt x="87" y="88"/>
                    </a:moveTo>
                    <a:cubicBezTo>
                      <a:pt x="100" y="75"/>
                      <a:pt x="94" y="48"/>
                      <a:pt x="73" y="27"/>
                    </a:cubicBezTo>
                    <a:cubicBezTo>
                      <a:pt x="53" y="6"/>
                      <a:pt x="25" y="0"/>
                      <a:pt x="12" y="13"/>
                    </a:cubicBezTo>
                    <a:cubicBezTo>
                      <a:pt x="0" y="26"/>
                      <a:pt x="6" y="53"/>
                      <a:pt x="27" y="74"/>
                    </a:cubicBezTo>
                    <a:cubicBezTo>
                      <a:pt x="47" y="94"/>
                      <a:pt x="75" y="101"/>
                      <a:pt x="87" y="88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3" name="Freeform 1761">
                <a:extLst>
                  <a:ext uri="{FF2B5EF4-FFF2-40B4-BE49-F238E27FC236}">
                    <a16:creationId xmlns:a16="http://schemas.microsoft.com/office/drawing/2014/main" id="{5ADED0BF-8AAD-41A0-825E-905BFA3A8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789"/>
                <a:ext cx="105" cy="152"/>
              </a:xfrm>
              <a:custGeom>
                <a:avLst/>
                <a:gdLst>
                  <a:gd name="T0" fmla="*/ 891 w 60"/>
                  <a:gd name="T1" fmla="*/ 2560 h 82"/>
                  <a:gd name="T2" fmla="*/ 548 w 60"/>
                  <a:gd name="T3" fmla="*/ 374 h 82"/>
                  <a:gd name="T4" fmla="*/ 1036 w 60"/>
                  <a:gd name="T5" fmla="*/ 128 h 82"/>
                  <a:gd name="T6" fmla="*/ 313 w 60"/>
                  <a:gd name="T7" fmla="*/ 282 h 82"/>
                  <a:gd name="T8" fmla="*/ 698 w 60"/>
                  <a:gd name="T9" fmla="*/ 2464 h 82"/>
                  <a:gd name="T10" fmla="*/ 1727 w 60"/>
                  <a:gd name="T11" fmla="*/ 3329 h 82"/>
                  <a:gd name="T12" fmla="*/ 891 w 60"/>
                  <a:gd name="T13" fmla="*/ 256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82">
                    <a:moveTo>
                      <a:pt x="31" y="63"/>
                    </a:moveTo>
                    <a:cubicBezTo>
                      <a:pt x="13" y="44"/>
                      <a:pt x="7" y="20"/>
                      <a:pt x="19" y="9"/>
                    </a:cubicBezTo>
                    <a:cubicBezTo>
                      <a:pt x="23" y="4"/>
                      <a:pt x="29" y="2"/>
                      <a:pt x="36" y="3"/>
                    </a:cubicBezTo>
                    <a:cubicBezTo>
                      <a:pt x="26" y="0"/>
                      <a:pt x="17" y="1"/>
                      <a:pt x="11" y="7"/>
                    </a:cubicBezTo>
                    <a:cubicBezTo>
                      <a:pt x="0" y="19"/>
                      <a:pt x="5" y="43"/>
                      <a:pt x="24" y="61"/>
                    </a:cubicBezTo>
                    <a:cubicBezTo>
                      <a:pt x="35" y="73"/>
                      <a:pt x="49" y="81"/>
                      <a:pt x="60" y="82"/>
                    </a:cubicBezTo>
                    <a:cubicBezTo>
                      <a:pt x="51" y="79"/>
                      <a:pt x="40" y="72"/>
                      <a:pt x="31" y="63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4" name="Freeform 1762">
                <a:extLst>
                  <a:ext uri="{FF2B5EF4-FFF2-40B4-BE49-F238E27FC236}">
                    <a16:creationId xmlns:a16="http://schemas.microsoft.com/office/drawing/2014/main" id="{DD942742-FDDB-420A-8C93-8AB9CF1F9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898"/>
                <a:ext cx="88" cy="103"/>
              </a:xfrm>
              <a:custGeom>
                <a:avLst/>
                <a:gdLst>
                  <a:gd name="T0" fmla="*/ 28 w 51"/>
                  <a:gd name="T1" fmla="*/ 1873 h 55"/>
                  <a:gd name="T2" fmla="*/ 143 w 51"/>
                  <a:gd name="T3" fmla="*/ 2326 h 55"/>
                  <a:gd name="T4" fmla="*/ 1346 w 51"/>
                  <a:gd name="T5" fmla="*/ 506 h 55"/>
                  <a:gd name="T6" fmla="*/ 1197 w 51"/>
                  <a:gd name="T7" fmla="*/ 294 h 55"/>
                  <a:gd name="T8" fmla="*/ 1027 w 51"/>
                  <a:gd name="T9" fmla="*/ 0 h 55"/>
                  <a:gd name="T10" fmla="*/ 28 w 51"/>
                  <a:gd name="T11" fmla="*/ 1873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5">
                    <a:moveTo>
                      <a:pt x="1" y="43"/>
                    </a:moveTo>
                    <a:cubicBezTo>
                      <a:pt x="2" y="46"/>
                      <a:pt x="4" y="50"/>
                      <a:pt x="5" y="54"/>
                    </a:cubicBezTo>
                    <a:cubicBezTo>
                      <a:pt x="6" y="55"/>
                      <a:pt x="51" y="12"/>
                      <a:pt x="51" y="12"/>
                    </a:cubicBezTo>
                    <a:cubicBezTo>
                      <a:pt x="49" y="11"/>
                      <a:pt x="47" y="9"/>
                      <a:pt x="45" y="7"/>
                    </a:cubicBezTo>
                    <a:cubicBezTo>
                      <a:pt x="43" y="4"/>
                      <a:pt x="41" y="2"/>
                      <a:pt x="39" y="0"/>
                    </a:cubicBezTo>
                    <a:cubicBezTo>
                      <a:pt x="39" y="0"/>
                      <a:pt x="0" y="42"/>
                      <a:pt x="1" y="43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5" name="Freeform 1763">
                <a:extLst>
                  <a:ext uri="{FF2B5EF4-FFF2-40B4-BE49-F238E27FC236}">
                    <a16:creationId xmlns:a16="http://schemas.microsoft.com/office/drawing/2014/main" id="{142B4762-8025-4DA9-9994-8472DF752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2893"/>
                <a:ext cx="176" cy="187"/>
              </a:xfrm>
              <a:custGeom>
                <a:avLst/>
                <a:gdLst>
                  <a:gd name="T0" fmla="*/ 2459 w 101"/>
                  <a:gd name="T1" fmla="*/ 3547 h 101"/>
                  <a:gd name="T2" fmla="*/ 756 w 101"/>
                  <a:gd name="T3" fmla="*/ 2983 h 101"/>
                  <a:gd name="T4" fmla="*/ 371 w 101"/>
                  <a:gd name="T5" fmla="*/ 515 h 101"/>
                  <a:gd name="T6" fmla="*/ 2074 w 101"/>
                  <a:gd name="T7" fmla="*/ 1091 h 101"/>
                  <a:gd name="T8" fmla="*/ 2459 w 101"/>
                  <a:gd name="T9" fmla="*/ 3547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88" y="88"/>
                    </a:moveTo>
                    <a:cubicBezTo>
                      <a:pt x="75" y="101"/>
                      <a:pt x="48" y="94"/>
                      <a:pt x="27" y="74"/>
                    </a:cubicBezTo>
                    <a:cubicBezTo>
                      <a:pt x="7" y="53"/>
                      <a:pt x="0" y="26"/>
                      <a:pt x="13" y="13"/>
                    </a:cubicBezTo>
                    <a:cubicBezTo>
                      <a:pt x="26" y="0"/>
                      <a:pt x="53" y="6"/>
                      <a:pt x="74" y="27"/>
                    </a:cubicBezTo>
                    <a:cubicBezTo>
                      <a:pt x="94" y="48"/>
                      <a:pt x="101" y="75"/>
                      <a:pt x="88" y="88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6" name="Freeform 1764">
                <a:extLst>
                  <a:ext uri="{FF2B5EF4-FFF2-40B4-BE49-F238E27FC236}">
                    <a16:creationId xmlns:a16="http://schemas.microsoft.com/office/drawing/2014/main" id="{5FE68AD6-360E-40B9-95AA-A3AA0A721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855"/>
                <a:ext cx="91" cy="101"/>
              </a:xfrm>
              <a:custGeom>
                <a:avLst/>
                <a:gdLst>
                  <a:gd name="T0" fmla="*/ 1465 w 52"/>
                  <a:gd name="T1" fmla="*/ 438 h 54"/>
                  <a:gd name="T2" fmla="*/ 1351 w 52"/>
                  <a:gd name="T3" fmla="*/ 45 h 54"/>
                  <a:gd name="T4" fmla="*/ 0 w 52"/>
                  <a:gd name="T5" fmla="*/ 1760 h 54"/>
                  <a:gd name="T6" fmla="*/ 200 w 52"/>
                  <a:gd name="T7" fmla="*/ 2022 h 54"/>
                  <a:gd name="T8" fmla="*/ 376 w 52"/>
                  <a:gd name="T9" fmla="*/ 2316 h 54"/>
                  <a:gd name="T10" fmla="*/ 1465 w 52"/>
                  <a:gd name="T11" fmla="*/ 438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4">
                    <a:moveTo>
                      <a:pt x="51" y="10"/>
                    </a:moveTo>
                    <a:cubicBezTo>
                      <a:pt x="50" y="7"/>
                      <a:pt x="48" y="4"/>
                      <a:pt x="47" y="1"/>
                    </a:cubicBezTo>
                    <a:cubicBezTo>
                      <a:pt x="46" y="0"/>
                      <a:pt x="0" y="41"/>
                      <a:pt x="0" y="41"/>
                    </a:cubicBezTo>
                    <a:cubicBezTo>
                      <a:pt x="3" y="43"/>
                      <a:pt x="5" y="45"/>
                      <a:pt x="7" y="47"/>
                    </a:cubicBezTo>
                    <a:cubicBezTo>
                      <a:pt x="9" y="49"/>
                      <a:pt x="11" y="51"/>
                      <a:pt x="13" y="54"/>
                    </a:cubicBezTo>
                    <a:cubicBezTo>
                      <a:pt x="13" y="54"/>
                      <a:pt x="52" y="12"/>
                      <a:pt x="51" y="10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7" name="Freeform 1765">
                <a:extLst>
                  <a:ext uri="{FF2B5EF4-FFF2-40B4-BE49-F238E27FC236}">
                    <a16:creationId xmlns:a16="http://schemas.microsoft.com/office/drawing/2014/main" id="{06411A61-352F-47CD-B184-70E0744F6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896"/>
                <a:ext cx="176" cy="186"/>
              </a:xfrm>
              <a:custGeom>
                <a:avLst/>
                <a:gdLst>
                  <a:gd name="T0" fmla="*/ 371 w 101"/>
                  <a:gd name="T1" fmla="*/ 3649 h 100"/>
                  <a:gd name="T2" fmla="*/ 2074 w 101"/>
                  <a:gd name="T3" fmla="*/ 3030 h 100"/>
                  <a:gd name="T4" fmla="*/ 2459 w 101"/>
                  <a:gd name="T5" fmla="*/ 539 h 100"/>
                  <a:gd name="T6" fmla="*/ 756 w 101"/>
                  <a:gd name="T7" fmla="*/ 1114 h 100"/>
                  <a:gd name="T8" fmla="*/ 371 w 101"/>
                  <a:gd name="T9" fmla="*/ 3649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0">
                    <a:moveTo>
                      <a:pt x="13" y="88"/>
                    </a:moveTo>
                    <a:cubicBezTo>
                      <a:pt x="26" y="100"/>
                      <a:pt x="53" y="94"/>
                      <a:pt x="74" y="73"/>
                    </a:cubicBezTo>
                    <a:cubicBezTo>
                      <a:pt x="94" y="53"/>
                      <a:pt x="101" y="25"/>
                      <a:pt x="88" y="13"/>
                    </a:cubicBezTo>
                    <a:cubicBezTo>
                      <a:pt x="75" y="0"/>
                      <a:pt x="48" y="6"/>
                      <a:pt x="27" y="27"/>
                    </a:cubicBezTo>
                    <a:cubicBezTo>
                      <a:pt x="6" y="47"/>
                      <a:pt x="0" y="75"/>
                      <a:pt x="13" y="88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8" name="Freeform 1766">
                <a:extLst>
                  <a:ext uri="{FF2B5EF4-FFF2-40B4-BE49-F238E27FC236}">
                    <a16:creationId xmlns:a16="http://schemas.microsoft.com/office/drawing/2014/main" id="{0AE9E10A-6623-4B2C-A465-0EA9F14CA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859"/>
                <a:ext cx="87" cy="99"/>
              </a:xfrm>
              <a:custGeom>
                <a:avLst/>
                <a:gdLst>
                  <a:gd name="T0" fmla="*/ 148 w 50"/>
                  <a:gd name="T1" fmla="*/ 45 h 53"/>
                  <a:gd name="T2" fmla="*/ 28 w 50"/>
                  <a:gd name="T3" fmla="*/ 474 h 53"/>
                  <a:gd name="T4" fmla="*/ 1054 w 50"/>
                  <a:gd name="T5" fmla="*/ 2255 h 53"/>
                  <a:gd name="T6" fmla="*/ 1227 w 50"/>
                  <a:gd name="T7" fmla="*/ 1995 h 53"/>
                  <a:gd name="T8" fmla="*/ 1387 w 50"/>
                  <a:gd name="T9" fmla="*/ 1752 h 53"/>
                  <a:gd name="T10" fmla="*/ 148 w 50"/>
                  <a:gd name="T11" fmla="*/ 45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3">
                    <a:moveTo>
                      <a:pt x="5" y="1"/>
                    </a:moveTo>
                    <a:cubicBezTo>
                      <a:pt x="4" y="4"/>
                      <a:pt x="2" y="7"/>
                      <a:pt x="1" y="11"/>
                    </a:cubicBezTo>
                    <a:cubicBezTo>
                      <a:pt x="0" y="12"/>
                      <a:pt x="38" y="53"/>
                      <a:pt x="38" y="53"/>
                    </a:cubicBezTo>
                    <a:cubicBezTo>
                      <a:pt x="40" y="51"/>
                      <a:pt x="42" y="49"/>
                      <a:pt x="44" y="47"/>
                    </a:cubicBezTo>
                    <a:cubicBezTo>
                      <a:pt x="46" y="45"/>
                      <a:pt x="48" y="43"/>
                      <a:pt x="50" y="41"/>
                    </a:cubicBezTo>
                    <a:cubicBezTo>
                      <a:pt x="50" y="41"/>
                      <a:pt x="6" y="0"/>
                      <a:pt x="5" y="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9" name="Freeform 1767">
                <a:extLst>
                  <a:ext uri="{FF2B5EF4-FFF2-40B4-BE49-F238E27FC236}">
                    <a16:creationId xmlns:a16="http://schemas.microsoft.com/office/drawing/2014/main" id="{A4B84D0E-0933-451B-B0A2-667FA0666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770"/>
                <a:ext cx="176" cy="188"/>
              </a:xfrm>
              <a:custGeom>
                <a:avLst/>
                <a:gdLst>
                  <a:gd name="T0" fmla="*/ 371 w 101"/>
                  <a:gd name="T1" fmla="*/ 3661 h 101"/>
                  <a:gd name="T2" fmla="*/ 756 w 101"/>
                  <a:gd name="T3" fmla="*/ 1115 h 101"/>
                  <a:gd name="T4" fmla="*/ 2459 w 101"/>
                  <a:gd name="T5" fmla="*/ 540 h 101"/>
                  <a:gd name="T6" fmla="*/ 2074 w 101"/>
                  <a:gd name="T7" fmla="*/ 3084 h 101"/>
                  <a:gd name="T8" fmla="*/ 371 w 101"/>
                  <a:gd name="T9" fmla="*/ 3661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13" y="88"/>
                    </a:moveTo>
                    <a:cubicBezTo>
                      <a:pt x="0" y="75"/>
                      <a:pt x="6" y="48"/>
                      <a:pt x="27" y="27"/>
                    </a:cubicBezTo>
                    <a:cubicBezTo>
                      <a:pt x="48" y="7"/>
                      <a:pt x="75" y="0"/>
                      <a:pt x="88" y="13"/>
                    </a:cubicBezTo>
                    <a:cubicBezTo>
                      <a:pt x="101" y="26"/>
                      <a:pt x="94" y="53"/>
                      <a:pt x="74" y="74"/>
                    </a:cubicBezTo>
                    <a:cubicBezTo>
                      <a:pt x="53" y="94"/>
                      <a:pt x="26" y="101"/>
                      <a:pt x="13" y="88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0" name="Freeform 1768">
                <a:extLst>
                  <a:ext uri="{FF2B5EF4-FFF2-40B4-BE49-F238E27FC236}">
                    <a16:creationId xmlns:a16="http://schemas.microsoft.com/office/drawing/2014/main" id="{1005322D-7C4F-46DC-BA72-0F9B6797D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1785"/>
                <a:ext cx="90" cy="152"/>
              </a:xfrm>
              <a:custGeom>
                <a:avLst/>
                <a:gdLst>
                  <a:gd name="T0" fmla="*/ 1106 w 52"/>
                  <a:gd name="T1" fmla="*/ 330 h 82"/>
                  <a:gd name="T2" fmla="*/ 483 w 52"/>
                  <a:gd name="T3" fmla="*/ 82 h 82"/>
                  <a:gd name="T4" fmla="*/ 886 w 52"/>
                  <a:gd name="T5" fmla="*/ 374 h 82"/>
                  <a:gd name="T6" fmla="*/ 549 w 52"/>
                  <a:gd name="T7" fmla="*/ 2669 h 82"/>
                  <a:gd name="T8" fmla="*/ 0 w 52"/>
                  <a:gd name="T9" fmla="*/ 3329 h 82"/>
                  <a:gd name="T10" fmla="*/ 746 w 52"/>
                  <a:gd name="T11" fmla="*/ 2560 h 82"/>
                  <a:gd name="T12" fmla="*/ 1106 w 52"/>
                  <a:gd name="T13" fmla="*/ 33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82">
                    <a:moveTo>
                      <a:pt x="41" y="8"/>
                    </a:moveTo>
                    <a:cubicBezTo>
                      <a:pt x="35" y="2"/>
                      <a:pt x="27" y="0"/>
                      <a:pt x="18" y="2"/>
                    </a:cubicBezTo>
                    <a:cubicBezTo>
                      <a:pt x="24" y="2"/>
                      <a:pt x="29" y="5"/>
                      <a:pt x="33" y="9"/>
                    </a:cubicBezTo>
                    <a:cubicBezTo>
                      <a:pt x="46" y="21"/>
                      <a:pt x="40" y="47"/>
                      <a:pt x="20" y="66"/>
                    </a:cubicBezTo>
                    <a:cubicBezTo>
                      <a:pt x="14" y="72"/>
                      <a:pt x="6" y="78"/>
                      <a:pt x="0" y="82"/>
                    </a:cubicBezTo>
                    <a:cubicBezTo>
                      <a:pt x="9" y="79"/>
                      <a:pt x="20" y="71"/>
                      <a:pt x="28" y="63"/>
                    </a:cubicBezTo>
                    <a:cubicBezTo>
                      <a:pt x="47" y="44"/>
                      <a:pt x="52" y="20"/>
                      <a:pt x="41" y="8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1" name="Freeform 1769">
                <a:extLst>
                  <a:ext uri="{FF2B5EF4-FFF2-40B4-BE49-F238E27FC236}">
                    <a16:creationId xmlns:a16="http://schemas.microsoft.com/office/drawing/2014/main" id="{5F4AFDB7-5C94-4347-99F4-AAAEE0A03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791"/>
                <a:ext cx="96" cy="152"/>
              </a:xfrm>
              <a:custGeom>
                <a:avLst/>
                <a:gdLst>
                  <a:gd name="T0" fmla="*/ 613 w 55"/>
                  <a:gd name="T1" fmla="*/ 2999 h 82"/>
                  <a:gd name="T2" fmla="*/ 936 w 55"/>
                  <a:gd name="T3" fmla="*/ 664 h 82"/>
                  <a:gd name="T4" fmla="*/ 1478 w 55"/>
                  <a:gd name="T5" fmla="*/ 44 h 82"/>
                  <a:gd name="T6" fmla="*/ 1442 w 55"/>
                  <a:gd name="T7" fmla="*/ 44 h 82"/>
                  <a:gd name="T8" fmla="*/ 1410 w 55"/>
                  <a:gd name="T9" fmla="*/ 44 h 82"/>
                  <a:gd name="T10" fmla="*/ 712 w 55"/>
                  <a:gd name="T11" fmla="*/ 717 h 82"/>
                  <a:gd name="T12" fmla="*/ 344 w 55"/>
                  <a:gd name="T13" fmla="*/ 3044 h 82"/>
                  <a:gd name="T14" fmla="*/ 957 w 55"/>
                  <a:gd name="T15" fmla="*/ 3236 h 82"/>
                  <a:gd name="T16" fmla="*/ 613 w 55"/>
                  <a:gd name="T17" fmla="*/ 2999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82">
                    <a:moveTo>
                      <a:pt x="22" y="74"/>
                    </a:moveTo>
                    <a:cubicBezTo>
                      <a:pt x="10" y="62"/>
                      <a:pt x="13" y="36"/>
                      <a:pt x="33" y="16"/>
                    </a:cubicBezTo>
                    <a:cubicBezTo>
                      <a:pt x="39" y="10"/>
                      <a:pt x="45" y="5"/>
                      <a:pt x="52" y="1"/>
                    </a:cubicBezTo>
                    <a:cubicBezTo>
                      <a:pt x="53" y="0"/>
                      <a:pt x="55" y="0"/>
                      <a:pt x="51" y="1"/>
                    </a:cubicBezTo>
                    <a:cubicBezTo>
                      <a:pt x="51" y="1"/>
                      <a:pt x="50" y="1"/>
                      <a:pt x="50" y="1"/>
                    </a:cubicBezTo>
                    <a:cubicBezTo>
                      <a:pt x="41" y="5"/>
                      <a:pt x="33" y="10"/>
                      <a:pt x="25" y="18"/>
                    </a:cubicBezTo>
                    <a:cubicBezTo>
                      <a:pt x="5" y="37"/>
                      <a:pt x="0" y="63"/>
                      <a:pt x="12" y="75"/>
                    </a:cubicBezTo>
                    <a:cubicBezTo>
                      <a:pt x="17" y="80"/>
                      <a:pt x="25" y="82"/>
                      <a:pt x="34" y="80"/>
                    </a:cubicBezTo>
                    <a:cubicBezTo>
                      <a:pt x="30" y="80"/>
                      <a:pt x="25" y="78"/>
                      <a:pt x="22" y="74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2" name="Freeform 1770">
                <a:extLst>
                  <a:ext uri="{FF2B5EF4-FFF2-40B4-BE49-F238E27FC236}">
                    <a16:creationId xmlns:a16="http://schemas.microsoft.com/office/drawing/2014/main" id="{AAC82C70-2F23-4FD8-ADE8-DAAFE1042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895"/>
                <a:ext cx="87" cy="98"/>
              </a:xfrm>
              <a:custGeom>
                <a:avLst/>
                <a:gdLst>
                  <a:gd name="T0" fmla="*/ 1275 w 50"/>
                  <a:gd name="T1" fmla="*/ 2078 h 53"/>
                  <a:gd name="T2" fmla="*/ 1387 w 50"/>
                  <a:gd name="T3" fmla="*/ 1751 h 53"/>
                  <a:gd name="T4" fmla="*/ 336 w 50"/>
                  <a:gd name="T5" fmla="*/ 0 h 53"/>
                  <a:gd name="T6" fmla="*/ 193 w 50"/>
                  <a:gd name="T7" fmla="*/ 277 h 53"/>
                  <a:gd name="T8" fmla="*/ 0 w 50"/>
                  <a:gd name="T9" fmla="*/ 512 h 53"/>
                  <a:gd name="T10" fmla="*/ 1275 w 50"/>
                  <a:gd name="T11" fmla="*/ 207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3">
                    <a:moveTo>
                      <a:pt x="46" y="52"/>
                    </a:moveTo>
                    <a:cubicBezTo>
                      <a:pt x="47" y="49"/>
                      <a:pt x="48" y="46"/>
                      <a:pt x="50" y="44"/>
                    </a:cubicBezTo>
                    <a:cubicBezTo>
                      <a:pt x="50" y="42"/>
                      <a:pt x="12" y="0"/>
                      <a:pt x="12" y="0"/>
                    </a:cubicBezTo>
                    <a:cubicBezTo>
                      <a:pt x="11" y="3"/>
                      <a:pt x="9" y="5"/>
                      <a:pt x="7" y="7"/>
                    </a:cubicBezTo>
                    <a:cubicBezTo>
                      <a:pt x="4" y="9"/>
                      <a:pt x="2" y="11"/>
                      <a:pt x="0" y="13"/>
                    </a:cubicBezTo>
                    <a:cubicBezTo>
                      <a:pt x="0" y="13"/>
                      <a:pt x="45" y="53"/>
                      <a:pt x="46" y="52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3" name="Freeform 1771">
                <a:extLst>
                  <a:ext uri="{FF2B5EF4-FFF2-40B4-BE49-F238E27FC236}">
                    <a16:creationId xmlns:a16="http://schemas.microsoft.com/office/drawing/2014/main" id="{AC860F7E-69F5-46CA-AA57-04B7844DE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874"/>
                <a:ext cx="24" cy="24"/>
              </a:xfrm>
              <a:custGeom>
                <a:avLst/>
                <a:gdLst>
                  <a:gd name="T0" fmla="*/ 45 w 14"/>
                  <a:gd name="T1" fmla="*/ 327 h 13"/>
                  <a:gd name="T2" fmla="*/ 132 w 14"/>
                  <a:gd name="T3" fmla="*/ 44 h 13"/>
                  <a:gd name="T4" fmla="*/ 312 w 14"/>
                  <a:gd name="T5" fmla="*/ 150 h 13"/>
                  <a:gd name="T6" fmla="*/ 226 w 14"/>
                  <a:gd name="T7" fmla="*/ 476 h 13"/>
                  <a:gd name="T8" fmla="*/ 45 w 14"/>
                  <a:gd name="T9" fmla="*/ 32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2" y="8"/>
                    </a:moveTo>
                    <a:cubicBezTo>
                      <a:pt x="0" y="6"/>
                      <a:pt x="2" y="2"/>
                      <a:pt x="5" y="1"/>
                    </a:cubicBezTo>
                    <a:cubicBezTo>
                      <a:pt x="8" y="0"/>
                      <a:pt x="11" y="1"/>
                      <a:pt x="12" y="4"/>
                    </a:cubicBezTo>
                    <a:cubicBezTo>
                      <a:pt x="14" y="7"/>
                      <a:pt x="12" y="10"/>
                      <a:pt x="9" y="12"/>
                    </a:cubicBezTo>
                    <a:cubicBezTo>
                      <a:pt x="6" y="13"/>
                      <a:pt x="3" y="11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4" name="Freeform 1772">
                <a:extLst>
                  <a:ext uri="{FF2B5EF4-FFF2-40B4-BE49-F238E27FC236}">
                    <a16:creationId xmlns:a16="http://schemas.microsoft.com/office/drawing/2014/main" id="{D86131C1-7927-47FE-A0A1-7C21DAB3E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1858"/>
                <a:ext cx="16" cy="16"/>
              </a:xfrm>
              <a:custGeom>
                <a:avLst/>
                <a:gdLst>
                  <a:gd name="T0" fmla="*/ 37 w 9"/>
                  <a:gd name="T1" fmla="*/ 203 h 9"/>
                  <a:gd name="T2" fmla="*/ 89 w 9"/>
                  <a:gd name="T3" fmla="*/ 37 h 9"/>
                  <a:gd name="T4" fmla="*/ 247 w 9"/>
                  <a:gd name="T5" fmla="*/ 89 h 9"/>
                  <a:gd name="T6" fmla="*/ 203 w 9"/>
                  <a:gd name="T7" fmla="*/ 247 h 9"/>
                  <a:gd name="T8" fmla="*/ 37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4"/>
                      <a:pt x="1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ubicBezTo>
                      <a:pt x="4" y="9"/>
                      <a:pt x="2" y="8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5" name="Freeform 1773">
                <a:extLst>
                  <a:ext uri="{FF2B5EF4-FFF2-40B4-BE49-F238E27FC236}">
                    <a16:creationId xmlns:a16="http://schemas.microsoft.com/office/drawing/2014/main" id="{0A39395C-8C00-4AD8-ADF0-22B3B7612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1900"/>
                <a:ext cx="10" cy="11"/>
              </a:xfrm>
              <a:custGeom>
                <a:avLst/>
                <a:gdLst>
                  <a:gd name="T0" fmla="*/ 22 w 6"/>
                  <a:gd name="T1" fmla="*/ 149 h 6"/>
                  <a:gd name="T2" fmla="*/ 37 w 6"/>
                  <a:gd name="T3" fmla="*/ 44 h 6"/>
                  <a:gd name="T4" fmla="*/ 130 w 6"/>
                  <a:gd name="T5" fmla="*/ 81 h 6"/>
                  <a:gd name="T6" fmla="*/ 92 w 6"/>
                  <a:gd name="T7" fmla="*/ 229 h 6"/>
                  <a:gd name="T8" fmla="*/ 22 w 6"/>
                  <a:gd name="T9" fmla="*/ 1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ubicBezTo>
                      <a:pt x="3" y="6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6" name="Freeform 1774">
                <a:extLst>
                  <a:ext uri="{FF2B5EF4-FFF2-40B4-BE49-F238E27FC236}">
                    <a16:creationId xmlns:a16="http://schemas.microsoft.com/office/drawing/2014/main" id="{1898FE0D-1A61-4E68-AA73-97A7613F7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902"/>
                <a:ext cx="73" cy="73"/>
              </a:xfrm>
              <a:custGeom>
                <a:avLst/>
                <a:gdLst>
                  <a:gd name="T0" fmla="*/ 0 w 42"/>
                  <a:gd name="T1" fmla="*/ 341 h 39"/>
                  <a:gd name="T2" fmla="*/ 257 w 42"/>
                  <a:gd name="T3" fmla="*/ 0 h 39"/>
                  <a:gd name="T4" fmla="*/ 1159 w 42"/>
                  <a:gd name="T5" fmla="*/ 1679 h 39"/>
                  <a:gd name="T6" fmla="*/ 257 w 42"/>
                  <a:gd name="T7" fmla="*/ 294 h 39"/>
                  <a:gd name="T8" fmla="*/ 0 w 42"/>
                  <a:gd name="T9" fmla="*/ 34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9">
                    <a:moveTo>
                      <a:pt x="0" y="8"/>
                    </a:moveTo>
                    <a:cubicBezTo>
                      <a:pt x="3" y="6"/>
                      <a:pt x="8" y="1"/>
                      <a:pt x="9" y="0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2" y="39"/>
                      <a:pt x="14" y="7"/>
                      <a:pt x="9" y="7"/>
                    </a:cubicBezTo>
                    <a:cubicBezTo>
                      <a:pt x="5" y="7"/>
                      <a:pt x="1" y="9"/>
                      <a:pt x="0" y="8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7" name="Freeform 1775">
                <a:extLst>
                  <a:ext uri="{FF2B5EF4-FFF2-40B4-BE49-F238E27FC236}">
                    <a16:creationId xmlns:a16="http://schemas.microsoft.com/office/drawing/2014/main" id="{D70819E6-EB3B-4776-AF4A-13957E1FB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147"/>
                <a:ext cx="112" cy="54"/>
              </a:xfrm>
              <a:custGeom>
                <a:avLst/>
                <a:gdLst>
                  <a:gd name="T0" fmla="*/ 0 w 64"/>
                  <a:gd name="T1" fmla="*/ 443 h 29"/>
                  <a:gd name="T2" fmla="*/ 151 w 64"/>
                  <a:gd name="T3" fmla="*/ 0 h 29"/>
                  <a:gd name="T4" fmla="*/ 1838 w 64"/>
                  <a:gd name="T5" fmla="*/ 1214 h 29"/>
                  <a:gd name="T6" fmla="*/ 236 w 64"/>
                  <a:gd name="T7" fmla="*/ 290 h 29"/>
                  <a:gd name="T8" fmla="*/ 0 w 64"/>
                  <a:gd name="T9" fmla="*/ 44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29">
                    <a:moveTo>
                      <a:pt x="0" y="11"/>
                    </a:moveTo>
                    <a:cubicBezTo>
                      <a:pt x="2" y="8"/>
                      <a:pt x="5" y="1"/>
                      <a:pt x="5" y="0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4" y="29"/>
                      <a:pt x="12" y="5"/>
                      <a:pt x="8" y="7"/>
                    </a:cubicBezTo>
                    <a:cubicBezTo>
                      <a:pt x="4" y="8"/>
                      <a:pt x="1" y="11"/>
                      <a:pt x="0" y="11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8" name="Freeform 1776">
                <a:extLst>
                  <a:ext uri="{FF2B5EF4-FFF2-40B4-BE49-F238E27FC236}">
                    <a16:creationId xmlns:a16="http://schemas.microsoft.com/office/drawing/2014/main" id="{72D91B9D-91B4-486B-86C6-3F61C9A93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627"/>
                <a:ext cx="125" cy="125"/>
              </a:xfrm>
              <a:custGeom>
                <a:avLst/>
                <a:gdLst>
                  <a:gd name="T0" fmla="*/ 1814 w 72"/>
                  <a:gd name="T1" fmla="*/ 591 h 67"/>
                  <a:gd name="T2" fmla="*/ 1293 w 72"/>
                  <a:gd name="T3" fmla="*/ 0 h 67"/>
                  <a:gd name="T4" fmla="*/ 1606 w 72"/>
                  <a:gd name="T5" fmla="*/ 494 h 67"/>
                  <a:gd name="T6" fmla="*/ 663 w 72"/>
                  <a:gd name="T7" fmla="*/ 2534 h 67"/>
                  <a:gd name="T8" fmla="*/ 0 w 72"/>
                  <a:gd name="T9" fmla="*/ 2774 h 67"/>
                  <a:gd name="T10" fmla="*/ 901 w 72"/>
                  <a:gd name="T11" fmla="*/ 2534 h 67"/>
                  <a:gd name="T12" fmla="*/ 1814 w 72"/>
                  <a:gd name="T13" fmla="*/ 591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67">
                    <a:moveTo>
                      <a:pt x="66" y="14"/>
                    </a:moveTo>
                    <a:cubicBezTo>
                      <a:pt x="63" y="7"/>
                      <a:pt x="56" y="2"/>
                      <a:pt x="47" y="0"/>
                    </a:cubicBezTo>
                    <a:cubicBezTo>
                      <a:pt x="53" y="3"/>
                      <a:pt x="56" y="7"/>
                      <a:pt x="59" y="12"/>
                    </a:cubicBezTo>
                    <a:cubicBezTo>
                      <a:pt x="65" y="28"/>
                      <a:pt x="50" y="49"/>
                      <a:pt x="24" y="60"/>
                    </a:cubicBezTo>
                    <a:cubicBezTo>
                      <a:pt x="17" y="63"/>
                      <a:pt x="7" y="66"/>
                      <a:pt x="0" y="66"/>
                    </a:cubicBezTo>
                    <a:cubicBezTo>
                      <a:pt x="9" y="67"/>
                      <a:pt x="22" y="65"/>
                      <a:pt x="33" y="60"/>
                    </a:cubicBezTo>
                    <a:cubicBezTo>
                      <a:pt x="57" y="50"/>
                      <a:pt x="72" y="29"/>
                      <a:pt x="66" y="14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9" name="Freeform 1777">
                <a:extLst>
                  <a:ext uri="{FF2B5EF4-FFF2-40B4-BE49-F238E27FC236}">
                    <a16:creationId xmlns:a16="http://schemas.microsoft.com/office/drawing/2014/main" id="{F884848E-E947-4A19-8677-FDB55AC59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623"/>
                <a:ext cx="130" cy="127"/>
              </a:xfrm>
              <a:custGeom>
                <a:avLst/>
                <a:gdLst>
                  <a:gd name="T0" fmla="*/ 442 w 75"/>
                  <a:gd name="T1" fmla="*/ 2411 h 68"/>
                  <a:gd name="T2" fmla="*/ 1302 w 75"/>
                  <a:gd name="T3" fmla="*/ 338 h 68"/>
                  <a:gd name="T4" fmla="*/ 1959 w 75"/>
                  <a:gd name="T5" fmla="*/ 45 h 68"/>
                  <a:gd name="T6" fmla="*/ 1922 w 75"/>
                  <a:gd name="T7" fmla="*/ 45 h 68"/>
                  <a:gd name="T8" fmla="*/ 1896 w 75"/>
                  <a:gd name="T9" fmla="*/ 45 h 68"/>
                  <a:gd name="T10" fmla="*/ 1085 w 75"/>
                  <a:gd name="T11" fmla="*/ 254 h 68"/>
                  <a:gd name="T12" fmla="*/ 151 w 75"/>
                  <a:gd name="T13" fmla="*/ 2299 h 68"/>
                  <a:gd name="T14" fmla="*/ 676 w 75"/>
                  <a:gd name="T15" fmla="*/ 2886 h 68"/>
                  <a:gd name="T16" fmla="*/ 442 w 75"/>
                  <a:gd name="T17" fmla="*/ 2411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68">
                    <a:moveTo>
                      <a:pt x="16" y="57"/>
                    </a:moveTo>
                    <a:cubicBezTo>
                      <a:pt x="9" y="42"/>
                      <a:pt x="23" y="18"/>
                      <a:pt x="48" y="8"/>
                    </a:cubicBezTo>
                    <a:cubicBezTo>
                      <a:pt x="56" y="5"/>
                      <a:pt x="64" y="2"/>
                      <a:pt x="72" y="1"/>
                    </a:cubicBezTo>
                    <a:cubicBezTo>
                      <a:pt x="73" y="1"/>
                      <a:pt x="75" y="1"/>
                      <a:pt x="71" y="1"/>
                    </a:cubicBezTo>
                    <a:cubicBezTo>
                      <a:pt x="71" y="1"/>
                      <a:pt x="70" y="1"/>
                      <a:pt x="70" y="1"/>
                    </a:cubicBezTo>
                    <a:cubicBezTo>
                      <a:pt x="61" y="0"/>
                      <a:pt x="50" y="2"/>
                      <a:pt x="40" y="6"/>
                    </a:cubicBezTo>
                    <a:cubicBezTo>
                      <a:pt x="15" y="17"/>
                      <a:pt x="0" y="38"/>
                      <a:pt x="6" y="54"/>
                    </a:cubicBezTo>
                    <a:cubicBezTo>
                      <a:pt x="9" y="61"/>
                      <a:pt x="16" y="65"/>
                      <a:pt x="25" y="68"/>
                    </a:cubicBezTo>
                    <a:cubicBezTo>
                      <a:pt x="21" y="65"/>
                      <a:pt x="18" y="62"/>
                      <a:pt x="16" y="57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0" name="Oval 1778">
                <a:extLst>
                  <a:ext uri="{FF2B5EF4-FFF2-40B4-BE49-F238E27FC236}">
                    <a16:creationId xmlns:a16="http://schemas.microsoft.com/office/drawing/2014/main" id="{6789B1D3-802D-4E2C-8AE7-92AFDA5EF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1675"/>
                <a:ext cx="21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41" name="Oval 1779">
                <a:extLst>
                  <a:ext uri="{FF2B5EF4-FFF2-40B4-BE49-F238E27FC236}">
                    <a16:creationId xmlns:a16="http://schemas.microsoft.com/office/drawing/2014/main" id="{EC467A00-272A-44A1-A7C2-A0FCCF3CF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2" y="166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42" name="Oval 1780">
                <a:extLst>
                  <a:ext uri="{FF2B5EF4-FFF2-40B4-BE49-F238E27FC236}">
                    <a16:creationId xmlns:a16="http://schemas.microsoft.com/office/drawing/2014/main" id="{F26E51CB-1FF0-4D0D-A836-C298D662C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1" y="17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43" name="Freeform 1781">
                <a:extLst>
                  <a:ext uri="{FF2B5EF4-FFF2-40B4-BE49-F238E27FC236}">
                    <a16:creationId xmlns:a16="http://schemas.microsoft.com/office/drawing/2014/main" id="{C53827ED-4EE2-4F0A-B4C4-4CBBA0401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744"/>
                <a:ext cx="37" cy="56"/>
              </a:xfrm>
              <a:custGeom>
                <a:avLst/>
                <a:gdLst>
                  <a:gd name="T0" fmla="*/ 0 w 21"/>
                  <a:gd name="T1" fmla="*/ 157 h 30"/>
                  <a:gd name="T2" fmla="*/ 317 w 21"/>
                  <a:gd name="T3" fmla="*/ 0 h 30"/>
                  <a:gd name="T4" fmla="*/ 631 w 21"/>
                  <a:gd name="T5" fmla="*/ 1275 h 30"/>
                  <a:gd name="T6" fmla="*/ 268 w 21"/>
                  <a:gd name="T7" fmla="*/ 254 h 30"/>
                  <a:gd name="T8" fmla="*/ 0 w 21"/>
                  <a:gd name="T9" fmla="*/ 15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0">
                    <a:moveTo>
                      <a:pt x="0" y="4"/>
                    </a:moveTo>
                    <a:cubicBezTo>
                      <a:pt x="3" y="3"/>
                      <a:pt x="10" y="0"/>
                      <a:pt x="11" y="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1" y="30"/>
                      <a:pt x="13" y="8"/>
                      <a:pt x="9" y="6"/>
                    </a:cubicBezTo>
                    <a:cubicBezTo>
                      <a:pt x="4" y="5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4" name="Freeform 1782">
                <a:extLst>
                  <a:ext uri="{FF2B5EF4-FFF2-40B4-BE49-F238E27FC236}">
                    <a16:creationId xmlns:a16="http://schemas.microsoft.com/office/drawing/2014/main" id="{9E1826B2-7E33-4732-B0B0-E2B1D80D2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2043"/>
                <a:ext cx="73" cy="162"/>
              </a:xfrm>
              <a:custGeom>
                <a:avLst/>
                <a:gdLst>
                  <a:gd name="T0" fmla="*/ 640 w 42"/>
                  <a:gd name="T1" fmla="*/ 128 h 87"/>
                  <a:gd name="T2" fmla="*/ 0 w 42"/>
                  <a:gd name="T3" fmla="*/ 238 h 87"/>
                  <a:gd name="T4" fmla="*/ 447 w 42"/>
                  <a:gd name="T5" fmla="*/ 290 h 87"/>
                  <a:gd name="T6" fmla="*/ 713 w 42"/>
                  <a:gd name="T7" fmla="*/ 2666 h 87"/>
                  <a:gd name="T8" fmla="*/ 368 w 42"/>
                  <a:gd name="T9" fmla="*/ 3627 h 87"/>
                  <a:gd name="T10" fmla="*/ 888 w 42"/>
                  <a:gd name="T11" fmla="*/ 2465 h 87"/>
                  <a:gd name="T12" fmla="*/ 640 w 42"/>
                  <a:gd name="T13" fmla="*/ 128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87">
                    <a:moveTo>
                      <a:pt x="23" y="3"/>
                    </a:moveTo>
                    <a:cubicBezTo>
                      <a:pt x="16" y="0"/>
                      <a:pt x="7" y="1"/>
                      <a:pt x="0" y="6"/>
                    </a:cubicBezTo>
                    <a:cubicBezTo>
                      <a:pt x="5" y="4"/>
                      <a:pt x="11" y="4"/>
                      <a:pt x="16" y="7"/>
                    </a:cubicBezTo>
                    <a:cubicBezTo>
                      <a:pt x="32" y="13"/>
                      <a:pt x="36" y="39"/>
                      <a:pt x="26" y="64"/>
                    </a:cubicBezTo>
                    <a:cubicBezTo>
                      <a:pt x="23" y="72"/>
                      <a:pt x="18" y="81"/>
                      <a:pt x="13" y="87"/>
                    </a:cubicBezTo>
                    <a:cubicBezTo>
                      <a:pt x="20" y="81"/>
                      <a:pt x="27" y="70"/>
                      <a:pt x="32" y="59"/>
                    </a:cubicBezTo>
                    <a:cubicBezTo>
                      <a:pt x="42" y="34"/>
                      <a:pt x="38" y="9"/>
                      <a:pt x="23" y="3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5" name="Freeform 1783">
                <a:extLst>
                  <a:ext uri="{FF2B5EF4-FFF2-40B4-BE49-F238E27FC236}">
                    <a16:creationId xmlns:a16="http://schemas.microsoft.com/office/drawing/2014/main" id="{E9080DA7-989C-4FD7-BFBD-4904DCC9C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2058"/>
                <a:ext cx="75" cy="166"/>
              </a:xfrm>
              <a:custGeom>
                <a:avLst/>
                <a:gdLst>
                  <a:gd name="T0" fmla="*/ 822 w 43"/>
                  <a:gd name="T1" fmla="*/ 3451 h 89"/>
                  <a:gd name="T2" fmla="*/ 483 w 43"/>
                  <a:gd name="T3" fmla="*/ 1018 h 89"/>
                  <a:gd name="T4" fmla="*/ 822 w 43"/>
                  <a:gd name="T5" fmla="*/ 136 h 89"/>
                  <a:gd name="T6" fmla="*/ 785 w 43"/>
                  <a:gd name="T7" fmla="*/ 136 h 89"/>
                  <a:gd name="T8" fmla="*/ 757 w 43"/>
                  <a:gd name="T9" fmla="*/ 157 h 89"/>
                  <a:gd name="T10" fmla="*/ 277 w 43"/>
                  <a:gd name="T11" fmla="*/ 1222 h 89"/>
                  <a:gd name="T12" fmla="*/ 535 w 43"/>
                  <a:gd name="T13" fmla="*/ 3607 h 89"/>
                  <a:gd name="T14" fmla="*/ 1210 w 43"/>
                  <a:gd name="T15" fmla="*/ 3495 h 89"/>
                  <a:gd name="T16" fmla="*/ 822 w 43"/>
                  <a:gd name="T17" fmla="*/ 3451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9">
                    <a:moveTo>
                      <a:pt x="29" y="82"/>
                    </a:moveTo>
                    <a:cubicBezTo>
                      <a:pt x="13" y="75"/>
                      <a:pt x="6" y="49"/>
                      <a:pt x="17" y="24"/>
                    </a:cubicBezTo>
                    <a:cubicBezTo>
                      <a:pt x="20" y="16"/>
                      <a:pt x="24" y="9"/>
                      <a:pt x="29" y="3"/>
                    </a:cubicBezTo>
                    <a:cubicBezTo>
                      <a:pt x="29" y="2"/>
                      <a:pt x="31" y="0"/>
                      <a:pt x="28" y="3"/>
                    </a:cubicBezTo>
                    <a:cubicBezTo>
                      <a:pt x="28" y="3"/>
                      <a:pt x="27" y="3"/>
                      <a:pt x="27" y="4"/>
                    </a:cubicBezTo>
                    <a:cubicBezTo>
                      <a:pt x="20" y="10"/>
                      <a:pt x="14" y="18"/>
                      <a:pt x="10" y="29"/>
                    </a:cubicBezTo>
                    <a:cubicBezTo>
                      <a:pt x="0" y="54"/>
                      <a:pt x="4" y="80"/>
                      <a:pt x="19" y="86"/>
                    </a:cubicBezTo>
                    <a:cubicBezTo>
                      <a:pt x="27" y="89"/>
                      <a:pt x="35" y="88"/>
                      <a:pt x="43" y="83"/>
                    </a:cubicBezTo>
                    <a:cubicBezTo>
                      <a:pt x="38" y="84"/>
                      <a:pt x="33" y="84"/>
                      <a:pt x="29" y="82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6" name="Freeform 1784">
                <a:extLst>
                  <a:ext uri="{FF2B5EF4-FFF2-40B4-BE49-F238E27FC236}">
                    <a16:creationId xmlns:a16="http://schemas.microsoft.com/office/drawing/2014/main" id="{B5034A0B-69EE-450B-9D49-FBF0354E3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162"/>
                <a:ext cx="23" cy="24"/>
              </a:xfrm>
              <a:custGeom>
                <a:avLst/>
                <a:gdLst>
                  <a:gd name="T0" fmla="*/ 88 w 13"/>
                  <a:gd name="T1" fmla="*/ 430 h 13"/>
                  <a:gd name="T2" fmla="*/ 88 w 13"/>
                  <a:gd name="T3" fmla="*/ 126 h 13"/>
                  <a:gd name="T4" fmla="*/ 333 w 13"/>
                  <a:gd name="T5" fmla="*/ 126 h 13"/>
                  <a:gd name="T6" fmla="*/ 333 w 13"/>
                  <a:gd name="T7" fmla="*/ 430 h 13"/>
                  <a:gd name="T8" fmla="*/ 88 w 13"/>
                  <a:gd name="T9" fmla="*/ 43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11"/>
                    </a:moveTo>
                    <a:cubicBezTo>
                      <a:pt x="0" y="9"/>
                      <a:pt x="0" y="5"/>
                      <a:pt x="3" y="3"/>
                    </a:cubicBezTo>
                    <a:cubicBezTo>
                      <a:pt x="5" y="0"/>
                      <a:pt x="9" y="0"/>
                      <a:pt x="11" y="3"/>
                    </a:cubicBezTo>
                    <a:cubicBezTo>
                      <a:pt x="13" y="5"/>
                      <a:pt x="13" y="9"/>
                      <a:pt x="11" y="11"/>
                    </a:cubicBezTo>
                    <a:cubicBezTo>
                      <a:pt x="9" y="13"/>
                      <a:pt x="5" y="13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7" name="Freeform 1785">
                <a:extLst>
                  <a:ext uri="{FF2B5EF4-FFF2-40B4-BE49-F238E27FC236}">
                    <a16:creationId xmlns:a16="http://schemas.microsoft.com/office/drawing/2014/main" id="{6422DFDB-3551-4580-A5F0-BAB9C16CA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2144"/>
                <a:ext cx="16" cy="16"/>
              </a:xfrm>
              <a:custGeom>
                <a:avLst/>
                <a:gdLst>
                  <a:gd name="T0" fmla="*/ 66 w 9"/>
                  <a:gd name="T1" fmla="*/ 247 h 9"/>
                  <a:gd name="T2" fmla="*/ 66 w 9"/>
                  <a:gd name="T3" fmla="*/ 66 h 9"/>
                  <a:gd name="T4" fmla="*/ 247 w 9"/>
                  <a:gd name="T5" fmla="*/ 66 h 9"/>
                  <a:gd name="T6" fmla="*/ 247 w 9"/>
                  <a:gd name="T7" fmla="*/ 247 h 9"/>
                  <a:gd name="T8" fmla="*/ 66 w 9"/>
                  <a:gd name="T9" fmla="*/ 2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0" y="6"/>
                      <a:pt x="0" y="4"/>
                      <a:pt x="2" y="2"/>
                    </a:cubicBezTo>
                    <a:cubicBezTo>
                      <a:pt x="3" y="0"/>
                      <a:pt x="6" y="0"/>
                      <a:pt x="8" y="2"/>
                    </a:cubicBezTo>
                    <a:cubicBezTo>
                      <a:pt x="9" y="4"/>
                      <a:pt x="9" y="6"/>
                      <a:pt x="8" y="8"/>
                    </a:cubicBezTo>
                    <a:cubicBezTo>
                      <a:pt x="6" y="9"/>
                      <a:pt x="3" y="9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8" name="Freeform 1786">
                <a:extLst>
                  <a:ext uri="{FF2B5EF4-FFF2-40B4-BE49-F238E27FC236}">
                    <a16:creationId xmlns:a16="http://schemas.microsoft.com/office/drawing/2014/main" id="{68F0CA0A-1C47-4D4F-9D48-959BB5B0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2188"/>
                <a:ext cx="10" cy="11"/>
              </a:xfrm>
              <a:custGeom>
                <a:avLst/>
                <a:gdLst>
                  <a:gd name="T0" fmla="*/ 22 w 6"/>
                  <a:gd name="T1" fmla="*/ 193 h 6"/>
                  <a:gd name="T2" fmla="*/ 22 w 6"/>
                  <a:gd name="T3" fmla="*/ 44 h 6"/>
                  <a:gd name="T4" fmla="*/ 103 w 6"/>
                  <a:gd name="T5" fmla="*/ 44 h 6"/>
                  <a:gd name="T6" fmla="*/ 103 w 6"/>
                  <a:gd name="T7" fmla="*/ 193 h 6"/>
                  <a:gd name="T8" fmla="*/ 22 w 6"/>
                  <a:gd name="T9" fmla="*/ 1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9" name="Freeform 1787">
                <a:extLst>
                  <a:ext uri="{FF2B5EF4-FFF2-40B4-BE49-F238E27FC236}">
                    <a16:creationId xmlns:a16="http://schemas.microsoft.com/office/drawing/2014/main" id="{E48963FD-303C-4CA1-88F9-CFD611C61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681"/>
                <a:ext cx="151" cy="80"/>
              </a:xfrm>
              <a:custGeom>
                <a:avLst/>
                <a:gdLst>
                  <a:gd name="T0" fmla="*/ 2296 w 87"/>
                  <a:gd name="T1" fmla="*/ 1005 h 43"/>
                  <a:gd name="T2" fmla="*/ 2183 w 87"/>
                  <a:gd name="T3" fmla="*/ 0 h 43"/>
                  <a:gd name="T4" fmla="*/ 2183 w 87"/>
                  <a:gd name="T5" fmla="*/ 720 h 43"/>
                  <a:gd name="T6" fmla="*/ 602 w 87"/>
                  <a:gd name="T7" fmla="*/ 1114 h 43"/>
                  <a:gd name="T8" fmla="*/ 0 w 87"/>
                  <a:gd name="T9" fmla="*/ 575 h 43"/>
                  <a:gd name="T10" fmla="*/ 774 w 87"/>
                  <a:gd name="T11" fmla="*/ 1353 h 43"/>
                  <a:gd name="T12" fmla="*/ 2296 w 87"/>
                  <a:gd name="T13" fmla="*/ 100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43">
                    <a:moveTo>
                      <a:pt x="84" y="24"/>
                    </a:moveTo>
                    <a:cubicBezTo>
                      <a:pt x="87" y="16"/>
                      <a:pt x="86" y="8"/>
                      <a:pt x="80" y="0"/>
                    </a:cubicBezTo>
                    <a:cubicBezTo>
                      <a:pt x="83" y="6"/>
                      <a:pt x="82" y="12"/>
                      <a:pt x="80" y="17"/>
                    </a:cubicBezTo>
                    <a:cubicBezTo>
                      <a:pt x="74" y="33"/>
                      <a:pt x="48" y="37"/>
                      <a:pt x="22" y="27"/>
                    </a:cubicBezTo>
                    <a:cubicBezTo>
                      <a:pt x="14" y="23"/>
                      <a:pt x="6" y="19"/>
                      <a:pt x="0" y="14"/>
                    </a:cubicBezTo>
                    <a:cubicBezTo>
                      <a:pt x="6" y="21"/>
                      <a:pt x="17" y="28"/>
                      <a:pt x="28" y="33"/>
                    </a:cubicBezTo>
                    <a:cubicBezTo>
                      <a:pt x="52" y="43"/>
                      <a:pt x="77" y="39"/>
                      <a:pt x="84" y="24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0" name="Freeform 1788">
                <a:extLst>
                  <a:ext uri="{FF2B5EF4-FFF2-40B4-BE49-F238E27FC236}">
                    <a16:creationId xmlns:a16="http://schemas.microsoft.com/office/drawing/2014/main" id="{4D862A53-BCB0-4CFC-82AE-37874DDBA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616"/>
                <a:ext cx="122" cy="82"/>
              </a:xfrm>
              <a:custGeom>
                <a:avLst/>
                <a:gdLst>
                  <a:gd name="T0" fmla="*/ 195 w 70"/>
                  <a:gd name="T1" fmla="*/ 1073 h 44"/>
                  <a:gd name="T2" fmla="*/ 1689 w 70"/>
                  <a:gd name="T3" fmla="*/ 472 h 44"/>
                  <a:gd name="T4" fmla="*/ 1689 w 70"/>
                  <a:gd name="T5" fmla="*/ 472 h 44"/>
                  <a:gd name="T6" fmla="*/ 49 w 70"/>
                  <a:gd name="T7" fmla="*/ 833 h 44"/>
                  <a:gd name="T8" fmla="*/ 159 w 70"/>
                  <a:gd name="T9" fmla="*/ 1845 h 44"/>
                  <a:gd name="T10" fmla="*/ 195 w 70"/>
                  <a:gd name="T11" fmla="*/ 1073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44">
                    <a:moveTo>
                      <a:pt x="7" y="26"/>
                    </a:moveTo>
                    <a:cubicBezTo>
                      <a:pt x="15" y="11"/>
                      <a:pt x="35" y="0"/>
                      <a:pt x="60" y="11"/>
                    </a:cubicBezTo>
                    <a:cubicBezTo>
                      <a:pt x="68" y="14"/>
                      <a:pt x="70" y="15"/>
                      <a:pt x="60" y="11"/>
                    </a:cubicBezTo>
                    <a:cubicBezTo>
                      <a:pt x="35" y="0"/>
                      <a:pt x="9" y="5"/>
                      <a:pt x="2" y="20"/>
                    </a:cubicBezTo>
                    <a:cubicBezTo>
                      <a:pt x="0" y="28"/>
                      <a:pt x="1" y="36"/>
                      <a:pt x="6" y="44"/>
                    </a:cubicBezTo>
                    <a:cubicBezTo>
                      <a:pt x="5" y="39"/>
                      <a:pt x="4" y="33"/>
                      <a:pt x="7" y="26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1" name="Freeform 1789">
                <a:extLst>
                  <a:ext uri="{FF2B5EF4-FFF2-40B4-BE49-F238E27FC236}">
                    <a16:creationId xmlns:a16="http://schemas.microsoft.com/office/drawing/2014/main" id="{50492518-59A9-4632-BA5B-6054E1495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640"/>
                <a:ext cx="22" cy="24"/>
              </a:xfrm>
              <a:custGeom>
                <a:avLst/>
                <a:gdLst>
                  <a:gd name="T0" fmla="*/ 69 w 13"/>
                  <a:gd name="T1" fmla="*/ 81 h 13"/>
                  <a:gd name="T2" fmla="*/ 261 w 13"/>
                  <a:gd name="T3" fmla="*/ 81 h 13"/>
                  <a:gd name="T4" fmla="*/ 261 w 13"/>
                  <a:gd name="T5" fmla="*/ 430 h 13"/>
                  <a:gd name="T6" fmla="*/ 69 w 13"/>
                  <a:gd name="T7" fmla="*/ 430 h 13"/>
                  <a:gd name="T8" fmla="*/ 69 w 13"/>
                  <a:gd name="T9" fmla="*/ 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2"/>
                    </a:moveTo>
                    <a:cubicBezTo>
                      <a:pt x="5" y="0"/>
                      <a:pt x="9" y="0"/>
                      <a:pt x="11" y="2"/>
                    </a:cubicBezTo>
                    <a:cubicBezTo>
                      <a:pt x="13" y="5"/>
                      <a:pt x="13" y="8"/>
                      <a:pt x="11" y="11"/>
                    </a:cubicBezTo>
                    <a:cubicBezTo>
                      <a:pt x="9" y="13"/>
                      <a:pt x="5" y="13"/>
                      <a:pt x="3" y="11"/>
                    </a:cubicBezTo>
                    <a:cubicBezTo>
                      <a:pt x="0" y="8"/>
                      <a:pt x="0" y="5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2" name="Freeform 1790">
                <a:extLst>
                  <a:ext uri="{FF2B5EF4-FFF2-40B4-BE49-F238E27FC236}">
                    <a16:creationId xmlns:a16="http://schemas.microsoft.com/office/drawing/2014/main" id="{F44F1894-6020-4258-A711-5AC2EE759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631"/>
                <a:ext cx="15" cy="17"/>
              </a:xfrm>
              <a:custGeom>
                <a:avLst/>
                <a:gdLst>
                  <a:gd name="T0" fmla="*/ 37 w 9"/>
                  <a:gd name="T1" fmla="*/ 100 h 9"/>
                  <a:gd name="T2" fmla="*/ 153 w 9"/>
                  <a:gd name="T3" fmla="*/ 100 h 9"/>
                  <a:gd name="T4" fmla="*/ 153 w 9"/>
                  <a:gd name="T5" fmla="*/ 317 h 9"/>
                  <a:gd name="T6" fmla="*/ 37 w 9"/>
                  <a:gd name="T7" fmla="*/ 31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3" name="Freeform 1791">
                <a:extLst>
                  <a:ext uri="{FF2B5EF4-FFF2-40B4-BE49-F238E27FC236}">
                    <a16:creationId xmlns:a16="http://schemas.microsoft.com/office/drawing/2014/main" id="{15C577C1-31CA-458B-8D8D-6754026A8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668"/>
                <a:ext cx="11" cy="11"/>
              </a:xfrm>
              <a:custGeom>
                <a:avLst/>
                <a:gdLst>
                  <a:gd name="T0" fmla="*/ 44 w 6"/>
                  <a:gd name="T1" fmla="*/ 44 h 6"/>
                  <a:gd name="T2" fmla="*/ 149 w 6"/>
                  <a:gd name="T3" fmla="*/ 44 h 6"/>
                  <a:gd name="T4" fmla="*/ 149 w 6"/>
                  <a:gd name="T5" fmla="*/ 193 h 6"/>
                  <a:gd name="T6" fmla="*/ 44 w 6"/>
                  <a:gd name="T7" fmla="*/ 193 h 6"/>
                  <a:gd name="T8" fmla="*/ 44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6" y="2"/>
                      <a:pt x="6" y="4"/>
                      <a:pt x="4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4" name="Freeform 1792">
                <a:extLst>
                  <a:ext uri="{FF2B5EF4-FFF2-40B4-BE49-F238E27FC236}">
                    <a16:creationId xmlns:a16="http://schemas.microsoft.com/office/drawing/2014/main" id="{13D55E07-84AD-4BF6-80B4-3AE4D964A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826"/>
                <a:ext cx="19" cy="20"/>
              </a:xfrm>
              <a:custGeom>
                <a:avLst/>
                <a:gdLst>
                  <a:gd name="T0" fmla="*/ 48 w 11"/>
                  <a:gd name="T1" fmla="*/ 80 h 11"/>
                  <a:gd name="T2" fmla="*/ 247 w 11"/>
                  <a:gd name="T3" fmla="*/ 80 h 11"/>
                  <a:gd name="T4" fmla="*/ 247 w 11"/>
                  <a:gd name="T5" fmla="*/ 318 h 11"/>
                  <a:gd name="T6" fmla="*/ 48 w 11"/>
                  <a:gd name="T7" fmla="*/ 318 h 11"/>
                  <a:gd name="T8" fmla="*/ 48 w 11"/>
                  <a:gd name="T9" fmla="*/ 8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2" y="2"/>
                    </a:moveTo>
                    <a:cubicBezTo>
                      <a:pt x="4" y="0"/>
                      <a:pt x="7" y="0"/>
                      <a:pt x="9" y="2"/>
                    </a:cubicBezTo>
                    <a:cubicBezTo>
                      <a:pt x="11" y="4"/>
                      <a:pt x="11" y="7"/>
                      <a:pt x="9" y="9"/>
                    </a:cubicBezTo>
                    <a:cubicBezTo>
                      <a:pt x="7" y="11"/>
                      <a:pt x="4" y="11"/>
                      <a:pt x="2" y="9"/>
                    </a:cubicBezTo>
                    <a:cubicBezTo>
                      <a:pt x="0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5" name="Freeform 1793">
                <a:extLst>
                  <a:ext uri="{FF2B5EF4-FFF2-40B4-BE49-F238E27FC236}">
                    <a16:creationId xmlns:a16="http://schemas.microsoft.com/office/drawing/2014/main" id="{E92AC84F-94C1-42B8-A412-28627CBD0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811"/>
                <a:ext cx="10" cy="9"/>
              </a:xfrm>
              <a:custGeom>
                <a:avLst/>
                <a:gdLst>
                  <a:gd name="T0" fmla="*/ 22 w 6"/>
                  <a:gd name="T1" fmla="*/ 41 h 5"/>
                  <a:gd name="T2" fmla="*/ 103 w 6"/>
                  <a:gd name="T3" fmla="*/ 41 h 5"/>
                  <a:gd name="T4" fmla="*/ 103 w 6"/>
                  <a:gd name="T5" fmla="*/ 133 h 5"/>
                  <a:gd name="T6" fmla="*/ 22 w 6"/>
                  <a:gd name="T7" fmla="*/ 133 h 5"/>
                  <a:gd name="T8" fmla="*/ 22 w 6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6" name="Freeform 1794">
                <a:extLst>
                  <a:ext uri="{FF2B5EF4-FFF2-40B4-BE49-F238E27FC236}">
                    <a16:creationId xmlns:a16="http://schemas.microsoft.com/office/drawing/2014/main" id="{9F1B4177-DF3A-4AC6-B52B-0BE6F699F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852"/>
                <a:ext cx="9" cy="11"/>
              </a:xfrm>
              <a:custGeom>
                <a:avLst/>
                <a:gdLst>
                  <a:gd name="T0" fmla="*/ 41 w 5"/>
                  <a:gd name="T1" fmla="*/ 44 h 6"/>
                  <a:gd name="T2" fmla="*/ 133 w 5"/>
                  <a:gd name="T3" fmla="*/ 44 h 6"/>
                  <a:gd name="T4" fmla="*/ 133 w 5"/>
                  <a:gd name="T5" fmla="*/ 193 h 6"/>
                  <a:gd name="T6" fmla="*/ 41 w 5"/>
                  <a:gd name="T7" fmla="*/ 193 h 6"/>
                  <a:gd name="T8" fmla="*/ 41 w 5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7" name="Freeform 1795">
                <a:extLst>
                  <a:ext uri="{FF2B5EF4-FFF2-40B4-BE49-F238E27FC236}">
                    <a16:creationId xmlns:a16="http://schemas.microsoft.com/office/drawing/2014/main" id="{2CA2B4D5-0C64-400F-96F5-2C87F8F67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744"/>
                <a:ext cx="26" cy="67"/>
              </a:xfrm>
              <a:custGeom>
                <a:avLst/>
                <a:gdLst>
                  <a:gd name="T0" fmla="*/ 147 w 15"/>
                  <a:gd name="T1" fmla="*/ 0 h 36"/>
                  <a:gd name="T2" fmla="*/ 406 w 15"/>
                  <a:gd name="T3" fmla="*/ 208 h 36"/>
                  <a:gd name="T4" fmla="*/ 0 w 15"/>
                  <a:gd name="T5" fmla="*/ 1504 h 36"/>
                  <a:gd name="T6" fmla="*/ 255 w 15"/>
                  <a:gd name="T7" fmla="*/ 337 h 36"/>
                  <a:gd name="T8" fmla="*/ 147 w 1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6">
                    <a:moveTo>
                      <a:pt x="5" y="0"/>
                    </a:moveTo>
                    <a:cubicBezTo>
                      <a:pt x="8" y="2"/>
                      <a:pt x="15" y="5"/>
                      <a:pt x="15" y="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11" y="12"/>
                      <a:pt x="9" y="8"/>
                    </a:cubicBezTo>
                    <a:cubicBezTo>
                      <a:pt x="7" y="4"/>
                      <a:pt x="5" y="1"/>
                      <a:pt x="5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8" name="Freeform 1796">
                <a:extLst>
                  <a:ext uri="{FF2B5EF4-FFF2-40B4-BE49-F238E27FC236}">
                    <a16:creationId xmlns:a16="http://schemas.microsoft.com/office/drawing/2014/main" id="{8340DCEC-D554-4F09-A0FD-AD37204B3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906"/>
                <a:ext cx="66" cy="82"/>
              </a:xfrm>
              <a:custGeom>
                <a:avLst/>
                <a:gdLst>
                  <a:gd name="T0" fmla="*/ 818 w 38"/>
                  <a:gd name="T1" fmla="*/ 0 h 44"/>
                  <a:gd name="T2" fmla="*/ 1047 w 38"/>
                  <a:gd name="T3" fmla="*/ 337 h 44"/>
                  <a:gd name="T4" fmla="*/ 0 w 38"/>
                  <a:gd name="T5" fmla="*/ 1845 h 44"/>
                  <a:gd name="T6" fmla="*/ 855 w 38"/>
                  <a:gd name="T7" fmla="*/ 390 h 44"/>
                  <a:gd name="T8" fmla="*/ 818 w 38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4">
                    <a:moveTo>
                      <a:pt x="30" y="0"/>
                    </a:moveTo>
                    <a:cubicBezTo>
                      <a:pt x="32" y="3"/>
                      <a:pt x="37" y="8"/>
                      <a:pt x="38" y="8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31" y="13"/>
                      <a:pt x="31" y="9"/>
                    </a:cubicBezTo>
                    <a:cubicBezTo>
                      <a:pt x="31" y="4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9" name="Freeform 1797">
                <a:extLst>
                  <a:ext uri="{FF2B5EF4-FFF2-40B4-BE49-F238E27FC236}">
                    <a16:creationId xmlns:a16="http://schemas.microsoft.com/office/drawing/2014/main" id="{5FBFC9F6-626C-4D7D-92A1-B737433F4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060"/>
                <a:ext cx="74" cy="160"/>
              </a:xfrm>
              <a:custGeom>
                <a:avLst/>
                <a:gdLst>
                  <a:gd name="T0" fmla="*/ 696 w 42"/>
                  <a:gd name="T1" fmla="*/ 3436 h 86"/>
                  <a:gd name="T2" fmla="*/ 0 w 42"/>
                  <a:gd name="T3" fmla="*/ 3315 h 86"/>
                  <a:gd name="T4" fmla="*/ 509 w 42"/>
                  <a:gd name="T5" fmla="*/ 3315 h 86"/>
                  <a:gd name="T6" fmla="*/ 782 w 42"/>
                  <a:gd name="T7" fmla="*/ 906 h 86"/>
                  <a:gd name="T8" fmla="*/ 395 w 42"/>
                  <a:gd name="T9" fmla="*/ 0 h 86"/>
                  <a:gd name="T10" fmla="*/ 953 w 42"/>
                  <a:gd name="T11" fmla="*/ 1159 h 86"/>
                  <a:gd name="T12" fmla="*/ 696 w 42"/>
                  <a:gd name="T13" fmla="*/ 3436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86">
                    <a:moveTo>
                      <a:pt x="23" y="83"/>
                    </a:moveTo>
                    <a:cubicBezTo>
                      <a:pt x="16" y="86"/>
                      <a:pt x="8" y="85"/>
                      <a:pt x="0" y="80"/>
                    </a:cubicBezTo>
                    <a:cubicBezTo>
                      <a:pt x="6" y="82"/>
                      <a:pt x="11" y="82"/>
                      <a:pt x="17" y="80"/>
                    </a:cubicBezTo>
                    <a:cubicBezTo>
                      <a:pt x="32" y="73"/>
                      <a:pt x="37" y="47"/>
                      <a:pt x="26" y="22"/>
                    </a:cubicBezTo>
                    <a:cubicBezTo>
                      <a:pt x="23" y="14"/>
                      <a:pt x="18" y="5"/>
                      <a:pt x="13" y="0"/>
                    </a:cubicBezTo>
                    <a:cubicBezTo>
                      <a:pt x="21" y="6"/>
                      <a:pt x="28" y="17"/>
                      <a:pt x="32" y="28"/>
                    </a:cubicBezTo>
                    <a:cubicBezTo>
                      <a:pt x="42" y="52"/>
                      <a:pt x="38" y="77"/>
                      <a:pt x="23" y="83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0" name="Freeform 1798">
                <a:extLst>
                  <a:ext uri="{FF2B5EF4-FFF2-40B4-BE49-F238E27FC236}">
                    <a16:creationId xmlns:a16="http://schemas.microsoft.com/office/drawing/2014/main" id="{53FA2B39-FE89-447B-9F99-5336FE7DB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040"/>
                <a:ext cx="74" cy="165"/>
              </a:xfrm>
              <a:custGeom>
                <a:avLst/>
                <a:gdLst>
                  <a:gd name="T0" fmla="*/ 755 w 43"/>
                  <a:gd name="T1" fmla="*/ 282 h 89"/>
                  <a:gd name="T2" fmla="*/ 439 w 43"/>
                  <a:gd name="T3" fmla="*/ 2644 h 89"/>
                  <a:gd name="T4" fmla="*/ 755 w 43"/>
                  <a:gd name="T5" fmla="*/ 3517 h 89"/>
                  <a:gd name="T6" fmla="*/ 728 w 43"/>
                  <a:gd name="T7" fmla="*/ 3517 h 89"/>
                  <a:gd name="T8" fmla="*/ 694 w 43"/>
                  <a:gd name="T9" fmla="*/ 3461 h 89"/>
                  <a:gd name="T10" fmla="*/ 255 w 43"/>
                  <a:gd name="T11" fmla="*/ 2464 h 89"/>
                  <a:gd name="T12" fmla="*/ 521 w 43"/>
                  <a:gd name="T13" fmla="*/ 128 h 89"/>
                  <a:gd name="T14" fmla="*/ 1117 w 43"/>
                  <a:gd name="T15" fmla="*/ 282 h 89"/>
                  <a:gd name="T16" fmla="*/ 755 w 43"/>
                  <a:gd name="T17" fmla="*/ 282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9">
                    <a:moveTo>
                      <a:pt x="29" y="7"/>
                    </a:moveTo>
                    <a:cubicBezTo>
                      <a:pt x="14" y="14"/>
                      <a:pt x="6" y="40"/>
                      <a:pt x="17" y="65"/>
                    </a:cubicBezTo>
                    <a:cubicBezTo>
                      <a:pt x="20" y="73"/>
                      <a:pt x="24" y="81"/>
                      <a:pt x="29" y="87"/>
                    </a:cubicBezTo>
                    <a:cubicBezTo>
                      <a:pt x="30" y="88"/>
                      <a:pt x="31" y="89"/>
                      <a:pt x="28" y="87"/>
                    </a:cubicBezTo>
                    <a:cubicBezTo>
                      <a:pt x="28" y="86"/>
                      <a:pt x="28" y="86"/>
                      <a:pt x="27" y="85"/>
                    </a:cubicBezTo>
                    <a:cubicBezTo>
                      <a:pt x="21" y="79"/>
                      <a:pt x="15" y="71"/>
                      <a:pt x="10" y="61"/>
                    </a:cubicBezTo>
                    <a:cubicBezTo>
                      <a:pt x="0" y="35"/>
                      <a:pt x="4" y="10"/>
                      <a:pt x="20" y="3"/>
                    </a:cubicBezTo>
                    <a:cubicBezTo>
                      <a:pt x="27" y="0"/>
                      <a:pt x="35" y="2"/>
                      <a:pt x="43" y="7"/>
                    </a:cubicBezTo>
                    <a:cubicBezTo>
                      <a:pt x="38" y="5"/>
                      <a:pt x="34" y="6"/>
                      <a:pt x="29" y="7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1" name="Freeform 1799">
                <a:extLst>
                  <a:ext uri="{FF2B5EF4-FFF2-40B4-BE49-F238E27FC236}">
                    <a16:creationId xmlns:a16="http://schemas.microsoft.com/office/drawing/2014/main" id="{F48DFCD1-6331-4E69-BBBD-369927C99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077"/>
                <a:ext cx="21" cy="24"/>
              </a:xfrm>
              <a:custGeom>
                <a:avLst/>
                <a:gdLst>
                  <a:gd name="T0" fmla="*/ 65 w 12"/>
                  <a:gd name="T1" fmla="*/ 81 h 13"/>
                  <a:gd name="T2" fmla="*/ 65 w 12"/>
                  <a:gd name="T3" fmla="*/ 430 h 13"/>
                  <a:gd name="T4" fmla="*/ 301 w 12"/>
                  <a:gd name="T5" fmla="*/ 430 h 13"/>
                  <a:gd name="T6" fmla="*/ 301 w 12"/>
                  <a:gd name="T7" fmla="*/ 81 h 13"/>
                  <a:gd name="T8" fmla="*/ 65 w 12"/>
                  <a:gd name="T9" fmla="*/ 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2"/>
                    </a:moveTo>
                    <a:cubicBezTo>
                      <a:pt x="0" y="5"/>
                      <a:pt x="0" y="8"/>
                      <a:pt x="2" y="11"/>
                    </a:cubicBezTo>
                    <a:cubicBezTo>
                      <a:pt x="4" y="13"/>
                      <a:pt x="8" y="13"/>
                      <a:pt x="10" y="11"/>
                    </a:cubicBezTo>
                    <a:cubicBezTo>
                      <a:pt x="12" y="8"/>
                      <a:pt x="12" y="5"/>
                      <a:pt x="10" y="2"/>
                    </a:cubicBezTo>
                    <a:cubicBezTo>
                      <a:pt x="8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2" name="Freeform 1800">
                <a:extLst>
                  <a:ext uri="{FF2B5EF4-FFF2-40B4-BE49-F238E27FC236}">
                    <a16:creationId xmlns:a16="http://schemas.microsoft.com/office/drawing/2014/main" id="{B7E71C41-8115-4EE7-A7A2-4BD2A746E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103"/>
                <a:ext cx="14" cy="17"/>
              </a:xfrm>
              <a:custGeom>
                <a:avLst/>
                <a:gdLst>
                  <a:gd name="T0" fmla="*/ 37 w 8"/>
                  <a:gd name="T1" fmla="*/ 53 h 9"/>
                  <a:gd name="T2" fmla="*/ 37 w 8"/>
                  <a:gd name="T3" fmla="*/ 317 h 9"/>
                  <a:gd name="T4" fmla="*/ 200 w 8"/>
                  <a:gd name="T5" fmla="*/ 317 h 9"/>
                  <a:gd name="T6" fmla="*/ 200 w 8"/>
                  <a:gd name="T7" fmla="*/ 53 h 9"/>
                  <a:gd name="T8" fmla="*/ 37 w 8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1"/>
                    </a:moveTo>
                    <a:cubicBezTo>
                      <a:pt x="0" y="3"/>
                      <a:pt x="0" y="6"/>
                      <a:pt x="1" y="7"/>
                    </a:cubicBezTo>
                    <a:cubicBezTo>
                      <a:pt x="3" y="9"/>
                      <a:pt x="5" y="9"/>
                      <a:pt x="7" y="7"/>
                    </a:cubicBezTo>
                    <a:cubicBezTo>
                      <a:pt x="8" y="6"/>
                      <a:pt x="8" y="3"/>
                      <a:pt x="7" y="1"/>
                    </a:cubicBezTo>
                    <a:cubicBezTo>
                      <a:pt x="5" y="0"/>
                      <a:pt x="3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3" name="Freeform 1801">
                <a:extLst>
                  <a:ext uri="{FF2B5EF4-FFF2-40B4-BE49-F238E27FC236}">
                    <a16:creationId xmlns:a16="http://schemas.microsoft.com/office/drawing/2014/main" id="{1D624801-E64D-4A31-A15B-51D99D2A0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064"/>
                <a:ext cx="9" cy="11"/>
              </a:xfrm>
              <a:custGeom>
                <a:avLst/>
                <a:gdLst>
                  <a:gd name="T0" fmla="*/ 41 w 5"/>
                  <a:gd name="T1" fmla="*/ 44 h 6"/>
                  <a:gd name="T2" fmla="*/ 41 w 5"/>
                  <a:gd name="T3" fmla="*/ 193 h 6"/>
                  <a:gd name="T4" fmla="*/ 133 w 5"/>
                  <a:gd name="T5" fmla="*/ 193 h 6"/>
                  <a:gd name="T6" fmla="*/ 133 w 5"/>
                  <a:gd name="T7" fmla="*/ 44 h 6"/>
                  <a:gd name="T8" fmla="*/ 41 w 5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2" y="6"/>
                      <a:pt x="3" y="6"/>
                      <a:pt x="4" y="5"/>
                    </a:cubicBezTo>
                    <a:cubicBezTo>
                      <a:pt x="5" y="4"/>
                      <a:pt x="5" y="2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4" name="Freeform 1802">
                <a:extLst>
                  <a:ext uri="{FF2B5EF4-FFF2-40B4-BE49-F238E27FC236}">
                    <a16:creationId xmlns:a16="http://schemas.microsoft.com/office/drawing/2014/main" id="{E938C304-36EC-42F8-8B3B-E5FE446BF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3099"/>
                <a:ext cx="124" cy="128"/>
              </a:xfrm>
              <a:custGeom>
                <a:avLst/>
                <a:gdLst>
                  <a:gd name="T0" fmla="*/ 1822 w 71"/>
                  <a:gd name="T1" fmla="*/ 2241 h 69"/>
                  <a:gd name="T2" fmla="*/ 1284 w 71"/>
                  <a:gd name="T3" fmla="*/ 2809 h 69"/>
                  <a:gd name="T4" fmla="*/ 1629 w 71"/>
                  <a:gd name="T5" fmla="*/ 2330 h 69"/>
                  <a:gd name="T6" fmla="*/ 678 w 71"/>
                  <a:gd name="T7" fmla="*/ 330 h 69"/>
                  <a:gd name="T8" fmla="*/ 0 w 71"/>
                  <a:gd name="T9" fmla="*/ 45 h 69"/>
                  <a:gd name="T10" fmla="*/ 936 w 71"/>
                  <a:gd name="T11" fmla="*/ 330 h 69"/>
                  <a:gd name="T12" fmla="*/ 1822 w 71"/>
                  <a:gd name="T13" fmla="*/ 2241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69">
                    <a:moveTo>
                      <a:pt x="64" y="55"/>
                    </a:moveTo>
                    <a:cubicBezTo>
                      <a:pt x="61" y="62"/>
                      <a:pt x="54" y="67"/>
                      <a:pt x="45" y="69"/>
                    </a:cubicBezTo>
                    <a:cubicBezTo>
                      <a:pt x="51" y="66"/>
                      <a:pt x="55" y="62"/>
                      <a:pt x="57" y="57"/>
                    </a:cubicBezTo>
                    <a:cubicBezTo>
                      <a:pt x="64" y="41"/>
                      <a:pt x="49" y="20"/>
                      <a:pt x="24" y="8"/>
                    </a:cubicBezTo>
                    <a:cubicBezTo>
                      <a:pt x="17" y="5"/>
                      <a:pt x="7" y="2"/>
                      <a:pt x="0" y="1"/>
                    </a:cubicBezTo>
                    <a:cubicBezTo>
                      <a:pt x="9" y="0"/>
                      <a:pt x="22" y="3"/>
                      <a:pt x="33" y="8"/>
                    </a:cubicBezTo>
                    <a:cubicBezTo>
                      <a:pt x="57" y="19"/>
                      <a:pt x="71" y="40"/>
                      <a:pt x="64" y="55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5" name="Freeform 1803">
                <a:extLst>
                  <a:ext uri="{FF2B5EF4-FFF2-40B4-BE49-F238E27FC236}">
                    <a16:creationId xmlns:a16="http://schemas.microsoft.com/office/drawing/2014/main" id="{546C4B5A-25E6-4476-BAF1-38B67C039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3101"/>
                <a:ext cx="128" cy="128"/>
              </a:xfrm>
              <a:custGeom>
                <a:avLst/>
                <a:gdLst>
                  <a:gd name="T0" fmla="*/ 446 w 74"/>
                  <a:gd name="T1" fmla="*/ 416 h 69"/>
                  <a:gd name="T2" fmla="*/ 1254 w 74"/>
                  <a:gd name="T3" fmla="*/ 2488 h 69"/>
                  <a:gd name="T4" fmla="*/ 1906 w 74"/>
                  <a:gd name="T5" fmla="*/ 2770 h 69"/>
                  <a:gd name="T6" fmla="*/ 1873 w 74"/>
                  <a:gd name="T7" fmla="*/ 2809 h 69"/>
                  <a:gd name="T8" fmla="*/ 1844 w 74"/>
                  <a:gd name="T9" fmla="*/ 2809 h 69"/>
                  <a:gd name="T10" fmla="*/ 1041 w 74"/>
                  <a:gd name="T11" fmla="*/ 2523 h 69"/>
                  <a:gd name="T12" fmla="*/ 185 w 74"/>
                  <a:gd name="T13" fmla="*/ 568 h 69"/>
                  <a:gd name="T14" fmla="*/ 701 w 74"/>
                  <a:gd name="T15" fmla="*/ 0 h 69"/>
                  <a:gd name="T16" fmla="*/ 446 w 74"/>
                  <a:gd name="T17" fmla="*/ 416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69">
                    <a:moveTo>
                      <a:pt x="17" y="10"/>
                    </a:moveTo>
                    <a:cubicBezTo>
                      <a:pt x="10" y="26"/>
                      <a:pt x="22" y="50"/>
                      <a:pt x="47" y="61"/>
                    </a:cubicBezTo>
                    <a:cubicBezTo>
                      <a:pt x="55" y="64"/>
                      <a:pt x="63" y="67"/>
                      <a:pt x="71" y="68"/>
                    </a:cubicBezTo>
                    <a:cubicBezTo>
                      <a:pt x="72" y="69"/>
                      <a:pt x="74" y="69"/>
                      <a:pt x="70" y="69"/>
                    </a:cubicBezTo>
                    <a:cubicBezTo>
                      <a:pt x="70" y="69"/>
                      <a:pt x="69" y="69"/>
                      <a:pt x="69" y="69"/>
                    </a:cubicBezTo>
                    <a:cubicBezTo>
                      <a:pt x="60" y="69"/>
                      <a:pt x="49" y="67"/>
                      <a:pt x="39" y="62"/>
                    </a:cubicBezTo>
                    <a:cubicBezTo>
                      <a:pt x="14" y="51"/>
                      <a:pt x="0" y="29"/>
                      <a:pt x="7" y="14"/>
                    </a:cubicBezTo>
                    <a:cubicBezTo>
                      <a:pt x="10" y="7"/>
                      <a:pt x="17" y="2"/>
                      <a:pt x="26" y="0"/>
                    </a:cubicBezTo>
                    <a:cubicBezTo>
                      <a:pt x="22" y="3"/>
                      <a:pt x="19" y="6"/>
                      <a:pt x="17" y="10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6" name="Freeform 1804">
                <a:extLst>
                  <a:ext uri="{FF2B5EF4-FFF2-40B4-BE49-F238E27FC236}">
                    <a16:creationId xmlns:a16="http://schemas.microsoft.com/office/drawing/2014/main" id="{A0E7AF67-55FD-4516-9D2B-2FAD7DB28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3153"/>
                <a:ext cx="21" cy="22"/>
              </a:xfrm>
              <a:custGeom>
                <a:avLst/>
                <a:gdLst>
                  <a:gd name="T0" fmla="*/ 37 w 12"/>
                  <a:gd name="T1" fmla="*/ 229 h 12"/>
                  <a:gd name="T2" fmla="*/ 179 w 12"/>
                  <a:gd name="T3" fmla="*/ 451 h 12"/>
                  <a:gd name="T4" fmla="*/ 350 w 12"/>
                  <a:gd name="T5" fmla="*/ 229 h 12"/>
                  <a:gd name="T6" fmla="*/ 200 w 12"/>
                  <a:gd name="T7" fmla="*/ 0 h 12"/>
                  <a:gd name="T8" fmla="*/ 37 w 12"/>
                  <a:gd name="T9" fmla="*/ 22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6"/>
                    </a:moveTo>
                    <a:cubicBezTo>
                      <a:pt x="0" y="9"/>
                      <a:pt x="3" y="12"/>
                      <a:pt x="6" y="12"/>
                    </a:cubicBezTo>
                    <a:cubicBezTo>
                      <a:pt x="9" y="12"/>
                      <a:pt x="12" y="9"/>
                      <a:pt x="12" y="6"/>
                    </a:cubicBezTo>
                    <a:cubicBezTo>
                      <a:pt x="12" y="3"/>
                      <a:pt x="10" y="0"/>
                      <a:pt x="7" y="0"/>
                    </a:cubicBezTo>
                    <a:cubicBezTo>
                      <a:pt x="3" y="0"/>
                      <a:pt x="1" y="3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7" name="Freeform 1805">
                <a:extLst>
                  <a:ext uri="{FF2B5EF4-FFF2-40B4-BE49-F238E27FC236}">
                    <a16:creationId xmlns:a16="http://schemas.microsoft.com/office/drawing/2014/main" id="{25F6A78C-2F91-414C-9784-B1FE4E840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173"/>
                <a:ext cx="15" cy="15"/>
              </a:xfrm>
              <a:custGeom>
                <a:avLst/>
                <a:gdLst>
                  <a:gd name="T0" fmla="*/ 0 w 9"/>
                  <a:gd name="T1" fmla="*/ 186 h 8"/>
                  <a:gd name="T2" fmla="*/ 92 w 9"/>
                  <a:gd name="T3" fmla="*/ 349 h 8"/>
                  <a:gd name="T4" fmla="*/ 195 w 9"/>
                  <a:gd name="T5" fmla="*/ 186 h 8"/>
                  <a:gd name="T6" fmla="*/ 103 w 9"/>
                  <a:gd name="T7" fmla="*/ 0 h 8"/>
                  <a:gd name="T8" fmla="*/ 0 w 9"/>
                  <a:gd name="T9" fmla="*/ 18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4"/>
                    </a:moveTo>
                    <a:cubicBezTo>
                      <a:pt x="0" y="6"/>
                      <a:pt x="2" y="8"/>
                      <a:pt x="4" y="8"/>
                    </a:cubicBezTo>
                    <a:cubicBezTo>
                      <a:pt x="7" y="8"/>
                      <a:pt x="8" y="6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2" y="0"/>
                      <a:pt x="1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8" name="Freeform 1806">
                <a:extLst>
                  <a:ext uri="{FF2B5EF4-FFF2-40B4-BE49-F238E27FC236}">
                    <a16:creationId xmlns:a16="http://schemas.microsoft.com/office/drawing/2014/main" id="{31C215E8-4BC9-4E8E-87A0-54A2F40F6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3140"/>
                <a:ext cx="9" cy="9"/>
              </a:xfrm>
              <a:custGeom>
                <a:avLst/>
                <a:gdLst>
                  <a:gd name="T0" fmla="*/ 0 w 5"/>
                  <a:gd name="T1" fmla="*/ 74 h 5"/>
                  <a:gd name="T2" fmla="*/ 94 w 5"/>
                  <a:gd name="T3" fmla="*/ 169 h 5"/>
                  <a:gd name="T4" fmla="*/ 169 w 5"/>
                  <a:gd name="T5" fmla="*/ 94 h 5"/>
                  <a:gd name="T6" fmla="*/ 94 w 5"/>
                  <a:gd name="T7" fmla="*/ 0 h 5"/>
                  <a:gd name="T8" fmla="*/ 0 w 5"/>
                  <a:gd name="T9" fmla="*/ 7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4"/>
                      <a:pt x="1" y="5"/>
                      <a:pt x="3" y="5"/>
                    </a:cubicBezTo>
                    <a:cubicBezTo>
                      <a:pt x="4" y="5"/>
                      <a:pt x="5" y="4"/>
                      <a:pt x="5" y="3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9" name="Freeform 1807">
                <a:extLst>
                  <a:ext uri="{FF2B5EF4-FFF2-40B4-BE49-F238E27FC236}">
                    <a16:creationId xmlns:a16="http://schemas.microsoft.com/office/drawing/2014/main" id="{2B1581EA-0A79-4488-8693-FF6075A21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369"/>
                <a:ext cx="87" cy="150"/>
              </a:xfrm>
              <a:custGeom>
                <a:avLst/>
                <a:gdLst>
                  <a:gd name="T0" fmla="*/ 585 w 50"/>
                  <a:gd name="T1" fmla="*/ 3272 h 81"/>
                  <a:gd name="T2" fmla="*/ 0 w 50"/>
                  <a:gd name="T3" fmla="*/ 2789 h 81"/>
                  <a:gd name="T4" fmla="*/ 449 w 50"/>
                  <a:gd name="T5" fmla="*/ 3020 h 81"/>
                  <a:gd name="T6" fmla="*/ 1310 w 50"/>
                  <a:gd name="T7" fmla="*/ 998 h 81"/>
                  <a:gd name="T8" fmla="*/ 1227 w 50"/>
                  <a:gd name="T9" fmla="*/ 0 h 81"/>
                  <a:gd name="T10" fmla="*/ 1387 w 50"/>
                  <a:gd name="T11" fmla="*/ 1328 h 81"/>
                  <a:gd name="T12" fmla="*/ 585 w 50"/>
                  <a:gd name="T13" fmla="*/ 3272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81">
                    <a:moveTo>
                      <a:pt x="21" y="81"/>
                    </a:moveTo>
                    <a:cubicBezTo>
                      <a:pt x="13" y="81"/>
                      <a:pt x="6" y="76"/>
                      <a:pt x="0" y="69"/>
                    </a:cubicBezTo>
                    <a:cubicBezTo>
                      <a:pt x="5" y="73"/>
                      <a:pt x="10" y="75"/>
                      <a:pt x="16" y="75"/>
                    </a:cubicBezTo>
                    <a:cubicBezTo>
                      <a:pt x="33" y="75"/>
                      <a:pt x="47" y="52"/>
                      <a:pt x="47" y="25"/>
                    </a:cubicBezTo>
                    <a:cubicBezTo>
                      <a:pt x="47" y="17"/>
                      <a:pt x="46" y="7"/>
                      <a:pt x="44" y="0"/>
                    </a:cubicBezTo>
                    <a:cubicBezTo>
                      <a:pt x="48" y="8"/>
                      <a:pt x="50" y="21"/>
                      <a:pt x="50" y="33"/>
                    </a:cubicBezTo>
                    <a:cubicBezTo>
                      <a:pt x="50" y="59"/>
                      <a:pt x="37" y="81"/>
                      <a:pt x="21" y="81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0" name="Freeform 1808">
                <a:extLst>
                  <a:ext uri="{FF2B5EF4-FFF2-40B4-BE49-F238E27FC236}">
                    <a16:creationId xmlns:a16="http://schemas.microsoft.com/office/drawing/2014/main" id="{0EC8996C-1B63-4ECA-8EA5-D63FC14A5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335"/>
                <a:ext cx="89" cy="154"/>
              </a:xfrm>
              <a:custGeom>
                <a:avLst/>
                <a:gdLst>
                  <a:gd name="T0" fmla="*/ 1070 w 51"/>
                  <a:gd name="T1" fmla="*/ 286 h 83"/>
                  <a:gd name="T2" fmla="*/ 150 w 51"/>
                  <a:gd name="T3" fmla="*/ 2286 h 83"/>
                  <a:gd name="T4" fmla="*/ 222 w 51"/>
                  <a:gd name="T5" fmla="*/ 3256 h 83"/>
                  <a:gd name="T6" fmla="*/ 197 w 51"/>
                  <a:gd name="T7" fmla="*/ 3256 h 83"/>
                  <a:gd name="T8" fmla="*/ 159 w 51"/>
                  <a:gd name="T9" fmla="*/ 3240 h 83"/>
                  <a:gd name="T10" fmla="*/ 0 w 51"/>
                  <a:gd name="T11" fmla="*/ 2008 h 83"/>
                  <a:gd name="T12" fmla="*/ 871 w 51"/>
                  <a:gd name="T13" fmla="*/ 0 h 83"/>
                  <a:gd name="T14" fmla="*/ 1434 w 51"/>
                  <a:gd name="T15" fmla="*/ 486 h 83"/>
                  <a:gd name="T16" fmla="*/ 1070 w 51"/>
                  <a:gd name="T17" fmla="*/ 286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83">
                    <a:moveTo>
                      <a:pt x="38" y="7"/>
                    </a:moveTo>
                    <a:cubicBezTo>
                      <a:pt x="21" y="7"/>
                      <a:pt x="5" y="28"/>
                      <a:pt x="5" y="56"/>
                    </a:cubicBezTo>
                    <a:cubicBezTo>
                      <a:pt x="5" y="64"/>
                      <a:pt x="5" y="73"/>
                      <a:pt x="8" y="80"/>
                    </a:cubicBezTo>
                    <a:cubicBezTo>
                      <a:pt x="8" y="81"/>
                      <a:pt x="9" y="83"/>
                      <a:pt x="7" y="80"/>
                    </a:cubicBezTo>
                    <a:cubicBezTo>
                      <a:pt x="7" y="80"/>
                      <a:pt x="7" y="79"/>
                      <a:pt x="6" y="79"/>
                    </a:cubicBezTo>
                    <a:cubicBezTo>
                      <a:pt x="3" y="70"/>
                      <a:pt x="0" y="60"/>
                      <a:pt x="0" y="49"/>
                    </a:cubicBezTo>
                    <a:cubicBezTo>
                      <a:pt x="0" y="22"/>
                      <a:pt x="14" y="0"/>
                      <a:pt x="31" y="0"/>
                    </a:cubicBezTo>
                    <a:cubicBezTo>
                      <a:pt x="39" y="0"/>
                      <a:pt x="46" y="4"/>
                      <a:pt x="51" y="12"/>
                    </a:cubicBezTo>
                    <a:cubicBezTo>
                      <a:pt x="47" y="9"/>
                      <a:pt x="43" y="7"/>
                      <a:pt x="38" y="7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1" name="Freeform 1809">
                <a:extLst>
                  <a:ext uri="{FF2B5EF4-FFF2-40B4-BE49-F238E27FC236}">
                    <a16:creationId xmlns:a16="http://schemas.microsoft.com/office/drawing/2014/main" id="{F55D494F-E3B7-4585-AC0D-8A25162E7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359"/>
                <a:ext cx="23" cy="24"/>
              </a:xfrm>
              <a:custGeom>
                <a:avLst/>
                <a:gdLst>
                  <a:gd name="T0" fmla="*/ 156 w 13"/>
                  <a:gd name="T1" fmla="*/ 44 h 13"/>
                  <a:gd name="T2" fmla="*/ 37 w 13"/>
                  <a:gd name="T3" fmla="*/ 358 h 13"/>
                  <a:gd name="T4" fmla="*/ 276 w 13"/>
                  <a:gd name="T5" fmla="*/ 476 h 13"/>
                  <a:gd name="T6" fmla="*/ 359 w 13"/>
                  <a:gd name="T7" fmla="*/ 150 h 13"/>
                  <a:gd name="T8" fmla="*/ 156 w 13"/>
                  <a:gd name="T9" fmla="*/ 4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5" y="1"/>
                    </a:moveTo>
                    <a:cubicBezTo>
                      <a:pt x="2" y="2"/>
                      <a:pt x="0" y="6"/>
                      <a:pt x="1" y="9"/>
                    </a:cubicBezTo>
                    <a:cubicBezTo>
                      <a:pt x="3" y="12"/>
                      <a:pt x="6" y="13"/>
                      <a:pt x="9" y="12"/>
                    </a:cubicBezTo>
                    <a:cubicBezTo>
                      <a:pt x="12" y="11"/>
                      <a:pt x="13" y="7"/>
                      <a:pt x="12" y="4"/>
                    </a:cubicBezTo>
                    <a:cubicBezTo>
                      <a:pt x="11" y="1"/>
                      <a:pt x="8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2" name="Freeform 1810">
                <a:extLst>
                  <a:ext uri="{FF2B5EF4-FFF2-40B4-BE49-F238E27FC236}">
                    <a16:creationId xmlns:a16="http://schemas.microsoft.com/office/drawing/2014/main" id="{E86E6794-16D4-4EDC-9A18-502917A92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383"/>
                <a:ext cx="15" cy="17"/>
              </a:xfrm>
              <a:custGeom>
                <a:avLst/>
                <a:gdLst>
                  <a:gd name="T0" fmla="*/ 62 w 9"/>
                  <a:gd name="T1" fmla="*/ 53 h 9"/>
                  <a:gd name="T2" fmla="*/ 22 w 9"/>
                  <a:gd name="T3" fmla="*/ 272 h 9"/>
                  <a:gd name="T4" fmla="*/ 130 w 9"/>
                  <a:gd name="T5" fmla="*/ 357 h 9"/>
                  <a:gd name="T6" fmla="*/ 172 w 9"/>
                  <a:gd name="T7" fmla="*/ 144 h 9"/>
                  <a:gd name="T8" fmla="*/ 62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1" y="1"/>
                      <a:pt x="0" y="4"/>
                      <a:pt x="1" y="6"/>
                    </a:cubicBezTo>
                    <a:cubicBezTo>
                      <a:pt x="1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3" name="Freeform 1811">
                <a:extLst>
                  <a:ext uri="{FF2B5EF4-FFF2-40B4-BE49-F238E27FC236}">
                    <a16:creationId xmlns:a16="http://schemas.microsoft.com/office/drawing/2014/main" id="{53462EAA-6DCC-448E-B787-5E98DF017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352"/>
                <a:ext cx="11" cy="11"/>
              </a:xfrm>
              <a:custGeom>
                <a:avLst/>
                <a:gdLst>
                  <a:gd name="T0" fmla="*/ 81 w 6"/>
                  <a:gd name="T1" fmla="*/ 0 h 6"/>
                  <a:gd name="T2" fmla="*/ 0 w 6"/>
                  <a:gd name="T3" fmla="*/ 149 h 6"/>
                  <a:gd name="T4" fmla="*/ 149 w 6"/>
                  <a:gd name="T5" fmla="*/ 193 h 6"/>
                  <a:gd name="T6" fmla="*/ 193 w 6"/>
                  <a:gd name="T7" fmla="*/ 81 h 6"/>
                  <a:gd name="T8" fmla="*/ 81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1" y="5"/>
                      <a:pt x="3" y="6"/>
                      <a:pt x="4" y="5"/>
                    </a:cubicBezTo>
                    <a:cubicBezTo>
                      <a:pt x="5" y="5"/>
                      <a:pt x="6" y="3"/>
                      <a:pt x="5" y="2"/>
                    </a:cubicBezTo>
                    <a:cubicBezTo>
                      <a:pt x="5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4" name="Freeform 1812">
                <a:extLst>
                  <a:ext uri="{FF2B5EF4-FFF2-40B4-BE49-F238E27FC236}">
                    <a16:creationId xmlns:a16="http://schemas.microsoft.com/office/drawing/2014/main" id="{C58B24DF-6044-462A-8F5B-2C8F22BB2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688"/>
                <a:ext cx="24" cy="24"/>
              </a:xfrm>
              <a:custGeom>
                <a:avLst/>
                <a:gdLst>
                  <a:gd name="T0" fmla="*/ 106 w 14"/>
                  <a:gd name="T1" fmla="*/ 81 h 13"/>
                  <a:gd name="T2" fmla="*/ 45 w 14"/>
                  <a:gd name="T3" fmla="*/ 358 h 13"/>
                  <a:gd name="T4" fmla="*/ 226 w 14"/>
                  <a:gd name="T5" fmla="*/ 476 h 13"/>
                  <a:gd name="T6" fmla="*/ 312 w 14"/>
                  <a:gd name="T7" fmla="*/ 150 h 13"/>
                  <a:gd name="T8" fmla="*/ 106 w 14"/>
                  <a:gd name="T9" fmla="*/ 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4" y="2"/>
                    </a:moveTo>
                    <a:cubicBezTo>
                      <a:pt x="1" y="3"/>
                      <a:pt x="0" y="6"/>
                      <a:pt x="2" y="9"/>
                    </a:cubicBezTo>
                    <a:cubicBezTo>
                      <a:pt x="3" y="12"/>
                      <a:pt x="6" y="13"/>
                      <a:pt x="9" y="12"/>
                    </a:cubicBezTo>
                    <a:cubicBezTo>
                      <a:pt x="12" y="11"/>
                      <a:pt x="14" y="7"/>
                      <a:pt x="12" y="4"/>
                    </a:cubicBezTo>
                    <a:cubicBezTo>
                      <a:pt x="11" y="1"/>
                      <a:pt x="7" y="0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5" name="Freeform 1813">
                <a:extLst>
                  <a:ext uri="{FF2B5EF4-FFF2-40B4-BE49-F238E27FC236}">
                    <a16:creationId xmlns:a16="http://schemas.microsoft.com/office/drawing/2014/main" id="{40A86114-72BD-4483-8FD6-5A4CB632F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712"/>
                <a:ext cx="18" cy="19"/>
              </a:xfrm>
              <a:custGeom>
                <a:avLst/>
                <a:gdLst>
                  <a:gd name="T0" fmla="*/ 94 w 10"/>
                  <a:gd name="T1" fmla="*/ 55 h 10"/>
                  <a:gd name="T2" fmla="*/ 41 w 10"/>
                  <a:gd name="T3" fmla="*/ 329 h 10"/>
                  <a:gd name="T4" fmla="*/ 239 w 10"/>
                  <a:gd name="T5" fmla="*/ 418 h 10"/>
                  <a:gd name="T6" fmla="*/ 304 w 10"/>
                  <a:gd name="T7" fmla="*/ 144 h 10"/>
                  <a:gd name="T8" fmla="*/ 94 w 10"/>
                  <a:gd name="T9" fmla="*/ 5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3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2" y="9"/>
                      <a:pt x="5" y="10"/>
                      <a:pt x="7" y="9"/>
                    </a:cubicBezTo>
                    <a:cubicBezTo>
                      <a:pt x="9" y="8"/>
                      <a:pt x="10" y="5"/>
                      <a:pt x="9" y="3"/>
                    </a:cubicBezTo>
                    <a:cubicBezTo>
                      <a:pt x="8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832" name="Group 2015">
              <a:extLst>
                <a:ext uri="{FF2B5EF4-FFF2-40B4-BE49-F238E27FC236}">
                  <a16:creationId xmlns:a16="http://schemas.microsoft.com/office/drawing/2014/main" id="{116AA43A-64F7-4260-A66A-AE353547F1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4" y="1610"/>
              <a:ext cx="1197" cy="1634"/>
              <a:chOff x="594" y="1610"/>
              <a:chExt cx="1197" cy="1634"/>
            </a:xfrm>
          </p:grpSpPr>
          <p:sp>
            <p:nvSpPr>
              <p:cNvPr id="28876" name="Freeform 1815">
                <a:extLst>
                  <a:ext uri="{FF2B5EF4-FFF2-40B4-BE49-F238E27FC236}">
                    <a16:creationId xmlns:a16="http://schemas.microsoft.com/office/drawing/2014/main" id="{C8766755-3668-45B5-B3F0-1D3C178E5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681"/>
                <a:ext cx="12" cy="11"/>
              </a:xfrm>
              <a:custGeom>
                <a:avLst/>
                <a:gdLst>
                  <a:gd name="T0" fmla="*/ 45 w 7"/>
                  <a:gd name="T1" fmla="*/ 0 h 6"/>
                  <a:gd name="T2" fmla="*/ 26 w 7"/>
                  <a:gd name="T3" fmla="*/ 149 h 6"/>
                  <a:gd name="T4" fmla="*/ 132 w 7"/>
                  <a:gd name="T5" fmla="*/ 193 h 6"/>
                  <a:gd name="T6" fmla="*/ 147 w 7"/>
                  <a:gd name="T7" fmla="*/ 81 h 6"/>
                  <a:gd name="T8" fmla="*/ 45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2" y="5"/>
                      <a:pt x="3" y="6"/>
                      <a:pt x="5" y="5"/>
                    </a:cubicBezTo>
                    <a:cubicBezTo>
                      <a:pt x="6" y="4"/>
                      <a:pt x="7" y="3"/>
                      <a:pt x="6" y="2"/>
                    </a:cubicBezTo>
                    <a:cubicBezTo>
                      <a:pt x="5" y="0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7" name="Freeform 1816">
                <a:extLst>
                  <a:ext uri="{FF2B5EF4-FFF2-40B4-BE49-F238E27FC236}">
                    <a16:creationId xmlns:a16="http://schemas.microsoft.com/office/drawing/2014/main" id="{21483235-E0C0-4CC0-B016-A8C467B17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930"/>
                <a:ext cx="139" cy="147"/>
              </a:xfrm>
              <a:custGeom>
                <a:avLst/>
                <a:gdLst>
                  <a:gd name="T0" fmla="*/ 1929 w 80"/>
                  <a:gd name="T1" fmla="*/ 0 h 79"/>
                  <a:gd name="T2" fmla="*/ 1409 w 80"/>
                  <a:gd name="T3" fmla="*/ 2023 h 79"/>
                  <a:gd name="T4" fmla="*/ 0 w 80"/>
                  <a:gd name="T5" fmla="*/ 2797 h 79"/>
                  <a:gd name="T6" fmla="*/ 0 w 80"/>
                  <a:gd name="T7" fmla="*/ 2797 h 79"/>
                  <a:gd name="T8" fmla="*/ 1486 w 80"/>
                  <a:gd name="T9" fmla="*/ 2201 h 79"/>
                  <a:gd name="T10" fmla="*/ 1929 w 80"/>
                  <a:gd name="T11" fmla="*/ 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79">
                    <a:moveTo>
                      <a:pt x="70" y="0"/>
                    </a:moveTo>
                    <a:cubicBezTo>
                      <a:pt x="74" y="13"/>
                      <a:pt x="66" y="34"/>
                      <a:pt x="51" y="49"/>
                    </a:cubicBezTo>
                    <a:cubicBezTo>
                      <a:pt x="34" y="66"/>
                      <a:pt x="13" y="73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2" y="79"/>
                      <a:pt x="36" y="72"/>
                      <a:pt x="54" y="53"/>
                    </a:cubicBezTo>
                    <a:cubicBezTo>
                      <a:pt x="72" y="35"/>
                      <a:pt x="80" y="12"/>
                      <a:pt x="70" y="0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8" name="Freeform 1817">
                <a:extLst>
                  <a:ext uri="{FF2B5EF4-FFF2-40B4-BE49-F238E27FC236}">
                    <a16:creationId xmlns:a16="http://schemas.microsoft.com/office/drawing/2014/main" id="{96312DD0-BE8E-461A-93C8-09AA1053F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904"/>
                <a:ext cx="147" cy="152"/>
              </a:xfrm>
              <a:custGeom>
                <a:avLst/>
                <a:gdLst>
                  <a:gd name="T0" fmla="*/ 891 w 84"/>
                  <a:gd name="T1" fmla="*/ 1231 h 82"/>
                  <a:gd name="T2" fmla="*/ 2336 w 84"/>
                  <a:gd name="T3" fmla="*/ 484 h 82"/>
                  <a:gd name="T4" fmla="*/ 2336 w 84"/>
                  <a:gd name="T5" fmla="*/ 484 h 82"/>
                  <a:gd name="T6" fmla="*/ 763 w 84"/>
                  <a:gd name="T7" fmla="*/ 1051 h 82"/>
                  <a:gd name="T8" fmla="*/ 350 w 84"/>
                  <a:gd name="T9" fmla="*/ 3281 h 82"/>
                  <a:gd name="T10" fmla="*/ 350 w 84"/>
                  <a:gd name="T11" fmla="*/ 3281 h 82"/>
                  <a:gd name="T12" fmla="*/ 891 w 84"/>
                  <a:gd name="T13" fmla="*/ 1231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82">
                    <a:moveTo>
                      <a:pt x="31" y="30"/>
                    </a:moveTo>
                    <a:cubicBezTo>
                      <a:pt x="46" y="15"/>
                      <a:pt x="69" y="7"/>
                      <a:pt x="81" y="12"/>
                    </a:cubicBezTo>
                    <a:cubicBezTo>
                      <a:pt x="83" y="14"/>
                      <a:pt x="84" y="14"/>
                      <a:pt x="81" y="12"/>
                    </a:cubicBezTo>
                    <a:cubicBezTo>
                      <a:pt x="69" y="0"/>
                      <a:pt x="45" y="7"/>
                      <a:pt x="26" y="26"/>
                    </a:cubicBezTo>
                    <a:cubicBezTo>
                      <a:pt x="7" y="45"/>
                      <a:pt x="0" y="69"/>
                      <a:pt x="12" y="81"/>
                    </a:cubicBezTo>
                    <a:cubicBezTo>
                      <a:pt x="12" y="82"/>
                      <a:pt x="11" y="81"/>
                      <a:pt x="12" y="81"/>
                    </a:cubicBezTo>
                    <a:cubicBezTo>
                      <a:pt x="5" y="63"/>
                      <a:pt x="15" y="45"/>
                      <a:pt x="31" y="30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9" name="Freeform 1818">
                <a:extLst>
                  <a:ext uri="{FF2B5EF4-FFF2-40B4-BE49-F238E27FC236}">
                    <a16:creationId xmlns:a16="http://schemas.microsoft.com/office/drawing/2014/main" id="{B20FF48D-84DD-4533-9608-95A7B2283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973"/>
                <a:ext cx="23" cy="24"/>
              </a:xfrm>
              <a:custGeom>
                <a:avLst/>
                <a:gdLst>
                  <a:gd name="T0" fmla="*/ 115 w 13"/>
                  <a:gd name="T1" fmla="*/ 44 h 13"/>
                  <a:gd name="T2" fmla="*/ 37 w 13"/>
                  <a:gd name="T3" fmla="*/ 358 h 13"/>
                  <a:gd name="T4" fmla="*/ 276 w 13"/>
                  <a:gd name="T5" fmla="*/ 476 h 13"/>
                  <a:gd name="T6" fmla="*/ 359 w 13"/>
                  <a:gd name="T7" fmla="*/ 150 h 13"/>
                  <a:gd name="T8" fmla="*/ 115 w 13"/>
                  <a:gd name="T9" fmla="*/ 4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4" y="1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2" y="12"/>
                      <a:pt x="6" y="13"/>
                      <a:pt x="9" y="12"/>
                    </a:cubicBezTo>
                    <a:cubicBezTo>
                      <a:pt x="12" y="11"/>
                      <a:pt x="13" y="7"/>
                      <a:pt x="12" y="4"/>
                    </a:cubicBezTo>
                    <a:cubicBezTo>
                      <a:pt x="10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" name="Freeform 1819">
                <a:extLst>
                  <a:ext uri="{FF2B5EF4-FFF2-40B4-BE49-F238E27FC236}">
                    <a16:creationId xmlns:a16="http://schemas.microsoft.com/office/drawing/2014/main" id="{78065646-A13F-4A26-8C8E-893C7E901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997"/>
                <a:ext cx="16" cy="16"/>
              </a:xfrm>
              <a:custGeom>
                <a:avLst/>
                <a:gdLst>
                  <a:gd name="T0" fmla="*/ 89 w 9"/>
                  <a:gd name="T1" fmla="*/ 37 h 9"/>
                  <a:gd name="T2" fmla="*/ 37 w 9"/>
                  <a:gd name="T3" fmla="*/ 208 h 9"/>
                  <a:gd name="T4" fmla="*/ 203 w 9"/>
                  <a:gd name="T5" fmla="*/ 247 h 9"/>
                  <a:gd name="T6" fmla="*/ 247 w 9"/>
                  <a:gd name="T7" fmla="*/ 89 h 9"/>
                  <a:gd name="T8" fmla="*/ 89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1" y="2"/>
                      <a:pt x="0" y="4"/>
                      <a:pt x="1" y="7"/>
                    </a:cubicBezTo>
                    <a:cubicBezTo>
                      <a:pt x="2" y="9"/>
                      <a:pt x="4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" name="Freeform 1820">
                <a:extLst>
                  <a:ext uri="{FF2B5EF4-FFF2-40B4-BE49-F238E27FC236}">
                    <a16:creationId xmlns:a16="http://schemas.microsoft.com/office/drawing/2014/main" id="{BE85207B-7BEF-4170-AC53-FEC8E637B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965"/>
                <a:ext cx="10" cy="11"/>
              </a:xfrm>
              <a:custGeom>
                <a:avLst/>
                <a:gdLst>
                  <a:gd name="T0" fmla="*/ 37 w 6"/>
                  <a:gd name="T1" fmla="*/ 0 h 6"/>
                  <a:gd name="T2" fmla="*/ 22 w 6"/>
                  <a:gd name="T3" fmla="*/ 149 h 6"/>
                  <a:gd name="T4" fmla="*/ 92 w 6"/>
                  <a:gd name="T5" fmla="*/ 193 h 6"/>
                  <a:gd name="T6" fmla="*/ 103 w 6"/>
                  <a:gd name="T7" fmla="*/ 44 h 6"/>
                  <a:gd name="T8" fmla="*/ 37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1" y="5"/>
                      <a:pt x="3" y="6"/>
                      <a:pt x="4" y="5"/>
                    </a:cubicBezTo>
                    <a:cubicBezTo>
                      <a:pt x="6" y="4"/>
                      <a:pt x="6" y="3"/>
                      <a:pt x="5" y="1"/>
                    </a:cubicBezTo>
                    <a:cubicBezTo>
                      <a:pt x="5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" name="Freeform 1821">
                <a:extLst>
                  <a:ext uri="{FF2B5EF4-FFF2-40B4-BE49-F238E27FC236}">
                    <a16:creationId xmlns:a16="http://schemas.microsoft.com/office/drawing/2014/main" id="{9420F398-A84A-40AE-B7DA-5C5322FCD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138"/>
                <a:ext cx="165" cy="98"/>
              </a:xfrm>
              <a:custGeom>
                <a:avLst/>
                <a:gdLst>
                  <a:gd name="T0" fmla="*/ 2468 w 95"/>
                  <a:gd name="T1" fmla="*/ 0 h 53"/>
                  <a:gd name="T2" fmla="*/ 1485 w 95"/>
                  <a:gd name="T3" fmla="*/ 1511 h 53"/>
                  <a:gd name="T4" fmla="*/ 0 w 95"/>
                  <a:gd name="T5" fmla="*/ 1402 h 53"/>
                  <a:gd name="T6" fmla="*/ 0 w 95"/>
                  <a:gd name="T7" fmla="*/ 1402 h 53"/>
                  <a:gd name="T8" fmla="*/ 1520 w 95"/>
                  <a:gd name="T9" fmla="*/ 1733 h 53"/>
                  <a:gd name="T10" fmla="*/ 2468 w 95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53">
                    <a:moveTo>
                      <a:pt x="90" y="0"/>
                    </a:moveTo>
                    <a:cubicBezTo>
                      <a:pt x="89" y="14"/>
                      <a:pt x="74" y="30"/>
                      <a:pt x="54" y="38"/>
                    </a:cubicBezTo>
                    <a:cubicBezTo>
                      <a:pt x="32" y="47"/>
                      <a:pt x="10" y="4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6" y="50"/>
                      <a:pt x="31" y="53"/>
                      <a:pt x="55" y="43"/>
                    </a:cubicBezTo>
                    <a:cubicBezTo>
                      <a:pt x="79" y="33"/>
                      <a:pt x="95" y="15"/>
                      <a:pt x="90" y="0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" name="Freeform 1822">
                <a:extLst>
                  <a:ext uri="{FF2B5EF4-FFF2-40B4-BE49-F238E27FC236}">
                    <a16:creationId xmlns:a16="http://schemas.microsoft.com/office/drawing/2014/main" id="{625474D3-80DB-445A-AE55-C14B011C1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099"/>
                <a:ext cx="172" cy="106"/>
              </a:xfrm>
              <a:custGeom>
                <a:avLst/>
                <a:gdLst>
                  <a:gd name="T0" fmla="*/ 1201 w 99"/>
                  <a:gd name="T1" fmla="*/ 668 h 57"/>
                  <a:gd name="T2" fmla="*/ 2681 w 99"/>
                  <a:gd name="T3" fmla="*/ 727 h 57"/>
                  <a:gd name="T4" fmla="*/ 2681 w 99"/>
                  <a:gd name="T5" fmla="*/ 777 h 57"/>
                  <a:gd name="T6" fmla="*/ 1122 w 99"/>
                  <a:gd name="T7" fmla="*/ 418 h 57"/>
                  <a:gd name="T8" fmla="*/ 189 w 99"/>
                  <a:gd name="T9" fmla="*/ 2310 h 57"/>
                  <a:gd name="T10" fmla="*/ 189 w 99"/>
                  <a:gd name="T11" fmla="*/ 2310 h 57"/>
                  <a:gd name="T12" fmla="*/ 1201 w 99"/>
                  <a:gd name="T13" fmla="*/ 66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57">
                    <a:moveTo>
                      <a:pt x="44" y="16"/>
                    </a:moveTo>
                    <a:cubicBezTo>
                      <a:pt x="63" y="8"/>
                      <a:pt x="88" y="9"/>
                      <a:pt x="97" y="18"/>
                    </a:cubicBezTo>
                    <a:cubicBezTo>
                      <a:pt x="99" y="21"/>
                      <a:pt x="99" y="22"/>
                      <a:pt x="97" y="19"/>
                    </a:cubicBezTo>
                    <a:cubicBezTo>
                      <a:pt x="91" y="3"/>
                      <a:pt x="66" y="0"/>
                      <a:pt x="41" y="10"/>
                    </a:cubicBezTo>
                    <a:cubicBezTo>
                      <a:pt x="16" y="20"/>
                      <a:pt x="0" y="40"/>
                      <a:pt x="7" y="56"/>
                    </a:cubicBezTo>
                    <a:cubicBezTo>
                      <a:pt x="7" y="57"/>
                      <a:pt x="7" y="55"/>
                      <a:pt x="7" y="56"/>
                    </a:cubicBezTo>
                    <a:cubicBezTo>
                      <a:pt x="7" y="36"/>
                      <a:pt x="24" y="25"/>
                      <a:pt x="44" y="16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4" name="Freeform 1823">
                <a:extLst>
                  <a:ext uri="{FF2B5EF4-FFF2-40B4-BE49-F238E27FC236}">
                    <a16:creationId xmlns:a16="http://schemas.microsoft.com/office/drawing/2014/main" id="{CD475E76-4EBA-40D7-A074-6419ABD21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3145"/>
                <a:ext cx="22" cy="25"/>
              </a:xfrm>
              <a:custGeom>
                <a:avLst/>
                <a:gdLst>
                  <a:gd name="T0" fmla="*/ 203 w 13"/>
                  <a:gd name="T1" fmla="*/ 56 h 13"/>
                  <a:gd name="T2" fmla="*/ 24 w 13"/>
                  <a:gd name="T3" fmla="*/ 208 h 13"/>
                  <a:gd name="T4" fmla="*/ 98 w 13"/>
                  <a:gd name="T5" fmla="*/ 602 h 13"/>
                  <a:gd name="T6" fmla="*/ 281 w 13"/>
                  <a:gd name="T7" fmla="*/ 448 h 13"/>
                  <a:gd name="T8" fmla="*/ 203 w 13"/>
                  <a:gd name="T9" fmla="*/ 5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9" y="1"/>
                    </a:moveTo>
                    <a:cubicBezTo>
                      <a:pt x="6" y="0"/>
                      <a:pt x="2" y="2"/>
                      <a:pt x="1" y="4"/>
                    </a:cubicBezTo>
                    <a:cubicBezTo>
                      <a:pt x="0" y="7"/>
                      <a:pt x="1" y="11"/>
                      <a:pt x="4" y="12"/>
                    </a:cubicBezTo>
                    <a:cubicBezTo>
                      <a:pt x="7" y="13"/>
                      <a:pt x="11" y="12"/>
                      <a:pt x="12" y="9"/>
                    </a:cubicBezTo>
                    <a:cubicBezTo>
                      <a:pt x="13" y="6"/>
                      <a:pt x="12" y="3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5" name="Freeform 1824">
                <a:extLst>
                  <a:ext uri="{FF2B5EF4-FFF2-40B4-BE49-F238E27FC236}">
                    <a16:creationId xmlns:a16="http://schemas.microsoft.com/office/drawing/2014/main" id="{DF50A0C9-6454-4CC0-9931-DD52B04BF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3132"/>
                <a:ext cx="17" cy="17"/>
              </a:xfrm>
              <a:custGeom>
                <a:avLst/>
                <a:gdLst>
                  <a:gd name="T0" fmla="*/ 168 w 10"/>
                  <a:gd name="T1" fmla="*/ 53 h 9"/>
                  <a:gd name="T2" fmla="*/ 26 w 10"/>
                  <a:gd name="T3" fmla="*/ 144 h 9"/>
                  <a:gd name="T4" fmla="*/ 75 w 10"/>
                  <a:gd name="T5" fmla="*/ 357 h 9"/>
                  <a:gd name="T6" fmla="*/ 218 w 10"/>
                  <a:gd name="T7" fmla="*/ 272 h 9"/>
                  <a:gd name="T8" fmla="*/ 168 w 10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1"/>
                    </a:moveTo>
                    <a:cubicBezTo>
                      <a:pt x="4" y="0"/>
                      <a:pt x="2" y="1"/>
                      <a:pt x="1" y="3"/>
                    </a:cubicBezTo>
                    <a:cubicBezTo>
                      <a:pt x="0" y="5"/>
                      <a:pt x="1" y="8"/>
                      <a:pt x="3" y="8"/>
                    </a:cubicBezTo>
                    <a:cubicBezTo>
                      <a:pt x="6" y="9"/>
                      <a:pt x="8" y="8"/>
                      <a:pt x="9" y="6"/>
                    </a:cubicBezTo>
                    <a:cubicBezTo>
                      <a:pt x="10" y="4"/>
                      <a:pt x="9" y="2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6" name="Freeform 1825">
                <a:extLst>
                  <a:ext uri="{FF2B5EF4-FFF2-40B4-BE49-F238E27FC236}">
                    <a16:creationId xmlns:a16="http://schemas.microsoft.com/office/drawing/2014/main" id="{E5C3DA2C-A763-474C-A664-99EA262EA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168"/>
                <a:ext cx="10" cy="11"/>
              </a:xfrm>
              <a:custGeom>
                <a:avLst/>
                <a:gdLst>
                  <a:gd name="T0" fmla="*/ 103 w 6"/>
                  <a:gd name="T1" fmla="*/ 44 h 6"/>
                  <a:gd name="T2" fmla="*/ 22 w 6"/>
                  <a:gd name="T3" fmla="*/ 44 h 6"/>
                  <a:gd name="T4" fmla="*/ 22 w 6"/>
                  <a:gd name="T5" fmla="*/ 193 h 6"/>
                  <a:gd name="T6" fmla="*/ 103 w 6"/>
                  <a:gd name="T7" fmla="*/ 193 h 6"/>
                  <a:gd name="T8" fmla="*/ 103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1"/>
                    </a:moveTo>
                    <a:cubicBezTo>
                      <a:pt x="4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2" y="6"/>
                      <a:pt x="4" y="6"/>
                      <a:pt x="5" y="5"/>
                    </a:cubicBezTo>
                    <a:cubicBezTo>
                      <a:pt x="6" y="4"/>
                      <a:pt x="6" y="2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7" name="Freeform 1826">
                <a:extLst>
                  <a:ext uri="{FF2B5EF4-FFF2-40B4-BE49-F238E27FC236}">
                    <a16:creationId xmlns:a16="http://schemas.microsoft.com/office/drawing/2014/main" id="{F7193B16-AB3B-44FD-8C03-95560689A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146"/>
                <a:ext cx="109" cy="63"/>
              </a:xfrm>
              <a:custGeom>
                <a:avLst/>
                <a:gdLst>
                  <a:gd name="T0" fmla="*/ 1581 w 63"/>
                  <a:gd name="T1" fmla="*/ 0 h 34"/>
                  <a:gd name="T2" fmla="*/ 1694 w 63"/>
                  <a:gd name="T3" fmla="*/ 439 h 34"/>
                  <a:gd name="T4" fmla="*/ 0 w 63"/>
                  <a:gd name="T5" fmla="*/ 1380 h 34"/>
                  <a:gd name="T6" fmla="*/ 1505 w 63"/>
                  <a:gd name="T7" fmla="*/ 374 h 34"/>
                  <a:gd name="T8" fmla="*/ 1581 w 63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34">
                    <a:moveTo>
                      <a:pt x="59" y="0"/>
                    </a:moveTo>
                    <a:cubicBezTo>
                      <a:pt x="60" y="4"/>
                      <a:pt x="63" y="10"/>
                      <a:pt x="63" y="11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55" y="13"/>
                      <a:pt x="56" y="9"/>
                    </a:cubicBezTo>
                    <a:cubicBezTo>
                      <a:pt x="58" y="5"/>
                      <a:pt x="58" y="1"/>
                      <a:pt x="59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8" name="Freeform 1827">
                <a:extLst>
                  <a:ext uri="{FF2B5EF4-FFF2-40B4-BE49-F238E27FC236}">
                    <a16:creationId xmlns:a16="http://schemas.microsoft.com/office/drawing/2014/main" id="{3AD4268A-3EF5-4948-ABBB-59DEDC63D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415"/>
                <a:ext cx="124" cy="22"/>
              </a:xfrm>
              <a:custGeom>
                <a:avLst/>
                <a:gdLst>
                  <a:gd name="T0" fmla="*/ 2019 w 71"/>
                  <a:gd name="T1" fmla="*/ 0 h 12"/>
                  <a:gd name="T2" fmla="*/ 2019 w 71"/>
                  <a:gd name="T3" fmla="*/ 451 h 12"/>
                  <a:gd name="T4" fmla="*/ 0 w 71"/>
                  <a:gd name="T5" fmla="*/ 420 h 12"/>
                  <a:gd name="T6" fmla="*/ 1855 w 71"/>
                  <a:gd name="T7" fmla="*/ 273 h 12"/>
                  <a:gd name="T8" fmla="*/ 2019 w 7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2">
                    <a:moveTo>
                      <a:pt x="71" y="0"/>
                    </a:moveTo>
                    <a:cubicBezTo>
                      <a:pt x="70" y="3"/>
                      <a:pt x="71" y="11"/>
                      <a:pt x="7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62" y="10"/>
                      <a:pt x="65" y="7"/>
                    </a:cubicBezTo>
                    <a:cubicBezTo>
                      <a:pt x="69" y="4"/>
                      <a:pt x="70" y="0"/>
                      <a:pt x="71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9" name="Freeform 1828">
                <a:extLst>
                  <a:ext uri="{FF2B5EF4-FFF2-40B4-BE49-F238E27FC236}">
                    <a16:creationId xmlns:a16="http://schemas.microsoft.com/office/drawing/2014/main" id="{16A3AB2B-508B-400B-84F0-5AEE23523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2417"/>
                <a:ext cx="127" cy="22"/>
              </a:xfrm>
              <a:custGeom>
                <a:avLst/>
                <a:gdLst>
                  <a:gd name="T0" fmla="*/ 0 w 73"/>
                  <a:gd name="T1" fmla="*/ 0 h 12"/>
                  <a:gd name="T2" fmla="*/ 0 w 73"/>
                  <a:gd name="T3" fmla="*/ 451 h 12"/>
                  <a:gd name="T4" fmla="*/ 2022 w 73"/>
                  <a:gd name="T5" fmla="*/ 376 h 12"/>
                  <a:gd name="T6" fmla="*/ 157 w 73"/>
                  <a:gd name="T7" fmla="*/ 273 h 12"/>
                  <a:gd name="T8" fmla="*/ 0 w 7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12">
                    <a:moveTo>
                      <a:pt x="0" y="0"/>
                    </a:moveTo>
                    <a:cubicBezTo>
                      <a:pt x="1" y="4"/>
                      <a:pt x="1" y="11"/>
                      <a:pt x="0" y="12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10"/>
                      <a:pt x="9" y="10"/>
                      <a:pt x="6" y="7"/>
                    </a:cubicBezTo>
                    <a:cubicBezTo>
                      <a:pt x="2" y="4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0" name="Freeform 1829">
                <a:extLst>
                  <a:ext uri="{FF2B5EF4-FFF2-40B4-BE49-F238E27FC236}">
                    <a16:creationId xmlns:a16="http://schemas.microsoft.com/office/drawing/2014/main" id="{0D3E93CB-368A-45A9-B34C-2C7E385AE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2655"/>
                <a:ext cx="113" cy="52"/>
              </a:xfrm>
              <a:custGeom>
                <a:avLst/>
                <a:gdLst>
                  <a:gd name="T0" fmla="*/ 0 w 65"/>
                  <a:gd name="T1" fmla="*/ 704 h 28"/>
                  <a:gd name="T2" fmla="*/ 148 w 65"/>
                  <a:gd name="T3" fmla="*/ 1151 h 28"/>
                  <a:gd name="T4" fmla="*/ 1792 w 65"/>
                  <a:gd name="T5" fmla="*/ 0 h 28"/>
                  <a:gd name="T6" fmla="*/ 257 w 65"/>
                  <a:gd name="T7" fmla="*/ 858 h 28"/>
                  <a:gd name="T8" fmla="*/ 0 w 65"/>
                  <a:gd name="T9" fmla="*/ 70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8">
                    <a:moveTo>
                      <a:pt x="0" y="17"/>
                    </a:moveTo>
                    <a:cubicBezTo>
                      <a:pt x="3" y="20"/>
                      <a:pt x="5" y="27"/>
                      <a:pt x="5" y="28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13" y="23"/>
                      <a:pt x="9" y="21"/>
                    </a:cubicBezTo>
                    <a:cubicBezTo>
                      <a:pt x="4" y="20"/>
                      <a:pt x="1" y="17"/>
                      <a:pt x="0" y="17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1" name="Freeform 1830">
                <a:extLst>
                  <a:ext uri="{FF2B5EF4-FFF2-40B4-BE49-F238E27FC236}">
                    <a16:creationId xmlns:a16="http://schemas.microsoft.com/office/drawing/2014/main" id="{0443B206-0108-42CB-8F79-C563A45C3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874"/>
                <a:ext cx="77" cy="74"/>
              </a:xfrm>
              <a:custGeom>
                <a:avLst/>
                <a:gdLst>
                  <a:gd name="T0" fmla="*/ 0 w 44"/>
                  <a:gd name="T1" fmla="*/ 1280 h 40"/>
                  <a:gd name="T2" fmla="*/ 236 w 44"/>
                  <a:gd name="T3" fmla="*/ 1602 h 40"/>
                  <a:gd name="T4" fmla="*/ 1265 w 44"/>
                  <a:gd name="T5" fmla="*/ 0 h 40"/>
                  <a:gd name="T6" fmla="*/ 264 w 44"/>
                  <a:gd name="T7" fmla="*/ 1325 h 40"/>
                  <a:gd name="T8" fmla="*/ 0 w 44"/>
                  <a:gd name="T9" fmla="*/ 128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0">
                    <a:moveTo>
                      <a:pt x="0" y="32"/>
                    </a:moveTo>
                    <a:cubicBezTo>
                      <a:pt x="3" y="34"/>
                      <a:pt x="8" y="39"/>
                      <a:pt x="8" y="4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13" y="33"/>
                      <a:pt x="9" y="33"/>
                    </a:cubicBezTo>
                    <a:cubicBezTo>
                      <a:pt x="4" y="33"/>
                      <a:pt x="0" y="32"/>
                      <a:pt x="0" y="32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2" name="Freeform 1831">
                <a:extLst>
                  <a:ext uri="{FF2B5EF4-FFF2-40B4-BE49-F238E27FC236}">
                    <a16:creationId xmlns:a16="http://schemas.microsoft.com/office/drawing/2014/main" id="{88CFA3FF-3668-4DA7-B3D4-B01CB8A71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3052"/>
                <a:ext cx="37" cy="56"/>
              </a:xfrm>
              <a:custGeom>
                <a:avLst/>
                <a:gdLst>
                  <a:gd name="T0" fmla="*/ 0 w 21"/>
                  <a:gd name="T1" fmla="*/ 1105 h 30"/>
                  <a:gd name="T2" fmla="*/ 317 w 21"/>
                  <a:gd name="T3" fmla="*/ 1275 h 30"/>
                  <a:gd name="T4" fmla="*/ 631 w 21"/>
                  <a:gd name="T5" fmla="*/ 0 h 30"/>
                  <a:gd name="T6" fmla="*/ 268 w 21"/>
                  <a:gd name="T7" fmla="*/ 969 h 30"/>
                  <a:gd name="T8" fmla="*/ 0 w 21"/>
                  <a:gd name="T9" fmla="*/ 110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0">
                    <a:moveTo>
                      <a:pt x="0" y="26"/>
                    </a:moveTo>
                    <a:cubicBezTo>
                      <a:pt x="4" y="26"/>
                      <a:pt x="11" y="29"/>
                      <a:pt x="11" y="3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13" y="21"/>
                      <a:pt x="9" y="23"/>
                    </a:cubicBezTo>
                    <a:cubicBezTo>
                      <a:pt x="5" y="25"/>
                      <a:pt x="1" y="25"/>
                      <a:pt x="0" y="26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3" name="Freeform 1832">
                <a:extLst>
                  <a:ext uri="{FF2B5EF4-FFF2-40B4-BE49-F238E27FC236}">
                    <a16:creationId xmlns:a16="http://schemas.microsoft.com/office/drawing/2014/main" id="{D400BC40-4D4C-4C13-9481-1841757EE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3043"/>
                <a:ext cx="28" cy="65"/>
              </a:xfrm>
              <a:custGeom>
                <a:avLst/>
                <a:gdLst>
                  <a:gd name="T0" fmla="*/ 151 w 16"/>
                  <a:gd name="T1" fmla="*/ 1441 h 35"/>
                  <a:gd name="T2" fmla="*/ 462 w 16"/>
                  <a:gd name="T3" fmla="*/ 1235 h 35"/>
                  <a:gd name="T4" fmla="*/ 0 w 16"/>
                  <a:gd name="T5" fmla="*/ 0 h 35"/>
                  <a:gd name="T6" fmla="*/ 301 w 16"/>
                  <a:gd name="T7" fmla="*/ 1107 h 35"/>
                  <a:gd name="T8" fmla="*/ 151 w 16"/>
                  <a:gd name="T9" fmla="*/ 144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5">
                    <a:moveTo>
                      <a:pt x="5" y="35"/>
                    </a:moveTo>
                    <a:cubicBezTo>
                      <a:pt x="8" y="33"/>
                      <a:pt x="15" y="31"/>
                      <a:pt x="16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" y="23"/>
                      <a:pt x="10" y="27"/>
                    </a:cubicBezTo>
                    <a:cubicBezTo>
                      <a:pt x="8" y="32"/>
                      <a:pt x="5" y="35"/>
                      <a:pt x="5" y="35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4" name="Freeform 1833">
                <a:extLst>
                  <a:ext uri="{FF2B5EF4-FFF2-40B4-BE49-F238E27FC236}">
                    <a16:creationId xmlns:a16="http://schemas.microsoft.com/office/drawing/2014/main" id="{99CC9451-B408-420D-AABD-8BC7FCB61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867"/>
                <a:ext cx="68" cy="83"/>
              </a:xfrm>
              <a:custGeom>
                <a:avLst/>
                <a:gdLst>
                  <a:gd name="T0" fmla="*/ 870 w 39"/>
                  <a:gd name="T1" fmla="*/ 1769 h 45"/>
                  <a:gd name="T2" fmla="*/ 1097 w 39"/>
                  <a:gd name="T3" fmla="*/ 1411 h 45"/>
                  <a:gd name="T4" fmla="*/ 0 w 39"/>
                  <a:gd name="T5" fmla="*/ 0 h 45"/>
                  <a:gd name="T6" fmla="*/ 907 w 39"/>
                  <a:gd name="T7" fmla="*/ 1411 h 45"/>
                  <a:gd name="T8" fmla="*/ 870 w 39"/>
                  <a:gd name="T9" fmla="*/ 1769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1" y="45"/>
                    </a:moveTo>
                    <a:cubicBezTo>
                      <a:pt x="33" y="42"/>
                      <a:pt x="38" y="37"/>
                      <a:pt x="39" y="3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1" y="31"/>
                      <a:pt x="32" y="36"/>
                    </a:cubicBezTo>
                    <a:cubicBezTo>
                      <a:pt x="32" y="40"/>
                      <a:pt x="31" y="44"/>
                      <a:pt x="31" y="45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5" name="Freeform 1834">
                <a:extLst>
                  <a:ext uri="{FF2B5EF4-FFF2-40B4-BE49-F238E27FC236}">
                    <a16:creationId xmlns:a16="http://schemas.microsoft.com/office/drawing/2014/main" id="{77DFAC48-3297-4D4E-9A5B-15C763641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794"/>
                <a:ext cx="99" cy="149"/>
              </a:xfrm>
              <a:custGeom>
                <a:avLst/>
                <a:gdLst>
                  <a:gd name="T0" fmla="*/ 901 w 57"/>
                  <a:gd name="T1" fmla="*/ 780 h 80"/>
                  <a:gd name="T2" fmla="*/ 0 w 57"/>
                  <a:gd name="T3" fmla="*/ 0 h 80"/>
                  <a:gd name="T4" fmla="*/ 705 w 57"/>
                  <a:gd name="T5" fmla="*/ 725 h 80"/>
                  <a:gd name="T6" fmla="*/ 1158 w 57"/>
                  <a:gd name="T7" fmla="*/ 3041 h 80"/>
                  <a:gd name="T8" fmla="*/ 881 w 57"/>
                  <a:gd name="T9" fmla="*/ 3295 h 80"/>
                  <a:gd name="T10" fmla="*/ 790 w 57"/>
                  <a:gd name="T11" fmla="*/ 3347 h 80"/>
                  <a:gd name="T12" fmla="*/ 1224 w 57"/>
                  <a:gd name="T13" fmla="*/ 3140 h 80"/>
                  <a:gd name="T14" fmla="*/ 901 w 57"/>
                  <a:gd name="T15" fmla="*/ 78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80">
                    <a:moveTo>
                      <a:pt x="33" y="19"/>
                    </a:moveTo>
                    <a:cubicBezTo>
                      <a:pt x="22" y="8"/>
                      <a:pt x="11" y="1"/>
                      <a:pt x="0" y="0"/>
                    </a:cubicBezTo>
                    <a:cubicBezTo>
                      <a:pt x="10" y="2"/>
                      <a:pt x="17" y="9"/>
                      <a:pt x="26" y="17"/>
                    </a:cubicBezTo>
                    <a:cubicBezTo>
                      <a:pt x="44" y="36"/>
                      <a:pt x="53" y="61"/>
                      <a:pt x="42" y="73"/>
                    </a:cubicBezTo>
                    <a:cubicBezTo>
                      <a:pt x="39" y="75"/>
                      <a:pt x="35" y="78"/>
                      <a:pt x="32" y="79"/>
                    </a:cubicBezTo>
                    <a:cubicBezTo>
                      <a:pt x="28" y="79"/>
                      <a:pt x="26" y="80"/>
                      <a:pt x="29" y="80"/>
                    </a:cubicBezTo>
                    <a:cubicBezTo>
                      <a:pt x="36" y="80"/>
                      <a:pt x="41" y="79"/>
                      <a:pt x="45" y="75"/>
                    </a:cubicBezTo>
                    <a:cubicBezTo>
                      <a:pt x="57" y="63"/>
                      <a:pt x="51" y="38"/>
                      <a:pt x="33" y="19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6" name="Freeform 1835">
                <a:extLst>
                  <a:ext uri="{FF2B5EF4-FFF2-40B4-BE49-F238E27FC236}">
                    <a16:creationId xmlns:a16="http://schemas.microsoft.com/office/drawing/2014/main" id="{8D3917B3-1016-466E-8F13-C38B0D6F9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" y="2644"/>
                <a:ext cx="76" cy="169"/>
              </a:xfrm>
              <a:custGeom>
                <a:avLst/>
                <a:gdLst>
                  <a:gd name="T0" fmla="*/ 738 w 44"/>
                  <a:gd name="T1" fmla="*/ 1190 h 91"/>
                  <a:gd name="T2" fmla="*/ 504 w 44"/>
                  <a:gd name="T3" fmla="*/ 3452 h 91"/>
                  <a:gd name="T4" fmla="*/ 0 w 44"/>
                  <a:gd name="T5" fmla="*/ 3400 h 91"/>
                  <a:gd name="T6" fmla="*/ 660 w 44"/>
                  <a:gd name="T7" fmla="*/ 3608 h 91"/>
                  <a:gd name="T8" fmla="*/ 907 w 44"/>
                  <a:gd name="T9" fmla="*/ 1345 h 91"/>
                  <a:gd name="T10" fmla="*/ 247 w 44"/>
                  <a:gd name="T11" fmla="*/ 0 h 91"/>
                  <a:gd name="T12" fmla="*/ 738 w 44"/>
                  <a:gd name="T13" fmla="*/ 119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91">
                    <a:moveTo>
                      <a:pt x="28" y="29"/>
                    </a:moveTo>
                    <a:cubicBezTo>
                      <a:pt x="38" y="53"/>
                      <a:pt x="34" y="78"/>
                      <a:pt x="19" y="84"/>
                    </a:cubicBezTo>
                    <a:cubicBezTo>
                      <a:pt x="13" y="86"/>
                      <a:pt x="7" y="86"/>
                      <a:pt x="0" y="83"/>
                    </a:cubicBezTo>
                    <a:cubicBezTo>
                      <a:pt x="8" y="89"/>
                      <a:pt x="18" y="91"/>
                      <a:pt x="25" y="88"/>
                    </a:cubicBezTo>
                    <a:cubicBezTo>
                      <a:pt x="40" y="82"/>
                      <a:pt x="44" y="57"/>
                      <a:pt x="34" y="33"/>
                    </a:cubicBezTo>
                    <a:cubicBezTo>
                      <a:pt x="28" y="18"/>
                      <a:pt x="19" y="5"/>
                      <a:pt x="9" y="0"/>
                    </a:cubicBezTo>
                    <a:cubicBezTo>
                      <a:pt x="16" y="6"/>
                      <a:pt x="23" y="17"/>
                      <a:pt x="28" y="29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7" name="Freeform 1836">
                <a:extLst>
                  <a:ext uri="{FF2B5EF4-FFF2-40B4-BE49-F238E27FC236}">
                    <a16:creationId xmlns:a16="http://schemas.microsoft.com/office/drawing/2014/main" id="{558E2510-9C37-453A-880A-BD0081666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2631"/>
                <a:ext cx="65" cy="165"/>
              </a:xfrm>
              <a:custGeom>
                <a:avLst/>
                <a:gdLst>
                  <a:gd name="T0" fmla="*/ 302 w 37"/>
                  <a:gd name="T1" fmla="*/ 2382 h 89"/>
                  <a:gd name="T2" fmla="*/ 933 w 37"/>
                  <a:gd name="T3" fmla="*/ 3611 h 89"/>
                  <a:gd name="T4" fmla="*/ 531 w 37"/>
                  <a:gd name="T5" fmla="*/ 2434 h 89"/>
                  <a:gd name="T6" fmla="*/ 437 w 37"/>
                  <a:gd name="T7" fmla="*/ 717 h 89"/>
                  <a:gd name="T8" fmla="*/ 1084 w 37"/>
                  <a:gd name="T9" fmla="*/ 152 h 89"/>
                  <a:gd name="T10" fmla="*/ 580 w 37"/>
                  <a:gd name="T11" fmla="*/ 128 h 89"/>
                  <a:gd name="T12" fmla="*/ 302 w 37"/>
                  <a:gd name="T13" fmla="*/ 2382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89">
                    <a:moveTo>
                      <a:pt x="10" y="59"/>
                    </a:moveTo>
                    <a:cubicBezTo>
                      <a:pt x="16" y="73"/>
                      <a:pt x="22" y="84"/>
                      <a:pt x="32" y="89"/>
                    </a:cubicBezTo>
                    <a:cubicBezTo>
                      <a:pt x="26" y="82"/>
                      <a:pt x="23" y="72"/>
                      <a:pt x="18" y="60"/>
                    </a:cubicBezTo>
                    <a:cubicBezTo>
                      <a:pt x="13" y="45"/>
                      <a:pt x="12" y="27"/>
                      <a:pt x="15" y="18"/>
                    </a:cubicBezTo>
                    <a:cubicBezTo>
                      <a:pt x="16" y="12"/>
                      <a:pt x="25" y="4"/>
                      <a:pt x="37" y="4"/>
                    </a:cubicBezTo>
                    <a:cubicBezTo>
                      <a:pt x="31" y="1"/>
                      <a:pt x="25" y="0"/>
                      <a:pt x="20" y="3"/>
                    </a:cubicBezTo>
                    <a:cubicBezTo>
                      <a:pt x="4" y="9"/>
                      <a:pt x="0" y="35"/>
                      <a:pt x="10" y="59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8" name="Freeform 1837">
                <a:extLst>
                  <a:ext uri="{FF2B5EF4-FFF2-40B4-BE49-F238E27FC236}">
                    <a16:creationId xmlns:a16="http://schemas.microsoft.com/office/drawing/2014/main" id="{2E67BAAA-39FF-4019-B0B2-9B8093D34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688"/>
                <a:ext cx="19" cy="21"/>
              </a:xfrm>
              <a:custGeom>
                <a:avLst/>
                <a:gdLst>
                  <a:gd name="T0" fmla="*/ 28 w 11"/>
                  <a:gd name="T1" fmla="*/ 145 h 11"/>
                  <a:gd name="T2" fmla="*/ 212 w 11"/>
                  <a:gd name="T3" fmla="*/ 105 h 11"/>
                  <a:gd name="T4" fmla="*/ 247 w 11"/>
                  <a:gd name="T5" fmla="*/ 422 h 11"/>
                  <a:gd name="T6" fmla="*/ 48 w 11"/>
                  <a:gd name="T7" fmla="*/ 481 h 11"/>
                  <a:gd name="T8" fmla="*/ 28 w 11"/>
                  <a:gd name="T9" fmla="*/ 14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" y="3"/>
                    </a:moveTo>
                    <a:cubicBezTo>
                      <a:pt x="3" y="0"/>
                      <a:pt x="6" y="0"/>
                      <a:pt x="8" y="2"/>
                    </a:cubicBezTo>
                    <a:cubicBezTo>
                      <a:pt x="11" y="3"/>
                      <a:pt x="11" y="6"/>
                      <a:pt x="9" y="9"/>
                    </a:cubicBezTo>
                    <a:cubicBezTo>
                      <a:pt x="8" y="11"/>
                      <a:pt x="5" y="11"/>
                      <a:pt x="2" y="10"/>
                    </a:cubicBezTo>
                    <a:cubicBezTo>
                      <a:pt x="0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9" name="Freeform 1838">
                <a:extLst>
                  <a:ext uri="{FF2B5EF4-FFF2-40B4-BE49-F238E27FC236}">
                    <a16:creationId xmlns:a16="http://schemas.microsoft.com/office/drawing/2014/main" id="{95778301-67B0-4FFD-A2F3-F8C4BA50C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2672"/>
                <a:ext cx="11" cy="11"/>
              </a:xfrm>
              <a:custGeom>
                <a:avLst/>
                <a:gdLst>
                  <a:gd name="T0" fmla="*/ 44 w 6"/>
                  <a:gd name="T1" fmla="*/ 81 h 6"/>
                  <a:gd name="T2" fmla="*/ 193 w 6"/>
                  <a:gd name="T3" fmla="*/ 44 h 6"/>
                  <a:gd name="T4" fmla="*/ 193 w 6"/>
                  <a:gd name="T5" fmla="*/ 193 h 6"/>
                  <a:gd name="T6" fmla="*/ 81 w 6"/>
                  <a:gd name="T7" fmla="*/ 193 h 6"/>
                  <a:gd name="T8" fmla="*/ 44 w 6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5" y="6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0" name="Freeform 1839">
                <a:extLst>
                  <a:ext uri="{FF2B5EF4-FFF2-40B4-BE49-F238E27FC236}">
                    <a16:creationId xmlns:a16="http://schemas.microsoft.com/office/drawing/2014/main" id="{59EC3FBF-2B49-40AD-88B6-1644A0D82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2712"/>
                <a:ext cx="10" cy="12"/>
              </a:xfrm>
              <a:custGeom>
                <a:avLst/>
                <a:gdLst>
                  <a:gd name="T0" fmla="*/ 22 w 6"/>
                  <a:gd name="T1" fmla="*/ 128 h 6"/>
                  <a:gd name="T2" fmla="*/ 103 w 6"/>
                  <a:gd name="T3" fmla="*/ 64 h 6"/>
                  <a:gd name="T4" fmla="*/ 103 w 6"/>
                  <a:gd name="T5" fmla="*/ 320 h 6"/>
                  <a:gd name="T6" fmla="*/ 37 w 6"/>
                  <a:gd name="T7" fmla="*/ 384 h 6"/>
                  <a:gd name="T8" fmla="*/ 22 w 6"/>
                  <a:gd name="T9" fmla="*/ 12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1" name="Freeform 1840">
                <a:extLst>
                  <a:ext uri="{FF2B5EF4-FFF2-40B4-BE49-F238E27FC236}">
                    <a16:creationId xmlns:a16="http://schemas.microsoft.com/office/drawing/2014/main" id="{9AFCAA61-A61B-48E4-AD7A-C2BF20D16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" y="2359"/>
                <a:ext cx="89" cy="164"/>
              </a:xfrm>
              <a:custGeom>
                <a:avLst/>
                <a:gdLst>
                  <a:gd name="T0" fmla="*/ 1297 w 51"/>
                  <a:gd name="T1" fmla="*/ 1411 h 88"/>
                  <a:gd name="T2" fmla="*/ 483 w 51"/>
                  <a:gd name="T3" fmla="*/ 3394 h 88"/>
                  <a:gd name="T4" fmla="*/ 0 w 51"/>
                  <a:gd name="T5" fmla="*/ 3056 h 88"/>
                  <a:gd name="T6" fmla="*/ 600 w 51"/>
                  <a:gd name="T7" fmla="*/ 3688 h 88"/>
                  <a:gd name="T8" fmla="*/ 1434 w 51"/>
                  <a:gd name="T9" fmla="*/ 1688 h 88"/>
                  <a:gd name="T10" fmla="*/ 1105 w 51"/>
                  <a:gd name="T11" fmla="*/ 0 h 88"/>
                  <a:gd name="T12" fmla="*/ 1297 w 51"/>
                  <a:gd name="T13" fmla="*/ 1411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88">
                    <a:moveTo>
                      <a:pt x="46" y="34"/>
                    </a:moveTo>
                    <a:cubicBezTo>
                      <a:pt x="46" y="60"/>
                      <a:pt x="33" y="81"/>
                      <a:pt x="17" y="81"/>
                    </a:cubicBezTo>
                    <a:cubicBezTo>
                      <a:pt x="10" y="81"/>
                      <a:pt x="5" y="78"/>
                      <a:pt x="0" y="73"/>
                    </a:cubicBezTo>
                    <a:cubicBezTo>
                      <a:pt x="5" y="82"/>
                      <a:pt x="13" y="88"/>
                      <a:pt x="21" y="88"/>
                    </a:cubicBezTo>
                    <a:cubicBezTo>
                      <a:pt x="37" y="88"/>
                      <a:pt x="51" y="67"/>
                      <a:pt x="51" y="40"/>
                    </a:cubicBezTo>
                    <a:cubicBezTo>
                      <a:pt x="51" y="24"/>
                      <a:pt x="47" y="9"/>
                      <a:pt x="39" y="0"/>
                    </a:cubicBezTo>
                    <a:cubicBezTo>
                      <a:pt x="44" y="9"/>
                      <a:pt x="46" y="22"/>
                      <a:pt x="46" y="34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2" name="Freeform 1841">
                <a:extLst>
                  <a:ext uri="{FF2B5EF4-FFF2-40B4-BE49-F238E27FC236}">
                    <a16:creationId xmlns:a16="http://schemas.microsoft.com/office/drawing/2014/main" id="{42BA867C-E8EC-4B0B-BEFB-4092C5F76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2335"/>
                <a:ext cx="80" cy="158"/>
              </a:xfrm>
              <a:custGeom>
                <a:avLst/>
                <a:gdLst>
                  <a:gd name="T0" fmla="*/ 0 w 46"/>
                  <a:gd name="T1" fmla="*/ 2019 h 85"/>
                  <a:gd name="T2" fmla="*/ 257 w 46"/>
                  <a:gd name="T3" fmla="*/ 3508 h 85"/>
                  <a:gd name="T4" fmla="*/ 193 w 46"/>
                  <a:gd name="T5" fmla="*/ 2197 h 85"/>
                  <a:gd name="T6" fmla="*/ 584 w 46"/>
                  <a:gd name="T7" fmla="*/ 487 h 85"/>
                  <a:gd name="T8" fmla="*/ 1273 w 46"/>
                  <a:gd name="T9" fmla="*/ 335 h 85"/>
                  <a:gd name="T10" fmla="*/ 856 w 46"/>
                  <a:gd name="T11" fmla="*/ 0 h 85"/>
                  <a:gd name="T12" fmla="*/ 0 w 46"/>
                  <a:gd name="T13" fmla="*/ 2019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85">
                    <a:moveTo>
                      <a:pt x="0" y="49"/>
                    </a:moveTo>
                    <a:cubicBezTo>
                      <a:pt x="0" y="64"/>
                      <a:pt x="2" y="76"/>
                      <a:pt x="9" y="85"/>
                    </a:cubicBezTo>
                    <a:cubicBezTo>
                      <a:pt x="7" y="77"/>
                      <a:pt x="7" y="66"/>
                      <a:pt x="7" y="53"/>
                    </a:cubicBezTo>
                    <a:cubicBezTo>
                      <a:pt x="8" y="37"/>
                      <a:pt x="14" y="21"/>
                      <a:pt x="21" y="12"/>
                    </a:cubicBezTo>
                    <a:cubicBezTo>
                      <a:pt x="24" y="8"/>
                      <a:pt x="35" y="3"/>
                      <a:pt x="46" y="8"/>
                    </a:cubicBezTo>
                    <a:cubicBezTo>
                      <a:pt x="41" y="3"/>
                      <a:pt x="37" y="0"/>
                      <a:pt x="31" y="0"/>
                    </a:cubicBezTo>
                    <a:cubicBezTo>
                      <a:pt x="14" y="0"/>
                      <a:pt x="0" y="22"/>
                      <a:pt x="0" y="49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3" name="Freeform 1842">
                <a:extLst>
                  <a:ext uri="{FF2B5EF4-FFF2-40B4-BE49-F238E27FC236}">
                    <a16:creationId xmlns:a16="http://schemas.microsoft.com/office/drawing/2014/main" id="{F0268DEF-1EB7-4F2E-B553-323CE8DBC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2378"/>
                <a:ext cx="19" cy="20"/>
              </a:xfrm>
              <a:custGeom>
                <a:avLst/>
                <a:gdLst>
                  <a:gd name="T0" fmla="*/ 83 w 11"/>
                  <a:gd name="T1" fmla="*/ 44 h 11"/>
                  <a:gd name="T2" fmla="*/ 247 w 11"/>
                  <a:gd name="T3" fmla="*/ 96 h 11"/>
                  <a:gd name="T4" fmla="*/ 212 w 11"/>
                  <a:gd name="T5" fmla="*/ 360 h 11"/>
                  <a:gd name="T6" fmla="*/ 28 w 11"/>
                  <a:gd name="T7" fmla="*/ 295 h 11"/>
                  <a:gd name="T8" fmla="*/ 83 w 11"/>
                  <a:gd name="T9" fmla="*/ 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3" y="1"/>
                    </a:moveTo>
                    <a:cubicBezTo>
                      <a:pt x="5" y="0"/>
                      <a:pt x="8" y="1"/>
                      <a:pt x="9" y="3"/>
                    </a:cubicBezTo>
                    <a:cubicBezTo>
                      <a:pt x="11" y="5"/>
                      <a:pt x="10" y="8"/>
                      <a:pt x="8" y="10"/>
                    </a:cubicBezTo>
                    <a:cubicBezTo>
                      <a:pt x="5" y="11"/>
                      <a:pt x="2" y="10"/>
                      <a:pt x="1" y="8"/>
                    </a:cubicBezTo>
                    <a:cubicBezTo>
                      <a:pt x="0" y="6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4" name="Freeform 1843">
                <a:extLst>
                  <a:ext uri="{FF2B5EF4-FFF2-40B4-BE49-F238E27FC236}">
                    <a16:creationId xmlns:a16="http://schemas.microsoft.com/office/drawing/2014/main" id="{22BD774D-CFFE-486C-A23C-69434B476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2363"/>
                <a:ext cx="8" cy="11"/>
              </a:xfrm>
              <a:custGeom>
                <a:avLst/>
                <a:gdLst>
                  <a:gd name="T0" fmla="*/ 21 w 5"/>
                  <a:gd name="T1" fmla="*/ 44 h 6"/>
                  <a:gd name="T2" fmla="*/ 86 w 5"/>
                  <a:gd name="T3" fmla="*/ 81 h 6"/>
                  <a:gd name="T4" fmla="*/ 67 w 5"/>
                  <a:gd name="T5" fmla="*/ 193 h 6"/>
                  <a:gd name="T6" fmla="*/ 0 w 5"/>
                  <a:gd name="T7" fmla="*/ 193 h 6"/>
                  <a:gd name="T8" fmla="*/ 21 w 5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4" y="1"/>
                      <a:pt x="5" y="2"/>
                    </a:cubicBezTo>
                    <a:cubicBezTo>
                      <a:pt x="5" y="3"/>
                      <a:pt x="5" y="5"/>
                      <a:pt x="4" y="5"/>
                    </a:cubicBezTo>
                    <a:cubicBezTo>
                      <a:pt x="3" y="6"/>
                      <a:pt x="1" y="6"/>
                      <a:pt x="0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5" name="Freeform 1844">
                <a:extLst>
                  <a:ext uri="{FF2B5EF4-FFF2-40B4-BE49-F238E27FC236}">
                    <a16:creationId xmlns:a16="http://schemas.microsoft.com/office/drawing/2014/main" id="{E0559986-AFF9-4CA3-AF86-A4063755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2402"/>
                <a:ext cx="10" cy="13"/>
              </a:xfrm>
              <a:custGeom>
                <a:avLst/>
                <a:gdLst>
                  <a:gd name="T0" fmla="*/ 22 w 6"/>
                  <a:gd name="T1" fmla="*/ 45 h 7"/>
                  <a:gd name="T2" fmla="*/ 103 w 6"/>
                  <a:gd name="T3" fmla="*/ 84 h 7"/>
                  <a:gd name="T4" fmla="*/ 92 w 6"/>
                  <a:gd name="T5" fmla="*/ 238 h 7"/>
                  <a:gd name="T6" fmla="*/ 22 w 6"/>
                  <a:gd name="T7" fmla="*/ 204 h 7"/>
                  <a:gd name="T8" fmla="*/ 22 w 6"/>
                  <a:gd name="T9" fmla="*/ 4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6" name="Freeform 1845">
                <a:extLst>
                  <a:ext uri="{FF2B5EF4-FFF2-40B4-BE49-F238E27FC236}">
                    <a16:creationId xmlns:a16="http://schemas.microsoft.com/office/drawing/2014/main" id="{0C17F173-1A34-4156-B031-D78324FC3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911"/>
                <a:ext cx="107" cy="153"/>
              </a:xfrm>
              <a:custGeom>
                <a:avLst/>
                <a:gdLst>
                  <a:gd name="T0" fmla="*/ 844 w 61"/>
                  <a:gd name="T1" fmla="*/ 787 h 82"/>
                  <a:gd name="T2" fmla="*/ 1231 w 61"/>
                  <a:gd name="T3" fmla="*/ 3120 h 82"/>
                  <a:gd name="T4" fmla="*/ 702 w 61"/>
                  <a:gd name="T5" fmla="*/ 3317 h 82"/>
                  <a:gd name="T6" fmla="*/ 1431 w 61"/>
                  <a:gd name="T7" fmla="*/ 3164 h 82"/>
                  <a:gd name="T8" fmla="*/ 1081 w 61"/>
                  <a:gd name="T9" fmla="*/ 884 h 82"/>
                  <a:gd name="T10" fmla="*/ 0 w 61"/>
                  <a:gd name="T11" fmla="*/ 0 h 82"/>
                  <a:gd name="T12" fmla="*/ 844 w 61"/>
                  <a:gd name="T13" fmla="*/ 787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82">
                    <a:moveTo>
                      <a:pt x="29" y="19"/>
                    </a:moveTo>
                    <a:cubicBezTo>
                      <a:pt x="48" y="38"/>
                      <a:pt x="53" y="62"/>
                      <a:pt x="42" y="74"/>
                    </a:cubicBezTo>
                    <a:cubicBezTo>
                      <a:pt x="37" y="78"/>
                      <a:pt x="31" y="80"/>
                      <a:pt x="24" y="79"/>
                    </a:cubicBezTo>
                    <a:cubicBezTo>
                      <a:pt x="34" y="82"/>
                      <a:pt x="43" y="81"/>
                      <a:pt x="49" y="75"/>
                    </a:cubicBezTo>
                    <a:cubicBezTo>
                      <a:pt x="61" y="63"/>
                      <a:pt x="55" y="39"/>
                      <a:pt x="37" y="21"/>
                    </a:cubicBezTo>
                    <a:cubicBezTo>
                      <a:pt x="25" y="9"/>
                      <a:pt x="12" y="1"/>
                      <a:pt x="0" y="0"/>
                    </a:cubicBezTo>
                    <a:cubicBezTo>
                      <a:pt x="10" y="3"/>
                      <a:pt x="20" y="10"/>
                      <a:pt x="29" y="19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7" name="Freeform 1846">
                <a:extLst>
                  <a:ext uri="{FF2B5EF4-FFF2-40B4-BE49-F238E27FC236}">
                    <a16:creationId xmlns:a16="http://schemas.microsoft.com/office/drawing/2014/main" id="{87D5A0FE-8285-4FE6-B9DE-D94EAB960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2909"/>
                <a:ext cx="97" cy="149"/>
              </a:xfrm>
              <a:custGeom>
                <a:avLst/>
                <a:gdLst>
                  <a:gd name="T0" fmla="*/ 655 w 56"/>
                  <a:gd name="T1" fmla="*/ 2553 h 80"/>
                  <a:gd name="T2" fmla="*/ 1512 w 56"/>
                  <a:gd name="T3" fmla="*/ 3347 h 80"/>
                  <a:gd name="T4" fmla="*/ 857 w 56"/>
                  <a:gd name="T5" fmla="*/ 2466 h 80"/>
                  <a:gd name="T6" fmla="*/ 320 w 56"/>
                  <a:gd name="T7" fmla="*/ 877 h 80"/>
                  <a:gd name="T8" fmla="*/ 729 w 56"/>
                  <a:gd name="T9" fmla="*/ 0 h 80"/>
                  <a:gd name="T10" fmla="*/ 296 w 56"/>
                  <a:gd name="T11" fmla="*/ 209 h 80"/>
                  <a:gd name="T12" fmla="*/ 655 w 56"/>
                  <a:gd name="T13" fmla="*/ 2553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80">
                    <a:moveTo>
                      <a:pt x="24" y="61"/>
                    </a:moveTo>
                    <a:cubicBezTo>
                      <a:pt x="35" y="72"/>
                      <a:pt x="45" y="79"/>
                      <a:pt x="56" y="80"/>
                    </a:cubicBezTo>
                    <a:cubicBezTo>
                      <a:pt x="48" y="76"/>
                      <a:pt x="41" y="69"/>
                      <a:pt x="32" y="59"/>
                    </a:cubicBezTo>
                    <a:cubicBezTo>
                      <a:pt x="21" y="47"/>
                      <a:pt x="14" y="31"/>
                      <a:pt x="12" y="21"/>
                    </a:cubicBezTo>
                    <a:cubicBezTo>
                      <a:pt x="12" y="15"/>
                      <a:pt x="16" y="4"/>
                      <a:pt x="27" y="0"/>
                    </a:cubicBezTo>
                    <a:cubicBezTo>
                      <a:pt x="21" y="0"/>
                      <a:pt x="15" y="1"/>
                      <a:pt x="11" y="5"/>
                    </a:cubicBezTo>
                    <a:cubicBezTo>
                      <a:pt x="0" y="17"/>
                      <a:pt x="5" y="42"/>
                      <a:pt x="24" y="61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8" name="Freeform 1847">
                <a:extLst>
                  <a:ext uri="{FF2B5EF4-FFF2-40B4-BE49-F238E27FC236}">
                    <a16:creationId xmlns:a16="http://schemas.microsoft.com/office/drawing/2014/main" id="{125CE61C-9A1F-4E74-A55A-6CBB02C14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974"/>
                <a:ext cx="19" cy="21"/>
              </a:xfrm>
              <a:custGeom>
                <a:avLst/>
                <a:gdLst>
                  <a:gd name="T0" fmla="*/ 28 w 11"/>
                  <a:gd name="T1" fmla="*/ 200 h 11"/>
                  <a:gd name="T2" fmla="*/ 185 w 11"/>
                  <a:gd name="T3" fmla="*/ 0 h 11"/>
                  <a:gd name="T4" fmla="*/ 257 w 11"/>
                  <a:gd name="T5" fmla="*/ 277 h 11"/>
                  <a:gd name="T6" fmla="*/ 107 w 11"/>
                  <a:gd name="T7" fmla="*/ 481 h 11"/>
                  <a:gd name="T8" fmla="*/ 28 w 11"/>
                  <a:gd name="T9" fmla="*/ 20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2" y="1"/>
                      <a:pt x="4" y="0"/>
                      <a:pt x="7" y="0"/>
                    </a:cubicBezTo>
                    <a:cubicBezTo>
                      <a:pt x="10" y="1"/>
                      <a:pt x="11" y="4"/>
                      <a:pt x="10" y="6"/>
                    </a:cubicBezTo>
                    <a:cubicBezTo>
                      <a:pt x="10" y="9"/>
                      <a:pt x="7" y="11"/>
                      <a:pt x="4" y="10"/>
                    </a:cubicBezTo>
                    <a:cubicBezTo>
                      <a:pt x="2" y="9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9" name="Freeform 1848">
                <a:extLst>
                  <a:ext uri="{FF2B5EF4-FFF2-40B4-BE49-F238E27FC236}">
                    <a16:creationId xmlns:a16="http://schemas.microsoft.com/office/drawing/2014/main" id="{2425032F-81FF-4B4E-A0F0-92A5E45EB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958"/>
                <a:ext cx="11" cy="11"/>
              </a:xfrm>
              <a:custGeom>
                <a:avLst/>
                <a:gdLst>
                  <a:gd name="T0" fmla="*/ 44 w 6"/>
                  <a:gd name="T1" fmla="*/ 125 h 6"/>
                  <a:gd name="T2" fmla="*/ 149 w 6"/>
                  <a:gd name="T3" fmla="*/ 44 h 6"/>
                  <a:gd name="T4" fmla="*/ 229 w 6"/>
                  <a:gd name="T5" fmla="*/ 149 h 6"/>
                  <a:gd name="T6" fmla="*/ 125 w 6"/>
                  <a:gd name="T7" fmla="*/ 229 h 6"/>
                  <a:gd name="T8" fmla="*/ 44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1" y="5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0" name="Freeform 1849">
                <a:extLst>
                  <a:ext uri="{FF2B5EF4-FFF2-40B4-BE49-F238E27FC236}">
                    <a16:creationId xmlns:a16="http://schemas.microsoft.com/office/drawing/2014/main" id="{228FC2B6-3A4D-4C10-BE69-DEDDE803B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2995"/>
                <a:ext cx="10" cy="11"/>
              </a:xfrm>
              <a:custGeom>
                <a:avLst/>
                <a:gdLst>
                  <a:gd name="T0" fmla="*/ 0 w 6"/>
                  <a:gd name="T1" fmla="*/ 81 h 6"/>
                  <a:gd name="T2" fmla="*/ 62 w 6"/>
                  <a:gd name="T3" fmla="*/ 0 h 6"/>
                  <a:gd name="T4" fmla="*/ 103 w 6"/>
                  <a:gd name="T5" fmla="*/ 149 h 6"/>
                  <a:gd name="T6" fmla="*/ 37 w 6"/>
                  <a:gd name="T7" fmla="*/ 229 h 6"/>
                  <a:gd name="T8" fmla="*/ 0 w 6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1" name="Freeform 1850">
                <a:extLst>
                  <a:ext uri="{FF2B5EF4-FFF2-40B4-BE49-F238E27FC236}">
                    <a16:creationId xmlns:a16="http://schemas.microsoft.com/office/drawing/2014/main" id="{307E153C-172C-4284-B073-86CB486E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610"/>
                <a:ext cx="195" cy="155"/>
              </a:xfrm>
              <a:custGeom>
                <a:avLst/>
                <a:gdLst>
                  <a:gd name="T0" fmla="*/ 2928 w 112"/>
                  <a:gd name="T1" fmla="*/ 885 h 83"/>
                  <a:gd name="T2" fmla="*/ 1203 w 112"/>
                  <a:gd name="T3" fmla="*/ 474 h 83"/>
                  <a:gd name="T4" fmla="*/ 193 w 112"/>
                  <a:gd name="T5" fmla="*/ 2637 h 83"/>
                  <a:gd name="T6" fmla="*/ 1922 w 112"/>
                  <a:gd name="T7" fmla="*/ 3040 h 83"/>
                  <a:gd name="T8" fmla="*/ 2928 w 112"/>
                  <a:gd name="T9" fmla="*/ 885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3">
                    <a:moveTo>
                      <a:pt x="105" y="21"/>
                    </a:moveTo>
                    <a:cubicBezTo>
                      <a:pt x="98" y="4"/>
                      <a:pt x="71" y="0"/>
                      <a:pt x="43" y="11"/>
                    </a:cubicBezTo>
                    <a:cubicBezTo>
                      <a:pt x="16" y="22"/>
                      <a:pt x="0" y="45"/>
                      <a:pt x="7" y="62"/>
                    </a:cubicBezTo>
                    <a:cubicBezTo>
                      <a:pt x="14" y="79"/>
                      <a:pt x="42" y="83"/>
                      <a:pt x="69" y="72"/>
                    </a:cubicBezTo>
                    <a:cubicBezTo>
                      <a:pt x="96" y="61"/>
                      <a:pt x="112" y="38"/>
                      <a:pt x="105" y="2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2" name="Freeform 1851">
                <a:extLst>
                  <a:ext uri="{FF2B5EF4-FFF2-40B4-BE49-F238E27FC236}">
                    <a16:creationId xmlns:a16="http://schemas.microsoft.com/office/drawing/2014/main" id="{B2F9040F-A2B9-4634-AEF8-42AB975E9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737"/>
                <a:ext cx="49" cy="83"/>
              </a:xfrm>
              <a:custGeom>
                <a:avLst/>
                <a:gdLst>
                  <a:gd name="T0" fmla="*/ 613 w 28"/>
                  <a:gd name="T1" fmla="*/ 1725 h 45"/>
                  <a:gd name="T2" fmla="*/ 772 w 28"/>
                  <a:gd name="T3" fmla="*/ 1450 h 45"/>
                  <a:gd name="T4" fmla="*/ 499 w 28"/>
                  <a:gd name="T5" fmla="*/ 0 h 45"/>
                  <a:gd name="T6" fmla="*/ 264 w 28"/>
                  <a:gd name="T7" fmla="*/ 149 h 45"/>
                  <a:gd name="T8" fmla="*/ 0 w 28"/>
                  <a:gd name="T9" fmla="*/ 275 h 45"/>
                  <a:gd name="T10" fmla="*/ 613 w 28"/>
                  <a:gd name="T11" fmla="*/ 1725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5">
                    <a:moveTo>
                      <a:pt x="21" y="44"/>
                    </a:moveTo>
                    <a:cubicBezTo>
                      <a:pt x="23" y="42"/>
                      <a:pt x="25" y="40"/>
                      <a:pt x="27" y="37"/>
                    </a:cubicBezTo>
                    <a:cubicBezTo>
                      <a:pt x="28" y="36"/>
                      <a:pt x="17" y="0"/>
                      <a:pt x="17" y="0"/>
                    </a:cubicBezTo>
                    <a:cubicBezTo>
                      <a:pt x="14" y="2"/>
                      <a:pt x="11" y="3"/>
                      <a:pt x="9" y="4"/>
                    </a:cubicBezTo>
                    <a:cubicBezTo>
                      <a:pt x="6" y="5"/>
                      <a:pt x="3" y="6"/>
                      <a:pt x="0" y="7"/>
                    </a:cubicBezTo>
                    <a:cubicBezTo>
                      <a:pt x="0" y="7"/>
                      <a:pt x="20" y="45"/>
                      <a:pt x="21" y="4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3" name="Freeform 1852">
                <a:extLst>
                  <a:ext uri="{FF2B5EF4-FFF2-40B4-BE49-F238E27FC236}">
                    <a16:creationId xmlns:a16="http://schemas.microsoft.com/office/drawing/2014/main" id="{83FFA737-1C1F-472D-B893-41A15658C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3088"/>
                <a:ext cx="193" cy="156"/>
              </a:xfrm>
              <a:custGeom>
                <a:avLst/>
                <a:gdLst>
                  <a:gd name="T0" fmla="*/ 2881 w 111"/>
                  <a:gd name="T1" fmla="*/ 904 h 84"/>
                  <a:gd name="T2" fmla="*/ 1871 w 111"/>
                  <a:gd name="T3" fmla="*/ 2958 h 84"/>
                  <a:gd name="T4" fmla="*/ 156 w 111"/>
                  <a:gd name="T5" fmla="*/ 2542 h 84"/>
                  <a:gd name="T6" fmla="*/ 1188 w 111"/>
                  <a:gd name="T7" fmla="*/ 487 h 84"/>
                  <a:gd name="T8" fmla="*/ 2881 w 111"/>
                  <a:gd name="T9" fmla="*/ 90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84">
                    <a:moveTo>
                      <a:pt x="104" y="22"/>
                    </a:moveTo>
                    <a:cubicBezTo>
                      <a:pt x="111" y="39"/>
                      <a:pt x="95" y="61"/>
                      <a:pt x="68" y="72"/>
                    </a:cubicBezTo>
                    <a:cubicBezTo>
                      <a:pt x="41" y="84"/>
                      <a:pt x="13" y="79"/>
                      <a:pt x="6" y="62"/>
                    </a:cubicBezTo>
                    <a:cubicBezTo>
                      <a:pt x="0" y="46"/>
                      <a:pt x="16" y="23"/>
                      <a:pt x="43" y="12"/>
                    </a:cubicBezTo>
                    <a:cubicBezTo>
                      <a:pt x="70" y="0"/>
                      <a:pt x="97" y="5"/>
                      <a:pt x="104" y="2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4" name="Freeform 1853">
                <a:extLst>
                  <a:ext uri="{FF2B5EF4-FFF2-40B4-BE49-F238E27FC236}">
                    <a16:creationId xmlns:a16="http://schemas.microsoft.com/office/drawing/2014/main" id="{C5CA5C3C-2321-4879-8B19-5852B862D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3032"/>
                <a:ext cx="49" cy="84"/>
              </a:xfrm>
              <a:custGeom>
                <a:avLst/>
                <a:gdLst>
                  <a:gd name="T0" fmla="*/ 236 w 28"/>
                  <a:gd name="T1" fmla="*/ 84 h 45"/>
                  <a:gd name="T2" fmla="*/ 37 w 28"/>
                  <a:gd name="T3" fmla="*/ 390 h 45"/>
                  <a:gd name="T4" fmla="*/ 350 w 28"/>
                  <a:gd name="T5" fmla="*/ 1906 h 45"/>
                  <a:gd name="T6" fmla="*/ 572 w 28"/>
                  <a:gd name="T7" fmla="*/ 1777 h 45"/>
                  <a:gd name="T8" fmla="*/ 809 w 28"/>
                  <a:gd name="T9" fmla="*/ 1652 h 45"/>
                  <a:gd name="T10" fmla="*/ 236 w 28"/>
                  <a:gd name="T11" fmla="*/ 84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5">
                    <a:moveTo>
                      <a:pt x="8" y="2"/>
                    </a:moveTo>
                    <a:cubicBezTo>
                      <a:pt x="6" y="4"/>
                      <a:pt x="3" y="6"/>
                      <a:pt x="1" y="9"/>
                    </a:cubicBezTo>
                    <a:cubicBezTo>
                      <a:pt x="0" y="10"/>
                      <a:pt x="12" y="45"/>
                      <a:pt x="12" y="45"/>
                    </a:cubicBezTo>
                    <a:cubicBezTo>
                      <a:pt x="14" y="44"/>
                      <a:pt x="17" y="43"/>
                      <a:pt x="20" y="42"/>
                    </a:cubicBezTo>
                    <a:cubicBezTo>
                      <a:pt x="23" y="41"/>
                      <a:pt x="25" y="40"/>
                      <a:pt x="28" y="39"/>
                    </a:cubicBezTo>
                    <a:cubicBezTo>
                      <a:pt x="28" y="39"/>
                      <a:pt x="9" y="0"/>
                      <a:pt x="8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5" name="Freeform 1854">
                <a:extLst>
                  <a:ext uri="{FF2B5EF4-FFF2-40B4-BE49-F238E27FC236}">
                    <a16:creationId xmlns:a16="http://schemas.microsoft.com/office/drawing/2014/main" id="{D41D3437-92DA-445F-9130-60BEC3D17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029"/>
                <a:ext cx="145" cy="208"/>
              </a:xfrm>
              <a:custGeom>
                <a:avLst/>
                <a:gdLst>
                  <a:gd name="T0" fmla="*/ 1761 w 83"/>
                  <a:gd name="T1" fmla="*/ 4305 h 112"/>
                  <a:gd name="T2" fmla="*/ 2047 w 83"/>
                  <a:gd name="T3" fmla="*/ 1774 h 112"/>
                  <a:gd name="T4" fmla="*/ 608 w 83"/>
                  <a:gd name="T5" fmla="*/ 290 h 112"/>
                  <a:gd name="T6" fmla="*/ 307 w 83"/>
                  <a:gd name="T7" fmla="*/ 2788 h 112"/>
                  <a:gd name="T8" fmla="*/ 1761 w 83"/>
                  <a:gd name="T9" fmla="*/ 43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62" y="105"/>
                    </a:moveTo>
                    <a:cubicBezTo>
                      <a:pt x="79" y="98"/>
                      <a:pt x="83" y="70"/>
                      <a:pt x="72" y="43"/>
                    </a:cubicBezTo>
                    <a:cubicBezTo>
                      <a:pt x="61" y="16"/>
                      <a:pt x="38" y="0"/>
                      <a:pt x="21" y="7"/>
                    </a:cubicBezTo>
                    <a:cubicBezTo>
                      <a:pt x="5" y="14"/>
                      <a:pt x="0" y="41"/>
                      <a:pt x="11" y="68"/>
                    </a:cubicBezTo>
                    <a:cubicBezTo>
                      <a:pt x="22" y="95"/>
                      <a:pt x="45" y="112"/>
                      <a:pt x="62" y="10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6" name="Freeform 1855">
                <a:extLst>
                  <a:ext uri="{FF2B5EF4-FFF2-40B4-BE49-F238E27FC236}">
                    <a16:creationId xmlns:a16="http://schemas.microsoft.com/office/drawing/2014/main" id="{0BBC012E-37C0-4151-A3C3-DBAD6D0EC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140"/>
                <a:ext cx="125" cy="78"/>
              </a:xfrm>
              <a:custGeom>
                <a:avLst/>
                <a:gdLst>
                  <a:gd name="T0" fmla="*/ 0 w 72"/>
                  <a:gd name="T1" fmla="*/ 1287 h 42"/>
                  <a:gd name="T2" fmla="*/ 49 w 72"/>
                  <a:gd name="T3" fmla="*/ 1679 h 42"/>
                  <a:gd name="T4" fmla="*/ 1974 w 72"/>
                  <a:gd name="T5" fmla="*/ 665 h 42"/>
                  <a:gd name="T6" fmla="*/ 1863 w 72"/>
                  <a:gd name="T7" fmla="*/ 334 h 42"/>
                  <a:gd name="T8" fmla="*/ 1778 w 72"/>
                  <a:gd name="T9" fmla="*/ 0 h 42"/>
                  <a:gd name="T10" fmla="*/ 0 w 72"/>
                  <a:gd name="T11" fmla="*/ 128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42">
                    <a:moveTo>
                      <a:pt x="0" y="31"/>
                    </a:moveTo>
                    <a:cubicBezTo>
                      <a:pt x="1" y="34"/>
                      <a:pt x="2" y="37"/>
                      <a:pt x="2" y="41"/>
                    </a:cubicBezTo>
                    <a:cubicBezTo>
                      <a:pt x="2" y="42"/>
                      <a:pt x="72" y="16"/>
                      <a:pt x="72" y="16"/>
                    </a:cubicBezTo>
                    <a:cubicBezTo>
                      <a:pt x="71" y="14"/>
                      <a:pt x="69" y="11"/>
                      <a:pt x="68" y="8"/>
                    </a:cubicBezTo>
                    <a:cubicBezTo>
                      <a:pt x="67" y="6"/>
                      <a:pt x="66" y="3"/>
                      <a:pt x="65" y="0"/>
                    </a:cubicBezTo>
                    <a:cubicBezTo>
                      <a:pt x="65" y="0"/>
                      <a:pt x="0" y="30"/>
                      <a:pt x="0" y="3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7" name="Freeform 1856">
                <a:extLst>
                  <a:ext uri="{FF2B5EF4-FFF2-40B4-BE49-F238E27FC236}">
                    <a16:creationId xmlns:a16="http://schemas.microsoft.com/office/drawing/2014/main" id="{F883FCD4-9018-40DB-9694-7BA86FF9D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2618"/>
                <a:ext cx="145" cy="208"/>
              </a:xfrm>
              <a:custGeom>
                <a:avLst/>
                <a:gdLst>
                  <a:gd name="T0" fmla="*/ 1743 w 83"/>
                  <a:gd name="T1" fmla="*/ 4305 h 112"/>
                  <a:gd name="T2" fmla="*/ 307 w 83"/>
                  <a:gd name="T3" fmla="*/ 2832 h 112"/>
                  <a:gd name="T4" fmla="*/ 608 w 83"/>
                  <a:gd name="T5" fmla="*/ 290 h 112"/>
                  <a:gd name="T6" fmla="*/ 2047 w 83"/>
                  <a:gd name="T7" fmla="*/ 1774 h 112"/>
                  <a:gd name="T8" fmla="*/ 1743 w 83"/>
                  <a:gd name="T9" fmla="*/ 43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61" y="105"/>
                    </a:moveTo>
                    <a:cubicBezTo>
                      <a:pt x="45" y="112"/>
                      <a:pt x="22" y="96"/>
                      <a:pt x="11" y="69"/>
                    </a:cubicBezTo>
                    <a:cubicBezTo>
                      <a:pt x="0" y="42"/>
                      <a:pt x="4" y="14"/>
                      <a:pt x="21" y="7"/>
                    </a:cubicBezTo>
                    <a:cubicBezTo>
                      <a:pt x="38" y="0"/>
                      <a:pt x="60" y="16"/>
                      <a:pt x="72" y="43"/>
                    </a:cubicBezTo>
                    <a:cubicBezTo>
                      <a:pt x="83" y="70"/>
                      <a:pt x="78" y="98"/>
                      <a:pt x="61" y="10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8" name="Freeform 1857">
                <a:extLst>
                  <a:ext uri="{FF2B5EF4-FFF2-40B4-BE49-F238E27FC236}">
                    <a16:creationId xmlns:a16="http://schemas.microsoft.com/office/drawing/2014/main" id="{0E2394D6-9E6A-4BBA-A77E-6C7641195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638"/>
                <a:ext cx="121" cy="76"/>
              </a:xfrm>
              <a:custGeom>
                <a:avLst/>
                <a:gdLst>
                  <a:gd name="T0" fmla="*/ 2004 w 69"/>
                  <a:gd name="T1" fmla="*/ 439 h 41"/>
                  <a:gd name="T2" fmla="*/ 1938 w 69"/>
                  <a:gd name="T3" fmla="*/ 44 h 41"/>
                  <a:gd name="T4" fmla="*/ 0 w 69"/>
                  <a:gd name="T5" fmla="*/ 969 h 41"/>
                  <a:gd name="T6" fmla="*/ 114 w 69"/>
                  <a:gd name="T7" fmla="*/ 1285 h 41"/>
                  <a:gd name="T8" fmla="*/ 179 w 69"/>
                  <a:gd name="T9" fmla="*/ 1663 h 41"/>
                  <a:gd name="T10" fmla="*/ 2004 w 69"/>
                  <a:gd name="T11" fmla="*/ 439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41">
                    <a:moveTo>
                      <a:pt x="69" y="11"/>
                    </a:moveTo>
                    <a:cubicBezTo>
                      <a:pt x="68" y="8"/>
                      <a:pt x="67" y="4"/>
                      <a:pt x="67" y="1"/>
                    </a:cubicBezTo>
                    <a:cubicBezTo>
                      <a:pt x="67" y="0"/>
                      <a:pt x="0" y="24"/>
                      <a:pt x="0" y="24"/>
                    </a:cubicBezTo>
                    <a:cubicBezTo>
                      <a:pt x="1" y="27"/>
                      <a:pt x="2" y="30"/>
                      <a:pt x="4" y="32"/>
                    </a:cubicBezTo>
                    <a:cubicBezTo>
                      <a:pt x="5" y="35"/>
                      <a:pt x="6" y="38"/>
                      <a:pt x="6" y="41"/>
                    </a:cubicBezTo>
                    <a:cubicBezTo>
                      <a:pt x="6" y="41"/>
                      <a:pt x="69" y="12"/>
                      <a:pt x="69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9" name="Freeform 1858">
                <a:extLst>
                  <a:ext uri="{FF2B5EF4-FFF2-40B4-BE49-F238E27FC236}">
                    <a16:creationId xmlns:a16="http://schemas.microsoft.com/office/drawing/2014/main" id="{4079EA0B-83CA-4016-82E7-A16D9A4EF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1612"/>
                <a:ext cx="195" cy="154"/>
              </a:xfrm>
              <a:custGeom>
                <a:avLst/>
                <a:gdLst>
                  <a:gd name="T0" fmla="*/ 2928 w 112"/>
                  <a:gd name="T1" fmla="*/ 2523 h 83"/>
                  <a:gd name="T2" fmla="*/ 1922 w 112"/>
                  <a:gd name="T3" fmla="*/ 440 h 83"/>
                  <a:gd name="T4" fmla="*/ 193 w 112"/>
                  <a:gd name="T5" fmla="*/ 902 h 83"/>
                  <a:gd name="T6" fmla="*/ 1231 w 112"/>
                  <a:gd name="T7" fmla="*/ 2950 h 83"/>
                  <a:gd name="T8" fmla="*/ 2928 w 112"/>
                  <a:gd name="T9" fmla="*/ 252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3">
                    <a:moveTo>
                      <a:pt x="105" y="62"/>
                    </a:moveTo>
                    <a:cubicBezTo>
                      <a:pt x="112" y="45"/>
                      <a:pt x="96" y="23"/>
                      <a:pt x="69" y="11"/>
                    </a:cubicBezTo>
                    <a:cubicBezTo>
                      <a:pt x="42" y="0"/>
                      <a:pt x="14" y="5"/>
                      <a:pt x="7" y="22"/>
                    </a:cubicBezTo>
                    <a:cubicBezTo>
                      <a:pt x="0" y="38"/>
                      <a:pt x="17" y="61"/>
                      <a:pt x="44" y="72"/>
                    </a:cubicBezTo>
                    <a:cubicBezTo>
                      <a:pt x="71" y="83"/>
                      <a:pt x="98" y="79"/>
                      <a:pt x="105" y="6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0" name="Freeform 1859">
                <a:extLst>
                  <a:ext uri="{FF2B5EF4-FFF2-40B4-BE49-F238E27FC236}">
                    <a16:creationId xmlns:a16="http://schemas.microsoft.com/office/drawing/2014/main" id="{0024E775-FA9D-4490-A43D-BCBED2EE9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739"/>
                <a:ext cx="49" cy="81"/>
              </a:xfrm>
              <a:custGeom>
                <a:avLst/>
                <a:gdLst>
                  <a:gd name="T0" fmla="*/ 37 w 28"/>
                  <a:gd name="T1" fmla="*/ 1353 h 44"/>
                  <a:gd name="T2" fmla="*/ 264 w 28"/>
                  <a:gd name="T3" fmla="*/ 1668 h 44"/>
                  <a:gd name="T4" fmla="*/ 809 w 28"/>
                  <a:gd name="T5" fmla="*/ 274 h 44"/>
                  <a:gd name="T6" fmla="*/ 572 w 28"/>
                  <a:gd name="T7" fmla="*/ 149 h 44"/>
                  <a:gd name="T8" fmla="*/ 350 w 28"/>
                  <a:gd name="T9" fmla="*/ 0 h 44"/>
                  <a:gd name="T10" fmla="*/ 37 w 28"/>
                  <a:gd name="T11" fmla="*/ 1353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4">
                    <a:moveTo>
                      <a:pt x="1" y="35"/>
                    </a:moveTo>
                    <a:cubicBezTo>
                      <a:pt x="4" y="38"/>
                      <a:pt x="7" y="40"/>
                      <a:pt x="9" y="43"/>
                    </a:cubicBezTo>
                    <a:cubicBezTo>
                      <a:pt x="10" y="44"/>
                      <a:pt x="28" y="7"/>
                      <a:pt x="28" y="7"/>
                    </a:cubicBezTo>
                    <a:cubicBezTo>
                      <a:pt x="25" y="6"/>
                      <a:pt x="22" y="5"/>
                      <a:pt x="20" y="4"/>
                    </a:cubicBezTo>
                    <a:cubicBezTo>
                      <a:pt x="17" y="3"/>
                      <a:pt x="14" y="2"/>
                      <a:pt x="12" y="0"/>
                    </a:cubicBezTo>
                    <a:cubicBezTo>
                      <a:pt x="12" y="0"/>
                      <a:pt x="0" y="34"/>
                      <a:pt x="1" y="3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1" name="Freeform 1860">
                <a:extLst>
                  <a:ext uri="{FF2B5EF4-FFF2-40B4-BE49-F238E27FC236}">
                    <a16:creationId xmlns:a16="http://schemas.microsoft.com/office/drawing/2014/main" id="{0BD214CB-519D-40F7-8B0F-C30DB9FDC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3086"/>
                <a:ext cx="195" cy="154"/>
              </a:xfrm>
              <a:custGeom>
                <a:avLst/>
                <a:gdLst>
                  <a:gd name="T0" fmla="*/ 2928 w 112"/>
                  <a:gd name="T1" fmla="*/ 2523 h 83"/>
                  <a:gd name="T2" fmla="*/ 1231 w 112"/>
                  <a:gd name="T3" fmla="*/ 2950 h 83"/>
                  <a:gd name="T4" fmla="*/ 193 w 112"/>
                  <a:gd name="T5" fmla="*/ 857 h 83"/>
                  <a:gd name="T6" fmla="*/ 1922 w 112"/>
                  <a:gd name="T7" fmla="*/ 440 h 83"/>
                  <a:gd name="T8" fmla="*/ 2928 w 112"/>
                  <a:gd name="T9" fmla="*/ 252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3">
                    <a:moveTo>
                      <a:pt x="105" y="62"/>
                    </a:moveTo>
                    <a:cubicBezTo>
                      <a:pt x="98" y="79"/>
                      <a:pt x="71" y="83"/>
                      <a:pt x="44" y="72"/>
                    </a:cubicBezTo>
                    <a:cubicBezTo>
                      <a:pt x="17" y="61"/>
                      <a:pt x="0" y="38"/>
                      <a:pt x="7" y="21"/>
                    </a:cubicBezTo>
                    <a:cubicBezTo>
                      <a:pt x="14" y="5"/>
                      <a:pt x="42" y="0"/>
                      <a:pt x="69" y="11"/>
                    </a:cubicBezTo>
                    <a:cubicBezTo>
                      <a:pt x="96" y="23"/>
                      <a:pt x="112" y="45"/>
                      <a:pt x="105" y="6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2" name="Freeform 1861">
                <a:extLst>
                  <a:ext uri="{FF2B5EF4-FFF2-40B4-BE49-F238E27FC236}">
                    <a16:creationId xmlns:a16="http://schemas.microsoft.com/office/drawing/2014/main" id="{50BBDCF0-1292-4476-A8A4-A6C136CF8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3034"/>
                <a:ext cx="47" cy="80"/>
              </a:xfrm>
              <a:custGeom>
                <a:avLst/>
                <a:gdLst>
                  <a:gd name="T0" fmla="*/ 719 w 27"/>
                  <a:gd name="T1" fmla="*/ 335 h 43"/>
                  <a:gd name="T2" fmla="*/ 520 w 27"/>
                  <a:gd name="T3" fmla="*/ 45 h 43"/>
                  <a:gd name="T4" fmla="*/ 0 w 27"/>
                  <a:gd name="T5" fmla="*/ 1500 h 43"/>
                  <a:gd name="T6" fmla="*/ 221 w 27"/>
                  <a:gd name="T7" fmla="*/ 1630 h 43"/>
                  <a:gd name="T8" fmla="*/ 449 w 27"/>
                  <a:gd name="T9" fmla="*/ 1782 h 43"/>
                  <a:gd name="T10" fmla="*/ 719 w 27"/>
                  <a:gd name="T11" fmla="*/ 335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3">
                    <a:moveTo>
                      <a:pt x="26" y="8"/>
                    </a:moveTo>
                    <a:cubicBezTo>
                      <a:pt x="24" y="6"/>
                      <a:pt x="21" y="4"/>
                      <a:pt x="19" y="1"/>
                    </a:cubicBezTo>
                    <a:cubicBezTo>
                      <a:pt x="18" y="0"/>
                      <a:pt x="0" y="36"/>
                      <a:pt x="0" y="36"/>
                    </a:cubicBezTo>
                    <a:cubicBezTo>
                      <a:pt x="2" y="37"/>
                      <a:pt x="5" y="38"/>
                      <a:pt x="8" y="39"/>
                    </a:cubicBezTo>
                    <a:cubicBezTo>
                      <a:pt x="11" y="40"/>
                      <a:pt x="13" y="42"/>
                      <a:pt x="16" y="43"/>
                    </a:cubicBezTo>
                    <a:cubicBezTo>
                      <a:pt x="16" y="43"/>
                      <a:pt x="27" y="9"/>
                      <a:pt x="26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3" name="Freeform 1862">
                <a:extLst>
                  <a:ext uri="{FF2B5EF4-FFF2-40B4-BE49-F238E27FC236}">
                    <a16:creationId xmlns:a16="http://schemas.microsoft.com/office/drawing/2014/main" id="{2A44E50C-D388-4F3B-AFFE-CA793A26D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627"/>
                <a:ext cx="145" cy="208"/>
              </a:xfrm>
              <a:custGeom>
                <a:avLst/>
                <a:gdLst>
                  <a:gd name="T0" fmla="*/ 608 w 83"/>
                  <a:gd name="T1" fmla="*/ 4305 h 112"/>
                  <a:gd name="T2" fmla="*/ 2047 w 83"/>
                  <a:gd name="T3" fmla="*/ 2832 h 112"/>
                  <a:gd name="T4" fmla="*/ 1761 w 83"/>
                  <a:gd name="T5" fmla="*/ 290 h 112"/>
                  <a:gd name="T6" fmla="*/ 307 w 83"/>
                  <a:gd name="T7" fmla="*/ 1807 h 112"/>
                  <a:gd name="T8" fmla="*/ 608 w 83"/>
                  <a:gd name="T9" fmla="*/ 43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21" y="105"/>
                    </a:moveTo>
                    <a:cubicBezTo>
                      <a:pt x="38" y="112"/>
                      <a:pt x="61" y="96"/>
                      <a:pt x="72" y="69"/>
                    </a:cubicBezTo>
                    <a:cubicBezTo>
                      <a:pt x="83" y="42"/>
                      <a:pt x="79" y="14"/>
                      <a:pt x="62" y="7"/>
                    </a:cubicBezTo>
                    <a:cubicBezTo>
                      <a:pt x="45" y="0"/>
                      <a:pt x="22" y="17"/>
                      <a:pt x="11" y="44"/>
                    </a:cubicBezTo>
                    <a:cubicBezTo>
                      <a:pt x="0" y="71"/>
                      <a:pt x="5" y="98"/>
                      <a:pt x="21" y="10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4" name="Freeform 1863">
                <a:extLst>
                  <a:ext uri="{FF2B5EF4-FFF2-40B4-BE49-F238E27FC236}">
                    <a16:creationId xmlns:a16="http://schemas.microsoft.com/office/drawing/2014/main" id="{2B558BE5-C90D-48BF-BF3F-F36C00A76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647"/>
                <a:ext cx="120" cy="77"/>
              </a:xfrm>
              <a:custGeom>
                <a:avLst/>
                <a:gdLst>
                  <a:gd name="T0" fmla="*/ 49 w 69"/>
                  <a:gd name="T1" fmla="*/ 53 h 41"/>
                  <a:gd name="T2" fmla="*/ 0 w 69"/>
                  <a:gd name="T3" fmla="*/ 483 h 41"/>
                  <a:gd name="T4" fmla="*/ 1722 w 69"/>
                  <a:gd name="T5" fmla="*/ 1803 h 41"/>
                  <a:gd name="T6" fmla="*/ 1805 w 69"/>
                  <a:gd name="T7" fmla="*/ 1442 h 41"/>
                  <a:gd name="T8" fmla="*/ 1908 w 69"/>
                  <a:gd name="T9" fmla="*/ 1093 h 41"/>
                  <a:gd name="T10" fmla="*/ 49 w 69"/>
                  <a:gd name="T11" fmla="*/ 53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41">
                    <a:moveTo>
                      <a:pt x="2" y="1"/>
                    </a:moveTo>
                    <a:cubicBezTo>
                      <a:pt x="1" y="5"/>
                      <a:pt x="1" y="8"/>
                      <a:pt x="0" y="11"/>
                    </a:cubicBezTo>
                    <a:cubicBezTo>
                      <a:pt x="0" y="13"/>
                      <a:pt x="62" y="41"/>
                      <a:pt x="62" y="41"/>
                    </a:cubicBezTo>
                    <a:cubicBezTo>
                      <a:pt x="63" y="38"/>
                      <a:pt x="64" y="35"/>
                      <a:pt x="65" y="33"/>
                    </a:cubicBezTo>
                    <a:cubicBezTo>
                      <a:pt x="66" y="30"/>
                      <a:pt x="68" y="27"/>
                      <a:pt x="69" y="25"/>
                    </a:cubicBezTo>
                    <a:cubicBezTo>
                      <a:pt x="69" y="25"/>
                      <a:pt x="2" y="0"/>
                      <a:pt x="2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5" name="Freeform 1864">
                <a:extLst>
                  <a:ext uri="{FF2B5EF4-FFF2-40B4-BE49-F238E27FC236}">
                    <a16:creationId xmlns:a16="http://schemas.microsoft.com/office/drawing/2014/main" id="{5D94EAB8-B060-4B98-9AA6-2F98860FE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2030"/>
                <a:ext cx="145" cy="209"/>
              </a:xfrm>
              <a:custGeom>
                <a:avLst/>
                <a:gdLst>
                  <a:gd name="T0" fmla="*/ 608 w 83"/>
                  <a:gd name="T1" fmla="*/ 4439 h 112"/>
                  <a:gd name="T2" fmla="*/ 307 w 83"/>
                  <a:gd name="T3" fmla="*/ 1806 h 112"/>
                  <a:gd name="T4" fmla="*/ 1743 w 83"/>
                  <a:gd name="T5" fmla="*/ 293 h 112"/>
                  <a:gd name="T6" fmla="*/ 2047 w 83"/>
                  <a:gd name="T7" fmla="*/ 2874 h 112"/>
                  <a:gd name="T8" fmla="*/ 608 w 83"/>
                  <a:gd name="T9" fmla="*/ 4439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21" y="105"/>
                    </a:moveTo>
                    <a:cubicBezTo>
                      <a:pt x="4" y="98"/>
                      <a:pt x="0" y="70"/>
                      <a:pt x="11" y="43"/>
                    </a:cubicBezTo>
                    <a:cubicBezTo>
                      <a:pt x="22" y="16"/>
                      <a:pt x="45" y="0"/>
                      <a:pt x="61" y="7"/>
                    </a:cubicBezTo>
                    <a:cubicBezTo>
                      <a:pt x="78" y="14"/>
                      <a:pt x="83" y="41"/>
                      <a:pt x="72" y="68"/>
                    </a:cubicBezTo>
                    <a:cubicBezTo>
                      <a:pt x="60" y="95"/>
                      <a:pt x="38" y="112"/>
                      <a:pt x="21" y="10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6" name="Freeform 1865">
                <a:extLst>
                  <a:ext uri="{FF2B5EF4-FFF2-40B4-BE49-F238E27FC236}">
                    <a16:creationId xmlns:a16="http://schemas.microsoft.com/office/drawing/2014/main" id="{FCFB9B54-11F4-48AA-B2A8-5822007C5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2142"/>
                <a:ext cx="122" cy="78"/>
              </a:xfrm>
              <a:custGeom>
                <a:avLst/>
                <a:gdLst>
                  <a:gd name="T0" fmla="*/ 1910 w 70"/>
                  <a:gd name="T1" fmla="*/ 1679 h 42"/>
                  <a:gd name="T2" fmla="*/ 1966 w 70"/>
                  <a:gd name="T3" fmla="*/ 1287 h 42"/>
                  <a:gd name="T4" fmla="*/ 159 w 70"/>
                  <a:gd name="T5" fmla="*/ 0 h 42"/>
                  <a:gd name="T6" fmla="*/ 112 w 70"/>
                  <a:gd name="T7" fmla="*/ 334 h 42"/>
                  <a:gd name="T8" fmla="*/ 0 w 70"/>
                  <a:gd name="T9" fmla="*/ 665 h 42"/>
                  <a:gd name="T10" fmla="*/ 1910 w 70"/>
                  <a:gd name="T11" fmla="*/ 167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42">
                    <a:moveTo>
                      <a:pt x="68" y="41"/>
                    </a:moveTo>
                    <a:cubicBezTo>
                      <a:pt x="69" y="38"/>
                      <a:pt x="70" y="35"/>
                      <a:pt x="70" y="31"/>
                    </a:cubicBezTo>
                    <a:cubicBezTo>
                      <a:pt x="70" y="30"/>
                      <a:pt x="6" y="0"/>
                      <a:pt x="6" y="0"/>
                    </a:cubicBezTo>
                    <a:cubicBezTo>
                      <a:pt x="6" y="3"/>
                      <a:pt x="5" y="6"/>
                      <a:pt x="4" y="8"/>
                    </a:cubicBezTo>
                    <a:cubicBezTo>
                      <a:pt x="2" y="11"/>
                      <a:pt x="1" y="14"/>
                      <a:pt x="0" y="16"/>
                    </a:cubicBezTo>
                    <a:cubicBezTo>
                      <a:pt x="0" y="16"/>
                      <a:pt x="68" y="42"/>
                      <a:pt x="68" y="4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7" name="Oval 1866">
                <a:extLst>
                  <a:ext uri="{FF2B5EF4-FFF2-40B4-BE49-F238E27FC236}">
                    <a16:creationId xmlns:a16="http://schemas.microsoft.com/office/drawing/2014/main" id="{5168D300-2812-4903-A0DC-4F2A7624D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328"/>
                <a:ext cx="115" cy="197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28" name="Freeform 1867">
                <a:extLst>
                  <a:ext uri="{FF2B5EF4-FFF2-40B4-BE49-F238E27FC236}">
                    <a16:creationId xmlns:a16="http://schemas.microsoft.com/office/drawing/2014/main" id="{54190B20-D666-429E-B113-26C936077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409"/>
                <a:ext cx="132" cy="32"/>
              </a:xfrm>
              <a:custGeom>
                <a:avLst/>
                <a:gdLst>
                  <a:gd name="T0" fmla="*/ 2060 w 76"/>
                  <a:gd name="T1" fmla="*/ 401 h 17"/>
                  <a:gd name="T2" fmla="*/ 2084 w 76"/>
                  <a:gd name="T3" fmla="*/ 0 h 17"/>
                  <a:gd name="T4" fmla="*/ 0 w 76"/>
                  <a:gd name="T5" fmla="*/ 141 h 17"/>
                  <a:gd name="T6" fmla="*/ 0 w 76"/>
                  <a:gd name="T7" fmla="*/ 401 h 17"/>
                  <a:gd name="T8" fmla="*/ 0 w 76"/>
                  <a:gd name="T9" fmla="*/ 666 h 17"/>
                  <a:gd name="T10" fmla="*/ 2084 w 76"/>
                  <a:gd name="T11" fmla="*/ 755 h 17"/>
                  <a:gd name="T12" fmla="*/ 2060 w 76"/>
                  <a:gd name="T13" fmla="*/ 40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17">
                    <a:moveTo>
                      <a:pt x="75" y="9"/>
                    </a:moveTo>
                    <a:cubicBezTo>
                      <a:pt x="75" y="6"/>
                      <a:pt x="75" y="3"/>
                      <a:pt x="76" y="0"/>
                    </a:cubicBezTo>
                    <a:cubicBezTo>
                      <a:pt x="76" y="0"/>
                      <a:pt x="0" y="2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0" y="11"/>
                      <a:pt x="0" y="13"/>
                      <a:pt x="0" y="15"/>
                    </a:cubicBezTo>
                    <a:cubicBezTo>
                      <a:pt x="0" y="16"/>
                      <a:pt x="76" y="17"/>
                      <a:pt x="76" y="17"/>
                    </a:cubicBezTo>
                    <a:cubicBezTo>
                      <a:pt x="75" y="14"/>
                      <a:pt x="75" y="12"/>
                      <a:pt x="75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9" name="Freeform 1868">
                <a:extLst>
                  <a:ext uri="{FF2B5EF4-FFF2-40B4-BE49-F238E27FC236}">
                    <a16:creationId xmlns:a16="http://schemas.microsoft.com/office/drawing/2014/main" id="{29B4FC9F-02B8-401F-BE7B-CEBEFDD40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2330"/>
                <a:ext cx="115" cy="197"/>
              </a:xfrm>
              <a:custGeom>
                <a:avLst/>
                <a:gdLst>
                  <a:gd name="T0" fmla="*/ 932 w 66"/>
                  <a:gd name="T1" fmla="*/ 4366 h 106"/>
                  <a:gd name="T2" fmla="*/ 28 w 66"/>
                  <a:gd name="T3" fmla="*/ 2197 h 106"/>
                  <a:gd name="T4" fmla="*/ 932 w 66"/>
                  <a:gd name="T5" fmla="*/ 0 h 106"/>
                  <a:gd name="T6" fmla="*/ 1840 w 66"/>
                  <a:gd name="T7" fmla="*/ 2197 h 106"/>
                  <a:gd name="T8" fmla="*/ 932 w 66"/>
                  <a:gd name="T9" fmla="*/ 4366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106">
                    <a:moveTo>
                      <a:pt x="33" y="106"/>
                    </a:moveTo>
                    <a:cubicBezTo>
                      <a:pt x="15" y="106"/>
                      <a:pt x="1" y="82"/>
                      <a:pt x="1" y="53"/>
                    </a:cubicBezTo>
                    <a:cubicBezTo>
                      <a:pt x="0" y="24"/>
                      <a:pt x="15" y="0"/>
                      <a:pt x="33" y="0"/>
                    </a:cubicBezTo>
                    <a:cubicBezTo>
                      <a:pt x="52" y="0"/>
                      <a:pt x="66" y="24"/>
                      <a:pt x="66" y="53"/>
                    </a:cubicBezTo>
                    <a:cubicBezTo>
                      <a:pt x="66" y="82"/>
                      <a:pt x="52" y="106"/>
                      <a:pt x="33" y="10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0" name="Freeform 1869">
                <a:extLst>
                  <a:ext uri="{FF2B5EF4-FFF2-40B4-BE49-F238E27FC236}">
                    <a16:creationId xmlns:a16="http://schemas.microsoft.com/office/drawing/2014/main" id="{44E0F518-C433-4222-BE07-A229F4D60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2411"/>
                <a:ext cx="134" cy="34"/>
              </a:xfrm>
              <a:custGeom>
                <a:avLst/>
                <a:gdLst>
                  <a:gd name="T0" fmla="*/ 0 w 77"/>
                  <a:gd name="T1" fmla="*/ 402 h 18"/>
                  <a:gd name="T2" fmla="*/ 0 w 77"/>
                  <a:gd name="T3" fmla="*/ 0 h 18"/>
                  <a:gd name="T4" fmla="*/ 2135 w 77"/>
                  <a:gd name="T5" fmla="*/ 189 h 18"/>
                  <a:gd name="T6" fmla="*/ 2135 w 77"/>
                  <a:gd name="T7" fmla="*/ 402 h 18"/>
                  <a:gd name="T8" fmla="*/ 2135 w 77"/>
                  <a:gd name="T9" fmla="*/ 627 h 18"/>
                  <a:gd name="T10" fmla="*/ 0 w 77"/>
                  <a:gd name="T11" fmla="*/ 818 h 18"/>
                  <a:gd name="T12" fmla="*/ 0 w 77"/>
                  <a:gd name="T13" fmla="*/ 40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8">
                    <a:moveTo>
                      <a:pt x="0" y="9"/>
                    </a:moveTo>
                    <a:cubicBezTo>
                      <a:pt x="0" y="6"/>
                      <a:pt x="0" y="3"/>
                      <a:pt x="0" y="0"/>
                    </a:cubicBezTo>
                    <a:cubicBezTo>
                      <a:pt x="0" y="0"/>
                      <a:pt x="77" y="3"/>
                      <a:pt x="77" y="4"/>
                    </a:cubicBezTo>
                    <a:cubicBezTo>
                      <a:pt x="77" y="5"/>
                      <a:pt x="77" y="7"/>
                      <a:pt x="77" y="9"/>
                    </a:cubicBezTo>
                    <a:cubicBezTo>
                      <a:pt x="77" y="11"/>
                      <a:pt x="77" y="12"/>
                      <a:pt x="77" y="14"/>
                    </a:cubicBezTo>
                    <a:cubicBezTo>
                      <a:pt x="77" y="15"/>
                      <a:pt x="0" y="18"/>
                      <a:pt x="0" y="18"/>
                    </a:cubicBezTo>
                    <a:cubicBezTo>
                      <a:pt x="0" y="15"/>
                      <a:pt x="0" y="12"/>
                      <a:pt x="0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1" name="Freeform 1870">
                <a:extLst>
                  <a:ext uri="{FF2B5EF4-FFF2-40B4-BE49-F238E27FC236}">
                    <a16:creationId xmlns:a16="http://schemas.microsoft.com/office/drawing/2014/main" id="{54230989-0E38-4214-BC31-45F02A2EB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774"/>
                <a:ext cx="174" cy="188"/>
              </a:xfrm>
              <a:custGeom>
                <a:avLst/>
                <a:gdLst>
                  <a:gd name="T0" fmla="*/ 2413 w 100"/>
                  <a:gd name="T1" fmla="*/ 3661 h 101"/>
                  <a:gd name="T2" fmla="*/ 2029 w 100"/>
                  <a:gd name="T3" fmla="*/ 1115 h 101"/>
                  <a:gd name="T4" fmla="*/ 336 w 100"/>
                  <a:gd name="T5" fmla="*/ 540 h 101"/>
                  <a:gd name="T6" fmla="*/ 753 w 100"/>
                  <a:gd name="T7" fmla="*/ 3084 h 101"/>
                  <a:gd name="T8" fmla="*/ 2413 w 100"/>
                  <a:gd name="T9" fmla="*/ 3661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1">
                    <a:moveTo>
                      <a:pt x="87" y="88"/>
                    </a:moveTo>
                    <a:cubicBezTo>
                      <a:pt x="100" y="75"/>
                      <a:pt x="94" y="48"/>
                      <a:pt x="73" y="27"/>
                    </a:cubicBezTo>
                    <a:cubicBezTo>
                      <a:pt x="53" y="6"/>
                      <a:pt x="25" y="0"/>
                      <a:pt x="12" y="13"/>
                    </a:cubicBezTo>
                    <a:cubicBezTo>
                      <a:pt x="0" y="26"/>
                      <a:pt x="6" y="53"/>
                      <a:pt x="27" y="74"/>
                    </a:cubicBezTo>
                    <a:cubicBezTo>
                      <a:pt x="47" y="94"/>
                      <a:pt x="75" y="101"/>
                      <a:pt x="87" y="8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2" name="Freeform 1871">
                <a:extLst>
                  <a:ext uri="{FF2B5EF4-FFF2-40B4-BE49-F238E27FC236}">
                    <a16:creationId xmlns:a16="http://schemas.microsoft.com/office/drawing/2014/main" id="{8772D78F-C3B9-412D-9A00-8960C65A7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898"/>
                <a:ext cx="88" cy="103"/>
              </a:xfrm>
              <a:custGeom>
                <a:avLst/>
                <a:gdLst>
                  <a:gd name="T0" fmla="*/ 28 w 51"/>
                  <a:gd name="T1" fmla="*/ 1873 h 55"/>
                  <a:gd name="T2" fmla="*/ 143 w 51"/>
                  <a:gd name="T3" fmla="*/ 2326 h 55"/>
                  <a:gd name="T4" fmla="*/ 1346 w 51"/>
                  <a:gd name="T5" fmla="*/ 506 h 55"/>
                  <a:gd name="T6" fmla="*/ 1197 w 51"/>
                  <a:gd name="T7" fmla="*/ 294 h 55"/>
                  <a:gd name="T8" fmla="*/ 1027 w 51"/>
                  <a:gd name="T9" fmla="*/ 0 h 55"/>
                  <a:gd name="T10" fmla="*/ 28 w 51"/>
                  <a:gd name="T11" fmla="*/ 1873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5">
                    <a:moveTo>
                      <a:pt x="1" y="43"/>
                    </a:moveTo>
                    <a:cubicBezTo>
                      <a:pt x="2" y="46"/>
                      <a:pt x="4" y="50"/>
                      <a:pt x="5" y="54"/>
                    </a:cubicBezTo>
                    <a:cubicBezTo>
                      <a:pt x="6" y="55"/>
                      <a:pt x="51" y="12"/>
                      <a:pt x="51" y="12"/>
                    </a:cubicBezTo>
                    <a:cubicBezTo>
                      <a:pt x="49" y="11"/>
                      <a:pt x="47" y="9"/>
                      <a:pt x="45" y="7"/>
                    </a:cubicBezTo>
                    <a:cubicBezTo>
                      <a:pt x="43" y="4"/>
                      <a:pt x="41" y="2"/>
                      <a:pt x="39" y="0"/>
                    </a:cubicBezTo>
                    <a:cubicBezTo>
                      <a:pt x="39" y="0"/>
                      <a:pt x="0" y="42"/>
                      <a:pt x="1" y="4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3" name="Freeform 1872">
                <a:extLst>
                  <a:ext uri="{FF2B5EF4-FFF2-40B4-BE49-F238E27FC236}">
                    <a16:creationId xmlns:a16="http://schemas.microsoft.com/office/drawing/2014/main" id="{B1BB28CB-09ED-4F78-966B-EDA4B633F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2893"/>
                <a:ext cx="176" cy="187"/>
              </a:xfrm>
              <a:custGeom>
                <a:avLst/>
                <a:gdLst>
                  <a:gd name="T0" fmla="*/ 2459 w 101"/>
                  <a:gd name="T1" fmla="*/ 3547 h 101"/>
                  <a:gd name="T2" fmla="*/ 756 w 101"/>
                  <a:gd name="T3" fmla="*/ 2983 h 101"/>
                  <a:gd name="T4" fmla="*/ 371 w 101"/>
                  <a:gd name="T5" fmla="*/ 515 h 101"/>
                  <a:gd name="T6" fmla="*/ 2074 w 101"/>
                  <a:gd name="T7" fmla="*/ 1091 h 101"/>
                  <a:gd name="T8" fmla="*/ 2459 w 101"/>
                  <a:gd name="T9" fmla="*/ 3547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88" y="88"/>
                    </a:moveTo>
                    <a:cubicBezTo>
                      <a:pt x="75" y="101"/>
                      <a:pt x="48" y="94"/>
                      <a:pt x="27" y="74"/>
                    </a:cubicBezTo>
                    <a:cubicBezTo>
                      <a:pt x="7" y="53"/>
                      <a:pt x="0" y="26"/>
                      <a:pt x="13" y="13"/>
                    </a:cubicBezTo>
                    <a:cubicBezTo>
                      <a:pt x="26" y="0"/>
                      <a:pt x="53" y="6"/>
                      <a:pt x="74" y="27"/>
                    </a:cubicBezTo>
                    <a:cubicBezTo>
                      <a:pt x="94" y="48"/>
                      <a:pt x="101" y="75"/>
                      <a:pt x="88" y="8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4" name="Freeform 1873">
                <a:extLst>
                  <a:ext uri="{FF2B5EF4-FFF2-40B4-BE49-F238E27FC236}">
                    <a16:creationId xmlns:a16="http://schemas.microsoft.com/office/drawing/2014/main" id="{A71833D9-E477-4406-9F49-CEA6F390F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855"/>
                <a:ext cx="91" cy="101"/>
              </a:xfrm>
              <a:custGeom>
                <a:avLst/>
                <a:gdLst>
                  <a:gd name="T0" fmla="*/ 1465 w 52"/>
                  <a:gd name="T1" fmla="*/ 438 h 54"/>
                  <a:gd name="T2" fmla="*/ 1351 w 52"/>
                  <a:gd name="T3" fmla="*/ 45 h 54"/>
                  <a:gd name="T4" fmla="*/ 0 w 52"/>
                  <a:gd name="T5" fmla="*/ 1760 h 54"/>
                  <a:gd name="T6" fmla="*/ 200 w 52"/>
                  <a:gd name="T7" fmla="*/ 2022 h 54"/>
                  <a:gd name="T8" fmla="*/ 376 w 52"/>
                  <a:gd name="T9" fmla="*/ 2316 h 54"/>
                  <a:gd name="T10" fmla="*/ 1465 w 52"/>
                  <a:gd name="T11" fmla="*/ 438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4">
                    <a:moveTo>
                      <a:pt x="51" y="10"/>
                    </a:moveTo>
                    <a:cubicBezTo>
                      <a:pt x="50" y="7"/>
                      <a:pt x="48" y="4"/>
                      <a:pt x="47" y="1"/>
                    </a:cubicBezTo>
                    <a:cubicBezTo>
                      <a:pt x="46" y="0"/>
                      <a:pt x="0" y="41"/>
                      <a:pt x="0" y="41"/>
                    </a:cubicBezTo>
                    <a:cubicBezTo>
                      <a:pt x="3" y="43"/>
                      <a:pt x="5" y="45"/>
                      <a:pt x="7" y="47"/>
                    </a:cubicBezTo>
                    <a:cubicBezTo>
                      <a:pt x="9" y="49"/>
                      <a:pt x="11" y="51"/>
                      <a:pt x="13" y="54"/>
                    </a:cubicBezTo>
                    <a:cubicBezTo>
                      <a:pt x="13" y="54"/>
                      <a:pt x="52" y="12"/>
                      <a:pt x="51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5" name="Freeform 1874">
                <a:extLst>
                  <a:ext uri="{FF2B5EF4-FFF2-40B4-BE49-F238E27FC236}">
                    <a16:creationId xmlns:a16="http://schemas.microsoft.com/office/drawing/2014/main" id="{05821E11-E0B3-4226-8E8D-F6511B5FE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896"/>
                <a:ext cx="176" cy="186"/>
              </a:xfrm>
              <a:custGeom>
                <a:avLst/>
                <a:gdLst>
                  <a:gd name="T0" fmla="*/ 371 w 101"/>
                  <a:gd name="T1" fmla="*/ 3649 h 100"/>
                  <a:gd name="T2" fmla="*/ 2074 w 101"/>
                  <a:gd name="T3" fmla="*/ 3030 h 100"/>
                  <a:gd name="T4" fmla="*/ 2459 w 101"/>
                  <a:gd name="T5" fmla="*/ 539 h 100"/>
                  <a:gd name="T6" fmla="*/ 756 w 101"/>
                  <a:gd name="T7" fmla="*/ 1114 h 100"/>
                  <a:gd name="T8" fmla="*/ 371 w 101"/>
                  <a:gd name="T9" fmla="*/ 3649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0">
                    <a:moveTo>
                      <a:pt x="13" y="88"/>
                    </a:moveTo>
                    <a:cubicBezTo>
                      <a:pt x="26" y="100"/>
                      <a:pt x="53" y="94"/>
                      <a:pt x="74" y="73"/>
                    </a:cubicBezTo>
                    <a:cubicBezTo>
                      <a:pt x="94" y="53"/>
                      <a:pt x="101" y="25"/>
                      <a:pt x="88" y="13"/>
                    </a:cubicBezTo>
                    <a:cubicBezTo>
                      <a:pt x="75" y="0"/>
                      <a:pt x="48" y="6"/>
                      <a:pt x="27" y="27"/>
                    </a:cubicBezTo>
                    <a:cubicBezTo>
                      <a:pt x="6" y="47"/>
                      <a:pt x="0" y="75"/>
                      <a:pt x="13" y="8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6" name="Freeform 1875">
                <a:extLst>
                  <a:ext uri="{FF2B5EF4-FFF2-40B4-BE49-F238E27FC236}">
                    <a16:creationId xmlns:a16="http://schemas.microsoft.com/office/drawing/2014/main" id="{B8579121-31D3-4794-82CC-E053AB4C0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859"/>
                <a:ext cx="87" cy="99"/>
              </a:xfrm>
              <a:custGeom>
                <a:avLst/>
                <a:gdLst>
                  <a:gd name="T0" fmla="*/ 148 w 50"/>
                  <a:gd name="T1" fmla="*/ 45 h 53"/>
                  <a:gd name="T2" fmla="*/ 28 w 50"/>
                  <a:gd name="T3" fmla="*/ 474 h 53"/>
                  <a:gd name="T4" fmla="*/ 1054 w 50"/>
                  <a:gd name="T5" fmla="*/ 2255 h 53"/>
                  <a:gd name="T6" fmla="*/ 1227 w 50"/>
                  <a:gd name="T7" fmla="*/ 1995 h 53"/>
                  <a:gd name="T8" fmla="*/ 1387 w 50"/>
                  <a:gd name="T9" fmla="*/ 1752 h 53"/>
                  <a:gd name="T10" fmla="*/ 148 w 50"/>
                  <a:gd name="T11" fmla="*/ 45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3">
                    <a:moveTo>
                      <a:pt x="5" y="1"/>
                    </a:moveTo>
                    <a:cubicBezTo>
                      <a:pt x="4" y="4"/>
                      <a:pt x="2" y="7"/>
                      <a:pt x="1" y="11"/>
                    </a:cubicBezTo>
                    <a:cubicBezTo>
                      <a:pt x="0" y="12"/>
                      <a:pt x="38" y="53"/>
                      <a:pt x="38" y="53"/>
                    </a:cubicBezTo>
                    <a:cubicBezTo>
                      <a:pt x="40" y="51"/>
                      <a:pt x="42" y="49"/>
                      <a:pt x="44" y="47"/>
                    </a:cubicBezTo>
                    <a:cubicBezTo>
                      <a:pt x="46" y="45"/>
                      <a:pt x="48" y="43"/>
                      <a:pt x="50" y="41"/>
                    </a:cubicBezTo>
                    <a:cubicBezTo>
                      <a:pt x="50" y="41"/>
                      <a:pt x="6" y="0"/>
                      <a:pt x="5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7" name="Freeform 1876">
                <a:extLst>
                  <a:ext uri="{FF2B5EF4-FFF2-40B4-BE49-F238E27FC236}">
                    <a16:creationId xmlns:a16="http://schemas.microsoft.com/office/drawing/2014/main" id="{D11673A5-FC21-4C97-B8A0-DB5389E7A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770"/>
                <a:ext cx="176" cy="188"/>
              </a:xfrm>
              <a:custGeom>
                <a:avLst/>
                <a:gdLst>
                  <a:gd name="T0" fmla="*/ 371 w 101"/>
                  <a:gd name="T1" fmla="*/ 3661 h 101"/>
                  <a:gd name="T2" fmla="*/ 756 w 101"/>
                  <a:gd name="T3" fmla="*/ 1115 h 101"/>
                  <a:gd name="T4" fmla="*/ 2459 w 101"/>
                  <a:gd name="T5" fmla="*/ 540 h 101"/>
                  <a:gd name="T6" fmla="*/ 2074 w 101"/>
                  <a:gd name="T7" fmla="*/ 3084 h 101"/>
                  <a:gd name="T8" fmla="*/ 371 w 101"/>
                  <a:gd name="T9" fmla="*/ 3661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13" y="88"/>
                    </a:moveTo>
                    <a:cubicBezTo>
                      <a:pt x="0" y="75"/>
                      <a:pt x="6" y="48"/>
                      <a:pt x="27" y="27"/>
                    </a:cubicBezTo>
                    <a:cubicBezTo>
                      <a:pt x="48" y="7"/>
                      <a:pt x="75" y="0"/>
                      <a:pt x="88" y="13"/>
                    </a:cubicBezTo>
                    <a:cubicBezTo>
                      <a:pt x="101" y="26"/>
                      <a:pt x="94" y="53"/>
                      <a:pt x="74" y="74"/>
                    </a:cubicBezTo>
                    <a:cubicBezTo>
                      <a:pt x="53" y="94"/>
                      <a:pt x="26" y="101"/>
                      <a:pt x="13" y="8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8" name="Freeform 1877">
                <a:extLst>
                  <a:ext uri="{FF2B5EF4-FFF2-40B4-BE49-F238E27FC236}">
                    <a16:creationId xmlns:a16="http://schemas.microsoft.com/office/drawing/2014/main" id="{F59FC503-F615-47FB-A50F-655562A2B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895"/>
                <a:ext cx="87" cy="98"/>
              </a:xfrm>
              <a:custGeom>
                <a:avLst/>
                <a:gdLst>
                  <a:gd name="T0" fmla="*/ 1275 w 50"/>
                  <a:gd name="T1" fmla="*/ 2078 h 53"/>
                  <a:gd name="T2" fmla="*/ 1387 w 50"/>
                  <a:gd name="T3" fmla="*/ 1751 h 53"/>
                  <a:gd name="T4" fmla="*/ 336 w 50"/>
                  <a:gd name="T5" fmla="*/ 0 h 53"/>
                  <a:gd name="T6" fmla="*/ 193 w 50"/>
                  <a:gd name="T7" fmla="*/ 277 h 53"/>
                  <a:gd name="T8" fmla="*/ 0 w 50"/>
                  <a:gd name="T9" fmla="*/ 512 h 53"/>
                  <a:gd name="T10" fmla="*/ 1275 w 50"/>
                  <a:gd name="T11" fmla="*/ 207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3">
                    <a:moveTo>
                      <a:pt x="46" y="52"/>
                    </a:moveTo>
                    <a:cubicBezTo>
                      <a:pt x="47" y="49"/>
                      <a:pt x="48" y="46"/>
                      <a:pt x="50" y="44"/>
                    </a:cubicBezTo>
                    <a:cubicBezTo>
                      <a:pt x="50" y="42"/>
                      <a:pt x="12" y="0"/>
                      <a:pt x="12" y="0"/>
                    </a:cubicBezTo>
                    <a:cubicBezTo>
                      <a:pt x="11" y="3"/>
                      <a:pt x="9" y="5"/>
                      <a:pt x="7" y="7"/>
                    </a:cubicBezTo>
                    <a:cubicBezTo>
                      <a:pt x="4" y="9"/>
                      <a:pt x="2" y="11"/>
                      <a:pt x="0" y="13"/>
                    </a:cubicBezTo>
                    <a:cubicBezTo>
                      <a:pt x="0" y="13"/>
                      <a:pt x="45" y="53"/>
                      <a:pt x="46" y="5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9" name="Freeform 1878">
                <a:extLst>
                  <a:ext uri="{FF2B5EF4-FFF2-40B4-BE49-F238E27FC236}">
                    <a16:creationId xmlns:a16="http://schemas.microsoft.com/office/drawing/2014/main" id="{72281038-B55C-43CB-AABA-0C5E4EE77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681"/>
                <a:ext cx="76" cy="33"/>
              </a:xfrm>
              <a:custGeom>
                <a:avLst/>
                <a:gdLst>
                  <a:gd name="T0" fmla="*/ 0 w 44"/>
                  <a:gd name="T1" fmla="*/ 0 h 18"/>
                  <a:gd name="T2" fmla="*/ 1029 w 44"/>
                  <a:gd name="T3" fmla="*/ 689 h 18"/>
                  <a:gd name="T4" fmla="*/ 1164 w 44"/>
                  <a:gd name="T5" fmla="*/ 354 h 18"/>
                  <a:gd name="T6" fmla="*/ 0 w 44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8">
                    <a:moveTo>
                      <a:pt x="0" y="0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8"/>
                      <a:pt x="41" y="11"/>
                      <a:pt x="44" y="9"/>
                    </a:cubicBezTo>
                    <a:cubicBezTo>
                      <a:pt x="38" y="11"/>
                      <a:pt x="9" y="5"/>
                      <a:pt x="0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0" name="Freeform 1879">
                <a:extLst>
                  <a:ext uri="{FF2B5EF4-FFF2-40B4-BE49-F238E27FC236}">
                    <a16:creationId xmlns:a16="http://schemas.microsoft.com/office/drawing/2014/main" id="{A6295F3A-8588-4E81-8B28-01D348615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783"/>
                <a:ext cx="413" cy="1279"/>
              </a:xfrm>
              <a:custGeom>
                <a:avLst/>
                <a:gdLst>
                  <a:gd name="T0" fmla="*/ 6641 w 237"/>
                  <a:gd name="T1" fmla="*/ 14277 h 688"/>
                  <a:gd name="T2" fmla="*/ 0 w 237"/>
                  <a:gd name="T3" fmla="*/ 28404 h 688"/>
                  <a:gd name="T4" fmla="*/ 0 w 237"/>
                  <a:gd name="T5" fmla="*/ 27683 h 688"/>
                  <a:gd name="T6" fmla="*/ 3811 w 237"/>
                  <a:gd name="T7" fmla="*/ 24690 h 688"/>
                  <a:gd name="T8" fmla="*/ 4980 w 237"/>
                  <a:gd name="T9" fmla="*/ 14277 h 688"/>
                  <a:gd name="T10" fmla="*/ 3835 w 237"/>
                  <a:gd name="T11" fmla="*/ 3701 h 688"/>
                  <a:gd name="T12" fmla="*/ 0 w 237"/>
                  <a:gd name="T13" fmla="*/ 571 h 688"/>
                  <a:gd name="T14" fmla="*/ 0 w 237"/>
                  <a:gd name="T15" fmla="*/ 0 h 688"/>
                  <a:gd name="T16" fmla="*/ 6641 w 237"/>
                  <a:gd name="T17" fmla="*/ 14277 h 6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7" h="688">
                    <a:moveTo>
                      <a:pt x="237" y="346"/>
                    </a:moveTo>
                    <a:cubicBezTo>
                      <a:pt x="237" y="572"/>
                      <a:pt x="131" y="688"/>
                      <a:pt x="0" y="688"/>
                    </a:cubicBezTo>
                    <a:cubicBezTo>
                      <a:pt x="0" y="671"/>
                      <a:pt x="0" y="671"/>
                      <a:pt x="0" y="671"/>
                    </a:cubicBezTo>
                    <a:cubicBezTo>
                      <a:pt x="49" y="671"/>
                      <a:pt x="98" y="663"/>
                      <a:pt x="136" y="598"/>
                    </a:cubicBezTo>
                    <a:cubicBezTo>
                      <a:pt x="178" y="525"/>
                      <a:pt x="178" y="451"/>
                      <a:pt x="178" y="346"/>
                    </a:cubicBezTo>
                    <a:cubicBezTo>
                      <a:pt x="178" y="242"/>
                      <a:pt x="179" y="163"/>
                      <a:pt x="137" y="90"/>
                    </a:cubicBezTo>
                    <a:cubicBezTo>
                      <a:pt x="99" y="25"/>
                      <a:pt x="49" y="14"/>
                      <a:pt x="0" y="1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1" y="0"/>
                      <a:pt x="237" y="120"/>
                      <a:pt x="237" y="346"/>
                    </a:cubicBezTo>
                    <a:close/>
                  </a:path>
                </a:pathLst>
              </a:custGeom>
              <a:solidFill>
                <a:srgbClr val="FFEC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1" name="Freeform 1880">
                <a:extLst>
                  <a:ext uri="{FF2B5EF4-FFF2-40B4-BE49-F238E27FC236}">
                    <a16:creationId xmlns:a16="http://schemas.microsoft.com/office/drawing/2014/main" id="{26DDD7A3-EFC5-4599-950D-DF3EA5DC6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783"/>
                <a:ext cx="413" cy="1279"/>
              </a:xfrm>
              <a:custGeom>
                <a:avLst/>
                <a:gdLst>
                  <a:gd name="T0" fmla="*/ 0 w 237"/>
                  <a:gd name="T1" fmla="*/ 14277 h 688"/>
                  <a:gd name="T2" fmla="*/ 6641 w 237"/>
                  <a:gd name="T3" fmla="*/ 28404 h 688"/>
                  <a:gd name="T4" fmla="*/ 6641 w 237"/>
                  <a:gd name="T5" fmla="*/ 27683 h 688"/>
                  <a:gd name="T6" fmla="*/ 2830 w 237"/>
                  <a:gd name="T7" fmla="*/ 24690 h 688"/>
                  <a:gd name="T8" fmla="*/ 1652 w 237"/>
                  <a:gd name="T9" fmla="*/ 14277 h 688"/>
                  <a:gd name="T10" fmla="*/ 2793 w 237"/>
                  <a:gd name="T11" fmla="*/ 3701 h 688"/>
                  <a:gd name="T12" fmla="*/ 6641 w 237"/>
                  <a:gd name="T13" fmla="*/ 571 h 688"/>
                  <a:gd name="T14" fmla="*/ 6641 w 237"/>
                  <a:gd name="T15" fmla="*/ 0 h 688"/>
                  <a:gd name="T16" fmla="*/ 0 w 237"/>
                  <a:gd name="T17" fmla="*/ 14277 h 6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7" h="688">
                    <a:moveTo>
                      <a:pt x="0" y="346"/>
                    </a:moveTo>
                    <a:cubicBezTo>
                      <a:pt x="0" y="572"/>
                      <a:pt x="106" y="688"/>
                      <a:pt x="237" y="688"/>
                    </a:cubicBezTo>
                    <a:cubicBezTo>
                      <a:pt x="237" y="671"/>
                      <a:pt x="237" y="671"/>
                      <a:pt x="237" y="671"/>
                    </a:cubicBezTo>
                    <a:cubicBezTo>
                      <a:pt x="188" y="671"/>
                      <a:pt x="139" y="663"/>
                      <a:pt x="101" y="598"/>
                    </a:cubicBezTo>
                    <a:cubicBezTo>
                      <a:pt x="59" y="525"/>
                      <a:pt x="59" y="451"/>
                      <a:pt x="59" y="346"/>
                    </a:cubicBezTo>
                    <a:cubicBezTo>
                      <a:pt x="59" y="242"/>
                      <a:pt x="58" y="163"/>
                      <a:pt x="100" y="90"/>
                    </a:cubicBezTo>
                    <a:cubicBezTo>
                      <a:pt x="138" y="25"/>
                      <a:pt x="188" y="14"/>
                      <a:pt x="237" y="14"/>
                    </a:cubicBezTo>
                    <a:cubicBezTo>
                      <a:pt x="237" y="0"/>
                      <a:pt x="237" y="0"/>
                      <a:pt x="237" y="0"/>
                    </a:cubicBezTo>
                    <a:cubicBezTo>
                      <a:pt x="106" y="0"/>
                      <a:pt x="0" y="120"/>
                      <a:pt x="0" y="346"/>
                    </a:cubicBezTo>
                    <a:close/>
                  </a:path>
                </a:pathLst>
              </a:custGeom>
              <a:solidFill>
                <a:srgbClr val="FFEC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2" name="Freeform 1881">
                <a:extLst>
                  <a:ext uri="{FF2B5EF4-FFF2-40B4-BE49-F238E27FC236}">
                    <a16:creationId xmlns:a16="http://schemas.microsoft.com/office/drawing/2014/main" id="{4D35D47D-F117-4DBE-A11E-4F3A10C32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822"/>
                <a:ext cx="188" cy="127"/>
              </a:xfrm>
              <a:custGeom>
                <a:avLst/>
                <a:gdLst>
                  <a:gd name="T0" fmla="*/ 2975 w 108"/>
                  <a:gd name="T1" fmla="*/ 1315 h 68"/>
                  <a:gd name="T2" fmla="*/ 1452 w 108"/>
                  <a:gd name="T3" fmla="*/ 45 h 68"/>
                  <a:gd name="T4" fmla="*/ 28 w 108"/>
                  <a:gd name="T5" fmla="*/ 1569 h 68"/>
                  <a:gd name="T6" fmla="*/ 1551 w 108"/>
                  <a:gd name="T7" fmla="*/ 2833 h 68"/>
                  <a:gd name="T8" fmla="*/ 2975 w 108"/>
                  <a:gd name="T9" fmla="*/ 1315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68">
                    <a:moveTo>
                      <a:pt x="107" y="31"/>
                    </a:moveTo>
                    <a:cubicBezTo>
                      <a:pt x="106" y="13"/>
                      <a:pt x="82" y="0"/>
                      <a:pt x="52" y="1"/>
                    </a:cubicBezTo>
                    <a:cubicBezTo>
                      <a:pt x="23" y="2"/>
                      <a:pt x="0" y="18"/>
                      <a:pt x="1" y="37"/>
                    </a:cubicBezTo>
                    <a:cubicBezTo>
                      <a:pt x="2" y="55"/>
                      <a:pt x="26" y="68"/>
                      <a:pt x="56" y="67"/>
                    </a:cubicBezTo>
                    <a:cubicBezTo>
                      <a:pt x="85" y="65"/>
                      <a:pt x="108" y="49"/>
                      <a:pt x="107" y="31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3" name="Freeform 1882">
                <a:extLst>
                  <a:ext uri="{FF2B5EF4-FFF2-40B4-BE49-F238E27FC236}">
                    <a16:creationId xmlns:a16="http://schemas.microsoft.com/office/drawing/2014/main" id="{BF214C21-6125-4899-A4F9-A617A0AAB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945"/>
                <a:ext cx="29" cy="76"/>
              </a:xfrm>
              <a:custGeom>
                <a:avLst/>
                <a:gdLst>
                  <a:gd name="T0" fmla="*/ 99 w 17"/>
                  <a:gd name="T1" fmla="*/ 1618 h 41"/>
                  <a:gd name="T2" fmla="*/ 372 w 17"/>
                  <a:gd name="T3" fmla="*/ 1537 h 41"/>
                  <a:gd name="T4" fmla="*/ 416 w 17"/>
                  <a:gd name="T5" fmla="*/ 0 h 41"/>
                  <a:gd name="T6" fmla="*/ 218 w 17"/>
                  <a:gd name="T7" fmla="*/ 44 h 41"/>
                  <a:gd name="T8" fmla="*/ 0 w 17"/>
                  <a:gd name="T9" fmla="*/ 44 h 41"/>
                  <a:gd name="T10" fmla="*/ 99 w 17"/>
                  <a:gd name="T11" fmla="*/ 161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1">
                    <a:moveTo>
                      <a:pt x="4" y="40"/>
                    </a:moveTo>
                    <a:cubicBezTo>
                      <a:pt x="7" y="39"/>
                      <a:pt x="12" y="40"/>
                      <a:pt x="15" y="38"/>
                    </a:cubicBezTo>
                    <a:cubicBezTo>
                      <a:pt x="16" y="38"/>
                      <a:pt x="17" y="0"/>
                      <a:pt x="17" y="0"/>
                    </a:cubicBezTo>
                    <a:cubicBezTo>
                      <a:pt x="15" y="0"/>
                      <a:pt x="12" y="1"/>
                      <a:pt x="9" y="1"/>
                    </a:cubicBezTo>
                    <a:cubicBezTo>
                      <a:pt x="6" y="1"/>
                      <a:pt x="3" y="1"/>
                      <a:pt x="0" y="1"/>
                    </a:cubicBezTo>
                    <a:cubicBezTo>
                      <a:pt x="0" y="1"/>
                      <a:pt x="3" y="41"/>
                      <a:pt x="4" y="40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4" name="Freeform 1883">
                <a:extLst>
                  <a:ext uri="{FF2B5EF4-FFF2-40B4-BE49-F238E27FC236}">
                    <a16:creationId xmlns:a16="http://schemas.microsoft.com/office/drawing/2014/main" id="{F70B5BBB-2C8A-4EB7-88E4-33757D7EA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489"/>
                <a:ext cx="125" cy="203"/>
              </a:xfrm>
              <a:custGeom>
                <a:avLst/>
                <a:gdLst>
                  <a:gd name="T0" fmla="*/ 1151 w 72"/>
                  <a:gd name="T1" fmla="*/ 4464 h 109"/>
                  <a:gd name="T2" fmla="*/ 85 w 72"/>
                  <a:gd name="T3" fmla="*/ 2417 h 109"/>
                  <a:gd name="T4" fmla="*/ 816 w 72"/>
                  <a:gd name="T5" fmla="*/ 84 h 109"/>
                  <a:gd name="T6" fmla="*/ 1863 w 72"/>
                  <a:gd name="T7" fmla="*/ 2132 h 109"/>
                  <a:gd name="T8" fmla="*/ 1151 w 72"/>
                  <a:gd name="T9" fmla="*/ 4464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09">
                    <a:moveTo>
                      <a:pt x="42" y="107"/>
                    </a:moveTo>
                    <a:cubicBezTo>
                      <a:pt x="24" y="109"/>
                      <a:pt x="6" y="87"/>
                      <a:pt x="3" y="58"/>
                    </a:cubicBezTo>
                    <a:cubicBezTo>
                      <a:pt x="0" y="29"/>
                      <a:pt x="11" y="4"/>
                      <a:pt x="30" y="2"/>
                    </a:cubicBezTo>
                    <a:cubicBezTo>
                      <a:pt x="48" y="0"/>
                      <a:pt x="65" y="22"/>
                      <a:pt x="68" y="51"/>
                    </a:cubicBezTo>
                    <a:cubicBezTo>
                      <a:pt x="72" y="80"/>
                      <a:pt x="60" y="105"/>
                      <a:pt x="42" y="107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5" name="Freeform 1884">
                <a:extLst>
                  <a:ext uri="{FF2B5EF4-FFF2-40B4-BE49-F238E27FC236}">
                    <a16:creationId xmlns:a16="http://schemas.microsoft.com/office/drawing/2014/main" id="{0ED3C4CE-8F44-49C0-A34E-445BD52E5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2560"/>
                <a:ext cx="82" cy="41"/>
              </a:xfrm>
              <a:custGeom>
                <a:avLst/>
                <a:gdLst>
                  <a:gd name="T0" fmla="*/ 1321 w 47"/>
                  <a:gd name="T1" fmla="*/ 494 h 22"/>
                  <a:gd name="T2" fmla="*/ 1242 w 47"/>
                  <a:gd name="T3" fmla="*/ 84 h 22"/>
                  <a:gd name="T4" fmla="*/ 0 w 47"/>
                  <a:gd name="T5" fmla="*/ 157 h 22"/>
                  <a:gd name="T6" fmla="*/ 28 w 47"/>
                  <a:gd name="T7" fmla="*/ 546 h 22"/>
                  <a:gd name="T8" fmla="*/ 49 w 47"/>
                  <a:gd name="T9" fmla="*/ 921 h 22"/>
                  <a:gd name="T10" fmla="*/ 1321 w 47"/>
                  <a:gd name="T11" fmla="*/ 494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2">
                    <a:moveTo>
                      <a:pt x="47" y="12"/>
                    </a:moveTo>
                    <a:cubicBezTo>
                      <a:pt x="47" y="9"/>
                      <a:pt x="43" y="5"/>
                      <a:pt x="44" y="2"/>
                    </a:cubicBezTo>
                    <a:cubicBezTo>
                      <a:pt x="44" y="0"/>
                      <a:pt x="0" y="4"/>
                      <a:pt x="0" y="4"/>
                    </a:cubicBezTo>
                    <a:cubicBezTo>
                      <a:pt x="0" y="7"/>
                      <a:pt x="1" y="10"/>
                      <a:pt x="1" y="13"/>
                    </a:cubicBezTo>
                    <a:cubicBezTo>
                      <a:pt x="2" y="16"/>
                      <a:pt x="2" y="19"/>
                      <a:pt x="2" y="22"/>
                    </a:cubicBezTo>
                    <a:cubicBezTo>
                      <a:pt x="2" y="22"/>
                      <a:pt x="47" y="14"/>
                      <a:pt x="47" y="12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6" name="Freeform 1885">
                <a:extLst>
                  <a:ext uri="{FF2B5EF4-FFF2-40B4-BE49-F238E27FC236}">
                    <a16:creationId xmlns:a16="http://schemas.microsoft.com/office/drawing/2014/main" id="{DA24D037-A3B1-460A-A799-122023CC1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891"/>
                <a:ext cx="189" cy="126"/>
              </a:xfrm>
              <a:custGeom>
                <a:avLst/>
                <a:gdLst>
                  <a:gd name="T0" fmla="*/ 3066 w 108"/>
                  <a:gd name="T1" fmla="*/ 1247 h 68"/>
                  <a:gd name="T2" fmla="*/ 1491 w 108"/>
                  <a:gd name="T3" fmla="*/ 44 h 68"/>
                  <a:gd name="T4" fmla="*/ 37 w 108"/>
                  <a:gd name="T5" fmla="*/ 1506 h 68"/>
                  <a:gd name="T6" fmla="*/ 1614 w 108"/>
                  <a:gd name="T7" fmla="*/ 2709 h 68"/>
                  <a:gd name="T8" fmla="*/ 3066 w 108"/>
                  <a:gd name="T9" fmla="*/ 1247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68">
                    <a:moveTo>
                      <a:pt x="107" y="31"/>
                    </a:moveTo>
                    <a:cubicBezTo>
                      <a:pt x="106" y="13"/>
                      <a:pt x="82" y="0"/>
                      <a:pt x="52" y="1"/>
                    </a:cubicBezTo>
                    <a:cubicBezTo>
                      <a:pt x="23" y="3"/>
                      <a:pt x="0" y="18"/>
                      <a:pt x="1" y="37"/>
                    </a:cubicBezTo>
                    <a:cubicBezTo>
                      <a:pt x="2" y="55"/>
                      <a:pt x="26" y="68"/>
                      <a:pt x="56" y="67"/>
                    </a:cubicBezTo>
                    <a:cubicBezTo>
                      <a:pt x="85" y="65"/>
                      <a:pt x="108" y="50"/>
                      <a:pt x="107" y="31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7" name="Freeform 1886">
                <a:extLst>
                  <a:ext uri="{FF2B5EF4-FFF2-40B4-BE49-F238E27FC236}">
                    <a16:creationId xmlns:a16="http://schemas.microsoft.com/office/drawing/2014/main" id="{97B4003A-E626-4243-8420-25CA5114B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824"/>
                <a:ext cx="31" cy="71"/>
              </a:xfrm>
              <a:custGeom>
                <a:avLst/>
                <a:gdLst>
                  <a:gd name="T0" fmla="*/ 317 w 18"/>
                  <a:gd name="T1" fmla="*/ 45 h 38"/>
                  <a:gd name="T2" fmla="*/ 48 w 18"/>
                  <a:gd name="T3" fmla="*/ 45 h 38"/>
                  <a:gd name="T4" fmla="*/ 28 w 18"/>
                  <a:gd name="T5" fmla="*/ 1624 h 38"/>
                  <a:gd name="T6" fmla="*/ 255 w 18"/>
                  <a:gd name="T7" fmla="*/ 1571 h 38"/>
                  <a:gd name="T8" fmla="*/ 465 w 18"/>
                  <a:gd name="T9" fmla="*/ 1571 h 38"/>
                  <a:gd name="T10" fmla="*/ 317 w 18"/>
                  <a:gd name="T11" fmla="*/ 4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8">
                    <a:moveTo>
                      <a:pt x="12" y="1"/>
                    </a:moveTo>
                    <a:cubicBezTo>
                      <a:pt x="9" y="0"/>
                      <a:pt x="5" y="2"/>
                      <a:pt x="2" y="1"/>
                    </a:cubicBezTo>
                    <a:cubicBezTo>
                      <a:pt x="0" y="1"/>
                      <a:pt x="1" y="38"/>
                      <a:pt x="1" y="38"/>
                    </a:cubicBezTo>
                    <a:cubicBezTo>
                      <a:pt x="4" y="38"/>
                      <a:pt x="7" y="37"/>
                      <a:pt x="10" y="37"/>
                    </a:cubicBezTo>
                    <a:cubicBezTo>
                      <a:pt x="12" y="37"/>
                      <a:pt x="15" y="37"/>
                      <a:pt x="18" y="37"/>
                    </a:cubicBezTo>
                    <a:cubicBezTo>
                      <a:pt x="18" y="37"/>
                      <a:pt x="13" y="2"/>
                      <a:pt x="12" y="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8" name="Freeform 1887">
                <a:extLst>
                  <a:ext uri="{FF2B5EF4-FFF2-40B4-BE49-F238E27FC236}">
                    <a16:creationId xmlns:a16="http://schemas.microsoft.com/office/drawing/2014/main" id="{F4976239-8111-442A-9BD2-BD7E52504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194"/>
                <a:ext cx="135" cy="206"/>
              </a:xfrm>
              <a:custGeom>
                <a:avLst/>
                <a:gdLst>
                  <a:gd name="T0" fmla="*/ 725 w 78"/>
                  <a:gd name="T1" fmla="*/ 4378 h 111"/>
                  <a:gd name="T2" fmla="*/ 185 w 78"/>
                  <a:gd name="T3" fmla="*/ 1956 h 111"/>
                  <a:gd name="T4" fmla="*/ 1364 w 78"/>
                  <a:gd name="T5" fmla="*/ 156 h 111"/>
                  <a:gd name="T6" fmla="*/ 1914 w 78"/>
                  <a:gd name="T7" fmla="*/ 2576 h 111"/>
                  <a:gd name="T8" fmla="*/ 725 w 78"/>
                  <a:gd name="T9" fmla="*/ 4378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11">
                    <a:moveTo>
                      <a:pt x="27" y="107"/>
                    </a:moveTo>
                    <a:cubicBezTo>
                      <a:pt x="9" y="103"/>
                      <a:pt x="0" y="76"/>
                      <a:pt x="7" y="48"/>
                    </a:cubicBezTo>
                    <a:cubicBezTo>
                      <a:pt x="14" y="19"/>
                      <a:pt x="33" y="0"/>
                      <a:pt x="51" y="4"/>
                    </a:cubicBezTo>
                    <a:cubicBezTo>
                      <a:pt x="69" y="8"/>
                      <a:pt x="78" y="34"/>
                      <a:pt x="71" y="63"/>
                    </a:cubicBezTo>
                    <a:cubicBezTo>
                      <a:pt x="64" y="91"/>
                      <a:pt x="45" y="111"/>
                      <a:pt x="27" y="107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9" name="Freeform 1888">
                <a:extLst>
                  <a:ext uri="{FF2B5EF4-FFF2-40B4-BE49-F238E27FC236}">
                    <a16:creationId xmlns:a16="http://schemas.microsoft.com/office/drawing/2014/main" id="{88D524CD-8433-4C90-929B-4ACEE896E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2294"/>
                <a:ext cx="83" cy="49"/>
              </a:xfrm>
              <a:custGeom>
                <a:avLst/>
                <a:gdLst>
                  <a:gd name="T0" fmla="*/ 1288 w 48"/>
                  <a:gd name="T1" fmla="*/ 1125 h 26"/>
                  <a:gd name="T2" fmla="*/ 1288 w 48"/>
                  <a:gd name="T3" fmla="*/ 667 h 26"/>
                  <a:gd name="T4" fmla="*/ 107 w 48"/>
                  <a:gd name="T5" fmla="*/ 0 h 26"/>
                  <a:gd name="T6" fmla="*/ 48 w 48"/>
                  <a:gd name="T7" fmla="*/ 401 h 26"/>
                  <a:gd name="T8" fmla="*/ 0 w 48"/>
                  <a:gd name="T9" fmla="*/ 756 h 26"/>
                  <a:gd name="T10" fmla="*/ 1288 w 48"/>
                  <a:gd name="T11" fmla="*/ 112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6">
                    <a:moveTo>
                      <a:pt x="48" y="25"/>
                    </a:moveTo>
                    <a:cubicBezTo>
                      <a:pt x="48" y="21"/>
                      <a:pt x="48" y="18"/>
                      <a:pt x="48" y="15"/>
                    </a:cubicBezTo>
                    <a:cubicBezTo>
                      <a:pt x="48" y="13"/>
                      <a:pt x="4" y="0"/>
                      <a:pt x="4" y="0"/>
                    </a:cubicBezTo>
                    <a:cubicBezTo>
                      <a:pt x="3" y="3"/>
                      <a:pt x="3" y="6"/>
                      <a:pt x="2" y="9"/>
                    </a:cubicBezTo>
                    <a:cubicBezTo>
                      <a:pt x="1" y="12"/>
                      <a:pt x="1" y="14"/>
                      <a:pt x="0" y="17"/>
                    </a:cubicBezTo>
                    <a:cubicBezTo>
                      <a:pt x="0" y="17"/>
                      <a:pt x="48" y="26"/>
                      <a:pt x="48" y="25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0" name="Freeform 1889">
                <a:extLst>
                  <a:ext uri="{FF2B5EF4-FFF2-40B4-BE49-F238E27FC236}">
                    <a16:creationId xmlns:a16="http://schemas.microsoft.com/office/drawing/2014/main" id="{1E5DE501-BE4B-469A-B2A9-2A9B05496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744"/>
                <a:ext cx="176" cy="188"/>
              </a:xfrm>
              <a:custGeom>
                <a:avLst/>
                <a:gdLst>
                  <a:gd name="T0" fmla="*/ 2459 w 101"/>
                  <a:gd name="T1" fmla="*/ 3661 h 101"/>
                  <a:gd name="T2" fmla="*/ 756 w 101"/>
                  <a:gd name="T3" fmla="*/ 3084 h 101"/>
                  <a:gd name="T4" fmla="*/ 371 w 101"/>
                  <a:gd name="T5" fmla="*/ 540 h 101"/>
                  <a:gd name="T6" fmla="*/ 2074 w 101"/>
                  <a:gd name="T7" fmla="*/ 1115 h 101"/>
                  <a:gd name="T8" fmla="*/ 2459 w 101"/>
                  <a:gd name="T9" fmla="*/ 3661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88" y="88"/>
                    </a:moveTo>
                    <a:cubicBezTo>
                      <a:pt x="75" y="101"/>
                      <a:pt x="48" y="94"/>
                      <a:pt x="27" y="74"/>
                    </a:cubicBezTo>
                    <a:cubicBezTo>
                      <a:pt x="7" y="53"/>
                      <a:pt x="0" y="26"/>
                      <a:pt x="13" y="13"/>
                    </a:cubicBezTo>
                    <a:cubicBezTo>
                      <a:pt x="26" y="0"/>
                      <a:pt x="53" y="7"/>
                      <a:pt x="74" y="27"/>
                    </a:cubicBezTo>
                    <a:cubicBezTo>
                      <a:pt x="95" y="48"/>
                      <a:pt x="101" y="75"/>
                      <a:pt x="88" y="88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1" name="Freeform 1890">
                <a:extLst>
                  <a:ext uri="{FF2B5EF4-FFF2-40B4-BE49-F238E27FC236}">
                    <a16:creationId xmlns:a16="http://schemas.microsoft.com/office/drawing/2014/main" id="{72E3C2B1-2A6F-49F6-A55D-A0D363189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2725"/>
                <a:ext cx="79" cy="82"/>
              </a:xfrm>
              <a:custGeom>
                <a:avLst/>
                <a:gdLst>
                  <a:gd name="T0" fmla="*/ 1282 w 45"/>
                  <a:gd name="T1" fmla="*/ 337 h 44"/>
                  <a:gd name="T2" fmla="*/ 1081 w 45"/>
                  <a:gd name="T3" fmla="*/ 84 h 44"/>
                  <a:gd name="T4" fmla="*/ 0 w 45"/>
                  <a:gd name="T5" fmla="*/ 1303 h 44"/>
                  <a:gd name="T6" fmla="*/ 200 w 45"/>
                  <a:gd name="T7" fmla="*/ 1552 h 44"/>
                  <a:gd name="T8" fmla="*/ 379 w 45"/>
                  <a:gd name="T9" fmla="*/ 1845 h 44"/>
                  <a:gd name="T10" fmla="*/ 1282 w 45"/>
                  <a:gd name="T11" fmla="*/ 337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4">
                    <a:moveTo>
                      <a:pt x="44" y="8"/>
                    </a:moveTo>
                    <a:cubicBezTo>
                      <a:pt x="43" y="6"/>
                      <a:pt x="38" y="5"/>
                      <a:pt x="37" y="2"/>
                    </a:cubicBezTo>
                    <a:cubicBezTo>
                      <a:pt x="36" y="0"/>
                      <a:pt x="0" y="31"/>
                      <a:pt x="0" y="31"/>
                    </a:cubicBezTo>
                    <a:cubicBezTo>
                      <a:pt x="3" y="33"/>
                      <a:pt x="5" y="35"/>
                      <a:pt x="7" y="37"/>
                    </a:cubicBezTo>
                    <a:cubicBezTo>
                      <a:pt x="9" y="39"/>
                      <a:pt x="11" y="41"/>
                      <a:pt x="13" y="44"/>
                    </a:cubicBezTo>
                    <a:cubicBezTo>
                      <a:pt x="13" y="44"/>
                      <a:pt x="45" y="10"/>
                      <a:pt x="44" y="8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2" name="Freeform 1891">
                <a:extLst>
                  <a:ext uri="{FF2B5EF4-FFF2-40B4-BE49-F238E27FC236}">
                    <a16:creationId xmlns:a16="http://schemas.microsoft.com/office/drawing/2014/main" id="{C82ECB1F-057F-4CCE-9CA7-D43E36003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939"/>
                <a:ext cx="167" cy="195"/>
              </a:xfrm>
              <a:custGeom>
                <a:avLst/>
                <a:gdLst>
                  <a:gd name="T0" fmla="*/ 384 w 96"/>
                  <a:gd name="T1" fmla="*/ 3818 h 105"/>
                  <a:gd name="T2" fmla="*/ 642 w 96"/>
                  <a:gd name="T3" fmla="*/ 1287 h 105"/>
                  <a:gd name="T4" fmla="*/ 2279 w 96"/>
                  <a:gd name="T5" fmla="*/ 487 h 105"/>
                  <a:gd name="T6" fmla="*/ 2021 w 96"/>
                  <a:gd name="T7" fmla="*/ 3010 h 105"/>
                  <a:gd name="T8" fmla="*/ 384 w 96"/>
                  <a:gd name="T9" fmla="*/ 3818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05">
                    <a:moveTo>
                      <a:pt x="14" y="93"/>
                    </a:moveTo>
                    <a:cubicBezTo>
                      <a:pt x="0" y="82"/>
                      <a:pt x="4" y="54"/>
                      <a:pt x="23" y="31"/>
                    </a:cubicBezTo>
                    <a:cubicBezTo>
                      <a:pt x="41" y="9"/>
                      <a:pt x="68" y="0"/>
                      <a:pt x="82" y="12"/>
                    </a:cubicBezTo>
                    <a:cubicBezTo>
                      <a:pt x="96" y="23"/>
                      <a:pt x="92" y="51"/>
                      <a:pt x="73" y="73"/>
                    </a:cubicBezTo>
                    <a:cubicBezTo>
                      <a:pt x="55" y="96"/>
                      <a:pt x="28" y="105"/>
                      <a:pt x="14" y="93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3" name="Freeform 1892">
                <a:extLst>
                  <a:ext uri="{FF2B5EF4-FFF2-40B4-BE49-F238E27FC236}">
                    <a16:creationId xmlns:a16="http://schemas.microsoft.com/office/drawing/2014/main" id="{BB6B56E9-A760-49B6-BE36-06DDCE9B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954"/>
                <a:ext cx="82" cy="156"/>
              </a:xfrm>
              <a:custGeom>
                <a:avLst/>
                <a:gdLst>
                  <a:gd name="T0" fmla="*/ 956 w 47"/>
                  <a:gd name="T1" fmla="*/ 290 h 84"/>
                  <a:gd name="T2" fmla="*/ 307 w 47"/>
                  <a:gd name="T3" fmla="*/ 128 h 84"/>
                  <a:gd name="T4" fmla="*/ 757 w 47"/>
                  <a:gd name="T5" fmla="*/ 334 h 84"/>
                  <a:gd name="T6" fmla="*/ 536 w 47"/>
                  <a:gd name="T7" fmla="*/ 2711 h 84"/>
                  <a:gd name="T8" fmla="*/ 0 w 47"/>
                  <a:gd name="T9" fmla="*/ 3452 h 84"/>
                  <a:gd name="T10" fmla="*/ 757 w 47"/>
                  <a:gd name="T11" fmla="*/ 2580 h 84"/>
                  <a:gd name="T12" fmla="*/ 956 w 47"/>
                  <a:gd name="T13" fmla="*/ 29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84">
                    <a:moveTo>
                      <a:pt x="34" y="7"/>
                    </a:moveTo>
                    <a:cubicBezTo>
                      <a:pt x="28" y="2"/>
                      <a:pt x="20" y="0"/>
                      <a:pt x="11" y="3"/>
                    </a:cubicBezTo>
                    <a:cubicBezTo>
                      <a:pt x="17" y="3"/>
                      <a:pt x="23" y="5"/>
                      <a:pt x="27" y="8"/>
                    </a:cubicBezTo>
                    <a:cubicBezTo>
                      <a:pt x="40" y="19"/>
                      <a:pt x="37" y="45"/>
                      <a:pt x="19" y="66"/>
                    </a:cubicBezTo>
                    <a:cubicBezTo>
                      <a:pt x="14" y="73"/>
                      <a:pt x="7" y="80"/>
                      <a:pt x="0" y="84"/>
                    </a:cubicBezTo>
                    <a:cubicBezTo>
                      <a:pt x="9" y="80"/>
                      <a:pt x="19" y="72"/>
                      <a:pt x="27" y="63"/>
                    </a:cubicBezTo>
                    <a:cubicBezTo>
                      <a:pt x="44" y="42"/>
                      <a:pt x="47" y="17"/>
                      <a:pt x="34" y="7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4" name="Freeform 1893">
                <a:extLst>
                  <a:ext uri="{FF2B5EF4-FFF2-40B4-BE49-F238E27FC236}">
                    <a16:creationId xmlns:a16="http://schemas.microsoft.com/office/drawing/2014/main" id="{FF0F8BE5-92CF-4547-B812-58539743E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962"/>
                <a:ext cx="86" cy="158"/>
              </a:xfrm>
              <a:custGeom>
                <a:avLst/>
                <a:gdLst>
                  <a:gd name="T0" fmla="*/ 665 w 49"/>
                  <a:gd name="T1" fmla="*/ 3171 h 85"/>
                  <a:gd name="T2" fmla="*/ 816 w 49"/>
                  <a:gd name="T3" fmla="*/ 777 h 85"/>
                  <a:gd name="T4" fmla="*/ 1346 w 49"/>
                  <a:gd name="T5" fmla="*/ 84 h 85"/>
                  <a:gd name="T6" fmla="*/ 1346 w 49"/>
                  <a:gd name="T7" fmla="*/ 45 h 85"/>
                  <a:gd name="T8" fmla="*/ 1281 w 49"/>
                  <a:gd name="T9" fmla="*/ 84 h 85"/>
                  <a:gd name="T10" fmla="*/ 616 w 49"/>
                  <a:gd name="T11" fmla="*/ 861 h 85"/>
                  <a:gd name="T12" fmla="*/ 379 w 49"/>
                  <a:gd name="T13" fmla="*/ 3255 h 85"/>
                  <a:gd name="T14" fmla="*/ 1053 w 49"/>
                  <a:gd name="T15" fmla="*/ 3379 h 85"/>
                  <a:gd name="T16" fmla="*/ 665 w 49"/>
                  <a:gd name="T17" fmla="*/ 3171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85">
                    <a:moveTo>
                      <a:pt x="23" y="77"/>
                    </a:moveTo>
                    <a:cubicBezTo>
                      <a:pt x="10" y="67"/>
                      <a:pt x="11" y="40"/>
                      <a:pt x="28" y="19"/>
                    </a:cubicBezTo>
                    <a:cubicBezTo>
                      <a:pt x="34" y="12"/>
                      <a:pt x="40" y="6"/>
                      <a:pt x="46" y="2"/>
                    </a:cubicBezTo>
                    <a:cubicBezTo>
                      <a:pt x="47" y="1"/>
                      <a:pt x="49" y="0"/>
                      <a:pt x="46" y="1"/>
                    </a:cubicBezTo>
                    <a:cubicBezTo>
                      <a:pt x="45" y="2"/>
                      <a:pt x="45" y="2"/>
                      <a:pt x="44" y="2"/>
                    </a:cubicBezTo>
                    <a:cubicBezTo>
                      <a:pt x="36" y="6"/>
                      <a:pt x="28" y="12"/>
                      <a:pt x="21" y="21"/>
                    </a:cubicBezTo>
                    <a:cubicBezTo>
                      <a:pt x="3" y="42"/>
                      <a:pt x="0" y="68"/>
                      <a:pt x="13" y="79"/>
                    </a:cubicBezTo>
                    <a:cubicBezTo>
                      <a:pt x="19" y="84"/>
                      <a:pt x="27" y="85"/>
                      <a:pt x="36" y="82"/>
                    </a:cubicBezTo>
                    <a:cubicBezTo>
                      <a:pt x="31" y="82"/>
                      <a:pt x="27" y="80"/>
                      <a:pt x="23" y="77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5" name="Freeform 1894">
                <a:extLst>
                  <a:ext uri="{FF2B5EF4-FFF2-40B4-BE49-F238E27FC236}">
                    <a16:creationId xmlns:a16="http://schemas.microsoft.com/office/drawing/2014/main" id="{A4F00392-F2BD-40C4-86AE-180BEEFF8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062"/>
                <a:ext cx="66" cy="72"/>
              </a:xfrm>
              <a:custGeom>
                <a:avLst/>
                <a:gdLst>
                  <a:gd name="T0" fmla="*/ 966 w 38"/>
                  <a:gd name="T1" fmla="*/ 1466 h 39"/>
                  <a:gd name="T2" fmla="*/ 1047 w 38"/>
                  <a:gd name="T3" fmla="*/ 1165 h 39"/>
                  <a:gd name="T4" fmla="*/ 299 w 38"/>
                  <a:gd name="T5" fmla="*/ 0 h 39"/>
                  <a:gd name="T6" fmla="*/ 148 w 38"/>
                  <a:gd name="T7" fmla="*/ 277 h 39"/>
                  <a:gd name="T8" fmla="*/ 0 w 38"/>
                  <a:gd name="T9" fmla="*/ 559 h 39"/>
                  <a:gd name="T10" fmla="*/ 966 w 38"/>
                  <a:gd name="T11" fmla="*/ 1466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9">
                    <a:moveTo>
                      <a:pt x="35" y="37"/>
                    </a:moveTo>
                    <a:cubicBezTo>
                      <a:pt x="36" y="34"/>
                      <a:pt x="37" y="32"/>
                      <a:pt x="38" y="29"/>
                    </a:cubicBezTo>
                    <a:cubicBezTo>
                      <a:pt x="38" y="28"/>
                      <a:pt x="11" y="0"/>
                      <a:pt x="11" y="0"/>
                    </a:cubicBezTo>
                    <a:cubicBezTo>
                      <a:pt x="9" y="3"/>
                      <a:pt x="7" y="5"/>
                      <a:pt x="5" y="7"/>
                    </a:cubicBezTo>
                    <a:cubicBezTo>
                      <a:pt x="4" y="10"/>
                      <a:pt x="2" y="12"/>
                      <a:pt x="0" y="14"/>
                    </a:cubicBezTo>
                    <a:cubicBezTo>
                      <a:pt x="0" y="14"/>
                      <a:pt x="35" y="39"/>
                      <a:pt x="35" y="37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6" name="Freeform 1895">
                <a:extLst>
                  <a:ext uri="{FF2B5EF4-FFF2-40B4-BE49-F238E27FC236}">
                    <a16:creationId xmlns:a16="http://schemas.microsoft.com/office/drawing/2014/main" id="{29F06F6E-3750-4C46-8C72-AC81644F8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051"/>
                <a:ext cx="24" cy="26"/>
              </a:xfrm>
              <a:custGeom>
                <a:avLst/>
                <a:gdLst>
                  <a:gd name="T0" fmla="*/ 45 w 14"/>
                  <a:gd name="T1" fmla="*/ 418 h 14"/>
                  <a:gd name="T2" fmla="*/ 106 w 14"/>
                  <a:gd name="T3" fmla="*/ 84 h 14"/>
                  <a:gd name="T4" fmla="*/ 312 w 14"/>
                  <a:gd name="T5" fmla="*/ 156 h 14"/>
                  <a:gd name="T6" fmla="*/ 252 w 14"/>
                  <a:gd name="T7" fmla="*/ 487 h 14"/>
                  <a:gd name="T8" fmla="*/ 45 w 14"/>
                  <a:gd name="T9" fmla="*/ 41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2" y="10"/>
                    </a:moveTo>
                    <a:cubicBezTo>
                      <a:pt x="0" y="7"/>
                      <a:pt x="2" y="3"/>
                      <a:pt x="4" y="2"/>
                    </a:cubicBezTo>
                    <a:cubicBezTo>
                      <a:pt x="7" y="0"/>
                      <a:pt x="11" y="1"/>
                      <a:pt x="12" y="4"/>
                    </a:cubicBezTo>
                    <a:cubicBezTo>
                      <a:pt x="14" y="7"/>
                      <a:pt x="13" y="11"/>
                      <a:pt x="10" y="12"/>
                    </a:cubicBezTo>
                    <a:cubicBezTo>
                      <a:pt x="7" y="14"/>
                      <a:pt x="3" y="13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7" name="Freeform 1896">
                <a:extLst>
                  <a:ext uri="{FF2B5EF4-FFF2-40B4-BE49-F238E27FC236}">
                    <a16:creationId xmlns:a16="http://schemas.microsoft.com/office/drawing/2014/main" id="{FACE6CCA-8861-408B-B49F-15B77E7D7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2034"/>
                <a:ext cx="15" cy="17"/>
              </a:xfrm>
              <a:custGeom>
                <a:avLst/>
                <a:gdLst>
                  <a:gd name="T0" fmla="*/ 22 w 9"/>
                  <a:gd name="T1" fmla="*/ 272 h 9"/>
                  <a:gd name="T2" fmla="*/ 62 w 9"/>
                  <a:gd name="T3" fmla="*/ 53 h 9"/>
                  <a:gd name="T4" fmla="*/ 172 w 9"/>
                  <a:gd name="T5" fmla="*/ 144 h 9"/>
                  <a:gd name="T6" fmla="*/ 153 w 9"/>
                  <a:gd name="T7" fmla="*/ 357 h 9"/>
                  <a:gd name="T8" fmla="*/ 22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7"/>
                      <a:pt x="7" y="8"/>
                    </a:cubicBezTo>
                    <a:cubicBezTo>
                      <a:pt x="5" y="9"/>
                      <a:pt x="2" y="8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8" name="Freeform 1897">
                <a:extLst>
                  <a:ext uri="{FF2B5EF4-FFF2-40B4-BE49-F238E27FC236}">
                    <a16:creationId xmlns:a16="http://schemas.microsoft.com/office/drawing/2014/main" id="{100D3D3C-3659-4DDF-B62B-28819A939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079"/>
                <a:ext cx="10" cy="11"/>
              </a:xfrm>
              <a:custGeom>
                <a:avLst/>
                <a:gdLst>
                  <a:gd name="T0" fmla="*/ 22 w 6"/>
                  <a:gd name="T1" fmla="*/ 149 h 6"/>
                  <a:gd name="T2" fmla="*/ 37 w 6"/>
                  <a:gd name="T3" fmla="*/ 44 h 6"/>
                  <a:gd name="T4" fmla="*/ 130 w 6"/>
                  <a:gd name="T5" fmla="*/ 81 h 6"/>
                  <a:gd name="T6" fmla="*/ 103 w 6"/>
                  <a:gd name="T7" fmla="*/ 193 h 6"/>
                  <a:gd name="T8" fmla="*/ 22 w 6"/>
                  <a:gd name="T9" fmla="*/ 1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9" name="Freeform 1898">
                <a:extLst>
                  <a:ext uri="{FF2B5EF4-FFF2-40B4-BE49-F238E27FC236}">
                    <a16:creationId xmlns:a16="http://schemas.microsoft.com/office/drawing/2014/main" id="{32029157-69D6-4729-8A09-0E799E615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069"/>
                <a:ext cx="54" cy="45"/>
              </a:xfrm>
              <a:custGeom>
                <a:avLst/>
                <a:gdLst>
                  <a:gd name="T0" fmla="*/ 0 w 31"/>
                  <a:gd name="T1" fmla="*/ 398 h 24"/>
                  <a:gd name="T2" fmla="*/ 221 w 31"/>
                  <a:gd name="T3" fmla="*/ 0 h 24"/>
                  <a:gd name="T4" fmla="*/ 867 w 31"/>
                  <a:gd name="T5" fmla="*/ 1041 h 24"/>
                  <a:gd name="T6" fmla="*/ 258 w 31"/>
                  <a:gd name="T7" fmla="*/ 296 h 24"/>
                  <a:gd name="T8" fmla="*/ 0 w 31"/>
                  <a:gd name="T9" fmla="*/ 39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0" y="9"/>
                    </a:moveTo>
                    <a:cubicBezTo>
                      <a:pt x="3" y="7"/>
                      <a:pt x="8" y="1"/>
                      <a:pt x="8" y="0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14" y="7"/>
                      <a:pt x="9" y="7"/>
                    </a:cubicBezTo>
                    <a:cubicBezTo>
                      <a:pt x="5" y="7"/>
                      <a:pt x="1" y="9"/>
                      <a:pt x="0" y="9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0" name="Freeform 1899">
                <a:extLst>
                  <a:ext uri="{FF2B5EF4-FFF2-40B4-BE49-F238E27FC236}">
                    <a16:creationId xmlns:a16="http://schemas.microsoft.com/office/drawing/2014/main" id="{845059E2-4A14-48F6-BF29-24D434C75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300"/>
                <a:ext cx="75" cy="24"/>
              </a:xfrm>
              <a:custGeom>
                <a:avLst/>
                <a:gdLst>
                  <a:gd name="T0" fmla="*/ 0 w 43"/>
                  <a:gd name="T1" fmla="*/ 476 h 13"/>
                  <a:gd name="T2" fmla="*/ 85 w 43"/>
                  <a:gd name="T3" fmla="*/ 0 h 13"/>
                  <a:gd name="T4" fmla="*/ 1210 w 43"/>
                  <a:gd name="T5" fmla="*/ 511 h 13"/>
                  <a:gd name="T6" fmla="*/ 222 w 43"/>
                  <a:gd name="T7" fmla="*/ 233 h 13"/>
                  <a:gd name="T8" fmla="*/ 0 w 43"/>
                  <a:gd name="T9" fmla="*/ 4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3">
                    <a:moveTo>
                      <a:pt x="0" y="12"/>
                    </a:moveTo>
                    <a:cubicBezTo>
                      <a:pt x="2" y="8"/>
                      <a:pt x="3" y="1"/>
                      <a:pt x="3" y="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3" y="13"/>
                      <a:pt x="12" y="4"/>
                      <a:pt x="8" y="6"/>
                    </a:cubicBezTo>
                    <a:cubicBezTo>
                      <a:pt x="4" y="8"/>
                      <a:pt x="1" y="11"/>
                      <a:pt x="0" y="12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1" name="Freeform 1900">
                <a:extLst>
                  <a:ext uri="{FF2B5EF4-FFF2-40B4-BE49-F238E27FC236}">
                    <a16:creationId xmlns:a16="http://schemas.microsoft.com/office/drawing/2014/main" id="{2E994C30-9CF5-4DFA-B1F0-483C16757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845"/>
                <a:ext cx="141" cy="98"/>
              </a:xfrm>
              <a:custGeom>
                <a:avLst/>
                <a:gdLst>
                  <a:gd name="T0" fmla="*/ 2221 w 81"/>
                  <a:gd name="T1" fmla="*/ 797 h 53"/>
                  <a:gd name="T2" fmla="*/ 1873 w 81"/>
                  <a:gd name="T3" fmla="*/ 0 h 53"/>
                  <a:gd name="T4" fmla="*/ 2066 w 81"/>
                  <a:gd name="T5" fmla="*/ 645 h 53"/>
                  <a:gd name="T6" fmla="*/ 719 w 81"/>
                  <a:gd name="T7" fmla="*/ 1966 h 53"/>
                  <a:gd name="T8" fmla="*/ 0 w 81"/>
                  <a:gd name="T9" fmla="*/ 1884 h 53"/>
                  <a:gd name="T10" fmla="*/ 945 w 81"/>
                  <a:gd name="T11" fmla="*/ 2078 h 53"/>
                  <a:gd name="T12" fmla="*/ 2221 w 81"/>
                  <a:gd name="T13" fmla="*/ 797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53">
                    <a:moveTo>
                      <a:pt x="80" y="20"/>
                    </a:moveTo>
                    <a:cubicBezTo>
                      <a:pt x="80" y="12"/>
                      <a:pt x="75" y="5"/>
                      <a:pt x="67" y="0"/>
                    </a:cubicBezTo>
                    <a:cubicBezTo>
                      <a:pt x="72" y="5"/>
                      <a:pt x="74" y="10"/>
                      <a:pt x="74" y="16"/>
                    </a:cubicBezTo>
                    <a:cubicBezTo>
                      <a:pt x="75" y="33"/>
                      <a:pt x="53" y="48"/>
                      <a:pt x="26" y="49"/>
                    </a:cubicBezTo>
                    <a:cubicBezTo>
                      <a:pt x="17" y="49"/>
                      <a:pt x="7" y="49"/>
                      <a:pt x="0" y="47"/>
                    </a:cubicBezTo>
                    <a:cubicBezTo>
                      <a:pt x="9" y="51"/>
                      <a:pt x="22" y="53"/>
                      <a:pt x="34" y="52"/>
                    </a:cubicBezTo>
                    <a:cubicBezTo>
                      <a:pt x="60" y="51"/>
                      <a:pt x="81" y="36"/>
                      <a:pt x="80" y="20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2" name="Freeform 1901">
                <a:extLst>
                  <a:ext uri="{FF2B5EF4-FFF2-40B4-BE49-F238E27FC236}">
                    <a16:creationId xmlns:a16="http://schemas.microsoft.com/office/drawing/2014/main" id="{5EE438EE-503F-4E32-BE0B-9948CCCCA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828"/>
                <a:ext cx="146" cy="98"/>
              </a:xfrm>
              <a:custGeom>
                <a:avLst/>
                <a:gdLst>
                  <a:gd name="T0" fmla="*/ 257 w 84"/>
                  <a:gd name="T1" fmla="*/ 1599 h 53"/>
                  <a:gd name="T2" fmla="*/ 1543 w 84"/>
                  <a:gd name="T3" fmla="*/ 150 h 53"/>
                  <a:gd name="T4" fmla="*/ 2235 w 84"/>
                  <a:gd name="T5" fmla="*/ 233 h 53"/>
                  <a:gd name="T6" fmla="*/ 2211 w 84"/>
                  <a:gd name="T7" fmla="*/ 194 h 53"/>
                  <a:gd name="T8" fmla="*/ 2174 w 84"/>
                  <a:gd name="T9" fmla="*/ 194 h 53"/>
                  <a:gd name="T10" fmla="*/ 1351 w 84"/>
                  <a:gd name="T11" fmla="*/ 0 h 53"/>
                  <a:gd name="T12" fmla="*/ 28 w 84"/>
                  <a:gd name="T13" fmla="*/ 1320 h 53"/>
                  <a:gd name="T14" fmla="*/ 410 w 84"/>
                  <a:gd name="T15" fmla="*/ 2117 h 53"/>
                  <a:gd name="T16" fmla="*/ 257 w 84"/>
                  <a:gd name="T17" fmla="*/ 1599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53">
                    <a:moveTo>
                      <a:pt x="9" y="40"/>
                    </a:moveTo>
                    <a:cubicBezTo>
                      <a:pt x="8" y="23"/>
                      <a:pt x="29" y="6"/>
                      <a:pt x="56" y="4"/>
                    </a:cubicBezTo>
                    <a:cubicBezTo>
                      <a:pt x="64" y="4"/>
                      <a:pt x="73" y="4"/>
                      <a:pt x="81" y="6"/>
                    </a:cubicBezTo>
                    <a:cubicBezTo>
                      <a:pt x="82" y="6"/>
                      <a:pt x="84" y="7"/>
                      <a:pt x="80" y="5"/>
                    </a:cubicBezTo>
                    <a:cubicBezTo>
                      <a:pt x="80" y="5"/>
                      <a:pt x="79" y="5"/>
                      <a:pt x="79" y="5"/>
                    </a:cubicBezTo>
                    <a:cubicBezTo>
                      <a:pt x="71" y="1"/>
                      <a:pt x="60" y="0"/>
                      <a:pt x="49" y="0"/>
                    </a:cubicBezTo>
                    <a:cubicBezTo>
                      <a:pt x="22" y="2"/>
                      <a:pt x="0" y="16"/>
                      <a:pt x="1" y="33"/>
                    </a:cubicBezTo>
                    <a:cubicBezTo>
                      <a:pt x="2" y="41"/>
                      <a:pt x="7" y="48"/>
                      <a:pt x="15" y="53"/>
                    </a:cubicBezTo>
                    <a:cubicBezTo>
                      <a:pt x="11" y="49"/>
                      <a:pt x="9" y="45"/>
                      <a:pt x="9" y="40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3" name="Freeform 1902">
                <a:extLst>
                  <a:ext uri="{FF2B5EF4-FFF2-40B4-BE49-F238E27FC236}">
                    <a16:creationId xmlns:a16="http://schemas.microsoft.com/office/drawing/2014/main" id="{5FF3E855-E130-446F-9EF1-28564A9B5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850"/>
                <a:ext cx="23" cy="26"/>
              </a:xfrm>
              <a:custGeom>
                <a:avLst/>
                <a:gdLst>
                  <a:gd name="T0" fmla="*/ 37 w 13"/>
                  <a:gd name="T1" fmla="*/ 204 h 14"/>
                  <a:gd name="T2" fmla="*/ 244 w 13"/>
                  <a:gd name="T3" fmla="*/ 84 h 14"/>
                  <a:gd name="T4" fmla="*/ 359 w 13"/>
                  <a:gd name="T5" fmla="*/ 379 h 14"/>
                  <a:gd name="T6" fmla="*/ 115 w 13"/>
                  <a:gd name="T7" fmla="*/ 487 h 14"/>
                  <a:gd name="T8" fmla="*/ 37 w 13"/>
                  <a:gd name="T9" fmla="*/ 20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" y="5"/>
                    </a:moveTo>
                    <a:cubicBezTo>
                      <a:pt x="2" y="2"/>
                      <a:pt x="5" y="0"/>
                      <a:pt x="8" y="2"/>
                    </a:cubicBezTo>
                    <a:cubicBezTo>
                      <a:pt x="11" y="3"/>
                      <a:pt x="13" y="6"/>
                      <a:pt x="12" y="9"/>
                    </a:cubicBezTo>
                    <a:cubicBezTo>
                      <a:pt x="11" y="12"/>
                      <a:pt x="7" y="14"/>
                      <a:pt x="4" y="12"/>
                    </a:cubicBezTo>
                    <a:cubicBezTo>
                      <a:pt x="1" y="11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4" name="Freeform 1903">
                <a:extLst>
                  <a:ext uri="{FF2B5EF4-FFF2-40B4-BE49-F238E27FC236}">
                    <a16:creationId xmlns:a16="http://schemas.microsoft.com/office/drawing/2014/main" id="{0D53222D-0EAB-4DBD-98DB-D1B0A518F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845"/>
                <a:ext cx="16" cy="18"/>
              </a:xfrm>
              <a:custGeom>
                <a:avLst/>
                <a:gdLst>
                  <a:gd name="T0" fmla="*/ 0 w 9"/>
                  <a:gd name="T1" fmla="*/ 133 h 10"/>
                  <a:gd name="T2" fmla="*/ 158 w 9"/>
                  <a:gd name="T3" fmla="*/ 41 h 10"/>
                  <a:gd name="T4" fmla="*/ 247 w 9"/>
                  <a:gd name="T5" fmla="*/ 211 h 10"/>
                  <a:gd name="T6" fmla="*/ 89 w 9"/>
                  <a:gd name="T7" fmla="*/ 304 h 10"/>
                  <a:gd name="T8" fmla="*/ 0 w 9"/>
                  <a:gd name="T9" fmla="*/ 13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7" y="8"/>
                      <a:pt x="5" y="10"/>
                      <a:pt x="3" y="9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5" name="Freeform 1904">
                <a:extLst>
                  <a:ext uri="{FF2B5EF4-FFF2-40B4-BE49-F238E27FC236}">
                    <a16:creationId xmlns:a16="http://schemas.microsoft.com/office/drawing/2014/main" id="{7F45163D-1378-4E9E-AE66-4BBE17BEA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872"/>
                <a:ext cx="11" cy="12"/>
              </a:xfrm>
              <a:custGeom>
                <a:avLst/>
                <a:gdLst>
                  <a:gd name="T0" fmla="*/ 44 w 6"/>
                  <a:gd name="T1" fmla="*/ 192 h 6"/>
                  <a:gd name="T2" fmla="*/ 149 w 6"/>
                  <a:gd name="T3" fmla="*/ 64 h 6"/>
                  <a:gd name="T4" fmla="*/ 229 w 6"/>
                  <a:gd name="T5" fmla="*/ 256 h 6"/>
                  <a:gd name="T6" fmla="*/ 81 w 6"/>
                  <a:gd name="T7" fmla="*/ 384 h 6"/>
                  <a:gd name="T8" fmla="*/ 44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6" name="Freeform 1905">
                <a:extLst>
                  <a:ext uri="{FF2B5EF4-FFF2-40B4-BE49-F238E27FC236}">
                    <a16:creationId xmlns:a16="http://schemas.microsoft.com/office/drawing/2014/main" id="{CE87D6CB-9482-4012-8E2E-C0C858431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950"/>
                <a:ext cx="21" cy="58"/>
              </a:xfrm>
              <a:custGeom>
                <a:avLst/>
                <a:gdLst>
                  <a:gd name="T0" fmla="*/ 0 w 12"/>
                  <a:gd name="T1" fmla="*/ 0 h 31"/>
                  <a:gd name="T2" fmla="*/ 350 w 12"/>
                  <a:gd name="T3" fmla="*/ 0 h 31"/>
                  <a:gd name="T4" fmla="*/ 313 w 12"/>
                  <a:gd name="T5" fmla="*/ 1338 h 31"/>
                  <a:gd name="T6" fmla="*/ 200 w 12"/>
                  <a:gd name="T7" fmla="*/ 210 h 31"/>
                  <a:gd name="T8" fmla="*/ 0 w 12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1">
                    <a:moveTo>
                      <a:pt x="0" y="0"/>
                    </a:moveTo>
                    <a:cubicBezTo>
                      <a:pt x="3" y="0"/>
                      <a:pt x="11" y="0"/>
                      <a:pt x="12" y="0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0" y="8"/>
                      <a:pt x="7" y="5"/>
                    </a:cubicBezTo>
                    <a:cubicBezTo>
                      <a:pt x="4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7" name="Freeform 1906">
                <a:extLst>
                  <a:ext uri="{FF2B5EF4-FFF2-40B4-BE49-F238E27FC236}">
                    <a16:creationId xmlns:a16="http://schemas.microsoft.com/office/drawing/2014/main" id="{AEA63426-D88C-4B7A-82F8-EF4B8F9F4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203"/>
                <a:ext cx="80" cy="160"/>
              </a:xfrm>
              <a:custGeom>
                <a:avLst/>
                <a:gdLst>
                  <a:gd name="T0" fmla="*/ 605 w 46"/>
                  <a:gd name="T1" fmla="*/ 84 h 86"/>
                  <a:gd name="T2" fmla="*/ 0 w 46"/>
                  <a:gd name="T3" fmla="*/ 387 h 86"/>
                  <a:gd name="T4" fmla="*/ 447 w 46"/>
                  <a:gd name="T5" fmla="*/ 290 h 86"/>
                  <a:gd name="T6" fmla="*/ 969 w 46"/>
                  <a:gd name="T7" fmla="*/ 2562 h 86"/>
                  <a:gd name="T8" fmla="*/ 717 w 46"/>
                  <a:gd name="T9" fmla="*/ 3568 h 86"/>
                  <a:gd name="T10" fmla="*/ 1117 w 46"/>
                  <a:gd name="T11" fmla="*/ 2273 h 86"/>
                  <a:gd name="T12" fmla="*/ 605 w 46"/>
                  <a:gd name="T13" fmla="*/ 84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86">
                    <a:moveTo>
                      <a:pt x="22" y="2"/>
                    </a:moveTo>
                    <a:cubicBezTo>
                      <a:pt x="14" y="0"/>
                      <a:pt x="7" y="3"/>
                      <a:pt x="0" y="9"/>
                    </a:cubicBezTo>
                    <a:cubicBezTo>
                      <a:pt x="5" y="6"/>
                      <a:pt x="11" y="5"/>
                      <a:pt x="16" y="7"/>
                    </a:cubicBezTo>
                    <a:cubicBezTo>
                      <a:pt x="33" y="11"/>
                      <a:pt x="41" y="35"/>
                      <a:pt x="35" y="62"/>
                    </a:cubicBezTo>
                    <a:cubicBezTo>
                      <a:pt x="33" y="70"/>
                      <a:pt x="30" y="80"/>
                      <a:pt x="26" y="86"/>
                    </a:cubicBezTo>
                    <a:cubicBezTo>
                      <a:pt x="32" y="79"/>
                      <a:pt x="37" y="67"/>
                      <a:pt x="40" y="55"/>
                    </a:cubicBezTo>
                    <a:cubicBezTo>
                      <a:pt x="46" y="30"/>
                      <a:pt x="38" y="6"/>
                      <a:pt x="22" y="2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8" name="Freeform 1907">
                <a:extLst>
                  <a:ext uri="{FF2B5EF4-FFF2-40B4-BE49-F238E27FC236}">
                    <a16:creationId xmlns:a16="http://schemas.microsoft.com/office/drawing/2014/main" id="{BA6802ED-5436-4E81-9944-6AFFD68AF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225"/>
                <a:ext cx="82" cy="164"/>
              </a:xfrm>
              <a:custGeom>
                <a:avLst/>
                <a:gdLst>
                  <a:gd name="T0" fmla="*/ 956 w 47"/>
                  <a:gd name="T1" fmla="*/ 3394 h 88"/>
                  <a:gd name="T2" fmla="*/ 344 w 47"/>
                  <a:gd name="T3" fmla="*/ 1073 h 88"/>
                  <a:gd name="T4" fmla="*/ 564 w 47"/>
                  <a:gd name="T5" fmla="*/ 84 h 88"/>
                  <a:gd name="T6" fmla="*/ 564 w 47"/>
                  <a:gd name="T7" fmla="*/ 136 h 88"/>
                  <a:gd name="T8" fmla="*/ 536 w 47"/>
                  <a:gd name="T9" fmla="*/ 157 h 88"/>
                  <a:gd name="T10" fmla="*/ 159 w 47"/>
                  <a:gd name="T11" fmla="*/ 1303 h 88"/>
                  <a:gd name="T12" fmla="*/ 712 w 47"/>
                  <a:gd name="T13" fmla="*/ 3591 h 88"/>
                  <a:gd name="T14" fmla="*/ 1321 w 47"/>
                  <a:gd name="T15" fmla="*/ 3306 h 88"/>
                  <a:gd name="T16" fmla="*/ 956 w 47"/>
                  <a:gd name="T17" fmla="*/ 3394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88">
                    <a:moveTo>
                      <a:pt x="34" y="81"/>
                    </a:moveTo>
                    <a:cubicBezTo>
                      <a:pt x="17" y="77"/>
                      <a:pt x="6" y="52"/>
                      <a:pt x="12" y="26"/>
                    </a:cubicBezTo>
                    <a:cubicBezTo>
                      <a:pt x="14" y="17"/>
                      <a:pt x="17" y="9"/>
                      <a:pt x="20" y="2"/>
                    </a:cubicBezTo>
                    <a:cubicBezTo>
                      <a:pt x="21" y="1"/>
                      <a:pt x="22" y="0"/>
                      <a:pt x="20" y="3"/>
                    </a:cubicBezTo>
                    <a:cubicBezTo>
                      <a:pt x="20" y="3"/>
                      <a:pt x="19" y="3"/>
                      <a:pt x="19" y="4"/>
                    </a:cubicBezTo>
                    <a:cubicBezTo>
                      <a:pt x="13" y="11"/>
                      <a:pt x="9" y="20"/>
                      <a:pt x="6" y="31"/>
                    </a:cubicBezTo>
                    <a:cubicBezTo>
                      <a:pt x="0" y="58"/>
                      <a:pt x="8" y="82"/>
                      <a:pt x="25" y="86"/>
                    </a:cubicBezTo>
                    <a:cubicBezTo>
                      <a:pt x="33" y="88"/>
                      <a:pt x="40" y="85"/>
                      <a:pt x="47" y="79"/>
                    </a:cubicBezTo>
                    <a:cubicBezTo>
                      <a:pt x="43" y="81"/>
                      <a:pt x="38" y="82"/>
                      <a:pt x="34" y="81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9" name="Freeform 1908">
                <a:extLst>
                  <a:ext uri="{FF2B5EF4-FFF2-40B4-BE49-F238E27FC236}">
                    <a16:creationId xmlns:a16="http://schemas.microsoft.com/office/drawing/2014/main" id="{B715BAE7-8165-431B-B26F-FEFA1AB88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2331"/>
                <a:ext cx="23" cy="26"/>
              </a:xfrm>
              <a:custGeom>
                <a:avLst/>
                <a:gdLst>
                  <a:gd name="T0" fmla="*/ 88 w 13"/>
                  <a:gd name="T1" fmla="*/ 487 h 14"/>
                  <a:gd name="T2" fmla="*/ 65 w 13"/>
                  <a:gd name="T3" fmla="*/ 156 h 14"/>
                  <a:gd name="T4" fmla="*/ 317 w 13"/>
                  <a:gd name="T5" fmla="*/ 84 h 14"/>
                  <a:gd name="T6" fmla="*/ 333 w 13"/>
                  <a:gd name="T7" fmla="*/ 418 h 14"/>
                  <a:gd name="T8" fmla="*/ 88 w 13"/>
                  <a:gd name="T9" fmla="*/ 48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3" y="12"/>
                    </a:moveTo>
                    <a:cubicBezTo>
                      <a:pt x="0" y="10"/>
                      <a:pt x="0" y="6"/>
                      <a:pt x="2" y="4"/>
                    </a:cubicBezTo>
                    <a:cubicBezTo>
                      <a:pt x="4" y="1"/>
                      <a:pt x="7" y="0"/>
                      <a:pt x="10" y="2"/>
                    </a:cubicBezTo>
                    <a:cubicBezTo>
                      <a:pt x="12" y="4"/>
                      <a:pt x="13" y="8"/>
                      <a:pt x="11" y="10"/>
                    </a:cubicBezTo>
                    <a:cubicBezTo>
                      <a:pt x="9" y="13"/>
                      <a:pt x="6" y="14"/>
                      <a:pt x="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0" name="Freeform 1909">
                <a:extLst>
                  <a:ext uri="{FF2B5EF4-FFF2-40B4-BE49-F238E27FC236}">
                    <a16:creationId xmlns:a16="http://schemas.microsoft.com/office/drawing/2014/main" id="{8698E438-52C8-4D0A-B269-1E7709130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2315"/>
                <a:ext cx="16" cy="16"/>
              </a:xfrm>
              <a:custGeom>
                <a:avLst/>
                <a:gdLst>
                  <a:gd name="T0" fmla="*/ 66 w 9"/>
                  <a:gd name="T1" fmla="*/ 247 h 9"/>
                  <a:gd name="T2" fmla="*/ 37 w 9"/>
                  <a:gd name="T3" fmla="*/ 66 h 9"/>
                  <a:gd name="T4" fmla="*/ 208 w 9"/>
                  <a:gd name="T5" fmla="*/ 37 h 9"/>
                  <a:gd name="T6" fmla="*/ 247 w 9"/>
                  <a:gd name="T7" fmla="*/ 208 h 9"/>
                  <a:gd name="T8" fmla="*/ 66 w 9"/>
                  <a:gd name="T9" fmla="*/ 2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ubicBezTo>
                      <a:pt x="7" y="8"/>
                      <a:pt x="4" y="9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1" name="Freeform 1910">
                <a:extLst>
                  <a:ext uri="{FF2B5EF4-FFF2-40B4-BE49-F238E27FC236}">
                    <a16:creationId xmlns:a16="http://schemas.microsoft.com/office/drawing/2014/main" id="{7036BF9D-2F8B-4344-9123-4BC8F56D0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356"/>
                <a:ext cx="10" cy="11"/>
              </a:xfrm>
              <a:custGeom>
                <a:avLst/>
                <a:gdLst>
                  <a:gd name="T0" fmla="*/ 22 w 6"/>
                  <a:gd name="T1" fmla="*/ 229 h 6"/>
                  <a:gd name="T2" fmla="*/ 0 w 6"/>
                  <a:gd name="T3" fmla="*/ 81 h 6"/>
                  <a:gd name="T4" fmla="*/ 92 w 6"/>
                  <a:gd name="T5" fmla="*/ 44 h 6"/>
                  <a:gd name="T6" fmla="*/ 103 w 6"/>
                  <a:gd name="T7" fmla="*/ 193 h 6"/>
                  <a:gd name="T8" fmla="*/ 22 w 6"/>
                  <a:gd name="T9" fmla="*/ 22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6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2" name="Freeform 1911">
                <a:extLst>
                  <a:ext uri="{FF2B5EF4-FFF2-40B4-BE49-F238E27FC236}">
                    <a16:creationId xmlns:a16="http://schemas.microsoft.com/office/drawing/2014/main" id="{4CF11832-CFF3-4EA5-BF1C-93F9D4A80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911"/>
                <a:ext cx="141" cy="101"/>
              </a:xfrm>
              <a:custGeom>
                <a:avLst/>
                <a:gdLst>
                  <a:gd name="T0" fmla="*/ 2206 w 81"/>
                  <a:gd name="T1" fmla="*/ 819 h 54"/>
                  <a:gd name="T2" fmla="*/ 1836 w 81"/>
                  <a:gd name="T3" fmla="*/ 0 h 54"/>
                  <a:gd name="T4" fmla="*/ 2030 w 81"/>
                  <a:gd name="T5" fmla="*/ 634 h 54"/>
                  <a:gd name="T6" fmla="*/ 719 w 81"/>
                  <a:gd name="T7" fmla="*/ 2151 h 54"/>
                  <a:gd name="T8" fmla="*/ 0 w 81"/>
                  <a:gd name="T9" fmla="*/ 2106 h 54"/>
                  <a:gd name="T10" fmla="*/ 945 w 81"/>
                  <a:gd name="T11" fmla="*/ 2263 h 54"/>
                  <a:gd name="T12" fmla="*/ 2206 w 81"/>
                  <a:gd name="T13" fmla="*/ 819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54">
                    <a:moveTo>
                      <a:pt x="79" y="19"/>
                    </a:moveTo>
                    <a:cubicBezTo>
                      <a:pt x="79" y="11"/>
                      <a:pt x="74" y="5"/>
                      <a:pt x="66" y="0"/>
                    </a:cubicBezTo>
                    <a:cubicBezTo>
                      <a:pt x="70" y="4"/>
                      <a:pt x="73" y="9"/>
                      <a:pt x="73" y="15"/>
                    </a:cubicBezTo>
                    <a:cubicBezTo>
                      <a:pt x="75" y="32"/>
                      <a:pt x="53" y="48"/>
                      <a:pt x="26" y="50"/>
                    </a:cubicBezTo>
                    <a:cubicBezTo>
                      <a:pt x="18" y="51"/>
                      <a:pt x="8" y="50"/>
                      <a:pt x="0" y="49"/>
                    </a:cubicBezTo>
                    <a:cubicBezTo>
                      <a:pt x="9" y="52"/>
                      <a:pt x="22" y="54"/>
                      <a:pt x="34" y="53"/>
                    </a:cubicBezTo>
                    <a:cubicBezTo>
                      <a:pt x="60" y="51"/>
                      <a:pt x="81" y="35"/>
                      <a:pt x="79" y="19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3" name="Freeform 1912">
                <a:extLst>
                  <a:ext uri="{FF2B5EF4-FFF2-40B4-BE49-F238E27FC236}">
                    <a16:creationId xmlns:a16="http://schemas.microsoft.com/office/drawing/2014/main" id="{15DB0156-3296-41BE-BCFC-9B1A306E7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895"/>
                <a:ext cx="144" cy="102"/>
              </a:xfrm>
              <a:custGeom>
                <a:avLst/>
                <a:gdLst>
                  <a:gd name="T0" fmla="*/ 262 w 83"/>
                  <a:gd name="T1" fmla="*/ 1715 h 55"/>
                  <a:gd name="T2" fmla="*/ 1494 w 83"/>
                  <a:gd name="T3" fmla="*/ 202 h 55"/>
                  <a:gd name="T4" fmla="*/ 2183 w 83"/>
                  <a:gd name="T5" fmla="*/ 237 h 55"/>
                  <a:gd name="T6" fmla="*/ 2183 w 83"/>
                  <a:gd name="T7" fmla="*/ 202 h 55"/>
                  <a:gd name="T8" fmla="*/ 2118 w 83"/>
                  <a:gd name="T9" fmla="*/ 202 h 55"/>
                  <a:gd name="T10" fmla="*/ 1306 w 83"/>
                  <a:gd name="T11" fmla="*/ 45 h 55"/>
                  <a:gd name="T12" fmla="*/ 49 w 83"/>
                  <a:gd name="T13" fmla="*/ 1469 h 55"/>
                  <a:gd name="T14" fmla="*/ 406 w 83"/>
                  <a:gd name="T15" fmla="*/ 2238 h 55"/>
                  <a:gd name="T16" fmla="*/ 262 w 83"/>
                  <a:gd name="T17" fmla="*/ 171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55">
                    <a:moveTo>
                      <a:pt x="10" y="42"/>
                    </a:moveTo>
                    <a:cubicBezTo>
                      <a:pt x="8" y="25"/>
                      <a:pt x="28" y="7"/>
                      <a:pt x="55" y="5"/>
                    </a:cubicBezTo>
                    <a:cubicBezTo>
                      <a:pt x="64" y="4"/>
                      <a:pt x="73" y="4"/>
                      <a:pt x="80" y="6"/>
                    </a:cubicBezTo>
                    <a:cubicBezTo>
                      <a:pt x="81" y="6"/>
                      <a:pt x="83" y="7"/>
                      <a:pt x="80" y="5"/>
                    </a:cubicBezTo>
                    <a:cubicBezTo>
                      <a:pt x="79" y="5"/>
                      <a:pt x="79" y="5"/>
                      <a:pt x="78" y="5"/>
                    </a:cubicBezTo>
                    <a:cubicBezTo>
                      <a:pt x="70" y="2"/>
                      <a:pt x="59" y="0"/>
                      <a:pt x="48" y="1"/>
                    </a:cubicBezTo>
                    <a:cubicBezTo>
                      <a:pt x="21" y="3"/>
                      <a:pt x="0" y="19"/>
                      <a:pt x="2" y="36"/>
                    </a:cubicBezTo>
                    <a:cubicBezTo>
                      <a:pt x="2" y="43"/>
                      <a:pt x="7" y="50"/>
                      <a:pt x="15" y="55"/>
                    </a:cubicBezTo>
                    <a:cubicBezTo>
                      <a:pt x="12" y="51"/>
                      <a:pt x="10" y="47"/>
                      <a:pt x="10" y="42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4" name="Freeform 1913">
                <a:extLst>
                  <a:ext uri="{FF2B5EF4-FFF2-40B4-BE49-F238E27FC236}">
                    <a16:creationId xmlns:a16="http://schemas.microsoft.com/office/drawing/2014/main" id="{B40C6209-930A-4FEE-B4B0-8B05A684D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921"/>
                <a:ext cx="23" cy="24"/>
              </a:xfrm>
              <a:custGeom>
                <a:avLst/>
                <a:gdLst>
                  <a:gd name="T0" fmla="*/ 37 w 13"/>
                  <a:gd name="T1" fmla="*/ 194 h 13"/>
                  <a:gd name="T2" fmla="*/ 244 w 13"/>
                  <a:gd name="T3" fmla="*/ 44 h 13"/>
                  <a:gd name="T4" fmla="*/ 359 w 13"/>
                  <a:gd name="T5" fmla="*/ 358 h 13"/>
                  <a:gd name="T6" fmla="*/ 115 w 13"/>
                  <a:gd name="T7" fmla="*/ 476 h 13"/>
                  <a:gd name="T8" fmla="*/ 37 w 13"/>
                  <a:gd name="T9" fmla="*/ 1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" y="5"/>
                    </a:moveTo>
                    <a:cubicBezTo>
                      <a:pt x="2" y="2"/>
                      <a:pt x="5" y="0"/>
                      <a:pt x="8" y="1"/>
                    </a:cubicBezTo>
                    <a:cubicBezTo>
                      <a:pt x="11" y="2"/>
                      <a:pt x="13" y="5"/>
                      <a:pt x="12" y="9"/>
                    </a:cubicBezTo>
                    <a:cubicBezTo>
                      <a:pt x="11" y="12"/>
                      <a:pt x="8" y="13"/>
                      <a:pt x="4" y="12"/>
                    </a:cubicBezTo>
                    <a:cubicBezTo>
                      <a:pt x="1" y="11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5" name="Freeform 1914">
                <a:extLst>
                  <a:ext uri="{FF2B5EF4-FFF2-40B4-BE49-F238E27FC236}">
                    <a16:creationId xmlns:a16="http://schemas.microsoft.com/office/drawing/2014/main" id="{E78D7FA7-A2C2-4643-A1DB-B4187BBC3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915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0 h 9"/>
                  <a:gd name="T4" fmla="*/ 281 w 9"/>
                  <a:gd name="T5" fmla="*/ 272 h 9"/>
                  <a:gd name="T6" fmla="*/ 117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9" y="6"/>
                    </a:cubicBezTo>
                    <a:cubicBezTo>
                      <a:pt x="8" y="8"/>
                      <a:pt x="6" y="9"/>
                      <a:pt x="4" y="8"/>
                    </a:cubicBezTo>
                    <a:cubicBezTo>
                      <a:pt x="1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6" name="Freeform 1915">
                <a:extLst>
                  <a:ext uri="{FF2B5EF4-FFF2-40B4-BE49-F238E27FC236}">
                    <a16:creationId xmlns:a16="http://schemas.microsoft.com/office/drawing/2014/main" id="{CAEA87A0-C6BA-4489-A06D-7133E2FB4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943"/>
                <a:ext cx="10" cy="11"/>
              </a:xfrm>
              <a:custGeom>
                <a:avLst/>
                <a:gdLst>
                  <a:gd name="T0" fmla="*/ 22 w 6"/>
                  <a:gd name="T1" fmla="*/ 125 h 6"/>
                  <a:gd name="T2" fmla="*/ 92 w 6"/>
                  <a:gd name="T3" fmla="*/ 44 h 6"/>
                  <a:gd name="T4" fmla="*/ 130 w 6"/>
                  <a:gd name="T5" fmla="*/ 149 h 6"/>
                  <a:gd name="T6" fmla="*/ 37 w 6"/>
                  <a:gd name="T7" fmla="*/ 229 h 6"/>
                  <a:gd name="T8" fmla="*/ 22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7" name="Freeform 1916">
                <a:extLst>
                  <a:ext uri="{FF2B5EF4-FFF2-40B4-BE49-F238E27FC236}">
                    <a16:creationId xmlns:a16="http://schemas.microsoft.com/office/drawing/2014/main" id="{55618225-C2F7-4CD2-850E-B16CECF65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571"/>
                <a:ext cx="77" cy="22"/>
              </a:xfrm>
              <a:custGeom>
                <a:avLst/>
                <a:gdLst>
                  <a:gd name="T0" fmla="*/ 0 w 44"/>
                  <a:gd name="T1" fmla="*/ 0 h 12"/>
                  <a:gd name="T2" fmla="*/ 65 w 44"/>
                  <a:gd name="T3" fmla="*/ 451 h 12"/>
                  <a:gd name="T4" fmla="*/ 1265 w 44"/>
                  <a:gd name="T5" fmla="*/ 149 h 12"/>
                  <a:gd name="T6" fmla="*/ 200 w 44"/>
                  <a:gd name="T7" fmla="*/ 273 h 12"/>
                  <a:gd name="T8" fmla="*/ 0 w 4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2">
                    <a:moveTo>
                      <a:pt x="0" y="0"/>
                    </a:moveTo>
                    <a:cubicBezTo>
                      <a:pt x="1" y="4"/>
                      <a:pt x="2" y="11"/>
                      <a:pt x="2" y="12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4" y="4"/>
                      <a:pt x="10" y="9"/>
                      <a:pt x="7" y="7"/>
                    </a:cubicBezTo>
                    <a:cubicBezTo>
                      <a:pt x="3" y="4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8" name="Freeform 1917">
                <a:extLst>
                  <a:ext uri="{FF2B5EF4-FFF2-40B4-BE49-F238E27FC236}">
                    <a16:creationId xmlns:a16="http://schemas.microsoft.com/office/drawing/2014/main" id="{76C4967D-EA6D-4FF0-A245-6CC187317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740"/>
                <a:ext cx="65" cy="60"/>
              </a:xfrm>
              <a:custGeom>
                <a:avLst/>
                <a:gdLst>
                  <a:gd name="T0" fmla="*/ 0 w 37"/>
                  <a:gd name="T1" fmla="*/ 1041 h 32"/>
                  <a:gd name="T2" fmla="*/ 237 w 37"/>
                  <a:gd name="T3" fmla="*/ 1399 h 32"/>
                  <a:gd name="T4" fmla="*/ 1084 w 37"/>
                  <a:gd name="T5" fmla="*/ 0 h 32"/>
                  <a:gd name="T6" fmla="*/ 265 w 37"/>
                  <a:gd name="T7" fmla="*/ 1086 h 32"/>
                  <a:gd name="T8" fmla="*/ 0 w 37"/>
                  <a:gd name="T9" fmla="*/ 104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2">
                    <a:moveTo>
                      <a:pt x="0" y="24"/>
                    </a:moveTo>
                    <a:cubicBezTo>
                      <a:pt x="3" y="26"/>
                      <a:pt x="8" y="31"/>
                      <a:pt x="8" y="3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13" y="25"/>
                      <a:pt x="9" y="25"/>
                    </a:cubicBezTo>
                    <a:cubicBezTo>
                      <a:pt x="4" y="25"/>
                      <a:pt x="1" y="24"/>
                      <a:pt x="0" y="24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9" name="Freeform 1918">
                <a:extLst>
                  <a:ext uri="{FF2B5EF4-FFF2-40B4-BE49-F238E27FC236}">
                    <a16:creationId xmlns:a16="http://schemas.microsoft.com/office/drawing/2014/main" id="{4AC57AE9-987C-4745-B707-ABF71DED8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829"/>
                <a:ext cx="21" cy="62"/>
              </a:xfrm>
              <a:custGeom>
                <a:avLst/>
                <a:gdLst>
                  <a:gd name="T0" fmla="*/ 0 w 12"/>
                  <a:gd name="T1" fmla="*/ 1447 h 33"/>
                  <a:gd name="T2" fmla="*/ 350 w 12"/>
                  <a:gd name="T3" fmla="*/ 1405 h 33"/>
                  <a:gd name="T4" fmla="*/ 200 w 12"/>
                  <a:gd name="T5" fmla="*/ 0 h 33"/>
                  <a:gd name="T6" fmla="*/ 179 w 12"/>
                  <a:gd name="T7" fmla="*/ 1148 h 33"/>
                  <a:gd name="T8" fmla="*/ 0 w 12"/>
                  <a:gd name="T9" fmla="*/ 144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3">
                    <a:moveTo>
                      <a:pt x="0" y="33"/>
                    </a:moveTo>
                    <a:cubicBezTo>
                      <a:pt x="3" y="32"/>
                      <a:pt x="11" y="31"/>
                      <a:pt x="12" y="3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9" y="23"/>
                      <a:pt x="6" y="26"/>
                    </a:cubicBezTo>
                    <a:cubicBezTo>
                      <a:pt x="4" y="30"/>
                      <a:pt x="0" y="32"/>
                      <a:pt x="0" y="33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0" name="Freeform 1919">
                <a:extLst>
                  <a:ext uri="{FF2B5EF4-FFF2-40B4-BE49-F238E27FC236}">
                    <a16:creationId xmlns:a16="http://schemas.microsoft.com/office/drawing/2014/main" id="{FFBC6DEF-421F-4B27-9C68-FCB9F68E5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2517"/>
                <a:ext cx="87" cy="168"/>
              </a:xfrm>
              <a:custGeom>
                <a:avLst/>
                <a:gdLst>
                  <a:gd name="T0" fmla="*/ 1166 w 50"/>
                  <a:gd name="T1" fmla="*/ 1432 h 90"/>
                  <a:gd name="T2" fmla="*/ 496 w 50"/>
                  <a:gd name="T3" fmla="*/ 3558 h 90"/>
                  <a:gd name="T4" fmla="*/ 0 w 50"/>
                  <a:gd name="T5" fmla="*/ 3265 h 90"/>
                  <a:gd name="T6" fmla="*/ 642 w 50"/>
                  <a:gd name="T7" fmla="*/ 3812 h 90"/>
                  <a:gd name="T8" fmla="*/ 1310 w 50"/>
                  <a:gd name="T9" fmla="*/ 1652 h 90"/>
                  <a:gd name="T10" fmla="*/ 863 w 50"/>
                  <a:gd name="T11" fmla="*/ 0 h 90"/>
                  <a:gd name="T12" fmla="*/ 1166 w 50"/>
                  <a:gd name="T13" fmla="*/ 1432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90">
                    <a:moveTo>
                      <a:pt x="42" y="34"/>
                    </a:moveTo>
                    <a:cubicBezTo>
                      <a:pt x="45" y="59"/>
                      <a:pt x="34" y="82"/>
                      <a:pt x="18" y="84"/>
                    </a:cubicBezTo>
                    <a:cubicBezTo>
                      <a:pt x="12" y="85"/>
                      <a:pt x="6" y="82"/>
                      <a:pt x="0" y="77"/>
                    </a:cubicBezTo>
                    <a:cubicBezTo>
                      <a:pt x="7" y="86"/>
                      <a:pt x="15" y="90"/>
                      <a:pt x="23" y="90"/>
                    </a:cubicBezTo>
                    <a:cubicBezTo>
                      <a:pt x="39" y="88"/>
                      <a:pt x="50" y="65"/>
                      <a:pt x="47" y="39"/>
                    </a:cubicBezTo>
                    <a:cubicBezTo>
                      <a:pt x="45" y="23"/>
                      <a:pt x="40" y="8"/>
                      <a:pt x="31" y="0"/>
                    </a:cubicBezTo>
                    <a:cubicBezTo>
                      <a:pt x="37" y="8"/>
                      <a:pt x="40" y="21"/>
                      <a:pt x="42" y="34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" name="Freeform 1920">
                <a:extLst>
                  <a:ext uri="{FF2B5EF4-FFF2-40B4-BE49-F238E27FC236}">
                    <a16:creationId xmlns:a16="http://schemas.microsoft.com/office/drawing/2014/main" id="{93A19831-2874-4B5E-A733-CDFA60762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497"/>
                <a:ext cx="76" cy="163"/>
              </a:xfrm>
              <a:custGeom>
                <a:avLst/>
                <a:gdLst>
                  <a:gd name="T0" fmla="*/ 83 w 44"/>
                  <a:gd name="T1" fmla="*/ 2141 h 88"/>
                  <a:gd name="T2" fmla="*/ 444 w 44"/>
                  <a:gd name="T3" fmla="*/ 3551 h 88"/>
                  <a:gd name="T4" fmla="*/ 292 w 44"/>
                  <a:gd name="T5" fmla="*/ 2267 h 88"/>
                  <a:gd name="T6" fmla="*/ 537 w 44"/>
                  <a:gd name="T7" fmla="*/ 567 h 88"/>
                  <a:gd name="T8" fmla="*/ 1164 w 44"/>
                  <a:gd name="T9" fmla="*/ 282 h 88"/>
                  <a:gd name="T10" fmla="*/ 738 w 44"/>
                  <a:gd name="T11" fmla="*/ 44 h 88"/>
                  <a:gd name="T12" fmla="*/ 83 w 44"/>
                  <a:gd name="T13" fmla="*/ 2141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88">
                    <a:moveTo>
                      <a:pt x="3" y="53"/>
                    </a:moveTo>
                    <a:cubicBezTo>
                      <a:pt x="5" y="68"/>
                      <a:pt x="9" y="80"/>
                      <a:pt x="17" y="88"/>
                    </a:cubicBezTo>
                    <a:cubicBezTo>
                      <a:pt x="13" y="79"/>
                      <a:pt x="12" y="69"/>
                      <a:pt x="11" y="56"/>
                    </a:cubicBezTo>
                    <a:cubicBezTo>
                      <a:pt x="10" y="40"/>
                      <a:pt x="15" y="23"/>
                      <a:pt x="20" y="14"/>
                    </a:cubicBezTo>
                    <a:cubicBezTo>
                      <a:pt x="23" y="9"/>
                      <a:pt x="33" y="3"/>
                      <a:pt x="44" y="7"/>
                    </a:cubicBezTo>
                    <a:cubicBezTo>
                      <a:pt x="39" y="3"/>
                      <a:pt x="34" y="0"/>
                      <a:pt x="28" y="1"/>
                    </a:cubicBezTo>
                    <a:cubicBezTo>
                      <a:pt x="12" y="3"/>
                      <a:pt x="0" y="26"/>
                      <a:pt x="3" y="53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" name="Freeform 1921">
                <a:extLst>
                  <a:ext uri="{FF2B5EF4-FFF2-40B4-BE49-F238E27FC236}">
                    <a16:creationId xmlns:a16="http://schemas.microsoft.com/office/drawing/2014/main" id="{1D95FA6A-D508-4949-B2D5-AFAE79B66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545"/>
                <a:ext cx="19" cy="21"/>
              </a:xfrm>
              <a:custGeom>
                <a:avLst/>
                <a:gdLst>
                  <a:gd name="T0" fmla="*/ 48 w 11"/>
                  <a:gd name="T1" fmla="*/ 55 h 11"/>
                  <a:gd name="T2" fmla="*/ 247 w 11"/>
                  <a:gd name="T3" fmla="*/ 105 h 11"/>
                  <a:gd name="T4" fmla="*/ 212 w 11"/>
                  <a:gd name="T5" fmla="*/ 422 h 11"/>
                  <a:gd name="T6" fmla="*/ 28 w 11"/>
                  <a:gd name="T7" fmla="*/ 382 h 11"/>
                  <a:gd name="T8" fmla="*/ 48 w 11"/>
                  <a:gd name="T9" fmla="*/ 5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2" y="1"/>
                    </a:moveTo>
                    <a:cubicBezTo>
                      <a:pt x="4" y="0"/>
                      <a:pt x="7" y="0"/>
                      <a:pt x="9" y="2"/>
                    </a:cubicBezTo>
                    <a:cubicBezTo>
                      <a:pt x="11" y="4"/>
                      <a:pt x="10" y="7"/>
                      <a:pt x="8" y="9"/>
                    </a:cubicBezTo>
                    <a:cubicBezTo>
                      <a:pt x="6" y="11"/>
                      <a:pt x="3" y="10"/>
                      <a:pt x="1" y="8"/>
                    </a:cubicBezTo>
                    <a:cubicBezTo>
                      <a:pt x="0" y="6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" name="Freeform 1922">
                <a:extLst>
                  <a:ext uri="{FF2B5EF4-FFF2-40B4-BE49-F238E27FC236}">
                    <a16:creationId xmlns:a16="http://schemas.microsoft.com/office/drawing/2014/main" id="{82F8CCF8-A929-4815-9316-109AD64C5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530"/>
                <a:ext cx="10" cy="10"/>
              </a:xfrm>
              <a:custGeom>
                <a:avLst/>
                <a:gdLst>
                  <a:gd name="T0" fmla="*/ 37 w 6"/>
                  <a:gd name="T1" fmla="*/ 0 h 5"/>
                  <a:gd name="T2" fmla="*/ 103 w 6"/>
                  <a:gd name="T3" fmla="*/ 64 h 5"/>
                  <a:gd name="T4" fmla="*/ 103 w 6"/>
                  <a:gd name="T5" fmla="*/ 320 h 5"/>
                  <a:gd name="T6" fmla="*/ 22 w 6"/>
                  <a:gd name="T7" fmla="*/ 256 h 5"/>
                  <a:gd name="T8" fmla="*/ 37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" name="Freeform 1923">
                <a:extLst>
                  <a:ext uri="{FF2B5EF4-FFF2-40B4-BE49-F238E27FC236}">
                    <a16:creationId xmlns:a16="http://schemas.microsoft.com/office/drawing/2014/main" id="{C09529F3-B76D-4C20-ABD3-2ACBB1CC0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569"/>
                <a:ext cx="10" cy="11"/>
              </a:xfrm>
              <a:custGeom>
                <a:avLst/>
                <a:gdLst>
                  <a:gd name="T0" fmla="*/ 22 w 6"/>
                  <a:gd name="T1" fmla="*/ 44 h 6"/>
                  <a:gd name="T2" fmla="*/ 103 w 6"/>
                  <a:gd name="T3" fmla="*/ 81 h 6"/>
                  <a:gd name="T4" fmla="*/ 103 w 6"/>
                  <a:gd name="T5" fmla="*/ 229 h 6"/>
                  <a:gd name="T6" fmla="*/ 22 w 6"/>
                  <a:gd name="T7" fmla="*/ 193 h 6"/>
                  <a:gd name="T8" fmla="*/ 22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5" name="Freeform 1924">
                <a:extLst>
                  <a:ext uri="{FF2B5EF4-FFF2-40B4-BE49-F238E27FC236}">
                    <a16:creationId xmlns:a16="http://schemas.microsoft.com/office/drawing/2014/main" id="{6F1C09BB-D2EE-4189-BC2A-027FAEE09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2763"/>
                <a:ext cx="106" cy="152"/>
              </a:xfrm>
              <a:custGeom>
                <a:avLst/>
                <a:gdLst>
                  <a:gd name="T0" fmla="*/ 791 w 61"/>
                  <a:gd name="T1" fmla="*/ 764 h 82"/>
                  <a:gd name="T2" fmla="*/ 1159 w 61"/>
                  <a:gd name="T3" fmla="*/ 2999 h 82"/>
                  <a:gd name="T4" fmla="*/ 667 w 61"/>
                  <a:gd name="T5" fmla="*/ 3199 h 82"/>
                  <a:gd name="T6" fmla="*/ 1350 w 61"/>
                  <a:gd name="T7" fmla="*/ 3044 h 82"/>
                  <a:gd name="T8" fmla="*/ 1011 w 61"/>
                  <a:gd name="T9" fmla="*/ 849 h 82"/>
                  <a:gd name="T10" fmla="*/ 0 w 61"/>
                  <a:gd name="T11" fmla="*/ 0 h 82"/>
                  <a:gd name="T12" fmla="*/ 791 w 61"/>
                  <a:gd name="T13" fmla="*/ 764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82">
                    <a:moveTo>
                      <a:pt x="29" y="19"/>
                    </a:moveTo>
                    <a:cubicBezTo>
                      <a:pt x="48" y="38"/>
                      <a:pt x="53" y="62"/>
                      <a:pt x="42" y="74"/>
                    </a:cubicBezTo>
                    <a:cubicBezTo>
                      <a:pt x="37" y="78"/>
                      <a:pt x="31" y="80"/>
                      <a:pt x="24" y="79"/>
                    </a:cubicBezTo>
                    <a:cubicBezTo>
                      <a:pt x="34" y="82"/>
                      <a:pt x="44" y="81"/>
                      <a:pt x="49" y="75"/>
                    </a:cubicBezTo>
                    <a:cubicBezTo>
                      <a:pt x="61" y="63"/>
                      <a:pt x="55" y="39"/>
                      <a:pt x="37" y="21"/>
                    </a:cubicBezTo>
                    <a:cubicBezTo>
                      <a:pt x="25" y="9"/>
                      <a:pt x="12" y="1"/>
                      <a:pt x="0" y="0"/>
                    </a:cubicBezTo>
                    <a:cubicBezTo>
                      <a:pt x="10" y="3"/>
                      <a:pt x="20" y="10"/>
                      <a:pt x="29" y="19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" name="Freeform 1925">
                <a:extLst>
                  <a:ext uri="{FF2B5EF4-FFF2-40B4-BE49-F238E27FC236}">
                    <a16:creationId xmlns:a16="http://schemas.microsoft.com/office/drawing/2014/main" id="{762C05E0-5041-4C8D-9E8C-F0C28E8B3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761"/>
                <a:ext cx="97" cy="148"/>
              </a:xfrm>
              <a:custGeom>
                <a:avLst/>
                <a:gdLst>
                  <a:gd name="T0" fmla="*/ 655 w 56"/>
                  <a:gd name="T1" fmla="*/ 2451 h 80"/>
                  <a:gd name="T2" fmla="*/ 1512 w 56"/>
                  <a:gd name="T3" fmla="*/ 3210 h 80"/>
                  <a:gd name="T4" fmla="*/ 857 w 56"/>
                  <a:gd name="T5" fmla="*/ 2368 h 80"/>
                  <a:gd name="T6" fmla="*/ 360 w 56"/>
                  <a:gd name="T7" fmla="*/ 842 h 80"/>
                  <a:gd name="T8" fmla="*/ 729 w 56"/>
                  <a:gd name="T9" fmla="*/ 0 h 80"/>
                  <a:gd name="T10" fmla="*/ 296 w 56"/>
                  <a:gd name="T11" fmla="*/ 194 h 80"/>
                  <a:gd name="T12" fmla="*/ 655 w 56"/>
                  <a:gd name="T13" fmla="*/ 2451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80">
                    <a:moveTo>
                      <a:pt x="24" y="61"/>
                    </a:moveTo>
                    <a:cubicBezTo>
                      <a:pt x="35" y="72"/>
                      <a:pt x="45" y="79"/>
                      <a:pt x="56" y="80"/>
                    </a:cubicBezTo>
                    <a:cubicBezTo>
                      <a:pt x="48" y="76"/>
                      <a:pt x="41" y="69"/>
                      <a:pt x="32" y="59"/>
                    </a:cubicBezTo>
                    <a:cubicBezTo>
                      <a:pt x="21" y="47"/>
                      <a:pt x="14" y="31"/>
                      <a:pt x="13" y="21"/>
                    </a:cubicBezTo>
                    <a:cubicBezTo>
                      <a:pt x="12" y="15"/>
                      <a:pt x="16" y="4"/>
                      <a:pt x="27" y="0"/>
                    </a:cubicBezTo>
                    <a:cubicBezTo>
                      <a:pt x="21" y="0"/>
                      <a:pt x="15" y="1"/>
                      <a:pt x="11" y="5"/>
                    </a:cubicBezTo>
                    <a:cubicBezTo>
                      <a:pt x="0" y="17"/>
                      <a:pt x="5" y="43"/>
                      <a:pt x="24" y="61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" name="Freeform 1926">
                <a:extLst>
                  <a:ext uri="{FF2B5EF4-FFF2-40B4-BE49-F238E27FC236}">
                    <a16:creationId xmlns:a16="http://schemas.microsoft.com/office/drawing/2014/main" id="{DDE9773D-A891-4CE1-A3D4-DFA591DAF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2826"/>
                <a:ext cx="19" cy="20"/>
              </a:xfrm>
              <a:custGeom>
                <a:avLst/>
                <a:gdLst>
                  <a:gd name="T0" fmla="*/ 28 w 11"/>
                  <a:gd name="T1" fmla="*/ 145 h 11"/>
                  <a:gd name="T2" fmla="*/ 185 w 11"/>
                  <a:gd name="T3" fmla="*/ 0 h 11"/>
                  <a:gd name="T4" fmla="*/ 292 w 11"/>
                  <a:gd name="T5" fmla="*/ 215 h 11"/>
                  <a:gd name="T6" fmla="*/ 143 w 11"/>
                  <a:gd name="T7" fmla="*/ 360 h 11"/>
                  <a:gd name="T8" fmla="*/ 28 w 11"/>
                  <a:gd name="T9" fmla="*/ 14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2" y="1"/>
                      <a:pt x="4" y="0"/>
                      <a:pt x="7" y="0"/>
                    </a:cubicBezTo>
                    <a:cubicBezTo>
                      <a:pt x="10" y="1"/>
                      <a:pt x="11" y="4"/>
                      <a:pt x="11" y="6"/>
                    </a:cubicBezTo>
                    <a:cubicBezTo>
                      <a:pt x="10" y="9"/>
                      <a:pt x="7" y="11"/>
                      <a:pt x="5" y="10"/>
                    </a:cubicBezTo>
                    <a:cubicBezTo>
                      <a:pt x="2" y="9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" name="Freeform 1927">
                <a:extLst>
                  <a:ext uri="{FF2B5EF4-FFF2-40B4-BE49-F238E27FC236}">
                    <a16:creationId xmlns:a16="http://schemas.microsoft.com/office/drawing/2014/main" id="{EA6D9005-E110-436E-8004-7FEFB4B14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809"/>
                <a:ext cx="11" cy="11"/>
              </a:xfrm>
              <a:custGeom>
                <a:avLst/>
                <a:gdLst>
                  <a:gd name="T0" fmla="*/ 44 w 6"/>
                  <a:gd name="T1" fmla="*/ 125 h 6"/>
                  <a:gd name="T2" fmla="*/ 149 w 6"/>
                  <a:gd name="T3" fmla="*/ 44 h 6"/>
                  <a:gd name="T4" fmla="*/ 229 w 6"/>
                  <a:gd name="T5" fmla="*/ 149 h 6"/>
                  <a:gd name="T6" fmla="*/ 125 w 6"/>
                  <a:gd name="T7" fmla="*/ 229 h 6"/>
                  <a:gd name="T8" fmla="*/ 44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1" y="5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" name="Freeform 1928">
                <a:extLst>
                  <a:ext uri="{FF2B5EF4-FFF2-40B4-BE49-F238E27FC236}">
                    <a16:creationId xmlns:a16="http://schemas.microsoft.com/office/drawing/2014/main" id="{2ACEC30F-6657-4DF4-933F-BB9E330BD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846"/>
                <a:ext cx="11" cy="11"/>
              </a:xfrm>
              <a:custGeom>
                <a:avLst/>
                <a:gdLst>
                  <a:gd name="T0" fmla="*/ 0 w 6"/>
                  <a:gd name="T1" fmla="*/ 81 h 6"/>
                  <a:gd name="T2" fmla="*/ 125 w 6"/>
                  <a:gd name="T3" fmla="*/ 44 h 6"/>
                  <a:gd name="T4" fmla="*/ 193 w 6"/>
                  <a:gd name="T5" fmla="*/ 149 h 6"/>
                  <a:gd name="T6" fmla="*/ 81 w 6"/>
                  <a:gd name="T7" fmla="*/ 229 h 6"/>
                  <a:gd name="T8" fmla="*/ 0 w 6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2" y="0"/>
                      <a:pt x="3" y="1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0" name="Freeform 1929">
                <a:extLst>
                  <a:ext uri="{FF2B5EF4-FFF2-40B4-BE49-F238E27FC236}">
                    <a16:creationId xmlns:a16="http://schemas.microsoft.com/office/drawing/2014/main" id="{B8BEBC6E-1CC2-4EE3-ABC1-B2E089B79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822"/>
                <a:ext cx="188" cy="127"/>
              </a:xfrm>
              <a:custGeom>
                <a:avLst/>
                <a:gdLst>
                  <a:gd name="T0" fmla="*/ 2975 w 108"/>
                  <a:gd name="T1" fmla="*/ 1315 h 68"/>
                  <a:gd name="T2" fmla="*/ 1452 w 108"/>
                  <a:gd name="T3" fmla="*/ 45 h 68"/>
                  <a:gd name="T4" fmla="*/ 28 w 108"/>
                  <a:gd name="T5" fmla="*/ 1569 h 68"/>
                  <a:gd name="T6" fmla="*/ 1551 w 108"/>
                  <a:gd name="T7" fmla="*/ 2833 h 68"/>
                  <a:gd name="T8" fmla="*/ 2975 w 108"/>
                  <a:gd name="T9" fmla="*/ 1315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68">
                    <a:moveTo>
                      <a:pt x="107" y="31"/>
                    </a:moveTo>
                    <a:cubicBezTo>
                      <a:pt x="106" y="13"/>
                      <a:pt x="82" y="0"/>
                      <a:pt x="52" y="1"/>
                    </a:cubicBezTo>
                    <a:cubicBezTo>
                      <a:pt x="23" y="2"/>
                      <a:pt x="0" y="18"/>
                      <a:pt x="1" y="37"/>
                    </a:cubicBezTo>
                    <a:cubicBezTo>
                      <a:pt x="2" y="55"/>
                      <a:pt x="26" y="68"/>
                      <a:pt x="56" y="67"/>
                    </a:cubicBezTo>
                    <a:cubicBezTo>
                      <a:pt x="85" y="65"/>
                      <a:pt x="108" y="49"/>
                      <a:pt x="107" y="3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1" name="Freeform 1930">
                <a:extLst>
                  <a:ext uri="{FF2B5EF4-FFF2-40B4-BE49-F238E27FC236}">
                    <a16:creationId xmlns:a16="http://schemas.microsoft.com/office/drawing/2014/main" id="{5FE68751-2BC5-41BC-8848-D1936EC6F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945"/>
                <a:ext cx="29" cy="76"/>
              </a:xfrm>
              <a:custGeom>
                <a:avLst/>
                <a:gdLst>
                  <a:gd name="T0" fmla="*/ 99 w 17"/>
                  <a:gd name="T1" fmla="*/ 1618 h 41"/>
                  <a:gd name="T2" fmla="*/ 372 w 17"/>
                  <a:gd name="T3" fmla="*/ 1537 h 41"/>
                  <a:gd name="T4" fmla="*/ 416 w 17"/>
                  <a:gd name="T5" fmla="*/ 0 h 41"/>
                  <a:gd name="T6" fmla="*/ 218 w 17"/>
                  <a:gd name="T7" fmla="*/ 44 h 41"/>
                  <a:gd name="T8" fmla="*/ 0 w 17"/>
                  <a:gd name="T9" fmla="*/ 44 h 41"/>
                  <a:gd name="T10" fmla="*/ 99 w 17"/>
                  <a:gd name="T11" fmla="*/ 161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1">
                    <a:moveTo>
                      <a:pt x="4" y="40"/>
                    </a:moveTo>
                    <a:cubicBezTo>
                      <a:pt x="7" y="39"/>
                      <a:pt x="12" y="40"/>
                      <a:pt x="15" y="38"/>
                    </a:cubicBezTo>
                    <a:cubicBezTo>
                      <a:pt x="16" y="38"/>
                      <a:pt x="17" y="0"/>
                      <a:pt x="17" y="0"/>
                    </a:cubicBezTo>
                    <a:cubicBezTo>
                      <a:pt x="15" y="0"/>
                      <a:pt x="12" y="1"/>
                      <a:pt x="9" y="1"/>
                    </a:cubicBezTo>
                    <a:cubicBezTo>
                      <a:pt x="6" y="1"/>
                      <a:pt x="3" y="1"/>
                      <a:pt x="0" y="1"/>
                    </a:cubicBezTo>
                    <a:cubicBezTo>
                      <a:pt x="0" y="1"/>
                      <a:pt x="3" y="41"/>
                      <a:pt x="4" y="4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2" name="Freeform 1931">
                <a:extLst>
                  <a:ext uri="{FF2B5EF4-FFF2-40B4-BE49-F238E27FC236}">
                    <a16:creationId xmlns:a16="http://schemas.microsoft.com/office/drawing/2014/main" id="{50B8D565-3E8D-4974-A7BD-8DB5288D1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116"/>
                <a:ext cx="190" cy="162"/>
              </a:xfrm>
              <a:custGeom>
                <a:avLst/>
                <a:gdLst>
                  <a:gd name="T0" fmla="*/ 2786 w 109"/>
                  <a:gd name="T1" fmla="*/ 628 h 87"/>
                  <a:gd name="T2" fmla="*/ 1034 w 109"/>
                  <a:gd name="T3" fmla="*/ 628 h 87"/>
                  <a:gd name="T4" fmla="*/ 277 w 109"/>
                  <a:gd name="T5" fmla="*/ 2957 h 87"/>
                  <a:gd name="T6" fmla="*/ 2029 w 109"/>
                  <a:gd name="T7" fmla="*/ 2957 h 87"/>
                  <a:gd name="T8" fmla="*/ 2786 w 109"/>
                  <a:gd name="T9" fmla="*/ 628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87">
                    <a:moveTo>
                      <a:pt x="99" y="15"/>
                    </a:moveTo>
                    <a:cubicBezTo>
                      <a:pt x="90" y="0"/>
                      <a:pt x="62" y="0"/>
                      <a:pt x="37" y="15"/>
                    </a:cubicBezTo>
                    <a:cubicBezTo>
                      <a:pt x="12" y="31"/>
                      <a:pt x="0" y="56"/>
                      <a:pt x="10" y="71"/>
                    </a:cubicBezTo>
                    <a:cubicBezTo>
                      <a:pt x="19" y="87"/>
                      <a:pt x="47" y="87"/>
                      <a:pt x="72" y="71"/>
                    </a:cubicBezTo>
                    <a:cubicBezTo>
                      <a:pt x="97" y="56"/>
                      <a:pt x="109" y="30"/>
                      <a:pt x="99" y="15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3" name="Freeform 1932">
                <a:extLst>
                  <a:ext uri="{FF2B5EF4-FFF2-40B4-BE49-F238E27FC236}">
                    <a16:creationId xmlns:a16="http://schemas.microsoft.com/office/drawing/2014/main" id="{57AAF808-30CF-45CD-85CA-440382E12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239"/>
                <a:ext cx="36" cy="40"/>
              </a:xfrm>
              <a:custGeom>
                <a:avLst/>
                <a:gdLst>
                  <a:gd name="T0" fmla="*/ 312 w 21"/>
                  <a:gd name="T1" fmla="*/ 751 h 22"/>
                  <a:gd name="T2" fmla="*/ 499 w 21"/>
                  <a:gd name="T3" fmla="*/ 493 h 22"/>
                  <a:gd name="T4" fmla="*/ 387 w 21"/>
                  <a:gd name="T5" fmla="*/ 0 h 22"/>
                  <a:gd name="T6" fmla="*/ 206 w 21"/>
                  <a:gd name="T7" fmla="*/ 175 h 22"/>
                  <a:gd name="T8" fmla="*/ 0 w 21"/>
                  <a:gd name="T9" fmla="*/ 318 h 22"/>
                  <a:gd name="T10" fmla="*/ 312 w 21"/>
                  <a:gd name="T11" fmla="*/ 751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12" y="21"/>
                    </a:moveTo>
                    <a:cubicBezTo>
                      <a:pt x="13" y="18"/>
                      <a:pt x="18" y="17"/>
                      <a:pt x="20" y="14"/>
                    </a:cubicBezTo>
                    <a:cubicBezTo>
                      <a:pt x="21" y="13"/>
                      <a:pt x="15" y="0"/>
                      <a:pt x="15" y="0"/>
                    </a:cubicBezTo>
                    <a:cubicBezTo>
                      <a:pt x="13" y="2"/>
                      <a:pt x="11" y="3"/>
                      <a:pt x="8" y="5"/>
                    </a:cubicBezTo>
                    <a:cubicBezTo>
                      <a:pt x="6" y="7"/>
                      <a:pt x="3" y="8"/>
                      <a:pt x="0" y="9"/>
                    </a:cubicBezTo>
                    <a:cubicBezTo>
                      <a:pt x="0" y="9"/>
                      <a:pt x="11" y="22"/>
                      <a:pt x="12" y="2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4" name="Freeform 1933">
                <a:extLst>
                  <a:ext uri="{FF2B5EF4-FFF2-40B4-BE49-F238E27FC236}">
                    <a16:creationId xmlns:a16="http://schemas.microsoft.com/office/drawing/2014/main" id="{1820776A-FE5D-4ACD-8BFB-575AD0A97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129"/>
                <a:ext cx="113" cy="136"/>
              </a:xfrm>
              <a:custGeom>
                <a:avLst/>
                <a:gdLst>
                  <a:gd name="T0" fmla="*/ 1572 w 65"/>
                  <a:gd name="T1" fmla="*/ 419 h 73"/>
                  <a:gd name="T2" fmla="*/ 1003 w 65"/>
                  <a:gd name="T3" fmla="*/ 0 h 73"/>
                  <a:gd name="T4" fmla="*/ 1351 w 65"/>
                  <a:gd name="T5" fmla="*/ 419 h 73"/>
                  <a:gd name="T6" fmla="*/ 641 w 65"/>
                  <a:gd name="T7" fmla="*/ 2599 h 73"/>
                  <a:gd name="T8" fmla="*/ 0 w 65"/>
                  <a:gd name="T9" fmla="*/ 3044 h 73"/>
                  <a:gd name="T10" fmla="*/ 888 w 65"/>
                  <a:gd name="T11" fmla="*/ 2554 h 73"/>
                  <a:gd name="T12" fmla="*/ 1572 w 65"/>
                  <a:gd name="T13" fmla="*/ 419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73">
                    <a:moveTo>
                      <a:pt x="57" y="10"/>
                    </a:moveTo>
                    <a:cubicBezTo>
                      <a:pt x="52" y="4"/>
                      <a:pt x="45" y="0"/>
                      <a:pt x="36" y="0"/>
                    </a:cubicBezTo>
                    <a:cubicBezTo>
                      <a:pt x="42" y="1"/>
                      <a:pt x="46" y="5"/>
                      <a:pt x="49" y="10"/>
                    </a:cubicBezTo>
                    <a:cubicBezTo>
                      <a:pt x="58" y="24"/>
                      <a:pt x="47" y="48"/>
                      <a:pt x="23" y="62"/>
                    </a:cubicBezTo>
                    <a:cubicBezTo>
                      <a:pt x="16" y="67"/>
                      <a:pt x="7" y="71"/>
                      <a:pt x="0" y="73"/>
                    </a:cubicBezTo>
                    <a:cubicBezTo>
                      <a:pt x="9" y="72"/>
                      <a:pt x="22" y="67"/>
                      <a:pt x="32" y="61"/>
                    </a:cubicBezTo>
                    <a:cubicBezTo>
                      <a:pt x="54" y="47"/>
                      <a:pt x="65" y="24"/>
                      <a:pt x="57" y="10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5" name="Freeform 1934">
                <a:extLst>
                  <a:ext uri="{FF2B5EF4-FFF2-40B4-BE49-F238E27FC236}">
                    <a16:creationId xmlns:a16="http://schemas.microsoft.com/office/drawing/2014/main" id="{35C336C7-291A-4359-9855-AEB824AD2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127"/>
                <a:ext cx="118" cy="138"/>
              </a:xfrm>
              <a:custGeom>
                <a:avLst/>
                <a:gdLst>
                  <a:gd name="T0" fmla="*/ 554 w 68"/>
                  <a:gd name="T1" fmla="*/ 2767 h 74"/>
                  <a:gd name="T2" fmla="*/ 1180 w 68"/>
                  <a:gd name="T3" fmla="*/ 474 h 74"/>
                  <a:gd name="T4" fmla="*/ 1777 w 68"/>
                  <a:gd name="T5" fmla="*/ 45 h 74"/>
                  <a:gd name="T6" fmla="*/ 1777 w 68"/>
                  <a:gd name="T7" fmla="*/ 45 h 74"/>
                  <a:gd name="T8" fmla="*/ 1713 w 68"/>
                  <a:gd name="T9" fmla="*/ 45 h 74"/>
                  <a:gd name="T10" fmla="*/ 961 w 68"/>
                  <a:gd name="T11" fmla="*/ 474 h 74"/>
                  <a:gd name="T12" fmla="*/ 257 w 68"/>
                  <a:gd name="T13" fmla="*/ 2685 h 74"/>
                  <a:gd name="T14" fmla="*/ 816 w 68"/>
                  <a:gd name="T15" fmla="*/ 3105 h 74"/>
                  <a:gd name="T16" fmla="*/ 554 w 68"/>
                  <a:gd name="T17" fmla="*/ 2767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74">
                    <a:moveTo>
                      <a:pt x="20" y="66"/>
                    </a:moveTo>
                    <a:cubicBezTo>
                      <a:pt x="11" y="51"/>
                      <a:pt x="20" y="26"/>
                      <a:pt x="43" y="11"/>
                    </a:cubicBezTo>
                    <a:cubicBezTo>
                      <a:pt x="50" y="7"/>
                      <a:pt x="58" y="3"/>
                      <a:pt x="65" y="1"/>
                    </a:cubicBezTo>
                    <a:cubicBezTo>
                      <a:pt x="66" y="1"/>
                      <a:pt x="68" y="0"/>
                      <a:pt x="65" y="1"/>
                    </a:cubicBezTo>
                    <a:cubicBezTo>
                      <a:pt x="64" y="1"/>
                      <a:pt x="64" y="1"/>
                      <a:pt x="63" y="1"/>
                    </a:cubicBezTo>
                    <a:cubicBezTo>
                      <a:pt x="54" y="2"/>
                      <a:pt x="44" y="5"/>
                      <a:pt x="35" y="11"/>
                    </a:cubicBezTo>
                    <a:cubicBezTo>
                      <a:pt x="12" y="26"/>
                      <a:pt x="0" y="49"/>
                      <a:pt x="9" y="64"/>
                    </a:cubicBezTo>
                    <a:cubicBezTo>
                      <a:pt x="13" y="70"/>
                      <a:pt x="21" y="74"/>
                      <a:pt x="30" y="74"/>
                    </a:cubicBezTo>
                    <a:cubicBezTo>
                      <a:pt x="26" y="72"/>
                      <a:pt x="22" y="70"/>
                      <a:pt x="20" y="66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6" name="Freeform 1935">
                <a:extLst>
                  <a:ext uri="{FF2B5EF4-FFF2-40B4-BE49-F238E27FC236}">
                    <a16:creationId xmlns:a16="http://schemas.microsoft.com/office/drawing/2014/main" id="{111C74AB-7CD9-4794-BD8F-2F5218083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192"/>
                <a:ext cx="21" cy="24"/>
              </a:xfrm>
              <a:custGeom>
                <a:avLst/>
                <a:gdLst>
                  <a:gd name="T0" fmla="*/ 0 w 12"/>
                  <a:gd name="T1" fmla="*/ 327 h 13"/>
                  <a:gd name="T2" fmla="*/ 151 w 12"/>
                  <a:gd name="T3" fmla="*/ 44 h 13"/>
                  <a:gd name="T4" fmla="*/ 350 w 12"/>
                  <a:gd name="T5" fmla="*/ 233 h 13"/>
                  <a:gd name="T6" fmla="*/ 200 w 12"/>
                  <a:gd name="T7" fmla="*/ 476 h 13"/>
                  <a:gd name="T8" fmla="*/ 0 w 12"/>
                  <a:gd name="T9" fmla="*/ 32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8"/>
                    </a:moveTo>
                    <a:cubicBezTo>
                      <a:pt x="0" y="5"/>
                      <a:pt x="2" y="2"/>
                      <a:pt x="5" y="1"/>
                    </a:cubicBezTo>
                    <a:cubicBezTo>
                      <a:pt x="8" y="0"/>
                      <a:pt x="11" y="3"/>
                      <a:pt x="12" y="6"/>
                    </a:cubicBezTo>
                    <a:cubicBezTo>
                      <a:pt x="12" y="9"/>
                      <a:pt x="10" y="12"/>
                      <a:pt x="7" y="12"/>
                    </a:cubicBezTo>
                    <a:cubicBezTo>
                      <a:pt x="4" y="13"/>
                      <a:pt x="1" y="11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7" name="Freeform 1936">
                <a:extLst>
                  <a:ext uri="{FF2B5EF4-FFF2-40B4-BE49-F238E27FC236}">
                    <a16:creationId xmlns:a16="http://schemas.microsoft.com/office/drawing/2014/main" id="{AB4BAC21-5529-4B29-929B-154B96066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179"/>
                <a:ext cx="14" cy="15"/>
              </a:xfrm>
              <a:custGeom>
                <a:avLst/>
                <a:gdLst>
                  <a:gd name="T0" fmla="*/ 0 w 8"/>
                  <a:gd name="T1" fmla="*/ 212 h 8"/>
                  <a:gd name="T2" fmla="*/ 86 w 8"/>
                  <a:gd name="T3" fmla="*/ 0 h 8"/>
                  <a:gd name="T4" fmla="*/ 236 w 8"/>
                  <a:gd name="T5" fmla="*/ 137 h 8"/>
                  <a:gd name="T6" fmla="*/ 151 w 8"/>
                  <a:gd name="T7" fmla="*/ 349 h 8"/>
                  <a:gd name="T8" fmla="*/ 0 w 8"/>
                  <a:gd name="T9" fmla="*/ 2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0" y="3"/>
                      <a:pt x="1" y="0"/>
                      <a:pt x="3" y="0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8" name="Freeform 1937">
                <a:extLst>
                  <a:ext uri="{FF2B5EF4-FFF2-40B4-BE49-F238E27FC236}">
                    <a16:creationId xmlns:a16="http://schemas.microsoft.com/office/drawing/2014/main" id="{77E492BD-9AEC-436B-9E13-DAB659EBF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220"/>
                <a:ext cx="10" cy="11"/>
              </a:xfrm>
              <a:custGeom>
                <a:avLst/>
                <a:gdLst>
                  <a:gd name="T0" fmla="*/ 0 w 6"/>
                  <a:gd name="T1" fmla="*/ 125 h 6"/>
                  <a:gd name="T2" fmla="*/ 37 w 6"/>
                  <a:gd name="T3" fmla="*/ 0 h 6"/>
                  <a:gd name="T4" fmla="*/ 103 w 6"/>
                  <a:gd name="T5" fmla="*/ 81 h 6"/>
                  <a:gd name="T6" fmla="*/ 62 w 6"/>
                  <a:gd name="T7" fmla="*/ 193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9" name="Freeform 1938">
                <a:extLst>
                  <a:ext uri="{FF2B5EF4-FFF2-40B4-BE49-F238E27FC236}">
                    <a16:creationId xmlns:a16="http://schemas.microsoft.com/office/drawing/2014/main" id="{59D5BC95-59BB-4C46-9751-E9D371292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246"/>
                <a:ext cx="22" cy="15"/>
              </a:xfrm>
              <a:custGeom>
                <a:avLst/>
                <a:gdLst>
                  <a:gd name="T0" fmla="*/ 0 w 13"/>
                  <a:gd name="T1" fmla="*/ 257 h 8"/>
                  <a:gd name="T2" fmla="*/ 237 w 13"/>
                  <a:gd name="T3" fmla="*/ 0 h 8"/>
                  <a:gd name="T4" fmla="*/ 306 w 13"/>
                  <a:gd name="T5" fmla="*/ 296 h 8"/>
                  <a:gd name="T6" fmla="*/ 203 w 13"/>
                  <a:gd name="T7" fmla="*/ 296 h 8"/>
                  <a:gd name="T8" fmla="*/ 0 w 13"/>
                  <a:gd name="T9" fmla="*/ 25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0" y="6"/>
                    </a:moveTo>
                    <a:cubicBezTo>
                      <a:pt x="3" y="5"/>
                      <a:pt x="9" y="0"/>
                      <a:pt x="10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8"/>
                      <a:pt x="9" y="7"/>
                    </a:cubicBezTo>
                    <a:cubicBezTo>
                      <a:pt x="5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0" name="Freeform 1939">
                <a:extLst>
                  <a:ext uri="{FF2B5EF4-FFF2-40B4-BE49-F238E27FC236}">
                    <a16:creationId xmlns:a16="http://schemas.microsoft.com/office/drawing/2014/main" id="{984C4A06-6253-4BD8-937B-7E188B045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116"/>
                <a:ext cx="190" cy="162"/>
              </a:xfrm>
              <a:custGeom>
                <a:avLst/>
                <a:gdLst>
                  <a:gd name="T0" fmla="*/ 2786 w 109"/>
                  <a:gd name="T1" fmla="*/ 628 h 87"/>
                  <a:gd name="T2" fmla="*/ 1034 w 109"/>
                  <a:gd name="T3" fmla="*/ 628 h 87"/>
                  <a:gd name="T4" fmla="*/ 277 w 109"/>
                  <a:gd name="T5" fmla="*/ 2957 h 87"/>
                  <a:gd name="T6" fmla="*/ 2029 w 109"/>
                  <a:gd name="T7" fmla="*/ 2957 h 87"/>
                  <a:gd name="T8" fmla="*/ 2786 w 109"/>
                  <a:gd name="T9" fmla="*/ 628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87">
                    <a:moveTo>
                      <a:pt x="99" y="15"/>
                    </a:moveTo>
                    <a:cubicBezTo>
                      <a:pt x="90" y="0"/>
                      <a:pt x="62" y="0"/>
                      <a:pt x="37" y="15"/>
                    </a:cubicBezTo>
                    <a:cubicBezTo>
                      <a:pt x="12" y="31"/>
                      <a:pt x="0" y="56"/>
                      <a:pt x="10" y="71"/>
                    </a:cubicBezTo>
                    <a:cubicBezTo>
                      <a:pt x="19" y="87"/>
                      <a:pt x="47" y="87"/>
                      <a:pt x="72" y="71"/>
                    </a:cubicBezTo>
                    <a:cubicBezTo>
                      <a:pt x="97" y="56"/>
                      <a:pt x="109" y="30"/>
                      <a:pt x="99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1" name="Freeform 1940">
                <a:extLst>
                  <a:ext uri="{FF2B5EF4-FFF2-40B4-BE49-F238E27FC236}">
                    <a16:creationId xmlns:a16="http://schemas.microsoft.com/office/drawing/2014/main" id="{33E04AF7-801D-4851-A0A5-0623BFA10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239"/>
                <a:ext cx="36" cy="40"/>
              </a:xfrm>
              <a:custGeom>
                <a:avLst/>
                <a:gdLst>
                  <a:gd name="T0" fmla="*/ 312 w 21"/>
                  <a:gd name="T1" fmla="*/ 751 h 22"/>
                  <a:gd name="T2" fmla="*/ 499 w 21"/>
                  <a:gd name="T3" fmla="*/ 493 h 22"/>
                  <a:gd name="T4" fmla="*/ 387 w 21"/>
                  <a:gd name="T5" fmla="*/ 0 h 22"/>
                  <a:gd name="T6" fmla="*/ 206 w 21"/>
                  <a:gd name="T7" fmla="*/ 175 h 22"/>
                  <a:gd name="T8" fmla="*/ 0 w 21"/>
                  <a:gd name="T9" fmla="*/ 318 h 22"/>
                  <a:gd name="T10" fmla="*/ 312 w 21"/>
                  <a:gd name="T11" fmla="*/ 751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12" y="21"/>
                    </a:moveTo>
                    <a:cubicBezTo>
                      <a:pt x="13" y="18"/>
                      <a:pt x="18" y="17"/>
                      <a:pt x="20" y="14"/>
                    </a:cubicBezTo>
                    <a:cubicBezTo>
                      <a:pt x="21" y="13"/>
                      <a:pt x="15" y="0"/>
                      <a:pt x="15" y="0"/>
                    </a:cubicBezTo>
                    <a:cubicBezTo>
                      <a:pt x="13" y="2"/>
                      <a:pt x="11" y="3"/>
                      <a:pt x="8" y="5"/>
                    </a:cubicBezTo>
                    <a:cubicBezTo>
                      <a:pt x="6" y="7"/>
                      <a:pt x="3" y="8"/>
                      <a:pt x="0" y="9"/>
                    </a:cubicBezTo>
                    <a:cubicBezTo>
                      <a:pt x="0" y="9"/>
                      <a:pt x="11" y="22"/>
                      <a:pt x="12" y="2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2" name="Freeform 1941">
                <a:extLst>
                  <a:ext uri="{FF2B5EF4-FFF2-40B4-BE49-F238E27FC236}">
                    <a16:creationId xmlns:a16="http://schemas.microsoft.com/office/drawing/2014/main" id="{B59FF595-5623-43F2-BD10-A2E281D33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133"/>
                <a:ext cx="167" cy="193"/>
              </a:xfrm>
              <a:custGeom>
                <a:avLst/>
                <a:gdLst>
                  <a:gd name="T0" fmla="*/ 2279 w 96"/>
                  <a:gd name="T1" fmla="*/ 3758 h 104"/>
                  <a:gd name="T2" fmla="*/ 2021 w 96"/>
                  <a:gd name="T3" fmla="*/ 1232 h 104"/>
                  <a:gd name="T4" fmla="*/ 384 w 96"/>
                  <a:gd name="T5" fmla="*/ 442 h 104"/>
                  <a:gd name="T6" fmla="*/ 642 w 96"/>
                  <a:gd name="T7" fmla="*/ 2979 h 104"/>
                  <a:gd name="T8" fmla="*/ 2279 w 96"/>
                  <a:gd name="T9" fmla="*/ 3758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04">
                    <a:moveTo>
                      <a:pt x="82" y="92"/>
                    </a:moveTo>
                    <a:cubicBezTo>
                      <a:pt x="96" y="80"/>
                      <a:pt x="92" y="53"/>
                      <a:pt x="73" y="30"/>
                    </a:cubicBezTo>
                    <a:cubicBezTo>
                      <a:pt x="54" y="8"/>
                      <a:pt x="28" y="0"/>
                      <a:pt x="14" y="11"/>
                    </a:cubicBezTo>
                    <a:cubicBezTo>
                      <a:pt x="0" y="23"/>
                      <a:pt x="4" y="51"/>
                      <a:pt x="23" y="73"/>
                    </a:cubicBezTo>
                    <a:cubicBezTo>
                      <a:pt x="42" y="95"/>
                      <a:pt x="69" y="104"/>
                      <a:pt x="82" y="92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3" name="Freeform 1942">
                <a:extLst>
                  <a:ext uri="{FF2B5EF4-FFF2-40B4-BE49-F238E27FC236}">
                    <a16:creationId xmlns:a16="http://schemas.microsoft.com/office/drawing/2014/main" id="{ECB6FAEE-53E0-4AA1-AA62-CC1C63C9B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255"/>
                <a:ext cx="38" cy="39"/>
              </a:xfrm>
              <a:custGeom>
                <a:avLst/>
                <a:gdLst>
                  <a:gd name="T0" fmla="*/ 28 w 22"/>
                  <a:gd name="T1" fmla="*/ 539 h 21"/>
                  <a:gd name="T2" fmla="*/ 247 w 22"/>
                  <a:gd name="T3" fmla="*/ 821 h 21"/>
                  <a:gd name="T4" fmla="*/ 587 w 22"/>
                  <a:gd name="T5" fmla="*/ 539 h 21"/>
                  <a:gd name="T6" fmla="*/ 427 w 22"/>
                  <a:gd name="T7" fmla="*/ 290 h 21"/>
                  <a:gd name="T8" fmla="*/ 292 w 22"/>
                  <a:gd name="T9" fmla="*/ 0 h 21"/>
                  <a:gd name="T10" fmla="*/ 28 w 22"/>
                  <a:gd name="T11" fmla="*/ 53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1">
                    <a:moveTo>
                      <a:pt x="1" y="13"/>
                    </a:moveTo>
                    <a:cubicBezTo>
                      <a:pt x="4" y="14"/>
                      <a:pt x="6" y="19"/>
                      <a:pt x="9" y="20"/>
                    </a:cubicBezTo>
                    <a:cubicBezTo>
                      <a:pt x="10" y="21"/>
                      <a:pt x="22" y="13"/>
                      <a:pt x="22" y="13"/>
                    </a:cubicBezTo>
                    <a:cubicBezTo>
                      <a:pt x="20" y="11"/>
                      <a:pt x="18" y="9"/>
                      <a:pt x="16" y="7"/>
                    </a:cubicBezTo>
                    <a:cubicBezTo>
                      <a:pt x="14" y="5"/>
                      <a:pt x="12" y="3"/>
                      <a:pt x="11" y="0"/>
                    </a:cubicBezTo>
                    <a:cubicBezTo>
                      <a:pt x="11" y="0"/>
                      <a:pt x="0" y="12"/>
                      <a:pt x="1" y="13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4" name="Freeform 1943">
                <a:extLst>
                  <a:ext uri="{FF2B5EF4-FFF2-40B4-BE49-F238E27FC236}">
                    <a16:creationId xmlns:a16="http://schemas.microsoft.com/office/drawing/2014/main" id="{7726F688-302C-47B9-81ED-310C0A364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212"/>
                <a:ext cx="136" cy="106"/>
              </a:xfrm>
              <a:custGeom>
                <a:avLst/>
                <a:gdLst>
                  <a:gd name="T0" fmla="*/ 1967 w 78"/>
                  <a:gd name="T1" fmla="*/ 1936 h 57"/>
                  <a:gd name="T2" fmla="*/ 2162 w 78"/>
                  <a:gd name="T3" fmla="*/ 1002 h 57"/>
                  <a:gd name="T4" fmla="*/ 1930 w 78"/>
                  <a:gd name="T5" fmla="*/ 1625 h 57"/>
                  <a:gd name="T6" fmla="*/ 385 w 78"/>
                  <a:gd name="T7" fmla="*/ 874 h 57"/>
                  <a:gd name="T8" fmla="*/ 0 w 78"/>
                  <a:gd name="T9" fmla="*/ 0 h 57"/>
                  <a:gd name="T10" fmla="*/ 450 w 78"/>
                  <a:gd name="T11" fmla="*/ 1196 h 57"/>
                  <a:gd name="T12" fmla="*/ 1967 w 78"/>
                  <a:gd name="T13" fmla="*/ 1936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57">
                    <a:moveTo>
                      <a:pt x="70" y="47"/>
                    </a:moveTo>
                    <a:cubicBezTo>
                      <a:pt x="76" y="42"/>
                      <a:pt x="78" y="34"/>
                      <a:pt x="77" y="24"/>
                    </a:cubicBezTo>
                    <a:cubicBezTo>
                      <a:pt x="77" y="31"/>
                      <a:pt x="74" y="35"/>
                      <a:pt x="69" y="39"/>
                    </a:cubicBezTo>
                    <a:cubicBezTo>
                      <a:pt x="56" y="50"/>
                      <a:pt x="31" y="42"/>
                      <a:pt x="14" y="21"/>
                    </a:cubicBezTo>
                    <a:cubicBezTo>
                      <a:pt x="8" y="15"/>
                      <a:pt x="2" y="6"/>
                      <a:pt x="0" y="0"/>
                    </a:cubicBezTo>
                    <a:cubicBezTo>
                      <a:pt x="2" y="9"/>
                      <a:pt x="8" y="20"/>
                      <a:pt x="16" y="29"/>
                    </a:cubicBezTo>
                    <a:cubicBezTo>
                      <a:pt x="33" y="49"/>
                      <a:pt x="57" y="57"/>
                      <a:pt x="70" y="47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5" name="Freeform 1944">
                <a:extLst>
                  <a:ext uri="{FF2B5EF4-FFF2-40B4-BE49-F238E27FC236}">
                    <a16:creationId xmlns:a16="http://schemas.microsoft.com/office/drawing/2014/main" id="{5C7CF6C8-411E-4773-AE5C-DAD970C55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138"/>
                <a:ext cx="137" cy="112"/>
              </a:xfrm>
              <a:custGeom>
                <a:avLst/>
                <a:gdLst>
                  <a:gd name="T0" fmla="*/ 187 w 79"/>
                  <a:gd name="T1" fmla="*/ 885 h 60"/>
                  <a:gd name="T2" fmla="*/ 1736 w 79"/>
                  <a:gd name="T3" fmla="*/ 1568 h 60"/>
                  <a:gd name="T4" fmla="*/ 2117 w 79"/>
                  <a:gd name="T5" fmla="*/ 2408 h 60"/>
                  <a:gd name="T6" fmla="*/ 2117 w 79"/>
                  <a:gd name="T7" fmla="*/ 2408 h 60"/>
                  <a:gd name="T8" fmla="*/ 2117 w 79"/>
                  <a:gd name="T9" fmla="*/ 2328 h 60"/>
                  <a:gd name="T10" fmla="*/ 1712 w 79"/>
                  <a:gd name="T11" fmla="*/ 1230 h 60"/>
                  <a:gd name="T12" fmla="*/ 220 w 79"/>
                  <a:gd name="T13" fmla="*/ 474 h 60"/>
                  <a:gd name="T14" fmla="*/ 0 w 79"/>
                  <a:gd name="T15" fmla="*/ 1411 h 60"/>
                  <a:gd name="T16" fmla="*/ 187 w 79"/>
                  <a:gd name="T17" fmla="*/ 885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60">
                    <a:moveTo>
                      <a:pt x="7" y="21"/>
                    </a:moveTo>
                    <a:cubicBezTo>
                      <a:pt x="20" y="10"/>
                      <a:pt x="47" y="16"/>
                      <a:pt x="64" y="37"/>
                    </a:cubicBezTo>
                    <a:cubicBezTo>
                      <a:pt x="70" y="43"/>
                      <a:pt x="75" y="50"/>
                      <a:pt x="78" y="57"/>
                    </a:cubicBezTo>
                    <a:cubicBezTo>
                      <a:pt x="79" y="58"/>
                      <a:pt x="79" y="60"/>
                      <a:pt x="78" y="57"/>
                    </a:cubicBezTo>
                    <a:cubicBezTo>
                      <a:pt x="78" y="56"/>
                      <a:pt x="78" y="56"/>
                      <a:pt x="78" y="55"/>
                    </a:cubicBezTo>
                    <a:cubicBezTo>
                      <a:pt x="75" y="46"/>
                      <a:pt x="71" y="37"/>
                      <a:pt x="63" y="29"/>
                    </a:cubicBezTo>
                    <a:cubicBezTo>
                      <a:pt x="46" y="8"/>
                      <a:pt x="21" y="0"/>
                      <a:pt x="8" y="11"/>
                    </a:cubicBezTo>
                    <a:cubicBezTo>
                      <a:pt x="2" y="16"/>
                      <a:pt x="0" y="24"/>
                      <a:pt x="0" y="33"/>
                    </a:cubicBezTo>
                    <a:cubicBezTo>
                      <a:pt x="2" y="28"/>
                      <a:pt x="4" y="24"/>
                      <a:pt x="7" y="21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6" name="Freeform 1945">
                <a:extLst>
                  <a:ext uri="{FF2B5EF4-FFF2-40B4-BE49-F238E27FC236}">
                    <a16:creationId xmlns:a16="http://schemas.microsoft.com/office/drawing/2014/main" id="{F7B1655D-3356-47A3-8989-5AAB6BE38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159"/>
                <a:ext cx="22" cy="24"/>
              </a:xfrm>
              <a:custGeom>
                <a:avLst/>
                <a:gdLst>
                  <a:gd name="T0" fmla="*/ 117 w 13"/>
                  <a:gd name="T1" fmla="*/ 44 h 13"/>
                  <a:gd name="T2" fmla="*/ 281 w 13"/>
                  <a:gd name="T3" fmla="*/ 150 h 13"/>
                  <a:gd name="T4" fmla="*/ 203 w 13"/>
                  <a:gd name="T5" fmla="*/ 476 h 13"/>
                  <a:gd name="T6" fmla="*/ 24 w 13"/>
                  <a:gd name="T7" fmla="*/ 327 h 13"/>
                  <a:gd name="T8" fmla="*/ 117 w 13"/>
                  <a:gd name="T9" fmla="*/ 4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5" y="1"/>
                    </a:moveTo>
                    <a:cubicBezTo>
                      <a:pt x="8" y="0"/>
                      <a:pt x="11" y="1"/>
                      <a:pt x="12" y="4"/>
                    </a:cubicBezTo>
                    <a:cubicBezTo>
                      <a:pt x="13" y="8"/>
                      <a:pt x="12" y="11"/>
                      <a:pt x="9" y="12"/>
                    </a:cubicBezTo>
                    <a:cubicBezTo>
                      <a:pt x="6" y="13"/>
                      <a:pt x="2" y="11"/>
                      <a:pt x="1" y="8"/>
                    </a:cubicBezTo>
                    <a:cubicBezTo>
                      <a:pt x="0" y="5"/>
                      <a:pt x="2" y="2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7" name="Freeform 1946">
                <a:extLst>
                  <a:ext uri="{FF2B5EF4-FFF2-40B4-BE49-F238E27FC236}">
                    <a16:creationId xmlns:a16="http://schemas.microsoft.com/office/drawing/2014/main" id="{DF1835D2-077C-4DB8-A654-2A2797468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172"/>
                <a:ext cx="16" cy="16"/>
              </a:xfrm>
              <a:custGeom>
                <a:avLst/>
                <a:gdLst>
                  <a:gd name="T0" fmla="*/ 89 w 9"/>
                  <a:gd name="T1" fmla="*/ 37 h 9"/>
                  <a:gd name="T2" fmla="*/ 247 w 9"/>
                  <a:gd name="T3" fmla="*/ 89 h 9"/>
                  <a:gd name="T4" fmla="*/ 203 w 9"/>
                  <a:gd name="T5" fmla="*/ 281 h 9"/>
                  <a:gd name="T6" fmla="*/ 37 w 9"/>
                  <a:gd name="T7" fmla="*/ 203 h 9"/>
                  <a:gd name="T8" fmla="*/ 89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5" y="0"/>
                      <a:pt x="8" y="1"/>
                      <a:pt x="8" y="3"/>
                    </a:cubicBezTo>
                    <a:cubicBezTo>
                      <a:pt x="9" y="6"/>
                      <a:pt x="8" y="8"/>
                      <a:pt x="6" y="9"/>
                    </a:cubicBezTo>
                    <a:cubicBezTo>
                      <a:pt x="4" y="9"/>
                      <a:pt x="1" y="8"/>
                      <a:pt x="1" y="6"/>
                    </a:cubicBezTo>
                    <a:cubicBezTo>
                      <a:pt x="0" y="4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8" name="Freeform 1947">
                <a:extLst>
                  <a:ext uri="{FF2B5EF4-FFF2-40B4-BE49-F238E27FC236}">
                    <a16:creationId xmlns:a16="http://schemas.microsoft.com/office/drawing/2014/main" id="{4A9E3D43-D3D2-4824-8F52-87418F145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164"/>
                <a:ext cx="11" cy="11"/>
              </a:xfrm>
              <a:custGeom>
                <a:avLst/>
                <a:gdLst>
                  <a:gd name="T0" fmla="*/ 81 w 6"/>
                  <a:gd name="T1" fmla="*/ 0 h 6"/>
                  <a:gd name="T2" fmla="*/ 193 w 6"/>
                  <a:gd name="T3" fmla="*/ 81 h 6"/>
                  <a:gd name="T4" fmla="*/ 149 w 6"/>
                  <a:gd name="T5" fmla="*/ 193 h 6"/>
                  <a:gd name="T6" fmla="*/ 0 w 6"/>
                  <a:gd name="T7" fmla="*/ 125 h 6"/>
                  <a:gd name="T8" fmla="*/ 81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5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9" name="Freeform 1948">
                <a:extLst>
                  <a:ext uri="{FF2B5EF4-FFF2-40B4-BE49-F238E27FC236}">
                    <a16:creationId xmlns:a16="http://schemas.microsoft.com/office/drawing/2014/main" id="{BA2C91ED-ED29-4A07-BAF1-6D027D36B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263"/>
                <a:ext cx="14" cy="24"/>
              </a:xfrm>
              <a:custGeom>
                <a:avLst/>
                <a:gdLst>
                  <a:gd name="T0" fmla="*/ 37 w 8"/>
                  <a:gd name="T1" fmla="*/ 0 h 13"/>
                  <a:gd name="T2" fmla="*/ 236 w 8"/>
                  <a:gd name="T3" fmla="*/ 358 h 13"/>
                  <a:gd name="T4" fmla="*/ 37 w 8"/>
                  <a:gd name="T5" fmla="*/ 511 h 13"/>
                  <a:gd name="T6" fmla="*/ 37 w 8"/>
                  <a:gd name="T7" fmla="*/ 358 h 13"/>
                  <a:gd name="T8" fmla="*/ 37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1" y="0"/>
                    </a:moveTo>
                    <a:cubicBezTo>
                      <a:pt x="3" y="3"/>
                      <a:pt x="7" y="8"/>
                      <a:pt x="8" y="9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0" y="13"/>
                      <a:pt x="1" y="9"/>
                    </a:cubicBezTo>
                    <a:cubicBezTo>
                      <a:pt x="2" y="4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0" name="Freeform 1949">
                <a:extLst>
                  <a:ext uri="{FF2B5EF4-FFF2-40B4-BE49-F238E27FC236}">
                    <a16:creationId xmlns:a16="http://schemas.microsoft.com/office/drawing/2014/main" id="{E9DF2265-87B9-42BB-B8D7-DC6E5D2EE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133"/>
                <a:ext cx="167" cy="193"/>
              </a:xfrm>
              <a:custGeom>
                <a:avLst/>
                <a:gdLst>
                  <a:gd name="T0" fmla="*/ 2279 w 96"/>
                  <a:gd name="T1" fmla="*/ 3758 h 104"/>
                  <a:gd name="T2" fmla="*/ 2021 w 96"/>
                  <a:gd name="T3" fmla="*/ 1232 h 104"/>
                  <a:gd name="T4" fmla="*/ 384 w 96"/>
                  <a:gd name="T5" fmla="*/ 442 h 104"/>
                  <a:gd name="T6" fmla="*/ 642 w 96"/>
                  <a:gd name="T7" fmla="*/ 2979 h 104"/>
                  <a:gd name="T8" fmla="*/ 2279 w 96"/>
                  <a:gd name="T9" fmla="*/ 3758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04">
                    <a:moveTo>
                      <a:pt x="82" y="92"/>
                    </a:moveTo>
                    <a:cubicBezTo>
                      <a:pt x="96" y="80"/>
                      <a:pt x="92" y="53"/>
                      <a:pt x="73" y="30"/>
                    </a:cubicBezTo>
                    <a:cubicBezTo>
                      <a:pt x="54" y="8"/>
                      <a:pt x="28" y="0"/>
                      <a:pt x="14" y="11"/>
                    </a:cubicBezTo>
                    <a:cubicBezTo>
                      <a:pt x="0" y="23"/>
                      <a:pt x="4" y="51"/>
                      <a:pt x="23" y="73"/>
                    </a:cubicBezTo>
                    <a:cubicBezTo>
                      <a:pt x="42" y="95"/>
                      <a:pt x="69" y="104"/>
                      <a:pt x="82" y="9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1" name="Freeform 1950">
                <a:extLst>
                  <a:ext uri="{FF2B5EF4-FFF2-40B4-BE49-F238E27FC236}">
                    <a16:creationId xmlns:a16="http://schemas.microsoft.com/office/drawing/2014/main" id="{AEED63F0-15F4-49A7-902A-C435F9763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255"/>
                <a:ext cx="38" cy="39"/>
              </a:xfrm>
              <a:custGeom>
                <a:avLst/>
                <a:gdLst>
                  <a:gd name="T0" fmla="*/ 28 w 22"/>
                  <a:gd name="T1" fmla="*/ 539 h 21"/>
                  <a:gd name="T2" fmla="*/ 247 w 22"/>
                  <a:gd name="T3" fmla="*/ 821 h 21"/>
                  <a:gd name="T4" fmla="*/ 587 w 22"/>
                  <a:gd name="T5" fmla="*/ 539 h 21"/>
                  <a:gd name="T6" fmla="*/ 427 w 22"/>
                  <a:gd name="T7" fmla="*/ 290 h 21"/>
                  <a:gd name="T8" fmla="*/ 292 w 22"/>
                  <a:gd name="T9" fmla="*/ 0 h 21"/>
                  <a:gd name="T10" fmla="*/ 28 w 22"/>
                  <a:gd name="T11" fmla="*/ 53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1">
                    <a:moveTo>
                      <a:pt x="1" y="13"/>
                    </a:moveTo>
                    <a:cubicBezTo>
                      <a:pt x="4" y="14"/>
                      <a:pt x="6" y="19"/>
                      <a:pt x="9" y="20"/>
                    </a:cubicBezTo>
                    <a:cubicBezTo>
                      <a:pt x="10" y="21"/>
                      <a:pt x="22" y="13"/>
                      <a:pt x="22" y="13"/>
                    </a:cubicBezTo>
                    <a:cubicBezTo>
                      <a:pt x="20" y="11"/>
                      <a:pt x="18" y="9"/>
                      <a:pt x="16" y="7"/>
                    </a:cubicBezTo>
                    <a:cubicBezTo>
                      <a:pt x="14" y="5"/>
                      <a:pt x="12" y="3"/>
                      <a:pt x="11" y="0"/>
                    </a:cubicBezTo>
                    <a:cubicBezTo>
                      <a:pt x="11" y="0"/>
                      <a:pt x="0" y="12"/>
                      <a:pt x="1" y="1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2" name="Freeform 1951">
                <a:extLst>
                  <a:ext uri="{FF2B5EF4-FFF2-40B4-BE49-F238E27FC236}">
                    <a16:creationId xmlns:a16="http://schemas.microsoft.com/office/drawing/2014/main" id="{7726C787-2765-4586-9587-5A4858A54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339"/>
                <a:ext cx="121" cy="201"/>
              </a:xfrm>
              <a:custGeom>
                <a:avLst/>
                <a:gdLst>
                  <a:gd name="T0" fmla="*/ 1105 w 69"/>
                  <a:gd name="T1" fmla="*/ 45 h 108"/>
                  <a:gd name="T2" fmla="*/ 65 w 69"/>
                  <a:gd name="T3" fmla="*/ 2172 h 108"/>
                  <a:gd name="T4" fmla="*/ 901 w 69"/>
                  <a:gd name="T5" fmla="*/ 4441 h 108"/>
                  <a:gd name="T6" fmla="*/ 1938 w 69"/>
                  <a:gd name="T7" fmla="*/ 2328 h 108"/>
                  <a:gd name="T8" fmla="*/ 1105 w 69"/>
                  <a:gd name="T9" fmla="*/ 45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108">
                    <a:moveTo>
                      <a:pt x="38" y="1"/>
                    </a:moveTo>
                    <a:cubicBezTo>
                      <a:pt x="20" y="0"/>
                      <a:pt x="3" y="23"/>
                      <a:pt x="2" y="52"/>
                    </a:cubicBezTo>
                    <a:cubicBezTo>
                      <a:pt x="0" y="81"/>
                      <a:pt x="13" y="106"/>
                      <a:pt x="31" y="107"/>
                    </a:cubicBezTo>
                    <a:cubicBezTo>
                      <a:pt x="49" y="108"/>
                      <a:pt x="65" y="85"/>
                      <a:pt x="67" y="56"/>
                    </a:cubicBezTo>
                    <a:cubicBezTo>
                      <a:pt x="69" y="27"/>
                      <a:pt x="56" y="2"/>
                      <a:pt x="38" y="1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3" name="Freeform 1952">
                <a:extLst>
                  <a:ext uri="{FF2B5EF4-FFF2-40B4-BE49-F238E27FC236}">
                    <a16:creationId xmlns:a16="http://schemas.microsoft.com/office/drawing/2014/main" id="{F1BDC783-049A-42C0-A311-D82A2FF1B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2426"/>
                <a:ext cx="30" cy="34"/>
              </a:xfrm>
              <a:custGeom>
                <a:avLst/>
                <a:gdLst>
                  <a:gd name="T0" fmla="*/ 473 w 17"/>
                  <a:gd name="T1" fmla="*/ 674 h 18"/>
                  <a:gd name="T2" fmla="*/ 473 w 17"/>
                  <a:gd name="T3" fmla="*/ 189 h 18"/>
                  <a:gd name="T4" fmla="*/ 37 w 17"/>
                  <a:gd name="T5" fmla="*/ 0 h 18"/>
                  <a:gd name="T6" fmla="*/ 37 w 17"/>
                  <a:gd name="T7" fmla="*/ 402 h 18"/>
                  <a:gd name="T8" fmla="*/ 0 w 17"/>
                  <a:gd name="T9" fmla="*/ 818 h 18"/>
                  <a:gd name="T10" fmla="*/ 473 w 17"/>
                  <a:gd name="T11" fmla="*/ 674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8">
                    <a:moveTo>
                      <a:pt x="16" y="15"/>
                    </a:moveTo>
                    <a:cubicBezTo>
                      <a:pt x="15" y="12"/>
                      <a:pt x="17" y="7"/>
                      <a:pt x="16" y="4"/>
                    </a:cubicBezTo>
                    <a:cubicBezTo>
                      <a:pt x="15" y="3"/>
                      <a:pt x="1" y="0"/>
                      <a:pt x="1" y="0"/>
                    </a:cubicBezTo>
                    <a:cubicBezTo>
                      <a:pt x="1" y="3"/>
                      <a:pt x="1" y="6"/>
                      <a:pt x="1" y="9"/>
                    </a:cubicBezTo>
                    <a:cubicBezTo>
                      <a:pt x="1" y="12"/>
                      <a:pt x="1" y="15"/>
                      <a:pt x="0" y="18"/>
                    </a:cubicBezTo>
                    <a:cubicBezTo>
                      <a:pt x="0" y="18"/>
                      <a:pt x="17" y="17"/>
                      <a:pt x="16" y="15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4" name="Freeform 1953">
                <a:extLst>
                  <a:ext uri="{FF2B5EF4-FFF2-40B4-BE49-F238E27FC236}">
                    <a16:creationId xmlns:a16="http://schemas.microsoft.com/office/drawing/2014/main" id="{ADCD1FEF-EC31-4F77-A490-ECA9E940D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346"/>
                <a:ext cx="85" cy="155"/>
              </a:xfrm>
              <a:custGeom>
                <a:avLst/>
                <a:gdLst>
                  <a:gd name="T0" fmla="*/ 562 w 49"/>
                  <a:gd name="T1" fmla="*/ 45 h 83"/>
                  <a:gd name="T2" fmla="*/ 0 w 49"/>
                  <a:gd name="T3" fmla="*/ 502 h 83"/>
                  <a:gd name="T4" fmla="*/ 442 w 49"/>
                  <a:gd name="T5" fmla="*/ 254 h 83"/>
                  <a:gd name="T6" fmla="*/ 1195 w 49"/>
                  <a:gd name="T7" fmla="*/ 2456 h 83"/>
                  <a:gd name="T8" fmla="*/ 1072 w 49"/>
                  <a:gd name="T9" fmla="*/ 3515 h 83"/>
                  <a:gd name="T10" fmla="*/ 1306 w 49"/>
                  <a:gd name="T11" fmla="*/ 2155 h 83"/>
                  <a:gd name="T12" fmla="*/ 562 w 49"/>
                  <a:gd name="T13" fmla="*/ 45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83">
                    <a:moveTo>
                      <a:pt x="21" y="1"/>
                    </a:moveTo>
                    <a:cubicBezTo>
                      <a:pt x="13" y="0"/>
                      <a:pt x="6" y="4"/>
                      <a:pt x="0" y="12"/>
                    </a:cubicBezTo>
                    <a:cubicBezTo>
                      <a:pt x="5" y="8"/>
                      <a:pt x="10" y="6"/>
                      <a:pt x="16" y="6"/>
                    </a:cubicBezTo>
                    <a:cubicBezTo>
                      <a:pt x="33" y="7"/>
                      <a:pt x="45" y="31"/>
                      <a:pt x="44" y="58"/>
                    </a:cubicBezTo>
                    <a:cubicBezTo>
                      <a:pt x="43" y="66"/>
                      <a:pt x="42" y="76"/>
                      <a:pt x="39" y="83"/>
                    </a:cubicBezTo>
                    <a:cubicBezTo>
                      <a:pt x="44" y="75"/>
                      <a:pt x="47" y="62"/>
                      <a:pt x="48" y="51"/>
                    </a:cubicBezTo>
                    <a:cubicBezTo>
                      <a:pt x="49" y="24"/>
                      <a:pt x="37" y="2"/>
                      <a:pt x="21" y="1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5" name="Freeform 1954">
                <a:extLst>
                  <a:ext uri="{FF2B5EF4-FFF2-40B4-BE49-F238E27FC236}">
                    <a16:creationId xmlns:a16="http://schemas.microsoft.com/office/drawing/2014/main" id="{72A8A8E4-BA53-4D62-B51B-FBFC7DE67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374"/>
                <a:ext cx="87" cy="158"/>
              </a:xfrm>
              <a:custGeom>
                <a:avLst/>
                <a:gdLst>
                  <a:gd name="T0" fmla="*/ 1018 w 50"/>
                  <a:gd name="T1" fmla="*/ 3223 h 85"/>
                  <a:gd name="T2" fmla="*/ 193 w 50"/>
                  <a:gd name="T3" fmla="*/ 1113 h 85"/>
                  <a:gd name="T4" fmla="*/ 299 w 50"/>
                  <a:gd name="T5" fmla="*/ 128 h 85"/>
                  <a:gd name="T6" fmla="*/ 273 w 50"/>
                  <a:gd name="T7" fmla="*/ 128 h 85"/>
                  <a:gd name="T8" fmla="*/ 273 w 50"/>
                  <a:gd name="T9" fmla="*/ 156 h 85"/>
                  <a:gd name="T10" fmla="*/ 49 w 50"/>
                  <a:gd name="T11" fmla="*/ 1348 h 85"/>
                  <a:gd name="T12" fmla="*/ 797 w 50"/>
                  <a:gd name="T13" fmla="*/ 3508 h 85"/>
                  <a:gd name="T14" fmla="*/ 1387 w 50"/>
                  <a:gd name="T15" fmla="*/ 3071 h 85"/>
                  <a:gd name="T16" fmla="*/ 1018 w 50"/>
                  <a:gd name="T17" fmla="*/ 3223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85">
                    <a:moveTo>
                      <a:pt x="37" y="78"/>
                    </a:moveTo>
                    <a:cubicBezTo>
                      <a:pt x="20" y="76"/>
                      <a:pt x="5" y="54"/>
                      <a:pt x="7" y="27"/>
                    </a:cubicBezTo>
                    <a:cubicBezTo>
                      <a:pt x="7" y="19"/>
                      <a:pt x="8" y="10"/>
                      <a:pt x="11" y="3"/>
                    </a:cubicBezTo>
                    <a:cubicBezTo>
                      <a:pt x="11" y="2"/>
                      <a:pt x="12" y="0"/>
                      <a:pt x="10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5" y="12"/>
                      <a:pt x="2" y="22"/>
                      <a:pt x="2" y="33"/>
                    </a:cubicBezTo>
                    <a:cubicBezTo>
                      <a:pt x="0" y="61"/>
                      <a:pt x="12" y="84"/>
                      <a:pt x="29" y="85"/>
                    </a:cubicBezTo>
                    <a:cubicBezTo>
                      <a:pt x="37" y="85"/>
                      <a:pt x="44" y="81"/>
                      <a:pt x="50" y="74"/>
                    </a:cubicBezTo>
                    <a:cubicBezTo>
                      <a:pt x="46" y="76"/>
                      <a:pt x="42" y="78"/>
                      <a:pt x="37" y="78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6" name="Freeform 1955">
                <a:extLst>
                  <a:ext uri="{FF2B5EF4-FFF2-40B4-BE49-F238E27FC236}">
                    <a16:creationId xmlns:a16="http://schemas.microsoft.com/office/drawing/2014/main" id="{A752F59B-D31E-4365-98FA-811DB1A16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480"/>
                <a:ext cx="23" cy="26"/>
              </a:xfrm>
              <a:custGeom>
                <a:avLst/>
                <a:gdLst>
                  <a:gd name="T0" fmla="*/ 115 w 13"/>
                  <a:gd name="T1" fmla="*/ 487 h 14"/>
                  <a:gd name="T2" fmla="*/ 37 w 13"/>
                  <a:gd name="T3" fmla="*/ 204 h 14"/>
                  <a:gd name="T4" fmla="*/ 276 w 13"/>
                  <a:gd name="T5" fmla="*/ 84 h 14"/>
                  <a:gd name="T6" fmla="*/ 333 w 13"/>
                  <a:gd name="T7" fmla="*/ 418 h 14"/>
                  <a:gd name="T8" fmla="*/ 115 w 13"/>
                  <a:gd name="T9" fmla="*/ 48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4" y="12"/>
                    </a:moveTo>
                    <a:cubicBezTo>
                      <a:pt x="1" y="11"/>
                      <a:pt x="0" y="7"/>
                      <a:pt x="1" y="5"/>
                    </a:cubicBezTo>
                    <a:cubicBezTo>
                      <a:pt x="2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ubicBezTo>
                      <a:pt x="10" y="13"/>
                      <a:pt x="7" y="14"/>
                      <a:pt x="4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7" name="Freeform 1956">
                <a:extLst>
                  <a:ext uri="{FF2B5EF4-FFF2-40B4-BE49-F238E27FC236}">
                    <a16:creationId xmlns:a16="http://schemas.microsoft.com/office/drawing/2014/main" id="{99B5F576-1E22-4AE5-8C96-23C2173E0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463"/>
                <a:ext cx="15" cy="17"/>
              </a:xfrm>
              <a:custGeom>
                <a:avLst/>
                <a:gdLst>
                  <a:gd name="T0" fmla="*/ 62 w 9"/>
                  <a:gd name="T1" fmla="*/ 402 h 9"/>
                  <a:gd name="T2" fmla="*/ 22 w 9"/>
                  <a:gd name="T3" fmla="*/ 144 h 9"/>
                  <a:gd name="T4" fmla="*/ 130 w 9"/>
                  <a:gd name="T5" fmla="*/ 53 h 9"/>
                  <a:gd name="T6" fmla="*/ 172 w 9"/>
                  <a:gd name="T7" fmla="*/ 317 h 9"/>
                  <a:gd name="T8" fmla="*/ 62 w 9"/>
                  <a:gd name="T9" fmla="*/ 40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9"/>
                    </a:moveTo>
                    <a:cubicBezTo>
                      <a:pt x="1" y="8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ubicBezTo>
                      <a:pt x="7" y="9"/>
                      <a:pt x="5" y="9"/>
                      <a:pt x="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8" name="Freeform 1957">
                <a:extLst>
                  <a:ext uri="{FF2B5EF4-FFF2-40B4-BE49-F238E27FC236}">
                    <a16:creationId xmlns:a16="http://schemas.microsoft.com/office/drawing/2014/main" id="{A8D4DF8E-C192-477F-8CF4-68E456670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502"/>
                <a:ext cx="11" cy="12"/>
              </a:xfrm>
              <a:custGeom>
                <a:avLst/>
                <a:gdLst>
                  <a:gd name="T0" fmla="*/ 81 w 6"/>
                  <a:gd name="T1" fmla="*/ 384 h 6"/>
                  <a:gd name="T2" fmla="*/ 0 w 6"/>
                  <a:gd name="T3" fmla="*/ 128 h 6"/>
                  <a:gd name="T4" fmla="*/ 149 w 6"/>
                  <a:gd name="T5" fmla="*/ 64 h 6"/>
                  <a:gd name="T6" fmla="*/ 193 w 6"/>
                  <a:gd name="T7" fmla="*/ 256 h 6"/>
                  <a:gd name="T8" fmla="*/ 81 w 6"/>
                  <a:gd name="T9" fmla="*/ 38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ubicBezTo>
                      <a:pt x="5" y="6"/>
                      <a:pt x="3" y="6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9" name="Freeform 1958">
                <a:extLst>
                  <a:ext uri="{FF2B5EF4-FFF2-40B4-BE49-F238E27FC236}">
                    <a16:creationId xmlns:a16="http://schemas.microsoft.com/office/drawing/2014/main" id="{ABD94049-0F51-48D9-A2BD-78602D84A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432"/>
                <a:ext cx="15" cy="22"/>
              </a:xfrm>
              <a:custGeom>
                <a:avLst/>
                <a:gdLst>
                  <a:gd name="T0" fmla="*/ 0 w 9"/>
                  <a:gd name="T1" fmla="*/ 451 h 12"/>
                  <a:gd name="T2" fmla="*/ 22 w 9"/>
                  <a:gd name="T3" fmla="*/ 0 h 12"/>
                  <a:gd name="T4" fmla="*/ 195 w 9"/>
                  <a:gd name="T5" fmla="*/ 81 h 12"/>
                  <a:gd name="T6" fmla="*/ 130 w 9"/>
                  <a:gd name="T7" fmla="*/ 193 h 12"/>
                  <a:gd name="T8" fmla="*/ 0 w 9"/>
                  <a:gd name="T9" fmla="*/ 45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1" y="8"/>
                      <a:pt x="1" y="1"/>
                      <a:pt x="1" y="0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6" y="5"/>
                    </a:cubicBezTo>
                    <a:cubicBezTo>
                      <a:pt x="2" y="8"/>
                      <a:pt x="0" y="12"/>
                      <a:pt x="0" y="12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0" name="Freeform 1959">
                <a:extLst>
                  <a:ext uri="{FF2B5EF4-FFF2-40B4-BE49-F238E27FC236}">
                    <a16:creationId xmlns:a16="http://schemas.microsoft.com/office/drawing/2014/main" id="{824E8990-3D3C-48C2-AED2-EFF7FB444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339"/>
                <a:ext cx="121" cy="201"/>
              </a:xfrm>
              <a:custGeom>
                <a:avLst/>
                <a:gdLst>
                  <a:gd name="T0" fmla="*/ 1105 w 69"/>
                  <a:gd name="T1" fmla="*/ 45 h 108"/>
                  <a:gd name="T2" fmla="*/ 65 w 69"/>
                  <a:gd name="T3" fmla="*/ 2172 h 108"/>
                  <a:gd name="T4" fmla="*/ 901 w 69"/>
                  <a:gd name="T5" fmla="*/ 4441 h 108"/>
                  <a:gd name="T6" fmla="*/ 1938 w 69"/>
                  <a:gd name="T7" fmla="*/ 2328 h 108"/>
                  <a:gd name="T8" fmla="*/ 1105 w 69"/>
                  <a:gd name="T9" fmla="*/ 45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108">
                    <a:moveTo>
                      <a:pt x="38" y="1"/>
                    </a:moveTo>
                    <a:cubicBezTo>
                      <a:pt x="20" y="0"/>
                      <a:pt x="3" y="23"/>
                      <a:pt x="2" y="52"/>
                    </a:cubicBezTo>
                    <a:cubicBezTo>
                      <a:pt x="0" y="81"/>
                      <a:pt x="13" y="106"/>
                      <a:pt x="31" y="107"/>
                    </a:cubicBezTo>
                    <a:cubicBezTo>
                      <a:pt x="49" y="108"/>
                      <a:pt x="65" y="85"/>
                      <a:pt x="67" y="56"/>
                    </a:cubicBezTo>
                    <a:cubicBezTo>
                      <a:pt x="69" y="27"/>
                      <a:pt x="56" y="2"/>
                      <a:pt x="38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1" name="Freeform 1960">
                <a:extLst>
                  <a:ext uri="{FF2B5EF4-FFF2-40B4-BE49-F238E27FC236}">
                    <a16:creationId xmlns:a16="http://schemas.microsoft.com/office/drawing/2014/main" id="{C12BA14B-666F-436E-BCD8-EC1B78A50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2426"/>
                <a:ext cx="30" cy="34"/>
              </a:xfrm>
              <a:custGeom>
                <a:avLst/>
                <a:gdLst>
                  <a:gd name="T0" fmla="*/ 473 w 17"/>
                  <a:gd name="T1" fmla="*/ 674 h 18"/>
                  <a:gd name="T2" fmla="*/ 473 w 17"/>
                  <a:gd name="T3" fmla="*/ 189 h 18"/>
                  <a:gd name="T4" fmla="*/ 37 w 17"/>
                  <a:gd name="T5" fmla="*/ 0 h 18"/>
                  <a:gd name="T6" fmla="*/ 37 w 17"/>
                  <a:gd name="T7" fmla="*/ 402 h 18"/>
                  <a:gd name="T8" fmla="*/ 0 w 17"/>
                  <a:gd name="T9" fmla="*/ 818 h 18"/>
                  <a:gd name="T10" fmla="*/ 473 w 17"/>
                  <a:gd name="T11" fmla="*/ 674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8">
                    <a:moveTo>
                      <a:pt x="16" y="15"/>
                    </a:moveTo>
                    <a:cubicBezTo>
                      <a:pt x="15" y="12"/>
                      <a:pt x="17" y="7"/>
                      <a:pt x="16" y="4"/>
                    </a:cubicBezTo>
                    <a:cubicBezTo>
                      <a:pt x="15" y="3"/>
                      <a:pt x="1" y="0"/>
                      <a:pt x="1" y="0"/>
                    </a:cubicBezTo>
                    <a:cubicBezTo>
                      <a:pt x="1" y="3"/>
                      <a:pt x="1" y="6"/>
                      <a:pt x="1" y="9"/>
                    </a:cubicBezTo>
                    <a:cubicBezTo>
                      <a:pt x="1" y="12"/>
                      <a:pt x="1" y="15"/>
                      <a:pt x="0" y="18"/>
                    </a:cubicBezTo>
                    <a:cubicBezTo>
                      <a:pt x="0" y="18"/>
                      <a:pt x="17" y="17"/>
                      <a:pt x="16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2" name="Freeform 1961">
                <a:extLst>
                  <a:ext uri="{FF2B5EF4-FFF2-40B4-BE49-F238E27FC236}">
                    <a16:creationId xmlns:a16="http://schemas.microsoft.com/office/drawing/2014/main" id="{7FA6DEC9-D458-44BA-95AA-8D390CE00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489"/>
                <a:ext cx="125" cy="203"/>
              </a:xfrm>
              <a:custGeom>
                <a:avLst/>
                <a:gdLst>
                  <a:gd name="T0" fmla="*/ 1151 w 72"/>
                  <a:gd name="T1" fmla="*/ 4464 h 109"/>
                  <a:gd name="T2" fmla="*/ 85 w 72"/>
                  <a:gd name="T3" fmla="*/ 2417 h 109"/>
                  <a:gd name="T4" fmla="*/ 816 w 72"/>
                  <a:gd name="T5" fmla="*/ 84 h 109"/>
                  <a:gd name="T6" fmla="*/ 1863 w 72"/>
                  <a:gd name="T7" fmla="*/ 2132 h 109"/>
                  <a:gd name="T8" fmla="*/ 1151 w 72"/>
                  <a:gd name="T9" fmla="*/ 4464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09">
                    <a:moveTo>
                      <a:pt x="42" y="107"/>
                    </a:moveTo>
                    <a:cubicBezTo>
                      <a:pt x="24" y="109"/>
                      <a:pt x="6" y="87"/>
                      <a:pt x="3" y="58"/>
                    </a:cubicBezTo>
                    <a:cubicBezTo>
                      <a:pt x="0" y="29"/>
                      <a:pt x="11" y="4"/>
                      <a:pt x="30" y="2"/>
                    </a:cubicBezTo>
                    <a:cubicBezTo>
                      <a:pt x="48" y="0"/>
                      <a:pt x="65" y="22"/>
                      <a:pt x="68" y="51"/>
                    </a:cubicBezTo>
                    <a:cubicBezTo>
                      <a:pt x="72" y="80"/>
                      <a:pt x="60" y="105"/>
                      <a:pt x="42" y="10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3" name="Freeform 1962">
                <a:extLst>
                  <a:ext uri="{FF2B5EF4-FFF2-40B4-BE49-F238E27FC236}">
                    <a16:creationId xmlns:a16="http://schemas.microsoft.com/office/drawing/2014/main" id="{EF4AB27B-0DEE-4045-85F8-2253F18C2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2560"/>
                <a:ext cx="82" cy="41"/>
              </a:xfrm>
              <a:custGeom>
                <a:avLst/>
                <a:gdLst>
                  <a:gd name="T0" fmla="*/ 1321 w 47"/>
                  <a:gd name="T1" fmla="*/ 494 h 22"/>
                  <a:gd name="T2" fmla="*/ 1242 w 47"/>
                  <a:gd name="T3" fmla="*/ 84 h 22"/>
                  <a:gd name="T4" fmla="*/ 0 w 47"/>
                  <a:gd name="T5" fmla="*/ 157 h 22"/>
                  <a:gd name="T6" fmla="*/ 28 w 47"/>
                  <a:gd name="T7" fmla="*/ 546 h 22"/>
                  <a:gd name="T8" fmla="*/ 49 w 47"/>
                  <a:gd name="T9" fmla="*/ 921 h 22"/>
                  <a:gd name="T10" fmla="*/ 1321 w 47"/>
                  <a:gd name="T11" fmla="*/ 494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2">
                    <a:moveTo>
                      <a:pt x="47" y="12"/>
                    </a:moveTo>
                    <a:cubicBezTo>
                      <a:pt x="47" y="9"/>
                      <a:pt x="43" y="5"/>
                      <a:pt x="44" y="2"/>
                    </a:cubicBezTo>
                    <a:cubicBezTo>
                      <a:pt x="44" y="0"/>
                      <a:pt x="0" y="4"/>
                      <a:pt x="0" y="4"/>
                    </a:cubicBezTo>
                    <a:cubicBezTo>
                      <a:pt x="0" y="7"/>
                      <a:pt x="1" y="10"/>
                      <a:pt x="1" y="13"/>
                    </a:cubicBezTo>
                    <a:cubicBezTo>
                      <a:pt x="2" y="16"/>
                      <a:pt x="2" y="19"/>
                      <a:pt x="2" y="22"/>
                    </a:cubicBezTo>
                    <a:cubicBezTo>
                      <a:pt x="2" y="22"/>
                      <a:pt x="47" y="14"/>
                      <a:pt x="47" y="1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4" name="Freeform 1963">
                <a:extLst>
                  <a:ext uri="{FF2B5EF4-FFF2-40B4-BE49-F238E27FC236}">
                    <a16:creationId xmlns:a16="http://schemas.microsoft.com/office/drawing/2014/main" id="{4D0AAB13-4C23-4609-9E3D-180EF067F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891"/>
                <a:ext cx="189" cy="126"/>
              </a:xfrm>
              <a:custGeom>
                <a:avLst/>
                <a:gdLst>
                  <a:gd name="T0" fmla="*/ 3066 w 108"/>
                  <a:gd name="T1" fmla="*/ 1247 h 68"/>
                  <a:gd name="T2" fmla="*/ 1491 w 108"/>
                  <a:gd name="T3" fmla="*/ 44 h 68"/>
                  <a:gd name="T4" fmla="*/ 37 w 108"/>
                  <a:gd name="T5" fmla="*/ 1506 h 68"/>
                  <a:gd name="T6" fmla="*/ 1614 w 108"/>
                  <a:gd name="T7" fmla="*/ 2709 h 68"/>
                  <a:gd name="T8" fmla="*/ 3066 w 108"/>
                  <a:gd name="T9" fmla="*/ 1247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68">
                    <a:moveTo>
                      <a:pt x="107" y="31"/>
                    </a:moveTo>
                    <a:cubicBezTo>
                      <a:pt x="106" y="13"/>
                      <a:pt x="82" y="0"/>
                      <a:pt x="52" y="1"/>
                    </a:cubicBezTo>
                    <a:cubicBezTo>
                      <a:pt x="23" y="3"/>
                      <a:pt x="0" y="18"/>
                      <a:pt x="1" y="37"/>
                    </a:cubicBezTo>
                    <a:cubicBezTo>
                      <a:pt x="2" y="55"/>
                      <a:pt x="26" y="68"/>
                      <a:pt x="56" y="67"/>
                    </a:cubicBezTo>
                    <a:cubicBezTo>
                      <a:pt x="85" y="65"/>
                      <a:pt x="108" y="50"/>
                      <a:pt x="107" y="3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5" name="Freeform 1964">
                <a:extLst>
                  <a:ext uri="{FF2B5EF4-FFF2-40B4-BE49-F238E27FC236}">
                    <a16:creationId xmlns:a16="http://schemas.microsoft.com/office/drawing/2014/main" id="{3D299A2F-1D20-4E41-8E7A-3548E3747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824"/>
                <a:ext cx="31" cy="71"/>
              </a:xfrm>
              <a:custGeom>
                <a:avLst/>
                <a:gdLst>
                  <a:gd name="T0" fmla="*/ 317 w 18"/>
                  <a:gd name="T1" fmla="*/ 45 h 38"/>
                  <a:gd name="T2" fmla="*/ 48 w 18"/>
                  <a:gd name="T3" fmla="*/ 45 h 38"/>
                  <a:gd name="T4" fmla="*/ 28 w 18"/>
                  <a:gd name="T5" fmla="*/ 1624 h 38"/>
                  <a:gd name="T6" fmla="*/ 255 w 18"/>
                  <a:gd name="T7" fmla="*/ 1571 h 38"/>
                  <a:gd name="T8" fmla="*/ 465 w 18"/>
                  <a:gd name="T9" fmla="*/ 1571 h 38"/>
                  <a:gd name="T10" fmla="*/ 317 w 18"/>
                  <a:gd name="T11" fmla="*/ 4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8">
                    <a:moveTo>
                      <a:pt x="12" y="1"/>
                    </a:moveTo>
                    <a:cubicBezTo>
                      <a:pt x="9" y="0"/>
                      <a:pt x="5" y="2"/>
                      <a:pt x="2" y="1"/>
                    </a:cubicBezTo>
                    <a:cubicBezTo>
                      <a:pt x="0" y="1"/>
                      <a:pt x="1" y="38"/>
                      <a:pt x="1" y="38"/>
                    </a:cubicBezTo>
                    <a:cubicBezTo>
                      <a:pt x="4" y="38"/>
                      <a:pt x="7" y="37"/>
                      <a:pt x="10" y="37"/>
                    </a:cubicBezTo>
                    <a:cubicBezTo>
                      <a:pt x="12" y="37"/>
                      <a:pt x="15" y="37"/>
                      <a:pt x="18" y="37"/>
                    </a:cubicBezTo>
                    <a:cubicBezTo>
                      <a:pt x="18" y="37"/>
                      <a:pt x="13" y="2"/>
                      <a:pt x="12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6" name="Freeform 1965">
                <a:extLst>
                  <a:ext uri="{FF2B5EF4-FFF2-40B4-BE49-F238E27FC236}">
                    <a16:creationId xmlns:a16="http://schemas.microsoft.com/office/drawing/2014/main" id="{86E9DCB1-FCB7-477C-B258-8711A843B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194"/>
                <a:ext cx="135" cy="206"/>
              </a:xfrm>
              <a:custGeom>
                <a:avLst/>
                <a:gdLst>
                  <a:gd name="T0" fmla="*/ 725 w 78"/>
                  <a:gd name="T1" fmla="*/ 4378 h 111"/>
                  <a:gd name="T2" fmla="*/ 185 w 78"/>
                  <a:gd name="T3" fmla="*/ 1956 h 111"/>
                  <a:gd name="T4" fmla="*/ 1364 w 78"/>
                  <a:gd name="T5" fmla="*/ 156 h 111"/>
                  <a:gd name="T6" fmla="*/ 1914 w 78"/>
                  <a:gd name="T7" fmla="*/ 2576 h 111"/>
                  <a:gd name="T8" fmla="*/ 725 w 78"/>
                  <a:gd name="T9" fmla="*/ 4378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11">
                    <a:moveTo>
                      <a:pt x="27" y="107"/>
                    </a:moveTo>
                    <a:cubicBezTo>
                      <a:pt x="9" y="103"/>
                      <a:pt x="0" y="76"/>
                      <a:pt x="7" y="48"/>
                    </a:cubicBezTo>
                    <a:cubicBezTo>
                      <a:pt x="14" y="19"/>
                      <a:pt x="33" y="0"/>
                      <a:pt x="51" y="4"/>
                    </a:cubicBezTo>
                    <a:cubicBezTo>
                      <a:pt x="69" y="8"/>
                      <a:pt x="78" y="34"/>
                      <a:pt x="71" y="63"/>
                    </a:cubicBezTo>
                    <a:cubicBezTo>
                      <a:pt x="64" y="91"/>
                      <a:pt x="45" y="111"/>
                      <a:pt x="27" y="10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7" name="Freeform 1966">
                <a:extLst>
                  <a:ext uri="{FF2B5EF4-FFF2-40B4-BE49-F238E27FC236}">
                    <a16:creationId xmlns:a16="http://schemas.microsoft.com/office/drawing/2014/main" id="{2277F725-7155-4D4A-BF19-42BAEED3A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2294"/>
                <a:ext cx="83" cy="49"/>
              </a:xfrm>
              <a:custGeom>
                <a:avLst/>
                <a:gdLst>
                  <a:gd name="T0" fmla="*/ 1288 w 48"/>
                  <a:gd name="T1" fmla="*/ 1125 h 26"/>
                  <a:gd name="T2" fmla="*/ 1288 w 48"/>
                  <a:gd name="T3" fmla="*/ 667 h 26"/>
                  <a:gd name="T4" fmla="*/ 107 w 48"/>
                  <a:gd name="T5" fmla="*/ 0 h 26"/>
                  <a:gd name="T6" fmla="*/ 48 w 48"/>
                  <a:gd name="T7" fmla="*/ 401 h 26"/>
                  <a:gd name="T8" fmla="*/ 0 w 48"/>
                  <a:gd name="T9" fmla="*/ 756 h 26"/>
                  <a:gd name="T10" fmla="*/ 1288 w 48"/>
                  <a:gd name="T11" fmla="*/ 112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6">
                    <a:moveTo>
                      <a:pt x="48" y="25"/>
                    </a:moveTo>
                    <a:cubicBezTo>
                      <a:pt x="48" y="21"/>
                      <a:pt x="48" y="18"/>
                      <a:pt x="48" y="15"/>
                    </a:cubicBezTo>
                    <a:cubicBezTo>
                      <a:pt x="48" y="13"/>
                      <a:pt x="4" y="0"/>
                      <a:pt x="4" y="0"/>
                    </a:cubicBezTo>
                    <a:cubicBezTo>
                      <a:pt x="3" y="3"/>
                      <a:pt x="3" y="6"/>
                      <a:pt x="2" y="9"/>
                    </a:cubicBezTo>
                    <a:cubicBezTo>
                      <a:pt x="1" y="12"/>
                      <a:pt x="1" y="14"/>
                      <a:pt x="0" y="17"/>
                    </a:cubicBezTo>
                    <a:cubicBezTo>
                      <a:pt x="0" y="17"/>
                      <a:pt x="48" y="26"/>
                      <a:pt x="48" y="2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8" name="Freeform 1967">
                <a:extLst>
                  <a:ext uri="{FF2B5EF4-FFF2-40B4-BE49-F238E27FC236}">
                    <a16:creationId xmlns:a16="http://schemas.microsoft.com/office/drawing/2014/main" id="{11E029A6-B84E-41BF-B602-59264B669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744"/>
                <a:ext cx="176" cy="188"/>
              </a:xfrm>
              <a:custGeom>
                <a:avLst/>
                <a:gdLst>
                  <a:gd name="T0" fmla="*/ 2459 w 101"/>
                  <a:gd name="T1" fmla="*/ 3661 h 101"/>
                  <a:gd name="T2" fmla="*/ 756 w 101"/>
                  <a:gd name="T3" fmla="*/ 3084 h 101"/>
                  <a:gd name="T4" fmla="*/ 371 w 101"/>
                  <a:gd name="T5" fmla="*/ 540 h 101"/>
                  <a:gd name="T6" fmla="*/ 2074 w 101"/>
                  <a:gd name="T7" fmla="*/ 1115 h 101"/>
                  <a:gd name="T8" fmla="*/ 2459 w 101"/>
                  <a:gd name="T9" fmla="*/ 3661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88" y="88"/>
                    </a:moveTo>
                    <a:cubicBezTo>
                      <a:pt x="75" y="101"/>
                      <a:pt x="48" y="94"/>
                      <a:pt x="27" y="74"/>
                    </a:cubicBezTo>
                    <a:cubicBezTo>
                      <a:pt x="7" y="53"/>
                      <a:pt x="0" y="26"/>
                      <a:pt x="13" y="13"/>
                    </a:cubicBezTo>
                    <a:cubicBezTo>
                      <a:pt x="26" y="0"/>
                      <a:pt x="53" y="7"/>
                      <a:pt x="74" y="27"/>
                    </a:cubicBezTo>
                    <a:cubicBezTo>
                      <a:pt x="95" y="48"/>
                      <a:pt x="101" y="75"/>
                      <a:pt x="88" y="8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9" name="Freeform 1968">
                <a:extLst>
                  <a:ext uri="{FF2B5EF4-FFF2-40B4-BE49-F238E27FC236}">
                    <a16:creationId xmlns:a16="http://schemas.microsoft.com/office/drawing/2014/main" id="{0FD72D86-C617-41DB-891D-47985506A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2725"/>
                <a:ext cx="79" cy="82"/>
              </a:xfrm>
              <a:custGeom>
                <a:avLst/>
                <a:gdLst>
                  <a:gd name="T0" fmla="*/ 1282 w 45"/>
                  <a:gd name="T1" fmla="*/ 337 h 44"/>
                  <a:gd name="T2" fmla="*/ 1081 w 45"/>
                  <a:gd name="T3" fmla="*/ 84 h 44"/>
                  <a:gd name="T4" fmla="*/ 0 w 45"/>
                  <a:gd name="T5" fmla="*/ 1303 h 44"/>
                  <a:gd name="T6" fmla="*/ 200 w 45"/>
                  <a:gd name="T7" fmla="*/ 1552 h 44"/>
                  <a:gd name="T8" fmla="*/ 379 w 45"/>
                  <a:gd name="T9" fmla="*/ 1845 h 44"/>
                  <a:gd name="T10" fmla="*/ 1282 w 45"/>
                  <a:gd name="T11" fmla="*/ 337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4">
                    <a:moveTo>
                      <a:pt x="44" y="8"/>
                    </a:moveTo>
                    <a:cubicBezTo>
                      <a:pt x="43" y="6"/>
                      <a:pt x="38" y="5"/>
                      <a:pt x="37" y="2"/>
                    </a:cubicBezTo>
                    <a:cubicBezTo>
                      <a:pt x="36" y="0"/>
                      <a:pt x="0" y="31"/>
                      <a:pt x="0" y="31"/>
                    </a:cubicBezTo>
                    <a:cubicBezTo>
                      <a:pt x="3" y="33"/>
                      <a:pt x="5" y="35"/>
                      <a:pt x="7" y="37"/>
                    </a:cubicBezTo>
                    <a:cubicBezTo>
                      <a:pt x="9" y="39"/>
                      <a:pt x="11" y="41"/>
                      <a:pt x="13" y="44"/>
                    </a:cubicBezTo>
                    <a:cubicBezTo>
                      <a:pt x="13" y="44"/>
                      <a:pt x="45" y="10"/>
                      <a:pt x="44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0" name="Freeform 1969">
                <a:extLst>
                  <a:ext uri="{FF2B5EF4-FFF2-40B4-BE49-F238E27FC236}">
                    <a16:creationId xmlns:a16="http://schemas.microsoft.com/office/drawing/2014/main" id="{D9CE7CBD-5B5E-419C-ACDE-D4EBDE31E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577"/>
                <a:ext cx="196" cy="143"/>
              </a:xfrm>
              <a:custGeom>
                <a:avLst/>
                <a:gdLst>
                  <a:gd name="T0" fmla="*/ 3066 w 112"/>
                  <a:gd name="T1" fmla="*/ 2056 h 77"/>
                  <a:gd name="T2" fmla="*/ 1379 w 112"/>
                  <a:gd name="T3" fmla="*/ 2869 h 77"/>
                  <a:gd name="T4" fmla="*/ 114 w 112"/>
                  <a:gd name="T5" fmla="*/ 1055 h 77"/>
                  <a:gd name="T6" fmla="*/ 1813 w 112"/>
                  <a:gd name="T7" fmla="*/ 238 h 77"/>
                  <a:gd name="T8" fmla="*/ 3066 w 112"/>
                  <a:gd name="T9" fmla="*/ 2056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77">
                    <a:moveTo>
                      <a:pt x="107" y="50"/>
                    </a:moveTo>
                    <a:cubicBezTo>
                      <a:pt x="103" y="68"/>
                      <a:pt x="77" y="77"/>
                      <a:pt x="48" y="70"/>
                    </a:cubicBezTo>
                    <a:cubicBezTo>
                      <a:pt x="20" y="64"/>
                      <a:pt x="0" y="44"/>
                      <a:pt x="4" y="26"/>
                    </a:cubicBezTo>
                    <a:cubicBezTo>
                      <a:pt x="8" y="8"/>
                      <a:pt x="35" y="0"/>
                      <a:pt x="63" y="6"/>
                    </a:cubicBezTo>
                    <a:cubicBezTo>
                      <a:pt x="92" y="13"/>
                      <a:pt x="112" y="33"/>
                      <a:pt x="107" y="50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1" name="Freeform 1970">
                <a:extLst>
                  <a:ext uri="{FF2B5EF4-FFF2-40B4-BE49-F238E27FC236}">
                    <a16:creationId xmlns:a16="http://schemas.microsoft.com/office/drawing/2014/main" id="{F686C4EB-5C91-4A9F-A95D-BD5828F71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556"/>
                <a:ext cx="32" cy="37"/>
              </a:xfrm>
              <a:custGeom>
                <a:avLst/>
                <a:gdLst>
                  <a:gd name="T0" fmla="*/ 528 w 18"/>
                  <a:gd name="T1" fmla="*/ 126 h 20"/>
                  <a:gd name="T2" fmla="*/ 208 w 18"/>
                  <a:gd name="T3" fmla="*/ 44 h 20"/>
                  <a:gd name="T4" fmla="*/ 0 w 18"/>
                  <a:gd name="T5" fmla="*/ 657 h 20"/>
                  <a:gd name="T6" fmla="*/ 247 w 18"/>
                  <a:gd name="T7" fmla="*/ 664 h 20"/>
                  <a:gd name="T8" fmla="*/ 528 w 18"/>
                  <a:gd name="T9" fmla="*/ 797 h 20"/>
                  <a:gd name="T10" fmla="*/ 528 w 18"/>
                  <a:gd name="T11" fmla="*/ 126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0">
                    <a:moveTo>
                      <a:pt x="17" y="3"/>
                    </a:moveTo>
                    <a:cubicBezTo>
                      <a:pt x="15" y="1"/>
                      <a:pt x="10" y="1"/>
                      <a:pt x="7" y="1"/>
                    </a:cubicBezTo>
                    <a:cubicBezTo>
                      <a:pt x="6" y="0"/>
                      <a:pt x="0" y="16"/>
                      <a:pt x="0" y="16"/>
                    </a:cubicBezTo>
                    <a:cubicBezTo>
                      <a:pt x="3" y="16"/>
                      <a:pt x="6" y="17"/>
                      <a:pt x="8" y="17"/>
                    </a:cubicBezTo>
                    <a:cubicBezTo>
                      <a:pt x="11" y="18"/>
                      <a:pt x="14" y="19"/>
                      <a:pt x="17" y="20"/>
                    </a:cubicBezTo>
                    <a:cubicBezTo>
                      <a:pt x="17" y="20"/>
                      <a:pt x="18" y="3"/>
                      <a:pt x="17" y="3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2" name="Freeform 1971">
                <a:extLst>
                  <a:ext uri="{FF2B5EF4-FFF2-40B4-BE49-F238E27FC236}">
                    <a16:creationId xmlns:a16="http://schemas.microsoft.com/office/drawing/2014/main" id="{2011A111-C07A-490C-9AAC-C83C5F85F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564"/>
                <a:ext cx="21" cy="24"/>
              </a:xfrm>
              <a:custGeom>
                <a:avLst/>
                <a:gdLst>
                  <a:gd name="T0" fmla="*/ 0 w 12"/>
                  <a:gd name="T1" fmla="*/ 386 h 13"/>
                  <a:gd name="T2" fmla="*/ 350 w 12"/>
                  <a:gd name="T3" fmla="*/ 511 h 13"/>
                  <a:gd name="T4" fmla="*/ 350 w 12"/>
                  <a:gd name="T5" fmla="*/ 0 h 13"/>
                  <a:gd name="T6" fmla="*/ 236 w 12"/>
                  <a:gd name="T7" fmla="*/ 233 h 13"/>
                  <a:gd name="T8" fmla="*/ 0 w 12"/>
                  <a:gd name="T9" fmla="*/ 38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10"/>
                    </a:moveTo>
                    <a:cubicBezTo>
                      <a:pt x="4" y="10"/>
                      <a:pt x="11" y="12"/>
                      <a:pt x="12" y="13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4"/>
                      <a:pt x="8" y="6"/>
                    </a:cubicBezTo>
                    <a:cubicBezTo>
                      <a:pt x="4" y="9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3" name="Freeform 1972">
                <a:extLst>
                  <a:ext uri="{FF2B5EF4-FFF2-40B4-BE49-F238E27FC236}">
                    <a16:creationId xmlns:a16="http://schemas.microsoft.com/office/drawing/2014/main" id="{876A250D-7E26-45CC-8AA4-74375EE22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588"/>
                <a:ext cx="149" cy="111"/>
              </a:xfrm>
              <a:custGeom>
                <a:avLst/>
                <a:gdLst>
                  <a:gd name="T0" fmla="*/ 1013 w 85"/>
                  <a:gd name="T1" fmla="*/ 233 h 60"/>
                  <a:gd name="T2" fmla="*/ 2154 w 85"/>
                  <a:gd name="T3" fmla="*/ 1837 h 60"/>
                  <a:gd name="T4" fmla="*/ 1804 w 85"/>
                  <a:gd name="T5" fmla="*/ 2399 h 60"/>
                  <a:gd name="T6" fmla="*/ 2347 w 85"/>
                  <a:gd name="T7" fmla="*/ 1735 h 60"/>
                  <a:gd name="T8" fmla="*/ 1229 w 85"/>
                  <a:gd name="T9" fmla="*/ 126 h 60"/>
                  <a:gd name="T10" fmla="*/ 0 w 85"/>
                  <a:gd name="T11" fmla="*/ 194 h 60"/>
                  <a:gd name="T12" fmla="*/ 1013 w 85"/>
                  <a:gd name="T13" fmla="*/ 233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60">
                    <a:moveTo>
                      <a:pt x="35" y="6"/>
                    </a:moveTo>
                    <a:cubicBezTo>
                      <a:pt x="60" y="12"/>
                      <a:pt x="78" y="30"/>
                      <a:pt x="74" y="46"/>
                    </a:cubicBezTo>
                    <a:cubicBezTo>
                      <a:pt x="73" y="52"/>
                      <a:pt x="69" y="57"/>
                      <a:pt x="62" y="60"/>
                    </a:cubicBezTo>
                    <a:cubicBezTo>
                      <a:pt x="72" y="57"/>
                      <a:pt x="79" y="51"/>
                      <a:pt x="81" y="43"/>
                    </a:cubicBezTo>
                    <a:cubicBezTo>
                      <a:pt x="85" y="27"/>
                      <a:pt x="68" y="9"/>
                      <a:pt x="42" y="3"/>
                    </a:cubicBezTo>
                    <a:cubicBezTo>
                      <a:pt x="26" y="0"/>
                      <a:pt x="10" y="0"/>
                      <a:pt x="0" y="5"/>
                    </a:cubicBezTo>
                    <a:cubicBezTo>
                      <a:pt x="10" y="2"/>
                      <a:pt x="23" y="3"/>
                      <a:pt x="35" y="6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4" name="Freeform 1973">
                <a:extLst>
                  <a:ext uri="{FF2B5EF4-FFF2-40B4-BE49-F238E27FC236}">
                    <a16:creationId xmlns:a16="http://schemas.microsoft.com/office/drawing/2014/main" id="{46D7245B-73F9-4543-A429-3DF3B0D0C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2601"/>
                <a:ext cx="141" cy="108"/>
              </a:xfrm>
              <a:custGeom>
                <a:avLst/>
                <a:gdLst>
                  <a:gd name="T0" fmla="*/ 1231 w 81"/>
                  <a:gd name="T1" fmla="*/ 2261 h 58"/>
                  <a:gd name="T2" fmla="*/ 2249 w 81"/>
                  <a:gd name="T3" fmla="*/ 2216 h 58"/>
                  <a:gd name="T4" fmla="*/ 1387 w 81"/>
                  <a:gd name="T5" fmla="*/ 1994 h 58"/>
                  <a:gd name="T6" fmla="*/ 369 w 81"/>
                  <a:gd name="T7" fmla="*/ 1071 h 58"/>
                  <a:gd name="T8" fmla="*/ 413 w 81"/>
                  <a:gd name="T9" fmla="*/ 0 h 58"/>
                  <a:gd name="T10" fmla="*/ 111 w 81"/>
                  <a:gd name="T11" fmla="*/ 540 h 58"/>
                  <a:gd name="T12" fmla="*/ 1231 w 81"/>
                  <a:gd name="T13" fmla="*/ 2261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58">
                    <a:moveTo>
                      <a:pt x="44" y="54"/>
                    </a:moveTo>
                    <a:cubicBezTo>
                      <a:pt x="59" y="58"/>
                      <a:pt x="71" y="58"/>
                      <a:pt x="81" y="53"/>
                    </a:cubicBezTo>
                    <a:cubicBezTo>
                      <a:pt x="72" y="54"/>
                      <a:pt x="62" y="51"/>
                      <a:pt x="50" y="48"/>
                    </a:cubicBezTo>
                    <a:cubicBezTo>
                      <a:pt x="34" y="43"/>
                      <a:pt x="20" y="34"/>
                      <a:pt x="13" y="26"/>
                    </a:cubicBezTo>
                    <a:cubicBezTo>
                      <a:pt x="9" y="21"/>
                      <a:pt x="7" y="10"/>
                      <a:pt x="15" y="0"/>
                    </a:cubicBezTo>
                    <a:cubicBezTo>
                      <a:pt x="9" y="3"/>
                      <a:pt x="5" y="7"/>
                      <a:pt x="4" y="13"/>
                    </a:cubicBezTo>
                    <a:cubicBezTo>
                      <a:pt x="0" y="29"/>
                      <a:pt x="18" y="48"/>
                      <a:pt x="44" y="54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5" name="Freeform 1974">
                <a:extLst>
                  <a:ext uri="{FF2B5EF4-FFF2-40B4-BE49-F238E27FC236}">
                    <a16:creationId xmlns:a16="http://schemas.microsoft.com/office/drawing/2014/main" id="{CBDD4F9F-9828-4583-BBF3-D49B48A91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666"/>
                <a:ext cx="21" cy="20"/>
              </a:xfrm>
              <a:custGeom>
                <a:avLst/>
                <a:gdLst>
                  <a:gd name="T0" fmla="*/ 37 w 12"/>
                  <a:gd name="T1" fmla="*/ 264 h 11"/>
                  <a:gd name="T2" fmla="*/ 151 w 12"/>
                  <a:gd name="T3" fmla="*/ 44 h 11"/>
                  <a:gd name="T4" fmla="*/ 313 w 12"/>
                  <a:gd name="T5" fmla="*/ 145 h 11"/>
                  <a:gd name="T6" fmla="*/ 200 w 12"/>
                  <a:gd name="T7" fmla="*/ 360 h 11"/>
                  <a:gd name="T8" fmla="*/ 37 w 12"/>
                  <a:gd name="T9" fmla="*/ 26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" y="7"/>
                    </a:moveTo>
                    <a:cubicBezTo>
                      <a:pt x="0" y="4"/>
                      <a:pt x="2" y="2"/>
                      <a:pt x="5" y="1"/>
                    </a:cubicBezTo>
                    <a:cubicBezTo>
                      <a:pt x="7" y="0"/>
                      <a:pt x="10" y="1"/>
                      <a:pt x="11" y="4"/>
                    </a:cubicBezTo>
                    <a:cubicBezTo>
                      <a:pt x="12" y="7"/>
                      <a:pt x="10" y="9"/>
                      <a:pt x="7" y="10"/>
                    </a:cubicBezTo>
                    <a:cubicBezTo>
                      <a:pt x="5" y="11"/>
                      <a:pt x="2" y="10"/>
                      <a:pt x="1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6" name="Freeform 1975">
                <a:extLst>
                  <a:ext uri="{FF2B5EF4-FFF2-40B4-BE49-F238E27FC236}">
                    <a16:creationId xmlns:a16="http://schemas.microsoft.com/office/drawing/2014/main" id="{E9FAF94D-2582-4EB4-9E5B-5F85F8D1C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657"/>
                <a:ext cx="10" cy="11"/>
              </a:xfrm>
              <a:custGeom>
                <a:avLst/>
                <a:gdLst>
                  <a:gd name="T0" fmla="*/ 22 w 6"/>
                  <a:gd name="T1" fmla="*/ 149 h 6"/>
                  <a:gd name="T2" fmla="*/ 62 w 6"/>
                  <a:gd name="T3" fmla="*/ 44 h 6"/>
                  <a:gd name="T4" fmla="*/ 130 w 6"/>
                  <a:gd name="T5" fmla="*/ 81 h 6"/>
                  <a:gd name="T6" fmla="*/ 92 w 6"/>
                  <a:gd name="T7" fmla="*/ 193 h 6"/>
                  <a:gd name="T8" fmla="*/ 22 w 6"/>
                  <a:gd name="T9" fmla="*/ 1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7" name="Freeform 1976">
                <a:extLst>
                  <a:ext uri="{FF2B5EF4-FFF2-40B4-BE49-F238E27FC236}">
                    <a16:creationId xmlns:a16="http://schemas.microsoft.com/office/drawing/2014/main" id="{E12498A8-8B2C-491A-B602-F9B5C3D6C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677"/>
                <a:ext cx="9" cy="11"/>
              </a:xfrm>
              <a:custGeom>
                <a:avLst/>
                <a:gdLst>
                  <a:gd name="T0" fmla="*/ 0 w 5"/>
                  <a:gd name="T1" fmla="*/ 149 h 6"/>
                  <a:gd name="T2" fmla="*/ 74 w 5"/>
                  <a:gd name="T3" fmla="*/ 44 h 6"/>
                  <a:gd name="T4" fmla="*/ 169 w 5"/>
                  <a:gd name="T5" fmla="*/ 125 h 6"/>
                  <a:gd name="T6" fmla="*/ 94 w 5"/>
                  <a:gd name="T7" fmla="*/ 229 h 6"/>
                  <a:gd name="T8" fmla="*/ 0 w 5"/>
                  <a:gd name="T9" fmla="*/ 1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5" y="4"/>
                      <a:pt x="5" y="5"/>
                      <a:pt x="3" y="6"/>
                    </a:cubicBezTo>
                    <a:cubicBezTo>
                      <a:pt x="2" y="6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8" name="Freeform 1977">
                <a:extLst>
                  <a:ext uri="{FF2B5EF4-FFF2-40B4-BE49-F238E27FC236}">
                    <a16:creationId xmlns:a16="http://schemas.microsoft.com/office/drawing/2014/main" id="{2F496FF9-9BE0-4562-9A04-4FD304F1D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577"/>
                <a:ext cx="196" cy="143"/>
              </a:xfrm>
              <a:custGeom>
                <a:avLst/>
                <a:gdLst>
                  <a:gd name="T0" fmla="*/ 3066 w 112"/>
                  <a:gd name="T1" fmla="*/ 2056 h 77"/>
                  <a:gd name="T2" fmla="*/ 1379 w 112"/>
                  <a:gd name="T3" fmla="*/ 2869 h 77"/>
                  <a:gd name="T4" fmla="*/ 114 w 112"/>
                  <a:gd name="T5" fmla="*/ 1055 h 77"/>
                  <a:gd name="T6" fmla="*/ 1813 w 112"/>
                  <a:gd name="T7" fmla="*/ 238 h 77"/>
                  <a:gd name="T8" fmla="*/ 3066 w 112"/>
                  <a:gd name="T9" fmla="*/ 2056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77">
                    <a:moveTo>
                      <a:pt x="107" y="50"/>
                    </a:moveTo>
                    <a:cubicBezTo>
                      <a:pt x="103" y="68"/>
                      <a:pt x="77" y="77"/>
                      <a:pt x="48" y="70"/>
                    </a:cubicBezTo>
                    <a:cubicBezTo>
                      <a:pt x="20" y="64"/>
                      <a:pt x="0" y="44"/>
                      <a:pt x="4" y="26"/>
                    </a:cubicBezTo>
                    <a:cubicBezTo>
                      <a:pt x="8" y="8"/>
                      <a:pt x="35" y="0"/>
                      <a:pt x="63" y="6"/>
                    </a:cubicBezTo>
                    <a:cubicBezTo>
                      <a:pt x="92" y="13"/>
                      <a:pt x="112" y="33"/>
                      <a:pt x="107" y="5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9" name="Freeform 1978">
                <a:extLst>
                  <a:ext uri="{FF2B5EF4-FFF2-40B4-BE49-F238E27FC236}">
                    <a16:creationId xmlns:a16="http://schemas.microsoft.com/office/drawing/2014/main" id="{5CD351E3-FAE7-4938-BF81-85F53EE79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556"/>
                <a:ext cx="32" cy="37"/>
              </a:xfrm>
              <a:custGeom>
                <a:avLst/>
                <a:gdLst>
                  <a:gd name="T0" fmla="*/ 528 w 18"/>
                  <a:gd name="T1" fmla="*/ 126 h 20"/>
                  <a:gd name="T2" fmla="*/ 208 w 18"/>
                  <a:gd name="T3" fmla="*/ 44 h 20"/>
                  <a:gd name="T4" fmla="*/ 0 w 18"/>
                  <a:gd name="T5" fmla="*/ 657 h 20"/>
                  <a:gd name="T6" fmla="*/ 247 w 18"/>
                  <a:gd name="T7" fmla="*/ 664 h 20"/>
                  <a:gd name="T8" fmla="*/ 528 w 18"/>
                  <a:gd name="T9" fmla="*/ 797 h 20"/>
                  <a:gd name="T10" fmla="*/ 528 w 18"/>
                  <a:gd name="T11" fmla="*/ 126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0">
                    <a:moveTo>
                      <a:pt x="17" y="3"/>
                    </a:moveTo>
                    <a:cubicBezTo>
                      <a:pt x="15" y="1"/>
                      <a:pt x="9" y="0"/>
                      <a:pt x="7" y="1"/>
                    </a:cubicBezTo>
                    <a:cubicBezTo>
                      <a:pt x="6" y="0"/>
                      <a:pt x="0" y="16"/>
                      <a:pt x="0" y="16"/>
                    </a:cubicBezTo>
                    <a:cubicBezTo>
                      <a:pt x="3" y="16"/>
                      <a:pt x="6" y="17"/>
                      <a:pt x="8" y="17"/>
                    </a:cubicBezTo>
                    <a:cubicBezTo>
                      <a:pt x="11" y="18"/>
                      <a:pt x="14" y="19"/>
                      <a:pt x="17" y="20"/>
                    </a:cubicBezTo>
                    <a:cubicBezTo>
                      <a:pt x="17" y="20"/>
                      <a:pt x="18" y="3"/>
                      <a:pt x="17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0" name="Freeform 1979">
                <a:extLst>
                  <a:ext uri="{FF2B5EF4-FFF2-40B4-BE49-F238E27FC236}">
                    <a16:creationId xmlns:a16="http://schemas.microsoft.com/office/drawing/2014/main" id="{9BC379CD-DB69-4E15-99BD-A5658E0D6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939"/>
                <a:ext cx="167" cy="195"/>
              </a:xfrm>
              <a:custGeom>
                <a:avLst/>
                <a:gdLst>
                  <a:gd name="T0" fmla="*/ 384 w 96"/>
                  <a:gd name="T1" fmla="*/ 3818 h 105"/>
                  <a:gd name="T2" fmla="*/ 642 w 96"/>
                  <a:gd name="T3" fmla="*/ 1287 h 105"/>
                  <a:gd name="T4" fmla="*/ 2279 w 96"/>
                  <a:gd name="T5" fmla="*/ 487 h 105"/>
                  <a:gd name="T6" fmla="*/ 2021 w 96"/>
                  <a:gd name="T7" fmla="*/ 3010 h 105"/>
                  <a:gd name="T8" fmla="*/ 384 w 96"/>
                  <a:gd name="T9" fmla="*/ 3818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05">
                    <a:moveTo>
                      <a:pt x="14" y="93"/>
                    </a:moveTo>
                    <a:cubicBezTo>
                      <a:pt x="0" y="82"/>
                      <a:pt x="4" y="54"/>
                      <a:pt x="23" y="31"/>
                    </a:cubicBezTo>
                    <a:cubicBezTo>
                      <a:pt x="41" y="9"/>
                      <a:pt x="68" y="0"/>
                      <a:pt x="82" y="12"/>
                    </a:cubicBezTo>
                    <a:cubicBezTo>
                      <a:pt x="96" y="23"/>
                      <a:pt x="92" y="51"/>
                      <a:pt x="73" y="73"/>
                    </a:cubicBezTo>
                    <a:cubicBezTo>
                      <a:pt x="55" y="96"/>
                      <a:pt x="28" y="105"/>
                      <a:pt x="14" y="9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1" name="Freeform 1980">
                <a:extLst>
                  <a:ext uri="{FF2B5EF4-FFF2-40B4-BE49-F238E27FC236}">
                    <a16:creationId xmlns:a16="http://schemas.microsoft.com/office/drawing/2014/main" id="{3B5CD880-B2E8-4C31-91D6-C0206430D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062"/>
                <a:ext cx="66" cy="72"/>
              </a:xfrm>
              <a:custGeom>
                <a:avLst/>
                <a:gdLst>
                  <a:gd name="T0" fmla="*/ 966 w 38"/>
                  <a:gd name="T1" fmla="*/ 1466 h 39"/>
                  <a:gd name="T2" fmla="*/ 1047 w 38"/>
                  <a:gd name="T3" fmla="*/ 1165 h 39"/>
                  <a:gd name="T4" fmla="*/ 299 w 38"/>
                  <a:gd name="T5" fmla="*/ 0 h 39"/>
                  <a:gd name="T6" fmla="*/ 148 w 38"/>
                  <a:gd name="T7" fmla="*/ 277 h 39"/>
                  <a:gd name="T8" fmla="*/ 0 w 38"/>
                  <a:gd name="T9" fmla="*/ 559 h 39"/>
                  <a:gd name="T10" fmla="*/ 966 w 38"/>
                  <a:gd name="T11" fmla="*/ 1466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9">
                    <a:moveTo>
                      <a:pt x="35" y="37"/>
                    </a:moveTo>
                    <a:cubicBezTo>
                      <a:pt x="36" y="34"/>
                      <a:pt x="37" y="32"/>
                      <a:pt x="38" y="29"/>
                    </a:cubicBezTo>
                    <a:cubicBezTo>
                      <a:pt x="38" y="28"/>
                      <a:pt x="11" y="0"/>
                      <a:pt x="11" y="0"/>
                    </a:cubicBezTo>
                    <a:cubicBezTo>
                      <a:pt x="9" y="3"/>
                      <a:pt x="7" y="5"/>
                      <a:pt x="5" y="7"/>
                    </a:cubicBezTo>
                    <a:cubicBezTo>
                      <a:pt x="4" y="10"/>
                      <a:pt x="2" y="12"/>
                      <a:pt x="0" y="14"/>
                    </a:cubicBezTo>
                    <a:cubicBezTo>
                      <a:pt x="0" y="14"/>
                      <a:pt x="35" y="39"/>
                      <a:pt x="35" y="3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2" name="Freeform 1981">
                <a:extLst>
                  <a:ext uri="{FF2B5EF4-FFF2-40B4-BE49-F238E27FC236}">
                    <a16:creationId xmlns:a16="http://schemas.microsoft.com/office/drawing/2014/main" id="{2DFCFA25-F44F-4FD5-8597-B1085BC6A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489"/>
                <a:ext cx="123" cy="203"/>
              </a:xfrm>
              <a:custGeom>
                <a:avLst/>
                <a:gdLst>
                  <a:gd name="T0" fmla="*/ 1081 w 71"/>
                  <a:gd name="T1" fmla="*/ 84 h 109"/>
                  <a:gd name="T2" fmla="*/ 85 w 71"/>
                  <a:gd name="T3" fmla="*/ 2179 h 109"/>
                  <a:gd name="T4" fmla="*/ 847 w 71"/>
                  <a:gd name="T5" fmla="*/ 4464 h 109"/>
                  <a:gd name="T6" fmla="*/ 1836 w 71"/>
                  <a:gd name="T7" fmla="*/ 2417 h 109"/>
                  <a:gd name="T8" fmla="*/ 1081 w 71"/>
                  <a:gd name="T9" fmla="*/ 84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09">
                    <a:moveTo>
                      <a:pt x="40" y="2"/>
                    </a:moveTo>
                    <a:cubicBezTo>
                      <a:pt x="22" y="0"/>
                      <a:pt x="5" y="23"/>
                      <a:pt x="3" y="52"/>
                    </a:cubicBezTo>
                    <a:cubicBezTo>
                      <a:pt x="0" y="81"/>
                      <a:pt x="13" y="106"/>
                      <a:pt x="31" y="107"/>
                    </a:cubicBezTo>
                    <a:cubicBezTo>
                      <a:pt x="49" y="109"/>
                      <a:pt x="66" y="87"/>
                      <a:pt x="68" y="58"/>
                    </a:cubicBezTo>
                    <a:cubicBezTo>
                      <a:pt x="71" y="28"/>
                      <a:pt x="58" y="4"/>
                      <a:pt x="40" y="2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3" name="Freeform 1982">
                <a:extLst>
                  <a:ext uri="{FF2B5EF4-FFF2-40B4-BE49-F238E27FC236}">
                    <a16:creationId xmlns:a16="http://schemas.microsoft.com/office/drawing/2014/main" id="{89D947CC-63B9-4AE6-A681-5A80B6CE7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547"/>
                <a:ext cx="81" cy="54"/>
              </a:xfrm>
              <a:custGeom>
                <a:avLst/>
                <a:gdLst>
                  <a:gd name="T0" fmla="*/ 0 w 46"/>
                  <a:gd name="T1" fmla="*/ 492 h 29"/>
                  <a:gd name="T2" fmla="*/ 86 w 46"/>
                  <a:gd name="T3" fmla="*/ 45 h 29"/>
                  <a:gd name="T4" fmla="*/ 1377 w 46"/>
                  <a:gd name="T5" fmla="*/ 443 h 29"/>
                  <a:gd name="T6" fmla="*/ 1337 w 46"/>
                  <a:gd name="T7" fmla="*/ 825 h 29"/>
                  <a:gd name="T8" fmla="*/ 1305 w 46"/>
                  <a:gd name="T9" fmla="*/ 1214 h 29"/>
                  <a:gd name="T10" fmla="*/ 0 w 46"/>
                  <a:gd name="T11" fmla="*/ 49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9">
                    <a:moveTo>
                      <a:pt x="0" y="12"/>
                    </a:moveTo>
                    <a:cubicBezTo>
                      <a:pt x="0" y="9"/>
                      <a:pt x="3" y="4"/>
                      <a:pt x="3" y="1"/>
                    </a:cubicBezTo>
                    <a:cubicBezTo>
                      <a:pt x="2" y="0"/>
                      <a:pt x="46" y="11"/>
                      <a:pt x="46" y="11"/>
                    </a:cubicBezTo>
                    <a:cubicBezTo>
                      <a:pt x="46" y="14"/>
                      <a:pt x="45" y="17"/>
                      <a:pt x="45" y="20"/>
                    </a:cubicBezTo>
                    <a:cubicBezTo>
                      <a:pt x="45" y="23"/>
                      <a:pt x="44" y="26"/>
                      <a:pt x="44" y="29"/>
                    </a:cubicBezTo>
                    <a:cubicBezTo>
                      <a:pt x="44" y="29"/>
                      <a:pt x="1" y="14"/>
                      <a:pt x="0" y="12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4" name="Freeform 1983">
                <a:extLst>
                  <a:ext uri="{FF2B5EF4-FFF2-40B4-BE49-F238E27FC236}">
                    <a16:creationId xmlns:a16="http://schemas.microsoft.com/office/drawing/2014/main" id="{4A6D47A8-9D36-45A7-A53E-E63B6FED3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194"/>
                <a:ext cx="136" cy="206"/>
              </a:xfrm>
              <a:custGeom>
                <a:avLst/>
                <a:gdLst>
                  <a:gd name="T0" fmla="*/ 757 w 78"/>
                  <a:gd name="T1" fmla="*/ 156 h 111"/>
                  <a:gd name="T2" fmla="*/ 197 w 78"/>
                  <a:gd name="T3" fmla="*/ 2576 h 111"/>
                  <a:gd name="T4" fmla="*/ 1431 w 78"/>
                  <a:gd name="T5" fmla="*/ 4378 h 111"/>
                  <a:gd name="T6" fmla="*/ 1998 w 78"/>
                  <a:gd name="T7" fmla="*/ 1956 h 111"/>
                  <a:gd name="T8" fmla="*/ 757 w 78"/>
                  <a:gd name="T9" fmla="*/ 156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11">
                    <a:moveTo>
                      <a:pt x="27" y="4"/>
                    </a:moveTo>
                    <a:cubicBezTo>
                      <a:pt x="9" y="8"/>
                      <a:pt x="0" y="34"/>
                      <a:pt x="7" y="63"/>
                    </a:cubicBezTo>
                    <a:cubicBezTo>
                      <a:pt x="14" y="91"/>
                      <a:pt x="33" y="111"/>
                      <a:pt x="51" y="107"/>
                    </a:cubicBezTo>
                    <a:cubicBezTo>
                      <a:pt x="69" y="103"/>
                      <a:pt x="78" y="76"/>
                      <a:pt x="71" y="48"/>
                    </a:cubicBezTo>
                    <a:cubicBezTo>
                      <a:pt x="64" y="19"/>
                      <a:pt x="45" y="0"/>
                      <a:pt x="27" y="4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5" name="Freeform 1984">
                <a:extLst>
                  <a:ext uri="{FF2B5EF4-FFF2-40B4-BE49-F238E27FC236}">
                    <a16:creationId xmlns:a16="http://schemas.microsoft.com/office/drawing/2014/main" id="{426D513C-E06C-413B-9D38-151FB5B39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294"/>
                <a:ext cx="91" cy="49"/>
              </a:xfrm>
              <a:custGeom>
                <a:avLst/>
                <a:gdLst>
                  <a:gd name="T0" fmla="*/ 0 w 52"/>
                  <a:gd name="T1" fmla="*/ 1125 h 26"/>
                  <a:gd name="T2" fmla="*/ 0 w 52"/>
                  <a:gd name="T3" fmla="*/ 667 h 26"/>
                  <a:gd name="T4" fmla="*/ 1379 w 52"/>
                  <a:gd name="T5" fmla="*/ 0 h 26"/>
                  <a:gd name="T6" fmla="*/ 1449 w 52"/>
                  <a:gd name="T7" fmla="*/ 401 h 26"/>
                  <a:gd name="T8" fmla="*/ 1491 w 52"/>
                  <a:gd name="T9" fmla="*/ 756 h 26"/>
                  <a:gd name="T10" fmla="*/ 0 w 52"/>
                  <a:gd name="T11" fmla="*/ 112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26">
                    <a:moveTo>
                      <a:pt x="0" y="25"/>
                    </a:moveTo>
                    <a:cubicBezTo>
                      <a:pt x="0" y="22"/>
                      <a:pt x="0" y="18"/>
                      <a:pt x="0" y="15"/>
                    </a:cubicBezTo>
                    <a:cubicBezTo>
                      <a:pt x="0" y="14"/>
                      <a:pt x="48" y="0"/>
                      <a:pt x="48" y="0"/>
                    </a:cubicBezTo>
                    <a:cubicBezTo>
                      <a:pt x="49" y="3"/>
                      <a:pt x="49" y="6"/>
                      <a:pt x="50" y="9"/>
                    </a:cubicBezTo>
                    <a:cubicBezTo>
                      <a:pt x="51" y="12"/>
                      <a:pt x="51" y="14"/>
                      <a:pt x="52" y="17"/>
                    </a:cubicBezTo>
                    <a:cubicBezTo>
                      <a:pt x="52" y="17"/>
                      <a:pt x="0" y="26"/>
                      <a:pt x="0" y="25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6" name="Freeform 1985">
                <a:extLst>
                  <a:ext uri="{FF2B5EF4-FFF2-40B4-BE49-F238E27FC236}">
                    <a16:creationId xmlns:a16="http://schemas.microsoft.com/office/drawing/2014/main" id="{85738331-4C80-45B2-8B5A-65D6CC4A2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44"/>
                <a:ext cx="176" cy="188"/>
              </a:xfrm>
              <a:custGeom>
                <a:avLst/>
                <a:gdLst>
                  <a:gd name="T0" fmla="*/ 2459 w 101"/>
                  <a:gd name="T1" fmla="*/ 540 h 101"/>
                  <a:gd name="T2" fmla="*/ 756 w 101"/>
                  <a:gd name="T3" fmla="*/ 1115 h 101"/>
                  <a:gd name="T4" fmla="*/ 371 w 101"/>
                  <a:gd name="T5" fmla="*/ 3661 h 101"/>
                  <a:gd name="T6" fmla="*/ 2074 w 101"/>
                  <a:gd name="T7" fmla="*/ 3084 h 101"/>
                  <a:gd name="T8" fmla="*/ 2459 w 101"/>
                  <a:gd name="T9" fmla="*/ 54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88" y="13"/>
                    </a:moveTo>
                    <a:cubicBezTo>
                      <a:pt x="75" y="0"/>
                      <a:pt x="48" y="7"/>
                      <a:pt x="27" y="27"/>
                    </a:cubicBezTo>
                    <a:cubicBezTo>
                      <a:pt x="7" y="48"/>
                      <a:pt x="0" y="75"/>
                      <a:pt x="13" y="88"/>
                    </a:cubicBezTo>
                    <a:cubicBezTo>
                      <a:pt x="26" y="101"/>
                      <a:pt x="53" y="94"/>
                      <a:pt x="74" y="74"/>
                    </a:cubicBezTo>
                    <a:cubicBezTo>
                      <a:pt x="94" y="53"/>
                      <a:pt x="101" y="26"/>
                      <a:pt x="88" y="13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7" name="Freeform 1986">
                <a:extLst>
                  <a:ext uri="{FF2B5EF4-FFF2-40B4-BE49-F238E27FC236}">
                    <a16:creationId xmlns:a16="http://schemas.microsoft.com/office/drawing/2014/main" id="{D5CC3E36-CC49-4E5D-A48E-54A961707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720"/>
                <a:ext cx="75" cy="87"/>
              </a:xfrm>
              <a:custGeom>
                <a:avLst/>
                <a:gdLst>
                  <a:gd name="T0" fmla="*/ 0 w 43"/>
                  <a:gd name="T1" fmla="*/ 431 h 47"/>
                  <a:gd name="T2" fmla="*/ 159 w 43"/>
                  <a:gd name="T3" fmla="*/ 81 h 47"/>
                  <a:gd name="T4" fmla="*/ 1210 w 43"/>
                  <a:gd name="T5" fmla="*/ 1377 h 47"/>
                  <a:gd name="T6" fmla="*/ 1019 w 43"/>
                  <a:gd name="T7" fmla="*/ 1610 h 47"/>
                  <a:gd name="T8" fmla="*/ 842 w 43"/>
                  <a:gd name="T9" fmla="*/ 1892 h 47"/>
                  <a:gd name="T10" fmla="*/ 0 w 43"/>
                  <a:gd name="T11" fmla="*/ 431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47">
                    <a:moveTo>
                      <a:pt x="0" y="11"/>
                    </a:moveTo>
                    <a:cubicBezTo>
                      <a:pt x="1" y="8"/>
                      <a:pt x="5" y="5"/>
                      <a:pt x="6" y="2"/>
                    </a:cubicBezTo>
                    <a:cubicBezTo>
                      <a:pt x="7" y="0"/>
                      <a:pt x="43" y="34"/>
                      <a:pt x="43" y="34"/>
                    </a:cubicBezTo>
                    <a:cubicBezTo>
                      <a:pt x="41" y="36"/>
                      <a:pt x="38" y="38"/>
                      <a:pt x="36" y="40"/>
                    </a:cubicBezTo>
                    <a:cubicBezTo>
                      <a:pt x="34" y="42"/>
                      <a:pt x="32" y="44"/>
                      <a:pt x="30" y="47"/>
                    </a:cubicBezTo>
                    <a:cubicBezTo>
                      <a:pt x="30" y="47"/>
                      <a:pt x="0" y="12"/>
                      <a:pt x="0" y="1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8" name="Freeform 1987">
                <a:extLst>
                  <a:ext uri="{FF2B5EF4-FFF2-40B4-BE49-F238E27FC236}">
                    <a16:creationId xmlns:a16="http://schemas.microsoft.com/office/drawing/2014/main" id="{C38E33C3-DDB6-4149-948D-D2DD76F74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1930"/>
                <a:ext cx="167" cy="195"/>
              </a:xfrm>
              <a:custGeom>
                <a:avLst/>
                <a:gdLst>
                  <a:gd name="T0" fmla="*/ 384 w 96"/>
                  <a:gd name="T1" fmla="*/ 487 h 105"/>
                  <a:gd name="T2" fmla="*/ 642 w 96"/>
                  <a:gd name="T3" fmla="*/ 3025 h 105"/>
                  <a:gd name="T4" fmla="*/ 2279 w 96"/>
                  <a:gd name="T5" fmla="*/ 3818 h 105"/>
                  <a:gd name="T6" fmla="*/ 2021 w 96"/>
                  <a:gd name="T7" fmla="*/ 1307 h 105"/>
                  <a:gd name="T8" fmla="*/ 384 w 96"/>
                  <a:gd name="T9" fmla="*/ 487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05">
                    <a:moveTo>
                      <a:pt x="14" y="12"/>
                    </a:moveTo>
                    <a:cubicBezTo>
                      <a:pt x="0" y="23"/>
                      <a:pt x="4" y="51"/>
                      <a:pt x="23" y="74"/>
                    </a:cubicBezTo>
                    <a:cubicBezTo>
                      <a:pt x="41" y="96"/>
                      <a:pt x="68" y="105"/>
                      <a:pt x="82" y="93"/>
                    </a:cubicBezTo>
                    <a:cubicBezTo>
                      <a:pt x="96" y="82"/>
                      <a:pt x="92" y="54"/>
                      <a:pt x="73" y="32"/>
                    </a:cubicBezTo>
                    <a:cubicBezTo>
                      <a:pt x="55" y="9"/>
                      <a:pt x="28" y="0"/>
                      <a:pt x="14" y="12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9" name="Freeform 1988">
                <a:extLst>
                  <a:ext uri="{FF2B5EF4-FFF2-40B4-BE49-F238E27FC236}">
                    <a16:creationId xmlns:a16="http://schemas.microsoft.com/office/drawing/2014/main" id="{A1A334A8-95D3-4E1E-BF3F-752CBC246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954"/>
                <a:ext cx="82" cy="156"/>
              </a:xfrm>
              <a:custGeom>
                <a:avLst/>
                <a:gdLst>
                  <a:gd name="T0" fmla="*/ 956 w 47"/>
                  <a:gd name="T1" fmla="*/ 3163 h 84"/>
                  <a:gd name="T2" fmla="*/ 307 w 47"/>
                  <a:gd name="T3" fmla="*/ 3319 h 84"/>
                  <a:gd name="T4" fmla="*/ 757 w 47"/>
                  <a:gd name="T5" fmla="*/ 3118 h 84"/>
                  <a:gd name="T6" fmla="*/ 536 w 47"/>
                  <a:gd name="T7" fmla="*/ 724 h 84"/>
                  <a:gd name="T8" fmla="*/ 0 w 47"/>
                  <a:gd name="T9" fmla="*/ 0 h 84"/>
                  <a:gd name="T10" fmla="*/ 757 w 47"/>
                  <a:gd name="T11" fmla="*/ 858 h 84"/>
                  <a:gd name="T12" fmla="*/ 956 w 47"/>
                  <a:gd name="T13" fmla="*/ 3163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84">
                    <a:moveTo>
                      <a:pt x="34" y="77"/>
                    </a:moveTo>
                    <a:cubicBezTo>
                      <a:pt x="28" y="82"/>
                      <a:pt x="20" y="84"/>
                      <a:pt x="11" y="81"/>
                    </a:cubicBezTo>
                    <a:cubicBezTo>
                      <a:pt x="17" y="81"/>
                      <a:pt x="23" y="79"/>
                      <a:pt x="27" y="76"/>
                    </a:cubicBezTo>
                    <a:cubicBezTo>
                      <a:pt x="40" y="65"/>
                      <a:pt x="37" y="39"/>
                      <a:pt x="19" y="18"/>
                    </a:cubicBezTo>
                    <a:cubicBezTo>
                      <a:pt x="14" y="11"/>
                      <a:pt x="6" y="4"/>
                      <a:pt x="0" y="0"/>
                    </a:cubicBezTo>
                    <a:cubicBezTo>
                      <a:pt x="9" y="4"/>
                      <a:pt x="19" y="12"/>
                      <a:pt x="27" y="21"/>
                    </a:cubicBezTo>
                    <a:cubicBezTo>
                      <a:pt x="43" y="42"/>
                      <a:pt x="47" y="67"/>
                      <a:pt x="34" y="77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0" name="Freeform 1989">
                <a:extLst>
                  <a:ext uri="{FF2B5EF4-FFF2-40B4-BE49-F238E27FC236}">
                    <a16:creationId xmlns:a16="http://schemas.microsoft.com/office/drawing/2014/main" id="{371E28E1-32C2-4AEC-BD29-098934C32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945"/>
                <a:ext cx="85" cy="158"/>
              </a:xfrm>
              <a:custGeom>
                <a:avLst/>
                <a:gdLst>
                  <a:gd name="T0" fmla="*/ 626 w 49"/>
                  <a:gd name="T1" fmla="*/ 335 h 85"/>
                  <a:gd name="T2" fmla="*/ 767 w 49"/>
                  <a:gd name="T3" fmla="*/ 2736 h 85"/>
                  <a:gd name="T4" fmla="*/ 1258 w 49"/>
                  <a:gd name="T5" fmla="*/ 3417 h 85"/>
                  <a:gd name="T6" fmla="*/ 1258 w 49"/>
                  <a:gd name="T7" fmla="*/ 3463 h 85"/>
                  <a:gd name="T8" fmla="*/ 1195 w 49"/>
                  <a:gd name="T9" fmla="*/ 3417 h 85"/>
                  <a:gd name="T10" fmla="*/ 562 w 49"/>
                  <a:gd name="T11" fmla="*/ 2640 h 85"/>
                  <a:gd name="T12" fmla="*/ 361 w 49"/>
                  <a:gd name="T13" fmla="*/ 238 h 85"/>
                  <a:gd name="T14" fmla="*/ 975 w 49"/>
                  <a:gd name="T15" fmla="*/ 128 h 85"/>
                  <a:gd name="T16" fmla="*/ 626 w 49"/>
                  <a:gd name="T17" fmla="*/ 335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85">
                    <a:moveTo>
                      <a:pt x="23" y="8"/>
                    </a:moveTo>
                    <a:cubicBezTo>
                      <a:pt x="10" y="18"/>
                      <a:pt x="11" y="45"/>
                      <a:pt x="28" y="66"/>
                    </a:cubicBezTo>
                    <a:cubicBezTo>
                      <a:pt x="34" y="73"/>
                      <a:pt x="40" y="79"/>
                      <a:pt x="46" y="83"/>
                    </a:cubicBezTo>
                    <a:cubicBezTo>
                      <a:pt x="47" y="84"/>
                      <a:pt x="49" y="85"/>
                      <a:pt x="46" y="84"/>
                    </a:cubicBezTo>
                    <a:cubicBezTo>
                      <a:pt x="45" y="83"/>
                      <a:pt x="45" y="83"/>
                      <a:pt x="44" y="83"/>
                    </a:cubicBezTo>
                    <a:cubicBezTo>
                      <a:pt x="36" y="79"/>
                      <a:pt x="28" y="73"/>
                      <a:pt x="21" y="64"/>
                    </a:cubicBezTo>
                    <a:cubicBezTo>
                      <a:pt x="3" y="43"/>
                      <a:pt x="0" y="17"/>
                      <a:pt x="13" y="6"/>
                    </a:cubicBezTo>
                    <a:cubicBezTo>
                      <a:pt x="19" y="1"/>
                      <a:pt x="27" y="0"/>
                      <a:pt x="36" y="3"/>
                    </a:cubicBezTo>
                    <a:cubicBezTo>
                      <a:pt x="31" y="3"/>
                      <a:pt x="27" y="5"/>
                      <a:pt x="23" y="8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1" name="Freeform 1990">
                <a:extLst>
                  <a:ext uri="{FF2B5EF4-FFF2-40B4-BE49-F238E27FC236}">
                    <a16:creationId xmlns:a16="http://schemas.microsoft.com/office/drawing/2014/main" id="{20B8D827-E051-4A06-A4AB-6988AC2F3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055"/>
                <a:ext cx="74" cy="74"/>
              </a:xfrm>
              <a:custGeom>
                <a:avLst/>
                <a:gdLst>
                  <a:gd name="T0" fmla="*/ 77 w 43"/>
                  <a:gd name="T1" fmla="*/ 1558 h 40"/>
                  <a:gd name="T2" fmla="*/ 0 w 43"/>
                  <a:gd name="T3" fmla="*/ 1228 h 40"/>
                  <a:gd name="T4" fmla="*/ 833 w 43"/>
                  <a:gd name="T5" fmla="*/ 0 h 40"/>
                  <a:gd name="T6" fmla="*/ 962 w 43"/>
                  <a:gd name="T7" fmla="*/ 278 h 40"/>
                  <a:gd name="T8" fmla="*/ 1117 w 43"/>
                  <a:gd name="T9" fmla="*/ 514 h 40"/>
                  <a:gd name="T10" fmla="*/ 77 w 43"/>
                  <a:gd name="T11" fmla="*/ 155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40">
                    <a:moveTo>
                      <a:pt x="3" y="39"/>
                    </a:moveTo>
                    <a:cubicBezTo>
                      <a:pt x="2" y="36"/>
                      <a:pt x="1" y="33"/>
                      <a:pt x="0" y="31"/>
                    </a:cubicBezTo>
                    <a:cubicBezTo>
                      <a:pt x="0" y="29"/>
                      <a:pt x="32" y="0"/>
                      <a:pt x="32" y="0"/>
                    </a:cubicBezTo>
                    <a:cubicBezTo>
                      <a:pt x="33" y="2"/>
                      <a:pt x="35" y="4"/>
                      <a:pt x="37" y="7"/>
                    </a:cubicBezTo>
                    <a:cubicBezTo>
                      <a:pt x="39" y="9"/>
                      <a:pt x="41" y="11"/>
                      <a:pt x="43" y="13"/>
                    </a:cubicBezTo>
                    <a:cubicBezTo>
                      <a:pt x="43" y="13"/>
                      <a:pt x="3" y="40"/>
                      <a:pt x="3" y="39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2" name="Freeform 1991">
                <a:extLst>
                  <a:ext uri="{FF2B5EF4-FFF2-40B4-BE49-F238E27FC236}">
                    <a16:creationId xmlns:a16="http://schemas.microsoft.com/office/drawing/2014/main" id="{D242BE6D-E52A-4857-B000-E334DA129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988"/>
                <a:ext cx="24" cy="26"/>
              </a:xfrm>
              <a:custGeom>
                <a:avLst/>
                <a:gdLst>
                  <a:gd name="T0" fmla="*/ 45 w 14"/>
                  <a:gd name="T1" fmla="*/ 156 h 14"/>
                  <a:gd name="T2" fmla="*/ 106 w 14"/>
                  <a:gd name="T3" fmla="*/ 487 h 14"/>
                  <a:gd name="T4" fmla="*/ 312 w 14"/>
                  <a:gd name="T5" fmla="*/ 418 h 14"/>
                  <a:gd name="T6" fmla="*/ 252 w 14"/>
                  <a:gd name="T7" fmla="*/ 84 h 14"/>
                  <a:gd name="T8" fmla="*/ 45 w 14"/>
                  <a:gd name="T9" fmla="*/ 15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2" y="4"/>
                    </a:moveTo>
                    <a:cubicBezTo>
                      <a:pt x="0" y="7"/>
                      <a:pt x="2" y="11"/>
                      <a:pt x="4" y="12"/>
                    </a:cubicBezTo>
                    <a:cubicBezTo>
                      <a:pt x="7" y="14"/>
                      <a:pt x="11" y="13"/>
                      <a:pt x="12" y="10"/>
                    </a:cubicBezTo>
                    <a:cubicBezTo>
                      <a:pt x="14" y="7"/>
                      <a:pt x="13" y="3"/>
                      <a:pt x="10" y="2"/>
                    </a:cubicBezTo>
                    <a:cubicBezTo>
                      <a:pt x="7" y="0"/>
                      <a:pt x="3" y="1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3" name="Freeform 1992">
                <a:extLst>
                  <a:ext uri="{FF2B5EF4-FFF2-40B4-BE49-F238E27FC236}">
                    <a16:creationId xmlns:a16="http://schemas.microsoft.com/office/drawing/2014/main" id="{3FA336C5-BB05-4A82-BF24-D6E5BB175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014"/>
                <a:ext cx="16" cy="16"/>
              </a:xfrm>
              <a:custGeom>
                <a:avLst/>
                <a:gdLst>
                  <a:gd name="T0" fmla="*/ 37 w 9"/>
                  <a:gd name="T1" fmla="*/ 89 h 9"/>
                  <a:gd name="T2" fmla="*/ 89 w 9"/>
                  <a:gd name="T3" fmla="*/ 247 h 9"/>
                  <a:gd name="T4" fmla="*/ 247 w 9"/>
                  <a:gd name="T5" fmla="*/ 203 h 9"/>
                  <a:gd name="T6" fmla="*/ 203 w 9"/>
                  <a:gd name="T7" fmla="*/ 37 h 9"/>
                  <a:gd name="T8" fmla="*/ 37 w 9"/>
                  <a:gd name="T9" fmla="*/ 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0" y="4"/>
                      <a:pt x="1" y="7"/>
                      <a:pt x="3" y="8"/>
                    </a:cubicBezTo>
                    <a:cubicBezTo>
                      <a:pt x="5" y="9"/>
                      <a:pt x="7" y="8"/>
                      <a:pt x="8" y="6"/>
                    </a:cubicBezTo>
                    <a:cubicBezTo>
                      <a:pt x="9" y="4"/>
                      <a:pt x="8" y="2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4" name="Freeform 1993">
                <a:extLst>
                  <a:ext uri="{FF2B5EF4-FFF2-40B4-BE49-F238E27FC236}">
                    <a16:creationId xmlns:a16="http://schemas.microsoft.com/office/drawing/2014/main" id="{3137DA38-9D66-487D-B78F-22613CB28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975"/>
                <a:ext cx="10" cy="11"/>
              </a:xfrm>
              <a:custGeom>
                <a:avLst/>
                <a:gdLst>
                  <a:gd name="T0" fmla="*/ 22 w 6"/>
                  <a:gd name="T1" fmla="*/ 81 h 6"/>
                  <a:gd name="T2" fmla="*/ 37 w 6"/>
                  <a:gd name="T3" fmla="*/ 193 h 6"/>
                  <a:gd name="T4" fmla="*/ 130 w 6"/>
                  <a:gd name="T5" fmla="*/ 149 h 6"/>
                  <a:gd name="T6" fmla="*/ 103 w 6"/>
                  <a:gd name="T7" fmla="*/ 44 h 6"/>
                  <a:gd name="T8" fmla="*/ 22 w 6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0" y="3"/>
                      <a:pt x="1" y="5"/>
                      <a:pt x="2" y="5"/>
                    </a:cubicBezTo>
                    <a:cubicBezTo>
                      <a:pt x="3" y="6"/>
                      <a:pt x="5" y="5"/>
                      <a:pt x="6" y="4"/>
                    </a:cubicBezTo>
                    <a:cubicBezTo>
                      <a:pt x="6" y="3"/>
                      <a:pt x="6" y="1"/>
                      <a:pt x="5" y="1"/>
                    </a:cubicBezTo>
                    <a:cubicBezTo>
                      <a:pt x="3" y="0"/>
                      <a:pt x="2" y="0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5" name="Freeform 1994">
                <a:extLst>
                  <a:ext uri="{FF2B5EF4-FFF2-40B4-BE49-F238E27FC236}">
                    <a16:creationId xmlns:a16="http://schemas.microsoft.com/office/drawing/2014/main" id="{16936A1A-34A0-4B5D-8E89-F1D19B71F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060"/>
                <a:ext cx="60" cy="50"/>
              </a:xfrm>
              <a:custGeom>
                <a:avLst/>
                <a:gdLst>
                  <a:gd name="T0" fmla="*/ 890 w 35"/>
                  <a:gd name="T1" fmla="*/ 363 h 27"/>
                  <a:gd name="T2" fmla="*/ 679 w 35"/>
                  <a:gd name="T3" fmla="*/ 0 h 27"/>
                  <a:gd name="T4" fmla="*/ 0 w 35"/>
                  <a:gd name="T5" fmla="*/ 1094 h 27"/>
                  <a:gd name="T6" fmla="*/ 663 w 35"/>
                  <a:gd name="T7" fmla="*/ 278 h 27"/>
                  <a:gd name="T8" fmla="*/ 890 w 35"/>
                  <a:gd name="T9" fmla="*/ 3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7">
                    <a:moveTo>
                      <a:pt x="35" y="9"/>
                    </a:moveTo>
                    <a:cubicBezTo>
                      <a:pt x="32" y="7"/>
                      <a:pt x="27" y="1"/>
                      <a:pt x="27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21" y="7"/>
                      <a:pt x="26" y="7"/>
                    </a:cubicBezTo>
                    <a:cubicBezTo>
                      <a:pt x="30" y="8"/>
                      <a:pt x="34" y="9"/>
                      <a:pt x="35" y="9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6" name="Freeform 1995">
                <a:extLst>
                  <a:ext uri="{FF2B5EF4-FFF2-40B4-BE49-F238E27FC236}">
                    <a16:creationId xmlns:a16="http://schemas.microsoft.com/office/drawing/2014/main" id="{CB18B140-7341-4AEB-8653-917FDCA5F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300"/>
                <a:ext cx="84" cy="24"/>
              </a:xfrm>
              <a:custGeom>
                <a:avLst/>
                <a:gdLst>
                  <a:gd name="T0" fmla="*/ 1379 w 48"/>
                  <a:gd name="T1" fmla="*/ 476 h 13"/>
                  <a:gd name="T2" fmla="*/ 1299 w 48"/>
                  <a:gd name="T3" fmla="*/ 0 h 13"/>
                  <a:gd name="T4" fmla="*/ 0 w 48"/>
                  <a:gd name="T5" fmla="*/ 511 h 13"/>
                  <a:gd name="T6" fmla="*/ 1152 w 48"/>
                  <a:gd name="T7" fmla="*/ 233 h 13"/>
                  <a:gd name="T8" fmla="*/ 1379 w 48"/>
                  <a:gd name="T9" fmla="*/ 4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13">
                    <a:moveTo>
                      <a:pt x="48" y="12"/>
                    </a:moveTo>
                    <a:cubicBezTo>
                      <a:pt x="46" y="8"/>
                      <a:pt x="45" y="1"/>
                      <a:pt x="45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37" y="4"/>
                      <a:pt x="40" y="6"/>
                    </a:cubicBezTo>
                    <a:cubicBezTo>
                      <a:pt x="44" y="8"/>
                      <a:pt x="47" y="11"/>
                      <a:pt x="48" y="12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7" name="Freeform 1996">
                <a:extLst>
                  <a:ext uri="{FF2B5EF4-FFF2-40B4-BE49-F238E27FC236}">
                    <a16:creationId xmlns:a16="http://schemas.microsoft.com/office/drawing/2014/main" id="{DF652493-0B4E-47BB-98AC-761877AAB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229"/>
                <a:ext cx="82" cy="160"/>
              </a:xfrm>
              <a:custGeom>
                <a:avLst/>
                <a:gdLst>
                  <a:gd name="T0" fmla="*/ 649 w 47"/>
                  <a:gd name="T1" fmla="*/ 3524 h 86"/>
                  <a:gd name="T2" fmla="*/ 0 w 47"/>
                  <a:gd name="T3" fmla="*/ 3233 h 86"/>
                  <a:gd name="T4" fmla="*/ 483 w 47"/>
                  <a:gd name="T5" fmla="*/ 3315 h 86"/>
                  <a:gd name="T6" fmla="*/ 1019 w 47"/>
                  <a:gd name="T7" fmla="*/ 1005 h 86"/>
                  <a:gd name="T8" fmla="*/ 757 w 47"/>
                  <a:gd name="T9" fmla="*/ 0 h 86"/>
                  <a:gd name="T10" fmla="*/ 1169 w 47"/>
                  <a:gd name="T11" fmla="*/ 1295 h 86"/>
                  <a:gd name="T12" fmla="*/ 649 w 47"/>
                  <a:gd name="T13" fmla="*/ 3524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86">
                    <a:moveTo>
                      <a:pt x="23" y="85"/>
                    </a:moveTo>
                    <a:cubicBezTo>
                      <a:pt x="15" y="86"/>
                      <a:pt x="7" y="84"/>
                      <a:pt x="0" y="78"/>
                    </a:cubicBezTo>
                    <a:cubicBezTo>
                      <a:pt x="6" y="81"/>
                      <a:pt x="12" y="81"/>
                      <a:pt x="17" y="80"/>
                    </a:cubicBezTo>
                    <a:cubicBezTo>
                      <a:pt x="34" y="76"/>
                      <a:pt x="42" y="51"/>
                      <a:pt x="36" y="24"/>
                    </a:cubicBezTo>
                    <a:cubicBezTo>
                      <a:pt x="34" y="16"/>
                      <a:pt x="31" y="7"/>
                      <a:pt x="27" y="0"/>
                    </a:cubicBezTo>
                    <a:cubicBezTo>
                      <a:pt x="33" y="8"/>
                      <a:pt x="38" y="20"/>
                      <a:pt x="41" y="31"/>
                    </a:cubicBezTo>
                    <a:cubicBezTo>
                      <a:pt x="47" y="57"/>
                      <a:pt x="39" y="81"/>
                      <a:pt x="23" y="85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8" name="Freeform 1997">
                <a:extLst>
                  <a:ext uri="{FF2B5EF4-FFF2-40B4-BE49-F238E27FC236}">
                    <a16:creationId xmlns:a16="http://schemas.microsoft.com/office/drawing/2014/main" id="{3579BB5E-0F82-41FF-B0C5-B84721BA2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205"/>
                <a:ext cx="82" cy="164"/>
              </a:xfrm>
              <a:custGeom>
                <a:avLst/>
                <a:gdLst>
                  <a:gd name="T0" fmla="*/ 956 w 47"/>
                  <a:gd name="T1" fmla="*/ 293 h 88"/>
                  <a:gd name="T2" fmla="*/ 344 w 47"/>
                  <a:gd name="T3" fmla="*/ 2609 h 88"/>
                  <a:gd name="T4" fmla="*/ 564 w 47"/>
                  <a:gd name="T5" fmla="*/ 3547 h 88"/>
                  <a:gd name="T6" fmla="*/ 564 w 47"/>
                  <a:gd name="T7" fmla="*/ 3547 h 88"/>
                  <a:gd name="T8" fmla="*/ 536 w 47"/>
                  <a:gd name="T9" fmla="*/ 3535 h 88"/>
                  <a:gd name="T10" fmla="*/ 159 w 47"/>
                  <a:gd name="T11" fmla="*/ 2344 h 88"/>
                  <a:gd name="T12" fmla="*/ 712 w 47"/>
                  <a:gd name="T13" fmla="*/ 45 h 88"/>
                  <a:gd name="T14" fmla="*/ 1321 w 47"/>
                  <a:gd name="T15" fmla="*/ 390 h 88"/>
                  <a:gd name="T16" fmla="*/ 956 w 47"/>
                  <a:gd name="T17" fmla="*/ 293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88">
                    <a:moveTo>
                      <a:pt x="34" y="7"/>
                    </a:moveTo>
                    <a:cubicBezTo>
                      <a:pt x="17" y="11"/>
                      <a:pt x="6" y="35"/>
                      <a:pt x="12" y="62"/>
                    </a:cubicBezTo>
                    <a:cubicBezTo>
                      <a:pt x="14" y="70"/>
                      <a:pt x="17" y="79"/>
                      <a:pt x="20" y="85"/>
                    </a:cubicBezTo>
                    <a:cubicBezTo>
                      <a:pt x="21" y="86"/>
                      <a:pt x="22" y="88"/>
                      <a:pt x="20" y="85"/>
                    </a:cubicBezTo>
                    <a:cubicBezTo>
                      <a:pt x="20" y="85"/>
                      <a:pt x="19" y="84"/>
                      <a:pt x="19" y="84"/>
                    </a:cubicBezTo>
                    <a:cubicBezTo>
                      <a:pt x="13" y="77"/>
                      <a:pt x="9" y="67"/>
                      <a:pt x="6" y="56"/>
                    </a:cubicBezTo>
                    <a:cubicBezTo>
                      <a:pt x="0" y="30"/>
                      <a:pt x="8" y="5"/>
                      <a:pt x="25" y="1"/>
                    </a:cubicBezTo>
                    <a:cubicBezTo>
                      <a:pt x="32" y="0"/>
                      <a:pt x="40" y="2"/>
                      <a:pt x="47" y="9"/>
                    </a:cubicBezTo>
                    <a:cubicBezTo>
                      <a:pt x="43" y="7"/>
                      <a:pt x="38" y="6"/>
                      <a:pt x="34" y="7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9" name="Freeform 1998">
                <a:extLst>
                  <a:ext uri="{FF2B5EF4-FFF2-40B4-BE49-F238E27FC236}">
                    <a16:creationId xmlns:a16="http://schemas.microsoft.com/office/drawing/2014/main" id="{68A7F08C-8045-4054-9A37-AC0C47860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237"/>
                <a:ext cx="22" cy="24"/>
              </a:xfrm>
              <a:custGeom>
                <a:avLst/>
                <a:gdLst>
                  <a:gd name="T0" fmla="*/ 69 w 13"/>
                  <a:gd name="T1" fmla="*/ 81 h 13"/>
                  <a:gd name="T2" fmla="*/ 41 w 13"/>
                  <a:gd name="T3" fmla="*/ 386 h 13"/>
                  <a:gd name="T4" fmla="*/ 237 w 13"/>
                  <a:gd name="T5" fmla="*/ 430 h 13"/>
                  <a:gd name="T6" fmla="*/ 261 w 13"/>
                  <a:gd name="T7" fmla="*/ 126 h 13"/>
                  <a:gd name="T8" fmla="*/ 69 w 13"/>
                  <a:gd name="T9" fmla="*/ 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2"/>
                    </a:moveTo>
                    <a:cubicBezTo>
                      <a:pt x="0" y="4"/>
                      <a:pt x="0" y="7"/>
                      <a:pt x="2" y="10"/>
                    </a:cubicBezTo>
                    <a:cubicBezTo>
                      <a:pt x="4" y="13"/>
                      <a:pt x="7" y="13"/>
                      <a:pt x="10" y="11"/>
                    </a:cubicBezTo>
                    <a:cubicBezTo>
                      <a:pt x="12" y="9"/>
                      <a:pt x="13" y="6"/>
                      <a:pt x="11" y="3"/>
                    </a:cubicBezTo>
                    <a:cubicBezTo>
                      <a:pt x="9" y="1"/>
                      <a:pt x="6" y="0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0" name="Freeform 1999">
                <a:extLst>
                  <a:ext uri="{FF2B5EF4-FFF2-40B4-BE49-F238E27FC236}">
                    <a16:creationId xmlns:a16="http://schemas.microsoft.com/office/drawing/2014/main" id="{96C82B1E-F555-4A0A-924C-B237CED0F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263"/>
                <a:ext cx="16" cy="16"/>
              </a:xfrm>
              <a:custGeom>
                <a:avLst/>
                <a:gdLst>
                  <a:gd name="T0" fmla="*/ 66 w 9"/>
                  <a:gd name="T1" fmla="*/ 37 h 9"/>
                  <a:gd name="T2" fmla="*/ 37 w 9"/>
                  <a:gd name="T3" fmla="*/ 208 h 9"/>
                  <a:gd name="T4" fmla="*/ 208 w 9"/>
                  <a:gd name="T5" fmla="*/ 247 h 9"/>
                  <a:gd name="T6" fmla="*/ 247 w 9"/>
                  <a:gd name="T7" fmla="*/ 66 h 9"/>
                  <a:gd name="T8" fmla="*/ 66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0" y="2"/>
                      <a:pt x="0" y="5"/>
                      <a:pt x="1" y="7"/>
                    </a:cubicBezTo>
                    <a:cubicBezTo>
                      <a:pt x="2" y="8"/>
                      <a:pt x="5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6" y="0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1" name="Freeform 2000">
                <a:extLst>
                  <a:ext uri="{FF2B5EF4-FFF2-40B4-BE49-F238E27FC236}">
                    <a16:creationId xmlns:a16="http://schemas.microsoft.com/office/drawing/2014/main" id="{C67635D2-8AC5-4A02-8F5E-3E094B337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225"/>
                <a:ext cx="10" cy="12"/>
              </a:xfrm>
              <a:custGeom>
                <a:avLst/>
                <a:gdLst>
                  <a:gd name="T0" fmla="*/ 37 w 6"/>
                  <a:gd name="T1" fmla="*/ 64 h 6"/>
                  <a:gd name="T2" fmla="*/ 22 w 6"/>
                  <a:gd name="T3" fmla="*/ 320 h 6"/>
                  <a:gd name="T4" fmla="*/ 103 w 6"/>
                  <a:gd name="T5" fmla="*/ 320 h 6"/>
                  <a:gd name="T6" fmla="*/ 130 w 6"/>
                  <a:gd name="T7" fmla="*/ 128 h 6"/>
                  <a:gd name="T8" fmla="*/ 37 w 6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2" y="6"/>
                      <a:pt x="4" y="6"/>
                      <a:pt x="5" y="5"/>
                    </a:cubicBezTo>
                    <a:cubicBezTo>
                      <a:pt x="6" y="5"/>
                      <a:pt x="6" y="3"/>
                      <a:pt x="6" y="2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2" name="Freeform 2001">
                <a:extLst>
                  <a:ext uri="{FF2B5EF4-FFF2-40B4-BE49-F238E27FC236}">
                    <a16:creationId xmlns:a16="http://schemas.microsoft.com/office/drawing/2014/main" id="{E29446F2-2FF8-4FB6-AE9C-3D2F7923C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566"/>
                <a:ext cx="73" cy="27"/>
              </a:xfrm>
              <a:custGeom>
                <a:avLst/>
                <a:gdLst>
                  <a:gd name="T0" fmla="*/ 1159 w 42"/>
                  <a:gd name="T1" fmla="*/ 94 h 15"/>
                  <a:gd name="T2" fmla="*/ 1112 w 42"/>
                  <a:gd name="T3" fmla="*/ 511 h 15"/>
                  <a:gd name="T4" fmla="*/ 0 w 42"/>
                  <a:gd name="T5" fmla="*/ 0 h 15"/>
                  <a:gd name="T6" fmla="*/ 1003 w 42"/>
                  <a:gd name="T7" fmla="*/ 337 h 15"/>
                  <a:gd name="T8" fmla="*/ 1159 w 42"/>
                  <a:gd name="T9" fmla="*/ 9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5">
                    <a:moveTo>
                      <a:pt x="42" y="3"/>
                    </a:moveTo>
                    <a:cubicBezTo>
                      <a:pt x="41" y="7"/>
                      <a:pt x="40" y="14"/>
                      <a:pt x="40" y="1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2" y="12"/>
                      <a:pt x="36" y="10"/>
                    </a:cubicBezTo>
                    <a:cubicBezTo>
                      <a:pt x="39" y="7"/>
                      <a:pt x="41" y="4"/>
                      <a:pt x="42" y="3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3" name="Freeform 2002">
                <a:extLst>
                  <a:ext uri="{FF2B5EF4-FFF2-40B4-BE49-F238E27FC236}">
                    <a16:creationId xmlns:a16="http://schemas.microsoft.com/office/drawing/2014/main" id="{B343229D-7765-46B6-A542-7FE95A419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740"/>
                <a:ext cx="63" cy="60"/>
              </a:xfrm>
              <a:custGeom>
                <a:avLst/>
                <a:gdLst>
                  <a:gd name="T0" fmla="*/ 1036 w 36"/>
                  <a:gd name="T1" fmla="*/ 1041 h 32"/>
                  <a:gd name="T2" fmla="*/ 809 w 36"/>
                  <a:gd name="T3" fmla="*/ 1399 h 32"/>
                  <a:gd name="T4" fmla="*/ 0 w 36"/>
                  <a:gd name="T5" fmla="*/ 0 h 32"/>
                  <a:gd name="T6" fmla="*/ 772 w 36"/>
                  <a:gd name="T7" fmla="*/ 1086 h 32"/>
                  <a:gd name="T8" fmla="*/ 1036 w 36"/>
                  <a:gd name="T9" fmla="*/ 104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2">
                    <a:moveTo>
                      <a:pt x="36" y="24"/>
                    </a:moveTo>
                    <a:cubicBezTo>
                      <a:pt x="33" y="26"/>
                      <a:pt x="28" y="31"/>
                      <a:pt x="28" y="3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3" y="25"/>
                      <a:pt x="27" y="25"/>
                    </a:cubicBezTo>
                    <a:cubicBezTo>
                      <a:pt x="32" y="25"/>
                      <a:pt x="36" y="24"/>
                      <a:pt x="36" y="24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4" name="Freeform 2003">
                <a:extLst>
                  <a:ext uri="{FF2B5EF4-FFF2-40B4-BE49-F238E27FC236}">
                    <a16:creationId xmlns:a16="http://schemas.microsoft.com/office/drawing/2014/main" id="{655F132F-3410-44D9-B837-5B54841A6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523"/>
                <a:ext cx="94" cy="163"/>
              </a:xfrm>
              <a:custGeom>
                <a:avLst/>
                <a:gdLst>
                  <a:gd name="T0" fmla="*/ 1361 w 54"/>
                  <a:gd name="T1" fmla="*/ 1410 h 88"/>
                  <a:gd name="T2" fmla="*/ 479 w 54"/>
                  <a:gd name="T3" fmla="*/ 3229 h 88"/>
                  <a:gd name="T4" fmla="*/ 0 w 54"/>
                  <a:gd name="T5" fmla="*/ 2886 h 88"/>
                  <a:gd name="T6" fmla="*/ 585 w 54"/>
                  <a:gd name="T7" fmla="*/ 3506 h 88"/>
                  <a:gd name="T8" fmla="*/ 1473 w 54"/>
                  <a:gd name="T9" fmla="*/ 1658 h 88"/>
                  <a:gd name="T10" fmla="*/ 1231 w 54"/>
                  <a:gd name="T11" fmla="*/ 0 h 88"/>
                  <a:gd name="T12" fmla="*/ 1361 w 54"/>
                  <a:gd name="T13" fmla="*/ 141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88">
                    <a:moveTo>
                      <a:pt x="49" y="35"/>
                    </a:moveTo>
                    <a:cubicBezTo>
                      <a:pt x="47" y="61"/>
                      <a:pt x="33" y="81"/>
                      <a:pt x="17" y="80"/>
                    </a:cubicBezTo>
                    <a:cubicBezTo>
                      <a:pt x="10" y="80"/>
                      <a:pt x="5" y="76"/>
                      <a:pt x="0" y="71"/>
                    </a:cubicBezTo>
                    <a:cubicBezTo>
                      <a:pt x="5" y="80"/>
                      <a:pt x="12" y="86"/>
                      <a:pt x="21" y="87"/>
                    </a:cubicBezTo>
                    <a:cubicBezTo>
                      <a:pt x="37" y="88"/>
                      <a:pt x="51" y="67"/>
                      <a:pt x="53" y="41"/>
                    </a:cubicBezTo>
                    <a:cubicBezTo>
                      <a:pt x="54" y="25"/>
                      <a:pt x="51" y="9"/>
                      <a:pt x="44" y="0"/>
                    </a:cubicBezTo>
                    <a:cubicBezTo>
                      <a:pt x="48" y="9"/>
                      <a:pt x="49" y="22"/>
                      <a:pt x="49" y="35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5" name="Freeform 2004">
                <a:extLst>
                  <a:ext uri="{FF2B5EF4-FFF2-40B4-BE49-F238E27FC236}">
                    <a16:creationId xmlns:a16="http://schemas.microsoft.com/office/drawing/2014/main" id="{1A48E5DE-D007-44B5-A39A-C02011166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497"/>
                <a:ext cx="86" cy="156"/>
              </a:xfrm>
              <a:custGeom>
                <a:avLst/>
                <a:gdLst>
                  <a:gd name="T0" fmla="*/ 37 w 49"/>
                  <a:gd name="T1" fmla="*/ 1928 h 84"/>
                  <a:gd name="T2" fmla="*/ 237 w 49"/>
                  <a:gd name="T3" fmla="*/ 3452 h 84"/>
                  <a:gd name="T4" fmla="*/ 237 w 49"/>
                  <a:gd name="T5" fmla="*/ 2138 h 84"/>
                  <a:gd name="T6" fmla="*/ 665 w 49"/>
                  <a:gd name="T7" fmla="*/ 487 h 84"/>
                  <a:gd name="T8" fmla="*/ 1432 w 49"/>
                  <a:gd name="T9" fmla="*/ 379 h 84"/>
                  <a:gd name="T10" fmla="*/ 995 w 49"/>
                  <a:gd name="T11" fmla="*/ 45 h 84"/>
                  <a:gd name="T12" fmla="*/ 37 w 49"/>
                  <a:gd name="T13" fmla="*/ 1928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84">
                    <a:moveTo>
                      <a:pt x="1" y="47"/>
                    </a:moveTo>
                    <a:cubicBezTo>
                      <a:pt x="0" y="63"/>
                      <a:pt x="1" y="75"/>
                      <a:pt x="8" y="84"/>
                    </a:cubicBezTo>
                    <a:cubicBezTo>
                      <a:pt x="6" y="75"/>
                      <a:pt x="6" y="65"/>
                      <a:pt x="8" y="52"/>
                    </a:cubicBezTo>
                    <a:cubicBezTo>
                      <a:pt x="10" y="36"/>
                      <a:pt x="17" y="20"/>
                      <a:pt x="23" y="12"/>
                    </a:cubicBezTo>
                    <a:cubicBezTo>
                      <a:pt x="27" y="7"/>
                      <a:pt x="38" y="4"/>
                      <a:pt x="49" y="9"/>
                    </a:cubicBezTo>
                    <a:cubicBezTo>
                      <a:pt x="45" y="4"/>
                      <a:pt x="40" y="1"/>
                      <a:pt x="34" y="1"/>
                    </a:cubicBezTo>
                    <a:cubicBezTo>
                      <a:pt x="18" y="0"/>
                      <a:pt x="2" y="21"/>
                      <a:pt x="1" y="47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6" name="Freeform 2005">
                <a:extLst>
                  <a:ext uri="{FF2B5EF4-FFF2-40B4-BE49-F238E27FC236}">
                    <a16:creationId xmlns:a16="http://schemas.microsoft.com/office/drawing/2014/main" id="{AC22AF7C-6382-45FC-AEEA-E7DD9DAA8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538"/>
                <a:ext cx="21" cy="20"/>
              </a:xfrm>
              <a:custGeom>
                <a:avLst/>
                <a:gdLst>
                  <a:gd name="T0" fmla="*/ 114 w 12"/>
                  <a:gd name="T1" fmla="*/ 44 h 11"/>
                  <a:gd name="T2" fmla="*/ 301 w 12"/>
                  <a:gd name="T3" fmla="*/ 96 h 11"/>
                  <a:gd name="T4" fmla="*/ 236 w 12"/>
                  <a:gd name="T5" fmla="*/ 360 h 11"/>
                  <a:gd name="T6" fmla="*/ 37 w 12"/>
                  <a:gd name="T7" fmla="*/ 295 h 11"/>
                  <a:gd name="T8" fmla="*/ 114 w 12"/>
                  <a:gd name="T9" fmla="*/ 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4" y="1"/>
                    </a:moveTo>
                    <a:cubicBezTo>
                      <a:pt x="6" y="0"/>
                      <a:pt x="9" y="1"/>
                      <a:pt x="10" y="3"/>
                    </a:cubicBezTo>
                    <a:cubicBezTo>
                      <a:pt x="12" y="5"/>
                      <a:pt x="11" y="8"/>
                      <a:pt x="8" y="10"/>
                    </a:cubicBezTo>
                    <a:cubicBezTo>
                      <a:pt x="6" y="11"/>
                      <a:pt x="3" y="10"/>
                      <a:pt x="1" y="8"/>
                    </a:cubicBezTo>
                    <a:cubicBezTo>
                      <a:pt x="0" y="5"/>
                      <a:pt x="1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7" name="Freeform 2006">
                <a:extLst>
                  <a:ext uri="{FF2B5EF4-FFF2-40B4-BE49-F238E27FC236}">
                    <a16:creationId xmlns:a16="http://schemas.microsoft.com/office/drawing/2014/main" id="{1B30B5F1-049C-49B8-BEC3-267DC98D5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525"/>
                <a:ext cx="10" cy="9"/>
              </a:xfrm>
              <a:custGeom>
                <a:avLst/>
                <a:gdLst>
                  <a:gd name="T0" fmla="*/ 37 w 6"/>
                  <a:gd name="T1" fmla="*/ 0 h 5"/>
                  <a:gd name="T2" fmla="*/ 103 w 6"/>
                  <a:gd name="T3" fmla="*/ 41 h 5"/>
                  <a:gd name="T4" fmla="*/ 92 w 6"/>
                  <a:gd name="T5" fmla="*/ 169 h 5"/>
                  <a:gd name="T6" fmla="*/ 0 w 6"/>
                  <a:gd name="T7" fmla="*/ 133 h 5"/>
                  <a:gd name="T8" fmla="*/ 37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8" name="Freeform 2007">
                <a:extLst>
                  <a:ext uri="{FF2B5EF4-FFF2-40B4-BE49-F238E27FC236}">
                    <a16:creationId xmlns:a16="http://schemas.microsoft.com/office/drawing/2014/main" id="{1DCC0C7F-9A21-4964-AE7D-F38DFE1E3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562"/>
                <a:ext cx="10" cy="11"/>
              </a:xfrm>
              <a:custGeom>
                <a:avLst/>
                <a:gdLst>
                  <a:gd name="T0" fmla="*/ 37 w 6"/>
                  <a:gd name="T1" fmla="*/ 44 h 6"/>
                  <a:gd name="T2" fmla="*/ 103 w 6"/>
                  <a:gd name="T3" fmla="*/ 81 h 6"/>
                  <a:gd name="T4" fmla="*/ 92 w 6"/>
                  <a:gd name="T5" fmla="*/ 229 h 6"/>
                  <a:gd name="T6" fmla="*/ 22 w 6"/>
                  <a:gd name="T7" fmla="*/ 193 h 6"/>
                  <a:gd name="T8" fmla="*/ 37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9" name="Freeform 2008">
                <a:extLst>
                  <a:ext uri="{FF2B5EF4-FFF2-40B4-BE49-F238E27FC236}">
                    <a16:creationId xmlns:a16="http://schemas.microsoft.com/office/drawing/2014/main" id="{5CBC6A49-D350-41D1-B7DF-327EEBF27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761"/>
                <a:ext cx="107" cy="152"/>
              </a:xfrm>
              <a:custGeom>
                <a:avLst/>
                <a:gdLst>
                  <a:gd name="T0" fmla="*/ 844 w 61"/>
                  <a:gd name="T1" fmla="*/ 2560 h 82"/>
                  <a:gd name="T2" fmla="*/ 1231 w 61"/>
                  <a:gd name="T3" fmla="*/ 330 h 82"/>
                  <a:gd name="T4" fmla="*/ 702 w 61"/>
                  <a:gd name="T5" fmla="*/ 82 h 82"/>
                  <a:gd name="T6" fmla="*/ 1431 w 61"/>
                  <a:gd name="T7" fmla="*/ 282 h 82"/>
                  <a:gd name="T8" fmla="*/ 1081 w 61"/>
                  <a:gd name="T9" fmla="*/ 2464 h 82"/>
                  <a:gd name="T10" fmla="*/ 0 w 61"/>
                  <a:gd name="T11" fmla="*/ 3329 h 82"/>
                  <a:gd name="T12" fmla="*/ 844 w 61"/>
                  <a:gd name="T13" fmla="*/ 256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82">
                    <a:moveTo>
                      <a:pt x="29" y="63"/>
                    </a:moveTo>
                    <a:cubicBezTo>
                      <a:pt x="48" y="44"/>
                      <a:pt x="53" y="20"/>
                      <a:pt x="42" y="8"/>
                    </a:cubicBezTo>
                    <a:cubicBezTo>
                      <a:pt x="37" y="4"/>
                      <a:pt x="31" y="2"/>
                      <a:pt x="24" y="2"/>
                    </a:cubicBezTo>
                    <a:cubicBezTo>
                      <a:pt x="34" y="0"/>
                      <a:pt x="43" y="1"/>
                      <a:pt x="49" y="7"/>
                    </a:cubicBezTo>
                    <a:cubicBezTo>
                      <a:pt x="61" y="19"/>
                      <a:pt x="55" y="43"/>
                      <a:pt x="37" y="61"/>
                    </a:cubicBezTo>
                    <a:cubicBezTo>
                      <a:pt x="25" y="73"/>
                      <a:pt x="12" y="81"/>
                      <a:pt x="0" y="82"/>
                    </a:cubicBezTo>
                    <a:cubicBezTo>
                      <a:pt x="10" y="79"/>
                      <a:pt x="20" y="71"/>
                      <a:pt x="29" y="63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0" name="Freeform 2009">
                <a:extLst>
                  <a:ext uri="{FF2B5EF4-FFF2-40B4-BE49-F238E27FC236}">
                    <a16:creationId xmlns:a16="http://schemas.microsoft.com/office/drawing/2014/main" id="{92A33F04-F1D3-46AE-A595-A6045B9F7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766"/>
                <a:ext cx="97" cy="149"/>
              </a:xfrm>
              <a:custGeom>
                <a:avLst/>
                <a:gdLst>
                  <a:gd name="T0" fmla="*/ 655 w 56"/>
                  <a:gd name="T1" fmla="*/ 780 h 80"/>
                  <a:gd name="T2" fmla="*/ 1512 w 56"/>
                  <a:gd name="T3" fmla="*/ 0 h 80"/>
                  <a:gd name="T4" fmla="*/ 857 w 56"/>
                  <a:gd name="T5" fmla="*/ 877 h 80"/>
                  <a:gd name="T6" fmla="*/ 320 w 56"/>
                  <a:gd name="T7" fmla="*/ 2466 h 80"/>
                  <a:gd name="T8" fmla="*/ 729 w 56"/>
                  <a:gd name="T9" fmla="*/ 3347 h 80"/>
                  <a:gd name="T10" fmla="*/ 296 w 56"/>
                  <a:gd name="T11" fmla="*/ 3140 h 80"/>
                  <a:gd name="T12" fmla="*/ 655 w 56"/>
                  <a:gd name="T13" fmla="*/ 78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80">
                    <a:moveTo>
                      <a:pt x="24" y="19"/>
                    </a:moveTo>
                    <a:cubicBezTo>
                      <a:pt x="35" y="8"/>
                      <a:pt x="45" y="1"/>
                      <a:pt x="56" y="0"/>
                    </a:cubicBezTo>
                    <a:cubicBezTo>
                      <a:pt x="48" y="4"/>
                      <a:pt x="41" y="11"/>
                      <a:pt x="32" y="21"/>
                    </a:cubicBezTo>
                    <a:cubicBezTo>
                      <a:pt x="21" y="33"/>
                      <a:pt x="14" y="49"/>
                      <a:pt x="12" y="59"/>
                    </a:cubicBezTo>
                    <a:cubicBezTo>
                      <a:pt x="12" y="65"/>
                      <a:pt x="16" y="76"/>
                      <a:pt x="27" y="80"/>
                    </a:cubicBezTo>
                    <a:cubicBezTo>
                      <a:pt x="21" y="80"/>
                      <a:pt x="15" y="79"/>
                      <a:pt x="11" y="75"/>
                    </a:cubicBezTo>
                    <a:cubicBezTo>
                      <a:pt x="0" y="63"/>
                      <a:pt x="5" y="37"/>
                      <a:pt x="24" y="19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1" name="Freeform 2010">
                <a:extLst>
                  <a:ext uri="{FF2B5EF4-FFF2-40B4-BE49-F238E27FC236}">
                    <a16:creationId xmlns:a16="http://schemas.microsoft.com/office/drawing/2014/main" id="{517DB698-3280-415A-9C8D-0D6F07AAF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829"/>
                <a:ext cx="19" cy="21"/>
              </a:xfrm>
              <a:custGeom>
                <a:avLst/>
                <a:gdLst>
                  <a:gd name="T0" fmla="*/ 28 w 11"/>
                  <a:gd name="T1" fmla="*/ 336 h 11"/>
                  <a:gd name="T2" fmla="*/ 185 w 11"/>
                  <a:gd name="T3" fmla="*/ 481 h 11"/>
                  <a:gd name="T4" fmla="*/ 257 w 11"/>
                  <a:gd name="T5" fmla="*/ 200 h 11"/>
                  <a:gd name="T6" fmla="*/ 107 w 11"/>
                  <a:gd name="T7" fmla="*/ 55 h 11"/>
                  <a:gd name="T8" fmla="*/ 28 w 11"/>
                  <a:gd name="T9" fmla="*/ 33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" y="7"/>
                    </a:moveTo>
                    <a:cubicBezTo>
                      <a:pt x="2" y="10"/>
                      <a:pt x="4" y="11"/>
                      <a:pt x="7" y="10"/>
                    </a:cubicBezTo>
                    <a:cubicBezTo>
                      <a:pt x="10" y="10"/>
                      <a:pt x="11" y="7"/>
                      <a:pt x="10" y="4"/>
                    </a:cubicBezTo>
                    <a:cubicBezTo>
                      <a:pt x="10" y="2"/>
                      <a:pt x="7" y="0"/>
                      <a:pt x="4" y="1"/>
                    </a:cubicBezTo>
                    <a:cubicBezTo>
                      <a:pt x="2" y="2"/>
                      <a:pt x="0" y="4"/>
                      <a:pt x="1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2" name="Freeform 2011">
                <a:extLst>
                  <a:ext uri="{FF2B5EF4-FFF2-40B4-BE49-F238E27FC236}">
                    <a16:creationId xmlns:a16="http://schemas.microsoft.com/office/drawing/2014/main" id="{25A1E434-A8B1-4E87-8733-517E4C081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855"/>
                <a:ext cx="11" cy="10"/>
              </a:xfrm>
              <a:custGeom>
                <a:avLst/>
                <a:gdLst>
                  <a:gd name="T0" fmla="*/ 44 w 6"/>
                  <a:gd name="T1" fmla="*/ 192 h 5"/>
                  <a:gd name="T2" fmla="*/ 149 w 6"/>
                  <a:gd name="T3" fmla="*/ 320 h 5"/>
                  <a:gd name="T4" fmla="*/ 229 w 6"/>
                  <a:gd name="T5" fmla="*/ 128 h 5"/>
                  <a:gd name="T6" fmla="*/ 125 w 6"/>
                  <a:gd name="T7" fmla="*/ 0 h 5"/>
                  <a:gd name="T8" fmla="*/ 44 w 6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3"/>
                    </a:moveTo>
                    <a:cubicBezTo>
                      <a:pt x="1" y="5"/>
                      <a:pt x="2" y="5"/>
                      <a:pt x="4" y="5"/>
                    </a:cubicBezTo>
                    <a:cubicBezTo>
                      <a:pt x="5" y="5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3" name="Freeform 2012">
                <a:extLst>
                  <a:ext uri="{FF2B5EF4-FFF2-40B4-BE49-F238E27FC236}">
                    <a16:creationId xmlns:a16="http://schemas.microsoft.com/office/drawing/2014/main" id="{3A109ED3-A90C-4D0F-9B04-7723BFB47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818"/>
                <a:ext cx="8" cy="11"/>
              </a:xfrm>
              <a:custGeom>
                <a:avLst/>
                <a:gdLst>
                  <a:gd name="T0" fmla="*/ 0 w 5"/>
                  <a:gd name="T1" fmla="*/ 149 h 6"/>
                  <a:gd name="T2" fmla="*/ 54 w 5"/>
                  <a:gd name="T3" fmla="*/ 193 h 6"/>
                  <a:gd name="T4" fmla="*/ 86 w 5"/>
                  <a:gd name="T5" fmla="*/ 81 h 6"/>
                  <a:gd name="T6" fmla="*/ 34 w 5"/>
                  <a:gd name="T7" fmla="*/ 0 h 6"/>
                  <a:gd name="T8" fmla="*/ 0 w 5"/>
                  <a:gd name="T9" fmla="*/ 1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5"/>
                      <a:pt x="2" y="6"/>
                      <a:pt x="3" y="5"/>
                    </a:cubicBezTo>
                    <a:cubicBezTo>
                      <a:pt x="5" y="5"/>
                      <a:pt x="5" y="4"/>
                      <a:pt x="5" y="2"/>
                    </a:cubicBezTo>
                    <a:cubicBezTo>
                      <a:pt x="5" y="1"/>
                      <a:pt x="3" y="0"/>
                      <a:pt x="2" y="0"/>
                    </a:cubicBezTo>
                    <a:cubicBezTo>
                      <a:pt x="0" y="1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4" name="Freeform 2013">
                <a:extLst>
                  <a:ext uri="{FF2B5EF4-FFF2-40B4-BE49-F238E27FC236}">
                    <a16:creationId xmlns:a16="http://schemas.microsoft.com/office/drawing/2014/main" id="{0F63FEFA-EF59-45A6-AEC1-0F3177DAA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489"/>
                <a:ext cx="123" cy="203"/>
              </a:xfrm>
              <a:custGeom>
                <a:avLst/>
                <a:gdLst>
                  <a:gd name="T0" fmla="*/ 1081 w 71"/>
                  <a:gd name="T1" fmla="*/ 84 h 109"/>
                  <a:gd name="T2" fmla="*/ 85 w 71"/>
                  <a:gd name="T3" fmla="*/ 2179 h 109"/>
                  <a:gd name="T4" fmla="*/ 847 w 71"/>
                  <a:gd name="T5" fmla="*/ 4464 h 109"/>
                  <a:gd name="T6" fmla="*/ 1836 w 71"/>
                  <a:gd name="T7" fmla="*/ 2417 h 109"/>
                  <a:gd name="T8" fmla="*/ 1081 w 71"/>
                  <a:gd name="T9" fmla="*/ 84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09">
                    <a:moveTo>
                      <a:pt x="40" y="2"/>
                    </a:moveTo>
                    <a:cubicBezTo>
                      <a:pt x="22" y="0"/>
                      <a:pt x="5" y="23"/>
                      <a:pt x="3" y="52"/>
                    </a:cubicBezTo>
                    <a:cubicBezTo>
                      <a:pt x="0" y="81"/>
                      <a:pt x="13" y="106"/>
                      <a:pt x="31" y="107"/>
                    </a:cubicBezTo>
                    <a:cubicBezTo>
                      <a:pt x="49" y="109"/>
                      <a:pt x="66" y="87"/>
                      <a:pt x="68" y="58"/>
                    </a:cubicBezTo>
                    <a:cubicBezTo>
                      <a:pt x="71" y="28"/>
                      <a:pt x="58" y="4"/>
                      <a:pt x="40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5" name="Freeform 2014">
                <a:extLst>
                  <a:ext uri="{FF2B5EF4-FFF2-40B4-BE49-F238E27FC236}">
                    <a16:creationId xmlns:a16="http://schemas.microsoft.com/office/drawing/2014/main" id="{E06BD3B6-221B-4D18-A36A-EFA16B89C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547"/>
                <a:ext cx="81" cy="54"/>
              </a:xfrm>
              <a:custGeom>
                <a:avLst/>
                <a:gdLst>
                  <a:gd name="T0" fmla="*/ 0 w 46"/>
                  <a:gd name="T1" fmla="*/ 492 h 29"/>
                  <a:gd name="T2" fmla="*/ 86 w 46"/>
                  <a:gd name="T3" fmla="*/ 45 h 29"/>
                  <a:gd name="T4" fmla="*/ 1377 w 46"/>
                  <a:gd name="T5" fmla="*/ 443 h 29"/>
                  <a:gd name="T6" fmla="*/ 1337 w 46"/>
                  <a:gd name="T7" fmla="*/ 825 h 29"/>
                  <a:gd name="T8" fmla="*/ 1305 w 46"/>
                  <a:gd name="T9" fmla="*/ 1214 h 29"/>
                  <a:gd name="T10" fmla="*/ 0 w 46"/>
                  <a:gd name="T11" fmla="*/ 49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9">
                    <a:moveTo>
                      <a:pt x="0" y="12"/>
                    </a:moveTo>
                    <a:cubicBezTo>
                      <a:pt x="0" y="9"/>
                      <a:pt x="3" y="4"/>
                      <a:pt x="3" y="1"/>
                    </a:cubicBezTo>
                    <a:cubicBezTo>
                      <a:pt x="2" y="0"/>
                      <a:pt x="46" y="11"/>
                      <a:pt x="46" y="11"/>
                    </a:cubicBezTo>
                    <a:cubicBezTo>
                      <a:pt x="46" y="14"/>
                      <a:pt x="45" y="17"/>
                      <a:pt x="45" y="20"/>
                    </a:cubicBezTo>
                    <a:cubicBezTo>
                      <a:pt x="45" y="23"/>
                      <a:pt x="44" y="26"/>
                      <a:pt x="44" y="29"/>
                    </a:cubicBezTo>
                    <a:cubicBezTo>
                      <a:pt x="44" y="29"/>
                      <a:pt x="1" y="14"/>
                      <a:pt x="0" y="1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833" name="Freeform 2016">
              <a:extLst>
                <a:ext uri="{FF2B5EF4-FFF2-40B4-BE49-F238E27FC236}">
                  <a16:creationId xmlns:a16="http://schemas.microsoft.com/office/drawing/2014/main" id="{B7F74724-78AE-4800-A547-532744C24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194"/>
              <a:ext cx="136" cy="206"/>
            </a:xfrm>
            <a:custGeom>
              <a:avLst/>
              <a:gdLst>
                <a:gd name="T0" fmla="*/ 757 w 78"/>
                <a:gd name="T1" fmla="*/ 156 h 111"/>
                <a:gd name="T2" fmla="*/ 197 w 78"/>
                <a:gd name="T3" fmla="*/ 2576 h 111"/>
                <a:gd name="T4" fmla="*/ 1431 w 78"/>
                <a:gd name="T5" fmla="*/ 4378 h 111"/>
                <a:gd name="T6" fmla="*/ 1998 w 78"/>
                <a:gd name="T7" fmla="*/ 1956 h 111"/>
                <a:gd name="T8" fmla="*/ 757 w 78"/>
                <a:gd name="T9" fmla="*/ 156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11">
                  <a:moveTo>
                    <a:pt x="27" y="4"/>
                  </a:moveTo>
                  <a:cubicBezTo>
                    <a:pt x="9" y="8"/>
                    <a:pt x="0" y="34"/>
                    <a:pt x="7" y="63"/>
                  </a:cubicBezTo>
                  <a:cubicBezTo>
                    <a:pt x="14" y="91"/>
                    <a:pt x="33" y="111"/>
                    <a:pt x="51" y="107"/>
                  </a:cubicBezTo>
                  <a:cubicBezTo>
                    <a:pt x="69" y="103"/>
                    <a:pt x="78" y="76"/>
                    <a:pt x="71" y="48"/>
                  </a:cubicBezTo>
                  <a:cubicBezTo>
                    <a:pt x="64" y="19"/>
                    <a:pt x="45" y="0"/>
                    <a:pt x="27" y="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Freeform 2017">
              <a:extLst>
                <a:ext uri="{FF2B5EF4-FFF2-40B4-BE49-F238E27FC236}">
                  <a16:creationId xmlns:a16="http://schemas.microsoft.com/office/drawing/2014/main" id="{97AE9EDD-273E-4948-8E70-120AC46EE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94"/>
              <a:ext cx="91" cy="49"/>
            </a:xfrm>
            <a:custGeom>
              <a:avLst/>
              <a:gdLst>
                <a:gd name="T0" fmla="*/ 0 w 52"/>
                <a:gd name="T1" fmla="*/ 1125 h 26"/>
                <a:gd name="T2" fmla="*/ 0 w 52"/>
                <a:gd name="T3" fmla="*/ 667 h 26"/>
                <a:gd name="T4" fmla="*/ 1379 w 52"/>
                <a:gd name="T5" fmla="*/ 0 h 26"/>
                <a:gd name="T6" fmla="*/ 1449 w 52"/>
                <a:gd name="T7" fmla="*/ 401 h 26"/>
                <a:gd name="T8" fmla="*/ 1491 w 52"/>
                <a:gd name="T9" fmla="*/ 756 h 26"/>
                <a:gd name="T10" fmla="*/ 0 w 52"/>
                <a:gd name="T11" fmla="*/ 112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6">
                  <a:moveTo>
                    <a:pt x="0" y="25"/>
                  </a:moveTo>
                  <a:cubicBezTo>
                    <a:pt x="0" y="22"/>
                    <a:pt x="0" y="18"/>
                    <a:pt x="0" y="15"/>
                  </a:cubicBezTo>
                  <a:cubicBezTo>
                    <a:pt x="0" y="14"/>
                    <a:pt x="48" y="0"/>
                    <a:pt x="48" y="0"/>
                  </a:cubicBezTo>
                  <a:cubicBezTo>
                    <a:pt x="49" y="3"/>
                    <a:pt x="49" y="6"/>
                    <a:pt x="50" y="9"/>
                  </a:cubicBezTo>
                  <a:cubicBezTo>
                    <a:pt x="51" y="12"/>
                    <a:pt x="51" y="14"/>
                    <a:pt x="52" y="17"/>
                  </a:cubicBezTo>
                  <a:cubicBezTo>
                    <a:pt x="52" y="17"/>
                    <a:pt x="0" y="26"/>
                    <a:pt x="0" y="2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5" name="Freeform 2018">
              <a:extLst>
                <a:ext uri="{FF2B5EF4-FFF2-40B4-BE49-F238E27FC236}">
                  <a16:creationId xmlns:a16="http://schemas.microsoft.com/office/drawing/2014/main" id="{FDB44636-71F0-4453-897A-838340E72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426"/>
              <a:ext cx="160" cy="199"/>
            </a:xfrm>
            <a:custGeom>
              <a:avLst/>
              <a:gdLst>
                <a:gd name="T0" fmla="*/ 2129 w 92"/>
                <a:gd name="T1" fmla="*/ 443 h 107"/>
                <a:gd name="T2" fmla="*/ 520 w 92"/>
                <a:gd name="T3" fmla="*/ 1400 h 107"/>
                <a:gd name="T4" fmla="*/ 412 w 92"/>
                <a:gd name="T5" fmla="*/ 3982 h 107"/>
                <a:gd name="T6" fmla="*/ 1984 w 92"/>
                <a:gd name="T7" fmla="*/ 3030 h 107"/>
                <a:gd name="T8" fmla="*/ 2129 w 92"/>
                <a:gd name="T9" fmla="*/ 44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07">
                  <a:moveTo>
                    <a:pt x="77" y="11"/>
                  </a:moveTo>
                  <a:cubicBezTo>
                    <a:pt x="63" y="0"/>
                    <a:pt x="37" y="11"/>
                    <a:pt x="19" y="34"/>
                  </a:cubicBezTo>
                  <a:cubicBezTo>
                    <a:pt x="2" y="58"/>
                    <a:pt x="0" y="86"/>
                    <a:pt x="15" y="96"/>
                  </a:cubicBezTo>
                  <a:cubicBezTo>
                    <a:pt x="29" y="107"/>
                    <a:pt x="55" y="97"/>
                    <a:pt x="72" y="73"/>
                  </a:cubicBezTo>
                  <a:cubicBezTo>
                    <a:pt x="90" y="50"/>
                    <a:pt x="92" y="22"/>
                    <a:pt x="77" y="11"/>
                  </a:cubicBezTo>
                  <a:close/>
                </a:path>
              </a:pathLst>
            </a:custGeom>
            <a:solidFill>
              <a:srgbClr val="BF5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2019">
              <a:extLst>
                <a:ext uri="{FF2B5EF4-FFF2-40B4-BE49-F238E27FC236}">
                  <a16:creationId xmlns:a16="http://schemas.microsoft.com/office/drawing/2014/main" id="{CF0ABF72-54DD-4842-8A85-15EA53351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460"/>
              <a:ext cx="46" cy="44"/>
            </a:xfrm>
            <a:custGeom>
              <a:avLst/>
              <a:gdLst>
                <a:gd name="T0" fmla="*/ 37 w 26"/>
                <a:gd name="T1" fmla="*/ 315 h 24"/>
                <a:gd name="T2" fmla="*/ 244 w 26"/>
                <a:gd name="T3" fmla="*/ 44 h 24"/>
                <a:gd name="T4" fmla="*/ 793 w 26"/>
                <a:gd name="T5" fmla="*/ 376 h 24"/>
                <a:gd name="T6" fmla="*/ 610 w 26"/>
                <a:gd name="T7" fmla="*/ 598 h 24"/>
                <a:gd name="T8" fmla="*/ 488 w 26"/>
                <a:gd name="T9" fmla="*/ 919 h 24"/>
                <a:gd name="T10" fmla="*/ 37 w 26"/>
                <a:gd name="T11" fmla="*/ 31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4">
                  <a:moveTo>
                    <a:pt x="1" y="8"/>
                  </a:moveTo>
                  <a:cubicBezTo>
                    <a:pt x="3" y="5"/>
                    <a:pt x="6" y="3"/>
                    <a:pt x="8" y="1"/>
                  </a:cubicBezTo>
                  <a:cubicBezTo>
                    <a:pt x="9" y="0"/>
                    <a:pt x="26" y="10"/>
                    <a:pt x="26" y="10"/>
                  </a:cubicBezTo>
                  <a:cubicBezTo>
                    <a:pt x="24" y="12"/>
                    <a:pt x="22" y="14"/>
                    <a:pt x="20" y="16"/>
                  </a:cubicBezTo>
                  <a:cubicBezTo>
                    <a:pt x="19" y="19"/>
                    <a:pt x="17" y="21"/>
                    <a:pt x="16" y="24"/>
                  </a:cubicBezTo>
                  <a:cubicBezTo>
                    <a:pt x="16" y="24"/>
                    <a:pt x="0" y="8"/>
                    <a:pt x="1" y="8"/>
                  </a:cubicBezTo>
                  <a:close/>
                </a:path>
              </a:pathLst>
            </a:custGeom>
            <a:solidFill>
              <a:srgbClr val="7CB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Freeform 2020">
              <a:extLst>
                <a:ext uri="{FF2B5EF4-FFF2-40B4-BE49-F238E27FC236}">
                  <a16:creationId xmlns:a16="http://schemas.microsoft.com/office/drawing/2014/main" id="{79F5188B-5CF7-41E6-929C-CD13F3A42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467"/>
              <a:ext cx="24" cy="30"/>
            </a:xfrm>
            <a:custGeom>
              <a:avLst/>
              <a:gdLst>
                <a:gd name="T0" fmla="*/ 182 w 14"/>
                <a:gd name="T1" fmla="*/ 692 h 16"/>
                <a:gd name="T2" fmla="*/ 353 w 14"/>
                <a:gd name="T3" fmla="*/ 257 h 16"/>
                <a:gd name="T4" fmla="*/ 0 w 14"/>
                <a:gd name="T5" fmla="*/ 0 h 16"/>
                <a:gd name="T6" fmla="*/ 147 w 14"/>
                <a:gd name="T7" fmla="*/ 296 h 16"/>
                <a:gd name="T8" fmla="*/ 182 w 14"/>
                <a:gd name="T9" fmla="*/ 69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7" y="16"/>
                  </a:moveTo>
                  <a:cubicBezTo>
                    <a:pt x="8" y="12"/>
                    <a:pt x="13" y="7"/>
                    <a:pt x="14" y="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" y="2"/>
                    <a:pt x="6" y="7"/>
                  </a:cubicBezTo>
                  <a:cubicBezTo>
                    <a:pt x="7" y="11"/>
                    <a:pt x="7" y="15"/>
                    <a:pt x="7" y="16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Freeform 2021">
              <a:extLst>
                <a:ext uri="{FF2B5EF4-FFF2-40B4-BE49-F238E27FC236}">
                  <a16:creationId xmlns:a16="http://schemas.microsoft.com/office/drawing/2014/main" id="{23E659A8-7834-4A3A-BB2E-CC4F16953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504"/>
              <a:ext cx="133" cy="114"/>
            </a:xfrm>
            <a:custGeom>
              <a:avLst/>
              <a:gdLst>
                <a:gd name="T0" fmla="*/ 264 w 76"/>
                <a:gd name="T1" fmla="*/ 2172 h 61"/>
                <a:gd name="T2" fmla="*/ 0 w 76"/>
                <a:gd name="T3" fmla="*/ 1278 h 61"/>
                <a:gd name="T4" fmla="*/ 264 w 76"/>
                <a:gd name="T5" fmla="*/ 1865 h 61"/>
                <a:gd name="T6" fmla="*/ 1813 w 76"/>
                <a:gd name="T7" fmla="*/ 940 h 61"/>
                <a:gd name="T8" fmla="*/ 2188 w 76"/>
                <a:gd name="T9" fmla="*/ 0 h 61"/>
                <a:gd name="T10" fmla="*/ 1792 w 76"/>
                <a:gd name="T11" fmla="*/ 1278 h 61"/>
                <a:gd name="T12" fmla="*/ 264 w 76"/>
                <a:gd name="T13" fmla="*/ 2172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61">
                  <a:moveTo>
                    <a:pt x="9" y="51"/>
                  </a:moveTo>
                  <a:cubicBezTo>
                    <a:pt x="3" y="47"/>
                    <a:pt x="0" y="39"/>
                    <a:pt x="0" y="30"/>
                  </a:cubicBezTo>
                  <a:cubicBezTo>
                    <a:pt x="1" y="36"/>
                    <a:pt x="4" y="41"/>
                    <a:pt x="9" y="44"/>
                  </a:cubicBezTo>
                  <a:cubicBezTo>
                    <a:pt x="23" y="54"/>
                    <a:pt x="47" y="44"/>
                    <a:pt x="63" y="22"/>
                  </a:cubicBezTo>
                  <a:cubicBezTo>
                    <a:pt x="68" y="15"/>
                    <a:pt x="74" y="7"/>
                    <a:pt x="76" y="0"/>
                  </a:cubicBezTo>
                  <a:cubicBezTo>
                    <a:pt x="74" y="9"/>
                    <a:pt x="69" y="21"/>
                    <a:pt x="62" y="30"/>
                  </a:cubicBezTo>
                  <a:cubicBezTo>
                    <a:pt x="46" y="52"/>
                    <a:pt x="23" y="61"/>
                    <a:pt x="9" y="51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9" name="Freeform 2022">
              <a:extLst>
                <a:ext uri="{FF2B5EF4-FFF2-40B4-BE49-F238E27FC236}">
                  <a16:creationId xmlns:a16="http://schemas.microsoft.com/office/drawing/2014/main" id="{35FE2162-319C-43E3-8A70-7BE31BAB6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432"/>
              <a:ext cx="134" cy="121"/>
            </a:xfrm>
            <a:custGeom>
              <a:avLst/>
              <a:gdLst>
                <a:gd name="T0" fmla="*/ 1918 w 77"/>
                <a:gd name="T1" fmla="*/ 877 h 65"/>
                <a:gd name="T2" fmla="*/ 369 w 77"/>
                <a:gd name="T3" fmla="*/ 1657 h 65"/>
                <a:gd name="T4" fmla="*/ 28 w 77"/>
                <a:gd name="T5" fmla="*/ 2547 h 65"/>
                <a:gd name="T6" fmla="*/ 28 w 77"/>
                <a:gd name="T7" fmla="*/ 2547 h 65"/>
                <a:gd name="T8" fmla="*/ 28 w 77"/>
                <a:gd name="T9" fmla="*/ 2465 h 65"/>
                <a:gd name="T10" fmla="*/ 369 w 77"/>
                <a:gd name="T11" fmla="*/ 1340 h 65"/>
                <a:gd name="T12" fmla="*/ 1881 w 77"/>
                <a:gd name="T13" fmla="*/ 419 h 65"/>
                <a:gd name="T14" fmla="*/ 2135 w 77"/>
                <a:gd name="T15" fmla="*/ 1340 h 65"/>
                <a:gd name="T16" fmla="*/ 1918 w 77"/>
                <a:gd name="T17" fmla="*/ 87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65">
                  <a:moveTo>
                    <a:pt x="69" y="21"/>
                  </a:moveTo>
                  <a:cubicBezTo>
                    <a:pt x="55" y="11"/>
                    <a:pt x="29" y="18"/>
                    <a:pt x="13" y="40"/>
                  </a:cubicBezTo>
                  <a:cubicBezTo>
                    <a:pt x="8" y="47"/>
                    <a:pt x="3" y="54"/>
                    <a:pt x="1" y="61"/>
                  </a:cubicBezTo>
                  <a:cubicBezTo>
                    <a:pt x="0" y="63"/>
                    <a:pt x="0" y="65"/>
                    <a:pt x="1" y="61"/>
                  </a:cubicBezTo>
                  <a:cubicBezTo>
                    <a:pt x="1" y="60"/>
                    <a:pt x="1" y="60"/>
                    <a:pt x="1" y="59"/>
                  </a:cubicBezTo>
                  <a:cubicBezTo>
                    <a:pt x="3" y="51"/>
                    <a:pt x="7" y="41"/>
                    <a:pt x="13" y="32"/>
                  </a:cubicBezTo>
                  <a:cubicBezTo>
                    <a:pt x="30" y="10"/>
                    <a:pt x="54" y="0"/>
                    <a:pt x="68" y="10"/>
                  </a:cubicBezTo>
                  <a:cubicBezTo>
                    <a:pt x="74" y="15"/>
                    <a:pt x="77" y="23"/>
                    <a:pt x="77" y="32"/>
                  </a:cubicBezTo>
                  <a:cubicBezTo>
                    <a:pt x="75" y="27"/>
                    <a:pt x="73" y="24"/>
                    <a:pt x="69" y="21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2023">
              <a:extLst>
                <a:ext uri="{FF2B5EF4-FFF2-40B4-BE49-F238E27FC236}">
                  <a16:creationId xmlns:a16="http://schemas.microsoft.com/office/drawing/2014/main" id="{A4B1D907-106B-484D-AB40-8CAB22846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454"/>
              <a:ext cx="23" cy="24"/>
            </a:xfrm>
            <a:custGeom>
              <a:avLst/>
              <a:gdLst>
                <a:gd name="T0" fmla="*/ 203 w 13"/>
                <a:gd name="T1" fmla="*/ 44 h 13"/>
                <a:gd name="T2" fmla="*/ 0 w 13"/>
                <a:gd name="T3" fmla="*/ 194 h 13"/>
                <a:gd name="T4" fmla="*/ 156 w 13"/>
                <a:gd name="T5" fmla="*/ 476 h 13"/>
                <a:gd name="T6" fmla="*/ 359 w 13"/>
                <a:gd name="T7" fmla="*/ 327 h 13"/>
                <a:gd name="T8" fmla="*/ 203 w 13"/>
                <a:gd name="T9" fmla="*/ 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"/>
                  </a:moveTo>
                  <a:cubicBezTo>
                    <a:pt x="4" y="0"/>
                    <a:pt x="1" y="2"/>
                    <a:pt x="0" y="5"/>
                  </a:cubicBezTo>
                  <a:cubicBezTo>
                    <a:pt x="0" y="8"/>
                    <a:pt x="2" y="11"/>
                    <a:pt x="5" y="12"/>
                  </a:cubicBezTo>
                  <a:cubicBezTo>
                    <a:pt x="8" y="13"/>
                    <a:pt x="11" y="11"/>
                    <a:pt x="12" y="8"/>
                  </a:cubicBezTo>
                  <a:cubicBezTo>
                    <a:pt x="13" y="5"/>
                    <a:pt x="11" y="2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2024">
              <a:extLst>
                <a:ext uri="{FF2B5EF4-FFF2-40B4-BE49-F238E27FC236}">
                  <a16:creationId xmlns:a16="http://schemas.microsoft.com/office/drawing/2014/main" id="{6B295497-76CE-439C-9A28-FA3BC0F33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469"/>
              <a:ext cx="15" cy="17"/>
            </a:xfrm>
            <a:custGeom>
              <a:avLst/>
              <a:gdLst>
                <a:gd name="T0" fmla="*/ 130 w 9"/>
                <a:gd name="T1" fmla="*/ 53 h 9"/>
                <a:gd name="T2" fmla="*/ 22 w 9"/>
                <a:gd name="T3" fmla="*/ 189 h 9"/>
                <a:gd name="T4" fmla="*/ 92 w 9"/>
                <a:gd name="T5" fmla="*/ 357 h 9"/>
                <a:gd name="T6" fmla="*/ 195 w 9"/>
                <a:gd name="T7" fmla="*/ 213 h 9"/>
                <a:gd name="T8" fmla="*/ 130 w 9"/>
                <a:gd name="T9" fmla="*/ 5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6" y="1"/>
                  </a:moveTo>
                  <a:cubicBezTo>
                    <a:pt x="4" y="0"/>
                    <a:pt x="2" y="1"/>
                    <a:pt x="1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6" y="9"/>
                    <a:pt x="8" y="8"/>
                    <a:pt x="9" y="5"/>
                  </a:cubicBezTo>
                  <a:cubicBezTo>
                    <a:pt x="9" y="3"/>
                    <a:pt x="8" y="1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2025">
              <a:extLst>
                <a:ext uri="{FF2B5EF4-FFF2-40B4-BE49-F238E27FC236}">
                  <a16:creationId xmlns:a16="http://schemas.microsoft.com/office/drawing/2014/main" id="{7D4DDE03-0D18-41C9-AB88-BA90583EA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458"/>
              <a:ext cx="10" cy="11"/>
            </a:xfrm>
            <a:custGeom>
              <a:avLst/>
              <a:gdLst>
                <a:gd name="T0" fmla="*/ 92 w 6"/>
                <a:gd name="T1" fmla="*/ 0 h 6"/>
                <a:gd name="T2" fmla="*/ 22 w 6"/>
                <a:gd name="T3" fmla="*/ 81 h 6"/>
                <a:gd name="T4" fmla="*/ 62 w 6"/>
                <a:gd name="T5" fmla="*/ 229 h 6"/>
                <a:gd name="T6" fmla="*/ 130 w 6"/>
                <a:gd name="T7" fmla="*/ 149 h 6"/>
                <a:gd name="T8" fmla="*/ 92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3" y="6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6" y="2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Freeform 2026">
              <a:extLst>
                <a:ext uri="{FF2B5EF4-FFF2-40B4-BE49-F238E27FC236}">
                  <a16:creationId xmlns:a16="http://schemas.microsoft.com/office/drawing/2014/main" id="{E264390C-C6C8-491D-B11E-D236C727B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426"/>
              <a:ext cx="160" cy="199"/>
            </a:xfrm>
            <a:custGeom>
              <a:avLst/>
              <a:gdLst>
                <a:gd name="T0" fmla="*/ 2129 w 92"/>
                <a:gd name="T1" fmla="*/ 443 h 107"/>
                <a:gd name="T2" fmla="*/ 520 w 92"/>
                <a:gd name="T3" fmla="*/ 1400 h 107"/>
                <a:gd name="T4" fmla="*/ 412 w 92"/>
                <a:gd name="T5" fmla="*/ 3982 h 107"/>
                <a:gd name="T6" fmla="*/ 1984 w 92"/>
                <a:gd name="T7" fmla="*/ 3030 h 107"/>
                <a:gd name="T8" fmla="*/ 2129 w 92"/>
                <a:gd name="T9" fmla="*/ 44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07">
                  <a:moveTo>
                    <a:pt x="77" y="11"/>
                  </a:moveTo>
                  <a:cubicBezTo>
                    <a:pt x="63" y="0"/>
                    <a:pt x="37" y="11"/>
                    <a:pt x="19" y="34"/>
                  </a:cubicBezTo>
                  <a:cubicBezTo>
                    <a:pt x="2" y="58"/>
                    <a:pt x="0" y="86"/>
                    <a:pt x="15" y="96"/>
                  </a:cubicBezTo>
                  <a:cubicBezTo>
                    <a:pt x="29" y="107"/>
                    <a:pt x="55" y="97"/>
                    <a:pt x="72" y="73"/>
                  </a:cubicBezTo>
                  <a:cubicBezTo>
                    <a:pt x="90" y="50"/>
                    <a:pt x="92" y="22"/>
                    <a:pt x="77" y="1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2027">
              <a:extLst>
                <a:ext uri="{FF2B5EF4-FFF2-40B4-BE49-F238E27FC236}">
                  <a16:creationId xmlns:a16="http://schemas.microsoft.com/office/drawing/2014/main" id="{309BDF03-2DC7-46B3-A933-00E196B29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324"/>
              <a:ext cx="193" cy="160"/>
            </a:xfrm>
            <a:custGeom>
              <a:avLst/>
              <a:gdLst>
                <a:gd name="T0" fmla="*/ 221 w 111"/>
                <a:gd name="T1" fmla="*/ 2791 h 86"/>
                <a:gd name="T2" fmla="*/ 1116 w 111"/>
                <a:gd name="T3" fmla="*/ 575 h 86"/>
                <a:gd name="T4" fmla="*/ 2845 w 111"/>
                <a:gd name="T5" fmla="*/ 780 h 86"/>
                <a:gd name="T6" fmla="*/ 1940 w 111"/>
                <a:gd name="T7" fmla="*/ 2980 h 86"/>
                <a:gd name="T8" fmla="*/ 221 w 111"/>
                <a:gd name="T9" fmla="*/ 279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86">
                  <a:moveTo>
                    <a:pt x="8" y="67"/>
                  </a:moveTo>
                  <a:cubicBezTo>
                    <a:pt x="0" y="51"/>
                    <a:pt x="14" y="27"/>
                    <a:pt x="40" y="14"/>
                  </a:cubicBezTo>
                  <a:cubicBezTo>
                    <a:pt x="66" y="0"/>
                    <a:pt x="94" y="3"/>
                    <a:pt x="103" y="19"/>
                  </a:cubicBezTo>
                  <a:cubicBezTo>
                    <a:pt x="111" y="35"/>
                    <a:pt x="96" y="59"/>
                    <a:pt x="70" y="72"/>
                  </a:cubicBezTo>
                  <a:cubicBezTo>
                    <a:pt x="44" y="86"/>
                    <a:pt x="17" y="83"/>
                    <a:pt x="8" y="67"/>
                  </a:cubicBezTo>
                  <a:close/>
                </a:path>
              </a:pathLst>
            </a:custGeom>
            <a:solidFill>
              <a:srgbClr val="BF5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Freeform 2028">
              <a:extLst>
                <a:ext uri="{FF2B5EF4-FFF2-40B4-BE49-F238E27FC236}">
                  <a16:creationId xmlns:a16="http://schemas.microsoft.com/office/drawing/2014/main" id="{9D7EAB6E-1CDC-4C27-AA23-A9C6F8436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337"/>
              <a:ext cx="120" cy="132"/>
            </a:xfrm>
            <a:custGeom>
              <a:avLst/>
              <a:gdLst>
                <a:gd name="T0" fmla="*/ 1685 w 69"/>
                <a:gd name="T1" fmla="*/ 539 h 71"/>
                <a:gd name="T2" fmla="*/ 1125 w 69"/>
                <a:gd name="T3" fmla="*/ 0 h 71"/>
                <a:gd name="T4" fmla="*/ 1489 w 69"/>
                <a:gd name="T5" fmla="*/ 487 h 71"/>
                <a:gd name="T6" fmla="*/ 668 w 69"/>
                <a:gd name="T7" fmla="*/ 2558 h 71"/>
                <a:gd name="T8" fmla="*/ 0 w 69"/>
                <a:gd name="T9" fmla="*/ 2893 h 71"/>
                <a:gd name="T10" fmla="*/ 889 w 69"/>
                <a:gd name="T11" fmla="*/ 2506 h 71"/>
                <a:gd name="T12" fmla="*/ 1685 w 69"/>
                <a:gd name="T13" fmla="*/ 539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71">
                  <a:moveTo>
                    <a:pt x="61" y="13"/>
                  </a:moveTo>
                  <a:cubicBezTo>
                    <a:pt x="58" y="6"/>
                    <a:pt x="51" y="2"/>
                    <a:pt x="41" y="0"/>
                  </a:cubicBezTo>
                  <a:cubicBezTo>
                    <a:pt x="47" y="3"/>
                    <a:pt x="51" y="6"/>
                    <a:pt x="54" y="12"/>
                  </a:cubicBezTo>
                  <a:cubicBezTo>
                    <a:pt x="62" y="27"/>
                    <a:pt x="48" y="49"/>
                    <a:pt x="24" y="62"/>
                  </a:cubicBezTo>
                  <a:cubicBezTo>
                    <a:pt x="16" y="66"/>
                    <a:pt x="7" y="69"/>
                    <a:pt x="0" y="70"/>
                  </a:cubicBezTo>
                  <a:cubicBezTo>
                    <a:pt x="9" y="71"/>
                    <a:pt x="22" y="67"/>
                    <a:pt x="32" y="61"/>
                  </a:cubicBezTo>
                  <a:cubicBezTo>
                    <a:pt x="56" y="49"/>
                    <a:pt x="69" y="28"/>
                    <a:pt x="61" y="13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6" name="Freeform 2029">
              <a:extLst>
                <a:ext uri="{FF2B5EF4-FFF2-40B4-BE49-F238E27FC236}">
                  <a16:creationId xmlns:a16="http://schemas.microsoft.com/office/drawing/2014/main" id="{B2D8C72B-7775-4F7B-8AAC-EB9DE7F50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337"/>
              <a:ext cx="126" cy="130"/>
            </a:xfrm>
            <a:custGeom>
              <a:avLst/>
              <a:gdLst>
                <a:gd name="T0" fmla="*/ 527 w 72"/>
                <a:gd name="T1" fmla="*/ 2498 h 70"/>
                <a:gd name="T2" fmla="*/ 1335 w 72"/>
                <a:gd name="T3" fmla="*/ 379 h 70"/>
                <a:gd name="T4" fmla="*/ 1988 w 72"/>
                <a:gd name="T5" fmla="*/ 0 h 70"/>
                <a:gd name="T6" fmla="*/ 1988 w 72"/>
                <a:gd name="T7" fmla="*/ 0 h 70"/>
                <a:gd name="T8" fmla="*/ 1923 w 72"/>
                <a:gd name="T9" fmla="*/ 0 h 70"/>
                <a:gd name="T10" fmla="*/ 1099 w 72"/>
                <a:gd name="T11" fmla="*/ 334 h 70"/>
                <a:gd name="T12" fmla="*/ 236 w 72"/>
                <a:gd name="T13" fmla="*/ 2390 h 70"/>
                <a:gd name="T14" fmla="*/ 809 w 72"/>
                <a:gd name="T15" fmla="*/ 2869 h 70"/>
                <a:gd name="T16" fmla="*/ 527 w 72"/>
                <a:gd name="T17" fmla="*/ 2498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70">
                  <a:moveTo>
                    <a:pt x="18" y="61"/>
                  </a:moveTo>
                  <a:cubicBezTo>
                    <a:pt x="10" y="46"/>
                    <a:pt x="22" y="21"/>
                    <a:pt x="46" y="9"/>
                  </a:cubicBezTo>
                  <a:cubicBezTo>
                    <a:pt x="53" y="5"/>
                    <a:pt x="61" y="1"/>
                    <a:pt x="69" y="0"/>
                  </a:cubicBezTo>
                  <a:cubicBezTo>
                    <a:pt x="70" y="0"/>
                    <a:pt x="72" y="0"/>
                    <a:pt x="69" y="0"/>
                  </a:cubicBezTo>
                  <a:cubicBezTo>
                    <a:pt x="68" y="0"/>
                    <a:pt x="68" y="0"/>
                    <a:pt x="67" y="0"/>
                  </a:cubicBezTo>
                  <a:cubicBezTo>
                    <a:pt x="58" y="0"/>
                    <a:pt x="48" y="3"/>
                    <a:pt x="38" y="8"/>
                  </a:cubicBezTo>
                  <a:cubicBezTo>
                    <a:pt x="14" y="20"/>
                    <a:pt x="0" y="43"/>
                    <a:pt x="8" y="58"/>
                  </a:cubicBezTo>
                  <a:cubicBezTo>
                    <a:pt x="12" y="65"/>
                    <a:pt x="19" y="69"/>
                    <a:pt x="28" y="70"/>
                  </a:cubicBezTo>
                  <a:cubicBezTo>
                    <a:pt x="24" y="68"/>
                    <a:pt x="20" y="65"/>
                    <a:pt x="18" y="61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2030">
              <a:extLst>
                <a:ext uri="{FF2B5EF4-FFF2-40B4-BE49-F238E27FC236}">
                  <a16:creationId xmlns:a16="http://schemas.microsoft.com/office/drawing/2014/main" id="{BA120D3F-9FA6-4567-BFDC-BEBC8EDA2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395"/>
              <a:ext cx="22" cy="22"/>
            </a:xfrm>
            <a:custGeom>
              <a:avLst/>
              <a:gdLst>
                <a:gd name="T0" fmla="*/ 24 w 13"/>
                <a:gd name="T1" fmla="*/ 229 h 12"/>
                <a:gd name="T2" fmla="*/ 140 w 13"/>
                <a:gd name="T3" fmla="*/ 0 h 12"/>
                <a:gd name="T4" fmla="*/ 281 w 13"/>
                <a:gd name="T5" fmla="*/ 193 h 12"/>
                <a:gd name="T6" fmla="*/ 166 w 13"/>
                <a:gd name="T7" fmla="*/ 451 h 12"/>
                <a:gd name="T8" fmla="*/ 24 w 13"/>
                <a:gd name="T9" fmla="*/ 22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" y="6"/>
                  </a:move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2"/>
                    <a:pt x="12" y="5"/>
                  </a:cubicBezTo>
                  <a:cubicBezTo>
                    <a:pt x="13" y="9"/>
                    <a:pt x="10" y="11"/>
                    <a:pt x="7" y="12"/>
                  </a:cubicBezTo>
                  <a:cubicBezTo>
                    <a:pt x="4" y="12"/>
                    <a:pt x="1" y="10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Freeform 2031">
              <a:extLst>
                <a:ext uri="{FF2B5EF4-FFF2-40B4-BE49-F238E27FC236}">
                  <a16:creationId xmlns:a16="http://schemas.microsoft.com/office/drawing/2014/main" id="{58AA3E61-A325-46BF-A121-24B499BCC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382"/>
              <a:ext cx="14" cy="14"/>
            </a:xfrm>
            <a:custGeom>
              <a:avLst/>
              <a:gdLst>
                <a:gd name="T0" fmla="*/ 0 w 8"/>
                <a:gd name="T1" fmla="*/ 114 h 8"/>
                <a:gd name="T2" fmla="*/ 114 w 8"/>
                <a:gd name="T3" fmla="*/ 0 h 8"/>
                <a:gd name="T4" fmla="*/ 236 w 8"/>
                <a:gd name="T5" fmla="*/ 114 h 8"/>
                <a:gd name="T6" fmla="*/ 114 w 8"/>
                <a:gd name="T7" fmla="*/ 236 h 8"/>
                <a:gd name="T8" fmla="*/ 0 w 8"/>
                <a:gd name="T9" fmla="*/ 1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ubicBezTo>
                    <a:pt x="8" y="6"/>
                    <a:pt x="7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Freeform 2032">
              <a:extLst>
                <a:ext uri="{FF2B5EF4-FFF2-40B4-BE49-F238E27FC236}">
                  <a16:creationId xmlns:a16="http://schemas.microsoft.com/office/drawing/2014/main" id="{E112FE58-B461-463E-A1A0-5BBDD22B5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421"/>
              <a:ext cx="8" cy="9"/>
            </a:xfrm>
            <a:custGeom>
              <a:avLst/>
              <a:gdLst>
                <a:gd name="T0" fmla="*/ 0 w 5"/>
                <a:gd name="T1" fmla="*/ 94 h 5"/>
                <a:gd name="T2" fmla="*/ 34 w 5"/>
                <a:gd name="T3" fmla="*/ 0 h 5"/>
                <a:gd name="T4" fmla="*/ 86 w 5"/>
                <a:gd name="T5" fmla="*/ 74 h 5"/>
                <a:gd name="T6" fmla="*/ 34 w 5"/>
                <a:gd name="T7" fmla="*/ 169 h 5"/>
                <a:gd name="T8" fmla="*/ 0 w 5"/>
                <a:gd name="T9" fmla="*/ 9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0" name="Freeform 2033">
              <a:extLst>
                <a:ext uri="{FF2B5EF4-FFF2-40B4-BE49-F238E27FC236}">
                  <a16:creationId xmlns:a16="http://schemas.microsoft.com/office/drawing/2014/main" id="{73CAE164-CBD0-4592-8CBE-53BA68C8F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324"/>
              <a:ext cx="193" cy="160"/>
            </a:xfrm>
            <a:custGeom>
              <a:avLst/>
              <a:gdLst>
                <a:gd name="T0" fmla="*/ 221 w 111"/>
                <a:gd name="T1" fmla="*/ 2791 h 86"/>
                <a:gd name="T2" fmla="*/ 1116 w 111"/>
                <a:gd name="T3" fmla="*/ 575 h 86"/>
                <a:gd name="T4" fmla="*/ 2845 w 111"/>
                <a:gd name="T5" fmla="*/ 780 h 86"/>
                <a:gd name="T6" fmla="*/ 1940 w 111"/>
                <a:gd name="T7" fmla="*/ 2980 h 86"/>
                <a:gd name="T8" fmla="*/ 221 w 111"/>
                <a:gd name="T9" fmla="*/ 279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86">
                  <a:moveTo>
                    <a:pt x="8" y="67"/>
                  </a:moveTo>
                  <a:cubicBezTo>
                    <a:pt x="0" y="51"/>
                    <a:pt x="14" y="27"/>
                    <a:pt x="40" y="14"/>
                  </a:cubicBezTo>
                  <a:cubicBezTo>
                    <a:pt x="66" y="0"/>
                    <a:pt x="94" y="3"/>
                    <a:pt x="103" y="19"/>
                  </a:cubicBezTo>
                  <a:cubicBezTo>
                    <a:pt x="111" y="35"/>
                    <a:pt x="96" y="59"/>
                    <a:pt x="70" y="72"/>
                  </a:cubicBezTo>
                  <a:cubicBezTo>
                    <a:pt x="44" y="86"/>
                    <a:pt x="17" y="83"/>
                    <a:pt x="8" y="6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2034">
              <a:extLst>
                <a:ext uri="{FF2B5EF4-FFF2-40B4-BE49-F238E27FC236}">
                  <a16:creationId xmlns:a16="http://schemas.microsoft.com/office/drawing/2014/main" id="{9FD4BC79-5B9D-4935-B9F4-3842D87FA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460"/>
              <a:ext cx="46" cy="44"/>
            </a:xfrm>
            <a:custGeom>
              <a:avLst/>
              <a:gdLst>
                <a:gd name="T0" fmla="*/ 37 w 26"/>
                <a:gd name="T1" fmla="*/ 315 h 24"/>
                <a:gd name="T2" fmla="*/ 244 w 26"/>
                <a:gd name="T3" fmla="*/ 44 h 24"/>
                <a:gd name="T4" fmla="*/ 793 w 26"/>
                <a:gd name="T5" fmla="*/ 376 h 24"/>
                <a:gd name="T6" fmla="*/ 610 w 26"/>
                <a:gd name="T7" fmla="*/ 598 h 24"/>
                <a:gd name="T8" fmla="*/ 488 w 26"/>
                <a:gd name="T9" fmla="*/ 919 h 24"/>
                <a:gd name="T10" fmla="*/ 37 w 26"/>
                <a:gd name="T11" fmla="*/ 31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4">
                  <a:moveTo>
                    <a:pt x="1" y="8"/>
                  </a:moveTo>
                  <a:cubicBezTo>
                    <a:pt x="3" y="5"/>
                    <a:pt x="6" y="3"/>
                    <a:pt x="8" y="1"/>
                  </a:cubicBezTo>
                  <a:cubicBezTo>
                    <a:pt x="9" y="0"/>
                    <a:pt x="26" y="10"/>
                    <a:pt x="26" y="10"/>
                  </a:cubicBezTo>
                  <a:cubicBezTo>
                    <a:pt x="24" y="12"/>
                    <a:pt x="22" y="14"/>
                    <a:pt x="20" y="16"/>
                  </a:cubicBezTo>
                  <a:cubicBezTo>
                    <a:pt x="19" y="19"/>
                    <a:pt x="17" y="21"/>
                    <a:pt x="16" y="24"/>
                  </a:cubicBezTo>
                  <a:cubicBezTo>
                    <a:pt x="16" y="24"/>
                    <a:pt x="0" y="8"/>
                    <a:pt x="1" y="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2035">
              <a:extLst>
                <a:ext uri="{FF2B5EF4-FFF2-40B4-BE49-F238E27FC236}">
                  <a16:creationId xmlns:a16="http://schemas.microsoft.com/office/drawing/2014/main" id="{F19C581C-0424-4C7B-9868-C8760A4C4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744"/>
              <a:ext cx="176" cy="188"/>
            </a:xfrm>
            <a:custGeom>
              <a:avLst/>
              <a:gdLst>
                <a:gd name="T0" fmla="*/ 2459 w 101"/>
                <a:gd name="T1" fmla="*/ 540 h 101"/>
                <a:gd name="T2" fmla="*/ 756 w 101"/>
                <a:gd name="T3" fmla="*/ 1115 h 101"/>
                <a:gd name="T4" fmla="*/ 371 w 101"/>
                <a:gd name="T5" fmla="*/ 3661 h 101"/>
                <a:gd name="T6" fmla="*/ 2074 w 101"/>
                <a:gd name="T7" fmla="*/ 3084 h 101"/>
                <a:gd name="T8" fmla="*/ 2459 w 101"/>
                <a:gd name="T9" fmla="*/ 54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01">
                  <a:moveTo>
                    <a:pt x="88" y="13"/>
                  </a:moveTo>
                  <a:cubicBezTo>
                    <a:pt x="75" y="0"/>
                    <a:pt x="48" y="7"/>
                    <a:pt x="27" y="27"/>
                  </a:cubicBezTo>
                  <a:cubicBezTo>
                    <a:pt x="7" y="48"/>
                    <a:pt x="0" y="75"/>
                    <a:pt x="13" y="88"/>
                  </a:cubicBezTo>
                  <a:cubicBezTo>
                    <a:pt x="26" y="101"/>
                    <a:pt x="53" y="94"/>
                    <a:pt x="74" y="74"/>
                  </a:cubicBezTo>
                  <a:cubicBezTo>
                    <a:pt x="94" y="53"/>
                    <a:pt x="101" y="26"/>
                    <a:pt x="88" y="1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2036">
              <a:extLst>
                <a:ext uri="{FF2B5EF4-FFF2-40B4-BE49-F238E27FC236}">
                  <a16:creationId xmlns:a16="http://schemas.microsoft.com/office/drawing/2014/main" id="{2A143A34-B651-4C25-A8DD-1DAC94406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720"/>
              <a:ext cx="75" cy="87"/>
            </a:xfrm>
            <a:custGeom>
              <a:avLst/>
              <a:gdLst>
                <a:gd name="T0" fmla="*/ 0 w 43"/>
                <a:gd name="T1" fmla="*/ 431 h 47"/>
                <a:gd name="T2" fmla="*/ 159 w 43"/>
                <a:gd name="T3" fmla="*/ 81 h 47"/>
                <a:gd name="T4" fmla="*/ 1210 w 43"/>
                <a:gd name="T5" fmla="*/ 1377 h 47"/>
                <a:gd name="T6" fmla="*/ 1019 w 43"/>
                <a:gd name="T7" fmla="*/ 1610 h 47"/>
                <a:gd name="T8" fmla="*/ 842 w 43"/>
                <a:gd name="T9" fmla="*/ 1892 h 47"/>
                <a:gd name="T10" fmla="*/ 0 w 43"/>
                <a:gd name="T11" fmla="*/ 431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7">
                  <a:moveTo>
                    <a:pt x="0" y="11"/>
                  </a:moveTo>
                  <a:cubicBezTo>
                    <a:pt x="1" y="8"/>
                    <a:pt x="5" y="5"/>
                    <a:pt x="6" y="2"/>
                  </a:cubicBezTo>
                  <a:cubicBezTo>
                    <a:pt x="7" y="0"/>
                    <a:pt x="43" y="34"/>
                    <a:pt x="43" y="34"/>
                  </a:cubicBezTo>
                  <a:cubicBezTo>
                    <a:pt x="41" y="36"/>
                    <a:pt x="38" y="38"/>
                    <a:pt x="36" y="40"/>
                  </a:cubicBezTo>
                  <a:cubicBezTo>
                    <a:pt x="34" y="42"/>
                    <a:pt x="32" y="44"/>
                    <a:pt x="30" y="47"/>
                  </a:cubicBezTo>
                  <a:cubicBezTo>
                    <a:pt x="30" y="47"/>
                    <a:pt x="0" y="12"/>
                    <a:pt x="0" y="1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2037">
              <a:extLst>
                <a:ext uri="{FF2B5EF4-FFF2-40B4-BE49-F238E27FC236}">
                  <a16:creationId xmlns:a16="http://schemas.microsoft.com/office/drawing/2014/main" id="{F07ECA3D-80DF-4963-B239-415BCE21D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930"/>
              <a:ext cx="167" cy="195"/>
            </a:xfrm>
            <a:custGeom>
              <a:avLst/>
              <a:gdLst>
                <a:gd name="T0" fmla="*/ 384 w 96"/>
                <a:gd name="T1" fmla="*/ 487 h 105"/>
                <a:gd name="T2" fmla="*/ 642 w 96"/>
                <a:gd name="T3" fmla="*/ 3025 h 105"/>
                <a:gd name="T4" fmla="*/ 2279 w 96"/>
                <a:gd name="T5" fmla="*/ 3818 h 105"/>
                <a:gd name="T6" fmla="*/ 2021 w 96"/>
                <a:gd name="T7" fmla="*/ 1307 h 105"/>
                <a:gd name="T8" fmla="*/ 384 w 96"/>
                <a:gd name="T9" fmla="*/ 487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05">
                  <a:moveTo>
                    <a:pt x="14" y="12"/>
                  </a:moveTo>
                  <a:cubicBezTo>
                    <a:pt x="0" y="23"/>
                    <a:pt x="4" y="51"/>
                    <a:pt x="23" y="74"/>
                  </a:cubicBezTo>
                  <a:cubicBezTo>
                    <a:pt x="41" y="96"/>
                    <a:pt x="68" y="105"/>
                    <a:pt x="82" y="93"/>
                  </a:cubicBezTo>
                  <a:cubicBezTo>
                    <a:pt x="96" y="82"/>
                    <a:pt x="92" y="54"/>
                    <a:pt x="73" y="32"/>
                  </a:cubicBezTo>
                  <a:cubicBezTo>
                    <a:pt x="55" y="9"/>
                    <a:pt x="28" y="0"/>
                    <a:pt x="14" y="1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2038">
              <a:extLst>
                <a:ext uri="{FF2B5EF4-FFF2-40B4-BE49-F238E27FC236}">
                  <a16:creationId xmlns:a16="http://schemas.microsoft.com/office/drawing/2014/main" id="{CE2F77A8-CCFB-49CD-AB16-4974C2BF1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055"/>
              <a:ext cx="74" cy="74"/>
            </a:xfrm>
            <a:custGeom>
              <a:avLst/>
              <a:gdLst>
                <a:gd name="T0" fmla="*/ 77 w 43"/>
                <a:gd name="T1" fmla="*/ 1558 h 40"/>
                <a:gd name="T2" fmla="*/ 0 w 43"/>
                <a:gd name="T3" fmla="*/ 1228 h 40"/>
                <a:gd name="T4" fmla="*/ 833 w 43"/>
                <a:gd name="T5" fmla="*/ 0 h 40"/>
                <a:gd name="T6" fmla="*/ 962 w 43"/>
                <a:gd name="T7" fmla="*/ 278 h 40"/>
                <a:gd name="T8" fmla="*/ 1117 w 43"/>
                <a:gd name="T9" fmla="*/ 514 h 40"/>
                <a:gd name="T10" fmla="*/ 77 w 43"/>
                <a:gd name="T11" fmla="*/ 1558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0">
                  <a:moveTo>
                    <a:pt x="3" y="39"/>
                  </a:moveTo>
                  <a:cubicBezTo>
                    <a:pt x="2" y="36"/>
                    <a:pt x="1" y="33"/>
                    <a:pt x="0" y="31"/>
                  </a:cubicBezTo>
                  <a:cubicBezTo>
                    <a:pt x="0" y="29"/>
                    <a:pt x="32" y="0"/>
                    <a:pt x="32" y="0"/>
                  </a:cubicBezTo>
                  <a:cubicBezTo>
                    <a:pt x="33" y="2"/>
                    <a:pt x="35" y="4"/>
                    <a:pt x="37" y="7"/>
                  </a:cubicBezTo>
                  <a:cubicBezTo>
                    <a:pt x="39" y="9"/>
                    <a:pt x="41" y="11"/>
                    <a:pt x="43" y="13"/>
                  </a:cubicBezTo>
                  <a:cubicBezTo>
                    <a:pt x="43" y="13"/>
                    <a:pt x="3" y="40"/>
                    <a:pt x="3" y="3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Freeform 2039">
              <a:extLst>
                <a:ext uri="{FF2B5EF4-FFF2-40B4-BE49-F238E27FC236}">
                  <a16:creationId xmlns:a16="http://schemas.microsoft.com/office/drawing/2014/main" id="{6AC2A7EC-47FB-4040-895F-2FD9EC3EE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583"/>
              <a:ext cx="189" cy="128"/>
            </a:xfrm>
            <a:custGeom>
              <a:avLst/>
              <a:gdLst>
                <a:gd name="T0" fmla="*/ 3066 w 108"/>
                <a:gd name="T1" fmla="*/ 1538 h 69"/>
                <a:gd name="T2" fmla="*/ 1614 w 108"/>
                <a:gd name="T3" fmla="*/ 83 h 69"/>
                <a:gd name="T4" fmla="*/ 37 w 108"/>
                <a:gd name="T5" fmla="*/ 1291 h 69"/>
                <a:gd name="T6" fmla="*/ 1491 w 108"/>
                <a:gd name="T7" fmla="*/ 2770 h 69"/>
                <a:gd name="T8" fmla="*/ 3066 w 108"/>
                <a:gd name="T9" fmla="*/ 153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9">
                  <a:moveTo>
                    <a:pt x="107" y="38"/>
                  </a:moveTo>
                  <a:cubicBezTo>
                    <a:pt x="108" y="20"/>
                    <a:pt x="85" y="4"/>
                    <a:pt x="56" y="2"/>
                  </a:cubicBezTo>
                  <a:cubicBezTo>
                    <a:pt x="27" y="0"/>
                    <a:pt x="2" y="14"/>
                    <a:pt x="1" y="32"/>
                  </a:cubicBezTo>
                  <a:cubicBezTo>
                    <a:pt x="0" y="50"/>
                    <a:pt x="23" y="66"/>
                    <a:pt x="52" y="68"/>
                  </a:cubicBezTo>
                  <a:cubicBezTo>
                    <a:pt x="81" y="69"/>
                    <a:pt x="106" y="56"/>
                    <a:pt x="107" y="38"/>
                  </a:cubicBezTo>
                  <a:close/>
                </a:path>
              </a:pathLst>
            </a:custGeom>
            <a:solidFill>
              <a:srgbClr val="BF5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7" name="Freeform 2040">
              <a:extLst>
                <a:ext uri="{FF2B5EF4-FFF2-40B4-BE49-F238E27FC236}">
                  <a16:creationId xmlns:a16="http://schemas.microsoft.com/office/drawing/2014/main" id="{60C1EADA-16DD-45C4-8D5F-7D343314C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707"/>
              <a:ext cx="32" cy="80"/>
            </a:xfrm>
            <a:custGeom>
              <a:avLst/>
              <a:gdLst>
                <a:gd name="T0" fmla="*/ 66 w 18"/>
                <a:gd name="T1" fmla="*/ 1738 h 43"/>
                <a:gd name="T2" fmla="*/ 370 w 18"/>
                <a:gd name="T3" fmla="*/ 1738 h 43"/>
                <a:gd name="T4" fmla="*/ 569 w 18"/>
                <a:gd name="T5" fmla="*/ 45 h 43"/>
                <a:gd name="T6" fmla="*/ 281 w 18"/>
                <a:gd name="T7" fmla="*/ 45 h 43"/>
                <a:gd name="T8" fmla="*/ 0 w 18"/>
                <a:gd name="T9" fmla="*/ 0 h 43"/>
                <a:gd name="T10" fmla="*/ 66 w 18"/>
                <a:gd name="T11" fmla="*/ 1738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3">
                  <a:moveTo>
                    <a:pt x="2" y="42"/>
                  </a:moveTo>
                  <a:cubicBezTo>
                    <a:pt x="5" y="41"/>
                    <a:pt x="9" y="43"/>
                    <a:pt x="12" y="42"/>
                  </a:cubicBezTo>
                  <a:cubicBezTo>
                    <a:pt x="13" y="42"/>
                    <a:pt x="18" y="1"/>
                    <a:pt x="18" y="1"/>
                  </a:cubicBezTo>
                  <a:cubicBezTo>
                    <a:pt x="15" y="1"/>
                    <a:pt x="12" y="1"/>
                    <a:pt x="9" y="1"/>
                  </a:cubicBezTo>
                  <a:cubicBezTo>
                    <a:pt x="6" y="1"/>
                    <a:pt x="3" y="0"/>
                    <a:pt x="0" y="0"/>
                  </a:cubicBezTo>
                  <a:cubicBezTo>
                    <a:pt x="0" y="0"/>
                    <a:pt x="1" y="43"/>
                    <a:pt x="2" y="42"/>
                  </a:cubicBezTo>
                  <a:close/>
                </a:path>
              </a:pathLst>
            </a:custGeom>
            <a:solidFill>
              <a:srgbClr val="7CB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2041">
              <a:extLst>
                <a:ext uri="{FF2B5EF4-FFF2-40B4-BE49-F238E27FC236}">
                  <a16:creationId xmlns:a16="http://schemas.microsoft.com/office/drawing/2014/main" id="{AFF550A4-89BD-4C11-BBEE-1FFFD112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614"/>
              <a:ext cx="143" cy="93"/>
            </a:xfrm>
            <a:custGeom>
              <a:avLst/>
              <a:gdLst>
                <a:gd name="T0" fmla="*/ 2302 w 82"/>
                <a:gd name="T1" fmla="*/ 876 h 50"/>
                <a:gd name="T2" fmla="*/ 1999 w 82"/>
                <a:gd name="T3" fmla="*/ 0 h 50"/>
                <a:gd name="T4" fmla="*/ 2147 w 82"/>
                <a:gd name="T5" fmla="*/ 668 h 50"/>
                <a:gd name="T6" fmla="*/ 712 w 82"/>
                <a:gd name="T7" fmla="*/ 1834 h 50"/>
                <a:gd name="T8" fmla="*/ 0 w 82"/>
                <a:gd name="T9" fmla="*/ 1629 h 50"/>
                <a:gd name="T10" fmla="*/ 907 w 82"/>
                <a:gd name="T11" fmla="*/ 1990 h 50"/>
                <a:gd name="T12" fmla="*/ 2302 w 82"/>
                <a:gd name="T13" fmla="*/ 876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50">
                  <a:moveTo>
                    <a:pt x="82" y="21"/>
                  </a:moveTo>
                  <a:cubicBezTo>
                    <a:pt x="82" y="13"/>
                    <a:pt x="79" y="6"/>
                    <a:pt x="71" y="0"/>
                  </a:cubicBezTo>
                  <a:cubicBezTo>
                    <a:pt x="75" y="5"/>
                    <a:pt x="77" y="11"/>
                    <a:pt x="76" y="16"/>
                  </a:cubicBezTo>
                  <a:cubicBezTo>
                    <a:pt x="75" y="33"/>
                    <a:pt x="52" y="46"/>
                    <a:pt x="25" y="44"/>
                  </a:cubicBezTo>
                  <a:cubicBezTo>
                    <a:pt x="16" y="44"/>
                    <a:pt x="7" y="42"/>
                    <a:pt x="0" y="39"/>
                  </a:cubicBezTo>
                  <a:cubicBezTo>
                    <a:pt x="8" y="44"/>
                    <a:pt x="20" y="47"/>
                    <a:pt x="32" y="48"/>
                  </a:cubicBezTo>
                  <a:cubicBezTo>
                    <a:pt x="59" y="50"/>
                    <a:pt x="81" y="38"/>
                    <a:pt x="82" y="21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Freeform 2042">
              <a:extLst>
                <a:ext uri="{FF2B5EF4-FFF2-40B4-BE49-F238E27FC236}">
                  <a16:creationId xmlns:a16="http://schemas.microsoft.com/office/drawing/2014/main" id="{72361A23-BD15-453B-B172-7A3AB8612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588"/>
              <a:ext cx="148" cy="93"/>
            </a:xfrm>
            <a:custGeom>
              <a:avLst/>
              <a:gdLst>
                <a:gd name="T0" fmla="*/ 193 w 85"/>
                <a:gd name="T1" fmla="*/ 1533 h 50"/>
                <a:gd name="T2" fmla="*/ 1616 w 85"/>
                <a:gd name="T3" fmla="*/ 238 h 50"/>
                <a:gd name="T4" fmla="*/ 2291 w 85"/>
                <a:gd name="T5" fmla="*/ 419 h 50"/>
                <a:gd name="T6" fmla="*/ 2291 w 85"/>
                <a:gd name="T7" fmla="*/ 419 h 50"/>
                <a:gd name="T8" fmla="*/ 2222 w 85"/>
                <a:gd name="T9" fmla="*/ 387 h 50"/>
                <a:gd name="T10" fmla="*/ 1424 w 85"/>
                <a:gd name="T11" fmla="*/ 45 h 50"/>
                <a:gd name="T12" fmla="*/ 0 w 85"/>
                <a:gd name="T13" fmla="*/ 1198 h 50"/>
                <a:gd name="T14" fmla="*/ 299 w 85"/>
                <a:gd name="T15" fmla="*/ 2072 h 50"/>
                <a:gd name="T16" fmla="*/ 193 w 85"/>
                <a:gd name="T17" fmla="*/ 1533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50">
                  <a:moveTo>
                    <a:pt x="7" y="37"/>
                  </a:moveTo>
                  <a:cubicBezTo>
                    <a:pt x="8" y="20"/>
                    <a:pt x="30" y="4"/>
                    <a:pt x="58" y="6"/>
                  </a:cubicBezTo>
                  <a:cubicBezTo>
                    <a:pt x="66" y="6"/>
                    <a:pt x="75" y="8"/>
                    <a:pt x="82" y="10"/>
                  </a:cubicBezTo>
                  <a:cubicBezTo>
                    <a:pt x="83" y="11"/>
                    <a:pt x="85" y="11"/>
                    <a:pt x="82" y="10"/>
                  </a:cubicBezTo>
                  <a:cubicBezTo>
                    <a:pt x="81" y="9"/>
                    <a:pt x="81" y="9"/>
                    <a:pt x="80" y="9"/>
                  </a:cubicBezTo>
                  <a:cubicBezTo>
                    <a:pt x="72" y="5"/>
                    <a:pt x="62" y="2"/>
                    <a:pt x="51" y="1"/>
                  </a:cubicBezTo>
                  <a:cubicBezTo>
                    <a:pt x="24" y="0"/>
                    <a:pt x="1" y="12"/>
                    <a:pt x="0" y="29"/>
                  </a:cubicBezTo>
                  <a:cubicBezTo>
                    <a:pt x="0" y="37"/>
                    <a:pt x="4" y="44"/>
                    <a:pt x="11" y="50"/>
                  </a:cubicBezTo>
                  <a:cubicBezTo>
                    <a:pt x="8" y="46"/>
                    <a:pt x="7" y="41"/>
                    <a:pt x="7" y="37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Freeform 2043">
              <a:extLst>
                <a:ext uri="{FF2B5EF4-FFF2-40B4-BE49-F238E27FC236}">
                  <a16:creationId xmlns:a16="http://schemas.microsoft.com/office/drawing/2014/main" id="{DF0EA4DF-7AF1-4998-9357-701BA4877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07"/>
              <a:ext cx="22" cy="24"/>
            </a:xfrm>
            <a:custGeom>
              <a:avLst/>
              <a:gdLst>
                <a:gd name="T0" fmla="*/ 24 w 13"/>
                <a:gd name="T1" fmla="*/ 150 h 13"/>
                <a:gd name="T2" fmla="*/ 203 w 13"/>
                <a:gd name="T3" fmla="*/ 81 h 13"/>
                <a:gd name="T4" fmla="*/ 281 w 13"/>
                <a:gd name="T5" fmla="*/ 358 h 13"/>
                <a:gd name="T6" fmla="*/ 98 w 13"/>
                <a:gd name="T7" fmla="*/ 476 h 13"/>
                <a:gd name="T8" fmla="*/ 24 w 13"/>
                <a:gd name="T9" fmla="*/ 15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4"/>
                  </a:moveTo>
                  <a:cubicBezTo>
                    <a:pt x="3" y="1"/>
                    <a:pt x="6" y="0"/>
                    <a:pt x="9" y="2"/>
                  </a:cubicBezTo>
                  <a:cubicBezTo>
                    <a:pt x="12" y="3"/>
                    <a:pt x="13" y="6"/>
                    <a:pt x="12" y="9"/>
                  </a:cubicBezTo>
                  <a:cubicBezTo>
                    <a:pt x="10" y="12"/>
                    <a:pt x="7" y="13"/>
                    <a:pt x="4" y="12"/>
                  </a:cubicBezTo>
                  <a:cubicBezTo>
                    <a:pt x="1" y="11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1" name="Freeform 2044">
              <a:extLst>
                <a:ext uri="{FF2B5EF4-FFF2-40B4-BE49-F238E27FC236}">
                  <a16:creationId xmlns:a16="http://schemas.microsoft.com/office/drawing/2014/main" id="{181C7F6D-3CFC-46EA-BEB3-87D0D9F8F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03"/>
              <a:ext cx="16" cy="19"/>
            </a:xfrm>
            <a:custGeom>
              <a:avLst/>
              <a:gdLst>
                <a:gd name="T0" fmla="*/ 37 w 9"/>
                <a:gd name="T1" fmla="*/ 144 h 10"/>
                <a:gd name="T2" fmla="*/ 208 w 9"/>
                <a:gd name="T3" fmla="*/ 55 h 10"/>
                <a:gd name="T4" fmla="*/ 247 w 9"/>
                <a:gd name="T5" fmla="*/ 329 h 10"/>
                <a:gd name="T6" fmla="*/ 89 w 9"/>
                <a:gd name="T7" fmla="*/ 418 h 10"/>
                <a:gd name="T8" fmla="*/ 37 w 9"/>
                <a:gd name="T9" fmla="*/ 14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3"/>
                  </a:moveTo>
                  <a:cubicBezTo>
                    <a:pt x="2" y="1"/>
                    <a:pt x="5" y="0"/>
                    <a:pt x="7" y="1"/>
                  </a:cubicBezTo>
                  <a:cubicBezTo>
                    <a:pt x="9" y="2"/>
                    <a:pt x="9" y="5"/>
                    <a:pt x="8" y="7"/>
                  </a:cubicBezTo>
                  <a:cubicBezTo>
                    <a:pt x="7" y="9"/>
                    <a:pt x="5" y="10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Freeform 2045">
              <a:extLst>
                <a:ext uri="{FF2B5EF4-FFF2-40B4-BE49-F238E27FC236}">
                  <a16:creationId xmlns:a16="http://schemas.microsoft.com/office/drawing/2014/main" id="{8588CD2A-E32B-4AED-B75C-750BB93A6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627"/>
              <a:ext cx="10" cy="11"/>
            </a:xfrm>
            <a:custGeom>
              <a:avLst/>
              <a:gdLst>
                <a:gd name="T0" fmla="*/ 22 w 6"/>
                <a:gd name="T1" fmla="*/ 81 h 6"/>
                <a:gd name="T2" fmla="*/ 103 w 6"/>
                <a:gd name="T3" fmla="*/ 44 h 6"/>
                <a:gd name="T4" fmla="*/ 130 w 6"/>
                <a:gd name="T5" fmla="*/ 193 h 6"/>
                <a:gd name="T6" fmla="*/ 37 w 6"/>
                <a:gd name="T7" fmla="*/ 229 h 6"/>
                <a:gd name="T8" fmla="*/ 22 w 6"/>
                <a:gd name="T9" fmla="*/ 8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6" y="3"/>
                    <a:pt x="6" y="5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3" name="Freeform 2046">
              <a:extLst>
                <a:ext uri="{FF2B5EF4-FFF2-40B4-BE49-F238E27FC236}">
                  <a16:creationId xmlns:a16="http://schemas.microsoft.com/office/drawing/2014/main" id="{1C21B164-A343-4543-BFB9-F7A7908B0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711"/>
              <a:ext cx="21" cy="61"/>
            </a:xfrm>
            <a:custGeom>
              <a:avLst/>
              <a:gdLst>
                <a:gd name="T0" fmla="*/ 0 w 12"/>
                <a:gd name="T1" fmla="*/ 0 h 33"/>
                <a:gd name="T2" fmla="*/ 350 w 12"/>
                <a:gd name="T3" fmla="*/ 44 h 33"/>
                <a:gd name="T4" fmla="*/ 200 w 12"/>
                <a:gd name="T5" fmla="*/ 1320 h 33"/>
                <a:gd name="T6" fmla="*/ 200 w 12"/>
                <a:gd name="T7" fmla="*/ 233 h 33"/>
                <a:gd name="T8" fmla="*/ 0 w 12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3">
                  <a:moveTo>
                    <a:pt x="0" y="0"/>
                  </a:moveTo>
                  <a:cubicBezTo>
                    <a:pt x="3" y="1"/>
                    <a:pt x="11" y="1"/>
                    <a:pt x="12" y="1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3"/>
                    <a:pt x="10" y="10"/>
                    <a:pt x="7" y="6"/>
                  </a:cubicBezTo>
                  <a:cubicBezTo>
                    <a:pt x="4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Freeform 2047">
              <a:extLst>
                <a:ext uri="{FF2B5EF4-FFF2-40B4-BE49-F238E27FC236}">
                  <a16:creationId xmlns:a16="http://schemas.microsoft.com/office/drawing/2014/main" id="{A118651F-6743-4A45-9562-B9790454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583"/>
              <a:ext cx="189" cy="128"/>
            </a:xfrm>
            <a:custGeom>
              <a:avLst/>
              <a:gdLst>
                <a:gd name="T0" fmla="*/ 3066 w 108"/>
                <a:gd name="T1" fmla="*/ 1538 h 69"/>
                <a:gd name="T2" fmla="*/ 1614 w 108"/>
                <a:gd name="T3" fmla="*/ 83 h 69"/>
                <a:gd name="T4" fmla="*/ 37 w 108"/>
                <a:gd name="T5" fmla="*/ 1291 h 69"/>
                <a:gd name="T6" fmla="*/ 1491 w 108"/>
                <a:gd name="T7" fmla="*/ 2770 h 69"/>
                <a:gd name="T8" fmla="*/ 3066 w 108"/>
                <a:gd name="T9" fmla="*/ 153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9">
                  <a:moveTo>
                    <a:pt x="107" y="38"/>
                  </a:moveTo>
                  <a:cubicBezTo>
                    <a:pt x="108" y="20"/>
                    <a:pt x="85" y="4"/>
                    <a:pt x="56" y="2"/>
                  </a:cubicBezTo>
                  <a:cubicBezTo>
                    <a:pt x="27" y="0"/>
                    <a:pt x="2" y="14"/>
                    <a:pt x="1" y="32"/>
                  </a:cubicBezTo>
                  <a:cubicBezTo>
                    <a:pt x="0" y="50"/>
                    <a:pt x="23" y="66"/>
                    <a:pt x="52" y="68"/>
                  </a:cubicBezTo>
                  <a:cubicBezTo>
                    <a:pt x="81" y="69"/>
                    <a:pt x="106" y="56"/>
                    <a:pt x="107" y="3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5" name="Freeform 2048">
              <a:extLst>
                <a:ext uri="{FF2B5EF4-FFF2-40B4-BE49-F238E27FC236}">
                  <a16:creationId xmlns:a16="http://schemas.microsoft.com/office/drawing/2014/main" id="{D737972D-88E5-4F63-9CDB-69AFF8EFB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707"/>
              <a:ext cx="32" cy="80"/>
            </a:xfrm>
            <a:custGeom>
              <a:avLst/>
              <a:gdLst>
                <a:gd name="T0" fmla="*/ 66 w 18"/>
                <a:gd name="T1" fmla="*/ 1738 h 43"/>
                <a:gd name="T2" fmla="*/ 370 w 18"/>
                <a:gd name="T3" fmla="*/ 1738 h 43"/>
                <a:gd name="T4" fmla="*/ 569 w 18"/>
                <a:gd name="T5" fmla="*/ 45 h 43"/>
                <a:gd name="T6" fmla="*/ 281 w 18"/>
                <a:gd name="T7" fmla="*/ 45 h 43"/>
                <a:gd name="T8" fmla="*/ 0 w 18"/>
                <a:gd name="T9" fmla="*/ 0 h 43"/>
                <a:gd name="T10" fmla="*/ 66 w 18"/>
                <a:gd name="T11" fmla="*/ 1738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3">
                  <a:moveTo>
                    <a:pt x="2" y="42"/>
                  </a:moveTo>
                  <a:cubicBezTo>
                    <a:pt x="5" y="41"/>
                    <a:pt x="9" y="42"/>
                    <a:pt x="12" y="42"/>
                  </a:cubicBezTo>
                  <a:cubicBezTo>
                    <a:pt x="13" y="42"/>
                    <a:pt x="18" y="1"/>
                    <a:pt x="18" y="1"/>
                  </a:cubicBezTo>
                  <a:cubicBezTo>
                    <a:pt x="15" y="1"/>
                    <a:pt x="12" y="1"/>
                    <a:pt x="9" y="1"/>
                  </a:cubicBezTo>
                  <a:cubicBezTo>
                    <a:pt x="6" y="1"/>
                    <a:pt x="3" y="0"/>
                    <a:pt x="0" y="0"/>
                  </a:cubicBezTo>
                  <a:cubicBezTo>
                    <a:pt x="0" y="0"/>
                    <a:pt x="1" y="43"/>
                    <a:pt x="2" y="4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Freeform 2049">
              <a:extLst>
                <a:ext uri="{FF2B5EF4-FFF2-40B4-BE49-F238E27FC236}">
                  <a16:creationId xmlns:a16="http://schemas.microsoft.com/office/drawing/2014/main" id="{A460DE74-278F-43F9-8663-BDF0678D1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3131"/>
              <a:ext cx="190" cy="131"/>
            </a:xfrm>
            <a:custGeom>
              <a:avLst/>
              <a:gdLst>
                <a:gd name="T0" fmla="*/ 3009 w 109"/>
                <a:gd name="T1" fmla="*/ 1220 h 71"/>
                <a:gd name="T2" fmla="*/ 1598 w 109"/>
                <a:gd name="T3" fmla="*/ 2675 h 71"/>
                <a:gd name="T4" fmla="*/ 28 w 109"/>
                <a:gd name="T5" fmla="*/ 1590 h 71"/>
                <a:gd name="T6" fmla="*/ 1431 w 109"/>
                <a:gd name="T7" fmla="*/ 125 h 71"/>
                <a:gd name="T8" fmla="*/ 3009 w 109"/>
                <a:gd name="T9" fmla="*/ 122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71">
                  <a:moveTo>
                    <a:pt x="107" y="31"/>
                  </a:moveTo>
                  <a:cubicBezTo>
                    <a:pt x="109" y="49"/>
                    <a:pt x="86" y="65"/>
                    <a:pt x="57" y="68"/>
                  </a:cubicBezTo>
                  <a:cubicBezTo>
                    <a:pt x="28" y="71"/>
                    <a:pt x="3" y="58"/>
                    <a:pt x="1" y="40"/>
                  </a:cubicBezTo>
                  <a:cubicBezTo>
                    <a:pt x="0" y="22"/>
                    <a:pt x="22" y="5"/>
                    <a:pt x="51" y="3"/>
                  </a:cubicBezTo>
                  <a:cubicBezTo>
                    <a:pt x="80" y="0"/>
                    <a:pt x="105" y="12"/>
                    <a:pt x="107" y="31"/>
                  </a:cubicBezTo>
                  <a:close/>
                </a:path>
              </a:pathLst>
            </a:custGeom>
            <a:solidFill>
              <a:srgbClr val="BF5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7" name="Freeform 2050">
              <a:extLst>
                <a:ext uri="{FF2B5EF4-FFF2-40B4-BE49-F238E27FC236}">
                  <a16:creationId xmlns:a16="http://schemas.microsoft.com/office/drawing/2014/main" id="{8F9F88A9-D731-4FBD-99DF-C282C1EEE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060"/>
              <a:ext cx="32" cy="78"/>
            </a:xfrm>
            <a:custGeom>
              <a:avLst/>
              <a:gdLst>
                <a:gd name="T0" fmla="*/ 361 w 18"/>
                <a:gd name="T1" fmla="*/ 45 h 42"/>
                <a:gd name="T2" fmla="*/ 37 w 18"/>
                <a:gd name="T3" fmla="*/ 45 h 42"/>
                <a:gd name="T4" fmla="*/ 37 w 18"/>
                <a:gd name="T5" fmla="*/ 1725 h 42"/>
                <a:gd name="T6" fmla="*/ 281 w 18"/>
                <a:gd name="T7" fmla="*/ 1679 h 42"/>
                <a:gd name="T8" fmla="*/ 569 w 18"/>
                <a:gd name="T9" fmla="*/ 1629 h 42"/>
                <a:gd name="T10" fmla="*/ 361 w 18"/>
                <a:gd name="T11" fmla="*/ 4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2">
                  <a:moveTo>
                    <a:pt x="11" y="1"/>
                  </a:moveTo>
                  <a:cubicBezTo>
                    <a:pt x="8" y="0"/>
                    <a:pt x="5" y="2"/>
                    <a:pt x="1" y="1"/>
                  </a:cubicBezTo>
                  <a:cubicBezTo>
                    <a:pt x="0" y="1"/>
                    <a:pt x="1" y="42"/>
                    <a:pt x="1" y="42"/>
                  </a:cubicBezTo>
                  <a:cubicBezTo>
                    <a:pt x="3" y="41"/>
                    <a:pt x="6" y="41"/>
                    <a:pt x="9" y="41"/>
                  </a:cubicBezTo>
                  <a:cubicBezTo>
                    <a:pt x="12" y="40"/>
                    <a:pt x="15" y="40"/>
                    <a:pt x="18" y="40"/>
                  </a:cubicBezTo>
                  <a:cubicBezTo>
                    <a:pt x="18" y="40"/>
                    <a:pt x="12" y="1"/>
                    <a:pt x="11" y="1"/>
                  </a:cubicBezTo>
                  <a:close/>
                </a:path>
              </a:pathLst>
            </a:custGeom>
            <a:solidFill>
              <a:srgbClr val="7CB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8" name="Freeform 2051">
              <a:extLst>
                <a:ext uri="{FF2B5EF4-FFF2-40B4-BE49-F238E27FC236}">
                  <a16:creationId xmlns:a16="http://schemas.microsoft.com/office/drawing/2014/main" id="{86C0DB97-5591-4792-9EE7-DAEF5B9C9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138"/>
              <a:ext cx="144" cy="91"/>
            </a:xfrm>
            <a:custGeom>
              <a:avLst/>
              <a:gdLst>
                <a:gd name="T0" fmla="*/ 2266 w 83"/>
                <a:gd name="T1" fmla="*/ 1151 h 49"/>
                <a:gd name="T2" fmla="*/ 1962 w 83"/>
                <a:gd name="T3" fmla="*/ 2011 h 49"/>
                <a:gd name="T4" fmla="*/ 2104 w 83"/>
                <a:gd name="T5" fmla="*/ 1345 h 49"/>
                <a:gd name="T6" fmla="*/ 680 w 83"/>
                <a:gd name="T7" fmla="*/ 204 h 49"/>
                <a:gd name="T8" fmla="*/ 0 w 83"/>
                <a:gd name="T9" fmla="*/ 418 h 49"/>
                <a:gd name="T10" fmla="*/ 897 w 83"/>
                <a:gd name="T11" fmla="*/ 45 h 49"/>
                <a:gd name="T12" fmla="*/ 2266 w 83"/>
                <a:gd name="T13" fmla="*/ 115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49">
                  <a:moveTo>
                    <a:pt x="83" y="28"/>
                  </a:moveTo>
                  <a:cubicBezTo>
                    <a:pt x="83" y="36"/>
                    <a:pt x="79" y="44"/>
                    <a:pt x="72" y="49"/>
                  </a:cubicBezTo>
                  <a:cubicBezTo>
                    <a:pt x="76" y="44"/>
                    <a:pt x="77" y="39"/>
                    <a:pt x="77" y="33"/>
                  </a:cubicBezTo>
                  <a:cubicBezTo>
                    <a:pt x="76" y="16"/>
                    <a:pt x="53" y="4"/>
                    <a:pt x="25" y="5"/>
                  </a:cubicBezTo>
                  <a:cubicBezTo>
                    <a:pt x="17" y="6"/>
                    <a:pt x="7" y="7"/>
                    <a:pt x="0" y="10"/>
                  </a:cubicBezTo>
                  <a:cubicBezTo>
                    <a:pt x="8" y="5"/>
                    <a:pt x="21" y="2"/>
                    <a:pt x="33" y="1"/>
                  </a:cubicBezTo>
                  <a:cubicBezTo>
                    <a:pt x="59" y="0"/>
                    <a:pt x="82" y="12"/>
                    <a:pt x="83" y="28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9" name="Freeform 2052">
              <a:extLst>
                <a:ext uri="{FF2B5EF4-FFF2-40B4-BE49-F238E27FC236}">
                  <a16:creationId xmlns:a16="http://schemas.microsoft.com/office/drawing/2014/main" id="{97B5A4F9-0812-43DB-9172-1A1B416D9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3164"/>
              <a:ext cx="150" cy="93"/>
            </a:xfrm>
            <a:custGeom>
              <a:avLst/>
              <a:gdLst>
                <a:gd name="T0" fmla="*/ 222 w 86"/>
                <a:gd name="T1" fmla="*/ 539 h 50"/>
                <a:gd name="T2" fmla="*/ 1627 w 86"/>
                <a:gd name="T3" fmla="*/ 1834 h 50"/>
                <a:gd name="T4" fmla="*/ 2339 w 86"/>
                <a:gd name="T5" fmla="*/ 1629 h 50"/>
                <a:gd name="T6" fmla="*/ 2302 w 86"/>
                <a:gd name="T7" fmla="*/ 1654 h 50"/>
                <a:gd name="T8" fmla="*/ 2276 w 86"/>
                <a:gd name="T9" fmla="*/ 1685 h 50"/>
                <a:gd name="T10" fmla="*/ 1469 w 86"/>
                <a:gd name="T11" fmla="*/ 1990 h 50"/>
                <a:gd name="T12" fmla="*/ 28 w 86"/>
                <a:gd name="T13" fmla="*/ 876 h 50"/>
                <a:gd name="T14" fmla="*/ 344 w 86"/>
                <a:gd name="T15" fmla="*/ 0 h 50"/>
                <a:gd name="T16" fmla="*/ 222 w 86"/>
                <a:gd name="T17" fmla="*/ 539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50">
                  <a:moveTo>
                    <a:pt x="8" y="13"/>
                  </a:moveTo>
                  <a:cubicBezTo>
                    <a:pt x="9" y="30"/>
                    <a:pt x="31" y="45"/>
                    <a:pt x="58" y="44"/>
                  </a:cubicBezTo>
                  <a:cubicBezTo>
                    <a:pt x="67" y="43"/>
                    <a:pt x="75" y="42"/>
                    <a:pt x="83" y="39"/>
                  </a:cubicBezTo>
                  <a:cubicBezTo>
                    <a:pt x="84" y="39"/>
                    <a:pt x="86" y="38"/>
                    <a:pt x="82" y="40"/>
                  </a:cubicBezTo>
                  <a:cubicBezTo>
                    <a:pt x="82" y="40"/>
                    <a:pt x="81" y="40"/>
                    <a:pt x="81" y="41"/>
                  </a:cubicBezTo>
                  <a:cubicBezTo>
                    <a:pt x="73" y="45"/>
                    <a:pt x="63" y="48"/>
                    <a:pt x="52" y="48"/>
                  </a:cubicBezTo>
                  <a:cubicBezTo>
                    <a:pt x="25" y="50"/>
                    <a:pt x="2" y="38"/>
                    <a:pt x="1" y="21"/>
                  </a:cubicBezTo>
                  <a:cubicBezTo>
                    <a:pt x="0" y="13"/>
                    <a:pt x="5" y="6"/>
                    <a:pt x="12" y="0"/>
                  </a:cubicBezTo>
                  <a:cubicBezTo>
                    <a:pt x="9" y="4"/>
                    <a:pt x="8" y="8"/>
                    <a:pt x="8" y="13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Freeform 2053">
              <a:extLst>
                <a:ext uri="{FF2B5EF4-FFF2-40B4-BE49-F238E27FC236}">
                  <a16:creationId xmlns:a16="http://schemas.microsoft.com/office/drawing/2014/main" id="{AEDCFB85-9ECD-44A5-BC5B-A7905C809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3212"/>
              <a:ext cx="23" cy="24"/>
            </a:xfrm>
            <a:custGeom>
              <a:avLst/>
              <a:gdLst>
                <a:gd name="T0" fmla="*/ 37 w 13"/>
                <a:gd name="T1" fmla="*/ 358 h 13"/>
                <a:gd name="T2" fmla="*/ 276 w 13"/>
                <a:gd name="T3" fmla="*/ 476 h 13"/>
                <a:gd name="T4" fmla="*/ 333 w 13"/>
                <a:gd name="T5" fmla="*/ 150 h 13"/>
                <a:gd name="T6" fmla="*/ 115 w 13"/>
                <a:gd name="T7" fmla="*/ 81 h 13"/>
                <a:gd name="T8" fmla="*/ 37 w 13"/>
                <a:gd name="T9" fmla="*/ 35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9"/>
                  </a:moveTo>
                  <a:cubicBezTo>
                    <a:pt x="2" y="12"/>
                    <a:pt x="6" y="13"/>
                    <a:pt x="9" y="12"/>
                  </a:cubicBezTo>
                  <a:cubicBezTo>
                    <a:pt x="12" y="11"/>
                    <a:pt x="13" y="7"/>
                    <a:pt x="11" y="4"/>
                  </a:cubicBezTo>
                  <a:cubicBezTo>
                    <a:pt x="10" y="1"/>
                    <a:pt x="7" y="0"/>
                    <a:pt x="4" y="2"/>
                  </a:cubicBezTo>
                  <a:cubicBezTo>
                    <a:pt x="1" y="3"/>
                    <a:pt x="0" y="6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1" name="Freeform 2054">
              <a:extLst>
                <a:ext uri="{FF2B5EF4-FFF2-40B4-BE49-F238E27FC236}">
                  <a16:creationId xmlns:a16="http://schemas.microsoft.com/office/drawing/2014/main" id="{5F1BEF39-CB63-4674-93A5-01213AE05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3223"/>
              <a:ext cx="16" cy="17"/>
            </a:xfrm>
            <a:custGeom>
              <a:avLst/>
              <a:gdLst>
                <a:gd name="T0" fmla="*/ 37 w 9"/>
                <a:gd name="T1" fmla="*/ 272 h 9"/>
                <a:gd name="T2" fmla="*/ 203 w 9"/>
                <a:gd name="T3" fmla="*/ 357 h 9"/>
                <a:gd name="T4" fmla="*/ 247 w 9"/>
                <a:gd name="T5" fmla="*/ 144 h 9"/>
                <a:gd name="T6" fmla="*/ 89 w 9"/>
                <a:gd name="T7" fmla="*/ 53 h 9"/>
                <a:gd name="T8" fmla="*/ 37 w 9"/>
                <a:gd name="T9" fmla="*/ 27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6"/>
                  </a:moveTo>
                  <a:cubicBezTo>
                    <a:pt x="2" y="8"/>
                    <a:pt x="4" y="9"/>
                    <a:pt x="6" y="8"/>
                  </a:cubicBezTo>
                  <a:cubicBezTo>
                    <a:pt x="8" y="7"/>
                    <a:pt x="9" y="5"/>
                    <a:pt x="8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Freeform 2055">
              <a:extLst>
                <a:ext uri="{FF2B5EF4-FFF2-40B4-BE49-F238E27FC236}">
                  <a16:creationId xmlns:a16="http://schemas.microsoft.com/office/drawing/2014/main" id="{C9E74FAD-F465-4EF2-8CBD-76B5DA9D0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3205"/>
              <a:ext cx="11" cy="11"/>
            </a:xfrm>
            <a:custGeom>
              <a:avLst/>
              <a:gdLst>
                <a:gd name="T0" fmla="*/ 44 w 6"/>
                <a:gd name="T1" fmla="*/ 149 h 6"/>
                <a:gd name="T2" fmla="*/ 149 w 6"/>
                <a:gd name="T3" fmla="*/ 229 h 6"/>
                <a:gd name="T4" fmla="*/ 193 w 6"/>
                <a:gd name="T5" fmla="*/ 81 h 6"/>
                <a:gd name="T6" fmla="*/ 81 w 6"/>
                <a:gd name="T7" fmla="*/ 44 h 6"/>
                <a:gd name="T8" fmla="*/ 44 w 6"/>
                <a:gd name="T9" fmla="*/ 14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1" y="6"/>
                    <a:pt x="3" y="6"/>
                    <a:pt x="4" y="6"/>
                  </a:cubicBezTo>
                  <a:cubicBezTo>
                    <a:pt x="6" y="5"/>
                    <a:pt x="6" y="3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1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3" name="Freeform 2056">
              <a:extLst>
                <a:ext uri="{FF2B5EF4-FFF2-40B4-BE49-F238E27FC236}">
                  <a16:creationId xmlns:a16="http://schemas.microsoft.com/office/drawing/2014/main" id="{A05F7E15-2DFF-46AA-920A-DEAEFD5A6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3073"/>
              <a:ext cx="20" cy="59"/>
            </a:xfrm>
            <a:custGeom>
              <a:avLst/>
              <a:gdLst>
                <a:gd name="T0" fmla="*/ 0 w 12"/>
                <a:gd name="T1" fmla="*/ 1261 h 32"/>
                <a:gd name="T2" fmla="*/ 255 w 12"/>
                <a:gd name="T3" fmla="*/ 1217 h 32"/>
                <a:gd name="T4" fmla="*/ 153 w 12"/>
                <a:gd name="T5" fmla="*/ 0 h 32"/>
                <a:gd name="T6" fmla="*/ 153 w 12"/>
                <a:gd name="T7" fmla="*/ 1027 h 32"/>
                <a:gd name="T8" fmla="*/ 0 w 12"/>
                <a:gd name="T9" fmla="*/ 126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2">
                  <a:moveTo>
                    <a:pt x="0" y="32"/>
                  </a:moveTo>
                  <a:cubicBezTo>
                    <a:pt x="4" y="31"/>
                    <a:pt x="11" y="31"/>
                    <a:pt x="12" y="3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10" y="22"/>
                    <a:pt x="7" y="26"/>
                  </a:cubicBezTo>
                  <a:cubicBezTo>
                    <a:pt x="4" y="29"/>
                    <a:pt x="1" y="31"/>
                    <a:pt x="0" y="32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Freeform 2057">
              <a:extLst>
                <a:ext uri="{FF2B5EF4-FFF2-40B4-BE49-F238E27FC236}">
                  <a16:creationId xmlns:a16="http://schemas.microsoft.com/office/drawing/2014/main" id="{861D425B-90E5-40B0-82B4-4AAFD65E1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3131"/>
              <a:ext cx="190" cy="131"/>
            </a:xfrm>
            <a:custGeom>
              <a:avLst/>
              <a:gdLst>
                <a:gd name="T0" fmla="*/ 3009 w 109"/>
                <a:gd name="T1" fmla="*/ 1220 h 71"/>
                <a:gd name="T2" fmla="*/ 1598 w 109"/>
                <a:gd name="T3" fmla="*/ 2675 h 71"/>
                <a:gd name="T4" fmla="*/ 28 w 109"/>
                <a:gd name="T5" fmla="*/ 1590 h 71"/>
                <a:gd name="T6" fmla="*/ 1431 w 109"/>
                <a:gd name="T7" fmla="*/ 125 h 71"/>
                <a:gd name="T8" fmla="*/ 3009 w 109"/>
                <a:gd name="T9" fmla="*/ 122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71">
                  <a:moveTo>
                    <a:pt x="107" y="31"/>
                  </a:moveTo>
                  <a:cubicBezTo>
                    <a:pt x="109" y="49"/>
                    <a:pt x="86" y="65"/>
                    <a:pt x="57" y="68"/>
                  </a:cubicBezTo>
                  <a:cubicBezTo>
                    <a:pt x="28" y="71"/>
                    <a:pt x="3" y="58"/>
                    <a:pt x="1" y="40"/>
                  </a:cubicBezTo>
                  <a:cubicBezTo>
                    <a:pt x="0" y="22"/>
                    <a:pt x="22" y="5"/>
                    <a:pt x="51" y="3"/>
                  </a:cubicBezTo>
                  <a:cubicBezTo>
                    <a:pt x="80" y="0"/>
                    <a:pt x="105" y="12"/>
                    <a:pt x="107" y="3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5" name="Freeform 2058">
              <a:extLst>
                <a:ext uri="{FF2B5EF4-FFF2-40B4-BE49-F238E27FC236}">
                  <a16:creationId xmlns:a16="http://schemas.microsoft.com/office/drawing/2014/main" id="{8E6D6348-311C-4F34-A83D-352CB5A16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062"/>
              <a:ext cx="32" cy="76"/>
            </a:xfrm>
            <a:custGeom>
              <a:avLst/>
              <a:gdLst>
                <a:gd name="T0" fmla="*/ 361 w 18"/>
                <a:gd name="T1" fmla="*/ 0 h 41"/>
                <a:gd name="T2" fmla="*/ 37 w 18"/>
                <a:gd name="T3" fmla="*/ 0 h 41"/>
                <a:gd name="T4" fmla="*/ 37 w 18"/>
                <a:gd name="T5" fmla="*/ 1663 h 41"/>
                <a:gd name="T6" fmla="*/ 281 w 18"/>
                <a:gd name="T7" fmla="*/ 1618 h 41"/>
                <a:gd name="T8" fmla="*/ 569 w 18"/>
                <a:gd name="T9" fmla="*/ 1574 h 41"/>
                <a:gd name="T10" fmla="*/ 361 w 18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1">
                  <a:moveTo>
                    <a:pt x="11" y="0"/>
                  </a:moveTo>
                  <a:cubicBezTo>
                    <a:pt x="8" y="0"/>
                    <a:pt x="5" y="1"/>
                    <a:pt x="1" y="0"/>
                  </a:cubicBezTo>
                  <a:cubicBezTo>
                    <a:pt x="0" y="0"/>
                    <a:pt x="1" y="41"/>
                    <a:pt x="1" y="41"/>
                  </a:cubicBezTo>
                  <a:cubicBezTo>
                    <a:pt x="3" y="40"/>
                    <a:pt x="6" y="40"/>
                    <a:pt x="9" y="40"/>
                  </a:cubicBezTo>
                  <a:cubicBezTo>
                    <a:pt x="12" y="39"/>
                    <a:pt x="15" y="39"/>
                    <a:pt x="18" y="39"/>
                  </a:cubicBezTo>
                  <a:cubicBezTo>
                    <a:pt x="18" y="39"/>
                    <a:pt x="12" y="0"/>
                    <a:pt x="11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8" name="HIV-Virus-Structure-Diagram">
            <a:extLst>
              <a:ext uri="{FF2B5EF4-FFF2-40B4-BE49-F238E27FC236}">
                <a16:creationId xmlns:a16="http://schemas.microsoft.com/office/drawing/2014/main" id="{5204D29E-8BAA-419F-BB93-CFAE020B46C2}"/>
              </a:ext>
            </a:extLst>
          </p:cNvPr>
          <p:cNvGrpSpPr>
            <a:grpSpLocks/>
          </p:cNvGrpSpPr>
          <p:nvPr/>
        </p:nvGrpSpPr>
        <p:grpSpPr bwMode="auto">
          <a:xfrm>
            <a:off x="5280025" y="1227138"/>
            <a:ext cx="2916238" cy="3109912"/>
            <a:chOff x="2366" y="773"/>
            <a:chExt cx="1837" cy="1959"/>
          </a:xfrm>
        </p:grpSpPr>
        <p:grpSp>
          <p:nvGrpSpPr>
            <p:cNvPr id="26951" name="Group 2260">
              <a:extLst>
                <a:ext uri="{FF2B5EF4-FFF2-40B4-BE49-F238E27FC236}">
                  <a16:creationId xmlns:a16="http://schemas.microsoft.com/office/drawing/2014/main" id="{883E856A-9B76-490E-BACC-64CD4E9E6D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43" y="962"/>
              <a:ext cx="1483" cy="1581"/>
              <a:chOff x="2543" y="962"/>
              <a:chExt cx="1483" cy="1581"/>
            </a:xfrm>
          </p:grpSpPr>
          <p:sp>
            <p:nvSpPr>
              <p:cNvPr id="28623" name="Oval 2060">
                <a:extLst>
                  <a:ext uri="{FF2B5EF4-FFF2-40B4-BE49-F238E27FC236}">
                    <a16:creationId xmlns:a16="http://schemas.microsoft.com/office/drawing/2014/main" id="{066CE240-CB9D-44F3-AEC5-064EBDA39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962"/>
                <a:ext cx="1483" cy="1581"/>
              </a:xfrm>
              <a:prstGeom prst="ellipse">
                <a:avLst/>
              </a:prstGeom>
              <a:solidFill>
                <a:srgbClr val="FFEC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24" name="Freeform 2061">
                <a:extLst>
                  <a:ext uri="{FF2B5EF4-FFF2-40B4-BE49-F238E27FC236}">
                    <a16:creationId xmlns:a16="http://schemas.microsoft.com/office/drawing/2014/main" id="{E01569BA-991F-43A2-BF51-CEFE9E8DF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014"/>
                <a:ext cx="922" cy="1496"/>
              </a:xfrm>
              <a:custGeom>
                <a:avLst/>
                <a:gdLst>
                  <a:gd name="T0" fmla="*/ 7179 w 509"/>
                  <a:gd name="T1" fmla="*/ 0 h 775"/>
                  <a:gd name="T2" fmla="*/ 16891 w 509"/>
                  <a:gd name="T3" fmla="*/ 19353 h 775"/>
                  <a:gd name="T4" fmla="*/ 3049 w 509"/>
                  <a:gd name="T5" fmla="*/ 39639 h 775"/>
                  <a:gd name="T6" fmla="*/ 0 w 509"/>
                  <a:gd name="T7" fmla="*/ 39159 h 775"/>
                  <a:gd name="T8" fmla="*/ 4137 w 509"/>
                  <a:gd name="T9" fmla="*/ 40101 h 775"/>
                  <a:gd name="T10" fmla="*/ 17978 w 509"/>
                  <a:gd name="T11" fmla="*/ 19761 h 775"/>
                  <a:gd name="T12" fmla="*/ 7179 w 509"/>
                  <a:gd name="T13" fmla="*/ 0 h 7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9" h="775">
                    <a:moveTo>
                      <a:pt x="203" y="0"/>
                    </a:moveTo>
                    <a:cubicBezTo>
                      <a:pt x="362" y="50"/>
                      <a:pt x="478" y="198"/>
                      <a:pt x="478" y="374"/>
                    </a:cubicBezTo>
                    <a:cubicBezTo>
                      <a:pt x="478" y="591"/>
                      <a:pt x="302" y="766"/>
                      <a:pt x="86" y="766"/>
                    </a:cubicBezTo>
                    <a:cubicBezTo>
                      <a:pt x="56" y="766"/>
                      <a:pt x="27" y="763"/>
                      <a:pt x="0" y="757"/>
                    </a:cubicBezTo>
                    <a:cubicBezTo>
                      <a:pt x="37" y="768"/>
                      <a:pt x="76" y="775"/>
                      <a:pt x="117" y="775"/>
                    </a:cubicBezTo>
                    <a:cubicBezTo>
                      <a:pt x="333" y="775"/>
                      <a:pt x="509" y="599"/>
                      <a:pt x="509" y="382"/>
                    </a:cubicBezTo>
                    <a:cubicBezTo>
                      <a:pt x="509" y="196"/>
                      <a:pt x="378" y="39"/>
                      <a:pt x="203" y="0"/>
                    </a:cubicBezTo>
                    <a:close/>
                  </a:path>
                </a:pathLst>
              </a:custGeom>
              <a:solidFill>
                <a:srgbClr val="FFDC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5" name="Freeform 2062">
                <a:extLst>
                  <a:ext uri="{FF2B5EF4-FFF2-40B4-BE49-F238E27FC236}">
                    <a16:creationId xmlns:a16="http://schemas.microsoft.com/office/drawing/2014/main" id="{9C8BA71B-1E1F-4671-BC3C-7B807DBA7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752"/>
                <a:ext cx="920" cy="758"/>
              </a:xfrm>
              <a:custGeom>
                <a:avLst/>
                <a:gdLst>
                  <a:gd name="T0" fmla="*/ 0 w 508"/>
                  <a:gd name="T1" fmla="*/ 56 h 393"/>
                  <a:gd name="T2" fmla="*/ 14883 w 508"/>
                  <a:gd name="T3" fmla="*/ 19776 h 393"/>
                  <a:gd name="T4" fmla="*/ 17920 w 508"/>
                  <a:gd name="T5" fmla="*/ 19293 h 393"/>
                  <a:gd name="T6" fmla="*/ 13834 w 508"/>
                  <a:gd name="T7" fmla="*/ 20233 h 393"/>
                  <a:gd name="T8" fmla="*/ 0 w 508"/>
                  <a:gd name="T9" fmla="*/ 0 h 3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8" h="393">
                    <a:moveTo>
                      <a:pt x="0" y="1"/>
                    </a:moveTo>
                    <a:cubicBezTo>
                      <a:pt x="0" y="217"/>
                      <a:pt x="206" y="384"/>
                      <a:pt x="422" y="384"/>
                    </a:cubicBezTo>
                    <a:cubicBezTo>
                      <a:pt x="452" y="384"/>
                      <a:pt x="481" y="381"/>
                      <a:pt x="508" y="375"/>
                    </a:cubicBezTo>
                    <a:cubicBezTo>
                      <a:pt x="471" y="386"/>
                      <a:pt x="432" y="393"/>
                      <a:pt x="392" y="393"/>
                    </a:cubicBezTo>
                    <a:cubicBezTo>
                      <a:pt x="175" y="393"/>
                      <a:pt x="0" y="217"/>
                      <a:pt x="0" y="0"/>
                    </a:cubicBezTo>
                  </a:path>
                </a:pathLst>
              </a:custGeom>
              <a:solidFill>
                <a:srgbClr val="FFDC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6" name="Freeform 2063">
                <a:extLst>
                  <a:ext uri="{FF2B5EF4-FFF2-40B4-BE49-F238E27FC236}">
                    <a16:creationId xmlns:a16="http://schemas.microsoft.com/office/drawing/2014/main" id="{A9626B95-3A99-4C50-994D-FDBB73A2A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024"/>
                <a:ext cx="364" cy="1457"/>
              </a:xfrm>
              <a:custGeom>
                <a:avLst/>
                <a:gdLst>
                  <a:gd name="T0" fmla="*/ 4788 w 201"/>
                  <a:gd name="T1" fmla="*/ 33677 h 755"/>
                  <a:gd name="T2" fmla="*/ 7084 w 201"/>
                  <a:gd name="T3" fmla="*/ 19485 h 755"/>
                  <a:gd name="T4" fmla="*/ 4788 w 201"/>
                  <a:gd name="T5" fmla="*/ 5326 h 755"/>
                  <a:gd name="T6" fmla="*/ 0 w 201"/>
                  <a:gd name="T7" fmla="*/ 0 h 755"/>
                  <a:gd name="T8" fmla="*/ 0 w 201"/>
                  <a:gd name="T9" fmla="*/ 834 h 755"/>
                  <a:gd name="T10" fmla="*/ 4299 w 201"/>
                  <a:gd name="T11" fmla="*/ 5728 h 755"/>
                  <a:gd name="T12" fmla="*/ 6527 w 201"/>
                  <a:gd name="T13" fmla="*/ 19485 h 755"/>
                  <a:gd name="T14" fmla="*/ 4299 w 201"/>
                  <a:gd name="T15" fmla="*/ 33276 h 755"/>
                  <a:gd name="T16" fmla="*/ 0 w 201"/>
                  <a:gd name="T17" fmla="*/ 38170 h 755"/>
                  <a:gd name="T18" fmla="*/ 0 w 201"/>
                  <a:gd name="T19" fmla="*/ 39003 h 755"/>
                  <a:gd name="T20" fmla="*/ 4788 w 201"/>
                  <a:gd name="T21" fmla="*/ 33677 h 7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1" h="755">
                    <a:moveTo>
                      <a:pt x="136" y="652"/>
                    </a:moveTo>
                    <a:cubicBezTo>
                      <a:pt x="178" y="579"/>
                      <a:pt x="201" y="482"/>
                      <a:pt x="201" y="377"/>
                    </a:cubicBezTo>
                    <a:cubicBezTo>
                      <a:pt x="201" y="273"/>
                      <a:pt x="178" y="176"/>
                      <a:pt x="136" y="103"/>
                    </a:cubicBezTo>
                    <a:cubicBezTo>
                      <a:pt x="98" y="37"/>
                      <a:pt x="48" y="0"/>
                      <a:pt x="0" y="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42" y="16"/>
                      <a:pt x="87" y="51"/>
                      <a:pt x="122" y="111"/>
                    </a:cubicBezTo>
                    <a:cubicBezTo>
                      <a:pt x="162" y="181"/>
                      <a:pt x="185" y="276"/>
                      <a:pt x="185" y="377"/>
                    </a:cubicBezTo>
                    <a:cubicBezTo>
                      <a:pt x="185" y="479"/>
                      <a:pt x="162" y="573"/>
                      <a:pt x="122" y="644"/>
                    </a:cubicBezTo>
                    <a:cubicBezTo>
                      <a:pt x="87" y="704"/>
                      <a:pt x="42" y="739"/>
                      <a:pt x="0" y="739"/>
                    </a:cubicBezTo>
                    <a:cubicBezTo>
                      <a:pt x="0" y="755"/>
                      <a:pt x="0" y="755"/>
                      <a:pt x="0" y="755"/>
                    </a:cubicBezTo>
                    <a:cubicBezTo>
                      <a:pt x="48" y="755"/>
                      <a:pt x="98" y="717"/>
                      <a:pt x="136" y="652"/>
                    </a:cubicBezTo>
                    <a:close/>
                  </a:path>
                </a:pathLst>
              </a:custGeom>
              <a:solidFill>
                <a:srgbClr val="ED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7" name="Freeform 2064">
                <a:extLst>
                  <a:ext uri="{FF2B5EF4-FFF2-40B4-BE49-F238E27FC236}">
                    <a16:creationId xmlns:a16="http://schemas.microsoft.com/office/drawing/2014/main" id="{1BEECF6A-8BC3-4875-AFE3-53A111508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024"/>
                <a:ext cx="365" cy="1457"/>
              </a:xfrm>
              <a:custGeom>
                <a:avLst/>
                <a:gdLst>
                  <a:gd name="T0" fmla="*/ 6991 w 202"/>
                  <a:gd name="T1" fmla="*/ 834 h 755"/>
                  <a:gd name="T2" fmla="*/ 7040 w 202"/>
                  <a:gd name="T3" fmla="*/ 834 h 755"/>
                  <a:gd name="T4" fmla="*/ 6991 w 202"/>
                  <a:gd name="T5" fmla="*/ 0 h 755"/>
                  <a:gd name="T6" fmla="*/ 2246 w 202"/>
                  <a:gd name="T7" fmla="*/ 5326 h 755"/>
                  <a:gd name="T8" fmla="*/ 0 w 202"/>
                  <a:gd name="T9" fmla="*/ 19485 h 755"/>
                  <a:gd name="T10" fmla="*/ 2246 w 202"/>
                  <a:gd name="T11" fmla="*/ 33677 h 755"/>
                  <a:gd name="T12" fmla="*/ 6991 w 202"/>
                  <a:gd name="T13" fmla="*/ 39003 h 755"/>
                  <a:gd name="T14" fmla="*/ 7040 w 202"/>
                  <a:gd name="T15" fmla="*/ 38170 h 755"/>
                  <a:gd name="T16" fmla="*/ 6991 w 202"/>
                  <a:gd name="T17" fmla="*/ 38170 h 755"/>
                  <a:gd name="T18" fmla="*/ 2748 w 202"/>
                  <a:gd name="T19" fmla="*/ 33276 h 755"/>
                  <a:gd name="T20" fmla="*/ 555 w 202"/>
                  <a:gd name="T21" fmla="*/ 19485 h 755"/>
                  <a:gd name="T22" fmla="*/ 2748 w 202"/>
                  <a:gd name="T23" fmla="*/ 5728 h 755"/>
                  <a:gd name="T24" fmla="*/ 6991 w 202"/>
                  <a:gd name="T25" fmla="*/ 834 h 7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2" h="755">
                    <a:moveTo>
                      <a:pt x="201" y="16"/>
                    </a:moveTo>
                    <a:cubicBezTo>
                      <a:pt x="202" y="16"/>
                      <a:pt x="202" y="16"/>
                      <a:pt x="202" y="16"/>
                    </a:cubicBezTo>
                    <a:cubicBezTo>
                      <a:pt x="201" y="0"/>
                      <a:pt x="201" y="0"/>
                      <a:pt x="201" y="0"/>
                    </a:cubicBezTo>
                    <a:cubicBezTo>
                      <a:pt x="153" y="0"/>
                      <a:pt x="103" y="37"/>
                      <a:pt x="65" y="103"/>
                    </a:cubicBezTo>
                    <a:cubicBezTo>
                      <a:pt x="23" y="176"/>
                      <a:pt x="0" y="273"/>
                      <a:pt x="0" y="377"/>
                    </a:cubicBezTo>
                    <a:cubicBezTo>
                      <a:pt x="0" y="482"/>
                      <a:pt x="23" y="579"/>
                      <a:pt x="65" y="652"/>
                    </a:cubicBezTo>
                    <a:cubicBezTo>
                      <a:pt x="103" y="717"/>
                      <a:pt x="153" y="755"/>
                      <a:pt x="201" y="755"/>
                    </a:cubicBezTo>
                    <a:cubicBezTo>
                      <a:pt x="202" y="739"/>
                      <a:pt x="202" y="739"/>
                      <a:pt x="202" y="739"/>
                    </a:cubicBezTo>
                    <a:cubicBezTo>
                      <a:pt x="202" y="739"/>
                      <a:pt x="202" y="739"/>
                      <a:pt x="201" y="739"/>
                    </a:cubicBezTo>
                    <a:cubicBezTo>
                      <a:pt x="159" y="739"/>
                      <a:pt x="114" y="704"/>
                      <a:pt x="79" y="644"/>
                    </a:cubicBezTo>
                    <a:cubicBezTo>
                      <a:pt x="39" y="573"/>
                      <a:pt x="16" y="479"/>
                      <a:pt x="16" y="377"/>
                    </a:cubicBezTo>
                    <a:cubicBezTo>
                      <a:pt x="16" y="276"/>
                      <a:pt x="39" y="181"/>
                      <a:pt x="79" y="111"/>
                    </a:cubicBezTo>
                    <a:cubicBezTo>
                      <a:pt x="114" y="51"/>
                      <a:pt x="159" y="16"/>
                      <a:pt x="201" y="16"/>
                    </a:cubicBezTo>
                    <a:close/>
                  </a:path>
                </a:pathLst>
              </a:custGeom>
              <a:solidFill>
                <a:srgbClr val="ED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8" name="Freeform 2065">
                <a:extLst>
                  <a:ext uri="{FF2B5EF4-FFF2-40B4-BE49-F238E27FC236}">
                    <a16:creationId xmlns:a16="http://schemas.microsoft.com/office/drawing/2014/main" id="{1D0BF7DC-46C6-47C3-9BA9-ACA9DA3A7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962"/>
                <a:ext cx="428" cy="1581"/>
              </a:xfrm>
              <a:custGeom>
                <a:avLst/>
                <a:gdLst>
                  <a:gd name="T0" fmla="*/ 0 w 236"/>
                  <a:gd name="T1" fmla="*/ 21177 h 819"/>
                  <a:gd name="T2" fmla="*/ 8393 w 236"/>
                  <a:gd name="T3" fmla="*/ 42384 h 819"/>
                  <a:gd name="T4" fmla="*/ 8393 w 236"/>
                  <a:gd name="T5" fmla="*/ 40716 h 819"/>
                  <a:gd name="T6" fmla="*/ 3549 w 236"/>
                  <a:gd name="T7" fmla="*/ 35386 h 819"/>
                  <a:gd name="T8" fmla="*/ 1233 w 236"/>
                  <a:gd name="T9" fmla="*/ 21177 h 819"/>
                  <a:gd name="T10" fmla="*/ 3549 w 236"/>
                  <a:gd name="T11" fmla="*/ 6998 h 819"/>
                  <a:gd name="T12" fmla="*/ 8393 w 236"/>
                  <a:gd name="T13" fmla="*/ 1670 h 819"/>
                  <a:gd name="T14" fmla="*/ 8393 w 236"/>
                  <a:gd name="T15" fmla="*/ 0 h 819"/>
                  <a:gd name="T16" fmla="*/ 0 w 236"/>
                  <a:gd name="T17" fmla="*/ 21177 h 8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6" h="819">
                    <a:moveTo>
                      <a:pt x="0" y="409"/>
                    </a:moveTo>
                    <a:cubicBezTo>
                      <a:pt x="0" y="635"/>
                      <a:pt x="106" y="819"/>
                      <a:pt x="236" y="819"/>
                    </a:cubicBezTo>
                    <a:cubicBezTo>
                      <a:pt x="236" y="787"/>
                      <a:pt x="236" y="787"/>
                      <a:pt x="236" y="787"/>
                    </a:cubicBezTo>
                    <a:cubicBezTo>
                      <a:pt x="188" y="787"/>
                      <a:pt x="138" y="749"/>
                      <a:pt x="100" y="684"/>
                    </a:cubicBezTo>
                    <a:cubicBezTo>
                      <a:pt x="58" y="611"/>
                      <a:pt x="35" y="514"/>
                      <a:pt x="35" y="409"/>
                    </a:cubicBezTo>
                    <a:cubicBezTo>
                      <a:pt x="35" y="305"/>
                      <a:pt x="58" y="208"/>
                      <a:pt x="100" y="135"/>
                    </a:cubicBezTo>
                    <a:cubicBezTo>
                      <a:pt x="138" y="69"/>
                      <a:pt x="188" y="32"/>
                      <a:pt x="236" y="32"/>
                    </a:cubicBezTo>
                    <a:cubicBezTo>
                      <a:pt x="236" y="0"/>
                      <a:pt x="236" y="0"/>
                      <a:pt x="236" y="0"/>
                    </a:cubicBezTo>
                    <a:cubicBezTo>
                      <a:pt x="106" y="0"/>
                      <a:pt x="0" y="183"/>
                      <a:pt x="0" y="409"/>
                    </a:cubicBezTo>
                    <a:close/>
                  </a:path>
                </a:pathLst>
              </a:custGeom>
              <a:solidFill>
                <a:srgbClr val="F7A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9" name="Freeform 2066">
                <a:extLst>
                  <a:ext uri="{FF2B5EF4-FFF2-40B4-BE49-F238E27FC236}">
                    <a16:creationId xmlns:a16="http://schemas.microsoft.com/office/drawing/2014/main" id="{AF34A9BC-4274-4990-AC60-40D7A4C1A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962"/>
                <a:ext cx="428" cy="1581"/>
              </a:xfrm>
              <a:custGeom>
                <a:avLst/>
                <a:gdLst>
                  <a:gd name="T0" fmla="*/ 8393 w 236"/>
                  <a:gd name="T1" fmla="*/ 21177 h 819"/>
                  <a:gd name="T2" fmla="*/ 0 w 236"/>
                  <a:gd name="T3" fmla="*/ 42384 h 819"/>
                  <a:gd name="T4" fmla="*/ 0 w 236"/>
                  <a:gd name="T5" fmla="*/ 40716 h 819"/>
                  <a:gd name="T6" fmla="*/ 4844 w 236"/>
                  <a:gd name="T7" fmla="*/ 35386 h 819"/>
                  <a:gd name="T8" fmla="*/ 7164 w 236"/>
                  <a:gd name="T9" fmla="*/ 21177 h 819"/>
                  <a:gd name="T10" fmla="*/ 4844 w 236"/>
                  <a:gd name="T11" fmla="*/ 6998 h 819"/>
                  <a:gd name="T12" fmla="*/ 0 w 236"/>
                  <a:gd name="T13" fmla="*/ 1670 h 819"/>
                  <a:gd name="T14" fmla="*/ 0 w 236"/>
                  <a:gd name="T15" fmla="*/ 0 h 819"/>
                  <a:gd name="T16" fmla="*/ 8393 w 236"/>
                  <a:gd name="T17" fmla="*/ 21177 h 8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6" h="819">
                    <a:moveTo>
                      <a:pt x="236" y="409"/>
                    </a:moveTo>
                    <a:cubicBezTo>
                      <a:pt x="236" y="635"/>
                      <a:pt x="130" y="819"/>
                      <a:pt x="0" y="819"/>
                    </a:cubicBezTo>
                    <a:cubicBezTo>
                      <a:pt x="0" y="787"/>
                      <a:pt x="0" y="787"/>
                      <a:pt x="0" y="787"/>
                    </a:cubicBezTo>
                    <a:cubicBezTo>
                      <a:pt x="48" y="787"/>
                      <a:pt x="98" y="749"/>
                      <a:pt x="136" y="684"/>
                    </a:cubicBezTo>
                    <a:cubicBezTo>
                      <a:pt x="178" y="611"/>
                      <a:pt x="201" y="514"/>
                      <a:pt x="201" y="409"/>
                    </a:cubicBezTo>
                    <a:cubicBezTo>
                      <a:pt x="201" y="305"/>
                      <a:pt x="178" y="208"/>
                      <a:pt x="136" y="135"/>
                    </a:cubicBezTo>
                    <a:cubicBezTo>
                      <a:pt x="98" y="69"/>
                      <a:pt x="48" y="32"/>
                      <a:pt x="0" y="3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0" y="0"/>
                      <a:pt x="236" y="183"/>
                      <a:pt x="236" y="409"/>
                    </a:cubicBezTo>
                    <a:close/>
                  </a:path>
                </a:pathLst>
              </a:custGeom>
              <a:solidFill>
                <a:srgbClr val="FFC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0" name="Freeform 2067">
                <a:extLst>
                  <a:ext uri="{FF2B5EF4-FFF2-40B4-BE49-F238E27FC236}">
                    <a16:creationId xmlns:a16="http://schemas.microsoft.com/office/drawing/2014/main" id="{4FE0D46F-3C40-4396-9AB4-96451EF40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055"/>
                <a:ext cx="671" cy="1395"/>
              </a:xfrm>
              <a:custGeom>
                <a:avLst/>
                <a:gdLst>
                  <a:gd name="T0" fmla="*/ 10776 w 371"/>
                  <a:gd name="T1" fmla="*/ 4891 h 723"/>
                  <a:gd name="T2" fmla="*/ 6506 w 371"/>
                  <a:gd name="T3" fmla="*/ 0 h 723"/>
                  <a:gd name="T4" fmla="*/ 6506 w 371"/>
                  <a:gd name="T5" fmla="*/ 0 h 723"/>
                  <a:gd name="T6" fmla="*/ 6484 w 371"/>
                  <a:gd name="T7" fmla="*/ 0 h 723"/>
                  <a:gd name="T8" fmla="*/ 2208 w 371"/>
                  <a:gd name="T9" fmla="*/ 4891 h 723"/>
                  <a:gd name="T10" fmla="*/ 0 w 371"/>
                  <a:gd name="T11" fmla="*/ 18641 h 723"/>
                  <a:gd name="T12" fmla="*/ 2208 w 371"/>
                  <a:gd name="T13" fmla="*/ 32419 h 723"/>
                  <a:gd name="T14" fmla="*/ 6484 w 371"/>
                  <a:gd name="T15" fmla="*/ 37310 h 723"/>
                  <a:gd name="T16" fmla="*/ 6506 w 371"/>
                  <a:gd name="T17" fmla="*/ 37310 h 723"/>
                  <a:gd name="T18" fmla="*/ 6506 w 371"/>
                  <a:gd name="T19" fmla="*/ 37310 h 723"/>
                  <a:gd name="T20" fmla="*/ 10776 w 371"/>
                  <a:gd name="T21" fmla="*/ 32419 h 723"/>
                  <a:gd name="T22" fmla="*/ 12993 w 371"/>
                  <a:gd name="T23" fmla="*/ 18641 h 723"/>
                  <a:gd name="T24" fmla="*/ 10776 w 371"/>
                  <a:gd name="T25" fmla="*/ 4891 h 7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1" h="723">
                    <a:moveTo>
                      <a:pt x="308" y="95"/>
                    </a:moveTo>
                    <a:cubicBezTo>
                      <a:pt x="273" y="35"/>
                      <a:pt x="228" y="0"/>
                      <a:pt x="18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0"/>
                      <a:pt x="186" y="0"/>
                      <a:pt x="185" y="0"/>
                    </a:cubicBezTo>
                    <a:cubicBezTo>
                      <a:pt x="143" y="0"/>
                      <a:pt x="98" y="35"/>
                      <a:pt x="63" y="95"/>
                    </a:cubicBezTo>
                    <a:cubicBezTo>
                      <a:pt x="23" y="165"/>
                      <a:pt x="0" y="260"/>
                      <a:pt x="0" y="361"/>
                    </a:cubicBezTo>
                    <a:cubicBezTo>
                      <a:pt x="0" y="463"/>
                      <a:pt x="23" y="557"/>
                      <a:pt x="63" y="628"/>
                    </a:cubicBezTo>
                    <a:cubicBezTo>
                      <a:pt x="98" y="688"/>
                      <a:pt x="143" y="723"/>
                      <a:pt x="185" y="723"/>
                    </a:cubicBezTo>
                    <a:cubicBezTo>
                      <a:pt x="186" y="723"/>
                      <a:pt x="186" y="723"/>
                      <a:pt x="186" y="723"/>
                    </a:cubicBezTo>
                    <a:cubicBezTo>
                      <a:pt x="186" y="723"/>
                      <a:pt x="186" y="723"/>
                      <a:pt x="186" y="723"/>
                    </a:cubicBezTo>
                    <a:cubicBezTo>
                      <a:pt x="228" y="723"/>
                      <a:pt x="273" y="688"/>
                      <a:pt x="308" y="628"/>
                    </a:cubicBezTo>
                    <a:cubicBezTo>
                      <a:pt x="348" y="557"/>
                      <a:pt x="371" y="463"/>
                      <a:pt x="371" y="361"/>
                    </a:cubicBezTo>
                    <a:cubicBezTo>
                      <a:pt x="371" y="260"/>
                      <a:pt x="348" y="165"/>
                      <a:pt x="308" y="95"/>
                    </a:cubicBezTo>
                    <a:close/>
                  </a:path>
                </a:pathLst>
              </a:custGeom>
              <a:solidFill>
                <a:srgbClr val="90BC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1" name="Freeform 2068">
                <a:extLst>
                  <a:ext uri="{FF2B5EF4-FFF2-40B4-BE49-F238E27FC236}">
                    <a16:creationId xmlns:a16="http://schemas.microsoft.com/office/drawing/2014/main" id="{F13C6C7B-B884-4138-BFC8-6B452CAD8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055"/>
                <a:ext cx="644" cy="1361"/>
              </a:xfrm>
              <a:custGeom>
                <a:avLst/>
                <a:gdLst>
                  <a:gd name="T0" fmla="*/ 10056 w 356"/>
                  <a:gd name="T1" fmla="*/ 7346 h 705"/>
                  <a:gd name="T2" fmla="*/ 7281 w 356"/>
                  <a:gd name="T3" fmla="*/ 5900 h 705"/>
                  <a:gd name="T4" fmla="*/ 7281 w 356"/>
                  <a:gd name="T5" fmla="*/ 5900 h 705"/>
                  <a:gd name="T6" fmla="*/ 5749 w 356"/>
                  <a:gd name="T7" fmla="*/ 6164 h 705"/>
                  <a:gd name="T8" fmla="*/ 7851 w 356"/>
                  <a:gd name="T9" fmla="*/ 2683 h 705"/>
                  <a:gd name="T10" fmla="*/ 10698 w 356"/>
                  <a:gd name="T11" fmla="*/ 4718 h 705"/>
                  <a:gd name="T12" fmla="*/ 6512 w 356"/>
                  <a:gd name="T13" fmla="*/ 0 h 705"/>
                  <a:gd name="T14" fmla="*/ 6512 w 356"/>
                  <a:gd name="T15" fmla="*/ 0 h 705"/>
                  <a:gd name="T16" fmla="*/ 6489 w 356"/>
                  <a:gd name="T17" fmla="*/ 0 h 705"/>
                  <a:gd name="T18" fmla="*/ 2209 w 356"/>
                  <a:gd name="T19" fmla="*/ 4902 h 705"/>
                  <a:gd name="T20" fmla="*/ 0 w 356"/>
                  <a:gd name="T21" fmla="*/ 18689 h 705"/>
                  <a:gd name="T22" fmla="*/ 2209 w 356"/>
                  <a:gd name="T23" fmla="*/ 32498 h 705"/>
                  <a:gd name="T24" fmla="*/ 4595 w 356"/>
                  <a:gd name="T25" fmla="*/ 36486 h 705"/>
                  <a:gd name="T26" fmla="*/ 4510 w 356"/>
                  <a:gd name="T27" fmla="*/ 36276 h 705"/>
                  <a:gd name="T28" fmla="*/ 3931 w 356"/>
                  <a:gd name="T29" fmla="*/ 34585 h 705"/>
                  <a:gd name="T30" fmla="*/ 3783 w 356"/>
                  <a:gd name="T31" fmla="*/ 34060 h 705"/>
                  <a:gd name="T32" fmla="*/ 4316 w 356"/>
                  <a:gd name="T33" fmla="*/ 31585 h 705"/>
                  <a:gd name="T34" fmla="*/ 7359 w 356"/>
                  <a:gd name="T35" fmla="*/ 31585 h 705"/>
                  <a:gd name="T36" fmla="*/ 11702 w 356"/>
                  <a:gd name="T37" fmla="*/ 29658 h 705"/>
                  <a:gd name="T38" fmla="*/ 12475 w 356"/>
                  <a:gd name="T39" fmla="*/ 25878 h 705"/>
                  <a:gd name="T40" fmla="*/ 10056 w 356"/>
                  <a:gd name="T41" fmla="*/ 7346 h 70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6" h="705">
                    <a:moveTo>
                      <a:pt x="287" y="142"/>
                    </a:moveTo>
                    <a:cubicBezTo>
                      <a:pt x="282" y="126"/>
                      <a:pt x="248" y="114"/>
                      <a:pt x="208" y="114"/>
                    </a:cubicBezTo>
                    <a:cubicBezTo>
                      <a:pt x="208" y="114"/>
                      <a:pt x="208" y="114"/>
                      <a:pt x="208" y="114"/>
                    </a:cubicBezTo>
                    <a:cubicBezTo>
                      <a:pt x="191" y="114"/>
                      <a:pt x="176" y="116"/>
                      <a:pt x="164" y="119"/>
                    </a:cubicBezTo>
                    <a:cubicBezTo>
                      <a:pt x="157" y="92"/>
                      <a:pt x="185" y="55"/>
                      <a:pt x="224" y="52"/>
                    </a:cubicBezTo>
                    <a:cubicBezTo>
                      <a:pt x="263" y="50"/>
                      <a:pt x="289" y="69"/>
                      <a:pt x="305" y="91"/>
                    </a:cubicBezTo>
                    <a:cubicBezTo>
                      <a:pt x="271" y="33"/>
                      <a:pt x="228" y="0"/>
                      <a:pt x="18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0"/>
                      <a:pt x="186" y="0"/>
                      <a:pt x="185" y="0"/>
                    </a:cubicBezTo>
                    <a:cubicBezTo>
                      <a:pt x="143" y="0"/>
                      <a:pt x="98" y="35"/>
                      <a:pt x="63" y="95"/>
                    </a:cubicBezTo>
                    <a:cubicBezTo>
                      <a:pt x="23" y="165"/>
                      <a:pt x="0" y="260"/>
                      <a:pt x="0" y="361"/>
                    </a:cubicBezTo>
                    <a:cubicBezTo>
                      <a:pt x="0" y="463"/>
                      <a:pt x="23" y="557"/>
                      <a:pt x="63" y="628"/>
                    </a:cubicBezTo>
                    <a:cubicBezTo>
                      <a:pt x="83" y="663"/>
                      <a:pt x="107" y="689"/>
                      <a:pt x="131" y="705"/>
                    </a:cubicBezTo>
                    <a:cubicBezTo>
                      <a:pt x="130" y="703"/>
                      <a:pt x="130" y="702"/>
                      <a:pt x="129" y="701"/>
                    </a:cubicBezTo>
                    <a:cubicBezTo>
                      <a:pt x="123" y="690"/>
                      <a:pt x="117" y="679"/>
                      <a:pt x="112" y="668"/>
                    </a:cubicBezTo>
                    <a:cubicBezTo>
                      <a:pt x="112" y="666"/>
                      <a:pt x="110" y="663"/>
                      <a:pt x="108" y="658"/>
                    </a:cubicBezTo>
                    <a:cubicBezTo>
                      <a:pt x="97" y="632"/>
                      <a:pt x="99" y="616"/>
                      <a:pt x="123" y="610"/>
                    </a:cubicBezTo>
                    <a:cubicBezTo>
                      <a:pt x="147" y="604"/>
                      <a:pt x="171" y="612"/>
                      <a:pt x="210" y="610"/>
                    </a:cubicBezTo>
                    <a:cubicBezTo>
                      <a:pt x="249" y="609"/>
                      <a:pt x="306" y="593"/>
                      <a:pt x="334" y="573"/>
                    </a:cubicBezTo>
                    <a:cubicBezTo>
                      <a:pt x="343" y="550"/>
                      <a:pt x="350" y="526"/>
                      <a:pt x="356" y="500"/>
                    </a:cubicBezTo>
                    <a:lnTo>
                      <a:pt x="287" y="142"/>
                    </a:lnTo>
                    <a:close/>
                  </a:path>
                </a:pathLst>
              </a:custGeom>
              <a:solidFill>
                <a:srgbClr val="49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2" name="Freeform 2069">
                <a:extLst>
                  <a:ext uri="{FF2B5EF4-FFF2-40B4-BE49-F238E27FC236}">
                    <a16:creationId xmlns:a16="http://schemas.microsoft.com/office/drawing/2014/main" id="{F657C2FF-DE2B-4C1A-AFBC-6E5894E28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248"/>
                <a:ext cx="557" cy="946"/>
              </a:xfrm>
              <a:custGeom>
                <a:avLst/>
                <a:gdLst>
                  <a:gd name="T0" fmla="*/ 5400 w 308"/>
                  <a:gd name="T1" fmla="*/ 25364 h 490"/>
                  <a:gd name="T2" fmla="*/ 10769 w 308"/>
                  <a:gd name="T3" fmla="*/ 21644 h 490"/>
                  <a:gd name="T4" fmla="*/ 8180 w 308"/>
                  <a:gd name="T5" fmla="*/ 1446 h 490"/>
                  <a:gd name="T6" fmla="*/ 5400 w 308"/>
                  <a:gd name="T7" fmla="*/ 0 h 490"/>
                  <a:gd name="T8" fmla="*/ 5400 w 308"/>
                  <a:gd name="T9" fmla="*/ 0 h 490"/>
                  <a:gd name="T10" fmla="*/ 2633 w 308"/>
                  <a:gd name="T11" fmla="*/ 1446 h 490"/>
                  <a:gd name="T12" fmla="*/ 0 w 308"/>
                  <a:gd name="T13" fmla="*/ 21644 h 490"/>
                  <a:gd name="T14" fmla="*/ 5400 w 308"/>
                  <a:gd name="T15" fmla="*/ 25364 h 4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8" h="490">
                    <a:moveTo>
                      <a:pt x="154" y="490"/>
                    </a:moveTo>
                    <a:cubicBezTo>
                      <a:pt x="239" y="490"/>
                      <a:pt x="308" y="453"/>
                      <a:pt x="308" y="418"/>
                    </a:cubicBezTo>
                    <a:cubicBezTo>
                      <a:pt x="234" y="28"/>
                      <a:pt x="234" y="28"/>
                      <a:pt x="234" y="28"/>
                    </a:cubicBezTo>
                    <a:cubicBezTo>
                      <a:pt x="228" y="12"/>
                      <a:pt x="195" y="0"/>
                      <a:pt x="154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14" y="0"/>
                      <a:pt x="80" y="12"/>
                      <a:pt x="75" y="28"/>
                    </a:cubicBezTo>
                    <a:cubicBezTo>
                      <a:pt x="0" y="418"/>
                      <a:pt x="0" y="418"/>
                      <a:pt x="0" y="418"/>
                    </a:cubicBezTo>
                    <a:cubicBezTo>
                      <a:pt x="0" y="453"/>
                      <a:pt x="69" y="490"/>
                      <a:pt x="154" y="490"/>
                    </a:cubicBezTo>
                    <a:close/>
                  </a:path>
                </a:pathLst>
              </a:custGeom>
              <a:solidFill>
                <a:srgbClr val="3AAC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3" name="Oval 2070">
                <a:extLst>
                  <a:ext uri="{FF2B5EF4-FFF2-40B4-BE49-F238E27FC236}">
                    <a16:creationId xmlns:a16="http://schemas.microsoft.com/office/drawing/2014/main" id="{FB3742D0-7CF0-4C7D-8836-434151CA8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1628"/>
                <a:ext cx="45" cy="48"/>
              </a:xfrm>
              <a:prstGeom prst="ellipse">
                <a:avLst/>
              </a:prstGeom>
              <a:solidFill>
                <a:srgbClr val="00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34" name="Freeform 2071">
                <a:extLst>
                  <a:ext uri="{FF2B5EF4-FFF2-40B4-BE49-F238E27FC236}">
                    <a16:creationId xmlns:a16="http://schemas.microsoft.com/office/drawing/2014/main" id="{631C9DF1-7CCB-483D-8C3B-FF761BC26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389"/>
                <a:ext cx="335" cy="388"/>
              </a:xfrm>
              <a:custGeom>
                <a:avLst/>
                <a:gdLst>
                  <a:gd name="T0" fmla="*/ 3077 w 185"/>
                  <a:gd name="T1" fmla="*/ 5220 h 201"/>
                  <a:gd name="T2" fmla="*/ 5885 w 185"/>
                  <a:gd name="T3" fmla="*/ 0 h 201"/>
                  <a:gd name="T4" fmla="*/ 3817 w 185"/>
                  <a:gd name="T5" fmla="*/ 6223 h 201"/>
                  <a:gd name="T6" fmla="*/ 0 w 185"/>
                  <a:gd name="T7" fmla="*/ 10401 h 201"/>
                  <a:gd name="T8" fmla="*/ 3077 w 185"/>
                  <a:gd name="T9" fmla="*/ 5220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201">
                    <a:moveTo>
                      <a:pt x="87" y="101"/>
                    </a:moveTo>
                    <a:cubicBezTo>
                      <a:pt x="153" y="78"/>
                      <a:pt x="170" y="38"/>
                      <a:pt x="167" y="0"/>
                    </a:cubicBezTo>
                    <a:cubicBezTo>
                      <a:pt x="185" y="34"/>
                      <a:pt x="170" y="99"/>
                      <a:pt x="108" y="120"/>
                    </a:cubicBezTo>
                    <a:cubicBezTo>
                      <a:pt x="49" y="141"/>
                      <a:pt x="7" y="148"/>
                      <a:pt x="0" y="201"/>
                    </a:cubicBezTo>
                    <a:cubicBezTo>
                      <a:pt x="0" y="162"/>
                      <a:pt x="4" y="130"/>
                      <a:pt x="87" y="101"/>
                    </a:cubicBezTo>
                    <a:close/>
                  </a:path>
                </a:pathLst>
              </a:custGeom>
              <a:solidFill>
                <a:srgbClr val="00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5" name="Freeform 2072">
                <a:extLst>
                  <a:ext uri="{FF2B5EF4-FFF2-40B4-BE49-F238E27FC236}">
                    <a16:creationId xmlns:a16="http://schemas.microsoft.com/office/drawing/2014/main" id="{E7BA515D-739A-4281-8E37-07BACAB46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373"/>
                <a:ext cx="91" cy="493"/>
              </a:xfrm>
              <a:custGeom>
                <a:avLst/>
                <a:gdLst>
                  <a:gd name="T0" fmla="*/ 0 w 50"/>
                  <a:gd name="T1" fmla="*/ 0 h 255"/>
                  <a:gd name="T2" fmla="*/ 1725 w 50"/>
                  <a:gd name="T3" fmla="*/ 13311 h 2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255">
                    <a:moveTo>
                      <a:pt x="0" y="0"/>
                    </a:moveTo>
                    <a:cubicBezTo>
                      <a:pt x="11" y="28"/>
                      <a:pt x="50" y="208"/>
                      <a:pt x="47" y="2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6" name="Freeform 2073">
                <a:extLst>
                  <a:ext uri="{FF2B5EF4-FFF2-40B4-BE49-F238E27FC236}">
                    <a16:creationId xmlns:a16="http://schemas.microsoft.com/office/drawing/2014/main" id="{20ECA549-4B15-481D-83D8-944FBB040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198"/>
                <a:ext cx="239" cy="61"/>
              </a:xfrm>
              <a:custGeom>
                <a:avLst/>
                <a:gdLst>
                  <a:gd name="T0" fmla="*/ 0 w 132"/>
                  <a:gd name="T1" fmla="*/ 1003 h 32"/>
                  <a:gd name="T2" fmla="*/ 4655 w 132"/>
                  <a:gd name="T3" fmla="*/ 0 h 32"/>
                  <a:gd name="T4" fmla="*/ 0 w 132"/>
                  <a:gd name="T5" fmla="*/ 100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32">
                    <a:moveTo>
                      <a:pt x="0" y="21"/>
                    </a:moveTo>
                    <a:cubicBezTo>
                      <a:pt x="29" y="32"/>
                      <a:pt x="104" y="23"/>
                      <a:pt x="132" y="0"/>
                    </a:cubicBezTo>
                    <a:cubicBezTo>
                      <a:pt x="114" y="12"/>
                      <a:pt x="33" y="28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7" name="Freeform 2074">
                <a:extLst>
                  <a:ext uri="{FF2B5EF4-FFF2-40B4-BE49-F238E27FC236}">
                    <a16:creationId xmlns:a16="http://schemas.microsoft.com/office/drawing/2014/main" id="{61965EC7-C2CA-4568-9F61-BEA0812571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7" y="1248"/>
                <a:ext cx="557" cy="946"/>
              </a:xfrm>
              <a:custGeom>
                <a:avLst/>
                <a:gdLst>
                  <a:gd name="T0" fmla="*/ 10695 w 308"/>
                  <a:gd name="T1" fmla="*/ 21032 h 490"/>
                  <a:gd name="T2" fmla="*/ 10695 w 308"/>
                  <a:gd name="T3" fmla="*/ 21032 h 490"/>
                  <a:gd name="T4" fmla="*/ 8257 w 308"/>
                  <a:gd name="T5" fmla="*/ 2166 h 490"/>
                  <a:gd name="T6" fmla="*/ 8257 w 308"/>
                  <a:gd name="T7" fmla="*/ 2166 h 490"/>
                  <a:gd name="T8" fmla="*/ 8180 w 308"/>
                  <a:gd name="T9" fmla="*/ 1446 h 490"/>
                  <a:gd name="T10" fmla="*/ 8127 w 308"/>
                  <a:gd name="T11" fmla="*/ 1297 h 490"/>
                  <a:gd name="T12" fmla="*/ 8127 w 308"/>
                  <a:gd name="T13" fmla="*/ 1238 h 490"/>
                  <a:gd name="T14" fmla="*/ 8084 w 308"/>
                  <a:gd name="T15" fmla="*/ 1182 h 490"/>
                  <a:gd name="T16" fmla="*/ 8013 w 308"/>
                  <a:gd name="T17" fmla="*/ 1100 h 490"/>
                  <a:gd name="T18" fmla="*/ 8013 w 308"/>
                  <a:gd name="T19" fmla="*/ 1100 h 490"/>
                  <a:gd name="T20" fmla="*/ 5400 w 308"/>
                  <a:gd name="T21" fmla="*/ 0 h 490"/>
                  <a:gd name="T22" fmla="*/ 5400 w 308"/>
                  <a:gd name="T23" fmla="*/ 0 h 490"/>
                  <a:gd name="T24" fmla="*/ 2633 w 308"/>
                  <a:gd name="T25" fmla="*/ 1446 h 490"/>
                  <a:gd name="T26" fmla="*/ 0 w 308"/>
                  <a:gd name="T27" fmla="*/ 21644 h 490"/>
                  <a:gd name="T28" fmla="*/ 425 w 308"/>
                  <a:gd name="T29" fmla="*/ 22990 h 490"/>
                  <a:gd name="T30" fmla="*/ 425 w 308"/>
                  <a:gd name="T31" fmla="*/ 22990 h 490"/>
                  <a:gd name="T32" fmla="*/ 526 w 308"/>
                  <a:gd name="T33" fmla="*/ 23142 h 490"/>
                  <a:gd name="T34" fmla="*/ 526 w 308"/>
                  <a:gd name="T35" fmla="*/ 23142 h 490"/>
                  <a:gd name="T36" fmla="*/ 644 w 308"/>
                  <a:gd name="T37" fmla="*/ 23314 h 490"/>
                  <a:gd name="T38" fmla="*/ 644 w 308"/>
                  <a:gd name="T39" fmla="*/ 23314 h 490"/>
                  <a:gd name="T40" fmla="*/ 740 w 308"/>
                  <a:gd name="T41" fmla="*/ 23407 h 490"/>
                  <a:gd name="T42" fmla="*/ 769 w 308"/>
                  <a:gd name="T43" fmla="*/ 23467 h 490"/>
                  <a:gd name="T44" fmla="*/ 834 w 308"/>
                  <a:gd name="T45" fmla="*/ 23546 h 490"/>
                  <a:gd name="T46" fmla="*/ 863 w 308"/>
                  <a:gd name="T47" fmla="*/ 23602 h 490"/>
                  <a:gd name="T48" fmla="*/ 982 w 308"/>
                  <a:gd name="T49" fmla="*/ 23662 h 490"/>
                  <a:gd name="T50" fmla="*/ 1004 w 308"/>
                  <a:gd name="T51" fmla="*/ 23716 h 490"/>
                  <a:gd name="T52" fmla="*/ 1083 w 308"/>
                  <a:gd name="T53" fmla="*/ 23810 h 490"/>
                  <a:gd name="T54" fmla="*/ 1165 w 308"/>
                  <a:gd name="T55" fmla="*/ 23870 h 490"/>
                  <a:gd name="T56" fmla="*/ 1177 w 308"/>
                  <a:gd name="T57" fmla="*/ 23926 h 490"/>
                  <a:gd name="T58" fmla="*/ 1177 w 308"/>
                  <a:gd name="T59" fmla="*/ 23870 h 490"/>
                  <a:gd name="T60" fmla="*/ 5400 w 308"/>
                  <a:gd name="T61" fmla="*/ 25364 h 490"/>
                  <a:gd name="T62" fmla="*/ 5400 w 308"/>
                  <a:gd name="T63" fmla="*/ 25364 h 490"/>
                  <a:gd name="T64" fmla="*/ 10769 w 308"/>
                  <a:gd name="T65" fmla="*/ 21644 h 490"/>
                  <a:gd name="T66" fmla="*/ 10695 w 308"/>
                  <a:gd name="T67" fmla="*/ 21032 h 490"/>
                  <a:gd name="T68" fmla="*/ 9037 w 308"/>
                  <a:gd name="T69" fmla="*/ 22480 h 490"/>
                  <a:gd name="T70" fmla="*/ 5145 w 308"/>
                  <a:gd name="T71" fmla="*/ 23366 h 490"/>
                  <a:gd name="T72" fmla="*/ 1865 w 308"/>
                  <a:gd name="T73" fmla="*/ 18320 h 490"/>
                  <a:gd name="T74" fmla="*/ 1816 w 308"/>
                  <a:gd name="T75" fmla="*/ 18364 h 490"/>
                  <a:gd name="T76" fmla="*/ 3774 w 308"/>
                  <a:gd name="T77" fmla="*/ 3280 h 490"/>
                  <a:gd name="T78" fmla="*/ 6440 w 308"/>
                  <a:gd name="T79" fmla="*/ 1446 h 490"/>
                  <a:gd name="T80" fmla="*/ 6440 w 308"/>
                  <a:gd name="T81" fmla="*/ 1446 h 490"/>
                  <a:gd name="T82" fmla="*/ 7755 w 308"/>
                  <a:gd name="T83" fmla="*/ 2684 h 490"/>
                  <a:gd name="T84" fmla="*/ 8297 w 308"/>
                  <a:gd name="T85" fmla="*/ 6572 h 490"/>
                  <a:gd name="T86" fmla="*/ 9831 w 308"/>
                  <a:gd name="T87" fmla="*/ 19632 h 490"/>
                  <a:gd name="T88" fmla="*/ 9037 w 308"/>
                  <a:gd name="T89" fmla="*/ 22480 h 49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08" h="490">
                    <a:moveTo>
                      <a:pt x="306" y="406"/>
                    </a:moveTo>
                    <a:cubicBezTo>
                      <a:pt x="306" y="406"/>
                      <a:pt x="306" y="406"/>
                      <a:pt x="306" y="406"/>
                    </a:cubicBezTo>
                    <a:cubicBezTo>
                      <a:pt x="236" y="42"/>
                      <a:pt x="236" y="42"/>
                      <a:pt x="236" y="42"/>
                    </a:cubicBezTo>
                    <a:cubicBezTo>
                      <a:pt x="236" y="42"/>
                      <a:pt x="236" y="42"/>
                      <a:pt x="236" y="42"/>
                    </a:cubicBezTo>
                    <a:cubicBezTo>
                      <a:pt x="234" y="28"/>
                      <a:pt x="234" y="28"/>
                      <a:pt x="234" y="28"/>
                    </a:cubicBezTo>
                    <a:cubicBezTo>
                      <a:pt x="233" y="27"/>
                      <a:pt x="233" y="26"/>
                      <a:pt x="232" y="25"/>
                    </a:cubicBezTo>
                    <a:cubicBezTo>
                      <a:pt x="232" y="25"/>
                      <a:pt x="232" y="24"/>
                      <a:pt x="232" y="24"/>
                    </a:cubicBezTo>
                    <a:cubicBezTo>
                      <a:pt x="231" y="24"/>
                      <a:pt x="231" y="23"/>
                      <a:pt x="231" y="23"/>
                    </a:cubicBezTo>
                    <a:cubicBezTo>
                      <a:pt x="230" y="22"/>
                      <a:pt x="230" y="22"/>
                      <a:pt x="229" y="21"/>
                    </a:cubicBezTo>
                    <a:cubicBezTo>
                      <a:pt x="229" y="21"/>
                      <a:pt x="229" y="21"/>
                      <a:pt x="229" y="21"/>
                    </a:cubicBezTo>
                    <a:cubicBezTo>
                      <a:pt x="217" y="8"/>
                      <a:pt x="188" y="0"/>
                      <a:pt x="154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14" y="0"/>
                      <a:pt x="80" y="12"/>
                      <a:pt x="75" y="28"/>
                    </a:cubicBezTo>
                    <a:cubicBezTo>
                      <a:pt x="0" y="418"/>
                      <a:pt x="0" y="418"/>
                      <a:pt x="0" y="418"/>
                    </a:cubicBezTo>
                    <a:cubicBezTo>
                      <a:pt x="0" y="427"/>
                      <a:pt x="4" y="436"/>
                      <a:pt x="12" y="444"/>
                    </a:cubicBezTo>
                    <a:cubicBezTo>
                      <a:pt x="12" y="444"/>
                      <a:pt x="12" y="444"/>
                      <a:pt x="12" y="444"/>
                    </a:cubicBezTo>
                    <a:cubicBezTo>
                      <a:pt x="13" y="445"/>
                      <a:pt x="14" y="446"/>
                      <a:pt x="15" y="447"/>
                    </a:cubicBezTo>
                    <a:cubicBezTo>
                      <a:pt x="15" y="447"/>
                      <a:pt x="15" y="447"/>
                      <a:pt x="15" y="447"/>
                    </a:cubicBezTo>
                    <a:cubicBezTo>
                      <a:pt x="16" y="448"/>
                      <a:pt x="17" y="449"/>
                      <a:pt x="18" y="450"/>
                    </a:cubicBezTo>
                    <a:cubicBezTo>
                      <a:pt x="18" y="450"/>
                      <a:pt x="18" y="450"/>
                      <a:pt x="18" y="450"/>
                    </a:cubicBezTo>
                    <a:cubicBezTo>
                      <a:pt x="19" y="451"/>
                      <a:pt x="20" y="452"/>
                      <a:pt x="21" y="452"/>
                    </a:cubicBezTo>
                    <a:cubicBezTo>
                      <a:pt x="21" y="452"/>
                      <a:pt x="21" y="453"/>
                      <a:pt x="22" y="453"/>
                    </a:cubicBezTo>
                    <a:cubicBezTo>
                      <a:pt x="22" y="454"/>
                      <a:pt x="23" y="454"/>
                      <a:pt x="24" y="455"/>
                    </a:cubicBezTo>
                    <a:cubicBezTo>
                      <a:pt x="25" y="455"/>
                      <a:pt x="25" y="455"/>
                      <a:pt x="25" y="456"/>
                    </a:cubicBezTo>
                    <a:cubicBezTo>
                      <a:pt x="26" y="456"/>
                      <a:pt x="27" y="457"/>
                      <a:pt x="28" y="457"/>
                    </a:cubicBezTo>
                    <a:cubicBezTo>
                      <a:pt x="28" y="458"/>
                      <a:pt x="29" y="458"/>
                      <a:pt x="29" y="458"/>
                    </a:cubicBezTo>
                    <a:cubicBezTo>
                      <a:pt x="30" y="459"/>
                      <a:pt x="31" y="459"/>
                      <a:pt x="31" y="460"/>
                    </a:cubicBezTo>
                    <a:cubicBezTo>
                      <a:pt x="32" y="460"/>
                      <a:pt x="33" y="460"/>
                      <a:pt x="33" y="461"/>
                    </a:cubicBezTo>
                    <a:cubicBezTo>
                      <a:pt x="34" y="461"/>
                      <a:pt x="34" y="461"/>
                      <a:pt x="34" y="462"/>
                    </a:cubicBezTo>
                    <a:cubicBezTo>
                      <a:pt x="34" y="462"/>
                      <a:pt x="34" y="461"/>
                      <a:pt x="34" y="461"/>
                    </a:cubicBezTo>
                    <a:cubicBezTo>
                      <a:pt x="63" y="478"/>
                      <a:pt x="106" y="490"/>
                      <a:pt x="154" y="490"/>
                    </a:cubicBezTo>
                    <a:cubicBezTo>
                      <a:pt x="154" y="490"/>
                      <a:pt x="154" y="490"/>
                      <a:pt x="154" y="490"/>
                    </a:cubicBezTo>
                    <a:cubicBezTo>
                      <a:pt x="239" y="490"/>
                      <a:pt x="308" y="453"/>
                      <a:pt x="308" y="418"/>
                    </a:cubicBezTo>
                    <a:lnTo>
                      <a:pt x="306" y="406"/>
                    </a:lnTo>
                    <a:close/>
                    <a:moveTo>
                      <a:pt x="258" y="434"/>
                    </a:moveTo>
                    <a:cubicBezTo>
                      <a:pt x="227" y="446"/>
                      <a:pt x="185" y="454"/>
                      <a:pt x="147" y="451"/>
                    </a:cubicBezTo>
                    <a:cubicBezTo>
                      <a:pt x="83" y="445"/>
                      <a:pt x="45" y="391"/>
                      <a:pt x="53" y="354"/>
                    </a:cubicBezTo>
                    <a:cubicBezTo>
                      <a:pt x="52" y="355"/>
                      <a:pt x="52" y="355"/>
                      <a:pt x="52" y="355"/>
                    </a:cubicBezTo>
                    <a:cubicBezTo>
                      <a:pt x="108" y="63"/>
                      <a:pt x="108" y="63"/>
                      <a:pt x="108" y="63"/>
                    </a:cubicBezTo>
                    <a:cubicBezTo>
                      <a:pt x="114" y="40"/>
                      <a:pt x="133" y="28"/>
                      <a:pt x="184" y="28"/>
                    </a:cubicBezTo>
                    <a:cubicBezTo>
                      <a:pt x="184" y="28"/>
                      <a:pt x="184" y="28"/>
                      <a:pt x="184" y="28"/>
                    </a:cubicBezTo>
                    <a:cubicBezTo>
                      <a:pt x="212" y="29"/>
                      <a:pt x="219" y="41"/>
                      <a:pt x="222" y="52"/>
                    </a:cubicBezTo>
                    <a:cubicBezTo>
                      <a:pt x="227" y="66"/>
                      <a:pt x="232" y="89"/>
                      <a:pt x="237" y="127"/>
                    </a:cubicBezTo>
                    <a:cubicBezTo>
                      <a:pt x="248" y="207"/>
                      <a:pt x="270" y="325"/>
                      <a:pt x="281" y="379"/>
                    </a:cubicBezTo>
                    <a:cubicBezTo>
                      <a:pt x="285" y="403"/>
                      <a:pt x="283" y="423"/>
                      <a:pt x="258" y="434"/>
                    </a:cubicBezTo>
                    <a:close/>
                  </a:path>
                </a:pathLst>
              </a:custGeom>
              <a:solidFill>
                <a:srgbClr val="00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8" name="Freeform 2075">
                <a:extLst>
                  <a:ext uri="{FF2B5EF4-FFF2-40B4-BE49-F238E27FC236}">
                    <a16:creationId xmlns:a16="http://schemas.microsoft.com/office/drawing/2014/main" id="{A0D67700-8992-4CD8-AB17-196844135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047"/>
                <a:ext cx="418" cy="1270"/>
              </a:xfrm>
              <a:custGeom>
                <a:avLst/>
                <a:gdLst>
                  <a:gd name="T0" fmla="*/ 8105 w 231"/>
                  <a:gd name="T1" fmla="*/ 30405 h 658"/>
                  <a:gd name="T2" fmla="*/ 1084 w 231"/>
                  <a:gd name="T3" fmla="*/ 27396 h 658"/>
                  <a:gd name="T4" fmla="*/ 3377 w 231"/>
                  <a:gd name="T5" fmla="*/ 9299 h 658"/>
                  <a:gd name="T6" fmla="*/ 1267 w 231"/>
                  <a:gd name="T7" fmla="*/ 21052 h 658"/>
                  <a:gd name="T8" fmla="*/ 664 w 231"/>
                  <a:gd name="T9" fmla="*/ 21052 h 658"/>
                  <a:gd name="T10" fmla="*/ 1048 w 231"/>
                  <a:gd name="T11" fmla="*/ 13597 h 658"/>
                  <a:gd name="T12" fmla="*/ 6981 w 231"/>
                  <a:gd name="T13" fmla="*/ 264 h 658"/>
                  <a:gd name="T14" fmla="*/ 6541 w 231"/>
                  <a:gd name="T15" fmla="*/ 208 h 658"/>
                  <a:gd name="T16" fmla="*/ 6541 w 231"/>
                  <a:gd name="T17" fmla="*/ 208 h 658"/>
                  <a:gd name="T18" fmla="*/ 6500 w 231"/>
                  <a:gd name="T19" fmla="*/ 208 h 658"/>
                  <a:gd name="T20" fmla="*/ 2209 w 231"/>
                  <a:gd name="T21" fmla="*/ 5119 h 658"/>
                  <a:gd name="T22" fmla="*/ 0 w 231"/>
                  <a:gd name="T23" fmla="*/ 18861 h 658"/>
                  <a:gd name="T24" fmla="*/ 2209 w 231"/>
                  <a:gd name="T25" fmla="*/ 32678 h 658"/>
                  <a:gd name="T26" fmla="*/ 2810 w 231"/>
                  <a:gd name="T27" fmla="*/ 34016 h 658"/>
                  <a:gd name="T28" fmla="*/ 2779 w 231"/>
                  <a:gd name="T29" fmla="*/ 33900 h 658"/>
                  <a:gd name="T30" fmla="*/ 3257 w 231"/>
                  <a:gd name="T31" fmla="*/ 30673 h 658"/>
                  <a:gd name="T32" fmla="*/ 8105 w 231"/>
                  <a:gd name="T33" fmla="*/ 30405 h 6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1" h="658">
                    <a:moveTo>
                      <a:pt x="231" y="588"/>
                    </a:moveTo>
                    <a:cubicBezTo>
                      <a:pt x="86" y="604"/>
                      <a:pt x="31" y="530"/>
                      <a:pt x="31" y="530"/>
                    </a:cubicBezTo>
                    <a:cubicBezTo>
                      <a:pt x="96" y="180"/>
                      <a:pt x="96" y="180"/>
                      <a:pt x="96" y="180"/>
                    </a:cubicBezTo>
                    <a:cubicBezTo>
                      <a:pt x="96" y="180"/>
                      <a:pt x="43" y="379"/>
                      <a:pt x="36" y="407"/>
                    </a:cubicBezTo>
                    <a:cubicBezTo>
                      <a:pt x="28" y="435"/>
                      <a:pt x="19" y="441"/>
                      <a:pt x="19" y="407"/>
                    </a:cubicBezTo>
                    <a:cubicBezTo>
                      <a:pt x="19" y="376"/>
                      <a:pt x="19" y="334"/>
                      <a:pt x="30" y="263"/>
                    </a:cubicBezTo>
                    <a:cubicBezTo>
                      <a:pt x="55" y="85"/>
                      <a:pt x="156" y="0"/>
                      <a:pt x="199" y="5"/>
                    </a:cubicBezTo>
                    <a:cubicBezTo>
                      <a:pt x="195" y="4"/>
                      <a:pt x="190" y="4"/>
                      <a:pt x="186" y="4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6" y="4"/>
                      <a:pt x="186" y="4"/>
                      <a:pt x="185" y="4"/>
                    </a:cubicBezTo>
                    <a:cubicBezTo>
                      <a:pt x="143" y="4"/>
                      <a:pt x="98" y="39"/>
                      <a:pt x="63" y="99"/>
                    </a:cubicBezTo>
                    <a:cubicBezTo>
                      <a:pt x="23" y="169"/>
                      <a:pt x="0" y="264"/>
                      <a:pt x="0" y="365"/>
                    </a:cubicBezTo>
                    <a:cubicBezTo>
                      <a:pt x="0" y="467"/>
                      <a:pt x="23" y="561"/>
                      <a:pt x="63" y="632"/>
                    </a:cubicBezTo>
                    <a:cubicBezTo>
                      <a:pt x="69" y="641"/>
                      <a:pt x="74" y="650"/>
                      <a:pt x="80" y="658"/>
                    </a:cubicBezTo>
                    <a:cubicBezTo>
                      <a:pt x="80" y="657"/>
                      <a:pt x="79" y="656"/>
                      <a:pt x="79" y="656"/>
                    </a:cubicBezTo>
                    <a:cubicBezTo>
                      <a:pt x="65" y="624"/>
                      <a:pt x="52" y="581"/>
                      <a:pt x="93" y="593"/>
                    </a:cubicBezTo>
                    <a:cubicBezTo>
                      <a:pt x="134" y="605"/>
                      <a:pt x="179" y="598"/>
                      <a:pt x="231" y="588"/>
                    </a:cubicBezTo>
                    <a:close/>
                  </a:path>
                </a:pathLst>
              </a:custGeom>
              <a:solidFill>
                <a:srgbClr val="008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9" name="Freeform 2076">
                <a:extLst>
                  <a:ext uri="{FF2B5EF4-FFF2-40B4-BE49-F238E27FC236}">
                    <a16:creationId xmlns:a16="http://schemas.microsoft.com/office/drawing/2014/main" id="{025D2DF5-8241-4353-8087-211CDC12C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275"/>
                <a:ext cx="175" cy="888"/>
              </a:xfrm>
              <a:custGeom>
                <a:avLst/>
                <a:gdLst>
                  <a:gd name="T0" fmla="*/ 2899 w 97"/>
                  <a:gd name="T1" fmla="*/ 23806 h 460"/>
                  <a:gd name="T2" fmla="*/ 3347 w 97"/>
                  <a:gd name="T3" fmla="*/ 0 h 460"/>
                  <a:gd name="T4" fmla="*/ 2899 w 97"/>
                  <a:gd name="T5" fmla="*/ 23806 h 4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460">
                    <a:moveTo>
                      <a:pt x="84" y="460"/>
                    </a:moveTo>
                    <a:cubicBezTo>
                      <a:pt x="19" y="282"/>
                      <a:pt x="62" y="57"/>
                      <a:pt x="97" y="0"/>
                    </a:cubicBezTo>
                    <a:cubicBezTo>
                      <a:pt x="52" y="59"/>
                      <a:pt x="0" y="287"/>
                      <a:pt x="84" y="460"/>
                    </a:cubicBezTo>
                    <a:close/>
                  </a:path>
                </a:pathLst>
              </a:custGeom>
              <a:solidFill>
                <a:srgbClr val="FFFD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0" name="Freeform 2077">
                <a:extLst>
                  <a:ext uri="{FF2B5EF4-FFF2-40B4-BE49-F238E27FC236}">
                    <a16:creationId xmlns:a16="http://schemas.microsoft.com/office/drawing/2014/main" id="{9D16993F-F04E-4C0A-BB78-A5D6E08E0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275"/>
                <a:ext cx="175" cy="888"/>
              </a:xfrm>
              <a:custGeom>
                <a:avLst/>
                <a:gdLst>
                  <a:gd name="T0" fmla="*/ 424 w 97"/>
                  <a:gd name="T1" fmla="*/ 23806 h 460"/>
                  <a:gd name="T2" fmla="*/ 0 w 97"/>
                  <a:gd name="T3" fmla="*/ 0 h 460"/>
                  <a:gd name="T4" fmla="*/ 424 w 97"/>
                  <a:gd name="T5" fmla="*/ 23806 h 4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460">
                    <a:moveTo>
                      <a:pt x="12" y="460"/>
                    </a:moveTo>
                    <a:cubicBezTo>
                      <a:pt x="77" y="282"/>
                      <a:pt x="35" y="57"/>
                      <a:pt x="0" y="0"/>
                    </a:cubicBezTo>
                    <a:cubicBezTo>
                      <a:pt x="45" y="59"/>
                      <a:pt x="97" y="287"/>
                      <a:pt x="12" y="460"/>
                    </a:cubicBezTo>
                    <a:close/>
                  </a:path>
                </a:pathLst>
              </a:custGeom>
              <a:solidFill>
                <a:srgbClr val="FFFD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1" name="Oval 2078">
                <a:extLst>
                  <a:ext uri="{FF2B5EF4-FFF2-40B4-BE49-F238E27FC236}">
                    <a16:creationId xmlns:a16="http://schemas.microsoft.com/office/drawing/2014/main" id="{DE23CA75-028E-4862-912E-A6F1329EB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8" y="1618"/>
                <a:ext cx="46" cy="4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42" name="Freeform 2079">
                <a:extLst>
                  <a:ext uri="{FF2B5EF4-FFF2-40B4-BE49-F238E27FC236}">
                    <a16:creationId xmlns:a16="http://schemas.microsoft.com/office/drawing/2014/main" id="{FCC5F1E0-DD01-4C4C-8032-46A1F53D3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373"/>
                <a:ext cx="335" cy="388"/>
              </a:xfrm>
              <a:custGeom>
                <a:avLst/>
                <a:gdLst>
                  <a:gd name="T0" fmla="*/ 3077 w 185"/>
                  <a:gd name="T1" fmla="*/ 5220 h 201"/>
                  <a:gd name="T2" fmla="*/ 5885 w 185"/>
                  <a:gd name="T3" fmla="*/ 0 h 201"/>
                  <a:gd name="T4" fmla="*/ 3817 w 185"/>
                  <a:gd name="T5" fmla="*/ 6223 h 201"/>
                  <a:gd name="T6" fmla="*/ 0 w 185"/>
                  <a:gd name="T7" fmla="*/ 10401 h 201"/>
                  <a:gd name="T8" fmla="*/ 3077 w 185"/>
                  <a:gd name="T9" fmla="*/ 5220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201">
                    <a:moveTo>
                      <a:pt x="87" y="101"/>
                    </a:moveTo>
                    <a:cubicBezTo>
                      <a:pt x="153" y="78"/>
                      <a:pt x="170" y="38"/>
                      <a:pt x="167" y="0"/>
                    </a:cubicBezTo>
                    <a:cubicBezTo>
                      <a:pt x="185" y="34"/>
                      <a:pt x="170" y="99"/>
                      <a:pt x="108" y="120"/>
                    </a:cubicBezTo>
                    <a:cubicBezTo>
                      <a:pt x="49" y="141"/>
                      <a:pt x="7" y="148"/>
                      <a:pt x="0" y="201"/>
                    </a:cubicBezTo>
                    <a:cubicBezTo>
                      <a:pt x="0" y="162"/>
                      <a:pt x="4" y="130"/>
                      <a:pt x="87" y="101"/>
                    </a:cubicBezTo>
                    <a:close/>
                  </a:path>
                </a:pathLst>
              </a:custGeom>
              <a:solidFill>
                <a:srgbClr val="F0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3" name="Freeform 2080">
                <a:extLst>
                  <a:ext uri="{FF2B5EF4-FFF2-40B4-BE49-F238E27FC236}">
                    <a16:creationId xmlns:a16="http://schemas.microsoft.com/office/drawing/2014/main" id="{1CF56E14-1DAE-48F0-8024-47C168D33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437"/>
                <a:ext cx="284" cy="241"/>
              </a:xfrm>
              <a:custGeom>
                <a:avLst/>
                <a:gdLst>
                  <a:gd name="T0" fmla="*/ 0 w 157"/>
                  <a:gd name="T1" fmla="*/ 6428 h 125"/>
                  <a:gd name="T2" fmla="*/ 2775 w 157"/>
                  <a:gd name="T3" fmla="*/ 3706 h 125"/>
                  <a:gd name="T4" fmla="*/ 5505 w 157"/>
                  <a:gd name="T5" fmla="*/ 0 h 125"/>
                  <a:gd name="T6" fmla="*/ 2847 w 157"/>
                  <a:gd name="T7" fmla="*/ 3993 h 125"/>
                  <a:gd name="T8" fmla="*/ 0 w 157"/>
                  <a:gd name="T9" fmla="*/ 6428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125">
                    <a:moveTo>
                      <a:pt x="0" y="125"/>
                    </a:moveTo>
                    <a:cubicBezTo>
                      <a:pt x="10" y="105"/>
                      <a:pt x="32" y="88"/>
                      <a:pt x="79" y="72"/>
                    </a:cubicBezTo>
                    <a:cubicBezTo>
                      <a:pt x="128" y="55"/>
                      <a:pt x="150" y="28"/>
                      <a:pt x="157" y="0"/>
                    </a:cubicBezTo>
                    <a:cubicBezTo>
                      <a:pt x="153" y="26"/>
                      <a:pt x="132" y="60"/>
                      <a:pt x="81" y="78"/>
                    </a:cubicBezTo>
                    <a:cubicBezTo>
                      <a:pt x="30" y="95"/>
                      <a:pt x="18" y="103"/>
                      <a:pt x="0" y="1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4" name="Oval 2081">
                <a:extLst>
                  <a:ext uri="{FF2B5EF4-FFF2-40B4-BE49-F238E27FC236}">
                    <a16:creationId xmlns:a16="http://schemas.microsoft.com/office/drawing/2014/main" id="{AF499564-C08A-446D-A091-55741B3EA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162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45" name="Freeform 2082">
                <a:extLst>
                  <a:ext uri="{FF2B5EF4-FFF2-40B4-BE49-F238E27FC236}">
                    <a16:creationId xmlns:a16="http://schemas.microsoft.com/office/drawing/2014/main" id="{731CFF5C-1965-43BC-9B7A-7AC2E3912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873"/>
                <a:ext cx="50" cy="54"/>
              </a:xfrm>
              <a:custGeom>
                <a:avLst/>
                <a:gdLst>
                  <a:gd name="T0" fmla="*/ 73 w 28"/>
                  <a:gd name="T1" fmla="*/ 941 h 28"/>
                  <a:gd name="T2" fmla="*/ 325 w 28"/>
                  <a:gd name="T3" fmla="*/ 108 h 28"/>
                  <a:gd name="T4" fmla="*/ 832 w 28"/>
                  <a:gd name="T5" fmla="*/ 509 h 28"/>
                  <a:gd name="T6" fmla="*/ 580 w 28"/>
                  <a:gd name="T7" fmla="*/ 1329 h 28"/>
                  <a:gd name="T8" fmla="*/ 73 w 28"/>
                  <a:gd name="T9" fmla="*/ 94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" y="18"/>
                    </a:moveTo>
                    <a:cubicBezTo>
                      <a:pt x="0" y="12"/>
                      <a:pt x="4" y="4"/>
                      <a:pt x="10" y="2"/>
                    </a:cubicBezTo>
                    <a:cubicBezTo>
                      <a:pt x="17" y="0"/>
                      <a:pt x="24" y="4"/>
                      <a:pt x="26" y="10"/>
                    </a:cubicBezTo>
                    <a:cubicBezTo>
                      <a:pt x="28" y="17"/>
                      <a:pt x="25" y="24"/>
                      <a:pt x="18" y="26"/>
                    </a:cubicBezTo>
                    <a:cubicBezTo>
                      <a:pt x="12" y="28"/>
                      <a:pt x="4" y="25"/>
                      <a:pt x="2" y="18"/>
                    </a:cubicBezTo>
                    <a:close/>
                  </a:path>
                </a:pathLst>
              </a:custGeom>
              <a:solidFill>
                <a:srgbClr val="00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6" name="Freeform 2083">
                <a:extLst>
                  <a:ext uri="{FF2B5EF4-FFF2-40B4-BE49-F238E27FC236}">
                    <a16:creationId xmlns:a16="http://schemas.microsoft.com/office/drawing/2014/main" id="{A0E961BC-A802-4D7B-B310-2ECBE34FE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611"/>
                <a:ext cx="266" cy="471"/>
              </a:xfrm>
              <a:custGeom>
                <a:avLst/>
                <a:gdLst>
                  <a:gd name="T0" fmla="*/ 2423 w 147"/>
                  <a:gd name="T1" fmla="*/ 6279 h 244"/>
                  <a:gd name="T2" fmla="*/ 3997 w 147"/>
                  <a:gd name="T3" fmla="*/ 0 h 244"/>
                  <a:gd name="T4" fmla="*/ 3377 w 147"/>
                  <a:gd name="T5" fmla="*/ 6882 h 244"/>
                  <a:gd name="T6" fmla="*/ 664 w 147"/>
                  <a:gd name="T7" fmla="*/ 12624 h 244"/>
                  <a:gd name="T8" fmla="*/ 2423 w 147"/>
                  <a:gd name="T9" fmla="*/ 6279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244">
                    <a:moveTo>
                      <a:pt x="69" y="121"/>
                    </a:moveTo>
                    <a:cubicBezTo>
                      <a:pt x="124" y="79"/>
                      <a:pt x="128" y="35"/>
                      <a:pt x="114" y="0"/>
                    </a:cubicBezTo>
                    <a:cubicBezTo>
                      <a:pt x="142" y="27"/>
                      <a:pt x="147" y="93"/>
                      <a:pt x="96" y="133"/>
                    </a:cubicBezTo>
                    <a:cubicBezTo>
                      <a:pt x="46" y="171"/>
                      <a:pt x="8" y="191"/>
                      <a:pt x="19" y="244"/>
                    </a:cubicBezTo>
                    <a:cubicBezTo>
                      <a:pt x="6" y="207"/>
                      <a:pt x="0" y="175"/>
                      <a:pt x="69" y="121"/>
                    </a:cubicBezTo>
                    <a:close/>
                  </a:path>
                </a:pathLst>
              </a:custGeom>
              <a:solidFill>
                <a:srgbClr val="00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7" name="Freeform 2084">
                <a:extLst>
                  <a:ext uri="{FF2B5EF4-FFF2-40B4-BE49-F238E27FC236}">
                    <a16:creationId xmlns:a16="http://schemas.microsoft.com/office/drawing/2014/main" id="{69A521C8-C067-4365-9730-B80D6DF1B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867"/>
                <a:ext cx="51" cy="54"/>
              </a:xfrm>
              <a:custGeom>
                <a:avLst/>
                <a:gdLst>
                  <a:gd name="T0" fmla="*/ 80 w 28"/>
                  <a:gd name="T1" fmla="*/ 941 h 28"/>
                  <a:gd name="T2" fmla="*/ 362 w 28"/>
                  <a:gd name="T3" fmla="*/ 108 h 28"/>
                  <a:gd name="T4" fmla="*/ 949 w 28"/>
                  <a:gd name="T5" fmla="*/ 509 h 28"/>
                  <a:gd name="T6" fmla="*/ 659 w 28"/>
                  <a:gd name="T7" fmla="*/ 1329 h 28"/>
                  <a:gd name="T8" fmla="*/ 80 w 28"/>
                  <a:gd name="T9" fmla="*/ 94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" y="18"/>
                    </a:moveTo>
                    <a:cubicBezTo>
                      <a:pt x="0" y="11"/>
                      <a:pt x="4" y="4"/>
                      <a:pt x="10" y="2"/>
                    </a:cubicBezTo>
                    <a:cubicBezTo>
                      <a:pt x="17" y="0"/>
                      <a:pt x="24" y="3"/>
                      <a:pt x="26" y="10"/>
                    </a:cubicBezTo>
                    <a:cubicBezTo>
                      <a:pt x="28" y="17"/>
                      <a:pt x="25" y="24"/>
                      <a:pt x="18" y="26"/>
                    </a:cubicBezTo>
                    <a:cubicBezTo>
                      <a:pt x="12" y="28"/>
                      <a:pt x="5" y="25"/>
                      <a:pt x="2" y="1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8" name="Freeform 2085">
                <a:extLst>
                  <a:ext uri="{FF2B5EF4-FFF2-40B4-BE49-F238E27FC236}">
                    <a16:creationId xmlns:a16="http://schemas.microsoft.com/office/drawing/2014/main" id="{8042B9AA-6A28-4D7B-8F97-279CB9D19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599"/>
                <a:ext cx="268" cy="469"/>
              </a:xfrm>
              <a:custGeom>
                <a:avLst/>
                <a:gdLst>
                  <a:gd name="T0" fmla="*/ 2470 w 148"/>
                  <a:gd name="T1" fmla="*/ 6269 h 243"/>
                  <a:gd name="T2" fmla="*/ 4007 w 148"/>
                  <a:gd name="T3" fmla="*/ 0 h 243"/>
                  <a:gd name="T4" fmla="*/ 3384 w 148"/>
                  <a:gd name="T5" fmla="*/ 6881 h 243"/>
                  <a:gd name="T6" fmla="*/ 666 w 148"/>
                  <a:gd name="T7" fmla="*/ 12561 h 243"/>
                  <a:gd name="T8" fmla="*/ 2470 w 148"/>
                  <a:gd name="T9" fmla="*/ 6269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243">
                    <a:moveTo>
                      <a:pt x="70" y="121"/>
                    </a:moveTo>
                    <a:cubicBezTo>
                      <a:pt x="125" y="79"/>
                      <a:pt x="129" y="35"/>
                      <a:pt x="114" y="0"/>
                    </a:cubicBezTo>
                    <a:cubicBezTo>
                      <a:pt x="142" y="27"/>
                      <a:pt x="148" y="93"/>
                      <a:pt x="96" y="133"/>
                    </a:cubicBezTo>
                    <a:cubicBezTo>
                      <a:pt x="47" y="171"/>
                      <a:pt x="9" y="191"/>
                      <a:pt x="19" y="243"/>
                    </a:cubicBezTo>
                    <a:cubicBezTo>
                      <a:pt x="6" y="206"/>
                      <a:pt x="0" y="174"/>
                      <a:pt x="70" y="121"/>
                    </a:cubicBezTo>
                    <a:close/>
                  </a:path>
                </a:pathLst>
              </a:custGeom>
              <a:solidFill>
                <a:srgbClr val="F0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9" name="Freeform 2086">
                <a:extLst>
                  <a:ext uri="{FF2B5EF4-FFF2-40B4-BE49-F238E27FC236}">
                    <a16:creationId xmlns:a16="http://schemas.microsoft.com/office/drawing/2014/main" id="{321DE115-96B2-4DEB-88AB-DECB8B150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659"/>
                <a:ext cx="207" cy="324"/>
              </a:xfrm>
              <a:custGeom>
                <a:avLst/>
                <a:gdLst>
                  <a:gd name="T0" fmla="*/ 0 w 114"/>
                  <a:gd name="T1" fmla="*/ 8644 h 168"/>
                  <a:gd name="T2" fmla="*/ 2077 w 114"/>
                  <a:gd name="T3" fmla="*/ 4771 h 168"/>
                  <a:gd name="T4" fmla="*/ 3948 w 114"/>
                  <a:gd name="T5" fmla="*/ 0 h 168"/>
                  <a:gd name="T6" fmla="*/ 2195 w 114"/>
                  <a:gd name="T7" fmla="*/ 5051 h 168"/>
                  <a:gd name="T8" fmla="*/ 0 w 114"/>
                  <a:gd name="T9" fmla="*/ 8644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68">
                    <a:moveTo>
                      <a:pt x="0" y="168"/>
                    </a:moveTo>
                    <a:cubicBezTo>
                      <a:pt x="3" y="147"/>
                      <a:pt x="18" y="123"/>
                      <a:pt x="58" y="93"/>
                    </a:cubicBezTo>
                    <a:cubicBezTo>
                      <a:pt x="99" y="61"/>
                      <a:pt x="112" y="29"/>
                      <a:pt x="110" y="0"/>
                    </a:cubicBezTo>
                    <a:cubicBezTo>
                      <a:pt x="114" y="26"/>
                      <a:pt x="104" y="65"/>
                      <a:pt x="61" y="98"/>
                    </a:cubicBezTo>
                    <a:cubicBezTo>
                      <a:pt x="19" y="131"/>
                      <a:pt x="10" y="142"/>
                      <a:pt x="0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0" name="Freeform 2087">
                <a:extLst>
                  <a:ext uri="{FF2B5EF4-FFF2-40B4-BE49-F238E27FC236}">
                    <a16:creationId xmlns:a16="http://schemas.microsoft.com/office/drawing/2014/main" id="{BFBF8605-6B27-4C4C-AB40-BCE4D355F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1881"/>
                <a:ext cx="16" cy="17"/>
              </a:xfrm>
              <a:custGeom>
                <a:avLst/>
                <a:gdLst>
                  <a:gd name="T0" fmla="*/ 0 w 9"/>
                  <a:gd name="T1" fmla="*/ 272 h 9"/>
                  <a:gd name="T2" fmla="*/ 89 w 9"/>
                  <a:gd name="T3" fmla="*/ 0 h 9"/>
                  <a:gd name="T4" fmla="*/ 247 w 9"/>
                  <a:gd name="T5" fmla="*/ 144 h 9"/>
                  <a:gd name="T6" fmla="*/ 203 w 9"/>
                  <a:gd name="T7" fmla="*/ 357 h 9"/>
                  <a:gd name="T8" fmla="*/ 0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8"/>
                      <a:pt x="6" y="8"/>
                    </a:cubicBezTo>
                    <a:cubicBezTo>
                      <a:pt x="3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1" name="Oval 2088">
                <a:extLst>
                  <a:ext uri="{FF2B5EF4-FFF2-40B4-BE49-F238E27FC236}">
                    <a16:creationId xmlns:a16="http://schemas.microsoft.com/office/drawing/2014/main" id="{74E8A97E-0C29-48E1-A07E-1394505A3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962"/>
                <a:ext cx="1483" cy="1581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52" name="Freeform 2089">
                <a:extLst>
                  <a:ext uri="{FF2B5EF4-FFF2-40B4-BE49-F238E27FC236}">
                    <a16:creationId xmlns:a16="http://schemas.microsoft.com/office/drawing/2014/main" id="{69D901E2-5ED3-4D9E-8B37-1371C63C9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962"/>
                <a:ext cx="428" cy="1581"/>
              </a:xfrm>
              <a:custGeom>
                <a:avLst/>
                <a:gdLst>
                  <a:gd name="T0" fmla="*/ 0 w 236"/>
                  <a:gd name="T1" fmla="*/ 21177 h 819"/>
                  <a:gd name="T2" fmla="*/ 8393 w 236"/>
                  <a:gd name="T3" fmla="*/ 42384 h 819"/>
                  <a:gd name="T4" fmla="*/ 8393 w 236"/>
                  <a:gd name="T5" fmla="*/ 40716 h 819"/>
                  <a:gd name="T6" fmla="*/ 3549 w 236"/>
                  <a:gd name="T7" fmla="*/ 35386 h 819"/>
                  <a:gd name="T8" fmla="*/ 1233 w 236"/>
                  <a:gd name="T9" fmla="*/ 21177 h 819"/>
                  <a:gd name="T10" fmla="*/ 3549 w 236"/>
                  <a:gd name="T11" fmla="*/ 6998 h 819"/>
                  <a:gd name="T12" fmla="*/ 8393 w 236"/>
                  <a:gd name="T13" fmla="*/ 1670 h 819"/>
                  <a:gd name="T14" fmla="*/ 8393 w 236"/>
                  <a:gd name="T15" fmla="*/ 0 h 819"/>
                  <a:gd name="T16" fmla="*/ 0 w 236"/>
                  <a:gd name="T17" fmla="*/ 21177 h 8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6" h="819">
                    <a:moveTo>
                      <a:pt x="0" y="409"/>
                    </a:moveTo>
                    <a:cubicBezTo>
                      <a:pt x="0" y="635"/>
                      <a:pt x="106" y="819"/>
                      <a:pt x="236" y="819"/>
                    </a:cubicBezTo>
                    <a:cubicBezTo>
                      <a:pt x="236" y="787"/>
                      <a:pt x="236" y="787"/>
                      <a:pt x="236" y="787"/>
                    </a:cubicBezTo>
                    <a:cubicBezTo>
                      <a:pt x="188" y="787"/>
                      <a:pt x="138" y="749"/>
                      <a:pt x="100" y="684"/>
                    </a:cubicBezTo>
                    <a:cubicBezTo>
                      <a:pt x="58" y="611"/>
                      <a:pt x="35" y="514"/>
                      <a:pt x="35" y="409"/>
                    </a:cubicBezTo>
                    <a:cubicBezTo>
                      <a:pt x="35" y="305"/>
                      <a:pt x="58" y="208"/>
                      <a:pt x="100" y="135"/>
                    </a:cubicBezTo>
                    <a:cubicBezTo>
                      <a:pt x="138" y="69"/>
                      <a:pt x="188" y="32"/>
                      <a:pt x="236" y="32"/>
                    </a:cubicBezTo>
                    <a:cubicBezTo>
                      <a:pt x="236" y="0"/>
                      <a:pt x="236" y="0"/>
                      <a:pt x="236" y="0"/>
                    </a:cubicBezTo>
                    <a:cubicBezTo>
                      <a:pt x="106" y="0"/>
                      <a:pt x="0" y="183"/>
                      <a:pt x="0" y="40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3" name="Freeform 2090">
                <a:extLst>
                  <a:ext uri="{FF2B5EF4-FFF2-40B4-BE49-F238E27FC236}">
                    <a16:creationId xmlns:a16="http://schemas.microsoft.com/office/drawing/2014/main" id="{E6932AEF-9062-465A-A519-1266EB385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962"/>
                <a:ext cx="428" cy="1581"/>
              </a:xfrm>
              <a:custGeom>
                <a:avLst/>
                <a:gdLst>
                  <a:gd name="T0" fmla="*/ 8393 w 236"/>
                  <a:gd name="T1" fmla="*/ 21177 h 819"/>
                  <a:gd name="T2" fmla="*/ 0 w 236"/>
                  <a:gd name="T3" fmla="*/ 42384 h 819"/>
                  <a:gd name="T4" fmla="*/ 0 w 236"/>
                  <a:gd name="T5" fmla="*/ 40716 h 819"/>
                  <a:gd name="T6" fmla="*/ 4844 w 236"/>
                  <a:gd name="T7" fmla="*/ 35386 h 819"/>
                  <a:gd name="T8" fmla="*/ 7164 w 236"/>
                  <a:gd name="T9" fmla="*/ 21177 h 819"/>
                  <a:gd name="T10" fmla="*/ 4844 w 236"/>
                  <a:gd name="T11" fmla="*/ 6998 h 819"/>
                  <a:gd name="T12" fmla="*/ 0 w 236"/>
                  <a:gd name="T13" fmla="*/ 1670 h 819"/>
                  <a:gd name="T14" fmla="*/ 0 w 236"/>
                  <a:gd name="T15" fmla="*/ 0 h 819"/>
                  <a:gd name="T16" fmla="*/ 8393 w 236"/>
                  <a:gd name="T17" fmla="*/ 21177 h 8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6" h="819">
                    <a:moveTo>
                      <a:pt x="236" y="409"/>
                    </a:moveTo>
                    <a:cubicBezTo>
                      <a:pt x="236" y="635"/>
                      <a:pt x="130" y="819"/>
                      <a:pt x="0" y="819"/>
                    </a:cubicBezTo>
                    <a:cubicBezTo>
                      <a:pt x="0" y="787"/>
                      <a:pt x="0" y="787"/>
                      <a:pt x="0" y="787"/>
                    </a:cubicBezTo>
                    <a:cubicBezTo>
                      <a:pt x="48" y="787"/>
                      <a:pt x="98" y="749"/>
                      <a:pt x="136" y="684"/>
                    </a:cubicBezTo>
                    <a:cubicBezTo>
                      <a:pt x="178" y="611"/>
                      <a:pt x="201" y="514"/>
                      <a:pt x="201" y="409"/>
                    </a:cubicBezTo>
                    <a:cubicBezTo>
                      <a:pt x="201" y="305"/>
                      <a:pt x="178" y="208"/>
                      <a:pt x="136" y="135"/>
                    </a:cubicBezTo>
                    <a:cubicBezTo>
                      <a:pt x="98" y="69"/>
                      <a:pt x="48" y="32"/>
                      <a:pt x="0" y="3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0" y="0"/>
                      <a:pt x="236" y="183"/>
                      <a:pt x="236" y="40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4" name="Oval 2091">
                <a:extLst>
                  <a:ext uri="{FF2B5EF4-FFF2-40B4-BE49-F238E27FC236}">
                    <a16:creationId xmlns:a16="http://schemas.microsoft.com/office/drawing/2014/main" id="{60896137-6BF0-4762-BE2B-F96BC8E60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8" y="1618"/>
                <a:ext cx="46" cy="49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55" name="Freeform 2092">
                <a:extLst>
                  <a:ext uri="{FF2B5EF4-FFF2-40B4-BE49-F238E27FC236}">
                    <a16:creationId xmlns:a16="http://schemas.microsoft.com/office/drawing/2014/main" id="{550A9A4A-8015-4D16-A6D5-BFC048E7C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373"/>
                <a:ext cx="335" cy="388"/>
              </a:xfrm>
              <a:custGeom>
                <a:avLst/>
                <a:gdLst>
                  <a:gd name="T0" fmla="*/ 3077 w 185"/>
                  <a:gd name="T1" fmla="*/ 5220 h 201"/>
                  <a:gd name="T2" fmla="*/ 5885 w 185"/>
                  <a:gd name="T3" fmla="*/ 0 h 201"/>
                  <a:gd name="T4" fmla="*/ 3817 w 185"/>
                  <a:gd name="T5" fmla="*/ 6223 h 201"/>
                  <a:gd name="T6" fmla="*/ 0 w 185"/>
                  <a:gd name="T7" fmla="*/ 10401 h 201"/>
                  <a:gd name="T8" fmla="*/ 3077 w 185"/>
                  <a:gd name="T9" fmla="*/ 5220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201">
                    <a:moveTo>
                      <a:pt x="87" y="101"/>
                    </a:moveTo>
                    <a:cubicBezTo>
                      <a:pt x="153" y="78"/>
                      <a:pt x="170" y="38"/>
                      <a:pt x="167" y="0"/>
                    </a:cubicBezTo>
                    <a:cubicBezTo>
                      <a:pt x="185" y="34"/>
                      <a:pt x="170" y="99"/>
                      <a:pt x="108" y="120"/>
                    </a:cubicBezTo>
                    <a:cubicBezTo>
                      <a:pt x="49" y="141"/>
                      <a:pt x="7" y="148"/>
                      <a:pt x="0" y="201"/>
                    </a:cubicBezTo>
                    <a:cubicBezTo>
                      <a:pt x="0" y="162"/>
                      <a:pt x="4" y="130"/>
                      <a:pt x="87" y="10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6" name="Oval 2093">
                <a:extLst>
                  <a:ext uri="{FF2B5EF4-FFF2-40B4-BE49-F238E27FC236}">
                    <a16:creationId xmlns:a16="http://schemas.microsoft.com/office/drawing/2014/main" id="{EF053294-8060-495F-999A-0CB3FAEBB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1234"/>
                <a:ext cx="24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57" name="Oval 2094">
                <a:extLst>
                  <a:ext uri="{FF2B5EF4-FFF2-40B4-BE49-F238E27FC236}">
                    <a16:creationId xmlns:a16="http://schemas.microsoft.com/office/drawing/2014/main" id="{C1C8406E-4ECA-4079-876E-0EA4B7B92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1240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58" name="Oval 2095">
                <a:extLst>
                  <a:ext uri="{FF2B5EF4-FFF2-40B4-BE49-F238E27FC236}">
                    <a16:creationId xmlns:a16="http://schemas.microsoft.com/office/drawing/2014/main" id="{06451D89-50ED-4329-A96E-4DCF390D0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1" y="1234"/>
                <a:ext cx="24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59" name="Oval 2096">
                <a:extLst>
                  <a:ext uri="{FF2B5EF4-FFF2-40B4-BE49-F238E27FC236}">
                    <a16:creationId xmlns:a16="http://schemas.microsoft.com/office/drawing/2014/main" id="{1F66D428-51E9-4643-BD08-8C396EA9C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1240"/>
                <a:ext cx="10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60" name="Oval 2097">
                <a:extLst>
                  <a:ext uri="{FF2B5EF4-FFF2-40B4-BE49-F238E27FC236}">
                    <a16:creationId xmlns:a16="http://schemas.microsoft.com/office/drawing/2014/main" id="{CDBFDEBB-3F3D-4592-9754-09D26EDF3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9" y="1238"/>
                <a:ext cx="22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61" name="Oval 2098">
                <a:extLst>
                  <a:ext uri="{FF2B5EF4-FFF2-40B4-BE49-F238E27FC236}">
                    <a16:creationId xmlns:a16="http://schemas.microsoft.com/office/drawing/2014/main" id="{BEDEC381-2239-4B71-B8D8-E4D7224B5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124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62" name="Oval 2099">
                <a:extLst>
                  <a:ext uri="{FF2B5EF4-FFF2-40B4-BE49-F238E27FC236}">
                    <a16:creationId xmlns:a16="http://schemas.microsoft.com/office/drawing/2014/main" id="{DE0A8C00-7109-4707-825C-01892AB10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1244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63" name="Oval 2100">
                <a:extLst>
                  <a:ext uri="{FF2B5EF4-FFF2-40B4-BE49-F238E27FC236}">
                    <a16:creationId xmlns:a16="http://schemas.microsoft.com/office/drawing/2014/main" id="{0FC9E640-FDBC-4B15-A14D-D2651D9B2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125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64" name="Oval 2101">
                <a:extLst>
                  <a:ext uri="{FF2B5EF4-FFF2-40B4-BE49-F238E27FC236}">
                    <a16:creationId xmlns:a16="http://schemas.microsoft.com/office/drawing/2014/main" id="{2DE5EE61-EC42-4890-A911-496944554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1250"/>
                <a:ext cx="22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65" name="Oval 2102">
                <a:extLst>
                  <a:ext uri="{FF2B5EF4-FFF2-40B4-BE49-F238E27FC236}">
                    <a16:creationId xmlns:a16="http://schemas.microsoft.com/office/drawing/2014/main" id="{61A46B38-D7D9-40CE-A046-53AE46790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8" y="125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66" name="Oval 2103">
                <a:extLst>
                  <a:ext uri="{FF2B5EF4-FFF2-40B4-BE49-F238E27FC236}">
                    <a16:creationId xmlns:a16="http://schemas.microsoft.com/office/drawing/2014/main" id="{02D214E7-8562-47B7-B02B-4DB132042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1259"/>
                <a:ext cx="23" cy="26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67" name="Oval 2104">
                <a:extLst>
                  <a:ext uri="{FF2B5EF4-FFF2-40B4-BE49-F238E27FC236}">
                    <a16:creationId xmlns:a16="http://schemas.microsoft.com/office/drawing/2014/main" id="{248DE717-F98A-4BF2-AF23-939714294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6" y="1265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68" name="Oval 2105">
                <a:extLst>
                  <a:ext uri="{FF2B5EF4-FFF2-40B4-BE49-F238E27FC236}">
                    <a16:creationId xmlns:a16="http://schemas.microsoft.com/office/drawing/2014/main" id="{E8BBCBF0-87A1-4C9E-A62C-A5BA0CE80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1273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69" name="Oval 2106">
                <a:extLst>
                  <a:ext uri="{FF2B5EF4-FFF2-40B4-BE49-F238E27FC236}">
                    <a16:creationId xmlns:a16="http://schemas.microsoft.com/office/drawing/2014/main" id="{670A58E0-87F1-49DC-BBFE-0395438F7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4" y="1279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70" name="Oval 2107">
                <a:extLst>
                  <a:ext uri="{FF2B5EF4-FFF2-40B4-BE49-F238E27FC236}">
                    <a16:creationId xmlns:a16="http://schemas.microsoft.com/office/drawing/2014/main" id="{9EDEDF5E-7499-4468-BDD3-1BCC125C8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1296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71" name="Oval 2108">
                <a:extLst>
                  <a:ext uri="{FF2B5EF4-FFF2-40B4-BE49-F238E27FC236}">
                    <a16:creationId xmlns:a16="http://schemas.microsoft.com/office/drawing/2014/main" id="{D2028681-BF50-4F44-AB8C-02A03C09E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130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72" name="Oval 2109">
                <a:extLst>
                  <a:ext uri="{FF2B5EF4-FFF2-40B4-BE49-F238E27FC236}">
                    <a16:creationId xmlns:a16="http://schemas.microsoft.com/office/drawing/2014/main" id="{E18A462C-090B-456C-ACD5-7B05A01B0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1321"/>
                <a:ext cx="24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73" name="Oval 2110">
                <a:extLst>
                  <a:ext uri="{FF2B5EF4-FFF2-40B4-BE49-F238E27FC236}">
                    <a16:creationId xmlns:a16="http://schemas.microsoft.com/office/drawing/2014/main" id="{4BF15993-34DA-4DCA-B94C-03FE79CA9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32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74" name="Oval 2111">
                <a:extLst>
                  <a:ext uri="{FF2B5EF4-FFF2-40B4-BE49-F238E27FC236}">
                    <a16:creationId xmlns:a16="http://schemas.microsoft.com/office/drawing/2014/main" id="{CF755D58-5776-4555-A1D7-290EAA480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1344"/>
                <a:ext cx="24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75" name="Oval 2112">
                <a:extLst>
                  <a:ext uri="{FF2B5EF4-FFF2-40B4-BE49-F238E27FC236}">
                    <a16:creationId xmlns:a16="http://schemas.microsoft.com/office/drawing/2014/main" id="{564B1F68-10ED-4151-AA21-F256A3D8F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1350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76" name="Oval 2113">
                <a:extLst>
                  <a:ext uri="{FF2B5EF4-FFF2-40B4-BE49-F238E27FC236}">
                    <a16:creationId xmlns:a16="http://schemas.microsoft.com/office/drawing/2014/main" id="{1CCBE16A-57F5-4791-A163-A26BE58EB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3" y="1369"/>
                <a:ext cx="24" cy="26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77" name="Oval 2114">
                <a:extLst>
                  <a:ext uri="{FF2B5EF4-FFF2-40B4-BE49-F238E27FC236}">
                    <a16:creationId xmlns:a16="http://schemas.microsoft.com/office/drawing/2014/main" id="{1254FE5A-BD43-414E-BAE7-8C3E6A572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1375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78" name="Oval 2115">
                <a:extLst>
                  <a:ext uri="{FF2B5EF4-FFF2-40B4-BE49-F238E27FC236}">
                    <a16:creationId xmlns:a16="http://schemas.microsoft.com/office/drawing/2014/main" id="{D77735FC-8ED9-4616-B267-D3335E777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1395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79" name="Oval 2116">
                <a:extLst>
                  <a:ext uri="{FF2B5EF4-FFF2-40B4-BE49-F238E27FC236}">
                    <a16:creationId xmlns:a16="http://schemas.microsoft.com/office/drawing/2014/main" id="{E00E3086-ECCA-4ADA-8566-7775E6241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3" y="1400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80" name="Oval 2117">
                <a:extLst>
                  <a:ext uri="{FF2B5EF4-FFF2-40B4-BE49-F238E27FC236}">
                    <a16:creationId xmlns:a16="http://schemas.microsoft.com/office/drawing/2014/main" id="{F792696D-B865-4E9E-BFC0-E91527A94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6" y="1420"/>
                <a:ext cx="24" cy="23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81" name="Oval 2118">
                <a:extLst>
                  <a:ext uri="{FF2B5EF4-FFF2-40B4-BE49-F238E27FC236}">
                    <a16:creationId xmlns:a16="http://schemas.microsoft.com/office/drawing/2014/main" id="{401A0D5F-7248-4217-B152-B40964976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1425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82" name="Freeform 2119">
                <a:extLst>
                  <a:ext uri="{FF2B5EF4-FFF2-40B4-BE49-F238E27FC236}">
                    <a16:creationId xmlns:a16="http://schemas.microsoft.com/office/drawing/2014/main" id="{8906380C-E4A0-4531-9B8F-EA8A8326A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445"/>
                <a:ext cx="23" cy="25"/>
              </a:xfrm>
              <a:custGeom>
                <a:avLst/>
                <a:gdLst>
                  <a:gd name="T0" fmla="*/ 0 w 13"/>
                  <a:gd name="T1" fmla="*/ 340 h 13"/>
                  <a:gd name="T2" fmla="*/ 188 w 13"/>
                  <a:gd name="T3" fmla="*/ 0 h 13"/>
                  <a:gd name="T4" fmla="*/ 403 w 13"/>
                  <a:gd name="T5" fmla="*/ 313 h 13"/>
                  <a:gd name="T6" fmla="*/ 203 w 13"/>
                  <a:gd name="T7" fmla="*/ 654 h 13"/>
                  <a:gd name="T8" fmla="*/ 0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3" y="2"/>
                      <a:pt x="13" y="6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3" name="Freeform 2120">
                <a:extLst>
                  <a:ext uri="{FF2B5EF4-FFF2-40B4-BE49-F238E27FC236}">
                    <a16:creationId xmlns:a16="http://schemas.microsoft.com/office/drawing/2014/main" id="{B31CCD5F-D1B0-418F-8FB8-BDF003294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451"/>
                <a:ext cx="11" cy="11"/>
              </a:xfrm>
              <a:custGeom>
                <a:avLst/>
                <a:gdLst>
                  <a:gd name="T0" fmla="*/ 0 w 6"/>
                  <a:gd name="T1" fmla="*/ 125 h 6"/>
                  <a:gd name="T2" fmla="*/ 125 w 6"/>
                  <a:gd name="T3" fmla="*/ 0 h 6"/>
                  <a:gd name="T4" fmla="*/ 229 w 6"/>
                  <a:gd name="T5" fmla="*/ 125 h 6"/>
                  <a:gd name="T6" fmla="*/ 125 w 6"/>
                  <a:gd name="T7" fmla="*/ 229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4" name="Freeform 2121">
                <a:extLst>
                  <a:ext uri="{FF2B5EF4-FFF2-40B4-BE49-F238E27FC236}">
                    <a16:creationId xmlns:a16="http://schemas.microsoft.com/office/drawing/2014/main" id="{3F1B9E22-36E0-4C52-9624-635820BD9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470"/>
                <a:ext cx="26" cy="25"/>
              </a:xfrm>
              <a:custGeom>
                <a:avLst/>
                <a:gdLst>
                  <a:gd name="T0" fmla="*/ 0 w 14"/>
                  <a:gd name="T1" fmla="*/ 340 h 13"/>
                  <a:gd name="T2" fmla="*/ 290 w 14"/>
                  <a:gd name="T3" fmla="*/ 0 h 13"/>
                  <a:gd name="T4" fmla="*/ 539 w 14"/>
                  <a:gd name="T5" fmla="*/ 313 h 13"/>
                  <a:gd name="T6" fmla="*/ 290 w 14"/>
                  <a:gd name="T7" fmla="*/ 654 h 13"/>
                  <a:gd name="T8" fmla="*/ 0 w 14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cubicBezTo>
                      <a:pt x="0" y="3"/>
                      <a:pt x="3" y="0"/>
                      <a:pt x="7" y="0"/>
                    </a:cubicBezTo>
                    <a:cubicBezTo>
                      <a:pt x="10" y="0"/>
                      <a:pt x="13" y="2"/>
                      <a:pt x="13" y="6"/>
                    </a:cubicBezTo>
                    <a:cubicBezTo>
                      <a:pt x="14" y="9"/>
                      <a:pt x="11" y="12"/>
                      <a:pt x="7" y="13"/>
                    </a:cubicBezTo>
                    <a:cubicBezTo>
                      <a:pt x="4" y="13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5" name="Oval 2122">
                <a:extLst>
                  <a:ext uri="{FF2B5EF4-FFF2-40B4-BE49-F238E27FC236}">
                    <a16:creationId xmlns:a16="http://schemas.microsoft.com/office/drawing/2014/main" id="{575555DD-C52B-4363-9A80-D94546E98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1476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86" name="Freeform 2123">
                <a:extLst>
                  <a:ext uri="{FF2B5EF4-FFF2-40B4-BE49-F238E27FC236}">
                    <a16:creationId xmlns:a16="http://schemas.microsoft.com/office/drawing/2014/main" id="{D3D49245-BEEB-4A52-9D53-7A1BB63D0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495"/>
                <a:ext cx="23" cy="27"/>
              </a:xfrm>
              <a:custGeom>
                <a:avLst/>
                <a:gdLst>
                  <a:gd name="T0" fmla="*/ 0 w 13"/>
                  <a:gd name="T1" fmla="*/ 372 h 14"/>
                  <a:gd name="T2" fmla="*/ 188 w 13"/>
                  <a:gd name="T3" fmla="*/ 0 h 14"/>
                  <a:gd name="T4" fmla="*/ 403 w 13"/>
                  <a:gd name="T5" fmla="*/ 372 h 14"/>
                  <a:gd name="T6" fmla="*/ 203 w 13"/>
                  <a:gd name="T7" fmla="*/ 665 h 14"/>
                  <a:gd name="T8" fmla="*/ 0 w 13"/>
                  <a:gd name="T9" fmla="*/ 3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0" y="4"/>
                      <a:pt x="3" y="1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4"/>
                      <a:pt x="0" y="11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7" name="Freeform 2124">
                <a:extLst>
                  <a:ext uri="{FF2B5EF4-FFF2-40B4-BE49-F238E27FC236}">
                    <a16:creationId xmlns:a16="http://schemas.microsoft.com/office/drawing/2014/main" id="{77D5BFF0-ACB2-42A5-80E8-7D201DB99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503"/>
                <a:ext cx="11" cy="9"/>
              </a:xfrm>
              <a:custGeom>
                <a:avLst/>
                <a:gdLst>
                  <a:gd name="T0" fmla="*/ 0 w 6"/>
                  <a:gd name="T1" fmla="*/ 94 h 5"/>
                  <a:gd name="T2" fmla="*/ 125 w 6"/>
                  <a:gd name="T3" fmla="*/ 0 h 5"/>
                  <a:gd name="T4" fmla="*/ 229 w 6"/>
                  <a:gd name="T5" fmla="*/ 74 h 5"/>
                  <a:gd name="T6" fmla="*/ 125 w 6"/>
                  <a:gd name="T7" fmla="*/ 169 h 5"/>
                  <a:gd name="T8" fmla="*/ 0 w 6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8" name="Freeform 2125">
                <a:extLst>
                  <a:ext uri="{FF2B5EF4-FFF2-40B4-BE49-F238E27FC236}">
                    <a16:creationId xmlns:a16="http://schemas.microsoft.com/office/drawing/2014/main" id="{5CF31AC7-BBE3-42C4-8CB6-721DC4CB8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1520"/>
                <a:ext cx="24" cy="25"/>
              </a:xfrm>
              <a:custGeom>
                <a:avLst/>
                <a:gdLst>
                  <a:gd name="T0" fmla="*/ 0 w 13"/>
                  <a:gd name="T1" fmla="*/ 340 h 13"/>
                  <a:gd name="T2" fmla="*/ 233 w 13"/>
                  <a:gd name="T3" fmla="*/ 0 h 13"/>
                  <a:gd name="T4" fmla="*/ 511 w 13"/>
                  <a:gd name="T5" fmla="*/ 313 h 13"/>
                  <a:gd name="T6" fmla="*/ 277 w 13"/>
                  <a:gd name="T7" fmla="*/ 654 h 13"/>
                  <a:gd name="T8" fmla="*/ 0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3" y="2"/>
                      <a:pt x="13" y="6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9" name="Freeform 2126">
                <a:extLst>
                  <a:ext uri="{FF2B5EF4-FFF2-40B4-BE49-F238E27FC236}">
                    <a16:creationId xmlns:a16="http://schemas.microsoft.com/office/drawing/2014/main" id="{18A080B4-8377-4E65-89BD-C7504B668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526"/>
                <a:ext cx="11" cy="11"/>
              </a:xfrm>
              <a:custGeom>
                <a:avLst/>
                <a:gdLst>
                  <a:gd name="T0" fmla="*/ 0 w 6"/>
                  <a:gd name="T1" fmla="*/ 125 h 6"/>
                  <a:gd name="T2" fmla="*/ 125 w 6"/>
                  <a:gd name="T3" fmla="*/ 0 h 6"/>
                  <a:gd name="T4" fmla="*/ 229 w 6"/>
                  <a:gd name="T5" fmla="*/ 125 h 6"/>
                  <a:gd name="T6" fmla="*/ 125 w 6"/>
                  <a:gd name="T7" fmla="*/ 193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0" name="Freeform 2127">
                <a:extLst>
                  <a:ext uri="{FF2B5EF4-FFF2-40B4-BE49-F238E27FC236}">
                    <a16:creationId xmlns:a16="http://schemas.microsoft.com/office/drawing/2014/main" id="{045B1FAF-DE45-4810-93F5-B535C7208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545"/>
                <a:ext cx="25" cy="25"/>
              </a:xfrm>
              <a:custGeom>
                <a:avLst/>
                <a:gdLst>
                  <a:gd name="T0" fmla="*/ 41 w 14"/>
                  <a:gd name="T1" fmla="*/ 313 h 13"/>
                  <a:gd name="T2" fmla="*/ 232 w 14"/>
                  <a:gd name="T3" fmla="*/ 0 h 13"/>
                  <a:gd name="T4" fmla="*/ 455 w 14"/>
                  <a:gd name="T5" fmla="*/ 340 h 13"/>
                  <a:gd name="T6" fmla="*/ 232 w 14"/>
                  <a:gd name="T7" fmla="*/ 654 h 13"/>
                  <a:gd name="T8" fmla="*/ 41 w 14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" y="6"/>
                    </a:moveTo>
                    <a:cubicBezTo>
                      <a:pt x="1" y="3"/>
                      <a:pt x="4" y="0"/>
                      <a:pt x="7" y="0"/>
                    </a:cubicBezTo>
                    <a:cubicBezTo>
                      <a:pt x="11" y="0"/>
                      <a:pt x="14" y="3"/>
                      <a:pt x="14" y="7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3"/>
                      <a:pt x="0" y="10"/>
                      <a:pt x="1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1" name="Freeform 2128">
                <a:extLst>
                  <a:ext uri="{FF2B5EF4-FFF2-40B4-BE49-F238E27FC236}">
                    <a16:creationId xmlns:a16="http://schemas.microsoft.com/office/drawing/2014/main" id="{68DF6621-4715-4CC4-B116-E7B1BFBD4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1551"/>
                <a:ext cx="9" cy="10"/>
              </a:xfrm>
              <a:custGeom>
                <a:avLst/>
                <a:gdLst>
                  <a:gd name="T0" fmla="*/ 0 w 5"/>
                  <a:gd name="T1" fmla="*/ 192 h 5"/>
                  <a:gd name="T2" fmla="*/ 94 w 5"/>
                  <a:gd name="T3" fmla="*/ 0 h 5"/>
                  <a:gd name="T4" fmla="*/ 169 w 5"/>
                  <a:gd name="T5" fmla="*/ 192 h 5"/>
                  <a:gd name="T6" fmla="*/ 74 w 5"/>
                  <a:gd name="T7" fmla="*/ 320 h 5"/>
                  <a:gd name="T8" fmla="*/ 0 w 5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2" name="Freeform 2129">
                <a:extLst>
                  <a:ext uri="{FF2B5EF4-FFF2-40B4-BE49-F238E27FC236}">
                    <a16:creationId xmlns:a16="http://schemas.microsoft.com/office/drawing/2014/main" id="{3FCD5F14-51EC-4185-A2DE-58772AFD0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568"/>
                <a:ext cx="24" cy="27"/>
              </a:xfrm>
              <a:custGeom>
                <a:avLst/>
                <a:gdLst>
                  <a:gd name="T0" fmla="*/ 0 w 13"/>
                  <a:gd name="T1" fmla="*/ 372 h 14"/>
                  <a:gd name="T2" fmla="*/ 277 w 13"/>
                  <a:gd name="T3" fmla="*/ 56 h 14"/>
                  <a:gd name="T4" fmla="*/ 511 w 13"/>
                  <a:gd name="T5" fmla="*/ 372 h 14"/>
                  <a:gd name="T6" fmla="*/ 233 w 13"/>
                  <a:gd name="T7" fmla="*/ 665 h 14"/>
                  <a:gd name="T8" fmla="*/ 0 w 13"/>
                  <a:gd name="T9" fmla="*/ 3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0" y="3"/>
                      <a:pt x="3" y="0"/>
                      <a:pt x="7" y="1"/>
                    </a:cubicBezTo>
                    <a:cubicBezTo>
                      <a:pt x="10" y="1"/>
                      <a:pt x="13" y="4"/>
                      <a:pt x="13" y="7"/>
                    </a:cubicBezTo>
                    <a:cubicBezTo>
                      <a:pt x="13" y="11"/>
                      <a:pt x="10" y="14"/>
                      <a:pt x="6" y="13"/>
                    </a:cubicBezTo>
                    <a:cubicBezTo>
                      <a:pt x="3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3" name="Oval 2130">
                <a:extLst>
                  <a:ext uri="{FF2B5EF4-FFF2-40B4-BE49-F238E27FC236}">
                    <a16:creationId xmlns:a16="http://schemas.microsoft.com/office/drawing/2014/main" id="{9FDF8DC2-632C-487F-8E72-764AA7670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3" y="1576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94" name="Oval 2131">
                <a:extLst>
                  <a:ext uri="{FF2B5EF4-FFF2-40B4-BE49-F238E27FC236}">
                    <a16:creationId xmlns:a16="http://schemas.microsoft.com/office/drawing/2014/main" id="{5E719835-E346-464C-ACD4-751091067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595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95" name="Oval 2132">
                <a:extLst>
                  <a:ext uri="{FF2B5EF4-FFF2-40B4-BE49-F238E27FC236}">
                    <a16:creationId xmlns:a16="http://schemas.microsoft.com/office/drawing/2014/main" id="{4EA4535A-D7B4-402D-B503-F5B3CC578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1601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96" name="Oval 2133">
                <a:extLst>
                  <a:ext uri="{FF2B5EF4-FFF2-40B4-BE49-F238E27FC236}">
                    <a16:creationId xmlns:a16="http://schemas.microsoft.com/office/drawing/2014/main" id="{A0C1DA5F-F5F6-49FC-BCD1-E59A5C5C4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1620"/>
                <a:ext cx="24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97" name="Oval 2134">
                <a:extLst>
                  <a:ext uri="{FF2B5EF4-FFF2-40B4-BE49-F238E27FC236}">
                    <a16:creationId xmlns:a16="http://schemas.microsoft.com/office/drawing/2014/main" id="{917A2EC7-FA20-4FC1-8D81-2066A1E64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628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98" name="Oval 2135">
                <a:extLst>
                  <a:ext uri="{FF2B5EF4-FFF2-40B4-BE49-F238E27FC236}">
                    <a16:creationId xmlns:a16="http://schemas.microsoft.com/office/drawing/2014/main" id="{F470D12B-577A-4B3F-8C8A-F27651F25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1645"/>
                <a:ext cx="23" cy="26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699" name="Oval 2136">
                <a:extLst>
                  <a:ext uri="{FF2B5EF4-FFF2-40B4-BE49-F238E27FC236}">
                    <a16:creationId xmlns:a16="http://schemas.microsoft.com/office/drawing/2014/main" id="{D2E8658C-5D6A-4399-9F8A-43C4EE51D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1651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00" name="Oval 2137">
                <a:extLst>
                  <a:ext uri="{FF2B5EF4-FFF2-40B4-BE49-F238E27FC236}">
                    <a16:creationId xmlns:a16="http://schemas.microsoft.com/office/drawing/2014/main" id="{B171C048-EC91-4A1C-8CF2-2BF8CFADB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1671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01" name="Oval 2138">
                <a:extLst>
                  <a:ext uri="{FF2B5EF4-FFF2-40B4-BE49-F238E27FC236}">
                    <a16:creationId xmlns:a16="http://schemas.microsoft.com/office/drawing/2014/main" id="{0CCBA66B-316C-4805-9EA9-9EE703B4A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676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02" name="Oval 2139">
                <a:extLst>
                  <a:ext uri="{FF2B5EF4-FFF2-40B4-BE49-F238E27FC236}">
                    <a16:creationId xmlns:a16="http://schemas.microsoft.com/office/drawing/2014/main" id="{17F8F710-53A4-41F6-851A-AAD1090D5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1696"/>
                <a:ext cx="24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03" name="Oval 2140">
                <a:extLst>
                  <a:ext uri="{FF2B5EF4-FFF2-40B4-BE49-F238E27FC236}">
                    <a16:creationId xmlns:a16="http://schemas.microsoft.com/office/drawing/2014/main" id="{BA77FF47-E653-4881-8B2E-09A54A11D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1701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04" name="Freeform 2141">
                <a:extLst>
                  <a:ext uri="{FF2B5EF4-FFF2-40B4-BE49-F238E27FC236}">
                    <a16:creationId xmlns:a16="http://schemas.microsoft.com/office/drawing/2014/main" id="{825B9E3E-7D03-455F-A350-9809B71F3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721"/>
                <a:ext cx="23" cy="25"/>
              </a:xfrm>
              <a:custGeom>
                <a:avLst/>
                <a:gdLst>
                  <a:gd name="T0" fmla="*/ 0 w 13"/>
                  <a:gd name="T1" fmla="*/ 340 h 13"/>
                  <a:gd name="T2" fmla="*/ 188 w 13"/>
                  <a:gd name="T3" fmla="*/ 0 h 13"/>
                  <a:gd name="T4" fmla="*/ 403 w 13"/>
                  <a:gd name="T5" fmla="*/ 313 h 13"/>
                  <a:gd name="T6" fmla="*/ 203 w 13"/>
                  <a:gd name="T7" fmla="*/ 654 h 13"/>
                  <a:gd name="T8" fmla="*/ 0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3" y="3"/>
                      <a:pt x="13" y="6"/>
                    </a:cubicBezTo>
                    <a:cubicBezTo>
                      <a:pt x="13" y="10"/>
                      <a:pt x="11" y="13"/>
                      <a:pt x="7" y="13"/>
                    </a:cubicBezTo>
                    <a:cubicBezTo>
                      <a:pt x="3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5" name="Freeform 2142">
                <a:extLst>
                  <a:ext uri="{FF2B5EF4-FFF2-40B4-BE49-F238E27FC236}">
                    <a16:creationId xmlns:a16="http://schemas.microsoft.com/office/drawing/2014/main" id="{9079F9A9-B68E-41AA-B3C8-83263C1ED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727"/>
                <a:ext cx="10" cy="11"/>
              </a:xfrm>
              <a:custGeom>
                <a:avLst/>
                <a:gdLst>
                  <a:gd name="T0" fmla="*/ 0 w 6"/>
                  <a:gd name="T1" fmla="*/ 125 h 6"/>
                  <a:gd name="T2" fmla="*/ 62 w 6"/>
                  <a:gd name="T3" fmla="*/ 0 h 6"/>
                  <a:gd name="T4" fmla="*/ 130 w 6"/>
                  <a:gd name="T5" fmla="*/ 125 h 6"/>
                  <a:gd name="T6" fmla="*/ 62 w 6"/>
                  <a:gd name="T7" fmla="*/ 229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6" name="Freeform 2143">
                <a:extLst>
                  <a:ext uri="{FF2B5EF4-FFF2-40B4-BE49-F238E27FC236}">
                    <a16:creationId xmlns:a16="http://schemas.microsoft.com/office/drawing/2014/main" id="{0AABD360-E69F-4AD6-B9D6-0B3A7ADBC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746"/>
                <a:ext cx="26" cy="25"/>
              </a:xfrm>
              <a:custGeom>
                <a:avLst/>
                <a:gdLst>
                  <a:gd name="T0" fmla="*/ 45 w 14"/>
                  <a:gd name="T1" fmla="*/ 340 h 13"/>
                  <a:gd name="T2" fmla="*/ 290 w 14"/>
                  <a:gd name="T3" fmla="*/ 0 h 13"/>
                  <a:gd name="T4" fmla="*/ 539 w 14"/>
                  <a:gd name="T5" fmla="*/ 313 h 13"/>
                  <a:gd name="T6" fmla="*/ 290 w 14"/>
                  <a:gd name="T7" fmla="*/ 654 h 13"/>
                  <a:gd name="T8" fmla="*/ 45 w 14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" y="7"/>
                    </a:moveTo>
                    <a:cubicBezTo>
                      <a:pt x="0" y="3"/>
                      <a:pt x="3" y="0"/>
                      <a:pt x="7" y="0"/>
                    </a:cubicBezTo>
                    <a:cubicBezTo>
                      <a:pt x="10" y="0"/>
                      <a:pt x="13" y="3"/>
                      <a:pt x="13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0"/>
                      <a:pt x="1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7" name="Freeform 2144">
                <a:extLst>
                  <a:ext uri="{FF2B5EF4-FFF2-40B4-BE49-F238E27FC236}">
                    <a16:creationId xmlns:a16="http://schemas.microsoft.com/office/drawing/2014/main" id="{44443772-F60F-4740-A3EB-837A49C8A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752"/>
                <a:ext cx="9" cy="11"/>
              </a:xfrm>
              <a:custGeom>
                <a:avLst/>
                <a:gdLst>
                  <a:gd name="T0" fmla="*/ 0 w 5"/>
                  <a:gd name="T1" fmla="*/ 125 h 6"/>
                  <a:gd name="T2" fmla="*/ 74 w 5"/>
                  <a:gd name="T3" fmla="*/ 0 h 6"/>
                  <a:gd name="T4" fmla="*/ 169 w 5"/>
                  <a:gd name="T5" fmla="*/ 125 h 6"/>
                  <a:gd name="T6" fmla="*/ 94 w 5"/>
                  <a:gd name="T7" fmla="*/ 229 h 6"/>
                  <a:gd name="T8" fmla="*/ 0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8" name="Freeform 2145">
                <a:extLst>
                  <a:ext uri="{FF2B5EF4-FFF2-40B4-BE49-F238E27FC236}">
                    <a16:creationId xmlns:a16="http://schemas.microsoft.com/office/drawing/2014/main" id="{8690C876-FF0E-4FC6-8E9D-4C8B65092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771"/>
                <a:ext cx="23" cy="27"/>
              </a:xfrm>
              <a:custGeom>
                <a:avLst/>
                <a:gdLst>
                  <a:gd name="T0" fmla="*/ 0 w 13"/>
                  <a:gd name="T1" fmla="*/ 372 h 14"/>
                  <a:gd name="T2" fmla="*/ 188 w 13"/>
                  <a:gd name="T3" fmla="*/ 56 h 14"/>
                  <a:gd name="T4" fmla="*/ 403 w 13"/>
                  <a:gd name="T5" fmla="*/ 372 h 14"/>
                  <a:gd name="T6" fmla="*/ 203 w 13"/>
                  <a:gd name="T7" fmla="*/ 717 h 14"/>
                  <a:gd name="T8" fmla="*/ 0 w 13"/>
                  <a:gd name="T9" fmla="*/ 3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0" y="4"/>
                      <a:pt x="3" y="1"/>
                      <a:pt x="6" y="1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9" name="Freeform 2146">
                <a:extLst>
                  <a:ext uri="{FF2B5EF4-FFF2-40B4-BE49-F238E27FC236}">
                    <a16:creationId xmlns:a16="http://schemas.microsoft.com/office/drawing/2014/main" id="{49C83438-6D50-43F8-A677-11AB5690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779"/>
                <a:ext cx="11" cy="9"/>
              </a:xfrm>
              <a:custGeom>
                <a:avLst/>
                <a:gdLst>
                  <a:gd name="T0" fmla="*/ 0 w 6"/>
                  <a:gd name="T1" fmla="*/ 94 h 5"/>
                  <a:gd name="T2" fmla="*/ 125 w 6"/>
                  <a:gd name="T3" fmla="*/ 0 h 5"/>
                  <a:gd name="T4" fmla="*/ 229 w 6"/>
                  <a:gd name="T5" fmla="*/ 74 h 5"/>
                  <a:gd name="T6" fmla="*/ 125 w 6"/>
                  <a:gd name="T7" fmla="*/ 169 h 5"/>
                  <a:gd name="T8" fmla="*/ 0 w 6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0" name="Freeform 2147">
                <a:extLst>
                  <a:ext uri="{FF2B5EF4-FFF2-40B4-BE49-F238E27FC236}">
                    <a16:creationId xmlns:a16="http://schemas.microsoft.com/office/drawing/2014/main" id="{BD62BA4A-337D-4641-8634-368FE37B3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796"/>
                <a:ext cx="24" cy="25"/>
              </a:xfrm>
              <a:custGeom>
                <a:avLst/>
                <a:gdLst>
                  <a:gd name="T0" fmla="*/ 0 w 13"/>
                  <a:gd name="T1" fmla="*/ 340 h 13"/>
                  <a:gd name="T2" fmla="*/ 233 w 13"/>
                  <a:gd name="T3" fmla="*/ 0 h 13"/>
                  <a:gd name="T4" fmla="*/ 511 w 13"/>
                  <a:gd name="T5" fmla="*/ 313 h 13"/>
                  <a:gd name="T6" fmla="*/ 277 w 13"/>
                  <a:gd name="T7" fmla="*/ 654 h 13"/>
                  <a:gd name="T8" fmla="*/ 0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1" name="Freeform 2148">
                <a:extLst>
                  <a:ext uri="{FF2B5EF4-FFF2-40B4-BE49-F238E27FC236}">
                    <a16:creationId xmlns:a16="http://schemas.microsoft.com/office/drawing/2014/main" id="{0DD52571-0A42-4C2F-8E45-18DEECBE1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802"/>
                <a:ext cx="11" cy="11"/>
              </a:xfrm>
              <a:custGeom>
                <a:avLst/>
                <a:gdLst>
                  <a:gd name="T0" fmla="*/ 0 w 6"/>
                  <a:gd name="T1" fmla="*/ 125 h 6"/>
                  <a:gd name="T2" fmla="*/ 125 w 6"/>
                  <a:gd name="T3" fmla="*/ 0 h 6"/>
                  <a:gd name="T4" fmla="*/ 229 w 6"/>
                  <a:gd name="T5" fmla="*/ 125 h 6"/>
                  <a:gd name="T6" fmla="*/ 125 w 6"/>
                  <a:gd name="T7" fmla="*/ 229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2" name="Freeform 2149">
                <a:extLst>
                  <a:ext uri="{FF2B5EF4-FFF2-40B4-BE49-F238E27FC236}">
                    <a16:creationId xmlns:a16="http://schemas.microsoft.com/office/drawing/2014/main" id="{9699604B-3880-4627-9696-B5F21CF97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821"/>
                <a:ext cx="23" cy="25"/>
              </a:xfrm>
              <a:custGeom>
                <a:avLst/>
                <a:gdLst>
                  <a:gd name="T0" fmla="*/ 0 w 13"/>
                  <a:gd name="T1" fmla="*/ 313 h 13"/>
                  <a:gd name="T2" fmla="*/ 188 w 13"/>
                  <a:gd name="T3" fmla="*/ 0 h 13"/>
                  <a:gd name="T4" fmla="*/ 403 w 13"/>
                  <a:gd name="T5" fmla="*/ 340 h 13"/>
                  <a:gd name="T6" fmla="*/ 188 w 13"/>
                  <a:gd name="T7" fmla="*/ 654 h 13"/>
                  <a:gd name="T8" fmla="*/ 0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9" y="13"/>
                      <a:pt x="6" y="13"/>
                    </a:cubicBezTo>
                    <a:cubicBezTo>
                      <a:pt x="2" y="13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3" name="Freeform 2150">
                <a:extLst>
                  <a:ext uri="{FF2B5EF4-FFF2-40B4-BE49-F238E27FC236}">
                    <a16:creationId xmlns:a16="http://schemas.microsoft.com/office/drawing/2014/main" id="{BBA8CFC4-2AE3-4E80-B941-D5F7FD6CD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827"/>
                <a:ext cx="9" cy="12"/>
              </a:xfrm>
              <a:custGeom>
                <a:avLst/>
                <a:gdLst>
                  <a:gd name="T0" fmla="*/ 0 w 5"/>
                  <a:gd name="T1" fmla="*/ 192 h 6"/>
                  <a:gd name="T2" fmla="*/ 94 w 5"/>
                  <a:gd name="T3" fmla="*/ 0 h 6"/>
                  <a:gd name="T4" fmla="*/ 169 w 5"/>
                  <a:gd name="T5" fmla="*/ 192 h 6"/>
                  <a:gd name="T6" fmla="*/ 94 w 5"/>
                  <a:gd name="T7" fmla="*/ 384 h 6"/>
                  <a:gd name="T8" fmla="*/ 0 w 5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4" name="Freeform 2151">
                <a:extLst>
                  <a:ext uri="{FF2B5EF4-FFF2-40B4-BE49-F238E27FC236}">
                    <a16:creationId xmlns:a16="http://schemas.microsoft.com/office/drawing/2014/main" id="{E72DFC26-A1EA-4B09-827D-BBE45CFE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846"/>
                <a:ext cx="24" cy="25"/>
              </a:xfrm>
              <a:custGeom>
                <a:avLst/>
                <a:gdLst>
                  <a:gd name="T0" fmla="*/ 0 w 13"/>
                  <a:gd name="T1" fmla="*/ 313 h 13"/>
                  <a:gd name="T2" fmla="*/ 277 w 13"/>
                  <a:gd name="T3" fmla="*/ 0 h 13"/>
                  <a:gd name="T4" fmla="*/ 511 w 13"/>
                  <a:gd name="T5" fmla="*/ 313 h 13"/>
                  <a:gd name="T6" fmla="*/ 233 w 13"/>
                  <a:gd name="T7" fmla="*/ 654 h 13"/>
                  <a:gd name="T8" fmla="*/ 0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0" y="2"/>
                      <a:pt x="3" y="0"/>
                      <a:pt x="7" y="0"/>
                    </a:cubicBezTo>
                    <a:cubicBezTo>
                      <a:pt x="10" y="0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2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5" name="Freeform 2152">
                <a:extLst>
                  <a:ext uri="{FF2B5EF4-FFF2-40B4-BE49-F238E27FC236}">
                    <a16:creationId xmlns:a16="http://schemas.microsoft.com/office/drawing/2014/main" id="{43E60420-39D0-4B31-B662-C165A2ED6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852"/>
                <a:ext cx="11" cy="10"/>
              </a:xfrm>
              <a:custGeom>
                <a:avLst/>
                <a:gdLst>
                  <a:gd name="T0" fmla="*/ 0 w 6"/>
                  <a:gd name="T1" fmla="*/ 128 h 5"/>
                  <a:gd name="T2" fmla="*/ 125 w 6"/>
                  <a:gd name="T3" fmla="*/ 0 h 5"/>
                  <a:gd name="T4" fmla="*/ 229 w 6"/>
                  <a:gd name="T5" fmla="*/ 192 h 5"/>
                  <a:gd name="T6" fmla="*/ 125 w 6"/>
                  <a:gd name="T7" fmla="*/ 320 h 5"/>
                  <a:gd name="T8" fmla="*/ 0 w 6"/>
                  <a:gd name="T9" fmla="*/ 12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6" name="Oval 2153">
                <a:extLst>
                  <a:ext uri="{FF2B5EF4-FFF2-40B4-BE49-F238E27FC236}">
                    <a16:creationId xmlns:a16="http://schemas.microsoft.com/office/drawing/2014/main" id="{97E232E5-6534-44E0-812E-7307E14FD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1871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17" name="Oval 2154">
                <a:extLst>
                  <a:ext uri="{FF2B5EF4-FFF2-40B4-BE49-F238E27FC236}">
                    <a16:creationId xmlns:a16="http://schemas.microsoft.com/office/drawing/2014/main" id="{90F85FD4-15F7-48B7-9022-679CC2BBC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187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18" name="Oval 2155">
                <a:extLst>
                  <a:ext uri="{FF2B5EF4-FFF2-40B4-BE49-F238E27FC236}">
                    <a16:creationId xmlns:a16="http://schemas.microsoft.com/office/drawing/2014/main" id="{CD379999-5956-4A23-B705-C5205935D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894"/>
                <a:ext cx="24" cy="26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19" name="Oval 2156">
                <a:extLst>
                  <a:ext uri="{FF2B5EF4-FFF2-40B4-BE49-F238E27FC236}">
                    <a16:creationId xmlns:a16="http://schemas.microsoft.com/office/drawing/2014/main" id="{19D98985-9962-4466-BBA9-D3C7E1504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1902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20" name="Freeform 2157">
                <a:extLst>
                  <a:ext uri="{FF2B5EF4-FFF2-40B4-BE49-F238E27FC236}">
                    <a16:creationId xmlns:a16="http://schemas.microsoft.com/office/drawing/2014/main" id="{9A570282-10BF-44DF-9D2A-D4F932426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921"/>
                <a:ext cx="25" cy="26"/>
              </a:xfrm>
              <a:custGeom>
                <a:avLst/>
                <a:gdLst>
                  <a:gd name="T0" fmla="*/ 41 w 14"/>
                  <a:gd name="T1" fmla="*/ 384 h 13"/>
                  <a:gd name="T2" fmla="*/ 232 w 14"/>
                  <a:gd name="T3" fmla="*/ 0 h 13"/>
                  <a:gd name="T4" fmla="*/ 414 w 14"/>
                  <a:gd name="T5" fmla="*/ 384 h 13"/>
                  <a:gd name="T6" fmla="*/ 232 w 14"/>
                  <a:gd name="T7" fmla="*/ 832 h 13"/>
                  <a:gd name="T8" fmla="*/ 41 w 14"/>
                  <a:gd name="T9" fmla="*/ 38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" y="6"/>
                    </a:moveTo>
                    <a:cubicBezTo>
                      <a:pt x="0" y="3"/>
                      <a:pt x="3" y="0"/>
                      <a:pt x="7" y="0"/>
                    </a:cubicBezTo>
                    <a:cubicBezTo>
                      <a:pt x="10" y="0"/>
                      <a:pt x="13" y="2"/>
                      <a:pt x="13" y="6"/>
                    </a:cubicBezTo>
                    <a:cubicBezTo>
                      <a:pt x="14" y="9"/>
                      <a:pt x="11" y="12"/>
                      <a:pt x="7" y="13"/>
                    </a:cubicBezTo>
                    <a:cubicBezTo>
                      <a:pt x="4" y="13"/>
                      <a:pt x="1" y="10"/>
                      <a:pt x="1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1" name="Freeform 2158">
                <a:extLst>
                  <a:ext uri="{FF2B5EF4-FFF2-40B4-BE49-F238E27FC236}">
                    <a16:creationId xmlns:a16="http://schemas.microsoft.com/office/drawing/2014/main" id="{7C7A8102-F61E-4C57-8096-6A6567EBD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927"/>
                <a:ext cx="9" cy="10"/>
              </a:xfrm>
              <a:custGeom>
                <a:avLst/>
                <a:gdLst>
                  <a:gd name="T0" fmla="*/ 0 w 5"/>
                  <a:gd name="T1" fmla="*/ 192 h 5"/>
                  <a:gd name="T2" fmla="*/ 74 w 5"/>
                  <a:gd name="T3" fmla="*/ 0 h 5"/>
                  <a:gd name="T4" fmla="*/ 169 w 5"/>
                  <a:gd name="T5" fmla="*/ 192 h 5"/>
                  <a:gd name="T6" fmla="*/ 94 w 5"/>
                  <a:gd name="T7" fmla="*/ 320 h 5"/>
                  <a:gd name="T8" fmla="*/ 0 w 5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2" name="Freeform 2159">
                <a:extLst>
                  <a:ext uri="{FF2B5EF4-FFF2-40B4-BE49-F238E27FC236}">
                    <a16:creationId xmlns:a16="http://schemas.microsoft.com/office/drawing/2014/main" id="{1EC660FA-2122-4234-963D-F20F40BB7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945"/>
                <a:ext cx="24" cy="27"/>
              </a:xfrm>
              <a:custGeom>
                <a:avLst/>
                <a:gdLst>
                  <a:gd name="T0" fmla="*/ 0 w 13"/>
                  <a:gd name="T1" fmla="*/ 372 h 14"/>
                  <a:gd name="T2" fmla="*/ 233 w 13"/>
                  <a:gd name="T3" fmla="*/ 56 h 14"/>
                  <a:gd name="T4" fmla="*/ 511 w 13"/>
                  <a:gd name="T5" fmla="*/ 372 h 14"/>
                  <a:gd name="T6" fmla="*/ 277 w 13"/>
                  <a:gd name="T7" fmla="*/ 665 h 14"/>
                  <a:gd name="T8" fmla="*/ 0 w 13"/>
                  <a:gd name="T9" fmla="*/ 3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0" y="4"/>
                      <a:pt x="2" y="1"/>
                      <a:pt x="6" y="1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4"/>
                      <a:pt x="0" y="11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3" name="Freeform 2160">
                <a:extLst>
                  <a:ext uri="{FF2B5EF4-FFF2-40B4-BE49-F238E27FC236}">
                    <a16:creationId xmlns:a16="http://schemas.microsoft.com/office/drawing/2014/main" id="{E66A3CBB-1FFA-4B95-80A2-EA6937CE1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952"/>
                <a:ext cx="11" cy="10"/>
              </a:xfrm>
              <a:custGeom>
                <a:avLst/>
                <a:gdLst>
                  <a:gd name="T0" fmla="*/ 0 w 6"/>
                  <a:gd name="T1" fmla="*/ 192 h 5"/>
                  <a:gd name="T2" fmla="*/ 125 w 6"/>
                  <a:gd name="T3" fmla="*/ 0 h 5"/>
                  <a:gd name="T4" fmla="*/ 193 w 6"/>
                  <a:gd name="T5" fmla="*/ 128 h 5"/>
                  <a:gd name="T6" fmla="*/ 125 w 6"/>
                  <a:gd name="T7" fmla="*/ 320 h 5"/>
                  <a:gd name="T8" fmla="*/ 0 w 6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4" name="Freeform 2161">
                <a:extLst>
                  <a:ext uri="{FF2B5EF4-FFF2-40B4-BE49-F238E27FC236}">
                    <a16:creationId xmlns:a16="http://schemas.microsoft.com/office/drawing/2014/main" id="{0F88FFE1-ACE7-4208-B6A2-7E9CBF536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972"/>
                <a:ext cx="25" cy="25"/>
              </a:xfrm>
              <a:custGeom>
                <a:avLst/>
                <a:gdLst>
                  <a:gd name="T0" fmla="*/ 0 w 14"/>
                  <a:gd name="T1" fmla="*/ 340 h 13"/>
                  <a:gd name="T2" fmla="*/ 232 w 14"/>
                  <a:gd name="T3" fmla="*/ 0 h 13"/>
                  <a:gd name="T4" fmla="*/ 414 w 14"/>
                  <a:gd name="T5" fmla="*/ 313 h 13"/>
                  <a:gd name="T6" fmla="*/ 232 w 14"/>
                  <a:gd name="T7" fmla="*/ 654 h 13"/>
                  <a:gd name="T8" fmla="*/ 0 w 14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cubicBezTo>
                      <a:pt x="0" y="3"/>
                      <a:pt x="3" y="0"/>
                      <a:pt x="7" y="0"/>
                    </a:cubicBezTo>
                    <a:cubicBezTo>
                      <a:pt x="10" y="0"/>
                      <a:pt x="13" y="3"/>
                      <a:pt x="13" y="6"/>
                    </a:cubicBezTo>
                    <a:cubicBezTo>
                      <a:pt x="14" y="10"/>
                      <a:pt x="11" y="13"/>
                      <a:pt x="7" y="13"/>
                    </a:cubicBezTo>
                    <a:cubicBezTo>
                      <a:pt x="4" y="13"/>
                      <a:pt x="1" y="11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5" name="Freeform 2162">
                <a:extLst>
                  <a:ext uri="{FF2B5EF4-FFF2-40B4-BE49-F238E27FC236}">
                    <a16:creationId xmlns:a16="http://schemas.microsoft.com/office/drawing/2014/main" id="{0504D00F-5AC1-4309-B882-85611353A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977"/>
                <a:ext cx="9" cy="12"/>
              </a:xfrm>
              <a:custGeom>
                <a:avLst/>
                <a:gdLst>
                  <a:gd name="T0" fmla="*/ 0 w 5"/>
                  <a:gd name="T1" fmla="*/ 192 h 6"/>
                  <a:gd name="T2" fmla="*/ 74 w 5"/>
                  <a:gd name="T3" fmla="*/ 0 h 6"/>
                  <a:gd name="T4" fmla="*/ 169 w 5"/>
                  <a:gd name="T5" fmla="*/ 192 h 6"/>
                  <a:gd name="T6" fmla="*/ 94 w 5"/>
                  <a:gd name="T7" fmla="*/ 384 h 6"/>
                  <a:gd name="T8" fmla="*/ 0 w 5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6" name="Freeform 2163">
                <a:extLst>
                  <a:ext uri="{FF2B5EF4-FFF2-40B4-BE49-F238E27FC236}">
                    <a16:creationId xmlns:a16="http://schemas.microsoft.com/office/drawing/2014/main" id="{5FEC1390-7DBB-4CA9-8527-9E7B9D9CE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995"/>
                <a:ext cx="26" cy="27"/>
              </a:xfrm>
              <a:custGeom>
                <a:avLst/>
                <a:gdLst>
                  <a:gd name="T0" fmla="*/ 0 w 14"/>
                  <a:gd name="T1" fmla="*/ 372 h 14"/>
                  <a:gd name="T2" fmla="*/ 290 w 14"/>
                  <a:gd name="T3" fmla="*/ 56 h 14"/>
                  <a:gd name="T4" fmla="*/ 539 w 14"/>
                  <a:gd name="T5" fmla="*/ 372 h 14"/>
                  <a:gd name="T6" fmla="*/ 290 w 14"/>
                  <a:gd name="T7" fmla="*/ 717 h 14"/>
                  <a:gd name="T8" fmla="*/ 0 w 14"/>
                  <a:gd name="T9" fmla="*/ 3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0" y="7"/>
                    </a:moveTo>
                    <a:cubicBezTo>
                      <a:pt x="0" y="4"/>
                      <a:pt x="3" y="1"/>
                      <a:pt x="7" y="1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4" y="10"/>
                      <a:pt x="11" y="13"/>
                      <a:pt x="7" y="14"/>
                    </a:cubicBezTo>
                    <a:cubicBezTo>
                      <a:pt x="4" y="14"/>
                      <a:pt x="1" y="11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7" name="Freeform 2164">
                <a:extLst>
                  <a:ext uri="{FF2B5EF4-FFF2-40B4-BE49-F238E27FC236}">
                    <a16:creationId xmlns:a16="http://schemas.microsoft.com/office/drawing/2014/main" id="{4B36F3AC-5839-40F3-BC64-149D02BE7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003"/>
                <a:ext cx="9" cy="9"/>
              </a:xfrm>
              <a:custGeom>
                <a:avLst/>
                <a:gdLst>
                  <a:gd name="T0" fmla="*/ 0 w 5"/>
                  <a:gd name="T1" fmla="*/ 94 h 5"/>
                  <a:gd name="T2" fmla="*/ 74 w 5"/>
                  <a:gd name="T3" fmla="*/ 0 h 5"/>
                  <a:gd name="T4" fmla="*/ 169 w 5"/>
                  <a:gd name="T5" fmla="*/ 74 h 5"/>
                  <a:gd name="T6" fmla="*/ 94 w 5"/>
                  <a:gd name="T7" fmla="*/ 169 h 5"/>
                  <a:gd name="T8" fmla="*/ 0 w 5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8" name="Freeform 2165">
                <a:extLst>
                  <a:ext uri="{FF2B5EF4-FFF2-40B4-BE49-F238E27FC236}">
                    <a16:creationId xmlns:a16="http://schemas.microsoft.com/office/drawing/2014/main" id="{7F6DA977-2852-42D5-9BB1-866652915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022"/>
                <a:ext cx="23" cy="25"/>
              </a:xfrm>
              <a:custGeom>
                <a:avLst/>
                <a:gdLst>
                  <a:gd name="T0" fmla="*/ 0 w 13"/>
                  <a:gd name="T1" fmla="*/ 313 h 13"/>
                  <a:gd name="T2" fmla="*/ 203 w 13"/>
                  <a:gd name="T3" fmla="*/ 0 h 13"/>
                  <a:gd name="T4" fmla="*/ 403 w 13"/>
                  <a:gd name="T5" fmla="*/ 313 h 13"/>
                  <a:gd name="T6" fmla="*/ 188 w 13"/>
                  <a:gd name="T7" fmla="*/ 654 h 13"/>
                  <a:gd name="T8" fmla="*/ 0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0" y="2"/>
                      <a:pt x="3" y="0"/>
                      <a:pt x="7" y="0"/>
                    </a:cubicBezTo>
                    <a:cubicBezTo>
                      <a:pt x="10" y="0"/>
                      <a:pt x="13" y="3"/>
                      <a:pt x="13" y="6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2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9" name="Freeform 2166">
                <a:extLst>
                  <a:ext uri="{FF2B5EF4-FFF2-40B4-BE49-F238E27FC236}">
                    <a16:creationId xmlns:a16="http://schemas.microsoft.com/office/drawing/2014/main" id="{D6CAD65C-A10E-4083-BF72-F50A58818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028"/>
                <a:ext cx="11" cy="9"/>
              </a:xfrm>
              <a:custGeom>
                <a:avLst/>
                <a:gdLst>
                  <a:gd name="T0" fmla="*/ 0 w 6"/>
                  <a:gd name="T1" fmla="*/ 74 h 5"/>
                  <a:gd name="T2" fmla="*/ 125 w 6"/>
                  <a:gd name="T3" fmla="*/ 0 h 5"/>
                  <a:gd name="T4" fmla="*/ 229 w 6"/>
                  <a:gd name="T5" fmla="*/ 94 h 5"/>
                  <a:gd name="T6" fmla="*/ 125 w 6"/>
                  <a:gd name="T7" fmla="*/ 169 h 5"/>
                  <a:gd name="T8" fmla="*/ 0 w 6"/>
                  <a:gd name="T9" fmla="*/ 7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0" name="Freeform 2167">
                <a:extLst>
                  <a:ext uri="{FF2B5EF4-FFF2-40B4-BE49-F238E27FC236}">
                    <a16:creationId xmlns:a16="http://schemas.microsoft.com/office/drawing/2014/main" id="{A84A6726-B7CF-46D5-9AA1-48514CAD9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045"/>
                <a:ext cx="24" cy="25"/>
              </a:xfrm>
              <a:custGeom>
                <a:avLst/>
                <a:gdLst>
                  <a:gd name="T0" fmla="*/ 0 w 13"/>
                  <a:gd name="T1" fmla="*/ 313 h 13"/>
                  <a:gd name="T2" fmla="*/ 277 w 13"/>
                  <a:gd name="T3" fmla="*/ 0 h 13"/>
                  <a:gd name="T4" fmla="*/ 511 w 13"/>
                  <a:gd name="T5" fmla="*/ 340 h 13"/>
                  <a:gd name="T6" fmla="*/ 277 w 13"/>
                  <a:gd name="T7" fmla="*/ 654 h 13"/>
                  <a:gd name="T8" fmla="*/ 0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1" y="3"/>
                      <a:pt x="4" y="0"/>
                      <a:pt x="7" y="0"/>
                    </a:cubicBezTo>
                    <a:cubicBezTo>
                      <a:pt x="11" y="0"/>
                      <a:pt x="13" y="3"/>
                      <a:pt x="13" y="7"/>
                    </a:cubicBezTo>
                    <a:cubicBezTo>
                      <a:pt x="13" y="11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1" name="Freeform 2168">
                <a:extLst>
                  <a:ext uri="{FF2B5EF4-FFF2-40B4-BE49-F238E27FC236}">
                    <a16:creationId xmlns:a16="http://schemas.microsoft.com/office/drawing/2014/main" id="{E226DEEA-7EAB-429C-8A03-2CE5C487E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051"/>
                <a:ext cx="9" cy="11"/>
              </a:xfrm>
              <a:custGeom>
                <a:avLst/>
                <a:gdLst>
                  <a:gd name="T0" fmla="*/ 0 w 5"/>
                  <a:gd name="T1" fmla="*/ 125 h 6"/>
                  <a:gd name="T2" fmla="*/ 74 w 5"/>
                  <a:gd name="T3" fmla="*/ 0 h 6"/>
                  <a:gd name="T4" fmla="*/ 169 w 5"/>
                  <a:gd name="T5" fmla="*/ 125 h 6"/>
                  <a:gd name="T6" fmla="*/ 74 w 5"/>
                  <a:gd name="T7" fmla="*/ 229 h 6"/>
                  <a:gd name="T8" fmla="*/ 0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2" name="Freeform 2169">
                <a:extLst>
                  <a:ext uri="{FF2B5EF4-FFF2-40B4-BE49-F238E27FC236}">
                    <a16:creationId xmlns:a16="http://schemas.microsoft.com/office/drawing/2014/main" id="{E33A878D-8A5B-4BEB-AC49-CC1E89143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070"/>
                <a:ext cx="26" cy="25"/>
              </a:xfrm>
              <a:custGeom>
                <a:avLst/>
                <a:gdLst>
                  <a:gd name="T0" fmla="*/ 45 w 14"/>
                  <a:gd name="T1" fmla="*/ 313 h 13"/>
                  <a:gd name="T2" fmla="*/ 290 w 14"/>
                  <a:gd name="T3" fmla="*/ 0 h 13"/>
                  <a:gd name="T4" fmla="*/ 539 w 14"/>
                  <a:gd name="T5" fmla="*/ 313 h 13"/>
                  <a:gd name="T6" fmla="*/ 290 w 14"/>
                  <a:gd name="T7" fmla="*/ 654 h 13"/>
                  <a:gd name="T8" fmla="*/ 45 w 14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" y="6"/>
                    </a:moveTo>
                    <a:cubicBezTo>
                      <a:pt x="1" y="2"/>
                      <a:pt x="4" y="0"/>
                      <a:pt x="7" y="0"/>
                    </a:cubicBezTo>
                    <a:cubicBezTo>
                      <a:pt x="11" y="0"/>
                      <a:pt x="14" y="3"/>
                      <a:pt x="13" y="6"/>
                    </a:cubicBezTo>
                    <a:cubicBezTo>
                      <a:pt x="13" y="10"/>
                      <a:pt x="10" y="13"/>
                      <a:pt x="7" y="13"/>
                    </a:cubicBezTo>
                    <a:cubicBezTo>
                      <a:pt x="3" y="12"/>
                      <a:pt x="0" y="9"/>
                      <a:pt x="1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3" name="Freeform 2170">
                <a:extLst>
                  <a:ext uri="{FF2B5EF4-FFF2-40B4-BE49-F238E27FC236}">
                    <a16:creationId xmlns:a16="http://schemas.microsoft.com/office/drawing/2014/main" id="{CFCB5354-54F1-4477-8D76-53FA596C6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076"/>
                <a:ext cx="9" cy="10"/>
              </a:xfrm>
              <a:custGeom>
                <a:avLst/>
                <a:gdLst>
                  <a:gd name="T0" fmla="*/ 0 w 5"/>
                  <a:gd name="T1" fmla="*/ 128 h 5"/>
                  <a:gd name="T2" fmla="*/ 94 w 5"/>
                  <a:gd name="T3" fmla="*/ 0 h 5"/>
                  <a:gd name="T4" fmla="*/ 169 w 5"/>
                  <a:gd name="T5" fmla="*/ 192 h 5"/>
                  <a:gd name="T6" fmla="*/ 74 w 5"/>
                  <a:gd name="T7" fmla="*/ 320 h 5"/>
                  <a:gd name="T8" fmla="*/ 0 w 5"/>
                  <a:gd name="T9" fmla="*/ 12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4" name="Freeform 2171">
                <a:extLst>
                  <a:ext uri="{FF2B5EF4-FFF2-40B4-BE49-F238E27FC236}">
                    <a16:creationId xmlns:a16="http://schemas.microsoft.com/office/drawing/2014/main" id="{28583AE4-F769-44A3-B1D8-70F8B3370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089"/>
                <a:ext cx="23" cy="26"/>
              </a:xfrm>
              <a:custGeom>
                <a:avLst/>
                <a:gdLst>
                  <a:gd name="T0" fmla="*/ 0 w 13"/>
                  <a:gd name="T1" fmla="*/ 448 h 13"/>
                  <a:gd name="T2" fmla="*/ 203 w 13"/>
                  <a:gd name="T3" fmla="*/ 0 h 13"/>
                  <a:gd name="T4" fmla="*/ 403 w 13"/>
                  <a:gd name="T5" fmla="*/ 448 h 13"/>
                  <a:gd name="T6" fmla="*/ 188 w 13"/>
                  <a:gd name="T7" fmla="*/ 832 h 13"/>
                  <a:gd name="T8" fmla="*/ 0 w 13"/>
                  <a:gd name="T9" fmla="*/ 44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cubicBezTo>
                      <a:pt x="0" y="3"/>
                      <a:pt x="3" y="0"/>
                      <a:pt x="7" y="0"/>
                    </a:cubicBezTo>
                    <a:cubicBezTo>
                      <a:pt x="10" y="1"/>
                      <a:pt x="13" y="4"/>
                      <a:pt x="13" y="7"/>
                    </a:cubicBezTo>
                    <a:cubicBezTo>
                      <a:pt x="13" y="11"/>
                      <a:pt x="10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5" name="Freeform 2172">
                <a:extLst>
                  <a:ext uri="{FF2B5EF4-FFF2-40B4-BE49-F238E27FC236}">
                    <a16:creationId xmlns:a16="http://schemas.microsoft.com/office/drawing/2014/main" id="{9B62B2D4-DC25-4405-87BE-A6BEB2EE8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095"/>
                <a:ext cx="11" cy="12"/>
              </a:xfrm>
              <a:custGeom>
                <a:avLst/>
                <a:gdLst>
                  <a:gd name="T0" fmla="*/ 0 w 6"/>
                  <a:gd name="T1" fmla="*/ 192 h 6"/>
                  <a:gd name="T2" fmla="*/ 125 w 6"/>
                  <a:gd name="T3" fmla="*/ 64 h 6"/>
                  <a:gd name="T4" fmla="*/ 193 w 6"/>
                  <a:gd name="T5" fmla="*/ 192 h 6"/>
                  <a:gd name="T6" fmla="*/ 125 w 6"/>
                  <a:gd name="T7" fmla="*/ 384 h 6"/>
                  <a:gd name="T8" fmla="*/ 0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4" y="1"/>
                      <a:pt x="6" y="2"/>
                      <a:pt x="5" y="3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6" name="Freeform 2173">
                <a:extLst>
                  <a:ext uri="{FF2B5EF4-FFF2-40B4-BE49-F238E27FC236}">
                    <a16:creationId xmlns:a16="http://schemas.microsoft.com/office/drawing/2014/main" id="{BB16DB57-8A9C-47EA-8F7D-065A54FE7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107"/>
                <a:ext cx="25" cy="25"/>
              </a:xfrm>
              <a:custGeom>
                <a:avLst/>
                <a:gdLst>
                  <a:gd name="T0" fmla="*/ 41 w 14"/>
                  <a:gd name="T1" fmla="*/ 340 h 13"/>
                  <a:gd name="T2" fmla="*/ 232 w 14"/>
                  <a:gd name="T3" fmla="*/ 0 h 13"/>
                  <a:gd name="T4" fmla="*/ 414 w 14"/>
                  <a:gd name="T5" fmla="*/ 340 h 13"/>
                  <a:gd name="T6" fmla="*/ 232 w 14"/>
                  <a:gd name="T7" fmla="*/ 654 h 13"/>
                  <a:gd name="T8" fmla="*/ 41 w 14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" y="7"/>
                    </a:moveTo>
                    <a:cubicBezTo>
                      <a:pt x="1" y="3"/>
                      <a:pt x="4" y="0"/>
                      <a:pt x="7" y="0"/>
                    </a:cubicBezTo>
                    <a:cubicBezTo>
                      <a:pt x="11" y="1"/>
                      <a:pt x="14" y="4"/>
                      <a:pt x="13" y="7"/>
                    </a:cubicBezTo>
                    <a:cubicBezTo>
                      <a:pt x="13" y="11"/>
                      <a:pt x="10" y="13"/>
                      <a:pt x="7" y="13"/>
                    </a:cubicBezTo>
                    <a:cubicBezTo>
                      <a:pt x="3" y="13"/>
                      <a:pt x="0" y="10"/>
                      <a:pt x="1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7" name="Freeform 2174">
                <a:extLst>
                  <a:ext uri="{FF2B5EF4-FFF2-40B4-BE49-F238E27FC236}">
                    <a16:creationId xmlns:a16="http://schemas.microsoft.com/office/drawing/2014/main" id="{0E5703EF-9760-4287-A1BA-F6A0BB3EA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113"/>
                <a:ext cx="9" cy="11"/>
              </a:xfrm>
              <a:custGeom>
                <a:avLst/>
                <a:gdLst>
                  <a:gd name="T0" fmla="*/ 0 w 5"/>
                  <a:gd name="T1" fmla="*/ 125 h 6"/>
                  <a:gd name="T2" fmla="*/ 94 w 5"/>
                  <a:gd name="T3" fmla="*/ 44 h 6"/>
                  <a:gd name="T4" fmla="*/ 169 w 5"/>
                  <a:gd name="T5" fmla="*/ 125 h 6"/>
                  <a:gd name="T6" fmla="*/ 74 w 5"/>
                  <a:gd name="T7" fmla="*/ 229 h 6"/>
                  <a:gd name="T8" fmla="*/ 0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8" name="Freeform 2175">
                <a:extLst>
                  <a:ext uri="{FF2B5EF4-FFF2-40B4-BE49-F238E27FC236}">
                    <a16:creationId xmlns:a16="http://schemas.microsoft.com/office/drawing/2014/main" id="{F5F406FC-FC45-4949-B9B8-628DA032C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122"/>
                <a:ext cx="24" cy="25"/>
              </a:xfrm>
              <a:custGeom>
                <a:avLst/>
                <a:gdLst>
                  <a:gd name="T0" fmla="*/ 0 w 13"/>
                  <a:gd name="T1" fmla="*/ 313 h 13"/>
                  <a:gd name="T2" fmla="*/ 277 w 13"/>
                  <a:gd name="T3" fmla="*/ 0 h 13"/>
                  <a:gd name="T4" fmla="*/ 511 w 13"/>
                  <a:gd name="T5" fmla="*/ 340 h 13"/>
                  <a:gd name="T6" fmla="*/ 233 w 13"/>
                  <a:gd name="T7" fmla="*/ 654 h 13"/>
                  <a:gd name="T8" fmla="*/ 0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3" y="3"/>
                      <a:pt x="13" y="7"/>
                    </a:cubicBezTo>
                    <a:cubicBezTo>
                      <a:pt x="13" y="11"/>
                      <a:pt x="10" y="13"/>
                      <a:pt x="6" y="13"/>
                    </a:cubicBezTo>
                    <a:cubicBezTo>
                      <a:pt x="3" y="13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9" name="Freeform 2176">
                <a:extLst>
                  <a:ext uri="{FF2B5EF4-FFF2-40B4-BE49-F238E27FC236}">
                    <a16:creationId xmlns:a16="http://schemas.microsoft.com/office/drawing/2014/main" id="{BE271137-B50D-4A75-80C1-BA102C981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128"/>
                <a:ext cx="11" cy="12"/>
              </a:xfrm>
              <a:custGeom>
                <a:avLst/>
                <a:gdLst>
                  <a:gd name="T0" fmla="*/ 0 w 6"/>
                  <a:gd name="T1" fmla="*/ 192 h 6"/>
                  <a:gd name="T2" fmla="*/ 125 w 6"/>
                  <a:gd name="T3" fmla="*/ 0 h 6"/>
                  <a:gd name="T4" fmla="*/ 229 w 6"/>
                  <a:gd name="T5" fmla="*/ 192 h 6"/>
                  <a:gd name="T6" fmla="*/ 125 w 6"/>
                  <a:gd name="T7" fmla="*/ 384 h 6"/>
                  <a:gd name="T8" fmla="*/ 0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2"/>
                      <a:pt x="2" y="0"/>
                      <a:pt x="3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0" name="Freeform 2177">
                <a:extLst>
                  <a:ext uri="{FF2B5EF4-FFF2-40B4-BE49-F238E27FC236}">
                    <a16:creationId xmlns:a16="http://schemas.microsoft.com/office/drawing/2014/main" id="{084B3E12-5562-4FDE-8BAC-18126BBAB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138"/>
                <a:ext cx="26" cy="25"/>
              </a:xfrm>
              <a:custGeom>
                <a:avLst/>
                <a:gdLst>
                  <a:gd name="T0" fmla="*/ 0 w 14"/>
                  <a:gd name="T1" fmla="*/ 340 h 13"/>
                  <a:gd name="T2" fmla="*/ 290 w 14"/>
                  <a:gd name="T3" fmla="*/ 0 h 13"/>
                  <a:gd name="T4" fmla="*/ 539 w 14"/>
                  <a:gd name="T5" fmla="*/ 340 h 13"/>
                  <a:gd name="T6" fmla="*/ 290 w 14"/>
                  <a:gd name="T7" fmla="*/ 654 h 13"/>
                  <a:gd name="T8" fmla="*/ 0 w 14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cubicBezTo>
                      <a:pt x="1" y="3"/>
                      <a:pt x="4" y="0"/>
                      <a:pt x="7" y="0"/>
                    </a:cubicBezTo>
                    <a:cubicBezTo>
                      <a:pt x="11" y="0"/>
                      <a:pt x="14" y="3"/>
                      <a:pt x="13" y="7"/>
                    </a:cubicBezTo>
                    <a:cubicBezTo>
                      <a:pt x="13" y="11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1" name="Freeform 2178">
                <a:extLst>
                  <a:ext uri="{FF2B5EF4-FFF2-40B4-BE49-F238E27FC236}">
                    <a16:creationId xmlns:a16="http://schemas.microsoft.com/office/drawing/2014/main" id="{F8AB9E45-0629-4998-B1E4-9737D4CA8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143"/>
                <a:ext cx="10" cy="10"/>
              </a:xfrm>
              <a:custGeom>
                <a:avLst/>
                <a:gdLst>
                  <a:gd name="T0" fmla="*/ 0 w 5"/>
                  <a:gd name="T1" fmla="*/ 192 h 5"/>
                  <a:gd name="T2" fmla="*/ 192 w 5"/>
                  <a:gd name="T3" fmla="*/ 0 h 5"/>
                  <a:gd name="T4" fmla="*/ 320 w 5"/>
                  <a:gd name="T5" fmla="*/ 192 h 5"/>
                  <a:gd name="T6" fmla="*/ 128 w 5"/>
                  <a:gd name="T7" fmla="*/ 320 h 5"/>
                  <a:gd name="T8" fmla="*/ 0 w 5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2" name="Freeform 2179">
                <a:extLst>
                  <a:ext uri="{FF2B5EF4-FFF2-40B4-BE49-F238E27FC236}">
                    <a16:creationId xmlns:a16="http://schemas.microsoft.com/office/drawing/2014/main" id="{9830FC47-8C21-4716-B7D7-84700890B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147"/>
                <a:ext cx="23" cy="25"/>
              </a:xfrm>
              <a:custGeom>
                <a:avLst/>
                <a:gdLst>
                  <a:gd name="T0" fmla="*/ 0 w 13"/>
                  <a:gd name="T1" fmla="*/ 313 h 13"/>
                  <a:gd name="T2" fmla="*/ 203 w 13"/>
                  <a:gd name="T3" fmla="*/ 0 h 13"/>
                  <a:gd name="T4" fmla="*/ 403 w 13"/>
                  <a:gd name="T5" fmla="*/ 340 h 13"/>
                  <a:gd name="T6" fmla="*/ 203 w 13"/>
                  <a:gd name="T7" fmla="*/ 654 h 13"/>
                  <a:gd name="T8" fmla="*/ 0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3" y="3"/>
                      <a:pt x="13" y="7"/>
                    </a:cubicBezTo>
                    <a:cubicBezTo>
                      <a:pt x="13" y="11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3" name="Freeform 2180">
                <a:extLst>
                  <a:ext uri="{FF2B5EF4-FFF2-40B4-BE49-F238E27FC236}">
                    <a16:creationId xmlns:a16="http://schemas.microsoft.com/office/drawing/2014/main" id="{10C21C1F-4ECA-4E29-89CA-62EAF6CDB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153"/>
                <a:ext cx="9" cy="10"/>
              </a:xfrm>
              <a:custGeom>
                <a:avLst/>
                <a:gdLst>
                  <a:gd name="T0" fmla="*/ 0 w 5"/>
                  <a:gd name="T1" fmla="*/ 128 h 5"/>
                  <a:gd name="T2" fmla="*/ 74 w 5"/>
                  <a:gd name="T3" fmla="*/ 0 h 5"/>
                  <a:gd name="T4" fmla="*/ 169 w 5"/>
                  <a:gd name="T5" fmla="*/ 192 h 5"/>
                  <a:gd name="T6" fmla="*/ 74 w 5"/>
                  <a:gd name="T7" fmla="*/ 320 h 5"/>
                  <a:gd name="T8" fmla="*/ 0 w 5"/>
                  <a:gd name="T9" fmla="*/ 12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4" name="Freeform 2181">
                <a:extLst>
                  <a:ext uri="{FF2B5EF4-FFF2-40B4-BE49-F238E27FC236}">
                    <a16:creationId xmlns:a16="http://schemas.microsoft.com/office/drawing/2014/main" id="{208331B4-99F3-4778-8AD7-819C12904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157"/>
                <a:ext cx="24" cy="25"/>
              </a:xfrm>
              <a:custGeom>
                <a:avLst/>
                <a:gdLst>
                  <a:gd name="T0" fmla="*/ 0 w 13"/>
                  <a:gd name="T1" fmla="*/ 313 h 13"/>
                  <a:gd name="T2" fmla="*/ 277 w 13"/>
                  <a:gd name="T3" fmla="*/ 0 h 13"/>
                  <a:gd name="T4" fmla="*/ 511 w 13"/>
                  <a:gd name="T5" fmla="*/ 340 h 13"/>
                  <a:gd name="T6" fmla="*/ 233 w 13"/>
                  <a:gd name="T7" fmla="*/ 654 h 13"/>
                  <a:gd name="T8" fmla="*/ 0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0" y="2"/>
                      <a:pt x="3" y="0"/>
                      <a:pt x="7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5" name="Freeform 2182">
                <a:extLst>
                  <a:ext uri="{FF2B5EF4-FFF2-40B4-BE49-F238E27FC236}">
                    <a16:creationId xmlns:a16="http://schemas.microsoft.com/office/drawing/2014/main" id="{EFDB3F9C-B58E-4E90-B68B-F555E3CCF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161"/>
                <a:ext cx="11" cy="11"/>
              </a:xfrm>
              <a:custGeom>
                <a:avLst/>
                <a:gdLst>
                  <a:gd name="T0" fmla="*/ 0 w 6"/>
                  <a:gd name="T1" fmla="*/ 125 h 6"/>
                  <a:gd name="T2" fmla="*/ 125 w 6"/>
                  <a:gd name="T3" fmla="*/ 0 h 6"/>
                  <a:gd name="T4" fmla="*/ 229 w 6"/>
                  <a:gd name="T5" fmla="*/ 125 h 6"/>
                  <a:gd name="T6" fmla="*/ 125 w 6"/>
                  <a:gd name="T7" fmla="*/ 229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6" name="Freeform 2183">
                <a:extLst>
                  <a:ext uri="{FF2B5EF4-FFF2-40B4-BE49-F238E27FC236}">
                    <a16:creationId xmlns:a16="http://schemas.microsoft.com/office/drawing/2014/main" id="{390E2F0F-BC62-44FC-9D3B-C024DF92C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165"/>
                <a:ext cx="23" cy="25"/>
              </a:xfrm>
              <a:custGeom>
                <a:avLst/>
                <a:gdLst>
                  <a:gd name="T0" fmla="*/ 0 w 13"/>
                  <a:gd name="T1" fmla="*/ 313 h 13"/>
                  <a:gd name="T2" fmla="*/ 203 w 13"/>
                  <a:gd name="T3" fmla="*/ 0 h 13"/>
                  <a:gd name="T4" fmla="*/ 403 w 13"/>
                  <a:gd name="T5" fmla="*/ 340 h 13"/>
                  <a:gd name="T6" fmla="*/ 188 w 13"/>
                  <a:gd name="T7" fmla="*/ 654 h 13"/>
                  <a:gd name="T8" fmla="*/ 0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0" y="3"/>
                      <a:pt x="3" y="0"/>
                      <a:pt x="7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1"/>
                      <a:pt x="10" y="13"/>
                      <a:pt x="6" y="13"/>
                    </a:cubicBezTo>
                    <a:cubicBezTo>
                      <a:pt x="2" y="13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7" name="Freeform 2184">
                <a:extLst>
                  <a:ext uri="{FF2B5EF4-FFF2-40B4-BE49-F238E27FC236}">
                    <a16:creationId xmlns:a16="http://schemas.microsoft.com/office/drawing/2014/main" id="{C01A2AD8-099B-48E2-AC84-6FDC1EBAD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2170"/>
                <a:ext cx="11" cy="10"/>
              </a:xfrm>
              <a:custGeom>
                <a:avLst/>
                <a:gdLst>
                  <a:gd name="T0" fmla="*/ 0 w 6"/>
                  <a:gd name="T1" fmla="*/ 128 h 5"/>
                  <a:gd name="T2" fmla="*/ 125 w 6"/>
                  <a:gd name="T3" fmla="*/ 0 h 5"/>
                  <a:gd name="T4" fmla="*/ 193 w 6"/>
                  <a:gd name="T5" fmla="*/ 192 h 5"/>
                  <a:gd name="T6" fmla="*/ 125 w 6"/>
                  <a:gd name="T7" fmla="*/ 320 h 5"/>
                  <a:gd name="T8" fmla="*/ 0 w 6"/>
                  <a:gd name="T9" fmla="*/ 12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8" name="Freeform 2185">
                <a:extLst>
                  <a:ext uri="{FF2B5EF4-FFF2-40B4-BE49-F238E27FC236}">
                    <a16:creationId xmlns:a16="http://schemas.microsoft.com/office/drawing/2014/main" id="{B72BDDC0-87E2-442F-8EB3-920980117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170"/>
                <a:ext cx="24" cy="28"/>
              </a:xfrm>
              <a:custGeom>
                <a:avLst/>
                <a:gdLst>
                  <a:gd name="T0" fmla="*/ 0 w 13"/>
                  <a:gd name="T1" fmla="*/ 448 h 14"/>
                  <a:gd name="T2" fmla="*/ 277 w 13"/>
                  <a:gd name="T3" fmla="*/ 64 h 14"/>
                  <a:gd name="T4" fmla="*/ 511 w 13"/>
                  <a:gd name="T5" fmla="*/ 448 h 14"/>
                  <a:gd name="T6" fmla="*/ 233 w 13"/>
                  <a:gd name="T7" fmla="*/ 896 h 14"/>
                  <a:gd name="T8" fmla="*/ 0 w 13"/>
                  <a:gd name="T9" fmla="*/ 44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0" y="3"/>
                      <a:pt x="3" y="0"/>
                      <a:pt x="7" y="1"/>
                    </a:cubicBezTo>
                    <a:cubicBezTo>
                      <a:pt x="10" y="1"/>
                      <a:pt x="13" y="4"/>
                      <a:pt x="13" y="7"/>
                    </a:cubicBezTo>
                    <a:cubicBezTo>
                      <a:pt x="13" y="11"/>
                      <a:pt x="10" y="14"/>
                      <a:pt x="6" y="14"/>
                    </a:cubicBezTo>
                    <a:cubicBezTo>
                      <a:pt x="3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9" name="Freeform 2186">
                <a:extLst>
                  <a:ext uri="{FF2B5EF4-FFF2-40B4-BE49-F238E27FC236}">
                    <a16:creationId xmlns:a16="http://schemas.microsoft.com/office/drawing/2014/main" id="{93F5DD63-ABE8-4AC7-866C-5D3474C13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176"/>
                <a:ext cx="11" cy="12"/>
              </a:xfrm>
              <a:custGeom>
                <a:avLst/>
                <a:gdLst>
                  <a:gd name="T0" fmla="*/ 0 w 6"/>
                  <a:gd name="T1" fmla="*/ 192 h 6"/>
                  <a:gd name="T2" fmla="*/ 125 w 6"/>
                  <a:gd name="T3" fmla="*/ 0 h 6"/>
                  <a:gd name="T4" fmla="*/ 229 w 6"/>
                  <a:gd name="T5" fmla="*/ 192 h 6"/>
                  <a:gd name="T6" fmla="*/ 125 w 6"/>
                  <a:gd name="T7" fmla="*/ 384 h 6"/>
                  <a:gd name="T8" fmla="*/ 0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0" name="Freeform 2187">
                <a:extLst>
                  <a:ext uri="{FF2B5EF4-FFF2-40B4-BE49-F238E27FC236}">
                    <a16:creationId xmlns:a16="http://schemas.microsoft.com/office/drawing/2014/main" id="{93D19990-BBFD-4830-880D-76E8A7092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172"/>
                <a:ext cx="25" cy="29"/>
              </a:xfrm>
              <a:custGeom>
                <a:avLst/>
                <a:gdLst>
                  <a:gd name="T0" fmla="*/ 41 w 14"/>
                  <a:gd name="T1" fmla="*/ 464 h 15"/>
                  <a:gd name="T2" fmla="*/ 204 w 14"/>
                  <a:gd name="T3" fmla="*/ 56 h 15"/>
                  <a:gd name="T4" fmla="*/ 414 w 14"/>
                  <a:gd name="T5" fmla="*/ 317 h 15"/>
                  <a:gd name="T6" fmla="*/ 255 w 14"/>
                  <a:gd name="T7" fmla="*/ 729 h 15"/>
                  <a:gd name="T8" fmla="*/ 41 w 14"/>
                  <a:gd name="T9" fmla="*/ 4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1" y="9"/>
                    </a:moveTo>
                    <a:cubicBezTo>
                      <a:pt x="0" y="5"/>
                      <a:pt x="2" y="2"/>
                      <a:pt x="6" y="1"/>
                    </a:cubicBezTo>
                    <a:cubicBezTo>
                      <a:pt x="9" y="0"/>
                      <a:pt x="13" y="3"/>
                      <a:pt x="13" y="6"/>
                    </a:cubicBezTo>
                    <a:cubicBezTo>
                      <a:pt x="14" y="9"/>
                      <a:pt x="12" y="13"/>
                      <a:pt x="8" y="14"/>
                    </a:cubicBezTo>
                    <a:cubicBezTo>
                      <a:pt x="5" y="15"/>
                      <a:pt x="2" y="12"/>
                      <a:pt x="1" y="9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1" name="Freeform 2188">
                <a:extLst>
                  <a:ext uri="{FF2B5EF4-FFF2-40B4-BE49-F238E27FC236}">
                    <a16:creationId xmlns:a16="http://schemas.microsoft.com/office/drawing/2014/main" id="{E4153B16-99C6-4485-9E7B-4E56A57F5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178"/>
                <a:ext cx="11" cy="12"/>
              </a:xfrm>
              <a:custGeom>
                <a:avLst/>
                <a:gdLst>
                  <a:gd name="T0" fmla="*/ 44 w 6"/>
                  <a:gd name="T1" fmla="*/ 256 h 6"/>
                  <a:gd name="T2" fmla="*/ 125 w 6"/>
                  <a:gd name="T3" fmla="*/ 64 h 6"/>
                  <a:gd name="T4" fmla="*/ 229 w 6"/>
                  <a:gd name="T5" fmla="*/ 192 h 6"/>
                  <a:gd name="T6" fmla="*/ 149 w 6"/>
                  <a:gd name="T7" fmla="*/ 384 h 6"/>
                  <a:gd name="T8" fmla="*/ 44 w 6"/>
                  <a:gd name="T9" fmla="*/ 2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ubicBezTo>
                      <a:pt x="2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2" name="Freeform 2189">
                <a:extLst>
                  <a:ext uri="{FF2B5EF4-FFF2-40B4-BE49-F238E27FC236}">
                    <a16:creationId xmlns:a16="http://schemas.microsoft.com/office/drawing/2014/main" id="{AE184A3B-87FB-466D-B800-ACBD729E5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176"/>
                <a:ext cx="26" cy="27"/>
              </a:xfrm>
              <a:custGeom>
                <a:avLst/>
                <a:gdLst>
                  <a:gd name="T0" fmla="*/ 0 w 14"/>
                  <a:gd name="T1" fmla="*/ 401 h 14"/>
                  <a:gd name="T2" fmla="*/ 204 w 14"/>
                  <a:gd name="T3" fmla="*/ 56 h 14"/>
                  <a:gd name="T4" fmla="*/ 539 w 14"/>
                  <a:gd name="T5" fmla="*/ 264 h 14"/>
                  <a:gd name="T6" fmla="*/ 334 w 14"/>
                  <a:gd name="T7" fmla="*/ 665 h 14"/>
                  <a:gd name="T8" fmla="*/ 0 w 14"/>
                  <a:gd name="T9" fmla="*/ 40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cubicBezTo>
                      <a:pt x="0" y="5"/>
                      <a:pt x="2" y="1"/>
                      <a:pt x="5" y="1"/>
                    </a:cubicBezTo>
                    <a:cubicBezTo>
                      <a:pt x="9" y="0"/>
                      <a:pt x="12" y="2"/>
                      <a:pt x="13" y="5"/>
                    </a:cubicBezTo>
                    <a:cubicBezTo>
                      <a:pt x="14" y="9"/>
                      <a:pt x="12" y="12"/>
                      <a:pt x="8" y="13"/>
                    </a:cubicBezTo>
                    <a:cubicBezTo>
                      <a:pt x="5" y="14"/>
                      <a:pt x="1" y="12"/>
                      <a:pt x="0" y="8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3" name="Freeform 2190">
                <a:extLst>
                  <a:ext uri="{FF2B5EF4-FFF2-40B4-BE49-F238E27FC236}">
                    <a16:creationId xmlns:a16="http://schemas.microsoft.com/office/drawing/2014/main" id="{8F2A700B-BA46-42A3-A139-C4372B6FB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182"/>
                <a:ext cx="11" cy="12"/>
              </a:xfrm>
              <a:custGeom>
                <a:avLst/>
                <a:gdLst>
                  <a:gd name="T0" fmla="*/ 0 w 6"/>
                  <a:gd name="T1" fmla="*/ 192 h 6"/>
                  <a:gd name="T2" fmla="*/ 81 w 6"/>
                  <a:gd name="T3" fmla="*/ 0 h 6"/>
                  <a:gd name="T4" fmla="*/ 229 w 6"/>
                  <a:gd name="T5" fmla="*/ 128 h 6"/>
                  <a:gd name="T6" fmla="*/ 149 w 6"/>
                  <a:gd name="T7" fmla="*/ 320 h 6"/>
                  <a:gd name="T8" fmla="*/ 0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2" y="6"/>
                      <a:pt x="1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4" name="Freeform 2191">
                <a:extLst>
                  <a:ext uri="{FF2B5EF4-FFF2-40B4-BE49-F238E27FC236}">
                    <a16:creationId xmlns:a16="http://schemas.microsoft.com/office/drawing/2014/main" id="{F05DE3C6-81A8-4A54-B288-72A65F937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178"/>
                <a:ext cx="25" cy="27"/>
              </a:xfrm>
              <a:custGeom>
                <a:avLst/>
                <a:gdLst>
                  <a:gd name="T0" fmla="*/ 41 w 14"/>
                  <a:gd name="T1" fmla="*/ 401 h 14"/>
                  <a:gd name="T2" fmla="*/ 204 w 14"/>
                  <a:gd name="T3" fmla="*/ 56 h 14"/>
                  <a:gd name="T4" fmla="*/ 414 w 14"/>
                  <a:gd name="T5" fmla="*/ 264 h 14"/>
                  <a:gd name="T6" fmla="*/ 296 w 14"/>
                  <a:gd name="T7" fmla="*/ 665 h 14"/>
                  <a:gd name="T8" fmla="*/ 41 w 14"/>
                  <a:gd name="T9" fmla="*/ 40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" y="8"/>
                    </a:moveTo>
                    <a:cubicBezTo>
                      <a:pt x="0" y="5"/>
                      <a:pt x="2" y="1"/>
                      <a:pt x="6" y="1"/>
                    </a:cubicBezTo>
                    <a:cubicBezTo>
                      <a:pt x="9" y="0"/>
                      <a:pt x="13" y="2"/>
                      <a:pt x="13" y="5"/>
                    </a:cubicBezTo>
                    <a:cubicBezTo>
                      <a:pt x="14" y="9"/>
                      <a:pt x="12" y="12"/>
                      <a:pt x="9" y="13"/>
                    </a:cubicBezTo>
                    <a:cubicBezTo>
                      <a:pt x="5" y="14"/>
                      <a:pt x="2" y="12"/>
                      <a:pt x="1" y="8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5" name="Freeform 2192">
                <a:extLst>
                  <a:ext uri="{FF2B5EF4-FFF2-40B4-BE49-F238E27FC236}">
                    <a16:creationId xmlns:a16="http://schemas.microsoft.com/office/drawing/2014/main" id="{05F18BD9-69CD-4415-9C19-8FF66DBF7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184"/>
                <a:ext cx="11" cy="12"/>
              </a:xfrm>
              <a:custGeom>
                <a:avLst/>
                <a:gdLst>
                  <a:gd name="T0" fmla="*/ 44 w 6"/>
                  <a:gd name="T1" fmla="*/ 256 h 6"/>
                  <a:gd name="T2" fmla="*/ 125 w 6"/>
                  <a:gd name="T3" fmla="*/ 0 h 6"/>
                  <a:gd name="T4" fmla="*/ 229 w 6"/>
                  <a:gd name="T5" fmla="*/ 128 h 6"/>
                  <a:gd name="T6" fmla="*/ 149 w 6"/>
                  <a:gd name="T7" fmla="*/ 384 h 6"/>
                  <a:gd name="T8" fmla="*/ 44 w 6"/>
                  <a:gd name="T9" fmla="*/ 2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6" name="Freeform 2193">
                <a:extLst>
                  <a:ext uri="{FF2B5EF4-FFF2-40B4-BE49-F238E27FC236}">
                    <a16:creationId xmlns:a16="http://schemas.microsoft.com/office/drawing/2014/main" id="{B12932D8-453E-4B68-BAD9-45745BFA8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180"/>
                <a:ext cx="25" cy="27"/>
              </a:xfrm>
              <a:custGeom>
                <a:avLst/>
                <a:gdLst>
                  <a:gd name="T0" fmla="*/ 0 w 14"/>
                  <a:gd name="T1" fmla="*/ 401 h 14"/>
                  <a:gd name="T2" fmla="*/ 166 w 14"/>
                  <a:gd name="T3" fmla="*/ 0 h 14"/>
                  <a:gd name="T4" fmla="*/ 414 w 14"/>
                  <a:gd name="T5" fmla="*/ 264 h 14"/>
                  <a:gd name="T6" fmla="*/ 255 w 14"/>
                  <a:gd name="T7" fmla="*/ 665 h 14"/>
                  <a:gd name="T8" fmla="*/ 0 w 14"/>
                  <a:gd name="T9" fmla="*/ 40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cubicBezTo>
                      <a:pt x="0" y="5"/>
                      <a:pt x="2" y="1"/>
                      <a:pt x="5" y="0"/>
                    </a:cubicBezTo>
                    <a:cubicBezTo>
                      <a:pt x="9" y="0"/>
                      <a:pt x="12" y="2"/>
                      <a:pt x="13" y="5"/>
                    </a:cubicBezTo>
                    <a:cubicBezTo>
                      <a:pt x="14" y="9"/>
                      <a:pt x="12" y="12"/>
                      <a:pt x="8" y="13"/>
                    </a:cubicBezTo>
                    <a:cubicBezTo>
                      <a:pt x="5" y="14"/>
                      <a:pt x="1" y="12"/>
                      <a:pt x="0" y="8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7" name="Freeform 2194">
                <a:extLst>
                  <a:ext uri="{FF2B5EF4-FFF2-40B4-BE49-F238E27FC236}">
                    <a16:creationId xmlns:a16="http://schemas.microsoft.com/office/drawing/2014/main" id="{0D2D2D10-76D2-47C6-9C23-96E35787F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186"/>
                <a:ext cx="10" cy="12"/>
              </a:xfrm>
              <a:custGeom>
                <a:avLst/>
                <a:gdLst>
                  <a:gd name="T0" fmla="*/ 0 w 6"/>
                  <a:gd name="T1" fmla="*/ 192 h 6"/>
                  <a:gd name="T2" fmla="*/ 37 w 6"/>
                  <a:gd name="T3" fmla="*/ 0 h 6"/>
                  <a:gd name="T4" fmla="*/ 130 w 6"/>
                  <a:gd name="T5" fmla="*/ 128 h 6"/>
                  <a:gd name="T6" fmla="*/ 92 w 6"/>
                  <a:gd name="T7" fmla="*/ 320 h 6"/>
                  <a:gd name="T8" fmla="*/ 0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2" y="6"/>
                      <a:pt x="1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8" name="Freeform 2195">
                <a:extLst>
                  <a:ext uri="{FF2B5EF4-FFF2-40B4-BE49-F238E27FC236}">
                    <a16:creationId xmlns:a16="http://schemas.microsoft.com/office/drawing/2014/main" id="{388BBF9F-2BFB-4373-AEE6-B28206F70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178"/>
                <a:ext cx="27" cy="29"/>
              </a:xfrm>
              <a:custGeom>
                <a:avLst/>
                <a:gdLst>
                  <a:gd name="T0" fmla="*/ 41 w 15"/>
                  <a:gd name="T1" fmla="*/ 464 h 15"/>
                  <a:gd name="T2" fmla="*/ 211 w 15"/>
                  <a:gd name="T3" fmla="*/ 56 h 15"/>
                  <a:gd name="T4" fmla="*/ 473 w 15"/>
                  <a:gd name="T5" fmla="*/ 317 h 15"/>
                  <a:gd name="T6" fmla="*/ 304 w 15"/>
                  <a:gd name="T7" fmla="*/ 729 h 15"/>
                  <a:gd name="T8" fmla="*/ 41 w 15"/>
                  <a:gd name="T9" fmla="*/ 4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" y="9"/>
                    </a:moveTo>
                    <a:cubicBezTo>
                      <a:pt x="0" y="6"/>
                      <a:pt x="3" y="2"/>
                      <a:pt x="6" y="1"/>
                    </a:cubicBezTo>
                    <a:cubicBezTo>
                      <a:pt x="10" y="0"/>
                      <a:pt x="13" y="3"/>
                      <a:pt x="14" y="6"/>
                    </a:cubicBezTo>
                    <a:cubicBezTo>
                      <a:pt x="15" y="10"/>
                      <a:pt x="12" y="13"/>
                      <a:pt x="9" y="14"/>
                    </a:cubicBezTo>
                    <a:cubicBezTo>
                      <a:pt x="5" y="15"/>
                      <a:pt x="2" y="13"/>
                      <a:pt x="1" y="9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9" name="Freeform 2196">
                <a:extLst>
                  <a:ext uri="{FF2B5EF4-FFF2-40B4-BE49-F238E27FC236}">
                    <a16:creationId xmlns:a16="http://schemas.microsoft.com/office/drawing/2014/main" id="{788C6F80-7FC4-495C-A71B-59E405C5D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186"/>
                <a:ext cx="11" cy="12"/>
              </a:xfrm>
              <a:custGeom>
                <a:avLst/>
                <a:gdLst>
                  <a:gd name="T0" fmla="*/ 0 w 6"/>
                  <a:gd name="T1" fmla="*/ 192 h 6"/>
                  <a:gd name="T2" fmla="*/ 81 w 6"/>
                  <a:gd name="T3" fmla="*/ 0 h 6"/>
                  <a:gd name="T4" fmla="*/ 193 w 6"/>
                  <a:gd name="T5" fmla="*/ 128 h 6"/>
                  <a:gd name="T6" fmla="*/ 125 w 6"/>
                  <a:gd name="T7" fmla="*/ 320 h 6"/>
                  <a:gd name="T8" fmla="*/ 0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5"/>
                      <a:pt x="3" y="5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0" name="Oval 2197">
                <a:extLst>
                  <a:ext uri="{FF2B5EF4-FFF2-40B4-BE49-F238E27FC236}">
                    <a16:creationId xmlns:a16="http://schemas.microsoft.com/office/drawing/2014/main" id="{3E15AEC0-3443-433E-B001-2676186D5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1240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61" name="Oval 2198">
                <a:extLst>
                  <a:ext uri="{FF2B5EF4-FFF2-40B4-BE49-F238E27FC236}">
                    <a16:creationId xmlns:a16="http://schemas.microsoft.com/office/drawing/2014/main" id="{83B72BE6-4D71-4218-9376-7DB99F422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1244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62" name="Oval 2199">
                <a:extLst>
                  <a:ext uri="{FF2B5EF4-FFF2-40B4-BE49-F238E27FC236}">
                    <a16:creationId xmlns:a16="http://schemas.microsoft.com/office/drawing/2014/main" id="{C6894573-0840-4013-8116-6B7C88544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8" y="1236"/>
                <a:ext cx="24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63" name="Oval 2200">
                <a:extLst>
                  <a:ext uri="{FF2B5EF4-FFF2-40B4-BE49-F238E27FC236}">
                    <a16:creationId xmlns:a16="http://schemas.microsoft.com/office/drawing/2014/main" id="{1B3AC2E8-94C2-404E-B5A8-686181562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1242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64" name="Oval 2201">
                <a:extLst>
                  <a:ext uri="{FF2B5EF4-FFF2-40B4-BE49-F238E27FC236}">
                    <a16:creationId xmlns:a16="http://schemas.microsoft.com/office/drawing/2014/main" id="{4748F503-B598-4891-A673-909D69B56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1244"/>
                <a:ext cx="24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65" name="Oval 2202">
                <a:extLst>
                  <a:ext uri="{FF2B5EF4-FFF2-40B4-BE49-F238E27FC236}">
                    <a16:creationId xmlns:a16="http://schemas.microsoft.com/office/drawing/2014/main" id="{2D2B51A3-16B4-4A77-BB32-73E8EB014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1248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66" name="Oval 2203">
                <a:extLst>
                  <a:ext uri="{FF2B5EF4-FFF2-40B4-BE49-F238E27FC236}">
                    <a16:creationId xmlns:a16="http://schemas.microsoft.com/office/drawing/2014/main" id="{1FE142BF-DCE2-4B8B-BBC5-6F6EE7D7F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1250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67" name="Oval 2204">
                <a:extLst>
                  <a:ext uri="{FF2B5EF4-FFF2-40B4-BE49-F238E27FC236}">
                    <a16:creationId xmlns:a16="http://schemas.microsoft.com/office/drawing/2014/main" id="{03A59BD3-BCAB-42EF-BFDE-704E3F652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1256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68" name="Oval 2205">
                <a:extLst>
                  <a:ext uri="{FF2B5EF4-FFF2-40B4-BE49-F238E27FC236}">
                    <a16:creationId xmlns:a16="http://schemas.microsoft.com/office/drawing/2014/main" id="{72098905-F508-486E-B51D-D9948C070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0" y="1259"/>
                <a:ext cx="22" cy="26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69" name="Oval 2206">
                <a:extLst>
                  <a:ext uri="{FF2B5EF4-FFF2-40B4-BE49-F238E27FC236}">
                    <a16:creationId xmlns:a16="http://schemas.microsoft.com/office/drawing/2014/main" id="{A9A98953-8D31-458B-B338-FE30EB889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263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70" name="Oval 2207">
                <a:extLst>
                  <a:ext uri="{FF2B5EF4-FFF2-40B4-BE49-F238E27FC236}">
                    <a16:creationId xmlns:a16="http://schemas.microsoft.com/office/drawing/2014/main" id="{6553C62E-66C4-4F67-885D-699228B3D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1273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71" name="Oval 2208">
                <a:extLst>
                  <a:ext uri="{FF2B5EF4-FFF2-40B4-BE49-F238E27FC236}">
                    <a16:creationId xmlns:a16="http://schemas.microsoft.com/office/drawing/2014/main" id="{97AC20C7-14C9-495F-A6E9-50C5EAB70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1279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72" name="Oval 2209">
                <a:extLst>
                  <a:ext uri="{FF2B5EF4-FFF2-40B4-BE49-F238E27FC236}">
                    <a16:creationId xmlns:a16="http://schemas.microsoft.com/office/drawing/2014/main" id="{CF2C074A-83EF-49B5-AE5B-703AB30FC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296"/>
                <a:ext cx="24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73" name="Oval 2210">
                <a:extLst>
                  <a:ext uri="{FF2B5EF4-FFF2-40B4-BE49-F238E27FC236}">
                    <a16:creationId xmlns:a16="http://schemas.microsoft.com/office/drawing/2014/main" id="{95F0F10B-63C6-47C4-93AC-76D8BA0C7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1302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74" name="Oval 2211">
                <a:extLst>
                  <a:ext uri="{FF2B5EF4-FFF2-40B4-BE49-F238E27FC236}">
                    <a16:creationId xmlns:a16="http://schemas.microsoft.com/office/drawing/2014/main" id="{E9C37EBA-8F4E-4FE3-866F-F9D9126F5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1321"/>
                <a:ext cx="22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75" name="Oval 2212">
                <a:extLst>
                  <a:ext uri="{FF2B5EF4-FFF2-40B4-BE49-F238E27FC236}">
                    <a16:creationId xmlns:a16="http://schemas.microsoft.com/office/drawing/2014/main" id="{FCC39508-A3A2-4F62-9C60-0FC7439DB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1325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76" name="Oval 2213">
                <a:extLst>
                  <a:ext uri="{FF2B5EF4-FFF2-40B4-BE49-F238E27FC236}">
                    <a16:creationId xmlns:a16="http://schemas.microsoft.com/office/drawing/2014/main" id="{075448FA-3C65-4BBD-9320-5720B9D3D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7" y="1344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77" name="Oval 2214">
                <a:extLst>
                  <a:ext uri="{FF2B5EF4-FFF2-40B4-BE49-F238E27FC236}">
                    <a16:creationId xmlns:a16="http://schemas.microsoft.com/office/drawing/2014/main" id="{0A0B313B-098E-4D5E-B688-B92D9F814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1350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78" name="Oval 2215">
                <a:extLst>
                  <a:ext uri="{FF2B5EF4-FFF2-40B4-BE49-F238E27FC236}">
                    <a16:creationId xmlns:a16="http://schemas.microsoft.com/office/drawing/2014/main" id="{33FBB69A-97A2-4C8D-93F2-C0B5BE9A1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1369"/>
                <a:ext cx="24" cy="26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79" name="Oval 2216">
                <a:extLst>
                  <a:ext uri="{FF2B5EF4-FFF2-40B4-BE49-F238E27FC236}">
                    <a16:creationId xmlns:a16="http://schemas.microsoft.com/office/drawing/2014/main" id="{E93EB9EA-24BE-479E-9145-9A31D4F05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1373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80" name="Oval 2217">
                <a:extLst>
                  <a:ext uri="{FF2B5EF4-FFF2-40B4-BE49-F238E27FC236}">
                    <a16:creationId xmlns:a16="http://schemas.microsoft.com/office/drawing/2014/main" id="{AA229EE7-8E35-4A56-974C-827BCB0FB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1395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81" name="Oval 2218">
                <a:extLst>
                  <a:ext uri="{FF2B5EF4-FFF2-40B4-BE49-F238E27FC236}">
                    <a16:creationId xmlns:a16="http://schemas.microsoft.com/office/drawing/2014/main" id="{0845CC62-C5CF-4062-AFAE-63F5AFA02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1400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82" name="Oval 2219">
                <a:extLst>
                  <a:ext uri="{FF2B5EF4-FFF2-40B4-BE49-F238E27FC236}">
                    <a16:creationId xmlns:a16="http://schemas.microsoft.com/office/drawing/2014/main" id="{B9BC76E5-75E3-49B8-94E0-253F9B46C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1420"/>
                <a:ext cx="23" cy="23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83" name="Oval 2220">
                <a:extLst>
                  <a:ext uri="{FF2B5EF4-FFF2-40B4-BE49-F238E27FC236}">
                    <a16:creationId xmlns:a16="http://schemas.microsoft.com/office/drawing/2014/main" id="{206B4029-2437-46E9-A7FB-5F122B7A6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1424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84" name="Freeform 2221">
                <a:extLst>
                  <a:ext uri="{FF2B5EF4-FFF2-40B4-BE49-F238E27FC236}">
                    <a16:creationId xmlns:a16="http://schemas.microsoft.com/office/drawing/2014/main" id="{BF2BAFCA-8441-438F-845F-2C2B273EC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445"/>
                <a:ext cx="23" cy="25"/>
              </a:xfrm>
              <a:custGeom>
                <a:avLst/>
                <a:gdLst>
                  <a:gd name="T0" fmla="*/ 403 w 13"/>
                  <a:gd name="T1" fmla="*/ 340 h 13"/>
                  <a:gd name="T2" fmla="*/ 203 w 13"/>
                  <a:gd name="T3" fmla="*/ 0 h 13"/>
                  <a:gd name="T4" fmla="*/ 0 w 13"/>
                  <a:gd name="T5" fmla="*/ 313 h 13"/>
                  <a:gd name="T6" fmla="*/ 188 w 13"/>
                  <a:gd name="T7" fmla="*/ 654 h 13"/>
                  <a:gd name="T8" fmla="*/ 403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1" y="0"/>
                      <a:pt x="7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10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" name="Freeform 2222">
                <a:extLst>
                  <a:ext uri="{FF2B5EF4-FFF2-40B4-BE49-F238E27FC236}">
                    <a16:creationId xmlns:a16="http://schemas.microsoft.com/office/drawing/2014/main" id="{26B6DFD5-DB48-494D-BD1A-DC7DB04E4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1451"/>
                <a:ext cx="9" cy="9"/>
              </a:xfrm>
              <a:custGeom>
                <a:avLst/>
                <a:gdLst>
                  <a:gd name="T0" fmla="*/ 169 w 5"/>
                  <a:gd name="T1" fmla="*/ 94 h 5"/>
                  <a:gd name="T2" fmla="*/ 74 w 5"/>
                  <a:gd name="T3" fmla="*/ 0 h 5"/>
                  <a:gd name="T4" fmla="*/ 0 w 5"/>
                  <a:gd name="T5" fmla="*/ 74 h 5"/>
                  <a:gd name="T6" fmla="*/ 74 w 5"/>
                  <a:gd name="T7" fmla="*/ 169 h 5"/>
                  <a:gd name="T8" fmla="*/ 169 w 5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4" y="5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6" name="Freeform 2223">
                <a:extLst>
                  <a:ext uri="{FF2B5EF4-FFF2-40B4-BE49-F238E27FC236}">
                    <a16:creationId xmlns:a16="http://schemas.microsoft.com/office/drawing/2014/main" id="{A46C8234-AC3D-40B3-BCDB-FCE25CC8F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1470"/>
                <a:ext cx="24" cy="25"/>
              </a:xfrm>
              <a:custGeom>
                <a:avLst/>
                <a:gdLst>
                  <a:gd name="T0" fmla="*/ 511 w 13"/>
                  <a:gd name="T1" fmla="*/ 340 h 13"/>
                  <a:gd name="T2" fmla="*/ 277 w 13"/>
                  <a:gd name="T3" fmla="*/ 0 h 13"/>
                  <a:gd name="T4" fmla="*/ 0 w 13"/>
                  <a:gd name="T5" fmla="*/ 313 h 13"/>
                  <a:gd name="T6" fmla="*/ 233 w 13"/>
                  <a:gd name="T7" fmla="*/ 654 h 13"/>
                  <a:gd name="T8" fmla="*/ 511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9"/>
                      <a:pt x="2" y="12"/>
                      <a:pt x="6" y="13"/>
                    </a:cubicBezTo>
                    <a:cubicBezTo>
                      <a:pt x="10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7" name="Freeform 2224">
                <a:extLst>
                  <a:ext uri="{FF2B5EF4-FFF2-40B4-BE49-F238E27FC236}">
                    <a16:creationId xmlns:a16="http://schemas.microsoft.com/office/drawing/2014/main" id="{CD61CBE9-F4A8-4D66-8FEF-C1F02EA0A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474"/>
                <a:ext cx="11" cy="11"/>
              </a:xfrm>
              <a:custGeom>
                <a:avLst/>
                <a:gdLst>
                  <a:gd name="T0" fmla="*/ 229 w 6"/>
                  <a:gd name="T1" fmla="*/ 125 h 6"/>
                  <a:gd name="T2" fmla="*/ 125 w 6"/>
                  <a:gd name="T3" fmla="*/ 44 h 6"/>
                  <a:gd name="T4" fmla="*/ 0 w 6"/>
                  <a:gd name="T5" fmla="*/ 125 h 6"/>
                  <a:gd name="T6" fmla="*/ 125 w 6"/>
                  <a:gd name="T7" fmla="*/ 229 h 6"/>
                  <a:gd name="T8" fmla="*/ 229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2"/>
                      <a:pt x="5" y="1"/>
                      <a:pt x="3" y="1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6" y="5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8" name="Freeform 2225">
                <a:extLst>
                  <a:ext uri="{FF2B5EF4-FFF2-40B4-BE49-F238E27FC236}">
                    <a16:creationId xmlns:a16="http://schemas.microsoft.com/office/drawing/2014/main" id="{8B2A3700-0198-4E09-8082-9BE17C090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495"/>
                <a:ext cx="24" cy="27"/>
              </a:xfrm>
              <a:custGeom>
                <a:avLst/>
                <a:gdLst>
                  <a:gd name="T0" fmla="*/ 511 w 13"/>
                  <a:gd name="T1" fmla="*/ 372 h 14"/>
                  <a:gd name="T2" fmla="*/ 277 w 13"/>
                  <a:gd name="T3" fmla="*/ 0 h 14"/>
                  <a:gd name="T4" fmla="*/ 0 w 13"/>
                  <a:gd name="T5" fmla="*/ 372 h 14"/>
                  <a:gd name="T6" fmla="*/ 233 w 13"/>
                  <a:gd name="T7" fmla="*/ 665 h 14"/>
                  <a:gd name="T8" fmla="*/ 511 w 13"/>
                  <a:gd name="T9" fmla="*/ 3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7"/>
                    </a:moveTo>
                    <a:cubicBezTo>
                      <a:pt x="13" y="4"/>
                      <a:pt x="11" y="1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10" y="14"/>
                      <a:pt x="13" y="11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9" name="Freeform 2226">
                <a:extLst>
                  <a:ext uri="{FF2B5EF4-FFF2-40B4-BE49-F238E27FC236}">
                    <a16:creationId xmlns:a16="http://schemas.microsoft.com/office/drawing/2014/main" id="{7083D797-B0B9-4AEF-A860-6A7F92D8C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501"/>
                <a:ext cx="9" cy="11"/>
              </a:xfrm>
              <a:custGeom>
                <a:avLst/>
                <a:gdLst>
                  <a:gd name="T0" fmla="*/ 169 w 5"/>
                  <a:gd name="T1" fmla="*/ 125 h 6"/>
                  <a:gd name="T2" fmla="*/ 94 w 5"/>
                  <a:gd name="T3" fmla="*/ 0 h 6"/>
                  <a:gd name="T4" fmla="*/ 0 w 5"/>
                  <a:gd name="T5" fmla="*/ 125 h 6"/>
                  <a:gd name="T6" fmla="*/ 74 w 5"/>
                  <a:gd name="T7" fmla="*/ 229 h 6"/>
                  <a:gd name="T8" fmla="*/ 169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2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4" y="6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0" name="Freeform 2227">
                <a:extLst>
                  <a:ext uri="{FF2B5EF4-FFF2-40B4-BE49-F238E27FC236}">
                    <a16:creationId xmlns:a16="http://schemas.microsoft.com/office/drawing/2014/main" id="{D485D1B2-7D37-487C-B2A2-93D4585CE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520"/>
                <a:ext cx="23" cy="25"/>
              </a:xfrm>
              <a:custGeom>
                <a:avLst/>
                <a:gdLst>
                  <a:gd name="T0" fmla="*/ 403 w 13"/>
                  <a:gd name="T1" fmla="*/ 340 h 13"/>
                  <a:gd name="T2" fmla="*/ 203 w 13"/>
                  <a:gd name="T3" fmla="*/ 0 h 13"/>
                  <a:gd name="T4" fmla="*/ 0 w 13"/>
                  <a:gd name="T5" fmla="*/ 313 h 13"/>
                  <a:gd name="T6" fmla="*/ 188 w 13"/>
                  <a:gd name="T7" fmla="*/ 654 h 13"/>
                  <a:gd name="T8" fmla="*/ 403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1" y="0"/>
                      <a:pt x="7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10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1" name="Freeform 2228">
                <a:extLst>
                  <a:ext uri="{FF2B5EF4-FFF2-40B4-BE49-F238E27FC236}">
                    <a16:creationId xmlns:a16="http://schemas.microsoft.com/office/drawing/2014/main" id="{73C202C4-2440-4845-A1A1-CCCEE3B4C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1526"/>
                <a:ext cx="9" cy="9"/>
              </a:xfrm>
              <a:custGeom>
                <a:avLst/>
                <a:gdLst>
                  <a:gd name="T0" fmla="*/ 169 w 5"/>
                  <a:gd name="T1" fmla="*/ 74 h 5"/>
                  <a:gd name="T2" fmla="*/ 94 w 5"/>
                  <a:gd name="T3" fmla="*/ 0 h 5"/>
                  <a:gd name="T4" fmla="*/ 0 w 5"/>
                  <a:gd name="T5" fmla="*/ 74 h 5"/>
                  <a:gd name="T6" fmla="*/ 74 w 5"/>
                  <a:gd name="T7" fmla="*/ 169 h 5"/>
                  <a:gd name="T8" fmla="*/ 169 w 5"/>
                  <a:gd name="T9" fmla="*/ 7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4" y="5"/>
                      <a:pt x="5" y="4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2" name="Freeform 2229">
                <a:extLst>
                  <a:ext uri="{FF2B5EF4-FFF2-40B4-BE49-F238E27FC236}">
                    <a16:creationId xmlns:a16="http://schemas.microsoft.com/office/drawing/2014/main" id="{46CFF6A6-6A17-49CC-BCD3-2ADA84CBA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1545"/>
                <a:ext cx="24" cy="25"/>
              </a:xfrm>
              <a:custGeom>
                <a:avLst/>
                <a:gdLst>
                  <a:gd name="T0" fmla="*/ 511 w 13"/>
                  <a:gd name="T1" fmla="*/ 313 h 13"/>
                  <a:gd name="T2" fmla="*/ 233 w 13"/>
                  <a:gd name="T3" fmla="*/ 0 h 13"/>
                  <a:gd name="T4" fmla="*/ 0 w 13"/>
                  <a:gd name="T5" fmla="*/ 340 h 13"/>
                  <a:gd name="T6" fmla="*/ 233 w 13"/>
                  <a:gd name="T7" fmla="*/ 654 h 13"/>
                  <a:gd name="T8" fmla="*/ 511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2" y="3"/>
                      <a:pt x="9" y="0"/>
                      <a:pt x="6" y="0"/>
                    </a:cubicBezTo>
                    <a:cubicBezTo>
                      <a:pt x="2" y="0"/>
                      <a:pt x="0" y="3"/>
                      <a:pt x="0" y="7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10" y="13"/>
                      <a:pt x="13" y="10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3" name="Freeform 2230">
                <a:extLst>
                  <a:ext uri="{FF2B5EF4-FFF2-40B4-BE49-F238E27FC236}">
                    <a16:creationId xmlns:a16="http://schemas.microsoft.com/office/drawing/2014/main" id="{0ED9B0C5-4DD4-4B5B-BD5F-A807545B9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549"/>
                <a:ext cx="11" cy="12"/>
              </a:xfrm>
              <a:custGeom>
                <a:avLst/>
                <a:gdLst>
                  <a:gd name="T0" fmla="*/ 193 w 6"/>
                  <a:gd name="T1" fmla="*/ 192 h 6"/>
                  <a:gd name="T2" fmla="*/ 125 w 6"/>
                  <a:gd name="T3" fmla="*/ 64 h 6"/>
                  <a:gd name="T4" fmla="*/ 0 w 6"/>
                  <a:gd name="T5" fmla="*/ 192 h 6"/>
                  <a:gd name="T6" fmla="*/ 125 w 6"/>
                  <a:gd name="T7" fmla="*/ 384 h 6"/>
                  <a:gd name="T8" fmla="*/ 193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3"/>
                    </a:moveTo>
                    <a:cubicBezTo>
                      <a:pt x="5" y="2"/>
                      <a:pt x="4" y="0"/>
                      <a:pt x="3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6" y="5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4" name="Freeform 2231">
                <a:extLst>
                  <a:ext uri="{FF2B5EF4-FFF2-40B4-BE49-F238E27FC236}">
                    <a16:creationId xmlns:a16="http://schemas.microsoft.com/office/drawing/2014/main" id="{46A2B556-E563-4843-8261-FF47F0BF3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568"/>
                <a:ext cx="23" cy="27"/>
              </a:xfrm>
              <a:custGeom>
                <a:avLst/>
                <a:gdLst>
                  <a:gd name="T0" fmla="*/ 403 w 13"/>
                  <a:gd name="T1" fmla="*/ 372 h 14"/>
                  <a:gd name="T2" fmla="*/ 203 w 13"/>
                  <a:gd name="T3" fmla="*/ 56 h 14"/>
                  <a:gd name="T4" fmla="*/ 0 w 13"/>
                  <a:gd name="T5" fmla="*/ 372 h 14"/>
                  <a:gd name="T6" fmla="*/ 203 w 13"/>
                  <a:gd name="T7" fmla="*/ 665 h 14"/>
                  <a:gd name="T8" fmla="*/ 403 w 13"/>
                  <a:gd name="T9" fmla="*/ 3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7"/>
                    </a:moveTo>
                    <a:cubicBezTo>
                      <a:pt x="13" y="3"/>
                      <a:pt x="10" y="0"/>
                      <a:pt x="7" y="1"/>
                    </a:cubicBezTo>
                    <a:cubicBezTo>
                      <a:pt x="3" y="1"/>
                      <a:pt x="0" y="4"/>
                      <a:pt x="0" y="7"/>
                    </a:cubicBezTo>
                    <a:cubicBezTo>
                      <a:pt x="1" y="11"/>
                      <a:pt x="4" y="14"/>
                      <a:pt x="7" y="13"/>
                    </a:cubicBezTo>
                    <a:cubicBezTo>
                      <a:pt x="11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5" name="Freeform 2232">
                <a:extLst>
                  <a:ext uri="{FF2B5EF4-FFF2-40B4-BE49-F238E27FC236}">
                    <a16:creationId xmlns:a16="http://schemas.microsoft.com/office/drawing/2014/main" id="{CAA94070-56D2-4CBF-B588-EE18FEC7C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574"/>
                <a:ext cx="9" cy="12"/>
              </a:xfrm>
              <a:custGeom>
                <a:avLst/>
                <a:gdLst>
                  <a:gd name="T0" fmla="*/ 169 w 5"/>
                  <a:gd name="T1" fmla="*/ 192 h 6"/>
                  <a:gd name="T2" fmla="*/ 74 w 5"/>
                  <a:gd name="T3" fmla="*/ 0 h 6"/>
                  <a:gd name="T4" fmla="*/ 0 w 5"/>
                  <a:gd name="T5" fmla="*/ 192 h 6"/>
                  <a:gd name="T6" fmla="*/ 94 w 5"/>
                  <a:gd name="T7" fmla="*/ 384 h 6"/>
                  <a:gd name="T8" fmla="*/ 169 w 5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3" y="6"/>
                    </a:cubicBezTo>
                    <a:cubicBezTo>
                      <a:pt x="4" y="5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6" name="Oval 2233">
                <a:extLst>
                  <a:ext uri="{FF2B5EF4-FFF2-40B4-BE49-F238E27FC236}">
                    <a16:creationId xmlns:a16="http://schemas.microsoft.com/office/drawing/2014/main" id="{284DFDA9-1D72-432B-9816-2F157A306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1595"/>
                <a:ext cx="24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97" name="Oval 2234">
                <a:extLst>
                  <a:ext uri="{FF2B5EF4-FFF2-40B4-BE49-F238E27FC236}">
                    <a16:creationId xmlns:a16="http://schemas.microsoft.com/office/drawing/2014/main" id="{8D8389EE-BA55-43AB-B846-959A27AD7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1601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98" name="Oval 2235">
                <a:extLst>
                  <a:ext uri="{FF2B5EF4-FFF2-40B4-BE49-F238E27FC236}">
                    <a16:creationId xmlns:a16="http://schemas.microsoft.com/office/drawing/2014/main" id="{72C9076F-0BBD-4CB2-ABBF-1DBEEA09D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1620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99" name="Oval 2236">
                <a:extLst>
                  <a:ext uri="{FF2B5EF4-FFF2-40B4-BE49-F238E27FC236}">
                    <a16:creationId xmlns:a16="http://schemas.microsoft.com/office/drawing/2014/main" id="{ED752985-76CE-44E0-8F5B-2E1F60F7D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9" y="1626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00" name="Oval 2237">
                <a:extLst>
                  <a:ext uri="{FF2B5EF4-FFF2-40B4-BE49-F238E27FC236}">
                    <a16:creationId xmlns:a16="http://schemas.microsoft.com/office/drawing/2014/main" id="{09CFDAA9-D7C2-431F-8DA2-E9685C973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9" y="1645"/>
                <a:ext cx="24" cy="26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01" name="Oval 2238">
                <a:extLst>
                  <a:ext uri="{FF2B5EF4-FFF2-40B4-BE49-F238E27FC236}">
                    <a16:creationId xmlns:a16="http://schemas.microsoft.com/office/drawing/2014/main" id="{7E438AE1-C952-48E6-83B5-ACF43C018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1651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02" name="Oval 2239">
                <a:extLst>
                  <a:ext uri="{FF2B5EF4-FFF2-40B4-BE49-F238E27FC236}">
                    <a16:creationId xmlns:a16="http://schemas.microsoft.com/office/drawing/2014/main" id="{01DD94AF-A15A-4BA8-8F2D-339160997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1671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03" name="Oval 2240">
                <a:extLst>
                  <a:ext uri="{FF2B5EF4-FFF2-40B4-BE49-F238E27FC236}">
                    <a16:creationId xmlns:a16="http://schemas.microsoft.com/office/drawing/2014/main" id="{0ACBB48C-B9DC-470D-BE17-55006C31D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6" y="1676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04" name="Oval 2241">
                <a:extLst>
                  <a:ext uri="{FF2B5EF4-FFF2-40B4-BE49-F238E27FC236}">
                    <a16:creationId xmlns:a16="http://schemas.microsoft.com/office/drawing/2014/main" id="{0F9B84D5-4291-40D1-BC47-A002FFD9A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6" y="1696"/>
                <a:ext cx="24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05" name="Oval 2242">
                <a:extLst>
                  <a:ext uri="{FF2B5EF4-FFF2-40B4-BE49-F238E27FC236}">
                    <a16:creationId xmlns:a16="http://schemas.microsoft.com/office/drawing/2014/main" id="{B8CE3390-7678-4F86-81B2-805EB7B5A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1700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06" name="Freeform 2243">
                <a:extLst>
                  <a:ext uri="{FF2B5EF4-FFF2-40B4-BE49-F238E27FC236}">
                    <a16:creationId xmlns:a16="http://schemas.microsoft.com/office/drawing/2014/main" id="{5D841719-0F20-46D3-B846-2FA9D6287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721"/>
                <a:ext cx="23" cy="25"/>
              </a:xfrm>
              <a:custGeom>
                <a:avLst/>
                <a:gdLst>
                  <a:gd name="T0" fmla="*/ 403 w 13"/>
                  <a:gd name="T1" fmla="*/ 340 h 13"/>
                  <a:gd name="T2" fmla="*/ 203 w 13"/>
                  <a:gd name="T3" fmla="*/ 0 h 13"/>
                  <a:gd name="T4" fmla="*/ 0 w 13"/>
                  <a:gd name="T5" fmla="*/ 313 h 13"/>
                  <a:gd name="T6" fmla="*/ 188 w 13"/>
                  <a:gd name="T7" fmla="*/ 654 h 13"/>
                  <a:gd name="T8" fmla="*/ 403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10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7" name="Freeform 2244">
                <a:extLst>
                  <a:ext uri="{FF2B5EF4-FFF2-40B4-BE49-F238E27FC236}">
                    <a16:creationId xmlns:a16="http://schemas.microsoft.com/office/drawing/2014/main" id="{F2049948-E276-461A-90D5-652C413BB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727"/>
                <a:ext cx="11" cy="9"/>
              </a:xfrm>
              <a:custGeom>
                <a:avLst/>
                <a:gdLst>
                  <a:gd name="T0" fmla="*/ 229 w 6"/>
                  <a:gd name="T1" fmla="*/ 94 h 5"/>
                  <a:gd name="T2" fmla="*/ 125 w 6"/>
                  <a:gd name="T3" fmla="*/ 0 h 5"/>
                  <a:gd name="T4" fmla="*/ 44 w 6"/>
                  <a:gd name="T5" fmla="*/ 74 h 5"/>
                  <a:gd name="T6" fmla="*/ 125 w 6"/>
                  <a:gd name="T7" fmla="*/ 169 h 5"/>
                  <a:gd name="T8" fmla="*/ 229 w 6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6" y="1"/>
                      <a:pt x="5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5" y="5"/>
                      <a:pt x="6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8" name="Freeform 2245">
                <a:extLst>
                  <a:ext uri="{FF2B5EF4-FFF2-40B4-BE49-F238E27FC236}">
                    <a16:creationId xmlns:a16="http://schemas.microsoft.com/office/drawing/2014/main" id="{35B9BD46-C474-44E4-A640-91FD18592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746"/>
                <a:ext cx="24" cy="25"/>
              </a:xfrm>
              <a:custGeom>
                <a:avLst/>
                <a:gdLst>
                  <a:gd name="T0" fmla="*/ 511 w 13"/>
                  <a:gd name="T1" fmla="*/ 340 h 13"/>
                  <a:gd name="T2" fmla="*/ 277 w 13"/>
                  <a:gd name="T3" fmla="*/ 0 h 13"/>
                  <a:gd name="T4" fmla="*/ 0 w 13"/>
                  <a:gd name="T5" fmla="*/ 313 h 13"/>
                  <a:gd name="T6" fmla="*/ 233 w 13"/>
                  <a:gd name="T7" fmla="*/ 654 h 13"/>
                  <a:gd name="T8" fmla="*/ 511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2" y="13"/>
                      <a:pt x="6" y="13"/>
                    </a:cubicBezTo>
                    <a:cubicBezTo>
                      <a:pt x="9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9" name="Freeform 2246">
                <a:extLst>
                  <a:ext uri="{FF2B5EF4-FFF2-40B4-BE49-F238E27FC236}">
                    <a16:creationId xmlns:a16="http://schemas.microsoft.com/office/drawing/2014/main" id="{10C744FC-FEFD-4D23-BFFE-127FA1E1B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752"/>
                <a:ext cx="11" cy="9"/>
              </a:xfrm>
              <a:custGeom>
                <a:avLst/>
                <a:gdLst>
                  <a:gd name="T0" fmla="*/ 229 w 6"/>
                  <a:gd name="T1" fmla="*/ 94 h 5"/>
                  <a:gd name="T2" fmla="*/ 125 w 6"/>
                  <a:gd name="T3" fmla="*/ 0 h 5"/>
                  <a:gd name="T4" fmla="*/ 0 w 6"/>
                  <a:gd name="T5" fmla="*/ 74 h 5"/>
                  <a:gd name="T6" fmla="*/ 125 w 6"/>
                  <a:gd name="T7" fmla="*/ 169 h 5"/>
                  <a:gd name="T8" fmla="*/ 229 w 6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6" y="1"/>
                      <a:pt x="5" y="0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4" y="5"/>
                      <a:pt x="6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0" name="Freeform 2247">
                <a:extLst>
                  <a:ext uri="{FF2B5EF4-FFF2-40B4-BE49-F238E27FC236}">
                    <a16:creationId xmlns:a16="http://schemas.microsoft.com/office/drawing/2014/main" id="{FDD63414-53D0-404B-AA2D-99BBD0ACA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771"/>
                <a:ext cx="23" cy="27"/>
              </a:xfrm>
              <a:custGeom>
                <a:avLst/>
                <a:gdLst>
                  <a:gd name="T0" fmla="*/ 403 w 13"/>
                  <a:gd name="T1" fmla="*/ 372 h 14"/>
                  <a:gd name="T2" fmla="*/ 203 w 13"/>
                  <a:gd name="T3" fmla="*/ 56 h 14"/>
                  <a:gd name="T4" fmla="*/ 0 w 13"/>
                  <a:gd name="T5" fmla="*/ 372 h 14"/>
                  <a:gd name="T6" fmla="*/ 188 w 13"/>
                  <a:gd name="T7" fmla="*/ 717 h 14"/>
                  <a:gd name="T8" fmla="*/ 403 w 13"/>
                  <a:gd name="T9" fmla="*/ 3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7"/>
                    </a:moveTo>
                    <a:cubicBezTo>
                      <a:pt x="13" y="4"/>
                      <a:pt x="11" y="1"/>
                      <a:pt x="7" y="1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0"/>
                      <a:pt x="3" y="13"/>
                      <a:pt x="6" y="14"/>
                    </a:cubicBezTo>
                    <a:cubicBezTo>
                      <a:pt x="10" y="14"/>
                      <a:pt x="13" y="11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1" name="Freeform 2248">
                <a:extLst>
                  <a:ext uri="{FF2B5EF4-FFF2-40B4-BE49-F238E27FC236}">
                    <a16:creationId xmlns:a16="http://schemas.microsoft.com/office/drawing/2014/main" id="{B2E1E48C-AC25-4C95-8718-AEB2EDF9D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777"/>
                <a:ext cx="9" cy="11"/>
              </a:xfrm>
              <a:custGeom>
                <a:avLst/>
                <a:gdLst>
                  <a:gd name="T0" fmla="*/ 169 w 5"/>
                  <a:gd name="T1" fmla="*/ 125 h 6"/>
                  <a:gd name="T2" fmla="*/ 74 w 5"/>
                  <a:gd name="T3" fmla="*/ 0 h 6"/>
                  <a:gd name="T4" fmla="*/ 0 w 5"/>
                  <a:gd name="T5" fmla="*/ 125 h 6"/>
                  <a:gd name="T6" fmla="*/ 74 w 5"/>
                  <a:gd name="T7" fmla="*/ 229 h 6"/>
                  <a:gd name="T8" fmla="*/ 169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2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4" y="6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2" name="Freeform 2249">
                <a:extLst>
                  <a:ext uri="{FF2B5EF4-FFF2-40B4-BE49-F238E27FC236}">
                    <a16:creationId xmlns:a16="http://schemas.microsoft.com/office/drawing/2014/main" id="{AAE6E48F-24A5-4139-A13E-AF534AD0F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796"/>
                <a:ext cx="24" cy="25"/>
              </a:xfrm>
              <a:custGeom>
                <a:avLst/>
                <a:gdLst>
                  <a:gd name="T0" fmla="*/ 511 w 13"/>
                  <a:gd name="T1" fmla="*/ 340 h 13"/>
                  <a:gd name="T2" fmla="*/ 277 w 13"/>
                  <a:gd name="T3" fmla="*/ 0 h 13"/>
                  <a:gd name="T4" fmla="*/ 0 w 13"/>
                  <a:gd name="T5" fmla="*/ 313 h 13"/>
                  <a:gd name="T6" fmla="*/ 233 w 13"/>
                  <a:gd name="T7" fmla="*/ 654 h 13"/>
                  <a:gd name="T8" fmla="*/ 511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1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10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3" name="Freeform 2250">
                <a:extLst>
                  <a:ext uri="{FF2B5EF4-FFF2-40B4-BE49-F238E27FC236}">
                    <a16:creationId xmlns:a16="http://schemas.microsoft.com/office/drawing/2014/main" id="{BF69EE4C-C7ED-4A2E-AA31-E23016F42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802"/>
                <a:ext cx="9" cy="9"/>
              </a:xfrm>
              <a:custGeom>
                <a:avLst/>
                <a:gdLst>
                  <a:gd name="T0" fmla="*/ 169 w 5"/>
                  <a:gd name="T1" fmla="*/ 94 h 5"/>
                  <a:gd name="T2" fmla="*/ 74 w 5"/>
                  <a:gd name="T3" fmla="*/ 0 h 5"/>
                  <a:gd name="T4" fmla="*/ 0 w 5"/>
                  <a:gd name="T5" fmla="*/ 74 h 5"/>
                  <a:gd name="T6" fmla="*/ 74 w 5"/>
                  <a:gd name="T7" fmla="*/ 169 h 5"/>
                  <a:gd name="T8" fmla="*/ 169 w 5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4" y="5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4" name="Freeform 2251">
                <a:extLst>
                  <a:ext uri="{FF2B5EF4-FFF2-40B4-BE49-F238E27FC236}">
                    <a16:creationId xmlns:a16="http://schemas.microsoft.com/office/drawing/2014/main" id="{DC0E5FBF-D6DD-44D1-9934-BBF65752D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821"/>
                <a:ext cx="25" cy="25"/>
              </a:xfrm>
              <a:custGeom>
                <a:avLst/>
                <a:gdLst>
                  <a:gd name="T0" fmla="*/ 414 w 14"/>
                  <a:gd name="T1" fmla="*/ 313 h 13"/>
                  <a:gd name="T2" fmla="*/ 232 w 14"/>
                  <a:gd name="T3" fmla="*/ 0 h 13"/>
                  <a:gd name="T4" fmla="*/ 41 w 14"/>
                  <a:gd name="T5" fmla="*/ 340 h 13"/>
                  <a:gd name="T6" fmla="*/ 232 w 14"/>
                  <a:gd name="T7" fmla="*/ 654 h 13"/>
                  <a:gd name="T8" fmla="*/ 414 w 14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3" y="6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3"/>
                      <a:pt x="1" y="7"/>
                    </a:cubicBezTo>
                    <a:cubicBezTo>
                      <a:pt x="1" y="10"/>
                      <a:pt x="4" y="13"/>
                      <a:pt x="7" y="13"/>
                    </a:cubicBezTo>
                    <a:cubicBezTo>
                      <a:pt x="11" y="13"/>
                      <a:pt x="14" y="10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5" name="Freeform 2252">
                <a:extLst>
                  <a:ext uri="{FF2B5EF4-FFF2-40B4-BE49-F238E27FC236}">
                    <a16:creationId xmlns:a16="http://schemas.microsoft.com/office/drawing/2014/main" id="{14787522-2EA6-4F38-B1CF-C9E9D12D8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827"/>
                <a:ext cx="9" cy="10"/>
              </a:xfrm>
              <a:custGeom>
                <a:avLst/>
                <a:gdLst>
                  <a:gd name="T0" fmla="*/ 169 w 5"/>
                  <a:gd name="T1" fmla="*/ 128 h 5"/>
                  <a:gd name="T2" fmla="*/ 94 w 5"/>
                  <a:gd name="T3" fmla="*/ 0 h 5"/>
                  <a:gd name="T4" fmla="*/ 0 w 5"/>
                  <a:gd name="T5" fmla="*/ 192 h 5"/>
                  <a:gd name="T6" fmla="*/ 94 w 5"/>
                  <a:gd name="T7" fmla="*/ 320 h 5"/>
                  <a:gd name="T8" fmla="*/ 169 w 5"/>
                  <a:gd name="T9" fmla="*/ 12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4" y="5"/>
                      <a:pt x="5" y="4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6" name="Freeform 2253">
                <a:extLst>
                  <a:ext uri="{FF2B5EF4-FFF2-40B4-BE49-F238E27FC236}">
                    <a16:creationId xmlns:a16="http://schemas.microsoft.com/office/drawing/2014/main" id="{BC7D9DBA-40BF-4F7D-AEED-604AFFE43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846"/>
                <a:ext cx="23" cy="25"/>
              </a:xfrm>
              <a:custGeom>
                <a:avLst/>
                <a:gdLst>
                  <a:gd name="T0" fmla="*/ 403 w 13"/>
                  <a:gd name="T1" fmla="*/ 313 h 13"/>
                  <a:gd name="T2" fmla="*/ 188 w 13"/>
                  <a:gd name="T3" fmla="*/ 0 h 13"/>
                  <a:gd name="T4" fmla="*/ 0 w 13"/>
                  <a:gd name="T5" fmla="*/ 313 h 13"/>
                  <a:gd name="T6" fmla="*/ 203 w 13"/>
                  <a:gd name="T7" fmla="*/ 654 h 13"/>
                  <a:gd name="T8" fmla="*/ 403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2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3"/>
                      <a:pt x="7" y="13"/>
                    </a:cubicBezTo>
                    <a:cubicBezTo>
                      <a:pt x="11" y="12"/>
                      <a:pt x="13" y="9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7" name="Freeform 2254">
                <a:extLst>
                  <a:ext uri="{FF2B5EF4-FFF2-40B4-BE49-F238E27FC236}">
                    <a16:creationId xmlns:a16="http://schemas.microsoft.com/office/drawing/2014/main" id="{764D33B6-83C9-48DD-BA73-94ACAC8D6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1850"/>
                <a:ext cx="9" cy="12"/>
              </a:xfrm>
              <a:custGeom>
                <a:avLst/>
                <a:gdLst>
                  <a:gd name="T0" fmla="*/ 169 w 5"/>
                  <a:gd name="T1" fmla="*/ 192 h 6"/>
                  <a:gd name="T2" fmla="*/ 74 w 5"/>
                  <a:gd name="T3" fmla="*/ 0 h 6"/>
                  <a:gd name="T4" fmla="*/ 0 w 5"/>
                  <a:gd name="T5" fmla="*/ 192 h 6"/>
                  <a:gd name="T6" fmla="*/ 94 w 5"/>
                  <a:gd name="T7" fmla="*/ 384 h 6"/>
                  <a:gd name="T8" fmla="*/ 169 w 5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8" name="Oval 2255">
                <a:extLst>
                  <a:ext uri="{FF2B5EF4-FFF2-40B4-BE49-F238E27FC236}">
                    <a16:creationId xmlns:a16="http://schemas.microsoft.com/office/drawing/2014/main" id="{39C114BA-7A82-4204-99FE-1CD7A140F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1" y="1871"/>
                <a:ext cx="23" cy="25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19" name="Oval 2256">
                <a:extLst>
                  <a:ext uri="{FF2B5EF4-FFF2-40B4-BE49-F238E27FC236}">
                    <a16:creationId xmlns:a16="http://schemas.microsoft.com/office/drawing/2014/main" id="{2E80398B-55F1-4E90-80CD-4C237B660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1875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20" name="Oval 2257">
                <a:extLst>
                  <a:ext uri="{FF2B5EF4-FFF2-40B4-BE49-F238E27FC236}">
                    <a16:creationId xmlns:a16="http://schemas.microsoft.com/office/drawing/2014/main" id="{EAAC60C0-B970-4B54-B28F-D354AD8A8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1894"/>
                <a:ext cx="24" cy="26"/>
              </a:xfrm>
              <a:prstGeom prst="ellipse">
                <a:avLst/>
              </a:prstGeom>
              <a:solidFill>
                <a:srgbClr val="8EC691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21" name="Oval 2258">
                <a:extLst>
                  <a:ext uri="{FF2B5EF4-FFF2-40B4-BE49-F238E27FC236}">
                    <a16:creationId xmlns:a16="http://schemas.microsoft.com/office/drawing/2014/main" id="{06C2C8ED-B217-47D3-927D-E68E56CD7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8" y="1900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22" name="Freeform 2259">
                <a:extLst>
                  <a:ext uri="{FF2B5EF4-FFF2-40B4-BE49-F238E27FC236}">
                    <a16:creationId xmlns:a16="http://schemas.microsoft.com/office/drawing/2014/main" id="{7B4F105C-4B15-4D48-A02D-2F4F4E715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921"/>
                <a:ext cx="23" cy="26"/>
              </a:xfrm>
              <a:custGeom>
                <a:avLst/>
                <a:gdLst>
                  <a:gd name="T0" fmla="*/ 403 w 13"/>
                  <a:gd name="T1" fmla="*/ 384 h 13"/>
                  <a:gd name="T2" fmla="*/ 188 w 13"/>
                  <a:gd name="T3" fmla="*/ 0 h 13"/>
                  <a:gd name="T4" fmla="*/ 0 w 13"/>
                  <a:gd name="T5" fmla="*/ 384 h 13"/>
                  <a:gd name="T6" fmla="*/ 188 w 13"/>
                  <a:gd name="T7" fmla="*/ 832 h 13"/>
                  <a:gd name="T8" fmla="*/ 403 w 13"/>
                  <a:gd name="T9" fmla="*/ 38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3"/>
                      <a:pt x="10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9"/>
                      <a:pt x="2" y="12"/>
                      <a:pt x="6" y="13"/>
                    </a:cubicBezTo>
                    <a:cubicBezTo>
                      <a:pt x="9" y="13"/>
                      <a:pt x="12" y="10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952" name="Group 2461">
              <a:extLst>
                <a:ext uri="{FF2B5EF4-FFF2-40B4-BE49-F238E27FC236}">
                  <a16:creationId xmlns:a16="http://schemas.microsoft.com/office/drawing/2014/main" id="{449AB64E-0E30-41D1-9F53-B0F3890E64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4" y="1009"/>
              <a:ext cx="491" cy="1194"/>
              <a:chOff x="3184" y="1009"/>
              <a:chExt cx="491" cy="1194"/>
            </a:xfrm>
          </p:grpSpPr>
          <p:sp>
            <p:nvSpPr>
              <p:cNvPr id="28423" name="Freeform 2261">
                <a:extLst>
                  <a:ext uri="{FF2B5EF4-FFF2-40B4-BE49-F238E27FC236}">
                    <a16:creationId xmlns:a16="http://schemas.microsoft.com/office/drawing/2014/main" id="{2FEFE700-0C95-47FF-87A2-D77F8032D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925"/>
                <a:ext cx="11" cy="12"/>
              </a:xfrm>
              <a:custGeom>
                <a:avLst/>
                <a:gdLst>
                  <a:gd name="T0" fmla="*/ 229 w 6"/>
                  <a:gd name="T1" fmla="*/ 192 h 6"/>
                  <a:gd name="T2" fmla="*/ 125 w 6"/>
                  <a:gd name="T3" fmla="*/ 0 h 6"/>
                  <a:gd name="T4" fmla="*/ 0 w 6"/>
                  <a:gd name="T5" fmla="*/ 192 h 6"/>
                  <a:gd name="T6" fmla="*/ 125 w 6"/>
                  <a:gd name="T7" fmla="*/ 384 h 6"/>
                  <a:gd name="T8" fmla="*/ 229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2"/>
                      <a:pt x="4" y="1"/>
                      <a:pt x="3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5" y="5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4" name="Freeform 2262">
                <a:extLst>
                  <a:ext uri="{FF2B5EF4-FFF2-40B4-BE49-F238E27FC236}">
                    <a16:creationId xmlns:a16="http://schemas.microsoft.com/office/drawing/2014/main" id="{7EEA2955-5912-44B7-98A4-968DD9A2B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945"/>
                <a:ext cx="26" cy="27"/>
              </a:xfrm>
              <a:custGeom>
                <a:avLst/>
                <a:gdLst>
                  <a:gd name="T0" fmla="*/ 539 w 14"/>
                  <a:gd name="T1" fmla="*/ 372 h 14"/>
                  <a:gd name="T2" fmla="*/ 290 w 14"/>
                  <a:gd name="T3" fmla="*/ 56 h 14"/>
                  <a:gd name="T4" fmla="*/ 0 w 14"/>
                  <a:gd name="T5" fmla="*/ 372 h 14"/>
                  <a:gd name="T6" fmla="*/ 290 w 14"/>
                  <a:gd name="T7" fmla="*/ 665 h 14"/>
                  <a:gd name="T8" fmla="*/ 539 w 14"/>
                  <a:gd name="T9" fmla="*/ 3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3" y="7"/>
                    </a:moveTo>
                    <a:cubicBezTo>
                      <a:pt x="14" y="4"/>
                      <a:pt x="11" y="1"/>
                      <a:pt x="7" y="1"/>
                    </a:cubicBezTo>
                    <a:cubicBezTo>
                      <a:pt x="4" y="0"/>
                      <a:pt x="1" y="3"/>
                      <a:pt x="0" y="7"/>
                    </a:cubicBezTo>
                    <a:cubicBezTo>
                      <a:pt x="0" y="10"/>
                      <a:pt x="3" y="13"/>
                      <a:pt x="7" y="13"/>
                    </a:cubicBezTo>
                    <a:cubicBezTo>
                      <a:pt x="10" y="14"/>
                      <a:pt x="13" y="11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5" name="Freeform 2263">
                <a:extLst>
                  <a:ext uri="{FF2B5EF4-FFF2-40B4-BE49-F238E27FC236}">
                    <a16:creationId xmlns:a16="http://schemas.microsoft.com/office/drawing/2014/main" id="{26B71AC4-3D2D-4C4A-8201-271DA30CC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950"/>
                <a:ext cx="9" cy="12"/>
              </a:xfrm>
              <a:custGeom>
                <a:avLst/>
                <a:gdLst>
                  <a:gd name="T0" fmla="*/ 169 w 5"/>
                  <a:gd name="T1" fmla="*/ 192 h 6"/>
                  <a:gd name="T2" fmla="*/ 94 w 5"/>
                  <a:gd name="T3" fmla="*/ 0 h 6"/>
                  <a:gd name="T4" fmla="*/ 0 w 5"/>
                  <a:gd name="T5" fmla="*/ 192 h 6"/>
                  <a:gd name="T6" fmla="*/ 74 w 5"/>
                  <a:gd name="T7" fmla="*/ 384 h 6"/>
                  <a:gd name="T8" fmla="*/ 169 w 5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2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4" y="6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6" name="Freeform 2264">
                <a:extLst>
                  <a:ext uri="{FF2B5EF4-FFF2-40B4-BE49-F238E27FC236}">
                    <a16:creationId xmlns:a16="http://schemas.microsoft.com/office/drawing/2014/main" id="{0DDFC301-6D8A-4271-B72F-51F568483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972"/>
                <a:ext cx="23" cy="25"/>
              </a:xfrm>
              <a:custGeom>
                <a:avLst/>
                <a:gdLst>
                  <a:gd name="T0" fmla="*/ 403 w 13"/>
                  <a:gd name="T1" fmla="*/ 340 h 13"/>
                  <a:gd name="T2" fmla="*/ 203 w 13"/>
                  <a:gd name="T3" fmla="*/ 0 h 13"/>
                  <a:gd name="T4" fmla="*/ 0 w 13"/>
                  <a:gd name="T5" fmla="*/ 313 h 13"/>
                  <a:gd name="T6" fmla="*/ 188 w 13"/>
                  <a:gd name="T7" fmla="*/ 654 h 13"/>
                  <a:gd name="T8" fmla="*/ 403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2" y="13"/>
                      <a:pt x="6" y="13"/>
                    </a:cubicBezTo>
                    <a:cubicBezTo>
                      <a:pt x="10" y="13"/>
                      <a:pt x="13" y="11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7" name="Freeform 2265">
                <a:extLst>
                  <a:ext uri="{FF2B5EF4-FFF2-40B4-BE49-F238E27FC236}">
                    <a16:creationId xmlns:a16="http://schemas.microsoft.com/office/drawing/2014/main" id="{58474BAE-358A-4F08-9182-7B19EB801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977"/>
                <a:ext cx="10" cy="10"/>
              </a:xfrm>
              <a:custGeom>
                <a:avLst/>
                <a:gdLst>
                  <a:gd name="T0" fmla="*/ 130 w 6"/>
                  <a:gd name="T1" fmla="*/ 192 h 5"/>
                  <a:gd name="T2" fmla="*/ 62 w 6"/>
                  <a:gd name="T3" fmla="*/ 0 h 5"/>
                  <a:gd name="T4" fmla="*/ 0 w 6"/>
                  <a:gd name="T5" fmla="*/ 192 h 5"/>
                  <a:gd name="T6" fmla="*/ 62 w 6"/>
                  <a:gd name="T7" fmla="*/ 320 h 5"/>
                  <a:gd name="T8" fmla="*/ 130 w 6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6" y="1"/>
                      <a:pt x="5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4" y="5"/>
                      <a:pt x="6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8" name="Freeform 2266">
                <a:extLst>
                  <a:ext uri="{FF2B5EF4-FFF2-40B4-BE49-F238E27FC236}">
                    <a16:creationId xmlns:a16="http://schemas.microsoft.com/office/drawing/2014/main" id="{B80C8F62-DA6E-46A1-9CA4-3ECF8AA5F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995"/>
                <a:ext cx="23" cy="27"/>
              </a:xfrm>
              <a:custGeom>
                <a:avLst/>
                <a:gdLst>
                  <a:gd name="T0" fmla="*/ 403 w 13"/>
                  <a:gd name="T1" fmla="*/ 372 h 14"/>
                  <a:gd name="T2" fmla="*/ 203 w 13"/>
                  <a:gd name="T3" fmla="*/ 56 h 14"/>
                  <a:gd name="T4" fmla="*/ 0 w 13"/>
                  <a:gd name="T5" fmla="*/ 372 h 14"/>
                  <a:gd name="T6" fmla="*/ 188 w 13"/>
                  <a:gd name="T7" fmla="*/ 717 h 14"/>
                  <a:gd name="T8" fmla="*/ 403 w 13"/>
                  <a:gd name="T9" fmla="*/ 3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7"/>
                    </a:moveTo>
                    <a:cubicBezTo>
                      <a:pt x="13" y="4"/>
                      <a:pt x="10" y="1"/>
                      <a:pt x="7" y="1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0"/>
                      <a:pt x="2" y="13"/>
                      <a:pt x="6" y="14"/>
                    </a:cubicBezTo>
                    <a:cubicBezTo>
                      <a:pt x="10" y="14"/>
                      <a:pt x="13" y="11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9" name="Freeform 2267">
                <a:extLst>
                  <a:ext uri="{FF2B5EF4-FFF2-40B4-BE49-F238E27FC236}">
                    <a16:creationId xmlns:a16="http://schemas.microsoft.com/office/drawing/2014/main" id="{E67F7801-FFC2-4215-A4EF-28E56BAC0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001"/>
                <a:ext cx="11" cy="11"/>
              </a:xfrm>
              <a:custGeom>
                <a:avLst/>
                <a:gdLst>
                  <a:gd name="T0" fmla="*/ 229 w 6"/>
                  <a:gd name="T1" fmla="*/ 125 h 6"/>
                  <a:gd name="T2" fmla="*/ 125 w 6"/>
                  <a:gd name="T3" fmla="*/ 0 h 6"/>
                  <a:gd name="T4" fmla="*/ 0 w 6"/>
                  <a:gd name="T5" fmla="*/ 125 h 6"/>
                  <a:gd name="T6" fmla="*/ 125 w 6"/>
                  <a:gd name="T7" fmla="*/ 229 h 6"/>
                  <a:gd name="T8" fmla="*/ 229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2"/>
                      <a:pt x="5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3" y="6"/>
                    </a:cubicBezTo>
                    <a:cubicBezTo>
                      <a:pt x="4" y="6"/>
                      <a:pt x="6" y="5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0" name="Freeform 2268">
                <a:extLst>
                  <a:ext uri="{FF2B5EF4-FFF2-40B4-BE49-F238E27FC236}">
                    <a16:creationId xmlns:a16="http://schemas.microsoft.com/office/drawing/2014/main" id="{D4367D1D-75F0-4086-B4B3-767CC8F76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022"/>
                <a:ext cx="24" cy="25"/>
              </a:xfrm>
              <a:custGeom>
                <a:avLst/>
                <a:gdLst>
                  <a:gd name="T0" fmla="*/ 511 w 13"/>
                  <a:gd name="T1" fmla="*/ 313 h 13"/>
                  <a:gd name="T2" fmla="*/ 233 w 13"/>
                  <a:gd name="T3" fmla="*/ 0 h 13"/>
                  <a:gd name="T4" fmla="*/ 0 w 13"/>
                  <a:gd name="T5" fmla="*/ 313 h 13"/>
                  <a:gd name="T6" fmla="*/ 277 w 13"/>
                  <a:gd name="T7" fmla="*/ 654 h 13"/>
                  <a:gd name="T8" fmla="*/ 511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2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3"/>
                      <a:pt x="7" y="13"/>
                    </a:cubicBezTo>
                    <a:cubicBezTo>
                      <a:pt x="11" y="12"/>
                      <a:pt x="13" y="9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1" name="Freeform 2269">
                <a:extLst>
                  <a:ext uri="{FF2B5EF4-FFF2-40B4-BE49-F238E27FC236}">
                    <a16:creationId xmlns:a16="http://schemas.microsoft.com/office/drawing/2014/main" id="{65380A70-29E3-47A4-A1F4-DF693C387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026"/>
                <a:ext cx="9" cy="11"/>
              </a:xfrm>
              <a:custGeom>
                <a:avLst/>
                <a:gdLst>
                  <a:gd name="T0" fmla="*/ 169 w 5"/>
                  <a:gd name="T1" fmla="*/ 125 h 6"/>
                  <a:gd name="T2" fmla="*/ 74 w 5"/>
                  <a:gd name="T3" fmla="*/ 0 h 6"/>
                  <a:gd name="T4" fmla="*/ 0 w 5"/>
                  <a:gd name="T5" fmla="*/ 125 h 6"/>
                  <a:gd name="T6" fmla="*/ 74 w 5"/>
                  <a:gd name="T7" fmla="*/ 229 h 6"/>
                  <a:gd name="T8" fmla="*/ 169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4" y="6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2" name="Freeform 2270">
                <a:extLst>
                  <a:ext uri="{FF2B5EF4-FFF2-40B4-BE49-F238E27FC236}">
                    <a16:creationId xmlns:a16="http://schemas.microsoft.com/office/drawing/2014/main" id="{4E52014E-E601-41C5-8B9B-A7433B606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045"/>
                <a:ext cx="23" cy="25"/>
              </a:xfrm>
              <a:custGeom>
                <a:avLst/>
                <a:gdLst>
                  <a:gd name="T0" fmla="*/ 403 w 13"/>
                  <a:gd name="T1" fmla="*/ 313 h 13"/>
                  <a:gd name="T2" fmla="*/ 188 w 13"/>
                  <a:gd name="T3" fmla="*/ 0 h 13"/>
                  <a:gd name="T4" fmla="*/ 0 w 13"/>
                  <a:gd name="T5" fmla="*/ 340 h 13"/>
                  <a:gd name="T6" fmla="*/ 203 w 13"/>
                  <a:gd name="T7" fmla="*/ 654 h 13"/>
                  <a:gd name="T8" fmla="*/ 403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3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1"/>
                      <a:pt x="3" y="13"/>
                      <a:pt x="7" y="13"/>
                    </a:cubicBezTo>
                    <a:cubicBezTo>
                      <a:pt x="10" y="13"/>
                      <a:pt x="13" y="10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3" name="Freeform 2271">
                <a:extLst>
                  <a:ext uri="{FF2B5EF4-FFF2-40B4-BE49-F238E27FC236}">
                    <a16:creationId xmlns:a16="http://schemas.microsoft.com/office/drawing/2014/main" id="{41FCB1B1-F00E-4562-9B0B-B5E7B31DD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051"/>
                <a:ext cx="11" cy="9"/>
              </a:xfrm>
              <a:custGeom>
                <a:avLst/>
                <a:gdLst>
                  <a:gd name="T0" fmla="*/ 229 w 6"/>
                  <a:gd name="T1" fmla="*/ 94 h 5"/>
                  <a:gd name="T2" fmla="*/ 125 w 6"/>
                  <a:gd name="T3" fmla="*/ 0 h 5"/>
                  <a:gd name="T4" fmla="*/ 0 w 6"/>
                  <a:gd name="T5" fmla="*/ 94 h 5"/>
                  <a:gd name="T6" fmla="*/ 125 w 6"/>
                  <a:gd name="T7" fmla="*/ 169 h 5"/>
                  <a:gd name="T8" fmla="*/ 229 w 6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6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5" y="5"/>
                      <a:pt x="6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4" name="Freeform 2272">
                <a:extLst>
                  <a:ext uri="{FF2B5EF4-FFF2-40B4-BE49-F238E27FC236}">
                    <a16:creationId xmlns:a16="http://schemas.microsoft.com/office/drawing/2014/main" id="{36DA05A1-830F-4FCA-AC0E-5E12F50CE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070"/>
                <a:ext cx="23" cy="25"/>
              </a:xfrm>
              <a:custGeom>
                <a:avLst/>
                <a:gdLst>
                  <a:gd name="T0" fmla="*/ 403 w 13"/>
                  <a:gd name="T1" fmla="*/ 313 h 13"/>
                  <a:gd name="T2" fmla="*/ 188 w 13"/>
                  <a:gd name="T3" fmla="*/ 0 h 13"/>
                  <a:gd name="T4" fmla="*/ 0 w 13"/>
                  <a:gd name="T5" fmla="*/ 313 h 13"/>
                  <a:gd name="T6" fmla="*/ 203 w 13"/>
                  <a:gd name="T7" fmla="*/ 654 h 13"/>
                  <a:gd name="T8" fmla="*/ 403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2"/>
                      <a:pt x="10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10"/>
                      <a:pt x="3" y="13"/>
                      <a:pt x="7" y="13"/>
                    </a:cubicBezTo>
                    <a:cubicBezTo>
                      <a:pt x="10" y="12"/>
                      <a:pt x="13" y="9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5" name="Freeform 2273">
                <a:extLst>
                  <a:ext uri="{FF2B5EF4-FFF2-40B4-BE49-F238E27FC236}">
                    <a16:creationId xmlns:a16="http://schemas.microsoft.com/office/drawing/2014/main" id="{26ED3038-ADCD-4573-92F6-978A1DB0D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074"/>
                <a:ext cx="11" cy="12"/>
              </a:xfrm>
              <a:custGeom>
                <a:avLst/>
                <a:gdLst>
                  <a:gd name="T0" fmla="*/ 229 w 6"/>
                  <a:gd name="T1" fmla="*/ 192 h 6"/>
                  <a:gd name="T2" fmla="*/ 125 w 6"/>
                  <a:gd name="T3" fmla="*/ 0 h 6"/>
                  <a:gd name="T4" fmla="*/ 0 w 6"/>
                  <a:gd name="T5" fmla="*/ 192 h 6"/>
                  <a:gd name="T6" fmla="*/ 125 w 6"/>
                  <a:gd name="T7" fmla="*/ 384 h 6"/>
                  <a:gd name="T8" fmla="*/ 229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1"/>
                      <a:pt x="4" y="0"/>
                      <a:pt x="3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5" y="6"/>
                      <a:pt x="6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6" name="Freeform 2274">
                <a:extLst>
                  <a:ext uri="{FF2B5EF4-FFF2-40B4-BE49-F238E27FC236}">
                    <a16:creationId xmlns:a16="http://schemas.microsoft.com/office/drawing/2014/main" id="{F1C1FB7D-7233-4EB3-A3A7-2DE804005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089"/>
                <a:ext cx="26" cy="26"/>
              </a:xfrm>
              <a:custGeom>
                <a:avLst/>
                <a:gdLst>
                  <a:gd name="T0" fmla="*/ 539 w 14"/>
                  <a:gd name="T1" fmla="*/ 448 h 13"/>
                  <a:gd name="T2" fmla="*/ 290 w 14"/>
                  <a:gd name="T3" fmla="*/ 0 h 13"/>
                  <a:gd name="T4" fmla="*/ 0 w 14"/>
                  <a:gd name="T5" fmla="*/ 448 h 13"/>
                  <a:gd name="T6" fmla="*/ 290 w 14"/>
                  <a:gd name="T7" fmla="*/ 832 h 13"/>
                  <a:gd name="T8" fmla="*/ 539 w 14"/>
                  <a:gd name="T9" fmla="*/ 44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3" y="7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1"/>
                      <a:pt x="0" y="4"/>
                      <a:pt x="0" y="7"/>
                    </a:cubicBezTo>
                    <a:cubicBezTo>
                      <a:pt x="1" y="11"/>
                      <a:pt x="4" y="13"/>
                      <a:pt x="7" y="13"/>
                    </a:cubicBezTo>
                    <a:cubicBezTo>
                      <a:pt x="11" y="13"/>
                      <a:pt x="14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7" name="Freeform 2275">
                <a:extLst>
                  <a:ext uri="{FF2B5EF4-FFF2-40B4-BE49-F238E27FC236}">
                    <a16:creationId xmlns:a16="http://schemas.microsoft.com/office/drawing/2014/main" id="{DBDC5E64-9A4B-408E-AA15-61A88C026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095"/>
                <a:ext cx="9" cy="10"/>
              </a:xfrm>
              <a:custGeom>
                <a:avLst/>
                <a:gdLst>
                  <a:gd name="T0" fmla="*/ 169 w 5"/>
                  <a:gd name="T1" fmla="*/ 192 h 5"/>
                  <a:gd name="T2" fmla="*/ 74 w 5"/>
                  <a:gd name="T3" fmla="*/ 0 h 5"/>
                  <a:gd name="T4" fmla="*/ 0 w 5"/>
                  <a:gd name="T5" fmla="*/ 192 h 5"/>
                  <a:gd name="T6" fmla="*/ 94 w 5"/>
                  <a:gd name="T7" fmla="*/ 320 h 5"/>
                  <a:gd name="T8" fmla="*/ 169 w 5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4" y="5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8" name="Freeform 2276">
                <a:extLst>
                  <a:ext uri="{FF2B5EF4-FFF2-40B4-BE49-F238E27FC236}">
                    <a16:creationId xmlns:a16="http://schemas.microsoft.com/office/drawing/2014/main" id="{B5A2F3C8-4D48-42FD-9022-89A19C9B6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107"/>
                <a:ext cx="24" cy="25"/>
              </a:xfrm>
              <a:custGeom>
                <a:avLst/>
                <a:gdLst>
                  <a:gd name="T0" fmla="*/ 511 w 13"/>
                  <a:gd name="T1" fmla="*/ 340 h 13"/>
                  <a:gd name="T2" fmla="*/ 233 w 13"/>
                  <a:gd name="T3" fmla="*/ 0 h 13"/>
                  <a:gd name="T4" fmla="*/ 0 w 13"/>
                  <a:gd name="T5" fmla="*/ 340 h 13"/>
                  <a:gd name="T6" fmla="*/ 277 w 13"/>
                  <a:gd name="T7" fmla="*/ 654 h 13"/>
                  <a:gd name="T8" fmla="*/ 511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0" y="0"/>
                      <a:pt x="6" y="0"/>
                    </a:cubicBezTo>
                    <a:cubicBezTo>
                      <a:pt x="2" y="1"/>
                      <a:pt x="0" y="4"/>
                      <a:pt x="0" y="7"/>
                    </a:cubicBezTo>
                    <a:cubicBezTo>
                      <a:pt x="0" y="11"/>
                      <a:pt x="3" y="13"/>
                      <a:pt x="7" y="13"/>
                    </a:cubicBezTo>
                    <a:cubicBezTo>
                      <a:pt x="10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9" name="Freeform 2277">
                <a:extLst>
                  <a:ext uri="{FF2B5EF4-FFF2-40B4-BE49-F238E27FC236}">
                    <a16:creationId xmlns:a16="http://schemas.microsoft.com/office/drawing/2014/main" id="{65FB44C5-53D0-47D4-B981-EEBFDA166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113"/>
                <a:ext cx="11" cy="11"/>
              </a:xfrm>
              <a:custGeom>
                <a:avLst/>
                <a:gdLst>
                  <a:gd name="T0" fmla="*/ 229 w 6"/>
                  <a:gd name="T1" fmla="*/ 125 h 6"/>
                  <a:gd name="T2" fmla="*/ 125 w 6"/>
                  <a:gd name="T3" fmla="*/ 0 h 6"/>
                  <a:gd name="T4" fmla="*/ 0 w 6"/>
                  <a:gd name="T5" fmla="*/ 125 h 6"/>
                  <a:gd name="T6" fmla="*/ 125 w 6"/>
                  <a:gd name="T7" fmla="*/ 193 h 6"/>
                  <a:gd name="T8" fmla="*/ 229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2" y="6"/>
                      <a:pt x="3" y="5"/>
                    </a:cubicBezTo>
                    <a:cubicBezTo>
                      <a:pt x="5" y="5"/>
                      <a:pt x="6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0" name="Freeform 2278">
                <a:extLst>
                  <a:ext uri="{FF2B5EF4-FFF2-40B4-BE49-F238E27FC236}">
                    <a16:creationId xmlns:a16="http://schemas.microsoft.com/office/drawing/2014/main" id="{BFE0E319-1CE8-441A-AA1F-F08BECB79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122"/>
                <a:ext cx="24" cy="25"/>
              </a:xfrm>
              <a:custGeom>
                <a:avLst/>
                <a:gdLst>
                  <a:gd name="T0" fmla="*/ 511 w 13"/>
                  <a:gd name="T1" fmla="*/ 313 h 13"/>
                  <a:gd name="T2" fmla="*/ 233 w 13"/>
                  <a:gd name="T3" fmla="*/ 0 h 13"/>
                  <a:gd name="T4" fmla="*/ 0 w 13"/>
                  <a:gd name="T5" fmla="*/ 340 h 13"/>
                  <a:gd name="T6" fmla="*/ 277 w 13"/>
                  <a:gd name="T7" fmla="*/ 654 h 13"/>
                  <a:gd name="T8" fmla="*/ 511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3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1"/>
                      <a:pt x="3" y="13"/>
                      <a:pt x="7" y="13"/>
                    </a:cubicBezTo>
                    <a:cubicBezTo>
                      <a:pt x="10" y="13"/>
                      <a:pt x="13" y="10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1" name="Freeform 2279">
                <a:extLst>
                  <a:ext uri="{FF2B5EF4-FFF2-40B4-BE49-F238E27FC236}">
                    <a16:creationId xmlns:a16="http://schemas.microsoft.com/office/drawing/2014/main" id="{3ABD5D5A-0E22-4702-A59B-6311BDD3C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128"/>
                <a:ext cx="11" cy="10"/>
              </a:xfrm>
              <a:custGeom>
                <a:avLst/>
                <a:gdLst>
                  <a:gd name="T0" fmla="*/ 229 w 6"/>
                  <a:gd name="T1" fmla="*/ 192 h 5"/>
                  <a:gd name="T2" fmla="*/ 125 w 6"/>
                  <a:gd name="T3" fmla="*/ 0 h 5"/>
                  <a:gd name="T4" fmla="*/ 44 w 6"/>
                  <a:gd name="T5" fmla="*/ 192 h 5"/>
                  <a:gd name="T6" fmla="*/ 125 w 6"/>
                  <a:gd name="T7" fmla="*/ 320 h 5"/>
                  <a:gd name="T8" fmla="*/ 229 w 6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6" y="1"/>
                      <a:pt x="5" y="0"/>
                      <a:pt x="3" y="0"/>
                    </a:cubicBezTo>
                    <a:cubicBezTo>
                      <a:pt x="2" y="0"/>
                      <a:pt x="0" y="1"/>
                      <a:pt x="1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5" y="5"/>
                      <a:pt x="6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2" name="Freeform 2280">
                <a:extLst>
                  <a:ext uri="{FF2B5EF4-FFF2-40B4-BE49-F238E27FC236}">
                    <a16:creationId xmlns:a16="http://schemas.microsoft.com/office/drawing/2014/main" id="{E8B2C79E-6815-48AE-BFD1-6D2CD76E5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138"/>
                <a:ext cx="24" cy="25"/>
              </a:xfrm>
              <a:custGeom>
                <a:avLst/>
                <a:gdLst>
                  <a:gd name="T0" fmla="*/ 511 w 13"/>
                  <a:gd name="T1" fmla="*/ 340 h 13"/>
                  <a:gd name="T2" fmla="*/ 233 w 13"/>
                  <a:gd name="T3" fmla="*/ 0 h 13"/>
                  <a:gd name="T4" fmla="*/ 0 w 13"/>
                  <a:gd name="T5" fmla="*/ 340 h 13"/>
                  <a:gd name="T6" fmla="*/ 277 w 13"/>
                  <a:gd name="T7" fmla="*/ 654 h 13"/>
                  <a:gd name="T8" fmla="*/ 511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3"/>
                      <a:pt x="10" y="0"/>
                      <a:pt x="6" y="0"/>
                    </a:cubicBezTo>
                    <a:cubicBezTo>
                      <a:pt x="2" y="0"/>
                      <a:pt x="0" y="3"/>
                      <a:pt x="0" y="7"/>
                    </a:cubicBezTo>
                    <a:cubicBezTo>
                      <a:pt x="0" y="11"/>
                      <a:pt x="3" y="13"/>
                      <a:pt x="7" y="13"/>
                    </a:cubicBezTo>
                    <a:cubicBezTo>
                      <a:pt x="10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3" name="Freeform 2281">
                <a:extLst>
                  <a:ext uri="{FF2B5EF4-FFF2-40B4-BE49-F238E27FC236}">
                    <a16:creationId xmlns:a16="http://schemas.microsoft.com/office/drawing/2014/main" id="{274835AC-75B4-40EE-985D-BBA286DC2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2142"/>
                <a:ext cx="11" cy="11"/>
              </a:xfrm>
              <a:custGeom>
                <a:avLst/>
                <a:gdLst>
                  <a:gd name="T0" fmla="*/ 229 w 6"/>
                  <a:gd name="T1" fmla="*/ 125 h 6"/>
                  <a:gd name="T2" fmla="*/ 125 w 6"/>
                  <a:gd name="T3" fmla="*/ 0 h 6"/>
                  <a:gd name="T4" fmla="*/ 0 w 6"/>
                  <a:gd name="T5" fmla="*/ 125 h 6"/>
                  <a:gd name="T6" fmla="*/ 125 w 6"/>
                  <a:gd name="T7" fmla="*/ 229 h 6"/>
                  <a:gd name="T8" fmla="*/ 229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2"/>
                      <a:pt x="4" y="0"/>
                      <a:pt x="3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5" y="6"/>
                      <a:pt x="6" y="5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4" name="Freeform 2282">
                <a:extLst>
                  <a:ext uri="{FF2B5EF4-FFF2-40B4-BE49-F238E27FC236}">
                    <a16:creationId xmlns:a16="http://schemas.microsoft.com/office/drawing/2014/main" id="{FE6D2F98-BFE7-4AE8-A153-4D720B6E2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147"/>
                <a:ext cx="23" cy="25"/>
              </a:xfrm>
              <a:custGeom>
                <a:avLst/>
                <a:gdLst>
                  <a:gd name="T0" fmla="*/ 403 w 13"/>
                  <a:gd name="T1" fmla="*/ 313 h 13"/>
                  <a:gd name="T2" fmla="*/ 188 w 13"/>
                  <a:gd name="T3" fmla="*/ 0 h 13"/>
                  <a:gd name="T4" fmla="*/ 0 w 13"/>
                  <a:gd name="T5" fmla="*/ 340 h 13"/>
                  <a:gd name="T6" fmla="*/ 203 w 13"/>
                  <a:gd name="T7" fmla="*/ 654 h 13"/>
                  <a:gd name="T8" fmla="*/ 403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3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1"/>
                      <a:pt x="3" y="13"/>
                      <a:pt x="7" y="13"/>
                    </a:cubicBezTo>
                    <a:cubicBezTo>
                      <a:pt x="10" y="13"/>
                      <a:pt x="13" y="10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5" name="Freeform 2283">
                <a:extLst>
                  <a:ext uri="{FF2B5EF4-FFF2-40B4-BE49-F238E27FC236}">
                    <a16:creationId xmlns:a16="http://schemas.microsoft.com/office/drawing/2014/main" id="{5F20F0CC-5DE3-47EC-871B-ABDCD3E9C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151"/>
                <a:ext cx="11" cy="12"/>
              </a:xfrm>
              <a:custGeom>
                <a:avLst/>
                <a:gdLst>
                  <a:gd name="T0" fmla="*/ 229 w 6"/>
                  <a:gd name="T1" fmla="*/ 192 h 6"/>
                  <a:gd name="T2" fmla="*/ 125 w 6"/>
                  <a:gd name="T3" fmla="*/ 0 h 6"/>
                  <a:gd name="T4" fmla="*/ 0 w 6"/>
                  <a:gd name="T5" fmla="*/ 192 h 6"/>
                  <a:gd name="T6" fmla="*/ 125 w 6"/>
                  <a:gd name="T7" fmla="*/ 384 h 6"/>
                  <a:gd name="T8" fmla="*/ 229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1"/>
                      <a:pt x="4" y="0"/>
                      <a:pt x="3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5" y="6"/>
                      <a:pt x="6" y="4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6" name="Freeform 2284">
                <a:extLst>
                  <a:ext uri="{FF2B5EF4-FFF2-40B4-BE49-F238E27FC236}">
                    <a16:creationId xmlns:a16="http://schemas.microsoft.com/office/drawing/2014/main" id="{3ADA5D17-9FCF-4ED9-A964-3E1D39F44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157"/>
                <a:ext cx="24" cy="25"/>
              </a:xfrm>
              <a:custGeom>
                <a:avLst/>
                <a:gdLst>
                  <a:gd name="T0" fmla="*/ 511 w 13"/>
                  <a:gd name="T1" fmla="*/ 313 h 13"/>
                  <a:gd name="T2" fmla="*/ 277 w 13"/>
                  <a:gd name="T3" fmla="*/ 0 h 13"/>
                  <a:gd name="T4" fmla="*/ 0 w 13"/>
                  <a:gd name="T5" fmla="*/ 340 h 13"/>
                  <a:gd name="T6" fmla="*/ 277 w 13"/>
                  <a:gd name="T7" fmla="*/ 654 h 13"/>
                  <a:gd name="T8" fmla="*/ 511 w 13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2"/>
                      <a:pt x="10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1" y="10"/>
                      <a:pt x="4" y="13"/>
                      <a:pt x="7" y="13"/>
                    </a:cubicBezTo>
                    <a:cubicBezTo>
                      <a:pt x="11" y="13"/>
                      <a:pt x="13" y="10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7" name="Freeform 2285">
                <a:extLst>
                  <a:ext uri="{FF2B5EF4-FFF2-40B4-BE49-F238E27FC236}">
                    <a16:creationId xmlns:a16="http://schemas.microsoft.com/office/drawing/2014/main" id="{C00EB512-7E63-4AAC-A311-377681231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161"/>
                <a:ext cx="9" cy="9"/>
              </a:xfrm>
              <a:custGeom>
                <a:avLst/>
                <a:gdLst>
                  <a:gd name="T0" fmla="*/ 169 w 5"/>
                  <a:gd name="T1" fmla="*/ 94 h 5"/>
                  <a:gd name="T2" fmla="*/ 74 w 5"/>
                  <a:gd name="T3" fmla="*/ 0 h 5"/>
                  <a:gd name="T4" fmla="*/ 0 w 5"/>
                  <a:gd name="T5" fmla="*/ 94 h 5"/>
                  <a:gd name="T6" fmla="*/ 94 w 5"/>
                  <a:gd name="T7" fmla="*/ 169 h 5"/>
                  <a:gd name="T8" fmla="*/ 169 w 5"/>
                  <a:gd name="T9" fmla="*/ 9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4" y="5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8" name="Freeform 2286">
                <a:extLst>
                  <a:ext uri="{FF2B5EF4-FFF2-40B4-BE49-F238E27FC236}">
                    <a16:creationId xmlns:a16="http://schemas.microsoft.com/office/drawing/2014/main" id="{548DB759-377C-414C-BFFA-634281EB1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165"/>
                <a:ext cx="25" cy="25"/>
              </a:xfrm>
              <a:custGeom>
                <a:avLst/>
                <a:gdLst>
                  <a:gd name="T0" fmla="*/ 414 w 14"/>
                  <a:gd name="T1" fmla="*/ 313 h 13"/>
                  <a:gd name="T2" fmla="*/ 232 w 14"/>
                  <a:gd name="T3" fmla="*/ 0 h 13"/>
                  <a:gd name="T4" fmla="*/ 0 w 14"/>
                  <a:gd name="T5" fmla="*/ 340 h 13"/>
                  <a:gd name="T6" fmla="*/ 232 w 14"/>
                  <a:gd name="T7" fmla="*/ 654 h 13"/>
                  <a:gd name="T8" fmla="*/ 414 w 14"/>
                  <a:gd name="T9" fmla="*/ 3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3" y="6"/>
                    </a:move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1" y="11"/>
                      <a:pt x="4" y="13"/>
                      <a:pt x="7" y="13"/>
                    </a:cubicBezTo>
                    <a:cubicBezTo>
                      <a:pt x="11" y="13"/>
                      <a:pt x="14" y="10"/>
                      <a:pt x="13" y="6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9" name="Freeform 2287">
                <a:extLst>
                  <a:ext uri="{FF2B5EF4-FFF2-40B4-BE49-F238E27FC236}">
                    <a16:creationId xmlns:a16="http://schemas.microsoft.com/office/drawing/2014/main" id="{B053C965-D3CF-4C53-B411-A89A4BAEC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169"/>
                <a:ext cx="10" cy="11"/>
              </a:xfrm>
              <a:custGeom>
                <a:avLst/>
                <a:gdLst>
                  <a:gd name="T0" fmla="*/ 320 w 5"/>
                  <a:gd name="T1" fmla="*/ 125 h 6"/>
                  <a:gd name="T2" fmla="*/ 128 w 5"/>
                  <a:gd name="T3" fmla="*/ 0 h 6"/>
                  <a:gd name="T4" fmla="*/ 0 w 5"/>
                  <a:gd name="T5" fmla="*/ 125 h 6"/>
                  <a:gd name="T6" fmla="*/ 192 w 5"/>
                  <a:gd name="T7" fmla="*/ 229 h 6"/>
                  <a:gd name="T8" fmla="*/ 320 w 5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0" name="Freeform 2288">
                <a:extLst>
                  <a:ext uri="{FF2B5EF4-FFF2-40B4-BE49-F238E27FC236}">
                    <a16:creationId xmlns:a16="http://schemas.microsoft.com/office/drawing/2014/main" id="{C2611A92-5159-4276-9FCE-CA92BD79E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170"/>
                <a:ext cx="24" cy="28"/>
              </a:xfrm>
              <a:custGeom>
                <a:avLst/>
                <a:gdLst>
                  <a:gd name="T0" fmla="*/ 511 w 13"/>
                  <a:gd name="T1" fmla="*/ 448 h 14"/>
                  <a:gd name="T2" fmla="*/ 233 w 13"/>
                  <a:gd name="T3" fmla="*/ 64 h 14"/>
                  <a:gd name="T4" fmla="*/ 0 w 13"/>
                  <a:gd name="T5" fmla="*/ 448 h 14"/>
                  <a:gd name="T6" fmla="*/ 277 w 13"/>
                  <a:gd name="T7" fmla="*/ 896 h 14"/>
                  <a:gd name="T8" fmla="*/ 511 w 13"/>
                  <a:gd name="T9" fmla="*/ 44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7"/>
                    </a:moveTo>
                    <a:cubicBezTo>
                      <a:pt x="13" y="3"/>
                      <a:pt x="10" y="0"/>
                      <a:pt x="6" y="1"/>
                    </a:cubicBezTo>
                    <a:cubicBezTo>
                      <a:pt x="3" y="1"/>
                      <a:pt x="0" y="4"/>
                      <a:pt x="0" y="7"/>
                    </a:cubicBezTo>
                    <a:cubicBezTo>
                      <a:pt x="0" y="11"/>
                      <a:pt x="3" y="14"/>
                      <a:pt x="7" y="14"/>
                    </a:cubicBezTo>
                    <a:cubicBezTo>
                      <a:pt x="10" y="13"/>
                      <a:pt x="13" y="10"/>
                      <a:pt x="13" y="7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1" name="Freeform 2289">
                <a:extLst>
                  <a:ext uri="{FF2B5EF4-FFF2-40B4-BE49-F238E27FC236}">
                    <a16:creationId xmlns:a16="http://schemas.microsoft.com/office/drawing/2014/main" id="{15ED776D-7DC9-447F-A60A-18B8AB073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176"/>
                <a:ext cx="9" cy="10"/>
              </a:xfrm>
              <a:custGeom>
                <a:avLst/>
                <a:gdLst>
                  <a:gd name="T0" fmla="*/ 169 w 5"/>
                  <a:gd name="T1" fmla="*/ 128 h 5"/>
                  <a:gd name="T2" fmla="*/ 74 w 5"/>
                  <a:gd name="T3" fmla="*/ 0 h 5"/>
                  <a:gd name="T4" fmla="*/ 0 w 5"/>
                  <a:gd name="T5" fmla="*/ 192 h 5"/>
                  <a:gd name="T6" fmla="*/ 74 w 5"/>
                  <a:gd name="T7" fmla="*/ 320 h 5"/>
                  <a:gd name="T8" fmla="*/ 169 w 5"/>
                  <a:gd name="T9" fmla="*/ 12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4" y="5"/>
                      <a:pt x="5" y="4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2" name="Freeform 2290">
                <a:extLst>
                  <a:ext uri="{FF2B5EF4-FFF2-40B4-BE49-F238E27FC236}">
                    <a16:creationId xmlns:a16="http://schemas.microsoft.com/office/drawing/2014/main" id="{2A7B4F2C-D5D7-49B5-8D1A-5E2527DBF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172"/>
                <a:ext cx="25" cy="29"/>
              </a:xfrm>
              <a:custGeom>
                <a:avLst/>
                <a:gdLst>
                  <a:gd name="T0" fmla="*/ 414 w 14"/>
                  <a:gd name="T1" fmla="*/ 464 h 15"/>
                  <a:gd name="T2" fmla="*/ 296 w 14"/>
                  <a:gd name="T3" fmla="*/ 56 h 15"/>
                  <a:gd name="T4" fmla="*/ 41 w 14"/>
                  <a:gd name="T5" fmla="*/ 317 h 15"/>
                  <a:gd name="T6" fmla="*/ 204 w 14"/>
                  <a:gd name="T7" fmla="*/ 729 h 15"/>
                  <a:gd name="T8" fmla="*/ 414 w 14"/>
                  <a:gd name="T9" fmla="*/ 4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13" y="9"/>
                    </a:moveTo>
                    <a:cubicBezTo>
                      <a:pt x="14" y="5"/>
                      <a:pt x="12" y="2"/>
                      <a:pt x="9" y="1"/>
                    </a:cubicBezTo>
                    <a:cubicBezTo>
                      <a:pt x="5" y="0"/>
                      <a:pt x="2" y="3"/>
                      <a:pt x="1" y="6"/>
                    </a:cubicBezTo>
                    <a:cubicBezTo>
                      <a:pt x="0" y="9"/>
                      <a:pt x="2" y="13"/>
                      <a:pt x="6" y="14"/>
                    </a:cubicBezTo>
                    <a:cubicBezTo>
                      <a:pt x="9" y="15"/>
                      <a:pt x="13" y="12"/>
                      <a:pt x="13" y="9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3" name="Freeform 2291">
                <a:extLst>
                  <a:ext uri="{FF2B5EF4-FFF2-40B4-BE49-F238E27FC236}">
                    <a16:creationId xmlns:a16="http://schemas.microsoft.com/office/drawing/2014/main" id="{2609C8F3-AB0E-4202-A063-914604CC8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178"/>
                <a:ext cx="10" cy="12"/>
              </a:xfrm>
              <a:custGeom>
                <a:avLst/>
                <a:gdLst>
                  <a:gd name="T0" fmla="*/ 130 w 6"/>
                  <a:gd name="T1" fmla="*/ 256 h 6"/>
                  <a:gd name="T2" fmla="*/ 92 w 6"/>
                  <a:gd name="T3" fmla="*/ 0 h 6"/>
                  <a:gd name="T4" fmla="*/ 0 w 6"/>
                  <a:gd name="T5" fmla="*/ 128 h 6"/>
                  <a:gd name="T6" fmla="*/ 37 w 6"/>
                  <a:gd name="T7" fmla="*/ 384 h 6"/>
                  <a:gd name="T8" fmla="*/ 130 w 6"/>
                  <a:gd name="T9" fmla="*/ 2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6" y="2"/>
                      <a:pt x="5" y="1"/>
                      <a:pt x="4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4" y="6"/>
                      <a:pt x="5" y="5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4" name="Freeform 2292">
                <a:extLst>
                  <a:ext uri="{FF2B5EF4-FFF2-40B4-BE49-F238E27FC236}">
                    <a16:creationId xmlns:a16="http://schemas.microsoft.com/office/drawing/2014/main" id="{77FB7444-45A2-421B-9891-0A6263D5B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176"/>
                <a:ext cx="25" cy="27"/>
              </a:xfrm>
              <a:custGeom>
                <a:avLst/>
                <a:gdLst>
                  <a:gd name="T0" fmla="*/ 414 w 14"/>
                  <a:gd name="T1" fmla="*/ 457 h 14"/>
                  <a:gd name="T2" fmla="*/ 255 w 14"/>
                  <a:gd name="T3" fmla="*/ 56 h 14"/>
                  <a:gd name="T4" fmla="*/ 41 w 14"/>
                  <a:gd name="T5" fmla="*/ 316 h 14"/>
                  <a:gd name="T6" fmla="*/ 166 w 14"/>
                  <a:gd name="T7" fmla="*/ 717 h 14"/>
                  <a:gd name="T8" fmla="*/ 414 w 14"/>
                  <a:gd name="T9" fmla="*/ 45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3" y="9"/>
                    </a:moveTo>
                    <a:cubicBezTo>
                      <a:pt x="14" y="5"/>
                      <a:pt x="12" y="2"/>
                      <a:pt x="8" y="1"/>
                    </a:cubicBezTo>
                    <a:cubicBezTo>
                      <a:pt x="5" y="0"/>
                      <a:pt x="1" y="2"/>
                      <a:pt x="1" y="6"/>
                    </a:cubicBezTo>
                    <a:cubicBezTo>
                      <a:pt x="0" y="9"/>
                      <a:pt x="2" y="13"/>
                      <a:pt x="5" y="14"/>
                    </a:cubicBezTo>
                    <a:cubicBezTo>
                      <a:pt x="9" y="14"/>
                      <a:pt x="12" y="12"/>
                      <a:pt x="13" y="9"/>
                    </a:cubicBezTo>
                    <a:close/>
                  </a:path>
                </a:pathLst>
              </a:custGeom>
              <a:solidFill>
                <a:srgbClr val="8EC691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5" name="Freeform 2293">
                <a:extLst>
                  <a:ext uri="{FF2B5EF4-FFF2-40B4-BE49-F238E27FC236}">
                    <a16:creationId xmlns:a16="http://schemas.microsoft.com/office/drawing/2014/main" id="{B64CE38F-23BB-42D6-87AC-36C19C997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182"/>
                <a:ext cx="11" cy="12"/>
              </a:xfrm>
              <a:custGeom>
                <a:avLst/>
                <a:gdLst>
                  <a:gd name="T0" fmla="*/ 193 w 6"/>
                  <a:gd name="T1" fmla="*/ 192 h 6"/>
                  <a:gd name="T2" fmla="*/ 125 w 6"/>
                  <a:gd name="T3" fmla="*/ 0 h 6"/>
                  <a:gd name="T4" fmla="*/ 0 w 6"/>
                  <a:gd name="T5" fmla="*/ 128 h 6"/>
                  <a:gd name="T6" fmla="*/ 81 w 6"/>
                  <a:gd name="T7" fmla="*/ 320 h 6"/>
                  <a:gd name="T8" fmla="*/ 193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3"/>
                    </a:moveTo>
                    <a:cubicBezTo>
                      <a:pt x="6" y="2"/>
                      <a:pt x="5" y="1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4" y="6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6" name="Freeform 2294">
                <a:extLst>
                  <a:ext uri="{FF2B5EF4-FFF2-40B4-BE49-F238E27FC236}">
                    <a16:creationId xmlns:a16="http://schemas.microsoft.com/office/drawing/2014/main" id="{5CC39648-7407-403B-9860-58EDB580F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867"/>
                <a:ext cx="51" cy="54"/>
              </a:xfrm>
              <a:custGeom>
                <a:avLst/>
                <a:gdLst>
                  <a:gd name="T0" fmla="*/ 80 w 28"/>
                  <a:gd name="T1" fmla="*/ 941 h 28"/>
                  <a:gd name="T2" fmla="*/ 362 w 28"/>
                  <a:gd name="T3" fmla="*/ 108 h 28"/>
                  <a:gd name="T4" fmla="*/ 949 w 28"/>
                  <a:gd name="T5" fmla="*/ 509 h 28"/>
                  <a:gd name="T6" fmla="*/ 659 w 28"/>
                  <a:gd name="T7" fmla="*/ 1329 h 28"/>
                  <a:gd name="T8" fmla="*/ 80 w 28"/>
                  <a:gd name="T9" fmla="*/ 94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" y="18"/>
                    </a:moveTo>
                    <a:cubicBezTo>
                      <a:pt x="0" y="11"/>
                      <a:pt x="4" y="4"/>
                      <a:pt x="10" y="2"/>
                    </a:cubicBezTo>
                    <a:cubicBezTo>
                      <a:pt x="17" y="0"/>
                      <a:pt x="24" y="3"/>
                      <a:pt x="26" y="10"/>
                    </a:cubicBezTo>
                    <a:cubicBezTo>
                      <a:pt x="28" y="17"/>
                      <a:pt x="25" y="24"/>
                      <a:pt x="18" y="26"/>
                    </a:cubicBezTo>
                    <a:cubicBezTo>
                      <a:pt x="12" y="28"/>
                      <a:pt x="5" y="25"/>
                      <a:pt x="2" y="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7" name="Freeform 2295">
                <a:extLst>
                  <a:ext uri="{FF2B5EF4-FFF2-40B4-BE49-F238E27FC236}">
                    <a16:creationId xmlns:a16="http://schemas.microsoft.com/office/drawing/2014/main" id="{C72BD109-E3CE-4F5A-B44B-1370218DB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599"/>
                <a:ext cx="268" cy="469"/>
              </a:xfrm>
              <a:custGeom>
                <a:avLst/>
                <a:gdLst>
                  <a:gd name="T0" fmla="*/ 2470 w 148"/>
                  <a:gd name="T1" fmla="*/ 6269 h 243"/>
                  <a:gd name="T2" fmla="*/ 4007 w 148"/>
                  <a:gd name="T3" fmla="*/ 0 h 243"/>
                  <a:gd name="T4" fmla="*/ 3384 w 148"/>
                  <a:gd name="T5" fmla="*/ 6881 h 243"/>
                  <a:gd name="T6" fmla="*/ 666 w 148"/>
                  <a:gd name="T7" fmla="*/ 12561 h 243"/>
                  <a:gd name="T8" fmla="*/ 2470 w 148"/>
                  <a:gd name="T9" fmla="*/ 6269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243">
                    <a:moveTo>
                      <a:pt x="70" y="121"/>
                    </a:moveTo>
                    <a:cubicBezTo>
                      <a:pt x="125" y="79"/>
                      <a:pt x="129" y="35"/>
                      <a:pt x="114" y="0"/>
                    </a:cubicBezTo>
                    <a:cubicBezTo>
                      <a:pt x="142" y="27"/>
                      <a:pt x="148" y="93"/>
                      <a:pt x="96" y="133"/>
                    </a:cubicBezTo>
                    <a:cubicBezTo>
                      <a:pt x="47" y="171"/>
                      <a:pt x="9" y="191"/>
                      <a:pt x="19" y="243"/>
                    </a:cubicBezTo>
                    <a:cubicBezTo>
                      <a:pt x="6" y="206"/>
                      <a:pt x="0" y="174"/>
                      <a:pt x="70" y="12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8" name="Oval 2296">
                <a:extLst>
                  <a:ext uri="{FF2B5EF4-FFF2-40B4-BE49-F238E27FC236}">
                    <a16:creationId xmlns:a16="http://schemas.microsoft.com/office/drawing/2014/main" id="{C02D1334-FF55-4BFF-A8F7-D9B81F52B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1009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59" name="Oval 2297">
                <a:extLst>
                  <a:ext uri="{FF2B5EF4-FFF2-40B4-BE49-F238E27FC236}">
                    <a16:creationId xmlns:a16="http://schemas.microsoft.com/office/drawing/2014/main" id="{26A06DAA-A549-47E5-918E-2ADA71FF6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1010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60" name="Oval 2298">
                <a:extLst>
                  <a:ext uri="{FF2B5EF4-FFF2-40B4-BE49-F238E27FC236}">
                    <a16:creationId xmlns:a16="http://schemas.microsoft.com/office/drawing/2014/main" id="{F8BDA507-89F7-4A83-B48E-84B3D5208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0" y="1009"/>
                <a:ext cx="16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61" name="Oval 2299">
                <a:extLst>
                  <a:ext uri="{FF2B5EF4-FFF2-40B4-BE49-F238E27FC236}">
                    <a16:creationId xmlns:a16="http://schemas.microsoft.com/office/drawing/2014/main" id="{5B69D3B7-C308-4715-8EE7-0179E0342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1012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62" name="Oval 2300">
                <a:extLst>
                  <a:ext uri="{FF2B5EF4-FFF2-40B4-BE49-F238E27FC236}">
                    <a16:creationId xmlns:a16="http://schemas.microsoft.com/office/drawing/2014/main" id="{A125BF7A-5ADB-436E-92C4-8F8AEF213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1010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63" name="Oval 2301">
                <a:extLst>
                  <a:ext uri="{FF2B5EF4-FFF2-40B4-BE49-F238E27FC236}">
                    <a16:creationId xmlns:a16="http://schemas.microsoft.com/office/drawing/2014/main" id="{B5ABCE70-983F-4492-856D-CC10A40B9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0" y="1014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64" name="Oval 2302">
                <a:extLst>
                  <a:ext uri="{FF2B5EF4-FFF2-40B4-BE49-F238E27FC236}">
                    <a16:creationId xmlns:a16="http://schemas.microsoft.com/office/drawing/2014/main" id="{46CEAA28-AE9D-4563-A0E8-5D0187BAE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1" y="1014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65" name="Oval 2303">
                <a:extLst>
                  <a:ext uri="{FF2B5EF4-FFF2-40B4-BE49-F238E27FC236}">
                    <a16:creationId xmlns:a16="http://schemas.microsoft.com/office/drawing/2014/main" id="{472A2359-A942-4EC5-8A60-5FF6C98A5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4" y="1018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66" name="Oval 2304">
                <a:extLst>
                  <a:ext uri="{FF2B5EF4-FFF2-40B4-BE49-F238E27FC236}">
                    <a16:creationId xmlns:a16="http://schemas.microsoft.com/office/drawing/2014/main" id="{0207287B-47E0-4F00-8BB7-7A05FED96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1020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67" name="Oval 2305">
                <a:extLst>
                  <a:ext uri="{FF2B5EF4-FFF2-40B4-BE49-F238E27FC236}">
                    <a16:creationId xmlns:a16="http://schemas.microsoft.com/office/drawing/2014/main" id="{434CBEB3-40D9-4DAE-ADCF-EC0D661A2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1024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68" name="Oval 2306">
                <a:extLst>
                  <a:ext uri="{FF2B5EF4-FFF2-40B4-BE49-F238E27FC236}">
                    <a16:creationId xmlns:a16="http://schemas.microsoft.com/office/drawing/2014/main" id="{AD87EBE8-9332-4A74-89A1-B515346F0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1026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69" name="Oval 2307">
                <a:extLst>
                  <a:ext uri="{FF2B5EF4-FFF2-40B4-BE49-F238E27FC236}">
                    <a16:creationId xmlns:a16="http://schemas.microsoft.com/office/drawing/2014/main" id="{3982BE2B-E15C-4F30-8B97-507B25E86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1030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70" name="Oval 2308">
                <a:extLst>
                  <a:ext uri="{FF2B5EF4-FFF2-40B4-BE49-F238E27FC236}">
                    <a16:creationId xmlns:a16="http://schemas.microsoft.com/office/drawing/2014/main" id="{860B02AA-8CF9-4D47-8A40-82C985F86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1034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71" name="Oval 2309">
                <a:extLst>
                  <a:ext uri="{FF2B5EF4-FFF2-40B4-BE49-F238E27FC236}">
                    <a16:creationId xmlns:a16="http://schemas.microsoft.com/office/drawing/2014/main" id="{F03FAD7F-FE6B-4003-A832-3E07615BC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6" y="1037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72" name="Oval 2310">
                <a:extLst>
                  <a:ext uri="{FF2B5EF4-FFF2-40B4-BE49-F238E27FC236}">
                    <a16:creationId xmlns:a16="http://schemas.microsoft.com/office/drawing/2014/main" id="{9ECD664F-F3E3-49B0-9B90-3F3A42A81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5" y="1041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73" name="Oval 2311">
                <a:extLst>
                  <a:ext uri="{FF2B5EF4-FFF2-40B4-BE49-F238E27FC236}">
                    <a16:creationId xmlns:a16="http://schemas.microsoft.com/office/drawing/2014/main" id="{76F1C1D8-E363-486D-B6DF-6F10A29D7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104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74" name="Oval 2312">
                <a:extLst>
                  <a:ext uri="{FF2B5EF4-FFF2-40B4-BE49-F238E27FC236}">
                    <a16:creationId xmlns:a16="http://schemas.microsoft.com/office/drawing/2014/main" id="{9EBA12EB-7069-46F7-9A04-B5E2D747C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1049"/>
                <a:ext cx="14" cy="17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75" name="Oval 2313">
                <a:extLst>
                  <a:ext uri="{FF2B5EF4-FFF2-40B4-BE49-F238E27FC236}">
                    <a16:creationId xmlns:a16="http://schemas.microsoft.com/office/drawing/2014/main" id="{05A27B28-99C2-47CC-B8A2-338000AA8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1053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76" name="Oval 2314">
                <a:extLst>
                  <a:ext uri="{FF2B5EF4-FFF2-40B4-BE49-F238E27FC236}">
                    <a16:creationId xmlns:a16="http://schemas.microsoft.com/office/drawing/2014/main" id="{7D3162BF-FDDD-4DCD-BF9B-0A2947B2A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1061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77" name="Oval 2315">
                <a:extLst>
                  <a:ext uri="{FF2B5EF4-FFF2-40B4-BE49-F238E27FC236}">
                    <a16:creationId xmlns:a16="http://schemas.microsoft.com/office/drawing/2014/main" id="{7F4D04DD-C26B-488B-8DF6-8D705D911A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065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78" name="Oval 2316">
                <a:extLst>
                  <a:ext uri="{FF2B5EF4-FFF2-40B4-BE49-F238E27FC236}">
                    <a16:creationId xmlns:a16="http://schemas.microsoft.com/office/drawing/2014/main" id="{FCC6E165-BB04-40E7-9824-9D6122060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1070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79" name="Oval 2317">
                <a:extLst>
                  <a:ext uri="{FF2B5EF4-FFF2-40B4-BE49-F238E27FC236}">
                    <a16:creationId xmlns:a16="http://schemas.microsoft.com/office/drawing/2014/main" id="{5EEFAA67-75D6-4D7B-AF59-9AF25B280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1074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480" name="Freeform 2318">
                <a:extLst>
                  <a:ext uri="{FF2B5EF4-FFF2-40B4-BE49-F238E27FC236}">
                    <a16:creationId xmlns:a16="http://schemas.microsoft.com/office/drawing/2014/main" id="{0A874903-2456-4673-8EC2-FF81B957B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1078"/>
                <a:ext cx="16" cy="17"/>
              </a:xfrm>
              <a:custGeom>
                <a:avLst/>
                <a:gdLst>
                  <a:gd name="T0" fmla="*/ 37 w 9"/>
                  <a:gd name="T1" fmla="*/ 189 h 9"/>
                  <a:gd name="T2" fmla="*/ 203 w 9"/>
                  <a:gd name="T3" fmla="*/ 53 h 9"/>
                  <a:gd name="T4" fmla="*/ 281 w 9"/>
                  <a:gd name="T5" fmla="*/ 272 h 9"/>
                  <a:gd name="T6" fmla="*/ 117 w 9"/>
                  <a:gd name="T7" fmla="*/ 402 h 9"/>
                  <a:gd name="T8" fmla="*/ 37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1" y="2"/>
                      <a:pt x="3" y="0"/>
                      <a:pt x="6" y="1"/>
                    </a:cubicBezTo>
                    <a:cubicBezTo>
                      <a:pt x="8" y="1"/>
                      <a:pt x="9" y="3"/>
                      <a:pt x="9" y="6"/>
                    </a:cubicBez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1" name="Freeform 2319">
                <a:extLst>
                  <a:ext uri="{FF2B5EF4-FFF2-40B4-BE49-F238E27FC236}">
                    <a16:creationId xmlns:a16="http://schemas.microsoft.com/office/drawing/2014/main" id="{2ACD77E2-2818-4033-849F-E3FD29C9E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082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64 h 3"/>
                  <a:gd name="T4" fmla="*/ 62 w 3"/>
                  <a:gd name="T5" fmla="*/ 128 h 3"/>
                  <a:gd name="T6" fmla="*/ 22 w 3"/>
                  <a:gd name="T7" fmla="*/ 192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2" name="Freeform 2320">
                <a:extLst>
                  <a:ext uri="{FF2B5EF4-FFF2-40B4-BE49-F238E27FC236}">
                    <a16:creationId xmlns:a16="http://schemas.microsoft.com/office/drawing/2014/main" id="{22EE3C95-65C2-411F-AFE1-FB013A347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090"/>
                <a:ext cx="14" cy="17"/>
              </a:xfrm>
              <a:custGeom>
                <a:avLst/>
                <a:gdLst>
                  <a:gd name="T0" fmla="*/ 0 w 8"/>
                  <a:gd name="T1" fmla="*/ 144 h 9"/>
                  <a:gd name="T2" fmla="*/ 151 w 8"/>
                  <a:gd name="T3" fmla="*/ 0 h 9"/>
                  <a:gd name="T4" fmla="*/ 236 w 8"/>
                  <a:gd name="T5" fmla="*/ 213 h 9"/>
                  <a:gd name="T6" fmla="*/ 86 w 8"/>
                  <a:gd name="T7" fmla="*/ 357 h 9"/>
                  <a:gd name="T8" fmla="*/ 0 w 8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3"/>
                    </a:moveTo>
                    <a:cubicBezTo>
                      <a:pt x="0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3" name="Freeform 2321">
                <a:extLst>
                  <a:ext uri="{FF2B5EF4-FFF2-40B4-BE49-F238E27FC236}">
                    <a16:creationId xmlns:a16="http://schemas.microsoft.com/office/drawing/2014/main" id="{89F00A40-F030-4AD0-A263-DB86053B1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1093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64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4" name="Freeform 2322">
                <a:extLst>
                  <a:ext uri="{FF2B5EF4-FFF2-40B4-BE49-F238E27FC236}">
                    <a16:creationId xmlns:a16="http://schemas.microsoft.com/office/drawing/2014/main" id="{D0CAD496-E952-456C-8FDE-84C3F1C2A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101"/>
                <a:ext cx="16" cy="16"/>
              </a:xfrm>
              <a:custGeom>
                <a:avLst/>
                <a:gdLst>
                  <a:gd name="T0" fmla="*/ 37 w 9"/>
                  <a:gd name="T1" fmla="*/ 192 h 8"/>
                  <a:gd name="T2" fmla="*/ 158 w 9"/>
                  <a:gd name="T3" fmla="*/ 0 h 8"/>
                  <a:gd name="T4" fmla="*/ 247 w 9"/>
                  <a:gd name="T5" fmla="*/ 320 h 8"/>
                  <a:gd name="T6" fmla="*/ 117 w 9"/>
                  <a:gd name="T7" fmla="*/ 512 h 8"/>
                  <a:gd name="T8" fmla="*/ 37 w 9"/>
                  <a:gd name="T9" fmla="*/ 1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8" y="7"/>
                      <a:pt x="6" y="8"/>
                      <a:pt x="4" y="8"/>
                    </a:cubicBezTo>
                    <a:cubicBezTo>
                      <a:pt x="1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5" name="Freeform 2323">
                <a:extLst>
                  <a:ext uri="{FF2B5EF4-FFF2-40B4-BE49-F238E27FC236}">
                    <a16:creationId xmlns:a16="http://schemas.microsoft.com/office/drawing/2014/main" id="{14D34100-5CAA-4C7F-A825-03EF4A18D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105"/>
                <a:ext cx="6" cy="6"/>
              </a:xfrm>
              <a:custGeom>
                <a:avLst/>
                <a:gdLst>
                  <a:gd name="T0" fmla="*/ 64 w 3"/>
                  <a:gd name="T1" fmla="*/ 64 h 3"/>
                  <a:gd name="T2" fmla="*/ 128 w 3"/>
                  <a:gd name="T3" fmla="*/ 0 h 3"/>
                  <a:gd name="T4" fmla="*/ 192 w 3"/>
                  <a:gd name="T5" fmla="*/ 64 h 3"/>
                  <a:gd name="T6" fmla="*/ 128 w 3"/>
                  <a:gd name="T7" fmla="*/ 128 h 3"/>
                  <a:gd name="T8" fmla="*/ 64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6" name="Freeform 2324">
                <a:extLst>
                  <a:ext uri="{FF2B5EF4-FFF2-40B4-BE49-F238E27FC236}">
                    <a16:creationId xmlns:a16="http://schemas.microsoft.com/office/drawing/2014/main" id="{3178D5E6-634D-44E2-A85D-942E7B9AE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113"/>
                <a:ext cx="14" cy="15"/>
              </a:xfrm>
              <a:custGeom>
                <a:avLst/>
                <a:gdLst>
                  <a:gd name="T0" fmla="*/ 0 w 8"/>
                  <a:gd name="T1" fmla="*/ 137 h 8"/>
                  <a:gd name="T2" fmla="*/ 151 w 8"/>
                  <a:gd name="T3" fmla="*/ 0 h 8"/>
                  <a:gd name="T4" fmla="*/ 236 w 8"/>
                  <a:gd name="T5" fmla="*/ 212 h 8"/>
                  <a:gd name="T6" fmla="*/ 86 w 8"/>
                  <a:gd name="T7" fmla="*/ 349 h 8"/>
                  <a:gd name="T8" fmla="*/ 0 w 8"/>
                  <a:gd name="T9" fmla="*/ 13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8" y="7"/>
                      <a:pt x="5" y="8"/>
                      <a:pt x="3" y="8"/>
                    </a:cubicBezTo>
                    <a:cubicBezTo>
                      <a:pt x="1" y="8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7" name="Freeform 2325">
                <a:extLst>
                  <a:ext uri="{FF2B5EF4-FFF2-40B4-BE49-F238E27FC236}">
                    <a16:creationId xmlns:a16="http://schemas.microsoft.com/office/drawing/2014/main" id="{91B10BDE-9B10-443E-AD9F-607E91B56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117"/>
                <a:ext cx="6" cy="5"/>
              </a:xfrm>
              <a:custGeom>
                <a:avLst/>
                <a:gdLst>
                  <a:gd name="T0" fmla="*/ 0 w 3"/>
                  <a:gd name="T1" fmla="*/ 22 h 3"/>
                  <a:gd name="T2" fmla="*/ 128 w 3"/>
                  <a:gd name="T3" fmla="*/ 0 h 3"/>
                  <a:gd name="T4" fmla="*/ 192 w 3"/>
                  <a:gd name="T5" fmla="*/ 22 h 3"/>
                  <a:gd name="T6" fmla="*/ 64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8" name="Freeform 2326">
                <a:extLst>
                  <a:ext uri="{FF2B5EF4-FFF2-40B4-BE49-F238E27FC236}">
                    <a16:creationId xmlns:a16="http://schemas.microsoft.com/office/drawing/2014/main" id="{411F41B2-6CAD-430C-BE5D-4A9D7A538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124"/>
                <a:ext cx="16" cy="18"/>
              </a:xfrm>
              <a:custGeom>
                <a:avLst/>
                <a:gdLst>
                  <a:gd name="T0" fmla="*/ 37 w 9"/>
                  <a:gd name="T1" fmla="*/ 256 h 9"/>
                  <a:gd name="T2" fmla="*/ 158 w 9"/>
                  <a:gd name="T3" fmla="*/ 0 h 9"/>
                  <a:gd name="T4" fmla="*/ 247 w 9"/>
                  <a:gd name="T5" fmla="*/ 320 h 9"/>
                  <a:gd name="T6" fmla="*/ 117 w 9"/>
                  <a:gd name="T7" fmla="*/ 512 h 9"/>
                  <a:gd name="T8" fmla="*/ 37 w 9"/>
                  <a:gd name="T9" fmla="*/ 2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8" y="7"/>
                      <a:pt x="6" y="9"/>
                      <a:pt x="4" y="8"/>
                    </a:cubicBezTo>
                    <a:cubicBezTo>
                      <a:pt x="1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9" name="Freeform 2327">
                <a:extLst>
                  <a:ext uri="{FF2B5EF4-FFF2-40B4-BE49-F238E27FC236}">
                    <a16:creationId xmlns:a16="http://schemas.microsoft.com/office/drawing/2014/main" id="{5EDC2631-F5C0-403A-8598-DB6276641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128"/>
                <a:ext cx="6" cy="6"/>
              </a:xfrm>
              <a:custGeom>
                <a:avLst/>
                <a:gdLst>
                  <a:gd name="T0" fmla="*/ 64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128 w 3"/>
                  <a:gd name="T7" fmla="*/ 192 h 3"/>
                  <a:gd name="T8" fmla="*/ 64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0" name="Freeform 2328">
                <a:extLst>
                  <a:ext uri="{FF2B5EF4-FFF2-40B4-BE49-F238E27FC236}">
                    <a16:creationId xmlns:a16="http://schemas.microsoft.com/office/drawing/2014/main" id="{B1C35CCE-4EE4-4631-A0FF-3F5531094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136"/>
                <a:ext cx="16" cy="19"/>
              </a:xfrm>
              <a:custGeom>
                <a:avLst/>
                <a:gdLst>
                  <a:gd name="T0" fmla="*/ 37 w 9"/>
                  <a:gd name="T1" fmla="*/ 200 h 10"/>
                  <a:gd name="T2" fmla="*/ 203 w 9"/>
                  <a:gd name="T3" fmla="*/ 55 h 10"/>
                  <a:gd name="T4" fmla="*/ 247 w 9"/>
                  <a:gd name="T5" fmla="*/ 274 h 10"/>
                  <a:gd name="T6" fmla="*/ 89 w 9"/>
                  <a:gd name="T7" fmla="*/ 418 h 10"/>
                  <a:gd name="T8" fmla="*/ 37 w 9"/>
                  <a:gd name="T9" fmla="*/ 20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4"/>
                    </a:moveTo>
                    <a:cubicBezTo>
                      <a:pt x="1" y="2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7" y="8"/>
                      <a:pt x="5" y="10"/>
                      <a:pt x="3" y="9"/>
                    </a:cubicBezTo>
                    <a:cubicBezTo>
                      <a:pt x="1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1" name="Freeform 2329">
                <a:extLst>
                  <a:ext uri="{FF2B5EF4-FFF2-40B4-BE49-F238E27FC236}">
                    <a16:creationId xmlns:a16="http://schemas.microsoft.com/office/drawing/2014/main" id="{B38646E5-65EE-4281-8F53-DBFE1E5FC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142"/>
                <a:ext cx="8" cy="6"/>
              </a:xfrm>
              <a:custGeom>
                <a:avLst/>
                <a:gdLst>
                  <a:gd name="T0" fmla="*/ 64 w 4"/>
                  <a:gd name="T1" fmla="*/ 64 h 3"/>
                  <a:gd name="T2" fmla="*/ 128 w 4"/>
                  <a:gd name="T3" fmla="*/ 0 h 3"/>
                  <a:gd name="T4" fmla="*/ 192 w 4"/>
                  <a:gd name="T5" fmla="*/ 64 h 3"/>
                  <a:gd name="T6" fmla="*/ 128 w 4"/>
                  <a:gd name="T7" fmla="*/ 128 h 3"/>
                  <a:gd name="T8" fmla="*/ 64 w 4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1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2" name="Freeform 2330">
                <a:extLst>
                  <a:ext uri="{FF2B5EF4-FFF2-40B4-BE49-F238E27FC236}">
                    <a16:creationId xmlns:a16="http://schemas.microsoft.com/office/drawing/2014/main" id="{DD44C167-2A48-4A50-A4D7-F86AE27A4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149"/>
                <a:ext cx="16" cy="18"/>
              </a:xfrm>
              <a:custGeom>
                <a:avLst/>
                <a:gdLst>
                  <a:gd name="T0" fmla="*/ 37 w 9"/>
                  <a:gd name="T1" fmla="*/ 192 h 9"/>
                  <a:gd name="T2" fmla="*/ 203 w 9"/>
                  <a:gd name="T3" fmla="*/ 0 h 9"/>
                  <a:gd name="T4" fmla="*/ 281 w 9"/>
                  <a:gd name="T5" fmla="*/ 384 h 9"/>
                  <a:gd name="T6" fmla="*/ 89 w 9"/>
                  <a:gd name="T7" fmla="*/ 512 h 9"/>
                  <a:gd name="T8" fmla="*/ 37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9" y="6"/>
                    </a:cubicBezTo>
                    <a:cubicBezTo>
                      <a:pt x="8" y="8"/>
                      <a:pt x="6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3" name="Freeform 2331">
                <a:extLst>
                  <a:ext uri="{FF2B5EF4-FFF2-40B4-BE49-F238E27FC236}">
                    <a16:creationId xmlns:a16="http://schemas.microsoft.com/office/drawing/2014/main" id="{3477CF1A-5D92-488D-BFF5-53E45D960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153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64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4" name="Freeform 2332">
                <a:extLst>
                  <a:ext uri="{FF2B5EF4-FFF2-40B4-BE49-F238E27FC236}">
                    <a16:creationId xmlns:a16="http://schemas.microsoft.com/office/drawing/2014/main" id="{BB6D380F-DB24-4A1D-8C9D-02FDF80C5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161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53 h 9"/>
                  <a:gd name="T4" fmla="*/ 247 w 9"/>
                  <a:gd name="T5" fmla="*/ 272 h 9"/>
                  <a:gd name="T6" fmla="*/ 89 w 9"/>
                  <a:gd name="T7" fmla="*/ 402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1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5" name="Freeform 2333">
                <a:extLst>
                  <a:ext uri="{FF2B5EF4-FFF2-40B4-BE49-F238E27FC236}">
                    <a16:creationId xmlns:a16="http://schemas.microsoft.com/office/drawing/2014/main" id="{9062BEB0-79EF-4ED6-959F-3B6AB136F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165"/>
                <a:ext cx="8" cy="6"/>
              </a:xfrm>
              <a:custGeom>
                <a:avLst/>
                <a:gdLst>
                  <a:gd name="T0" fmla="*/ 64 w 4"/>
                  <a:gd name="T1" fmla="*/ 64 h 3"/>
                  <a:gd name="T2" fmla="*/ 128 w 4"/>
                  <a:gd name="T3" fmla="*/ 64 h 3"/>
                  <a:gd name="T4" fmla="*/ 192 w 4"/>
                  <a:gd name="T5" fmla="*/ 128 h 3"/>
                  <a:gd name="T6" fmla="*/ 128 w 4"/>
                  <a:gd name="T7" fmla="*/ 192 h 3"/>
                  <a:gd name="T8" fmla="*/ 64 w 4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6" name="Freeform 2334">
                <a:extLst>
                  <a:ext uri="{FF2B5EF4-FFF2-40B4-BE49-F238E27FC236}">
                    <a16:creationId xmlns:a16="http://schemas.microsoft.com/office/drawing/2014/main" id="{62EAAD5F-E3AA-41DD-A176-E5B790D92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175"/>
                <a:ext cx="16" cy="17"/>
              </a:xfrm>
              <a:custGeom>
                <a:avLst/>
                <a:gdLst>
                  <a:gd name="T0" fmla="*/ 0 w 9"/>
                  <a:gd name="T1" fmla="*/ 144 h 9"/>
                  <a:gd name="T2" fmla="*/ 203 w 9"/>
                  <a:gd name="T3" fmla="*/ 53 h 9"/>
                  <a:gd name="T4" fmla="*/ 247 w 9"/>
                  <a:gd name="T5" fmla="*/ 272 h 9"/>
                  <a:gd name="T6" fmla="*/ 89 w 9"/>
                  <a:gd name="T7" fmla="*/ 357 h 9"/>
                  <a:gd name="T8" fmla="*/ 0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1"/>
                      <a:pt x="3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8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7" name="Freeform 2335">
                <a:extLst>
                  <a:ext uri="{FF2B5EF4-FFF2-40B4-BE49-F238E27FC236}">
                    <a16:creationId xmlns:a16="http://schemas.microsoft.com/office/drawing/2014/main" id="{85E379CA-B904-4F0F-88E1-DD88F59EC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178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8" name="Freeform 2336">
                <a:extLst>
                  <a:ext uri="{FF2B5EF4-FFF2-40B4-BE49-F238E27FC236}">
                    <a16:creationId xmlns:a16="http://schemas.microsoft.com/office/drawing/2014/main" id="{592D4F2D-B033-40F0-A6EF-D368ED853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188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53 h 9"/>
                  <a:gd name="T4" fmla="*/ 247 w 9"/>
                  <a:gd name="T5" fmla="*/ 272 h 9"/>
                  <a:gd name="T6" fmla="*/ 89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9" name="Freeform 2337">
                <a:extLst>
                  <a:ext uri="{FF2B5EF4-FFF2-40B4-BE49-F238E27FC236}">
                    <a16:creationId xmlns:a16="http://schemas.microsoft.com/office/drawing/2014/main" id="{FEE5F469-66A7-4429-9C03-23E0625BD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192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37 w 3"/>
                  <a:gd name="T5" fmla="*/ 128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0" name="Freeform 2338">
                <a:extLst>
                  <a:ext uri="{FF2B5EF4-FFF2-40B4-BE49-F238E27FC236}">
                    <a16:creationId xmlns:a16="http://schemas.microsoft.com/office/drawing/2014/main" id="{BC9C85C9-2CEC-4F5F-A794-3D73120F4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202"/>
                <a:ext cx="17" cy="17"/>
              </a:xfrm>
              <a:custGeom>
                <a:avLst/>
                <a:gdLst>
                  <a:gd name="T0" fmla="*/ 53 w 9"/>
                  <a:gd name="T1" fmla="*/ 144 h 9"/>
                  <a:gd name="T2" fmla="*/ 272 w 9"/>
                  <a:gd name="T3" fmla="*/ 53 h 9"/>
                  <a:gd name="T4" fmla="*/ 402 w 9"/>
                  <a:gd name="T5" fmla="*/ 272 h 9"/>
                  <a:gd name="T6" fmla="*/ 189 w 9"/>
                  <a:gd name="T7" fmla="*/ 357 h 9"/>
                  <a:gd name="T8" fmla="*/ 53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ubicBezTo>
                      <a:pt x="8" y="8"/>
                      <a:pt x="6" y="9"/>
                      <a:pt x="4" y="8"/>
                    </a:cubicBezTo>
                    <a:cubicBezTo>
                      <a:pt x="1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1" name="Freeform 2339">
                <a:extLst>
                  <a:ext uri="{FF2B5EF4-FFF2-40B4-BE49-F238E27FC236}">
                    <a16:creationId xmlns:a16="http://schemas.microsoft.com/office/drawing/2014/main" id="{FBC5B3EA-435C-4CFD-902D-4DB7DFF20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205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2" name="Freeform 2340">
                <a:extLst>
                  <a:ext uri="{FF2B5EF4-FFF2-40B4-BE49-F238E27FC236}">
                    <a16:creationId xmlns:a16="http://schemas.microsoft.com/office/drawing/2014/main" id="{1AB6F5A1-F748-49B1-80CC-5CFE7552E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215"/>
                <a:ext cx="16" cy="19"/>
              </a:xfrm>
              <a:custGeom>
                <a:avLst/>
                <a:gdLst>
                  <a:gd name="T0" fmla="*/ 37 w 9"/>
                  <a:gd name="T1" fmla="*/ 144 h 10"/>
                  <a:gd name="T2" fmla="*/ 208 w 9"/>
                  <a:gd name="T3" fmla="*/ 55 h 10"/>
                  <a:gd name="T4" fmla="*/ 247 w 9"/>
                  <a:gd name="T5" fmla="*/ 329 h 10"/>
                  <a:gd name="T6" fmla="*/ 89 w 9"/>
                  <a:gd name="T7" fmla="*/ 418 h 10"/>
                  <a:gd name="T8" fmla="*/ 37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ubicBezTo>
                      <a:pt x="7" y="9"/>
                      <a:pt x="5" y="10"/>
                      <a:pt x="3" y="9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3" name="Freeform 2341">
                <a:extLst>
                  <a:ext uri="{FF2B5EF4-FFF2-40B4-BE49-F238E27FC236}">
                    <a16:creationId xmlns:a16="http://schemas.microsoft.com/office/drawing/2014/main" id="{23E82B44-19C1-4CFD-B493-17E0A76E4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219"/>
                <a:ext cx="6" cy="8"/>
              </a:xfrm>
              <a:custGeom>
                <a:avLst/>
                <a:gdLst>
                  <a:gd name="T0" fmla="*/ 0 w 3"/>
                  <a:gd name="T1" fmla="*/ 64 h 4"/>
                  <a:gd name="T2" fmla="*/ 128 w 3"/>
                  <a:gd name="T3" fmla="*/ 64 h 4"/>
                  <a:gd name="T4" fmla="*/ 192 w 3"/>
                  <a:gd name="T5" fmla="*/ 192 h 4"/>
                  <a:gd name="T6" fmla="*/ 64 w 3"/>
                  <a:gd name="T7" fmla="*/ 192 h 4"/>
                  <a:gd name="T8" fmla="*/ 0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4" name="Freeform 2342">
                <a:extLst>
                  <a:ext uri="{FF2B5EF4-FFF2-40B4-BE49-F238E27FC236}">
                    <a16:creationId xmlns:a16="http://schemas.microsoft.com/office/drawing/2014/main" id="{4C459350-668C-4AED-9E1B-0F7CBD42E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229"/>
                <a:ext cx="16" cy="19"/>
              </a:xfrm>
              <a:custGeom>
                <a:avLst/>
                <a:gdLst>
                  <a:gd name="T0" fmla="*/ 37 w 9"/>
                  <a:gd name="T1" fmla="*/ 144 h 10"/>
                  <a:gd name="T2" fmla="*/ 203 w 9"/>
                  <a:gd name="T3" fmla="*/ 55 h 10"/>
                  <a:gd name="T4" fmla="*/ 247 w 9"/>
                  <a:gd name="T5" fmla="*/ 329 h 10"/>
                  <a:gd name="T6" fmla="*/ 66 w 9"/>
                  <a:gd name="T7" fmla="*/ 380 h 10"/>
                  <a:gd name="T8" fmla="*/ 37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ubicBezTo>
                      <a:pt x="7" y="9"/>
                      <a:pt x="4" y="10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5" name="Freeform 2343">
                <a:extLst>
                  <a:ext uri="{FF2B5EF4-FFF2-40B4-BE49-F238E27FC236}">
                    <a16:creationId xmlns:a16="http://schemas.microsoft.com/office/drawing/2014/main" id="{D8A5572E-90FE-414D-988E-F29A4D237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232"/>
                <a:ext cx="6" cy="6"/>
              </a:xfrm>
              <a:custGeom>
                <a:avLst/>
                <a:gdLst>
                  <a:gd name="T0" fmla="*/ 64 w 3"/>
                  <a:gd name="T1" fmla="*/ 64 h 3"/>
                  <a:gd name="T2" fmla="*/ 192 w 3"/>
                  <a:gd name="T3" fmla="*/ 64 h 3"/>
                  <a:gd name="T4" fmla="*/ 192 w 3"/>
                  <a:gd name="T5" fmla="*/ 192 h 3"/>
                  <a:gd name="T6" fmla="*/ 64 w 3"/>
                  <a:gd name="T7" fmla="*/ 192 h 3"/>
                  <a:gd name="T8" fmla="*/ 64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6" name="Freeform 2344">
                <a:extLst>
                  <a:ext uri="{FF2B5EF4-FFF2-40B4-BE49-F238E27FC236}">
                    <a16:creationId xmlns:a16="http://schemas.microsoft.com/office/drawing/2014/main" id="{40D9E0DF-40AA-4FCF-8C87-F7DCBD11D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242"/>
                <a:ext cx="16" cy="19"/>
              </a:xfrm>
              <a:custGeom>
                <a:avLst/>
                <a:gdLst>
                  <a:gd name="T0" fmla="*/ 37 w 9"/>
                  <a:gd name="T1" fmla="*/ 144 h 10"/>
                  <a:gd name="T2" fmla="*/ 208 w 9"/>
                  <a:gd name="T3" fmla="*/ 55 h 10"/>
                  <a:gd name="T4" fmla="*/ 247 w 9"/>
                  <a:gd name="T5" fmla="*/ 329 h 10"/>
                  <a:gd name="T6" fmla="*/ 89 w 9"/>
                  <a:gd name="T7" fmla="*/ 418 h 10"/>
                  <a:gd name="T8" fmla="*/ 37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7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7" name="Freeform 2345">
                <a:extLst>
                  <a:ext uri="{FF2B5EF4-FFF2-40B4-BE49-F238E27FC236}">
                    <a16:creationId xmlns:a16="http://schemas.microsoft.com/office/drawing/2014/main" id="{6430E377-AE18-4772-85A8-E1566E793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246"/>
                <a:ext cx="5" cy="8"/>
              </a:xfrm>
              <a:custGeom>
                <a:avLst/>
                <a:gdLst>
                  <a:gd name="T0" fmla="*/ 0 w 3"/>
                  <a:gd name="T1" fmla="*/ 64 h 4"/>
                  <a:gd name="T2" fmla="*/ 37 w 3"/>
                  <a:gd name="T3" fmla="*/ 64 h 4"/>
                  <a:gd name="T4" fmla="*/ 62 w 3"/>
                  <a:gd name="T5" fmla="*/ 192 h 4"/>
                  <a:gd name="T6" fmla="*/ 22 w 3"/>
                  <a:gd name="T7" fmla="*/ 192 h 4"/>
                  <a:gd name="T8" fmla="*/ 0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8" name="Freeform 2346">
                <a:extLst>
                  <a:ext uri="{FF2B5EF4-FFF2-40B4-BE49-F238E27FC236}">
                    <a16:creationId xmlns:a16="http://schemas.microsoft.com/office/drawing/2014/main" id="{6B939AFE-FB0A-4452-AC10-417654693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1258"/>
                <a:ext cx="17" cy="17"/>
              </a:xfrm>
              <a:custGeom>
                <a:avLst/>
                <a:gdLst>
                  <a:gd name="T0" fmla="*/ 53 w 9"/>
                  <a:gd name="T1" fmla="*/ 144 h 9"/>
                  <a:gd name="T2" fmla="*/ 272 w 9"/>
                  <a:gd name="T3" fmla="*/ 53 h 9"/>
                  <a:gd name="T4" fmla="*/ 357 w 9"/>
                  <a:gd name="T5" fmla="*/ 272 h 9"/>
                  <a:gd name="T6" fmla="*/ 144 w 9"/>
                  <a:gd name="T7" fmla="*/ 357 h 9"/>
                  <a:gd name="T8" fmla="*/ 53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9" name="Freeform 2347">
                <a:extLst>
                  <a:ext uri="{FF2B5EF4-FFF2-40B4-BE49-F238E27FC236}">
                    <a16:creationId xmlns:a16="http://schemas.microsoft.com/office/drawing/2014/main" id="{DD5367A7-D892-4D8A-9DA2-DDA4C57DE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261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37 w 3"/>
                  <a:gd name="T5" fmla="*/ 128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0" name="Freeform 2348">
                <a:extLst>
                  <a:ext uri="{FF2B5EF4-FFF2-40B4-BE49-F238E27FC236}">
                    <a16:creationId xmlns:a16="http://schemas.microsoft.com/office/drawing/2014/main" id="{7EBC263D-3CBF-49E7-BD50-2BB2D9E08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271"/>
                <a:ext cx="18" cy="19"/>
              </a:xfrm>
              <a:custGeom>
                <a:avLst/>
                <a:gdLst>
                  <a:gd name="T0" fmla="*/ 41 w 10"/>
                  <a:gd name="T1" fmla="*/ 144 h 10"/>
                  <a:gd name="T2" fmla="*/ 239 w 10"/>
                  <a:gd name="T3" fmla="*/ 55 h 10"/>
                  <a:gd name="T4" fmla="*/ 263 w 10"/>
                  <a:gd name="T5" fmla="*/ 329 h 10"/>
                  <a:gd name="T6" fmla="*/ 94 w 10"/>
                  <a:gd name="T7" fmla="*/ 418 h 10"/>
                  <a:gd name="T8" fmla="*/ 41 w 10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5"/>
                      <a:pt x="8" y="7"/>
                    </a:cubicBezTo>
                    <a:cubicBezTo>
                      <a:pt x="7" y="9"/>
                      <a:pt x="5" y="10"/>
                      <a:pt x="3" y="9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1" name="Freeform 2349">
                <a:extLst>
                  <a:ext uri="{FF2B5EF4-FFF2-40B4-BE49-F238E27FC236}">
                    <a16:creationId xmlns:a16="http://schemas.microsoft.com/office/drawing/2014/main" id="{B670EE11-4BB8-4161-A493-740BA3B9B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275"/>
                <a:ext cx="6" cy="8"/>
              </a:xfrm>
              <a:custGeom>
                <a:avLst/>
                <a:gdLst>
                  <a:gd name="T0" fmla="*/ 0 w 3"/>
                  <a:gd name="T1" fmla="*/ 64 h 4"/>
                  <a:gd name="T2" fmla="*/ 128 w 3"/>
                  <a:gd name="T3" fmla="*/ 64 h 4"/>
                  <a:gd name="T4" fmla="*/ 192 w 3"/>
                  <a:gd name="T5" fmla="*/ 192 h 4"/>
                  <a:gd name="T6" fmla="*/ 64 w 3"/>
                  <a:gd name="T7" fmla="*/ 192 h 4"/>
                  <a:gd name="T8" fmla="*/ 0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2" name="Freeform 2350">
                <a:extLst>
                  <a:ext uri="{FF2B5EF4-FFF2-40B4-BE49-F238E27FC236}">
                    <a16:creationId xmlns:a16="http://schemas.microsoft.com/office/drawing/2014/main" id="{643DADB3-E723-4490-B378-18C24F67B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286"/>
                <a:ext cx="16" cy="18"/>
              </a:xfrm>
              <a:custGeom>
                <a:avLst/>
                <a:gdLst>
                  <a:gd name="T0" fmla="*/ 37 w 9"/>
                  <a:gd name="T1" fmla="*/ 192 h 9"/>
                  <a:gd name="T2" fmla="*/ 203 w 9"/>
                  <a:gd name="T3" fmla="*/ 64 h 9"/>
                  <a:gd name="T4" fmla="*/ 247 w 9"/>
                  <a:gd name="T5" fmla="*/ 384 h 9"/>
                  <a:gd name="T6" fmla="*/ 66 w 9"/>
                  <a:gd name="T7" fmla="*/ 512 h 9"/>
                  <a:gd name="T8" fmla="*/ 37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7" y="8"/>
                      <a:pt x="4" y="9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3" name="Freeform 2351">
                <a:extLst>
                  <a:ext uri="{FF2B5EF4-FFF2-40B4-BE49-F238E27FC236}">
                    <a16:creationId xmlns:a16="http://schemas.microsoft.com/office/drawing/2014/main" id="{CEB49DD4-2956-4C91-B9EC-CCCDDDD55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290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4" name="Freeform 2352">
                <a:extLst>
                  <a:ext uri="{FF2B5EF4-FFF2-40B4-BE49-F238E27FC236}">
                    <a16:creationId xmlns:a16="http://schemas.microsoft.com/office/drawing/2014/main" id="{6B28914F-9307-431A-A278-06D68564C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302"/>
                <a:ext cx="17" cy="17"/>
              </a:xfrm>
              <a:custGeom>
                <a:avLst/>
                <a:gdLst>
                  <a:gd name="T0" fmla="*/ 53 w 9"/>
                  <a:gd name="T1" fmla="*/ 100 h 9"/>
                  <a:gd name="T2" fmla="*/ 272 w 9"/>
                  <a:gd name="T3" fmla="*/ 53 h 9"/>
                  <a:gd name="T4" fmla="*/ 357 w 9"/>
                  <a:gd name="T5" fmla="*/ 272 h 9"/>
                  <a:gd name="T6" fmla="*/ 100 w 9"/>
                  <a:gd name="T7" fmla="*/ 357 h 9"/>
                  <a:gd name="T8" fmla="*/ 53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ubicBezTo>
                      <a:pt x="7" y="8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5" name="Freeform 2353">
                <a:extLst>
                  <a:ext uri="{FF2B5EF4-FFF2-40B4-BE49-F238E27FC236}">
                    <a16:creationId xmlns:a16="http://schemas.microsoft.com/office/drawing/2014/main" id="{0070B055-7B25-489C-9DB3-071220159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1306"/>
                <a:ext cx="6" cy="6"/>
              </a:xfrm>
              <a:custGeom>
                <a:avLst/>
                <a:gdLst>
                  <a:gd name="T0" fmla="*/ 64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64 w 3"/>
                  <a:gd name="T7" fmla="*/ 128 h 3"/>
                  <a:gd name="T8" fmla="*/ 64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6" name="Freeform 2354">
                <a:extLst>
                  <a:ext uri="{FF2B5EF4-FFF2-40B4-BE49-F238E27FC236}">
                    <a16:creationId xmlns:a16="http://schemas.microsoft.com/office/drawing/2014/main" id="{2B728E41-BC9A-44DF-B2AF-BE5932D5B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315"/>
                <a:ext cx="16" cy="18"/>
              </a:xfrm>
              <a:custGeom>
                <a:avLst/>
                <a:gdLst>
                  <a:gd name="T0" fmla="*/ 37 w 9"/>
                  <a:gd name="T1" fmla="*/ 192 h 9"/>
                  <a:gd name="T2" fmla="*/ 208 w 9"/>
                  <a:gd name="T3" fmla="*/ 64 h 9"/>
                  <a:gd name="T4" fmla="*/ 247 w 9"/>
                  <a:gd name="T5" fmla="*/ 448 h 9"/>
                  <a:gd name="T6" fmla="*/ 66 w 9"/>
                  <a:gd name="T7" fmla="*/ 512 h 9"/>
                  <a:gd name="T8" fmla="*/ 37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8" y="3"/>
                      <a:pt x="9" y="5"/>
                      <a:pt x="8" y="7"/>
                    </a:cubicBez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7" name="Freeform 2355">
                <a:extLst>
                  <a:ext uri="{FF2B5EF4-FFF2-40B4-BE49-F238E27FC236}">
                    <a16:creationId xmlns:a16="http://schemas.microsoft.com/office/drawing/2014/main" id="{2BD1387B-3C7F-4B7F-A748-5EE50EE98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319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64 h 3"/>
                  <a:gd name="T4" fmla="*/ 128 w 3"/>
                  <a:gd name="T5" fmla="*/ 192 h 3"/>
                  <a:gd name="T6" fmla="*/ 0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8" name="Freeform 2356">
                <a:extLst>
                  <a:ext uri="{FF2B5EF4-FFF2-40B4-BE49-F238E27FC236}">
                    <a16:creationId xmlns:a16="http://schemas.microsoft.com/office/drawing/2014/main" id="{E01D1AF7-2057-4689-800E-186AD2FD1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331"/>
                <a:ext cx="17" cy="17"/>
              </a:xfrm>
              <a:custGeom>
                <a:avLst/>
                <a:gdLst>
                  <a:gd name="T0" fmla="*/ 53 w 9"/>
                  <a:gd name="T1" fmla="*/ 100 h 9"/>
                  <a:gd name="T2" fmla="*/ 317 w 9"/>
                  <a:gd name="T3" fmla="*/ 53 h 9"/>
                  <a:gd name="T4" fmla="*/ 357 w 9"/>
                  <a:gd name="T5" fmla="*/ 317 h 9"/>
                  <a:gd name="T6" fmla="*/ 100 w 9"/>
                  <a:gd name="T7" fmla="*/ 357 h 9"/>
                  <a:gd name="T8" fmla="*/ 53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ubicBezTo>
                      <a:pt x="7" y="9"/>
                      <a:pt x="4" y="9"/>
                      <a:pt x="2" y="8"/>
                    </a:cubicBezTo>
                    <a:cubicBezTo>
                      <a:pt x="1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9" name="Freeform 2357">
                <a:extLst>
                  <a:ext uri="{FF2B5EF4-FFF2-40B4-BE49-F238E27FC236}">
                    <a16:creationId xmlns:a16="http://schemas.microsoft.com/office/drawing/2014/main" id="{1D1A3D7B-652C-4C63-A2AB-5F2181E16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335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0" name="Freeform 2358">
                <a:extLst>
                  <a:ext uri="{FF2B5EF4-FFF2-40B4-BE49-F238E27FC236}">
                    <a16:creationId xmlns:a16="http://schemas.microsoft.com/office/drawing/2014/main" id="{04925C0E-57CE-416B-B3E9-0DB772D02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344"/>
                <a:ext cx="16" cy="20"/>
              </a:xfrm>
              <a:custGeom>
                <a:avLst/>
                <a:gdLst>
                  <a:gd name="T0" fmla="*/ 37 w 9"/>
                  <a:gd name="T1" fmla="*/ 192 h 10"/>
                  <a:gd name="T2" fmla="*/ 208 w 9"/>
                  <a:gd name="T3" fmla="*/ 128 h 10"/>
                  <a:gd name="T4" fmla="*/ 247 w 9"/>
                  <a:gd name="T5" fmla="*/ 448 h 10"/>
                  <a:gd name="T6" fmla="*/ 66 w 9"/>
                  <a:gd name="T7" fmla="*/ 512 h 10"/>
                  <a:gd name="T8" fmla="*/ 37 w 9"/>
                  <a:gd name="T9" fmla="*/ 19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2" y="1"/>
                      <a:pt x="5" y="0"/>
                      <a:pt x="7" y="2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7" y="9"/>
                      <a:pt x="4" y="10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1" name="Freeform 2359">
                <a:extLst>
                  <a:ext uri="{FF2B5EF4-FFF2-40B4-BE49-F238E27FC236}">
                    <a16:creationId xmlns:a16="http://schemas.microsoft.com/office/drawing/2014/main" id="{57B18115-B26A-470C-AF18-42AFE0962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348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64 h 3"/>
                  <a:gd name="T4" fmla="*/ 128 w 3"/>
                  <a:gd name="T5" fmla="*/ 192 h 3"/>
                  <a:gd name="T6" fmla="*/ 64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2" name="Freeform 2360">
                <a:extLst>
                  <a:ext uri="{FF2B5EF4-FFF2-40B4-BE49-F238E27FC236}">
                    <a16:creationId xmlns:a16="http://schemas.microsoft.com/office/drawing/2014/main" id="{7B3AF93A-2C1F-4475-92D6-3B606E60F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360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53 h 9"/>
                  <a:gd name="T4" fmla="*/ 247 w 9"/>
                  <a:gd name="T5" fmla="*/ 317 h 9"/>
                  <a:gd name="T6" fmla="*/ 66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3" name="Freeform 2361">
                <a:extLst>
                  <a:ext uri="{FF2B5EF4-FFF2-40B4-BE49-F238E27FC236}">
                    <a16:creationId xmlns:a16="http://schemas.microsoft.com/office/drawing/2014/main" id="{6F3FADA0-5A3C-49D3-9409-2B221A909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364"/>
                <a:ext cx="5" cy="5"/>
              </a:xfrm>
              <a:custGeom>
                <a:avLst/>
                <a:gdLst>
                  <a:gd name="T0" fmla="*/ 0 w 3"/>
                  <a:gd name="T1" fmla="*/ 22 h 3"/>
                  <a:gd name="T2" fmla="*/ 37 w 3"/>
                  <a:gd name="T3" fmla="*/ 0 h 3"/>
                  <a:gd name="T4" fmla="*/ 37 w 3"/>
                  <a:gd name="T5" fmla="*/ 37 h 3"/>
                  <a:gd name="T6" fmla="*/ 0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4" name="Freeform 2362">
                <a:extLst>
                  <a:ext uri="{FF2B5EF4-FFF2-40B4-BE49-F238E27FC236}">
                    <a16:creationId xmlns:a16="http://schemas.microsoft.com/office/drawing/2014/main" id="{EA9B89CD-0792-43ED-BE38-520850921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375"/>
                <a:ext cx="18" cy="18"/>
              </a:xfrm>
              <a:custGeom>
                <a:avLst/>
                <a:gdLst>
                  <a:gd name="T0" fmla="*/ 74 w 10"/>
                  <a:gd name="T1" fmla="*/ 128 h 9"/>
                  <a:gd name="T2" fmla="*/ 239 w 10"/>
                  <a:gd name="T3" fmla="*/ 64 h 9"/>
                  <a:gd name="T4" fmla="*/ 263 w 10"/>
                  <a:gd name="T5" fmla="*/ 448 h 9"/>
                  <a:gd name="T6" fmla="*/ 94 w 10"/>
                  <a:gd name="T7" fmla="*/ 512 h 9"/>
                  <a:gd name="T8" fmla="*/ 74 w 10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2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10" y="5"/>
                      <a:pt x="8" y="7"/>
                    </a:cubicBez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5" name="Freeform 2363">
                <a:extLst>
                  <a:ext uri="{FF2B5EF4-FFF2-40B4-BE49-F238E27FC236}">
                    <a16:creationId xmlns:a16="http://schemas.microsoft.com/office/drawing/2014/main" id="{9BE73307-56B9-4424-9E8C-25E25F59D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379"/>
                <a:ext cx="6" cy="6"/>
              </a:xfrm>
              <a:custGeom>
                <a:avLst/>
                <a:gdLst>
                  <a:gd name="T0" fmla="*/ 64 w 3"/>
                  <a:gd name="T1" fmla="*/ 64 h 3"/>
                  <a:gd name="T2" fmla="*/ 192 w 3"/>
                  <a:gd name="T3" fmla="*/ 0 h 3"/>
                  <a:gd name="T4" fmla="*/ 192 w 3"/>
                  <a:gd name="T5" fmla="*/ 128 h 3"/>
                  <a:gd name="T6" fmla="*/ 64 w 3"/>
                  <a:gd name="T7" fmla="*/ 192 h 3"/>
                  <a:gd name="T8" fmla="*/ 64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6" name="Freeform 2364">
                <a:extLst>
                  <a:ext uri="{FF2B5EF4-FFF2-40B4-BE49-F238E27FC236}">
                    <a16:creationId xmlns:a16="http://schemas.microsoft.com/office/drawing/2014/main" id="{BE94DE7E-CA32-46D3-BBE8-C204C62CB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391"/>
                <a:ext cx="17" cy="17"/>
              </a:xfrm>
              <a:custGeom>
                <a:avLst/>
                <a:gdLst>
                  <a:gd name="T0" fmla="*/ 53 w 9"/>
                  <a:gd name="T1" fmla="*/ 100 h 9"/>
                  <a:gd name="T2" fmla="*/ 317 w 9"/>
                  <a:gd name="T3" fmla="*/ 53 h 9"/>
                  <a:gd name="T4" fmla="*/ 357 w 9"/>
                  <a:gd name="T5" fmla="*/ 317 h 9"/>
                  <a:gd name="T6" fmla="*/ 100 w 9"/>
                  <a:gd name="T7" fmla="*/ 357 h 9"/>
                  <a:gd name="T8" fmla="*/ 53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8" y="2"/>
                      <a:pt x="9" y="5"/>
                      <a:pt x="8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7" name="Freeform 2365">
                <a:extLst>
                  <a:ext uri="{FF2B5EF4-FFF2-40B4-BE49-F238E27FC236}">
                    <a16:creationId xmlns:a16="http://schemas.microsoft.com/office/drawing/2014/main" id="{BA7026B3-0D60-43C9-BB67-4D4C3E9D4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395"/>
                <a:ext cx="5" cy="5"/>
              </a:xfrm>
              <a:custGeom>
                <a:avLst/>
                <a:gdLst>
                  <a:gd name="T0" fmla="*/ 0 w 3"/>
                  <a:gd name="T1" fmla="*/ 22 h 3"/>
                  <a:gd name="T2" fmla="*/ 37 w 3"/>
                  <a:gd name="T3" fmla="*/ 0 h 3"/>
                  <a:gd name="T4" fmla="*/ 37 w 3"/>
                  <a:gd name="T5" fmla="*/ 37 h 3"/>
                  <a:gd name="T6" fmla="*/ 0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8" name="Freeform 2366">
                <a:extLst>
                  <a:ext uri="{FF2B5EF4-FFF2-40B4-BE49-F238E27FC236}">
                    <a16:creationId xmlns:a16="http://schemas.microsoft.com/office/drawing/2014/main" id="{B7A079C3-B7AE-4BA7-B078-7A85D90B6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406"/>
                <a:ext cx="16" cy="18"/>
              </a:xfrm>
              <a:custGeom>
                <a:avLst/>
                <a:gdLst>
                  <a:gd name="T0" fmla="*/ 66 w 9"/>
                  <a:gd name="T1" fmla="*/ 128 h 9"/>
                  <a:gd name="T2" fmla="*/ 247 w 9"/>
                  <a:gd name="T3" fmla="*/ 64 h 9"/>
                  <a:gd name="T4" fmla="*/ 247 w 9"/>
                  <a:gd name="T5" fmla="*/ 448 h 9"/>
                  <a:gd name="T6" fmla="*/ 66 w 9"/>
                  <a:gd name="T7" fmla="*/ 448 h 9"/>
                  <a:gd name="T8" fmla="*/ 66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8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6" y="9"/>
                      <a:pt x="4" y="9"/>
                      <a:pt x="2" y="7"/>
                    </a:cubicBezTo>
                    <a:cubicBezTo>
                      <a:pt x="1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9" name="Freeform 2367">
                <a:extLst>
                  <a:ext uri="{FF2B5EF4-FFF2-40B4-BE49-F238E27FC236}">
                    <a16:creationId xmlns:a16="http://schemas.microsoft.com/office/drawing/2014/main" id="{65D62F9D-F2AA-47CD-A6D2-23994E134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410"/>
                <a:ext cx="6" cy="6"/>
              </a:xfrm>
              <a:custGeom>
                <a:avLst/>
                <a:gdLst>
                  <a:gd name="T0" fmla="*/ 64 w 3"/>
                  <a:gd name="T1" fmla="*/ 0 h 3"/>
                  <a:gd name="T2" fmla="*/ 192 w 3"/>
                  <a:gd name="T3" fmla="*/ 0 h 3"/>
                  <a:gd name="T4" fmla="*/ 192 w 3"/>
                  <a:gd name="T5" fmla="*/ 128 h 3"/>
                  <a:gd name="T6" fmla="*/ 64 w 3"/>
                  <a:gd name="T7" fmla="*/ 128 h 3"/>
                  <a:gd name="T8" fmla="*/ 64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0" name="Freeform 2368">
                <a:extLst>
                  <a:ext uri="{FF2B5EF4-FFF2-40B4-BE49-F238E27FC236}">
                    <a16:creationId xmlns:a16="http://schemas.microsoft.com/office/drawing/2014/main" id="{1DFAD8C3-1E0D-4DF3-A54D-4989C585F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422"/>
                <a:ext cx="17" cy="17"/>
              </a:xfrm>
              <a:custGeom>
                <a:avLst/>
                <a:gdLst>
                  <a:gd name="T0" fmla="*/ 53 w 9"/>
                  <a:gd name="T1" fmla="*/ 53 h 9"/>
                  <a:gd name="T2" fmla="*/ 317 w 9"/>
                  <a:gd name="T3" fmla="*/ 53 h 9"/>
                  <a:gd name="T4" fmla="*/ 317 w 9"/>
                  <a:gd name="T5" fmla="*/ 317 h 9"/>
                  <a:gd name="T6" fmla="*/ 100 w 9"/>
                  <a:gd name="T7" fmla="*/ 317 h 9"/>
                  <a:gd name="T8" fmla="*/ 53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1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ubicBezTo>
                      <a:pt x="6" y="8"/>
                      <a:pt x="3" y="9"/>
                      <a:pt x="2" y="7"/>
                    </a:cubicBezTo>
                    <a:cubicBezTo>
                      <a:pt x="0" y="6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1" name="Freeform 2369">
                <a:extLst>
                  <a:ext uri="{FF2B5EF4-FFF2-40B4-BE49-F238E27FC236}">
                    <a16:creationId xmlns:a16="http://schemas.microsoft.com/office/drawing/2014/main" id="{69C7B8AB-A119-4E26-9CE3-9D1761193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425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0 h 3"/>
                  <a:gd name="T4" fmla="*/ 37 w 3"/>
                  <a:gd name="T5" fmla="*/ 128 h 3"/>
                  <a:gd name="T6" fmla="*/ 0 w 3"/>
                  <a:gd name="T7" fmla="*/ 1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2" name="Freeform 2370">
                <a:extLst>
                  <a:ext uri="{FF2B5EF4-FFF2-40B4-BE49-F238E27FC236}">
                    <a16:creationId xmlns:a16="http://schemas.microsoft.com/office/drawing/2014/main" id="{68E22192-F70E-426E-BF4B-C1DD98FDF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435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100 h 9"/>
                  <a:gd name="T4" fmla="*/ 208 w 9"/>
                  <a:gd name="T5" fmla="*/ 357 h 9"/>
                  <a:gd name="T6" fmla="*/ 37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1"/>
                      <a:pt x="5" y="0"/>
                      <a:pt x="7" y="2"/>
                    </a:cubicBezTo>
                    <a:cubicBezTo>
                      <a:pt x="8" y="3"/>
                      <a:pt x="9" y="6"/>
                      <a:pt x="7" y="8"/>
                    </a:cubicBezTo>
                    <a:cubicBezTo>
                      <a:pt x="6" y="9"/>
                      <a:pt x="3" y="9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3" name="Freeform 2371">
                <a:extLst>
                  <a:ext uri="{FF2B5EF4-FFF2-40B4-BE49-F238E27FC236}">
                    <a16:creationId xmlns:a16="http://schemas.microsoft.com/office/drawing/2014/main" id="{27875899-89CE-4352-BEF0-FB9A5C1D5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439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64 h 3"/>
                  <a:gd name="T4" fmla="*/ 128 w 3"/>
                  <a:gd name="T5" fmla="*/ 192 h 3"/>
                  <a:gd name="T6" fmla="*/ 0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4" name="Freeform 2372">
                <a:extLst>
                  <a:ext uri="{FF2B5EF4-FFF2-40B4-BE49-F238E27FC236}">
                    <a16:creationId xmlns:a16="http://schemas.microsoft.com/office/drawing/2014/main" id="{E4EECAF6-6A25-40CB-B681-8051B37AF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451"/>
                <a:ext cx="16" cy="17"/>
              </a:xfrm>
              <a:custGeom>
                <a:avLst/>
                <a:gdLst>
                  <a:gd name="T0" fmla="*/ 66 w 9"/>
                  <a:gd name="T1" fmla="*/ 100 h 9"/>
                  <a:gd name="T2" fmla="*/ 247 w 9"/>
                  <a:gd name="T3" fmla="*/ 100 h 9"/>
                  <a:gd name="T4" fmla="*/ 247 w 9"/>
                  <a:gd name="T5" fmla="*/ 357 h 9"/>
                  <a:gd name="T6" fmla="*/ 66 w 9"/>
                  <a:gd name="T7" fmla="*/ 357 h 9"/>
                  <a:gd name="T8" fmla="*/ 66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1"/>
                      <a:pt x="6" y="0"/>
                      <a:pt x="8" y="2"/>
                    </a:cubicBezTo>
                    <a:cubicBezTo>
                      <a:pt x="9" y="3"/>
                      <a:pt x="9" y="6"/>
                      <a:pt x="8" y="8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1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5" name="Freeform 2373">
                <a:extLst>
                  <a:ext uri="{FF2B5EF4-FFF2-40B4-BE49-F238E27FC236}">
                    <a16:creationId xmlns:a16="http://schemas.microsoft.com/office/drawing/2014/main" id="{8B88743A-7C5B-4FEA-9568-73E735DDD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454"/>
                <a:ext cx="6" cy="6"/>
              </a:xfrm>
              <a:custGeom>
                <a:avLst/>
                <a:gdLst>
                  <a:gd name="T0" fmla="*/ 64 w 3"/>
                  <a:gd name="T1" fmla="*/ 64 h 3"/>
                  <a:gd name="T2" fmla="*/ 192 w 3"/>
                  <a:gd name="T3" fmla="*/ 64 h 3"/>
                  <a:gd name="T4" fmla="*/ 192 w 3"/>
                  <a:gd name="T5" fmla="*/ 192 h 3"/>
                  <a:gd name="T6" fmla="*/ 64 w 3"/>
                  <a:gd name="T7" fmla="*/ 192 h 3"/>
                  <a:gd name="T8" fmla="*/ 64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6" name="Freeform 2374">
                <a:extLst>
                  <a:ext uri="{FF2B5EF4-FFF2-40B4-BE49-F238E27FC236}">
                    <a16:creationId xmlns:a16="http://schemas.microsoft.com/office/drawing/2014/main" id="{9BF75C7B-4962-4BC8-9A86-418FC9CAF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468"/>
                <a:ext cx="17" cy="17"/>
              </a:xfrm>
              <a:custGeom>
                <a:avLst/>
                <a:gdLst>
                  <a:gd name="T0" fmla="*/ 53 w 9"/>
                  <a:gd name="T1" fmla="*/ 53 h 9"/>
                  <a:gd name="T2" fmla="*/ 317 w 9"/>
                  <a:gd name="T3" fmla="*/ 53 h 9"/>
                  <a:gd name="T4" fmla="*/ 317 w 9"/>
                  <a:gd name="T5" fmla="*/ 317 h 9"/>
                  <a:gd name="T6" fmla="*/ 100 w 9"/>
                  <a:gd name="T7" fmla="*/ 317 h 9"/>
                  <a:gd name="T8" fmla="*/ 53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1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ubicBezTo>
                      <a:pt x="6" y="8"/>
                      <a:pt x="3" y="9"/>
                      <a:pt x="2" y="7"/>
                    </a:cubicBezTo>
                    <a:cubicBezTo>
                      <a:pt x="0" y="6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7" name="Freeform 2375">
                <a:extLst>
                  <a:ext uri="{FF2B5EF4-FFF2-40B4-BE49-F238E27FC236}">
                    <a16:creationId xmlns:a16="http://schemas.microsoft.com/office/drawing/2014/main" id="{B9147713-9912-4EEC-A59B-F7EC5F87A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472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0 h 3"/>
                  <a:gd name="T4" fmla="*/ 37 w 3"/>
                  <a:gd name="T5" fmla="*/ 128 h 3"/>
                  <a:gd name="T6" fmla="*/ 0 w 3"/>
                  <a:gd name="T7" fmla="*/ 1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8" name="Freeform 2376">
                <a:extLst>
                  <a:ext uri="{FF2B5EF4-FFF2-40B4-BE49-F238E27FC236}">
                    <a16:creationId xmlns:a16="http://schemas.microsoft.com/office/drawing/2014/main" id="{D72997D1-DE53-4B95-ACB0-C79B38A43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070"/>
                <a:ext cx="16" cy="18"/>
              </a:xfrm>
              <a:custGeom>
                <a:avLst/>
                <a:gdLst>
                  <a:gd name="T0" fmla="*/ 0 w 9"/>
                  <a:gd name="T1" fmla="*/ 256 h 9"/>
                  <a:gd name="T2" fmla="*/ 158 w 9"/>
                  <a:gd name="T3" fmla="*/ 64 h 9"/>
                  <a:gd name="T4" fmla="*/ 247 w 9"/>
                  <a:gd name="T5" fmla="*/ 320 h 9"/>
                  <a:gd name="T6" fmla="*/ 117 w 9"/>
                  <a:gd name="T7" fmla="*/ 576 h 9"/>
                  <a:gd name="T8" fmla="*/ 0 w 9"/>
                  <a:gd name="T9" fmla="*/ 2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8" y="7"/>
                      <a:pt x="6" y="9"/>
                      <a:pt x="4" y="9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9" name="Freeform 2377">
                <a:extLst>
                  <a:ext uri="{FF2B5EF4-FFF2-40B4-BE49-F238E27FC236}">
                    <a16:creationId xmlns:a16="http://schemas.microsoft.com/office/drawing/2014/main" id="{4231C86D-7A3D-4EBA-9896-2E4550BBF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074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64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0" name="Freeform 2378">
                <a:extLst>
                  <a:ext uri="{FF2B5EF4-FFF2-40B4-BE49-F238E27FC236}">
                    <a16:creationId xmlns:a16="http://schemas.microsoft.com/office/drawing/2014/main" id="{7452BD65-05A2-4FAD-9C4F-F6B14D396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082"/>
                <a:ext cx="16" cy="17"/>
              </a:xfrm>
              <a:custGeom>
                <a:avLst/>
                <a:gdLst>
                  <a:gd name="T0" fmla="*/ 37 w 9"/>
                  <a:gd name="T1" fmla="*/ 189 h 9"/>
                  <a:gd name="T2" fmla="*/ 158 w 9"/>
                  <a:gd name="T3" fmla="*/ 53 h 9"/>
                  <a:gd name="T4" fmla="*/ 281 w 9"/>
                  <a:gd name="T5" fmla="*/ 213 h 9"/>
                  <a:gd name="T6" fmla="*/ 117 w 9"/>
                  <a:gd name="T7" fmla="*/ 402 h 9"/>
                  <a:gd name="T8" fmla="*/ 37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8" y="1"/>
                      <a:pt x="9" y="3"/>
                      <a:pt x="9" y="5"/>
                    </a:cubicBez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1" name="Freeform 2379">
                <a:extLst>
                  <a:ext uri="{FF2B5EF4-FFF2-40B4-BE49-F238E27FC236}">
                    <a16:creationId xmlns:a16="http://schemas.microsoft.com/office/drawing/2014/main" id="{0028AF64-480B-4182-905C-347AD4C32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086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64 w 3"/>
                  <a:gd name="T3" fmla="*/ 0 h 3"/>
                  <a:gd name="T4" fmla="*/ 192 w 3"/>
                  <a:gd name="T5" fmla="*/ 128 h 3"/>
                  <a:gd name="T6" fmla="*/ 64 w 3"/>
                  <a:gd name="T7" fmla="*/ 192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2" name="Freeform 2380">
                <a:extLst>
                  <a:ext uri="{FF2B5EF4-FFF2-40B4-BE49-F238E27FC236}">
                    <a16:creationId xmlns:a16="http://schemas.microsoft.com/office/drawing/2014/main" id="{B2F7FA80-4F99-4394-AEF5-847962971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1095"/>
                <a:ext cx="16" cy="18"/>
              </a:xfrm>
              <a:custGeom>
                <a:avLst/>
                <a:gdLst>
                  <a:gd name="T0" fmla="*/ 0 w 9"/>
                  <a:gd name="T1" fmla="*/ 192 h 9"/>
                  <a:gd name="T2" fmla="*/ 158 w 9"/>
                  <a:gd name="T3" fmla="*/ 0 h 9"/>
                  <a:gd name="T4" fmla="*/ 247 w 9"/>
                  <a:gd name="T5" fmla="*/ 320 h 9"/>
                  <a:gd name="T6" fmla="*/ 89 w 9"/>
                  <a:gd name="T7" fmla="*/ 512 h 9"/>
                  <a:gd name="T8" fmla="*/ 0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7" y="7"/>
                      <a:pt x="5" y="9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3" name="Freeform 2381">
                <a:extLst>
                  <a:ext uri="{FF2B5EF4-FFF2-40B4-BE49-F238E27FC236}">
                    <a16:creationId xmlns:a16="http://schemas.microsoft.com/office/drawing/2014/main" id="{FE121633-9FF5-45A1-B235-95C873739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099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64 w 3"/>
                  <a:gd name="T7" fmla="*/ 128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4" name="Freeform 2382">
                <a:extLst>
                  <a:ext uri="{FF2B5EF4-FFF2-40B4-BE49-F238E27FC236}">
                    <a16:creationId xmlns:a16="http://schemas.microsoft.com/office/drawing/2014/main" id="{37D0B3EE-9E96-47A9-8415-63A0AE241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107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0 h 9"/>
                  <a:gd name="T4" fmla="*/ 247 w 9"/>
                  <a:gd name="T5" fmla="*/ 213 h 9"/>
                  <a:gd name="T6" fmla="*/ 89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8" y="5"/>
                    </a:cubicBezTo>
                    <a:cubicBezTo>
                      <a:pt x="8" y="7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5" name="Freeform 2383">
                <a:extLst>
                  <a:ext uri="{FF2B5EF4-FFF2-40B4-BE49-F238E27FC236}">
                    <a16:creationId xmlns:a16="http://schemas.microsoft.com/office/drawing/2014/main" id="{798CAE1A-8FE2-4F9F-86BD-CFB1C3160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111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0 h 3"/>
                  <a:gd name="T4" fmla="*/ 128 w 3"/>
                  <a:gd name="T5" fmla="*/ 128 h 3"/>
                  <a:gd name="T6" fmla="*/ 64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6" name="Freeform 2384">
                <a:extLst>
                  <a:ext uri="{FF2B5EF4-FFF2-40B4-BE49-F238E27FC236}">
                    <a16:creationId xmlns:a16="http://schemas.microsoft.com/office/drawing/2014/main" id="{2884002B-6F95-4EDD-B4CF-22C613865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119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53 h 9"/>
                  <a:gd name="T4" fmla="*/ 247 w 9"/>
                  <a:gd name="T5" fmla="*/ 272 h 9"/>
                  <a:gd name="T6" fmla="*/ 89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1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7" name="Freeform 2385">
                <a:extLst>
                  <a:ext uri="{FF2B5EF4-FFF2-40B4-BE49-F238E27FC236}">
                    <a16:creationId xmlns:a16="http://schemas.microsoft.com/office/drawing/2014/main" id="{7D2A1AA1-5E21-4FF9-B2A5-E616FAC24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122"/>
                <a:ext cx="6" cy="6"/>
              </a:xfrm>
              <a:custGeom>
                <a:avLst/>
                <a:gdLst>
                  <a:gd name="T0" fmla="*/ 64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128 w 3"/>
                  <a:gd name="T7" fmla="*/ 192 h 3"/>
                  <a:gd name="T8" fmla="*/ 64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8" name="Freeform 2386">
                <a:extLst>
                  <a:ext uri="{FF2B5EF4-FFF2-40B4-BE49-F238E27FC236}">
                    <a16:creationId xmlns:a16="http://schemas.microsoft.com/office/drawing/2014/main" id="{DB97E110-2DFB-463B-A8CB-9CCF6466F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132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0 h 9"/>
                  <a:gd name="T4" fmla="*/ 247 w 9"/>
                  <a:gd name="T5" fmla="*/ 213 h 9"/>
                  <a:gd name="T6" fmla="*/ 89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8" y="1"/>
                      <a:pt x="9" y="3"/>
                      <a:pt x="8" y="5"/>
                    </a:cubicBezTo>
                    <a:cubicBezTo>
                      <a:pt x="8" y="7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9" name="Freeform 2387">
                <a:extLst>
                  <a:ext uri="{FF2B5EF4-FFF2-40B4-BE49-F238E27FC236}">
                    <a16:creationId xmlns:a16="http://schemas.microsoft.com/office/drawing/2014/main" id="{5C47F917-FEBF-479D-9DBB-4C7308F38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136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37 w 3"/>
                  <a:gd name="T7" fmla="*/ 128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0" name="Freeform 2388">
                <a:extLst>
                  <a:ext uri="{FF2B5EF4-FFF2-40B4-BE49-F238E27FC236}">
                    <a16:creationId xmlns:a16="http://schemas.microsoft.com/office/drawing/2014/main" id="{825DEF6E-A9FA-4345-8EF1-01509AFA7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144"/>
                <a:ext cx="16" cy="17"/>
              </a:xfrm>
              <a:custGeom>
                <a:avLst/>
                <a:gdLst>
                  <a:gd name="T0" fmla="*/ 0 w 9"/>
                  <a:gd name="T1" fmla="*/ 189 h 9"/>
                  <a:gd name="T2" fmla="*/ 158 w 9"/>
                  <a:gd name="T3" fmla="*/ 53 h 9"/>
                  <a:gd name="T4" fmla="*/ 247 w 9"/>
                  <a:gd name="T5" fmla="*/ 272 h 9"/>
                  <a:gd name="T6" fmla="*/ 89 w 9"/>
                  <a:gd name="T7" fmla="*/ 402 h 9"/>
                  <a:gd name="T8" fmla="*/ 0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1" y="2"/>
                      <a:pt x="3" y="0"/>
                      <a:pt x="5" y="1"/>
                    </a:cubicBezTo>
                    <a:cubicBezTo>
                      <a:pt x="7" y="2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9"/>
                    </a:cubicBezTo>
                    <a:cubicBezTo>
                      <a:pt x="1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1" name="Freeform 2389">
                <a:extLst>
                  <a:ext uri="{FF2B5EF4-FFF2-40B4-BE49-F238E27FC236}">
                    <a16:creationId xmlns:a16="http://schemas.microsoft.com/office/drawing/2014/main" id="{4C1A80C7-339B-4768-96DA-1B772E40F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148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22 h 3"/>
                  <a:gd name="T4" fmla="*/ 62 w 3"/>
                  <a:gd name="T5" fmla="*/ 37 h 3"/>
                  <a:gd name="T6" fmla="*/ 22 w 3"/>
                  <a:gd name="T7" fmla="*/ 62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2" name="Freeform 2390">
                <a:extLst>
                  <a:ext uri="{FF2B5EF4-FFF2-40B4-BE49-F238E27FC236}">
                    <a16:creationId xmlns:a16="http://schemas.microsoft.com/office/drawing/2014/main" id="{56C28B61-9CBF-4DE4-8264-62587DC87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157"/>
                <a:ext cx="16" cy="18"/>
              </a:xfrm>
              <a:custGeom>
                <a:avLst/>
                <a:gdLst>
                  <a:gd name="T0" fmla="*/ 37 w 9"/>
                  <a:gd name="T1" fmla="*/ 256 h 9"/>
                  <a:gd name="T2" fmla="*/ 203 w 9"/>
                  <a:gd name="T3" fmla="*/ 64 h 9"/>
                  <a:gd name="T4" fmla="*/ 247 w 9"/>
                  <a:gd name="T5" fmla="*/ 384 h 9"/>
                  <a:gd name="T6" fmla="*/ 89 w 9"/>
                  <a:gd name="T7" fmla="*/ 576 h 9"/>
                  <a:gd name="T8" fmla="*/ 37 w 9"/>
                  <a:gd name="T9" fmla="*/ 2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2" y="2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8" y="8"/>
                      <a:pt x="6" y="9"/>
                      <a:pt x="3" y="9"/>
                    </a:cubicBezTo>
                    <a:cubicBezTo>
                      <a:pt x="1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3" name="Freeform 2391">
                <a:extLst>
                  <a:ext uri="{FF2B5EF4-FFF2-40B4-BE49-F238E27FC236}">
                    <a16:creationId xmlns:a16="http://schemas.microsoft.com/office/drawing/2014/main" id="{9799DDC6-33EF-4C18-B7AB-781C1D73D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163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37 w 3"/>
                  <a:gd name="T5" fmla="*/ 64 h 3"/>
                  <a:gd name="T6" fmla="*/ 22 w 3"/>
                  <a:gd name="T7" fmla="*/ 128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4" name="Freeform 2392">
                <a:extLst>
                  <a:ext uri="{FF2B5EF4-FFF2-40B4-BE49-F238E27FC236}">
                    <a16:creationId xmlns:a16="http://schemas.microsoft.com/office/drawing/2014/main" id="{E6CC7BD5-7A35-4611-8ED3-8347306C3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1173"/>
                <a:ext cx="17" cy="17"/>
              </a:xfrm>
              <a:custGeom>
                <a:avLst/>
                <a:gdLst>
                  <a:gd name="T0" fmla="*/ 53 w 9"/>
                  <a:gd name="T1" fmla="*/ 100 h 9"/>
                  <a:gd name="T2" fmla="*/ 317 w 9"/>
                  <a:gd name="T3" fmla="*/ 0 h 9"/>
                  <a:gd name="T4" fmla="*/ 357 w 9"/>
                  <a:gd name="T5" fmla="*/ 272 h 9"/>
                  <a:gd name="T6" fmla="*/ 144 w 9"/>
                  <a:gd name="T7" fmla="*/ 357 h 9"/>
                  <a:gd name="T8" fmla="*/ 53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5" y="0"/>
                      <a:pt x="7" y="0"/>
                    </a:cubicBezTo>
                    <a:cubicBezTo>
                      <a:pt x="9" y="1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5" name="Freeform 2393">
                <a:extLst>
                  <a:ext uri="{FF2B5EF4-FFF2-40B4-BE49-F238E27FC236}">
                    <a16:creationId xmlns:a16="http://schemas.microsoft.com/office/drawing/2014/main" id="{65D69247-CA06-42DB-A6CB-B6109BBC8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176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22 w 3"/>
                  <a:gd name="T7" fmla="*/ 128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6" name="Freeform 2394">
                <a:extLst>
                  <a:ext uri="{FF2B5EF4-FFF2-40B4-BE49-F238E27FC236}">
                    <a16:creationId xmlns:a16="http://schemas.microsoft.com/office/drawing/2014/main" id="{2526D46C-93BD-4706-B0D1-9F84691C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184"/>
                <a:ext cx="17" cy="19"/>
              </a:xfrm>
              <a:custGeom>
                <a:avLst/>
                <a:gdLst>
                  <a:gd name="T0" fmla="*/ 53 w 9"/>
                  <a:gd name="T1" fmla="*/ 144 h 10"/>
                  <a:gd name="T2" fmla="*/ 272 w 9"/>
                  <a:gd name="T3" fmla="*/ 55 h 10"/>
                  <a:gd name="T4" fmla="*/ 357 w 9"/>
                  <a:gd name="T5" fmla="*/ 329 h 10"/>
                  <a:gd name="T6" fmla="*/ 144 w 9"/>
                  <a:gd name="T7" fmla="*/ 418 h 10"/>
                  <a:gd name="T8" fmla="*/ 53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ubicBezTo>
                      <a:pt x="7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7" name="Freeform 2395">
                <a:extLst>
                  <a:ext uri="{FF2B5EF4-FFF2-40B4-BE49-F238E27FC236}">
                    <a16:creationId xmlns:a16="http://schemas.microsoft.com/office/drawing/2014/main" id="{3122000A-599B-4728-ABF5-8E85FAA2B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188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64 h 3"/>
                  <a:gd name="T4" fmla="*/ 37 w 3"/>
                  <a:gd name="T5" fmla="*/ 192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8" name="Freeform 2396">
                <a:extLst>
                  <a:ext uri="{FF2B5EF4-FFF2-40B4-BE49-F238E27FC236}">
                    <a16:creationId xmlns:a16="http://schemas.microsoft.com/office/drawing/2014/main" id="{3FB0818F-158D-49D3-9F5D-F30406876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198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53 h 9"/>
                  <a:gd name="T4" fmla="*/ 247 w 9"/>
                  <a:gd name="T5" fmla="*/ 317 h 9"/>
                  <a:gd name="T6" fmla="*/ 89 w 9"/>
                  <a:gd name="T7" fmla="*/ 402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ubicBezTo>
                      <a:pt x="7" y="9"/>
                      <a:pt x="5" y="9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9" name="Freeform 2397">
                <a:extLst>
                  <a:ext uri="{FF2B5EF4-FFF2-40B4-BE49-F238E27FC236}">
                    <a16:creationId xmlns:a16="http://schemas.microsoft.com/office/drawing/2014/main" id="{11DE465F-1066-42A8-97D9-27BB4B450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202"/>
                <a:ext cx="8" cy="5"/>
              </a:xfrm>
              <a:custGeom>
                <a:avLst/>
                <a:gdLst>
                  <a:gd name="T0" fmla="*/ 64 w 4"/>
                  <a:gd name="T1" fmla="*/ 22 h 3"/>
                  <a:gd name="T2" fmla="*/ 192 w 4"/>
                  <a:gd name="T3" fmla="*/ 22 h 3"/>
                  <a:gd name="T4" fmla="*/ 192 w 4"/>
                  <a:gd name="T5" fmla="*/ 37 h 3"/>
                  <a:gd name="T6" fmla="*/ 64 w 4"/>
                  <a:gd name="T7" fmla="*/ 62 h 3"/>
                  <a:gd name="T8" fmla="*/ 64 w 4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0" name="Freeform 2398">
                <a:extLst>
                  <a:ext uri="{FF2B5EF4-FFF2-40B4-BE49-F238E27FC236}">
                    <a16:creationId xmlns:a16="http://schemas.microsoft.com/office/drawing/2014/main" id="{A3F804C6-2645-463B-8D6D-B41059030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213"/>
                <a:ext cx="16" cy="18"/>
              </a:xfrm>
              <a:custGeom>
                <a:avLst/>
                <a:gdLst>
                  <a:gd name="T0" fmla="*/ 37 w 9"/>
                  <a:gd name="T1" fmla="*/ 128 h 9"/>
                  <a:gd name="T2" fmla="*/ 203 w 9"/>
                  <a:gd name="T3" fmla="*/ 0 h 9"/>
                  <a:gd name="T4" fmla="*/ 247 w 9"/>
                  <a:gd name="T5" fmla="*/ 384 h 9"/>
                  <a:gd name="T6" fmla="*/ 89 w 9"/>
                  <a:gd name="T7" fmla="*/ 512 h 9"/>
                  <a:gd name="T8" fmla="*/ 37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8" y="1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1" name="Freeform 2399">
                <a:extLst>
                  <a:ext uri="{FF2B5EF4-FFF2-40B4-BE49-F238E27FC236}">
                    <a16:creationId xmlns:a16="http://schemas.microsoft.com/office/drawing/2014/main" id="{A319C0D9-580A-40A4-B25B-494E6C42C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217"/>
                <a:ext cx="7" cy="6"/>
              </a:xfrm>
              <a:custGeom>
                <a:avLst/>
                <a:gdLst>
                  <a:gd name="T0" fmla="*/ 37 w 4"/>
                  <a:gd name="T1" fmla="*/ 64 h 3"/>
                  <a:gd name="T2" fmla="*/ 86 w 4"/>
                  <a:gd name="T3" fmla="*/ 0 h 3"/>
                  <a:gd name="T4" fmla="*/ 86 w 4"/>
                  <a:gd name="T5" fmla="*/ 128 h 3"/>
                  <a:gd name="T6" fmla="*/ 37 w 4"/>
                  <a:gd name="T7" fmla="*/ 128 h 3"/>
                  <a:gd name="T8" fmla="*/ 37 w 4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2" name="Freeform 2400">
                <a:extLst>
                  <a:ext uri="{FF2B5EF4-FFF2-40B4-BE49-F238E27FC236}">
                    <a16:creationId xmlns:a16="http://schemas.microsoft.com/office/drawing/2014/main" id="{291A6ADC-B503-43D7-9B85-929D17D43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227"/>
                <a:ext cx="18" cy="17"/>
              </a:xfrm>
              <a:custGeom>
                <a:avLst/>
                <a:gdLst>
                  <a:gd name="T0" fmla="*/ 41 w 10"/>
                  <a:gd name="T1" fmla="*/ 144 h 9"/>
                  <a:gd name="T2" fmla="*/ 239 w 10"/>
                  <a:gd name="T3" fmla="*/ 53 h 9"/>
                  <a:gd name="T4" fmla="*/ 304 w 10"/>
                  <a:gd name="T5" fmla="*/ 272 h 9"/>
                  <a:gd name="T6" fmla="*/ 94 w 10"/>
                  <a:gd name="T7" fmla="*/ 357 h 9"/>
                  <a:gd name="T8" fmla="*/ 41 w 10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3" name="Freeform 2401">
                <a:extLst>
                  <a:ext uri="{FF2B5EF4-FFF2-40B4-BE49-F238E27FC236}">
                    <a16:creationId xmlns:a16="http://schemas.microsoft.com/office/drawing/2014/main" id="{B56DE095-9A81-4500-837D-C119D6C36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231"/>
                <a:ext cx="5" cy="5"/>
              </a:xfrm>
              <a:custGeom>
                <a:avLst/>
                <a:gdLst>
                  <a:gd name="T0" fmla="*/ 0 w 3"/>
                  <a:gd name="T1" fmla="*/ 22 h 3"/>
                  <a:gd name="T2" fmla="*/ 37 w 3"/>
                  <a:gd name="T3" fmla="*/ 0 h 3"/>
                  <a:gd name="T4" fmla="*/ 62 w 3"/>
                  <a:gd name="T5" fmla="*/ 37 h 3"/>
                  <a:gd name="T6" fmla="*/ 22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4" name="Freeform 2402">
                <a:extLst>
                  <a:ext uri="{FF2B5EF4-FFF2-40B4-BE49-F238E27FC236}">
                    <a16:creationId xmlns:a16="http://schemas.microsoft.com/office/drawing/2014/main" id="{5652051B-B323-446A-87CB-9D70D1A3C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240"/>
                <a:ext cx="16" cy="19"/>
              </a:xfrm>
              <a:custGeom>
                <a:avLst/>
                <a:gdLst>
                  <a:gd name="T0" fmla="*/ 37 w 9"/>
                  <a:gd name="T1" fmla="*/ 144 h 10"/>
                  <a:gd name="T2" fmla="*/ 203 w 9"/>
                  <a:gd name="T3" fmla="*/ 55 h 10"/>
                  <a:gd name="T4" fmla="*/ 247 w 9"/>
                  <a:gd name="T5" fmla="*/ 329 h 10"/>
                  <a:gd name="T6" fmla="*/ 89 w 9"/>
                  <a:gd name="T7" fmla="*/ 418 h 10"/>
                  <a:gd name="T8" fmla="*/ 37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ubicBezTo>
                      <a:pt x="7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5" name="Freeform 2403">
                <a:extLst>
                  <a:ext uri="{FF2B5EF4-FFF2-40B4-BE49-F238E27FC236}">
                    <a16:creationId xmlns:a16="http://schemas.microsoft.com/office/drawing/2014/main" id="{EFF65A45-5586-415B-A239-D70E976B1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244"/>
                <a:ext cx="5" cy="8"/>
              </a:xfrm>
              <a:custGeom>
                <a:avLst/>
                <a:gdLst>
                  <a:gd name="T0" fmla="*/ 0 w 3"/>
                  <a:gd name="T1" fmla="*/ 64 h 4"/>
                  <a:gd name="T2" fmla="*/ 37 w 3"/>
                  <a:gd name="T3" fmla="*/ 64 h 4"/>
                  <a:gd name="T4" fmla="*/ 37 w 3"/>
                  <a:gd name="T5" fmla="*/ 192 h 4"/>
                  <a:gd name="T6" fmla="*/ 22 w 3"/>
                  <a:gd name="T7" fmla="*/ 192 h 4"/>
                  <a:gd name="T8" fmla="*/ 0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6" name="Freeform 2404">
                <a:extLst>
                  <a:ext uri="{FF2B5EF4-FFF2-40B4-BE49-F238E27FC236}">
                    <a16:creationId xmlns:a16="http://schemas.microsoft.com/office/drawing/2014/main" id="{7F56C914-BA4E-496B-B36C-4A218003C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256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53 h 9"/>
                  <a:gd name="T4" fmla="*/ 247 w 9"/>
                  <a:gd name="T5" fmla="*/ 272 h 9"/>
                  <a:gd name="T6" fmla="*/ 89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7" name="Freeform 2405">
                <a:extLst>
                  <a:ext uri="{FF2B5EF4-FFF2-40B4-BE49-F238E27FC236}">
                    <a16:creationId xmlns:a16="http://schemas.microsoft.com/office/drawing/2014/main" id="{D6AB9591-B2CE-44FC-AFA4-6033C11CA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259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64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8" name="Freeform 2406">
                <a:extLst>
                  <a:ext uri="{FF2B5EF4-FFF2-40B4-BE49-F238E27FC236}">
                    <a16:creationId xmlns:a16="http://schemas.microsoft.com/office/drawing/2014/main" id="{570E8457-A8F2-40B1-9CF8-684FEFF6A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269"/>
                <a:ext cx="17" cy="19"/>
              </a:xfrm>
              <a:custGeom>
                <a:avLst/>
                <a:gdLst>
                  <a:gd name="T0" fmla="*/ 53 w 9"/>
                  <a:gd name="T1" fmla="*/ 144 h 10"/>
                  <a:gd name="T2" fmla="*/ 272 w 9"/>
                  <a:gd name="T3" fmla="*/ 105 h 10"/>
                  <a:gd name="T4" fmla="*/ 357 w 9"/>
                  <a:gd name="T5" fmla="*/ 329 h 10"/>
                  <a:gd name="T6" fmla="*/ 100 w 9"/>
                  <a:gd name="T7" fmla="*/ 380 h 10"/>
                  <a:gd name="T8" fmla="*/ 53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ubicBezTo>
                      <a:pt x="6" y="9"/>
                      <a:pt x="4" y="10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9" name="Freeform 2407">
                <a:extLst>
                  <a:ext uri="{FF2B5EF4-FFF2-40B4-BE49-F238E27FC236}">
                    <a16:creationId xmlns:a16="http://schemas.microsoft.com/office/drawing/2014/main" id="{E6CC7C6F-4380-4DBF-BE5A-FD174A1F1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273"/>
                <a:ext cx="7" cy="8"/>
              </a:xfrm>
              <a:custGeom>
                <a:avLst/>
                <a:gdLst>
                  <a:gd name="T0" fmla="*/ 37 w 4"/>
                  <a:gd name="T1" fmla="*/ 64 h 4"/>
                  <a:gd name="T2" fmla="*/ 86 w 4"/>
                  <a:gd name="T3" fmla="*/ 64 h 4"/>
                  <a:gd name="T4" fmla="*/ 86 w 4"/>
                  <a:gd name="T5" fmla="*/ 192 h 4"/>
                  <a:gd name="T6" fmla="*/ 37 w 4"/>
                  <a:gd name="T7" fmla="*/ 192 h 4"/>
                  <a:gd name="T8" fmla="*/ 37 w 4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0" name="Freeform 2408">
                <a:extLst>
                  <a:ext uri="{FF2B5EF4-FFF2-40B4-BE49-F238E27FC236}">
                    <a16:creationId xmlns:a16="http://schemas.microsoft.com/office/drawing/2014/main" id="{C849E3F4-6889-4D1D-AB55-0DF736770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285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8 w 9"/>
                  <a:gd name="T3" fmla="*/ 53 h 9"/>
                  <a:gd name="T4" fmla="*/ 247 w 9"/>
                  <a:gd name="T5" fmla="*/ 317 h 9"/>
                  <a:gd name="T6" fmla="*/ 89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ubicBezTo>
                      <a:pt x="7" y="9"/>
                      <a:pt x="4" y="9"/>
                      <a:pt x="3" y="8"/>
                    </a:cubicBezTo>
                    <a:cubicBezTo>
                      <a:pt x="1" y="7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1" name="Freeform 2409">
                <a:extLst>
                  <a:ext uri="{FF2B5EF4-FFF2-40B4-BE49-F238E27FC236}">
                    <a16:creationId xmlns:a16="http://schemas.microsoft.com/office/drawing/2014/main" id="{BA2D3477-DBBC-47F3-B02B-2BFA4039E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288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64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2" name="Freeform 2410">
                <a:extLst>
                  <a:ext uri="{FF2B5EF4-FFF2-40B4-BE49-F238E27FC236}">
                    <a16:creationId xmlns:a16="http://schemas.microsoft.com/office/drawing/2014/main" id="{488BD8CF-7E74-4ED3-B51A-09029AED4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298"/>
                <a:ext cx="16" cy="19"/>
              </a:xfrm>
              <a:custGeom>
                <a:avLst/>
                <a:gdLst>
                  <a:gd name="T0" fmla="*/ 37 w 9"/>
                  <a:gd name="T1" fmla="*/ 144 h 10"/>
                  <a:gd name="T2" fmla="*/ 208 w 9"/>
                  <a:gd name="T3" fmla="*/ 105 h 10"/>
                  <a:gd name="T4" fmla="*/ 247 w 9"/>
                  <a:gd name="T5" fmla="*/ 329 h 10"/>
                  <a:gd name="T6" fmla="*/ 89 w 9"/>
                  <a:gd name="T7" fmla="*/ 380 h 10"/>
                  <a:gd name="T8" fmla="*/ 37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3" y="1"/>
                      <a:pt x="5" y="0"/>
                      <a:pt x="7" y="2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7" y="9"/>
                      <a:pt x="5" y="10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3" name="Freeform 2411">
                <a:extLst>
                  <a:ext uri="{FF2B5EF4-FFF2-40B4-BE49-F238E27FC236}">
                    <a16:creationId xmlns:a16="http://schemas.microsoft.com/office/drawing/2014/main" id="{6FD9B41C-77F7-4201-84D7-874E76573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302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64 h 3"/>
                  <a:gd name="T4" fmla="*/ 62 w 3"/>
                  <a:gd name="T5" fmla="*/ 192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4" name="Freeform 2412">
                <a:extLst>
                  <a:ext uri="{FF2B5EF4-FFF2-40B4-BE49-F238E27FC236}">
                    <a16:creationId xmlns:a16="http://schemas.microsoft.com/office/drawing/2014/main" id="{54FF0A45-3622-4785-98FF-458A6A940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314"/>
                <a:ext cx="18" cy="17"/>
              </a:xfrm>
              <a:custGeom>
                <a:avLst/>
                <a:gdLst>
                  <a:gd name="T0" fmla="*/ 74 w 10"/>
                  <a:gd name="T1" fmla="*/ 100 h 9"/>
                  <a:gd name="T2" fmla="*/ 239 w 10"/>
                  <a:gd name="T3" fmla="*/ 53 h 9"/>
                  <a:gd name="T4" fmla="*/ 263 w 10"/>
                  <a:gd name="T5" fmla="*/ 317 h 9"/>
                  <a:gd name="T6" fmla="*/ 94 w 10"/>
                  <a:gd name="T7" fmla="*/ 357 h 9"/>
                  <a:gd name="T8" fmla="*/ 74 w 10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2"/>
                    </a:moveTo>
                    <a:cubicBezTo>
                      <a:pt x="3" y="1"/>
                      <a:pt x="5" y="0"/>
                      <a:pt x="7" y="1"/>
                    </a:cubicBezTo>
                    <a:cubicBezTo>
                      <a:pt x="9" y="2"/>
                      <a:pt x="10" y="5"/>
                      <a:pt x="8" y="7"/>
                    </a:cubicBez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5" name="Freeform 2413">
                <a:extLst>
                  <a:ext uri="{FF2B5EF4-FFF2-40B4-BE49-F238E27FC236}">
                    <a16:creationId xmlns:a16="http://schemas.microsoft.com/office/drawing/2014/main" id="{145E01EA-1FB4-4CDC-BC28-9630B776F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317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37 w 3"/>
                  <a:gd name="T3" fmla="*/ 0 h 3"/>
                  <a:gd name="T4" fmla="*/ 62 w 3"/>
                  <a:gd name="T5" fmla="*/ 128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6" name="Freeform 2414">
                <a:extLst>
                  <a:ext uri="{FF2B5EF4-FFF2-40B4-BE49-F238E27FC236}">
                    <a16:creationId xmlns:a16="http://schemas.microsoft.com/office/drawing/2014/main" id="{8608F74A-D748-4398-8368-D25FCFD14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329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53 h 9"/>
                  <a:gd name="T4" fmla="*/ 247 w 9"/>
                  <a:gd name="T5" fmla="*/ 272 h 9"/>
                  <a:gd name="T6" fmla="*/ 89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7" name="Freeform 2415">
                <a:extLst>
                  <a:ext uri="{FF2B5EF4-FFF2-40B4-BE49-F238E27FC236}">
                    <a16:creationId xmlns:a16="http://schemas.microsoft.com/office/drawing/2014/main" id="{6F28882D-C6EC-49E6-A010-F48C1C2F7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333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0 h 3"/>
                  <a:gd name="T4" fmla="*/ 192 w 3"/>
                  <a:gd name="T5" fmla="*/ 128 h 3"/>
                  <a:gd name="T6" fmla="*/ 64 w 3"/>
                  <a:gd name="T7" fmla="*/ 128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8" name="Freeform 2416">
                <a:extLst>
                  <a:ext uri="{FF2B5EF4-FFF2-40B4-BE49-F238E27FC236}">
                    <a16:creationId xmlns:a16="http://schemas.microsoft.com/office/drawing/2014/main" id="{DB466A98-0A65-4C42-B600-3C9FD7FB3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344"/>
                <a:ext cx="17" cy="18"/>
              </a:xfrm>
              <a:custGeom>
                <a:avLst/>
                <a:gdLst>
                  <a:gd name="T0" fmla="*/ 53 w 9"/>
                  <a:gd name="T1" fmla="*/ 128 h 9"/>
                  <a:gd name="T2" fmla="*/ 317 w 9"/>
                  <a:gd name="T3" fmla="*/ 64 h 9"/>
                  <a:gd name="T4" fmla="*/ 357 w 9"/>
                  <a:gd name="T5" fmla="*/ 384 h 9"/>
                  <a:gd name="T6" fmla="*/ 100 w 9"/>
                  <a:gd name="T7" fmla="*/ 512 h 9"/>
                  <a:gd name="T8" fmla="*/ 53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6"/>
                    </a:cubicBezTo>
                    <a:cubicBezTo>
                      <a:pt x="7" y="8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9" name="Freeform 2417">
                <a:extLst>
                  <a:ext uri="{FF2B5EF4-FFF2-40B4-BE49-F238E27FC236}">
                    <a16:creationId xmlns:a16="http://schemas.microsoft.com/office/drawing/2014/main" id="{5722AB0E-B1E6-46D3-9273-7CBA13EA2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348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37 w 3"/>
                  <a:gd name="T5" fmla="*/ 128 h 3"/>
                  <a:gd name="T6" fmla="*/ 22 w 3"/>
                  <a:gd name="T7" fmla="*/ 128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0" name="Freeform 2418">
                <a:extLst>
                  <a:ext uri="{FF2B5EF4-FFF2-40B4-BE49-F238E27FC236}">
                    <a16:creationId xmlns:a16="http://schemas.microsoft.com/office/drawing/2014/main" id="{4CE62248-1DD4-4085-B1A2-F1A20F4EE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358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100 h 9"/>
                  <a:gd name="T4" fmla="*/ 208 w 9"/>
                  <a:gd name="T5" fmla="*/ 317 h 9"/>
                  <a:gd name="T6" fmla="*/ 66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1"/>
                      <a:pt x="5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6" y="9"/>
                      <a:pt x="3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1" name="Freeform 2419">
                <a:extLst>
                  <a:ext uri="{FF2B5EF4-FFF2-40B4-BE49-F238E27FC236}">
                    <a16:creationId xmlns:a16="http://schemas.microsoft.com/office/drawing/2014/main" id="{711E4B58-8E5A-42CE-A607-270AFC54D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362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64 h 3"/>
                  <a:gd name="T4" fmla="*/ 128 w 3"/>
                  <a:gd name="T5" fmla="*/ 192 h 3"/>
                  <a:gd name="T6" fmla="*/ 0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2" name="Freeform 2420">
                <a:extLst>
                  <a:ext uri="{FF2B5EF4-FFF2-40B4-BE49-F238E27FC236}">
                    <a16:creationId xmlns:a16="http://schemas.microsoft.com/office/drawing/2014/main" id="{9293473D-D872-4621-A539-4A9CA2352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373"/>
                <a:ext cx="18" cy="18"/>
              </a:xfrm>
              <a:custGeom>
                <a:avLst/>
                <a:gdLst>
                  <a:gd name="T0" fmla="*/ 74 w 10"/>
                  <a:gd name="T1" fmla="*/ 128 h 9"/>
                  <a:gd name="T2" fmla="*/ 263 w 10"/>
                  <a:gd name="T3" fmla="*/ 128 h 9"/>
                  <a:gd name="T4" fmla="*/ 263 w 10"/>
                  <a:gd name="T5" fmla="*/ 448 h 9"/>
                  <a:gd name="T6" fmla="*/ 74 w 10"/>
                  <a:gd name="T7" fmla="*/ 512 h 9"/>
                  <a:gd name="T8" fmla="*/ 74 w 10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2"/>
                    </a:moveTo>
                    <a:cubicBezTo>
                      <a:pt x="3" y="0"/>
                      <a:pt x="6" y="0"/>
                      <a:pt x="8" y="2"/>
                    </a:cubicBezTo>
                    <a:cubicBezTo>
                      <a:pt x="9" y="3"/>
                      <a:pt x="10" y="6"/>
                      <a:pt x="8" y="7"/>
                    </a:cubicBezTo>
                    <a:cubicBezTo>
                      <a:pt x="7" y="9"/>
                      <a:pt x="4" y="9"/>
                      <a:pt x="2" y="8"/>
                    </a:cubicBezTo>
                    <a:cubicBezTo>
                      <a:pt x="1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3" name="Freeform 2421">
                <a:extLst>
                  <a:ext uri="{FF2B5EF4-FFF2-40B4-BE49-F238E27FC236}">
                    <a16:creationId xmlns:a16="http://schemas.microsoft.com/office/drawing/2014/main" id="{AA3CBE2C-4F9C-492B-960F-7B4553945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377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62 w 3"/>
                  <a:gd name="T3" fmla="*/ 64 h 3"/>
                  <a:gd name="T4" fmla="*/ 62 w 3"/>
                  <a:gd name="T5" fmla="*/ 192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4" name="Freeform 2422">
                <a:extLst>
                  <a:ext uri="{FF2B5EF4-FFF2-40B4-BE49-F238E27FC236}">
                    <a16:creationId xmlns:a16="http://schemas.microsoft.com/office/drawing/2014/main" id="{F474C88B-4DB1-4C91-9939-48F8CC6CB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389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53 h 9"/>
                  <a:gd name="T4" fmla="*/ 208 w 9"/>
                  <a:gd name="T5" fmla="*/ 317 h 9"/>
                  <a:gd name="T6" fmla="*/ 37 w 9"/>
                  <a:gd name="T7" fmla="*/ 31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8" y="3"/>
                      <a:pt x="9" y="5"/>
                      <a:pt x="7" y="7"/>
                    </a:cubicBezTo>
                    <a:cubicBezTo>
                      <a:pt x="6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5" name="Freeform 2423">
                <a:extLst>
                  <a:ext uri="{FF2B5EF4-FFF2-40B4-BE49-F238E27FC236}">
                    <a16:creationId xmlns:a16="http://schemas.microsoft.com/office/drawing/2014/main" id="{2BF95D14-3C90-4B1E-B2E6-84BB8A3BE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393"/>
                <a:ext cx="5" cy="5"/>
              </a:xfrm>
              <a:custGeom>
                <a:avLst/>
                <a:gdLst>
                  <a:gd name="T0" fmla="*/ 22 w 3"/>
                  <a:gd name="T1" fmla="*/ 0 h 3"/>
                  <a:gd name="T2" fmla="*/ 62 w 3"/>
                  <a:gd name="T3" fmla="*/ 0 h 3"/>
                  <a:gd name="T4" fmla="*/ 62 w 3"/>
                  <a:gd name="T5" fmla="*/ 37 h 3"/>
                  <a:gd name="T6" fmla="*/ 22 w 3"/>
                  <a:gd name="T7" fmla="*/ 37 h 3"/>
                  <a:gd name="T8" fmla="*/ 2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6" name="Freeform 2424">
                <a:extLst>
                  <a:ext uri="{FF2B5EF4-FFF2-40B4-BE49-F238E27FC236}">
                    <a16:creationId xmlns:a16="http://schemas.microsoft.com/office/drawing/2014/main" id="{CCB9653E-040C-43C3-8547-23C5F7ED1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404"/>
                <a:ext cx="16" cy="18"/>
              </a:xfrm>
              <a:custGeom>
                <a:avLst/>
                <a:gdLst>
                  <a:gd name="T0" fmla="*/ 37 w 9"/>
                  <a:gd name="T1" fmla="*/ 128 h 9"/>
                  <a:gd name="T2" fmla="*/ 208 w 9"/>
                  <a:gd name="T3" fmla="*/ 64 h 9"/>
                  <a:gd name="T4" fmla="*/ 208 w 9"/>
                  <a:gd name="T5" fmla="*/ 448 h 9"/>
                  <a:gd name="T6" fmla="*/ 66 w 9"/>
                  <a:gd name="T7" fmla="*/ 448 h 9"/>
                  <a:gd name="T8" fmla="*/ 37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8" y="3"/>
                      <a:pt x="9" y="5"/>
                      <a:pt x="7" y="7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7" name="Freeform 2425">
                <a:extLst>
                  <a:ext uri="{FF2B5EF4-FFF2-40B4-BE49-F238E27FC236}">
                    <a16:creationId xmlns:a16="http://schemas.microsoft.com/office/drawing/2014/main" id="{882ADCCA-7A55-413E-8505-CC011C0FD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408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0 h 3"/>
                  <a:gd name="T4" fmla="*/ 37 w 3"/>
                  <a:gd name="T5" fmla="*/ 128 h 3"/>
                  <a:gd name="T6" fmla="*/ 0 w 3"/>
                  <a:gd name="T7" fmla="*/ 1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8" name="Freeform 2426">
                <a:extLst>
                  <a:ext uri="{FF2B5EF4-FFF2-40B4-BE49-F238E27FC236}">
                    <a16:creationId xmlns:a16="http://schemas.microsoft.com/office/drawing/2014/main" id="{D87A0B69-2310-4685-A5E1-EB9C9F801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420"/>
                <a:ext cx="17" cy="17"/>
              </a:xfrm>
              <a:custGeom>
                <a:avLst/>
                <a:gdLst>
                  <a:gd name="T0" fmla="*/ 100 w 9"/>
                  <a:gd name="T1" fmla="*/ 100 h 9"/>
                  <a:gd name="T2" fmla="*/ 317 w 9"/>
                  <a:gd name="T3" fmla="*/ 53 h 9"/>
                  <a:gd name="T4" fmla="*/ 357 w 9"/>
                  <a:gd name="T5" fmla="*/ 317 h 9"/>
                  <a:gd name="T6" fmla="*/ 100 w 9"/>
                  <a:gd name="T7" fmla="*/ 357 h 9"/>
                  <a:gd name="T8" fmla="*/ 100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9" name="Freeform 2427">
                <a:extLst>
                  <a:ext uri="{FF2B5EF4-FFF2-40B4-BE49-F238E27FC236}">
                    <a16:creationId xmlns:a16="http://schemas.microsoft.com/office/drawing/2014/main" id="{F462E4E6-D42A-402A-9F1F-6DB27321A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424"/>
                <a:ext cx="5" cy="5"/>
              </a:xfrm>
              <a:custGeom>
                <a:avLst/>
                <a:gdLst>
                  <a:gd name="T0" fmla="*/ 22 w 3"/>
                  <a:gd name="T1" fmla="*/ 22 h 3"/>
                  <a:gd name="T2" fmla="*/ 62 w 3"/>
                  <a:gd name="T3" fmla="*/ 0 h 3"/>
                  <a:gd name="T4" fmla="*/ 62 w 3"/>
                  <a:gd name="T5" fmla="*/ 37 h 3"/>
                  <a:gd name="T6" fmla="*/ 22 w 3"/>
                  <a:gd name="T7" fmla="*/ 37 h 3"/>
                  <a:gd name="T8" fmla="*/ 2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0" name="Freeform 2428">
                <a:extLst>
                  <a:ext uri="{FF2B5EF4-FFF2-40B4-BE49-F238E27FC236}">
                    <a16:creationId xmlns:a16="http://schemas.microsoft.com/office/drawing/2014/main" id="{7D8612EF-7403-4F86-A08C-113F1887A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481"/>
                <a:ext cx="16" cy="18"/>
              </a:xfrm>
              <a:custGeom>
                <a:avLst/>
                <a:gdLst>
                  <a:gd name="T0" fmla="*/ 66 w 9"/>
                  <a:gd name="T1" fmla="*/ 128 h 9"/>
                  <a:gd name="T2" fmla="*/ 208 w 9"/>
                  <a:gd name="T3" fmla="*/ 128 h 9"/>
                  <a:gd name="T4" fmla="*/ 247 w 9"/>
                  <a:gd name="T5" fmla="*/ 448 h 9"/>
                  <a:gd name="T6" fmla="*/ 66 w 9"/>
                  <a:gd name="T7" fmla="*/ 512 h 9"/>
                  <a:gd name="T8" fmla="*/ 66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1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7"/>
                    </a:cubicBezTo>
                    <a:cubicBezTo>
                      <a:pt x="7" y="9"/>
                      <a:pt x="4" y="9"/>
                      <a:pt x="2" y="8"/>
                    </a:cubicBezTo>
                    <a:cubicBezTo>
                      <a:pt x="1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1" name="Freeform 2429">
                <a:extLst>
                  <a:ext uri="{FF2B5EF4-FFF2-40B4-BE49-F238E27FC236}">
                    <a16:creationId xmlns:a16="http://schemas.microsoft.com/office/drawing/2014/main" id="{B0BCF522-38F1-44FF-ACDE-F6FCEE153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485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62 w 3"/>
                  <a:gd name="T3" fmla="*/ 64 h 3"/>
                  <a:gd name="T4" fmla="*/ 62 w 3"/>
                  <a:gd name="T5" fmla="*/ 192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2" name="Freeform 2430">
                <a:extLst>
                  <a:ext uri="{FF2B5EF4-FFF2-40B4-BE49-F238E27FC236}">
                    <a16:creationId xmlns:a16="http://schemas.microsoft.com/office/drawing/2014/main" id="{77AA4A4B-7565-4322-9354-F79C04754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497"/>
                <a:ext cx="16" cy="17"/>
              </a:xfrm>
              <a:custGeom>
                <a:avLst/>
                <a:gdLst>
                  <a:gd name="T0" fmla="*/ 66 w 9"/>
                  <a:gd name="T1" fmla="*/ 100 h 9"/>
                  <a:gd name="T2" fmla="*/ 208 w 9"/>
                  <a:gd name="T3" fmla="*/ 100 h 9"/>
                  <a:gd name="T4" fmla="*/ 247 w 9"/>
                  <a:gd name="T5" fmla="*/ 317 h 9"/>
                  <a:gd name="T6" fmla="*/ 66 w 9"/>
                  <a:gd name="T7" fmla="*/ 357 h 9"/>
                  <a:gd name="T8" fmla="*/ 66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1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7"/>
                    </a:cubicBezTo>
                    <a:cubicBezTo>
                      <a:pt x="7" y="9"/>
                      <a:pt x="4" y="9"/>
                      <a:pt x="2" y="8"/>
                    </a:cubicBezTo>
                    <a:cubicBezTo>
                      <a:pt x="1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3" name="Freeform 2431">
                <a:extLst>
                  <a:ext uri="{FF2B5EF4-FFF2-40B4-BE49-F238E27FC236}">
                    <a16:creationId xmlns:a16="http://schemas.microsoft.com/office/drawing/2014/main" id="{F8F2F6B0-47CE-469E-B7A8-7032012D6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501"/>
                <a:ext cx="6" cy="6"/>
              </a:xfrm>
              <a:custGeom>
                <a:avLst/>
                <a:gdLst>
                  <a:gd name="T0" fmla="*/ 64 w 3"/>
                  <a:gd name="T1" fmla="*/ 64 h 3"/>
                  <a:gd name="T2" fmla="*/ 192 w 3"/>
                  <a:gd name="T3" fmla="*/ 64 h 3"/>
                  <a:gd name="T4" fmla="*/ 192 w 3"/>
                  <a:gd name="T5" fmla="*/ 192 h 3"/>
                  <a:gd name="T6" fmla="*/ 64 w 3"/>
                  <a:gd name="T7" fmla="*/ 192 h 3"/>
                  <a:gd name="T8" fmla="*/ 64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4" name="Freeform 2432">
                <a:extLst>
                  <a:ext uri="{FF2B5EF4-FFF2-40B4-BE49-F238E27FC236}">
                    <a16:creationId xmlns:a16="http://schemas.microsoft.com/office/drawing/2014/main" id="{2530AE0E-3C15-4A09-8BEE-9D9AB5E8C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514"/>
                <a:ext cx="17" cy="18"/>
              </a:xfrm>
              <a:custGeom>
                <a:avLst/>
                <a:gdLst>
                  <a:gd name="T0" fmla="*/ 100 w 9"/>
                  <a:gd name="T1" fmla="*/ 128 h 9"/>
                  <a:gd name="T2" fmla="*/ 317 w 9"/>
                  <a:gd name="T3" fmla="*/ 64 h 9"/>
                  <a:gd name="T4" fmla="*/ 357 w 9"/>
                  <a:gd name="T5" fmla="*/ 448 h 9"/>
                  <a:gd name="T6" fmla="*/ 100 w 9"/>
                  <a:gd name="T7" fmla="*/ 448 h 9"/>
                  <a:gd name="T8" fmla="*/ 100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ubicBezTo>
                      <a:pt x="6" y="8"/>
                      <a:pt x="4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5" name="Freeform 2433">
                <a:extLst>
                  <a:ext uri="{FF2B5EF4-FFF2-40B4-BE49-F238E27FC236}">
                    <a16:creationId xmlns:a16="http://schemas.microsoft.com/office/drawing/2014/main" id="{BE4AFEFE-1405-49C2-AAB8-129327440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516"/>
                <a:ext cx="5" cy="8"/>
              </a:xfrm>
              <a:custGeom>
                <a:avLst/>
                <a:gdLst>
                  <a:gd name="T0" fmla="*/ 22 w 3"/>
                  <a:gd name="T1" fmla="*/ 64 h 4"/>
                  <a:gd name="T2" fmla="*/ 37 w 3"/>
                  <a:gd name="T3" fmla="*/ 64 h 4"/>
                  <a:gd name="T4" fmla="*/ 62 w 3"/>
                  <a:gd name="T5" fmla="*/ 192 h 4"/>
                  <a:gd name="T6" fmla="*/ 22 w 3"/>
                  <a:gd name="T7" fmla="*/ 192 h 4"/>
                  <a:gd name="T8" fmla="*/ 22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6" name="Freeform 2434">
                <a:extLst>
                  <a:ext uri="{FF2B5EF4-FFF2-40B4-BE49-F238E27FC236}">
                    <a16:creationId xmlns:a16="http://schemas.microsoft.com/office/drawing/2014/main" id="{1BC19322-34FC-48EA-9F81-B8BCA591C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530"/>
                <a:ext cx="16" cy="17"/>
              </a:xfrm>
              <a:custGeom>
                <a:avLst/>
                <a:gdLst>
                  <a:gd name="T0" fmla="*/ 37 w 9"/>
                  <a:gd name="T1" fmla="*/ 53 h 9"/>
                  <a:gd name="T2" fmla="*/ 208 w 9"/>
                  <a:gd name="T3" fmla="*/ 53 h 9"/>
                  <a:gd name="T4" fmla="*/ 208 w 9"/>
                  <a:gd name="T5" fmla="*/ 317 h 9"/>
                  <a:gd name="T6" fmla="*/ 37 w 9"/>
                  <a:gd name="T7" fmla="*/ 317 h 9"/>
                  <a:gd name="T8" fmla="*/ 37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1"/>
                    </a:move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7" name="Freeform 2435">
                <a:extLst>
                  <a:ext uri="{FF2B5EF4-FFF2-40B4-BE49-F238E27FC236}">
                    <a16:creationId xmlns:a16="http://schemas.microsoft.com/office/drawing/2014/main" id="{CE460E72-1A39-4316-809B-8C4533EEA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534"/>
                <a:ext cx="6" cy="5"/>
              </a:xfrm>
              <a:custGeom>
                <a:avLst/>
                <a:gdLst>
                  <a:gd name="T0" fmla="*/ 0 w 3"/>
                  <a:gd name="T1" fmla="*/ 0 h 3"/>
                  <a:gd name="T2" fmla="*/ 128 w 3"/>
                  <a:gd name="T3" fmla="*/ 0 h 3"/>
                  <a:gd name="T4" fmla="*/ 128 w 3"/>
                  <a:gd name="T5" fmla="*/ 37 h 3"/>
                  <a:gd name="T6" fmla="*/ 0 w 3"/>
                  <a:gd name="T7" fmla="*/ 37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8" name="Freeform 2436">
                <a:extLst>
                  <a:ext uri="{FF2B5EF4-FFF2-40B4-BE49-F238E27FC236}">
                    <a16:creationId xmlns:a16="http://schemas.microsoft.com/office/drawing/2014/main" id="{803D09C0-160C-40E5-89F8-20BE68D36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545"/>
                <a:ext cx="16" cy="17"/>
              </a:xfrm>
              <a:custGeom>
                <a:avLst/>
                <a:gdLst>
                  <a:gd name="T0" fmla="*/ 37 w 9"/>
                  <a:gd name="T1" fmla="*/ 53 h 9"/>
                  <a:gd name="T2" fmla="*/ 208 w 9"/>
                  <a:gd name="T3" fmla="*/ 53 h 9"/>
                  <a:gd name="T4" fmla="*/ 208 w 9"/>
                  <a:gd name="T5" fmla="*/ 317 h 9"/>
                  <a:gd name="T6" fmla="*/ 37 w 9"/>
                  <a:gd name="T7" fmla="*/ 317 h 9"/>
                  <a:gd name="T8" fmla="*/ 37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1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8" y="5"/>
                      <a:pt x="7" y="7"/>
                    </a:cubicBezTo>
                    <a:cubicBezTo>
                      <a:pt x="5" y="9"/>
                      <a:pt x="3" y="8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9" name="Freeform 2437">
                <a:extLst>
                  <a:ext uri="{FF2B5EF4-FFF2-40B4-BE49-F238E27FC236}">
                    <a16:creationId xmlns:a16="http://schemas.microsoft.com/office/drawing/2014/main" id="{F99A615D-FAF3-4287-A3FA-6008007E7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549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128 w 3"/>
                  <a:gd name="T3" fmla="*/ 0 h 3"/>
                  <a:gd name="T4" fmla="*/ 128 w 3"/>
                  <a:gd name="T5" fmla="*/ 128 h 3"/>
                  <a:gd name="T6" fmla="*/ 0 w 3"/>
                  <a:gd name="T7" fmla="*/ 1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0" name="Freeform 2438">
                <a:extLst>
                  <a:ext uri="{FF2B5EF4-FFF2-40B4-BE49-F238E27FC236}">
                    <a16:creationId xmlns:a16="http://schemas.microsoft.com/office/drawing/2014/main" id="{4BE8DC37-C394-495F-BCD5-A664005CF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561"/>
                <a:ext cx="16" cy="15"/>
              </a:xfrm>
              <a:custGeom>
                <a:avLst/>
                <a:gdLst>
                  <a:gd name="T0" fmla="*/ 66 w 9"/>
                  <a:gd name="T1" fmla="*/ 53 h 8"/>
                  <a:gd name="T2" fmla="*/ 208 w 9"/>
                  <a:gd name="T3" fmla="*/ 53 h 8"/>
                  <a:gd name="T4" fmla="*/ 208 w 9"/>
                  <a:gd name="T5" fmla="*/ 296 h 8"/>
                  <a:gd name="T6" fmla="*/ 37 w 9"/>
                  <a:gd name="T7" fmla="*/ 296 h 8"/>
                  <a:gd name="T8" fmla="*/ 66 w 9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ubicBezTo>
                      <a:pt x="5" y="8"/>
                      <a:pt x="3" y="8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1" name="Freeform 2439">
                <a:extLst>
                  <a:ext uri="{FF2B5EF4-FFF2-40B4-BE49-F238E27FC236}">
                    <a16:creationId xmlns:a16="http://schemas.microsoft.com/office/drawing/2014/main" id="{FEB82F11-CB37-42B6-B5CC-6D318830D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562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64 h 3"/>
                  <a:gd name="T4" fmla="*/ 128 w 3"/>
                  <a:gd name="T5" fmla="*/ 192 h 3"/>
                  <a:gd name="T6" fmla="*/ 0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2" name="Freeform 2440">
                <a:extLst>
                  <a:ext uri="{FF2B5EF4-FFF2-40B4-BE49-F238E27FC236}">
                    <a16:creationId xmlns:a16="http://schemas.microsoft.com/office/drawing/2014/main" id="{A65A1804-1AFD-4766-8CAF-E4680DA78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576"/>
                <a:ext cx="17" cy="17"/>
              </a:xfrm>
              <a:custGeom>
                <a:avLst/>
                <a:gdLst>
                  <a:gd name="T0" fmla="*/ 53 w 9"/>
                  <a:gd name="T1" fmla="*/ 100 h 9"/>
                  <a:gd name="T2" fmla="*/ 317 w 9"/>
                  <a:gd name="T3" fmla="*/ 53 h 9"/>
                  <a:gd name="T4" fmla="*/ 317 w 9"/>
                  <a:gd name="T5" fmla="*/ 317 h 9"/>
                  <a:gd name="T6" fmla="*/ 53 w 9"/>
                  <a:gd name="T7" fmla="*/ 317 h 9"/>
                  <a:gd name="T8" fmla="*/ 53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ubicBezTo>
                      <a:pt x="6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3" name="Freeform 2441">
                <a:extLst>
                  <a:ext uri="{FF2B5EF4-FFF2-40B4-BE49-F238E27FC236}">
                    <a16:creationId xmlns:a16="http://schemas.microsoft.com/office/drawing/2014/main" id="{1B539783-4352-4094-836B-DB7153A8D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580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0 h 3"/>
                  <a:gd name="T4" fmla="*/ 37 w 3"/>
                  <a:gd name="T5" fmla="*/ 128 h 3"/>
                  <a:gd name="T6" fmla="*/ 0 w 3"/>
                  <a:gd name="T7" fmla="*/ 1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4" name="Freeform 2442">
                <a:extLst>
                  <a:ext uri="{FF2B5EF4-FFF2-40B4-BE49-F238E27FC236}">
                    <a16:creationId xmlns:a16="http://schemas.microsoft.com/office/drawing/2014/main" id="{4A993F6A-931F-4855-BAC9-25A68C722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591"/>
                <a:ext cx="17" cy="18"/>
              </a:xfrm>
              <a:custGeom>
                <a:avLst/>
                <a:gdLst>
                  <a:gd name="T0" fmla="*/ 100 w 9"/>
                  <a:gd name="T1" fmla="*/ 128 h 9"/>
                  <a:gd name="T2" fmla="*/ 317 w 9"/>
                  <a:gd name="T3" fmla="*/ 128 h 9"/>
                  <a:gd name="T4" fmla="*/ 317 w 9"/>
                  <a:gd name="T5" fmla="*/ 448 h 9"/>
                  <a:gd name="T6" fmla="*/ 100 w 9"/>
                  <a:gd name="T7" fmla="*/ 512 h 9"/>
                  <a:gd name="T8" fmla="*/ 100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5" name="Freeform 2443">
                <a:extLst>
                  <a:ext uri="{FF2B5EF4-FFF2-40B4-BE49-F238E27FC236}">
                    <a16:creationId xmlns:a16="http://schemas.microsoft.com/office/drawing/2014/main" id="{825160B7-8AB9-4B70-B44A-F60EB97FF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595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64 h 3"/>
                  <a:gd name="T4" fmla="*/ 37 w 3"/>
                  <a:gd name="T5" fmla="*/ 128 h 3"/>
                  <a:gd name="T6" fmla="*/ 22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6" name="Freeform 2444">
                <a:extLst>
                  <a:ext uri="{FF2B5EF4-FFF2-40B4-BE49-F238E27FC236}">
                    <a16:creationId xmlns:a16="http://schemas.microsoft.com/office/drawing/2014/main" id="{BA2EBC22-3A58-41FB-93F0-07E5D192D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607"/>
                <a:ext cx="16" cy="17"/>
              </a:xfrm>
              <a:custGeom>
                <a:avLst/>
                <a:gdLst>
                  <a:gd name="T0" fmla="*/ 66 w 9"/>
                  <a:gd name="T1" fmla="*/ 100 h 9"/>
                  <a:gd name="T2" fmla="*/ 208 w 9"/>
                  <a:gd name="T3" fmla="*/ 100 h 9"/>
                  <a:gd name="T4" fmla="*/ 247 w 9"/>
                  <a:gd name="T5" fmla="*/ 317 h 9"/>
                  <a:gd name="T6" fmla="*/ 66 w 9"/>
                  <a:gd name="T7" fmla="*/ 357 h 9"/>
                  <a:gd name="T8" fmla="*/ 66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7" name="Freeform 2445">
                <a:extLst>
                  <a:ext uri="{FF2B5EF4-FFF2-40B4-BE49-F238E27FC236}">
                    <a16:creationId xmlns:a16="http://schemas.microsoft.com/office/drawing/2014/main" id="{1185FA1F-7C92-4115-AAD7-6DC0A852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611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62 w 3"/>
                  <a:gd name="T3" fmla="*/ 64 h 3"/>
                  <a:gd name="T4" fmla="*/ 62 w 3"/>
                  <a:gd name="T5" fmla="*/ 192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8" name="Freeform 2446">
                <a:extLst>
                  <a:ext uri="{FF2B5EF4-FFF2-40B4-BE49-F238E27FC236}">
                    <a16:creationId xmlns:a16="http://schemas.microsoft.com/office/drawing/2014/main" id="{2AF52147-818A-4837-9DE8-04FC6638B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622"/>
                <a:ext cx="16" cy="18"/>
              </a:xfrm>
              <a:custGeom>
                <a:avLst/>
                <a:gdLst>
                  <a:gd name="T0" fmla="*/ 66 w 9"/>
                  <a:gd name="T1" fmla="*/ 128 h 9"/>
                  <a:gd name="T2" fmla="*/ 208 w 9"/>
                  <a:gd name="T3" fmla="*/ 128 h 9"/>
                  <a:gd name="T4" fmla="*/ 208 w 9"/>
                  <a:gd name="T5" fmla="*/ 512 h 9"/>
                  <a:gd name="T6" fmla="*/ 66 w 9"/>
                  <a:gd name="T7" fmla="*/ 512 h 9"/>
                  <a:gd name="T8" fmla="*/ 66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8"/>
                    </a:cubicBez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9" name="Freeform 2447">
                <a:extLst>
                  <a:ext uri="{FF2B5EF4-FFF2-40B4-BE49-F238E27FC236}">
                    <a16:creationId xmlns:a16="http://schemas.microsoft.com/office/drawing/2014/main" id="{6E841068-59DB-4685-8F42-733555ECA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626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64 h 3"/>
                  <a:gd name="T4" fmla="*/ 128 w 3"/>
                  <a:gd name="T5" fmla="*/ 192 h 3"/>
                  <a:gd name="T6" fmla="*/ 0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0" name="Freeform 2448">
                <a:extLst>
                  <a:ext uri="{FF2B5EF4-FFF2-40B4-BE49-F238E27FC236}">
                    <a16:creationId xmlns:a16="http://schemas.microsoft.com/office/drawing/2014/main" id="{3CAEE840-447B-46FF-BDA2-E514AC62B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640"/>
                <a:ext cx="18" cy="17"/>
              </a:xfrm>
              <a:custGeom>
                <a:avLst/>
                <a:gdLst>
                  <a:gd name="T0" fmla="*/ 94 w 10"/>
                  <a:gd name="T1" fmla="*/ 53 h 9"/>
                  <a:gd name="T2" fmla="*/ 263 w 10"/>
                  <a:gd name="T3" fmla="*/ 100 h 9"/>
                  <a:gd name="T4" fmla="*/ 263 w 10"/>
                  <a:gd name="T5" fmla="*/ 317 h 9"/>
                  <a:gd name="T6" fmla="*/ 74 w 10"/>
                  <a:gd name="T7" fmla="*/ 317 h 9"/>
                  <a:gd name="T8" fmla="*/ 94 w 10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3" y="1"/>
                    </a:moveTo>
                    <a:cubicBezTo>
                      <a:pt x="4" y="0"/>
                      <a:pt x="7" y="0"/>
                      <a:pt x="8" y="2"/>
                    </a:cubicBezTo>
                    <a:cubicBezTo>
                      <a:pt x="10" y="3"/>
                      <a:pt x="9" y="6"/>
                      <a:pt x="8" y="7"/>
                    </a:cubicBezTo>
                    <a:cubicBezTo>
                      <a:pt x="6" y="9"/>
                      <a:pt x="3" y="8"/>
                      <a:pt x="2" y="7"/>
                    </a:cubicBezTo>
                    <a:cubicBezTo>
                      <a:pt x="0" y="5"/>
                      <a:pt x="1" y="2"/>
                      <a:pt x="3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1" name="Freeform 2449">
                <a:extLst>
                  <a:ext uri="{FF2B5EF4-FFF2-40B4-BE49-F238E27FC236}">
                    <a16:creationId xmlns:a16="http://schemas.microsoft.com/office/drawing/2014/main" id="{5C800B34-89B9-4070-89A3-2052DF788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644"/>
                <a:ext cx="6" cy="5"/>
              </a:xfrm>
              <a:custGeom>
                <a:avLst/>
                <a:gdLst>
                  <a:gd name="T0" fmla="*/ 0 w 3"/>
                  <a:gd name="T1" fmla="*/ 0 h 3"/>
                  <a:gd name="T2" fmla="*/ 128 w 3"/>
                  <a:gd name="T3" fmla="*/ 0 h 3"/>
                  <a:gd name="T4" fmla="*/ 128 w 3"/>
                  <a:gd name="T5" fmla="*/ 37 h 3"/>
                  <a:gd name="T6" fmla="*/ 0 w 3"/>
                  <a:gd name="T7" fmla="*/ 37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2" name="Freeform 2450">
                <a:extLst>
                  <a:ext uri="{FF2B5EF4-FFF2-40B4-BE49-F238E27FC236}">
                    <a16:creationId xmlns:a16="http://schemas.microsoft.com/office/drawing/2014/main" id="{E739B1D4-18EA-46F5-A1FB-64C87FFD4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655"/>
                <a:ext cx="16" cy="18"/>
              </a:xfrm>
              <a:custGeom>
                <a:avLst/>
                <a:gdLst>
                  <a:gd name="T0" fmla="*/ 66 w 9"/>
                  <a:gd name="T1" fmla="*/ 64 h 9"/>
                  <a:gd name="T2" fmla="*/ 247 w 9"/>
                  <a:gd name="T3" fmla="*/ 128 h 9"/>
                  <a:gd name="T4" fmla="*/ 208 w 9"/>
                  <a:gd name="T5" fmla="*/ 512 h 9"/>
                  <a:gd name="T6" fmla="*/ 37 w 9"/>
                  <a:gd name="T7" fmla="*/ 448 h 9"/>
                  <a:gd name="T8" fmla="*/ 66 w 9"/>
                  <a:gd name="T9" fmla="*/ 6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3" name="Freeform 2451">
                <a:extLst>
                  <a:ext uri="{FF2B5EF4-FFF2-40B4-BE49-F238E27FC236}">
                    <a16:creationId xmlns:a16="http://schemas.microsoft.com/office/drawing/2014/main" id="{CEC53E0C-59E7-4A41-97AA-5FC5587AE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659"/>
                <a:ext cx="6" cy="6"/>
              </a:xfrm>
              <a:custGeom>
                <a:avLst/>
                <a:gdLst>
                  <a:gd name="T0" fmla="*/ 64 w 3"/>
                  <a:gd name="T1" fmla="*/ 0 h 3"/>
                  <a:gd name="T2" fmla="*/ 192 w 3"/>
                  <a:gd name="T3" fmla="*/ 64 h 3"/>
                  <a:gd name="T4" fmla="*/ 192 w 3"/>
                  <a:gd name="T5" fmla="*/ 192 h 3"/>
                  <a:gd name="T6" fmla="*/ 64 w 3"/>
                  <a:gd name="T7" fmla="*/ 128 h 3"/>
                  <a:gd name="T8" fmla="*/ 64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4" name="Freeform 2452">
                <a:extLst>
                  <a:ext uri="{FF2B5EF4-FFF2-40B4-BE49-F238E27FC236}">
                    <a16:creationId xmlns:a16="http://schemas.microsoft.com/office/drawing/2014/main" id="{3EC94A72-4FE4-4EB3-AC49-2218E4C58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671"/>
                <a:ext cx="18" cy="17"/>
              </a:xfrm>
              <a:custGeom>
                <a:avLst/>
                <a:gdLst>
                  <a:gd name="T0" fmla="*/ 94 w 10"/>
                  <a:gd name="T1" fmla="*/ 53 h 9"/>
                  <a:gd name="T2" fmla="*/ 263 w 10"/>
                  <a:gd name="T3" fmla="*/ 100 h 9"/>
                  <a:gd name="T4" fmla="*/ 239 w 10"/>
                  <a:gd name="T5" fmla="*/ 357 h 9"/>
                  <a:gd name="T6" fmla="*/ 74 w 10"/>
                  <a:gd name="T7" fmla="*/ 317 h 9"/>
                  <a:gd name="T8" fmla="*/ 94 w 10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3" y="1"/>
                    </a:moveTo>
                    <a:cubicBezTo>
                      <a:pt x="4" y="0"/>
                      <a:pt x="7" y="0"/>
                      <a:pt x="8" y="2"/>
                    </a:cubicBezTo>
                    <a:cubicBezTo>
                      <a:pt x="10" y="4"/>
                      <a:pt x="9" y="6"/>
                      <a:pt x="7" y="8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5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5" name="Freeform 2453">
                <a:extLst>
                  <a:ext uri="{FF2B5EF4-FFF2-40B4-BE49-F238E27FC236}">
                    <a16:creationId xmlns:a16="http://schemas.microsoft.com/office/drawing/2014/main" id="{C34CD8A9-1E1D-406E-A711-B70D09368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674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64 h 3"/>
                  <a:gd name="T4" fmla="*/ 37 w 3"/>
                  <a:gd name="T5" fmla="*/ 128 h 3"/>
                  <a:gd name="T6" fmla="*/ 0 w 3"/>
                  <a:gd name="T7" fmla="*/ 1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6" name="Freeform 2454">
                <a:extLst>
                  <a:ext uri="{FF2B5EF4-FFF2-40B4-BE49-F238E27FC236}">
                    <a16:creationId xmlns:a16="http://schemas.microsoft.com/office/drawing/2014/main" id="{7FC2DFAC-63E9-41E9-931C-8CC6D4ACF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686"/>
                <a:ext cx="16" cy="17"/>
              </a:xfrm>
              <a:custGeom>
                <a:avLst/>
                <a:gdLst>
                  <a:gd name="T0" fmla="*/ 66 w 9"/>
                  <a:gd name="T1" fmla="*/ 53 h 9"/>
                  <a:gd name="T2" fmla="*/ 247 w 9"/>
                  <a:gd name="T3" fmla="*/ 100 h 9"/>
                  <a:gd name="T4" fmla="*/ 208 w 9"/>
                  <a:gd name="T5" fmla="*/ 357 h 9"/>
                  <a:gd name="T6" fmla="*/ 37 w 9"/>
                  <a:gd name="T7" fmla="*/ 317 h 9"/>
                  <a:gd name="T8" fmla="*/ 66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7" name="Freeform 2455">
                <a:extLst>
                  <a:ext uri="{FF2B5EF4-FFF2-40B4-BE49-F238E27FC236}">
                    <a16:creationId xmlns:a16="http://schemas.microsoft.com/office/drawing/2014/main" id="{2C03F008-F847-4F59-BBC9-7C2EB6803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690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62 w 3"/>
                  <a:gd name="T3" fmla="*/ 64 h 3"/>
                  <a:gd name="T4" fmla="*/ 37 w 3"/>
                  <a:gd name="T5" fmla="*/ 192 h 3"/>
                  <a:gd name="T6" fmla="*/ 0 w 3"/>
                  <a:gd name="T7" fmla="*/ 128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8" name="Freeform 2456">
                <a:extLst>
                  <a:ext uri="{FF2B5EF4-FFF2-40B4-BE49-F238E27FC236}">
                    <a16:creationId xmlns:a16="http://schemas.microsoft.com/office/drawing/2014/main" id="{095D3E5C-D162-40C3-A25B-B2D0D50C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701"/>
                <a:ext cx="16" cy="18"/>
              </a:xfrm>
              <a:custGeom>
                <a:avLst/>
                <a:gdLst>
                  <a:gd name="T0" fmla="*/ 66 w 9"/>
                  <a:gd name="T1" fmla="*/ 128 h 9"/>
                  <a:gd name="T2" fmla="*/ 208 w 9"/>
                  <a:gd name="T3" fmla="*/ 128 h 9"/>
                  <a:gd name="T4" fmla="*/ 208 w 9"/>
                  <a:gd name="T5" fmla="*/ 512 h 9"/>
                  <a:gd name="T6" fmla="*/ 37 w 9"/>
                  <a:gd name="T7" fmla="*/ 448 h 9"/>
                  <a:gd name="T8" fmla="*/ 66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9" y="4"/>
                      <a:pt x="9" y="7"/>
                      <a:pt x="7" y="8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9" name="Freeform 2457">
                <a:extLst>
                  <a:ext uri="{FF2B5EF4-FFF2-40B4-BE49-F238E27FC236}">
                    <a16:creationId xmlns:a16="http://schemas.microsoft.com/office/drawing/2014/main" id="{206CA407-D44C-4F2A-B0E2-1AFDA601D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705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62 w 3"/>
                  <a:gd name="T3" fmla="*/ 64 h 3"/>
                  <a:gd name="T4" fmla="*/ 37 w 3"/>
                  <a:gd name="T5" fmla="*/ 192 h 3"/>
                  <a:gd name="T6" fmla="*/ 0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0" name="Freeform 2458">
                <a:extLst>
                  <a:ext uri="{FF2B5EF4-FFF2-40B4-BE49-F238E27FC236}">
                    <a16:creationId xmlns:a16="http://schemas.microsoft.com/office/drawing/2014/main" id="{F978D7BF-9D05-4569-B4C8-076A3B364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719"/>
                <a:ext cx="18" cy="17"/>
              </a:xfrm>
              <a:custGeom>
                <a:avLst/>
                <a:gdLst>
                  <a:gd name="T0" fmla="*/ 94 w 10"/>
                  <a:gd name="T1" fmla="*/ 53 h 9"/>
                  <a:gd name="T2" fmla="*/ 263 w 10"/>
                  <a:gd name="T3" fmla="*/ 100 h 9"/>
                  <a:gd name="T4" fmla="*/ 239 w 10"/>
                  <a:gd name="T5" fmla="*/ 357 h 9"/>
                  <a:gd name="T6" fmla="*/ 74 w 10"/>
                  <a:gd name="T7" fmla="*/ 317 h 9"/>
                  <a:gd name="T8" fmla="*/ 94 w 10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3" y="1"/>
                    </a:moveTo>
                    <a:cubicBezTo>
                      <a:pt x="4" y="0"/>
                      <a:pt x="7" y="0"/>
                      <a:pt x="8" y="2"/>
                    </a:cubicBezTo>
                    <a:cubicBezTo>
                      <a:pt x="10" y="4"/>
                      <a:pt x="9" y="6"/>
                      <a:pt x="7" y="8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5"/>
                      <a:pt x="1" y="2"/>
                      <a:pt x="3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1" name="Freeform 2459">
                <a:extLst>
                  <a:ext uri="{FF2B5EF4-FFF2-40B4-BE49-F238E27FC236}">
                    <a16:creationId xmlns:a16="http://schemas.microsoft.com/office/drawing/2014/main" id="{9999274E-D12F-4929-B70E-AA4464E46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723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0 h 3"/>
                  <a:gd name="T4" fmla="*/ 37 w 3"/>
                  <a:gd name="T5" fmla="*/ 37 h 3"/>
                  <a:gd name="T6" fmla="*/ 0 w 3"/>
                  <a:gd name="T7" fmla="*/ 37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2" name="Freeform 2460">
                <a:extLst>
                  <a:ext uri="{FF2B5EF4-FFF2-40B4-BE49-F238E27FC236}">
                    <a16:creationId xmlns:a16="http://schemas.microsoft.com/office/drawing/2014/main" id="{45A5E768-B11A-466E-8E2A-75F312331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734"/>
                <a:ext cx="16" cy="18"/>
              </a:xfrm>
              <a:custGeom>
                <a:avLst/>
                <a:gdLst>
                  <a:gd name="T0" fmla="*/ 66 w 9"/>
                  <a:gd name="T1" fmla="*/ 64 h 9"/>
                  <a:gd name="T2" fmla="*/ 247 w 9"/>
                  <a:gd name="T3" fmla="*/ 128 h 9"/>
                  <a:gd name="T4" fmla="*/ 208 w 9"/>
                  <a:gd name="T5" fmla="*/ 512 h 9"/>
                  <a:gd name="T6" fmla="*/ 37 w 9"/>
                  <a:gd name="T7" fmla="*/ 448 h 9"/>
                  <a:gd name="T8" fmla="*/ 66 w 9"/>
                  <a:gd name="T9" fmla="*/ 6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8" y="7"/>
                      <a:pt x="7" y="8"/>
                    </a:cubicBezTo>
                    <a:cubicBezTo>
                      <a:pt x="5" y="9"/>
                      <a:pt x="2" y="9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953" name="Group 2662">
              <a:extLst>
                <a:ext uri="{FF2B5EF4-FFF2-40B4-BE49-F238E27FC236}">
                  <a16:creationId xmlns:a16="http://schemas.microsoft.com/office/drawing/2014/main" id="{82E7606B-DB36-4505-A5F7-D3973B19D2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2" y="962"/>
              <a:ext cx="811" cy="790"/>
              <a:chOff x="2902" y="962"/>
              <a:chExt cx="811" cy="790"/>
            </a:xfrm>
          </p:grpSpPr>
          <p:sp>
            <p:nvSpPr>
              <p:cNvPr id="28223" name="Freeform 2462">
                <a:extLst>
                  <a:ext uri="{FF2B5EF4-FFF2-40B4-BE49-F238E27FC236}">
                    <a16:creationId xmlns:a16="http://schemas.microsoft.com/office/drawing/2014/main" id="{872F2A26-1371-431B-AE72-BD8DC56A7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738"/>
                <a:ext cx="5" cy="6"/>
              </a:xfrm>
              <a:custGeom>
                <a:avLst/>
                <a:gdLst>
                  <a:gd name="T0" fmla="*/ 22 w 3"/>
                  <a:gd name="T1" fmla="*/ 0 h 3"/>
                  <a:gd name="T2" fmla="*/ 62 w 3"/>
                  <a:gd name="T3" fmla="*/ 64 h 3"/>
                  <a:gd name="T4" fmla="*/ 37 w 3"/>
                  <a:gd name="T5" fmla="*/ 192 h 3"/>
                  <a:gd name="T6" fmla="*/ 0 w 3"/>
                  <a:gd name="T7" fmla="*/ 128 h 3"/>
                  <a:gd name="T8" fmla="*/ 2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4" name="Freeform 2463">
                <a:extLst>
                  <a:ext uri="{FF2B5EF4-FFF2-40B4-BE49-F238E27FC236}">
                    <a16:creationId xmlns:a16="http://schemas.microsoft.com/office/drawing/2014/main" id="{6A813676-255C-4E1E-BE73-12F08ABA7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435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53 h 9"/>
                  <a:gd name="T4" fmla="*/ 208 w 9"/>
                  <a:gd name="T5" fmla="*/ 317 h 9"/>
                  <a:gd name="T6" fmla="*/ 66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8" y="3"/>
                      <a:pt x="9" y="5"/>
                      <a:pt x="7" y="7"/>
                    </a:cubicBez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5" name="Freeform 2464">
                <a:extLst>
                  <a:ext uri="{FF2B5EF4-FFF2-40B4-BE49-F238E27FC236}">
                    <a16:creationId xmlns:a16="http://schemas.microsoft.com/office/drawing/2014/main" id="{98C8A35F-C0F2-4A26-B220-9B3E2CD9B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439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0 h 3"/>
                  <a:gd name="T4" fmla="*/ 128 w 3"/>
                  <a:gd name="T5" fmla="*/ 128 h 3"/>
                  <a:gd name="T6" fmla="*/ 0 w 3"/>
                  <a:gd name="T7" fmla="*/ 128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6" name="Freeform 2465">
                <a:extLst>
                  <a:ext uri="{FF2B5EF4-FFF2-40B4-BE49-F238E27FC236}">
                    <a16:creationId xmlns:a16="http://schemas.microsoft.com/office/drawing/2014/main" id="{41E98989-5AC1-48C4-86DE-D9B15A61B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451"/>
                <a:ext cx="17" cy="17"/>
              </a:xfrm>
              <a:custGeom>
                <a:avLst/>
                <a:gdLst>
                  <a:gd name="T0" fmla="*/ 53 w 9"/>
                  <a:gd name="T1" fmla="*/ 100 h 9"/>
                  <a:gd name="T2" fmla="*/ 317 w 9"/>
                  <a:gd name="T3" fmla="*/ 53 h 9"/>
                  <a:gd name="T4" fmla="*/ 317 w 9"/>
                  <a:gd name="T5" fmla="*/ 317 h 9"/>
                  <a:gd name="T6" fmla="*/ 53 w 9"/>
                  <a:gd name="T7" fmla="*/ 357 h 9"/>
                  <a:gd name="T8" fmla="*/ 53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8" y="3"/>
                      <a:pt x="9" y="5"/>
                      <a:pt x="7" y="7"/>
                    </a:cubicBezTo>
                    <a:cubicBezTo>
                      <a:pt x="6" y="9"/>
                      <a:pt x="3" y="9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7" name="Freeform 2466">
                <a:extLst>
                  <a:ext uri="{FF2B5EF4-FFF2-40B4-BE49-F238E27FC236}">
                    <a16:creationId xmlns:a16="http://schemas.microsoft.com/office/drawing/2014/main" id="{B5ECB936-AF1E-46FE-A4E2-51D9E6256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454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0 h 3"/>
                  <a:gd name="T4" fmla="*/ 37 w 3"/>
                  <a:gd name="T5" fmla="*/ 128 h 3"/>
                  <a:gd name="T6" fmla="*/ 0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8" name="Freeform 2467">
                <a:extLst>
                  <a:ext uri="{FF2B5EF4-FFF2-40B4-BE49-F238E27FC236}">
                    <a16:creationId xmlns:a16="http://schemas.microsoft.com/office/drawing/2014/main" id="{AA5BBBAE-8D83-4104-8A9C-AC09D8277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466"/>
                <a:ext cx="17" cy="17"/>
              </a:xfrm>
              <a:custGeom>
                <a:avLst/>
                <a:gdLst>
                  <a:gd name="T0" fmla="*/ 100 w 9"/>
                  <a:gd name="T1" fmla="*/ 100 h 9"/>
                  <a:gd name="T2" fmla="*/ 317 w 9"/>
                  <a:gd name="T3" fmla="*/ 100 h 9"/>
                  <a:gd name="T4" fmla="*/ 357 w 9"/>
                  <a:gd name="T5" fmla="*/ 317 h 9"/>
                  <a:gd name="T6" fmla="*/ 100 w 9"/>
                  <a:gd name="T7" fmla="*/ 357 h 9"/>
                  <a:gd name="T8" fmla="*/ 100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9" name="Freeform 2468">
                <a:extLst>
                  <a:ext uri="{FF2B5EF4-FFF2-40B4-BE49-F238E27FC236}">
                    <a16:creationId xmlns:a16="http://schemas.microsoft.com/office/drawing/2014/main" id="{63984378-2BD7-4725-B623-F50AB54E1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470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37 w 3"/>
                  <a:gd name="T3" fmla="*/ 64 h 3"/>
                  <a:gd name="T4" fmla="*/ 62 w 3"/>
                  <a:gd name="T5" fmla="*/ 128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0" name="Freeform 2469">
                <a:extLst>
                  <a:ext uri="{FF2B5EF4-FFF2-40B4-BE49-F238E27FC236}">
                    <a16:creationId xmlns:a16="http://schemas.microsoft.com/office/drawing/2014/main" id="{7ADFF2AA-D098-4E54-827F-3701AB4A8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481"/>
                <a:ext cx="16" cy="18"/>
              </a:xfrm>
              <a:custGeom>
                <a:avLst/>
                <a:gdLst>
                  <a:gd name="T0" fmla="*/ 37 w 9"/>
                  <a:gd name="T1" fmla="*/ 128 h 9"/>
                  <a:gd name="T2" fmla="*/ 208 w 9"/>
                  <a:gd name="T3" fmla="*/ 64 h 9"/>
                  <a:gd name="T4" fmla="*/ 247 w 9"/>
                  <a:gd name="T5" fmla="*/ 448 h 9"/>
                  <a:gd name="T6" fmla="*/ 66 w 9"/>
                  <a:gd name="T7" fmla="*/ 512 h 9"/>
                  <a:gd name="T8" fmla="*/ 37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1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1" name="Freeform 2470">
                <a:extLst>
                  <a:ext uri="{FF2B5EF4-FFF2-40B4-BE49-F238E27FC236}">
                    <a16:creationId xmlns:a16="http://schemas.microsoft.com/office/drawing/2014/main" id="{856E526B-1243-4045-BC6A-FDF1E7A0C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485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64 h 3"/>
                  <a:gd name="T4" fmla="*/ 128 w 3"/>
                  <a:gd name="T5" fmla="*/ 128 h 3"/>
                  <a:gd name="T6" fmla="*/ 0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2" name="Freeform 2471">
                <a:extLst>
                  <a:ext uri="{FF2B5EF4-FFF2-40B4-BE49-F238E27FC236}">
                    <a16:creationId xmlns:a16="http://schemas.microsoft.com/office/drawing/2014/main" id="{E298D91F-9733-44EF-A87D-772F2BF6F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497"/>
                <a:ext cx="17" cy="17"/>
              </a:xfrm>
              <a:custGeom>
                <a:avLst/>
                <a:gdLst>
                  <a:gd name="T0" fmla="*/ 53 w 9"/>
                  <a:gd name="T1" fmla="*/ 100 h 9"/>
                  <a:gd name="T2" fmla="*/ 317 w 9"/>
                  <a:gd name="T3" fmla="*/ 100 h 9"/>
                  <a:gd name="T4" fmla="*/ 317 w 9"/>
                  <a:gd name="T5" fmla="*/ 357 h 9"/>
                  <a:gd name="T6" fmla="*/ 53 w 9"/>
                  <a:gd name="T7" fmla="*/ 357 h 9"/>
                  <a:gd name="T8" fmla="*/ 53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0"/>
                      <a:pt x="5" y="0"/>
                      <a:pt x="7" y="2"/>
                    </a:cubicBezTo>
                    <a:cubicBezTo>
                      <a:pt x="9" y="3"/>
                      <a:pt x="9" y="6"/>
                      <a:pt x="7" y="8"/>
                    </a:cubicBezTo>
                    <a:cubicBezTo>
                      <a:pt x="5" y="9"/>
                      <a:pt x="3" y="9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3" name="Freeform 2472">
                <a:extLst>
                  <a:ext uri="{FF2B5EF4-FFF2-40B4-BE49-F238E27FC236}">
                    <a16:creationId xmlns:a16="http://schemas.microsoft.com/office/drawing/2014/main" id="{9FD5D3C5-5C6F-4BA9-A888-1D0C021E1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501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64 h 3"/>
                  <a:gd name="T4" fmla="*/ 37 w 3"/>
                  <a:gd name="T5" fmla="*/ 192 h 3"/>
                  <a:gd name="T6" fmla="*/ 0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4" name="Freeform 2473">
                <a:extLst>
                  <a:ext uri="{FF2B5EF4-FFF2-40B4-BE49-F238E27FC236}">
                    <a16:creationId xmlns:a16="http://schemas.microsoft.com/office/drawing/2014/main" id="{51FE5412-AE8C-4791-BB24-55DF362B0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512"/>
                <a:ext cx="17" cy="18"/>
              </a:xfrm>
              <a:custGeom>
                <a:avLst/>
                <a:gdLst>
                  <a:gd name="T0" fmla="*/ 100 w 9"/>
                  <a:gd name="T1" fmla="*/ 128 h 9"/>
                  <a:gd name="T2" fmla="*/ 317 w 9"/>
                  <a:gd name="T3" fmla="*/ 128 h 9"/>
                  <a:gd name="T4" fmla="*/ 357 w 9"/>
                  <a:gd name="T5" fmla="*/ 512 h 9"/>
                  <a:gd name="T6" fmla="*/ 100 w 9"/>
                  <a:gd name="T7" fmla="*/ 512 h 9"/>
                  <a:gd name="T8" fmla="*/ 100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8"/>
                    </a:cubicBez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5" name="Freeform 2474">
                <a:extLst>
                  <a:ext uri="{FF2B5EF4-FFF2-40B4-BE49-F238E27FC236}">
                    <a16:creationId xmlns:a16="http://schemas.microsoft.com/office/drawing/2014/main" id="{C7559622-C4D8-40DF-83A6-1A1DCFA4B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516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62 w 3"/>
                  <a:gd name="T3" fmla="*/ 64 h 3"/>
                  <a:gd name="T4" fmla="*/ 62 w 3"/>
                  <a:gd name="T5" fmla="*/ 192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6" name="Freeform 2475">
                <a:extLst>
                  <a:ext uri="{FF2B5EF4-FFF2-40B4-BE49-F238E27FC236}">
                    <a16:creationId xmlns:a16="http://schemas.microsoft.com/office/drawing/2014/main" id="{690961AF-9F7F-4DD0-8AEF-249D0E2C3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528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208 w 9"/>
                  <a:gd name="T3" fmla="*/ 100 h 9"/>
                  <a:gd name="T4" fmla="*/ 208 w 9"/>
                  <a:gd name="T5" fmla="*/ 317 h 9"/>
                  <a:gd name="T6" fmla="*/ 37 w 9"/>
                  <a:gd name="T7" fmla="*/ 357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0"/>
                      <a:pt x="5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5" y="9"/>
                      <a:pt x="3" y="9"/>
                      <a:pt x="1" y="8"/>
                    </a:cubicBezTo>
                    <a:cubicBezTo>
                      <a:pt x="0" y="6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7" name="Freeform 2476">
                <a:extLst>
                  <a:ext uri="{FF2B5EF4-FFF2-40B4-BE49-F238E27FC236}">
                    <a16:creationId xmlns:a16="http://schemas.microsoft.com/office/drawing/2014/main" id="{639AAD40-85C8-4A33-B6DF-A298D52EE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1532"/>
                <a:ext cx="6" cy="5"/>
              </a:xfrm>
              <a:custGeom>
                <a:avLst/>
                <a:gdLst>
                  <a:gd name="T0" fmla="*/ 0 w 3"/>
                  <a:gd name="T1" fmla="*/ 22 h 3"/>
                  <a:gd name="T2" fmla="*/ 128 w 3"/>
                  <a:gd name="T3" fmla="*/ 22 h 3"/>
                  <a:gd name="T4" fmla="*/ 128 w 3"/>
                  <a:gd name="T5" fmla="*/ 62 h 3"/>
                  <a:gd name="T6" fmla="*/ 0 w 3"/>
                  <a:gd name="T7" fmla="*/ 62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8" name="Freeform 2477">
                <a:extLst>
                  <a:ext uri="{FF2B5EF4-FFF2-40B4-BE49-F238E27FC236}">
                    <a16:creationId xmlns:a16="http://schemas.microsoft.com/office/drawing/2014/main" id="{0E67A375-A00E-401A-9D18-E4DAF7F4A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543"/>
                <a:ext cx="16" cy="18"/>
              </a:xfrm>
              <a:custGeom>
                <a:avLst/>
                <a:gdLst>
                  <a:gd name="T0" fmla="*/ 66 w 9"/>
                  <a:gd name="T1" fmla="*/ 128 h 9"/>
                  <a:gd name="T2" fmla="*/ 208 w 9"/>
                  <a:gd name="T3" fmla="*/ 128 h 9"/>
                  <a:gd name="T4" fmla="*/ 247 w 9"/>
                  <a:gd name="T5" fmla="*/ 512 h 9"/>
                  <a:gd name="T6" fmla="*/ 66 w 9"/>
                  <a:gd name="T7" fmla="*/ 512 h 9"/>
                  <a:gd name="T8" fmla="*/ 66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8"/>
                    </a:cubicBez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9" name="Freeform 2478">
                <a:extLst>
                  <a:ext uri="{FF2B5EF4-FFF2-40B4-BE49-F238E27FC236}">
                    <a16:creationId xmlns:a16="http://schemas.microsoft.com/office/drawing/2014/main" id="{825C55B5-324F-41FB-8832-9BD3FAF08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547"/>
                <a:ext cx="6" cy="6"/>
              </a:xfrm>
              <a:custGeom>
                <a:avLst/>
                <a:gdLst>
                  <a:gd name="T0" fmla="*/ 64 w 3"/>
                  <a:gd name="T1" fmla="*/ 64 h 3"/>
                  <a:gd name="T2" fmla="*/ 192 w 3"/>
                  <a:gd name="T3" fmla="*/ 64 h 3"/>
                  <a:gd name="T4" fmla="*/ 192 w 3"/>
                  <a:gd name="T5" fmla="*/ 192 h 3"/>
                  <a:gd name="T6" fmla="*/ 64 w 3"/>
                  <a:gd name="T7" fmla="*/ 192 h 3"/>
                  <a:gd name="T8" fmla="*/ 64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0" name="Freeform 2479">
                <a:extLst>
                  <a:ext uri="{FF2B5EF4-FFF2-40B4-BE49-F238E27FC236}">
                    <a16:creationId xmlns:a16="http://schemas.microsoft.com/office/drawing/2014/main" id="{647619F5-42FE-4806-BD8A-C59C9B169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561"/>
                <a:ext cx="16" cy="15"/>
              </a:xfrm>
              <a:custGeom>
                <a:avLst/>
                <a:gdLst>
                  <a:gd name="T0" fmla="*/ 66 w 9"/>
                  <a:gd name="T1" fmla="*/ 53 h 8"/>
                  <a:gd name="T2" fmla="*/ 247 w 9"/>
                  <a:gd name="T3" fmla="*/ 53 h 8"/>
                  <a:gd name="T4" fmla="*/ 247 w 9"/>
                  <a:gd name="T5" fmla="*/ 296 h 8"/>
                  <a:gd name="T6" fmla="*/ 66 w 9"/>
                  <a:gd name="T7" fmla="*/ 296 h 8"/>
                  <a:gd name="T8" fmla="*/ 66 w 9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3" y="0"/>
                      <a:pt x="6" y="0"/>
                      <a:pt x="8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6" y="8"/>
                      <a:pt x="4" y="8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1" name="Freeform 2480">
                <a:extLst>
                  <a:ext uri="{FF2B5EF4-FFF2-40B4-BE49-F238E27FC236}">
                    <a16:creationId xmlns:a16="http://schemas.microsoft.com/office/drawing/2014/main" id="{B3DDE237-FF3D-41D4-B6EA-7C68ED29B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562"/>
                <a:ext cx="5" cy="6"/>
              </a:xfrm>
              <a:custGeom>
                <a:avLst/>
                <a:gdLst>
                  <a:gd name="T0" fmla="*/ 22 w 3"/>
                  <a:gd name="T1" fmla="*/ 64 h 3"/>
                  <a:gd name="T2" fmla="*/ 62 w 3"/>
                  <a:gd name="T3" fmla="*/ 64 h 3"/>
                  <a:gd name="T4" fmla="*/ 62 w 3"/>
                  <a:gd name="T5" fmla="*/ 192 h 3"/>
                  <a:gd name="T6" fmla="*/ 22 w 3"/>
                  <a:gd name="T7" fmla="*/ 192 h 3"/>
                  <a:gd name="T8" fmla="*/ 2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2" name="Freeform 2481">
                <a:extLst>
                  <a:ext uri="{FF2B5EF4-FFF2-40B4-BE49-F238E27FC236}">
                    <a16:creationId xmlns:a16="http://schemas.microsoft.com/office/drawing/2014/main" id="{BB76755B-D8C5-4359-9A24-42C6470C5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1576"/>
                <a:ext cx="17" cy="17"/>
              </a:xfrm>
              <a:custGeom>
                <a:avLst/>
                <a:gdLst>
                  <a:gd name="T0" fmla="*/ 100 w 9"/>
                  <a:gd name="T1" fmla="*/ 53 h 9"/>
                  <a:gd name="T2" fmla="*/ 317 w 9"/>
                  <a:gd name="T3" fmla="*/ 53 h 9"/>
                  <a:gd name="T4" fmla="*/ 357 w 9"/>
                  <a:gd name="T5" fmla="*/ 317 h 9"/>
                  <a:gd name="T6" fmla="*/ 100 w 9"/>
                  <a:gd name="T7" fmla="*/ 317 h 9"/>
                  <a:gd name="T8" fmla="*/ 100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6" y="8"/>
                      <a:pt x="4" y="9"/>
                      <a:pt x="2" y="7"/>
                    </a:cubicBezTo>
                    <a:cubicBezTo>
                      <a:pt x="0" y="6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3" name="Freeform 2482">
                <a:extLst>
                  <a:ext uri="{FF2B5EF4-FFF2-40B4-BE49-F238E27FC236}">
                    <a16:creationId xmlns:a16="http://schemas.microsoft.com/office/drawing/2014/main" id="{BD0AC444-4A4E-48EB-8A62-D3494A39D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580"/>
                <a:ext cx="5" cy="6"/>
              </a:xfrm>
              <a:custGeom>
                <a:avLst/>
                <a:gdLst>
                  <a:gd name="T0" fmla="*/ 22 w 3"/>
                  <a:gd name="T1" fmla="*/ 0 h 3"/>
                  <a:gd name="T2" fmla="*/ 62 w 3"/>
                  <a:gd name="T3" fmla="*/ 0 h 3"/>
                  <a:gd name="T4" fmla="*/ 62 w 3"/>
                  <a:gd name="T5" fmla="*/ 128 h 3"/>
                  <a:gd name="T6" fmla="*/ 22 w 3"/>
                  <a:gd name="T7" fmla="*/ 128 h 3"/>
                  <a:gd name="T8" fmla="*/ 2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4" name="Freeform 2483">
                <a:extLst>
                  <a:ext uri="{FF2B5EF4-FFF2-40B4-BE49-F238E27FC236}">
                    <a16:creationId xmlns:a16="http://schemas.microsoft.com/office/drawing/2014/main" id="{A2FEB50C-1EC2-41B9-ABA0-69957B31A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591"/>
                <a:ext cx="16" cy="18"/>
              </a:xfrm>
              <a:custGeom>
                <a:avLst/>
                <a:gdLst>
                  <a:gd name="T0" fmla="*/ 66 w 9"/>
                  <a:gd name="T1" fmla="*/ 128 h 9"/>
                  <a:gd name="T2" fmla="*/ 208 w 9"/>
                  <a:gd name="T3" fmla="*/ 64 h 9"/>
                  <a:gd name="T4" fmla="*/ 208 w 9"/>
                  <a:gd name="T5" fmla="*/ 448 h 9"/>
                  <a:gd name="T6" fmla="*/ 66 w 9"/>
                  <a:gd name="T7" fmla="*/ 448 h 9"/>
                  <a:gd name="T8" fmla="*/ 66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5" name="Freeform 2484">
                <a:extLst>
                  <a:ext uri="{FF2B5EF4-FFF2-40B4-BE49-F238E27FC236}">
                    <a16:creationId xmlns:a16="http://schemas.microsoft.com/office/drawing/2014/main" id="{35366C11-A101-4236-AAF9-E07729BD0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595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0 h 3"/>
                  <a:gd name="T4" fmla="*/ 37 w 3"/>
                  <a:gd name="T5" fmla="*/ 128 h 3"/>
                  <a:gd name="T6" fmla="*/ 22 w 3"/>
                  <a:gd name="T7" fmla="*/ 1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6" name="Freeform 2485">
                <a:extLst>
                  <a:ext uri="{FF2B5EF4-FFF2-40B4-BE49-F238E27FC236}">
                    <a16:creationId xmlns:a16="http://schemas.microsoft.com/office/drawing/2014/main" id="{5D773954-A819-4998-8EA9-EA8C837ED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607"/>
                <a:ext cx="16" cy="17"/>
              </a:xfrm>
              <a:custGeom>
                <a:avLst/>
                <a:gdLst>
                  <a:gd name="T0" fmla="*/ 66 w 9"/>
                  <a:gd name="T1" fmla="*/ 53 h 9"/>
                  <a:gd name="T2" fmla="*/ 208 w 9"/>
                  <a:gd name="T3" fmla="*/ 100 h 9"/>
                  <a:gd name="T4" fmla="*/ 208 w 9"/>
                  <a:gd name="T5" fmla="*/ 357 h 9"/>
                  <a:gd name="T6" fmla="*/ 37 w 9"/>
                  <a:gd name="T7" fmla="*/ 317 h 9"/>
                  <a:gd name="T8" fmla="*/ 66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8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7" name="Freeform 2486">
                <a:extLst>
                  <a:ext uri="{FF2B5EF4-FFF2-40B4-BE49-F238E27FC236}">
                    <a16:creationId xmlns:a16="http://schemas.microsoft.com/office/drawing/2014/main" id="{F4474869-B66E-4A90-A1CA-25DF4E404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611"/>
                <a:ext cx="6" cy="6"/>
              </a:xfrm>
              <a:custGeom>
                <a:avLst/>
                <a:gdLst>
                  <a:gd name="T0" fmla="*/ 64 w 3"/>
                  <a:gd name="T1" fmla="*/ 0 h 3"/>
                  <a:gd name="T2" fmla="*/ 192 w 3"/>
                  <a:gd name="T3" fmla="*/ 64 h 3"/>
                  <a:gd name="T4" fmla="*/ 128 w 3"/>
                  <a:gd name="T5" fmla="*/ 192 h 3"/>
                  <a:gd name="T6" fmla="*/ 0 w 3"/>
                  <a:gd name="T7" fmla="*/ 128 h 3"/>
                  <a:gd name="T8" fmla="*/ 64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8" name="Freeform 2487">
                <a:extLst>
                  <a:ext uri="{FF2B5EF4-FFF2-40B4-BE49-F238E27FC236}">
                    <a16:creationId xmlns:a16="http://schemas.microsoft.com/office/drawing/2014/main" id="{D302D52D-5B63-4321-A50A-6B4598DF0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622"/>
                <a:ext cx="16" cy="18"/>
              </a:xfrm>
              <a:custGeom>
                <a:avLst/>
                <a:gdLst>
                  <a:gd name="T0" fmla="*/ 66 w 9"/>
                  <a:gd name="T1" fmla="*/ 128 h 9"/>
                  <a:gd name="T2" fmla="*/ 208 w 9"/>
                  <a:gd name="T3" fmla="*/ 128 h 9"/>
                  <a:gd name="T4" fmla="*/ 208 w 9"/>
                  <a:gd name="T5" fmla="*/ 512 h 9"/>
                  <a:gd name="T6" fmla="*/ 37 w 9"/>
                  <a:gd name="T7" fmla="*/ 448 h 9"/>
                  <a:gd name="T8" fmla="*/ 66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1"/>
                      <a:pt x="7" y="2"/>
                    </a:cubicBezTo>
                    <a:cubicBezTo>
                      <a:pt x="9" y="4"/>
                      <a:pt x="9" y="7"/>
                      <a:pt x="7" y="8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9" name="Freeform 2488">
                <a:extLst>
                  <a:ext uri="{FF2B5EF4-FFF2-40B4-BE49-F238E27FC236}">
                    <a16:creationId xmlns:a16="http://schemas.microsoft.com/office/drawing/2014/main" id="{FE1D9611-7076-414F-8707-296D55706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626"/>
                <a:ext cx="6" cy="6"/>
              </a:xfrm>
              <a:custGeom>
                <a:avLst/>
                <a:gdLst>
                  <a:gd name="T0" fmla="*/ 0 w 3"/>
                  <a:gd name="T1" fmla="*/ 64 h 3"/>
                  <a:gd name="T2" fmla="*/ 128 w 3"/>
                  <a:gd name="T3" fmla="*/ 64 h 3"/>
                  <a:gd name="T4" fmla="*/ 128 w 3"/>
                  <a:gd name="T5" fmla="*/ 192 h 3"/>
                  <a:gd name="T6" fmla="*/ 0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0" name="Freeform 2489">
                <a:extLst>
                  <a:ext uri="{FF2B5EF4-FFF2-40B4-BE49-F238E27FC236}">
                    <a16:creationId xmlns:a16="http://schemas.microsoft.com/office/drawing/2014/main" id="{7945583D-EF44-47C8-94FC-02D10C392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638"/>
                <a:ext cx="16" cy="17"/>
              </a:xfrm>
              <a:custGeom>
                <a:avLst/>
                <a:gdLst>
                  <a:gd name="T0" fmla="*/ 66 w 9"/>
                  <a:gd name="T1" fmla="*/ 100 h 9"/>
                  <a:gd name="T2" fmla="*/ 247 w 9"/>
                  <a:gd name="T3" fmla="*/ 100 h 9"/>
                  <a:gd name="T4" fmla="*/ 208 w 9"/>
                  <a:gd name="T5" fmla="*/ 357 h 9"/>
                  <a:gd name="T6" fmla="*/ 66 w 9"/>
                  <a:gd name="T7" fmla="*/ 317 h 9"/>
                  <a:gd name="T8" fmla="*/ 66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4" y="0"/>
                      <a:pt x="7" y="1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1" y="3"/>
                      <a:pt x="2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1" name="Freeform 2490">
                <a:extLst>
                  <a:ext uri="{FF2B5EF4-FFF2-40B4-BE49-F238E27FC236}">
                    <a16:creationId xmlns:a16="http://schemas.microsoft.com/office/drawing/2014/main" id="{9C7AFB89-3593-4EDA-BBF7-393FDAF49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642"/>
                <a:ext cx="7" cy="5"/>
              </a:xfrm>
              <a:custGeom>
                <a:avLst/>
                <a:gdLst>
                  <a:gd name="T0" fmla="*/ 37 w 4"/>
                  <a:gd name="T1" fmla="*/ 22 h 3"/>
                  <a:gd name="T2" fmla="*/ 86 w 4"/>
                  <a:gd name="T3" fmla="*/ 22 h 3"/>
                  <a:gd name="T4" fmla="*/ 86 w 4"/>
                  <a:gd name="T5" fmla="*/ 62 h 3"/>
                  <a:gd name="T6" fmla="*/ 37 w 4"/>
                  <a:gd name="T7" fmla="*/ 62 h 3"/>
                  <a:gd name="T8" fmla="*/ 37 w 4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2" name="Freeform 2491">
                <a:extLst>
                  <a:ext uri="{FF2B5EF4-FFF2-40B4-BE49-F238E27FC236}">
                    <a16:creationId xmlns:a16="http://schemas.microsoft.com/office/drawing/2014/main" id="{AB1CF8C5-E0D9-43BA-B212-D18C461E0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655"/>
                <a:ext cx="16" cy="18"/>
              </a:xfrm>
              <a:custGeom>
                <a:avLst/>
                <a:gdLst>
                  <a:gd name="T0" fmla="*/ 66 w 9"/>
                  <a:gd name="T1" fmla="*/ 64 h 9"/>
                  <a:gd name="T2" fmla="*/ 247 w 9"/>
                  <a:gd name="T3" fmla="*/ 64 h 9"/>
                  <a:gd name="T4" fmla="*/ 208 w 9"/>
                  <a:gd name="T5" fmla="*/ 448 h 9"/>
                  <a:gd name="T6" fmla="*/ 37 w 9"/>
                  <a:gd name="T7" fmla="*/ 448 h 9"/>
                  <a:gd name="T8" fmla="*/ 66 w 9"/>
                  <a:gd name="T9" fmla="*/ 6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6" y="0"/>
                      <a:pt x="8" y="1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5" y="9"/>
                      <a:pt x="3" y="8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3" name="Freeform 2492">
                <a:extLst>
                  <a:ext uri="{FF2B5EF4-FFF2-40B4-BE49-F238E27FC236}">
                    <a16:creationId xmlns:a16="http://schemas.microsoft.com/office/drawing/2014/main" id="{B6C90F5E-4696-4D9B-84EB-670D63CD3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657"/>
                <a:ext cx="5" cy="8"/>
              </a:xfrm>
              <a:custGeom>
                <a:avLst/>
                <a:gdLst>
                  <a:gd name="T0" fmla="*/ 22 w 3"/>
                  <a:gd name="T1" fmla="*/ 64 h 4"/>
                  <a:gd name="T2" fmla="*/ 62 w 3"/>
                  <a:gd name="T3" fmla="*/ 64 h 4"/>
                  <a:gd name="T4" fmla="*/ 62 w 3"/>
                  <a:gd name="T5" fmla="*/ 192 h 4"/>
                  <a:gd name="T6" fmla="*/ 22 w 3"/>
                  <a:gd name="T7" fmla="*/ 192 h 4"/>
                  <a:gd name="T8" fmla="*/ 22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4" name="Freeform 2493">
                <a:extLst>
                  <a:ext uri="{FF2B5EF4-FFF2-40B4-BE49-F238E27FC236}">
                    <a16:creationId xmlns:a16="http://schemas.microsoft.com/office/drawing/2014/main" id="{028621B2-8F46-4CE3-A87F-A8FE988C0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671"/>
                <a:ext cx="16" cy="17"/>
              </a:xfrm>
              <a:custGeom>
                <a:avLst/>
                <a:gdLst>
                  <a:gd name="T0" fmla="*/ 66 w 9"/>
                  <a:gd name="T1" fmla="*/ 53 h 9"/>
                  <a:gd name="T2" fmla="*/ 247 w 9"/>
                  <a:gd name="T3" fmla="*/ 100 h 9"/>
                  <a:gd name="T4" fmla="*/ 208 w 9"/>
                  <a:gd name="T5" fmla="*/ 317 h 9"/>
                  <a:gd name="T6" fmla="*/ 66 w 9"/>
                  <a:gd name="T7" fmla="*/ 317 h 9"/>
                  <a:gd name="T8" fmla="*/ 66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5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5" name="Freeform 2494">
                <a:extLst>
                  <a:ext uri="{FF2B5EF4-FFF2-40B4-BE49-F238E27FC236}">
                    <a16:creationId xmlns:a16="http://schemas.microsoft.com/office/drawing/2014/main" id="{6A341697-F278-4DF0-8164-89261FA21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674"/>
                <a:ext cx="5" cy="6"/>
              </a:xfrm>
              <a:custGeom>
                <a:avLst/>
                <a:gdLst>
                  <a:gd name="T0" fmla="*/ 22 w 3"/>
                  <a:gd name="T1" fmla="*/ 0 h 3"/>
                  <a:gd name="T2" fmla="*/ 62 w 3"/>
                  <a:gd name="T3" fmla="*/ 0 h 3"/>
                  <a:gd name="T4" fmla="*/ 62 w 3"/>
                  <a:gd name="T5" fmla="*/ 128 h 3"/>
                  <a:gd name="T6" fmla="*/ 22 w 3"/>
                  <a:gd name="T7" fmla="*/ 128 h 3"/>
                  <a:gd name="T8" fmla="*/ 2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6" name="Freeform 2495">
                <a:extLst>
                  <a:ext uri="{FF2B5EF4-FFF2-40B4-BE49-F238E27FC236}">
                    <a16:creationId xmlns:a16="http://schemas.microsoft.com/office/drawing/2014/main" id="{B4ADC7C9-A775-4C1C-8204-214FCCC42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686"/>
                <a:ext cx="17" cy="17"/>
              </a:xfrm>
              <a:custGeom>
                <a:avLst/>
                <a:gdLst>
                  <a:gd name="T0" fmla="*/ 53 w 9"/>
                  <a:gd name="T1" fmla="*/ 100 h 9"/>
                  <a:gd name="T2" fmla="*/ 317 w 9"/>
                  <a:gd name="T3" fmla="*/ 100 h 9"/>
                  <a:gd name="T4" fmla="*/ 317 w 9"/>
                  <a:gd name="T5" fmla="*/ 357 h 9"/>
                  <a:gd name="T6" fmla="*/ 53 w 9"/>
                  <a:gd name="T7" fmla="*/ 357 h 9"/>
                  <a:gd name="T8" fmla="*/ 53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3" y="0"/>
                      <a:pt x="6" y="1"/>
                      <a:pt x="7" y="2"/>
                    </a:cubicBezTo>
                    <a:cubicBezTo>
                      <a:pt x="9" y="4"/>
                      <a:pt x="8" y="6"/>
                      <a:pt x="7" y="8"/>
                    </a:cubicBezTo>
                    <a:cubicBezTo>
                      <a:pt x="5" y="9"/>
                      <a:pt x="3" y="9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7" name="Freeform 2496">
                <a:extLst>
                  <a:ext uri="{FF2B5EF4-FFF2-40B4-BE49-F238E27FC236}">
                    <a16:creationId xmlns:a16="http://schemas.microsoft.com/office/drawing/2014/main" id="{F9099D6B-0796-4A1D-B152-CABE8CB9F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1690"/>
                <a:ext cx="5" cy="6"/>
              </a:xfrm>
              <a:custGeom>
                <a:avLst/>
                <a:gdLst>
                  <a:gd name="T0" fmla="*/ 0 w 3"/>
                  <a:gd name="T1" fmla="*/ 64 h 3"/>
                  <a:gd name="T2" fmla="*/ 37 w 3"/>
                  <a:gd name="T3" fmla="*/ 64 h 3"/>
                  <a:gd name="T4" fmla="*/ 37 w 3"/>
                  <a:gd name="T5" fmla="*/ 192 h 3"/>
                  <a:gd name="T6" fmla="*/ 0 w 3"/>
                  <a:gd name="T7" fmla="*/ 192 h 3"/>
                  <a:gd name="T8" fmla="*/ 0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8" name="Freeform 2497">
                <a:extLst>
                  <a:ext uri="{FF2B5EF4-FFF2-40B4-BE49-F238E27FC236}">
                    <a16:creationId xmlns:a16="http://schemas.microsoft.com/office/drawing/2014/main" id="{B7C1A65B-5C2E-4CA3-8774-4835DDA2A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703"/>
                <a:ext cx="17" cy="18"/>
              </a:xfrm>
              <a:custGeom>
                <a:avLst/>
                <a:gdLst>
                  <a:gd name="T0" fmla="*/ 100 w 9"/>
                  <a:gd name="T1" fmla="*/ 64 h 9"/>
                  <a:gd name="T2" fmla="*/ 317 w 9"/>
                  <a:gd name="T3" fmla="*/ 128 h 9"/>
                  <a:gd name="T4" fmla="*/ 317 w 9"/>
                  <a:gd name="T5" fmla="*/ 512 h 9"/>
                  <a:gd name="T6" fmla="*/ 53 w 9"/>
                  <a:gd name="T7" fmla="*/ 448 h 9"/>
                  <a:gd name="T8" fmla="*/ 100 w 9"/>
                  <a:gd name="T9" fmla="*/ 6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9" y="4"/>
                      <a:pt x="8" y="6"/>
                      <a:pt x="7" y="8"/>
                    </a:cubicBezTo>
                    <a:cubicBezTo>
                      <a:pt x="5" y="9"/>
                      <a:pt x="2" y="9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9" name="Freeform 2498">
                <a:extLst>
                  <a:ext uri="{FF2B5EF4-FFF2-40B4-BE49-F238E27FC236}">
                    <a16:creationId xmlns:a16="http://schemas.microsoft.com/office/drawing/2014/main" id="{B11AF3BF-C918-4A1D-8750-E5D8D04D9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1707"/>
                <a:ext cx="5" cy="6"/>
              </a:xfrm>
              <a:custGeom>
                <a:avLst/>
                <a:gdLst>
                  <a:gd name="T0" fmla="*/ 22 w 3"/>
                  <a:gd name="T1" fmla="*/ 0 h 3"/>
                  <a:gd name="T2" fmla="*/ 37 w 3"/>
                  <a:gd name="T3" fmla="*/ 64 h 3"/>
                  <a:gd name="T4" fmla="*/ 37 w 3"/>
                  <a:gd name="T5" fmla="*/ 128 h 3"/>
                  <a:gd name="T6" fmla="*/ 0 w 3"/>
                  <a:gd name="T7" fmla="*/ 128 h 3"/>
                  <a:gd name="T8" fmla="*/ 2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0" name="Freeform 2499">
                <a:extLst>
                  <a:ext uri="{FF2B5EF4-FFF2-40B4-BE49-F238E27FC236}">
                    <a16:creationId xmlns:a16="http://schemas.microsoft.com/office/drawing/2014/main" id="{CBBF298E-0260-46E9-8347-AB1DECA8B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719"/>
                <a:ext cx="17" cy="17"/>
              </a:xfrm>
              <a:custGeom>
                <a:avLst/>
                <a:gdLst>
                  <a:gd name="T0" fmla="*/ 144 w 9"/>
                  <a:gd name="T1" fmla="*/ 53 h 9"/>
                  <a:gd name="T2" fmla="*/ 357 w 9"/>
                  <a:gd name="T3" fmla="*/ 100 h 9"/>
                  <a:gd name="T4" fmla="*/ 317 w 9"/>
                  <a:gd name="T5" fmla="*/ 357 h 9"/>
                  <a:gd name="T6" fmla="*/ 100 w 9"/>
                  <a:gd name="T7" fmla="*/ 317 h 9"/>
                  <a:gd name="T8" fmla="*/ 144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ubicBezTo>
                      <a:pt x="5" y="9"/>
                      <a:pt x="3" y="9"/>
                      <a:pt x="2" y="7"/>
                    </a:cubicBezTo>
                    <a:cubicBezTo>
                      <a:pt x="0" y="5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1" name="Freeform 2500">
                <a:extLst>
                  <a:ext uri="{FF2B5EF4-FFF2-40B4-BE49-F238E27FC236}">
                    <a16:creationId xmlns:a16="http://schemas.microsoft.com/office/drawing/2014/main" id="{76ABDBFA-7334-4D98-960C-4E51082ED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723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22 h 3"/>
                  <a:gd name="T4" fmla="*/ 37 w 3"/>
                  <a:gd name="T5" fmla="*/ 62 h 3"/>
                  <a:gd name="T6" fmla="*/ 0 w 3"/>
                  <a:gd name="T7" fmla="*/ 37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2" name="Freeform 2501">
                <a:extLst>
                  <a:ext uri="{FF2B5EF4-FFF2-40B4-BE49-F238E27FC236}">
                    <a16:creationId xmlns:a16="http://schemas.microsoft.com/office/drawing/2014/main" id="{BFFEBD66-95D9-4F46-A629-703CEE374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734"/>
                <a:ext cx="17" cy="18"/>
              </a:xfrm>
              <a:custGeom>
                <a:avLst/>
                <a:gdLst>
                  <a:gd name="T0" fmla="*/ 144 w 9"/>
                  <a:gd name="T1" fmla="*/ 64 h 9"/>
                  <a:gd name="T2" fmla="*/ 357 w 9"/>
                  <a:gd name="T3" fmla="*/ 128 h 9"/>
                  <a:gd name="T4" fmla="*/ 317 w 9"/>
                  <a:gd name="T5" fmla="*/ 512 h 9"/>
                  <a:gd name="T6" fmla="*/ 100 w 9"/>
                  <a:gd name="T7" fmla="*/ 448 h 9"/>
                  <a:gd name="T8" fmla="*/ 144 w 9"/>
                  <a:gd name="T9" fmla="*/ 6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ubicBezTo>
                      <a:pt x="5" y="9"/>
                      <a:pt x="3" y="9"/>
                      <a:pt x="2" y="7"/>
                    </a:cubicBezTo>
                    <a:cubicBezTo>
                      <a:pt x="0" y="5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3" name="Freeform 2502">
                <a:extLst>
                  <a:ext uri="{FF2B5EF4-FFF2-40B4-BE49-F238E27FC236}">
                    <a16:creationId xmlns:a16="http://schemas.microsoft.com/office/drawing/2014/main" id="{F54E4A61-9686-44B2-B2EE-97C6D4870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738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64 h 3"/>
                  <a:gd name="T4" fmla="*/ 37 w 3"/>
                  <a:gd name="T5" fmla="*/ 192 h 3"/>
                  <a:gd name="T6" fmla="*/ 0 w 3"/>
                  <a:gd name="T7" fmla="*/ 1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4" name="Oval 2503">
                <a:extLst>
                  <a:ext uri="{FF2B5EF4-FFF2-40B4-BE49-F238E27FC236}">
                    <a16:creationId xmlns:a16="http://schemas.microsoft.com/office/drawing/2014/main" id="{B568CC58-64C3-4EA2-B2A1-2F1551D3D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962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65" name="Oval 2504">
                <a:extLst>
                  <a:ext uri="{FF2B5EF4-FFF2-40B4-BE49-F238E27FC236}">
                    <a16:creationId xmlns:a16="http://schemas.microsoft.com/office/drawing/2014/main" id="{6645AB2B-2D2A-4C92-A80D-7B7E1568C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966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66" name="Oval 2505">
                <a:extLst>
                  <a:ext uri="{FF2B5EF4-FFF2-40B4-BE49-F238E27FC236}">
                    <a16:creationId xmlns:a16="http://schemas.microsoft.com/office/drawing/2014/main" id="{AF79C348-9F9A-43C5-B454-C28E62732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0" y="962"/>
                <a:ext cx="16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67" name="Oval 2506">
                <a:extLst>
                  <a:ext uri="{FF2B5EF4-FFF2-40B4-BE49-F238E27FC236}">
                    <a16:creationId xmlns:a16="http://schemas.microsoft.com/office/drawing/2014/main" id="{DB749C5E-2795-41BB-8207-27A0E2D0C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966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68" name="Oval 2507">
                <a:extLst>
                  <a:ext uri="{FF2B5EF4-FFF2-40B4-BE49-F238E27FC236}">
                    <a16:creationId xmlns:a16="http://schemas.microsoft.com/office/drawing/2014/main" id="{676313C4-DADF-43F7-977D-18147CABF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966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69" name="Oval 2508">
                <a:extLst>
                  <a:ext uri="{FF2B5EF4-FFF2-40B4-BE49-F238E27FC236}">
                    <a16:creationId xmlns:a16="http://schemas.microsoft.com/office/drawing/2014/main" id="{A0F2A1AE-439B-47E0-AAA3-4E63C77DF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0" y="97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70" name="Oval 2509">
                <a:extLst>
                  <a:ext uri="{FF2B5EF4-FFF2-40B4-BE49-F238E27FC236}">
                    <a16:creationId xmlns:a16="http://schemas.microsoft.com/office/drawing/2014/main" id="{37620F19-C461-4858-85E3-F10B66FD7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1" y="96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71" name="Oval 2510">
                <a:extLst>
                  <a:ext uri="{FF2B5EF4-FFF2-40B4-BE49-F238E27FC236}">
                    <a16:creationId xmlns:a16="http://schemas.microsoft.com/office/drawing/2014/main" id="{DDA60926-C56D-48CC-B239-584B8A57E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4" y="972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72" name="Oval 2511">
                <a:extLst>
                  <a:ext uri="{FF2B5EF4-FFF2-40B4-BE49-F238E27FC236}">
                    <a16:creationId xmlns:a16="http://schemas.microsoft.com/office/drawing/2014/main" id="{6938EF6D-C661-47A4-B7F9-394F60836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972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73" name="Oval 2512">
                <a:extLst>
                  <a:ext uri="{FF2B5EF4-FFF2-40B4-BE49-F238E27FC236}">
                    <a16:creationId xmlns:a16="http://schemas.microsoft.com/office/drawing/2014/main" id="{6BFDFE81-D1B2-431F-8357-A0F54AB32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976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74" name="Oval 2513">
                <a:extLst>
                  <a:ext uri="{FF2B5EF4-FFF2-40B4-BE49-F238E27FC236}">
                    <a16:creationId xmlns:a16="http://schemas.microsoft.com/office/drawing/2014/main" id="{FD1557ED-CBCD-4A83-9713-87C2FF274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97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75" name="Oval 2514">
                <a:extLst>
                  <a:ext uri="{FF2B5EF4-FFF2-40B4-BE49-F238E27FC236}">
                    <a16:creationId xmlns:a16="http://schemas.microsoft.com/office/drawing/2014/main" id="{33E20308-38D2-4459-92B6-3BAF23406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980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76" name="Oval 2515">
                <a:extLst>
                  <a:ext uri="{FF2B5EF4-FFF2-40B4-BE49-F238E27FC236}">
                    <a16:creationId xmlns:a16="http://schemas.microsoft.com/office/drawing/2014/main" id="{736131CE-38BB-4377-85BA-87A92325D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982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77" name="Oval 2516">
                <a:extLst>
                  <a:ext uri="{FF2B5EF4-FFF2-40B4-BE49-F238E27FC236}">
                    <a16:creationId xmlns:a16="http://schemas.microsoft.com/office/drawing/2014/main" id="{6471AF7F-4104-4B50-868C-541E2F164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6" y="98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78" name="Oval 2517">
                <a:extLst>
                  <a:ext uri="{FF2B5EF4-FFF2-40B4-BE49-F238E27FC236}">
                    <a16:creationId xmlns:a16="http://schemas.microsoft.com/office/drawing/2014/main" id="{F50E59AC-282E-4AA5-97F0-A7CF96CF8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5" y="987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79" name="Oval 2518">
                <a:extLst>
                  <a:ext uri="{FF2B5EF4-FFF2-40B4-BE49-F238E27FC236}">
                    <a16:creationId xmlns:a16="http://schemas.microsoft.com/office/drawing/2014/main" id="{834EA45B-039E-4775-97B4-C5842C684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99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80" name="Oval 2519">
                <a:extLst>
                  <a:ext uri="{FF2B5EF4-FFF2-40B4-BE49-F238E27FC236}">
                    <a16:creationId xmlns:a16="http://schemas.microsoft.com/office/drawing/2014/main" id="{7523312F-1B32-4EE5-8E48-001585E78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995"/>
                <a:ext cx="16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81" name="Oval 2520">
                <a:extLst>
                  <a:ext uri="{FF2B5EF4-FFF2-40B4-BE49-F238E27FC236}">
                    <a16:creationId xmlns:a16="http://schemas.microsoft.com/office/drawing/2014/main" id="{FDFA4223-FE43-4425-83F0-4DA35449E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999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82" name="Oval 2521">
                <a:extLst>
                  <a:ext uri="{FF2B5EF4-FFF2-40B4-BE49-F238E27FC236}">
                    <a16:creationId xmlns:a16="http://schemas.microsoft.com/office/drawing/2014/main" id="{08253E11-5F52-40E6-A64A-9B9965C47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1003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83" name="Oval 2522">
                <a:extLst>
                  <a:ext uri="{FF2B5EF4-FFF2-40B4-BE49-F238E27FC236}">
                    <a16:creationId xmlns:a16="http://schemas.microsoft.com/office/drawing/2014/main" id="{9AB04F11-D32E-483E-BBDC-3709063AD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6" y="1007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84" name="Oval 2523">
                <a:extLst>
                  <a:ext uri="{FF2B5EF4-FFF2-40B4-BE49-F238E27FC236}">
                    <a16:creationId xmlns:a16="http://schemas.microsoft.com/office/drawing/2014/main" id="{CC2FBE20-22C1-46BA-876D-2730CB9FD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1010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85" name="Oval 2524">
                <a:extLst>
                  <a:ext uri="{FF2B5EF4-FFF2-40B4-BE49-F238E27FC236}">
                    <a16:creationId xmlns:a16="http://schemas.microsoft.com/office/drawing/2014/main" id="{ED9BB92D-695B-4153-975F-994ADBA7D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1014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86" name="Oval 2525">
                <a:extLst>
                  <a:ext uri="{FF2B5EF4-FFF2-40B4-BE49-F238E27FC236}">
                    <a16:creationId xmlns:a16="http://schemas.microsoft.com/office/drawing/2014/main" id="{DDF5637A-E0B8-4F80-A46E-04B628C5D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1020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87" name="Oval 2526">
                <a:extLst>
                  <a:ext uri="{FF2B5EF4-FFF2-40B4-BE49-F238E27FC236}">
                    <a16:creationId xmlns:a16="http://schemas.microsoft.com/office/drawing/2014/main" id="{83663115-A50E-44E4-834A-78F152C61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1024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88" name="Oval 2527">
                <a:extLst>
                  <a:ext uri="{FF2B5EF4-FFF2-40B4-BE49-F238E27FC236}">
                    <a16:creationId xmlns:a16="http://schemas.microsoft.com/office/drawing/2014/main" id="{150D95D4-83E6-4F3F-A95F-3F0866DE9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8" y="1030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89" name="Oval 2528">
                <a:extLst>
                  <a:ext uri="{FF2B5EF4-FFF2-40B4-BE49-F238E27FC236}">
                    <a16:creationId xmlns:a16="http://schemas.microsoft.com/office/drawing/2014/main" id="{5677157E-65CB-411F-8D0C-4895E9779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03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90" name="Oval 2529">
                <a:extLst>
                  <a:ext uri="{FF2B5EF4-FFF2-40B4-BE49-F238E27FC236}">
                    <a16:creationId xmlns:a16="http://schemas.microsoft.com/office/drawing/2014/main" id="{FCDD74FB-7A67-4FFE-A10E-DD237BF71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1039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91" name="Oval 2530">
                <a:extLst>
                  <a:ext uri="{FF2B5EF4-FFF2-40B4-BE49-F238E27FC236}">
                    <a16:creationId xmlns:a16="http://schemas.microsoft.com/office/drawing/2014/main" id="{E59DE88C-F4E4-4B26-B576-29DF76415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1043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92" name="Oval 2531">
                <a:extLst>
                  <a:ext uri="{FF2B5EF4-FFF2-40B4-BE49-F238E27FC236}">
                    <a16:creationId xmlns:a16="http://schemas.microsoft.com/office/drawing/2014/main" id="{DD2E63CD-B2A4-4851-B317-7E841DAEE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1049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93" name="Oval 2532">
                <a:extLst>
                  <a:ext uri="{FF2B5EF4-FFF2-40B4-BE49-F238E27FC236}">
                    <a16:creationId xmlns:a16="http://schemas.microsoft.com/office/drawing/2014/main" id="{5E979719-3B81-4512-AA41-C92233CA0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105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94" name="Oval 2533">
                <a:extLst>
                  <a:ext uri="{FF2B5EF4-FFF2-40B4-BE49-F238E27FC236}">
                    <a16:creationId xmlns:a16="http://schemas.microsoft.com/office/drawing/2014/main" id="{F167EE06-A285-466A-9ACC-092445088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1" y="106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95" name="Oval 2534">
                <a:extLst>
                  <a:ext uri="{FF2B5EF4-FFF2-40B4-BE49-F238E27FC236}">
                    <a16:creationId xmlns:a16="http://schemas.microsoft.com/office/drawing/2014/main" id="{55E7D9C0-B91F-44EC-AFD8-263341029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106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96" name="Oval 2535">
                <a:extLst>
                  <a:ext uri="{FF2B5EF4-FFF2-40B4-BE49-F238E27FC236}">
                    <a16:creationId xmlns:a16="http://schemas.microsoft.com/office/drawing/2014/main" id="{B6408208-F29A-4064-B458-6E1006A26D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" y="1009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97" name="Oval 2536">
                <a:extLst>
                  <a:ext uri="{FF2B5EF4-FFF2-40B4-BE49-F238E27FC236}">
                    <a16:creationId xmlns:a16="http://schemas.microsoft.com/office/drawing/2014/main" id="{88D65777-39F4-494E-ABDE-0EF7055B7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1010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98" name="Oval 2537">
                <a:extLst>
                  <a:ext uri="{FF2B5EF4-FFF2-40B4-BE49-F238E27FC236}">
                    <a16:creationId xmlns:a16="http://schemas.microsoft.com/office/drawing/2014/main" id="{AAFD79A7-4E41-4725-92DF-7B9064300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1009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299" name="Oval 2538">
                <a:extLst>
                  <a:ext uri="{FF2B5EF4-FFF2-40B4-BE49-F238E27FC236}">
                    <a16:creationId xmlns:a16="http://schemas.microsoft.com/office/drawing/2014/main" id="{53B936F5-3B39-472A-91B1-2B9268F68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1012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00" name="Oval 2539">
                <a:extLst>
                  <a:ext uri="{FF2B5EF4-FFF2-40B4-BE49-F238E27FC236}">
                    <a16:creationId xmlns:a16="http://schemas.microsoft.com/office/drawing/2014/main" id="{CD078472-6708-46DB-A1F4-D1C916F5A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1010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01" name="Oval 2540">
                <a:extLst>
                  <a:ext uri="{FF2B5EF4-FFF2-40B4-BE49-F238E27FC236}">
                    <a16:creationId xmlns:a16="http://schemas.microsoft.com/office/drawing/2014/main" id="{3C4FA09F-1115-45B2-BDDC-488882DDA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1014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02" name="Oval 2541">
                <a:extLst>
                  <a:ext uri="{FF2B5EF4-FFF2-40B4-BE49-F238E27FC236}">
                    <a16:creationId xmlns:a16="http://schemas.microsoft.com/office/drawing/2014/main" id="{F70BAADA-821E-44F1-BB4D-0CFD56579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1014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03" name="Oval 2542">
                <a:extLst>
                  <a:ext uri="{FF2B5EF4-FFF2-40B4-BE49-F238E27FC236}">
                    <a16:creationId xmlns:a16="http://schemas.microsoft.com/office/drawing/2014/main" id="{ECB48AC1-4715-46A4-8ACA-9781FA5FD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" y="1018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04" name="Oval 2543">
                <a:extLst>
                  <a:ext uri="{FF2B5EF4-FFF2-40B4-BE49-F238E27FC236}">
                    <a16:creationId xmlns:a16="http://schemas.microsoft.com/office/drawing/2014/main" id="{7D7CDEBA-4FC8-42F6-A5B0-270EECE84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1" y="1020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05" name="Oval 2544">
                <a:extLst>
                  <a:ext uri="{FF2B5EF4-FFF2-40B4-BE49-F238E27FC236}">
                    <a16:creationId xmlns:a16="http://schemas.microsoft.com/office/drawing/2014/main" id="{597F46C7-FFAC-4DD2-8670-F00F38635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8" y="1024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06" name="Oval 2545">
                <a:extLst>
                  <a:ext uri="{FF2B5EF4-FFF2-40B4-BE49-F238E27FC236}">
                    <a16:creationId xmlns:a16="http://schemas.microsoft.com/office/drawing/2014/main" id="{1A3407BF-07A6-4946-AE0E-A2F39AB8E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1026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07" name="Oval 2546">
                <a:extLst>
                  <a:ext uri="{FF2B5EF4-FFF2-40B4-BE49-F238E27FC236}">
                    <a16:creationId xmlns:a16="http://schemas.microsoft.com/office/drawing/2014/main" id="{BF2A2720-8629-43CA-B471-2C0988FB3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1030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08" name="Oval 2547">
                <a:extLst>
                  <a:ext uri="{FF2B5EF4-FFF2-40B4-BE49-F238E27FC236}">
                    <a16:creationId xmlns:a16="http://schemas.microsoft.com/office/drawing/2014/main" id="{121983DD-6FF2-4557-ADD0-39F8F24B3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1034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09" name="Oval 2548">
                <a:extLst>
                  <a:ext uri="{FF2B5EF4-FFF2-40B4-BE49-F238E27FC236}">
                    <a16:creationId xmlns:a16="http://schemas.microsoft.com/office/drawing/2014/main" id="{0BB9C3F1-042C-4459-9DB1-7ED05C844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1037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10" name="Oval 2549">
                <a:extLst>
                  <a:ext uri="{FF2B5EF4-FFF2-40B4-BE49-F238E27FC236}">
                    <a16:creationId xmlns:a16="http://schemas.microsoft.com/office/drawing/2014/main" id="{AC13E119-7DC4-49E1-AC9B-05EBB7DBB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041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11" name="Oval 2550">
                <a:extLst>
                  <a:ext uri="{FF2B5EF4-FFF2-40B4-BE49-F238E27FC236}">
                    <a16:creationId xmlns:a16="http://schemas.microsoft.com/office/drawing/2014/main" id="{B7B20DE9-300B-4890-8CB7-000C21D09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104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12" name="Oval 2551">
                <a:extLst>
                  <a:ext uri="{FF2B5EF4-FFF2-40B4-BE49-F238E27FC236}">
                    <a16:creationId xmlns:a16="http://schemas.microsoft.com/office/drawing/2014/main" id="{658E86B0-3649-48C3-9FFC-847580A00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1049"/>
                <a:ext cx="14" cy="17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13" name="Oval 2552">
                <a:extLst>
                  <a:ext uri="{FF2B5EF4-FFF2-40B4-BE49-F238E27FC236}">
                    <a16:creationId xmlns:a16="http://schemas.microsoft.com/office/drawing/2014/main" id="{9D77F651-5656-499D-86E3-5120E6E36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053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14" name="Oval 2553">
                <a:extLst>
                  <a:ext uri="{FF2B5EF4-FFF2-40B4-BE49-F238E27FC236}">
                    <a16:creationId xmlns:a16="http://schemas.microsoft.com/office/drawing/2014/main" id="{656DCB82-07B9-48EB-919D-045624308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6" y="1061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15" name="Oval 2554">
                <a:extLst>
                  <a:ext uri="{FF2B5EF4-FFF2-40B4-BE49-F238E27FC236}">
                    <a16:creationId xmlns:a16="http://schemas.microsoft.com/office/drawing/2014/main" id="{BEB8CBC8-7F4C-4DF7-A7F6-E914D55BCB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1065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16" name="Oval 2555">
                <a:extLst>
                  <a:ext uri="{FF2B5EF4-FFF2-40B4-BE49-F238E27FC236}">
                    <a16:creationId xmlns:a16="http://schemas.microsoft.com/office/drawing/2014/main" id="{98197C29-3B0A-41FF-9A57-D617B014A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1070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17" name="Oval 2556">
                <a:extLst>
                  <a:ext uri="{FF2B5EF4-FFF2-40B4-BE49-F238E27FC236}">
                    <a16:creationId xmlns:a16="http://schemas.microsoft.com/office/drawing/2014/main" id="{400C3B29-A70A-43A7-9B24-348F9AB44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1074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318" name="Freeform 2557">
                <a:extLst>
                  <a:ext uri="{FF2B5EF4-FFF2-40B4-BE49-F238E27FC236}">
                    <a16:creationId xmlns:a16="http://schemas.microsoft.com/office/drawing/2014/main" id="{DA0108A8-B4F3-4F05-B325-9AEE4E015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078"/>
                <a:ext cx="14" cy="17"/>
              </a:xfrm>
              <a:custGeom>
                <a:avLst/>
                <a:gdLst>
                  <a:gd name="T0" fmla="*/ 236 w 8"/>
                  <a:gd name="T1" fmla="*/ 189 h 9"/>
                  <a:gd name="T2" fmla="*/ 86 w 8"/>
                  <a:gd name="T3" fmla="*/ 53 h 9"/>
                  <a:gd name="T4" fmla="*/ 0 w 8"/>
                  <a:gd name="T5" fmla="*/ 272 h 9"/>
                  <a:gd name="T6" fmla="*/ 151 w 8"/>
                  <a:gd name="T7" fmla="*/ 402 h 9"/>
                  <a:gd name="T8" fmla="*/ 236 w 8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4"/>
                    </a:moveTo>
                    <a:cubicBezTo>
                      <a:pt x="8" y="2"/>
                      <a:pt x="5" y="0"/>
                      <a:pt x="3" y="1"/>
                    </a:cubicBezTo>
                    <a:cubicBezTo>
                      <a:pt x="1" y="1"/>
                      <a:pt x="0" y="3"/>
                      <a:pt x="0" y="6"/>
                    </a:cubicBezTo>
                    <a:cubicBezTo>
                      <a:pt x="1" y="8"/>
                      <a:pt x="3" y="9"/>
                      <a:pt x="5" y="9"/>
                    </a:cubicBezTo>
                    <a:cubicBezTo>
                      <a:pt x="7" y="8"/>
                      <a:pt x="8" y="6"/>
                      <a:pt x="8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9" name="Freeform 2558">
                <a:extLst>
                  <a:ext uri="{FF2B5EF4-FFF2-40B4-BE49-F238E27FC236}">
                    <a16:creationId xmlns:a16="http://schemas.microsoft.com/office/drawing/2014/main" id="{9CA38A71-1EA6-4A8F-B794-1A6D0E3DF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082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64 h 3"/>
                  <a:gd name="T4" fmla="*/ 0 w 3"/>
                  <a:gd name="T5" fmla="*/ 128 h 3"/>
                  <a:gd name="T6" fmla="*/ 37 w 3"/>
                  <a:gd name="T7" fmla="*/ 192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0" name="Freeform 2559">
                <a:extLst>
                  <a:ext uri="{FF2B5EF4-FFF2-40B4-BE49-F238E27FC236}">
                    <a16:creationId xmlns:a16="http://schemas.microsoft.com/office/drawing/2014/main" id="{820D22DC-9BA7-4EE8-A5D4-86C3A8E11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090"/>
                <a:ext cx="14" cy="17"/>
              </a:xfrm>
              <a:custGeom>
                <a:avLst/>
                <a:gdLst>
                  <a:gd name="T0" fmla="*/ 236 w 8"/>
                  <a:gd name="T1" fmla="*/ 144 h 9"/>
                  <a:gd name="T2" fmla="*/ 86 w 8"/>
                  <a:gd name="T3" fmla="*/ 0 h 9"/>
                  <a:gd name="T4" fmla="*/ 0 w 8"/>
                  <a:gd name="T5" fmla="*/ 213 h 9"/>
                  <a:gd name="T6" fmla="*/ 151 w 8"/>
                  <a:gd name="T7" fmla="*/ 357 h 9"/>
                  <a:gd name="T8" fmla="*/ 236 w 8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3"/>
                    </a:moveTo>
                    <a:cubicBezTo>
                      <a:pt x="7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0" y="7"/>
                      <a:pt x="3" y="9"/>
                      <a:pt x="5" y="8"/>
                    </a:cubicBezTo>
                    <a:cubicBezTo>
                      <a:pt x="7" y="8"/>
                      <a:pt x="8" y="6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1" name="Freeform 2560">
                <a:extLst>
                  <a:ext uri="{FF2B5EF4-FFF2-40B4-BE49-F238E27FC236}">
                    <a16:creationId xmlns:a16="http://schemas.microsoft.com/office/drawing/2014/main" id="{5775E562-55FC-41D7-A4F5-195163898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093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0 h 3"/>
                  <a:gd name="T4" fmla="*/ 0 w 3"/>
                  <a:gd name="T5" fmla="*/ 128 h 3"/>
                  <a:gd name="T6" fmla="*/ 128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2" name="Freeform 2561">
                <a:extLst>
                  <a:ext uri="{FF2B5EF4-FFF2-40B4-BE49-F238E27FC236}">
                    <a16:creationId xmlns:a16="http://schemas.microsoft.com/office/drawing/2014/main" id="{ED7BA304-F502-44D8-B652-B5C9E73AF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101"/>
                <a:ext cx="16" cy="16"/>
              </a:xfrm>
              <a:custGeom>
                <a:avLst/>
                <a:gdLst>
                  <a:gd name="T0" fmla="*/ 247 w 9"/>
                  <a:gd name="T1" fmla="*/ 192 h 8"/>
                  <a:gd name="T2" fmla="*/ 117 w 9"/>
                  <a:gd name="T3" fmla="*/ 0 h 8"/>
                  <a:gd name="T4" fmla="*/ 37 w 9"/>
                  <a:gd name="T5" fmla="*/ 320 h 8"/>
                  <a:gd name="T6" fmla="*/ 158 w 9"/>
                  <a:gd name="T7" fmla="*/ 512 h 8"/>
                  <a:gd name="T8" fmla="*/ 247 w 9"/>
                  <a:gd name="T9" fmla="*/ 1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3"/>
                    </a:moveTo>
                    <a:cubicBezTo>
                      <a:pt x="8" y="1"/>
                      <a:pt x="6" y="0"/>
                      <a:pt x="4" y="0"/>
                    </a:cubicBezTo>
                    <a:cubicBezTo>
                      <a:pt x="1" y="1"/>
                      <a:pt x="0" y="3"/>
                      <a:pt x="1" y="5"/>
                    </a:cubicBezTo>
                    <a:cubicBezTo>
                      <a:pt x="1" y="7"/>
                      <a:pt x="3" y="8"/>
                      <a:pt x="5" y="8"/>
                    </a:cubicBezTo>
                    <a:cubicBezTo>
                      <a:pt x="7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3" name="Freeform 2562">
                <a:extLst>
                  <a:ext uri="{FF2B5EF4-FFF2-40B4-BE49-F238E27FC236}">
                    <a16:creationId xmlns:a16="http://schemas.microsoft.com/office/drawing/2014/main" id="{0FB4CBEF-4AB4-47A8-A978-B958E0971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105"/>
                <a:ext cx="5" cy="6"/>
              </a:xfrm>
              <a:custGeom>
                <a:avLst/>
                <a:gdLst>
                  <a:gd name="T0" fmla="*/ 37 w 3"/>
                  <a:gd name="T1" fmla="*/ 64 h 3"/>
                  <a:gd name="T2" fmla="*/ 22 w 3"/>
                  <a:gd name="T3" fmla="*/ 0 h 3"/>
                  <a:gd name="T4" fmla="*/ 0 w 3"/>
                  <a:gd name="T5" fmla="*/ 64 h 3"/>
                  <a:gd name="T6" fmla="*/ 22 w 3"/>
                  <a:gd name="T7" fmla="*/ 128 h 3"/>
                  <a:gd name="T8" fmla="*/ 37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2"/>
                    </a:cubicBezTo>
                    <a:cubicBezTo>
                      <a:pt x="2" y="2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4" name="Freeform 2563">
                <a:extLst>
                  <a:ext uri="{FF2B5EF4-FFF2-40B4-BE49-F238E27FC236}">
                    <a16:creationId xmlns:a16="http://schemas.microsoft.com/office/drawing/2014/main" id="{CCA980FC-B40C-4723-A791-F8B0B0475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113"/>
                <a:ext cx="16" cy="15"/>
              </a:xfrm>
              <a:custGeom>
                <a:avLst/>
                <a:gdLst>
                  <a:gd name="T0" fmla="*/ 281 w 9"/>
                  <a:gd name="T1" fmla="*/ 137 h 8"/>
                  <a:gd name="T2" fmla="*/ 117 w 9"/>
                  <a:gd name="T3" fmla="*/ 0 h 8"/>
                  <a:gd name="T4" fmla="*/ 37 w 9"/>
                  <a:gd name="T5" fmla="*/ 212 h 8"/>
                  <a:gd name="T6" fmla="*/ 203 w 9"/>
                  <a:gd name="T7" fmla="*/ 349 h 8"/>
                  <a:gd name="T8" fmla="*/ 281 w 9"/>
                  <a:gd name="T9" fmla="*/ 13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3"/>
                    </a:moveTo>
                    <a:cubicBezTo>
                      <a:pt x="8" y="1"/>
                      <a:pt x="6" y="0"/>
                      <a:pt x="4" y="0"/>
                    </a:cubicBezTo>
                    <a:cubicBezTo>
                      <a:pt x="2" y="1"/>
                      <a:pt x="0" y="3"/>
                      <a:pt x="1" y="5"/>
                    </a:cubicBezTo>
                    <a:cubicBezTo>
                      <a:pt x="1" y="7"/>
                      <a:pt x="3" y="8"/>
                      <a:pt x="6" y="8"/>
                    </a:cubicBezTo>
                    <a:cubicBezTo>
                      <a:pt x="8" y="8"/>
                      <a:pt x="9" y="5"/>
                      <a:pt x="9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5" name="Freeform 2564">
                <a:extLst>
                  <a:ext uri="{FF2B5EF4-FFF2-40B4-BE49-F238E27FC236}">
                    <a16:creationId xmlns:a16="http://schemas.microsoft.com/office/drawing/2014/main" id="{2BD1098E-8ADD-4BCC-9AEA-AA7FB11D1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117"/>
                <a:ext cx="6" cy="5"/>
              </a:xfrm>
              <a:custGeom>
                <a:avLst/>
                <a:gdLst>
                  <a:gd name="T0" fmla="*/ 192 w 3"/>
                  <a:gd name="T1" fmla="*/ 22 h 3"/>
                  <a:gd name="T2" fmla="*/ 64 w 3"/>
                  <a:gd name="T3" fmla="*/ 0 h 3"/>
                  <a:gd name="T4" fmla="*/ 0 w 3"/>
                  <a:gd name="T5" fmla="*/ 22 h 3"/>
                  <a:gd name="T6" fmla="*/ 128 w 3"/>
                  <a:gd name="T7" fmla="*/ 62 h 3"/>
                  <a:gd name="T8" fmla="*/ 19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6" name="Freeform 2565">
                <a:extLst>
                  <a:ext uri="{FF2B5EF4-FFF2-40B4-BE49-F238E27FC236}">
                    <a16:creationId xmlns:a16="http://schemas.microsoft.com/office/drawing/2014/main" id="{2ED518F6-EDE3-4700-B6F1-C132360B1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124"/>
                <a:ext cx="16" cy="18"/>
              </a:xfrm>
              <a:custGeom>
                <a:avLst/>
                <a:gdLst>
                  <a:gd name="T0" fmla="*/ 247 w 9"/>
                  <a:gd name="T1" fmla="*/ 256 h 9"/>
                  <a:gd name="T2" fmla="*/ 117 w 9"/>
                  <a:gd name="T3" fmla="*/ 0 h 9"/>
                  <a:gd name="T4" fmla="*/ 37 w 9"/>
                  <a:gd name="T5" fmla="*/ 320 h 9"/>
                  <a:gd name="T6" fmla="*/ 158 w 9"/>
                  <a:gd name="T7" fmla="*/ 512 h 9"/>
                  <a:gd name="T8" fmla="*/ 247 w 9"/>
                  <a:gd name="T9" fmla="*/ 2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4"/>
                    </a:moveTo>
                    <a:cubicBezTo>
                      <a:pt x="8" y="1"/>
                      <a:pt x="6" y="0"/>
                      <a:pt x="4" y="0"/>
                    </a:cubicBezTo>
                    <a:cubicBezTo>
                      <a:pt x="2" y="1"/>
                      <a:pt x="0" y="3"/>
                      <a:pt x="1" y="5"/>
                    </a:cubicBezTo>
                    <a:cubicBezTo>
                      <a:pt x="1" y="7"/>
                      <a:pt x="3" y="9"/>
                      <a:pt x="5" y="8"/>
                    </a:cubicBezTo>
                    <a:cubicBezTo>
                      <a:pt x="7" y="8"/>
                      <a:pt x="9" y="6"/>
                      <a:pt x="8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7" name="Freeform 2566">
                <a:extLst>
                  <a:ext uri="{FF2B5EF4-FFF2-40B4-BE49-F238E27FC236}">
                    <a16:creationId xmlns:a16="http://schemas.microsoft.com/office/drawing/2014/main" id="{C1A6CA58-5F89-408F-8755-E092D20E4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1128"/>
                <a:ext cx="6" cy="6"/>
              </a:xfrm>
              <a:custGeom>
                <a:avLst/>
                <a:gdLst>
                  <a:gd name="T0" fmla="*/ 128 w 3"/>
                  <a:gd name="T1" fmla="*/ 64 h 3"/>
                  <a:gd name="T2" fmla="*/ 64 w 3"/>
                  <a:gd name="T3" fmla="*/ 0 h 3"/>
                  <a:gd name="T4" fmla="*/ 0 w 3"/>
                  <a:gd name="T5" fmla="*/ 128 h 3"/>
                  <a:gd name="T6" fmla="*/ 64 w 3"/>
                  <a:gd name="T7" fmla="*/ 192 h 3"/>
                  <a:gd name="T8" fmla="*/ 128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8" name="Freeform 2567">
                <a:extLst>
                  <a:ext uri="{FF2B5EF4-FFF2-40B4-BE49-F238E27FC236}">
                    <a16:creationId xmlns:a16="http://schemas.microsoft.com/office/drawing/2014/main" id="{5E66A66C-6D62-43DC-AE6D-F054494EF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136"/>
                <a:ext cx="16" cy="19"/>
              </a:xfrm>
              <a:custGeom>
                <a:avLst/>
                <a:gdLst>
                  <a:gd name="T0" fmla="*/ 247 w 9"/>
                  <a:gd name="T1" fmla="*/ 200 h 10"/>
                  <a:gd name="T2" fmla="*/ 89 w 9"/>
                  <a:gd name="T3" fmla="*/ 55 h 10"/>
                  <a:gd name="T4" fmla="*/ 37 w 9"/>
                  <a:gd name="T5" fmla="*/ 274 h 10"/>
                  <a:gd name="T6" fmla="*/ 203 w 9"/>
                  <a:gd name="T7" fmla="*/ 418 h 10"/>
                  <a:gd name="T8" fmla="*/ 247 w 9"/>
                  <a:gd name="T9" fmla="*/ 20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4"/>
                    </a:moveTo>
                    <a:cubicBezTo>
                      <a:pt x="8" y="2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8"/>
                      <a:pt x="4" y="10"/>
                      <a:pt x="6" y="9"/>
                    </a:cubicBezTo>
                    <a:cubicBezTo>
                      <a:pt x="8" y="8"/>
                      <a:pt x="9" y="6"/>
                      <a:pt x="8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9" name="Freeform 2568">
                <a:extLst>
                  <a:ext uri="{FF2B5EF4-FFF2-40B4-BE49-F238E27FC236}">
                    <a16:creationId xmlns:a16="http://schemas.microsoft.com/office/drawing/2014/main" id="{A37EBCF6-D96C-4E90-A240-A791ED6F1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142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0 h 3"/>
                  <a:gd name="T4" fmla="*/ 64 w 3"/>
                  <a:gd name="T5" fmla="*/ 64 h 3"/>
                  <a:gd name="T6" fmla="*/ 128 w 3"/>
                  <a:gd name="T7" fmla="*/ 128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0" name="Freeform 2569">
                <a:extLst>
                  <a:ext uri="{FF2B5EF4-FFF2-40B4-BE49-F238E27FC236}">
                    <a16:creationId xmlns:a16="http://schemas.microsoft.com/office/drawing/2014/main" id="{CE675E66-D08A-4A95-871D-21050DF27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149"/>
                <a:ext cx="16" cy="18"/>
              </a:xfrm>
              <a:custGeom>
                <a:avLst/>
                <a:gdLst>
                  <a:gd name="T0" fmla="*/ 247 w 9"/>
                  <a:gd name="T1" fmla="*/ 192 h 9"/>
                  <a:gd name="T2" fmla="*/ 89 w 9"/>
                  <a:gd name="T3" fmla="*/ 0 h 9"/>
                  <a:gd name="T4" fmla="*/ 0 w 9"/>
                  <a:gd name="T5" fmla="*/ 384 h 9"/>
                  <a:gd name="T6" fmla="*/ 203 w 9"/>
                  <a:gd name="T7" fmla="*/ 512 h 9"/>
                  <a:gd name="T8" fmla="*/ 247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0" y="6"/>
                    </a:cubicBezTo>
                    <a:cubicBezTo>
                      <a:pt x="1" y="8"/>
                      <a:pt x="3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1" name="Freeform 2570">
                <a:extLst>
                  <a:ext uri="{FF2B5EF4-FFF2-40B4-BE49-F238E27FC236}">
                    <a16:creationId xmlns:a16="http://schemas.microsoft.com/office/drawing/2014/main" id="{48D98608-0488-48E3-9072-72AD85917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153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0 h 3"/>
                  <a:gd name="T4" fmla="*/ 0 w 3"/>
                  <a:gd name="T5" fmla="*/ 128 h 3"/>
                  <a:gd name="T6" fmla="*/ 128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2" name="Freeform 2571">
                <a:extLst>
                  <a:ext uri="{FF2B5EF4-FFF2-40B4-BE49-F238E27FC236}">
                    <a16:creationId xmlns:a16="http://schemas.microsoft.com/office/drawing/2014/main" id="{F251561F-8AFF-4647-8F70-1E24EBE3A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161"/>
                <a:ext cx="16" cy="17"/>
              </a:xfrm>
              <a:custGeom>
                <a:avLst/>
                <a:gdLst>
                  <a:gd name="T0" fmla="*/ 247 w 9"/>
                  <a:gd name="T1" fmla="*/ 144 h 9"/>
                  <a:gd name="T2" fmla="*/ 89 w 9"/>
                  <a:gd name="T3" fmla="*/ 53 h 9"/>
                  <a:gd name="T4" fmla="*/ 37 w 9"/>
                  <a:gd name="T5" fmla="*/ 272 h 9"/>
                  <a:gd name="T6" fmla="*/ 203 w 9"/>
                  <a:gd name="T7" fmla="*/ 402 h 9"/>
                  <a:gd name="T8" fmla="*/ 24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8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8"/>
                      <a:pt x="4" y="9"/>
                      <a:pt x="6" y="9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3" name="Freeform 2572">
                <a:extLst>
                  <a:ext uri="{FF2B5EF4-FFF2-40B4-BE49-F238E27FC236}">
                    <a16:creationId xmlns:a16="http://schemas.microsoft.com/office/drawing/2014/main" id="{3D46F329-75C4-4187-ABDB-86B1C3E6B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165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128 w 3"/>
                  <a:gd name="T3" fmla="*/ 64 h 3"/>
                  <a:gd name="T4" fmla="*/ 64 w 3"/>
                  <a:gd name="T5" fmla="*/ 128 h 3"/>
                  <a:gd name="T6" fmla="*/ 128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0"/>
                      <a:pt x="2" y="1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4" name="Freeform 2573">
                <a:extLst>
                  <a:ext uri="{FF2B5EF4-FFF2-40B4-BE49-F238E27FC236}">
                    <a16:creationId xmlns:a16="http://schemas.microsoft.com/office/drawing/2014/main" id="{EEFBBEFA-060B-43AF-8018-3FAF096DE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175"/>
                <a:ext cx="16" cy="17"/>
              </a:xfrm>
              <a:custGeom>
                <a:avLst/>
                <a:gdLst>
                  <a:gd name="T0" fmla="*/ 281 w 9"/>
                  <a:gd name="T1" fmla="*/ 144 h 9"/>
                  <a:gd name="T2" fmla="*/ 89 w 9"/>
                  <a:gd name="T3" fmla="*/ 53 h 9"/>
                  <a:gd name="T4" fmla="*/ 37 w 9"/>
                  <a:gd name="T5" fmla="*/ 272 h 9"/>
                  <a:gd name="T6" fmla="*/ 203 w 9"/>
                  <a:gd name="T7" fmla="*/ 357 h 9"/>
                  <a:gd name="T8" fmla="*/ 281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1"/>
                      <a:pt x="6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8"/>
                      <a:pt x="9" y="5"/>
                      <a:pt x="9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5" name="Freeform 2574">
                <a:extLst>
                  <a:ext uri="{FF2B5EF4-FFF2-40B4-BE49-F238E27FC236}">
                    <a16:creationId xmlns:a16="http://schemas.microsoft.com/office/drawing/2014/main" id="{6BA56D5A-54F7-4EC8-AF8B-0E0300A19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178"/>
                <a:ext cx="5" cy="6"/>
              </a:xfrm>
              <a:custGeom>
                <a:avLst/>
                <a:gdLst>
                  <a:gd name="T0" fmla="*/ 37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92 h 3"/>
                  <a:gd name="T8" fmla="*/ 37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6" name="Freeform 2575">
                <a:extLst>
                  <a:ext uri="{FF2B5EF4-FFF2-40B4-BE49-F238E27FC236}">
                    <a16:creationId xmlns:a16="http://schemas.microsoft.com/office/drawing/2014/main" id="{4807BD6D-DF59-4D15-9A6E-AC1DA5BE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188"/>
                <a:ext cx="16" cy="17"/>
              </a:xfrm>
              <a:custGeom>
                <a:avLst/>
                <a:gdLst>
                  <a:gd name="T0" fmla="*/ 281 w 9"/>
                  <a:gd name="T1" fmla="*/ 144 h 9"/>
                  <a:gd name="T2" fmla="*/ 89 w 9"/>
                  <a:gd name="T3" fmla="*/ 0 h 9"/>
                  <a:gd name="T4" fmla="*/ 37 w 9"/>
                  <a:gd name="T5" fmla="*/ 213 h 9"/>
                  <a:gd name="T6" fmla="*/ 203 w 9"/>
                  <a:gd name="T7" fmla="*/ 357 h 9"/>
                  <a:gd name="T8" fmla="*/ 281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1"/>
                      <a:pt x="6" y="0"/>
                      <a:pt x="3" y="0"/>
                    </a:cubicBezTo>
                    <a:cubicBezTo>
                      <a:pt x="1" y="1"/>
                      <a:pt x="0" y="3"/>
                      <a:pt x="1" y="5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9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7" name="Freeform 2576">
                <a:extLst>
                  <a:ext uri="{FF2B5EF4-FFF2-40B4-BE49-F238E27FC236}">
                    <a16:creationId xmlns:a16="http://schemas.microsoft.com/office/drawing/2014/main" id="{DDFCA8CC-0665-4443-9A17-47B3EC51D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192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28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8" name="Freeform 2577">
                <a:extLst>
                  <a:ext uri="{FF2B5EF4-FFF2-40B4-BE49-F238E27FC236}">
                    <a16:creationId xmlns:a16="http://schemas.microsoft.com/office/drawing/2014/main" id="{CD3301F8-95CB-4731-A879-ECFAFA3F6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202"/>
                <a:ext cx="17" cy="17"/>
              </a:xfrm>
              <a:custGeom>
                <a:avLst/>
                <a:gdLst>
                  <a:gd name="T0" fmla="*/ 357 w 9"/>
                  <a:gd name="T1" fmla="*/ 144 h 9"/>
                  <a:gd name="T2" fmla="*/ 144 w 9"/>
                  <a:gd name="T3" fmla="*/ 53 h 9"/>
                  <a:gd name="T4" fmla="*/ 53 w 9"/>
                  <a:gd name="T5" fmla="*/ 272 h 9"/>
                  <a:gd name="T6" fmla="*/ 272 w 9"/>
                  <a:gd name="T7" fmla="*/ 357 h 9"/>
                  <a:gd name="T8" fmla="*/ 35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8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9" name="Freeform 2578">
                <a:extLst>
                  <a:ext uri="{FF2B5EF4-FFF2-40B4-BE49-F238E27FC236}">
                    <a16:creationId xmlns:a16="http://schemas.microsoft.com/office/drawing/2014/main" id="{FFDE0361-B6CC-4F12-8552-1EC5DC207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205"/>
                <a:ext cx="7" cy="6"/>
              </a:xfrm>
              <a:custGeom>
                <a:avLst/>
                <a:gdLst>
                  <a:gd name="T0" fmla="*/ 86 w 4"/>
                  <a:gd name="T1" fmla="*/ 64 h 3"/>
                  <a:gd name="T2" fmla="*/ 65 w 4"/>
                  <a:gd name="T3" fmla="*/ 0 h 3"/>
                  <a:gd name="T4" fmla="*/ 37 w 4"/>
                  <a:gd name="T5" fmla="*/ 128 h 3"/>
                  <a:gd name="T6" fmla="*/ 65 w 4"/>
                  <a:gd name="T7" fmla="*/ 192 h 3"/>
                  <a:gd name="T8" fmla="*/ 86 w 4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0" name="Freeform 2579">
                <a:extLst>
                  <a:ext uri="{FF2B5EF4-FFF2-40B4-BE49-F238E27FC236}">
                    <a16:creationId xmlns:a16="http://schemas.microsoft.com/office/drawing/2014/main" id="{5F035F40-C4B1-4410-B742-692F901BD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215"/>
                <a:ext cx="16" cy="17"/>
              </a:xfrm>
              <a:custGeom>
                <a:avLst/>
                <a:gdLst>
                  <a:gd name="T0" fmla="*/ 247 w 9"/>
                  <a:gd name="T1" fmla="*/ 144 h 9"/>
                  <a:gd name="T2" fmla="*/ 89 w 9"/>
                  <a:gd name="T3" fmla="*/ 53 h 9"/>
                  <a:gd name="T4" fmla="*/ 37 w 9"/>
                  <a:gd name="T5" fmla="*/ 272 h 9"/>
                  <a:gd name="T6" fmla="*/ 203 w 9"/>
                  <a:gd name="T7" fmla="*/ 357 h 9"/>
                  <a:gd name="T8" fmla="*/ 24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6"/>
                    </a:cubicBezTo>
                    <a:cubicBezTo>
                      <a:pt x="2" y="8"/>
                      <a:pt x="5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1" name="Freeform 2580">
                <a:extLst>
                  <a:ext uri="{FF2B5EF4-FFF2-40B4-BE49-F238E27FC236}">
                    <a16:creationId xmlns:a16="http://schemas.microsoft.com/office/drawing/2014/main" id="{A03C952B-9360-41CF-8267-D996BE70F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219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22 w 3"/>
                  <a:gd name="T5" fmla="*/ 128 h 3"/>
                  <a:gd name="T6" fmla="*/ 62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2" name="Freeform 2581">
                <a:extLst>
                  <a:ext uri="{FF2B5EF4-FFF2-40B4-BE49-F238E27FC236}">
                    <a16:creationId xmlns:a16="http://schemas.microsoft.com/office/drawing/2014/main" id="{D8BD3E0B-BEB5-4555-BDA1-C7CD1BFE8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229"/>
                <a:ext cx="16" cy="19"/>
              </a:xfrm>
              <a:custGeom>
                <a:avLst/>
                <a:gdLst>
                  <a:gd name="T0" fmla="*/ 247 w 9"/>
                  <a:gd name="T1" fmla="*/ 144 h 10"/>
                  <a:gd name="T2" fmla="*/ 89 w 9"/>
                  <a:gd name="T3" fmla="*/ 55 h 10"/>
                  <a:gd name="T4" fmla="*/ 37 w 9"/>
                  <a:gd name="T5" fmla="*/ 329 h 10"/>
                  <a:gd name="T6" fmla="*/ 208 w 9"/>
                  <a:gd name="T7" fmla="*/ 380 h 10"/>
                  <a:gd name="T8" fmla="*/ 247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ubicBezTo>
                      <a:pt x="2" y="9"/>
                      <a:pt x="5" y="10"/>
                      <a:pt x="7" y="8"/>
                    </a:cubicBezTo>
                    <a:cubicBezTo>
                      <a:pt x="9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3" name="Freeform 2582">
                <a:extLst>
                  <a:ext uri="{FF2B5EF4-FFF2-40B4-BE49-F238E27FC236}">
                    <a16:creationId xmlns:a16="http://schemas.microsoft.com/office/drawing/2014/main" id="{9E30468B-34B4-44E9-ABA6-4E4F6E7CB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232"/>
                <a:ext cx="8" cy="6"/>
              </a:xfrm>
              <a:custGeom>
                <a:avLst/>
                <a:gdLst>
                  <a:gd name="T0" fmla="*/ 192 w 4"/>
                  <a:gd name="T1" fmla="*/ 64 h 3"/>
                  <a:gd name="T2" fmla="*/ 64 w 4"/>
                  <a:gd name="T3" fmla="*/ 64 h 3"/>
                  <a:gd name="T4" fmla="*/ 64 w 4"/>
                  <a:gd name="T5" fmla="*/ 192 h 3"/>
                  <a:gd name="T6" fmla="*/ 192 w 4"/>
                  <a:gd name="T7" fmla="*/ 192 h 3"/>
                  <a:gd name="T8" fmla="*/ 192 w 4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4" name="Freeform 2583">
                <a:extLst>
                  <a:ext uri="{FF2B5EF4-FFF2-40B4-BE49-F238E27FC236}">
                    <a16:creationId xmlns:a16="http://schemas.microsoft.com/office/drawing/2014/main" id="{E00F9097-0C2F-436B-B705-DFE470AFF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242"/>
                <a:ext cx="17" cy="19"/>
              </a:xfrm>
              <a:custGeom>
                <a:avLst/>
                <a:gdLst>
                  <a:gd name="T0" fmla="*/ 357 w 9"/>
                  <a:gd name="T1" fmla="*/ 144 h 10"/>
                  <a:gd name="T2" fmla="*/ 100 w 9"/>
                  <a:gd name="T3" fmla="*/ 55 h 10"/>
                  <a:gd name="T4" fmla="*/ 53 w 9"/>
                  <a:gd name="T5" fmla="*/ 329 h 10"/>
                  <a:gd name="T6" fmla="*/ 272 w 9"/>
                  <a:gd name="T7" fmla="*/ 418 h 10"/>
                  <a:gd name="T8" fmla="*/ 357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1"/>
                      <a:pt x="4" y="0"/>
                      <a:pt x="2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2" y="9"/>
                      <a:pt x="4" y="10"/>
                      <a:pt x="6" y="9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5" name="Freeform 2584">
                <a:extLst>
                  <a:ext uri="{FF2B5EF4-FFF2-40B4-BE49-F238E27FC236}">
                    <a16:creationId xmlns:a16="http://schemas.microsoft.com/office/drawing/2014/main" id="{36E2A2B5-54FB-4D1C-9A23-5040ACA53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246"/>
                <a:ext cx="5" cy="8"/>
              </a:xfrm>
              <a:custGeom>
                <a:avLst/>
                <a:gdLst>
                  <a:gd name="T0" fmla="*/ 62 w 3"/>
                  <a:gd name="T1" fmla="*/ 64 h 4"/>
                  <a:gd name="T2" fmla="*/ 22 w 3"/>
                  <a:gd name="T3" fmla="*/ 64 h 4"/>
                  <a:gd name="T4" fmla="*/ 0 w 3"/>
                  <a:gd name="T5" fmla="*/ 192 h 4"/>
                  <a:gd name="T6" fmla="*/ 37 w 3"/>
                  <a:gd name="T7" fmla="*/ 192 h 4"/>
                  <a:gd name="T8" fmla="*/ 62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6" name="Freeform 2585">
                <a:extLst>
                  <a:ext uri="{FF2B5EF4-FFF2-40B4-BE49-F238E27FC236}">
                    <a16:creationId xmlns:a16="http://schemas.microsoft.com/office/drawing/2014/main" id="{34CE4BBB-BD61-49CD-9B1A-68D975139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258"/>
                <a:ext cx="17" cy="17"/>
              </a:xfrm>
              <a:custGeom>
                <a:avLst/>
                <a:gdLst>
                  <a:gd name="T0" fmla="*/ 357 w 9"/>
                  <a:gd name="T1" fmla="*/ 144 h 9"/>
                  <a:gd name="T2" fmla="*/ 144 w 9"/>
                  <a:gd name="T3" fmla="*/ 53 h 9"/>
                  <a:gd name="T4" fmla="*/ 53 w 9"/>
                  <a:gd name="T5" fmla="*/ 272 h 9"/>
                  <a:gd name="T6" fmla="*/ 272 w 9"/>
                  <a:gd name="T7" fmla="*/ 357 h 9"/>
                  <a:gd name="T8" fmla="*/ 35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4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7" name="Freeform 2586">
                <a:extLst>
                  <a:ext uri="{FF2B5EF4-FFF2-40B4-BE49-F238E27FC236}">
                    <a16:creationId xmlns:a16="http://schemas.microsoft.com/office/drawing/2014/main" id="{82A62725-4914-44B3-9725-84344DA8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261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8" name="Freeform 2587">
                <a:extLst>
                  <a:ext uri="{FF2B5EF4-FFF2-40B4-BE49-F238E27FC236}">
                    <a16:creationId xmlns:a16="http://schemas.microsoft.com/office/drawing/2014/main" id="{6F92F5AA-DB1F-4B40-BC51-441D3690A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271"/>
                <a:ext cx="18" cy="19"/>
              </a:xfrm>
              <a:custGeom>
                <a:avLst/>
                <a:gdLst>
                  <a:gd name="T0" fmla="*/ 304 w 10"/>
                  <a:gd name="T1" fmla="*/ 144 h 10"/>
                  <a:gd name="T2" fmla="*/ 94 w 10"/>
                  <a:gd name="T3" fmla="*/ 55 h 10"/>
                  <a:gd name="T4" fmla="*/ 41 w 10"/>
                  <a:gd name="T5" fmla="*/ 329 h 10"/>
                  <a:gd name="T6" fmla="*/ 239 w 10"/>
                  <a:gd name="T7" fmla="*/ 418 h 10"/>
                  <a:gd name="T8" fmla="*/ 304 w 10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3"/>
                    </a:moveTo>
                    <a:cubicBezTo>
                      <a:pt x="8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ubicBezTo>
                      <a:pt x="2" y="9"/>
                      <a:pt x="5" y="10"/>
                      <a:pt x="7" y="9"/>
                    </a:cubicBezTo>
                    <a:cubicBezTo>
                      <a:pt x="9" y="7"/>
                      <a:pt x="10" y="5"/>
                      <a:pt x="9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9" name="Freeform 2588">
                <a:extLst>
                  <a:ext uri="{FF2B5EF4-FFF2-40B4-BE49-F238E27FC236}">
                    <a16:creationId xmlns:a16="http://schemas.microsoft.com/office/drawing/2014/main" id="{6F3C0A6E-3DE9-4C00-B279-D744F15B4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275"/>
                <a:ext cx="6" cy="8"/>
              </a:xfrm>
              <a:custGeom>
                <a:avLst/>
                <a:gdLst>
                  <a:gd name="T0" fmla="*/ 192 w 3"/>
                  <a:gd name="T1" fmla="*/ 64 h 4"/>
                  <a:gd name="T2" fmla="*/ 64 w 3"/>
                  <a:gd name="T3" fmla="*/ 64 h 4"/>
                  <a:gd name="T4" fmla="*/ 0 w 3"/>
                  <a:gd name="T5" fmla="*/ 192 h 4"/>
                  <a:gd name="T6" fmla="*/ 128 w 3"/>
                  <a:gd name="T7" fmla="*/ 192 h 4"/>
                  <a:gd name="T8" fmla="*/ 192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1" y="4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0" name="Freeform 2589">
                <a:extLst>
                  <a:ext uri="{FF2B5EF4-FFF2-40B4-BE49-F238E27FC236}">
                    <a16:creationId xmlns:a16="http://schemas.microsoft.com/office/drawing/2014/main" id="{B0718BC0-D58B-467E-A1B3-0DAD2DD2F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286"/>
                <a:ext cx="16" cy="18"/>
              </a:xfrm>
              <a:custGeom>
                <a:avLst/>
                <a:gdLst>
                  <a:gd name="T0" fmla="*/ 247 w 9"/>
                  <a:gd name="T1" fmla="*/ 192 h 9"/>
                  <a:gd name="T2" fmla="*/ 89 w 9"/>
                  <a:gd name="T3" fmla="*/ 64 h 9"/>
                  <a:gd name="T4" fmla="*/ 37 w 9"/>
                  <a:gd name="T5" fmla="*/ 384 h 9"/>
                  <a:gd name="T6" fmla="*/ 203 w 9"/>
                  <a:gd name="T7" fmla="*/ 512 h 9"/>
                  <a:gd name="T8" fmla="*/ 247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1" name="Freeform 2590">
                <a:extLst>
                  <a:ext uri="{FF2B5EF4-FFF2-40B4-BE49-F238E27FC236}">
                    <a16:creationId xmlns:a16="http://schemas.microsoft.com/office/drawing/2014/main" id="{D29EF96A-6DAD-474C-B10C-C0249CBD7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290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2" name="Freeform 2591">
                <a:extLst>
                  <a:ext uri="{FF2B5EF4-FFF2-40B4-BE49-F238E27FC236}">
                    <a16:creationId xmlns:a16="http://schemas.microsoft.com/office/drawing/2014/main" id="{7AEA96D8-C998-4EE0-A439-892DA103E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300"/>
                <a:ext cx="17" cy="19"/>
              </a:xfrm>
              <a:custGeom>
                <a:avLst/>
                <a:gdLst>
                  <a:gd name="T0" fmla="*/ 357 w 9"/>
                  <a:gd name="T1" fmla="*/ 144 h 10"/>
                  <a:gd name="T2" fmla="*/ 144 w 9"/>
                  <a:gd name="T3" fmla="*/ 55 h 10"/>
                  <a:gd name="T4" fmla="*/ 53 w 9"/>
                  <a:gd name="T5" fmla="*/ 329 h 10"/>
                  <a:gd name="T6" fmla="*/ 272 w 9"/>
                  <a:gd name="T7" fmla="*/ 418 h 10"/>
                  <a:gd name="T8" fmla="*/ 357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ubicBezTo>
                      <a:pt x="2" y="9"/>
                      <a:pt x="4" y="10"/>
                      <a:pt x="6" y="9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3" name="Freeform 2592">
                <a:extLst>
                  <a:ext uri="{FF2B5EF4-FFF2-40B4-BE49-F238E27FC236}">
                    <a16:creationId xmlns:a16="http://schemas.microsoft.com/office/drawing/2014/main" id="{6A184904-5C79-4B45-8CB2-F65825903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304"/>
                <a:ext cx="5" cy="8"/>
              </a:xfrm>
              <a:custGeom>
                <a:avLst/>
                <a:gdLst>
                  <a:gd name="T0" fmla="*/ 37 w 3"/>
                  <a:gd name="T1" fmla="*/ 64 h 4"/>
                  <a:gd name="T2" fmla="*/ 0 w 3"/>
                  <a:gd name="T3" fmla="*/ 64 h 4"/>
                  <a:gd name="T4" fmla="*/ 0 w 3"/>
                  <a:gd name="T5" fmla="*/ 192 h 4"/>
                  <a:gd name="T6" fmla="*/ 37 w 3"/>
                  <a:gd name="T7" fmla="*/ 192 h 4"/>
                  <a:gd name="T8" fmla="*/ 37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1" y="4"/>
                      <a:pt x="2" y="3"/>
                    </a:cubicBezTo>
                    <a:cubicBezTo>
                      <a:pt x="2" y="3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4" name="Freeform 2593">
                <a:extLst>
                  <a:ext uri="{FF2B5EF4-FFF2-40B4-BE49-F238E27FC236}">
                    <a16:creationId xmlns:a16="http://schemas.microsoft.com/office/drawing/2014/main" id="{FDEF3135-D0E0-4675-92B8-206499CA4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315"/>
                <a:ext cx="16" cy="18"/>
              </a:xfrm>
              <a:custGeom>
                <a:avLst/>
                <a:gdLst>
                  <a:gd name="T0" fmla="*/ 247 w 9"/>
                  <a:gd name="T1" fmla="*/ 192 h 9"/>
                  <a:gd name="T2" fmla="*/ 66 w 9"/>
                  <a:gd name="T3" fmla="*/ 64 h 9"/>
                  <a:gd name="T4" fmla="*/ 37 w 9"/>
                  <a:gd name="T5" fmla="*/ 448 h 9"/>
                  <a:gd name="T6" fmla="*/ 208 w 9"/>
                  <a:gd name="T7" fmla="*/ 512 h 9"/>
                  <a:gd name="T8" fmla="*/ 247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4" y="0"/>
                      <a:pt x="2" y="1"/>
                    </a:cubicBezTo>
                    <a:cubicBezTo>
                      <a:pt x="1" y="3"/>
                      <a:pt x="0" y="5"/>
                      <a:pt x="1" y="7"/>
                    </a:cubicBez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5" name="Freeform 2594">
                <a:extLst>
                  <a:ext uri="{FF2B5EF4-FFF2-40B4-BE49-F238E27FC236}">
                    <a16:creationId xmlns:a16="http://schemas.microsoft.com/office/drawing/2014/main" id="{91D9379B-57C0-4854-B7EE-533033E6C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319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64 h 3"/>
                  <a:gd name="T4" fmla="*/ 64 w 3"/>
                  <a:gd name="T5" fmla="*/ 192 h 3"/>
                  <a:gd name="T6" fmla="*/ 192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6" name="Freeform 2595">
                <a:extLst>
                  <a:ext uri="{FF2B5EF4-FFF2-40B4-BE49-F238E27FC236}">
                    <a16:creationId xmlns:a16="http://schemas.microsoft.com/office/drawing/2014/main" id="{5F8AB286-08C0-49DF-B661-B6C374203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331"/>
                <a:ext cx="17" cy="17"/>
              </a:xfrm>
              <a:custGeom>
                <a:avLst/>
                <a:gdLst>
                  <a:gd name="T0" fmla="*/ 357 w 9"/>
                  <a:gd name="T1" fmla="*/ 100 h 9"/>
                  <a:gd name="T2" fmla="*/ 100 w 9"/>
                  <a:gd name="T3" fmla="*/ 53 h 9"/>
                  <a:gd name="T4" fmla="*/ 53 w 9"/>
                  <a:gd name="T5" fmla="*/ 317 h 9"/>
                  <a:gd name="T6" fmla="*/ 317 w 9"/>
                  <a:gd name="T7" fmla="*/ 357 h 9"/>
                  <a:gd name="T8" fmla="*/ 35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ubicBezTo>
                      <a:pt x="2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7" name="Freeform 2596">
                <a:extLst>
                  <a:ext uri="{FF2B5EF4-FFF2-40B4-BE49-F238E27FC236}">
                    <a16:creationId xmlns:a16="http://schemas.microsoft.com/office/drawing/2014/main" id="{07BC42FE-922F-412D-A45C-E7273CC5D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335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22 w 3"/>
                  <a:gd name="T5" fmla="*/ 128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8" name="Freeform 2597">
                <a:extLst>
                  <a:ext uri="{FF2B5EF4-FFF2-40B4-BE49-F238E27FC236}">
                    <a16:creationId xmlns:a16="http://schemas.microsoft.com/office/drawing/2014/main" id="{86DC1093-88C5-47FB-8BFB-A20A37D56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344"/>
                <a:ext cx="16" cy="20"/>
              </a:xfrm>
              <a:custGeom>
                <a:avLst/>
                <a:gdLst>
                  <a:gd name="T0" fmla="*/ 247 w 9"/>
                  <a:gd name="T1" fmla="*/ 192 h 10"/>
                  <a:gd name="T2" fmla="*/ 66 w 9"/>
                  <a:gd name="T3" fmla="*/ 128 h 10"/>
                  <a:gd name="T4" fmla="*/ 37 w 9"/>
                  <a:gd name="T5" fmla="*/ 448 h 10"/>
                  <a:gd name="T6" fmla="*/ 208 w 9"/>
                  <a:gd name="T7" fmla="*/ 512 h 10"/>
                  <a:gd name="T8" fmla="*/ 247 w 9"/>
                  <a:gd name="T9" fmla="*/ 19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1"/>
                      <a:pt x="4" y="0"/>
                      <a:pt x="2" y="2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2" y="9"/>
                      <a:pt x="5" y="10"/>
                      <a:pt x="7" y="8"/>
                    </a:cubicBezTo>
                    <a:cubicBezTo>
                      <a:pt x="9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9" name="Freeform 2598">
                <a:extLst>
                  <a:ext uri="{FF2B5EF4-FFF2-40B4-BE49-F238E27FC236}">
                    <a16:creationId xmlns:a16="http://schemas.microsoft.com/office/drawing/2014/main" id="{3A658690-7113-4446-802F-1A68AF2A0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348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64 h 3"/>
                  <a:gd name="T4" fmla="*/ 64 w 3"/>
                  <a:gd name="T5" fmla="*/ 192 h 3"/>
                  <a:gd name="T6" fmla="*/ 128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0" name="Freeform 2599">
                <a:extLst>
                  <a:ext uri="{FF2B5EF4-FFF2-40B4-BE49-F238E27FC236}">
                    <a16:creationId xmlns:a16="http://schemas.microsoft.com/office/drawing/2014/main" id="{5DC8BA8E-24EB-49B3-8656-1977EFB97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360"/>
                <a:ext cx="17" cy="17"/>
              </a:xfrm>
              <a:custGeom>
                <a:avLst/>
                <a:gdLst>
                  <a:gd name="T0" fmla="*/ 357 w 9"/>
                  <a:gd name="T1" fmla="*/ 100 h 9"/>
                  <a:gd name="T2" fmla="*/ 100 w 9"/>
                  <a:gd name="T3" fmla="*/ 53 h 9"/>
                  <a:gd name="T4" fmla="*/ 53 w 9"/>
                  <a:gd name="T5" fmla="*/ 317 h 9"/>
                  <a:gd name="T6" fmla="*/ 317 w 9"/>
                  <a:gd name="T7" fmla="*/ 357 h 9"/>
                  <a:gd name="T8" fmla="*/ 35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1"/>
                      <a:pt x="4" y="0"/>
                      <a:pt x="2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2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1" name="Freeform 2600">
                <a:extLst>
                  <a:ext uri="{FF2B5EF4-FFF2-40B4-BE49-F238E27FC236}">
                    <a16:creationId xmlns:a16="http://schemas.microsoft.com/office/drawing/2014/main" id="{9F792427-31E9-4510-96F0-7C338F5FA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364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22 w 3"/>
                  <a:gd name="T3" fmla="*/ 0 h 3"/>
                  <a:gd name="T4" fmla="*/ 22 w 3"/>
                  <a:gd name="T5" fmla="*/ 37 h 3"/>
                  <a:gd name="T6" fmla="*/ 37 w 3"/>
                  <a:gd name="T7" fmla="*/ 62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2" name="Freeform 2601">
                <a:extLst>
                  <a:ext uri="{FF2B5EF4-FFF2-40B4-BE49-F238E27FC236}">
                    <a16:creationId xmlns:a16="http://schemas.microsoft.com/office/drawing/2014/main" id="{E5DCE0B6-6E08-4247-867D-4AF762F01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375"/>
                <a:ext cx="16" cy="18"/>
              </a:xfrm>
              <a:custGeom>
                <a:avLst/>
                <a:gdLst>
                  <a:gd name="T0" fmla="*/ 247 w 9"/>
                  <a:gd name="T1" fmla="*/ 128 h 9"/>
                  <a:gd name="T2" fmla="*/ 89 w 9"/>
                  <a:gd name="T3" fmla="*/ 64 h 9"/>
                  <a:gd name="T4" fmla="*/ 66 w 9"/>
                  <a:gd name="T5" fmla="*/ 448 h 9"/>
                  <a:gd name="T6" fmla="*/ 208 w 9"/>
                  <a:gd name="T7" fmla="*/ 512 h 9"/>
                  <a:gd name="T8" fmla="*/ 247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5"/>
                      <a:pt x="2" y="7"/>
                    </a:cubicBez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3" name="Freeform 2602">
                <a:extLst>
                  <a:ext uri="{FF2B5EF4-FFF2-40B4-BE49-F238E27FC236}">
                    <a16:creationId xmlns:a16="http://schemas.microsoft.com/office/drawing/2014/main" id="{C71DED1B-CFD2-4B78-8E82-A2337EB28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379"/>
                <a:ext cx="6" cy="6"/>
              </a:xfrm>
              <a:custGeom>
                <a:avLst/>
                <a:gdLst>
                  <a:gd name="T0" fmla="*/ 128 w 3"/>
                  <a:gd name="T1" fmla="*/ 64 h 3"/>
                  <a:gd name="T2" fmla="*/ 0 w 3"/>
                  <a:gd name="T3" fmla="*/ 0 h 3"/>
                  <a:gd name="T4" fmla="*/ 0 w 3"/>
                  <a:gd name="T5" fmla="*/ 128 h 3"/>
                  <a:gd name="T6" fmla="*/ 128 w 3"/>
                  <a:gd name="T7" fmla="*/ 192 h 3"/>
                  <a:gd name="T8" fmla="*/ 128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4" name="Freeform 2603">
                <a:extLst>
                  <a:ext uri="{FF2B5EF4-FFF2-40B4-BE49-F238E27FC236}">
                    <a16:creationId xmlns:a16="http://schemas.microsoft.com/office/drawing/2014/main" id="{18033E8A-E18C-43E9-8D5B-477C29010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391"/>
                <a:ext cx="17" cy="17"/>
              </a:xfrm>
              <a:custGeom>
                <a:avLst/>
                <a:gdLst>
                  <a:gd name="T0" fmla="*/ 357 w 9"/>
                  <a:gd name="T1" fmla="*/ 100 h 9"/>
                  <a:gd name="T2" fmla="*/ 100 w 9"/>
                  <a:gd name="T3" fmla="*/ 53 h 9"/>
                  <a:gd name="T4" fmla="*/ 53 w 9"/>
                  <a:gd name="T5" fmla="*/ 317 h 9"/>
                  <a:gd name="T6" fmla="*/ 317 w 9"/>
                  <a:gd name="T7" fmla="*/ 357 h 9"/>
                  <a:gd name="T8" fmla="*/ 35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ubicBezTo>
                      <a:pt x="2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5" name="Freeform 2604">
                <a:extLst>
                  <a:ext uri="{FF2B5EF4-FFF2-40B4-BE49-F238E27FC236}">
                    <a16:creationId xmlns:a16="http://schemas.microsoft.com/office/drawing/2014/main" id="{3DA88327-7639-4F44-9B32-9012FE449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395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22 w 3"/>
                  <a:gd name="T3" fmla="*/ 0 h 3"/>
                  <a:gd name="T4" fmla="*/ 22 w 3"/>
                  <a:gd name="T5" fmla="*/ 37 h 3"/>
                  <a:gd name="T6" fmla="*/ 62 w 3"/>
                  <a:gd name="T7" fmla="*/ 62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6" name="Freeform 2605">
                <a:extLst>
                  <a:ext uri="{FF2B5EF4-FFF2-40B4-BE49-F238E27FC236}">
                    <a16:creationId xmlns:a16="http://schemas.microsoft.com/office/drawing/2014/main" id="{70968F6B-2AA7-4A7E-819C-BFBB9BEF5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406"/>
                <a:ext cx="16" cy="18"/>
              </a:xfrm>
              <a:custGeom>
                <a:avLst/>
                <a:gdLst>
                  <a:gd name="T0" fmla="*/ 208 w 9"/>
                  <a:gd name="T1" fmla="*/ 128 h 9"/>
                  <a:gd name="T2" fmla="*/ 37 w 9"/>
                  <a:gd name="T3" fmla="*/ 64 h 9"/>
                  <a:gd name="T4" fmla="*/ 37 w 9"/>
                  <a:gd name="T5" fmla="*/ 448 h 9"/>
                  <a:gd name="T6" fmla="*/ 208 w 9"/>
                  <a:gd name="T7" fmla="*/ 448 h 9"/>
                  <a:gd name="T8" fmla="*/ 208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3" y="9"/>
                      <a:pt x="5" y="9"/>
                      <a:pt x="7" y="7"/>
                    </a:cubicBezTo>
                    <a:cubicBezTo>
                      <a:pt x="8" y="6"/>
                      <a:pt x="9" y="3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7" name="Freeform 2606">
                <a:extLst>
                  <a:ext uri="{FF2B5EF4-FFF2-40B4-BE49-F238E27FC236}">
                    <a16:creationId xmlns:a16="http://schemas.microsoft.com/office/drawing/2014/main" id="{442528F3-2573-4604-928A-B765DD7A2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410"/>
                <a:ext cx="6" cy="6"/>
              </a:xfrm>
              <a:custGeom>
                <a:avLst/>
                <a:gdLst>
                  <a:gd name="T0" fmla="*/ 128 w 3"/>
                  <a:gd name="T1" fmla="*/ 0 h 3"/>
                  <a:gd name="T2" fmla="*/ 0 w 3"/>
                  <a:gd name="T3" fmla="*/ 0 h 3"/>
                  <a:gd name="T4" fmla="*/ 0 w 3"/>
                  <a:gd name="T5" fmla="*/ 128 h 3"/>
                  <a:gd name="T6" fmla="*/ 128 w 3"/>
                  <a:gd name="T7" fmla="*/ 128 h 3"/>
                  <a:gd name="T8" fmla="*/ 1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8" name="Freeform 2607">
                <a:extLst>
                  <a:ext uri="{FF2B5EF4-FFF2-40B4-BE49-F238E27FC236}">
                    <a16:creationId xmlns:a16="http://schemas.microsoft.com/office/drawing/2014/main" id="{10DAE7EB-7FA5-4168-B5FD-84FCAD3A3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422"/>
                <a:ext cx="17" cy="17"/>
              </a:xfrm>
              <a:custGeom>
                <a:avLst/>
                <a:gdLst>
                  <a:gd name="T0" fmla="*/ 357 w 9"/>
                  <a:gd name="T1" fmla="*/ 53 h 9"/>
                  <a:gd name="T2" fmla="*/ 100 w 9"/>
                  <a:gd name="T3" fmla="*/ 53 h 9"/>
                  <a:gd name="T4" fmla="*/ 100 w 9"/>
                  <a:gd name="T5" fmla="*/ 317 h 9"/>
                  <a:gd name="T6" fmla="*/ 317 w 9"/>
                  <a:gd name="T7" fmla="*/ 317 h 9"/>
                  <a:gd name="T8" fmla="*/ 357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1"/>
                    </a:move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ubicBezTo>
                      <a:pt x="3" y="8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9" name="Freeform 2608">
                <a:extLst>
                  <a:ext uri="{FF2B5EF4-FFF2-40B4-BE49-F238E27FC236}">
                    <a16:creationId xmlns:a16="http://schemas.microsoft.com/office/drawing/2014/main" id="{E2C467F9-276B-4B0C-9875-584D38036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425"/>
                <a:ext cx="5" cy="6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0 h 3"/>
                  <a:gd name="T4" fmla="*/ 22 w 3"/>
                  <a:gd name="T5" fmla="*/ 128 h 3"/>
                  <a:gd name="T6" fmla="*/ 62 w 3"/>
                  <a:gd name="T7" fmla="*/ 128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0" name="Freeform 2609">
                <a:extLst>
                  <a:ext uri="{FF2B5EF4-FFF2-40B4-BE49-F238E27FC236}">
                    <a16:creationId xmlns:a16="http://schemas.microsoft.com/office/drawing/2014/main" id="{89FB6304-D446-47A5-A305-E960461F5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435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100 h 9"/>
                  <a:gd name="T4" fmla="*/ 66 w 9"/>
                  <a:gd name="T5" fmla="*/ 357 h 9"/>
                  <a:gd name="T6" fmla="*/ 247 w 9"/>
                  <a:gd name="T7" fmla="*/ 35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8"/>
                    </a:cubicBezTo>
                    <a:cubicBezTo>
                      <a:pt x="3" y="9"/>
                      <a:pt x="6" y="9"/>
                      <a:pt x="8" y="8"/>
                    </a:cubicBezTo>
                    <a:cubicBezTo>
                      <a:pt x="9" y="6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1" name="Freeform 2610">
                <a:extLst>
                  <a:ext uri="{FF2B5EF4-FFF2-40B4-BE49-F238E27FC236}">
                    <a16:creationId xmlns:a16="http://schemas.microsoft.com/office/drawing/2014/main" id="{221F8320-F517-4B80-BFC6-A498B2754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439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64 h 3"/>
                  <a:gd name="T4" fmla="*/ 64 w 3"/>
                  <a:gd name="T5" fmla="*/ 192 h 3"/>
                  <a:gd name="T6" fmla="*/ 192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2" name="Freeform 2611">
                <a:extLst>
                  <a:ext uri="{FF2B5EF4-FFF2-40B4-BE49-F238E27FC236}">
                    <a16:creationId xmlns:a16="http://schemas.microsoft.com/office/drawing/2014/main" id="{B64D0D69-D945-4290-A245-F69A62971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451"/>
                <a:ext cx="16" cy="17"/>
              </a:xfrm>
              <a:custGeom>
                <a:avLst/>
                <a:gdLst>
                  <a:gd name="T0" fmla="*/ 208 w 9"/>
                  <a:gd name="T1" fmla="*/ 100 h 9"/>
                  <a:gd name="T2" fmla="*/ 37 w 9"/>
                  <a:gd name="T3" fmla="*/ 100 h 9"/>
                  <a:gd name="T4" fmla="*/ 37 w 9"/>
                  <a:gd name="T5" fmla="*/ 357 h 9"/>
                  <a:gd name="T6" fmla="*/ 208 w 9"/>
                  <a:gd name="T7" fmla="*/ 357 h 9"/>
                  <a:gd name="T8" fmla="*/ 208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1"/>
                      <a:pt x="3" y="0"/>
                      <a:pt x="1" y="2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3" y="9"/>
                      <a:pt x="5" y="9"/>
                      <a:pt x="7" y="8"/>
                    </a:cubicBezTo>
                    <a:cubicBezTo>
                      <a:pt x="8" y="6"/>
                      <a:pt x="9" y="4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3" name="Freeform 2612">
                <a:extLst>
                  <a:ext uri="{FF2B5EF4-FFF2-40B4-BE49-F238E27FC236}">
                    <a16:creationId xmlns:a16="http://schemas.microsoft.com/office/drawing/2014/main" id="{14FFD08E-C96F-43F3-B597-0C428058A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454"/>
                <a:ext cx="6" cy="6"/>
              </a:xfrm>
              <a:custGeom>
                <a:avLst/>
                <a:gdLst>
                  <a:gd name="T0" fmla="*/ 128 w 3"/>
                  <a:gd name="T1" fmla="*/ 64 h 3"/>
                  <a:gd name="T2" fmla="*/ 0 w 3"/>
                  <a:gd name="T3" fmla="*/ 64 h 3"/>
                  <a:gd name="T4" fmla="*/ 0 w 3"/>
                  <a:gd name="T5" fmla="*/ 192 h 3"/>
                  <a:gd name="T6" fmla="*/ 128 w 3"/>
                  <a:gd name="T7" fmla="*/ 192 h 3"/>
                  <a:gd name="T8" fmla="*/ 128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2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4" name="Freeform 2613">
                <a:extLst>
                  <a:ext uri="{FF2B5EF4-FFF2-40B4-BE49-F238E27FC236}">
                    <a16:creationId xmlns:a16="http://schemas.microsoft.com/office/drawing/2014/main" id="{4F2C443E-1663-4A6B-8459-420A3552D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466"/>
                <a:ext cx="17" cy="17"/>
              </a:xfrm>
              <a:custGeom>
                <a:avLst/>
                <a:gdLst>
                  <a:gd name="T0" fmla="*/ 317 w 9"/>
                  <a:gd name="T1" fmla="*/ 100 h 9"/>
                  <a:gd name="T2" fmla="*/ 100 w 9"/>
                  <a:gd name="T3" fmla="*/ 100 h 9"/>
                  <a:gd name="T4" fmla="*/ 100 w 9"/>
                  <a:gd name="T5" fmla="*/ 357 h 9"/>
                  <a:gd name="T6" fmla="*/ 317 w 9"/>
                  <a:gd name="T7" fmla="*/ 357 h 9"/>
                  <a:gd name="T8" fmla="*/ 31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1"/>
                      <a:pt x="3" y="0"/>
                      <a:pt x="2" y="2"/>
                    </a:cubicBezTo>
                    <a:cubicBezTo>
                      <a:pt x="0" y="3"/>
                      <a:pt x="0" y="6"/>
                      <a:pt x="2" y="8"/>
                    </a:cubicBez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5" name="Freeform 2614">
                <a:extLst>
                  <a:ext uri="{FF2B5EF4-FFF2-40B4-BE49-F238E27FC236}">
                    <a16:creationId xmlns:a16="http://schemas.microsoft.com/office/drawing/2014/main" id="{44113B92-4F77-42E8-8B35-31A2ACE3D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470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64 h 3"/>
                  <a:gd name="T4" fmla="*/ 22 w 3"/>
                  <a:gd name="T5" fmla="*/ 192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6" name="Freeform 2615">
                <a:extLst>
                  <a:ext uri="{FF2B5EF4-FFF2-40B4-BE49-F238E27FC236}">
                    <a16:creationId xmlns:a16="http://schemas.microsoft.com/office/drawing/2014/main" id="{8640AF38-0F6D-4FB6-9DD3-EBBAF0A58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070"/>
                <a:ext cx="16" cy="18"/>
              </a:xfrm>
              <a:custGeom>
                <a:avLst/>
                <a:gdLst>
                  <a:gd name="T0" fmla="*/ 281 w 9"/>
                  <a:gd name="T1" fmla="*/ 256 h 9"/>
                  <a:gd name="T2" fmla="*/ 117 w 9"/>
                  <a:gd name="T3" fmla="*/ 64 h 9"/>
                  <a:gd name="T4" fmla="*/ 37 w 9"/>
                  <a:gd name="T5" fmla="*/ 320 h 9"/>
                  <a:gd name="T6" fmla="*/ 158 w 9"/>
                  <a:gd name="T7" fmla="*/ 576 h 9"/>
                  <a:gd name="T8" fmla="*/ 281 w 9"/>
                  <a:gd name="T9" fmla="*/ 2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4"/>
                    </a:moveTo>
                    <a:cubicBezTo>
                      <a:pt x="8" y="2"/>
                      <a:pt x="6" y="0"/>
                      <a:pt x="4" y="1"/>
                    </a:cubicBezTo>
                    <a:cubicBezTo>
                      <a:pt x="2" y="1"/>
                      <a:pt x="0" y="3"/>
                      <a:pt x="1" y="5"/>
                    </a:cubicBezTo>
                    <a:cubicBezTo>
                      <a:pt x="1" y="7"/>
                      <a:pt x="3" y="9"/>
                      <a:pt x="5" y="9"/>
                    </a:cubicBezTo>
                    <a:cubicBezTo>
                      <a:pt x="8" y="8"/>
                      <a:pt x="9" y="6"/>
                      <a:pt x="9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7" name="Freeform 2616">
                <a:extLst>
                  <a:ext uri="{FF2B5EF4-FFF2-40B4-BE49-F238E27FC236}">
                    <a16:creationId xmlns:a16="http://schemas.microsoft.com/office/drawing/2014/main" id="{51626EF3-4EF0-4859-BAD6-47CD2A241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074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8" name="Freeform 2617">
                <a:extLst>
                  <a:ext uri="{FF2B5EF4-FFF2-40B4-BE49-F238E27FC236}">
                    <a16:creationId xmlns:a16="http://schemas.microsoft.com/office/drawing/2014/main" id="{05948281-4171-4D5B-BCF1-5D090ABC8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082"/>
                <a:ext cx="14" cy="17"/>
              </a:xfrm>
              <a:custGeom>
                <a:avLst/>
                <a:gdLst>
                  <a:gd name="T0" fmla="*/ 236 w 8"/>
                  <a:gd name="T1" fmla="*/ 189 h 9"/>
                  <a:gd name="T2" fmla="*/ 86 w 8"/>
                  <a:gd name="T3" fmla="*/ 53 h 9"/>
                  <a:gd name="T4" fmla="*/ 0 w 8"/>
                  <a:gd name="T5" fmla="*/ 213 h 9"/>
                  <a:gd name="T6" fmla="*/ 151 w 8"/>
                  <a:gd name="T7" fmla="*/ 402 h 9"/>
                  <a:gd name="T8" fmla="*/ 236 w 8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4"/>
                    </a:moveTo>
                    <a:cubicBezTo>
                      <a:pt x="8" y="2"/>
                      <a:pt x="6" y="0"/>
                      <a:pt x="3" y="1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1" y="8"/>
                      <a:pt x="3" y="9"/>
                      <a:pt x="5" y="9"/>
                    </a:cubicBezTo>
                    <a:cubicBezTo>
                      <a:pt x="7" y="8"/>
                      <a:pt x="8" y="6"/>
                      <a:pt x="8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9" name="Freeform 2618">
                <a:extLst>
                  <a:ext uri="{FF2B5EF4-FFF2-40B4-BE49-F238E27FC236}">
                    <a16:creationId xmlns:a16="http://schemas.microsoft.com/office/drawing/2014/main" id="{DC57D29F-841B-4F74-849D-6BEE06996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086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0 h 3"/>
                  <a:gd name="T4" fmla="*/ 0 w 3"/>
                  <a:gd name="T5" fmla="*/ 128 h 3"/>
                  <a:gd name="T6" fmla="*/ 128 w 3"/>
                  <a:gd name="T7" fmla="*/ 192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0" name="Freeform 2619">
                <a:extLst>
                  <a:ext uri="{FF2B5EF4-FFF2-40B4-BE49-F238E27FC236}">
                    <a16:creationId xmlns:a16="http://schemas.microsoft.com/office/drawing/2014/main" id="{E2C7D979-1C12-4840-B5CE-12BE83D41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095"/>
                <a:ext cx="16" cy="18"/>
              </a:xfrm>
              <a:custGeom>
                <a:avLst/>
                <a:gdLst>
                  <a:gd name="T0" fmla="*/ 281 w 9"/>
                  <a:gd name="T1" fmla="*/ 192 h 9"/>
                  <a:gd name="T2" fmla="*/ 117 w 9"/>
                  <a:gd name="T3" fmla="*/ 0 h 9"/>
                  <a:gd name="T4" fmla="*/ 37 w 9"/>
                  <a:gd name="T5" fmla="*/ 320 h 9"/>
                  <a:gd name="T6" fmla="*/ 203 w 9"/>
                  <a:gd name="T7" fmla="*/ 512 h 9"/>
                  <a:gd name="T8" fmla="*/ 281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1"/>
                      <a:pt x="6" y="0"/>
                      <a:pt x="4" y="0"/>
                    </a:cubicBezTo>
                    <a:cubicBezTo>
                      <a:pt x="2" y="1"/>
                      <a:pt x="0" y="3"/>
                      <a:pt x="1" y="5"/>
                    </a:cubicBezTo>
                    <a:cubicBezTo>
                      <a:pt x="2" y="7"/>
                      <a:pt x="4" y="9"/>
                      <a:pt x="6" y="8"/>
                    </a:cubicBezTo>
                    <a:cubicBezTo>
                      <a:pt x="8" y="7"/>
                      <a:pt x="9" y="5"/>
                      <a:pt x="9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1" name="Freeform 2620">
                <a:extLst>
                  <a:ext uri="{FF2B5EF4-FFF2-40B4-BE49-F238E27FC236}">
                    <a16:creationId xmlns:a16="http://schemas.microsoft.com/office/drawing/2014/main" id="{C2472644-6D62-442E-A93C-7C8A52A38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099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0 h 3"/>
                  <a:gd name="T4" fmla="*/ 0 w 3"/>
                  <a:gd name="T5" fmla="*/ 128 h 3"/>
                  <a:gd name="T6" fmla="*/ 128 w 3"/>
                  <a:gd name="T7" fmla="*/ 128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2" name="Freeform 2621">
                <a:extLst>
                  <a:ext uri="{FF2B5EF4-FFF2-40B4-BE49-F238E27FC236}">
                    <a16:creationId xmlns:a16="http://schemas.microsoft.com/office/drawing/2014/main" id="{A4A7F7DB-A212-42C9-8822-45DE406FC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107"/>
                <a:ext cx="16" cy="17"/>
              </a:xfrm>
              <a:custGeom>
                <a:avLst/>
                <a:gdLst>
                  <a:gd name="T0" fmla="*/ 247 w 9"/>
                  <a:gd name="T1" fmla="*/ 144 h 9"/>
                  <a:gd name="T2" fmla="*/ 89 w 9"/>
                  <a:gd name="T3" fmla="*/ 0 h 9"/>
                  <a:gd name="T4" fmla="*/ 37 w 9"/>
                  <a:gd name="T5" fmla="*/ 213 h 9"/>
                  <a:gd name="T6" fmla="*/ 203 w 9"/>
                  <a:gd name="T7" fmla="*/ 357 h 9"/>
                  <a:gd name="T8" fmla="*/ 24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8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1" y="5"/>
                    </a:cubicBezTo>
                    <a:cubicBezTo>
                      <a:pt x="1" y="7"/>
                      <a:pt x="3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3" name="Freeform 2622">
                <a:extLst>
                  <a:ext uri="{FF2B5EF4-FFF2-40B4-BE49-F238E27FC236}">
                    <a16:creationId xmlns:a16="http://schemas.microsoft.com/office/drawing/2014/main" id="{37C35B76-6D0B-4F46-9D5E-71E9C3666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111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0 h 3"/>
                  <a:gd name="T4" fmla="*/ 64 w 3"/>
                  <a:gd name="T5" fmla="*/ 128 h 3"/>
                  <a:gd name="T6" fmla="*/ 128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4" name="Freeform 2623">
                <a:extLst>
                  <a:ext uri="{FF2B5EF4-FFF2-40B4-BE49-F238E27FC236}">
                    <a16:creationId xmlns:a16="http://schemas.microsoft.com/office/drawing/2014/main" id="{192F4EBB-25AA-48CA-939C-F846ACDE0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119"/>
                <a:ext cx="16" cy="17"/>
              </a:xfrm>
              <a:custGeom>
                <a:avLst/>
                <a:gdLst>
                  <a:gd name="T0" fmla="*/ 247 w 9"/>
                  <a:gd name="T1" fmla="*/ 144 h 9"/>
                  <a:gd name="T2" fmla="*/ 89 w 9"/>
                  <a:gd name="T3" fmla="*/ 53 h 9"/>
                  <a:gd name="T4" fmla="*/ 37 w 9"/>
                  <a:gd name="T5" fmla="*/ 272 h 9"/>
                  <a:gd name="T6" fmla="*/ 203 w 9"/>
                  <a:gd name="T7" fmla="*/ 357 h 9"/>
                  <a:gd name="T8" fmla="*/ 24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8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1" y="8"/>
                      <a:pt x="4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5" name="Freeform 2624">
                <a:extLst>
                  <a:ext uri="{FF2B5EF4-FFF2-40B4-BE49-F238E27FC236}">
                    <a16:creationId xmlns:a16="http://schemas.microsoft.com/office/drawing/2014/main" id="{BD3F756C-B7CC-4D9E-957E-4E143E16C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122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128 w 3"/>
                  <a:gd name="T3" fmla="*/ 0 h 3"/>
                  <a:gd name="T4" fmla="*/ 64 w 3"/>
                  <a:gd name="T5" fmla="*/ 128 h 3"/>
                  <a:gd name="T6" fmla="*/ 128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6" name="Freeform 2625">
                <a:extLst>
                  <a:ext uri="{FF2B5EF4-FFF2-40B4-BE49-F238E27FC236}">
                    <a16:creationId xmlns:a16="http://schemas.microsoft.com/office/drawing/2014/main" id="{431FCD86-B79A-4581-B5EF-34CE6EBA4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32"/>
                <a:ext cx="16" cy="17"/>
              </a:xfrm>
              <a:custGeom>
                <a:avLst/>
                <a:gdLst>
                  <a:gd name="T0" fmla="*/ 247 w 9"/>
                  <a:gd name="T1" fmla="*/ 144 h 9"/>
                  <a:gd name="T2" fmla="*/ 89 w 9"/>
                  <a:gd name="T3" fmla="*/ 0 h 9"/>
                  <a:gd name="T4" fmla="*/ 37 w 9"/>
                  <a:gd name="T5" fmla="*/ 213 h 9"/>
                  <a:gd name="T6" fmla="*/ 203 w 9"/>
                  <a:gd name="T7" fmla="*/ 357 h 9"/>
                  <a:gd name="T8" fmla="*/ 24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8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1" y="5"/>
                    </a:cubicBezTo>
                    <a:cubicBezTo>
                      <a:pt x="1" y="7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7" name="Freeform 2626">
                <a:extLst>
                  <a:ext uri="{FF2B5EF4-FFF2-40B4-BE49-F238E27FC236}">
                    <a16:creationId xmlns:a16="http://schemas.microsoft.com/office/drawing/2014/main" id="{7B1F5F8B-4837-4781-BAC6-57D76649A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136"/>
                <a:ext cx="7" cy="6"/>
              </a:xfrm>
              <a:custGeom>
                <a:avLst/>
                <a:gdLst>
                  <a:gd name="T0" fmla="*/ 86 w 4"/>
                  <a:gd name="T1" fmla="*/ 64 h 3"/>
                  <a:gd name="T2" fmla="*/ 65 w 4"/>
                  <a:gd name="T3" fmla="*/ 0 h 3"/>
                  <a:gd name="T4" fmla="*/ 37 w 4"/>
                  <a:gd name="T5" fmla="*/ 128 h 3"/>
                  <a:gd name="T6" fmla="*/ 65 w 4"/>
                  <a:gd name="T7" fmla="*/ 128 h 3"/>
                  <a:gd name="T8" fmla="*/ 86 w 4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3" y="2"/>
                      <a:pt x="4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8" name="Freeform 2627">
                <a:extLst>
                  <a:ext uri="{FF2B5EF4-FFF2-40B4-BE49-F238E27FC236}">
                    <a16:creationId xmlns:a16="http://schemas.microsoft.com/office/drawing/2014/main" id="{20F8D8C3-EDFD-4EDD-B288-591A7B14D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144"/>
                <a:ext cx="16" cy="17"/>
              </a:xfrm>
              <a:custGeom>
                <a:avLst/>
                <a:gdLst>
                  <a:gd name="T0" fmla="*/ 281 w 9"/>
                  <a:gd name="T1" fmla="*/ 189 h 9"/>
                  <a:gd name="T2" fmla="*/ 117 w 9"/>
                  <a:gd name="T3" fmla="*/ 53 h 9"/>
                  <a:gd name="T4" fmla="*/ 37 w 9"/>
                  <a:gd name="T5" fmla="*/ 272 h 9"/>
                  <a:gd name="T6" fmla="*/ 203 w 9"/>
                  <a:gd name="T7" fmla="*/ 402 h 9"/>
                  <a:gd name="T8" fmla="*/ 281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4"/>
                    </a:moveTo>
                    <a:cubicBezTo>
                      <a:pt x="8" y="2"/>
                      <a:pt x="6" y="0"/>
                      <a:pt x="4" y="1"/>
                    </a:cubicBezTo>
                    <a:cubicBezTo>
                      <a:pt x="2" y="2"/>
                      <a:pt x="0" y="4"/>
                      <a:pt x="1" y="6"/>
                    </a:cubicBezTo>
                    <a:cubicBezTo>
                      <a:pt x="2" y="8"/>
                      <a:pt x="4" y="9"/>
                      <a:pt x="6" y="9"/>
                    </a:cubicBezTo>
                    <a:cubicBezTo>
                      <a:pt x="8" y="8"/>
                      <a:pt x="9" y="6"/>
                      <a:pt x="9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9" name="Freeform 2628">
                <a:extLst>
                  <a:ext uri="{FF2B5EF4-FFF2-40B4-BE49-F238E27FC236}">
                    <a16:creationId xmlns:a16="http://schemas.microsoft.com/office/drawing/2014/main" id="{48BAE955-E148-4D5A-BA7F-BA6337489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148"/>
                <a:ext cx="5" cy="5"/>
              </a:xfrm>
              <a:custGeom>
                <a:avLst/>
                <a:gdLst>
                  <a:gd name="T0" fmla="*/ 62 w 3"/>
                  <a:gd name="T1" fmla="*/ 37 h 3"/>
                  <a:gd name="T2" fmla="*/ 22 w 3"/>
                  <a:gd name="T3" fmla="*/ 22 h 3"/>
                  <a:gd name="T4" fmla="*/ 0 w 3"/>
                  <a:gd name="T5" fmla="*/ 37 h 3"/>
                  <a:gd name="T6" fmla="*/ 37 w 3"/>
                  <a:gd name="T7" fmla="*/ 62 h 3"/>
                  <a:gd name="T8" fmla="*/ 6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0" name="Freeform 2629">
                <a:extLst>
                  <a:ext uri="{FF2B5EF4-FFF2-40B4-BE49-F238E27FC236}">
                    <a16:creationId xmlns:a16="http://schemas.microsoft.com/office/drawing/2014/main" id="{FA4B70CA-0473-444D-B5F0-430411209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157"/>
                <a:ext cx="17" cy="18"/>
              </a:xfrm>
              <a:custGeom>
                <a:avLst/>
                <a:gdLst>
                  <a:gd name="T0" fmla="*/ 357 w 9"/>
                  <a:gd name="T1" fmla="*/ 256 h 9"/>
                  <a:gd name="T2" fmla="*/ 144 w 9"/>
                  <a:gd name="T3" fmla="*/ 64 h 9"/>
                  <a:gd name="T4" fmla="*/ 0 w 9"/>
                  <a:gd name="T5" fmla="*/ 384 h 9"/>
                  <a:gd name="T6" fmla="*/ 272 w 9"/>
                  <a:gd name="T7" fmla="*/ 576 h 9"/>
                  <a:gd name="T8" fmla="*/ 357 w 9"/>
                  <a:gd name="T9" fmla="*/ 2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4"/>
                    </a:moveTo>
                    <a:cubicBezTo>
                      <a:pt x="7" y="2"/>
                      <a:pt x="5" y="0"/>
                      <a:pt x="3" y="1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1" y="8"/>
                      <a:pt x="3" y="9"/>
                      <a:pt x="6" y="9"/>
                    </a:cubicBezTo>
                    <a:cubicBezTo>
                      <a:pt x="8" y="8"/>
                      <a:pt x="9" y="6"/>
                      <a:pt x="8" y="4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1" name="Freeform 2630">
                <a:extLst>
                  <a:ext uri="{FF2B5EF4-FFF2-40B4-BE49-F238E27FC236}">
                    <a16:creationId xmlns:a16="http://schemas.microsoft.com/office/drawing/2014/main" id="{FA0EC496-D98E-4668-876B-AD2C76BA3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163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64 h 3"/>
                  <a:gd name="T6" fmla="*/ 37 w 3"/>
                  <a:gd name="T7" fmla="*/ 128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2" name="Freeform 2631">
                <a:extLst>
                  <a:ext uri="{FF2B5EF4-FFF2-40B4-BE49-F238E27FC236}">
                    <a16:creationId xmlns:a16="http://schemas.microsoft.com/office/drawing/2014/main" id="{711EB2B4-8D7A-4132-A61B-2A08BACD7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173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0 h 9"/>
                  <a:gd name="T4" fmla="*/ 0 w 9"/>
                  <a:gd name="T5" fmla="*/ 272 h 9"/>
                  <a:gd name="T6" fmla="*/ 203 w 9"/>
                  <a:gd name="T7" fmla="*/ 35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4" y="0"/>
                      <a:pt x="2" y="0"/>
                    </a:cubicBezTo>
                    <a:cubicBezTo>
                      <a:pt x="0" y="1"/>
                      <a:pt x="0" y="4"/>
                      <a:pt x="0" y="6"/>
                    </a:cubicBezTo>
                    <a:cubicBezTo>
                      <a:pt x="1" y="8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3" name="Freeform 2632">
                <a:extLst>
                  <a:ext uri="{FF2B5EF4-FFF2-40B4-BE49-F238E27FC236}">
                    <a16:creationId xmlns:a16="http://schemas.microsoft.com/office/drawing/2014/main" id="{4C653C48-A8A8-4E6E-B1DB-C20F4794C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176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28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4" name="Freeform 2633">
                <a:extLst>
                  <a:ext uri="{FF2B5EF4-FFF2-40B4-BE49-F238E27FC236}">
                    <a16:creationId xmlns:a16="http://schemas.microsoft.com/office/drawing/2014/main" id="{D5F94839-FCF8-4CFB-BD1C-059E847BB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184"/>
                <a:ext cx="16" cy="19"/>
              </a:xfrm>
              <a:custGeom>
                <a:avLst/>
                <a:gdLst>
                  <a:gd name="T0" fmla="*/ 247 w 9"/>
                  <a:gd name="T1" fmla="*/ 144 h 10"/>
                  <a:gd name="T2" fmla="*/ 89 w 9"/>
                  <a:gd name="T3" fmla="*/ 55 h 10"/>
                  <a:gd name="T4" fmla="*/ 37 w 9"/>
                  <a:gd name="T5" fmla="*/ 329 h 10"/>
                  <a:gd name="T6" fmla="*/ 203 w 9"/>
                  <a:gd name="T7" fmla="*/ 418 h 10"/>
                  <a:gd name="T8" fmla="*/ 247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ubicBezTo>
                      <a:pt x="2" y="9"/>
                      <a:pt x="4" y="10"/>
                      <a:pt x="6" y="9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5" name="Freeform 2634">
                <a:extLst>
                  <a:ext uri="{FF2B5EF4-FFF2-40B4-BE49-F238E27FC236}">
                    <a16:creationId xmlns:a16="http://schemas.microsoft.com/office/drawing/2014/main" id="{2EC04790-61D4-405E-A064-2CDF6CB57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188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64 h 3"/>
                  <a:gd name="T4" fmla="*/ 22 w 3"/>
                  <a:gd name="T5" fmla="*/ 192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6" name="Freeform 2635">
                <a:extLst>
                  <a:ext uri="{FF2B5EF4-FFF2-40B4-BE49-F238E27FC236}">
                    <a16:creationId xmlns:a16="http://schemas.microsoft.com/office/drawing/2014/main" id="{E0ADAD0C-68FC-4F5C-BB1A-D6EC65D32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198"/>
                <a:ext cx="16" cy="17"/>
              </a:xfrm>
              <a:custGeom>
                <a:avLst/>
                <a:gdLst>
                  <a:gd name="T0" fmla="*/ 247 w 9"/>
                  <a:gd name="T1" fmla="*/ 144 h 9"/>
                  <a:gd name="T2" fmla="*/ 89 w 9"/>
                  <a:gd name="T3" fmla="*/ 53 h 9"/>
                  <a:gd name="T4" fmla="*/ 37 w 9"/>
                  <a:gd name="T5" fmla="*/ 317 h 9"/>
                  <a:gd name="T6" fmla="*/ 203 w 9"/>
                  <a:gd name="T7" fmla="*/ 402 h 9"/>
                  <a:gd name="T8" fmla="*/ 24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ubicBezTo>
                      <a:pt x="2" y="9"/>
                      <a:pt x="4" y="9"/>
                      <a:pt x="6" y="9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7" name="Freeform 2636">
                <a:extLst>
                  <a:ext uri="{FF2B5EF4-FFF2-40B4-BE49-F238E27FC236}">
                    <a16:creationId xmlns:a16="http://schemas.microsoft.com/office/drawing/2014/main" id="{EAE5E11E-A112-4CF1-906F-5DE698F68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202"/>
                <a:ext cx="6" cy="5"/>
              </a:xfrm>
              <a:custGeom>
                <a:avLst/>
                <a:gdLst>
                  <a:gd name="T0" fmla="*/ 192 w 3"/>
                  <a:gd name="T1" fmla="*/ 22 h 3"/>
                  <a:gd name="T2" fmla="*/ 64 w 3"/>
                  <a:gd name="T3" fmla="*/ 22 h 3"/>
                  <a:gd name="T4" fmla="*/ 64 w 3"/>
                  <a:gd name="T5" fmla="*/ 37 h 3"/>
                  <a:gd name="T6" fmla="*/ 192 w 3"/>
                  <a:gd name="T7" fmla="*/ 62 h 3"/>
                  <a:gd name="T8" fmla="*/ 19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8" name="Freeform 2637">
                <a:extLst>
                  <a:ext uri="{FF2B5EF4-FFF2-40B4-BE49-F238E27FC236}">
                    <a16:creationId xmlns:a16="http://schemas.microsoft.com/office/drawing/2014/main" id="{44672EF8-CE30-4D36-8544-E4B350BE8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213"/>
                <a:ext cx="16" cy="18"/>
              </a:xfrm>
              <a:custGeom>
                <a:avLst/>
                <a:gdLst>
                  <a:gd name="T0" fmla="*/ 247 w 9"/>
                  <a:gd name="T1" fmla="*/ 128 h 9"/>
                  <a:gd name="T2" fmla="*/ 89 w 9"/>
                  <a:gd name="T3" fmla="*/ 0 h 9"/>
                  <a:gd name="T4" fmla="*/ 37 w 9"/>
                  <a:gd name="T5" fmla="*/ 384 h 9"/>
                  <a:gd name="T6" fmla="*/ 203 w 9"/>
                  <a:gd name="T7" fmla="*/ 512 h 9"/>
                  <a:gd name="T8" fmla="*/ 247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5" y="0"/>
                      <a:pt x="3" y="0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9" name="Freeform 2638">
                <a:extLst>
                  <a:ext uri="{FF2B5EF4-FFF2-40B4-BE49-F238E27FC236}">
                    <a16:creationId xmlns:a16="http://schemas.microsoft.com/office/drawing/2014/main" id="{1A8D833F-F860-4761-8FD4-3DE12AD08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217"/>
                <a:ext cx="7" cy="6"/>
              </a:xfrm>
              <a:custGeom>
                <a:avLst/>
                <a:gdLst>
                  <a:gd name="T0" fmla="*/ 86 w 4"/>
                  <a:gd name="T1" fmla="*/ 64 h 3"/>
                  <a:gd name="T2" fmla="*/ 37 w 4"/>
                  <a:gd name="T3" fmla="*/ 0 h 3"/>
                  <a:gd name="T4" fmla="*/ 37 w 4"/>
                  <a:gd name="T5" fmla="*/ 128 h 3"/>
                  <a:gd name="T6" fmla="*/ 86 w 4"/>
                  <a:gd name="T7" fmla="*/ 128 h 3"/>
                  <a:gd name="T8" fmla="*/ 86 w 4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2"/>
                      <a:pt x="2" y="3"/>
                      <a:pt x="3" y="2"/>
                    </a:cubicBezTo>
                    <a:cubicBezTo>
                      <a:pt x="3" y="2"/>
                      <a:pt x="4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0" name="Freeform 2639">
                <a:extLst>
                  <a:ext uri="{FF2B5EF4-FFF2-40B4-BE49-F238E27FC236}">
                    <a16:creationId xmlns:a16="http://schemas.microsoft.com/office/drawing/2014/main" id="{35757F12-0404-4956-BFD0-7675D0E7F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227"/>
                <a:ext cx="18" cy="17"/>
              </a:xfrm>
              <a:custGeom>
                <a:avLst/>
                <a:gdLst>
                  <a:gd name="T0" fmla="*/ 304 w 10"/>
                  <a:gd name="T1" fmla="*/ 144 h 9"/>
                  <a:gd name="T2" fmla="*/ 94 w 10"/>
                  <a:gd name="T3" fmla="*/ 53 h 9"/>
                  <a:gd name="T4" fmla="*/ 41 w 10"/>
                  <a:gd name="T5" fmla="*/ 272 h 9"/>
                  <a:gd name="T6" fmla="*/ 239 w 10"/>
                  <a:gd name="T7" fmla="*/ 357 h 9"/>
                  <a:gd name="T8" fmla="*/ 304 w 10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3"/>
                    </a:moveTo>
                    <a:cubicBezTo>
                      <a:pt x="8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10" y="5"/>
                      <a:pt x="9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1" name="Freeform 2640">
                <a:extLst>
                  <a:ext uri="{FF2B5EF4-FFF2-40B4-BE49-F238E27FC236}">
                    <a16:creationId xmlns:a16="http://schemas.microsoft.com/office/drawing/2014/main" id="{1AE68B6A-92E0-4797-8824-0C4468CE0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231"/>
                <a:ext cx="5" cy="5"/>
              </a:xfrm>
              <a:custGeom>
                <a:avLst/>
                <a:gdLst>
                  <a:gd name="T0" fmla="*/ 62 w 3"/>
                  <a:gd name="T1" fmla="*/ 22 h 3"/>
                  <a:gd name="T2" fmla="*/ 22 w 3"/>
                  <a:gd name="T3" fmla="*/ 0 h 3"/>
                  <a:gd name="T4" fmla="*/ 0 w 3"/>
                  <a:gd name="T5" fmla="*/ 37 h 3"/>
                  <a:gd name="T6" fmla="*/ 37 w 3"/>
                  <a:gd name="T7" fmla="*/ 62 h 3"/>
                  <a:gd name="T8" fmla="*/ 6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2" name="Freeform 2641">
                <a:extLst>
                  <a:ext uri="{FF2B5EF4-FFF2-40B4-BE49-F238E27FC236}">
                    <a16:creationId xmlns:a16="http://schemas.microsoft.com/office/drawing/2014/main" id="{8863989B-4012-48C0-9C1B-DEE04A305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240"/>
                <a:ext cx="16" cy="19"/>
              </a:xfrm>
              <a:custGeom>
                <a:avLst/>
                <a:gdLst>
                  <a:gd name="T0" fmla="*/ 247 w 9"/>
                  <a:gd name="T1" fmla="*/ 144 h 10"/>
                  <a:gd name="T2" fmla="*/ 89 w 9"/>
                  <a:gd name="T3" fmla="*/ 55 h 10"/>
                  <a:gd name="T4" fmla="*/ 37 w 9"/>
                  <a:gd name="T5" fmla="*/ 329 h 10"/>
                  <a:gd name="T6" fmla="*/ 203 w 9"/>
                  <a:gd name="T7" fmla="*/ 418 h 10"/>
                  <a:gd name="T8" fmla="*/ 247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ubicBezTo>
                      <a:pt x="2" y="9"/>
                      <a:pt x="4" y="10"/>
                      <a:pt x="6" y="9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3" name="Freeform 2642">
                <a:extLst>
                  <a:ext uri="{FF2B5EF4-FFF2-40B4-BE49-F238E27FC236}">
                    <a16:creationId xmlns:a16="http://schemas.microsoft.com/office/drawing/2014/main" id="{5D562A71-1D12-4850-9826-239C42168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244"/>
                <a:ext cx="6" cy="8"/>
              </a:xfrm>
              <a:custGeom>
                <a:avLst/>
                <a:gdLst>
                  <a:gd name="T0" fmla="*/ 192 w 3"/>
                  <a:gd name="T1" fmla="*/ 64 h 4"/>
                  <a:gd name="T2" fmla="*/ 64 w 3"/>
                  <a:gd name="T3" fmla="*/ 64 h 4"/>
                  <a:gd name="T4" fmla="*/ 64 w 3"/>
                  <a:gd name="T5" fmla="*/ 192 h 4"/>
                  <a:gd name="T6" fmla="*/ 128 w 3"/>
                  <a:gd name="T7" fmla="*/ 192 h 4"/>
                  <a:gd name="T8" fmla="*/ 192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2" y="4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4" name="Freeform 2643">
                <a:extLst>
                  <a:ext uri="{FF2B5EF4-FFF2-40B4-BE49-F238E27FC236}">
                    <a16:creationId xmlns:a16="http://schemas.microsoft.com/office/drawing/2014/main" id="{35FE614D-8826-403B-934C-462905C82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256"/>
                <a:ext cx="16" cy="17"/>
              </a:xfrm>
              <a:custGeom>
                <a:avLst/>
                <a:gdLst>
                  <a:gd name="T0" fmla="*/ 247 w 9"/>
                  <a:gd name="T1" fmla="*/ 144 h 9"/>
                  <a:gd name="T2" fmla="*/ 89 w 9"/>
                  <a:gd name="T3" fmla="*/ 53 h 9"/>
                  <a:gd name="T4" fmla="*/ 37 w 9"/>
                  <a:gd name="T5" fmla="*/ 272 h 9"/>
                  <a:gd name="T6" fmla="*/ 203 w 9"/>
                  <a:gd name="T7" fmla="*/ 357 h 9"/>
                  <a:gd name="T8" fmla="*/ 24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5" name="Freeform 2644">
                <a:extLst>
                  <a:ext uri="{FF2B5EF4-FFF2-40B4-BE49-F238E27FC236}">
                    <a16:creationId xmlns:a16="http://schemas.microsoft.com/office/drawing/2014/main" id="{9F729E82-38BD-4E3D-889F-838D3784F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259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6" name="Freeform 2645">
                <a:extLst>
                  <a:ext uri="{FF2B5EF4-FFF2-40B4-BE49-F238E27FC236}">
                    <a16:creationId xmlns:a16="http://schemas.microsoft.com/office/drawing/2014/main" id="{F1965B1F-2092-42D7-9366-4209BEEE5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269"/>
                <a:ext cx="17" cy="19"/>
              </a:xfrm>
              <a:custGeom>
                <a:avLst/>
                <a:gdLst>
                  <a:gd name="T0" fmla="*/ 357 w 9"/>
                  <a:gd name="T1" fmla="*/ 144 h 10"/>
                  <a:gd name="T2" fmla="*/ 144 w 9"/>
                  <a:gd name="T3" fmla="*/ 105 h 10"/>
                  <a:gd name="T4" fmla="*/ 53 w 9"/>
                  <a:gd name="T5" fmla="*/ 329 h 10"/>
                  <a:gd name="T6" fmla="*/ 317 w 9"/>
                  <a:gd name="T7" fmla="*/ 380 h 10"/>
                  <a:gd name="T8" fmla="*/ 357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1"/>
                      <a:pt x="5" y="0"/>
                      <a:pt x="3" y="2"/>
                    </a:cubicBezTo>
                    <a:cubicBezTo>
                      <a:pt x="1" y="3"/>
                      <a:pt x="0" y="5"/>
                      <a:pt x="1" y="7"/>
                    </a:cubicBezTo>
                    <a:cubicBezTo>
                      <a:pt x="2" y="9"/>
                      <a:pt x="5" y="10"/>
                      <a:pt x="7" y="8"/>
                    </a:cubicBezTo>
                    <a:cubicBezTo>
                      <a:pt x="9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7" name="Freeform 2646">
                <a:extLst>
                  <a:ext uri="{FF2B5EF4-FFF2-40B4-BE49-F238E27FC236}">
                    <a16:creationId xmlns:a16="http://schemas.microsoft.com/office/drawing/2014/main" id="{C122FD61-1286-4752-BD80-3B087A5F3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273"/>
                <a:ext cx="7" cy="8"/>
              </a:xfrm>
              <a:custGeom>
                <a:avLst/>
                <a:gdLst>
                  <a:gd name="T0" fmla="*/ 86 w 4"/>
                  <a:gd name="T1" fmla="*/ 64 h 4"/>
                  <a:gd name="T2" fmla="*/ 37 w 4"/>
                  <a:gd name="T3" fmla="*/ 64 h 4"/>
                  <a:gd name="T4" fmla="*/ 37 w 4"/>
                  <a:gd name="T5" fmla="*/ 192 h 4"/>
                  <a:gd name="T6" fmla="*/ 86 w 4"/>
                  <a:gd name="T7" fmla="*/ 192 h 4"/>
                  <a:gd name="T8" fmla="*/ 86 w 4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2" y="4"/>
                      <a:pt x="3" y="3"/>
                    </a:cubicBezTo>
                    <a:cubicBezTo>
                      <a:pt x="3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8" name="Freeform 2647">
                <a:extLst>
                  <a:ext uri="{FF2B5EF4-FFF2-40B4-BE49-F238E27FC236}">
                    <a16:creationId xmlns:a16="http://schemas.microsoft.com/office/drawing/2014/main" id="{974210AD-C443-4870-8E4A-654B11C31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285"/>
                <a:ext cx="16" cy="17"/>
              </a:xfrm>
              <a:custGeom>
                <a:avLst/>
                <a:gdLst>
                  <a:gd name="T0" fmla="*/ 247 w 9"/>
                  <a:gd name="T1" fmla="*/ 144 h 9"/>
                  <a:gd name="T2" fmla="*/ 66 w 9"/>
                  <a:gd name="T3" fmla="*/ 53 h 9"/>
                  <a:gd name="T4" fmla="*/ 37 w 9"/>
                  <a:gd name="T5" fmla="*/ 317 h 9"/>
                  <a:gd name="T6" fmla="*/ 203 w 9"/>
                  <a:gd name="T7" fmla="*/ 357 h 9"/>
                  <a:gd name="T8" fmla="*/ 24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ubicBezTo>
                      <a:pt x="2" y="9"/>
                      <a:pt x="5" y="9"/>
                      <a:pt x="6" y="8"/>
                    </a:cubicBezTo>
                    <a:cubicBezTo>
                      <a:pt x="8" y="7"/>
                      <a:pt x="9" y="4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9" name="Freeform 2648">
                <a:extLst>
                  <a:ext uri="{FF2B5EF4-FFF2-40B4-BE49-F238E27FC236}">
                    <a16:creationId xmlns:a16="http://schemas.microsoft.com/office/drawing/2014/main" id="{3EE34617-5288-4BF2-B183-B7CBEC71C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288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0 h 3"/>
                  <a:gd name="T4" fmla="*/ 0 w 3"/>
                  <a:gd name="T5" fmla="*/ 128 h 3"/>
                  <a:gd name="T6" fmla="*/ 128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0" name="Freeform 2649">
                <a:extLst>
                  <a:ext uri="{FF2B5EF4-FFF2-40B4-BE49-F238E27FC236}">
                    <a16:creationId xmlns:a16="http://schemas.microsoft.com/office/drawing/2014/main" id="{39584A98-8A51-4B19-9CA3-682BBD9A3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98"/>
                <a:ext cx="17" cy="19"/>
              </a:xfrm>
              <a:custGeom>
                <a:avLst/>
                <a:gdLst>
                  <a:gd name="T0" fmla="*/ 357 w 9"/>
                  <a:gd name="T1" fmla="*/ 144 h 10"/>
                  <a:gd name="T2" fmla="*/ 100 w 9"/>
                  <a:gd name="T3" fmla="*/ 105 h 10"/>
                  <a:gd name="T4" fmla="*/ 53 w 9"/>
                  <a:gd name="T5" fmla="*/ 329 h 10"/>
                  <a:gd name="T6" fmla="*/ 272 w 9"/>
                  <a:gd name="T7" fmla="*/ 380 h 10"/>
                  <a:gd name="T8" fmla="*/ 357 w 9"/>
                  <a:gd name="T9" fmla="*/ 1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2" y="9"/>
                      <a:pt x="4" y="10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1" name="Freeform 2650">
                <a:extLst>
                  <a:ext uri="{FF2B5EF4-FFF2-40B4-BE49-F238E27FC236}">
                    <a16:creationId xmlns:a16="http://schemas.microsoft.com/office/drawing/2014/main" id="{4721D0B7-A87E-4B7D-97CF-509FAB542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302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64 h 3"/>
                  <a:gd name="T4" fmla="*/ 0 w 3"/>
                  <a:gd name="T5" fmla="*/ 192 h 3"/>
                  <a:gd name="T6" fmla="*/ 37 w 3"/>
                  <a:gd name="T7" fmla="*/ 192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2" name="Freeform 2651">
                <a:extLst>
                  <a:ext uri="{FF2B5EF4-FFF2-40B4-BE49-F238E27FC236}">
                    <a16:creationId xmlns:a16="http://schemas.microsoft.com/office/drawing/2014/main" id="{3F73F1F3-1F5D-4698-BC99-511CC5020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314"/>
                <a:ext cx="18" cy="17"/>
              </a:xfrm>
              <a:custGeom>
                <a:avLst/>
                <a:gdLst>
                  <a:gd name="T0" fmla="*/ 263 w 10"/>
                  <a:gd name="T1" fmla="*/ 100 h 9"/>
                  <a:gd name="T2" fmla="*/ 94 w 10"/>
                  <a:gd name="T3" fmla="*/ 53 h 9"/>
                  <a:gd name="T4" fmla="*/ 74 w 10"/>
                  <a:gd name="T5" fmla="*/ 317 h 9"/>
                  <a:gd name="T6" fmla="*/ 239 w 10"/>
                  <a:gd name="T7" fmla="*/ 357 h 9"/>
                  <a:gd name="T8" fmla="*/ 263 w 10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2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2" y="7"/>
                    </a:cubicBez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10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3" name="Freeform 2652">
                <a:extLst>
                  <a:ext uri="{FF2B5EF4-FFF2-40B4-BE49-F238E27FC236}">
                    <a16:creationId xmlns:a16="http://schemas.microsoft.com/office/drawing/2014/main" id="{F9C0A76D-DCEB-41D9-8ABB-5D7E27760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317"/>
                <a:ext cx="6" cy="6"/>
              </a:xfrm>
              <a:custGeom>
                <a:avLst/>
                <a:gdLst>
                  <a:gd name="T0" fmla="*/ 128 w 3"/>
                  <a:gd name="T1" fmla="*/ 64 h 3"/>
                  <a:gd name="T2" fmla="*/ 0 w 3"/>
                  <a:gd name="T3" fmla="*/ 0 h 3"/>
                  <a:gd name="T4" fmla="*/ 0 w 3"/>
                  <a:gd name="T5" fmla="*/ 128 h 3"/>
                  <a:gd name="T6" fmla="*/ 128 w 3"/>
                  <a:gd name="T7" fmla="*/ 192 h 3"/>
                  <a:gd name="T8" fmla="*/ 128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4" name="Freeform 2653">
                <a:extLst>
                  <a:ext uri="{FF2B5EF4-FFF2-40B4-BE49-F238E27FC236}">
                    <a16:creationId xmlns:a16="http://schemas.microsoft.com/office/drawing/2014/main" id="{C36CDB7B-3423-4087-93E8-CEA2E5CB0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329"/>
                <a:ext cx="18" cy="17"/>
              </a:xfrm>
              <a:custGeom>
                <a:avLst/>
                <a:gdLst>
                  <a:gd name="T0" fmla="*/ 263 w 10"/>
                  <a:gd name="T1" fmla="*/ 100 h 9"/>
                  <a:gd name="T2" fmla="*/ 94 w 10"/>
                  <a:gd name="T3" fmla="*/ 53 h 9"/>
                  <a:gd name="T4" fmla="*/ 74 w 10"/>
                  <a:gd name="T5" fmla="*/ 272 h 9"/>
                  <a:gd name="T6" fmla="*/ 239 w 10"/>
                  <a:gd name="T7" fmla="*/ 357 h 9"/>
                  <a:gd name="T8" fmla="*/ 263 w 10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2"/>
                    </a:move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5"/>
                      <a:pt x="2" y="6"/>
                    </a:cubicBezTo>
                    <a:cubicBezTo>
                      <a:pt x="3" y="8"/>
                      <a:pt x="5" y="9"/>
                      <a:pt x="7" y="8"/>
                    </a:cubicBezTo>
                    <a:cubicBezTo>
                      <a:pt x="9" y="7"/>
                      <a:pt x="10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5" name="Freeform 2654">
                <a:extLst>
                  <a:ext uri="{FF2B5EF4-FFF2-40B4-BE49-F238E27FC236}">
                    <a16:creationId xmlns:a16="http://schemas.microsoft.com/office/drawing/2014/main" id="{8224B8A2-822D-4D8D-82CD-8C62ECBFA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333"/>
                <a:ext cx="5" cy="6"/>
              </a:xfrm>
              <a:custGeom>
                <a:avLst/>
                <a:gdLst>
                  <a:gd name="T0" fmla="*/ 37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28 h 3"/>
                  <a:gd name="T8" fmla="*/ 37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6" name="Freeform 2655">
                <a:extLst>
                  <a:ext uri="{FF2B5EF4-FFF2-40B4-BE49-F238E27FC236}">
                    <a16:creationId xmlns:a16="http://schemas.microsoft.com/office/drawing/2014/main" id="{BFE3D54E-0FC4-4943-B1EA-7DA0A1A46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344"/>
                <a:ext cx="16" cy="18"/>
              </a:xfrm>
              <a:custGeom>
                <a:avLst/>
                <a:gdLst>
                  <a:gd name="T0" fmla="*/ 247 w 9"/>
                  <a:gd name="T1" fmla="*/ 128 h 9"/>
                  <a:gd name="T2" fmla="*/ 66 w 9"/>
                  <a:gd name="T3" fmla="*/ 64 h 9"/>
                  <a:gd name="T4" fmla="*/ 37 w 9"/>
                  <a:gd name="T5" fmla="*/ 384 h 9"/>
                  <a:gd name="T6" fmla="*/ 208 w 9"/>
                  <a:gd name="T7" fmla="*/ 512 h 9"/>
                  <a:gd name="T8" fmla="*/ 247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6"/>
                    </a:cubicBezTo>
                    <a:cubicBezTo>
                      <a:pt x="2" y="8"/>
                      <a:pt x="5" y="9"/>
                      <a:pt x="7" y="8"/>
                    </a:cubicBezTo>
                    <a:cubicBezTo>
                      <a:pt x="8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7" name="Freeform 2656">
                <a:extLst>
                  <a:ext uri="{FF2B5EF4-FFF2-40B4-BE49-F238E27FC236}">
                    <a16:creationId xmlns:a16="http://schemas.microsoft.com/office/drawing/2014/main" id="{1A1B6D5F-4D17-4AEB-A868-9CB64ECB9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348"/>
                <a:ext cx="5" cy="6"/>
              </a:xfrm>
              <a:custGeom>
                <a:avLst/>
                <a:gdLst>
                  <a:gd name="T0" fmla="*/ 62 w 3"/>
                  <a:gd name="T1" fmla="*/ 64 h 3"/>
                  <a:gd name="T2" fmla="*/ 22 w 3"/>
                  <a:gd name="T3" fmla="*/ 0 h 3"/>
                  <a:gd name="T4" fmla="*/ 0 w 3"/>
                  <a:gd name="T5" fmla="*/ 128 h 3"/>
                  <a:gd name="T6" fmla="*/ 37 w 3"/>
                  <a:gd name="T7" fmla="*/ 128 h 3"/>
                  <a:gd name="T8" fmla="*/ 6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8" name="Freeform 2657">
                <a:extLst>
                  <a:ext uri="{FF2B5EF4-FFF2-40B4-BE49-F238E27FC236}">
                    <a16:creationId xmlns:a16="http://schemas.microsoft.com/office/drawing/2014/main" id="{63470418-9DB0-4EAF-AAC3-AB1ECC1EA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358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100 h 9"/>
                  <a:gd name="T4" fmla="*/ 66 w 9"/>
                  <a:gd name="T5" fmla="*/ 317 h 9"/>
                  <a:gd name="T6" fmla="*/ 208 w 9"/>
                  <a:gd name="T7" fmla="*/ 35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3" y="9"/>
                      <a:pt x="6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9" name="Freeform 2658">
                <a:extLst>
                  <a:ext uri="{FF2B5EF4-FFF2-40B4-BE49-F238E27FC236}">
                    <a16:creationId xmlns:a16="http://schemas.microsoft.com/office/drawing/2014/main" id="{53C20617-D471-4080-85D7-4A1F1AB6E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362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64 h 3"/>
                  <a:gd name="T4" fmla="*/ 64 w 3"/>
                  <a:gd name="T5" fmla="*/ 192 h 3"/>
                  <a:gd name="T6" fmla="*/ 192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0" name="Freeform 2659">
                <a:extLst>
                  <a:ext uri="{FF2B5EF4-FFF2-40B4-BE49-F238E27FC236}">
                    <a16:creationId xmlns:a16="http://schemas.microsoft.com/office/drawing/2014/main" id="{F6241D0F-440C-4270-BC90-335918CCF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373"/>
                <a:ext cx="17" cy="18"/>
              </a:xfrm>
              <a:custGeom>
                <a:avLst/>
                <a:gdLst>
                  <a:gd name="T0" fmla="*/ 357 w 9"/>
                  <a:gd name="T1" fmla="*/ 128 h 9"/>
                  <a:gd name="T2" fmla="*/ 100 w 9"/>
                  <a:gd name="T3" fmla="*/ 128 h 9"/>
                  <a:gd name="T4" fmla="*/ 100 w 9"/>
                  <a:gd name="T5" fmla="*/ 448 h 9"/>
                  <a:gd name="T6" fmla="*/ 357 w 9"/>
                  <a:gd name="T7" fmla="*/ 512 h 9"/>
                  <a:gd name="T8" fmla="*/ 357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4" y="0"/>
                      <a:pt x="2" y="2"/>
                    </a:cubicBezTo>
                    <a:cubicBezTo>
                      <a:pt x="1" y="3"/>
                      <a:pt x="0" y="6"/>
                      <a:pt x="2" y="7"/>
                    </a:cubicBezTo>
                    <a:cubicBezTo>
                      <a:pt x="3" y="9"/>
                      <a:pt x="6" y="9"/>
                      <a:pt x="8" y="8"/>
                    </a:cubicBezTo>
                    <a:cubicBezTo>
                      <a:pt x="9" y="6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1" name="Freeform 2660">
                <a:extLst>
                  <a:ext uri="{FF2B5EF4-FFF2-40B4-BE49-F238E27FC236}">
                    <a16:creationId xmlns:a16="http://schemas.microsoft.com/office/drawing/2014/main" id="{0D0DF443-9456-47FB-9D20-390E3F9BC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377"/>
                <a:ext cx="7" cy="6"/>
              </a:xfrm>
              <a:custGeom>
                <a:avLst/>
                <a:gdLst>
                  <a:gd name="T0" fmla="*/ 86 w 4"/>
                  <a:gd name="T1" fmla="*/ 64 h 3"/>
                  <a:gd name="T2" fmla="*/ 37 w 4"/>
                  <a:gd name="T3" fmla="*/ 64 h 3"/>
                  <a:gd name="T4" fmla="*/ 37 w 4"/>
                  <a:gd name="T5" fmla="*/ 192 h 3"/>
                  <a:gd name="T6" fmla="*/ 86 w 4"/>
                  <a:gd name="T7" fmla="*/ 192 h 3"/>
                  <a:gd name="T8" fmla="*/ 86 w 4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4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2" name="Freeform 2661">
                <a:extLst>
                  <a:ext uri="{FF2B5EF4-FFF2-40B4-BE49-F238E27FC236}">
                    <a16:creationId xmlns:a16="http://schemas.microsoft.com/office/drawing/2014/main" id="{392EFEFC-846E-4017-9648-2E082FA38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389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53 h 9"/>
                  <a:gd name="T4" fmla="*/ 66 w 9"/>
                  <a:gd name="T5" fmla="*/ 317 h 9"/>
                  <a:gd name="T6" fmla="*/ 208 w 9"/>
                  <a:gd name="T7" fmla="*/ 31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4" y="0"/>
                      <a:pt x="2" y="1"/>
                    </a:cubicBezTo>
                    <a:cubicBezTo>
                      <a:pt x="1" y="3"/>
                      <a:pt x="0" y="5"/>
                      <a:pt x="2" y="7"/>
                    </a:cubicBez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954" name="Group 2863">
              <a:extLst>
                <a:ext uri="{FF2B5EF4-FFF2-40B4-BE49-F238E27FC236}">
                  <a16:creationId xmlns:a16="http://schemas.microsoft.com/office/drawing/2014/main" id="{D18F4AD7-9943-48D5-AA9B-A34BF94B1C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6" y="962"/>
              <a:ext cx="781" cy="1535"/>
              <a:chOff x="2856" y="962"/>
              <a:chExt cx="781" cy="1535"/>
            </a:xfrm>
          </p:grpSpPr>
          <p:sp>
            <p:nvSpPr>
              <p:cNvPr id="28023" name="Freeform 2663">
                <a:extLst>
                  <a:ext uri="{FF2B5EF4-FFF2-40B4-BE49-F238E27FC236}">
                    <a16:creationId xmlns:a16="http://schemas.microsoft.com/office/drawing/2014/main" id="{9DA47D82-1521-4E14-94D6-0C3EA699C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393"/>
                <a:ext cx="6" cy="5"/>
              </a:xfrm>
              <a:custGeom>
                <a:avLst/>
                <a:gdLst>
                  <a:gd name="T0" fmla="*/ 192 w 3"/>
                  <a:gd name="T1" fmla="*/ 0 h 3"/>
                  <a:gd name="T2" fmla="*/ 64 w 3"/>
                  <a:gd name="T3" fmla="*/ 0 h 3"/>
                  <a:gd name="T4" fmla="*/ 64 w 3"/>
                  <a:gd name="T5" fmla="*/ 37 h 3"/>
                  <a:gd name="T6" fmla="*/ 192 w 3"/>
                  <a:gd name="T7" fmla="*/ 37 h 3"/>
                  <a:gd name="T8" fmla="*/ 19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4" name="Freeform 2664">
                <a:extLst>
                  <a:ext uri="{FF2B5EF4-FFF2-40B4-BE49-F238E27FC236}">
                    <a16:creationId xmlns:a16="http://schemas.microsoft.com/office/drawing/2014/main" id="{0B7FE16E-EBFA-4127-BEF3-80716B83B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404"/>
                <a:ext cx="16" cy="18"/>
              </a:xfrm>
              <a:custGeom>
                <a:avLst/>
                <a:gdLst>
                  <a:gd name="T0" fmla="*/ 247 w 9"/>
                  <a:gd name="T1" fmla="*/ 128 h 9"/>
                  <a:gd name="T2" fmla="*/ 66 w 9"/>
                  <a:gd name="T3" fmla="*/ 64 h 9"/>
                  <a:gd name="T4" fmla="*/ 66 w 9"/>
                  <a:gd name="T5" fmla="*/ 448 h 9"/>
                  <a:gd name="T6" fmla="*/ 208 w 9"/>
                  <a:gd name="T7" fmla="*/ 448 h 9"/>
                  <a:gd name="T8" fmla="*/ 247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1"/>
                    </a:cubicBezTo>
                    <a:cubicBezTo>
                      <a:pt x="1" y="3"/>
                      <a:pt x="0" y="5"/>
                      <a:pt x="2" y="7"/>
                    </a:cubicBez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5" name="Freeform 2665">
                <a:extLst>
                  <a:ext uri="{FF2B5EF4-FFF2-40B4-BE49-F238E27FC236}">
                    <a16:creationId xmlns:a16="http://schemas.microsoft.com/office/drawing/2014/main" id="{1159156E-D4C7-475D-A8BE-0DA957C3C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408"/>
                <a:ext cx="6" cy="6"/>
              </a:xfrm>
              <a:custGeom>
                <a:avLst/>
                <a:gdLst>
                  <a:gd name="T0" fmla="*/ 192 w 3"/>
                  <a:gd name="T1" fmla="*/ 0 h 3"/>
                  <a:gd name="T2" fmla="*/ 64 w 3"/>
                  <a:gd name="T3" fmla="*/ 0 h 3"/>
                  <a:gd name="T4" fmla="*/ 64 w 3"/>
                  <a:gd name="T5" fmla="*/ 128 h 3"/>
                  <a:gd name="T6" fmla="*/ 192 w 3"/>
                  <a:gd name="T7" fmla="*/ 128 h 3"/>
                  <a:gd name="T8" fmla="*/ 19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6" name="Freeform 2666">
                <a:extLst>
                  <a:ext uri="{FF2B5EF4-FFF2-40B4-BE49-F238E27FC236}">
                    <a16:creationId xmlns:a16="http://schemas.microsoft.com/office/drawing/2014/main" id="{3A93DFF3-37E2-4E49-9AF9-54D4A2788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420"/>
                <a:ext cx="17" cy="17"/>
              </a:xfrm>
              <a:custGeom>
                <a:avLst/>
                <a:gdLst>
                  <a:gd name="T0" fmla="*/ 317 w 9"/>
                  <a:gd name="T1" fmla="*/ 100 h 9"/>
                  <a:gd name="T2" fmla="*/ 100 w 9"/>
                  <a:gd name="T3" fmla="*/ 53 h 9"/>
                  <a:gd name="T4" fmla="*/ 53 w 9"/>
                  <a:gd name="T5" fmla="*/ 317 h 9"/>
                  <a:gd name="T6" fmla="*/ 317 w 9"/>
                  <a:gd name="T7" fmla="*/ 357 h 9"/>
                  <a:gd name="T8" fmla="*/ 31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3" y="9"/>
                      <a:pt x="5" y="9"/>
                      <a:pt x="7" y="8"/>
                    </a:cubicBezTo>
                    <a:cubicBezTo>
                      <a:pt x="8" y="6"/>
                      <a:pt x="9" y="4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7" name="Freeform 2667">
                <a:extLst>
                  <a:ext uri="{FF2B5EF4-FFF2-40B4-BE49-F238E27FC236}">
                    <a16:creationId xmlns:a16="http://schemas.microsoft.com/office/drawing/2014/main" id="{F2D955DE-B46C-47DD-B4C8-37F2D2DCE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424"/>
                <a:ext cx="5" cy="5"/>
              </a:xfrm>
              <a:custGeom>
                <a:avLst/>
                <a:gdLst>
                  <a:gd name="T0" fmla="*/ 37 w 3"/>
                  <a:gd name="T1" fmla="*/ 22 h 3"/>
                  <a:gd name="T2" fmla="*/ 0 w 3"/>
                  <a:gd name="T3" fmla="*/ 0 h 3"/>
                  <a:gd name="T4" fmla="*/ 0 w 3"/>
                  <a:gd name="T5" fmla="*/ 37 h 3"/>
                  <a:gd name="T6" fmla="*/ 37 w 3"/>
                  <a:gd name="T7" fmla="*/ 37 h 3"/>
                  <a:gd name="T8" fmla="*/ 37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8" name="Freeform 2668">
                <a:extLst>
                  <a:ext uri="{FF2B5EF4-FFF2-40B4-BE49-F238E27FC236}">
                    <a16:creationId xmlns:a16="http://schemas.microsoft.com/office/drawing/2014/main" id="{9B1688DF-E946-403A-BB37-8E354228D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481"/>
                <a:ext cx="16" cy="18"/>
              </a:xfrm>
              <a:custGeom>
                <a:avLst/>
                <a:gdLst>
                  <a:gd name="T0" fmla="*/ 247 w 9"/>
                  <a:gd name="T1" fmla="*/ 128 h 9"/>
                  <a:gd name="T2" fmla="*/ 66 w 9"/>
                  <a:gd name="T3" fmla="*/ 64 h 9"/>
                  <a:gd name="T4" fmla="*/ 66 w 9"/>
                  <a:gd name="T5" fmla="*/ 448 h 9"/>
                  <a:gd name="T6" fmla="*/ 208 w 9"/>
                  <a:gd name="T7" fmla="*/ 512 h 9"/>
                  <a:gd name="T8" fmla="*/ 247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4" y="0"/>
                      <a:pt x="2" y="1"/>
                    </a:cubicBezTo>
                    <a:cubicBezTo>
                      <a:pt x="1" y="3"/>
                      <a:pt x="0" y="5"/>
                      <a:pt x="2" y="7"/>
                    </a:cubicBez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9" name="Freeform 2669">
                <a:extLst>
                  <a:ext uri="{FF2B5EF4-FFF2-40B4-BE49-F238E27FC236}">
                    <a16:creationId xmlns:a16="http://schemas.microsoft.com/office/drawing/2014/main" id="{1D6B6C8C-FF3B-4227-BE48-B89812349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485"/>
                <a:ext cx="7" cy="6"/>
              </a:xfrm>
              <a:custGeom>
                <a:avLst/>
                <a:gdLst>
                  <a:gd name="T0" fmla="*/ 86 w 4"/>
                  <a:gd name="T1" fmla="*/ 64 h 3"/>
                  <a:gd name="T2" fmla="*/ 37 w 4"/>
                  <a:gd name="T3" fmla="*/ 64 h 3"/>
                  <a:gd name="T4" fmla="*/ 37 w 4"/>
                  <a:gd name="T5" fmla="*/ 128 h 3"/>
                  <a:gd name="T6" fmla="*/ 86 w 4"/>
                  <a:gd name="T7" fmla="*/ 192 h 3"/>
                  <a:gd name="T8" fmla="*/ 86 w 4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4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0" name="Freeform 2670">
                <a:extLst>
                  <a:ext uri="{FF2B5EF4-FFF2-40B4-BE49-F238E27FC236}">
                    <a16:creationId xmlns:a16="http://schemas.microsoft.com/office/drawing/2014/main" id="{E2D2E08B-027C-47BD-A39A-B536423BC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497"/>
                <a:ext cx="18" cy="17"/>
              </a:xfrm>
              <a:custGeom>
                <a:avLst/>
                <a:gdLst>
                  <a:gd name="T0" fmla="*/ 263 w 10"/>
                  <a:gd name="T1" fmla="*/ 100 h 9"/>
                  <a:gd name="T2" fmla="*/ 94 w 10"/>
                  <a:gd name="T3" fmla="*/ 100 h 9"/>
                  <a:gd name="T4" fmla="*/ 74 w 10"/>
                  <a:gd name="T5" fmla="*/ 317 h 9"/>
                  <a:gd name="T6" fmla="*/ 239 w 10"/>
                  <a:gd name="T7" fmla="*/ 357 h 9"/>
                  <a:gd name="T8" fmla="*/ 263 w 10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2"/>
                    </a:moveTo>
                    <a:cubicBezTo>
                      <a:pt x="7" y="1"/>
                      <a:pt x="4" y="0"/>
                      <a:pt x="3" y="2"/>
                    </a:cubicBezTo>
                    <a:cubicBezTo>
                      <a:pt x="1" y="3"/>
                      <a:pt x="0" y="6"/>
                      <a:pt x="2" y="7"/>
                    </a:cubicBezTo>
                    <a:cubicBezTo>
                      <a:pt x="3" y="9"/>
                      <a:pt x="6" y="9"/>
                      <a:pt x="7" y="8"/>
                    </a:cubicBezTo>
                    <a:cubicBezTo>
                      <a:pt x="9" y="7"/>
                      <a:pt x="10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1" name="Freeform 2671">
                <a:extLst>
                  <a:ext uri="{FF2B5EF4-FFF2-40B4-BE49-F238E27FC236}">
                    <a16:creationId xmlns:a16="http://schemas.microsoft.com/office/drawing/2014/main" id="{B605EE2C-603D-4747-B0E9-42C59D4F7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501"/>
                <a:ext cx="6" cy="6"/>
              </a:xfrm>
              <a:custGeom>
                <a:avLst/>
                <a:gdLst>
                  <a:gd name="T0" fmla="*/ 128 w 3"/>
                  <a:gd name="T1" fmla="*/ 64 h 3"/>
                  <a:gd name="T2" fmla="*/ 0 w 3"/>
                  <a:gd name="T3" fmla="*/ 64 h 3"/>
                  <a:gd name="T4" fmla="*/ 0 w 3"/>
                  <a:gd name="T5" fmla="*/ 192 h 3"/>
                  <a:gd name="T6" fmla="*/ 128 w 3"/>
                  <a:gd name="T7" fmla="*/ 192 h 3"/>
                  <a:gd name="T8" fmla="*/ 128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2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2" name="Freeform 2672">
                <a:extLst>
                  <a:ext uri="{FF2B5EF4-FFF2-40B4-BE49-F238E27FC236}">
                    <a16:creationId xmlns:a16="http://schemas.microsoft.com/office/drawing/2014/main" id="{299AE4E8-87ED-45DA-BE84-8EE233480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514"/>
                <a:ext cx="16" cy="18"/>
              </a:xfrm>
              <a:custGeom>
                <a:avLst/>
                <a:gdLst>
                  <a:gd name="T0" fmla="*/ 208 w 9"/>
                  <a:gd name="T1" fmla="*/ 128 h 9"/>
                  <a:gd name="T2" fmla="*/ 66 w 9"/>
                  <a:gd name="T3" fmla="*/ 64 h 9"/>
                  <a:gd name="T4" fmla="*/ 37 w 9"/>
                  <a:gd name="T5" fmla="*/ 448 h 9"/>
                  <a:gd name="T6" fmla="*/ 208 w 9"/>
                  <a:gd name="T7" fmla="*/ 448 h 9"/>
                  <a:gd name="T8" fmla="*/ 208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0"/>
                      <a:pt x="3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ubicBezTo>
                      <a:pt x="2" y="8"/>
                      <a:pt x="5" y="9"/>
                      <a:pt x="7" y="7"/>
                    </a:cubicBezTo>
                    <a:cubicBezTo>
                      <a:pt x="8" y="6"/>
                      <a:pt x="9" y="3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3" name="Freeform 2673">
                <a:extLst>
                  <a:ext uri="{FF2B5EF4-FFF2-40B4-BE49-F238E27FC236}">
                    <a16:creationId xmlns:a16="http://schemas.microsoft.com/office/drawing/2014/main" id="{CB36BAA5-EE26-4129-BB08-F9C1FF407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516"/>
                <a:ext cx="5" cy="8"/>
              </a:xfrm>
              <a:custGeom>
                <a:avLst/>
                <a:gdLst>
                  <a:gd name="T0" fmla="*/ 37 w 3"/>
                  <a:gd name="T1" fmla="*/ 64 h 4"/>
                  <a:gd name="T2" fmla="*/ 0 w 3"/>
                  <a:gd name="T3" fmla="*/ 64 h 4"/>
                  <a:gd name="T4" fmla="*/ 0 w 3"/>
                  <a:gd name="T5" fmla="*/ 192 h 4"/>
                  <a:gd name="T6" fmla="*/ 37 w 3"/>
                  <a:gd name="T7" fmla="*/ 192 h 4"/>
                  <a:gd name="T8" fmla="*/ 37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3"/>
                    </a:cubicBezTo>
                    <a:cubicBezTo>
                      <a:pt x="3" y="3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4" name="Freeform 2674">
                <a:extLst>
                  <a:ext uri="{FF2B5EF4-FFF2-40B4-BE49-F238E27FC236}">
                    <a16:creationId xmlns:a16="http://schemas.microsoft.com/office/drawing/2014/main" id="{B7447A85-352E-49DA-BFE4-AE173A90D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530"/>
                <a:ext cx="16" cy="17"/>
              </a:xfrm>
              <a:custGeom>
                <a:avLst/>
                <a:gdLst>
                  <a:gd name="T0" fmla="*/ 247 w 9"/>
                  <a:gd name="T1" fmla="*/ 53 h 9"/>
                  <a:gd name="T2" fmla="*/ 66 w 9"/>
                  <a:gd name="T3" fmla="*/ 53 h 9"/>
                  <a:gd name="T4" fmla="*/ 66 w 9"/>
                  <a:gd name="T5" fmla="*/ 317 h 9"/>
                  <a:gd name="T6" fmla="*/ 247 w 9"/>
                  <a:gd name="T7" fmla="*/ 317 h 9"/>
                  <a:gd name="T8" fmla="*/ 247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1"/>
                    </a:move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4" y="9"/>
                      <a:pt x="6" y="9"/>
                      <a:pt x="8" y="7"/>
                    </a:cubicBezTo>
                    <a:cubicBezTo>
                      <a:pt x="9" y="5"/>
                      <a:pt x="9" y="3"/>
                      <a:pt x="8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5" name="Freeform 2675">
                <a:extLst>
                  <a:ext uri="{FF2B5EF4-FFF2-40B4-BE49-F238E27FC236}">
                    <a16:creationId xmlns:a16="http://schemas.microsoft.com/office/drawing/2014/main" id="{81377151-6077-4EDE-99E2-0B25C17C1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534"/>
                <a:ext cx="5" cy="5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0 h 3"/>
                  <a:gd name="T4" fmla="*/ 22 w 3"/>
                  <a:gd name="T5" fmla="*/ 37 h 3"/>
                  <a:gd name="T6" fmla="*/ 62 w 3"/>
                  <a:gd name="T7" fmla="*/ 37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6" name="Freeform 2676">
                <a:extLst>
                  <a:ext uri="{FF2B5EF4-FFF2-40B4-BE49-F238E27FC236}">
                    <a16:creationId xmlns:a16="http://schemas.microsoft.com/office/drawing/2014/main" id="{D83E7BA1-7BAF-4B87-AB22-D6E3CBA55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545"/>
                <a:ext cx="16" cy="17"/>
              </a:xfrm>
              <a:custGeom>
                <a:avLst/>
                <a:gdLst>
                  <a:gd name="T0" fmla="*/ 247 w 9"/>
                  <a:gd name="T1" fmla="*/ 53 h 9"/>
                  <a:gd name="T2" fmla="*/ 66 w 9"/>
                  <a:gd name="T3" fmla="*/ 53 h 9"/>
                  <a:gd name="T4" fmla="*/ 66 w 9"/>
                  <a:gd name="T5" fmla="*/ 317 h 9"/>
                  <a:gd name="T6" fmla="*/ 247 w 9"/>
                  <a:gd name="T7" fmla="*/ 317 h 9"/>
                  <a:gd name="T8" fmla="*/ 247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1"/>
                    </a:move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ubicBezTo>
                      <a:pt x="4" y="9"/>
                      <a:pt x="6" y="8"/>
                      <a:pt x="8" y="7"/>
                    </a:cubicBezTo>
                    <a:cubicBezTo>
                      <a:pt x="9" y="5"/>
                      <a:pt x="9" y="3"/>
                      <a:pt x="8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7" name="Freeform 2677">
                <a:extLst>
                  <a:ext uri="{FF2B5EF4-FFF2-40B4-BE49-F238E27FC236}">
                    <a16:creationId xmlns:a16="http://schemas.microsoft.com/office/drawing/2014/main" id="{C5A12DDE-8F55-4186-B3D9-D1C16DA64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549"/>
                <a:ext cx="6" cy="6"/>
              </a:xfrm>
              <a:custGeom>
                <a:avLst/>
                <a:gdLst>
                  <a:gd name="T0" fmla="*/ 192 w 3"/>
                  <a:gd name="T1" fmla="*/ 0 h 3"/>
                  <a:gd name="T2" fmla="*/ 64 w 3"/>
                  <a:gd name="T3" fmla="*/ 0 h 3"/>
                  <a:gd name="T4" fmla="*/ 64 w 3"/>
                  <a:gd name="T5" fmla="*/ 128 h 3"/>
                  <a:gd name="T6" fmla="*/ 192 w 3"/>
                  <a:gd name="T7" fmla="*/ 128 h 3"/>
                  <a:gd name="T8" fmla="*/ 19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8" name="Freeform 2678">
                <a:extLst>
                  <a:ext uri="{FF2B5EF4-FFF2-40B4-BE49-F238E27FC236}">
                    <a16:creationId xmlns:a16="http://schemas.microsoft.com/office/drawing/2014/main" id="{38F1AF88-03F3-4715-8091-7306B024E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561"/>
                <a:ext cx="16" cy="15"/>
              </a:xfrm>
              <a:custGeom>
                <a:avLst/>
                <a:gdLst>
                  <a:gd name="T0" fmla="*/ 208 w 9"/>
                  <a:gd name="T1" fmla="*/ 53 h 8"/>
                  <a:gd name="T2" fmla="*/ 66 w 9"/>
                  <a:gd name="T3" fmla="*/ 53 h 8"/>
                  <a:gd name="T4" fmla="*/ 66 w 9"/>
                  <a:gd name="T5" fmla="*/ 296 h 8"/>
                  <a:gd name="T6" fmla="*/ 247 w 9"/>
                  <a:gd name="T7" fmla="*/ 296 h 8"/>
                  <a:gd name="T8" fmla="*/ 208 w 9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7" y="1"/>
                    </a:move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ubicBezTo>
                      <a:pt x="3" y="8"/>
                      <a:pt x="6" y="8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9" name="Freeform 2679">
                <a:extLst>
                  <a:ext uri="{FF2B5EF4-FFF2-40B4-BE49-F238E27FC236}">
                    <a16:creationId xmlns:a16="http://schemas.microsoft.com/office/drawing/2014/main" id="{0715B7E3-C83E-4318-AEF6-3C8B9BB42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562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64 h 3"/>
                  <a:gd name="T4" fmla="*/ 64 w 3"/>
                  <a:gd name="T5" fmla="*/ 192 h 3"/>
                  <a:gd name="T6" fmla="*/ 192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0" name="Freeform 2680">
                <a:extLst>
                  <a:ext uri="{FF2B5EF4-FFF2-40B4-BE49-F238E27FC236}">
                    <a16:creationId xmlns:a16="http://schemas.microsoft.com/office/drawing/2014/main" id="{B60ABAC1-030B-42F0-A94D-BA5B7AF44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576"/>
                <a:ext cx="17" cy="17"/>
              </a:xfrm>
              <a:custGeom>
                <a:avLst/>
                <a:gdLst>
                  <a:gd name="T0" fmla="*/ 357 w 9"/>
                  <a:gd name="T1" fmla="*/ 100 h 9"/>
                  <a:gd name="T2" fmla="*/ 100 w 9"/>
                  <a:gd name="T3" fmla="*/ 53 h 9"/>
                  <a:gd name="T4" fmla="*/ 100 w 9"/>
                  <a:gd name="T5" fmla="*/ 317 h 9"/>
                  <a:gd name="T6" fmla="*/ 357 w 9"/>
                  <a:gd name="T7" fmla="*/ 317 h 9"/>
                  <a:gd name="T8" fmla="*/ 35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ubicBezTo>
                      <a:pt x="3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1" name="Freeform 2681">
                <a:extLst>
                  <a:ext uri="{FF2B5EF4-FFF2-40B4-BE49-F238E27FC236}">
                    <a16:creationId xmlns:a16="http://schemas.microsoft.com/office/drawing/2014/main" id="{D97A9C27-D7F3-4909-B211-63829CFB2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580"/>
                <a:ext cx="5" cy="6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0 h 3"/>
                  <a:gd name="T4" fmla="*/ 22 w 3"/>
                  <a:gd name="T5" fmla="*/ 128 h 3"/>
                  <a:gd name="T6" fmla="*/ 62 w 3"/>
                  <a:gd name="T7" fmla="*/ 128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2" name="Freeform 2682">
                <a:extLst>
                  <a:ext uri="{FF2B5EF4-FFF2-40B4-BE49-F238E27FC236}">
                    <a16:creationId xmlns:a16="http://schemas.microsoft.com/office/drawing/2014/main" id="{DDCC343F-0D3F-41DD-9F77-AE2E520B4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591"/>
                <a:ext cx="16" cy="18"/>
              </a:xfrm>
              <a:custGeom>
                <a:avLst/>
                <a:gdLst>
                  <a:gd name="T0" fmla="*/ 247 w 9"/>
                  <a:gd name="T1" fmla="*/ 128 h 9"/>
                  <a:gd name="T2" fmla="*/ 66 w 9"/>
                  <a:gd name="T3" fmla="*/ 128 h 9"/>
                  <a:gd name="T4" fmla="*/ 66 w 9"/>
                  <a:gd name="T5" fmla="*/ 448 h 9"/>
                  <a:gd name="T6" fmla="*/ 247 w 9"/>
                  <a:gd name="T7" fmla="*/ 512 h 9"/>
                  <a:gd name="T8" fmla="*/ 247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2"/>
                    </a:cubicBezTo>
                    <a:cubicBezTo>
                      <a:pt x="1" y="3"/>
                      <a:pt x="0" y="6"/>
                      <a:pt x="2" y="7"/>
                    </a:cubicBezTo>
                    <a:cubicBezTo>
                      <a:pt x="3" y="9"/>
                      <a:pt x="6" y="9"/>
                      <a:pt x="8" y="8"/>
                    </a:cubicBezTo>
                    <a:cubicBezTo>
                      <a:pt x="9" y="6"/>
                      <a:pt x="9" y="3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3" name="Freeform 2683">
                <a:extLst>
                  <a:ext uri="{FF2B5EF4-FFF2-40B4-BE49-F238E27FC236}">
                    <a16:creationId xmlns:a16="http://schemas.microsoft.com/office/drawing/2014/main" id="{AFD5E602-D76B-4221-AAB0-C584F172A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595"/>
                <a:ext cx="7" cy="6"/>
              </a:xfrm>
              <a:custGeom>
                <a:avLst/>
                <a:gdLst>
                  <a:gd name="T0" fmla="*/ 86 w 4"/>
                  <a:gd name="T1" fmla="*/ 64 h 3"/>
                  <a:gd name="T2" fmla="*/ 37 w 4"/>
                  <a:gd name="T3" fmla="*/ 64 h 3"/>
                  <a:gd name="T4" fmla="*/ 37 w 4"/>
                  <a:gd name="T5" fmla="*/ 128 h 3"/>
                  <a:gd name="T6" fmla="*/ 86 w 4"/>
                  <a:gd name="T7" fmla="*/ 192 h 3"/>
                  <a:gd name="T8" fmla="*/ 86 w 4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4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4" name="Freeform 2684">
                <a:extLst>
                  <a:ext uri="{FF2B5EF4-FFF2-40B4-BE49-F238E27FC236}">
                    <a16:creationId xmlns:a16="http://schemas.microsoft.com/office/drawing/2014/main" id="{6B7C337C-C5DB-467E-B82C-1124DB967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607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100 h 9"/>
                  <a:gd name="T4" fmla="*/ 66 w 9"/>
                  <a:gd name="T5" fmla="*/ 317 h 9"/>
                  <a:gd name="T6" fmla="*/ 208 w 9"/>
                  <a:gd name="T7" fmla="*/ 35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5" name="Freeform 2685">
                <a:extLst>
                  <a:ext uri="{FF2B5EF4-FFF2-40B4-BE49-F238E27FC236}">
                    <a16:creationId xmlns:a16="http://schemas.microsoft.com/office/drawing/2014/main" id="{06D48AB7-FB01-405A-8DBB-1B084316B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611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64 h 3"/>
                  <a:gd name="T4" fmla="*/ 64 w 3"/>
                  <a:gd name="T5" fmla="*/ 192 h 3"/>
                  <a:gd name="T6" fmla="*/ 192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6" name="Freeform 2686">
                <a:extLst>
                  <a:ext uri="{FF2B5EF4-FFF2-40B4-BE49-F238E27FC236}">
                    <a16:creationId xmlns:a16="http://schemas.microsoft.com/office/drawing/2014/main" id="{D4621AA7-000A-47C4-9797-93DCE0186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622"/>
                <a:ext cx="14" cy="18"/>
              </a:xfrm>
              <a:custGeom>
                <a:avLst/>
                <a:gdLst>
                  <a:gd name="T0" fmla="*/ 200 w 8"/>
                  <a:gd name="T1" fmla="*/ 128 h 9"/>
                  <a:gd name="T2" fmla="*/ 37 w 8"/>
                  <a:gd name="T3" fmla="*/ 128 h 9"/>
                  <a:gd name="T4" fmla="*/ 37 w 8"/>
                  <a:gd name="T5" fmla="*/ 512 h 9"/>
                  <a:gd name="T6" fmla="*/ 200 w 8"/>
                  <a:gd name="T7" fmla="*/ 512 h 9"/>
                  <a:gd name="T8" fmla="*/ 200 w 8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1" y="8"/>
                    </a:cubicBezTo>
                    <a:cubicBezTo>
                      <a:pt x="3" y="9"/>
                      <a:pt x="5" y="9"/>
                      <a:pt x="7" y="8"/>
                    </a:cubicBezTo>
                    <a:cubicBezTo>
                      <a:pt x="8" y="6"/>
                      <a:pt x="8" y="4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7" name="Freeform 2687">
                <a:extLst>
                  <a:ext uri="{FF2B5EF4-FFF2-40B4-BE49-F238E27FC236}">
                    <a16:creationId xmlns:a16="http://schemas.microsoft.com/office/drawing/2014/main" id="{87481D7F-87F9-4AB3-ADE7-A80BCC914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626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64 h 3"/>
                  <a:gd name="T4" fmla="*/ 64 w 3"/>
                  <a:gd name="T5" fmla="*/ 192 h 3"/>
                  <a:gd name="T6" fmla="*/ 192 w 3"/>
                  <a:gd name="T7" fmla="*/ 192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8" name="Freeform 2688">
                <a:extLst>
                  <a:ext uri="{FF2B5EF4-FFF2-40B4-BE49-F238E27FC236}">
                    <a16:creationId xmlns:a16="http://schemas.microsoft.com/office/drawing/2014/main" id="{CA858EED-2E98-46C7-B322-496C9D78C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640"/>
                <a:ext cx="16" cy="17"/>
              </a:xfrm>
              <a:custGeom>
                <a:avLst/>
                <a:gdLst>
                  <a:gd name="T0" fmla="*/ 208 w 9"/>
                  <a:gd name="T1" fmla="*/ 53 h 9"/>
                  <a:gd name="T2" fmla="*/ 37 w 9"/>
                  <a:gd name="T3" fmla="*/ 100 h 9"/>
                  <a:gd name="T4" fmla="*/ 66 w 9"/>
                  <a:gd name="T5" fmla="*/ 317 h 9"/>
                  <a:gd name="T6" fmla="*/ 208 w 9"/>
                  <a:gd name="T7" fmla="*/ 317 h 9"/>
                  <a:gd name="T8" fmla="*/ 208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4" y="9"/>
                      <a:pt x="6" y="8"/>
                      <a:pt x="7" y="7"/>
                    </a:cubicBezTo>
                    <a:cubicBezTo>
                      <a:pt x="9" y="5"/>
                      <a:pt x="9" y="2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9" name="Freeform 2689">
                <a:extLst>
                  <a:ext uri="{FF2B5EF4-FFF2-40B4-BE49-F238E27FC236}">
                    <a16:creationId xmlns:a16="http://schemas.microsoft.com/office/drawing/2014/main" id="{49FB999A-DA89-4E38-9B99-40CB69D7F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644"/>
                <a:ext cx="6" cy="5"/>
              </a:xfrm>
              <a:custGeom>
                <a:avLst/>
                <a:gdLst>
                  <a:gd name="T0" fmla="*/ 128 w 3"/>
                  <a:gd name="T1" fmla="*/ 0 h 3"/>
                  <a:gd name="T2" fmla="*/ 0 w 3"/>
                  <a:gd name="T3" fmla="*/ 0 h 3"/>
                  <a:gd name="T4" fmla="*/ 0 w 3"/>
                  <a:gd name="T5" fmla="*/ 37 h 3"/>
                  <a:gd name="T6" fmla="*/ 128 w 3"/>
                  <a:gd name="T7" fmla="*/ 37 h 3"/>
                  <a:gd name="T8" fmla="*/ 1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0" name="Freeform 2690">
                <a:extLst>
                  <a:ext uri="{FF2B5EF4-FFF2-40B4-BE49-F238E27FC236}">
                    <a16:creationId xmlns:a16="http://schemas.microsoft.com/office/drawing/2014/main" id="{EB57641A-77C0-425B-BA61-5DF3D2785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655"/>
                <a:ext cx="16" cy="18"/>
              </a:xfrm>
              <a:custGeom>
                <a:avLst/>
                <a:gdLst>
                  <a:gd name="T0" fmla="*/ 208 w 9"/>
                  <a:gd name="T1" fmla="*/ 64 h 9"/>
                  <a:gd name="T2" fmla="*/ 37 w 9"/>
                  <a:gd name="T3" fmla="*/ 128 h 9"/>
                  <a:gd name="T4" fmla="*/ 66 w 9"/>
                  <a:gd name="T5" fmla="*/ 512 h 9"/>
                  <a:gd name="T6" fmla="*/ 208 w 9"/>
                  <a:gd name="T7" fmla="*/ 448 h 9"/>
                  <a:gd name="T8" fmla="*/ 208 w 9"/>
                  <a:gd name="T9" fmla="*/ 6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3" y="9"/>
                      <a:pt x="6" y="9"/>
                      <a:pt x="7" y="7"/>
                    </a:cubicBezTo>
                    <a:cubicBezTo>
                      <a:pt x="9" y="5"/>
                      <a:pt x="8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1" name="Freeform 2691">
                <a:extLst>
                  <a:ext uri="{FF2B5EF4-FFF2-40B4-BE49-F238E27FC236}">
                    <a16:creationId xmlns:a16="http://schemas.microsoft.com/office/drawing/2014/main" id="{14C8B5B8-9128-4B1D-90C0-9203C7866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659"/>
                <a:ext cx="7" cy="6"/>
              </a:xfrm>
              <a:custGeom>
                <a:avLst/>
                <a:gdLst>
                  <a:gd name="T0" fmla="*/ 86 w 4"/>
                  <a:gd name="T1" fmla="*/ 0 h 3"/>
                  <a:gd name="T2" fmla="*/ 37 w 4"/>
                  <a:gd name="T3" fmla="*/ 64 h 3"/>
                  <a:gd name="T4" fmla="*/ 37 w 4"/>
                  <a:gd name="T5" fmla="*/ 128 h 3"/>
                  <a:gd name="T6" fmla="*/ 86 w 4"/>
                  <a:gd name="T7" fmla="*/ 128 h 3"/>
                  <a:gd name="T8" fmla="*/ 86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4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2" name="Freeform 2692">
                <a:extLst>
                  <a:ext uri="{FF2B5EF4-FFF2-40B4-BE49-F238E27FC236}">
                    <a16:creationId xmlns:a16="http://schemas.microsoft.com/office/drawing/2014/main" id="{3F755A73-D810-411F-B2D6-877C8AED1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71"/>
                <a:ext cx="16" cy="17"/>
              </a:xfrm>
              <a:custGeom>
                <a:avLst/>
                <a:gdLst>
                  <a:gd name="T0" fmla="*/ 208 w 9"/>
                  <a:gd name="T1" fmla="*/ 53 h 9"/>
                  <a:gd name="T2" fmla="*/ 37 w 9"/>
                  <a:gd name="T3" fmla="*/ 100 h 9"/>
                  <a:gd name="T4" fmla="*/ 66 w 9"/>
                  <a:gd name="T5" fmla="*/ 357 h 9"/>
                  <a:gd name="T6" fmla="*/ 247 w 9"/>
                  <a:gd name="T7" fmla="*/ 317 h 9"/>
                  <a:gd name="T8" fmla="*/ 208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4" y="9"/>
                      <a:pt x="6" y="9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3" name="Freeform 2693">
                <a:extLst>
                  <a:ext uri="{FF2B5EF4-FFF2-40B4-BE49-F238E27FC236}">
                    <a16:creationId xmlns:a16="http://schemas.microsoft.com/office/drawing/2014/main" id="{92ACD89A-00E5-46ED-B57C-D48A6C6DC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674"/>
                <a:ext cx="5" cy="6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64 h 3"/>
                  <a:gd name="T4" fmla="*/ 0 w 3"/>
                  <a:gd name="T5" fmla="*/ 128 h 3"/>
                  <a:gd name="T6" fmla="*/ 37 w 3"/>
                  <a:gd name="T7" fmla="*/ 128 h 3"/>
                  <a:gd name="T8" fmla="*/ 3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4" name="Freeform 2694">
                <a:extLst>
                  <a:ext uri="{FF2B5EF4-FFF2-40B4-BE49-F238E27FC236}">
                    <a16:creationId xmlns:a16="http://schemas.microsoft.com/office/drawing/2014/main" id="{6A05EFF8-6718-4FE1-82D7-EE4C76A40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86"/>
                <a:ext cx="16" cy="17"/>
              </a:xfrm>
              <a:custGeom>
                <a:avLst/>
                <a:gdLst>
                  <a:gd name="T0" fmla="*/ 208 w 9"/>
                  <a:gd name="T1" fmla="*/ 53 h 9"/>
                  <a:gd name="T2" fmla="*/ 37 w 9"/>
                  <a:gd name="T3" fmla="*/ 100 h 9"/>
                  <a:gd name="T4" fmla="*/ 66 w 9"/>
                  <a:gd name="T5" fmla="*/ 357 h 9"/>
                  <a:gd name="T6" fmla="*/ 208 w 9"/>
                  <a:gd name="T7" fmla="*/ 317 h 9"/>
                  <a:gd name="T8" fmla="*/ 208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3" y="9"/>
                      <a:pt x="6" y="9"/>
                      <a:pt x="7" y="7"/>
                    </a:cubicBezTo>
                    <a:cubicBezTo>
                      <a:pt x="9" y="5"/>
                      <a:pt x="8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5" name="Freeform 2695">
                <a:extLst>
                  <a:ext uri="{FF2B5EF4-FFF2-40B4-BE49-F238E27FC236}">
                    <a16:creationId xmlns:a16="http://schemas.microsoft.com/office/drawing/2014/main" id="{A8D79B8D-6FB1-4488-8FD9-513E3511E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690"/>
                <a:ext cx="5" cy="6"/>
              </a:xfrm>
              <a:custGeom>
                <a:avLst/>
                <a:gdLst>
                  <a:gd name="T0" fmla="*/ 37 w 3"/>
                  <a:gd name="T1" fmla="*/ 64 h 3"/>
                  <a:gd name="T2" fmla="*/ 0 w 3"/>
                  <a:gd name="T3" fmla="*/ 64 h 3"/>
                  <a:gd name="T4" fmla="*/ 0 w 3"/>
                  <a:gd name="T5" fmla="*/ 192 h 3"/>
                  <a:gd name="T6" fmla="*/ 37 w 3"/>
                  <a:gd name="T7" fmla="*/ 128 h 3"/>
                  <a:gd name="T8" fmla="*/ 37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6" name="Freeform 2696">
                <a:extLst>
                  <a:ext uri="{FF2B5EF4-FFF2-40B4-BE49-F238E27FC236}">
                    <a16:creationId xmlns:a16="http://schemas.microsoft.com/office/drawing/2014/main" id="{A2917CA6-EC0F-4B17-B478-2B393B434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701"/>
                <a:ext cx="17" cy="18"/>
              </a:xfrm>
              <a:custGeom>
                <a:avLst/>
                <a:gdLst>
                  <a:gd name="T0" fmla="*/ 317 w 9"/>
                  <a:gd name="T1" fmla="*/ 128 h 9"/>
                  <a:gd name="T2" fmla="*/ 53 w 9"/>
                  <a:gd name="T3" fmla="*/ 128 h 9"/>
                  <a:gd name="T4" fmla="*/ 100 w 9"/>
                  <a:gd name="T5" fmla="*/ 512 h 9"/>
                  <a:gd name="T6" fmla="*/ 357 w 9"/>
                  <a:gd name="T7" fmla="*/ 448 h 9"/>
                  <a:gd name="T8" fmla="*/ 317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5" y="0"/>
                      <a:pt x="3" y="1"/>
                      <a:pt x="1" y="2"/>
                    </a:cubicBezTo>
                    <a:cubicBezTo>
                      <a:pt x="0" y="4"/>
                      <a:pt x="0" y="7"/>
                      <a:pt x="2" y="8"/>
                    </a:cubicBezTo>
                    <a:cubicBezTo>
                      <a:pt x="4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7" name="Freeform 2697">
                <a:extLst>
                  <a:ext uri="{FF2B5EF4-FFF2-40B4-BE49-F238E27FC236}">
                    <a16:creationId xmlns:a16="http://schemas.microsoft.com/office/drawing/2014/main" id="{C3E57C41-6354-4550-9746-9A058C0EC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05"/>
                <a:ext cx="5" cy="6"/>
              </a:xfrm>
              <a:custGeom>
                <a:avLst/>
                <a:gdLst>
                  <a:gd name="T0" fmla="*/ 37 w 3"/>
                  <a:gd name="T1" fmla="*/ 64 h 3"/>
                  <a:gd name="T2" fmla="*/ 0 w 3"/>
                  <a:gd name="T3" fmla="*/ 64 h 3"/>
                  <a:gd name="T4" fmla="*/ 22 w 3"/>
                  <a:gd name="T5" fmla="*/ 192 h 3"/>
                  <a:gd name="T6" fmla="*/ 37 w 3"/>
                  <a:gd name="T7" fmla="*/ 192 h 3"/>
                  <a:gd name="T8" fmla="*/ 37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8" name="Freeform 2698">
                <a:extLst>
                  <a:ext uri="{FF2B5EF4-FFF2-40B4-BE49-F238E27FC236}">
                    <a16:creationId xmlns:a16="http://schemas.microsoft.com/office/drawing/2014/main" id="{3D32CE8E-B493-42E4-A9E4-1E837EF09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719"/>
                <a:ext cx="17" cy="17"/>
              </a:xfrm>
              <a:custGeom>
                <a:avLst/>
                <a:gdLst>
                  <a:gd name="T0" fmla="*/ 317 w 9"/>
                  <a:gd name="T1" fmla="*/ 53 h 9"/>
                  <a:gd name="T2" fmla="*/ 53 w 9"/>
                  <a:gd name="T3" fmla="*/ 100 h 9"/>
                  <a:gd name="T4" fmla="*/ 100 w 9"/>
                  <a:gd name="T5" fmla="*/ 357 h 9"/>
                  <a:gd name="T6" fmla="*/ 357 w 9"/>
                  <a:gd name="T7" fmla="*/ 317 h 9"/>
                  <a:gd name="T8" fmla="*/ 317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4" y="9"/>
                      <a:pt x="7" y="9"/>
                      <a:pt x="8" y="7"/>
                    </a:cubicBezTo>
                    <a:cubicBezTo>
                      <a:pt x="9" y="5"/>
                      <a:pt x="9" y="2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9" name="Freeform 2699">
                <a:extLst>
                  <a:ext uri="{FF2B5EF4-FFF2-40B4-BE49-F238E27FC236}">
                    <a16:creationId xmlns:a16="http://schemas.microsoft.com/office/drawing/2014/main" id="{FCDC06FC-8AEE-4EFC-83CE-9B215BC23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23"/>
                <a:ext cx="5" cy="5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0 h 3"/>
                  <a:gd name="T4" fmla="*/ 22 w 3"/>
                  <a:gd name="T5" fmla="*/ 37 h 3"/>
                  <a:gd name="T6" fmla="*/ 62 w 3"/>
                  <a:gd name="T7" fmla="*/ 37 h 3"/>
                  <a:gd name="T8" fmla="*/ 3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0" name="Freeform 2700">
                <a:extLst>
                  <a:ext uri="{FF2B5EF4-FFF2-40B4-BE49-F238E27FC236}">
                    <a16:creationId xmlns:a16="http://schemas.microsoft.com/office/drawing/2014/main" id="{11F31C68-74C7-4C41-8D64-9AFC769A3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734"/>
                <a:ext cx="17" cy="18"/>
              </a:xfrm>
              <a:custGeom>
                <a:avLst/>
                <a:gdLst>
                  <a:gd name="T0" fmla="*/ 317 w 9"/>
                  <a:gd name="T1" fmla="*/ 64 h 9"/>
                  <a:gd name="T2" fmla="*/ 53 w 9"/>
                  <a:gd name="T3" fmla="*/ 128 h 9"/>
                  <a:gd name="T4" fmla="*/ 100 w 9"/>
                  <a:gd name="T5" fmla="*/ 512 h 9"/>
                  <a:gd name="T6" fmla="*/ 357 w 9"/>
                  <a:gd name="T7" fmla="*/ 448 h 9"/>
                  <a:gd name="T8" fmla="*/ 317 w 9"/>
                  <a:gd name="T9" fmla="*/ 6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4" y="9"/>
                      <a:pt x="6" y="9"/>
                      <a:pt x="8" y="7"/>
                    </a:cubicBezTo>
                    <a:cubicBezTo>
                      <a:pt x="9" y="5"/>
                      <a:pt x="8" y="2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1" name="Freeform 2701">
                <a:extLst>
                  <a:ext uri="{FF2B5EF4-FFF2-40B4-BE49-F238E27FC236}">
                    <a16:creationId xmlns:a16="http://schemas.microsoft.com/office/drawing/2014/main" id="{DB39AAFE-D6DB-440B-964E-C91DFBC02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38"/>
                <a:ext cx="5" cy="6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64 h 3"/>
                  <a:gd name="T4" fmla="*/ 0 w 3"/>
                  <a:gd name="T5" fmla="*/ 192 h 3"/>
                  <a:gd name="T6" fmla="*/ 37 w 3"/>
                  <a:gd name="T7" fmla="*/ 128 h 3"/>
                  <a:gd name="T8" fmla="*/ 3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2" name="Freeform 2702">
                <a:extLst>
                  <a:ext uri="{FF2B5EF4-FFF2-40B4-BE49-F238E27FC236}">
                    <a16:creationId xmlns:a16="http://schemas.microsoft.com/office/drawing/2014/main" id="{9597EC18-EDA1-4050-A183-6457B8521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435"/>
                <a:ext cx="16" cy="17"/>
              </a:xfrm>
              <a:custGeom>
                <a:avLst/>
                <a:gdLst>
                  <a:gd name="T0" fmla="*/ 208 w 9"/>
                  <a:gd name="T1" fmla="*/ 100 h 9"/>
                  <a:gd name="T2" fmla="*/ 66 w 9"/>
                  <a:gd name="T3" fmla="*/ 53 h 9"/>
                  <a:gd name="T4" fmla="*/ 37 w 9"/>
                  <a:gd name="T5" fmla="*/ 272 h 9"/>
                  <a:gd name="T6" fmla="*/ 203 w 9"/>
                  <a:gd name="T7" fmla="*/ 317 h 9"/>
                  <a:gd name="T8" fmla="*/ 208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6"/>
                    </a:cubicBezTo>
                    <a:cubicBezTo>
                      <a:pt x="2" y="8"/>
                      <a:pt x="5" y="9"/>
                      <a:pt x="6" y="7"/>
                    </a:cubicBezTo>
                    <a:cubicBezTo>
                      <a:pt x="8" y="6"/>
                      <a:pt x="9" y="4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3" name="Freeform 2703">
                <a:extLst>
                  <a:ext uri="{FF2B5EF4-FFF2-40B4-BE49-F238E27FC236}">
                    <a16:creationId xmlns:a16="http://schemas.microsoft.com/office/drawing/2014/main" id="{BC9623E5-C486-4629-8D02-BB3051603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439"/>
                <a:ext cx="6" cy="6"/>
              </a:xfrm>
              <a:custGeom>
                <a:avLst/>
                <a:gdLst>
                  <a:gd name="T0" fmla="*/ 128 w 3"/>
                  <a:gd name="T1" fmla="*/ 0 h 3"/>
                  <a:gd name="T2" fmla="*/ 0 w 3"/>
                  <a:gd name="T3" fmla="*/ 0 h 3"/>
                  <a:gd name="T4" fmla="*/ 0 w 3"/>
                  <a:gd name="T5" fmla="*/ 128 h 3"/>
                  <a:gd name="T6" fmla="*/ 128 w 3"/>
                  <a:gd name="T7" fmla="*/ 128 h 3"/>
                  <a:gd name="T8" fmla="*/ 1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4" name="Freeform 2704">
                <a:extLst>
                  <a:ext uri="{FF2B5EF4-FFF2-40B4-BE49-F238E27FC236}">
                    <a16:creationId xmlns:a16="http://schemas.microsoft.com/office/drawing/2014/main" id="{54BE1FA4-1215-442E-8871-A06D9CA77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451"/>
                <a:ext cx="16" cy="17"/>
              </a:xfrm>
              <a:custGeom>
                <a:avLst/>
                <a:gdLst>
                  <a:gd name="T0" fmla="*/ 208 w 9"/>
                  <a:gd name="T1" fmla="*/ 100 h 9"/>
                  <a:gd name="T2" fmla="*/ 66 w 9"/>
                  <a:gd name="T3" fmla="*/ 53 h 9"/>
                  <a:gd name="T4" fmla="*/ 37 w 9"/>
                  <a:gd name="T5" fmla="*/ 272 h 9"/>
                  <a:gd name="T6" fmla="*/ 208 w 9"/>
                  <a:gd name="T7" fmla="*/ 317 h 9"/>
                  <a:gd name="T8" fmla="*/ 208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6"/>
                    </a:cubicBezTo>
                    <a:cubicBezTo>
                      <a:pt x="2" y="8"/>
                      <a:pt x="5" y="9"/>
                      <a:pt x="7" y="7"/>
                    </a:cubicBezTo>
                    <a:cubicBezTo>
                      <a:pt x="8" y="6"/>
                      <a:pt x="9" y="4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5" name="Freeform 2705">
                <a:extLst>
                  <a:ext uri="{FF2B5EF4-FFF2-40B4-BE49-F238E27FC236}">
                    <a16:creationId xmlns:a16="http://schemas.microsoft.com/office/drawing/2014/main" id="{51C39B81-A11C-40CE-8A2E-4CC5E4CD6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452"/>
                <a:ext cx="5" cy="8"/>
              </a:xfrm>
              <a:custGeom>
                <a:avLst/>
                <a:gdLst>
                  <a:gd name="T0" fmla="*/ 37 w 3"/>
                  <a:gd name="T1" fmla="*/ 64 h 4"/>
                  <a:gd name="T2" fmla="*/ 22 w 3"/>
                  <a:gd name="T3" fmla="*/ 64 h 4"/>
                  <a:gd name="T4" fmla="*/ 0 w 3"/>
                  <a:gd name="T5" fmla="*/ 192 h 4"/>
                  <a:gd name="T6" fmla="*/ 37 w 3"/>
                  <a:gd name="T7" fmla="*/ 192 h 4"/>
                  <a:gd name="T8" fmla="*/ 37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3"/>
                    </a:cubicBezTo>
                    <a:cubicBezTo>
                      <a:pt x="3" y="3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6" name="Freeform 2706">
                <a:extLst>
                  <a:ext uri="{FF2B5EF4-FFF2-40B4-BE49-F238E27FC236}">
                    <a16:creationId xmlns:a16="http://schemas.microsoft.com/office/drawing/2014/main" id="{EBAADFF0-7A0C-4DB9-B073-F23DC9676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466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53 h 9"/>
                  <a:gd name="T4" fmla="*/ 37 w 9"/>
                  <a:gd name="T5" fmla="*/ 272 h 9"/>
                  <a:gd name="T6" fmla="*/ 208 w 9"/>
                  <a:gd name="T7" fmla="*/ 31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6"/>
                    </a:cubicBezTo>
                    <a:cubicBezTo>
                      <a:pt x="3" y="8"/>
                      <a:pt x="5" y="9"/>
                      <a:pt x="7" y="7"/>
                    </a:cubicBezTo>
                    <a:cubicBezTo>
                      <a:pt x="9" y="6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7" name="Freeform 2707">
                <a:extLst>
                  <a:ext uri="{FF2B5EF4-FFF2-40B4-BE49-F238E27FC236}">
                    <a16:creationId xmlns:a16="http://schemas.microsoft.com/office/drawing/2014/main" id="{E952CFE0-57D2-4839-92E3-FAE82002E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470"/>
                <a:ext cx="5" cy="6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0 h 3"/>
                  <a:gd name="T4" fmla="*/ 22 w 3"/>
                  <a:gd name="T5" fmla="*/ 128 h 3"/>
                  <a:gd name="T6" fmla="*/ 62 w 3"/>
                  <a:gd name="T7" fmla="*/ 128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1" y="2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8" name="Freeform 2708">
                <a:extLst>
                  <a:ext uri="{FF2B5EF4-FFF2-40B4-BE49-F238E27FC236}">
                    <a16:creationId xmlns:a16="http://schemas.microsoft.com/office/drawing/2014/main" id="{15055185-974D-44EE-966F-B284C23D0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481"/>
                <a:ext cx="16" cy="18"/>
              </a:xfrm>
              <a:custGeom>
                <a:avLst/>
                <a:gdLst>
                  <a:gd name="T0" fmla="*/ 247 w 9"/>
                  <a:gd name="T1" fmla="*/ 128 h 9"/>
                  <a:gd name="T2" fmla="*/ 66 w 9"/>
                  <a:gd name="T3" fmla="*/ 64 h 9"/>
                  <a:gd name="T4" fmla="*/ 37 w 9"/>
                  <a:gd name="T5" fmla="*/ 448 h 9"/>
                  <a:gd name="T6" fmla="*/ 208 w 9"/>
                  <a:gd name="T7" fmla="*/ 512 h 9"/>
                  <a:gd name="T8" fmla="*/ 247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ubicBezTo>
                      <a:pt x="3" y="8"/>
                      <a:pt x="5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9" name="Freeform 2709">
                <a:extLst>
                  <a:ext uri="{FF2B5EF4-FFF2-40B4-BE49-F238E27FC236}">
                    <a16:creationId xmlns:a16="http://schemas.microsoft.com/office/drawing/2014/main" id="{F5A70730-29CB-4B0E-AE3C-BF73343C4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485"/>
                <a:ext cx="6" cy="6"/>
              </a:xfrm>
              <a:custGeom>
                <a:avLst/>
                <a:gdLst>
                  <a:gd name="T0" fmla="*/ 192 w 3"/>
                  <a:gd name="T1" fmla="*/ 0 h 3"/>
                  <a:gd name="T2" fmla="*/ 64 w 3"/>
                  <a:gd name="T3" fmla="*/ 0 h 3"/>
                  <a:gd name="T4" fmla="*/ 64 w 3"/>
                  <a:gd name="T5" fmla="*/ 128 h 3"/>
                  <a:gd name="T6" fmla="*/ 192 w 3"/>
                  <a:gd name="T7" fmla="*/ 128 h 3"/>
                  <a:gd name="T8" fmla="*/ 19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0" name="Freeform 2710">
                <a:extLst>
                  <a:ext uri="{FF2B5EF4-FFF2-40B4-BE49-F238E27FC236}">
                    <a16:creationId xmlns:a16="http://schemas.microsoft.com/office/drawing/2014/main" id="{47912EA8-2AC3-424B-B09F-1518B4878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497"/>
                <a:ext cx="16" cy="17"/>
              </a:xfrm>
              <a:custGeom>
                <a:avLst/>
                <a:gdLst>
                  <a:gd name="T0" fmla="*/ 208 w 9"/>
                  <a:gd name="T1" fmla="*/ 100 h 9"/>
                  <a:gd name="T2" fmla="*/ 66 w 9"/>
                  <a:gd name="T3" fmla="*/ 100 h 9"/>
                  <a:gd name="T4" fmla="*/ 66 w 9"/>
                  <a:gd name="T5" fmla="*/ 317 h 9"/>
                  <a:gd name="T6" fmla="*/ 208 w 9"/>
                  <a:gd name="T7" fmla="*/ 317 h 9"/>
                  <a:gd name="T8" fmla="*/ 208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0"/>
                      <a:pt x="3" y="0"/>
                      <a:pt x="2" y="2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1" name="Freeform 2711">
                <a:extLst>
                  <a:ext uri="{FF2B5EF4-FFF2-40B4-BE49-F238E27FC236}">
                    <a16:creationId xmlns:a16="http://schemas.microsoft.com/office/drawing/2014/main" id="{4A9ACA47-4384-4C3A-AA93-301A32C6A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501"/>
                <a:ext cx="5" cy="6"/>
              </a:xfrm>
              <a:custGeom>
                <a:avLst/>
                <a:gdLst>
                  <a:gd name="T0" fmla="*/ 37 w 3"/>
                  <a:gd name="T1" fmla="*/ 64 h 3"/>
                  <a:gd name="T2" fmla="*/ 0 w 3"/>
                  <a:gd name="T3" fmla="*/ 0 h 3"/>
                  <a:gd name="T4" fmla="*/ 0 w 3"/>
                  <a:gd name="T5" fmla="*/ 128 h 3"/>
                  <a:gd name="T6" fmla="*/ 37 w 3"/>
                  <a:gd name="T7" fmla="*/ 128 h 3"/>
                  <a:gd name="T8" fmla="*/ 37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2" name="Freeform 2712">
                <a:extLst>
                  <a:ext uri="{FF2B5EF4-FFF2-40B4-BE49-F238E27FC236}">
                    <a16:creationId xmlns:a16="http://schemas.microsoft.com/office/drawing/2014/main" id="{A7315C7C-2B61-4BE3-A046-A18E08F03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512"/>
                <a:ext cx="17" cy="18"/>
              </a:xfrm>
              <a:custGeom>
                <a:avLst/>
                <a:gdLst>
                  <a:gd name="T0" fmla="*/ 357 w 9"/>
                  <a:gd name="T1" fmla="*/ 128 h 9"/>
                  <a:gd name="T2" fmla="*/ 100 w 9"/>
                  <a:gd name="T3" fmla="*/ 128 h 9"/>
                  <a:gd name="T4" fmla="*/ 100 w 9"/>
                  <a:gd name="T5" fmla="*/ 448 h 9"/>
                  <a:gd name="T6" fmla="*/ 357 w 9"/>
                  <a:gd name="T7" fmla="*/ 448 h 9"/>
                  <a:gd name="T8" fmla="*/ 357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4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3" name="Freeform 2713">
                <a:extLst>
                  <a:ext uri="{FF2B5EF4-FFF2-40B4-BE49-F238E27FC236}">
                    <a16:creationId xmlns:a16="http://schemas.microsoft.com/office/drawing/2014/main" id="{B230CE28-732D-4863-A185-88B540049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516"/>
                <a:ext cx="5" cy="6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0 h 3"/>
                  <a:gd name="T4" fmla="*/ 22 w 3"/>
                  <a:gd name="T5" fmla="*/ 128 h 3"/>
                  <a:gd name="T6" fmla="*/ 62 w 3"/>
                  <a:gd name="T7" fmla="*/ 128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4" name="Freeform 2714">
                <a:extLst>
                  <a:ext uri="{FF2B5EF4-FFF2-40B4-BE49-F238E27FC236}">
                    <a16:creationId xmlns:a16="http://schemas.microsoft.com/office/drawing/2014/main" id="{59E29011-524F-4A36-9F28-D5E0E95DB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528"/>
                <a:ext cx="16" cy="17"/>
              </a:xfrm>
              <a:custGeom>
                <a:avLst/>
                <a:gdLst>
                  <a:gd name="T0" fmla="*/ 247 w 9"/>
                  <a:gd name="T1" fmla="*/ 100 h 9"/>
                  <a:gd name="T2" fmla="*/ 66 w 9"/>
                  <a:gd name="T3" fmla="*/ 100 h 9"/>
                  <a:gd name="T4" fmla="*/ 66 w 9"/>
                  <a:gd name="T5" fmla="*/ 317 h 9"/>
                  <a:gd name="T6" fmla="*/ 247 w 9"/>
                  <a:gd name="T7" fmla="*/ 357 h 9"/>
                  <a:gd name="T8" fmla="*/ 24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2"/>
                    </a:moveTo>
                    <a:cubicBezTo>
                      <a:pt x="6" y="0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3" y="9"/>
                      <a:pt x="6" y="9"/>
                      <a:pt x="8" y="8"/>
                    </a:cubicBezTo>
                    <a:cubicBezTo>
                      <a:pt x="9" y="6"/>
                      <a:pt x="9" y="3"/>
                      <a:pt x="8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5" name="Freeform 2715">
                <a:extLst>
                  <a:ext uri="{FF2B5EF4-FFF2-40B4-BE49-F238E27FC236}">
                    <a16:creationId xmlns:a16="http://schemas.microsoft.com/office/drawing/2014/main" id="{442F553E-7A3F-42D7-9638-43FF5DFBF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532"/>
                <a:ext cx="6" cy="5"/>
              </a:xfrm>
              <a:custGeom>
                <a:avLst/>
                <a:gdLst>
                  <a:gd name="T0" fmla="*/ 192 w 3"/>
                  <a:gd name="T1" fmla="*/ 22 h 3"/>
                  <a:gd name="T2" fmla="*/ 64 w 3"/>
                  <a:gd name="T3" fmla="*/ 22 h 3"/>
                  <a:gd name="T4" fmla="*/ 64 w 3"/>
                  <a:gd name="T5" fmla="*/ 62 h 3"/>
                  <a:gd name="T6" fmla="*/ 192 w 3"/>
                  <a:gd name="T7" fmla="*/ 62 h 3"/>
                  <a:gd name="T8" fmla="*/ 19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6" name="Freeform 2716">
                <a:extLst>
                  <a:ext uri="{FF2B5EF4-FFF2-40B4-BE49-F238E27FC236}">
                    <a16:creationId xmlns:a16="http://schemas.microsoft.com/office/drawing/2014/main" id="{324E1F52-9068-45AC-A147-9A9352982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543"/>
                <a:ext cx="16" cy="18"/>
              </a:xfrm>
              <a:custGeom>
                <a:avLst/>
                <a:gdLst>
                  <a:gd name="T0" fmla="*/ 208 w 9"/>
                  <a:gd name="T1" fmla="*/ 128 h 9"/>
                  <a:gd name="T2" fmla="*/ 37 w 9"/>
                  <a:gd name="T3" fmla="*/ 128 h 9"/>
                  <a:gd name="T4" fmla="*/ 37 w 9"/>
                  <a:gd name="T5" fmla="*/ 512 h 9"/>
                  <a:gd name="T6" fmla="*/ 208 w 9"/>
                  <a:gd name="T7" fmla="*/ 512 h 9"/>
                  <a:gd name="T8" fmla="*/ 208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7" name="Freeform 2717">
                <a:extLst>
                  <a:ext uri="{FF2B5EF4-FFF2-40B4-BE49-F238E27FC236}">
                    <a16:creationId xmlns:a16="http://schemas.microsoft.com/office/drawing/2014/main" id="{28FD235C-28C1-4785-9065-978C2DE1D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547"/>
                <a:ext cx="6" cy="6"/>
              </a:xfrm>
              <a:custGeom>
                <a:avLst/>
                <a:gdLst>
                  <a:gd name="T0" fmla="*/ 128 w 3"/>
                  <a:gd name="T1" fmla="*/ 64 h 3"/>
                  <a:gd name="T2" fmla="*/ 0 w 3"/>
                  <a:gd name="T3" fmla="*/ 64 h 3"/>
                  <a:gd name="T4" fmla="*/ 0 w 3"/>
                  <a:gd name="T5" fmla="*/ 192 h 3"/>
                  <a:gd name="T6" fmla="*/ 128 w 3"/>
                  <a:gd name="T7" fmla="*/ 192 h 3"/>
                  <a:gd name="T8" fmla="*/ 128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8" name="Freeform 2718">
                <a:extLst>
                  <a:ext uri="{FF2B5EF4-FFF2-40B4-BE49-F238E27FC236}">
                    <a16:creationId xmlns:a16="http://schemas.microsoft.com/office/drawing/2014/main" id="{E3C25423-C316-4F6F-836F-4FB9EB3A8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561"/>
                <a:ext cx="16" cy="15"/>
              </a:xfrm>
              <a:custGeom>
                <a:avLst/>
                <a:gdLst>
                  <a:gd name="T0" fmla="*/ 208 w 9"/>
                  <a:gd name="T1" fmla="*/ 53 h 8"/>
                  <a:gd name="T2" fmla="*/ 37 w 9"/>
                  <a:gd name="T3" fmla="*/ 53 h 8"/>
                  <a:gd name="T4" fmla="*/ 37 w 9"/>
                  <a:gd name="T5" fmla="*/ 296 h 8"/>
                  <a:gd name="T6" fmla="*/ 208 w 9"/>
                  <a:gd name="T7" fmla="*/ 296 h 8"/>
                  <a:gd name="T8" fmla="*/ 208 w 9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7" y="1"/>
                    </a:moveTo>
                    <a:cubicBezTo>
                      <a:pt x="6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3" y="8"/>
                      <a:pt x="5" y="8"/>
                      <a:pt x="7" y="7"/>
                    </a:cubicBezTo>
                    <a:cubicBezTo>
                      <a:pt x="9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9" name="Freeform 2719">
                <a:extLst>
                  <a:ext uri="{FF2B5EF4-FFF2-40B4-BE49-F238E27FC236}">
                    <a16:creationId xmlns:a16="http://schemas.microsoft.com/office/drawing/2014/main" id="{146840B8-1FE1-4F5C-B25B-C3A77AC68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562"/>
                <a:ext cx="6" cy="6"/>
              </a:xfrm>
              <a:custGeom>
                <a:avLst/>
                <a:gdLst>
                  <a:gd name="T0" fmla="*/ 128 w 3"/>
                  <a:gd name="T1" fmla="*/ 64 h 3"/>
                  <a:gd name="T2" fmla="*/ 0 w 3"/>
                  <a:gd name="T3" fmla="*/ 64 h 3"/>
                  <a:gd name="T4" fmla="*/ 0 w 3"/>
                  <a:gd name="T5" fmla="*/ 192 h 3"/>
                  <a:gd name="T6" fmla="*/ 128 w 3"/>
                  <a:gd name="T7" fmla="*/ 192 h 3"/>
                  <a:gd name="T8" fmla="*/ 128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0" name="Freeform 2720">
                <a:extLst>
                  <a:ext uri="{FF2B5EF4-FFF2-40B4-BE49-F238E27FC236}">
                    <a16:creationId xmlns:a16="http://schemas.microsoft.com/office/drawing/2014/main" id="{406DF420-036B-4C7C-8EED-D4276205E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576"/>
                <a:ext cx="17" cy="17"/>
              </a:xfrm>
              <a:custGeom>
                <a:avLst/>
                <a:gdLst>
                  <a:gd name="T0" fmla="*/ 317 w 9"/>
                  <a:gd name="T1" fmla="*/ 53 h 9"/>
                  <a:gd name="T2" fmla="*/ 100 w 9"/>
                  <a:gd name="T3" fmla="*/ 53 h 9"/>
                  <a:gd name="T4" fmla="*/ 53 w 9"/>
                  <a:gd name="T5" fmla="*/ 317 h 9"/>
                  <a:gd name="T6" fmla="*/ 317 w 9"/>
                  <a:gd name="T7" fmla="*/ 317 h 9"/>
                  <a:gd name="T8" fmla="*/ 317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3" y="8"/>
                      <a:pt x="5" y="9"/>
                      <a:pt x="7" y="7"/>
                    </a:cubicBezTo>
                    <a:cubicBezTo>
                      <a:pt x="9" y="6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1" name="Freeform 2721">
                <a:extLst>
                  <a:ext uri="{FF2B5EF4-FFF2-40B4-BE49-F238E27FC236}">
                    <a16:creationId xmlns:a16="http://schemas.microsoft.com/office/drawing/2014/main" id="{32063117-278C-4ED1-B0D9-0D787001A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580"/>
                <a:ext cx="5" cy="6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0 h 3"/>
                  <a:gd name="T4" fmla="*/ 0 w 3"/>
                  <a:gd name="T5" fmla="*/ 128 h 3"/>
                  <a:gd name="T6" fmla="*/ 37 w 3"/>
                  <a:gd name="T7" fmla="*/ 128 h 3"/>
                  <a:gd name="T8" fmla="*/ 3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2" name="Freeform 2722">
                <a:extLst>
                  <a:ext uri="{FF2B5EF4-FFF2-40B4-BE49-F238E27FC236}">
                    <a16:creationId xmlns:a16="http://schemas.microsoft.com/office/drawing/2014/main" id="{24917391-112A-4A6A-AC2A-7D44B18EA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591"/>
                <a:ext cx="16" cy="18"/>
              </a:xfrm>
              <a:custGeom>
                <a:avLst/>
                <a:gdLst>
                  <a:gd name="T0" fmla="*/ 208 w 9"/>
                  <a:gd name="T1" fmla="*/ 128 h 9"/>
                  <a:gd name="T2" fmla="*/ 66 w 9"/>
                  <a:gd name="T3" fmla="*/ 64 h 9"/>
                  <a:gd name="T4" fmla="*/ 66 w 9"/>
                  <a:gd name="T5" fmla="*/ 448 h 9"/>
                  <a:gd name="T6" fmla="*/ 208 w 9"/>
                  <a:gd name="T7" fmla="*/ 448 h 9"/>
                  <a:gd name="T8" fmla="*/ 208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3" name="Freeform 2723">
                <a:extLst>
                  <a:ext uri="{FF2B5EF4-FFF2-40B4-BE49-F238E27FC236}">
                    <a16:creationId xmlns:a16="http://schemas.microsoft.com/office/drawing/2014/main" id="{3FEBFBD8-C36B-4D11-9737-07027EC34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595"/>
                <a:ext cx="5" cy="6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0 h 3"/>
                  <a:gd name="T4" fmla="*/ 22 w 3"/>
                  <a:gd name="T5" fmla="*/ 128 h 3"/>
                  <a:gd name="T6" fmla="*/ 37 w 3"/>
                  <a:gd name="T7" fmla="*/ 128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4" name="Freeform 2724">
                <a:extLst>
                  <a:ext uri="{FF2B5EF4-FFF2-40B4-BE49-F238E27FC236}">
                    <a16:creationId xmlns:a16="http://schemas.microsoft.com/office/drawing/2014/main" id="{C6749E70-B5DB-407B-AE9D-476E5FF5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607"/>
                <a:ext cx="16" cy="17"/>
              </a:xfrm>
              <a:custGeom>
                <a:avLst/>
                <a:gdLst>
                  <a:gd name="T0" fmla="*/ 208 w 9"/>
                  <a:gd name="T1" fmla="*/ 53 h 9"/>
                  <a:gd name="T2" fmla="*/ 66 w 9"/>
                  <a:gd name="T3" fmla="*/ 100 h 9"/>
                  <a:gd name="T4" fmla="*/ 66 w 9"/>
                  <a:gd name="T5" fmla="*/ 357 h 9"/>
                  <a:gd name="T6" fmla="*/ 247 w 9"/>
                  <a:gd name="T7" fmla="*/ 317 h 9"/>
                  <a:gd name="T8" fmla="*/ 208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3" y="0"/>
                      <a:pt x="2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4" y="9"/>
                      <a:pt x="6" y="9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5" name="Freeform 2725">
                <a:extLst>
                  <a:ext uri="{FF2B5EF4-FFF2-40B4-BE49-F238E27FC236}">
                    <a16:creationId xmlns:a16="http://schemas.microsoft.com/office/drawing/2014/main" id="{EFDE9711-8560-4495-8A63-091CC25A9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611"/>
                <a:ext cx="6" cy="6"/>
              </a:xfrm>
              <a:custGeom>
                <a:avLst/>
                <a:gdLst>
                  <a:gd name="T0" fmla="*/ 128 w 3"/>
                  <a:gd name="T1" fmla="*/ 0 h 3"/>
                  <a:gd name="T2" fmla="*/ 0 w 3"/>
                  <a:gd name="T3" fmla="*/ 64 h 3"/>
                  <a:gd name="T4" fmla="*/ 64 w 3"/>
                  <a:gd name="T5" fmla="*/ 128 h 3"/>
                  <a:gd name="T6" fmla="*/ 192 w 3"/>
                  <a:gd name="T7" fmla="*/ 128 h 3"/>
                  <a:gd name="T8" fmla="*/ 128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6" name="Freeform 2726">
                <a:extLst>
                  <a:ext uri="{FF2B5EF4-FFF2-40B4-BE49-F238E27FC236}">
                    <a16:creationId xmlns:a16="http://schemas.microsoft.com/office/drawing/2014/main" id="{45B8FCAE-6E2D-45D0-8E0D-56537AD83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622"/>
                <a:ext cx="16" cy="18"/>
              </a:xfrm>
              <a:custGeom>
                <a:avLst/>
                <a:gdLst>
                  <a:gd name="T0" fmla="*/ 208 w 9"/>
                  <a:gd name="T1" fmla="*/ 128 h 9"/>
                  <a:gd name="T2" fmla="*/ 37 w 9"/>
                  <a:gd name="T3" fmla="*/ 128 h 9"/>
                  <a:gd name="T4" fmla="*/ 66 w 9"/>
                  <a:gd name="T5" fmla="*/ 512 h 9"/>
                  <a:gd name="T6" fmla="*/ 208 w 9"/>
                  <a:gd name="T7" fmla="*/ 448 h 9"/>
                  <a:gd name="T8" fmla="*/ 208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8" y="3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7" name="Freeform 2727">
                <a:extLst>
                  <a:ext uri="{FF2B5EF4-FFF2-40B4-BE49-F238E27FC236}">
                    <a16:creationId xmlns:a16="http://schemas.microsoft.com/office/drawing/2014/main" id="{FBAEFEDC-057E-4F53-93A7-2FCABAAB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626"/>
                <a:ext cx="6" cy="6"/>
              </a:xfrm>
              <a:custGeom>
                <a:avLst/>
                <a:gdLst>
                  <a:gd name="T0" fmla="*/ 128 w 3"/>
                  <a:gd name="T1" fmla="*/ 64 h 3"/>
                  <a:gd name="T2" fmla="*/ 0 w 3"/>
                  <a:gd name="T3" fmla="*/ 64 h 3"/>
                  <a:gd name="T4" fmla="*/ 0 w 3"/>
                  <a:gd name="T5" fmla="*/ 192 h 3"/>
                  <a:gd name="T6" fmla="*/ 128 w 3"/>
                  <a:gd name="T7" fmla="*/ 192 h 3"/>
                  <a:gd name="T8" fmla="*/ 128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8" name="Freeform 2728">
                <a:extLst>
                  <a:ext uri="{FF2B5EF4-FFF2-40B4-BE49-F238E27FC236}">
                    <a16:creationId xmlns:a16="http://schemas.microsoft.com/office/drawing/2014/main" id="{CCF64203-F328-4115-ABAE-74734682A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38"/>
                <a:ext cx="16" cy="17"/>
              </a:xfrm>
              <a:custGeom>
                <a:avLst/>
                <a:gdLst>
                  <a:gd name="T0" fmla="*/ 208 w 9"/>
                  <a:gd name="T1" fmla="*/ 100 h 9"/>
                  <a:gd name="T2" fmla="*/ 37 w 9"/>
                  <a:gd name="T3" fmla="*/ 100 h 9"/>
                  <a:gd name="T4" fmla="*/ 66 w 9"/>
                  <a:gd name="T5" fmla="*/ 357 h 9"/>
                  <a:gd name="T6" fmla="*/ 247 w 9"/>
                  <a:gd name="T7" fmla="*/ 317 h 9"/>
                  <a:gd name="T8" fmla="*/ 208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2"/>
                    </a:move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4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7" y="2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9" name="Freeform 2729">
                <a:extLst>
                  <a:ext uri="{FF2B5EF4-FFF2-40B4-BE49-F238E27FC236}">
                    <a16:creationId xmlns:a16="http://schemas.microsoft.com/office/drawing/2014/main" id="{8553E2F9-B2D8-45AF-9FF4-9E7243B34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642"/>
                <a:ext cx="6" cy="5"/>
              </a:xfrm>
              <a:custGeom>
                <a:avLst/>
                <a:gdLst>
                  <a:gd name="T0" fmla="*/ 128 w 3"/>
                  <a:gd name="T1" fmla="*/ 22 h 3"/>
                  <a:gd name="T2" fmla="*/ 0 w 3"/>
                  <a:gd name="T3" fmla="*/ 22 h 3"/>
                  <a:gd name="T4" fmla="*/ 0 w 3"/>
                  <a:gd name="T5" fmla="*/ 62 h 3"/>
                  <a:gd name="T6" fmla="*/ 128 w 3"/>
                  <a:gd name="T7" fmla="*/ 62 h 3"/>
                  <a:gd name="T8" fmla="*/ 128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0" name="Freeform 2730">
                <a:extLst>
                  <a:ext uri="{FF2B5EF4-FFF2-40B4-BE49-F238E27FC236}">
                    <a16:creationId xmlns:a16="http://schemas.microsoft.com/office/drawing/2014/main" id="{3C2E4189-1A10-4987-AC9A-0168BC2B8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55"/>
                <a:ext cx="16" cy="18"/>
              </a:xfrm>
              <a:custGeom>
                <a:avLst/>
                <a:gdLst>
                  <a:gd name="T0" fmla="*/ 208 w 9"/>
                  <a:gd name="T1" fmla="*/ 64 h 9"/>
                  <a:gd name="T2" fmla="*/ 37 w 9"/>
                  <a:gd name="T3" fmla="*/ 64 h 9"/>
                  <a:gd name="T4" fmla="*/ 66 w 9"/>
                  <a:gd name="T5" fmla="*/ 448 h 9"/>
                  <a:gd name="T6" fmla="*/ 208 w 9"/>
                  <a:gd name="T7" fmla="*/ 448 h 9"/>
                  <a:gd name="T8" fmla="*/ 208 w 9"/>
                  <a:gd name="T9" fmla="*/ 6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4" y="9"/>
                      <a:pt x="6" y="8"/>
                      <a:pt x="7" y="7"/>
                    </a:cubicBezTo>
                    <a:cubicBezTo>
                      <a:pt x="9" y="5"/>
                      <a:pt x="9" y="2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1" name="Freeform 2731">
                <a:extLst>
                  <a:ext uri="{FF2B5EF4-FFF2-40B4-BE49-F238E27FC236}">
                    <a16:creationId xmlns:a16="http://schemas.microsoft.com/office/drawing/2014/main" id="{F4352D80-4944-4BD3-842A-9CDA059C9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657"/>
                <a:ext cx="6" cy="8"/>
              </a:xfrm>
              <a:custGeom>
                <a:avLst/>
                <a:gdLst>
                  <a:gd name="T0" fmla="*/ 128 w 3"/>
                  <a:gd name="T1" fmla="*/ 64 h 4"/>
                  <a:gd name="T2" fmla="*/ 0 w 3"/>
                  <a:gd name="T3" fmla="*/ 64 h 4"/>
                  <a:gd name="T4" fmla="*/ 0 w 3"/>
                  <a:gd name="T5" fmla="*/ 192 h 4"/>
                  <a:gd name="T6" fmla="*/ 128 w 3"/>
                  <a:gd name="T7" fmla="*/ 192 h 4"/>
                  <a:gd name="T8" fmla="*/ 128 w 3"/>
                  <a:gd name="T9" fmla="*/ 6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2" name="Freeform 2732">
                <a:extLst>
                  <a:ext uri="{FF2B5EF4-FFF2-40B4-BE49-F238E27FC236}">
                    <a16:creationId xmlns:a16="http://schemas.microsoft.com/office/drawing/2014/main" id="{B96A5FF4-2283-4A6A-A41D-2DFCF2644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671"/>
                <a:ext cx="16" cy="17"/>
              </a:xfrm>
              <a:custGeom>
                <a:avLst/>
                <a:gdLst>
                  <a:gd name="T0" fmla="*/ 208 w 9"/>
                  <a:gd name="T1" fmla="*/ 53 h 9"/>
                  <a:gd name="T2" fmla="*/ 66 w 9"/>
                  <a:gd name="T3" fmla="*/ 100 h 9"/>
                  <a:gd name="T4" fmla="*/ 66 w 9"/>
                  <a:gd name="T5" fmla="*/ 357 h 9"/>
                  <a:gd name="T6" fmla="*/ 247 w 9"/>
                  <a:gd name="T7" fmla="*/ 317 h 9"/>
                  <a:gd name="T8" fmla="*/ 208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3" y="0"/>
                      <a:pt x="2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4" y="9"/>
                      <a:pt x="6" y="9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3" name="Freeform 2733">
                <a:extLst>
                  <a:ext uri="{FF2B5EF4-FFF2-40B4-BE49-F238E27FC236}">
                    <a16:creationId xmlns:a16="http://schemas.microsoft.com/office/drawing/2014/main" id="{C152FCE3-6395-4290-9412-F4F973985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674"/>
                <a:ext cx="5" cy="6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64 h 3"/>
                  <a:gd name="T4" fmla="*/ 22 w 3"/>
                  <a:gd name="T5" fmla="*/ 192 h 3"/>
                  <a:gd name="T6" fmla="*/ 62 w 3"/>
                  <a:gd name="T7" fmla="*/ 128 h 3"/>
                  <a:gd name="T8" fmla="*/ 3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4" name="Freeform 2734">
                <a:extLst>
                  <a:ext uri="{FF2B5EF4-FFF2-40B4-BE49-F238E27FC236}">
                    <a16:creationId xmlns:a16="http://schemas.microsoft.com/office/drawing/2014/main" id="{91A411EB-E280-4EA9-A009-A4E5F60A5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688"/>
                <a:ext cx="16" cy="15"/>
              </a:xfrm>
              <a:custGeom>
                <a:avLst/>
                <a:gdLst>
                  <a:gd name="T0" fmla="*/ 208 w 9"/>
                  <a:gd name="T1" fmla="*/ 53 h 8"/>
                  <a:gd name="T2" fmla="*/ 37 w 9"/>
                  <a:gd name="T3" fmla="*/ 53 h 8"/>
                  <a:gd name="T4" fmla="*/ 66 w 9"/>
                  <a:gd name="T5" fmla="*/ 296 h 8"/>
                  <a:gd name="T6" fmla="*/ 208 w 9"/>
                  <a:gd name="T7" fmla="*/ 296 h 8"/>
                  <a:gd name="T8" fmla="*/ 208 w 9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7" y="1"/>
                    </a:move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2" y="7"/>
                    </a:cubicBezTo>
                    <a:cubicBezTo>
                      <a:pt x="3" y="8"/>
                      <a:pt x="6" y="8"/>
                      <a:pt x="7" y="7"/>
                    </a:cubicBezTo>
                    <a:cubicBezTo>
                      <a:pt x="9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5" name="Freeform 2735">
                <a:extLst>
                  <a:ext uri="{FF2B5EF4-FFF2-40B4-BE49-F238E27FC236}">
                    <a16:creationId xmlns:a16="http://schemas.microsoft.com/office/drawing/2014/main" id="{D95B15A5-A44F-4B0B-AF8C-2AC69007C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690"/>
                <a:ext cx="5" cy="6"/>
              </a:xfrm>
              <a:custGeom>
                <a:avLst/>
                <a:gdLst>
                  <a:gd name="T0" fmla="*/ 37 w 3"/>
                  <a:gd name="T1" fmla="*/ 64 h 3"/>
                  <a:gd name="T2" fmla="*/ 0 w 3"/>
                  <a:gd name="T3" fmla="*/ 64 h 3"/>
                  <a:gd name="T4" fmla="*/ 0 w 3"/>
                  <a:gd name="T5" fmla="*/ 192 h 3"/>
                  <a:gd name="T6" fmla="*/ 37 w 3"/>
                  <a:gd name="T7" fmla="*/ 192 h 3"/>
                  <a:gd name="T8" fmla="*/ 37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6" name="Freeform 2736">
                <a:extLst>
                  <a:ext uri="{FF2B5EF4-FFF2-40B4-BE49-F238E27FC236}">
                    <a16:creationId xmlns:a16="http://schemas.microsoft.com/office/drawing/2014/main" id="{31D18980-97D7-428C-8002-57A19EFA2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703"/>
                <a:ext cx="17" cy="18"/>
              </a:xfrm>
              <a:custGeom>
                <a:avLst/>
                <a:gdLst>
                  <a:gd name="T0" fmla="*/ 317 w 9"/>
                  <a:gd name="T1" fmla="*/ 64 h 9"/>
                  <a:gd name="T2" fmla="*/ 53 w 9"/>
                  <a:gd name="T3" fmla="*/ 128 h 9"/>
                  <a:gd name="T4" fmla="*/ 100 w 9"/>
                  <a:gd name="T5" fmla="*/ 512 h 9"/>
                  <a:gd name="T6" fmla="*/ 357 w 9"/>
                  <a:gd name="T7" fmla="*/ 448 h 9"/>
                  <a:gd name="T8" fmla="*/ 317 w 9"/>
                  <a:gd name="T9" fmla="*/ 6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1"/>
                    </a:move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1" y="6"/>
                      <a:pt x="2" y="8"/>
                    </a:cubicBezTo>
                    <a:cubicBezTo>
                      <a:pt x="4" y="9"/>
                      <a:pt x="7" y="8"/>
                      <a:pt x="8" y="7"/>
                    </a:cubicBezTo>
                    <a:cubicBezTo>
                      <a:pt x="9" y="5"/>
                      <a:pt x="9" y="2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7" name="Freeform 2737">
                <a:extLst>
                  <a:ext uri="{FF2B5EF4-FFF2-40B4-BE49-F238E27FC236}">
                    <a16:creationId xmlns:a16="http://schemas.microsoft.com/office/drawing/2014/main" id="{92D858AB-A1A0-4BC2-A15A-B3387D72F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707"/>
                <a:ext cx="5" cy="6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0 h 3"/>
                  <a:gd name="T4" fmla="*/ 22 w 3"/>
                  <a:gd name="T5" fmla="*/ 128 h 3"/>
                  <a:gd name="T6" fmla="*/ 62 w 3"/>
                  <a:gd name="T7" fmla="*/ 128 h 3"/>
                  <a:gd name="T8" fmla="*/ 3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8" name="Freeform 2738">
                <a:extLst>
                  <a:ext uri="{FF2B5EF4-FFF2-40B4-BE49-F238E27FC236}">
                    <a16:creationId xmlns:a16="http://schemas.microsoft.com/office/drawing/2014/main" id="{C5FE3430-2573-4C0A-B8B1-B9515BC0C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719"/>
                <a:ext cx="18" cy="17"/>
              </a:xfrm>
              <a:custGeom>
                <a:avLst/>
                <a:gdLst>
                  <a:gd name="T0" fmla="*/ 239 w 10"/>
                  <a:gd name="T1" fmla="*/ 53 h 9"/>
                  <a:gd name="T2" fmla="*/ 74 w 10"/>
                  <a:gd name="T3" fmla="*/ 100 h 9"/>
                  <a:gd name="T4" fmla="*/ 94 w 10"/>
                  <a:gd name="T5" fmla="*/ 357 h 9"/>
                  <a:gd name="T6" fmla="*/ 263 w 10"/>
                  <a:gd name="T7" fmla="*/ 317 h 9"/>
                  <a:gd name="T8" fmla="*/ 239 w 10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1"/>
                    </a:move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1" y="7"/>
                      <a:pt x="3" y="8"/>
                    </a:cubicBezTo>
                    <a:cubicBezTo>
                      <a:pt x="5" y="9"/>
                      <a:pt x="7" y="9"/>
                      <a:pt x="8" y="7"/>
                    </a:cubicBezTo>
                    <a:cubicBezTo>
                      <a:pt x="10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9" name="Freeform 2739">
                <a:extLst>
                  <a:ext uri="{FF2B5EF4-FFF2-40B4-BE49-F238E27FC236}">
                    <a16:creationId xmlns:a16="http://schemas.microsoft.com/office/drawing/2014/main" id="{F64469CB-E487-4AF8-8B0A-B09398781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723"/>
                <a:ext cx="5" cy="5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22 h 3"/>
                  <a:gd name="T4" fmla="*/ 22 w 3"/>
                  <a:gd name="T5" fmla="*/ 62 h 3"/>
                  <a:gd name="T6" fmla="*/ 62 w 3"/>
                  <a:gd name="T7" fmla="*/ 37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0" name="Freeform 2740">
                <a:extLst>
                  <a:ext uri="{FF2B5EF4-FFF2-40B4-BE49-F238E27FC236}">
                    <a16:creationId xmlns:a16="http://schemas.microsoft.com/office/drawing/2014/main" id="{6EE6828E-D5B5-4618-86C0-DF46D71A0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734"/>
                <a:ext cx="18" cy="18"/>
              </a:xfrm>
              <a:custGeom>
                <a:avLst/>
                <a:gdLst>
                  <a:gd name="T0" fmla="*/ 239 w 10"/>
                  <a:gd name="T1" fmla="*/ 64 h 9"/>
                  <a:gd name="T2" fmla="*/ 74 w 10"/>
                  <a:gd name="T3" fmla="*/ 128 h 9"/>
                  <a:gd name="T4" fmla="*/ 94 w 10"/>
                  <a:gd name="T5" fmla="*/ 512 h 9"/>
                  <a:gd name="T6" fmla="*/ 263 w 10"/>
                  <a:gd name="T7" fmla="*/ 448 h 9"/>
                  <a:gd name="T8" fmla="*/ 239 w 10"/>
                  <a:gd name="T9" fmla="*/ 6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1"/>
                    </a:move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1" y="7"/>
                      <a:pt x="3" y="8"/>
                    </a:cubicBezTo>
                    <a:cubicBezTo>
                      <a:pt x="5" y="9"/>
                      <a:pt x="7" y="9"/>
                      <a:pt x="8" y="7"/>
                    </a:cubicBezTo>
                    <a:cubicBezTo>
                      <a:pt x="10" y="5"/>
                      <a:pt x="9" y="3"/>
                      <a:pt x="7" y="1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1" name="Freeform 2741">
                <a:extLst>
                  <a:ext uri="{FF2B5EF4-FFF2-40B4-BE49-F238E27FC236}">
                    <a16:creationId xmlns:a16="http://schemas.microsoft.com/office/drawing/2014/main" id="{85A390DB-3DD5-4EB9-9E27-BDDDF782C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738"/>
                <a:ext cx="5" cy="6"/>
              </a:xfrm>
              <a:custGeom>
                <a:avLst/>
                <a:gdLst>
                  <a:gd name="T0" fmla="*/ 62 w 3"/>
                  <a:gd name="T1" fmla="*/ 0 h 3"/>
                  <a:gd name="T2" fmla="*/ 22 w 3"/>
                  <a:gd name="T3" fmla="*/ 64 h 3"/>
                  <a:gd name="T4" fmla="*/ 22 w 3"/>
                  <a:gd name="T5" fmla="*/ 192 h 3"/>
                  <a:gd name="T6" fmla="*/ 62 w 3"/>
                  <a:gd name="T7" fmla="*/ 128 h 3"/>
                  <a:gd name="T8" fmla="*/ 6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2" name="Oval 2742">
                <a:extLst>
                  <a:ext uri="{FF2B5EF4-FFF2-40B4-BE49-F238E27FC236}">
                    <a16:creationId xmlns:a16="http://schemas.microsoft.com/office/drawing/2014/main" id="{002CA8B7-9FE1-4F6C-8513-4DD7D5055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" y="962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03" name="Oval 2743">
                <a:extLst>
                  <a:ext uri="{FF2B5EF4-FFF2-40B4-BE49-F238E27FC236}">
                    <a16:creationId xmlns:a16="http://schemas.microsoft.com/office/drawing/2014/main" id="{705C0731-0896-4829-80A8-8DEA0E6DE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966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04" name="Oval 2744">
                <a:extLst>
                  <a:ext uri="{FF2B5EF4-FFF2-40B4-BE49-F238E27FC236}">
                    <a16:creationId xmlns:a16="http://schemas.microsoft.com/office/drawing/2014/main" id="{15509A10-F4AE-4212-831C-F1B83FBED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962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05" name="Oval 2745">
                <a:extLst>
                  <a:ext uri="{FF2B5EF4-FFF2-40B4-BE49-F238E27FC236}">
                    <a16:creationId xmlns:a16="http://schemas.microsoft.com/office/drawing/2014/main" id="{EE88C0D5-17EA-4027-9E55-E0CCF0252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966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06" name="Oval 2746">
                <a:extLst>
                  <a:ext uri="{FF2B5EF4-FFF2-40B4-BE49-F238E27FC236}">
                    <a16:creationId xmlns:a16="http://schemas.microsoft.com/office/drawing/2014/main" id="{EC8F32C7-008A-43B2-B8FA-B148ADB82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966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07" name="Oval 2747">
                <a:extLst>
                  <a:ext uri="{FF2B5EF4-FFF2-40B4-BE49-F238E27FC236}">
                    <a16:creationId xmlns:a16="http://schemas.microsoft.com/office/drawing/2014/main" id="{5BAF7235-7BFF-4E43-9ADE-19C1D0639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97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08" name="Oval 2748">
                <a:extLst>
                  <a:ext uri="{FF2B5EF4-FFF2-40B4-BE49-F238E27FC236}">
                    <a16:creationId xmlns:a16="http://schemas.microsoft.com/office/drawing/2014/main" id="{C8BBC96F-C20F-486A-A98C-44BDDBE5E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96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09" name="Oval 2749">
                <a:extLst>
                  <a:ext uri="{FF2B5EF4-FFF2-40B4-BE49-F238E27FC236}">
                    <a16:creationId xmlns:a16="http://schemas.microsoft.com/office/drawing/2014/main" id="{C2E5A4CF-B8FC-43B9-989B-E9AE7E0E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" y="972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10" name="Oval 2750">
                <a:extLst>
                  <a:ext uri="{FF2B5EF4-FFF2-40B4-BE49-F238E27FC236}">
                    <a16:creationId xmlns:a16="http://schemas.microsoft.com/office/drawing/2014/main" id="{DA05FED3-973E-469C-8A91-E1947922D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1" y="972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11" name="Oval 2751">
                <a:extLst>
                  <a:ext uri="{FF2B5EF4-FFF2-40B4-BE49-F238E27FC236}">
                    <a16:creationId xmlns:a16="http://schemas.microsoft.com/office/drawing/2014/main" id="{64907C5C-1B81-4878-B12E-F79F20F48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8" y="976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12" name="Oval 2752">
                <a:extLst>
                  <a:ext uri="{FF2B5EF4-FFF2-40B4-BE49-F238E27FC236}">
                    <a16:creationId xmlns:a16="http://schemas.microsoft.com/office/drawing/2014/main" id="{C4656C89-4A74-498B-AD27-48E3EA36B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97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13" name="Oval 2753">
                <a:extLst>
                  <a:ext uri="{FF2B5EF4-FFF2-40B4-BE49-F238E27FC236}">
                    <a16:creationId xmlns:a16="http://schemas.microsoft.com/office/drawing/2014/main" id="{4587AA73-461F-448C-9D69-0BF54CF5E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98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14" name="Oval 2754">
                <a:extLst>
                  <a:ext uri="{FF2B5EF4-FFF2-40B4-BE49-F238E27FC236}">
                    <a16:creationId xmlns:a16="http://schemas.microsoft.com/office/drawing/2014/main" id="{1D97D0D7-9FD1-4174-B717-88F93651E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982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15" name="Oval 2755">
                <a:extLst>
                  <a:ext uri="{FF2B5EF4-FFF2-40B4-BE49-F238E27FC236}">
                    <a16:creationId xmlns:a16="http://schemas.microsoft.com/office/drawing/2014/main" id="{B66FBC63-6241-4CD4-9572-214CE5458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985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16" name="Oval 2756">
                <a:extLst>
                  <a:ext uri="{FF2B5EF4-FFF2-40B4-BE49-F238E27FC236}">
                    <a16:creationId xmlns:a16="http://schemas.microsoft.com/office/drawing/2014/main" id="{18407A81-B312-46B7-8273-37A159699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987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17" name="Oval 2757">
                <a:extLst>
                  <a:ext uri="{FF2B5EF4-FFF2-40B4-BE49-F238E27FC236}">
                    <a16:creationId xmlns:a16="http://schemas.microsoft.com/office/drawing/2014/main" id="{46AD887A-F615-46D8-AC4E-ED1378540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99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18" name="Oval 2758">
                <a:extLst>
                  <a:ext uri="{FF2B5EF4-FFF2-40B4-BE49-F238E27FC236}">
                    <a16:creationId xmlns:a16="http://schemas.microsoft.com/office/drawing/2014/main" id="{FC1A3E36-825E-43DB-A105-153B6E350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995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19" name="Oval 2759">
                <a:extLst>
                  <a:ext uri="{FF2B5EF4-FFF2-40B4-BE49-F238E27FC236}">
                    <a16:creationId xmlns:a16="http://schemas.microsoft.com/office/drawing/2014/main" id="{9DE191BA-4C13-4E55-8B13-EBE6F2E91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999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20" name="Oval 2760">
                <a:extLst>
                  <a:ext uri="{FF2B5EF4-FFF2-40B4-BE49-F238E27FC236}">
                    <a16:creationId xmlns:a16="http://schemas.microsoft.com/office/drawing/2014/main" id="{99FBD62E-0EB4-4F40-8DC9-FD25596CD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4" y="1003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21" name="Oval 2761">
                <a:extLst>
                  <a:ext uri="{FF2B5EF4-FFF2-40B4-BE49-F238E27FC236}">
                    <a16:creationId xmlns:a16="http://schemas.microsoft.com/office/drawing/2014/main" id="{B6804EBF-DD3F-41D7-B807-7F976BF23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007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22" name="Oval 2762">
                <a:extLst>
                  <a:ext uri="{FF2B5EF4-FFF2-40B4-BE49-F238E27FC236}">
                    <a16:creationId xmlns:a16="http://schemas.microsoft.com/office/drawing/2014/main" id="{C9BD24E0-6767-447A-9F2A-C4F0DB5FA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1010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23" name="Oval 2763">
                <a:extLst>
                  <a:ext uri="{FF2B5EF4-FFF2-40B4-BE49-F238E27FC236}">
                    <a16:creationId xmlns:a16="http://schemas.microsoft.com/office/drawing/2014/main" id="{044DD9CF-63D2-4ACE-8D96-52AF7707A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1014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24" name="Oval 2764">
                <a:extLst>
                  <a:ext uri="{FF2B5EF4-FFF2-40B4-BE49-F238E27FC236}">
                    <a16:creationId xmlns:a16="http://schemas.microsoft.com/office/drawing/2014/main" id="{51150235-9E98-466D-99E0-F96791FEE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1020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25" name="Oval 2765">
                <a:extLst>
                  <a:ext uri="{FF2B5EF4-FFF2-40B4-BE49-F238E27FC236}">
                    <a16:creationId xmlns:a16="http://schemas.microsoft.com/office/drawing/2014/main" id="{17869667-FD70-4AE3-84A3-163CF6497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6" y="1024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26" name="Oval 2766">
                <a:extLst>
                  <a:ext uri="{FF2B5EF4-FFF2-40B4-BE49-F238E27FC236}">
                    <a16:creationId xmlns:a16="http://schemas.microsoft.com/office/drawing/2014/main" id="{3D3018D6-7587-44F0-B379-7815B5C97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1030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27" name="Oval 2767">
                <a:extLst>
                  <a:ext uri="{FF2B5EF4-FFF2-40B4-BE49-F238E27FC236}">
                    <a16:creationId xmlns:a16="http://schemas.microsoft.com/office/drawing/2014/main" id="{CC043E11-25E2-4527-A772-EC7C19495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3" y="1034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28" name="Oval 2768">
                <a:extLst>
                  <a:ext uri="{FF2B5EF4-FFF2-40B4-BE49-F238E27FC236}">
                    <a16:creationId xmlns:a16="http://schemas.microsoft.com/office/drawing/2014/main" id="{D505F41A-CC49-46B8-9963-21F58204C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039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29" name="Oval 2769">
                <a:extLst>
                  <a:ext uri="{FF2B5EF4-FFF2-40B4-BE49-F238E27FC236}">
                    <a16:creationId xmlns:a16="http://schemas.microsoft.com/office/drawing/2014/main" id="{C24ED009-82D2-45B4-9FBD-3A1F13C92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104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30" name="Oval 2770">
                <a:extLst>
                  <a:ext uri="{FF2B5EF4-FFF2-40B4-BE49-F238E27FC236}">
                    <a16:creationId xmlns:a16="http://schemas.microsoft.com/office/drawing/2014/main" id="{DC243C49-DCA5-4264-AD68-AA43DC76B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1049"/>
                <a:ext cx="17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31" name="Oval 2771">
                <a:extLst>
                  <a:ext uri="{FF2B5EF4-FFF2-40B4-BE49-F238E27FC236}">
                    <a16:creationId xmlns:a16="http://schemas.microsoft.com/office/drawing/2014/main" id="{BE1086D5-76E6-40C9-8D2B-FBD536FE2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053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32" name="Oval 2772">
                <a:extLst>
                  <a:ext uri="{FF2B5EF4-FFF2-40B4-BE49-F238E27FC236}">
                    <a16:creationId xmlns:a16="http://schemas.microsoft.com/office/drawing/2014/main" id="{0D2D8821-FF07-4717-A60D-34E950BD4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1061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33" name="Oval 2773">
                <a:extLst>
                  <a:ext uri="{FF2B5EF4-FFF2-40B4-BE49-F238E27FC236}">
                    <a16:creationId xmlns:a16="http://schemas.microsoft.com/office/drawing/2014/main" id="{A4FE3A04-3A45-4EE7-ACAB-BF9A31544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1065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34" name="Oval 2774">
                <a:extLst>
                  <a:ext uri="{FF2B5EF4-FFF2-40B4-BE49-F238E27FC236}">
                    <a16:creationId xmlns:a16="http://schemas.microsoft.com/office/drawing/2014/main" id="{0E52C4C1-1476-45D2-B034-F8712DA81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2481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35" name="Oval 2775">
                <a:extLst>
                  <a:ext uri="{FF2B5EF4-FFF2-40B4-BE49-F238E27FC236}">
                    <a16:creationId xmlns:a16="http://schemas.microsoft.com/office/drawing/2014/main" id="{351683AF-C485-470D-9DF3-7841F64DD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485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36" name="Oval 2776">
                <a:extLst>
                  <a:ext uri="{FF2B5EF4-FFF2-40B4-BE49-F238E27FC236}">
                    <a16:creationId xmlns:a16="http://schemas.microsoft.com/office/drawing/2014/main" id="{3477CF49-C671-4078-8DED-93C7F7869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0" y="2481"/>
                <a:ext cx="16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37" name="Oval 2777">
                <a:extLst>
                  <a:ext uri="{FF2B5EF4-FFF2-40B4-BE49-F238E27FC236}">
                    <a16:creationId xmlns:a16="http://schemas.microsoft.com/office/drawing/2014/main" id="{80C508D7-8856-4738-8000-0531C8097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2483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38" name="Oval 2778">
                <a:extLst>
                  <a:ext uri="{FF2B5EF4-FFF2-40B4-BE49-F238E27FC236}">
                    <a16:creationId xmlns:a16="http://schemas.microsoft.com/office/drawing/2014/main" id="{DF327504-3369-4441-B69A-6B5B80382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2477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39" name="Oval 2779">
                <a:extLst>
                  <a:ext uri="{FF2B5EF4-FFF2-40B4-BE49-F238E27FC236}">
                    <a16:creationId xmlns:a16="http://schemas.microsoft.com/office/drawing/2014/main" id="{B0564A85-F9B8-425D-9D03-CF352EEA2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248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40" name="Oval 2780">
                <a:extLst>
                  <a:ext uri="{FF2B5EF4-FFF2-40B4-BE49-F238E27FC236}">
                    <a16:creationId xmlns:a16="http://schemas.microsoft.com/office/drawing/2014/main" id="{68BE42E4-E941-4736-ABD3-6C2D5EDE0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1" y="2474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41" name="Oval 2781">
                <a:extLst>
                  <a:ext uri="{FF2B5EF4-FFF2-40B4-BE49-F238E27FC236}">
                    <a16:creationId xmlns:a16="http://schemas.microsoft.com/office/drawing/2014/main" id="{73254BA4-1A05-47BB-AE37-183AE80D4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3" y="2477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42" name="Oval 2782">
                <a:extLst>
                  <a:ext uri="{FF2B5EF4-FFF2-40B4-BE49-F238E27FC236}">
                    <a16:creationId xmlns:a16="http://schemas.microsoft.com/office/drawing/2014/main" id="{06DF86D1-9CF0-49F4-B3F7-180D0E817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2468"/>
                <a:ext cx="15" cy="17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43" name="Oval 2783">
                <a:extLst>
                  <a:ext uri="{FF2B5EF4-FFF2-40B4-BE49-F238E27FC236}">
                    <a16:creationId xmlns:a16="http://schemas.microsoft.com/office/drawing/2014/main" id="{EA6BDBBF-E394-49FE-A87C-256F7186A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24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44" name="Oval 2784">
                <a:extLst>
                  <a:ext uri="{FF2B5EF4-FFF2-40B4-BE49-F238E27FC236}">
                    <a16:creationId xmlns:a16="http://schemas.microsoft.com/office/drawing/2014/main" id="{93C08BD9-7CE3-4085-A88D-A91F4E040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2462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45" name="Oval 2785">
                <a:extLst>
                  <a:ext uri="{FF2B5EF4-FFF2-40B4-BE49-F238E27FC236}">
                    <a16:creationId xmlns:a16="http://schemas.microsoft.com/office/drawing/2014/main" id="{7394D4CD-CEC9-479F-B9CE-02CE8D50D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2466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46" name="Oval 2786">
                <a:extLst>
                  <a:ext uri="{FF2B5EF4-FFF2-40B4-BE49-F238E27FC236}">
                    <a16:creationId xmlns:a16="http://schemas.microsoft.com/office/drawing/2014/main" id="{23A27373-88D4-4FDE-A428-35E4D7D41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2456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47" name="Oval 2787">
                <a:extLst>
                  <a:ext uri="{FF2B5EF4-FFF2-40B4-BE49-F238E27FC236}">
                    <a16:creationId xmlns:a16="http://schemas.microsoft.com/office/drawing/2014/main" id="{D36AC32D-8C0B-4AB8-8408-CA13DBDEE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2458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48" name="Oval 2788">
                <a:extLst>
                  <a:ext uri="{FF2B5EF4-FFF2-40B4-BE49-F238E27FC236}">
                    <a16:creationId xmlns:a16="http://schemas.microsoft.com/office/drawing/2014/main" id="{C426F9F1-F198-46F3-A863-A207950DB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5" y="2448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49" name="Oval 2789">
                <a:extLst>
                  <a:ext uri="{FF2B5EF4-FFF2-40B4-BE49-F238E27FC236}">
                    <a16:creationId xmlns:a16="http://schemas.microsoft.com/office/drawing/2014/main" id="{20C2E9CD-A670-4FDE-80E9-2D8F8523B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2450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50" name="Oval 2790">
                <a:extLst>
                  <a:ext uri="{FF2B5EF4-FFF2-40B4-BE49-F238E27FC236}">
                    <a16:creationId xmlns:a16="http://schemas.microsoft.com/office/drawing/2014/main" id="{247BE1D9-6DD3-4205-94C6-64DB9C7A1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2439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51" name="Oval 2791">
                <a:extLst>
                  <a:ext uri="{FF2B5EF4-FFF2-40B4-BE49-F238E27FC236}">
                    <a16:creationId xmlns:a16="http://schemas.microsoft.com/office/drawing/2014/main" id="{D11E856A-AEBC-4083-82FC-8E4634AB2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2443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52" name="Oval 2792">
                <a:extLst>
                  <a:ext uri="{FF2B5EF4-FFF2-40B4-BE49-F238E27FC236}">
                    <a16:creationId xmlns:a16="http://schemas.microsoft.com/office/drawing/2014/main" id="{9E879307-08EA-476A-AEC4-841190195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2429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53" name="Oval 2793">
                <a:extLst>
                  <a:ext uri="{FF2B5EF4-FFF2-40B4-BE49-F238E27FC236}">
                    <a16:creationId xmlns:a16="http://schemas.microsoft.com/office/drawing/2014/main" id="{27006A7E-F7D5-4163-865A-0B166EA22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431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54" name="Oval 2794">
                <a:extLst>
                  <a:ext uri="{FF2B5EF4-FFF2-40B4-BE49-F238E27FC236}">
                    <a16:creationId xmlns:a16="http://schemas.microsoft.com/office/drawing/2014/main" id="{4E00D71E-3AFF-4C37-B99A-EE94E7EE1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419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55" name="Oval 2795">
                <a:extLst>
                  <a:ext uri="{FF2B5EF4-FFF2-40B4-BE49-F238E27FC236}">
                    <a16:creationId xmlns:a16="http://schemas.microsoft.com/office/drawing/2014/main" id="{947712CB-82E7-4A5E-9BB6-C6A34C907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42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56" name="Freeform 2796">
                <a:extLst>
                  <a:ext uri="{FF2B5EF4-FFF2-40B4-BE49-F238E27FC236}">
                    <a16:creationId xmlns:a16="http://schemas.microsoft.com/office/drawing/2014/main" id="{CE9215E5-0FEE-4B2D-8EB2-D955A17FF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2410"/>
                <a:ext cx="16" cy="15"/>
              </a:xfrm>
              <a:custGeom>
                <a:avLst/>
                <a:gdLst>
                  <a:gd name="T0" fmla="*/ 37 w 9"/>
                  <a:gd name="T1" fmla="*/ 212 h 8"/>
                  <a:gd name="T2" fmla="*/ 203 w 9"/>
                  <a:gd name="T3" fmla="*/ 349 h 8"/>
                  <a:gd name="T4" fmla="*/ 281 w 9"/>
                  <a:gd name="T5" fmla="*/ 137 h 8"/>
                  <a:gd name="T6" fmla="*/ 117 w 9"/>
                  <a:gd name="T7" fmla="*/ 0 h 8"/>
                  <a:gd name="T8" fmla="*/ 37 w 9"/>
                  <a:gd name="T9" fmla="*/ 2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5"/>
                    </a:moveTo>
                    <a:cubicBezTo>
                      <a:pt x="1" y="7"/>
                      <a:pt x="3" y="8"/>
                      <a:pt x="6" y="8"/>
                    </a:cubicBezTo>
                    <a:cubicBezTo>
                      <a:pt x="8" y="7"/>
                      <a:pt x="9" y="5"/>
                      <a:pt x="9" y="3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2" y="0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7" name="Freeform 2797">
                <a:extLst>
                  <a:ext uri="{FF2B5EF4-FFF2-40B4-BE49-F238E27FC236}">
                    <a16:creationId xmlns:a16="http://schemas.microsoft.com/office/drawing/2014/main" id="{072993BF-82B8-4262-A3CC-86B59C08B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412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92 h 3"/>
                  <a:gd name="T4" fmla="*/ 62 w 3"/>
                  <a:gd name="T5" fmla="*/ 128 h 3"/>
                  <a:gd name="T6" fmla="*/ 22 w 3"/>
                  <a:gd name="T7" fmla="*/ 64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8" name="Freeform 2798">
                <a:extLst>
                  <a:ext uri="{FF2B5EF4-FFF2-40B4-BE49-F238E27FC236}">
                    <a16:creationId xmlns:a16="http://schemas.microsoft.com/office/drawing/2014/main" id="{67FCA618-4A4F-4F2E-B044-8B11717EE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398"/>
                <a:ext cx="14" cy="18"/>
              </a:xfrm>
              <a:custGeom>
                <a:avLst/>
                <a:gdLst>
                  <a:gd name="T0" fmla="*/ 0 w 8"/>
                  <a:gd name="T1" fmla="*/ 320 h 9"/>
                  <a:gd name="T2" fmla="*/ 151 w 8"/>
                  <a:gd name="T3" fmla="*/ 512 h 9"/>
                  <a:gd name="T4" fmla="*/ 236 w 8"/>
                  <a:gd name="T5" fmla="*/ 256 h 9"/>
                  <a:gd name="T6" fmla="*/ 86 w 8"/>
                  <a:gd name="T7" fmla="*/ 64 h 9"/>
                  <a:gd name="T8" fmla="*/ 0 w 8"/>
                  <a:gd name="T9" fmla="*/ 3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0" y="7"/>
                      <a:pt x="3" y="9"/>
                      <a:pt x="5" y="8"/>
                    </a:cubicBezTo>
                    <a:cubicBezTo>
                      <a:pt x="7" y="8"/>
                      <a:pt x="8" y="6"/>
                      <a:pt x="8" y="4"/>
                    </a:cubicBezTo>
                    <a:cubicBezTo>
                      <a:pt x="7" y="2"/>
                      <a:pt x="5" y="0"/>
                      <a:pt x="3" y="1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9" name="Freeform 2799">
                <a:extLst>
                  <a:ext uri="{FF2B5EF4-FFF2-40B4-BE49-F238E27FC236}">
                    <a16:creationId xmlns:a16="http://schemas.microsoft.com/office/drawing/2014/main" id="{3C8F6599-554F-4F97-860A-1D2D2A76C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402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92 h 3"/>
                  <a:gd name="T4" fmla="*/ 62 w 3"/>
                  <a:gd name="T5" fmla="*/ 64 h 3"/>
                  <a:gd name="T6" fmla="*/ 22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0" name="Freeform 2800">
                <a:extLst>
                  <a:ext uri="{FF2B5EF4-FFF2-40B4-BE49-F238E27FC236}">
                    <a16:creationId xmlns:a16="http://schemas.microsoft.com/office/drawing/2014/main" id="{CF04C62D-8847-4198-BB25-E1C1DCDF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387"/>
                <a:ext cx="16" cy="17"/>
              </a:xfrm>
              <a:custGeom>
                <a:avLst/>
                <a:gdLst>
                  <a:gd name="T0" fmla="*/ 37 w 9"/>
                  <a:gd name="T1" fmla="*/ 213 h 9"/>
                  <a:gd name="T2" fmla="*/ 158 w 9"/>
                  <a:gd name="T3" fmla="*/ 402 h 9"/>
                  <a:gd name="T4" fmla="*/ 247 w 9"/>
                  <a:gd name="T5" fmla="*/ 189 h 9"/>
                  <a:gd name="T6" fmla="*/ 117 w 9"/>
                  <a:gd name="T7" fmla="*/ 53 h 9"/>
                  <a:gd name="T8" fmla="*/ 37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1" y="8"/>
                      <a:pt x="3" y="9"/>
                      <a:pt x="5" y="9"/>
                    </a:cubicBezTo>
                    <a:cubicBezTo>
                      <a:pt x="7" y="8"/>
                      <a:pt x="9" y="6"/>
                      <a:pt x="8" y="4"/>
                    </a:cubicBezTo>
                    <a:cubicBezTo>
                      <a:pt x="8" y="2"/>
                      <a:pt x="6" y="0"/>
                      <a:pt x="4" y="1"/>
                    </a:cubicBezTo>
                    <a:cubicBezTo>
                      <a:pt x="1" y="1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1" name="Freeform 2801">
                <a:extLst>
                  <a:ext uri="{FF2B5EF4-FFF2-40B4-BE49-F238E27FC236}">
                    <a16:creationId xmlns:a16="http://schemas.microsoft.com/office/drawing/2014/main" id="{4B76B08D-1780-4BC7-AD14-6C8C441EF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391"/>
                <a:ext cx="6" cy="5"/>
              </a:xfrm>
              <a:custGeom>
                <a:avLst/>
                <a:gdLst>
                  <a:gd name="T0" fmla="*/ 0 w 3"/>
                  <a:gd name="T1" fmla="*/ 37 h 3"/>
                  <a:gd name="T2" fmla="*/ 128 w 3"/>
                  <a:gd name="T3" fmla="*/ 62 h 3"/>
                  <a:gd name="T4" fmla="*/ 192 w 3"/>
                  <a:gd name="T5" fmla="*/ 22 h 3"/>
                  <a:gd name="T6" fmla="*/ 64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2" name="Freeform 2802">
                <a:extLst>
                  <a:ext uri="{FF2B5EF4-FFF2-40B4-BE49-F238E27FC236}">
                    <a16:creationId xmlns:a16="http://schemas.microsoft.com/office/drawing/2014/main" id="{7026F811-C02E-43AF-B616-9188F502F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375"/>
                <a:ext cx="14" cy="17"/>
              </a:xfrm>
              <a:custGeom>
                <a:avLst/>
                <a:gdLst>
                  <a:gd name="T0" fmla="*/ 0 w 8"/>
                  <a:gd name="T1" fmla="*/ 213 h 9"/>
                  <a:gd name="T2" fmla="*/ 151 w 8"/>
                  <a:gd name="T3" fmla="*/ 402 h 9"/>
                  <a:gd name="T4" fmla="*/ 236 w 8"/>
                  <a:gd name="T5" fmla="*/ 189 h 9"/>
                  <a:gd name="T6" fmla="*/ 86 w 8"/>
                  <a:gd name="T7" fmla="*/ 53 h 9"/>
                  <a:gd name="T8" fmla="*/ 0 w 8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1" y="8"/>
                      <a:pt x="3" y="9"/>
                      <a:pt x="5" y="9"/>
                    </a:cubicBezTo>
                    <a:cubicBezTo>
                      <a:pt x="7" y="8"/>
                      <a:pt x="8" y="6"/>
                      <a:pt x="8" y="4"/>
                    </a:cubicBezTo>
                    <a:cubicBezTo>
                      <a:pt x="8" y="2"/>
                      <a:pt x="5" y="0"/>
                      <a:pt x="3" y="1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3" name="Freeform 2803">
                <a:extLst>
                  <a:ext uri="{FF2B5EF4-FFF2-40B4-BE49-F238E27FC236}">
                    <a16:creationId xmlns:a16="http://schemas.microsoft.com/office/drawing/2014/main" id="{32A75C00-E4EF-43ED-A454-5B4DC944B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79"/>
                <a:ext cx="6" cy="6"/>
              </a:xfrm>
              <a:custGeom>
                <a:avLst/>
                <a:gdLst>
                  <a:gd name="T0" fmla="*/ 64 w 3"/>
                  <a:gd name="T1" fmla="*/ 128 h 3"/>
                  <a:gd name="T2" fmla="*/ 128 w 3"/>
                  <a:gd name="T3" fmla="*/ 192 h 3"/>
                  <a:gd name="T4" fmla="*/ 192 w 3"/>
                  <a:gd name="T5" fmla="*/ 64 h 3"/>
                  <a:gd name="T6" fmla="*/ 128 w 3"/>
                  <a:gd name="T7" fmla="*/ 0 h 3"/>
                  <a:gd name="T8" fmla="*/ 64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4" name="Freeform 2804">
                <a:extLst>
                  <a:ext uri="{FF2B5EF4-FFF2-40B4-BE49-F238E27FC236}">
                    <a16:creationId xmlns:a16="http://schemas.microsoft.com/office/drawing/2014/main" id="{339108F1-0D69-4715-803C-5039742D0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363"/>
                <a:ext cx="16" cy="18"/>
              </a:xfrm>
              <a:custGeom>
                <a:avLst/>
                <a:gdLst>
                  <a:gd name="T0" fmla="*/ 37 w 9"/>
                  <a:gd name="T1" fmla="*/ 320 h 9"/>
                  <a:gd name="T2" fmla="*/ 158 w 9"/>
                  <a:gd name="T3" fmla="*/ 512 h 9"/>
                  <a:gd name="T4" fmla="*/ 247 w 9"/>
                  <a:gd name="T5" fmla="*/ 256 h 9"/>
                  <a:gd name="T6" fmla="*/ 117 w 9"/>
                  <a:gd name="T7" fmla="*/ 0 h 9"/>
                  <a:gd name="T8" fmla="*/ 37 w 9"/>
                  <a:gd name="T9" fmla="*/ 3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1" y="7"/>
                      <a:pt x="3" y="9"/>
                      <a:pt x="5" y="8"/>
                    </a:cubicBezTo>
                    <a:cubicBezTo>
                      <a:pt x="7" y="8"/>
                      <a:pt x="9" y="6"/>
                      <a:pt x="8" y="4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1" y="1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5" name="Freeform 2805">
                <a:extLst>
                  <a:ext uri="{FF2B5EF4-FFF2-40B4-BE49-F238E27FC236}">
                    <a16:creationId xmlns:a16="http://schemas.microsoft.com/office/drawing/2014/main" id="{0595F2D2-AA09-428E-821E-8FB97AAB1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367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128 w 3"/>
                  <a:gd name="T3" fmla="*/ 192 h 3"/>
                  <a:gd name="T4" fmla="*/ 192 w 3"/>
                  <a:gd name="T5" fmla="*/ 64 h 3"/>
                  <a:gd name="T6" fmla="*/ 64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6" name="Freeform 2806">
                <a:extLst>
                  <a:ext uri="{FF2B5EF4-FFF2-40B4-BE49-F238E27FC236}">
                    <a16:creationId xmlns:a16="http://schemas.microsoft.com/office/drawing/2014/main" id="{718C6425-AB82-454E-BF48-89134F6B2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50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402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4" y="9"/>
                      <a:pt x="6" y="9"/>
                    </a:cubicBezTo>
                    <a:cubicBezTo>
                      <a:pt x="8" y="8"/>
                      <a:pt x="9" y="6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7" name="Freeform 2807">
                <a:extLst>
                  <a:ext uri="{FF2B5EF4-FFF2-40B4-BE49-F238E27FC236}">
                    <a16:creationId xmlns:a16="http://schemas.microsoft.com/office/drawing/2014/main" id="{D6F67F66-86C5-43BA-A2AC-B91243280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54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128 w 3"/>
                  <a:gd name="T3" fmla="*/ 192 h 3"/>
                  <a:gd name="T4" fmla="*/ 192 w 3"/>
                  <a:gd name="T5" fmla="*/ 64 h 3"/>
                  <a:gd name="T6" fmla="*/ 64 w 3"/>
                  <a:gd name="T7" fmla="*/ 64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8" name="Freeform 2808">
                <a:extLst>
                  <a:ext uri="{FF2B5EF4-FFF2-40B4-BE49-F238E27FC236}">
                    <a16:creationId xmlns:a16="http://schemas.microsoft.com/office/drawing/2014/main" id="{F376683E-B094-406C-96E6-7C63EC3A2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338"/>
                <a:ext cx="16" cy="18"/>
              </a:xfrm>
              <a:custGeom>
                <a:avLst/>
                <a:gdLst>
                  <a:gd name="T0" fmla="*/ 37 w 9"/>
                  <a:gd name="T1" fmla="*/ 384 h 9"/>
                  <a:gd name="T2" fmla="*/ 203 w 9"/>
                  <a:gd name="T3" fmla="*/ 512 h 9"/>
                  <a:gd name="T4" fmla="*/ 281 w 9"/>
                  <a:gd name="T5" fmla="*/ 192 h 9"/>
                  <a:gd name="T6" fmla="*/ 89 w 9"/>
                  <a:gd name="T7" fmla="*/ 64 h 9"/>
                  <a:gd name="T8" fmla="*/ 3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8"/>
                      <a:pt x="9" y="5"/>
                      <a:pt x="9" y="3"/>
                    </a:cubicBezTo>
                    <a:cubicBezTo>
                      <a:pt x="8" y="1"/>
                      <a:pt x="6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" name="Freeform 2809">
                <a:extLst>
                  <a:ext uri="{FF2B5EF4-FFF2-40B4-BE49-F238E27FC236}">
                    <a16:creationId xmlns:a16="http://schemas.microsoft.com/office/drawing/2014/main" id="{DCB0BC01-5701-47DE-A462-2D0873D1A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342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128 w 3"/>
                  <a:gd name="T3" fmla="*/ 192 h 3"/>
                  <a:gd name="T4" fmla="*/ 192 w 3"/>
                  <a:gd name="T5" fmla="*/ 64 h 3"/>
                  <a:gd name="T6" fmla="*/ 64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0" name="Freeform 2810">
                <a:extLst>
                  <a:ext uri="{FF2B5EF4-FFF2-40B4-BE49-F238E27FC236}">
                    <a16:creationId xmlns:a16="http://schemas.microsoft.com/office/drawing/2014/main" id="{07D9664F-934F-4262-93E4-86A59FF8B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2325"/>
                <a:ext cx="16" cy="19"/>
              </a:xfrm>
              <a:custGeom>
                <a:avLst/>
                <a:gdLst>
                  <a:gd name="T0" fmla="*/ 37 w 9"/>
                  <a:gd name="T1" fmla="*/ 274 h 10"/>
                  <a:gd name="T2" fmla="*/ 203 w 9"/>
                  <a:gd name="T3" fmla="*/ 418 h 10"/>
                  <a:gd name="T4" fmla="*/ 247 w 9"/>
                  <a:gd name="T5" fmla="*/ 200 h 10"/>
                  <a:gd name="T6" fmla="*/ 89 w 9"/>
                  <a:gd name="T7" fmla="*/ 55 h 10"/>
                  <a:gd name="T8" fmla="*/ 37 w 9"/>
                  <a:gd name="T9" fmla="*/ 27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6"/>
                    </a:moveTo>
                    <a:cubicBezTo>
                      <a:pt x="1" y="8"/>
                      <a:pt x="4" y="10"/>
                      <a:pt x="6" y="9"/>
                    </a:cubicBezTo>
                    <a:cubicBezTo>
                      <a:pt x="8" y="8"/>
                      <a:pt x="9" y="6"/>
                      <a:pt x="8" y="4"/>
                    </a:cubicBezTo>
                    <a:cubicBezTo>
                      <a:pt x="7" y="2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1" name="Freeform 2811">
                <a:extLst>
                  <a:ext uri="{FF2B5EF4-FFF2-40B4-BE49-F238E27FC236}">
                    <a16:creationId xmlns:a16="http://schemas.microsoft.com/office/drawing/2014/main" id="{E4028FC6-32A3-442A-A7E3-F91DA2C38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331"/>
                <a:ext cx="6" cy="5"/>
              </a:xfrm>
              <a:custGeom>
                <a:avLst/>
                <a:gdLst>
                  <a:gd name="T0" fmla="*/ 0 w 3"/>
                  <a:gd name="T1" fmla="*/ 22 h 3"/>
                  <a:gd name="T2" fmla="*/ 128 w 3"/>
                  <a:gd name="T3" fmla="*/ 37 h 3"/>
                  <a:gd name="T4" fmla="*/ 192 w 3"/>
                  <a:gd name="T5" fmla="*/ 22 h 3"/>
                  <a:gd name="T6" fmla="*/ 64 w 3"/>
                  <a:gd name="T7" fmla="*/ 0 h 3"/>
                  <a:gd name="T8" fmla="*/ 0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1" y="3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2" name="Freeform 2812">
                <a:extLst>
                  <a:ext uri="{FF2B5EF4-FFF2-40B4-BE49-F238E27FC236}">
                    <a16:creationId xmlns:a16="http://schemas.microsoft.com/office/drawing/2014/main" id="{DD69B1B3-F37A-4935-A89C-32C5F4017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313"/>
                <a:ext cx="16" cy="18"/>
              </a:xfrm>
              <a:custGeom>
                <a:avLst/>
                <a:gdLst>
                  <a:gd name="T0" fmla="*/ 0 w 9"/>
                  <a:gd name="T1" fmla="*/ 384 h 9"/>
                  <a:gd name="T2" fmla="*/ 203 w 9"/>
                  <a:gd name="T3" fmla="*/ 512 h 9"/>
                  <a:gd name="T4" fmla="*/ 247 w 9"/>
                  <a:gd name="T5" fmla="*/ 192 h 9"/>
                  <a:gd name="T6" fmla="*/ 89 w 9"/>
                  <a:gd name="T7" fmla="*/ 0 h 9"/>
                  <a:gd name="T8" fmla="*/ 0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3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3" name="Freeform 2813">
                <a:extLst>
                  <a:ext uri="{FF2B5EF4-FFF2-40B4-BE49-F238E27FC236}">
                    <a16:creationId xmlns:a16="http://schemas.microsoft.com/office/drawing/2014/main" id="{CD61537C-D849-43E9-93F8-1DD0D4115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317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92 h 3"/>
                  <a:gd name="T4" fmla="*/ 37 w 3"/>
                  <a:gd name="T5" fmla="*/ 64 h 3"/>
                  <a:gd name="T6" fmla="*/ 22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2"/>
                      <a:pt x="3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4" name="Freeform 2814">
                <a:extLst>
                  <a:ext uri="{FF2B5EF4-FFF2-40B4-BE49-F238E27FC236}">
                    <a16:creationId xmlns:a16="http://schemas.microsoft.com/office/drawing/2014/main" id="{5EAFF742-2908-4001-90DF-43A368904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300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357 h 9"/>
                  <a:gd name="T4" fmla="*/ 247 w 9"/>
                  <a:gd name="T5" fmla="*/ 144 h 9"/>
                  <a:gd name="T6" fmla="*/ 89 w 9"/>
                  <a:gd name="T7" fmla="*/ 0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0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5" name="Freeform 2815">
                <a:extLst>
                  <a:ext uri="{FF2B5EF4-FFF2-40B4-BE49-F238E27FC236}">
                    <a16:creationId xmlns:a16="http://schemas.microsoft.com/office/drawing/2014/main" id="{B087D5ED-C1B6-4D46-8D40-EC144A352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304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6" name="Freeform 2816">
                <a:extLst>
                  <a:ext uri="{FF2B5EF4-FFF2-40B4-BE49-F238E27FC236}">
                    <a16:creationId xmlns:a16="http://schemas.microsoft.com/office/drawing/2014/main" id="{85D85B90-9139-4AD8-8A0B-77E03902E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286"/>
                <a:ext cx="17" cy="18"/>
              </a:xfrm>
              <a:custGeom>
                <a:avLst/>
                <a:gdLst>
                  <a:gd name="T0" fmla="*/ 53 w 9"/>
                  <a:gd name="T1" fmla="*/ 320 h 9"/>
                  <a:gd name="T2" fmla="*/ 272 w 9"/>
                  <a:gd name="T3" fmla="*/ 512 h 9"/>
                  <a:gd name="T4" fmla="*/ 402 w 9"/>
                  <a:gd name="T5" fmla="*/ 192 h 9"/>
                  <a:gd name="T6" fmla="*/ 189 w 9"/>
                  <a:gd name="T7" fmla="*/ 0 h 9"/>
                  <a:gd name="T8" fmla="*/ 53 w 9"/>
                  <a:gd name="T9" fmla="*/ 3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9" y="3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1" y="1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7" name="Freeform 2817">
                <a:extLst>
                  <a:ext uri="{FF2B5EF4-FFF2-40B4-BE49-F238E27FC236}">
                    <a16:creationId xmlns:a16="http://schemas.microsoft.com/office/drawing/2014/main" id="{0058EBA4-B5AE-4915-A5DA-11735E507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290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37 w 3"/>
                  <a:gd name="T3" fmla="*/ 128 h 3"/>
                  <a:gd name="T4" fmla="*/ 62 w 3"/>
                  <a:gd name="T5" fmla="*/ 64 h 3"/>
                  <a:gd name="T6" fmla="*/ 22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8" name="Freeform 2818">
                <a:extLst>
                  <a:ext uri="{FF2B5EF4-FFF2-40B4-BE49-F238E27FC236}">
                    <a16:creationId xmlns:a16="http://schemas.microsoft.com/office/drawing/2014/main" id="{7799EB30-2E61-40D9-94BF-A411B2AB3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271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57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5" y="9"/>
                      <a:pt x="7" y="8"/>
                    </a:cubicBezTo>
                    <a:cubicBezTo>
                      <a:pt x="9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9" name="Freeform 2819">
                <a:extLst>
                  <a:ext uri="{FF2B5EF4-FFF2-40B4-BE49-F238E27FC236}">
                    <a16:creationId xmlns:a16="http://schemas.microsoft.com/office/drawing/2014/main" id="{12F40550-48E8-4F86-A86B-3DA37DAD3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275"/>
                <a:ext cx="6" cy="6"/>
              </a:xfrm>
              <a:custGeom>
                <a:avLst/>
                <a:gdLst>
                  <a:gd name="T0" fmla="*/ 64 w 3"/>
                  <a:gd name="T1" fmla="*/ 192 h 3"/>
                  <a:gd name="T2" fmla="*/ 192 w 3"/>
                  <a:gd name="T3" fmla="*/ 192 h 3"/>
                  <a:gd name="T4" fmla="*/ 192 w 3"/>
                  <a:gd name="T5" fmla="*/ 64 h 3"/>
                  <a:gd name="T6" fmla="*/ 64 w 3"/>
                  <a:gd name="T7" fmla="*/ 64 h 3"/>
                  <a:gd name="T8" fmla="*/ 64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0" name="Freeform 2820">
                <a:extLst>
                  <a:ext uri="{FF2B5EF4-FFF2-40B4-BE49-F238E27FC236}">
                    <a16:creationId xmlns:a16="http://schemas.microsoft.com/office/drawing/2014/main" id="{3BAD98AE-42E7-4BE0-88EA-990E9FCD8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257"/>
                <a:ext cx="16" cy="18"/>
              </a:xfrm>
              <a:custGeom>
                <a:avLst/>
                <a:gdLst>
                  <a:gd name="T0" fmla="*/ 37 w 9"/>
                  <a:gd name="T1" fmla="*/ 448 h 9"/>
                  <a:gd name="T2" fmla="*/ 203 w 9"/>
                  <a:gd name="T3" fmla="*/ 512 h 9"/>
                  <a:gd name="T4" fmla="*/ 247 w 9"/>
                  <a:gd name="T5" fmla="*/ 192 h 9"/>
                  <a:gd name="T6" fmla="*/ 66 w 9"/>
                  <a:gd name="T7" fmla="*/ 64 h 9"/>
                  <a:gd name="T8" fmla="*/ 3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1" name="Freeform 2821">
                <a:extLst>
                  <a:ext uri="{FF2B5EF4-FFF2-40B4-BE49-F238E27FC236}">
                    <a16:creationId xmlns:a16="http://schemas.microsoft.com/office/drawing/2014/main" id="{A6188F02-9807-46A0-9B8E-A06BCD48C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261"/>
                <a:ext cx="6" cy="6"/>
              </a:xfrm>
              <a:custGeom>
                <a:avLst/>
                <a:gdLst>
                  <a:gd name="T0" fmla="*/ 0 w 3"/>
                  <a:gd name="T1" fmla="*/ 192 h 3"/>
                  <a:gd name="T2" fmla="*/ 128 w 3"/>
                  <a:gd name="T3" fmla="*/ 192 h 3"/>
                  <a:gd name="T4" fmla="*/ 128 w 3"/>
                  <a:gd name="T5" fmla="*/ 64 h 3"/>
                  <a:gd name="T6" fmla="*/ 64 w 3"/>
                  <a:gd name="T7" fmla="*/ 64 h 3"/>
                  <a:gd name="T8" fmla="*/ 0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2" name="Freeform 2822">
                <a:extLst>
                  <a:ext uri="{FF2B5EF4-FFF2-40B4-BE49-F238E27FC236}">
                    <a16:creationId xmlns:a16="http://schemas.microsoft.com/office/drawing/2014/main" id="{CFAEA41F-D8AC-4C5E-A375-5F94AA77B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244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57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5" y="9"/>
                      <a:pt x="7" y="8"/>
                    </a:cubicBezTo>
                    <a:cubicBezTo>
                      <a:pt x="9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3" name="Freeform 2823">
                <a:extLst>
                  <a:ext uri="{FF2B5EF4-FFF2-40B4-BE49-F238E27FC236}">
                    <a16:creationId xmlns:a16="http://schemas.microsoft.com/office/drawing/2014/main" id="{DFF6B493-FA0D-4FB4-B6EB-91F8E44D2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248"/>
                <a:ext cx="5" cy="5"/>
              </a:xfrm>
              <a:custGeom>
                <a:avLst/>
                <a:gdLst>
                  <a:gd name="T0" fmla="*/ 22 w 3"/>
                  <a:gd name="T1" fmla="*/ 37 h 3"/>
                  <a:gd name="T2" fmla="*/ 62 w 3"/>
                  <a:gd name="T3" fmla="*/ 62 h 3"/>
                  <a:gd name="T4" fmla="*/ 62 w 3"/>
                  <a:gd name="T5" fmla="*/ 22 h 3"/>
                  <a:gd name="T6" fmla="*/ 22 w 3"/>
                  <a:gd name="T7" fmla="*/ 22 h 3"/>
                  <a:gd name="T8" fmla="*/ 2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4" name="Freeform 2824">
                <a:extLst>
                  <a:ext uri="{FF2B5EF4-FFF2-40B4-BE49-F238E27FC236}">
                    <a16:creationId xmlns:a16="http://schemas.microsoft.com/office/drawing/2014/main" id="{1358F6C0-F13D-4036-BA36-6D13082E5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230"/>
                <a:ext cx="17" cy="18"/>
              </a:xfrm>
              <a:custGeom>
                <a:avLst/>
                <a:gdLst>
                  <a:gd name="T0" fmla="*/ 53 w 9"/>
                  <a:gd name="T1" fmla="*/ 384 h 9"/>
                  <a:gd name="T2" fmla="*/ 272 w 9"/>
                  <a:gd name="T3" fmla="*/ 512 h 9"/>
                  <a:gd name="T4" fmla="*/ 357 w 9"/>
                  <a:gd name="T5" fmla="*/ 128 h 9"/>
                  <a:gd name="T6" fmla="*/ 144 w 9"/>
                  <a:gd name="T7" fmla="*/ 64 h 9"/>
                  <a:gd name="T8" fmla="*/ 53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2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5" name="Freeform 2825">
                <a:extLst>
                  <a:ext uri="{FF2B5EF4-FFF2-40B4-BE49-F238E27FC236}">
                    <a16:creationId xmlns:a16="http://schemas.microsoft.com/office/drawing/2014/main" id="{CF6F7D9A-0915-427F-970A-01E08D4F0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234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92 h 3"/>
                  <a:gd name="T4" fmla="*/ 62 w 3"/>
                  <a:gd name="T5" fmla="*/ 64 h 3"/>
                  <a:gd name="T6" fmla="*/ 22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6" name="Freeform 2826">
                <a:extLst>
                  <a:ext uri="{FF2B5EF4-FFF2-40B4-BE49-F238E27FC236}">
                    <a16:creationId xmlns:a16="http://schemas.microsoft.com/office/drawing/2014/main" id="{7B2188F8-2736-4EAD-B526-AAF9EE62C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215"/>
                <a:ext cx="18" cy="17"/>
              </a:xfrm>
              <a:custGeom>
                <a:avLst/>
                <a:gdLst>
                  <a:gd name="T0" fmla="*/ 41 w 10"/>
                  <a:gd name="T1" fmla="*/ 317 h 9"/>
                  <a:gd name="T2" fmla="*/ 239 w 10"/>
                  <a:gd name="T3" fmla="*/ 357 h 9"/>
                  <a:gd name="T4" fmla="*/ 263 w 10"/>
                  <a:gd name="T5" fmla="*/ 144 h 9"/>
                  <a:gd name="T6" fmla="*/ 94 w 10"/>
                  <a:gd name="T7" fmla="*/ 53 h 9"/>
                  <a:gd name="T8" fmla="*/ 41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7"/>
                    </a:moveTo>
                    <a:cubicBezTo>
                      <a:pt x="2" y="9"/>
                      <a:pt x="5" y="9"/>
                      <a:pt x="7" y="8"/>
                    </a:cubicBezTo>
                    <a:cubicBezTo>
                      <a:pt x="9" y="7"/>
                      <a:pt x="10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7" name="Freeform 2827">
                <a:extLst>
                  <a:ext uri="{FF2B5EF4-FFF2-40B4-BE49-F238E27FC236}">
                    <a16:creationId xmlns:a16="http://schemas.microsoft.com/office/drawing/2014/main" id="{7F0EB8AE-3B7C-4F51-AD0E-A89FF9404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219"/>
                <a:ext cx="8" cy="6"/>
              </a:xfrm>
              <a:custGeom>
                <a:avLst/>
                <a:gdLst>
                  <a:gd name="T0" fmla="*/ 64 w 4"/>
                  <a:gd name="T1" fmla="*/ 192 h 3"/>
                  <a:gd name="T2" fmla="*/ 192 w 4"/>
                  <a:gd name="T3" fmla="*/ 192 h 3"/>
                  <a:gd name="T4" fmla="*/ 192 w 4"/>
                  <a:gd name="T5" fmla="*/ 64 h 3"/>
                  <a:gd name="T6" fmla="*/ 64 w 4"/>
                  <a:gd name="T7" fmla="*/ 64 h 3"/>
                  <a:gd name="T8" fmla="*/ 64 w 4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8" name="Freeform 2828">
                <a:extLst>
                  <a:ext uri="{FF2B5EF4-FFF2-40B4-BE49-F238E27FC236}">
                    <a16:creationId xmlns:a16="http://schemas.microsoft.com/office/drawing/2014/main" id="{AC656E1C-EEDF-4966-AE04-64DE5740A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201"/>
                <a:ext cx="16" cy="18"/>
              </a:xfrm>
              <a:custGeom>
                <a:avLst/>
                <a:gdLst>
                  <a:gd name="T0" fmla="*/ 37 w 9"/>
                  <a:gd name="T1" fmla="*/ 384 h 9"/>
                  <a:gd name="T2" fmla="*/ 203 w 9"/>
                  <a:gd name="T3" fmla="*/ 512 h 9"/>
                  <a:gd name="T4" fmla="*/ 247 w 9"/>
                  <a:gd name="T5" fmla="*/ 128 h 9"/>
                  <a:gd name="T6" fmla="*/ 66 w 9"/>
                  <a:gd name="T7" fmla="*/ 64 h 9"/>
                  <a:gd name="T8" fmla="*/ 3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9" name="Freeform 2829">
                <a:extLst>
                  <a:ext uri="{FF2B5EF4-FFF2-40B4-BE49-F238E27FC236}">
                    <a16:creationId xmlns:a16="http://schemas.microsoft.com/office/drawing/2014/main" id="{9B8D783C-1F3B-432C-B14A-AF6C7996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205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92 h 3"/>
                  <a:gd name="T4" fmla="*/ 37 w 3"/>
                  <a:gd name="T5" fmla="*/ 64 h 3"/>
                  <a:gd name="T6" fmla="*/ 22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0" name="Freeform 2830">
                <a:extLst>
                  <a:ext uri="{FF2B5EF4-FFF2-40B4-BE49-F238E27FC236}">
                    <a16:creationId xmlns:a16="http://schemas.microsoft.com/office/drawing/2014/main" id="{8CB8017A-AC91-468B-8F01-67EB4AB42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186"/>
                <a:ext cx="17" cy="17"/>
              </a:xfrm>
              <a:custGeom>
                <a:avLst/>
                <a:gdLst>
                  <a:gd name="T0" fmla="*/ 53 w 9"/>
                  <a:gd name="T1" fmla="*/ 272 h 9"/>
                  <a:gd name="T2" fmla="*/ 272 w 9"/>
                  <a:gd name="T3" fmla="*/ 357 h 9"/>
                  <a:gd name="T4" fmla="*/ 357 w 9"/>
                  <a:gd name="T5" fmla="*/ 144 h 9"/>
                  <a:gd name="T6" fmla="*/ 100 w 9"/>
                  <a:gd name="T7" fmla="*/ 53 h 9"/>
                  <a:gd name="T8" fmla="*/ 53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4" y="0"/>
                      <a:pt x="2" y="1"/>
                    </a:cubicBezTo>
                    <a:cubicBezTo>
                      <a:pt x="0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1" name="Freeform 2831">
                <a:extLst>
                  <a:ext uri="{FF2B5EF4-FFF2-40B4-BE49-F238E27FC236}">
                    <a16:creationId xmlns:a16="http://schemas.microsoft.com/office/drawing/2014/main" id="{42C47BB2-284D-45BA-A26D-AF34CC9BD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190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128 w 3"/>
                  <a:gd name="T3" fmla="*/ 192 h 3"/>
                  <a:gd name="T4" fmla="*/ 128 w 3"/>
                  <a:gd name="T5" fmla="*/ 64 h 3"/>
                  <a:gd name="T6" fmla="*/ 64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2" name="Freeform 2832">
                <a:extLst>
                  <a:ext uri="{FF2B5EF4-FFF2-40B4-BE49-F238E27FC236}">
                    <a16:creationId xmlns:a16="http://schemas.microsoft.com/office/drawing/2014/main" id="{CAA16A51-30B1-4834-A35E-7B1F93441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170"/>
                <a:ext cx="16" cy="20"/>
              </a:xfrm>
              <a:custGeom>
                <a:avLst/>
                <a:gdLst>
                  <a:gd name="T0" fmla="*/ 37 w 9"/>
                  <a:gd name="T1" fmla="*/ 448 h 10"/>
                  <a:gd name="T2" fmla="*/ 208 w 9"/>
                  <a:gd name="T3" fmla="*/ 512 h 10"/>
                  <a:gd name="T4" fmla="*/ 247 w 9"/>
                  <a:gd name="T5" fmla="*/ 192 h 10"/>
                  <a:gd name="T6" fmla="*/ 66 w 9"/>
                  <a:gd name="T7" fmla="*/ 128 h 10"/>
                  <a:gd name="T8" fmla="*/ 37 w 9"/>
                  <a:gd name="T9" fmla="*/ 44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2" y="9"/>
                      <a:pt x="5" y="10"/>
                      <a:pt x="7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4" y="0"/>
                      <a:pt x="2" y="2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3" name="Freeform 2833">
                <a:extLst>
                  <a:ext uri="{FF2B5EF4-FFF2-40B4-BE49-F238E27FC236}">
                    <a16:creationId xmlns:a16="http://schemas.microsoft.com/office/drawing/2014/main" id="{3F8042E7-A9D7-4465-B2C6-A75A37A07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176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62 w 3"/>
                  <a:gd name="T5" fmla="*/ 0 h 3"/>
                  <a:gd name="T6" fmla="*/ 22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4" name="Freeform 2834">
                <a:extLst>
                  <a:ext uri="{FF2B5EF4-FFF2-40B4-BE49-F238E27FC236}">
                    <a16:creationId xmlns:a16="http://schemas.microsoft.com/office/drawing/2014/main" id="{DF8C0DBE-4260-4741-9254-051B0396A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157"/>
                <a:ext cx="17" cy="17"/>
              </a:xfrm>
              <a:custGeom>
                <a:avLst/>
                <a:gdLst>
                  <a:gd name="T0" fmla="*/ 53 w 9"/>
                  <a:gd name="T1" fmla="*/ 272 h 9"/>
                  <a:gd name="T2" fmla="*/ 317 w 9"/>
                  <a:gd name="T3" fmla="*/ 357 h 9"/>
                  <a:gd name="T4" fmla="*/ 357 w 9"/>
                  <a:gd name="T5" fmla="*/ 100 h 9"/>
                  <a:gd name="T6" fmla="*/ 100 w 9"/>
                  <a:gd name="T7" fmla="*/ 53 h 9"/>
                  <a:gd name="T8" fmla="*/ 53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1" y="2"/>
                      <a:pt x="0" y="5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5" name="Freeform 2835">
                <a:extLst>
                  <a:ext uri="{FF2B5EF4-FFF2-40B4-BE49-F238E27FC236}">
                    <a16:creationId xmlns:a16="http://schemas.microsoft.com/office/drawing/2014/main" id="{0FDE51D8-2418-42A0-A9A2-0EBD74C45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161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37 w 3"/>
                  <a:gd name="T3" fmla="*/ 128 h 3"/>
                  <a:gd name="T4" fmla="*/ 62 w 3"/>
                  <a:gd name="T5" fmla="*/ 64 h 3"/>
                  <a:gd name="T6" fmla="*/ 22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6" name="Freeform 2836">
                <a:extLst>
                  <a:ext uri="{FF2B5EF4-FFF2-40B4-BE49-F238E27FC236}">
                    <a16:creationId xmlns:a16="http://schemas.microsoft.com/office/drawing/2014/main" id="{E9D4F316-BFEB-4275-B981-7F573F5D3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42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57 h 9"/>
                  <a:gd name="T4" fmla="*/ 247 w 9"/>
                  <a:gd name="T5" fmla="*/ 144 h 9"/>
                  <a:gd name="T6" fmla="*/ 66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3"/>
                    </a:cubicBezTo>
                    <a:cubicBezTo>
                      <a:pt x="7" y="1"/>
                      <a:pt x="4" y="0"/>
                      <a:pt x="2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7" name="Freeform 2837">
                <a:extLst>
                  <a:ext uri="{FF2B5EF4-FFF2-40B4-BE49-F238E27FC236}">
                    <a16:creationId xmlns:a16="http://schemas.microsoft.com/office/drawing/2014/main" id="{3C7E2A1F-3FF0-4771-B623-825A5A967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145"/>
                <a:ext cx="6" cy="6"/>
              </a:xfrm>
              <a:custGeom>
                <a:avLst/>
                <a:gdLst>
                  <a:gd name="T0" fmla="*/ 64 w 3"/>
                  <a:gd name="T1" fmla="*/ 192 h 3"/>
                  <a:gd name="T2" fmla="*/ 128 w 3"/>
                  <a:gd name="T3" fmla="*/ 192 h 3"/>
                  <a:gd name="T4" fmla="*/ 192 w 3"/>
                  <a:gd name="T5" fmla="*/ 64 h 3"/>
                  <a:gd name="T6" fmla="*/ 64 w 3"/>
                  <a:gd name="T7" fmla="*/ 64 h 3"/>
                  <a:gd name="T8" fmla="*/ 64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8" name="Freeform 2838">
                <a:extLst>
                  <a:ext uri="{FF2B5EF4-FFF2-40B4-BE49-F238E27FC236}">
                    <a16:creationId xmlns:a16="http://schemas.microsoft.com/office/drawing/2014/main" id="{04661723-351B-4B3C-87A9-5B5D70D34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128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8 w 9"/>
                  <a:gd name="T3" fmla="*/ 317 h 9"/>
                  <a:gd name="T4" fmla="*/ 247 w 9"/>
                  <a:gd name="T5" fmla="*/ 100 h 9"/>
                  <a:gd name="T6" fmla="*/ 66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5" y="9"/>
                      <a:pt x="7" y="7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9" name="Freeform 2839">
                <a:extLst>
                  <a:ext uri="{FF2B5EF4-FFF2-40B4-BE49-F238E27FC236}">
                    <a16:creationId xmlns:a16="http://schemas.microsoft.com/office/drawing/2014/main" id="{6EAE2E99-41AB-4531-BCC7-8F8A2E9A9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132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62 w 3"/>
                  <a:gd name="T5" fmla="*/ 0 h 3"/>
                  <a:gd name="T6" fmla="*/ 22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0" name="Freeform 2840">
                <a:extLst>
                  <a:ext uri="{FF2B5EF4-FFF2-40B4-BE49-F238E27FC236}">
                    <a16:creationId xmlns:a16="http://schemas.microsoft.com/office/drawing/2014/main" id="{8BC4A7D2-0043-4BE9-AA4D-D06FC5700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113"/>
                <a:ext cx="18" cy="17"/>
              </a:xfrm>
              <a:custGeom>
                <a:avLst/>
                <a:gdLst>
                  <a:gd name="T0" fmla="*/ 74 w 10"/>
                  <a:gd name="T1" fmla="*/ 272 h 9"/>
                  <a:gd name="T2" fmla="*/ 239 w 10"/>
                  <a:gd name="T3" fmla="*/ 357 h 9"/>
                  <a:gd name="T4" fmla="*/ 263 w 10"/>
                  <a:gd name="T5" fmla="*/ 100 h 9"/>
                  <a:gd name="T6" fmla="*/ 94 w 10"/>
                  <a:gd name="T7" fmla="*/ 53 h 9"/>
                  <a:gd name="T8" fmla="*/ 74 w 10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6"/>
                    </a:moveTo>
                    <a:cubicBezTo>
                      <a:pt x="3" y="8"/>
                      <a:pt x="5" y="9"/>
                      <a:pt x="7" y="8"/>
                    </a:cubicBezTo>
                    <a:cubicBezTo>
                      <a:pt x="9" y="6"/>
                      <a:pt x="10" y="4"/>
                      <a:pt x="8" y="2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5"/>
                      <a:pt x="2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1" name="Freeform 2841">
                <a:extLst>
                  <a:ext uri="{FF2B5EF4-FFF2-40B4-BE49-F238E27FC236}">
                    <a16:creationId xmlns:a16="http://schemas.microsoft.com/office/drawing/2014/main" id="{AA40BC36-40A2-4AFD-911B-E6A6C1A4A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116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128 w 3"/>
                  <a:gd name="T3" fmla="*/ 128 h 3"/>
                  <a:gd name="T4" fmla="*/ 128 w 3"/>
                  <a:gd name="T5" fmla="*/ 64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2" name="Freeform 2842">
                <a:extLst>
                  <a:ext uri="{FF2B5EF4-FFF2-40B4-BE49-F238E27FC236}">
                    <a16:creationId xmlns:a16="http://schemas.microsoft.com/office/drawing/2014/main" id="{8C63A3CC-CD5A-4DCA-A4D3-A7A6CA6B0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097"/>
                <a:ext cx="17" cy="18"/>
              </a:xfrm>
              <a:custGeom>
                <a:avLst/>
                <a:gdLst>
                  <a:gd name="T0" fmla="*/ 53 w 9"/>
                  <a:gd name="T1" fmla="*/ 384 h 9"/>
                  <a:gd name="T2" fmla="*/ 317 w 9"/>
                  <a:gd name="T3" fmla="*/ 448 h 9"/>
                  <a:gd name="T4" fmla="*/ 357 w 9"/>
                  <a:gd name="T5" fmla="*/ 128 h 9"/>
                  <a:gd name="T6" fmla="*/ 100 w 9"/>
                  <a:gd name="T7" fmla="*/ 64 h 9"/>
                  <a:gd name="T8" fmla="*/ 53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5" y="9"/>
                      <a:pt x="7" y="7"/>
                    </a:cubicBezTo>
                    <a:cubicBezTo>
                      <a:pt x="8" y="6"/>
                      <a:pt x="9" y="4"/>
                      <a:pt x="8" y="2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3" name="Freeform 2843">
                <a:extLst>
                  <a:ext uri="{FF2B5EF4-FFF2-40B4-BE49-F238E27FC236}">
                    <a16:creationId xmlns:a16="http://schemas.microsoft.com/office/drawing/2014/main" id="{A6BF6783-CFA0-4F1D-A2D3-17F6D8A63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01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62 w 3"/>
                  <a:gd name="T5" fmla="*/ 64 h 3"/>
                  <a:gd name="T6" fmla="*/ 22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4" name="Freeform 2844">
                <a:extLst>
                  <a:ext uri="{FF2B5EF4-FFF2-40B4-BE49-F238E27FC236}">
                    <a16:creationId xmlns:a16="http://schemas.microsoft.com/office/drawing/2014/main" id="{DAE66F49-04CD-46EC-9896-113AAE3A8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082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47 w 9"/>
                  <a:gd name="T3" fmla="*/ 317 h 9"/>
                  <a:gd name="T4" fmla="*/ 247 w 9"/>
                  <a:gd name="T5" fmla="*/ 100 h 9"/>
                  <a:gd name="T6" fmla="*/ 66 w 9"/>
                  <a:gd name="T7" fmla="*/ 53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1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5" name="Freeform 2845">
                <a:extLst>
                  <a:ext uri="{FF2B5EF4-FFF2-40B4-BE49-F238E27FC236}">
                    <a16:creationId xmlns:a16="http://schemas.microsoft.com/office/drawing/2014/main" id="{A9CACBA0-F9A0-4664-8D7B-E30090208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086"/>
                <a:ext cx="6" cy="5"/>
              </a:xfrm>
              <a:custGeom>
                <a:avLst/>
                <a:gdLst>
                  <a:gd name="T0" fmla="*/ 0 w 3"/>
                  <a:gd name="T1" fmla="*/ 62 h 3"/>
                  <a:gd name="T2" fmla="*/ 128 w 3"/>
                  <a:gd name="T3" fmla="*/ 62 h 3"/>
                  <a:gd name="T4" fmla="*/ 128 w 3"/>
                  <a:gd name="T5" fmla="*/ 22 h 3"/>
                  <a:gd name="T6" fmla="*/ 0 w 3"/>
                  <a:gd name="T7" fmla="*/ 22 h 3"/>
                  <a:gd name="T8" fmla="*/ 0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6" name="Freeform 2846">
                <a:extLst>
                  <a:ext uri="{FF2B5EF4-FFF2-40B4-BE49-F238E27FC236}">
                    <a16:creationId xmlns:a16="http://schemas.microsoft.com/office/drawing/2014/main" id="{CB7248DE-FAD5-44F2-BCCE-814F2F12A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066"/>
                <a:ext cx="17" cy="18"/>
              </a:xfrm>
              <a:custGeom>
                <a:avLst/>
                <a:gdLst>
                  <a:gd name="T0" fmla="*/ 53 w 9"/>
                  <a:gd name="T1" fmla="*/ 448 h 9"/>
                  <a:gd name="T2" fmla="*/ 317 w 9"/>
                  <a:gd name="T3" fmla="*/ 512 h 9"/>
                  <a:gd name="T4" fmla="*/ 317 w 9"/>
                  <a:gd name="T5" fmla="*/ 128 h 9"/>
                  <a:gd name="T6" fmla="*/ 100 w 9"/>
                  <a:gd name="T7" fmla="*/ 128 h 9"/>
                  <a:gd name="T8" fmla="*/ 53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6"/>
                      <a:pt x="9" y="4"/>
                      <a:pt x="7" y="2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3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7" name="Freeform 2847">
                <a:extLst>
                  <a:ext uri="{FF2B5EF4-FFF2-40B4-BE49-F238E27FC236}">
                    <a16:creationId xmlns:a16="http://schemas.microsoft.com/office/drawing/2014/main" id="{1FC23281-992C-4F96-93DC-DC00C73EB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070"/>
                <a:ext cx="5" cy="6"/>
              </a:xfrm>
              <a:custGeom>
                <a:avLst/>
                <a:gdLst>
                  <a:gd name="T0" fmla="*/ 22 w 3"/>
                  <a:gd name="T1" fmla="*/ 192 h 3"/>
                  <a:gd name="T2" fmla="*/ 62 w 3"/>
                  <a:gd name="T3" fmla="*/ 192 h 3"/>
                  <a:gd name="T4" fmla="*/ 62 w 3"/>
                  <a:gd name="T5" fmla="*/ 64 h 3"/>
                  <a:gd name="T6" fmla="*/ 22 w 3"/>
                  <a:gd name="T7" fmla="*/ 64 h 3"/>
                  <a:gd name="T8" fmla="*/ 2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8" name="Freeform 2848">
                <a:extLst>
                  <a:ext uri="{FF2B5EF4-FFF2-40B4-BE49-F238E27FC236}">
                    <a16:creationId xmlns:a16="http://schemas.microsoft.com/office/drawing/2014/main" id="{952E321C-397F-42D6-9AC1-EB26F4A1F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051"/>
                <a:ext cx="16" cy="17"/>
              </a:xfrm>
              <a:custGeom>
                <a:avLst/>
                <a:gdLst>
                  <a:gd name="T0" fmla="*/ 37 w 9"/>
                  <a:gd name="T1" fmla="*/ 357 h 9"/>
                  <a:gd name="T2" fmla="*/ 208 w 9"/>
                  <a:gd name="T3" fmla="*/ 357 h 9"/>
                  <a:gd name="T4" fmla="*/ 208 w 9"/>
                  <a:gd name="T5" fmla="*/ 100 h 9"/>
                  <a:gd name="T6" fmla="*/ 37 w 9"/>
                  <a:gd name="T7" fmla="*/ 100 h 9"/>
                  <a:gd name="T8" fmla="*/ 3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8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8" y="6"/>
                      <a:pt x="9" y="4"/>
                      <a:pt x="7" y="2"/>
                    </a:cubicBezTo>
                    <a:cubicBezTo>
                      <a:pt x="6" y="1"/>
                      <a:pt x="3" y="0"/>
                      <a:pt x="1" y="2"/>
                    </a:cubicBezTo>
                    <a:cubicBezTo>
                      <a:pt x="0" y="3"/>
                      <a:pt x="0" y="6"/>
                      <a:pt x="1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9" name="Freeform 2849">
                <a:extLst>
                  <a:ext uri="{FF2B5EF4-FFF2-40B4-BE49-F238E27FC236}">
                    <a16:creationId xmlns:a16="http://schemas.microsoft.com/office/drawing/2014/main" id="{DA7C68A2-8CC0-4B36-8495-D8245A3B3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055"/>
                <a:ext cx="5" cy="5"/>
              </a:xfrm>
              <a:custGeom>
                <a:avLst/>
                <a:gdLst>
                  <a:gd name="T0" fmla="*/ 0 w 3"/>
                  <a:gd name="T1" fmla="*/ 62 h 3"/>
                  <a:gd name="T2" fmla="*/ 37 w 3"/>
                  <a:gd name="T3" fmla="*/ 62 h 3"/>
                  <a:gd name="T4" fmla="*/ 37 w 3"/>
                  <a:gd name="T5" fmla="*/ 22 h 3"/>
                  <a:gd name="T6" fmla="*/ 22 w 3"/>
                  <a:gd name="T7" fmla="*/ 22 h 3"/>
                  <a:gd name="T8" fmla="*/ 0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0" name="Freeform 2850">
                <a:extLst>
                  <a:ext uri="{FF2B5EF4-FFF2-40B4-BE49-F238E27FC236}">
                    <a16:creationId xmlns:a16="http://schemas.microsoft.com/office/drawing/2014/main" id="{E7D932EE-1F18-451D-AC7C-B2C738ED9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035"/>
                <a:ext cx="16" cy="18"/>
              </a:xfrm>
              <a:custGeom>
                <a:avLst/>
                <a:gdLst>
                  <a:gd name="T0" fmla="*/ 66 w 9"/>
                  <a:gd name="T1" fmla="*/ 448 h 9"/>
                  <a:gd name="T2" fmla="*/ 247 w 9"/>
                  <a:gd name="T3" fmla="*/ 512 h 9"/>
                  <a:gd name="T4" fmla="*/ 247 w 9"/>
                  <a:gd name="T5" fmla="*/ 128 h 9"/>
                  <a:gd name="T6" fmla="*/ 66 w 9"/>
                  <a:gd name="T7" fmla="*/ 128 h 9"/>
                  <a:gd name="T8" fmla="*/ 66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8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6" y="0"/>
                      <a:pt x="4" y="0"/>
                      <a:pt x="2" y="2"/>
                    </a:cubicBezTo>
                    <a:cubicBezTo>
                      <a:pt x="1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1" name="Freeform 2851">
                <a:extLst>
                  <a:ext uri="{FF2B5EF4-FFF2-40B4-BE49-F238E27FC236}">
                    <a16:creationId xmlns:a16="http://schemas.microsoft.com/office/drawing/2014/main" id="{B788A5E0-462C-4BAA-B0B3-D39A9EE53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039"/>
                <a:ext cx="6" cy="6"/>
              </a:xfrm>
              <a:custGeom>
                <a:avLst/>
                <a:gdLst>
                  <a:gd name="T0" fmla="*/ 0 w 3"/>
                  <a:gd name="T1" fmla="*/ 192 h 3"/>
                  <a:gd name="T2" fmla="*/ 128 w 3"/>
                  <a:gd name="T3" fmla="*/ 192 h 3"/>
                  <a:gd name="T4" fmla="*/ 128 w 3"/>
                  <a:gd name="T5" fmla="*/ 64 h 3"/>
                  <a:gd name="T6" fmla="*/ 0 w 3"/>
                  <a:gd name="T7" fmla="*/ 64 h 3"/>
                  <a:gd name="T8" fmla="*/ 0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2" name="Freeform 2852">
                <a:extLst>
                  <a:ext uri="{FF2B5EF4-FFF2-40B4-BE49-F238E27FC236}">
                    <a16:creationId xmlns:a16="http://schemas.microsoft.com/office/drawing/2014/main" id="{2A57475F-E720-4615-BA59-04BF6A323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020"/>
                <a:ext cx="17" cy="17"/>
              </a:xfrm>
              <a:custGeom>
                <a:avLst/>
                <a:gdLst>
                  <a:gd name="T0" fmla="*/ 53 w 9"/>
                  <a:gd name="T1" fmla="*/ 317 h 9"/>
                  <a:gd name="T2" fmla="*/ 317 w 9"/>
                  <a:gd name="T3" fmla="*/ 357 h 9"/>
                  <a:gd name="T4" fmla="*/ 317 w 9"/>
                  <a:gd name="T5" fmla="*/ 100 h 9"/>
                  <a:gd name="T6" fmla="*/ 100 w 9"/>
                  <a:gd name="T7" fmla="*/ 100 h 9"/>
                  <a:gd name="T8" fmla="*/ 53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6"/>
                      <a:pt x="9" y="4"/>
                      <a:pt x="7" y="2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3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3" name="Freeform 2853">
                <a:extLst>
                  <a:ext uri="{FF2B5EF4-FFF2-40B4-BE49-F238E27FC236}">
                    <a16:creationId xmlns:a16="http://schemas.microsoft.com/office/drawing/2014/main" id="{286EDB10-D4D8-4DD6-B6D7-61F49F95B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024"/>
                <a:ext cx="5" cy="6"/>
              </a:xfrm>
              <a:custGeom>
                <a:avLst/>
                <a:gdLst>
                  <a:gd name="T0" fmla="*/ 22 w 3"/>
                  <a:gd name="T1" fmla="*/ 192 h 3"/>
                  <a:gd name="T2" fmla="*/ 62 w 3"/>
                  <a:gd name="T3" fmla="*/ 192 h 3"/>
                  <a:gd name="T4" fmla="*/ 62 w 3"/>
                  <a:gd name="T5" fmla="*/ 64 h 3"/>
                  <a:gd name="T6" fmla="*/ 22 w 3"/>
                  <a:gd name="T7" fmla="*/ 64 h 3"/>
                  <a:gd name="T8" fmla="*/ 2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4" name="Freeform 2854">
                <a:extLst>
                  <a:ext uri="{FF2B5EF4-FFF2-40B4-BE49-F238E27FC236}">
                    <a16:creationId xmlns:a16="http://schemas.microsoft.com/office/drawing/2014/main" id="{D599B54C-6812-44E1-9B2F-A10A8E1B3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418"/>
                <a:ext cx="16" cy="17"/>
              </a:xfrm>
              <a:custGeom>
                <a:avLst/>
                <a:gdLst>
                  <a:gd name="T0" fmla="*/ 0 w 9"/>
                  <a:gd name="T1" fmla="*/ 213 h 9"/>
                  <a:gd name="T2" fmla="*/ 158 w 9"/>
                  <a:gd name="T3" fmla="*/ 357 h 9"/>
                  <a:gd name="T4" fmla="*/ 247 w 9"/>
                  <a:gd name="T5" fmla="*/ 189 h 9"/>
                  <a:gd name="T6" fmla="*/ 117 w 9"/>
                  <a:gd name="T7" fmla="*/ 0 h 9"/>
                  <a:gd name="T8" fmla="*/ 0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1" y="7"/>
                      <a:pt x="3" y="9"/>
                      <a:pt x="5" y="8"/>
                    </a:cubicBezTo>
                    <a:cubicBezTo>
                      <a:pt x="7" y="8"/>
                      <a:pt x="9" y="6"/>
                      <a:pt x="8" y="4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5" name="Freeform 2855">
                <a:extLst>
                  <a:ext uri="{FF2B5EF4-FFF2-40B4-BE49-F238E27FC236}">
                    <a16:creationId xmlns:a16="http://schemas.microsoft.com/office/drawing/2014/main" id="{0BB038E7-2B84-4054-8F04-DAE2733D8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421"/>
                <a:ext cx="4" cy="6"/>
              </a:xfrm>
              <a:custGeom>
                <a:avLst/>
                <a:gdLst>
                  <a:gd name="T0" fmla="*/ 0 w 2"/>
                  <a:gd name="T1" fmla="*/ 64 h 3"/>
                  <a:gd name="T2" fmla="*/ 64 w 2"/>
                  <a:gd name="T3" fmla="*/ 128 h 3"/>
                  <a:gd name="T4" fmla="*/ 128 w 2"/>
                  <a:gd name="T5" fmla="*/ 64 h 3"/>
                  <a:gd name="T6" fmla="*/ 64 w 2"/>
                  <a:gd name="T7" fmla="*/ 0 h 3"/>
                  <a:gd name="T8" fmla="*/ 0 w 2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6" name="Freeform 2856">
                <a:extLst>
                  <a:ext uri="{FF2B5EF4-FFF2-40B4-BE49-F238E27FC236}">
                    <a16:creationId xmlns:a16="http://schemas.microsoft.com/office/drawing/2014/main" id="{356C790C-5DE1-494C-9084-BB53D87B6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2406"/>
                <a:ext cx="16" cy="15"/>
              </a:xfrm>
              <a:custGeom>
                <a:avLst/>
                <a:gdLst>
                  <a:gd name="T0" fmla="*/ 37 w 9"/>
                  <a:gd name="T1" fmla="*/ 212 h 8"/>
                  <a:gd name="T2" fmla="*/ 158 w 9"/>
                  <a:gd name="T3" fmla="*/ 349 h 8"/>
                  <a:gd name="T4" fmla="*/ 281 w 9"/>
                  <a:gd name="T5" fmla="*/ 137 h 8"/>
                  <a:gd name="T6" fmla="*/ 117 w 9"/>
                  <a:gd name="T7" fmla="*/ 0 h 8"/>
                  <a:gd name="T8" fmla="*/ 37 w 9"/>
                  <a:gd name="T9" fmla="*/ 2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5"/>
                    </a:moveTo>
                    <a:cubicBezTo>
                      <a:pt x="1" y="7"/>
                      <a:pt x="3" y="8"/>
                      <a:pt x="5" y="8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2" y="0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7" name="Freeform 2857">
                <a:extLst>
                  <a:ext uri="{FF2B5EF4-FFF2-40B4-BE49-F238E27FC236}">
                    <a16:creationId xmlns:a16="http://schemas.microsoft.com/office/drawing/2014/main" id="{EA5E67D4-1D85-4E0C-9EDA-DA8E1F3B4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410"/>
                <a:ext cx="6" cy="4"/>
              </a:xfrm>
              <a:custGeom>
                <a:avLst/>
                <a:gdLst>
                  <a:gd name="T0" fmla="*/ 0 w 3"/>
                  <a:gd name="T1" fmla="*/ 64 h 2"/>
                  <a:gd name="T2" fmla="*/ 128 w 3"/>
                  <a:gd name="T3" fmla="*/ 128 h 2"/>
                  <a:gd name="T4" fmla="*/ 192 w 3"/>
                  <a:gd name="T5" fmla="*/ 64 h 2"/>
                  <a:gd name="T6" fmla="*/ 64 w 3"/>
                  <a:gd name="T7" fmla="*/ 0 h 2"/>
                  <a:gd name="T8" fmla="*/ 0 w 3"/>
                  <a:gd name="T9" fmla="*/ 6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8" name="Freeform 2858">
                <a:extLst>
                  <a:ext uri="{FF2B5EF4-FFF2-40B4-BE49-F238E27FC236}">
                    <a16:creationId xmlns:a16="http://schemas.microsoft.com/office/drawing/2014/main" id="{AFA2B149-3E8E-46D3-8587-0FA4F7B59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392"/>
                <a:ext cx="16" cy="18"/>
              </a:xfrm>
              <a:custGeom>
                <a:avLst/>
                <a:gdLst>
                  <a:gd name="T0" fmla="*/ 0 w 9"/>
                  <a:gd name="T1" fmla="*/ 384 h 9"/>
                  <a:gd name="T2" fmla="*/ 158 w 9"/>
                  <a:gd name="T3" fmla="*/ 512 h 9"/>
                  <a:gd name="T4" fmla="*/ 247 w 9"/>
                  <a:gd name="T5" fmla="*/ 192 h 9"/>
                  <a:gd name="T6" fmla="*/ 89 w 9"/>
                  <a:gd name="T7" fmla="*/ 64 h 9"/>
                  <a:gd name="T8" fmla="*/ 0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3" y="9"/>
                      <a:pt x="5" y="8"/>
                    </a:cubicBezTo>
                    <a:cubicBezTo>
                      <a:pt x="7" y="8"/>
                      <a:pt x="9" y="6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9" name="Freeform 2859">
                <a:extLst>
                  <a:ext uri="{FF2B5EF4-FFF2-40B4-BE49-F238E27FC236}">
                    <a16:creationId xmlns:a16="http://schemas.microsoft.com/office/drawing/2014/main" id="{331B4C96-4840-4659-9C8D-5FDB23E52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396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37 w 3"/>
                  <a:gd name="T3" fmla="*/ 192 h 3"/>
                  <a:gd name="T4" fmla="*/ 62 w 3"/>
                  <a:gd name="T5" fmla="*/ 64 h 3"/>
                  <a:gd name="T6" fmla="*/ 22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0" name="Freeform 2860">
                <a:extLst>
                  <a:ext uri="{FF2B5EF4-FFF2-40B4-BE49-F238E27FC236}">
                    <a16:creationId xmlns:a16="http://schemas.microsoft.com/office/drawing/2014/main" id="{49D785C1-A870-40D9-A5A5-3346CFE5D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381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357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4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1" name="Freeform 2861">
                <a:extLst>
                  <a:ext uri="{FF2B5EF4-FFF2-40B4-BE49-F238E27FC236}">
                    <a16:creationId xmlns:a16="http://schemas.microsoft.com/office/drawing/2014/main" id="{B1DCFDB5-2835-49B9-9D65-77899D2A1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385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128 w 3"/>
                  <a:gd name="T3" fmla="*/ 192 h 3"/>
                  <a:gd name="T4" fmla="*/ 192 w 3"/>
                  <a:gd name="T5" fmla="*/ 64 h 3"/>
                  <a:gd name="T6" fmla="*/ 64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2" name="Freeform 2862">
                <a:extLst>
                  <a:ext uri="{FF2B5EF4-FFF2-40B4-BE49-F238E27FC236}">
                    <a16:creationId xmlns:a16="http://schemas.microsoft.com/office/drawing/2014/main" id="{4227BE22-D1B7-4A8B-89F7-07CF3A2AD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369"/>
                <a:ext cx="16" cy="18"/>
              </a:xfrm>
              <a:custGeom>
                <a:avLst/>
                <a:gdLst>
                  <a:gd name="T0" fmla="*/ 37 w 9"/>
                  <a:gd name="T1" fmla="*/ 320 h 9"/>
                  <a:gd name="T2" fmla="*/ 203 w 9"/>
                  <a:gd name="T3" fmla="*/ 512 h 9"/>
                  <a:gd name="T4" fmla="*/ 247 w 9"/>
                  <a:gd name="T5" fmla="*/ 192 h 9"/>
                  <a:gd name="T6" fmla="*/ 89 w 9"/>
                  <a:gd name="T7" fmla="*/ 0 h 9"/>
                  <a:gd name="T8" fmla="*/ 37 w 9"/>
                  <a:gd name="T9" fmla="*/ 3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1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955" name="Group 3064">
              <a:extLst>
                <a:ext uri="{FF2B5EF4-FFF2-40B4-BE49-F238E27FC236}">
                  <a16:creationId xmlns:a16="http://schemas.microsoft.com/office/drawing/2014/main" id="{4F3984FD-610A-4777-A7EC-395F96B51C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1" y="1754"/>
              <a:ext cx="712" cy="789"/>
              <a:chOff x="3001" y="1754"/>
              <a:chExt cx="712" cy="789"/>
            </a:xfrm>
          </p:grpSpPr>
          <p:sp>
            <p:nvSpPr>
              <p:cNvPr id="27823" name="Freeform 2864">
                <a:extLst>
                  <a:ext uri="{FF2B5EF4-FFF2-40B4-BE49-F238E27FC236}">
                    <a16:creationId xmlns:a16="http://schemas.microsoft.com/office/drawing/2014/main" id="{1852005D-7A6E-45C4-8E96-11ADE2368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373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128 w 3"/>
                  <a:gd name="T3" fmla="*/ 192 h 3"/>
                  <a:gd name="T4" fmla="*/ 192 w 3"/>
                  <a:gd name="T5" fmla="*/ 64 h 3"/>
                  <a:gd name="T6" fmla="*/ 64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4" name="Freeform 2865">
                <a:extLst>
                  <a:ext uri="{FF2B5EF4-FFF2-40B4-BE49-F238E27FC236}">
                    <a16:creationId xmlns:a16="http://schemas.microsoft.com/office/drawing/2014/main" id="{602A7EAA-907D-4031-9F8B-F4B881D83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356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402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3" y="9"/>
                      <a:pt x="6" y="9"/>
                    </a:cubicBezTo>
                    <a:cubicBezTo>
                      <a:pt x="8" y="8"/>
                      <a:pt x="9" y="6"/>
                      <a:pt x="8" y="3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5" name="Freeform 2866">
                <a:extLst>
                  <a:ext uri="{FF2B5EF4-FFF2-40B4-BE49-F238E27FC236}">
                    <a16:creationId xmlns:a16="http://schemas.microsoft.com/office/drawing/2014/main" id="{11926555-DD8F-4639-B0F7-30F968500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360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6" name="Freeform 2867">
                <a:extLst>
                  <a:ext uri="{FF2B5EF4-FFF2-40B4-BE49-F238E27FC236}">
                    <a16:creationId xmlns:a16="http://schemas.microsoft.com/office/drawing/2014/main" id="{251EEEE9-B129-4F70-B92F-7894BC156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342"/>
                <a:ext cx="16" cy="18"/>
              </a:xfrm>
              <a:custGeom>
                <a:avLst/>
                <a:gdLst>
                  <a:gd name="T0" fmla="*/ 0 w 9"/>
                  <a:gd name="T1" fmla="*/ 384 h 9"/>
                  <a:gd name="T2" fmla="*/ 158 w 9"/>
                  <a:gd name="T3" fmla="*/ 576 h 9"/>
                  <a:gd name="T4" fmla="*/ 247 w 9"/>
                  <a:gd name="T5" fmla="*/ 256 h 9"/>
                  <a:gd name="T6" fmla="*/ 89 w 9"/>
                  <a:gd name="T7" fmla="*/ 64 h 9"/>
                  <a:gd name="T8" fmla="*/ 0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3" y="9"/>
                      <a:pt x="5" y="9"/>
                    </a:cubicBezTo>
                    <a:cubicBezTo>
                      <a:pt x="7" y="8"/>
                      <a:pt x="9" y="6"/>
                      <a:pt x="8" y="4"/>
                    </a:cubicBezTo>
                    <a:cubicBezTo>
                      <a:pt x="7" y="2"/>
                      <a:pt x="5" y="0"/>
                      <a:pt x="3" y="1"/>
                    </a:cubicBezTo>
                    <a:cubicBezTo>
                      <a:pt x="1" y="2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7" name="Freeform 2868">
                <a:extLst>
                  <a:ext uri="{FF2B5EF4-FFF2-40B4-BE49-F238E27FC236}">
                    <a16:creationId xmlns:a16="http://schemas.microsoft.com/office/drawing/2014/main" id="{DDFBD576-ED95-4B21-B220-7788092E1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346"/>
                <a:ext cx="7" cy="6"/>
              </a:xfrm>
              <a:custGeom>
                <a:avLst/>
                <a:gdLst>
                  <a:gd name="T0" fmla="*/ 37 w 4"/>
                  <a:gd name="T1" fmla="*/ 128 h 3"/>
                  <a:gd name="T2" fmla="*/ 65 w 4"/>
                  <a:gd name="T3" fmla="*/ 192 h 3"/>
                  <a:gd name="T4" fmla="*/ 86 w 4"/>
                  <a:gd name="T5" fmla="*/ 64 h 3"/>
                  <a:gd name="T6" fmla="*/ 65 w 4"/>
                  <a:gd name="T7" fmla="*/ 64 h 3"/>
                  <a:gd name="T8" fmla="*/ 37 w 4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4" y="2"/>
                      <a:pt x="3" y="1"/>
                    </a:cubicBezTo>
                    <a:cubicBezTo>
                      <a:pt x="3" y="1"/>
                      <a:pt x="2" y="0"/>
                      <a:pt x="2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8" name="Freeform 2869">
                <a:extLst>
                  <a:ext uri="{FF2B5EF4-FFF2-40B4-BE49-F238E27FC236}">
                    <a16:creationId xmlns:a16="http://schemas.microsoft.com/office/drawing/2014/main" id="{0A89DB54-0806-4A57-8455-20B14A10F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329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402 h 9"/>
                  <a:gd name="T4" fmla="*/ 247 w 9"/>
                  <a:gd name="T5" fmla="*/ 189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9"/>
                    </a:cubicBezTo>
                    <a:cubicBezTo>
                      <a:pt x="8" y="8"/>
                      <a:pt x="9" y="6"/>
                      <a:pt x="8" y="4"/>
                    </a:cubicBezTo>
                    <a:cubicBezTo>
                      <a:pt x="8" y="1"/>
                      <a:pt x="6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9" name="Freeform 2870">
                <a:extLst>
                  <a:ext uri="{FF2B5EF4-FFF2-40B4-BE49-F238E27FC236}">
                    <a16:creationId xmlns:a16="http://schemas.microsoft.com/office/drawing/2014/main" id="{286DD85D-08B1-44E5-A690-D3A44AEBC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333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22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0" name="Freeform 2871">
                <a:extLst>
                  <a:ext uri="{FF2B5EF4-FFF2-40B4-BE49-F238E27FC236}">
                    <a16:creationId xmlns:a16="http://schemas.microsoft.com/office/drawing/2014/main" id="{85D56B98-DE91-46C3-BB78-B181DE4E9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315"/>
                <a:ext cx="17" cy="18"/>
              </a:xfrm>
              <a:custGeom>
                <a:avLst/>
                <a:gdLst>
                  <a:gd name="T0" fmla="*/ 53 w 9"/>
                  <a:gd name="T1" fmla="*/ 384 h 9"/>
                  <a:gd name="T2" fmla="*/ 317 w 9"/>
                  <a:gd name="T3" fmla="*/ 512 h 9"/>
                  <a:gd name="T4" fmla="*/ 357 w 9"/>
                  <a:gd name="T5" fmla="*/ 192 h 9"/>
                  <a:gd name="T6" fmla="*/ 144 w 9"/>
                  <a:gd name="T7" fmla="*/ 64 h 9"/>
                  <a:gd name="T8" fmla="*/ 53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1" name="Freeform 2872">
                <a:extLst>
                  <a:ext uri="{FF2B5EF4-FFF2-40B4-BE49-F238E27FC236}">
                    <a16:creationId xmlns:a16="http://schemas.microsoft.com/office/drawing/2014/main" id="{32A99940-6E05-49A5-BCE9-85BD1D4C1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319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37 w 3"/>
                  <a:gd name="T3" fmla="*/ 192 h 3"/>
                  <a:gd name="T4" fmla="*/ 62 w 3"/>
                  <a:gd name="T5" fmla="*/ 64 h 3"/>
                  <a:gd name="T6" fmla="*/ 22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2" name="Freeform 2873">
                <a:extLst>
                  <a:ext uri="{FF2B5EF4-FFF2-40B4-BE49-F238E27FC236}">
                    <a16:creationId xmlns:a16="http://schemas.microsoft.com/office/drawing/2014/main" id="{CF15ECD7-8C07-4CFF-BD1D-C16144AD4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302"/>
                <a:ext cx="17" cy="17"/>
              </a:xfrm>
              <a:custGeom>
                <a:avLst/>
                <a:gdLst>
                  <a:gd name="T0" fmla="*/ 53 w 9"/>
                  <a:gd name="T1" fmla="*/ 317 h 9"/>
                  <a:gd name="T2" fmla="*/ 272 w 9"/>
                  <a:gd name="T3" fmla="*/ 357 h 9"/>
                  <a:gd name="T4" fmla="*/ 357 w 9"/>
                  <a:gd name="T5" fmla="*/ 144 h 9"/>
                  <a:gd name="T6" fmla="*/ 144 w 9"/>
                  <a:gd name="T7" fmla="*/ 53 h 9"/>
                  <a:gd name="T8" fmla="*/ 53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3" name="Freeform 2874">
                <a:extLst>
                  <a:ext uri="{FF2B5EF4-FFF2-40B4-BE49-F238E27FC236}">
                    <a16:creationId xmlns:a16="http://schemas.microsoft.com/office/drawing/2014/main" id="{7B969146-4482-44C6-90EF-93F78A985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306"/>
                <a:ext cx="6" cy="5"/>
              </a:xfrm>
              <a:custGeom>
                <a:avLst/>
                <a:gdLst>
                  <a:gd name="T0" fmla="*/ 0 w 3"/>
                  <a:gd name="T1" fmla="*/ 37 h 3"/>
                  <a:gd name="T2" fmla="*/ 128 w 3"/>
                  <a:gd name="T3" fmla="*/ 62 h 3"/>
                  <a:gd name="T4" fmla="*/ 192 w 3"/>
                  <a:gd name="T5" fmla="*/ 22 h 3"/>
                  <a:gd name="T6" fmla="*/ 64 w 3"/>
                  <a:gd name="T7" fmla="*/ 22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4" name="Freeform 2875">
                <a:extLst>
                  <a:ext uri="{FF2B5EF4-FFF2-40B4-BE49-F238E27FC236}">
                    <a16:creationId xmlns:a16="http://schemas.microsoft.com/office/drawing/2014/main" id="{B7DE32CC-8C77-4216-B3EF-88B04E684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288"/>
                <a:ext cx="16" cy="18"/>
              </a:xfrm>
              <a:custGeom>
                <a:avLst/>
                <a:gdLst>
                  <a:gd name="T0" fmla="*/ 37 w 9"/>
                  <a:gd name="T1" fmla="*/ 448 h 9"/>
                  <a:gd name="T2" fmla="*/ 203 w 9"/>
                  <a:gd name="T3" fmla="*/ 512 h 9"/>
                  <a:gd name="T4" fmla="*/ 247 w 9"/>
                  <a:gd name="T5" fmla="*/ 192 h 9"/>
                  <a:gd name="T6" fmla="*/ 89 w 9"/>
                  <a:gd name="T7" fmla="*/ 64 h 9"/>
                  <a:gd name="T8" fmla="*/ 3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5" name="Freeform 2876">
                <a:extLst>
                  <a:ext uri="{FF2B5EF4-FFF2-40B4-BE49-F238E27FC236}">
                    <a16:creationId xmlns:a16="http://schemas.microsoft.com/office/drawing/2014/main" id="{95FE88E9-967C-4221-9A00-A535A14B0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292"/>
                <a:ext cx="6" cy="6"/>
              </a:xfrm>
              <a:custGeom>
                <a:avLst/>
                <a:gdLst>
                  <a:gd name="T0" fmla="*/ 0 w 3"/>
                  <a:gd name="T1" fmla="*/ 192 h 3"/>
                  <a:gd name="T2" fmla="*/ 128 w 3"/>
                  <a:gd name="T3" fmla="*/ 192 h 3"/>
                  <a:gd name="T4" fmla="*/ 192 w 3"/>
                  <a:gd name="T5" fmla="*/ 64 h 3"/>
                  <a:gd name="T6" fmla="*/ 64 w 3"/>
                  <a:gd name="T7" fmla="*/ 64 h 3"/>
                  <a:gd name="T8" fmla="*/ 0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6" name="Freeform 2877">
                <a:extLst>
                  <a:ext uri="{FF2B5EF4-FFF2-40B4-BE49-F238E27FC236}">
                    <a16:creationId xmlns:a16="http://schemas.microsoft.com/office/drawing/2014/main" id="{773EFAC7-FFF5-44CC-9F3E-65A915461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275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357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7" name="Freeform 2878">
                <a:extLst>
                  <a:ext uri="{FF2B5EF4-FFF2-40B4-BE49-F238E27FC236}">
                    <a16:creationId xmlns:a16="http://schemas.microsoft.com/office/drawing/2014/main" id="{D13A58EB-EA42-4633-85E9-45C963826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279"/>
                <a:ext cx="5" cy="5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62 h 3"/>
                  <a:gd name="T4" fmla="*/ 62 w 3"/>
                  <a:gd name="T5" fmla="*/ 22 h 3"/>
                  <a:gd name="T6" fmla="*/ 22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8" name="Freeform 2879">
                <a:extLst>
                  <a:ext uri="{FF2B5EF4-FFF2-40B4-BE49-F238E27FC236}">
                    <a16:creationId xmlns:a16="http://schemas.microsoft.com/office/drawing/2014/main" id="{F49251D8-8936-4C41-8656-568D800C5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261"/>
                <a:ext cx="18" cy="18"/>
              </a:xfrm>
              <a:custGeom>
                <a:avLst/>
                <a:gdLst>
                  <a:gd name="T0" fmla="*/ 41 w 10"/>
                  <a:gd name="T1" fmla="*/ 384 h 9"/>
                  <a:gd name="T2" fmla="*/ 239 w 10"/>
                  <a:gd name="T3" fmla="*/ 512 h 9"/>
                  <a:gd name="T4" fmla="*/ 304 w 10"/>
                  <a:gd name="T5" fmla="*/ 128 h 9"/>
                  <a:gd name="T6" fmla="*/ 94 w 10"/>
                  <a:gd name="T7" fmla="*/ 64 h 9"/>
                  <a:gd name="T8" fmla="*/ 41 w 10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6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10" y="4"/>
                      <a:pt x="9" y="2"/>
                    </a:cubicBezTo>
                    <a:cubicBezTo>
                      <a:pt x="8" y="0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9" name="Freeform 2880">
                <a:extLst>
                  <a:ext uri="{FF2B5EF4-FFF2-40B4-BE49-F238E27FC236}">
                    <a16:creationId xmlns:a16="http://schemas.microsoft.com/office/drawing/2014/main" id="{335D3319-C8CA-4E19-9D0A-88C08654C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265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62 w 3"/>
                  <a:gd name="T3" fmla="*/ 128 h 3"/>
                  <a:gd name="T4" fmla="*/ 62 w 3"/>
                  <a:gd name="T5" fmla="*/ 64 h 3"/>
                  <a:gd name="T6" fmla="*/ 22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0" name="Freeform 2881">
                <a:extLst>
                  <a:ext uri="{FF2B5EF4-FFF2-40B4-BE49-F238E27FC236}">
                    <a16:creationId xmlns:a16="http://schemas.microsoft.com/office/drawing/2014/main" id="{170F2F59-7BC2-4DD1-AE2A-E33B19FBC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246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357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1" name="Freeform 2882">
                <a:extLst>
                  <a:ext uri="{FF2B5EF4-FFF2-40B4-BE49-F238E27FC236}">
                    <a16:creationId xmlns:a16="http://schemas.microsoft.com/office/drawing/2014/main" id="{320B6380-B799-4000-8499-9B459FC98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250"/>
                <a:ext cx="6" cy="5"/>
              </a:xfrm>
              <a:custGeom>
                <a:avLst/>
                <a:gdLst>
                  <a:gd name="T0" fmla="*/ 0 w 3"/>
                  <a:gd name="T1" fmla="*/ 37 h 3"/>
                  <a:gd name="T2" fmla="*/ 128 w 3"/>
                  <a:gd name="T3" fmla="*/ 62 h 3"/>
                  <a:gd name="T4" fmla="*/ 192 w 3"/>
                  <a:gd name="T5" fmla="*/ 22 h 3"/>
                  <a:gd name="T6" fmla="*/ 64 w 3"/>
                  <a:gd name="T7" fmla="*/ 22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2" name="Freeform 2883">
                <a:extLst>
                  <a:ext uri="{FF2B5EF4-FFF2-40B4-BE49-F238E27FC236}">
                    <a16:creationId xmlns:a16="http://schemas.microsoft.com/office/drawing/2014/main" id="{5A3AD531-698B-4F29-A7B3-77F493283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232"/>
                <a:ext cx="16" cy="18"/>
              </a:xfrm>
              <a:custGeom>
                <a:avLst/>
                <a:gdLst>
                  <a:gd name="T0" fmla="*/ 37 w 9"/>
                  <a:gd name="T1" fmla="*/ 384 h 9"/>
                  <a:gd name="T2" fmla="*/ 203 w 9"/>
                  <a:gd name="T3" fmla="*/ 512 h 9"/>
                  <a:gd name="T4" fmla="*/ 247 w 9"/>
                  <a:gd name="T5" fmla="*/ 192 h 9"/>
                  <a:gd name="T6" fmla="*/ 89 w 9"/>
                  <a:gd name="T7" fmla="*/ 64 h 9"/>
                  <a:gd name="T8" fmla="*/ 3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3" name="Freeform 2884">
                <a:extLst>
                  <a:ext uri="{FF2B5EF4-FFF2-40B4-BE49-F238E27FC236}">
                    <a16:creationId xmlns:a16="http://schemas.microsoft.com/office/drawing/2014/main" id="{1A33C679-924E-4CED-86E7-711B6ACA8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236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92 h 3"/>
                  <a:gd name="T4" fmla="*/ 62 w 3"/>
                  <a:gd name="T5" fmla="*/ 64 h 3"/>
                  <a:gd name="T6" fmla="*/ 22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4" name="Freeform 2885">
                <a:extLst>
                  <a:ext uri="{FF2B5EF4-FFF2-40B4-BE49-F238E27FC236}">
                    <a16:creationId xmlns:a16="http://schemas.microsoft.com/office/drawing/2014/main" id="{934FDC76-C080-4F34-979C-4AC8B8D88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217"/>
                <a:ext cx="17" cy="17"/>
              </a:xfrm>
              <a:custGeom>
                <a:avLst/>
                <a:gdLst>
                  <a:gd name="T0" fmla="*/ 53 w 9"/>
                  <a:gd name="T1" fmla="*/ 317 h 9"/>
                  <a:gd name="T2" fmla="*/ 272 w 9"/>
                  <a:gd name="T3" fmla="*/ 357 h 9"/>
                  <a:gd name="T4" fmla="*/ 357 w 9"/>
                  <a:gd name="T5" fmla="*/ 144 h 9"/>
                  <a:gd name="T6" fmla="*/ 100 w 9"/>
                  <a:gd name="T7" fmla="*/ 53 h 9"/>
                  <a:gd name="T8" fmla="*/ 53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3"/>
                    </a:cubicBezTo>
                    <a:cubicBezTo>
                      <a:pt x="6" y="1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5" name="Freeform 2886">
                <a:extLst>
                  <a:ext uri="{FF2B5EF4-FFF2-40B4-BE49-F238E27FC236}">
                    <a16:creationId xmlns:a16="http://schemas.microsoft.com/office/drawing/2014/main" id="{121BC028-BF5F-491A-91C3-81B88749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221"/>
                <a:ext cx="5" cy="5"/>
              </a:xfrm>
              <a:custGeom>
                <a:avLst/>
                <a:gdLst>
                  <a:gd name="T0" fmla="*/ 0 w 3"/>
                  <a:gd name="T1" fmla="*/ 62 h 3"/>
                  <a:gd name="T2" fmla="*/ 37 w 3"/>
                  <a:gd name="T3" fmla="*/ 62 h 3"/>
                  <a:gd name="T4" fmla="*/ 37 w 3"/>
                  <a:gd name="T5" fmla="*/ 22 h 3"/>
                  <a:gd name="T6" fmla="*/ 22 w 3"/>
                  <a:gd name="T7" fmla="*/ 22 h 3"/>
                  <a:gd name="T8" fmla="*/ 0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6" name="Freeform 2887">
                <a:extLst>
                  <a:ext uri="{FF2B5EF4-FFF2-40B4-BE49-F238E27FC236}">
                    <a16:creationId xmlns:a16="http://schemas.microsoft.com/office/drawing/2014/main" id="{BE3A36B2-60EA-4056-A647-9577FDDD1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203"/>
                <a:ext cx="16" cy="18"/>
              </a:xfrm>
              <a:custGeom>
                <a:avLst/>
                <a:gdLst>
                  <a:gd name="T0" fmla="*/ 37 w 9"/>
                  <a:gd name="T1" fmla="*/ 384 h 9"/>
                  <a:gd name="T2" fmla="*/ 208 w 9"/>
                  <a:gd name="T3" fmla="*/ 512 h 9"/>
                  <a:gd name="T4" fmla="*/ 247 w 9"/>
                  <a:gd name="T5" fmla="*/ 128 h 9"/>
                  <a:gd name="T6" fmla="*/ 89 w 9"/>
                  <a:gd name="T7" fmla="*/ 64 h 9"/>
                  <a:gd name="T8" fmla="*/ 3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7" y="0"/>
                      <a:pt x="4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7" name="Freeform 2888">
                <a:extLst>
                  <a:ext uri="{FF2B5EF4-FFF2-40B4-BE49-F238E27FC236}">
                    <a16:creationId xmlns:a16="http://schemas.microsoft.com/office/drawing/2014/main" id="{39FB41FA-4F70-4794-9B30-D3C88D330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207"/>
                <a:ext cx="6" cy="6"/>
              </a:xfrm>
              <a:custGeom>
                <a:avLst/>
                <a:gdLst>
                  <a:gd name="T0" fmla="*/ 64 w 3"/>
                  <a:gd name="T1" fmla="*/ 128 h 3"/>
                  <a:gd name="T2" fmla="*/ 128 w 3"/>
                  <a:gd name="T3" fmla="*/ 128 h 3"/>
                  <a:gd name="T4" fmla="*/ 192 w 3"/>
                  <a:gd name="T5" fmla="*/ 0 h 3"/>
                  <a:gd name="T6" fmla="*/ 64 w 3"/>
                  <a:gd name="T7" fmla="*/ 0 h 3"/>
                  <a:gd name="T8" fmla="*/ 64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8" name="Freeform 2889">
                <a:extLst>
                  <a:ext uri="{FF2B5EF4-FFF2-40B4-BE49-F238E27FC236}">
                    <a16:creationId xmlns:a16="http://schemas.microsoft.com/office/drawing/2014/main" id="{1E86334D-AF76-47F0-80D0-D1A2D2633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188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57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9" name="Freeform 2890">
                <a:extLst>
                  <a:ext uri="{FF2B5EF4-FFF2-40B4-BE49-F238E27FC236}">
                    <a16:creationId xmlns:a16="http://schemas.microsoft.com/office/drawing/2014/main" id="{1E7095C4-14DA-4EF7-8BC5-25305F08B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92"/>
                <a:ext cx="5" cy="6"/>
              </a:xfrm>
              <a:custGeom>
                <a:avLst/>
                <a:gdLst>
                  <a:gd name="T0" fmla="*/ 22 w 3"/>
                  <a:gd name="T1" fmla="*/ 192 h 3"/>
                  <a:gd name="T2" fmla="*/ 62 w 3"/>
                  <a:gd name="T3" fmla="*/ 192 h 3"/>
                  <a:gd name="T4" fmla="*/ 62 w 3"/>
                  <a:gd name="T5" fmla="*/ 64 h 3"/>
                  <a:gd name="T6" fmla="*/ 22 w 3"/>
                  <a:gd name="T7" fmla="*/ 64 h 3"/>
                  <a:gd name="T8" fmla="*/ 2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0" name="Freeform 2891">
                <a:extLst>
                  <a:ext uri="{FF2B5EF4-FFF2-40B4-BE49-F238E27FC236}">
                    <a16:creationId xmlns:a16="http://schemas.microsoft.com/office/drawing/2014/main" id="{D9192851-849E-4122-B4DC-D25948C51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174"/>
                <a:ext cx="18" cy="18"/>
              </a:xfrm>
              <a:custGeom>
                <a:avLst/>
                <a:gdLst>
                  <a:gd name="T0" fmla="*/ 74 w 10"/>
                  <a:gd name="T1" fmla="*/ 384 h 9"/>
                  <a:gd name="T2" fmla="*/ 239 w 10"/>
                  <a:gd name="T3" fmla="*/ 512 h 9"/>
                  <a:gd name="T4" fmla="*/ 263 w 10"/>
                  <a:gd name="T5" fmla="*/ 128 h 9"/>
                  <a:gd name="T6" fmla="*/ 94 w 10"/>
                  <a:gd name="T7" fmla="*/ 64 h 9"/>
                  <a:gd name="T8" fmla="*/ 74 w 10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6"/>
                    </a:moveTo>
                    <a:cubicBezTo>
                      <a:pt x="3" y="8"/>
                      <a:pt x="5" y="9"/>
                      <a:pt x="7" y="8"/>
                    </a:cubicBezTo>
                    <a:cubicBezTo>
                      <a:pt x="9" y="6"/>
                      <a:pt x="10" y="4"/>
                      <a:pt x="8" y="2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4"/>
                      <a:pt x="2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1" name="Freeform 2892">
                <a:extLst>
                  <a:ext uri="{FF2B5EF4-FFF2-40B4-BE49-F238E27FC236}">
                    <a16:creationId xmlns:a16="http://schemas.microsoft.com/office/drawing/2014/main" id="{A8DB0CE2-1C01-404E-A803-B9911A59D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2178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37 w 3"/>
                  <a:gd name="T5" fmla="*/ 64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1" y="3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2" name="Freeform 2893">
                <a:extLst>
                  <a:ext uri="{FF2B5EF4-FFF2-40B4-BE49-F238E27FC236}">
                    <a16:creationId xmlns:a16="http://schemas.microsoft.com/office/drawing/2014/main" id="{6916438E-A993-4D37-8AFA-7677C3FC3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2159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57 h 9"/>
                  <a:gd name="T4" fmla="*/ 247 w 9"/>
                  <a:gd name="T5" fmla="*/ 100 h 9"/>
                  <a:gd name="T6" fmla="*/ 89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8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3" name="Freeform 2894">
                <a:extLst>
                  <a:ext uri="{FF2B5EF4-FFF2-40B4-BE49-F238E27FC236}">
                    <a16:creationId xmlns:a16="http://schemas.microsoft.com/office/drawing/2014/main" id="{47206948-C196-40BF-BF8B-E1CE46CC7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163"/>
                <a:ext cx="7" cy="6"/>
              </a:xfrm>
              <a:custGeom>
                <a:avLst/>
                <a:gdLst>
                  <a:gd name="T0" fmla="*/ 37 w 4"/>
                  <a:gd name="T1" fmla="*/ 128 h 3"/>
                  <a:gd name="T2" fmla="*/ 86 w 4"/>
                  <a:gd name="T3" fmla="*/ 192 h 3"/>
                  <a:gd name="T4" fmla="*/ 86 w 4"/>
                  <a:gd name="T5" fmla="*/ 64 h 3"/>
                  <a:gd name="T6" fmla="*/ 37 w 4"/>
                  <a:gd name="T7" fmla="*/ 0 h 3"/>
                  <a:gd name="T8" fmla="*/ 37 w 4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4" name="Freeform 2895">
                <a:extLst>
                  <a:ext uri="{FF2B5EF4-FFF2-40B4-BE49-F238E27FC236}">
                    <a16:creationId xmlns:a16="http://schemas.microsoft.com/office/drawing/2014/main" id="{F831EA33-BAFE-4B49-BF69-33CC8FBBF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143"/>
                <a:ext cx="17" cy="18"/>
              </a:xfrm>
              <a:custGeom>
                <a:avLst/>
                <a:gdLst>
                  <a:gd name="T0" fmla="*/ 53 w 9"/>
                  <a:gd name="T1" fmla="*/ 448 h 9"/>
                  <a:gd name="T2" fmla="*/ 317 w 9"/>
                  <a:gd name="T3" fmla="*/ 512 h 9"/>
                  <a:gd name="T4" fmla="*/ 357 w 9"/>
                  <a:gd name="T5" fmla="*/ 128 h 9"/>
                  <a:gd name="T6" fmla="*/ 100 w 9"/>
                  <a:gd name="T7" fmla="*/ 64 h 9"/>
                  <a:gd name="T8" fmla="*/ 53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5" name="Freeform 2896">
                <a:extLst>
                  <a:ext uri="{FF2B5EF4-FFF2-40B4-BE49-F238E27FC236}">
                    <a16:creationId xmlns:a16="http://schemas.microsoft.com/office/drawing/2014/main" id="{650BBE9F-0EC1-49CB-ABA8-2FC293ABB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147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128 w 3"/>
                  <a:gd name="T3" fmla="*/ 192 h 3"/>
                  <a:gd name="T4" fmla="*/ 192 w 3"/>
                  <a:gd name="T5" fmla="*/ 64 h 3"/>
                  <a:gd name="T6" fmla="*/ 64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6" name="Freeform 2897">
                <a:extLst>
                  <a:ext uri="{FF2B5EF4-FFF2-40B4-BE49-F238E27FC236}">
                    <a16:creationId xmlns:a16="http://schemas.microsoft.com/office/drawing/2014/main" id="{73172AF9-2BC1-4F96-A33A-F1658C4A6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128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57 h 9"/>
                  <a:gd name="T4" fmla="*/ 208 w 9"/>
                  <a:gd name="T5" fmla="*/ 100 h 9"/>
                  <a:gd name="T6" fmla="*/ 66 w 9"/>
                  <a:gd name="T7" fmla="*/ 100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6"/>
                      <a:pt x="9" y="4"/>
                      <a:pt x="7" y="2"/>
                    </a:cubicBezTo>
                    <a:cubicBezTo>
                      <a:pt x="6" y="1"/>
                      <a:pt x="3" y="0"/>
                      <a:pt x="2" y="2"/>
                    </a:cubicBezTo>
                    <a:cubicBezTo>
                      <a:pt x="0" y="3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7" name="Freeform 2898">
                <a:extLst>
                  <a:ext uri="{FF2B5EF4-FFF2-40B4-BE49-F238E27FC236}">
                    <a16:creationId xmlns:a16="http://schemas.microsoft.com/office/drawing/2014/main" id="{84581A7F-EC92-474B-8C17-9BBA00C94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132"/>
                <a:ext cx="5" cy="6"/>
              </a:xfrm>
              <a:custGeom>
                <a:avLst/>
                <a:gdLst>
                  <a:gd name="T0" fmla="*/ 0 w 3"/>
                  <a:gd name="T1" fmla="*/ 192 h 3"/>
                  <a:gd name="T2" fmla="*/ 37 w 3"/>
                  <a:gd name="T3" fmla="*/ 192 h 3"/>
                  <a:gd name="T4" fmla="*/ 62 w 3"/>
                  <a:gd name="T5" fmla="*/ 64 h 3"/>
                  <a:gd name="T6" fmla="*/ 22 w 3"/>
                  <a:gd name="T7" fmla="*/ 64 h 3"/>
                  <a:gd name="T8" fmla="*/ 0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8" name="Freeform 2899">
                <a:extLst>
                  <a:ext uri="{FF2B5EF4-FFF2-40B4-BE49-F238E27FC236}">
                    <a16:creationId xmlns:a16="http://schemas.microsoft.com/office/drawing/2014/main" id="{78A59114-057B-4D4C-85DC-1CC78CBB6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115"/>
                <a:ext cx="18" cy="17"/>
              </a:xfrm>
              <a:custGeom>
                <a:avLst/>
                <a:gdLst>
                  <a:gd name="T0" fmla="*/ 74 w 10"/>
                  <a:gd name="T1" fmla="*/ 317 h 9"/>
                  <a:gd name="T2" fmla="*/ 263 w 10"/>
                  <a:gd name="T3" fmla="*/ 317 h 9"/>
                  <a:gd name="T4" fmla="*/ 263 w 10"/>
                  <a:gd name="T5" fmla="*/ 53 h 9"/>
                  <a:gd name="T6" fmla="*/ 74 w 10"/>
                  <a:gd name="T7" fmla="*/ 53 h 9"/>
                  <a:gd name="T8" fmla="*/ 74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7"/>
                    </a:moveTo>
                    <a:cubicBezTo>
                      <a:pt x="3" y="8"/>
                      <a:pt x="6" y="9"/>
                      <a:pt x="8" y="7"/>
                    </a:cubicBezTo>
                    <a:cubicBezTo>
                      <a:pt x="9" y="6"/>
                      <a:pt x="10" y="3"/>
                      <a:pt x="8" y="1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1" y="2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9" name="Freeform 2900">
                <a:extLst>
                  <a:ext uri="{FF2B5EF4-FFF2-40B4-BE49-F238E27FC236}">
                    <a16:creationId xmlns:a16="http://schemas.microsoft.com/office/drawing/2014/main" id="{08024C54-1575-401E-97C6-4874446B0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118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37 w 3"/>
                  <a:gd name="T5" fmla="*/ 0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0" name="Freeform 2901">
                <a:extLst>
                  <a:ext uri="{FF2B5EF4-FFF2-40B4-BE49-F238E27FC236}">
                    <a16:creationId xmlns:a16="http://schemas.microsoft.com/office/drawing/2014/main" id="{19895D32-8D7C-483B-8875-FB824C6B3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099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17 h 9"/>
                  <a:gd name="T4" fmla="*/ 208 w 9"/>
                  <a:gd name="T5" fmla="*/ 100 h 9"/>
                  <a:gd name="T6" fmla="*/ 37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5" y="9"/>
                      <a:pt x="7" y="7"/>
                    </a:cubicBezTo>
                    <a:cubicBezTo>
                      <a:pt x="8" y="6"/>
                      <a:pt x="9" y="3"/>
                      <a:pt x="7" y="2"/>
                    </a:cubicBezTo>
                    <a:cubicBezTo>
                      <a:pt x="6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1" name="Freeform 2902">
                <a:extLst>
                  <a:ext uri="{FF2B5EF4-FFF2-40B4-BE49-F238E27FC236}">
                    <a16:creationId xmlns:a16="http://schemas.microsoft.com/office/drawing/2014/main" id="{34693FEA-F368-4140-9623-69D8BEF25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103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92 h 3"/>
                  <a:gd name="T4" fmla="*/ 37 w 3"/>
                  <a:gd name="T5" fmla="*/ 64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2" name="Freeform 2903">
                <a:extLst>
                  <a:ext uri="{FF2B5EF4-FFF2-40B4-BE49-F238E27FC236}">
                    <a16:creationId xmlns:a16="http://schemas.microsoft.com/office/drawing/2014/main" id="{2DEF51C0-C22B-4C8C-AE03-33F7C38C3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084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17 h 9"/>
                  <a:gd name="T4" fmla="*/ 208 w 9"/>
                  <a:gd name="T5" fmla="*/ 100 h 9"/>
                  <a:gd name="T6" fmla="*/ 66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5" y="9"/>
                      <a:pt x="7" y="7"/>
                    </a:cubicBezTo>
                    <a:cubicBezTo>
                      <a:pt x="8" y="6"/>
                      <a:pt x="9" y="3"/>
                      <a:pt x="7" y="2"/>
                    </a:cubicBez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3" name="Freeform 2904">
                <a:extLst>
                  <a:ext uri="{FF2B5EF4-FFF2-40B4-BE49-F238E27FC236}">
                    <a16:creationId xmlns:a16="http://schemas.microsoft.com/office/drawing/2014/main" id="{5476E976-07CD-45D2-8B36-561880DF5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087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128 w 3"/>
                  <a:gd name="T3" fmla="*/ 192 h 3"/>
                  <a:gd name="T4" fmla="*/ 128 w 3"/>
                  <a:gd name="T5" fmla="*/ 64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4" name="Freeform 2905">
                <a:extLst>
                  <a:ext uri="{FF2B5EF4-FFF2-40B4-BE49-F238E27FC236}">
                    <a16:creationId xmlns:a16="http://schemas.microsoft.com/office/drawing/2014/main" id="{4E303173-9051-4C4D-B91C-A666E2036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068"/>
                <a:ext cx="17" cy="18"/>
              </a:xfrm>
              <a:custGeom>
                <a:avLst/>
                <a:gdLst>
                  <a:gd name="T0" fmla="*/ 100 w 9"/>
                  <a:gd name="T1" fmla="*/ 448 h 9"/>
                  <a:gd name="T2" fmla="*/ 317 w 9"/>
                  <a:gd name="T3" fmla="*/ 448 h 9"/>
                  <a:gd name="T4" fmla="*/ 357 w 9"/>
                  <a:gd name="T5" fmla="*/ 128 h 9"/>
                  <a:gd name="T6" fmla="*/ 100 w 9"/>
                  <a:gd name="T7" fmla="*/ 64 h 9"/>
                  <a:gd name="T8" fmla="*/ 100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5" name="Freeform 2906">
                <a:extLst>
                  <a:ext uri="{FF2B5EF4-FFF2-40B4-BE49-F238E27FC236}">
                    <a16:creationId xmlns:a16="http://schemas.microsoft.com/office/drawing/2014/main" id="{1688B5B6-6920-4A62-B77E-ED0DF1E17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072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37 w 3"/>
                  <a:gd name="T5" fmla="*/ 64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1" y="3"/>
                      <a:pt x="2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6" name="Freeform 2907">
                <a:extLst>
                  <a:ext uri="{FF2B5EF4-FFF2-40B4-BE49-F238E27FC236}">
                    <a16:creationId xmlns:a16="http://schemas.microsoft.com/office/drawing/2014/main" id="{41D0C332-6DAF-4DE8-8F28-4B5BC64A9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004"/>
                <a:ext cx="16" cy="18"/>
              </a:xfrm>
              <a:custGeom>
                <a:avLst/>
                <a:gdLst>
                  <a:gd name="T0" fmla="*/ 66 w 9"/>
                  <a:gd name="T1" fmla="*/ 448 h 9"/>
                  <a:gd name="T2" fmla="*/ 208 w 9"/>
                  <a:gd name="T3" fmla="*/ 512 h 9"/>
                  <a:gd name="T4" fmla="*/ 247 w 9"/>
                  <a:gd name="T5" fmla="*/ 128 h 9"/>
                  <a:gd name="T6" fmla="*/ 66 w 9"/>
                  <a:gd name="T7" fmla="*/ 128 h 9"/>
                  <a:gd name="T8" fmla="*/ 66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1"/>
                      <a:pt x="4" y="0"/>
                      <a:pt x="2" y="2"/>
                    </a:cubicBezTo>
                    <a:cubicBezTo>
                      <a:pt x="1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7" name="Freeform 2908">
                <a:extLst>
                  <a:ext uri="{FF2B5EF4-FFF2-40B4-BE49-F238E27FC236}">
                    <a16:creationId xmlns:a16="http://schemas.microsoft.com/office/drawing/2014/main" id="{9478B41E-2667-4083-9029-A112D644C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010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37 w 3"/>
                  <a:gd name="T5" fmla="*/ 0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8" name="Freeform 2909">
                <a:extLst>
                  <a:ext uri="{FF2B5EF4-FFF2-40B4-BE49-F238E27FC236}">
                    <a16:creationId xmlns:a16="http://schemas.microsoft.com/office/drawing/2014/main" id="{284A8F58-63E9-4DBB-950D-201420416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989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08 w 9"/>
                  <a:gd name="T3" fmla="*/ 357 h 9"/>
                  <a:gd name="T4" fmla="*/ 247 w 9"/>
                  <a:gd name="T5" fmla="*/ 100 h 9"/>
                  <a:gd name="T6" fmla="*/ 66 w 9"/>
                  <a:gd name="T7" fmla="*/ 100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1"/>
                      <a:pt x="4" y="0"/>
                      <a:pt x="2" y="2"/>
                    </a:cubicBezTo>
                    <a:cubicBezTo>
                      <a:pt x="1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9" name="Freeform 2910">
                <a:extLst>
                  <a:ext uri="{FF2B5EF4-FFF2-40B4-BE49-F238E27FC236}">
                    <a16:creationId xmlns:a16="http://schemas.microsoft.com/office/drawing/2014/main" id="{B6A2D53C-E2C1-4FCD-A707-4BAAD6CC5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993"/>
                <a:ext cx="6" cy="8"/>
              </a:xfrm>
              <a:custGeom>
                <a:avLst/>
                <a:gdLst>
                  <a:gd name="T0" fmla="*/ 0 w 3"/>
                  <a:gd name="T1" fmla="*/ 192 h 4"/>
                  <a:gd name="T2" fmla="*/ 128 w 3"/>
                  <a:gd name="T3" fmla="*/ 192 h 4"/>
                  <a:gd name="T4" fmla="*/ 128 w 3"/>
                  <a:gd name="T5" fmla="*/ 64 h 4"/>
                  <a:gd name="T6" fmla="*/ 0 w 3"/>
                  <a:gd name="T7" fmla="*/ 64 h 4"/>
                  <a:gd name="T8" fmla="*/ 0 w 3"/>
                  <a:gd name="T9" fmla="*/ 19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4"/>
                      <a:pt x="2" y="3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0" name="Freeform 2911">
                <a:extLst>
                  <a:ext uri="{FF2B5EF4-FFF2-40B4-BE49-F238E27FC236}">
                    <a16:creationId xmlns:a16="http://schemas.microsoft.com/office/drawing/2014/main" id="{DE4222D0-DEEF-413E-BBD7-CDC857ED7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974"/>
                <a:ext cx="17" cy="17"/>
              </a:xfrm>
              <a:custGeom>
                <a:avLst/>
                <a:gdLst>
                  <a:gd name="T0" fmla="*/ 100 w 9"/>
                  <a:gd name="T1" fmla="*/ 317 h 9"/>
                  <a:gd name="T2" fmla="*/ 317 w 9"/>
                  <a:gd name="T3" fmla="*/ 357 h 9"/>
                  <a:gd name="T4" fmla="*/ 357 w 9"/>
                  <a:gd name="T5" fmla="*/ 100 h 9"/>
                  <a:gd name="T6" fmla="*/ 100 w 9"/>
                  <a:gd name="T7" fmla="*/ 100 h 9"/>
                  <a:gd name="T8" fmla="*/ 100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6" y="0"/>
                      <a:pt x="4" y="0"/>
                      <a:pt x="2" y="2"/>
                    </a:cubicBezTo>
                    <a:cubicBezTo>
                      <a:pt x="0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1" name="Freeform 2912">
                <a:extLst>
                  <a:ext uri="{FF2B5EF4-FFF2-40B4-BE49-F238E27FC236}">
                    <a16:creationId xmlns:a16="http://schemas.microsoft.com/office/drawing/2014/main" id="{364E8FDA-6883-47BE-AEA4-6AED5D091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977"/>
                <a:ext cx="5" cy="6"/>
              </a:xfrm>
              <a:custGeom>
                <a:avLst/>
                <a:gdLst>
                  <a:gd name="T0" fmla="*/ 22 w 3"/>
                  <a:gd name="T1" fmla="*/ 192 h 3"/>
                  <a:gd name="T2" fmla="*/ 62 w 3"/>
                  <a:gd name="T3" fmla="*/ 192 h 3"/>
                  <a:gd name="T4" fmla="*/ 62 w 3"/>
                  <a:gd name="T5" fmla="*/ 64 h 3"/>
                  <a:gd name="T6" fmla="*/ 22 w 3"/>
                  <a:gd name="T7" fmla="*/ 64 h 3"/>
                  <a:gd name="T8" fmla="*/ 2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2" name="Freeform 2913">
                <a:extLst>
                  <a:ext uri="{FF2B5EF4-FFF2-40B4-BE49-F238E27FC236}">
                    <a16:creationId xmlns:a16="http://schemas.microsoft.com/office/drawing/2014/main" id="{1F28E57C-08C4-4FD8-A1B8-70731FFF9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958"/>
                <a:ext cx="16" cy="18"/>
              </a:xfrm>
              <a:custGeom>
                <a:avLst/>
                <a:gdLst>
                  <a:gd name="T0" fmla="*/ 37 w 9"/>
                  <a:gd name="T1" fmla="*/ 448 h 9"/>
                  <a:gd name="T2" fmla="*/ 208 w 9"/>
                  <a:gd name="T3" fmla="*/ 448 h 9"/>
                  <a:gd name="T4" fmla="*/ 208 w 9"/>
                  <a:gd name="T5" fmla="*/ 128 h 9"/>
                  <a:gd name="T6" fmla="*/ 37 w 9"/>
                  <a:gd name="T7" fmla="*/ 128 h 9"/>
                  <a:gd name="T8" fmla="*/ 3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3" name="Freeform 2914">
                <a:extLst>
                  <a:ext uri="{FF2B5EF4-FFF2-40B4-BE49-F238E27FC236}">
                    <a16:creationId xmlns:a16="http://schemas.microsoft.com/office/drawing/2014/main" id="{9AB42C64-6360-459F-BDD0-BAD37B1F3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962"/>
                <a:ext cx="5" cy="6"/>
              </a:xfrm>
              <a:custGeom>
                <a:avLst/>
                <a:gdLst>
                  <a:gd name="T0" fmla="*/ 22 w 3"/>
                  <a:gd name="T1" fmla="*/ 192 h 3"/>
                  <a:gd name="T2" fmla="*/ 62 w 3"/>
                  <a:gd name="T3" fmla="*/ 192 h 3"/>
                  <a:gd name="T4" fmla="*/ 37 w 3"/>
                  <a:gd name="T5" fmla="*/ 64 h 3"/>
                  <a:gd name="T6" fmla="*/ 22 w 3"/>
                  <a:gd name="T7" fmla="*/ 64 h 3"/>
                  <a:gd name="T8" fmla="*/ 2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4" name="Freeform 2915">
                <a:extLst>
                  <a:ext uri="{FF2B5EF4-FFF2-40B4-BE49-F238E27FC236}">
                    <a16:creationId xmlns:a16="http://schemas.microsoft.com/office/drawing/2014/main" id="{2553D20A-8E3F-4281-AA29-9929D685F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943"/>
                <a:ext cx="16" cy="17"/>
              </a:xfrm>
              <a:custGeom>
                <a:avLst/>
                <a:gdLst>
                  <a:gd name="T0" fmla="*/ 37 w 9"/>
                  <a:gd name="T1" fmla="*/ 357 h 9"/>
                  <a:gd name="T2" fmla="*/ 208 w 9"/>
                  <a:gd name="T3" fmla="*/ 317 h 9"/>
                  <a:gd name="T4" fmla="*/ 208 w 9"/>
                  <a:gd name="T5" fmla="*/ 100 h 9"/>
                  <a:gd name="T6" fmla="*/ 37 w 9"/>
                  <a:gd name="T7" fmla="*/ 100 h 9"/>
                  <a:gd name="T8" fmla="*/ 3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8"/>
                    </a:moveTo>
                    <a:cubicBezTo>
                      <a:pt x="3" y="9"/>
                      <a:pt x="5" y="9"/>
                      <a:pt x="7" y="7"/>
                    </a:cubicBezTo>
                    <a:cubicBezTo>
                      <a:pt x="9" y="6"/>
                      <a:pt x="8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1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5" name="Freeform 2916">
                <a:extLst>
                  <a:ext uri="{FF2B5EF4-FFF2-40B4-BE49-F238E27FC236}">
                    <a16:creationId xmlns:a16="http://schemas.microsoft.com/office/drawing/2014/main" id="{5D67F323-632E-4AEC-86A8-8700F3BF7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947"/>
                <a:ext cx="6" cy="5"/>
              </a:xfrm>
              <a:custGeom>
                <a:avLst/>
                <a:gdLst>
                  <a:gd name="T0" fmla="*/ 64 w 3"/>
                  <a:gd name="T1" fmla="*/ 62 h 3"/>
                  <a:gd name="T2" fmla="*/ 128 w 3"/>
                  <a:gd name="T3" fmla="*/ 62 h 3"/>
                  <a:gd name="T4" fmla="*/ 128 w 3"/>
                  <a:gd name="T5" fmla="*/ 22 h 3"/>
                  <a:gd name="T6" fmla="*/ 64 w 3"/>
                  <a:gd name="T7" fmla="*/ 22 h 3"/>
                  <a:gd name="T8" fmla="*/ 64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6" name="Freeform 2917">
                <a:extLst>
                  <a:ext uri="{FF2B5EF4-FFF2-40B4-BE49-F238E27FC236}">
                    <a16:creationId xmlns:a16="http://schemas.microsoft.com/office/drawing/2014/main" id="{A14CC26C-CFDD-4C39-807F-610AFD580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927"/>
                <a:ext cx="16" cy="18"/>
              </a:xfrm>
              <a:custGeom>
                <a:avLst/>
                <a:gdLst>
                  <a:gd name="T0" fmla="*/ 66 w 9"/>
                  <a:gd name="T1" fmla="*/ 512 h 9"/>
                  <a:gd name="T2" fmla="*/ 208 w 9"/>
                  <a:gd name="T3" fmla="*/ 512 h 9"/>
                  <a:gd name="T4" fmla="*/ 208 w 9"/>
                  <a:gd name="T5" fmla="*/ 128 h 9"/>
                  <a:gd name="T6" fmla="*/ 37 w 9"/>
                  <a:gd name="T7" fmla="*/ 128 h 9"/>
                  <a:gd name="T8" fmla="*/ 66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7" name="Freeform 2918">
                <a:extLst>
                  <a:ext uri="{FF2B5EF4-FFF2-40B4-BE49-F238E27FC236}">
                    <a16:creationId xmlns:a16="http://schemas.microsoft.com/office/drawing/2014/main" id="{46F95415-4EF7-4523-A0DC-E4FE14BF0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931"/>
                <a:ext cx="6" cy="6"/>
              </a:xfrm>
              <a:custGeom>
                <a:avLst/>
                <a:gdLst>
                  <a:gd name="T0" fmla="*/ 64 w 3"/>
                  <a:gd name="T1" fmla="*/ 192 h 3"/>
                  <a:gd name="T2" fmla="*/ 192 w 3"/>
                  <a:gd name="T3" fmla="*/ 192 h 3"/>
                  <a:gd name="T4" fmla="*/ 192 w 3"/>
                  <a:gd name="T5" fmla="*/ 64 h 3"/>
                  <a:gd name="T6" fmla="*/ 64 w 3"/>
                  <a:gd name="T7" fmla="*/ 64 h 3"/>
                  <a:gd name="T8" fmla="*/ 64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8" name="Freeform 2919">
                <a:extLst>
                  <a:ext uri="{FF2B5EF4-FFF2-40B4-BE49-F238E27FC236}">
                    <a16:creationId xmlns:a16="http://schemas.microsoft.com/office/drawing/2014/main" id="{EA61378B-E502-4501-A1DB-7EE654EDC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912"/>
                <a:ext cx="17" cy="17"/>
              </a:xfrm>
              <a:custGeom>
                <a:avLst/>
                <a:gdLst>
                  <a:gd name="T0" fmla="*/ 53 w 9"/>
                  <a:gd name="T1" fmla="*/ 317 h 9"/>
                  <a:gd name="T2" fmla="*/ 317 w 9"/>
                  <a:gd name="T3" fmla="*/ 317 h 9"/>
                  <a:gd name="T4" fmla="*/ 317 w 9"/>
                  <a:gd name="T5" fmla="*/ 100 h 9"/>
                  <a:gd name="T6" fmla="*/ 53 w 9"/>
                  <a:gd name="T7" fmla="*/ 53 h 9"/>
                  <a:gd name="T8" fmla="*/ 53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6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9" name="Freeform 2920">
                <a:extLst>
                  <a:ext uri="{FF2B5EF4-FFF2-40B4-BE49-F238E27FC236}">
                    <a16:creationId xmlns:a16="http://schemas.microsoft.com/office/drawing/2014/main" id="{25BAE79B-EBF7-45D9-855C-AA5D25E12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916"/>
                <a:ext cx="6" cy="5"/>
              </a:xfrm>
              <a:custGeom>
                <a:avLst/>
                <a:gdLst>
                  <a:gd name="T0" fmla="*/ 0 w 3"/>
                  <a:gd name="T1" fmla="*/ 37 h 3"/>
                  <a:gd name="T2" fmla="*/ 128 w 3"/>
                  <a:gd name="T3" fmla="*/ 37 h 3"/>
                  <a:gd name="T4" fmla="*/ 128 w 3"/>
                  <a:gd name="T5" fmla="*/ 22 h 3"/>
                  <a:gd name="T6" fmla="*/ 64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0" name="Freeform 2921">
                <a:extLst>
                  <a:ext uri="{FF2B5EF4-FFF2-40B4-BE49-F238E27FC236}">
                    <a16:creationId xmlns:a16="http://schemas.microsoft.com/office/drawing/2014/main" id="{B967698B-8AE3-40F6-9800-72ED55A83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896"/>
                <a:ext cx="17" cy="18"/>
              </a:xfrm>
              <a:custGeom>
                <a:avLst/>
                <a:gdLst>
                  <a:gd name="T0" fmla="*/ 100 w 9"/>
                  <a:gd name="T1" fmla="*/ 448 h 9"/>
                  <a:gd name="T2" fmla="*/ 317 w 9"/>
                  <a:gd name="T3" fmla="*/ 448 h 9"/>
                  <a:gd name="T4" fmla="*/ 317 w 9"/>
                  <a:gd name="T5" fmla="*/ 64 h 9"/>
                  <a:gd name="T6" fmla="*/ 100 w 9"/>
                  <a:gd name="T7" fmla="*/ 64 h 9"/>
                  <a:gd name="T8" fmla="*/ 100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1"/>
                    </a:cubicBez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1" name="Freeform 2922">
                <a:extLst>
                  <a:ext uri="{FF2B5EF4-FFF2-40B4-BE49-F238E27FC236}">
                    <a16:creationId xmlns:a16="http://schemas.microsoft.com/office/drawing/2014/main" id="{BDC350EF-9279-49F0-9598-CDFA97188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900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62 w 3"/>
                  <a:gd name="T3" fmla="*/ 128 h 3"/>
                  <a:gd name="T4" fmla="*/ 62 w 3"/>
                  <a:gd name="T5" fmla="*/ 0 h 3"/>
                  <a:gd name="T6" fmla="*/ 22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2" name="Freeform 2923">
                <a:extLst>
                  <a:ext uri="{FF2B5EF4-FFF2-40B4-BE49-F238E27FC236}">
                    <a16:creationId xmlns:a16="http://schemas.microsoft.com/office/drawing/2014/main" id="{2C2C6EAC-5998-4C4D-9AE5-F1D05673C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881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08 w 9"/>
                  <a:gd name="T3" fmla="*/ 317 h 9"/>
                  <a:gd name="T4" fmla="*/ 247 w 9"/>
                  <a:gd name="T5" fmla="*/ 53 h 9"/>
                  <a:gd name="T6" fmla="*/ 66 w 9"/>
                  <a:gd name="T7" fmla="*/ 53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8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1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3" name="Freeform 2924">
                <a:extLst>
                  <a:ext uri="{FF2B5EF4-FFF2-40B4-BE49-F238E27FC236}">
                    <a16:creationId xmlns:a16="http://schemas.microsoft.com/office/drawing/2014/main" id="{640CE06A-D17C-4417-8AFA-0982A4E1E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85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62 w 3"/>
                  <a:gd name="T3" fmla="*/ 128 h 3"/>
                  <a:gd name="T4" fmla="*/ 62 w 3"/>
                  <a:gd name="T5" fmla="*/ 0 h 3"/>
                  <a:gd name="T6" fmla="*/ 22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4" name="Freeform 2925">
                <a:extLst>
                  <a:ext uri="{FF2B5EF4-FFF2-40B4-BE49-F238E27FC236}">
                    <a16:creationId xmlns:a16="http://schemas.microsoft.com/office/drawing/2014/main" id="{B3D93054-8D94-4779-A7A7-470B4C74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864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08 w 9"/>
                  <a:gd name="T3" fmla="*/ 357 h 9"/>
                  <a:gd name="T4" fmla="*/ 208 w 9"/>
                  <a:gd name="T5" fmla="*/ 100 h 9"/>
                  <a:gd name="T6" fmla="*/ 66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7" y="2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5" name="Freeform 2926">
                <a:extLst>
                  <a:ext uri="{FF2B5EF4-FFF2-40B4-BE49-F238E27FC236}">
                    <a16:creationId xmlns:a16="http://schemas.microsoft.com/office/drawing/2014/main" id="{0EFA6E5A-1F43-48B0-85C4-2B61747B7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67"/>
                <a:ext cx="5" cy="6"/>
              </a:xfrm>
              <a:custGeom>
                <a:avLst/>
                <a:gdLst>
                  <a:gd name="T0" fmla="*/ 22 w 3"/>
                  <a:gd name="T1" fmla="*/ 192 h 3"/>
                  <a:gd name="T2" fmla="*/ 62 w 3"/>
                  <a:gd name="T3" fmla="*/ 192 h 3"/>
                  <a:gd name="T4" fmla="*/ 62 w 3"/>
                  <a:gd name="T5" fmla="*/ 64 h 3"/>
                  <a:gd name="T6" fmla="*/ 22 w 3"/>
                  <a:gd name="T7" fmla="*/ 64 h 3"/>
                  <a:gd name="T8" fmla="*/ 2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6" name="Freeform 2927">
                <a:extLst>
                  <a:ext uri="{FF2B5EF4-FFF2-40B4-BE49-F238E27FC236}">
                    <a16:creationId xmlns:a16="http://schemas.microsoft.com/office/drawing/2014/main" id="{BA1FA145-6C05-4ACD-8895-407790D87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848"/>
                <a:ext cx="18" cy="18"/>
              </a:xfrm>
              <a:custGeom>
                <a:avLst/>
                <a:gdLst>
                  <a:gd name="T0" fmla="*/ 94 w 10"/>
                  <a:gd name="T1" fmla="*/ 512 h 9"/>
                  <a:gd name="T2" fmla="*/ 263 w 10"/>
                  <a:gd name="T3" fmla="*/ 448 h 9"/>
                  <a:gd name="T4" fmla="*/ 263 w 10"/>
                  <a:gd name="T5" fmla="*/ 64 h 9"/>
                  <a:gd name="T6" fmla="*/ 74 w 10"/>
                  <a:gd name="T7" fmla="*/ 128 h 9"/>
                  <a:gd name="T8" fmla="*/ 94 w 10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3" y="8"/>
                    </a:moveTo>
                    <a:cubicBezTo>
                      <a:pt x="4" y="9"/>
                      <a:pt x="7" y="9"/>
                      <a:pt x="8" y="7"/>
                    </a:cubicBezTo>
                    <a:cubicBezTo>
                      <a:pt x="10" y="5"/>
                      <a:pt x="9" y="3"/>
                      <a:pt x="8" y="1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1" y="6"/>
                      <a:pt x="3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7" name="Freeform 2928">
                <a:extLst>
                  <a:ext uri="{FF2B5EF4-FFF2-40B4-BE49-F238E27FC236}">
                    <a16:creationId xmlns:a16="http://schemas.microsoft.com/office/drawing/2014/main" id="{7A665BCD-0CB5-4139-B75D-9CCE3CB8D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852"/>
                <a:ext cx="6" cy="6"/>
              </a:xfrm>
              <a:custGeom>
                <a:avLst/>
                <a:gdLst>
                  <a:gd name="T0" fmla="*/ 64 w 3"/>
                  <a:gd name="T1" fmla="*/ 192 h 3"/>
                  <a:gd name="T2" fmla="*/ 192 w 3"/>
                  <a:gd name="T3" fmla="*/ 192 h 3"/>
                  <a:gd name="T4" fmla="*/ 128 w 3"/>
                  <a:gd name="T5" fmla="*/ 64 h 3"/>
                  <a:gd name="T6" fmla="*/ 0 w 3"/>
                  <a:gd name="T7" fmla="*/ 64 h 3"/>
                  <a:gd name="T8" fmla="*/ 64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8" name="Freeform 2929">
                <a:extLst>
                  <a:ext uri="{FF2B5EF4-FFF2-40B4-BE49-F238E27FC236}">
                    <a16:creationId xmlns:a16="http://schemas.microsoft.com/office/drawing/2014/main" id="{35B7003E-36CA-442B-923C-A8A6BE4B7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33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47 w 9"/>
                  <a:gd name="T3" fmla="*/ 317 h 9"/>
                  <a:gd name="T4" fmla="*/ 208 w 9"/>
                  <a:gd name="T5" fmla="*/ 53 h 9"/>
                  <a:gd name="T6" fmla="*/ 37 w 9"/>
                  <a:gd name="T7" fmla="*/ 100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4" y="9"/>
                      <a:pt x="6" y="8"/>
                      <a:pt x="8" y="7"/>
                    </a:cubicBezTo>
                    <a:cubicBezTo>
                      <a:pt x="9" y="5"/>
                      <a:pt x="9" y="2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9" name="Freeform 2930">
                <a:extLst>
                  <a:ext uri="{FF2B5EF4-FFF2-40B4-BE49-F238E27FC236}">
                    <a16:creationId xmlns:a16="http://schemas.microsoft.com/office/drawing/2014/main" id="{E5B534F6-EBE6-49F8-82C0-357AF0884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37"/>
                <a:ext cx="6" cy="5"/>
              </a:xfrm>
              <a:custGeom>
                <a:avLst/>
                <a:gdLst>
                  <a:gd name="T0" fmla="*/ 0 w 3"/>
                  <a:gd name="T1" fmla="*/ 37 h 3"/>
                  <a:gd name="T2" fmla="*/ 128 w 3"/>
                  <a:gd name="T3" fmla="*/ 37 h 3"/>
                  <a:gd name="T4" fmla="*/ 128 w 3"/>
                  <a:gd name="T5" fmla="*/ 0 h 3"/>
                  <a:gd name="T6" fmla="*/ 0 w 3"/>
                  <a:gd name="T7" fmla="*/ 22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0" name="Freeform 2931">
                <a:extLst>
                  <a:ext uri="{FF2B5EF4-FFF2-40B4-BE49-F238E27FC236}">
                    <a16:creationId xmlns:a16="http://schemas.microsoft.com/office/drawing/2014/main" id="{2A5D27EF-D8B5-44A4-B115-326D91700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17"/>
                <a:ext cx="18" cy="18"/>
              </a:xfrm>
              <a:custGeom>
                <a:avLst/>
                <a:gdLst>
                  <a:gd name="T0" fmla="*/ 94 w 10"/>
                  <a:gd name="T1" fmla="*/ 448 h 9"/>
                  <a:gd name="T2" fmla="*/ 263 w 10"/>
                  <a:gd name="T3" fmla="*/ 448 h 9"/>
                  <a:gd name="T4" fmla="*/ 239 w 10"/>
                  <a:gd name="T5" fmla="*/ 64 h 9"/>
                  <a:gd name="T6" fmla="*/ 74 w 10"/>
                  <a:gd name="T7" fmla="*/ 128 h 9"/>
                  <a:gd name="T8" fmla="*/ 94 w 10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3" y="7"/>
                    </a:moveTo>
                    <a:cubicBezTo>
                      <a:pt x="4" y="9"/>
                      <a:pt x="7" y="9"/>
                      <a:pt x="8" y="7"/>
                    </a:cubicBezTo>
                    <a:cubicBezTo>
                      <a:pt x="10" y="5"/>
                      <a:pt x="9" y="2"/>
                      <a:pt x="7" y="1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1" y="6"/>
                      <a:pt x="3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1" name="Freeform 2932">
                <a:extLst>
                  <a:ext uri="{FF2B5EF4-FFF2-40B4-BE49-F238E27FC236}">
                    <a16:creationId xmlns:a16="http://schemas.microsoft.com/office/drawing/2014/main" id="{E0A5DA93-E982-4195-A6C7-AFFC04A24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21"/>
                <a:ext cx="6" cy="6"/>
              </a:xfrm>
              <a:custGeom>
                <a:avLst/>
                <a:gdLst>
                  <a:gd name="T0" fmla="*/ 64 w 3"/>
                  <a:gd name="T1" fmla="*/ 128 h 3"/>
                  <a:gd name="T2" fmla="*/ 192 w 3"/>
                  <a:gd name="T3" fmla="*/ 128 h 3"/>
                  <a:gd name="T4" fmla="*/ 128 w 3"/>
                  <a:gd name="T5" fmla="*/ 0 h 3"/>
                  <a:gd name="T6" fmla="*/ 0 w 3"/>
                  <a:gd name="T7" fmla="*/ 64 h 3"/>
                  <a:gd name="T8" fmla="*/ 64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2" name="Freeform 2933">
                <a:extLst>
                  <a:ext uri="{FF2B5EF4-FFF2-40B4-BE49-F238E27FC236}">
                    <a16:creationId xmlns:a16="http://schemas.microsoft.com/office/drawing/2014/main" id="{30F19AA4-171C-4CD8-B817-B1B9BD3D1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02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47 w 9"/>
                  <a:gd name="T3" fmla="*/ 317 h 9"/>
                  <a:gd name="T4" fmla="*/ 208 w 9"/>
                  <a:gd name="T5" fmla="*/ 53 h 9"/>
                  <a:gd name="T6" fmla="*/ 37 w 9"/>
                  <a:gd name="T7" fmla="*/ 100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4" y="9"/>
                      <a:pt x="6" y="8"/>
                      <a:pt x="8" y="7"/>
                    </a:cubicBezTo>
                    <a:cubicBezTo>
                      <a:pt x="9" y="5"/>
                      <a:pt x="9" y="2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3" name="Freeform 2934">
                <a:extLst>
                  <a:ext uri="{FF2B5EF4-FFF2-40B4-BE49-F238E27FC236}">
                    <a16:creationId xmlns:a16="http://schemas.microsoft.com/office/drawing/2014/main" id="{4616B158-FFED-456F-8655-9684064D5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06"/>
                <a:ext cx="6" cy="5"/>
              </a:xfrm>
              <a:custGeom>
                <a:avLst/>
                <a:gdLst>
                  <a:gd name="T0" fmla="*/ 64 w 3"/>
                  <a:gd name="T1" fmla="*/ 37 h 3"/>
                  <a:gd name="T2" fmla="*/ 192 w 3"/>
                  <a:gd name="T3" fmla="*/ 37 h 3"/>
                  <a:gd name="T4" fmla="*/ 192 w 3"/>
                  <a:gd name="T5" fmla="*/ 0 h 3"/>
                  <a:gd name="T6" fmla="*/ 64 w 3"/>
                  <a:gd name="T7" fmla="*/ 0 h 3"/>
                  <a:gd name="T8" fmla="*/ 64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2" y="3"/>
                      <a:pt x="2" y="3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4" name="Freeform 2935">
                <a:extLst>
                  <a:ext uri="{FF2B5EF4-FFF2-40B4-BE49-F238E27FC236}">
                    <a16:creationId xmlns:a16="http://schemas.microsoft.com/office/drawing/2014/main" id="{5799961B-181B-4B8D-898E-B526FB8DA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784"/>
                <a:ext cx="16" cy="18"/>
              </a:xfrm>
              <a:custGeom>
                <a:avLst/>
                <a:gdLst>
                  <a:gd name="T0" fmla="*/ 66 w 9"/>
                  <a:gd name="T1" fmla="*/ 512 h 9"/>
                  <a:gd name="T2" fmla="*/ 208 w 9"/>
                  <a:gd name="T3" fmla="*/ 448 h 9"/>
                  <a:gd name="T4" fmla="*/ 208 w 9"/>
                  <a:gd name="T5" fmla="*/ 128 h 9"/>
                  <a:gd name="T6" fmla="*/ 37 w 9"/>
                  <a:gd name="T7" fmla="*/ 128 h 9"/>
                  <a:gd name="T8" fmla="*/ 66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5" y="0"/>
                      <a:pt x="3" y="1"/>
                      <a:pt x="1" y="2"/>
                    </a:cubicBezTo>
                    <a:cubicBezTo>
                      <a:pt x="0" y="4"/>
                      <a:pt x="0" y="7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5" name="Freeform 2936">
                <a:extLst>
                  <a:ext uri="{FF2B5EF4-FFF2-40B4-BE49-F238E27FC236}">
                    <a16:creationId xmlns:a16="http://schemas.microsoft.com/office/drawing/2014/main" id="{EC967283-E409-4C0A-8634-EE2AF7929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788"/>
                <a:ext cx="6" cy="6"/>
              </a:xfrm>
              <a:custGeom>
                <a:avLst/>
                <a:gdLst>
                  <a:gd name="T0" fmla="*/ 64 w 3"/>
                  <a:gd name="T1" fmla="*/ 192 h 3"/>
                  <a:gd name="T2" fmla="*/ 192 w 3"/>
                  <a:gd name="T3" fmla="*/ 192 h 3"/>
                  <a:gd name="T4" fmla="*/ 192 w 3"/>
                  <a:gd name="T5" fmla="*/ 64 h 3"/>
                  <a:gd name="T6" fmla="*/ 64 w 3"/>
                  <a:gd name="T7" fmla="*/ 64 h 3"/>
                  <a:gd name="T8" fmla="*/ 64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6" name="Freeform 2937">
                <a:extLst>
                  <a:ext uri="{FF2B5EF4-FFF2-40B4-BE49-F238E27FC236}">
                    <a16:creationId xmlns:a16="http://schemas.microsoft.com/office/drawing/2014/main" id="{8B072671-4DCC-4759-A16F-7F2EADE1C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769"/>
                <a:ext cx="18" cy="17"/>
              </a:xfrm>
              <a:custGeom>
                <a:avLst/>
                <a:gdLst>
                  <a:gd name="T0" fmla="*/ 94 w 10"/>
                  <a:gd name="T1" fmla="*/ 357 h 9"/>
                  <a:gd name="T2" fmla="*/ 263 w 10"/>
                  <a:gd name="T3" fmla="*/ 317 h 9"/>
                  <a:gd name="T4" fmla="*/ 239 w 10"/>
                  <a:gd name="T5" fmla="*/ 53 h 9"/>
                  <a:gd name="T6" fmla="*/ 74 w 10"/>
                  <a:gd name="T7" fmla="*/ 100 h 9"/>
                  <a:gd name="T8" fmla="*/ 94 w 10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3" y="8"/>
                    </a:moveTo>
                    <a:cubicBezTo>
                      <a:pt x="4" y="9"/>
                      <a:pt x="7" y="9"/>
                      <a:pt x="8" y="7"/>
                    </a:cubicBezTo>
                    <a:cubicBezTo>
                      <a:pt x="10" y="5"/>
                      <a:pt x="9" y="3"/>
                      <a:pt x="7" y="1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1" y="6"/>
                      <a:pt x="3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7" name="Freeform 2938">
                <a:extLst>
                  <a:ext uri="{FF2B5EF4-FFF2-40B4-BE49-F238E27FC236}">
                    <a16:creationId xmlns:a16="http://schemas.microsoft.com/office/drawing/2014/main" id="{4780B6F9-1628-4F67-98A8-113B21E33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773"/>
                <a:ext cx="6" cy="6"/>
              </a:xfrm>
              <a:custGeom>
                <a:avLst/>
                <a:gdLst>
                  <a:gd name="T0" fmla="*/ 64 w 3"/>
                  <a:gd name="T1" fmla="*/ 192 h 3"/>
                  <a:gd name="T2" fmla="*/ 192 w 3"/>
                  <a:gd name="T3" fmla="*/ 128 h 3"/>
                  <a:gd name="T4" fmla="*/ 128 w 3"/>
                  <a:gd name="T5" fmla="*/ 0 h 3"/>
                  <a:gd name="T6" fmla="*/ 0 w 3"/>
                  <a:gd name="T7" fmla="*/ 64 h 3"/>
                  <a:gd name="T8" fmla="*/ 64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8" name="Freeform 2939">
                <a:extLst>
                  <a:ext uri="{FF2B5EF4-FFF2-40B4-BE49-F238E27FC236}">
                    <a16:creationId xmlns:a16="http://schemas.microsoft.com/office/drawing/2014/main" id="{9CD1AAA1-7D26-4569-9E8A-20ACD937C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754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47 w 9"/>
                  <a:gd name="T3" fmla="*/ 317 h 9"/>
                  <a:gd name="T4" fmla="*/ 208 w 9"/>
                  <a:gd name="T5" fmla="*/ 53 h 9"/>
                  <a:gd name="T6" fmla="*/ 37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8"/>
                      <a:pt x="8" y="7"/>
                    </a:cubicBezTo>
                    <a:cubicBezTo>
                      <a:pt x="9" y="5"/>
                      <a:pt x="8" y="2"/>
                      <a:pt x="7" y="1"/>
                    </a:cubicBez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9" name="Freeform 2940">
                <a:extLst>
                  <a:ext uri="{FF2B5EF4-FFF2-40B4-BE49-F238E27FC236}">
                    <a16:creationId xmlns:a16="http://schemas.microsoft.com/office/drawing/2014/main" id="{1976B67F-BAF9-4291-8CC0-017F3827A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757"/>
                <a:ext cx="6" cy="6"/>
              </a:xfrm>
              <a:custGeom>
                <a:avLst/>
                <a:gdLst>
                  <a:gd name="T0" fmla="*/ 64 w 3"/>
                  <a:gd name="T1" fmla="*/ 128 h 3"/>
                  <a:gd name="T2" fmla="*/ 192 w 3"/>
                  <a:gd name="T3" fmla="*/ 128 h 3"/>
                  <a:gd name="T4" fmla="*/ 192 w 3"/>
                  <a:gd name="T5" fmla="*/ 0 h 3"/>
                  <a:gd name="T6" fmla="*/ 64 w 3"/>
                  <a:gd name="T7" fmla="*/ 64 h 3"/>
                  <a:gd name="T8" fmla="*/ 64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0" name="Freeform 2941">
                <a:extLst>
                  <a:ext uri="{FF2B5EF4-FFF2-40B4-BE49-F238E27FC236}">
                    <a16:creationId xmlns:a16="http://schemas.microsoft.com/office/drawing/2014/main" id="{A068288A-26B6-4C69-A707-27704E99B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053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17 h 9"/>
                  <a:gd name="T4" fmla="*/ 208 w 9"/>
                  <a:gd name="T5" fmla="*/ 100 h 9"/>
                  <a:gd name="T6" fmla="*/ 66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7"/>
                    </a:cubicBezTo>
                    <a:cubicBezTo>
                      <a:pt x="8" y="6"/>
                      <a:pt x="9" y="3"/>
                      <a:pt x="7" y="2"/>
                    </a:cubicBez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1" name="Freeform 2942">
                <a:extLst>
                  <a:ext uri="{FF2B5EF4-FFF2-40B4-BE49-F238E27FC236}">
                    <a16:creationId xmlns:a16="http://schemas.microsoft.com/office/drawing/2014/main" id="{F9BBD54D-317B-4D71-8A3F-32981068F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057"/>
                <a:ext cx="6" cy="5"/>
              </a:xfrm>
              <a:custGeom>
                <a:avLst/>
                <a:gdLst>
                  <a:gd name="T0" fmla="*/ 0 w 3"/>
                  <a:gd name="T1" fmla="*/ 37 h 3"/>
                  <a:gd name="T2" fmla="*/ 128 w 3"/>
                  <a:gd name="T3" fmla="*/ 37 h 3"/>
                  <a:gd name="T4" fmla="*/ 128 w 3"/>
                  <a:gd name="T5" fmla="*/ 0 h 3"/>
                  <a:gd name="T6" fmla="*/ 64 w 3"/>
                  <a:gd name="T7" fmla="*/ 0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2" name="Freeform 2943">
                <a:extLst>
                  <a:ext uri="{FF2B5EF4-FFF2-40B4-BE49-F238E27FC236}">
                    <a16:creationId xmlns:a16="http://schemas.microsoft.com/office/drawing/2014/main" id="{772F4A78-A11F-4681-A418-DA834B643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037"/>
                <a:ext cx="17" cy="18"/>
              </a:xfrm>
              <a:custGeom>
                <a:avLst/>
                <a:gdLst>
                  <a:gd name="T0" fmla="*/ 53 w 9"/>
                  <a:gd name="T1" fmla="*/ 448 h 9"/>
                  <a:gd name="T2" fmla="*/ 317 w 9"/>
                  <a:gd name="T3" fmla="*/ 448 h 9"/>
                  <a:gd name="T4" fmla="*/ 317 w 9"/>
                  <a:gd name="T5" fmla="*/ 128 h 9"/>
                  <a:gd name="T6" fmla="*/ 53 w 9"/>
                  <a:gd name="T7" fmla="*/ 64 h 9"/>
                  <a:gd name="T8" fmla="*/ 53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5" y="9"/>
                      <a:pt x="7" y="7"/>
                    </a:cubicBezTo>
                    <a:cubicBezTo>
                      <a:pt x="8" y="6"/>
                      <a:pt x="9" y="3"/>
                      <a:pt x="7" y="2"/>
                    </a:cubicBezTo>
                    <a:cubicBezTo>
                      <a:pt x="6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3" name="Freeform 2944">
                <a:extLst>
                  <a:ext uri="{FF2B5EF4-FFF2-40B4-BE49-F238E27FC236}">
                    <a16:creationId xmlns:a16="http://schemas.microsoft.com/office/drawing/2014/main" id="{079776F4-F7ED-4E55-A5D8-B3BDF18FF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041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37 w 3"/>
                  <a:gd name="T5" fmla="*/ 0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4" name="Freeform 2945">
                <a:extLst>
                  <a:ext uri="{FF2B5EF4-FFF2-40B4-BE49-F238E27FC236}">
                    <a16:creationId xmlns:a16="http://schemas.microsoft.com/office/drawing/2014/main" id="{837F16DE-7C87-4946-8683-6C9D265AE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022"/>
                <a:ext cx="17" cy="17"/>
              </a:xfrm>
              <a:custGeom>
                <a:avLst/>
                <a:gdLst>
                  <a:gd name="T0" fmla="*/ 100 w 9"/>
                  <a:gd name="T1" fmla="*/ 317 h 9"/>
                  <a:gd name="T2" fmla="*/ 317 w 9"/>
                  <a:gd name="T3" fmla="*/ 317 h 9"/>
                  <a:gd name="T4" fmla="*/ 357 w 9"/>
                  <a:gd name="T5" fmla="*/ 53 h 9"/>
                  <a:gd name="T6" fmla="*/ 100 w 9"/>
                  <a:gd name="T7" fmla="*/ 53 h 9"/>
                  <a:gd name="T8" fmla="*/ 100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8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1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5" name="Freeform 2946">
                <a:extLst>
                  <a:ext uri="{FF2B5EF4-FFF2-40B4-BE49-F238E27FC236}">
                    <a16:creationId xmlns:a16="http://schemas.microsoft.com/office/drawing/2014/main" id="{023CF61D-366D-4000-BE7C-7C0F8D8C9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026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62 w 3"/>
                  <a:gd name="T3" fmla="*/ 128 h 3"/>
                  <a:gd name="T4" fmla="*/ 62 w 3"/>
                  <a:gd name="T5" fmla="*/ 0 h 3"/>
                  <a:gd name="T6" fmla="*/ 22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6" name="Freeform 2947">
                <a:extLst>
                  <a:ext uri="{FF2B5EF4-FFF2-40B4-BE49-F238E27FC236}">
                    <a16:creationId xmlns:a16="http://schemas.microsoft.com/office/drawing/2014/main" id="{4E1652AC-8640-46F2-B138-B1E3DC0AB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004"/>
                <a:ext cx="16" cy="20"/>
              </a:xfrm>
              <a:custGeom>
                <a:avLst/>
                <a:gdLst>
                  <a:gd name="T0" fmla="*/ 37 w 9"/>
                  <a:gd name="T1" fmla="*/ 448 h 10"/>
                  <a:gd name="T2" fmla="*/ 208 w 9"/>
                  <a:gd name="T3" fmla="*/ 512 h 10"/>
                  <a:gd name="T4" fmla="*/ 247 w 9"/>
                  <a:gd name="T5" fmla="*/ 192 h 10"/>
                  <a:gd name="T6" fmla="*/ 66 w 9"/>
                  <a:gd name="T7" fmla="*/ 128 h 10"/>
                  <a:gd name="T8" fmla="*/ 37 w 9"/>
                  <a:gd name="T9" fmla="*/ 44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3" y="9"/>
                      <a:pt x="5" y="10"/>
                      <a:pt x="7" y="8"/>
                    </a:cubicBezTo>
                    <a:cubicBezTo>
                      <a:pt x="9" y="7"/>
                      <a:pt x="9" y="4"/>
                      <a:pt x="8" y="3"/>
                    </a:cubicBez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7" name="Freeform 2948">
                <a:extLst>
                  <a:ext uri="{FF2B5EF4-FFF2-40B4-BE49-F238E27FC236}">
                    <a16:creationId xmlns:a16="http://schemas.microsoft.com/office/drawing/2014/main" id="{FE51CC17-0F73-4200-987E-8D97AB546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010"/>
                <a:ext cx="6" cy="6"/>
              </a:xfrm>
              <a:custGeom>
                <a:avLst/>
                <a:gdLst>
                  <a:gd name="T0" fmla="*/ 64 w 3"/>
                  <a:gd name="T1" fmla="*/ 128 h 3"/>
                  <a:gd name="T2" fmla="*/ 128 w 3"/>
                  <a:gd name="T3" fmla="*/ 128 h 3"/>
                  <a:gd name="T4" fmla="*/ 192 w 3"/>
                  <a:gd name="T5" fmla="*/ 0 h 3"/>
                  <a:gd name="T6" fmla="*/ 64 w 3"/>
                  <a:gd name="T7" fmla="*/ 0 h 3"/>
                  <a:gd name="T8" fmla="*/ 64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8" name="Freeform 2949">
                <a:extLst>
                  <a:ext uri="{FF2B5EF4-FFF2-40B4-BE49-F238E27FC236}">
                    <a16:creationId xmlns:a16="http://schemas.microsoft.com/office/drawing/2014/main" id="{45B05E98-0D44-4533-841C-A41E18A21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991"/>
                <a:ext cx="17" cy="15"/>
              </a:xfrm>
              <a:custGeom>
                <a:avLst/>
                <a:gdLst>
                  <a:gd name="T0" fmla="*/ 53 w 9"/>
                  <a:gd name="T1" fmla="*/ 296 h 8"/>
                  <a:gd name="T2" fmla="*/ 317 w 9"/>
                  <a:gd name="T3" fmla="*/ 296 h 8"/>
                  <a:gd name="T4" fmla="*/ 317 w 9"/>
                  <a:gd name="T5" fmla="*/ 53 h 8"/>
                  <a:gd name="T6" fmla="*/ 53 w 9"/>
                  <a:gd name="T7" fmla="*/ 53 h 8"/>
                  <a:gd name="T8" fmla="*/ 53 w 9"/>
                  <a:gd name="T9" fmla="*/ 29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7"/>
                    </a:moveTo>
                    <a:cubicBezTo>
                      <a:pt x="3" y="8"/>
                      <a:pt x="5" y="8"/>
                      <a:pt x="7" y="7"/>
                    </a:cubicBezTo>
                    <a:cubicBezTo>
                      <a:pt x="9" y="5"/>
                      <a:pt x="9" y="3"/>
                      <a:pt x="7" y="1"/>
                    </a:cubicBez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9" name="Freeform 2950">
                <a:extLst>
                  <a:ext uri="{FF2B5EF4-FFF2-40B4-BE49-F238E27FC236}">
                    <a16:creationId xmlns:a16="http://schemas.microsoft.com/office/drawing/2014/main" id="{4DA769AB-6096-48FF-AEA0-10014C067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995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128 w 3"/>
                  <a:gd name="T3" fmla="*/ 128 h 3"/>
                  <a:gd name="T4" fmla="*/ 128 w 3"/>
                  <a:gd name="T5" fmla="*/ 0 h 3"/>
                  <a:gd name="T6" fmla="*/ 64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0" name="Freeform 2951">
                <a:extLst>
                  <a:ext uri="{FF2B5EF4-FFF2-40B4-BE49-F238E27FC236}">
                    <a16:creationId xmlns:a16="http://schemas.microsoft.com/office/drawing/2014/main" id="{D7E25BA5-EA14-4ED6-9556-9957585BE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974"/>
                <a:ext cx="17" cy="17"/>
              </a:xfrm>
              <a:custGeom>
                <a:avLst/>
                <a:gdLst>
                  <a:gd name="T0" fmla="*/ 100 w 9"/>
                  <a:gd name="T1" fmla="*/ 357 h 9"/>
                  <a:gd name="T2" fmla="*/ 317 w 9"/>
                  <a:gd name="T3" fmla="*/ 357 h 9"/>
                  <a:gd name="T4" fmla="*/ 357 w 9"/>
                  <a:gd name="T5" fmla="*/ 100 h 9"/>
                  <a:gd name="T6" fmla="*/ 100 w 9"/>
                  <a:gd name="T7" fmla="*/ 100 h 9"/>
                  <a:gd name="T8" fmla="*/ 100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6" y="1"/>
                      <a:pt x="3" y="0"/>
                      <a:pt x="2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1" name="Freeform 2952">
                <a:extLst>
                  <a:ext uri="{FF2B5EF4-FFF2-40B4-BE49-F238E27FC236}">
                    <a16:creationId xmlns:a16="http://schemas.microsoft.com/office/drawing/2014/main" id="{03E4D83C-42F8-4883-96E0-9B0C924CA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979"/>
                <a:ext cx="5" cy="6"/>
              </a:xfrm>
              <a:custGeom>
                <a:avLst/>
                <a:gdLst>
                  <a:gd name="T0" fmla="*/ 0 w 3"/>
                  <a:gd name="T1" fmla="*/ 128 h 3"/>
                  <a:gd name="T2" fmla="*/ 37 w 3"/>
                  <a:gd name="T3" fmla="*/ 128 h 3"/>
                  <a:gd name="T4" fmla="*/ 37 w 3"/>
                  <a:gd name="T5" fmla="*/ 0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1" y="3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2" name="Freeform 2953">
                <a:extLst>
                  <a:ext uri="{FF2B5EF4-FFF2-40B4-BE49-F238E27FC236}">
                    <a16:creationId xmlns:a16="http://schemas.microsoft.com/office/drawing/2014/main" id="{4554B58D-1DA4-49A4-82B0-C7F8E5F5C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960"/>
                <a:ext cx="16" cy="16"/>
              </a:xfrm>
              <a:custGeom>
                <a:avLst/>
                <a:gdLst>
                  <a:gd name="T0" fmla="*/ 37 w 9"/>
                  <a:gd name="T1" fmla="*/ 448 h 8"/>
                  <a:gd name="T2" fmla="*/ 208 w 9"/>
                  <a:gd name="T3" fmla="*/ 448 h 8"/>
                  <a:gd name="T4" fmla="*/ 208 w 9"/>
                  <a:gd name="T5" fmla="*/ 64 h 8"/>
                  <a:gd name="T6" fmla="*/ 37 w 9"/>
                  <a:gd name="T7" fmla="*/ 64 h 8"/>
                  <a:gd name="T8" fmla="*/ 37 w 9"/>
                  <a:gd name="T9" fmla="*/ 44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7"/>
                    </a:moveTo>
                    <a:cubicBezTo>
                      <a:pt x="3" y="8"/>
                      <a:pt x="5" y="8"/>
                      <a:pt x="7" y="7"/>
                    </a:cubicBezTo>
                    <a:cubicBezTo>
                      <a:pt x="9" y="5"/>
                      <a:pt x="9" y="3"/>
                      <a:pt x="7" y="1"/>
                    </a:cubicBez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3" name="Freeform 2954">
                <a:extLst>
                  <a:ext uri="{FF2B5EF4-FFF2-40B4-BE49-F238E27FC236}">
                    <a16:creationId xmlns:a16="http://schemas.microsoft.com/office/drawing/2014/main" id="{1DBC81CC-8815-4811-8118-542CB760D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964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37 w 3"/>
                  <a:gd name="T3" fmla="*/ 128 h 3"/>
                  <a:gd name="T4" fmla="*/ 37 w 3"/>
                  <a:gd name="T5" fmla="*/ 0 h 3"/>
                  <a:gd name="T6" fmla="*/ 22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4" name="Freeform 2955">
                <a:extLst>
                  <a:ext uri="{FF2B5EF4-FFF2-40B4-BE49-F238E27FC236}">
                    <a16:creationId xmlns:a16="http://schemas.microsoft.com/office/drawing/2014/main" id="{89B54E3A-829C-4786-8E71-D088C4084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945"/>
                <a:ext cx="16" cy="15"/>
              </a:xfrm>
              <a:custGeom>
                <a:avLst/>
                <a:gdLst>
                  <a:gd name="T0" fmla="*/ 66 w 9"/>
                  <a:gd name="T1" fmla="*/ 296 h 8"/>
                  <a:gd name="T2" fmla="*/ 208 w 9"/>
                  <a:gd name="T3" fmla="*/ 296 h 8"/>
                  <a:gd name="T4" fmla="*/ 247 w 9"/>
                  <a:gd name="T5" fmla="*/ 53 h 8"/>
                  <a:gd name="T6" fmla="*/ 66 w 9"/>
                  <a:gd name="T7" fmla="*/ 53 h 8"/>
                  <a:gd name="T8" fmla="*/ 66 w 9"/>
                  <a:gd name="T9" fmla="*/ 29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2" y="7"/>
                    </a:moveTo>
                    <a:cubicBezTo>
                      <a:pt x="3" y="8"/>
                      <a:pt x="6" y="8"/>
                      <a:pt x="7" y="7"/>
                    </a:cubicBezTo>
                    <a:cubicBezTo>
                      <a:pt x="9" y="5"/>
                      <a:pt x="9" y="3"/>
                      <a:pt x="8" y="1"/>
                    </a:cubicBez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5" name="Freeform 2956">
                <a:extLst>
                  <a:ext uri="{FF2B5EF4-FFF2-40B4-BE49-F238E27FC236}">
                    <a16:creationId xmlns:a16="http://schemas.microsoft.com/office/drawing/2014/main" id="{C9E069D8-4E0A-4FF8-9500-1775673AA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1949"/>
                <a:ext cx="6" cy="5"/>
              </a:xfrm>
              <a:custGeom>
                <a:avLst/>
                <a:gdLst>
                  <a:gd name="T0" fmla="*/ 64 w 3"/>
                  <a:gd name="T1" fmla="*/ 37 h 3"/>
                  <a:gd name="T2" fmla="*/ 192 w 3"/>
                  <a:gd name="T3" fmla="*/ 37 h 3"/>
                  <a:gd name="T4" fmla="*/ 192 w 3"/>
                  <a:gd name="T5" fmla="*/ 0 h 3"/>
                  <a:gd name="T6" fmla="*/ 64 w 3"/>
                  <a:gd name="T7" fmla="*/ 0 h 3"/>
                  <a:gd name="T8" fmla="*/ 64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6" name="Freeform 2957">
                <a:extLst>
                  <a:ext uri="{FF2B5EF4-FFF2-40B4-BE49-F238E27FC236}">
                    <a16:creationId xmlns:a16="http://schemas.microsoft.com/office/drawing/2014/main" id="{1782BCBB-F4D2-4F63-8339-7E98A05D7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927"/>
                <a:ext cx="16" cy="18"/>
              </a:xfrm>
              <a:custGeom>
                <a:avLst/>
                <a:gdLst>
                  <a:gd name="T0" fmla="*/ 66 w 9"/>
                  <a:gd name="T1" fmla="*/ 512 h 9"/>
                  <a:gd name="T2" fmla="*/ 247 w 9"/>
                  <a:gd name="T3" fmla="*/ 512 h 9"/>
                  <a:gd name="T4" fmla="*/ 247 w 9"/>
                  <a:gd name="T5" fmla="*/ 128 h 9"/>
                  <a:gd name="T6" fmla="*/ 66 w 9"/>
                  <a:gd name="T7" fmla="*/ 128 h 9"/>
                  <a:gd name="T8" fmla="*/ 66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8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6" y="0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7" name="Freeform 2958">
                <a:extLst>
                  <a:ext uri="{FF2B5EF4-FFF2-40B4-BE49-F238E27FC236}">
                    <a16:creationId xmlns:a16="http://schemas.microsoft.com/office/drawing/2014/main" id="{BB81E596-4761-4CFC-9337-8F8A5816B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931"/>
                <a:ext cx="5" cy="6"/>
              </a:xfrm>
              <a:custGeom>
                <a:avLst/>
                <a:gdLst>
                  <a:gd name="T0" fmla="*/ 0 w 3"/>
                  <a:gd name="T1" fmla="*/ 192 h 3"/>
                  <a:gd name="T2" fmla="*/ 37 w 3"/>
                  <a:gd name="T3" fmla="*/ 192 h 3"/>
                  <a:gd name="T4" fmla="*/ 37 w 3"/>
                  <a:gd name="T5" fmla="*/ 64 h 3"/>
                  <a:gd name="T6" fmla="*/ 0 w 3"/>
                  <a:gd name="T7" fmla="*/ 64 h 3"/>
                  <a:gd name="T8" fmla="*/ 0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8" name="Freeform 2959">
                <a:extLst>
                  <a:ext uri="{FF2B5EF4-FFF2-40B4-BE49-F238E27FC236}">
                    <a16:creationId xmlns:a16="http://schemas.microsoft.com/office/drawing/2014/main" id="{0D2B095A-F742-4437-AABE-E393B7AF2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1912"/>
                <a:ext cx="17" cy="17"/>
              </a:xfrm>
              <a:custGeom>
                <a:avLst/>
                <a:gdLst>
                  <a:gd name="T0" fmla="*/ 100 w 9"/>
                  <a:gd name="T1" fmla="*/ 317 h 9"/>
                  <a:gd name="T2" fmla="*/ 317 w 9"/>
                  <a:gd name="T3" fmla="*/ 357 h 9"/>
                  <a:gd name="T4" fmla="*/ 357 w 9"/>
                  <a:gd name="T5" fmla="*/ 100 h 9"/>
                  <a:gd name="T6" fmla="*/ 100 w 9"/>
                  <a:gd name="T7" fmla="*/ 100 h 9"/>
                  <a:gd name="T8" fmla="*/ 100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6" y="0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9" name="Freeform 2960">
                <a:extLst>
                  <a:ext uri="{FF2B5EF4-FFF2-40B4-BE49-F238E27FC236}">
                    <a16:creationId xmlns:a16="http://schemas.microsoft.com/office/drawing/2014/main" id="{FD7B1935-2E9C-4F88-A877-121692FEF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916"/>
                <a:ext cx="5" cy="5"/>
              </a:xfrm>
              <a:custGeom>
                <a:avLst/>
                <a:gdLst>
                  <a:gd name="T0" fmla="*/ 0 w 3"/>
                  <a:gd name="T1" fmla="*/ 62 h 3"/>
                  <a:gd name="T2" fmla="*/ 37 w 3"/>
                  <a:gd name="T3" fmla="*/ 62 h 3"/>
                  <a:gd name="T4" fmla="*/ 37 w 3"/>
                  <a:gd name="T5" fmla="*/ 22 h 3"/>
                  <a:gd name="T6" fmla="*/ 0 w 3"/>
                  <a:gd name="T7" fmla="*/ 22 h 3"/>
                  <a:gd name="T8" fmla="*/ 0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0" name="Freeform 2961">
                <a:extLst>
                  <a:ext uri="{FF2B5EF4-FFF2-40B4-BE49-F238E27FC236}">
                    <a16:creationId xmlns:a16="http://schemas.microsoft.com/office/drawing/2014/main" id="{FA8707DE-CDED-41F4-8E6C-EAEDF83E6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896"/>
                <a:ext cx="16" cy="18"/>
              </a:xfrm>
              <a:custGeom>
                <a:avLst/>
                <a:gdLst>
                  <a:gd name="T0" fmla="*/ 66 w 9"/>
                  <a:gd name="T1" fmla="*/ 448 h 9"/>
                  <a:gd name="T2" fmla="*/ 208 w 9"/>
                  <a:gd name="T3" fmla="*/ 448 h 9"/>
                  <a:gd name="T4" fmla="*/ 208 w 9"/>
                  <a:gd name="T5" fmla="*/ 128 h 9"/>
                  <a:gd name="T6" fmla="*/ 66 w 9"/>
                  <a:gd name="T7" fmla="*/ 64 h 9"/>
                  <a:gd name="T8" fmla="*/ 66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1" name="Freeform 2962">
                <a:extLst>
                  <a:ext uri="{FF2B5EF4-FFF2-40B4-BE49-F238E27FC236}">
                    <a16:creationId xmlns:a16="http://schemas.microsoft.com/office/drawing/2014/main" id="{B7873F88-5C6F-41CF-B8A1-AF5B1E4D9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900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62 w 3"/>
                  <a:gd name="T3" fmla="*/ 192 h 3"/>
                  <a:gd name="T4" fmla="*/ 62 w 3"/>
                  <a:gd name="T5" fmla="*/ 64 h 3"/>
                  <a:gd name="T6" fmla="*/ 22 w 3"/>
                  <a:gd name="T7" fmla="*/ 64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2" name="Freeform 2963">
                <a:extLst>
                  <a:ext uri="{FF2B5EF4-FFF2-40B4-BE49-F238E27FC236}">
                    <a16:creationId xmlns:a16="http://schemas.microsoft.com/office/drawing/2014/main" id="{A382FB42-B91C-4F3D-807C-68D113AB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881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08 w 9"/>
                  <a:gd name="T3" fmla="*/ 317 h 9"/>
                  <a:gd name="T4" fmla="*/ 208 w 9"/>
                  <a:gd name="T5" fmla="*/ 53 h 9"/>
                  <a:gd name="T6" fmla="*/ 37 w 9"/>
                  <a:gd name="T7" fmla="*/ 100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8"/>
                      <a:pt x="7" y="7"/>
                    </a:cubicBezTo>
                    <a:cubicBezTo>
                      <a:pt x="9" y="5"/>
                      <a:pt x="9" y="3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3" name="Freeform 2964">
                <a:extLst>
                  <a:ext uri="{FF2B5EF4-FFF2-40B4-BE49-F238E27FC236}">
                    <a16:creationId xmlns:a16="http://schemas.microsoft.com/office/drawing/2014/main" id="{29C46B1C-92B2-4ACC-A571-88DB3F3D4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885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62 w 3"/>
                  <a:gd name="T3" fmla="*/ 128 h 3"/>
                  <a:gd name="T4" fmla="*/ 62 w 3"/>
                  <a:gd name="T5" fmla="*/ 0 h 3"/>
                  <a:gd name="T6" fmla="*/ 22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4" name="Freeform 2965">
                <a:extLst>
                  <a:ext uri="{FF2B5EF4-FFF2-40B4-BE49-F238E27FC236}">
                    <a16:creationId xmlns:a16="http://schemas.microsoft.com/office/drawing/2014/main" id="{FB09891C-02F5-4E0A-9BAD-C2DD3DEEE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864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08 w 9"/>
                  <a:gd name="T3" fmla="*/ 317 h 9"/>
                  <a:gd name="T4" fmla="*/ 208 w 9"/>
                  <a:gd name="T5" fmla="*/ 100 h 9"/>
                  <a:gd name="T6" fmla="*/ 37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5" y="0"/>
                      <a:pt x="3" y="1"/>
                      <a:pt x="1" y="2"/>
                    </a:cubicBezTo>
                    <a:cubicBezTo>
                      <a:pt x="0" y="4"/>
                      <a:pt x="0" y="7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5" name="Freeform 2966">
                <a:extLst>
                  <a:ext uri="{FF2B5EF4-FFF2-40B4-BE49-F238E27FC236}">
                    <a16:creationId xmlns:a16="http://schemas.microsoft.com/office/drawing/2014/main" id="{92A5772A-927B-42EA-B1EC-0CF124588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867"/>
                <a:ext cx="6" cy="8"/>
              </a:xfrm>
              <a:custGeom>
                <a:avLst/>
                <a:gdLst>
                  <a:gd name="T0" fmla="*/ 64 w 3"/>
                  <a:gd name="T1" fmla="*/ 192 h 4"/>
                  <a:gd name="T2" fmla="*/ 192 w 3"/>
                  <a:gd name="T3" fmla="*/ 192 h 4"/>
                  <a:gd name="T4" fmla="*/ 192 w 3"/>
                  <a:gd name="T5" fmla="*/ 64 h 4"/>
                  <a:gd name="T6" fmla="*/ 64 w 3"/>
                  <a:gd name="T7" fmla="*/ 64 h 4"/>
                  <a:gd name="T8" fmla="*/ 64 w 3"/>
                  <a:gd name="T9" fmla="*/ 19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4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6" name="Freeform 2967">
                <a:extLst>
                  <a:ext uri="{FF2B5EF4-FFF2-40B4-BE49-F238E27FC236}">
                    <a16:creationId xmlns:a16="http://schemas.microsoft.com/office/drawing/2014/main" id="{91F521F4-20DD-4CC4-A9F9-EC2633B83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848"/>
                <a:ext cx="16" cy="18"/>
              </a:xfrm>
              <a:custGeom>
                <a:avLst/>
                <a:gdLst>
                  <a:gd name="T0" fmla="*/ 66 w 9"/>
                  <a:gd name="T1" fmla="*/ 512 h 9"/>
                  <a:gd name="T2" fmla="*/ 247 w 9"/>
                  <a:gd name="T3" fmla="*/ 512 h 9"/>
                  <a:gd name="T4" fmla="*/ 208 w 9"/>
                  <a:gd name="T5" fmla="*/ 128 h 9"/>
                  <a:gd name="T6" fmla="*/ 66 w 9"/>
                  <a:gd name="T7" fmla="*/ 128 h 9"/>
                  <a:gd name="T8" fmla="*/ 66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7" y="9"/>
                      <a:pt x="8" y="8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6" y="0"/>
                      <a:pt x="3" y="1"/>
                      <a:pt x="2" y="2"/>
                    </a:cubicBezTo>
                    <a:cubicBezTo>
                      <a:pt x="0" y="4"/>
                      <a:pt x="1" y="7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7" name="Freeform 2968">
                <a:extLst>
                  <a:ext uri="{FF2B5EF4-FFF2-40B4-BE49-F238E27FC236}">
                    <a16:creationId xmlns:a16="http://schemas.microsoft.com/office/drawing/2014/main" id="{A6BE8FF8-FF79-4236-9102-6B5755D1A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854"/>
                <a:ext cx="6" cy="6"/>
              </a:xfrm>
              <a:custGeom>
                <a:avLst/>
                <a:gdLst>
                  <a:gd name="T0" fmla="*/ 0 w 3"/>
                  <a:gd name="T1" fmla="*/ 128 h 3"/>
                  <a:gd name="T2" fmla="*/ 128 w 3"/>
                  <a:gd name="T3" fmla="*/ 128 h 3"/>
                  <a:gd name="T4" fmla="*/ 128 w 3"/>
                  <a:gd name="T5" fmla="*/ 0 h 3"/>
                  <a:gd name="T6" fmla="*/ 0 w 3"/>
                  <a:gd name="T7" fmla="*/ 0 h 3"/>
                  <a:gd name="T8" fmla="*/ 0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8" name="Freeform 2969">
                <a:extLst>
                  <a:ext uri="{FF2B5EF4-FFF2-40B4-BE49-F238E27FC236}">
                    <a16:creationId xmlns:a16="http://schemas.microsoft.com/office/drawing/2014/main" id="{7942D719-C676-4BC9-9580-BB6854A93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833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47 w 9"/>
                  <a:gd name="T3" fmla="*/ 317 h 9"/>
                  <a:gd name="T4" fmla="*/ 208 w 9"/>
                  <a:gd name="T5" fmla="*/ 100 h 9"/>
                  <a:gd name="T6" fmla="*/ 37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9" name="Freeform 2970">
                <a:extLst>
                  <a:ext uri="{FF2B5EF4-FFF2-40B4-BE49-F238E27FC236}">
                    <a16:creationId xmlns:a16="http://schemas.microsoft.com/office/drawing/2014/main" id="{3D36CF0F-6354-4D1E-A553-053FDE07E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837"/>
                <a:ext cx="7" cy="5"/>
              </a:xfrm>
              <a:custGeom>
                <a:avLst/>
                <a:gdLst>
                  <a:gd name="T0" fmla="*/ 37 w 4"/>
                  <a:gd name="T1" fmla="*/ 62 h 3"/>
                  <a:gd name="T2" fmla="*/ 86 w 4"/>
                  <a:gd name="T3" fmla="*/ 62 h 3"/>
                  <a:gd name="T4" fmla="*/ 86 w 4"/>
                  <a:gd name="T5" fmla="*/ 22 h 3"/>
                  <a:gd name="T6" fmla="*/ 37 w 4"/>
                  <a:gd name="T7" fmla="*/ 22 h 3"/>
                  <a:gd name="T8" fmla="*/ 37 w 4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2" y="3"/>
                      <a:pt x="3" y="3"/>
                      <a:pt x="3" y="3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0" name="Freeform 2971">
                <a:extLst>
                  <a:ext uri="{FF2B5EF4-FFF2-40B4-BE49-F238E27FC236}">
                    <a16:creationId xmlns:a16="http://schemas.microsoft.com/office/drawing/2014/main" id="{DA7E4ABB-BF83-4431-97D2-A0D5026D5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817"/>
                <a:ext cx="16" cy="18"/>
              </a:xfrm>
              <a:custGeom>
                <a:avLst/>
                <a:gdLst>
                  <a:gd name="T0" fmla="*/ 66 w 9"/>
                  <a:gd name="T1" fmla="*/ 512 h 9"/>
                  <a:gd name="T2" fmla="*/ 247 w 9"/>
                  <a:gd name="T3" fmla="*/ 448 h 9"/>
                  <a:gd name="T4" fmla="*/ 208 w 9"/>
                  <a:gd name="T5" fmla="*/ 64 h 9"/>
                  <a:gd name="T6" fmla="*/ 66 w 9"/>
                  <a:gd name="T7" fmla="*/ 128 h 9"/>
                  <a:gd name="T8" fmla="*/ 66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9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1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1" name="Freeform 2972">
                <a:extLst>
                  <a:ext uri="{FF2B5EF4-FFF2-40B4-BE49-F238E27FC236}">
                    <a16:creationId xmlns:a16="http://schemas.microsoft.com/office/drawing/2014/main" id="{555C4927-F902-46BC-987A-E59897937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821"/>
                <a:ext cx="5" cy="6"/>
              </a:xfrm>
              <a:custGeom>
                <a:avLst/>
                <a:gdLst>
                  <a:gd name="T0" fmla="*/ 0 w 3"/>
                  <a:gd name="T1" fmla="*/ 192 h 3"/>
                  <a:gd name="T2" fmla="*/ 37 w 3"/>
                  <a:gd name="T3" fmla="*/ 128 h 3"/>
                  <a:gd name="T4" fmla="*/ 37 w 3"/>
                  <a:gd name="T5" fmla="*/ 64 h 3"/>
                  <a:gd name="T6" fmla="*/ 0 w 3"/>
                  <a:gd name="T7" fmla="*/ 64 h 3"/>
                  <a:gd name="T8" fmla="*/ 0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2" name="Freeform 2973">
                <a:extLst>
                  <a:ext uri="{FF2B5EF4-FFF2-40B4-BE49-F238E27FC236}">
                    <a16:creationId xmlns:a16="http://schemas.microsoft.com/office/drawing/2014/main" id="{1BE428AF-5D98-49C3-8EC1-C91ACD12C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800"/>
                <a:ext cx="17" cy="17"/>
              </a:xfrm>
              <a:custGeom>
                <a:avLst/>
                <a:gdLst>
                  <a:gd name="T0" fmla="*/ 53 w 9"/>
                  <a:gd name="T1" fmla="*/ 357 h 9"/>
                  <a:gd name="T2" fmla="*/ 317 w 9"/>
                  <a:gd name="T3" fmla="*/ 357 h 9"/>
                  <a:gd name="T4" fmla="*/ 317 w 9"/>
                  <a:gd name="T5" fmla="*/ 100 h 9"/>
                  <a:gd name="T6" fmla="*/ 53 w 9"/>
                  <a:gd name="T7" fmla="*/ 100 h 9"/>
                  <a:gd name="T8" fmla="*/ 53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8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6"/>
                      <a:pt x="8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1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3" name="Freeform 2974">
                <a:extLst>
                  <a:ext uri="{FF2B5EF4-FFF2-40B4-BE49-F238E27FC236}">
                    <a16:creationId xmlns:a16="http://schemas.microsoft.com/office/drawing/2014/main" id="{E2B4F681-5B2E-4209-8DF0-07F7E3866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804"/>
                <a:ext cx="5" cy="6"/>
              </a:xfrm>
              <a:custGeom>
                <a:avLst/>
                <a:gdLst>
                  <a:gd name="T0" fmla="*/ 22 w 3"/>
                  <a:gd name="T1" fmla="*/ 192 h 3"/>
                  <a:gd name="T2" fmla="*/ 37 w 3"/>
                  <a:gd name="T3" fmla="*/ 192 h 3"/>
                  <a:gd name="T4" fmla="*/ 37 w 3"/>
                  <a:gd name="T5" fmla="*/ 64 h 3"/>
                  <a:gd name="T6" fmla="*/ 0 w 3"/>
                  <a:gd name="T7" fmla="*/ 64 h 3"/>
                  <a:gd name="T8" fmla="*/ 2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4" name="Freeform 2975">
                <a:extLst>
                  <a:ext uri="{FF2B5EF4-FFF2-40B4-BE49-F238E27FC236}">
                    <a16:creationId xmlns:a16="http://schemas.microsoft.com/office/drawing/2014/main" id="{02F21CD9-9864-41FC-910F-EE959D472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784"/>
                <a:ext cx="17" cy="18"/>
              </a:xfrm>
              <a:custGeom>
                <a:avLst/>
                <a:gdLst>
                  <a:gd name="T0" fmla="*/ 100 w 9"/>
                  <a:gd name="T1" fmla="*/ 512 h 9"/>
                  <a:gd name="T2" fmla="*/ 317 w 9"/>
                  <a:gd name="T3" fmla="*/ 448 h 9"/>
                  <a:gd name="T4" fmla="*/ 317 w 9"/>
                  <a:gd name="T5" fmla="*/ 64 h 9"/>
                  <a:gd name="T6" fmla="*/ 53 w 9"/>
                  <a:gd name="T7" fmla="*/ 128 h 9"/>
                  <a:gd name="T8" fmla="*/ 100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8"/>
                      <a:pt x="7" y="7"/>
                    </a:cubicBezTo>
                    <a:cubicBezTo>
                      <a:pt x="9" y="5"/>
                      <a:pt x="8" y="2"/>
                      <a:pt x="7" y="1"/>
                    </a:cubicBez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5" name="Freeform 2976">
                <a:extLst>
                  <a:ext uri="{FF2B5EF4-FFF2-40B4-BE49-F238E27FC236}">
                    <a16:creationId xmlns:a16="http://schemas.microsoft.com/office/drawing/2014/main" id="{0224185F-AFC8-4665-8110-EE19719DB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788"/>
                <a:ext cx="5" cy="6"/>
              </a:xfrm>
              <a:custGeom>
                <a:avLst/>
                <a:gdLst>
                  <a:gd name="T0" fmla="*/ 22 w 3"/>
                  <a:gd name="T1" fmla="*/ 192 h 3"/>
                  <a:gd name="T2" fmla="*/ 62 w 3"/>
                  <a:gd name="T3" fmla="*/ 128 h 3"/>
                  <a:gd name="T4" fmla="*/ 62 w 3"/>
                  <a:gd name="T5" fmla="*/ 0 h 3"/>
                  <a:gd name="T6" fmla="*/ 22 w 3"/>
                  <a:gd name="T7" fmla="*/ 64 h 3"/>
                  <a:gd name="T8" fmla="*/ 2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6" name="Freeform 2977">
                <a:extLst>
                  <a:ext uri="{FF2B5EF4-FFF2-40B4-BE49-F238E27FC236}">
                    <a16:creationId xmlns:a16="http://schemas.microsoft.com/office/drawing/2014/main" id="{68BE8621-5072-4503-B406-BBA7E6914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769"/>
                <a:ext cx="17" cy="17"/>
              </a:xfrm>
              <a:custGeom>
                <a:avLst/>
                <a:gdLst>
                  <a:gd name="T0" fmla="*/ 144 w 9"/>
                  <a:gd name="T1" fmla="*/ 317 h 9"/>
                  <a:gd name="T2" fmla="*/ 357 w 9"/>
                  <a:gd name="T3" fmla="*/ 272 h 9"/>
                  <a:gd name="T4" fmla="*/ 317 w 9"/>
                  <a:gd name="T5" fmla="*/ 53 h 9"/>
                  <a:gd name="T6" fmla="*/ 100 w 9"/>
                  <a:gd name="T7" fmla="*/ 100 h 9"/>
                  <a:gd name="T8" fmla="*/ 144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7"/>
                    </a:moveTo>
                    <a:cubicBezTo>
                      <a:pt x="4" y="9"/>
                      <a:pt x="7" y="8"/>
                      <a:pt x="8" y="6"/>
                    </a:cubicBezTo>
                    <a:cubicBezTo>
                      <a:pt x="9" y="5"/>
                      <a:pt x="9" y="2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ubicBezTo>
                      <a:pt x="0" y="4"/>
                      <a:pt x="1" y="6"/>
                      <a:pt x="3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7" name="Freeform 2978">
                <a:extLst>
                  <a:ext uri="{FF2B5EF4-FFF2-40B4-BE49-F238E27FC236}">
                    <a16:creationId xmlns:a16="http://schemas.microsoft.com/office/drawing/2014/main" id="{2E535CCD-4CD5-4F0D-B65C-A2D95C88D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1773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62 w 3"/>
                  <a:gd name="T3" fmla="*/ 128 h 3"/>
                  <a:gd name="T4" fmla="*/ 37 w 3"/>
                  <a:gd name="T5" fmla="*/ 0 h 3"/>
                  <a:gd name="T6" fmla="*/ 0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8" name="Freeform 2979">
                <a:extLst>
                  <a:ext uri="{FF2B5EF4-FFF2-40B4-BE49-F238E27FC236}">
                    <a16:creationId xmlns:a16="http://schemas.microsoft.com/office/drawing/2014/main" id="{BA566ACD-DFD4-4E24-A5ED-61A90865F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754"/>
                <a:ext cx="17" cy="17"/>
              </a:xfrm>
              <a:custGeom>
                <a:avLst/>
                <a:gdLst>
                  <a:gd name="T0" fmla="*/ 144 w 9"/>
                  <a:gd name="T1" fmla="*/ 317 h 9"/>
                  <a:gd name="T2" fmla="*/ 357 w 9"/>
                  <a:gd name="T3" fmla="*/ 272 h 9"/>
                  <a:gd name="T4" fmla="*/ 317 w 9"/>
                  <a:gd name="T5" fmla="*/ 53 h 9"/>
                  <a:gd name="T6" fmla="*/ 100 w 9"/>
                  <a:gd name="T7" fmla="*/ 100 h 9"/>
                  <a:gd name="T8" fmla="*/ 144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7"/>
                    </a:moveTo>
                    <a:cubicBezTo>
                      <a:pt x="4" y="9"/>
                      <a:pt x="7" y="8"/>
                      <a:pt x="8" y="6"/>
                    </a:cubicBezTo>
                    <a:cubicBezTo>
                      <a:pt x="9" y="5"/>
                      <a:pt x="9" y="2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ubicBezTo>
                      <a:pt x="0" y="4"/>
                      <a:pt x="1" y="6"/>
                      <a:pt x="3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9" name="Freeform 2980">
                <a:extLst>
                  <a:ext uri="{FF2B5EF4-FFF2-40B4-BE49-F238E27FC236}">
                    <a16:creationId xmlns:a16="http://schemas.microsoft.com/office/drawing/2014/main" id="{FBF1FDCA-1DDD-4B3C-9D3F-C8A72445C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1757"/>
                <a:ext cx="5" cy="6"/>
              </a:xfrm>
              <a:custGeom>
                <a:avLst/>
                <a:gdLst>
                  <a:gd name="T0" fmla="*/ 22 w 3"/>
                  <a:gd name="T1" fmla="*/ 128 h 3"/>
                  <a:gd name="T2" fmla="*/ 62 w 3"/>
                  <a:gd name="T3" fmla="*/ 128 h 3"/>
                  <a:gd name="T4" fmla="*/ 37 w 3"/>
                  <a:gd name="T5" fmla="*/ 0 h 3"/>
                  <a:gd name="T6" fmla="*/ 0 w 3"/>
                  <a:gd name="T7" fmla="*/ 0 h 3"/>
                  <a:gd name="T8" fmla="*/ 2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0" name="Oval 2981">
                <a:extLst>
                  <a:ext uri="{FF2B5EF4-FFF2-40B4-BE49-F238E27FC236}">
                    <a16:creationId xmlns:a16="http://schemas.microsoft.com/office/drawing/2014/main" id="{39697A5E-6F67-454E-B62A-EEAE893CA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2528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41" name="Oval 2982">
                <a:extLst>
                  <a:ext uri="{FF2B5EF4-FFF2-40B4-BE49-F238E27FC236}">
                    <a16:creationId xmlns:a16="http://schemas.microsoft.com/office/drawing/2014/main" id="{D3770F42-EF91-4AF5-AA6C-551976D4B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529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42" name="Oval 2983">
                <a:extLst>
                  <a:ext uri="{FF2B5EF4-FFF2-40B4-BE49-F238E27FC236}">
                    <a16:creationId xmlns:a16="http://schemas.microsoft.com/office/drawing/2014/main" id="{4CEF5709-AC09-451A-BD2D-A0119CAA6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0" y="2526"/>
                <a:ext cx="16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43" name="Oval 2984">
                <a:extLst>
                  <a:ext uri="{FF2B5EF4-FFF2-40B4-BE49-F238E27FC236}">
                    <a16:creationId xmlns:a16="http://schemas.microsoft.com/office/drawing/2014/main" id="{A5BD4EC0-98BD-4AC7-B941-F01A75B3B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252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44" name="Oval 2985">
                <a:extLst>
                  <a:ext uri="{FF2B5EF4-FFF2-40B4-BE49-F238E27FC236}">
                    <a16:creationId xmlns:a16="http://schemas.microsoft.com/office/drawing/2014/main" id="{126211C8-6B42-4079-A131-577EC3618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2524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45" name="Oval 2986">
                <a:extLst>
                  <a:ext uri="{FF2B5EF4-FFF2-40B4-BE49-F238E27FC236}">
                    <a16:creationId xmlns:a16="http://schemas.microsoft.com/office/drawing/2014/main" id="{89C281DA-F127-4C43-9E1C-88F88A191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2528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46" name="Oval 2987">
                <a:extLst>
                  <a:ext uri="{FF2B5EF4-FFF2-40B4-BE49-F238E27FC236}">
                    <a16:creationId xmlns:a16="http://schemas.microsoft.com/office/drawing/2014/main" id="{FD4B7C54-7A4D-47E7-A196-6335CAE69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1" y="2522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47" name="Oval 2988">
                <a:extLst>
                  <a:ext uri="{FF2B5EF4-FFF2-40B4-BE49-F238E27FC236}">
                    <a16:creationId xmlns:a16="http://schemas.microsoft.com/office/drawing/2014/main" id="{EB8B8019-539D-4F41-9EAE-68FCD7549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3" y="25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48" name="Oval 2989">
                <a:extLst>
                  <a:ext uri="{FF2B5EF4-FFF2-40B4-BE49-F238E27FC236}">
                    <a16:creationId xmlns:a16="http://schemas.microsoft.com/office/drawing/2014/main" id="{BE85EBE4-1BB9-4D1C-BBED-5B54CE66C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2518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49" name="Oval 2990">
                <a:extLst>
                  <a:ext uri="{FF2B5EF4-FFF2-40B4-BE49-F238E27FC236}">
                    <a16:creationId xmlns:a16="http://schemas.microsoft.com/office/drawing/2014/main" id="{D30DF966-2332-4835-8E83-E31A832AC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2520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0" name="Oval 2991">
                <a:extLst>
                  <a:ext uri="{FF2B5EF4-FFF2-40B4-BE49-F238E27FC236}">
                    <a16:creationId xmlns:a16="http://schemas.microsoft.com/office/drawing/2014/main" id="{78D23E70-6734-4B92-86D2-9964C1390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2512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1" name="Oval 2992">
                <a:extLst>
                  <a:ext uri="{FF2B5EF4-FFF2-40B4-BE49-F238E27FC236}">
                    <a16:creationId xmlns:a16="http://schemas.microsoft.com/office/drawing/2014/main" id="{41FFF458-D16C-4106-B3BD-E141EB2DF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2516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2" name="Oval 2993">
                <a:extLst>
                  <a:ext uri="{FF2B5EF4-FFF2-40B4-BE49-F238E27FC236}">
                    <a16:creationId xmlns:a16="http://schemas.microsoft.com/office/drawing/2014/main" id="{5EEB29D9-279F-4D1B-9AE2-389EEDF27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2506"/>
                <a:ext cx="15" cy="18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3" name="Oval 2994">
                <a:extLst>
                  <a:ext uri="{FF2B5EF4-FFF2-40B4-BE49-F238E27FC236}">
                    <a16:creationId xmlns:a16="http://schemas.microsoft.com/office/drawing/2014/main" id="{8A6793D0-4054-419A-93E1-86CD1078D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2510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4" name="Oval 2995">
                <a:extLst>
                  <a:ext uri="{FF2B5EF4-FFF2-40B4-BE49-F238E27FC236}">
                    <a16:creationId xmlns:a16="http://schemas.microsoft.com/office/drawing/2014/main" id="{4D40AB0A-B731-4474-B5A9-2A9C0FB24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5" y="2501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5" name="Oval 2996">
                <a:extLst>
                  <a:ext uri="{FF2B5EF4-FFF2-40B4-BE49-F238E27FC236}">
                    <a16:creationId xmlns:a16="http://schemas.microsoft.com/office/drawing/2014/main" id="{329FC1C0-B46F-4979-8655-8AB3F0764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504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6" name="Oval 2997">
                <a:extLst>
                  <a:ext uri="{FF2B5EF4-FFF2-40B4-BE49-F238E27FC236}">
                    <a16:creationId xmlns:a16="http://schemas.microsoft.com/office/drawing/2014/main" id="{5E716659-A316-424C-9567-35CF5E76F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2495"/>
                <a:ext cx="16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7" name="Oval 2998">
                <a:extLst>
                  <a:ext uri="{FF2B5EF4-FFF2-40B4-BE49-F238E27FC236}">
                    <a16:creationId xmlns:a16="http://schemas.microsoft.com/office/drawing/2014/main" id="{0C66C867-0730-4D2F-84BA-D97D3EC99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497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8" name="Oval 2999">
                <a:extLst>
                  <a:ext uri="{FF2B5EF4-FFF2-40B4-BE49-F238E27FC236}">
                    <a16:creationId xmlns:a16="http://schemas.microsoft.com/office/drawing/2014/main" id="{01BF4E41-A0E5-4E28-8BBC-47F7A851A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487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9" name="Oval 3000">
                <a:extLst>
                  <a:ext uri="{FF2B5EF4-FFF2-40B4-BE49-F238E27FC236}">
                    <a16:creationId xmlns:a16="http://schemas.microsoft.com/office/drawing/2014/main" id="{FD08672B-43FF-47F8-892D-39191B153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24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60" name="Oval 3001">
                <a:extLst>
                  <a:ext uri="{FF2B5EF4-FFF2-40B4-BE49-F238E27FC236}">
                    <a16:creationId xmlns:a16="http://schemas.microsoft.com/office/drawing/2014/main" id="{E8488F54-47AB-44DF-B24D-353CDAE56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477"/>
                <a:ext cx="14" cy="18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61" name="Oval 3002">
                <a:extLst>
                  <a:ext uri="{FF2B5EF4-FFF2-40B4-BE49-F238E27FC236}">
                    <a16:creationId xmlns:a16="http://schemas.microsoft.com/office/drawing/2014/main" id="{EA39149A-5F67-4CE1-859D-0E90FEFAF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7" y="248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62" name="Oval 3003">
                <a:extLst>
                  <a:ext uri="{FF2B5EF4-FFF2-40B4-BE49-F238E27FC236}">
                    <a16:creationId xmlns:a16="http://schemas.microsoft.com/office/drawing/2014/main" id="{C8260E2C-E5CE-432E-8A4B-D73242937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470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63" name="Oval 3004">
                <a:extLst>
                  <a:ext uri="{FF2B5EF4-FFF2-40B4-BE49-F238E27FC236}">
                    <a16:creationId xmlns:a16="http://schemas.microsoft.com/office/drawing/2014/main" id="{CEDFC2BC-761F-4917-80DC-D8905B7F2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472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64" name="Oval 3005">
                <a:extLst>
                  <a:ext uri="{FF2B5EF4-FFF2-40B4-BE49-F238E27FC236}">
                    <a16:creationId xmlns:a16="http://schemas.microsoft.com/office/drawing/2014/main" id="{E155E8C8-9C58-4C0C-8E99-0A310F37A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8" y="2460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65" name="Oval 3006">
                <a:extLst>
                  <a:ext uri="{FF2B5EF4-FFF2-40B4-BE49-F238E27FC236}">
                    <a16:creationId xmlns:a16="http://schemas.microsoft.com/office/drawing/2014/main" id="{EC5831F7-24E2-433A-9EE5-0BE976876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462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66" name="Oval 3007">
                <a:extLst>
                  <a:ext uri="{FF2B5EF4-FFF2-40B4-BE49-F238E27FC236}">
                    <a16:creationId xmlns:a16="http://schemas.microsoft.com/office/drawing/2014/main" id="{DDF378D5-1C1D-4A91-A748-D58A1A5A3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450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67" name="Oval 3008">
                <a:extLst>
                  <a:ext uri="{FF2B5EF4-FFF2-40B4-BE49-F238E27FC236}">
                    <a16:creationId xmlns:a16="http://schemas.microsoft.com/office/drawing/2014/main" id="{3A3D0D1C-63C6-470D-B891-7007F4038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3" y="2452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68" name="Oval 3009">
                <a:extLst>
                  <a:ext uri="{FF2B5EF4-FFF2-40B4-BE49-F238E27FC236}">
                    <a16:creationId xmlns:a16="http://schemas.microsoft.com/office/drawing/2014/main" id="{03E0F8C1-9CEB-4CBD-8E8A-722BD274A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2439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69" name="Oval 3010">
                <a:extLst>
                  <a:ext uri="{FF2B5EF4-FFF2-40B4-BE49-F238E27FC236}">
                    <a16:creationId xmlns:a16="http://schemas.microsoft.com/office/drawing/2014/main" id="{337B359B-AFD5-4979-AA5B-641159615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44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70" name="Oval 3011">
                <a:extLst>
                  <a:ext uri="{FF2B5EF4-FFF2-40B4-BE49-F238E27FC236}">
                    <a16:creationId xmlns:a16="http://schemas.microsoft.com/office/drawing/2014/main" id="{0077222C-DD9A-4424-A631-9D57447F5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1" y="2429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71" name="Oval 3012">
                <a:extLst>
                  <a:ext uri="{FF2B5EF4-FFF2-40B4-BE49-F238E27FC236}">
                    <a16:creationId xmlns:a16="http://schemas.microsoft.com/office/drawing/2014/main" id="{F40EFB01-FDB5-431E-B477-3B3264852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2431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72" name="Oval 3013">
                <a:extLst>
                  <a:ext uri="{FF2B5EF4-FFF2-40B4-BE49-F238E27FC236}">
                    <a16:creationId xmlns:a16="http://schemas.microsoft.com/office/drawing/2014/main" id="{D17DFC36-7C6F-42F8-9710-FA363C65D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" y="2481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73" name="Oval 3014">
                <a:extLst>
                  <a:ext uri="{FF2B5EF4-FFF2-40B4-BE49-F238E27FC236}">
                    <a16:creationId xmlns:a16="http://schemas.microsoft.com/office/drawing/2014/main" id="{54D7B031-37F9-4797-9736-825932339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48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74" name="Oval 3015">
                <a:extLst>
                  <a:ext uri="{FF2B5EF4-FFF2-40B4-BE49-F238E27FC236}">
                    <a16:creationId xmlns:a16="http://schemas.microsoft.com/office/drawing/2014/main" id="{FAD0B638-F12F-4CA8-9031-BEB33B70F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2481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75" name="Oval 3016">
                <a:extLst>
                  <a:ext uri="{FF2B5EF4-FFF2-40B4-BE49-F238E27FC236}">
                    <a16:creationId xmlns:a16="http://schemas.microsoft.com/office/drawing/2014/main" id="{0AD2A090-8D49-4C12-B794-751E01D53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2483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76" name="Oval 3017">
                <a:extLst>
                  <a:ext uri="{FF2B5EF4-FFF2-40B4-BE49-F238E27FC236}">
                    <a16:creationId xmlns:a16="http://schemas.microsoft.com/office/drawing/2014/main" id="{5AA4965A-E4F1-4C16-849D-3F99A61A4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477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77" name="Oval 3018">
                <a:extLst>
                  <a:ext uri="{FF2B5EF4-FFF2-40B4-BE49-F238E27FC236}">
                    <a16:creationId xmlns:a16="http://schemas.microsoft.com/office/drawing/2014/main" id="{BC4B5D54-23C2-4369-AF79-ED46E5D7B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481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78" name="Oval 3019">
                <a:extLst>
                  <a:ext uri="{FF2B5EF4-FFF2-40B4-BE49-F238E27FC236}">
                    <a16:creationId xmlns:a16="http://schemas.microsoft.com/office/drawing/2014/main" id="{A999B8EE-C667-4139-9B4C-8740335C7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2474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79" name="Oval 3020">
                <a:extLst>
                  <a:ext uri="{FF2B5EF4-FFF2-40B4-BE49-F238E27FC236}">
                    <a16:creationId xmlns:a16="http://schemas.microsoft.com/office/drawing/2014/main" id="{33D7F50E-08ED-46CF-A6F9-B5818E528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" y="2477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80" name="Oval 3021">
                <a:extLst>
                  <a:ext uri="{FF2B5EF4-FFF2-40B4-BE49-F238E27FC236}">
                    <a16:creationId xmlns:a16="http://schemas.microsoft.com/office/drawing/2014/main" id="{A82A8F31-8881-4C01-AFE3-C5397727D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1" y="2468"/>
                <a:ext cx="15" cy="17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81" name="Oval 3022">
                <a:extLst>
                  <a:ext uri="{FF2B5EF4-FFF2-40B4-BE49-F238E27FC236}">
                    <a16:creationId xmlns:a16="http://schemas.microsoft.com/office/drawing/2014/main" id="{DB5DF771-2449-44D7-8284-96E8CA2E6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24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82" name="Oval 3023">
                <a:extLst>
                  <a:ext uri="{FF2B5EF4-FFF2-40B4-BE49-F238E27FC236}">
                    <a16:creationId xmlns:a16="http://schemas.microsoft.com/office/drawing/2014/main" id="{44FAA766-37F4-44FB-9E5D-59EDDA5F3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2462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83" name="Oval 3024">
                <a:extLst>
                  <a:ext uri="{FF2B5EF4-FFF2-40B4-BE49-F238E27FC236}">
                    <a16:creationId xmlns:a16="http://schemas.microsoft.com/office/drawing/2014/main" id="{343F55FE-5371-48AB-A741-CD61CD3B6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2466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84" name="Oval 3025">
                <a:extLst>
                  <a:ext uri="{FF2B5EF4-FFF2-40B4-BE49-F238E27FC236}">
                    <a16:creationId xmlns:a16="http://schemas.microsoft.com/office/drawing/2014/main" id="{E3301380-AD73-4BE4-B4D3-B89EA49A6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456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85" name="Oval 3026">
                <a:extLst>
                  <a:ext uri="{FF2B5EF4-FFF2-40B4-BE49-F238E27FC236}">
                    <a16:creationId xmlns:a16="http://schemas.microsoft.com/office/drawing/2014/main" id="{DBC8AFB6-C355-4C26-BA9C-F39365AC5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2458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86" name="Oval 3027">
                <a:extLst>
                  <a:ext uri="{FF2B5EF4-FFF2-40B4-BE49-F238E27FC236}">
                    <a16:creationId xmlns:a16="http://schemas.microsoft.com/office/drawing/2014/main" id="{3D509507-371F-445B-BD33-F2950143E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448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87" name="Oval 3028">
                <a:extLst>
                  <a:ext uri="{FF2B5EF4-FFF2-40B4-BE49-F238E27FC236}">
                    <a16:creationId xmlns:a16="http://schemas.microsoft.com/office/drawing/2014/main" id="{D90E0112-E7F8-4FE8-9484-B192FDB21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2450"/>
                <a:ext cx="3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88" name="Oval 3029">
                <a:extLst>
                  <a:ext uri="{FF2B5EF4-FFF2-40B4-BE49-F238E27FC236}">
                    <a16:creationId xmlns:a16="http://schemas.microsoft.com/office/drawing/2014/main" id="{8475DC6A-BEFD-43BF-B228-A570D4DE9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2439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89" name="Oval 3030">
                <a:extLst>
                  <a:ext uri="{FF2B5EF4-FFF2-40B4-BE49-F238E27FC236}">
                    <a16:creationId xmlns:a16="http://schemas.microsoft.com/office/drawing/2014/main" id="{F542534A-503F-4C74-B7E8-DAFAECF7B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443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90" name="Oval 3031">
                <a:extLst>
                  <a:ext uri="{FF2B5EF4-FFF2-40B4-BE49-F238E27FC236}">
                    <a16:creationId xmlns:a16="http://schemas.microsoft.com/office/drawing/2014/main" id="{CA9F25BD-186E-4B09-B5D0-DB571F46D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6" y="2429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91" name="Oval 3032">
                <a:extLst>
                  <a:ext uri="{FF2B5EF4-FFF2-40B4-BE49-F238E27FC236}">
                    <a16:creationId xmlns:a16="http://schemas.microsoft.com/office/drawing/2014/main" id="{0270A184-A83A-48EB-989F-C30C8A4C6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431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92" name="Oval 3033">
                <a:extLst>
                  <a:ext uri="{FF2B5EF4-FFF2-40B4-BE49-F238E27FC236}">
                    <a16:creationId xmlns:a16="http://schemas.microsoft.com/office/drawing/2014/main" id="{F593B556-72D1-4AA7-B5B5-328D210D0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2419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93" name="Oval 3034">
                <a:extLst>
                  <a:ext uri="{FF2B5EF4-FFF2-40B4-BE49-F238E27FC236}">
                    <a16:creationId xmlns:a16="http://schemas.microsoft.com/office/drawing/2014/main" id="{6D548258-708B-4A9E-A404-6B74C74F5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9" y="2423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94" name="Freeform 3035">
                <a:extLst>
                  <a:ext uri="{FF2B5EF4-FFF2-40B4-BE49-F238E27FC236}">
                    <a16:creationId xmlns:a16="http://schemas.microsoft.com/office/drawing/2014/main" id="{90647FCE-32D1-43E6-B1CC-760C23CA4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410"/>
                <a:ext cx="14" cy="15"/>
              </a:xfrm>
              <a:custGeom>
                <a:avLst/>
                <a:gdLst>
                  <a:gd name="T0" fmla="*/ 236 w 8"/>
                  <a:gd name="T1" fmla="*/ 212 h 8"/>
                  <a:gd name="T2" fmla="*/ 86 w 8"/>
                  <a:gd name="T3" fmla="*/ 349 h 8"/>
                  <a:gd name="T4" fmla="*/ 0 w 8"/>
                  <a:gd name="T5" fmla="*/ 137 h 8"/>
                  <a:gd name="T6" fmla="*/ 151 w 8"/>
                  <a:gd name="T7" fmla="*/ 0 h 8"/>
                  <a:gd name="T8" fmla="*/ 236 w 8"/>
                  <a:gd name="T9" fmla="*/ 2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8" y="7"/>
                      <a:pt x="5" y="8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0"/>
                      <a:pt x="8" y="3"/>
                      <a:pt x="8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5" name="Freeform 3036">
                <a:extLst>
                  <a:ext uri="{FF2B5EF4-FFF2-40B4-BE49-F238E27FC236}">
                    <a16:creationId xmlns:a16="http://schemas.microsoft.com/office/drawing/2014/main" id="{00B8A978-C57E-4D24-860C-BF6308E81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412"/>
                <a:ext cx="4" cy="6"/>
              </a:xfrm>
              <a:custGeom>
                <a:avLst/>
                <a:gdLst>
                  <a:gd name="T0" fmla="*/ 128 w 2"/>
                  <a:gd name="T1" fmla="*/ 128 h 3"/>
                  <a:gd name="T2" fmla="*/ 64 w 2"/>
                  <a:gd name="T3" fmla="*/ 192 h 3"/>
                  <a:gd name="T4" fmla="*/ 0 w 2"/>
                  <a:gd name="T5" fmla="*/ 128 h 3"/>
                  <a:gd name="T6" fmla="*/ 64 w 2"/>
                  <a:gd name="T7" fmla="*/ 64 h 3"/>
                  <a:gd name="T8" fmla="*/ 128 w 2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6" name="Freeform 3037">
                <a:extLst>
                  <a:ext uri="{FF2B5EF4-FFF2-40B4-BE49-F238E27FC236}">
                    <a16:creationId xmlns:a16="http://schemas.microsoft.com/office/drawing/2014/main" id="{E19C50EA-8391-4127-B916-78F27DBB1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398"/>
                <a:ext cx="14" cy="18"/>
              </a:xfrm>
              <a:custGeom>
                <a:avLst/>
                <a:gdLst>
                  <a:gd name="T0" fmla="*/ 236 w 8"/>
                  <a:gd name="T1" fmla="*/ 320 h 9"/>
                  <a:gd name="T2" fmla="*/ 86 w 8"/>
                  <a:gd name="T3" fmla="*/ 512 h 9"/>
                  <a:gd name="T4" fmla="*/ 0 w 8"/>
                  <a:gd name="T5" fmla="*/ 256 h 9"/>
                  <a:gd name="T6" fmla="*/ 151 w 8"/>
                  <a:gd name="T7" fmla="*/ 64 h 9"/>
                  <a:gd name="T8" fmla="*/ 236 w 8"/>
                  <a:gd name="T9" fmla="*/ 3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7" y="7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2"/>
                      <a:pt x="3" y="0"/>
                      <a:pt x="5" y="1"/>
                    </a:cubicBezTo>
                    <a:cubicBezTo>
                      <a:pt x="7" y="1"/>
                      <a:pt x="8" y="3"/>
                      <a:pt x="8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7" name="Freeform 3038">
                <a:extLst>
                  <a:ext uri="{FF2B5EF4-FFF2-40B4-BE49-F238E27FC236}">
                    <a16:creationId xmlns:a16="http://schemas.microsoft.com/office/drawing/2014/main" id="{B65B1069-A581-4F3A-AE4F-8864FBA4C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02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128 w 3"/>
                  <a:gd name="T3" fmla="*/ 192 h 3"/>
                  <a:gd name="T4" fmla="*/ 64 w 3"/>
                  <a:gd name="T5" fmla="*/ 64 h 3"/>
                  <a:gd name="T6" fmla="*/ 128 w 3"/>
                  <a:gd name="T7" fmla="*/ 0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8" name="Freeform 3039">
                <a:extLst>
                  <a:ext uri="{FF2B5EF4-FFF2-40B4-BE49-F238E27FC236}">
                    <a16:creationId xmlns:a16="http://schemas.microsoft.com/office/drawing/2014/main" id="{AFB9B61B-1732-4C23-9EE6-223123C4C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387"/>
                <a:ext cx="16" cy="17"/>
              </a:xfrm>
              <a:custGeom>
                <a:avLst/>
                <a:gdLst>
                  <a:gd name="T0" fmla="*/ 247 w 9"/>
                  <a:gd name="T1" fmla="*/ 213 h 9"/>
                  <a:gd name="T2" fmla="*/ 117 w 9"/>
                  <a:gd name="T3" fmla="*/ 402 h 9"/>
                  <a:gd name="T4" fmla="*/ 37 w 9"/>
                  <a:gd name="T5" fmla="*/ 189 h 9"/>
                  <a:gd name="T6" fmla="*/ 158 w 9"/>
                  <a:gd name="T7" fmla="*/ 53 h 9"/>
                  <a:gd name="T8" fmla="*/ 247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5"/>
                    </a:moveTo>
                    <a:cubicBezTo>
                      <a:pt x="8" y="8"/>
                      <a:pt x="6" y="9"/>
                      <a:pt x="4" y="9"/>
                    </a:cubicBezTo>
                    <a:cubicBezTo>
                      <a:pt x="1" y="8"/>
                      <a:pt x="0" y="6"/>
                      <a:pt x="1" y="4"/>
                    </a:cubicBezTo>
                    <a:cubicBezTo>
                      <a:pt x="1" y="2"/>
                      <a:pt x="3" y="0"/>
                      <a:pt x="5" y="1"/>
                    </a:cubicBezTo>
                    <a:cubicBezTo>
                      <a:pt x="7" y="1"/>
                      <a:pt x="9" y="3"/>
                      <a:pt x="8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9" name="Freeform 3040">
                <a:extLst>
                  <a:ext uri="{FF2B5EF4-FFF2-40B4-BE49-F238E27FC236}">
                    <a16:creationId xmlns:a16="http://schemas.microsoft.com/office/drawing/2014/main" id="{A3483C77-18E8-4461-8A82-28ECAAA6C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391"/>
                <a:ext cx="6" cy="5"/>
              </a:xfrm>
              <a:custGeom>
                <a:avLst/>
                <a:gdLst>
                  <a:gd name="T0" fmla="*/ 192 w 3"/>
                  <a:gd name="T1" fmla="*/ 37 h 3"/>
                  <a:gd name="T2" fmla="*/ 64 w 3"/>
                  <a:gd name="T3" fmla="*/ 62 h 3"/>
                  <a:gd name="T4" fmla="*/ 0 w 3"/>
                  <a:gd name="T5" fmla="*/ 22 h 3"/>
                  <a:gd name="T6" fmla="*/ 128 w 3"/>
                  <a:gd name="T7" fmla="*/ 0 h 3"/>
                  <a:gd name="T8" fmla="*/ 19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0" name="Freeform 3041">
                <a:extLst>
                  <a:ext uri="{FF2B5EF4-FFF2-40B4-BE49-F238E27FC236}">
                    <a16:creationId xmlns:a16="http://schemas.microsoft.com/office/drawing/2014/main" id="{2B63C10A-CBB7-41A8-AF7D-3AA7892F1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375"/>
                <a:ext cx="16" cy="17"/>
              </a:xfrm>
              <a:custGeom>
                <a:avLst/>
                <a:gdLst>
                  <a:gd name="T0" fmla="*/ 281 w 9"/>
                  <a:gd name="T1" fmla="*/ 213 h 9"/>
                  <a:gd name="T2" fmla="*/ 117 w 9"/>
                  <a:gd name="T3" fmla="*/ 402 h 9"/>
                  <a:gd name="T4" fmla="*/ 37 w 9"/>
                  <a:gd name="T5" fmla="*/ 189 h 9"/>
                  <a:gd name="T6" fmla="*/ 203 w 9"/>
                  <a:gd name="T7" fmla="*/ 53 h 9"/>
                  <a:gd name="T8" fmla="*/ 281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1" y="2"/>
                      <a:pt x="3" y="0"/>
                      <a:pt x="6" y="1"/>
                    </a:cubicBezTo>
                    <a:cubicBezTo>
                      <a:pt x="8" y="1"/>
                      <a:pt x="9" y="3"/>
                      <a:pt x="9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1" name="Freeform 3042">
                <a:extLst>
                  <a:ext uri="{FF2B5EF4-FFF2-40B4-BE49-F238E27FC236}">
                    <a16:creationId xmlns:a16="http://schemas.microsoft.com/office/drawing/2014/main" id="{5E8C4759-A2DF-4305-94EE-C072CD028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379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92 h 3"/>
                  <a:gd name="T4" fmla="*/ 0 w 3"/>
                  <a:gd name="T5" fmla="*/ 64 h 3"/>
                  <a:gd name="T6" fmla="*/ 128 w 3"/>
                  <a:gd name="T7" fmla="*/ 0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2" name="Freeform 3043">
                <a:extLst>
                  <a:ext uri="{FF2B5EF4-FFF2-40B4-BE49-F238E27FC236}">
                    <a16:creationId xmlns:a16="http://schemas.microsoft.com/office/drawing/2014/main" id="{3225AE1D-C38D-4137-BD33-473F94588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363"/>
                <a:ext cx="16" cy="18"/>
              </a:xfrm>
              <a:custGeom>
                <a:avLst/>
                <a:gdLst>
                  <a:gd name="T0" fmla="*/ 247 w 9"/>
                  <a:gd name="T1" fmla="*/ 320 h 9"/>
                  <a:gd name="T2" fmla="*/ 117 w 9"/>
                  <a:gd name="T3" fmla="*/ 512 h 9"/>
                  <a:gd name="T4" fmla="*/ 37 w 9"/>
                  <a:gd name="T5" fmla="*/ 256 h 9"/>
                  <a:gd name="T6" fmla="*/ 158 w 9"/>
                  <a:gd name="T7" fmla="*/ 0 h 9"/>
                  <a:gd name="T8" fmla="*/ 247 w 9"/>
                  <a:gd name="T9" fmla="*/ 3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5"/>
                    </a:moveTo>
                    <a:cubicBezTo>
                      <a:pt x="8" y="7"/>
                      <a:pt x="6" y="9"/>
                      <a:pt x="4" y="8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9" y="3"/>
                      <a:pt x="8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3" name="Freeform 3044">
                <a:extLst>
                  <a:ext uri="{FF2B5EF4-FFF2-40B4-BE49-F238E27FC236}">
                    <a16:creationId xmlns:a16="http://schemas.microsoft.com/office/drawing/2014/main" id="{E8465BCD-AC31-4AF2-ACCF-0FB9CA672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367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92 h 3"/>
                  <a:gd name="T4" fmla="*/ 0 w 3"/>
                  <a:gd name="T5" fmla="*/ 64 h 3"/>
                  <a:gd name="T6" fmla="*/ 128 w 3"/>
                  <a:gd name="T7" fmla="*/ 0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4" name="Freeform 3045">
                <a:extLst>
                  <a:ext uri="{FF2B5EF4-FFF2-40B4-BE49-F238E27FC236}">
                    <a16:creationId xmlns:a16="http://schemas.microsoft.com/office/drawing/2014/main" id="{B0FA79A0-4226-40C2-9723-7295D2C4F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350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402 h 9"/>
                  <a:gd name="T4" fmla="*/ 37 w 9"/>
                  <a:gd name="T5" fmla="*/ 144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8" y="8"/>
                      <a:pt x="5" y="9"/>
                      <a:pt x="3" y="9"/>
                    </a:cubicBezTo>
                    <a:cubicBezTo>
                      <a:pt x="1" y="8"/>
                      <a:pt x="0" y="6"/>
                      <a:pt x="1" y="3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5" name="Freeform 3046">
                <a:extLst>
                  <a:ext uri="{FF2B5EF4-FFF2-40B4-BE49-F238E27FC236}">
                    <a16:creationId xmlns:a16="http://schemas.microsoft.com/office/drawing/2014/main" id="{2B13796D-EAC8-4B37-8FF3-E464675F6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354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92 h 3"/>
                  <a:gd name="T4" fmla="*/ 0 w 3"/>
                  <a:gd name="T5" fmla="*/ 64 h 3"/>
                  <a:gd name="T6" fmla="*/ 128 w 3"/>
                  <a:gd name="T7" fmla="*/ 64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6" name="Freeform 3047">
                <a:extLst>
                  <a:ext uri="{FF2B5EF4-FFF2-40B4-BE49-F238E27FC236}">
                    <a16:creationId xmlns:a16="http://schemas.microsoft.com/office/drawing/2014/main" id="{DA62041B-8716-4981-AA15-754FCB51D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338"/>
                <a:ext cx="16" cy="18"/>
              </a:xfrm>
              <a:custGeom>
                <a:avLst/>
                <a:gdLst>
                  <a:gd name="T0" fmla="*/ 247 w 9"/>
                  <a:gd name="T1" fmla="*/ 384 h 9"/>
                  <a:gd name="T2" fmla="*/ 89 w 9"/>
                  <a:gd name="T3" fmla="*/ 512 h 9"/>
                  <a:gd name="T4" fmla="*/ 0 w 9"/>
                  <a:gd name="T5" fmla="*/ 192 h 9"/>
                  <a:gd name="T6" fmla="*/ 203 w 9"/>
                  <a:gd name="T7" fmla="*/ 64 h 9"/>
                  <a:gd name="T8" fmla="*/ 24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8"/>
                      <a:pt x="0" y="5"/>
                      <a:pt x="0" y="3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7" name="Freeform 3048">
                <a:extLst>
                  <a:ext uri="{FF2B5EF4-FFF2-40B4-BE49-F238E27FC236}">
                    <a16:creationId xmlns:a16="http://schemas.microsoft.com/office/drawing/2014/main" id="{EBE153C8-8A9B-437D-9FA6-A50759345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342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92 h 3"/>
                  <a:gd name="T4" fmla="*/ 64 w 3"/>
                  <a:gd name="T5" fmla="*/ 64 h 3"/>
                  <a:gd name="T6" fmla="*/ 128 w 3"/>
                  <a:gd name="T7" fmla="*/ 0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8" name="Freeform 3049">
                <a:extLst>
                  <a:ext uri="{FF2B5EF4-FFF2-40B4-BE49-F238E27FC236}">
                    <a16:creationId xmlns:a16="http://schemas.microsoft.com/office/drawing/2014/main" id="{6E65EFE0-56DE-4ECF-8118-F5CD6C770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325"/>
                <a:ext cx="16" cy="19"/>
              </a:xfrm>
              <a:custGeom>
                <a:avLst/>
                <a:gdLst>
                  <a:gd name="T0" fmla="*/ 247 w 9"/>
                  <a:gd name="T1" fmla="*/ 274 h 10"/>
                  <a:gd name="T2" fmla="*/ 89 w 9"/>
                  <a:gd name="T3" fmla="*/ 418 h 10"/>
                  <a:gd name="T4" fmla="*/ 37 w 9"/>
                  <a:gd name="T5" fmla="*/ 200 h 10"/>
                  <a:gd name="T6" fmla="*/ 203 w 9"/>
                  <a:gd name="T7" fmla="*/ 55 h 10"/>
                  <a:gd name="T8" fmla="*/ 247 w 9"/>
                  <a:gd name="T9" fmla="*/ 27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6"/>
                    </a:moveTo>
                    <a:cubicBezTo>
                      <a:pt x="8" y="8"/>
                      <a:pt x="5" y="10"/>
                      <a:pt x="3" y="9"/>
                    </a:cubicBezTo>
                    <a:cubicBezTo>
                      <a:pt x="1" y="8"/>
                      <a:pt x="0" y="6"/>
                      <a:pt x="1" y="4"/>
                    </a:cubicBezTo>
                    <a:cubicBezTo>
                      <a:pt x="1" y="2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9" name="Freeform 3050">
                <a:extLst>
                  <a:ext uri="{FF2B5EF4-FFF2-40B4-BE49-F238E27FC236}">
                    <a16:creationId xmlns:a16="http://schemas.microsoft.com/office/drawing/2014/main" id="{FC2CC9FD-D1A7-4039-9387-8B57C7E23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331"/>
                <a:ext cx="6" cy="5"/>
              </a:xfrm>
              <a:custGeom>
                <a:avLst/>
                <a:gdLst>
                  <a:gd name="T0" fmla="*/ 192 w 3"/>
                  <a:gd name="T1" fmla="*/ 22 h 3"/>
                  <a:gd name="T2" fmla="*/ 64 w 3"/>
                  <a:gd name="T3" fmla="*/ 37 h 3"/>
                  <a:gd name="T4" fmla="*/ 0 w 3"/>
                  <a:gd name="T5" fmla="*/ 22 h 3"/>
                  <a:gd name="T6" fmla="*/ 128 w 3"/>
                  <a:gd name="T7" fmla="*/ 0 h 3"/>
                  <a:gd name="T8" fmla="*/ 192 w 3"/>
                  <a:gd name="T9" fmla="*/ 2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0" name="Freeform 3051">
                <a:extLst>
                  <a:ext uri="{FF2B5EF4-FFF2-40B4-BE49-F238E27FC236}">
                    <a16:creationId xmlns:a16="http://schemas.microsoft.com/office/drawing/2014/main" id="{A779DB92-A77B-46FE-BD07-7DD57EB65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13"/>
                <a:ext cx="16" cy="18"/>
              </a:xfrm>
              <a:custGeom>
                <a:avLst/>
                <a:gdLst>
                  <a:gd name="T0" fmla="*/ 281 w 9"/>
                  <a:gd name="T1" fmla="*/ 384 h 9"/>
                  <a:gd name="T2" fmla="*/ 89 w 9"/>
                  <a:gd name="T3" fmla="*/ 512 h 9"/>
                  <a:gd name="T4" fmla="*/ 37 w 9"/>
                  <a:gd name="T5" fmla="*/ 192 h 9"/>
                  <a:gd name="T6" fmla="*/ 203 w 9"/>
                  <a:gd name="T7" fmla="*/ 0 h 9"/>
                  <a:gd name="T8" fmla="*/ 281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8"/>
                      <a:pt x="6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9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1" name="Freeform 3052">
                <a:extLst>
                  <a:ext uri="{FF2B5EF4-FFF2-40B4-BE49-F238E27FC236}">
                    <a16:creationId xmlns:a16="http://schemas.microsoft.com/office/drawing/2014/main" id="{109B0A65-B6C3-4C3F-AE1B-4B68CCF1B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317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92 h 3"/>
                  <a:gd name="T4" fmla="*/ 0 w 3"/>
                  <a:gd name="T5" fmla="*/ 64 h 3"/>
                  <a:gd name="T6" fmla="*/ 128 w 3"/>
                  <a:gd name="T7" fmla="*/ 0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2" name="Freeform 3053">
                <a:extLst>
                  <a:ext uri="{FF2B5EF4-FFF2-40B4-BE49-F238E27FC236}">
                    <a16:creationId xmlns:a16="http://schemas.microsoft.com/office/drawing/2014/main" id="{2861DD79-7F0A-481D-B485-2CBD11904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300"/>
                <a:ext cx="16" cy="17"/>
              </a:xfrm>
              <a:custGeom>
                <a:avLst/>
                <a:gdLst>
                  <a:gd name="T0" fmla="*/ 281 w 9"/>
                  <a:gd name="T1" fmla="*/ 272 h 9"/>
                  <a:gd name="T2" fmla="*/ 89 w 9"/>
                  <a:gd name="T3" fmla="*/ 357 h 9"/>
                  <a:gd name="T4" fmla="*/ 37 w 9"/>
                  <a:gd name="T5" fmla="*/ 144 h 9"/>
                  <a:gd name="T6" fmla="*/ 203 w 9"/>
                  <a:gd name="T7" fmla="*/ 53 h 9"/>
                  <a:gd name="T8" fmla="*/ 281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8"/>
                      <a:pt x="6" y="9"/>
                      <a:pt x="3" y="8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3" name="Freeform 3054">
                <a:extLst>
                  <a:ext uri="{FF2B5EF4-FFF2-40B4-BE49-F238E27FC236}">
                    <a16:creationId xmlns:a16="http://schemas.microsoft.com/office/drawing/2014/main" id="{3E24E60D-BA27-40E6-BD6D-BE8A6E0D7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304"/>
                <a:ext cx="5" cy="5"/>
              </a:xfrm>
              <a:custGeom>
                <a:avLst/>
                <a:gdLst>
                  <a:gd name="T0" fmla="*/ 62 w 3"/>
                  <a:gd name="T1" fmla="*/ 37 h 3"/>
                  <a:gd name="T2" fmla="*/ 22 w 3"/>
                  <a:gd name="T3" fmla="*/ 62 h 3"/>
                  <a:gd name="T4" fmla="*/ 0 w 3"/>
                  <a:gd name="T5" fmla="*/ 22 h 3"/>
                  <a:gd name="T6" fmla="*/ 37 w 3"/>
                  <a:gd name="T7" fmla="*/ 0 h 3"/>
                  <a:gd name="T8" fmla="*/ 6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4" name="Freeform 3055">
                <a:extLst>
                  <a:ext uri="{FF2B5EF4-FFF2-40B4-BE49-F238E27FC236}">
                    <a16:creationId xmlns:a16="http://schemas.microsoft.com/office/drawing/2014/main" id="{9002EEEC-279E-420D-BE58-493F2245D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286"/>
                <a:ext cx="17" cy="18"/>
              </a:xfrm>
              <a:custGeom>
                <a:avLst/>
                <a:gdLst>
                  <a:gd name="T0" fmla="*/ 357 w 9"/>
                  <a:gd name="T1" fmla="*/ 384 h 9"/>
                  <a:gd name="T2" fmla="*/ 144 w 9"/>
                  <a:gd name="T3" fmla="*/ 512 h 9"/>
                  <a:gd name="T4" fmla="*/ 53 w 9"/>
                  <a:gd name="T5" fmla="*/ 192 h 9"/>
                  <a:gd name="T6" fmla="*/ 272 w 9"/>
                  <a:gd name="T7" fmla="*/ 64 h 9"/>
                  <a:gd name="T8" fmla="*/ 35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5" name="Freeform 3056">
                <a:extLst>
                  <a:ext uri="{FF2B5EF4-FFF2-40B4-BE49-F238E27FC236}">
                    <a16:creationId xmlns:a16="http://schemas.microsoft.com/office/drawing/2014/main" id="{E1CFA138-F25A-4756-AFA0-221147D37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290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92 h 3"/>
                  <a:gd name="T4" fmla="*/ 0 w 3"/>
                  <a:gd name="T5" fmla="*/ 64 h 3"/>
                  <a:gd name="T6" fmla="*/ 37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6" name="Freeform 3057">
                <a:extLst>
                  <a:ext uri="{FF2B5EF4-FFF2-40B4-BE49-F238E27FC236}">
                    <a16:creationId xmlns:a16="http://schemas.microsoft.com/office/drawing/2014/main" id="{84DE6C31-1606-410F-AE17-CB8F47785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273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37 w 9"/>
                  <a:gd name="T5" fmla="*/ 100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7" name="Freeform 3058">
                <a:extLst>
                  <a:ext uri="{FF2B5EF4-FFF2-40B4-BE49-F238E27FC236}">
                    <a16:creationId xmlns:a16="http://schemas.microsoft.com/office/drawing/2014/main" id="{53ED8848-A732-4433-85CA-5A3D6544C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277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22 w 3"/>
                  <a:gd name="T3" fmla="*/ 37 h 3"/>
                  <a:gd name="T4" fmla="*/ 0 w 3"/>
                  <a:gd name="T5" fmla="*/ 22 h 3"/>
                  <a:gd name="T6" fmla="*/ 37 w 3"/>
                  <a:gd name="T7" fmla="*/ 0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8" name="Freeform 3059">
                <a:extLst>
                  <a:ext uri="{FF2B5EF4-FFF2-40B4-BE49-F238E27FC236}">
                    <a16:creationId xmlns:a16="http://schemas.microsoft.com/office/drawing/2014/main" id="{5340D13F-29BF-401D-AFE1-CBE193AF6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57"/>
                <a:ext cx="16" cy="18"/>
              </a:xfrm>
              <a:custGeom>
                <a:avLst/>
                <a:gdLst>
                  <a:gd name="T0" fmla="*/ 247 w 9"/>
                  <a:gd name="T1" fmla="*/ 448 h 9"/>
                  <a:gd name="T2" fmla="*/ 89 w 9"/>
                  <a:gd name="T3" fmla="*/ 512 h 9"/>
                  <a:gd name="T4" fmla="*/ 37 w 9"/>
                  <a:gd name="T5" fmla="*/ 192 h 9"/>
                  <a:gd name="T6" fmla="*/ 208 w 9"/>
                  <a:gd name="T7" fmla="*/ 64 h 9"/>
                  <a:gd name="T8" fmla="*/ 24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9" name="Freeform 3060">
                <a:extLst>
                  <a:ext uri="{FF2B5EF4-FFF2-40B4-BE49-F238E27FC236}">
                    <a16:creationId xmlns:a16="http://schemas.microsoft.com/office/drawing/2014/main" id="{24633575-DFF3-4442-B0AD-D13D38B56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261"/>
                <a:ext cx="6" cy="6"/>
              </a:xfrm>
              <a:custGeom>
                <a:avLst/>
                <a:gdLst>
                  <a:gd name="T0" fmla="*/ 192 w 3"/>
                  <a:gd name="T1" fmla="*/ 192 h 3"/>
                  <a:gd name="T2" fmla="*/ 64 w 3"/>
                  <a:gd name="T3" fmla="*/ 192 h 3"/>
                  <a:gd name="T4" fmla="*/ 0 w 3"/>
                  <a:gd name="T5" fmla="*/ 64 h 3"/>
                  <a:gd name="T6" fmla="*/ 128 w 3"/>
                  <a:gd name="T7" fmla="*/ 64 h 3"/>
                  <a:gd name="T8" fmla="*/ 19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0" name="Freeform 3061">
                <a:extLst>
                  <a:ext uri="{FF2B5EF4-FFF2-40B4-BE49-F238E27FC236}">
                    <a16:creationId xmlns:a16="http://schemas.microsoft.com/office/drawing/2014/main" id="{424342E8-7E1F-49DD-9E7F-9B91F3B99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44"/>
                <a:ext cx="17" cy="17"/>
              </a:xfrm>
              <a:custGeom>
                <a:avLst/>
                <a:gdLst>
                  <a:gd name="T0" fmla="*/ 357 w 9"/>
                  <a:gd name="T1" fmla="*/ 317 h 9"/>
                  <a:gd name="T2" fmla="*/ 100 w 9"/>
                  <a:gd name="T3" fmla="*/ 357 h 9"/>
                  <a:gd name="T4" fmla="*/ 53 w 9"/>
                  <a:gd name="T5" fmla="*/ 144 h 9"/>
                  <a:gd name="T6" fmla="*/ 272 w 9"/>
                  <a:gd name="T7" fmla="*/ 53 h 9"/>
                  <a:gd name="T8" fmla="*/ 35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1" name="Freeform 3062">
                <a:extLst>
                  <a:ext uri="{FF2B5EF4-FFF2-40B4-BE49-F238E27FC236}">
                    <a16:creationId xmlns:a16="http://schemas.microsoft.com/office/drawing/2014/main" id="{1EA3105C-96EA-401A-B692-BC4003944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248"/>
                <a:ext cx="6" cy="5"/>
              </a:xfrm>
              <a:custGeom>
                <a:avLst/>
                <a:gdLst>
                  <a:gd name="T0" fmla="*/ 192 w 3"/>
                  <a:gd name="T1" fmla="*/ 37 h 3"/>
                  <a:gd name="T2" fmla="*/ 64 w 3"/>
                  <a:gd name="T3" fmla="*/ 62 h 3"/>
                  <a:gd name="T4" fmla="*/ 64 w 3"/>
                  <a:gd name="T5" fmla="*/ 22 h 3"/>
                  <a:gd name="T6" fmla="*/ 128 w 3"/>
                  <a:gd name="T7" fmla="*/ 22 h 3"/>
                  <a:gd name="T8" fmla="*/ 19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2" name="Freeform 3063">
                <a:extLst>
                  <a:ext uri="{FF2B5EF4-FFF2-40B4-BE49-F238E27FC236}">
                    <a16:creationId xmlns:a16="http://schemas.microsoft.com/office/drawing/2014/main" id="{0628F4AC-839F-4C9E-B2F1-46707AF13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230"/>
                <a:ext cx="17" cy="18"/>
              </a:xfrm>
              <a:custGeom>
                <a:avLst/>
                <a:gdLst>
                  <a:gd name="T0" fmla="*/ 357 w 9"/>
                  <a:gd name="T1" fmla="*/ 384 h 9"/>
                  <a:gd name="T2" fmla="*/ 144 w 9"/>
                  <a:gd name="T3" fmla="*/ 512 h 9"/>
                  <a:gd name="T4" fmla="*/ 53 w 9"/>
                  <a:gd name="T5" fmla="*/ 128 h 9"/>
                  <a:gd name="T6" fmla="*/ 272 w 9"/>
                  <a:gd name="T7" fmla="*/ 64 h 9"/>
                  <a:gd name="T8" fmla="*/ 35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956" name="Group 3265">
              <a:extLst>
                <a:ext uri="{FF2B5EF4-FFF2-40B4-BE49-F238E27FC236}">
                  <a16:creationId xmlns:a16="http://schemas.microsoft.com/office/drawing/2014/main" id="{79938BB3-869B-452A-83F0-E04179948A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6" y="1047"/>
              <a:ext cx="429" cy="1496"/>
              <a:chOff x="2856" y="1047"/>
              <a:chExt cx="429" cy="1496"/>
            </a:xfrm>
          </p:grpSpPr>
          <p:sp>
            <p:nvSpPr>
              <p:cNvPr id="27623" name="Freeform 3065">
                <a:extLst>
                  <a:ext uri="{FF2B5EF4-FFF2-40B4-BE49-F238E27FC236}">
                    <a16:creationId xmlns:a16="http://schemas.microsoft.com/office/drawing/2014/main" id="{7935157F-D434-430A-B106-BA4235C44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234"/>
                <a:ext cx="7" cy="6"/>
              </a:xfrm>
              <a:custGeom>
                <a:avLst/>
                <a:gdLst>
                  <a:gd name="T0" fmla="*/ 86 w 4"/>
                  <a:gd name="T1" fmla="*/ 128 h 3"/>
                  <a:gd name="T2" fmla="*/ 37 w 4"/>
                  <a:gd name="T3" fmla="*/ 192 h 3"/>
                  <a:gd name="T4" fmla="*/ 37 w 4"/>
                  <a:gd name="T5" fmla="*/ 64 h 3"/>
                  <a:gd name="T6" fmla="*/ 86 w 4"/>
                  <a:gd name="T7" fmla="*/ 0 h 3"/>
                  <a:gd name="T8" fmla="*/ 86 w 4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4" name="Freeform 3066">
                <a:extLst>
                  <a:ext uri="{FF2B5EF4-FFF2-40B4-BE49-F238E27FC236}">
                    <a16:creationId xmlns:a16="http://schemas.microsoft.com/office/drawing/2014/main" id="{78086421-2370-4ABF-AA47-E3AC8F701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215"/>
                <a:ext cx="18" cy="17"/>
              </a:xfrm>
              <a:custGeom>
                <a:avLst/>
                <a:gdLst>
                  <a:gd name="T0" fmla="*/ 304 w 10"/>
                  <a:gd name="T1" fmla="*/ 317 h 9"/>
                  <a:gd name="T2" fmla="*/ 94 w 10"/>
                  <a:gd name="T3" fmla="*/ 357 h 9"/>
                  <a:gd name="T4" fmla="*/ 41 w 10"/>
                  <a:gd name="T5" fmla="*/ 144 h 9"/>
                  <a:gd name="T6" fmla="*/ 239 w 10"/>
                  <a:gd name="T7" fmla="*/ 53 h 9"/>
                  <a:gd name="T8" fmla="*/ 304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7"/>
                    </a:moveTo>
                    <a:cubicBezTo>
                      <a:pt x="8" y="9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5" name="Freeform 3067">
                <a:extLst>
                  <a:ext uri="{FF2B5EF4-FFF2-40B4-BE49-F238E27FC236}">
                    <a16:creationId xmlns:a16="http://schemas.microsoft.com/office/drawing/2014/main" id="{84B69CC9-B08E-4EE6-9EA9-5BBED9984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219"/>
                <a:ext cx="6" cy="6"/>
              </a:xfrm>
              <a:custGeom>
                <a:avLst/>
                <a:gdLst>
                  <a:gd name="T0" fmla="*/ 192 w 3"/>
                  <a:gd name="T1" fmla="*/ 192 h 3"/>
                  <a:gd name="T2" fmla="*/ 64 w 3"/>
                  <a:gd name="T3" fmla="*/ 192 h 3"/>
                  <a:gd name="T4" fmla="*/ 0 w 3"/>
                  <a:gd name="T5" fmla="*/ 64 h 3"/>
                  <a:gd name="T6" fmla="*/ 128 w 3"/>
                  <a:gd name="T7" fmla="*/ 64 h 3"/>
                  <a:gd name="T8" fmla="*/ 19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6" name="Freeform 3068">
                <a:extLst>
                  <a:ext uri="{FF2B5EF4-FFF2-40B4-BE49-F238E27FC236}">
                    <a16:creationId xmlns:a16="http://schemas.microsoft.com/office/drawing/2014/main" id="{238578D1-C129-4FC4-905B-6EB02A8B8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201"/>
                <a:ext cx="16" cy="18"/>
              </a:xfrm>
              <a:custGeom>
                <a:avLst/>
                <a:gdLst>
                  <a:gd name="T0" fmla="*/ 247 w 9"/>
                  <a:gd name="T1" fmla="*/ 384 h 9"/>
                  <a:gd name="T2" fmla="*/ 89 w 9"/>
                  <a:gd name="T3" fmla="*/ 512 h 9"/>
                  <a:gd name="T4" fmla="*/ 37 w 9"/>
                  <a:gd name="T5" fmla="*/ 192 h 9"/>
                  <a:gd name="T6" fmla="*/ 203 w 9"/>
                  <a:gd name="T7" fmla="*/ 64 h 9"/>
                  <a:gd name="T8" fmla="*/ 24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7" name="Freeform 3069">
                <a:extLst>
                  <a:ext uri="{FF2B5EF4-FFF2-40B4-BE49-F238E27FC236}">
                    <a16:creationId xmlns:a16="http://schemas.microsoft.com/office/drawing/2014/main" id="{D9BD2B72-F9A7-426E-9E64-EFC8D54C0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205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92 h 3"/>
                  <a:gd name="T4" fmla="*/ 64 w 3"/>
                  <a:gd name="T5" fmla="*/ 64 h 3"/>
                  <a:gd name="T6" fmla="*/ 192 w 3"/>
                  <a:gd name="T7" fmla="*/ 0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8" name="Freeform 3070">
                <a:extLst>
                  <a:ext uri="{FF2B5EF4-FFF2-40B4-BE49-F238E27FC236}">
                    <a16:creationId xmlns:a16="http://schemas.microsoft.com/office/drawing/2014/main" id="{17F4304B-85C0-40BF-9008-082B105DE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186"/>
                <a:ext cx="17" cy="17"/>
              </a:xfrm>
              <a:custGeom>
                <a:avLst/>
                <a:gdLst>
                  <a:gd name="T0" fmla="*/ 357 w 9"/>
                  <a:gd name="T1" fmla="*/ 317 h 9"/>
                  <a:gd name="T2" fmla="*/ 144 w 9"/>
                  <a:gd name="T3" fmla="*/ 357 h 9"/>
                  <a:gd name="T4" fmla="*/ 53 w 9"/>
                  <a:gd name="T5" fmla="*/ 144 h 9"/>
                  <a:gd name="T6" fmla="*/ 272 w 9"/>
                  <a:gd name="T7" fmla="*/ 53 h 9"/>
                  <a:gd name="T8" fmla="*/ 35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9" name="Freeform 3071">
                <a:extLst>
                  <a:ext uri="{FF2B5EF4-FFF2-40B4-BE49-F238E27FC236}">
                    <a16:creationId xmlns:a16="http://schemas.microsoft.com/office/drawing/2014/main" id="{CB1BE0B4-0BE5-490B-83AC-5C184B686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190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92 h 3"/>
                  <a:gd name="T4" fmla="*/ 0 w 3"/>
                  <a:gd name="T5" fmla="*/ 64 h 3"/>
                  <a:gd name="T6" fmla="*/ 37 w 3"/>
                  <a:gd name="T7" fmla="*/ 64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0" name="Freeform 3072">
                <a:extLst>
                  <a:ext uri="{FF2B5EF4-FFF2-40B4-BE49-F238E27FC236}">
                    <a16:creationId xmlns:a16="http://schemas.microsoft.com/office/drawing/2014/main" id="{4E310413-3940-49DA-8FC4-56D7C324C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170"/>
                <a:ext cx="16" cy="20"/>
              </a:xfrm>
              <a:custGeom>
                <a:avLst/>
                <a:gdLst>
                  <a:gd name="T0" fmla="*/ 247 w 9"/>
                  <a:gd name="T1" fmla="*/ 448 h 10"/>
                  <a:gd name="T2" fmla="*/ 66 w 9"/>
                  <a:gd name="T3" fmla="*/ 512 h 10"/>
                  <a:gd name="T4" fmla="*/ 37 w 9"/>
                  <a:gd name="T5" fmla="*/ 192 h 10"/>
                  <a:gd name="T6" fmla="*/ 208 w 9"/>
                  <a:gd name="T7" fmla="*/ 128 h 10"/>
                  <a:gd name="T8" fmla="*/ 247 w 9"/>
                  <a:gd name="T9" fmla="*/ 44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7"/>
                    </a:moveTo>
                    <a:cubicBezTo>
                      <a:pt x="7" y="9"/>
                      <a:pt x="4" y="10"/>
                      <a:pt x="2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3" y="1"/>
                      <a:pt x="5" y="0"/>
                      <a:pt x="7" y="2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1" name="Freeform 3073">
                <a:extLst>
                  <a:ext uri="{FF2B5EF4-FFF2-40B4-BE49-F238E27FC236}">
                    <a16:creationId xmlns:a16="http://schemas.microsoft.com/office/drawing/2014/main" id="{86B02F4F-839C-4E56-B48F-9E986B8DE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176"/>
                <a:ext cx="6" cy="6"/>
              </a:xfrm>
              <a:custGeom>
                <a:avLst/>
                <a:gdLst>
                  <a:gd name="T0" fmla="*/ 128 w 3"/>
                  <a:gd name="T1" fmla="*/ 128 h 3"/>
                  <a:gd name="T2" fmla="*/ 0 w 3"/>
                  <a:gd name="T3" fmla="*/ 128 h 3"/>
                  <a:gd name="T4" fmla="*/ 0 w 3"/>
                  <a:gd name="T5" fmla="*/ 0 h 3"/>
                  <a:gd name="T6" fmla="*/ 128 w 3"/>
                  <a:gd name="T7" fmla="*/ 0 h 3"/>
                  <a:gd name="T8" fmla="*/ 128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2" name="Freeform 3074">
                <a:extLst>
                  <a:ext uri="{FF2B5EF4-FFF2-40B4-BE49-F238E27FC236}">
                    <a16:creationId xmlns:a16="http://schemas.microsoft.com/office/drawing/2014/main" id="{58017936-4D1D-493A-BBAA-506242478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157"/>
                <a:ext cx="17" cy="17"/>
              </a:xfrm>
              <a:custGeom>
                <a:avLst/>
                <a:gdLst>
                  <a:gd name="T0" fmla="*/ 357 w 9"/>
                  <a:gd name="T1" fmla="*/ 272 h 9"/>
                  <a:gd name="T2" fmla="*/ 100 w 9"/>
                  <a:gd name="T3" fmla="*/ 357 h 9"/>
                  <a:gd name="T4" fmla="*/ 53 w 9"/>
                  <a:gd name="T5" fmla="*/ 100 h 9"/>
                  <a:gd name="T6" fmla="*/ 317 w 9"/>
                  <a:gd name="T7" fmla="*/ 53 h 9"/>
                  <a:gd name="T8" fmla="*/ 35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3" name="Freeform 3075">
                <a:extLst>
                  <a:ext uri="{FF2B5EF4-FFF2-40B4-BE49-F238E27FC236}">
                    <a16:creationId xmlns:a16="http://schemas.microsoft.com/office/drawing/2014/main" id="{CDC3D0DA-84C5-4D13-82CD-07DE67447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161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28 h 3"/>
                  <a:gd name="T4" fmla="*/ 0 w 3"/>
                  <a:gd name="T5" fmla="*/ 64 h 3"/>
                  <a:gd name="T6" fmla="*/ 37 w 3"/>
                  <a:gd name="T7" fmla="*/ 0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4" name="Freeform 3076">
                <a:extLst>
                  <a:ext uri="{FF2B5EF4-FFF2-40B4-BE49-F238E27FC236}">
                    <a16:creationId xmlns:a16="http://schemas.microsoft.com/office/drawing/2014/main" id="{EEA11D42-ECA3-4FDF-8EB0-BFA8C69DC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142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66 w 9"/>
                  <a:gd name="T3" fmla="*/ 357 h 9"/>
                  <a:gd name="T4" fmla="*/ 37 w 9"/>
                  <a:gd name="T5" fmla="*/ 144 h 9"/>
                  <a:gd name="T6" fmla="*/ 208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5" name="Freeform 3077">
                <a:extLst>
                  <a:ext uri="{FF2B5EF4-FFF2-40B4-BE49-F238E27FC236}">
                    <a16:creationId xmlns:a16="http://schemas.microsoft.com/office/drawing/2014/main" id="{147D72E4-66BD-4A43-A164-74F57A379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145"/>
                <a:ext cx="8" cy="6"/>
              </a:xfrm>
              <a:custGeom>
                <a:avLst/>
                <a:gdLst>
                  <a:gd name="T0" fmla="*/ 192 w 4"/>
                  <a:gd name="T1" fmla="*/ 192 h 3"/>
                  <a:gd name="T2" fmla="*/ 64 w 4"/>
                  <a:gd name="T3" fmla="*/ 192 h 3"/>
                  <a:gd name="T4" fmla="*/ 64 w 4"/>
                  <a:gd name="T5" fmla="*/ 64 h 3"/>
                  <a:gd name="T6" fmla="*/ 192 w 4"/>
                  <a:gd name="T7" fmla="*/ 64 h 3"/>
                  <a:gd name="T8" fmla="*/ 192 w 4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6" name="Freeform 3078">
                <a:extLst>
                  <a:ext uri="{FF2B5EF4-FFF2-40B4-BE49-F238E27FC236}">
                    <a16:creationId xmlns:a16="http://schemas.microsoft.com/office/drawing/2014/main" id="{79EB1497-56B2-47DA-B912-45EE0EEC2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28"/>
                <a:ext cx="17" cy="17"/>
              </a:xfrm>
              <a:custGeom>
                <a:avLst/>
                <a:gdLst>
                  <a:gd name="T0" fmla="*/ 357 w 9"/>
                  <a:gd name="T1" fmla="*/ 272 h 9"/>
                  <a:gd name="T2" fmla="*/ 100 w 9"/>
                  <a:gd name="T3" fmla="*/ 317 h 9"/>
                  <a:gd name="T4" fmla="*/ 53 w 9"/>
                  <a:gd name="T5" fmla="*/ 100 h 9"/>
                  <a:gd name="T6" fmla="*/ 317 w 9"/>
                  <a:gd name="T7" fmla="*/ 53 h 9"/>
                  <a:gd name="T8" fmla="*/ 35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7" name="Freeform 3079">
                <a:extLst>
                  <a:ext uri="{FF2B5EF4-FFF2-40B4-BE49-F238E27FC236}">
                    <a16:creationId xmlns:a16="http://schemas.microsoft.com/office/drawing/2014/main" id="{64D2D2E0-5EA5-4C66-871E-8B5A227C1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132"/>
                <a:ext cx="7" cy="6"/>
              </a:xfrm>
              <a:custGeom>
                <a:avLst/>
                <a:gdLst>
                  <a:gd name="T0" fmla="*/ 86 w 4"/>
                  <a:gd name="T1" fmla="*/ 128 h 3"/>
                  <a:gd name="T2" fmla="*/ 37 w 4"/>
                  <a:gd name="T3" fmla="*/ 128 h 3"/>
                  <a:gd name="T4" fmla="*/ 37 w 4"/>
                  <a:gd name="T5" fmla="*/ 0 h 3"/>
                  <a:gd name="T6" fmla="*/ 86 w 4"/>
                  <a:gd name="T7" fmla="*/ 0 h 3"/>
                  <a:gd name="T8" fmla="*/ 86 w 4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8" name="Freeform 3080">
                <a:extLst>
                  <a:ext uri="{FF2B5EF4-FFF2-40B4-BE49-F238E27FC236}">
                    <a16:creationId xmlns:a16="http://schemas.microsoft.com/office/drawing/2014/main" id="{3E1E6975-A20F-40DF-8931-DB22596C6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13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66 w 9"/>
                  <a:gd name="T5" fmla="*/ 100 h 9"/>
                  <a:gd name="T6" fmla="*/ 208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6"/>
                      <a:pt x="0" y="4"/>
                      <a:pt x="2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9" name="Freeform 3081">
                <a:extLst>
                  <a:ext uri="{FF2B5EF4-FFF2-40B4-BE49-F238E27FC236}">
                    <a16:creationId xmlns:a16="http://schemas.microsoft.com/office/drawing/2014/main" id="{62906901-B9C5-4F77-A940-9883A74EB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16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28 h 3"/>
                  <a:gd name="T4" fmla="*/ 0 w 3"/>
                  <a:gd name="T5" fmla="*/ 64 h 3"/>
                  <a:gd name="T6" fmla="*/ 128 w 3"/>
                  <a:gd name="T7" fmla="*/ 0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0" name="Freeform 3082">
                <a:extLst>
                  <a:ext uri="{FF2B5EF4-FFF2-40B4-BE49-F238E27FC236}">
                    <a16:creationId xmlns:a16="http://schemas.microsoft.com/office/drawing/2014/main" id="{E51D81B1-675E-4714-A858-68F017AB4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097"/>
                <a:ext cx="17" cy="18"/>
              </a:xfrm>
              <a:custGeom>
                <a:avLst/>
                <a:gdLst>
                  <a:gd name="T0" fmla="*/ 357 w 9"/>
                  <a:gd name="T1" fmla="*/ 384 h 9"/>
                  <a:gd name="T2" fmla="*/ 100 w 9"/>
                  <a:gd name="T3" fmla="*/ 448 h 9"/>
                  <a:gd name="T4" fmla="*/ 53 w 9"/>
                  <a:gd name="T5" fmla="*/ 128 h 9"/>
                  <a:gd name="T6" fmla="*/ 317 w 9"/>
                  <a:gd name="T7" fmla="*/ 64 h 9"/>
                  <a:gd name="T8" fmla="*/ 35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1" name="Freeform 3083">
                <a:extLst>
                  <a:ext uri="{FF2B5EF4-FFF2-40B4-BE49-F238E27FC236}">
                    <a16:creationId xmlns:a16="http://schemas.microsoft.com/office/drawing/2014/main" id="{A1B1E586-9361-4D26-95DD-5630DF280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101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28 h 3"/>
                  <a:gd name="T4" fmla="*/ 0 w 3"/>
                  <a:gd name="T5" fmla="*/ 64 h 3"/>
                  <a:gd name="T6" fmla="*/ 37 w 3"/>
                  <a:gd name="T7" fmla="*/ 0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2" name="Freeform 3084">
                <a:extLst>
                  <a:ext uri="{FF2B5EF4-FFF2-40B4-BE49-F238E27FC236}">
                    <a16:creationId xmlns:a16="http://schemas.microsoft.com/office/drawing/2014/main" id="{A2785CEC-EE98-4B2D-A6C8-47A00DBBA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082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37 w 9"/>
                  <a:gd name="T3" fmla="*/ 317 h 9"/>
                  <a:gd name="T4" fmla="*/ 37 w 9"/>
                  <a:gd name="T5" fmla="*/ 100 h 9"/>
                  <a:gd name="T6" fmla="*/ 208 w 9"/>
                  <a:gd name="T7" fmla="*/ 53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8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3" name="Freeform 3085">
                <a:extLst>
                  <a:ext uri="{FF2B5EF4-FFF2-40B4-BE49-F238E27FC236}">
                    <a16:creationId xmlns:a16="http://schemas.microsoft.com/office/drawing/2014/main" id="{BE5952F7-CE32-4CEE-A322-2CBD6AAFA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086"/>
                <a:ext cx="6" cy="5"/>
              </a:xfrm>
              <a:custGeom>
                <a:avLst/>
                <a:gdLst>
                  <a:gd name="T0" fmla="*/ 128 w 3"/>
                  <a:gd name="T1" fmla="*/ 62 h 3"/>
                  <a:gd name="T2" fmla="*/ 64 w 3"/>
                  <a:gd name="T3" fmla="*/ 62 h 3"/>
                  <a:gd name="T4" fmla="*/ 0 w 3"/>
                  <a:gd name="T5" fmla="*/ 22 h 3"/>
                  <a:gd name="T6" fmla="*/ 128 w 3"/>
                  <a:gd name="T7" fmla="*/ 22 h 3"/>
                  <a:gd name="T8" fmla="*/ 128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4" name="Freeform 3086">
                <a:extLst>
                  <a:ext uri="{FF2B5EF4-FFF2-40B4-BE49-F238E27FC236}">
                    <a16:creationId xmlns:a16="http://schemas.microsoft.com/office/drawing/2014/main" id="{5D8E57DB-A1FA-4D07-B3B9-62868D7C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066"/>
                <a:ext cx="17" cy="18"/>
              </a:xfrm>
              <a:custGeom>
                <a:avLst/>
                <a:gdLst>
                  <a:gd name="T0" fmla="*/ 357 w 9"/>
                  <a:gd name="T1" fmla="*/ 448 h 9"/>
                  <a:gd name="T2" fmla="*/ 100 w 9"/>
                  <a:gd name="T3" fmla="*/ 512 h 9"/>
                  <a:gd name="T4" fmla="*/ 100 w 9"/>
                  <a:gd name="T5" fmla="*/ 128 h 9"/>
                  <a:gd name="T6" fmla="*/ 317 w 9"/>
                  <a:gd name="T7" fmla="*/ 128 h 9"/>
                  <a:gd name="T8" fmla="*/ 35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5" name="Freeform 3087">
                <a:extLst>
                  <a:ext uri="{FF2B5EF4-FFF2-40B4-BE49-F238E27FC236}">
                    <a16:creationId xmlns:a16="http://schemas.microsoft.com/office/drawing/2014/main" id="{EC08FDE9-61F0-4C0F-8C53-1128F9143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070"/>
                <a:ext cx="5" cy="6"/>
              </a:xfrm>
              <a:custGeom>
                <a:avLst/>
                <a:gdLst>
                  <a:gd name="T0" fmla="*/ 62 w 3"/>
                  <a:gd name="T1" fmla="*/ 192 h 3"/>
                  <a:gd name="T2" fmla="*/ 22 w 3"/>
                  <a:gd name="T3" fmla="*/ 192 h 3"/>
                  <a:gd name="T4" fmla="*/ 22 w 3"/>
                  <a:gd name="T5" fmla="*/ 64 h 3"/>
                  <a:gd name="T6" fmla="*/ 62 w 3"/>
                  <a:gd name="T7" fmla="*/ 64 h 3"/>
                  <a:gd name="T8" fmla="*/ 6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6" name="Freeform 3088">
                <a:extLst>
                  <a:ext uri="{FF2B5EF4-FFF2-40B4-BE49-F238E27FC236}">
                    <a16:creationId xmlns:a16="http://schemas.microsoft.com/office/drawing/2014/main" id="{00BF4134-4492-4962-8BF2-874F3481B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051"/>
                <a:ext cx="16" cy="17"/>
              </a:xfrm>
              <a:custGeom>
                <a:avLst/>
                <a:gdLst>
                  <a:gd name="T0" fmla="*/ 247 w 9"/>
                  <a:gd name="T1" fmla="*/ 357 h 9"/>
                  <a:gd name="T2" fmla="*/ 66 w 9"/>
                  <a:gd name="T3" fmla="*/ 357 h 9"/>
                  <a:gd name="T4" fmla="*/ 66 w 9"/>
                  <a:gd name="T5" fmla="*/ 100 h 9"/>
                  <a:gd name="T6" fmla="*/ 247 w 9"/>
                  <a:gd name="T7" fmla="*/ 100 h 9"/>
                  <a:gd name="T8" fmla="*/ 24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9" y="3"/>
                      <a:pt x="9" y="6"/>
                      <a:pt x="8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7" name="Freeform 3089">
                <a:extLst>
                  <a:ext uri="{FF2B5EF4-FFF2-40B4-BE49-F238E27FC236}">
                    <a16:creationId xmlns:a16="http://schemas.microsoft.com/office/drawing/2014/main" id="{41186B67-1278-4EB5-9D0D-35B80899B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055"/>
                <a:ext cx="6" cy="5"/>
              </a:xfrm>
              <a:custGeom>
                <a:avLst/>
                <a:gdLst>
                  <a:gd name="T0" fmla="*/ 128 w 3"/>
                  <a:gd name="T1" fmla="*/ 62 h 3"/>
                  <a:gd name="T2" fmla="*/ 0 w 3"/>
                  <a:gd name="T3" fmla="*/ 62 h 3"/>
                  <a:gd name="T4" fmla="*/ 0 w 3"/>
                  <a:gd name="T5" fmla="*/ 22 h 3"/>
                  <a:gd name="T6" fmla="*/ 128 w 3"/>
                  <a:gd name="T7" fmla="*/ 22 h 3"/>
                  <a:gd name="T8" fmla="*/ 128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8" name="Freeform 3090">
                <a:extLst>
                  <a:ext uri="{FF2B5EF4-FFF2-40B4-BE49-F238E27FC236}">
                    <a16:creationId xmlns:a16="http://schemas.microsoft.com/office/drawing/2014/main" id="{F02ACC9A-C100-4963-9532-FC879F188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035"/>
                <a:ext cx="16" cy="18"/>
              </a:xfrm>
              <a:custGeom>
                <a:avLst/>
                <a:gdLst>
                  <a:gd name="T0" fmla="*/ 208 w 9"/>
                  <a:gd name="T1" fmla="*/ 448 h 9"/>
                  <a:gd name="T2" fmla="*/ 37 w 9"/>
                  <a:gd name="T3" fmla="*/ 512 h 9"/>
                  <a:gd name="T4" fmla="*/ 37 w 9"/>
                  <a:gd name="T5" fmla="*/ 128 h 9"/>
                  <a:gd name="T6" fmla="*/ 208 w 9"/>
                  <a:gd name="T7" fmla="*/ 128 h 9"/>
                  <a:gd name="T8" fmla="*/ 208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2"/>
                    </a:cubicBezTo>
                    <a:cubicBezTo>
                      <a:pt x="8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9" name="Freeform 3091">
                <a:extLst>
                  <a:ext uri="{FF2B5EF4-FFF2-40B4-BE49-F238E27FC236}">
                    <a16:creationId xmlns:a16="http://schemas.microsoft.com/office/drawing/2014/main" id="{DFA4C459-6112-4D54-817B-A7C48D5AB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039"/>
                <a:ext cx="6" cy="6"/>
              </a:xfrm>
              <a:custGeom>
                <a:avLst/>
                <a:gdLst>
                  <a:gd name="T0" fmla="*/ 128 w 3"/>
                  <a:gd name="T1" fmla="*/ 192 h 3"/>
                  <a:gd name="T2" fmla="*/ 64 w 3"/>
                  <a:gd name="T3" fmla="*/ 192 h 3"/>
                  <a:gd name="T4" fmla="*/ 0 w 3"/>
                  <a:gd name="T5" fmla="*/ 64 h 3"/>
                  <a:gd name="T6" fmla="*/ 128 w 3"/>
                  <a:gd name="T7" fmla="*/ 64 h 3"/>
                  <a:gd name="T8" fmla="*/ 128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0" name="Freeform 3092">
                <a:extLst>
                  <a:ext uri="{FF2B5EF4-FFF2-40B4-BE49-F238E27FC236}">
                    <a16:creationId xmlns:a16="http://schemas.microsoft.com/office/drawing/2014/main" id="{4A124CBF-B57F-4737-B9DD-F069F60AA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020"/>
                <a:ext cx="17" cy="17"/>
              </a:xfrm>
              <a:custGeom>
                <a:avLst/>
                <a:gdLst>
                  <a:gd name="T0" fmla="*/ 317 w 9"/>
                  <a:gd name="T1" fmla="*/ 317 h 9"/>
                  <a:gd name="T2" fmla="*/ 100 w 9"/>
                  <a:gd name="T3" fmla="*/ 357 h 9"/>
                  <a:gd name="T4" fmla="*/ 100 w 9"/>
                  <a:gd name="T5" fmla="*/ 100 h 9"/>
                  <a:gd name="T6" fmla="*/ 317 w 9"/>
                  <a:gd name="T7" fmla="*/ 100 h 9"/>
                  <a:gd name="T8" fmla="*/ 31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1" name="Freeform 3093">
                <a:extLst>
                  <a:ext uri="{FF2B5EF4-FFF2-40B4-BE49-F238E27FC236}">
                    <a16:creationId xmlns:a16="http://schemas.microsoft.com/office/drawing/2014/main" id="{8AA67CC0-4D29-4229-A5BF-4B6B94B34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024"/>
                <a:ext cx="5" cy="6"/>
              </a:xfrm>
              <a:custGeom>
                <a:avLst/>
                <a:gdLst>
                  <a:gd name="T0" fmla="*/ 62 w 3"/>
                  <a:gd name="T1" fmla="*/ 192 h 3"/>
                  <a:gd name="T2" fmla="*/ 22 w 3"/>
                  <a:gd name="T3" fmla="*/ 192 h 3"/>
                  <a:gd name="T4" fmla="*/ 22 w 3"/>
                  <a:gd name="T5" fmla="*/ 64 h 3"/>
                  <a:gd name="T6" fmla="*/ 62 w 3"/>
                  <a:gd name="T7" fmla="*/ 64 h 3"/>
                  <a:gd name="T8" fmla="*/ 6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2" name="Freeform 3094">
                <a:extLst>
                  <a:ext uri="{FF2B5EF4-FFF2-40B4-BE49-F238E27FC236}">
                    <a16:creationId xmlns:a16="http://schemas.microsoft.com/office/drawing/2014/main" id="{A7B63A9E-3105-4ABA-82D1-55551EA06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418"/>
                <a:ext cx="16" cy="17"/>
              </a:xfrm>
              <a:custGeom>
                <a:avLst/>
                <a:gdLst>
                  <a:gd name="T0" fmla="*/ 281 w 9"/>
                  <a:gd name="T1" fmla="*/ 213 h 9"/>
                  <a:gd name="T2" fmla="*/ 117 w 9"/>
                  <a:gd name="T3" fmla="*/ 357 h 9"/>
                  <a:gd name="T4" fmla="*/ 37 w 9"/>
                  <a:gd name="T5" fmla="*/ 189 h 9"/>
                  <a:gd name="T6" fmla="*/ 158 w 9"/>
                  <a:gd name="T7" fmla="*/ 0 h 9"/>
                  <a:gd name="T8" fmla="*/ 281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cubicBezTo>
                      <a:pt x="8" y="7"/>
                      <a:pt x="6" y="9"/>
                      <a:pt x="4" y="8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8" y="1"/>
                      <a:pt x="9" y="3"/>
                      <a:pt x="9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3" name="Freeform 3095">
                <a:extLst>
                  <a:ext uri="{FF2B5EF4-FFF2-40B4-BE49-F238E27FC236}">
                    <a16:creationId xmlns:a16="http://schemas.microsoft.com/office/drawing/2014/main" id="{023A2BDE-7368-47E7-BACA-4DACB808B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421"/>
                <a:ext cx="6" cy="6"/>
              </a:xfrm>
              <a:custGeom>
                <a:avLst/>
                <a:gdLst>
                  <a:gd name="T0" fmla="*/ 192 w 3"/>
                  <a:gd name="T1" fmla="*/ 64 h 3"/>
                  <a:gd name="T2" fmla="*/ 64 w 3"/>
                  <a:gd name="T3" fmla="*/ 128 h 3"/>
                  <a:gd name="T4" fmla="*/ 0 w 3"/>
                  <a:gd name="T5" fmla="*/ 64 h 3"/>
                  <a:gd name="T6" fmla="*/ 128 w 3"/>
                  <a:gd name="T7" fmla="*/ 0 h 3"/>
                  <a:gd name="T8" fmla="*/ 192 w 3"/>
                  <a:gd name="T9" fmla="*/ 6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4" name="Freeform 3096">
                <a:extLst>
                  <a:ext uri="{FF2B5EF4-FFF2-40B4-BE49-F238E27FC236}">
                    <a16:creationId xmlns:a16="http://schemas.microsoft.com/office/drawing/2014/main" id="{30F25756-0100-4831-B8E9-66AD18260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406"/>
                <a:ext cx="14" cy="15"/>
              </a:xfrm>
              <a:custGeom>
                <a:avLst/>
                <a:gdLst>
                  <a:gd name="T0" fmla="*/ 236 w 8"/>
                  <a:gd name="T1" fmla="*/ 212 h 8"/>
                  <a:gd name="T2" fmla="*/ 86 w 8"/>
                  <a:gd name="T3" fmla="*/ 349 h 8"/>
                  <a:gd name="T4" fmla="*/ 0 w 8"/>
                  <a:gd name="T5" fmla="*/ 137 h 8"/>
                  <a:gd name="T6" fmla="*/ 151 w 8"/>
                  <a:gd name="T7" fmla="*/ 0 h 8"/>
                  <a:gd name="T8" fmla="*/ 236 w 8"/>
                  <a:gd name="T9" fmla="*/ 2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8" y="7"/>
                      <a:pt x="6" y="8"/>
                      <a:pt x="3" y="8"/>
                    </a:cubicBezTo>
                    <a:cubicBezTo>
                      <a:pt x="1" y="8"/>
                      <a:pt x="0" y="6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0"/>
                      <a:pt x="8" y="3"/>
                      <a:pt x="8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5" name="Freeform 3097">
                <a:extLst>
                  <a:ext uri="{FF2B5EF4-FFF2-40B4-BE49-F238E27FC236}">
                    <a16:creationId xmlns:a16="http://schemas.microsoft.com/office/drawing/2014/main" id="{CB206530-E682-465B-8A62-9BC33266E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410"/>
                <a:ext cx="6" cy="4"/>
              </a:xfrm>
              <a:custGeom>
                <a:avLst/>
                <a:gdLst>
                  <a:gd name="T0" fmla="*/ 128 w 3"/>
                  <a:gd name="T1" fmla="*/ 64 h 2"/>
                  <a:gd name="T2" fmla="*/ 64 w 3"/>
                  <a:gd name="T3" fmla="*/ 128 h 2"/>
                  <a:gd name="T4" fmla="*/ 0 w 3"/>
                  <a:gd name="T5" fmla="*/ 64 h 2"/>
                  <a:gd name="T6" fmla="*/ 64 w 3"/>
                  <a:gd name="T7" fmla="*/ 0 h 2"/>
                  <a:gd name="T8" fmla="*/ 128 w 3"/>
                  <a:gd name="T9" fmla="*/ 6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6" name="Freeform 3098">
                <a:extLst>
                  <a:ext uri="{FF2B5EF4-FFF2-40B4-BE49-F238E27FC236}">
                    <a16:creationId xmlns:a16="http://schemas.microsoft.com/office/drawing/2014/main" id="{2629ADF0-0C23-4F2E-9A4C-6A5089052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392"/>
                <a:ext cx="16" cy="18"/>
              </a:xfrm>
              <a:custGeom>
                <a:avLst/>
                <a:gdLst>
                  <a:gd name="T0" fmla="*/ 281 w 9"/>
                  <a:gd name="T1" fmla="*/ 384 h 9"/>
                  <a:gd name="T2" fmla="*/ 117 w 9"/>
                  <a:gd name="T3" fmla="*/ 512 h 9"/>
                  <a:gd name="T4" fmla="*/ 37 w 9"/>
                  <a:gd name="T5" fmla="*/ 192 h 9"/>
                  <a:gd name="T6" fmla="*/ 203 w 9"/>
                  <a:gd name="T7" fmla="*/ 64 h 9"/>
                  <a:gd name="T8" fmla="*/ 281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8"/>
                      <a:pt x="6" y="9"/>
                      <a:pt x="4" y="8"/>
                    </a:cubicBezTo>
                    <a:cubicBezTo>
                      <a:pt x="2" y="8"/>
                      <a:pt x="0" y="6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7" name="Freeform 3099">
                <a:extLst>
                  <a:ext uri="{FF2B5EF4-FFF2-40B4-BE49-F238E27FC236}">
                    <a16:creationId xmlns:a16="http://schemas.microsoft.com/office/drawing/2014/main" id="{03401C0F-72E4-4C45-ABCD-1A9D58271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396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92 h 3"/>
                  <a:gd name="T4" fmla="*/ 0 w 3"/>
                  <a:gd name="T5" fmla="*/ 64 h 3"/>
                  <a:gd name="T6" fmla="*/ 128 w 3"/>
                  <a:gd name="T7" fmla="*/ 0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8" name="Freeform 3100">
                <a:extLst>
                  <a:ext uri="{FF2B5EF4-FFF2-40B4-BE49-F238E27FC236}">
                    <a16:creationId xmlns:a16="http://schemas.microsoft.com/office/drawing/2014/main" id="{5A9BA43F-82AD-4ED1-9188-9D98465F5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381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37 w 9"/>
                  <a:gd name="T5" fmla="*/ 144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9" name="Freeform 3101">
                <a:extLst>
                  <a:ext uri="{FF2B5EF4-FFF2-40B4-BE49-F238E27FC236}">
                    <a16:creationId xmlns:a16="http://schemas.microsoft.com/office/drawing/2014/main" id="{47D2FFD4-4FC3-4904-ADAB-ED0300B26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385"/>
                <a:ext cx="6" cy="6"/>
              </a:xfrm>
              <a:custGeom>
                <a:avLst/>
                <a:gdLst>
                  <a:gd name="T0" fmla="*/ 128 w 3"/>
                  <a:gd name="T1" fmla="*/ 128 h 3"/>
                  <a:gd name="T2" fmla="*/ 64 w 3"/>
                  <a:gd name="T3" fmla="*/ 192 h 3"/>
                  <a:gd name="T4" fmla="*/ 0 w 3"/>
                  <a:gd name="T5" fmla="*/ 64 h 3"/>
                  <a:gd name="T6" fmla="*/ 128 w 3"/>
                  <a:gd name="T7" fmla="*/ 0 h 3"/>
                  <a:gd name="T8" fmla="*/ 128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0" name="Freeform 3102">
                <a:extLst>
                  <a:ext uri="{FF2B5EF4-FFF2-40B4-BE49-F238E27FC236}">
                    <a16:creationId xmlns:a16="http://schemas.microsoft.com/office/drawing/2014/main" id="{2A0E5B68-7077-4B8E-99B7-27C59DD5C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369"/>
                <a:ext cx="16" cy="18"/>
              </a:xfrm>
              <a:custGeom>
                <a:avLst/>
                <a:gdLst>
                  <a:gd name="T0" fmla="*/ 247 w 9"/>
                  <a:gd name="T1" fmla="*/ 320 h 9"/>
                  <a:gd name="T2" fmla="*/ 89 w 9"/>
                  <a:gd name="T3" fmla="*/ 512 h 9"/>
                  <a:gd name="T4" fmla="*/ 37 w 9"/>
                  <a:gd name="T5" fmla="*/ 192 h 9"/>
                  <a:gd name="T6" fmla="*/ 203 w 9"/>
                  <a:gd name="T7" fmla="*/ 0 h 9"/>
                  <a:gd name="T8" fmla="*/ 247 w 9"/>
                  <a:gd name="T9" fmla="*/ 3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5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8" y="5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1" name="Freeform 3103">
                <a:extLst>
                  <a:ext uri="{FF2B5EF4-FFF2-40B4-BE49-F238E27FC236}">
                    <a16:creationId xmlns:a16="http://schemas.microsoft.com/office/drawing/2014/main" id="{45C8FFBB-AE3B-4A70-B940-68315A554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373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92 h 3"/>
                  <a:gd name="T4" fmla="*/ 0 w 3"/>
                  <a:gd name="T5" fmla="*/ 64 h 3"/>
                  <a:gd name="T6" fmla="*/ 128 w 3"/>
                  <a:gd name="T7" fmla="*/ 0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2" name="Freeform 3104">
                <a:extLst>
                  <a:ext uri="{FF2B5EF4-FFF2-40B4-BE49-F238E27FC236}">
                    <a16:creationId xmlns:a16="http://schemas.microsoft.com/office/drawing/2014/main" id="{5FA3EC2E-3614-4E8B-AC6D-863D9FF99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356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402 h 9"/>
                  <a:gd name="T4" fmla="*/ 37 w 9"/>
                  <a:gd name="T5" fmla="*/ 144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8" y="8"/>
                      <a:pt x="5" y="9"/>
                      <a:pt x="3" y="9"/>
                    </a:cubicBezTo>
                    <a:cubicBezTo>
                      <a:pt x="1" y="8"/>
                      <a:pt x="0" y="6"/>
                      <a:pt x="1" y="3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3" name="Freeform 3105">
                <a:extLst>
                  <a:ext uri="{FF2B5EF4-FFF2-40B4-BE49-F238E27FC236}">
                    <a16:creationId xmlns:a16="http://schemas.microsoft.com/office/drawing/2014/main" id="{4B9F0869-9CC2-4027-88E0-CB835E579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360"/>
                <a:ext cx="6" cy="5"/>
              </a:xfrm>
              <a:custGeom>
                <a:avLst/>
                <a:gdLst>
                  <a:gd name="T0" fmla="*/ 192 w 3"/>
                  <a:gd name="T1" fmla="*/ 37 h 3"/>
                  <a:gd name="T2" fmla="*/ 64 w 3"/>
                  <a:gd name="T3" fmla="*/ 62 h 3"/>
                  <a:gd name="T4" fmla="*/ 0 w 3"/>
                  <a:gd name="T5" fmla="*/ 22 h 3"/>
                  <a:gd name="T6" fmla="*/ 128 w 3"/>
                  <a:gd name="T7" fmla="*/ 0 h 3"/>
                  <a:gd name="T8" fmla="*/ 19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4" name="Freeform 3106">
                <a:extLst>
                  <a:ext uri="{FF2B5EF4-FFF2-40B4-BE49-F238E27FC236}">
                    <a16:creationId xmlns:a16="http://schemas.microsoft.com/office/drawing/2014/main" id="{FFD4300A-9AE3-4C05-A118-C5201084A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342"/>
                <a:ext cx="16" cy="18"/>
              </a:xfrm>
              <a:custGeom>
                <a:avLst/>
                <a:gdLst>
                  <a:gd name="T0" fmla="*/ 281 w 9"/>
                  <a:gd name="T1" fmla="*/ 384 h 9"/>
                  <a:gd name="T2" fmla="*/ 117 w 9"/>
                  <a:gd name="T3" fmla="*/ 576 h 9"/>
                  <a:gd name="T4" fmla="*/ 37 w 9"/>
                  <a:gd name="T5" fmla="*/ 256 h 9"/>
                  <a:gd name="T6" fmla="*/ 203 w 9"/>
                  <a:gd name="T7" fmla="*/ 64 h 9"/>
                  <a:gd name="T8" fmla="*/ 281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2" y="2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5" name="Freeform 3107">
                <a:extLst>
                  <a:ext uri="{FF2B5EF4-FFF2-40B4-BE49-F238E27FC236}">
                    <a16:creationId xmlns:a16="http://schemas.microsoft.com/office/drawing/2014/main" id="{0CD7243B-EB2E-4F90-AD4A-A7155C552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346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92 h 3"/>
                  <a:gd name="T4" fmla="*/ 0 w 3"/>
                  <a:gd name="T5" fmla="*/ 64 h 3"/>
                  <a:gd name="T6" fmla="*/ 128 w 3"/>
                  <a:gd name="T7" fmla="*/ 64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6" name="Freeform 3108">
                <a:extLst>
                  <a:ext uri="{FF2B5EF4-FFF2-40B4-BE49-F238E27FC236}">
                    <a16:creationId xmlns:a16="http://schemas.microsoft.com/office/drawing/2014/main" id="{7F759C50-0668-458D-8CA6-2A89D9AB7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329"/>
                <a:ext cx="17" cy="17"/>
              </a:xfrm>
              <a:custGeom>
                <a:avLst/>
                <a:gdLst>
                  <a:gd name="T0" fmla="*/ 357 w 9"/>
                  <a:gd name="T1" fmla="*/ 272 h 9"/>
                  <a:gd name="T2" fmla="*/ 144 w 9"/>
                  <a:gd name="T3" fmla="*/ 402 h 9"/>
                  <a:gd name="T4" fmla="*/ 0 w 9"/>
                  <a:gd name="T5" fmla="*/ 189 h 9"/>
                  <a:gd name="T6" fmla="*/ 272 w 9"/>
                  <a:gd name="T7" fmla="*/ 53 h 9"/>
                  <a:gd name="T8" fmla="*/ 35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9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7" name="Freeform 3109">
                <a:extLst>
                  <a:ext uri="{FF2B5EF4-FFF2-40B4-BE49-F238E27FC236}">
                    <a16:creationId xmlns:a16="http://schemas.microsoft.com/office/drawing/2014/main" id="{DB398550-4BBE-4E3D-A9EA-05F92C6C7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333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22 w 3"/>
                  <a:gd name="T3" fmla="*/ 62 h 3"/>
                  <a:gd name="T4" fmla="*/ 0 w 3"/>
                  <a:gd name="T5" fmla="*/ 22 h 3"/>
                  <a:gd name="T6" fmla="*/ 37 w 3"/>
                  <a:gd name="T7" fmla="*/ 22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8" name="Freeform 3110">
                <a:extLst>
                  <a:ext uri="{FF2B5EF4-FFF2-40B4-BE49-F238E27FC236}">
                    <a16:creationId xmlns:a16="http://schemas.microsoft.com/office/drawing/2014/main" id="{D46F1EF4-15AF-41DE-8DB9-6F45EB2FD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315"/>
                <a:ext cx="16" cy="18"/>
              </a:xfrm>
              <a:custGeom>
                <a:avLst/>
                <a:gdLst>
                  <a:gd name="T0" fmla="*/ 247 w 9"/>
                  <a:gd name="T1" fmla="*/ 384 h 9"/>
                  <a:gd name="T2" fmla="*/ 66 w 9"/>
                  <a:gd name="T3" fmla="*/ 512 h 9"/>
                  <a:gd name="T4" fmla="*/ 0 w 9"/>
                  <a:gd name="T5" fmla="*/ 192 h 9"/>
                  <a:gd name="T6" fmla="*/ 203 w 9"/>
                  <a:gd name="T7" fmla="*/ 64 h 9"/>
                  <a:gd name="T8" fmla="*/ 24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2" y="8"/>
                    </a:cubicBezTo>
                    <a:cubicBezTo>
                      <a:pt x="0" y="7"/>
                      <a:pt x="0" y="5"/>
                      <a:pt x="0" y="3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9" name="Freeform 3111">
                <a:extLst>
                  <a:ext uri="{FF2B5EF4-FFF2-40B4-BE49-F238E27FC236}">
                    <a16:creationId xmlns:a16="http://schemas.microsoft.com/office/drawing/2014/main" id="{E0B66C87-3104-4744-9209-79D50CE0A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319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92 h 3"/>
                  <a:gd name="T4" fmla="*/ 22 w 3"/>
                  <a:gd name="T5" fmla="*/ 64 h 3"/>
                  <a:gd name="T6" fmla="*/ 37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0" name="Freeform 3112">
                <a:extLst>
                  <a:ext uri="{FF2B5EF4-FFF2-40B4-BE49-F238E27FC236}">
                    <a16:creationId xmlns:a16="http://schemas.microsoft.com/office/drawing/2014/main" id="{2340E0B3-C640-406B-96A7-D0A87AAC3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302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89 w 9"/>
                  <a:gd name="T3" fmla="*/ 357 h 9"/>
                  <a:gd name="T4" fmla="*/ 37 w 9"/>
                  <a:gd name="T5" fmla="*/ 144 h 9"/>
                  <a:gd name="T6" fmla="*/ 203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1" name="Freeform 3113">
                <a:extLst>
                  <a:ext uri="{FF2B5EF4-FFF2-40B4-BE49-F238E27FC236}">
                    <a16:creationId xmlns:a16="http://schemas.microsoft.com/office/drawing/2014/main" id="{94517731-B4A5-4B2E-B84F-497E071FA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306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22 w 3"/>
                  <a:gd name="T3" fmla="*/ 62 h 3"/>
                  <a:gd name="T4" fmla="*/ 0 w 3"/>
                  <a:gd name="T5" fmla="*/ 22 h 3"/>
                  <a:gd name="T6" fmla="*/ 37 w 3"/>
                  <a:gd name="T7" fmla="*/ 22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2" name="Freeform 3114">
                <a:extLst>
                  <a:ext uri="{FF2B5EF4-FFF2-40B4-BE49-F238E27FC236}">
                    <a16:creationId xmlns:a16="http://schemas.microsoft.com/office/drawing/2014/main" id="{5934128A-D067-41F8-8E0F-4008ABCAF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288"/>
                <a:ext cx="16" cy="18"/>
              </a:xfrm>
              <a:custGeom>
                <a:avLst/>
                <a:gdLst>
                  <a:gd name="T0" fmla="*/ 247 w 9"/>
                  <a:gd name="T1" fmla="*/ 448 h 9"/>
                  <a:gd name="T2" fmla="*/ 89 w 9"/>
                  <a:gd name="T3" fmla="*/ 512 h 9"/>
                  <a:gd name="T4" fmla="*/ 37 w 9"/>
                  <a:gd name="T5" fmla="*/ 192 h 9"/>
                  <a:gd name="T6" fmla="*/ 203 w 9"/>
                  <a:gd name="T7" fmla="*/ 64 h 9"/>
                  <a:gd name="T8" fmla="*/ 24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3" name="Freeform 3115">
                <a:extLst>
                  <a:ext uri="{FF2B5EF4-FFF2-40B4-BE49-F238E27FC236}">
                    <a16:creationId xmlns:a16="http://schemas.microsoft.com/office/drawing/2014/main" id="{BE24BA7F-2216-40F2-931E-4EF44EBB2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292"/>
                <a:ext cx="6" cy="6"/>
              </a:xfrm>
              <a:custGeom>
                <a:avLst/>
                <a:gdLst>
                  <a:gd name="T0" fmla="*/ 192 w 3"/>
                  <a:gd name="T1" fmla="*/ 192 h 3"/>
                  <a:gd name="T2" fmla="*/ 64 w 3"/>
                  <a:gd name="T3" fmla="*/ 192 h 3"/>
                  <a:gd name="T4" fmla="*/ 0 w 3"/>
                  <a:gd name="T5" fmla="*/ 64 h 3"/>
                  <a:gd name="T6" fmla="*/ 128 w 3"/>
                  <a:gd name="T7" fmla="*/ 64 h 3"/>
                  <a:gd name="T8" fmla="*/ 19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4" name="Freeform 3116">
                <a:extLst>
                  <a:ext uri="{FF2B5EF4-FFF2-40B4-BE49-F238E27FC236}">
                    <a16:creationId xmlns:a16="http://schemas.microsoft.com/office/drawing/2014/main" id="{F1D75797-F13D-4B12-BF09-FA290DB6E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275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37 w 9"/>
                  <a:gd name="T5" fmla="*/ 144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5" name="Freeform 3117">
                <a:extLst>
                  <a:ext uri="{FF2B5EF4-FFF2-40B4-BE49-F238E27FC236}">
                    <a16:creationId xmlns:a16="http://schemas.microsoft.com/office/drawing/2014/main" id="{6B43868D-9E5D-49EB-B263-B8E8B7080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279"/>
                <a:ext cx="5" cy="5"/>
              </a:xfrm>
              <a:custGeom>
                <a:avLst/>
                <a:gdLst>
                  <a:gd name="T0" fmla="*/ 62 w 3"/>
                  <a:gd name="T1" fmla="*/ 37 h 3"/>
                  <a:gd name="T2" fmla="*/ 22 w 3"/>
                  <a:gd name="T3" fmla="*/ 62 h 3"/>
                  <a:gd name="T4" fmla="*/ 0 w 3"/>
                  <a:gd name="T5" fmla="*/ 22 h 3"/>
                  <a:gd name="T6" fmla="*/ 37 w 3"/>
                  <a:gd name="T7" fmla="*/ 0 h 3"/>
                  <a:gd name="T8" fmla="*/ 6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6" name="Freeform 3118">
                <a:extLst>
                  <a:ext uri="{FF2B5EF4-FFF2-40B4-BE49-F238E27FC236}">
                    <a16:creationId xmlns:a16="http://schemas.microsoft.com/office/drawing/2014/main" id="{402A4959-6374-4874-BE9E-24E4EA1BF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261"/>
                <a:ext cx="18" cy="18"/>
              </a:xfrm>
              <a:custGeom>
                <a:avLst/>
                <a:gdLst>
                  <a:gd name="T0" fmla="*/ 304 w 10"/>
                  <a:gd name="T1" fmla="*/ 384 h 9"/>
                  <a:gd name="T2" fmla="*/ 94 w 10"/>
                  <a:gd name="T3" fmla="*/ 512 h 9"/>
                  <a:gd name="T4" fmla="*/ 41 w 10"/>
                  <a:gd name="T5" fmla="*/ 128 h 9"/>
                  <a:gd name="T6" fmla="*/ 239 w 10"/>
                  <a:gd name="T7" fmla="*/ 64 h 9"/>
                  <a:gd name="T8" fmla="*/ 304 w 10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6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7" name="Freeform 3119">
                <a:extLst>
                  <a:ext uri="{FF2B5EF4-FFF2-40B4-BE49-F238E27FC236}">
                    <a16:creationId xmlns:a16="http://schemas.microsoft.com/office/drawing/2014/main" id="{73504671-B21A-4B03-8249-EACC6E019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265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28 h 3"/>
                  <a:gd name="T4" fmla="*/ 0 w 3"/>
                  <a:gd name="T5" fmla="*/ 64 h 3"/>
                  <a:gd name="T6" fmla="*/ 37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8" name="Freeform 3120">
                <a:extLst>
                  <a:ext uri="{FF2B5EF4-FFF2-40B4-BE49-F238E27FC236}">
                    <a16:creationId xmlns:a16="http://schemas.microsoft.com/office/drawing/2014/main" id="{93497FFB-2606-4905-A650-31B217C36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246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37 w 9"/>
                  <a:gd name="T5" fmla="*/ 144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9" name="Freeform 3121">
                <a:extLst>
                  <a:ext uri="{FF2B5EF4-FFF2-40B4-BE49-F238E27FC236}">
                    <a16:creationId xmlns:a16="http://schemas.microsoft.com/office/drawing/2014/main" id="{2B6E534E-2B0F-4494-A6B9-38E2DEB8D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250"/>
                <a:ext cx="6" cy="5"/>
              </a:xfrm>
              <a:custGeom>
                <a:avLst/>
                <a:gdLst>
                  <a:gd name="T0" fmla="*/ 128 w 3"/>
                  <a:gd name="T1" fmla="*/ 37 h 3"/>
                  <a:gd name="T2" fmla="*/ 64 w 3"/>
                  <a:gd name="T3" fmla="*/ 62 h 3"/>
                  <a:gd name="T4" fmla="*/ 0 w 3"/>
                  <a:gd name="T5" fmla="*/ 22 h 3"/>
                  <a:gd name="T6" fmla="*/ 128 w 3"/>
                  <a:gd name="T7" fmla="*/ 22 h 3"/>
                  <a:gd name="T8" fmla="*/ 128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0" name="Freeform 3122">
                <a:extLst>
                  <a:ext uri="{FF2B5EF4-FFF2-40B4-BE49-F238E27FC236}">
                    <a16:creationId xmlns:a16="http://schemas.microsoft.com/office/drawing/2014/main" id="{31941B4C-D9AF-476C-A232-99F07017C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232"/>
                <a:ext cx="16" cy="18"/>
              </a:xfrm>
              <a:custGeom>
                <a:avLst/>
                <a:gdLst>
                  <a:gd name="T0" fmla="*/ 247 w 9"/>
                  <a:gd name="T1" fmla="*/ 384 h 9"/>
                  <a:gd name="T2" fmla="*/ 89 w 9"/>
                  <a:gd name="T3" fmla="*/ 512 h 9"/>
                  <a:gd name="T4" fmla="*/ 37 w 9"/>
                  <a:gd name="T5" fmla="*/ 192 h 9"/>
                  <a:gd name="T6" fmla="*/ 203 w 9"/>
                  <a:gd name="T7" fmla="*/ 64 h 9"/>
                  <a:gd name="T8" fmla="*/ 24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1" name="Freeform 3123">
                <a:extLst>
                  <a:ext uri="{FF2B5EF4-FFF2-40B4-BE49-F238E27FC236}">
                    <a16:creationId xmlns:a16="http://schemas.microsoft.com/office/drawing/2014/main" id="{40572AE3-74E6-4986-AAED-4F18667C7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236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92 h 3"/>
                  <a:gd name="T4" fmla="*/ 64 w 3"/>
                  <a:gd name="T5" fmla="*/ 64 h 3"/>
                  <a:gd name="T6" fmla="*/ 128 w 3"/>
                  <a:gd name="T7" fmla="*/ 0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2" name="Freeform 3124">
                <a:extLst>
                  <a:ext uri="{FF2B5EF4-FFF2-40B4-BE49-F238E27FC236}">
                    <a16:creationId xmlns:a16="http://schemas.microsoft.com/office/drawing/2014/main" id="{FE18FD0A-BA2E-4161-B011-1582CBB95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17"/>
                <a:ext cx="17" cy="17"/>
              </a:xfrm>
              <a:custGeom>
                <a:avLst/>
                <a:gdLst>
                  <a:gd name="T0" fmla="*/ 357 w 9"/>
                  <a:gd name="T1" fmla="*/ 317 h 9"/>
                  <a:gd name="T2" fmla="*/ 144 w 9"/>
                  <a:gd name="T3" fmla="*/ 357 h 9"/>
                  <a:gd name="T4" fmla="*/ 53 w 9"/>
                  <a:gd name="T5" fmla="*/ 144 h 9"/>
                  <a:gd name="T6" fmla="*/ 317 w 9"/>
                  <a:gd name="T7" fmla="*/ 53 h 9"/>
                  <a:gd name="T8" fmla="*/ 35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3" name="Freeform 3125">
                <a:extLst>
                  <a:ext uri="{FF2B5EF4-FFF2-40B4-BE49-F238E27FC236}">
                    <a16:creationId xmlns:a16="http://schemas.microsoft.com/office/drawing/2014/main" id="{028C3FDF-800F-4812-A4DE-4398600BB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221"/>
                <a:ext cx="5" cy="5"/>
              </a:xfrm>
              <a:custGeom>
                <a:avLst/>
                <a:gdLst>
                  <a:gd name="T0" fmla="*/ 37 w 3"/>
                  <a:gd name="T1" fmla="*/ 62 h 3"/>
                  <a:gd name="T2" fmla="*/ 22 w 3"/>
                  <a:gd name="T3" fmla="*/ 62 h 3"/>
                  <a:gd name="T4" fmla="*/ 0 w 3"/>
                  <a:gd name="T5" fmla="*/ 22 h 3"/>
                  <a:gd name="T6" fmla="*/ 37 w 3"/>
                  <a:gd name="T7" fmla="*/ 22 h 3"/>
                  <a:gd name="T8" fmla="*/ 37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4" name="Freeform 3126">
                <a:extLst>
                  <a:ext uri="{FF2B5EF4-FFF2-40B4-BE49-F238E27FC236}">
                    <a16:creationId xmlns:a16="http://schemas.microsoft.com/office/drawing/2014/main" id="{8FD6B012-5890-4CC4-A546-F6ABFF0F4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03"/>
                <a:ext cx="16" cy="18"/>
              </a:xfrm>
              <a:custGeom>
                <a:avLst/>
                <a:gdLst>
                  <a:gd name="T0" fmla="*/ 247 w 9"/>
                  <a:gd name="T1" fmla="*/ 384 h 9"/>
                  <a:gd name="T2" fmla="*/ 66 w 9"/>
                  <a:gd name="T3" fmla="*/ 512 h 9"/>
                  <a:gd name="T4" fmla="*/ 37 w 9"/>
                  <a:gd name="T5" fmla="*/ 128 h 9"/>
                  <a:gd name="T6" fmla="*/ 203 w 9"/>
                  <a:gd name="T7" fmla="*/ 64 h 9"/>
                  <a:gd name="T8" fmla="*/ 24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2" y="0"/>
                      <a:pt x="5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5" name="Freeform 3127">
                <a:extLst>
                  <a:ext uri="{FF2B5EF4-FFF2-40B4-BE49-F238E27FC236}">
                    <a16:creationId xmlns:a16="http://schemas.microsoft.com/office/drawing/2014/main" id="{346B63C0-C5BB-4B64-AF8C-A7704D715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207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28 h 3"/>
                  <a:gd name="T4" fmla="*/ 64 w 3"/>
                  <a:gd name="T5" fmla="*/ 0 h 3"/>
                  <a:gd name="T6" fmla="*/ 192 w 3"/>
                  <a:gd name="T7" fmla="*/ 0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6" name="Freeform 3128">
                <a:extLst>
                  <a:ext uri="{FF2B5EF4-FFF2-40B4-BE49-F238E27FC236}">
                    <a16:creationId xmlns:a16="http://schemas.microsoft.com/office/drawing/2014/main" id="{FC1F7BA8-BECF-455A-83D0-EE76A6C47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188"/>
                <a:ext cx="17" cy="17"/>
              </a:xfrm>
              <a:custGeom>
                <a:avLst/>
                <a:gdLst>
                  <a:gd name="T0" fmla="*/ 357 w 9"/>
                  <a:gd name="T1" fmla="*/ 317 h 9"/>
                  <a:gd name="T2" fmla="*/ 100 w 9"/>
                  <a:gd name="T3" fmla="*/ 357 h 9"/>
                  <a:gd name="T4" fmla="*/ 53 w 9"/>
                  <a:gd name="T5" fmla="*/ 144 h 9"/>
                  <a:gd name="T6" fmla="*/ 272 w 9"/>
                  <a:gd name="T7" fmla="*/ 53 h 9"/>
                  <a:gd name="T8" fmla="*/ 35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7" name="Freeform 3129">
                <a:extLst>
                  <a:ext uri="{FF2B5EF4-FFF2-40B4-BE49-F238E27FC236}">
                    <a16:creationId xmlns:a16="http://schemas.microsoft.com/office/drawing/2014/main" id="{F3F61B2D-BD37-45E6-80D9-4FF04CE8B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192"/>
                <a:ext cx="5" cy="6"/>
              </a:xfrm>
              <a:custGeom>
                <a:avLst/>
                <a:gdLst>
                  <a:gd name="T0" fmla="*/ 62 w 3"/>
                  <a:gd name="T1" fmla="*/ 192 h 3"/>
                  <a:gd name="T2" fmla="*/ 22 w 3"/>
                  <a:gd name="T3" fmla="*/ 192 h 3"/>
                  <a:gd name="T4" fmla="*/ 22 w 3"/>
                  <a:gd name="T5" fmla="*/ 64 h 3"/>
                  <a:gd name="T6" fmla="*/ 37 w 3"/>
                  <a:gd name="T7" fmla="*/ 64 h 3"/>
                  <a:gd name="T8" fmla="*/ 6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8" name="Freeform 3130">
                <a:extLst>
                  <a:ext uri="{FF2B5EF4-FFF2-40B4-BE49-F238E27FC236}">
                    <a16:creationId xmlns:a16="http://schemas.microsoft.com/office/drawing/2014/main" id="{187D7562-61DD-404D-B42B-6B610B75A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174"/>
                <a:ext cx="18" cy="18"/>
              </a:xfrm>
              <a:custGeom>
                <a:avLst/>
                <a:gdLst>
                  <a:gd name="T0" fmla="*/ 263 w 10"/>
                  <a:gd name="T1" fmla="*/ 384 h 9"/>
                  <a:gd name="T2" fmla="*/ 94 w 10"/>
                  <a:gd name="T3" fmla="*/ 512 h 9"/>
                  <a:gd name="T4" fmla="*/ 74 w 10"/>
                  <a:gd name="T5" fmla="*/ 128 h 9"/>
                  <a:gd name="T6" fmla="*/ 239 w 10"/>
                  <a:gd name="T7" fmla="*/ 64 h 9"/>
                  <a:gd name="T8" fmla="*/ 263 w 10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6"/>
                      <a:pt x="0" y="4"/>
                      <a:pt x="2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8" y="6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9" name="Freeform 3131">
                <a:extLst>
                  <a:ext uri="{FF2B5EF4-FFF2-40B4-BE49-F238E27FC236}">
                    <a16:creationId xmlns:a16="http://schemas.microsoft.com/office/drawing/2014/main" id="{85614F54-2B91-421F-ADE5-CBC730FDE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178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28 h 3"/>
                  <a:gd name="T4" fmla="*/ 0 w 3"/>
                  <a:gd name="T5" fmla="*/ 64 h 3"/>
                  <a:gd name="T6" fmla="*/ 37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0" name="Freeform 3132">
                <a:extLst>
                  <a:ext uri="{FF2B5EF4-FFF2-40B4-BE49-F238E27FC236}">
                    <a16:creationId xmlns:a16="http://schemas.microsoft.com/office/drawing/2014/main" id="{70831E76-5B5D-4040-9D88-A661A1922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159"/>
                <a:ext cx="18" cy="17"/>
              </a:xfrm>
              <a:custGeom>
                <a:avLst/>
                <a:gdLst>
                  <a:gd name="T0" fmla="*/ 263 w 10"/>
                  <a:gd name="T1" fmla="*/ 317 h 9"/>
                  <a:gd name="T2" fmla="*/ 94 w 10"/>
                  <a:gd name="T3" fmla="*/ 357 h 9"/>
                  <a:gd name="T4" fmla="*/ 74 w 10"/>
                  <a:gd name="T5" fmla="*/ 100 h 9"/>
                  <a:gd name="T6" fmla="*/ 239 w 10"/>
                  <a:gd name="T7" fmla="*/ 53 h 9"/>
                  <a:gd name="T8" fmla="*/ 263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7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2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1" name="Freeform 3133">
                <a:extLst>
                  <a:ext uri="{FF2B5EF4-FFF2-40B4-BE49-F238E27FC236}">
                    <a16:creationId xmlns:a16="http://schemas.microsoft.com/office/drawing/2014/main" id="{F6E0122E-398F-4EB3-8C75-A660C4184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163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92 h 3"/>
                  <a:gd name="T4" fmla="*/ 0 w 3"/>
                  <a:gd name="T5" fmla="*/ 64 h 3"/>
                  <a:gd name="T6" fmla="*/ 128 w 3"/>
                  <a:gd name="T7" fmla="*/ 0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2" name="Freeform 3134">
                <a:extLst>
                  <a:ext uri="{FF2B5EF4-FFF2-40B4-BE49-F238E27FC236}">
                    <a16:creationId xmlns:a16="http://schemas.microsoft.com/office/drawing/2014/main" id="{E1B547E9-48E9-4E48-A708-465EED980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143"/>
                <a:ext cx="16" cy="18"/>
              </a:xfrm>
              <a:custGeom>
                <a:avLst/>
                <a:gdLst>
                  <a:gd name="T0" fmla="*/ 247 w 9"/>
                  <a:gd name="T1" fmla="*/ 448 h 9"/>
                  <a:gd name="T2" fmla="*/ 66 w 9"/>
                  <a:gd name="T3" fmla="*/ 512 h 9"/>
                  <a:gd name="T4" fmla="*/ 37 w 9"/>
                  <a:gd name="T5" fmla="*/ 128 h 9"/>
                  <a:gd name="T6" fmla="*/ 208 w 9"/>
                  <a:gd name="T7" fmla="*/ 64 h 9"/>
                  <a:gd name="T8" fmla="*/ 24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3" name="Freeform 3135">
                <a:extLst>
                  <a:ext uri="{FF2B5EF4-FFF2-40B4-BE49-F238E27FC236}">
                    <a16:creationId xmlns:a16="http://schemas.microsoft.com/office/drawing/2014/main" id="{FBFA1C02-7228-40AD-A0C6-37254E1AB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147"/>
                <a:ext cx="7" cy="6"/>
              </a:xfrm>
              <a:custGeom>
                <a:avLst/>
                <a:gdLst>
                  <a:gd name="T0" fmla="*/ 86 w 4"/>
                  <a:gd name="T1" fmla="*/ 128 h 3"/>
                  <a:gd name="T2" fmla="*/ 37 w 4"/>
                  <a:gd name="T3" fmla="*/ 192 h 3"/>
                  <a:gd name="T4" fmla="*/ 37 w 4"/>
                  <a:gd name="T5" fmla="*/ 64 h 3"/>
                  <a:gd name="T6" fmla="*/ 86 w 4"/>
                  <a:gd name="T7" fmla="*/ 0 h 3"/>
                  <a:gd name="T8" fmla="*/ 86 w 4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4" name="Freeform 3136">
                <a:extLst>
                  <a:ext uri="{FF2B5EF4-FFF2-40B4-BE49-F238E27FC236}">
                    <a16:creationId xmlns:a16="http://schemas.microsoft.com/office/drawing/2014/main" id="{6ACD7044-07F7-43E5-8004-B0371D338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28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66 w 9"/>
                  <a:gd name="T3" fmla="*/ 357 h 9"/>
                  <a:gd name="T4" fmla="*/ 66 w 9"/>
                  <a:gd name="T5" fmla="*/ 100 h 9"/>
                  <a:gd name="T6" fmla="*/ 208 w 9"/>
                  <a:gd name="T7" fmla="*/ 100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3" y="1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5" name="Freeform 3137">
                <a:extLst>
                  <a:ext uri="{FF2B5EF4-FFF2-40B4-BE49-F238E27FC236}">
                    <a16:creationId xmlns:a16="http://schemas.microsoft.com/office/drawing/2014/main" id="{8B27DA93-113C-40C1-AC24-9E431A930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132"/>
                <a:ext cx="6" cy="6"/>
              </a:xfrm>
              <a:custGeom>
                <a:avLst/>
                <a:gdLst>
                  <a:gd name="T0" fmla="*/ 128 w 3"/>
                  <a:gd name="T1" fmla="*/ 192 h 3"/>
                  <a:gd name="T2" fmla="*/ 0 w 3"/>
                  <a:gd name="T3" fmla="*/ 192 h 3"/>
                  <a:gd name="T4" fmla="*/ 0 w 3"/>
                  <a:gd name="T5" fmla="*/ 64 h 3"/>
                  <a:gd name="T6" fmla="*/ 128 w 3"/>
                  <a:gd name="T7" fmla="*/ 64 h 3"/>
                  <a:gd name="T8" fmla="*/ 128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6" name="Freeform 3138">
                <a:extLst>
                  <a:ext uri="{FF2B5EF4-FFF2-40B4-BE49-F238E27FC236}">
                    <a16:creationId xmlns:a16="http://schemas.microsoft.com/office/drawing/2014/main" id="{A35A96FB-EAC2-4CCB-8C66-382FA063F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2115"/>
                <a:ext cx="17" cy="17"/>
              </a:xfrm>
              <a:custGeom>
                <a:avLst/>
                <a:gdLst>
                  <a:gd name="T0" fmla="*/ 357 w 9"/>
                  <a:gd name="T1" fmla="*/ 317 h 9"/>
                  <a:gd name="T2" fmla="*/ 100 w 9"/>
                  <a:gd name="T3" fmla="*/ 317 h 9"/>
                  <a:gd name="T4" fmla="*/ 100 w 9"/>
                  <a:gd name="T5" fmla="*/ 53 h 9"/>
                  <a:gd name="T6" fmla="*/ 357 w 9"/>
                  <a:gd name="T7" fmla="*/ 53 h 9"/>
                  <a:gd name="T8" fmla="*/ 35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4" y="9"/>
                      <a:pt x="2" y="7"/>
                    </a:cubicBezTo>
                    <a:cubicBezTo>
                      <a:pt x="1" y="6"/>
                      <a:pt x="0" y="3"/>
                      <a:pt x="2" y="1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7" name="Freeform 3139">
                <a:extLst>
                  <a:ext uri="{FF2B5EF4-FFF2-40B4-BE49-F238E27FC236}">
                    <a16:creationId xmlns:a16="http://schemas.microsoft.com/office/drawing/2014/main" id="{54C4DF59-D239-489D-B248-2E880A5F5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18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28 h 3"/>
                  <a:gd name="T4" fmla="*/ 0 w 3"/>
                  <a:gd name="T5" fmla="*/ 0 h 3"/>
                  <a:gd name="T6" fmla="*/ 37 w 3"/>
                  <a:gd name="T7" fmla="*/ 0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8" name="Freeform 3140">
                <a:extLst>
                  <a:ext uri="{FF2B5EF4-FFF2-40B4-BE49-F238E27FC236}">
                    <a16:creationId xmlns:a16="http://schemas.microsoft.com/office/drawing/2014/main" id="{27902862-C8E1-44AB-B22D-0431D1A0A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2099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66 w 9"/>
                  <a:gd name="T3" fmla="*/ 317 h 9"/>
                  <a:gd name="T4" fmla="*/ 66 w 9"/>
                  <a:gd name="T5" fmla="*/ 100 h 9"/>
                  <a:gd name="T6" fmla="*/ 208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7"/>
                    </a:cubicBezTo>
                    <a:cubicBezTo>
                      <a:pt x="1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9" name="Freeform 3141">
                <a:extLst>
                  <a:ext uri="{FF2B5EF4-FFF2-40B4-BE49-F238E27FC236}">
                    <a16:creationId xmlns:a16="http://schemas.microsoft.com/office/drawing/2014/main" id="{D2E7FC72-C762-49E3-AE1A-054E0BAFB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2103"/>
                <a:ext cx="6" cy="6"/>
              </a:xfrm>
              <a:custGeom>
                <a:avLst/>
                <a:gdLst>
                  <a:gd name="T0" fmla="*/ 128 w 3"/>
                  <a:gd name="T1" fmla="*/ 128 h 3"/>
                  <a:gd name="T2" fmla="*/ 0 w 3"/>
                  <a:gd name="T3" fmla="*/ 192 h 3"/>
                  <a:gd name="T4" fmla="*/ 0 w 3"/>
                  <a:gd name="T5" fmla="*/ 64 h 3"/>
                  <a:gd name="T6" fmla="*/ 128 w 3"/>
                  <a:gd name="T7" fmla="*/ 0 h 3"/>
                  <a:gd name="T8" fmla="*/ 128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0" name="Freeform 3142">
                <a:extLst>
                  <a:ext uri="{FF2B5EF4-FFF2-40B4-BE49-F238E27FC236}">
                    <a16:creationId xmlns:a16="http://schemas.microsoft.com/office/drawing/2014/main" id="{2AA3B784-F11C-4993-8170-3DDF21C67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084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66 w 9"/>
                  <a:gd name="T3" fmla="*/ 317 h 9"/>
                  <a:gd name="T4" fmla="*/ 66 w 9"/>
                  <a:gd name="T5" fmla="*/ 100 h 9"/>
                  <a:gd name="T6" fmla="*/ 208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7"/>
                    </a:cubicBezTo>
                    <a:cubicBezTo>
                      <a:pt x="1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1" name="Freeform 3143">
                <a:extLst>
                  <a:ext uri="{FF2B5EF4-FFF2-40B4-BE49-F238E27FC236}">
                    <a16:creationId xmlns:a16="http://schemas.microsoft.com/office/drawing/2014/main" id="{D620258D-3EFF-4B9B-AA20-48DEC8033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087"/>
                <a:ext cx="6" cy="6"/>
              </a:xfrm>
              <a:custGeom>
                <a:avLst/>
                <a:gdLst>
                  <a:gd name="T0" fmla="*/ 128 w 3"/>
                  <a:gd name="T1" fmla="*/ 128 h 3"/>
                  <a:gd name="T2" fmla="*/ 0 w 3"/>
                  <a:gd name="T3" fmla="*/ 192 h 3"/>
                  <a:gd name="T4" fmla="*/ 0 w 3"/>
                  <a:gd name="T5" fmla="*/ 64 h 3"/>
                  <a:gd name="T6" fmla="*/ 128 w 3"/>
                  <a:gd name="T7" fmla="*/ 0 h 3"/>
                  <a:gd name="T8" fmla="*/ 128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2" name="Freeform 3144">
                <a:extLst>
                  <a:ext uri="{FF2B5EF4-FFF2-40B4-BE49-F238E27FC236}">
                    <a16:creationId xmlns:a16="http://schemas.microsoft.com/office/drawing/2014/main" id="{D96D6834-5DBE-4B2B-8AE1-AD40A47E2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68"/>
                <a:ext cx="17" cy="18"/>
              </a:xfrm>
              <a:custGeom>
                <a:avLst/>
                <a:gdLst>
                  <a:gd name="T0" fmla="*/ 317 w 9"/>
                  <a:gd name="T1" fmla="*/ 448 h 9"/>
                  <a:gd name="T2" fmla="*/ 100 w 9"/>
                  <a:gd name="T3" fmla="*/ 448 h 9"/>
                  <a:gd name="T4" fmla="*/ 53 w 9"/>
                  <a:gd name="T5" fmla="*/ 128 h 9"/>
                  <a:gd name="T6" fmla="*/ 317 w 9"/>
                  <a:gd name="T7" fmla="*/ 64 h 9"/>
                  <a:gd name="T8" fmla="*/ 31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8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3" name="Freeform 3145">
                <a:extLst>
                  <a:ext uri="{FF2B5EF4-FFF2-40B4-BE49-F238E27FC236}">
                    <a16:creationId xmlns:a16="http://schemas.microsoft.com/office/drawing/2014/main" id="{27A79F0A-B599-4F89-AB26-FE1D3C3C1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072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28 h 3"/>
                  <a:gd name="T4" fmla="*/ 22 w 3"/>
                  <a:gd name="T5" fmla="*/ 64 h 3"/>
                  <a:gd name="T6" fmla="*/ 37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4" name="Freeform 3146">
                <a:extLst>
                  <a:ext uri="{FF2B5EF4-FFF2-40B4-BE49-F238E27FC236}">
                    <a16:creationId xmlns:a16="http://schemas.microsoft.com/office/drawing/2014/main" id="{83061941-856B-484F-A928-B48E7D5EE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006"/>
                <a:ext cx="16" cy="18"/>
              </a:xfrm>
              <a:custGeom>
                <a:avLst/>
                <a:gdLst>
                  <a:gd name="T0" fmla="*/ 247 w 9"/>
                  <a:gd name="T1" fmla="*/ 448 h 9"/>
                  <a:gd name="T2" fmla="*/ 66 w 9"/>
                  <a:gd name="T3" fmla="*/ 448 h 9"/>
                  <a:gd name="T4" fmla="*/ 66 w 9"/>
                  <a:gd name="T5" fmla="*/ 128 h 9"/>
                  <a:gd name="T6" fmla="*/ 208 w 9"/>
                  <a:gd name="T7" fmla="*/ 64 h 9"/>
                  <a:gd name="T8" fmla="*/ 24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4" y="9"/>
                      <a:pt x="2" y="7"/>
                    </a:cubicBezTo>
                    <a:cubicBezTo>
                      <a:pt x="1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5" name="Freeform 3147">
                <a:extLst>
                  <a:ext uri="{FF2B5EF4-FFF2-40B4-BE49-F238E27FC236}">
                    <a16:creationId xmlns:a16="http://schemas.microsoft.com/office/drawing/2014/main" id="{DC8A0E61-D558-4FF3-99E1-84EF41CBC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010"/>
                <a:ext cx="6" cy="6"/>
              </a:xfrm>
              <a:custGeom>
                <a:avLst/>
                <a:gdLst>
                  <a:gd name="T0" fmla="*/ 128 w 3"/>
                  <a:gd name="T1" fmla="*/ 128 h 3"/>
                  <a:gd name="T2" fmla="*/ 64 w 3"/>
                  <a:gd name="T3" fmla="*/ 128 h 3"/>
                  <a:gd name="T4" fmla="*/ 0 w 3"/>
                  <a:gd name="T5" fmla="*/ 0 h 3"/>
                  <a:gd name="T6" fmla="*/ 128 w 3"/>
                  <a:gd name="T7" fmla="*/ 0 h 3"/>
                  <a:gd name="T8" fmla="*/ 128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6" name="Freeform 3148">
                <a:extLst>
                  <a:ext uri="{FF2B5EF4-FFF2-40B4-BE49-F238E27FC236}">
                    <a16:creationId xmlns:a16="http://schemas.microsoft.com/office/drawing/2014/main" id="{CB624D2E-2730-4476-93BF-C7F39D159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989"/>
                <a:ext cx="18" cy="17"/>
              </a:xfrm>
              <a:custGeom>
                <a:avLst/>
                <a:gdLst>
                  <a:gd name="T0" fmla="*/ 263 w 10"/>
                  <a:gd name="T1" fmla="*/ 317 h 9"/>
                  <a:gd name="T2" fmla="*/ 94 w 10"/>
                  <a:gd name="T3" fmla="*/ 357 h 9"/>
                  <a:gd name="T4" fmla="*/ 74 w 10"/>
                  <a:gd name="T5" fmla="*/ 100 h 9"/>
                  <a:gd name="T6" fmla="*/ 239 w 10"/>
                  <a:gd name="T7" fmla="*/ 100 h 9"/>
                  <a:gd name="T8" fmla="*/ 263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7"/>
                    </a:moveTo>
                    <a:cubicBezTo>
                      <a:pt x="7" y="9"/>
                      <a:pt x="4" y="9"/>
                      <a:pt x="3" y="8"/>
                    </a:cubicBezTo>
                    <a:cubicBezTo>
                      <a:pt x="1" y="7"/>
                      <a:pt x="0" y="4"/>
                      <a:pt x="2" y="2"/>
                    </a:cubicBezTo>
                    <a:cubicBezTo>
                      <a:pt x="3" y="1"/>
                      <a:pt x="6" y="0"/>
                      <a:pt x="7" y="2"/>
                    </a:cubicBezTo>
                    <a:cubicBezTo>
                      <a:pt x="9" y="3"/>
                      <a:pt x="10" y="6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7" name="Freeform 3149">
                <a:extLst>
                  <a:ext uri="{FF2B5EF4-FFF2-40B4-BE49-F238E27FC236}">
                    <a16:creationId xmlns:a16="http://schemas.microsoft.com/office/drawing/2014/main" id="{2A2BD825-8D66-44AE-88FA-3F5C2D31D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993"/>
                <a:ext cx="6" cy="8"/>
              </a:xfrm>
              <a:custGeom>
                <a:avLst/>
                <a:gdLst>
                  <a:gd name="T0" fmla="*/ 192 w 3"/>
                  <a:gd name="T1" fmla="*/ 192 h 4"/>
                  <a:gd name="T2" fmla="*/ 64 w 3"/>
                  <a:gd name="T3" fmla="*/ 192 h 4"/>
                  <a:gd name="T4" fmla="*/ 0 w 3"/>
                  <a:gd name="T5" fmla="*/ 64 h 4"/>
                  <a:gd name="T6" fmla="*/ 128 w 3"/>
                  <a:gd name="T7" fmla="*/ 64 h 4"/>
                  <a:gd name="T8" fmla="*/ 192 w 3"/>
                  <a:gd name="T9" fmla="*/ 19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8" name="Freeform 3150">
                <a:extLst>
                  <a:ext uri="{FF2B5EF4-FFF2-40B4-BE49-F238E27FC236}">
                    <a16:creationId xmlns:a16="http://schemas.microsoft.com/office/drawing/2014/main" id="{A88D64C6-C4D3-4DD4-B76D-C6765DE1D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974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66 w 9"/>
                  <a:gd name="T3" fmla="*/ 357 h 9"/>
                  <a:gd name="T4" fmla="*/ 37 w 9"/>
                  <a:gd name="T5" fmla="*/ 100 h 9"/>
                  <a:gd name="T6" fmla="*/ 208 w 9"/>
                  <a:gd name="T7" fmla="*/ 100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2"/>
                    </a:cubicBezTo>
                    <a:cubicBezTo>
                      <a:pt x="8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9" name="Freeform 3151">
                <a:extLst>
                  <a:ext uri="{FF2B5EF4-FFF2-40B4-BE49-F238E27FC236}">
                    <a16:creationId xmlns:a16="http://schemas.microsoft.com/office/drawing/2014/main" id="{014CE0B9-F407-4E66-98AC-0B6251563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977"/>
                <a:ext cx="5" cy="6"/>
              </a:xfrm>
              <a:custGeom>
                <a:avLst/>
                <a:gdLst>
                  <a:gd name="T0" fmla="*/ 62 w 3"/>
                  <a:gd name="T1" fmla="*/ 192 h 3"/>
                  <a:gd name="T2" fmla="*/ 22 w 3"/>
                  <a:gd name="T3" fmla="*/ 192 h 3"/>
                  <a:gd name="T4" fmla="*/ 22 w 3"/>
                  <a:gd name="T5" fmla="*/ 64 h 3"/>
                  <a:gd name="T6" fmla="*/ 62 w 3"/>
                  <a:gd name="T7" fmla="*/ 64 h 3"/>
                  <a:gd name="T8" fmla="*/ 6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0" name="Freeform 3152">
                <a:extLst>
                  <a:ext uri="{FF2B5EF4-FFF2-40B4-BE49-F238E27FC236}">
                    <a16:creationId xmlns:a16="http://schemas.microsoft.com/office/drawing/2014/main" id="{DE0A6ED4-4ABE-440F-B9D7-2CDBC7A82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958"/>
                <a:ext cx="16" cy="18"/>
              </a:xfrm>
              <a:custGeom>
                <a:avLst/>
                <a:gdLst>
                  <a:gd name="T0" fmla="*/ 247 w 9"/>
                  <a:gd name="T1" fmla="*/ 448 h 9"/>
                  <a:gd name="T2" fmla="*/ 66 w 9"/>
                  <a:gd name="T3" fmla="*/ 448 h 9"/>
                  <a:gd name="T4" fmla="*/ 66 w 9"/>
                  <a:gd name="T5" fmla="*/ 128 h 9"/>
                  <a:gd name="T6" fmla="*/ 247 w 9"/>
                  <a:gd name="T7" fmla="*/ 128 h 9"/>
                  <a:gd name="T8" fmla="*/ 24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1" name="Freeform 3153">
                <a:extLst>
                  <a:ext uri="{FF2B5EF4-FFF2-40B4-BE49-F238E27FC236}">
                    <a16:creationId xmlns:a16="http://schemas.microsoft.com/office/drawing/2014/main" id="{59EBEE05-56F3-44A0-8F38-711490094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962"/>
                <a:ext cx="5" cy="6"/>
              </a:xfrm>
              <a:custGeom>
                <a:avLst/>
                <a:gdLst>
                  <a:gd name="T0" fmla="*/ 37 w 3"/>
                  <a:gd name="T1" fmla="*/ 192 h 3"/>
                  <a:gd name="T2" fmla="*/ 0 w 3"/>
                  <a:gd name="T3" fmla="*/ 192 h 3"/>
                  <a:gd name="T4" fmla="*/ 0 w 3"/>
                  <a:gd name="T5" fmla="*/ 64 h 3"/>
                  <a:gd name="T6" fmla="*/ 37 w 3"/>
                  <a:gd name="T7" fmla="*/ 64 h 3"/>
                  <a:gd name="T8" fmla="*/ 37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2" name="Freeform 3154">
                <a:extLst>
                  <a:ext uri="{FF2B5EF4-FFF2-40B4-BE49-F238E27FC236}">
                    <a16:creationId xmlns:a16="http://schemas.microsoft.com/office/drawing/2014/main" id="{39814FE9-19C1-4AD4-9202-ABAEC647E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943"/>
                <a:ext cx="16" cy="17"/>
              </a:xfrm>
              <a:custGeom>
                <a:avLst/>
                <a:gdLst>
                  <a:gd name="T0" fmla="*/ 247 w 9"/>
                  <a:gd name="T1" fmla="*/ 357 h 9"/>
                  <a:gd name="T2" fmla="*/ 66 w 9"/>
                  <a:gd name="T3" fmla="*/ 317 h 9"/>
                  <a:gd name="T4" fmla="*/ 66 w 9"/>
                  <a:gd name="T5" fmla="*/ 100 h 9"/>
                  <a:gd name="T6" fmla="*/ 247 w 9"/>
                  <a:gd name="T7" fmla="*/ 100 h 9"/>
                  <a:gd name="T8" fmla="*/ 24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8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3" name="Freeform 3155">
                <a:extLst>
                  <a:ext uri="{FF2B5EF4-FFF2-40B4-BE49-F238E27FC236}">
                    <a16:creationId xmlns:a16="http://schemas.microsoft.com/office/drawing/2014/main" id="{34563694-8427-4DCB-8722-115D47646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947"/>
                <a:ext cx="6" cy="5"/>
              </a:xfrm>
              <a:custGeom>
                <a:avLst/>
                <a:gdLst>
                  <a:gd name="T0" fmla="*/ 128 w 3"/>
                  <a:gd name="T1" fmla="*/ 62 h 3"/>
                  <a:gd name="T2" fmla="*/ 0 w 3"/>
                  <a:gd name="T3" fmla="*/ 62 h 3"/>
                  <a:gd name="T4" fmla="*/ 0 w 3"/>
                  <a:gd name="T5" fmla="*/ 22 h 3"/>
                  <a:gd name="T6" fmla="*/ 128 w 3"/>
                  <a:gd name="T7" fmla="*/ 22 h 3"/>
                  <a:gd name="T8" fmla="*/ 128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4" name="Freeform 3156">
                <a:extLst>
                  <a:ext uri="{FF2B5EF4-FFF2-40B4-BE49-F238E27FC236}">
                    <a16:creationId xmlns:a16="http://schemas.microsoft.com/office/drawing/2014/main" id="{63504923-5256-4B59-8D37-0D7C5E32B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927"/>
                <a:ext cx="16" cy="18"/>
              </a:xfrm>
              <a:custGeom>
                <a:avLst/>
                <a:gdLst>
                  <a:gd name="T0" fmla="*/ 208 w 9"/>
                  <a:gd name="T1" fmla="*/ 512 h 9"/>
                  <a:gd name="T2" fmla="*/ 66 w 9"/>
                  <a:gd name="T3" fmla="*/ 512 h 9"/>
                  <a:gd name="T4" fmla="*/ 66 w 9"/>
                  <a:gd name="T5" fmla="*/ 128 h 9"/>
                  <a:gd name="T6" fmla="*/ 247 w 9"/>
                  <a:gd name="T7" fmla="*/ 128 h 9"/>
                  <a:gd name="T8" fmla="*/ 208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5" name="Freeform 3157">
                <a:extLst>
                  <a:ext uri="{FF2B5EF4-FFF2-40B4-BE49-F238E27FC236}">
                    <a16:creationId xmlns:a16="http://schemas.microsoft.com/office/drawing/2014/main" id="{283A2A36-39B0-42E3-9EEE-EC74AC3BB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931"/>
                <a:ext cx="5" cy="6"/>
              </a:xfrm>
              <a:custGeom>
                <a:avLst/>
                <a:gdLst>
                  <a:gd name="T0" fmla="*/ 62 w 3"/>
                  <a:gd name="T1" fmla="*/ 192 h 3"/>
                  <a:gd name="T2" fmla="*/ 22 w 3"/>
                  <a:gd name="T3" fmla="*/ 192 h 3"/>
                  <a:gd name="T4" fmla="*/ 22 w 3"/>
                  <a:gd name="T5" fmla="*/ 64 h 3"/>
                  <a:gd name="T6" fmla="*/ 62 w 3"/>
                  <a:gd name="T7" fmla="*/ 64 h 3"/>
                  <a:gd name="T8" fmla="*/ 6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6" name="Freeform 3158">
                <a:extLst>
                  <a:ext uri="{FF2B5EF4-FFF2-40B4-BE49-F238E27FC236}">
                    <a16:creationId xmlns:a16="http://schemas.microsoft.com/office/drawing/2014/main" id="{C78C0B05-EF82-4867-AB83-E8AEB9872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912"/>
                <a:ext cx="17" cy="17"/>
              </a:xfrm>
              <a:custGeom>
                <a:avLst/>
                <a:gdLst>
                  <a:gd name="T0" fmla="*/ 357 w 9"/>
                  <a:gd name="T1" fmla="*/ 317 h 9"/>
                  <a:gd name="T2" fmla="*/ 100 w 9"/>
                  <a:gd name="T3" fmla="*/ 317 h 9"/>
                  <a:gd name="T4" fmla="*/ 100 w 9"/>
                  <a:gd name="T5" fmla="*/ 100 h 9"/>
                  <a:gd name="T6" fmla="*/ 357 w 9"/>
                  <a:gd name="T7" fmla="*/ 53 h 9"/>
                  <a:gd name="T8" fmla="*/ 35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7" name="Freeform 3159">
                <a:extLst>
                  <a:ext uri="{FF2B5EF4-FFF2-40B4-BE49-F238E27FC236}">
                    <a16:creationId xmlns:a16="http://schemas.microsoft.com/office/drawing/2014/main" id="{5F3F21B0-CE4E-4403-8B94-247C0A336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916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0 w 3"/>
                  <a:gd name="T3" fmla="*/ 37 h 3"/>
                  <a:gd name="T4" fmla="*/ 0 w 3"/>
                  <a:gd name="T5" fmla="*/ 22 h 3"/>
                  <a:gd name="T6" fmla="*/ 37 w 3"/>
                  <a:gd name="T7" fmla="*/ 0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8" name="Freeform 3160">
                <a:extLst>
                  <a:ext uri="{FF2B5EF4-FFF2-40B4-BE49-F238E27FC236}">
                    <a16:creationId xmlns:a16="http://schemas.microsoft.com/office/drawing/2014/main" id="{5A0AB8F7-4926-4DA1-9EFA-A828B15B8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896"/>
                <a:ext cx="16" cy="18"/>
              </a:xfrm>
              <a:custGeom>
                <a:avLst/>
                <a:gdLst>
                  <a:gd name="T0" fmla="*/ 247 w 9"/>
                  <a:gd name="T1" fmla="*/ 448 h 9"/>
                  <a:gd name="T2" fmla="*/ 66 w 9"/>
                  <a:gd name="T3" fmla="*/ 448 h 9"/>
                  <a:gd name="T4" fmla="*/ 66 w 9"/>
                  <a:gd name="T5" fmla="*/ 64 h 9"/>
                  <a:gd name="T6" fmla="*/ 247 w 9"/>
                  <a:gd name="T7" fmla="*/ 64 h 9"/>
                  <a:gd name="T8" fmla="*/ 24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7"/>
                    </a:cubicBezTo>
                    <a:cubicBezTo>
                      <a:pt x="1" y="6"/>
                      <a:pt x="0" y="3"/>
                      <a:pt x="2" y="1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9" name="Freeform 3161">
                <a:extLst>
                  <a:ext uri="{FF2B5EF4-FFF2-40B4-BE49-F238E27FC236}">
                    <a16:creationId xmlns:a16="http://schemas.microsoft.com/office/drawing/2014/main" id="{2534BAAA-0C86-48EC-BB4D-76E44BC4C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900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28 h 3"/>
                  <a:gd name="T4" fmla="*/ 0 w 3"/>
                  <a:gd name="T5" fmla="*/ 0 h 3"/>
                  <a:gd name="T6" fmla="*/ 37 w 3"/>
                  <a:gd name="T7" fmla="*/ 0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0" name="Freeform 3162">
                <a:extLst>
                  <a:ext uri="{FF2B5EF4-FFF2-40B4-BE49-F238E27FC236}">
                    <a16:creationId xmlns:a16="http://schemas.microsoft.com/office/drawing/2014/main" id="{56E4B718-8C45-413B-8112-1F07F2D13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881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66 w 9"/>
                  <a:gd name="T3" fmla="*/ 317 h 9"/>
                  <a:gd name="T4" fmla="*/ 66 w 9"/>
                  <a:gd name="T5" fmla="*/ 53 h 9"/>
                  <a:gd name="T6" fmla="*/ 208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8"/>
                      <a:pt x="4" y="9"/>
                      <a:pt x="2" y="7"/>
                    </a:cubicBezTo>
                    <a:cubicBezTo>
                      <a:pt x="0" y="6"/>
                      <a:pt x="0" y="3"/>
                      <a:pt x="2" y="1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1" name="Freeform 3163">
                <a:extLst>
                  <a:ext uri="{FF2B5EF4-FFF2-40B4-BE49-F238E27FC236}">
                    <a16:creationId xmlns:a16="http://schemas.microsoft.com/office/drawing/2014/main" id="{EDD6CBED-81FA-4792-92FC-83946DC23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885"/>
                <a:ext cx="6" cy="6"/>
              </a:xfrm>
              <a:custGeom>
                <a:avLst/>
                <a:gdLst>
                  <a:gd name="T0" fmla="*/ 128 w 3"/>
                  <a:gd name="T1" fmla="*/ 128 h 3"/>
                  <a:gd name="T2" fmla="*/ 0 w 3"/>
                  <a:gd name="T3" fmla="*/ 128 h 3"/>
                  <a:gd name="T4" fmla="*/ 0 w 3"/>
                  <a:gd name="T5" fmla="*/ 0 h 3"/>
                  <a:gd name="T6" fmla="*/ 128 w 3"/>
                  <a:gd name="T7" fmla="*/ 0 h 3"/>
                  <a:gd name="T8" fmla="*/ 128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2" name="Freeform 3164">
                <a:extLst>
                  <a:ext uri="{FF2B5EF4-FFF2-40B4-BE49-F238E27FC236}">
                    <a16:creationId xmlns:a16="http://schemas.microsoft.com/office/drawing/2014/main" id="{D2F227BE-D5BB-4B34-BA4D-288B6E5AC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864"/>
                <a:ext cx="14" cy="17"/>
              </a:xfrm>
              <a:custGeom>
                <a:avLst/>
                <a:gdLst>
                  <a:gd name="T0" fmla="*/ 200 w 8"/>
                  <a:gd name="T1" fmla="*/ 357 h 9"/>
                  <a:gd name="T2" fmla="*/ 37 w 8"/>
                  <a:gd name="T3" fmla="*/ 357 h 9"/>
                  <a:gd name="T4" fmla="*/ 37 w 8"/>
                  <a:gd name="T5" fmla="*/ 100 h 9"/>
                  <a:gd name="T6" fmla="*/ 200 w 8"/>
                  <a:gd name="T7" fmla="*/ 100 h 9"/>
                  <a:gd name="T8" fmla="*/ 200 w 8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8"/>
                    </a:moveTo>
                    <a:cubicBezTo>
                      <a:pt x="5" y="9"/>
                      <a:pt x="3" y="9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2"/>
                    </a:cubicBezTo>
                    <a:cubicBezTo>
                      <a:pt x="8" y="4"/>
                      <a:pt x="8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3" name="Freeform 3165">
                <a:extLst>
                  <a:ext uri="{FF2B5EF4-FFF2-40B4-BE49-F238E27FC236}">
                    <a16:creationId xmlns:a16="http://schemas.microsoft.com/office/drawing/2014/main" id="{7F8B12AE-A7E0-4E83-A41C-ED388B960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867"/>
                <a:ext cx="6" cy="6"/>
              </a:xfrm>
              <a:custGeom>
                <a:avLst/>
                <a:gdLst>
                  <a:gd name="T0" fmla="*/ 128 w 3"/>
                  <a:gd name="T1" fmla="*/ 192 h 3"/>
                  <a:gd name="T2" fmla="*/ 0 w 3"/>
                  <a:gd name="T3" fmla="*/ 192 h 3"/>
                  <a:gd name="T4" fmla="*/ 0 w 3"/>
                  <a:gd name="T5" fmla="*/ 64 h 3"/>
                  <a:gd name="T6" fmla="*/ 128 w 3"/>
                  <a:gd name="T7" fmla="*/ 64 h 3"/>
                  <a:gd name="T8" fmla="*/ 128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4" name="Freeform 3166">
                <a:extLst>
                  <a:ext uri="{FF2B5EF4-FFF2-40B4-BE49-F238E27FC236}">
                    <a16:creationId xmlns:a16="http://schemas.microsoft.com/office/drawing/2014/main" id="{78770BC9-B9AC-4C89-A231-AB2A023F9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848"/>
                <a:ext cx="16" cy="18"/>
              </a:xfrm>
              <a:custGeom>
                <a:avLst/>
                <a:gdLst>
                  <a:gd name="T0" fmla="*/ 208 w 9"/>
                  <a:gd name="T1" fmla="*/ 512 h 9"/>
                  <a:gd name="T2" fmla="*/ 37 w 9"/>
                  <a:gd name="T3" fmla="*/ 448 h 9"/>
                  <a:gd name="T4" fmla="*/ 66 w 9"/>
                  <a:gd name="T5" fmla="*/ 64 h 9"/>
                  <a:gd name="T6" fmla="*/ 208 w 9"/>
                  <a:gd name="T7" fmla="*/ 128 h 9"/>
                  <a:gd name="T8" fmla="*/ 208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5" name="Freeform 3167">
                <a:extLst>
                  <a:ext uri="{FF2B5EF4-FFF2-40B4-BE49-F238E27FC236}">
                    <a16:creationId xmlns:a16="http://schemas.microsoft.com/office/drawing/2014/main" id="{A392E5FF-E886-436E-8F33-EF2D5C02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852"/>
                <a:ext cx="5" cy="6"/>
              </a:xfrm>
              <a:custGeom>
                <a:avLst/>
                <a:gdLst>
                  <a:gd name="T0" fmla="*/ 37 w 3"/>
                  <a:gd name="T1" fmla="*/ 192 h 3"/>
                  <a:gd name="T2" fmla="*/ 0 w 3"/>
                  <a:gd name="T3" fmla="*/ 192 h 3"/>
                  <a:gd name="T4" fmla="*/ 22 w 3"/>
                  <a:gd name="T5" fmla="*/ 64 h 3"/>
                  <a:gd name="T6" fmla="*/ 62 w 3"/>
                  <a:gd name="T7" fmla="*/ 64 h 3"/>
                  <a:gd name="T8" fmla="*/ 37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6" name="Freeform 3168">
                <a:extLst>
                  <a:ext uri="{FF2B5EF4-FFF2-40B4-BE49-F238E27FC236}">
                    <a16:creationId xmlns:a16="http://schemas.microsoft.com/office/drawing/2014/main" id="{C0147C05-2F89-4C1D-9948-0663D2112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833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37 w 9"/>
                  <a:gd name="T3" fmla="*/ 317 h 9"/>
                  <a:gd name="T4" fmla="*/ 66 w 9"/>
                  <a:gd name="T5" fmla="*/ 53 h 9"/>
                  <a:gd name="T6" fmla="*/ 208 w 9"/>
                  <a:gd name="T7" fmla="*/ 100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5" y="9"/>
                      <a:pt x="2" y="9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4"/>
                      <a:pt x="8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7" name="Freeform 3169">
                <a:extLst>
                  <a:ext uri="{FF2B5EF4-FFF2-40B4-BE49-F238E27FC236}">
                    <a16:creationId xmlns:a16="http://schemas.microsoft.com/office/drawing/2014/main" id="{A6BE8102-2790-4F51-8D8D-948A961E0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837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0 w 3"/>
                  <a:gd name="T3" fmla="*/ 37 h 3"/>
                  <a:gd name="T4" fmla="*/ 22 w 3"/>
                  <a:gd name="T5" fmla="*/ 0 h 3"/>
                  <a:gd name="T6" fmla="*/ 37 w 3"/>
                  <a:gd name="T7" fmla="*/ 22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8" name="Freeform 3170">
                <a:extLst>
                  <a:ext uri="{FF2B5EF4-FFF2-40B4-BE49-F238E27FC236}">
                    <a16:creationId xmlns:a16="http://schemas.microsoft.com/office/drawing/2014/main" id="{96EC2D83-9957-4C53-8778-AA9C50568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817"/>
                <a:ext cx="16" cy="18"/>
              </a:xfrm>
              <a:custGeom>
                <a:avLst/>
                <a:gdLst>
                  <a:gd name="T0" fmla="*/ 208 w 9"/>
                  <a:gd name="T1" fmla="*/ 448 h 9"/>
                  <a:gd name="T2" fmla="*/ 37 w 9"/>
                  <a:gd name="T3" fmla="*/ 448 h 9"/>
                  <a:gd name="T4" fmla="*/ 66 w 9"/>
                  <a:gd name="T5" fmla="*/ 64 h 9"/>
                  <a:gd name="T6" fmla="*/ 247 w 9"/>
                  <a:gd name="T7" fmla="*/ 128 h 9"/>
                  <a:gd name="T8" fmla="*/ 208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9" name="Freeform 3171">
                <a:extLst>
                  <a:ext uri="{FF2B5EF4-FFF2-40B4-BE49-F238E27FC236}">
                    <a16:creationId xmlns:a16="http://schemas.microsoft.com/office/drawing/2014/main" id="{3C5EB319-AD1E-4E1A-97DA-3F28575B9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821"/>
                <a:ext cx="5" cy="6"/>
              </a:xfrm>
              <a:custGeom>
                <a:avLst/>
                <a:gdLst>
                  <a:gd name="T0" fmla="*/ 37 w 3"/>
                  <a:gd name="T1" fmla="*/ 192 h 3"/>
                  <a:gd name="T2" fmla="*/ 22 w 3"/>
                  <a:gd name="T3" fmla="*/ 128 h 3"/>
                  <a:gd name="T4" fmla="*/ 22 w 3"/>
                  <a:gd name="T5" fmla="*/ 0 h 3"/>
                  <a:gd name="T6" fmla="*/ 62 w 3"/>
                  <a:gd name="T7" fmla="*/ 64 h 3"/>
                  <a:gd name="T8" fmla="*/ 37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0" name="Freeform 3172">
                <a:extLst>
                  <a:ext uri="{FF2B5EF4-FFF2-40B4-BE49-F238E27FC236}">
                    <a16:creationId xmlns:a16="http://schemas.microsoft.com/office/drawing/2014/main" id="{47249E3E-DE6D-4E90-9BF8-28C7EA0E0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802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37 w 9"/>
                  <a:gd name="T3" fmla="*/ 317 h 9"/>
                  <a:gd name="T4" fmla="*/ 66 w 9"/>
                  <a:gd name="T5" fmla="*/ 53 h 9"/>
                  <a:gd name="T6" fmla="*/ 208 w 9"/>
                  <a:gd name="T7" fmla="*/ 100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5" y="9"/>
                      <a:pt x="2" y="8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8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1" name="Freeform 3173">
                <a:extLst>
                  <a:ext uri="{FF2B5EF4-FFF2-40B4-BE49-F238E27FC236}">
                    <a16:creationId xmlns:a16="http://schemas.microsoft.com/office/drawing/2014/main" id="{FF0683E3-0AEC-4292-8C71-864F41069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806"/>
                <a:ext cx="5" cy="5"/>
              </a:xfrm>
              <a:custGeom>
                <a:avLst/>
                <a:gdLst>
                  <a:gd name="T0" fmla="*/ 37 w 3"/>
                  <a:gd name="T1" fmla="*/ 37 h 3"/>
                  <a:gd name="T2" fmla="*/ 0 w 3"/>
                  <a:gd name="T3" fmla="*/ 37 h 3"/>
                  <a:gd name="T4" fmla="*/ 22 w 3"/>
                  <a:gd name="T5" fmla="*/ 0 h 3"/>
                  <a:gd name="T6" fmla="*/ 37 w 3"/>
                  <a:gd name="T7" fmla="*/ 0 h 3"/>
                  <a:gd name="T8" fmla="*/ 37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2" name="Freeform 3174">
                <a:extLst>
                  <a:ext uri="{FF2B5EF4-FFF2-40B4-BE49-F238E27FC236}">
                    <a16:creationId xmlns:a16="http://schemas.microsoft.com/office/drawing/2014/main" id="{57A794E0-0158-4130-8565-8BF52E43B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784"/>
                <a:ext cx="17" cy="18"/>
              </a:xfrm>
              <a:custGeom>
                <a:avLst/>
                <a:gdLst>
                  <a:gd name="T0" fmla="*/ 317 w 9"/>
                  <a:gd name="T1" fmla="*/ 512 h 9"/>
                  <a:gd name="T2" fmla="*/ 53 w 9"/>
                  <a:gd name="T3" fmla="*/ 448 h 9"/>
                  <a:gd name="T4" fmla="*/ 100 w 9"/>
                  <a:gd name="T5" fmla="*/ 128 h 9"/>
                  <a:gd name="T6" fmla="*/ 357 w 9"/>
                  <a:gd name="T7" fmla="*/ 128 h 9"/>
                  <a:gd name="T8" fmla="*/ 317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3" name="Freeform 3175">
                <a:extLst>
                  <a:ext uri="{FF2B5EF4-FFF2-40B4-BE49-F238E27FC236}">
                    <a16:creationId xmlns:a16="http://schemas.microsoft.com/office/drawing/2014/main" id="{F8351961-6703-484C-BC07-ACC1B2186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788"/>
                <a:ext cx="5" cy="6"/>
              </a:xfrm>
              <a:custGeom>
                <a:avLst/>
                <a:gdLst>
                  <a:gd name="T0" fmla="*/ 62 w 3"/>
                  <a:gd name="T1" fmla="*/ 192 h 3"/>
                  <a:gd name="T2" fmla="*/ 22 w 3"/>
                  <a:gd name="T3" fmla="*/ 192 h 3"/>
                  <a:gd name="T4" fmla="*/ 22 w 3"/>
                  <a:gd name="T5" fmla="*/ 64 h 3"/>
                  <a:gd name="T6" fmla="*/ 62 w 3"/>
                  <a:gd name="T7" fmla="*/ 64 h 3"/>
                  <a:gd name="T8" fmla="*/ 6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4" name="Freeform 3176">
                <a:extLst>
                  <a:ext uri="{FF2B5EF4-FFF2-40B4-BE49-F238E27FC236}">
                    <a16:creationId xmlns:a16="http://schemas.microsoft.com/office/drawing/2014/main" id="{351CF8FA-72B6-4DEB-8373-22083280F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769"/>
                <a:ext cx="17" cy="17"/>
              </a:xfrm>
              <a:custGeom>
                <a:avLst/>
                <a:gdLst>
                  <a:gd name="T0" fmla="*/ 317 w 9"/>
                  <a:gd name="T1" fmla="*/ 357 h 9"/>
                  <a:gd name="T2" fmla="*/ 53 w 9"/>
                  <a:gd name="T3" fmla="*/ 317 h 9"/>
                  <a:gd name="T4" fmla="*/ 100 w 9"/>
                  <a:gd name="T5" fmla="*/ 53 h 9"/>
                  <a:gd name="T6" fmla="*/ 357 w 9"/>
                  <a:gd name="T7" fmla="*/ 100 h 9"/>
                  <a:gd name="T8" fmla="*/ 31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5" name="Freeform 3177">
                <a:extLst>
                  <a:ext uri="{FF2B5EF4-FFF2-40B4-BE49-F238E27FC236}">
                    <a16:creationId xmlns:a16="http://schemas.microsoft.com/office/drawing/2014/main" id="{8D631629-044C-457D-830A-70B37506F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773"/>
                <a:ext cx="5" cy="6"/>
              </a:xfrm>
              <a:custGeom>
                <a:avLst/>
                <a:gdLst>
                  <a:gd name="T0" fmla="*/ 62 w 3"/>
                  <a:gd name="T1" fmla="*/ 192 h 3"/>
                  <a:gd name="T2" fmla="*/ 22 w 3"/>
                  <a:gd name="T3" fmla="*/ 128 h 3"/>
                  <a:gd name="T4" fmla="*/ 22 w 3"/>
                  <a:gd name="T5" fmla="*/ 0 h 3"/>
                  <a:gd name="T6" fmla="*/ 62 w 3"/>
                  <a:gd name="T7" fmla="*/ 64 h 3"/>
                  <a:gd name="T8" fmla="*/ 6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6" name="Freeform 3178">
                <a:extLst>
                  <a:ext uri="{FF2B5EF4-FFF2-40B4-BE49-F238E27FC236}">
                    <a16:creationId xmlns:a16="http://schemas.microsoft.com/office/drawing/2014/main" id="{80988577-B3CD-4335-9D35-B1D05093D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754"/>
                <a:ext cx="17" cy="17"/>
              </a:xfrm>
              <a:custGeom>
                <a:avLst/>
                <a:gdLst>
                  <a:gd name="T0" fmla="*/ 317 w 9"/>
                  <a:gd name="T1" fmla="*/ 357 h 9"/>
                  <a:gd name="T2" fmla="*/ 53 w 9"/>
                  <a:gd name="T3" fmla="*/ 317 h 9"/>
                  <a:gd name="T4" fmla="*/ 100 w 9"/>
                  <a:gd name="T5" fmla="*/ 53 h 9"/>
                  <a:gd name="T6" fmla="*/ 357 w 9"/>
                  <a:gd name="T7" fmla="*/ 100 h 9"/>
                  <a:gd name="T8" fmla="*/ 31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2" y="8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8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7" name="Freeform 3179">
                <a:extLst>
                  <a:ext uri="{FF2B5EF4-FFF2-40B4-BE49-F238E27FC236}">
                    <a16:creationId xmlns:a16="http://schemas.microsoft.com/office/drawing/2014/main" id="{B5F0FEAD-7AAD-4BD4-8F31-91F82C296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757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28 h 3"/>
                  <a:gd name="T4" fmla="*/ 22 w 3"/>
                  <a:gd name="T5" fmla="*/ 0 h 3"/>
                  <a:gd name="T6" fmla="*/ 62 w 3"/>
                  <a:gd name="T7" fmla="*/ 64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8" name="Freeform 3180">
                <a:extLst>
                  <a:ext uri="{FF2B5EF4-FFF2-40B4-BE49-F238E27FC236}">
                    <a16:creationId xmlns:a16="http://schemas.microsoft.com/office/drawing/2014/main" id="{8D2D5389-4A1E-4CEC-81B9-F475C61B2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053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66 w 9"/>
                  <a:gd name="T3" fmla="*/ 357 h 9"/>
                  <a:gd name="T4" fmla="*/ 37 w 9"/>
                  <a:gd name="T5" fmla="*/ 100 h 9"/>
                  <a:gd name="T6" fmla="*/ 203 w 9"/>
                  <a:gd name="T7" fmla="*/ 53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6" y="1"/>
                    </a:cubicBezTo>
                    <a:cubicBezTo>
                      <a:pt x="8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9" name="Freeform 3181">
                <a:extLst>
                  <a:ext uri="{FF2B5EF4-FFF2-40B4-BE49-F238E27FC236}">
                    <a16:creationId xmlns:a16="http://schemas.microsoft.com/office/drawing/2014/main" id="{AF0C1644-EE6F-4185-9C7F-4DEDC60A5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057"/>
                <a:ext cx="6" cy="5"/>
              </a:xfrm>
              <a:custGeom>
                <a:avLst/>
                <a:gdLst>
                  <a:gd name="T0" fmla="*/ 192 w 3"/>
                  <a:gd name="T1" fmla="*/ 62 h 3"/>
                  <a:gd name="T2" fmla="*/ 64 w 3"/>
                  <a:gd name="T3" fmla="*/ 62 h 3"/>
                  <a:gd name="T4" fmla="*/ 64 w 3"/>
                  <a:gd name="T5" fmla="*/ 22 h 3"/>
                  <a:gd name="T6" fmla="*/ 128 w 3"/>
                  <a:gd name="T7" fmla="*/ 22 h 3"/>
                  <a:gd name="T8" fmla="*/ 19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0" name="Freeform 3182">
                <a:extLst>
                  <a:ext uri="{FF2B5EF4-FFF2-40B4-BE49-F238E27FC236}">
                    <a16:creationId xmlns:a16="http://schemas.microsoft.com/office/drawing/2014/main" id="{EA194DC1-6413-4367-899A-6533320DA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037"/>
                <a:ext cx="16" cy="18"/>
              </a:xfrm>
              <a:custGeom>
                <a:avLst/>
                <a:gdLst>
                  <a:gd name="T0" fmla="*/ 208 w 9"/>
                  <a:gd name="T1" fmla="*/ 448 h 9"/>
                  <a:gd name="T2" fmla="*/ 66 w 9"/>
                  <a:gd name="T3" fmla="*/ 512 h 9"/>
                  <a:gd name="T4" fmla="*/ 37 w 9"/>
                  <a:gd name="T5" fmla="*/ 128 h 9"/>
                  <a:gd name="T6" fmla="*/ 208 w 9"/>
                  <a:gd name="T7" fmla="*/ 64 h 9"/>
                  <a:gd name="T8" fmla="*/ 208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8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1" name="Freeform 3183">
                <a:extLst>
                  <a:ext uri="{FF2B5EF4-FFF2-40B4-BE49-F238E27FC236}">
                    <a16:creationId xmlns:a16="http://schemas.microsoft.com/office/drawing/2014/main" id="{4D59B6D9-FFC4-48FF-9F0C-EC5082AA3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041"/>
                <a:ext cx="5" cy="6"/>
              </a:xfrm>
              <a:custGeom>
                <a:avLst/>
                <a:gdLst>
                  <a:gd name="T0" fmla="*/ 62 w 3"/>
                  <a:gd name="T1" fmla="*/ 192 h 3"/>
                  <a:gd name="T2" fmla="*/ 22 w 3"/>
                  <a:gd name="T3" fmla="*/ 192 h 3"/>
                  <a:gd name="T4" fmla="*/ 22 w 3"/>
                  <a:gd name="T5" fmla="*/ 64 h 3"/>
                  <a:gd name="T6" fmla="*/ 37 w 3"/>
                  <a:gd name="T7" fmla="*/ 64 h 3"/>
                  <a:gd name="T8" fmla="*/ 6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2" name="Freeform 3184">
                <a:extLst>
                  <a:ext uri="{FF2B5EF4-FFF2-40B4-BE49-F238E27FC236}">
                    <a16:creationId xmlns:a16="http://schemas.microsoft.com/office/drawing/2014/main" id="{9FAB9BF6-A98D-4893-83A5-EFD992458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022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66 w 9"/>
                  <a:gd name="T3" fmla="*/ 357 h 9"/>
                  <a:gd name="T4" fmla="*/ 37 w 9"/>
                  <a:gd name="T5" fmla="*/ 100 h 9"/>
                  <a:gd name="T6" fmla="*/ 208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3" name="Freeform 3185">
                <a:extLst>
                  <a:ext uri="{FF2B5EF4-FFF2-40B4-BE49-F238E27FC236}">
                    <a16:creationId xmlns:a16="http://schemas.microsoft.com/office/drawing/2014/main" id="{F217819E-FB83-4EB7-93D2-45A5F802F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026"/>
                <a:ext cx="5" cy="6"/>
              </a:xfrm>
              <a:custGeom>
                <a:avLst/>
                <a:gdLst>
                  <a:gd name="T0" fmla="*/ 37 w 3"/>
                  <a:gd name="T1" fmla="*/ 192 h 3"/>
                  <a:gd name="T2" fmla="*/ 0 w 3"/>
                  <a:gd name="T3" fmla="*/ 192 h 3"/>
                  <a:gd name="T4" fmla="*/ 0 w 3"/>
                  <a:gd name="T5" fmla="*/ 64 h 3"/>
                  <a:gd name="T6" fmla="*/ 37 w 3"/>
                  <a:gd name="T7" fmla="*/ 64 h 3"/>
                  <a:gd name="T8" fmla="*/ 37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4" name="Freeform 3186">
                <a:extLst>
                  <a:ext uri="{FF2B5EF4-FFF2-40B4-BE49-F238E27FC236}">
                    <a16:creationId xmlns:a16="http://schemas.microsoft.com/office/drawing/2014/main" id="{2E6F5928-CD07-4A30-B39F-DA881C0A7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006"/>
                <a:ext cx="16" cy="18"/>
              </a:xfrm>
              <a:custGeom>
                <a:avLst/>
                <a:gdLst>
                  <a:gd name="T0" fmla="*/ 247 w 9"/>
                  <a:gd name="T1" fmla="*/ 448 h 9"/>
                  <a:gd name="T2" fmla="*/ 66 w 9"/>
                  <a:gd name="T3" fmla="*/ 512 h 9"/>
                  <a:gd name="T4" fmla="*/ 37 w 9"/>
                  <a:gd name="T5" fmla="*/ 128 h 9"/>
                  <a:gd name="T6" fmla="*/ 208 w 9"/>
                  <a:gd name="T7" fmla="*/ 64 h 9"/>
                  <a:gd name="T8" fmla="*/ 24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5" name="Freeform 3187">
                <a:extLst>
                  <a:ext uri="{FF2B5EF4-FFF2-40B4-BE49-F238E27FC236}">
                    <a16:creationId xmlns:a16="http://schemas.microsoft.com/office/drawing/2014/main" id="{E4162A2E-47CC-4AEE-A59F-728E81ED5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2010"/>
                <a:ext cx="6" cy="6"/>
              </a:xfrm>
              <a:custGeom>
                <a:avLst/>
                <a:gdLst>
                  <a:gd name="T0" fmla="*/ 128 w 3"/>
                  <a:gd name="T1" fmla="*/ 128 h 3"/>
                  <a:gd name="T2" fmla="*/ 0 w 3"/>
                  <a:gd name="T3" fmla="*/ 192 h 3"/>
                  <a:gd name="T4" fmla="*/ 0 w 3"/>
                  <a:gd name="T5" fmla="*/ 64 h 3"/>
                  <a:gd name="T6" fmla="*/ 128 w 3"/>
                  <a:gd name="T7" fmla="*/ 0 h 3"/>
                  <a:gd name="T8" fmla="*/ 128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6" name="Freeform 3188">
                <a:extLst>
                  <a:ext uri="{FF2B5EF4-FFF2-40B4-BE49-F238E27FC236}">
                    <a16:creationId xmlns:a16="http://schemas.microsoft.com/office/drawing/2014/main" id="{72009AD8-D1EC-48EE-A0DE-217A75266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991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66 w 9"/>
                  <a:gd name="T3" fmla="*/ 317 h 9"/>
                  <a:gd name="T4" fmla="*/ 66 w 9"/>
                  <a:gd name="T5" fmla="*/ 53 h 9"/>
                  <a:gd name="T6" fmla="*/ 208 w 9"/>
                  <a:gd name="T7" fmla="*/ 53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1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7" name="Freeform 3189">
                <a:extLst>
                  <a:ext uri="{FF2B5EF4-FFF2-40B4-BE49-F238E27FC236}">
                    <a16:creationId xmlns:a16="http://schemas.microsoft.com/office/drawing/2014/main" id="{025101E8-DF23-4F91-8F98-CAC4E6742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995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28 h 3"/>
                  <a:gd name="T4" fmla="*/ 22 w 3"/>
                  <a:gd name="T5" fmla="*/ 0 h 3"/>
                  <a:gd name="T6" fmla="*/ 62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8" name="Freeform 3190">
                <a:extLst>
                  <a:ext uri="{FF2B5EF4-FFF2-40B4-BE49-F238E27FC236}">
                    <a16:creationId xmlns:a16="http://schemas.microsoft.com/office/drawing/2014/main" id="{361C3F6D-42AA-4770-A106-66A7B651C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976"/>
                <a:ext cx="17" cy="17"/>
              </a:xfrm>
              <a:custGeom>
                <a:avLst/>
                <a:gdLst>
                  <a:gd name="T0" fmla="*/ 357 w 9"/>
                  <a:gd name="T1" fmla="*/ 317 h 9"/>
                  <a:gd name="T2" fmla="*/ 100 w 9"/>
                  <a:gd name="T3" fmla="*/ 317 h 9"/>
                  <a:gd name="T4" fmla="*/ 100 w 9"/>
                  <a:gd name="T5" fmla="*/ 100 h 9"/>
                  <a:gd name="T6" fmla="*/ 357 w 9"/>
                  <a:gd name="T7" fmla="*/ 53 h 9"/>
                  <a:gd name="T8" fmla="*/ 35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3"/>
                      <a:pt x="9" y="6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9" name="Freeform 3191">
                <a:extLst>
                  <a:ext uri="{FF2B5EF4-FFF2-40B4-BE49-F238E27FC236}">
                    <a16:creationId xmlns:a16="http://schemas.microsoft.com/office/drawing/2014/main" id="{632C62C9-25AB-4251-84BC-2482845DA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979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28 h 3"/>
                  <a:gd name="T4" fmla="*/ 0 w 3"/>
                  <a:gd name="T5" fmla="*/ 64 h 3"/>
                  <a:gd name="T6" fmla="*/ 37 w 3"/>
                  <a:gd name="T7" fmla="*/ 0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0" name="Freeform 3192">
                <a:extLst>
                  <a:ext uri="{FF2B5EF4-FFF2-40B4-BE49-F238E27FC236}">
                    <a16:creationId xmlns:a16="http://schemas.microsoft.com/office/drawing/2014/main" id="{778C2810-D107-4047-9C6E-48BEC0834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960"/>
                <a:ext cx="16" cy="16"/>
              </a:xfrm>
              <a:custGeom>
                <a:avLst/>
                <a:gdLst>
                  <a:gd name="T0" fmla="*/ 247 w 9"/>
                  <a:gd name="T1" fmla="*/ 448 h 8"/>
                  <a:gd name="T2" fmla="*/ 66 w 9"/>
                  <a:gd name="T3" fmla="*/ 448 h 8"/>
                  <a:gd name="T4" fmla="*/ 66 w 9"/>
                  <a:gd name="T5" fmla="*/ 64 h 8"/>
                  <a:gd name="T6" fmla="*/ 247 w 9"/>
                  <a:gd name="T7" fmla="*/ 64 h 8"/>
                  <a:gd name="T8" fmla="*/ 247 w 9"/>
                  <a:gd name="T9" fmla="*/ 44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6" y="8"/>
                      <a:pt x="4" y="8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1" name="Freeform 3193">
                <a:extLst>
                  <a:ext uri="{FF2B5EF4-FFF2-40B4-BE49-F238E27FC236}">
                    <a16:creationId xmlns:a16="http://schemas.microsoft.com/office/drawing/2014/main" id="{9B5C6D80-A11B-4FF8-8E10-F31965D7D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964"/>
                <a:ext cx="6" cy="6"/>
              </a:xfrm>
              <a:custGeom>
                <a:avLst/>
                <a:gdLst>
                  <a:gd name="T0" fmla="*/ 128 w 3"/>
                  <a:gd name="T1" fmla="*/ 128 h 3"/>
                  <a:gd name="T2" fmla="*/ 0 w 3"/>
                  <a:gd name="T3" fmla="*/ 128 h 3"/>
                  <a:gd name="T4" fmla="*/ 0 w 3"/>
                  <a:gd name="T5" fmla="*/ 0 h 3"/>
                  <a:gd name="T6" fmla="*/ 128 w 3"/>
                  <a:gd name="T7" fmla="*/ 0 h 3"/>
                  <a:gd name="T8" fmla="*/ 128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2" name="Freeform 3194">
                <a:extLst>
                  <a:ext uri="{FF2B5EF4-FFF2-40B4-BE49-F238E27FC236}">
                    <a16:creationId xmlns:a16="http://schemas.microsoft.com/office/drawing/2014/main" id="{7215D44A-8F5C-47D8-B8AF-C1FCBB6F6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945"/>
                <a:ext cx="16" cy="15"/>
              </a:xfrm>
              <a:custGeom>
                <a:avLst/>
                <a:gdLst>
                  <a:gd name="T0" fmla="*/ 208 w 9"/>
                  <a:gd name="T1" fmla="*/ 296 h 8"/>
                  <a:gd name="T2" fmla="*/ 37 w 9"/>
                  <a:gd name="T3" fmla="*/ 296 h 8"/>
                  <a:gd name="T4" fmla="*/ 37 w 9"/>
                  <a:gd name="T5" fmla="*/ 53 h 8"/>
                  <a:gd name="T6" fmla="*/ 208 w 9"/>
                  <a:gd name="T7" fmla="*/ 53 h 8"/>
                  <a:gd name="T8" fmla="*/ 208 w 9"/>
                  <a:gd name="T9" fmla="*/ 29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7" y="7"/>
                    </a:moveTo>
                    <a:cubicBezTo>
                      <a:pt x="6" y="8"/>
                      <a:pt x="3" y="8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3" name="Freeform 3195">
                <a:extLst>
                  <a:ext uri="{FF2B5EF4-FFF2-40B4-BE49-F238E27FC236}">
                    <a16:creationId xmlns:a16="http://schemas.microsoft.com/office/drawing/2014/main" id="{278831B6-AC12-433F-A8F9-6DBBF7620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949"/>
                <a:ext cx="6" cy="5"/>
              </a:xfrm>
              <a:custGeom>
                <a:avLst/>
                <a:gdLst>
                  <a:gd name="T0" fmla="*/ 192 w 3"/>
                  <a:gd name="T1" fmla="*/ 37 h 3"/>
                  <a:gd name="T2" fmla="*/ 64 w 3"/>
                  <a:gd name="T3" fmla="*/ 37 h 3"/>
                  <a:gd name="T4" fmla="*/ 64 w 3"/>
                  <a:gd name="T5" fmla="*/ 0 h 3"/>
                  <a:gd name="T6" fmla="*/ 192 w 3"/>
                  <a:gd name="T7" fmla="*/ 0 h 3"/>
                  <a:gd name="T8" fmla="*/ 192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4" name="Freeform 3196">
                <a:extLst>
                  <a:ext uri="{FF2B5EF4-FFF2-40B4-BE49-F238E27FC236}">
                    <a16:creationId xmlns:a16="http://schemas.microsoft.com/office/drawing/2014/main" id="{F1107E55-0D7A-43DC-98E9-B9B14FA87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927"/>
                <a:ext cx="16" cy="18"/>
              </a:xfrm>
              <a:custGeom>
                <a:avLst/>
                <a:gdLst>
                  <a:gd name="T0" fmla="*/ 208 w 9"/>
                  <a:gd name="T1" fmla="*/ 512 h 9"/>
                  <a:gd name="T2" fmla="*/ 37 w 9"/>
                  <a:gd name="T3" fmla="*/ 512 h 9"/>
                  <a:gd name="T4" fmla="*/ 37 w 9"/>
                  <a:gd name="T5" fmla="*/ 128 h 9"/>
                  <a:gd name="T6" fmla="*/ 208 w 9"/>
                  <a:gd name="T7" fmla="*/ 128 h 9"/>
                  <a:gd name="T8" fmla="*/ 208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9"/>
                      <a:pt x="3" y="9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2"/>
                    </a:cubicBezTo>
                    <a:cubicBezTo>
                      <a:pt x="9" y="3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5" name="Freeform 3197">
                <a:extLst>
                  <a:ext uri="{FF2B5EF4-FFF2-40B4-BE49-F238E27FC236}">
                    <a16:creationId xmlns:a16="http://schemas.microsoft.com/office/drawing/2014/main" id="{A18BC72A-E575-4355-8F11-EEFDB1CB8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931"/>
                <a:ext cx="5" cy="6"/>
              </a:xfrm>
              <a:custGeom>
                <a:avLst/>
                <a:gdLst>
                  <a:gd name="T0" fmla="*/ 62 w 3"/>
                  <a:gd name="T1" fmla="*/ 192 h 3"/>
                  <a:gd name="T2" fmla="*/ 22 w 3"/>
                  <a:gd name="T3" fmla="*/ 192 h 3"/>
                  <a:gd name="T4" fmla="*/ 22 w 3"/>
                  <a:gd name="T5" fmla="*/ 64 h 3"/>
                  <a:gd name="T6" fmla="*/ 37 w 3"/>
                  <a:gd name="T7" fmla="*/ 64 h 3"/>
                  <a:gd name="T8" fmla="*/ 6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6" name="Freeform 3198">
                <a:extLst>
                  <a:ext uri="{FF2B5EF4-FFF2-40B4-BE49-F238E27FC236}">
                    <a16:creationId xmlns:a16="http://schemas.microsoft.com/office/drawing/2014/main" id="{C564D432-197F-4E17-B34E-7902C66B0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912"/>
                <a:ext cx="17" cy="17"/>
              </a:xfrm>
              <a:custGeom>
                <a:avLst/>
                <a:gdLst>
                  <a:gd name="T0" fmla="*/ 317 w 9"/>
                  <a:gd name="T1" fmla="*/ 317 h 9"/>
                  <a:gd name="T2" fmla="*/ 100 w 9"/>
                  <a:gd name="T3" fmla="*/ 357 h 9"/>
                  <a:gd name="T4" fmla="*/ 53 w 9"/>
                  <a:gd name="T5" fmla="*/ 100 h 9"/>
                  <a:gd name="T6" fmla="*/ 317 w 9"/>
                  <a:gd name="T7" fmla="*/ 100 h 9"/>
                  <a:gd name="T8" fmla="*/ 31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7" name="Freeform 3199">
                <a:extLst>
                  <a:ext uri="{FF2B5EF4-FFF2-40B4-BE49-F238E27FC236}">
                    <a16:creationId xmlns:a16="http://schemas.microsoft.com/office/drawing/2014/main" id="{A10C721B-A0A4-4BCD-8EF4-9354D30D8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916"/>
                <a:ext cx="5" cy="5"/>
              </a:xfrm>
              <a:custGeom>
                <a:avLst/>
                <a:gdLst>
                  <a:gd name="T0" fmla="*/ 62 w 3"/>
                  <a:gd name="T1" fmla="*/ 62 h 3"/>
                  <a:gd name="T2" fmla="*/ 22 w 3"/>
                  <a:gd name="T3" fmla="*/ 62 h 3"/>
                  <a:gd name="T4" fmla="*/ 22 w 3"/>
                  <a:gd name="T5" fmla="*/ 22 h 3"/>
                  <a:gd name="T6" fmla="*/ 37 w 3"/>
                  <a:gd name="T7" fmla="*/ 22 h 3"/>
                  <a:gd name="T8" fmla="*/ 6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8" name="Freeform 3200">
                <a:extLst>
                  <a:ext uri="{FF2B5EF4-FFF2-40B4-BE49-F238E27FC236}">
                    <a16:creationId xmlns:a16="http://schemas.microsoft.com/office/drawing/2014/main" id="{8B251DA3-D51F-4360-9EE2-B4B9DD025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896"/>
                <a:ext cx="16" cy="18"/>
              </a:xfrm>
              <a:custGeom>
                <a:avLst/>
                <a:gdLst>
                  <a:gd name="T0" fmla="*/ 208 w 9"/>
                  <a:gd name="T1" fmla="*/ 448 h 9"/>
                  <a:gd name="T2" fmla="*/ 66 w 9"/>
                  <a:gd name="T3" fmla="*/ 448 h 9"/>
                  <a:gd name="T4" fmla="*/ 66 w 9"/>
                  <a:gd name="T5" fmla="*/ 128 h 9"/>
                  <a:gd name="T6" fmla="*/ 208 w 9"/>
                  <a:gd name="T7" fmla="*/ 128 h 9"/>
                  <a:gd name="T8" fmla="*/ 208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9" name="Freeform 3201">
                <a:extLst>
                  <a:ext uri="{FF2B5EF4-FFF2-40B4-BE49-F238E27FC236}">
                    <a16:creationId xmlns:a16="http://schemas.microsoft.com/office/drawing/2014/main" id="{42FAFB19-987C-41C3-A46B-CC3B70C66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900"/>
                <a:ext cx="6" cy="6"/>
              </a:xfrm>
              <a:custGeom>
                <a:avLst/>
                <a:gdLst>
                  <a:gd name="T0" fmla="*/ 192 w 3"/>
                  <a:gd name="T1" fmla="*/ 192 h 3"/>
                  <a:gd name="T2" fmla="*/ 64 w 3"/>
                  <a:gd name="T3" fmla="*/ 192 h 3"/>
                  <a:gd name="T4" fmla="*/ 64 w 3"/>
                  <a:gd name="T5" fmla="*/ 64 h 3"/>
                  <a:gd name="T6" fmla="*/ 192 w 3"/>
                  <a:gd name="T7" fmla="*/ 64 h 3"/>
                  <a:gd name="T8" fmla="*/ 19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0" name="Freeform 3202">
                <a:extLst>
                  <a:ext uri="{FF2B5EF4-FFF2-40B4-BE49-F238E27FC236}">
                    <a16:creationId xmlns:a16="http://schemas.microsoft.com/office/drawing/2014/main" id="{D9DE8666-F21B-488F-9E6A-57DA524A3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881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66 w 9"/>
                  <a:gd name="T3" fmla="*/ 317 h 9"/>
                  <a:gd name="T4" fmla="*/ 66 w 9"/>
                  <a:gd name="T5" fmla="*/ 53 h 9"/>
                  <a:gd name="T6" fmla="*/ 247 w 9"/>
                  <a:gd name="T7" fmla="*/ 100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5" y="9"/>
                      <a:pt x="3" y="9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1" name="Freeform 3203">
                <a:extLst>
                  <a:ext uri="{FF2B5EF4-FFF2-40B4-BE49-F238E27FC236}">
                    <a16:creationId xmlns:a16="http://schemas.microsoft.com/office/drawing/2014/main" id="{8F226871-0BEE-4594-AF8D-B79B6FEE1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885"/>
                <a:ext cx="6" cy="6"/>
              </a:xfrm>
              <a:custGeom>
                <a:avLst/>
                <a:gdLst>
                  <a:gd name="T0" fmla="*/ 192 w 3"/>
                  <a:gd name="T1" fmla="*/ 128 h 3"/>
                  <a:gd name="T2" fmla="*/ 64 w 3"/>
                  <a:gd name="T3" fmla="*/ 128 h 3"/>
                  <a:gd name="T4" fmla="*/ 64 w 3"/>
                  <a:gd name="T5" fmla="*/ 0 h 3"/>
                  <a:gd name="T6" fmla="*/ 192 w 3"/>
                  <a:gd name="T7" fmla="*/ 64 h 3"/>
                  <a:gd name="T8" fmla="*/ 19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2" name="Freeform 3204">
                <a:extLst>
                  <a:ext uri="{FF2B5EF4-FFF2-40B4-BE49-F238E27FC236}">
                    <a16:creationId xmlns:a16="http://schemas.microsoft.com/office/drawing/2014/main" id="{99DC8DB7-CF13-4A6A-AD9B-C361813A3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864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57 h 9"/>
                  <a:gd name="T4" fmla="*/ 66 w 9"/>
                  <a:gd name="T5" fmla="*/ 100 h 9"/>
                  <a:gd name="T6" fmla="*/ 208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2" y="9"/>
                      <a:pt x="1" y="8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1"/>
                      <a:pt x="7" y="2"/>
                    </a:cubicBezTo>
                    <a:cubicBezTo>
                      <a:pt x="9" y="4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3" name="Freeform 3205">
                <a:extLst>
                  <a:ext uri="{FF2B5EF4-FFF2-40B4-BE49-F238E27FC236}">
                    <a16:creationId xmlns:a16="http://schemas.microsoft.com/office/drawing/2014/main" id="{DB38AE1C-5B60-441A-90F6-539CD3E03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869"/>
                <a:ext cx="6" cy="6"/>
              </a:xfrm>
              <a:custGeom>
                <a:avLst/>
                <a:gdLst>
                  <a:gd name="T0" fmla="*/ 128 w 3"/>
                  <a:gd name="T1" fmla="*/ 128 h 3"/>
                  <a:gd name="T2" fmla="*/ 0 w 3"/>
                  <a:gd name="T3" fmla="*/ 128 h 3"/>
                  <a:gd name="T4" fmla="*/ 64 w 3"/>
                  <a:gd name="T5" fmla="*/ 0 h 3"/>
                  <a:gd name="T6" fmla="*/ 128 w 3"/>
                  <a:gd name="T7" fmla="*/ 0 h 3"/>
                  <a:gd name="T8" fmla="*/ 128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4" name="Freeform 3206">
                <a:extLst>
                  <a:ext uri="{FF2B5EF4-FFF2-40B4-BE49-F238E27FC236}">
                    <a16:creationId xmlns:a16="http://schemas.microsoft.com/office/drawing/2014/main" id="{CFE0057C-E827-49EE-90A1-44AB84134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848"/>
                <a:ext cx="16" cy="19"/>
              </a:xfrm>
              <a:custGeom>
                <a:avLst/>
                <a:gdLst>
                  <a:gd name="T0" fmla="*/ 208 w 9"/>
                  <a:gd name="T1" fmla="*/ 380 h 10"/>
                  <a:gd name="T2" fmla="*/ 37 w 9"/>
                  <a:gd name="T3" fmla="*/ 380 h 10"/>
                  <a:gd name="T4" fmla="*/ 66 w 9"/>
                  <a:gd name="T5" fmla="*/ 105 h 10"/>
                  <a:gd name="T6" fmla="*/ 247 w 9"/>
                  <a:gd name="T7" fmla="*/ 105 h 10"/>
                  <a:gd name="T8" fmla="*/ 208 w 9"/>
                  <a:gd name="T9" fmla="*/ 38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7" y="8"/>
                    </a:moveTo>
                    <a:cubicBezTo>
                      <a:pt x="5" y="10"/>
                      <a:pt x="3" y="9"/>
                      <a:pt x="1" y="8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5" name="Freeform 3207">
                <a:extLst>
                  <a:ext uri="{FF2B5EF4-FFF2-40B4-BE49-F238E27FC236}">
                    <a16:creationId xmlns:a16="http://schemas.microsoft.com/office/drawing/2014/main" id="{643CDA20-9F9F-475B-AF84-57A2A6029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854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28 h 3"/>
                  <a:gd name="T4" fmla="*/ 22 w 3"/>
                  <a:gd name="T5" fmla="*/ 0 h 3"/>
                  <a:gd name="T6" fmla="*/ 62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6" name="Freeform 3208">
                <a:extLst>
                  <a:ext uri="{FF2B5EF4-FFF2-40B4-BE49-F238E27FC236}">
                    <a16:creationId xmlns:a16="http://schemas.microsoft.com/office/drawing/2014/main" id="{AE69FE98-A7A9-4B49-BC97-486096FA9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833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17 h 9"/>
                  <a:gd name="T4" fmla="*/ 66 w 9"/>
                  <a:gd name="T5" fmla="*/ 100 h 9"/>
                  <a:gd name="T6" fmla="*/ 208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7" name="Freeform 3209">
                <a:extLst>
                  <a:ext uri="{FF2B5EF4-FFF2-40B4-BE49-F238E27FC236}">
                    <a16:creationId xmlns:a16="http://schemas.microsoft.com/office/drawing/2014/main" id="{AF8B1C33-019A-41D0-9430-70D97D595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837"/>
                <a:ext cx="5" cy="5"/>
              </a:xfrm>
              <a:custGeom>
                <a:avLst/>
                <a:gdLst>
                  <a:gd name="T0" fmla="*/ 62 w 3"/>
                  <a:gd name="T1" fmla="*/ 62 h 3"/>
                  <a:gd name="T2" fmla="*/ 22 w 3"/>
                  <a:gd name="T3" fmla="*/ 62 h 3"/>
                  <a:gd name="T4" fmla="*/ 22 w 3"/>
                  <a:gd name="T5" fmla="*/ 22 h 3"/>
                  <a:gd name="T6" fmla="*/ 62 w 3"/>
                  <a:gd name="T7" fmla="*/ 22 h 3"/>
                  <a:gd name="T8" fmla="*/ 62 w 3"/>
                  <a:gd name="T9" fmla="*/ 6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8" name="Freeform 3210">
                <a:extLst>
                  <a:ext uri="{FF2B5EF4-FFF2-40B4-BE49-F238E27FC236}">
                    <a16:creationId xmlns:a16="http://schemas.microsoft.com/office/drawing/2014/main" id="{ABBC7A32-DBC2-4344-96A1-214EF6CED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817"/>
                <a:ext cx="16" cy="18"/>
              </a:xfrm>
              <a:custGeom>
                <a:avLst/>
                <a:gdLst>
                  <a:gd name="T0" fmla="*/ 208 w 9"/>
                  <a:gd name="T1" fmla="*/ 448 h 9"/>
                  <a:gd name="T2" fmla="*/ 66 w 9"/>
                  <a:gd name="T3" fmla="*/ 448 h 9"/>
                  <a:gd name="T4" fmla="*/ 66 w 9"/>
                  <a:gd name="T5" fmla="*/ 64 h 9"/>
                  <a:gd name="T6" fmla="*/ 247 w 9"/>
                  <a:gd name="T7" fmla="*/ 128 h 9"/>
                  <a:gd name="T8" fmla="*/ 208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5" y="9"/>
                      <a:pt x="3" y="9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9" name="Freeform 3211">
                <a:extLst>
                  <a:ext uri="{FF2B5EF4-FFF2-40B4-BE49-F238E27FC236}">
                    <a16:creationId xmlns:a16="http://schemas.microsoft.com/office/drawing/2014/main" id="{D10CABBD-5A94-4342-916E-0890743B0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821"/>
                <a:ext cx="5" cy="6"/>
              </a:xfrm>
              <a:custGeom>
                <a:avLst/>
                <a:gdLst>
                  <a:gd name="T0" fmla="*/ 62 w 3"/>
                  <a:gd name="T1" fmla="*/ 128 h 3"/>
                  <a:gd name="T2" fmla="*/ 22 w 3"/>
                  <a:gd name="T3" fmla="*/ 128 h 3"/>
                  <a:gd name="T4" fmla="*/ 22 w 3"/>
                  <a:gd name="T5" fmla="*/ 0 h 3"/>
                  <a:gd name="T6" fmla="*/ 62 w 3"/>
                  <a:gd name="T7" fmla="*/ 0 h 3"/>
                  <a:gd name="T8" fmla="*/ 62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0" name="Freeform 3212">
                <a:extLst>
                  <a:ext uri="{FF2B5EF4-FFF2-40B4-BE49-F238E27FC236}">
                    <a16:creationId xmlns:a16="http://schemas.microsoft.com/office/drawing/2014/main" id="{F94FD70E-7C1E-4AC4-9663-5A4754696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800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17 h 9"/>
                  <a:gd name="T4" fmla="*/ 66 w 9"/>
                  <a:gd name="T5" fmla="*/ 100 h 9"/>
                  <a:gd name="T6" fmla="*/ 208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1" name="Freeform 3213">
                <a:extLst>
                  <a:ext uri="{FF2B5EF4-FFF2-40B4-BE49-F238E27FC236}">
                    <a16:creationId xmlns:a16="http://schemas.microsoft.com/office/drawing/2014/main" id="{C8C61A4B-1A8C-4FA3-943A-FE07C3B0E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804"/>
                <a:ext cx="5" cy="6"/>
              </a:xfrm>
              <a:custGeom>
                <a:avLst/>
                <a:gdLst>
                  <a:gd name="T0" fmla="*/ 62 w 3"/>
                  <a:gd name="T1" fmla="*/ 192 h 3"/>
                  <a:gd name="T2" fmla="*/ 22 w 3"/>
                  <a:gd name="T3" fmla="*/ 192 h 3"/>
                  <a:gd name="T4" fmla="*/ 22 w 3"/>
                  <a:gd name="T5" fmla="*/ 64 h 3"/>
                  <a:gd name="T6" fmla="*/ 62 w 3"/>
                  <a:gd name="T7" fmla="*/ 64 h 3"/>
                  <a:gd name="T8" fmla="*/ 6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2" name="Freeform 3214">
                <a:extLst>
                  <a:ext uri="{FF2B5EF4-FFF2-40B4-BE49-F238E27FC236}">
                    <a16:creationId xmlns:a16="http://schemas.microsoft.com/office/drawing/2014/main" id="{37D869F9-02FC-4797-B52F-7572BA4D3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784"/>
                <a:ext cx="17" cy="18"/>
              </a:xfrm>
              <a:custGeom>
                <a:avLst/>
                <a:gdLst>
                  <a:gd name="T0" fmla="*/ 317 w 9"/>
                  <a:gd name="T1" fmla="*/ 512 h 9"/>
                  <a:gd name="T2" fmla="*/ 53 w 9"/>
                  <a:gd name="T3" fmla="*/ 448 h 9"/>
                  <a:gd name="T4" fmla="*/ 100 w 9"/>
                  <a:gd name="T5" fmla="*/ 64 h 9"/>
                  <a:gd name="T6" fmla="*/ 357 w 9"/>
                  <a:gd name="T7" fmla="*/ 128 h 9"/>
                  <a:gd name="T8" fmla="*/ 317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1" y="2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3" name="Freeform 3215">
                <a:extLst>
                  <a:ext uri="{FF2B5EF4-FFF2-40B4-BE49-F238E27FC236}">
                    <a16:creationId xmlns:a16="http://schemas.microsoft.com/office/drawing/2014/main" id="{4599F707-6F5B-4CA9-89A0-EC28D5AF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788"/>
                <a:ext cx="5" cy="6"/>
              </a:xfrm>
              <a:custGeom>
                <a:avLst/>
                <a:gdLst>
                  <a:gd name="T0" fmla="*/ 62 w 3"/>
                  <a:gd name="T1" fmla="*/ 192 h 3"/>
                  <a:gd name="T2" fmla="*/ 22 w 3"/>
                  <a:gd name="T3" fmla="*/ 128 h 3"/>
                  <a:gd name="T4" fmla="*/ 22 w 3"/>
                  <a:gd name="T5" fmla="*/ 0 h 3"/>
                  <a:gd name="T6" fmla="*/ 62 w 3"/>
                  <a:gd name="T7" fmla="*/ 64 h 3"/>
                  <a:gd name="T8" fmla="*/ 62 w 3"/>
                  <a:gd name="T9" fmla="*/ 19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4" name="Freeform 3216">
                <a:extLst>
                  <a:ext uri="{FF2B5EF4-FFF2-40B4-BE49-F238E27FC236}">
                    <a16:creationId xmlns:a16="http://schemas.microsoft.com/office/drawing/2014/main" id="{324DC8FF-A62F-4F33-B120-31FFC6978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769"/>
                <a:ext cx="18" cy="17"/>
              </a:xfrm>
              <a:custGeom>
                <a:avLst/>
                <a:gdLst>
                  <a:gd name="T0" fmla="*/ 239 w 10"/>
                  <a:gd name="T1" fmla="*/ 317 h 9"/>
                  <a:gd name="T2" fmla="*/ 74 w 10"/>
                  <a:gd name="T3" fmla="*/ 272 h 9"/>
                  <a:gd name="T4" fmla="*/ 94 w 10"/>
                  <a:gd name="T5" fmla="*/ 53 h 9"/>
                  <a:gd name="T6" fmla="*/ 263 w 10"/>
                  <a:gd name="T7" fmla="*/ 100 h 9"/>
                  <a:gd name="T8" fmla="*/ 239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7"/>
                    </a:moveTo>
                    <a:cubicBezTo>
                      <a:pt x="6" y="9"/>
                      <a:pt x="3" y="8"/>
                      <a:pt x="2" y="6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5" y="0"/>
                      <a:pt x="7" y="0"/>
                      <a:pt x="8" y="2"/>
                    </a:cubicBezTo>
                    <a:cubicBezTo>
                      <a:pt x="10" y="4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5" name="Freeform 3217">
                <a:extLst>
                  <a:ext uri="{FF2B5EF4-FFF2-40B4-BE49-F238E27FC236}">
                    <a16:creationId xmlns:a16="http://schemas.microsoft.com/office/drawing/2014/main" id="{08AB60E2-4EBA-44C4-963C-A9FF0C02B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773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28 h 3"/>
                  <a:gd name="T4" fmla="*/ 0 w 3"/>
                  <a:gd name="T5" fmla="*/ 0 h 3"/>
                  <a:gd name="T6" fmla="*/ 37 w 3"/>
                  <a:gd name="T7" fmla="*/ 0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6" name="Freeform 3218">
                <a:extLst>
                  <a:ext uri="{FF2B5EF4-FFF2-40B4-BE49-F238E27FC236}">
                    <a16:creationId xmlns:a16="http://schemas.microsoft.com/office/drawing/2014/main" id="{4770C948-5468-4320-AD0A-D89DBA9BC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754"/>
                <a:ext cx="18" cy="17"/>
              </a:xfrm>
              <a:custGeom>
                <a:avLst/>
                <a:gdLst>
                  <a:gd name="T0" fmla="*/ 239 w 10"/>
                  <a:gd name="T1" fmla="*/ 317 h 9"/>
                  <a:gd name="T2" fmla="*/ 74 w 10"/>
                  <a:gd name="T3" fmla="*/ 272 h 9"/>
                  <a:gd name="T4" fmla="*/ 94 w 10"/>
                  <a:gd name="T5" fmla="*/ 53 h 9"/>
                  <a:gd name="T6" fmla="*/ 263 w 10"/>
                  <a:gd name="T7" fmla="*/ 100 h 9"/>
                  <a:gd name="T8" fmla="*/ 239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7"/>
                    </a:moveTo>
                    <a:cubicBezTo>
                      <a:pt x="6" y="9"/>
                      <a:pt x="3" y="8"/>
                      <a:pt x="2" y="6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5" y="0"/>
                      <a:pt x="7" y="0"/>
                      <a:pt x="8" y="2"/>
                    </a:cubicBezTo>
                    <a:cubicBezTo>
                      <a:pt x="10" y="4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F49D00"/>
              </a:solidFill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7" name="Freeform 3219">
                <a:extLst>
                  <a:ext uri="{FF2B5EF4-FFF2-40B4-BE49-F238E27FC236}">
                    <a16:creationId xmlns:a16="http://schemas.microsoft.com/office/drawing/2014/main" id="{A4252276-EFEC-4537-93A4-077733B29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757"/>
                <a:ext cx="5" cy="6"/>
              </a:xfrm>
              <a:custGeom>
                <a:avLst/>
                <a:gdLst>
                  <a:gd name="T0" fmla="*/ 37 w 3"/>
                  <a:gd name="T1" fmla="*/ 128 h 3"/>
                  <a:gd name="T2" fmla="*/ 0 w 3"/>
                  <a:gd name="T3" fmla="*/ 128 h 3"/>
                  <a:gd name="T4" fmla="*/ 0 w 3"/>
                  <a:gd name="T5" fmla="*/ 0 h 3"/>
                  <a:gd name="T6" fmla="*/ 37 w 3"/>
                  <a:gd name="T7" fmla="*/ 0 h 3"/>
                  <a:gd name="T8" fmla="*/ 37 w 3"/>
                  <a:gd name="T9" fmla="*/ 1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8" name="Oval 3220">
                <a:extLst>
                  <a:ext uri="{FF2B5EF4-FFF2-40B4-BE49-F238E27FC236}">
                    <a16:creationId xmlns:a16="http://schemas.microsoft.com/office/drawing/2014/main" id="{5F3746FF-BFEA-4F9E-8CF8-D391D1D26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" y="2528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79" name="Oval 3221">
                <a:extLst>
                  <a:ext uri="{FF2B5EF4-FFF2-40B4-BE49-F238E27FC236}">
                    <a16:creationId xmlns:a16="http://schemas.microsoft.com/office/drawing/2014/main" id="{39ED1455-83BB-44CC-B698-BE23B93D6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529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80" name="Oval 3222">
                <a:extLst>
                  <a:ext uri="{FF2B5EF4-FFF2-40B4-BE49-F238E27FC236}">
                    <a16:creationId xmlns:a16="http://schemas.microsoft.com/office/drawing/2014/main" id="{0EDBEBD8-99CB-4112-BC0A-F97FD1894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2526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81" name="Oval 3223">
                <a:extLst>
                  <a:ext uri="{FF2B5EF4-FFF2-40B4-BE49-F238E27FC236}">
                    <a16:creationId xmlns:a16="http://schemas.microsoft.com/office/drawing/2014/main" id="{732D2B7F-65B6-460F-804C-C29B0FB88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2529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82" name="Oval 3224">
                <a:extLst>
                  <a:ext uri="{FF2B5EF4-FFF2-40B4-BE49-F238E27FC236}">
                    <a16:creationId xmlns:a16="http://schemas.microsoft.com/office/drawing/2014/main" id="{A613D29C-D3C4-4658-A266-10AD649BD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524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83" name="Oval 3225">
                <a:extLst>
                  <a:ext uri="{FF2B5EF4-FFF2-40B4-BE49-F238E27FC236}">
                    <a16:creationId xmlns:a16="http://schemas.microsoft.com/office/drawing/2014/main" id="{D2604749-8576-443F-BABC-EF596BC22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528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84" name="Oval 3226">
                <a:extLst>
                  <a:ext uri="{FF2B5EF4-FFF2-40B4-BE49-F238E27FC236}">
                    <a16:creationId xmlns:a16="http://schemas.microsoft.com/office/drawing/2014/main" id="{7185BC4A-31C2-4E75-BFC9-DA5557FEE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2522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85" name="Oval 3227">
                <a:extLst>
                  <a:ext uri="{FF2B5EF4-FFF2-40B4-BE49-F238E27FC236}">
                    <a16:creationId xmlns:a16="http://schemas.microsoft.com/office/drawing/2014/main" id="{AADD5348-6759-4969-85FE-4131F1125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" y="2524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86" name="Oval 3228">
                <a:extLst>
                  <a:ext uri="{FF2B5EF4-FFF2-40B4-BE49-F238E27FC236}">
                    <a16:creationId xmlns:a16="http://schemas.microsoft.com/office/drawing/2014/main" id="{85827A09-362B-425B-9D30-89F08503D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1" y="2518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87" name="Oval 3229">
                <a:extLst>
                  <a:ext uri="{FF2B5EF4-FFF2-40B4-BE49-F238E27FC236}">
                    <a16:creationId xmlns:a16="http://schemas.microsoft.com/office/drawing/2014/main" id="{CA0BF3C3-9F76-4FC2-8C2A-93338FF71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2520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88" name="Oval 3230">
                <a:extLst>
                  <a:ext uri="{FF2B5EF4-FFF2-40B4-BE49-F238E27FC236}">
                    <a16:creationId xmlns:a16="http://schemas.microsoft.com/office/drawing/2014/main" id="{5C24B0C0-7D0F-4989-87EA-D74C722EC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2512"/>
                <a:ext cx="14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89" name="Oval 3231">
                <a:extLst>
                  <a:ext uri="{FF2B5EF4-FFF2-40B4-BE49-F238E27FC236}">
                    <a16:creationId xmlns:a16="http://schemas.microsoft.com/office/drawing/2014/main" id="{8934A7C8-62F2-4284-89CD-8C90AE0B5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2516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90" name="Oval 3232">
                <a:extLst>
                  <a:ext uri="{FF2B5EF4-FFF2-40B4-BE49-F238E27FC236}">
                    <a16:creationId xmlns:a16="http://schemas.microsoft.com/office/drawing/2014/main" id="{D9DD6C18-6179-47EB-9FA9-836709343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506"/>
                <a:ext cx="15" cy="18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91" name="Oval 3233">
                <a:extLst>
                  <a:ext uri="{FF2B5EF4-FFF2-40B4-BE49-F238E27FC236}">
                    <a16:creationId xmlns:a16="http://schemas.microsoft.com/office/drawing/2014/main" id="{9B90977F-FFCA-4C38-8520-21F5564E3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2510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92" name="Oval 3234">
                <a:extLst>
                  <a:ext uri="{FF2B5EF4-FFF2-40B4-BE49-F238E27FC236}">
                    <a16:creationId xmlns:a16="http://schemas.microsoft.com/office/drawing/2014/main" id="{27D1CABA-ED76-466E-BC70-1496DFA92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501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93" name="Oval 3235">
                <a:extLst>
                  <a:ext uri="{FF2B5EF4-FFF2-40B4-BE49-F238E27FC236}">
                    <a16:creationId xmlns:a16="http://schemas.microsoft.com/office/drawing/2014/main" id="{4A63B440-C309-4FD5-8E94-C43B0D1FF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5" y="2504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94" name="Oval 3236">
                <a:extLst>
                  <a:ext uri="{FF2B5EF4-FFF2-40B4-BE49-F238E27FC236}">
                    <a16:creationId xmlns:a16="http://schemas.microsoft.com/office/drawing/2014/main" id="{90321FD5-879A-4A7E-B67C-BC214D7F8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2495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95" name="Oval 3237">
                <a:extLst>
                  <a:ext uri="{FF2B5EF4-FFF2-40B4-BE49-F238E27FC236}">
                    <a16:creationId xmlns:a16="http://schemas.microsoft.com/office/drawing/2014/main" id="{50B87085-8979-468E-87F3-666D4167D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2497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96" name="Oval 3238">
                <a:extLst>
                  <a:ext uri="{FF2B5EF4-FFF2-40B4-BE49-F238E27FC236}">
                    <a16:creationId xmlns:a16="http://schemas.microsoft.com/office/drawing/2014/main" id="{601B997F-4FF7-4C87-94DD-8939E92E4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4" y="2487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97" name="Oval 3239">
                <a:extLst>
                  <a:ext uri="{FF2B5EF4-FFF2-40B4-BE49-F238E27FC236}">
                    <a16:creationId xmlns:a16="http://schemas.microsoft.com/office/drawing/2014/main" id="{A490A63B-EDA9-42BE-BC6B-891EA258A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0" y="2489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98" name="Oval 3240">
                <a:extLst>
                  <a:ext uri="{FF2B5EF4-FFF2-40B4-BE49-F238E27FC236}">
                    <a16:creationId xmlns:a16="http://schemas.microsoft.com/office/drawing/2014/main" id="{7C43C38A-C84B-47CA-B58C-055FE0558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2477"/>
                <a:ext cx="14" cy="18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799" name="Oval 3241">
                <a:extLst>
                  <a:ext uri="{FF2B5EF4-FFF2-40B4-BE49-F238E27FC236}">
                    <a16:creationId xmlns:a16="http://schemas.microsoft.com/office/drawing/2014/main" id="{205F612C-19CD-406A-A7DC-F20F4BE06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248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00" name="Oval 3242">
                <a:extLst>
                  <a:ext uri="{FF2B5EF4-FFF2-40B4-BE49-F238E27FC236}">
                    <a16:creationId xmlns:a16="http://schemas.microsoft.com/office/drawing/2014/main" id="{927C19E0-CF3C-43BF-A547-3F0E69DB5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470"/>
                <a:ext cx="14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01" name="Oval 3243">
                <a:extLst>
                  <a:ext uri="{FF2B5EF4-FFF2-40B4-BE49-F238E27FC236}">
                    <a16:creationId xmlns:a16="http://schemas.microsoft.com/office/drawing/2014/main" id="{1F1CD461-3472-48C0-BE83-E3640F501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4" y="2472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02" name="Oval 3244">
                <a:extLst>
                  <a:ext uri="{FF2B5EF4-FFF2-40B4-BE49-F238E27FC236}">
                    <a16:creationId xmlns:a16="http://schemas.microsoft.com/office/drawing/2014/main" id="{41DD87DF-42A8-4823-8A04-BDC7A6A78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2460"/>
                <a:ext cx="15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03" name="Oval 3245">
                <a:extLst>
                  <a:ext uri="{FF2B5EF4-FFF2-40B4-BE49-F238E27FC236}">
                    <a16:creationId xmlns:a16="http://schemas.microsoft.com/office/drawing/2014/main" id="{2A71210E-429F-4ACD-A823-183A0B287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3" y="2462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04" name="Oval 3246">
                <a:extLst>
                  <a:ext uri="{FF2B5EF4-FFF2-40B4-BE49-F238E27FC236}">
                    <a16:creationId xmlns:a16="http://schemas.microsoft.com/office/drawing/2014/main" id="{0136965A-E805-4A67-AF1B-3A38C4BB7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2450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05" name="Oval 3247">
                <a:extLst>
                  <a:ext uri="{FF2B5EF4-FFF2-40B4-BE49-F238E27FC236}">
                    <a16:creationId xmlns:a16="http://schemas.microsoft.com/office/drawing/2014/main" id="{1750A40F-1F20-4A59-91FC-AD24D9410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2452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06" name="Oval 3248">
                <a:extLst>
                  <a:ext uri="{FF2B5EF4-FFF2-40B4-BE49-F238E27FC236}">
                    <a16:creationId xmlns:a16="http://schemas.microsoft.com/office/drawing/2014/main" id="{6A893ED6-F2E4-4FDB-A339-9E0881E9A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2439"/>
                <a:ext cx="17" cy="15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07" name="Oval 3249">
                <a:extLst>
                  <a:ext uri="{FF2B5EF4-FFF2-40B4-BE49-F238E27FC236}">
                    <a16:creationId xmlns:a16="http://schemas.microsoft.com/office/drawing/2014/main" id="{38EE8B86-EA7D-4580-8431-F7ACC9C03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0" y="2443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08" name="Oval 3250">
                <a:extLst>
                  <a:ext uri="{FF2B5EF4-FFF2-40B4-BE49-F238E27FC236}">
                    <a16:creationId xmlns:a16="http://schemas.microsoft.com/office/drawing/2014/main" id="{F28C6EFF-4EA3-428B-896E-4005A910B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429"/>
                <a:ext cx="15" cy="16"/>
              </a:xfrm>
              <a:prstGeom prst="ellipse">
                <a:avLst/>
              </a:prstGeom>
              <a:solidFill>
                <a:srgbClr val="F49D00"/>
              </a:solidFill>
              <a:ln w="4763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09" name="Oval 3251">
                <a:extLst>
                  <a:ext uri="{FF2B5EF4-FFF2-40B4-BE49-F238E27FC236}">
                    <a16:creationId xmlns:a16="http://schemas.microsoft.com/office/drawing/2014/main" id="{9B3976DC-7B0E-4E14-A3BA-891E219B7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43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10" name="Oval 3252">
                <a:extLst>
                  <a:ext uri="{FF2B5EF4-FFF2-40B4-BE49-F238E27FC236}">
                    <a16:creationId xmlns:a16="http://schemas.microsoft.com/office/drawing/2014/main" id="{41F5FC9D-E0CB-4388-A86B-0DB7A98E4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" y="1047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11" name="Oval 3253">
                <a:extLst>
                  <a:ext uri="{FF2B5EF4-FFF2-40B4-BE49-F238E27FC236}">
                    <a16:creationId xmlns:a16="http://schemas.microsoft.com/office/drawing/2014/main" id="{CCCD2A76-3891-4C5F-ADF2-69ACD5AAD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1049"/>
                <a:ext cx="15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12" name="Oval 3254">
                <a:extLst>
                  <a:ext uri="{FF2B5EF4-FFF2-40B4-BE49-F238E27FC236}">
                    <a16:creationId xmlns:a16="http://schemas.microsoft.com/office/drawing/2014/main" id="{567E71F2-4062-402F-A9EB-259D2D85B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1053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13" name="Oval 3255">
                <a:extLst>
                  <a:ext uri="{FF2B5EF4-FFF2-40B4-BE49-F238E27FC236}">
                    <a16:creationId xmlns:a16="http://schemas.microsoft.com/office/drawing/2014/main" id="{6045741C-B999-4396-88FB-6A5EE3E5B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1057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14" name="Oval 3256">
                <a:extLst>
                  <a:ext uri="{FF2B5EF4-FFF2-40B4-BE49-F238E27FC236}">
                    <a16:creationId xmlns:a16="http://schemas.microsoft.com/office/drawing/2014/main" id="{12C8C92D-06D7-4C49-8EA3-AF3A850D4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1063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15" name="Oval 3257">
                <a:extLst>
                  <a:ext uri="{FF2B5EF4-FFF2-40B4-BE49-F238E27FC236}">
                    <a16:creationId xmlns:a16="http://schemas.microsoft.com/office/drawing/2014/main" id="{4DB300D8-AEBF-4241-A147-1712BCD77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1068"/>
                <a:ext cx="14" cy="18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16" name="Oval 3258">
                <a:extLst>
                  <a:ext uri="{FF2B5EF4-FFF2-40B4-BE49-F238E27FC236}">
                    <a16:creationId xmlns:a16="http://schemas.microsoft.com/office/drawing/2014/main" id="{1AEAA5CD-316E-4625-82B8-8C64BFB0D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1076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17" name="Oval 3259">
                <a:extLst>
                  <a:ext uri="{FF2B5EF4-FFF2-40B4-BE49-F238E27FC236}">
                    <a16:creationId xmlns:a16="http://schemas.microsoft.com/office/drawing/2014/main" id="{F1767DE2-D314-45CF-9ACA-27BBAB0A8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5" y="1086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18" name="Oval 3260">
                <a:extLst>
                  <a:ext uri="{FF2B5EF4-FFF2-40B4-BE49-F238E27FC236}">
                    <a16:creationId xmlns:a16="http://schemas.microsoft.com/office/drawing/2014/main" id="{7FC3F1C3-DB05-468E-8905-92CA2F9D6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1093"/>
                <a:ext cx="15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19" name="Oval 3261">
                <a:extLst>
                  <a:ext uri="{FF2B5EF4-FFF2-40B4-BE49-F238E27FC236}">
                    <a16:creationId xmlns:a16="http://schemas.microsoft.com/office/drawing/2014/main" id="{F9CC8C42-947D-4336-82D5-2F04E1335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103"/>
                <a:ext cx="15" cy="17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20" name="Oval 3262">
                <a:extLst>
                  <a:ext uri="{FF2B5EF4-FFF2-40B4-BE49-F238E27FC236}">
                    <a16:creationId xmlns:a16="http://schemas.microsoft.com/office/drawing/2014/main" id="{82FB639A-FB3A-486B-94EE-B6432F769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9" y="1115"/>
                <a:ext cx="16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21" name="Oval 3263">
                <a:extLst>
                  <a:ext uri="{FF2B5EF4-FFF2-40B4-BE49-F238E27FC236}">
                    <a16:creationId xmlns:a16="http://schemas.microsoft.com/office/drawing/2014/main" id="{04FA135C-F6F9-4CA6-AD9B-FA04D1FFF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1126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822" name="Oval 3264">
                <a:extLst>
                  <a:ext uri="{FF2B5EF4-FFF2-40B4-BE49-F238E27FC236}">
                    <a16:creationId xmlns:a16="http://schemas.microsoft.com/office/drawing/2014/main" id="{7190D3BF-EE64-4A8D-A539-EC1970922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1136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26957" name="Group 3466">
              <a:extLst>
                <a:ext uri="{FF2B5EF4-FFF2-40B4-BE49-F238E27FC236}">
                  <a16:creationId xmlns:a16="http://schemas.microsoft.com/office/drawing/2014/main" id="{6AD4B3A3-9A2F-49D2-9814-31752AA729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1" y="1047"/>
              <a:ext cx="692" cy="1409"/>
              <a:chOff x="2941" y="1047"/>
              <a:chExt cx="692" cy="1409"/>
            </a:xfrm>
          </p:grpSpPr>
          <p:sp>
            <p:nvSpPr>
              <p:cNvPr id="27423" name="Oval 3266">
                <a:extLst>
                  <a:ext uri="{FF2B5EF4-FFF2-40B4-BE49-F238E27FC236}">
                    <a16:creationId xmlns:a16="http://schemas.microsoft.com/office/drawing/2014/main" id="{59D26743-4462-4A2B-9812-F04CD2420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1148"/>
                <a:ext cx="14" cy="17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4" name="Oval 3267">
                <a:extLst>
                  <a:ext uri="{FF2B5EF4-FFF2-40B4-BE49-F238E27FC236}">
                    <a16:creationId xmlns:a16="http://schemas.microsoft.com/office/drawing/2014/main" id="{7F96FB01-5E86-402A-924B-5355581D1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1161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5" name="Oval 3268">
                <a:extLst>
                  <a:ext uri="{FF2B5EF4-FFF2-40B4-BE49-F238E27FC236}">
                    <a16:creationId xmlns:a16="http://schemas.microsoft.com/office/drawing/2014/main" id="{929277E5-8A1A-46F5-B909-4900A2917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173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6" name="Oval 3269">
                <a:extLst>
                  <a:ext uri="{FF2B5EF4-FFF2-40B4-BE49-F238E27FC236}">
                    <a16:creationId xmlns:a16="http://schemas.microsoft.com/office/drawing/2014/main" id="{B3333E72-45D8-4C88-8DF2-2D68AE6B3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3" y="1186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7" name="Oval 3270">
                <a:extLst>
                  <a:ext uri="{FF2B5EF4-FFF2-40B4-BE49-F238E27FC236}">
                    <a16:creationId xmlns:a16="http://schemas.microsoft.com/office/drawing/2014/main" id="{607F9E02-4626-45D9-917D-BCC4353E3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200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8" name="Oval 3271">
                <a:extLst>
                  <a:ext uri="{FF2B5EF4-FFF2-40B4-BE49-F238E27FC236}">
                    <a16:creationId xmlns:a16="http://schemas.microsoft.com/office/drawing/2014/main" id="{78003798-6BD8-4AD4-93E9-0681BAC22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211"/>
                <a:ext cx="15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9" name="Freeform 3272">
                <a:extLst>
                  <a:ext uri="{FF2B5EF4-FFF2-40B4-BE49-F238E27FC236}">
                    <a16:creationId xmlns:a16="http://schemas.microsoft.com/office/drawing/2014/main" id="{6D840830-DCD6-4232-B6C8-B5328211C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225"/>
                <a:ext cx="17" cy="17"/>
              </a:xfrm>
              <a:custGeom>
                <a:avLst/>
                <a:gdLst>
                  <a:gd name="T0" fmla="*/ 402 w 9"/>
                  <a:gd name="T1" fmla="*/ 144 h 9"/>
                  <a:gd name="T2" fmla="*/ 189 w 9"/>
                  <a:gd name="T3" fmla="*/ 0 h 9"/>
                  <a:gd name="T4" fmla="*/ 53 w 9"/>
                  <a:gd name="T5" fmla="*/ 272 h 9"/>
                  <a:gd name="T6" fmla="*/ 272 w 9"/>
                  <a:gd name="T7" fmla="*/ 357 h 9"/>
                  <a:gd name="T8" fmla="*/ 402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1"/>
                      <a:pt x="6" y="0"/>
                      <a:pt x="4" y="0"/>
                    </a:cubicBezTo>
                    <a:cubicBezTo>
                      <a:pt x="2" y="1"/>
                      <a:pt x="0" y="3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9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0" name="Freeform 3273">
                <a:extLst>
                  <a:ext uri="{FF2B5EF4-FFF2-40B4-BE49-F238E27FC236}">
                    <a16:creationId xmlns:a16="http://schemas.microsoft.com/office/drawing/2014/main" id="{3CC098F2-0E77-4AC0-8533-DD5153C2F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238"/>
                <a:ext cx="16" cy="18"/>
              </a:xfrm>
              <a:custGeom>
                <a:avLst/>
                <a:gdLst>
                  <a:gd name="T0" fmla="*/ 281 w 9"/>
                  <a:gd name="T1" fmla="*/ 192 h 9"/>
                  <a:gd name="T2" fmla="*/ 117 w 9"/>
                  <a:gd name="T3" fmla="*/ 0 h 9"/>
                  <a:gd name="T4" fmla="*/ 37 w 9"/>
                  <a:gd name="T5" fmla="*/ 384 h 9"/>
                  <a:gd name="T6" fmla="*/ 203 w 9"/>
                  <a:gd name="T7" fmla="*/ 512 h 9"/>
                  <a:gd name="T8" fmla="*/ 281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1"/>
                      <a:pt x="6" y="0"/>
                      <a:pt x="4" y="0"/>
                    </a:cubicBezTo>
                    <a:cubicBezTo>
                      <a:pt x="1" y="1"/>
                      <a:pt x="0" y="3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9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1" name="Freeform 3274">
                <a:extLst>
                  <a:ext uri="{FF2B5EF4-FFF2-40B4-BE49-F238E27FC236}">
                    <a16:creationId xmlns:a16="http://schemas.microsoft.com/office/drawing/2014/main" id="{032737BC-08DA-44D3-A125-D8E2581E1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252"/>
                <a:ext cx="16" cy="17"/>
              </a:xfrm>
              <a:custGeom>
                <a:avLst/>
                <a:gdLst>
                  <a:gd name="T0" fmla="*/ 281 w 9"/>
                  <a:gd name="T1" fmla="*/ 144 h 9"/>
                  <a:gd name="T2" fmla="*/ 117 w 9"/>
                  <a:gd name="T3" fmla="*/ 53 h 9"/>
                  <a:gd name="T4" fmla="*/ 37 w 9"/>
                  <a:gd name="T5" fmla="*/ 272 h 9"/>
                  <a:gd name="T6" fmla="*/ 203 w 9"/>
                  <a:gd name="T7" fmla="*/ 357 h 9"/>
                  <a:gd name="T8" fmla="*/ 281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1"/>
                      <a:pt x="6" y="0"/>
                      <a:pt x="4" y="1"/>
                    </a:cubicBezTo>
                    <a:cubicBezTo>
                      <a:pt x="2" y="1"/>
                      <a:pt x="0" y="3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8"/>
                      <a:pt x="9" y="5"/>
                      <a:pt x="9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2" name="Freeform 3275">
                <a:extLst>
                  <a:ext uri="{FF2B5EF4-FFF2-40B4-BE49-F238E27FC236}">
                    <a16:creationId xmlns:a16="http://schemas.microsoft.com/office/drawing/2014/main" id="{85FB040E-3014-447A-8B27-0DCC0C083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1265"/>
                <a:ext cx="17" cy="18"/>
              </a:xfrm>
              <a:custGeom>
                <a:avLst/>
                <a:gdLst>
                  <a:gd name="T0" fmla="*/ 357 w 9"/>
                  <a:gd name="T1" fmla="*/ 192 h 9"/>
                  <a:gd name="T2" fmla="*/ 144 w 9"/>
                  <a:gd name="T3" fmla="*/ 64 h 9"/>
                  <a:gd name="T4" fmla="*/ 0 w 9"/>
                  <a:gd name="T5" fmla="*/ 384 h 9"/>
                  <a:gd name="T6" fmla="*/ 272 w 9"/>
                  <a:gd name="T7" fmla="*/ 512 h 9"/>
                  <a:gd name="T8" fmla="*/ 357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0" y="6"/>
                    </a:cubicBezTo>
                    <a:cubicBezTo>
                      <a:pt x="1" y="8"/>
                      <a:pt x="3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3" name="Freeform 3276">
                <a:extLst>
                  <a:ext uri="{FF2B5EF4-FFF2-40B4-BE49-F238E27FC236}">
                    <a16:creationId xmlns:a16="http://schemas.microsoft.com/office/drawing/2014/main" id="{86C3DBB2-B0A5-4DF1-9FD3-23DABA8D6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279"/>
                <a:ext cx="16" cy="17"/>
              </a:xfrm>
              <a:custGeom>
                <a:avLst/>
                <a:gdLst>
                  <a:gd name="T0" fmla="*/ 247 w 9"/>
                  <a:gd name="T1" fmla="*/ 189 h 9"/>
                  <a:gd name="T2" fmla="*/ 89 w 9"/>
                  <a:gd name="T3" fmla="*/ 53 h 9"/>
                  <a:gd name="T4" fmla="*/ 37 w 9"/>
                  <a:gd name="T5" fmla="*/ 272 h 9"/>
                  <a:gd name="T6" fmla="*/ 203 w 9"/>
                  <a:gd name="T7" fmla="*/ 402 h 9"/>
                  <a:gd name="T8" fmla="*/ 247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4"/>
                    </a:moveTo>
                    <a:cubicBezTo>
                      <a:pt x="8" y="1"/>
                      <a:pt x="6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8"/>
                      <a:pt x="4" y="9"/>
                      <a:pt x="6" y="9"/>
                    </a:cubicBezTo>
                    <a:cubicBezTo>
                      <a:pt x="8" y="8"/>
                      <a:pt x="9" y="6"/>
                      <a:pt x="8" y="4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4" name="Freeform 3277">
                <a:extLst>
                  <a:ext uri="{FF2B5EF4-FFF2-40B4-BE49-F238E27FC236}">
                    <a16:creationId xmlns:a16="http://schemas.microsoft.com/office/drawing/2014/main" id="{F372AC28-E521-4469-B7AF-9BF1F42BB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294"/>
                <a:ext cx="16" cy="18"/>
              </a:xfrm>
              <a:custGeom>
                <a:avLst/>
                <a:gdLst>
                  <a:gd name="T0" fmla="*/ 247 w 9"/>
                  <a:gd name="T1" fmla="*/ 192 h 9"/>
                  <a:gd name="T2" fmla="*/ 89 w 9"/>
                  <a:gd name="T3" fmla="*/ 0 h 9"/>
                  <a:gd name="T4" fmla="*/ 0 w 9"/>
                  <a:gd name="T5" fmla="*/ 320 h 9"/>
                  <a:gd name="T6" fmla="*/ 158 w 9"/>
                  <a:gd name="T7" fmla="*/ 512 h 9"/>
                  <a:gd name="T8" fmla="*/ 247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1" y="7"/>
                      <a:pt x="3" y="9"/>
                      <a:pt x="5" y="8"/>
                    </a:cubicBezTo>
                    <a:cubicBezTo>
                      <a:pt x="8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5" name="Freeform 3278">
                <a:extLst>
                  <a:ext uri="{FF2B5EF4-FFF2-40B4-BE49-F238E27FC236}">
                    <a16:creationId xmlns:a16="http://schemas.microsoft.com/office/drawing/2014/main" id="{3C75108F-7B96-4B6A-B3EE-4964689AA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308"/>
                <a:ext cx="15" cy="17"/>
              </a:xfrm>
              <a:custGeom>
                <a:avLst/>
                <a:gdLst>
                  <a:gd name="T0" fmla="*/ 349 w 8"/>
                  <a:gd name="T1" fmla="*/ 144 h 9"/>
                  <a:gd name="T2" fmla="*/ 137 w 8"/>
                  <a:gd name="T3" fmla="*/ 53 h 9"/>
                  <a:gd name="T4" fmla="*/ 0 w 8"/>
                  <a:gd name="T5" fmla="*/ 272 h 9"/>
                  <a:gd name="T6" fmla="*/ 212 w 8"/>
                  <a:gd name="T7" fmla="*/ 357 h 9"/>
                  <a:gd name="T8" fmla="*/ 349 w 8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3"/>
                    </a:moveTo>
                    <a:cubicBezTo>
                      <a:pt x="7" y="1"/>
                      <a:pt x="5" y="0"/>
                      <a:pt x="3" y="1"/>
                    </a:cubicBezTo>
                    <a:cubicBezTo>
                      <a:pt x="1" y="1"/>
                      <a:pt x="0" y="3"/>
                      <a:pt x="0" y="6"/>
                    </a:cubicBezTo>
                    <a:cubicBezTo>
                      <a:pt x="1" y="8"/>
                      <a:pt x="3" y="9"/>
                      <a:pt x="5" y="8"/>
                    </a:cubicBezTo>
                    <a:cubicBezTo>
                      <a:pt x="7" y="8"/>
                      <a:pt x="8" y="6"/>
                      <a:pt x="8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6" name="Freeform 3279">
                <a:extLst>
                  <a:ext uri="{FF2B5EF4-FFF2-40B4-BE49-F238E27FC236}">
                    <a16:creationId xmlns:a16="http://schemas.microsoft.com/office/drawing/2014/main" id="{ABDA4824-4529-4F03-8FBD-4585F5454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323"/>
                <a:ext cx="16" cy="16"/>
              </a:xfrm>
              <a:custGeom>
                <a:avLst/>
                <a:gdLst>
                  <a:gd name="T0" fmla="*/ 281 w 9"/>
                  <a:gd name="T1" fmla="*/ 192 h 8"/>
                  <a:gd name="T2" fmla="*/ 117 w 9"/>
                  <a:gd name="T3" fmla="*/ 0 h 8"/>
                  <a:gd name="T4" fmla="*/ 37 w 9"/>
                  <a:gd name="T5" fmla="*/ 320 h 8"/>
                  <a:gd name="T6" fmla="*/ 203 w 9"/>
                  <a:gd name="T7" fmla="*/ 512 h 8"/>
                  <a:gd name="T8" fmla="*/ 281 w 9"/>
                  <a:gd name="T9" fmla="*/ 1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3"/>
                    </a:moveTo>
                    <a:cubicBezTo>
                      <a:pt x="8" y="1"/>
                      <a:pt x="6" y="0"/>
                      <a:pt x="4" y="0"/>
                    </a:cubicBezTo>
                    <a:cubicBezTo>
                      <a:pt x="2" y="1"/>
                      <a:pt x="0" y="3"/>
                      <a:pt x="1" y="5"/>
                    </a:cubicBezTo>
                    <a:cubicBezTo>
                      <a:pt x="2" y="7"/>
                      <a:pt x="4" y="8"/>
                      <a:pt x="6" y="8"/>
                    </a:cubicBezTo>
                    <a:cubicBezTo>
                      <a:pt x="8" y="7"/>
                      <a:pt x="9" y="5"/>
                      <a:pt x="9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7" name="Freeform 3280">
                <a:extLst>
                  <a:ext uri="{FF2B5EF4-FFF2-40B4-BE49-F238E27FC236}">
                    <a16:creationId xmlns:a16="http://schemas.microsoft.com/office/drawing/2014/main" id="{E5785CA7-0269-46FF-94DE-926628D91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337"/>
                <a:ext cx="16" cy="17"/>
              </a:xfrm>
              <a:custGeom>
                <a:avLst/>
                <a:gdLst>
                  <a:gd name="T0" fmla="*/ 281 w 9"/>
                  <a:gd name="T1" fmla="*/ 144 h 9"/>
                  <a:gd name="T2" fmla="*/ 117 w 9"/>
                  <a:gd name="T3" fmla="*/ 53 h 9"/>
                  <a:gd name="T4" fmla="*/ 37 w 9"/>
                  <a:gd name="T5" fmla="*/ 272 h 9"/>
                  <a:gd name="T6" fmla="*/ 203 w 9"/>
                  <a:gd name="T7" fmla="*/ 357 h 9"/>
                  <a:gd name="T8" fmla="*/ 281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1"/>
                      <a:pt x="6" y="0"/>
                      <a:pt x="4" y="1"/>
                    </a:cubicBezTo>
                    <a:cubicBezTo>
                      <a:pt x="2" y="1"/>
                      <a:pt x="0" y="3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8"/>
                      <a:pt x="9" y="6"/>
                      <a:pt x="9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8" name="Freeform 3281">
                <a:extLst>
                  <a:ext uri="{FF2B5EF4-FFF2-40B4-BE49-F238E27FC236}">
                    <a16:creationId xmlns:a16="http://schemas.microsoft.com/office/drawing/2014/main" id="{FCDB1241-3C78-4BC7-B18C-2F7D88FBC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352"/>
                <a:ext cx="16" cy="17"/>
              </a:xfrm>
              <a:custGeom>
                <a:avLst/>
                <a:gdLst>
                  <a:gd name="T0" fmla="*/ 247 w 9"/>
                  <a:gd name="T1" fmla="*/ 144 h 9"/>
                  <a:gd name="T2" fmla="*/ 89 w 9"/>
                  <a:gd name="T3" fmla="*/ 0 h 9"/>
                  <a:gd name="T4" fmla="*/ 0 w 9"/>
                  <a:gd name="T5" fmla="*/ 213 h 9"/>
                  <a:gd name="T6" fmla="*/ 158 w 9"/>
                  <a:gd name="T7" fmla="*/ 357 h 9"/>
                  <a:gd name="T8" fmla="*/ 24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7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1" y="7"/>
                      <a:pt x="3" y="9"/>
                      <a:pt x="5" y="8"/>
                    </a:cubicBezTo>
                    <a:cubicBezTo>
                      <a:pt x="7" y="7"/>
                      <a:pt x="9" y="5"/>
                      <a:pt x="8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9" name="Freeform 3282">
                <a:extLst>
                  <a:ext uri="{FF2B5EF4-FFF2-40B4-BE49-F238E27FC236}">
                    <a16:creationId xmlns:a16="http://schemas.microsoft.com/office/drawing/2014/main" id="{8357E17F-0BF2-4F95-9110-427A83E60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366"/>
                <a:ext cx="16" cy="17"/>
              </a:xfrm>
              <a:custGeom>
                <a:avLst/>
                <a:gdLst>
                  <a:gd name="T0" fmla="*/ 247 w 9"/>
                  <a:gd name="T1" fmla="*/ 189 h 9"/>
                  <a:gd name="T2" fmla="*/ 89 w 9"/>
                  <a:gd name="T3" fmla="*/ 53 h 9"/>
                  <a:gd name="T4" fmla="*/ 37 w 9"/>
                  <a:gd name="T5" fmla="*/ 272 h 9"/>
                  <a:gd name="T6" fmla="*/ 158 w 9"/>
                  <a:gd name="T7" fmla="*/ 402 h 9"/>
                  <a:gd name="T8" fmla="*/ 247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4"/>
                    </a:moveTo>
                    <a:cubicBezTo>
                      <a:pt x="8" y="2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8"/>
                      <a:pt x="3" y="9"/>
                      <a:pt x="5" y="9"/>
                    </a:cubicBezTo>
                    <a:cubicBezTo>
                      <a:pt x="8" y="8"/>
                      <a:pt x="9" y="6"/>
                      <a:pt x="8" y="4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0" name="Oval 3283">
                <a:extLst>
                  <a:ext uri="{FF2B5EF4-FFF2-40B4-BE49-F238E27FC236}">
                    <a16:creationId xmlns:a16="http://schemas.microsoft.com/office/drawing/2014/main" id="{4B142CFF-FE2D-4E38-AAEA-72687CFFE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" y="2441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1" name="Oval 3284">
                <a:extLst>
                  <a:ext uri="{FF2B5EF4-FFF2-40B4-BE49-F238E27FC236}">
                    <a16:creationId xmlns:a16="http://schemas.microsoft.com/office/drawing/2014/main" id="{40F66CD8-C2EF-4DE0-8BFB-CE5CDA179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2441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2" name="Oval 3285">
                <a:extLst>
                  <a:ext uri="{FF2B5EF4-FFF2-40B4-BE49-F238E27FC236}">
                    <a16:creationId xmlns:a16="http://schemas.microsoft.com/office/drawing/2014/main" id="{4AF4E923-7D2D-4482-9501-F8C5556EA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437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3" name="Oval 3286">
                <a:extLst>
                  <a:ext uri="{FF2B5EF4-FFF2-40B4-BE49-F238E27FC236}">
                    <a16:creationId xmlns:a16="http://schemas.microsoft.com/office/drawing/2014/main" id="{86CD2124-B368-4497-8E38-5A1C28D21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2433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4" name="Oval 3287">
                <a:extLst>
                  <a:ext uri="{FF2B5EF4-FFF2-40B4-BE49-F238E27FC236}">
                    <a16:creationId xmlns:a16="http://schemas.microsoft.com/office/drawing/2014/main" id="{8B1C7E83-B30A-43DD-A627-0782C6BA9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2427"/>
                <a:ext cx="15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5" name="Oval 3288">
                <a:extLst>
                  <a:ext uri="{FF2B5EF4-FFF2-40B4-BE49-F238E27FC236}">
                    <a16:creationId xmlns:a16="http://schemas.microsoft.com/office/drawing/2014/main" id="{67EE2946-8933-40A1-B441-787323101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2419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6" name="Oval 3289">
                <a:extLst>
                  <a:ext uri="{FF2B5EF4-FFF2-40B4-BE49-F238E27FC236}">
                    <a16:creationId xmlns:a16="http://schemas.microsoft.com/office/drawing/2014/main" id="{D28005FA-5D10-4FF9-92D5-AA3A1EB02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2414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7" name="Oval 3290">
                <a:extLst>
                  <a:ext uri="{FF2B5EF4-FFF2-40B4-BE49-F238E27FC236}">
                    <a16:creationId xmlns:a16="http://schemas.microsoft.com/office/drawing/2014/main" id="{A8980E3B-1CEF-4AB5-B6E8-FB5B39F23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5" y="2404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8" name="Oval 3291">
                <a:extLst>
                  <a:ext uri="{FF2B5EF4-FFF2-40B4-BE49-F238E27FC236}">
                    <a16:creationId xmlns:a16="http://schemas.microsoft.com/office/drawing/2014/main" id="{04BDEC19-ACF7-4D7D-B818-DA245B5AD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2394"/>
                <a:ext cx="15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9" name="Oval 3292">
                <a:extLst>
                  <a:ext uri="{FF2B5EF4-FFF2-40B4-BE49-F238E27FC236}">
                    <a16:creationId xmlns:a16="http://schemas.microsoft.com/office/drawing/2014/main" id="{D9ABD492-A9BD-41C7-87E1-F3280EBC0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385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50" name="Oval 3293">
                <a:extLst>
                  <a:ext uri="{FF2B5EF4-FFF2-40B4-BE49-F238E27FC236}">
                    <a16:creationId xmlns:a16="http://schemas.microsoft.com/office/drawing/2014/main" id="{2A8DAEC1-CE2C-4AEF-9A90-AE0B53CB7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9" y="2375"/>
                <a:ext cx="16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51" name="Oval 3294">
                <a:extLst>
                  <a:ext uri="{FF2B5EF4-FFF2-40B4-BE49-F238E27FC236}">
                    <a16:creationId xmlns:a16="http://schemas.microsoft.com/office/drawing/2014/main" id="{CC76C2B5-65D2-4F48-9D2C-43EA38350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2363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52" name="Oval 3295">
                <a:extLst>
                  <a:ext uri="{FF2B5EF4-FFF2-40B4-BE49-F238E27FC236}">
                    <a16:creationId xmlns:a16="http://schemas.microsoft.com/office/drawing/2014/main" id="{9A55C13D-BEE2-4829-A5F1-4344871DE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352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53" name="Oval 3296">
                <a:extLst>
                  <a:ext uri="{FF2B5EF4-FFF2-40B4-BE49-F238E27FC236}">
                    <a16:creationId xmlns:a16="http://schemas.microsoft.com/office/drawing/2014/main" id="{EAD3307A-D870-4E44-A221-65A1C932C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2340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54" name="Oval 3297">
                <a:extLst>
                  <a:ext uri="{FF2B5EF4-FFF2-40B4-BE49-F238E27FC236}">
                    <a16:creationId xmlns:a16="http://schemas.microsoft.com/office/drawing/2014/main" id="{4F0C9B34-A55C-442F-BFE3-56E3CA90F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2329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55" name="Oval 3298">
                <a:extLst>
                  <a:ext uri="{FF2B5EF4-FFF2-40B4-BE49-F238E27FC236}">
                    <a16:creationId xmlns:a16="http://schemas.microsoft.com/office/drawing/2014/main" id="{C12B5290-AFE8-46B4-9862-06425F4A7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317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56" name="Oval 3299">
                <a:extLst>
                  <a:ext uri="{FF2B5EF4-FFF2-40B4-BE49-F238E27FC236}">
                    <a16:creationId xmlns:a16="http://schemas.microsoft.com/office/drawing/2014/main" id="{2152BDE7-0C8E-4A9B-B8E8-41AAEB183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3" y="2304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57" name="Oval 3300">
                <a:extLst>
                  <a:ext uri="{FF2B5EF4-FFF2-40B4-BE49-F238E27FC236}">
                    <a16:creationId xmlns:a16="http://schemas.microsoft.com/office/drawing/2014/main" id="{ADB54154-DDF0-48B0-87A2-FB51811EA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2290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58" name="Oval 3301">
                <a:extLst>
                  <a:ext uri="{FF2B5EF4-FFF2-40B4-BE49-F238E27FC236}">
                    <a16:creationId xmlns:a16="http://schemas.microsoft.com/office/drawing/2014/main" id="{98D2137D-373C-40A8-85AA-7B73BF6FB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277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59" name="Freeform 3302">
                <a:extLst>
                  <a:ext uri="{FF2B5EF4-FFF2-40B4-BE49-F238E27FC236}">
                    <a16:creationId xmlns:a16="http://schemas.microsoft.com/office/drawing/2014/main" id="{9573F131-AF92-4DF5-9832-507CFDE73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263"/>
                <a:ext cx="17" cy="18"/>
              </a:xfrm>
              <a:custGeom>
                <a:avLst/>
                <a:gdLst>
                  <a:gd name="T0" fmla="*/ 402 w 9"/>
                  <a:gd name="T1" fmla="*/ 384 h 9"/>
                  <a:gd name="T2" fmla="*/ 189 w 9"/>
                  <a:gd name="T3" fmla="*/ 512 h 9"/>
                  <a:gd name="T4" fmla="*/ 53 w 9"/>
                  <a:gd name="T5" fmla="*/ 192 h 9"/>
                  <a:gd name="T6" fmla="*/ 272 w 9"/>
                  <a:gd name="T7" fmla="*/ 64 h 9"/>
                  <a:gd name="T8" fmla="*/ 402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8"/>
                      <a:pt x="6" y="9"/>
                      <a:pt x="4" y="8"/>
                    </a:cubicBezTo>
                    <a:cubicBezTo>
                      <a:pt x="2" y="8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0" name="Freeform 3303">
                <a:extLst>
                  <a:ext uri="{FF2B5EF4-FFF2-40B4-BE49-F238E27FC236}">
                    <a16:creationId xmlns:a16="http://schemas.microsoft.com/office/drawing/2014/main" id="{6BFAE2EB-83D1-4212-9626-7F67E90EE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250"/>
                <a:ext cx="16" cy="17"/>
              </a:xfrm>
              <a:custGeom>
                <a:avLst/>
                <a:gdLst>
                  <a:gd name="T0" fmla="*/ 281 w 9"/>
                  <a:gd name="T1" fmla="*/ 272 h 9"/>
                  <a:gd name="T2" fmla="*/ 117 w 9"/>
                  <a:gd name="T3" fmla="*/ 357 h 9"/>
                  <a:gd name="T4" fmla="*/ 37 w 9"/>
                  <a:gd name="T5" fmla="*/ 144 h 9"/>
                  <a:gd name="T6" fmla="*/ 203 w 9"/>
                  <a:gd name="T7" fmla="*/ 53 h 9"/>
                  <a:gd name="T8" fmla="*/ 281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8"/>
                      <a:pt x="6" y="9"/>
                      <a:pt x="4" y="8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1" name="Freeform 3304">
                <a:extLst>
                  <a:ext uri="{FF2B5EF4-FFF2-40B4-BE49-F238E27FC236}">
                    <a16:creationId xmlns:a16="http://schemas.microsoft.com/office/drawing/2014/main" id="{FD8D9E8F-B7C6-428E-BE61-5BEE0C669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236"/>
                <a:ext cx="16" cy="17"/>
              </a:xfrm>
              <a:custGeom>
                <a:avLst/>
                <a:gdLst>
                  <a:gd name="T0" fmla="*/ 281 w 9"/>
                  <a:gd name="T1" fmla="*/ 272 h 9"/>
                  <a:gd name="T2" fmla="*/ 117 w 9"/>
                  <a:gd name="T3" fmla="*/ 357 h 9"/>
                  <a:gd name="T4" fmla="*/ 37 w 9"/>
                  <a:gd name="T5" fmla="*/ 144 h 9"/>
                  <a:gd name="T6" fmla="*/ 203 w 9"/>
                  <a:gd name="T7" fmla="*/ 53 h 9"/>
                  <a:gd name="T8" fmla="*/ 281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8"/>
                      <a:pt x="6" y="9"/>
                      <a:pt x="4" y="8"/>
                    </a:cubicBezTo>
                    <a:cubicBezTo>
                      <a:pt x="2" y="8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1"/>
                      <a:pt x="9" y="3"/>
                      <a:pt x="9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2" name="Freeform 3305">
                <a:extLst>
                  <a:ext uri="{FF2B5EF4-FFF2-40B4-BE49-F238E27FC236}">
                    <a16:creationId xmlns:a16="http://schemas.microsoft.com/office/drawing/2014/main" id="{D0EBF69F-5A71-47BE-B279-C30B02CE6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223"/>
                <a:ext cx="17" cy="17"/>
              </a:xfrm>
              <a:custGeom>
                <a:avLst/>
                <a:gdLst>
                  <a:gd name="T0" fmla="*/ 357 w 9"/>
                  <a:gd name="T1" fmla="*/ 213 h 9"/>
                  <a:gd name="T2" fmla="*/ 144 w 9"/>
                  <a:gd name="T3" fmla="*/ 357 h 9"/>
                  <a:gd name="T4" fmla="*/ 0 w 9"/>
                  <a:gd name="T5" fmla="*/ 144 h 9"/>
                  <a:gd name="T6" fmla="*/ 272 w 9"/>
                  <a:gd name="T7" fmla="*/ 0 h 9"/>
                  <a:gd name="T8" fmla="*/ 357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5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6" y="0"/>
                    </a:cubicBezTo>
                    <a:cubicBezTo>
                      <a:pt x="8" y="1"/>
                      <a:pt x="9" y="3"/>
                      <a:pt x="8" y="5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3" name="Freeform 3306">
                <a:extLst>
                  <a:ext uri="{FF2B5EF4-FFF2-40B4-BE49-F238E27FC236}">
                    <a16:creationId xmlns:a16="http://schemas.microsoft.com/office/drawing/2014/main" id="{F4A09420-3C70-4F23-8933-EB3790C03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207"/>
                <a:ext cx="16" cy="18"/>
              </a:xfrm>
              <a:custGeom>
                <a:avLst/>
                <a:gdLst>
                  <a:gd name="T0" fmla="*/ 247 w 9"/>
                  <a:gd name="T1" fmla="*/ 384 h 9"/>
                  <a:gd name="T2" fmla="*/ 89 w 9"/>
                  <a:gd name="T3" fmla="*/ 576 h 9"/>
                  <a:gd name="T4" fmla="*/ 37 w 9"/>
                  <a:gd name="T5" fmla="*/ 256 h 9"/>
                  <a:gd name="T6" fmla="*/ 203 w 9"/>
                  <a:gd name="T7" fmla="*/ 64 h 9"/>
                  <a:gd name="T8" fmla="*/ 24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8" y="8"/>
                      <a:pt x="6" y="9"/>
                      <a:pt x="3" y="9"/>
                    </a:cubicBezTo>
                    <a:cubicBezTo>
                      <a:pt x="1" y="8"/>
                      <a:pt x="0" y="6"/>
                      <a:pt x="1" y="4"/>
                    </a:cubicBezTo>
                    <a:cubicBezTo>
                      <a:pt x="1" y="2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4" name="Freeform 3307">
                <a:extLst>
                  <a:ext uri="{FF2B5EF4-FFF2-40B4-BE49-F238E27FC236}">
                    <a16:creationId xmlns:a16="http://schemas.microsoft.com/office/drawing/2014/main" id="{F2DD76D7-6FFA-4730-81CB-7258406BD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194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0 w 9"/>
                  <a:gd name="T5" fmla="*/ 144 h 9"/>
                  <a:gd name="T6" fmla="*/ 158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5" name="Freeform 3308">
                <a:extLst>
                  <a:ext uri="{FF2B5EF4-FFF2-40B4-BE49-F238E27FC236}">
                    <a16:creationId xmlns:a16="http://schemas.microsoft.com/office/drawing/2014/main" id="{1388D4C7-8BC6-42B4-98E6-FBE958CEC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180"/>
                <a:ext cx="15" cy="18"/>
              </a:xfrm>
              <a:custGeom>
                <a:avLst/>
                <a:gdLst>
                  <a:gd name="T0" fmla="*/ 349 w 8"/>
                  <a:gd name="T1" fmla="*/ 320 h 9"/>
                  <a:gd name="T2" fmla="*/ 137 w 8"/>
                  <a:gd name="T3" fmla="*/ 512 h 9"/>
                  <a:gd name="T4" fmla="*/ 0 w 8"/>
                  <a:gd name="T5" fmla="*/ 192 h 9"/>
                  <a:gd name="T6" fmla="*/ 212 w 8"/>
                  <a:gd name="T7" fmla="*/ 0 h 9"/>
                  <a:gd name="T8" fmla="*/ 349 w 8"/>
                  <a:gd name="T9" fmla="*/ 3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7" y="7"/>
                      <a:pt x="5" y="9"/>
                      <a:pt x="3" y="8"/>
                    </a:cubicBezTo>
                    <a:cubicBezTo>
                      <a:pt x="1" y="8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6" name="Freeform 3309">
                <a:extLst>
                  <a:ext uri="{FF2B5EF4-FFF2-40B4-BE49-F238E27FC236}">
                    <a16:creationId xmlns:a16="http://schemas.microsoft.com/office/drawing/2014/main" id="{E19AB8EC-0BE0-4A91-B392-EEBFD93E4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165"/>
                <a:ext cx="16" cy="17"/>
              </a:xfrm>
              <a:custGeom>
                <a:avLst/>
                <a:gdLst>
                  <a:gd name="T0" fmla="*/ 281 w 9"/>
                  <a:gd name="T1" fmla="*/ 272 h 9"/>
                  <a:gd name="T2" fmla="*/ 117 w 9"/>
                  <a:gd name="T3" fmla="*/ 402 h 9"/>
                  <a:gd name="T4" fmla="*/ 37 w 9"/>
                  <a:gd name="T5" fmla="*/ 189 h 9"/>
                  <a:gd name="T6" fmla="*/ 203 w 9"/>
                  <a:gd name="T7" fmla="*/ 53 h 9"/>
                  <a:gd name="T8" fmla="*/ 281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6"/>
                    </a:move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2" y="2"/>
                      <a:pt x="4" y="0"/>
                      <a:pt x="6" y="1"/>
                    </a:cubicBezTo>
                    <a:cubicBezTo>
                      <a:pt x="8" y="1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7" name="Freeform 3310">
                <a:extLst>
                  <a:ext uri="{FF2B5EF4-FFF2-40B4-BE49-F238E27FC236}">
                    <a16:creationId xmlns:a16="http://schemas.microsoft.com/office/drawing/2014/main" id="{32AFB81B-0B1B-4E59-9CAE-AF7E111FC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151"/>
                <a:ext cx="16" cy="18"/>
              </a:xfrm>
              <a:custGeom>
                <a:avLst/>
                <a:gdLst>
                  <a:gd name="T0" fmla="*/ 281 w 9"/>
                  <a:gd name="T1" fmla="*/ 320 h 9"/>
                  <a:gd name="T2" fmla="*/ 117 w 9"/>
                  <a:gd name="T3" fmla="*/ 512 h 9"/>
                  <a:gd name="T4" fmla="*/ 37 w 9"/>
                  <a:gd name="T5" fmla="*/ 192 h 9"/>
                  <a:gd name="T6" fmla="*/ 203 w 9"/>
                  <a:gd name="T7" fmla="*/ 0 h 9"/>
                  <a:gd name="T8" fmla="*/ 281 w 9"/>
                  <a:gd name="T9" fmla="*/ 3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cubicBezTo>
                      <a:pt x="8" y="7"/>
                      <a:pt x="6" y="9"/>
                      <a:pt x="4" y="8"/>
                    </a:cubicBezTo>
                    <a:cubicBezTo>
                      <a:pt x="2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9" y="5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8" name="Freeform 3311">
                <a:extLst>
                  <a:ext uri="{FF2B5EF4-FFF2-40B4-BE49-F238E27FC236}">
                    <a16:creationId xmlns:a16="http://schemas.microsoft.com/office/drawing/2014/main" id="{8E7B8ACC-F51B-4C1F-B280-00A28D336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136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0 w 9"/>
                  <a:gd name="T5" fmla="*/ 189 h 9"/>
                  <a:gd name="T6" fmla="*/ 158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9" name="Freeform 3312">
                <a:extLst>
                  <a:ext uri="{FF2B5EF4-FFF2-40B4-BE49-F238E27FC236}">
                    <a16:creationId xmlns:a16="http://schemas.microsoft.com/office/drawing/2014/main" id="{50EAE0B0-60B3-4086-862F-7F5E243D7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120"/>
                <a:ext cx="16" cy="18"/>
              </a:xfrm>
              <a:custGeom>
                <a:avLst/>
                <a:gdLst>
                  <a:gd name="T0" fmla="*/ 247 w 9"/>
                  <a:gd name="T1" fmla="*/ 384 h 9"/>
                  <a:gd name="T2" fmla="*/ 89 w 9"/>
                  <a:gd name="T3" fmla="*/ 576 h 9"/>
                  <a:gd name="T4" fmla="*/ 37 w 9"/>
                  <a:gd name="T5" fmla="*/ 256 h 9"/>
                  <a:gd name="T6" fmla="*/ 158 w 9"/>
                  <a:gd name="T7" fmla="*/ 64 h 9"/>
                  <a:gd name="T8" fmla="*/ 24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8" y="8"/>
                      <a:pt x="5" y="9"/>
                      <a:pt x="3" y="9"/>
                    </a:cubicBezTo>
                    <a:cubicBezTo>
                      <a:pt x="1" y="8"/>
                      <a:pt x="0" y="6"/>
                      <a:pt x="1" y="4"/>
                    </a:cubicBezTo>
                    <a:cubicBezTo>
                      <a:pt x="1" y="2"/>
                      <a:pt x="3" y="0"/>
                      <a:pt x="5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0" name="Freeform 3313">
                <a:extLst>
                  <a:ext uri="{FF2B5EF4-FFF2-40B4-BE49-F238E27FC236}">
                    <a16:creationId xmlns:a16="http://schemas.microsoft.com/office/drawing/2014/main" id="{E546CC2D-7E14-4A06-A146-ECD65E8E2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107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37 w 9"/>
                  <a:gd name="T5" fmla="*/ 100 h 9"/>
                  <a:gd name="T6" fmla="*/ 208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1" name="Freeform 3314">
                <a:extLst>
                  <a:ext uri="{FF2B5EF4-FFF2-40B4-BE49-F238E27FC236}">
                    <a16:creationId xmlns:a16="http://schemas.microsoft.com/office/drawing/2014/main" id="{7EB1957A-D727-43DE-98C9-7E2D654F9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091"/>
                <a:ext cx="16" cy="18"/>
              </a:xfrm>
              <a:custGeom>
                <a:avLst/>
                <a:gdLst>
                  <a:gd name="T0" fmla="*/ 247 w 9"/>
                  <a:gd name="T1" fmla="*/ 384 h 9"/>
                  <a:gd name="T2" fmla="*/ 66 w 9"/>
                  <a:gd name="T3" fmla="*/ 512 h 9"/>
                  <a:gd name="T4" fmla="*/ 37 w 9"/>
                  <a:gd name="T5" fmla="*/ 192 h 9"/>
                  <a:gd name="T6" fmla="*/ 203 w 9"/>
                  <a:gd name="T7" fmla="*/ 64 h 9"/>
                  <a:gd name="T8" fmla="*/ 24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2" name="Freeform 3315">
                <a:extLst>
                  <a:ext uri="{FF2B5EF4-FFF2-40B4-BE49-F238E27FC236}">
                    <a16:creationId xmlns:a16="http://schemas.microsoft.com/office/drawing/2014/main" id="{1BE672CD-D103-47B4-AA66-8F9C689D7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076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37 w 9"/>
                  <a:gd name="T5" fmla="*/ 144 h 9"/>
                  <a:gd name="T6" fmla="*/ 208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3" name="Freeform 3316">
                <a:extLst>
                  <a:ext uri="{FF2B5EF4-FFF2-40B4-BE49-F238E27FC236}">
                    <a16:creationId xmlns:a16="http://schemas.microsoft.com/office/drawing/2014/main" id="{5E97487B-13A2-475C-928C-5C82DB5F4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060"/>
                <a:ext cx="17" cy="20"/>
              </a:xfrm>
              <a:custGeom>
                <a:avLst/>
                <a:gdLst>
                  <a:gd name="T0" fmla="*/ 357 w 9"/>
                  <a:gd name="T1" fmla="*/ 448 h 10"/>
                  <a:gd name="T2" fmla="*/ 144 w 9"/>
                  <a:gd name="T3" fmla="*/ 576 h 10"/>
                  <a:gd name="T4" fmla="*/ 53 w 9"/>
                  <a:gd name="T5" fmla="*/ 192 h 10"/>
                  <a:gd name="T6" fmla="*/ 272 w 9"/>
                  <a:gd name="T7" fmla="*/ 64 h 10"/>
                  <a:gd name="T8" fmla="*/ 357 w 9"/>
                  <a:gd name="T9" fmla="*/ 44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7"/>
                    </a:moveTo>
                    <a:cubicBezTo>
                      <a:pt x="7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4" name="Freeform 3317">
                <a:extLst>
                  <a:ext uri="{FF2B5EF4-FFF2-40B4-BE49-F238E27FC236}">
                    <a16:creationId xmlns:a16="http://schemas.microsoft.com/office/drawing/2014/main" id="{EF9B9A6D-4D65-4599-B5C3-0C17D33EB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047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37 w 9"/>
                  <a:gd name="T5" fmla="*/ 144 h 9"/>
                  <a:gd name="T6" fmla="*/ 203 w 9"/>
                  <a:gd name="T7" fmla="*/ 0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5" name="Freeform 3318">
                <a:extLst>
                  <a:ext uri="{FF2B5EF4-FFF2-40B4-BE49-F238E27FC236}">
                    <a16:creationId xmlns:a16="http://schemas.microsoft.com/office/drawing/2014/main" id="{8DE83CA0-74DA-4993-9DD6-6C36CFEC8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032"/>
                <a:ext cx="17" cy="17"/>
              </a:xfrm>
              <a:custGeom>
                <a:avLst/>
                <a:gdLst>
                  <a:gd name="T0" fmla="*/ 357 w 9"/>
                  <a:gd name="T1" fmla="*/ 272 h 9"/>
                  <a:gd name="T2" fmla="*/ 144 w 9"/>
                  <a:gd name="T3" fmla="*/ 357 h 9"/>
                  <a:gd name="T4" fmla="*/ 53 w 9"/>
                  <a:gd name="T5" fmla="*/ 144 h 9"/>
                  <a:gd name="T6" fmla="*/ 272 w 9"/>
                  <a:gd name="T7" fmla="*/ 53 h 9"/>
                  <a:gd name="T8" fmla="*/ 35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6" name="Freeform 3319">
                <a:extLst>
                  <a:ext uri="{FF2B5EF4-FFF2-40B4-BE49-F238E27FC236}">
                    <a16:creationId xmlns:a16="http://schemas.microsoft.com/office/drawing/2014/main" id="{245A78FE-9135-4173-8DF8-E75252D73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016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37 w 9"/>
                  <a:gd name="T5" fmla="*/ 144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7" name="Freeform 3320">
                <a:extLst>
                  <a:ext uri="{FF2B5EF4-FFF2-40B4-BE49-F238E27FC236}">
                    <a16:creationId xmlns:a16="http://schemas.microsoft.com/office/drawing/2014/main" id="{FF0A9781-248A-4748-920F-D02713FF5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001"/>
                <a:ext cx="18" cy="17"/>
              </a:xfrm>
              <a:custGeom>
                <a:avLst/>
                <a:gdLst>
                  <a:gd name="T0" fmla="*/ 304 w 10"/>
                  <a:gd name="T1" fmla="*/ 272 h 9"/>
                  <a:gd name="T2" fmla="*/ 94 w 10"/>
                  <a:gd name="T3" fmla="*/ 357 h 9"/>
                  <a:gd name="T4" fmla="*/ 41 w 10"/>
                  <a:gd name="T5" fmla="*/ 144 h 9"/>
                  <a:gd name="T6" fmla="*/ 239 w 10"/>
                  <a:gd name="T7" fmla="*/ 53 h 9"/>
                  <a:gd name="T8" fmla="*/ 304 w 10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6"/>
                    </a:moveTo>
                    <a:cubicBezTo>
                      <a:pt x="8" y="8"/>
                      <a:pt x="6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8" name="Freeform 3321">
                <a:extLst>
                  <a:ext uri="{FF2B5EF4-FFF2-40B4-BE49-F238E27FC236}">
                    <a16:creationId xmlns:a16="http://schemas.microsoft.com/office/drawing/2014/main" id="{9105081F-1F01-4670-90F5-E79F4E593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985"/>
                <a:ext cx="18" cy="18"/>
              </a:xfrm>
              <a:custGeom>
                <a:avLst/>
                <a:gdLst>
                  <a:gd name="T0" fmla="*/ 263 w 10"/>
                  <a:gd name="T1" fmla="*/ 448 h 9"/>
                  <a:gd name="T2" fmla="*/ 94 w 10"/>
                  <a:gd name="T3" fmla="*/ 512 h 9"/>
                  <a:gd name="T4" fmla="*/ 74 w 10"/>
                  <a:gd name="T5" fmla="*/ 128 h 9"/>
                  <a:gd name="T6" fmla="*/ 239 w 10"/>
                  <a:gd name="T7" fmla="*/ 64 h 9"/>
                  <a:gd name="T8" fmla="*/ 263 w 10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7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2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9" name="Freeform 3322">
                <a:extLst>
                  <a:ext uri="{FF2B5EF4-FFF2-40B4-BE49-F238E27FC236}">
                    <a16:creationId xmlns:a16="http://schemas.microsoft.com/office/drawing/2014/main" id="{69323B87-2A9E-477B-AE78-AF1822544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970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66 w 9"/>
                  <a:gd name="T3" fmla="*/ 357 h 9"/>
                  <a:gd name="T4" fmla="*/ 37 w 9"/>
                  <a:gd name="T5" fmla="*/ 100 h 9"/>
                  <a:gd name="T6" fmla="*/ 203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0" name="Freeform 3323">
                <a:extLst>
                  <a:ext uri="{FF2B5EF4-FFF2-40B4-BE49-F238E27FC236}">
                    <a16:creationId xmlns:a16="http://schemas.microsoft.com/office/drawing/2014/main" id="{F3603A83-87D6-431D-9F16-A3C3A054A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954"/>
                <a:ext cx="18" cy="18"/>
              </a:xfrm>
              <a:custGeom>
                <a:avLst/>
                <a:gdLst>
                  <a:gd name="T0" fmla="*/ 263 w 10"/>
                  <a:gd name="T1" fmla="*/ 448 h 9"/>
                  <a:gd name="T2" fmla="*/ 94 w 10"/>
                  <a:gd name="T3" fmla="*/ 512 h 9"/>
                  <a:gd name="T4" fmla="*/ 74 w 10"/>
                  <a:gd name="T5" fmla="*/ 128 h 9"/>
                  <a:gd name="T6" fmla="*/ 239 w 10"/>
                  <a:gd name="T7" fmla="*/ 64 h 9"/>
                  <a:gd name="T8" fmla="*/ 263 w 10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4"/>
                      <a:pt x="2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1" name="Freeform 3324">
                <a:extLst>
                  <a:ext uri="{FF2B5EF4-FFF2-40B4-BE49-F238E27FC236}">
                    <a16:creationId xmlns:a16="http://schemas.microsoft.com/office/drawing/2014/main" id="{7BCDC5F9-EF23-49C9-B18E-E04F1FBF4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939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89 w 9"/>
                  <a:gd name="T3" fmla="*/ 357 h 9"/>
                  <a:gd name="T4" fmla="*/ 37 w 9"/>
                  <a:gd name="T5" fmla="*/ 144 h 9"/>
                  <a:gd name="T6" fmla="*/ 208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2" name="Freeform 3325">
                <a:extLst>
                  <a:ext uri="{FF2B5EF4-FFF2-40B4-BE49-F238E27FC236}">
                    <a16:creationId xmlns:a16="http://schemas.microsoft.com/office/drawing/2014/main" id="{4CB0EECC-0536-40F9-BAEB-E80964B20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923"/>
                <a:ext cx="17" cy="18"/>
              </a:xfrm>
              <a:custGeom>
                <a:avLst/>
                <a:gdLst>
                  <a:gd name="T0" fmla="*/ 357 w 9"/>
                  <a:gd name="T1" fmla="*/ 448 h 9"/>
                  <a:gd name="T2" fmla="*/ 100 w 9"/>
                  <a:gd name="T3" fmla="*/ 512 h 9"/>
                  <a:gd name="T4" fmla="*/ 53 w 9"/>
                  <a:gd name="T5" fmla="*/ 192 h 9"/>
                  <a:gd name="T6" fmla="*/ 317 w 9"/>
                  <a:gd name="T7" fmla="*/ 64 h 9"/>
                  <a:gd name="T8" fmla="*/ 35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4" y="9"/>
                      <a:pt x="2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3" name="Freeform 3326">
                <a:extLst>
                  <a:ext uri="{FF2B5EF4-FFF2-40B4-BE49-F238E27FC236}">
                    <a16:creationId xmlns:a16="http://schemas.microsoft.com/office/drawing/2014/main" id="{A671BDB3-BF0B-4060-9E1F-C678F90F4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908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37 w 9"/>
                  <a:gd name="T5" fmla="*/ 100 h 9"/>
                  <a:gd name="T6" fmla="*/ 208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4" name="Freeform 3327">
                <a:extLst>
                  <a:ext uri="{FF2B5EF4-FFF2-40B4-BE49-F238E27FC236}">
                    <a16:creationId xmlns:a16="http://schemas.microsoft.com/office/drawing/2014/main" id="{3E38C2F9-8046-4C4B-8DE4-3F439ED56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893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89 w 9"/>
                  <a:gd name="T3" fmla="*/ 357 h 9"/>
                  <a:gd name="T4" fmla="*/ 37 w 9"/>
                  <a:gd name="T5" fmla="*/ 100 h 9"/>
                  <a:gd name="T6" fmla="*/ 208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5" name="Freeform 3328">
                <a:extLst>
                  <a:ext uri="{FF2B5EF4-FFF2-40B4-BE49-F238E27FC236}">
                    <a16:creationId xmlns:a16="http://schemas.microsoft.com/office/drawing/2014/main" id="{D4DD15EE-B539-4E2C-8EAB-9F3EE4987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877"/>
                <a:ext cx="16" cy="17"/>
              </a:xfrm>
              <a:custGeom>
                <a:avLst/>
                <a:gdLst>
                  <a:gd name="T0" fmla="*/ 247 w 9"/>
                  <a:gd name="T1" fmla="*/ 272 h 9"/>
                  <a:gd name="T2" fmla="*/ 66 w 9"/>
                  <a:gd name="T3" fmla="*/ 357 h 9"/>
                  <a:gd name="T4" fmla="*/ 37 w 9"/>
                  <a:gd name="T5" fmla="*/ 100 h 9"/>
                  <a:gd name="T6" fmla="*/ 203 w 9"/>
                  <a:gd name="T7" fmla="*/ 53 h 9"/>
                  <a:gd name="T8" fmla="*/ 24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6" y="8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6" name="Freeform 3329">
                <a:extLst>
                  <a:ext uri="{FF2B5EF4-FFF2-40B4-BE49-F238E27FC236}">
                    <a16:creationId xmlns:a16="http://schemas.microsoft.com/office/drawing/2014/main" id="{711B8D0B-CC3E-4407-8663-017E37E6C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862"/>
                <a:ext cx="16" cy="17"/>
              </a:xfrm>
              <a:custGeom>
                <a:avLst/>
                <a:gdLst>
                  <a:gd name="T0" fmla="*/ 247 w 9"/>
                  <a:gd name="T1" fmla="*/ 317 h 9"/>
                  <a:gd name="T2" fmla="*/ 66 w 9"/>
                  <a:gd name="T3" fmla="*/ 317 h 9"/>
                  <a:gd name="T4" fmla="*/ 37 w 9"/>
                  <a:gd name="T5" fmla="*/ 100 h 9"/>
                  <a:gd name="T6" fmla="*/ 208 w 9"/>
                  <a:gd name="T7" fmla="*/ 53 h 9"/>
                  <a:gd name="T8" fmla="*/ 24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8"/>
                      <a:pt x="4" y="9"/>
                      <a:pt x="2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7" name="Freeform 3330">
                <a:extLst>
                  <a:ext uri="{FF2B5EF4-FFF2-40B4-BE49-F238E27FC236}">
                    <a16:creationId xmlns:a16="http://schemas.microsoft.com/office/drawing/2014/main" id="{799FE945-5264-46BC-A2B6-072CD70EE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846"/>
                <a:ext cx="16" cy="18"/>
              </a:xfrm>
              <a:custGeom>
                <a:avLst/>
                <a:gdLst>
                  <a:gd name="T0" fmla="*/ 247 w 9"/>
                  <a:gd name="T1" fmla="*/ 448 h 9"/>
                  <a:gd name="T2" fmla="*/ 66 w 9"/>
                  <a:gd name="T3" fmla="*/ 448 h 9"/>
                  <a:gd name="T4" fmla="*/ 37 w 9"/>
                  <a:gd name="T5" fmla="*/ 128 h 9"/>
                  <a:gd name="T6" fmla="*/ 208 w 9"/>
                  <a:gd name="T7" fmla="*/ 64 h 9"/>
                  <a:gd name="T8" fmla="*/ 24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8"/>
                      <a:pt x="4" y="9"/>
                      <a:pt x="2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8" name="Freeform 3331">
                <a:extLst>
                  <a:ext uri="{FF2B5EF4-FFF2-40B4-BE49-F238E27FC236}">
                    <a16:creationId xmlns:a16="http://schemas.microsoft.com/office/drawing/2014/main" id="{9006751C-0E29-4239-B018-77E6A4D89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829"/>
                <a:ext cx="17" cy="19"/>
              </a:xfrm>
              <a:custGeom>
                <a:avLst/>
                <a:gdLst>
                  <a:gd name="T0" fmla="*/ 357 w 9"/>
                  <a:gd name="T1" fmla="*/ 329 h 10"/>
                  <a:gd name="T2" fmla="*/ 100 w 9"/>
                  <a:gd name="T3" fmla="*/ 380 h 10"/>
                  <a:gd name="T4" fmla="*/ 100 w 9"/>
                  <a:gd name="T5" fmla="*/ 144 h 10"/>
                  <a:gd name="T6" fmla="*/ 317 w 9"/>
                  <a:gd name="T7" fmla="*/ 105 h 10"/>
                  <a:gd name="T8" fmla="*/ 357 w 9"/>
                  <a:gd name="T9" fmla="*/ 3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7"/>
                    </a:moveTo>
                    <a:cubicBezTo>
                      <a:pt x="7" y="9"/>
                      <a:pt x="4" y="10"/>
                      <a:pt x="2" y="8"/>
                    </a:cubicBezTo>
                    <a:cubicBezTo>
                      <a:pt x="0" y="7"/>
                      <a:pt x="0" y="4"/>
                      <a:pt x="2" y="3"/>
                    </a:cubicBezTo>
                    <a:cubicBezTo>
                      <a:pt x="3" y="1"/>
                      <a:pt x="5" y="0"/>
                      <a:pt x="7" y="2"/>
                    </a:cubicBezTo>
                    <a:cubicBezTo>
                      <a:pt x="9" y="3"/>
                      <a:pt x="9" y="6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9" name="Freeform 3332">
                <a:extLst>
                  <a:ext uri="{FF2B5EF4-FFF2-40B4-BE49-F238E27FC236}">
                    <a16:creationId xmlns:a16="http://schemas.microsoft.com/office/drawing/2014/main" id="{FC21DC61-BAED-48EE-A3AF-6DFC0A3CF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813"/>
                <a:ext cx="17" cy="20"/>
              </a:xfrm>
              <a:custGeom>
                <a:avLst/>
                <a:gdLst>
                  <a:gd name="T0" fmla="*/ 317 w 9"/>
                  <a:gd name="T1" fmla="*/ 448 h 10"/>
                  <a:gd name="T2" fmla="*/ 100 w 9"/>
                  <a:gd name="T3" fmla="*/ 512 h 10"/>
                  <a:gd name="T4" fmla="*/ 53 w 9"/>
                  <a:gd name="T5" fmla="*/ 192 h 10"/>
                  <a:gd name="T6" fmla="*/ 272 w 9"/>
                  <a:gd name="T7" fmla="*/ 128 h 10"/>
                  <a:gd name="T8" fmla="*/ 317 w 9"/>
                  <a:gd name="T9" fmla="*/ 44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7" y="7"/>
                    </a:moveTo>
                    <a:cubicBezTo>
                      <a:pt x="6" y="9"/>
                      <a:pt x="4" y="10"/>
                      <a:pt x="2" y="8"/>
                    </a:cubicBezTo>
                    <a:cubicBezTo>
                      <a:pt x="0" y="7"/>
                      <a:pt x="0" y="4"/>
                      <a:pt x="1" y="3"/>
                    </a:cubicBezTo>
                    <a:cubicBezTo>
                      <a:pt x="2" y="1"/>
                      <a:pt x="5" y="0"/>
                      <a:pt x="6" y="2"/>
                    </a:cubicBezTo>
                    <a:cubicBezTo>
                      <a:pt x="8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0" name="Freeform 3333">
                <a:extLst>
                  <a:ext uri="{FF2B5EF4-FFF2-40B4-BE49-F238E27FC236}">
                    <a16:creationId xmlns:a16="http://schemas.microsoft.com/office/drawing/2014/main" id="{19E0D5BD-8380-4FA0-A58A-4C93B9A88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98"/>
                <a:ext cx="17" cy="17"/>
              </a:xfrm>
              <a:custGeom>
                <a:avLst/>
                <a:gdLst>
                  <a:gd name="T0" fmla="*/ 357 w 9"/>
                  <a:gd name="T1" fmla="*/ 317 h 9"/>
                  <a:gd name="T2" fmla="*/ 100 w 9"/>
                  <a:gd name="T3" fmla="*/ 357 h 9"/>
                  <a:gd name="T4" fmla="*/ 53 w 9"/>
                  <a:gd name="T5" fmla="*/ 144 h 9"/>
                  <a:gd name="T6" fmla="*/ 317 w 9"/>
                  <a:gd name="T7" fmla="*/ 100 h 9"/>
                  <a:gd name="T8" fmla="*/ 35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3" y="1"/>
                      <a:pt x="5" y="0"/>
                      <a:pt x="7" y="2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1" name="Freeform 3334">
                <a:extLst>
                  <a:ext uri="{FF2B5EF4-FFF2-40B4-BE49-F238E27FC236}">
                    <a16:creationId xmlns:a16="http://schemas.microsoft.com/office/drawing/2014/main" id="{073A2F26-083D-4EB5-A97B-AE8F69C0E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83"/>
                <a:ext cx="17" cy="17"/>
              </a:xfrm>
              <a:custGeom>
                <a:avLst/>
                <a:gdLst>
                  <a:gd name="T0" fmla="*/ 357 w 9"/>
                  <a:gd name="T1" fmla="*/ 317 h 9"/>
                  <a:gd name="T2" fmla="*/ 100 w 9"/>
                  <a:gd name="T3" fmla="*/ 357 h 9"/>
                  <a:gd name="T4" fmla="*/ 53 w 9"/>
                  <a:gd name="T5" fmla="*/ 100 h 9"/>
                  <a:gd name="T6" fmla="*/ 317 w 9"/>
                  <a:gd name="T7" fmla="*/ 53 h 9"/>
                  <a:gd name="T8" fmla="*/ 35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1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2" name="Freeform 3335">
                <a:extLst>
                  <a:ext uri="{FF2B5EF4-FFF2-40B4-BE49-F238E27FC236}">
                    <a16:creationId xmlns:a16="http://schemas.microsoft.com/office/drawing/2014/main" id="{5C8BD69C-BA90-4D8B-9F1B-71F9F8B66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67"/>
                <a:ext cx="17" cy="17"/>
              </a:xfrm>
              <a:custGeom>
                <a:avLst/>
                <a:gdLst>
                  <a:gd name="T0" fmla="*/ 357 w 9"/>
                  <a:gd name="T1" fmla="*/ 317 h 9"/>
                  <a:gd name="T2" fmla="*/ 100 w 9"/>
                  <a:gd name="T3" fmla="*/ 357 h 9"/>
                  <a:gd name="T4" fmla="*/ 53 w 9"/>
                  <a:gd name="T5" fmla="*/ 100 h 9"/>
                  <a:gd name="T6" fmla="*/ 317 w 9"/>
                  <a:gd name="T7" fmla="*/ 53 h 9"/>
                  <a:gd name="T8" fmla="*/ 35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3" name="Freeform 3336">
                <a:extLst>
                  <a:ext uri="{FF2B5EF4-FFF2-40B4-BE49-F238E27FC236}">
                    <a16:creationId xmlns:a16="http://schemas.microsoft.com/office/drawing/2014/main" id="{B4656AC4-CD3D-42ED-8DBE-42079FC60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52"/>
                <a:ext cx="17" cy="17"/>
              </a:xfrm>
              <a:custGeom>
                <a:avLst/>
                <a:gdLst>
                  <a:gd name="T0" fmla="*/ 357 w 9"/>
                  <a:gd name="T1" fmla="*/ 317 h 9"/>
                  <a:gd name="T2" fmla="*/ 100 w 9"/>
                  <a:gd name="T3" fmla="*/ 357 h 9"/>
                  <a:gd name="T4" fmla="*/ 53 w 9"/>
                  <a:gd name="T5" fmla="*/ 100 h 9"/>
                  <a:gd name="T6" fmla="*/ 317 w 9"/>
                  <a:gd name="T7" fmla="*/ 53 h 9"/>
                  <a:gd name="T8" fmla="*/ 35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4" name="Freeform 3337">
                <a:extLst>
                  <a:ext uri="{FF2B5EF4-FFF2-40B4-BE49-F238E27FC236}">
                    <a16:creationId xmlns:a16="http://schemas.microsoft.com/office/drawing/2014/main" id="{FD74F5F9-3F63-4DAA-9A31-E2FF29B31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36"/>
                <a:ext cx="17" cy="18"/>
              </a:xfrm>
              <a:custGeom>
                <a:avLst/>
                <a:gdLst>
                  <a:gd name="T0" fmla="*/ 317 w 9"/>
                  <a:gd name="T1" fmla="*/ 448 h 9"/>
                  <a:gd name="T2" fmla="*/ 100 w 9"/>
                  <a:gd name="T3" fmla="*/ 448 h 9"/>
                  <a:gd name="T4" fmla="*/ 53 w 9"/>
                  <a:gd name="T5" fmla="*/ 128 h 9"/>
                  <a:gd name="T6" fmla="*/ 317 w 9"/>
                  <a:gd name="T7" fmla="*/ 64 h 9"/>
                  <a:gd name="T8" fmla="*/ 31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5" name="Freeform 3338">
                <a:extLst>
                  <a:ext uri="{FF2B5EF4-FFF2-40B4-BE49-F238E27FC236}">
                    <a16:creationId xmlns:a16="http://schemas.microsoft.com/office/drawing/2014/main" id="{CA6931A2-16E8-4342-B475-812382926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21"/>
                <a:ext cx="17" cy="17"/>
              </a:xfrm>
              <a:custGeom>
                <a:avLst/>
                <a:gdLst>
                  <a:gd name="T0" fmla="*/ 317 w 9"/>
                  <a:gd name="T1" fmla="*/ 317 h 9"/>
                  <a:gd name="T2" fmla="*/ 53 w 9"/>
                  <a:gd name="T3" fmla="*/ 317 h 9"/>
                  <a:gd name="T4" fmla="*/ 53 w 9"/>
                  <a:gd name="T5" fmla="*/ 100 h 9"/>
                  <a:gd name="T6" fmla="*/ 317 w 9"/>
                  <a:gd name="T7" fmla="*/ 53 h 9"/>
                  <a:gd name="T8" fmla="*/ 31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6" name="Freeform 3339">
                <a:extLst>
                  <a:ext uri="{FF2B5EF4-FFF2-40B4-BE49-F238E27FC236}">
                    <a16:creationId xmlns:a16="http://schemas.microsoft.com/office/drawing/2014/main" id="{C8262AFC-EA45-4A9D-AA82-2DCCD1CBD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05"/>
                <a:ext cx="17" cy="18"/>
              </a:xfrm>
              <a:custGeom>
                <a:avLst/>
                <a:gdLst>
                  <a:gd name="T0" fmla="*/ 317 w 9"/>
                  <a:gd name="T1" fmla="*/ 448 h 9"/>
                  <a:gd name="T2" fmla="*/ 100 w 9"/>
                  <a:gd name="T3" fmla="*/ 448 h 9"/>
                  <a:gd name="T4" fmla="*/ 53 w 9"/>
                  <a:gd name="T5" fmla="*/ 64 h 9"/>
                  <a:gd name="T6" fmla="*/ 317 w 9"/>
                  <a:gd name="T7" fmla="*/ 64 h 9"/>
                  <a:gd name="T8" fmla="*/ 31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7" name="Freeform 3340">
                <a:extLst>
                  <a:ext uri="{FF2B5EF4-FFF2-40B4-BE49-F238E27FC236}">
                    <a16:creationId xmlns:a16="http://schemas.microsoft.com/office/drawing/2014/main" id="{AB8DB3CB-2750-420D-AB10-0A49A617C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690"/>
                <a:ext cx="17" cy="17"/>
              </a:xfrm>
              <a:custGeom>
                <a:avLst/>
                <a:gdLst>
                  <a:gd name="T0" fmla="*/ 357 w 9"/>
                  <a:gd name="T1" fmla="*/ 317 h 9"/>
                  <a:gd name="T2" fmla="*/ 100 w 9"/>
                  <a:gd name="T3" fmla="*/ 317 h 9"/>
                  <a:gd name="T4" fmla="*/ 100 w 9"/>
                  <a:gd name="T5" fmla="*/ 53 h 9"/>
                  <a:gd name="T6" fmla="*/ 317 w 9"/>
                  <a:gd name="T7" fmla="*/ 53 h 9"/>
                  <a:gd name="T8" fmla="*/ 35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6" y="8"/>
                      <a:pt x="4" y="9"/>
                      <a:pt x="2" y="7"/>
                    </a:cubicBezTo>
                    <a:cubicBezTo>
                      <a:pt x="0" y="6"/>
                      <a:pt x="0" y="3"/>
                      <a:pt x="2" y="1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8" name="Freeform 3341">
                <a:extLst>
                  <a:ext uri="{FF2B5EF4-FFF2-40B4-BE49-F238E27FC236}">
                    <a16:creationId xmlns:a16="http://schemas.microsoft.com/office/drawing/2014/main" id="{8AD2A59D-5833-4096-A7F6-53E1A57FA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674"/>
                <a:ext cx="17" cy="18"/>
              </a:xfrm>
              <a:custGeom>
                <a:avLst/>
                <a:gdLst>
                  <a:gd name="T0" fmla="*/ 317 w 9"/>
                  <a:gd name="T1" fmla="*/ 448 h 9"/>
                  <a:gd name="T2" fmla="*/ 53 w 9"/>
                  <a:gd name="T3" fmla="*/ 448 h 9"/>
                  <a:gd name="T4" fmla="*/ 53 w 9"/>
                  <a:gd name="T5" fmla="*/ 64 h 9"/>
                  <a:gd name="T6" fmla="*/ 317 w 9"/>
                  <a:gd name="T7" fmla="*/ 64 h 9"/>
                  <a:gd name="T8" fmla="*/ 31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8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8" y="2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9" name="Freeform 3342">
                <a:extLst>
                  <a:ext uri="{FF2B5EF4-FFF2-40B4-BE49-F238E27FC236}">
                    <a16:creationId xmlns:a16="http://schemas.microsoft.com/office/drawing/2014/main" id="{21D5AEFB-C4BF-4361-AE0E-DDDE49371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657"/>
                <a:ext cx="17" cy="17"/>
              </a:xfrm>
              <a:custGeom>
                <a:avLst/>
                <a:gdLst>
                  <a:gd name="T0" fmla="*/ 357 w 9"/>
                  <a:gd name="T1" fmla="*/ 357 h 9"/>
                  <a:gd name="T2" fmla="*/ 100 w 9"/>
                  <a:gd name="T3" fmla="*/ 357 h 9"/>
                  <a:gd name="T4" fmla="*/ 100 w 9"/>
                  <a:gd name="T5" fmla="*/ 100 h 9"/>
                  <a:gd name="T6" fmla="*/ 317 w 9"/>
                  <a:gd name="T7" fmla="*/ 100 h 9"/>
                  <a:gd name="T8" fmla="*/ 35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6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2" y="2"/>
                    </a:cubicBezTo>
                    <a:cubicBezTo>
                      <a:pt x="3" y="1"/>
                      <a:pt x="6" y="0"/>
                      <a:pt x="7" y="2"/>
                    </a:cubicBezTo>
                    <a:cubicBezTo>
                      <a:pt x="9" y="3"/>
                      <a:pt x="9" y="6"/>
                      <a:pt x="8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0" name="Freeform 3343">
                <a:extLst>
                  <a:ext uri="{FF2B5EF4-FFF2-40B4-BE49-F238E27FC236}">
                    <a16:creationId xmlns:a16="http://schemas.microsoft.com/office/drawing/2014/main" id="{D9C88532-3FC8-4370-9D76-30877D076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642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66 w 9"/>
                  <a:gd name="T3" fmla="*/ 357 h 9"/>
                  <a:gd name="T4" fmla="*/ 37 w 9"/>
                  <a:gd name="T5" fmla="*/ 100 h 9"/>
                  <a:gd name="T6" fmla="*/ 208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1"/>
                      <a:pt x="5" y="0"/>
                      <a:pt x="7" y="2"/>
                    </a:cubicBezTo>
                    <a:cubicBezTo>
                      <a:pt x="9" y="3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1" name="Freeform 3344">
                <a:extLst>
                  <a:ext uri="{FF2B5EF4-FFF2-40B4-BE49-F238E27FC236}">
                    <a16:creationId xmlns:a16="http://schemas.microsoft.com/office/drawing/2014/main" id="{D3A7F319-886A-4DF5-9DDD-96C50EFE4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626"/>
                <a:ext cx="16" cy="18"/>
              </a:xfrm>
              <a:custGeom>
                <a:avLst/>
                <a:gdLst>
                  <a:gd name="T0" fmla="*/ 208 w 9"/>
                  <a:gd name="T1" fmla="*/ 448 h 9"/>
                  <a:gd name="T2" fmla="*/ 66 w 9"/>
                  <a:gd name="T3" fmla="*/ 512 h 9"/>
                  <a:gd name="T4" fmla="*/ 37 w 9"/>
                  <a:gd name="T5" fmla="*/ 128 h 9"/>
                  <a:gd name="T6" fmla="*/ 208 w 9"/>
                  <a:gd name="T7" fmla="*/ 128 h 9"/>
                  <a:gd name="T8" fmla="*/ 208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2" name="Freeform 3345">
                <a:extLst>
                  <a:ext uri="{FF2B5EF4-FFF2-40B4-BE49-F238E27FC236}">
                    <a16:creationId xmlns:a16="http://schemas.microsoft.com/office/drawing/2014/main" id="{B2FE7E62-0533-49C6-914D-C90061D35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611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17 h 9"/>
                  <a:gd name="T4" fmla="*/ 66 w 9"/>
                  <a:gd name="T5" fmla="*/ 100 h 9"/>
                  <a:gd name="T6" fmla="*/ 208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3" name="Freeform 3346">
                <a:extLst>
                  <a:ext uri="{FF2B5EF4-FFF2-40B4-BE49-F238E27FC236}">
                    <a16:creationId xmlns:a16="http://schemas.microsoft.com/office/drawing/2014/main" id="{A18CB004-6E9F-4EFB-B2D2-F55FA87B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595"/>
                <a:ext cx="16" cy="18"/>
              </a:xfrm>
              <a:custGeom>
                <a:avLst/>
                <a:gdLst>
                  <a:gd name="T0" fmla="*/ 247 w 9"/>
                  <a:gd name="T1" fmla="*/ 512 h 9"/>
                  <a:gd name="T2" fmla="*/ 66 w 9"/>
                  <a:gd name="T3" fmla="*/ 448 h 9"/>
                  <a:gd name="T4" fmla="*/ 66 w 9"/>
                  <a:gd name="T5" fmla="*/ 128 h 9"/>
                  <a:gd name="T6" fmla="*/ 247 w 9"/>
                  <a:gd name="T7" fmla="*/ 128 h 9"/>
                  <a:gd name="T8" fmla="*/ 247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1" y="3"/>
                      <a:pt x="2" y="2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9" y="6"/>
                      <a:pt x="8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4" name="Freeform 3347">
                <a:extLst>
                  <a:ext uri="{FF2B5EF4-FFF2-40B4-BE49-F238E27FC236}">
                    <a16:creationId xmlns:a16="http://schemas.microsoft.com/office/drawing/2014/main" id="{66FB7F6F-8FF7-4801-9B1E-2C7E49D9C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580"/>
                <a:ext cx="16" cy="17"/>
              </a:xfrm>
              <a:custGeom>
                <a:avLst/>
                <a:gdLst>
                  <a:gd name="T0" fmla="*/ 247 w 9"/>
                  <a:gd name="T1" fmla="*/ 357 h 9"/>
                  <a:gd name="T2" fmla="*/ 66 w 9"/>
                  <a:gd name="T3" fmla="*/ 317 h 9"/>
                  <a:gd name="T4" fmla="*/ 66 w 9"/>
                  <a:gd name="T5" fmla="*/ 100 h 9"/>
                  <a:gd name="T6" fmla="*/ 247 w 9"/>
                  <a:gd name="T7" fmla="*/ 100 h 9"/>
                  <a:gd name="T8" fmla="*/ 24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1" y="3"/>
                      <a:pt x="2" y="2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9" y="6"/>
                      <a:pt x="8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5" name="Freeform 3348">
                <a:extLst>
                  <a:ext uri="{FF2B5EF4-FFF2-40B4-BE49-F238E27FC236}">
                    <a16:creationId xmlns:a16="http://schemas.microsoft.com/office/drawing/2014/main" id="{956A1E2D-095D-4E75-BD7A-FB3D3E04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564"/>
                <a:ext cx="17" cy="18"/>
              </a:xfrm>
              <a:custGeom>
                <a:avLst/>
                <a:gdLst>
                  <a:gd name="T0" fmla="*/ 357 w 9"/>
                  <a:gd name="T1" fmla="*/ 512 h 9"/>
                  <a:gd name="T2" fmla="*/ 100 w 9"/>
                  <a:gd name="T3" fmla="*/ 448 h 9"/>
                  <a:gd name="T4" fmla="*/ 100 w 9"/>
                  <a:gd name="T5" fmla="*/ 128 h 9"/>
                  <a:gd name="T6" fmla="*/ 357 w 9"/>
                  <a:gd name="T7" fmla="*/ 128 h 9"/>
                  <a:gd name="T8" fmla="*/ 357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8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6" name="Freeform 3349">
                <a:extLst>
                  <a:ext uri="{FF2B5EF4-FFF2-40B4-BE49-F238E27FC236}">
                    <a16:creationId xmlns:a16="http://schemas.microsoft.com/office/drawing/2014/main" id="{718F3AA3-937A-4AC6-9177-56E3B57E7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549"/>
                <a:ext cx="14" cy="17"/>
              </a:xfrm>
              <a:custGeom>
                <a:avLst/>
                <a:gdLst>
                  <a:gd name="T0" fmla="*/ 200 w 8"/>
                  <a:gd name="T1" fmla="*/ 317 h 9"/>
                  <a:gd name="T2" fmla="*/ 37 w 8"/>
                  <a:gd name="T3" fmla="*/ 317 h 9"/>
                  <a:gd name="T4" fmla="*/ 37 w 8"/>
                  <a:gd name="T5" fmla="*/ 100 h 9"/>
                  <a:gd name="T6" fmla="*/ 200 w 8"/>
                  <a:gd name="T7" fmla="*/ 100 h 9"/>
                  <a:gd name="T8" fmla="*/ 200 w 8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7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5" y="0"/>
                      <a:pt x="7" y="2"/>
                    </a:cubicBezTo>
                    <a:cubicBezTo>
                      <a:pt x="8" y="3"/>
                      <a:pt x="8" y="6"/>
                      <a:pt x="7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7" name="Freeform 3350">
                <a:extLst>
                  <a:ext uri="{FF2B5EF4-FFF2-40B4-BE49-F238E27FC236}">
                    <a16:creationId xmlns:a16="http://schemas.microsoft.com/office/drawing/2014/main" id="{DE63AC81-2886-46B3-A2FD-EEDEBA995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534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17 h 9"/>
                  <a:gd name="T4" fmla="*/ 66 w 9"/>
                  <a:gd name="T5" fmla="*/ 100 h 9"/>
                  <a:gd name="T6" fmla="*/ 208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9"/>
                      <a:pt x="3" y="9"/>
                      <a:pt x="1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8" name="Freeform 3351">
                <a:extLst>
                  <a:ext uri="{FF2B5EF4-FFF2-40B4-BE49-F238E27FC236}">
                    <a16:creationId xmlns:a16="http://schemas.microsoft.com/office/drawing/2014/main" id="{08F93528-6C31-498E-8BF4-A5EBA6147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518"/>
                <a:ext cx="16" cy="17"/>
              </a:xfrm>
              <a:custGeom>
                <a:avLst/>
                <a:gdLst>
                  <a:gd name="T0" fmla="*/ 247 w 9"/>
                  <a:gd name="T1" fmla="*/ 357 h 9"/>
                  <a:gd name="T2" fmla="*/ 66 w 9"/>
                  <a:gd name="T3" fmla="*/ 317 h 9"/>
                  <a:gd name="T4" fmla="*/ 66 w 9"/>
                  <a:gd name="T5" fmla="*/ 100 h 9"/>
                  <a:gd name="T6" fmla="*/ 247 w 9"/>
                  <a:gd name="T7" fmla="*/ 100 h 9"/>
                  <a:gd name="T8" fmla="*/ 247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1" y="3"/>
                      <a:pt x="2" y="2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3"/>
                      <a:pt x="9" y="6"/>
                      <a:pt x="8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9" name="Freeform 3352">
                <a:extLst>
                  <a:ext uri="{FF2B5EF4-FFF2-40B4-BE49-F238E27FC236}">
                    <a16:creationId xmlns:a16="http://schemas.microsoft.com/office/drawing/2014/main" id="{E4D959C1-BC27-4747-B8CE-FC0CDF195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503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66 w 9"/>
                  <a:gd name="T3" fmla="*/ 317 h 9"/>
                  <a:gd name="T4" fmla="*/ 66 w 9"/>
                  <a:gd name="T5" fmla="*/ 100 h 9"/>
                  <a:gd name="T6" fmla="*/ 208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0" name="Freeform 3353">
                <a:extLst>
                  <a:ext uri="{FF2B5EF4-FFF2-40B4-BE49-F238E27FC236}">
                    <a16:creationId xmlns:a16="http://schemas.microsoft.com/office/drawing/2014/main" id="{9B581191-E388-4C2C-AAD0-30D9BCC63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487"/>
                <a:ext cx="16" cy="18"/>
              </a:xfrm>
              <a:custGeom>
                <a:avLst/>
                <a:gdLst>
                  <a:gd name="T0" fmla="*/ 203 w 9"/>
                  <a:gd name="T1" fmla="*/ 512 h 9"/>
                  <a:gd name="T2" fmla="*/ 37 w 9"/>
                  <a:gd name="T3" fmla="*/ 448 h 9"/>
                  <a:gd name="T4" fmla="*/ 66 w 9"/>
                  <a:gd name="T5" fmla="*/ 64 h 9"/>
                  <a:gd name="T6" fmla="*/ 208 w 9"/>
                  <a:gd name="T7" fmla="*/ 128 h 9"/>
                  <a:gd name="T8" fmla="*/ 203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6" y="8"/>
                    </a:moveTo>
                    <a:cubicBezTo>
                      <a:pt x="5" y="9"/>
                      <a:pt x="2" y="9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9" y="4"/>
                      <a:pt x="8" y="6"/>
                      <a:pt x="6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1" name="Freeform 3354">
                <a:extLst>
                  <a:ext uri="{FF2B5EF4-FFF2-40B4-BE49-F238E27FC236}">
                    <a16:creationId xmlns:a16="http://schemas.microsoft.com/office/drawing/2014/main" id="{CA1CD488-E718-4F83-B0F3-ECE275AF7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472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17 h 9"/>
                  <a:gd name="T4" fmla="*/ 66 w 9"/>
                  <a:gd name="T5" fmla="*/ 53 h 9"/>
                  <a:gd name="T6" fmla="*/ 247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1" y="2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2" name="Freeform 3355">
                <a:extLst>
                  <a:ext uri="{FF2B5EF4-FFF2-40B4-BE49-F238E27FC236}">
                    <a16:creationId xmlns:a16="http://schemas.microsoft.com/office/drawing/2014/main" id="{B63254D7-4101-47F8-8A11-294416809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456"/>
                <a:ext cx="17" cy="18"/>
              </a:xfrm>
              <a:custGeom>
                <a:avLst/>
                <a:gdLst>
                  <a:gd name="T0" fmla="*/ 317 w 9"/>
                  <a:gd name="T1" fmla="*/ 512 h 9"/>
                  <a:gd name="T2" fmla="*/ 53 w 9"/>
                  <a:gd name="T3" fmla="*/ 448 h 9"/>
                  <a:gd name="T4" fmla="*/ 100 w 9"/>
                  <a:gd name="T5" fmla="*/ 64 h 9"/>
                  <a:gd name="T6" fmla="*/ 357 w 9"/>
                  <a:gd name="T7" fmla="*/ 128 h 9"/>
                  <a:gd name="T8" fmla="*/ 317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2" y="9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3" name="Freeform 3356">
                <a:extLst>
                  <a:ext uri="{FF2B5EF4-FFF2-40B4-BE49-F238E27FC236}">
                    <a16:creationId xmlns:a16="http://schemas.microsoft.com/office/drawing/2014/main" id="{EB64E74F-945E-4E80-A240-ABD45DA3D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441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37 w 9"/>
                  <a:gd name="T3" fmla="*/ 317 h 9"/>
                  <a:gd name="T4" fmla="*/ 66 w 9"/>
                  <a:gd name="T5" fmla="*/ 53 h 9"/>
                  <a:gd name="T6" fmla="*/ 247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4" name="Freeform 3357">
                <a:extLst>
                  <a:ext uri="{FF2B5EF4-FFF2-40B4-BE49-F238E27FC236}">
                    <a16:creationId xmlns:a16="http://schemas.microsoft.com/office/drawing/2014/main" id="{00FE3069-AB45-4EF2-853A-1AF3B2892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425"/>
                <a:ext cx="17" cy="18"/>
              </a:xfrm>
              <a:custGeom>
                <a:avLst/>
                <a:gdLst>
                  <a:gd name="T0" fmla="*/ 317 w 9"/>
                  <a:gd name="T1" fmla="*/ 512 h 9"/>
                  <a:gd name="T2" fmla="*/ 53 w 9"/>
                  <a:gd name="T3" fmla="*/ 448 h 9"/>
                  <a:gd name="T4" fmla="*/ 100 w 9"/>
                  <a:gd name="T5" fmla="*/ 128 h 9"/>
                  <a:gd name="T6" fmla="*/ 357 w 9"/>
                  <a:gd name="T7" fmla="*/ 128 h 9"/>
                  <a:gd name="T8" fmla="*/ 317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5" name="Freeform 3358">
                <a:extLst>
                  <a:ext uri="{FF2B5EF4-FFF2-40B4-BE49-F238E27FC236}">
                    <a16:creationId xmlns:a16="http://schemas.microsoft.com/office/drawing/2014/main" id="{A06268ED-0B34-44C5-B170-BB823B372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412"/>
                <a:ext cx="16" cy="17"/>
              </a:xfrm>
              <a:custGeom>
                <a:avLst/>
                <a:gdLst>
                  <a:gd name="T0" fmla="*/ 208 w 9"/>
                  <a:gd name="T1" fmla="*/ 317 h 9"/>
                  <a:gd name="T2" fmla="*/ 66 w 9"/>
                  <a:gd name="T3" fmla="*/ 317 h 9"/>
                  <a:gd name="T4" fmla="*/ 66 w 9"/>
                  <a:gd name="T5" fmla="*/ 53 h 9"/>
                  <a:gd name="T6" fmla="*/ 247 w 9"/>
                  <a:gd name="T7" fmla="*/ 100 h 9"/>
                  <a:gd name="T8" fmla="*/ 208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5" y="9"/>
                      <a:pt x="3" y="8"/>
                      <a:pt x="2" y="7"/>
                    </a:cubicBezTo>
                    <a:cubicBezTo>
                      <a:pt x="0" y="5"/>
                      <a:pt x="1" y="2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9" y="3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6" name="Freeform 3359">
                <a:extLst>
                  <a:ext uri="{FF2B5EF4-FFF2-40B4-BE49-F238E27FC236}">
                    <a16:creationId xmlns:a16="http://schemas.microsoft.com/office/drawing/2014/main" id="{E1CA3453-AFE7-48F9-9043-300D6F7A8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396"/>
                <a:ext cx="16" cy="18"/>
              </a:xfrm>
              <a:custGeom>
                <a:avLst/>
                <a:gdLst>
                  <a:gd name="T0" fmla="*/ 208 w 9"/>
                  <a:gd name="T1" fmla="*/ 512 h 9"/>
                  <a:gd name="T2" fmla="*/ 37 w 9"/>
                  <a:gd name="T3" fmla="*/ 448 h 9"/>
                  <a:gd name="T4" fmla="*/ 66 w 9"/>
                  <a:gd name="T5" fmla="*/ 64 h 9"/>
                  <a:gd name="T6" fmla="*/ 208 w 9"/>
                  <a:gd name="T7" fmla="*/ 128 h 9"/>
                  <a:gd name="T8" fmla="*/ 208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2" y="9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9" y="4"/>
                      <a:pt x="8" y="6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7" name="Freeform 3360">
                <a:extLst>
                  <a:ext uri="{FF2B5EF4-FFF2-40B4-BE49-F238E27FC236}">
                    <a16:creationId xmlns:a16="http://schemas.microsoft.com/office/drawing/2014/main" id="{63CD98F5-9754-41D5-A0BF-6054B6F6B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381"/>
                <a:ext cx="16" cy="17"/>
              </a:xfrm>
              <a:custGeom>
                <a:avLst/>
                <a:gdLst>
                  <a:gd name="T0" fmla="*/ 208 w 9"/>
                  <a:gd name="T1" fmla="*/ 357 h 9"/>
                  <a:gd name="T2" fmla="*/ 66 w 9"/>
                  <a:gd name="T3" fmla="*/ 317 h 9"/>
                  <a:gd name="T4" fmla="*/ 66 w 9"/>
                  <a:gd name="T5" fmla="*/ 53 h 9"/>
                  <a:gd name="T6" fmla="*/ 247 w 9"/>
                  <a:gd name="T7" fmla="*/ 100 h 9"/>
                  <a:gd name="T8" fmla="*/ 208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2" y="7"/>
                    </a:cubicBezTo>
                    <a:cubicBezTo>
                      <a:pt x="0" y="5"/>
                      <a:pt x="1" y="3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8" name="Oval 3361">
                <a:extLst>
                  <a:ext uri="{FF2B5EF4-FFF2-40B4-BE49-F238E27FC236}">
                    <a16:creationId xmlns:a16="http://schemas.microsoft.com/office/drawing/2014/main" id="{26270F1B-0C92-46EF-A351-8EBC2BAA2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1047"/>
                <a:ext cx="15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19" name="Oval 3362">
                <a:extLst>
                  <a:ext uri="{FF2B5EF4-FFF2-40B4-BE49-F238E27FC236}">
                    <a16:creationId xmlns:a16="http://schemas.microsoft.com/office/drawing/2014/main" id="{1E8A3969-F368-4D46-B6A2-088AB74B6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1049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20" name="Oval 3363">
                <a:extLst>
                  <a:ext uri="{FF2B5EF4-FFF2-40B4-BE49-F238E27FC236}">
                    <a16:creationId xmlns:a16="http://schemas.microsoft.com/office/drawing/2014/main" id="{AFDD6328-DBA0-4BE6-A738-181A2C020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1053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21" name="Oval 3364">
                <a:extLst>
                  <a:ext uri="{FF2B5EF4-FFF2-40B4-BE49-F238E27FC236}">
                    <a16:creationId xmlns:a16="http://schemas.microsoft.com/office/drawing/2014/main" id="{4ED853F9-1254-42AB-857D-098480D68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3" y="1057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22" name="Oval 3365">
                <a:extLst>
                  <a:ext uri="{FF2B5EF4-FFF2-40B4-BE49-F238E27FC236}">
                    <a16:creationId xmlns:a16="http://schemas.microsoft.com/office/drawing/2014/main" id="{02BAF467-487C-4833-BD8C-4D35C55A7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1063"/>
                <a:ext cx="16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23" name="Oval 3366">
                <a:extLst>
                  <a:ext uri="{FF2B5EF4-FFF2-40B4-BE49-F238E27FC236}">
                    <a16:creationId xmlns:a16="http://schemas.microsoft.com/office/drawing/2014/main" id="{CD69022E-1990-43BF-98F7-9763100F5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0" y="1068"/>
                <a:ext cx="14" cy="18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24" name="Oval 3367">
                <a:extLst>
                  <a:ext uri="{FF2B5EF4-FFF2-40B4-BE49-F238E27FC236}">
                    <a16:creationId xmlns:a16="http://schemas.microsoft.com/office/drawing/2014/main" id="{AECB695B-63D5-4224-96EB-3CEDBA522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1076"/>
                <a:ext cx="15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25" name="Oval 3368">
                <a:extLst>
                  <a:ext uri="{FF2B5EF4-FFF2-40B4-BE49-F238E27FC236}">
                    <a16:creationId xmlns:a16="http://schemas.microsoft.com/office/drawing/2014/main" id="{318748E8-48C8-493B-B850-E95EE402A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5" y="1086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26" name="Oval 3369">
                <a:extLst>
                  <a:ext uri="{FF2B5EF4-FFF2-40B4-BE49-F238E27FC236}">
                    <a16:creationId xmlns:a16="http://schemas.microsoft.com/office/drawing/2014/main" id="{4FB4C8A0-26C4-402A-A508-77BE6A8C0C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6" y="1093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27" name="Oval 3370">
                <a:extLst>
                  <a:ext uri="{FF2B5EF4-FFF2-40B4-BE49-F238E27FC236}">
                    <a16:creationId xmlns:a16="http://schemas.microsoft.com/office/drawing/2014/main" id="{37B95A60-CB1B-41CF-A6BB-53ECDC521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1103"/>
                <a:ext cx="14" cy="17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28" name="Oval 3371">
                <a:extLst>
                  <a:ext uri="{FF2B5EF4-FFF2-40B4-BE49-F238E27FC236}">
                    <a16:creationId xmlns:a16="http://schemas.microsoft.com/office/drawing/2014/main" id="{1F8A84AE-0CC5-4B43-98ED-83DDA17FF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1115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29" name="Oval 3372">
                <a:extLst>
                  <a:ext uri="{FF2B5EF4-FFF2-40B4-BE49-F238E27FC236}">
                    <a16:creationId xmlns:a16="http://schemas.microsoft.com/office/drawing/2014/main" id="{39D9ABBE-64E6-43FC-9718-8383E67F3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1126"/>
                <a:ext cx="15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30" name="Oval 3373">
                <a:extLst>
                  <a:ext uri="{FF2B5EF4-FFF2-40B4-BE49-F238E27FC236}">
                    <a16:creationId xmlns:a16="http://schemas.microsoft.com/office/drawing/2014/main" id="{7C28D57D-CD21-43A4-B25F-152B66BE7E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1136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31" name="Oval 3374">
                <a:extLst>
                  <a:ext uri="{FF2B5EF4-FFF2-40B4-BE49-F238E27FC236}">
                    <a16:creationId xmlns:a16="http://schemas.microsoft.com/office/drawing/2014/main" id="{CD219F00-D4DB-4FD2-9B0C-ED915C464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1148"/>
                <a:ext cx="15" cy="17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32" name="Oval 3375">
                <a:extLst>
                  <a:ext uri="{FF2B5EF4-FFF2-40B4-BE49-F238E27FC236}">
                    <a16:creationId xmlns:a16="http://schemas.microsoft.com/office/drawing/2014/main" id="{05281599-405C-4733-AD7A-61FB6E622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1161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33" name="Oval 3376">
                <a:extLst>
                  <a:ext uri="{FF2B5EF4-FFF2-40B4-BE49-F238E27FC236}">
                    <a16:creationId xmlns:a16="http://schemas.microsoft.com/office/drawing/2014/main" id="{C142F3BA-D9BB-486B-BC02-E57A35684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1173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34" name="Oval 3377">
                <a:extLst>
                  <a:ext uri="{FF2B5EF4-FFF2-40B4-BE49-F238E27FC236}">
                    <a16:creationId xmlns:a16="http://schemas.microsoft.com/office/drawing/2014/main" id="{D47EEFBD-B3D0-45A6-8FA2-CCBF38CC1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1186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35" name="Oval 3378">
                <a:extLst>
                  <a:ext uri="{FF2B5EF4-FFF2-40B4-BE49-F238E27FC236}">
                    <a16:creationId xmlns:a16="http://schemas.microsoft.com/office/drawing/2014/main" id="{AF686542-9D78-4A1D-99D0-000697118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1200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36" name="Oval 3379">
                <a:extLst>
                  <a:ext uri="{FF2B5EF4-FFF2-40B4-BE49-F238E27FC236}">
                    <a16:creationId xmlns:a16="http://schemas.microsoft.com/office/drawing/2014/main" id="{A0CD7F5A-CE32-4373-9F62-BB0560AEA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1211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37" name="Freeform 3380">
                <a:extLst>
                  <a:ext uri="{FF2B5EF4-FFF2-40B4-BE49-F238E27FC236}">
                    <a16:creationId xmlns:a16="http://schemas.microsoft.com/office/drawing/2014/main" id="{4751BA43-E37B-4DD3-A355-B883CF854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225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0 h 9"/>
                  <a:gd name="T4" fmla="*/ 247 w 9"/>
                  <a:gd name="T5" fmla="*/ 272 h 9"/>
                  <a:gd name="T6" fmla="*/ 89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8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8" name="Freeform 3381">
                <a:extLst>
                  <a:ext uri="{FF2B5EF4-FFF2-40B4-BE49-F238E27FC236}">
                    <a16:creationId xmlns:a16="http://schemas.microsoft.com/office/drawing/2014/main" id="{0C630ADC-B4D0-48BC-9E54-252E6D7CB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238"/>
                <a:ext cx="17" cy="18"/>
              </a:xfrm>
              <a:custGeom>
                <a:avLst/>
                <a:gdLst>
                  <a:gd name="T0" fmla="*/ 53 w 9"/>
                  <a:gd name="T1" fmla="*/ 192 h 9"/>
                  <a:gd name="T2" fmla="*/ 272 w 9"/>
                  <a:gd name="T3" fmla="*/ 0 h 9"/>
                  <a:gd name="T4" fmla="*/ 357 w 9"/>
                  <a:gd name="T5" fmla="*/ 384 h 9"/>
                  <a:gd name="T6" fmla="*/ 144 w 9"/>
                  <a:gd name="T7" fmla="*/ 512 h 9"/>
                  <a:gd name="T8" fmla="*/ 53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8" y="1"/>
                      <a:pt x="9" y="3"/>
                      <a:pt x="8" y="6"/>
                    </a:cubicBezTo>
                    <a:cubicBezTo>
                      <a:pt x="8" y="8"/>
                      <a:pt x="6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9" name="Freeform 3382">
                <a:extLst>
                  <a:ext uri="{FF2B5EF4-FFF2-40B4-BE49-F238E27FC236}">
                    <a16:creationId xmlns:a16="http://schemas.microsoft.com/office/drawing/2014/main" id="{11ADCF06-E8C0-41D3-9FF2-00E6216C4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252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203 w 9"/>
                  <a:gd name="T3" fmla="*/ 53 h 9"/>
                  <a:gd name="T4" fmla="*/ 247 w 9"/>
                  <a:gd name="T5" fmla="*/ 272 h 9"/>
                  <a:gd name="T6" fmla="*/ 89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1" y="1"/>
                      <a:pt x="4" y="0"/>
                      <a:pt x="6" y="1"/>
                    </a:cubicBezTo>
                    <a:cubicBezTo>
                      <a:pt x="8" y="1"/>
                      <a:pt x="9" y="3"/>
                      <a:pt x="8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0" name="Freeform 3383">
                <a:extLst>
                  <a:ext uri="{FF2B5EF4-FFF2-40B4-BE49-F238E27FC236}">
                    <a16:creationId xmlns:a16="http://schemas.microsoft.com/office/drawing/2014/main" id="{F6DB73FC-C5C9-40C0-A825-F67EA6122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265"/>
                <a:ext cx="16" cy="18"/>
              </a:xfrm>
              <a:custGeom>
                <a:avLst/>
                <a:gdLst>
                  <a:gd name="T0" fmla="*/ 0 w 9"/>
                  <a:gd name="T1" fmla="*/ 192 h 9"/>
                  <a:gd name="T2" fmla="*/ 158 w 9"/>
                  <a:gd name="T3" fmla="*/ 64 h 9"/>
                  <a:gd name="T4" fmla="*/ 247 w 9"/>
                  <a:gd name="T5" fmla="*/ 384 h 9"/>
                  <a:gd name="T6" fmla="*/ 89 w 9"/>
                  <a:gd name="T7" fmla="*/ 512 h 9"/>
                  <a:gd name="T8" fmla="*/ 0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8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1" name="Freeform 3384">
                <a:extLst>
                  <a:ext uri="{FF2B5EF4-FFF2-40B4-BE49-F238E27FC236}">
                    <a16:creationId xmlns:a16="http://schemas.microsoft.com/office/drawing/2014/main" id="{BAF41EAD-EDA6-4127-B767-8C6645F6D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279"/>
                <a:ext cx="17" cy="17"/>
              </a:xfrm>
              <a:custGeom>
                <a:avLst/>
                <a:gdLst>
                  <a:gd name="T0" fmla="*/ 53 w 9"/>
                  <a:gd name="T1" fmla="*/ 189 h 9"/>
                  <a:gd name="T2" fmla="*/ 272 w 9"/>
                  <a:gd name="T3" fmla="*/ 53 h 9"/>
                  <a:gd name="T4" fmla="*/ 402 w 9"/>
                  <a:gd name="T5" fmla="*/ 272 h 9"/>
                  <a:gd name="T6" fmla="*/ 144 w 9"/>
                  <a:gd name="T7" fmla="*/ 402 h 9"/>
                  <a:gd name="T8" fmla="*/ 53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1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ubicBezTo>
                      <a:pt x="8" y="8"/>
                      <a:pt x="6" y="9"/>
                      <a:pt x="3" y="9"/>
                    </a:cubicBezTo>
                    <a:cubicBezTo>
                      <a:pt x="1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2" name="Freeform 3385">
                <a:extLst>
                  <a:ext uri="{FF2B5EF4-FFF2-40B4-BE49-F238E27FC236}">
                    <a16:creationId xmlns:a16="http://schemas.microsoft.com/office/drawing/2014/main" id="{780F7063-F0F3-4E9A-9978-79EAB021D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294"/>
                <a:ext cx="17" cy="18"/>
              </a:xfrm>
              <a:custGeom>
                <a:avLst/>
                <a:gdLst>
                  <a:gd name="T0" fmla="*/ 0 w 9"/>
                  <a:gd name="T1" fmla="*/ 192 h 9"/>
                  <a:gd name="T2" fmla="*/ 213 w 9"/>
                  <a:gd name="T3" fmla="*/ 0 h 9"/>
                  <a:gd name="T4" fmla="*/ 357 w 9"/>
                  <a:gd name="T5" fmla="*/ 320 h 9"/>
                  <a:gd name="T6" fmla="*/ 144 w 9"/>
                  <a:gd name="T7" fmla="*/ 512 h 9"/>
                  <a:gd name="T8" fmla="*/ 0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7" y="7"/>
                      <a:pt x="5" y="9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3" name="Freeform 3386">
                <a:extLst>
                  <a:ext uri="{FF2B5EF4-FFF2-40B4-BE49-F238E27FC236}">
                    <a16:creationId xmlns:a16="http://schemas.microsoft.com/office/drawing/2014/main" id="{0AD093B2-A905-419C-9499-9A1C27862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308"/>
                <a:ext cx="16" cy="17"/>
              </a:xfrm>
              <a:custGeom>
                <a:avLst/>
                <a:gdLst>
                  <a:gd name="T0" fmla="*/ 0 w 9"/>
                  <a:gd name="T1" fmla="*/ 144 h 9"/>
                  <a:gd name="T2" fmla="*/ 158 w 9"/>
                  <a:gd name="T3" fmla="*/ 53 h 9"/>
                  <a:gd name="T4" fmla="*/ 247 w 9"/>
                  <a:gd name="T5" fmla="*/ 272 h 9"/>
                  <a:gd name="T6" fmla="*/ 89 w 9"/>
                  <a:gd name="T7" fmla="*/ 357 h 9"/>
                  <a:gd name="T8" fmla="*/ 0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8" y="1"/>
                      <a:pt x="9" y="3"/>
                      <a:pt x="8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8"/>
                      <a:pt x="0" y="6"/>
                      <a:pt x="0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4" name="Freeform 3387">
                <a:extLst>
                  <a:ext uri="{FF2B5EF4-FFF2-40B4-BE49-F238E27FC236}">
                    <a16:creationId xmlns:a16="http://schemas.microsoft.com/office/drawing/2014/main" id="{3CEDE05B-03AB-4129-8C71-06E1036BA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323"/>
                <a:ext cx="17" cy="16"/>
              </a:xfrm>
              <a:custGeom>
                <a:avLst/>
                <a:gdLst>
                  <a:gd name="T0" fmla="*/ 53 w 9"/>
                  <a:gd name="T1" fmla="*/ 192 h 8"/>
                  <a:gd name="T2" fmla="*/ 272 w 9"/>
                  <a:gd name="T3" fmla="*/ 0 h 8"/>
                  <a:gd name="T4" fmla="*/ 357 w 9"/>
                  <a:gd name="T5" fmla="*/ 320 h 8"/>
                  <a:gd name="T6" fmla="*/ 144 w 9"/>
                  <a:gd name="T7" fmla="*/ 512 h 8"/>
                  <a:gd name="T8" fmla="*/ 53 w 9"/>
                  <a:gd name="T9" fmla="*/ 1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3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8" y="1"/>
                      <a:pt x="9" y="3"/>
                      <a:pt x="8" y="5"/>
                    </a:cubicBezTo>
                    <a:cubicBezTo>
                      <a:pt x="8" y="7"/>
                      <a:pt x="6" y="8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5" name="Freeform 3388">
                <a:extLst>
                  <a:ext uri="{FF2B5EF4-FFF2-40B4-BE49-F238E27FC236}">
                    <a16:creationId xmlns:a16="http://schemas.microsoft.com/office/drawing/2014/main" id="{A358F240-D93C-4C22-8FFB-554467CD9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337"/>
                <a:ext cx="16" cy="17"/>
              </a:xfrm>
              <a:custGeom>
                <a:avLst/>
                <a:gdLst>
                  <a:gd name="T0" fmla="*/ 37 w 9"/>
                  <a:gd name="T1" fmla="*/ 144 h 9"/>
                  <a:gd name="T2" fmla="*/ 158 w 9"/>
                  <a:gd name="T3" fmla="*/ 53 h 9"/>
                  <a:gd name="T4" fmla="*/ 247 w 9"/>
                  <a:gd name="T5" fmla="*/ 272 h 9"/>
                  <a:gd name="T6" fmla="*/ 89 w 9"/>
                  <a:gd name="T7" fmla="*/ 357 h 9"/>
                  <a:gd name="T8" fmla="*/ 37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8" y="1"/>
                      <a:pt x="9" y="3"/>
                      <a:pt x="8" y="6"/>
                    </a:cubicBezTo>
                    <a:cubicBezTo>
                      <a:pt x="8" y="8"/>
                      <a:pt x="5" y="9"/>
                      <a:pt x="3" y="8"/>
                    </a:cubicBezTo>
                    <a:cubicBezTo>
                      <a:pt x="1" y="8"/>
                      <a:pt x="0" y="6"/>
                      <a:pt x="1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6" name="Freeform 3389">
                <a:extLst>
                  <a:ext uri="{FF2B5EF4-FFF2-40B4-BE49-F238E27FC236}">
                    <a16:creationId xmlns:a16="http://schemas.microsoft.com/office/drawing/2014/main" id="{6852E8F3-11F1-4700-B273-9C3C71332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352"/>
                <a:ext cx="16" cy="17"/>
              </a:xfrm>
              <a:custGeom>
                <a:avLst/>
                <a:gdLst>
                  <a:gd name="T0" fmla="*/ 0 w 9"/>
                  <a:gd name="T1" fmla="*/ 144 h 9"/>
                  <a:gd name="T2" fmla="*/ 158 w 9"/>
                  <a:gd name="T3" fmla="*/ 0 h 9"/>
                  <a:gd name="T4" fmla="*/ 247 w 9"/>
                  <a:gd name="T5" fmla="*/ 213 h 9"/>
                  <a:gd name="T6" fmla="*/ 89 w 9"/>
                  <a:gd name="T7" fmla="*/ 357 h 9"/>
                  <a:gd name="T8" fmla="*/ 0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7" y="7"/>
                      <a:pt x="5" y="9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7" name="Freeform 3390">
                <a:extLst>
                  <a:ext uri="{FF2B5EF4-FFF2-40B4-BE49-F238E27FC236}">
                    <a16:creationId xmlns:a16="http://schemas.microsoft.com/office/drawing/2014/main" id="{5D413D3F-B994-48B5-A235-068403434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366"/>
                <a:ext cx="16" cy="17"/>
              </a:xfrm>
              <a:custGeom>
                <a:avLst/>
                <a:gdLst>
                  <a:gd name="T0" fmla="*/ 37 w 9"/>
                  <a:gd name="T1" fmla="*/ 189 h 9"/>
                  <a:gd name="T2" fmla="*/ 203 w 9"/>
                  <a:gd name="T3" fmla="*/ 53 h 9"/>
                  <a:gd name="T4" fmla="*/ 281 w 9"/>
                  <a:gd name="T5" fmla="*/ 272 h 9"/>
                  <a:gd name="T6" fmla="*/ 117 w 9"/>
                  <a:gd name="T7" fmla="*/ 402 h 9"/>
                  <a:gd name="T8" fmla="*/ 37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2" y="2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8" name="Oval 3391">
                <a:extLst>
                  <a:ext uri="{FF2B5EF4-FFF2-40B4-BE49-F238E27FC236}">
                    <a16:creationId xmlns:a16="http://schemas.microsoft.com/office/drawing/2014/main" id="{6720931B-7CC7-4D4A-BA03-77CC3C7CE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441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49" name="Oval 3392">
                <a:extLst>
                  <a:ext uri="{FF2B5EF4-FFF2-40B4-BE49-F238E27FC236}">
                    <a16:creationId xmlns:a16="http://schemas.microsoft.com/office/drawing/2014/main" id="{618B885A-671F-40FF-A571-19ED38832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2441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50" name="Oval 3393">
                <a:extLst>
                  <a:ext uri="{FF2B5EF4-FFF2-40B4-BE49-F238E27FC236}">
                    <a16:creationId xmlns:a16="http://schemas.microsoft.com/office/drawing/2014/main" id="{44B78798-52A5-41BC-93B3-27F8A2E35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2437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51" name="Oval 3394">
                <a:extLst>
                  <a:ext uri="{FF2B5EF4-FFF2-40B4-BE49-F238E27FC236}">
                    <a16:creationId xmlns:a16="http://schemas.microsoft.com/office/drawing/2014/main" id="{2273EA70-5676-404C-888B-EA4A94455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3" y="2433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52" name="Oval 3395">
                <a:extLst>
                  <a:ext uri="{FF2B5EF4-FFF2-40B4-BE49-F238E27FC236}">
                    <a16:creationId xmlns:a16="http://schemas.microsoft.com/office/drawing/2014/main" id="{EC790075-F205-4829-A0F3-7B1CF29E6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2427"/>
                <a:ext cx="16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53" name="Oval 3396">
                <a:extLst>
                  <a:ext uri="{FF2B5EF4-FFF2-40B4-BE49-F238E27FC236}">
                    <a16:creationId xmlns:a16="http://schemas.microsoft.com/office/drawing/2014/main" id="{A92760A8-E3D6-4BE2-B3E2-E91731F08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0" y="2419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54" name="Oval 3397">
                <a:extLst>
                  <a:ext uri="{FF2B5EF4-FFF2-40B4-BE49-F238E27FC236}">
                    <a16:creationId xmlns:a16="http://schemas.microsoft.com/office/drawing/2014/main" id="{E35739E3-93D1-4FF5-88E2-B6A6D01AA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2414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55" name="Oval 3398">
                <a:extLst>
                  <a:ext uri="{FF2B5EF4-FFF2-40B4-BE49-F238E27FC236}">
                    <a16:creationId xmlns:a16="http://schemas.microsoft.com/office/drawing/2014/main" id="{4A44443C-FFB4-4C4E-A6B4-68EC827C1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5" y="2404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56" name="Oval 3399">
                <a:extLst>
                  <a:ext uri="{FF2B5EF4-FFF2-40B4-BE49-F238E27FC236}">
                    <a16:creationId xmlns:a16="http://schemas.microsoft.com/office/drawing/2014/main" id="{572DD5A6-E0E5-4008-AE03-D17C642F6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6" y="2394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57" name="Oval 3400">
                <a:extLst>
                  <a:ext uri="{FF2B5EF4-FFF2-40B4-BE49-F238E27FC236}">
                    <a16:creationId xmlns:a16="http://schemas.microsoft.com/office/drawing/2014/main" id="{4F199E05-D4A3-472C-A621-37088F222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2385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58" name="Oval 3401">
                <a:extLst>
                  <a:ext uri="{FF2B5EF4-FFF2-40B4-BE49-F238E27FC236}">
                    <a16:creationId xmlns:a16="http://schemas.microsoft.com/office/drawing/2014/main" id="{C4B621FA-1BD3-4C54-B319-E686E1A5B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2375"/>
                <a:ext cx="15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59" name="Oval 3402">
                <a:extLst>
                  <a:ext uri="{FF2B5EF4-FFF2-40B4-BE49-F238E27FC236}">
                    <a16:creationId xmlns:a16="http://schemas.microsoft.com/office/drawing/2014/main" id="{B1D3E587-5E53-4A62-A556-FD7032FC1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2363"/>
                <a:ext cx="15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60" name="Oval 3403">
                <a:extLst>
                  <a:ext uri="{FF2B5EF4-FFF2-40B4-BE49-F238E27FC236}">
                    <a16:creationId xmlns:a16="http://schemas.microsoft.com/office/drawing/2014/main" id="{E479DD2F-D690-4903-9958-C8A5EBB502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352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61" name="Oval 3404">
                <a:extLst>
                  <a:ext uri="{FF2B5EF4-FFF2-40B4-BE49-F238E27FC236}">
                    <a16:creationId xmlns:a16="http://schemas.microsoft.com/office/drawing/2014/main" id="{98511118-A829-4A9B-9AB2-D1DE4AD18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340"/>
                <a:ext cx="15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62" name="Oval 3405">
                <a:extLst>
                  <a:ext uri="{FF2B5EF4-FFF2-40B4-BE49-F238E27FC236}">
                    <a16:creationId xmlns:a16="http://schemas.microsoft.com/office/drawing/2014/main" id="{42B833F5-426C-4F28-8A03-114935438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2329"/>
                <a:ext cx="15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63" name="Oval 3406">
                <a:extLst>
                  <a:ext uri="{FF2B5EF4-FFF2-40B4-BE49-F238E27FC236}">
                    <a16:creationId xmlns:a16="http://schemas.microsoft.com/office/drawing/2014/main" id="{B52D06F1-8DD8-4465-9DB9-F615C85A5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2317"/>
                <a:ext cx="15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64" name="Oval 3407">
                <a:extLst>
                  <a:ext uri="{FF2B5EF4-FFF2-40B4-BE49-F238E27FC236}">
                    <a16:creationId xmlns:a16="http://schemas.microsoft.com/office/drawing/2014/main" id="{896B2950-42CB-4998-9C45-EB66D9D7E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2304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65" name="Oval 3408">
                <a:extLst>
                  <a:ext uri="{FF2B5EF4-FFF2-40B4-BE49-F238E27FC236}">
                    <a16:creationId xmlns:a16="http://schemas.microsoft.com/office/drawing/2014/main" id="{83A19596-AD9D-4D8A-9401-ADC90F1BD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2290"/>
                <a:ext cx="14" cy="16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66" name="Oval 3409">
                <a:extLst>
                  <a:ext uri="{FF2B5EF4-FFF2-40B4-BE49-F238E27FC236}">
                    <a16:creationId xmlns:a16="http://schemas.microsoft.com/office/drawing/2014/main" id="{BDF812CF-E097-4541-909F-07F03371C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277"/>
                <a:ext cx="14" cy="15"/>
              </a:xfrm>
              <a:prstGeom prst="ellipse">
                <a:avLst/>
              </a:prstGeom>
              <a:solidFill>
                <a:srgbClr val="007EC1"/>
              </a:solidFill>
              <a:ln w="4763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567" name="Freeform 3410">
                <a:extLst>
                  <a:ext uri="{FF2B5EF4-FFF2-40B4-BE49-F238E27FC236}">
                    <a16:creationId xmlns:a16="http://schemas.microsoft.com/office/drawing/2014/main" id="{FA3712C8-6C1B-4B42-9A75-71FEF0888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263"/>
                <a:ext cx="16" cy="18"/>
              </a:xfrm>
              <a:custGeom>
                <a:avLst/>
                <a:gdLst>
                  <a:gd name="T0" fmla="*/ 37 w 9"/>
                  <a:gd name="T1" fmla="*/ 384 h 9"/>
                  <a:gd name="T2" fmla="*/ 203 w 9"/>
                  <a:gd name="T3" fmla="*/ 512 h 9"/>
                  <a:gd name="T4" fmla="*/ 247 w 9"/>
                  <a:gd name="T5" fmla="*/ 192 h 9"/>
                  <a:gd name="T6" fmla="*/ 89 w 9"/>
                  <a:gd name="T7" fmla="*/ 64 h 9"/>
                  <a:gd name="T8" fmla="*/ 3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4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8" name="Freeform 3411">
                <a:extLst>
                  <a:ext uri="{FF2B5EF4-FFF2-40B4-BE49-F238E27FC236}">
                    <a16:creationId xmlns:a16="http://schemas.microsoft.com/office/drawing/2014/main" id="{A7F9816F-6A59-4D06-977F-57CB8F43B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250"/>
                <a:ext cx="17" cy="17"/>
              </a:xfrm>
              <a:custGeom>
                <a:avLst/>
                <a:gdLst>
                  <a:gd name="T0" fmla="*/ 53 w 9"/>
                  <a:gd name="T1" fmla="*/ 272 h 9"/>
                  <a:gd name="T2" fmla="*/ 272 w 9"/>
                  <a:gd name="T3" fmla="*/ 357 h 9"/>
                  <a:gd name="T4" fmla="*/ 357 w 9"/>
                  <a:gd name="T5" fmla="*/ 144 h 9"/>
                  <a:gd name="T6" fmla="*/ 144 w 9"/>
                  <a:gd name="T7" fmla="*/ 53 h 9"/>
                  <a:gd name="T8" fmla="*/ 53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4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8" y="1"/>
                      <a:pt x="6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9" name="Freeform 3412">
                <a:extLst>
                  <a:ext uri="{FF2B5EF4-FFF2-40B4-BE49-F238E27FC236}">
                    <a16:creationId xmlns:a16="http://schemas.microsoft.com/office/drawing/2014/main" id="{7D70A60D-0952-4C63-BF32-AD07457EB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236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357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4" y="9"/>
                      <a:pt x="6" y="8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1" y="1"/>
                      <a:pt x="0" y="3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0" name="Freeform 3413">
                <a:extLst>
                  <a:ext uri="{FF2B5EF4-FFF2-40B4-BE49-F238E27FC236}">
                    <a16:creationId xmlns:a16="http://schemas.microsoft.com/office/drawing/2014/main" id="{24392558-2EF9-4399-AE82-B0BA377FC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223"/>
                <a:ext cx="16" cy="17"/>
              </a:xfrm>
              <a:custGeom>
                <a:avLst/>
                <a:gdLst>
                  <a:gd name="T0" fmla="*/ 0 w 9"/>
                  <a:gd name="T1" fmla="*/ 213 h 9"/>
                  <a:gd name="T2" fmla="*/ 158 w 9"/>
                  <a:gd name="T3" fmla="*/ 357 h 9"/>
                  <a:gd name="T4" fmla="*/ 247 w 9"/>
                  <a:gd name="T5" fmla="*/ 144 h 9"/>
                  <a:gd name="T6" fmla="*/ 89 w 9"/>
                  <a:gd name="T7" fmla="*/ 0 h 9"/>
                  <a:gd name="T8" fmla="*/ 0 w 9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1" y="8"/>
                      <a:pt x="3" y="9"/>
                      <a:pt x="5" y="8"/>
                    </a:cubicBezTo>
                    <a:cubicBezTo>
                      <a:pt x="7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1" name="Freeform 3414">
                <a:extLst>
                  <a:ext uri="{FF2B5EF4-FFF2-40B4-BE49-F238E27FC236}">
                    <a16:creationId xmlns:a16="http://schemas.microsoft.com/office/drawing/2014/main" id="{540F8537-0914-4492-979E-2FA54B9DE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207"/>
                <a:ext cx="17" cy="18"/>
              </a:xfrm>
              <a:custGeom>
                <a:avLst/>
                <a:gdLst>
                  <a:gd name="T0" fmla="*/ 53 w 9"/>
                  <a:gd name="T1" fmla="*/ 384 h 9"/>
                  <a:gd name="T2" fmla="*/ 272 w 9"/>
                  <a:gd name="T3" fmla="*/ 576 h 9"/>
                  <a:gd name="T4" fmla="*/ 402 w 9"/>
                  <a:gd name="T5" fmla="*/ 256 h 9"/>
                  <a:gd name="T6" fmla="*/ 144 w 9"/>
                  <a:gd name="T7" fmla="*/ 64 h 9"/>
                  <a:gd name="T8" fmla="*/ 53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4" y="9"/>
                      <a:pt x="6" y="9"/>
                    </a:cubicBezTo>
                    <a:cubicBezTo>
                      <a:pt x="8" y="8"/>
                      <a:pt x="9" y="6"/>
                      <a:pt x="9" y="4"/>
                    </a:cubicBezTo>
                    <a:cubicBezTo>
                      <a:pt x="8" y="2"/>
                      <a:pt x="6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2" name="Freeform 3415">
                <a:extLst>
                  <a:ext uri="{FF2B5EF4-FFF2-40B4-BE49-F238E27FC236}">
                    <a16:creationId xmlns:a16="http://schemas.microsoft.com/office/drawing/2014/main" id="{F5FE3A8C-D265-4F20-9DD5-F6BA0E313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194"/>
                <a:ext cx="17" cy="17"/>
              </a:xfrm>
              <a:custGeom>
                <a:avLst/>
                <a:gdLst>
                  <a:gd name="T0" fmla="*/ 0 w 9"/>
                  <a:gd name="T1" fmla="*/ 272 h 9"/>
                  <a:gd name="T2" fmla="*/ 213 w 9"/>
                  <a:gd name="T3" fmla="*/ 357 h 9"/>
                  <a:gd name="T4" fmla="*/ 357 w 9"/>
                  <a:gd name="T5" fmla="*/ 144 h 9"/>
                  <a:gd name="T6" fmla="*/ 144 w 9"/>
                  <a:gd name="T7" fmla="*/ 53 h 9"/>
                  <a:gd name="T8" fmla="*/ 0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3" y="9"/>
                      <a:pt x="5" y="8"/>
                    </a:cubicBezTo>
                    <a:cubicBezTo>
                      <a:pt x="7" y="8"/>
                      <a:pt x="9" y="6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3" name="Freeform 3416">
                <a:extLst>
                  <a:ext uri="{FF2B5EF4-FFF2-40B4-BE49-F238E27FC236}">
                    <a16:creationId xmlns:a16="http://schemas.microsoft.com/office/drawing/2014/main" id="{DC5C54C2-E875-42BD-93C2-827E2445A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180"/>
                <a:ext cx="16" cy="18"/>
              </a:xfrm>
              <a:custGeom>
                <a:avLst/>
                <a:gdLst>
                  <a:gd name="T0" fmla="*/ 0 w 9"/>
                  <a:gd name="T1" fmla="*/ 320 h 9"/>
                  <a:gd name="T2" fmla="*/ 158 w 9"/>
                  <a:gd name="T3" fmla="*/ 512 h 9"/>
                  <a:gd name="T4" fmla="*/ 247 w 9"/>
                  <a:gd name="T5" fmla="*/ 192 h 9"/>
                  <a:gd name="T6" fmla="*/ 89 w 9"/>
                  <a:gd name="T7" fmla="*/ 0 h 9"/>
                  <a:gd name="T8" fmla="*/ 0 w 9"/>
                  <a:gd name="T9" fmla="*/ 3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1" y="7"/>
                      <a:pt x="3" y="9"/>
                      <a:pt x="5" y="8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4" name="Freeform 3417">
                <a:extLst>
                  <a:ext uri="{FF2B5EF4-FFF2-40B4-BE49-F238E27FC236}">
                    <a16:creationId xmlns:a16="http://schemas.microsoft.com/office/drawing/2014/main" id="{0A4C1D38-D958-4830-8DEF-04B797280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165"/>
                <a:ext cx="17" cy="17"/>
              </a:xfrm>
              <a:custGeom>
                <a:avLst/>
                <a:gdLst>
                  <a:gd name="T0" fmla="*/ 53 w 9"/>
                  <a:gd name="T1" fmla="*/ 272 h 9"/>
                  <a:gd name="T2" fmla="*/ 272 w 9"/>
                  <a:gd name="T3" fmla="*/ 402 h 9"/>
                  <a:gd name="T4" fmla="*/ 357 w 9"/>
                  <a:gd name="T5" fmla="*/ 189 h 9"/>
                  <a:gd name="T6" fmla="*/ 144 w 9"/>
                  <a:gd name="T7" fmla="*/ 53 h 9"/>
                  <a:gd name="T8" fmla="*/ 53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3" y="9"/>
                      <a:pt x="6" y="9"/>
                    </a:cubicBezTo>
                    <a:cubicBezTo>
                      <a:pt x="8" y="8"/>
                      <a:pt x="9" y="6"/>
                      <a:pt x="8" y="4"/>
                    </a:cubicBezTo>
                    <a:cubicBezTo>
                      <a:pt x="8" y="2"/>
                      <a:pt x="6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5" name="Freeform 3418">
                <a:extLst>
                  <a:ext uri="{FF2B5EF4-FFF2-40B4-BE49-F238E27FC236}">
                    <a16:creationId xmlns:a16="http://schemas.microsoft.com/office/drawing/2014/main" id="{C9338ED5-79FD-4957-8216-08C9F2DAE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151"/>
                <a:ext cx="16" cy="18"/>
              </a:xfrm>
              <a:custGeom>
                <a:avLst/>
                <a:gdLst>
                  <a:gd name="T0" fmla="*/ 37 w 9"/>
                  <a:gd name="T1" fmla="*/ 320 h 9"/>
                  <a:gd name="T2" fmla="*/ 158 w 9"/>
                  <a:gd name="T3" fmla="*/ 512 h 9"/>
                  <a:gd name="T4" fmla="*/ 247 w 9"/>
                  <a:gd name="T5" fmla="*/ 192 h 9"/>
                  <a:gd name="T6" fmla="*/ 89 w 9"/>
                  <a:gd name="T7" fmla="*/ 0 h 9"/>
                  <a:gd name="T8" fmla="*/ 37 w 9"/>
                  <a:gd name="T9" fmla="*/ 3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1" y="7"/>
                      <a:pt x="3" y="9"/>
                      <a:pt x="5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0"/>
                    </a:cubicBezTo>
                    <a:cubicBezTo>
                      <a:pt x="1" y="1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6" name="Freeform 3419">
                <a:extLst>
                  <a:ext uri="{FF2B5EF4-FFF2-40B4-BE49-F238E27FC236}">
                    <a16:creationId xmlns:a16="http://schemas.microsoft.com/office/drawing/2014/main" id="{31777CAA-DB5C-45E8-A223-ABCE31150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136"/>
                <a:ext cx="16" cy="17"/>
              </a:xfrm>
              <a:custGeom>
                <a:avLst/>
                <a:gdLst>
                  <a:gd name="T0" fmla="*/ 0 w 9"/>
                  <a:gd name="T1" fmla="*/ 272 h 9"/>
                  <a:gd name="T2" fmla="*/ 158 w 9"/>
                  <a:gd name="T3" fmla="*/ 357 h 9"/>
                  <a:gd name="T4" fmla="*/ 247 w 9"/>
                  <a:gd name="T5" fmla="*/ 189 h 9"/>
                  <a:gd name="T6" fmla="*/ 89 w 9"/>
                  <a:gd name="T7" fmla="*/ 53 h 9"/>
                  <a:gd name="T8" fmla="*/ 0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3" y="9"/>
                      <a:pt x="5" y="8"/>
                    </a:cubicBezTo>
                    <a:cubicBezTo>
                      <a:pt x="7" y="8"/>
                      <a:pt x="9" y="6"/>
                      <a:pt x="8" y="4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7" name="Freeform 3420">
                <a:extLst>
                  <a:ext uri="{FF2B5EF4-FFF2-40B4-BE49-F238E27FC236}">
                    <a16:creationId xmlns:a16="http://schemas.microsoft.com/office/drawing/2014/main" id="{5C711E80-CEEC-46E1-A861-A13FF533C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120"/>
                <a:ext cx="16" cy="18"/>
              </a:xfrm>
              <a:custGeom>
                <a:avLst/>
                <a:gdLst>
                  <a:gd name="T0" fmla="*/ 37 w 9"/>
                  <a:gd name="T1" fmla="*/ 384 h 9"/>
                  <a:gd name="T2" fmla="*/ 203 w 9"/>
                  <a:gd name="T3" fmla="*/ 576 h 9"/>
                  <a:gd name="T4" fmla="*/ 281 w 9"/>
                  <a:gd name="T5" fmla="*/ 256 h 9"/>
                  <a:gd name="T6" fmla="*/ 117 w 9"/>
                  <a:gd name="T7" fmla="*/ 64 h 9"/>
                  <a:gd name="T8" fmla="*/ 37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9"/>
                    </a:cubicBezTo>
                    <a:cubicBezTo>
                      <a:pt x="8" y="8"/>
                      <a:pt x="9" y="6"/>
                      <a:pt x="9" y="4"/>
                    </a:cubicBezTo>
                    <a:cubicBezTo>
                      <a:pt x="8" y="2"/>
                      <a:pt x="6" y="0"/>
                      <a:pt x="4" y="1"/>
                    </a:cubicBezTo>
                    <a:cubicBezTo>
                      <a:pt x="2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8" name="Freeform 3421">
                <a:extLst>
                  <a:ext uri="{FF2B5EF4-FFF2-40B4-BE49-F238E27FC236}">
                    <a16:creationId xmlns:a16="http://schemas.microsoft.com/office/drawing/2014/main" id="{346EFEB4-119A-4E8E-9E1B-23AA30A46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107"/>
                <a:ext cx="17" cy="17"/>
              </a:xfrm>
              <a:custGeom>
                <a:avLst/>
                <a:gdLst>
                  <a:gd name="T0" fmla="*/ 53 w 9"/>
                  <a:gd name="T1" fmla="*/ 272 h 9"/>
                  <a:gd name="T2" fmla="*/ 272 w 9"/>
                  <a:gd name="T3" fmla="*/ 357 h 9"/>
                  <a:gd name="T4" fmla="*/ 357 w 9"/>
                  <a:gd name="T5" fmla="*/ 100 h 9"/>
                  <a:gd name="T6" fmla="*/ 144 w 9"/>
                  <a:gd name="T7" fmla="*/ 53 h 9"/>
                  <a:gd name="T8" fmla="*/ 53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2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9" name="Freeform 3422">
                <a:extLst>
                  <a:ext uri="{FF2B5EF4-FFF2-40B4-BE49-F238E27FC236}">
                    <a16:creationId xmlns:a16="http://schemas.microsoft.com/office/drawing/2014/main" id="{12F189E2-C196-49AC-8314-9B656ED63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091"/>
                <a:ext cx="16" cy="18"/>
              </a:xfrm>
              <a:custGeom>
                <a:avLst/>
                <a:gdLst>
                  <a:gd name="T0" fmla="*/ 0 w 9"/>
                  <a:gd name="T1" fmla="*/ 384 h 9"/>
                  <a:gd name="T2" fmla="*/ 203 w 9"/>
                  <a:gd name="T3" fmla="*/ 512 h 9"/>
                  <a:gd name="T4" fmla="*/ 247 w 9"/>
                  <a:gd name="T5" fmla="*/ 192 h 9"/>
                  <a:gd name="T6" fmla="*/ 66 w 9"/>
                  <a:gd name="T7" fmla="*/ 64 h 9"/>
                  <a:gd name="T8" fmla="*/ 0 w 9"/>
                  <a:gd name="T9" fmla="*/ 3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1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4" y="0"/>
                      <a:pt x="2" y="1"/>
                    </a:cubicBezTo>
                    <a:cubicBezTo>
                      <a:pt x="0" y="2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0" name="Freeform 3423">
                <a:extLst>
                  <a:ext uri="{FF2B5EF4-FFF2-40B4-BE49-F238E27FC236}">
                    <a16:creationId xmlns:a16="http://schemas.microsoft.com/office/drawing/2014/main" id="{1AD790FA-ADEE-4946-AFD0-480F7A206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076"/>
                <a:ext cx="17" cy="17"/>
              </a:xfrm>
              <a:custGeom>
                <a:avLst/>
                <a:gdLst>
                  <a:gd name="T0" fmla="*/ 53 w 9"/>
                  <a:gd name="T1" fmla="*/ 272 h 9"/>
                  <a:gd name="T2" fmla="*/ 272 w 9"/>
                  <a:gd name="T3" fmla="*/ 357 h 9"/>
                  <a:gd name="T4" fmla="*/ 357 w 9"/>
                  <a:gd name="T5" fmla="*/ 144 h 9"/>
                  <a:gd name="T6" fmla="*/ 144 w 9"/>
                  <a:gd name="T7" fmla="*/ 53 h 9"/>
                  <a:gd name="T8" fmla="*/ 53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1" name="Freeform 3424">
                <a:extLst>
                  <a:ext uri="{FF2B5EF4-FFF2-40B4-BE49-F238E27FC236}">
                    <a16:creationId xmlns:a16="http://schemas.microsoft.com/office/drawing/2014/main" id="{EACE85F9-E31C-4B7B-9CA9-E3083D6E5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060"/>
                <a:ext cx="16" cy="20"/>
              </a:xfrm>
              <a:custGeom>
                <a:avLst/>
                <a:gdLst>
                  <a:gd name="T0" fmla="*/ 37 w 9"/>
                  <a:gd name="T1" fmla="*/ 448 h 10"/>
                  <a:gd name="T2" fmla="*/ 203 w 9"/>
                  <a:gd name="T3" fmla="*/ 576 h 10"/>
                  <a:gd name="T4" fmla="*/ 247 w 9"/>
                  <a:gd name="T5" fmla="*/ 192 h 10"/>
                  <a:gd name="T6" fmla="*/ 89 w 9"/>
                  <a:gd name="T7" fmla="*/ 64 h 10"/>
                  <a:gd name="T8" fmla="*/ 37 w 9"/>
                  <a:gd name="T9" fmla="*/ 44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2" y="9"/>
                      <a:pt x="4" y="10"/>
                      <a:pt x="6" y="9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2" name="Freeform 3425">
                <a:extLst>
                  <a:ext uri="{FF2B5EF4-FFF2-40B4-BE49-F238E27FC236}">
                    <a16:creationId xmlns:a16="http://schemas.microsoft.com/office/drawing/2014/main" id="{F19A99A8-8106-4727-8B02-3FFE68D48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047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357 h 9"/>
                  <a:gd name="T4" fmla="*/ 281 w 9"/>
                  <a:gd name="T5" fmla="*/ 144 h 9"/>
                  <a:gd name="T6" fmla="*/ 89 w 9"/>
                  <a:gd name="T7" fmla="*/ 0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9" y="7"/>
                      <a:pt x="9" y="5"/>
                      <a:pt x="9" y="3"/>
                    </a:cubicBezTo>
                    <a:cubicBezTo>
                      <a:pt x="8" y="1"/>
                      <a:pt x="5" y="0"/>
                      <a:pt x="3" y="0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3" name="Freeform 3426">
                <a:extLst>
                  <a:ext uri="{FF2B5EF4-FFF2-40B4-BE49-F238E27FC236}">
                    <a16:creationId xmlns:a16="http://schemas.microsoft.com/office/drawing/2014/main" id="{07C89A83-7582-4192-B927-172873AB5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032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357 h 9"/>
                  <a:gd name="T4" fmla="*/ 281 w 9"/>
                  <a:gd name="T5" fmla="*/ 144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9" y="3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1" y="1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4" name="Freeform 3427">
                <a:extLst>
                  <a:ext uri="{FF2B5EF4-FFF2-40B4-BE49-F238E27FC236}">
                    <a16:creationId xmlns:a16="http://schemas.microsoft.com/office/drawing/2014/main" id="{0A95DF00-6150-4AF3-9C25-3634C5E46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016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3 w 9"/>
                  <a:gd name="T3" fmla="*/ 357 h 9"/>
                  <a:gd name="T4" fmla="*/ 247 w 9"/>
                  <a:gd name="T5" fmla="*/ 144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5" name="Freeform 3428">
                <a:extLst>
                  <a:ext uri="{FF2B5EF4-FFF2-40B4-BE49-F238E27FC236}">
                    <a16:creationId xmlns:a16="http://schemas.microsoft.com/office/drawing/2014/main" id="{A15DA7FE-0380-4487-AC8B-69398E031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001"/>
                <a:ext cx="17" cy="17"/>
              </a:xfrm>
              <a:custGeom>
                <a:avLst/>
                <a:gdLst>
                  <a:gd name="T0" fmla="*/ 53 w 9"/>
                  <a:gd name="T1" fmla="*/ 272 h 9"/>
                  <a:gd name="T2" fmla="*/ 272 w 9"/>
                  <a:gd name="T3" fmla="*/ 357 h 9"/>
                  <a:gd name="T4" fmla="*/ 357 w 9"/>
                  <a:gd name="T5" fmla="*/ 144 h 9"/>
                  <a:gd name="T6" fmla="*/ 144 w 9"/>
                  <a:gd name="T7" fmla="*/ 53 h 9"/>
                  <a:gd name="T8" fmla="*/ 53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1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6" name="Freeform 3429">
                <a:extLst>
                  <a:ext uri="{FF2B5EF4-FFF2-40B4-BE49-F238E27FC236}">
                    <a16:creationId xmlns:a16="http://schemas.microsoft.com/office/drawing/2014/main" id="{85B68CBC-CDD8-4C34-85DA-F64F801AE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985"/>
                <a:ext cx="16" cy="18"/>
              </a:xfrm>
              <a:custGeom>
                <a:avLst/>
                <a:gdLst>
                  <a:gd name="T0" fmla="*/ 37 w 9"/>
                  <a:gd name="T1" fmla="*/ 448 h 9"/>
                  <a:gd name="T2" fmla="*/ 203 w 9"/>
                  <a:gd name="T3" fmla="*/ 512 h 9"/>
                  <a:gd name="T4" fmla="*/ 247 w 9"/>
                  <a:gd name="T5" fmla="*/ 128 h 9"/>
                  <a:gd name="T6" fmla="*/ 66 w 9"/>
                  <a:gd name="T7" fmla="*/ 64 h 9"/>
                  <a:gd name="T8" fmla="*/ 3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8"/>
                      <a:pt x="5" y="9"/>
                      <a:pt x="6" y="8"/>
                    </a:cubicBezTo>
                    <a:cubicBezTo>
                      <a:pt x="8" y="7"/>
                      <a:pt x="9" y="4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7" name="Freeform 3430">
                <a:extLst>
                  <a:ext uri="{FF2B5EF4-FFF2-40B4-BE49-F238E27FC236}">
                    <a16:creationId xmlns:a16="http://schemas.microsoft.com/office/drawing/2014/main" id="{445CCFBB-EF9C-44B1-8E11-62729BFB3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970"/>
                <a:ext cx="18" cy="17"/>
              </a:xfrm>
              <a:custGeom>
                <a:avLst/>
                <a:gdLst>
                  <a:gd name="T0" fmla="*/ 74 w 10"/>
                  <a:gd name="T1" fmla="*/ 317 h 9"/>
                  <a:gd name="T2" fmla="*/ 239 w 10"/>
                  <a:gd name="T3" fmla="*/ 357 h 9"/>
                  <a:gd name="T4" fmla="*/ 263 w 10"/>
                  <a:gd name="T5" fmla="*/ 100 h 9"/>
                  <a:gd name="T6" fmla="*/ 94 w 10"/>
                  <a:gd name="T7" fmla="*/ 53 h 9"/>
                  <a:gd name="T8" fmla="*/ 74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10" y="4"/>
                      <a:pt x="8" y="2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8" name="Freeform 3431">
                <a:extLst>
                  <a:ext uri="{FF2B5EF4-FFF2-40B4-BE49-F238E27FC236}">
                    <a16:creationId xmlns:a16="http://schemas.microsoft.com/office/drawing/2014/main" id="{EC2EF42E-22B1-4C05-A414-4D8D06B65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954"/>
                <a:ext cx="17" cy="18"/>
              </a:xfrm>
              <a:custGeom>
                <a:avLst/>
                <a:gdLst>
                  <a:gd name="T0" fmla="*/ 53 w 9"/>
                  <a:gd name="T1" fmla="*/ 448 h 9"/>
                  <a:gd name="T2" fmla="*/ 317 w 9"/>
                  <a:gd name="T3" fmla="*/ 512 h 9"/>
                  <a:gd name="T4" fmla="*/ 357 w 9"/>
                  <a:gd name="T5" fmla="*/ 128 h 9"/>
                  <a:gd name="T6" fmla="*/ 100 w 9"/>
                  <a:gd name="T7" fmla="*/ 64 h 9"/>
                  <a:gd name="T8" fmla="*/ 53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9"/>
                      <a:pt x="5" y="9"/>
                      <a:pt x="7" y="8"/>
                    </a:cubicBezTo>
                    <a:cubicBezTo>
                      <a:pt x="8" y="7"/>
                      <a:pt x="9" y="4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9" name="Freeform 3432">
                <a:extLst>
                  <a:ext uri="{FF2B5EF4-FFF2-40B4-BE49-F238E27FC236}">
                    <a16:creationId xmlns:a16="http://schemas.microsoft.com/office/drawing/2014/main" id="{4C236933-F2F3-48B1-B6CD-2045BAC16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939"/>
                <a:ext cx="17" cy="17"/>
              </a:xfrm>
              <a:custGeom>
                <a:avLst/>
                <a:gdLst>
                  <a:gd name="T0" fmla="*/ 53 w 9"/>
                  <a:gd name="T1" fmla="*/ 317 h 9"/>
                  <a:gd name="T2" fmla="*/ 317 w 9"/>
                  <a:gd name="T3" fmla="*/ 357 h 9"/>
                  <a:gd name="T4" fmla="*/ 357 w 9"/>
                  <a:gd name="T5" fmla="*/ 144 h 9"/>
                  <a:gd name="T6" fmla="*/ 144 w 9"/>
                  <a:gd name="T7" fmla="*/ 53 h 9"/>
                  <a:gd name="T8" fmla="*/ 53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0" name="Freeform 3433">
                <a:extLst>
                  <a:ext uri="{FF2B5EF4-FFF2-40B4-BE49-F238E27FC236}">
                    <a16:creationId xmlns:a16="http://schemas.microsoft.com/office/drawing/2014/main" id="{78A9D876-5E98-4526-B782-F1921331B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923"/>
                <a:ext cx="16" cy="18"/>
              </a:xfrm>
              <a:custGeom>
                <a:avLst/>
                <a:gdLst>
                  <a:gd name="T0" fmla="*/ 37 w 9"/>
                  <a:gd name="T1" fmla="*/ 448 h 9"/>
                  <a:gd name="T2" fmla="*/ 208 w 9"/>
                  <a:gd name="T3" fmla="*/ 512 h 9"/>
                  <a:gd name="T4" fmla="*/ 247 w 9"/>
                  <a:gd name="T5" fmla="*/ 192 h 9"/>
                  <a:gd name="T6" fmla="*/ 89 w 9"/>
                  <a:gd name="T7" fmla="*/ 64 h 9"/>
                  <a:gd name="T8" fmla="*/ 3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1" name="Freeform 3434">
                <a:extLst>
                  <a:ext uri="{FF2B5EF4-FFF2-40B4-BE49-F238E27FC236}">
                    <a16:creationId xmlns:a16="http://schemas.microsoft.com/office/drawing/2014/main" id="{A62A2C69-8BA5-41C6-9989-0111EFF48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908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8 w 9"/>
                  <a:gd name="T3" fmla="*/ 357 h 9"/>
                  <a:gd name="T4" fmla="*/ 247 w 9"/>
                  <a:gd name="T5" fmla="*/ 100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1" y="2"/>
                      <a:pt x="0" y="5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2" name="Freeform 3435">
                <a:extLst>
                  <a:ext uri="{FF2B5EF4-FFF2-40B4-BE49-F238E27FC236}">
                    <a16:creationId xmlns:a16="http://schemas.microsoft.com/office/drawing/2014/main" id="{70FEDF64-1713-4AB9-BE9D-2BF536012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893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208 w 9"/>
                  <a:gd name="T3" fmla="*/ 357 h 9"/>
                  <a:gd name="T4" fmla="*/ 247 w 9"/>
                  <a:gd name="T5" fmla="*/ 100 h 9"/>
                  <a:gd name="T6" fmla="*/ 89 w 9"/>
                  <a:gd name="T7" fmla="*/ 53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5" y="9"/>
                      <a:pt x="7" y="8"/>
                    </a:cubicBezTo>
                    <a:cubicBezTo>
                      <a:pt x="8" y="7"/>
                      <a:pt x="9" y="4"/>
                      <a:pt x="8" y="2"/>
                    </a:cubicBezTo>
                    <a:cubicBezTo>
                      <a:pt x="7" y="0"/>
                      <a:pt x="4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3" name="Freeform 3436">
                <a:extLst>
                  <a:ext uri="{FF2B5EF4-FFF2-40B4-BE49-F238E27FC236}">
                    <a16:creationId xmlns:a16="http://schemas.microsoft.com/office/drawing/2014/main" id="{C0FDD6DE-CC5F-4846-9C95-AA6BCF7A1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877"/>
                <a:ext cx="17" cy="17"/>
              </a:xfrm>
              <a:custGeom>
                <a:avLst/>
                <a:gdLst>
                  <a:gd name="T0" fmla="*/ 53 w 9"/>
                  <a:gd name="T1" fmla="*/ 272 h 9"/>
                  <a:gd name="T2" fmla="*/ 272 w 9"/>
                  <a:gd name="T3" fmla="*/ 357 h 9"/>
                  <a:gd name="T4" fmla="*/ 357 w 9"/>
                  <a:gd name="T5" fmla="*/ 100 h 9"/>
                  <a:gd name="T6" fmla="*/ 100 w 9"/>
                  <a:gd name="T7" fmla="*/ 53 h 9"/>
                  <a:gd name="T8" fmla="*/ 53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4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4" name="Freeform 3437">
                <a:extLst>
                  <a:ext uri="{FF2B5EF4-FFF2-40B4-BE49-F238E27FC236}">
                    <a16:creationId xmlns:a16="http://schemas.microsoft.com/office/drawing/2014/main" id="{DF4845C4-A001-45B4-AA58-5787B355E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862"/>
                <a:ext cx="19" cy="17"/>
              </a:xfrm>
              <a:custGeom>
                <a:avLst/>
                <a:gdLst>
                  <a:gd name="T0" fmla="*/ 105 w 10"/>
                  <a:gd name="T1" fmla="*/ 317 h 9"/>
                  <a:gd name="T2" fmla="*/ 329 w 10"/>
                  <a:gd name="T3" fmla="*/ 317 h 9"/>
                  <a:gd name="T4" fmla="*/ 380 w 10"/>
                  <a:gd name="T5" fmla="*/ 100 h 9"/>
                  <a:gd name="T6" fmla="*/ 144 w 10"/>
                  <a:gd name="T7" fmla="*/ 53 h 9"/>
                  <a:gd name="T8" fmla="*/ 105 w 10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7"/>
                    </a:moveTo>
                    <a:cubicBezTo>
                      <a:pt x="3" y="8"/>
                      <a:pt x="6" y="9"/>
                      <a:pt x="7" y="7"/>
                    </a:cubicBezTo>
                    <a:cubicBezTo>
                      <a:pt x="9" y="6"/>
                      <a:pt x="10" y="3"/>
                      <a:pt x="8" y="2"/>
                    </a:cubicBezTo>
                    <a:cubicBezTo>
                      <a:pt x="7" y="0"/>
                      <a:pt x="4" y="0"/>
                      <a:pt x="3" y="1"/>
                    </a:cubicBezTo>
                    <a:cubicBezTo>
                      <a:pt x="1" y="2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5" name="Freeform 3438">
                <a:extLst>
                  <a:ext uri="{FF2B5EF4-FFF2-40B4-BE49-F238E27FC236}">
                    <a16:creationId xmlns:a16="http://schemas.microsoft.com/office/drawing/2014/main" id="{3007F57D-729D-4C3E-8FC7-F6E22CFB1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846"/>
                <a:ext cx="17" cy="18"/>
              </a:xfrm>
              <a:custGeom>
                <a:avLst/>
                <a:gdLst>
                  <a:gd name="T0" fmla="*/ 100 w 9"/>
                  <a:gd name="T1" fmla="*/ 448 h 9"/>
                  <a:gd name="T2" fmla="*/ 317 w 9"/>
                  <a:gd name="T3" fmla="*/ 448 h 9"/>
                  <a:gd name="T4" fmla="*/ 357 w 9"/>
                  <a:gd name="T5" fmla="*/ 128 h 9"/>
                  <a:gd name="T6" fmla="*/ 144 w 9"/>
                  <a:gd name="T7" fmla="*/ 64 h 9"/>
                  <a:gd name="T8" fmla="*/ 100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8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7" y="0"/>
                      <a:pt x="4" y="0"/>
                      <a:pt x="3" y="1"/>
                    </a:cubicBezTo>
                    <a:cubicBezTo>
                      <a:pt x="1" y="2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6" name="Freeform 3439">
                <a:extLst>
                  <a:ext uri="{FF2B5EF4-FFF2-40B4-BE49-F238E27FC236}">
                    <a16:creationId xmlns:a16="http://schemas.microsoft.com/office/drawing/2014/main" id="{96893FD8-C374-4B9C-BE1B-AF9F0EC76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829"/>
                <a:ext cx="16" cy="19"/>
              </a:xfrm>
              <a:custGeom>
                <a:avLst/>
                <a:gdLst>
                  <a:gd name="T0" fmla="*/ 37 w 9"/>
                  <a:gd name="T1" fmla="*/ 329 h 10"/>
                  <a:gd name="T2" fmla="*/ 208 w 9"/>
                  <a:gd name="T3" fmla="*/ 380 h 10"/>
                  <a:gd name="T4" fmla="*/ 247 w 9"/>
                  <a:gd name="T5" fmla="*/ 144 h 10"/>
                  <a:gd name="T6" fmla="*/ 66 w 9"/>
                  <a:gd name="T7" fmla="*/ 105 h 10"/>
                  <a:gd name="T8" fmla="*/ 37 w 9"/>
                  <a:gd name="T9" fmla="*/ 3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3" y="9"/>
                      <a:pt x="5" y="10"/>
                      <a:pt x="7" y="8"/>
                    </a:cubicBezTo>
                    <a:cubicBezTo>
                      <a:pt x="9" y="7"/>
                      <a:pt x="9" y="4"/>
                      <a:pt x="8" y="3"/>
                    </a:cubicBez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7" name="Freeform 3440">
                <a:extLst>
                  <a:ext uri="{FF2B5EF4-FFF2-40B4-BE49-F238E27FC236}">
                    <a16:creationId xmlns:a16="http://schemas.microsoft.com/office/drawing/2014/main" id="{DE1780F7-19AA-4F05-8E27-26E80353C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813"/>
                <a:ext cx="16" cy="20"/>
              </a:xfrm>
              <a:custGeom>
                <a:avLst/>
                <a:gdLst>
                  <a:gd name="T0" fmla="*/ 37 w 9"/>
                  <a:gd name="T1" fmla="*/ 448 h 10"/>
                  <a:gd name="T2" fmla="*/ 208 w 9"/>
                  <a:gd name="T3" fmla="*/ 512 h 10"/>
                  <a:gd name="T4" fmla="*/ 208 w 9"/>
                  <a:gd name="T5" fmla="*/ 192 h 10"/>
                  <a:gd name="T6" fmla="*/ 66 w 9"/>
                  <a:gd name="T7" fmla="*/ 128 h 10"/>
                  <a:gd name="T8" fmla="*/ 37 w 9"/>
                  <a:gd name="T9" fmla="*/ 44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2" y="9"/>
                      <a:pt x="5" y="10"/>
                      <a:pt x="7" y="8"/>
                    </a:cubicBezTo>
                    <a:cubicBezTo>
                      <a:pt x="8" y="7"/>
                      <a:pt x="9" y="4"/>
                      <a:pt x="7" y="3"/>
                    </a:cubicBez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8" name="Freeform 3441">
                <a:extLst>
                  <a:ext uri="{FF2B5EF4-FFF2-40B4-BE49-F238E27FC236}">
                    <a16:creationId xmlns:a16="http://schemas.microsoft.com/office/drawing/2014/main" id="{0C540889-2384-413D-B8B2-EDC39F9C6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798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57 h 9"/>
                  <a:gd name="T4" fmla="*/ 247 w 9"/>
                  <a:gd name="T5" fmla="*/ 144 h 9"/>
                  <a:gd name="T6" fmla="*/ 66 w 9"/>
                  <a:gd name="T7" fmla="*/ 100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3"/>
                    </a:cubicBezTo>
                    <a:cubicBezTo>
                      <a:pt x="7" y="1"/>
                      <a:pt x="4" y="0"/>
                      <a:pt x="2" y="2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9" name="Freeform 3442">
                <a:extLst>
                  <a:ext uri="{FF2B5EF4-FFF2-40B4-BE49-F238E27FC236}">
                    <a16:creationId xmlns:a16="http://schemas.microsoft.com/office/drawing/2014/main" id="{567CCD29-ACFF-4894-9AA6-0885E555D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783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08 w 9"/>
                  <a:gd name="T3" fmla="*/ 357 h 9"/>
                  <a:gd name="T4" fmla="*/ 247 w 9"/>
                  <a:gd name="T5" fmla="*/ 100 h 9"/>
                  <a:gd name="T6" fmla="*/ 89 w 9"/>
                  <a:gd name="T7" fmla="*/ 53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1"/>
                      <a:pt x="4" y="0"/>
                      <a:pt x="3" y="1"/>
                    </a:cubicBezTo>
                    <a:cubicBezTo>
                      <a:pt x="1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0" name="Freeform 3443">
                <a:extLst>
                  <a:ext uri="{FF2B5EF4-FFF2-40B4-BE49-F238E27FC236}">
                    <a16:creationId xmlns:a16="http://schemas.microsoft.com/office/drawing/2014/main" id="{7A49295A-D89D-4025-932C-44AEA1E78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767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08 w 9"/>
                  <a:gd name="T3" fmla="*/ 357 h 9"/>
                  <a:gd name="T4" fmla="*/ 247 w 9"/>
                  <a:gd name="T5" fmla="*/ 100 h 9"/>
                  <a:gd name="T6" fmla="*/ 89 w 9"/>
                  <a:gd name="T7" fmla="*/ 53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1"/>
                      <a:pt x="4" y="0"/>
                      <a:pt x="3" y="1"/>
                    </a:cubicBezTo>
                    <a:cubicBezTo>
                      <a:pt x="1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1" name="Freeform 3444">
                <a:extLst>
                  <a:ext uri="{FF2B5EF4-FFF2-40B4-BE49-F238E27FC236}">
                    <a16:creationId xmlns:a16="http://schemas.microsoft.com/office/drawing/2014/main" id="{DAB86F13-F2BD-4B3D-BBBD-34F31E99C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752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08 w 9"/>
                  <a:gd name="T3" fmla="*/ 357 h 9"/>
                  <a:gd name="T4" fmla="*/ 247 w 9"/>
                  <a:gd name="T5" fmla="*/ 100 h 9"/>
                  <a:gd name="T6" fmla="*/ 89 w 9"/>
                  <a:gd name="T7" fmla="*/ 53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7" y="0"/>
                      <a:pt x="4" y="0"/>
                      <a:pt x="3" y="1"/>
                    </a:cubicBezTo>
                    <a:cubicBezTo>
                      <a:pt x="1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2" name="Freeform 3445">
                <a:extLst>
                  <a:ext uri="{FF2B5EF4-FFF2-40B4-BE49-F238E27FC236}">
                    <a16:creationId xmlns:a16="http://schemas.microsoft.com/office/drawing/2014/main" id="{0768325C-CEF4-4C7F-A140-E45ADBCE9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736"/>
                <a:ext cx="14" cy="18"/>
              </a:xfrm>
              <a:custGeom>
                <a:avLst/>
                <a:gdLst>
                  <a:gd name="T0" fmla="*/ 37 w 8"/>
                  <a:gd name="T1" fmla="*/ 448 h 9"/>
                  <a:gd name="T2" fmla="*/ 200 w 8"/>
                  <a:gd name="T3" fmla="*/ 448 h 9"/>
                  <a:gd name="T4" fmla="*/ 200 w 8"/>
                  <a:gd name="T5" fmla="*/ 128 h 9"/>
                  <a:gd name="T6" fmla="*/ 37 w 8"/>
                  <a:gd name="T7" fmla="*/ 64 h 9"/>
                  <a:gd name="T8" fmla="*/ 37 w 8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7"/>
                    </a:moveTo>
                    <a:cubicBezTo>
                      <a:pt x="3" y="9"/>
                      <a:pt x="5" y="9"/>
                      <a:pt x="7" y="7"/>
                    </a:cubicBezTo>
                    <a:cubicBezTo>
                      <a:pt x="8" y="6"/>
                      <a:pt x="8" y="3"/>
                      <a:pt x="7" y="2"/>
                    </a:cubicBez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3" name="Freeform 3446">
                <a:extLst>
                  <a:ext uri="{FF2B5EF4-FFF2-40B4-BE49-F238E27FC236}">
                    <a16:creationId xmlns:a16="http://schemas.microsoft.com/office/drawing/2014/main" id="{01FA9B91-9A6F-48DE-8092-379303372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721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208 w 9"/>
                  <a:gd name="T3" fmla="*/ 317 h 9"/>
                  <a:gd name="T4" fmla="*/ 208 w 9"/>
                  <a:gd name="T5" fmla="*/ 100 h 9"/>
                  <a:gd name="T6" fmla="*/ 37 w 9"/>
                  <a:gd name="T7" fmla="*/ 53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9"/>
                      <a:pt x="5" y="9"/>
                      <a:pt x="7" y="7"/>
                    </a:cubicBezTo>
                    <a:cubicBezTo>
                      <a:pt x="8" y="6"/>
                      <a:pt x="9" y="3"/>
                      <a:pt x="7" y="2"/>
                    </a:cubicBezTo>
                    <a:cubicBezTo>
                      <a:pt x="6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4" name="Freeform 3447">
                <a:extLst>
                  <a:ext uri="{FF2B5EF4-FFF2-40B4-BE49-F238E27FC236}">
                    <a16:creationId xmlns:a16="http://schemas.microsoft.com/office/drawing/2014/main" id="{B032A2B5-FA8E-4D53-8809-2136E68A9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705"/>
                <a:ext cx="14" cy="18"/>
              </a:xfrm>
              <a:custGeom>
                <a:avLst/>
                <a:gdLst>
                  <a:gd name="T0" fmla="*/ 37 w 8"/>
                  <a:gd name="T1" fmla="*/ 448 h 9"/>
                  <a:gd name="T2" fmla="*/ 200 w 8"/>
                  <a:gd name="T3" fmla="*/ 448 h 9"/>
                  <a:gd name="T4" fmla="*/ 200 w 8"/>
                  <a:gd name="T5" fmla="*/ 64 h 9"/>
                  <a:gd name="T6" fmla="*/ 37 w 8"/>
                  <a:gd name="T7" fmla="*/ 64 h 9"/>
                  <a:gd name="T8" fmla="*/ 37 w 8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7"/>
                    </a:moveTo>
                    <a:cubicBezTo>
                      <a:pt x="3" y="9"/>
                      <a:pt x="5" y="9"/>
                      <a:pt x="7" y="7"/>
                    </a:cubicBezTo>
                    <a:cubicBezTo>
                      <a:pt x="8" y="6"/>
                      <a:pt x="8" y="3"/>
                      <a:pt x="7" y="1"/>
                    </a:cubicBez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5" name="Freeform 3448">
                <a:extLst>
                  <a:ext uri="{FF2B5EF4-FFF2-40B4-BE49-F238E27FC236}">
                    <a16:creationId xmlns:a16="http://schemas.microsoft.com/office/drawing/2014/main" id="{EAAEA211-58BC-49C1-8180-7C3A109E6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690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208 w 9"/>
                  <a:gd name="T3" fmla="*/ 317 h 9"/>
                  <a:gd name="T4" fmla="*/ 247 w 9"/>
                  <a:gd name="T5" fmla="*/ 53 h 9"/>
                  <a:gd name="T6" fmla="*/ 66 w 9"/>
                  <a:gd name="T7" fmla="*/ 53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8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1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6" name="Freeform 3449">
                <a:extLst>
                  <a:ext uri="{FF2B5EF4-FFF2-40B4-BE49-F238E27FC236}">
                    <a16:creationId xmlns:a16="http://schemas.microsoft.com/office/drawing/2014/main" id="{C15C5187-4CEB-44ED-B6B4-A33ED9800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674"/>
                <a:ext cx="16" cy="18"/>
              </a:xfrm>
              <a:custGeom>
                <a:avLst/>
                <a:gdLst>
                  <a:gd name="T0" fmla="*/ 37 w 9"/>
                  <a:gd name="T1" fmla="*/ 448 h 9"/>
                  <a:gd name="T2" fmla="*/ 208 w 9"/>
                  <a:gd name="T3" fmla="*/ 448 h 9"/>
                  <a:gd name="T4" fmla="*/ 208 w 9"/>
                  <a:gd name="T5" fmla="*/ 64 h 9"/>
                  <a:gd name="T6" fmla="*/ 66 w 9"/>
                  <a:gd name="T7" fmla="*/ 64 h 9"/>
                  <a:gd name="T8" fmla="*/ 37 w 9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3" y="8"/>
                      <a:pt x="5" y="9"/>
                      <a:pt x="7" y="7"/>
                    </a:cubicBezTo>
                    <a:cubicBezTo>
                      <a:pt x="9" y="6"/>
                      <a:pt x="9" y="3"/>
                      <a:pt x="7" y="1"/>
                    </a:cubicBezTo>
                    <a:cubicBezTo>
                      <a:pt x="6" y="0"/>
                      <a:pt x="3" y="0"/>
                      <a:pt x="2" y="1"/>
                    </a:cubicBezTo>
                    <a:cubicBezTo>
                      <a:pt x="0" y="2"/>
                      <a:pt x="0" y="5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7" name="Freeform 3450">
                <a:extLst>
                  <a:ext uri="{FF2B5EF4-FFF2-40B4-BE49-F238E27FC236}">
                    <a16:creationId xmlns:a16="http://schemas.microsoft.com/office/drawing/2014/main" id="{65BCCD4D-1586-4B09-85AC-FD10B7106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657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08 w 9"/>
                  <a:gd name="T3" fmla="*/ 357 h 9"/>
                  <a:gd name="T4" fmla="*/ 247 w 9"/>
                  <a:gd name="T5" fmla="*/ 100 h 9"/>
                  <a:gd name="T6" fmla="*/ 66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8"/>
                    </a:cubicBezTo>
                    <a:cubicBezTo>
                      <a:pt x="9" y="7"/>
                      <a:pt x="9" y="4"/>
                      <a:pt x="8" y="2"/>
                    </a:cubicBezTo>
                    <a:cubicBezTo>
                      <a:pt x="6" y="1"/>
                      <a:pt x="4" y="0"/>
                      <a:pt x="2" y="2"/>
                    </a:cubicBezTo>
                    <a:cubicBezTo>
                      <a:pt x="0" y="3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8" name="Freeform 3451">
                <a:extLst>
                  <a:ext uri="{FF2B5EF4-FFF2-40B4-BE49-F238E27FC236}">
                    <a16:creationId xmlns:a16="http://schemas.microsoft.com/office/drawing/2014/main" id="{92754A30-5E4B-48DE-91D6-1B2731226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642"/>
                <a:ext cx="17" cy="17"/>
              </a:xfrm>
              <a:custGeom>
                <a:avLst/>
                <a:gdLst>
                  <a:gd name="T0" fmla="*/ 100 w 9"/>
                  <a:gd name="T1" fmla="*/ 357 h 9"/>
                  <a:gd name="T2" fmla="*/ 357 w 9"/>
                  <a:gd name="T3" fmla="*/ 357 h 9"/>
                  <a:gd name="T4" fmla="*/ 357 w 9"/>
                  <a:gd name="T5" fmla="*/ 100 h 9"/>
                  <a:gd name="T6" fmla="*/ 100 w 9"/>
                  <a:gd name="T7" fmla="*/ 100 h 9"/>
                  <a:gd name="T8" fmla="*/ 100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8" y="8"/>
                    </a:cubicBezTo>
                    <a:cubicBezTo>
                      <a:pt x="9" y="6"/>
                      <a:pt x="9" y="4"/>
                      <a:pt x="8" y="2"/>
                    </a:cubicBezTo>
                    <a:cubicBezTo>
                      <a:pt x="6" y="1"/>
                      <a:pt x="4" y="0"/>
                      <a:pt x="2" y="2"/>
                    </a:cubicBezTo>
                    <a:cubicBezTo>
                      <a:pt x="1" y="3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9" name="Freeform 3452">
                <a:extLst>
                  <a:ext uri="{FF2B5EF4-FFF2-40B4-BE49-F238E27FC236}">
                    <a16:creationId xmlns:a16="http://schemas.microsoft.com/office/drawing/2014/main" id="{1F580AA5-F002-4F93-8714-9C87DC91F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626"/>
                <a:ext cx="15" cy="18"/>
              </a:xfrm>
              <a:custGeom>
                <a:avLst/>
                <a:gdLst>
                  <a:gd name="T0" fmla="*/ 53 w 8"/>
                  <a:gd name="T1" fmla="*/ 448 h 9"/>
                  <a:gd name="T2" fmla="*/ 296 w 8"/>
                  <a:gd name="T3" fmla="*/ 512 h 9"/>
                  <a:gd name="T4" fmla="*/ 296 w 8"/>
                  <a:gd name="T5" fmla="*/ 128 h 9"/>
                  <a:gd name="T6" fmla="*/ 53 w 8"/>
                  <a:gd name="T7" fmla="*/ 128 h 9"/>
                  <a:gd name="T8" fmla="*/ 53 w 8"/>
                  <a:gd name="T9" fmla="*/ 4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7"/>
                    </a:moveTo>
                    <a:cubicBezTo>
                      <a:pt x="2" y="9"/>
                      <a:pt x="5" y="9"/>
                      <a:pt x="7" y="8"/>
                    </a:cubicBezTo>
                    <a:cubicBezTo>
                      <a:pt x="8" y="6"/>
                      <a:pt x="8" y="4"/>
                      <a:pt x="7" y="2"/>
                    </a:cubicBezTo>
                    <a:cubicBezTo>
                      <a:pt x="6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1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0" name="Freeform 3453">
                <a:extLst>
                  <a:ext uri="{FF2B5EF4-FFF2-40B4-BE49-F238E27FC236}">
                    <a16:creationId xmlns:a16="http://schemas.microsoft.com/office/drawing/2014/main" id="{846F6851-025B-43C6-B1EC-5E385E9A9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611"/>
                <a:ext cx="15" cy="17"/>
              </a:xfrm>
              <a:custGeom>
                <a:avLst/>
                <a:gdLst>
                  <a:gd name="T0" fmla="*/ 53 w 8"/>
                  <a:gd name="T1" fmla="*/ 357 h 9"/>
                  <a:gd name="T2" fmla="*/ 296 w 8"/>
                  <a:gd name="T3" fmla="*/ 317 h 9"/>
                  <a:gd name="T4" fmla="*/ 296 w 8"/>
                  <a:gd name="T5" fmla="*/ 100 h 9"/>
                  <a:gd name="T6" fmla="*/ 53 w 8"/>
                  <a:gd name="T7" fmla="*/ 100 h 9"/>
                  <a:gd name="T8" fmla="*/ 53 w 8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8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8" y="6"/>
                      <a:pt x="8" y="3"/>
                      <a:pt x="7" y="2"/>
                    </a:cubicBez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1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1" name="Freeform 3454">
                <a:extLst>
                  <a:ext uri="{FF2B5EF4-FFF2-40B4-BE49-F238E27FC236}">
                    <a16:creationId xmlns:a16="http://schemas.microsoft.com/office/drawing/2014/main" id="{ABC73BCD-3AA9-4427-AEE8-2C7981075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595"/>
                <a:ext cx="16" cy="18"/>
              </a:xfrm>
              <a:custGeom>
                <a:avLst/>
                <a:gdLst>
                  <a:gd name="T0" fmla="*/ 66 w 9"/>
                  <a:gd name="T1" fmla="*/ 512 h 9"/>
                  <a:gd name="T2" fmla="*/ 208 w 9"/>
                  <a:gd name="T3" fmla="*/ 448 h 9"/>
                  <a:gd name="T4" fmla="*/ 208 w 9"/>
                  <a:gd name="T5" fmla="*/ 128 h 9"/>
                  <a:gd name="T6" fmla="*/ 37 w 9"/>
                  <a:gd name="T7" fmla="*/ 128 h 9"/>
                  <a:gd name="T8" fmla="*/ 66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2" name="Freeform 3455">
                <a:extLst>
                  <a:ext uri="{FF2B5EF4-FFF2-40B4-BE49-F238E27FC236}">
                    <a16:creationId xmlns:a16="http://schemas.microsoft.com/office/drawing/2014/main" id="{D1928139-9D7E-4515-9773-F59AEF891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580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47 w 9"/>
                  <a:gd name="T3" fmla="*/ 317 h 9"/>
                  <a:gd name="T4" fmla="*/ 208 w 9"/>
                  <a:gd name="T5" fmla="*/ 100 h 9"/>
                  <a:gd name="T6" fmla="*/ 37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3" name="Freeform 3456">
                <a:extLst>
                  <a:ext uri="{FF2B5EF4-FFF2-40B4-BE49-F238E27FC236}">
                    <a16:creationId xmlns:a16="http://schemas.microsoft.com/office/drawing/2014/main" id="{74D93EE3-729E-4AB9-8782-A7A90348F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564"/>
                <a:ext cx="16" cy="18"/>
              </a:xfrm>
              <a:custGeom>
                <a:avLst/>
                <a:gdLst>
                  <a:gd name="T0" fmla="*/ 66 w 9"/>
                  <a:gd name="T1" fmla="*/ 512 h 9"/>
                  <a:gd name="T2" fmla="*/ 208 w 9"/>
                  <a:gd name="T3" fmla="*/ 448 h 9"/>
                  <a:gd name="T4" fmla="*/ 208 w 9"/>
                  <a:gd name="T5" fmla="*/ 128 h 9"/>
                  <a:gd name="T6" fmla="*/ 66 w 9"/>
                  <a:gd name="T7" fmla="*/ 128 h 9"/>
                  <a:gd name="T8" fmla="*/ 66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3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4" name="Freeform 3457">
                <a:extLst>
                  <a:ext uri="{FF2B5EF4-FFF2-40B4-BE49-F238E27FC236}">
                    <a16:creationId xmlns:a16="http://schemas.microsoft.com/office/drawing/2014/main" id="{E125D619-BB48-4C54-85A3-614B6CAC2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549"/>
                <a:ext cx="17" cy="17"/>
              </a:xfrm>
              <a:custGeom>
                <a:avLst/>
                <a:gdLst>
                  <a:gd name="T0" fmla="*/ 100 w 9"/>
                  <a:gd name="T1" fmla="*/ 317 h 9"/>
                  <a:gd name="T2" fmla="*/ 317 w 9"/>
                  <a:gd name="T3" fmla="*/ 317 h 9"/>
                  <a:gd name="T4" fmla="*/ 317 w 9"/>
                  <a:gd name="T5" fmla="*/ 100 h 9"/>
                  <a:gd name="T6" fmla="*/ 53 w 9"/>
                  <a:gd name="T7" fmla="*/ 100 h 9"/>
                  <a:gd name="T8" fmla="*/ 100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6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5" name="Freeform 3458">
                <a:extLst>
                  <a:ext uri="{FF2B5EF4-FFF2-40B4-BE49-F238E27FC236}">
                    <a16:creationId xmlns:a16="http://schemas.microsoft.com/office/drawing/2014/main" id="{A1074512-EC88-46F9-BE71-37408012F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534"/>
                <a:ext cx="15" cy="17"/>
              </a:xfrm>
              <a:custGeom>
                <a:avLst/>
                <a:gdLst>
                  <a:gd name="T0" fmla="*/ 53 w 8"/>
                  <a:gd name="T1" fmla="*/ 357 h 9"/>
                  <a:gd name="T2" fmla="*/ 296 w 8"/>
                  <a:gd name="T3" fmla="*/ 317 h 9"/>
                  <a:gd name="T4" fmla="*/ 296 w 8"/>
                  <a:gd name="T5" fmla="*/ 100 h 9"/>
                  <a:gd name="T6" fmla="*/ 53 w 8"/>
                  <a:gd name="T7" fmla="*/ 100 h 9"/>
                  <a:gd name="T8" fmla="*/ 53 w 8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8"/>
                    </a:moveTo>
                    <a:cubicBezTo>
                      <a:pt x="3" y="9"/>
                      <a:pt x="5" y="9"/>
                      <a:pt x="7" y="7"/>
                    </a:cubicBezTo>
                    <a:cubicBezTo>
                      <a:pt x="8" y="6"/>
                      <a:pt x="8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1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6" name="Freeform 3459">
                <a:extLst>
                  <a:ext uri="{FF2B5EF4-FFF2-40B4-BE49-F238E27FC236}">
                    <a16:creationId xmlns:a16="http://schemas.microsoft.com/office/drawing/2014/main" id="{3646BA5A-AA48-4706-A392-770A4F853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518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08 w 9"/>
                  <a:gd name="T3" fmla="*/ 317 h 9"/>
                  <a:gd name="T4" fmla="*/ 208 w 9"/>
                  <a:gd name="T5" fmla="*/ 100 h 9"/>
                  <a:gd name="T6" fmla="*/ 66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3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7" name="Freeform 3460">
                <a:extLst>
                  <a:ext uri="{FF2B5EF4-FFF2-40B4-BE49-F238E27FC236}">
                    <a16:creationId xmlns:a16="http://schemas.microsoft.com/office/drawing/2014/main" id="{910145B1-76D9-4FC4-A83C-DCAC9C6DE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503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47 w 9"/>
                  <a:gd name="T3" fmla="*/ 317 h 9"/>
                  <a:gd name="T4" fmla="*/ 247 w 9"/>
                  <a:gd name="T5" fmla="*/ 100 h 9"/>
                  <a:gd name="T6" fmla="*/ 66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9"/>
                      <a:pt x="8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8" name="Freeform 3461">
                <a:extLst>
                  <a:ext uri="{FF2B5EF4-FFF2-40B4-BE49-F238E27FC236}">
                    <a16:creationId xmlns:a16="http://schemas.microsoft.com/office/drawing/2014/main" id="{C0F60A83-79AE-4885-9539-C0AE83F9B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487"/>
                <a:ext cx="17" cy="18"/>
              </a:xfrm>
              <a:custGeom>
                <a:avLst/>
                <a:gdLst>
                  <a:gd name="T0" fmla="*/ 100 w 9"/>
                  <a:gd name="T1" fmla="*/ 512 h 9"/>
                  <a:gd name="T2" fmla="*/ 357 w 9"/>
                  <a:gd name="T3" fmla="*/ 448 h 9"/>
                  <a:gd name="T4" fmla="*/ 317 w 9"/>
                  <a:gd name="T5" fmla="*/ 64 h 9"/>
                  <a:gd name="T6" fmla="*/ 53 w 9"/>
                  <a:gd name="T7" fmla="*/ 128 h 9"/>
                  <a:gd name="T8" fmla="*/ 100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9"/>
                      <a:pt x="8" y="7"/>
                    </a:cubicBezTo>
                    <a:cubicBezTo>
                      <a:pt x="9" y="5"/>
                      <a:pt x="8" y="2"/>
                      <a:pt x="7" y="1"/>
                    </a:cubicBez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9" name="Freeform 3462">
                <a:extLst>
                  <a:ext uri="{FF2B5EF4-FFF2-40B4-BE49-F238E27FC236}">
                    <a16:creationId xmlns:a16="http://schemas.microsoft.com/office/drawing/2014/main" id="{F302CA17-9215-488F-8F5A-1B56A9AB5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472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247 w 9"/>
                  <a:gd name="T3" fmla="*/ 317 h 9"/>
                  <a:gd name="T4" fmla="*/ 208 w 9"/>
                  <a:gd name="T5" fmla="*/ 53 h 9"/>
                  <a:gd name="T6" fmla="*/ 37 w 9"/>
                  <a:gd name="T7" fmla="*/ 100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7" y="9"/>
                      <a:pt x="8" y="7"/>
                    </a:cubicBezTo>
                    <a:cubicBezTo>
                      <a:pt x="9" y="5"/>
                      <a:pt x="9" y="2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1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0" name="Freeform 3463">
                <a:extLst>
                  <a:ext uri="{FF2B5EF4-FFF2-40B4-BE49-F238E27FC236}">
                    <a16:creationId xmlns:a16="http://schemas.microsoft.com/office/drawing/2014/main" id="{6C68C2EB-AD47-4250-A149-9BEF3A76C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456"/>
                <a:ext cx="16" cy="18"/>
              </a:xfrm>
              <a:custGeom>
                <a:avLst/>
                <a:gdLst>
                  <a:gd name="T0" fmla="*/ 89 w 9"/>
                  <a:gd name="T1" fmla="*/ 512 h 9"/>
                  <a:gd name="T2" fmla="*/ 247 w 9"/>
                  <a:gd name="T3" fmla="*/ 448 h 9"/>
                  <a:gd name="T4" fmla="*/ 208 w 9"/>
                  <a:gd name="T5" fmla="*/ 64 h 9"/>
                  <a:gd name="T6" fmla="*/ 66 w 9"/>
                  <a:gd name="T7" fmla="*/ 128 h 9"/>
                  <a:gd name="T8" fmla="*/ 89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8"/>
                    </a:moveTo>
                    <a:cubicBezTo>
                      <a:pt x="4" y="9"/>
                      <a:pt x="7" y="9"/>
                      <a:pt x="8" y="7"/>
                    </a:cubicBezTo>
                    <a:cubicBezTo>
                      <a:pt x="9" y="5"/>
                      <a:pt x="9" y="2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ubicBezTo>
                      <a:pt x="0" y="4"/>
                      <a:pt x="1" y="7"/>
                      <a:pt x="3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1" name="Freeform 3464">
                <a:extLst>
                  <a:ext uri="{FF2B5EF4-FFF2-40B4-BE49-F238E27FC236}">
                    <a16:creationId xmlns:a16="http://schemas.microsoft.com/office/drawing/2014/main" id="{999FB2CB-A73E-4807-8C58-BF8379D4A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1441"/>
                <a:ext cx="16" cy="17"/>
              </a:xfrm>
              <a:custGeom>
                <a:avLst/>
                <a:gdLst>
                  <a:gd name="T0" fmla="*/ 89 w 9"/>
                  <a:gd name="T1" fmla="*/ 357 h 9"/>
                  <a:gd name="T2" fmla="*/ 247 w 9"/>
                  <a:gd name="T3" fmla="*/ 317 h 9"/>
                  <a:gd name="T4" fmla="*/ 208 w 9"/>
                  <a:gd name="T5" fmla="*/ 53 h 9"/>
                  <a:gd name="T6" fmla="*/ 66 w 9"/>
                  <a:gd name="T7" fmla="*/ 100 h 9"/>
                  <a:gd name="T8" fmla="*/ 89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8"/>
                    </a:moveTo>
                    <a:cubicBezTo>
                      <a:pt x="4" y="9"/>
                      <a:pt x="7" y="9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1" y="7"/>
                      <a:pt x="3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2" name="Freeform 3465">
                <a:extLst>
                  <a:ext uri="{FF2B5EF4-FFF2-40B4-BE49-F238E27FC236}">
                    <a16:creationId xmlns:a16="http://schemas.microsoft.com/office/drawing/2014/main" id="{2BF5D514-3B66-49D0-8493-2E6F78E2A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425"/>
                <a:ext cx="16" cy="18"/>
              </a:xfrm>
              <a:custGeom>
                <a:avLst/>
                <a:gdLst>
                  <a:gd name="T0" fmla="*/ 66 w 9"/>
                  <a:gd name="T1" fmla="*/ 512 h 9"/>
                  <a:gd name="T2" fmla="*/ 247 w 9"/>
                  <a:gd name="T3" fmla="*/ 448 h 9"/>
                  <a:gd name="T4" fmla="*/ 208 w 9"/>
                  <a:gd name="T5" fmla="*/ 128 h 9"/>
                  <a:gd name="T6" fmla="*/ 66 w 9"/>
                  <a:gd name="T7" fmla="*/ 128 h 9"/>
                  <a:gd name="T8" fmla="*/ 66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7" y="9"/>
                      <a:pt x="8" y="7"/>
                    </a:cubicBezTo>
                    <a:cubicBezTo>
                      <a:pt x="9" y="5"/>
                      <a:pt x="9" y="3"/>
                      <a:pt x="7" y="2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0" y="4"/>
                      <a:pt x="1" y="7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958" name="Group 3667">
              <a:extLst>
                <a:ext uri="{FF2B5EF4-FFF2-40B4-BE49-F238E27FC236}">
                  <a16:creationId xmlns:a16="http://schemas.microsoft.com/office/drawing/2014/main" id="{FC60A9BB-968C-4415-922B-DF1FF41D69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6" y="773"/>
              <a:ext cx="1837" cy="1959"/>
              <a:chOff x="2366" y="773"/>
              <a:chExt cx="1837" cy="1959"/>
            </a:xfrm>
          </p:grpSpPr>
          <p:sp>
            <p:nvSpPr>
              <p:cNvPr id="27223" name="Freeform 3467">
                <a:extLst>
                  <a:ext uri="{FF2B5EF4-FFF2-40B4-BE49-F238E27FC236}">
                    <a16:creationId xmlns:a16="http://schemas.microsoft.com/office/drawing/2014/main" id="{CCFC7089-3996-453B-AA62-C6CE6CA61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412"/>
                <a:ext cx="17" cy="17"/>
              </a:xfrm>
              <a:custGeom>
                <a:avLst/>
                <a:gdLst>
                  <a:gd name="T0" fmla="*/ 100 w 9"/>
                  <a:gd name="T1" fmla="*/ 317 h 9"/>
                  <a:gd name="T2" fmla="*/ 357 w 9"/>
                  <a:gd name="T3" fmla="*/ 317 h 9"/>
                  <a:gd name="T4" fmla="*/ 317 w 9"/>
                  <a:gd name="T5" fmla="*/ 53 h 9"/>
                  <a:gd name="T6" fmla="*/ 53 w 9"/>
                  <a:gd name="T7" fmla="*/ 100 h 9"/>
                  <a:gd name="T8" fmla="*/ 100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4" y="9"/>
                      <a:pt x="6" y="8"/>
                      <a:pt x="8" y="7"/>
                    </a:cubicBezTo>
                    <a:cubicBezTo>
                      <a:pt x="9" y="5"/>
                      <a:pt x="9" y="2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3"/>
                      <a:pt x="0" y="6"/>
                      <a:pt x="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4" name="Freeform 3468">
                <a:extLst>
                  <a:ext uri="{FF2B5EF4-FFF2-40B4-BE49-F238E27FC236}">
                    <a16:creationId xmlns:a16="http://schemas.microsoft.com/office/drawing/2014/main" id="{6A480AEE-8D67-46CB-82AC-865E9D7E9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396"/>
                <a:ext cx="16" cy="18"/>
              </a:xfrm>
              <a:custGeom>
                <a:avLst/>
                <a:gdLst>
                  <a:gd name="T0" fmla="*/ 66 w 9"/>
                  <a:gd name="T1" fmla="*/ 512 h 9"/>
                  <a:gd name="T2" fmla="*/ 208 w 9"/>
                  <a:gd name="T3" fmla="*/ 448 h 9"/>
                  <a:gd name="T4" fmla="*/ 203 w 9"/>
                  <a:gd name="T5" fmla="*/ 64 h 9"/>
                  <a:gd name="T6" fmla="*/ 37 w 9"/>
                  <a:gd name="T7" fmla="*/ 128 h 9"/>
                  <a:gd name="T8" fmla="*/ 66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3" y="9"/>
                      <a:pt x="6" y="9"/>
                      <a:pt x="7" y="7"/>
                    </a:cubicBezTo>
                    <a:cubicBezTo>
                      <a:pt x="9" y="5"/>
                      <a:pt x="8" y="2"/>
                      <a:pt x="6" y="1"/>
                    </a:cubicBez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5" name="Freeform 3469">
                <a:extLst>
                  <a:ext uri="{FF2B5EF4-FFF2-40B4-BE49-F238E27FC236}">
                    <a16:creationId xmlns:a16="http://schemas.microsoft.com/office/drawing/2014/main" id="{CB954A63-B5CC-43C4-AE35-9DD111C7E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381"/>
                <a:ext cx="17" cy="17"/>
              </a:xfrm>
              <a:custGeom>
                <a:avLst/>
                <a:gdLst>
                  <a:gd name="T0" fmla="*/ 100 w 9"/>
                  <a:gd name="T1" fmla="*/ 357 h 9"/>
                  <a:gd name="T2" fmla="*/ 357 w 9"/>
                  <a:gd name="T3" fmla="*/ 317 h 9"/>
                  <a:gd name="T4" fmla="*/ 317 w 9"/>
                  <a:gd name="T5" fmla="*/ 53 h 9"/>
                  <a:gd name="T6" fmla="*/ 53 w 9"/>
                  <a:gd name="T7" fmla="*/ 100 h 9"/>
                  <a:gd name="T8" fmla="*/ 100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4" y="9"/>
                      <a:pt x="6" y="9"/>
                      <a:pt x="8" y="7"/>
                    </a:cubicBezTo>
                    <a:cubicBezTo>
                      <a:pt x="9" y="5"/>
                      <a:pt x="9" y="3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0" y="7"/>
                      <a:pt x="2" y="8"/>
                    </a:cubicBezTo>
                    <a:close/>
                  </a:path>
                </a:pathLst>
              </a:custGeom>
              <a:solidFill>
                <a:srgbClr val="007EC1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6" name="Oval 3470">
                <a:extLst>
                  <a:ext uri="{FF2B5EF4-FFF2-40B4-BE49-F238E27FC236}">
                    <a16:creationId xmlns:a16="http://schemas.microsoft.com/office/drawing/2014/main" id="{AB5EE9A2-37F0-409C-B549-C2167F345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5" y="773"/>
                <a:ext cx="177" cy="118"/>
              </a:xfrm>
              <a:prstGeom prst="ellipse">
                <a:avLst/>
              </a:pr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27" name="Freeform 3471">
                <a:extLst>
                  <a:ext uri="{FF2B5EF4-FFF2-40B4-BE49-F238E27FC236}">
                    <a16:creationId xmlns:a16="http://schemas.microsoft.com/office/drawing/2014/main" id="{C5EB86FC-785B-4749-9D89-51E564AE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889"/>
                <a:ext cx="29" cy="73"/>
              </a:xfrm>
              <a:custGeom>
                <a:avLst/>
                <a:gdLst>
                  <a:gd name="T0" fmla="*/ 292 w 16"/>
                  <a:gd name="T1" fmla="*/ 56 h 38"/>
                  <a:gd name="T2" fmla="*/ 0 w 16"/>
                  <a:gd name="T3" fmla="*/ 0 h 38"/>
                  <a:gd name="T4" fmla="*/ 0 w 16"/>
                  <a:gd name="T5" fmla="*/ 1908 h 38"/>
                  <a:gd name="T6" fmla="*/ 0 w 16"/>
                  <a:gd name="T7" fmla="*/ 1908 h 38"/>
                  <a:gd name="T8" fmla="*/ 292 w 16"/>
                  <a:gd name="T9" fmla="*/ 1908 h 38"/>
                  <a:gd name="T10" fmla="*/ 571 w 16"/>
                  <a:gd name="T11" fmla="*/ 1908 h 38"/>
                  <a:gd name="T12" fmla="*/ 571 w 16"/>
                  <a:gd name="T13" fmla="*/ 1908 h 38"/>
                  <a:gd name="T14" fmla="*/ 571 w 16"/>
                  <a:gd name="T15" fmla="*/ 0 h 38"/>
                  <a:gd name="T16" fmla="*/ 292 w 16"/>
                  <a:gd name="T17" fmla="*/ 56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38">
                    <a:moveTo>
                      <a:pt x="8" y="1"/>
                    </a:moveTo>
                    <a:cubicBezTo>
                      <a:pt x="6" y="1"/>
                      <a:pt x="3" y="0"/>
                      <a:pt x="0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38"/>
                      <a:pt x="6" y="38"/>
                      <a:pt x="8" y="38"/>
                    </a:cubicBezTo>
                    <a:cubicBezTo>
                      <a:pt x="11" y="38"/>
                      <a:pt x="14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1" y="1"/>
                      <a:pt x="8" y="1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8" name="Oval 3472">
                <a:extLst>
                  <a:ext uri="{FF2B5EF4-FFF2-40B4-BE49-F238E27FC236}">
                    <a16:creationId xmlns:a16="http://schemas.microsoft.com/office/drawing/2014/main" id="{A13FEBDE-E0A6-465E-BC10-5843BC367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5" y="2614"/>
                <a:ext cx="177" cy="118"/>
              </a:xfrm>
              <a:prstGeom prst="ellipse">
                <a:avLst/>
              </a:pr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29" name="Freeform 3473">
                <a:extLst>
                  <a:ext uri="{FF2B5EF4-FFF2-40B4-BE49-F238E27FC236}">
                    <a16:creationId xmlns:a16="http://schemas.microsoft.com/office/drawing/2014/main" id="{17579D66-0B9F-4CE5-8477-DED39739F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543"/>
                <a:ext cx="29" cy="71"/>
              </a:xfrm>
              <a:custGeom>
                <a:avLst/>
                <a:gdLst>
                  <a:gd name="T0" fmla="*/ 292 w 16"/>
                  <a:gd name="T1" fmla="*/ 1844 h 37"/>
                  <a:gd name="T2" fmla="*/ 0 w 16"/>
                  <a:gd name="T3" fmla="*/ 1844 h 37"/>
                  <a:gd name="T4" fmla="*/ 0 w 16"/>
                  <a:gd name="T5" fmla="*/ 0 h 37"/>
                  <a:gd name="T6" fmla="*/ 0 w 16"/>
                  <a:gd name="T7" fmla="*/ 0 h 37"/>
                  <a:gd name="T8" fmla="*/ 292 w 16"/>
                  <a:gd name="T9" fmla="*/ 0 h 37"/>
                  <a:gd name="T10" fmla="*/ 571 w 16"/>
                  <a:gd name="T11" fmla="*/ 0 h 37"/>
                  <a:gd name="T12" fmla="*/ 571 w 16"/>
                  <a:gd name="T13" fmla="*/ 0 h 37"/>
                  <a:gd name="T14" fmla="*/ 571 w 16"/>
                  <a:gd name="T15" fmla="*/ 1844 h 37"/>
                  <a:gd name="T16" fmla="*/ 292 w 16"/>
                  <a:gd name="T17" fmla="*/ 1844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37">
                    <a:moveTo>
                      <a:pt x="8" y="37"/>
                    </a:moveTo>
                    <a:cubicBezTo>
                      <a:pt x="6" y="37"/>
                      <a:pt x="3" y="37"/>
                      <a:pt x="0" y="3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6" y="0"/>
                      <a:pt x="8" y="0"/>
                    </a:cubicBezTo>
                    <a:cubicBezTo>
                      <a:pt x="11" y="0"/>
                      <a:pt x="14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4" y="37"/>
                      <a:pt x="11" y="37"/>
                      <a:pt x="8" y="37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0" name="Oval 3474">
                <a:extLst>
                  <a:ext uri="{FF2B5EF4-FFF2-40B4-BE49-F238E27FC236}">
                    <a16:creationId xmlns:a16="http://schemas.microsoft.com/office/drawing/2014/main" id="{9633FBD5-7759-4D19-932A-001A2A267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1657"/>
                <a:ext cx="110" cy="189"/>
              </a:xfrm>
              <a:prstGeom prst="ellipse">
                <a:avLst/>
              </a:pr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31" name="Freeform 3475">
                <a:extLst>
                  <a:ext uri="{FF2B5EF4-FFF2-40B4-BE49-F238E27FC236}">
                    <a16:creationId xmlns:a16="http://schemas.microsoft.com/office/drawing/2014/main" id="{A9E875C8-0476-4FA9-90A3-D78E4C10D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736"/>
                <a:ext cx="67" cy="31"/>
              </a:xfrm>
              <a:custGeom>
                <a:avLst/>
                <a:gdLst>
                  <a:gd name="T0" fmla="*/ 1302 w 37"/>
                  <a:gd name="T1" fmla="*/ 436 h 16"/>
                  <a:gd name="T2" fmla="*/ 1302 w 37"/>
                  <a:gd name="T3" fmla="*/ 0 h 16"/>
                  <a:gd name="T4" fmla="*/ 0 w 37"/>
                  <a:gd name="T5" fmla="*/ 0 h 16"/>
                  <a:gd name="T6" fmla="*/ 0 w 37"/>
                  <a:gd name="T7" fmla="*/ 0 h 16"/>
                  <a:gd name="T8" fmla="*/ 0 w 37"/>
                  <a:gd name="T9" fmla="*/ 436 h 16"/>
                  <a:gd name="T10" fmla="*/ 0 w 37"/>
                  <a:gd name="T11" fmla="*/ 845 h 16"/>
                  <a:gd name="T12" fmla="*/ 0 w 37"/>
                  <a:gd name="T13" fmla="*/ 845 h 16"/>
                  <a:gd name="T14" fmla="*/ 1302 w 37"/>
                  <a:gd name="T15" fmla="*/ 845 h 16"/>
                  <a:gd name="T16" fmla="*/ 1302 w 37"/>
                  <a:gd name="T17" fmla="*/ 436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6">
                    <a:moveTo>
                      <a:pt x="37" y="8"/>
                    </a:moveTo>
                    <a:cubicBezTo>
                      <a:pt x="37" y="6"/>
                      <a:pt x="37" y="3"/>
                      <a:pt x="3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6"/>
                      <a:pt x="0" y="8"/>
                    </a:cubicBezTo>
                    <a:cubicBezTo>
                      <a:pt x="0" y="11"/>
                      <a:pt x="0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4"/>
                      <a:pt x="37" y="11"/>
                      <a:pt x="37" y="8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2" name="Oval 3476">
                <a:extLst>
                  <a:ext uri="{FF2B5EF4-FFF2-40B4-BE49-F238E27FC236}">
                    <a16:creationId xmlns:a16="http://schemas.microsoft.com/office/drawing/2014/main" id="{E8C4ADE1-50E9-4072-9EB5-80737791F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6" y="1657"/>
                <a:ext cx="110" cy="189"/>
              </a:xfrm>
              <a:prstGeom prst="ellipse">
                <a:avLst/>
              </a:pr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33" name="Freeform 3477">
                <a:extLst>
                  <a:ext uri="{FF2B5EF4-FFF2-40B4-BE49-F238E27FC236}">
                    <a16:creationId xmlns:a16="http://schemas.microsoft.com/office/drawing/2014/main" id="{79DB789F-0CC2-4800-8037-F1553CD02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736"/>
                <a:ext cx="69" cy="31"/>
              </a:xfrm>
              <a:custGeom>
                <a:avLst/>
                <a:gdLst>
                  <a:gd name="T0" fmla="*/ 44 w 38"/>
                  <a:gd name="T1" fmla="*/ 436 h 16"/>
                  <a:gd name="T2" fmla="*/ 0 w 38"/>
                  <a:gd name="T3" fmla="*/ 0 h 16"/>
                  <a:gd name="T4" fmla="*/ 1358 w 38"/>
                  <a:gd name="T5" fmla="*/ 0 h 16"/>
                  <a:gd name="T6" fmla="*/ 1358 w 38"/>
                  <a:gd name="T7" fmla="*/ 0 h 16"/>
                  <a:gd name="T8" fmla="*/ 1358 w 38"/>
                  <a:gd name="T9" fmla="*/ 436 h 16"/>
                  <a:gd name="T10" fmla="*/ 1358 w 38"/>
                  <a:gd name="T11" fmla="*/ 845 h 16"/>
                  <a:gd name="T12" fmla="*/ 1358 w 38"/>
                  <a:gd name="T13" fmla="*/ 845 h 16"/>
                  <a:gd name="T14" fmla="*/ 0 w 38"/>
                  <a:gd name="T15" fmla="*/ 845 h 16"/>
                  <a:gd name="T16" fmla="*/ 44 w 38"/>
                  <a:gd name="T17" fmla="*/ 436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6">
                    <a:moveTo>
                      <a:pt x="1" y="8"/>
                    </a:moveTo>
                    <a:cubicBezTo>
                      <a:pt x="1" y="6"/>
                      <a:pt x="1" y="3"/>
                      <a:pt x="0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3"/>
                      <a:pt x="38" y="6"/>
                      <a:pt x="38" y="8"/>
                    </a:cubicBezTo>
                    <a:cubicBezTo>
                      <a:pt x="38" y="11"/>
                      <a:pt x="38" y="14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4"/>
                      <a:pt x="1" y="11"/>
                      <a:pt x="1" y="8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4" name="Freeform 3478">
                <a:extLst>
                  <a:ext uri="{FF2B5EF4-FFF2-40B4-BE49-F238E27FC236}">
                    <a16:creationId xmlns:a16="http://schemas.microsoft.com/office/drawing/2014/main" id="{81DDE970-6D43-493B-BCF0-C71862D60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010"/>
                <a:ext cx="169" cy="180"/>
              </a:xfrm>
              <a:custGeom>
                <a:avLst/>
                <a:gdLst>
                  <a:gd name="T0" fmla="*/ 2909 w 93"/>
                  <a:gd name="T1" fmla="*/ 4324 h 93"/>
                  <a:gd name="T2" fmla="*/ 2453 w 93"/>
                  <a:gd name="T3" fmla="*/ 1305 h 93"/>
                  <a:gd name="T4" fmla="*/ 440 w 93"/>
                  <a:gd name="T5" fmla="*/ 629 h 93"/>
                  <a:gd name="T6" fmla="*/ 894 w 93"/>
                  <a:gd name="T7" fmla="*/ 3581 h 93"/>
                  <a:gd name="T8" fmla="*/ 2909 w 93"/>
                  <a:gd name="T9" fmla="*/ 4324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3">
                    <a:moveTo>
                      <a:pt x="81" y="82"/>
                    </a:moveTo>
                    <a:cubicBezTo>
                      <a:pt x="93" y="70"/>
                      <a:pt x="87" y="45"/>
                      <a:pt x="68" y="25"/>
                    </a:cubicBezTo>
                    <a:cubicBezTo>
                      <a:pt x="49" y="6"/>
                      <a:pt x="24" y="0"/>
                      <a:pt x="12" y="12"/>
                    </a:cubicBezTo>
                    <a:cubicBezTo>
                      <a:pt x="0" y="24"/>
                      <a:pt x="6" y="49"/>
                      <a:pt x="25" y="68"/>
                    </a:cubicBezTo>
                    <a:cubicBezTo>
                      <a:pt x="44" y="88"/>
                      <a:pt x="70" y="93"/>
                      <a:pt x="81" y="82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5" name="Freeform 3479">
                <a:extLst>
                  <a:ext uri="{FF2B5EF4-FFF2-40B4-BE49-F238E27FC236}">
                    <a16:creationId xmlns:a16="http://schemas.microsoft.com/office/drawing/2014/main" id="{8627E599-D735-4C91-A7EB-0C999A6B4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130"/>
                <a:ext cx="69" cy="73"/>
              </a:xfrm>
              <a:custGeom>
                <a:avLst/>
                <a:gdLst>
                  <a:gd name="T0" fmla="*/ 1144 w 38"/>
                  <a:gd name="T1" fmla="*/ 313 h 38"/>
                  <a:gd name="T2" fmla="*/ 970 w 38"/>
                  <a:gd name="T3" fmla="*/ 0 h 38"/>
                  <a:gd name="T4" fmla="*/ 0 w 38"/>
                  <a:gd name="T5" fmla="*/ 1362 h 38"/>
                  <a:gd name="T6" fmla="*/ 0 w 38"/>
                  <a:gd name="T7" fmla="*/ 1362 h 38"/>
                  <a:gd name="T8" fmla="*/ 214 w 38"/>
                  <a:gd name="T9" fmla="*/ 1646 h 38"/>
                  <a:gd name="T10" fmla="*/ 439 w 38"/>
                  <a:gd name="T11" fmla="*/ 1908 h 38"/>
                  <a:gd name="T12" fmla="*/ 439 w 38"/>
                  <a:gd name="T13" fmla="*/ 1908 h 38"/>
                  <a:gd name="T14" fmla="*/ 1358 w 38"/>
                  <a:gd name="T15" fmla="*/ 601 h 38"/>
                  <a:gd name="T16" fmla="*/ 1144 w 38"/>
                  <a:gd name="T17" fmla="*/ 313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8">
                    <a:moveTo>
                      <a:pt x="32" y="6"/>
                    </a:moveTo>
                    <a:cubicBezTo>
                      <a:pt x="30" y="5"/>
                      <a:pt x="28" y="3"/>
                      <a:pt x="27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" y="29"/>
                      <a:pt x="4" y="31"/>
                      <a:pt x="6" y="33"/>
                    </a:cubicBezTo>
                    <a:cubicBezTo>
                      <a:pt x="8" y="35"/>
                      <a:pt x="10" y="36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6" y="10"/>
                      <a:pt x="34" y="8"/>
                      <a:pt x="32" y="6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6" name="Freeform 3480">
                <a:extLst>
                  <a:ext uri="{FF2B5EF4-FFF2-40B4-BE49-F238E27FC236}">
                    <a16:creationId xmlns:a16="http://schemas.microsoft.com/office/drawing/2014/main" id="{A9765AC0-1FE1-4B28-BBD1-8FDA688F7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313"/>
                <a:ext cx="171" cy="180"/>
              </a:xfrm>
              <a:custGeom>
                <a:avLst/>
                <a:gdLst>
                  <a:gd name="T0" fmla="*/ 2969 w 94"/>
                  <a:gd name="T1" fmla="*/ 4264 h 93"/>
                  <a:gd name="T2" fmla="*/ 897 w 94"/>
                  <a:gd name="T3" fmla="*/ 3581 h 93"/>
                  <a:gd name="T4" fmla="*/ 440 w 94"/>
                  <a:gd name="T5" fmla="*/ 629 h 93"/>
                  <a:gd name="T6" fmla="*/ 2512 w 94"/>
                  <a:gd name="T7" fmla="*/ 1305 h 93"/>
                  <a:gd name="T8" fmla="*/ 2969 w 94"/>
                  <a:gd name="T9" fmla="*/ 4264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93">
                    <a:moveTo>
                      <a:pt x="82" y="81"/>
                    </a:moveTo>
                    <a:cubicBezTo>
                      <a:pt x="70" y="93"/>
                      <a:pt x="45" y="87"/>
                      <a:pt x="25" y="68"/>
                    </a:cubicBezTo>
                    <a:cubicBezTo>
                      <a:pt x="6" y="49"/>
                      <a:pt x="0" y="24"/>
                      <a:pt x="12" y="12"/>
                    </a:cubicBezTo>
                    <a:cubicBezTo>
                      <a:pt x="24" y="0"/>
                      <a:pt x="49" y="6"/>
                      <a:pt x="69" y="25"/>
                    </a:cubicBezTo>
                    <a:cubicBezTo>
                      <a:pt x="88" y="44"/>
                      <a:pt x="94" y="69"/>
                      <a:pt x="82" y="81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7" name="Freeform 3481">
                <a:extLst>
                  <a:ext uri="{FF2B5EF4-FFF2-40B4-BE49-F238E27FC236}">
                    <a16:creationId xmlns:a16="http://schemas.microsoft.com/office/drawing/2014/main" id="{47732704-2E16-4F60-A7BD-05AF31286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300"/>
                <a:ext cx="66" cy="73"/>
              </a:xfrm>
              <a:custGeom>
                <a:avLst/>
                <a:gdLst>
                  <a:gd name="T0" fmla="*/ 203 w 37"/>
                  <a:gd name="T1" fmla="*/ 1594 h 38"/>
                  <a:gd name="T2" fmla="*/ 0 w 37"/>
                  <a:gd name="T3" fmla="*/ 1362 h 38"/>
                  <a:gd name="T4" fmla="*/ 828 w 37"/>
                  <a:gd name="T5" fmla="*/ 0 h 38"/>
                  <a:gd name="T6" fmla="*/ 828 w 37"/>
                  <a:gd name="T7" fmla="*/ 0 h 38"/>
                  <a:gd name="T8" fmla="*/ 1035 w 37"/>
                  <a:gd name="T9" fmla="*/ 313 h 38"/>
                  <a:gd name="T10" fmla="*/ 1193 w 37"/>
                  <a:gd name="T11" fmla="*/ 601 h 38"/>
                  <a:gd name="T12" fmla="*/ 1193 w 37"/>
                  <a:gd name="T13" fmla="*/ 601 h 38"/>
                  <a:gd name="T14" fmla="*/ 362 w 37"/>
                  <a:gd name="T15" fmla="*/ 1908 h 38"/>
                  <a:gd name="T16" fmla="*/ 203 w 37"/>
                  <a:gd name="T17" fmla="*/ 1594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8">
                    <a:moveTo>
                      <a:pt x="6" y="32"/>
                    </a:moveTo>
                    <a:cubicBezTo>
                      <a:pt x="4" y="30"/>
                      <a:pt x="2" y="28"/>
                      <a:pt x="0" y="27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8" y="2"/>
                      <a:pt x="30" y="4"/>
                      <a:pt x="32" y="6"/>
                    </a:cubicBezTo>
                    <a:cubicBezTo>
                      <a:pt x="34" y="8"/>
                      <a:pt x="36" y="10"/>
                      <a:pt x="37" y="12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9" y="36"/>
                      <a:pt x="7" y="34"/>
                      <a:pt x="6" y="32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8" name="Freeform 3482">
                <a:extLst>
                  <a:ext uri="{FF2B5EF4-FFF2-40B4-BE49-F238E27FC236}">
                    <a16:creationId xmlns:a16="http://schemas.microsoft.com/office/drawing/2014/main" id="{E5FF4A5F-B9E7-4519-856C-240A87F8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313"/>
                <a:ext cx="169" cy="180"/>
              </a:xfrm>
              <a:custGeom>
                <a:avLst/>
                <a:gdLst>
                  <a:gd name="T0" fmla="*/ 440 w 93"/>
                  <a:gd name="T1" fmla="*/ 4264 h 93"/>
                  <a:gd name="T2" fmla="*/ 2453 w 93"/>
                  <a:gd name="T3" fmla="*/ 3581 h 93"/>
                  <a:gd name="T4" fmla="*/ 2909 w 93"/>
                  <a:gd name="T5" fmla="*/ 629 h 93"/>
                  <a:gd name="T6" fmla="*/ 894 w 93"/>
                  <a:gd name="T7" fmla="*/ 1305 h 93"/>
                  <a:gd name="T8" fmla="*/ 440 w 93"/>
                  <a:gd name="T9" fmla="*/ 4264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3">
                    <a:moveTo>
                      <a:pt x="12" y="81"/>
                    </a:moveTo>
                    <a:cubicBezTo>
                      <a:pt x="24" y="93"/>
                      <a:pt x="49" y="87"/>
                      <a:pt x="68" y="68"/>
                    </a:cubicBezTo>
                    <a:cubicBezTo>
                      <a:pt x="87" y="49"/>
                      <a:pt x="93" y="24"/>
                      <a:pt x="81" y="12"/>
                    </a:cubicBezTo>
                    <a:cubicBezTo>
                      <a:pt x="70" y="0"/>
                      <a:pt x="44" y="6"/>
                      <a:pt x="25" y="25"/>
                    </a:cubicBezTo>
                    <a:cubicBezTo>
                      <a:pt x="6" y="44"/>
                      <a:pt x="0" y="69"/>
                      <a:pt x="12" y="81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9" name="Freeform 3483">
                <a:extLst>
                  <a:ext uri="{FF2B5EF4-FFF2-40B4-BE49-F238E27FC236}">
                    <a16:creationId xmlns:a16="http://schemas.microsoft.com/office/drawing/2014/main" id="{52DEAECE-CCBE-492E-90FE-9AFF37D4F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344"/>
                <a:ext cx="134" cy="141"/>
              </a:xfrm>
              <a:custGeom>
                <a:avLst/>
                <a:gdLst>
                  <a:gd name="T0" fmla="*/ 2305 w 74"/>
                  <a:gd name="T1" fmla="*/ 0 h 73"/>
                  <a:gd name="T2" fmla="*/ 1699 w 74"/>
                  <a:gd name="T3" fmla="*/ 2391 h 73"/>
                  <a:gd name="T4" fmla="*/ 0 w 74"/>
                  <a:gd name="T5" fmla="*/ 3228 h 73"/>
                  <a:gd name="T6" fmla="*/ 43 w 74"/>
                  <a:gd name="T7" fmla="*/ 3228 h 73"/>
                  <a:gd name="T8" fmla="*/ 1795 w 74"/>
                  <a:gd name="T9" fmla="*/ 2544 h 73"/>
                  <a:gd name="T10" fmla="*/ 2305 w 74"/>
                  <a:gd name="T11" fmla="*/ 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73">
                    <a:moveTo>
                      <a:pt x="65" y="0"/>
                    </a:moveTo>
                    <a:cubicBezTo>
                      <a:pt x="69" y="13"/>
                      <a:pt x="62" y="31"/>
                      <a:pt x="48" y="46"/>
                    </a:cubicBezTo>
                    <a:cubicBezTo>
                      <a:pt x="32" y="61"/>
                      <a:pt x="13" y="68"/>
                      <a:pt x="0" y="62"/>
                    </a:cubicBezTo>
                    <a:cubicBezTo>
                      <a:pt x="0" y="62"/>
                      <a:pt x="0" y="62"/>
                      <a:pt x="1" y="62"/>
                    </a:cubicBezTo>
                    <a:cubicBezTo>
                      <a:pt x="11" y="73"/>
                      <a:pt x="34" y="67"/>
                      <a:pt x="51" y="49"/>
                    </a:cubicBezTo>
                    <a:cubicBezTo>
                      <a:pt x="68" y="33"/>
                      <a:pt x="74" y="11"/>
                      <a:pt x="65" y="0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0" name="Freeform 3484">
                <a:extLst>
                  <a:ext uri="{FF2B5EF4-FFF2-40B4-BE49-F238E27FC236}">
                    <a16:creationId xmlns:a16="http://schemas.microsoft.com/office/drawing/2014/main" id="{67A3A361-49EF-4B8E-A32E-C00F47FFA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319"/>
                <a:ext cx="139" cy="147"/>
              </a:xfrm>
              <a:custGeom>
                <a:avLst/>
                <a:gdLst>
                  <a:gd name="T0" fmla="*/ 978 w 77"/>
                  <a:gd name="T1" fmla="*/ 1455 h 76"/>
                  <a:gd name="T2" fmla="*/ 2571 w 77"/>
                  <a:gd name="T3" fmla="*/ 613 h 76"/>
                  <a:gd name="T4" fmla="*/ 2587 w 77"/>
                  <a:gd name="T5" fmla="*/ 573 h 76"/>
                  <a:gd name="T6" fmla="*/ 830 w 77"/>
                  <a:gd name="T7" fmla="*/ 1246 h 76"/>
                  <a:gd name="T8" fmla="*/ 381 w 77"/>
                  <a:gd name="T9" fmla="*/ 3973 h 76"/>
                  <a:gd name="T10" fmla="*/ 381 w 77"/>
                  <a:gd name="T11" fmla="*/ 3973 h 76"/>
                  <a:gd name="T12" fmla="*/ 978 w 77"/>
                  <a:gd name="T13" fmla="*/ 145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76">
                    <a:moveTo>
                      <a:pt x="28" y="28"/>
                    </a:moveTo>
                    <a:cubicBezTo>
                      <a:pt x="42" y="14"/>
                      <a:pt x="63" y="6"/>
                      <a:pt x="74" y="12"/>
                    </a:cubicBezTo>
                    <a:cubicBezTo>
                      <a:pt x="77" y="13"/>
                      <a:pt x="77" y="14"/>
                      <a:pt x="75" y="11"/>
                    </a:cubicBezTo>
                    <a:cubicBezTo>
                      <a:pt x="64" y="0"/>
                      <a:pt x="42" y="6"/>
                      <a:pt x="24" y="24"/>
                    </a:cubicBezTo>
                    <a:cubicBezTo>
                      <a:pt x="6" y="42"/>
                      <a:pt x="0" y="65"/>
                      <a:pt x="11" y="76"/>
                    </a:cubicBezTo>
                    <a:cubicBezTo>
                      <a:pt x="11" y="76"/>
                      <a:pt x="10" y="75"/>
                      <a:pt x="11" y="76"/>
                    </a:cubicBezTo>
                    <a:cubicBezTo>
                      <a:pt x="4" y="58"/>
                      <a:pt x="14" y="42"/>
                      <a:pt x="28" y="28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1" name="Freeform 3485">
                <a:extLst>
                  <a:ext uri="{FF2B5EF4-FFF2-40B4-BE49-F238E27FC236}">
                    <a16:creationId xmlns:a16="http://schemas.microsoft.com/office/drawing/2014/main" id="{D18923D2-BC7A-4BE6-9C3D-10F513B53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300"/>
                <a:ext cx="69" cy="73"/>
              </a:xfrm>
              <a:custGeom>
                <a:avLst/>
                <a:gdLst>
                  <a:gd name="T0" fmla="*/ 1144 w 38"/>
                  <a:gd name="T1" fmla="*/ 1594 h 38"/>
                  <a:gd name="T2" fmla="*/ 1358 w 38"/>
                  <a:gd name="T3" fmla="*/ 1362 h 38"/>
                  <a:gd name="T4" fmla="*/ 439 w 38"/>
                  <a:gd name="T5" fmla="*/ 0 h 38"/>
                  <a:gd name="T6" fmla="*/ 439 w 38"/>
                  <a:gd name="T7" fmla="*/ 0 h 38"/>
                  <a:gd name="T8" fmla="*/ 214 w 38"/>
                  <a:gd name="T9" fmla="*/ 313 h 38"/>
                  <a:gd name="T10" fmla="*/ 0 w 38"/>
                  <a:gd name="T11" fmla="*/ 601 h 38"/>
                  <a:gd name="T12" fmla="*/ 0 w 38"/>
                  <a:gd name="T13" fmla="*/ 601 h 38"/>
                  <a:gd name="T14" fmla="*/ 970 w 38"/>
                  <a:gd name="T15" fmla="*/ 1908 h 38"/>
                  <a:gd name="T16" fmla="*/ 1144 w 38"/>
                  <a:gd name="T17" fmla="*/ 1594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8">
                    <a:moveTo>
                      <a:pt x="32" y="32"/>
                    </a:moveTo>
                    <a:cubicBezTo>
                      <a:pt x="34" y="30"/>
                      <a:pt x="36" y="28"/>
                      <a:pt x="38" y="27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2"/>
                      <a:pt x="8" y="4"/>
                      <a:pt x="6" y="6"/>
                    </a:cubicBezTo>
                    <a:cubicBezTo>
                      <a:pt x="4" y="8"/>
                      <a:pt x="2" y="10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8" y="36"/>
                      <a:pt x="30" y="34"/>
                      <a:pt x="32" y="32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2" name="Freeform 3486">
                <a:extLst>
                  <a:ext uri="{FF2B5EF4-FFF2-40B4-BE49-F238E27FC236}">
                    <a16:creationId xmlns:a16="http://schemas.microsoft.com/office/drawing/2014/main" id="{861A88B8-25FE-49FF-BB47-D1DC304A7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010"/>
                <a:ext cx="171" cy="180"/>
              </a:xfrm>
              <a:custGeom>
                <a:avLst/>
                <a:gdLst>
                  <a:gd name="T0" fmla="*/ 440 w 94"/>
                  <a:gd name="T1" fmla="*/ 4324 h 93"/>
                  <a:gd name="T2" fmla="*/ 897 w 94"/>
                  <a:gd name="T3" fmla="*/ 1305 h 93"/>
                  <a:gd name="T4" fmla="*/ 2969 w 94"/>
                  <a:gd name="T5" fmla="*/ 629 h 93"/>
                  <a:gd name="T6" fmla="*/ 2512 w 94"/>
                  <a:gd name="T7" fmla="*/ 3581 h 93"/>
                  <a:gd name="T8" fmla="*/ 440 w 94"/>
                  <a:gd name="T9" fmla="*/ 4324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93">
                    <a:moveTo>
                      <a:pt x="12" y="82"/>
                    </a:moveTo>
                    <a:cubicBezTo>
                      <a:pt x="0" y="70"/>
                      <a:pt x="6" y="45"/>
                      <a:pt x="25" y="25"/>
                    </a:cubicBezTo>
                    <a:cubicBezTo>
                      <a:pt x="45" y="6"/>
                      <a:pt x="70" y="0"/>
                      <a:pt x="82" y="12"/>
                    </a:cubicBezTo>
                    <a:cubicBezTo>
                      <a:pt x="94" y="24"/>
                      <a:pt x="88" y="49"/>
                      <a:pt x="69" y="68"/>
                    </a:cubicBezTo>
                    <a:cubicBezTo>
                      <a:pt x="49" y="88"/>
                      <a:pt x="24" y="93"/>
                      <a:pt x="12" y="82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3" name="Freeform 3487">
                <a:extLst>
                  <a:ext uri="{FF2B5EF4-FFF2-40B4-BE49-F238E27FC236}">
                    <a16:creationId xmlns:a16="http://schemas.microsoft.com/office/drawing/2014/main" id="{23627EB5-8A86-4781-B63E-8C33BCC74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130"/>
                <a:ext cx="66" cy="73"/>
              </a:xfrm>
              <a:custGeom>
                <a:avLst/>
                <a:gdLst>
                  <a:gd name="T0" fmla="*/ 203 w 37"/>
                  <a:gd name="T1" fmla="*/ 313 h 38"/>
                  <a:gd name="T2" fmla="*/ 362 w 37"/>
                  <a:gd name="T3" fmla="*/ 0 h 38"/>
                  <a:gd name="T4" fmla="*/ 1193 w 37"/>
                  <a:gd name="T5" fmla="*/ 1362 h 38"/>
                  <a:gd name="T6" fmla="*/ 1193 w 37"/>
                  <a:gd name="T7" fmla="*/ 1362 h 38"/>
                  <a:gd name="T8" fmla="*/ 1035 w 37"/>
                  <a:gd name="T9" fmla="*/ 1646 h 38"/>
                  <a:gd name="T10" fmla="*/ 828 w 37"/>
                  <a:gd name="T11" fmla="*/ 1908 h 38"/>
                  <a:gd name="T12" fmla="*/ 828 w 37"/>
                  <a:gd name="T13" fmla="*/ 1908 h 38"/>
                  <a:gd name="T14" fmla="*/ 0 w 37"/>
                  <a:gd name="T15" fmla="*/ 601 h 38"/>
                  <a:gd name="T16" fmla="*/ 203 w 37"/>
                  <a:gd name="T17" fmla="*/ 313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8">
                    <a:moveTo>
                      <a:pt x="6" y="6"/>
                    </a:moveTo>
                    <a:cubicBezTo>
                      <a:pt x="7" y="5"/>
                      <a:pt x="9" y="3"/>
                      <a:pt x="11" y="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6" y="29"/>
                      <a:pt x="34" y="31"/>
                      <a:pt x="32" y="33"/>
                    </a:cubicBezTo>
                    <a:cubicBezTo>
                      <a:pt x="30" y="35"/>
                      <a:pt x="28" y="36"/>
                      <a:pt x="26" y="38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0"/>
                      <a:pt x="4" y="8"/>
                      <a:pt x="6" y="6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4" name="Freeform 3488">
                <a:extLst>
                  <a:ext uri="{FF2B5EF4-FFF2-40B4-BE49-F238E27FC236}">
                    <a16:creationId xmlns:a16="http://schemas.microsoft.com/office/drawing/2014/main" id="{45554EF1-A16D-482A-BEE6-7B7DEF760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827"/>
                <a:ext cx="188" cy="149"/>
              </a:xfrm>
              <a:custGeom>
                <a:avLst/>
                <a:gdLst>
                  <a:gd name="T0" fmla="*/ 3373 w 104"/>
                  <a:gd name="T1" fmla="*/ 2984 h 77"/>
                  <a:gd name="T2" fmla="*/ 2245 w 104"/>
                  <a:gd name="T3" fmla="*/ 521 h 77"/>
                  <a:gd name="T4" fmla="*/ 255 w 104"/>
                  <a:gd name="T5" fmla="*/ 1053 h 77"/>
                  <a:gd name="T6" fmla="*/ 1388 w 104"/>
                  <a:gd name="T7" fmla="*/ 3535 h 77"/>
                  <a:gd name="T8" fmla="*/ 3373 w 104"/>
                  <a:gd name="T9" fmla="*/ 298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77">
                    <a:moveTo>
                      <a:pt x="97" y="57"/>
                    </a:moveTo>
                    <a:cubicBezTo>
                      <a:pt x="104" y="42"/>
                      <a:pt x="89" y="21"/>
                      <a:pt x="64" y="10"/>
                    </a:cubicBezTo>
                    <a:cubicBezTo>
                      <a:pt x="39" y="0"/>
                      <a:pt x="13" y="4"/>
                      <a:pt x="7" y="20"/>
                    </a:cubicBezTo>
                    <a:cubicBezTo>
                      <a:pt x="0" y="35"/>
                      <a:pt x="15" y="56"/>
                      <a:pt x="40" y="67"/>
                    </a:cubicBezTo>
                    <a:cubicBezTo>
                      <a:pt x="65" y="77"/>
                      <a:pt x="91" y="73"/>
                      <a:pt x="97" y="5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5" name="Freeform 3489">
                <a:extLst>
                  <a:ext uri="{FF2B5EF4-FFF2-40B4-BE49-F238E27FC236}">
                    <a16:creationId xmlns:a16="http://schemas.microsoft.com/office/drawing/2014/main" id="{DFCDCE93-7D52-47A2-AA90-5AE257EE3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949"/>
                <a:ext cx="53" cy="79"/>
              </a:xfrm>
              <a:custGeom>
                <a:avLst/>
                <a:gdLst>
                  <a:gd name="T0" fmla="*/ 768 w 29"/>
                  <a:gd name="T1" fmla="*/ 208 h 41"/>
                  <a:gd name="T2" fmla="*/ 537 w 29"/>
                  <a:gd name="T3" fmla="*/ 0 h 41"/>
                  <a:gd name="T4" fmla="*/ 0 w 29"/>
                  <a:gd name="T5" fmla="*/ 1782 h 41"/>
                  <a:gd name="T6" fmla="*/ 0 w 29"/>
                  <a:gd name="T7" fmla="*/ 1782 h 41"/>
                  <a:gd name="T8" fmla="*/ 267 w 29"/>
                  <a:gd name="T9" fmla="*/ 1946 h 41"/>
                  <a:gd name="T10" fmla="*/ 537 w 29"/>
                  <a:gd name="T11" fmla="*/ 2098 h 41"/>
                  <a:gd name="T12" fmla="*/ 548 w 29"/>
                  <a:gd name="T13" fmla="*/ 2098 h 41"/>
                  <a:gd name="T14" fmla="*/ 1078 w 29"/>
                  <a:gd name="T15" fmla="*/ 316 h 41"/>
                  <a:gd name="T16" fmla="*/ 768 w 29"/>
                  <a:gd name="T17" fmla="*/ 208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1">
                    <a:moveTo>
                      <a:pt x="21" y="4"/>
                    </a:moveTo>
                    <a:cubicBezTo>
                      <a:pt x="19" y="3"/>
                      <a:pt x="16" y="1"/>
                      <a:pt x="14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" y="36"/>
                      <a:pt x="5" y="37"/>
                      <a:pt x="7" y="38"/>
                    </a:cubicBezTo>
                    <a:cubicBezTo>
                      <a:pt x="10" y="39"/>
                      <a:pt x="12" y="40"/>
                      <a:pt x="14" y="41"/>
                    </a:cubicBezTo>
                    <a:cubicBezTo>
                      <a:pt x="14" y="41"/>
                      <a:pt x="15" y="41"/>
                      <a:pt x="15" y="41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6" y="6"/>
                      <a:pt x="24" y="5"/>
                      <a:pt x="21" y="4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6" name="Freeform 3490">
                <a:extLst>
                  <a:ext uri="{FF2B5EF4-FFF2-40B4-BE49-F238E27FC236}">
                    <a16:creationId xmlns:a16="http://schemas.microsoft.com/office/drawing/2014/main" id="{40E77393-FBE0-4AA5-B887-799B11ECB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529"/>
                <a:ext cx="188" cy="149"/>
              </a:xfrm>
              <a:custGeom>
                <a:avLst/>
                <a:gdLst>
                  <a:gd name="T0" fmla="*/ 3373 w 104"/>
                  <a:gd name="T1" fmla="*/ 2984 h 77"/>
                  <a:gd name="T2" fmla="*/ 1388 w 104"/>
                  <a:gd name="T3" fmla="*/ 3479 h 77"/>
                  <a:gd name="T4" fmla="*/ 213 w 104"/>
                  <a:gd name="T5" fmla="*/ 1008 h 77"/>
                  <a:gd name="T6" fmla="*/ 2196 w 104"/>
                  <a:gd name="T7" fmla="*/ 521 h 77"/>
                  <a:gd name="T8" fmla="*/ 3373 w 104"/>
                  <a:gd name="T9" fmla="*/ 298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77">
                    <a:moveTo>
                      <a:pt x="97" y="57"/>
                    </a:moveTo>
                    <a:cubicBezTo>
                      <a:pt x="91" y="72"/>
                      <a:pt x="65" y="77"/>
                      <a:pt x="40" y="66"/>
                    </a:cubicBezTo>
                    <a:cubicBezTo>
                      <a:pt x="15" y="56"/>
                      <a:pt x="0" y="35"/>
                      <a:pt x="6" y="19"/>
                    </a:cubicBezTo>
                    <a:cubicBezTo>
                      <a:pt x="13" y="4"/>
                      <a:pt x="38" y="0"/>
                      <a:pt x="63" y="10"/>
                    </a:cubicBezTo>
                    <a:cubicBezTo>
                      <a:pt x="88" y="20"/>
                      <a:pt x="104" y="41"/>
                      <a:pt x="97" y="5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7" name="Freeform 3491">
                <a:extLst>
                  <a:ext uri="{FF2B5EF4-FFF2-40B4-BE49-F238E27FC236}">
                    <a16:creationId xmlns:a16="http://schemas.microsoft.com/office/drawing/2014/main" id="{B1F6A80E-4D9A-4B97-ACA4-73BBF11E2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477"/>
                <a:ext cx="53" cy="78"/>
              </a:xfrm>
              <a:custGeom>
                <a:avLst/>
                <a:gdLst>
                  <a:gd name="T0" fmla="*/ 267 w 29"/>
                  <a:gd name="T1" fmla="*/ 2022 h 40"/>
                  <a:gd name="T2" fmla="*/ 0 w 29"/>
                  <a:gd name="T3" fmla="*/ 1866 h 40"/>
                  <a:gd name="T4" fmla="*/ 537 w 29"/>
                  <a:gd name="T5" fmla="*/ 0 h 40"/>
                  <a:gd name="T6" fmla="*/ 537 w 29"/>
                  <a:gd name="T7" fmla="*/ 0 h 40"/>
                  <a:gd name="T8" fmla="*/ 811 w 29"/>
                  <a:gd name="T9" fmla="*/ 172 h 40"/>
                  <a:gd name="T10" fmla="*/ 1078 w 29"/>
                  <a:gd name="T11" fmla="*/ 335 h 40"/>
                  <a:gd name="T12" fmla="*/ 1078 w 29"/>
                  <a:gd name="T13" fmla="*/ 335 h 40"/>
                  <a:gd name="T14" fmla="*/ 548 w 29"/>
                  <a:gd name="T15" fmla="*/ 2194 h 40"/>
                  <a:gd name="T16" fmla="*/ 267 w 29"/>
                  <a:gd name="T17" fmla="*/ 2022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0">
                    <a:moveTo>
                      <a:pt x="7" y="37"/>
                    </a:moveTo>
                    <a:cubicBezTo>
                      <a:pt x="5" y="36"/>
                      <a:pt x="2" y="35"/>
                      <a:pt x="0" y="3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7" y="1"/>
                      <a:pt x="19" y="2"/>
                      <a:pt x="22" y="3"/>
                    </a:cubicBezTo>
                    <a:cubicBezTo>
                      <a:pt x="24" y="4"/>
                      <a:pt x="27" y="5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2" y="39"/>
                      <a:pt x="10" y="38"/>
                      <a:pt x="7" y="37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8" name="Freeform 3492">
                <a:extLst>
                  <a:ext uri="{FF2B5EF4-FFF2-40B4-BE49-F238E27FC236}">
                    <a16:creationId xmlns:a16="http://schemas.microsoft.com/office/drawing/2014/main" id="{F844219C-AEF2-426E-B0EE-6A644873A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004"/>
                <a:ext cx="140" cy="201"/>
              </a:xfrm>
              <a:custGeom>
                <a:avLst/>
                <a:gdLst>
                  <a:gd name="T0" fmla="*/ 698 w 77"/>
                  <a:gd name="T1" fmla="*/ 5039 h 104"/>
                  <a:gd name="T2" fmla="*/ 2380 w 77"/>
                  <a:gd name="T3" fmla="*/ 3351 h 104"/>
                  <a:gd name="T4" fmla="*/ 2065 w 77"/>
                  <a:gd name="T5" fmla="*/ 377 h 104"/>
                  <a:gd name="T6" fmla="*/ 360 w 77"/>
                  <a:gd name="T7" fmla="*/ 2082 h 104"/>
                  <a:gd name="T8" fmla="*/ 698 w 77"/>
                  <a:gd name="T9" fmla="*/ 5039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4">
                    <a:moveTo>
                      <a:pt x="19" y="97"/>
                    </a:moveTo>
                    <a:cubicBezTo>
                      <a:pt x="35" y="104"/>
                      <a:pt x="56" y="89"/>
                      <a:pt x="66" y="64"/>
                    </a:cubicBezTo>
                    <a:cubicBezTo>
                      <a:pt x="77" y="39"/>
                      <a:pt x="73" y="13"/>
                      <a:pt x="57" y="7"/>
                    </a:cubicBezTo>
                    <a:cubicBezTo>
                      <a:pt x="41" y="0"/>
                      <a:pt x="20" y="15"/>
                      <a:pt x="10" y="40"/>
                    </a:cubicBezTo>
                    <a:cubicBezTo>
                      <a:pt x="0" y="65"/>
                      <a:pt x="4" y="91"/>
                      <a:pt x="19" y="9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9" name="Freeform 3493">
                <a:extLst>
                  <a:ext uri="{FF2B5EF4-FFF2-40B4-BE49-F238E27FC236}">
                    <a16:creationId xmlns:a16="http://schemas.microsoft.com/office/drawing/2014/main" id="{6FF6B293-A350-4153-86B9-8709139E6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041"/>
                <a:ext cx="75" cy="56"/>
              </a:xfrm>
              <a:custGeom>
                <a:avLst/>
                <a:gdLst>
                  <a:gd name="T0" fmla="*/ 1388 w 41"/>
                  <a:gd name="T1" fmla="*/ 1101 h 29"/>
                  <a:gd name="T2" fmla="*/ 1537 w 41"/>
                  <a:gd name="T3" fmla="*/ 720 h 29"/>
                  <a:gd name="T4" fmla="*/ 227 w 41"/>
                  <a:gd name="T5" fmla="*/ 0 h 29"/>
                  <a:gd name="T6" fmla="*/ 227 w 41"/>
                  <a:gd name="T7" fmla="*/ 0 h 29"/>
                  <a:gd name="T8" fmla="*/ 97 w 41"/>
                  <a:gd name="T9" fmla="*/ 373 h 29"/>
                  <a:gd name="T10" fmla="*/ 0 w 41"/>
                  <a:gd name="T11" fmla="*/ 720 h 29"/>
                  <a:gd name="T12" fmla="*/ 0 w 41"/>
                  <a:gd name="T13" fmla="*/ 720 h 29"/>
                  <a:gd name="T14" fmla="*/ 1268 w 41"/>
                  <a:gd name="T15" fmla="*/ 1506 h 29"/>
                  <a:gd name="T16" fmla="*/ 1388 w 41"/>
                  <a:gd name="T17" fmla="*/ 110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37" y="21"/>
                    </a:moveTo>
                    <a:cubicBezTo>
                      <a:pt x="38" y="19"/>
                      <a:pt x="39" y="16"/>
                      <a:pt x="41" y="1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2"/>
                      <a:pt x="4" y="5"/>
                      <a:pt x="3" y="7"/>
                    </a:cubicBezTo>
                    <a:cubicBezTo>
                      <a:pt x="2" y="10"/>
                      <a:pt x="1" y="1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5" y="26"/>
                      <a:pt x="36" y="24"/>
                      <a:pt x="37" y="21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0" name="Freeform 3494">
                <a:extLst>
                  <a:ext uri="{FF2B5EF4-FFF2-40B4-BE49-F238E27FC236}">
                    <a16:creationId xmlns:a16="http://schemas.microsoft.com/office/drawing/2014/main" id="{392C16F0-DD54-4C6C-9E4F-7DC8DE7B2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300"/>
                <a:ext cx="140" cy="199"/>
              </a:xfrm>
              <a:custGeom>
                <a:avLst/>
                <a:gdLst>
                  <a:gd name="T0" fmla="*/ 711 w 77"/>
                  <a:gd name="T1" fmla="*/ 5027 h 103"/>
                  <a:gd name="T2" fmla="*/ 360 w 77"/>
                  <a:gd name="T3" fmla="*/ 2075 h 103"/>
                  <a:gd name="T4" fmla="*/ 2065 w 77"/>
                  <a:gd name="T5" fmla="*/ 317 h 103"/>
                  <a:gd name="T6" fmla="*/ 2429 w 77"/>
                  <a:gd name="T7" fmla="*/ 3288 h 103"/>
                  <a:gd name="T8" fmla="*/ 711 w 77"/>
                  <a:gd name="T9" fmla="*/ 502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3">
                    <a:moveTo>
                      <a:pt x="20" y="97"/>
                    </a:moveTo>
                    <a:cubicBezTo>
                      <a:pt x="4" y="91"/>
                      <a:pt x="0" y="65"/>
                      <a:pt x="10" y="40"/>
                    </a:cubicBezTo>
                    <a:cubicBezTo>
                      <a:pt x="21" y="15"/>
                      <a:pt x="42" y="0"/>
                      <a:pt x="57" y="6"/>
                    </a:cubicBezTo>
                    <a:cubicBezTo>
                      <a:pt x="73" y="13"/>
                      <a:pt x="77" y="38"/>
                      <a:pt x="67" y="63"/>
                    </a:cubicBezTo>
                    <a:cubicBezTo>
                      <a:pt x="56" y="88"/>
                      <a:pt x="35" y="103"/>
                      <a:pt x="20" y="9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1" name="Freeform 3495">
                <a:extLst>
                  <a:ext uri="{FF2B5EF4-FFF2-40B4-BE49-F238E27FC236}">
                    <a16:creationId xmlns:a16="http://schemas.microsoft.com/office/drawing/2014/main" id="{3B6A1D82-ED03-4809-A3CB-0622695CD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408"/>
                <a:ext cx="74" cy="56"/>
              </a:xfrm>
              <a:custGeom>
                <a:avLst/>
                <a:gdLst>
                  <a:gd name="T0" fmla="*/ 137 w 41"/>
                  <a:gd name="T1" fmla="*/ 373 h 29"/>
                  <a:gd name="T2" fmla="*/ 211 w 41"/>
                  <a:gd name="T3" fmla="*/ 0 h 29"/>
                  <a:gd name="T4" fmla="*/ 1424 w 41"/>
                  <a:gd name="T5" fmla="*/ 720 h 29"/>
                  <a:gd name="T6" fmla="*/ 1424 w 41"/>
                  <a:gd name="T7" fmla="*/ 720 h 29"/>
                  <a:gd name="T8" fmla="*/ 1328 w 41"/>
                  <a:gd name="T9" fmla="*/ 1122 h 29"/>
                  <a:gd name="T10" fmla="*/ 1211 w 41"/>
                  <a:gd name="T11" fmla="*/ 1506 h 29"/>
                  <a:gd name="T12" fmla="*/ 1211 w 41"/>
                  <a:gd name="T13" fmla="*/ 1506 h 29"/>
                  <a:gd name="T14" fmla="*/ 0 w 41"/>
                  <a:gd name="T15" fmla="*/ 780 h 29"/>
                  <a:gd name="T16" fmla="*/ 137 w 41"/>
                  <a:gd name="T17" fmla="*/ 373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4" y="7"/>
                    </a:moveTo>
                    <a:cubicBezTo>
                      <a:pt x="5" y="5"/>
                      <a:pt x="6" y="2"/>
                      <a:pt x="6" y="0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7"/>
                      <a:pt x="39" y="19"/>
                      <a:pt x="38" y="22"/>
                    </a:cubicBezTo>
                    <a:cubicBezTo>
                      <a:pt x="37" y="24"/>
                      <a:pt x="36" y="27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2"/>
                      <a:pt x="3" y="10"/>
                      <a:pt x="4" y="7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2" name="Freeform 3496">
                <a:extLst>
                  <a:ext uri="{FF2B5EF4-FFF2-40B4-BE49-F238E27FC236}">
                    <a16:creationId xmlns:a16="http://schemas.microsoft.com/office/drawing/2014/main" id="{E7AFAEF8-E999-4F02-856C-1D7F87992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300"/>
                <a:ext cx="140" cy="199"/>
              </a:xfrm>
              <a:custGeom>
                <a:avLst/>
                <a:gdLst>
                  <a:gd name="T0" fmla="*/ 2065 w 77"/>
                  <a:gd name="T1" fmla="*/ 5027 h 103"/>
                  <a:gd name="T2" fmla="*/ 2380 w 77"/>
                  <a:gd name="T3" fmla="*/ 2075 h 103"/>
                  <a:gd name="T4" fmla="*/ 698 w 77"/>
                  <a:gd name="T5" fmla="*/ 317 h 103"/>
                  <a:gd name="T6" fmla="*/ 360 w 77"/>
                  <a:gd name="T7" fmla="*/ 3288 h 103"/>
                  <a:gd name="T8" fmla="*/ 2065 w 77"/>
                  <a:gd name="T9" fmla="*/ 502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3">
                    <a:moveTo>
                      <a:pt x="57" y="97"/>
                    </a:moveTo>
                    <a:cubicBezTo>
                      <a:pt x="73" y="91"/>
                      <a:pt x="77" y="65"/>
                      <a:pt x="66" y="40"/>
                    </a:cubicBezTo>
                    <a:cubicBezTo>
                      <a:pt x="56" y="15"/>
                      <a:pt x="35" y="0"/>
                      <a:pt x="19" y="6"/>
                    </a:cubicBezTo>
                    <a:cubicBezTo>
                      <a:pt x="4" y="13"/>
                      <a:pt x="0" y="38"/>
                      <a:pt x="10" y="63"/>
                    </a:cubicBezTo>
                    <a:cubicBezTo>
                      <a:pt x="20" y="88"/>
                      <a:pt x="41" y="103"/>
                      <a:pt x="57" y="9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3" name="Freeform 3497">
                <a:extLst>
                  <a:ext uri="{FF2B5EF4-FFF2-40B4-BE49-F238E27FC236}">
                    <a16:creationId xmlns:a16="http://schemas.microsoft.com/office/drawing/2014/main" id="{BF65D732-B6D3-46A5-94FE-BEB278434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312"/>
                <a:ext cx="74" cy="162"/>
              </a:xfrm>
              <a:custGeom>
                <a:avLst/>
                <a:gdLst>
                  <a:gd name="T0" fmla="*/ 518 w 41"/>
                  <a:gd name="T1" fmla="*/ 2991 h 84"/>
                  <a:gd name="T2" fmla="*/ 827 w 41"/>
                  <a:gd name="T3" fmla="*/ 372 h 84"/>
                  <a:gd name="T4" fmla="*/ 1424 w 41"/>
                  <a:gd name="T5" fmla="*/ 401 h 84"/>
                  <a:gd name="T6" fmla="*/ 619 w 41"/>
                  <a:gd name="T7" fmla="*/ 164 h 84"/>
                  <a:gd name="T8" fmla="*/ 307 w 41"/>
                  <a:gd name="T9" fmla="*/ 2783 h 84"/>
                  <a:gd name="T10" fmla="*/ 1146 w 41"/>
                  <a:gd name="T11" fmla="*/ 4318 h 84"/>
                  <a:gd name="T12" fmla="*/ 518 w 41"/>
                  <a:gd name="T13" fmla="*/ 2991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84">
                    <a:moveTo>
                      <a:pt x="15" y="58"/>
                    </a:moveTo>
                    <a:cubicBezTo>
                      <a:pt x="6" y="35"/>
                      <a:pt x="10" y="13"/>
                      <a:pt x="24" y="7"/>
                    </a:cubicBezTo>
                    <a:cubicBezTo>
                      <a:pt x="29" y="5"/>
                      <a:pt x="35" y="5"/>
                      <a:pt x="41" y="8"/>
                    </a:cubicBezTo>
                    <a:cubicBezTo>
                      <a:pt x="33" y="2"/>
                      <a:pt x="25" y="0"/>
                      <a:pt x="18" y="3"/>
                    </a:cubicBezTo>
                    <a:cubicBezTo>
                      <a:pt x="4" y="9"/>
                      <a:pt x="0" y="32"/>
                      <a:pt x="9" y="54"/>
                    </a:cubicBezTo>
                    <a:cubicBezTo>
                      <a:pt x="15" y="68"/>
                      <a:pt x="24" y="80"/>
                      <a:pt x="33" y="84"/>
                    </a:cubicBezTo>
                    <a:cubicBezTo>
                      <a:pt x="26" y="79"/>
                      <a:pt x="20" y="68"/>
                      <a:pt x="15" y="58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4" name="Freeform 3498">
                <a:extLst>
                  <a:ext uri="{FF2B5EF4-FFF2-40B4-BE49-F238E27FC236}">
                    <a16:creationId xmlns:a16="http://schemas.microsoft.com/office/drawing/2014/main" id="{353686CE-E59D-4C63-AE1D-E85F0628A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408"/>
                <a:ext cx="75" cy="56"/>
              </a:xfrm>
              <a:custGeom>
                <a:avLst/>
                <a:gdLst>
                  <a:gd name="T0" fmla="*/ 1388 w 41"/>
                  <a:gd name="T1" fmla="*/ 373 h 29"/>
                  <a:gd name="T2" fmla="*/ 1268 w 41"/>
                  <a:gd name="T3" fmla="*/ 0 h 29"/>
                  <a:gd name="T4" fmla="*/ 0 w 41"/>
                  <a:gd name="T5" fmla="*/ 720 h 29"/>
                  <a:gd name="T6" fmla="*/ 0 w 41"/>
                  <a:gd name="T7" fmla="*/ 720 h 29"/>
                  <a:gd name="T8" fmla="*/ 97 w 41"/>
                  <a:gd name="T9" fmla="*/ 1122 h 29"/>
                  <a:gd name="T10" fmla="*/ 227 w 41"/>
                  <a:gd name="T11" fmla="*/ 1506 h 29"/>
                  <a:gd name="T12" fmla="*/ 227 w 41"/>
                  <a:gd name="T13" fmla="*/ 1506 h 29"/>
                  <a:gd name="T14" fmla="*/ 1537 w 41"/>
                  <a:gd name="T15" fmla="*/ 780 h 29"/>
                  <a:gd name="T16" fmla="*/ 1388 w 41"/>
                  <a:gd name="T17" fmla="*/ 373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37" y="7"/>
                    </a:moveTo>
                    <a:cubicBezTo>
                      <a:pt x="36" y="5"/>
                      <a:pt x="35" y="2"/>
                      <a:pt x="34" y="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7"/>
                      <a:pt x="2" y="19"/>
                      <a:pt x="3" y="22"/>
                    </a:cubicBezTo>
                    <a:cubicBezTo>
                      <a:pt x="4" y="24"/>
                      <a:pt x="5" y="27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9" y="12"/>
                      <a:pt x="38" y="10"/>
                      <a:pt x="37" y="7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5" name="Freeform 3499">
                <a:extLst>
                  <a:ext uri="{FF2B5EF4-FFF2-40B4-BE49-F238E27FC236}">
                    <a16:creationId xmlns:a16="http://schemas.microsoft.com/office/drawing/2014/main" id="{0CBB3F82-747A-4791-BA94-2AC5AB95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004"/>
                <a:ext cx="140" cy="201"/>
              </a:xfrm>
              <a:custGeom>
                <a:avLst/>
                <a:gdLst>
                  <a:gd name="T0" fmla="*/ 2065 w 77"/>
                  <a:gd name="T1" fmla="*/ 5039 h 104"/>
                  <a:gd name="T2" fmla="*/ 360 w 77"/>
                  <a:gd name="T3" fmla="*/ 3351 h 104"/>
                  <a:gd name="T4" fmla="*/ 711 w 77"/>
                  <a:gd name="T5" fmla="*/ 377 h 104"/>
                  <a:gd name="T6" fmla="*/ 2429 w 77"/>
                  <a:gd name="T7" fmla="*/ 2082 h 104"/>
                  <a:gd name="T8" fmla="*/ 2065 w 77"/>
                  <a:gd name="T9" fmla="*/ 5039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4">
                    <a:moveTo>
                      <a:pt x="57" y="97"/>
                    </a:moveTo>
                    <a:cubicBezTo>
                      <a:pt x="42" y="104"/>
                      <a:pt x="21" y="89"/>
                      <a:pt x="10" y="64"/>
                    </a:cubicBezTo>
                    <a:cubicBezTo>
                      <a:pt x="0" y="39"/>
                      <a:pt x="4" y="13"/>
                      <a:pt x="20" y="7"/>
                    </a:cubicBezTo>
                    <a:cubicBezTo>
                      <a:pt x="35" y="0"/>
                      <a:pt x="56" y="15"/>
                      <a:pt x="67" y="40"/>
                    </a:cubicBezTo>
                    <a:cubicBezTo>
                      <a:pt x="77" y="65"/>
                      <a:pt x="73" y="91"/>
                      <a:pt x="57" y="9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6" name="Freeform 3500">
                <a:extLst>
                  <a:ext uri="{FF2B5EF4-FFF2-40B4-BE49-F238E27FC236}">
                    <a16:creationId xmlns:a16="http://schemas.microsoft.com/office/drawing/2014/main" id="{A69EA3BC-02CE-4B87-8E2C-F9028E8B4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041"/>
                <a:ext cx="74" cy="56"/>
              </a:xfrm>
              <a:custGeom>
                <a:avLst/>
                <a:gdLst>
                  <a:gd name="T0" fmla="*/ 137 w 41"/>
                  <a:gd name="T1" fmla="*/ 1101 h 29"/>
                  <a:gd name="T2" fmla="*/ 0 w 41"/>
                  <a:gd name="T3" fmla="*/ 720 h 29"/>
                  <a:gd name="T4" fmla="*/ 1211 w 41"/>
                  <a:gd name="T5" fmla="*/ 0 h 29"/>
                  <a:gd name="T6" fmla="*/ 1211 w 41"/>
                  <a:gd name="T7" fmla="*/ 0 h 29"/>
                  <a:gd name="T8" fmla="*/ 1328 w 41"/>
                  <a:gd name="T9" fmla="*/ 373 h 29"/>
                  <a:gd name="T10" fmla="*/ 1424 w 41"/>
                  <a:gd name="T11" fmla="*/ 720 h 29"/>
                  <a:gd name="T12" fmla="*/ 1424 w 41"/>
                  <a:gd name="T13" fmla="*/ 720 h 29"/>
                  <a:gd name="T14" fmla="*/ 211 w 41"/>
                  <a:gd name="T15" fmla="*/ 1506 h 29"/>
                  <a:gd name="T16" fmla="*/ 137 w 41"/>
                  <a:gd name="T17" fmla="*/ 110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4" y="21"/>
                    </a:moveTo>
                    <a:cubicBezTo>
                      <a:pt x="3" y="19"/>
                      <a:pt x="1" y="16"/>
                      <a:pt x="0" y="14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2"/>
                      <a:pt x="37" y="5"/>
                      <a:pt x="38" y="7"/>
                    </a:cubicBezTo>
                    <a:cubicBezTo>
                      <a:pt x="39" y="10"/>
                      <a:pt x="40" y="12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6"/>
                      <a:pt x="5" y="24"/>
                      <a:pt x="4" y="21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7" name="Freeform 3501">
                <a:extLst>
                  <a:ext uri="{FF2B5EF4-FFF2-40B4-BE49-F238E27FC236}">
                    <a16:creationId xmlns:a16="http://schemas.microsoft.com/office/drawing/2014/main" id="{F79036D9-6C46-43D6-A147-749A72976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529"/>
                <a:ext cx="188" cy="149"/>
              </a:xfrm>
              <a:custGeom>
                <a:avLst/>
                <a:gdLst>
                  <a:gd name="T0" fmla="*/ 255 w 104"/>
                  <a:gd name="T1" fmla="*/ 2984 h 77"/>
                  <a:gd name="T2" fmla="*/ 2245 w 104"/>
                  <a:gd name="T3" fmla="*/ 3479 h 77"/>
                  <a:gd name="T4" fmla="*/ 3373 w 104"/>
                  <a:gd name="T5" fmla="*/ 1008 h 77"/>
                  <a:gd name="T6" fmla="*/ 1388 w 104"/>
                  <a:gd name="T7" fmla="*/ 521 h 77"/>
                  <a:gd name="T8" fmla="*/ 255 w 104"/>
                  <a:gd name="T9" fmla="*/ 298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77">
                    <a:moveTo>
                      <a:pt x="7" y="57"/>
                    </a:moveTo>
                    <a:cubicBezTo>
                      <a:pt x="13" y="72"/>
                      <a:pt x="39" y="77"/>
                      <a:pt x="64" y="66"/>
                    </a:cubicBezTo>
                    <a:cubicBezTo>
                      <a:pt x="89" y="56"/>
                      <a:pt x="104" y="35"/>
                      <a:pt x="97" y="19"/>
                    </a:cubicBezTo>
                    <a:cubicBezTo>
                      <a:pt x="91" y="4"/>
                      <a:pt x="65" y="0"/>
                      <a:pt x="40" y="10"/>
                    </a:cubicBezTo>
                    <a:cubicBezTo>
                      <a:pt x="15" y="20"/>
                      <a:pt x="0" y="41"/>
                      <a:pt x="7" y="5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8" name="Freeform 3502">
                <a:extLst>
                  <a:ext uri="{FF2B5EF4-FFF2-40B4-BE49-F238E27FC236}">
                    <a16:creationId xmlns:a16="http://schemas.microsoft.com/office/drawing/2014/main" id="{A8185740-C0AA-47DB-B6E5-948509291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477"/>
                <a:ext cx="53" cy="78"/>
              </a:xfrm>
              <a:custGeom>
                <a:avLst/>
                <a:gdLst>
                  <a:gd name="T0" fmla="*/ 768 w 29"/>
                  <a:gd name="T1" fmla="*/ 2022 h 40"/>
                  <a:gd name="T2" fmla="*/ 1078 w 29"/>
                  <a:gd name="T3" fmla="*/ 1866 h 40"/>
                  <a:gd name="T4" fmla="*/ 548 w 29"/>
                  <a:gd name="T5" fmla="*/ 0 h 40"/>
                  <a:gd name="T6" fmla="*/ 537 w 29"/>
                  <a:gd name="T7" fmla="*/ 0 h 40"/>
                  <a:gd name="T8" fmla="*/ 267 w 29"/>
                  <a:gd name="T9" fmla="*/ 172 h 40"/>
                  <a:gd name="T10" fmla="*/ 0 w 29"/>
                  <a:gd name="T11" fmla="*/ 335 h 40"/>
                  <a:gd name="T12" fmla="*/ 0 w 29"/>
                  <a:gd name="T13" fmla="*/ 335 h 40"/>
                  <a:gd name="T14" fmla="*/ 537 w 29"/>
                  <a:gd name="T15" fmla="*/ 2194 h 40"/>
                  <a:gd name="T16" fmla="*/ 768 w 29"/>
                  <a:gd name="T17" fmla="*/ 2022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0">
                    <a:moveTo>
                      <a:pt x="21" y="37"/>
                    </a:moveTo>
                    <a:cubicBezTo>
                      <a:pt x="24" y="36"/>
                      <a:pt x="26" y="35"/>
                      <a:pt x="29" y="3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2" y="1"/>
                      <a:pt x="10" y="2"/>
                      <a:pt x="7" y="3"/>
                    </a:cubicBezTo>
                    <a:cubicBezTo>
                      <a:pt x="5" y="4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9"/>
                      <a:pt x="19" y="38"/>
                      <a:pt x="21" y="37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9" name="Freeform 3503">
                <a:extLst>
                  <a:ext uri="{FF2B5EF4-FFF2-40B4-BE49-F238E27FC236}">
                    <a16:creationId xmlns:a16="http://schemas.microsoft.com/office/drawing/2014/main" id="{397B7559-EC04-4DA6-BA16-ACAAB8DEA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827"/>
                <a:ext cx="188" cy="149"/>
              </a:xfrm>
              <a:custGeom>
                <a:avLst/>
                <a:gdLst>
                  <a:gd name="T0" fmla="*/ 213 w 104"/>
                  <a:gd name="T1" fmla="*/ 2984 h 77"/>
                  <a:gd name="T2" fmla="*/ 1388 w 104"/>
                  <a:gd name="T3" fmla="*/ 521 h 77"/>
                  <a:gd name="T4" fmla="*/ 3373 w 104"/>
                  <a:gd name="T5" fmla="*/ 1053 h 77"/>
                  <a:gd name="T6" fmla="*/ 2196 w 104"/>
                  <a:gd name="T7" fmla="*/ 3535 h 77"/>
                  <a:gd name="T8" fmla="*/ 213 w 104"/>
                  <a:gd name="T9" fmla="*/ 298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77">
                    <a:moveTo>
                      <a:pt x="6" y="57"/>
                    </a:moveTo>
                    <a:cubicBezTo>
                      <a:pt x="0" y="42"/>
                      <a:pt x="15" y="21"/>
                      <a:pt x="40" y="10"/>
                    </a:cubicBezTo>
                    <a:cubicBezTo>
                      <a:pt x="65" y="0"/>
                      <a:pt x="91" y="4"/>
                      <a:pt x="97" y="20"/>
                    </a:cubicBezTo>
                    <a:cubicBezTo>
                      <a:pt x="104" y="35"/>
                      <a:pt x="88" y="56"/>
                      <a:pt x="63" y="67"/>
                    </a:cubicBezTo>
                    <a:cubicBezTo>
                      <a:pt x="38" y="77"/>
                      <a:pt x="13" y="73"/>
                      <a:pt x="6" y="57"/>
                    </a:cubicBezTo>
                    <a:close/>
                  </a:path>
                </a:pathLst>
              </a:custGeom>
              <a:solidFill>
                <a:srgbClr val="D39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0" name="Freeform 3504">
                <a:extLst>
                  <a:ext uri="{FF2B5EF4-FFF2-40B4-BE49-F238E27FC236}">
                    <a16:creationId xmlns:a16="http://schemas.microsoft.com/office/drawing/2014/main" id="{B3FE102E-2639-427F-A5B5-304B07189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843"/>
                <a:ext cx="121" cy="121"/>
              </a:xfrm>
              <a:custGeom>
                <a:avLst/>
                <a:gdLst>
                  <a:gd name="T0" fmla="*/ 2113 w 67"/>
                  <a:gd name="T1" fmla="*/ 709 h 63"/>
                  <a:gd name="T2" fmla="*/ 1521 w 67"/>
                  <a:gd name="T3" fmla="*/ 0 h 63"/>
                  <a:gd name="T4" fmla="*/ 1902 w 67"/>
                  <a:gd name="T5" fmla="*/ 601 h 63"/>
                  <a:gd name="T6" fmla="*/ 805 w 67"/>
                  <a:gd name="T7" fmla="*/ 2818 h 63"/>
                  <a:gd name="T8" fmla="*/ 0 w 67"/>
                  <a:gd name="T9" fmla="*/ 3117 h 63"/>
                  <a:gd name="T10" fmla="*/ 1073 w 67"/>
                  <a:gd name="T11" fmla="*/ 2818 h 63"/>
                  <a:gd name="T12" fmla="*/ 2113 w 67"/>
                  <a:gd name="T13" fmla="*/ 709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63">
                    <a:moveTo>
                      <a:pt x="61" y="14"/>
                    </a:moveTo>
                    <a:cubicBezTo>
                      <a:pt x="59" y="7"/>
                      <a:pt x="53" y="2"/>
                      <a:pt x="44" y="0"/>
                    </a:cubicBezTo>
                    <a:cubicBezTo>
                      <a:pt x="49" y="3"/>
                      <a:pt x="53" y="7"/>
                      <a:pt x="55" y="12"/>
                    </a:cubicBezTo>
                    <a:cubicBezTo>
                      <a:pt x="61" y="26"/>
                      <a:pt x="47" y="46"/>
                      <a:pt x="23" y="56"/>
                    </a:cubicBezTo>
                    <a:cubicBezTo>
                      <a:pt x="16" y="59"/>
                      <a:pt x="7" y="61"/>
                      <a:pt x="0" y="62"/>
                    </a:cubicBezTo>
                    <a:cubicBezTo>
                      <a:pt x="9" y="63"/>
                      <a:pt x="21" y="60"/>
                      <a:pt x="31" y="56"/>
                    </a:cubicBezTo>
                    <a:cubicBezTo>
                      <a:pt x="54" y="47"/>
                      <a:pt x="67" y="28"/>
                      <a:pt x="61" y="14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1" name="Freeform 3505">
                <a:extLst>
                  <a:ext uri="{FF2B5EF4-FFF2-40B4-BE49-F238E27FC236}">
                    <a16:creationId xmlns:a16="http://schemas.microsoft.com/office/drawing/2014/main" id="{0E782BB3-6FDA-469B-9000-70CCEBFE9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841"/>
                <a:ext cx="125" cy="119"/>
              </a:xfrm>
              <a:custGeom>
                <a:avLst/>
                <a:gdLst>
                  <a:gd name="T0" fmla="*/ 529 w 69"/>
                  <a:gd name="T1" fmla="*/ 2660 h 62"/>
                  <a:gd name="T2" fmla="*/ 1562 w 69"/>
                  <a:gd name="T3" fmla="*/ 340 h 62"/>
                  <a:gd name="T4" fmla="*/ 2337 w 69"/>
                  <a:gd name="T5" fmla="*/ 56 h 62"/>
                  <a:gd name="T6" fmla="*/ 2337 w 69"/>
                  <a:gd name="T7" fmla="*/ 0 h 62"/>
                  <a:gd name="T8" fmla="*/ 2257 w 69"/>
                  <a:gd name="T9" fmla="*/ 0 h 62"/>
                  <a:gd name="T10" fmla="*/ 1303 w 69"/>
                  <a:gd name="T11" fmla="*/ 253 h 62"/>
                  <a:gd name="T12" fmla="*/ 214 w 69"/>
                  <a:gd name="T13" fmla="*/ 2440 h 62"/>
                  <a:gd name="T14" fmla="*/ 821 w 69"/>
                  <a:gd name="T15" fmla="*/ 3098 h 62"/>
                  <a:gd name="T16" fmla="*/ 529 w 69"/>
                  <a:gd name="T17" fmla="*/ 266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62">
                    <a:moveTo>
                      <a:pt x="15" y="53"/>
                    </a:moveTo>
                    <a:cubicBezTo>
                      <a:pt x="9" y="38"/>
                      <a:pt x="21" y="16"/>
                      <a:pt x="44" y="7"/>
                    </a:cubicBezTo>
                    <a:cubicBezTo>
                      <a:pt x="51" y="4"/>
                      <a:pt x="59" y="1"/>
                      <a:pt x="66" y="1"/>
                    </a:cubicBezTo>
                    <a:cubicBezTo>
                      <a:pt x="67" y="0"/>
                      <a:pt x="69" y="0"/>
                      <a:pt x="66" y="0"/>
                    </a:cubicBezTo>
                    <a:cubicBezTo>
                      <a:pt x="65" y="0"/>
                      <a:pt x="65" y="0"/>
                      <a:pt x="64" y="0"/>
                    </a:cubicBezTo>
                    <a:cubicBezTo>
                      <a:pt x="56" y="0"/>
                      <a:pt x="47" y="1"/>
                      <a:pt x="37" y="5"/>
                    </a:cubicBezTo>
                    <a:cubicBezTo>
                      <a:pt x="14" y="15"/>
                      <a:pt x="0" y="35"/>
                      <a:pt x="6" y="49"/>
                    </a:cubicBezTo>
                    <a:cubicBezTo>
                      <a:pt x="8" y="56"/>
                      <a:pt x="15" y="60"/>
                      <a:pt x="23" y="62"/>
                    </a:cubicBezTo>
                    <a:cubicBezTo>
                      <a:pt x="19" y="60"/>
                      <a:pt x="16" y="57"/>
                      <a:pt x="15" y="53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2" name="Freeform 3506">
                <a:extLst>
                  <a:ext uri="{FF2B5EF4-FFF2-40B4-BE49-F238E27FC236}">
                    <a16:creationId xmlns:a16="http://schemas.microsoft.com/office/drawing/2014/main" id="{526FC306-4A46-4974-AF47-9A4671845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949"/>
                <a:ext cx="53" cy="79"/>
              </a:xfrm>
              <a:custGeom>
                <a:avLst/>
                <a:gdLst>
                  <a:gd name="T0" fmla="*/ 267 w 29"/>
                  <a:gd name="T1" fmla="*/ 208 h 41"/>
                  <a:gd name="T2" fmla="*/ 548 w 29"/>
                  <a:gd name="T3" fmla="*/ 0 h 41"/>
                  <a:gd name="T4" fmla="*/ 1078 w 29"/>
                  <a:gd name="T5" fmla="*/ 1782 h 41"/>
                  <a:gd name="T6" fmla="*/ 1078 w 29"/>
                  <a:gd name="T7" fmla="*/ 1782 h 41"/>
                  <a:gd name="T8" fmla="*/ 811 w 29"/>
                  <a:gd name="T9" fmla="*/ 1946 h 41"/>
                  <a:gd name="T10" fmla="*/ 537 w 29"/>
                  <a:gd name="T11" fmla="*/ 2098 h 41"/>
                  <a:gd name="T12" fmla="*/ 537 w 29"/>
                  <a:gd name="T13" fmla="*/ 2098 h 41"/>
                  <a:gd name="T14" fmla="*/ 0 w 29"/>
                  <a:gd name="T15" fmla="*/ 316 h 41"/>
                  <a:gd name="T16" fmla="*/ 267 w 29"/>
                  <a:gd name="T17" fmla="*/ 208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1">
                    <a:moveTo>
                      <a:pt x="7" y="4"/>
                    </a:moveTo>
                    <a:cubicBezTo>
                      <a:pt x="10" y="3"/>
                      <a:pt x="12" y="1"/>
                      <a:pt x="15" y="0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7" y="36"/>
                      <a:pt x="24" y="37"/>
                      <a:pt x="22" y="38"/>
                    </a:cubicBezTo>
                    <a:cubicBezTo>
                      <a:pt x="19" y="39"/>
                      <a:pt x="17" y="40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5" y="5"/>
                      <a:pt x="7" y="4"/>
                    </a:cubicBezTo>
                    <a:close/>
                  </a:path>
                </a:pathLst>
              </a:custGeom>
              <a:solidFill>
                <a:srgbClr val="A4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3" name="Oval 3507">
                <a:extLst>
                  <a:ext uri="{FF2B5EF4-FFF2-40B4-BE49-F238E27FC236}">
                    <a16:creationId xmlns:a16="http://schemas.microsoft.com/office/drawing/2014/main" id="{EDE0749F-9F82-4552-BDFC-312807C25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88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64" name="Oval 3508">
                <a:extLst>
                  <a:ext uri="{FF2B5EF4-FFF2-40B4-BE49-F238E27FC236}">
                    <a16:creationId xmlns:a16="http://schemas.microsoft.com/office/drawing/2014/main" id="{FAAFA2C4-A2DE-43A0-8146-532F0142B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7" y="877"/>
                <a:ext cx="13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65" name="Oval 3509">
                <a:extLst>
                  <a:ext uri="{FF2B5EF4-FFF2-40B4-BE49-F238E27FC236}">
                    <a16:creationId xmlns:a16="http://schemas.microsoft.com/office/drawing/2014/main" id="{BCE21AE4-7EA2-4958-834E-A95E00952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914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66" name="Freeform 3510">
                <a:extLst>
                  <a:ext uri="{FF2B5EF4-FFF2-40B4-BE49-F238E27FC236}">
                    <a16:creationId xmlns:a16="http://schemas.microsoft.com/office/drawing/2014/main" id="{795671BB-F5AD-4CBB-8535-A70ACC5E1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954"/>
                <a:ext cx="41" cy="60"/>
              </a:xfrm>
              <a:custGeom>
                <a:avLst/>
                <a:gdLst>
                  <a:gd name="T0" fmla="*/ 0 w 23"/>
                  <a:gd name="T1" fmla="*/ 209 h 31"/>
                  <a:gd name="T2" fmla="*/ 362 w 23"/>
                  <a:gd name="T3" fmla="*/ 0 h 31"/>
                  <a:gd name="T4" fmla="*/ 738 w 23"/>
                  <a:gd name="T5" fmla="*/ 1630 h 31"/>
                  <a:gd name="T6" fmla="*/ 255 w 23"/>
                  <a:gd name="T7" fmla="*/ 377 h 31"/>
                  <a:gd name="T8" fmla="*/ 0 w 23"/>
                  <a:gd name="T9" fmla="*/ 20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1">
                    <a:moveTo>
                      <a:pt x="0" y="4"/>
                    </a:moveTo>
                    <a:cubicBezTo>
                      <a:pt x="4" y="4"/>
                      <a:pt x="10" y="1"/>
                      <a:pt x="11" y="0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12" y="9"/>
                      <a:pt x="8" y="7"/>
                    </a:cubicBezTo>
                    <a:cubicBezTo>
                      <a:pt x="5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7" name="Freeform 3511">
                <a:extLst>
                  <a:ext uri="{FF2B5EF4-FFF2-40B4-BE49-F238E27FC236}">
                    <a16:creationId xmlns:a16="http://schemas.microsoft.com/office/drawing/2014/main" id="{3BA446F1-783E-4AD3-A767-15864A33D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138"/>
                <a:ext cx="56" cy="44"/>
              </a:xfrm>
              <a:custGeom>
                <a:avLst/>
                <a:gdLst>
                  <a:gd name="T0" fmla="*/ 0 w 31"/>
                  <a:gd name="T1" fmla="*/ 337 h 23"/>
                  <a:gd name="T2" fmla="*/ 264 w 31"/>
                  <a:gd name="T3" fmla="*/ 0 h 23"/>
                  <a:gd name="T4" fmla="*/ 1073 w 31"/>
                  <a:gd name="T5" fmla="*/ 1127 h 23"/>
                  <a:gd name="T6" fmla="*/ 264 w 31"/>
                  <a:gd name="T7" fmla="*/ 281 h 23"/>
                  <a:gd name="T8" fmla="*/ 0 w 31"/>
                  <a:gd name="T9" fmla="*/ 33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3">
                    <a:moveTo>
                      <a:pt x="0" y="7"/>
                    </a:moveTo>
                    <a:cubicBezTo>
                      <a:pt x="3" y="5"/>
                      <a:pt x="7" y="0"/>
                      <a:pt x="8" y="0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3"/>
                      <a:pt x="12" y="6"/>
                      <a:pt x="8" y="6"/>
                    </a:cubicBezTo>
                    <a:cubicBezTo>
                      <a:pt x="4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8" name="Freeform 3512">
                <a:extLst>
                  <a:ext uri="{FF2B5EF4-FFF2-40B4-BE49-F238E27FC236}">
                    <a16:creationId xmlns:a16="http://schemas.microsoft.com/office/drawing/2014/main" id="{54FCD35B-D479-44BA-91A7-5C5FB3B94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796"/>
                <a:ext cx="136" cy="89"/>
              </a:xfrm>
              <a:custGeom>
                <a:avLst/>
                <a:gdLst>
                  <a:gd name="T0" fmla="*/ 2669 w 75"/>
                  <a:gd name="T1" fmla="*/ 1006 h 46"/>
                  <a:gd name="T2" fmla="*/ 2272 w 75"/>
                  <a:gd name="T3" fmla="*/ 0 h 46"/>
                  <a:gd name="T4" fmla="*/ 2457 w 75"/>
                  <a:gd name="T5" fmla="*/ 729 h 46"/>
                  <a:gd name="T6" fmla="*/ 821 w 75"/>
                  <a:gd name="T7" fmla="*/ 2262 h 46"/>
                  <a:gd name="T8" fmla="*/ 0 w 75"/>
                  <a:gd name="T9" fmla="*/ 2086 h 46"/>
                  <a:gd name="T10" fmla="*/ 1063 w 75"/>
                  <a:gd name="T11" fmla="*/ 2411 h 46"/>
                  <a:gd name="T12" fmla="*/ 2669 w 75"/>
                  <a:gd name="T13" fmla="*/ 100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46">
                    <a:moveTo>
                      <a:pt x="75" y="19"/>
                    </a:moveTo>
                    <a:cubicBezTo>
                      <a:pt x="75" y="11"/>
                      <a:pt x="71" y="5"/>
                      <a:pt x="64" y="0"/>
                    </a:cubicBezTo>
                    <a:cubicBezTo>
                      <a:pt x="68" y="4"/>
                      <a:pt x="69" y="9"/>
                      <a:pt x="69" y="14"/>
                    </a:cubicBezTo>
                    <a:cubicBezTo>
                      <a:pt x="69" y="30"/>
                      <a:pt x="49" y="43"/>
                      <a:pt x="23" y="43"/>
                    </a:cubicBezTo>
                    <a:cubicBezTo>
                      <a:pt x="16" y="43"/>
                      <a:pt x="6" y="42"/>
                      <a:pt x="0" y="40"/>
                    </a:cubicBezTo>
                    <a:cubicBezTo>
                      <a:pt x="8" y="44"/>
                      <a:pt x="19" y="46"/>
                      <a:pt x="30" y="46"/>
                    </a:cubicBezTo>
                    <a:cubicBezTo>
                      <a:pt x="55" y="46"/>
                      <a:pt x="75" y="34"/>
                      <a:pt x="75" y="19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9" name="Freeform 3513">
                <a:extLst>
                  <a:ext uri="{FF2B5EF4-FFF2-40B4-BE49-F238E27FC236}">
                    <a16:creationId xmlns:a16="http://schemas.microsoft.com/office/drawing/2014/main" id="{D2008CB6-63C8-42E9-B12C-D8464CFF4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777"/>
                <a:ext cx="142" cy="91"/>
              </a:xfrm>
              <a:custGeom>
                <a:avLst/>
                <a:gdLst>
                  <a:gd name="T0" fmla="*/ 266 w 78"/>
                  <a:gd name="T1" fmla="*/ 1859 h 47"/>
                  <a:gd name="T2" fmla="*/ 1899 w 78"/>
                  <a:gd name="T3" fmla="*/ 209 h 47"/>
                  <a:gd name="T4" fmla="*/ 2734 w 78"/>
                  <a:gd name="T5" fmla="*/ 325 h 47"/>
                  <a:gd name="T6" fmla="*/ 2734 w 78"/>
                  <a:gd name="T7" fmla="*/ 325 h 47"/>
                  <a:gd name="T8" fmla="*/ 2662 w 78"/>
                  <a:gd name="T9" fmla="*/ 269 h 47"/>
                  <a:gd name="T10" fmla="*/ 1684 w 78"/>
                  <a:gd name="T11" fmla="*/ 0 h 47"/>
                  <a:gd name="T12" fmla="*/ 0 w 78"/>
                  <a:gd name="T13" fmla="*/ 1473 h 47"/>
                  <a:gd name="T14" fmla="*/ 441 w 78"/>
                  <a:gd name="T15" fmla="*/ 2474 h 47"/>
                  <a:gd name="T16" fmla="*/ 266 w 78"/>
                  <a:gd name="T17" fmla="*/ 1859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47">
                    <a:moveTo>
                      <a:pt x="7" y="35"/>
                    </a:moveTo>
                    <a:cubicBezTo>
                      <a:pt x="7" y="19"/>
                      <a:pt x="27" y="4"/>
                      <a:pt x="52" y="4"/>
                    </a:cubicBezTo>
                    <a:cubicBezTo>
                      <a:pt x="60" y="4"/>
                      <a:pt x="68" y="4"/>
                      <a:pt x="75" y="6"/>
                    </a:cubicBezTo>
                    <a:cubicBezTo>
                      <a:pt x="76" y="7"/>
                      <a:pt x="78" y="7"/>
                      <a:pt x="75" y="6"/>
                    </a:cubicBezTo>
                    <a:cubicBezTo>
                      <a:pt x="74" y="6"/>
                      <a:pt x="74" y="6"/>
                      <a:pt x="73" y="5"/>
                    </a:cubicBezTo>
                    <a:cubicBezTo>
                      <a:pt x="66" y="2"/>
                      <a:pt x="56" y="0"/>
                      <a:pt x="46" y="0"/>
                    </a:cubicBezTo>
                    <a:cubicBezTo>
                      <a:pt x="21" y="0"/>
                      <a:pt x="0" y="12"/>
                      <a:pt x="0" y="28"/>
                    </a:cubicBezTo>
                    <a:cubicBezTo>
                      <a:pt x="0" y="35"/>
                      <a:pt x="5" y="42"/>
                      <a:pt x="12" y="47"/>
                    </a:cubicBezTo>
                    <a:cubicBezTo>
                      <a:pt x="9" y="43"/>
                      <a:pt x="7" y="39"/>
                      <a:pt x="7" y="35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0" name="Freeform 3514">
                <a:extLst>
                  <a:ext uri="{FF2B5EF4-FFF2-40B4-BE49-F238E27FC236}">
                    <a16:creationId xmlns:a16="http://schemas.microsoft.com/office/drawing/2014/main" id="{E8A4D3AE-A2EC-472D-9DE1-FCB0B5108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796"/>
                <a:ext cx="24" cy="23"/>
              </a:xfrm>
              <a:custGeom>
                <a:avLst/>
                <a:gdLst>
                  <a:gd name="T0" fmla="*/ 81 w 13"/>
                  <a:gd name="T1" fmla="*/ 205 h 12"/>
                  <a:gd name="T2" fmla="*/ 358 w 13"/>
                  <a:gd name="T3" fmla="*/ 56 h 12"/>
                  <a:gd name="T4" fmla="*/ 476 w 13"/>
                  <a:gd name="T5" fmla="*/ 393 h 12"/>
                  <a:gd name="T6" fmla="*/ 150 w 13"/>
                  <a:gd name="T7" fmla="*/ 544 h 12"/>
                  <a:gd name="T8" fmla="*/ 81 w 13"/>
                  <a:gd name="T9" fmla="*/ 20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2" y="4"/>
                    </a:moveTo>
                    <a:cubicBezTo>
                      <a:pt x="3" y="1"/>
                      <a:pt x="6" y="0"/>
                      <a:pt x="9" y="1"/>
                    </a:cubicBezTo>
                    <a:cubicBezTo>
                      <a:pt x="11" y="2"/>
                      <a:pt x="13" y="5"/>
                      <a:pt x="12" y="8"/>
                    </a:cubicBezTo>
                    <a:cubicBezTo>
                      <a:pt x="10" y="11"/>
                      <a:pt x="7" y="12"/>
                      <a:pt x="4" y="11"/>
                    </a:cubicBezTo>
                    <a:cubicBezTo>
                      <a:pt x="2" y="10"/>
                      <a:pt x="0" y="6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1" name="Freeform 3515">
                <a:extLst>
                  <a:ext uri="{FF2B5EF4-FFF2-40B4-BE49-F238E27FC236}">
                    <a16:creationId xmlns:a16="http://schemas.microsoft.com/office/drawing/2014/main" id="{EA04C4B6-A7F0-43BB-8206-ABFD30255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790"/>
                <a:ext cx="16" cy="18"/>
              </a:xfrm>
              <a:custGeom>
                <a:avLst/>
                <a:gdLst>
                  <a:gd name="T0" fmla="*/ 37 w 9"/>
                  <a:gd name="T1" fmla="*/ 192 h 9"/>
                  <a:gd name="T2" fmla="*/ 203 w 9"/>
                  <a:gd name="T3" fmla="*/ 64 h 9"/>
                  <a:gd name="T4" fmla="*/ 247 w 9"/>
                  <a:gd name="T5" fmla="*/ 384 h 9"/>
                  <a:gd name="T6" fmla="*/ 89 w 9"/>
                  <a:gd name="T7" fmla="*/ 512 h 9"/>
                  <a:gd name="T8" fmla="*/ 37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2" name="Freeform 3516">
                <a:extLst>
                  <a:ext uri="{FF2B5EF4-FFF2-40B4-BE49-F238E27FC236}">
                    <a16:creationId xmlns:a16="http://schemas.microsoft.com/office/drawing/2014/main" id="{1DFAC263-87CE-4BA5-AB61-3D2E34649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816"/>
                <a:ext cx="9" cy="11"/>
              </a:xfrm>
              <a:custGeom>
                <a:avLst/>
                <a:gdLst>
                  <a:gd name="T0" fmla="*/ 0 w 5"/>
                  <a:gd name="T1" fmla="*/ 81 h 6"/>
                  <a:gd name="T2" fmla="*/ 94 w 5"/>
                  <a:gd name="T3" fmla="*/ 44 h 6"/>
                  <a:gd name="T4" fmla="*/ 169 w 5"/>
                  <a:gd name="T5" fmla="*/ 149 h 6"/>
                  <a:gd name="T6" fmla="*/ 41 w 5"/>
                  <a:gd name="T7" fmla="*/ 229 h 6"/>
                  <a:gd name="T8" fmla="*/ 0 w 5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6"/>
                      <a:pt x="1" y="6"/>
                    </a:cubicBezTo>
                    <a:cubicBezTo>
                      <a:pt x="0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3" name="Freeform 3517">
                <a:extLst>
                  <a:ext uri="{FF2B5EF4-FFF2-40B4-BE49-F238E27FC236}">
                    <a16:creationId xmlns:a16="http://schemas.microsoft.com/office/drawing/2014/main" id="{17587844-A8D6-4A6E-AB51-9BC656082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893"/>
                <a:ext cx="19" cy="63"/>
              </a:xfrm>
              <a:custGeom>
                <a:avLst/>
                <a:gdLst>
                  <a:gd name="T0" fmla="*/ 0 w 11"/>
                  <a:gd name="T1" fmla="*/ 0 h 33"/>
                  <a:gd name="T2" fmla="*/ 292 w 11"/>
                  <a:gd name="T3" fmla="*/ 55 h 33"/>
                  <a:gd name="T4" fmla="*/ 292 w 11"/>
                  <a:gd name="T5" fmla="*/ 1592 h 33"/>
                  <a:gd name="T6" fmla="*/ 149 w 11"/>
                  <a:gd name="T7" fmla="*/ 277 h 33"/>
                  <a:gd name="T8" fmla="*/ 0 w 1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3">
                    <a:moveTo>
                      <a:pt x="0" y="0"/>
                    </a:moveTo>
                    <a:cubicBezTo>
                      <a:pt x="3" y="1"/>
                      <a:pt x="10" y="1"/>
                      <a:pt x="11" y="1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9" y="9"/>
                      <a:pt x="6" y="6"/>
                    </a:cubicBezTo>
                    <a:cubicBezTo>
                      <a:pt x="4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4" name="Freeform 3518">
                <a:extLst>
                  <a:ext uri="{FF2B5EF4-FFF2-40B4-BE49-F238E27FC236}">
                    <a16:creationId xmlns:a16="http://schemas.microsoft.com/office/drawing/2014/main" id="{5514C4C9-D00B-4E66-AD16-E30F87564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895"/>
                <a:ext cx="144" cy="75"/>
              </a:xfrm>
              <a:custGeom>
                <a:avLst/>
                <a:gdLst>
                  <a:gd name="T0" fmla="*/ 2624 w 80"/>
                  <a:gd name="T1" fmla="*/ 1054 h 39"/>
                  <a:gd name="T2" fmla="*/ 2507 w 80"/>
                  <a:gd name="T3" fmla="*/ 0 h 39"/>
                  <a:gd name="T4" fmla="*/ 2507 w 80"/>
                  <a:gd name="T5" fmla="*/ 769 h 39"/>
                  <a:gd name="T6" fmla="*/ 684 w 80"/>
                  <a:gd name="T7" fmla="*/ 1202 h 39"/>
                  <a:gd name="T8" fmla="*/ 0 w 80"/>
                  <a:gd name="T9" fmla="*/ 602 h 39"/>
                  <a:gd name="T10" fmla="*/ 891 w 80"/>
                  <a:gd name="T11" fmla="*/ 1527 h 39"/>
                  <a:gd name="T12" fmla="*/ 2624 w 80"/>
                  <a:gd name="T13" fmla="*/ 1054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9">
                    <a:moveTo>
                      <a:pt x="77" y="21"/>
                    </a:moveTo>
                    <a:cubicBezTo>
                      <a:pt x="80" y="15"/>
                      <a:pt x="79" y="7"/>
                      <a:pt x="74" y="0"/>
                    </a:cubicBezTo>
                    <a:cubicBezTo>
                      <a:pt x="76" y="5"/>
                      <a:pt x="76" y="10"/>
                      <a:pt x="74" y="15"/>
                    </a:cubicBezTo>
                    <a:cubicBezTo>
                      <a:pt x="68" y="30"/>
                      <a:pt x="44" y="34"/>
                      <a:pt x="20" y="24"/>
                    </a:cubicBezTo>
                    <a:cubicBezTo>
                      <a:pt x="13" y="21"/>
                      <a:pt x="5" y="17"/>
                      <a:pt x="0" y="12"/>
                    </a:cubicBezTo>
                    <a:cubicBezTo>
                      <a:pt x="6" y="19"/>
                      <a:pt x="16" y="26"/>
                      <a:pt x="26" y="30"/>
                    </a:cubicBezTo>
                    <a:cubicBezTo>
                      <a:pt x="48" y="39"/>
                      <a:pt x="72" y="35"/>
                      <a:pt x="77" y="21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5" name="Freeform 3519">
                <a:extLst>
                  <a:ext uri="{FF2B5EF4-FFF2-40B4-BE49-F238E27FC236}">
                    <a16:creationId xmlns:a16="http://schemas.microsoft.com/office/drawing/2014/main" id="{7B1CFCBD-1B59-43C0-B64E-FF172EA64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831"/>
                <a:ext cx="149" cy="79"/>
              </a:xfrm>
              <a:custGeom>
                <a:avLst/>
                <a:gdLst>
                  <a:gd name="T0" fmla="*/ 263 w 82"/>
                  <a:gd name="T1" fmla="*/ 1430 h 41"/>
                  <a:gd name="T2" fmla="*/ 2159 w 82"/>
                  <a:gd name="T3" fmla="*/ 832 h 41"/>
                  <a:gd name="T4" fmla="*/ 2869 w 82"/>
                  <a:gd name="T5" fmla="*/ 1382 h 41"/>
                  <a:gd name="T6" fmla="*/ 2869 w 82"/>
                  <a:gd name="T7" fmla="*/ 1382 h 41"/>
                  <a:gd name="T8" fmla="*/ 2856 w 82"/>
                  <a:gd name="T9" fmla="*/ 1322 h 41"/>
                  <a:gd name="T10" fmla="*/ 2017 w 82"/>
                  <a:gd name="T11" fmla="*/ 509 h 41"/>
                  <a:gd name="T12" fmla="*/ 96 w 82"/>
                  <a:gd name="T13" fmla="*/ 981 h 41"/>
                  <a:gd name="T14" fmla="*/ 214 w 82"/>
                  <a:gd name="T15" fmla="*/ 2098 h 41"/>
                  <a:gd name="T16" fmla="*/ 263 w 82"/>
                  <a:gd name="T17" fmla="*/ 143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41">
                    <a:moveTo>
                      <a:pt x="7" y="28"/>
                    </a:moveTo>
                    <a:cubicBezTo>
                      <a:pt x="13" y="13"/>
                      <a:pt x="37" y="7"/>
                      <a:pt x="60" y="16"/>
                    </a:cubicBezTo>
                    <a:cubicBezTo>
                      <a:pt x="67" y="19"/>
                      <a:pt x="75" y="23"/>
                      <a:pt x="80" y="27"/>
                    </a:cubicBezTo>
                    <a:cubicBezTo>
                      <a:pt x="81" y="28"/>
                      <a:pt x="82" y="29"/>
                      <a:pt x="80" y="27"/>
                    </a:cubicBezTo>
                    <a:cubicBezTo>
                      <a:pt x="80" y="27"/>
                      <a:pt x="80" y="26"/>
                      <a:pt x="79" y="26"/>
                    </a:cubicBezTo>
                    <a:cubicBezTo>
                      <a:pt x="73" y="20"/>
                      <a:pt x="66" y="14"/>
                      <a:pt x="56" y="10"/>
                    </a:cubicBezTo>
                    <a:cubicBezTo>
                      <a:pt x="33" y="0"/>
                      <a:pt x="9" y="4"/>
                      <a:pt x="3" y="19"/>
                    </a:cubicBezTo>
                    <a:cubicBezTo>
                      <a:pt x="0" y="26"/>
                      <a:pt x="2" y="33"/>
                      <a:pt x="6" y="41"/>
                    </a:cubicBezTo>
                    <a:cubicBezTo>
                      <a:pt x="5" y="36"/>
                      <a:pt x="5" y="32"/>
                      <a:pt x="7" y="28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6" name="Freeform 3520">
                <a:extLst>
                  <a:ext uri="{FF2B5EF4-FFF2-40B4-BE49-F238E27FC236}">
                    <a16:creationId xmlns:a16="http://schemas.microsoft.com/office/drawing/2014/main" id="{11E299D6-9A6A-4246-8704-529EC1388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848"/>
                <a:ext cx="20" cy="22"/>
              </a:xfrm>
              <a:custGeom>
                <a:avLst/>
                <a:gdLst>
                  <a:gd name="T0" fmla="*/ 80 w 11"/>
                  <a:gd name="T1" fmla="*/ 128 h 11"/>
                  <a:gd name="T2" fmla="*/ 318 w 11"/>
                  <a:gd name="T3" fmla="*/ 128 h 11"/>
                  <a:gd name="T4" fmla="*/ 318 w 11"/>
                  <a:gd name="T5" fmla="*/ 576 h 11"/>
                  <a:gd name="T6" fmla="*/ 80 w 11"/>
                  <a:gd name="T7" fmla="*/ 576 h 11"/>
                  <a:gd name="T8" fmla="*/ 80 w 11"/>
                  <a:gd name="T9" fmla="*/ 12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2" y="2"/>
                    </a:moveTo>
                    <a:cubicBezTo>
                      <a:pt x="4" y="0"/>
                      <a:pt x="7" y="0"/>
                      <a:pt x="9" y="2"/>
                    </a:cubicBezTo>
                    <a:cubicBezTo>
                      <a:pt x="11" y="4"/>
                      <a:pt x="11" y="7"/>
                      <a:pt x="9" y="9"/>
                    </a:cubicBezTo>
                    <a:cubicBezTo>
                      <a:pt x="7" y="11"/>
                      <a:pt x="4" y="11"/>
                      <a:pt x="2" y="9"/>
                    </a:cubicBezTo>
                    <a:cubicBezTo>
                      <a:pt x="0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7" name="Freeform 3521">
                <a:extLst>
                  <a:ext uri="{FF2B5EF4-FFF2-40B4-BE49-F238E27FC236}">
                    <a16:creationId xmlns:a16="http://schemas.microsoft.com/office/drawing/2014/main" id="{CE7B6420-24D9-4675-A1CA-0887F8B7C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850"/>
                <a:ext cx="16" cy="18"/>
              </a:xfrm>
              <a:custGeom>
                <a:avLst/>
                <a:gdLst>
                  <a:gd name="T0" fmla="*/ 66 w 9"/>
                  <a:gd name="T1" fmla="*/ 128 h 9"/>
                  <a:gd name="T2" fmla="*/ 208 w 9"/>
                  <a:gd name="T3" fmla="*/ 128 h 9"/>
                  <a:gd name="T4" fmla="*/ 208 w 9"/>
                  <a:gd name="T5" fmla="*/ 448 h 9"/>
                  <a:gd name="T6" fmla="*/ 66 w 9"/>
                  <a:gd name="T7" fmla="*/ 448 h 9"/>
                  <a:gd name="T8" fmla="*/ 66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8" name="Freeform 3522">
                <a:extLst>
                  <a:ext uri="{FF2B5EF4-FFF2-40B4-BE49-F238E27FC236}">
                    <a16:creationId xmlns:a16="http://schemas.microsoft.com/office/drawing/2014/main" id="{FB674941-DD92-4AA2-866A-1AEFDA3B0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862"/>
                <a:ext cx="11" cy="9"/>
              </a:xfrm>
              <a:custGeom>
                <a:avLst/>
                <a:gdLst>
                  <a:gd name="T0" fmla="*/ 44 w 6"/>
                  <a:gd name="T1" fmla="*/ 41 h 5"/>
                  <a:gd name="T2" fmla="*/ 193 w 6"/>
                  <a:gd name="T3" fmla="*/ 41 h 5"/>
                  <a:gd name="T4" fmla="*/ 193 w 6"/>
                  <a:gd name="T5" fmla="*/ 133 h 5"/>
                  <a:gd name="T6" fmla="*/ 44 w 6"/>
                  <a:gd name="T7" fmla="*/ 133 h 5"/>
                  <a:gd name="T8" fmla="*/ 44 w 6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9" name="Freeform 3523">
                <a:extLst>
                  <a:ext uri="{FF2B5EF4-FFF2-40B4-BE49-F238E27FC236}">
                    <a16:creationId xmlns:a16="http://schemas.microsoft.com/office/drawing/2014/main" id="{015B973B-A781-4C01-AC14-CE2F8967C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954"/>
                <a:ext cx="23" cy="68"/>
              </a:xfrm>
              <a:custGeom>
                <a:avLst/>
                <a:gdLst>
                  <a:gd name="T0" fmla="*/ 88 w 13"/>
                  <a:gd name="T1" fmla="*/ 0 h 35"/>
                  <a:gd name="T2" fmla="*/ 403 w 13"/>
                  <a:gd name="T3" fmla="*/ 272 h 35"/>
                  <a:gd name="T4" fmla="*/ 0 w 13"/>
                  <a:gd name="T5" fmla="*/ 1877 h 35"/>
                  <a:gd name="T6" fmla="*/ 203 w 13"/>
                  <a:gd name="T7" fmla="*/ 441 h 35"/>
                  <a:gd name="T8" fmla="*/ 88 w 13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5">
                    <a:moveTo>
                      <a:pt x="3" y="0"/>
                    </a:moveTo>
                    <a:cubicBezTo>
                      <a:pt x="6" y="2"/>
                      <a:pt x="12" y="4"/>
                      <a:pt x="13" y="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9" y="11"/>
                      <a:pt x="7" y="8"/>
                    </a:cubicBezTo>
                    <a:cubicBezTo>
                      <a:pt x="6" y="4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0" name="Freeform 3524">
                <a:extLst>
                  <a:ext uri="{FF2B5EF4-FFF2-40B4-BE49-F238E27FC236}">
                    <a16:creationId xmlns:a16="http://schemas.microsoft.com/office/drawing/2014/main" id="{D5259245-F066-4916-A9A0-E4CBA71D2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024"/>
                <a:ext cx="88" cy="145"/>
              </a:xfrm>
              <a:custGeom>
                <a:avLst/>
                <a:gdLst>
                  <a:gd name="T0" fmla="*/ 1268 w 49"/>
                  <a:gd name="T1" fmla="*/ 377 h 75"/>
                  <a:gd name="T2" fmla="*/ 584 w 49"/>
                  <a:gd name="T3" fmla="*/ 108 h 75"/>
                  <a:gd name="T4" fmla="*/ 1049 w 49"/>
                  <a:gd name="T5" fmla="*/ 404 h 75"/>
                  <a:gd name="T6" fmla="*/ 639 w 49"/>
                  <a:gd name="T7" fmla="*/ 3188 h 75"/>
                  <a:gd name="T8" fmla="*/ 0 w 49"/>
                  <a:gd name="T9" fmla="*/ 3909 h 75"/>
                  <a:gd name="T10" fmla="*/ 875 w 49"/>
                  <a:gd name="T11" fmla="*/ 3035 h 75"/>
                  <a:gd name="T12" fmla="*/ 1268 w 49"/>
                  <a:gd name="T13" fmla="*/ 377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75">
                    <a:moveTo>
                      <a:pt x="38" y="7"/>
                    </a:moveTo>
                    <a:cubicBezTo>
                      <a:pt x="33" y="2"/>
                      <a:pt x="26" y="0"/>
                      <a:pt x="17" y="2"/>
                    </a:cubicBezTo>
                    <a:cubicBezTo>
                      <a:pt x="23" y="2"/>
                      <a:pt x="28" y="4"/>
                      <a:pt x="31" y="8"/>
                    </a:cubicBezTo>
                    <a:cubicBezTo>
                      <a:pt x="42" y="19"/>
                      <a:pt x="37" y="43"/>
                      <a:pt x="19" y="61"/>
                    </a:cubicBezTo>
                    <a:cubicBezTo>
                      <a:pt x="13" y="66"/>
                      <a:pt x="6" y="72"/>
                      <a:pt x="0" y="75"/>
                    </a:cubicBezTo>
                    <a:cubicBezTo>
                      <a:pt x="8" y="73"/>
                      <a:pt x="18" y="66"/>
                      <a:pt x="26" y="58"/>
                    </a:cubicBezTo>
                    <a:cubicBezTo>
                      <a:pt x="44" y="41"/>
                      <a:pt x="49" y="18"/>
                      <a:pt x="38" y="7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1" name="Freeform 3525">
                <a:extLst>
                  <a:ext uri="{FF2B5EF4-FFF2-40B4-BE49-F238E27FC236}">
                    <a16:creationId xmlns:a16="http://schemas.microsoft.com/office/drawing/2014/main" id="{B34A4F2E-3E1C-42C0-9E8F-0FF196ED8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1028"/>
                <a:ext cx="92" cy="147"/>
              </a:xfrm>
              <a:custGeom>
                <a:avLst/>
                <a:gdLst>
                  <a:gd name="T0" fmla="*/ 729 w 51"/>
                  <a:gd name="T1" fmla="*/ 3656 h 76"/>
                  <a:gd name="T2" fmla="*/ 1068 w 51"/>
                  <a:gd name="T3" fmla="*/ 838 h 76"/>
                  <a:gd name="T4" fmla="*/ 1663 w 51"/>
                  <a:gd name="T5" fmla="*/ 108 h 76"/>
                  <a:gd name="T6" fmla="*/ 1663 w 51"/>
                  <a:gd name="T7" fmla="*/ 56 h 76"/>
                  <a:gd name="T8" fmla="*/ 1620 w 51"/>
                  <a:gd name="T9" fmla="*/ 108 h 76"/>
                  <a:gd name="T10" fmla="*/ 781 w 51"/>
                  <a:gd name="T11" fmla="*/ 897 h 76"/>
                  <a:gd name="T12" fmla="*/ 381 w 51"/>
                  <a:gd name="T13" fmla="*/ 3656 h 76"/>
                  <a:gd name="T14" fmla="*/ 1109 w 51"/>
                  <a:gd name="T15" fmla="*/ 3921 h 76"/>
                  <a:gd name="T16" fmla="*/ 729 w 51"/>
                  <a:gd name="T17" fmla="*/ 3656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76">
                    <a:moveTo>
                      <a:pt x="21" y="70"/>
                    </a:moveTo>
                    <a:cubicBezTo>
                      <a:pt x="10" y="58"/>
                      <a:pt x="13" y="34"/>
                      <a:pt x="31" y="16"/>
                    </a:cubicBezTo>
                    <a:cubicBezTo>
                      <a:pt x="36" y="10"/>
                      <a:pt x="42" y="5"/>
                      <a:pt x="48" y="2"/>
                    </a:cubicBezTo>
                    <a:cubicBezTo>
                      <a:pt x="49" y="1"/>
                      <a:pt x="51" y="0"/>
                      <a:pt x="48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39" y="5"/>
                      <a:pt x="31" y="10"/>
                      <a:pt x="23" y="17"/>
                    </a:cubicBezTo>
                    <a:cubicBezTo>
                      <a:pt x="5" y="35"/>
                      <a:pt x="0" y="59"/>
                      <a:pt x="11" y="70"/>
                    </a:cubicBezTo>
                    <a:cubicBezTo>
                      <a:pt x="16" y="75"/>
                      <a:pt x="24" y="76"/>
                      <a:pt x="32" y="75"/>
                    </a:cubicBezTo>
                    <a:cubicBezTo>
                      <a:pt x="28" y="74"/>
                      <a:pt x="24" y="73"/>
                      <a:pt x="21" y="70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2" name="Freeform 3526">
                <a:extLst>
                  <a:ext uri="{FF2B5EF4-FFF2-40B4-BE49-F238E27FC236}">
                    <a16:creationId xmlns:a16="http://schemas.microsoft.com/office/drawing/2014/main" id="{54A25DC7-1F40-4E8B-8BBF-4A77F27A7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109"/>
                <a:ext cx="22" cy="23"/>
              </a:xfrm>
              <a:custGeom>
                <a:avLst/>
                <a:gdLst>
                  <a:gd name="T0" fmla="*/ 44 w 12"/>
                  <a:gd name="T1" fmla="*/ 393 h 12"/>
                  <a:gd name="T2" fmla="*/ 149 w 12"/>
                  <a:gd name="T3" fmla="*/ 56 h 12"/>
                  <a:gd name="T4" fmla="*/ 420 w 12"/>
                  <a:gd name="T5" fmla="*/ 205 h 12"/>
                  <a:gd name="T6" fmla="*/ 315 w 12"/>
                  <a:gd name="T7" fmla="*/ 544 h 12"/>
                  <a:gd name="T8" fmla="*/ 44 w 12"/>
                  <a:gd name="T9" fmla="*/ 3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8"/>
                    </a:moveTo>
                    <a:cubicBezTo>
                      <a:pt x="0" y="5"/>
                      <a:pt x="1" y="2"/>
                      <a:pt x="4" y="1"/>
                    </a:cubicBezTo>
                    <a:cubicBezTo>
                      <a:pt x="7" y="0"/>
                      <a:pt x="10" y="1"/>
                      <a:pt x="11" y="4"/>
                    </a:cubicBezTo>
                    <a:cubicBezTo>
                      <a:pt x="12" y="7"/>
                      <a:pt x="11" y="10"/>
                      <a:pt x="8" y="11"/>
                    </a:cubicBezTo>
                    <a:cubicBezTo>
                      <a:pt x="5" y="12"/>
                      <a:pt x="2" y="11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3" name="Freeform 3527">
                <a:extLst>
                  <a:ext uri="{FF2B5EF4-FFF2-40B4-BE49-F238E27FC236}">
                    <a16:creationId xmlns:a16="http://schemas.microsoft.com/office/drawing/2014/main" id="{ED09FF4D-4A52-4A18-A0D1-2496FF873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093"/>
                <a:ext cx="16" cy="16"/>
              </a:xfrm>
              <a:custGeom>
                <a:avLst/>
                <a:gdLst>
                  <a:gd name="T0" fmla="*/ 37 w 9"/>
                  <a:gd name="T1" fmla="*/ 320 h 8"/>
                  <a:gd name="T2" fmla="*/ 89 w 9"/>
                  <a:gd name="T3" fmla="*/ 0 h 8"/>
                  <a:gd name="T4" fmla="*/ 247 w 9"/>
                  <a:gd name="T5" fmla="*/ 128 h 8"/>
                  <a:gd name="T6" fmla="*/ 203 w 9"/>
                  <a:gd name="T7" fmla="*/ 448 h 8"/>
                  <a:gd name="T8" fmla="*/ 37 w 9"/>
                  <a:gd name="T9" fmla="*/ 32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5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8" y="2"/>
                    </a:cubicBezTo>
                    <a:cubicBezTo>
                      <a:pt x="9" y="4"/>
                      <a:pt x="8" y="7"/>
                      <a:pt x="6" y="7"/>
                    </a:cubicBezTo>
                    <a:cubicBezTo>
                      <a:pt x="4" y="8"/>
                      <a:pt x="2" y="7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4" name="Freeform 3528">
                <a:extLst>
                  <a:ext uri="{FF2B5EF4-FFF2-40B4-BE49-F238E27FC236}">
                    <a16:creationId xmlns:a16="http://schemas.microsoft.com/office/drawing/2014/main" id="{B7CCBE68-38DD-453A-8ABE-E19D57E62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136"/>
                <a:ext cx="9" cy="10"/>
              </a:xfrm>
              <a:custGeom>
                <a:avLst/>
                <a:gdLst>
                  <a:gd name="T0" fmla="*/ 0 w 5"/>
                  <a:gd name="T1" fmla="*/ 192 h 5"/>
                  <a:gd name="T2" fmla="*/ 41 w 5"/>
                  <a:gd name="T3" fmla="*/ 0 h 5"/>
                  <a:gd name="T4" fmla="*/ 169 w 5"/>
                  <a:gd name="T5" fmla="*/ 64 h 5"/>
                  <a:gd name="T6" fmla="*/ 94 w 5"/>
                  <a:gd name="T7" fmla="*/ 320 h 5"/>
                  <a:gd name="T8" fmla="*/ 0 w 5"/>
                  <a:gd name="T9" fmla="*/ 19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3"/>
                      <a:pt x="5" y="4"/>
                      <a:pt x="3" y="5"/>
                    </a:cubicBezTo>
                    <a:cubicBezTo>
                      <a:pt x="2" y="5"/>
                      <a:pt x="1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5" name="Freeform 3529">
                <a:extLst>
                  <a:ext uri="{FF2B5EF4-FFF2-40B4-BE49-F238E27FC236}">
                    <a16:creationId xmlns:a16="http://schemas.microsoft.com/office/drawing/2014/main" id="{84607FAB-02AC-432A-BF3E-27E3FCD1F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090"/>
                <a:ext cx="136" cy="94"/>
              </a:xfrm>
              <a:custGeom>
                <a:avLst/>
                <a:gdLst>
                  <a:gd name="T0" fmla="*/ 2410 w 75"/>
                  <a:gd name="T1" fmla="*/ 1899 h 49"/>
                  <a:gd name="T2" fmla="*/ 2580 w 75"/>
                  <a:gd name="T3" fmla="*/ 854 h 49"/>
                  <a:gd name="T4" fmla="*/ 2368 w 75"/>
                  <a:gd name="T5" fmla="*/ 1531 h 49"/>
                  <a:gd name="T6" fmla="*/ 490 w 75"/>
                  <a:gd name="T7" fmla="*/ 930 h 49"/>
                  <a:gd name="T8" fmla="*/ 0 w 75"/>
                  <a:gd name="T9" fmla="*/ 0 h 49"/>
                  <a:gd name="T10" fmla="*/ 607 w 75"/>
                  <a:gd name="T11" fmla="*/ 1299 h 49"/>
                  <a:gd name="T12" fmla="*/ 2410 w 75"/>
                  <a:gd name="T13" fmla="*/ 1899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49">
                    <a:moveTo>
                      <a:pt x="68" y="38"/>
                    </a:moveTo>
                    <a:cubicBezTo>
                      <a:pt x="73" y="33"/>
                      <a:pt x="75" y="26"/>
                      <a:pt x="73" y="17"/>
                    </a:cubicBezTo>
                    <a:cubicBezTo>
                      <a:pt x="73" y="23"/>
                      <a:pt x="71" y="28"/>
                      <a:pt x="67" y="31"/>
                    </a:cubicBezTo>
                    <a:cubicBezTo>
                      <a:pt x="56" y="42"/>
                      <a:pt x="32" y="37"/>
                      <a:pt x="14" y="19"/>
                    </a:cubicBezTo>
                    <a:cubicBezTo>
                      <a:pt x="9" y="13"/>
                      <a:pt x="3" y="6"/>
                      <a:pt x="0" y="0"/>
                    </a:cubicBezTo>
                    <a:cubicBezTo>
                      <a:pt x="2" y="8"/>
                      <a:pt x="9" y="18"/>
                      <a:pt x="17" y="26"/>
                    </a:cubicBezTo>
                    <a:cubicBezTo>
                      <a:pt x="34" y="44"/>
                      <a:pt x="57" y="49"/>
                      <a:pt x="68" y="38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6" name="Freeform 3530">
                <a:extLst>
                  <a:ext uri="{FF2B5EF4-FFF2-40B4-BE49-F238E27FC236}">
                    <a16:creationId xmlns:a16="http://schemas.microsoft.com/office/drawing/2014/main" id="{55ADCF1B-7B80-49C7-B965-2DDC61BD9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016"/>
                <a:ext cx="119" cy="62"/>
              </a:xfrm>
              <a:custGeom>
                <a:avLst/>
                <a:gdLst>
                  <a:gd name="T0" fmla="*/ 305 w 66"/>
                  <a:gd name="T1" fmla="*/ 961 h 32"/>
                  <a:gd name="T2" fmla="*/ 2016 w 66"/>
                  <a:gd name="T3" fmla="*/ 1228 h 32"/>
                  <a:gd name="T4" fmla="*/ 2016 w 66"/>
                  <a:gd name="T5" fmla="*/ 1228 h 32"/>
                  <a:gd name="T6" fmla="*/ 211 w 66"/>
                  <a:gd name="T7" fmla="*/ 574 h 32"/>
                  <a:gd name="T8" fmla="*/ 41 w 66"/>
                  <a:gd name="T9" fmla="*/ 1693 h 32"/>
                  <a:gd name="T10" fmla="*/ 305 w 66"/>
                  <a:gd name="T11" fmla="*/ 961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2">
                    <a:moveTo>
                      <a:pt x="9" y="18"/>
                    </a:moveTo>
                    <a:cubicBezTo>
                      <a:pt x="21" y="7"/>
                      <a:pt x="41" y="5"/>
                      <a:pt x="59" y="23"/>
                    </a:cubicBezTo>
                    <a:cubicBezTo>
                      <a:pt x="64" y="29"/>
                      <a:pt x="66" y="30"/>
                      <a:pt x="59" y="23"/>
                    </a:cubicBezTo>
                    <a:cubicBezTo>
                      <a:pt x="41" y="5"/>
                      <a:pt x="18" y="0"/>
                      <a:pt x="6" y="11"/>
                    </a:cubicBezTo>
                    <a:cubicBezTo>
                      <a:pt x="1" y="16"/>
                      <a:pt x="0" y="24"/>
                      <a:pt x="1" y="32"/>
                    </a:cubicBezTo>
                    <a:cubicBezTo>
                      <a:pt x="2" y="28"/>
                      <a:pt x="3" y="22"/>
                      <a:pt x="9" y="18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7" name="Freeform 3531">
                <a:extLst>
                  <a:ext uri="{FF2B5EF4-FFF2-40B4-BE49-F238E27FC236}">
                    <a16:creationId xmlns:a16="http://schemas.microsoft.com/office/drawing/2014/main" id="{2C4C9800-C05A-4627-96AE-3E149E515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030"/>
                <a:ext cx="22" cy="25"/>
              </a:xfrm>
              <a:custGeom>
                <a:avLst/>
                <a:gdLst>
                  <a:gd name="T0" fmla="*/ 149 w 12"/>
                  <a:gd name="T1" fmla="*/ 108 h 13"/>
                  <a:gd name="T2" fmla="*/ 420 w 12"/>
                  <a:gd name="T3" fmla="*/ 208 h 13"/>
                  <a:gd name="T4" fmla="*/ 315 w 12"/>
                  <a:gd name="T5" fmla="*/ 602 h 13"/>
                  <a:gd name="T6" fmla="*/ 44 w 12"/>
                  <a:gd name="T7" fmla="*/ 448 h 13"/>
                  <a:gd name="T8" fmla="*/ 149 w 12"/>
                  <a:gd name="T9" fmla="*/ 10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2"/>
                    </a:moveTo>
                    <a:cubicBezTo>
                      <a:pt x="6" y="0"/>
                      <a:pt x="10" y="2"/>
                      <a:pt x="11" y="4"/>
                    </a:cubicBezTo>
                    <a:cubicBezTo>
                      <a:pt x="12" y="7"/>
                      <a:pt x="11" y="10"/>
                      <a:pt x="8" y="12"/>
                    </a:cubicBezTo>
                    <a:cubicBezTo>
                      <a:pt x="5" y="13"/>
                      <a:pt x="2" y="11"/>
                      <a:pt x="1" y="9"/>
                    </a:cubicBezTo>
                    <a:cubicBezTo>
                      <a:pt x="0" y="6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8" name="Freeform 3532">
                <a:extLst>
                  <a:ext uri="{FF2B5EF4-FFF2-40B4-BE49-F238E27FC236}">
                    <a16:creationId xmlns:a16="http://schemas.microsoft.com/office/drawing/2014/main" id="{97F9A6E1-0FB8-4C7E-B01C-6B08D5B70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030"/>
                <a:ext cx="16" cy="15"/>
              </a:xfrm>
              <a:custGeom>
                <a:avLst/>
                <a:gdLst>
                  <a:gd name="T0" fmla="*/ 89 w 9"/>
                  <a:gd name="T1" fmla="*/ 53 h 8"/>
                  <a:gd name="T2" fmla="*/ 247 w 9"/>
                  <a:gd name="T3" fmla="*/ 137 h 8"/>
                  <a:gd name="T4" fmla="*/ 203 w 9"/>
                  <a:gd name="T5" fmla="*/ 349 h 8"/>
                  <a:gd name="T6" fmla="*/ 37 w 9"/>
                  <a:gd name="T7" fmla="*/ 212 h 8"/>
                  <a:gd name="T8" fmla="*/ 89 w 9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3" y="1"/>
                    </a:move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ubicBezTo>
                      <a:pt x="4" y="8"/>
                      <a:pt x="2" y="7"/>
                      <a:pt x="1" y="5"/>
                    </a:cubicBezTo>
                    <a:cubicBezTo>
                      <a:pt x="0" y="4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9" name="Freeform 3533">
                <a:extLst>
                  <a:ext uri="{FF2B5EF4-FFF2-40B4-BE49-F238E27FC236}">
                    <a16:creationId xmlns:a16="http://schemas.microsoft.com/office/drawing/2014/main" id="{964CB1FE-E766-4C5F-96B1-EA000FE18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053"/>
                <a:ext cx="11" cy="12"/>
              </a:xfrm>
              <a:custGeom>
                <a:avLst/>
                <a:gdLst>
                  <a:gd name="T0" fmla="*/ 81 w 6"/>
                  <a:gd name="T1" fmla="*/ 64 h 6"/>
                  <a:gd name="T2" fmla="*/ 193 w 6"/>
                  <a:gd name="T3" fmla="*/ 128 h 6"/>
                  <a:gd name="T4" fmla="*/ 149 w 6"/>
                  <a:gd name="T5" fmla="*/ 320 h 6"/>
                  <a:gd name="T6" fmla="*/ 44 w 6"/>
                  <a:gd name="T7" fmla="*/ 256 h 6"/>
                  <a:gd name="T8" fmla="*/ 81 w 6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3"/>
                      <a:pt x="5" y="5"/>
                      <a:pt x="4" y="5"/>
                    </a:cubicBezTo>
                    <a:cubicBezTo>
                      <a:pt x="3" y="6"/>
                      <a:pt x="1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0" name="Freeform 3534">
                <a:extLst>
                  <a:ext uri="{FF2B5EF4-FFF2-40B4-BE49-F238E27FC236}">
                    <a16:creationId xmlns:a16="http://schemas.microsoft.com/office/drawing/2014/main" id="{711462F3-B4BD-4D65-A02D-DB81A5BBA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339"/>
                <a:ext cx="18" cy="21"/>
              </a:xfrm>
              <a:custGeom>
                <a:avLst/>
                <a:gdLst>
                  <a:gd name="T0" fmla="*/ 94 w 10"/>
                  <a:gd name="T1" fmla="*/ 55 h 11"/>
                  <a:gd name="T2" fmla="*/ 304 w 10"/>
                  <a:gd name="T3" fmla="*/ 200 h 11"/>
                  <a:gd name="T4" fmla="*/ 239 w 10"/>
                  <a:gd name="T5" fmla="*/ 481 h 11"/>
                  <a:gd name="T6" fmla="*/ 41 w 10"/>
                  <a:gd name="T7" fmla="*/ 336 h 11"/>
                  <a:gd name="T8" fmla="*/ 94 w 10"/>
                  <a:gd name="T9" fmla="*/ 5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3" y="1"/>
                    </a:moveTo>
                    <a:cubicBezTo>
                      <a:pt x="6" y="0"/>
                      <a:pt x="8" y="1"/>
                      <a:pt x="9" y="4"/>
                    </a:cubicBezTo>
                    <a:cubicBezTo>
                      <a:pt x="10" y="6"/>
                      <a:pt x="9" y="9"/>
                      <a:pt x="7" y="10"/>
                    </a:cubicBezTo>
                    <a:cubicBezTo>
                      <a:pt x="5" y="11"/>
                      <a:pt x="2" y="10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1" name="Freeform 3535">
                <a:extLst>
                  <a:ext uri="{FF2B5EF4-FFF2-40B4-BE49-F238E27FC236}">
                    <a16:creationId xmlns:a16="http://schemas.microsoft.com/office/drawing/2014/main" id="{AF479EA9-9788-408E-A927-65B9CB889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327"/>
                <a:ext cx="9" cy="12"/>
              </a:xfrm>
              <a:custGeom>
                <a:avLst/>
                <a:gdLst>
                  <a:gd name="T0" fmla="*/ 41 w 5"/>
                  <a:gd name="T1" fmla="*/ 64 h 6"/>
                  <a:gd name="T2" fmla="*/ 169 w 5"/>
                  <a:gd name="T3" fmla="*/ 128 h 6"/>
                  <a:gd name="T4" fmla="*/ 94 w 5"/>
                  <a:gd name="T5" fmla="*/ 320 h 6"/>
                  <a:gd name="T6" fmla="*/ 0 w 5"/>
                  <a:gd name="T7" fmla="*/ 256 h 6"/>
                  <a:gd name="T8" fmla="*/ 41 w 5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2" name="Freeform 3536">
                <a:extLst>
                  <a:ext uri="{FF2B5EF4-FFF2-40B4-BE49-F238E27FC236}">
                    <a16:creationId xmlns:a16="http://schemas.microsoft.com/office/drawing/2014/main" id="{ABFF2274-3E96-42C3-8C6E-BDD868FC1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364"/>
                <a:ext cx="9" cy="9"/>
              </a:xfrm>
              <a:custGeom>
                <a:avLst/>
                <a:gdLst>
                  <a:gd name="T0" fmla="*/ 41 w 5"/>
                  <a:gd name="T1" fmla="*/ 0 h 5"/>
                  <a:gd name="T2" fmla="*/ 169 w 5"/>
                  <a:gd name="T3" fmla="*/ 74 h 5"/>
                  <a:gd name="T4" fmla="*/ 94 w 5"/>
                  <a:gd name="T5" fmla="*/ 169 h 5"/>
                  <a:gd name="T6" fmla="*/ 0 w 5"/>
                  <a:gd name="T7" fmla="*/ 94 h 5"/>
                  <a:gd name="T8" fmla="*/ 41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3" y="5"/>
                    </a:cubicBezTo>
                    <a:cubicBezTo>
                      <a:pt x="2" y="5"/>
                      <a:pt x="1" y="5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3" name="Freeform 3537">
                <a:extLst>
                  <a:ext uri="{FF2B5EF4-FFF2-40B4-BE49-F238E27FC236}">
                    <a16:creationId xmlns:a16="http://schemas.microsoft.com/office/drawing/2014/main" id="{799CDEE4-9C95-45D2-A886-B77770262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136"/>
                <a:ext cx="42" cy="60"/>
              </a:xfrm>
              <a:custGeom>
                <a:avLst/>
                <a:gdLst>
                  <a:gd name="T0" fmla="*/ 544 w 23"/>
                  <a:gd name="T1" fmla="*/ 0 h 31"/>
                  <a:gd name="T2" fmla="*/ 856 w 23"/>
                  <a:gd name="T3" fmla="*/ 405 h 31"/>
                  <a:gd name="T4" fmla="*/ 0 w 23"/>
                  <a:gd name="T5" fmla="*/ 1630 h 31"/>
                  <a:gd name="T6" fmla="*/ 590 w 23"/>
                  <a:gd name="T7" fmla="*/ 465 h 31"/>
                  <a:gd name="T8" fmla="*/ 544 w 23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1">
                    <a:moveTo>
                      <a:pt x="15" y="0"/>
                    </a:moveTo>
                    <a:cubicBezTo>
                      <a:pt x="17" y="3"/>
                      <a:pt x="22" y="8"/>
                      <a:pt x="23" y="8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16" y="13"/>
                      <a:pt x="16" y="9"/>
                    </a:cubicBezTo>
                    <a:cubicBezTo>
                      <a:pt x="16" y="5"/>
                      <a:pt x="15" y="1"/>
                      <a:pt x="15" y="0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4" name="Freeform 3538">
                <a:extLst>
                  <a:ext uri="{FF2B5EF4-FFF2-40B4-BE49-F238E27FC236}">
                    <a16:creationId xmlns:a16="http://schemas.microsoft.com/office/drawing/2014/main" id="{62A90E70-2D65-407F-8995-A358A6C8E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1414"/>
                <a:ext cx="54" cy="44"/>
              </a:xfrm>
              <a:custGeom>
                <a:avLst/>
                <a:gdLst>
                  <a:gd name="T0" fmla="*/ 891 w 30"/>
                  <a:gd name="T1" fmla="*/ 0 h 23"/>
                  <a:gd name="T2" fmla="*/ 1021 w 30"/>
                  <a:gd name="T3" fmla="*/ 484 h 23"/>
                  <a:gd name="T4" fmla="*/ 0 w 30"/>
                  <a:gd name="T5" fmla="*/ 1127 h 23"/>
                  <a:gd name="T6" fmla="*/ 810 w 30"/>
                  <a:gd name="T7" fmla="*/ 385 h 23"/>
                  <a:gd name="T8" fmla="*/ 891 w 30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26" y="0"/>
                    </a:moveTo>
                    <a:cubicBezTo>
                      <a:pt x="27" y="3"/>
                      <a:pt x="30" y="9"/>
                      <a:pt x="30" y="1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22" y="12"/>
                      <a:pt x="24" y="8"/>
                    </a:cubicBezTo>
                    <a:cubicBezTo>
                      <a:pt x="26" y="4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5" name="Freeform 3539">
                <a:extLst>
                  <a:ext uri="{FF2B5EF4-FFF2-40B4-BE49-F238E27FC236}">
                    <a16:creationId xmlns:a16="http://schemas.microsoft.com/office/drawing/2014/main" id="{974333DE-3E03-45DE-8403-3F0C3530F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694"/>
                <a:ext cx="84" cy="145"/>
              </a:xfrm>
              <a:custGeom>
                <a:avLst/>
                <a:gdLst>
                  <a:gd name="T0" fmla="*/ 670 w 46"/>
                  <a:gd name="T1" fmla="*/ 3909 h 75"/>
                  <a:gd name="T2" fmla="*/ 0 w 46"/>
                  <a:gd name="T3" fmla="*/ 3352 h 75"/>
                  <a:gd name="T4" fmla="*/ 524 w 46"/>
                  <a:gd name="T5" fmla="*/ 3648 h 75"/>
                  <a:gd name="T6" fmla="*/ 1601 w 46"/>
                  <a:gd name="T7" fmla="*/ 1245 h 75"/>
                  <a:gd name="T8" fmla="*/ 1481 w 46"/>
                  <a:gd name="T9" fmla="*/ 0 h 75"/>
                  <a:gd name="T10" fmla="*/ 1696 w 46"/>
                  <a:gd name="T11" fmla="*/ 1618 h 75"/>
                  <a:gd name="T12" fmla="*/ 670 w 46"/>
                  <a:gd name="T13" fmla="*/ 390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75">
                    <a:moveTo>
                      <a:pt x="18" y="75"/>
                    </a:moveTo>
                    <a:cubicBezTo>
                      <a:pt x="11" y="75"/>
                      <a:pt x="4" y="72"/>
                      <a:pt x="0" y="64"/>
                    </a:cubicBezTo>
                    <a:cubicBezTo>
                      <a:pt x="4" y="68"/>
                      <a:pt x="9" y="70"/>
                      <a:pt x="14" y="70"/>
                    </a:cubicBezTo>
                    <a:cubicBezTo>
                      <a:pt x="30" y="70"/>
                      <a:pt x="43" y="49"/>
                      <a:pt x="43" y="24"/>
                    </a:cubicBezTo>
                    <a:cubicBezTo>
                      <a:pt x="43" y="16"/>
                      <a:pt x="42" y="7"/>
                      <a:pt x="40" y="0"/>
                    </a:cubicBezTo>
                    <a:cubicBezTo>
                      <a:pt x="44" y="8"/>
                      <a:pt x="46" y="20"/>
                      <a:pt x="46" y="31"/>
                    </a:cubicBezTo>
                    <a:cubicBezTo>
                      <a:pt x="46" y="56"/>
                      <a:pt x="34" y="75"/>
                      <a:pt x="18" y="75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6" name="Freeform 3540">
                <a:extLst>
                  <a:ext uri="{FF2B5EF4-FFF2-40B4-BE49-F238E27FC236}">
                    <a16:creationId xmlns:a16="http://schemas.microsoft.com/office/drawing/2014/main" id="{1DA4BE66-563B-42A4-8380-827071CE9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663"/>
                <a:ext cx="87" cy="148"/>
              </a:xfrm>
              <a:custGeom>
                <a:avLst/>
                <a:gdLst>
                  <a:gd name="T0" fmla="*/ 1274 w 48"/>
                  <a:gd name="T1" fmla="*/ 340 h 77"/>
                  <a:gd name="T2" fmla="*/ 174 w 48"/>
                  <a:gd name="T3" fmla="*/ 2620 h 77"/>
                  <a:gd name="T4" fmla="*/ 263 w 48"/>
                  <a:gd name="T5" fmla="*/ 3727 h 77"/>
                  <a:gd name="T6" fmla="*/ 263 w 48"/>
                  <a:gd name="T7" fmla="*/ 3727 h 77"/>
                  <a:gd name="T8" fmla="*/ 214 w 48"/>
                  <a:gd name="T9" fmla="*/ 3673 h 77"/>
                  <a:gd name="T10" fmla="*/ 0 w 48"/>
                  <a:gd name="T11" fmla="*/ 2308 h 77"/>
                  <a:gd name="T12" fmla="*/ 1035 w 48"/>
                  <a:gd name="T13" fmla="*/ 0 h 77"/>
                  <a:gd name="T14" fmla="*/ 1702 w 48"/>
                  <a:gd name="T15" fmla="*/ 546 h 77"/>
                  <a:gd name="T16" fmla="*/ 1274 w 48"/>
                  <a:gd name="T17" fmla="*/ 340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77">
                    <a:moveTo>
                      <a:pt x="36" y="7"/>
                    </a:moveTo>
                    <a:cubicBezTo>
                      <a:pt x="20" y="7"/>
                      <a:pt x="5" y="26"/>
                      <a:pt x="5" y="52"/>
                    </a:cubicBezTo>
                    <a:cubicBezTo>
                      <a:pt x="5" y="60"/>
                      <a:pt x="5" y="68"/>
                      <a:pt x="7" y="74"/>
                    </a:cubicBezTo>
                    <a:cubicBezTo>
                      <a:pt x="7" y="76"/>
                      <a:pt x="8" y="77"/>
                      <a:pt x="7" y="74"/>
                    </a:cubicBezTo>
                    <a:cubicBezTo>
                      <a:pt x="6" y="74"/>
                      <a:pt x="6" y="73"/>
                      <a:pt x="6" y="73"/>
                    </a:cubicBezTo>
                    <a:cubicBezTo>
                      <a:pt x="3" y="65"/>
                      <a:pt x="0" y="56"/>
                      <a:pt x="0" y="46"/>
                    </a:cubicBezTo>
                    <a:cubicBezTo>
                      <a:pt x="0" y="20"/>
                      <a:pt x="13" y="0"/>
                      <a:pt x="29" y="0"/>
                    </a:cubicBezTo>
                    <a:cubicBezTo>
                      <a:pt x="36" y="0"/>
                      <a:pt x="43" y="4"/>
                      <a:pt x="48" y="11"/>
                    </a:cubicBezTo>
                    <a:cubicBezTo>
                      <a:pt x="44" y="8"/>
                      <a:pt x="40" y="7"/>
                      <a:pt x="36" y="7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7" name="Freeform 3541">
                <a:extLst>
                  <a:ext uri="{FF2B5EF4-FFF2-40B4-BE49-F238E27FC236}">
                    <a16:creationId xmlns:a16="http://schemas.microsoft.com/office/drawing/2014/main" id="{99FBF507-08B3-4C55-B249-72302E91D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686"/>
                <a:ext cx="23" cy="23"/>
              </a:xfrm>
              <a:custGeom>
                <a:avLst/>
                <a:gdLst>
                  <a:gd name="T0" fmla="*/ 115 w 13"/>
                  <a:gd name="T1" fmla="*/ 56 h 12"/>
                  <a:gd name="T2" fmla="*/ 65 w 13"/>
                  <a:gd name="T3" fmla="*/ 393 h 12"/>
                  <a:gd name="T4" fmla="*/ 276 w 13"/>
                  <a:gd name="T5" fmla="*/ 544 h 12"/>
                  <a:gd name="T6" fmla="*/ 359 w 13"/>
                  <a:gd name="T7" fmla="*/ 205 h 12"/>
                  <a:gd name="T8" fmla="*/ 115 w 13"/>
                  <a:gd name="T9" fmla="*/ 5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4" y="1"/>
                    </a:moveTo>
                    <a:cubicBezTo>
                      <a:pt x="2" y="2"/>
                      <a:pt x="0" y="5"/>
                      <a:pt x="2" y="8"/>
                    </a:cubicBezTo>
                    <a:cubicBezTo>
                      <a:pt x="3" y="11"/>
                      <a:pt x="6" y="12"/>
                      <a:pt x="9" y="11"/>
                    </a:cubicBezTo>
                    <a:cubicBezTo>
                      <a:pt x="11" y="10"/>
                      <a:pt x="13" y="7"/>
                      <a:pt x="12" y="4"/>
                    </a:cubicBezTo>
                    <a:cubicBezTo>
                      <a:pt x="10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8" name="Freeform 3542">
                <a:extLst>
                  <a:ext uri="{FF2B5EF4-FFF2-40B4-BE49-F238E27FC236}">
                    <a16:creationId xmlns:a16="http://schemas.microsoft.com/office/drawing/2014/main" id="{7002916E-BA71-4478-9C71-5FDDEBA1F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709"/>
                <a:ext cx="16" cy="18"/>
              </a:xfrm>
              <a:custGeom>
                <a:avLst/>
                <a:gdLst>
                  <a:gd name="T0" fmla="*/ 89 w 9"/>
                  <a:gd name="T1" fmla="*/ 64 h 9"/>
                  <a:gd name="T2" fmla="*/ 37 w 9"/>
                  <a:gd name="T3" fmla="*/ 384 h 9"/>
                  <a:gd name="T4" fmla="*/ 203 w 9"/>
                  <a:gd name="T5" fmla="*/ 512 h 9"/>
                  <a:gd name="T6" fmla="*/ 247 w 9"/>
                  <a:gd name="T7" fmla="*/ 192 h 9"/>
                  <a:gd name="T8" fmla="*/ 89 w 9"/>
                  <a:gd name="T9" fmla="*/ 6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9" name="Freeform 3543">
                <a:extLst>
                  <a:ext uri="{FF2B5EF4-FFF2-40B4-BE49-F238E27FC236}">
                    <a16:creationId xmlns:a16="http://schemas.microsoft.com/office/drawing/2014/main" id="{040A9CF1-C3CE-44B1-8729-516573890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678"/>
                <a:ext cx="10" cy="12"/>
              </a:xfrm>
              <a:custGeom>
                <a:avLst/>
                <a:gdLst>
                  <a:gd name="T0" fmla="*/ 37 w 6"/>
                  <a:gd name="T1" fmla="*/ 64 h 6"/>
                  <a:gd name="T2" fmla="*/ 22 w 6"/>
                  <a:gd name="T3" fmla="*/ 256 h 6"/>
                  <a:gd name="T4" fmla="*/ 92 w 6"/>
                  <a:gd name="T5" fmla="*/ 320 h 6"/>
                  <a:gd name="T6" fmla="*/ 103 w 6"/>
                  <a:gd name="T7" fmla="*/ 128 h 6"/>
                  <a:gd name="T8" fmla="*/ 37 w 6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1" y="5"/>
                      <a:pt x="3" y="6"/>
                      <a:pt x="4" y="5"/>
                    </a:cubicBezTo>
                    <a:cubicBezTo>
                      <a:pt x="5" y="5"/>
                      <a:pt x="6" y="3"/>
                      <a:pt x="5" y="2"/>
                    </a:cubicBezTo>
                    <a:cubicBezTo>
                      <a:pt x="5" y="1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0" name="Freeform 3544">
                <a:extLst>
                  <a:ext uri="{FF2B5EF4-FFF2-40B4-BE49-F238E27FC236}">
                    <a16:creationId xmlns:a16="http://schemas.microsoft.com/office/drawing/2014/main" id="{67C2CEAE-A9CF-4C30-956F-617035F43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335"/>
                <a:ext cx="86" cy="146"/>
              </a:xfrm>
              <a:custGeom>
                <a:avLst/>
                <a:gdLst>
                  <a:gd name="T0" fmla="*/ 1352 w 47"/>
                  <a:gd name="T1" fmla="*/ 3487 h 76"/>
                  <a:gd name="T2" fmla="*/ 553 w 47"/>
                  <a:gd name="T3" fmla="*/ 3717 h 76"/>
                  <a:gd name="T4" fmla="*/ 1085 w 47"/>
                  <a:gd name="T5" fmla="*/ 3433 h 76"/>
                  <a:gd name="T6" fmla="*/ 717 w 47"/>
                  <a:gd name="T7" fmla="*/ 765 h 76"/>
                  <a:gd name="T8" fmla="*/ 0 w 47"/>
                  <a:gd name="T9" fmla="*/ 0 h 76"/>
                  <a:gd name="T10" fmla="*/ 988 w 47"/>
                  <a:gd name="T11" fmla="*/ 914 h 76"/>
                  <a:gd name="T12" fmla="*/ 1352 w 47"/>
                  <a:gd name="T13" fmla="*/ 3487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6">
                    <a:moveTo>
                      <a:pt x="36" y="69"/>
                    </a:moveTo>
                    <a:cubicBezTo>
                      <a:pt x="31" y="74"/>
                      <a:pt x="24" y="76"/>
                      <a:pt x="15" y="74"/>
                    </a:cubicBezTo>
                    <a:cubicBezTo>
                      <a:pt x="21" y="74"/>
                      <a:pt x="26" y="72"/>
                      <a:pt x="29" y="68"/>
                    </a:cubicBezTo>
                    <a:cubicBezTo>
                      <a:pt x="41" y="57"/>
                      <a:pt x="36" y="33"/>
                      <a:pt x="19" y="15"/>
                    </a:cubicBezTo>
                    <a:cubicBezTo>
                      <a:pt x="13" y="9"/>
                      <a:pt x="6" y="3"/>
                      <a:pt x="0" y="0"/>
                    </a:cubicBezTo>
                    <a:cubicBezTo>
                      <a:pt x="9" y="3"/>
                      <a:pt x="19" y="10"/>
                      <a:pt x="26" y="18"/>
                    </a:cubicBezTo>
                    <a:cubicBezTo>
                      <a:pt x="43" y="36"/>
                      <a:pt x="47" y="59"/>
                      <a:pt x="36" y="69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1" name="Freeform 3545">
                <a:extLst>
                  <a:ext uri="{FF2B5EF4-FFF2-40B4-BE49-F238E27FC236}">
                    <a16:creationId xmlns:a16="http://schemas.microsoft.com/office/drawing/2014/main" id="{8AAD2DC3-130E-4527-8589-19F7D6BC4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327"/>
                <a:ext cx="88" cy="148"/>
              </a:xfrm>
              <a:custGeom>
                <a:avLst/>
                <a:gdLst>
                  <a:gd name="T0" fmla="*/ 706 w 49"/>
                  <a:gd name="T1" fmla="*/ 340 h 77"/>
                  <a:gd name="T2" fmla="*/ 968 w 49"/>
                  <a:gd name="T3" fmla="*/ 3066 h 77"/>
                  <a:gd name="T4" fmla="*/ 1552 w 49"/>
                  <a:gd name="T5" fmla="*/ 3835 h 77"/>
                  <a:gd name="T6" fmla="*/ 1552 w 49"/>
                  <a:gd name="T7" fmla="*/ 3835 h 77"/>
                  <a:gd name="T8" fmla="*/ 1507 w 49"/>
                  <a:gd name="T9" fmla="*/ 3779 h 77"/>
                  <a:gd name="T10" fmla="*/ 749 w 49"/>
                  <a:gd name="T11" fmla="*/ 2964 h 77"/>
                  <a:gd name="T12" fmla="*/ 377 w 49"/>
                  <a:gd name="T13" fmla="*/ 313 h 77"/>
                  <a:gd name="T14" fmla="*/ 1099 w 49"/>
                  <a:gd name="T15" fmla="*/ 108 h 77"/>
                  <a:gd name="T16" fmla="*/ 706 w 49"/>
                  <a:gd name="T17" fmla="*/ 340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77">
                    <a:moveTo>
                      <a:pt x="21" y="7"/>
                    </a:moveTo>
                    <a:cubicBezTo>
                      <a:pt x="10" y="18"/>
                      <a:pt x="12" y="43"/>
                      <a:pt x="29" y="61"/>
                    </a:cubicBezTo>
                    <a:cubicBezTo>
                      <a:pt x="34" y="67"/>
                      <a:pt x="40" y="72"/>
                      <a:pt x="46" y="76"/>
                    </a:cubicBezTo>
                    <a:cubicBezTo>
                      <a:pt x="48" y="76"/>
                      <a:pt x="49" y="77"/>
                      <a:pt x="46" y="76"/>
                    </a:cubicBezTo>
                    <a:cubicBezTo>
                      <a:pt x="46" y="76"/>
                      <a:pt x="45" y="76"/>
                      <a:pt x="45" y="75"/>
                    </a:cubicBezTo>
                    <a:cubicBezTo>
                      <a:pt x="37" y="72"/>
                      <a:pt x="29" y="67"/>
                      <a:pt x="22" y="59"/>
                    </a:cubicBezTo>
                    <a:cubicBezTo>
                      <a:pt x="5" y="41"/>
                      <a:pt x="0" y="17"/>
                      <a:pt x="11" y="6"/>
                    </a:cubicBezTo>
                    <a:cubicBezTo>
                      <a:pt x="17" y="2"/>
                      <a:pt x="24" y="0"/>
                      <a:pt x="33" y="2"/>
                    </a:cubicBezTo>
                    <a:cubicBezTo>
                      <a:pt x="28" y="2"/>
                      <a:pt x="24" y="4"/>
                      <a:pt x="21" y="7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2" name="Freeform 3546">
                <a:extLst>
                  <a:ext uri="{FF2B5EF4-FFF2-40B4-BE49-F238E27FC236}">
                    <a16:creationId xmlns:a16="http://schemas.microsoft.com/office/drawing/2014/main" id="{FB03E9F5-7A55-48EC-A8E9-A3658F931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369"/>
                <a:ext cx="22" cy="23"/>
              </a:xfrm>
              <a:custGeom>
                <a:avLst/>
                <a:gdLst>
                  <a:gd name="T0" fmla="*/ 44 w 12"/>
                  <a:gd name="T1" fmla="*/ 205 h 12"/>
                  <a:gd name="T2" fmla="*/ 149 w 12"/>
                  <a:gd name="T3" fmla="*/ 544 h 12"/>
                  <a:gd name="T4" fmla="*/ 420 w 12"/>
                  <a:gd name="T5" fmla="*/ 393 h 12"/>
                  <a:gd name="T6" fmla="*/ 315 w 12"/>
                  <a:gd name="T7" fmla="*/ 56 h 12"/>
                  <a:gd name="T8" fmla="*/ 44 w 12"/>
                  <a:gd name="T9" fmla="*/ 20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4"/>
                    </a:moveTo>
                    <a:cubicBezTo>
                      <a:pt x="0" y="7"/>
                      <a:pt x="1" y="10"/>
                      <a:pt x="4" y="11"/>
                    </a:cubicBezTo>
                    <a:cubicBezTo>
                      <a:pt x="6" y="12"/>
                      <a:pt x="9" y="11"/>
                      <a:pt x="11" y="8"/>
                    </a:cubicBezTo>
                    <a:cubicBezTo>
                      <a:pt x="12" y="6"/>
                      <a:pt x="11" y="3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3" name="Freeform 3547">
                <a:extLst>
                  <a:ext uri="{FF2B5EF4-FFF2-40B4-BE49-F238E27FC236}">
                    <a16:creationId xmlns:a16="http://schemas.microsoft.com/office/drawing/2014/main" id="{97CAB893-A3D2-4A81-8F59-8F56F9581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392"/>
                <a:ext cx="16" cy="18"/>
              </a:xfrm>
              <a:custGeom>
                <a:avLst/>
                <a:gdLst>
                  <a:gd name="T0" fmla="*/ 37 w 9"/>
                  <a:gd name="T1" fmla="*/ 192 h 9"/>
                  <a:gd name="T2" fmla="*/ 89 w 9"/>
                  <a:gd name="T3" fmla="*/ 512 h 9"/>
                  <a:gd name="T4" fmla="*/ 247 w 9"/>
                  <a:gd name="T5" fmla="*/ 384 h 9"/>
                  <a:gd name="T6" fmla="*/ 203 w 9"/>
                  <a:gd name="T7" fmla="*/ 64 h 9"/>
                  <a:gd name="T8" fmla="*/ 37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0" y="5"/>
                      <a:pt x="1" y="7"/>
                      <a:pt x="3" y="8"/>
                    </a:cubicBezTo>
                    <a:cubicBezTo>
                      <a:pt x="5" y="9"/>
                      <a:pt x="7" y="8"/>
                      <a:pt x="8" y="6"/>
                    </a:cubicBezTo>
                    <a:cubicBezTo>
                      <a:pt x="9" y="4"/>
                      <a:pt x="8" y="2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4" name="Freeform 3548">
                <a:extLst>
                  <a:ext uri="{FF2B5EF4-FFF2-40B4-BE49-F238E27FC236}">
                    <a16:creationId xmlns:a16="http://schemas.microsoft.com/office/drawing/2014/main" id="{41881C09-6C4B-47F7-ACE2-A50F7E574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356"/>
                <a:ext cx="9" cy="11"/>
              </a:xfrm>
              <a:custGeom>
                <a:avLst/>
                <a:gdLst>
                  <a:gd name="T0" fmla="*/ 0 w 5"/>
                  <a:gd name="T1" fmla="*/ 81 h 6"/>
                  <a:gd name="T2" fmla="*/ 41 w 5"/>
                  <a:gd name="T3" fmla="*/ 193 h 6"/>
                  <a:gd name="T4" fmla="*/ 169 w 5"/>
                  <a:gd name="T5" fmla="*/ 149 h 6"/>
                  <a:gd name="T6" fmla="*/ 94 w 5"/>
                  <a:gd name="T7" fmla="*/ 44 h 6"/>
                  <a:gd name="T8" fmla="*/ 0 w 5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3"/>
                      <a:pt x="0" y="5"/>
                      <a:pt x="1" y="5"/>
                    </a:cubicBezTo>
                    <a:cubicBezTo>
                      <a:pt x="3" y="6"/>
                      <a:pt x="4" y="5"/>
                      <a:pt x="5" y="4"/>
                    </a:cubicBezTo>
                    <a:cubicBezTo>
                      <a:pt x="5" y="3"/>
                      <a:pt x="5" y="1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5" name="Freeform 3549">
                <a:extLst>
                  <a:ext uri="{FF2B5EF4-FFF2-40B4-BE49-F238E27FC236}">
                    <a16:creationId xmlns:a16="http://schemas.microsoft.com/office/drawing/2014/main" id="{1F7B669F-EC17-493F-B619-415BC0364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070"/>
                <a:ext cx="112" cy="129"/>
              </a:xfrm>
              <a:custGeom>
                <a:avLst/>
                <a:gdLst>
                  <a:gd name="T0" fmla="*/ 446 w 62"/>
                  <a:gd name="T1" fmla="*/ 3092 h 67"/>
                  <a:gd name="T2" fmla="*/ 0 w 62"/>
                  <a:gd name="T3" fmla="*/ 2199 h 67"/>
                  <a:gd name="T4" fmla="*/ 381 w 62"/>
                  <a:gd name="T5" fmla="*/ 2748 h 67"/>
                  <a:gd name="T6" fmla="*/ 1902 w 62"/>
                  <a:gd name="T7" fmla="*/ 1171 h 67"/>
                  <a:gd name="T8" fmla="*/ 2117 w 62"/>
                  <a:gd name="T9" fmla="*/ 0 h 67"/>
                  <a:gd name="T10" fmla="*/ 1902 w 62"/>
                  <a:gd name="T11" fmla="*/ 1542 h 67"/>
                  <a:gd name="T12" fmla="*/ 446 w 62"/>
                  <a:gd name="T13" fmla="*/ 3092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67">
                    <a:moveTo>
                      <a:pt x="13" y="61"/>
                    </a:moveTo>
                    <a:cubicBezTo>
                      <a:pt x="6" y="58"/>
                      <a:pt x="2" y="52"/>
                      <a:pt x="0" y="43"/>
                    </a:cubicBezTo>
                    <a:cubicBezTo>
                      <a:pt x="2" y="49"/>
                      <a:pt x="6" y="52"/>
                      <a:pt x="11" y="54"/>
                    </a:cubicBezTo>
                    <a:cubicBezTo>
                      <a:pt x="26" y="60"/>
                      <a:pt x="45" y="46"/>
                      <a:pt x="55" y="23"/>
                    </a:cubicBezTo>
                    <a:cubicBezTo>
                      <a:pt x="58" y="15"/>
                      <a:pt x="61" y="6"/>
                      <a:pt x="61" y="0"/>
                    </a:cubicBezTo>
                    <a:cubicBezTo>
                      <a:pt x="62" y="8"/>
                      <a:pt x="60" y="20"/>
                      <a:pt x="55" y="30"/>
                    </a:cubicBezTo>
                    <a:cubicBezTo>
                      <a:pt x="46" y="53"/>
                      <a:pt x="27" y="67"/>
                      <a:pt x="13" y="61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6" name="Freeform 3550">
                <a:extLst>
                  <a:ext uri="{FF2B5EF4-FFF2-40B4-BE49-F238E27FC236}">
                    <a16:creationId xmlns:a16="http://schemas.microsoft.com/office/drawing/2014/main" id="{B4DE9836-466A-43EA-909F-1972BC9B6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012"/>
                <a:ext cx="114" cy="135"/>
              </a:xfrm>
              <a:custGeom>
                <a:avLst/>
                <a:gdLst>
                  <a:gd name="T0" fmla="*/ 1866 w 63"/>
                  <a:gd name="T1" fmla="*/ 773 h 70"/>
                  <a:gd name="T2" fmla="*/ 255 w 63"/>
                  <a:gd name="T3" fmla="*/ 2324 h 70"/>
                  <a:gd name="T4" fmla="*/ 43 w 63"/>
                  <a:gd name="T5" fmla="*/ 3444 h 70"/>
                  <a:gd name="T6" fmla="*/ 43 w 63"/>
                  <a:gd name="T7" fmla="*/ 3392 h 70"/>
                  <a:gd name="T8" fmla="*/ 43 w 63"/>
                  <a:gd name="T9" fmla="*/ 3336 h 70"/>
                  <a:gd name="T10" fmla="*/ 214 w 63"/>
                  <a:gd name="T11" fmla="*/ 1954 h 70"/>
                  <a:gd name="T12" fmla="*/ 1748 w 63"/>
                  <a:gd name="T13" fmla="*/ 316 h 70"/>
                  <a:gd name="T14" fmla="*/ 2209 w 63"/>
                  <a:gd name="T15" fmla="*/ 1234 h 70"/>
                  <a:gd name="T16" fmla="*/ 1866 w 63"/>
                  <a:gd name="T17" fmla="*/ 773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70">
                    <a:moveTo>
                      <a:pt x="53" y="15"/>
                    </a:moveTo>
                    <a:cubicBezTo>
                      <a:pt x="39" y="9"/>
                      <a:pt x="17" y="21"/>
                      <a:pt x="7" y="45"/>
                    </a:cubicBezTo>
                    <a:cubicBezTo>
                      <a:pt x="4" y="52"/>
                      <a:pt x="2" y="60"/>
                      <a:pt x="1" y="67"/>
                    </a:cubicBezTo>
                    <a:cubicBezTo>
                      <a:pt x="1" y="68"/>
                      <a:pt x="1" y="70"/>
                      <a:pt x="1" y="66"/>
                    </a:cubicBezTo>
                    <a:cubicBezTo>
                      <a:pt x="1" y="66"/>
                      <a:pt x="1" y="65"/>
                      <a:pt x="1" y="65"/>
                    </a:cubicBezTo>
                    <a:cubicBezTo>
                      <a:pt x="0" y="56"/>
                      <a:pt x="2" y="47"/>
                      <a:pt x="6" y="38"/>
                    </a:cubicBezTo>
                    <a:cubicBezTo>
                      <a:pt x="16" y="14"/>
                      <a:pt x="35" y="0"/>
                      <a:pt x="50" y="6"/>
                    </a:cubicBezTo>
                    <a:cubicBezTo>
                      <a:pt x="56" y="9"/>
                      <a:pt x="61" y="15"/>
                      <a:pt x="63" y="24"/>
                    </a:cubicBezTo>
                    <a:cubicBezTo>
                      <a:pt x="60" y="20"/>
                      <a:pt x="57" y="17"/>
                      <a:pt x="53" y="15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7" name="Oval 3551">
                <a:extLst>
                  <a:ext uri="{FF2B5EF4-FFF2-40B4-BE49-F238E27FC236}">
                    <a16:creationId xmlns:a16="http://schemas.microsoft.com/office/drawing/2014/main" id="{5A409DDC-3958-47AE-86D4-CAB256404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2037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308" name="Oval 3552">
                <a:extLst>
                  <a:ext uri="{FF2B5EF4-FFF2-40B4-BE49-F238E27FC236}">
                    <a16:creationId xmlns:a16="http://schemas.microsoft.com/office/drawing/2014/main" id="{555F2B0F-4337-4B57-BA84-5B68ACA61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2055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309" name="Oval 3553">
                <a:extLst>
                  <a:ext uri="{FF2B5EF4-FFF2-40B4-BE49-F238E27FC236}">
                    <a16:creationId xmlns:a16="http://schemas.microsoft.com/office/drawing/2014/main" id="{F2CA2F5C-2A3A-4207-A07C-4B52E4AAD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2035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310" name="Freeform 3554">
                <a:extLst>
                  <a:ext uri="{FF2B5EF4-FFF2-40B4-BE49-F238E27FC236}">
                    <a16:creationId xmlns:a16="http://schemas.microsoft.com/office/drawing/2014/main" id="{5D38CA1E-5F0B-4AF3-B485-A3A76E053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354"/>
                <a:ext cx="20" cy="21"/>
              </a:xfrm>
              <a:custGeom>
                <a:avLst/>
                <a:gdLst>
                  <a:gd name="T0" fmla="*/ 175 w 11"/>
                  <a:gd name="T1" fmla="*/ 0 h 11"/>
                  <a:gd name="T2" fmla="*/ 0 w 11"/>
                  <a:gd name="T3" fmla="*/ 277 h 11"/>
                  <a:gd name="T4" fmla="*/ 215 w 11"/>
                  <a:gd name="T5" fmla="*/ 529 h 11"/>
                  <a:gd name="T6" fmla="*/ 391 w 11"/>
                  <a:gd name="T7" fmla="*/ 252 h 11"/>
                  <a:gd name="T8" fmla="*/ 175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9" y="11"/>
                      <a:pt x="11" y="8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1" name="Freeform 3555">
                <a:extLst>
                  <a:ext uri="{FF2B5EF4-FFF2-40B4-BE49-F238E27FC236}">
                    <a16:creationId xmlns:a16="http://schemas.microsoft.com/office/drawing/2014/main" id="{B4F2DA7C-373A-44D9-8BB2-47E7EBB37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373"/>
                <a:ext cx="14" cy="14"/>
              </a:xfrm>
              <a:custGeom>
                <a:avLst/>
                <a:gdLst>
                  <a:gd name="T0" fmla="*/ 114 w 8"/>
                  <a:gd name="T1" fmla="*/ 0 h 7"/>
                  <a:gd name="T2" fmla="*/ 0 w 8"/>
                  <a:gd name="T3" fmla="*/ 256 h 7"/>
                  <a:gd name="T4" fmla="*/ 114 w 8"/>
                  <a:gd name="T5" fmla="*/ 448 h 7"/>
                  <a:gd name="T6" fmla="*/ 236 w 8"/>
                  <a:gd name="T7" fmla="*/ 192 h 7"/>
                  <a:gd name="T8" fmla="*/ 114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7"/>
                      <a:pt x="4" y="7"/>
                    </a:cubicBezTo>
                    <a:cubicBezTo>
                      <a:pt x="6" y="7"/>
                      <a:pt x="8" y="5"/>
                      <a:pt x="8" y="3"/>
                    </a:cubicBezTo>
                    <a:cubicBezTo>
                      <a:pt x="8" y="1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2" name="Freeform 3556">
                <a:extLst>
                  <a:ext uri="{FF2B5EF4-FFF2-40B4-BE49-F238E27FC236}">
                    <a16:creationId xmlns:a16="http://schemas.microsoft.com/office/drawing/2014/main" id="{5648FD6A-4F9F-4E16-B5B1-B2D135EF5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352"/>
                <a:ext cx="9" cy="10"/>
              </a:xfrm>
              <a:custGeom>
                <a:avLst/>
                <a:gdLst>
                  <a:gd name="T0" fmla="*/ 94 w 5"/>
                  <a:gd name="T1" fmla="*/ 0 h 5"/>
                  <a:gd name="T2" fmla="*/ 0 w 5"/>
                  <a:gd name="T3" fmla="*/ 128 h 5"/>
                  <a:gd name="T4" fmla="*/ 94 w 5"/>
                  <a:gd name="T5" fmla="*/ 320 h 5"/>
                  <a:gd name="T6" fmla="*/ 169 w 5"/>
                  <a:gd name="T7" fmla="*/ 128 h 5"/>
                  <a:gd name="T8" fmla="*/ 94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3" name="Freeform 3557">
                <a:extLst>
                  <a:ext uri="{FF2B5EF4-FFF2-40B4-BE49-F238E27FC236}">
                    <a16:creationId xmlns:a16="http://schemas.microsoft.com/office/drawing/2014/main" id="{BF1F795E-2E67-446B-9862-6DD91E052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576"/>
                <a:ext cx="159" cy="94"/>
              </a:xfrm>
              <a:custGeom>
                <a:avLst/>
                <a:gdLst>
                  <a:gd name="T0" fmla="*/ 2932 w 88"/>
                  <a:gd name="T1" fmla="*/ 0 h 49"/>
                  <a:gd name="T2" fmla="*/ 1740 w 88"/>
                  <a:gd name="T3" fmla="*/ 1744 h 49"/>
                  <a:gd name="T4" fmla="*/ 0 w 88"/>
                  <a:gd name="T5" fmla="*/ 1583 h 49"/>
                  <a:gd name="T6" fmla="*/ 0 w 88"/>
                  <a:gd name="T7" fmla="*/ 1583 h 49"/>
                  <a:gd name="T8" fmla="*/ 1812 w 88"/>
                  <a:gd name="T9" fmla="*/ 2007 h 49"/>
                  <a:gd name="T10" fmla="*/ 2932 w 88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49">
                    <a:moveTo>
                      <a:pt x="84" y="0"/>
                    </a:moveTo>
                    <a:cubicBezTo>
                      <a:pt x="82" y="13"/>
                      <a:pt x="69" y="27"/>
                      <a:pt x="50" y="35"/>
                    </a:cubicBezTo>
                    <a:cubicBezTo>
                      <a:pt x="30" y="43"/>
                      <a:pt x="9" y="4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6" y="46"/>
                      <a:pt x="29" y="49"/>
                      <a:pt x="52" y="40"/>
                    </a:cubicBezTo>
                    <a:cubicBezTo>
                      <a:pt x="73" y="31"/>
                      <a:pt x="88" y="14"/>
                      <a:pt x="84" y="0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4" name="Freeform 3558">
                <a:extLst>
                  <a:ext uri="{FF2B5EF4-FFF2-40B4-BE49-F238E27FC236}">
                    <a16:creationId xmlns:a16="http://schemas.microsoft.com/office/drawing/2014/main" id="{23296C4A-4CA8-459A-833E-0E848D7AB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676"/>
                <a:ext cx="161" cy="52"/>
              </a:xfrm>
              <a:custGeom>
                <a:avLst/>
                <a:gdLst>
                  <a:gd name="T0" fmla="*/ 3115 w 89"/>
                  <a:gd name="T1" fmla="*/ 56 h 27"/>
                  <a:gd name="T2" fmla="*/ 1574 w 89"/>
                  <a:gd name="T3" fmla="*/ 1057 h 27"/>
                  <a:gd name="T4" fmla="*/ 0 w 89"/>
                  <a:gd name="T5" fmla="*/ 0 h 27"/>
                  <a:gd name="T6" fmla="*/ 0 w 89"/>
                  <a:gd name="T7" fmla="*/ 56 h 27"/>
                  <a:gd name="T8" fmla="*/ 1574 w 89"/>
                  <a:gd name="T9" fmla="*/ 1321 h 27"/>
                  <a:gd name="T10" fmla="*/ 3115 w 89"/>
                  <a:gd name="T11" fmla="*/ 56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27">
                    <a:moveTo>
                      <a:pt x="89" y="1"/>
                    </a:moveTo>
                    <a:cubicBezTo>
                      <a:pt x="84" y="12"/>
                      <a:pt x="65" y="21"/>
                      <a:pt x="45" y="21"/>
                    </a:cubicBezTo>
                    <a:cubicBezTo>
                      <a:pt x="23" y="22"/>
                      <a:pt x="5" y="13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6"/>
                      <a:pt x="20" y="27"/>
                      <a:pt x="45" y="26"/>
                    </a:cubicBezTo>
                    <a:cubicBezTo>
                      <a:pt x="68" y="26"/>
                      <a:pt x="88" y="15"/>
                      <a:pt x="89" y="1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5" name="Freeform 3559">
                <a:extLst>
                  <a:ext uri="{FF2B5EF4-FFF2-40B4-BE49-F238E27FC236}">
                    <a16:creationId xmlns:a16="http://schemas.microsoft.com/office/drawing/2014/main" id="{A506C2FF-BC71-4871-97B0-8B258D2C8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537"/>
                <a:ext cx="165" cy="103"/>
              </a:xfrm>
              <a:custGeom>
                <a:avLst/>
                <a:gdLst>
                  <a:gd name="T0" fmla="*/ 1451 w 91"/>
                  <a:gd name="T1" fmla="*/ 801 h 53"/>
                  <a:gd name="T2" fmla="*/ 3153 w 91"/>
                  <a:gd name="T3" fmla="*/ 910 h 53"/>
                  <a:gd name="T4" fmla="*/ 3202 w 91"/>
                  <a:gd name="T5" fmla="*/ 910 h 53"/>
                  <a:gd name="T6" fmla="*/ 1354 w 91"/>
                  <a:gd name="T7" fmla="*/ 529 h 53"/>
                  <a:gd name="T8" fmla="*/ 214 w 91"/>
                  <a:gd name="T9" fmla="*/ 2795 h 53"/>
                  <a:gd name="T10" fmla="*/ 214 w 91"/>
                  <a:gd name="T11" fmla="*/ 2795 h 53"/>
                  <a:gd name="T12" fmla="*/ 1451 w 91"/>
                  <a:gd name="T13" fmla="*/ 801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53">
                    <a:moveTo>
                      <a:pt x="41" y="15"/>
                    </a:moveTo>
                    <a:cubicBezTo>
                      <a:pt x="59" y="7"/>
                      <a:pt x="81" y="8"/>
                      <a:pt x="89" y="17"/>
                    </a:cubicBezTo>
                    <a:cubicBezTo>
                      <a:pt x="91" y="20"/>
                      <a:pt x="91" y="20"/>
                      <a:pt x="90" y="17"/>
                    </a:cubicBezTo>
                    <a:cubicBezTo>
                      <a:pt x="84" y="3"/>
                      <a:pt x="61" y="0"/>
                      <a:pt x="38" y="10"/>
                    </a:cubicBezTo>
                    <a:cubicBezTo>
                      <a:pt x="15" y="19"/>
                      <a:pt x="0" y="38"/>
                      <a:pt x="6" y="52"/>
                    </a:cubicBezTo>
                    <a:cubicBezTo>
                      <a:pt x="6" y="53"/>
                      <a:pt x="6" y="52"/>
                      <a:pt x="6" y="52"/>
                    </a:cubicBezTo>
                    <a:cubicBezTo>
                      <a:pt x="7" y="34"/>
                      <a:pt x="22" y="22"/>
                      <a:pt x="41" y="15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6" name="Freeform 3560">
                <a:extLst>
                  <a:ext uri="{FF2B5EF4-FFF2-40B4-BE49-F238E27FC236}">
                    <a16:creationId xmlns:a16="http://schemas.microsoft.com/office/drawing/2014/main" id="{B4D38358-1DE9-4895-829F-836B57A5D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572"/>
                <a:ext cx="20" cy="21"/>
              </a:xfrm>
              <a:custGeom>
                <a:avLst/>
                <a:gdLst>
                  <a:gd name="T0" fmla="*/ 175 w 11"/>
                  <a:gd name="T1" fmla="*/ 0 h 11"/>
                  <a:gd name="T2" fmla="*/ 0 w 11"/>
                  <a:gd name="T3" fmla="*/ 252 h 11"/>
                  <a:gd name="T4" fmla="*/ 215 w 11"/>
                  <a:gd name="T5" fmla="*/ 529 h 11"/>
                  <a:gd name="T6" fmla="*/ 391 w 11"/>
                  <a:gd name="T7" fmla="*/ 252 h 11"/>
                  <a:gd name="T8" fmla="*/ 175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9" y="10"/>
                      <a:pt x="11" y="8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7" name="Freeform 3561">
                <a:extLst>
                  <a:ext uri="{FF2B5EF4-FFF2-40B4-BE49-F238E27FC236}">
                    <a16:creationId xmlns:a16="http://schemas.microsoft.com/office/drawing/2014/main" id="{6127FADF-0005-4DC5-B70D-1AD29680C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589"/>
                <a:ext cx="14" cy="16"/>
              </a:xfrm>
              <a:custGeom>
                <a:avLst/>
                <a:gdLst>
                  <a:gd name="T0" fmla="*/ 114 w 8"/>
                  <a:gd name="T1" fmla="*/ 64 h 8"/>
                  <a:gd name="T2" fmla="*/ 0 w 8"/>
                  <a:gd name="T3" fmla="*/ 256 h 8"/>
                  <a:gd name="T4" fmla="*/ 114 w 8"/>
                  <a:gd name="T5" fmla="*/ 512 h 8"/>
                  <a:gd name="T6" fmla="*/ 236 w 8"/>
                  <a:gd name="T7" fmla="*/ 256 h 8"/>
                  <a:gd name="T8" fmla="*/ 114 w 8"/>
                  <a:gd name="T9" fmla="*/ 6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1"/>
                    </a:moveTo>
                    <a:cubicBezTo>
                      <a:pt x="2" y="1"/>
                      <a:pt x="0" y="2"/>
                      <a:pt x="0" y="4"/>
                    </a:cubicBezTo>
                    <a:cubicBezTo>
                      <a:pt x="0" y="7"/>
                      <a:pt x="2" y="8"/>
                      <a:pt x="4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8" name="Freeform 3562">
                <a:extLst>
                  <a:ext uri="{FF2B5EF4-FFF2-40B4-BE49-F238E27FC236}">
                    <a16:creationId xmlns:a16="http://schemas.microsoft.com/office/drawing/2014/main" id="{7E6A48EA-07C2-44B7-9E6E-B4DEDE2F1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570"/>
                <a:ext cx="9" cy="10"/>
              </a:xfrm>
              <a:custGeom>
                <a:avLst/>
                <a:gdLst>
                  <a:gd name="T0" fmla="*/ 94 w 5"/>
                  <a:gd name="T1" fmla="*/ 0 h 5"/>
                  <a:gd name="T2" fmla="*/ 41 w 5"/>
                  <a:gd name="T3" fmla="*/ 128 h 5"/>
                  <a:gd name="T4" fmla="*/ 94 w 5"/>
                  <a:gd name="T5" fmla="*/ 320 h 5"/>
                  <a:gd name="T6" fmla="*/ 169 w 5"/>
                  <a:gd name="T7" fmla="*/ 128 h 5"/>
                  <a:gd name="T8" fmla="*/ 94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2" y="0"/>
                      <a:pt x="0" y="1"/>
                      <a:pt x="1" y="2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9" name="Freeform 3563">
                <a:extLst>
                  <a:ext uri="{FF2B5EF4-FFF2-40B4-BE49-F238E27FC236}">
                    <a16:creationId xmlns:a16="http://schemas.microsoft.com/office/drawing/2014/main" id="{6674C547-ACEA-485B-AB2A-DA34E5B80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624"/>
                <a:ext cx="165" cy="58"/>
              </a:xfrm>
              <a:custGeom>
                <a:avLst/>
                <a:gdLst>
                  <a:gd name="T0" fmla="*/ 1621 w 91"/>
                  <a:gd name="T1" fmla="*/ 317 h 30"/>
                  <a:gd name="T2" fmla="*/ 3202 w 91"/>
                  <a:gd name="T3" fmla="*/ 1357 h 30"/>
                  <a:gd name="T4" fmla="*/ 3231 w 91"/>
                  <a:gd name="T5" fmla="*/ 1409 h 30"/>
                  <a:gd name="T6" fmla="*/ 1621 w 91"/>
                  <a:gd name="T7" fmla="*/ 0 h 30"/>
                  <a:gd name="T8" fmla="*/ 0 w 91"/>
                  <a:gd name="T9" fmla="*/ 1409 h 30"/>
                  <a:gd name="T10" fmla="*/ 0 w 91"/>
                  <a:gd name="T11" fmla="*/ 1409 h 30"/>
                  <a:gd name="T12" fmla="*/ 1621 w 91"/>
                  <a:gd name="T13" fmla="*/ 317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30">
                    <a:moveTo>
                      <a:pt x="46" y="6"/>
                    </a:moveTo>
                    <a:cubicBezTo>
                      <a:pt x="66" y="6"/>
                      <a:pt x="86" y="15"/>
                      <a:pt x="90" y="26"/>
                    </a:cubicBezTo>
                    <a:cubicBezTo>
                      <a:pt x="91" y="29"/>
                      <a:pt x="91" y="30"/>
                      <a:pt x="91" y="27"/>
                    </a:cubicBezTo>
                    <a:cubicBezTo>
                      <a:pt x="91" y="11"/>
                      <a:pt x="71" y="0"/>
                      <a:pt x="46" y="0"/>
                    </a:cubicBezTo>
                    <a:cubicBezTo>
                      <a:pt x="21" y="0"/>
                      <a:pt x="0" y="11"/>
                      <a:pt x="0" y="27"/>
                    </a:cubicBezTo>
                    <a:cubicBezTo>
                      <a:pt x="0" y="27"/>
                      <a:pt x="0" y="26"/>
                      <a:pt x="0" y="27"/>
                    </a:cubicBezTo>
                    <a:cubicBezTo>
                      <a:pt x="8" y="10"/>
                      <a:pt x="26" y="6"/>
                      <a:pt x="46" y="6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0" name="Freeform 3564">
                <a:extLst>
                  <a:ext uri="{FF2B5EF4-FFF2-40B4-BE49-F238E27FC236}">
                    <a16:creationId xmlns:a16="http://schemas.microsoft.com/office/drawing/2014/main" id="{270D4578-6384-4712-BBA4-4996A2553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632"/>
                <a:ext cx="21" cy="23"/>
              </a:xfrm>
              <a:custGeom>
                <a:avLst/>
                <a:gdLst>
                  <a:gd name="T0" fmla="*/ 301 w 12"/>
                  <a:gd name="T1" fmla="*/ 107 h 12"/>
                  <a:gd name="T2" fmla="*/ 65 w 12"/>
                  <a:gd name="T3" fmla="*/ 107 h 12"/>
                  <a:gd name="T4" fmla="*/ 65 w 12"/>
                  <a:gd name="T5" fmla="*/ 485 h 12"/>
                  <a:gd name="T6" fmla="*/ 301 w 12"/>
                  <a:gd name="T7" fmla="*/ 485 h 12"/>
                  <a:gd name="T8" fmla="*/ 301 w 12"/>
                  <a:gd name="T9" fmla="*/ 10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2"/>
                    </a:moveTo>
                    <a:cubicBezTo>
                      <a:pt x="7" y="0"/>
                      <a:pt x="4" y="0"/>
                      <a:pt x="2" y="2"/>
                    </a:cubicBezTo>
                    <a:cubicBezTo>
                      <a:pt x="0" y="4"/>
                      <a:pt x="0" y="8"/>
                      <a:pt x="2" y="10"/>
                    </a:cubicBezTo>
                    <a:cubicBezTo>
                      <a:pt x="4" y="12"/>
                      <a:pt x="7" y="12"/>
                      <a:pt x="10" y="10"/>
                    </a:cubicBezTo>
                    <a:cubicBezTo>
                      <a:pt x="12" y="8"/>
                      <a:pt x="12" y="4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1" name="Freeform 3565">
                <a:extLst>
                  <a:ext uri="{FF2B5EF4-FFF2-40B4-BE49-F238E27FC236}">
                    <a16:creationId xmlns:a16="http://schemas.microsoft.com/office/drawing/2014/main" id="{E090827D-CB67-4449-9566-7695F684F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628"/>
                <a:ext cx="15" cy="15"/>
              </a:xfrm>
              <a:custGeom>
                <a:avLst/>
                <a:gdLst>
                  <a:gd name="T0" fmla="*/ 296 w 8"/>
                  <a:gd name="T1" fmla="*/ 53 h 8"/>
                  <a:gd name="T2" fmla="*/ 53 w 8"/>
                  <a:gd name="T3" fmla="*/ 53 h 8"/>
                  <a:gd name="T4" fmla="*/ 53 w 8"/>
                  <a:gd name="T5" fmla="*/ 257 h 8"/>
                  <a:gd name="T6" fmla="*/ 296 w 8"/>
                  <a:gd name="T7" fmla="*/ 257 h 8"/>
                  <a:gd name="T8" fmla="*/ 296 w 8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1"/>
                    </a:move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3" y="8"/>
                      <a:pt x="5" y="8"/>
                      <a:pt x="7" y="6"/>
                    </a:cubicBezTo>
                    <a:cubicBezTo>
                      <a:pt x="8" y="5"/>
                      <a:pt x="8" y="3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2" name="Freeform 3566">
                <a:extLst>
                  <a:ext uri="{FF2B5EF4-FFF2-40B4-BE49-F238E27FC236}">
                    <a16:creationId xmlns:a16="http://schemas.microsoft.com/office/drawing/2014/main" id="{1E570419-C3C8-4650-8E3C-0FE393520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645"/>
                <a:ext cx="9" cy="12"/>
              </a:xfrm>
              <a:custGeom>
                <a:avLst/>
                <a:gdLst>
                  <a:gd name="T0" fmla="*/ 169 w 5"/>
                  <a:gd name="T1" fmla="*/ 128 h 6"/>
                  <a:gd name="T2" fmla="*/ 41 w 5"/>
                  <a:gd name="T3" fmla="*/ 64 h 6"/>
                  <a:gd name="T4" fmla="*/ 0 w 5"/>
                  <a:gd name="T5" fmla="*/ 256 h 6"/>
                  <a:gd name="T6" fmla="*/ 94 w 5"/>
                  <a:gd name="T7" fmla="*/ 320 h 6"/>
                  <a:gd name="T8" fmla="*/ 169 w 5"/>
                  <a:gd name="T9" fmla="*/ 12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4" y="1"/>
                      <a:pt x="3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6"/>
                      <a:pt x="3" y="5"/>
                    </a:cubicBezTo>
                    <a:cubicBezTo>
                      <a:pt x="5" y="5"/>
                      <a:pt x="5" y="4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3" name="Freeform 3567">
                <a:extLst>
                  <a:ext uri="{FF2B5EF4-FFF2-40B4-BE49-F238E27FC236}">
                    <a16:creationId xmlns:a16="http://schemas.microsoft.com/office/drawing/2014/main" id="{C688E3F9-1E2C-4994-9AC0-7A6EC807D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1740"/>
                <a:ext cx="60" cy="21"/>
              </a:xfrm>
              <a:custGeom>
                <a:avLst/>
                <a:gdLst>
                  <a:gd name="T0" fmla="*/ 1191 w 33"/>
                  <a:gd name="T1" fmla="*/ 0 h 11"/>
                  <a:gd name="T2" fmla="*/ 1191 w 33"/>
                  <a:gd name="T3" fmla="*/ 529 h 11"/>
                  <a:gd name="T4" fmla="*/ 0 w 33"/>
                  <a:gd name="T5" fmla="*/ 529 h 11"/>
                  <a:gd name="T6" fmla="*/ 1015 w 33"/>
                  <a:gd name="T7" fmla="*/ 336 h 11"/>
                  <a:gd name="T8" fmla="*/ 1191 w 33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1">
                    <a:moveTo>
                      <a:pt x="33" y="0"/>
                    </a:moveTo>
                    <a:cubicBezTo>
                      <a:pt x="33" y="4"/>
                      <a:pt x="33" y="10"/>
                      <a:pt x="33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5" y="10"/>
                      <a:pt x="28" y="7"/>
                    </a:cubicBezTo>
                    <a:cubicBezTo>
                      <a:pt x="31" y="4"/>
                      <a:pt x="33" y="1"/>
                      <a:pt x="33" y="0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4" name="Freeform 3568">
                <a:extLst>
                  <a:ext uri="{FF2B5EF4-FFF2-40B4-BE49-F238E27FC236}">
                    <a16:creationId xmlns:a16="http://schemas.microsoft.com/office/drawing/2014/main" id="{D404A9DE-02BE-407C-9AAC-16A23C238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066"/>
                <a:ext cx="63" cy="25"/>
              </a:xfrm>
              <a:custGeom>
                <a:avLst/>
                <a:gdLst>
                  <a:gd name="T0" fmla="*/ 1183 w 35"/>
                  <a:gd name="T1" fmla="*/ 163 h 13"/>
                  <a:gd name="T2" fmla="*/ 1021 w 35"/>
                  <a:gd name="T3" fmla="*/ 654 h 13"/>
                  <a:gd name="T4" fmla="*/ 0 w 35"/>
                  <a:gd name="T5" fmla="*/ 0 h 13"/>
                  <a:gd name="T6" fmla="*/ 920 w 35"/>
                  <a:gd name="T7" fmla="*/ 340 h 13"/>
                  <a:gd name="T8" fmla="*/ 1183 w 35"/>
                  <a:gd name="T9" fmla="*/ 16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">
                    <a:moveTo>
                      <a:pt x="35" y="3"/>
                    </a:moveTo>
                    <a:cubicBezTo>
                      <a:pt x="33" y="5"/>
                      <a:pt x="30" y="12"/>
                      <a:pt x="30" y="1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3" y="8"/>
                      <a:pt x="27" y="7"/>
                    </a:cubicBezTo>
                    <a:cubicBezTo>
                      <a:pt x="31" y="5"/>
                      <a:pt x="34" y="3"/>
                      <a:pt x="35" y="3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5" name="Freeform 3569">
                <a:extLst>
                  <a:ext uri="{FF2B5EF4-FFF2-40B4-BE49-F238E27FC236}">
                    <a16:creationId xmlns:a16="http://schemas.microsoft.com/office/drawing/2014/main" id="{0412200B-18C7-487D-A33C-5AD0AE9D9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414"/>
                <a:ext cx="56" cy="44"/>
              </a:xfrm>
              <a:custGeom>
                <a:avLst/>
                <a:gdLst>
                  <a:gd name="T0" fmla="*/ 137 w 31"/>
                  <a:gd name="T1" fmla="*/ 0 h 23"/>
                  <a:gd name="T2" fmla="*/ 0 w 31"/>
                  <a:gd name="T3" fmla="*/ 484 h 23"/>
                  <a:gd name="T4" fmla="*/ 1073 w 31"/>
                  <a:gd name="T5" fmla="*/ 1127 h 23"/>
                  <a:gd name="T6" fmla="*/ 247 w 31"/>
                  <a:gd name="T7" fmla="*/ 385 h 23"/>
                  <a:gd name="T8" fmla="*/ 137 w 31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3">
                    <a:moveTo>
                      <a:pt x="4" y="0"/>
                    </a:moveTo>
                    <a:cubicBezTo>
                      <a:pt x="4" y="3"/>
                      <a:pt x="1" y="9"/>
                      <a:pt x="0" y="10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3"/>
                      <a:pt x="8" y="12"/>
                      <a:pt x="7" y="8"/>
                    </a:cubicBezTo>
                    <a:cubicBezTo>
                      <a:pt x="5" y="4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6" name="Freeform 3570">
                <a:extLst>
                  <a:ext uri="{FF2B5EF4-FFF2-40B4-BE49-F238E27FC236}">
                    <a16:creationId xmlns:a16="http://schemas.microsoft.com/office/drawing/2014/main" id="{0C5DDD4E-B512-4F4C-A703-4F4FA5E9A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740"/>
                <a:ext cx="60" cy="21"/>
              </a:xfrm>
              <a:custGeom>
                <a:avLst/>
                <a:gdLst>
                  <a:gd name="T0" fmla="*/ 0 w 33"/>
                  <a:gd name="T1" fmla="*/ 0 h 11"/>
                  <a:gd name="T2" fmla="*/ 0 w 33"/>
                  <a:gd name="T3" fmla="*/ 529 h 11"/>
                  <a:gd name="T4" fmla="*/ 1191 w 33"/>
                  <a:gd name="T5" fmla="*/ 529 h 11"/>
                  <a:gd name="T6" fmla="*/ 175 w 33"/>
                  <a:gd name="T7" fmla="*/ 336 h 11"/>
                  <a:gd name="T8" fmla="*/ 0 w 33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1">
                    <a:moveTo>
                      <a:pt x="0" y="0"/>
                    </a:moveTo>
                    <a:cubicBezTo>
                      <a:pt x="1" y="4"/>
                      <a:pt x="1" y="10"/>
                      <a:pt x="0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8" y="10"/>
                      <a:pt x="5" y="7"/>
                    </a:cubicBezTo>
                    <a:cubicBezTo>
                      <a:pt x="2" y="4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7" name="Freeform 3571">
                <a:extLst>
                  <a:ext uri="{FF2B5EF4-FFF2-40B4-BE49-F238E27FC236}">
                    <a16:creationId xmlns:a16="http://schemas.microsoft.com/office/drawing/2014/main" id="{6D566AE8-1B6C-4DA3-96EA-0B2FCEE05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066"/>
                <a:ext cx="63" cy="25"/>
              </a:xfrm>
              <a:custGeom>
                <a:avLst/>
                <a:gdLst>
                  <a:gd name="T0" fmla="*/ 0 w 35"/>
                  <a:gd name="T1" fmla="*/ 163 h 13"/>
                  <a:gd name="T2" fmla="*/ 133 w 35"/>
                  <a:gd name="T3" fmla="*/ 654 h 13"/>
                  <a:gd name="T4" fmla="*/ 1183 w 35"/>
                  <a:gd name="T5" fmla="*/ 0 h 13"/>
                  <a:gd name="T6" fmla="*/ 239 w 35"/>
                  <a:gd name="T7" fmla="*/ 340 h 13"/>
                  <a:gd name="T8" fmla="*/ 0 w 35"/>
                  <a:gd name="T9" fmla="*/ 16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">
                    <a:moveTo>
                      <a:pt x="0" y="3"/>
                    </a:moveTo>
                    <a:cubicBezTo>
                      <a:pt x="2" y="5"/>
                      <a:pt x="4" y="12"/>
                      <a:pt x="4" y="13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11" y="8"/>
                      <a:pt x="7" y="7"/>
                    </a:cubicBezTo>
                    <a:cubicBezTo>
                      <a:pt x="3" y="5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8" name="Freeform 3572">
                <a:extLst>
                  <a:ext uri="{FF2B5EF4-FFF2-40B4-BE49-F238E27FC236}">
                    <a16:creationId xmlns:a16="http://schemas.microsoft.com/office/drawing/2014/main" id="{E6D35F80-D382-46CD-A83B-7B0F902FB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321"/>
                <a:ext cx="56" cy="46"/>
              </a:xfrm>
              <a:custGeom>
                <a:avLst/>
                <a:gdLst>
                  <a:gd name="T0" fmla="*/ 0 w 31"/>
                  <a:gd name="T1" fmla="*/ 797 h 24"/>
                  <a:gd name="T2" fmla="*/ 264 w 31"/>
                  <a:gd name="T3" fmla="*/ 1190 h 24"/>
                  <a:gd name="T4" fmla="*/ 1073 w 31"/>
                  <a:gd name="T5" fmla="*/ 0 h 24"/>
                  <a:gd name="T6" fmla="*/ 264 w 31"/>
                  <a:gd name="T7" fmla="*/ 853 h 24"/>
                  <a:gd name="T8" fmla="*/ 0 w 31"/>
                  <a:gd name="T9" fmla="*/ 79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0" y="16"/>
                    </a:moveTo>
                    <a:cubicBezTo>
                      <a:pt x="3" y="18"/>
                      <a:pt x="8" y="23"/>
                      <a:pt x="8" y="24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13" y="17"/>
                      <a:pt x="8" y="17"/>
                    </a:cubicBezTo>
                    <a:cubicBezTo>
                      <a:pt x="4" y="17"/>
                      <a:pt x="1" y="16"/>
                      <a:pt x="0" y="16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9" name="Freeform 3573">
                <a:extLst>
                  <a:ext uri="{FF2B5EF4-FFF2-40B4-BE49-F238E27FC236}">
                    <a16:creationId xmlns:a16="http://schemas.microsoft.com/office/drawing/2014/main" id="{491B3AFE-174B-4AC6-B60A-CA015AD55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491"/>
                <a:ext cx="41" cy="58"/>
              </a:xfrm>
              <a:custGeom>
                <a:avLst/>
                <a:gdLst>
                  <a:gd name="T0" fmla="*/ 0 w 23"/>
                  <a:gd name="T1" fmla="*/ 1357 h 30"/>
                  <a:gd name="T2" fmla="*/ 324 w 23"/>
                  <a:gd name="T3" fmla="*/ 1570 h 30"/>
                  <a:gd name="T4" fmla="*/ 738 w 23"/>
                  <a:gd name="T5" fmla="*/ 0 h 30"/>
                  <a:gd name="T6" fmla="*/ 255 w 23"/>
                  <a:gd name="T7" fmla="*/ 1245 h 30"/>
                  <a:gd name="T8" fmla="*/ 0 w 23"/>
                  <a:gd name="T9" fmla="*/ 135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0">
                    <a:moveTo>
                      <a:pt x="0" y="26"/>
                    </a:moveTo>
                    <a:cubicBezTo>
                      <a:pt x="3" y="27"/>
                      <a:pt x="9" y="30"/>
                      <a:pt x="10" y="3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12" y="22"/>
                      <a:pt x="8" y="24"/>
                    </a:cubicBezTo>
                    <a:cubicBezTo>
                      <a:pt x="4" y="26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0" name="Freeform 3574">
                <a:extLst>
                  <a:ext uri="{FF2B5EF4-FFF2-40B4-BE49-F238E27FC236}">
                    <a16:creationId xmlns:a16="http://schemas.microsoft.com/office/drawing/2014/main" id="{70997F7C-BF54-4888-B338-49CD80E4A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547"/>
                <a:ext cx="20" cy="64"/>
              </a:xfrm>
              <a:custGeom>
                <a:avLst/>
                <a:gdLst>
                  <a:gd name="T0" fmla="*/ 0 w 11"/>
                  <a:gd name="T1" fmla="*/ 1749 h 33"/>
                  <a:gd name="T2" fmla="*/ 391 w 11"/>
                  <a:gd name="T3" fmla="*/ 1701 h 33"/>
                  <a:gd name="T4" fmla="*/ 360 w 11"/>
                  <a:gd name="T5" fmla="*/ 0 h 33"/>
                  <a:gd name="T6" fmla="*/ 215 w 11"/>
                  <a:gd name="T7" fmla="*/ 1429 h 33"/>
                  <a:gd name="T8" fmla="*/ 0 w 11"/>
                  <a:gd name="T9" fmla="*/ 174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3">
                    <a:moveTo>
                      <a:pt x="0" y="33"/>
                    </a:moveTo>
                    <a:cubicBezTo>
                      <a:pt x="3" y="32"/>
                      <a:pt x="10" y="32"/>
                      <a:pt x="11" y="3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24"/>
                      <a:pt x="6" y="27"/>
                    </a:cubicBezTo>
                    <a:cubicBezTo>
                      <a:pt x="4" y="31"/>
                      <a:pt x="0" y="32"/>
                      <a:pt x="0" y="33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1" name="Freeform 3575">
                <a:extLst>
                  <a:ext uri="{FF2B5EF4-FFF2-40B4-BE49-F238E27FC236}">
                    <a16:creationId xmlns:a16="http://schemas.microsoft.com/office/drawing/2014/main" id="{50D4A825-5518-4879-AB42-33DDC79EA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481"/>
                <a:ext cx="23" cy="68"/>
              </a:xfrm>
              <a:custGeom>
                <a:avLst/>
                <a:gdLst>
                  <a:gd name="T0" fmla="*/ 88 w 13"/>
                  <a:gd name="T1" fmla="*/ 1877 h 35"/>
                  <a:gd name="T2" fmla="*/ 403 w 13"/>
                  <a:gd name="T3" fmla="*/ 1613 h 35"/>
                  <a:gd name="T4" fmla="*/ 0 w 13"/>
                  <a:gd name="T5" fmla="*/ 0 h 35"/>
                  <a:gd name="T6" fmla="*/ 203 w 13"/>
                  <a:gd name="T7" fmla="*/ 1438 h 35"/>
                  <a:gd name="T8" fmla="*/ 88 w 13"/>
                  <a:gd name="T9" fmla="*/ 1877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5">
                    <a:moveTo>
                      <a:pt x="3" y="35"/>
                    </a:moveTo>
                    <a:cubicBezTo>
                      <a:pt x="6" y="33"/>
                      <a:pt x="13" y="30"/>
                      <a:pt x="13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" y="23"/>
                      <a:pt x="7" y="27"/>
                    </a:cubicBezTo>
                    <a:cubicBezTo>
                      <a:pt x="6" y="31"/>
                      <a:pt x="3" y="34"/>
                      <a:pt x="3" y="35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2" name="Freeform 3576">
                <a:extLst>
                  <a:ext uri="{FF2B5EF4-FFF2-40B4-BE49-F238E27FC236}">
                    <a16:creationId xmlns:a16="http://schemas.microsoft.com/office/drawing/2014/main" id="{3A0FE29D-B42C-42D7-B6E0-BBE9F3668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329"/>
                <a:ext cx="67" cy="158"/>
              </a:xfrm>
              <a:custGeom>
                <a:avLst/>
                <a:gdLst>
                  <a:gd name="T0" fmla="*/ 991 w 37"/>
                  <a:gd name="T1" fmla="*/ 1382 h 82"/>
                  <a:gd name="T2" fmla="*/ 255 w 37"/>
                  <a:gd name="T3" fmla="*/ 0 h 82"/>
                  <a:gd name="T4" fmla="*/ 771 w 37"/>
                  <a:gd name="T5" fmla="*/ 1222 h 82"/>
                  <a:gd name="T6" fmla="*/ 570 w 37"/>
                  <a:gd name="T7" fmla="*/ 3929 h 82"/>
                  <a:gd name="T8" fmla="*/ 214 w 37"/>
                  <a:gd name="T9" fmla="*/ 3983 h 82"/>
                  <a:gd name="T10" fmla="*/ 96 w 37"/>
                  <a:gd name="T11" fmla="*/ 4042 h 82"/>
                  <a:gd name="T12" fmla="*/ 666 w 37"/>
                  <a:gd name="T13" fmla="*/ 4091 h 82"/>
                  <a:gd name="T14" fmla="*/ 991 w 37"/>
                  <a:gd name="T15" fmla="*/ 1382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82">
                    <a:moveTo>
                      <a:pt x="28" y="27"/>
                    </a:moveTo>
                    <a:cubicBezTo>
                      <a:pt x="22" y="14"/>
                      <a:pt x="16" y="5"/>
                      <a:pt x="7" y="0"/>
                    </a:cubicBezTo>
                    <a:cubicBezTo>
                      <a:pt x="14" y="5"/>
                      <a:pt x="18" y="13"/>
                      <a:pt x="22" y="24"/>
                    </a:cubicBezTo>
                    <a:cubicBezTo>
                      <a:pt x="32" y="46"/>
                      <a:pt x="30" y="71"/>
                      <a:pt x="16" y="77"/>
                    </a:cubicBezTo>
                    <a:cubicBezTo>
                      <a:pt x="13" y="78"/>
                      <a:pt x="9" y="78"/>
                      <a:pt x="6" y="78"/>
                    </a:cubicBezTo>
                    <a:cubicBezTo>
                      <a:pt x="3" y="78"/>
                      <a:pt x="0" y="77"/>
                      <a:pt x="3" y="79"/>
                    </a:cubicBezTo>
                    <a:cubicBezTo>
                      <a:pt x="9" y="81"/>
                      <a:pt x="14" y="82"/>
                      <a:pt x="19" y="80"/>
                    </a:cubicBezTo>
                    <a:cubicBezTo>
                      <a:pt x="33" y="74"/>
                      <a:pt x="37" y="50"/>
                      <a:pt x="28" y="27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3" name="Freeform 3577">
                <a:extLst>
                  <a:ext uri="{FF2B5EF4-FFF2-40B4-BE49-F238E27FC236}">
                    <a16:creationId xmlns:a16="http://schemas.microsoft.com/office/drawing/2014/main" id="{4C4F9478-DFA4-425E-B45E-9A73814A7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686"/>
                <a:ext cx="85" cy="156"/>
              </a:xfrm>
              <a:custGeom>
                <a:avLst/>
                <a:gdLst>
                  <a:gd name="T0" fmla="*/ 1508 w 47"/>
                  <a:gd name="T1" fmla="*/ 1591 h 81"/>
                  <a:gd name="T2" fmla="*/ 555 w 47"/>
                  <a:gd name="T3" fmla="*/ 3809 h 81"/>
                  <a:gd name="T4" fmla="*/ 0 w 47"/>
                  <a:gd name="T5" fmla="*/ 3417 h 81"/>
                  <a:gd name="T6" fmla="*/ 696 w 47"/>
                  <a:gd name="T7" fmla="*/ 4129 h 81"/>
                  <a:gd name="T8" fmla="*/ 1651 w 47"/>
                  <a:gd name="T9" fmla="*/ 1884 h 81"/>
                  <a:gd name="T10" fmla="*/ 1295 w 47"/>
                  <a:gd name="T11" fmla="*/ 0 h 81"/>
                  <a:gd name="T12" fmla="*/ 1508 w 47"/>
                  <a:gd name="T13" fmla="*/ 1591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81">
                    <a:moveTo>
                      <a:pt x="43" y="31"/>
                    </a:moveTo>
                    <a:cubicBezTo>
                      <a:pt x="43" y="56"/>
                      <a:pt x="31" y="75"/>
                      <a:pt x="16" y="75"/>
                    </a:cubicBezTo>
                    <a:cubicBezTo>
                      <a:pt x="10" y="75"/>
                      <a:pt x="5" y="72"/>
                      <a:pt x="0" y="67"/>
                    </a:cubicBezTo>
                    <a:cubicBezTo>
                      <a:pt x="5" y="76"/>
                      <a:pt x="12" y="81"/>
                      <a:pt x="20" y="81"/>
                    </a:cubicBezTo>
                    <a:cubicBezTo>
                      <a:pt x="35" y="81"/>
                      <a:pt x="47" y="61"/>
                      <a:pt x="47" y="37"/>
                    </a:cubicBezTo>
                    <a:cubicBezTo>
                      <a:pt x="47" y="22"/>
                      <a:pt x="44" y="8"/>
                      <a:pt x="37" y="0"/>
                    </a:cubicBezTo>
                    <a:cubicBezTo>
                      <a:pt x="42" y="8"/>
                      <a:pt x="43" y="20"/>
                      <a:pt x="43" y="31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4" name="Freeform 3578">
                <a:extLst>
                  <a:ext uri="{FF2B5EF4-FFF2-40B4-BE49-F238E27FC236}">
                    <a16:creationId xmlns:a16="http://schemas.microsoft.com/office/drawing/2014/main" id="{3F5A51CB-F0E7-4773-ADDE-69D21B147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663"/>
                <a:ext cx="78" cy="152"/>
              </a:xfrm>
              <a:custGeom>
                <a:avLst/>
                <a:gdLst>
                  <a:gd name="T0" fmla="*/ 0 w 43"/>
                  <a:gd name="T1" fmla="*/ 2288 h 79"/>
                  <a:gd name="T2" fmla="*/ 316 w 43"/>
                  <a:gd name="T3" fmla="*/ 4002 h 79"/>
                  <a:gd name="T4" fmla="*/ 263 w 43"/>
                  <a:gd name="T5" fmla="*/ 2480 h 79"/>
                  <a:gd name="T6" fmla="*/ 668 w 43"/>
                  <a:gd name="T7" fmla="*/ 548 h 79"/>
                  <a:gd name="T8" fmla="*/ 1527 w 43"/>
                  <a:gd name="T9" fmla="*/ 341 h 79"/>
                  <a:gd name="T10" fmla="*/ 1039 w 43"/>
                  <a:gd name="T11" fmla="*/ 0 h 79"/>
                  <a:gd name="T12" fmla="*/ 0 w 43"/>
                  <a:gd name="T13" fmla="*/ 2288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79">
                    <a:moveTo>
                      <a:pt x="0" y="45"/>
                    </a:moveTo>
                    <a:cubicBezTo>
                      <a:pt x="0" y="59"/>
                      <a:pt x="2" y="70"/>
                      <a:pt x="9" y="79"/>
                    </a:cubicBezTo>
                    <a:cubicBezTo>
                      <a:pt x="6" y="71"/>
                      <a:pt x="7" y="61"/>
                      <a:pt x="7" y="49"/>
                    </a:cubicBezTo>
                    <a:cubicBezTo>
                      <a:pt x="8" y="34"/>
                      <a:pt x="14" y="19"/>
                      <a:pt x="19" y="11"/>
                    </a:cubicBezTo>
                    <a:cubicBezTo>
                      <a:pt x="23" y="7"/>
                      <a:pt x="33" y="3"/>
                      <a:pt x="43" y="7"/>
                    </a:cubicBezTo>
                    <a:cubicBezTo>
                      <a:pt x="39" y="3"/>
                      <a:pt x="34" y="0"/>
                      <a:pt x="29" y="0"/>
                    </a:cubicBezTo>
                    <a:cubicBezTo>
                      <a:pt x="14" y="0"/>
                      <a:pt x="0" y="20"/>
                      <a:pt x="0" y="45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5" name="Freeform 3579">
                <a:extLst>
                  <a:ext uri="{FF2B5EF4-FFF2-40B4-BE49-F238E27FC236}">
                    <a16:creationId xmlns:a16="http://schemas.microsoft.com/office/drawing/2014/main" id="{140EE6FD-2E8F-4F7A-91BC-AB5607CD0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703"/>
                <a:ext cx="18" cy="20"/>
              </a:xfrm>
              <a:custGeom>
                <a:avLst/>
                <a:gdLst>
                  <a:gd name="T0" fmla="*/ 74 w 10"/>
                  <a:gd name="T1" fmla="*/ 64 h 10"/>
                  <a:gd name="T2" fmla="*/ 304 w 10"/>
                  <a:gd name="T3" fmla="*/ 192 h 10"/>
                  <a:gd name="T4" fmla="*/ 239 w 10"/>
                  <a:gd name="T5" fmla="*/ 576 h 10"/>
                  <a:gd name="T6" fmla="*/ 41 w 10"/>
                  <a:gd name="T7" fmla="*/ 448 h 10"/>
                  <a:gd name="T8" fmla="*/ 74 w 10"/>
                  <a:gd name="T9" fmla="*/ 6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2" y="1"/>
                    </a:moveTo>
                    <a:cubicBezTo>
                      <a:pt x="5" y="0"/>
                      <a:pt x="7" y="0"/>
                      <a:pt x="9" y="3"/>
                    </a:cubicBezTo>
                    <a:cubicBezTo>
                      <a:pt x="10" y="5"/>
                      <a:pt x="9" y="8"/>
                      <a:pt x="7" y="9"/>
                    </a:cubicBezTo>
                    <a:cubicBezTo>
                      <a:pt x="5" y="10"/>
                      <a:pt x="2" y="9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6" name="Freeform 3580">
                <a:extLst>
                  <a:ext uri="{FF2B5EF4-FFF2-40B4-BE49-F238E27FC236}">
                    <a16:creationId xmlns:a16="http://schemas.microsoft.com/office/drawing/2014/main" id="{DCF94480-6DA8-41CB-8F54-0AD2987BA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690"/>
                <a:ext cx="9" cy="10"/>
              </a:xfrm>
              <a:custGeom>
                <a:avLst/>
                <a:gdLst>
                  <a:gd name="T0" fmla="*/ 41 w 5"/>
                  <a:gd name="T1" fmla="*/ 0 h 5"/>
                  <a:gd name="T2" fmla="*/ 169 w 5"/>
                  <a:gd name="T3" fmla="*/ 64 h 5"/>
                  <a:gd name="T4" fmla="*/ 133 w 5"/>
                  <a:gd name="T5" fmla="*/ 320 h 5"/>
                  <a:gd name="T6" fmla="*/ 41 w 5"/>
                  <a:gd name="T7" fmla="*/ 256 h 5"/>
                  <a:gd name="T8" fmla="*/ 41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7" name="Freeform 3581">
                <a:extLst>
                  <a:ext uri="{FF2B5EF4-FFF2-40B4-BE49-F238E27FC236}">
                    <a16:creationId xmlns:a16="http://schemas.microsoft.com/office/drawing/2014/main" id="{A8EACBE7-FE36-40E3-80CF-3229F392F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727"/>
                <a:ext cx="10" cy="11"/>
              </a:xfrm>
              <a:custGeom>
                <a:avLst/>
                <a:gdLst>
                  <a:gd name="T0" fmla="*/ 64 w 5"/>
                  <a:gd name="T1" fmla="*/ 44 h 6"/>
                  <a:gd name="T2" fmla="*/ 320 w 5"/>
                  <a:gd name="T3" fmla="*/ 81 h 6"/>
                  <a:gd name="T4" fmla="*/ 256 w 5"/>
                  <a:gd name="T5" fmla="*/ 193 h 6"/>
                  <a:gd name="T6" fmla="*/ 0 w 5"/>
                  <a:gd name="T7" fmla="*/ 149 h 6"/>
                  <a:gd name="T8" fmla="*/ 64 w 5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4" y="1"/>
                      <a:pt x="5" y="2"/>
                    </a:cubicBezTo>
                    <a:cubicBezTo>
                      <a:pt x="5" y="3"/>
                      <a:pt x="5" y="5"/>
                      <a:pt x="4" y="5"/>
                    </a:cubicBez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8" name="Freeform 3582">
                <a:extLst>
                  <a:ext uri="{FF2B5EF4-FFF2-40B4-BE49-F238E27FC236}">
                    <a16:creationId xmlns:a16="http://schemas.microsoft.com/office/drawing/2014/main" id="{EECB94EA-C85F-4189-AA45-AA64E0BE4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352"/>
                <a:ext cx="114" cy="143"/>
              </a:xfrm>
              <a:custGeom>
                <a:avLst/>
                <a:gdLst>
                  <a:gd name="T0" fmla="*/ 1866 w 63"/>
                  <a:gd name="T1" fmla="*/ 1617 h 74"/>
                  <a:gd name="T2" fmla="*/ 425 w 63"/>
                  <a:gd name="T3" fmla="*/ 3181 h 74"/>
                  <a:gd name="T4" fmla="*/ 0 w 63"/>
                  <a:gd name="T5" fmla="*/ 2510 h 74"/>
                  <a:gd name="T6" fmla="*/ 461 w 63"/>
                  <a:gd name="T7" fmla="*/ 3529 h 74"/>
                  <a:gd name="T8" fmla="*/ 1945 w 63"/>
                  <a:gd name="T9" fmla="*/ 1963 h 74"/>
                  <a:gd name="T10" fmla="*/ 2108 w 63"/>
                  <a:gd name="T11" fmla="*/ 0 h 74"/>
                  <a:gd name="T12" fmla="*/ 1866 w 63"/>
                  <a:gd name="T13" fmla="*/ 1617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74">
                    <a:moveTo>
                      <a:pt x="53" y="31"/>
                    </a:moveTo>
                    <a:cubicBezTo>
                      <a:pt x="44" y="54"/>
                      <a:pt x="25" y="67"/>
                      <a:pt x="12" y="61"/>
                    </a:cubicBezTo>
                    <a:cubicBezTo>
                      <a:pt x="6" y="59"/>
                      <a:pt x="2" y="54"/>
                      <a:pt x="0" y="48"/>
                    </a:cubicBezTo>
                    <a:cubicBezTo>
                      <a:pt x="2" y="58"/>
                      <a:pt x="6" y="65"/>
                      <a:pt x="13" y="68"/>
                    </a:cubicBezTo>
                    <a:cubicBezTo>
                      <a:pt x="27" y="74"/>
                      <a:pt x="46" y="61"/>
                      <a:pt x="55" y="38"/>
                    </a:cubicBezTo>
                    <a:cubicBezTo>
                      <a:pt x="61" y="25"/>
                      <a:pt x="63" y="10"/>
                      <a:pt x="60" y="0"/>
                    </a:cubicBezTo>
                    <a:cubicBezTo>
                      <a:pt x="61" y="9"/>
                      <a:pt x="58" y="21"/>
                      <a:pt x="53" y="31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9" name="Freeform 3583">
                <a:extLst>
                  <a:ext uri="{FF2B5EF4-FFF2-40B4-BE49-F238E27FC236}">
                    <a16:creationId xmlns:a16="http://schemas.microsoft.com/office/drawing/2014/main" id="{3249AFAE-80D7-46A5-913C-1920B1F8E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308"/>
                <a:ext cx="112" cy="135"/>
              </a:xfrm>
              <a:custGeom>
                <a:avLst/>
                <a:gdLst>
                  <a:gd name="T0" fmla="*/ 264 w 62"/>
                  <a:gd name="T1" fmla="*/ 1846 h 70"/>
                  <a:gd name="T2" fmla="*/ 94 w 62"/>
                  <a:gd name="T3" fmla="*/ 3593 h 70"/>
                  <a:gd name="T4" fmla="*/ 446 w 62"/>
                  <a:gd name="T5" fmla="*/ 2162 h 70"/>
                  <a:gd name="T6" fmla="*/ 1331 w 62"/>
                  <a:gd name="T7" fmla="*/ 609 h 70"/>
                  <a:gd name="T8" fmla="*/ 2150 w 62"/>
                  <a:gd name="T9" fmla="*/ 881 h 70"/>
                  <a:gd name="T10" fmla="*/ 1769 w 62"/>
                  <a:gd name="T11" fmla="*/ 264 h 70"/>
                  <a:gd name="T12" fmla="*/ 264 w 62"/>
                  <a:gd name="T13" fmla="*/ 1846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70">
                    <a:moveTo>
                      <a:pt x="8" y="36"/>
                    </a:moveTo>
                    <a:cubicBezTo>
                      <a:pt x="2" y="49"/>
                      <a:pt x="0" y="60"/>
                      <a:pt x="3" y="70"/>
                    </a:cubicBezTo>
                    <a:cubicBezTo>
                      <a:pt x="4" y="62"/>
                      <a:pt x="8" y="53"/>
                      <a:pt x="13" y="42"/>
                    </a:cubicBezTo>
                    <a:cubicBezTo>
                      <a:pt x="19" y="28"/>
                      <a:pt x="30" y="17"/>
                      <a:pt x="38" y="12"/>
                    </a:cubicBezTo>
                    <a:cubicBezTo>
                      <a:pt x="43" y="9"/>
                      <a:pt x="54" y="9"/>
                      <a:pt x="62" y="17"/>
                    </a:cubicBezTo>
                    <a:cubicBezTo>
                      <a:pt x="60" y="12"/>
                      <a:pt x="56" y="7"/>
                      <a:pt x="51" y="5"/>
                    </a:cubicBezTo>
                    <a:cubicBezTo>
                      <a:pt x="37" y="0"/>
                      <a:pt x="17" y="13"/>
                      <a:pt x="8" y="36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0" name="Freeform 3584">
                <a:extLst>
                  <a:ext uri="{FF2B5EF4-FFF2-40B4-BE49-F238E27FC236}">
                    <a16:creationId xmlns:a16="http://schemas.microsoft.com/office/drawing/2014/main" id="{6BDEE535-811C-4FDD-975D-C10320667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1341"/>
                <a:ext cx="18" cy="19"/>
              </a:xfrm>
              <a:custGeom>
                <a:avLst/>
                <a:gdLst>
                  <a:gd name="T0" fmla="*/ 133 w 10"/>
                  <a:gd name="T1" fmla="*/ 0 h 10"/>
                  <a:gd name="T2" fmla="*/ 337 w 10"/>
                  <a:gd name="T3" fmla="*/ 200 h 10"/>
                  <a:gd name="T4" fmla="*/ 211 w 10"/>
                  <a:gd name="T5" fmla="*/ 418 h 10"/>
                  <a:gd name="T6" fmla="*/ 41 w 10"/>
                  <a:gd name="T7" fmla="*/ 245 h 10"/>
                  <a:gd name="T8" fmla="*/ 133 w 10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cubicBezTo>
                      <a:pt x="7" y="0"/>
                      <a:pt x="9" y="2"/>
                      <a:pt x="10" y="4"/>
                    </a:cubicBezTo>
                    <a:cubicBezTo>
                      <a:pt x="10" y="7"/>
                      <a:pt x="8" y="9"/>
                      <a:pt x="6" y="9"/>
                    </a:cubicBezTo>
                    <a:cubicBezTo>
                      <a:pt x="3" y="10"/>
                      <a:pt x="1" y="8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1" name="Freeform 3585">
                <a:extLst>
                  <a:ext uri="{FF2B5EF4-FFF2-40B4-BE49-F238E27FC236}">
                    <a16:creationId xmlns:a16="http://schemas.microsoft.com/office/drawing/2014/main" id="{ABBE59A5-E3B3-4EC9-9E0D-056841B53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331"/>
                <a:ext cx="9" cy="10"/>
              </a:xfrm>
              <a:custGeom>
                <a:avLst/>
                <a:gdLst>
                  <a:gd name="T0" fmla="*/ 74 w 5"/>
                  <a:gd name="T1" fmla="*/ 64 h 5"/>
                  <a:gd name="T2" fmla="*/ 133 w 5"/>
                  <a:gd name="T3" fmla="*/ 192 h 5"/>
                  <a:gd name="T4" fmla="*/ 74 w 5"/>
                  <a:gd name="T5" fmla="*/ 320 h 5"/>
                  <a:gd name="T6" fmla="*/ 0 w 5"/>
                  <a:gd name="T7" fmla="*/ 192 h 5"/>
                  <a:gd name="T8" fmla="*/ 74 w 5"/>
                  <a:gd name="T9" fmla="*/ 6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1"/>
                      <a:pt x="4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2" name="Freeform 3586">
                <a:extLst>
                  <a:ext uri="{FF2B5EF4-FFF2-40B4-BE49-F238E27FC236}">
                    <a16:creationId xmlns:a16="http://schemas.microsoft.com/office/drawing/2014/main" id="{4E6136C1-D7C6-4CF2-8BCD-D9161D887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362"/>
                <a:ext cx="11" cy="9"/>
              </a:xfrm>
              <a:custGeom>
                <a:avLst/>
                <a:gdLst>
                  <a:gd name="T0" fmla="*/ 125 w 6"/>
                  <a:gd name="T1" fmla="*/ 0 h 5"/>
                  <a:gd name="T2" fmla="*/ 193 w 6"/>
                  <a:gd name="T3" fmla="*/ 74 h 5"/>
                  <a:gd name="T4" fmla="*/ 125 w 6"/>
                  <a:gd name="T5" fmla="*/ 169 h 5"/>
                  <a:gd name="T6" fmla="*/ 0 w 6"/>
                  <a:gd name="T7" fmla="*/ 94 h 5"/>
                  <a:gd name="T8" fmla="*/ 125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3" name="Freeform 3587">
                <a:extLst>
                  <a:ext uri="{FF2B5EF4-FFF2-40B4-BE49-F238E27FC236}">
                    <a16:creationId xmlns:a16="http://schemas.microsoft.com/office/drawing/2014/main" id="{B457A74A-DFF8-4000-B3B0-2CF8D2389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030"/>
                <a:ext cx="74" cy="162"/>
              </a:xfrm>
              <a:custGeom>
                <a:avLst/>
                <a:gdLst>
                  <a:gd name="T0" fmla="*/ 859 w 41"/>
                  <a:gd name="T1" fmla="*/ 1329 h 84"/>
                  <a:gd name="T2" fmla="*/ 592 w 41"/>
                  <a:gd name="T3" fmla="*/ 3973 h 84"/>
                  <a:gd name="T4" fmla="*/ 0 w 41"/>
                  <a:gd name="T5" fmla="*/ 3932 h 84"/>
                  <a:gd name="T6" fmla="*/ 805 w 41"/>
                  <a:gd name="T7" fmla="*/ 4170 h 84"/>
                  <a:gd name="T8" fmla="*/ 1068 w 41"/>
                  <a:gd name="T9" fmla="*/ 1551 h 84"/>
                  <a:gd name="T10" fmla="*/ 247 w 41"/>
                  <a:gd name="T11" fmla="*/ 0 h 84"/>
                  <a:gd name="T12" fmla="*/ 859 w 41"/>
                  <a:gd name="T13" fmla="*/ 1329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84">
                    <a:moveTo>
                      <a:pt x="25" y="26"/>
                    </a:moveTo>
                    <a:cubicBezTo>
                      <a:pt x="35" y="49"/>
                      <a:pt x="31" y="72"/>
                      <a:pt x="17" y="77"/>
                    </a:cubicBezTo>
                    <a:cubicBezTo>
                      <a:pt x="12" y="79"/>
                      <a:pt x="6" y="79"/>
                      <a:pt x="0" y="76"/>
                    </a:cubicBezTo>
                    <a:cubicBezTo>
                      <a:pt x="7" y="82"/>
                      <a:pt x="16" y="84"/>
                      <a:pt x="23" y="81"/>
                    </a:cubicBezTo>
                    <a:cubicBezTo>
                      <a:pt x="37" y="75"/>
                      <a:pt x="41" y="52"/>
                      <a:pt x="31" y="30"/>
                    </a:cubicBezTo>
                    <a:cubicBezTo>
                      <a:pt x="26" y="16"/>
                      <a:pt x="17" y="4"/>
                      <a:pt x="7" y="0"/>
                    </a:cubicBezTo>
                    <a:cubicBezTo>
                      <a:pt x="15" y="5"/>
                      <a:pt x="21" y="16"/>
                      <a:pt x="25" y="26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4" name="Freeform 3588">
                <a:extLst>
                  <a:ext uri="{FF2B5EF4-FFF2-40B4-BE49-F238E27FC236}">
                    <a16:creationId xmlns:a16="http://schemas.microsoft.com/office/drawing/2014/main" id="{139E3A59-D65D-471A-AF31-4BC20E8B3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016"/>
                <a:ext cx="61" cy="160"/>
              </a:xfrm>
              <a:custGeom>
                <a:avLst/>
                <a:gdLst>
                  <a:gd name="T0" fmla="*/ 300 w 34"/>
                  <a:gd name="T1" fmla="*/ 2816 h 83"/>
                  <a:gd name="T2" fmla="*/ 1005 w 34"/>
                  <a:gd name="T3" fmla="*/ 4254 h 83"/>
                  <a:gd name="T4" fmla="*/ 576 w 34"/>
                  <a:gd name="T5" fmla="*/ 2872 h 83"/>
                  <a:gd name="T6" fmla="*/ 466 w 34"/>
                  <a:gd name="T7" fmla="*/ 833 h 83"/>
                  <a:gd name="T8" fmla="*/ 1134 w 34"/>
                  <a:gd name="T9" fmla="*/ 164 h 83"/>
                  <a:gd name="T10" fmla="*/ 588 w 34"/>
                  <a:gd name="T11" fmla="*/ 108 h 83"/>
                  <a:gd name="T12" fmla="*/ 300 w 34"/>
                  <a:gd name="T13" fmla="*/ 2816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83">
                    <a:moveTo>
                      <a:pt x="9" y="55"/>
                    </a:moveTo>
                    <a:cubicBezTo>
                      <a:pt x="14" y="68"/>
                      <a:pt x="21" y="78"/>
                      <a:pt x="30" y="83"/>
                    </a:cubicBezTo>
                    <a:cubicBezTo>
                      <a:pt x="24" y="76"/>
                      <a:pt x="21" y="67"/>
                      <a:pt x="17" y="56"/>
                    </a:cubicBezTo>
                    <a:cubicBezTo>
                      <a:pt x="12" y="41"/>
                      <a:pt x="11" y="25"/>
                      <a:pt x="14" y="16"/>
                    </a:cubicBezTo>
                    <a:cubicBezTo>
                      <a:pt x="15" y="11"/>
                      <a:pt x="23" y="3"/>
                      <a:pt x="34" y="3"/>
                    </a:cubicBezTo>
                    <a:cubicBezTo>
                      <a:pt x="28" y="1"/>
                      <a:pt x="23" y="0"/>
                      <a:pt x="18" y="2"/>
                    </a:cubicBezTo>
                    <a:cubicBezTo>
                      <a:pt x="4" y="8"/>
                      <a:pt x="0" y="32"/>
                      <a:pt x="9" y="55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5" name="Freeform 3589">
                <a:extLst>
                  <a:ext uri="{FF2B5EF4-FFF2-40B4-BE49-F238E27FC236}">
                    <a16:creationId xmlns:a16="http://schemas.microsoft.com/office/drawing/2014/main" id="{DD0510B7-6EB6-44A9-AE97-90A11377A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072"/>
                <a:ext cx="20" cy="19"/>
              </a:xfrm>
              <a:custGeom>
                <a:avLst/>
                <a:gdLst>
                  <a:gd name="T0" fmla="*/ 80 w 11"/>
                  <a:gd name="T1" fmla="*/ 105 h 10"/>
                  <a:gd name="T2" fmla="*/ 295 w 11"/>
                  <a:gd name="T3" fmla="*/ 55 h 10"/>
                  <a:gd name="T4" fmla="*/ 318 w 11"/>
                  <a:gd name="T5" fmla="*/ 380 h 10"/>
                  <a:gd name="T6" fmla="*/ 96 w 11"/>
                  <a:gd name="T7" fmla="*/ 418 h 10"/>
                  <a:gd name="T8" fmla="*/ 80 w 11"/>
                  <a:gd name="T9" fmla="*/ 10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2" y="2"/>
                    </a:moveTo>
                    <a:cubicBezTo>
                      <a:pt x="3" y="0"/>
                      <a:pt x="6" y="0"/>
                      <a:pt x="8" y="1"/>
                    </a:cubicBezTo>
                    <a:cubicBezTo>
                      <a:pt x="10" y="3"/>
                      <a:pt x="11" y="6"/>
                      <a:pt x="9" y="8"/>
                    </a:cubicBezTo>
                    <a:cubicBezTo>
                      <a:pt x="8" y="10"/>
                      <a:pt x="5" y="10"/>
                      <a:pt x="3" y="9"/>
                    </a:cubicBezTo>
                    <a:cubicBezTo>
                      <a:pt x="1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6" name="Freeform 3590">
                <a:extLst>
                  <a:ext uri="{FF2B5EF4-FFF2-40B4-BE49-F238E27FC236}">
                    <a16:creationId xmlns:a16="http://schemas.microsoft.com/office/drawing/2014/main" id="{04217AF1-3E89-4BD0-B1EB-2D05B73CD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057"/>
                <a:ext cx="9" cy="9"/>
              </a:xfrm>
              <a:custGeom>
                <a:avLst/>
                <a:gdLst>
                  <a:gd name="T0" fmla="*/ 41 w 5"/>
                  <a:gd name="T1" fmla="*/ 41 h 5"/>
                  <a:gd name="T2" fmla="*/ 133 w 5"/>
                  <a:gd name="T3" fmla="*/ 0 h 5"/>
                  <a:gd name="T4" fmla="*/ 133 w 5"/>
                  <a:gd name="T5" fmla="*/ 133 h 5"/>
                  <a:gd name="T6" fmla="*/ 41 w 5"/>
                  <a:gd name="T7" fmla="*/ 133 h 5"/>
                  <a:gd name="T8" fmla="*/ 41 w 5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7" name="Freeform 3591">
                <a:extLst>
                  <a:ext uri="{FF2B5EF4-FFF2-40B4-BE49-F238E27FC236}">
                    <a16:creationId xmlns:a16="http://schemas.microsoft.com/office/drawing/2014/main" id="{F1C19979-22A4-4EEE-8FBE-7394A11A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095"/>
                <a:ext cx="9" cy="12"/>
              </a:xfrm>
              <a:custGeom>
                <a:avLst/>
                <a:gdLst>
                  <a:gd name="T0" fmla="*/ 0 w 5"/>
                  <a:gd name="T1" fmla="*/ 64 h 6"/>
                  <a:gd name="T2" fmla="*/ 133 w 5"/>
                  <a:gd name="T3" fmla="*/ 64 h 6"/>
                  <a:gd name="T4" fmla="*/ 133 w 5"/>
                  <a:gd name="T5" fmla="*/ 256 h 6"/>
                  <a:gd name="T6" fmla="*/ 41 w 5"/>
                  <a:gd name="T7" fmla="*/ 320 h 6"/>
                  <a:gd name="T8" fmla="*/ 0 w 5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8" name="Freeform 3592">
                <a:extLst>
                  <a:ext uri="{FF2B5EF4-FFF2-40B4-BE49-F238E27FC236}">
                    <a16:creationId xmlns:a16="http://schemas.microsoft.com/office/drawing/2014/main" id="{8AB1A641-BC68-47E5-8A53-EDD418B7F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597"/>
                <a:ext cx="145" cy="75"/>
              </a:xfrm>
              <a:custGeom>
                <a:avLst/>
                <a:gdLst>
                  <a:gd name="T0" fmla="*/ 2741 w 80"/>
                  <a:gd name="T1" fmla="*/ 1110 h 39"/>
                  <a:gd name="T2" fmla="*/ 2621 w 80"/>
                  <a:gd name="T3" fmla="*/ 0 h 39"/>
                  <a:gd name="T4" fmla="*/ 2621 w 80"/>
                  <a:gd name="T5" fmla="*/ 769 h 39"/>
                  <a:gd name="T6" fmla="*/ 703 w 80"/>
                  <a:gd name="T7" fmla="*/ 1202 h 39"/>
                  <a:gd name="T8" fmla="*/ 0 w 80"/>
                  <a:gd name="T9" fmla="*/ 602 h 39"/>
                  <a:gd name="T10" fmla="*/ 917 w 80"/>
                  <a:gd name="T11" fmla="*/ 1527 h 39"/>
                  <a:gd name="T12" fmla="*/ 2741 w 80"/>
                  <a:gd name="T13" fmla="*/ 111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9">
                    <a:moveTo>
                      <a:pt x="77" y="22"/>
                    </a:moveTo>
                    <a:cubicBezTo>
                      <a:pt x="80" y="15"/>
                      <a:pt x="79" y="7"/>
                      <a:pt x="74" y="0"/>
                    </a:cubicBezTo>
                    <a:cubicBezTo>
                      <a:pt x="76" y="5"/>
                      <a:pt x="76" y="11"/>
                      <a:pt x="74" y="15"/>
                    </a:cubicBezTo>
                    <a:cubicBezTo>
                      <a:pt x="68" y="30"/>
                      <a:pt x="44" y="34"/>
                      <a:pt x="20" y="24"/>
                    </a:cubicBezTo>
                    <a:cubicBezTo>
                      <a:pt x="13" y="21"/>
                      <a:pt x="5" y="17"/>
                      <a:pt x="0" y="12"/>
                    </a:cubicBezTo>
                    <a:cubicBezTo>
                      <a:pt x="5" y="19"/>
                      <a:pt x="16" y="26"/>
                      <a:pt x="26" y="30"/>
                    </a:cubicBezTo>
                    <a:cubicBezTo>
                      <a:pt x="48" y="39"/>
                      <a:pt x="71" y="36"/>
                      <a:pt x="77" y="22"/>
                    </a:cubicBezTo>
                    <a:close/>
                  </a:path>
                </a:pathLst>
              </a:custGeom>
              <a:solidFill>
                <a:srgbClr val="C46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9" name="Freeform 3593">
                <a:extLst>
                  <a:ext uri="{FF2B5EF4-FFF2-40B4-BE49-F238E27FC236}">
                    <a16:creationId xmlns:a16="http://schemas.microsoft.com/office/drawing/2014/main" id="{FE15A797-C39E-4720-B8F2-193A2F990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535"/>
                <a:ext cx="148" cy="76"/>
              </a:xfrm>
              <a:custGeom>
                <a:avLst/>
                <a:gdLst>
                  <a:gd name="T0" fmla="*/ 247 w 82"/>
                  <a:gd name="T1" fmla="*/ 1489 h 39"/>
                  <a:gd name="T2" fmla="*/ 2068 w 82"/>
                  <a:gd name="T3" fmla="*/ 820 h 39"/>
                  <a:gd name="T4" fmla="*/ 2756 w 82"/>
                  <a:gd name="T5" fmla="*/ 1428 h 39"/>
                  <a:gd name="T6" fmla="*/ 2756 w 82"/>
                  <a:gd name="T7" fmla="*/ 1428 h 39"/>
                  <a:gd name="T8" fmla="*/ 2740 w 82"/>
                  <a:gd name="T9" fmla="*/ 1370 h 39"/>
                  <a:gd name="T10" fmla="*/ 1928 w 82"/>
                  <a:gd name="T11" fmla="*/ 505 h 39"/>
                  <a:gd name="T12" fmla="*/ 94 w 82"/>
                  <a:gd name="T13" fmla="*/ 984 h 39"/>
                  <a:gd name="T14" fmla="*/ 211 w 82"/>
                  <a:gd name="T15" fmla="*/ 2130 h 39"/>
                  <a:gd name="T16" fmla="*/ 247 w 82"/>
                  <a:gd name="T17" fmla="*/ 1489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39">
                    <a:moveTo>
                      <a:pt x="7" y="27"/>
                    </a:moveTo>
                    <a:cubicBezTo>
                      <a:pt x="13" y="12"/>
                      <a:pt x="37" y="6"/>
                      <a:pt x="60" y="15"/>
                    </a:cubicBezTo>
                    <a:cubicBezTo>
                      <a:pt x="67" y="18"/>
                      <a:pt x="75" y="22"/>
                      <a:pt x="80" y="26"/>
                    </a:cubicBezTo>
                    <a:cubicBezTo>
                      <a:pt x="81" y="27"/>
                      <a:pt x="82" y="29"/>
                      <a:pt x="80" y="26"/>
                    </a:cubicBezTo>
                    <a:cubicBezTo>
                      <a:pt x="80" y="26"/>
                      <a:pt x="79" y="25"/>
                      <a:pt x="79" y="25"/>
                    </a:cubicBezTo>
                    <a:cubicBezTo>
                      <a:pt x="73" y="19"/>
                      <a:pt x="66" y="13"/>
                      <a:pt x="56" y="9"/>
                    </a:cubicBezTo>
                    <a:cubicBezTo>
                      <a:pt x="33" y="0"/>
                      <a:pt x="9" y="3"/>
                      <a:pt x="3" y="18"/>
                    </a:cubicBezTo>
                    <a:cubicBezTo>
                      <a:pt x="0" y="25"/>
                      <a:pt x="2" y="32"/>
                      <a:pt x="6" y="39"/>
                    </a:cubicBezTo>
                    <a:cubicBezTo>
                      <a:pt x="5" y="35"/>
                      <a:pt x="5" y="31"/>
                      <a:pt x="7" y="27"/>
                    </a:cubicBezTo>
                    <a:close/>
                  </a:path>
                </a:pathLst>
              </a:custGeom>
              <a:solidFill>
                <a:srgbClr val="F9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0" name="Freeform 3594">
                <a:extLst>
                  <a:ext uri="{FF2B5EF4-FFF2-40B4-BE49-F238E27FC236}">
                    <a16:creationId xmlns:a16="http://schemas.microsoft.com/office/drawing/2014/main" id="{7E8BF15F-6BB9-493D-92BA-F37669E49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2551"/>
                <a:ext cx="20" cy="21"/>
              </a:xfrm>
              <a:custGeom>
                <a:avLst/>
                <a:gdLst>
                  <a:gd name="T0" fmla="*/ 80 w 11"/>
                  <a:gd name="T1" fmla="*/ 105 h 11"/>
                  <a:gd name="T2" fmla="*/ 318 w 11"/>
                  <a:gd name="T3" fmla="*/ 105 h 11"/>
                  <a:gd name="T4" fmla="*/ 318 w 11"/>
                  <a:gd name="T5" fmla="*/ 422 h 11"/>
                  <a:gd name="T6" fmla="*/ 80 w 11"/>
                  <a:gd name="T7" fmla="*/ 422 h 11"/>
                  <a:gd name="T8" fmla="*/ 80 w 11"/>
                  <a:gd name="T9" fmla="*/ 10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2" y="2"/>
                    </a:moveTo>
                    <a:cubicBezTo>
                      <a:pt x="4" y="0"/>
                      <a:pt x="7" y="0"/>
                      <a:pt x="9" y="2"/>
                    </a:cubicBezTo>
                    <a:cubicBezTo>
                      <a:pt x="11" y="4"/>
                      <a:pt x="11" y="7"/>
                      <a:pt x="9" y="9"/>
                    </a:cubicBezTo>
                    <a:cubicBezTo>
                      <a:pt x="7" y="11"/>
                      <a:pt x="4" y="11"/>
                      <a:pt x="2" y="9"/>
                    </a:cubicBezTo>
                    <a:cubicBezTo>
                      <a:pt x="0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1" name="Freeform 3595">
                <a:extLst>
                  <a:ext uri="{FF2B5EF4-FFF2-40B4-BE49-F238E27FC236}">
                    <a16:creationId xmlns:a16="http://schemas.microsoft.com/office/drawing/2014/main" id="{8E55F26A-A6D9-4FD0-B51F-5B8425E0E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553"/>
                <a:ext cx="16" cy="17"/>
              </a:xfrm>
              <a:custGeom>
                <a:avLst/>
                <a:gdLst>
                  <a:gd name="T0" fmla="*/ 66 w 9"/>
                  <a:gd name="T1" fmla="*/ 100 h 9"/>
                  <a:gd name="T2" fmla="*/ 208 w 9"/>
                  <a:gd name="T3" fmla="*/ 100 h 9"/>
                  <a:gd name="T4" fmla="*/ 208 w 9"/>
                  <a:gd name="T5" fmla="*/ 317 h 9"/>
                  <a:gd name="T6" fmla="*/ 66 w 9"/>
                  <a:gd name="T7" fmla="*/ 317 h 9"/>
                  <a:gd name="T8" fmla="*/ 66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2" name="Freeform 3596">
                <a:extLst>
                  <a:ext uri="{FF2B5EF4-FFF2-40B4-BE49-F238E27FC236}">
                    <a16:creationId xmlns:a16="http://schemas.microsoft.com/office/drawing/2014/main" id="{E99E8BDD-2459-4765-9E72-3F2B27B81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564"/>
                <a:ext cx="11" cy="10"/>
              </a:xfrm>
              <a:custGeom>
                <a:avLst/>
                <a:gdLst>
                  <a:gd name="T0" fmla="*/ 44 w 6"/>
                  <a:gd name="T1" fmla="*/ 64 h 5"/>
                  <a:gd name="T2" fmla="*/ 193 w 6"/>
                  <a:gd name="T3" fmla="*/ 64 h 5"/>
                  <a:gd name="T4" fmla="*/ 193 w 6"/>
                  <a:gd name="T5" fmla="*/ 256 h 5"/>
                  <a:gd name="T6" fmla="*/ 44 w 6"/>
                  <a:gd name="T7" fmla="*/ 256 h 5"/>
                  <a:gd name="T8" fmla="*/ 44 w 6"/>
                  <a:gd name="T9" fmla="*/ 6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3" name="Freeform 3597">
                <a:extLst>
                  <a:ext uri="{FF2B5EF4-FFF2-40B4-BE49-F238E27FC236}">
                    <a16:creationId xmlns:a16="http://schemas.microsoft.com/office/drawing/2014/main" id="{8CEF31ED-1D24-49C1-9159-30E8E3553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309"/>
                <a:ext cx="38" cy="26"/>
              </a:xfrm>
              <a:custGeom>
                <a:avLst/>
                <a:gdLst>
                  <a:gd name="T0" fmla="*/ 0 w 21"/>
                  <a:gd name="T1" fmla="*/ 448 h 13"/>
                  <a:gd name="T2" fmla="*/ 266 w 21"/>
                  <a:gd name="T3" fmla="*/ 0 h 13"/>
                  <a:gd name="T4" fmla="*/ 740 w 21"/>
                  <a:gd name="T5" fmla="*/ 832 h 13"/>
                  <a:gd name="T6" fmla="*/ 0 w 21"/>
                  <a:gd name="T7" fmla="*/ 44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0" y="7"/>
                    </a:moveTo>
                    <a:cubicBezTo>
                      <a:pt x="4" y="5"/>
                      <a:pt x="8" y="0"/>
                      <a:pt x="8" y="0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3" y="6"/>
                      <a:pt x="3" y="6"/>
                      <a:pt x="0" y="7"/>
                    </a:cubicBezTo>
                    <a:close/>
                  </a:path>
                </a:pathLst>
              </a:custGeom>
              <a:solidFill>
                <a:srgbClr val="67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4" name="Oval 3598">
                <a:extLst>
                  <a:ext uri="{FF2B5EF4-FFF2-40B4-BE49-F238E27FC236}">
                    <a16:creationId xmlns:a16="http://schemas.microsoft.com/office/drawing/2014/main" id="{17681FC8-B918-410B-84AA-E391C6A17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5" y="773"/>
                <a:ext cx="177" cy="118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355" name="Freeform 3599">
                <a:extLst>
                  <a:ext uri="{FF2B5EF4-FFF2-40B4-BE49-F238E27FC236}">
                    <a16:creationId xmlns:a16="http://schemas.microsoft.com/office/drawing/2014/main" id="{CA2DAC28-CC06-4E78-B2B5-1535B3588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889"/>
                <a:ext cx="29" cy="73"/>
              </a:xfrm>
              <a:custGeom>
                <a:avLst/>
                <a:gdLst>
                  <a:gd name="T0" fmla="*/ 292 w 16"/>
                  <a:gd name="T1" fmla="*/ 56 h 38"/>
                  <a:gd name="T2" fmla="*/ 0 w 16"/>
                  <a:gd name="T3" fmla="*/ 0 h 38"/>
                  <a:gd name="T4" fmla="*/ 0 w 16"/>
                  <a:gd name="T5" fmla="*/ 1908 h 38"/>
                  <a:gd name="T6" fmla="*/ 0 w 16"/>
                  <a:gd name="T7" fmla="*/ 1908 h 38"/>
                  <a:gd name="T8" fmla="*/ 292 w 16"/>
                  <a:gd name="T9" fmla="*/ 1908 h 38"/>
                  <a:gd name="T10" fmla="*/ 571 w 16"/>
                  <a:gd name="T11" fmla="*/ 1908 h 38"/>
                  <a:gd name="T12" fmla="*/ 571 w 16"/>
                  <a:gd name="T13" fmla="*/ 1908 h 38"/>
                  <a:gd name="T14" fmla="*/ 571 w 16"/>
                  <a:gd name="T15" fmla="*/ 0 h 38"/>
                  <a:gd name="T16" fmla="*/ 292 w 16"/>
                  <a:gd name="T17" fmla="*/ 56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38">
                    <a:moveTo>
                      <a:pt x="8" y="1"/>
                    </a:moveTo>
                    <a:cubicBezTo>
                      <a:pt x="6" y="1"/>
                      <a:pt x="3" y="0"/>
                      <a:pt x="0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38"/>
                      <a:pt x="6" y="38"/>
                      <a:pt x="8" y="38"/>
                    </a:cubicBezTo>
                    <a:cubicBezTo>
                      <a:pt x="11" y="38"/>
                      <a:pt x="14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1" y="1"/>
                      <a:pt x="8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6" name="Oval 3600">
                <a:extLst>
                  <a:ext uri="{FF2B5EF4-FFF2-40B4-BE49-F238E27FC236}">
                    <a16:creationId xmlns:a16="http://schemas.microsoft.com/office/drawing/2014/main" id="{C85A6AE6-994E-41F4-B7EE-EB7FA4859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5" y="2614"/>
                <a:ext cx="177" cy="118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357" name="Freeform 3601">
                <a:extLst>
                  <a:ext uri="{FF2B5EF4-FFF2-40B4-BE49-F238E27FC236}">
                    <a16:creationId xmlns:a16="http://schemas.microsoft.com/office/drawing/2014/main" id="{FD6EDDC6-20B8-4AFD-BF4F-854A817FA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543"/>
                <a:ext cx="29" cy="71"/>
              </a:xfrm>
              <a:custGeom>
                <a:avLst/>
                <a:gdLst>
                  <a:gd name="T0" fmla="*/ 292 w 16"/>
                  <a:gd name="T1" fmla="*/ 1844 h 37"/>
                  <a:gd name="T2" fmla="*/ 0 w 16"/>
                  <a:gd name="T3" fmla="*/ 1844 h 37"/>
                  <a:gd name="T4" fmla="*/ 0 w 16"/>
                  <a:gd name="T5" fmla="*/ 0 h 37"/>
                  <a:gd name="T6" fmla="*/ 0 w 16"/>
                  <a:gd name="T7" fmla="*/ 0 h 37"/>
                  <a:gd name="T8" fmla="*/ 292 w 16"/>
                  <a:gd name="T9" fmla="*/ 0 h 37"/>
                  <a:gd name="T10" fmla="*/ 571 w 16"/>
                  <a:gd name="T11" fmla="*/ 0 h 37"/>
                  <a:gd name="T12" fmla="*/ 571 w 16"/>
                  <a:gd name="T13" fmla="*/ 0 h 37"/>
                  <a:gd name="T14" fmla="*/ 571 w 16"/>
                  <a:gd name="T15" fmla="*/ 1844 h 37"/>
                  <a:gd name="T16" fmla="*/ 292 w 16"/>
                  <a:gd name="T17" fmla="*/ 1844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37">
                    <a:moveTo>
                      <a:pt x="8" y="37"/>
                    </a:moveTo>
                    <a:cubicBezTo>
                      <a:pt x="6" y="37"/>
                      <a:pt x="3" y="37"/>
                      <a:pt x="0" y="3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6" y="0"/>
                      <a:pt x="8" y="0"/>
                    </a:cubicBezTo>
                    <a:cubicBezTo>
                      <a:pt x="11" y="0"/>
                      <a:pt x="14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4" y="37"/>
                      <a:pt x="11" y="37"/>
                      <a:pt x="8" y="3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8" name="Oval 3602">
                <a:extLst>
                  <a:ext uri="{FF2B5EF4-FFF2-40B4-BE49-F238E27FC236}">
                    <a16:creationId xmlns:a16="http://schemas.microsoft.com/office/drawing/2014/main" id="{5AC9A63A-F071-4227-86B2-D9DB76727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1657"/>
                <a:ext cx="110" cy="189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359" name="Freeform 3603">
                <a:extLst>
                  <a:ext uri="{FF2B5EF4-FFF2-40B4-BE49-F238E27FC236}">
                    <a16:creationId xmlns:a16="http://schemas.microsoft.com/office/drawing/2014/main" id="{CCA03AFB-AFF2-4FD5-8955-B422C4B70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736"/>
                <a:ext cx="67" cy="31"/>
              </a:xfrm>
              <a:custGeom>
                <a:avLst/>
                <a:gdLst>
                  <a:gd name="T0" fmla="*/ 1302 w 37"/>
                  <a:gd name="T1" fmla="*/ 436 h 16"/>
                  <a:gd name="T2" fmla="*/ 1302 w 37"/>
                  <a:gd name="T3" fmla="*/ 0 h 16"/>
                  <a:gd name="T4" fmla="*/ 0 w 37"/>
                  <a:gd name="T5" fmla="*/ 0 h 16"/>
                  <a:gd name="T6" fmla="*/ 0 w 37"/>
                  <a:gd name="T7" fmla="*/ 0 h 16"/>
                  <a:gd name="T8" fmla="*/ 0 w 37"/>
                  <a:gd name="T9" fmla="*/ 436 h 16"/>
                  <a:gd name="T10" fmla="*/ 0 w 37"/>
                  <a:gd name="T11" fmla="*/ 845 h 16"/>
                  <a:gd name="T12" fmla="*/ 0 w 37"/>
                  <a:gd name="T13" fmla="*/ 845 h 16"/>
                  <a:gd name="T14" fmla="*/ 1302 w 37"/>
                  <a:gd name="T15" fmla="*/ 845 h 16"/>
                  <a:gd name="T16" fmla="*/ 1302 w 37"/>
                  <a:gd name="T17" fmla="*/ 436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6">
                    <a:moveTo>
                      <a:pt x="37" y="8"/>
                    </a:moveTo>
                    <a:cubicBezTo>
                      <a:pt x="37" y="6"/>
                      <a:pt x="37" y="3"/>
                      <a:pt x="3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6"/>
                      <a:pt x="0" y="8"/>
                    </a:cubicBezTo>
                    <a:cubicBezTo>
                      <a:pt x="0" y="11"/>
                      <a:pt x="0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4"/>
                      <a:pt x="37" y="11"/>
                      <a:pt x="37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0" name="Oval 3604">
                <a:extLst>
                  <a:ext uri="{FF2B5EF4-FFF2-40B4-BE49-F238E27FC236}">
                    <a16:creationId xmlns:a16="http://schemas.microsoft.com/office/drawing/2014/main" id="{C0C3974B-271C-4B74-9EA7-0E7ED9740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6" y="1657"/>
                <a:ext cx="110" cy="189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361" name="Freeform 3605">
                <a:extLst>
                  <a:ext uri="{FF2B5EF4-FFF2-40B4-BE49-F238E27FC236}">
                    <a16:creationId xmlns:a16="http://schemas.microsoft.com/office/drawing/2014/main" id="{127C37C3-5023-40B3-BE49-5B864577A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736"/>
                <a:ext cx="69" cy="31"/>
              </a:xfrm>
              <a:custGeom>
                <a:avLst/>
                <a:gdLst>
                  <a:gd name="T0" fmla="*/ 44 w 38"/>
                  <a:gd name="T1" fmla="*/ 436 h 16"/>
                  <a:gd name="T2" fmla="*/ 0 w 38"/>
                  <a:gd name="T3" fmla="*/ 0 h 16"/>
                  <a:gd name="T4" fmla="*/ 1358 w 38"/>
                  <a:gd name="T5" fmla="*/ 0 h 16"/>
                  <a:gd name="T6" fmla="*/ 1358 w 38"/>
                  <a:gd name="T7" fmla="*/ 0 h 16"/>
                  <a:gd name="T8" fmla="*/ 1358 w 38"/>
                  <a:gd name="T9" fmla="*/ 436 h 16"/>
                  <a:gd name="T10" fmla="*/ 1358 w 38"/>
                  <a:gd name="T11" fmla="*/ 845 h 16"/>
                  <a:gd name="T12" fmla="*/ 1358 w 38"/>
                  <a:gd name="T13" fmla="*/ 845 h 16"/>
                  <a:gd name="T14" fmla="*/ 0 w 38"/>
                  <a:gd name="T15" fmla="*/ 845 h 16"/>
                  <a:gd name="T16" fmla="*/ 44 w 38"/>
                  <a:gd name="T17" fmla="*/ 436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6">
                    <a:moveTo>
                      <a:pt x="1" y="8"/>
                    </a:moveTo>
                    <a:cubicBezTo>
                      <a:pt x="1" y="6"/>
                      <a:pt x="1" y="3"/>
                      <a:pt x="0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3"/>
                      <a:pt x="38" y="6"/>
                      <a:pt x="38" y="8"/>
                    </a:cubicBezTo>
                    <a:cubicBezTo>
                      <a:pt x="38" y="11"/>
                      <a:pt x="38" y="14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4"/>
                      <a:pt x="1" y="11"/>
                      <a:pt x="1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2" name="Freeform 3606">
                <a:extLst>
                  <a:ext uri="{FF2B5EF4-FFF2-40B4-BE49-F238E27FC236}">
                    <a16:creationId xmlns:a16="http://schemas.microsoft.com/office/drawing/2014/main" id="{B104DF58-3CF0-4F1A-A5A7-9BE82EFF1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010"/>
                <a:ext cx="169" cy="180"/>
              </a:xfrm>
              <a:custGeom>
                <a:avLst/>
                <a:gdLst>
                  <a:gd name="T0" fmla="*/ 2909 w 93"/>
                  <a:gd name="T1" fmla="*/ 4324 h 93"/>
                  <a:gd name="T2" fmla="*/ 2453 w 93"/>
                  <a:gd name="T3" fmla="*/ 1305 h 93"/>
                  <a:gd name="T4" fmla="*/ 440 w 93"/>
                  <a:gd name="T5" fmla="*/ 629 h 93"/>
                  <a:gd name="T6" fmla="*/ 894 w 93"/>
                  <a:gd name="T7" fmla="*/ 3581 h 93"/>
                  <a:gd name="T8" fmla="*/ 2909 w 93"/>
                  <a:gd name="T9" fmla="*/ 4324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3">
                    <a:moveTo>
                      <a:pt x="81" y="82"/>
                    </a:moveTo>
                    <a:cubicBezTo>
                      <a:pt x="93" y="70"/>
                      <a:pt x="87" y="45"/>
                      <a:pt x="68" y="25"/>
                    </a:cubicBezTo>
                    <a:cubicBezTo>
                      <a:pt x="49" y="6"/>
                      <a:pt x="24" y="0"/>
                      <a:pt x="12" y="12"/>
                    </a:cubicBezTo>
                    <a:cubicBezTo>
                      <a:pt x="0" y="24"/>
                      <a:pt x="6" y="49"/>
                      <a:pt x="25" y="68"/>
                    </a:cubicBezTo>
                    <a:cubicBezTo>
                      <a:pt x="44" y="88"/>
                      <a:pt x="70" y="93"/>
                      <a:pt x="81" y="8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3" name="Freeform 3607">
                <a:extLst>
                  <a:ext uri="{FF2B5EF4-FFF2-40B4-BE49-F238E27FC236}">
                    <a16:creationId xmlns:a16="http://schemas.microsoft.com/office/drawing/2014/main" id="{6938C256-C110-4FF3-8489-404EDC5C0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130"/>
                <a:ext cx="69" cy="73"/>
              </a:xfrm>
              <a:custGeom>
                <a:avLst/>
                <a:gdLst>
                  <a:gd name="T0" fmla="*/ 1144 w 38"/>
                  <a:gd name="T1" fmla="*/ 313 h 38"/>
                  <a:gd name="T2" fmla="*/ 970 w 38"/>
                  <a:gd name="T3" fmla="*/ 0 h 38"/>
                  <a:gd name="T4" fmla="*/ 0 w 38"/>
                  <a:gd name="T5" fmla="*/ 1362 h 38"/>
                  <a:gd name="T6" fmla="*/ 0 w 38"/>
                  <a:gd name="T7" fmla="*/ 1362 h 38"/>
                  <a:gd name="T8" fmla="*/ 214 w 38"/>
                  <a:gd name="T9" fmla="*/ 1646 h 38"/>
                  <a:gd name="T10" fmla="*/ 439 w 38"/>
                  <a:gd name="T11" fmla="*/ 1908 h 38"/>
                  <a:gd name="T12" fmla="*/ 439 w 38"/>
                  <a:gd name="T13" fmla="*/ 1908 h 38"/>
                  <a:gd name="T14" fmla="*/ 1358 w 38"/>
                  <a:gd name="T15" fmla="*/ 601 h 38"/>
                  <a:gd name="T16" fmla="*/ 1144 w 38"/>
                  <a:gd name="T17" fmla="*/ 313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8">
                    <a:moveTo>
                      <a:pt x="32" y="6"/>
                    </a:moveTo>
                    <a:cubicBezTo>
                      <a:pt x="30" y="5"/>
                      <a:pt x="28" y="3"/>
                      <a:pt x="27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" y="29"/>
                      <a:pt x="4" y="31"/>
                      <a:pt x="6" y="33"/>
                    </a:cubicBezTo>
                    <a:cubicBezTo>
                      <a:pt x="8" y="35"/>
                      <a:pt x="10" y="36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6" y="10"/>
                      <a:pt x="34" y="8"/>
                      <a:pt x="32" y="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4" name="Freeform 3608">
                <a:extLst>
                  <a:ext uri="{FF2B5EF4-FFF2-40B4-BE49-F238E27FC236}">
                    <a16:creationId xmlns:a16="http://schemas.microsoft.com/office/drawing/2014/main" id="{69E00C5B-EEE9-45FF-BC19-543DFEEA2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313"/>
                <a:ext cx="171" cy="180"/>
              </a:xfrm>
              <a:custGeom>
                <a:avLst/>
                <a:gdLst>
                  <a:gd name="T0" fmla="*/ 2969 w 94"/>
                  <a:gd name="T1" fmla="*/ 4264 h 93"/>
                  <a:gd name="T2" fmla="*/ 897 w 94"/>
                  <a:gd name="T3" fmla="*/ 3581 h 93"/>
                  <a:gd name="T4" fmla="*/ 440 w 94"/>
                  <a:gd name="T5" fmla="*/ 629 h 93"/>
                  <a:gd name="T6" fmla="*/ 2512 w 94"/>
                  <a:gd name="T7" fmla="*/ 1305 h 93"/>
                  <a:gd name="T8" fmla="*/ 2969 w 94"/>
                  <a:gd name="T9" fmla="*/ 4264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93">
                    <a:moveTo>
                      <a:pt x="82" y="81"/>
                    </a:moveTo>
                    <a:cubicBezTo>
                      <a:pt x="70" y="93"/>
                      <a:pt x="45" y="87"/>
                      <a:pt x="25" y="68"/>
                    </a:cubicBezTo>
                    <a:cubicBezTo>
                      <a:pt x="6" y="49"/>
                      <a:pt x="0" y="24"/>
                      <a:pt x="12" y="12"/>
                    </a:cubicBezTo>
                    <a:cubicBezTo>
                      <a:pt x="24" y="0"/>
                      <a:pt x="49" y="6"/>
                      <a:pt x="69" y="25"/>
                    </a:cubicBezTo>
                    <a:cubicBezTo>
                      <a:pt x="88" y="44"/>
                      <a:pt x="94" y="69"/>
                      <a:pt x="82" y="8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5" name="Freeform 3609">
                <a:extLst>
                  <a:ext uri="{FF2B5EF4-FFF2-40B4-BE49-F238E27FC236}">
                    <a16:creationId xmlns:a16="http://schemas.microsoft.com/office/drawing/2014/main" id="{D3F91B69-D861-4E0F-9AA6-6C8889BD5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300"/>
                <a:ext cx="66" cy="73"/>
              </a:xfrm>
              <a:custGeom>
                <a:avLst/>
                <a:gdLst>
                  <a:gd name="T0" fmla="*/ 203 w 37"/>
                  <a:gd name="T1" fmla="*/ 1594 h 38"/>
                  <a:gd name="T2" fmla="*/ 0 w 37"/>
                  <a:gd name="T3" fmla="*/ 1362 h 38"/>
                  <a:gd name="T4" fmla="*/ 828 w 37"/>
                  <a:gd name="T5" fmla="*/ 0 h 38"/>
                  <a:gd name="T6" fmla="*/ 828 w 37"/>
                  <a:gd name="T7" fmla="*/ 0 h 38"/>
                  <a:gd name="T8" fmla="*/ 1035 w 37"/>
                  <a:gd name="T9" fmla="*/ 313 h 38"/>
                  <a:gd name="T10" fmla="*/ 1193 w 37"/>
                  <a:gd name="T11" fmla="*/ 601 h 38"/>
                  <a:gd name="T12" fmla="*/ 1193 w 37"/>
                  <a:gd name="T13" fmla="*/ 601 h 38"/>
                  <a:gd name="T14" fmla="*/ 362 w 37"/>
                  <a:gd name="T15" fmla="*/ 1908 h 38"/>
                  <a:gd name="T16" fmla="*/ 203 w 37"/>
                  <a:gd name="T17" fmla="*/ 1594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8">
                    <a:moveTo>
                      <a:pt x="6" y="32"/>
                    </a:moveTo>
                    <a:cubicBezTo>
                      <a:pt x="4" y="30"/>
                      <a:pt x="2" y="28"/>
                      <a:pt x="0" y="27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8" y="2"/>
                      <a:pt x="30" y="4"/>
                      <a:pt x="32" y="6"/>
                    </a:cubicBezTo>
                    <a:cubicBezTo>
                      <a:pt x="34" y="8"/>
                      <a:pt x="36" y="10"/>
                      <a:pt x="37" y="12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9" y="36"/>
                      <a:pt x="7" y="34"/>
                      <a:pt x="6" y="3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6" name="Freeform 3610">
                <a:extLst>
                  <a:ext uri="{FF2B5EF4-FFF2-40B4-BE49-F238E27FC236}">
                    <a16:creationId xmlns:a16="http://schemas.microsoft.com/office/drawing/2014/main" id="{CF62FDE0-BDA3-46FF-896D-E11C5B573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313"/>
                <a:ext cx="169" cy="180"/>
              </a:xfrm>
              <a:custGeom>
                <a:avLst/>
                <a:gdLst>
                  <a:gd name="T0" fmla="*/ 440 w 93"/>
                  <a:gd name="T1" fmla="*/ 4264 h 93"/>
                  <a:gd name="T2" fmla="*/ 2453 w 93"/>
                  <a:gd name="T3" fmla="*/ 3581 h 93"/>
                  <a:gd name="T4" fmla="*/ 2909 w 93"/>
                  <a:gd name="T5" fmla="*/ 629 h 93"/>
                  <a:gd name="T6" fmla="*/ 894 w 93"/>
                  <a:gd name="T7" fmla="*/ 1305 h 93"/>
                  <a:gd name="T8" fmla="*/ 440 w 93"/>
                  <a:gd name="T9" fmla="*/ 4264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3">
                    <a:moveTo>
                      <a:pt x="12" y="81"/>
                    </a:moveTo>
                    <a:cubicBezTo>
                      <a:pt x="24" y="93"/>
                      <a:pt x="49" y="87"/>
                      <a:pt x="68" y="68"/>
                    </a:cubicBezTo>
                    <a:cubicBezTo>
                      <a:pt x="87" y="49"/>
                      <a:pt x="93" y="24"/>
                      <a:pt x="81" y="12"/>
                    </a:cubicBezTo>
                    <a:cubicBezTo>
                      <a:pt x="70" y="0"/>
                      <a:pt x="44" y="6"/>
                      <a:pt x="25" y="25"/>
                    </a:cubicBezTo>
                    <a:cubicBezTo>
                      <a:pt x="6" y="44"/>
                      <a:pt x="0" y="69"/>
                      <a:pt x="12" y="8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7" name="Freeform 3611">
                <a:extLst>
                  <a:ext uri="{FF2B5EF4-FFF2-40B4-BE49-F238E27FC236}">
                    <a16:creationId xmlns:a16="http://schemas.microsoft.com/office/drawing/2014/main" id="{1573F8B7-00EF-48D2-98A3-357851E6C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300"/>
                <a:ext cx="69" cy="73"/>
              </a:xfrm>
              <a:custGeom>
                <a:avLst/>
                <a:gdLst>
                  <a:gd name="T0" fmla="*/ 1144 w 38"/>
                  <a:gd name="T1" fmla="*/ 1594 h 38"/>
                  <a:gd name="T2" fmla="*/ 1358 w 38"/>
                  <a:gd name="T3" fmla="*/ 1362 h 38"/>
                  <a:gd name="T4" fmla="*/ 439 w 38"/>
                  <a:gd name="T5" fmla="*/ 0 h 38"/>
                  <a:gd name="T6" fmla="*/ 439 w 38"/>
                  <a:gd name="T7" fmla="*/ 0 h 38"/>
                  <a:gd name="T8" fmla="*/ 214 w 38"/>
                  <a:gd name="T9" fmla="*/ 313 h 38"/>
                  <a:gd name="T10" fmla="*/ 0 w 38"/>
                  <a:gd name="T11" fmla="*/ 601 h 38"/>
                  <a:gd name="T12" fmla="*/ 0 w 38"/>
                  <a:gd name="T13" fmla="*/ 601 h 38"/>
                  <a:gd name="T14" fmla="*/ 970 w 38"/>
                  <a:gd name="T15" fmla="*/ 1908 h 38"/>
                  <a:gd name="T16" fmla="*/ 1144 w 38"/>
                  <a:gd name="T17" fmla="*/ 1594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8">
                    <a:moveTo>
                      <a:pt x="32" y="32"/>
                    </a:moveTo>
                    <a:cubicBezTo>
                      <a:pt x="34" y="30"/>
                      <a:pt x="36" y="28"/>
                      <a:pt x="38" y="27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2"/>
                      <a:pt x="8" y="4"/>
                      <a:pt x="6" y="6"/>
                    </a:cubicBezTo>
                    <a:cubicBezTo>
                      <a:pt x="4" y="8"/>
                      <a:pt x="2" y="10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8" y="36"/>
                      <a:pt x="30" y="34"/>
                      <a:pt x="32" y="3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8" name="Freeform 3612">
                <a:extLst>
                  <a:ext uri="{FF2B5EF4-FFF2-40B4-BE49-F238E27FC236}">
                    <a16:creationId xmlns:a16="http://schemas.microsoft.com/office/drawing/2014/main" id="{B7242D23-8477-474E-BEB7-CC5AB9CD8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010"/>
                <a:ext cx="171" cy="180"/>
              </a:xfrm>
              <a:custGeom>
                <a:avLst/>
                <a:gdLst>
                  <a:gd name="T0" fmla="*/ 440 w 94"/>
                  <a:gd name="T1" fmla="*/ 4324 h 93"/>
                  <a:gd name="T2" fmla="*/ 897 w 94"/>
                  <a:gd name="T3" fmla="*/ 1305 h 93"/>
                  <a:gd name="T4" fmla="*/ 2969 w 94"/>
                  <a:gd name="T5" fmla="*/ 629 h 93"/>
                  <a:gd name="T6" fmla="*/ 2512 w 94"/>
                  <a:gd name="T7" fmla="*/ 3581 h 93"/>
                  <a:gd name="T8" fmla="*/ 440 w 94"/>
                  <a:gd name="T9" fmla="*/ 4324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93">
                    <a:moveTo>
                      <a:pt x="12" y="82"/>
                    </a:moveTo>
                    <a:cubicBezTo>
                      <a:pt x="0" y="70"/>
                      <a:pt x="6" y="45"/>
                      <a:pt x="25" y="25"/>
                    </a:cubicBezTo>
                    <a:cubicBezTo>
                      <a:pt x="45" y="6"/>
                      <a:pt x="70" y="0"/>
                      <a:pt x="82" y="12"/>
                    </a:cubicBezTo>
                    <a:cubicBezTo>
                      <a:pt x="94" y="24"/>
                      <a:pt x="88" y="49"/>
                      <a:pt x="69" y="68"/>
                    </a:cubicBezTo>
                    <a:cubicBezTo>
                      <a:pt x="49" y="88"/>
                      <a:pt x="24" y="93"/>
                      <a:pt x="12" y="8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9" name="Freeform 3613">
                <a:extLst>
                  <a:ext uri="{FF2B5EF4-FFF2-40B4-BE49-F238E27FC236}">
                    <a16:creationId xmlns:a16="http://schemas.microsoft.com/office/drawing/2014/main" id="{9510583B-5B51-4DC0-8777-12F3B992C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130"/>
                <a:ext cx="66" cy="73"/>
              </a:xfrm>
              <a:custGeom>
                <a:avLst/>
                <a:gdLst>
                  <a:gd name="T0" fmla="*/ 203 w 37"/>
                  <a:gd name="T1" fmla="*/ 313 h 38"/>
                  <a:gd name="T2" fmla="*/ 362 w 37"/>
                  <a:gd name="T3" fmla="*/ 0 h 38"/>
                  <a:gd name="T4" fmla="*/ 1193 w 37"/>
                  <a:gd name="T5" fmla="*/ 1362 h 38"/>
                  <a:gd name="T6" fmla="*/ 1193 w 37"/>
                  <a:gd name="T7" fmla="*/ 1362 h 38"/>
                  <a:gd name="T8" fmla="*/ 1035 w 37"/>
                  <a:gd name="T9" fmla="*/ 1646 h 38"/>
                  <a:gd name="T10" fmla="*/ 828 w 37"/>
                  <a:gd name="T11" fmla="*/ 1908 h 38"/>
                  <a:gd name="T12" fmla="*/ 828 w 37"/>
                  <a:gd name="T13" fmla="*/ 1908 h 38"/>
                  <a:gd name="T14" fmla="*/ 0 w 37"/>
                  <a:gd name="T15" fmla="*/ 601 h 38"/>
                  <a:gd name="T16" fmla="*/ 203 w 37"/>
                  <a:gd name="T17" fmla="*/ 313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8">
                    <a:moveTo>
                      <a:pt x="6" y="6"/>
                    </a:moveTo>
                    <a:cubicBezTo>
                      <a:pt x="7" y="5"/>
                      <a:pt x="9" y="3"/>
                      <a:pt x="11" y="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6" y="29"/>
                      <a:pt x="34" y="31"/>
                      <a:pt x="32" y="33"/>
                    </a:cubicBezTo>
                    <a:cubicBezTo>
                      <a:pt x="30" y="35"/>
                      <a:pt x="28" y="36"/>
                      <a:pt x="26" y="38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0"/>
                      <a:pt x="4" y="8"/>
                      <a:pt x="6" y="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0" name="Freeform 3614">
                <a:extLst>
                  <a:ext uri="{FF2B5EF4-FFF2-40B4-BE49-F238E27FC236}">
                    <a16:creationId xmlns:a16="http://schemas.microsoft.com/office/drawing/2014/main" id="{1744330A-5D8E-45EA-BF2E-FC2F841F4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827"/>
                <a:ext cx="188" cy="149"/>
              </a:xfrm>
              <a:custGeom>
                <a:avLst/>
                <a:gdLst>
                  <a:gd name="T0" fmla="*/ 3373 w 104"/>
                  <a:gd name="T1" fmla="*/ 2984 h 77"/>
                  <a:gd name="T2" fmla="*/ 2245 w 104"/>
                  <a:gd name="T3" fmla="*/ 521 h 77"/>
                  <a:gd name="T4" fmla="*/ 255 w 104"/>
                  <a:gd name="T5" fmla="*/ 1053 h 77"/>
                  <a:gd name="T6" fmla="*/ 1388 w 104"/>
                  <a:gd name="T7" fmla="*/ 3535 h 77"/>
                  <a:gd name="T8" fmla="*/ 3373 w 104"/>
                  <a:gd name="T9" fmla="*/ 298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77">
                    <a:moveTo>
                      <a:pt x="97" y="57"/>
                    </a:moveTo>
                    <a:cubicBezTo>
                      <a:pt x="104" y="42"/>
                      <a:pt x="89" y="21"/>
                      <a:pt x="64" y="10"/>
                    </a:cubicBezTo>
                    <a:cubicBezTo>
                      <a:pt x="39" y="0"/>
                      <a:pt x="13" y="4"/>
                      <a:pt x="7" y="20"/>
                    </a:cubicBezTo>
                    <a:cubicBezTo>
                      <a:pt x="0" y="35"/>
                      <a:pt x="15" y="56"/>
                      <a:pt x="40" y="67"/>
                    </a:cubicBezTo>
                    <a:cubicBezTo>
                      <a:pt x="65" y="77"/>
                      <a:pt x="91" y="73"/>
                      <a:pt x="97" y="5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1" name="Freeform 3615">
                <a:extLst>
                  <a:ext uri="{FF2B5EF4-FFF2-40B4-BE49-F238E27FC236}">
                    <a16:creationId xmlns:a16="http://schemas.microsoft.com/office/drawing/2014/main" id="{9A3CD587-A2F1-41D2-9F70-A784B2480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949"/>
                <a:ext cx="53" cy="79"/>
              </a:xfrm>
              <a:custGeom>
                <a:avLst/>
                <a:gdLst>
                  <a:gd name="T0" fmla="*/ 768 w 29"/>
                  <a:gd name="T1" fmla="*/ 208 h 41"/>
                  <a:gd name="T2" fmla="*/ 537 w 29"/>
                  <a:gd name="T3" fmla="*/ 0 h 41"/>
                  <a:gd name="T4" fmla="*/ 0 w 29"/>
                  <a:gd name="T5" fmla="*/ 1782 h 41"/>
                  <a:gd name="T6" fmla="*/ 0 w 29"/>
                  <a:gd name="T7" fmla="*/ 1782 h 41"/>
                  <a:gd name="T8" fmla="*/ 267 w 29"/>
                  <a:gd name="T9" fmla="*/ 1946 h 41"/>
                  <a:gd name="T10" fmla="*/ 537 w 29"/>
                  <a:gd name="T11" fmla="*/ 2098 h 41"/>
                  <a:gd name="T12" fmla="*/ 548 w 29"/>
                  <a:gd name="T13" fmla="*/ 2098 h 41"/>
                  <a:gd name="T14" fmla="*/ 1078 w 29"/>
                  <a:gd name="T15" fmla="*/ 316 h 41"/>
                  <a:gd name="T16" fmla="*/ 768 w 29"/>
                  <a:gd name="T17" fmla="*/ 208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1">
                    <a:moveTo>
                      <a:pt x="21" y="4"/>
                    </a:moveTo>
                    <a:cubicBezTo>
                      <a:pt x="19" y="3"/>
                      <a:pt x="16" y="1"/>
                      <a:pt x="14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" y="36"/>
                      <a:pt x="5" y="37"/>
                      <a:pt x="7" y="38"/>
                    </a:cubicBezTo>
                    <a:cubicBezTo>
                      <a:pt x="10" y="39"/>
                      <a:pt x="12" y="40"/>
                      <a:pt x="14" y="41"/>
                    </a:cubicBezTo>
                    <a:cubicBezTo>
                      <a:pt x="14" y="41"/>
                      <a:pt x="15" y="41"/>
                      <a:pt x="15" y="41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6" y="6"/>
                      <a:pt x="24" y="5"/>
                      <a:pt x="21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2" name="Freeform 3616">
                <a:extLst>
                  <a:ext uri="{FF2B5EF4-FFF2-40B4-BE49-F238E27FC236}">
                    <a16:creationId xmlns:a16="http://schemas.microsoft.com/office/drawing/2014/main" id="{82202D68-6298-4528-81EB-94920C087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529"/>
                <a:ext cx="188" cy="149"/>
              </a:xfrm>
              <a:custGeom>
                <a:avLst/>
                <a:gdLst>
                  <a:gd name="T0" fmla="*/ 3373 w 104"/>
                  <a:gd name="T1" fmla="*/ 2984 h 77"/>
                  <a:gd name="T2" fmla="*/ 1388 w 104"/>
                  <a:gd name="T3" fmla="*/ 3479 h 77"/>
                  <a:gd name="T4" fmla="*/ 213 w 104"/>
                  <a:gd name="T5" fmla="*/ 1008 h 77"/>
                  <a:gd name="T6" fmla="*/ 2196 w 104"/>
                  <a:gd name="T7" fmla="*/ 521 h 77"/>
                  <a:gd name="T8" fmla="*/ 3373 w 104"/>
                  <a:gd name="T9" fmla="*/ 298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77">
                    <a:moveTo>
                      <a:pt x="97" y="57"/>
                    </a:moveTo>
                    <a:cubicBezTo>
                      <a:pt x="91" y="72"/>
                      <a:pt x="65" y="77"/>
                      <a:pt x="40" y="66"/>
                    </a:cubicBezTo>
                    <a:cubicBezTo>
                      <a:pt x="15" y="56"/>
                      <a:pt x="0" y="35"/>
                      <a:pt x="6" y="19"/>
                    </a:cubicBezTo>
                    <a:cubicBezTo>
                      <a:pt x="13" y="4"/>
                      <a:pt x="38" y="0"/>
                      <a:pt x="63" y="10"/>
                    </a:cubicBezTo>
                    <a:cubicBezTo>
                      <a:pt x="88" y="20"/>
                      <a:pt x="104" y="41"/>
                      <a:pt x="97" y="5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3" name="Freeform 3617">
                <a:extLst>
                  <a:ext uri="{FF2B5EF4-FFF2-40B4-BE49-F238E27FC236}">
                    <a16:creationId xmlns:a16="http://schemas.microsoft.com/office/drawing/2014/main" id="{00F8C4A1-36E2-49FD-820A-A38528B79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477"/>
                <a:ext cx="53" cy="78"/>
              </a:xfrm>
              <a:custGeom>
                <a:avLst/>
                <a:gdLst>
                  <a:gd name="T0" fmla="*/ 267 w 29"/>
                  <a:gd name="T1" fmla="*/ 2022 h 40"/>
                  <a:gd name="T2" fmla="*/ 0 w 29"/>
                  <a:gd name="T3" fmla="*/ 1866 h 40"/>
                  <a:gd name="T4" fmla="*/ 537 w 29"/>
                  <a:gd name="T5" fmla="*/ 0 h 40"/>
                  <a:gd name="T6" fmla="*/ 537 w 29"/>
                  <a:gd name="T7" fmla="*/ 0 h 40"/>
                  <a:gd name="T8" fmla="*/ 811 w 29"/>
                  <a:gd name="T9" fmla="*/ 172 h 40"/>
                  <a:gd name="T10" fmla="*/ 1078 w 29"/>
                  <a:gd name="T11" fmla="*/ 335 h 40"/>
                  <a:gd name="T12" fmla="*/ 1078 w 29"/>
                  <a:gd name="T13" fmla="*/ 335 h 40"/>
                  <a:gd name="T14" fmla="*/ 548 w 29"/>
                  <a:gd name="T15" fmla="*/ 2194 h 40"/>
                  <a:gd name="T16" fmla="*/ 267 w 29"/>
                  <a:gd name="T17" fmla="*/ 2022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0">
                    <a:moveTo>
                      <a:pt x="7" y="37"/>
                    </a:moveTo>
                    <a:cubicBezTo>
                      <a:pt x="5" y="36"/>
                      <a:pt x="2" y="35"/>
                      <a:pt x="0" y="3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7" y="1"/>
                      <a:pt x="19" y="2"/>
                      <a:pt x="22" y="3"/>
                    </a:cubicBezTo>
                    <a:cubicBezTo>
                      <a:pt x="24" y="4"/>
                      <a:pt x="27" y="5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2" y="39"/>
                      <a:pt x="10" y="38"/>
                      <a:pt x="7" y="3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4" name="Freeform 3618">
                <a:extLst>
                  <a:ext uri="{FF2B5EF4-FFF2-40B4-BE49-F238E27FC236}">
                    <a16:creationId xmlns:a16="http://schemas.microsoft.com/office/drawing/2014/main" id="{D8B1C95F-E2DA-4BA9-BAD5-A0D6594E3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004"/>
                <a:ext cx="140" cy="201"/>
              </a:xfrm>
              <a:custGeom>
                <a:avLst/>
                <a:gdLst>
                  <a:gd name="T0" fmla="*/ 698 w 77"/>
                  <a:gd name="T1" fmla="*/ 5039 h 104"/>
                  <a:gd name="T2" fmla="*/ 2380 w 77"/>
                  <a:gd name="T3" fmla="*/ 3351 h 104"/>
                  <a:gd name="T4" fmla="*/ 2065 w 77"/>
                  <a:gd name="T5" fmla="*/ 377 h 104"/>
                  <a:gd name="T6" fmla="*/ 360 w 77"/>
                  <a:gd name="T7" fmla="*/ 2082 h 104"/>
                  <a:gd name="T8" fmla="*/ 698 w 77"/>
                  <a:gd name="T9" fmla="*/ 5039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4">
                    <a:moveTo>
                      <a:pt x="19" y="97"/>
                    </a:moveTo>
                    <a:cubicBezTo>
                      <a:pt x="35" y="104"/>
                      <a:pt x="56" y="89"/>
                      <a:pt x="66" y="64"/>
                    </a:cubicBezTo>
                    <a:cubicBezTo>
                      <a:pt x="77" y="39"/>
                      <a:pt x="73" y="13"/>
                      <a:pt x="57" y="7"/>
                    </a:cubicBezTo>
                    <a:cubicBezTo>
                      <a:pt x="41" y="0"/>
                      <a:pt x="20" y="15"/>
                      <a:pt x="10" y="40"/>
                    </a:cubicBezTo>
                    <a:cubicBezTo>
                      <a:pt x="0" y="65"/>
                      <a:pt x="4" y="91"/>
                      <a:pt x="19" y="9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5" name="Freeform 3619">
                <a:extLst>
                  <a:ext uri="{FF2B5EF4-FFF2-40B4-BE49-F238E27FC236}">
                    <a16:creationId xmlns:a16="http://schemas.microsoft.com/office/drawing/2014/main" id="{3645850F-8AEB-4F47-8D8B-F7638F9D1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041"/>
                <a:ext cx="75" cy="56"/>
              </a:xfrm>
              <a:custGeom>
                <a:avLst/>
                <a:gdLst>
                  <a:gd name="T0" fmla="*/ 1388 w 41"/>
                  <a:gd name="T1" fmla="*/ 1101 h 29"/>
                  <a:gd name="T2" fmla="*/ 1537 w 41"/>
                  <a:gd name="T3" fmla="*/ 720 h 29"/>
                  <a:gd name="T4" fmla="*/ 227 w 41"/>
                  <a:gd name="T5" fmla="*/ 0 h 29"/>
                  <a:gd name="T6" fmla="*/ 227 w 41"/>
                  <a:gd name="T7" fmla="*/ 0 h 29"/>
                  <a:gd name="T8" fmla="*/ 97 w 41"/>
                  <a:gd name="T9" fmla="*/ 373 h 29"/>
                  <a:gd name="T10" fmla="*/ 0 w 41"/>
                  <a:gd name="T11" fmla="*/ 720 h 29"/>
                  <a:gd name="T12" fmla="*/ 0 w 41"/>
                  <a:gd name="T13" fmla="*/ 720 h 29"/>
                  <a:gd name="T14" fmla="*/ 1268 w 41"/>
                  <a:gd name="T15" fmla="*/ 1506 h 29"/>
                  <a:gd name="T16" fmla="*/ 1388 w 41"/>
                  <a:gd name="T17" fmla="*/ 110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37" y="21"/>
                    </a:moveTo>
                    <a:cubicBezTo>
                      <a:pt x="38" y="19"/>
                      <a:pt x="39" y="16"/>
                      <a:pt x="41" y="1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2"/>
                      <a:pt x="4" y="5"/>
                      <a:pt x="3" y="7"/>
                    </a:cubicBezTo>
                    <a:cubicBezTo>
                      <a:pt x="2" y="10"/>
                      <a:pt x="1" y="1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5" y="26"/>
                      <a:pt x="36" y="24"/>
                      <a:pt x="37" y="2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6" name="Freeform 3620">
                <a:extLst>
                  <a:ext uri="{FF2B5EF4-FFF2-40B4-BE49-F238E27FC236}">
                    <a16:creationId xmlns:a16="http://schemas.microsoft.com/office/drawing/2014/main" id="{74400905-DA0B-4A03-9665-32C925032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300"/>
                <a:ext cx="140" cy="199"/>
              </a:xfrm>
              <a:custGeom>
                <a:avLst/>
                <a:gdLst>
                  <a:gd name="T0" fmla="*/ 711 w 77"/>
                  <a:gd name="T1" fmla="*/ 5027 h 103"/>
                  <a:gd name="T2" fmla="*/ 360 w 77"/>
                  <a:gd name="T3" fmla="*/ 2075 h 103"/>
                  <a:gd name="T4" fmla="*/ 2065 w 77"/>
                  <a:gd name="T5" fmla="*/ 317 h 103"/>
                  <a:gd name="T6" fmla="*/ 2429 w 77"/>
                  <a:gd name="T7" fmla="*/ 3288 h 103"/>
                  <a:gd name="T8" fmla="*/ 711 w 77"/>
                  <a:gd name="T9" fmla="*/ 502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3">
                    <a:moveTo>
                      <a:pt x="20" y="97"/>
                    </a:moveTo>
                    <a:cubicBezTo>
                      <a:pt x="4" y="91"/>
                      <a:pt x="0" y="65"/>
                      <a:pt x="10" y="40"/>
                    </a:cubicBezTo>
                    <a:cubicBezTo>
                      <a:pt x="21" y="15"/>
                      <a:pt x="42" y="0"/>
                      <a:pt x="57" y="6"/>
                    </a:cubicBezTo>
                    <a:cubicBezTo>
                      <a:pt x="73" y="13"/>
                      <a:pt x="77" y="38"/>
                      <a:pt x="67" y="63"/>
                    </a:cubicBezTo>
                    <a:cubicBezTo>
                      <a:pt x="56" y="88"/>
                      <a:pt x="35" y="103"/>
                      <a:pt x="20" y="9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7" name="Freeform 3621">
                <a:extLst>
                  <a:ext uri="{FF2B5EF4-FFF2-40B4-BE49-F238E27FC236}">
                    <a16:creationId xmlns:a16="http://schemas.microsoft.com/office/drawing/2014/main" id="{A9C3CA66-D9FC-4623-8667-759DA68F3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408"/>
                <a:ext cx="74" cy="56"/>
              </a:xfrm>
              <a:custGeom>
                <a:avLst/>
                <a:gdLst>
                  <a:gd name="T0" fmla="*/ 137 w 41"/>
                  <a:gd name="T1" fmla="*/ 373 h 29"/>
                  <a:gd name="T2" fmla="*/ 211 w 41"/>
                  <a:gd name="T3" fmla="*/ 0 h 29"/>
                  <a:gd name="T4" fmla="*/ 1424 w 41"/>
                  <a:gd name="T5" fmla="*/ 720 h 29"/>
                  <a:gd name="T6" fmla="*/ 1424 w 41"/>
                  <a:gd name="T7" fmla="*/ 720 h 29"/>
                  <a:gd name="T8" fmla="*/ 1328 w 41"/>
                  <a:gd name="T9" fmla="*/ 1122 h 29"/>
                  <a:gd name="T10" fmla="*/ 1211 w 41"/>
                  <a:gd name="T11" fmla="*/ 1506 h 29"/>
                  <a:gd name="T12" fmla="*/ 1211 w 41"/>
                  <a:gd name="T13" fmla="*/ 1506 h 29"/>
                  <a:gd name="T14" fmla="*/ 0 w 41"/>
                  <a:gd name="T15" fmla="*/ 780 h 29"/>
                  <a:gd name="T16" fmla="*/ 137 w 41"/>
                  <a:gd name="T17" fmla="*/ 373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4" y="7"/>
                    </a:moveTo>
                    <a:cubicBezTo>
                      <a:pt x="5" y="5"/>
                      <a:pt x="6" y="2"/>
                      <a:pt x="6" y="0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7"/>
                      <a:pt x="39" y="19"/>
                      <a:pt x="38" y="22"/>
                    </a:cubicBezTo>
                    <a:cubicBezTo>
                      <a:pt x="37" y="24"/>
                      <a:pt x="36" y="27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2"/>
                      <a:pt x="3" y="10"/>
                      <a:pt x="4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8" name="Freeform 3622">
                <a:extLst>
                  <a:ext uri="{FF2B5EF4-FFF2-40B4-BE49-F238E27FC236}">
                    <a16:creationId xmlns:a16="http://schemas.microsoft.com/office/drawing/2014/main" id="{62C3CACF-BE27-48B0-AB51-913207779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300"/>
                <a:ext cx="140" cy="199"/>
              </a:xfrm>
              <a:custGeom>
                <a:avLst/>
                <a:gdLst>
                  <a:gd name="T0" fmla="*/ 2065 w 77"/>
                  <a:gd name="T1" fmla="*/ 5027 h 103"/>
                  <a:gd name="T2" fmla="*/ 2380 w 77"/>
                  <a:gd name="T3" fmla="*/ 2075 h 103"/>
                  <a:gd name="T4" fmla="*/ 698 w 77"/>
                  <a:gd name="T5" fmla="*/ 317 h 103"/>
                  <a:gd name="T6" fmla="*/ 360 w 77"/>
                  <a:gd name="T7" fmla="*/ 3288 h 103"/>
                  <a:gd name="T8" fmla="*/ 2065 w 77"/>
                  <a:gd name="T9" fmla="*/ 502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3">
                    <a:moveTo>
                      <a:pt x="57" y="97"/>
                    </a:moveTo>
                    <a:cubicBezTo>
                      <a:pt x="73" y="91"/>
                      <a:pt x="77" y="65"/>
                      <a:pt x="66" y="40"/>
                    </a:cubicBezTo>
                    <a:cubicBezTo>
                      <a:pt x="56" y="15"/>
                      <a:pt x="35" y="0"/>
                      <a:pt x="19" y="6"/>
                    </a:cubicBezTo>
                    <a:cubicBezTo>
                      <a:pt x="4" y="13"/>
                      <a:pt x="0" y="38"/>
                      <a:pt x="10" y="63"/>
                    </a:cubicBezTo>
                    <a:cubicBezTo>
                      <a:pt x="20" y="88"/>
                      <a:pt x="41" y="103"/>
                      <a:pt x="57" y="9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9" name="Freeform 3623">
                <a:extLst>
                  <a:ext uri="{FF2B5EF4-FFF2-40B4-BE49-F238E27FC236}">
                    <a16:creationId xmlns:a16="http://schemas.microsoft.com/office/drawing/2014/main" id="{B9391CFF-2C6C-448B-AA6D-4824A143B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408"/>
                <a:ext cx="75" cy="56"/>
              </a:xfrm>
              <a:custGeom>
                <a:avLst/>
                <a:gdLst>
                  <a:gd name="T0" fmla="*/ 1388 w 41"/>
                  <a:gd name="T1" fmla="*/ 373 h 29"/>
                  <a:gd name="T2" fmla="*/ 1268 w 41"/>
                  <a:gd name="T3" fmla="*/ 0 h 29"/>
                  <a:gd name="T4" fmla="*/ 0 w 41"/>
                  <a:gd name="T5" fmla="*/ 720 h 29"/>
                  <a:gd name="T6" fmla="*/ 0 w 41"/>
                  <a:gd name="T7" fmla="*/ 720 h 29"/>
                  <a:gd name="T8" fmla="*/ 97 w 41"/>
                  <a:gd name="T9" fmla="*/ 1122 h 29"/>
                  <a:gd name="T10" fmla="*/ 227 w 41"/>
                  <a:gd name="T11" fmla="*/ 1506 h 29"/>
                  <a:gd name="T12" fmla="*/ 227 w 41"/>
                  <a:gd name="T13" fmla="*/ 1506 h 29"/>
                  <a:gd name="T14" fmla="*/ 1537 w 41"/>
                  <a:gd name="T15" fmla="*/ 780 h 29"/>
                  <a:gd name="T16" fmla="*/ 1388 w 41"/>
                  <a:gd name="T17" fmla="*/ 373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37" y="7"/>
                    </a:moveTo>
                    <a:cubicBezTo>
                      <a:pt x="36" y="5"/>
                      <a:pt x="35" y="2"/>
                      <a:pt x="34" y="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7"/>
                      <a:pt x="2" y="19"/>
                      <a:pt x="3" y="22"/>
                    </a:cubicBezTo>
                    <a:cubicBezTo>
                      <a:pt x="4" y="24"/>
                      <a:pt x="5" y="27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9" y="12"/>
                      <a:pt x="38" y="10"/>
                      <a:pt x="37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0" name="Freeform 3624">
                <a:extLst>
                  <a:ext uri="{FF2B5EF4-FFF2-40B4-BE49-F238E27FC236}">
                    <a16:creationId xmlns:a16="http://schemas.microsoft.com/office/drawing/2014/main" id="{A0D352A4-1865-4D4A-AE8F-E9D496118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004"/>
                <a:ext cx="140" cy="201"/>
              </a:xfrm>
              <a:custGeom>
                <a:avLst/>
                <a:gdLst>
                  <a:gd name="T0" fmla="*/ 2065 w 77"/>
                  <a:gd name="T1" fmla="*/ 5039 h 104"/>
                  <a:gd name="T2" fmla="*/ 360 w 77"/>
                  <a:gd name="T3" fmla="*/ 3351 h 104"/>
                  <a:gd name="T4" fmla="*/ 711 w 77"/>
                  <a:gd name="T5" fmla="*/ 377 h 104"/>
                  <a:gd name="T6" fmla="*/ 2429 w 77"/>
                  <a:gd name="T7" fmla="*/ 2082 h 104"/>
                  <a:gd name="T8" fmla="*/ 2065 w 77"/>
                  <a:gd name="T9" fmla="*/ 5039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04">
                    <a:moveTo>
                      <a:pt x="57" y="97"/>
                    </a:moveTo>
                    <a:cubicBezTo>
                      <a:pt x="42" y="104"/>
                      <a:pt x="21" y="89"/>
                      <a:pt x="10" y="64"/>
                    </a:cubicBezTo>
                    <a:cubicBezTo>
                      <a:pt x="0" y="39"/>
                      <a:pt x="4" y="13"/>
                      <a:pt x="20" y="7"/>
                    </a:cubicBezTo>
                    <a:cubicBezTo>
                      <a:pt x="35" y="0"/>
                      <a:pt x="56" y="15"/>
                      <a:pt x="67" y="40"/>
                    </a:cubicBezTo>
                    <a:cubicBezTo>
                      <a:pt x="77" y="65"/>
                      <a:pt x="73" y="91"/>
                      <a:pt x="57" y="9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1" name="Freeform 3625">
                <a:extLst>
                  <a:ext uri="{FF2B5EF4-FFF2-40B4-BE49-F238E27FC236}">
                    <a16:creationId xmlns:a16="http://schemas.microsoft.com/office/drawing/2014/main" id="{2CB5A082-2CB0-406C-8E45-CDD08BA31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041"/>
                <a:ext cx="74" cy="56"/>
              </a:xfrm>
              <a:custGeom>
                <a:avLst/>
                <a:gdLst>
                  <a:gd name="T0" fmla="*/ 137 w 41"/>
                  <a:gd name="T1" fmla="*/ 1101 h 29"/>
                  <a:gd name="T2" fmla="*/ 0 w 41"/>
                  <a:gd name="T3" fmla="*/ 720 h 29"/>
                  <a:gd name="T4" fmla="*/ 1211 w 41"/>
                  <a:gd name="T5" fmla="*/ 0 h 29"/>
                  <a:gd name="T6" fmla="*/ 1211 w 41"/>
                  <a:gd name="T7" fmla="*/ 0 h 29"/>
                  <a:gd name="T8" fmla="*/ 1328 w 41"/>
                  <a:gd name="T9" fmla="*/ 373 h 29"/>
                  <a:gd name="T10" fmla="*/ 1424 w 41"/>
                  <a:gd name="T11" fmla="*/ 720 h 29"/>
                  <a:gd name="T12" fmla="*/ 1424 w 41"/>
                  <a:gd name="T13" fmla="*/ 720 h 29"/>
                  <a:gd name="T14" fmla="*/ 211 w 41"/>
                  <a:gd name="T15" fmla="*/ 1506 h 29"/>
                  <a:gd name="T16" fmla="*/ 137 w 41"/>
                  <a:gd name="T17" fmla="*/ 110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4" y="21"/>
                    </a:moveTo>
                    <a:cubicBezTo>
                      <a:pt x="3" y="19"/>
                      <a:pt x="1" y="16"/>
                      <a:pt x="0" y="14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2"/>
                      <a:pt x="37" y="5"/>
                      <a:pt x="38" y="7"/>
                    </a:cubicBezTo>
                    <a:cubicBezTo>
                      <a:pt x="39" y="10"/>
                      <a:pt x="40" y="12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6"/>
                      <a:pt x="5" y="24"/>
                      <a:pt x="4" y="2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2" name="Freeform 3626">
                <a:extLst>
                  <a:ext uri="{FF2B5EF4-FFF2-40B4-BE49-F238E27FC236}">
                    <a16:creationId xmlns:a16="http://schemas.microsoft.com/office/drawing/2014/main" id="{18DDE9FB-CBB9-4D57-B301-4C01E5001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529"/>
                <a:ext cx="188" cy="149"/>
              </a:xfrm>
              <a:custGeom>
                <a:avLst/>
                <a:gdLst>
                  <a:gd name="T0" fmla="*/ 255 w 104"/>
                  <a:gd name="T1" fmla="*/ 2984 h 77"/>
                  <a:gd name="T2" fmla="*/ 2245 w 104"/>
                  <a:gd name="T3" fmla="*/ 3479 h 77"/>
                  <a:gd name="T4" fmla="*/ 3373 w 104"/>
                  <a:gd name="T5" fmla="*/ 1008 h 77"/>
                  <a:gd name="T6" fmla="*/ 1388 w 104"/>
                  <a:gd name="T7" fmla="*/ 521 h 77"/>
                  <a:gd name="T8" fmla="*/ 255 w 104"/>
                  <a:gd name="T9" fmla="*/ 298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77">
                    <a:moveTo>
                      <a:pt x="7" y="57"/>
                    </a:moveTo>
                    <a:cubicBezTo>
                      <a:pt x="13" y="72"/>
                      <a:pt x="39" y="77"/>
                      <a:pt x="64" y="66"/>
                    </a:cubicBezTo>
                    <a:cubicBezTo>
                      <a:pt x="89" y="56"/>
                      <a:pt x="104" y="35"/>
                      <a:pt x="97" y="19"/>
                    </a:cubicBezTo>
                    <a:cubicBezTo>
                      <a:pt x="91" y="4"/>
                      <a:pt x="65" y="0"/>
                      <a:pt x="40" y="10"/>
                    </a:cubicBezTo>
                    <a:cubicBezTo>
                      <a:pt x="15" y="20"/>
                      <a:pt x="0" y="41"/>
                      <a:pt x="7" y="5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3" name="Freeform 3627">
                <a:extLst>
                  <a:ext uri="{FF2B5EF4-FFF2-40B4-BE49-F238E27FC236}">
                    <a16:creationId xmlns:a16="http://schemas.microsoft.com/office/drawing/2014/main" id="{145AD3E9-9546-4E51-8B28-5E5DE45D9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477"/>
                <a:ext cx="53" cy="78"/>
              </a:xfrm>
              <a:custGeom>
                <a:avLst/>
                <a:gdLst>
                  <a:gd name="T0" fmla="*/ 768 w 29"/>
                  <a:gd name="T1" fmla="*/ 2022 h 40"/>
                  <a:gd name="T2" fmla="*/ 1078 w 29"/>
                  <a:gd name="T3" fmla="*/ 1866 h 40"/>
                  <a:gd name="T4" fmla="*/ 548 w 29"/>
                  <a:gd name="T5" fmla="*/ 0 h 40"/>
                  <a:gd name="T6" fmla="*/ 537 w 29"/>
                  <a:gd name="T7" fmla="*/ 0 h 40"/>
                  <a:gd name="T8" fmla="*/ 267 w 29"/>
                  <a:gd name="T9" fmla="*/ 172 h 40"/>
                  <a:gd name="T10" fmla="*/ 0 w 29"/>
                  <a:gd name="T11" fmla="*/ 335 h 40"/>
                  <a:gd name="T12" fmla="*/ 0 w 29"/>
                  <a:gd name="T13" fmla="*/ 335 h 40"/>
                  <a:gd name="T14" fmla="*/ 537 w 29"/>
                  <a:gd name="T15" fmla="*/ 2194 h 40"/>
                  <a:gd name="T16" fmla="*/ 768 w 29"/>
                  <a:gd name="T17" fmla="*/ 2022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0">
                    <a:moveTo>
                      <a:pt x="21" y="37"/>
                    </a:moveTo>
                    <a:cubicBezTo>
                      <a:pt x="24" y="36"/>
                      <a:pt x="26" y="35"/>
                      <a:pt x="29" y="3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2" y="1"/>
                      <a:pt x="10" y="2"/>
                      <a:pt x="7" y="3"/>
                    </a:cubicBezTo>
                    <a:cubicBezTo>
                      <a:pt x="5" y="4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9"/>
                      <a:pt x="19" y="38"/>
                      <a:pt x="21" y="3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4" name="Freeform 3628">
                <a:extLst>
                  <a:ext uri="{FF2B5EF4-FFF2-40B4-BE49-F238E27FC236}">
                    <a16:creationId xmlns:a16="http://schemas.microsoft.com/office/drawing/2014/main" id="{40AF0602-57AA-4D03-9DF9-3FF532574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827"/>
                <a:ext cx="188" cy="149"/>
              </a:xfrm>
              <a:custGeom>
                <a:avLst/>
                <a:gdLst>
                  <a:gd name="T0" fmla="*/ 213 w 104"/>
                  <a:gd name="T1" fmla="*/ 2984 h 77"/>
                  <a:gd name="T2" fmla="*/ 1388 w 104"/>
                  <a:gd name="T3" fmla="*/ 521 h 77"/>
                  <a:gd name="T4" fmla="*/ 3373 w 104"/>
                  <a:gd name="T5" fmla="*/ 1053 h 77"/>
                  <a:gd name="T6" fmla="*/ 2196 w 104"/>
                  <a:gd name="T7" fmla="*/ 3535 h 77"/>
                  <a:gd name="T8" fmla="*/ 213 w 104"/>
                  <a:gd name="T9" fmla="*/ 298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77">
                    <a:moveTo>
                      <a:pt x="6" y="57"/>
                    </a:moveTo>
                    <a:cubicBezTo>
                      <a:pt x="0" y="42"/>
                      <a:pt x="15" y="21"/>
                      <a:pt x="40" y="10"/>
                    </a:cubicBezTo>
                    <a:cubicBezTo>
                      <a:pt x="65" y="0"/>
                      <a:pt x="91" y="4"/>
                      <a:pt x="97" y="20"/>
                    </a:cubicBezTo>
                    <a:cubicBezTo>
                      <a:pt x="104" y="35"/>
                      <a:pt x="88" y="56"/>
                      <a:pt x="63" y="67"/>
                    </a:cubicBezTo>
                    <a:cubicBezTo>
                      <a:pt x="38" y="77"/>
                      <a:pt x="13" y="73"/>
                      <a:pt x="6" y="5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5" name="Freeform 3629">
                <a:extLst>
                  <a:ext uri="{FF2B5EF4-FFF2-40B4-BE49-F238E27FC236}">
                    <a16:creationId xmlns:a16="http://schemas.microsoft.com/office/drawing/2014/main" id="{D74DF88F-A4E2-4766-B06B-2FF836FEC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949"/>
                <a:ext cx="53" cy="79"/>
              </a:xfrm>
              <a:custGeom>
                <a:avLst/>
                <a:gdLst>
                  <a:gd name="T0" fmla="*/ 267 w 29"/>
                  <a:gd name="T1" fmla="*/ 208 h 41"/>
                  <a:gd name="T2" fmla="*/ 548 w 29"/>
                  <a:gd name="T3" fmla="*/ 0 h 41"/>
                  <a:gd name="T4" fmla="*/ 1078 w 29"/>
                  <a:gd name="T5" fmla="*/ 1782 h 41"/>
                  <a:gd name="T6" fmla="*/ 1078 w 29"/>
                  <a:gd name="T7" fmla="*/ 1782 h 41"/>
                  <a:gd name="T8" fmla="*/ 811 w 29"/>
                  <a:gd name="T9" fmla="*/ 1946 h 41"/>
                  <a:gd name="T10" fmla="*/ 537 w 29"/>
                  <a:gd name="T11" fmla="*/ 2098 h 41"/>
                  <a:gd name="T12" fmla="*/ 537 w 29"/>
                  <a:gd name="T13" fmla="*/ 2098 h 41"/>
                  <a:gd name="T14" fmla="*/ 0 w 29"/>
                  <a:gd name="T15" fmla="*/ 316 h 41"/>
                  <a:gd name="T16" fmla="*/ 267 w 29"/>
                  <a:gd name="T17" fmla="*/ 208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1">
                    <a:moveTo>
                      <a:pt x="7" y="4"/>
                    </a:moveTo>
                    <a:cubicBezTo>
                      <a:pt x="10" y="3"/>
                      <a:pt x="12" y="1"/>
                      <a:pt x="15" y="0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7" y="36"/>
                      <a:pt x="24" y="37"/>
                      <a:pt x="22" y="38"/>
                    </a:cubicBezTo>
                    <a:cubicBezTo>
                      <a:pt x="19" y="39"/>
                      <a:pt x="17" y="40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5" y="5"/>
                      <a:pt x="7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6" name="Freeform 3630">
                <a:extLst>
                  <a:ext uri="{FF2B5EF4-FFF2-40B4-BE49-F238E27FC236}">
                    <a16:creationId xmlns:a16="http://schemas.microsoft.com/office/drawing/2014/main" id="{0CDE6105-1AC7-41C5-BFCF-E72CF513C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821"/>
                <a:ext cx="203" cy="149"/>
              </a:xfrm>
              <a:custGeom>
                <a:avLst/>
                <a:gdLst>
                  <a:gd name="T0" fmla="*/ 3877 w 112"/>
                  <a:gd name="T1" fmla="*/ 1457 h 77"/>
                  <a:gd name="T2" fmla="*/ 1780 w 112"/>
                  <a:gd name="T3" fmla="*/ 325 h 77"/>
                  <a:gd name="T4" fmla="*/ 145 w 112"/>
                  <a:gd name="T5" fmla="*/ 2579 h 77"/>
                  <a:gd name="T6" fmla="*/ 2235 w 112"/>
                  <a:gd name="T7" fmla="*/ 3719 h 77"/>
                  <a:gd name="T8" fmla="*/ 3877 w 112"/>
                  <a:gd name="T9" fmla="*/ 1457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77">
                    <a:moveTo>
                      <a:pt x="109" y="28"/>
                    </a:moveTo>
                    <a:cubicBezTo>
                      <a:pt x="105" y="10"/>
                      <a:pt x="79" y="0"/>
                      <a:pt x="50" y="6"/>
                    </a:cubicBezTo>
                    <a:cubicBezTo>
                      <a:pt x="21" y="12"/>
                      <a:pt x="0" y="31"/>
                      <a:pt x="4" y="49"/>
                    </a:cubicBezTo>
                    <a:cubicBezTo>
                      <a:pt x="7" y="67"/>
                      <a:pt x="34" y="77"/>
                      <a:pt x="63" y="71"/>
                    </a:cubicBezTo>
                    <a:cubicBezTo>
                      <a:pt x="92" y="66"/>
                      <a:pt x="112" y="46"/>
                      <a:pt x="109" y="28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7" name="Freeform 3631">
                <a:extLst>
                  <a:ext uri="{FF2B5EF4-FFF2-40B4-BE49-F238E27FC236}">
                    <a16:creationId xmlns:a16="http://schemas.microsoft.com/office/drawing/2014/main" id="{DA5205CC-F9ED-4230-84B6-BFB54A504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954"/>
                <a:ext cx="38" cy="49"/>
              </a:xfrm>
              <a:custGeom>
                <a:avLst/>
                <a:gdLst>
                  <a:gd name="T0" fmla="*/ 740 w 21"/>
                  <a:gd name="T1" fmla="*/ 956 h 25"/>
                  <a:gd name="T2" fmla="*/ 599 w 21"/>
                  <a:gd name="T3" fmla="*/ 0 h 25"/>
                  <a:gd name="T4" fmla="*/ 308 w 21"/>
                  <a:gd name="T5" fmla="*/ 120 h 25"/>
                  <a:gd name="T6" fmla="*/ 0 w 21"/>
                  <a:gd name="T7" fmla="*/ 235 h 25"/>
                  <a:gd name="T8" fmla="*/ 141 w 21"/>
                  <a:gd name="T9" fmla="*/ 1413 h 25"/>
                  <a:gd name="T10" fmla="*/ 740 w 21"/>
                  <a:gd name="T11" fmla="*/ 95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5">
                    <a:moveTo>
                      <a:pt x="21" y="17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4" y="1"/>
                      <a:pt x="12" y="2"/>
                      <a:pt x="9" y="2"/>
                    </a:cubicBezTo>
                    <a:cubicBezTo>
                      <a:pt x="6" y="3"/>
                      <a:pt x="3" y="3"/>
                      <a:pt x="0" y="4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10" y="22"/>
                      <a:pt x="15" y="20"/>
                      <a:pt x="21" y="17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8" name="Freeform 3632">
                <a:extLst>
                  <a:ext uri="{FF2B5EF4-FFF2-40B4-BE49-F238E27FC236}">
                    <a16:creationId xmlns:a16="http://schemas.microsoft.com/office/drawing/2014/main" id="{EF8F9205-3CF3-4BA5-ACFA-2B8E9FA19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533"/>
                <a:ext cx="205" cy="149"/>
              </a:xfrm>
              <a:custGeom>
                <a:avLst/>
                <a:gdLst>
                  <a:gd name="T0" fmla="*/ 3888 w 113"/>
                  <a:gd name="T1" fmla="*/ 1457 h 77"/>
                  <a:gd name="T2" fmla="*/ 2244 w 113"/>
                  <a:gd name="T3" fmla="*/ 3719 h 77"/>
                  <a:gd name="T4" fmla="*/ 145 w 113"/>
                  <a:gd name="T5" fmla="*/ 2579 h 77"/>
                  <a:gd name="T6" fmla="*/ 1783 w 113"/>
                  <a:gd name="T7" fmla="*/ 325 h 77"/>
                  <a:gd name="T8" fmla="*/ 3888 w 113"/>
                  <a:gd name="T9" fmla="*/ 1457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77">
                    <a:moveTo>
                      <a:pt x="109" y="28"/>
                    </a:moveTo>
                    <a:cubicBezTo>
                      <a:pt x="113" y="46"/>
                      <a:pt x="92" y="66"/>
                      <a:pt x="63" y="71"/>
                    </a:cubicBezTo>
                    <a:cubicBezTo>
                      <a:pt x="34" y="77"/>
                      <a:pt x="8" y="67"/>
                      <a:pt x="4" y="49"/>
                    </a:cubicBezTo>
                    <a:cubicBezTo>
                      <a:pt x="0" y="31"/>
                      <a:pt x="21" y="12"/>
                      <a:pt x="50" y="6"/>
                    </a:cubicBezTo>
                    <a:cubicBezTo>
                      <a:pt x="79" y="0"/>
                      <a:pt x="105" y="10"/>
                      <a:pt x="109" y="28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9" name="Freeform 3633">
                <a:extLst>
                  <a:ext uri="{FF2B5EF4-FFF2-40B4-BE49-F238E27FC236}">
                    <a16:creationId xmlns:a16="http://schemas.microsoft.com/office/drawing/2014/main" id="{43578E5B-33A1-40F1-AC32-CE07C6BF4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501"/>
                <a:ext cx="38" cy="48"/>
              </a:xfrm>
              <a:custGeom>
                <a:avLst/>
                <a:gdLst>
                  <a:gd name="T0" fmla="*/ 0 w 21"/>
                  <a:gd name="T1" fmla="*/ 445 h 25"/>
                  <a:gd name="T2" fmla="*/ 141 w 21"/>
                  <a:gd name="T3" fmla="*/ 1254 h 25"/>
                  <a:gd name="T4" fmla="*/ 425 w 21"/>
                  <a:gd name="T5" fmla="*/ 1139 h 25"/>
                  <a:gd name="T6" fmla="*/ 740 w 21"/>
                  <a:gd name="T7" fmla="*/ 1106 h 25"/>
                  <a:gd name="T8" fmla="*/ 557 w 21"/>
                  <a:gd name="T9" fmla="*/ 0 h 25"/>
                  <a:gd name="T10" fmla="*/ 0 w 21"/>
                  <a:gd name="T11" fmla="*/ 44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5">
                    <a:moveTo>
                      <a:pt x="0" y="9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6" y="24"/>
                      <a:pt x="9" y="24"/>
                      <a:pt x="12" y="23"/>
                    </a:cubicBezTo>
                    <a:cubicBezTo>
                      <a:pt x="15" y="23"/>
                      <a:pt x="18" y="22"/>
                      <a:pt x="21" y="2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1" y="3"/>
                      <a:pt x="6" y="6"/>
                      <a:pt x="0" y="9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0" name="Freeform 3634">
                <a:extLst>
                  <a:ext uri="{FF2B5EF4-FFF2-40B4-BE49-F238E27FC236}">
                    <a16:creationId xmlns:a16="http://schemas.microsoft.com/office/drawing/2014/main" id="{139EC3C6-BFBE-4A2B-8682-0BCF341F2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1476"/>
                <a:ext cx="139" cy="216"/>
              </a:xfrm>
              <a:custGeom>
                <a:avLst/>
                <a:gdLst>
                  <a:gd name="T0" fmla="*/ 1688 w 77"/>
                  <a:gd name="T1" fmla="*/ 5601 h 112"/>
                  <a:gd name="T2" fmla="*/ 2453 w 77"/>
                  <a:gd name="T3" fmla="*/ 2532 h 112"/>
                  <a:gd name="T4" fmla="*/ 978 w 77"/>
                  <a:gd name="T5" fmla="*/ 164 h 112"/>
                  <a:gd name="T6" fmla="*/ 211 w 77"/>
                  <a:gd name="T7" fmla="*/ 3200 h 112"/>
                  <a:gd name="T8" fmla="*/ 1688 w 77"/>
                  <a:gd name="T9" fmla="*/ 5601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49" y="109"/>
                    </a:moveTo>
                    <a:cubicBezTo>
                      <a:pt x="67" y="105"/>
                      <a:pt x="77" y="79"/>
                      <a:pt x="71" y="49"/>
                    </a:cubicBezTo>
                    <a:cubicBezTo>
                      <a:pt x="65" y="20"/>
                      <a:pt x="46" y="0"/>
                      <a:pt x="28" y="3"/>
                    </a:cubicBezTo>
                    <a:cubicBezTo>
                      <a:pt x="10" y="7"/>
                      <a:pt x="0" y="33"/>
                      <a:pt x="6" y="62"/>
                    </a:cubicBezTo>
                    <a:cubicBezTo>
                      <a:pt x="11" y="91"/>
                      <a:pt x="31" y="112"/>
                      <a:pt x="49" y="10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1" name="Freeform 3635">
                <a:extLst>
                  <a:ext uri="{FF2B5EF4-FFF2-40B4-BE49-F238E27FC236}">
                    <a16:creationId xmlns:a16="http://schemas.microsoft.com/office/drawing/2014/main" id="{01C11F8D-FAA6-480D-8AEE-9F53D9613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1580"/>
                <a:ext cx="76" cy="37"/>
              </a:xfrm>
              <a:custGeom>
                <a:avLst/>
                <a:gdLst>
                  <a:gd name="T0" fmla="*/ 1392 w 42"/>
                  <a:gd name="T1" fmla="*/ 444 h 19"/>
                  <a:gd name="T2" fmla="*/ 1339 w 42"/>
                  <a:gd name="T3" fmla="*/ 0 h 19"/>
                  <a:gd name="T4" fmla="*/ 0 w 42"/>
                  <a:gd name="T5" fmla="*/ 532 h 19"/>
                  <a:gd name="T6" fmla="*/ 0 w 42"/>
                  <a:gd name="T7" fmla="*/ 532 h 19"/>
                  <a:gd name="T8" fmla="*/ 0 w 42"/>
                  <a:gd name="T9" fmla="*/ 761 h 19"/>
                  <a:gd name="T10" fmla="*/ 43 w 42"/>
                  <a:gd name="T11" fmla="*/ 1036 h 19"/>
                  <a:gd name="T12" fmla="*/ 43 w 42"/>
                  <a:gd name="T13" fmla="*/ 1036 h 19"/>
                  <a:gd name="T14" fmla="*/ 1480 w 42"/>
                  <a:gd name="T15" fmla="*/ 921 h 19"/>
                  <a:gd name="T16" fmla="*/ 1392 w 42"/>
                  <a:gd name="T17" fmla="*/ 44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9">
                    <a:moveTo>
                      <a:pt x="40" y="8"/>
                    </a:moveTo>
                    <a:cubicBezTo>
                      <a:pt x="39" y="6"/>
                      <a:pt x="39" y="3"/>
                      <a:pt x="38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1" y="16"/>
                      <a:pt x="1" y="1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1" y="14"/>
                      <a:pt x="40" y="11"/>
                      <a:pt x="40" y="8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2" name="Freeform 3636">
                <a:extLst>
                  <a:ext uri="{FF2B5EF4-FFF2-40B4-BE49-F238E27FC236}">
                    <a16:creationId xmlns:a16="http://schemas.microsoft.com/office/drawing/2014/main" id="{5C38D1DF-3301-4C2F-AEE9-1CBD88EA3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813"/>
                <a:ext cx="139" cy="217"/>
              </a:xfrm>
              <a:custGeom>
                <a:avLst/>
                <a:gdLst>
                  <a:gd name="T0" fmla="*/ 1688 w 77"/>
                  <a:gd name="T1" fmla="*/ 5710 h 112"/>
                  <a:gd name="T2" fmla="*/ 211 w 77"/>
                  <a:gd name="T3" fmla="*/ 3280 h 112"/>
                  <a:gd name="T4" fmla="*/ 978 w 77"/>
                  <a:gd name="T5" fmla="*/ 169 h 112"/>
                  <a:gd name="T6" fmla="*/ 2453 w 77"/>
                  <a:gd name="T7" fmla="*/ 2598 h 112"/>
                  <a:gd name="T8" fmla="*/ 1688 w 77"/>
                  <a:gd name="T9" fmla="*/ 571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49" y="108"/>
                    </a:moveTo>
                    <a:cubicBezTo>
                      <a:pt x="31" y="112"/>
                      <a:pt x="11" y="91"/>
                      <a:pt x="6" y="62"/>
                    </a:cubicBezTo>
                    <a:cubicBezTo>
                      <a:pt x="0" y="33"/>
                      <a:pt x="10" y="7"/>
                      <a:pt x="28" y="3"/>
                    </a:cubicBezTo>
                    <a:cubicBezTo>
                      <a:pt x="46" y="0"/>
                      <a:pt x="65" y="20"/>
                      <a:pt x="71" y="49"/>
                    </a:cubicBezTo>
                    <a:cubicBezTo>
                      <a:pt x="77" y="78"/>
                      <a:pt x="67" y="105"/>
                      <a:pt x="49" y="108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3" name="Freeform 3637">
                <a:extLst>
                  <a:ext uri="{FF2B5EF4-FFF2-40B4-BE49-F238E27FC236}">
                    <a16:creationId xmlns:a16="http://schemas.microsoft.com/office/drawing/2014/main" id="{6361BD14-E7CC-4A2B-B9B8-620C8C43F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87"/>
                <a:ext cx="78" cy="38"/>
              </a:xfrm>
              <a:custGeom>
                <a:avLst/>
                <a:gdLst>
                  <a:gd name="T0" fmla="*/ 80 w 43"/>
                  <a:gd name="T1" fmla="*/ 521 h 20"/>
                  <a:gd name="T2" fmla="*/ 0 w 43"/>
                  <a:gd name="T3" fmla="*/ 144 h 20"/>
                  <a:gd name="T4" fmla="*/ 1451 w 43"/>
                  <a:gd name="T5" fmla="*/ 0 h 20"/>
                  <a:gd name="T6" fmla="*/ 1451 w 43"/>
                  <a:gd name="T7" fmla="*/ 0 h 20"/>
                  <a:gd name="T8" fmla="*/ 1491 w 43"/>
                  <a:gd name="T9" fmla="*/ 200 h 20"/>
                  <a:gd name="T10" fmla="*/ 1527 w 43"/>
                  <a:gd name="T11" fmla="*/ 418 h 20"/>
                  <a:gd name="T12" fmla="*/ 1527 w 43"/>
                  <a:gd name="T13" fmla="*/ 418 h 20"/>
                  <a:gd name="T14" fmla="*/ 96 w 43"/>
                  <a:gd name="T15" fmla="*/ 939 h 20"/>
                  <a:gd name="T16" fmla="*/ 80 w 43"/>
                  <a:gd name="T17" fmla="*/ 521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20">
                    <a:moveTo>
                      <a:pt x="2" y="11"/>
                    </a:moveTo>
                    <a:cubicBezTo>
                      <a:pt x="1" y="8"/>
                      <a:pt x="1" y="5"/>
                      <a:pt x="0" y="3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1"/>
                      <a:pt x="41" y="3"/>
                      <a:pt x="42" y="4"/>
                    </a:cubicBezTo>
                    <a:cubicBezTo>
                      <a:pt x="42" y="6"/>
                      <a:pt x="42" y="7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17"/>
                      <a:pt x="3" y="14"/>
                      <a:pt x="2" y="11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4" name="Freeform 3638">
                <a:extLst>
                  <a:ext uri="{FF2B5EF4-FFF2-40B4-BE49-F238E27FC236}">
                    <a16:creationId xmlns:a16="http://schemas.microsoft.com/office/drawing/2014/main" id="{4E685AC1-BE5D-4387-B7EE-794757935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947"/>
                <a:ext cx="199" cy="173"/>
              </a:xfrm>
              <a:custGeom>
                <a:avLst/>
                <a:gdLst>
                  <a:gd name="T0" fmla="*/ 3506 w 110"/>
                  <a:gd name="T1" fmla="*/ 3729 h 90"/>
                  <a:gd name="T2" fmla="*/ 2592 w 110"/>
                  <a:gd name="T3" fmla="*/ 861 h 90"/>
                  <a:gd name="T4" fmla="*/ 385 w 110"/>
                  <a:gd name="T5" fmla="*/ 769 h 90"/>
                  <a:gd name="T6" fmla="*/ 1295 w 110"/>
                  <a:gd name="T7" fmla="*/ 3614 h 90"/>
                  <a:gd name="T8" fmla="*/ 3506 w 110"/>
                  <a:gd name="T9" fmla="*/ 3729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90">
                    <a:moveTo>
                      <a:pt x="100" y="74"/>
                    </a:moveTo>
                    <a:cubicBezTo>
                      <a:pt x="110" y="59"/>
                      <a:pt x="98" y="33"/>
                      <a:pt x="74" y="17"/>
                    </a:cubicBezTo>
                    <a:cubicBezTo>
                      <a:pt x="49" y="0"/>
                      <a:pt x="21" y="0"/>
                      <a:pt x="11" y="15"/>
                    </a:cubicBezTo>
                    <a:cubicBezTo>
                      <a:pt x="0" y="30"/>
                      <a:pt x="12" y="56"/>
                      <a:pt x="37" y="72"/>
                    </a:cubicBezTo>
                    <a:cubicBezTo>
                      <a:pt x="61" y="89"/>
                      <a:pt x="89" y="90"/>
                      <a:pt x="100" y="74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5" name="Freeform 3639">
                <a:extLst>
                  <a:ext uri="{FF2B5EF4-FFF2-40B4-BE49-F238E27FC236}">
                    <a16:creationId xmlns:a16="http://schemas.microsoft.com/office/drawing/2014/main" id="{4FECA795-34CD-4ADA-948A-C57367BC7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076"/>
                <a:ext cx="67" cy="85"/>
              </a:xfrm>
              <a:custGeom>
                <a:avLst/>
                <a:gdLst>
                  <a:gd name="T0" fmla="*/ 1052 w 37"/>
                  <a:gd name="T1" fmla="*/ 265 h 44"/>
                  <a:gd name="T2" fmla="*/ 820 w 37"/>
                  <a:gd name="T3" fmla="*/ 0 h 44"/>
                  <a:gd name="T4" fmla="*/ 0 w 37"/>
                  <a:gd name="T5" fmla="*/ 1779 h 44"/>
                  <a:gd name="T6" fmla="*/ 0 w 37"/>
                  <a:gd name="T7" fmla="*/ 1779 h 44"/>
                  <a:gd name="T8" fmla="*/ 255 w 37"/>
                  <a:gd name="T9" fmla="*/ 2019 h 44"/>
                  <a:gd name="T10" fmla="*/ 482 w 37"/>
                  <a:gd name="T11" fmla="*/ 2283 h 44"/>
                  <a:gd name="T12" fmla="*/ 482 w 37"/>
                  <a:gd name="T13" fmla="*/ 2283 h 44"/>
                  <a:gd name="T14" fmla="*/ 1302 w 37"/>
                  <a:gd name="T15" fmla="*/ 512 h 44"/>
                  <a:gd name="T16" fmla="*/ 1052 w 37"/>
                  <a:gd name="T17" fmla="*/ 265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4">
                    <a:moveTo>
                      <a:pt x="30" y="5"/>
                    </a:moveTo>
                    <a:cubicBezTo>
                      <a:pt x="27" y="4"/>
                      <a:pt x="25" y="2"/>
                      <a:pt x="23" y="0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" y="36"/>
                      <a:pt x="5" y="37"/>
                      <a:pt x="7" y="39"/>
                    </a:cubicBezTo>
                    <a:cubicBezTo>
                      <a:pt x="10" y="41"/>
                      <a:pt x="12" y="42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5" y="8"/>
                      <a:pt x="32" y="7"/>
                      <a:pt x="30" y="5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6" name="Freeform 3640">
                <a:extLst>
                  <a:ext uri="{FF2B5EF4-FFF2-40B4-BE49-F238E27FC236}">
                    <a16:creationId xmlns:a16="http://schemas.microsoft.com/office/drawing/2014/main" id="{7BB598C6-0067-4FF6-B64B-F9FE6FAC2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385"/>
                <a:ext cx="197" cy="173"/>
              </a:xfrm>
              <a:custGeom>
                <a:avLst/>
                <a:gdLst>
                  <a:gd name="T0" fmla="*/ 3459 w 109"/>
                  <a:gd name="T1" fmla="*/ 3779 h 90"/>
                  <a:gd name="T2" fmla="*/ 1245 w 109"/>
                  <a:gd name="T3" fmla="*/ 3673 h 90"/>
                  <a:gd name="T4" fmla="*/ 352 w 109"/>
                  <a:gd name="T5" fmla="*/ 769 h 90"/>
                  <a:gd name="T6" fmla="*/ 2552 w 109"/>
                  <a:gd name="T7" fmla="*/ 861 h 90"/>
                  <a:gd name="T8" fmla="*/ 3459 w 109"/>
                  <a:gd name="T9" fmla="*/ 3779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90">
                    <a:moveTo>
                      <a:pt x="99" y="75"/>
                    </a:moveTo>
                    <a:cubicBezTo>
                      <a:pt x="89" y="90"/>
                      <a:pt x="61" y="89"/>
                      <a:pt x="36" y="73"/>
                    </a:cubicBezTo>
                    <a:cubicBezTo>
                      <a:pt x="11" y="56"/>
                      <a:pt x="0" y="31"/>
                      <a:pt x="10" y="15"/>
                    </a:cubicBezTo>
                    <a:cubicBezTo>
                      <a:pt x="20" y="0"/>
                      <a:pt x="48" y="1"/>
                      <a:pt x="73" y="17"/>
                    </a:cubicBezTo>
                    <a:cubicBezTo>
                      <a:pt x="98" y="34"/>
                      <a:pt x="109" y="59"/>
                      <a:pt x="99" y="75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7" name="Freeform 3641">
                <a:extLst>
                  <a:ext uri="{FF2B5EF4-FFF2-40B4-BE49-F238E27FC236}">
                    <a16:creationId xmlns:a16="http://schemas.microsoft.com/office/drawing/2014/main" id="{57DBEE0E-FB99-484C-B6FB-A50C0CB42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344"/>
                <a:ext cx="68" cy="85"/>
              </a:xfrm>
              <a:custGeom>
                <a:avLst/>
                <a:gdLst>
                  <a:gd name="T0" fmla="*/ 259 w 38"/>
                  <a:gd name="T1" fmla="*/ 1959 h 44"/>
                  <a:gd name="T2" fmla="*/ 0 w 38"/>
                  <a:gd name="T3" fmla="*/ 1779 h 44"/>
                  <a:gd name="T4" fmla="*/ 750 w 38"/>
                  <a:gd name="T5" fmla="*/ 0 h 44"/>
                  <a:gd name="T6" fmla="*/ 750 w 38"/>
                  <a:gd name="T7" fmla="*/ 0 h 44"/>
                  <a:gd name="T8" fmla="*/ 1002 w 38"/>
                  <a:gd name="T9" fmla="*/ 265 h 44"/>
                  <a:gd name="T10" fmla="*/ 1249 w 38"/>
                  <a:gd name="T11" fmla="*/ 464 h 44"/>
                  <a:gd name="T12" fmla="*/ 1249 w 38"/>
                  <a:gd name="T13" fmla="*/ 512 h 44"/>
                  <a:gd name="T14" fmla="*/ 494 w 38"/>
                  <a:gd name="T15" fmla="*/ 2283 h 44"/>
                  <a:gd name="T16" fmla="*/ 259 w 38"/>
                  <a:gd name="T17" fmla="*/ 1959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4">
                    <a:moveTo>
                      <a:pt x="8" y="38"/>
                    </a:moveTo>
                    <a:cubicBezTo>
                      <a:pt x="6" y="37"/>
                      <a:pt x="3" y="35"/>
                      <a:pt x="0" y="34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6" y="1"/>
                      <a:pt x="28" y="3"/>
                      <a:pt x="31" y="5"/>
                    </a:cubicBezTo>
                    <a:cubicBezTo>
                      <a:pt x="33" y="6"/>
                      <a:pt x="35" y="8"/>
                      <a:pt x="38" y="9"/>
                    </a:cubicBezTo>
                    <a:cubicBezTo>
                      <a:pt x="38" y="9"/>
                      <a:pt x="38" y="10"/>
                      <a:pt x="38" y="10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3" y="42"/>
                      <a:pt x="11" y="40"/>
                      <a:pt x="8" y="38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8" name="Freeform 3642">
                <a:extLst>
                  <a:ext uri="{FF2B5EF4-FFF2-40B4-BE49-F238E27FC236}">
                    <a16:creationId xmlns:a16="http://schemas.microsoft.com/office/drawing/2014/main" id="{FA931F3D-1DC4-494E-B087-008C13D60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130"/>
                <a:ext cx="162" cy="210"/>
              </a:xfrm>
              <a:custGeom>
                <a:avLst/>
                <a:gdLst>
                  <a:gd name="T0" fmla="*/ 511 w 90"/>
                  <a:gd name="T1" fmla="*/ 5071 h 109"/>
                  <a:gd name="T2" fmla="*/ 2455 w 90"/>
                  <a:gd name="T3" fmla="*/ 3749 h 109"/>
                  <a:gd name="T4" fmla="*/ 2507 w 90"/>
                  <a:gd name="T5" fmla="*/ 509 h 109"/>
                  <a:gd name="T6" fmla="*/ 590 w 90"/>
                  <a:gd name="T7" fmla="*/ 1830 h 109"/>
                  <a:gd name="T8" fmla="*/ 511 w 90"/>
                  <a:gd name="T9" fmla="*/ 507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15" y="99"/>
                    </a:moveTo>
                    <a:cubicBezTo>
                      <a:pt x="30" y="109"/>
                      <a:pt x="56" y="97"/>
                      <a:pt x="72" y="73"/>
                    </a:cubicBezTo>
                    <a:cubicBezTo>
                      <a:pt x="89" y="48"/>
                      <a:pt x="90" y="20"/>
                      <a:pt x="74" y="10"/>
                    </a:cubicBezTo>
                    <a:cubicBezTo>
                      <a:pt x="59" y="0"/>
                      <a:pt x="33" y="11"/>
                      <a:pt x="17" y="36"/>
                    </a:cubicBezTo>
                    <a:cubicBezTo>
                      <a:pt x="1" y="60"/>
                      <a:pt x="0" y="89"/>
                      <a:pt x="15" y="9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9" name="Freeform 3643">
                <a:extLst>
                  <a:ext uri="{FF2B5EF4-FFF2-40B4-BE49-F238E27FC236}">
                    <a16:creationId xmlns:a16="http://schemas.microsoft.com/office/drawing/2014/main" id="{6B0FC1E2-B4E9-4F7A-ABC0-490524A1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159"/>
                <a:ext cx="123" cy="172"/>
              </a:xfrm>
              <a:custGeom>
                <a:avLst/>
                <a:gdLst>
                  <a:gd name="T0" fmla="*/ 1959 w 68"/>
                  <a:gd name="T1" fmla="*/ 0 h 89"/>
                  <a:gd name="T2" fmla="*/ 1651 w 68"/>
                  <a:gd name="T3" fmla="*/ 2692 h 89"/>
                  <a:gd name="T4" fmla="*/ 0 w 68"/>
                  <a:gd name="T5" fmla="*/ 4186 h 89"/>
                  <a:gd name="T6" fmla="*/ 0 w 68"/>
                  <a:gd name="T7" fmla="*/ 4186 h 89"/>
                  <a:gd name="T8" fmla="*/ 1776 w 68"/>
                  <a:gd name="T9" fmla="*/ 2856 h 89"/>
                  <a:gd name="T10" fmla="*/ 1959 w 68"/>
                  <a:gd name="T11" fmla="*/ 0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89">
                    <a:moveTo>
                      <a:pt x="56" y="0"/>
                    </a:moveTo>
                    <a:cubicBezTo>
                      <a:pt x="63" y="12"/>
                      <a:pt x="59" y="34"/>
                      <a:pt x="47" y="52"/>
                    </a:cubicBezTo>
                    <a:cubicBezTo>
                      <a:pt x="34" y="72"/>
                      <a:pt x="14" y="83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14" y="89"/>
                      <a:pt x="36" y="78"/>
                      <a:pt x="51" y="55"/>
                    </a:cubicBezTo>
                    <a:cubicBezTo>
                      <a:pt x="65" y="34"/>
                      <a:pt x="68" y="10"/>
                      <a:pt x="56" y="0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0" name="Freeform 3644">
                <a:extLst>
                  <a:ext uri="{FF2B5EF4-FFF2-40B4-BE49-F238E27FC236}">
                    <a16:creationId xmlns:a16="http://schemas.microsoft.com/office/drawing/2014/main" id="{93E4C384-D018-404C-A030-172071BFD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138"/>
                <a:ext cx="130" cy="177"/>
              </a:xfrm>
              <a:custGeom>
                <a:avLst/>
                <a:gdLst>
                  <a:gd name="T0" fmla="*/ 805 w 72"/>
                  <a:gd name="T1" fmla="*/ 1824 h 92"/>
                  <a:gd name="T2" fmla="*/ 2360 w 72"/>
                  <a:gd name="T3" fmla="*/ 448 h 92"/>
                  <a:gd name="T4" fmla="*/ 2403 w 72"/>
                  <a:gd name="T5" fmla="*/ 448 h 92"/>
                  <a:gd name="T6" fmla="*/ 594 w 72"/>
                  <a:gd name="T7" fmla="*/ 1658 h 92"/>
                  <a:gd name="T8" fmla="*/ 477 w 72"/>
                  <a:gd name="T9" fmla="*/ 4615 h 92"/>
                  <a:gd name="T10" fmla="*/ 477 w 72"/>
                  <a:gd name="T11" fmla="*/ 4615 h 92"/>
                  <a:gd name="T12" fmla="*/ 805 w 72"/>
                  <a:gd name="T13" fmla="*/ 1824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92">
                    <a:moveTo>
                      <a:pt x="23" y="36"/>
                    </a:moveTo>
                    <a:cubicBezTo>
                      <a:pt x="34" y="19"/>
                      <a:pt x="56" y="6"/>
                      <a:pt x="68" y="9"/>
                    </a:cubicBezTo>
                    <a:cubicBezTo>
                      <a:pt x="72" y="10"/>
                      <a:pt x="72" y="11"/>
                      <a:pt x="69" y="9"/>
                    </a:cubicBezTo>
                    <a:cubicBezTo>
                      <a:pt x="55" y="0"/>
                      <a:pt x="33" y="11"/>
                      <a:pt x="17" y="33"/>
                    </a:cubicBezTo>
                    <a:cubicBezTo>
                      <a:pt x="2" y="56"/>
                      <a:pt x="0" y="82"/>
                      <a:pt x="14" y="91"/>
                    </a:cubicBezTo>
                    <a:cubicBezTo>
                      <a:pt x="15" y="92"/>
                      <a:pt x="14" y="91"/>
                      <a:pt x="14" y="91"/>
                    </a:cubicBezTo>
                    <a:cubicBezTo>
                      <a:pt x="3" y="74"/>
                      <a:pt x="10" y="55"/>
                      <a:pt x="23" y="36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1" name="Freeform 3645">
                <a:extLst>
                  <a:ext uri="{FF2B5EF4-FFF2-40B4-BE49-F238E27FC236}">
                    <a16:creationId xmlns:a16="http://schemas.microsoft.com/office/drawing/2014/main" id="{22DB3C52-3C12-4DA7-9287-24460589A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153"/>
                <a:ext cx="74" cy="60"/>
              </a:xfrm>
              <a:custGeom>
                <a:avLst/>
                <a:gdLst>
                  <a:gd name="T0" fmla="*/ 1242 w 41"/>
                  <a:gd name="T1" fmla="*/ 1248 h 31"/>
                  <a:gd name="T2" fmla="*/ 1424 w 41"/>
                  <a:gd name="T3" fmla="*/ 900 h 31"/>
                  <a:gd name="T4" fmla="*/ 170 w 41"/>
                  <a:gd name="T5" fmla="*/ 0 h 31"/>
                  <a:gd name="T6" fmla="*/ 170 w 41"/>
                  <a:gd name="T7" fmla="*/ 0 h 31"/>
                  <a:gd name="T8" fmla="*/ 94 w 41"/>
                  <a:gd name="T9" fmla="*/ 168 h 31"/>
                  <a:gd name="T10" fmla="*/ 0 w 41"/>
                  <a:gd name="T11" fmla="*/ 377 h 31"/>
                  <a:gd name="T12" fmla="*/ 0 w 41"/>
                  <a:gd name="T13" fmla="*/ 377 h 31"/>
                  <a:gd name="T14" fmla="*/ 1117 w 41"/>
                  <a:gd name="T15" fmla="*/ 1630 h 31"/>
                  <a:gd name="T16" fmla="*/ 1242 w 41"/>
                  <a:gd name="T17" fmla="*/ 1248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1">
                    <a:moveTo>
                      <a:pt x="36" y="24"/>
                    </a:moveTo>
                    <a:cubicBezTo>
                      <a:pt x="38" y="21"/>
                      <a:pt x="39" y="19"/>
                      <a:pt x="41" y="1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29"/>
                      <a:pt x="34" y="26"/>
                      <a:pt x="36" y="24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2" name="Freeform 3646">
                <a:extLst>
                  <a:ext uri="{FF2B5EF4-FFF2-40B4-BE49-F238E27FC236}">
                    <a16:creationId xmlns:a16="http://schemas.microsoft.com/office/drawing/2014/main" id="{674B684B-F02C-434C-83E1-7FA76E36B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165"/>
                <a:ext cx="163" cy="210"/>
              </a:xfrm>
              <a:custGeom>
                <a:avLst/>
                <a:gdLst>
                  <a:gd name="T0" fmla="*/ 529 w 90"/>
                  <a:gd name="T1" fmla="*/ 5071 h 109"/>
                  <a:gd name="T2" fmla="*/ 599 w 90"/>
                  <a:gd name="T3" fmla="*/ 1830 h 109"/>
                  <a:gd name="T4" fmla="*/ 2650 w 90"/>
                  <a:gd name="T5" fmla="*/ 509 h 109"/>
                  <a:gd name="T6" fmla="*/ 2572 w 90"/>
                  <a:gd name="T7" fmla="*/ 3749 h 109"/>
                  <a:gd name="T8" fmla="*/ 529 w 90"/>
                  <a:gd name="T9" fmla="*/ 507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15" y="99"/>
                    </a:moveTo>
                    <a:cubicBezTo>
                      <a:pt x="0" y="89"/>
                      <a:pt x="1" y="60"/>
                      <a:pt x="17" y="36"/>
                    </a:cubicBezTo>
                    <a:cubicBezTo>
                      <a:pt x="34" y="11"/>
                      <a:pt x="59" y="0"/>
                      <a:pt x="75" y="10"/>
                    </a:cubicBezTo>
                    <a:cubicBezTo>
                      <a:pt x="90" y="20"/>
                      <a:pt x="89" y="48"/>
                      <a:pt x="73" y="73"/>
                    </a:cubicBezTo>
                    <a:cubicBezTo>
                      <a:pt x="56" y="97"/>
                      <a:pt x="31" y="109"/>
                      <a:pt x="15" y="9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3" name="Freeform 3647">
                <a:extLst>
                  <a:ext uri="{FF2B5EF4-FFF2-40B4-BE49-F238E27FC236}">
                    <a16:creationId xmlns:a16="http://schemas.microsoft.com/office/drawing/2014/main" id="{F4735A26-4291-4619-B47E-E3D714B31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290"/>
                <a:ext cx="76" cy="54"/>
              </a:xfrm>
              <a:custGeom>
                <a:avLst/>
                <a:gdLst>
                  <a:gd name="T0" fmla="*/ 214 w 42"/>
                  <a:gd name="T1" fmla="*/ 401 h 28"/>
                  <a:gd name="T2" fmla="*/ 356 w 42"/>
                  <a:gd name="T3" fmla="*/ 0 h 28"/>
                  <a:gd name="T4" fmla="*/ 1480 w 42"/>
                  <a:gd name="T5" fmla="*/ 1090 h 28"/>
                  <a:gd name="T6" fmla="*/ 1480 w 42"/>
                  <a:gd name="T7" fmla="*/ 1090 h 28"/>
                  <a:gd name="T8" fmla="*/ 1375 w 42"/>
                  <a:gd name="T9" fmla="*/ 1283 h 28"/>
                  <a:gd name="T10" fmla="*/ 1297 w 42"/>
                  <a:gd name="T11" fmla="*/ 1443 h 28"/>
                  <a:gd name="T12" fmla="*/ 1297 w 42"/>
                  <a:gd name="T13" fmla="*/ 1443 h 28"/>
                  <a:gd name="T14" fmla="*/ 0 w 42"/>
                  <a:gd name="T15" fmla="*/ 773 h 28"/>
                  <a:gd name="T16" fmla="*/ 214 w 42"/>
                  <a:gd name="T17" fmla="*/ 401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28">
                    <a:moveTo>
                      <a:pt x="6" y="8"/>
                    </a:moveTo>
                    <a:cubicBezTo>
                      <a:pt x="7" y="5"/>
                      <a:pt x="9" y="3"/>
                      <a:pt x="10" y="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2"/>
                      <a:pt x="40" y="23"/>
                      <a:pt x="39" y="25"/>
                    </a:cubicBezTo>
                    <a:cubicBezTo>
                      <a:pt x="39" y="26"/>
                      <a:pt x="38" y="27"/>
                      <a:pt x="37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3"/>
                      <a:pt x="4" y="10"/>
                      <a:pt x="6" y="8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4" name="Freeform 3648">
                <a:extLst>
                  <a:ext uri="{FF2B5EF4-FFF2-40B4-BE49-F238E27FC236}">
                    <a16:creationId xmlns:a16="http://schemas.microsoft.com/office/drawing/2014/main" id="{0C0643A5-E7F6-42A4-9700-C36DE4C4D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821"/>
                <a:ext cx="202" cy="149"/>
              </a:xfrm>
              <a:custGeom>
                <a:avLst/>
                <a:gdLst>
                  <a:gd name="T0" fmla="*/ 3724 w 112"/>
                  <a:gd name="T1" fmla="*/ 2579 h 77"/>
                  <a:gd name="T2" fmla="*/ 2137 w 112"/>
                  <a:gd name="T3" fmla="*/ 325 h 77"/>
                  <a:gd name="T4" fmla="*/ 94 w 112"/>
                  <a:gd name="T5" fmla="*/ 1457 h 77"/>
                  <a:gd name="T6" fmla="*/ 1685 w 112"/>
                  <a:gd name="T7" fmla="*/ 3719 h 77"/>
                  <a:gd name="T8" fmla="*/ 3724 w 112"/>
                  <a:gd name="T9" fmla="*/ 257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77">
                    <a:moveTo>
                      <a:pt x="108" y="49"/>
                    </a:moveTo>
                    <a:cubicBezTo>
                      <a:pt x="112" y="31"/>
                      <a:pt x="91" y="12"/>
                      <a:pt x="62" y="6"/>
                    </a:cubicBezTo>
                    <a:cubicBezTo>
                      <a:pt x="33" y="0"/>
                      <a:pt x="7" y="10"/>
                      <a:pt x="3" y="28"/>
                    </a:cubicBezTo>
                    <a:cubicBezTo>
                      <a:pt x="0" y="46"/>
                      <a:pt x="20" y="66"/>
                      <a:pt x="49" y="71"/>
                    </a:cubicBezTo>
                    <a:cubicBezTo>
                      <a:pt x="78" y="77"/>
                      <a:pt x="105" y="67"/>
                      <a:pt x="108" y="4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5" name="Freeform 3649">
                <a:extLst>
                  <a:ext uri="{FF2B5EF4-FFF2-40B4-BE49-F238E27FC236}">
                    <a16:creationId xmlns:a16="http://schemas.microsoft.com/office/drawing/2014/main" id="{9606694C-1669-4FE8-A2A0-0DA6EF607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954"/>
                <a:ext cx="38" cy="58"/>
              </a:xfrm>
              <a:custGeom>
                <a:avLst/>
                <a:gdLst>
                  <a:gd name="T0" fmla="*/ 557 w 21"/>
                  <a:gd name="T1" fmla="*/ 1570 h 30"/>
                  <a:gd name="T2" fmla="*/ 740 w 21"/>
                  <a:gd name="T3" fmla="*/ 209 h 30"/>
                  <a:gd name="T4" fmla="*/ 425 w 21"/>
                  <a:gd name="T5" fmla="*/ 108 h 30"/>
                  <a:gd name="T6" fmla="*/ 141 w 21"/>
                  <a:gd name="T7" fmla="*/ 0 h 30"/>
                  <a:gd name="T8" fmla="*/ 0 w 21"/>
                  <a:gd name="T9" fmla="*/ 1106 h 30"/>
                  <a:gd name="T10" fmla="*/ 557 w 21"/>
                  <a:gd name="T11" fmla="*/ 157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0">
                    <a:moveTo>
                      <a:pt x="16" y="30"/>
                    </a:moveTo>
                    <a:cubicBezTo>
                      <a:pt x="21" y="4"/>
                      <a:pt x="21" y="4"/>
                      <a:pt x="21" y="4"/>
                    </a:cubicBezTo>
                    <a:cubicBezTo>
                      <a:pt x="18" y="3"/>
                      <a:pt x="15" y="3"/>
                      <a:pt x="12" y="2"/>
                    </a:cubicBezTo>
                    <a:cubicBezTo>
                      <a:pt x="9" y="2"/>
                      <a:pt x="6" y="1"/>
                      <a:pt x="4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5" y="24"/>
                      <a:pt x="10" y="27"/>
                      <a:pt x="16" y="30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6" name="Freeform 3650">
                <a:extLst>
                  <a:ext uri="{FF2B5EF4-FFF2-40B4-BE49-F238E27FC236}">
                    <a16:creationId xmlns:a16="http://schemas.microsoft.com/office/drawing/2014/main" id="{73EA913E-4055-4AF5-8B44-A57652B9F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533"/>
                <a:ext cx="203" cy="149"/>
              </a:xfrm>
              <a:custGeom>
                <a:avLst/>
                <a:gdLst>
                  <a:gd name="T0" fmla="*/ 3877 w 112"/>
                  <a:gd name="T1" fmla="*/ 2579 h 77"/>
                  <a:gd name="T2" fmla="*/ 1780 w 112"/>
                  <a:gd name="T3" fmla="*/ 3719 h 77"/>
                  <a:gd name="T4" fmla="*/ 145 w 112"/>
                  <a:gd name="T5" fmla="*/ 1457 h 77"/>
                  <a:gd name="T6" fmla="*/ 2235 w 112"/>
                  <a:gd name="T7" fmla="*/ 325 h 77"/>
                  <a:gd name="T8" fmla="*/ 3877 w 112"/>
                  <a:gd name="T9" fmla="*/ 257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77">
                    <a:moveTo>
                      <a:pt x="109" y="49"/>
                    </a:moveTo>
                    <a:cubicBezTo>
                      <a:pt x="105" y="67"/>
                      <a:pt x="79" y="77"/>
                      <a:pt x="50" y="71"/>
                    </a:cubicBezTo>
                    <a:cubicBezTo>
                      <a:pt x="21" y="66"/>
                      <a:pt x="0" y="46"/>
                      <a:pt x="4" y="28"/>
                    </a:cubicBezTo>
                    <a:cubicBezTo>
                      <a:pt x="7" y="10"/>
                      <a:pt x="34" y="0"/>
                      <a:pt x="63" y="6"/>
                    </a:cubicBezTo>
                    <a:cubicBezTo>
                      <a:pt x="92" y="12"/>
                      <a:pt x="112" y="31"/>
                      <a:pt x="109" y="4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7" name="Freeform 3651">
                <a:extLst>
                  <a:ext uri="{FF2B5EF4-FFF2-40B4-BE49-F238E27FC236}">
                    <a16:creationId xmlns:a16="http://schemas.microsoft.com/office/drawing/2014/main" id="{28A11A78-D157-4720-88B7-CBD3A2701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501"/>
                <a:ext cx="38" cy="48"/>
              </a:xfrm>
              <a:custGeom>
                <a:avLst/>
                <a:gdLst>
                  <a:gd name="T0" fmla="*/ 141 w 21"/>
                  <a:gd name="T1" fmla="*/ 0 h 25"/>
                  <a:gd name="T2" fmla="*/ 0 w 21"/>
                  <a:gd name="T3" fmla="*/ 1106 h 25"/>
                  <a:gd name="T4" fmla="*/ 308 w 21"/>
                  <a:gd name="T5" fmla="*/ 1139 h 25"/>
                  <a:gd name="T6" fmla="*/ 599 w 21"/>
                  <a:gd name="T7" fmla="*/ 1254 h 25"/>
                  <a:gd name="T8" fmla="*/ 740 w 21"/>
                  <a:gd name="T9" fmla="*/ 445 h 25"/>
                  <a:gd name="T10" fmla="*/ 141 w 21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5">
                    <a:moveTo>
                      <a:pt x="4" y="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3" y="22"/>
                      <a:pt x="6" y="23"/>
                      <a:pt x="9" y="23"/>
                    </a:cubicBezTo>
                    <a:cubicBezTo>
                      <a:pt x="12" y="24"/>
                      <a:pt x="14" y="24"/>
                      <a:pt x="17" y="25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5" y="6"/>
                      <a:pt x="10" y="3"/>
                      <a:pt x="4" y="0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8" name="Freeform 3652">
                <a:extLst>
                  <a:ext uri="{FF2B5EF4-FFF2-40B4-BE49-F238E27FC236}">
                    <a16:creationId xmlns:a16="http://schemas.microsoft.com/office/drawing/2014/main" id="{9F3B1FBD-0CD9-4FB9-B9D1-7C3C79E77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1813"/>
                <a:ext cx="139" cy="217"/>
              </a:xfrm>
              <a:custGeom>
                <a:avLst/>
                <a:gdLst>
                  <a:gd name="T0" fmla="*/ 978 w 77"/>
                  <a:gd name="T1" fmla="*/ 5710 h 112"/>
                  <a:gd name="T2" fmla="*/ 2453 w 77"/>
                  <a:gd name="T3" fmla="*/ 3280 h 112"/>
                  <a:gd name="T4" fmla="*/ 1688 w 77"/>
                  <a:gd name="T5" fmla="*/ 169 h 112"/>
                  <a:gd name="T6" fmla="*/ 211 w 77"/>
                  <a:gd name="T7" fmla="*/ 2598 h 112"/>
                  <a:gd name="T8" fmla="*/ 978 w 77"/>
                  <a:gd name="T9" fmla="*/ 571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28" y="108"/>
                    </a:moveTo>
                    <a:cubicBezTo>
                      <a:pt x="46" y="112"/>
                      <a:pt x="65" y="91"/>
                      <a:pt x="71" y="62"/>
                    </a:cubicBezTo>
                    <a:cubicBezTo>
                      <a:pt x="77" y="33"/>
                      <a:pt x="67" y="7"/>
                      <a:pt x="49" y="3"/>
                    </a:cubicBezTo>
                    <a:cubicBezTo>
                      <a:pt x="31" y="0"/>
                      <a:pt x="11" y="20"/>
                      <a:pt x="6" y="49"/>
                    </a:cubicBezTo>
                    <a:cubicBezTo>
                      <a:pt x="0" y="78"/>
                      <a:pt x="10" y="105"/>
                      <a:pt x="28" y="108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9" name="Freeform 3653">
                <a:extLst>
                  <a:ext uri="{FF2B5EF4-FFF2-40B4-BE49-F238E27FC236}">
                    <a16:creationId xmlns:a16="http://schemas.microsoft.com/office/drawing/2014/main" id="{D90546EE-0998-4D2C-A04A-7FE5C0307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887"/>
                <a:ext cx="78" cy="38"/>
              </a:xfrm>
              <a:custGeom>
                <a:avLst/>
                <a:gdLst>
                  <a:gd name="T0" fmla="*/ 1451 w 43"/>
                  <a:gd name="T1" fmla="*/ 521 h 20"/>
                  <a:gd name="T2" fmla="*/ 1527 w 43"/>
                  <a:gd name="T3" fmla="*/ 144 h 20"/>
                  <a:gd name="T4" fmla="*/ 80 w 43"/>
                  <a:gd name="T5" fmla="*/ 0 h 20"/>
                  <a:gd name="T6" fmla="*/ 80 w 43"/>
                  <a:gd name="T7" fmla="*/ 0 h 20"/>
                  <a:gd name="T8" fmla="*/ 44 w 43"/>
                  <a:gd name="T9" fmla="*/ 200 h 20"/>
                  <a:gd name="T10" fmla="*/ 0 w 43"/>
                  <a:gd name="T11" fmla="*/ 418 h 20"/>
                  <a:gd name="T12" fmla="*/ 0 w 43"/>
                  <a:gd name="T13" fmla="*/ 418 h 20"/>
                  <a:gd name="T14" fmla="*/ 1395 w 43"/>
                  <a:gd name="T15" fmla="*/ 939 h 20"/>
                  <a:gd name="T16" fmla="*/ 1451 w 43"/>
                  <a:gd name="T17" fmla="*/ 521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20">
                    <a:moveTo>
                      <a:pt x="41" y="11"/>
                    </a:moveTo>
                    <a:cubicBezTo>
                      <a:pt x="41" y="8"/>
                      <a:pt x="42" y="5"/>
                      <a:pt x="43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1" y="6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7"/>
                      <a:pt x="40" y="14"/>
                      <a:pt x="41" y="11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0" name="Freeform 3654">
                <a:extLst>
                  <a:ext uri="{FF2B5EF4-FFF2-40B4-BE49-F238E27FC236}">
                    <a16:creationId xmlns:a16="http://schemas.microsoft.com/office/drawing/2014/main" id="{ABA21EDF-E8A7-4A3E-9665-F51693CB4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476"/>
                <a:ext cx="139" cy="216"/>
              </a:xfrm>
              <a:custGeom>
                <a:avLst/>
                <a:gdLst>
                  <a:gd name="T0" fmla="*/ 978 w 77"/>
                  <a:gd name="T1" fmla="*/ 5601 h 112"/>
                  <a:gd name="T2" fmla="*/ 211 w 77"/>
                  <a:gd name="T3" fmla="*/ 2532 h 112"/>
                  <a:gd name="T4" fmla="*/ 1688 w 77"/>
                  <a:gd name="T5" fmla="*/ 164 h 112"/>
                  <a:gd name="T6" fmla="*/ 2453 w 77"/>
                  <a:gd name="T7" fmla="*/ 3200 h 112"/>
                  <a:gd name="T8" fmla="*/ 978 w 77"/>
                  <a:gd name="T9" fmla="*/ 5601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28" y="109"/>
                    </a:moveTo>
                    <a:cubicBezTo>
                      <a:pt x="10" y="105"/>
                      <a:pt x="0" y="79"/>
                      <a:pt x="6" y="49"/>
                    </a:cubicBezTo>
                    <a:cubicBezTo>
                      <a:pt x="11" y="20"/>
                      <a:pt x="31" y="0"/>
                      <a:pt x="49" y="3"/>
                    </a:cubicBezTo>
                    <a:cubicBezTo>
                      <a:pt x="67" y="7"/>
                      <a:pt x="77" y="33"/>
                      <a:pt x="71" y="62"/>
                    </a:cubicBezTo>
                    <a:cubicBezTo>
                      <a:pt x="65" y="91"/>
                      <a:pt x="46" y="112"/>
                      <a:pt x="28" y="10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1" name="Freeform 3655">
                <a:extLst>
                  <a:ext uri="{FF2B5EF4-FFF2-40B4-BE49-F238E27FC236}">
                    <a16:creationId xmlns:a16="http://schemas.microsoft.com/office/drawing/2014/main" id="{16440619-431A-4C8C-A09F-FF9CB6728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580"/>
                <a:ext cx="76" cy="37"/>
              </a:xfrm>
              <a:custGeom>
                <a:avLst/>
                <a:gdLst>
                  <a:gd name="T0" fmla="*/ 78 w 42"/>
                  <a:gd name="T1" fmla="*/ 444 h 19"/>
                  <a:gd name="T2" fmla="*/ 94 w 42"/>
                  <a:gd name="T3" fmla="*/ 0 h 19"/>
                  <a:gd name="T4" fmla="*/ 1480 w 42"/>
                  <a:gd name="T5" fmla="*/ 532 h 19"/>
                  <a:gd name="T6" fmla="*/ 1480 w 42"/>
                  <a:gd name="T7" fmla="*/ 532 h 19"/>
                  <a:gd name="T8" fmla="*/ 1435 w 42"/>
                  <a:gd name="T9" fmla="*/ 761 h 19"/>
                  <a:gd name="T10" fmla="*/ 1392 w 42"/>
                  <a:gd name="T11" fmla="*/ 1036 h 19"/>
                  <a:gd name="T12" fmla="*/ 1392 w 42"/>
                  <a:gd name="T13" fmla="*/ 1036 h 19"/>
                  <a:gd name="T14" fmla="*/ 0 w 42"/>
                  <a:gd name="T15" fmla="*/ 921 h 19"/>
                  <a:gd name="T16" fmla="*/ 78 w 42"/>
                  <a:gd name="T17" fmla="*/ 44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9">
                    <a:moveTo>
                      <a:pt x="2" y="8"/>
                    </a:moveTo>
                    <a:cubicBezTo>
                      <a:pt x="3" y="6"/>
                      <a:pt x="3" y="3"/>
                      <a:pt x="3" y="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2" y="12"/>
                      <a:pt x="41" y="13"/>
                      <a:pt x="41" y="14"/>
                    </a:cubicBezTo>
                    <a:cubicBezTo>
                      <a:pt x="41" y="16"/>
                      <a:pt x="41" y="17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4"/>
                      <a:pt x="1" y="11"/>
                      <a:pt x="2" y="8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2" name="Freeform 3656">
                <a:extLst>
                  <a:ext uri="{FF2B5EF4-FFF2-40B4-BE49-F238E27FC236}">
                    <a16:creationId xmlns:a16="http://schemas.microsoft.com/office/drawing/2014/main" id="{DDB46C84-C6E1-4D2B-9CC0-F1756D45F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1165"/>
                <a:ext cx="162" cy="210"/>
              </a:xfrm>
              <a:custGeom>
                <a:avLst/>
                <a:gdLst>
                  <a:gd name="T0" fmla="*/ 2507 w 90"/>
                  <a:gd name="T1" fmla="*/ 5071 h 109"/>
                  <a:gd name="T2" fmla="*/ 2455 w 90"/>
                  <a:gd name="T3" fmla="*/ 1830 h 109"/>
                  <a:gd name="T4" fmla="*/ 511 w 90"/>
                  <a:gd name="T5" fmla="*/ 509 h 109"/>
                  <a:gd name="T6" fmla="*/ 590 w 90"/>
                  <a:gd name="T7" fmla="*/ 3749 h 109"/>
                  <a:gd name="T8" fmla="*/ 2507 w 90"/>
                  <a:gd name="T9" fmla="*/ 507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74" y="99"/>
                    </a:moveTo>
                    <a:cubicBezTo>
                      <a:pt x="90" y="89"/>
                      <a:pt x="89" y="60"/>
                      <a:pt x="72" y="36"/>
                    </a:cubicBezTo>
                    <a:cubicBezTo>
                      <a:pt x="56" y="11"/>
                      <a:pt x="30" y="0"/>
                      <a:pt x="15" y="10"/>
                    </a:cubicBezTo>
                    <a:cubicBezTo>
                      <a:pt x="0" y="20"/>
                      <a:pt x="1" y="48"/>
                      <a:pt x="17" y="73"/>
                    </a:cubicBezTo>
                    <a:cubicBezTo>
                      <a:pt x="33" y="97"/>
                      <a:pt x="59" y="109"/>
                      <a:pt x="74" y="9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3" name="Freeform 3657">
                <a:extLst>
                  <a:ext uri="{FF2B5EF4-FFF2-40B4-BE49-F238E27FC236}">
                    <a16:creationId xmlns:a16="http://schemas.microsoft.com/office/drawing/2014/main" id="{1600B699-BF80-4B15-9059-C4691ABEC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180"/>
                <a:ext cx="87" cy="170"/>
              </a:xfrm>
              <a:custGeom>
                <a:avLst/>
                <a:gdLst>
                  <a:gd name="T0" fmla="*/ 821 w 48"/>
                  <a:gd name="T1" fmla="*/ 3288 h 88"/>
                  <a:gd name="T2" fmla="*/ 745 w 48"/>
                  <a:gd name="T3" fmla="*/ 373 h 88"/>
                  <a:gd name="T4" fmla="*/ 1423 w 48"/>
                  <a:gd name="T5" fmla="*/ 265 h 88"/>
                  <a:gd name="T6" fmla="*/ 489 w 48"/>
                  <a:gd name="T7" fmla="*/ 265 h 88"/>
                  <a:gd name="T8" fmla="*/ 571 w 48"/>
                  <a:gd name="T9" fmla="*/ 3172 h 88"/>
                  <a:gd name="T10" fmla="*/ 1702 w 48"/>
                  <a:gd name="T11" fmla="*/ 4571 h 88"/>
                  <a:gd name="T12" fmla="*/ 821 w 48"/>
                  <a:gd name="T13" fmla="*/ 3288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88">
                    <a:moveTo>
                      <a:pt x="23" y="63"/>
                    </a:moveTo>
                    <a:cubicBezTo>
                      <a:pt x="8" y="42"/>
                      <a:pt x="8" y="16"/>
                      <a:pt x="21" y="7"/>
                    </a:cubicBezTo>
                    <a:cubicBezTo>
                      <a:pt x="26" y="4"/>
                      <a:pt x="33" y="3"/>
                      <a:pt x="40" y="5"/>
                    </a:cubicBezTo>
                    <a:cubicBezTo>
                      <a:pt x="31" y="0"/>
                      <a:pt x="21" y="0"/>
                      <a:pt x="14" y="5"/>
                    </a:cubicBezTo>
                    <a:cubicBezTo>
                      <a:pt x="0" y="14"/>
                      <a:pt x="1" y="39"/>
                      <a:pt x="16" y="61"/>
                    </a:cubicBezTo>
                    <a:cubicBezTo>
                      <a:pt x="25" y="74"/>
                      <a:pt x="37" y="85"/>
                      <a:pt x="48" y="88"/>
                    </a:cubicBezTo>
                    <a:cubicBezTo>
                      <a:pt x="39" y="84"/>
                      <a:pt x="30" y="74"/>
                      <a:pt x="23" y="63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4" name="Freeform 3658">
                <a:extLst>
                  <a:ext uri="{FF2B5EF4-FFF2-40B4-BE49-F238E27FC236}">
                    <a16:creationId xmlns:a16="http://schemas.microsoft.com/office/drawing/2014/main" id="{2AA89784-862E-47B3-88C8-3FB40C064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1290"/>
                <a:ext cx="74" cy="54"/>
              </a:xfrm>
              <a:custGeom>
                <a:avLst/>
                <a:gdLst>
                  <a:gd name="T0" fmla="*/ 1242 w 41"/>
                  <a:gd name="T1" fmla="*/ 401 h 28"/>
                  <a:gd name="T2" fmla="*/ 1117 w 41"/>
                  <a:gd name="T3" fmla="*/ 0 h 28"/>
                  <a:gd name="T4" fmla="*/ 0 w 41"/>
                  <a:gd name="T5" fmla="*/ 1090 h 28"/>
                  <a:gd name="T6" fmla="*/ 0 w 41"/>
                  <a:gd name="T7" fmla="*/ 1090 h 28"/>
                  <a:gd name="T8" fmla="*/ 76 w 41"/>
                  <a:gd name="T9" fmla="*/ 1283 h 28"/>
                  <a:gd name="T10" fmla="*/ 170 w 41"/>
                  <a:gd name="T11" fmla="*/ 1443 h 28"/>
                  <a:gd name="T12" fmla="*/ 170 w 41"/>
                  <a:gd name="T13" fmla="*/ 1443 h 28"/>
                  <a:gd name="T14" fmla="*/ 1424 w 41"/>
                  <a:gd name="T15" fmla="*/ 773 h 28"/>
                  <a:gd name="T16" fmla="*/ 1242 w 41"/>
                  <a:gd name="T17" fmla="*/ 401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8">
                    <a:moveTo>
                      <a:pt x="36" y="8"/>
                    </a:moveTo>
                    <a:cubicBezTo>
                      <a:pt x="34" y="5"/>
                      <a:pt x="33" y="3"/>
                      <a:pt x="32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2"/>
                      <a:pt x="2" y="23"/>
                      <a:pt x="2" y="25"/>
                    </a:cubicBezTo>
                    <a:cubicBezTo>
                      <a:pt x="3" y="26"/>
                      <a:pt x="4" y="27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9" y="13"/>
                      <a:pt x="38" y="10"/>
                      <a:pt x="36" y="8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5" name="Freeform 3659">
                <a:extLst>
                  <a:ext uri="{FF2B5EF4-FFF2-40B4-BE49-F238E27FC236}">
                    <a16:creationId xmlns:a16="http://schemas.microsoft.com/office/drawing/2014/main" id="{83BAF81F-BFA9-48E1-A614-6A1B132EA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130"/>
                <a:ext cx="163" cy="210"/>
              </a:xfrm>
              <a:custGeom>
                <a:avLst/>
                <a:gdLst>
                  <a:gd name="T0" fmla="*/ 2650 w 90"/>
                  <a:gd name="T1" fmla="*/ 5071 h 109"/>
                  <a:gd name="T2" fmla="*/ 599 w 90"/>
                  <a:gd name="T3" fmla="*/ 3749 h 109"/>
                  <a:gd name="T4" fmla="*/ 529 w 90"/>
                  <a:gd name="T5" fmla="*/ 509 h 109"/>
                  <a:gd name="T6" fmla="*/ 2572 w 90"/>
                  <a:gd name="T7" fmla="*/ 1830 h 109"/>
                  <a:gd name="T8" fmla="*/ 2650 w 90"/>
                  <a:gd name="T9" fmla="*/ 507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75" y="99"/>
                    </a:moveTo>
                    <a:cubicBezTo>
                      <a:pt x="59" y="109"/>
                      <a:pt x="34" y="97"/>
                      <a:pt x="17" y="73"/>
                    </a:cubicBezTo>
                    <a:cubicBezTo>
                      <a:pt x="1" y="48"/>
                      <a:pt x="0" y="20"/>
                      <a:pt x="15" y="10"/>
                    </a:cubicBezTo>
                    <a:cubicBezTo>
                      <a:pt x="31" y="0"/>
                      <a:pt x="56" y="11"/>
                      <a:pt x="73" y="36"/>
                    </a:cubicBezTo>
                    <a:cubicBezTo>
                      <a:pt x="89" y="60"/>
                      <a:pt x="90" y="89"/>
                      <a:pt x="75" y="99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6" name="Freeform 3660">
                <a:extLst>
                  <a:ext uri="{FF2B5EF4-FFF2-40B4-BE49-F238E27FC236}">
                    <a16:creationId xmlns:a16="http://schemas.microsoft.com/office/drawing/2014/main" id="{E8508DBF-D286-4AAE-8822-1223EEBDA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157"/>
                <a:ext cx="76" cy="56"/>
              </a:xfrm>
              <a:custGeom>
                <a:avLst/>
                <a:gdLst>
                  <a:gd name="T0" fmla="*/ 214 w 42"/>
                  <a:gd name="T1" fmla="*/ 1122 h 29"/>
                  <a:gd name="T2" fmla="*/ 0 w 42"/>
                  <a:gd name="T3" fmla="*/ 780 h 29"/>
                  <a:gd name="T4" fmla="*/ 1297 w 42"/>
                  <a:gd name="T5" fmla="*/ 0 h 29"/>
                  <a:gd name="T6" fmla="*/ 1297 w 42"/>
                  <a:gd name="T7" fmla="*/ 0 h 29"/>
                  <a:gd name="T8" fmla="*/ 1375 w 42"/>
                  <a:gd name="T9" fmla="*/ 209 h 29"/>
                  <a:gd name="T10" fmla="*/ 1480 w 42"/>
                  <a:gd name="T11" fmla="*/ 404 h 29"/>
                  <a:gd name="T12" fmla="*/ 1480 w 42"/>
                  <a:gd name="T13" fmla="*/ 404 h 29"/>
                  <a:gd name="T14" fmla="*/ 356 w 42"/>
                  <a:gd name="T15" fmla="*/ 1506 h 29"/>
                  <a:gd name="T16" fmla="*/ 214 w 42"/>
                  <a:gd name="T17" fmla="*/ 1122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29">
                    <a:moveTo>
                      <a:pt x="6" y="22"/>
                    </a:moveTo>
                    <a:cubicBezTo>
                      <a:pt x="4" y="19"/>
                      <a:pt x="2" y="17"/>
                      <a:pt x="0" y="15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8" y="2"/>
                      <a:pt x="39" y="3"/>
                      <a:pt x="39" y="4"/>
                    </a:cubicBezTo>
                    <a:cubicBezTo>
                      <a:pt x="40" y="5"/>
                      <a:pt x="41" y="7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9" y="27"/>
                      <a:pt x="7" y="24"/>
                      <a:pt x="6" y="22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7" name="Freeform 3661">
                <a:extLst>
                  <a:ext uri="{FF2B5EF4-FFF2-40B4-BE49-F238E27FC236}">
                    <a16:creationId xmlns:a16="http://schemas.microsoft.com/office/drawing/2014/main" id="{AD485982-7F7A-4A88-BF56-D27E4527F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385"/>
                <a:ext cx="199" cy="173"/>
              </a:xfrm>
              <a:custGeom>
                <a:avLst/>
                <a:gdLst>
                  <a:gd name="T0" fmla="*/ 385 w 110"/>
                  <a:gd name="T1" fmla="*/ 3779 h 90"/>
                  <a:gd name="T2" fmla="*/ 2592 w 110"/>
                  <a:gd name="T3" fmla="*/ 3673 h 90"/>
                  <a:gd name="T4" fmla="*/ 3506 w 110"/>
                  <a:gd name="T5" fmla="*/ 769 h 90"/>
                  <a:gd name="T6" fmla="*/ 1295 w 110"/>
                  <a:gd name="T7" fmla="*/ 861 h 90"/>
                  <a:gd name="T8" fmla="*/ 385 w 110"/>
                  <a:gd name="T9" fmla="*/ 3779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90">
                    <a:moveTo>
                      <a:pt x="11" y="75"/>
                    </a:moveTo>
                    <a:cubicBezTo>
                      <a:pt x="21" y="90"/>
                      <a:pt x="49" y="89"/>
                      <a:pt x="74" y="73"/>
                    </a:cubicBezTo>
                    <a:cubicBezTo>
                      <a:pt x="98" y="56"/>
                      <a:pt x="110" y="31"/>
                      <a:pt x="100" y="15"/>
                    </a:cubicBezTo>
                    <a:cubicBezTo>
                      <a:pt x="89" y="0"/>
                      <a:pt x="61" y="1"/>
                      <a:pt x="37" y="17"/>
                    </a:cubicBezTo>
                    <a:cubicBezTo>
                      <a:pt x="12" y="34"/>
                      <a:pt x="0" y="59"/>
                      <a:pt x="11" y="75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8" name="Freeform 3662">
                <a:extLst>
                  <a:ext uri="{FF2B5EF4-FFF2-40B4-BE49-F238E27FC236}">
                    <a16:creationId xmlns:a16="http://schemas.microsoft.com/office/drawing/2014/main" id="{9F0265EB-29BF-4F5A-BEFF-D0B908222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344"/>
                <a:ext cx="67" cy="85"/>
              </a:xfrm>
              <a:custGeom>
                <a:avLst/>
                <a:gdLst>
                  <a:gd name="T0" fmla="*/ 1052 w 37"/>
                  <a:gd name="T1" fmla="*/ 1959 h 44"/>
                  <a:gd name="T2" fmla="*/ 1302 w 37"/>
                  <a:gd name="T3" fmla="*/ 1779 h 44"/>
                  <a:gd name="T4" fmla="*/ 482 w 37"/>
                  <a:gd name="T5" fmla="*/ 0 h 44"/>
                  <a:gd name="T6" fmla="*/ 482 w 37"/>
                  <a:gd name="T7" fmla="*/ 0 h 44"/>
                  <a:gd name="T8" fmla="*/ 255 w 37"/>
                  <a:gd name="T9" fmla="*/ 265 h 44"/>
                  <a:gd name="T10" fmla="*/ 0 w 37"/>
                  <a:gd name="T11" fmla="*/ 464 h 44"/>
                  <a:gd name="T12" fmla="*/ 0 w 37"/>
                  <a:gd name="T13" fmla="*/ 512 h 44"/>
                  <a:gd name="T14" fmla="*/ 820 w 37"/>
                  <a:gd name="T15" fmla="*/ 2283 h 44"/>
                  <a:gd name="T16" fmla="*/ 1052 w 37"/>
                  <a:gd name="T17" fmla="*/ 1959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4">
                    <a:moveTo>
                      <a:pt x="30" y="38"/>
                    </a:moveTo>
                    <a:cubicBezTo>
                      <a:pt x="32" y="37"/>
                      <a:pt x="35" y="35"/>
                      <a:pt x="37" y="3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1"/>
                      <a:pt x="10" y="3"/>
                      <a:pt x="7" y="5"/>
                    </a:cubicBezTo>
                    <a:cubicBezTo>
                      <a:pt x="5" y="6"/>
                      <a:pt x="2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5" y="42"/>
                      <a:pt x="27" y="40"/>
                      <a:pt x="30" y="38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9" name="Freeform 3663">
                <a:extLst>
                  <a:ext uri="{FF2B5EF4-FFF2-40B4-BE49-F238E27FC236}">
                    <a16:creationId xmlns:a16="http://schemas.microsoft.com/office/drawing/2014/main" id="{F32F09AF-B75B-418B-AC31-61A512694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947"/>
                <a:ext cx="197" cy="173"/>
              </a:xfrm>
              <a:custGeom>
                <a:avLst/>
                <a:gdLst>
                  <a:gd name="T0" fmla="*/ 352 w 109"/>
                  <a:gd name="T1" fmla="*/ 3729 h 90"/>
                  <a:gd name="T2" fmla="*/ 1245 w 109"/>
                  <a:gd name="T3" fmla="*/ 861 h 90"/>
                  <a:gd name="T4" fmla="*/ 3459 w 109"/>
                  <a:gd name="T5" fmla="*/ 769 h 90"/>
                  <a:gd name="T6" fmla="*/ 2552 w 109"/>
                  <a:gd name="T7" fmla="*/ 3614 h 90"/>
                  <a:gd name="T8" fmla="*/ 352 w 109"/>
                  <a:gd name="T9" fmla="*/ 3729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90">
                    <a:moveTo>
                      <a:pt x="10" y="74"/>
                    </a:moveTo>
                    <a:cubicBezTo>
                      <a:pt x="0" y="59"/>
                      <a:pt x="11" y="33"/>
                      <a:pt x="36" y="17"/>
                    </a:cubicBezTo>
                    <a:cubicBezTo>
                      <a:pt x="61" y="1"/>
                      <a:pt x="89" y="0"/>
                      <a:pt x="99" y="15"/>
                    </a:cubicBezTo>
                    <a:cubicBezTo>
                      <a:pt x="109" y="30"/>
                      <a:pt x="98" y="56"/>
                      <a:pt x="73" y="72"/>
                    </a:cubicBezTo>
                    <a:cubicBezTo>
                      <a:pt x="48" y="89"/>
                      <a:pt x="20" y="90"/>
                      <a:pt x="10" y="74"/>
                    </a:cubicBezTo>
                    <a:close/>
                  </a:path>
                </a:pathLst>
              </a:custGeom>
              <a:solidFill>
                <a:srgbClr val="CC7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0" name="Freeform 3664">
                <a:extLst>
                  <a:ext uri="{FF2B5EF4-FFF2-40B4-BE49-F238E27FC236}">
                    <a16:creationId xmlns:a16="http://schemas.microsoft.com/office/drawing/2014/main" id="{24F26642-D28B-4AA2-9EF6-B731313D2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960"/>
                <a:ext cx="117" cy="145"/>
              </a:xfrm>
              <a:custGeom>
                <a:avLst/>
                <a:gdLst>
                  <a:gd name="T0" fmla="*/ 1912 w 65"/>
                  <a:gd name="T1" fmla="*/ 520 h 75"/>
                  <a:gd name="T2" fmla="*/ 1154 w 65"/>
                  <a:gd name="T3" fmla="*/ 0 h 75"/>
                  <a:gd name="T4" fmla="*/ 1627 w 65"/>
                  <a:gd name="T5" fmla="*/ 520 h 75"/>
                  <a:gd name="T6" fmla="*/ 810 w 65"/>
                  <a:gd name="T7" fmla="*/ 3352 h 75"/>
                  <a:gd name="T8" fmla="*/ 0 w 65"/>
                  <a:gd name="T9" fmla="*/ 3909 h 75"/>
                  <a:gd name="T10" fmla="*/ 1093 w 65"/>
                  <a:gd name="T11" fmla="*/ 3244 h 75"/>
                  <a:gd name="T12" fmla="*/ 1912 w 65"/>
                  <a:gd name="T13" fmla="*/ 52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75">
                    <a:moveTo>
                      <a:pt x="56" y="10"/>
                    </a:moveTo>
                    <a:cubicBezTo>
                      <a:pt x="51" y="4"/>
                      <a:pt x="44" y="0"/>
                      <a:pt x="34" y="0"/>
                    </a:cubicBezTo>
                    <a:cubicBezTo>
                      <a:pt x="40" y="2"/>
                      <a:pt x="45" y="5"/>
                      <a:pt x="48" y="10"/>
                    </a:cubicBezTo>
                    <a:cubicBezTo>
                      <a:pt x="58" y="24"/>
                      <a:pt x="47" y="48"/>
                      <a:pt x="24" y="64"/>
                    </a:cubicBezTo>
                    <a:cubicBezTo>
                      <a:pt x="16" y="69"/>
                      <a:pt x="7" y="73"/>
                      <a:pt x="0" y="75"/>
                    </a:cubicBezTo>
                    <a:cubicBezTo>
                      <a:pt x="10" y="74"/>
                      <a:pt x="22" y="69"/>
                      <a:pt x="32" y="62"/>
                    </a:cubicBezTo>
                    <a:cubicBezTo>
                      <a:pt x="54" y="48"/>
                      <a:pt x="65" y="24"/>
                      <a:pt x="56" y="10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1" name="Freeform 3665">
                <a:extLst>
                  <a:ext uri="{FF2B5EF4-FFF2-40B4-BE49-F238E27FC236}">
                    <a16:creationId xmlns:a16="http://schemas.microsoft.com/office/drawing/2014/main" id="{51D05391-E174-4557-B96F-5491DD07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960"/>
                <a:ext cx="121" cy="147"/>
              </a:xfrm>
              <a:custGeom>
                <a:avLst/>
                <a:gdLst>
                  <a:gd name="T0" fmla="*/ 688 w 67"/>
                  <a:gd name="T1" fmla="*/ 3509 h 76"/>
                  <a:gd name="T2" fmla="*/ 1425 w 67"/>
                  <a:gd name="T3" fmla="*/ 613 h 76"/>
                  <a:gd name="T4" fmla="*/ 2221 w 67"/>
                  <a:gd name="T5" fmla="*/ 56 h 76"/>
                  <a:gd name="T6" fmla="*/ 2192 w 67"/>
                  <a:gd name="T7" fmla="*/ 0 h 76"/>
                  <a:gd name="T8" fmla="*/ 2149 w 67"/>
                  <a:gd name="T9" fmla="*/ 56 h 76"/>
                  <a:gd name="T10" fmla="*/ 1149 w 67"/>
                  <a:gd name="T11" fmla="*/ 613 h 76"/>
                  <a:gd name="T12" fmla="*/ 307 w 67"/>
                  <a:gd name="T13" fmla="*/ 3472 h 76"/>
                  <a:gd name="T14" fmla="*/ 1073 w 67"/>
                  <a:gd name="T15" fmla="*/ 3973 h 76"/>
                  <a:gd name="T16" fmla="*/ 688 w 67"/>
                  <a:gd name="T17" fmla="*/ 3509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76">
                    <a:moveTo>
                      <a:pt x="20" y="67"/>
                    </a:moveTo>
                    <a:cubicBezTo>
                      <a:pt x="10" y="53"/>
                      <a:pt x="19" y="27"/>
                      <a:pt x="41" y="12"/>
                    </a:cubicBezTo>
                    <a:cubicBezTo>
                      <a:pt x="49" y="7"/>
                      <a:pt x="56" y="3"/>
                      <a:pt x="64" y="1"/>
                    </a:cubicBezTo>
                    <a:cubicBezTo>
                      <a:pt x="65" y="0"/>
                      <a:pt x="67" y="0"/>
                      <a:pt x="63" y="0"/>
                    </a:cubicBezTo>
                    <a:cubicBezTo>
                      <a:pt x="63" y="0"/>
                      <a:pt x="62" y="0"/>
                      <a:pt x="62" y="1"/>
                    </a:cubicBezTo>
                    <a:cubicBezTo>
                      <a:pt x="53" y="2"/>
                      <a:pt x="43" y="6"/>
                      <a:pt x="33" y="12"/>
                    </a:cubicBezTo>
                    <a:cubicBezTo>
                      <a:pt x="10" y="27"/>
                      <a:pt x="0" y="51"/>
                      <a:pt x="9" y="66"/>
                    </a:cubicBezTo>
                    <a:cubicBezTo>
                      <a:pt x="13" y="72"/>
                      <a:pt x="21" y="75"/>
                      <a:pt x="31" y="76"/>
                    </a:cubicBezTo>
                    <a:cubicBezTo>
                      <a:pt x="26" y="74"/>
                      <a:pt x="22" y="71"/>
                      <a:pt x="20" y="67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2" name="Freeform 3666">
                <a:extLst>
                  <a:ext uri="{FF2B5EF4-FFF2-40B4-BE49-F238E27FC236}">
                    <a16:creationId xmlns:a16="http://schemas.microsoft.com/office/drawing/2014/main" id="{4D3CD772-ACF1-4177-BBA2-F308DBAC6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076"/>
                <a:ext cx="69" cy="85"/>
              </a:xfrm>
              <a:custGeom>
                <a:avLst/>
                <a:gdLst>
                  <a:gd name="T0" fmla="*/ 294 w 38"/>
                  <a:gd name="T1" fmla="*/ 265 h 44"/>
                  <a:gd name="T2" fmla="*/ 534 w 38"/>
                  <a:gd name="T3" fmla="*/ 0 h 44"/>
                  <a:gd name="T4" fmla="*/ 1358 w 38"/>
                  <a:gd name="T5" fmla="*/ 1779 h 44"/>
                  <a:gd name="T6" fmla="*/ 1358 w 38"/>
                  <a:gd name="T7" fmla="*/ 1779 h 44"/>
                  <a:gd name="T8" fmla="*/ 1066 w 38"/>
                  <a:gd name="T9" fmla="*/ 2019 h 44"/>
                  <a:gd name="T10" fmla="*/ 828 w 38"/>
                  <a:gd name="T11" fmla="*/ 2283 h 44"/>
                  <a:gd name="T12" fmla="*/ 828 w 38"/>
                  <a:gd name="T13" fmla="*/ 2283 h 44"/>
                  <a:gd name="T14" fmla="*/ 0 w 38"/>
                  <a:gd name="T15" fmla="*/ 512 h 44"/>
                  <a:gd name="T16" fmla="*/ 294 w 38"/>
                  <a:gd name="T17" fmla="*/ 265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4">
                    <a:moveTo>
                      <a:pt x="8" y="5"/>
                    </a:moveTo>
                    <a:cubicBezTo>
                      <a:pt x="10" y="4"/>
                      <a:pt x="13" y="2"/>
                      <a:pt x="15" y="0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5" y="36"/>
                      <a:pt x="33" y="37"/>
                      <a:pt x="30" y="39"/>
                    </a:cubicBezTo>
                    <a:cubicBezTo>
                      <a:pt x="28" y="41"/>
                      <a:pt x="26" y="42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8"/>
                      <a:pt x="5" y="7"/>
                      <a:pt x="8" y="5"/>
                    </a:cubicBezTo>
                    <a:close/>
                  </a:path>
                </a:pathLst>
              </a:custGeom>
              <a:solidFill>
                <a:srgbClr val="91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959" name="Group 3868">
              <a:extLst>
                <a:ext uri="{FF2B5EF4-FFF2-40B4-BE49-F238E27FC236}">
                  <a16:creationId xmlns:a16="http://schemas.microsoft.com/office/drawing/2014/main" id="{ADAE240F-24C3-4672-A408-1E589A9EBB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78" y="821"/>
              <a:ext cx="1613" cy="1861"/>
              <a:chOff x="2478" y="821"/>
              <a:chExt cx="1613" cy="1861"/>
            </a:xfrm>
          </p:grpSpPr>
          <p:sp>
            <p:nvSpPr>
              <p:cNvPr id="27023" name="Freeform 3668">
                <a:extLst>
                  <a:ext uri="{FF2B5EF4-FFF2-40B4-BE49-F238E27FC236}">
                    <a16:creationId xmlns:a16="http://schemas.microsoft.com/office/drawing/2014/main" id="{69C1DB71-EDFE-47F9-9443-CCCBA6D3C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032"/>
                <a:ext cx="23" cy="25"/>
              </a:xfrm>
              <a:custGeom>
                <a:avLst/>
                <a:gdLst>
                  <a:gd name="T0" fmla="*/ 0 w 13"/>
                  <a:gd name="T1" fmla="*/ 340 h 13"/>
                  <a:gd name="T2" fmla="*/ 156 w 13"/>
                  <a:gd name="T3" fmla="*/ 56 h 13"/>
                  <a:gd name="T4" fmla="*/ 359 w 13"/>
                  <a:gd name="T5" fmla="*/ 263 h 13"/>
                  <a:gd name="T6" fmla="*/ 203 w 13"/>
                  <a:gd name="T7" fmla="*/ 602 h 13"/>
                  <a:gd name="T8" fmla="*/ 0 w 13"/>
                  <a:gd name="T9" fmla="*/ 3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7"/>
                    </a:move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3" y="8"/>
                      <a:pt x="10" y="11"/>
                      <a:pt x="7" y="12"/>
                    </a:cubicBezTo>
                    <a:cubicBezTo>
                      <a:pt x="4" y="13"/>
                      <a:pt x="1" y="11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4" name="Freeform 3669">
                <a:extLst>
                  <a:ext uri="{FF2B5EF4-FFF2-40B4-BE49-F238E27FC236}">
                    <a16:creationId xmlns:a16="http://schemas.microsoft.com/office/drawing/2014/main" id="{98B95813-2A30-4356-A64E-57EA485C3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016"/>
                <a:ext cx="16" cy="18"/>
              </a:xfrm>
              <a:custGeom>
                <a:avLst/>
                <a:gdLst>
                  <a:gd name="T0" fmla="*/ 37 w 9"/>
                  <a:gd name="T1" fmla="*/ 320 h 9"/>
                  <a:gd name="T2" fmla="*/ 117 w 9"/>
                  <a:gd name="T3" fmla="*/ 0 h 9"/>
                  <a:gd name="T4" fmla="*/ 281 w 9"/>
                  <a:gd name="T5" fmla="*/ 192 h 9"/>
                  <a:gd name="T6" fmla="*/ 203 w 9"/>
                  <a:gd name="T7" fmla="*/ 512 h 9"/>
                  <a:gd name="T8" fmla="*/ 37 w 9"/>
                  <a:gd name="T9" fmla="*/ 3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0" y="3"/>
                      <a:pt x="2" y="1"/>
                      <a:pt x="4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9" y="6"/>
                      <a:pt x="8" y="8"/>
                      <a:pt x="6" y="8"/>
                    </a:cubicBezTo>
                    <a:cubicBezTo>
                      <a:pt x="3" y="9"/>
                      <a:pt x="1" y="7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5" name="Freeform 3670">
                <a:extLst>
                  <a:ext uri="{FF2B5EF4-FFF2-40B4-BE49-F238E27FC236}">
                    <a16:creationId xmlns:a16="http://schemas.microsoft.com/office/drawing/2014/main" id="{F7178C59-3CCA-4916-ABC0-A2BF12DC8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059"/>
                <a:ext cx="11" cy="11"/>
              </a:xfrm>
              <a:custGeom>
                <a:avLst/>
                <a:gdLst>
                  <a:gd name="T0" fmla="*/ 44 w 6"/>
                  <a:gd name="T1" fmla="*/ 149 h 6"/>
                  <a:gd name="T2" fmla="*/ 125 w 6"/>
                  <a:gd name="T3" fmla="*/ 44 h 6"/>
                  <a:gd name="T4" fmla="*/ 229 w 6"/>
                  <a:gd name="T5" fmla="*/ 125 h 6"/>
                  <a:gd name="T6" fmla="*/ 149 w 6"/>
                  <a:gd name="T7" fmla="*/ 229 h 6"/>
                  <a:gd name="T8" fmla="*/ 44 w 6"/>
                  <a:gd name="T9" fmla="*/ 1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ubicBezTo>
                      <a:pt x="2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6" name="Freeform 3671">
                <a:extLst>
                  <a:ext uri="{FF2B5EF4-FFF2-40B4-BE49-F238E27FC236}">
                    <a16:creationId xmlns:a16="http://schemas.microsoft.com/office/drawing/2014/main" id="{6A73E7DA-D564-4697-9D5A-08EAD75E2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084"/>
                <a:ext cx="55" cy="58"/>
              </a:xfrm>
              <a:custGeom>
                <a:avLst/>
                <a:gdLst>
                  <a:gd name="T0" fmla="*/ 0 w 30"/>
                  <a:gd name="T1" fmla="*/ 317 h 30"/>
                  <a:gd name="T2" fmla="*/ 376 w 30"/>
                  <a:gd name="T3" fmla="*/ 0 h 30"/>
                  <a:gd name="T4" fmla="*/ 1140 w 30"/>
                  <a:gd name="T5" fmla="*/ 1570 h 30"/>
                  <a:gd name="T6" fmla="*/ 376 w 30"/>
                  <a:gd name="T7" fmla="*/ 377 h 30"/>
                  <a:gd name="T8" fmla="*/ 0 w 30"/>
                  <a:gd name="T9" fmla="*/ 31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0" y="6"/>
                    </a:moveTo>
                    <a:cubicBezTo>
                      <a:pt x="4" y="5"/>
                      <a:pt x="10" y="0"/>
                      <a:pt x="10" y="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0"/>
                      <a:pt x="14" y="8"/>
                      <a:pt x="10" y="7"/>
                    </a:cubicBezTo>
                    <a:cubicBezTo>
                      <a:pt x="5" y="6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7" name="Freeform 3672">
                <a:extLst>
                  <a:ext uri="{FF2B5EF4-FFF2-40B4-BE49-F238E27FC236}">
                    <a16:creationId xmlns:a16="http://schemas.microsoft.com/office/drawing/2014/main" id="{C7BC081E-A75F-4B18-A659-B61085C05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298"/>
                <a:ext cx="65" cy="33"/>
              </a:xfrm>
              <a:custGeom>
                <a:avLst/>
                <a:gdLst>
                  <a:gd name="T0" fmla="*/ 0 w 36"/>
                  <a:gd name="T1" fmla="*/ 468 h 17"/>
                  <a:gd name="T2" fmla="*/ 247 w 36"/>
                  <a:gd name="T3" fmla="*/ 0 h 17"/>
                  <a:gd name="T4" fmla="*/ 1242 w 36"/>
                  <a:gd name="T5" fmla="*/ 908 h 17"/>
                  <a:gd name="T6" fmla="*/ 307 w 36"/>
                  <a:gd name="T7" fmla="*/ 380 h 17"/>
                  <a:gd name="T8" fmla="*/ 0 w 36"/>
                  <a:gd name="T9" fmla="*/ 46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7">
                    <a:moveTo>
                      <a:pt x="0" y="9"/>
                    </a:moveTo>
                    <a:cubicBezTo>
                      <a:pt x="3" y="7"/>
                      <a:pt x="7" y="0"/>
                      <a:pt x="7" y="0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13" y="6"/>
                      <a:pt x="9" y="7"/>
                    </a:cubicBezTo>
                    <a:cubicBezTo>
                      <a:pt x="4" y="7"/>
                      <a:pt x="1" y="9"/>
                      <a:pt x="0" y="9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8" name="Freeform 3673">
                <a:extLst>
                  <a:ext uri="{FF2B5EF4-FFF2-40B4-BE49-F238E27FC236}">
                    <a16:creationId xmlns:a16="http://schemas.microsoft.com/office/drawing/2014/main" id="{03C69C6F-891B-4443-B551-9F093AFA0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844"/>
                <a:ext cx="143" cy="114"/>
              </a:xfrm>
              <a:custGeom>
                <a:avLst/>
                <a:gdLst>
                  <a:gd name="T0" fmla="*/ 2686 w 79"/>
                  <a:gd name="T1" fmla="*/ 945 h 59"/>
                  <a:gd name="T2" fmla="*/ 2116 w 79"/>
                  <a:gd name="T3" fmla="*/ 0 h 59"/>
                  <a:gd name="T4" fmla="*/ 2424 w 79"/>
                  <a:gd name="T5" fmla="*/ 721 h 59"/>
                  <a:gd name="T6" fmla="*/ 914 w 79"/>
                  <a:gd name="T7" fmla="*/ 2856 h 59"/>
                  <a:gd name="T8" fmla="*/ 0 w 79"/>
                  <a:gd name="T9" fmla="*/ 2916 h 59"/>
                  <a:gd name="T10" fmla="*/ 1202 w 79"/>
                  <a:gd name="T11" fmla="*/ 2972 h 59"/>
                  <a:gd name="T12" fmla="*/ 2686 w 79"/>
                  <a:gd name="T13" fmla="*/ 945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59">
                    <a:moveTo>
                      <a:pt x="76" y="18"/>
                    </a:moveTo>
                    <a:cubicBezTo>
                      <a:pt x="75" y="10"/>
                      <a:pt x="69" y="4"/>
                      <a:pt x="60" y="0"/>
                    </a:cubicBezTo>
                    <a:cubicBezTo>
                      <a:pt x="65" y="4"/>
                      <a:pt x="68" y="8"/>
                      <a:pt x="69" y="14"/>
                    </a:cubicBezTo>
                    <a:cubicBezTo>
                      <a:pt x="73" y="31"/>
                      <a:pt x="53" y="49"/>
                      <a:pt x="26" y="55"/>
                    </a:cubicBezTo>
                    <a:cubicBezTo>
                      <a:pt x="18" y="56"/>
                      <a:pt x="8" y="57"/>
                      <a:pt x="0" y="56"/>
                    </a:cubicBezTo>
                    <a:cubicBezTo>
                      <a:pt x="9" y="59"/>
                      <a:pt x="23" y="59"/>
                      <a:pt x="34" y="57"/>
                    </a:cubicBezTo>
                    <a:cubicBezTo>
                      <a:pt x="61" y="51"/>
                      <a:pt x="79" y="34"/>
                      <a:pt x="76" y="18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9" name="Freeform 3674">
                <a:extLst>
                  <a:ext uri="{FF2B5EF4-FFF2-40B4-BE49-F238E27FC236}">
                    <a16:creationId xmlns:a16="http://schemas.microsoft.com/office/drawing/2014/main" id="{D3C7224E-CAAF-4487-AFD6-CD890EC49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833"/>
                <a:ext cx="149" cy="116"/>
              </a:xfrm>
              <a:custGeom>
                <a:avLst/>
                <a:gdLst>
                  <a:gd name="T0" fmla="*/ 478 w 82"/>
                  <a:gd name="T1" fmla="*/ 2515 h 60"/>
                  <a:gd name="T2" fmla="*/ 1939 w 82"/>
                  <a:gd name="T3" fmla="*/ 269 h 60"/>
                  <a:gd name="T4" fmla="*/ 2856 w 82"/>
                  <a:gd name="T5" fmla="*/ 164 h 60"/>
                  <a:gd name="T6" fmla="*/ 2856 w 82"/>
                  <a:gd name="T7" fmla="*/ 164 h 60"/>
                  <a:gd name="T8" fmla="*/ 2771 w 82"/>
                  <a:gd name="T9" fmla="*/ 164 h 60"/>
                  <a:gd name="T10" fmla="*/ 1681 w 82"/>
                  <a:gd name="T11" fmla="*/ 108 h 60"/>
                  <a:gd name="T12" fmla="*/ 145 w 82"/>
                  <a:gd name="T13" fmla="*/ 2231 h 60"/>
                  <a:gd name="T14" fmla="*/ 707 w 82"/>
                  <a:gd name="T15" fmla="*/ 3128 h 60"/>
                  <a:gd name="T16" fmla="*/ 478 w 82"/>
                  <a:gd name="T17" fmla="*/ 2515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60">
                    <a:moveTo>
                      <a:pt x="13" y="48"/>
                    </a:moveTo>
                    <a:cubicBezTo>
                      <a:pt x="9" y="31"/>
                      <a:pt x="27" y="11"/>
                      <a:pt x="54" y="5"/>
                    </a:cubicBezTo>
                    <a:cubicBezTo>
                      <a:pt x="63" y="4"/>
                      <a:pt x="71" y="3"/>
                      <a:pt x="79" y="3"/>
                    </a:cubicBezTo>
                    <a:cubicBezTo>
                      <a:pt x="80" y="4"/>
                      <a:pt x="82" y="4"/>
                      <a:pt x="79" y="3"/>
                    </a:cubicBezTo>
                    <a:cubicBezTo>
                      <a:pt x="78" y="3"/>
                      <a:pt x="78" y="3"/>
                      <a:pt x="77" y="3"/>
                    </a:cubicBezTo>
                    <a:cubicBezTo>
                      <a:pt x="68" y="0"/>
                      <a:pt x="58" y="0"/>
                      <a:pt x="47" y="2"/>
                    </a:cubicBezTo>
                    <a:cubicBezTo>
                      <a:pt x="20" y="8"/>
                      <a:pt x="0" y="26"/>
                      <a:pt x="4" y="43"/>
                    </a:cubicBezTo>
                    <a:cubicBezTo>
                      <a:pt x="5" y="50"/>
                      <a:pt x="11" y="56"/>
                      <a:pt x="20" y="60"/>
                    </a:cubicBezTo>
                    <a:cubicBezTo>
                      <a:pt x="16" y="57"/>
                      <a:pt x="14" y="53"/>
                      <a:pt x="13" y="48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0" name="Freeform 3675">
                <a:extLst>
                  <a:ext uri="{FF2B5EF4-FFF2-40B4-BE49-F238E27FC236}">
                    <a16:creationId xmlns:a16="http://schemas.microsoft.com/office/drawing/2014/main" id="{1444DCE5-CF16-4374-A52B-D81B73607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870"/>
                <a:ext cx="23" cy="25"/>
              </a:xfrm>
              <a:custGeom>
                <a:avLst/>
                <a:gdLst>
                  <a:gd name="T0" fmla="*/ 37 w 13"/>
                  <a:gd name="T1" fmla="*/ 263 h 13"/>
                  <a:gd name="T2" fmla="*/ 244 w 13"/>
                  <a:gd name="T3" fmla="*/ 56 h 13"/>
                  <a:gd name="T4" fmla="*/ 359 w 13"/>
                  <a:gd name="T5" fmla="*/ 400 h 13"/>
                  <a:gd name="T6" fmla="*/ 188 w 13"/>
                  <a:gd name="T7" fmla="*/ 602 h 13"/>
                  <a:gd name="T8" fmla="*/ 37 w 13"/>
                  <a:gd name="T9" fmla="*/ 26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" y="5"/>
                    </a:moveTo>
                    <a:cubicBezTo>
                      <a:pt x="2" y="2"/>
                      <a:pt x="5" y="0"/>
                      <a:pt x="8" y="1"/>
                    </a:cubicBezTo>
                    <a:cubicBezTo>
                      <a:pt x="11" y="1"/>
                      <a:pt x="13" y="4"/>
                      <a:pt x="12" y="8"/>
                    </a:cubicBezTo>
                    <a:cubicBezTo>
                      <a:pt x="12" y="11"/>
                      <a:pt x="9" y="13"/>
                      <a:pt x="6" y="12"/>
                    </a:cubicBezTo>
                    <a:cubicBezTo>
                      <a:pt x="2" y="12"/>
                      <a:pt x="0" y="9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1" name="Freeform 3676">
                <a:extLst>
                  <a:ext uri="{FF2B5EF4-FFF2-40B4-BE49-F238E27FC236}">
                    <a16:creationId xmlns:a16="http://schemas.microsoft.com/office/drawing/2014/main" id="{C45FDB57-B788-4C6C-9C32-7294F3F00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860"/>
                <a:ext cx="16" cy="17"/>
              </a:xfrm>
              <a:custGeom>
                <a:avLst/>
                <a:gdLst>
                  <a:gd name="T0" fmla="*/ 37 w 9"/>
                  <a:gd name="T1" fmla="*/ 189 h 9"/>
                  <a:gd name="T2" fmla="*/ 203 w 9"/>
                  <a:gd name="T3" fmla="*/ 53 h 9"/>
                  <a:gd name="T4" fmla="*/ 281 w 9"/>
                  <a:gd name="T5" fmla="*/ 272 h 9"/>
                  <a:gd name="T6" fmla="*/ 117 w 9"/>
                  <a:gd name="T7" fmla="*/ 402 h 9"/>
                  <a:gd name="T8" fmla="*/ 37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1" y="2"/>
                      <a:pt x="3" y="0"/>
                      <a:pt x="6" y="1"/>
                    </a:cubicBezTo>
                    <a:cubicBezTo>
                      <a:pt x="8" y="1"/>
                      <a:pt x="9" y="3"/>
                      <a:pt x="9" y="6"/>
                    </a:cubicBez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2" name="Freeform 3677">
                <a:extLst>
                  <a:ext uri="{FF2B5EF4-FFF2-40B4-BE49-F238E27FC236}">
                    <a16:creationId xmlns:a16="http://schemas.microsoft.com/office/drawing/2014/main" id="{985806B9-2BAA-42A5-B7C9-7E241F481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895"/>
                <a:ext cx="11" cy="11"/>
              </a:xfrm>
              <a:custGeom>
                <a:avLst/>
                <a:gdLst>
                  <a:gd name="T0" fmla="*/ 0 w 6"/>
                  <a:gd name="T1" fmla="*/ 81 h 6"/>
                  <a:gd name="T2" fmla="*/ 125 w 6"/>
                  <a:gd name="T3" fmla="*/ 0 h 6"/>
                  <a:gd name="T4" fmla="*/ 193 w 6"/>
                  <a:gd name="T5" fmla="*/ 149 h 6"/>
                  <a:gd name="T6" fmla="*/ 81 w 6"/>
                  <a:gd name="T7" fmla="*/ 229 h 6"/>
                  <a:gd name="T8" fmla="*/ 0 w 6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3" name="Freeform 3678">
                <a:extLst>
                  <a:ext uri="{FF2B5EF4-FFF2-40B4-BE49-F238E27FC236}">
                    <a16:creationId xmlns:a16="http://schemas.microsoft.com/office/drawing/2014/main" id="{457DBA55-61B8-4F8C-8DE6-4267BBB23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960"/>
                <a:ext cx="27" cy="31"/>
              </a:xfrm>
              <a:custGeom>
                <a:avLst/>
                <a:gdLst>
                  <a:gd name="T0" fmla="*/ 430 w 15"/>
                  <a:gd name="T1" fmla="*/ 845 h 16"/>
                  <a:gd name="T2" fmla="*/ 511 w 15"/>
                  <a:gd name="T3" fmla="*/ 792 h 16"/>
                  <a:gd name="T4" fmla="*/ 421 w 15"/>
                  <a:gd name="T5" fmla="*/ 0 h 16"/>
                  <a:gd name="T6" fmla="*/ 0 w 15"/>
                  <a:gd name="T7" fmla="*/ 116 h 16"/>
                  <a:gd name="T8" fmla="*/ 263 w 15"/>
                  <a:gd name="T9" fmla="*/ 380 h 16"/>
                  <a:gd name="T10" fmla="*/ 430 w 15"/>
                  <a:gd name="T11" fmla="*/ 845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6">
                    <a:moveTo>
                      <a:pt x="13" y="16"/>
                    </a:moveTo>
                    <a:cubicBezTo>
                      <a:pt x="13" y="16"/>
                      <a:pt x="14" y="16"/>
                      <a:pt x="15" y="15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4" y="2"/>
                      <a:pt x="0" y="2"/>
                    </a:cubicBezTo>
                    <a:cubicBezTo>
                      <a:pt x="1" y="3"/>
                      <a:pt x="5" y="4"/>
                      <a:pt x="8" y="7"/>
                    </a:cubicBezTo>
                    <a:cubicBezTo>
                      <a:pt x="10" y="8"/>
                      <a:pt x="11" y="12"/>
                      <a:pt x="13" y="16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4" name="Freeform 3679">
                <a:extLst>
                  <a:ext uri="{FF2B5EF4-FFF2-40B4-BE49-F238E27FC236}">
                    <a16:creationId xmlns:a16="http://schemas.microsoft.com/office/drawing/2014/main" id="{228989AC-1CA8-4F5F-9035-06DBFDFD4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873"/>
                <a:ext cx="155" cy="91"/>
              </a:xfrm>
              <a:custGeom>
                <a:avLst/>
                <a:gdLst>
                  <a:gd name="T0" fmla="*/ 2911 w 86"/>
                  <a:gd name="T1" fmla="*/ 1169 h 47"/>
                  <a:gd name="T2" fmla="*/ 2648 w 86"/>
                  <a:gd name="T3" fmla="*/ 0 h 47"/>
                  <a:gd name="T4" fmla="*/ 2745 w 86"/>
                  <a:gd name="T5" fmla="*/ 844 h 47"/>
                  <a:gd name="T6" fmla="*/ 854 w 86"/>
                  <a:gd name="T7" fmla="*/ 1954 h 47"/>
                  <a:gd name="T8" fmla="*/ 0 w 86"/>
                  <a:gd name="T9" fmla="*/ 1518 h 47"/>
                  <a:gd name="T10" fmla="*/ 1065 w 86"/>
                  <a:gd name="T11" fmla="*/ 2207 h 47"/>
                  <a:gd name="T12" fmla="*/ 2911 w 86"/>
                  <a:gd name="T13" fmla="*/ 1169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7">
                    <a:moveTo>
                      <a:pt x="85" y="22"/>
                    </a:moveTo>
                    <a:cubicBezTo>
                      <a:pt x="86" y="14"/>
                      <a:pt x="84" y="6"/>
                      <a:pt x="77" y="0"/>
                    </a:cubicBezTo>
                    <a:cubicBezTo>
                      <a:pt x="80" y="5"/>
                      <a:pt x="81" y="11"/>
                      <a:pt x="80" y="16"/>
                    </a:cubicBezTo>
                    <a:cubicBezTo>
                      <a:pt x="77" y="33"/>
                      <a:pt x="52" y="42"/>
                      <a:pt x="25" y="37"/>
                    </a:cubicBezTo>
                    <a:cubicBezTo>
                      <a:pt x="16" y="35"/>
                      <a:pt x="6" y="32"/>
                      <a:pt x="0" y="29"/>
                    </a:cubicBezTo>
                    <a:cubicBezTo>
                      <a:pt x="7" y="35"/>
                      <a:pt x="20" y="40"/>
                      <a:pt x="31" y="42"/>
                    </a:cubicBezTo>
                    <a:cubicBezTo>
                      <a:pt x="58" y="47"/>
                      <a:pt x="82" y="38"/>
                      <a:pt x="85" y="22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5" name="Freeform 3680">
                <a:extLst>
                  <a:ext uri="{FF2B5EF4-FFF2-40B4-BE49-F238E27FC236}">
                    <a16:creationId xmlns:a16="http://schemas.microsoft.com/office/drawing/2014/main" id="{C80DF14F-BD95-4380-BE10-C49CA78D6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827"/>
                <a:ext cx="161" cy="93"/>
              </a:xfrm>
              <a:custGeom>
                <a:avLst/>
                <a:gdLst>
                  <a:gd name="T0" fmla="*/ 266 w 89"/>
                  <a:gd name="T1" fmla="*/ 1862 h 48"/>
                  <a:gd name="T2" fmla="*/ 2209 w 89"/>
                  <a:gd name="T3" fmla="*/ 574 h 48"/>
                  <a:gd name="T4" fmla="*/ 3021 w 89"/>
                  <a:gd name="T5" fmla="*/ 961 h 48"/>
                  <a:gd name="T6" fmla="*/ 3021 w 89"/>
                  <a:gd name="T7" fmla="*/ 961 h 48"/>
                  <a:gd name="T8" fmla="*/ 2990 w 89"/>
                  <a:gd name="T9" fmla="*/ 901 h 48"/>
                  <a:gd name="T10" fmla="*/ 1990 w 89"/>
                  <a:gd name="T11" fmla="*/ 271 h 48"/>
                  <a:gd name="T12" fmla="*/ 78 w 89"/>
                  <a:gd name="T13" fmla="*/ 1366 h 48"/>
                  <a:gd name="T14" fmla="*/ 356 w 89"/>
                  <a:gd name="T15" fmla="*/ 2538 h 48"/>
                  <a:gd name="T16" fmla="*/ 266 w 89"/>
                  <a:gd name="T17" fmla="*/ 1862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48">
                    <a:moveTo>
                      <a:pt x="8" y="35"/>
                    </a:moveTo>
                    <a:cubicBezTo>
                      <a:pt x="11" y="18"/>
                      <a:pt x="36" y="6"/>
                      <a:pt x="63" y="11"/>
                    </a:cubicBezTo>
                    <a:cubicBezTo>
                      <a:pt x="71" y="13"/>
                      <a:pt x="80" y="15"/>
                      <a:pt x="86" y="18"/>
                    </a:cubicBezTo>
                    <a:cubicBezTo>
                      <a:pt x="88" y="19"/>
                      <a:pt x="89" y="20"/>
                      <a:pt x="86" y="18"/>
                    </a:cubicBezTo>
                    <a:cubicBezTo>
                      <a:pt x="86" y="18"/>
                      <a:pt x="85" y="17"/>
                      <a:pt x="85" y="17"/>
                    </a:cubicBezTo>
                    <a:cubicBezTo>
                      <a:pt x="78" y="12"/>
                      <a:pt x="68" y="7"/>
                      <a:pt x="57" y="5"/>
                    </a:cubicBezTo>
                    <a:cubicBezTo>
                      <a:pt x="30" y="0"/>
                      <a:pt x="5" y="9"/>
                      <a:pt x="2" y="26"/>
                    </a:cubicBezTo>
                    <a:cubicBezTo>
                      <a:pt x="0" y="34"/>
                      <a:pt x="4" y="42"/>
                      <a:pt x="10" y="48"/>
                    </a:cubicBezTo>
                    <a:cubicBezTo>
                      <a:pt x="8" y="44"/>
                      <a:pt x="7" y="39"/>
                      <a:pt x="8" y="35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6" name="Freeform 3681">
                <a:extLst>
                  <a:ext uri="{FF2B5EF4-FFF2-40B4-BE49-F238E27FC236}">
                    <a16:creationId xmlns:a16="http://schemas.microsoft.com/office/drawing/2014/main" id="{F6016F9C-7E56-476C-A6A7-59D734B05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846"/>
                <a:ext cx="26" cy="25"/>
              </a:xfrm>
              <a:custGeom>
                <a:avLst/>
                <a:gdLst>
                  <a:gd name="T0" fmla="*/ 84 w 14"/>
                  <a:gd name="T1" fmla="*/ 163 h 13"/>
                  <a:gd name="T2" fmla="*/ 418 w 14"/>
                  <a:gd name="T3" fmla="*/ 108 h 13"/>
                  <a:gd name="T4" fmla="*/ 487 w 14"/>
                  <a:gd name="T5" fmla="*/ 506 h 13"/>
                  <a:gd name="T6" fmla="*/ 156 w 14"/>
                  <a:gd name="T7" fmla="*/ 548 h 13"/>
                  <a:gd name="T8" fmla="*/ 84 w 14"/>
                  <a:gd name="T9" fmla="*/ 16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2" y="3"/>
                    </a:moveTo>
                    <a:cubicBezTo>
                      <a:pt x="4" y="1"/>
                      <a:pt x="8" y="0"/>
                      <a:pt x="10" y="2"/>
                    </a:cubicBezTo>
                    <a:cubicBezTo>
                      <a:pt x="13" y="4"/>
                      <a:pt x="14" y="7"/>
                      <a:pt x="12" y="10"/>
                    </a:cubicBezTo>
                    <a:cubicBezTo>
                      <a:pt x="10" y="13"/>
                      <a:pt x="7" y="13"/>
                      <a:pt x="4" y="11"/>
                    </a:cubicBezTo>
                    <a:cubicBezTo>
                      <a:pt x="1" y="10"/>
                      <a:pt x="0" y="6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7" name="Freeform 3682">
                <a:extLst>
                  <a:ext uri="{FF2B5EF4-FFF2-40B4-BE49-F238E27FC236}">
                    <a16:creationId xmlns:a16="http://schemas.microsoft.com/office/drawing/2014/main" id="{DB1ED93A-AD3C-408A-97FD-57E557190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846"/>
                <a:ext cx="18" cy="18"/>
              </a:xfrm>
              <a:custGeom>
                <a:avLst/>
                <a:gdLst>
                  <a:gd name="T0" fmla="*/ 41 w 10"/>
                  <a:gd name="T1" fmla="*/ 128 h 9"/>
                  <a:gd name="T2" fmla="*/ 239 w 10"/>
                  <a:gd name="T3" fmla="*/ 64 h 9"/>
                  <a:gd name="T4" fmla="*/ 263 w 10"/>
                  <a:gd name="T5" fmla="*/ 448 h 9"/>
                  <a:gd name="T6" fmla="*/ 94 w 10"/>
                  <a:gd name="T7" fmla="*/ 512 h 9"/>
                  <a:gd name="T8" fmla="*/ 41 w 10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2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9" y="2"/>
                      <a:pt x="10" y="5"/>
                      <a:pt x="8" y="7"/>
                    </a:cubicBezTo>
                    <a:cubicBezTo>
                      <a:pt x="7" y="8"/>
                      <a:pt x="4" y="9"/>
                      <a:pt x="3" y="8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8" name="Freeform 3683">
                <a:extLst>
                  <a:ext uri="{FF2B5EF4-FFF2-40B4-BE49-F238E27FC236}">
                    <a16:creationId xmlns:a16="http://schemas.microsoft.com/office/drawing/2014/main" id="{C8A25F1D-BF09-4B5F-AC18-FFEE93738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866"/>
                <a:ext cx="11" cy="11"/>
              </a:xfrm>
              <a:custGeom>
                <a:avLst/>
                <a:gdLst>
                  <a:gd name="T0" fmla="*/ 44 w 6"/>
                  <a:gd name="T1" fmla="*/ 81 h 6"/>
                  <a:gd name="T2" fmla="*/ 149 w 6"/>
                  <a:gd name="T3" fmla="*/ 44 h 6"/>
                  <a:gd name="T4" fmla="*/ 193 w 6"/>
                  <a:gd name="T5" fmla="*/ 193 h 6"/>
                  <a:gd name="T6" fmla="*/ 44 w 6"/>
                  <a:gd name="T7" fmla="*/ 193 h 6"/>
                  <a:gd name="T8" fmla="*/ 44 w 6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9" name="Freeform 3684">
                <a:extLst>
                  <a:ext uri="{FF2B5EF4-FFF2-40B4-BE49-F238E27FC236}">
                    <a16:creationId xmlns:a16="http://schemas.microsoft.com/office/drawing/2014/main" id="{08CC894D-629E-415F-95CE-8016C79EA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960"/>
                <a:ext cx="22" cy="50"/>
              </a:xfrm>
              <a:custGeom>
                <a:avLst/>
                <a:gdLst>
                  <a:gd name="T0" fmla="*/ 229 w 12"/>
                  <a:gd name="T1" fmla="*/ 1258 h 26"/>
                  <a:gd name="T2" fmla="*/ 273 w 12"/>
                  <a:gd name="T3" fmla="*/ 1317 h 26"/>
                  <a:gd name="T4" fmla="*/ 451 w 12"/>
                  <a:gd name="T5" fmla="*/ 163 h 26"/>
                  <a:gd name="T6" fmla="*/ 0 w 12"/>
                  <a:gd name="T7" fmla="*/ 0 h 26"/>
                  <a:gd name="T8" fmla="*/ 229 w 12"/>
                  <a:gd name="T9" fmla="*/ 340 h 26"/>
                  <a:gd name="T10" fmla="*/ 229 w 12"/>
                  <a:gd name="T11" fmla="*/ 125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6">
                    <a:moveTo>
                      <a:pt x="6" y="25"/>
                    </a:moveTo>
                    <a:cubicBezTo>
                      <a:pt x="7" y="25"/>
                      <a:pt x="7" y="26"/>
                      <a:pt x="7" y="2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4" y="2"/>
                      <a:pt x="0" y="0"/>
                    </a:cubicBezTo>
                    <a:cubicBezTo>
                      <a:pt x="1" y="1"/>
                      <a:pt x="4" y="3"/>
                      <a:pt x="6" y="7"/>
                    </a:cubicBezTo>
                    <a:cubicBezTo>
                      <a:pt x="8" y="9"/>
                      <a:pt x="7" y="18"/>
                      <a:pt x="6" y="25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0" name="Freeform 3685">
                <a:extLst>
                  <a:ext uri="{FF2B5EF4-FFF2-40B4-BE49-F238E27FC236}">
                    <a16:creationId xmlns:a16="http://schemas.microsoft.com/office/drawing/2014/main" id="{763BBD3E-489E-47D6-ABBE-77BAB40D7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180"/>
                <a:ext cx="72" cy="164"/>
              </a:xfrm>
              <a:custGeom>
                <a:avLst/>
                <a:gdLst>
                  <a:gd name="T0" fmla="*/ 891 w 40"/>
                  <a:gd name="T1" fmla="*/ 208 h 85"/>
                  <a:gd name="T2" fmla="*/ 94 w 40"/>
                  <a:gd name="T3" fmla="*/ 164 h 85"/>
                  <a:gd name="T4" fmla="*/ 641 w 40"/>
                  <a:gd name="T5" fmla="*/ 372 h 85"/>
                  <a:gd name="T6" fmla="*/ 590 w 40"/>
                  <a:gd name="T7" fmla="*/ 3400 h 85"/>
                  <a:gd name="T8" fmla="*/ 0 w 40"/>
                  <a:gd name="T9" fmla="*/ 4382 h 85"/>
                  <a:gd name="T10" fmla="*/ 851 w 40"/>
                  <a:gd name="T11" fmla="*/ 3160 h 85"/>
                  <a:gd name="T12" fmla="*/ 891 w 40"/>
                  <a:gd name="T13" fmla="*/ 208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85">
                    <a:moveTo>
                      <a:pt x="26" y="4"/>
                    </a:moveTo>
                    <a:cubicBezTo>
                      <a:pt x="20" y="0"/>
                      <a:pt x="12" y="0"/>
                      <a:pt x="3" y="3"/>
                    </a:cubicBezTo>
                    <a:cubicBezTo>
                      <a:pt x="9" y="2"/>
                      <a:pt x="15" y="4"/>
                      <a:pt x="19" y="7"/>
                    </a:cubicBezTo>
                    <a:cubicBezTo>
                      <a:pt x="34" y="16"/>
                      <a:pt x="33" y="43"/>
                      <a:pt x="17" y="66"/>
                    </a:cubicBezTo>
                    <a:cubicBezTo>
                      <a:pt x="13" y="73"/>
                      <a:pt x="6" y="81"/>
                      <a:pt x="0" y="85"/>
                    </a:cubicBezTo>
                    <a:cubicBezTo>
                      <a:pt x="9" y="81"/>
                      <a:pt x="18" y="71"/>
                      <a:pt x="25" y="61"/>
                    </a:cubicBezTo>
                    <a:cubicBezTo>
                      <a:pt x="39" y="39"/>
                      <a:pt x="40" y="14"/>
                      <a:pt x="26" y="4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1" name="Freeform 3686">
                <a:extLst>
                  <a:ext uri="{FF2B5EF4-FFF2-40B4-BE49-F238E27FC236}">
                    <a16:creationId xmlns:a16="http://schemas.microsoft.com/office/drawing/2014/main" id="{DB40D037-3351-44FA-AC19-38EFDFE2B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188"/>
                <a:ext cx="78" cy="170"/>
              </a:xfrm>
              <a:custGeom>
                <a:avLst/>
                <a:gdLst>
                  <a:gd name="T0" fmla="*/ 889 w 43"/>
                  <a:gd name="T1" fmla="*/ 4188 h 88"/>
                  <a:gd name="T2" fmla="*/ 865 w 43"/>
                  <a:gd name="T3" fmla="*/ 1105 h 88"/>
                  <a:gd name="T4" fmla="*/ 1428 w 43"/>
                  <a:gd name="T5" fmla="*/ 108 h 88"/>
                  <a:gd name="T6" fmla="*/ 1395 w 43"/>
                  <a:gd name="T7" fmla="*/ 108 h 88"/>
                  <a:gd name="T8" fmla="*/ 1355 w 43"/>
                  <a:gd name="T9" fmla="*/ 164 h 88"/>
                  <a:gd name="T10" fmla="*/ 573 w 43"/>
                  <a:gd name="T11" fmla="*/ 1238 h 88"/>
                  <a:gd name="T12" fmla="*/ 530 w 43"/>
                  <a:gd name="T13" fmla="*/ 4302 h 88"/>
                  <a:gd name="T14" fmla="*/ 1355 w 43"/>
                  <a:gd name="T15" fmla="*/ 4362 h 88"/>
                  <a:gd name="T16" fmla="*/ 889 w 43"/>
                  <a:gd name="T17" fmla="*/ 4188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8">
                    <a:moveTo>
                      <a:pt x="25" y="81"/>
                    </a:moveTo>
                    <a:cubicBezTo>
                      <a:pt x="11" y="72"/>
                      <a:pt x="9" y="44"/>
                      <a:pt x="24" y="21"/>
                    </a:cubicBezTo>
                    <a:cubicBezTo>
                      <a:pt x="29" y="14"/>
                      <a:pt x="34" y="7"/>
                      <a:pt x="40" y="2"/>
                    </a:cubicBezTo>
                    <a:cubicBezTo>
                      <a:pt x="41" y="2"/>
                      <a:pt x="43" y="0"/>
                      <a:pt x="39" y="2"/>
                    </a:cubicBezTo>
                    <a:cubicBezTo>
                      <a:pt x="39" y="3"/>
                      <a:pt x="39" y="3"/>
                      <a:pt x="38" y="3"/>
                    </a:cubicBezTo>
                    <a:cubicBezTo>
                      <a:pt x="30" y="8"/>
                      <a:pt x="23" y="15"/>
                      <a:pt x="16" y="24"/>
                    </a:cubicBezTo>
                    <a:cubicBezTo>
                      <a:pt x="1" y="47"/>
                      <a:pt x="0" y="74"/>
                      <a:pt x="15" y="83"/>
                    </a:cubicBezTo>
                    <a:cubicBezTo>
                      <a:pt x="21" y="88"/>
                      <a:pt x="30" y="88"/>
                      <a:pt x="38" y="84"/>
                    </a:cubicBezTo>
                    <a:cubicBezTo>
                      <a:pt x="33" y="85"/>
                      <a:pt x="29" y="84"/>
                      <a:pt x="25" y="81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2" name="Freeform 3687">
                <a:extLst>
                  <a:ext uri="{FF2B5EF4-FFF2-40B4-BE49-F238E27FC236}">
                    <a16:creationId xmlns:a16="http://schemas.microsoft.com/office/drawing/2014/main" id="{43C6AC12-76C0-421C-A24F-06BEAE79D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290"/>
                <a:ext cx="23" cy="25"/>
              </a:xfrm>
              <a:custGeom>
                <a:avLst/>
                <a:gdLst>
                  <a:gd name="T0" fmla="*/ 37 w 13"/>
                  <a:gd name="T1" fmla="*/ 506 h 13"/>
                  <a:gd name="T2" fmla="*/ 88 w 13"/>
                  <a:gd name="T3" fmla="*/ 56 h 13"/>
                  <a:gd name="T4" fmla="*/ 333 w 13"/>
                  <a:gd name="T5" fmla="*/ 163 h 13"/>
                  <a:gd name="T6" fmla="*/ 317 w 13"/>
                  <a:gd name="T7" fmla="*/ 548 h 13"/>
                  <a:gd name="T8" fmla="*/ 37 w 13"/>
                  <a:gd name="T9" fmla="*/ 50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" y="10"/>
                    </a:moveTo>
                    <a:cubicBezTo>
                      <a:pt x="0" y="7"/>
                      <a:pt x="0" y="3"/>
                      <a:pt x="3" y="1"/>
                    </a:cubicBezTo>
                    <a:cubicBezTo>
                      <a:pt x="6" y="0"/>
                      <a:pt x="9" y="0"/>
                      <a:pt x="11" y="3"/>
                    </a:cubicBezTo>
                    <a:cubicBezTo>
                      <a:pt x="13" y="6"/>
                      <a:pt x="12" y="9"/>
                      <a:pt x="10" y="11"/>
                    </a:cubicBezTo>
                    <a:cubicBezTo>
                      <a:pt x="7" y="13"/>
                      <a:pt x="3" y="12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3" name="Freeform 3688">
                <a:extLst>
                  <a:ext uri="{FF2B5EF4-FFF2-40B4-BE49-F238E27FC236}">
                    <a16:creationId xmlns:a16="http://schemas.microsoft.com/office/drawing/2014/main" id="{B64A91A6-45BF-4289-B8A6-A688C51CD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271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66 w 9"/>
                  <a:gd name="T3" fmla="*/ 53 h 9"/>
                  <a:gd name="T4" fmla="*/ 247 w 9"/>
                  <a:gd name="T5" fmla="*/ 100 h 9"/>
                  <a:gd name="T6" fmla="*/ 208 w 9"/>
                  <a:gd name="T7" fmla="*/ 357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0" y="5"/>
                      <a:pt x="1" y="2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7"/>
                      <a:pt x="7" y="8"/>
                    </a:cubicBezTo>
                    <a:cubicBezTo>
                      <a:pt x="5" y="9"/>
                      <a:pt x="3" y="9"/>
                      <a:pt x="1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4" name="Freeform 3689">
                <a:extLst>
                  <a:ext uri="{FF2B5EF4-FFF2-40B4-BE49-F238E27FC236}">
                    <a16:creationId xmlns:a16="http://schemas.microsoft.com/office/drawing/2014/main" id="{5EEC75AB-A352-446A-AE45-5609776DB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317"/>
                <a:ext cx="10" cy="12"/>
              </a:xfrm>
              <a:custGeom>
                <a:avLst/>
                <a:gdLst>
                  <a:gd name="T0" fmla="*/ 22 w 6"/>
                  <a:gd name="T1" fmla="*/ 320 h 6"/>
                  <a:gd name="T2" fmla="*/ 22 w 6"/>
                  <a:gd name="T3" fmla="*/ 64 h 6"/>
                  <a:gd name="T4" fmla="*/ 103 w 6"/>
                  <a:gd name="T5" fmla="*/ 128 h 6"/>
                  <a:gd name="T6" fmla="*/ 92 w 6"/>
                  <a:gd name="T7" fmla="*/ 384 h 6"/>
                  <a:gd name="T8" fmla="*/ 22 w 6"/>
                  <a:gd name="T9" fmla="*/ 3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6" y="5"/>
                      <a:pt x="4" y="6"/>
                    </a:cubicBezTo>
                    <a:cubicBezTo>
                      <a:pt x="3" y="6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5" name="Freeform 3690">
                <a:extLst>
                  <a:ext uri="{FF2B5EF4-FFF2-40B4-BE49-F238E27FC236}">
                    <a16:creationId xmlns:a16="http://schemas.microsoft.com/office/drawing/2014/main" id="{92461741-A3A5-4036-BBE0-D75CA87E6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036"/>
                <a:ext cx="156" cy="77"/>
              </a:xfrm>
              <a:custGeom>
                <a:avLst/>
                <a:gdLst>
                  <a:gd name="T0" fmla="*/ 2890 w 86"/>
                  <a:gd name="T1" fmla="*/ 1319 h 40"/>
                  <a:gd name="T2" fmla="*/ 2968 w 86"/>
                  <a:gd name="T3" fmla="*/ 108 h 40"/>
                  <a:gd name="T4" fmla="*/ 2806 w 86"/>
                  <a:gd name="T5" fmla="*/ 978 h 40"/>
                  <a:gd name="T6" fmla="*/ 704 w 86"/>
                  <a:gd name="T7" fmla="*/ 878 h 40"/>
                  <a:gd name="T8" fmla="*/ 0 w 86"/>
                  <a:gd name="T9" fmla="*/ 0 h 40"/>
                  <a:gd name="T10" fmla="*/ 865 w 86"/>
                  <a:gd name="T11" fmla="*/ 1219 h 40"/>
                  <a:gd name="T12" fmla="*/ 2890 w 86"/>
                  <a:gd name="T13" fmla="*/ 131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0">
                    <a:moveTo>
                      <a:pt x="81" y="26"/>
                    </a:moveTo>
                    <a:cubicBezTo>
                      <a:pt x="86" y="20"/>
                      <a:pt x="86" y="11"/>
                      <a:pt x="83" y="2"/>
                    </a:cubicBezTo>
                    <a:cubicBezTo>
                      <a:pt x="84" y="9"/>
                      <a:pt x="82" y="14"/>
                      <a:pt x="79" y="19"/>
                    </a:cubicBezTo>
                    <a:cubicBezTo>
                      <a:pt x="69" y="33"/>
                      <a:pt x="43" y="33"/>
                      <a:pt x="20" y="17"/>
                    </a:cubicBezTo>
                    <a:cubicBezTo>
                      <a:pt x="13" y="12"/>
                      <a:pt x="5" y="6"/>
                      <a:pt x="0" y="0"/>
                    </a:cubicBezTo>
                    <a:cubicBezTo>
                      <a:pt x="5" y="8"/>
                      <a:pt x="14" y="18"/>
                      <a:pt x="24" y="24"/>
                    </a:cubicBezTo>
                    <a:cubicBezTo>
                      <a:pt x="47" y="39"/>
                      <a:pt x="72" y="40"/>
                      <a:pt x="81" y="26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6" name="Freeform 3691">
                <a:extLst>
                  <a:ext uri="{FF2B5EF4-FFF2-40B4-BE49-F238E27FC236}">
                    <a16:creationId xmlns:a16="http://schemas.microsoft.com/office/drawing/2014/main" id="{A17960B2-E7CD-4AEF-94A6-E64D147B0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951"/>
                <a:ext cx="132" cy="73"/>
              </a:xfrm>
              <a:custGeom>
                <a:avLst/>
                <a:gdLst>
                  <a:gd name="T0" fmla="*/ 264 w 73"/>
                  <a:gd name="T1" fmla="*/ 1049 h 38"/>
                  <a:gd name="T2" fmla="*/ 2201 w 73"/>
                  <a:gd name="T3" fmla="*/ 816 h 38"/>
                  <a:gd name="T4" fmla="*/ 2201 w 73"/>
                  <a:gd name="T5" fmla="*/ 816 h 38"/>
                  <a:gd name="T6" fmla="*/ 141 w 73"/>
                  <a:gd name="T7" fmla="*/ 709 h 38"/>
                  <a:gd name="T8" fmla="*/ 94 w 73"/>
                  <a:gd name="T9" fmla="*/ 1908 h 38"/>
                  <a:gd name="T10" fmla="*/ 264 w 73"/>
                  <a:gd name="T11" fmla="*/ 1049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38">
                    <a:moveTo>
                      <a:pt x="8" y="21"/>
                    </a:moveTo>
                    <a:cubicBezTo>
                      <a:pt x="19" y="7"/>
                      <a:pt x="40" y="1"/>
                      <a:pt x="63" y="16"/>
                    </a:cubicBezTo>
                    <a:cubicBezTo>
                      <a:pt x="70" y="21"/>
                      <a:pt x="73" y="22"/>
                      <a:pt x="63" y="16"/>
                    </a:cubicBezTo>
                    <a:cubicBezTo>
                      <a:pt x="40" y="1"/>
                      <a:pt x="14" y="0"/>
                      <a:pt x="4" y="14"/>
                    </a:cubicBezTo>
                    <a:cubicBezTo>
                      <a:pt x="0" y="21"/>
                      <a:pt x="0" y="29"/>
                      <a:pt x="3" y="38"/>
                    </a:cubicBezTo>
                    <a:cubicBezTo>
                      <a:pt x="3" y="33"/>
                      <a:pt x="4" y="27"/>
                      <a:pt x="8" y="21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7" name="Freeform 3692">
                <a:extLst>
                  <a:ext uri="{FF2B5EF4-FFF2-40B4-BE49-F238E27FC236}">
                    <a16:creationId xmlns:a16="http://schemas.microsoft.com/office/drawing/2014/main" id="{A8BB6643-98CF-4383-99AE-8BDAE621C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968"/>
                <a:ext cx="25" cy="25"/>
              </a:xfrm>
              <a:custGeom>
                <a:avLst/>
                <a:gdLst>
                  <a:gd name="T0" fmla="*/ 130 w 14"/>
                  <a:gd name="T1" fmla="*/ 56 h 13"/>
                  <a:gd name="T2" fmla="*/ 386 w 14"/>
                  <a:gd name="T3" fmla="*/ 163 h 13"/>
                  <a:gd name="T4" fmla="*/ 325 w 14"/>
                  <a:gd name="T5" fmla="*/ 548 h 13"/>
                  <a:gd name="T6" fmla="*/ 73 w 14"/>
                  <a:gd name="T7" fmla="*/ 448 h 13"/>
                  <a:gd name="T8" fmla="*/ 130 w 14"/>
                  <a:gd name="T9" fmla="*/ 5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4" y="1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4" y="6"/>
                      <a:pt x="13" y="9"/>
                      <a:pt x="10" y="11"/>
                    </a:cubicBezTo>
                    <a:cubicBezTo>
                      <a:pt x="7" y="13"/>
                      <a:pt x="4" y="12"/>
                      <a:pt x="2" y="9"/>
                    </a:cubicBezTo>
                    <a:cubicBezTo>
                      <a:pt x="0" y="7"/>
                      <a:pt x="1" y="3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8" name="Freeform 3693">
                <a:extLst>
                  <a:ext uri="{FF2B5EF4-FFF2-40B4-BE49-F238E27FC236}">
                    <a16:creationId xmlns:a16="http://schemas.microsoft.com/office/drawing/2014/main" id="{A2FA73EC-7264-4444-AE45-72EF99CEE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962"/>
                <a:ext cx="17" cy="18"/>
              </a:xfrm>
              <a:custGeom>
                <a:avLst/>
                <a:gdLst>
                  <a:gd name="T0" fmla="*/ 100 w 9"/>
                  <a:gd name="T1" fmla="*/ 64 h 9"/>
                  <a:gd name="T2" fmla="*/ 357 w 9"/>
                  <a:gd name="T3" fmla="*/ 128 h 9"/>
                  <a:gd name="T4" fmla="*/ 317 w 9"/>
                  <a:gd name="T5" fmla="*/ 512 h 9"/>
                  <a:gd name="T6" fmla="*/ 53 w 9"/>
                  <a:gd name="T7" fmla="*/ 448 h 9"/>
                  <a:gd name="T8" fmla="*/ 100 w 9"/>
                  <a:gd name="T9" fmla="*/ 6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4" y="0"/>
                      <a:pt x="7" y="0"/>
                      <a:pt x="8" y="2"/>
                    </a:cubicBezTo>
                    <a:cubicBezTo>
                      <a:pt x="9" y="4"/>
                      <a:pt x="9" y="6"/>
                      <a:pt x="7" y="8"/>
                    </a:cubicBezTo>
                    <a:cubicBezTo>
                      <a:pt x="5" y="9"/>
                      <a:pt x="3" y="8"/>
                      <a:pt x="1" y="7"/>
                    </a:cubicBezTo>
                    <a:cubicBezTo>
                      <a:pt x="0" y="5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9" name="Freeform 3694">
                <a:extLst>
                  <a:ext uri="{FF2B5EF4-FFF2-40B4-BE49-F238E27FC236}">
                    <a16:creationId xmlns:a16="http://schemas.microsoft.com/office/drawing/2014/main" id="{1C016088-4B7D-4723-89DE-E4D3354A1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995"/>
                <a:ext cx="11" cy="12"/>
              </a:xfrm>
              <a:custGeom>
                <a:avLst/>
                <a:gdLst>
                  <a:gd name="T0" fmla="*/ 81 w 6"/>
                  <a:gd name="T1" fmla="*/ 64 h 6"/>
                  <a:gd name="T2" fmla="*/ 229 w 6"/>
                  <a:gd name="T3" fmla="*/ 64 h 6"/>
                  <a:gd name="T4" fmla="*/ 193 w 6"/>
                  <a:gd name="T5" fmla="*/ 320 h 6"/>
                  <a:gd name="T6" fmla="*/ 44 w 6"/>
                  <a:gd name="T7" fmla="*/ 256 h 6"/>
                  <a:gd name="T8" fmla="*/ 81 w 6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0" name="Freeform 3695">
                <a:extLst>
                  <a:ext uri="{FF2B5EF4-FFF2-40B4-BE49-F238E27FC236}">
                    <a16:creationId xmlns:a16="http://schemas.microsoft.com/office/drawing/2014/main" id="{A797F00F-5E02-41CB-87DE-09B32375E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213"/>
                <a:ext cx="20" cy="23"/>
              </a:xfrm>
              <a:custGeom>
                <a:avLst/>
                <a:gdLst>
                  <a:gd name="T0" fmla="*/ 96 w 11"/>
                  <a:gd name="T1" fmla="*/ 107 h 12"/>
                  <a:gd name="T2" fmla="*/ 360 w 11"/>
                  <a:gd name="T3" fmla="*/ 161 h 12"/>
                  <a:gd name="T4" fmla="*/ 295 w 11"/>
                  <a:gd name="T5" fmla="*/ 485 h 12"/>
                  <a:gd name="T6" fmla="*/ 44 w 11"/>
                  <a:gd name="T7" fmla="*/ 445 h 12"/>
                  <a:gd name="T8" fmla="*/ 96 w 11"/>
                  <a:gd name="T9" fmla="*/ 10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3" y="2"/>
                    </a:moveTo>
                    <a:cubicBezTo>
                      <a:pt x="5" y="0"/>
                      <a:pt x="8" y="1"/>
                      <a:pt x="10" y="3"/>
                    </a:cubicBezTo>
                    <a:cubicBezTo>
                      <a:pt x="11" y="6"/>
                      <a:pt x="11" y="9"/>
                      <a:pt x="8" y="10"/>
                    </a:cubicBezTo>
                    <a:cubicBezTo>
                      <a:pt x="6" y="12"/>
                      <a:pt x="3" y="11"/>
                      <a:pt x="1" y="9"/>
                    </a:cubicBezTo>
                    <a:cubicBezTo>
                      <a:pt x="0" y="7"/>
                      <a:pt x="0" y="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1" name="Freeform 3696">
                <a:extLst>
                  <a:ext uri="{FF2B5EF4-FFF2-40B4-BE49-F238E27FC236}">
                    <a16:creationId xmlns:a16="http://schemas.microsoft.com/office/drawing/2014/main" id="{1D93B1CB-BF1F-49F3-987D-35A9BEC87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200"/>
                <a:ext cx="10" cy="9"/>
              </a:xfrm>
              <a:custGeom>
                <a:avLst/>
                <a:gdLst>
                  <a:gd name="T0" fmla="*/ 37 w 6"/>
                  <a:gd name="T1" fmla="*/ 0 h 5"/>
                  <a:gd name="T2" fmla="*/ 103 w 6"/>
                  <a:gd name="T3" fmla="*/ 41 h 5"/>
                  <a:gd name="T4" fmla="*/ 103 w 6"/>
                  <a:gd name="T5" fmla="*/ 169 h 5"/>
                  <a:gd name="T6" fmla="*/ 22 w 6"/>
                  <a:gd name="T7" fmla="*/ 133 h 5"/>
                  <a:gd name="T8" fmla="*/ 37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2" name="Freeform 3697">
                <a:extLst>
                  <a:ext uri="{FF2B5EF4-FFF2-40B4-BE49-F238E27FC236}">
                    <a16:creationId xmlns:a16="http://schemas.microsoft.com/office/drawing/2014/main" id="{728D45DF-5A5A-4267-B44A-C8843AD28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238"/>
                <a:ext cx="11" cy="14"/>
              </a:xfrm>
              <a:custGeom>
                <a:avLst/>
                <a:gdLst>
                  <a:gd name="T0" fmla="*/ 81 w 6"/>
                  <a:gd name="T1" fmla="*/ 64 h 7"/>
                  <a:gd name="T2" fmla="*/ 229 w 6"/>
                  <a:gd name="T3" fmla="*/ 128 h 7"/>
                  <a:gd name="T4" fmla="*/ 193 w 6"/>
                  <a:gd name="T5" fmla="*/ 384 h 7"/>
                  <a:gd name="T6" fmla="*/ 44 w 6"/>
                  <a:gd name="T7" fmla="*/ 320 h 7"/>
                  <a:gd name="T8" fmla="*/ 81 w 6"/>
                  <a:gd name="T9" fmla="*/ 6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3" name="Freeform 3698">
                <a:extLst>
                  <a:ext uri="{FF2B5EF4-FFF2-40B4-BE49-F238E27FC236}">
                    <a16:creationId xmlns:a16="http://schemas.microsoft.com/office/drawing/2014/main" id="{7BB3B120-3578-47CE-B146-96CE92C5E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082"/>
                <a:ext cx="34" cy="71"/>
              </a:xfrm>
              <a:custGeom>
                <a:avLst/>
                <a:gdLst>
                  <a:gd name="T0" fmla="*/ 327 w 19"/>
                  <a:gd name="T1" fmla="*/ 0 h 37"/>
                  <a:gd name="T2" fmla="*/ 625 w 19"/>
                  <a:gd name="T3" fmla="*/ 340 h 37"/>
                  <a:gd name="T4" fmla="*/ 0 w 19"/>
                  <a:gd name="T5" fmla="*/ 1844 h 37"/>
                  <a:gd name="T6" fmla="*/ 390 w 19"/>
                  <a:gd name="T7" fmla="*/ 445 h 37"/>
                  <a:gd name="T8" fmla="*/ 327 w 19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7">
                    <a:moveTo>
                      <a:pt x="10" y="0"/>
                    </a:moveTo>
                    <a:cubicBezTo>
                      <a:pt x="12" y="3"/>
                      <a:pt x="19" y="7"/>
                      <a:pt x="19" y="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13" y="13"/>
                      <a:pt x="12" y="9"/>
                    </a:cubicBezTo>
                    <a:cubicBezTo>
                      <a:pt x="12" y="4"/>
                      <a:pt x="10" y="1"/>
                      <a:pt x="10" y="0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4" name="Freeform 3699">
                <a:extLst>
                  <a:ext uri="{FF2B5EF4-FFF2-40B4-BE49-F238E27FC236}">
                    <a16:creationId xmlns:a16="http://schemas.microsoft.com/office/drawing/2014/main" id="{FD1F8503-7F70-4914-AC5F-19EC46E77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298"/>
                <a:ext cx="58" cy="43"/>
              </a:xfrm>
              <a:custGeom>
                <a:avLst/>
                <a:gdLst>
                  <a:gd name="T0" fmla="*/ 917 w 32"/>
                  <a:gd name="T1" fmla="*/ 0 h 22"/>
                  <a:gd name="T2" fmla="*/ 1131 w 32"/>
                  <a:gd name="T3" fmla="*/ 569 h 22"/>
                  <a:gd name="T4" fmla="*/ 0 w 32"/>
                  <a:gd name="T5" fmla="*/ 1226 h 22"/>
                  <a:gd name="T6" fmla="*/ 886 w 32"/>
                  <a:gd name="T7" fmla="*/ 508 h 22"/>
                  <a:gd name="T8" fmla="*/ 917 w 32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2">
                    <a:moveTo>
                      <a:pt x="26" y="0"/>
                    </a:moveTo>
                    <a:cubicBezTo>
                      <a:pt x="27" y="3"/>
                      <a:pt x="32" y="9"/>
                      <a:pt x="32" y="1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24" y="13"/>
                      <a:pt x="25" y="9"/>
                    </a:cubicBezTo>
                    <a:cubicBezTo>
                      <a:pt x="26" y="5"/>
                      <a:pt x="26" y="1"/>
                      <a:pt x="26" y="0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5" name="Freeform 3700">
                <a:extLst>
                  <a:ext uri="{FF2B5EF4-FFF2-40B4-BE49-F238E27FC236}">
                    <a16:creationId xmlns:a16="http://schemas.microsoft.com/office/drawing/2014/main" id="{230E1460-42C8-4B78-A10A-6AD8EB0D4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512"/>
                <a:ext cx="87" cy="168"/>
              </a:xfrm>
              <a:custGeom>
                <a:avLst/>
                <a:gdLst>
                  <a:gd name="T0" fmla="*/ 821 w 48"/>
                  <a:gd name="T1" fmla="*/ 4407 h 87"/>
                  <a:gd name="T2" fmla="*/ 0 w 48"/>
                  <a:gd name="T3" fmla="*/ 4005 h 87"/>
                  <a:gd name="T4" fmla="*/ 607 w 48"/>
                  <a:gd name="T5" fmla="*/ 4132 h 87"/>
                  <a:gd name="T6" fmla="*/ 1350 w 48"/>
                  <a:gd name="T7" fmla="*/ 1298 h 87"/>
                  <a:gd name="T8" fmla="*/ 1060 w 48"/>
                  <a:gd name="T9" fmla="*/ 0 h 87"/>
                  <a:gd name="T10" fmla="*/ 1524 w 48"/>
                  <a:gd name="T11" fmla="*/ 1670 h 87"/>
                  <a:gd name="T12" fmla="*/ 821 w 48"/>
                  <a:gd name="T13" fmla="*/ 4407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87">
                    <a:moveTo>
                      <a:pt x="23" y="85"/>
                    </a:moveTo>
                    <a:cubicBezTo>
                      <a:pt x="15" y="87"/>
                      <a:pt x="7" y="84"/>
                      <a:pt x="0" y="77"/>
                    </a:cubicBezTo>
                    <a:cubicBezTo>
                      <a:pt x="6" y="81"/>
                      <a:pt x="11" y="81"/>
                      <a:pt x="17" y="80"/>
                    </a:cubicBezTo>
                    <a:cubicBezTo>
                      <a:pt x="34" y="77"/>
                      <a:pt x="43" y="52"/>
                      <a:pt x="38" y="25"/>
                    </a:cubicBezTo>
                    <a:cubicBezTo>
                      <a:pt x="36" y="16"/>
                      <a:pt x="33" y="7"/>
                      <a:pt x="30" y="0"/>
                    </a:cubicBezTo>
                    <a:cubicBezTo>
                      <a:pt x="36" y="8"/>
                      <a:pt x="41" y="20"/>
                      <a:pt x="43" y="32"/>
                    </a:cubicBezTo>
                    <a:cubicBezTo>
                      <a:pt x="48" y="58"/>
                      <a:pt x="39" y="82"/>
                      <a:pt x="23" y="85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6" name="Freeform 3701">
                <a:extLst>
                  <a:ext uri="{FF2B5EF4-FFF2-40B4-BE49-F238E27FC236}">
                    <a16:creationId xmlns:a16="http://schemas.microsoft.com/office/drawing/2014/main" id="{1FFA45F4-CB89-4125-9E45-D74B1DD1F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485"/>
                <a:ext cx="87" cy="172"/>
              </a:xfrm>
              <a:custGeom>
                <a:avLst/>
                <a:gdLst>
                  <a:gd name="T0" fmla="*/ 1233 w 48"/>
                  <a:gd name="T1" fmla="*/ 373 h 89"/>
                  <a:gd name="T2" fmla="*/ 388 w 48"/>
                  <a:gd name="T3" fmla="*/ 3235 h 89"/>
                  <a:gd name="T4" fmla="*/ 651 w 48"/>
                  <a:gd name="T5" fmla="*/ 4474 h 89"/>
                  <a:gd name="T6" fmla="*/ 651 w 48"/>
                  <a:gd name="T7" fmla="*/ 4474 h 89"/>
                  <a:gd name="T8" fmla="*/ 607 w 48"/>
                  <a:gd name="T9" fmla="*/ 4366 h 89"/>
                  <a:gd name="T10" fmla="*/ 174 w 48"/>
                  <a:gd name="T11" fmla="*/ 2916 h 89"/>
                  <a:gd name="T12" fmla="*/ 917 w 48"/>
                  <a:gd name="T13" fmla="*/ 56 h 89"/>
                  <a:gd name="T14" fmla="*/ 1702 w 48"/>
                  <a:gd name="T15" fmla="*/ 464 h 89"/>
                  <a:gd name="T16" fmla="*/ 1233 w 48"/>
                  <a:gd name="T17" fmla="*/ 373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89">
                    <a:moveTo>
                      <a:pt x="35" y="7"/>
                    </a:moveTo>
                    <a:cubicBezTo>
                      <a:pt x="18" y="11"/>
                      <a:pt x="5" y="35"/>
                      <a:pt x="11" y="62"/>
                    </a:cubicBezTo>
                    <a:cubicBezTo>
                      <a:pt x="12" y="70"/>
                      <a:pt x="15" y="79"/>
                      <a:pt x="18" y="86"/>
                    </a:cubicBezTo>
                    <a:cubicBezTo>
                      <a:pt x="19" y="87"/>
                      <a:pt x="20" y="89"/>
                      <a:pt x="18" y="86"/>
                    </a:cubicBezTo>
                    <a:cubicBezTo>
                      <a:pt x="18" y="85"/>
                      <a:pt x="17" y="85"/>
                      <a:pt x="17" y="84"/>
                    </a:cubicBezTo>
                    <a:cubicBezTo>
                      <a:pt x="12" y="77"/>
                      <a:pt x="7" y="67"/>
                      <a:pt x="5" y="56"/>
                    </a:cubicBezTo>
                    <a:cubicBezTo>
                      <a:pt x="0" y="29"/>
                      <a:pt x="9" y="4"/>
                      <a:pt x="26" y="1"/>
                    </a:cubicBezTo>
                    <a:cubicBezTo>
                      <a:pt x="34" y="0"/>
                      <a:pt x="41" y="3"/>
                      <a:pt x="48" y="9"/>
                    </a:cubicBezTo>
                    <a:cubicBezTo>
                      <a:pt x="44" y="7"/>
                      <a:pt x="39" y="6"/>
                      <a:pt x="35" y="7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7" name="Freeform 3702">
                <a:extLst>
                  <a:ext uri="{FF2B5EF4-FFF2-40B4-BE49-F238E27FC236}">
                    <a16:creationId xmlns:a16="http://schemas.microsoft.com/office/drawing/2014/main" id="{A513EEE2-65A5-4AAF-B66E-82B7176D0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518"/>
                <a:ext cx="24" cy="25"/>
              </a:xfrm>
              <a:custGeom>
                <a:avLst/>
                <a:gdLst>
                  <a:gd name="T0" fmla="*/ 126 w 13"/>
                  <a:gd name="T1" fmla="*/ 56 h 13"/>
                  <a:gd name="T2" fmla="*/ 81 w 13"/>
                  <a:gd name="T3" fmla="*/ 506 h 13"/>
                  <a:gd name="T4" fmla="*/ 386 w 13"/>
                  <a:gd name="T5" fmla="*/ 548 h 13"/>
                  <a:gd name="T6" fmla="*/ 430 w 13"/>
                  <a:gd name="T7" fmla="*/ 163 h 13"/>
                  <a:gd name="T8" fmla="*/ 126 w 13"/>
                  <a:gd name="T9" fmla="*/ 5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1"/>
                    </a:moveTo>
                    <a:cubicBezTo>
                      <a:pt x="1" y="3"/>
                      <a:pt x="0" y="7"/>
                      <a:pt x="2" y="10"/>
                    </a:cubicBezTo>
                    <a:cubicBezTo>
                      <a:pt x="3" y="12"/>
                      <a:pt x="7" y="13"/>
                      <a:pt x="10" y="11"/>
                    </a:cubicBezTo>
                    <a:cubicBezTo>
                      <a:pt x="12" y="9"/>
                      <a:pt x="13" y="6"/>
                      <a:pt x="11" y="3"/>
                    </a:cubicBezTo>
                    <a:cubicBezTo>
                      <a:pt x="10" y="0"/>
                      <a:pt x="6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8" name="Freeform 3703">
                <a:extLst>
                  <a:ext uri="{FF2B5EF4-FFF2-40B4-BE49-F238E27FC236}">
                    <a16:creationId xmlns:a16="http://schemas.microsoft.com/office/drawing/2014/main" id="{E23644FC-A4BB-4634-8FD7-8702EECCA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543"/>
                <a:ext cx="16" cy="19"/>
              </a:xfrm>
              <a:custGeom>
                <a:avLst/>
                <a:gdLst>
                  <a:gd name="T0" fmla="*/ 66 w 9"/>
                  <a:gd name="T1" fmla="*/ 105 h 10"/>
                  <a:gd name="T2" fmla="*/ 37 w 9"/>
                  <a:gd name="T3" fmla="*/ 329 h 10"/>
                  <a:gd name="T4" fmla="*/ 203 w 9"/>
                  <a:gd name="T5" fmla="*/ 418 h 10"/>
                  <a:gd name="T6" fmla="*/ 247 w 9"/>
                  <a:gd name="T7" fmla="*/ 144 h 10"/>
                  <a:gd name="T8" fmla="*/ 66 w 9"/>
                  <a:gd name="T9" fmla="*/ 10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2" y="2"/>
                    </a:moveTo>
                    <a:cubicBezTo>
                      <a:pt x="0" y="3"/>
                      <a:pt x="0" y="6"/>
                      <a:pt x="1" y="7"/>
                    </a:cubicBezTo>
                    <a:cubicBezTo>
                      <a:pt x="2" y="9"/>
                      <a:pt x="5" y="10"/>
                      <a:pt x="6" y="9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6" y="1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9" name="Freeform 3704">
                <a:extLst>
                  <a:ext uri="{FF2B5EF4-FFF2-40B4-BE49-F238E27FC236}">
                    <a16:creationId xmlns:a16="http://schemas.microsoft.com/office/drawing/2014/main" id="{1E19E8DC-7D5C-4CAD-89FC-791E583BA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507"/>
                <a:ext cx="11" cy="11"/>
              </a:xfrm>
              <a:custGeom>
                <a:avLst/>
                <a:gdLst>
                  <a:gd name="T0" fmla="*/ 81 w 6"/>
                  <a:gd name="T1" fmla="*/ 44 h 6"/>
                  <a:gd name="T2" fmla="*/ 44 w 6"/>
                  <a:gd name="T3" fmla="*/ 193 h 6"/>
                  <a:gd name="T4" fmla="*/ 193 w 6"/>
                  <a:gd name="T5" fmla="*/ 193 h 6"/>
                  <a:gd name="T6" fmla="*/ 193 w 6"/>
                  <a:gd name="T7" fmla="*/ 81 h 6"/>
                  <a:gd name="T8" fmla="*/ 81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2" y="6"/>
                      <a:pt x="3" y="6"/>
                      <a:pt x="5" y="5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0" name="Freeform 3705">
                <a:extLst>
                  <a:ext uri="{FF2B5EF4-FFF2-40B4-BE49-F238E27FC236}">
                    <a16:creationId xmlns:a16="http://schemas.microsoft.com/office/drawing/2014/main" id="{BC17DF5C-30FB-4A49-BF24-BE52AC6ED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398"/>
                <a:ext cx="114" cy="149"/>
              </a:xfrm>
              <a:custGeom>
                <a:avLst/>
                <a:gdLst>
                  <a:gd name="T0" fmla="*/ 1866 w 63"/>
                  <a:gd name="T1" fmla="*/ 3535 h 77"/>
                  <a:gd name="T2" fmla="*/ 1084 w 63"/>
                  <a:gd name="T3" fmla="*/ 4037 h 77"/>
                  <a:gd name="T4" fmla="*/ 1605 w 63"/>
                  <a:gd name="T5" fmla="*/ 3535 h 77"/>
                  <a:gd name="T6" fmla="*/ 818 w 63"/>
                  <a:gd name="T7" fmla="*/ 673 h 77"/>
                  <a:gd name="T8" fmla="*/ 0 w 63"/>
                  <a:gd name="T9" fmla="*/ 0 h 77"/>
                  <a:gd name="T10" fmla="*/ 1084 w 63"/>
                  <a:gd name="T11" fmla="*/ 730 h 77"/>
                  <a:gd name="T12" fmla="*/ 1866 w 63"/>
                  <a:gd name="T13" fmla="*/ 3535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77">
                    <a:moveTo>
                      <a:pt x="53" y="67"/>
                    </a:moveTo>
                    <a:cubicBezTo>
                      <a:pt x="49" y="73"/>
                      <a:pt x="41" y="77"/>
                      <a:pt x="31" y="77"/>
                    </a:cubicBezTo>
                    <a:cubicBezTo>
                      <a:pt x="38" y="75"/>
                      <a:pt x="42" y="72"/>
                      <a:pt x="46" y="67"/>
                    </a:cubicBezTo>
                    <a:cubicBezTo>
                      <a:pt x="56" y="53"/>
                      <a:pt x="46" y="29"/>
                      <a:pt x="23" y="13"/>
                    </a:cubicBezTo>
                    <a:cubicBezTo>
                      <a:pt x="16" y="8"/>
                      <a:pt x="7" y="3"/>
                      <a:pt x="0" y="0"/>
                    </a:cubicBezTo>
                    <a:cubicBezTo>
                      <a:pt x="10" y="2"/>
                      <a:pt x="22" y="7"/>
                      <a:pt x="31" y="14"/>
                    </a:cubicBezTo>
                    <a:cubicBezTo>
                      <a:pt x="53" y="30"/>
                      <a:pt x="63" y="54"/>
                      <a:pt x="53" y="67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1" name="Freeform 3706">
                <a:extLst>
                  <a:ext uri="{FF2B5EF4-FFF2-40B4-BE49-F238E27FC236}">
                    <a16:creationId xmlns:a16="http://schemas.microsoft.com/office/drawing/2014/main" id="{4D3BB43F-8A76-48DC-851A-923DEBFC8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398"/>
                <a:ext cx="118" cy="149"/>
              </a:xfrm>
              <a:custGeom>
                <a:avLst/>
                <a:gdLst>
                  <a:gd name="T0" fmla="*/ 704 w 65"/>
                  <a:gd name="T1" fmla="*/ 404 h 77"/>
                  <a:gd name="T2" fmla="*/ 1443 w 65"/>
                  <a:gd name="T3" fmla="*/ 3363 h 77"/>
                  <a:gd name="T4" fmla="*/ 2224 w 65"/>
                  <a:gd name="T5" fmla="*/ 3984 h 77"/>
                  <a:gd name="T6" fmla="*/ 2224 w 65"/>
                  <a:gd name="T7" fmla="*/ 3984 h 77"/>
                  <a:gd name="T8" fmla="*/ 2149 w 65"/>
                  <a:gd name="T9" fmla="*/ 3984 h 77"/>
                  <a:gd name="T10" fmla="*/ 1144 w 65"/>
                  <a:gd name="T11" fmla="*/ 3363 h 77"/>
                  <a:gd name="T12" fmla="*/ 359 w 65"/>
                  <a:gd name="T13" fmla="*/ 464 h 77"/>
                  <a:gd name="T14" fmla="*/ 1144 w 65"/>
                  <a:gd name="T15" fmla="*/ 0 h 77"/>
                  <a:gd name="T16" fmla="*/ 704 w 65"/>
                  <a:gd name="T17" fmla="*/ 404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77">
                    <a:moveTo>
                      <a:pt x="20" y="8"/>
                    </a:moveTo>
                    <a:cubicBezTo>
                      <a:pt x="10" y="22"/>
                      <a:pt x="18" y="48"/>
                      <a:pt x="40" y="64"/>
                    </a:cubicBezTo>
                    <a:cubicBezTo>
                      <a:pt x="47" y="69"/>
                      <a:pt x="55" y="73"/>
                      <a:pt x="62" y="76"/>
                    </a:cubicBezTo>
                    <a:cubicBezTo>
                      <a:pt x="63" y="76"/>
                      <a:pt x="65" y="77"/>
                      <a:pt x="62" y="76"/>
                    </a:cubicBezTo>
                    <a:cubicBezTo>
                      <a:pt x="61" y="76"/>
                      <a:pt x="61" y="76"/>
                      <a:pt x="60" y="76"/>
                    </a:cubicBezTo>
                    <a:cubicBezTo>
                      <a:pt x="51" y="74"/>
                      <a:pt x="41" y="70"/>
                      <a:pt x="32" y="64"/>
                    </a:cubicBezTo>
                    <a:cubicBezTo>
                      <a:pt x="10" y="47"/>
                      <a:pt x="0" y="23"/>
                      <a:pt x="10" y="9"/>
                    </a:cubicBezTo>
                    <a:cubicBezTo>
                      <a:pt x="14" y="3"/>
                      <a:pt x="22" y="0"/>
                      <a:pt x="32" y="0"/>
                    </a:cubicBezTo>
                    <a:cubicBezTo>
                      <a:pt x="27" y="1"/>
                      <a:pt x="23" y="4"/>
                      <a:pt x="20" y="8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2" name="Freeform 3707">
                <a:extLst>
                  <a:ext uri="{FF2B5EF4-FFF2-40B4-BE49-F238E27FC236}">
                    <a16:creationId xmlns:a16="http://schemas.microsoft.com/office/drawing/2014/main" id="{7DFF5B71-3B46-46ED-A4DD-9884D5AAC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446"/>
                <a:ext cx="24" cy="26"/>
              </a:xfrm>
              <a:custGeom>
                <a:avLst/>
                <a:gdLst>
                  <a:gd name="T0" fmla="*/ 44 w 13"/>
                  <a:gd name="T1" fmla="*/ 320 h 13"/>
                  <a:gd name="T2" fmla="*/ 233 w 13"/>
                  <a:gd name="T3" fmla="*/ 768 h 13"/>
                  <a:gd name="T4" fmla="*/ 511 w 13"/>
                  <a:gd name="T5" fmla="*/ 512 h 13"/>
                  <a:gd name="T6" fmla="*/ 327 w 13"/>
                  <a:gd name="T7" fmla="*/ 64 h 13"/>
                  <a:gd name="T8" fmla="*/ 44 w 13"/>
                  <a:gd name="T9" fmla="*/ 32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" y="5"/>
                    </a:moveTo>
                    <a:cubicBezTo>
                      <a:pt x="0" y="9"/>
                      <a:pt x="2" y="12"/>
                      <a:pt x="6" y="12"/>
                    </a:cubicBezTo>
                    <a:cubicBezTo>
                      <a:pt x="9" y="13"/>
                      <a:pt x="12" y="11"/>
                      <a:pt x="13" y="8"/>
                    </a:cubicBezTo>
                    <a:cubicBezTo>
                      <a:pt x="13" y="5"/>
                      <a:pt x="11" y="2"/>
                      <a:pt x="8" y="1"/>
                    </a:cubicBezTo>
                    <a:cubicBezTo>
                      <a:pt x="5" y="0"/>
                      <a:pt x="2" y="2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3" name="Freeform 3708">
                <a:extLst>
                  <a:ext uri="{FF2B5EF4-FFF2-40B4-BE49-F238E27FC236}">
                    <a16:creationId xmlns:a16="http://schemas.microsoft.com/office/drawing/2014/main" id="{C604632D-2EED-42EA-98BE-A818B7E23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470"/>
                <a:ext cx="17" cy="17"/>
              </a:xfrm>
              <a:custGeom>
                <a:avLst/>
                <a:gdLst>
                  <a:gd name="T0" fmla="*/ 0 w 9"/>
                  <a:gd name="T1" fmla="*/ 189 h 9"/>
                  <a:gd name="T2" fmla="*/ 144 w 9"/>
                  <a:gd name="T3" fmla="*/ 402 h 9"/>
                  <a:gd name="T4" fmla="*/ 357 w 9"/>
                  <a:gd name="T5" fmla="*/ 272 h 9"/>
                  <a:gd name="T6" fmla="*/ 213 w 9"/>
                  <a:gd name="T7" fmla="*/ 53 h 9"/>
                  <a:gd name="T8" fmla="*/ 0 w 9"/>
                  <a:gd name="T9" fmla="*/ 18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0" y="6"/>
                      <a:pt x="1" y="8"/>
                      <a:pt x="3" y="9"/>
                    </a:cubicBezTo>
                    <a:cubicBezTo>
                      <a:pt x="6" y="9"/>
                      <a:pt x="8" y="8"/>
                      <a:pt x="8" y="6"/>
                    </a:cubicBezTo>
                    <a:cubicBezTo>
                      <a:pt x="9" y="4"/>
                      <a:pt x="7" y="1"/>
                      <a:pt x="5" y="1"/>
                    </a:cubicBezTo>
                    <a:cubicBezTo>
                      <a:pt x="3" y="0"/>
                      <a:pt x="1" y="2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4" name="Freeform 3709">
                <a:extLst>
                  <a:ext uri="{FF2B5EF4-FFF2-40B4-BE49-F238E27FC236}">
                    <a16:creationId xmlns:a16="http://schemas.microsoft.com/office/drawing/2014/main" id="{4281E68B-7B9D-4AFD-AD8D-7F24BD6B1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433"/>
                <a:ext cx="11" cy="12"/>
              </a:xfrm>
              <a:custGeom>
                <a:avLst/>
                <a:gdLst>
                  <a:gd name="T0" fmla="*/ 44 w 6"/>
                  <a:gd name="T1" fmla="*/ 128 h 6"/>
                  <a:gd name="T2" fmla="*/ 125 w 6"/>
                  <a:gd name="T3" fmla="*/ 320 h 6"/>
                  <a:gd name="T4" fmla="*/ 229 w 6"/>
                  <a:gd name="T5" fmla="*/ 192 h 6"/>
                  <a:gd name="T6" fmla="*/ 149 w 6"/>
                  <a:gd name="T7" fmla="*/ 0 h 6"/>
                  <a:gd name="T8" fmla="*/ 44 w 6"/>
                  <a:gd name="T9" fmla="*/ 12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0" y="3"/>
                      <a:pt x="1" y="5"/>
                      <a:pt x="3" y="5"/>
                    </a:cubicBezTo>
                    <a:cubicBezTo>
                      <a:pt x="4" y="6"/>
                      <a:pt x="6" y="5"/>
                      <a:pt x="6" y="3"/>
                    </a:cubicBezTo>
                    <a:cubicBezTo>
                      <a:pt x="6" y="2"/>
                      <a:pt x="5" y="0"/>
                      <a:pt x="4" y="0"/>
                    </a:cubicBezTo>
                    <a:cubicBezTo>
                      <a:pt x="3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5" name="Freeform 3710">
                <a:extLst>
                  <a:ext uri="{FF2B5EF4-FFF2-40B4-BE49-F238E27FC236}">
                    <a16:creationId xmlns:a16="http://schemas.microsoft.com/office/drawing/2014/main" id="{B1613CB9-69B6-4BC3-B62E-1F46EBC1D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869"/>
                <a:ext cx="108" cy="155"/>
              </a:xfrm>
              <a:custGeom>
                <a:avLst/>
                <a:gdLst>
                  <a:gd name="T0" fmla="*/ 607 w 60"/>
                  <a:gd name="T1" fmla="*/ 4016 h 80"/>
                  <a:gd name="T2" fmla="*/ 0 w 60"/>
                  <a:gd name="T3" fmla="*/ 3172 h 80"/>
                  <a:gd name="T4" fmla="*/ 511 w 60"/>
                  <a:gd name="T5" fmla="*/ 3724 h 80"/>
                  <a:gd name="T6" fmla="*/ 1867 w 60"/>
                  <a:gd name="T7" fmla="*/ 1366 h 80"/>
                  <a:gd name="T8" fmla="*/ 1940 w 60"/>
                  <a:gd name="T9" fmla="*/ 0 h 80"/>
                  <a:gd name="T10" fmla="*/ 1940 w 60"/>
                  <a:gd name="T11" fmla="*/ 1862 h 80"/>
                  <a:gd name="T12" fmla="*/ 607 w 60"/>
                  <a:gd name="T13" fmla="*/ 4016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80">
                    <a:moveTo>
                      <a:pt x="18" y="76"/>
                    </a:moveTo>
                    <a:cubicBezTo>
                      <a:pt x="10" y="75"/>
                      <a:pt x="4" y="69"/>
                      <a:pt x="0" y="60"/>
                    </a:cubicBezTo>
                    <a:cubicBezTo>
                      <a:pt x="4" y="66"/>
                      <a:pt x="9" y="68"/>
                      <a:pt x="15" y="70"/>
                    </a:cubicBezTo>
                    <a:cubicBezTo>
                      <a:pt x="32" y="73"/>
                      <a:pt x="50" y="54"/>
                      <a:pt x="55" y="26"/>
                    </a:cubicBezTo>
                    <a:cubicBezTo>
                      <a:pt x="57" y="18"/>
                      <a:pt x="58" y="8"/>
                      <a:pt x="57" y="0"/>
                    </a:cubicBezTo>
                    <a:cubicBezTo>
                      <a:pt x="60" y="10"/>
                      <a:pt x="59" y="23"/>
                      <a:pt x="57" y="35"/>
                    </a:cubicBezTo>
                    <a:cubicBezTo>
                      <a:pt x="52" y="61"/>
                      <a:pt x="34" y="80"/>
                      <a:pt x="18" y="76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6" name="Freeform 3711">
                <a:extLst>
                  <a:ext uri="{FF2B5EF4-FFF2-40B4-BE49-F238E27FC236}">
                    <a16:creationId xmlns:a16="http://schemas.microsoft.com/office/drawing/2014/main" id="{B7FB9C10-A5EA-470E-8CB5-7AF82A1EB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821"/>
                <a:ext cx="108" cy="158"/>
              </a:xfrm>
              <a:custGeom>
                <a:avLst/>
                <a:gdLst>
                  <a:gd name="T0" fmla="*/ 1627 w 60"/>
                  <a:gd name="T1" fmla="*/ 609 h 82"/>
                  <a:gd name="T2" fmla="*/ 169 w 60"/>
                  <a:gd name="T3" fmla="*/ 2755 h 82"/>
                  <a:gd name="T4" fmla="*/ 94 w 60"/>
                  <a:gd name="T5" fmla="*/ 3983 h 82"/>
                  <a:gd name="T6" fmla="*/ 94 w 60"/>
                  <a:gd name="T7" fmla="*/ 3983 h 82"/>
                  <a:gd name="T8" fmla="*/ 74 w 60"/>
                  <a:gd name="T9" fmla="*/ 3869 h 82"/>
                  <a:gd name="T10" fmla="*/ 74 w 60"/>
                  <a:gd name="T11" fmla="*/ 2355 h 82"/>
                  <a:gd name="T12" fmla="*/ 1442 w 60"/>
                  <a:gd name="T13" fmla="*/ 164 h 82"/>
                  <a:gd name="T14" fmla="*/ 2034 w 60"/>
                  <a:gd name="T15" fmla="*/ 981 h 82"/>
                  <a:gd name="T16" fmla="*/ 1627 w 60"/>
                  <a:gd name="T17" fmla="*/ 609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48" y="12"/>
                    </a:moveTo>
                    <a:cubicBezTo>
                      <a:pt x="31" y="9"/>
                      <a:pt x="10" y="26"/>
                      <a:pt x="5" y="54"/>
                    </a:cubicBezTo>
                    <a:cubicBezTo>
                      <a:pt x="3" y="62"/>
                      <a:pt x="2" y="71"/>
                      <a:pt x="3" y="78"/>
                    </a:cubicBezTo>
                    <a:cubicBezTo>
                      <a:pt x="3" y="80"/>
                      <a:pt x="3" y="82"/>
                      <a:pt x="3" y="78"/>
                    </a:cubicBezTo>
                    <a:cubicBezTo>
                      <a:pt x="2" y="78"/>
                      <a:pt x="2" y="77"/>
                      <a:pt x="2" y="76"/>
                    </a:cubicBezTo>
                    <a:cubicBezTo>
                      <a:pt x="0" y="68"/>
                      <a:pt x="0" y="57"/>
                      <a:pt x="2" y="46"/>
                    </a:cubicBezTo>
                    <a:cubicBezTo>
                      <a:pt x="7" y="19"/>
                      <a:pt x="25" y="0"/>
                      <a:pt x="42" y="3"/>
                    </a:cubicBezTo>
                    <a:cubicBezTo>
                      <a:pt x="50" y="5"/>
                      <a:pt x="56" y="11"/>
                      <a:pt x="60" y="19"/>
                    </a:cubicBezTo>
                    <a:cubicBezTo>
                      <a:pt x="56" y="15"/>
                      <a:pt x="52" y="13"/>
                      <a:pt x="48" y="12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7" name="Freeform 3712">
                <a:extLst>
                  <a:ext uri="{FF2B5EF4-FFF2-40B4-BE49-F238E27FC236}">
                    <a16:creationId xmlns:a16="http://schemas.microsoft.com/office/drawing/2014/main" id="{D847DC08-5E7E-48F3-B562-3C4E68005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848"/>
                <a:ext cx="22" cy="23"/>
              </a:xfrm>
              <a:custGeom>
                <a:avLst/>
                <a:gdLst>
                  <a:gd name="T0" fmla="*/ 193 w 12"/>
                  <a:gd name="T1" fmla="*/ 0 h 12"/>
                  <a:gd name="T2" fmla="*/ 0 w 12"/>
                  <a:gd name="T3" fmla="*/ 337 h 12"/>
                  <a:gd name="T4" fmla="*/ 273 w 12"/>
                  <a:gd name="T5" fmla="*/ 592 h 12"/>
                  <a:gd name="T6" fmla="*/ 451 w 12"/>
                  <a:gd name="T7" fmla="*/ 253 h 12"/>
                  <a:gd name="T8" fmla="*/ 193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5" y="0"/>
                    </a:moveTo>
                    <a:cubicBezTo>
                      <a:pt x="2" y="1"/>
                      <a:pt x="0" y="4"/>
                      <a:pt x="0" y="7"/>
                    </a:cubicBezTo>
                    <a:cubicBezTo>
                      <a:pt x="1" y="10"/>
                      <a:pt x="4" y="12"/>
                      <a:pt x="7" y="12"/>
                    </a:cubicBezTo>
                    <a:cubicBezTo>
                      <a:pt x="10" y="11"/>
                      <a:pt x="12" y="8"/>
                      <a:pt x="12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8" name="Freeform 3713">
                <a:extLst>
                  <a:ext uri="{FF2B5EF4-FFF2-40B4-BE49-F238E27FC236}">
                    <a16:creationId xmlns:a16="http://schemas.microsoft.com/office/drawing/2014/main" id="{9B38E854-F46B-435C-ABA2-02B331429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871"/>
                <a:ext cx="16" cy="16"/>
              </a:xfrm>
              <a:custGeom>
                <a:avLst/>
                <a:gdLst>
                  <a:gd name="T0" fmla="*/ 117 w 9"/>
                  <a:gd name="T1" fmla="*/ 0 h 8"/>
                  <a:gd name="T2" fmla="*/ 0 w 9"/>
                  <a:gd name="T3" fmla="*/ 320 h 8"/>
                  <a:gd name="T4" fmla="*/ 158 w 9"/>
                  <a:gd name="T5" fmla="*/ 512 h 8"/>
                  <a:gd name="T6" fmla="*/ 247 w 9"/>
                  <a:gd name="T7" fmla="*/ 192 h 8"/>
                  <a:gd name="T8" fmla="*/ 117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1" y="0"/>
                      <a:pt x="0" y="3"/>
                      <a:pt x="0" y="5"/>
                    </a:cubicBezTo>
                    <a:cubicBezTo>
                      <a:pt x="1" y="7"/>
                      <a:pt x="3" y="8"/>
                      <a:pt x="5" y="8"/>
                    </a:cubicBezTo>
                    <a:cubicBezTo>
                      <a:pt x="7" y="8"/>
                      <a:pt x="9" y="5"/>
                      <a:pt x="8" y="3"/>
                    </a:cubicBezTo>
                    <a:cubicBezTo>
                      <a:pt x="8" y="1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9" name="Freeform 3714">
                <a:extLst>
                  <a:ext uri="{FF2B5EF4-FFF2-40B4-BE49-F238E27FC236}">
                    <a16:creationId xmlns:a16="http://schemas.microsoft.com/office/drawing/2014/main" id="{0D61AB08-33E6-473F-A39F-3135B995E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842"/>
                <a:ext cx="11" cy="12"/>
              </a:xfrm>
              <a:custGeom>
                <a:avLst/>
                <a:gdLst>
                  <a:gd name="T0" fmla="*/ 81 w 6"/>
                  <a:gd name="T1" fmla="*/ 0 h 6"/>
                  <a:gd name="T2" fmla="*/ 0 w 6"/>
                  <a:gd name="T3" fmla="*/ 192 h 6"/>
                  <a:gd name="T4" fmla="*/ 125 w 6"/>
                  <a:gd name="T5" fmla="*/ 384 h 6"/>
                  <a:gd name="T6" fmla="*/ 193 w 6"/>
                  <a:gd name="T7" fmla="*/ 128 h 6"/>
                  <a:gd name="T8" fmla="*/ 81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5" y="5"/>
                      <a:pt x="6" y="4"/>
                      <a:pt x="5" y="2"/>
                    </a:cubicBezTo>
                    <a:cubicBezTo>
                      <a:pt x="5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0" name="Freeform 3715">
                <a:extLst>
                  <a:ext uri="{FF2B5EF4-FFF2-40B4-BE49-F238E27FC236}">
                    <a16:creationId xmlns:a16="http://schemas.microsoft.com/office/drawing/2014/main" id="{81A12907-8B96-444F-AFC9-E0566D1D5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184"/>
                <a:ext cx="24" cy="25"/>
              </a:xfrm>
              <a:custGeom>
                <a:avLst/>
                <a:gdLst>
                  <a:gd name="T0" fmla="*/ 194 w 13"/>
                  <a:gd name="T1" fmla="*/ 56 h 13"/>
                  <a:gd name="T2" fmla="*/ 44 w 13"/>
                  <a:gd name="T3" fmla="*/ 400 h 13"/>
                  <a:gd name="T4" fmla="*/ 327 w 13"/>
                  <a:gd name="T5" fmla="*/ 602 h 13"/>
                  <a:gd name="T6" fmla="*/ 476 w 13"/>
                  <a:gd name="T7" fmla="*/ 263 h 13"/>
                  <a:gd name="T8" fmla="*/ 194 w 13"/>
                  <a:gd name="T9" fmla="*/ 5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5" y="1"/>
                    </a:moveTo>
                    <a:cubicBezTo>
                      <a:pt x="2" y="2"/>
                      <a:pt x="0" y="5"/>
                      <a:pt x="1" y="8"/>
                    </a:cubicBezTo>
                    <a:cubicBezTo>
                      <a:pt x="1" y="11"/>
                      <a:pt x="5" y="13"/>
                      <a:pt x="8" y="12"/>
                    </a:cubicBezTo>
                    <a:cubicBezTo>
                      <a:pt x="11" y="11"/>
                      <a:pt x="13" y="8"/>
                      <a:pt x="12" y="5"/>
                    </a:cubicBezTo>
                    <a:cubicBezTo>
                      <a:pt x="11" y="2"/>
                      <a:pt x="8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1" name="Freeform 3716">
                <a:extLst>
                  <a:ext uri="{FF2B5EF4-FFF2-40B4-BE49-F238E27FC236}">
                    <a16:creationId xmlns:a16="http://schemas.microsoft.com/office/drawing/2014/main" id="{0738E4AF-95C3-45BB-AA6A-73AC0C9E7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207"/>
                <a:ext cx="16" cy="18"/>
              </a:xfrm>
              <a:custGeom>
                <a:avLst/>
                <a:gdLst>
                  <a:gd name="T0" fmla="*/ 89 w 9"/>
                  <a:gd name="T1" fmla="*/ 64 h 9"/>
                  <a:gd name="T2" fmla="*/ 0 w 9"/>
                  <a:gd name="T3" fmla="*/ 384 h 9"/>
                  <a:gd name="T4" fmla="*/ 158 w 9"/>
                  <a:gd name="T5" fmla="*/ 576 h 9"/>
                  <a:gd name="T6" fmla="*/ 247 w 9"/>
                  <a:gd name="T7" fmla="*/ 256 h 9"/>
                  <a:gd name="T8" fmla="*/ 89 w 9"/>
                  <a:gd name="T9" fmla="*/ 6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1" y="1"/>
                      <a:pt x="0" y="4"/>
                      <a:pt x="0" y="6"/>
                    </a:cubicBezTo>
                    <a:cubicBezTo>
                      <a:pt x="1" y="8"/>
                      <a:pt x="3" y="9"/>
                      <a:pt x="5" y="9"/>
                    </a:cubicBezTo>
                    <a:cubicBezTo>
                      <a:pt x="7" y="8"/>
                      <a:pt x="9" y="6"/>
                      <a:pt x="8" y="4"/>
                    </a:cubicBezTo>
                    <a:cubicBezTo>
                      <a:pt x="8" y="2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2" name="Freeform 3717">
                <a:extLst>
                  <a:ext uri="{FF2B5EF4-FFF2-40B4-BE49-F238E27FC236}">
                    <a16:creationId xmlns:a16="http://schemas.microsoft.com/office/drawing/2014/main" id="{B4E44300-8334-42FF-9A5B-BEE6EEE11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178"/>
                <a:ext cx="10" cy="12"/>
              </a:xfrm>
              <a:custGeom>
                <a:avLst/>
                <a:gdLst>
                  <a:gd name="T0" fmla="*/ 37 w 6"/>
                  <a:gd name="T1" fmla="*/ 0 h 6"/>
                  <a:gd name="T2" fmla="*/ 0 w 6"/>
                  <a:gd name="T3" fmla="*/ 256 h 6"/>
                  <a:gd name="T4" fmla="*/ 62 w 6"/>
                  <a:gd name="T5" fmla="*/ 384 h 6"/>
                  <a:gd name="T6" fmla="*/ 103 w 6"/>
                  <a:gd name="T7" fmla="*/ 128 h 6"/>
                  <a:gd name="T8" fmla="*/ 37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5" y="5"/>
                      <a:pt x="6" y="4"/>
                      <a:pt x="5" y="2"/>
                    </a:cubicBezTo>
                    <a:cubicBezTo>
                      <a:pt x="5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3" name="Freeform 3718">
                <a:extLst>
                  <a:ext uri="{FF2B5EF4-FFF2-40B4-BE49-F238E27FC236}">
                    <a16:creationId xmlns:a16="http://schemas.microsoft.com/office/drawing/2014/main" id="{AFDA621E-0D97-40C1-BDBF-6E2BC6902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423"/>
                <a:ext cx="163" cy="130"/>
              </a:xfrm>
              <a:custGeom>
                <a:avLst/>
                <a:gdLst>
                  <a:gd name="T0" fmla="*/ 2929 w 90"/>
                  <a:gd name="T1" fmla="*/ 0 h 67"/>
                  <a:gd name="T2" fmla="*/ 1905 w 90"/>
                  <a:gd name="T3" fmla="*/ 2454 h 67"/>
                  <a:gd name="T4" fmla="*/ 0 w 90"/>
                  <a:gd name="T5" fmla="*/ 2835 h 67"/>
                  <a:gd name="T6" fmla="*/ 0 w 90"/>
                  <a:gd name="T7" fmla="*/ 2835 h 67"/>
                  <a:gd name="T8" fmla="*/ 2014 w 90"/>
                  <a:gd name="T9" fmla="*/ 2666 h 67"/>
                  <a:gd name="T10" fmla="*/ 2929 w 90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67">
                    <a:moveTo>
                      <a:pt x="83" y="0"/>
                    </a:moveTo>
                    <a:cubicBezTo>
                      <a:pt x="84" y="14"/>
                      <a:pt x="73" y="33"/>
                      <a:pt x="54" y="46"/>
                    </a:cubicBezTo>
                    <a:cubicBezTo>
                      <a:pt x="34" y="59"/>
                      <a:pt x="12" y="61"/>
                      <a:pt x="0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0" y="67"/>
                      <a:pt x="35" y="65"/>
                      <a:pt x="57" y="50"/>
                    </a:cubicBezTo>
                    <a:cubicBezTo>
                      <a:pt x="78" y="36"/>
                      <a:pt x="90" y="14"/>
                      <a:pt x="83" y="0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4" name="Freeform 3719">
                <a:extLst>
                  <a:ext uri="{FF2B5EF4-FFF2-40B4-BE49-F238E27FC236}">
                    <a16:creationId xmlns:a16="http://schemas.microsoft.com/office/drawing/2014/main" id="{BBB9D3A0-008E-4A97-8E5A-74C158C0E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392"/>
                <a:ext cx="168" cy="136"/>
              </a:xfrm>
              <a:custGeom>
                <a:avLst/>
                <a:gdLst>
                  <a:gd name="T0" fmla="*/ 1331 w 93"/>
                  <a:gd name="T1" fmla="*/ 1197 h 70"/>
                  <a:gd name="T2" fmla="*/ 3152 w 93"/>
                  <a:gd name="T3" fmla="*/ 740 h 70"/>
                  <a:gd name="T4" fmla="*/ 3196 w 93"/>
                  <a:gd name="T5" fmla="*/ 740 h 70"/>
                  <a:gd name="T6" fmla="*/ 1172 w 93"/>
                  <a:gd name="T7" fmla="*/ 909 h 70"/>
                  <a:gd name="T8" fmla="*/ 307 w 93"/>
                  <a:gd name="T9" fmla="*/ 3703 h 70"/>
                  <a:gd name="T10" fmla="*/ 307 w 93"/>
                  <a:gd name="T11" fmla="*/ 3703 h 70"/>
                  <a:gd name="T12" fmla="*/ 1331 w 93"/>
                  <a:gd name="T13" fmla="*/ 1197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70">
                    <a:moveTo>
                      <a:pt x="38" y="22"/>
                    </a:moveTo>
                    <a:cubicBezTo>
                      <a:pt x="56" y="10"/>
                      <a:pt x="80" y="6"/>
                      <a:pt x="91" y="14"/>
                    </a:cubicBezTo>
                    <a:cubicBezTo>
                      <a:pt x="93" y="16"/>
                      <a:pt x="93" y="17"/>
                      <a:pt x="92" y="14"/>
                    </a:cubicBezTo>
                    <a:cubicBezTo>
                      <a:pt x="82" y="0"/>
                      <a:pt x="57" y="2"/>
                      <a:pt x="34" y="17"/>
                    </a:cubicBezTo>
                    <a:cubicBezTo>
                      <a:pt x="12" y="32"/>
                      <a:pt x="0" y="55"/>
                      <a:pt x="9" y="69"/>
                    </a:cubicBezTo>
                    <a:cubicBezTo>
                      <a:pt x="10" y="70"/>
                      <a:pt x="9" y="69"/>
                      <a:pt x="9" y="69"/>
                    </a:cubicBezTo>
                    <a:cubicBezTo>
                      <a:pt x="6" y="49"/>
                      <a:pt x="20" y="34"/>
                      <a:pt x="38" y="22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5" name="Freeform 3720">
                <a:extLst>
                  <a:ext uri="{FF2B5EF4-FFF2-40B4-BE49-F238E27FC236}">
                    <a16:creationId xmlns:a16="http://schemas.microsoft.com/office/drawing/2014/main" id="{7908F499-E8B2-465F-85B4-B74630281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445"/>
                <a:ext cx="23" cy="25"/>
              </a:xfrm>
              <a:custGeom>
                <a:avLst/>
                <a:gdLst>
                  <a:gd name="T0" fmla="*/ 188 w 13"/>
                  <a:gd name="T1" fmla="*/ 56 h 13"/>
                  <a:gd name="T2" fmla="*/ 37 w 13"/>
                  <a:gd name="T3" fmla="*/ 400 h 13"/>
                  <a:gd name="T4" fmla="*/ 244 w 13"/>
                  <a:gd name="T5" fmla="*/ 602 h 13"/>
                  <a:gd name="T6" fmla="*/ 403 w 13"/>
                  <a:gd name="T7" fmla="*/ 263 h 13"/>
                  <a:gd name="T8" fmla="*/ 188 w 13"/>
                  <a:gd name="T9" fmla="*/ 5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6" y="1"/>
                    </a:moveTo>
                    <a:cubicBezTo>
                      <a:pt x="2" y="2"/>
                      <a:pt x="0" y="5"/>
                      <a:pt x="1" y="8"/>
                    </a:cubicBezTo>
                    <a:cubicBezTo>
                      <a:pt x="2" y="11"/>
                      <a:pt x="5" y="13"/>
                      <a:pt x="8" y="12"/>
                    </a:cubicBezTo>
                    <a:cubicBezTo>
                      <a:pt x="11" y="12"/>
                      <a:pt x="13" y="8"/>
                      <a:pt x="13" y="5"/>
                    </a:cubicBezTo>
                    <a:cubicBezTo>
                      <a:pt x="12" y="2"/>
                      <a:pt x="9" y="0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6" name="Freeform 3721">
                <a:extLst>
                  <a:ext uri="{FF2B5EF4-FFF2-40B4-BE49-F238E27FC236}">
                    <a16:creationId xmlns:a16="http://schemas.microsoft.com/office/drawing/2014/main" id="{EB59B53D-E169-4AD7-82BB-5FC8A6A4D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468"/>
                <a:ext cx="17" cy="17"/>
              </a:xfrm>
              <a:custGeom>
                <a:avLst/>
                <a:gdLst>
                  <a:gd name="T0" fmla="*/ 189 w 9"/>
                  <a:gd name="T1" fmla="*/ 53 h 9"/>
                  <a:gd name="T2" fmla="*/ 53 w 9"/>
                  <a:gd name="T3" fmla="*/ 272 h 9"/>
                  <a:gd name="T4" fmla="*/ 272 w 9"/>
                  <a:gd name="T5" fmla="*/ 402 h 9"/>
                  <a:gd name="T6" fmla="*/ 402 w 9"/>
                  <a:gd name="T7" fmla="*/ 189 h 9"/>
                  <a:gd name="T8" fmla="*/ 189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2" y="1"/>
                      <a:pt x="0" y="4"/>
                      <a:pt x="1" y="6"/>
                    </a:cubicBezTo>
                    <a:cubicBezTo>
                      <a:pt x="1" y="8"/>
                      <a:pt x="3" y="9"/>
                      <a:pt x="6" y="9"/>
                    </a:cubicBezTo>
                    <a:cubicBezTo>
                      <a:pt x="8" y="8"/>
                      <a:pt x="9" y="6"/>
                      <a:pt x="9" y="4"/>
                    </a:cubicBezTo>
                    <a:cubicBezTo>
                      <a:pt x="8" y="2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7" name="Freeform 3722">
                <a:extLst>
                  <a:ext uri="{FF2B5EF4-FFF2-40B4-BE49-F238E27FC236}">
                    <a16:creationId xmlns:a16="http://schemas.microsoft.com/office/drawing/2014/main" id="{59AC6525-EF96-4FE9-B69C-C0B7CBA10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439"/>
                <a:ext cx="11" cy="11"/>
              </a:xfrm>
              <a:custGeom>
                <a:avLst/>
                <a:gdLst>
                  <a:gd name="T0" fmla="*/ 125 w 6"/>
                  <a:gd name="T1" fmla="*/ 44 h 6"/>
                  <a:gd name="T2" fmla="*/ 44 w 6"/>
                  <a:gd name="T3" fmla="*/ 149 h 6"/>
                  <a:gd name="T4" fmla="*/ 149 w 6"/>
                  <a:gd name="T5" fmla="*/ 229 h 6"/>
                  <a:gd name="T6" fmla="*/ 229 w 6"/>
                  <a:gd name="T7" fmla="*/ 125 h 6"/>
                  <a:gd name="T8" fmla="*/ 125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1" y="5"/>
                      <a:pt x="2" y="6"/>
                      <a:pt x="4" y="6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5" y="1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8" name="Freeform 3723">
                <a:extLst>
                  <a:ext uri="{FF2B5EF4-FFF2-40B4-BE49-F238E27FC236}">
                    <a16:creationId xmlns:a16="http://schemas.microsoft.com/office/drawing/2014/main" id="{BFF19201-7D30-4E58-A301-3B2A73664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597"/>
                <a:ext cx="177" cy="79"/>
              </a:xfrm>
              <a:custGeom>
                <a:avLst/>
                <a:gdLst>
                  <a:gd name="T0" fmla="*/ 3363 w 98"/>
                  <a:gd name="T1" fmla="*/ 0 h 41"/>
                  <a:gd name="T2" fmla="*/ 1840 w 98"/>
                  <a:gd name="T3" fmla="*/ 1603 h 41"/>
                  <a:gd name="T4" fmla="*/ 0 w 98"/>
                  <a:gd name="T5" fmla="*/ 881 h 41"/>
                  <a:gd name="T6" fmla="*/ 0 w 98"/>
                  <a:gd name="T7" fmla="*/ 881 h 41"/>
                  <a:gd name="T8" fmla="*/ 1886 w 98"/>
                  <a:gd name="T9" fmla="*/ 1830 h 41"/>
                  <a:gd name="T10" fmla="*/ 3363 w 98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41">
                    <a:moveTo>
                      <a:pt x="97" y="0"/>
                    </a:moveTo>
                    <a:cubicBezTo>
                      <a:pt x="93" y="13"/>
                      <a:pt x="75" y="26"/>
                      <a:pt x="53" y="31"/>
                    </a:cubicBezTo>
                    <a:cubicBezTo>
                      <a:pt x="30" y="35"/>
                      <a:pt x="8" y="29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34"/>
                      <a:pt x="28" y="41"/>
                      <a:pt x="54" y="36"/>
                    </a:cubicBezTo>
                    <a:cubicBezTo>
                      <a:pt x="79" y="31"/>
                      <a:pt x="98" y="16"/>
                      <a:pt x="97" y="0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9" name="Freeform 3724">
                <a:extLst>
                  <a:ext uri="{FF2B5EF4-FFF2-40B4-BE49-F238E27FC236}">
                    <a16:creationId xmlns:a16="http://schemas.microsoft.com/office/drawing/2014/main" id="{0FC33146-BC7D-4911-93CF-4F579EAC5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545"/>
                <a:ext cx="184" cy="85"/>
              </a:xfrm>
              <a:custGeom>
                <a:avLst/>
                <a:gdLst>
                  <a:gd name="T0" fmla="*/ 1663 w 102"/>
                  <a:gd name="T1" fmla="*/ 612 h 44"/>
                  <a:gd name="T2" fmla="*/ 3440 w 102"/>
                  <a:gd name="T3" fmla="*/ 1238 h 44"/>
                  <a:gd name="T4" fmla="*/ 3476 w 102"/>
                  <a:gd name="T5" fmla="*/ 1238 h 44"/>
                  <a:gd name="T6" fmla="*/ 1620 w 102"/>
                  <a:gd name="T7" fmla="*/ 265 h 44"/>
                  <a:gd name="T8" fmla="*/ 94 w 102"/>
                  <a:gd name="T9" fmla="*/ 2283 h 44"/>
                  <a:gd name="T10" fmla="*/ 94 w 102"/>
                  <a:gd name="T11" fmla="*/ 2283 h 44"/>
                  <a:gd name="T12" fmla="*/ 1663 w 102"/>
                  <a:gd name="T13" fmla="*/ 612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44">
                    <a:moveTo>
                      <a:pt x="48" y="12"/>
                    </a:moveTo>
                    <a:cubicBezTo>
                      <a:pt x="69" y="7"/>
                      <a:pt x="93" y="13"/>
                      <a:pt x="100" y="24"/>
                    </a:cubicBezTo>
                    <a:cubicBezTo>
                      <a:pt x="102" y="27"/>
                      <a:pt x="101" y="28"/>
                      <a:pt x="101" y="24"/>
                    </a:cubicBezTo>
                    <a:cubicBezTo>
                      <a:pt x="97" y="8"/>
                      <a:pt x="74" y="0"/>
                      <a:pt x="47" y="5"/>
                    </a:cubicBezTo>
                    <a:cubicBezTo>
                      <a:pt x="20" y="10"/>
                      <a:pt x="0" y="27"/>
                      <a:pt x="3" y="44"/>
                    </a:cubicBezTo>
                    <a:cubicBezTo>
                      <a:pt x="4" y="44"/>
                      <a:pt x="3" y="43"/>
                      <a:pt x="3" y="44"/>
                    </a:cubicBezTo>
                    <a:cubicBezTo>
                      <a:pt x="8" y="24"/>
                      <a:pt x="27" y="16"/>
                      <a:pt x="48" y="12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0" name="Freeform 3725">
                <a:extLst>
                  <a:ext uri="{FF2B5EF4-FFF2-40B4-BE49-F238E27FC236}">
                    <a16:creationId xmlns:a16="http://schemas.microsoft.com/office/drawing/2014/main" id="{2D545397-4494-4C65-AF2A-ECC6317A9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574"/>
                <a:ext cx="24" cy="27"/>
              </a:xfrm>
              <a:custGeom>
                <a:avLst/>
                <a:gdLst>
                  <a:gd name="T0" fmla="*/ 386 w 13"/>
                  <a:gd name="T1" fmla="*/ 108 h 14"/>
                  <a:gd name="T2" fmla="*/ 81 w 13"/>
                  <a:gd name="T3" fmla="*/ 208 h 14"/>
                  <a:gd name="T4" fmla="*/ 150 w 13"/>
                  <a:gd name="T5" fmla="*/ 609 h 14"/>
                  <a:gd name="T6" fmla="*/ 476 w 13"/>
                  <a:gd name="T7" fmla="*/ 509 h 14"/>
                  <a:gd name="T8" fmla="*/ 386 w 13"/>
                  <a:gd name="T9" fmla="*/ 10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0" y="2"/>
                    </a:moveTo>
                    <a:cubicBezTo>
                      <a:pt x="7" y="0"/>
                      <a:pt x="4" y="1"/>
                      <a:pt x="2" y="4"/>
                    </a:cubicBezTo>
                    <a:cubicBezTo>
                      <a:pt x="0" y="6"/>
                      <a:pt x="1" y="10"/>
                      <a:pt x="4" y="12"/>
                    </a:cubicBezTo>
                    <a:cubicBezTo>
                      <a:pt x="6" y="14"/>
                      <a:pt x="10" y="13"/>
                      <a:pt x="12" y="10"/>
                    </a:cubicBezTo>
                    <a:cubicBezTo>
                      <a:pt x="13" y="8"/>
                      <a:pt x="13" y="4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1" name="Freeform 3726">
                <a:extLst>
                  <a:ext uri="{FF2B5EF4-FFF2-40B4-BE49-F238E27FC236}">
                    <a16:creationId xmlns:a16="http://schemas.microsoft.com/office/drawing/2014/main" id="{B4DD2767-E4AA-4D0B-B11F-D791450CC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564"/>
                <a:ext cx="18" cy="20"/>
              </a:xfrm>
              <a:custGeom>
                <a:avLst/>
                <a:gdLst>
                  <a:gd name="T0" fmla="*/ 239 w 10"/>
                  <a:gd name="T1" fmla="*/ 128 h 10"/>
                  <a:gd name="T2" fmla="*/ 74 w 10"/>
                  <a:gd name="T3" fmla="*/ 192 h 10"/>
                  <a:gd name="T4" fmla="*/ 94 w 10"/>
                  <a:gd name="T5" fmla="*/ 512 h 10"/>
                  <a:gd name="T6" fmla="*/ 263 w 10"/>
                  <a:gd name="T7" fmla="*/ 448 h 10"/>
                  <a:gd name="T8" fmla="*/ 239 w 10"/>
                  <a:gd name="T9" fmla="*/ 12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2"/>
                    </a:moveTo>
                    <a:cubicBezTo>
                      <a:pt x="5" y="0"/>
                      <a:pt x="3" y="1"/>
                      <a:pt x="2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5" y="10"/>
                      <a:pt x="7" y="9"/>
                      <a:pt x="8" y="7"/>
                    </a:cubicBezTo>
                    <a:cubicBezTo>
                      <a:pt x="10" y="5"/>
                      <a:pt x="9" y="3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2" name="Freeform 3727">
                <a:extLst>
                  <a:ext uri="{FF2B5EF4-FFF2-40B4-BE49-F238E27FC236}">
                    <a16:creationId xmlns:a16="http://schemas.microsoft.com/office/drawing/2014/main" id="{852BFFEE-12E1-4803-B547-8CF022447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593"/>
                <a:ext cx="11" cy="12"/>
              </a:xfrm>
              <a:custGeom>
                <a:avLst/>
                <a:gdLst>
                  <a:gd name="T0" fmla="*/ 193 w 6"/>
                  <a:gd name="T1" fmla="*/ 128 h 6"/>
                  <a:gd name="T2" fmla="*/ 44 w 6"/>
                  <a:gd name="T3" fmla="*/ 64 h 6"/>
                  <a:gd name="T4" fmla="*/ 0 w 6"/>
                  <a:gd name="T5" fmla="*/ 320 h 6"/>
                  <a:gd name="T6" fmla="*/ 149 w 6"/>
                  <a:gd name="T7" fmla="*/ 384 h 6"/>
                  <a:gd name="T8" fmla="*/ 193 w 6"/>
                  <a:gd name="T9" fmla="*/ 12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2"/>
                    </a:moveTo>
                    <a:cubicBezTo>
                      <a:pt x="4" y="1"/>
                      <a:pt x="2" y="0"/>
                      <a:pt x="1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1" y="6"/>
                      <a:pt x="3" y="6"/>
                      <a:pt x="4" y="6"/>
                    </a:cubicBezTo>
                    <a:cubicBezTo>
                      <a:pt x="5" y="5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3" name="Freeform 3728">
                <a:extLst>
                  <a:ext uri="{FF2B5EF4-FFF2-40B4-BE49-F238E27FC236}">
                    <a16:creationId xmlns:a16="http://schemas.microsoft.com/office/drawing/2014/main" id="{EF88874E-20E6-43FB-A783-7F0971F9C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1584"/>
                <a:ext cx="67" cy="29"/>
              </a:xfrm>
              <a:custGeom>
                <a:avLst/>
                <a:gdLst>
                  <a:gd name="T0" fmla="*/ 1222 w 37"/>
                  <a:gd name="T1" fmla="*/ 0 h 15"/>
                  <a:gd name="T2" fmla="*/ 1302 w 37"/>
                  <a:gd name="T3" fmla="*/ 613 h 15"/>
                  <a:gd name="T4" fmla="*/ 0 w 37"/>
                  <a:gd name="T5" fmla="*/ 781 h 15"/>
                  <a:gd name="T6" fmla="*/ 1052 w 37"/>
                  <a:gd name="T7" fmla="*/ 464 h 15"/>
                  <a:gd name="T8" fmla="*/ 1222 w 3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5">
                    <a:moveTo>
                      <a:pt x="35" y="0"/>
                    </a:moveTo>
                    <a:cubicBezTo>
                      <a:pt x="35" y="4"/>
                      <a:pt x="36" y="11"/>
                      <a:pt x="37" y="12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28" y="12"/>
                      <a:pt x="30" y="9"/>
                    </a:cubicBezTo>
                    <a:cubicBezTo>
                      <a:pt x="33" y="5"/>
                      <a:pt x="34" y="1"/>
                      <a:pt x="35" y="0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4" name="Freeform 3729">
                <a:extLst>
                  <a:ext uri="{FF2B5EF4-FFF2-40B4-BE49-F238E27FC236}">
                    <a16:creationId xmlns:a16="http://schemas.microsoft.com/office/drawing/2014/main" id="{1B5C4D06-2D6D-490A-A315-0695DBCA9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896"/>
                <a:ext cx="69" cy="24"/>
              </a:xfrm>
              <a:custGeom>
                <a:avLst/>
                <a:gdLst>
                  <a:gd name="T0" fmla="*/ 1358 w 38"/>
                  <a:gd name="T1" fmla="*/ 0 h 12"/>
                  <a:gd name="T2" fmla="*/ 1262 w 38"/>
                  <a:gd name="T3" fmla="*/ 768 h 12"/>
                  <a:gd name="T4" fmla="*/ 0 w 38"/>
                  <a:gd name="T5" fmla="*/ 192 h 12"/>
                  <a:gd name="T6" fmla="*/ 1108 w 38"/>
                  <a:gd name="T7" fmla="*/ 384 h 12"/>
                  <a:gd name="T8" fmla="*/ 1358 w 38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2">
                    <a:moveTo>
                      <a:pt x="38" y="0"/>
                    </a:moveTo>
                    <a:cubicBezTo>
                      <a:pt x="36" y="3"/>
                      <a:pt x="35" y="11"/>
                      <a:pt x="35" y="1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7" y="8"/>
                      <a:pt x="31" y="6"/>
                    </a:cubicBezTo>
                    <a:cubicBezTo>
                      <a:pt x="35" y="4"/>
                      <a:pt x="37" y="0"/>
                      <a:pt x="38" y="0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5" name="Freeform 3730">
                <a:extLst>
                  <a:ext uri="{FF2B5EF4-FFF2-40B4-BE49-F238E27FC236}">
                    <a16:creationId xmlns:a16="http://schemas.microsoft.com/office/drawing/2014/main" id="{E8DB7080-FEFF-41D9-AAEF-53842D4F1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586"/>
                <a:ext cx="66" cy="27"/>
              </a:xfrm>
              <a:custGeom>
                <a:avLst/>
                <a:gdLst>
                  <a:gd name="T0" fmla="*/ 81 w 36"/>
                  <a:gd name="T1" fmla="*/ 0 h 14"/>
                  <a:gd name="T2" fmla="*/ 0 w 36"/>
                  <a:gd name="T3" fmla="*/ 609 h 14"/>
                  <a:gd name="T4" fmla="*/ 1368 w 36"/>
                  <a:gd name="T5" fmla="*/ 717 h 14"/>
                  <a:gd name="T6" fmla="*/ 229 w 36"/>
                  <a:gd name="T7" fmla="*/ 401 h 14"/>
                  <a:gd name="T8" fmla="*/ 81 w 36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4">
                    <a:moveTo>
                      <a:pt x="2" y="0"/>
                    </a:moveTo>
                    <a:cubicBezTo>
                      <a:pt x="2" y="4"/>
                      <a:pt x="0" y="11"/>
                      <a:pt x="0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6" y="14"/>
                      <a:pt x="9" y="12"/>
                      <a:pt x="6" y="8"/>
                    </a:cubicBezTo>
                    <a:cubicBezTo>
                      <a:pt x="3" y="4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6" name="Freeform 3731">
                <a:extLst>
                  <a:ext uri="{FF2B5EF4-FFF2-40B4-BE49-F238E27FC236}">
                    <a16:creationId xmlns:a16="http://schemas.microsoft.com/office/drawing/2014/main" id="{2477751C-76BC-450A-8B8E-0F0D7428B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894"/>
                <a:ext cx="70" cy="24"/>
              </a:xfrm>
              <a:custGeom>
                <a:avLst/>
                <a:gdLst>
                  <a:gd name="T0" fmla="*/ 0 w 39"/>
                  <a:gd name="T1" fmla="*/ 0 h 12"/>
                  <a:gd name="T2" fmla="*/ 93 w 39"/>
                  <a:gd name="T3" fmla="*/ 768 h 12"/>
                  <a:gd name="T4" fmla="*/ 1308 w 39"/>
                  <a:gd name="T5" fmla="*/ 192 h 12"/>
                  <a:gd name="T6" fmla="*/ 239 w 39"/>
                  <a:gd name="T7" fmla="*/ 384 h 12"/>
                  <a:gd name="T8" fmla="*/ 0 w 39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2">
                    <a:moveTo>
                      <a:pt x="0" y="0"/>
                    </a:moveTo>
                    <a:cubicBezTo>
                      <a:pt x="2" y="4"/>
                      <a:pt x="3" y="11"/>
                      <a:pt x="3" y="12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11" y="9"/>
                      <a:pt x="7" y="6"/>
                    </a:cubicBezTo>
                    <a:cubicBezTo>
                      <a:pt x="3" y="4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7" name="Freeform 3732">
                <a:extLst>
                  <a:ext uri="{FF2B5EF4-FFF2-40B4-BE49-F238E27FC236}">
                    <a16:creationId xmlns:a16="http://schemas.microsoft.com/office/drawing/2014/main" id="{D7964655-6E9D-4D2C-A07D-50F52F275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170"/>
                <a:ext cx="65" cy="37"/>
              </a:xfrm>
              <a:custGeom>
                <a:avLst/>
                <a:gdLst>
                  <a:gd name="T0" fmla="*/ 0 w 36"/>
                  <a:gd name="T1" fmla="*/ 500 h 19"/>
                  <a:gd name="T2" fmla="*/ 247 w 36"/>
                  <a:gd name="T3" fmla="*/ 1036 h 19"/>
                  <a:gd name="T4" fmla="*/ 1242 w 36"/>
                  <a:gd name="T5" fmla="*/ 0 h 19"/>
                  <a:gd name="T6" fmla="*/ 307 w 36"/>
                  <a:gd name="T7" fmla="*/ 648 h 19"/>
                  <a:gd name="T8" fmla="*/ 0 w 36"/>
                  <a:gd name="T9" fmla="*/ 50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9">
                    <a:moveTo>
                      <a:pt x="0" y="9"/>
                    </a:moveTo>
                    <a:cubicBezTo>
                      <a:pt x="2" y="12"/>
                      <a:pt x="6" y="18"/>
                      <a:pt x="7" y="19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13" y="12"/>
                      <a:pt x="9" y="12"/>
                    </a:cubicBezTo>
                    <a:cubicBezTo>
                      <a:pt x="4" y="11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8" name="Freeform 3733">
                <a:extLst>
                  <a:ext uri="{FF2B5EF4-FFF2-40B4-BE49-F238E27FC236}">
                    <a16:creationId xmlns:a16="http://schemas.microsoft.com/office/drawing/2014/main" id="{53B3D2A7-3522-45BE-9B98-2AE9A0F16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363"/>
                <a:ext cx="54" cy="58"/>
              </a:xfrm>
              <a:custGeom>
                <a:avLst/>
                <a:gdLst>
                  <a:gd name="T0" fmla="*/ 0 w 30"/>
                  <a:gd name="T1" fmla="*/ 1245 h 30"/>
                  <a:gd name="T2" fmla="*/ 380 w 30"/>
                  <a:gd name="T3" fmla="*/ 1570 h 30"/>
                  <a:gd name="T4" fmla="*/ 1021 w 30"/>
                  <a:gd name="T5" fmla="*/ 0 h 30"/>
                  <a:gd name="T6" fmla="*/ 337 w 30"/>
                  <a:gd name="T7" fmla="*/ 1185 h 30"/>
                  <a:gd name="T8" fmla="*/ 0 w 30"/>
                  <a:gd name="T9" fmla="*/ 124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0" y="24"/>
                    </a:moveTo>
                    <a:cubicBezTo>
                      <a:pt x="4" y="25"/>
                      <a:pt x="10" y="29"/>
                      <a:pt x="11" y="3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14" y="22"/>
                      <a:pt x="10" y="23"/>
                    </a:cubicBezTo>
                    <a:cubicBezTo>
                      <a:pt x="5" y="24"/>
                      <a:pt x="1" y="23"/>
                      <a:pt x="0" y="24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9" name="Freeform 3734">
                <a:extLst>
                  <a:ext uri="{FF2B5EF4-FFF2-40B4-BE49-F238E27FC236}">
                    <a16:creationId xmlns:a16="http://schemas.microsoft.com/office/drawing/2014/main" id="{BF1B1834-9C5E-486A-B489-90EA9C67C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514"/>
                <a:ext cx="27" cy="31"/>
              </a:xfrm>
              <a:custGeom>
                <a:avLst/>
                <a:gdLst>
                  <a:gd name="T0" fmla="*/ 430 w 15"/>
                  <a:gd name="T1" fmla="*/ 0 h 16"/>
                  <a:gd name="T2" fmla="*/ 263 w 15"/>
                  <a:gd name="T3" fmla="*/ 465 h 16"/>
                  <a:gd name="T4" fmla="*/ 0 w 15"/>
                  <a:gd name="T5" fmla="*/ 676 h 16"/>
                  <a:gd name="T6" fmla="*/ 421 w 15"/>
                  <a:gd name="T7" fmla="*/ 845 h 16"/>
                  <a:gd name="T8" fmla="*/ 511 w 15"/>
                  <a:gd name="T9" fmla="*/ 0 h 16"/>
                  <a:gd name="T10" fmla="*/ 430 w 15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6">
                    <a:moveTo>
                      <a:pt x="13" y="0"/>
                    </a:moveTo>
                    <a:cubicBezTo>
                      <a:pt x="11" y="4"/>
                      <a:pt x="10" y="8"/>
                      <a:pt x="8" y="9"/>
                    </a:cubicBezTo>
                    <a:cubicBezTo>
                      <a:pt x="5" y="12"/>
                      <a:pt x="1" y="13"/>
                      <a:pt x="0" y="13"/>
                    </a:cubicBezTo>
                    <a:cubicBezTo>
                      <a:pt x="4" y="13"/>
                      <a:pt x="11" y="15"/>
                      <a:pt x="12" y="16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0" name="Freeform 3735">
                <a:extLst>
                  <a:ext uri="{FF2B5EF4-FFF2-40B4-BE49-F238E27FC236}">
                    <a16:creationId xmlns:a16="http://schemas.microsoft.com/office/drawing/2014/main" id="{23D2CE84-E1C3-46B4-9F76-A8E3C4F99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502"/>
                <a:ext cx="20" cy="41"/>
              </a:xfrm>
              <a:custGeom>
                <a:avLst/>
                <a:gdLst>
                  <a:gd name="T0" fmla="*/ 215 w 11"/>
                  <a:gd name="T1" fmla="*/ 61 h 21"/>
                  <a:gd name="T2" fmla="*/ 215 w 11"/>
                  <a:gd name="T3" fmla="*/ 765 h 21"/>
                  <a:gd name="T4" fmla="*/ 0 w 11"/>
                  <a:gd name="T5" fmla="*/ 1162 h 21"/>
                  <a:gd name="T6" fmla="*/ 391 w 11"/>
                  <a:gd name="T7" fmla="*/ 992 h 21"/>
                  <a:gd name="T8" fmla="*/ 264 w 11"/>
                  <a:gd name="T9" fmla="*/ 0 h 21"/>
                  <a:gd name="T10" fmla="*/ 215 w 11"/>
                  <a:gd name="T11" fmla="*/ 6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6" y="1"/>
                    </a:moveTo>
                    <a:cubicBezTo>
                      <a:pt x="6" y="7"/>
                      <a:pt x="6" y="12"/>
                      <a:pt x="6" y="14"/>
                    </a:cubicBezTo>
                    <a:cubicBezTo>
                      <a:pt x="3" y="18"/>
                      <a:pt x="0" y="20"/>
                      <a:pt x="0" y="21"/>
                    </a:cubicBezTo>
                    <a:cubicBezTo>
                      <a:pt x="3" y="19"/>
                      <a:pt x="10" y="18"/>
                      <a:pt x="11" y="18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1" name="Freeform 3736">
                <a:extLst>
                  <a:ext uri="{FF2B5EF4-FFF2-40B4-BE49-F238E27FC236}">
                    <a16:creationId xmlns:a16="http://schemas.microsoft.com/office/drawing/2014/main" id="{7F5FC2D4-CD82-4157-A13D-C5D133E5E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350"/>
                <a:ext cx="38" cy="69"/>
              </a:xfrm>
              <a:custGeom>
                <a:avLst/>
                <a:gdLst>
                  <a:gd name="T0" fmla="*/ 387 w 21"/>
                  <a:gd name="T1" fmla="*/ 1783 h 36"/>
                  <a:gd name="T2" fmla="*/ 740 w 21"/>
                  <a:gd name="T3" fmla="*/ 1443 h 36"/>
                  <a:gd name="T4" fmla="*/ 0 w 21"/>
                  <a:gd name="T5" fmla="*/ 0 h 36"/>
                  <a:gd name="T6" fmla="*/ 481 w 21"/>
                  <a:gd name="T7" fmla="*/ 1351 h 36"/>
                  <a:gd name="T8" fmla="*/ 387 w 21"/>
                  <a:gd name="T9" fmla="*/ 178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6">
                    <a:moveTo>
                      <a:pt x="11" y="36"/>
                    </a:moveTo>
                    <a:cubicBezTo>
                      <a:pt x="14" y="33"/>
                      <a:pt x="20" y="29"/>
                      <a:pt x="21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5" y="23"/>
                      <a:pt x="14" y="27"/>
                    </a:cubicBezTo>
                    <a:cubicBezTo>
                      <a:pt x="13" y="32"/>
                      <a:pt x="11" y="35"/>
                      <a:pt x="11" y="36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2" name="Freeform 3737">
                <a:extLst>
                  <a:ext uri="{FF2B5EF4-FFF2-40B4-BE49-F238E27FC236}">
                    <a16:creationId xmlns:a16="http://schemas.microsoft.com/office/drawing/2014/main" id="{6017A1BB-14E3-4AD8-A3A3-F6223F7EF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190"/>
                <a:ext cx="78" cy="168"/>
              </a:xfrm>
              <a:custGeom>
                <a:avLst/>
                <a:gdLst>
                  <a:gd name="T0" fmla="*/ 1010 w 43"/>
                  <a:gd name="T1" fmla="*/ 1346 h 87"/>
                  <a:gd name="T2" fmla="*/ 0 w 43"/>
                  <a:gd name="T3" fmla="*/ 0 h 87"/>
                  <a:gd name="T4" fmla="*/ 787 w 43"/>
                  <a:gd name="T5" fmla="*/ 1182 h 87"/>
                  <a:gd name="T6" fmla="*/ 918 w 43"/>
                  <a:gd name="T7" fmla="*/ 4185 h 87"/>
                  <a:gd name="T8" fmla="*/ 573 w 43"/>
                  <a:gd name="T9" fmla="*/ 4407 h 87"/>
                  <a:gd name="T10" fmla="*/ 477 w 43"/>
                  <a:gd name="T11" fmla="*/ 4463 h 87"/>
                  <a:gd name="T12" fmla="*/ 1063 w 43"/>
                  <a:gd name="T13" fmla="*/ 4349 h 87"/>
                  <a:gd name="T14" fmla="*/ 1010 w 43"/>
                  <a:gd name="T15" fmla="*/ 1346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87">
                    <a:moveTo>
                      <a:pt x="28" y="26"/>
                    </a:moveTo>
                    <a:cubicBezTo>
                      <a:pt x="20" y="13"/>
                      <a:pt x="11" y="4"/>
                      <a:pt x="0" y="0"/>
                    </a:cubicBezTo>
                    <a:cubicBezTo>
                      <a:pt x="9" y="5"/>
                      <a:pt x="15" y="12"/>
                      <a:pt x="22" y="23"/>
                    </a:cubicBezTo>
                    <a:cubicBezTo>
                      <a:pt x="37" y="45"/>
                      <a:pt x="40" y="72"/>
                      <a:pt x="26" y="81"/>
                    </a:cubicBezTo>
                    <a:cubicBezTo>
                      <a:pt x="23" y="83"/>
                      <a:pt x="19" y="84"/>
                      <a:pt x="16" y="85"/>
                    </a:cubicBezTo>
                    <a:cubicBezTo>
                      <a:pt x="12" y="85"/>
                      <a:pt x="9" y="85"/>
                      <a:pt x="13" y="86"/>
                    </a:cubicBezTo>
                    <a:cubicBezTo>
                      <a:pt x="19" y="87"/>
                      <a:pt x="25" y="87"/>
                      <a:pt x="30" y="84"/>
                    </a:cubicBezTo>
                    <a:cubicBezTo>
                      <a:pt x="43" y="74"/>
                      <a:pt x="43" y="48"/>
                      <a:pt x="28" y="26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3" name="Freeform 3738">
                <a:extLst>
                  <a:ext uri="{FF2B5EF4-FFF2-40B4-BE49-F238E27FC236}">
                    <a16:creationId xmlns:a16="http://schemas.microsoft.com/office/drawing/2014/main" id="{57D694B2-A020-4E65-83CB-ECC234C53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1842"/>
                <a:ext cx="89" cy="178"/>
              </a:xfrm>
              <a:custGeom>
                <a:avLst/>
                <a:gdLst>
                  <a:gd name="T0" fmla="*/ 1359 w 49"/>
                  <a:gd name="T1" fmla="*/ 1681 h 92"/>
                  <a:gd name="T2" fmla="*/ 696 w 49"/>
                  <a:gd name="T3" fmla="*/ 4440 h 92"/>
                  <a:gd name="T4" fmla="*/ 0 w 49"/>
                  <a:gd name="T5" fmla="*/ 4200 h 92"/>
                  <a:gd name="T6" fmla="*/ 868 w 49"/>
                  <a:gd name="T7" fmla="*/ 4721 h 92"/>
                  <a:gd name="T8" fmla="*/ 1577 w 49"/>
                  <a:gd name="T9" fmla="*/ 2006 h 92"/>
                  <a:gd name="T10" fmla="*/ 894 w 49"/>
                  <a:gd name="T11" fmla="*/ 0 h 92"/>
                  <a:gd name="T12" fmla="*/ 1359 w 49"/>
                  <a:gd name="T13" fmla="*/ 1681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92">
                    <a:moveTo>
                      <a:pt x="38" y="32"/>
                    </a:moveTo>
                    <a:cubicBezTo>
                      <a:pt x="44" y="58"/>
                      <a:pt x="35" y="82"/>
                      <a:pt x="19" y="85"/>
                    </a:cubicBezTo>
                    <a:cubicBezTo>
                      <a:pt x="12" y="86"/>
                      <a:pt x="6" y="84"/>
                      <a:pt x="0" y="80"/>
                    </a:cubicBezTo>
                    <a:cubicBezTo>
                      <a:pt x="7" y="88"/>
                      <a:pt x="16" y="92"/>
                      <a:pt x="24" y="90"/>
                    </a:cubicBezTo>
                    <a:cubicBezTo>
                      <a:pt x="40" y="87"/>
                      <a:pt x="49" y="64"/>
                      <a:pt x="44" y="38"/>
                    </a:cubicBezTo>
                    <a:cubicBezTo>
                      <a:pt x="41" y="22"/>
                      <a:pt x="34" y="7"/>
                      <a:pt x="25" y="0"/>
                    </a:cubicBezTo>
                    <a:cubicBezTo>
                      <a:pt x="32" y="7"/>
                      <a:pt x="36" y="20"/>
                      <a:pt x="38" y="32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4" name="Freeform 3739">
                <a:extLst>
                  <a:ext uri="{FF2B5EF4-FFF2-40B4-BE49-F238E27FC236}">
                    <a16:creationId xmlns:a16="http://schemas.microsoft.com/office/drawing/2014/main" id="{A2422B8B-78A2-4424-AE87-A9F3EA5B9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823"/>
                <a:ext cx="78" cy="172"/>
              </a:xfrm>
              <a:custGeom>
                <a:avLst/>
                <a:gdLst>
                  <a:gd name="T0" fmla="*/ 174 w 43"/>
                  <a:gd name="T1" fmla="*/ 2856 h 89"/>
                  <a:gd name="T2" fmla="*/ 787 w 43"/>
                  <a:gd name="T3" fmla="*/ 4634 h 89"/>
                  <a:gd name="T4" fmla="*/ 477 w 43"/>
                  <a:gd name="T5" fmla="*/ 3011 h 89"/>
                  <a:gd name="T6" fmla="*/ 651 w 43"/>
                  <a:gd name="T7" fmla="*/ 781 h 89"/>
                  <a:gd name="T8" fmla="*/ 1527 w 43"/>
                  <a:gd name="T9" fmla="*/ 269 h 89"/>
                  <a:gd name="T10" fmla="*/ 918 w 43"/>
                  <a:gd name="T11" fmla="*/ 56 h 89"/>
                  <a:gd name="T12" fmla="*/ 174 w 43"/>
                  <a:gd name="T13" fmla="*/ 2856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89">
                    <a:moveTo>
                      <a:pt x="5" y="55"/>
                    </a:moveTo>
                    <a:cubicBezTo>
                      <a:pt x="8" y="70"/>
                      <a:pt x="13" y="82"/>
                      <a:pt x="22" y="89"/>
                    </a:cubicBezTo>
                    <a:cubicBezTo>
                      <a:pt x="17" y="81"/>
                      <a:pt x="15" y="71"/>
                      <a:pt x="13" y="58"/>
                    </a:cubicBezTo>
                    <a:cubicBezTo>
                      <a:pt x="11" y="41"/>
                      <a:pt x="14" y="24"/>
                      <a:pt x="18" y="15"/>
                    </a:cubicBezTo>
                    <a:cubicBezTo>
                      <a:pt x="21" y="9"/>
                      <a:pt x="31" y="3"/>
                      <a:pt x="43" y="5"/>
                    </a:cubicBezTo>
                    <a:cubicBezTo>
                      <a:pt x="37" y="2"/>
                      <a:pt x="32" y="0"/>
                      <a:pt x="26" y="1"/>
                    </a:cubicBezTo>
                    <a:cubicBezTo>
                      <a:pt x="10" y="4"/>
                      <a:pt x="0" y="29"/>
                      <a:pt x="5" y="55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5" name="Freeform 3740">
                <a:extLst>
                  <a:ext uri="{FF2B5EF4-FFF2-40B4-BE49-F238E27FC236}">
                    <a16:creationId xmlns:a16="http://schemas.microsoft.com/office/drawing/2014/main" id="{4DAB8873-12BA-4901-9532-F0706DD17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875"/>
                <a:ext cx="19" cy="21"/>
              </a:xfrm>
              <a:custGeom>
                <a:avLst/>
                <a:gdLst>
                  <a:gd name="T0" fmla="*/ 48 w 11"/>
                  <a:gd name="T1" fmla="*/ 105 h 11"/>
                  <a:gd name="T2" fmla="*/ 247 w 11"/>
                  <a:gd name="T3" fmla="*/ 145 h 11"/>
                  <a:gd name="T4" fmla="*/ 247 w 11"/>
                  <a:gd name="T5" fmla="*/ 481 h 11"/>
                  <a:gd name="T6" fmla="*/ 28 w 11"/>
                  <a:gd name="T7" fmla="*/ 422 h 11"/>
                  <a:gd name="T8" fmla="*/ 48 w 11"/>
                  <a:gd name="T9" fmla="*/ 10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2" y="2"/>
                    </a:moveTo>
                    <a:cubicBezTo>
                      <a:pt x="4" y="0"/>
                      <a:pt x="7" y="1"/>
                      <a:pt x="9" y="3"/>
                    </a:cubicBezTo>
                    <a:cubicBezTo>
                      <a:pt x="11" y="5"/>
                      <a:pt x="11" y="8"/>
                      <a:pt x="9" y="10"/>
                    </a:cubicBezTo>
                    <a:cubicBezTo>
                      <a:pt x="6" y="11"/>
                      <a:pt x="3" y="11"/>
                      <a:pt x="1" y="9"/>
                    </a:cubicBezTo>
                    <a:cubicBezTo>
                      <a:pt x="0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6" name="Freeform 3741">
                <a:extLst>
                  <a:ext uri="{FF2B5EF4-FFF2-40B4-BE49-F238E27FC236}">
                    <a16:creationId xmlns:a16="http://schemas.microsoft.com/office/drawing/2014/main" id="{CED66428-0006-4D2E-816D-E2D284550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860"/>
                <a:ext cx="9" cy="11"/>
              </a:xfrm>
              <a:custGeom>
                <a:avLst/>
                <a:gdLst>
                  <a:gd name="T0" fmla="*/ 41 w 5"/>
                  <a:gd name="T1" fmla="*/ 44 h 6"/>
                  <a:gd name="T2" fmla="*/ 133 w 5"/>
                  <a:gd name="T3" fmla="*/ 44 h 6"/>
                  <a:gd name="T4" fmla="*/ 133 w 5"/>
                  <a:gd name="T5" fmla="*/ 193 h 6"/>
                  <a:gd name="T6" fmla="*/ 41 w 5"/>
                  <a:gd name="T7" fmla="*/ 193 h 6"/>
                  <a:gd name="T8" fmla="*/ 41 w 5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7" name="Freeform 3742">
                <a:extLst>
                  <a:ext uri="{FF2B5EF4-FFF2-40B4-BE49-F238E27FC236}">
                    <a16:creationId xmlns:a16="http://schemas.microsoft.com/office/drawing/2014/main" id="{BBF50302-B840-41AB-A1E1-212CCCAC6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902"/>
                <a:ext cx="11" cy="12"/>
              </a:xfrm>
              <a:custGeom>
                <a:avLst/>
                <a:gdLst>
                  <a:gd name="T0" fmla="*/ 44 w 6"/>
                  <a:gd name="T1" fmla="*/ 64 h 6"/>
                  <a:gd name="T2" fmla="*/ 193 w 6"/>
                  <a:gd name="T3" fmla="*/ 64 h 6"/>
                  <a:gd name="T4" fmla="*/ 193 w 6"/>
                  <a:gd name="T5" fmla="*/ 320 h 6"/>
                  <a:gd name="T6" fmla="*/ 44 w 6"/>
                  <a:gd name="T7" fmla="*/ 320 h 6"/>
                  <a:gd name="T8" fmla="*/ 44 w 6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8" name="Freeform 3743">
                <a:extLst>
                  <a:ext uri="{FF2B5EF4-FFF2-40B4-BE49-F238E27FC236}">
                    <a16:creationId xmlns:a16="http://schemas.microsoft.com/office/drawing/2014/main" id="{522BADEA-1C95-4BE4-A1B6-63E3E37BB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520"/>
                <a:ext cx="109" cy="168"/>
              </a:xfrm>
              <a:custGeom>
                <a:avLst/>
                <a:gdLst>
                  <a:gd name="T0" fmla="*/ 1895 w 60"/>
                  <a:gd name="T1" fmla="*/ 1823 h 87"/>
                  <a:gd name="T2" fmla="*/ 534 w 60"/>
                  <a:gd name="T3" fmla="*/ 3945 h 87"/>
                  <a:gd name="T4" fmla="*/ 0 w 60"/>
                  <a:gd name="T5" fmla="*/ 3379 h 87"/>
                  <a:gd name="T6" fmla="*/ 654 w 60"/>
                  <a:gd name="T7" fmla="*/ 4298 h 87"/>
                  <a:gd name="T8" fmla="*/ 2056 w 60"/>
                  <a:gd name="T9" fmla="*/ 2167 h 87"/>
                  <a:gd name="T10" fmla="*/ 1895 w 60"/>
                  <a:gd name="T11" fmla="*/ 0 h 87"/>
                  <a:gd name="T12" fmla="*/ 1895 w 60"/>
                  <a:gd name="T13" fmla="*/ 1823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87">
                    <a:moveTo>
                      <a:pt x="53" y="35"/>
                    </a:moveTo>
                    <a:cubicBezTo>
                      <a:pt x="48" y="61"/>
                      <a:pt x="31" y="80"/>
                      <a:pt x="15" y="76"/>
                    </a:cubicBezTo>
                    <a:cubicBezTo>
                      <a:pt x="9" y="75"/>
                      <a:pt x="4" y="71"/>
                      <a:pt x="0" y="65"/>
                    </a:cubicBezTo>
                    <a:cubicBezTo>
                      <a:pt x="3" y="75"/>
                      <a:pt x="10" y="82"/>
                      <a:pt x="18" y="83"/>
                    </a:cubicBezTo>
                    <a:cubicBezTo>
                      <a:pt x="34" y="87"/>
                      <a:pt x="51" y="68"/>
                      <a:pt x="57" y="42"/>
                    </a:cubicBezTo>
                    <a:cubicBezTo>
                      <a:pt x="60" y="26"/>
                      <a:pt x="59" y="10"/>
                      <a:pt x="53" y="0"/>
                    </a:cubicBezTo>
                    <a:cubicBezTo>
                      <a:pt x="57" y="10"/>
                      <a:pt x="56" y="23"/>
                      <a:pt x="53" y="35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9" name="Freeform 3744">
                <a:extLst>
                  <a:ext uri="{FF2B5EF4-FFF2-40B4-BE49-F238E27FC236}">
                    <a16:creationId xmlns:a16="http://schemas.microsoft.com/office/drawing/2014/main" id="{7B101F09-1EB6-403C-BEF0-088A5F03C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483"/>
                <a:ext cx="103" cy="161"/>
              </a:xfrm>
              <a:custGeom>
                <a:avLst/>
                <a:gdLst>
                  <a:gd name="T0" fmla="*/ 94 w 57"/>
                  <a:gd name="T1" fmla="*/ 2394 h 83"/>
                  <a:gd name="T2" fmla="*/ 211 w 57"/>
                  <a:gd name="T3" fmla="*/ 4417 h 83"/>
                  <a:gd name="T4" fmla="*/ 352 w 57"/>
                  <a:gd name="T5" fmla="*/ 2718 h 83"/>
                  <a:gd name="T6" fmla="*/ 1081 w 57"/>
                  <a:gd name="T7" fmla="*/ 677 h 83"/>
                  <a:gd name="T8" fmla="*/ 1982 w 57"/>
                  <a:gd name="T9" fmla="*/ 677 h 83"/>
                  <a:gd name="T10" fmla="*/ 1505 w 57"/>
                  <a:gd name="T11" fmla="*/ 169 h 83"/>
                  <a:gd name="T12" fmla="*/ 94 w 57"/>
                  <a:gd name="T13" fmla="*/ 2394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83">
                    <a:moveTo>
                      <a:pt x="3" y="45"/>
                    </a:moveTo>
                    <a:cubicBezTo>
                      <a:pt x="0" y="60"/>
                      <a:pt x="0" y="73"/>
                      <a:pt x="6" y="83"/>
                    </a:cubicBezTo>
                    <a:cubicBezTo>
                      <a:pt x="5" y="74"/>
                      <a:pt x="7" y="63"/>
                      <a:pt x="10" y="51"/>
                    </a:cubicBezTo>
                    <a:cubicBezTo>
                      <a:pt x="14" y="34"/>
                      <a:pt x="23" y="20"/>
                      <a:pt x="31" y="13"/>
                    </a:cubicBezTo>
                    <a:cubicBezTo>
                      <a:pt x="36" y="9"/>
                      <a:pt x="47" y="7"/>
                      <a:pt x="57" y="13"/>
                    </a:cubicBezTo>
                    <a:cubicBezTo>
                      <a:pt x="54" y="8"/>
                      <a:pt x="49" y="4"/>
                      <a:pt x="43" y="3"/>
                    </a:cubicBezTo>
                    <a:cubicBezTo>
                      <a:pt x="27" y="0"/>
                      <a:pt x="9" y="19"/>
                      <a:pt x="3" y="45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0" name="Freeform 3745">
                <a:extLst>
                  <a:ext uri="{FF2B5EF4-FFF2-40B4-BE49-F238E27FC236}">
                    <a16:creationId xmlns:a16="http://schemas.microsoft.com/office/drawing/2014/main" id="{29E50AAB-DCA8-48FC-A745-0655263A7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524"/>
                <a:ext cx="20" cy="21"/>
              </a:xfrm>
              <a:custGeom>
                <a:avLst/>
                <a:gdLst>
                  <a:gd name="T0" fmla="*/ 145 w 11"/>
                  <a:gd name="T1" fmla="*/ 55 h 11"/>
                  <a:gd name="T2" fmla="*/ 360 w 11"/>
                  <a:gd name="T3" fmla="*/ 200 h 11"/>
                  <a:gd name="T4" fmla="*/ 264 w 11"/>
                  <a:gd name="T5" fmla="*/ 481 h 11"/>
                  <a:gd name="T6" fmla="*/ 44 w 11"/>
                  <a:gd name="T7" fmla="*/ 336 h 11"/>
                  <a:gd name="T8" fmla="*/ 145 w 11"/>
                  <a:gd name="T9" fmla="*/ 5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4" y="1"/>
                    </a:moveTo>
                    <a:cubicBezTo>
                      <a:pt x="7" y="0"/>
                      <a:pt x="9" y="1"/>
                      <a:pt x="10" y="4"/>
                    </a:cubicBezTo>
                    <a:cubicBezTo>
                      <a:pt x="11" y="6"/>
                      <a:pt x="10" y="9"/>
                      <a:pt x="7" y="10"/>
                    </a:cubicBezTo>
                    <a:cubicBezTo>
                      <a:pt x="5" y="11"/>
                      <a:pt x="2" y="10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1" name="Freeform 3746">
                <a:extLst>
                  <a:ext uri="{FF2B5EF4-FFF2-40B4-BE49-F238E27FC236}">
                    <a16:creationId xmlns:a16="http://schemas.microsoft.com/office/drawing/2014/main" id="{D99EC2DA-38D5-4AA8-B983-571301A5D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510"/>
                <a:ext cx="11" cy="12"/>
              </a:xfrm>
              <a:custGeom>
                <a:avLst/>
                <a:gdLst>
                  <a:gd name="T0" fmla="*/ 81 w 6"/>
                  <a:gd name="T1" fmla="*/ 64 h 6"/>
                  <a:gd name="T2" fmla="*/ 193 w 6"/>
                  <a:gd name="T3" fmla="*/ 128 h 6"/>
                  <a:gd name="T4" fmla="*/ 149 w 6"/>
                  <a:gd name="T5" fmla="*/ 384 h 6"/>
                  <a:gd name="T6" fmla="*/ 0 w 6"/>
                  <a:gd name="T7" fmla="*/ 256 h 6"/>
                  <a:gd name="T8" fmla="*/ 81 w 6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4" y="6"/>
                    </a:cubicBez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2" name="Freeform 3747">
                <a:extLst>
                  <a:ext uri="{FF2B5EF4-FFF2-40B4-BE49-F238E27FC236}">
                    <a16:creationId xmlns:a16="http://schemas.microsoft.com/office/drawing/2014/main" id="{DA8AF2F4-AB65-4730-B3B5-E5347A613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549"/>
                <a:ext cx="11" cy="12"/>
              </a:xfrm>
              <a:custGeom>
                <a:avLst/>
                <a:gdLst>
                  <a:gd name="T0" fmla="*/ 81 w 6"/>
                  <a:gd name="T1" fmla="*/ 64 h 6"/>
                  <a:gd name="T2" fmla="*/ 229 w 6"/>
                  <a:gd name="T3" fmla="*/ 128 h 6"/>
                  <a:gd name="T4" fmla="*/ 149 w 6"/>
                  <a:gd name="T5" fmla="*/ 384 h 6"/>
                  <a:gd name="T6" fmla="*/ 0 w 6"/>
                  <a:gd name="T7" fmla="*/ 256 h 6"/>
                  <a:gd name="T8" fmla="*/ 81 w 6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3" name="Freeform 3748">
                <a:extLst>
                  <a:ext uri="{FF2B5EF4-FFF2-40B4-BE49-F238E27FC236}">
                    <a16:creationId xmlns:a16="http://schemas.microsoft.com/office/drawing/2014/main" id="{7BF58D11-D3E5-44D3-A4A7-CD025AB93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153"/>
                <a:ext cx="85" cy="170"/>
              </a:xfrm>
              <a:custGeom>
                <a:avLst/>
                <a:gdLst>
                  <a:gd name="T0" fmla="*/ 863 w 47"/>
                  <a:gd name="T1" fmla="*/ 1298 h 88"/>
                  <a:gd name="T2" fmla="*/ 951 w 47"/>
                  <a:gd name="T3" fmla="*/ 4188 h 88"/>
                  <a:gd name="T4" fmla="*/ 264 w 47"/>
                  <a:gd name="T5" fmla="*/ 4302 h 88"/>
                  <a:gd name="T6" fmla="*/ 1177 w 47"/>
                  <a:gd name="T7" fmla="*/ 4302 h 88"/>
                  <a:gd name="T8" fmla="*/ 1125 w 47"/>
                  <a:gd name="T9" fmla="*/ 1393 h 88"/>
                  <a:gd name="T10" fmla="*/ 0 w 47"/>
                  <a:gd name="T11" fmla="*/ 0 h 88"/>
                  <a:gd name="T12" fmla="*/ 863 w 47"/>
                  <a:gd name="T13" fmla="*/ 1298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88">
                    <a:moveTo>
                      <a:pt x="25" y="25"/>
                    </a:moveTo>
                    <a:cubicBezTo>
                      <a:pt x="39" y="46"/>
                      <a:pt x="40" y="72"/>
                      <a:pt x="27" y="81"/>
                    </a:cubicBezTo>
                    <a:cubicBezTo>
                      <a:pt x="21" y="84"/>
                      <a:pt x="15" y="85"/>
                      <a:pt x="8" y="83"/>
                    </a:cubicBezTo>
                    <a:cubicBezTo>
                      <a:pt x="17" y="88"/>
                      <a:pt x="27" y="88"/>
                      <a:pt x="34" y="83"/>
                    </a:cubicBezTo>
                    <a:cubicBezTo>
                      <a:pt x="47" y="74"/>
                      <a:pt x="47" y="49"/>
                      <a:pt x="32" y="27"/>
                    </a:cubicBezTo>
                    <a:cubicBezTo>
                      <a:pt x="23" y="14"/>
                      <a:pt x="11" y="3"/>
                      <a:pt x="0" y="0"/>
                    </a:cubicBezTo>
                    <a:cubicBezTo>
                      <a:pt x="9" y="4"/>
                      <a:pt x="18" y="14"/>
                      <a:pt x="25" y="25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4" name="Freeform 3749">
                <a:extLst>
                  <a:ext uri="{FF2B5EF4-FFF2-40B4-BE49-F238E27FC236}">
                    <a16:creationId xmlns:a16="http://schemas.microsoft.com/office/drawing/2014/main" id="{26672FDC-A741-40E1-84AE-9F924CF90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145"/>
                <a:ext cx="80" cy="168"/>
              </a:xfrm>
              <a:custGeom>
                <a:avLst/>
                <a:gdLst>
                  <a:gd name="T0" fmla="*/ 536 w 44"/>
                  <a:gd name="T1" fmla="*/ 3169 h 87"/>
                  <a:gd name="T2" fmla="*/ 1587 w 44"/>
                  <a:gd name="T3" fmla="*/ 4509 h 87"/>
                  <a:gd name="T4" fmla="*/ 873 w 44"/>
                  <a:gd name="T5" fmla="*/ 3169 h 87"/>
                  <a:gd name="T6" fmla="*/ 440 w 44"/>
                  <a:gd name="T7" fmla="*/ 989 h 87"/>
                  <a:gd name="T8" fmla="*/ 1111 w 44"/>
                  <a:gd name="T9" fmla="*/ 56 h 87"/>
                  <a:gd name="T10" fmla="*/ 493 w 44"/>
                  <a:gd name="T11" fmla="*/ 164 h 87"/>
                  <a:gd name="T12" fmla="*/ 536 w 44"/>
                  <a:gd name="T13" fmla="*/ 3169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87">
                    <a:moveTo>
                      <a:pt x="15" y="61"/>
                    </a:moveTo>
                    <a:cubicBezTo>
                      <a:pt x="24" y="74"/>
                      <a:pt x="33" y="83"/>
                      <a:pt x="44" y="87"/>
                    </a:cubicBezTo>
                    <a:cubicBezTo>
                      <a:pt x="37" y="81"/>
                      <a:pt x="31" y="72"/>
                      <a:pt x="24" y="61"/>
                    </a:cubicBezTo>
                    <a:cubicBezTo>
                      <a:pt x="16" y="47"/>
                      <a:pt x="12" y="29"/>
                      <a:pt x="12" y="19"/>
                    </a:cubicBezTo>
                    <a:cubicBezTo>
                      <a:pt x="13" y="13"/>
                      <a:pt x="19" y="3"/>
                      <a:pt x="31" y="1"/>
                    </a:cubicBezTo>
                    <a:cubicBezTo>
                      <a:pt x="25" y="0"/>
                      <a:pt x="19" y="0"/>
                      <a:pt x="14" y="3"/>
                    </a:cubicBezTo>
                    <a:cubicBezTo>
                      <a:pt x="0" y="13"/>
                      <a:pt x="1" y="39"/>
                      <a:pt x="15" y="61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5" name="Freeform 3750">
                <a:extLst>
                  <a:ext uri="{FF2B5EF4-FFF2-40B4-BE49-F238E27FC236}">
                    <a16:creationId xmlns:a16="http://schemas.microsoft.com/office/drawing/2014/main" id="{583E0202-9430-4369-8EC3-BB4AB5BC1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209"/>
                <a:ext cx="20" cy="23"/>
              </a:xfrm>
              <a:custGeom>
                <a:avLst/>
                <a:gdLst>
                  <a:gd name="T0" fmla="*/ 44 w 11"/>
                  <a:gd name="T1" fmla="*/ 205 h 12"/>
                  <a:gd name="T2" fmla="*/ 295 w 11"/>
                  <a:gd name="T3" fmla="*/ 107 h 12"/>
                  <a:gd name="T4" fmla="*/ 360 w 11"/>
                  <a:gd name="T5" fmla="*/ 393 h 12"/>
                  <a:gd name="T6" fmla="*/ 145 w 11"/>
                  <a:gd name="T7" fmla="*/ 544 h 12"/>
                  <a:gd name="T8" fmla="*/ 44 w 11"/>
                  <a:gd name="T9" fmla="*/ 20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" y="4"/>
                    </a:moveTo>
                    <a:cubicBezTo>
                      <a:pt x="2" y="1"/>
                      <a:pt x="5" y="0"/>
                      <a:pt x="8" y="2"/>
                    </a:cubicBezTo>
                    <a:cubicBezTo>
                      <a:pt x="10" y="3"/>
                      <a:pt x="11" y="6"/>
                      <a:pt x="10" y="8"/>
                    </a:cubicBezTo>
                    <a:cubicBezTo>
                      <a:pt x="9" y="11"/>
                      <a:pt x="6" y="12"/>
                      <a:pt x="4" y="11"/>
                    </a:cubicBezTo>
                    <a:cubicBezTo>
                      <a:pt x="1" y="9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6" name="Freeform 3751">
                <a:extLst>
                  <a:ext uri="{FF2B5EF4-FFF2-40B4-BE49-F238E27FC236}">
                    <a16:creationId xmlns:a16="http://schemas.microsoft.com/office/drawing/2014/main" id="{1BB47250-E684-476F-A952-FADB2FF56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194"/>
                <a:ext cx="11" cy="9"/>
              </a:xfrm>
              <a:custGeom>
                <a:avLst/>
                <a:gdLst>
                  <a:gd name="T0" fmla="*/ 44 w 6"/>
                  <a:gd name="T1" fmla="*/ 41 h 5"/>
                  <a:gd name="T2" fmla="*/ 193 w 6"/>
                  <a:gd name="T3" fmla="*/ 0 h 5"/>
                  <a:gd name="T4" fmla="*/ 229 w 6"/>
                  <a:gd name="T5" fmla="*/ 133 h 5"/>
                  <a:gd name="T6" fmla="*/ 81 w 6"/>
                  <a:gd name="T7" fmla="*/ 169 h 5"/>
                  <a:gd name="T8" fmla="*/ 44 w 6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2"/>
                      <a:pt x="6" y="4"/>
                    </a:cubicBezTo>
                    <a:cubicBezTo>
                      <a:pt x="5" y="5"/>
                      <a:pt x="4" y="5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7" name="Freeform 3752">
                <a:extLst>
                  <a:ext uri="{FF2B5EF4-FFF2-40B4-BE49-F238E27FC236}">
                    <a16:creationId xmlns:a16="http://schemas.microsoft.com/office/drawing/2014/main" id="{1C0E6861-25D5-415B-B82B-A87FEFD35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234"/>
                <a:ext cx="11" cy="12"/>
              </a:xfrm>
              <a:custGeom>
                <a:avLst/>
                <a:gdLst>
                  <a:gd name="T0" fmla="*/ 0 w 6"/>
                  <a:gd name="T1" fmla="*/ 128 h 6"/>
                  <a:gd name="T2" fmla="*/ 149 w 6"/>
                  <a:gd name="T3" fmla="*/ 64 h 6"/>
                  <a:gd name="T4" fmla="*/ 193 w 6"/>
                  <a:gd name="T5" fmla="*/ 256 h 6"/>
                  <a:gd name="T6" fmla="*/ 81 w 6"/>
                  <a:gd name="T7" fmla="*/ 384 h 6"/>
                  <a:gd name="T8" fmla="*/ 0 w 6"/>
                  <a:gd name="T9" fmla="*/ 12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8" name="Freeform 3753">
                <a:extLst>
                  <a:ext uri="{FF2B5EF4-FFF2-40B4-BE49-F238E27FC236}">
                    <a16:creationId xmlns:a16="http://schemas.microsoft.com/office/drawing/2014/main" id="{48D70C28-E03A-47AE-98EE-4F773360F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585"/>
                <a:ext cx="156" cy="93"/>
              </a:xfrm>
              <a:custGeom>
                <a:avLst/>
                <a:gdLst>
                  <a:gd name="T0" fmla="*/ 3020 w 86"/>
                  <a:gd name="T1" fmla="*/ 1172 h 48"/>
                  <a:gd name="T2" fmla="*/ 2750 w 86"/>
                  <a:gd name="T3" fmla="*/ 0 h 48"/>
                  <a:gd name="T4" fmla="*/ 2846 w 86"/>
                  <a:gd name="T5" fmla="*/ 901 h 48"/>
                  <a:gd name="T6" fmla="*/ 865 w 86"/>
                  <a:gd name="T7" fmla="*/ 1970 h 48"/>
                  <a:gd name="T8" fmla="*/ 0 w 86"/>
                  <a:gd name="T9" fmla="*/ 1535 h 48"/>
                  <a:gd name="T10" fmla="*/ 1105 w 86"/>
                  <a:gd name="T11" fmla="*/ 2211 h 48"/>
                  <a:gd name="T12" fmla="*/ 3020 w 86"/>
                  <a:gd name="T13" fmla="*/ 1172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8">
                    <a:moveTo>
                      <a:pt x="85" y="22"/>
                    </a:moveTo>
                    <a:cubicBezTo>
                      <a:pt x="86" y="15"/>
                      <a:pt x="83" y="7"/>
                      <a:pt x="77" y="0"/>
                    </a:cubicBezTo>
                    <a:cubicBezTo>
                      <a:pt x="80" y="5"/>
                      <a:pt x="81" y="11"/>
                      <a:pt x="80" y="17"/>
                    </a:cubicBezTo>
                    <a:cubicBezTo>
                      <a:pt x="76" y="34"/>
                      <a:pt x="51" y="43"/>
                      <a:pt x="24" y="37"/>
                    </a:cubicBezTo>
                    <a:cubicBezTo>
                      <a:pt x="16" y="36"/>
                      <a:pt x="6" y="33"/>
                      <a:pt x="0" y="29"/>
                    </a:cubicBezTo>
                    <a:cubicBezTo>
                      <a:pt x="7" y="35"/>
                      <a:pt x="19" y="40"/>
                      <a:pt x="31" y="42"/>
                    </a:cubicBezTo>
                    <a:cubicBezTo>
                      <a:pt x="57" y="48"/>
                      <a:pt x="81" y="39"/>
                      <a:pt x="85" y="22"/>
                    </a:cubicBezTo>
                    <a:close/>
                  </a:path>
                </a:pathLst>
              </a:custGeom>
              <a:solidFill>
                <a:srgbClr val="B84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9" name="Freeform 3754">
                <a:extLst>
                  <a:ext uri="{FF2B5EF4-FFF2-40B4-BE49-F238E27FC236}">
                    <a16:creationId xmlns:a16="http://schemas.microsoft.com/office/drawing/2014/main" id="{843EB861-29FC-4F86-9A49-219122CD8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539"/>
                <a:ext cx="161" cy="95"/>
              </a:xfrm>
              <a:custGeom>
                <a:avLst/>
                <a:gdLst>
                  <a:gd name="T0" fmla="*/ 266 w 89"/>
                  <a:gd name="T1" fmla="*/ 1865 h 49"/>
                  <a:gd name="T2" fmla="*/ 2209 w 89"/>
                  <a:gd name="T3" fmla="*/ 576 h 49"/>
                  <a:gd name="T4" fmla="*/ 3021 w 89"/>
                  <a:gd name="T5" fmla="*/ 1018 h 49"/>
                  <a:gd name="T6" fmla="*/ 3021 w 89"/>
                  <a:gd name="T7" fmla="*/ 1018 h 49"/>
                  <a:gd name="T8" fmla="*/ 2990 w 89"/>
                  <a:gd name="T9" fmla="*/ 962 h 49"/>
                  <a:gd name="T10" fmla="*/ 1990 w 89"/>
                  <a:gd name="T11" fmla="*/ 328 h 49"/>
                  <a:gd name="T12" fmla="*/ 78 w 89"/>
                  <a:gd name="T13" fmla="*/ 1369 h 49"/>
                  <a:gd name="T14" fmla="*/ 356 w 89"/>
                  <a:gd name="T15" fmla="*/ 2602 h 49"/>
                  <a:gd name="T16" fmla="*/ 266 w 89"/>
                  <a:gd name="T17" fmla="*/ 1865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49">
                    <a:moveTo>
                      <a:pt x="8" y="35"/>
                    </a:moveTo>
                    <a:cubicBezTo>
                      <a:pt x="11" y="18"/>
                      <a:pt x="35" y="6"/>
                      <a:pt x="63" y="11"/>
                    </a:cubicBezTo>
                    <a:cubicBezTo>
                      <a:pt x="71" y="13"/>
                      <a:pt x="79" y="15"/>
                      <a:pt x="86" y="19"/>
                    </a:cubicBezTo>
                    <a:cubicBezTo>
                      <a:pt x="87" y="20"/>
                      <a:pt x="89" y="21"/>
                      <a:pt x="86" y="19"/>
                    </a:cubicBezTo>
                    <a:cubicBezTo>
                      <a:pt x="86" y="18"/>
                      <a:pt x="85" y="18"/>
                      <a:pt x="85" y="18"/>
                    </a:cubicBezTo>
                    <a:cubicBezTo>
                      <a:pt x="77" y="12"/>
                      <a:pt x="68" y="8"/>
                      <a:pt x="57" y="6"/>
                    </a:cubicBezTo>
                    <a:cubicBezTo>
                      <a:pt x="30" y="0"/>
                      <a:pt x="5" y="9"/>
                      <a:pt x="2" y="26"/>
                    </a:cubicBezTo>
                    <a:cubicBezTo>
                      <a:pt x="0" y="34"/>
                      <a:pt x="3" y="42"/>
                      <a:pt x="10" y="49"/>
                    </a:cubicBezTo>
                    <a:cubicBezTo>
                      <a:pt x="8" y="44"/>
                      <a:pt x="7" y="40"/>
                      <a:pt x="8" y="35"/>
                    </a:cubicBezTo>
                    <a:close/>
                  </a:path>
                </a:pathLst>
              </a:custGeom>
              <a:solidFill>
                <a:srgbClr val="F6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0" name="Freeform 3755">
                <a:extLst>
                  <a:ext uri="{FF2B5EF4-FFF2-40B4-BE49-F238E27FC236}">
                    <a16:creationId xmlns:a16="http://schemas.microsoft.com/office/drawing/2014/main" id="{ED0881B5-4090-4C07-9967-08EEA370E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558"/>
                <a:ext cx="25" cy="27"/>
              </a:xfrm>
              <a:custGeom>
                <a:avLst/>
                <a:gdLst>
                  <a:gd name="T0" fmla="*/ 73 w 14"/>
                  <a:gd name="T1" fmla="*/ 208 h 14"/>
                  <a:gd name="T2" fmla="*/ 325 w 14"/>
                  <a:gd name="T3" fmla="*/ 108 h 14"/>
                  <a:gd name="T4" fmla="*/ 386 w 14"/>
                  <a:gd name="T5" fmla="*/ 509 h 14"/>
                  <a:gd name="T6" fmla="*/ 130 w 14"/>
                  <a:gd name="T7" fmla="*/ 609 h 14"/>
                  <a:gd name="T8" fmla="*/ 73 w 14"/>
                  <a:gd name="T9" fmla="*/ 20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2" y="4"/>
                    </a:moveTo>
                    <a:cubicBezTo>
                      <a:pt x="4" y="1"/>
                      <a:pt x="7" y="0"/>
                      <a:pt x="10" y="2"/>
                    </a:cubicBezTo>
                    <a:cubicBezTo>
                      <a:pt x="13" y="4"/>
                      <a:pt x="14" y="8"/>
                      <a:pt x="12" y="10"/>
                    </a:cubicBezTo>
                    <a:cubicBezTo>
                      <a:pt x="10" y="13"/>
                      <a:pt x="6" y="14"/>
                      <a:pt x="4" y="12"/>
                    </a:cubicBezTo>
                    <a:cubicBezTo>
                      <a:pt x="1" y="10"/>
                      <a:pt x="0" y="6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1" name="Freeform 3756">
                <a:extLst>
                  <a:ext uri="{FF2B5EF4-FFF2-40B4-BE49-F238E27FC236}">
                    <a16:creationId xmlns:a16="http://schemas.microsoft.com/office/drawing/2014/main" id="{E06238C8-E99B-47FE-A8E1-E3EBCD458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558"/>
                <a:ext cx="16" cy="18"/>
              </a:xfrm>
              <a:custGeom>
                <a:avLst/>
                <a:gdLst>
                  <a:gd name="T0" fmla="*/ 37 w 9"/>
                  <a:gd name="T1" fmla="*/ 128 h 9"/>
                  <a:gd name="T2" fmla="*/ 208 w 9"/>
                  <a:gd name="T3" fmla="*/ 64 h 9"/>
                  <a:gd name="T4" fmla="*/ 247 w 9"/>
                  <a:gd name="T5" fmla="*/ 448 h 9"/>
                  <a:gd name="T6" fmla="*/ 66 w 9"/>
                  <a:gd name="T7" fmla="*/ 512 h 9"/>
                  <a:gd name="T8" fmla="*/ 37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2" name="Freeform 3757">
                <a:extLst>
                  <a:ext uri="{FF2B5EF4-FFF2-40B4-BE49-F238E27FC236}">
                    <a16:creationId xmlns:a16="http://schemas.microsoft.com/office/drawing/2014/main" id="{3B762478-CB39-4976-A8C5-7D2F4012C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578"/>
                <a:ext cx="10" cy="11"/>
              </a:xfrm>
              <a:custGeom>
                <a:avLst/>
                <a:gdLst>
                  <a:gd name="T0" fmla="*/ 0 w 6"/>
                  <a:gd name="T1" fmla="*/ 81 h 6"/>
                  <a:gd name="T2" fmla="*/ 92 w 6"/>
                  <a:gd name="T3" fmla="*/ 44 h 6"/>
                  <a:gd name="T4" fmla="*/ 103 w 6"/>
                  <a:gd name="T5" fmla="*/ 193 h 6"/>
                  <a:gd name="T6" fmla="*/ 22 w 6"/>
                  <a:gd name="T7" fmla="*/ 229 h 6"/>
                  <a:gd name="T8" fmla="*/ 0 w 6"/>
                  <a:gd name="T9" fmla="*/ 8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3" name="Freeform 3758">
                <a:extLst>
                  <a:ext uri="{FF2B5EF4-FFF2-40B4-BE49-F238E27FC236}">
                    <a16:creationId xmlns:a16="http://schemas.microsoft.com/office/drawing/2014/main" id="{17407DB0-E84B-4999-B13B-54EA998B0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157"/>
                <a:ext cx="41" cy="15"/>
              </a:xfrm>
              <a:custGeom>
                <a:avLst/>
                <a:gdLst>
                  <a:gd name="T0" fmla="*/ 0 w 23"/>
                  <a:gd name="T1" fmla="*/ 212 h 8"/>
                  <a:gd name="T2" fmla="*/ 93 w 23"/>
                  <a:gd name="T3" fmla="*/ 0 h 8"/>
                  <a:gd name="T4" fmla="*/ 738 w 23"/>
                  <a:gd name="T5" fmla="*/ 349 h 8"/>
                  <a:gd name="T6" fmla="*/ 0 w 23"/>
                  <a:gd name="T7" fmla="*/ 21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8">
                    <a:moveTo>
                      <a:pt x="0" y="5"/>
                    </a:moveTo>
                    <a:cubicBezTo>
                      <a:pt x="2" y="3"/>
                      <a:pt x="3" y="0"/>
                      <a:pt x="3" y="0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13" y="3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279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4" name="Freeform 3759">
                <a:extLst>
                  <a:ext uri="{FF2B5EF4-FFF2-40B4-BE49-F238E27FC236}">
                    <a16:creationId xmlns:a16="http://schemas.microsoft.com/office/drawing/2014/main" id="{97279BA2-C3D7-4536-8529-E013F6599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821"/>
                <a:ext cx="203" cy="149"/>
              </a:xfrm>
              <a:custGeom>
                <a:avLst/>
                <a:gdLst>
                  <a:gd name="T0" fmla="*/ 3877 w 112"/>
                  <a:gd name="T1" fmla="*/ 1457 h 77"/>
                  <a:gd name="T2" fmla="*/ 1780 w 112"/>
                  <a:gd name="T3" fmla="*/ 325 h 77"/>
                  <a:gd name="T4" fmla="*/ 145 w 112"/>
                  <a:gd name="T5" fmla="*/ 2579 h 77"/>
                  <a:gd name="T6" fmla="*/ 2235 w 112"/>
                  <a:gd name="T7" fmla="*/ 3719 h 77"/>
                  <a:gd name="T8" fmla="*/ 3877 w 112"/>
                  <a:gd name="T9" fmla="*/ 1457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77">
                    <a:moveTo>
                      <a:pt x="109" y="28"/>
                    </a:moveTo>
                    <a:cubicBezTo>
                      <a:pt x="105" y="10"/>
                      <a:pt x="79" y="0"/>
                      <a:pt x="50" y="6"/>
                    </a:cubicBezTo>
                    <a:cubicBezTo>
                      <a:pt x="21" y="12"/>
                      <a:pt x="0" y="31"/>
                      <a:pt x="4" y="49"/>
                    </a:cubicBezTo>
                    <a:cubicBezTo>
                      <a:pt x="7" y="67"/>
                      <a:pt x="34" y="77"/>
                      <a:pt x="63" y="71"/>
                    </a:cubicBezTo>
                    <a:cubicBezTo>
                      <a:pt x="92" y="66"/>
                      <a:pt x="112" y="46"/>
                      <a:pt x="109" y="2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5" name="Freeform 3760">
                <a:extLst>
                  <a:ext uri="{FF2B5EF4-FFF2-40B4-BE49-F238E27FC236}">
                    <a16:creationId xmlns:a16="http://schemas.microsoft.com/office/drawing/2014/main" id="{A88882D7-2A09-4343-B961-8188CFF50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954"/>
                <a:ext cx="38" cy="49"/>
              </a:xfrm>
              <a:custGeom>
                <a:avLst/>
                <a:gdLst>
                  <a:gd name="T0" fmla="*/ 740 w 21"/>
                  <a:gd name="T1" fmla="*/ 956 h 25"/>
                  <a:gd name="T2" fmla="*/ 599 w 21"/>
                  <a:gd name="T3" fmla="*/ 0 h 25"/>
                  <a:gd name="T4" fmla="*/ 308 w 21"/>
                  <a:gd name="T5" fmla="*/ 120 h 25"/>
                  <a:gd name="T6" fmla="*/ 0 w 21"/>
                  <a:gd name="T7" fmla="*/ 235 h 25"/>
                  <a:gd name="T8" fmla="*/ 141 w 21"/>
                  <a:gd name="T9" fmla="*/ 1413 h 25"/>
                  <a:gd name="T10" fmla="*/ 740 w 21"/>
                  <a:gd name="T11" fmla="*/ 95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5">
                    <a:moveTo>
                      <a:pt x="21" y="17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4" y="1"/>
                      <a:pt x="12" y="2"/>
                      <a:pt x="9" y="2"/>
                    </a:cubicBezTo>
                    <a:cubicBezTo>
                      <a:pt x="6" y="3"/>
                      <a:pt x="3" y="3"/>
                      <a:pt x="0" y="4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10" y="22"/>
                      <a:pt x="15" y="20"/>
                      <a:pt x="21" y="1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6" name="Freeform 3761">
                <a:extLst>
                  <a:ext uri="{FF2B5EF4-FFF2-40B4-BE49-F238E27FC236}">
                    <a16:creationId xmlns:a16="http://schemas.microsoft.com/office/drawing/2014/main" id="{70804100-394A-4D3C-B4E5-7C124F64A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533"/>
                <a:ext cx="205" cy="149"/>
              </a:xfrm>
              <a:custGeom>
                <a:avLst/>
                <a:gdLst>
                  <a:gd name="T0" fmla="*/ 3888 w 113"/>
                  <a:gd name="T1" fmla="*/ 1457 h 77"/>
                  <a:gd name="T2" fmla="*/ 2244 w 113"/>
                  <a:gd name="T3" fmla="*/ 3719 h 77"/>
                  <a:gd name="T4" fmla="*/ 145 w 113"/>
                  <a:gd name="T5" fmla="*/ 2579 h 77"/>
                  <a:gd name="T6" fmla="*/ 1783 w 113"/>
                  <a:gd name="T7" fmla="*/ 325 h 77"/>
                  <a:gd name="T8" fmla="*/ 3888 w 113"/>
                  <a:gd name="T9" fmla="*/ 1457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77">
                    <a:moveTo>
                      <a:pt x="109" y="28"/>
                    </a:moveTo>
                    <a:cubicBezTo>
                      <a:pt x="113" y="46"/>
                      <a:pt x="92" y="66"/>
                      <a:pt x="63" y="71"/>
                    </a:cubicBezTo>
                    <a:cubicBezTo>
                      <a:pt x="34" y="77"/>
                      <a:pt x="8" y="67"/>
                      <a:pt x="4" y="49"/>
                    </a:cubicBezTo>
                    <a:cubicBezTo>
                      <a:pt x="0" y="31"/>
                      <a:pt x="21" y="12"/>
                      <a:pt x="50" y="6"/>
                    </a:cubicBezTo>
                    <a:cubicBezTo>
                      <a:pt x="79" y="0"/>
                      <a:pt x="105" y="10"/>
                      <a:pt x="109" y="2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7" name="Freeform 3762">
                <a:extLst>
                  <a:ext uri="{FF2B5EF4-FFF2-40B4-BE49-F238E27FC236}">
                    <a16:creationId xmlns:a16="http://schemas.microsoft.com/office/drawing/2014/main" id="{6C38FF07-3253-4749-B64A-4BEF11B2E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501"/>
                <a:ext cx="38" cy="48"/>
              </a:xfrm>
              <a:custGeom>
                <a:avLst/>
                <a:gdLst>
                  <a:gd name="T0" fmla="*/ 0 w 21"/>
                  <a:gd name="T1" fmla="*/ 445 h 25"/>
                  <a:gd name="T2" fmla="*/ 141 w 21"/>
                  <a:gd name="T3" fmla="*/ 1254 h 25"/>
                  <a:gd name="T4" fmla="*/ 425 w 21"/>
                  <a:gd name="T5" fmla="*/ 1139 h 25"/>
                  <a:gd name="T6" fmla="*/ 740 w 21"/>
                  <a:gd name="T7" fmla="*/ 1106 h 25"/>
                  <a:gd name="T8" fmla="*/ 557 w 21"/>
                  <a:gd name="T9" fmla="*/ 0 h 25"/>
                  <a:gd name="T10" fmla="*/ 0 w 21"/>
                  <a:gd name="T11" fmla="*/ 44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5">
                    <a:moveTo>
                      <a:pt x="0" y="9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6" y="24"/>
                      <a:pt x="9" y="24"/>
                      <a:pt x="12" y="23"/>
                    </a:cubicBezTo>
                    <a:cubicBezTo>
                      <a:pt x="15" y="23"/>
                      <a:pt x="18" y="22"/>
                      <a:pt x="21" y="2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1" y="3"/>
                      <a:pt x="6" y="6"/>
                      <a:pt x="0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8" name="Freeform 3763">
                <a:extLst>
                  <a:ext uri="{FF2B5EF4-FFF2-40B4-BE49-F238E27FC236}">
                    <a16:creationId xmlns:a16="http://schemas.microsoft.com/office/drawing/2014/main" id="{15717BF1-3466-45DF-9A96-91FE5CE01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1476"/>
                <a:ext cx="139" cy="216"/>
              </a:xfrm>
              <a:custGeom>
                <a:avLst/>
                <a:gdLst>
                  <a:gd name="T0" fmla="*/ 1688 w 77"/>
                  <a:gd name="T1" fmla="*/ 5601 h 112"/>
                  <a:gd name="T2" fmla="*/ 2453 w 77"/>
                  <a:gd name="T3" fmla="*/ 2532 h 112"/>
                  <a:gd name="T4" fmla="*/ 978 w 77"/>
                  <a:gd name="T5" fmla="*/ 164 h 112"/>
                  <a:gd name="T6" fmla="*/ 211 w 77"/>
                  <a:gd name="T7" fmla="*/ 3200 h 112"/>
                  <a:gd name="T8" fmla="*/ 1688 w 77"/>
                  <a:gd name="T9" fmla="*/ 5601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49" y="109"/>
                    </a:moveTo>
                    <a:cubicBezTo>
                      <a:pt x="67" y="105"/>
                      <a:pt x="77" y="79"/>
                      <a:pt x="71" y="49"/>
                    </a:cubicBezTo>
                    <a:cubicBezTo>
                      <a:pt x="65" y="20"/>
                      <a:pt x="46" y="0"/>
                      <a:pt x="28" y="3"/>
                    </a:cubicBezTo>
                    <a:cubicBezTo>
                      <a:pt x="10" y="7"/>
                      <a:pt x="0" y="33"/>
                      <a:pt x="6" y="62"/>
                    </a:cubicBezTo>
                    <a:cubicBezTo>
                      <a:pt x="11" y="91"/>
                      <a:pt x="31" y="112"/>
                      <a:pt x="49" y="10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9" name="Freeform 3764">
                <a:extLst>
                  <a:ext uri="{FF2B5EF4-FFF2-40B4-BE49-F238E27FC236}">
                    <a16:creationId xmlns:a16="http://schemas.microsoft.com/office/drawing/2014/main" id="{ABFE4A49-4A74-4945-A93F-33377E49D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1580"/>
                <a:ext cx="76" cy="37"/>
              </a:xfrm>
              <a:custGeom>
                <a:avLst/>
                <a:gdLst>
                  <a:gd name="T0" fmla="*/ 1392 w 42"/>
                  <a:gd name="T1" fmla="*/ 444 h 19"/>
                  <a:gd name="T2" fmla="*/ 1339 w 42"/>
                  <a:gd name="T3" fmla="*/ 0 h 19"/>
                  <a:gd name="T4" fmla="*/ 0 w 42"/>
                  <a:gd name="T5" fmla="*/ 532 h 19"/>
                  <a:gd name="T6" fmla="*/ 0 w 42"/>
                  <a:gd name="T7" fmla="*/ 532 h 19"/>
                  <a:gd name="T8" fmla="*/ 0 w 42"/>
                  <a:gd name="T9" fmla="*/ 761 h 19"/>
                  <a:gd name="T10" fmla="*/ 43 w 42"/>
                  <a:gd name="T11" fmla="*/ 1036 h 19"/>
                  <a:gd name="T12" fmla="*/ 43 w 42"/>
                  <a:gd name="T13" fmla="*/ 1036 h 19"/>
                  <a:gd name="T14" fmla="*/ 1480 w 42"/>
                  <a:gd name="T15" fmla="*/ 921 h 19"/>
                  <a:gd name="T16" fmla="*/ 1392 w 42"/>
                  <a:gd name="T17" fmla="*/ 44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9">
                    <a:moveTo>
                      <a:pt x="40" y="8"/>
                    </a:moveTo>
                    <a:cubicBezTo>
                      <a:pt x="39" y="6"/>
                      <a:pt x="39" y="3"/>
                      <a:pt x="38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1" y="16"/>
                      <a:pt x="1" y="1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1" y="14"/>
                      <a:pt x="40" y="11"/>
                      <a:pt x="40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0" name="Freeform 3765">
                <a:extLst>
                  <a:ext uri="{FF2B5EF4-FFF2-40B4-BE49-F238E27FC236}">
                    <a16:creationId xmlns:a16="http://schemas.microsoft.com/office/drawing/2014/main" id="{5901F637-ED9D-42C0-A15B-AAA8C7774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813"/>
                <a:ext cx="139" cy="217"/>
              </a:xfrm>
              <a:custGeom>
                <a:avLst/>
                <a:gdLst>
                  <a:gd name="T0" fmla="*/ 1688 w 77"/>
                  <a:gd name="T1" fmla="*/ 5710 h 112"/>
                  <a:gd name="T2" fmla="*/ 211 w 77"/>
                  <a:gd name="T3" fmla="*/ 3280 h 112"/>
                  <a:gd name="T4" fmla="*/ 978 w 77"/>
                  <a:gd name="T5" fmla="*/ 169 h 112"/>
                  <a:gd name="T6" fmla="*/ 2453 w 77"/>
                  <a:gd name="T7" fmla="*/ 2598 h 112"/>
                  <a:gd name="T8" fmla="*/ 1688 w 77"/>
                  <a:gd name="T9" fmla="*/ 571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49" y="108"/>
                    </a:moveTo>
                    <a:cubicBezTo>
                      <a:pt x="31" y="112"/>
                      <a:pt x="11" y="91"/>
                      <a:pt x="6" y="62"/>
                    </a:cubicBezTo>
                    <a:cubicBezTo>
                      <a:pt x="0" y="33"/>
                      <a:pt x="10" y="7"/>
                      <a:pt x="28" y="3"/>
                    </a:cubicBezTo>
                    <a:cubicBezTo>
                      <a:pt x="46" y="0"/>
                      <a:pt x="65" y="20"/>
                      <a:pt x="71" y="49"/>
                    </a:cubicBezTo>
                    <a:cubicBezTo>
                      <a:pt x="77" y="78"/>
                      <a:pt x="67" y="105"/>
                      <a:pt x="49" y="10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1" name="Freeform 3766">
                <a:extLst>
                  <a:ext uri="{FF2B5EF4-FFF2-40B4-BE49-F238E27FC236}">
                    <a16:creationId xmlns:a16="http://schemas.microsoft.com/office/drawing/2014/main" id="{88086E8F-1A81-4276-B5AC-70F12B7DA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87"/>
                <a:ext cx="78" cy="38"/>
              </a:xfrm>
              <a:custGeom>
                <a:avLst/>
                <a:gdLst>
                  <a:gd name="T0" fmla="*/ 80 w 43"/>
                  <a:gd name="T1" fmla="*/ 521 h 20"/>
                  <a:gd name="T2" fmla="*/ 0 w 43"/>
                  <a:gd name="T3" fmla="*/ 144 h 20"/>
                  <a:gd name="T4" fmla="*/ 1451 w 43"/>
                  <a:gd name="T5" fmla="*/ 0 h 20"/>
                  <a:gd name="T6" fmla="*/ 1451 w 43"/>
                  <a:gd name="T7" fmla="*/ 0 h 20"/>
                  <a:gd name="T8" fmla="*/ 1491 w 43"/>
                  <a:gd name="T9" fmla="*/ 200 h 20"/>
                  <a:gd name="T10" fmla="*/ 1527 w 43"/>
                  <a:gd name="T11" fmla="*/ 418 h 20"/>
                  <a:gd name="T12" fmla="*/ 1527 w 43"/>
                  <a:gd name="T13" fmla="*/ 418 h 20"/>
                  <a:gd name="T14" fmla="*/ 96 w 43"/>
                  <a:gd name="T15" fmla="*/ 939 h 20"/>
                  <a:gd name="T16" fmla="*/ 80 w 43"/>
                  <a:gd name="T17" fmla="*/ 521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20">
                    <a:moveTo>
                      <a:pt x="2" y="11"/>
                    </a:moveTo>
                    <a:cubicBezTo>
                      <a:pt x="1" y="8"/>
                      <a:pt x="1" y="5"/>
                      <a:pt x="0" y="3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1"/>
                      <a:pt x="41" y="3"/>
                      <a:pt x="42" y="4"/>
                    </a:cubicBezTo>
                    <a:cubicBezTo>
                      <a:pt x="42" y="6"/>
                      <a:pt x="42" y="7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17"/>
                      <a:pt x="3" y="14"/>
                      <a:pt x="2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2" name="Freeform 3767">
                <a:extLst>
                  <a:ext uri="{FF2B5EF4-FFF2-40B4-BE49-F238E27FC236}">
                    <a16:creationId xmlns:a16="http://schemas.microsoft.com/office/drawing/2014/main" id="{0F8E7D18-65CC-420A-96E3-810331E71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947"/>
                <a:ext cx="199" cy="173"/>
              </a:xfrm>
              <a:custGeom>
                <a:avLst/>
                <a:gdLst>
                  <a:gd name="T0" fmla="*/ 3506 w 110"/>
                  <a:gd name="T1" fmla="*/ 3729 h 90"/>
                  <a:gd name="T2" fmla="*/ 2592 w 110"/>
                  <a:gd name="T3" fmla="*/ 861 h 90"/>
                  <a:gd name="T4" fmla="*/ 385 w 110"/>
                  <a:gd name="T5" fmla="*/ 769 h 90"/>
                  <a:gd name="T6" fmla="*/ 1295 w 110"/>
                  <a:gd name="T7" fmla="*/ 3614 h 90"/>
                  <a:gd name="T8" fmla="*/ 3506 w 110"/>
                  <a:gd name="T9" fmla="*/ 3729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90">
                    <a:moveTo>
                      <a:pt x="100" y="74"/>
                    </a:moveTo>
                    <a:cubicBezTo>
                      <a:pt x="110" y="59"/>
                      <a:pt x="98" y="33"/>
                      <a:pt x="74" y="17"/>
                    </a:cubicBezTo>
                    <a:cubicBezTo>
                      <a:pt x="49" y="0"/>
                      <a:pt x="21" y="0"/>
                      <a:pt x="11" y="15"/>
                    </a:cubicBezTo>
                    <a:cubicBezTo>
                      <a:pt x="0" y="30"/>
                      <a:pt x="12" y="56"/>
                      <a:pt x="37" y="72"/>
                    </a:cubicBezTo>
                    <a:cubicBezTo>
                      <a:pt x="61" y="89"/>
                      <a:pt x="89" y="90"/>
                      <a:pt x="100" y="7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3" name="Freeform 3768">
                <a:extLst>
                  <a:ext uri="{FF2B5EF4-FFF2-40B4-BE49-F238E27FC236}">
                    <a16:creationId xmlns:a16="http://schemas.microsoft.com/office/drawing/2014/main" id="{59D2B31A-0892-409C-8A74-77D45E16F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076"/>
                <a:ext cx="67" cy="85"/>
              </a:xfrm>
              <a:custGeom>
                <a:avLst/>
                <a:gdLst>
                  <a:gd name="T0" fmla="*/ 1052 w 37"/>
                  <a:gd name="T1" fmla="*/ 265 h 44"/>
                  <a:gd name="T2" fmla="*/ 820 w 37"/>
                  <a:gd name="T3" fmla="*/ 0 h 44"/>
                  <a:gd name="T4" fmla="*/ 0 w 37"/>
                  <a:gd name="T5" fmla="*/ 1779 h 44"/>
                  <a:gd name="T6" fmla="*/ 0 w 37"/>
                  <a:gd name="T7" fmla="*/ 1779 h 44"/>
                  <a:gd name="T8" fmla="*/ 255 w 37"/>
                  <a:gd name="T9" fmla="*/ 2019 h 44"/>
                  <a:gd name="T10" fmla="*/ 482 w 37"/>
                  <a:gd name="T11" fmla="*/ 2283 h 44"/>
                  <a:gd name="T12" fmla="*/ 482 w 37"/>
                  <a:gd name="T13" fmla="*/ 2283 h 44"/>
                  <a:gd name="T14" fmla="*/ 1302 w 37"/>
                  <a:gd name="T15" fmla="*/ 512 h 44"/>
                  <a:gd name="T16" fmla="*/ 1052 w 37"/>
                  <a:gd name="T17" fmla="*/ 265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4">
                    <a:moveTo>
                      <a:pt x="30" y="5"/>
                    </a:moveTo>
                    <a:cubicBezTo>
                      <a:pt x="27" y="4"/>
                      <a:pt x="25" y="2"/>
                      <a:pt x="23" y="0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" y="36"/>
                      <a:pt x="5" y="37"/>
                      <a:pt x="7" y="39"/>
                    </a:cubicBezTo>
                    <a:cubicBezTo>
                      <a:pt x="10" y="41"/>
                      <a:pt x="12" y="42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5" y="8"/>
                      <a:pt x="32" y="7"/>
                      <a:pt x="30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4" name="Freeform 3769">
                <a:extLst>
                  <a:ext uri="{FF2B5EF4-FFF2-40B4-BE49-F238E27FC236}">
                    <a16:creationId xmlns:a16="http://schemas.microsoft.com/office/drawing/2014/main" id="{A21812AA-2A30-4110-B16C-649662DDE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385"/>
                <a:ext cx="197" cy="173"/>
              </a:xfrm>
              <a:custGeom>
                <a:avLst/>
                <a:gdLst>
                  <a:gd name="T0" fmla="*/ 3459 w 109"/>
                  <a:gd name="T1" fmla="*/ 3779 h 90"/>
                  <a:gd name="T2" fmla="*/ 1245 w 109"/>
                  <a:gd name="T3" fmla="*/ 3673 h 90"/>
                  <a:gd name="T4" fmla="*/ 352 w 109"/>
                  <a:gd name="T5" fmla="*/ 769 h 90"/>
                  <a:gd name="T6" fmla="*/ 2552 w 109"/>
                  <a:gd name="T7" fmla="*/ 861 h 90"/>
                  <a:gd name="T8" fmla="*/ 3459 w 109"/>
                  <a:gd name="T9" fmla="*/ 3779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90">
                    <a:moveTo>
                      <a:pt x="99" y="75"/>
                    </a:moveTo>
                    <a:cubicBezTo>
                      <a:pt x="89" y="90"/>
                      <a:pt x="61" y="89"/>
                      <a:pt x="36" y="73"/>
                    </a:cubicBezTo>
                    <a:cubicBezTo>
                      <a:pt x="11" y="56"/>
                      <a:pt x="0" y="31"/>
                      <a:pt x="10" y="15"/>
                    </a:cubicBezTo>
                    <a:cubicBezTo>
                      <a:pt x="20" y="0"/>
                      <a:pt x="48" y="1"/>
                      <a:pt x="73" y="17"/>
                    </a:cubicBezTo>
                    <a:cubicBezTo>
                      <a:pt x="98" y="34"/>
                      <a:pt x="109" y="59"/>
                      <a:pt x="99" y="7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5" name="Freeform 3770">
                <a:extLst>
                  <a:ext uri="{FF2B5EF4-FFF2-40B4-BE49-F238E27FC236}">
                    <a16:creationId xmlns:a16="http://schemas.microsoft.com/office/drawing/2014/main" id="{9704EBD3-D303-4CA4-B3E4-281CFD1D7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344"/>
                <a:ext cx="68" cy="85"/>
              </a:xfrm>
              <a:custGeom>
                <a:avLst/>
                <a:gdLst>
                  <a:gd name="T0" fmla="*/ 259 w 38"/>
                  <a:gd name="T1" fmla="*/ 1959 h 44"/>
                  <a:gd name="T2" fmla="*/ 0 w 38"/>
                  <a:gd name="T3" fmla="*/ 1779 h 44"/>
                  <a:gd name="T4" fmla="*/ 750 w 38"/>
                  <a:gd name="T5" fmla="*/ 0 h 44"/>
                  <a:gd name="T6" fmla="*/ 750 w 38"/>
                  <a:gd name="T7" fmla="*/ 0 h 44"/>
                  <a:gd name="T8" fmla="*/ 1002 w 38"/>
                  <a:gd name="T9" fmla="*/ 265 h 44"/>
                  <a:gd name="T10" fmla="*/ 1249 w 38"/>
                  <a:gd name="T11" fmla="*/ 464 h 44"/>
                  <a:gd name="T12" fmla="*/ 1249 w 38"/>
                  <a:gd name="T13" fmla="*/ 512 h 44"/>
                  <a:gd name="T14" fmla="*/ 494 w 38"/>
                  <a:gd name="T15" fmla="*/ 2283 h 44"/>
                  <a:gd name="T16" fmla="*/ 259 w 38"/>
                  <a:gd name="T17" fmla="*/ 1959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4">
                    <a:moveTo>
                      <a:pt x="8" y="38"/>
                    </a:moveTo>
                    <a:cubicBezTo>
                      <a:pt x="6" y="37"/>
                      <a:pt x="3" y="35"/>
                      <a:pt x="0" y="34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6" y="1"/>
                      <a:pt x="28" y="3"/>
                      <a:pt x="31" y="5"/>
                    </a:cubicBezTo>
                    <a:cubicBezTo>
                      <a:pt x="33" y="6"/>
                      <a:pt x="35" y="8"/>
                      <a:pt x="38" y="9"/>
                    </a:cubicBezTo>
                    <a:cubicBezTo>
                      <a:pt x="38" y="9"/>
                      <a:pt x="38" y="10"/>
                      <a:pt x="38" y="10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3" y="42"/>
                      <a:pt x="11" y="40"/>
                      <a:pt x="8" y="3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6" name="Freeform 3771">
                <a:extLst>
                  <a:ext uri="{FF2B5EF4-FFF2-40B4-BE49-F238E27FC236}">
                    <a16:creationId xmlns:a16="http://schemas.microsoft.com/office/drawing/2014/main" id="{CB88DEB6-51B4-4651-92D8-08CA34CF6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130"/>
                <a:ext cx="162" cy="210"/>
              </a:xfrm>
              <a:custGeom>
                <a:avLst/>
                <a:gdLst>
                  <a:gd name="T0" fmla="*/ 511 w 90"/>
                  <a:gd name="T1" fmla="*/ 5071 h 109"/>
                  <a:gd name="T2" fmla="*/ 2455 w 90"/>
                  <a:gd name="T3" fmla="*/ 3749 h 109"/>
                  <a:gd name="T4" fmla="*/ 2507 w 90"/>
                  <a:gd name="T5" fmla="*/ 509 h 109"/>
                  <a:gd name="T6" fmla="*/ 590 w 90"/>
                  <a:gd name="T7" fmla="*/ 1830 h 109"/>
                  <a:gd name="T8" fmla="*/ 511 w 90"/>
                  <a:gd name="T9" fmla="*/ 507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15" y="99"/>
                    </a:moveTo>
                    <a:cubicBezTo>
                      <a:pt x="30" y="109"/>
                      <a:pt x="56" y="97"/>
                      <a:pt x="72" y="73"/>
                    </a:cubicBezTo>
                    <a:cubicBezTo>
                      <a:pt x="89" y="48"/>
                      <a:pt x="90" y="20"/>
                      <a:pt x="74" y="10"/>
                    </a:cubicBezTo>
                    <a:cubicBezTo>
                      <a:pt x="59" y="0"/>
                      <a:pt x="33" y="11"/>
                      <a:pt x="17" y="36"/>
                    </a:cubicBezTo>
                    <a:cubicBezTo>
                      <a:pt x="1" y="60"/>
                      <a:pt x="0" y="89"/>
                      <a:pt x="15" y="9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7" name="Freeform 3772">
                <a:extLst>
                  <a:ext uri="{FF2B5EF4-FFF2-40B4-BE49-F238E27FC236}">
                    <a16:creationId xmlns:a16="http://schemas.microsoft.com/office/drawing/2014/main" id="{7F3C30B6-B9F2-42AF-9871-CB6C8A0DA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153"/>
                <a:ext cx="74" cy="60"/>
              </a:xfrm>
              <a:custGeom>
                <a:avLst/>
                <a:gdLst>
                  <a:gd name="T0" fmla="*/ 1242 w 41"/>
                  <a:gd name="T1" fmla="*/ 1248 h 31"/>
                  <a:gd name="T2" fmla="*/ 1424 w 41"/>
                  <a:gd name="T3" fmla="*/ 900 h 31"/>
                  <a:gd name="T4" fmla="*/ 170 w 41"/>
                  <a:gd name="T5" fmla="*/ 0 h 31"/>
                  <a:gd name="T6" fmla="*/ 170 w 41"/>
                  <a:gd name="T7" fmla="*/ 0 h 31"/>
                  <a:gd name="T8" fmla="*/ 94 w 41"/>
                  <a:gd name="T9" fmla="*/ 168 h 31"/>
                  <a:gd name="T10" fmla="*/ 0 w 41"/>
                  <a:gd name="T11" fmla="*/ 377 h 31"/>
                  <a:gd name="T12" fmla="*/ 0 w 41"/>
                  <a:gd name="T13" fmla="*/ 377 h 31"/>
                  <a:gd name="T14" fmla="*/ 1117 w 41"/>
                  <a:gd name="T15" fmla="*/ 1630 h 31"/>
                  <a:gd name="T16" fmla="*/ 1242 w 41"/>
                  <a:gd name="T17" fmla="*/ 1248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1">
                    <a:moveTo>
                      <a:pt x="36" y="24"/>
                    </a:moveTo>
                    <a:cubicBezTo>
                      <a:pt x="38" y="21"/>
                      <a:pt x="39" y="19"/>
                      <a:pt x="41" y="1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29"/>
                      <a:pt x="34" y="26"/>
                      <a:pt x="36" y="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8" name="Freeform 3773">
                <a:extLst>
                  <a:ext uri="{FF2B5EF4-FFF2-40B4-BE49-F238E27FC236}">
                    <a16:creationId xmlns:a16="http://schemas.microsoft.com/office/drawing/2014/main" id="{5DC3D034-4A07-464C-81CE-F1B27A0C6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165"/>
                <a:ext cx="163" cy="210"/>
              </a:xfrm>
              <a:custGeom>
                <a:avLst/>
                <a:gdLst>
                  <a:gd name="T0" fmla="*/ 529 w 90"/>
                  <a:gd name="T1" fmla="*/ 5071 h 109"/>
                  <a:gd name="T2" fmla="*/ 599 w 90"/>
                  <a:gd name="T3" fmla="*/ 1830 h 109"/>
                  <a:gd name="T4" fmla="*/ 2650 w 90"/>
                  <a:gd name="T5" fmla="*/ 509 h 109"/>
                  <a:gd name="T6" fmla="*/ 2572 w 90"/>
                  <a:gd name="T7" fmla="*/ 3749 h 109"/>
                  <a:gd name="T8" fmla="*/ 529 w 90"/>
                  <a:gd name="T9" fmla="*/ 507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15" y="99"/>
                    </a:moveTo>
                    <a:cubicBezTo>
                      <a:pt x="0" y="89"/>
                      <a:pt x="1" y="60"/>
                      <a:pt x="17" y="36"/>
                    </a:cubicBezTo>
                    <a:cubicBezTo>
                      <a:pt x="34" y="11"/>
                      <a:pt x="59" y="0"/>
                      <a:pt x="75" y="10"/>
                    </a:cubicBezTo>
                    <a:cubicBezTo>
                      <a:pt x="90" y="20"/>
                      <a:pt x="89" y="48"/>
                      <a:pt x="73" y="73"/>
                    </a:cubicBezTo>
                    <a:cubicBezTo>
                      <a:pt x="56" y="97"/>
                      <a:pt x="31" y="109"/>
                      <a:pt x="15" y="9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9" name="Freeform 3774">
                <a:extLst>
                  <a:ext uri="{FF2B5EF4-FFF2-40B4-BE49-F238E27FC236}">
                    <a16:creationId xmlns:a16="http://schemas.microsoft.com/office/drawing/2014/main" id="{A7C45531-094F-475A-B67E-829025D3C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290"/>
                <a:ext cx="76" cy="54"/>
              </a:xfrm>
              <a:custGeom>
                <a:avLst/>
                <a:gdLst>
                  <a:gd name="T0" fmla="*/ 214 w 42"/>
                  <a:gd name="T1" fmla="*/ 401 h 28"/>
                  <a:gd name="T2" fmla="*/ 356 w 42"/>
                  <a:gd name="T3" fmla="*/ 0 h 28"/>
                  <a:gd name="T4" fmla="*/ 1480 w 42"/>
                  <a:gd name="T5" fmla="*/ 1090 h 28"/>
                  <a:gd name="T6" fmla="*/ 1480 w 42"/>
                  <a:gd name="T7" fmla="*/ 1090 h 28"/>
                  <a:gd name="T8" fmla="*/ 1375 w 42"/>
                  <a:gd name="T9" fmla="*/ 1283 h 28"/>
                  <a:gd name="T10" fmla="*/ 1297 w 42"/>
                  <a:gd name="T11" fmla="*/ 1443 h 28"/>
                  <a:gd name="T12" fmla="*/ 1297 w 42"/>
                  <a:gd name="T13" fmla="*/ 1443 h 28"/>
                  <a:gd name="T14" fmla="*/ 0 w 42"/>
                  <a:gd name="T15" fmla="*/ 773 h 28"/>
                  <a:gd name="T16" fmla="*/ 214 w 42"/>
                  <a:gd name="T17" fmla="*/ 401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28">
                    <a:moveTo>
                      <a:pt x="6" y="8"/>
                    </a:moveTo>
                    <a:cubicBezTo>
                      <a:pt x="7" y="5"/>
                      <a:pt x="9" y="3"/>
                      <a:pt x="10" y="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2"/>
                      <a:pt x="40" y="23"/>
                      <a:pt x="39" y="25"/>
                    </a:cubicBezTo>
                    <a:cubicBezTo>
                      <a:pt x="39" y="26"/>
                      <a:pt x="38" y="27"/>
                      <a:pt x="37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3"/>
                      <a:pt x="4" y="10"/>
                      <a:pt x="6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0" name="Freeform 3775">
                <a:extLst>
                  <a:ext uri="{FF2B5EF4-FFF2-40B4-BE49-F238E27FC236}">
                    <a16:creationId xmlns:a16="http://schemas.microsoft.com/office/drawing/2014/main" id="{557BF7F0-6AFC-482B-91FC-0E2B43700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821"/>
                <a:ext cx="202" cy="149"/>
              </a:xfrm>
              <a:custGeom>
                <a:avLst/>
                <a:gdLst>
                  <a:gd name="T0" fmla="*/ 3724 w 112"/>
                  <a:gd name="T1" fmla="*/ 2579 h 77"/>
                  <a:gd name="T2" fmla="*/ 2137 w 112"/>
                  <a:gd name="T3" fmla="*/ 325 h 77"/>
                  <a:gd name="T4" fmla="*/ 94 w 112"/>
                  <a:gd name="T5" fmla="*/ 1457 h 77"/>
                  <a:gd name="T6" fmla="*/ 1685 w 112"/>
                  <a:gd name="T7" fmla="*/ 3719 h 77"/>
                  <a:gd name="T8" fmla="*/ 3724 w 112"/>
                  <a:gd name="T9" fmla="*/ 257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77">
                    <a:moveTo>
                      <a:pt x="108" y="49"/>
                    </a:moveTo>
                    <a:cubicBezTo>
                      <a:pt x="112" y="31"/>
                      <a:pt x="91" y="12"/>
                      <a:pt x="62" y="6"/>
                    </a:cubicBezTo>
                    <a:cubicBezTo>
                      <a:pt x="33" y="0"/>
                      <a:pt x="7" y="10"/>
                      <a:pt x="3" y="28"/>
                    </a:cubicBezTo>
                    <a:cubicBezTo>
                      <a:pt x="0" y="46"/>
                      <a:pt x="20" y="66"/>
                      <a:pt x="49" y="71"/>
                    </a:cubicBezTo>
                    <a:cubicBezTo>
                      <a:pt x="78" y="77"/>
                      <a:pt x="105" y="67"/>
                      <a:pt x="108" y="4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1" name="Freeform 3776">
                <a:extLst>
                  <a:ext uri="{FF2B5EF4-FFF2-40B4-BE49-F238E27FC236}">
                    <a16:creationId xmlns:a16="http://schemas.microsoft.com/office/drawing/2014/main" id="{9DBC8123-33E1-4DE4-98E3-4ECF20EC3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954"/>
                <a:ext cx="38" cy="58"/>
              </a:xfrm>
              <a:custGeom>
                <a:avLst/>
                <a:gdLst>
                  <a:gd name="T0" fmla="*/ 557 w 21"/>
                  <a:gd name="T1" fmla="*/ 1570 h 30"/>
                  <a:gd name="T2" fmla="*/ 740 w 21"/>
                  <a:gd name="T3" fmla="*/ 209 h 30"/>
                  <a:gd name="T4" fmla="*/ 425 w 21"/>
                  <a:gd name="T5" fmla="*/ 108 h 30"/>
                  <a:gd name="T6" fmla="*/ 141 w 21"/>
                  <a:gd name="T7" fmla="*/ 0 h 30"/>
                  <a:gd name="T8" fmla="*/ 0 w 21"/>
                  <a:gd name="T9" fmla="*/ 1106 h 30"/>
                  <a:gd name="T10" fmla="*/ 557 w 21"/>
                  <a:gd name="T11" fmla="*/ 157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0">
                    <a:moveTo>
                      <a:pt x="16" y="30"/>
                    </a:moveTo>
                    <a:cubicBezTo>
                      <a:pt x="21" y="4"/>
                      <a:pt x="21" y="4"/>
                      <a:pt x="21" y="4"/>
                    </a:cubicBezTo>
                    <a:cubicBezTo>
                      <a:pt x="18" y="3"/>
                      <a:pt x="15" y="3"/>
                      <a:pt x="12" y="2"/>
                    </a:cubicBezTo>
                    <a:cubicBezTo>
                      <a:pt x="9" y="2"/>
                      <a:pt x="6" y="1"/>
                      <a:pt x="4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5" y="24"/>
                      <a:pt x="10" y="27"/>
                      <a:pt x="16" y="3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2" name="Freeform 3777">
                <a:extLst>
                  <a:ext uri="{FF2B5EF4-FFF2-40B4-BE49-F238E27FC236}">
                    <a16:creationId xmlns:a16="http://schemas.microsoft.com/office/drawing/2014/main" id="{F91222C9-4E88-43E0-8C6A-F30CA13BE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533"/>
                <a:ext cx="203" cy="149"/>
              </a:xfrm>
              <a:custGeom>
                <a:avLst/>
                <a:gdLst>
                  <a:gd name="T0" fmla="*/ 3877 w 112"/>
                  <a:gd name="T1" fmla="*/ 2579 h 77"/>
                  <a:gd name="T2" fmla="*/ 1780 w 112"/>
                  <a:gd name="T3" fmla="*/ 3719 h 77"/>
                  <a:gd name="T4" fmla="*/ 145 w 112"/>
                  <a:gd name="T5" fmla="*/ 1457 h 77"/>
                  <a:gd name="T6" fmla="*/ 2235 w 112"/>
                  <a:gd name="T7" fmla="*/ 325 h 77"/>
                  <a:gd name="T8" fmla="*/ 3877 w 112"/>
                  <a:gd name="T9" fmla="*/ 257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77">
                    <a:moveTo>
                      <a:pt x="109" y="49"/>
                    </a:moveTo>
                    <a:cubicBezTo>
                      <a:pt x="105" y="67"/>
                      <a:pt x="79" y="77"/>
                      <a:pt x="50" y="71"/>
                    </a:cubicBezTo>
                    <a:cubicBezTo>
                      <a:pt x="21" y="66"/>
                      <a:pt x="0" y="46"/>
                      <a:pt x="4" y="28"/>
                    </a:cubicBezTo>
                    <a:cubicBezTo>
                      <a:pt x="7" y="10"/>
                      <a:pt x="34" y="0"/>
                      <a:pt x="63" y="6"/>
                    </a:cubicBezTo>
                    <a:cubicBezTo>
                      <a:pt x="92" y="12"/>
                      <a:pt x="112" y="31"/>
                      <a:pt x="109" y="4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3" name="Freeform 3778">
                <a:extLst>
                  <a:ext uri="{FF2B5EF4-FFF2-40B4-BE49-F238E27FC236}">
                    <a16:creationId xmlns:a16="http://schemas.microsoft.com/office/drawing/2014/main" id="{F40C0BCC-115B-4D41-A7E9-1898AEEF2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501"/>
                <a:ext cx="38" cy="48"/>
              </a:xfrm>
              <a:custGeom>
                <a:avLst/>
                <a:gdLst>
                  <a:gd name="T0" fmla="*/ 141 w 21"/>
                  <a:gd name="T1" fmla="*/ 0 h 25"/>
                  <a:gd name="T2" fmla="*/ 0 w 21"/>
                  <a:gd name="T3" fmla="*/ 1106 h 25"/>
                  <a:gd name="T4" fmla="*/ 308 w 21"/>
                  <a:gd name="T5" fmla="*/ 1139 h 25"/>
                  <a:gd name="T6" fmla="*/ 599 w 21"/>
                  <a:gd name="T7" fmla="*/ 1254 h 25"/>
                  <a:gd name="T8" fmla="*/ 740 w 21"/>
                  <a:gd name="T9" fmla="*/ 445 h 25"/>
                  <a:gd name="T10" fmla="*/ 141 w 21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5">
                    <a:moveTo>
                      <a:pt x="4" y="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3" y="22"/>
                      <a:pt x="6" y="23"/>
                      <a:pt x="9" y="23"/>
                    </a:cubicBezTo>
                    <a:cubicBezTo>
                      <a:pt x="12" y="24"/>
                      <a:pt x="14" y="24"/>
                      <a:pt x="17" y="25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5" y="6"/>
                      <a:pt x="10" y="3"/>
                      <a:pt x="4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4" name="Freeform 3779">
                <a:extLst>
                  <a:ext uri="{FF2B5EF4-FFF2-40B4-BE49-F238E27FC236}">
                    <a16:creationId xmlns:a16="http://schemas.microsoft.com/office/drawing/2014/main" id="{222C8300-0091-421B-BD6C-C150AAA9A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1813"/>
                <a:ext cx="139" cy="217"/>
              </a:xfrm>
              <a:custGeom>
                <a:avLst/>
                <a:gdLst>
                  <a:gd name="T0" fmla="*/ 978 w 77"/>
                  <a:gd name="T1" fmla="*/ 5710 h 112"/>
                  <a:gd name="T2" fmla="*/ 2453 w 77"/>
                  <a:gd name="T3" fmla="*/ 3280 h 112"/>
                  <a:gd name="T4" fmla="*/ 1688 w 77"/>
                  <a:gd name="T5" fmla="*/ 169 h 112"/>
                  <a:gd name="T6" fmla="*/ 211 w 77"/>
                  <a:gd name="T7" fmla="*/ 2598 h 112"/>
                  <a:gd name="T8" fmla="*/ 978 w 77"/>
                  <a:gd name="T9" fmla="*/ 571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28" y="108"/>
                    </a:moveTo>
                    <a:cubicBezTo>
                      <a:pt x="46" y="112"/>
                      <a:pt x="65" y="91"/>
                      <a:pt x="71" y="62"/>
                    </a:cubicBezTo>
                    <a:cubicBezTo>
                      <a:pt x="77" y="33"/>
                      <a:pt x="67" y="7"/>
                      <a:pt x="49" y="3"/>
                    </a:cubicBezTo>
                    <a:cubicBezTo>
                      <a:pt x="31" y="0"/>
                      <a:pt x="11" y="20"/>
                      <a:pt x="6" y="49"/>
                    </a:cubicBezTo>
                    <a:cubicBezTo>
                      <a:pt x="0" y="78"/>
                      <a:pt x="10" y="105"/>
                      <a:pt x="28" y="10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5" name="Freeform 3780">
                <a:extLst>
                  <a:ext uri="{FF2B5EF4-FFF2-40B4-BE49-F238E27FC236}">
                    <a16:creationId xmlns:a16="http://schemas.microsoft.com/office/drawing/2014/main" id="{3993B017-131C-4EE5-B702-4D741E2BF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887"/>
                <a:ext cx="78" cy="38"/>
              </a:xfrm>
              <a:custGeom>
                <a:avLst/>
                <a:gdLst>
                  <a:gd name="T0" fmla="*/ 1451 w 43"/>
                  <a:gd name="T1" fmla="*/ 521 h 20"/>
                  <a:gd name="T2" fmla="*/ 1527 w 43"/>
                  <a:gd name="T3" fmla="*/ 144 h 20"/>
                  <a:gd name="T4" fmla="*/ 80 w 43"/>
                  <a:gd name="T5" fmla="*/ 0 h 20"/>
                  <a:gd name="T6" fmla="*/ 80 w 43"/>
                  <a:gd name="T7" fmla="*/ 0 h 20"/>
                  <a:gd name="T8" fmla="*/ 44 w 43"/>
                  <a:gd name="T9" fmla="*/ 200 h 20"/>
                  <a:gd name="T10" fmla="*/ 0 w 43"/>
                  <a:gd name="T11" fmla="*/ 418 h 20"/>
                  <a:gd name="T12" fmla="*/ 0 w 43"/>
                  <a:gd name="T13" fmla="*/ 418 h 20"/>
                  <a:gd name="T14" fmla="*/ 1395 w 43"/>
                  <a:gd name="T15" fmla="*/ 939 h 20"/>
                  <a:gd name="T16" fmla="*/ 1451 w 43"/>
                  <a:gd name="T17" fmla="*/ 521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20">
                    <a:moveTo>
                      <a:pt x="41" y="11"/>
                    </a:moveTo>
                    <a:cubicBezTo>
                      <a:pt x="41" y="8"/>
                      <a:pt x="42" y="5"/>
                      <a:pt x="43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1" y="6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7"/>
                      <a:pt x="40" y="14"/>
                      <a:pt x="41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6" name="Freeform 3781">
                <a:extLst>
                  <a:ext uri="{FF2B5EF4-FFF2-40B4-BE49-F238E27FC236}">
                    <a16:creationId xmlns:a16="http://schemas.microsoft.com/office/drawing/2014/main" id="{D4D646D2-05A9-4DCF-BF97-E8C6EB65E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476"/>
                <a:ext cx="139" cy="216"/>
              </a:xfrm>
              <a:custGeom>
                <a:avLst/>
                <a:gdLst>
                  <a:gd name="T0" fmla="*/ 978 w 77"/>
                  <a:gd name="T1" fmla="*/ 5601 h 112"/>
                  <a:gd name="T2" fmla="*/ 211 w 77"/>
                  <a:gd name="T3" fmla="*/ 2532 h 112"/>
                  <a:gd name="T4" fmla="*/ 1688 w 77"/>
                  <a:gd name="T5" fmla="*/ 164 h 112"/>
                  <a:gd name="T6" fmla="*/ 2453 w 77"/>
                  <a:gd name="T7" fmla="*/ 3200 h 112"/>
                  <a:gd name="T8" fmla="*/ 978 w 77"/>
                  <a:gd name="T9" fmla="*/ 5601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2">
                    <a:moveTo>
                      <a:pt x="28" y="109"/>
                    </a:moveTo>
                    <a:cubicBezTo>
                      <a:pt x="10" y="105"/>
                      <a:pt x="0" y="79"/>
                      <a:pt x="6" y="49"/>
                    </a:cubicBezTo>
                    <a:cubicBezTo>
                      <a:pt x="11" y="20"/>
                      <a:pt x="31" y="0"/>
                      <a:pt x="49" y="3"/>
                    </a:cubicBezTo>
                    <a:cubicBezTo>
                      <a:pt x="67" y="7"/>
                      <a:pt x="77" y="33"/>
                      <a:pt x="71" y="62"/>
                    </a:cubicBezTo>
                    <a:cubicBezTo>
                      <a:pt x="65" y="91"/>
                      <a:pt x="46" y="112"/>
                      <a:pt x="28" y="10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7" name="Freeform 3782">
                <a:extLst>
                  <a:ext uri="{FF2B5EF4-FFF2-40B4-BE49-F238E27FC236}">
                    <a16:creationId xmlns:a16="http://schemas.microsoft.com/office/drawing/2014/main" id="{6E994D45-9053-4334-ADF0-4F9F9B0B1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580"/>
                <a:ext cx="76" cy="37"/>
              </a:xfrm>
              <a:custGeom>
                <a:avLst/>
                <a:gdLst>
                  <a:gd name="T0" fmla="*/ 78 w 42"/>
                  <a:gd name="T1" fmla="*/ 444 h 19"/>
                  <a:gd name="T2" fmla="*/ 94 w 42"/>
                  <a:gd name="T3" fmla="*/ 0 h 19"/>
                  <a:gd name="T4" fmla="*/ 1480 w 42"/>
                  <a:gd name="T5" fmla="*/ 532 h 19"/>
                  <a:gd name="T6" fmla="*/ 1480 w 42"/>
                  <a:gd name="T7" fmla="*/ 532 h 19"/>
                  <a:gd name="T8" fmla="*/ 1435 w 42"/>
                  <a:gd name="T9" fmla="*/ 761 h 19"/>
                  <a:gd name="T10" fmla="*/ 1392 w 42"/>
                  <a:gd name="T11" fmla="*/ 1036 h 19"/>
                  <a:gd name="T12" fmla="*/ 1392 w 42"/>
                  <a:gd name="T13" fmla="*/ 1036 h 19"/>
                  <a:gd name="T14" fmla="*/ 0 w 42"/>
                  <a:gd name="T15" fmla="*/ 921 h 19"/>
                  <a:gd name="T16" fmla="*/ 78 w 42"/>
                  <a:gd name="T17" fmla="*/ 44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9">
                    <a:moveTo>
                      <a:pt x="2" y="8"/>
                    </a:moveTo>
                    <a:cubicBezTo>
                      <a:pt x="3" y="6"/>
                      <a:pt x="3" y="3"/>
                      <a:pt x="3" y="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2" y="12"/>
                      <a:pt x="41" y="13"/>
                      <a:pt x="41" y="14"/>
                    </a:cubicBezTo>
                    <a:cubicBezTo>
                      <a:pt x="41" y="16"/>
                      <a:pt x="41" y="17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4"/>
                      <a:pt x="1" y="11"/>
                      <a:pt x="2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8" name="Freeform 3783">
                <a:extLst>
                  <a:ext uri="{FF2B5EF4-FFF2-40B4-BE49-F238E27FC236}">
                    <a16:creationId xmlns:a16="http://schemas.microsoft.com/office/drawing/2014/main" id="{9844804A-556D-4662-9077-D895049EB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1165"/>
                <a:ext cx="162" cy="210"/>
              </a:xfrm>
              <a:custGeom>
                <a:avLst/>
                <a:gdLst>
                  <a:gd name="T0" fmla="*/ 2507 w 90"/>
                  <a:gd name="T1" fmla="*/ 5071 h 109"/>
                  <a:gd name="T2" fmla="*/ 2455 w 90"/>
                  <a:gd name="T3" fmla="*/ 1830 h 109"/>
                  <a:gd name="T4" fmla="*/ 511 w 90"/>
                  <a:gd name="T5" fmla="*/ 509 h 109"/>
                  <a:gd name="T6" fmla="*/ 590 w 90"/>
                  <a:gd name="T7" fmla="*/ 3749 h 109"/>
                  <a:gd name="T8" fmla="*/ 2507 w 90"/>
                  <a:gd name="T9" fmla="*/ 507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74" y="99"/>
                    </a:moveTo>
                    <a:cubicBezTo>
                      <a:pt x="90" y="89"/>
                      <a:pt x="89" y="60"/>
                      <a:pt x="72" y="36"/>
                    </a:cubicBezTo>
                    <a:cubicBezTo>
                      <a:pt x="56" y="11"/>
                      <a:pt x="30" y="0"/>
                      <a:pt x="15" y="10"/>
                    </a:cubicBezTo>
                    <a:cubicBezTo>
                      <a:pt x="0" y="20"/>
                      <a:pt x="1" y="48"/>
                      <a:pt x="17" y="73"/>
                    </a:cubicBezTo>
                    <a:cubicBezTo>
                      <a:pt x="33" y="97"/>
                      <a:pt x="59" y="109"/>
                      <a:pt x="74" y="9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9" name="Freeform 3784">
                <a:extLst>
                  <a:ext uri="{FF2B5EF4-FFF2-40B4-BE49-F238E27FC236}">
                    <a16:creationId xmlns:a16="http://schemas.microsoft.com/office/drawing/2014/main" id="{92795BD1-454A-4A5A-8189-AD721F4DC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1290"/>
                <a:ext cx="74" cy="54"/>
              </a:xfrm>
              <a:custGeom>
                <a:avLst/>
                <a:gdLst>
                  <a:gd name="T0" fmla="*/ 1242 w 41"/>
                  <a:gd name="T1" fmla="*/ 401 h 28"/>
                  <a:gd name="T2" fmla="*/ 1117 w 41"/>
                  <a:gd name="T3" fmla="*/ 0 h 28"/>
                  <a:gd name="T4" fmla="*/ 0 w 41"/>
                  <a:gd name="T5" fmla="*/ 1090 h 28"/>
                  <a:gd name="T6" fmla="*/ 0 w 41"/>
                  <a:gd name="T7" fmla="*/ 1090 h 28"/>
                  <a:gd name="T8" fmla="*/ 76 w 41"/>
                  <a:gd name="T9" fmla="*/ 1283 h 28"/>
                  <a:gd name="T10" fmla="*/ 170 w 41"/>
                  <a:gd name="T11" fmla="*/ 1443 h 28"/>
                  <a:gd name="T12" fmla="*/ 170 w 41"/>
                  <a:gd name="T13" fmla="*/ 1443 h 28"/>
                  <a:gd name="T14" fmla="*/ 1424 w 41"/>
                  <a:gd name="T15" fmla="*/ 773 h 28"/>
                  <a:gd name="T16" fmla="*/ 1242 w 41"/>
                  <a:gd name="T17" fmla="*/ 401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8">
                    <a:moveTo>
                      <a:pt x="36" y="8"/>
                    </a:moveTo>
                    <a:cubicBezTo>
                      <a:pt x="34" y="5"/>
                      <a:pt x="33" y="3"/>
                      <a:pt x="32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2"/>
                      <a:pt x="2" y="23"/>
                      <a:pt x="2" y="25"/>
                    </a:cubicBezTo>
                    <a:cubicBezTo>
                      <a:pt x="3" y="26"/>
                      <a:pt x="4" y="27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9" y="13"/>
                      <a:pt x="38" y="10"/>
                      <a:pt x="36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0" name="Freeform 3785">
                <a:extLst>
                  <a:ext uri="{FF2B5EF4-FFF2-40B4-BE49-F238E27FC236}">
                    <a16:creationId xmlns:a16="http://schemas.microsoft.com/office/drawing/2014/main" id="{94746D77-D4E9-4522-9BCC-25842C4FD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130"/>
                <a:ext cx="163" cy="210"/>
              </a:xfrm>
              <a:custGeom>
                <a:avLst/>
                <a:gdLst>
                  <a:gd name="T0" fmla="*/ 2650 w 90"/>
                  <a:gd name="T1" fmla="*/ 5071 h 109"/>
                  <a:gd name="T2" fmla="*/ 599 w 90"/>
                  <a:gd name="T3" fmla="*/ 3749 h 109"/>
                  <a:gd name="T4" fmla="*/ 529 w 90"/>
                  <a:gd name="T5" fmla="*/ 509 h 109"/>
                  <a:gd name="T6" fmla="*/ 2572 w 90"/>
                  <a:gd name="T7" fmla="*/ 1830 h 109"/>
                  <a:gd name="T8" fmla="*/ 2650 w 90"/>
                  <a:gd name="T9" fmla="*/ 507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75" y="99"/>
                    </a:moveTo>
                    <a:cubicBezTo>
                      <a:pt x="59" y="109"/>
                      <a:pt x="34" y="97"/>
                      <a:pt x="17" y="73"/>
                    </a:cubicBezTo>
                    <a:cubicBezTo>
                      <a:pt x="1" y="48"/>
                      <a:pt x="0" y="20"/>
                      <a:pt x="15" y="10"/>
                    </a:cubicBezTo>
                    <a:cubicBezTo>
                      <a:pt x="31" y="0"/>
                      <a:pt x="56" y="11"/>
                      <a:pt x="73" y="36"/>
                    </a:cubicBezTo>
                    <a:cubicBezTo>
                      <a:pt x="89" y="60"/>
                      <a:pt x="90" y="89"/>
                      <a:pt x="75" y="9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1" name="Freeform 3786">
                <a:extLst>
                  <a:ext uri="{FF2B5EF4-FFF2-40B4-BE49-F238E27FC236}">
                    <a16:creationId xmlns:a16="http://schemas.microsoft.com/office/drawing/2014/main" id="{1255E538-7B0E-4C0E-818F-55FE74C1D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157"/>
                <a:ext cx="76" cy="56"/>
              </a:xfrm>
              <a:custGeom>
                <a:avLst/>
                <a:gdLst>
                  <a:gd name="T0" fmla="*/ 214 w 42"/>
                  <a:gd name="T1" fmla="*/ 1122 h 29"/>
                  <a:gd name="T2" fmla="*/ 0 w 42"/>
                  <a:gd name="T3" fmla="*/ 780 h 29"/>
                  <a:gd name="T4" fmla="*/ 1297 w 42"/>
                  <a:gd name="T5" fmla="*/ 0 h 29"/>
                  <a:gd name="T6" fmla="*/ 1297 w 42"/>
                  <a:gd name="T7" fmla="*/ 0 h 29"/>
                  <a:gd name="T8" fmla="*/ 1375 w 42"/>
                  <a:gd name="T9" fmla="*/ 209 h 29"/>
                  <a:gd name="T10" fmla="*/ 1480 w 42"/>
                  <a:gd name="T11" fmla="*/ 404 h 29"/>
                  <a:gd name="T12" fmla="*/ 1480 w 42"/>
                  <a:gd name="T13" fmla="*/ 404 h 29"/>
                  <a:gd name="T14" fmla="*/ 356 w 42"/>
                  <a:gd name="T15" fmla="*/ 1506 h 29"/>
                  <a:gd name="T16" fmla="*/ 214 w 42"/>
                  <a:gd name="T17" fmla="*/ 1122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29">
                    <a:moveTo>
                      <a:pt x="6" y="22"/>
                    </a:moveTo>
                    <a:cubicBezTo>
                      <a:pt x="4" y="19"/>
                      <a:pt x="2" y="17"/>
                      <a:pt x="0" y="15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8" y="2"/>
                      <a:pt x="39" y="3"/>
                      <a:pt x="39" y="4"/>
                    </a:cubicBezTo>
                    <a:cubicBezTo>
                      <a:pt x="40" y="5"/>
                      <a:pt x="41" y="7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9" y="27"/>
                      <a:pt x="7" y="24"/>
                      <a:pt x="6" y="2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2" name="Freeform 3787">
                <a:extLst>
                  <a:ext uri="{FF2B5EF4-FFF2-40B4-BE49-F238E27FC236}">
                    <a16:creationId xmlns:a16="http://schemas.microsoft.com/office/drawing/2014/main" id="{B53FE86E-0263-4E60-8E70-826B301B7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385"/>
                <a:ext cx="199" cy="173"/>
              </a:xfrm>
              <a:custGeom>
                <a:avLst/>
                <a:gdLst>
                  <a:gd name="T0" fmla="*/ 385 w 110"/>
                  <a:gd name="T1" fmla="*/ 3779 h 90"/>
                  <a:gd name="T2" fmla="*/ 2592 w 110"/>
                  <a:gd name="T3" fmla="*/ 3673 h 90"/>
                  <a:gd name="T4" fmla="*/ 3506 w 110"/>
                  <a:gd name="T5" fmla="*/ 769 h 90"/>
                  <a:gd name="T6" fmla="*/ 1295 w 110"/>
                  <a:gd name="T7" fmla="*/ 861 h 90"/>
                  <a:gd name="T8" fmla="*/ 385 w 110"/>
                  <a:gd name="T9" fmla="*/ 3779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90">
                    <a:moveTo>
                      <a:pt x="11" y="75"/>
                    </a:moveTo>
                    <a:cubicBezTo>
                      <a:pt x="21" y="90"/>
                      <a:pt x="49" y="89"/>
                      <a:pt x="74" y="73"/>
                    </a:cubicBezTo>
                    <a:cubicBezTo>
                      <a:pt x="98" y="56"/>
                      <a:pt x="110" y="31"/>
                      <a:pt x="100" y="15"/>
                    </a:cubicBezTo>
                    <a:cubicBezTo>
                      <a:pt x="89" y="0"/>
                      <a:pt x="61" y="1"/>
                      <a:pt x="37" y="17"/>
                    </a:cubicBezTo>
                    <a:cubicBezTo>
                      <a:pt x="12" y="34"/>
                      <a:pt x="0" y="59"/>
                      <a:pt x="11" y="7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3" name="Freeform 3788">
                <a:extLst>
                  <a:ext uri="{FF2B5EF4-FFF2-40B4-BE49-F238E27FC236}">
                    <a16:creationId xmlns:a16="http://schemas.microsoft.com/office/drawing/2014/main" id="{30015667-F4D7-47C3-B10D-9EFB2DCBD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344"/>
                <a:ext cx="67" cy="85"/>
              </a:xfrm>
              <a:custGeom>
                <a:avLst/>
                <a:gdLst>
                  <a:gd name="T0" fmla="*/ 1052 w 37"/>
                  <a:gd name="T1" fmla="*/ 1959 h 44"/>
                  <a:gd name="T2" fmla="*/ 1302 w 37"/>
                  <a:gd name="T3" fmla="*/ 1779 h 44"/>
                  <a:gd name="T4" fmla="*/ 482 w 37"/>
                  <a:gd name="T5" fmla="*/ 0 h 44"/>
                  <a:gd name="T6" fmla="*/ 482 w 37"/>
                  <a:gd name="T7" fmla="*/ 0 h 44"/>
                  <a:gd name="T8" fmla="*/ 255 w 37"/>
                  <a:gd name="T9" fmla="*/ 265 h 44"/>
                  <a:gd name="T10" fmla="*/ 0 w 37"/>
                  <a:gd name="T11" fmla="*/ 464 h 44"/>
                  <a:gd name="T12" fmla="*/ 0 w 37"/>
                  <a:gd name="T13" fmla="*/ 512 h 44"/>
                  <a:gd name="T14" fmla="*/ 820 w 37"/>
                  <a:gd name="T15" fmla="*/ 2283 h 44"/>
                  <a:gd name="T16" fmla="*/ 1052 w 37"/>
                  <a:gd name="T17" fmla="*/ 1959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4">
                    <a:moveTo>
                      <a:pt x="30" y="38"/>
                    </a:moveTo>
                    <a:cubicBezTo>
                      <a:pt x="32" y="37"/>
                      <a:pt x="35" y="35"/>
                      <a:pt x="37" y="3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1"/>
                      <a:pt x="10" y="3"/>
                      <a:pt x="7" y="5"/>
                    </a:cubicBezTo>
                    <a:cubicBezTo>
                      <a:pt x="5" y="6"/>
                      <a:pt x="2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5" y="42"/>
                      <a:pt x="27" y="40"/>
                      <a:pt x="30" y="3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4" name="Freeform 3789">
                <a:extLst>
                  <a:ext uri="{FF2B5EF4-FFF2-40B4-BE49-F238E27FC236}">
                    <a16:creationId xmlns:a16="http://schemas.microsoft.com/office/drawing/2014/main" id="{31652A4D-959B-47B6-9422-EC50A6BEC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947"/>
                <a:ext cx="197" cy="173"/>
              </a:xfrm>
              <a:custGeom>
                <a:avLst/>
                <a:gdLst>
                  <a:gd name="T0" fmla="*/ 352 w 109"/>
                  <a:gd name="T1" fmla="*/ 3729 h 90"/>
                  <a:gd name="T2" fmla="*/ 1245 w 109"/>
                  <a:gd name="T3" fmla="*/ 861 h 90"/>
                  <a:gd name="T4" fmla="*/ 3459 w 109"/>
                  <a:gd name="T5" fmla="*/ 769 h 90"/>
                  <a:gd name="T6" fmla="*/ 2552 w 109"/>
                  <a:gd name="T7" fmla="*/ 3614 h 90"/>
                  <a:gd name="T8" fmla="*/ 352 w 109"/>
                  <a:gd name="T9" fmla="*/ 3729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90">
                    <a:moveTo>
                      <a:pt x="10" y="74"/>
                    </a:moveTo>
                    <a:cubicBezTo>
                      <a:pt x="0" y="59"/>
                      <a:pt x="11" y="33"/>
                      <a:pt x="36" y="17"/>
                    </a:cubicBezTo>
                    <a:cubicBezTo>
                      <a:pt x="61" y="1"/>
                      <a:pt x="89" y="0"/>
                      <a:pt x="99" y="15"/>
                    </a:cubicBezTo>
                    <a:cubicBezTo>
                      <a:pt x="109" y="30"/>
                      <a:pt x="98" y="56"/>
                      <a:pt x="73" y="72"/>
                    </a:cubicBezTo>
                    <a:cubicBezTo>
                      <a:pt x="48" y="89"/>
                      <a:pt x="20" y="90"/>
                      <a:pt x="10" y="7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5" name="Freeform 3790">
                <a:extLst>
                  <a:ext uri="{FF2B5EF4-FFF2-40B4-BE49-F238E27FC236}">
                    <a16:creationId xmlns:a16="http://schemas.microsoft.com/office/drawing/2014/main" id="{C24E7A42-E670-42C5-B149-12FE2053E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076"/>
                <a:ext cx="69" cy="85"/>
              </a:xfrm>
              <a:custGeom>
                <a:avLst/>
                <a:gdLst>
                  <a:gd name="T0" fmla="*/ 294 w 38"/>
                  <a:gd name="T1" fmla="*/ 265 h 44"/>
                  <a:gd name="T2" fmla="*/ 534 w 38"/>
                  <a:gd name="T3" fmla="*/ 0 h 44"/>
                  <a:gd name="T4" fmla="*/ 1358 w 38"/>
                  <a:gd name="T5" fmla="*/ 1779 h 44"/>
                  <a:gd name="T6" fmla="*/ 1358 w 38"/>
                  <a:gd name="T7" fmla="*/ 1779 h 44"/>
                  <a:gd name="T8" fmla="*/ 1066 w 38"/>
                  <a:gd name="T9" fmla="*/ 2019 h 44"/>
                  <a:gd name="T10" fmla="*/ 828 w 38"/>
                  <a:gd name="T11" fmla="*/ 2283 h 44"/>
                  <a:gd name="T12" fmla="*/ 828 w 38"/>
                  <a:gd name="T13" fmla="*/ 2283 h 44"/>
                  <a:gd name="T14" fmla="*/ 0 w 38"/>
                  <a:gd name="T15" fmla="*/ 512 h 44"/>
                  <a:gd name="T16" fmla="*/ 294 w 38"/>
                  <a:gd name="T17" fmla="*/ 265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4">
                    <a:moveTo>
                      <a:pt x="8" y="5"/>
                    </a:moveTo>
                    <a:cubicBezTo>
                      <a:pt x="10" y="4"/>
                      <a:pt x="13" y="2"/>
                      <a:pt x="15" y="0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5" y="36"/>
                      <a:pt x="33" y="37"/>
                      <a:pt x="30" y="39"/>
                    </a:cubicBezTo>
                    <a:cubicBezTo>
                      <a:pt x="28" y="41"/>
                      <a:pt x="26" y="42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8"/>
                      <a:pt x="5" y="7"/>
                      <a:pt x="8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6" name="Freeform 3791">
                <a:extLst>
                  <a:ext uri="{FF2B5EF4-FFF2-40B4-BE49-F238E27FC236}">
                    <a16:creationId xmlns:a16="http://schemas.microsoft.com/office/drawing/2014/main" id="{F3461A49-0FE6-4133-9B1A-2E82E228C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904"/>
                <a:ext cx="203" cy="161"/>
              </a:xfrm>
              <a:custGeom>
                <a:avLst/>
                <a:gdLst>
                  <a:gd name="T0" fmla="*/ 3716 w 112"/>
                  <a:gd name="T1" fmla="*/ 1133 h 83"/>
                  <a:gd name="T2" fmla="*/ 1568 w 112"/>
                  <a:gd name="T3" fmla="*/ 584 h 83"/>
                  <a:gd name="T4" fmla="*/ 263 w 112"/>
                  <a:gd name="T5" fmla="*/ 3300 h 83"/>
                  <a:gd name="T6" fmla="*/ 2447 w 112"/>
                  <a:gd name="T7" fmla="*/ 3852 h 83"/>
                  <a:gd name="T8" fmla="*/ 3716 w 112"/>
                  <a:gd name="T9" fmla="*/ 113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3">
                    <a:moveTo>
                      <a:pt x="105" y="21"/>
                    </a:moveTo>
                    <a:cubicBezTo>
                      <a:pt x="98" y="4"/>
                      <a:pt x="71" y="0"/>
                      <a:pt x="44" y="11"/>
                    </a:cubicBezTo>
                    <a:cubicBezTo>
                      <a:pt x="17" y="22"/>
                      <a:pt x="0" y="45"/>
                      <a:pt x="7" y="62"/>
                    </a:cubicBezTo>
                    <a:cubicBezTo>
                      <a:pt x="14" y="79"/>
                      <a:pt x="42" y="83"/>
                      <a:pt x="69" y="72"/>
                    </a:cubicBezTo>
                    <a:cubicBezTo>
                      <a:pt x="96" y="61"/>
                      <a:pt x="112" y="38"/>
                      <a:pt x="105" y="21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7" name="Freeform 3792">
                <a:extLst>
                  <a:ext uri="{FF2B5EF4-FFF2-40B4-BE49-F238E27FC236}">
                    <a16:creationId xmlns:a16="http://schemas.microsoft.com/office/drawing/2014/main" id="{7469D8DB-B650-41A0-BE61-75E60F0DC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036"/>
                <a:ext cx="49" cy="86"/>
              </a:xfrm>
              <a:custGeom>
                <a:avLst/>
                <a:gdLst>
                  <a:gd name="T0" fmla="*/ 704 w 27"/>
                  <a:gd name="T1" fmla="*/ 2152 h 45"/>
                  <a:gd name="T2" fmla="*/ 918 w 27"/>
                  <a:gd name="T3" fmla="*/ 1816 h 45"/>
                  <a:gd name="T4" fmla="*/ 573 w 27"/>
                  <a:gd name="T5" fmla="*/ 0 h 45"/>
                  <a:gd name="T6" fmla="*/ 294 w 27"/>
                  <a:gd name="T7" fmla="*/ 201 h 45"/>
                  <a:gd name="T8" fmla="*/ 0 w 27"/>
                  <a:gd name="T9" fmla="*/ 336 h 45"/>
                  <a:gd name="T10" fmla="*/ 704 w 27"/>
                  <a:gd name="T11" fmla="*/ 2152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5">
                    <a:moveTo>
                      <a:pt x="20" y="44"/>
                    </a:moveTo>
                    <a:cubicBezTo>
                      <a:pt x="22" y="42"/>
                      <a:pt x="24" y="40"/>
                      <a:pt x="26" y="37"/>
                    </a:cubicBezTo>
                    <a:cubicBezTo>
                      <a:pt x="27" y="36"/>
                      <a:pt x="16" y="0"/>
                      <a:pt x="16" y="0"/>
                    </a:cubicBezTo>
                    <a:cubicBezTo>
                      <a:pt x="13" y="2"/>
                      <a:pt x="11" y="3"/>
                      <a:pt x="8" y="4"/>
                    </a:cubicBezTo>
                    <a:cubicBezTo>
                      <a:pt x="5" y="5"/>
                      <a:pt x="2" y="6"/>
                      <a:pt x="0" y="7"/>
                    </a:cubicBezTo>
                    <a:cubicBezTo>
                      <a:pt x="0" y="7"/>
                      <a:pt x="19" y="45"/>
                      <a:pt x="20" y="44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8" name="Freeform 3793">
                <a:extLst>
                  <a:ext uri="{FF2B5EF4-FFF2-40B4-BE49-F238E27FC236}">
                    <a16:creationId xmlns:a16="http://schemas.microsoft.com/office/drawing/2014/main" id="{5AE1901A-42A5-4BD2-998D-1CA11A4C6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439"/>
                <a:ext cx="201" cy="162"/>
              </a:xfrm>
              <a:custGeom>
                <a:avLst/>
                <a:gdLst>
                  <a:gd name="T0" fmla="*/ 3656 w 111"/>
                  <a:gd name="T1" fmla="*/ 1121 h 84"/>
                  <a:gd name="T2" fmla="*/ 2401 w 111"/>
                  <a:gd name="T3" fmla="*/ 3709 h 84"/>
                  <a:gd name="T4" fmla="*/ 255 w 111"/>
                  <a:gd name="T5" fmla="*/ 3200 h 84"/>
                  <a:gd name="T6" fmla="*/ 1516 w 111"/>
                  <a:gd name="T7" fmla="*/ 609 h 84"/>
                  <a:gd name="T8" fmla="*/ 3656 w 111"/>
                  <a:gd name="T9" fmla="*/ 112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84">
                    <a:moveTo>
                      <a:pt x="104" y="22"/>
                    </a:moveTo>
                    <a:cubicBezTo>
                      <a:pt x="111" y="39"/>
                      <a:pt x="95" y="61"/>
                      <a:pt x="68" y="72"/>
                    </a:cubicBezTo>
                    <a:cubicBezTo>
                      <a:pt x="41" y="84"/>
                      <a:pt x="14" y="79"/>
                      <a:pt x="7" y="62"/>
                    </a:cubicBezTo>
                    <a:cubicBezTo>
                      <a:pt x="0" y="46"/>
                      <a:pt x="16" y="23"/>
                      <a:pt x="43" y="12"/>
                    </a:cubicBezTo>
                    <a:cubicBezTo>
                      <a:pt x="70" y="0"/>
                      <a:pt x="97" y="5"/>
                      <a:pt x="104" y="22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9" name="Freeform 3794">
                <a:extLst>
                  <a:ext uri="{FF2B5EF4-FFF2-40B4-BE49-F238E27FC236}">
                    <a16:creationId xmlns:a16="http://schemas.microsoft.com/office/drawing/2014/main" id="{373543B1-FC9B-415B-B436-D2AE19BD9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381"/>
                <a:ext cx="50" cy="87"/>
              </a:xfrm>
              <a:custGeom>
                <a:avLst/>
                <a:gdLst>
                  <a:gd name="T0" fmla="*/ 255 w 28"/>
                  <a:gd name="T1" fmla="*/ 108 h 45"/>
                  <a:gd name="T2" fmla="*/ 41 w 28"/>
                  <a:gd name="T3" fmla="*/ 464 h 45"/>
                  <a:gd name="T4" fmla="*/ 386 w 28"/>
                  <a:gd name="T5" fmla="*/ 2347 h 45"/>
                  <a:gd name="T6" fmla="*/ 650 w 28"/>
                  <a:gd name="T7" fmla="*/ 2198 h 45"/>
                  <a:gd name="T8" fmla="*/ 905 w 28"/>
                  <a:gd name="T9" fmla="*/ 2022 h 45"/>
                  <a:gd name="T10" fmla="*/ 255 w 28"/>
                  <a:gd name="T11" fmla="*/ 10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5">
                    <a:moveTo>
                      <a:pt x="8" y="2"/>
                    </a:moveTo>
                    <a:cubicBezTo>
                      <a:pt x="6" y="4"/>
                      <a:pt x="4" y="6"/>
                      <a:pt x="1" y="9"/>
                    </a:cubicBezTo>
                    <a:cubicBezTo>
                      <a:pt x="0" y="10"/>
                      <a:pt x="12" y="45"/>
                      <a:pt x="12" y="45"/>
                    </a:cubicBezTo>
                    <a:cubicBezTo>
                      <a:pt x="15" y="44"/>
                      <a:pt x="17" y="43"/>
                      <a:pt x="20" y="42"/>
                    </a:cubicBezTo>
                    <a:cubicBezTo>
                      <a:pt x="23" y="41"/>
                      <a:pt x="25" y="40"/>
                      <a:pt x="28" y="39"/>
                    </a:cubicBezTo>
                    <a:cubicBezTo>
                      <a:pt x="28" y="39"/>
                      <a:pt x="9" y="0"/>
                      <a:pt x="8" y="2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0" name="Freeform 3795">
                <a:extLst>
                  <a:ext uri="{FF2B5EF4-FFF2-40B4-BE49-F238E27FC236}">
                    <a16:creationId xmlns:a16="http://schemas.microsoft.com/office/drawing/2014/main" id="{1BB3DC1C-6838-4563-BFA3-1190BC3DA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339"/>
                <a:ext cx="150" cy="216"/>
              </a:xfrm>
              <a:custGeom>
                <a:avLst/>
                <a:gdLst>
                  <a:gd name="T0" fmla="*/ 2156 w 83"/>
                  <a:gd name="T1" fmla="*/ 5423 h 112"/>
                  <a:gd name="T2" fmla="*/ 2508 w 83"/>
                  <a:gd name="T3" fmla="*/ 2216 h 112"/>
                  <a:gd name="T4" fmla="*/ 737 w 83"/>
                  <a:gd name="T5" fmla="*/ 372 h 112"/>
                  <a:gd name="T6" fmla="*/ 381 w 83"/>
                  <a:gd name="T7" fmla="*/ 3500 h 112"/>
                  <a:gd name="T8" fmla="*/ 2156 w 83"/>
                  <a:gd name="T9" fmla="*/ 542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62" y="105"/>
                    </a:moveTo>
                    <a:cubicBezTo>
                      <a:pt x="79" y="98"/>
                      <a:pt x="83" y="70"/>
                      <a:pt x="72" y="43"/>
                    </a:cubicBezTo>
                    <a:cubicBezTo>
                      <a:pt x="61" y="16"/>
                      <a:pt x="38" y="0"/>
                      <a:pt x="21" y="7"/>
                    </a:cubicBezTo>
                    <a:cubicBezTo>
                      <a:pt x="5" y="14"/>
                      <a:pt x="0" y="41"/>
                      <a:pt x="11" y="68"/>
                    </a:cubicBezTo>
                    <a:cubicBezTo>
                      <a:pt x="22" y="95"/>
                      <a:pt x="45" y="112"/>
                      <a:pt x="62" y="105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1" name="Freeform 3796">
                <a:extLst>
                  <a:ext uri="{FF2B5EF4-FFF2-40B4-BE49-F238E27FC236}">
                    <a16:creationId xmlns:a16="http://schemas.microsoft.com/office/drawing/2014/main" id="{C18A3D1C-7D71-47ED-A8CB-C68230266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454"/>
                <a:ext cx="130" cy="81"/>
              </a:xfrm>
              <a:custGeom>
                <a:avLst/>
                <a:gdLst>
                  <a:gd name="T0" fmla="*/ 0 w 72"/>
                  <a:gd name="T1" fmla="*/ 1607 h 42"/>
                  <a:gd name="T2" fmla="*/ 76 w 72"/>
                  <a:gd name="T3" fmla="*/ 2102 h 42"/>
                  <a:gd name="T4" fmla="*/ 2497 w 72"/>
                  <a:gd name="T5" fmla="*/ 833 h 42"/>
                  <a:gd name="T6" fmla="*/ 2360 w 72"/>
                  <a:gd name="T7" fmla="*/ 401 h 42"/>
                  <a:gd name="T8" fmla="*/ 2243 w 72"/>
                  <a:gd name="T9" fmla="*/ 0 h 42"/>
                  <a:gd name="T10" fmla="*/ 0 w 72"/>
                  <a:gd name="T11" fmla="*/ 160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42">
                    <a:moveTo>
                      <a:pt x="0" y="31"/>
                    </a:moveTo>
                    <a:cubicBezTo>
                      <a:pt x="1" y="34"/>
                      <a:pt x="2" y="37"/>
                      <a:pt x="2" y="41"/>
                    </a:cubicBezTo>
                    <a:cubicBezTo>
                      <a:pt x="2" y="42"/>
                      <a:pt x="72" y="16"/>
                      <a:pt x="72" y="16"/>
                    </a:cubicBezTo>
                    <a:cubicBezTo>
                      <a:pt x="71" y="14"/>
                      <a:pt x="69" y="11"/>
                      <a:pt x="68" y="8"/>
                    </a:cubicBezTo>
                    <a:cubicBezTo>
                      <a:pt x="67" y="6"/>
                      <a:pt x="66" y="3"/>
                      <a:pt x="65" y="0"/>
                    </a:cubicBezTo>
                    <a:cubicBezTo>
                      <a:pt x="65" y="0"/>
                      <a:pt x="0" y="30"/>
                      <a:pt x="0" y="3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2" name="Freeform 3797">
                <a:extLst>
                  <a:ext uri="{FF2B5EF4-FFF2-40B4-BE49-F238E27FC236}">
                    <a16:creationId xmlns:a16="http://schemas.microsoft.com/office/drawing/2014/main" id="{2E452B04-0EB0-463A-9C03-AA408C9E5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50"/>
                <a:ext cx="151" cy="217"/>
              </a:xfrm>
              <a:custGeom>
                <a:avLst/>
                <a:gdLst>
                  <a:gd name="T0" fmla="*/ 2258 w 83"/>
                  <a:gd name="T1" fmla="*/ 5534 h 112"/>
                  <a:gd name="T2" fmla="*/ 391 w 83"/>
                  <a:gd name="T3" fmla="*/ 3668 h 112"/>
                  <a:gd name="T4" fmla="*/ 759 w 83"/>
                  <a:gd name="T5" fmla="*/ 380 h 112"/>
                  <a:gd name="T6" fmla="*/ 2609 w 83"/>
                  <a:gd name="T7" fmla="*/ 2271 h 112"/>
                  <a:gd name="T8" fmla="*/ 2258 w 83"/>
                  <a:gd name="T9" fmla="*/ 5534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62" y="105"/>
                    </a:moveTo>
                    <a:cubicBezTo>
                      <a:pt x="45" y="112"/>
                      <a:pt x="22" y="96"/>
                      <a:pt x="11" y="69"/>
                    </a:cubicBezTo>
                    <a:cubicBezTo>
                      <a:pt x="0" y="42"/>
                      <a:pt x="4" y="14"/>
                      <a:pt x="21" y="7"/>
                    </a:cubicBezTo>
                    <a:cubicBezTo>
                      <a:pt x="38" y="0"/>
                      <a:pt x="61" y="16"/>
                      <a:pt x="72" y="43"/>
                    </a:cubicBezTo>
                    <a:cubicBezTo>
                      <a:pt x="83" y="70"/>
                      <a:pt x="78" y="98"/>
                      <a:pt x="62" y="105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3" name="Freeform 3798">
                <a:extLst>
                  <a:ext uri="{FF2B5EF4-FFF2-40B4-BE49-F238E27FC236}">
                    <a16:creationId xmlns:a16="http://schemas.microsoft.com/office/drawing/2014/main" id="{DC8E0F27-5CD4-48FC-AA3F-36F8EE431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972"/>
                <a:ext cx="124" cy="79"/>
              </a:xfrm>
              <a:custGeom>
                <a:avLst/>
                <a:gdLst>
                  <a:gd name="T0" fmla="*/ 2329 w 69"/>
                  <a:gd name="T1" fmla="*/ 549 h 41"/>
                  <a:gd name="T2" fmla="*/ 2252 w 69"/>
                  <a:gd name="T3" fmla="*/ 56 h 41"/>
                  <a:gd name="T4" fmla="*/ 0 w 69"/>
                  <a:gd name="T5" fmla="*/ 1222 h 41"/>
                  <a:gd name="T6" fmla="*/ 133 w 69"/>
                  <a:gd name="T7" fmla="*/ 1638 h 41"/>
                  <a:gd name="T8" fmla="*/ 239 w 69"/>
                  <a:gd name="T9" fmla="*/ 2098 h 41"/>
                  <a:gd name="T10" fmla="*/ 2329 w 69"/>
                  <a:gd name="T11" fmla="*/ 549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41">
                    <a:moveTo>
                      <a:pt x="69" y="11"/>
                    </a:moveTo>
                    <a:cubicBezTo>
                      <a:pt x="68" y="8"/>
                      <a:pt x="68" y="4"/>
                      <a:pt x="67" y="1"/>
                    </a:cubicBezTo>
                    <a:cubicBezTo>
                      <a:pt x="67" y="0"/>
                      <a:pt x="0" y="24"/>
                      <a:pt x="0" y="24"/>
                    </a:cubicBezTo>
                    <a:cubicBezTo>
                      <a:pt x="1" y="27"/>
                      <a:pt x="3" y="30"/>
                      <a:pt x="4" y="32"/>
                    </a:cubicBezTo>
                    <a:cubicBezTo>
                      <a:pt x="5" y="35"/>
                      <a:pt x="6" y="38"/>
                      <a:pt x="7" y="41"/>
                    </a:cubicBezTo>
                    <a:cubicBezTo>
                      <a:pt x="7" y="41"/>
                      <a:pt x="69" y="12"/>
                      <a:pt x="69" y="1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4" name="Freeform 3799">
                <a:extLst>
                  <a:ext uri="{FF2B5EF4-FFF2-40B4-BE49-F238E27FC236}">
                    <a16:creationId xmlns:a16="http://schemas.microsoft.com/office/drawing/2014/main" id="{813A4FCF-C17C-423F-A4C5-8AA79B87C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906"/>
                <a:ext cx="201" cy="160"/>
              </a:xfrm>
              <a:custGeom>
                <a:avLst/>
                <a:gdLst>
                  <a:gd name="T0" fmla="*/ 3656 w 111"/>
                  <a:gd name="T1" fmla="*/ 3188 h 83"/>
                  <a:gd name="T2" fmla="*/ 2401 w 111"/>
                  <a:gd name="T3" fmla="*/ 549 h 83"/>
                  <a:gd name="T4" fmla="*/ 214 w 111"/>
                  <a:gd name="T5" fmla="*/ 1118 h 83"/>
                  <a:gd name="T6" fmla="*/ 1516 w 111"/>
                  <a:gd name="T7" fmla="*/ 3705 h 83"/>
                  <a:gd name="T8" fmla="*/ 3656 w 111"/>
                  <a:gd name="T9" fmla="*/ 3188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83">
                    <a:moveTo>
                      <a:pt x="104" y="62"/>
                    </a:moveTo>
                    <a:cubicBezTo>
                      <a:pt x="111" y="45"/>
                      <a:pt x="95" y="23"/>
                      <a:pt x="68" y="11"/>
                    </a:cubicBezTo>
                    <a:cubicBezTo>
                      <a:pt x="41" y="0"/>
                      <a:pt x="13" y="5"/>
                      <a:pt x="6" y="22"/>
                    </a:cubicBezTo>
                    <a:cubicBezTo>
                      <a:pt x="0" y="38"/>
                      <a:pt x="16" y="61"/>
                      <a:pt x="43" y="72"/>
                    </a:cubicBezTo>
                    <a:cubicBezTo>
                      <a:pt x="70" y="83"/>
                      <a:pt x="97" y="79"/>
                      <a:pt x="104" y="62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5" name="Freeform 3800">
                <a:extLst>
                  <a:ext uri="{FF2B5EF4-FFF2-40B4-BE49-F238E27FC236}">
                    <a16:creationId xmlns:a16="http://schemas.microsoft.com/office/drawing/2014/main" id="{9A3EE9CF-44FA-42EC-8DEE-184E9BDE3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037"/>
                <a:ext cx="48" cy="85"/>
              </a:xfrm>
              <a:custGeom>
                <a:avLst/>
                <a:gdLst>
                  <a:gd name="T0" fmla="*/ 37 w 27"/>
                  <a:gd name="T1" fmla="*/ 1826 h 44"/>
                  <a:gd name="T2" fmla="*/ 247 w 27"/>
                  <a:gd name="T3" fmla="*/ 2227 h 44"/>
                  <a:gd name="T4" fmla="*/ 846 w 27"/>
                  <a:gd name="T5" fmla="*/ 373 h 44"/>
                  <a:gd name="T6" fmla="*/ 601 w 27"/>
                  <a:gd name="T7" fmla="*/ 209 h 44"/>
                  <a:gd name="T8" fmla="*/ 361 w 27"/>
                  <a:gd name="T9" fmla="*/ 0 h 44"/>
                  <a:gd name="T10" fmla="*/ 37 w 27"/>
                  <a:gd name="T11" fmla="*/ 1826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4">
                    <a:moveTo>
                      <a:pt x="1" y="35"/>
                    </a:moveTo>
                    <a:cubicBezTo>
                      <a:pt x="3" y="38"/>
                      <a:pt x="6" y="40"/>
                      <a:pt x="8" y="43"/>
                    </a:cubicBezTo>
                    <a:cubicBezTo>
                      <a:pt x="9" y="44"/>
                      <a:pt x="27" y="7"/>
                      <a:pt x="27" y="7"/>
                    </a:cubicBezTo>
                    <a:cubicBezTo>
                      <a:pt x="24" y="6"/>
                      <a:pt x="22" y="5"/>
                      <a:pt x="19" y="4"/>
                    </a:cubicBezTo>
                    <a:cubicBezTo>
                      <a:pt x="16" y="3"/>
                      <a:pt x="13" y="2"/>
                      <a:pt x="11" y="0"/>
                    </a:cubicBezTo>
                    <a:cubicBezTo>
                      <a:pt x="11" y="0"/>
                      <a:pt x="0" y="34"/>
                      <a:pt x="1" y="35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6" name="Freeform 3801">
                <a:extLst>
                  <a:ext uri="{FF2B5EF4-FFF2-40B4-BE49-F238E27FC236}">
                    <a16:creationId xmlns:a16="http://schemas.microsoft.com/office/drawing/2014/main" id="{3E16D560-7693-4D83-8EAB-DA3C50354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437"/>
                <a:ext cx="203" cy="160"/>
              </a:xfrm>
              <a:custGeom>
                <a:avLst/>
                <a:gdLst>
                  <a:gd name="T0" fmla="*/ 3716 w 112"/>
                  <a:gd name="T1" fmla="*/ 3188 h 83"/>
                  <a:gd name="T2" fmla="*/ 1568 w 112"/>
                  <a:gd name="T3" fmla="*/ 3705 h 83"/>
                  <a:gd name="T4" fmla="*/ 263 w 112"/>
                  <a:gd name="T5" fmla="*/ 1058 h 83"/>
                  <a:gd name="T6" fmla="*/ 2447 w 112"/>
                  <a:gd name="T7" fmla="*/ 549 h 83"/>
                  <a:gd name="T8" fmla="*/ 3716 w 112"/>
                  <a:gd name="T9" fmla="*/ 3188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3">
                    <a:moveTo>
                      <a:pt x="105" y="62"/>
                    </a:moveTo>
                    <a:cubicBezTo>
                      <a:pt x="98" y="79"/>
                      <a:pt x="71" y="83"/>
                      <a:pt x="44" y="72"/>
                    </a:cubicBezTo>
                    <a:cubicBezTo>
                      <a:pt x="17" y="61"/>
                      <a:pt x="0" y="38"/>
                      <a:pt x="7" y="21"/>
                    </a:cubicBezTo>
                    <a:cubicBezTo>
                      <a:pt x="14" y="5"/>
                      <a:pt x="42" y="0"/>
                      <a:pt x="69" y="11"/>
                    </a:cubicBezTo>
                    <a:cubicBezTo>
                      <a:pt x="96" y="23"/>
                      <a:pt x="112" y="45"/>
                      <a:pt x="105" y="62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7" name="Freeform 3802">
                <a:extLst>
                  <a:ext uri="{FF2B5EF4-FFF2-40B4-BE49-F238E27FC236}">
                    <a16:creationId xmlns:a16="http://schemas.microsoft.com/office/drawing/2014/main" id="{6833C787-7D61-4DEC-9497-7D2AF2A8F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383"/>
                <a:ext cx="49" cy="83"/>
              </a:xfrm>
              <a:custGeom>
                <a:avLst/>
                <a:gdLst>
                  <a:gd name="T0" fmla="*/ 918 w 27"/>
                  <a:gd name="T1" fmla="*/ 401 h 43"/>
                  <a:gd name="T2" fmla="*/ 675 w 27"/>
                  <a:gd name="T3" fmla="*/ 56 h 43"/>
                  <a:gd name="T4" fmla="*/ 0 w 27"/>
                  <a:gd name="T5" fmla="*/ 1847 h 43"/>
                  <a:gd name="T6" fmla="*/ 294 w 27"/>
                  <a:gd name="T7" fmla="*/ 2011 h 43"/>
                  <a:gd name="T8" fmla="*/ 573 w 27"/>
                  <a:gd name="T9" fmla="*/ 2220 h 43"/>
                  <a:gd name="T10" fmla="*/ 918 w 27"/>
                  <a:gd name="T11" fmla="*/ 40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3">
                    <a:moveTo>
                      <a:pt x="26" y="8"/>
                    </a:moveTo>
                    <a:cubicBezTo>
                      <a:pt x="24" y="6"/>
                      <a:pt x="22" y="4"/>
                      <a:pt x="19" y="1"/>
                    </a:cubicBezTo>
                    <a:cubicBezTo>
                      <a:pt x="18" y="0"/>
                      <a:pt x="0" y="36"/>
                      <a:pt x="0" y="36"/>
                    </a:cubicBezTo>
                    <a:cubicBezTo>
                      <a:pt x="2" y="37"/>
                      <a:pt x="5" y="38"/>
                      <a:pt x="8" y="39"/>
                    </a:cubicBezTo>
                    <a:cubicBezTo>
                      <a:pt x="11" y="40"/>
                      <a:pt x="13" y="42"/>
                      <a:pt x="16" y="43"/>
                    </a:cubicBezTo>
                    <a:cubicBezTo>
                      <a:pt x="16" y="43"/>
                      <a:pt x="27" y="9"/>
                      <a:pt x="26" y="8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8" name="Freeform 3803">
                <a:extLst>
                  <a:ext uri="{FF2B5EF4-FFF2-40B4-BE49-F238E27FC236}">
                    <a16:creationId xmlns:a16="http://schemas.microsoft.com/office/drawing/2014/main" id="{96B91CF1-169F-4D86-B4A4-2D5D2F694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960"/>
                <a:ext cx="150" cy="216"/>
              </a:xfrm>
              <a:custGeom>
                <a:avLst/>
                <a:gdLst>
                  <a:gd name="T0" fmla="*/ 737 w 83"/>
                  <a:gd name="T1" fmla="*/ 5423 h 112"/>
                  <a:gd name="T2" fmla="*/ 2508 w 83"/>
                  <a:gd name="T3" fmla="*/ 3560 h 112"/>
                  <a:gd name="T4" fmla="*/ 2156 w 83"/>
                  <a:gd name="T5" fmla="*/ 372 h 112"/>
                  <a:gd name="T6" fmla="*/ 381 w 83"/>
                  <a:gd name="T7" fmla="*/ 2266 h 112"/>
                  <a:gd name="T8" fmla="*/ 737 w 83"/>
                  <a:gd name="T9" fmla="*/ 542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21" y="105"/>
                    </a:moveTo>
                    <a:cubicBezTo>
                      <a:pt x="38" y="112"/>
                      <a:pt x="61" y="96"/>
                      <a:pt x="72" y="69"/>
                    </a:cubicBezTo>
                    <a:cubicBezTo>
                      <a:pt x="83" y="42"/>
                      <a:pt x="79" y="14"/>
                      <a:pt x="62" y="7"/>
                    </a:cubicBezTo>
                    <a:cubicBezTo>
                      <a:pt x="45" y="0"/>
                      <a:pt x="22" y="17"/>
                      <a:pt x="11" y="44"/>
                    </a:cubicBezTo>
                    <a:cubicBezTo>
                      <a:pt x="0" y="71"/>
                      <a:pt x="5" y="98"/>
                      <a:pt x="21" y="105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9" name="Freeform 3804">
                <a:extLst>
                  <a:ext uri="{FF2B5EF4-FFF2-40B4-BE49-F238E27FC236}">
                    <a16:creationId xmlns:a16="http://schemas.microsoft.com/office/drawing/2014/main" id="{B143B592-D6FA-4EBA-AF24-E43D47C05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983"/>
                <a:ext cx="100" cy="184"/>
              </a:xfrm>
              <a:custGeom>
                <a:avLst/>
                <a:gdLst>
                  <a:gd name="T0" fmla="*/ 1455 w 55"/>
                  <a:gd name="T1" fmla="*/ 0 h 95"/>
                  <a:gd name="T2" fmla="*/ 1484 w 55"/>
                  <a:gd name="T3" fmla="*/ 2799 h 95"/>
                  <a:gd name="T4" fmla="*/ 0 w 55"/>
                  <a:gd name="T5" fmla="*/ 4685 h 95"/>
                  <a:gd name="T6" fmla="*/ 44 w 55"/>
                  <a:gd name="T7" fmla="*/ 4685 h 95"/>
                  <a:gd name="T8" fmla="*/ 1669 w 55"/>
                  <a:gd name="T9" fmla="*/ 2915 h 95"/>
                  <a:gd name="T10" fmla="*/ 1455 w 55"/>
                  <a:gd name="T11" fmla="*/ 0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95">
                    <a:moveTo>
                      <a:pt x="40" y="0"/>
                    </a:moveTo>
                    <a:cubicBezTo>
                      <a:pt x="48" y="11"/>
                      <a:pt x="49" y="33"/>
                      <a:pt x="41" y="53"/>
                    </a:cubicBezTo>
                    <a:cubicBezTo>
                      <a:pt x="32" y="75"/>
                      <a:pt x="15" y="89"/>
                      <a:pt x="0" y="89"/>
                    </a:cubicBezTo>
                    <a:cubicBezTo>
                      <a:pt x="0" y="89"/>
                      <a:pt x="1" y="89"/>
                      <a:pt x="1" y="89"/>
                    </a:cubicBezTo>
                    <a:cubicBezTo>
                      <a:pt x="16" y="95"/>
                      <a:pt x="35" y="80"/>
                      <a:pt x="46" y="55"/>
                    </a:cubicBezTo>
                    <a:cubicBezTo>
                      <a:pt x="55" y="32"/>
                      <a:pt x="53" y="7"/>
                      <a:pt x="40" y="0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0" name="Freeform 3805">
                <a:extLst>
                  <a:ext uri="{FF2B5EF4-FFF2-40B4-BE49-F238E27FC236}">
                    <a16:creationId xmlns:a16="http://schemas.microsoft.com/office/drawing/2014/main" id="{5095313B-4900-434E-BDF1-19D6B1060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968"/>
                <a:ext cx="107" cy="189"/>
              </a:xfrm>
              <a:custGeom>
                <a:avLst/>
                <a:gdLst>
                  <a:gd name="T0" fmla="*/ 573 w 59"/>
                  <a:gd name="T1" fmla="*/ 2162 h 98"/>
                  <a:gd name="T2" fmla="*/ 2002 w 59"/>
                  <a:gd name="T3" fmla="*/ 372 h 98"/>
                  <a:gd name="T4" fmla="*/ 2002 w 59"/>
                  <a:gd name="T5" fmla="*/ 372 h 98"/>
                  <a:gd name="T6" fmla="*/ 388 w 59"/>
                  <a:gd name="T7" fmla="*/ 2060 h 98"/>
                  <a:gd name="T8" fmla="*/ 667 w 59"/>
                  <a:gd name="T9" fmla="*/ 4991 h 98"/>
                  <a:gd name="T10" fmla="*/ 667 w 59"/>
                  <a:gd name="T11" fmla="*/ 4991 h 98"/>
                  <a:gd name="T12" fmla="*/ 573 w 59"/>
                  <a:gd name="T13" fmla="*/ 2162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8">
                    <a:moveTo>
                      <a:pt x="16" y="42"/>
                    </a:moveTo>
                    <a:cubicBezTo>
                      <a:pt x="24" y="23"/>
                      <a:pt x="43" y="7"/>
                      <a:pt x="56" y="7"/>
                    </a:cubicBezTo>
                    <a:cubicBezTo>
                      <a:pt x="59" y="7"/>
                      <a:pt x="59" y="8"/>
                      <a:pt x="56" y="7"/>
                    </a:cubicBezTo>
                    <a:cubicBezTo>
                      <a:pt x="41" y="0"/>
                      <a:pt x="21" y="15"/>
                      <a:pt x="11" y="40"/>
                    </a:cubicBezTo>
                    <a:cubicBezTo>
                      <a:pt x="0" y="65"/>
                      <a:pt x="3" y="91"/>
                      <a:pt x="19" y="97"/>
                    </a:cubicBezTo>
                    <a:cubicBezTo>
                      <a:pt x="19" y="98"/>
                      <a:pt x="18" y="97"/>
                      <a:pt x="19" y="97"/>
                    </a:cubicBezTo>
                    <a:cubicBezTo>
                      <a:pt x="5" y="83"/>
                      <a:pt x="8" y="62"/>
                      <a:pt x="16" y="42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1" name="Freeform 3806">
                <a:extLst>
                  <a:ext uri="{FF2B5EF4-FFF2-40B4-BE49-F238E27FC236}">
                    <a16:creationId xmlns:a16="http://schemas.microsoft.com/office/drawing/2014/main" id="{152FB35E-FE33-4C5E-9281-F74DD1BD9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981"/>
                <a:ext cx="125" cy="79"/>
              </a:xfrm>
              <a:custGeom>
                <a:avLst/>
                <a:gdLst>
                  <a:gd name="T0" fmla="*/ 78 w 69"/>
                  <a:gd name="T1" fmla="*/ 56 h 41"/>
                  <a:gd name="T2" fmla="*/ 0 w 69"/>
                  <a:gd name="T3" fmla="*/ 549 h 41"/>
                  <a:gd name="T4" fmla="*/ 2188 w 69"/>
                  <a:gd name="T5" fmla="*/ 2098 h 41"/>
                  <a:gd name="T6" fmla="*/ 2308 w 69"/>
                  <a:gd name="T7" fmla="*/ 1698 h 41"/>
                  <a:gd name="T8" fmla="*/ 2431 w 69"/>
                  <a:gd name="T9" fmla="*/ 1266 h 41"/>
                  <a:gd name="T10" fmla="*/ 78 w 69"/>
                  <a:gd name="T11" fmla="*/ 56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41">
                    <a:moveTo>
                      <a:pt x="2" y="1"/>
                    </a:moveTo>
                    <a:cubicBezTo>
                      <a:pt x="1" y="5"/>
                      <a:pt x="1" y="8"/>
                      <a:pt x="0" y="11"/>
                    </a:cubicBezTo>
                    <a:cubicBezTo>
                      <a:pt x="0" y="13"/>
                      <a:pt x="62" y="41"/>
                      <a:pt x="62" y="41"/>
                    </a:cubicBezTo>
                    <a:cubicBezTo>
                      <a:pt x="63" y="38"/>
                      <a:pt x="64" y="35"/>
                      <a:pt x="65" y="33"/>
                    </a:cubicBezTo>
                    <a:cubicBezTo>
                      <a:pt x="66" y="30"/>
                      <a:pt x="68" y="27"/>
                      <a:pt x="69" y="25"/>
                    </a:cubicBezTo>
                    <a:cubicBezTo>
                      <a:pt x="69" y="25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2" name="Freeform 3807">
                <a:extLst>
                  <a:ext uri="{FF2B5EF4-FFF2-40B4-BE49-F238E27FC236}">
                    <a16:creationId xmlns:a16="http://schemas.microsoft.com/office/drawing/2014/main" id="{C1DC45AE-F087-47E4-88B3-202AAB9B4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341"/>
                <a:ext cx="150" cy="216"/>
              </a:xfrm>
              <a:custGeom>
                <a:avLst/>
                <a:gdLst>
                  <a:gd name="T0" fmla="*/ 737 w 83"/>
                  <a:gd name="T1" fmla="*/ 5423 h 112"/>
                  <a:gd name="T2" fmla="*/ 381 w 83"/>
                  <a:gd name="T3" fmla="*/ 2216 h 112"/>
                  <a:gd name="T4" fmla="*/ 2156 w 83"/>
                  <a:gd name="T5" fmla="*/ 372 h 112"/>
                  <a:gd name="T6" fmla="*/ 2508 w 83"/>
                  <a:gd name="T7" fmla="*/ 3500 h 112"/>
                  <a:gd name="T8" fmla="*/ 737 w 83"/>
                  <a:gd name="T9" fmla="*/ 542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21" y="105"/>
                    </a:moveTo>
                    <a:cubicBezTo>
                      <a:pt x="4" y="98"/>
                      <a:pt x="0" y="70"/>
                      <a:pt x="11" y="43"/>
                    </a:cubicBezTo>
                    <a:cubicBezTo>
                      <a:pt x="22" y="16"/>
                      <a:pt x="45" y="0"/>
                      <a:pt x="62" y="7"/>
                    </a:cubicBezTo>
                    <a:cubicBezTo>
                      <a:pt x="78" y="14"/>
                      <a:pt x="83" y="41"/>
                      <a:pt x="72" y="68"/>
                    </a:cubicBezTo>
                    <a:cubicBezTo>
                      <a:pt x="61" y="95"/>
                      <a:pt x="38" y="112"/>
                      <a:pt x="21" y="105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3" name="Freeform 3808">
                <a:extLst>
                  <a:ext uri="{FF2B5EF4-FFF2-40B4-BE49-F238E27FC236}">
                    <a16:creationId xmlns:a16="http://schemas.microsoft.com/office/drawing/2014/main" id="{FC192367-3DB7-4D4A-9055-F04C03A24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456"/>
                <a:ext cx="128" cy="81"/>
              </a:xfrm>
              <a:custGeom>
                <a:avLst/>
                <a:gdLst>
                  <a:gd name="T0" fmla="*/ 2365 w 71"/>
                  <a:gd name="T1" fmla="*/ 2102 h 42"/>
                  <a:gd name="T2" fmla="*/ 2396 w 71"/>
                  <a:gd name="T3" fmla="*/ 1607 h 42"/>
                  <a:gd name="T4" fmla="*/ 240 w 71"/>
                  <a:gd name="T5" fmla="*/ 0 h 42"/>
                  <a:gd name="T6" fmla="*/ 133 w 71"/>
                  <a:gd name="T7" fmla="*/ 401 h 42"/>
                  <a:gd name="T8" fmla="*/ 0 w 71"/>
                  <a:gd name="T9" fmla="*/ 833 h 42"/>
                  <a:gd name="T10" fmla="*/ 2365 w 71"/>
                  <a:gd name="T11" fmla="*/ 210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42">
                    <a:moveTo>
                      <a:pt x="69" y="41"/>
                    </a:moveTo>
                    <a:cubicBezTo>
                      <a:pt x="69" y="38"/>
                      <a:pt x="70" y="35"/>
                      <a:pt x="70" y="31"/>
                    </a:cubicBezTo>
                    <a:cubicBezTo>
                      <a:pt x="71" y="30"/>
                      <a:pt x="7" y="0"/>
                      <a:pt x="7" y="0"/>
                    </a:cubicBezTo>
                    <a:cubicBezTo>
                      <a:pt x="6" y="3"/>
                      <a:pt x="5" y="6"/>
                      <a:pt x="4" y="8"/>
                    </a:cubicBezTo>
                    <a:cubicBezTo>
                      <a:pt x="3" y="11"/>
                      <a:pt x="1" y="14"/>
                      <a:pt x="0" y="16"/>
                    </a:cubicBezTo>
                    <a:cubicBezTo>
                      <a:pt x="0" y="16"/>
                      <a:pt x="68" y="42"/>
                      <a:pt x="69" y="4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4" name="Oval 3809">
                <a:extLst>
                  <a:ext uri="{FF2B5EF4-FFF2-40B4-BE49-F238E27FC236}">
                    <a16:creationId xmlns:a16="http://schemas.microsoft.com/office/drawing/2014/main" id="{C4DE760D-51FA-436F-A72C-40DD52B7A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5" y="1649"/>
                <a:ext cx="120" cy="205"/>
              </a:xfrm>
              <a:prstGeom prst="ellipse">
                <a:avLst/>
              </a:pr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165" name="Freeform 3810">
                <a:extLst>
                  <a:ext uri="{FF2B5EF4-FFF2-40B4-BE49-F238E27FC236}">
                    <a16:creationId xmlns:a16="http://schemas.microsoft.com/office/drawing/2014/main" id="{2044042A-21DE-493D-941C-82A012124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734"/>
                <a:ext cx="138" cy="33"/>
              </a:xfrm>
              <a:custGeom>
                <a:avLst/>
                <a:gdLst>
                  <a:gd name="T0" fmla="*/ 2687 w 76"/>
                  <a:gd name="T1" fmla="*/ 468 h 17"/>
                  <a:gd name="T2" fmla="*/ 2729 w 76"/>
                  <a:gd name="T3" fmla="*/ 0 h 17"/>
                  <a:gd name="T4" fmla="*/ 0 w 76"/>
                  <a:gd name="T5" fmla="*/ 169 h 17"/>
                  <a:gd name="T6" fmla="*/ 0 w 76"/>
                  <a:gd name="T7" fmla="*/ 468 h 17"/>
                  <a:gd name="T8" fmla="*/ 0 w 76"/>
                  <a:gd name="T9" fmla="*/ 800 h 17"/>
                  <a:gd name="T10" fmla="*/ 2729 w 76"/>
                  <a:gd name="T11" fmla="*/ 908 h 17"/>
                  <a:gd name="T12" fmla="*/ 2687 w 76"/>
                  <a:gd name="T13" fmla="*/ 46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17">
                    <a:moveTo>
                      <a:pt x="75" y="9"/>
                    </a:moveTo>
                    <a:cubicBezTo>
                      <a:pt x="75" y="6"/>
                      <a:pt x="75" y="3"/>
                      <a:pt x="76" y="0"/>
                    </a:cubicBezTo>
                    <a:cubicBezTo>
                      <a:pt x="76" y="0"/>
                      <a:pt x="0" y="2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0" y="11"/>
                      <a:pt x="0" y="13"/>
                      <a:pt x="0" y="15"/>
                    </a:cubicBezTo>
                    <a:cubicBezTo>
                      <a:pt x="0" y="16"/>
                      <a:pt x="76" y="17"/>
                      <a:pt x="76" y="17"/>
                    </a:cubicBezTo>
                    <a:cubicBezTo>
                      <a:pt x="75" y="14"/>
                      <a:pt x="75" y="12"/>
                      <a:pt x="75" y="9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6" name="Oval 3811">
                <a:extLst>
                  <a:ext uri="{FF2B5EF4-FFF2-40B4-BE49-F238E27FC236}">
                    <a16:creationId xmlns:a16="http://schemas.microsoft.com/office/drawing/2014/main" id="{22FBBBF8-1EA5-46B6-B82C-51FECDCAB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1651"/>
                <a:ext cx="117" cy="205"/>
              </a:xfrm>
              <a:prstGeom prst="ellipse">
                <a:avLst/>
              </a:pr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167" name="Freeform 3812">
                <a:extLst>
                  <a:ext uri="{FF2B5EF4-FFF2-40B4-BE49-F238E27FC236}">
                    <a16:creationId xmlns:a16="http://schemas.microsoft.com/office/drawing/2014/main" id="{580D6D7C-A82E-458A-858F-A5AB80785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736"/>
                <a:ext cx="140" cy="35"/>
              </a:xfrm>
              <a:custGeom>
                <a:avLst/>
                <a:gdLst>
                  <a:gd name="T0" fmla="*/ 0 w 77"/>
                  <a:gd name="T1" fmla="*/ 500 h 18"/>
                  <a:gd name="T2" fmla="*/ 0 w 77"/>
                  <a:gd name="T3" fmla="*/ 0 h 18"/>
                  <a:gd name="T4" fmla="*/ 2791 w 77"/>
                  <a:gd name="T5" fmla="*/ 228 h 18"/>
                  <a:gd name="T6" fmla="*/ 2791 w 77"/>
                  <a:gd name="T7" fmla="*/ 500 h 18"/>
                  <a:gd name="T8" fmla="*/ 2791 w 77"/>
                  <a:gd name="T9" fmla="*/ 756 h 18"/>
                  <a:gd name="T10" fmla="*/ 0 w 77"/>
                  <a:gd name="T11" fmla="*/ 972 h 18"/>
                  <a:gd name="T12" fmla="*/ 0 w 77"/>
                  <a:gd name="T13" fmla="*/ 50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8">
                    <a:moveTo>
                      <a:pt x="0" y="9"/>
                    </a:moveTo>
                    <a:cubicBezTo>
                      <a:pt x="0" y="6"/>
                      <a:pt x="0" y="3"/>
                      <a:pt x="0" y="0"/>
                    </a:cubicBezTo>
                    <a:cubicBezTo>
                      <a:pt x="0" y="0"/>
                      <a:pt x="77" y="3"/>
                      <a:pt x="77" y="4"/>
                    </a:cubicBezTo>
                    <a:cubicBezTo>
                      <a:pt x="77" y="5"/>
                      <a:pt x="77" y="7"/>
                      <a:pt x="77" y="9"/>
                    </a:cubicBezTo>
                    <a:cubicBezTo>
                      <a:pt x="77" y="11"/>
                      <a:pt x="77" y="12"/>
                      <a:pt x="77" y="14"/>
                    </a:cubicBezTo>
                    <a:cubicBezTo>
                      <a:pt x="77" y="15"/>
                      <a:pt x="0" y="18"/>
                      <a:pt x="0" y="18"/>
                    </a:cubicBezTo>
                    <a:cubicBezTo>
                      <a:pt x="0" y="15"/>
                      <a:pt x="0" y="12"/>
                      <a:pt x="0" y="9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8" name="Freeform 3813">
                <a:extLst>
                  <a:ext uri="{FF2B5EF4-FFF2-40B4-BE49-F238E27FC236}">
                    <a16:creationId xmlns:a16="http://schemas.microsoft.com/office/drawing/2014/main" id="{13B2B2AC-759B-48E3-A9FB-5F350018A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074"/>
                <a:ext cx="181" cy="195"/>
              </a:xfrm>
              <a:custGeom>
                <a:avLst/>
                <a:gdLst>
                  <a:gd name="T0" fmla="*/ 3046 w 100"/>
                  <a:gd name="T1" fmla="*/ 4555 h 101"/>
                  <a:gd name="T2" fmla="*/ 2568 w 100"/>
                  <a:gd name="T3" fmla="*/ 1390 h 101"/>
                  <a:gd name="T4" fmla="*/ 462 w 100"/>
                  <a:gd name="T5" fmla="*/ 672 h 101"/>
                  <a:gd name="T6" fmla="*/ 954 w 100"/>
                  <a:gd name="T7" fmla="*/ 3836 h 101"/>
                  <a:gd name="T8" fmla="*/ 3046 w 100"/>
                  <a:gd name="T9" fmla="*/ 4555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1">
                    <a:moveTo>
                      <a:pt x="87" y="88"/>
                    </a:moveTo>
                    <a:cubicBezTo>
                      <a:pt x="100" y="75"/>
                      <a:pt x="94" y="48"/>
                      <a:pt x="73" y="27"/>
                    </a:cubicBezTo>
                    <a:cubicBezTo>
                      <a:pt x="53" y="6"/>
                      <a:pt x="25" y="0"/>
                      <a:pt x="13" y="13"/>
                    </a:cubicBezTo>
                    <a:cubicBezTo>
                      <a:pt x="0" y="26"/>
                      <a:pt x="6" y="53"/>
                      <a:pt x="27" y="74"/>
                    </a:cubicBezTo>
                    <a:cubicBezTo>
                      <a:pt x="47" y="94"/>
                      <a:pt x="75" y="101"/>
                      <a:pt x="87" y="88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9" name="Freeform 3814">
                <a:extLst>
                  <a:ext uri="{FF2B5EF4-FFF2-40B4-BE49-F238E27FC236}">
                    <a16:creationId xmlns:a16="http://schemas.microsoft.com/office/drawing/2014/main" id="{4AD4A725-EA0F-44C2-B201-9E635DE01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090"/>
                <a:ext cx="108" cy="158"/>
              </a:xfrm>
              <a:custGeom>
                <a:avLst/>
                <a:gdLst>
                  <a:gd name="T0" fmla="*/ 1062 w 60"/>
                  <a:gd name="T1" fmla="*/ 3212 h 82"/>
                  <a:gd name="T2" fmla="*/ 641 w 60"/>
                  <a:gd name="T3" fmla="*/ 457 h 82"/>
                  <a:gd name="T4" fmla="*/ 1271 w 60"/>
                  <a:gd name="T5" fmla="*/ 164 h 82"/>
                  <a:gd name="T6" fmla="*/ 380 w 60"/>
                  <a:gd name="T7" fmla="*/ 341 h 82"/>
                  <a:gd name="T8" fmla="*/ 810 w 60"/>
                  <a:gd name="T9" fmla="*/ 3125 h 82"/>
                  <a:gd name="T10" fmla="*/ 2034 w 60"/>
                  <a:gd name="T11" fmla="*/ 4191 h 82"/>
                  <a:gd name="T12" fmla="*/ 1062 w 60"/>
                  <a:gd name="T13" fmla="*/ 3212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82">
                    <a:moveTo>
                      <a:pt x="31" y="63"/>
                    </a:moveTo>
                    <a:cubicBezTo>
                      <a:pt x="13" y="44"/>
                      <a:pt x="7" y="20"/>
                      <a:pt x="19" y="9"/>
                    </a:cubicBezTo>
                    <a:cubicBezTo>
                      <a:pt x="23" y="4"/>
                      <a:pt x="29" y="2"/>
                      <a:pt x="37" y="3"/>
                    </a:cubicBezTo>
                    <a:cubicBezTo>
                      <a:pt x="26" y="0"/>
                      <a:pt x="17" y="1"/>
                      <a:pt x="11" y="7"/>
                    </a:cubicBezTo>
                    <a:cubicBezTo>
                      <a:pt x="0" y="19"/>
                      <a:pt x="5" y="43"/>
                      <a:pt x="24" y="61"/>
                    </a:cubicBezTo>
                    <a:cubicBezTo>
                      <a:pt x="35" y="73"/>
                      <a:pt x="49" y="81"/>
                      <a:pt x="60" y="82"/>
                    </a:cubicBezTo>
                    <a:cubicBezTo>
                      <a:pt x="51" y="79"/>
                      <a:pt x="40" y="72"/>
                      <a:pt x="31" y="63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0" name="Freeform 3815">
                <a:extLst>
                  <a:ext uri="{FF2B5EF4-FFF2-40B4-BE49-F238E27FC236}">
                    <a16:creationId xmlns:a16="http://schemas.microsoft.com/office/drawing/2014/main" id="{553ECFD8-62BB-4CB4-8D14-0A9CD663E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203"/>
                <a:ext cx="92" cy="107"/>
              </a:xfrm>
              <a:custGeom>
                <a:avLst/>
                <a:gdLst>
                  <a:gd name="T0" fmla="*/ 41 w 51"/>
                  <a:gd name="T1" fmla="*/ 2335 h 55"/>
                  <a:gd name="T2" fmla="*/ 170 w 51"/>
                  <a:gd name="T3" fmla="*/ 2922 h 55"/>
                  <a:gd name="T4" fmla="*/ 1753 w 51"/>
                  <a:gd name="T5" fmla="*/ 648 h 55"/>
                  <a:gd name="T6" fmla="*/ 1542 w 51"/>
                  <a:gd name="T7" fmla="*/ 389 h 55"/>
                  <a:gd name="T8" fmla="*/ 1331 w 51"/>
                  <a:gd name="T9" fmla="*/ 0 h 55"/>
                  <a:gd name="T10" fmla="*/ 41 w 51"/>
                  <a:gd name="T11" fmla="*/ 2335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5">
                    <a:moveTo>
                      <a:pt x="1" y="43"/>
                    </a:moveTo>
                    <a:cubicBezTo>
                      <a:pt x="2" y="46"/>
                      <a:pt x="4" y="50"/>
                      <a:pt x="5" y="54"/>
                    </a:cubicBezTo>
                    <a:cubicBezTo>
                      <a:pt x="6" y="55"/>
                      <a:pt x="51" y="12"/>
                      <a:pt x="51" y="12"/>
                    </a:cubicBezTo>
                    <a:cubicBezTo>
                      <a:pt x="49" y="11"/>
                      <a:pt x="47" y="9"/>
                      <a:pt x="45" y="7"/>
                    </a:cubicBezTo>
                    <a:cubicBezTo>
                      <a:pt x="43" y="4"/>
                      <a:pt x="41" y="2"/>
                      <a:pt x="39" y="0"/>
                    </a:cubicBezTo>
                    <a:cubicBezTo>
                      <a:pt x="39" y="0"/>
                      <a:pt x="0" y="42"/>
                      <a:pt x="1" y="43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1" name="Freeform 3816">
                <a:extLst>
                  <a:ext uri="{FF2B5EF4-FFF2-40B4-BE49-F238E27FC236}">
                    <a16:creationId xmlns:a16="http://schemas.microsoft.com/office/drawing/2014/main" id="{CD2A753C-E8E0-4306-969D-1B47FF091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236"/>
                <a:ext cx="183" cy="195"/>
              </a:xfrm>
              <a:custGeom>
                <a:avLst/>
                <a:gdLst>
                  <a:gd name="T0" fmla="*/ 3106 w 101"/>
                  <a:gd name="T1" fmla="*/ 4555 h 101"/>
                  <a:gd name="T2" fmla="*/ 958 w 101"/>
                  <a:gd name="T3" fmla="*/ 3836 h 101"/>
                  <a:gd name="T4" fmla="*/ 462 w 101"/>
                  <a:gd name="T5" fmla="*/ 672 h 101"/>
                  <a:gd name="T6" fmla="*/ 2616 w 101"/>
                  <a:gd name="T7" fmla="*/ 1390 h 101"/>
                  <a:gd name="T8" fmla="*/ 3106 w 101"/>
                  <a:gd name="T9" fmla="*/ 4555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88" y="88"/>
                    </a:moveTo>
                    <a:cubicBezTo>
                      <a:pt x="75" y="101"/>
                      <a:pt x="48" y="94"/>
                      <a:pt x="27" y="74"/>
                    </a:cubicBezTo>
                    <a:cubicBezTo>
                      <a:pt x="7" y="53"/>
                      <a:pt x="0" y="26"/>
                      <a:pt x="13" y="13"/>
                    </a:cubicBezTo>
                    <a:cubicBezTo>
                      <a:pt x="26" y="0"/>
                      <a:pt x="53" y="6"/>
                      <a:pt x="74" y="27"/>
                    </a:cubicBezTo>
                    <a:cubicBezTo>
                      <a:pt x="95" y="48"/>
                      <a:pt x="101" y="75"/>
                      <a:pt x="88" y="88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2" name="Freeform 3817">
                <a:extLst>
                  <a:ext uri="{FF2B5EF4-FFF2-40B4-BE49-F238E27FC236}">
                    <a16:creationId xmlns:a16="http://schemas.microsoft.com/office/drawing/2014/main" id="{915C1C89-28D0-49D6-ADE8-0D5232E9D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198"/>
                <a:ext cx="94" cy="104"/>
              </a:xfrm>
              <a:custGeom>
                <a:avLst/>
                <a:gdLst>
                  <a:gd name="T0" fmla="*/ 1772 w 52"/>
                  <a:gd name="T1" fmla="*/ 508 h 54"/>
                  <a:gd name="T2" fmla="*/ 1643 w 52"/>
                  <a:gd name="T3" fmla="*/ 56 h 54"/>
                  <a:gd name="T4" fmla="*/ 0 w 52"/>
                  <a:gd name="T5" fmla="*/ 2092 h 54"/>
                  <a:gd name="T6" fmla="*/ 255 w 52"/>
                  <a:gd name="T7" fmla="*/ 2407 h 54"/>
                  <a:gd name="T8" fmla="*/ 461 w 52"/>
                  <a:gd name="T9" fmla="*/ 2748 h 54"/>
                  <a:gd name="T10" fmla="*/ 1772 w 52"/>
                  <a:gd name="T11" fmla="*/ 508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4">
                    <a:moveTo>
                      <a:pt x="51" y="10"/>
                    </a:moveTo>
                    <a:cubicBezTo>
                      <a:pt x="50" y="7"/>
                      <a:pt x="49" y="4"/>
                      <a:pt x="47" y="1"/>
                    </a:cubicBezTo>
                    <a:cubicBezTo>
                      <a:pt x="47" y="0"/>
                      <a:pt x="0" y="41"/>
                      <a:pt x="0" y="41"/>
                    </a:cubicBezTo>
                    <a:cubicBezTo>
                      <a:pt x="3" y="43"/>
                      <a:pt x="5" y="45"/>
                      <a:pt x="7" y="47"/>
                    </a:cubicBezTo>
                    <a:cubicBezTo>
                      <a:pt x="9" y="49"/>
                      <a:pt x="11" y="51"/>
                      <a:pt x="13" y="54"/>
                    </a:cubicBezTo>
                    <a:cubicBezTo>
                      <a:pt x="13" y="54"/>
                      <a:pt x="52" y="12"/>
                      <a:pt x="51" y="10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3" name="Freeform 3818">
                <a:extLst>
                  <a:ext uri="{FF2B5EF4-FFF2-40B4-BE49-F238E27FC236}">
                    <a16:creationId xmlns:a16="http://schemas.microsoft.com/office/drawing/2014/main" id="{909194E8-5B18-4811-A21E-51BBA9A51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240"/>
                <a:ext cx="182" cy="193"/>
              </a:xfrm>
              <a:custGeom>
                <a:avLst/>
                <a:gdLst>
                  <a:gd name="T0" fmla="*/ 432 w 101"/>
                  <a:gd name="T1" fmla="*/ 4551 h 100"/>
                  <a:gd name="T2" fmla="*/ 2526 w 101"/>
                  <a:gd name="T3" fmla="*/ 3773 h 100"/>
                  <a:gd name="T4" fmla="*/ 3026 w 101"/>
                  <a:gd name="T5" fmla="*/ 666 h 100"/>
                  <a:gd name="T6" fmla="*/ 932 w 101"/>
                  <a:gd name="T7" fmla="*/ 1386 h 100"/>
                  <a:gd name="T8" fmla="*/ 432 w 101"/>
                  <a:gd name="T9" fmla="*/ 4551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0">
                    <a:moveTo>
                      <a:pt x="13" y="88"/>
                    </a:moveTo>
                    <a:cubicBezTo>
                      <a:pt x="26" y="100"/>
                      <a:pt x="53" y="94"/>
                      <a:pt x="74" y="73"/>
                    </a:cubicBezTo>
                    <a:cubicBezTo>
                      <a:pt x="94" y="53"/>
                      <a:pt x="101" y="25"/>
                      <a:pt x="88" y="13"/>
                    </a:cubicBezTo>
                    <a:cubicBezTo>
                      <a:pt x="75" y="0"/>
                      <a:pt x="48" y="6"/>
                      <a:pt x="27" y="27"/>
                    </a:cubicBezTo>
                    <a:cubicBezTo>
                      <a:pt x="6" y="47"/>
                      <a:pt x="0" y="75"/>
                      <a:pt x="13" y="88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4" name="Freeform 3819">
                <a:extLst>
                  <a:ext uri="{FF2B5EF4-FFF2-40B4-BE49-F238E27FC236}">
                    <a16:creationId xmlns:a16="http://schemas.microsoft.com/office/drawing/2014/main" id="{96E47F56-EBA6-41B5-8DAF-3F5CA86E3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201"/>
                <a:ext cx="92" cy="103"/>
              </a:xfrm>
              <a:custGeom>
                <a:avLst/>
                <a:gdLst>
                  <a:gd name="T0" fmla="*/ 170 w 51"/>
                  <a:gd name="T1" fmla="*/ 60 h 53"/>
                  <a:gd name="T2" fmla="*/ 41 w 51"/>
                  <a:gd name="T3" fmla="*/ 585 h 53"/>
                  <a:gd name="T4" fmla="*/ 1315 w 51"/>
                  <a:gd name="T5" fmla="*/ 2855 h 53"/>
                  <a:gd name="T6" fmla="*/ 1513 w 51"/>
                  <a:gd name="T7" fmla="*/ 2526 h 53"/>
                  <a:gd name="T8" fmla="*/ 1753 w 51"/>
                  <a:gd name="T9" fmla="*/ 2210 h 53"/>
                  <a:gd name="T10" fmla="*/ 170 w 51"/>
                  <a:gd name="T11" fmla="*/ 6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5" y="1"/>
                    </a:moveTo>
                    <a:cubicBezTo>
                      <a:pt x="4" y="4"/>
                      <a:pt x="2" y="7"/>
                      <a:pt x="1" y="11"/>
                    </a:cubicBezTo>
                    <a:cubicBezTo>
                      <a:pt x="0" y="12"/>
                      <a:pt x="38" y="53"/>
                      <a:pt x="38" y="53"/>
                    </a:cubicBezTo>
                    <a:cubicBezTo>
                      <a:pt x="40" y="51"/>
                      <a:pt x="42" y="49"/>
                      <a:pt x="44" y="47"/>
                    </a:cubicBezTo>
                    <a:cubicBezTo>
                      <a:pt x="46" y="45"/>
                      <a:pt x="48" y="43"/>
                      <a:pt x="51" y="41"/>
                    </a:cubicBezTo>
                    <a:cubicBezTo>
                      <a:pt x="51" y="41"/>
                      <a:pt x="6" y="0"/>
                      <a:pt x="5" y="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5" name="Freeform 3820">
                <a:extLst>
                  <a:ext uri="{FF2B5EF4-FFF2-40B4-BE49-F238E27FC236}">
                    <a16:creationId xmlns:a16="http://schemas.microsoft.com/office/drawing/2014/main" id="{4B5764E6-3BC0-43B2-AECD-B84F268B5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070"/>
                <a:ext cx="182" cy="195"/>
              </a:xfrm>
              <a:custGeom>
                <a:avLst/>
                <a:gdLst>
                  <a:gd name="T0" fmla="*/ 432 w 101"/>
                  <a:gd name="T1" fmla="*/ 4555 h 101"/>
                  <a:gd name="T2" fmla="*/ 932 w 101"/>
                  <a:gd name="T3" fmla="*/ 1390 h 101"/>
                  <a:gd name="T4" fmla="*/ 3026 w 101"/>
                  <a:gd name="T5" fmla="*/ 672 h 101"/>
                  <a:gd name="T6" fmla="*/ 2526 w 101"/>
                  <a:gd name="T7" fmla="*/ 3836 h 101"/>
                  <a:gd name="T8" fmla="*/ 432 w 101"/>
                  <a:gd name="T9" fmla="*/ 4555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13" y="88"/>
                    </a:moveTo>
                    <a:cubicBezTo>
                      <a:pt x="0" y="75"/>
                      <a:pt x="6" y="48"/>
                      <a:pt x="27" y="27"/>
                    </a:cubicBezTo>
                    <a:cubicBezTo>
                      <a:pt x="48" y="7"/>
                      <a:pt x="75" y="0"/>
                      <a:pt x="88" y="13"/>
                    </a:cubicBezTo>
                    <a:cubicBezTo>
                      <a:pt x="101" y="26"/>
                      <a:pt x="94" y="53"/>
                      <a:pt x="74" y="74"/>
                    </a:cubicBezTo>
                    <a:cubicBezTo>
                      <a:pt x="53" y="94"/>
                      <a:pt x="26" y="101"/>
                      <a:pt x="13" y="88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6" name="Freeform 3821">
                <a:extLst>
                  <a:ext uri="{FF2B5EF4-FFF2-40B4-BE49-F238E27FC236}">
                    <a16:creationId xmlns:a16="http://schemas.microsoft.com/office/drawing/2014/main" id="{FF41D139-411D-42BF-8A7E-98B1AB142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086"/>
                <a:ext cx="96" cy="158"/>
              </a:xfrm>
              <a:custGeom>
                <a:avLst/>
                <a:gdLst>
                  <a:gd name="T0" fmla="*/ 1444 w 53"/>
                  <a:gd name="T1" fmla="*/ 401 h 82"/>
                  <a:gd name="T2" fmla="*/ 647 w 53"/>
                  <a:gd name="T3" fmla="*/ 108 h 82"/>
                  <a:gd name="T4" fmla="*/ 1208 w 53"/>
                  <a:gd name="T5" fmla="*/ 457 h 82"/>
                  <a:gd name="T6" fmla="*/ 703 w 53"/>
                  <a:gd name="T7" fmla="*/ 3374 h 82"/>
                  <a:gd name="T8" fmla="*/ 0 w 53"/>
                  <a:gd name="T9" fmla="*/ 4191 h 82"/>
                  <a:gd name="T10" fmla="*/ 991 w 53"/>
                  <a:gd name="T11" fmla="*/ 3212 h 82"/>
                  <a:gd name="T12" fmla="*/ 1444 w 53"/>
                  <a:gd name="T13" fmla="*/ 401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82">
                    <a:moveTo>
                      <a:pt x="41" y="8"/>
                    </a:moveTo>
                    <a:cubicBezTo>
                      <a:pt x="35" y="2"/>
                      <a:pt x="27" y="0"/>
                      <a:pt x="18" y="2"/>
                    </a:cubicBezTo>
                    <a:cubicBezTo>
                      <a:pt x="24" y="2"/>
                      <a:pt x="30" y="5"/>
                      <a:pt x="34" y="9"/>
                    </a:cubicBezTo>
                    <a:cubicBezTo>
                      <a:pt x="46" y="21"/>
                      <a:pt x="40" y="47"/>
                      <a:pt x="20" y="66"/>
                    </a:cubicBezTo>
                    <a:cubicBezTo>
                      <a:pt x="14" y="72"/>
                      <a:pt x="6" y="78"/>
                      <a:pt x="0" y="82"/>
                    </a:cubicBezTo>
                    <a:cubicBezTo>
                      <a:pt x="9" y="79"/>
                      <a:pt x="20" y="71"/>
                      <a:pt x="28" y="63"/>
                    </a:cubicBezTo>
                    <a:cubicBezTo>
                      <a:pt x="47" y="44"/>
                      <a:pt x="53" y="20"/>
                      <a:pt x="41" y="8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7" name="Freeform 3822">
                <a:extLst>
                  <a:ext uri="{FF2B5EF4-FFF2-40B4-BE49-F238E27FC236}">
                    <a16:creationId xmlns:a16="http://schemas.microsoft.com/office/drawing/2014/main" id="{4A898A06-E918-455D-80B8-9C87C5D42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092"/>
                <a:ext cx="99" cy="158"/>
              </a:xfrm>
              <a:custGeom>
                <a:avLst/>
                <a:gdLst>
                  <a:gd name="T0" fmla="*/ 758 w 55"/>
                  <a:gd name="T1" fmla="*/ 3805 h 82"/>
                  <a:gd name="T2" fmla="*/ 1114 w 55"/>
                  <a:gd name="T3" fmla="*/ 832 h 82"/>
                  <a:gd name="T4" fmla="*/ 1773 w 55"/>
                  <a:gd name="T5" fmla="*/ 56 h 82"/>
                  <a:gd name="T6" fmla="*/ 1773 w 55"/>
                  <a:gd name="T7" fmla="*/ 56 h 82"/>
                  <a:gd name="T8" fmla="*/ 1705 w 55"/>
                  <a:gd name="T9" fmla="*/ 56 h 82"/>
                  <a:gd name="T10" fmla="*/ 851 w 55"/>
                  <a:gd name="T11" fmla="*/ 925 h 82"/>
                  <a:gd name="T12" fmla="*/ 421 w 55"/>
                  <a:gd name="T13" fmla="*/ 3850 h 82"/>
                  <a:gd name="T14" fmla="*/ 1183 w 55"/>
                  <a:gd name="T15" fmla="*/ 4091 h 82"/>
                  <a:gd name="T16" fmla="*/ 758 w 55"/>
                  <a:gd name="T17" fmla="*/ 3805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82">
                    <a:moveTo>
                      <a:pt x="22" y="74"/>
                    </a:moveTo>
                    <a:cubicBezTo>
                      <a:pt x="10" y="62"/>
                      <a:pt x="13" y="36"/>
                      <a:pt x="33" y="16"/>
                    </a:cubicBezTo>
                    <a:cubicBezTo>
                      <a:pt x="39" y="10"/>
                      <a:pt x="45" y="5"/>
                      <a:pt x="52" y="1"/>
                    </a:cubicBezTo>
                    <a:cubicBezTo>
                      <a:pt x="53" y="0"/>
                      <a:pt x="55" y="0"/>
                      <a:pt x="52" y="1"/>
                    </a:cubicBezTo>
                    <a:cubicBezTo>
                      <a:pt x="51" y="1"/>
                      <a:pt x="51" y="1"/>
                      <a:pt x="50" y="1"/>
                    </a:cubicBezTo>
                    <a:cubicBezTo>
                      <a:pt x="42" y="5"/>
                      <a:pt x="33" y="10"/>
                      <a:pt x="25" y="18"/>
                    </a:cubicBezTo>
                    <a:cubicBezTo>
                      <a:pt x="6" y="37"/>
                      <a:pt x="0" y="63"/>
                      <a:pt x="12" y="75"/>
                    </a:cubicBezTo>
                    <a:cubicBezTo>
                      <a:pt x="17" y="80"/>
                      <a:pt x="25" y="82"/>
                      <a:pt x="35" y="80"/>
                    </a:cubicBezTo>
                    <a:cubicBezTo>
                      <a:pt x="30" y="80"/>
                      <a:pt x="25" y="78"/>
                      <a:pt x="22" y="74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8" name="Freeform 3823">
                <a:extLst>
                  <a:ext uri="{FF2B5EF4-FFF2-40B4-BE49-F238E27FC236}">
                    <a16:creationId xmlns:a16="http://schemas.microsoft.com/office/drawing/2014/main" id="{B0439CE0-7D49-4949-BEF6-586030865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200"/>
                <a:ext cx="90" cy="102"/>
              </a:xfrm>
              <a:custGeom>
                <a:avLst/>
                <a:gdLst>
                  <a:gd name="T0" fmla="*/ 1562 w 50"/>
                  <a:gd name="T1" fmla="*/ 2637 h 53"/>
                  <a:gd name="T2" fmla="*/ 1705 w 50"/>
                  <a:gd name="T3" fmla="*/ 2252 h 53"/>
                  <a:gd name="T4" fmla="*/ 421 w 50"/>
                  <a:gd name="T5" fmla="*/ 0 h 53"/>
                  <a:gd name="T6" fmla="*/ 239 w 50"/>
                  <a:gd name="T7" fmla="*/ 341 h 53"/>
                  <a:gd name="T8" fmla="*/ 0 w 50"/>
                  <a:gd name="T9" fmla="*/ 656 h 53"/>
                  <a:gd name="T10" fmla="*/ 1562 w 50"/>
                  <a:gd name="T11" fmla="*/ 2637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3">
                    <a:moveTo>
                      <a:pt x="46" y="52"/>
                    </a:moveTo>
                    <a:cubicBezTo>
                      <a:pt x="47" y="49"/>
                      <a:pt x="49" y="46"/>
                      <a:pt x="50" y="44"/>
                    </a:cubicBezTo>
                    <a:cubicBezTo>
                      <a:pt x="50" y="42"/>
                      <a:pt x="12" y="0"/>
                      <a:pt x="12" y="0"/>
                    </a:cubicBezTo>
                    <a:cubicBezTo>
                      <a:pt x="11" y="3"/>
                      <a:pt x="9" y="5"/>
                      <a:pt x="7" y="7"/>
                    </a:cubicBezTo>
                    <a:cubicBezTo>
                      <a:pt x="5" y="9"/>
                      <a:pt x="2" y="11"/>
                      <a:pt x="0" y="13"/>
                    </a:cubicBezTo>
                    <a:cubicBezTo>
                      <a:pt x="0" y="13"/>
                      <a:pt x="46" y="53"/>
                      <a:pt x="46" y="52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9" name="Freeform 3824">
                <a:extLst>
                  <a:ext uri="{FF2B5EF4-FFF2-40B4-BE49-F238E27FC236}">
                    <a16:creationId xmlns:a16="http://schemas.microsoft.com/office/drawing/2014/main" id="{458C9F70-1ABA-4730-9B0D-9B0D63E66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178"/>
                <a:ext cx="24" cy="25"/>
              </a:xfrm>
              <a:custGeom>
                <a:avLst/>
                <a:gdLst>
                  <a:gd name="T0" fmla="*/ 44 w 13"/>
                  <a:gd name="T1" fmla="*/ 400 h 13"/>
                  <a:gd name="T2" fmla="*/ 150 w 13"/>
                  <a:gd name="T3" fmla="*/ 56 h 13"/>
                  <a:gd name="T4" fmla="*/ 476 w 13"/>
                  <a:gd name="T5" fmla="*/ 208 h 13"/>
                  <a:gd name="T6" fmla="*/ 327 w 13"/>
                  <a:gd name="T7" fmla="*/ 602 h 13"/>
                  <a:gd name="T8" fmla="*/ 44 w 13"/>
                  <a:gd name="T9" fmla="*/ 40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" y="8"/>
                    </a:moveTo>
                    <a:cubicBezTo>
                      <a:pt x="0" y="6"/>
                      <a:pt x="1" y="2"/>
                      <a:pt x="4" y="1"/>
                    </a:cubicBezTo>
                    <a:cubicBezTo>
                      <a:pt x="7" y="0"/>
                      <a:pt x="10" y="1"/>
                      <a:pt x="12" y="4"/>
                    </a:cubicBezTo>
                    <a:cubicBezTo>
                      <a:pt x="13" y="7"/>
                      <a:pt x="11" y="10"/>
                      <a:pt x="8" y="12"/>
                    </a:cubicBezTo>
                    <a:cubicBezTo>
                      <a:pt x="5" y="13"/>
                      <a:pt x="2" y="11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0" name="Freeform 3825">
                <a:extLst>
                  <a:ext uri="{FF2B5EF4-FFF2-40B4-BE49-F238E27FC236}">
                    <a16:creationId xmlns:a16="http://schemas.microsoft.com/office/drawing/2014/main" id="{A869CEB8-5EA1-4D49-B162-7846B8DBD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161"/>
                <a:ext cx="16" cy="17"/>
              </a:xfrm>
              <a:custGeom>
                <a:avLst/>
                <a:gdLst>
                  <a:gd name="T0" fmla="*/ 37 w 9"/>
                  <a:gd name="T1" fmla="*/ 272 h 9"/>
                  <a:gd name="T2" fmla="*/ 89 w 9"/>
                  <a:gd name="T3" fmla="*/ 53 h 9"/>
                  <a:gd name="T4" fmla="*/ 247 w 9"/>
                  <a:gd name="T5" fmla="*/ 144 h 9"/>
                  <a:gd name="T6" fmla="*/ 203 w 9"/>
                  <a:gd name="T7" fmla="*/ 357 h 9"/>
                  <a:gd name="T8" fmla="*/ 37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4"/>
                      <a:pt x="1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ubicBezTo>
                      <a:pt x="4" y="9"/>
                      <a:pt x="2" y="8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1" name="Freeform 3826">
                <a:extLst>
                  <a:ext uri="{FF2B5EF4-FFF2-40B4-BE49-F238E27FC236}">
                    <a16:creationId xmlns:a16="http://schemas.microsoft.com/office/drawing/2014/main" id="{72DFB448-82AE-4C00-AA66-82CDCDA07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205"/>
                <a:ext cx="11" cy="12"/>
              </a:xfrm>
              <a:custGeom>
                <a:avLst/>
                <a:gdLst>
                  <a:gd name="T0" fmla="*/ 44 w 6"/>
                  <a:gd name="T1" fmla="*/ 256 h 6"/>
                  <a:gd name="T2" fmla="*/ 81 w 6"/>
                  <a:gd name="T3" fmla="*/ 64 h 6"/>
                  <a:gd name="T4" fmla="*/ 229 w 6"/>
                  <a:gd name="T5" fmla="*/ 128 h 6"/>
                  <a:gd name="T6" fmla="*/ 149 w 6"/>
                  <a:gd name="T7" fmla="*/ 384 h 6"/>
                  <a:gd name="T8" fmla="*/ 44 w 6"/>
                  <a:gd name="T9" fmla="*/ 2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ubicBezTo>
                      <a:pt x="3" y="6"/>
                      <a:pt x="2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2" name="Freeform 3827">
                <a:extLst>
                  <a:ext uri="{FF2B5EF4-FFF2-40B4-BE49-F238E27FC236}">
                    <a16:creationId xmlns:a16="http://schemas.microsoft.com/office/drawing/2014/main" id="{18F82EA2-05FD-46EF-AF02-576E615D7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207"/>
                <a:ext cx="76" cy="76"/>
              </a:xfrm>
              <a:custGeom>
                <a:avLst/>
                <a:gdLst>
                  <a:gd name="T0" fmla="*/ 0 w 42"/>
                  <a:gd name="T1" fmla="*/ 444 h 39"/>
                  <a:gd name="T2" fmla="*/ 308 w 42"/>
                  <a:gd name="T3" fmla="*/ 0 h 39"/>
                  <a:gd name="T4" fmla="*/ 1480 w 42"/>
                  <a:gd name="T5" fmla="*/ 2130 h 39"/>
                  <a:gd name="T6" fmla="*/ 308 w 42"/>
                  <a:gd name="T7" fmla="*/ 392 h 39"/>
                  <a:gd name="T8" fmla="*/ 0 w 42"/>
                  <a:gd name="T9" fmla="*/ 44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9">
                    <a:moveTo>
                      <a:pt x="0" y="8"/>
                    </a:moveTo>
                    <a:cubicBezTo>
                      <a:pt x="3" y="6"/>
                      <a:pt x="8" y="1"/>
                      <a:pt x="9" y="0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2" y="39"/>
                      <a:pt x="14" y="7"/>
                      <a:pt x="9" y="7"/>
                    </a:cubicBezTo>
                    <a:cubicBezTo>
                      <a:pt x="5" y="7"/>
                      <a:pt x="1" y="9"/>
                      <a:pt x="0" y="8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3" name="Freeform 3828">
                <a:extLst>
                  <a:ext uri="{FF2B5EF4-FFF2-40B4-BE49-F238E27FC236}">
                    <a16:creationId xmlns:a16="http://schemas.microsoft.com/office/drawing/2014/main" id="{9235666F-7F89-4F4A-B1DD-3CA775077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462"/>
                <a:ext cx="116" cy="56"/>
              </a:xfrm>
              <a:custGeom>
                <a:avLst/>
                <a:gdLst>
                  <a:gd name="T0" fmla="*/ 0 w 64"/>
                  <a:gd name="T1" fmla="*/ 570 h 29"/>
                  <a:gd name="T2" fmla="*/ 174 w 64"/>
                  <a:gd name="T3" fmla="*/ 0 h 29"/>
                  <a:gd name="T4" fmla="*/ 2269 w 64"/>
                  <a:gd name="T5" fmla="*/ 1506 h 29"/>
                  <a:gd name="T6" fmla="*/ 292 w 64"/>
                  <a:gd name="T7" fmla="*/ 373 h 29"/>
                  <a:gd name="T8" fmla="*/ 0 w 64"/>
                  <a:gd name="T9" fmla="*/ 57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29">
                    <a:moveTo>
                      <a:pt x="0" y="11"/>
                    </a:moveTo>
                    <a:cubicBezTo>
                      <a:pt x="2" y="8"/>
                      <a:pt x="5" y="1"/>
                      <a:pt x="5" y="0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4" y="29"/>
                      <a:pt x="12" y="5"/>
                      <a:pt x="8" y="7"/>
                    </a:cubicBezTo>
                    <a:cubicBezTo>
                      <a:pt x="4" y="8"/>
                      <a:pt x="1" y="11"/>
                      <a:pt x="0" y="11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4" name="Freeform 3829">
                <a:extLst>
                  <a:ext uri="{FF2B5EF4-FFF2-40B4-BE49-F238E27FC236}">
                    <a16:creationId xmlns:a16="http://schemas.microsoft.com/office/drawing/2014/main" id="{1637FAB7-D273-4936-9BCA-D117F7240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922"/>
                <a:ext cx="130" cy="129"/>
              </a:xfrm>
              <a:custGeom>
                <a:avLst/>
                <a:gdLst>
                  <a:gd name="T0" fmla="*/ 2286 w 72"/>
                  <a:gd name="T1" fmla="*/ 716 h 67"/>
                  <a:gd name="T2" fmla="*/ 1623 w 72"/>
                  <a:gd name="T3" fmla="*/ 0 h 67"/>
                  <a:gd name="T4" fmla="*/ 2048 w 72"/>
                  <a:gd name="T5" fmla="*/ 608 h 67"/>
                  <a:gd name="T6" fmla="*/ 831 w 72"/>
                  <a:gd name="T7" fmla="*/ 3061 h 67"/>
                  <a:gd name="T8" fmla="*/ 0 w 72"/>
                  <a:gd name="T9" fmla="*/ 3369 h 67"/>
                  <a:gd name="T10" fmla="*/ 1148 w 72"/>
                  <a:gd name="T11" fmla="*/ 3061 h 67"/>
                  <a:gd name="T12" fmla="*/ 2286 w 72"/>
                  <a:gd name="T13" fmla="*/ 716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67">
                    <a:moveTo>
                      <a:pt x="66" y="14"/>
                    </a:moveTo>
                    <a:cubicBezTo>
                      <a:pt x="63" y="7"/>
                      <a:pt x="56" y="2"/>
                      <a:pt x="47" y="0"/>
                    </a:cubicBezTo>
                    <a:cubicBezTo>
                      <a:pt x="53" y="3"/>
                      <a:pt x="56" y="7"/>
                      <a:pt x="59" y="12"/>
                    </a:cubicBezTo>
                    <a:cubicBezTo>
                      <a:pt x="65" y="28"/>
                      <a:pt x="50" y="49"/>
                      <a:pt x="24" y="60"/>
                    </a:cubicBezTo>
                    <a:cubicBezTo>
                      <a:pt x="17" y="63"/>
                      <a:pt x="7" y="66"/>
                      <a:pt x="0" y="66"/>
                    </a:cubicBezTo>
                    <a:cubicBezTo>
                      <a:pt x="9" y="67"/>
                      <a:pt x="22" y="65"/>
                      <a:pt x="33" y="60"/>
                    </a:cubicBezTo>
                    <a:cubicBezTo>
                      <a:pt x="57" y="50"/>
                      <a:pt x="72" y="29"/>
                      <a:pt x="66" y="14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5" name="Freeform 3830">
                <a:extLst>
                  <a:ext uri="{FF2B5EF4-FFF2-40B4-BE49-F238E27FC236}">
                    <a16:creationId xmlns:a16="http://schemas.microsoft.com/office/drawing/2014/main" id="{151E9590-A850-405D-8007-36FA2B21B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918"/>
                <a:ext cx="135" cy="131"/>
              </a:xfrm>
              <a:custGeom>
                <a:avLst/>
                <a:gdLst>
                  <a:gd name="T0" fmla="*/ 547 w 75"/>
                  <a:gd name="T1" fmla="*/ 2917 h 68"/>
                  <a:gd name="T2" fmla="*/ 1627 w 75"/>
                  <a:gd name="T3" fmla="*/ 401 h 68"/>
                  <a:gd name="T4" fmla="*/ 2455 w 75"/>
                  <a:gd name="T5" fmla="*/ 56 h 68"/>
                  <a:gd name="T6" fmla="*/ 2414 w 75"/>
                  <a:gd name="T7" fmla="*/ 56 h 68"/>
                  <a:gd name="T8" fmla="*/ 2385 w 75"/>
                  <a:gd name="T9" fmla="*/ 56 h 68"/>
                  <a:gd name="T10" fmla="*/ 1364 w 75"/>
                  <a:gd name="T11" fmla="*/ 316 h 68"/>
                  <a:gd name="T12" fmla="*/ 211 w 75"/>
                  <a:gd name="T13" fmla="*/ 2753 h 68"/>
                  <a:gd name="T14" fmla="*/ 851 w 75"/>
                  <a:gd name="T15" fmla="*/ 3466 h 68"/>
                  <a:gd name="T16" fmla="*/ 547 w 75"/>
                  <a:gd name="T17" fmla="*/ 2917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68">
                    <a:moveTo>
                      <a:pt x="16" y="57"/>
                    </a:moveTo>
                    <a:cubicBezTo>
                      <a:pt x="9" y="42"/>
                      <a:pt x="23" y="18"/>
                      <a:pt x="48" y="8"/>
                    </a:cubicBezTo>
                    <a:cubicBezTo>
                      <a:pt x="56" y="5"/>
                      <a:pt x="64" y="2"/>
                      <a:pt x="72" y="1"/>
                    </a:cubicBezTo>
                    <a:cubicBezTo>
                      <a:pt x="73" y="1"/>
                      <a:pt x="75" y="1"/>
                      <a:pt x="71" y="1"/>
                    </a:cubicBezTo>
                    <a:cubicBezTo>
                      <a:pt x="71" y="1"/>
                      <a:pt x="70" y="1"/>
                      <a:pt x="70" y="1"/>
                    </a:cubicBezTo>
                    <a:cubicBezTo>
                      <a:pt x="61" y="0"/>
                      <a:pt x="50" y="2"/>
                      <a:pt x="40" y="6"/>
                    </a:cubicBezTo>
                    <a:cubicBezTo>
                      <a:pt x="15" y="17"/>
                      <a:pt x="0" y="38"/>
                      <a:pt x="6" y="54"/>
                    </a:cubicBezTo>
                    <a:cubicBezTo>
                      <a:pt x="9" y="61"/>
                      <a:pt x="16" y="65"/>
                      <a:pt x="25" y="68"/>
                    </a:cubicBezTo>
                    <a:cubicBezTo>
                      <a:pt x="21" y="65"/>
                      <a:pt x="18" y="62"/>
                      <a:pt x="16" y="57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6" name="Oval 3831">
                <a:extLst>
                  <a:ext uri="{FF2B5EF4-FFF2-40B4-BE49-F238E27FC236}">
                    <a16:creationId xmlns:a16="http://schemas.microsoft.com/office/drawing/2014/main" id="{78A1C0FF-9F12-43B8-8E8F-9CC155C32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972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187" name="Oval 3832">
                <a:extLst>
                  <a:ext uri="{FF2B5EF4-FFF2-40B4-BE49-F238E27FC236}">
                    <a16:creationId xmlns:a16="http://schemas.microsoft.com/office/drawing/2014/main" id="{56872220-0DD2-4070-AACF-AB650831D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95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188" name="Oval 3833">
                <a:extLst>
                  <a:ext uri="{FF2B5EF4-FFF2-40B4-BE49-F238E27FC236}">
                    <a16:creationId xmlns:a16="http://schemas.microsoft.com/office/drawing/2014/main" id="{C9964482-BD75-4375-94F9-44C5FEB16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2" y="997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189" name="Freeform 3834">
                <a:extLst>
                  <a:ext uri="{FF2B5EF4-FFF2-40B4-BE49-F238E27FC236}">
                    <a16:creationId xmlns:a16="http://schemas.microsoft.com/office/drawing/2014/main" id="{2BA3E009-5DDA-40CB-AB05-921F50010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043"/>
                <a:ext cx="38" cy="58"/>
              </a:xfrm>
              <a:custGeom>
                <a:avLst/>
                <a:gdLst>
                  <a:gd name="T0" fmla="*/ 0 w 21"/>
                  <a:gd name="T1" fmla="*/ 209 h 30"/>
                  <a:gd name="T2" fmla="*/ 387 w 21"/>
                  <a:gd name="T3" fmla="*/ 0 h 30"/>
                  <a:gd name="T4" fmla="*/ 740 w 21"/>
                  <a:gd name="T5" fmla="*/ 1570 h 30"/>
                  <a:gd name="T6" fmla="*/ 308 w 21"/>
                  <a:gd name="T7" fmla="*/ 317 h 30"/>
                  <a:gd name="T8" fmla="*/ 0 w 21"/>
                  <a:gd name="T9" fmla="*/ 20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0">
                    <a:moveTo>
                      <a:pt x="0" y="4"/>
                    </a:moveTo>
                    <a:cubicBezTo>
                      <a:pt x="4" y="3"/>
                      <a:pt x="10" y="0"/>
                      <a:pt x="11" y="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1" y="30"/>
                      <a:pt x="13" y="8"/>
                      <a:pt x="9" y="6"/>
                    </a:cubicBezTo>
                    <a:cubicBezTo>
                      <a:pt x="5" y="5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0" name="Freeform 3835">
                <a:extLst>
                  <a:ext uri="{FF2B5EF4-FFF2-40B4-BE49-F238E27FC236}">
                    <a16:creationId xmlns:a16="http://schemas.microsoft.com/office/drawing/2014/main" id="{A7A44B67-B9CE-40F4-B912-95AF9436E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354"/>
                <a:ext cx="76" cy="168"/>
              </a:xfrm>
              <a:custGeom>
                <a:avLst/>
                <a:gdLst>
                  <a:gd name="T0" fmla="*/ 818 w 42"/>
                  <a:gd name="T1" fmla="*/ 164 h 87"/>
                  <a:gd name="T2" fmla="*/ 0 w 42"/>
                  <a:gd name="T3" fmla="*/ 317 h 87"/>
                  <a:gd name="T4" fmla="*/ 557 w 42"/>
                  <a:gd name="T5" fmla="*/ 373 h 87"/>
                  <a:gd name="T6" fmla="*/ 914 w 42"/>
                  <a:gd name="T7" fmla="*/ 3325 h 87"/>
                  <a:gd name="T8" fmla="*/ 461 w 42"/>
                  <a:gd name="T9" fmla="*/ 4509 h 87"/>
                  <a:gd name="T10" fmla="*/ 1126 w 42"/>
                  <a:gd name="T11" fmla="*/ 3061 h 87"/>
                  <a:gd name="T12" fmla="*/ 818 w 42"/>
                  <a:gd name="T13" fmla="*/ 164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87">
                    <a:moveTo>
                      <a:pt x="23" y="3"/>
                    </a:moveTo>
                    <a:cubicBezTo>
                      <a:pt x="16" y="0"/>
                      <a:pt x="8" y="1"/>
                      <a:pt x="0" y="6"/>
                    </a:cubicBezTo>
                    <a:cubicBezTo>
                      <a:pt x="5" y="4"/>
                      <a:pt x="11" y="4"/>
                      <a:pt x="16" y="7"/>
                    </a:cubicBezTo>
                    <a:cubicBezTo>
                      <a:pt x="32" y="13"/>
                      <a:pt x="36" y="39"/>
                      <a:pt x="26" y="64"/>
                    </a:cubicBezTo>
                    <a:cubicBezTo>
                      <a:pt x="23" y="72"/>
                      <a:pt x="18" y="81"/>
                      <a:pt x="13" y="87"/>
                    </a:cubicBezTo>
                    <a:cubicBezTo>
                      <a:pt x="20" y="81"/>
                      <a:pt x="28" y="70"/>
                      <a:pt x="32" y="59"/>
                    </a:cubicBezTo>
                    <a:cubicBezTo>
                      <a:pt x="42" y="34"/>
                      <a:pt x="38" y="9"/>
                      <a:pt x="23" y="3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1" name="Freeform 3836">
                <a:extLst>
                  <a:ext uri="{FF2B5EF4-FFF2-40B4-BE49-F238E27FC236}">
                    <a16:creationId xmlns:a16="http://schemas.microsoft.com/office/drawing/2014/main" id="{4FA07C69-7741-475D-A127-C6C6D3CDC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369"/>
                <a:ext cx="78" cy="172"/>
              </a:xfrm>
              <a:custGeom>
                <a:avLst/>
                <a:gdLst>
                  <a:gd name="T0" fmla="*/ 1039 w 43"/>
                  <a:gd name="T1" fmla="*/ 4250 h 89"/>
                  <a:gd name="T2" fmla="*/ 609 w 43"/>
                  <a:gd name="T3" fmla="*/ 1241 h 89"/>
                  <a:gd name="T4" fmla="*/ 1039 w 43"/>
                  <a:gd name="T5" fmla="*/ 164 h 89"/>
                  <a:gd name="T6" fmla="*/ 1010 w 43"/>
                  <a:gd name="T7" fmla="*/ 164 h 89"/>
                  <a:gd name="T8" fmla="*/ 961 w 43"/>
                  <a:gd name="T9" fmla="*/ 209 h 89"/>
                  <a:gd name="T10" fmla="*/ 359 w 43"/>
                  <a:gd name="T11" fmla="*/ 1509 h 89"/>
                  <a:gd name="T12" fmla="*/ 704 w 43"/>
                  <a:gd name="T13" fmla="*/ 4474 h 89"/>
                  <a:gd name="T14" fmla="*/ 1527 w 43"/>
                  <a:gd name="T15" fmla="*/ 4310 h 89"/>
                  <a:gd name="T16" fmla="*/ 1039 w 43"/>
                  <a:gd name="T17" fmla="*/ 4250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9">
                    <a:moveTo>
                      <a:pt x="29" y="82"/>
                    </a:moveTo>
                    <a:cubicBezTo>
                      <a:pt x="13" y="75"/>
                      <a:pt x="6" y="49"/>
                      <a:pt x="17" y="24"/>
                    </a:cubicBezTo>
                    <a:cubicBezTo>
                      <a:pt x="20" y="16"/>
                      <a:pt x="24" y="9"/>
                      <a:pt x="29" y="3"/>
                    </a:cubicBezTo>
                    <a:cubicBezTo>
                      <a:pt x="30" y="2"/>
                      <a:pt x="31" y="0"/>
                      <a:pt x="28" y="3"/>
                    </a:cubicBezTo>
                    <a:cubicBezTo>
                      <a:pt x="28" y="3"/>
                      <a:pt x="27" y="3"/>
                      <a:pt x="27" y="4"/>
                    </a:cubicBezTo>
                    <a:cubicBezTo>
                      <a:pt x="20" y="10"/>
                      <a:pt x="14" y="18"/>
                      <a:pt x="10" y="29"/>
                    </a:cubicBezTo>
                    <a:cubicBezTo>
                      <a:pt x="0" y="54"/>
                      <a:pt x="4" y="80"/>
                      <a:pt x="20" y="86"/>
                    </a:cubicBezTo>
                    <a:cubicBezTo>
                      <a:pt x="27" y="89"/>
                      <a:pt x="35" y="88"/>
                      <a:pt x="43" y="83"/>
                    </a:cubicBezTo>
                    <a:cubicBezTo>
                      <a:pt x="38" y="84"/>
                      <a:pt x="33" y="84"/>
                      <a:pt x="29" y="82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2" name="Freeform 3837">
                <a:extLst>
                  <a:ext uri="{FF2B5EF4-FFF2-40B4-BE49-F238E27FC236}">
                    <a16:creationId xmlns:a16="http://schemas.microsoft.com/office/drawing/2014/main" id="{7CA35F8C-27BD-4512-87C5-487BD79AA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478"/>
                <a:ext cx="23" cy="25"/>
              </a:xfrm>
              <a:custGeom>
                <a:avLst/>
                <a:gdLst>
                  <a:gd name="T0" fmla="*/ 88 w 13"/>
                  <a:gd name="T1" fmla="*/ 548 h 13"/>
                  <a:gd name="T2" fmla="*/ 88 w 13"/>
                  <a:gd name="T3" fmla="*/ 163 h 13"/>
                  <a:gd name="T4" fmla="*/ 333 w 13"/>
                  <a:gd name="T5" fmla="*/ 163 h 13"/>
                  <a:gd name="T6" fmla="*/ 333 w 13"/>
                  <a:gd name="T7" fmla="*/ 548 h 13"/>
                  <a:gd name="T8" fmla="*/ 88 w 13"/>
                  <a:gd name="T9" fmla="*/ 54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11"/>
                    </a:moveTo>
                    <a:cubicBezTo>
                      <a:pt x="0" y="9"/>
                      <a:pt x="0" y="5"/>
                      <a:pt x="3" y="3"/>
                    </a:cubicBezTo>
                    <a:cubicBezTo>
                      <a:pt x="5" y="0"/>
                      <a:pt x="9" y="0"/>
                      <a:pt x="11" y="3"/>
                    </a:cubicBezTo>
                    <a:cubicBezTo>
                      <a:pt x="13" y="5"/>
                      <a:pt x="13" y="9"/>
                      <a:pt x="11" y="11"/>
                    </a:cubicBezTo>
                    <a:cubicBezTo>
                      <a:pt x="9" y="13"/>
                      <a:pt x="5" y="13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3" name="Freeform 3838">
                <a:extLst>
                  <a:ext uri="{FF2B5EF4-FFF2-40B4-BE49-F238E27FC236}">
                    <a16:creationId xmlns:a16="http://schemas.microsoft.com/office/drawing/2014/main" id="{32CEFA4D-7E50-4D69-980E-31042261C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458"/>
                <a:ext cx="16" cy="18"/>
              </a:xfrm>
              <a:custGeom>
                <a:avLst/>
                <a:gdLst>
                  <a:gd name="T0" fmla="*/ 66 w 9"/>
                  <a:gd name="T1" fmla="*/ 512 h 9"/>
                  <a:gd name="T2" fmla="*/ 66 w 9"/>
                  <a:gd name="T3" fmla="*/ 128 h 9"/>
                  <a:gd name="T4" fmla="*/ 247 w 9"/>
                  <a:gd name="T5" fmla="*/ 128 h 9"/>
                  <a:gd name="T6" fmla="*/ 247 w 9"/>
                  <a:gd name="T7" fmla="*/ 512 h 9"/>
                  <a:gd name="T8" fmla="*/ 66 w 9"/>
                  <a:gd name="T9" fmla="*/ 5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0" y="6"/>
                      <a:pt x="0" y="4"/>
                      <a:pt x="2" y="2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9" y="4"/>
                      <a:pt x="9" y="6"/>
                      <a:pt x="8" y="8"/>
                    </a:cubicBezTo>
                    <a:cubicBezTo>
                      <a:pt x="6" y="9"/>
                      <a:pt x="4" y="9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4" name="Freeform 3839">
                <a:extLst>
                  <a:ext uri="{FF2B5EF4-FFF2-40B4-BE49-F238E27FC236}">
                    <a16:creationId xmlns:a16="http://schemas.microsoft.com/office/drawing/2014/main" id="{DC93B46F-252D-4A83-89FD-6105F381E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505"/>
                <a:ext cx="11" cy="11"/>
              </a:xfrm>
              <a:custGeom>
                <a:avLst/>
                <a:gdLst>
                  <a:gd name="T0" fmla="*/ 44 w 6"/>
                  <a:gd name="T1" fmla="*/ 193 h 6"/>
                  <a:gd name="T2" fmla="*/ 44 w 6"/>
                  <a:gd name="T3" fmla="*/ 44 h 6"/>
                  <a:gd name="T4" fmla="*/ 193 w 6"/>
                  <a:gd name="T5" fmla="*/ 44 h 6"/>
                  <a:gd name="T6" fmla="*/ 193 w 6"/>
                  <a:gd name="T7" fmla="*/ 193 h 6"/>
                  <a:gd name="T8" fmla="*/ 44 w 6"/>
                  <a:gd name="T9" fmla="*/ 1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5" name="Freeform 3840">
                <a:extLst>
                  <a:ext uri="{FF2B5EF4-FFF2-40B4-BE49-F238E27FC236}">
                    <a16:creationId xmlns:a16="http://schemas.microsoft.com/office/drawing/2014/main" id="{FC87A6DD-0284-4776-8C70-B459D3E7B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978"/>
                <a:ext cx="157" cy="83"/>
              </a:xfrm>
              <a:custGeom>
                <a:avLst/>
                <a:gdLst>
                  <a:gd name="T0" fmla="*/ 2902 w 87"/>
                  <a:gd name="T1" fmla="*/ 1237 h 43"/>
                  <a:gd name="T2" fmla="*/ 2792 w 87"/>
                  <a:gd name="T3" fmla="*/ 0 h 43"/>
                  <a:gd name="T4" fmla="*/ 2756 w 87"/>
                  <a:gd name="T5" fmla="*/ 890 h 43"/>
                  <a:gd name="T6" fmla="*/ 765 w 87"/>
                  <a:gd name="T7" fmla="*/ 1390 h 43"/>
                  <a:gd name="T8" fmla="*/ 0 w 87"/>
                  <a:gd name="T9" fmla="*/ 720 h 43"/>
                  <a:gd name="T10" fmla="*/ 976 w 87"/>
                  <a:gd name="T11" fmla="*/ 1718 h 43"/>
                  <a:gd name="T12" fmla="*/ 2902 w 87"/>
                  <a:gd name="T13" fmla="*/ 1237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43">
                    <a:moveTo>
                      <a:pt x="84" y="24"/>
                    </a:moveTo>
                    <a:cubicBezTo>
                      <a:pt x="87" y="16"/>
                      <a:pt x="86" y="8"/>
                      <a:pt x="81" y="0"/>
                    </a:cubicBezTo>
                    <a:cubicBezTo>
                      <a:pt x="83" y="6"/>
                      <a:pt x="82" y="12"/>
                      <a:pt x="80" y="17"/>
                    </a:cubicBezTo>
                    <a:cubicBezTo>
                      <a:pt x="74" y="33"/>
                      <a:pt x="48" y="37"/>
                      <a:pt x="22" y="27"/>
                    </a:cubicBezTo>
                    <a:cubicBezTo>
                      <a:pt x="15" y="23"/>
                      <a:pt x="6" y="19"/>
                      <a:pt x="0" y="14"/>
                    </a:cubicBezTo>
                    <a:cubicBezTo>
                      <a:pt x="6" y="21"/>
                      <a:pt x="17" y="28"/>
                      <a:pt x="28" y="33"/>
                    </a:cubicBezTo>
                    <a:cubicBezTo>
                      <a:pt x="53" y="43"/>
                      <a:pt x="78" y="39"/>
                      <a:pt x="84" y="24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6" name="Freeform 3841">
                <a:extLst>
                  <a:ext uri="{FF2B5EF4-FFF2-40B4-BE49-F238E27FC236}">
                    <a16:creationId xmlns:a16="http://schemas.microsoft.com/office/drawing/2014/main" id="{CCA2FFC5-5D3D-4474-9CE3-1DC60C89A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910"/>
                <a:ext cx="127" cy="85"/>
              </a:xfrm>
              <a:custGeom>
                <a:avLst/>
                <a:gdLst>
                  <a:gd name="T0" fmla="*/ 292 w 70"/>
                  <a:gd name="T1" fmla="*/ 1346 h 44"/>
                  <a:gd name="T2" fmla="*/ 2143 w 70"/>
                  <a:gd name="T3" fmla="*/ 572 h 44"/>
                  <a:gd name="T4" fmla="*/ 2143 w 70"/>
                  <a:gd name="T5" fmla="*/ 572 h 44"/>
                  <a:gd name="T6" fmla="*/ 96 w 70"/>
                  <a:gd name="T7" fmla="*/ 1045 h 44"/>
                  <a:gd name="T8" fmla="*/ 214 w 70"/>
                  <a:gd name="T9" fmla="*/ 2283 h 44"/>
                  <a:gd name="T10" fmla="*/ 292 w 70"/>
                  <a:gd name="T11" fmla="*/ 1346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44">
                    <a:moveTo>
                      <a:pt x="8" y="26"/>
                    </a:moveTo>
                    <a:cubicBezTo>
                      <a:pt x="15" y="11"/>
                      <a:pt x="35" y="0"/>
                      <a:pt x="60" y="11"/>
                    </a:cubicBezTo>
                    <a:cubicBezTo>
                      <a:pt x="68" y="14"/>
                      <a:pt x="70" y="15"/>
                      <a:pt x="60" y="11"/>
                    </a:cubicBezTo>
                    <a:cubicBezTo>
                      <a:pt x="35" y="0"/>
                      <a:pt x="9" y="5"/>
                      <a:pt x="3" y="20"/>
                    </a:cubicBezTo>
                    <a:cubicBezTo>
                      <a:pt x="0" y="28"/>
                      <a:pt x="1" y="36"/>
                      <a:pt x="6" y="44"/>
                    </a:cubicBezTo>
                    <a:cubicBezTo>
                      <a:pt x="5" y="39"/>
                      <a:pt x="4" y="33"/>
                      <a:pt x="8" y="26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7" name="Freeform 3842">
                <a:extLst>
                  <a:ext uri="{FF2B5EF4-FFF2-40B4-BE49-F238E27FC236}">
                    <a16:creationId xmlns:a16="http://schemas.microsoft.com/office/drawing/2014/main" id="{DA90E944-0752-4B9B-B6E4-5C02BD833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935"/>
                <a:ext cx="23" cy="25"/>
              </a:xfrm>
              <a:custGeom>
                <a:avLst/>
                <a:gdLst>
                  <a:gd name="T0" fmla="*/ 88 w 13"/>
                  <a:gd name="T1" fmla="*/ 108 h 13"/>
                  <a:gd name="T2" fmla="*/ 333 w 13"/>
                  <a:gd name="T3" fmla="*/ 108 h 13"/>
                  <a:gd name="T4" fmla="*/ 333 w 13"/>
                  <a:gd name="T5" fmla="*/ 548 h 13"/>
                  <a:gd name="T6" fmla="*/ 88 w 13"/>
                  <a:gd name="T7" fmla="*/ 548 h 13"/>
                  <a:gd name="T8" fmla="*/ 88 w 13"/>
                  <a:gd name="T9" fmla="*/ 10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2"/>
                    </a:moveTo>
                    <a:cubicBezTo>
                      <a:pt x="5" y="0"/>
                      <a:pt x="9" y="0"/>
                      <a:pt x="11" y="2"/>
                    </a:cubicBezTo>
                    <a:cubicBezTo>
                      <a:pt x="13" y="5"/>
                      <a:pt x="13" y="8"/>
                      <a:pt x="11" y="11"/>
                    </a:cubicBezTo>
                    <a:cubicBezTo>
                      <a:pt x="9" y="13"/>
                      <a:pt x="5" y="13"/>
                      <a:pt x="3" y="11"/>
                    </a:cubicBezTo>
                    <a:cubicBezTo>
                      <a:pt x="0" y="8"/>
                      <a:pt x="0" y="5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8" name="Freeform 3843">
                <a:extLst>
                  <a:ext uri="{FF2B5EF4-FFF2-40B4-BE49-F238E27FC236}">
                    <a16:creationId xmlns:a16="http://schemas.microsoft.com/office/drawing/2014/main" id="{AFA25CCC-5871-4A18-B015-E87264A96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926"/>
                <a:ext cx="16" cy="17"/>
              </a:xfrm>
              <a:custGeom>
                <a:avLst/>
                <a:gdLst>
                  <a:gd name="T0" fmla="*/ 66 w 9"/>
                  <a:gd name="T1" fmla="*/ 100 h 9"/>
                  <a:gd name="T2" fmla="*/ 208 w 9"/>
                  <a:gd name="T3" fmla="*/ 100 h 9"/>
                  <a:gd name="T4" fmla="*/ 208 w 9"/>
                  <a:gd name="T5" fmla="*/ 317 h 9"/>
                  <a:gd name="T6" fmla="*/ 66 w 9"/>
                  <a:gd name="T7" fmla="*/ 317 h 9"/>
                  <a:gd name="T8" fmla="*/ 66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9" name="Freeform 3844">
                <a:extLst>
                  <a:ext uri="{FF2B5EF4-FFF2-40B4-BE49-F238E27FC236}">
                    <a16:creationId xmlns:a16="http://schemas.microsoft.com/office/drawing/2014/main" id="{4E646A0C-C980-45E3-B146-371CE8148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964"/>
                <a:ext cx="11" cy="12"/>
              </a:xfrm>
              <a:custGeom>
                <a:avLst/>
                <a:gdLst>
                  <a:gd name="T0" fmla="*/ 44 w 6"/>
                  <a:gd name="T1" fmla="*/ 64 h 6"/>
                  <a:gd name="T2" fmla="*/ 193 w 6"/>
                  <a:gd name="T3" fmla="*/ 64 h 6"/>
                  <a:gd name="T4" fmla="*/ 193 w 6"/>
                  <a:gd name="T5" fmla="*/ 320 h 6"/>
                  <a:gd name="T6" fmla="*/ 44 w 6"/>
                  <a:gd name="T7" fmla="*/ 320 h 6"/>
                  <a:gd name="T8" fmla="*/ 44 w 6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0" name="Freeform 3845">
                <a:extLst>
                  <a:ext uri="{FF2B5EF4-FFF2-40B4-BE49-F238E27FC236}">
                    <a16:creationId xmlns:a16="http://schemas.microsoft.com/office/drawing/2014/main" id="{E6EBF1BC-0227-4AEC-98EC-B57635F61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128"/>
                <a:ext cx="20" cy="21"/>
              </a:xfrm>
              <a:custGeom>
                <a:avLst/>
                <a:gdLst>
                  <a:gd name="T0" fmla="*/ 80 w 11"/>
                  <a:gd name="T1" fmla="*/ 105 h 11"/>
                  <a:gd name="T2" fmla="*/ 318 w 11"/>
                  <a:gd name="T3" fmla="*/ 105 h 11"/>
                  <a:gd name="T4" fmla="*/ 318 w 11"/>
                  <a:gd name="T5" fmla="*/ 422 h 11"/>
                  <a:gd name="T6" fmla="*/ 80 w 11"/>
                  <a:gd name="T7" fmla="*/ 422 h 11"/>
                  <a:gd name="T8" fmla="*/ 80 w 11"/>
                  <a:gd name="T9" fmla="*/ 10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2" y="2"/>
                    </a:moveTo>
                    <a:cubicBezTo>
                      <a:pt x="4" y="0"/>
                      <a:pt x="7" y="0"/>
                      <a:pt x="9" y="2"/>
                    </a:cubicBezTo>
                    <a:cubicBezTo>
                      <a:pt x="11" y="4"/>
                      <a:pt x="11" y="7"/>
                      <a:pt x="9" y="9"/>
                    </a:cubicBezTo>
                    <a:cubicBezTo>
                      <a:pt x="7" y="11"/>
                      <a:pt x="4" y="11"/>
                      <a:pt x="2" y="9"/>
                    </a:cubicBezTo>
                    <a:cubicBezTo>
                      <a:pt x="0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1" name="Freeform 3846">
                <a:extLst>
                  <a:ext uri="{FF2B5EF4-FFF2-40B4-BE49-F238E27FC236}">
                    <a16:creationId xmlns:a16="http://schemas.microsoft.com/office/drawing/2014/main" id="{B2BDC2AF-83AC-4E5C-B889-D4FA9C029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113"/>
                <a:ext cx="11" cy="9"/>
              </a:xfrm>
              <a:custGeom>
                <a:avLst/>
                <a:gdLst>
                  <a:gd name="T0" fmla="*/ 44 w 6"/>
                  <a:gd name="T1" fmla="*/ 41 h 5"/>
                  <a:gd name="T2" fmla="*/ 193 w 6"/>
                  <a:gd name="T3" fmla="*/ 41 h 5"/>
                  <a:gd name="T4" fmla="*/ 193 w 6"/>
                  <a:gd name="T5" fmla="*/ 133 h 5"/>
                  <a:gd name="T6" fmla="*/ 44 w 6"/>
                  <a:gd name="T7" fmla="*/ 133 h 5"/>
                  <a:gd name="T8" fmla="*/ 44 w 6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2" name="Freeform 3847">
                <a:extLst>
                  <a:ext uri="{FF2B5EF4-FFF2-40B4-BE49-F238E27FC236}">
                    <a16:creationId xmlns:a16="http://schemas.microsoft.com/office/drawing/2014/main" id="{74B7971D-13E1-4586-88B2-2470EA90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155"/>
                <a:ext cx="11" cy="12"/>
              </a:xfrm>
              <a:custGeom>
                <a:avLst/>
                <a:gdLst>
                  <a:gd name="T0" fmla="*/ 44 w 6"/>
                  <a:gd name="T1" fmla="*/ 64 h 6"/>
                  <a:gd name="T2" fmla="*/ 193 w 6"/>
                  <a:gd name="T3" fmla="*/ 64 h 6"/>
                  <a:gd name="T4" fmla="*/ 193 w 6"/>
                  <a:gd name="T5" fmla="*/ 320 h 6"/>
                  <a:gd name="T6" fmla="*/ 44 w 6"/>
                  <a:gd name="T7" fmla="*/ 320 h 6"/>
                  <a:gd name="T8" fmla="*/ 44 w 6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3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3" name="Freeform 3848">
                <a:extLst>
                  <a:ext uri="{FF2B5EF4-FFF2-40B4-BE49-F238E27FC236}">
                    <a16:creationId xmlns:a16="http://schemas.microsoft.com/office/drawing/2014/main" id="{502E658E-E07A-4B9E-BD93-73599958D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1043"/>
                <a:ext cx="29" cy="70"/>
              </a:xfrm>
              <a:custGeom>
                <a:avLst/>
                <a:gdLst>
                  <a:gd name="T0" fmla="*/ 174 w 16"/>
                  <a:gd name="T1" fmla="*/ 0 h 36"/>
                  <a:gd name="T2" fmla="*/ 571 w 16"/>
                  <a:gd name="T3" fmla="*/ 272 h 36"/>
                  <a:gd name="T4" fmla="*/ 0 w 16"/>
                  <a:gd name="T5" fmla="*/ 1941 h 36"/>
                  <a:gd name="T6" fmla="*/ 315 w 16"/>
                  <a:gd name="T7" fmla="*/ 443 h 36"/>
                  <a:gd name="T8" fmla="*/ 174 w 16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6">
                    <a:moveTo>
                      <a:pt x="5" y="0"/>
                    </a:moveTo>
                    <a:cubicBezTo>
                      <a:pt x="8" y="2"/>
                      <a:pt x="15" y="5"/>
                      <a:pt x="16" y="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11" y="12"/>
                      <a:pt x="9" y="8"/>
                    </a:cubicBezTo>
                    <a:cubicBezTo>
                      <a:pt x="8" y="4"/>
                      <a:pt x="5" y="1"/>
                      <a:pt x="5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4" name="Freeform 3849">
                <a:extLst>
                  <a:ext uri="{FF2B5EF4-FFF2-40B4-BE49-F238E27FC236}">
                    <a16:creationId xmlns:a16="http://schemas.microsoft.com/office/drawing/2014/main" id="{D98B95A7-CA5F-4C97-9899-AD6D126C2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211"/>
                <a:ext cx="69" cy="85"/>
              </a:xfrm>
              <a:custGeom>
                <a:avLst/>
                <a:gdLst>
                  <a:gd name="T0" fmla="*/ 1066 w 38"/>
                  <a:gd name="T1" fmla="*/ 0 h 44"/>
                  <a:gd name="T2" fmla="*/ 1358 w 38"/>
                  <a:gd name="T3" fmla="*/ 404 h 44"/>
                  <a:gd name="T4" fmla="*/ 0 w 38"/>
                  <a:gd name="T5" fmla="*/ 2283 h 44"/>
                  <a:gd name="T6" fmla="*/ 1108 w 38"/>
                  <a:gd name="T7" fmla="*/ 464 h 44"/>
                  <a:gd name="T8" fmla="*/ 1066 w 38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4">
                    <a:moveTo>
                      <a:pt x="30" y="0"/>
                    </a:moveTo>
                    <a:cubicBezTo>
                      <a:pt x="32" y="3"/>
                      <a:pt x="37" y="8"/>
                      <a:pt x="38" y="8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31" y="13"/>
                      <a:pt x="31" y="9"/>
                    </a:cubicBezTo>
                    <a:cubicBezTo>
                      <a:pt x="31" y="4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5" name="Freeform 3850">
                <a:extLst>
                  <a:ext uri="{FF2B5EF4-FFF2-40B4-BE49-F238E27FC236}">
                    <a16:creationId xmlns:a16="http://schemas.microsoft.com/office/drawing/2014/main" id="{FE54BF17-0F22-4D2C-9C88-722F80F7E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371"/>
                <a:ext cx="76" cy="166"/>
              </a:xfrm>
              <a:custGeom>
                <a:avLst/>
                <a:gdLst>
                  <a:gd name="T0" fmla="*/ 818 w 42"/>
                  <a:gd name="T1" fmla="*/ 4285 h 86"/>
                  <a:gd name="T2" fmla="*/ 0 w 42"/>
                  <a:gd name="T3" fmla="*/ 4121 h 86"/>
                  <a:gd name="T4" fmla="*/ 599 w 42"/>
                  <a:gd name="T5" fmla="*/ 4121 h 86"/>
                  <a:gd name="T6" fmla="*/ 914 w 42"/>
                  <a:gd name="T7" fmla="*/ 1121 h 86"/>
                  <a:gd name="T8" fmla="*/ 461 w 42"/>
                  <a:gd name="T9" fmla="*/ 0 h 86"/>
                  <a:gd name="T10" fmla="*/ 1126 w 42"/>
                  <a:gd name="T11" fmla="*/ 1446 h 86"/>
                  <a:gd name="T12" fmla="*/ 818 w 42"/>
                  <a:gd name="T13" fmla="*/ 4285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86">
                    <a:moveTo>
                      <a:pt x="23" y="83"/>
                    </a:moveTo>
                    <a:cubicBezTo>
                      <a:pt x="16" y="86"/>
                      <a:pt x="8" y="85"/>
                      <a:pt x="0" y="80"/>
                    </a:cubicBezTo>
                    <a:cubicBezTo>
                      <a:pt x="6" y="82"/>
                      <a:pt x="11" y="82"/>
                      <a:pt x="17" y="80"/>
                    </a:cubicBezTo>
                    <a:cubicBezTo>
                      <a:pt x="32" y="73"/>
                      <a:pt x="37" y="47"/>
                      <a:pt x="26" y="22"/>
                    </a:cubicBezTo>
                    <a:cubicBezTo>
                      <a:pt x="23" y="14"/>
                      <a:pt x="18" y="5"/>
                      <a:pt x="13" y="0"/>
                    </a:cubicBezTo>
                    <a:cubicBezTo>
                      <a:pt x="21" y="6"/>
                      <a:pt x="28" y="17"/>
                      <a:pt x="32" y="28"/>
                    </a:cubicBezTo>
                    <a:cubicBezTo>
                      <a:pt x="42" y="52"/>
                      <a:pt x="38" y="77"/>
                      <a:pt x="23" y="83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6" name="Freeform 3851">
                <a:extLst>
                  <a:ext uri="{FF2B5EF4-FFF2-40B4-BE49-F238E27FC236}">
                    <a16:creationId xmlns:a16="http://schemas.microsoft.com/office/drawing/2014/main" id="{3887CE3A-F1E6-433C-B0AD-06EE5E7CE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350"/>
                <a:ext cx="78" cy="172"/>
              </a:xfrm>
              <a:custGeom>
                <a:avLst/>
                <a:gdLst>
                  <a:gd name="T0" fmla="*/ 1039 w 43"/>
                  <a:gd name="T1" fmla="*/ 373 h 89"/>
                  <a:gd name="T2" fmla="*/ 609 w 43"/>
                  <a:gd name="T3" fmla="*/ 3407 h 89"/>
                  <a:gd name="T4" fmla="*/ 1039 w 43"/>
                  <a:gd name="T5" fmla="*/ 4534 h 89"/>
                  <a:gd name="T6" fmla="*/ 1010 w 43"/>
                  <a:gd name="T7" fmla="*/ 4534 h 89"/>
                  <a:gd name="T8" fmla="*/ 961 w 43"/>
                  <a:gd name="T9" fmla="*/ 4426 h 89"/>
                  <a:gd name="T10" fmla="*/ 359 w 43"/>
                  <a:gd name="T11" fmla="*/ 3183 h 89"/>
                  <a:gd name="T12" fmla="*/ 704 w 43"/>
                  <a:gd name="T13" fmla="*/ 164 h 89"/>
                  <a:gd name="T14" fmla="*/ 1527 w 43"/>
                  <a:gd name="T15" fmla="*/ 373 h 89"/>
                  <a:gd name="T16" fmla="*/ 1039 w 43"/>
                  <a:gd name="T17" fmla="*/ 373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9">
                    <a:moveTo>
                      <a:pt x="29" y="7"/>
                    </a:moveTo>
                    <a:cubicBezTo>
                      <a:pt x="14" y="14"/>
                      <a:pt x="7" y="40"/>
                      <a:pt x="17" y="65"/>
                    </a:cubicBezTo>
                    <a:cubicBezTo>
                      <a:pt x="20" y="73"/>
                      <a:pt x="24" y="81"/>
                      <a:pt x="29" y="87"/>
                    </a:cubicBezTo>
                    <a:cubicBezTo>
                      <a:pt x="30" y="88"/>
                      <a:pt x="31" y="89"/>
                      <a:pt x="28" y="87"/>
                    </a:cubicBezTo>
                    <a:cubicBezTo>
                      <a:pt x="28" y="86"/>
                      <a:pt x="28" y="86"/>
                      <a:pt x="27" y="85"/>
                    </a:cubicBezTo>
                    <a:cubicBezTo>
                      <a:pt x="21" y="79"/>
                      <a:pt x="15" y="71"/>
                      <a:pt x="10" y="61"/>
                    </a:cubicBezTo>
                    <a:cubicBezTo>
                      <a:pt x="0" y="35"/>
                      <a:pt x="4" y="10"/>
                      <a:pt x="20" y="3"/>
                    </a:cubicBezTo>
                    <a:cubicBezTo>
                      <a:pt x="27" y="0"/>
                      <a:pt x="35" y="2"/>
                      <a:pt x="43" y="7"/>
                    </a:cubicBezTo>
                    <a:cubicBezTo>
                      <a:pt x="38" y="5"/>
                      <a:pt x="34" y="6"/>
                      <a:pt x="29" y="7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7" name="Freeform 3852">
                <a:extLst>
                  <a:ext uri="{FF2B5EF4-FFF2-40B4-BE49-F238E27FC236}">
                    <a16:creationId xmlns:a16="http://schemas.microsoft.com/office/drawing/2014/main" id="{59B037EB-482D-4000-8AF9-7148AE8A7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389"/>
                <a:ext cx="21" cy="25"/>
              </a:xfrm>
              <a:custGeom>
                <a:avLst/>
                <a:gdLst>
                  <a:gd name="T0" fmla="*/ 65 w 12"/>
                  <a:gd name="T1" fmla="*/ 108 h 13"/>
                  <a:gd name="T2" fmla="*/ 65 w 12"/>
                  <a:gd name="T3" fmla="*/ 548 h 13"/>
                  <a:gd name="T4" fmla="*/ 301 w 12"/>
                  <a:gd name="T5" fmla="*/ 548 h 13"/>
                  <a:gd name="T6" fmla="*/ 301 w 12"/>
                  <a:gd name="T7" fmla="*/ 108 h 13"/>
                  <a:gd name="T8" fmla="*/ 65 w 12"/>
                  <a:gd name="T9" fmla="*/ 10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2"/>
                    </a:moveTo>
                    <a:cubicBezTo>
                      <a:pt x="0" y="5"/>
                      <a:pt x="0" y="8"/>
                      <a:pt x="2" y="11"/>
                    </a:cubicBezTo>
                    <a:cubicBezTo>
                      <a:pt x="4" y="13"/>
                      <a:pt x="8" y="13"/>
                      <a:pt x="10" y="11"/>
                    </a:cubicBezTo>
                    <a:cubicBezTo>
                      <a:pt x="12" y="8"/>
                      <a:pt x="12" y="5"/>
                      <a:pt x="10" y="2"/>
                    </a:cubicBezTo>
                    <a:cubicBezTo>
                      <a:pt x="8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8" name="Freeform 3853">
                <a:extLst>
                  <a:ext uri="{FF2B5EF4-FFF2-40B4-BE49-F238E27FC236}">
                    <a16:creationId xmlns:a16="http://schemas.microsoft.com/office/drawing/2014/main" id="{D478C38F-8A12-43EC-B0EE-52483AE6E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416"/>
                <a:ext cx="16" cy="17"/>
              </a:xfrm>
              <a:custGeom>
                <a:avLst/>
                <a:gdLst>
                  <a:gd name="T0" fmla="*/ 37 w 9"/>
                  <a:gd name="T1" fmla="*/ 53 h 9"/>
                  <a:gd name="T2" fmla="*/ 37 w 9"/>
                  <a:gd name="T3" fmla="*/ 317 h 9"/>
                  <a:gd name="T4" fmla="*/ 208 w 9"/>
                  <a:gd name="T5" fmla="*/ 317 h 9"/>
                  <a:gd name="T6" fmla="*/ 208 w 9"/>
                  <a:gd name="T7" fmla="*/ 53 h 9"/>
                  <a:gd name="T8" fmla="*/ 37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1"/>
                    </a:moveTo>
                    <a:cubicBezTo>
                      <a:pt x="0" y="3"/>
                      <a:pt x="0" y="6"/>
                      <a:pt x="1" y="7"/>
                    </a:cubicBezTo>
                    <a:cubicBezTo>
                      <a:pt x="3" y="9"/>
                      <a:pt x="5" y="9"/>
                      <a:pt x="7" y="7"/>
                    </a:cubicBezTo>
                    <a:cubicBezTo>
                      <a:pt x="9" y="6"/>
                      <a:pt x="9" y="3"/>
                      <a:pt x="7" y="1"/>
                    </a:cubicBezTo>
                    <a:cubicBezTo>
                      <a:pt x="5" y="0"/>
                      <a:pt x="3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9" name="Freeform 3854">
                <a:extLst>
                  <a:ext uri="{FF2B5EF4-FFF2-40B4-BE49-F238E27FC236}">
                    <a16:creationId xmlns:a16="http://schemas.microsoft.com/office/drawing/2014/main" id="{274F1E37-C1B9-4FA6-9CBA-DB5BDDA53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375"/>
                <a:ext cx="11" cy="12"/>
              </a:xfrm>
              <a:custGeom>
                <a:avLst/>
                <a:gdLst>
                  <a:gd name="T0" fmla="*/ 44 w 6"/>
                  <a:gd name="T1" fmla="*/ 64 h 6"/>
                  <a:gd name="T2" fmla="*/ 44 w 6"/>
                  <a:gd name="T3" fmla="*/ 320 h 6"/>
                  <a:gd name="T4" fmla="*/ 149 w 6"/>
                  <a:gd name="T5" fmla="*/ 320 h 6"/>
                  <a:gd name="T6" fmla="*/ 149 w 6"/>
                  <a:gd name="T7" fmla="*/ 64 h 6"/>
                  <a:gd name="T8" fmla="*/ 44 w 6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2" y="6"/>
                      <a:pt x="3" y="6"/>
                      <a:pt x="4" y="5"/>
                    </a:cubicBezTo>
                    <a:cubicBezTo>
                      <a:pt x="6" y="4"/>
                      <a:pt x="6" y="2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0" name="Freeform 3855">
                <a:extLst>
                  <a:ext uri="{FF2B5EF4-FFF2-40B4-BE49-F238E27FC236}">
                    <a16:creationId xmlns:a16="http://schemas.microsoft.com/office/drawing/2014/main" id="{F9020C9D-7FCF-488A-8D46-2CC488AFE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450"/>
                <a:ext cx="129" cy="134"/>
              </a:xfrm>
              <a:custGeom>
                <a:avLst/>
                <a:gdLst>
                  <a:gd name="T0" fmla="*/ 2298 w 71"/>
                  <a:gd name="T1" fmla="*/ 2960 h 69"/>
                  <a:gd name="T2" fmla="*/ 1624 w 71"/>
                  <a:gd name="T3" fmla="*/ 3700 h 69"/>
                  <a:gd name="T4" fmla="*/ 2057 w 71"/>
                  <a:gd name="T5" fmla="*/ 3070 h 69"/>
                  <a:gd name="T6" fmla="*/ 894 w 71"/>
                  <a:gd name="T7" fmla="*/ 441 h 69"/>
                  <a:gd name="T8" fmla="*/ 0 w 71"/>
                  <a:gd name="T9" fmla="*/ 60 h 69"/>
                  <a:gd name="T10" fmla="*/ 1188 w 71"/>
                  <a:gd name="T11" fmla="*/ 441 h 69"/>
                  <a:gd name="T12" fmla="*/ 2298 w 71"/>
                  <a:gd name="T13" fmla="*/ 296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69">
                    <a:moveTo>
                      <a:pt x="64" y="55"/>
                    </a:moveTo>
                    <a:cubicBezTo>
                      <a:pt x="61" y="62"/>
                      <a:pt x="54" y="67"/>
                      <a:pt x="45" y="69"/>
                    </a:cubicBezTo>
                    <a:cubicBezTo>
                      <a:pt x="51" y="66"/>
                      <a:pt x="55" y="62"/>
                      <a:pt x="57" y="57"/>
                    </a:cubicBezTo>
                    <a:cubicBezTo>
                      <a:pt x="64" y="41"/>
                      <a:pt x="50" y="20"/>
                      <a:pt x="25" y="8"/>
                    </a:cubicBezTo>
                    <a:cubicBezTo>
                      <a:pt x="17" y="5"/>
                      <a:pt x="7" y="2"/>
                      <a:pt x="0" y="1"/>
                    </a:cubicBezTo>
                    <a:cubicBezTo>
                      <a:pt x="9" y="0"/>
                      <a:pt x="22" y="3"/>
                      <a:pt x="33" y="8"/>
                    </a:cubicBezTo>
                    <a:cubicBezTo>
                      <a:pt x="57" y="19"/>
                      <a:pt x="71" y="40"/>
                      <a:pt x="64" y="55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1" name="Freeform 3856">
                <a:extLst>
                  <a:ext uri="{FF2B5EF4-FFF2-40B4-BE49-F238E27FC236}">
                    <a16:creationId xmlns:a16="http://schemas.microsoft.com/office/drawing/2014/main" id="{A67DAB71-EF2B-4B85-B57E-9014F7B6C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452"/>
                <a:ext cx="134" cy="133"/>
              </a:xfrm>
              <a:custGeom>
                <a:avLst/>
                <a:gdLst>
                  <a:gd name="T0" fmla="*/ 599 w 74"/>
                  <a:gd name="T1" fmla="*/ 509 h 69"/>
                  <a:gd name="T2" fmla="*/ 1655 w 74"/>
                  <a:gd name="T3" fmla="*/ 3136 h 69"/>
                  <a:gd name="T4" fmla="*/ 2519 w 74"/>
                  <a:gd name="T5" fmla="*/ 3497 h 69"/>
                  <a:gd name="T6" fmla="*/ 2470 w 74"/>
                  <a:gd name="T7" fmla="*/ 3529 h 69"/>
                  <a:gd name="T8" fmla="*/ 2430 w 74"/>
                  <a:gd name="T9" fmla="*/ 3529 h 69"/>
                  <a:gd name="T10" fmla="*/ 1391 w 74"/>
                  <a:gd name="T11" fmla="*/ 3188 h 69"/>
                  <a:gd name="T12" fmla="*/ 255 w 74"/>
                  <a:gd name="T13" fmla="*/ 717 h 69"/>
                  <a:gd name="T14" fmla="*/ 914 w 74"/>
                  <a:gd name="T15" fmla="*/ 0 h 69"/>
                  <a:gd name="T16" fmla="*/ 599 w 74"/>
                  <a:gd name="T17" fmla="*/ 509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69">
                    <a:moveTo>
                      <a:pt x="17" y="10"/>
                    </a:moveTo>
                    <a:cubicBezTo>
                      <a:pt x="10" y="26"/>
                      <a:pt x="22" y="50"/>
                      <a:pt x="47" y="61"/>
                    </a:cubicBezTo>
                    <a:cubicBezTo>
                      <a:pt x="55" y="64"/>
                      <a:pt x="63" y="67"/>
                      <a:pt x="71" y="68"/>
                    </a:cubicBezTo>
                    <a:cubicBezTo>
                      <a:pt x="72" y="69"/>
                      <a:pt x="74" y="69"/>
                      <a:pt x="70" y="69"/>
                    </a:cubicBezTo>
                    <a:cubicBezTo>
                      <a:pt x="70" y="69"/>
                      <a:pt x="69" y="69"/>
                      <a:pt x="69" y="69"/>
                    </a:cubicBezTo>
                    <a:cubicBezTo>
                      <a:pt x="60" y="69"/>
                      <a:pt x="49" y="67"/>
                      <a:pt x="39" y="62"/>
                    </a:cubicBezTo>
                    <a:cubicBezTo>
                      <a:pt x="15" y="51"/>
                      <a:pt x="0" y="29"/>
                      <a:pt x="7" y="14"/>
                    </a:cubicBezTo>
                    <a:cubicBezTo>
                      <a:pt x="10" y="7"/>
                      <a:pt x="17" y="2"/>
                      <a:pt x="26" y="0"/>
                    </a:cubicBezTo>
                    <a:cubicBezTo>
                      <a:pt x="22" y="3"/>
                      <a:pt x="19" y="6"/>
                      <a:pt x="17" y="10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2" name="Freeform 3857">
                <a:extLst>
                  <a:ext uri="{FF2B5EF4-FFF2-40B4-BE49-F238E27FC236}">
                    <a16:creationId xmlns:a16="http://schemas.microsoft.com/office/drawing/2014/main" id="{71E94B71-2059-425B-BAAF-FF640E45E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506"/>
                <a:ext cx="20" cy="23"/>
              </a:xfrm>
              <a:custGeom>
                <a:avLst/>
                <a:gdLst>
                  <a:gd name="T0" fmla="*/ 0 w 11"/>
                  <a:gd name="T1" fmla="*/ 309 h 12"/>
                  <a:gd name="T2" fmla="*/ 175 w 11"/>
                  <a:gd name="T3" fmla="*/ 592 h 12"/>
                  <a:gd name="T4" fmla="*/ 391 w 11"/>
                  <a:gd name="T5" fmla="*/ 309 h 12"/>
                  <a:gd name="T6" fmla="*/ 215 w 11"/>
                  <a:gd name="T7" fmla="*/ 0 h 12"/>
                  <a:gd name="T8" fmla="*/ 0 w 11"/>
                  <a:gd name="T9" fmla="*/ 30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cubicBezTo>
                      <a:pt x="0" y="9"/>
                      <a:pt x="2" y="12"/>
                      <a:pt x="5" y="12"/>
                    </a:cubicBezTo>
                    <a:cubicBezTo>
                      <a:pt x="9" y="12"/>
                      <a:pt x="11" y="9"/>
                      <a:pt x="11" y="6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3" name="Freeform 3858">
                <a:extLst>
                  <a:ext uri="{FF2B5EF4-FFF2-40B4-BE49-F238E27FC236}">
                    <a16:creationId xmlns:a16="http://schemas.microsoft.com/office/drawing/2014/main" id="{2024F55E-3CFD-48B2-91B9-52402A3B4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528"/>
                <a:ext cx="16" cy="15"/>
              </a:xfrm>
              <a:custGeom>
                <a:avLst/>
                <a:gdLst>
                  <a:gd name="T0" fmla="*/ 37 w 9"/>
                  <a:gd name="T1" fmla="*/ 186 h 8"/>
                  <a:gd name="T2" fmla="*/ 117 w 9"/>
                  <a:gd name="T3" fmla="*/ 349 h 8"/>
                  <a:gd name="T4" fmla="*/ 281 w 9"/>
                  <a:gd name="T5" fmla="*/ 186 h 8"/>
                  <a:gd name="T6" fmla="*/ 158 w 9"/>
                  <a:gd name="T7" fmla="*/ 0 h 8"/>
                  <a:gd name="T8" fmla="*/ 37 w 9"/>
                  <a:gd name="T9" fmla="*/ 18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0" y="6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1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4" name="Freeform 3859">
                <a:extLst>
                  <a:ext uri="{FF2B5EF4-FFF2-40B4-BE49-F238E27FC236}">
                    <a16:creationId xmlns:a16="http://schemas.microsoft.com/office/drawing/2014/main" id="{B34E45B5-12E2-4E0E-B003-0787EF525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493"/>
                <a:ext cx="9" cy="9"/>
              </a:xfrm>
              <a:custGeom>
                <a:avLst/>
                <a:gdLst>
                  <a:gd name="T0" fmla="*/ 0 w 5"/>
                  <a:gd name="T1" fmla="*/ 74 h 5"/>
                  <a:gd name="T2" fmla="*/ 94 w 5"/>
                  <a:gd name="T3" fmla="*/ 169 h 5"/>
                  <a:gd name="T4" fmla="*/ 169 w 5"/>
                  <a:gd name="T5" fmla="*/ 94 h 5"/>
                  <a:gd name="T6" fmla="*/ 94 w 5"/>
                  <a:gd name="T7" fmla="*/ 0 h 5"/>
                  <a:gd name="T8" fmla="*/ 0 w 5"/>
                  <a:gd name="T9" fmla="*/ 7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4"/>
                      <a:pt x="1" y="5"/>
                      <a:pt x="3" y="5"/>
                    </a:cubicBezTo>
                    <a:cubicBezTo>
                      <a:pt x="4" y="5"/>
                      <a:pt x="5" y="4"/>
                      <a:pt x="5" y="3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5" name="Freeform 3860">
                <a:extLst>
                  <a:ext uri="{FF2B5EF4-FFF2-40B4-BE49-F238E27FC236}">
                    <a16:creationId xmlns:a16="http://schemas.microsoft.com/office/drawing/2014/main" id="{4C0E3B53-5807-4645-86EC-775795337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692"/>
                <a:ext cx="91" cy="156"/>
              </a:xfrm>
              <a:custGeom>
                <a:avLst/>
                <a:gdLst>
                  <a:gd name="T0" fmla="*/ 723 w 50"/>
                  <a:gd name="T1" fmla="*/ 4129 h 81"/>
                  <a:gd name="T2" fmla="*/ 0 w 50"/>
                  <a:gd name="T3" fmla="*/ 3521 h 81"/>
                  <a:gd name="T4" fmla="*/ 537 w 50"/>
                  <a:gd name="T5" fmla="*/ 3809 h 81"/>
                  <a:gd name="T6" fmla="*/ 1676 w 50"/>
                  <a:gd name="T7" fmla="*/ 1265 h 81"/>
                  <a:gd name="T8" fmla="*/ 1556 w 50"/>
                  <a:gd name="T9" fmla="*/ 0 h 81"/>
                  <a:gd name="T10" fmla="*/ 1822 w 50"/>
                  <a:gd name="T11" fmla="*/ 1691 h 81"/>
                  <a:gd name="T12" fmla="*/ 723 w 50"/>
                  <a:gd name="T13" fmla="*/ 412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81">
                    <a:moveTo>
                      <a:pt x="20" y="81"/>
                    </a:moveTo>
                    <a:cubicBezTo>
                      <a:pt x="12" y="81"/>
                      <a:pt x="5" y="76"/>
                      <a:pt x="0" y="69"/>
                    </a:cubicBezTo>
                    <a:cubicBezTo>
                      <a:pt x="4" y="73"/>
                      <a:pt x="9" y="75"/>
                      <a:pt x="15" y="75"/>
                    </a:cubicBezTo>
                    <a:cubicBezTo>
                      <a:pt x="32" y="75"/>
                      <a:pt x="46" y="52"/>
                      <a:pt x="46" y="25"/>
                    </a:cubicBezTo>
                    <a:cubicBezTo>
                      <a:pt x="46" y="17"/>
                      <a:pt x="45" y="7"/>
                      <a:pt x="43" y="0"/>
                    </a:cubicBezTo>
                    <a:cubicBezTo>
                      <a:pt x="47" y="8"/>
                      <a:pt x="50" y="21"/>
                      <a:pt x="50" y="33"/>
                    </a:cubicBezTo>
                    <a:cubicBezTo>
                      <a:pt x="50" y="59"/>
                      <a:pt x="36" y="81"/>
                      <a:pt x="20" y="81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6" name="Freeform 3861">
                <a:extLst>
                  <a:ext uri="{FF2B5EF4-FFF2-40B4-BE49-F238E27FC236}">
                    <a16:creationId xmlns:a16="http://schemas.microsoft.com/office/drawing/2014/main" id="{4FA9633C-85A3-46E6-A3C5-7CF9481D9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657"/>
                <a:ext cx="90" cy="160"/>
              </a:xfrm>
              <a:custGeom>
                <a:avLst/>
                <a:gdLst>
                  <a:gd name="T0" fmla="*/ 1283 w 50"/>
                  <a:gd name="T1" fmla="*/ 345 h 83"/>
                  <a:gd name="T2" fmla="*/ 133 w 50"/>
                  <a:gd name="T3" fmla="*/ 2872 h 83"/>
                  <a:gd name="T4" fmla="*/ 239 w 50"/>
                  <a:gd name="T5" fmla="*/ 4106 h 83"/>
                  <a:gd name="T6" fmla="*/ 211 w 50"/>
                  <a:gd name="T7" fmla="*/ 4106 h 83"/>
                  <a:gd name="T8" fmla="*/ 211 w 50"/>
                  <a:gd name="T9" fmla="*/ 4046 h 83"/>
                  <a:gd name="T10" fmla="*/ 0 w 50"/>
                  <a:gd name="T11" fmla="*/ 2500 h 83"/>
                  <a:gd name="T12" fmla="*/ 1021 w 50"/>
                  <a:gd name="T13" fmla="*/ 0 h 83"/>
                  <a:gd name="T14" fmla="*/ 1705 w 50"/>
                  <a:gd name="T15" fmla="*/ 609 h 83"/>
                  <a:gd name="T16" fmla="*/ 1283 w 50"/>
                  <a:gd name="T17" fmla="*/ 345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83">
                    <a:moveTo>
                      <a:pt x="38" y="7"/>
                    </a:moveTo>
                    <a:cubicBezTo>
                      <a:pt x="21" y="7"/>
                      <a:pt x="4" y="28"/>
                      <a:pt x="4" y="56"/>
                    </a:cubicBezTo>
                    <a:cubicBezTo>
                      <a:pt x="4" y="64"/>
                      <a:pt x="5" y="73"/>
                      <a:pt x="7" y="80"/>
                    </a:cubicBezTo>
                    <a:cubicBezTo>
                      <a:pt x="7" y="81"/>
                      <a:pt x="8" y="83"/>
                      <a:pt x="6" y="80"/>
                    </a:cubicBezTo>
                    <a:cubicBezTo>
                      <a:pt x="6" y="80"/>
                      <a:pt x="6" y="79"/>
                      <a:pt x="6" y="79"/>
                    </a:cubicBezTo>
                    <a:cubicBezTo>
                      <a:pt x="2" y="70"/>
                      <a:pt x="0" y="60"/>
                      <a:pt x="0" y="49"/>
                    </a:cubicBezTo>
                    <a:cubicBezTo>
                      <a:pt x="0" y="22"/>
                      <a:pt x="13" y="0"/>
                      <a:pt x="30" y="0"/>
                    </a:cubicBezTo>
                    <a:cubicBezTo>
                      <a:pt x="38" y="0"/>
                      <a:pt x="45" y="4"/>
                      <a:pt x="50" y="12"/>
                    </a:cubicBezTo>
                    <a:cubicBezTo>
                      <a:pt x="47" y="9"/>
                      <a:pt x="42" y="7"/>
                      <a:pt x="38" y="7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7" name="Freeform 3862">
                <a:extLst>
                  <a:ext uri="{FF2B5EF4-FFF2-40B4-BE49-F238E27FC236}">
                    <a16:creationId xmlns:a16="http://schemas.microsoft.com/office/drawing/2014/main" id="{B5054A90-0133-49B9-9FFD-BFF64557E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682"/>
                <a:ext cx="25" cy="25"/>
              </a:xfrm>
              <a:custGeom>
                <a:avLst/>
                <a:gdLst>
                  <a:gd name="T0" fmla="*/ 166 w 14"/>
                  <a:gd name="T1" fmla="*/ 56 h 13"/>
                  <a:gd name="T2" fmla="*/ 73 w 14"/>
                  <a:gd name="T3" fmla="*/ 448 h 13"/>
                  <a:gd name="T4" fmla="*/ 296 w 14"/>
                  <a:gd name="T5" fmla="*/ 602 h 13"/>
                  <a:gd name="T6" fmla="*/ 386 w 14"/>
                  <a:gd name="T7" fmla="*/ 208 h 13"/>
                  <a:gd name="T8" fmla="*/ 166 w 14"/>
                  <a:gd name="T9" fmla="*/ 5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"/>
                    </a:moveTo>
                    <a:cubicBezTo>
                      <a:pt x="2" y="2"/>
                      <a:pt x="0" y="6"/>
                      <a:pt x="2" y="9"/>
                    </a:cubicBezTo>
                    <a:cubicBezTo>
                      <a:pt x="3" y="12"/>
                      <a:pt x="6" y="13"/>
                      <a:pt x="9" y="12"/>
                    </a:cubicBezTo>
                    <a:cubicBezTo>
                      <a:pt x="12" y="11"/>
                      <a:pt x="14" y="7"/>
                      <a:pt x="12" y="4"/>
                    </a:cubicBezTo>
                    <a:cubicBezTo>
                      <a:pt x="11" y="1"/>
                      <a:pt x="8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8" name="Freeform 3863">
                <a:extLst>
                  <a:ext uri="{FF2B5EF4-FFF2-40B4-BE49-F238E27FC236}">
                    <a16:creationId xmlns:a16="http://schemas.microsoft.com/office/drawing/2014/main" id="{6D42D84D-6BEE-4296-A6DF-609DF320F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707"/>
                <a:ext cx="16" cy="18"/>
              </a:xfrm>
              <a:custGeom>
                <a:avLst/>
                <a:gdLst>
                  <a:gd name="T0" fmla="*/ 89 w 9"/>
                  <a:gd name="T1" fmla="*/ 64 h 9"/>
                  <a:gd name="T2" fmla="*/ 37 w 9"/>
                  <a:gd name="T3" fmla="*/ 384 h 9"/>
                  <a:gd name="T4" fmla="*/ 203 w 9"/>
                  <a:gd name="T5" fmla="*/ 512 h 9"/>
                  <a:gd name="T6" fmla="*/ 247 w 9"/>
                  <a:gd name="T7" fmla="*/ 192 h 9"/>
                  <a:gd name="T8" fmla="*/ 89 w 9"/>
                  <a:gd name="T9" fmla="*/ 6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1" y="1"/>
                      <a:pt x="0" y="4"/>
                      <a:pt x="1" y="6"/>
                    </a:cubicBezTo>
                    <a:cubicBezTo>
                      <a:pt x="1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9" name="Freeform 3864">
                <a:extLst>
                  <a:ext uri="{FF2B5EF4-FFF2-40B4-BE49-F238E27FC236}">
                    <a16:creationId xmlns:a16="http://schemas.microsoft.com/office/drawing/2014/main" id="{46891F89-B3C4-4965-9023-956B47238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674"/>
                <a:ext cx="11" cy="12"/>
              </a:xfrm>
              <a:custGeom>
                <a:avLst/>
                <a:gdLst>
                  <a:gd name="T0" fmla="*/ 81 w 6"/>
                  <a:gd name="T1" fmla="*/ 0 h 6"/>
                  <a:gd name="T2" fmla="*/ 44 w 6"/>
                  <a:gd name="T3" fmla="*/ 256 h 6"/>
                  <a:gd name="T4" fmla="*/ 149 w 6"/>
                  <a:gd name="T5" fmla="*/ 320 h 6"/>
                  <a:gd name="T6" fmla="*/ 193 w 6"/>
                  <a:gd name="T7" fmla="*/ 128 h 6"/>
                  <a:gd name="T8" fmla="*/ 81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1" y="5"/>
                      <a:pt x="3" y="6"/>
                      <a:pt x="4" y="5"/>
                    </a:cubicBezTo>
                    <a:cubicBezTo>
                      <a:pt x="5" y="5"/>
                      <a:pt x="6" y="3"/>
                      <a:pt x="5" y="2"/>
                    </a:cubicBezTo>
                    <a:cubicBezTo>
                      <a:pt x="5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0" name="Freeform 3865">
                <a:extLst>
                  <a:ext uri="{FF2B5EF4-FFF2-40B4-BE49-F238E27FC236}">
                    <a16:creationId xmlns:a16="http://schemas.microsoft.com/office/drawing/2014/main" id="{4BA12986-9CB0-48F8-903D-177FCE97B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024"/>
                <a:ext cx="26" cy="25"/>
              </a:xfrm>
              <a:custGeom>
                <a:avLst/>
                <a:gdLst>
                  <a:gd name="T0" fmla="*/ 156 w 14"/>
                  <a:gd name="T1" fmla="*/ 108 h 13"/>
                  <a:gd name="T2" fmla="*/ 84 w 14"/>
                  <a:gd name="T3" fmla="*/ 448 h 13"/>
                  <a:gd name="T4" fmla="*/ 418 w 14"/>
                  <a:gd name="T5" fmla="*/ 602 h 13"/>
                  <a:gd name="T6" fmla="*/ 487 w 14"/>
                  <a:gd name="T7" fmla="*/ 208 h 13"/>
                  <a:gd name="T8" fmla="*/ 156 w 14"/>
                  <a:gd name="T9" fmla="*/ 10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4" y="2"/>
                    </a:moveTo>
                    <a:cubicBezTo>
                      <a:pt x="2" y="3"/>
                      <a:pt x="0" y="6"/>
                      <a:pt x="2" y="9"/>
                    </a:cubicBezTo>
                    <a:cubicBezTo>
                      <a:pt x="3" y="12"/>
                      <a:pt x="7" y="13"/>
                      <a:pt x="10" y="12"/>
                    </a:cubicBezTo>
                    <a:cubicBezTo>
                      <a:pt x="12" y="11"/>
                      <a:pt x="14" y="7"/>
                      <a:pt x="12" y="4"/>
                    </a:cubicBezTo>
                    <a:cubicBezTo>
                      <a:pt x="11" y="1"/>
                      <a:pt x="7" y="0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1" name="Freeform 3866">
                <a:extLst>
                  <a:ext uri="{FF2B5EF4-FFF2-40B4-BE49-F238E27FC236}">
                    <a16:creationId xmlns:a16="http://schemas.microsoft.com/office/drawing/2014/main" id="{2A9A267B-69C9-486A-92D7-93C80EE71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049"/>
                <a:ext cx="18" cy="19"/>
              </a:xfrm>
              <a:custGeom>
                <a:avLst/>
                <a:gdLst>
                  <a:gd name="T0" fmla="*/ 94 w 10"/>
                  <a:gd name="T1" fmla="*/ 55 h 10"/>
                  <a:gd name="T2" fmla="*/ 41 w 10"/>
                  <a:gd name="T3" fmla="*/ 329 h 10"/>
                  <a:gd name="T4" fmla="*/ 239 w 10"/>
                  <a:gd name="T5" fmla="*/ 418 h 10"/>
                  <a:gd name="T6" fmla="*/ 304 w 10"/>
                  <a:gd name="T7" fmla="*/ 144 h 10"/>
                  <a:gd name="T8" fmla="*/ 94 w 10"/>
                  <a:gd name="T9" fmla="*/ 5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3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2" y="9"/>
                      <a:pt x="5" y="10"/>
                      <a:pt x="7" y="9"/>
                    </a:cubicBezTo>
                    <a:cubicBezTo>
                      <a:pt x="9" y="8"/>
                      <a:pt x="10" y="5"/>
                      <a:pt x="9" y="3"/>
                    </a:cubicBezTo>
                    <a:cubicBezTo>
                      <a:pt x="8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2" name="Freeform 3867">
                <a:extLst>
                  <a:ext uri="{FF2B5EF4-FFF2-40B4-BE49-F238E27FC236}">
                    <a16:creationId xmlns:a16="http://schemas.microsoft.com/office/drawing/2014/main" id="{04820E54-EF8F-43F5-AEB4-72E462430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016"/>
                <a:ext cx="11" cy="12"/>
              </a:xfrm>
              <a:custGeom>
                <a:avLst/>
                <a:gdLst>
                  <a:gd name="T0" fmla="*/ 44 w 6"/>
                  <a:gd name="T1" fmla="*/ 0 h 6"/>
                  <a:gd name="T2" fmla="*/ 0 w 6"/>
                  <a:gd name="T3" fmla="*/ 256 h 6"/>
                  <a:gd name="T4" fmla="*/ 149 w 6"/>
                  <a:gd name="T5" fmla="*/ 320 h 6"/>
                  <a:gd name="T6" fmla="*/ 193 w 6"/>
                  <a:gd name="T7" fmla="*/ 128 h 6"/>
                  <a:gd name="T8" fmla="*/ 44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6"/>
                      <a:pt x="4" y="5"/>
                    </a:cubicBezTo>
                    <a:cubicBezTo>
                      <a:pt x="5" y="4"/>
                      <a:pt x="6" y="3"/>
                      <a:pt x="5" y="2"/>
                    </a:cubicBezTo>
                    <a:cubicBezTo>
                      <a:pt x="4" y="0"/>
                      <a:pt x="3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960" name="Freeform 3869">
              <a:extLst>
                <a:ext uri="{FF2B5EF4-FFF2-40B4-BE49-F238E27FC236}">
                  <a16:creationId xmlns:a16="http://schemas.microsoft.com/office/drawing/2014/main" id="{D26F59A0-EF9D-48D6-A37F-2DAAA87E4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275"/>
              <a:ext cx="145" cy="152"/>
            </a:xfrm>
            <a:custGeom>
              <a:avLst/>
              <a:gdLst>
                <a:gd name="T0" fmla="*/ 2483 w 80"/>
                <a:gd name="T1" fmla="*/ 0 h 79"/>
                <a:gd name="T2" fmla="*/ 1803 w 80"/>
                <a:gd name="T3" fmla="*/ 2480 h 79"/>
                <a:gd name="T4" fmla="*/ 0 w 80"/>
                <a:gd name="T5" fmla="*/ 3398 h 79"/>
                <a:gd name="T6" fmla="*/ 0 w 80"/>
                <a:gd name="T7" fmla="*/ 3398 h 79"/>
                <a:gd name="T8" fmla="*/ 1921 w 80"/>
                <a:gd name="T9" fmla="*/ 2684 h 79"/>
                <a:gd name="T10" fmla="*/ 2483 w 80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9">
                  <a:moveTo>
                    <a:pt x="70" y="0"/>
                  </a:moveTo>
                  <a:cubicBezTo>
                    <a:pt x="74" y="13"/>
                    <a:pt x="66" y="34"/>
                    <a:pt x="51" y="49"/>
                  </a:cubicBezTo>
                  <a:cubicBezTo>
                    <a:pt x="34" y="66"/>
                    <a:pt x="13" y="73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2" y="79"/>
                    <a:pt x="36" y="72"/>
                    <a:pt x="54" y="53"/>
                  </a:cubicBezTo>
                  <a:cubicBezTo>
                    <a:pt x="72" y="35"/>
                    <a:pt x="80" y="12"/>
                    <a:pt x="70" y="0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1" name="Freeform 3870">
              <a:extLst>
                <a:ext uri="{FF2B5EF4-FFF2-40B4-BE49-F238E27FC236}">
                  <a16:creationId xmlns:a16="http://schemas.microsoft.com/office/drawing/2014/main" id="{B0916983-41B1-4C3E-ACC6-932A1FF5B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248"/>
              <a:ext cx="152" cy="158"/>
            </a:xfrm>
            <a:custGeom>
              <a:avLst/>
              <a:gdLst>
                <a:gd name="T0" fmla="*/ 1084 w 84"/>
                <a:gd name="T1" fmla="*/ 1545 h 82"/>
                <a:gd name="T2" fmla="*/ 2848 w 84"/>
                <a:gd name="T3" fmla="*/ 609 h 82"/>
                <a:gd name="T4" fmla="*/ 2848 w 84"/>
                <a:gd name="T5" fmla="*/ 609 h 82"/>
                <a:gd name="T6" fmla="*/ 914 w 84"/>
                <a:gd name="T7" fmla="*/ 1322 h 82"/>
                <a:gd name="T8" fmla="*/ 425 w 84"/>
                <a:gd name="T9" fmla="*/ 4150 h 82"/>
                <a:gd name="T10" fmla="*/ 425 w 84"/>
                <a:gd name="T11" fmla="*/ 4150 h 82"/>
                <a:gd name="T12" fmla="*/ 1084 w 84"/>
                <a:gd name="T13" fmla="*/ 1545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82">
                  <a:moveTo>
                    <a:pt x="31" y="30"/>
                  </a:moveTo>
                  <a:cubicBezTo>
                    <a:pt x="46" y="15"/>
                    <a:pt x="69" y="7"/>
                    <a:pt x="81" y="12"/>
                  </a:cubicBezTo>
                  <a:cubicBezTo>
                    <a:pt x="84" y="14"/>
                    <a:pt x="84" y="14"/>
                    <a:pt x="81" y="12"/>
                  </a:cubicBezTo>
                  <a:cubicBezTo>
                    <a:pt x="70" y="0"/>
                    <a:pt x="46" y="7"/>
                    <a:pt x="26" y="26"/>
                  </a:cubicBezTo>
                  <a:cubicBezTo>
                    <a:pt x="7" y="45"/>
                    <a:pt x="0" y="69"/>
                    <a:pt x="12" y="81"/>
                  </a:cubicBezTo>
                  <a:cubicBezTo>
                    <a:pt x="13" y="82"/>
                    <a:pt x="12" y="81"/>
                    <a:pt x="12" y="81"/>
                  </a:cubicBezTo>
                  <a:cubicBezTo>
                    <a:pt x="5" y="63"/>
                    <a:pt x="16" y="45"/>
                    <a:pt x="31" y="30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2" name="Freeform 3871">
              <a:extLst>
                <a:ext uri="{FF2B5EF4-FFF2-40B4-BE49-F238E27FC236}">
                  <a16:creationId xmlns:a16="http://schemas.microsoft.com/office/drawing/2014/main" id="{49C29440-98C4-41C6-94F5-BFEACA0AA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319"/>
              <a:ext cx="24" cy="25"/>
            </a:xfrm>
            <a:custGeom>
              <a:avLst/>
              <a:gdLst>
                <a:gd name="T0" fmla="*/ 150 w 13"/>
                <a:gd name="T1" fmla="*/ 56 h 13"/>
                <a:gd name="T2" fmla="*/ 44 w 13"/>
                <a:gd name="T3" fmla="*/ 448 h 13"/>
                <a:gd name="T4" fmla="*/ 358 w 13"/>
                <a:gd name="T5" fmla="*/ 602 h 13"/>
                <a:gd name="T6" fmla="*/ 476 w 13"/>
                <a:gd name="T7" fmla="*/ 208 h 13"/>
                <a:gd name="T8" fmla="*/ 150 w 13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4" y="1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3" y="12"/>
                    <a:pt x="6" y="13"/>
                    <a:pt x="9" y="12"/>
                  </a:cubicBezTo>
                  <a:cubicBezTo>
                    <a:pt x="12" y="11"/>
                    <a:pt x="13" y="7"/>
                    <a:pt x="12" y="4"/>
                  </a:cubicBezTo>
                  <a:cubicBezTo>
                    <a:pt x="10" y="1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3" name="Freeform 3872">
              <a:extLst>
                <a:ext uri="{FF2B5EF4-FFF2-40B4-BE49-F238E27FC236}">
                  <a16:creationId xmlns:a16="http://schemas.microsoft.com/office/drawing/2014/main" id="{8CBF778F-8F9D-46A4-82CB-AC090366F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344"/>
              <a:ext cx="17" cy="18"/>
            </a:xfrm>
            <a:custGeom>
              <a:avLst/>
              <a:gdLst>
                <a:gd name="T0" fmla="*/ 144 w 9"/>
                <a:gd name="T1" fmla="*/ 64 h 9"/>
                <a:gd name="T2" fmla="*/ 53 w 9"/>
                <a:gd name="T3" fmla="*/ 448 h 9"/>
                <a:gd name="T4" fmla="*/ 272 w 9"/>
                <a:gd name="T5" fmla="*/ 512 h 9"/>
                <a:gd name="T6" fmla="*/ 357 w 9"/>
                <a:gd name="T7" fmla="*/ 192 h 9"/>
                <a:gd name="T8" fmla="*/ 144 w 9"/>
                <a:gd name="T9" fmla="*/ 6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1" y="2"/>
                    <a:pt x="0" y="4"/>
                    <a:pt x="1" y="7"/>
                  </a:cubicBezTo>
                  <a:cubicBezTo>
                    <a:pt x="2" y="9"/>
                    <a:pt x="4" y="9"/>
                    <a:pt x="6" y="8"/>
                  </a:cubicBezTo>
                  <a:cubicBezTo>
                    <a:pt x="8" y="8"/>
                    <a:pt x="9" y="5"/>
                    <a:pt x="8" y="3"/>
                  </a:cubicBezTo>
                  <a:cubicBezTo>
                    <a:pt x="7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4" name="Freeform 3873">
              <a:extLst>
                <a:ext uri="{FF2B5EF4-FFF2-40B4-BE49-F238E27FC236}">
                  <a16:creationId xmlns:a16="http://schemas.microsoft.com/office/drawing/2014/main" id="{64228B2A-A14A-46C6-97A0-9B6BEBDBE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311"/>
              <a:ext cx="11" cy="12"/>
            </a:xfrm>
            <a:custGeom>
              <a:avLst/>
              <a:gdLst>
                <a:gd name="T0" fmla="*/ 81 w 6"/>
                <a:gd name="T1" fmla="*/ 0 h 6"/>
                <a:gd name="T2" fmla="*/ 44 w 6"/>
                <a:gd name="T3" fmla="*/ 256 h 6"/>
                <a:gd name="T4" fmla="*/ 149 w 6"/>
                <a:gd name="T5" fmla="*/ 320 h 6"/>
                <a:gd name="T6" fmla="*/ 229 w 6"/>
                <a:gd name="T7" fmla="*/ 64 h 6"/>
                <a:gd name="T8" fmla="*/ 81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1" y="5"/>
                    <a:pt x="3" y="6"/>
                    <a:pt x="4" y="5"/>
                  </a:cubicBezTo>
                  <a:cubicBezTo>
                    <a:pt x="6" y="4"/>
                    <a:pt x="6" y="3"/>
                    <a:pt x="6" y="1"/>
                  </a:cubicBezTo>
                  <a:cubicBezTo>
                    <a:pt x="5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5" name="Freeform 3874">
              <a:extLst>
                <a:ext uri="{FF2B5EF4-FFF2-40B4-BE49-F238E27FC236}">
                  <a16:creationId xmlns:a16="http://schemas.microsoft.com/office/drawing/2014/main" id="{D59A669E-C679-49B4-A50C-BAA5C0CE2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491"/>
              <a:ext cx="172" cy="102"/>
            </a:xfrm>
            <a:custGeom>
              <a:avLst/>
              <a:gdLst>
                <a:gd name="T0" fmla="*/ 3170 w 95"/>
                <a:gd name="T1" fmla="*/ 0 h 53"/>
                <a:gd name="T2" fmla="*/ 1897 w 95"/>
                <a:gd name="T3" fmla="*/ 1919 h 53"/>
                <a:gd name="T4" fmla="*/ 0 w 95"/>
                <a:gd name="T5" fmla="*/ 1767 h 53"/>
                <a:gd name="T6" fmla="*/ 0 w 95"/>
                <a:gd name="T7" fmla="*/ 1767 h 53"/>
                <a:gd name="T8" fmla="*/ 1964 w 95"/>
                <a:gd name="T9" fmla="*/ 2196 h 53"/>
                <a:gd name="T10" fmla="*/ 3170 w 95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53">
                  <a:moveTo>
                    <a:pt x="90" y="0"/>
                  </a:moveTo>
                  <a:cubicBezTo>
                    <a:pt x="89" y="14"/>
                    <a:pt x="74" y="30"/>
                    <a:pt x="54" y="38"/>
                  </a:cubicBezTo>
                  <a:cubicBezTo>
                    <a:pt x="32" y="47"/>
                    <a:pt x="10" y="4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6" y="50"/>
                    <a:pt x="31" y="53"/>
                    <a:pt x="56" y="43"/>
                  </a:cubicBezTo>
                  <a:cubicBezTo>
                    <a:pt x="79" y="33"/>
                    <a:pt x="95" y="15"/>
                    <a:pt x="90" y="0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6" name="Freeform 3875">
              <a:extLst>
                <a:ext uri="{FF2B5EF4-FFF2-40B4-BE49-F238E27FC236}">
                  <a16:creationId xmlns:a16="http://schemas.microsoft.com/office/drawing/2014/main" id="{1AD4EAB1-DFA6-40E1-8F2E-2B0B13EE8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450"/>
              <a:ext cx="177" cy="110"/>
            </a:xfrm>
            <a:custGeom>
              <a:avLst/>
              <a:gdLst>
                <a:gd name="T0" fmla="*/ 1505 w 98"/>
                <a:gd name="T1" fmla="*/ 834 h 57"/>
                <a:gd name="T2" fmla="*/ 3323 w 98"/>
                <a:gd name="T3" fmla="*/ 942 h 57"/>
                <a:gd name="T4" fmla="*/ 3363 w 98"/>
                <a:gd name="T5" fmla="*/ 982 h 57"/>
                <a:gd name="T6" fmla="*/ 1425 w 98"/>
                <a:gd name="T7" fmla="*/ 509 h 57"/>
                <a:gd name="T8" fmla="*/ 211 w 98"/>
                <a:gd name="T9" fmla="*/ 2883 h 57"/>
                <a:gd name="T10" fmla="*/ 211 w 98"/>
                <a:gd name="T11" fmla="*/ 2883 h 57"/>
                <a:gd name="T12" fmla="*/ 1505 w 98"/>
                <a:gd name="T13" fmla="*/ 834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57">
                  <a:moveTo>
                    <a:pt x="43" y="16"/>
                  </a:moveTo>
                  <a:cubicBezTo>
                    <a:pt x="63" y="8"/>
                    <a:pt x="87" y="9"/>
                    <a:pt x="96" y="18"/>
                  </a:cubicBezTo>
                  <a:cubicBezTo>
                    <a:pt x="98" y="21"/>
                    <a:pt x="98" y="22"/>
                    <a:pt x="97" y="19"/>
                  </a:cubicBezTo>
                  <a:cubicBezTo>
                    <a:pt x="90" y="3"/>
                    <a:pt x="66" y="0"/>
                    <a:pt x="41" y="10"/>
                  </a:cubicBezTo>
                  <a:cubicBezTo>
                    <a:pt x="15" y="20"/>
                    <a:pt x="0" y="40"/>
                    <a:pt x="6" y="56"/>
                  </a:cubicBezTo>
                  <a:cubicBezTo>
                    <a:pt x="6" y="57"/>
                    <a:pt x="6" y="55"/>
                    <a:pt x="6" y="56"/>
                  </a:cubicBezTo>
                  <a:cubicBezTo>
                    <a:pt x="7" y="36"/>
                    <a:pt x="23" y="25"/>
                    <a:pt x="43" y="16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7" name="Freeform 3876">
              <a:extLst>
                <a:ext uri="{FF2B5EF4-FFF2-40B4-BE49-F238E27FC236}">
                  <a16:creationId xmlns:a16="http://schemas.microsoft.com/office/drawing/2014/main" id="{68C672A6-02A5-48A3-B6F9-99D94C5AC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499"/>
              <a:ext cx="23" cy="25"/>
            </a:xfrm>
            <a:custGeom>
              <a:avLst/>
              <a:gdLst>
                <a:gd name="T0" fmla="*/ 276 w 13"/>
                <a:gd name="T1" fmla="*/ 56 h 13"/>
                <a:gd name="T2" fmla="*/ 37 w 13"/>
                <a:gd name="T3" fmla="*/ 208 h 13"/>
                <a:gd name="T4" fmla="*/ 115 w 13"/>
                <a:gd name="T5" fmla="*/ 602 h 13"/>
                <a:gd name="T6" fmla="*/ 359 w 13"/>
                <a:gd name="T7" fmla="*/ 448 h 13"/>
                <a:gd name="T8" fmla="*/ 276 w 13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9" y="1"/>
                  </a:moveTo>
                  <a:cubicBezTo>
                    <a:pt x="6" y="0"/>
                    <a:pt x="2" y="2"/>
                    <a:pt x="1" y="4"/>
                  </a:cubicBezTo>
                  <a:cubicBezTo>
                    <a:pt x="0" y="7"/>
                    <a:pt x="1" y="11"/>
                    <a:pt x="4" y="12"/>
                  </a:cubicBezTo>
                  <a:cubicBezTo>
                    <a:pt x="7" y="13"/>
                    <a:pt x="11" y="12"/>
                    <a:pt x="12" y="9"/>
                  </a:cubicBezTo>
                  <a:cubicBezTo>
                    <a:pt x="13" y="6"/>
                    <a:pt x="12" y="3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8" name="Freeform 3877">
              <a:extLst>
                <a:ext uri="{FF2B5EF4-FFF2-40B4-BE49-F238E27FC236}">
                  <a16:creationId xmlns:a16="http://schemas.microsoft.com/office/drawing/2014/main" id="{FD9DC8EF-D17A-4EE1-9869-6794F8F2E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485"/>
              <a:ext cx="16" cy="17"/>
            </a:xfrm>
            <a:custGeom>
              <a:avLst/>
              <a:gdLst>
                <a:gd name="T0" fmla="*/ 203 w 9"/>
                <a:gd name="T1" fmla="*/ 53 h 9"/>
                <a:gd name="T2" fmla="*/ 0 w 9"/>
                <a:gd name="T3" fmla="*/ 144 h 9"/>
                <a:gd name="T4" fmla="*/ 89 w 9"/>
                <a:gd name="T5" fmla="*/ 357 h 9"/>
                <a:gd name="T6" fmla="*/ 247 w 9"/>
                <a:gd name="T7" fmla="*/ 272 h 9"/>
                <a:gd name="T8" fmla="*/ 203 w 9"/>
                <a:gd name="T9" fmla="*/ 5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6" y="1"/>
                  </a:moveTo>
                  <a:cubicBezTo>
                    <a:pt x="4" y="0"/>
                    <a:pt x="1" y="1"/>
                    <a:pt x="0" y="3"/>
                  </a:cubicBezTo>
                  <a:cubicBezTo>
                    <a:pt x="0" y="5"/>
                    <a:pt x="1" y="8"/>
                    <a:pt x="3" y="8"/>
                  </a:cubicBezTo>
                  <a:cubicBezTo>
                    <a:pt x="5" y="9"/>
                    <a:pt x="7" y="8"/>
                    <a:pt x="8" y="6"/>
                  </a:cubicBezTo>
                  <a:cubicBezTo>
                    <a:pt x="9" y="4"/>
                    <a:pt x="8" y="2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9" name="Freeform 3878">
              <a:extLst>
                <a:ext uri="{FF2B5EF4-FFF2-40B4-BE49-F238E27FC236}">
                  <a16:creationId xmlns:a16="http://schemas.microsoft.com/office/drawing/2014/main" id="{CEEF1855-AC74-46FB-A0E1-F6FD1BE4C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522"/>
              <a:ext cx="11" cy="11"/>
            </a:xfrm>
            <a:custGeom>
              <a:avLst/>
              <a:gdLst>
                <a:gd name="T0" fmla="*/ 193 w 6"/>
                <a:gd name="T1" fmla="*/ 44 h 6"/>
                <a:gd name="T2" fmla="*/ 44 w 6"/>
                <a:gd name="T3" fmla="*/ 44 h 6"/>
                <a:gd name="T4" fmla="*/ 44 w 6"/>
                <a:gd name="T5" fmla="*/ 193 h 6"/>
                <a:gd name="T6" fmla="*/ 193 w 6"/>
                <a:gd name="T7" fmla="*/ 193 h 6"/>
                <a:gd name="T8" fmla="*/ 193 w 6"/>
                <a:gd name="T9" fmla="*/ 4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6"/>
                    <a:pt x="4" y="6"/>
                    <a:pt x="5" y="5"/>
                  </a:cubicBezTo>
                  <a:cubicBezTo>
                    <a:pt x="6" y="4"/>
                    <a:pt x="6" y="2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0" name="Freeform 3879">
              <a:extLst>
                <a:ext uri="{FF2B5EF4-FFF2-40B4-BE49-F238E27FC236}">
                  <a16:creationId xmlns:a16="http://schemas.microsoft.com/office/drawing/2014/main" id="{AD8C232B-1A08-4C1C-A8B8-68392BD8D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460"/>
              <a:ext cx="114" cy="66"/>
            </a:xfrm>
            <a:custGeom>
              <a:avLst/>
              <a:gdLst>
                <a:gd name="T0" fmla="*/ 2079 w 63"/>
                <a:gd name="T1" fmla="*/ 0 h 34"/>
                <a:gd name="T2" fmla="*/ 2209 w 63"/>
                <a:gd name="T3" fmla="*/ 584 h 34"/>
                <a:gd name="T4" fmla="*/ 0 w 63"/>
                <a:gd name="T5" fmla="*/ 1813 h 34"/>
                <a:gd name="T6" fmla="*/ 1998 w 63"/>
                <a:gd name="T7" fmla="*/ 468 h 34"/>
                <a:gd name="T8" fmla="*/ 2079 w 6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4">
                  <a:moveTo>
                    <a:pt x="59" y="0"/>
                  </a:moveTo>
                  <a:cubicBezTo>
                    <a:pt x="60" y="4"/>
                    <a:pt x="63" y="10"/>
                    <a:pt x="63" y="1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4"/>
                    <a:pt x="55" y="13"/>
                    <a:pt x="57" y="9"/>
                  </a:cubicBezTo>
                  <a:cubicBezTo>
                    <a:pt x="58" y="5"/>
                    <a:pt x="59" y="1"/>
                    <a:pt x="59" y="0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1" name="Freeform 3880">
              <a:extLst>
                <a:ext uri="{FF2B5EF4-FFF2-40B4-BE49-F238E27FC236}">
                  <a16:creationId xmlns:a16="http://schemas.microsoft.com/office/drawing/2014/main" id="{6432959B-F82A-4574-9B26-A3905B9F7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740"/>
              <a:ext cx="128" cy="23"/>
            </a:xfrm>
            <a:custGeom>
              <a:avLst/>
              <a:gdLst>
                <a:gd name="T0" fmla="*/ 2437 w 71"/>
                <a:gd name="T1" fmla="*/ 0 h 12"/>
                <a:gd name="T2" fmla="*/ 2437 w 71"/>
                <a:gd name="T3" fmla="*/ 592 h 12"/>
                <a:gd name="T4" fmla="*/ 0 w 71"/>
                <a:gd name="T5" fmla="*/ 544 h 12"/>
                <a:gd name="T6" fmla="*/ 2272 w 71"/>
                <a:gd name="T7" fmla="*/ 337 h 12"/>
                <a:gd name="T8" fmla="*/ 2437 w 7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2">
                  <a:moveTo>
                    <a:pt x="71" y="0"/>
                  </a:moveTo>
                  <a:cubicBezTo>
                    <a:pt x="71" y="3"/>
                    <a:pt x="71" y="11"/>
                    <a:pt x="71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62" y="10"/>
                    <a:pt x="66" y="7"/>
                  </a:cubicBezTo>
                  <a:cubicBezTo>
                    <a:pt x="69" y="4"/>
                    <a:pt x="71" y="0"/>
                    <a:pt x="71" y="0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2" name="Freeform 3881">
              <a:extLst>
                <a:ext uri="{FF2B5EF4-FFF2-40B4-BE49-F238E27FC236}">
                  <a16:creationId xmlns:a16="http://schemas.microsoft.com/office/drawing/2014/main" id="{ADF8CEE7-97BD-4FA4-B6D2-E8F826CD2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742"/>
              <a:ext cx="132" cy="23"/>
            </a:xfrm>
            <a:custGeom>
              <a:avLst/>
              <a:gdLst>
                <a:gd name="T0" fmla="*/ 0 w 73"/>
                <a:gd name="T1" fmla="*/ 0 h 12"/>
                <a:gd name="T2" fmla="*/ 0 w 73"/>
                <a:gd name="T3" fmla="*/ 592 h 12"/>
                <a:gd name="T4" fmla="*/ 2553 w 73"/>
                <a:gd name="T5" fmla="*/ 485 h 12"/>
                <a:gd name="T6" fmla="*/ 213 w 73"/>
                <a:gd name="T7" fmla="*/ 337 h 12"/>
                <a:gd name="T8" fmla="*/ 0 w 7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2">
                  <a:moveTo>
                    <a:pt x="0" y="0"/>
                  </a:moveTo>
                  <a:cubicBezTo>
                    <a:pt x="1" y="4"/>
                    <a:pt x="1" y="11"/>
                    <a:pt x="0" y="12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10"/>
                    <a:pt x="9" y="10"/>
                    <a:pt x="6" y="7"/>
                  </a:cubicBezTo>
                  <a:cubicBezTo>
                    <a:pt x="3" y="4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3" name="Freeform 3882">
              <a:extLst>
                <a:ext uri="{FF2B5EF4-FFF2-40B4-BE49-F238E27FC236}">
                  <a16:creationId xmlns:a16="http://schemas.microsoft.com/office/drawing/2014/main" id="{5B7C1582-7F45-4394-B26E-CA2012558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989"/>
              <a:ext cx="116" cy="54"/>
            </a:xfrm>
            <a:custGeom>
              <a:avLst/>
              <a:gdLst>
                <a:gd name="T0" fmla="*/ 0 w 64"/>
                <a:gd name="T1" fmla="*/ 881 h 28"/>
                <a:gd name="T2" fmla="*/ 145 w 64"/>
                <a:gd name="T3" fmla="*/ 1443 h 28"/>
                <a:gd name="T4" fmla="*/ 2269 w 64"/>
                <a:gd name="T5" fmla="*/ 0 h 28"/>
                <a:gd name="T6" fmla="*/ 292 w 64"/>
                <a:gd name="T7" fmla="*/ 1090 h 28"/>
                <a:gd name="T8" fmla="*/ 0 w 64"/>
                <a:gd name="T9" fmla="*/ 88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8">
                  <a:moveTo>
                    <a:pt x="0" y="17"/>
                  </a:moveTo>
                  <a:cubicBezTo>
                    <a:pt x="2" y="20"/>
                    <a:pt x="4" y="27"/>
                    <a:pt x="4" y="28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12" y="23"/>
                    <a:pt x="8" y="21"/>
                  </a:cubicBezTo>
                  <a:cubicBezTo>
                    <a:pt x="3" y="20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4" name="Freeform 3883">
              <a:extLst>
                <a:ext uri="{FF2B5EF4-FFF2-40B4-BE49-F238E27FC236}">
                  <a16:creationId xmlns:a16="http://schemas.microsoft.com/office/drawing/2014/main" id="{E5BF17E0-CA15-43D2-A7E4-64CFE19B3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217"/>
              <a:ext cx="79" cy="77"/>
            </a:xfrm>
            <a:custGeom>
              <a:avLst/>
              <a:gdLst>
                <a:gd name="T0" fmla="*/ 0 w 44"/>
                <a:gd name="T1" fmla="*/ 1634 h 40"/>
                <a:gd name="T2" fmla="*/ 260 w 44"/>
                <a:gd name="T3" fmla="*/ 2035 h 40"/>
                <a:gd name="T4" fmla="*/ 1476 w 44"/>
                <a:gd name="T5" fmla="*/ 0 h 40"/>
                <a:gd name="T6" fmla="*/ 300 w 44"/>
                <a:gd name="T7" fmla="*/ 1690 h 40"/>
                <a:gd name="T8" fmla="*/ 0 w 44"/>
                <a:gd name="T9" fmla="*/ 163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0">
                  <a:moveTo>
                    <a:pt x="0" y="32"/>
                  </a:moveTo>
                  <a:cubicBezTo>
                    <a:pt x="3" y="34"/>
                    <a:pt x="8" y="39"/>
                    <a:pt x="8" y="4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13" y="33"/>
                    <a:pt x="9" y="33"/>
                  </a:cubicBezTo>
                  <a:cubicBezTo>
                    <a:pt x="4" y="33"/>
                    <a:pt x="1" y="32"/>
                    <a:pt x="0" y="32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5" name="Freeform 3884">
              <a:extLst>
                <a:ext uri="{FF2B5EF4-FFF2-40B4-BE49-F238E27FC236}">
                  <a16:creationId xmlns:a16="http://schemas.microsoft.com/office/drawing/2014/main" id="{C4034E74-28D3-431E-88C6-72C42CFD8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402"/>
              <a:ext cx="40" cy="58"/>
            </a:xfrm>
            <a:custGeom>
              <a:avLst/>
              <a:gdLst>
                <a:gd name="T0" fmla="*/ 0 w 22"/>
                <a:gd name="T1" fmla="*/ 1357 h 30"/>
                <a:gd name="T2" fmla="*/ 391 w 22"/>
                <a:gd name="T3" fmla="*/ 1570 h 30"/>
                <a:gd name="T4" fmla="*/ 800 w 22"/>
                <a:gd name="T5" fmla="*/ 0 h 30"/>
                <a:gd name="T6" fmla="*/ 318 w 22"/>
                <a:gd name="T7" fmla="*/ 1185 h 30"/>
                <a:gd name="T8" fmla="*/ 0 w 22"/>
                <a:gd name="T9" fmla="*/ 135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0">
                  <a:moveTo>
                    <a:pt x="0" y="26"/>
                  </a:moveTo>
                  <a:cubicBezTo>
                    <a:pt x="4" y="26"/>
                    <a:pt x="11" y="29"/>
                    <a:pt x="11" y="3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13" y="21"/>
                    <a:pt x="9" y="23"/>
                  </a:cubicBezTo>
                  <a:cubicBezTo>
                    <a:pt x="5" y="25"/>
                    <a:pt x="1" y="25"/>
                    <a:pt x="0" y="26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6" name="Freeform 3885">
              <a:extLst>
                <a:ext uri="{FF2B5EF4-FFF2-40B4-BE49-F238E27FC236}">
                  <a16:creationId xmlns:a16="http://schemas.microsoft.com/office/drawing/2014/main" id="{F3ECE2CD-E978-4A54-8739-8BA7FCEBA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392"/>
              <a:ext cx="29" cy="68"/>
            </a:xfrm>
            <a:custGeom>
              <a:avLst/>
              <a:gdLst>
                <a:gd name="T0" fmla="*/ 174 w 16"/>
                <a:gd name="T1" fmla="*/ 1877 h 35"/>
                <a:gd name="T2" fmla="*/ 571 w 16"/>
                <a:gd name="T3" fmla="*/ 1613 h 35"/>
                <a:gd name="T4" fmla="*/ 0 w 16"/>
                <a:gd name="T5" fmla="*/ 0 h 35"/>
                <a:gd name="T6" fmla="*/ 359 w 16"/>
                <a:gd name="T7" fmla="*/ 1438 h 35"/>
                <a:gd name="T8" fmla="*/ 174 w 16"/>
                <a:gd name="T9" fmla="*/ 187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5" y="35"/>
                  </a:moveTo>
                  <a:cubicBezTo>
                    <a:pt x="9" y="33"/>
                    <a:pt x="15" y="31"/>
                    <a:pt x="16" y="3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1" y="23"/>
                    <a:pt x="10" y="27"/>
                  </a:cubicBezTo>
                  <a:cubicBezTo>
                    <a:pt x="8" y="32"/>
                    <a:pt x="6" y="35"/>
                    <a:pt x="5" y="35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7" name="Freeform 3886">
              <a:extLst>
                <a:ext uri="{FF2B5EF4-FFF2-40B4-BE49-F238E27FC236}">
                  <a16:creationId xmlns:a16="http://schemas.microsoft.com/office/drawing/2014/main" id="{C349B569-FC56-4F1E-9CBE-8EF9D98E2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209"/>
              <a:ext cx="71" cy="87"/>
            </a:xfrm>
            <a:custGeom>
              <a:avLst/>
              <a:gdLst>
                <a:gd name="T0" fmla="*/ 1123 w 39"/>
                <a:gd name="T1" fmla="*/ 2347 h 45"/>
                <a:gd name="T2" fmla="*/ 1418 w 39"/>
                <a:gd name="T3" fmla="*/ 1887 h 45"/>
                <a:gd name="T4" fmla="*/ 0 w 39"/>
                <a:gd name="T5" fmla="*/ 0 h 45"/>
                <a:gd name="T6" fmla="*/ 1163 w 39"/>
                <a:gd name="T7" fmla="*/ 1887 h 45"/>
                <a:gd name="T8" fmla="*/ 1123 w 39"/>
                <a:gd name="T9" fmla="*/ 234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5">
                  <a:moveTo>
                    <a:pt x="31" y="45"/>
                  </a:moveTo>
                  <a:cubicBezTo>
                    <a:pt x="33" y="42"/>
                    <a:pt x="38" y="37"/>
                    <a:pt x="39" y="3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2" y="31"/>
                    <a:pt x="32" y="36"/>
                  </a:cubicBezTo>
                  <a:cubicBezTo>
                    <a:pt x="32" y="40"/>
                    <a:pt x="31" y="44"/>
                    <a:pt x="31" y="45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8" name="Freeform 3887">
              <a:extLst>
                <a:ext uri="{FF2B5EF4-FFF2-40B4-BE49-F238E27FC236}">
                  <a16:creationId xmlns:a16="http://schemas.microsoft.com/office/drawing/2014/main" id="{DEEC5C4E-64BF-42F2-8CDE-2C4BA620A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095"/>
              <a:ext cx="103" cy="155"/>
            </a:xfrm>
            <a:custGeom>
              <a:avLst/>
              <a:gdLst>
                <a:gd name="T0" fmla="*/ 1149 w 57"/>
                <a:gd name="T1" fmla="*/ 1017 h 80"/>
                <a:gd name="T2" fmla="*/ 0 w 57"/>
                <a:gd name="T3" fmla="*/ 0 h 80"/>
                <a:gd name="T4" fmla="*/ 907 w 57"/>
                <a:gd name="T5" fmla="*/ 901 h 80"/>
                <a:gd name="T6" fmla="*/ 1464 w 57"/>
                <a:gd name="T7" fmla="*/ 3848 h 80"/>
                <a:gd name="T8" fmla="*/ 1120 w 57"/>
                <a:gd name="T9" fmla="*/ 4175 h 80"/>
                <a:gd name="T10" fmla="*/ 1003 w 57"/>
                <a:gd name="T11" fmla="*/ 4228 h 80"/>
                <a:gd name="T12" fmla="*/ 1558 w 57"/>
                <a:gd name="T13" fmla="*/ 3956 h 80"/>
                <a:gd name="T14" fmla="*/ 1149 w 57"/>
                <a:gd name="T15" fmla="*/ 1017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80">
                  <a:moveTo>
                    <a:pt x="33" y="19"/>
                  </a:moveTo>
                  <a:cubicBezTo>
                    <a:pt x="22" y="8"/>
                    <a:pt x="12" y="1"/>
                    <a:pt x="0" y="0"/>
                  </a:cubicBezTo>
                  <a:cubicBezTo>
                    <a:pt x="10" y="2"/>
                    <a:pt x="17" y="9"/>
                    <a:pt x="26" y="17"/>
                  </a:cubicBezTo>
                  <a:cubicBezTo>
                    <a:pt x="45" y="36"/>
                    <a:pt x="53" y="61"/>
                    <a:pt x="42" y="73"/>
                  </a:cubicBezTo>
                  <a:cubicBezTo>
                    <a:pt x="39" y="75"/>
                    <a:pt x="35" y="78"/>
                    <a:pt x="32" y="79"/>
                  </a:cubicBezTo>
                  <a:cubicBezTo>
                    <a:pt x="28" y="79"/>
                    <a:pt x="26" y="80"/>
                    <a:pt x="29" y="80"/>
                  </a:cubicBezTo>
                  <a:cubicBezTo>
                    <a:pt x="36" y="80"/>
                    <a:pt x="41" y="79"/>
                    <a:pt x="45" y="75"/>
                  </a:cubicBezTo>
                  <a:cubicBezTo>
                    <a:pt x="57" y="63"/>
                    <a:pt x="52" y="38"/>
                    <a:pt x="33" y="19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9" name="Freeform 3888">
              <a:extLst>
                <a:ext uri="{FF2B5EF4-FFF2-40B4-BE49-F238E27FC236}">
                  <a16:creationId xmlns:a16="http://schemas.microsoft.com/office/drawing/2014/main" id="{2C91D634-FD96-4999-A773-EB816C4BE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977"/>
              <a:ext cx="81" cy="176"/>
            </a:xfrm>
            <a:custGeom>
              <a:avLst/>
              <a:gdLst>
                <a:gd name="T0" fmla="*/ 947 w 45"/>
                <a:gd name="T1" fmla="*/ 1511 h 91"/>
                <a:gd name="T2" fmla="*/ 641 w 45"/>
                <a:gd name="T3" fmla="*/ 4377 h 91"/>
                <a:gd name="T4" fmla="*/ 0 w 45"/>
                <a:gd name="T5" fmla="*/ 4346 h 91"/>
                <a:gd name="T6" fmla="*/ 851 w 45"/>
                <a:gd name="T7" fmla="*/ 4601 h 91"/>
                <a:gd name="T8" fmla="*/ 1183 w 45"/>
                <a:gd name="T9" fmla="*/ 1735 h 91"/>
                <a:gd name="T10" fmla="*/ 304 w 45"/>
                <a:gd name="T11" fmla="*/ 0 h 91"/>
                <a:gd name="T12" fmla="*/ 947 w 45"/>
                <a:gd name="T13" fmla="*/ 1511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91">
                  <a:moveTo>
                    <a:pt x="28" y="29"/>
                  </a:moveTo>
                  <a:cubicBezTo>
                    <a:pt x="38" y="53"/>
                    <a:pt x="34" y="78"/>
                    <a:pt x="19" y="84"/>
                  </a:cubicBezTo>
                  <a:cubicBezTo>
                    <a:pt x="13" y="86"/>
                    <a:pt x="7" y="86"/>
                    <a:pt x="0" y="83"/>
                  </a:cubicBezTo>
                  <a:cubicBezTo>
                    <a:pt x="9" y="89"/>
                    <a:pt x="18" y="91"/>
                    <a:pt x="25" y="88"/>
                  </a:cubicBezTo>
                  <a:cubicBezTo>
                    <a:pt x="40" y="82"/>
                    <a:pt x="45" y="57"/>
                    <a:pt x="35" y="33"/>
                  </a:cubicBezTo>
                  <a:cubicBezTo>
                    <a:pt x="28" y="18"/>
                    <a:pt x="19" y="5"/>
                    <a:pt x="9" y="0"/>
                  </a:cubicBezTo>
                  <a:cubicBezTo>
                    <a:pt x="17" y="6"/>
                    <a:pt x="23" y="17"/>
                    <a:pt x="28" y="29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0" name="Freeform 3889">
              <a:extLst>
                <a:ext uri="{FF2B5EF4-FFF2-40B4-BE49-F238E27FC236}">
                  <a16:creationId xmlns:a16="http://schemas.microsoft.com/office/drawing/2014/main" id="{E487EA0C-F4CB-43C3-80BF-77F336487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964"/>
              <a:ext cx="67" cy="172"/>
            </a:xfrm>
            <a:custGeom>
              <a:avLst/>
              <a:gdLst>
                <a:gd name="T0" fmla="*/ 357 w 37"/>
                <a:gd name="T1" fmla="*/ 3067 h 89"/>
                <a:gd name="T2" fmla="*/ 1128 w 37"/>
                <a:gd name="T3" fmla="*/ 4634 h 89"/>
                <a:gd name="T4" fmla="*/ 646 w 37"/>
                <a:gd name="T5" fmla="*/ 3127 h 89"/>
                <a:gd name="T6" fmla="*/ 529 w 37"/>
                <a:gd name="T7" fmla="*/ 945 h 89"/>
                <a:gd name="T8" fmla="*/ 1302 w 37"/>
                <a:gd name="T9" fmla="*/ 209 h 89"/>
                <a:gd name="T10" fmla="*/ 703 w 37"/>
                <a:gd name="T11" fmla="*/ 164 h 89"/>
                <a:gd name="T12" fmla="*/ 357 w 37"/>
                <a:gd name="T13" fmla="*/ 3067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9">
                  <a:moveTo>
                    <a:pt x="10" y="59"/>
                  </a:moveTo>
                  <a:cubicBezTo>
                    <a:pt x="16" y="73"/>
                    <a:pt x="23" y="84"/>
                    <a:pt x="32" y="89"/>
                  </a:cubicBezTo>
                  <a:cubicBezTo>
                    <a:pt x="27" y="82"/>
                    <a:pt x="23" y="72"/>
                    <a:pt x="18" y="60"/>
                  </a:cubicBezTo>
                  <a:cubicBezTo>
                    <a:pt x="13" y="45"/>
                    <a:pt x="12" y="27"/>
                    <a:pt x="15" y="18"/>
                  </a:cubicBezTo>
                  <a:cubicBezTo>
                    <a:pt x="16" y="12"/>
                    <a:pt x="25" y="4"/>
                    <a:pt x="37" y="4"/>
                  </a:cubicBezTo>
                  <a:cubicBezTo>
                    <a:pt x="31" y="1"/>
                    <a:pt x="25" y="0"/>
                    <a:pt x="20" y="3"/>
                  </a:cubicBezTo>
                  <a:cubicBezTo>
                    <a:pt x="5" y="9"/>
                    <a:pt x="0" y="35"/>
                    <a:pt x="10" y="59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1" name="Freeform 3890">
              <a:extLst>
                <a:ext uri="{FF2B5EF4-FFF2-40B4-BE49-F238E27FC236}">
                  <a16:creationId xmlns:a16="http://schemas.microsoft.com/office/drawing/2014/main" id="{FDD9CEF1-85FA-4CA1-83AA-740A1D75E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024"/>
              <a:ext cx="20" cy="21"/>
            </a:xfrm>
            <a:custGeom>
              <a:avLst/>
              <a:gdLst>
                <a:gd name="T0" fmla="*/ 80 w 11"/>
                <a:gd name="T1" fmla="*/ 145 h 11"/>
                <a:gd name="T2" fmla="*/ 295 w 11"/>
                <a:gd name="T3" fmla="*/ 105 h 11"/>
                <a:gd name="T4" fmla="*/ 318 w 11"/>
                <a:gd name="T5" fmla="*/ 422 h 11"/>
                <a:gd name="T6" fmla="*/ 96 w 11"/>
                <a:gd name="T7" fmla="*/ 481 h 11"/>
                <a:gd name="T8" fmla="*/ 80 w 11"/>
                <a:gd name="T9" fmla="*/ 14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3"/>
                  </a:moveTo>
                  <a:cubicBezTo>
                    <a:pt x="3" y="0"/>
                    <a:pt x="6" y="0"/>
                    <a:pt x="8" y="2"/>
                  </a:cubicBezTo>
                  <a:cubicBezTo>
                    <a:pt x="11" y="3"/>
                    <a:pt x="11" y="6"/>
                    <a:pt x="9" y="9"/>
                  </a:cubicBez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2" name="Freeform 3891">
              <a:extLst>
                <a:ext uri="{FF2B5EF4-FFF2-40B4-BE49-F238E27FC236}">
                  <a16:creationId xmlns:a16="http://schemas.microsoft.com/office/drawing/2014/main" id="{8945481C-CB99-43CA-BACD-BA5C37CD9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006"/>
              <a:ext cx="9" cy="12"/>
            </a:xfrm>
            <a:custGeom>
              <a:avLst/>
              <a:gdLst>
                <a:gd name="T0" fmla="*/ 0 w 5"/>
                <a:gd name="T1" fmla="*/ 128 h 6"/>
                <a:gd name="T2" fmla="*/ 133 w 5"/>
                <a:gd name="T3" fmla="*/ 64 h 6"/>
                <a:gd name="T4" fmla="*/ 169 w 5"/>
                <a:gd name="T5" fmla="*/ 320 h 6"/>
                <a:gd name="T6" fmla="*/ 41 w 5"/>
                <a:gd name="T7" fmla="*/ 320 h 6"/>
                <a:gd name="T8" fmla="*/ 0 w 5"/>
                <a:gd name="T9" fmla="*/ 1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5" y="2"/>
                    <a:pt x="5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3" name="Freeform 3892">
              <a:extLst>
                <a:ext uri="{FF2B5EF4-FFF2-40B4-BE49-F238E27FC236}">
                  <a16:creationId xmlns:a16="http://schemas.microsoft.com/office/drawing/2014/main" id="{3444A9F2-9DB1-421B-8862-9AF8A894F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049"/>
              <a:ext cx="11" cy="11"/>
            </a:xfrm>
            <a:custGeom>
              <a:avLst/>
              <a:gdLst>
                <a:gd name="T0" fmla="*/ 44 w 6"/>
                <a:gd name="T1" fmla="*/ 81 h 6"/>
                <a:gd name="T2" fmla="*/ 193 w 6"/>
                <a:gd name="T3" fmla="*/ 44 h 6"/>
                <a:gd name="T4" fmla="*/ 229 w 6"/>
                <a:gd name="T5" fmla="*/ 193 h 6"/>
                <a:gd name="T6" fmla="*/ 81 w 6"/>
                <a:gd name="T7" fmla="*/ 229 h 6"/>
                <a:gd name="T8" fmla="*/ 44 w 6"/>
                <a:gd name="T9" fmla="*/ 8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6" y="5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4" name="Freeform 3893">
              <a:extLst>
                <a:ext uri="{FF2B5EF4-FFF2-40B4-BE49-F238E27FC236}">
                  <a16:creationId xmlns:a16="http://schemas.microsoft.com/office/drawing/2014/main" id="{A467F3CE-618F-46AF-AE83-3B76D249B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682"/>
              <a:ext cx="93" cy="170"/>
            </a:xfrm>
            <a:custGeom>
              <a:avLst/>
              <a:gdLst>
                <a:gd name="T0" fmla="*/ 1692 w 51"/>
                <a:gd name="T1" fmla="*/ 1779 h 88"/>
                <a:gd name="T2" fmla="*/ 631 w 51"/>
                <a:gd name="T3" fmla="*/ 4188 h 88"/>
                <a:gd name="T4" fmla="*/ 0 w 51"/>
                <a:gd name="T5" fmla="*/ 3784 h 88"/>
                <a:gd name="T6" fmla="*/ 764 w 51"/>
                <a:gd name="T7" fmla="*/ 4571 h 88"/>
                <a:gd name="T8" fmla="*/ 1878 w 51"/>
                <a:gd name="T9" fmla="*/ 2075 h 88"/>
                <a:gd name="T10" fmla="*/ 1426 w 51"/>
                <a:gd name="T11" fmla="*/ 0 h 88"/>
                <a:gd name="T12" fmla="*/ 1692 w 51"/>
                <a:gd name="T13" fmla="*/ 1779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88">
                  <a:moveTo>
                    <a:pt x="46" y="34"/>
                  </a:moveTo>
                  <a:cubicBezTo>
                    <a:pt x="46" y="60"/>
                    <a:pt x="33" y="81"/>
                    <a:pt x="17" y="81"/>
                  </a:cubicBezTo>
                  <a:cubicBezTo>
                    <a:pt x="11" y="81"/>
                    <a:pt x="5" y="78"/>
                    <a:pt x="0" y="73"/>
                  </a:cubicBezTo>
                  <a:cubicBezTo>
                    <a:pt x="5" y="82"/>
                    <a:pt x="13" y="88"/>
                    <a:pt x="21" y="88"/>
                  </a:cubicBezTo>
                  <a:cubicBezTo>
                    <a:pt x="38" y="88"/>
                    <a:pt x="51" y="67"/>
                    <a:pt x="51" y="40"/>
                  </a:cubicBezTo>
                  <a:cubicBezTo>
                    <a:pt x="51" y="24"/>
                    <a:pt x="47" y="9"/>
                    <a:pt x="39" y="0"/>
                  </a:cubicBezTo>
                  <a:cubicBezTo>
                    <a:pt x="44" y="9"/>
                    <a:pt x="46" y="22"/>
                    <a:pt x="46" y="34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5" name="Freeform 3894">
              <a:extLst>
                <a:ext uri="{FF2B5EF4-FFF2-40B4-BE49-F238E27FC236}">
                  <a16:creationId xmlns:a16="http://schemas.microsoft.com/office/drawing/2014/main" id="{2B0A3D94-ECCF-4C72-B3FB-A28398CC8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657"/>
              <a:ext cx="84" cy="164"/>
            </a:xfrm>
            <a:custGeom>
              <a:avLst/>
              <a:gdLst>
                <a:gd name="T0" fmla="*/ 0 w 46"/>
                <a:gd name="T1" fmla="*/ 2535 h 85"/>
                <a:gd name="T2" fmla="*/ 367 w 46"/>
                <a:gd name="T3" fmla="*/ 4382 h 85"/>
                <a:gd name="T4" fmla="*/ 298 w 46"/>
                <a:gd name="T5" fmla="*/ 2728 h 85"/>
                <a:gd name="T6" fmla="*/ 767 w 46"/>
                <a:gd name="T7" fmla="*/ 610 h 85"/>
                <a:gd name="T8" fmla="*/ 1696 w 46"/>
                <a:gd name="T9" fmla="*/ 401 h 85"/>
                <a:gd name="T10" fmla="*/ 1158 w 46"/>
                <a:gd name="T11" fmla="*/ 0 h 85"/>
                <a:gd name="T12" fmla="*/ 0 w 46"/>
                <a:gd name="T13" fmla="*/ 2535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85">
                  <a:moveTo>
                    <a:pt x="0" y="49"/>
                  </a:moveTo>
                  <a:cubicBezTo>
                    <a:pt x="0" y="64"/>
                    <a:pt x="2" y="76"/>
                    <a:pt x="10" y="85"/>
                  </a:cubicBezTo>
                  <a:cubicBezTo>
                    <a:pt x="7" y="77"/>
                    <a:pt x="7" y="66"/>
                    <a:pt x="8" y="53"/>
                  </a:cubicBezTo>
                  <a:cubicBezTo>
                    <a:pt x="8" y="37"/>
                    <a:pt x="15" y="21"/>
                    <a:pt x="21" y="12"/>
                  </a:cubicBezTo>
                  <a:cubicBezTo>
                    <a:pt x="24" y="8"/>
                    <a:pt x="35" y="3"/>
                    <a:pt x="46" y="8"/>
                  </a:cubicBezTo>
                  <a:cubicBezTo>
                    <a:pt x="42" y="3"/>
                    <a:pt x="37" y="0"/>
                    <a:pt x="31" y="0"/>
                  </a:cubicBezTo>
                  <a:cubicBezTo>
                    <a:pt x="14" y="0"/>
                    <a:pt x="0" y="22"/>
                    <a:pt x="0" y="49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6" name="Freeform 3895">
              <a:extLst>
                <a:ext uri="{FF2B5EF4-FFF2-40B4-BE49-F238E27FC236}">
                  <a16:creationId xmlns:a16="http://schemas.microsoft.com/office/drawing/2014/main" id="{50B12A43-5EBE-44F9-8237-37808A385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701"/>
              <a:ext cx="19" cy="22"/>
            </a:xfrm>
            <a:custGeom>
              <a:avLst/>
              <a:gdLst>
                <a:gd name="T0" fmla="*/ 83 w 11"/>
                <a:gd name="T1" fmla="*/ 64 h 11"/>
                <a:gd name="T2" fmla="*/ 257 w 11"/>
                <a:gd name="T3" fmla="*/ 192 h 11"/>
                <a:gd name="T4" fmla="*/ 212 w 11"/>
                <a:gd name="T5" fmla="*/ 640 h 11"/>
                <a:gd name="T6" fmla="*/ 28 w 11"/>
                <a:gd name="T7" fmla="*/ 512 h 11"/>
                <a:gd name="T8" fmla="*/ 83 w 11"/>
                <a:gd name="T9" fmla="*/ 6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3" y="1"/>
                  </a:moveTo>
                  <a:cubicBezTo>
                    <a:pt x="5" y="0"/>
                    <a:pt x="8" y="1"/>
                    <a:pt x="10" y="3"/>
                  </a:cubicBezTo>
                  <a:cubicBezTo>
                    <a:pt x="11" y="5"/>
                    <a:pt x="10" y="8"/>
                    <a:pt x="8" y="10"/>
                  </a:cubicBezTo>
                  <a:cubicBezTo>
                    <a:pt x="5" y="11"/>
                    <a:pt x="2" y="10"/>
                    <a:pt x="1" y="8"/>
                  </a:cubicBezTo>
                  <a:cubicBezTo>
                    <a:pt x="0" y="6"/>
                    <a:pt x="0" y="3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7" name="Freeform 3896">
              <a:extLst>
                <a:ext uri="{FF2B5EF4-FFF2-40B4-BE49-F238E27FC236}">
                  <a16:creationId xmlns:a16="http://schemas.microsoft.com/office/drawing/2014/main" id="{F6E50FA1-BAF4-4925-8A78-4D46B93D2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686"/>
              <a:ext cx="11" cy="12"/>
            </a:xfrm>
            <a:custGeom>
              <a:avLst/>
              <a:gdLst>
                <a:gd name="T0" fmla="*/ 44 w 6"/>
                <a:gd name="T1" fmla="*/ 64 h 6"/>
                <a:gd name="T2" fmla="*/ 193 w 6"/>
                <a:gd name="T3" fmla="*/ 128 h 6"/>
                <a:gd name="T4" fmla="*/ 149 w 6"/>
                <a:gd name="T5" fmla="*/ 320 h 6"/>
                <a:gd name="T6" fmla="*/ 0 w 6"/>
                <a:gd name="T7" fmla="*/ 320 h 6"/>
                <a:gd name="T8" fmla="*/ 44 w 6"/>
                <a:gd name="T9" fmla="*/ 6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1"/>
                    <a:pt x="5" y="2"/>
                  </a:cubicBezTo>
                  <a:cubicBezTo>
                    <a:pt x="6" y="3"/>
                    <a:pt x="5" y="5"/>
                    <a:pt x="4" y="5"/>
                  </a:cubicBezTo>
                  <a:cubicBezTo>
                    <a:pt x="3" y="6"/>
                    <a:pt x="1" y="6"/>
                    <a:pt x="0" y="5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8" name="Freeform 3897">
              <a:extLst>
                <a:ext uri="{FF2B5EF4-FFF2-40B4-BE49-F238E27FC236}">
                  <a16:creationId xmlns:a16="http://schemas.microsoft.com/office/drawing/2014/main" id="{13DA90F5-0DE2-4ACE-BDC5-669721BB4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727"/>
              <a:ext cx="11" cy="13"/>
            </a:xfrm>
            <a:custGeom>
              <a:avLst/>
              <a:gdLst>
                <a:gd name="T0" fmla="*/ 81 w 6"/>
                <a:gd name="T1" fmla="*/ 45 h 7"/>
                <a:gd name="T2" fmla="*/ 193 w 6"/>
                <a:gd name="T3" fmla="*/ 84 h 7"/>
                <a:gd name="T4" fmla="*/ 149 w 6"/>
                <a:gd name="T5" fmla="*/ 238 h 7"/>
                <a:gd name="T6" fmla="*/ 44 w 6"/>
                <a:gd name="T7" fmla="*/ 204 h 7"/>
                <a:gd name="T8" fmla="*/ 81 w 6"/>
                <a:gd name="T9" fmla="*/ 4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3" y="0"/>
                    <a:pt x="4" y="1"/>
                    <a:pt x="5" y="2"/>
                  </a:cubicBezTo>
                  <a:cubicBezTo>
                    <a:pt x="6" y="3"/>
                    <a:pt x="6" y="5"/>
                    <a:pt x="4" y="6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9" name="Freeform 3898">
              <a:extLst>
                <a:ext uri="{FF2B5EF4-FFF2-40B4-BE49-F238E27FC236}">
                  <a16:creationId xmlns:a16="http://schemas.microsoft.com/office/drawing/2014/main" id="{F6F80523-0698-4A4D-8E73-239E93F4E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255"/>
              <a:ext cx="110" cy="159"/>
            </a:xfrm>
            <a:custGeom>
              <a:avLst/>
              <a:gdLst>
                <a:gd name="T0" fmla="*/ 999 w 61"/>
                <a:gd name="T1" fmla="*/ 1018 h 82"/>
                <a:gd name="T2" fmla="*/ 1446 w 61"/>
                <a:gd name="T3" fmla="*/ 3915 h 82"/>
                <a:gd name="T4" fmla="*/ 826 w 61"/>
                <a:gd name="T5" fmla="*/ 4200 h 82"/>
                <a:gd name="T6" fmla="*/ 1684 w 61"/>
                <a:gd name="T7" fmla="*/ 3975 h 82"/>
                <a:gd name="T8" fmla="*/ 1279 w 61"/>
                <a:gd name="T9" fmla="*/ 1132 h 82"/>
                <a:gd name="T10" fmla="*/ 0 w 61"/>
                <a:gd name="T11" fmla="*/ 0 h 82"/>
                <a:gd name="T12" fmla="*/ 999 w 61"/>
                <a:gd name="T13" fmla="*/ 1018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82">
                  <a:moveTo>
                    <a:pt x="29" y="19"/>
                  </a:moveTo>
                  <a:cubicBezTo>
                    <a:pt x="48" y="38"/>
                    <a:pt x="53" y="62"/>
                    <a:pt x="42" y="74"/>
                  </a:cubicBezTo>
                  <a:cubicBezTo>
                    <a:pt x="38" y="78"/>
                    <a:pt x="31" y="80"/>
                    <a:pt x="24" y="79"/>
                  </a:cubicBezTo>
                  <a:cubicBezTo>
                    <a:pt x="34" y="82"/>
                    <a:pt x="44" y="81"/>
                    <a:pt x="49" y="75"/>
                  </a:cubicBezTo>
                  <a:cubicBezTo>
                    <a:pt x="61" y="63"/>
                    <a:pt x="55" y="39"/>
                    <a:pt x="37" y="21"/>
                  </a:cubicBezTo>
                  <a:cubicBezTo>
                    <a:pt x="25" y="9"/>
                    <a:pt x="12" y="1"/>
                    <a:pt x="0" y="0"/>
                  </a:cubicBezTo>
                  <a:cubicBezTo>
                    <a:pt x="10" y="3"/>
                    <a:pt x="20" y="10"/>
                    <a:pt x="29" y="19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0" name="Freeform 3899">
              <a:extLst>
                <a:ext uri="{FF2B5EF4-FFF2-40B4-BE49-F238E27FC236}">
                  <a16:creationId xmlns:a16="http://schemas.microsoft.com/office/drawing/2014/main" id="{9C41FA0E-45B3-4C72-8BD5-CB0F6477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253"/>
              <a:ext cx="102" cy="155"/>
            </a:xfrm>
            <a:custGeom>
              <a:avLst/>
              <a:gdLst>
                <a:gd name="T0" fmla="*/ 883 w 56"/>
                <a:gd name="T1" fmla="*/ 3228 h 80"/>
                <a:gd name="T2" fmla="*/ 2047 w 56"/>
                <a:gd name="T3" fmla="*/ 4228 h 80"/>
                <a:gd name="T4" fmla="*/ 1168 w 56"/>
                <a:gd name="T5" fmla="*/ 3112 h 80"/>
                <a:gd name="T6" fmla="*/ 485 w 56"/>
                <a:gd name="T7" fmla="*/ 1112 h 80"/>
                <a:gd name="T8" fmla="*/ 978 w 56"/>
                <a:gd name="T9" fmla="*/ 0 h 80"/>
                <a:gd name="T10" fmla="*/ 399 w 56"/>
                <a:gd name="T11" fmla="*/ 271 h 80"/>
                <a:gd name="T12" fmla="*/ 883 w 56"/>
                <a:gd name="T13" fmla="*/ 3228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80">
                  <a:moveTo>
                    <a:pt x="24" y="61"/>
                  </a:moveTo>
                  <a:cubicBezTo>
                    <a:pt x="35" y="72"/>
                    <a:pt x="45" y="79"/>
                    <a:pt x="56" y="80"/>
                  </a:cubicBezTo>
                  <a:cubicBezTo>
                    <a:pt x="48" y="76"/>
                    <a:pt x="41" y="69"/>
                    <a:pt x="32" y="59"/>
                  </a:cubicBezTo>
                  <a:cubicBezTo>
                    <a:pt x="21" y="47"/>
                    <a:pt x="14" y="31"/>
                    <a:pt x="13" y="21"/>
                  </a:cubicBezTo>
                  <a:cubicBezTo>
                    <a:pt x="12" y="15"/>
                    <a:pt x="16" y="4"/>
                    <a:pt x="27" y="0"/>
                  </a:cubicBezTo>
                  <a:cubicBezTo>
                    <a:pt x="21" y="0"/>
                    <a:pt x="15" y="1"/>
                    <a:pt x="11" y="5"/>
                  </a:cubicBezTo>
                  <a:cubicBezTo>
                    <a:pt x="0" y="17"/>
                    <a:pt x="5" y="42"/>
                    <a:pt x="24" y="61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1" name="Freeform 3900">
              <a:extLst>
                <a:ext uri="{FF2B5EF4-FFF2-40B4-BE49-F238E27FC236}">
                  <a16:creationId xmlns:a16="http://schemas.microsoft.com/office/drawing/2014/main" id="{7637A526-4909-4B7E-B4CF-7E66CC622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321"/>
              <a:ext cx="20" cy="21"/>
            </a:xfrm>
            <a:custGeom>
              <a:avLst/>
              <a:gdLst>
                <a:gd name="T0" fmla="*/ 44 w 11"/>
                <a:gd name="T1" fmla="*/ 200 h 11"/>
                <a:gd name="T2" fmla="*/ 264 w 11"/>
                <a:gd name="T3" fmla="*/ 0 h 11"/>
                <a:gd name="T4" fmla="*/ 391 w 11"/>
                <a:gd name="T5" fmla="*/ 277 h 11"/>
                <a:gd name="T6" fmla="*/ 175 w 11"/>
                <a:gd name="T7" fmla="*/ 481 h 11"/>
                <a:gd name="T8" fmla="*/ 44 w 11"/>
                <a:gd name="T9" fmla="*/ 2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4"/>
                  </a:moveTo>
                  <a:cubicBezTo>
                    <a:pt x="2" y="1"/>
                    <a:pt x="4" y="0"/>
                    <a:pt x="7" y="0"/>
                  </a:cubicBezTo>
                  <a:cubicBezTo>
                    <a:pt x="10" y="1"/>
                    <a:pt x="11" y="4"/>
                    <a:pt x="11" y="6"/>
                  </a:cubicBezTo>
                  <a:cubicBezTo>
                    <a:pt x="10" y="9"/>
                    <a:pt x="7" y="11"/>
                    <a:pt x="5" y="10"/>
                  </a:cubicBezTo>
                  <a:cubicBezTo>
                    <a:pt x="2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2" name="Freeform 3901">
              <a:extLst>
                <a:ext uri="{FF2B5EF4-FFF2-40B4-BE49-F238E27FC236}">
                  <a16:creationId xmlns:a16="http://schemas.microsoft.com/office/drawing/2014/main" id="{D69BD155-487D-43C1-B3BD-396DF972D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304"/>
              <a:ext cx="9" cy="11"/>
            </a:xfrm>
            <a:custGeom>
              <a:avLst/>
              <a:gdLst>
                <a:gd name="T0" fmla="*/ 0 w 5"/>
                <a:gd name="T1" fmla="*/ 125 h 6"/>
                <a:gd name="T2" fmla="*/ 94 w 5"/>
                <a:gd name="T3" fmla="*/ 44 h 6"/>
                <a:gd name="T4" fmla="*/ 169 w 5"/>
                <a:gd name="T5" fmla="*/ 149 h 6"/>
                <a:gd name="T6" fmla="*/ 74 w 5"/>
                <a:gd name="T7" fmla="*/ 229 h 6"/>
                <a:gd name="T8" fmla="*/ 0 w 5"/>
                <a:gd name="T9" fmla="*/ 12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4" y="1"/>
                    <a:pt x="5" y="2"/>
                    <a:pt x="5" y="4"/>
                  </a:cubicBezTo>
                  <a:cubicBezTo>
                    <a:pt x="4" y="5"/>
                    <a:pt x="3" y="6"/>
                    <a:pt x="2" y="6"/>
                  </a:cubicBezTo>
                  <a:cubicBezTo>
                    <a:pt x="0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3" name="Freeform 3902">
              <a:extLst>
                <a:ext uri="{FF2B5EF4-FFF2-40B4-BE49-F238E27FC236}">
                  <a16:creationId xmlns:a16="http://schemas.microsoft.com/office/drawing/2014/main" id="{AD892045-BE9E-4798-8848-7EC44C5F5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342"/>
              <a:ext cx="11" cy="12"/>
            </a:xfrm>
            <a:custGeom>
              <a:avLst/>
              <a:gdLst>
                <a:gd name="T0" fmla="*/ 0 w 6"/>
                <a:gd name="T1" fmla="*/ 128 h 6"/>
                <a:gd name="T2" fmla="*/ 125 w 6"/>
                <a:gd name="T3" fmla="*/ 0 h 6"/>
                <a:gd name="T4" fmla="*/ 193 w 6"/>
                <a:gd name="T5" fmla="*/ 256 h 6"/>
                <a:gd name="T6" fmla="*/ 81 w 6"/>
                <a:gd name="T7" fmla="*/ 384 h 6"/>
                <a:gd name="T8" fmla="*/ 0 w 6"/>
                <a:gd name="T9" fmla="*/ 1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4" name="Freeform 3903">
              <a:extLst>
                <a:ext uri="{FF2B5EF4-FFF2-40B4-BE49-F238E27FC236}">
                  <a16:creationId xmlns:a16="http://schemas.microsoft.com/office/drawing/2014/main" id="{BA1BF5C8-E6D4-4589-910B-41956DF54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904"/>
              <a:ext cx="203" cy="161"/>
            </a:xfrm>
            <a:custGeom>
              <a:avLst/>
              <a:gdLst>
                <a:gd name="T0" fmla="*/ 3716 w 112"/>
                <a:gd name="T1" fmla="*/ 1133 h 83"/>
                <a:gd name="T2" fmla="*/ 1568 w 112"/>
                <a:gd name="T3" fmla="*/ 584 h 83"/>
                <a:gd name="T4" fmla="*/ 263 w 112"/>
                <a:gd name="T5" fmla="*/ 3300 h 83"/>
                <a:gd name="T6" fmla="*/ 2447 w 112"/>
                <a:gd name="T7" fmla="*/ 3852 h 83"/>
                <a:gd name="T8" fmla="*/ 3716 w 112"/>
                <a:gd name="T9" fmla="*/ 113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83">
                  <a:moveTo>
                    <a:pt x="105" y="21"/>
                  </a:moveTo>
                  <a:cubicBezTo>
                    <a:pt x="98" y="4"/>
                    <a:pt x="71" y="0"/>
                    <a:pt x="44" y="11"/>
                  </a:cubicBezTo>
                  <a:cubicBezTo>
                    <a:pt x="17" y="22"/>
                    <a:pt x="0" y="45"/>
                    <a:pt x="7" y="62"/>
                  </a:cubicBezTo>
                  <a:cubicBezTo>
                    <a:pt x="14" y="79"/>
                    <a:pt x="42" y="83"/>
                    <a:pt x="69" y="72"/>
                  </a:cubicBezTo>
                  <a:cubicBezTo>
                    <a:pt x="96" y="61"/>
                    <a:pt x="112" y="38"/>
                    <a:pt x="105" y="2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5" name="Freeform 3904">
              <a:extLst>
                <a:ext uri="{FF2B5EF4-FFF2-40B4-BE49-F238E27FC236}">
                  <a16:creationId xmlns:a16="http://schemas.microsoft.com/office/drawing/2014/main" id="{5082A225-8955-48E8-9454-FDE43B102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036"/>
              <a:ext cx="49" cy="86"/>
            </a:xfrm>
            <a:custGeom>
              <a:avLst/>
              <a:gdLst>
                <a:gd name="T0" fmla="*/ 704 w 27"/>
                <a:gd name="T1" fmla="*/ 2152 h 45"/>
                <a:gd name="T2" fmla="*/ 918 w 27"/>
                <a:gd name="T3" fmla="*/ 1816 h 45"/>
                <a:gd name="T4" fmla="*/ 573 w 27"/>
                <a:gd name="T5" fmla="*/ 0 h 45"/>
                <a:gd name="T6" fmla="*/ 294 w 27"/>
                <a:gd name="T7" fmla="*/ 201 h 45"/>
                <a:gd name="T8" fmla="*/ 0 w 27"/>
                <a:gd name="T9" fmla="*/ 336 h 45"/>
                <a:gd name="T10" fmla="*/ 704 w 27"/>
                <a:gd name="T11" fmla="*/ 2152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45">
                  <a:moveTo>
                    <a:pt x="20" y="44"/>
                  </a:moveTo>
                  <a:cubicBezTo>
                    <a:pt x="22" y="42"/>
                    <a:pt x="24" y="40"/>
                    <a:pt x="26" y="37"/>
                  </a:cubicBezTo>
                  <a:cubicBezTo>
                    <a:pt x="27" y="36"/>
                    <a:pt x="16" y="0"/>
                    <a:pt x="16" y="0"/>
                  </a:cubicBezTo>
                  <a:cubicBezTo>
                    <a:pt x="13" y="2"/>
                    <a:pt x="11" y="3"/>
                    <a:pt x="8" y="4"/>
                  </a:cubicBezTo>
                  <a:cubicBezTo>
                    <a:pt x="5" y="5"/>
                    <a:pt x="2" y="6"/>
                    <a:pt x="0" y="7"/>
                  </a:cubicBezTo>
                  <a:cubicBezTo>
                    <a:pt x="0" y="7"/>
                    <a:pt x="19" y="45"/>
                    <a:pt x="20" y="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6" name="Freeform 3905">
              <a:extLst>
                <a:ext uri="{FF2B5EF4-FFF2-40B4-BE49-F238E27FC236}">
                  <a16:creationId xmlns:a16="http://schemas.microsoft.com/office/drawing/2014/main" id="{D43391D1-F7E9-43F1-9896-1F5847D76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439"/>
              <a:ext cx="201" cy="162"/>
            </a:xfrm>
            <a:custGeom>
              <a:avLst/>
              <a:gdLst>
                <a:gd name="T0" fmla="*/ 3656 w 111"/>
                <a:gd name="T1" fmla="*/ 1121 h 84"/>
                <a:gd name="T2" fmla="*/ 2401 w 111"/>
                <a:gd name="T3" fmla="*/ 3709 h 84"/>
                <a:gd name="T4" fmla="*/ 255 w 111"/>
                <a:gd name="T5" fmla="*/ 3200 h 84"/>
                <a:gd name="T6" fmla="*/ 1516 w 111"/>
                <a:gd name="T7" fmla="*/ 609 h 84"/>
                <a:gd name="T8" fmla="*/ 3656 w 111"/>
                <a:gd name="T9" fmla="*/ 112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84">
                  <a:moveTo>
                    <a:pt x="104" y="22"/>
                  </a:moveTo>
                  <a:cubicBezTo>
                    <a:pt x="111" y="39"/>
                    <a:pt x="95" y="61"/>
                    <a:pt x="68" y="72"/>
                  </a:cubicBezTo>
                  <a:cubicBezTo>
                    <a:pt x="41" y="84"/>
                    <a:pt x="14" y="79"/>
                    <a:pt x="7" y="62"/>
                  </a:cubicBezTo>
                  <a:cubicBezTo>
                    <a:pt x="0" y="46"/>
                    <a:pt x="16" y="23"/>
                    <a:pt x="43" y="12"/>
                  </a:cubicBezTo>
                  <a:cubicBezTo>
                    <a:pt x="70" y="0"/>
                    <a:pt x="97" y="5"/>
                    <a:pt x="104" y="2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7" name="Freeform 3906">
              <a:extLst>
                <a:ext uri="{FF2B5EF4-FFF2-40B4-BE49-F238E27FC236}">
                  <a16:creationId xmlns:a16="http://schemas.microsoft.com/office/drawing/2014/main" id="{DDB1CEF8-4B33-4F90-ADF1-0336EE168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381"/>
              <a:ext cx="50" cy="87"/>
            </a:xfrm>
            <a:custGeom>
              <a:avLst/>
              <a:gdLst>
                <a:gd name="T0" fmla="*/ 255 w 28"/>
                <a:gd name="T1" fmla="*/ 108 h 45"/>
                <a:gd name="T2" fmla="*/ 41 w 28"/>
                <a:gd name="T3" fmla="*/ 464 h 45"/>
                <a:gd name="T4" fmla="*/ 386 w 28"/>
                <a:gd name="T5" fmla="*/ 2347 h 45"/>
                <a:gd name="T6" fmla="*/ 650 w 28"/>
                <a:gd name="T7" fmla="*/ 2198 h 45"/>
                <a:gd name="T8" fmla="*/ 905 w 28"/>
                <a:gd name="T9" fmla="*/ 2022 h 45"/>
                <a:gd name="T10" fmla="*/ 255 w 28"/>
                <a:gd name="T11" fmla="*/ 10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5">
                  <a:moveTo>
                    <a:pt x="8" y="2"/>
                  </a:moveTo>
                  <a:cubicBezTo>
                    <a:pt x="6" y="4"/>
                    <a:pt x="4" y="6"/>
                    <a:pt x="1" y="9"/>
                  </a:cubicBezTo>
                  <a:cubicBezTo>
                    <a:pt x="0" y="10"/>
                    <a:pt x="12" y="45"/>
                    <a:pt x="12" y="45"/>
                  </a:cubicBezTo>
                  <a:cubicBezTo>
                    <a:pt x="15" y="44"/>
                    <a:pt x="17" y="43"/>
                    <a:pt x="20" y="42"/>
                  </a:cubicBezTo>
                  <a:cubicBezTo>
                    <a:pt x="23" y="41"/>
                    <a:pt x="25" y="40"/>
                    <a:pt x="28" y="39"/>
                  </a:cubicBezTo>
                  <a:cubicBezTo>
                    <a:pt x="28" y="39"/>
                    <a:pt x="9" y="0"/>
                    <a:pt x="8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8" name="Freeform 3907">
              <a:extLst>
                <a:ext uri="{FF2B5EF4-FFF2-40B4-BE49-F238E27FC236}">
                  <a16:creationId xmlns:a16="http://schemas.microsoft.com/office/drawing/2014/main" id="{847EB32D-8720-466F-BA51-B5A8B0890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339"/>
              <a:ext cx="150" cy="216"/>
            </a:xfrm>
            <a:custGeom>
              <a:avLst/>
              <a:gdLst>
                <a:gd name="T0" fmla="*/ 2156 w 83"/>
                <a:gd name="T1" fmla="*/ 5423 h 112"/>
                <a:gd name="T2" fmla="*/ 2508 w 83"/>
                <a:gd name="T3" fmla="*/ 2216 h 112"/>
                <a:gd name="T4" fmla="*/ 737 w 83"/>
                <a:gd name="T5" fmla="*/ 372 h 112"/>
                <a:gd name="T6" fmla="*/ 381 w 83"/>
                <a:gd name="T7" fmla="*/ 3500 h 112"/>
                <a:gd name="T8" fmla="*/ 2156 w 83"/>
                <a:gd name="T9" fmla="*/ 542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12">
                  <a:moveTo>
                    <a:pt x="62" y="105"/>
                  </a:moveTo>
                  <a:cubicBezTo>
                    <a:pt x="79" y="98"/>
                    <a:pt x="83" y="70"/>
                    <a:pt x="72" y="43"/>
                  </a:cubicBezTo>
                  <a:cubicBezTo>
                    <a:pt x="61" y="16"/>
                    <a:pt x="38" y="0"/>
                    <a:pt x="21" y="7"/>
                  </a:cubicBezTo>
                  <a:cubicBezTo>
                    <a:pt x="5" y="14"/>
                    <a:pt x="0" y="41"/>
                    <a:pt x="11" y="68"/>
                  </a:cubicBezTo>
                  <a:cubicBezTo>
                    <a:pt x="22" y="95"/>
                    <a:pt x="45" y="112"/>
                    <a:pt x="62" y="10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9" name="Freeform 3908">
              <a:extLst>
                <a:ext uri="{FF2B5EF4-FFF2-40B4-BE49-F238E27FC236}">
                  <a16:creationId xmlns:a16="http://schemas.microsoft.com/office/drawing/2014/main" id="{38686CE9-8D07-4C64-83A6-CDF61527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454"/>
              <a:ext cx="130" cy="81"/>
            </a:xfrm>
            <a:custGeom>
              <a:avLst/>
              <a:gdLst>
                <a:gd name="T0" fmla="*/ 0 w 72"/>
                <a:gd name="T1" fmla="*/ 1607 h 42"/>
                <a:gd name="T2" fmla="*/ 76 w 72"/>
                <a:gd name="T3" fmla="*/ 2102 h 42"/>
                <a:gd name="T4" fmla="*/ 2497 w 72"/>
                <a:gd name="T5" fmla="*/ 833 h 42"/>
                <a:gd name="T6" fmla="*/ 2360 w 72"/>
                <a:gd name="T7" fmla="*/ 401 h 42"/>
                <a:gd name="T8" fmla="*/ 2243 w 72"/>
                <a:gd name="T9" fmla="*/ 0 h 42"/>
                <a:gd name="T10" fmla="*/ 0 w 72"/>
                <a:gd name="T11" fmla="*/ 1607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42">
                  <a:moveTo>
                    <a:pt x="0" y="31"/>
                  </a:moveTo>
                  <a:cubicBezTo>
                    <a:pt x="1" y="34"/>
                    <a:pt x="2" y="37"/>
                    <a:pt x="2" y="41"/>
                  </a:cubicBezTo>
                  <a:cubicBezTo>
                    <a:pt x="2" y="42"/>
                    <a:pt x="72" y="16"/>
                    <a:pt x="72" y="16"/>
                  </a:cubicBezTo>
                  <a:cubicBezTo>
                    <a:pt x="71" y="14"/>
                    <a:pt x="69" y="11"/>
                    <a:pt x="68" y="8"/>
                  </a:cubicBezTo>
                  <a:cubicBezTo>
                    <a:pt x="67" y="6"/>
                    <a:pt x="66" y="3"/>
                    <a:pt x="65" y="0"/>
                  </a:cubicBezTo>
                  <a:cubicBezTo>
                    <a:pt x="65" y="0"/>
                    <a:pt x="0" y="30"/>
                    <a:pt x="0" y="3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0" name="Freeform 3909">
              <a:extLst>
                <a:ext uri="{FF2B5EF4-FFF2-40B4-BE49-F238E27FC236}">
                  <a16:creationId xmlns:a16="http://schemas.microsoft.com/office/drawing/2014/main" id="{5D27A777-6FB7-411B-96A2-90A8B8A7F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950"/>
              <a:ext cx="151" cy="217"/>
            </a:xfrm>
            <a:custGeom>
              <a:avLst/>
              <a:gdLst>
                <a:gd name="T0" fmla="*/ 2258 w 83"/>
                <a:gd name="T1" fmla="*/ 5534 h 112"/>
                <a:gd name="T2" fmla="*/ 391 w 83"/>
                <a:gd name="T3" fmla="*/ 3668 h 112"/>
                <a:gd name="T4" fmla="*/ 759 w 83"/>
                <a:gd name="T5" fmla="*/ 380 h 112"/>
                <a:gd name="T6" fmla="*/ 2609 w 83"/>
                <a:gd name="T7" fmla="*/ 2271 h 112"/>
                <a:gd name="T8" fmla="*/ 2258 w 83"/>
                <a:gd name="T9" fmla="*/ 5534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12">
                  <a:moveTo>
                    <a:pt x="62" y="105"/>
                  </a:moveTo>
                  <a:cubicBezTo>
                    <a:pt x="45" y="112"/>
                    <a:pt x="22" y="96"/>
                    <a:pt x="11" y="69"/>
                  </a:cubicBezTo>
                  <a:cubicBezTo>
                    <a:pt x="0" y="42"/>
                    <a:pt x="4" y="14"/>
                    <a:pt x="21" y="7"/>
                  </a:cubicBezTo>
                  <a:cubicBezTo>
                    <a:pt x="38" y="0"/>
                    <a:pt x="61" y="16"/>
                    <a:pt x="72" y="43"/>
                  </a:cubicBezTo>
                  <a:cubicBezTo>
                    <a:pt x="83" y="70"/>
                    <a:pt x="78" y="98"/>
                    <a:pt x="62" y="10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1" name="Freeform 3910">
              <a:extLst>
                <a:ext uri="{FF2B5EF4-FFF2-40B4-BE49-F238E27FC236}">
                  <a16:creationId xmlns:a16="http://schemas.microsoft.com/office/drawing/2014/main" id="{E30143DF-9454-4337-984C-06C5819F8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972"/>
              <a:ext cx="124" cy="79"/>
            </a:xfrm>
            <a:custGeom>
              <a:avLst/>
              <a:gdLst>
                <a:gd name="T0" fmla="*/ 2329 w 69"/>
                <a:gd name="T1" fmla="*/ 549 h 41"/>
                <a:gd name="T2" fmla="*/ 2252 w 69"/>
                <a:gd name="T3" fmla="*/ 56 h 41"/>
                <a:gd name="T4" fmla="*/ 0 w 69"/>
                <a:gd name="T5" fmla="*/ 1222 h 41"/>
                <a:gd name="T6" fmla="*/ 133 w 69"/>
                <a:gd name="T7" fmla="*/ 1638 h 41"/>
                <a:gd name="T8" fmla="*/ 239 w 69"/>
                <a:gd name="T9" fmla="*/ 2098 h 41"/>
                <a:gd name="T10" fmla="*/ 2329 w 69"/>
                <a:gd name="T11" fmla="*/ 549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41">
                  <a:moveTo>
                    <a:pt x="69" y="11"/>
                  </a:moveTo>
                  <a:cubicBezTo>
                    <a:pt x="68" y="8"/>
                    <a:pt x="68" y="4"/>
                    <a:pt x="67" y="1"/>
                  </a:cubicBezTo>
                  <a:cubicBezTo>
                    <a:pt x="67" y="0"/>
                    <a:pt x="0" y="24"/>
                    <a:pt x="0" y="24"/>
                  </a:cubicBezTo>
                  <a:cubicBezTo>
                    <a:pt x="1" y="27"/>
                    <a:pt x="3" y="30"/>
                    <a:pt x="4" y="32"/>
                  </a:cubicBezTo>
                  <a:cubicBezTo>
                    <a:pt x="5" y="35"/>
                    <a:pt x="6" y="38"/>
                    <a:pt x="7" y="41"/>
                  </a:cubicBezTo>
                  <a:cubicBezTo>
                    <a:pt x="7" y="41"/>
                    <a:pt x="69" y="12"/>
                    <a:pt x="69" y="1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2" name="Freeform 3911">
              <a:extLst>
                <a:ext uri="{FF2B5EF4-FFF2-40B4-BE49-F238E27FC236}">
                  <a16:creationId xmlns:a16="http://schemas.microsoft.com/office/drawing/2014/main" id="{3FB6B322-AEB7-4721-9AD8-EB1E1E311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906"/>
              <a:ext cx="201" cy="160"/>
            </a:xfrm>
            <a:custGeom>
              <a:avLst/>
              <a:gdLst>
                <a:gd name="T0" fmla="*/ 3656 w 111"/>
                <a:gd name="T1" fmla="*/ 3188 h 83"/>
                <a:gd name="T2" fmla="*/ 2401 w 111"/>
                <a:gd name="T3" fmla="*/ 549 h 83"/>
                <a:gd name="T4" fmla="*/ 214 w 111"/>
                <a:gd name="T5" fmla="*/ 1118 h 83"/>
                <a:gd name="T6" fmla="*/ 1516 w 111"/>
                <a:gd name="T7" fmla="*/ 3705 h 83"/>
                <a:gd name="T8" fmla="*/ 3656 w 111"/>
                <a:gd name="T9" fmla="*/ 3188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83">
                  <a:moveTo>
                    <a:pt x="104" y="62"/>
                  </a:moveTo>
                  <a:cubicBezTo>
                    <a:pt x="111" y="45"/>
                    <a:pt x="95" y="23"/>
                    <a:pt x="68" y="11"/>
                  </a:cubicBezTo>
                  <a:cubicBezTo>
                    <a:pt x="41" y="0"/>
                    <a:pt x="13" y="5"/>
                    <a:pt x="6" y="22"/>
                  </a:cubicBezTo>
                  <a:cubicBezTo>
                    <a:pt x="0" y="38"/>
                    <a:pt x="16" y="61"/>
                    <a:pt x="43" y="72"/>
                  </a:cubicBezTo>
                  <a:cubicBezTo>
                    <a:pt x="70" y="83"/>
                    <a:pt x="97" y="79"/>
                    <a:pt x="104" y="6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3" name="Freeform 3912">
              <a:extLst>
                <a:ext uri="{FF2B5EF4-FFF2-40B4-BE49-F238E27FC236}">
                  <a16:creationId xmlns:a16="http://schemas.microsoft.com/office/drawing/2014/main" id="{ABCE7C54-C0FC-4BC8-B91C-50861CEAD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037"/>
              <a:ext cx="48" cy="85"/>
            </a:xfrm>
            <a:custGeom>
              <a:avLst/>
              <a:gdLst>
                <a:gd name="T0" fmla="*/ 37 w 27"/>
                <a:gd name="T1" fmla="*/ 1826 h 44"/>
                <a:gd name="T2" fmla="*/ 247 w 27"/>
                <a:gd name="T3" fmla="*/ 2227 h 44"/>
                <a:gd name="T4" fmla="*/ 846 w 27"/>
                <a:gd name="T5" fmla="*/ 373 h 44"/>
                <a:gd name="T6" fmla="*/ 601 w 27"/>
                <a:gd name="T7" fmla="*/ 209 h 44"/>
                <a:gd name="T8" fmla="*/ 361 w 27"/>
                <a:gd name="T9" fmla="*/ 0 h 44"/>
                <a:gd name="T10" fmla="*/ 37 w 27"/>
                <a:gd name="T11" fmla="*/ 182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44">
                  <a:moveTo>
                    <a:pt x="1" y="35"/>
                  </a:moveTo>
                  <a:cubicBezTo>
                    <a:pt x="3" y="38"/>
                    <a:pt x="6" y="40"/>
                    <a:pt x="8" y="43"/>
                  </a:cubicBezTo>
                  <a:cubicBezTo>
                    <a:pt x="9" y="44"/>
                    <a:pt x="27" y="7"/>
                    <a:pt x="27" y="7"/>
                  </a:cubicBezTo>
                  <a:cubicBezTo>
                    <a:pt x="24" y="6"/>
                    <a:pt x="22" y="5"/>
                    <a:pt x="19" y="4"/>
                  </a:cubicBezTo>
                  <a:cubicBezTo>
                    <a:pt x="16" y="3"/>
                    <a:pt x="13" y="2"/>
                    <a:pt x="11" y="0"/>
                  </a:cubicBezTo>
                  <a:cubicBezTo>
                    <a:pt x="11" y="0"/>
                    <a:pt x="0" y="34"/>
                    <a:pt x="1" y="3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4" name="Freeform 3913">
              <a:extLst>
                <a:ext uri="{FF2B5EF4-FFF2-40B4-BE49-F238E27FC236}">
                  <a16:creationId xmlns:a16="http://schemas.microsoft.com/office/drawing/2014/main" id="{B47EE617-46B9-412A-A02B-98A1B7E05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437"/>
              <a:ext cx="203" cy="160"/>
            </a:xfrm>
            <a:custGeom>
              <a:avLst/>
              <a:gdLst>
                <a:gd name="T0" fmla="*/ 3716 w 112"/>
                <a:gd name="T1" fmla="*/ 3188 h 83"/>
                <a:gd name="T2" fmla="*/ 1568 w 112"/>
                <a:gd name="T3" fmla="*/ 3705 h 83"/>
                <a:gd name="T4" fmla="*/ 263 w 112"/>
                <a:gd name="T5" fmla="*/ 1058 h 83"/>
                <a:gd name="T6" fmla="*/ 2447 w 112"/>
                <a:gd name="T7" fmla="*/ 549 h 83"/>
                <a:gd name="T8" fmla="*/ 3716 w 112"/>
                <a:gd name="T9" fmla="*/ 3188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83">
                  <a:moveTo>
                    <a:pt x="105" y="62"/>
                  </a:moveTo>
                  <a:cubicBezTo>
                    <a:pt x="98" y="79"/>
                    <a:pt x="71" y="83"/>
                    <a:pt x="44" y="72"/>
                  </a:cubicBezTo>
                  <a:cubicBezTo>
                    <a:pt x="17" y="61"/>
                    <a:pt x="0" y="38"/>
                    <a:pt x="7" y="21"/>
                  </a:cubicBezTo>
                  <a:cubicBezTo>
                    <a:pt x="14" y="5"/>
                    <a:pt x="42" y="0"/>
                    <a:pt x="69" y="11"/>
                  </a:cubicBezTo>
                  <a:cubicBezTo>
                    <a:pt x="96" y="23"/>
                    <a:pt x="112" y="45"/>
                    <a:pt x="105" y="6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5" name="Freeform 3914">
              <a:extLst>
                <a:ext uri="{FF2B5EF4-FFF2-40B4-BE49-F238E27FC236}">
                  <a16:creationId xmlns:a16="http://schemas.microsoft.com/office/drawing/2014/main" id="{CCE9451F-61A7-4A89-8951-B30E763AF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383"/>
              <a:ext cx="49" cy="83"/>
            </a:xfrm>
            <a:custGeom>
              <a:avLst/>
              <a:gdLst>
                <a:gd name="T0" fmla="*/ 918 w 27"/>
                <a:gd name="T1" fmla="*/ 401 h 43"/>
                <a:gd name="T2" fmla="*/ 675 w 27"/>
                <a:gd name="T3" fmla="*/ 56 h 43"/>
                <a:gd name="T4" fmla="*/ 0 w 27"/>
                <a:gd name="T5" fmla="*/ 1847 h 43"/>
                <a:gd name="T6" fmla="*/ 294 w 27"/>
                <a:gd name="T7" fmla="*/ 2011 h 43"/>
                <a:gd name="T8" fmla="*/ 573 w 27"/>
                <a:gd name="T9" fmla="*/ 2220 h 43"/>
                <a:gd name="T10" fmla="*/ 918 w 27"/>
                <a:gd name="T11" fmla="*/ 40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43">
                  <a:moveTo>
                    <a:pt x="26" y="8"/>
                  </a:moveTo>
                  <a:cubicBezTo>
                    <a:pt x="24" y="6"/>
                    <a:pt x="22" y="4"/>
                    <a:pt x="19" y="1"/>
                  </a:cubicBezTo>
                  <a:cubicBezTo>
                    <a:pt x="18" y="0"/>
                    <a:pt x="0" y="36"/>
                    <a:pt x="0" y="36"/>
                  </a:cubicBezTo>
                  <a:cubicBezTo>
                    <a:pt x="2" y="37"/>
                    <a:pt x="5" y="38"/>
                    <a:pt x="8" y="39"/>
                  </a:cubicBezTo>
                  <a:cubicBezTo>
                    <a:pt x="11" y="40"/>
                    <a:pt x="13" y="42"/>
                    <a:pt x="16" y="43"/>
                  </a:cubicBezTo>
                  <a:cubicBezTo>
                    <a:pt x="16" y="43"/>
                    <a:pt x="27" y="9"/>
                    <a:pt x="26" y="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6" name="Freeform 3915">
              <a:extLst>
                <a:ext uri="{FF2B5EF4-FFF2-40B4-BE49-F238E27FC236}">
                  <a16:creationId xmlns:a16="http://schemas.microsoft.com/office/drawing/2014/main" id="{B2E61F03-7C8A-41BC-8D33-ECB41451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960"/>
              <a:ext cx="150" cy="216"/>
            </a:xfrm>
            <a:custGeom>
              <a:avLst/>
              <a:gdLst>
                <a:gd name="T0" fmla="*/ 737 w 83"/>
                <a:gd name="T1" fmla="*/ 5423 h 112"/>
                <a:gd name="T2" fmla="*/ 2508 w 83"/>
                <a:gd name="T3" fmla="*/ 3560 h 112"/>
                <a:gd name="T4" fmla="*/ 2156 w 83"/>
                <a:gd name="T5" fmla="*/ 372 h 112"/>
                <a:gd name="T6" fmla="*/ 381 w 83"/>
                <a:gd name="T7" fmla="*/ 2266 h 112"/>
                <a:gd name="T8" fmla="*/ 737 w 83"/>
                <a:gd name="T9" fmla="*/ 542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12">
                  <a:moveTo>
                    <a:pt x="21" y="105"/>
                  </a:moveTo>
                  <a:cubicBezTo>
                    <a:pt x="38" y="112"/>
                    <a:pt x="61" y="96"/>
                    <a:pt x="72" y="69"/>
                  </a:cubicBezTo>
                  <a:cubicBezTo>
                    <a:pt x="83" y="42"/>
                    <a:pt x="79" y="14"/>
                    <a:pt x="62" y="7"/>
                  </a:cubicBezTo>
                  <a:cubicBezTo>
                    <a:pt x="45" y="0"/>
                    <a:pt x="22" y="17"/>
                    <a:pt x="11" y="44"/>
                  </a:cubicBezTo>
                  <a:cubicBezTo>
                    <a:pt x="0" y="71"/>
                    <a:pt x="5" y="98"/>
                    <a:pt x="21" y="10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7" name="Freeform 3916">
              <a:extLst>
                <a:ext uri="{FF2B5EF4-FFF2-40B4-BE49-F238E27FC236}">
                  <a16:creationId xmlns:a16="http://schemas.microsoft.com/office/drawing/2014/main" id="{7B2ECB57-788D-4556-A67D-C6ED1779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981"/>
              <a:ext cx="125" cy="79"/>
            </a:xfrm>
            <a:custGeom>
              <a:avLst/>
              <a:gdLst>
                <a:gd name="T0" fmla="*/ 78 w 69"/>
                <a:gd name="T1" fmla="*/ 56 h 41"/>
                <a:gd name="T2" fmla="*/ 0 w 69"/>
                <a:gd name="T3" fmla="*/ 549 h 41"/>
                <a:gd name="T4" fmla="*/ 2188 w 69"/>
                <a:gd name="T5" fmla="*/ 2098 h 41"/>
                <a:gd name="T6" fmla="*/ 2308 w 69"/>
                <a:gd name="T7" fmla="*/ 1698 h 41"/>
                <a:gd name="T8" fmla="*/ 2431 w 69"/>
                <a:gd name="T9" fmla="*/ 1266 h 41"/>
                <a:gd name="T10" fmla="*/ 78 w 69"/>
                <a:gd name="T11" fmla="*/ 56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41">
                  <a:moveTo>
                    <a:pt x="2" y="1"/>
                  </a:moveTo>
                  <a:cubicBezTo>
                    <a:pt x="1" y="5"/>
                    <a:pt x="1" y="8"/>
                    <a:pt x="0" y="11"/>
                  </a:cubicBezTo>
                  <a:cubicBezTo>
                    <a:pt x="0" y="13"/>
                    <a:pt x="62" y="41"/>
                    <a:pt x="62" y="41"/>
                  </a:cubicBezTo>
                  <a:cubicBezTo>
                    <a:pt x="63" y="38"/>
                    <a:pt x="64" y="35"/>
                    <a:pt x="65" y="33"/>
                  </a:cubicBezTo>
                  <a:cubicBezTo>
                    <a:pt x="66" y="30"/>
                    <a:pt x="68" y="27"/>
                    <a:pt x="69" y="25"/>
                  </a:cubicBezTo>
                  <a:cubicBezTo>
                    <a:pt x="69" y="25"/>
                    <a:pt x="2" y="0"/>
                    <a:pt x="2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8" name="Freeform 3917">
              <a:extLst>
                <a:ext uri="{FF2B5EF4-FFF2-40B4-BE49-F238E27FC236}">
                  <a16:creationId xmlns:a16="http://schemas.microsoft.com/office/drawing/2014/main" id="{13ECAD8B-8F8B-4727-ADC3-B6D99B5A4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341"/>
              <a:ext cx="150" cy="216"/>
            </a:xfrm>
            <a:custGeom>
              <a:avLst/>
              <a:gdLst>
                <a:gd name="T0" fmla="*/ 737 w 83"/>
                <a:gd name="T1" fmla="*/ 5423 h 112"/>
                <a:gd name="T2" fmla="*/ 381 w 83"/>
                <a:gd name="T3" fmla="*/ 2216 h 112"/>
                <a:gd name="T4" fmla="*/ 2156 w 83"/>
                <a:gd name="T5" fmla="*/ 372 h 112"/>
                <a:gd name="T6" fmla="*/ 2508 w 83"/>
                <a:gd name="T7" fmla="*/ 3500 h 112"/>
                <a:gd name="T8" fmla="*/ 737 w 83"/>
                <a:gd name="T9" fmla="*/ 542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12">
                  <a:moveTo>
                    <a:pt x="21" y="105"/>
                  </a:moveTo>
                  <a:cubicBezTo>
                    <a:pt x="4" y="98"/>
                    <a:pt x="0" y="70"/>
                    <a:pt x="11" y="43"/>
                  </a:cubicBezTo>
                  <a:cubicBezTo>
                    <a:pt x="22" y="16"/>
                    <a:pt x="45" y="0"/>
                    <a:pt x="62" y="7"/>
                  </a:cubicBezTo>
                  <a:cubicBezTo>
                    <a:pt x="78" y="14"/>
                    <a:pt x="83" y="41"/>
                    <a:pt x="72" y="68"/>
                  </a:cubicBezTo>
                  <a:cubicBezTo>
                    <a:pt x="61" y="95"/>
                    <a:pt x="38" y="112"/>
                    <a:pt x="21" y="10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9" name="Freeform 3918">
              <a:extLst>
                <a:ext uri="{FF2B5EF4-FFF2-40B4-BE49-F238E27FC236}">
                  <a16:creationId xmlns:a16="http://schemas.microsoft.com/office/drawing/2014/main" id="{7FB79A30-DBA5-41D8-A376-D1FB8926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456"/>
              <a:ext cx="128" cy="81"/>
            </a:xfrm>
            <a:custGeom>
              <a:avLst/>
              <a:gdLst>
                <a:gd name="T0" fmla="*/ 2365 w 71"/>
                <a:gd name="T1" fmla="*/ 2102 h 42"/>
                <a:gd name="T2" fmla="*/ 2396 w 71"/>
                <a:gd name="T3" fmla="*/ 1607 h 42"/>
                <a:gd name="T4" fmla="*/ 240 w 71"/>
                <a:gd name="T5" fmla="*/ 0 h 42"/>
                <a:gd name="T6" fmla="*/ 133 w 71"/>
                <a:gd name="T7" fmla="*/ 401 h 42"/>
                <a:gd name="T8" fmla="*/ 0 w 71"/>
                <a:gd name="T9" fmla="*/ 833 h 42"/>
                <a:gd name="T10" fmla="*/ 2365 w 71"/>
                <a:gd name="T11" fmla="*/ 210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42">
                  <a:moveTo>
                    <a:pt x="69" y="41"/>
                  </a:moveTo>
                  <a:cubicBezTo>
                    <a:pt x="69" y="38"/>
                    <a:pt x="70" y="35"/>
                    <a:pt x="70" y="31"/>
                  </a:cubicBezTo>
                  <a:cubicBezTo>
                    <a:pt x="71" y="30"/>
                    <a:pt x="7" y="0"/>
                    <a:pt x="7" y="0"/>
                  </a:cubicBezTo>
                  <a:cubicBezTo>
                    <a:pt x="6" y="3"/>
                    <a:pt x="5" y="6"/>
                    <a:pt x="4" y="8"/>
                  </a:cubicBezTo>
                  <a:cubicBezTo>
                    <a:pt x="3" y="11"/>
                    <a:pt x="1" y="14"/>
                    <a:pt x="0" y="16"/>
                  </a:cubicBezTo>
                  <a:cubicBezTo>
                    <a:pt x="0" y="16"/>
                    <a:pt x="68" y="42"/>
                    <a:pt x="69" y="4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0" name="Oval 3919">
              <a:extLst>
                <a:ext uri="{FF2B5EF4-FFF2-40B4-BE49-F238E27FC236}">
                  <a16:creationId xmlns:a16="http://schemas.microsoft.com/office/drawing/2014/main" id="{EFA7B6C2-9FFD-4358-917B-A0B04EFFD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1649"/>
              <a:ext cx="120" cy="205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011" name="Freeform 3920">
              <a:extLst>
                <a:ext uri="{FF2B5EF4-FFF2-40B4-BE49-F238E27FC236}">
                  <a16:creationId xmlns:a16="http://schemas.microsoft.com/office/drawing/2014/main" id="{DFF59789-E802-41C5-9138-D7A9F8795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734"/>
              <a:ext cx="138" cy="33"/>
            </a:xfrm>
            <a:custGeom>
              <a:avLst/>
              <a:gdLst>
                <a:gd name="T0" fmla="*/ 2687 w 76"/>
                <a:gd name="T1" fmla="*/ 468 h 17"/>
                <a:gd name="T2" fmla="*/ 2729 w 76"/>
                <a:gd name="T3" fmla="*/ 0 h 17"/>
                <a:gd name="T4" fmla="*/ 0 w 76"/>
                <a:gd name="T5" fmla="*/ 169 h 17"/>
                <a:gd name="T6" fmla="*/ 0 w 76"/>
                <a:gd name="T7" fmla="*/ 468 h 17"/>
                <a:gd name="T8" fmla="*/ 0 w 76"/>
                <a:gd name="T9" fmla="*/ 800 h 17"/>
                <a:gd name="T10" fmla="*/ 2729 w 76"/>
                <a:gd name="T11" fmla="*/ 908 h 17"/>
                <a:gd name="T12" fmla="*/ 2687 w 76"/>
                <a:gd name="T13" fmla="*/ 46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7">
                  <a:moveTo>
                    <a:pt x="75" y="9"/>
                  </a:moveTo>
                  <a:cubicBezTo>
                    <a:pt x="75" y="6"/>
                    <a:pt x="75" y="3"/>
                    <a:pt x="76" y="0"/>
                  </a:cubicBezTo>
                  <a:cubicBezTo>
                    <a:pt x="76" y="0"/>
                    <a:pt x="0" y="2"/>
                    <a:pt x="0" y="3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0" y="11"/>
                    <a:pt x="0" y="13"/>
                    <a:pt x="0" y="15"/>
                  </a:cubicBezTo>
                  <a:cubicBezTo>
                    <a:pt x="0" y="16"/>
                    <a:pt x="76" y="17"/>
                    <a:pt x="76" y="17"/>
                  </a:cubicBezTo>
                  <a:cubicBezTo>
                    <a:pt x="75" y="14"/>
                    <a:pt x="75" y="12"/>
                    <a:pt x="75" y="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2" name="Oval 3921">
              <a:extLst>
                <a:ext uri="{FF2B5EF4-FFF2-40B4-BE49-F238E27FC236}">
                  <a16:creationId xmlns:a16="http://schemas.microsoft.com/office/drawing/2014/main" id="{D983947A-93B8-4554-A33D-F6F3F9C43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1651"/>
              <a:ext cx="117" cy="205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013" name="Freeform 3922">
              <a:extLst>
                <a:ext uri="{FF2B5EF4-FFF2-40B4-BE49-F238E27FC236}">
                  <a16:creationId xmlns:a16="http://schemas.microsoft.com/office/drawing/2014/main" id="{A137D220-1E71-4B38-8B77-4ABF80357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736"/>
              <a:ext cx="140" cy="35"/>
            </a:xfrm>
            <a:custGeom>
              <a:avLst/>
              <a:gdLst>
                <a:gd name="T0" fmla="*/ 0 w 77"/>
                <a:gd name="T1" fmla="*/ 500 h 18"/>
                <a:gd name="T2" fmla="*/ 0 w 77"/>
                <a:gd name="T3" fmla="*/ 0 h 18"/>
                <a:gd name="T4" fmla="*/ 2791 w 77"/>
                <a:gd name="T5" fmla="*/ 228 h 18"/>
                <a:gd name="T6" fmla="*/ 2791 w 77"/>
                <a:gd name="T7" fmla="*/ 500 h 18"/>
                <a:gd name="T8" fmla="*/ 2791 w 77"/>
                <a:gd name="T9" fmla="*/ 756 h 18"/>
                <a:gd name="T10" fmla="*/ 0 w 77"/>
                <a:gd name="T11" fmla="*/ 972 h 18"/>
                <a:gd name="T12" fmla="*/ 0 w 77"/>
                <a:gd name="T13" fmla="*/ 50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8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  <a:cubicBezTo>
                    <a:pt x="0" y="0"/>
                    <a:pt x="77" y="3"/>
                    <a:pt x="77" y="4"/>
                  </a:cubicBezTo>
                  <a:cubicBezTo>
                    <a:pt x="77" y="5"/>
                    <a:pt x="77" y="7"/>
                    <a:pt x="77" y="9"/>
                  </a:cubicBezTo>
                  <a:cubicBezTo>
                    <a:pt x="77" y="11"/>
                    <a:pt x="77" y="12"/>
                    <a:pt x="77" y="14"/>
                  </a:cubicBezTo>
                  <a:cubicBezTo>
                    <a:pt x="77" y="15"/>
                    <a:pt x="0" y="18"/>
                    <a:pt x="0" y="18"/>
                  </a:cubicBezTo>
                  <a:cubicBezTo>
                    <a:pt x="0" y="15"/>
                    <a:pt x="0" y="12"/>
                    <a:pt x="0" y="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4" name="Freeform 3923">
              <a:extLst>
                <a:ext uri="{FF2B5EF4-FFF2-40B4-BE49-F238E27FC236}">
                  <a16:creationId xmlns:a16="http://schemas.microsoft.com/office/drawing/2014/main" id="{F87AD68E-F94D-44D1-BEBD-CDC37ECB9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074"/>
              <a:ext cx="181" cy="195"/>
            </a:xfrm>
            <a:custGeom>
              <a:avLst/>
              <a:gdLst>
                <a:gd name="T0" fmla="*/ 3046 w 100"/>
                <a:gd name="T1" fmla="*/ 4555 h 101"/>
                <a:gd name="T2" fmla="*/ 2568 w 100"/>
                <a:gd name="T3" fmla="*/ 1390 h 101"/>
                <a:gd name="T4" fmla="*/ 462 w 100"/>
                <a:gd name="T5" fmla="*/ 672 h 101"/>
                <a:gd name="T6" fmla="*/ 954 w 100"/>
                <a:gd name="T7" fmla="*/ 3836 h 101"/>
                <a:gd name="T8" fmla="*/ 3046 w 100"/>
                <a:gd name="T9" fmla="*/ 4555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01">
                  <a:moveTo>
                    <a:pt x="87" y="88"/>
                  </a:moveTo>
                  <a:cubicBezTo>
                    <a:pt x="100" y="75"/>
                    <a:pt x="94" y="48"/>
                    <a:pt x="73" y="27"/>
                  </a:cubicBezTo>
                  <a:cubicBezTo>
                    <a:pt x="53" y="6"/>
                    <a:pt x="25" y="0"/>
                    <a:pt x="13" y="13"/>
                  </a:cubicBezTo>
                  <a:cubicBezTo>
                    <a:pt x="0" y="26"/>
                    <a:pt x="6" y="53"/>
                    <a:pt x="27" y="74"/>
                  </a:cubicBezTo>
                  <a:cubicBezTo>
                    <a:pt x="47" y="94"/>
                    <a:pt x="75" y="101"/>
                    <a:pt x="87" y="8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5" name="Freeform 3924">
              <a:extLst>
                <a:ext uri="{FF2B5EF4-FFF2-40B4-BE49-F238E27FC236}">
                  <a16:creationId xmlns:a16="http://schemas.microsoft.com/office/drawing/2014/main" id="{B48133AA-107C-4157-AFF9-491821B32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203"/>
              <a:ext cx="92" cy="107"/>
            </a:xfrm>
            <a:custGeom>
              <a:avLst/>
              <a:gdLst>
                <a:gd name="T0" fmla="*/ 41 w 51"/>
                <a:gd name="T1" fmla="*/ 2335 h 55"/>
                <a:gd name="T2" fmla="*/ 170 w 51"/>
                <a:gd name="T3" fmla="*/ 2922 h 55"/>
                <a:gd name="T4" fmla="*/ 1753 w 51"/>
                <a:gd name="T5" fmla="*/ 648 h 55"/>
                <a:gd name="T6" fmla="*/ 1542 w 51"/>
                <a:gd name="T7" fmla="*/ 389 h 55"/>
                <a:gd name="T8" fmla="*/ 1331 w 51"/>
                <a:gd name="T9" fmla="*/ 0 h 55"/>
                <a:gd name="T10" fmla="*/ 41 w 51"/>
                <a:gd name="T11" fmla="*/ 233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55">
                  <a:moveTo>
                    <a:pt x="1" y="43"/>
                  </a:moveTo>
                  <a:cubicBezTo>
                    <a:pt x="2" y="46"/>
                    <a:pt x="4" y="50"/>
                    <a:pt x="5" y="54"/>
                  </a:cubicBezTo>
                  <a:cubicBezTo>
                    <a:pt x="6" y="55"/>
                    <a:pt x="51" y="12"/>
                    <a:pt x="51" y="12"/>
                  </a:cubicBezTo>
                  <a:cubicBezTo>
                    <a:pt x="49" y="11"/>
                    <a:pt x="47" y="9"/>
                    <a:pt x="45" y="7"/>
                  </a:cubicBezTo>
                  <a:cubicBezTo>
                    <a:pt x="43" y="4"/>
                    <a:pt x="41" y="2"/>
                    <a:pt x="39" y="0"/>
                  </a:cubicBezTo>
                  <a:cubicBezTo>
                    <a:pt x="39" y="0"/>
                    <a:pt x="0" y="42"/>
                    <a:pt x="1" y="4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6" name="Freeform 3925">
              <a:extLst>
                <a:ext uri="{FF2B5EF4-FFF2-40B4-BE49-F238E27FC236}">
                  <a16:creationId xmlns:a16="http://schemas.microsoft.com/office/drawing/2014/main" id="{2C4AC75A-8FE5-45F2-84EF-55B36810A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236"/>
              <a:ext cx="183" cy="195"/>
            </a:xfrm>
            <a:custGeom>
              <a:avLst/>
              <a:gdLst>
                <a:gd name="T0" fmla="*/ 3106 w 101"/>
                <a:gd name="T1" fmla="*/ 4555 h 101"/>
                <a:gd name="T2" fmla="*/ 958 w 101"/>
                <a:gd name="T3" fmla="*/ 3836 h 101"/>
                <a:gd name="T4" fmla="*/ 462 w 101"/>
                <a:gd name="T5" fmla="*/ 672 h 101"/>
                <a:gd name="T6" fmla="*/ 2616 w 101"/>
                <a:gd name="T7" fmla="*/ 1390 h 101"/>
                <a:gd name="T8" fmla="*/ 3106 w 101"/>
                <a:gd name="T9" fmla="*/ 4555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01">
                  <a:moveTo>
                    <a:pt x="88" y="88"/>
                  </a:moveTo>
                  <a:cubicBezTo>
                    <a:pt x="75" y="101"/>
                    <a:pt x="48" y="94"/>
                    <a:pt x="27" y="74"/>
                  </a:cubicBezTo>
                  <a:cubicBezTo>
                    <a:pt x="7" y="53"/>
                    <a:pt x="0" y="26"/>
                    <a:pt x="13" y="13"/>
                  </a:cubicBezTo>
                  <a:cubicBezTo>
                    <a:pt x="26" y="0"/>
                    <a:pt x="53" y="6"/>
                    <a:pt x="74" y="27"/>
                  </a:cubicBezTo>
                  <a:cubicBezTo>
                    <a:pt x="95" y="48"/>
                    <a:pt x="101" y="75"/>
                    <a:pt x="88" y="8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7" name="Freeform 3926">
              <a:extLst>
                <a:ext uri="{FF2B5EF4-FFF2-40B4-BE49-F238E27FC236}">
                  <a16:creationId xmlns:a16="http://schemas.microsoft.com/office/drawing/2014/main" id="{D3879081-44EF-483A-BCCD-7493C56E5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198"/>
              <a:ext cx="94" cy="104"/>
            </a:xfrm>
            <a:custGeom>
              <a:avLst/>
              <a:gdLst>
                <a:gd name="T0" fmla="*/ 1772 w 52"/>
                <a:gd name="T1" fmla="*/ 508 h 54"/>
                <a:gd name="T2" fmla="*/ 1643 w 52"/>
                <a:gd name="T3" fmla="*/ 56 h 54"/>
                <a:gd name="T4" fmla="*/ 0 w 52"/>
                <a:gd name="T5" fmla="*/ 2092 h 54"/>
                <a:gd name="T6" fmla="*/ 255 w 52"/>
                <a:gd name="T7" fmla="*/ 2407 h 54"/>
                <a:gd name="T8" fmla="*/ 461 w 52"/>
                <a:gd name="T9" fmla="*/ 2748 h 54"/>
                <a:gd name="T10" fmla="*/ 1772 w 52"/>
                <a:gd name="T11" fmla="*/ 508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4">
                  <a:moveTo>
                    <a:pt x="51" y="10"/>
                  </a:moveTo>
                  <a:cubicBezTo>
                    <a:pt x="50" y="7"/>
                    <a:pt x="49" y="4"/>
                    <a:pt x="47" y="1"/>
                  </a:cubicBezTo>
                  <a:cubicBezTo>
                    <a:pt x="47" y="0"/>
                    <a:pt x="0" y="41"/>
                    <a:pt x="0" y="41"/>
                  </a:cubicBezTo>
                  <a:cubicBezTo>
                    <a:pt x="3" y="43"/>
                    <a:pt x="5" y="45"/>
                    <a:pt x="7" y="47"/>
                  </a:cubicBezTo>
                  <a:cubicBezTo>
                    <a:pt x="9" y="49"/>
                    <a:pt x="11" y="51"/>
                    <a:pt x="13" y="54"/>
                  </a:cubicBezTo>
                  <a:cubicBezTo>
                    <a:pt x="13" y="54"/>
                    <a:pt x="52" y="12"/>
                    <a:pt x="51" y="1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8" name="Freeform 3927">
              <a:extLst>
                <a:ext uri="{FF2B5EF4-FFF2-40B4-BE49-F238E27FC236}">
                  <a16:creationId xmlns:a16="http://schemas.microsoft.com/office/drawing/2014/main" id="{3CB84CB4-6E45-4779-9BB0-21E39721A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240"/>
              <a:ext cx="182" cy="193"/>
            </a:xfrm>
            <a:custGeom>
              <a:avLst/>
              <a:gdLst>
                <a:gd name="T0" fmla="*/ 432 w 101"/>
                <a:gd name="T1" fmla="*/ 4551 h 100"/>
                <a:gd name="T2" fmla="*/ 2526 w 101"/>
                <a:gd name="T3" fmla="*/ 3773 h 100"/>
                <a:gd name="T4" fmla="*/ 3026 w 101"/>
                <a:gd name="T5" fmla="*/ 666 h 100"/>
                <a:gd name="T6" fmla="*/ 932 w 101"/>
                <a:gd name="T7" fmla="*/ 1386 h 100"/>
                <a:gd name="T8" fmla="*/ 432 w 101"/>
                <a:gd name="T9" fmla="*/ 455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00">
                  <a:moveTo>
                    <a:pt x="13" y="88"/>
                  </a:moveTo>
                  <a:cubicBezTo>
                    <a:pt x="26" y="100"/>
                    <a:pt x="53" y="94"/>
                    <a:pt x="74" y="73"/>
                  </a:cubicBezTo>
                  <a:cubicBezTo>
                    <a:pt x="94" y="53"/>
                    <a:pt x="101" y="25"/>
                    <a:pt x="88" y="13"/>
                  </a:cubicBezTo>
                  <a:cubicBezTo>
                    <a:pt x="75" y="0"/>
                    <a:pt x="48" y="6"/>
                    <a:pt x="27" y="27"/>
                  </a:cubicBezTo>
                  <a:cubicBezTo>
                    <a:pt x="6" y="47"/>
                    <a:pt x="0" y="75"/>
                    <a:pt x="13" y="8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9" name="Freeform 3928">
              <a:extLst>
                <a:ext uri="{FF2B5EF4-FFF2-40B4-BE49-F238E27FC236}">
                  <a16:creationId xmlns:a16="http://schemas.microsoft.com/office/drawing/2014/main" id="{C8894AD6-035E-4061-8AD0-C9CAFA994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201"/>
              <a:ext cx="92" cy="103"/>
            </a:xfrm>
            <a:custGeom>
              <a:avLst/>
              <a:gdLst>
                <a:gd name="T0" fmla="*/ 170 w 51"/>
                <a:gd name="T1" fmla="*/ 60 h 53"/>
                <a:gd name="T2" fmla="*/ 41 w 51"/>
                <a:gd name="T3" fmla="*/ 585 h 53"/>
                <a:gd name="T4" fmla="*/ 1315 w 51"/>
                <a:gd name="T5" fmla="*/ 2855 h 53"/>
                <a:gd name="T6" fmla="*/ 1513 w 51"/>
                <a:gd name="T7" fmla="*/ 2526 h 53"/>
                <a:gd name="T8" fmla="*/ 1753 w 51"/>
                <a:gd name="T9" fmla="*/ 2210 h 53"/>
                <a:gd name="T10" fmla="*/ 170 w 51"/>
                <a:gd name="T11" fmla="*/ 6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53">
                  <a:moveTo>
                    <a:pt x="5" y="1"/>
                  </a:moveTo>
                  <a:cubicBezTo>
                    <a:pt x="4" y="4"/>
                    <a:pt x="2" y="7"/>
                    <a:pt x="1" y="11"/>
                  </a:cubicBezTo>
                  <a:cubicBezTo>
                    <a:pt x="0" y="12"/>
                    <a:pt x="38" y="53"/>
                    <a:pt x="38" y="53"/>
                  </a:cubicBezTo>
                  <a:cubicBezTo>
                    <a:pt x="40" y="51"/>
                    <a:pt x="42" y="49"/>
                    <a:pt x="44" y="47"/>
                  </a:cubicBezTo>
                  <a:cubicBezTo>
                    <a:pt x="46" y="45"/>
                    <a:pt x="48" y="43"/>
                    <a:pt x="51" y="41"/>
                  </a:cubicBezTo>
                  <a:cubicBezTo>
                    <a:pt x="51" y="41"/>
                    <a:pt x="6" y="0"/>
                    <a:pt x="5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0" name="Freeform 3929">
              <a:extLst>
                <a:ext uri="{FF2B5EF4-FFF2-40B4-BE49-F238E27FC236}">
                  <a16:creationId xmlns:a16="http://schemas.microsoft.com/office/drawing/2014/main" id="{8CA2D0D7-0318-4E24-9202-4C5901E07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070"/>
              <a:ext cx="182" cy="195"/>
            </a:xfrm>
            <a:custGeom>
              <a:avLst/>
              <a:gdLst>
                <a:gd name="T0" fmla="*/ 432 w 101"/>
                <a:gd name="T1" fmla="*/ 4555 h 101"/>
                <a:gd name="T2" fmla="*/ 932 w 101"/>
                <a:gd name="T3" fmla="*/ 1390 h 101"/>
                <a:gd name="T4" fmla="*/ 3026 w 101"/>
                <a:gd name="T5" fmla="*/ 672 h 101"/>
                <a:gd name="T6" fmla="*/ 2526 w 101"/>
                <a:gd name="T7" fmla="*/ 3836 h 101"/>
                <a:gd name="T8" fmla="*/ 432 w 101"/>
                <a:gd name="T9" fmla="*/ 4555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01">
                  <a:moveTo>
                    <a:pt x="13" y="88"/>
                  </a:moveTo>
                  <a:cubicBezTo>
                    <a:pt x="0" y="75"/>
                    <a:pt x="6" y="48"/>
                    <a:pt x="27" y="27"/>
                  </a:cubicBezTo>
                  <a:cubicBezTo>
                    <a:pt x="48" y="7"/>
                    <a:pt x="75" y="0"/>
                    <a:pt x="88" y="13"/>
                  </a:cubicBezTo>
                  <a:cubicBezTo>
                    <a:pt x="101" y="26"/>
                    <a:pt x="94" y="53"/>
                    <a:pt x="74" y="74"/>
                  </a:cubicBezTo>
                  <a:cubicBezTo>
                    <a:pt x="53" y="94"/>
                    <a:pt x="26" y="101"/>
                    <a:pt x="13" y="8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1" name="Freeform 3930">
              <a:extLst>
                <a:ext uri="{FF2B5EF4-FFF2-40B4-BE49-F238E27FC236}">
                  <a16:creationId xmlns:a16="http://schemas.microsoft.com/office/drawing/2014/main" id="{A6B520D5-82F1-43C0-BFE7-0496855CE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200"/>
              <a:ext cx="90" cy="102"/>
            </a:xfrm>
            <a:custGeom>
              <a:avLst/>
              <a:gdLst>
                <a:gd name="T0" fmla="*/ 1562 w 50"/>
                <a:gd name="T1" fmla="*/ 2637 h 53"/>
                <a:gd name="T2" fmla="*/ 1705 w 50"/>
                <a:gd name="T3" fmla="*/ 2252 h 53"/>
                <a:gd name="T4" fmla="*/ 421 w 50"/>
                <a:gd name="T5" fmla="*/ 0 h 53"/>
                <a:gd name="T6" fmla="*/ 239 w 50"/>
                <a:gd name="T7" fmla="*/ 341 h 53"/>
                <a:gd name="T8" fmla="*/ 0 w 50"/>
                <a:gd name="T9" fmla="*/ 656 h 53"/>
                <a:gd name="T10" fmla="*/ 1562 w 50"/>
                <a:gd name="T11" fmla="*/ 263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53">
                  <a:moveTo>
                    <a:pt x="46" y="52"/>
                  </a:moveTo>
                  <a:cubicBezTo>
                    <a:pt x="47" y="49"/>
                    <a:pt x="49" y="46"/>
                    <a:pt x="50" y="44"/>
                  </a:cubicBezTo>
                  <a:cubicBezTo>
                    <a:pt x="50" y="42"/>
                    <a:pt x="12" y="0"/>
                    <a:pt x="12" y="0"/>
                  </a:cubicBezTo>
                  <a:cubicBezTo>
                    <a:pt x="11" y="3"/>
                    <a:pt x="9" y="5"/>
                    <a:pt x="7" y="7"/>
                  </a:cubicBezTo>
                  <a:cubicBezTo>
                    <a:pt x="5" y="9"/>
                    <a:pt x="2" y="11"/>
                    <a:pt x="0" y="13"/>
                  </a:cubicBezTo>
                  <a:cubicBezTo>
                    <a:pt x="0" y="13"/>
                    <a:pt x="46" y="53"/>
                    <a:pt x="46" y="5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2" name="Freeform 3931">
              <a:extLst>
                <a:ext uri="{FF2B5EF4-FFF2-40B4-BE49-F238E27FC236}">
                  <a16:creationId xmlns:a16="http://schemas.microsoft.com/office/drawing/2014/main" id="{0575BF70-1F49-4B48-9C29-94BD13452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016"/>
              <a:ext cx="79" cy="35"/>
            </a:xfrm>
            <a:custGeom>
              <a:avLst/>
              <a:gdLst>
                <a:gd name="T0" fmla="*/ 0 w 44"/>
                <a:gd name="T1" fmla="*/ 0 h 18"/>
                <a:gd name="T2" fmla="*/ 1309 w 44"/>
                <a:gd name="T3" fmla="*/ 972 h 18"/>
                <a:gd name="T4" fmla="*/ 1476 w 44"/>
                <a:gd name="T5" fmla="*/ 500 h 18"/>
                <a:gd name="T6" fmla="*/ 0 w 4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8">
                  <a:moveTo>
                    <a:pt x="0" y="0"/>
                  </a:moveTo>
                  <a:cubicBezTo>
                    <a:pt x="39" y="18"/>
                    <a:pt x="39" y="18"/>
                    <a:pt x="39" y="18"/>
                  </a:cubicBezTo>
                  <a:cubicBezTo>
                    <a:pt x="39" y="18"/>
                    <a:pt x="41" y="11"/>
                    <a:pt x="44" y="9"/>
                  </a:cubicBezTo>
                  <a:cubicBezTo>
                    <a:pt x="38" y="11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9" name="HIV-Virus-Structure-Diagram">
            <a:extLst>
              <a:ext uri="{FF2B5EF4-FFF2-40B4-BE49-F238E27FC236}">
                <a16:creationId xmlns:a16="http://schemas.microsoft.com/office/drawing/2014/main" id="{1BE0C294-C613-4332-A98C-682EE299F92A}"/>
              </a:ext>
            </a:extLst>
          </p:cNvPr>
          <p:cNvGrpSpPr>
            <a:grpSpLocks/>
          </p:cNvGrpSpPr>
          <p:nvPr/>
        </p:nvGrpSpPr>
        <p:grpSpPr bwMode="auto">
          <a:xfrm>
            <a:off x="8094663" y="3414713"/>
            <a:ext cx="1971675" cy="2767012"/>
            <a:chOff x="4139" y="2151"/>
            <a:chExt cx="1242" cy="1743"/>
          </a:xfrm>
        </p:grpSpPr>
        <p:grpSp>
          <p:nvGrpSpPr>
            <p:cNvPr id="26630" name="Group 4133">
              <a:extLst>
                <a:ext uri="{FF2B5EF4-FFF2-40B4-BE49-F238E27FC236}">
                  <a16:creationId xmlns:a16="http://schemas.microsoft.com/office/drawing/2014/main" id="{2C7B57FF-3AAD-490F-84A2-78990C815A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9" y="2178"/>
              <a:ext cx="1242" cy="1697"/>
              <a:chOff x="4139" y="2178"/>
              <a:chExt cx="1242" cy="1697"/>
            </a:xfrm>
          </p:grpSpPr>
          <p:sp>
            <p:nvSpPr>
              <p:cNvPr id="26751" name="Freeform 3933">
                <a:extLst>
                  <a:ext uri="{FF2B5EF4-FFF2-40B4-BE49-F238E27FC236}">
                    <a16:creationId xmlns:a16="http://schemas.microsoft.com/office/drawing/2014/main" id="{0BCE21BA-6A88-4115-AB42-9EE31CF03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236"/>
                <a:ext cx="1012" cy="1581"/>
              </a:xfrm>
              <a:custGeom>
                <a:avLst/>
                <a:gdLst>
                  <a:gd name="T0" fmla="*/ 9861 w 559"/>
                  <a:gd name="T1" fmla="*/ 42384 h 819"/>
                  <a:gd name="T2" fmla="*/ 19681 w 559"/>
                  <a:gd name="T3" fmla="*/ 21207 h 819"/>
                  <a:gd name="T4" fmla="*/ 9861 w 559"/>
                  <a:gd name="T5" fmla="*/ 0 h 819"/>
                  <a:gd name="T6" fmla="*/ 9819 w 559"/>
                  <a:gd name="T7" fmla="*/ 0 h 819"/>
                  <a:gd name="T8" fmla="*/ 0 w 559"/>
                  <a:gd name="T9" fmla="*/ 21207 h 819"/>
                  <a:gd name="T10" fmla="*/ 9819 w 559"/>
                  <a:gd name="T11" fmla="*/ 42384 h 8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9" h="819">
                    <a:moveTo>
                      <a:pt x="280" y="819"/>
                    </a:moveTo>
                    <a:cubicBezTo>
                      <a:pt x="434" y="819"/>
                      <a:pt x="559" y="636"/>
                      <a:pt x="559" y="410"/>
                    </a:cubicBezTo>
                    <a:cubicBezTo>
                      <a:pt x="559" y="183"/>
                      <a:pt x="434" y="0"/>
                      <a:pt x="280" y="0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125" y="0"/>
                      <a:pt x="0" y="183"/>
                      <a:pt x="0" y="410"/>
                    </a:cubicBezTo>
                    <a:cubicBezTo>
                      <a:pt x="0" y="636"/>
                      <a:pt x="125" y="819"/>
                      <a:pt x="279" y="819"/>
                    </a:cubicBezTo>
                  </a:path>
                </a:pathLst>
              </a:custGeom>
              <a:solidFill>
                <a:srgbClr val="FFEC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2" name="Freeform 3934">
                <a:extLst>
                  <a:ext uri="{FF2B5EF4-FFF2-40B4-BE49-F238E27FC236}">
                    <a16:creationId xmlns:a16="http://schemas.microsoft.com/office/drawing/2014/main" id="{4F5301E9-6F17-4B58-A396-824FED85B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178"/>
                <a:ext cx="203" cy="160"/>
              </a:xfrm>
              <a:custGeom>
                <a:avLst/>
                <a:gdLst>
                  <a:gd name="T0" fmla="*/ 3716 w 112"/>
                  <a:gd name="T1" fmla="*/ 1118 h 83"/>
                  <a:gd name="T2" fmla="*/ 1568 w 112"/>
                  <a:gd name="T3" fmla="*/ 549 h 83"/>
                  <a:gd name="T4" fmla="*/ 263 w 112"/>
                  <a:gd name="T5" fmla="*/ 3188 h 83"/>
                  <a:gd name="T6" fmla="*/ 2447 w 112"/>
                  <a:gd name="T7" fmla="*/ 3705 h 83"/>
                  <a:gd name="T8" fmla="*/ 3716 w 112"/>
                  <a:gd name="T9" fmla="*/ 1118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3">
                    <a:moveTo>
                      <a:pt x="105" y="22"/>
                    </a:moveTo>
                    <a:cubicBezTo>
                      <a:pt x="98" y="5"/>
                      <a:pt x="71" y="0"/>
                      <a:pt x="44" y="11"/>
                    </a:cubicBezTo>
                    <a:cubicBezTo>
                      <a:pt x="17" y="23"/>
                      <a:pt x="0" y="45"/>
                      <a:pt x="7" y="62"/>
                    </a:cubicBezTo>
                    <a:cubicBezTo>
                      <a:pt x="14" y="79"/>
                      <a:pt x="42" y="83"/>
                      <a:pt x="69" y="72"/>
                    </a:cubicBezTo>
                    <a:cubicBezTo>
                      <a:pt x="96" y="61"/>
                      <a:pt x="112" y="38"/>
                      <a:pt x="105" y="22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3" name="Freeform 3935">
                <a:extLst>
                  <a:ext uri="{FF2B5EF4-FFF2-40B4-BE49-F238E27FC236}">
                    <a16:creationId xmlns:a16="http://schemas.microsoft.com/office/drawing/2014/main" id="{74B5C542-55FE-47CD-A15D-84AA0DC63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309"/>
                <a:ext cx="49" cy="87"/>
              </a:xfrm>
              <a:custGeom>
                <a:avLst/>
                <a:gdLst>
                  <a:gd name="T0" fmla="*/ 704 w 27"/>
                  <a:gd name="T1" fmla="*/ 2291 h 45"/>
                  <a:gd name="T2" fmla="*/ 918 w 27"/>
                  <a:gd name="T3" fmla="*/ 1974 h 45"/>
                  <a:gd name="T4" fmla="*/ 573 w 27"/>
                  <a:gd name="T5" fmla="*/ 0 h 45"/>
                  <a:gd name="T6" fmla="*/ 294 w 27"/>
                  <a:gd name="T7" fmla="*/ 209 h 45"/>
                  <a:gd name="T8" fmla="*/ 0 w 27"/>
                  <a:gd name="T9" fmla="*/ 377 h 45"/>
                  <a:gd name="T10" fmla="*/ 704 w 27"/>
                  <a:gd name="T11" fmla="*/ 2291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5">
                    <a:moveTo>
                      <a:pt x="20" y="44"/>
                    </a:moveTo>
                    <a:cubicBezTo>
                      <a:pt x="22" y="42"/>
                      <a:pt x="24" y="40"/>
                      <a:pt x="26" y="38"/>
                    </a:cubicBezTo>
                    <a:cubicBezTo>
                      <a:pt x="27" y="36"/>
                      <a:pt x="16" y="0"/>
                      <a:pt x="16" y="0"/>
                    </a:cubicBezTo>
                    <a:cubicBezTo>
                      <a:pt x="13" y="2"/>
                      <a:pt x="11" y="3"/>
                      <a:pt x="8" y="4"/>
                    </a:cubicBezTo>
                    <a:cubicBezTo>
                      <a:pt x="5" y="5"/>
                      <a:pt x="2" y="6"/>
                      <a:pt x="0" y="7"/>
                    </a:cubicBezTo>
                    <a:cubicBezTo>
                      <a:pt x="0" y="7"/>
                      <a:pt x="19" y="45"/>
                      <a:pt x="20" y="44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4" name="Freeform 3936">
                <a:extLst>
                  <a:ext uri="{FF2B5EF4-FFF2-40B4-BE49-F238E27FC236}">
                    <a16:creationId xmlns:a16="http://schemas.microsoft.com/office/drawing/2014/main" id="{A74EB0EB-B082-4C4A-A249-6E8F17460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3715"/>
                <a:ext cx="201" cy="160"/>
              </a:xfrm>
              <a:custGeom>
                <a:avLst/>
                <a:gdLst>
                  <a:gd name="T0" fmla="*/ 3656 w 111"/>
                  <a:gd name="T1" fmla="*/ 1058 h 83"/>
                  <a:gd name="T2" fmla="*/ 2401 w 111"/>
                  <a:gd name="T3" fmla="*/ 3705 h 83"/>
                  <a:gd name="T4" fmla="*/ 255 w 111"/>
                  <a:gd name="T5" fmla="*/ 3188 h 83"/>
                  <a:gd name="T6" fmla="*/ 1516 w 111"/>
                  <a:gd name="T7" fmla="*/ 549 h 83"/>
                  <a:gd name="T8" fmla="*/ 3656 w 111"/>
                  <a:gd name="T9" fmla="*/ 1058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83">
                    <a:moveTo>
                      <a:pt x="104" y="21"/>
                    </a:moveTo>
                    <a:cubicBezTo>
                      <a:pt x="111" y="38"/>
                      <a:pt x="95" y="61"/>
                      <a:pt x="68" y="72"/>
                    </a:cubicBezTo>
                    <a:cubicBezTo>
                      <a:pt x="41" y="83"/>
                      <a:pt x="14" y="78"/>
                      <a:pt x="7" y="62"/>
                    </a:cubicBezTo>
                    <a:cubicBezTo>
                      <a:pt x="0" y="45"/>
                      <a:pt x="16" y="22"/>
                      <a:pt x="43" y="11"/>
                    </a:cubicBezTo>
                    <a:cubicBezTo>
                      <a:pt x="70" y="0"/>
                      <a:pt x="98" y="4"/>
                      <a:pt x="104" y="21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5" name="Freeform 3937">
                <a:extLst>
                  <a:ext uri="{FF2B5EF4-FFF2-40B4-BE49-F238E27FC236}">
                    <a16:creationId xmlns:a16="http://schemas.microsoft.com/office/drawing/2014/main" id="{B85804BC-42A5-4236-ADF3-306022682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657"/>
                <a:ext cx="51" cy="86"/>
              </a:xfrm>
              <a:custGeom>
                <a:avLst/>
                <a:gdLst>
                  <a:gd name="T0" fmla="*/ 295 w 28"/>
                  <a:gd name="T1" fmla="*/ 55 h 45"/>
                  <a:gd name="T2" fmla="*/ 44 w 28"/>
                  <a:gd name="T3" fmla="*/ 384 h 45"/>
                  <a:gd name="T4" fmla="*/ 441 w 28"/>
                  <a:gd name="T5" fmla="*/ 2184 h 45"/>
                  <a:gd name="T6" fmla="*/ 727 w 28"/>
                  <a:gd name="T7" fmla="*/ 1991 h 45"/>
                  <a:gd name="T8" fmla="*/ 1022 w 28"/>
                  <a:gd name="T9" fmla="*/ 1869 h 45"/>
                  <a:gd name="T10" fmla="*/ 295 w 28"/>
                  <a:gd name="T11" fmla="*/ 55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5">
                    <a:moveTo>
                      <a:pt x="8" y="1"/>
                    </a:moveTo>
                    <a:cubicBezTo>
                      <a:pt x="6" y="3"/>
                      <a:pt x="4" y="6"/>
                      <a:pt x="1" y="8"/>
                    </a:cubicBezTo>
                    <a:cubicBezTo>
                      <a:pt x="0" y="9"/>
                      <a:pt x="12" y="45"/>
                      <a:pt x="12" y="45"/>
                    </a:cubicBezTo>
                    <a:cubicBezTo>
                      <a:pt x="15" y="43"/>
                      <a:pt x="17" y="42"/>
                      <a:pt x="20" y="41"/>
                    </a:cubicBezTo>
                    <a:cubicBezTo>
                      <a:pt x="23" y="40"/>
                      <a:pt x="25" y="39"/>
                      <a:pt x="28" y="38"/>
                    </a:cubicBezTo>
                    <a:cubicBezTo>
                      <a:pt x="28" y="38"/>
                      <a:pt x="9" y="0"/>
                      <a:pt x="8" y="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6" name="Freeform 3938">
                <a:extLst>
                  <a:ext uri="{FF2B5EF4-FFF2-40B4-BE49-F238E27FC236}">
                    <a16:creationId xmlns:a16="http://schemas.microsoft.com/office/drawing/2014/main" id="{5C6BB042-2092-4E0A-9290-26D552F07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7" y="2612"/>
                <a:ext cx="151" cy="217"/>
              </a:xfrm>
              <a:custGeom>
                <a:avLst/>
                <a:gdLst>
                  <a:gd name="T0" fmla="*/ 2258 w 83"/>
                  <a:gd name="T1" fmla="*/ 5534 h 112"/>
                  <a:gd name="T2" fmla="*/ 2609 w 83"/>
                  <a:gd name="T3" fmla="*/ 2271 h 112"/>
                  <a:gd name="T4" fmla="*/ 759 w 83"/>
                  <a:gd name="T5" fmla="*/ 380 h 112"/>
                  <a:gd name="T6" fmla="*/ 391 w 83"/>
                  <a:gd name="T7" fmla="*/ 3668 h 112"/>
                  <a:gd name="T8" fmla="*/ 2258 w 83"/>
                  <a:gd name="T9" fmla="*/ 5534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62" y="105"/>
                    </a:moveTo>
                    <a:cubicBezTo>
                      <a:pt x="79" y="98"/>
                      <a:pt x="83" y="70"/>
                      <a:pt x="72" y="43"/>
                    </a:cubicBezTo>
                    <a:cubicBezTo>
                      <a:pt x="61" y="16"/>
                      <a:pt x="38" y="0"/>
                      <a:pt x="21" y="7"/>
                    </a:cubicBezTo>
                    <a:cubicBezTo>
                      <a:pt x="5" y="14"/>
                      <a:pt x="0" y="41"/>
                      <a:pt x="11" y="69"/>
                    </a:cubicBezTo>
                    <a:cubicBezTo>
                      <a:pt x="23" y="96"/>
                      <a:pt x="45" y="112"/>
                      <a:pt x="62" y="105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7" name="Freeform 3939">
                <a:extLst>
                  <a:ext uri="{FF2B5EF4-FFF2-40B4-BE49-F238E27FC236}">
                    <a16:creationId xmlns:a16="http://schemas.microsoft.com/office/drawing/2014/main" id="{91301AC4-1588-4104-915B-24B5CD7C0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2728"/>
                <a:ext cx="130" cy="81"/>
              </a:xfrm>
              <a:custGeom>
                <a:avLst/>
                <a:gdLst>
                  <a:gd name="T0" fmla="*/ 42 w 72"/>
                  <a:gd name="T1" fmla="*/ 1607 h 42"/>
                  <a:gd name="T2" fmla="*/ 76 w 72"/>
                  <a:gd name="T3" fmla="*/ 2102 h 42"/>
                  <a:gd name="T4" fmla="*/ 2497 w 72"/>
                  <a:gd name="T5" fmla="*/ 833 h 42"/>
                  <a:gd name="T6" fmla="*/ 2360 w 72"/>
                  <a:gd name="T7" fmla="*/ 457 h 42"/>
                  <a:gd name="T8" fmla="*/ 2243 w 72"/>
                  <a:gd name="T9" fmla="*/ 0 h 42"/>
                  <a:gd name="T10" fmla="*/ 42 w 72"/>
                  <a:gd name="T11" fmla="*/ 160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42">
                    <a:moveTo>
                      <a:pt x="1" y="31"/>
                    </a:moveTo>
                    <a:cubicBezTo>
                      <a:pt x="1" y="35"/>
                      <a:pt x="2" y="38"/>
                      <a:pt x="2" y="41"/>
                    </a:cubicBezTo>
                    <a:cubicBezTo>
                      <a:pt x="2" y="42"/>
                      <a:pt x="72" y="16"/>
                      <a:pt x="72" y="16"/>
                    </a:cubicBezTo>
                    <a:cubicBezTo>
                      <a:pt x="71" y="14"/>
                      <a:pt x="69" y="11"/>
                      <a:pt x="68" y="9"/>
                    </a:cubicBezTo>
                    <a:cubicBezTo>
                      <a:pt x="67" y="6"/>
                      <a:pt x="66" y="3"/>
                      <a:pt x="65" y="0"/>
                    </a:cubicBezTo>
                    <a:cubicBezTo>
                      <a:pt x="65" y="0"/>
                      <a:pt x="0" y="30"/>
                      <a:pt x="1" y="3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8" name="Freeform 3940">
                <a:extLst>
                  <a:ext uri="{FF2B5EF4-FFF2-40B4-BE49-F238E27FC236}">
                    <a16:creationId xmlns:a16="http://schemas.microsoft.com/office/drawing/2014/main" id="{D6DD98F4-4A79-4263-A7D0-4C8018EFD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3224"/>
                <a:ext cx="150" cy="216"/>
              </a:xfrm>
              <a:custGeom>
                <a:avLst/>
                <a:gdLst>
                  <a:gd name="T0" fmla="*/ 2156 w 83"/>
                  <a:gd name="T1" fmla="*/ 5423 h 112"/>
                  <a:gd name="T2" fmla="*/ 381 w 83"/>
                  <a:gd name="T3" fmla="*/ 3560 h 112"/>
                  <a:gd name="T4" fmla="*/ 737 w 83"/>
                  <a:gd name="T5" fmla="*/ 372 h 112"/>
                  <a:gd name="T6" fmla="*/ 2508 w 83"/>
                  <a:gd name="T7" fmla="*/ 2266 h 112"/>
                  <a:gd name="T8" fmla="*/ 2156 w 83"/>
                  <a:gd name="T9" fmla="*/ 542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62" y="105"/>
                    </a:moveTo>
                    <a:cubicBezTo>
                      <a:pt x="45" y="112"/>
                      <a:pt x="22" y="96"/>
                      <a:pt x="11" y="69"/>
                    </a:cubicBezTo>
                    <a:cubicBezTo>
                      <a:pt x="0" y="42"/>
                      <a:pt x="4" y="14"/>
                      <a:pt x="21" y="7"/>
                    </a:cubicBezTo>
                    <a:cubicBezTo>
                      <a:pt x="38" y="0"/>
                      <a:pt x="61" y="17"/>
                      <a:pt x="72" y="44"/>
                    </a:cubicBezTo>
                    <a:cubicBezTo>
                      <a:pt x="83" y="71"/>
                      <a:pt x="78" y="98"/>
                      <a:pt x="62" y="105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9" name="Freeform 3941">
                <a:extLst>
                  <a:ext uri="{FF2B5EF4-FFF2-40B4-BE49-F238E27FC236}">
                    <a16:creationId xmlns:a16="http://schemas.microsoft.com/office/drawing/2014/main" id="{533ED1D5-9FBF-49C1-95B2-7E9918E79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3245"/>
                <a:ext cx="125" cy="80"/>
              </a:xfrm>
              <a:custGeom>
                <a:avLst/>
                <a:gdLst>
                  <a:gd name="T0" fmla="*/ 2431 w 69"/>
                  <a:gd name="T1" fmla="*/ 593 h 41"/>
                  <a:gd name="T2" fmla="*/ 2361 w 69"/>
                  <a:gd name="T3" fmla="*/ 60 h 41"/>
                  <a:gd name="T4" fmla="*/ 0 w 69"/>
                  <a:gd name="T5" fmla="*/ 1389 h 41"/>
                  <a:gd name="T6" fmla="*/ 141 w 69"/>
                  <a:gd name="T7" fmla="*/ 1813 h 41"/>
                  <a:gd name="T8" fmla="*/ 255 w 69"/>
                  <a:gd name="T9" fmla="*/ 2258 h 41"/>
                  <a:gd name="T10" fmla="*/ 2431 w 69"/>
                  <a:gd name="T11" fmla="*/ 593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41">
                    <a:moveTo>
                      <a:pt x="69" y="11"/>
                    </a:moveTo>
                    <a:cubicBezTo>
                      <a:pt x="68" y="8"/>
                      <a:pt x="68" y="5"/>
                      <a:pt x="67" y="1"/>
                    </a:cubicBezTo>
                    <a:cubicBezTo>
                      <a:pt x="67" y="0"/>
                      <a:pt x="0" y="25"/>
                      <a:pt x="0" y="25"/>
                    </a:cubicBezTo>
                    <a:cubicBezTo>
                      <a:pt x="1" y="27"/>
                      <a:pt x="3" y="30"/>
                      <a:pt x="4" y="33"/>
                    </a:cubicBezTo>
                    <a:cubicBezTo>
                      <a:pt x="5" y="35"/>
                      <a:pt x="6" y="38"/>
                      <a:pt x="7" y="41"/>
                    </a:cubicBezTo>
                    <a:cubicBezTo>
                      <a:pt x="7" y="41"/>
                      <a:pt x="69" y="12"/>
                      <a:pt x="69" y="1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0" name="Freeform 3942">
                <a:extLst>
                  <a:ext uri="{FF2B5EF4-FFF2-40B4-BE49-F238E27FC236}">
                    <a16:creationId xmlns:a16="http://schemas.microsoft.com/office/drawing/2014/main" id="{925E5401-7CB2-4A23-9A51-86086345B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2180"/>
                <a:ext cx="201" cy="162"/>
              </a:xfrm>
              <a:custGeom>
                <a:avLst/>
                <a:gdLst>
                  <a:gd name="T0" fmla="*/ 3656 w 111"/>
                  <a:gd name="T1" fmla="*/ 3200 h 84"/>
                  <a:gd name="T2" fmla="*/ 2401 w 111"/>
                  <a:gd name="T3" fmla="*/ 609 h 84"/>
                  <a:gd name="T4" fmla="*/ 255 w 111"/>
                  <a:gd name="T5" fmla="*/ 1121 h 84"/>
                  <a:gd name="T6" fmla="*/ 1516 w 111"/>
                  <a:gd name="T7" fmla="*/ 3768 h 84"/>
                  <a:gd name="T8" fmla="*/ 3656 w 111"/>
                  <a:gd name="T9" fmla="*/ 320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84">
                    <a:moveTo>
                      <a:pt x="104" y="62"/>
                    </a:moveTo>
                    <a:cubicBezTo>
                      <a:pt x="111" y="46"/>
                      <a:pt x="95" y="23"/>
                      <a:pt x="68" y="12"/>
                    </a:cubicBezTo>
                    <a:cubicBezTo>
                      <a:pt x="41" y="0"/>
                      <a:pt x="13" y="5"/>
                      <a:pt x="7" y="22"/>
                    </a:cubicBezTo>
                    <a:cubicBezTo>
                      <a:pt x="0" y="39"/>
                      <a:pt x="16" y="61"/>
                      <a:pt x="43" y="73"/>
                    </a:cubicBezTo>
                    <a:cubicBezTo>
                      <a:pt x="70" y="84"/>
                      <a:pt x="97" y="79"/>
                      <a:pt x="104" y="62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1" name="Freeform 3943">
                <a:extLst>
                  <a:ext uri="{FF2B5EF4-FFF2-40B4-BE49-F238E27FC236}">
                    <a16:creationId xmlns:a16="http://schemas.microsoft.com/office/drawing/2014/main" id="{604FE1D5-7FC3-4244-A458-08DDE6C7E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313"/>
                <a:ext cx="49" cy="83"/>
              </a:xfrm>
              <a:custGeom>
                <a:avLst/>
                <a:gdLst>
                  <a:gd name="T0" fmla="*/ 44 w 27"/>
                  <a:gd name="T1" fmla="*/ 1762 h 43"/>
                  <a:gd name="T2" fmla="*/ 294 w 27"/>
                  <a:gd name="T3" fmla="*/ 2164 h 43"/>
                  <a:gd name="T4" fmla="*/ 969 w 27"/>
                  <a:gd name="T5" fmla="*/ 317 h 43"/>
                  <a:gd name="T6" fmla="*/ 675 w 27"/>
                  <a:gd name="T7" fmla="*/ 208 h 43"/>
                  <a:gd name="T8" fmla="*/ 388 w 27"/>
                  <a:gd name="T9" fmla="*/ 0 h 43"/>
                  <a:gd name="T10" fmla="*/ 44 w 27"/>
                  <a:gd name="T11" fmla="*/ 1762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3">
                    <a:moveTo>
                      <a:pt x="1" y="34"/>
                    </a:moveTo>
                    <a:cubicBezTo>
                      <a:pt x="3" y="37"/>
                      <a:pt x="6" y="39"/>
                      <a:pt x="8" y="42"/>
                    </a:cubicBezTo>
                    <a:cubicBezTo>
                      <a:pt x="9" y="43"/>
                      <a:pt x="27" y="6"/>
                      <a:pt x="27" y="6"/>
                    </a:cubicBezTo>
                    <a:cubicBezTo>
                      <a:pt x="24" y="6"/>
                      <a:pt x="22" y="5"/>
                      <a:pt x="19" y="4"/>
                    </a:cubicBezTo>
                    <a:cubicBezTo>
                      <a:pt x="16" y="2"/>
                      <a:pt x="14" y="1"/>
                      <a:pt x="11" y="0"/>
                    </a:cubicBezTo>
                    <a:cubicBezTo>
                      <a:pt x="11" y="0"/>
                      <a:pt x="0" y="33"/>
                      <a:pt x="1" y="34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2" name="Freeform 3944">
                <a:extLst>
                  <a:ext uri="{FF2B5EF4-FFF2-40B4-BE49-F238E27FC236}">
                    <a16:creationId xmlns:a16="http://schemas.microsoft.com/office/drawing/2014/main" id="{971A3862-89DE-43CC-A1BC-30096EB92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3711"/>
                <a:ext cx="202" cy="162"/>
              </a:xfrm>
              <a:custGeom>
                <a:avLst/>
                <a:gdLst>
                  <a:gd name="T0" fmla="*/ 3607 w 112"/>
                  <a:gd name="T1" fmla="*/ 3200 h 84"/>
                  <a:gd name="T2" fmla="*/ 1502 w 112"/>
                  <a:gd name="T3" fmla="*/ 3709 h 84"/>
                  <a:gd name="T4" fmla="*/ 240 w 112"/>
                  <a:gd name="T5" fmla="*/ 1121 h 84"/>
                  <a:gd name="T6" fmla="*/ 2372 w 112"/>
                  <a:gd name="T7" fmla="*/ 609 h 84"/>
                  <a:gd name="T8" fmla="*/ 3607 w 112"/>
                  <a:gd name="T9" fmla="*/ 320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4">
                    <a:moveTo>
                      <a:pt x="105" y="62"/>
                    </a:moveTo>
                    <a:cubicBezTo>
                      <a:pt x="98" y="79"/>
                      <a:pt x="71" y="84"/>
                      <a:pt x="44" y="72"/>
                    </a:cubicBezTo>
                    <a:cubicBezTo>
                      <a:pt x="17" y="61"/>
                      <a:pt x="0" y="39"/>
                      <a:pt x="7" y="22"/>
                    </a:cubicBezTo>
                    <a:cubicBezTo>
                      <a:pt x="14" y="5"/>
                      <a:pt x="42" y="0"/>
                      <a:pt x="69" y="12"/>
                    </a:cubicBezTo>
                    <a:cubicBezTo>
                      <a:pt x="96" y="23"/>
                      <a:pt x="112" y="45"/>
                      <a:pt x="105" y="62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3" name="Freeform 3945">
                <a:extLst>
                  <a:ext uri="{FF2B5EF4-FFF2-40B4-BE49-F238E27FC236}">
                    <a16:creationId xmlns:a16="http://schemas.microsoft.com/office/drawing/2014/main" id="{B911A147-A3C0-4C6D-8753-E801FC81B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3657"/>
                <a:ext cx="49" cy="83"/>
              </a:xfrm>
              <a:custGeom>
                <a:avLst/>
                <a:gdLst>
                  <a:gd name="T0" fmla="*/ 918 w 27"/>
                  <a:gd name="T1" fmla="*/ 461 h 43"/>
                  <a:gd name="T2" fmla="*/ 675 w 27"/>
                  <a:gd name="T3" fmla="*/ 56 h 43"/>
                  <a:gd name="T4" fmla="*/ 0 w 27"/>
                  <a:gd name="T5" fmla="*/ 1899 h 43"/>
                  <a:gd name="T6" fmla="*/ 294 w 27"/>
                  <a:gd name="T7" fmla="*/ 2071 h 43"/>
                  <a:gd name="T8" fmla="*/ 573 w 27"/>
                  <a:gd name="T9" fmla="*/ 2220 h 43"/>
                  <a:gd name="T10" fmla="*/ 918 w 27"/>
                  <a:gd name="T11" fmla="*/ 46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3">
                    <a:moveTo>
                      <a:pt x="26" y="9"/>
                    </a:moveTo>
                    <a:cubicBezTo>
                      <a:pt x="24" y="6"/>
                      <a:pt x="22" y="4"/>
                      <a:pt x="19" y="1"/>
                    </a:cubicBezTo>
                    <a:cubicBezTo>
                      <a:pt x="18" y="0"/>
                      <a:pt x="0" y="37"/>
                      <a:pt x="0" y="37"/>
                    </a:cubicBezTo>
                    <a:cubicBezTo>
                      <a:pt x="2" y="38"/>
                      <a:pt x="5" y="38"/>
                      <a:pt x="8" y="40"/>
                    </a:cubicBezTo>
                    <a:cubicBezTo>
                      <a:pt x="11" y="41"/>
                      <a:pt x="13" y="42"/>
                      <a:pt x="16" y="43"/>
                    </a:cubicBezTo>
                    <a:cubicBezTo>
                      <a:pt x="16" y="43"/>
                      <a:pt x="27" y="10"/>
                      <a:pt x="26" y="9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4" name="Freeform 3946">
                <a:extLst>
                  <a:ext uri="{FF2B5EF4-FFF2-40B4-BE49-F238E27FC236}">
                    <a16:creationId xmlns:a16="http://schemas.microsoft.com/office/drawing/2014/main" id="{EBEFE600-B0F1-4FF4-B6B5-4F29D5284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3236"/>
                <a:ext cx="150" cy="214"/>
              </a:xfrm>
              <a:custGeom>
                <a:avLst/>
                <a:gdLst>
                  <a:gd name="T0" fmla="*/ 737 w 83"/>
                  <a:gd name="T1" fmla="*/ 5360 h 111"/>
                  <a:gd name="T2" fmla="*/ 2508 w 83"/>
                  <a:gd name="T3" fmla="*/ 3497 h 111"/>
                  <a:gd name="T4" fmla="*/ 2156 w 83"/>
                  <a:gd name="T5" fmla="*/ 345 h 111"/>
                  <a:gd name="T6" fmla="*/ 381 w 83"/>
                  <a:gd name="T7" fmla="*/ 2207 h 111"/>
                  <a:gd name="T8" fmla="*/ 737 w 83"/>
                  <a:gd name="T9" fmla="*/ 536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1">
                    <a:moveTo>
                      <a:pt x="21" y="104"/>
                    </a:moveTo>
                    <a:cubicBezTo>
                      <a:pt x="38" y="111"/>
                      <a:pt x="61" y="95"/>
                      <a:pt x="72" y="68"/>
                    </a:cubicBezTo>
                    <a:cubicBezTo>
                      <a:pt x="83" y="41"/>
                      <a:pt x="79" y="14"/>
                      <a:pt x="62" y="7"/>
                    </a:cubicBezTo>
                    <a:cubicBezTo>
                      <a:pt x="45" y="0"/>
                      <a:pt x="23" y="16"/>
                      <a:pt x="11" y="43"/>
                    </a:cubicBezTo>
                    <a:cubicBezTo>
                      <a:pt x="0" y="70"/>
                      <a:pt x="5" y="97"/>
                      <a:pt x="21" y="104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5" name="Freeform 3947">
                <a:extLst>
                  <a:ext uri="{FF2B5EF4-FFF2-40B4-BE49-F238E27FC236}">
                    <a16:creationId xmlns:a16="http://schemas.microsoft.com/office/drawing/2014/main" id="{30FE4AC3-F73E-4F6D-8F37-473A06E27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2" y="3257"/>
                <a:ext cx="99" cy="183"/>
              </a:xfrm>
              <a:custGeom>
                <a:avLst/>
                <a:gdLst>
                  <a:gd name="T0" fmla="*/ 1364 w 55"/>
                  <a:gd name="T1" fmla="*/ 0 h 95"/>
                  <a:gd name="T2" fmla="*/ 1393 w 55"/>
                  <a:gd name="T3" fmla="*/ 2701 h 95"/>
                  <a:gd name="T4" fmla="*/ 0 w 55"/>
                  <a:gd name="T5" fmla="*/ 4531 h 95"/>
                  <a:gd name="T6" fmla="*/ 41 w 55"/>
                  <a:gd name="T7" fmla="*/ 4531 h 95"/>
                  <a:gd name="T8" fmla="*/ 1562 w 55"/>
                  <a:gd name="T9" fmla="*/ 2809 h 95"/>
                  <a:gd name="T10" fmla="*/ 1364 w 55"/>
                  <a:gd name="T11" fmla="*/ 0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95">
                    <a:moveTo>
                      <a:pt x="40" y="0"/>
                    </a:moveTo>
                    <a:cubicBezTo>
                      <a:pt x="48" y="11"/>
                      <a:pt x="49" y="33"/>
                      <a:pt x="41" y="53"/>
                    </a:cubicBezTo>
                    <a:cubicBezTo>
                      <a:pt x="32" y="75"/>
                      <a:pt x="15" y="89"/>
                      <a:pt x="0" y="89"/>
                    </a:cubicBezTo>
                    <a:cubicBezTo>
                      <a:pt x="0" y="89"/>
                      <a:pt x="1" y="89"/>
                      <a:pt x="1" y="89"/>
                    </a:cubicBezTo>
                    <a:cubicBezTo>
                      <a:pt x="16" y="95"/>
                      <a:pt x="35" y="80"/>
                      <a:pt x="46" y="55"/>
                    </a:cubicBezTo>
                    <a:cubicBezTo>
                      <a:pt x="55" y="32"/>
                      <a:pt x="53" y="8"/>
                      <a:pt x="40" y="0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6" name="Freeform 3948">
                <a:extLst>
                  <a:ext uri="{FF2B5EF4-FFF2-40B4-BE49-F238E27FC236}">
                    <a16:creationId xmlns:a16="http://schemas.microsoft.com/office/drawing/2014/main" id="{1692D46D-C59E-4B58-A054-A93A58C31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7" y="3244"/>
                <a:ext cx="107" cy="187"/>
              </a:xfrm>
              <a:custGeom>
                <a:avLst/>
                <a:gdLst>
                  <a:gd name="T0" fmla="*/ 609 w 59"/>
                  <a:gd name="T1" fmla="*/ 2155 h 97"/>
                  <a:gd name="T2" fmla="*/ 2002 w 59"/>
                  <a:gd name="T3" fmla="*/ 345 h 97"/>
                  <a:gd name="T4" fmla="*/ 2002 w 59"/>
                  <a:gd name="T5" fmla="*/ 316 h 97"/>
                  <a:gd name="T6" fmla="*/ 388 w 59"/>
                  <a:gd name="T7" fmla="*/ 2040 h 97"/>
                  <a:gd name="T8" fmla="*/ 667 w 59"/>
                  <a:gd name="T9" fmla="*/ 4987 h 97"/>
                  <a:gd name="T10" fmla="*/ 667 w 59"/>
                  <a:gd name="T11" fmla="*/ 4987 h 97"/>
                  <a:gd name="T12" fmla="*/ 609 w 59"/>
                  <a:gd name="T13" fmla="*/ 2155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97">
                    <a:moveTo>
                      <a:pt x="17" y="42"/>
                    </a:moveTo>
                    <a:cubicBezTo>
                      <a:pt x="25" y="22"/>
                      <a:pt x="43" y="6"/>
                      <a:pt x="56" y="7"/>
                    </a:cubicBezTo>
                    <a:cubicBezTo>
                      <a:pt x="59" y="7"/>
                      <a:pt x="59" y="7"/>
                      <a:pt x="56" y="6"/>
                    </a:cubicBezTo>
                    <a:cubicBezTo>
                      <a:pt x="41" y="0"/>
                      <a:pt x="21" y="15"/>
                      <a:pt x="11" y="40"/>
                    </a:cubicBezTo>
                    <a:cubicBezTo>
                      <a:pt x="0" y="65"/>
                      <a:pt x="3" y="90"/>
                      <a:pt x="19" y="97"/>
                    </a:cubicBezTo>
                    <a:cubicBezTo>
                      <a:pt x="19" y="97"/>
                      <a:pt x="18" y="96"/>
                      <a:pt x="19" y="97"/>
                    </a:cubicBezTo>
                    <a:cubicBezTo>
                      <a:pt x="5" y="82"/>
                      <a:pt x="8" y="62"/>
                      <a:pt x="17" y="42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7" name="Freeform 3949">
                <a:extLst>
                  <a:ext uri="{FF2B5EF4-FFF2-40B4-BE49-F238E27FC236}">
                    <a16:creationId xmlns:a16="http://schemas.microsoft.com/office/drawing/2014/main" id="{DAFA6B5F-81D2-447B-870D-6BCD961EC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3255"/>
                <a:ext cx="125" cy="79"/>
              </a:xfrm>
              <a:custGeom>
                <a:avLst/>
                <a:gdLst>
                  <a:gd name="T0" fmla="*/ 78 w 69"/>
                  <a:gd name="T1" fmla="*/ 56 h 41"/>
                  <a:gd name="T2" fmla="*/ 0 w 69"/>
                  <a:gd name="T3" fmla="*/ 609 h 41"/>
                  <a:gd name="T4" fmla="*/ 2188 w 69"/>
                  <a:gd name="T5" fmla="*/ 2098 h 41"/>
                  <a:gd name="T6" fmla="*/ 2308 w 69"/>
                  <a:gd name="T7" fmla="*/ 1698 h 41"/>
                  <a:gd name="T8" fmla="*/ 2431 w 69"/>
                  <a:gd name="T9" fmla="*/ 1266 h 41"/>
                  <a:gd name="T10" fmla="*/ 78 w 69"/>
                  <a:gd name="T11" fmla="*/ 56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41">
                    <a:moveTo>
                      <a:pt x="2" y="1"/>
                    </a:moveTo>
                    <a:cubicBezTo>
                      <a:pt x="2" y="5"/>
                      <a:pt x="1" y="8"/>
                      <a:pt x="0" y="12"/>
                    </a:cubicBezTo>
                    <a:cubicBezTo>
                      <a:pt x="0" y="13"/>
                      <a:pt x="62" y="41"/>
                      <a:pt x="62" y="41"/>
                    </a:cubicBezTo>
                    <a:cubicBezTo>
                      <a:pt x="63" y="38"/>
                      <a:pt x="64" y="36"/>
                      <a:pt x="65" y="33"/>
                    </a:cubicBezTo>
                    <a:cubicBezTo>
                      <a:pt x="66" y="30"/>
                      <a:pt x="68" y="28"/>
                      <a:pt x="69" y="25"/>
                    </a:cubicBezTo>
                    <a:cubicBezTo>
                      <a:pt x="69" y="25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8" name="Freeform 3950">
                <a:extLst>
                  <a:ext uri="{FF2B5EF4-FFF2-40B4-BE49-F238E27FC236}">
                    <a16:creationId xmlns:a16="http://schemas.microsoft.com/office/drawing/2014/main" id="{7826D2CF-700C-4045-AD46-67AC64BDE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614"/>
                <a:ext cx="150" cy="216"/>
              </a:xfrm>
              <a:custGeom>
                <a:avLst/>
                <a:gdLst>
                  <a:gd name="T0" fmla="*/ 737 w 83"/>
                  <a:gd name="T1" fmla="*/ 5423 h 112"/>
                  <a:gd name="T2" fmla="*/ 381 w 83"/>
                  <a:gd name="T3" fmla="*/ 2216 h 112"/>
                  <a:gd name="T4" fmla="*/ 2156 w 83"/>
                  <a:gd name="T5" fmla="*/ 372 h 112"/>
                  <a:gd name="T6" fmla="*/ 2508 w 83"/>
                  <a:gd name="T7" fmla="*/ 3560 h 112"/>
                  <a:gd name="T8" fmla="*/ 737 w 83"/>
                  <a:gd name="T9" fmla="*/ 542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21" y="105"/>
                    </a:moveTo>
                    <a:cubicBezTo>
                      <a:pt x="4" y="98"/>
                      <a:pt x="0" y="70"/>
                      <a:pt x="11" y="43"/>
                    </a:cubicBezTo>
                    <a:cubicBezTo>
                      <a:pt x="22" y="16"/>
                      <a:pt x="45" y="0"/>
                      <a:pt x="62" y="7"/>
                    </a:cubicBezTo>
                    <a:cubicBezTo>
                      <a:pt x="78" y="14"/>
                      <a:pt x="83" y="42"/>
                      <a:pt x="72" y="69"/>
                    </a:cubicBezTo>
                    <a:cubicBezTo>
                      <a:pt x="61" y="96"/>
                      <a:pt x="38" y="112"/>
                      <a:pt x="21" y="105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9" name="Freeform 3951">
                <a:extLst>
                  <a:ext uri="{FF2B5EF4-FFF2-40B4-BE49-F238E27FC236}">
                    <a16:creationId xmlns:a16="http://schemas.microsoft.com/office/drawing/2014/main" id="{0F71486E-3BB2-49E9-B7F7-73B7DF6CB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730"/>
                <a:ext cx="129" cy="83"/>
              </a:xfrm>
              <a:custGeom>
                <a:avLst/>
                <a:gdLst>
                  <a:gd name="T0" fmla="*/ 2473 w 71"/>
                  <a:gd name="T1" fmla="*/ 2110 h 43"/>
                  <a:gd name="T2" fmla="*/ 2518 w 71"/>
                  <a:gd name="T3" fmla="*/ 1670 h 43"/>
                  <a:gd name="T4" fmla="*/ 263 w 71"/>
                  <a:gd name="T5" fmla="*/ 0 h 43"/>
                  <a:gd name="T6" fmla="*/ 145 w 71"/>
                  <a:gd name="T7" fmla="*/ 461 h 43"/>
                  <a:gd name="T8" fmla="*/ 0 w 71"/>
                  <a:gd name="T9" fmla="*/ 834 h 43"/>
                  <a:gd name="T10" fmla="*/ 2473 w 71"/>
                  <a:gd name="T11" fmla="*/ 211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43">
                    <a:moveTo>
                      <a:pt x="69" y="41"/>
                    </a:moveTo>
                    <a:cubicBezTo>
                      <a:pt x="69" y="38"/>
                      <a:pt x="70" y="35"/>
                      <a:pt x="70" y="32"/>
                    </a:cubicBezTo>
                    <a:cubicBezTo>
                      <a:pt x="71" y="30"/>
                      <a:pt x="7" y="0"/>
                      <a:pt x="7" y="0"/>
                    </a:cubicBezTo>
                    <a:cubicBezTo>
                      <a:pt x="6" y="3"/>
                      <a:pt x="5" y="6"/>
                      <a:pt x="4" y="9"/>
                    </a:cubicBezTo>
                    <a:cubicBezTo>
                      <a:pt x="3" y="11"/>
                      <a:pt x="1" y="14"/>
                      <a:pt x="0" y="16"/>
                    </a:cubicBezTo>
                    <a:cubicBezTo>
                      <a:pt x="0" y="16"/>
                      <a:pt x="68" y="43"/>
                      <a:pt x="69" y="4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0" name="Oval 3952">
                <a:extLst>
                  <a:ext uri="{FF2B5EF4-FFF2-40B4-BE49-F238E27FC236}">
                    <a16:creationId xmlns:a16="http://schemas.microsoft.com/office/drawing/2014/main" id="{926A93CB-F237-4179-A98C-102456715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2" y="2923"/>
                <a:ext cx="119" cy="205"/>
              </a:xfrm>
              <a:prstGeom prst="ellipse">
                <a:avLst/>
              </a:pr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71" name="Freeform 3953">
                <a:extLst>
                  <a:ext uri="{FF2B5EF4-FFF2-40B4-BE49-F238E27FC236}">
                    <a16:creationId xmlns:a16="http://schemas.microsoft.com/office/drawing/2014/main" id="{49E901EF-C4F5-4832-AB5D-0123E5A51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6" y="3008"/>
                <a:ext cx="137" cy="35"/>
              </a:xfrm>
              <a:custGeom>
                <a:avLst/>
                <a:gdLst>
                  <a:gd name="T0" fmla="*/ 2567 w 76"/>
                  <a:gd name="T1" fmla="*/ 500 h 18"/>
                  <a:gd name="T2" fmla="*/ 2607 w 76"/>
                  <a:gd name="T3" fmla="*/ 0 h 18"/>
                  <a:gd name="T4" fmla="*/ 0 w 76"/>
                  <a:gd name="T5" fmla="*/ 171 h 18"/>
                  <a:gd name="T6" fmla="*/ 0 w 76"/>
                  <a:gd name="T7" fmla="*/ 500 h 18"/>
                  <a:gd name="T8" fmla="*/ 0 w 76"/>
                  <a:gd name="T9" fmla="*/ 801 h 18"/>
                  <a:gd name="T10" fmla="*/ 2607 w 76"/>
                  <a:gd name="T11" fmla="*/ 972 h 18"/>
                  <a:gd name="T12" fmla="*/ 2567 w 76"/>
                  <a:gd name="T13" fmla="*/ 50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18">
                    <a:moveTo>
                      <a:pt x="75" y="9"/>
                    </a:moveTo>
                    <a:cubicBezTo>
                      <a:pt x="75" y="6"/>
                      <a:pt x="75" y="3"/>
                      <a:pt x="76" y="0"/>
                    </a:cubicBezTo>
                    <a:cubicBezTo>
                      <a:pt x="76" y="0"/>
                      <a:pt x="0" y="2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0" y="11"/>
                      <a:pt x="0" y="13"/>
                      <a:pt x="0" y="15"/>
                    </a:cubicBezTo>
                    <a:cubicBezTo>
                      <a:pt x="0" y="16"/>
                      <a:pt x="76" y="18"/>
                      <a:pt x="76" y="18"/>
                    </a:cubicBezTo>
                    <a:cubicBezTo>
                      <a:pt x="75" y="15"/>
                      <a:pt x="75" y="12"/>
                      <a:pt x="75" y="9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2" name="Oval 3954">
                <a:extLst>
                  <a:ext uri="{FF2B5EF4-FFF2-40B4-BE49-F238E27FC236}">
                    <a16:creationId xmlns:a16="http://schemas.microsoft.com/office/drawing/2014/main" id="{0B7C3328-A3CA-409F-9BAC-35C09A356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925"/>
                <a:ext cx="118" cy="205"/>
              </a:xfrm>
              <a:prstGeom prst="ellipse">
                <a:avLst/>
              </a:pr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73" name="Freeform 3955">
                <a:extLst>
                  <a:ext uri="{FF2B5EF4-FFF2-40B4-BE49-F238E27FC236}">
                    <a16:creationId xmlns:a16="http://schemas.microsoft.com/office/drawing/2014/main" id="{C432DB9A-25ED-4718-A970-4A378611A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3012"/>
                <a:ext cx="139" cy="33"/>
              </a:xfrm>
              <a:custGeom>
                <a:avLst/>
                <a:gdLst>
                  <a:gd name="T0" fmla="*/ 0 w 77"/>
                  <a:gd name="T1" fmla="*/ 437 h 17"/>
                  <a:gd name="T2" fmla="*/ 0 w 77"/>
                  <a:gd name="T3" fmla="*/ 0 h 17"/>
                  <a:gd name="T4" fmla="*/ 2666 w 77"/>
                  <a:gd name="T5" fmla="*/ 169 h 17"/>
                  <a:gd name="T6" fmla="*/ 2666 w 77"/>
                  <a:gd name="T7" fmla="*/ 437 h 17"/>
                  <a:gd name="T8" fmla="*/ 2666 w 77"/>
                  <a:gd name="T9" fmla="*/ 693 h 17"/>
                  <a:gd name="T10" fmla="*/ 0 w 77"/>
                  <a:gd name="T11" fmla="*/ 908 h 17"/>
                  <a:gd name="T12" fmla="*/ 0 w 77"/>
                  <a:gd name="T13" fmla="*/ 43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7">
                    <a:moveTo>
                      <a:pt x="0" y="8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0" y="0"/>
                      <a:pt x="77" y="2"/>
                      <a:pt x="77" y="3"/>
                    </a:cubicBezTo>
                    <a:cubicBezTo>
                      <a:pt x="77" y="5"/>
                      <a:pt x="77" y="6"/>
                      <a:pt x="77" y="8"/>
                    </a:cubicBezTo>
                    <a:cubicBezTo>
                      <a:pt x="77" y="10"/>
                      <a:pt x="77" y="12"/>
                      <a:pt x="77" y="13"/>
                    </a:cubicBezTo>
                    <a:cubicBezTo>
                      <a:pt x="77" y="15"/>
                      <a:pt x="0" y="17"/>
                      <a:pt x="0" y="17"/>
                    </a:cubicBezTo>
                    <a:cubicBezTo>
                      <a:pt x="0" y="14"/>
                      <a:pt x="0" y="11"/>
                      <a:pt x="0" y="8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4" name="Freeform 3956">
                <a:extLst>
                  <a:ext uri="{FF2B5EF4-FFF2-40B4-BE49-F238E27FC236}">
                    <a16:creationId xmlns:a16="http://schemas.microsoft.com/office/drawing/2014/main" id="{6D5D33B8-F1C5-42CA-A606-DD02F1C1B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348"/>
                <a:ext cx="181" cy="195"/>
              </a:xfrm>
              <a:custGeom>
                <a:avLst/>
                <a:gdLst>
                  <a:gd name="T0" fmla="*/ 3090 w 100"/>
                  <a:gd name="T1" fmla="*/ 4555 h 101"/>
                  <a:gd name="T2" fmla="*/ 2568 w 100"/>
                  <a:gd name="T3" fmla="*/ 1390 h 101"/>
                  <a:gd name="T4" fmla="*/ 462 w 100"/>
                  <a:gd name="T5" fmla="*/ 672 h 101"/>
                  <a:gd name="T6" fmla="*/ 954 w 100"/>
                  <a:gd name="T7" fmla="*/ 3836 h 101"/>
                  <a:gd name="T8" fmla="*/ 3090 w 100"/>
                  <a:gd name="T9" fmla="*/ 4555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1">
                    <a:moveTo>
                      <a:pt x="88" y="88"/>
                    </a:moveTo>
                    <a:cubicBezTo>
                      <a:pt x="100" y="75"/>
                      <a:pt x="94" y="48"/>
                      <a:pt x="73" y="27"/>
                    </a:cubicBezTo>
                    <a:cubicBezTo>
                      <a:pt x="53" y="7"/>
                      <a:pt x="25" y="0"/>
                      <a:pt x="13" y="13"/>
                    </a:cubicBezTo>
                    <a:cubicBezTo>
                      <a:pt x="0" y="26"/>
                      <a:pt x="6" y="53"/>
                      <a:pt x="27" y="74"/>
                    </a:cubicBezTo>
                    <a:cubicBezTo>
                      <a:pt x="47" y="94"/>
                      <a:pt x="75" y="101"/>
                      <a:pt x="88" y="88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5" name="Freeform 3957">
                <a:extLst>
                  <a:ext uri="{FF2B5EF4-FFF2-40B4-BE49-F238E27FC236}">
                    <a16:creationId xmlns:a16="http://schemas.microsoft.com/office/drawing/2014/main" id="{8268AE28-CCC0-416D-A33E-436D6B0BE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5" y="2363"/>
                <a:ext cx="109" cy="159"/>
              </a:xfrm>
              <a:custGeom>
                <a:avLst/>
                <a:gdLst>
                  <a:gd name="T0" fmla="*/ 1108 w 60"/>
                  <a:gd name="T1" fmla="*/ 3355 h 82"/>
                  <a:gd name="T2" fmla="*/ 696 w 60"/>
                  <a:gd name="T3" fmla="*/ 465 h 82"/>
                  <a:gd name="T4" fmla="*/ 1330 w 60"/>
                  <a:gd name="T5" fmla="*/ 169 h 82"/>
                  <a:gd name="T6" fmla="*/ 389 w 60"/>
                  <a:gd name="T7" fmla="*/ 436 h 82"/>
                  <a:gd name="T8" fmla="*/ 868 w 60"/>
                  <a:gd name="T9" fmla="*/ 3294 h 82"/>
                  <a:gd name="T10" fmla="*/ 2158 w 60"/>
                  <a:gd name="T11" fmla="*/ 4353 h 82"/>
                  <a:gd name="T12" fmla="*/ 1108 w 60"/>
                  <a:gd name="T13" fmla="*/ 3355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82">
                    <a:moveTo>
                      <a:pt x="31" y="63"/>
                    </a:moveTo>
                    <a:cubicBezTo>
                      <a:pt x="13" y="45"/>
                      <a:pt x="7" y="20"/>
                      <a:pt x="19" y="9"/>
                    </a:cubicBezTo>
                    <a:cubicBezTo>
                      <a:pt x="23" y="4"/>
                      <a:pt x="29" y="2"/>
                      <a:pt x="37" y="3"/>
                    </a:cubicBezTo>
                    <a:cubicBezTo>
                      <a:pt x="26" y="0"/>
                      <a:pt x="17" y="2"/>
                      <a:pt x="11" y="8"/>
                    </a:cubicBezTo>
                    <a:cubicBezTo>
                      <a:pt x="0" y="19"/>
                      <a:pt x="5" y="43"/>
                      <a:pt x="24" y="62"/>
                    </a:cubicBezTo>
                    <a:cubicBezTo>
                      <a:pt x="35" y="73"/>
                      <a:pt x="49" y="82"/>
                      <a:pt x="60" y="82"/>
                    </a:cubicBezTo>
                    <a:cubicBezTo>
                      <a:pt x="51" y="80"/>
                      <a:pt x="40" y="72"/>
                      <a:pt x="31" y="63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6" name="Freeform 3958">
                <a:extLst>
                  <a:ext uri="{FF2B5EF4-FFF2-40B4-BE49-F238E27FC236}">
                    <a16:creationId xmlns:a16="http://schemas.microsoft.com/office/drawing/2014/main" id="{CBA8F777-A682-4D6F-8D79-652CC8E0C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477"/>
                <a:ext cx="92" cy="106"/>
              </a:xfrm>
              <a:custGeom>
                <a:avLst/>
                <a:gdLst>
                  <a:gd name="T0" fmla="*/ 41 w 51"/>
                  <a:gd name="T1" fmla="*/ 2207 h 55"/>
                  <a:gd name="T2" fmla="*/ 170 w 51"/>
                  <a:gd name="T3" fmla="*/ 2756 h 55"/>
                  <a:gd name="T4" fmla="*/ 1753 w 51"/>
                  <a:gd name="T5" fmla="*/ 665 h 55"/>
                  <a:gd name="T6" fmla="*/ 1542 w 51"/>
                  <a:gd name="T7" fmla="*/ 345 h 55"/>
                  <a:gd name="T8" fmla="*/ 1331 w 51"/>
                  <a:gd name="T9" fmla="*/ 0 h 55"/>
                  <a:gd name="T10" fmla="*/ 41 w 51"/>
                  <a:gd name="T11" fmla="*/ 2207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5">
                    <a:moveTo>
                      <a:pt x="1" y="43"/>
                    </a:moveTo>
                    <a:cubicBezTo>
                      <a:pt x="2" y="47"/>
                      <a:pt x="4" y="50"/>
                      <a:pt x="5" y="54"/>
                    </a:cubicBezTo>
                    <a:cubicBezTo>
                      <a:pt x="6" y="55"/>
                      <a:pt x="51" y="13"/>
                      <a:pt x="51" y="13"/>
                    </a:cubicBezTo>
                    <a:cubicBezTo>
                      <a:pt x="49" y="11"/>
                      <a:pt x="47" y="9"/>
                      <a:pt x="45" y="7"/>
                    </a:cubicBezTo>
                    <a:cubicBezTo>
                      <a:pt x="43" y="5"/>
                      <a:pt x="41" y="2"/>
                      <a:pt x="39" y="0"/>
                    </a:cubicBezTo>
                    <a:cubicBezTo>
                      <a:pt x="39" y="0"/>
                      <a:pt x="0" y="42"/>
                      <a:pt x="1" y="43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7" name="Freeform 3959">
                <a:extLst>
                  <a:ext uri="{FF2B5EF4-FFF2-40B4-BE49-F238E27FC236}">
                    <a16:creationId xmlns:a16="http://schemas.microsoft.com/office/drawing/2014/main" id="{C10B091A-9A2D-4E0A-BEB0-8EC744344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3510"/>
                <a:ext cx="183" cy="195"/>
              </a:xfrm>
              <a:custGeom>
                <a:avLst/>
                <a:gdLst>
                  <a:gd name="T0" fmla="*/ 3106 w 101"/>
                  <a:gd name="T1" fmla="*/ 4555 h 101"/>
                  <a:gd name="T2" fmla="*/ 958 w 101"/>
                  <a:gd name="T3" fmla="*/ 3836 h 101"/>
                  <a:gd name="T4" fmla="*/ 462 w 101"/>
                  <a:gd name="T5" fmla="*/ 672 h 101"/>
                  <a:gd name="T6" fmla="*/ 2616 w 101"/>
                  <a:gd name="T7" fmla="*/ 1390 h 101"/>
                  <a:gd name="T8" fmla="*/ 3106 w 101"/>
                  <a:gd name="T9" fmla="*/ 4555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88" y="88"/>
                    </a:moveTo>
                    <a:cubicBezTo>
                      <a:pt x="75" y="101"/>
                      <a:pt x="48" y="95"/>
                      <a:pt x="27" y="74"/>
                    </a:cubicBezTo>
                    <a:cubicBezTo>
                      <a:pt x="7" y="53"/>
                      <a:pt x="0" y="26"/>
                      <a:pt x="13" y="13"/>
                    </a:cubicBezTo>
                    <a:cubicBezTo>
                      <a:pt x="26" y="0"/>
                      <a:pt x="53" y="7"/>
                      <a:pt x="74" y="27"/>
                    </a:cubicBezTo>
                    <a:cubicBezTo>
                      <a:pt x="95" y="48"/>
                      <a:pt x="101" y="75"/>
                      <a:pt x="88" y="88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8" name="Freeform 3960">
                <a:extLst>
                  <a:ext uri="{FF2B5EF4-FFF2-40B4-BE49-F238E27FC236}">
                    <a16:creationId xmlns:a16="http://schemas.microsoft.com/office/drawing/2014/main" id="{1A2536EB-DFE0-4630-9C67-72790A151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471"/>
                <a:ext cx="94" cy="105"/>
              </a:xfrm>
              <a:custGeom>
                <a:avLst/>
                <a:gdLst>
                  <a:gd name="T0" fmla="*/ 1772 w 52"/>
                  <a:gd name="T1" fmla="*/ 589 h 54"/>
                  <a:gd name="T2" fmla="*/ 1643 w 52"/>
                  <a:gd name="T3" fmla="*/ 117 h 54"/>
                  <a:gd name="T4" fmla="*/ 0 w 52"/>
                  <a:gd name="T5" fmla="*/ 2273 h 54"/>
                  <a:gd name="T6" fmla="*/ 255 w 52"/>
                  <a:gd name="T7" fmla="*/ 2530 h 54"/>
                  <a:gd name="T8" fmla="*/ 461 w 52"/>
                  <a:gd name="T9" fmla="*/ 2919 h 54"/>
                  <a:gd name="T10" fmla="*/ 1772 w 52"/>
                  <a:gd name="T11" fmla="*/ 589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4">
                    <a:moveTo>
                      <a:pt x="51" y="11"/>
                    </a:moveTo>
                    <a:cubicBezTo>
                      <a:pt x="50" y="8"/>
                      <a:pt x="49" y="5"/>
                      <a:pt x="47" y="2"/>
                    </a:cubicBezTo>
                    <a:cubicBezTo>
                      <a:pt x="47" y="0"/>
                      <a:pt x="0" y="42"/>
                      <a:pt x="0" y="42"/>
                    </a:cubicBezTo>
                    <a:cubicBezTo>
                      <a:pt x="3" y="43"/>
                      <a:pt x="5" y="45"/>
                      <a:pt x="7" y="47"/>
                    </a:cubicBezTo>
                    <a:cubicBezTo>
                      <a:pt x="9" y="49"/>
                      <a:pt x="11" y="52"/>
                      <a:pt x="13" y="54"/>
                    </a:cubicBezTo>
                    <a:cubicBezTo>
                      <a:pt x="13" y="54"/>
                      <a:pt x="52" y="12"/>
                      <a:pt x="51" y="1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9" name="Freeform 3961">
                <a:extLst>
                  <a:ext uri="{FF2B5EF4-FFF2-40B4-BE49-F238E27FC236}">
                    <a16:creationId xmlns:a16="http://schemas.microsoft.com/office/drawing/2014/main" id="{D4C8DEB7-DD8B-41C8-B4E0-6758DCE59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3514"/>
                <a:ext cx="183" cy="195"/>
              </a:xfrm>
              <a:custGeom>
                <a:avLst/>
                <a:gdLst>
                  <a:gd name="T0" fmla="*/ 462 w 101"/>
                  <a:gd name="T1" fmla="*/ 4555 h 101"/>
                  <a:gd name="T2" fmla="*/ 2616 w 101"/>
                  <a:gd name="T3" fmla="*/ 3836 h 101"/>
                  <a:gd name="T4" fmla="*/ 3106 w 101"/>
                  <a:gd name="T5" fmla="*/ 672 h 101"/>
                  <a:gd name="T6" fmla="*/ 958 w 101"/>
                  <a:gd name="T7" fmla="*/ 1390 h 101"/>
                  <a:gd name="T8" fmla="*/ 462 w 101"/>
                  <a:gd name="T9" fmla="*/ 4555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13" y="88"/>
                    </a:moveTo>
                    <a:cubicBezTo>
                      <a:pt x="26" y="101"/>
                      <a:pt x="53" y="94"/>
                      <a:pt x="74" y="74"/>
                    </a:cubicBezTo>
                    <a:cubicBezTo>
                      <a:pt x="94" y="53"/>
                      <a:pt x="101" y="26"/>
                      <a:pt x="88" y="13"/>
                    </a:cubicBezTo>
                    <a:cubicBezTo>
                      <a:pt x="75" y="0"/>
                      <a:pt x="48" y="6"/>
                      <a:pt x="27" y="27"/>
                    </a:cubicBezTo>
                    <a:cubicBezTo>
                      <a:pt x="6" y="48"/>
                      <a:pt x="0" y="75"/>
                      <a:pt x="13" y="88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0" name="Freeform 3962">
                <a:extLst>
                  <a:ext uri="{FF2B5EF4-FFF2-40B4-BE49-F238E27FC236}">
                    <a16:creationId xmlns:a16="http://schemas.microsoft.com/office/drawing/2014/main" id="{EDF55FF1-2DE1-47CB-9435-96B7CD40C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3475"/>
                <a:ext cx="93" cy="104"/>
              </a:xfrm>
              <a:custGeom>
                <a:avLst/>
                <a:gdLst>
                  <a:gd name="T0" fmla="*/ 177 w 51"/>
                  <a:gd name="T1" fmla="*/ 56 h 54"/>
                  <a:gd name="T2" fmla="*/ 44 w 51"/>
                  <a:gd name="T3" fmla="*/ 549 h 54"/>
                  <a:gd name="T4" fmla="*/ 1393 w 51"/>
                  <a:gd name="T5" fmla="*/ 2748 h 54"/>
                  <a:gd name="T6" fmla="*/ 1612 w 51"/>
                  <a:gd name="T7" fmla="*/ 2407 h 54"/>
                  <a:gd name="T8" fmla="*/ 1878 w 51"/>
                  <a:gd name="T9" fmla="*/ 2092 h 54"/>
                  <a:gd name="T10" fmla="*/ 177 w 51"/>
                  <a:gd name="T11" fmla="*/ 56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4">
                    <a:moveTo>
                      <a:pt x="5" y="1"/>
                    </a:moveTo>
                    <a:cubicBezTo>
                      <a:pt x="4" y="5"/>
                      <a:pt x="2" y="8"/>
                      <a:pt x="1" y="11"/>
                    </a:cubicBezTo>
                    <a:cubicBezTo>
                      <a:pt x="0" y="12"/>
                      <a:pt x="38" y="54"/>
                      <a:pt x="38" y="54"/>
                    </a:cubicBezTo>
                    <a:cubicBezTo>
                      <a:pt x="40" y="51"/>
                      <a:pt x="42" y="49"/>
                      <a:pt x="44" y="47"/>
                    </a:cubicBezTo>
                    <a:cubicBezTo>
                      <a:pt x="46" y="45"/>
                      <a:pt x="48" y="43"/>
                      <a:pt x="51" y="41"/>
                    </a:cubicBezTo>
                    <a:cubicBezTo>
                      <a:pt x="51" y="41"/>
                      <a:pt x="6" y="0"/>
                      <a:pt x="5" y="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1" name="Freeform 3963">
                <a:extLst>
                  <a:ext uri="{FF2B5EF4-FFF2-40B4-BE49-F238E27FC236}">
                    <a16:creationId xmlns:a16="http://schemas.microsoft.com/office/drawing/2014/main" id="{B3076C81-DCE9-40D9-A2D9-288400A79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344"/>
                <a:ext cx="183" cy="195"/>
              </a:xfrm>
              <a:custGeom>
                <a:avLst/>
                <a:gdLst>
                  <a:gd name="T0" fmla="*/ 462 w 101"/>
                  <a:gd name="T1" fmla="*/ 4555 h 101"/>
                  <a:gd name="T2" fmla="*/ 958 w 101"/>
                  <a:gd name="T3" fmla="*/ 1446 h 101"/>
                  <a:gd name="T4" fmla="*/ 3106 w 101"/>
                  <a:gd name="T5" fmla="*/ 672 h 101"/>
                  <a:gd name="T6" fmla="*/ 2616 w 101"/>
                  <a:gd name="T7" fmla="*/ 3836 h 101"/>
                  <a:gd name="T8" fmla="*/ 462 w 101"/>
                  <a:gd name="T9" fmla="*/ 4555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13" y="88"/>
                    </a:moveTo>
                    <a:cubicBezTo>
                      <a:pt x="0" y="75"/>
                      <a:pt x="6" y="48"/>
                      <a:pt x="27" y="28"/>
                    </a:cubicBezTo>
                    <a:cubicBezTo>
                      <a:pt x="48" y="7"/>
                      <a:pt x="75" y="0"/>
                      <a:pt x="88" y="13"/>
                    </a:cubicBezTo>
                    <a:cubicBezTo>
                      <a:pt x="101" y="26"/>
                      <a:pt x="94" y="53"/>
                      <a:pt x="74" y="74"/>
                    </a:cubicBezTo>
                    <a:cubicBezTo>
                      <a:pt x="53" y="95"/>
                      <a:pt x="26" y="101"/>
                      <a:pt x="13" y="88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2" name="Freeform 3964">
                <a:extLst>
                  <a:ext uri="{FF2B5EF4-FFF2-40B4-BE49-F238E27FC236}">
                    <a16:creationId xmlns:a16="http://schemas.microsoft.com/office/drawing/2014/main" id="{448EA507-45AC-4BD3-B45E-AAAC5DF4B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361"/>
                <a:ext cx="95" cy="157"/>
              </a:xfrm>
              <a:custGeom>
                <a:avLst/>
                <a:gdLst>
                  <a:gd name="T0" fmla="*/ 1353 w 53"/>
                  <a:gd name="T1" fmla="*/ 380 h 81"/>
                  <a:gd name="T2" fmla="*/ 588 w 53"/>
                  <a:gd name="T3" fmla="*/ 60 h 81"/>
                  <a:gd name="T4" fmla="*/ 1124 w 53"/>
                  <a:gd name="T5" fmla="*/ 436 h 81"/>
                  <a:gd name="T6" fmla="*/ 674 w 53"/>
                  <a:gd name="T7" fmla="*/ 3444 h 81"/>
                  <a:gd name="T8" fmla="*/ 0 w 53"/>
                  <a:gd name="T9" fmla="*/ 4291 h 81"/>
                  <a:gd name="T10" fmla="*/ 928 w 53"/>
                  <a:gd name="T11" fmla="*/ 3291 h 81"/>
                  <a:gd name="T12" fmla="*/ 1353 w 53"/>
                  <a:gd name="T13" fmla="*/ 38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81">
                    <a:moveTo>
                      <a:pt x="41" y="7"/>
                    </a:moveTo>
                    <a:cubicBezTo>
                      <a:pt x="35" y="2"/>
                      <a:pt x="27" y="0"/>
                      <a:pt x="18" y="1"/>
                    </a:cubicBezTo>
                    <a:cubicBezTo>
                      <a:pt x="24" y="2"/>
                      <a:pt x="30" y="4"/>
                      <a:pt x="34" y="8"/>
                    </a:cubicBezTo>
                    <a:cubicBezTo>
                      <a:pt x="46" y="20"/>
                      <a:pt x="40" y="46"/>
                      <a:pt x="20" y="65"/>
                    </a:cubicBezTo>
                    <a:cubicBezTo>
                      <a:pt x="14" y="71"/>
                      <a:pt x="6" y="78"/>
                      <a:pt x="0" y="81"/>
                    </a:cubicBezTo>
                    <a:cubicBezTo>
                      <a:pt x="9" y="78"/>
                      <a:pt x="20" y="71"/>
                      <a:pt x="28" y="62"/>
                    </a:cubicBezTo>
                    <a:cubicBezTo>
                      <a:pt x="47" y="44"/>
                      <a:pt x="53" y="19"/>
                      <a:pt x="41" y="7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3" name="Freeform 3965">
                <a:extLst>
                  <a:ext uri="{FF2B5EF4-FFF2-40B4-BE49-F238E27FC236}">
                    <a16:creationId xmlns:a16="http://schemas.microsoft.com/office/drawing/2014/main" id="{3D3DC809-E7CB-441A-9186-B059C8A76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365"/>
                <a:ext cx="100" cy="159"/>
              </a:xfrm>
              <a:custGeom>
                <a:avLst/>
                <a:gdLst>
                  <a:gd name="T0" fmla="*/ 800 w 55"/>
                  <a:gd name="T1" fmla="*/ 3975 h 82"/>
                  <a:gd name="T2" fmla="*/ 1191 w 55"/>
                  <a:gd name="T3" fmla="*/ 902 h 82"/>
                  <a:gd name="T4" fmla="*/ 1895 w 55"/>
                  <a:gd name="T5" fmla="*/ 60 h 82"/>
                  <a:gd name="T6" fmla="*/ 1895 w 55"/>
                  <a:gd name="T7" fmla="*/ 60 h 82"/>
                  <a:gd name="T8" fmla="*/ 1802 w 55"/>
                  <a:gd name="T9" fmla="*/ 116 h 82"/>
                  <a:gd name="T10" fmla="*/ 896 w 55"/>
                  <a:gd name="T11" fmla="*/ 962 h 82"/>
                  <a:gd name="T12" fmla="*/ 440 w 55"/>
                  <a:gd name="T13" fmla="*/ 3975 h 82"/>
                  <a:gd name="T14" fmla="*/ 1269 w 55"/>
                  <a:gd name="T15" fmla="*/ 4293 h 82"/>
                  <a:gd name="T16" fmla="*/ 800 w 55"/>
                  <a:gd name="T17" fmla="*/ 3975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82">
                    <a:moveTo>
                      <a:pt x="22" y="75"/>
                    </a:moveTo>
                    <a:cubicBezTo>
                      <a:pt x="10" y="63"/>
                      <a:pt x="13" y="36"/>
                      <a:pt x="33" y="17"/>
                    </a:cubicBezTo>
                    <a:cubicBezTo>
                      <a:pt x="39" y="11"/>
                      <a:pt x="45" y="5"/>
                      <a:pt x="52" y="1"/>
                    </a:cubicBezTo>
                    <a:cubicBezTo>
                      <a:pt x="53" y="1"/>
                      <a:pt x="55" y="0"/>
                      <a:pt x="52" y="1"/>
                    </a:cubicBezTo>
                    <a:cubicBezTo>
                      <a:pt x="51" y="1"/>
                      <a:pt x="51" y="1"/>
                      <a:pt x="50" y="2"/>
                    </a:cubicBezTo>
                    <a:cubicBezTo>
                      <a:pt x="42" y="5"/>
                      <a:pt x="33" y="10"/>
                      <a:pt x="25" y="18"/>
                    </a:cubicBezTo>
                    <a:cubicBezTo>
                      <a:pt x="6" y="38"/>
                      <a:pt x="0" y="63"/>
                      <a:pt x="12" y="75"/>
                    </a:cubicBezTo>
                    <a:cubicBezTo>
                      <a:pt x="17" y="80"/>
                      <a:pt x="25" y="82"/>
                      <a:pt x="35" y="81"/>
                    </a:cubicBezTo>
                    <a:cubicBezTo>
                      <a:pt x="30" y="80"/>
                      <a:pt x="25" y="78"/>
                      <a:pt x="22" y="75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4" name="Freeform 3966">
                <a:extLst>
                  <a:ext uri="{FF2B5EF4-FFF2-40B4-BE49-F238E27FC236}">
                    <a16:creationId xmlns:a16="http://schemas.microsoft.com/office/drawing/2014/main" id="{A14DCBB9-0303-4D67-B182-D70B00A11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475"/>
                <a:ext cx="91" cy="103"/>
              </a:xfrm>
              <a:custGeom>
                <a:avLst/>
                <a:gdLst>
                  <a:gd name="T0" fmla="*/ 1676 w 50"/>
                  <a:gd name="T1" fmla="*/ 2738 h 53"/>
                  <a:gd name="T2" fmla="*/ 1822 w 50"/>
                  <a:gd name="T3" fmla="*/ 2326 h 53"/>
                  <a:gd name="T4" fmla="*/ 440 w 50"/>
                  <a:gd name="T5" fmla="*/ 0 h 53"/>
                  <a:gd name="T6" fmla="*/ 266 w 50"/>
                  <a:gd name="T7" fmla="*/ 328 h 53"/>
                  <a:gd name="T8" fmla="*/ 0 w 50"/>
                  <a:gd name="T9" fmla="*/ 637 h 53"/>
                  <a:gd name="T10" fmla="*/ 1676 w 50"/>
                  <a:gd name="T11" fmla="*/ 273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3">
                    <a:moveTo>
                      <a:pt x="46" y="51"/>
                    </a:moveTo>
                    <a:cubicBezTo>
                      <a:pt x="47" y="48"/>
                      <a:pt x="49" y="46"/>
                      <a:pt x="50" y="43"/>
                    </a:cubicBezTo>
                    <a:cubicBezTo>
                      <a:pt x="50" y="42"/>
                      <a:pt x="12" y="0"/>
                      <a:pt x="12" y="0"/>
                    </a:cubicBezTo>
                    <a:cubicBezTo>
                      <a:pt x="11" y="2"/>
                      <a:pt x="9" y="4"/>
                      <a:pt x="7" y="6"/>
                    </a:cubicBezTo>
                    <a:cubicBezTo>
                      <a:pt x="5" y="8"/>
                      <a:pt x="2" y="10"/>
                      <a:pt x="0" y="12"/>
                    </a:cubicBezTo>
                    <a:cubicBezTo>
                      <a:pt x="0" y="12"/>
                      <a:pt x="46" y="53"/>
                      <a:pt x="46" y="5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5" name="Freeform 3967">
                <a:extLst>
                  <a:ext uri="{FF2B5EF4-FFF2-40B4-BE49-F238E27FC236}">
                    <a16:creationId xmlns:a16="http://schemas.microsoft.com/office/drawing/2014/main" id="{FCCFD177-B7E0-4D3F-AC08-1C426AC68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452"/>
                <a:ext cx="24" cy="25"/>
              </a:xfrm>
              <a:custGeom>
                <a:avLst/>
                <a:gdLst>
                  <a:gd name="T0" fmla="*/ 44 w 13"/>
                  <a:gd name="T1" fmla="*/ 448 h 13"/>
                  <a:gd name="T2" fmla="*/ 150 w 13"/>
                  <a:gd name="T3" fmla="*/ 56 h 13"/>
                  <a:gd name="T4" fmla="*/ 476 w 13"/>
                  <a:gd name="T5" fmla="*/ 208 h 13"/>
                  <a:gd name="T6" fmla="*/ 327 w 13"/>
                  <a:gd name="T7" fmla="*/ 602 h 13"/>
                  <a:gd name="T8" fmla="*/ 44 w 13"/>
                  <a:gd name="T9" fmla="*/ 44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" y="9"/>
                    </a:moveTo>
                    <a:cubicBezTo>
                      <a:pt x="0" y="6"/>
                      <a:pt x="1" y="2"/>
                      <a:pt x="4" y="1"/>
                    </a:cubicBezTo>
                    <a:cubicBezTo>
                      <a:pt x="7" y="0"/>
                      <a:pt x="10" y="1"/>
                      <a:pt x="12" y="4"/>
                    </a:cubicBezTo>
                    <a:cubicBezTo>
                      <a:pt x="13" y="7"/>
                      <a:pt x="11" y="11"/>
                      <a:pt x="8" y="12"/>
                    </a:cubicBezTo>
                    <a:cubicBezTo>
                      <a:pt x="5" y="13"/>
                      <a:pt x="2" y="12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6" name="Freeform 3968">
                <a:extLst>
                  <a:ext uri="{FF2B5EF4-FFF2-40B4-BE49-F238E27FC236}">
                    <a16:creationId xmlns:a16="http://schemas.microsoft.com/office/drawing/2014/main" id="{F78F72A0-BF25-4B40-AF79-818FB9957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435"/>
                <a:ext cx="17" cy="17"/>
              </a:xfrm>
              <a:custGeom>
                <a:avLst/>
                <a:gdLst>
                  <a:gd name="T0" fmla="*/ 53 w 9"/>
                  <a:gd name="T1" fmla="*/ 272 h 9"/>
                  <a:gd name="T2" fmla="*/ 144 w 9"/>
                  <a:gd name="T3" fmla="*/ 53 h 9"/>
                  <a:gd name="T4" fmla="*/ 357 w 9"/>
                  <a:gd name="T5" fmla="*/ 144 h 9"/>
                  <a:gd name="T6" fmla="*/ 272 w 9"/>
                  <a:gd name="T7" fmla="*/ 357 h 9"/>
                  <a:gd name="T8" fmla="*/ 53 w 9"/>
                  <a:gd name="T9" fmla="*/ 2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ubicBezTo>
                      <a:pt x="4" y="9"/>
                      <a:pt x="2" y="8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7" name="Freeform 3969">
                <a:extLst>
                  <a:ext uri="{FF2B5EF4-FFF2-40B4-BE49-F238E27FC236}">
                    <a16:creationId xmlns:a16="http://schemas.microsoft.com/office/drawing/2014/main" id="{FDBAF5F9-9287-4920-BA7B-B1896A5CC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481"/>
                <a:ext cx="11" cy="12"/>
              </a:xfrm>
              <a:custGeom>
                <a:avLst/>
                <a:gdLst>
                  <a:gd name="T0" fmla="*/ 44 w 6"/>
                  <a:gd name="T1" fmla="*/ 256 h 6"/>
                  <a:gd name="T2" fmla="*/ 81 w 6"/>
                  <a:gd name="T3" fmla="*/ 0 h 6"/>
                  <a:gd name="T4" fmla="*/ 229 w 6"/>
                  <a:gd name="T5" fmla="*/ 128 h 6"/>
                  <a:gd name="T6" fmla="*/ 149 w 6"/>
                  <a:gd name="T7" fmla="*/ 320 h 6"/>
                  <a:gd name="T8" fmla="*/ 44 w 6"/>
                  <a:gd name="T9" fmla="*/ 2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5"/>
                    </a:cubicBezTo>
                    <a:cubicBezTo>
                      <a:pt x="3" y="6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8" name="Freeform 3970">
                <a:extLst>
                  <a:ext uri="{FF2B5EF4-FFF2-40B4-BE49-F238E27FC236}">
                    <a16:creationId xmlns:a16="http://schemas.microsoft.com/office/drawing/2014/main" id="{79562608-E93D-4814-A25D-8F98A4A1A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481"/>
                <a:ext cx="76" cy="75"/>
              </a:xfrm>
              <a:custGeom>
                <a:avLst/>
                <a:gdLst>
                  <a:gd name="T0" fmla="*/ 0 w 42"/>
                  <a:gd name="T1" fmla="*/ 448 h 39"/>
                  <a:gd name="T2" fmla="*/ 308 w 42"/>
                  <a:gd name="T3" fmla="*/ 0 h 39"/>
                  <a:gd name="T4" fmla="*/ 1480 w 42"/>
                  <a:gd name="T5" fmla="*/ 1971 h 39"/>
                  <a:gd name="T6" fmla="*/ 308 w 42"/>
                  <a:gd name="T7" fmla="*/ 400 h 39"/>
                  <a:gd name="T8" fmla="*/ 0 w 42"/>
                  <a:gd name="T9" fmla="*/ 44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9">
                    <a:moveTo>
                      <a:pt x="0" y="9"/>
                    </a:moveTo>
                    <a:cubicBezTo>
                      <a:pt x="3" y="6"/>
                      <a:pt x="8" y="1"/>
                      <a:pt x="9" y="0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2" y="39"/>
                      <a:pt x="14" y="8"/>
                      <a:pt x="9" y="8"/>
                    </a:cubicBezTo>
                    <a:cubicBezTo>
                      <a:pt x="5" y="7"/>
                      <a:pt x="1" y="9"/>
                      <a:pt x="0" y="9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9" name="Freeform 3971">
                <a:extLst>
                  <a:ext uri="{FF2B5EF4-FFF2-40B4-BE49-F238E27FC236}">
                    <a16:creationId xmlns:a16="http://schemas.microsoft.com/office/drawing/2014/main" id="{505478D9-FCD9-4D58-BA19-E36554165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738"/>
                <a:ext cx="116" cy="54"/>
              </a:xfrm>
              <a:custGeom>
                <a:avLst/>
                <a:gdLst>
                  <a:gd name="T0" fmla="*/ 0 w 64"/>
                  <a:gd name="T1" fmla="*/ 509 h 28"/>
                  <a:gd name="T2" fmla="*/ 174 w 64"/>
                  <a:gd name="T3" fmla="*/ 0 h 28"/>
                  <a:gd name="T4" fmla="*/ 2269 w 64"/>
                  <a:gd name="T5" fmla="*/ 1443 h 28"/>
                  <a:gd name="T6" fmla="*/ 292 w 64"/>
                  <a:gd name="T7" fmla="*/ 316 h 28"/>
                  <a:gd name="T8" fmla="*/ 0 w 64"/>
                  <a:gd name="T9" fmla="*/ 50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28">
                    <a:moveTo>
                      <a:pt x="0" y="10"/>
                    </a:moveTo>
                    <a:cubicBezTo>
                      <a:pt x="2" y="7"/>
                      <a:pt x="5" y="0"/>
                      <a:pt x="5" y="0"/>
                    </a:cubicBezTo>
                    <a:cubicBezTo>
                      <a:pt x="64" y="28"/>
                      <a:pt x="64" y="28"/>
                      <a:pt x="64" y="28"/>
                    </a:cubicBezTo>
                    <a:cubicBezTo>
                      <a:pt x="64" y="28"/>
                      <a:pt x="12" y="5"/>
                      <a:pt x="8" y="6"/>
                    </a:cubicBezTo>
                    <a:cubicBezTo>
                      <a:pt x="4" y="8"/>
                      <a:pt x="1" y="10"/>
                      <a:pt x="0" y="1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0" name="Freeform 3972">
                <a:extLst>
                  <a:ext uri="{FF2B5EF4-FFF2-40B4-BE49-F238E27FC236}">
                    <a16:creationId xmlns:a16="http://schemas.microsoft.com/office/drawing/2014/main" id="{BE02E994-A2C7-43B6-A0C5-D16489181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195"/>
                <a:ext cx="130" cy="130"/>
              </a:xfrm>
              <a:custGeom>
                <a:avLst/>
                <a:gdLst>
                  <a:gd name="T0" fmla="*/ 2286 w 72"/>
                  <a:gd name="T1" fmla="*/ 737 h 67"/>
                  <a:gd name="T2" fmla="*/ 1623 w 72"/>
                  <a:gd name="T3" fmla="*/ 0 h 67"/>
                  <a:gd name="T4" fmla="*/ 2048 w 72"/>
                  <a:gd name="T5" fmla="*/ 636 h 67"/>
                  <a:gd name="T6" fmla="*/ 831 w 72"/>
                  <a:gd name="T7" fmla="*/ 3192 h 67"/>
                  <a:gd name="T8" fmla="*/ 0 w 72"/>
                  <a:gd name="T9" fmla="*/ 3572 h 67"/>
                  <a:gd name="T10" fmla="*/ 1148 w 72"/>
                  <a:gd name="T11" fmla="*/ 3192 h 67"/>
                  <a:gd name="T12" fmla="*/ 2286 w 72"/>
                  <a:gd name="T13" fmla="*/ 73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67">
                    <a:moveTo>
                      <a:pt x="66" y="14"/>
                    </a:moveTo>
                    <a:cubicBezTo>
                      <a:pt x="63" y="7"/>
                      <a:pt x="56" y="2"/>
                      <a:pt x="47" y="0"/>
                    </a:cubicBezTo>
                    <a:cubicBezTo>
                      <a:pt x="53" y="3"/>
                      <a:pt x="57" y="7"/>
                      <a:pt x="59" y="12"/>
                    </a:cubicBezTo>
                    <a:cubicBezTo>
                      <a:pt x="65" y="28"/>
                      <a:pt x="50" y="49"/>
                      <a:pt x="24" y="60"/>
                    </a:cubicBezTo>
                    <a:cubicBezTo>
                      <a:pt x="17" y="63"/>
                      <a:pt x="7" y="66"/>
                      <a:pt x="0" y="67"/>
                    </a:cubicBezTo>
                    <a:cubicBezTo>
                      <a:pt x="9" y="67"/>
                      <a:pt x="22" y="65"/>
                      <a:pt x="33" y="60"/>
                    </a:cubicBezTo>
                    <a:cubicBezTo>
                      <a:pt x="57" y="50"/>
                      <a:pt x="72" y="30"/>
                      <a:pt x="66" y="14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1" name="Freeform 3973">
                <a:extLst>
                  <a:ext uri="{FF2B5EF4-FFF2-40B4-BE49-F238E27FC236}">
                    <a16:creationId xmlns:a16="http://schemas.microsoft.com/office/drawing/2014/main" id="{0190E5B3-F1B5-44F8-BC1D-43786D48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192"/>
                <a:ext cx="136" cy="131"/>
              </a:xfrm>
              <a:custGeom>
                <a:avLst/>
                <a:gdLst>
                  <a:gd name="T0" fmla="*/ 573 w 75"/>
                  <a:gd name="T1" fmla="*/ 2973 h 68"/>
                  <a:gd name="T2" fmla="*/ 1710 w 75"/>
                  <a:gd name="T3" fmla="*/ 401 h 68"/>
                  <a:gd name="T4" fmla="*/ 2575 w 75"/>
                  <a:gd name="T5" fmla="*/ 56 h 68"/>
                  <a:gd name="T6" fmla="*/ 2528 w 75"/>
                  <a:gd name="T7" fmla="*/ 56 h 68"/>
                  <a:gd name="T8" fmla="*/ 2486 w 75"/>
                  <a:gd name="T9" fmla="*/ 56 h 68"/>
                  <a:gd name="T10" fmla="*/ 1423 w 75"/>
                  <a:gd name="T11" fmla="*/ 341 h 68"/>
                  <a:gd name="T12" fmla="*/ 214 w 75"/>
                  <a:gd name="T13" fmla="*/ 2753 h 68"/>
                  <a:gd name="T14" fmla="*/ 889 w 75"/>
                  <a:gd name="T15" fmla="*/ 3466 h 68"/>
                  <a:gd name="T16" fmla="*/ 573 w 75"/>
                  <a:gd name="T17" fmla="*/ 2973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68">
                    <a:moveTo>
                      <a:pt x="16" y="58"/>
                    </a:moveTo>
                    <a:cubicBezTo>
                      <a:pt x="9" y="42"/>
                      <a:pt x="23" y="18"/>
                      <a:pt x="48" y="8"/>
                    </a:cubicBezTo>
                    <a:cubicBezTo>
                      <a:pt x="56" y="5"/>
                      <a:pt x="64" y="2"/>
                      <a:pt x="72" y="1"/>
                    </a:cubicBezTo>
                    <a:cubicBezTo>
                      <a:pt x="73" y="1"/>
                      <a:pt x="75" y="1"/>
                      <a:pt x="71" y="1"/>
                    </a:cubicBezTo>
                    <a:cubicBezTo>
                      <a:pt x="71" y="1"/>
                      <a:pt x="70" y="1"/>
                      <a:pt x="70" y="1"/>
                    </a:cubicBezTo>
                    <a:cubicBezTo>
                      <a:pt x="61" y="0"/>
                      <a:pt x="50" y="2"/>
                      <a:pt x="40" y="7"/>
                    </a:cubicBezTo>
                    <a:cubicBezTo>
                      <a:pt x="15" y="17"/>
                      <a:pt x="0" y="38"/>
                      <a:pt x="6" y="54"/>
                    </a:cubicBezTo>
                    <a:cubicBezTo>
                      <a:pt x="9" y="61"/>
                      <a:pt x="16" y="66"/>
                      <a:pt x="25" y="68"/>
                    </a:cubicBezTo>
                    <a:cubicBezTo>
                      <a:pt x="21" y="65"/>
                      <a:pt x="18" y="62"/>
                      <a:pt x="16" y="58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2" name="Oval 3974">
                <a:extLst>
                  <a:ext uri="{FF2B5EF4-FFF2-40B4-BE49-F238E27FC236}">
                    <a16:creationId xmlns:a16="http://schemas.microsoft.com/office/drawing/2014/main" id="{FB26A989-7D3C-4E0E-A139-62F3C2295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246"/>
                <a:ext cx="20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3" name="Oval 3975">
                <a:extLst>
                  <a:ext uri="{FF2B5EF4-FFF2-40B4-BE49-F238E27FC236}">
                    <a16:creationId xmlns:a16="http://schemas.microsoft.com/office/drawing/2014/main" id="{3FAC299B-DF92-45A6-8981-4C073CA94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232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4" name="Oval 3976">
                <a:extLst>
                  <a:ext uri="{FF2B5EF4-FFF2-40B4-BE49-F238E27FC236}">
                    <a16:creationId xmlns:a16="http://schemas.microsoft.com/office/drawing/2014/main" id="{40999A89-E9A7-4A04-86B6-7A8AB407E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227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5" name="Freeform 3977">
                <a:extLst>
                  <a:ext uri="{FF2B5EF4-FFF2-40B4-BE49-F238E27FC236}">
                    <a16:creationId xmlns:a16="http://schemas.microsoft.com/office/drawing/2014/main" id="{E896B685-8711-4798-8FEE-337E86F4C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317"/>
                <a:ext cx="38" cy="58"/>
              </a:xfrm>
              <a:custGeom>
                <a:avLst/>
                <a:gdLst>
                  <a:gd name="T0" fmla="*/ 0 w 21"/>
                  <a:gd name="T1" fmla="*/ 209 h 30"/>
                  <a:gd name="T2" fmla="*/ 387 w 21"/>
                  <a:gd name="T3" fmla="*/ 0 h 30"/>
                  <a:gd name="T4" fmla="*/ 740 w 21"/>
                  <a:gd name="T5" fmla="*/ 1570 h 30"/>
                  <a:gd name="T6" fmla="*/ 308 w 21"/>
                  <a:gd name="T7" fmla="*/ 377 h 30"/>
                  <a:gd name="T8" fmla="*/ 0 w 21"/>
                  <a:gd name="T9" fmla="*/ 20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0">
                    <a:moveTo>
                      <a:pt x="0" y="4"/>
                    </a:moveTo>
                    <a:cubicBezTo>
                      <a:pt x="4" y="3"/>
                      <a:pt x="10" y="0"/>
                      <a:pt x="11" y="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1" y="30"/>
                      <a:pt x="13" y="9"/>
                      <a:pt x="9" y="7"/>
                    </a:cubicBezTo>
                    <a:cubicBezTo>
                      <a:pt x="5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6" name="Freeform 3978">
                <a:extLst>
                  <a:ext uri="{FF2B5EF4-FFF2-40B4-BE49-F238E27FC236}">
                    <a16:creationId xmlns:a16="http://schemas.microsoft.com/office/drawing/2014/main" id="{AEC63645-989F-4FF5-825A-E0EE3C88F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628"/>
                <a:ext cx="76" cy="168"/>
              </a:xfrm>
              <a:custGeom>
                <a:avLst/>
                <a:gdLst>
                  <a:gd name="T0" fmla="*/ 818 w 42"/>
                  <a:gd name="T1" fmla="*/ 164 h 87"/>
                  <a:gd name="T2" fmla="*/ 0 w 42"/>
                  <a:gd name="T3" fmla="*/ 317 h 87"/>
                  <a:gd name="T4" fmla="*/ 557 w 42"/>
                  <a:gd name="T5" fmla="*/ 373 h 87"/>
                  <a:gd name="T6" fmla="*/ 914 w 42"/>
                  <a:gd name="T7" fmla="*/ 3379 h 87"/>
                  <a:gd name="T8" fmla="*/ 461 w 42"/>
                  <a:gd name="T9" fmla="*/ 4509 h 87"/>
                  <a:gd name="T10" fmla="*/ 1126 w 42"/>
                  <a:gd name="T11" fmla="*/ 3061 h 87"/>
                  <a:gd name="T12" fmla="*/ 818 w 42"/>
                  <a:gd name="T13" fmla="*/ 164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87">
                    <a:moveTo>
                      <a:pt x="23" y="3"/>
                    </a:moveTo>
                    <a:cubicBezTo>
                      <a:pt x="16" y="0"/>
                      <a:pt x="8" y="1"/>
                      <a:pt x="0" y="6"/>
                    </a:cubicBezTo>
                    <a:cubicBezTo>
                      <a:pt x="5" y="4"/>
                      <a:pt x="11" y="5"/>
                      <a:pt x="16" y="7"/>
                    </a:cubicBezTo>
                    <a:cubicBezTo>
                      <a:pt x="32" y="13"/>
                      <a:pt x="36" y="39"/>
                      <a:pt x="26" y="65"/>
                    </a:cubicBezTo>
                    <a:cubicBezTo>
                      <a:pt x="23" y="72"/>
                      <a:pt x="18" y="81"/>
                      <a:pt x="13" y="87"/>
                    </a:cubicBezTo>
                    <a:cubicBezTo>
                      <a:pt x="20" y="81"/>
                      <a:pt x="28" y="70"/>
                      <a:pt x="32" y="59"/>
                    </a:cubicBezTo>
                    <a:cubicBezTo>
                      <a:pt x="42" y="34"/>
                      <a:pt x="38" y="9"/>
                      <a:pt x="23" y="3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7" name="Freeform 3979">
                <a:extLst>
                  <a:ext uri="{FF2B5EF4-FFF2-40B4-BE49-F238E27FC236}">
                    <a16:creationId xmlns:a16="http://schemas.microsoft.com/office/drawing/2014/main" id="{521AEFD9-23DB-4B50-B964-F955C3CE2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643"/>
                <a:ext cx="78" cy="172"/>
              </a:xfrm>
              <a:custGeom>
                <a:avLst/>
                <a:gdLst>
                  <a:gd name="T0" fmla="*/ 1039 w 43"/>
                  <a:gd name="T1" fmla="*/ 4250 h 89"/>
                  <a:gd name="T2" fmla="*/ 609 w 43"/>
                  <a:gd name="T3" fmla="*/ 1241 h 89"/>
                  <a:gd name="T4" fmla="*/ 1039 w 43"/>
                  <a:gd name="T5" fmla="*/ 164 h 89"/>
                  <a:gd name="T6" fmla="*/ 1010 w 43"/>
                  <a:gd name="T7" fmla="*/ 164 h 89"/>
                  <a:gd name="T8" fmla="*/ 961 w 43"/>
                  <a:gd name="T9" fmla="*/ 209 h 89"/>
                  <a:gd name="T10" fmla="*/ 359 w 43"/>
                  <a:gd name="T11" fmla="*/ 1509 h 89"/>
                  <a:gd name="T12" fmla="*/ 704 w 43"/>
                  <a:gd name="T13" fmla="*/ 4474 h 89"/>
                  <a:gd name="T14" fmla="*/ 1527 w 43"/>
                  <a:gd name="T15" fmla="*/ 4310 h 89"/>
                  <a:gd name="T16" fmla="*/ 1039 w 43"/>
                  <a:gd name="T17" fmla="*/ 4250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9">
                    <a:moveTo>
                      <a:pt x="29" y="82"/>
                    </a:moveTo>
                    <a:cubicBezTo>
                      <a:pt x="14" y="76"/>
                      <a:pt x="6" y="50"/>
                      <a:pt x="17" y="24"/>
                    </a:cubicBezTo>
                    <a:cubicBezTo>
                      <a:pt x="20" y="17"/>
                      <a:pt x="24" y="9"/>
                      <a:pt x="29" y="3"/>
                    </a:cubicBezTo>
                    <a:cubicBezTo>
                      <a:pt x="30" y="2"/>
                      <a:pt x="31" y="0"/>
                      <a:pt x="28" y="3"/>
                    </a:cubicBezTo>
                    <a:cubicBezTo>
                      <a:pt x="28" y="3"/>
                      <a:pt x="27" y="4"/>
                      <a:pt x="27" y="4"/>
                    </a:cubicBezTo>
                    <a:cubicBezTo>
                      <a:pt x="20" y="10"/>
                      <a:pt x="14" y="19"/>
                      <a:pt x="10" y="29"/>
                    </a:cubicBezTo>
                    <a:cubicBezTo>
                      <a:pt x="0" y="54"/>
                      <a:pt x="4" y="80"/>
                      <a:pt x="20" y="86"/>
                    </a:cubicBezTo>
                    <a:cubicBezTo>
                      <a:pt x="27" y="89"/>
                      <a:pt x="35" y="88"/>
                      <a:pt x="43" y="83"/>
                    </a:cubicBezTo>
                    <a:cubicBezTo>
                      <a:pt x="38" y="84"/>
                      <a:pt x="33" y="84"/>
                      <a:pt x="29" y="82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8" name="Freeform 3980">
                <a:extLst>
                  <a:ext uri="{FF2B5EF4-FFF2-40B4-BE49-F238E27FC236}">
                    <a16:creationId xmlns:a16="http://schemas.microsoft.com/office/drawing/2014/main" id="{4F2A7854-208F-42C5-8E2C-AF6AA891F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753"/>
                <a:ext cx="24" cy="23"/>
              </a:xfrm>
              <a:custGeom>
                <a:avLst/>
                <a:gdLst>
                  <a:gd name="T0" fmla="*/ 126 w 13"/>
                  <a:gd name="T1" fmla="*/ 485 h 12"/>
                  <a:gd name="T2" fmla="*/ 126 w 13"/>
                  <a:gd name="T3" fmla="*/ 107 h 12"/>
                  <a:gd name="T4" fmla="*/ 430 w 13"/>
                  <a:gd name="T5" fmla="*/ 107 h 12"/>
                  <a:gd name="T6" fmla="*/ 430 w 13"/>
                  <a:gd name="T7" fmla="*/ 485 h 12"/>
                  <a:gd name="T8" fmla="*/ 126 w 13"/>
                  <a:gd name="T9" fmla="*/ 48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10"/>
                    </a:moveTo>
                    <a:cubicBezTo>
                      <a:pt x="0" y="8"/>
                      <a:pt x="0" y="4"/>
                      <a:pt x="3" y="2"/>
                    </a:cubicBezTo>
                    <a:cubicBezTo>
                      <a:pt x="5" y="0"/>
                      <a:pt x="9" y="0"/>
                      <a:pt x="11" y="2"/>
                    </a:cubicBezTo>
                    <a:cubicBezTo>
                      <a:pt x="13" y="4"/>
                      <a:pt x="13" y="8"/>
                      <a:pt x="11" y="10"/>
                    </a:cubicBezTo>
                    <a:cubicBezTo>
                      <a:pt x="9" y="12"/>
                      <a:pt x="5" y="12"/>
                      <a:pt x="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9" name="Freeform 3981">
                <a:extLst>
                  <a:ext uri="{FF2B5EF4-FFF2-40B4-BE49-F238E27FC236}">
                    <a16:creationId xmlns:a16="http://schemas.microsoft.com/office/drawing/2014/main" id="{5CA6775B-DF5C-4A66-9820-E5B40F83D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734"/>
                <a:ext cx="16" cy="17"/>
              </a:xfrm>
              <a:custGeom>
                <a:avLst/>
                <a:gdLst>
                  <a:gd name="T0" fmla="*/ 66 w 9"/>
                  <a:gd name="T1" fmla="*/ 317 h 9"/>
                  <a:gd name="T2" fmla="*/ 66 w 9"/>
                  <a:gd name="T3" fmla="*/ 53 h 9"/>
                  <a:gd name="T4" fmla="*/ 247 w 9"/>
                  <a:gd name="T5" fmla="*/ 53 h 9"/>
                  <a:gd name="T6" fmla="*/ 247 w 9"/>
                  <a:gd name="T7" fmla="*/ 317 h 9"/>
                  <a:gd name="T8" fmla="*/ 66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0" y="5"/>
                      <a:pt x="0" y="3"/>
                      <a:pt x="2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6" y="9"/>
                      <a:pt x="4" y="9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0" name="Freeform 3982">
                <a:extLst>
                  <a:ext uri="{FF2B5EF4-FFF2-40B4-BE49-F238E27FC236}">
                    <a16:creationId xmlns:a16="http://schemas.microsoft.com/office/drawing/2014/main" id="{EA68D006-F7C0-47F0-BF66-941450873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778"/>
                <a:ext cx="11" cy="12"/>
              </a:xfrm>
              <a:custGeom>
                <a:avLst/>
                <a:gdLst>
                  <a:gd name="T0" fmla="*/ 44 w 6"/>
                  <a:gd name="T1" fmla="*/ 320 h 6"/>
                  <a:gd name="T2" fmla="*/ 44 w 6"/>
                  <a:gd name="T3" fmla="*/ 64 h 6"/>
                  <a:gd name="T4" fmla="*/ 193 w 6"/>
                  <a:gd name="T5" fmla="*/ 64 h 6"/>
                  <a:gd name="T6" fmla="*/ 193 w 6"/>
                  <a:gd name="T7" fmla="*/ 320 h 6"/>
                  <a:gd name="T8" fmla="*/ 44 w 6"/>
                  <a:gd name="T9" fmla="*/ 3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1" name="Freeform 3983">
                <a:extLst>
                  <a:ext uri="{FF2B5EF4-FFF2-40B4-BE49-F238E27FC236}">
                    <a16:creationId xmlns:a16="http://schemas.microsoft.com/office/drawing/2014/main" id="{31E3D25C-7880-4B2F-8AC4-B8E988020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2253"/>
                <a:ext cx="158" cy="81"/>
              </a:xfrm>
              <a:custGeom>
                <a:avLst/>
                <a:gdLst>
                  <a:gd name="T0" fmla="*/ 3024 w 87"/>
                  <a:gd name="T1" fmla="*/ 1175 h 42"/>
                  <a:gd name="T2" fmla="*/ 2906 w 87"/>
                  <a:gd name="T3" fmla="*/ 0 h 42"/>
                  <a:gd name="T4" fmla="*/ 2862 w 87"/>
                  <a:gd name="T5" fmla="*/ 833 h 42"/>
                  <a:gd name="T6" fmla="*/ 797 w 87"/>
                  <a:gd name="T7" fmla="*/ 1329 h 42"/>
                  <a:gd name="T8" fmla="*/ 0 w 87"/>
                  <a:gd name="T9" fmla="*/ 665 h 42"/>
                  <a:gd name="T10" fmla="*/ 1013 w 87"/>
                  <a:gd name="T11" fmla="*/ 1659 h 42"/>
                  <a:gd name="T12" fmla="*/ 3024 w 87"/>
                  <a:gd name="T13" fmla="*/ 117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42">
                    <a:moveTo>
                      <a:pt x="84" y="23"/>
                    </a:moveTo>
                    <a:cubicBezTo>
                      <a:pt x="87" y="16"/>
                      <a:pt x="86" y="8"/>
                      <a:pt x="81" y="0"/>
                    </a:cubicBezTo>
                    <a:cubicBezTo>
                      <a:pt x="83" y="5"/>
                      <a:pt x="82" y="11"/>
                      <a:pt x="80" y="16"/>
                    </a:cubicBezTo>
                    <a:cubicBezTo>
                      <a:pt x="74" y="32"/>
                      <a:pt x="48" y="36"/>
                      <a:pt x="22" y="26"/>
                    </a:cubicBezTo>
                    <a:cubicBezTo>
                      <a:pt x="15" y="23"/>
                      <a:pt x="6" y="18"/>
                      <a:pt x="0" y="13"/>
                    </a:cubicBezTo>
                    <a:cubicBezTo>
                      <a:pt x="6" y="20"/>
                      <a:pt x="17" y="28"/>
                      <a:pt x="28" y="32"/>
                    </a:cubicBezTo>
                    <a:cubicBezTo>
                      <a:pt x="53" y="42"/>
                      <a:pt x="78" y="38"/>
                      <a:pt x="84" y="23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2" name="Freeform 3984">
                <a:extLst>
                  <a:ext uri="{FF2B5EF4-FFF2-40B4-BE49-F238E27FC236}">
                    <a16:creationId xmlns:a16="http://schemas.microsoft.com/office/drawing/2014/main" id="{F124B89A-1D6A-4A8C-8564-71C6F4BBF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186"/>
                <a:ext cx="127" cy="83"/>
              </a:xfrm>
              <a:custGeom>
                <a:avLst/>
                <a:gdLst>
                  <a:gd name="T0" fmla="*/ 292 w 70"/>
                  <a:gd name="T1" fmla="*/ 1293 h 43"/>
                  <a:gd name="T2" fmla="*/ 2143 w 70"/>
                  <a:gd name="T3" fmla="*/ 510 h 43"/>
                  <a:gd name="T4" fmla="*/ 2143 w 70"/>
                  <a:gd name="T5" fmla="*/ 510 h 43"/>
                  <a:gd name="T6" fmla="*/ 96 w 70"/>
                  <a:gd name="T7" fmla="*/ 1042 h 43"/>
                  <a:gd name="T8" fmla="*/ 214 w 70"/>
                  <a:gd name="T9" fmla="*/ 2220 h 43"/>
                  <a:gd name="T10" fmla="*/ 292 w 70"/>
                  <a:gd name="T11" fmla="*/ 1293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43">
                    <a:moveTo>
                      <a:pt x="8" y="25"/>
                    </a:moveTo>
                    <a:cubicBezTo>
                      <a:pt x="15" y="10"/>
                      <a:pt x="35" y="0"/>
                      <a:pt x="60" y="10"/>
                    </a:cubicBezTo>
                    <a:cubicBezTo>
                      <a:pt x="68" y="13"/>
                      <a:pt x="70" y="14"/>
                      <a:pt x="60" y="10"/>
                    </a:cubicBezTo>
                    <a:cubicBezTo>
                      <a:pt x="35" y="0"/>
                      <a:pt x="9" y="4"/>
                      <a:pt x="3" y="20"/>
                    </a:cubicBezTo>
                    <a:cubicBezTo>
                      <a:pt x="0" y="27"/>
                      <a:pt x="1" y="35"/>
                      <a:pt x="6" y="43"/>
                    </a:cubicBezTo>
                    <a:cubicBezTo>
                      <a:pt x="5" y="38"/>
                      <a:pt x="4" y="32"/>
                      <a:pt x="8" y="25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3" name="Freeform 3985">
                <a:extLst>
                  <a:ext uri="{FF2B5EF4-FFF2-40B4-BE49-F238E27FC236}">
                    <a16:creationId xmlns:a16="http://schemas.microsoft.com/office/drawing/2014/main" id="{C29F18F2-0BF9-4F9A-9304-2A7F0C6AF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209"/>
                <a:ext cx="22" cy="25"/>
              </a:xfrm>
              <a:custGeom>
                <a:avLst/>
                <a:gdLst>
                  <a:gd name="T0" fmla="*/ 81 w 12"/>
                  <a:gd name="T1" fmla="*/ 163 h 13"/>
                  <a:gd name="T2" fmla="*/ 376 w 12"/>
                  <a:gd name="T3" fmla="*/ 163 h 13"/>
                  <a:gd name="T4" fmla="*/ 376 w 12"/>
                  <a:gd name="T5" fmla="*/ 548 h 13"/>
                  <a:gd name="T6" fmla="*/ 81 w 12"/>
                  <a:gd name="T7" fmla="*/ 548 h 13"/>
                  <a:gd name="T8" fmla="*/ 81 w 12"/>
                  <a:gd name="T9" fmla="*/ 16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3"/>
                    </a:moveTo>
                    <a:cubicBezTo>
                      <a:pt x="4" y="0"/>
                      <a:pt x="8" y="0"/>
                      <a:pt x="10" y="3"/>
                    </a:cubicBezTo>
                    <a:cubicBezTo>
                      <a:pt x="12" y="5"/>
                      <a:pt x="12" y="9"/>
                      <a:pt x="10" y="11"/>
                    </a:cubicBezTo>
                    <a:cubicBezTo>
                      <a:pt x="8" y="13"/>
                      <a:pt x="4" y="13"/>
                      <a:pt x="2" y="11"/>
                    </a:cubicBezTo>
                    <a:cubicBezTo>
                      <a:pt x="0" y="9"/>
                      <a:pt x="0" y="5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4" name="Freeform 3986">
                <a:extLst>
                  <a:ext uri="{FF2B5EF4-FFF2-40B4-BE49-F238E27FC236}">
                    <a16:creationId xmlns:a16="http://schemas.microsoft.com/office/drawing/2014/main" id="{D73788D1-C06F-4FEB-A29A-93A26D550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199"/>
                <a:ext cx="16" cy="18"/>
              </a:xfrm>
              <a:custGeom>
                <a:avLst/>
                <a:gdLst>
                  <a:gd name="T0" fmla="*/ 66 w 9"/>
                  <a:gd name="T1" fmla="*/ 128 h 9"/>
                  <a:gd name="T2" fmla="*/ 208 w 9"/>
                  <a:gd name="T3" fmla="*/ 128 h 9"/>
                  <a:gd name="T4" fmla="*/ 208 w 9"/>
                  <a:gd name="T5" fmla="*/ 512 h 9"/>
                  <a:gd name="T6" fmla="*/ 66 w 9"/>
                  <a:gd name="T7" fmla="*/ 512 h 9"/>
                  <a:gd name="T8" fmla="*/ 66 w 9"/>
                  <a:gd name="T9" fmla="*/ 1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9" y="4"/>
                      <a:pt x="9" y="6"/>
                      <a:pt x="7" y="8"/>
                    </a:cubicBez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5" name="Freeform 3987">
                <a:extLst>
                  <a:ext uri="{FF2B5EF4-FFF2-40B4-BE49-F238E27FC236}">
                    <a16:creationId xmlns:a16="http://schemas.microsoft.com/office/drawing/2014/main" id="{89D6973C-60FA-484E-86EF-5779CF5BC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2240"/>
                <a:ext cx="11" cy="9"/>
              </a:xfrm>
              <a:custGeom>
                <a:avLst/>
                <a:gdLst>
                  <a:gd name="T0" fmla="*/ 44 w 6"/>
                  <a:gd name="T1" fmla="*/ 41 h 5"/>
                  <a:gd name="T2" fmla="*/ 193 w 6"/>
                  <a:gd name="T3" fmla="*/ 41 h 5"/>
                  <a:gd name="T4" fmla="*/ 193 w 6"/>
                  <a:gd name="T5" fmla="*/ 133 h 5"/>
                  <a:gd name="T6" fmla="*/ 44 w 6"/>
                  <a:gd name="T7" fmla="*/ 133 h 5"/>
                  <a:gd name="T8" fmla="*/ 44 w 6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6" name="Freeform 3988">
                <a:extLst>
                  <a:ext uri="{FF2B5EF4-FFF2-40B4-BE49-F238E27FC236}">
                    <a16:creationId xmlns:a16="http://schemas.microsoft.com/office/drawing/2014/main" id="{5B6E5CD3-D38E-4B15-962E-EA51FB8E6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2402"/>
                <a:ext cx="20" cy="21"/>
              </a:xfrm>
              <a:custGeom>
                <a:avLst/>
                <a:gdLst>
                  <a:gd name="T0" fmla="*/ 80 w 11"/>
                  <a:gd name="T1" fmla="*/ 105 h 11"/>
                  <a:gd name="T2" fmla="*/ 318 w 11"/>
                  <a:gd name="T3" fmla="*/ 105 h 11"/>
                  <a:gd name="T4" fmla="*/ 318 w 11"/>
                  <a:gd name="T5" fmla="*/ 422 h 11"/>
                  <a:gd name="T6" fmla="*/ 80 w 11"/>
                  <a:gd name="T7" fmla="*/ 422 h 11"/>
                  <a:gd name="T8" fmla="*/ 80 w 11"/>
                  <a:gd name="T9" fmla="*/ 10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2" y="2"/>
                    </a:moveTo>
                    <a:cubicBezTo>
                      <a:pt x="4" y="0"/>
                      <a:pt x="7" y="0"/>
                      <a:pt x="9" y="2"/>
                    </a:cubicBezTo>
                    <a:cubicBezTo>
                      <a:pt x="11" y="4"/>
                      <a:pt x="11" y="7"/>
                      <a:pt x="9" y="9"/>
                    </a:cubicBezTo>
                    <a:cubicBezTo>
                      <a:pt x="7" y="11"/>
                      <a:pt x="4" y="11"/>
                      <a:pt x="2" y="9"/>
                    </a:cubicBezTo>
                    <a:cubicBezTo>
                      <a:pt x="0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7" name="Freeform 3989">
                <a:extLst>
                  <a:ext uri="{FF2B5EF4-FFF2-40B4-BE49-F238E27FC236}">
                    <a16:creationId xmlns:a16="http://schemas.microsoft.com/office/drawing/2014/main" id="{2E9969A3-7A34-4D4F-A886-3DC9C9EF1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2386"/>
                <a:ext cx="11" cy="10"/>
              </a:xfrm>
              <a:custGeom>
                <a:avLst/>
                <a:gdLst>
                  <a:gd name="T0" fmla="*/ 44 w 6"/>
                  <a:gd name="T1" fmla="*/ 64 h 5"/>
                  <a:gd name="T2" fmla="*/ 193 w 6"/>
                  <a:gd name="T3" fmla="*/ 64 h 5"/>
                  <a:gd name="T4" fmla="*/ 193 w 6"/>
                  <a:gd name="T5" fmla="*/ 256 h 5"/>
                  <a:gd name="T6" fmla="*/ 44 w 6"/>
                  <a:gd name="T7" fmla="*/ 256 h 5"/>
                  <a:gd name="T8" fmla="*/ 44 w 6"/>
                  <a:gd name="T9" fmla="*/ 6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8" name="Freeform 3990">
                <a:extLst>
                  <a:ext uri="{FF2B5EF4-FFF2-40B4-BE49-F238E27FC236}">
                    <a16:creationId xmlns:a16="http://schemas.microsoft.com/office/drawing/2014/main" id="{C84E6EA7-194A-4775-9B45-5B1A9CF5E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2429"/>
                <a:ext cx="11" cy="12"/>
              </a:xfrm>
              <a:custGeom>
                <a:avLst/>
                <a:gdLst>
                  <a:gd name="T0" fmla="*/ 44 w 6"/>
                  <a:gd name="T1" fmla="*/ 64 h 6"/>
                  <a:gd name="T2" fmla="*/ 193 w 6"/>
                  <a:gd name="T3" fmla="*/ 64 h 6"/>
                  <a:gd name="T4" fmla="*/ 193 w 6"/>
                  <a:gd name="T5" fmla="*/ 320 h 6"/>
                  <a:gd name="T6" fmla="*/ 44 w 6"/>
                  <a:gd name="T7" fmla="*/ 320 h 6"/>
                  <a:gd name="T8" fmla="*/ 44 w 6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9" name="Freeform 3991">
                <a:extLst>
                  <a:ext uri="{FF2B5EF4-FFF2-40B4-BE49-F238E27FC236}">
                    <a16:creationId xmlns:a16="http://schemas.microsoft.com/office/drawing/2014/main" id="{36D2D711-654F-48B3-91D3-D491423A3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2317"/>
                <a:ext cx="28" cy="69"/>
              </a:xfrm>
              <a:custGeom>
                <a:avLst/>
                <a:gdLst>
                  <a:gd name="T0" fmla="*/ 151 w 16"/>
                  <a:gd name="T1" fmla="*/ 0 h 36"/>
                  <a:gd name="T2" fmla="*/ 462 w 16"/>
                  <a:gd name="T3" fmla="*/ 253 h 36"/>
                  <a:gd name="T4" fmla="*/ 0 w 16"/>
                  <a:gd name="T5" fmla="*/ 1783 h 36"/>
                  <a:gd name="T6" fmla="*/ 264 w 16"/>
                  <a:gd name="T7" fmla="*/ 393 h 36"/>
                  <a:gd name="T8" fmla="*/ 151 w 16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6">
                    <a:moveTo>
                      <a:pt x="5" y="0"/>
                    </a:moveTo>
                    <a:cubicBezTo>
                      <a:pt x="8" y="3"/>
                      <a:pt x="15" y="5"/>
                      <a:pt x="16" y="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11" y="13"/>
                      <a:pt x="9" y="8"/>
                    </a:cubicBezTo>
                    <a:cubicBezTo>
                      <a:pt x="8" y="4"/>
                      <a:pt x="5" y="1"/>
                      <a:pt x="5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0" name="Freeform 3992">
                <a:extLst>
                  <a:ext uri="{FF2B5EF4-FFF2-40B4-BE49-F238E27FC236}">
                    <a16:creationId xmlns:a16="http://schemas.microsoft.com/office/drawing/2014/main" id="{4D97F287-9566-4991-A194-659B56EC8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2485"/>
                <a:ext cx="69" cy="85"/>
              </a:xfrm>
              <a:custGeom>
                <a:avLst/>
                <a:gdLst>
                  <a:gd name="T0" fmla="*/ 1066 w 38"/>
                  <a:gd name="T1" fmla="*/ 0 h 44"/>
                  <a:gd name="T2" fmla="*/ 1358 w 38"/>
                  <a:gd name="T3" fmla="*/ 404 h 44"/>
                  <a:gd name="T4" fmla="*/ 0 w 38"/>
                  <a:gd name="T5" fmla="*/ 2283 h 44"/>
                  <a:gd name="T6" fmla="*/ 1108 w 38"/>
                  <a:gd name="T7" fmla="*/ 464 h 44"/>
                  <a:gd name="T8" fmla="*/ 1066 w 38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4">
                    <a:moveTo>
                      <a:pt x="30" y="0"/>
                    </a:moveTo>
                    <a:cubicBezTo>
                      <a:pt x="32" y="3"/>
                      <a:pt x="38" y="8"/>
                      <a:pt x="38" y="8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31" y="14"/>
                      <a:pt x="31" y="9"/>
                    </a:cubicBezTo>
                    <a:cubicBezTo>
                      <a:pt x="31" y="5"/>
                      <a:pt x="30" y="1"/>
                      <a:pt x="30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1" name="Freeform 3993">
                <a:extLst>
                  <a:ext uri="{FF2B5EF4-FFF2-40B4-BE49-F238E27FC236}">
                    <a16:creationId xmlns:a16="http://schemas.microsoft.com/office/drawing/2014/main" id="{F6913D23-CEA2-47E9-9F44-62A30580A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2645"/>
                <a:ext cx="78" cy="168"/>
              </a:xfrm>
              <a:custGeom>
                <a:avLst/>
                <a:gdLst>
                  <a:gd name="T0" fmla="*/ 822 w 43"/>
                  <a:gd name="T1" fmla="*/ 4349 h 87"/>
                  <a:gd name="T2" fmla="*/ 0 w 43"/>
                  <a:gd name="T3" fmla="*/ 4132 h 87"/>
                  <a:gd name="T4" fmla="*/ 609 w 43"/>
                  <a:gd name="T5" fmla="*/ 4132 h 87"/>
                  <a:gd name="T6" fmla="*/ 918 w 43"/>
                  <a:gd name="T7" fmla="*/ 1122 h 87"/>
                  <a:gd name="T8" fmla="*/ 477 w 43"/>
                  <a:gd name="T9" fmla="*/ 0 h 87"/>
                  <a:gd name="T10" fmla="*/ 1136 w 43"/>
                  <a:gd name="T11" fmla="*/ 1446 h 87"/>
                  <a:gd name="T12" fmla="*/ 822 w 43"/>
                  <a:gd name="T13" fmla="*/ 4349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87">
                    <a:moveTo>
                      <a:pt x="23" y="84"/>
                    </a:moveTo>
                    <a:cubicBezTo>
                      <a:pt x="16" y="87"/>
                      <a:pt x="8" y="86"/>
                      <a:pt x="0" y="80"/>
                    </a:cubicBezTo>
                    <a:cubicBezTo>
                      <a:pt x="6" y="83"/>
                      <a:pt x="11" y="82"/>
                      <a:pt x="17" y="80"/>
                    </a:cubicBezTo>
                    <a:cubicBezTo>
                      <a:pt x="32" y="73"/>
                      <a:pt x="37" y="48"/>
                      <a:pt x="26" y="22"/>
                    </a:cubicBezTo>
                    <a:cubicBezTo>
                      <a:pt x="23" y="14"/>
                      <a:pt x="18" y="6"/>
                      <a:pt x="13" y="0"/>
                    </a:cubicBezTo>
                    <a:cubicBezTo>
                      <a:pt x="21" y="6"/>
                      <a:pt x="28" y="17"/>
                      <a:pt x="32" y="28"/>
                    </a:cubicBezTo>
                    <a:cubicBezTo>
                      <a:pt x="43" y="52"/>
                      <a:pt x="38" y="77"/>
                      <a:pt x="23" y="84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2" name="Freeform 3994">
                <a:extLst>
                  <a:ext uri="{FF2B5EF4-FFF2-40B4-BE49-F238E27FC236}">
                    <a16:creationId xmlns:a16="http://schemas.microsoft.com/office/drawing/2014/main" id="{84BC1B0B-8DEB-4888-80C9-16D45AB65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3" y="2624"/>
                <a:ext cx="78" cy="172"/>
              </a:xfrm>
              <a:custGeom>
                <a:avLst/>
                <a:gdLst>
                  <a:gd name="T0" fmla="*/ 1039 w 43"/>
                  <a:gd name="T1" fmla="*/ 404 h 89"/>
                  <a:gd name="T2" fmla="*/ 609 w 43"/>
                  <a:gd name="T3" fmla="*/ 3407 h 89"/>
                  <a:gd name="T4" fmla="*/ 1039 w 43"/>
                  <a:gd name="T5" fmla="*/ 4534 h 89"/>
                  <a:gd name="T6" fmla="*/ 1010 w 43"/>
                  <a:gd name="T7" fmla="*/ 4534 h 89"/>
                  <a:gd name="T8" fmla="*/ 961 w 43"/>
                  <a:gd name="T9" fmla="*/ 4474 h 89"/>
                  <a:gd name="T10" fmla="*/ 359 w 43"/>
                  <a:gd name="T11" fmla="*/ 3183 h 89"/>
                  <a:gd name="T12" fmla="*/ 704 w 43"/>
                  <a:gd name="T13" fmla="*/ 164 h 89"/>
                  <a:gd name="T14" fmla="*/ 1527 w 43"/>
                  <a:gd name="T15" fmla="*/ 373 h 89"/>
                  <a:gd name="T16" fmla="*/ 1039 w 43"/>
                  <a:gd name="T17" fmla="*/ 404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9">
                    <a:moveTo>
                      <a:pt x="29" y="8"/>
                    </a:moveTo>
                    <a:cubicBezTo>
                      <a:pt x="14" y="14"/>
                      <a:pt x="7" y="40"/>
                      <a:pt x="17" y="65"/>
                    </a:cubicBezTo>
                    <a:cubicBezTo>
                      <a:pt x="20" y="73"/>
                      <a:pt x="24" y="81"/>
                      <a:pt x="29" y="87"/>
                    </a:cubicBezTo>
                    <a:cubicBezTo>
                      <a:pt x="30" y="88"/>
                      <a:pt x="31" y="89"/>
                      <a:pt x="28" y="87"/>
                    </a:cubicBezTo>
                    <a:cubicBezTo>
                      <a:pt x="28" y="86"/>
                      <a:pt x="28" y="86"/>
                      <a:pt x="27" y="86"/>
                    </a:cubicBezTo>
                    <a:cubicBezTo>
                      <a:pt x="21" y="80"/>
                      <a:pt x="15" y="71"/>
                      <a:pt x="10" y="61"/>
                    </a:cubicBezTo>
                    <a:cubicBezTo>
                      <a:pt x="0" y="36"/>
                      <a:pt x="4" y="10"/>
                      <a:pt x="20" y="3"/>
                    </a:cubicBezTo>
                    <a:cubicBezTo>
                      <a:pt x="27" y="0"/>
                      <a:pt x="35" y="2"/>
                      <a:pt x="43" y="7"/>
                    </a:cubicBezTo>
                    <a:cubicBezTo>
                      <a:pt x="38" y="6"/>
                      <a:pt x="34" y="6"/>
                      <a:pt x="29" y="8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3" name="Freeform 3995">
                <a:extLst>
                  <a:ext uri="{FF2B5EF4-FFF2-40B4-BE49-F238E27FC236}">
                    <a16:creationId xmlns:a16="http://schemas.microsoft.com/office/drawing/2014/main" id="{D8D706AC-4E02-489B-8AEF-045724D13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9" y="2663"/>
                <a:ext cx="22" cy="25"/>
              </a:xfrm>
              <a:custGeom>
                <a:avLst/>
                <a:gdLst>
                  <a:gd name="T0" fmla="*/ 81 w 12"/>
                  <a:gd name="T1" fmla="*/ 163 h 13"/>
                  <a:gd name="T2" fmla="*/ 81 w 12"/>
                  <a:gd name="T3" fmla="*/ 548 h 13"/>
                  <a:gd name="T4" fmla="*/ 376 w 12"/>
                  <a:gd name="T5" fmla="*/ 548 h 13"/>
                  <a:gd name="T6" fmla="*/ 376 w 12"/>
                  <a:gd name="T7" fmla="*/ 163 h 13"/>
                  <a:gd name="T8" fmla="*/ 81 w 12"/>
                  <a:gd name="T9" fmla="*/ 16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3"/>
                    </a:moveTo>
                    <a:cubicBezTo>
                      <a:pt x="0" y="5"/>
                      <a:pt x="0" y="9"/>
                      <a:pt x="2" y="11"/>
                    </a:cubicBezTo>
                    <a:cubicBezTo>
                      <a:pt x="4" y="13"/>
                      <a:pt x="8" y="13"/>
                      <a:pt x="10" y="11"/>
                    </a:cubicBezTo>
                    <a:cubicBezTo>
                      <a:pt x="12" y="9"/>
                      <a:pt x="12" y="5"/>
                      <a:pt x="10" y="3"/>
                    </a:cubicBezTo>
                    <a:cubicBezTo>
                      <a:pt x="8" y="0"/>
                      <a:pt x="4" y="0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4" name="Freeform 3996">
                <a:extLst>
                  <a:ext uri="{FF2B5EF4-FFF2-40B4-BE49-F238E27FC236}">
                    <a16:creationId xmlns:a16="http://schemas.microsoft.com/office/drawing/2014/main" id="{5669F542-42BD-48F4-A2C9-71D2D279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2690"/>
                <a:ext cx="16" cy="17"/>
              </a:xfrm>
              <a:custGeom>
                <a:avLst/>
                <a:gdLst>
                  <a:gd name="T0" fmla="*/ 37 w 9"/>
                  <a:gd name="T1" fmla="*/ 100 h 9"/>
                  <a:gd name="T2" fmla="*/ 37 w 9"/>
                  <a:gd name="T3" fmla="*/ 317 h 9"/>
                  <a:gd name="T4" fmla="*/ 208 w 9"/>
                  <a:gd name="T5" fmla="*/ 317 h 9"/>
                  <a:gd name="T6" fmla="*/ 208 w 9"/>
                  <a:gd name="T7" fmla="*/ 100 h 9"/>
                  <a:gd name="T8" fmla="*/ 37 w 9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0" y="3"/>
                      <a:pt x="0" y="6"/>
                      <a:pt x="1" y="7"/>
                    </a:cubicBezTo>
                    <a:cubicBezTo>
                      <a:pt x="3" y="9"/>
                      <a:pt x="5" y="9"/>
                      <a:pt x="7" y="7"/>
                    </a:cubicBezTo>
                    <a:cubicBezTo>
                      <a:pt x="9" y="6"/>
                      <a:pt x="9" y="3"/>
                      <a:pt x="7" y="2"/>
                    </a:cubicBezTo>
                    <a:cubicBezTo>
                      <a:pt x="5" y="0"/>
                      <a:pt x="3" y="0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5" name="Freeform 3997">
                <a:extLst>
                  <a:ext uri="{FF2B5EF4-FFF2-40B4-BE49-F238E27FC236}">
                    <a16:creationId xmlns:a16="http://schemas.microsoft.com/office/drawing/2014/main" id="{F5931F4B-3032-4D7E-ABE2-12A4B1BA5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2651"/>
                <a:ext cx="10" cy="10"/>
              </a:xfrm>
              <a:custGeom>
                <a:avLst/>
                <a:gdLst>
                  <a:gd name="T0" fmla="*/ 22 w 6"/>
                  <a:gd name="T1" fmla="*/ 64 h 5"/>
                  <a:gd name="T2" fmla="*/ 22 w 6"/>
                  <a:gd name="T3" fmla="*/ 256 h 5"/>
                  <a:gd name="T4" fmla="*/ 92 w 6"/>
                  <a:gd name="T5" fmla="*/ 256 h 5"/>
                  <a:gd name="T6" fmla="*/ 92 w 6"/>
                  <a:gd name="T7" fmla="*/ 64 h 5"/>
                  <a:gd name="T8" fmla="*/ 22 w 6"/>
                  <a:gd name="T9" fmla="*/ 6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6" y="3"/>
                      <a:pt x="6" y="2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6" name="Freeform 3998">
                <a:extLst>
                  <a:ext uri="{FF2B5EF4-FFF2-40B4-BE49-F238E27FC236}">
                    <a16:creationId xmlns:a16="http://schemas.microsoft.com/office/drawing/2014/main" id="{226FAB7A-5500-4C7B-BF76-3D5D6A678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724"/>
                <a:ext cx="128" cy="133"/>
              </a:xfrm>
              <a:custGeom>
                <a:avLst/>
                <a:gdLst>
                  <a:gd name="T0" fmla="*/ 2183 w 71"/>
                  <a:gd name="T1" fmla="*/ 2816 h 69"/>
                  <a:gd name="T2" fmla="*/ 1541 w 71"/>
                  <a:gd name="T3" fmla="*/ 3529 h 69"/>
                  <a:gd name="T4" fmla="*/ 1963 w 71"/>
                  <a:gd name="T5" fmla="*/ 2928 h 69"/>
                  <a:gd name="T6" fmla="*/ 855 w 71"/>
                  <a:gd name="T7" fmla="*/ 401 h 69"/>
                  <a:gd name="T8" fmla="*/ 0 w 71"/>
                  <a:gd name="T9" fmla="*/ 56 h 69"/>
                  <a:gd name="T10" fmla="*/ 1118 w 71"/>
                  <a:gd name="T11" fmla="*/ 401 h 69"/>
                  <a:gd name="T12" fmla="*/ 2183 w 71"/>
                  <a:gd name="T13" fmla="*/ 2816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69">
                    <a:moveTo>
                      <a:pt x="64" y="55"/>
                    </a:moveTo>
                    <a:cubicBezTo>
                      <a:pt x="61" y="62"/>
                      <a:pt x="54" y="67"/>
                      <a:pt x="45" y="69"/>
                    </a:cubicBezTo>
                    <a:cubicBezTo>
                      <a:pt x="51" y="66"/>
                      <a:pt x="55" y="62"/>
                      <a:pt x="57" y="57"/>
                    </a:cubicBezTo>
                    <a:cubicBezTo>
                      <a:pt x="64" y="42"/>
                      <a:pt x="50" y="20"/>
                      <a:pt x="25" y="8"/>
                    </a:cubicBezTo>
                    <a:cubicBezTo>
                      <a:pt x="17" y="5"/>
                      <a:pt x="7" y="2"/>
                      <a:pt x="0" y="1"/>
                    </a:cubicBezTo>
                    <a:cubicBezTo>
                      <a:pt x="9" y="0"/>
                      <a:pt x="22" y="4"/>
                      <a:pt x="33" y="8"/>
                    </a:cubicBezTo>
                    <a:cubicBezTo>
                      <a:pt x="57" y="19"/>
                      <a:pt x="71" y="40"/>
                      <a:pt x="64" y="55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7" name="Freeform 3999">
                <a:extLst>
                  <a:ext uri="{FF2B5EF4-FFF2-40B4-BE49-F238E27FC236}">
                    <a16:creationId xmlns:a16="http://schemas.microsoft.com/office/drawing/2014/main" id="{C990E41B-0B7A-4002-90C8-921BF93A7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3728"/>
                <a:ext cx="134" cy="131"/>
              </a:xfrm>
              <a:custGeom>
                <a:avLst/>
                <a:gdLst>
                  <a:gd name="T0" fmla="*/ 599 w 74"/>
                  <a:gd name="T1" fmla="*/ 457 h 68"/>
                  <a:gd name="T2" fmla="*/ 1655 w 74"/>
                  <a:gd name="T3" fmla="*/ 3073 h 68"/>
                  <a:gd name="T4" fmla="*/ 2519 w 74"/>
                  <a:gd name="T5" fmla="*/ 3466 h 68"/>
                  <a:gd name="T6" fmla="*/ 2470 w 74"/>
                  <a:gd name="T7" fmla="*/ 3466 h 68"/>
                  <a:gd name="T8" fmla="*/ 2430 w 74"/>
                  <a:gd name="T9" fmla="*/ 3466 h 68"/>
                  <a:gd name="T10" fmla="*/ 1391 w 74"/>
                  <a:gd name="T11" fmla="*/ 3125 h 68"/>
                  <a:gd name="T12" fmla="*/ 255 w 74"/>
                  <a:gd name="T13" fmla="*/ 657 h 68"/>
                  <a:gd name="T14" fmla="*/ 914 w 74"/>
                  <a:gd name="T15" fmla="*/ 0 h 68"/>
                  <a:gd name="T16" fmla="*/ 599 w 74"/>
                  <a:gd name="T17" fmla="*/ 457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68">
                    <a:moveTo>
                      <a:pt x="17" y="9"/>
                    </a:moveTo>
                    <a:cubicBezTo>
                      <a:pt x="10" y="25"/>
                      <a:pt x="22" y="49"/>
                      <a:pt x="47" y="60"/>
                    </a:cubicBezTo>
                    <a:cubicBezTo>
                      <a:pt x="55" y="64"/>
                      <a:pt x="63" y="67"/>
                      <a:pt x="71" y="68"/>
                    </a:cubicBezTo>
                    <a:cubicBezTo>
                      <a:pt x="72" y="68"/>
                      <a:pt x="74" y="68"/>
                      <a:pt x="70" y="68"/>
                    </a:cubicBezTo>
                    <a:cubicBezTo>
                      <a:pt x="70" y="68"/>
                      <a:pt x="69" y="68"/>
                      <a:pt x="69" y="68"/>
                    </a:cubicBezTo>
                    <a:cubicBezTo>
                      <a:pt x="60" y="68"/>
                      <a:pt x="50" y="66"/>
                      <a:pt x="39" y="61"/>
                    </a:cubicBezTo>
                    <a:cubicBezTo>
                      <a:pt x="15" y="50"/>
                      <a:pt x="0" y="28"/>
                      <a:pt x="7" y="13"/>
                    </a:cubicBezTo>
                    <a:cubicBezTo>
                      <a:pt x="10" y="6"/>
                      <a:pt x="17" y="1"/>
                      <a:pt x="26" y="0"/>
                    </a:cubicBezTo>
                    <a:cubicBezTo>
                      <a:pt x="22" y="2"/>
                      <a:pt x="19" y="5"/>
                      <a:pt x="17" y="9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8" name="Freeform 4000">
                <a:extLst>
                  <a:ext uri="{FF2B5EF4-FFF2-40B4-BE49-F238E27FC236}">
                    <a16:creationId xmlns:a16="http://schemas.microsoft.com/office/drawing/2014/main" id="{0BAB6DA3-C81C-49E6-8374-4A679FE99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3780"/>
                <a:ext cx="20" cy="23"/>
              </a:xfrm>
              <a:custGeom>
                <a:avLst/>
                <a:gdLst>
                  <a:gd name="T0" fmla="*/ 0 w 11"/>
                  <a:gd name="T1" fmla="*/ 309 h 12"/>
                  <a:gd name="T2" fmla="*/ 175 w 11"/>
                  <a:gd name="T3" fmla="*/ 592 h 12"/>
                  <a:gd name="T4" fmla="*/ 391 w 11"/>
                  <a:gd name="T5" fmla="*/ 309 h 12"/>
                  <a:gd name="T6" fmla="*/ 215 w 11"/>
                  <a:gd name="T7" fmla="*/ 0 h 12"/>
                  <a:gd name="T8" fmla="*/ 0 w 11"/>
                  <a:gd name="T9" fmla="*/ 30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cubicBezTo>
                      <a:pt x="0" y="9"/>
                      <a:pt x="2" y="12"/>
                      <a:pt x="5" y="12"/>
                    </a:cubicBezTo>
                    <a:cubicBezTo>
                      <a:pt x="9" y="12"/>
                      <a:pt x="11" y="10"/>
                      <a:pt x="11" y="6"/>
                    </a:cubicBezTo>
                    <a:cubicBezTo>
                      <a:pt x="11" y="3"/>
                      <a:pt x="9" y="1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9" name="Freeform 4001">
                <a:extLst>
                  <a:ext uri="{FF2B5EF4-FFF2-40B4-BE49-F238E27FC236}">
                    <a16:creationId xmlns:a16="http://schemas.microsoft.com/office/drawing/2014/main" id="{0AE43FFB-6FAB-4D2A-B290-44EDC87FC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3801"/>
                <a:ext cx="15" cy="16"/>
              </a:xfrm>
              <a:custGeom>
                <a:avLst/>
                <a:gdLst>
                  <a:gd name="T0" fmla="*/ 0 w 8"/>
                  <a:gd name="T1" fmla="*/ 256 h 8"/>
                  <a:gd name="T2" fmla="*/ 137 w 8"/>
                  <a:gd name="T3" fmla="*/ 512 h 8"/>
                  <a:gd name="T4" fmla="*/ 349 w 8"/>
                  <a:gd name="T5" fmla="*/ 256 h 8"/>
                  <a:gd name="T6" fmla="*/ 186 w 8"/>
                  <a:gd name="T7" fmla="*/ 0 h 8"/>
                  <a:gd name="T8" fmla="*/ 0 w 8"/>
                  <a:gd name="T9" fmla="*/ 25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6"/>
                      <a:pt x="1" y="8"/>
                      <a:pt x="3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0" name="Oval 4002">
                <a:extLst>
                  <a:ext uri="{FF2B5EF4-FFF2-40B4-BE49-F238E27FC236}">
                    <a16:creationId xmlns:a16="http://schemas.microsoft.com/office/drawing/2014/main" id="{6DBC198F-20D5-481F-9F1B-8E72C34AE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376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21" name="Freeform 4003">
                <a:extLst>
                  <a:ext uri="{FF2B5EF4-FFF2-40B4-BE49-F238E27FC236}">
                    <a16:creationId xmlns:a16="http://schemas.microsoft.com/office/drawing/2014/main" id="{0996C1B6-94D1-4E63-A7FF-8B8F94FD4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2966"/>
                <a:ext cx="90" cy="156"/>
              </a:xfrm>
              <a:custGeom>
                <a:avLst/>
                <a:gdLst>
                  <a:gd name="T0" fmla="*/ 684 w 50"/>
                  <a:gd name="T1" fmla="*/ 4129 h 81"/>
                  <a:gd name="T2" fmla="*/ 0 w 50"/>
                  <a:gd name="T3" fmla="*/ 3521 h 81"/>
                  <a:gd name="T4" fmla="*/ 511 w 50"/>
                  <a:gd name="T5" fmla="*/ 3809 h 81"/>
                  <a:gd name="T6" fmla="*/ 1562 w 50"/>
                  <a:gd name="T7" fmla="*/ 1265 h 81"/>
                  <a:gd name="T8" fmla="*/ 1458 w 50"/>
                  <a:gd name="T9" fmla="*/ 0 h 81"/>
                  <a:gd name="T10" fmla="*/ 1705 w 50"/>
                  <a:gd name="T11" fmla="*/ 1691 h 81"/>
                  <a:gd name="T12" fmla="*/ 684 w 50"/>
                  <a:gd name="T13" fmla="*/ 412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81">
                    <a:moveTo>
                      <a:pt x="20" y="81"/>
                    </a:moveTo>
                    <a:cubicBezTo>
                      <a:pt x="12" y="81"/>
                      <a:pt x="5" y="77"/>
                      <a:pt x="0" y="69"/>
                    </a:cubicBezTo>
                    <a:cubicBezTo>
                      <a:pt x="4" y="73"/>
                      <a:pt x="9" y="75"/>
                      <a:pt x="15" y="75"/>
                    </a:cubicBezTo>
                    <a:cubicBezTo>
                      <a:pt x="32" y="75"/>
                      <a:pt x="46" y="53"/>
                      <a:pt x="46" y="25"/>
                    </a:cubicBezTo>
                    <a:cubicBezTo>
                      <a:pt x="46" y="17"/>
                      <a:pt x="45" y="7"/>
                      <a:pt x="43" y="0"/>
                    </a:cubicBezTo>
                    <a:cubicBezTo>
                      <a:pt x="47" y="8"/>
                      <a:pt x="50" y="21"/>
                      <a:pt x="50" y="33"/>
                    </a:cubicBezTo>
                    <a:cubicBezTo>
                      <a:pt x="50" y="59"/>
                      <a:pt x="36" y="81"/>
                      <a:pt x="20" y="81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2" name="Freeform 4004">
                <a:extLst>
                  <a:ext uri="{FF2B5EF4-FFF2-40B4-BE49-F238E27FC236}">
                    <a16:creationId xmlns:a16="http://schemas.microsoft.com/office/drawing/2014/main" id="{D2B2D184-FA08-488A-827E-007CA1EFF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2931"/>
                <a:ext cx="91" cy="162"/>
              </a:xfrm>
              <a:custGeom>
                <a:avLst/>
                <a:gdLst>
                  <a:gd name="T0" fmla="*/ 1381 w 50"/>
                  <a:gd name="T1" fmla="*/ 372 h 84"/>
                  <a:gd name="T2" fmla="*/ 146 w 50"/>
                  <a:gd name="T3" fmla="*/ 2876 h 84"/>
                  <a:gd name="T4" fmla="*/ 266 w 50"/>
                  <a:gd name="T5" fmla="*/ 4110 h 84"/>
                  <a:gd name="T6" fmla="*/ 218 w 50"/>
                  <a:gd name="T7" fmla="*/ 4110 h 84"/>
                  <a:gd name="T8" fmla="*/ 218 w 50"/>
                  <a:gd name="T9" fmla="*/ 4054 h 84"/>
                  <a:gd name="T10" fmla="*/ 0 w 50"/>
                  <a:gd name="T11" fmla="*/ 2532 h 84"/>
                  <a:gd name="T12" fmla="*/ 1096 w 50"/>
                  <a:gd name="T13" fmla="*/ 0 h 84"/>
                  <a:gd name="T14" fmla="*/ 1822 w 50"/>
                  <a:gd name="T15" fmla="*/ 609 h 84"/>
                  <a:gd name="T16" fmla="*/ 1381 w 50"/>
                  <a:gd name="T17" fmla="*/ 372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84">
                    <a:moveTo>
                      <a:pt x="38" y="7"/>
                    </a:moveTo>
                    <a:cubicBezTo>
                      <a:pt x="21" y="7"/>
                      <a:pt x="4" y="29"/>
                      <a:pt x="4" y="56"/>
                    </a:cubicBezTo>
                    <a:cubicBezTo>
                      <a:pt x="4" y="64"/>
                      <a:pt x="5" y="73"/>
                      <a:pt x="7" y="80"/>
                    </a:cubicBezTo>
                    <a:cubicBezTo>
                      <a:pt x="7" y="82"/>
                      <a:pt x="8" y="84"/>
                      <a:pt x="6" y="80"/>
                    </a:cubicBezTo>
                    <a:cubicBezTo>
                      <a:pt x="6" y="80"/>
                      <a:pt x="6" y="79"/>
                      <a:pt x="6" y="79"/>
                    </a:cubicBezTo>
                    <a:cubicBezTo>
                      <a:pt x="2" y="71"/>
                      <a:pt x="0" y="60"/>
                      <a:pt x="0" y="49"/>
                    </a:cubicBezTo>
                    <a:cubicBezTo>
                      <a:pt x="0" y="22"/>
                      <a:pt x="13" y="0"/>
                      <a:pt x="30" y="0"/>
                    </a:cubicBezTo>
                    <a:cubicBezTo>
                      <a:pt x="38" y="0"/>
                      <a:pt x="45" y="5"/>
                      <a:pt x="50" y="12"/>
                    </a:cubicBezTo>
                    <a:cubicBezTo>
                      <a:pt x="47" y="9"/>
                      <a:pt x="42" y="7"/>
                      <a:pt x="38" y="7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3" name="Freeform 4005">
                <a:extLst>
                  <a:ext uri="{FF2B5EF4-FFF2-40B4-BE49-F238E27FC236}">
                    <a16:creationId xmlns:a16="http://schemas.microsoft.com/office/drawing/2014/main" id="{FC1C33DF-F136-4E5E-A136-2526EF2E0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5" y="2956"/>
                <a:ext cx="25" cy="25"/>
              </a:xfrm>
              <a:custGeom>
                <a:avLst/>
                <a:gdLst>
                  <a:gd name="T0" fmla="*/ 166 w 14"/>
                  <a:gd name="T1" fmla="*/ 56 h 13"/>
                  <a:gd name="T2" fmla="*/ 73 w 14"/>
                  <a:gd name="T3" fmla="*/ 448 h 13"/>
                  <a:gd name="T4" fmla="*/ 296 w 14"/>
                  <a:gd name="T5" fmla="*/ 602 h 13"/>
                  <a:gd name="T6" fmla="*/ 386 w 14"/>
                  <a:gd name="T7" fmla="*/ 208 h 13"/>
                  <a:gd name="T8" fmla="*/ 166 w 14"/>
                  <a:gd name="T9" fmla="*/ 5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"/>
                    </a:moveTo>
                    <a:cubicBezTo>
                      <a:pt x="2" y="2"/>
                      <a:pt x="0" y="6"/>
                      <a:pt x="2" y="9"/>
                    </a:cubicBezTo>
                    <a:cubicBezTo>
                      <a:pt x="3" y="12"/>
                      <a:pt x="6" y="13"/>
                      <a:pt x="9" y="12"/>
                    </a:cubicBezTo>
                    <a:cubicBezTo>
                      <a:pt x="12" y="11"/>
                      <a:pt x="14" y="7"/>
                      <a:pt x="12" y="4"/>
                    </a:cubicBezTo>
                    <a:cubicBezTo>
                      <a:pt x="11" y="1"/>
                      <a:pt x="8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4" name="Freeform 4006">
                <a:extLst>
                  <a:ext uri="{FF2B5EF4-FFF2-40B4-BE49-F238E27FC236}">
                    <a16:creationId xmlns:a16="http://schemas.microsoft.com/office/drawing/2014/main" id="{1579FA1F-EC94-4CE2-9136-398AFD788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981"/>
                <a:ext cx="16" cy="17"/>
              </a:xfrm>
              <a:custGeom>
                <a:avLst/>
                <a:gdLst>
                  <a:gd name="T0" fmla="*/ 89 w 9"/>
                  <a:gd name="T1" fmla="*/ 53 h 9"/>
                  <a:gd name="T2" fmla="*/ 37 w 9"/>
                  <a:gd name="T3" fmla="*/ 272 h 9"/>
                  <a:gd name="T4" fmla="*/ 203 w 9"/>
                  <a:gd name="T5" fmla="*/ 357 h 9"/>
                  <a:gd name="T6" fmla="*/ 247 w 9"/>
                  <a:gd name="T7" fmla="*/ 144 h 9"/>
                  <a:gd name="T8" fmla="*/ 89 w 9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2" y="8"/>
                      <a:pt x="4" y="9"/>
                      <a:pt x="6" y="8"/>
                    </a:cubicBezTo>
                    <a:cubicBezTo>
                      <a:pt x="8" y="7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5" name="Freeform 4007">
                <a:extLst>
                  <a:ext uri="{FF2B5EF4-FFF2-40B4-BE49-F238E27FC236}">
                    <a16:creationId xmlns:a16="http://schemas.microsoft.com/office/drawing/2014/main" id="{E4FAD3ED-C65A-42F9-81B8-478C5D1D2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7" y="2948"/>
                <a:ext cx="11" cy="12"/>
              </a:xfrm>
              <a:custGeom>
                <a:avLst/>
                <a:gdLst>
                  <a:gd name="T0" fmla="*/ 81 w 6"/>
                  <a:gd name="T1" fmla="*/ 0 h 6"/>
                  <a:gd name="T2" fmla="*/ 44 w 6"/>
                  <a:gd name="T3" fmla="*/ 256 h 6"/>
                  <a:gd name="T4" fmla="*/ 149 w 6"/>
                  <a:gd name="T5" fmla="*/ 320 h 6"/>
                  <a:gd name="T6" fmla="*/ 193 w 6"/>
                  <a:gd name="T7" fmla="*/ 128 h 6"/>
                  <a:gd name="T8" fmla="*/ 81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1" y="5"/>
                      <a:pt x="3" y="6"/>
                      <a:pt x="4" y="5"/>
                    </a:cubicBezTo>
                    <a:cubicBezTo>
                      <a:pt x="5" y="5"/>
                      <a:pt x="6" y="3"/>
                      <a:pt x="5" y="2"/>
                    </a:cubicBezTo>
                    <a:cubicBezTo>
                      <a:pt x="5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6" name="Freeform 4008">
                <a:extLst>
                  <a:ext uri="{FF2B5EF4-FFF2-40B4-BE49-F238E27FC236}">
                    <a16:creationId xmlns:a16="http://schemas.microsoft.com/office/drawing/2014/main" id="{BF812C07-DBC2-4AF6-876A-9935A296A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1" y="3298"/>
                <a:ext cx="25" cy="27"/>
              </a:xfrm>
              <a:custGeom>
                <a:avLst/>
                <a:gdLst>
                  <a:gd name="T0" fmla="*/ 166 w 14"/>
                  <a:gd name="T1" fmla="*/ 108 h 14"/>
                  <a:gd name="T2" fmla="*/ 73 w 14"/>
                  <a:gd name="T3" fmla="*/ 509 h 14"/>
                  <a:gd name="T4" fmla="*/ 325 w 14"/>
                  <a:gd name="T5" fmla="*/ 609 h 14"/>
                  <a:gd name="T6" fmla="*/ 386 w 14"/>
                  <a:gd name="T7" fmla="*/ 264 h 14"/>
                  <a:gd name="T8" fmla="*/ 166 w 14"/>
                  <a:gd name="T9" fmla="*/ 10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2"/>
                    </a:moveTo>
                    <a:cubicBezTo>
                      <a:pt x="2" y="3"/>
                      <a:pt x="0" y="7"/>
                      <a:pt x="2" y="10"/>
                    </a:cubicBezTo>
                    <a:cubicBezTo>
                      <a:pt x="3" y="13"/>
                      <a:pt x="7" y="14"/>
                      <a:pt x="10" y="12"/>
                    </a:cubicBezTo>
                    <a:cubicBezTo>
                      <a:pt x="12" y="11"/>
                      <a:pt x="14" y="7"/>
                      <a:pt x="12" y="5"/>
                    </a:cubicBezTo>
                    <a:cubicBezTo>
                      <a:pt x="11" y="2"/>
                      <a:pt x="7" y="0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7" name="Freeform 4009">
                <a:extLst>
                  <a:ext uri="{FF2B5EF4-FFF2-40B4-BE49-F238E27FC236}">
                    <a16:creationId xmlns:a16="http://schemas.microsoft.com/office/drawing/2014/main" id="{5E65A3DC-1BD5-4D58-9C79-7B67A3556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3325"/>
                <a:ext cx="18" cy="17"/>
              </a:xfrm>
              <a:custGeom>
                <a:avLst/>
                <a:gdLst>
                  <a:gd name="T0" fmla="*/ 94 w 10"/>
                  <a:gd name="T1" fmla="*/ 53 h 9"/>
                  <a:gd name="T2" fmla="*/ 41 w 10"/>
                  <a:gd name="T3" fmla="*/ 272 h 9"/>
                  <a:gd name="T4" fmla="*/ 239 w 10"/>
                  <a:gd name="T5" fmla="*/ 357 h 9"/>
                  <a:gd name="T6" fmla="*/ 304 w 10"/>
                  <a:gd name="T7" fmla="*/ 144 h 9"/>
                  <a:gd name="T8" fmla="*/ 94 w 10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3" y="1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2" y="8"/>
                      <a:pt x="5" y="9"/>
                      <a:pt x="7" y="8"/>
                    </a:cubicBezTo>
                    <a:cubicBezTo>
                      <a:pt x="9" y="7"/>
                      <a:pt x="10" y="5"/>
                      <a:pt x="9" y="3"/>
                    </a:cubicBezTo>
                    <a:cubicBezTo>
                      <a:pt x="8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8" name="Freeform 4010">
                <a:extLst>
                  <a:ext uri="{FF2B5EF4-FFF2-40B4-BE49-F238E27FC236}">
                    <a16:creationId xmlns:a16="http://schemas.microsoft.com/office/drawing/2014/main" id="{058181BB-A1AF-44C0-861F-A02923B03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3" y="3290"/>
                <a:ext cx="10" cy="11"/>
              </a:xfrm>
              <a:custGeom>
                <a:avLst/>
                <a:gdLst>
                  <a:gd name="T0" fmla="*/ 37 w 6"/>
                  <a:gd name="T1" fmla="*/ 44 h 6"/>
                  <a:gd name="T2" fmla="*/ 0 w 6"/>
                  <a:gd name="T3" fmla="*/ 149 h 6"/>
                  <a:gd name="T4" fmla="*/ 92 w 6"/>
                  <a:gd name="T5" fmla="*/ 193 h 6"/>
                  <a:gd name="T6" fmla="*/ 103 w 6"/>
                  <a:gd name="T7" fmla="*/ 81 h 6"/>
                  <a:gd name="T8" fmla="*/ 37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6"/>
                      <a:pt x="4" y="5"/>
                    </a:cubicBezTo>
                    <a:cubicBezTo>
                      <a:pt x="5" y="5"/>
                      <a:pt x="6" y="3"/>
                      <a:pt x="5" y="2"/>
                    </a:cubicBezTo>
                    <a:cubicBezTo>
                      <a:pt x="4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9" name="Freeform 4011">
                <a:extLst>
                  <a:ext uri="{FF2B5EF4-FFF2-40B4-BE49-F238E27FC236}">
                    <a16:creationId xmlns:a16="http://schemas.microsoft.com/office/drawing/2014/main" id="{AB14108B-E063-4BD0-B9DF-4AC07F840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3549"/>
                <a:ext cx="145" cy="152"/>
              </a:xfrm>
              <a:custGeom>
                <a:avLst/>
                <a:gdLst>
                  <a:gd name="T0" fmla="*/ 2483 w 80"/>
                  <a:gd name="T1" fmla="*/ 0 h 79"/>
                  <a:gd name="T2" fmla="*/ 1803 w 80"/>
                  <a:gd name="T3" fmla="*/ 2536 h 79"/>
                  <a:gd name="T4" fmla="*/ 0 w 80"/>
                  <a:gd name="T5" fmla="*/ 3398 h 79"/>
                  <a:gd name="T6" fmla="*/ 0 w 80"/>
                  <a:gd name="T7" fmla="*/ 3398 h 79"/>
                  <a:gd name="T8" fmla="*/ 1921 w 80"/>
                  <a:gd name="T9" fmla="*/ 2684 h 79"/>
                  <a:gd name="T10" fmla="*/ 2483 w 80"/>
                  <a:gd name="T11" fmla="*/ 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79">
                    <a:moveTo>
                      <a:pt x="70" y="0"/>
                    </a:moveTo>
                    <a:cubicBezTo>
                      <a:pt x="74" y="14"/>
                      <a:pt x="66" y="34"/>
                      <a:pt x="51" y="50"/>
                    </a:cubicBezTo>
                    <a:cubicBezTo>
                      <a:pt x="34" y="66"/>
                      <a:pt x="13" y="73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2" y="79"/>
                      <a:pt x="36" y="72"/>
                      <a:pt x="54" y="53"/>
                    </a:cubicBezTo>
                    <a:cubicBezTo>
                      <a:pt x="72" y="35"/>
                      <a:pt x="80" y="12"/>
                      <a:pt x="70" y="0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0" name="Freeform 4012">
                <a:extLst>
                  <a:ext uri="{FF2B5EF4-FFF2-40B4-BE49-F238E27FC236}">
                    <a16:creationId xmlns:a16="http://schemas.microsoft.com/office/drawing/2014/main" id="{3C259AF1-25D1-417C-ABEF-5AFBEEC6E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3521"/>
                <a:ext cx="152" cy="159"/>
              </a:xfrm>
              <a:custGeom>
                <a:avLst/>
                <a:gdLst>
                  <a:gd name="T0" fmla="*/ 1084 w 84"/>
                  <a:gd name="T1" fmla="*/ 1582 h 82"/>
                  <a:gd name="T2" fmla="*/ 2848 w 84"/>
                  <a:gd name="T3" fmla="*/ 636 h 82"/>
                  <a:gd name="T4" fmla="*/ 2848 w 84"/>
                  <a:gd name="T5" fmla="*/ 636 h 82"/>
                  <a:gd name="T6" fmla="*/ 914 w 84"/>
                  <a:gd name="T7" fmla="*/ 1373 h 82"/>
                  <a:gd name="T8" fmla="*/ 425 w 84"/>
                  <a:gd name="T9" fmla="*/ 4353 h 82"/>
                  <a:gd name="T10" fmla="*/ 425 w 84"/>
                  <a:gd name="T11" fmla="*/ 4353 h 82"/>
                  <a:gd name="T12" fmla="*/ 1084 w 84"/>
                  <a:gd name="T13" fmla="*/ 1582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82">
                    <a:moveTo>
                      <a:pt x="31" y="30"/>
                    </a:moveTo>
                    <a:cubicBezTo>
                      <a:pt x="46" y="15"/>
                      <a:pt x="69" y="7"/>
                      <a:pt x="81" y="12"/>
                    </a:cubicBezTo>
                    <a:cubicBezTo>
                      <a:pt x="84" y="14"/>
                      <a:pt x="84" y="15"/>
                      <a:pt x="81" y="12"/>
                    </a:cubicBezTo>
                    <a:cubicBezTo>
                      <a:pt x="70" y="0"/>
                      <a:pt x="46" y="7"/>
                      <a:pt x="26" y="26"/>
                    </a:cubicBezTo>
                    <a:cubicBezTo>
                      <a:pt x="7" y="45"/>
                      <a:pt x="0" y="70"/>
                      <a:pt x="12" y="82"/>
                    </a:cubicBezTo>
                    <a:cubicBezTo>
                      <a:pt x="13" y="82"/>
                      <a:pt x="12" y="81"/>
                      <a:pt x="12" y="82"/>
                    </a:cubicBezTo>
                    <a:cubicBezTo>
                      <a:pt x="5" y="63"/>
                      <a:pt x="16" y="45"/>
                      <a:pt x="31" y="30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1" name="Freeform 4013">
                <a:extLst>
                  <a:ext uri="{FF2B5EF4-FFF2-40B4-BE49-F238E27FC236}">
                    <a16:creationId xmlns:a16="http://schemas.microsoft.com/office/drawing/2014/main" id="{AA47B96A-CB9E-4218-9E4E-621B42F59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3593"/>
                <a:ext cx="24" cy="27"/>
              </a:xfrm>
              <a:custGeom>
                <a:avLst/>
                <a:gdLst>
                  <a:gd name="T0" fmla="*/ 150 w 13"/>
                  <a:gd name="T1" fmla="*/ 108 h 14"/>
                  <a:gd name="T2" fmla="*/ 44 w 13"/>
                  <a:gd name="T3" fmla="*/ 457 h 14"/>
                  <a:gd name="T4" fmla="*/ 358 w 13"/>
                  <a:gd name="T5" fmla="*/ 609 h 14"/>
                  <a:gd name="T6" fmla="*/ 476 w 13"/>
                  <a:gd name="T7" fmla="*/ 208 h 14"/>
                  <a:gd name="T8" fmla="*/ 150 w 13"/>
                  <a:gd name="T9" fmla="*/ 10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4" y="2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3" y="12"/>
                      <a:pt x="6" y="14"/>
                      <a:pt x="9" y="12"/>
                    </a:cubicBezTo>
                    <a:cubicBezTo>
                      <a:pt x="12" y="11"/>
                      <a:pt x="13" y="7"/>
                      <a:pt x="12" y="4"/>
                    </a:cubicBezTo>
                    <a:cubicBezTo>
                      <a:pt x="10" y="2"/>
                      <a:pt x="7" y="0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2" name="Freeform 4014">
                <a:extLst>
                  <a:ext uri="{FF2B5EF4-FFF2-40B4-BE49-F238E27FC236}">
                    <a16:creationId xmlns:a16="http://schemas.microsoft.com/office/drawing/2014/main" id="{6F0BCF27-DC9F-4BFB-8439-D1B735AD9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3618"/>
                <a:ext cx="16" cy="19"/>
              </a:xfrm>
              <a:custGeom>
                <a:avLst/>
                <a:gdLst>
                  <a:gd name="T0" fmla="*/ 89 w 9"/>
                  <a:gd name="T1" fmla="*/ 55 h 10"/>
                  <a:gd name="T2" fmla="*/ 37 w 9"/>
                  <a:gd name="T3" fmla="*/ 329 h 10"/>
                  <a:gd name="T4" fmla="*/ 203 w 9"/>
                  <a:gd name="T5" fmla="*/ 418 h 10"/>
                  <a:gd name="T6" fmla="*/ 247 w 9"/>
                  <a:gd name="T7" fmla="*/ 144 h 10"/>
                  <a:gd name="T8" fmla="*/ 89 w 9"/>
                  <a:gd name="T9" fmla="*/ 5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3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2" y="9"/>
                      <a:pt x="4" y="10"/>
                      <a:pt x="6" y="9"/>
                    </a:cubicBezTo>
                    <a:cubicBezTo>
                      <a:pt x="8" y="8"/>
                      <a:pt x="9" y="5"/>
                      <a:pt x="8" y="3"/>
                    </a:cubicBezTo>
                    <a:cubicBezTo>
                      <a:pt x="7" y="1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3" name="Freeform 4015">
                <a:extLst>
                  <a:ext uri="{FF2B5EF4-FFF2-40B4-BE49-F238E27FC236}">
                    <a16:creationId xmlns:a16="http://schemas.microsoft.com/office/drawing/2014/main" id="{44781EBF-AD96-42BA-B3E8-9A9055392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3585"/>
                <a:ext cx="11" cy="12"/>
              </a:xfrm>
              <a:custGeom>
                <a:avLst/>
                <a:gdLst>
                  <a:gd name="T0" fmla="*/ 81 w 6"/>
                  <a:gd name="T1" fmla="*/ 0 h 6"/>
                  <a:gd name="T2" fmla="*/ 44 w 6"/>
                  <a:gd name="T3" fmla="*/ 256 h 6"/>
                  <a:gd name="T4" fmla="*/ 149 w 6"/>
                  <a:gd name="T5" fmla="*/ 320 h 6"/>
                  <a:gd name="T6" fmla="*/ 229 w 6"/>
                  <a:gd name="T7" fmla="*/ 128 h 6"/>
                  <a:gd name="T8" fmla="*/ 81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1" y="5"/>
                      <a:pt x="3" y="6"/>
                      <a:pt x="4" y="5"/>
                    </a:cubicBezTo>
                    <a:cubicBezTo>
                      <a:pt x="6" y="5"/>
                      <a:pt x="6" y="3"/>
                      <a:pt x="6" y="2"/>
                    </a:cubicBezTo>
                    <a:cubicBezTo>
                      <a:pt x="5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4" name="Freeform 4016">
                <a:extLst>
                  <a:ext uri="{FF2B5EF4-FFF2-40B4-BE49-F238E27FC236}">
                    <a16:creationId xmlns:a16="http://schemas.microsoft.com/office/drawing/2014/main" id="{119F8DF5-49A4-40CC-A11A-F8DD2D959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3765"/>
                <a:ext cx="172" cy="102"/>
              </a:xfrm>
              <a:custGeom>
                <a:avLst/>
                <a:gdLst>
                  <a:gd name="T0" fmla="*/ 3170 w 95"/>
                  <a:gd name="T1" fmla="*/ 0 h 53"/>
                  <a:gd name="T2" fmla="*/ 1897 w 95"/>
                  <a:gd name="T3" fmla="*/ 1919 h 53"/>
                  <a:gd name="T4" fmla="*/ 0 w 95"/>
                  <a:gd name="T5" fmla="*/ 1767 h 53"/>
                  <a:gd name="T6" fmla="*/ 0 w 95"/>
                  <a:gd name="T7" fmla="*/ 1826 h 53"/>
                  <a:gd name="T8" fmla="*/ 1964 w 95"/>
                  <a:gd name="T9" fmla="*/ 2196 h 53"/>
                  <a:gd name="T10" fmla="*/ 3170 w 95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53">
                    <a:moveTo>
                      <a:pt x="90" y="0"/>
                    </a:moveTo>
                    <a:cubicBezTo>
                      <a:pt x="89" y="14"/>
                      <a:pt x="74" y="30"/>
                      <a:pt x="54" y="38"/>
                    </a:cubicBezTo>
                    <a:cubicBezTo>
                      <a:pt x="32" y="47"/>
                      <a:pt x="10" y="46"/>
                      <a:pt x="0" y="35"/>
                    </a:cubicBezTo>
                    <a:cubicBezTo>
                      <a:pt x="0" y="35"/>
                      <a:pt x="0" y="35"/>
                      <a:pt x="0" y="36"/>
                    </a:cubicBezTo>
                    <a:cubicBezTo>
                      <a:pt x="6" y="51"/>
                      <a:pt x="31" y="53"/>
                      <a:pt x="56" y="43"/>
                    </a:cubicBezTo>
                    <a:cubicBezTo>
                      <a:pt x="79" y="34"/>
                      <a:pt x="95" y="15"/>
                      <a:pt x="90" y="0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5" name="Freeform 4017">
                <a:extLst>
                  <a:ext uri="{FF2B5EF4-FFF2-40B4-BE49-F238E27FC236}">
                    <a16:creationId xmlns:a16="http://schemas.microsoft.com/office/drawing/2014/main" id="{C809AD90-C0CD-4889-9910-B7D33EF90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3724"/>
                <a:ext cx="178" cy="110"/>
              </a:xfrm>
              <a:custGeom>
                <a:avLst/>
                <a:gdLst>
                  <a:gd name="T0" fmla="*/ 1548 w 98"/>
                  <a:gd name="T1" fmla="*/ 834 h 57"/>
                  <a:gd name="T2" fmla="*/ 3440 w 98"/>
                  <a:gd name="T3" fmla="*/ 982 h 57"/>
                  <a:gd name="T4" fmla="*/ 3480 w 98"/>
                  <a:gd name="T5" fmla="*/ 982 h 57"/>
                  <a:gd name="T6" fmla="*/ 1455 w 98"/>
                  <a:gd name="T7" fmla="*/ 509 h 57"/>
                  <a:gd name="T8" fmla="*/ 214 w 98"/>
                  <a:gd name="T9" fmla="*/ 2883 h 57"/>
                  <a:gd name="T10" fmla="*/ 214 w 98"/>
                  <a:gd name="T11" fmla="*/ 2883 h 57"/>
                  <a:gd name="T12" fmla="*/ 1548 w 98"/>
                  <a:gd name="T13" fmla="*/ 834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57">
                    <a:moveTo>
                      <a:pt x="43" y="16"/>
                    </a:moveTo>
                    <a:cubicBezTo>
                      <a:pt x="63" y="8"/>
                      <a:pt x="87" y="9"/>
                      <a:pt x="96" y="19"/>
                    </a:cubicBezTo>
                    <a:cubicBezTo>
                      <a:pt x="98" y="21"/>
                      <a:pt x="98" y="22"/>
                      <a:pt x="97" y="19"/>
                    </a:cubicBezTo>
                    <a:cubicBezTo>
                      <a:pt x="90" y="3"/>
                      <a:pt x="66" y="0"/>
                      <a:pt x="41" y="10"/>
                    </a:cubicBezTo>
                    <a:cubicBezTo>
                      <a:pt x="16" y="21"/>
                      <a:pt x="0" y="41"/>
                      <a:pt x="6" y="56"/>
                    </a:cubicBezTo>
                    <a:cubicBezTo>
                      <a:pt x="6" y="57"/>
                      <a:pt x="6" y="56"/>
                      <a:pt x="6" y="56"/>
                    </a:cubicBezTo>
                    <a:cubicBezTo>
                      <a:pt x="7" y="36"/>
                      <a:pt x="23" y="25"/>
                      <a:pt x="43" y="16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6" name="Freeform 4018">
                <a:extLst>
                  <a:ext uri="{FF2B5EF4-FFF2-40B4-BE49-F238E27FC236}">
                    <a16:creationId xmlns:a16="http://schemas.microsoft.com/office/drawing/2014/main" id="{9DFE2399-2BB5-4628-975B-12B7455EC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3772"/>
                <a:ext cx="24" cy="27"/>
              </a:xfrm>
              <a:custGeom>
                <a:avLst/>
                <a:gdLst>
                  <a:gd name="T0" fmla="*/ 358 w 13"/>
                  <a:gd name="T1" fmla="*/ 108 h 14"/>
                  <a:gd name="T2" fmla="*/ 44 w 13"/>
                  <a:gd name="T3" fmla="*/ 264 h 14"/>
                  <a:gd name="T4" fmla="*/ 150 w 13"/>
                  <a:gd name="T5" fmla="*/ 609 h 14"/>
                  <a:gd name="T6" fmla="*/ 476 w 13"/>
                  <a:gd name="T7" fmla="*/ 457 h 14"/>
                  <a:gd name="T8" fmla="*/ 358 w 13"/>
                  <a:gd name="T9" fmla="*/ 10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9" y="2"/>
                    </a:moveTo>
                    <a:cubicBezTo>
                      <a:pt x="6" y="0"/>
                      <a:pt x="2" y="2"/>
                      <a:pt x="1" y="5"/>
                    </a:cubicBezTo>
                    <a:cubicBezTo>
                      <a:pt x="0" y="8"/>
                      <a:pt x="1" y="11"/>
                      <a:pt x="4" y="12"/>
                    </a:cubicBezTo>
                    <a:cubicBezTo>
                      <a:pt x="7" y="14"/>
                      <a:pt x="11" y="12"/>
                      <a:pt x="12" y="9"/>
                    </a:cubicBezTo>
                    <a:cubicBezTo>
                      <a:pt x="13" y="6"/>
                      <a:pt x="12" y="3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7" name="Freeform 4019">
                <a:extLst>
                  <a:ext uri="{FF2B5EF4-FFF2-40B4-BE49-F238E27FC236}">
                    <a16:creationId xmlns:a16="http://schemas.microsoft.com/office/drawing/2014/main" id="{88893E47-7692-46CA-BFC2-FD8FC9FC8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3759"/>
                <a:ext cx="16" cy="19"/>
              </a:xfrm>
              <a:custGeom>
                <a:avLst/>
                <a:gdLst>
                  <a:gd name="T0" fmla="*/ 203 w 9"/>
                  <a:gd name="T1" fmla="*/ 55 h 10"/>
                  <a:gd name="T2" fmla="*/ 0 w 9"/>
                  <a:gd name="T3" fmla="*/ 144 h 10"/>
                  <a:gd name="T4" fmla="*/ 89 w 9"/>
                  <a:gd name="T5" fmla="*/ 418 h 10"/>
                  <a:gd name="T6" fmla="*/ 247 w 9"/>
                  <a:gd name="T7" fmla="*/ 329 h 10"/>
                  <a:gd name="T8" fmla="*/ 203 w 9"/>
                  <a:gd name="T9" fmla="*/ 5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6" y="1"/>
                    </a:moveTo>
                    <a:cubicBezTo>
                      <a:pt x="4" y="0"/>
                      <a:pt x="1" y="1"/>
                      <a:pt x="0" y="3"/>
                    </a:cubicBezTo>
                    <a:cubicBezTo>
                      <a:pt x="0" y="6"/>
                      <a:pt x="1" y="8"/>
                      <a:pt x="3" y="9"/>
                    </a:cubicBezTo>
                    <a:cubicBezTo>
                      <a:pt x="5" y="10"/>
                      <a:pt x="7" y="9"/>
                      <a:pt x="8" y="7"/>
                    </a:cubicBezTo>
                    <a:cubicBezTo>
                      <a:pt x="9" y="4"/>
                      <a:pt x="8" y="2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8" name="Freeform 4020">
                <a:extLst>
                  <a:ext uri="{FF2B5EF4-FFF2-40B4-BE49-F238E27FC236}">
                    <a16:creationId xmlns:a16="http://schemas.microsoft.com/office/drawing/2014/main" id="{2DA58ABE-97C2-47AE-8E8F-15FFC6D33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3796"/>
                <a:ext cx="11" cy="11"/>
              </a:xfrm>
              <a:custGeom>
                <a:avLst/>
                <a:gdLst>
                  <a:gd name="T0" fmla="*/ 193 w 6"/>
                  <a:gd name="T1" fmla="*/ 44 h 6"/>
                  <a:gd name="T2" fmla="*/ 44 w 6"/>
                  <a:gd name="T3" fmla="*/ 44 h 6"/>
                  <a:gd name="T4" fmla="*/ 44 w 6"/>
                  <a:gd name="T5" fmla="*/ 193 h 6"/>
                  <a:gd name="T6" fmla="*/ 193 w 6"/>
                  <a:gd name="T7" fmla="*/ 193 h 6"/>
                  <a:gd name="T8" fmla="*/ 193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1"/>
                    </a:moveTo>
                    <a:cubicBezTo>
                      <a:pt x="4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2" y="6"/>
                      <a:pt x="4" y="6"/>
                      <a:pt x="5" y="5"/>
                    </a:cubicBezTo>
                    <a:cubicBezTo>
                      <a:pt x="6" y="4"/>
                      <a:pt x="6" y="2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9" name="Freeform 4021">
                <a:extLst>
                  <a:ext uri="{FF2B5EF4-FFF2-40B4-BE49-F238E27FC236}">
                    <a16:creationId xmlns:a16="http://schemas.microsoft.com/office/drawing/2014/main" id="{20781B93-8842-46C4-989D-B503F742A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" y="2734"/>
                <a:ext cx="114" cy="66"/>
              </a:xfrm>
              <a:custGeom>
                <a:avLst/>
                <a:gdLst>
                  <a:gd name="T0" fmla="*/ 2079 w 63"/>
                  <a:gd name="T1" fmla="*/ 0 h 34"/>
                  <a:gd name="T2" fmla="*/ 2209 w 63"/>
                  <a:gd name="T3" fmla="*/ 584 h 34"/>
                  <a:gd name="T4" fmla="*/ 0 w 63"/>
                  <a:gd name="T5" fmla="*/ 1813 h 34"/>
                  <a:gd name="T6" fmla="*/ 1998 w 63"/>
                  <a:gd name="T7" fmla="*/ 468 h 34"/>
                  <a:gd name="T8" fmla="*/ 2079 w 63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34">
                    <a:moveTo>
                      <a:pt x="59" y="0"/>
                    </a:moveTo>
                    <a:cubicBezTo>
                      <a:pt x="60" y="4"/>
                      <a:pt x="63" y="11"/>
                      <a:pt x="63" y="11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55" y="13"/>
                      <a:pt x="57" y="9"/>
                    </a:cubicBezTo>
                    <a:cubicBezTo>
                      <a:pt x="58" y="5"/>
                      <a:pt x="59" y="1"/>
                      <a:pt x="59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0" name="Freeform 4022">
                <a:extLst>
                  <a:ext uri="{FF2B5EF4-FFF2-40B4-BE49-F238E27FC236}">
                    <a16:creationId xmlns:a16="http://schemas.microsoft.com/office/drawing/2014/main" id="{6EB774C6-C6D6-4D25-A7E4-90F8E89A3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3014"/>
                <a:ext cx="127" cy="23"/>
              </a:xfrm>
              <a:custGeom>
                <a:avLst/>
                <a:gdLst>
                  <a:gd name="T0" fmla="*/ 2491 w 70"/>
                  <a:gd name="T1" fmla="*/ 0 h 12"/>
                  <a:gd name="T2" fmla="*/ 2491 w 70"/>
                  <a:gd name="T3" fmla="*/ 592 h 12"/>
                  <a:gd name="T4" fmla="*/ 0 w 70"/>
                  <a:gd name="T5" fmla="*/ 592 h 12"/>
                  <a:gd name="T6" fmla="*/ 2317 w 70"/>
                  <a:gd name="T7" fmla="*/ 337 h 12"/>
                  <a:gd name="T8" fmla="*/ 2491 w 7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2">
                    <a:moveTo>
                      <a:pt x="70" y="0"/>
                    </a:moveTo>
                    <a:cubicBezTo>
                      <a:pt x="70" y="4"/>
                      <a:pt x="70" y="11"/>
                      <a:pt x="7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61" y="10"/>
                      <a:pt x="65" y="7"/>
                    </a:cubicBezTo>
                    <a:cubicBezTo>
                      <a:pt x="68" y="4"/>
                      <a:pt x="70" y="0"/>
                      <a:pt x="70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1" name="Freeform 4023">
                <a:extLst>
                  <a:ext uri="{FF2B5EF4-FFF2-40B4-BE49-F238E27FC236}">
                    <a16:creationId xmlns:a16="http://schemas.microsoft.com/office/drawing/2014/main" id="{B5BE7D33-E923-479C-B20B-010873EF4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3016"/>
                <a:ext cx="133" cy="23"/>
              </a:xfrm>
              <a:custGeom>
                <a:avLst/>
                <a:gdLst>
                  <a:gd name="T0" fmla="*/ 0 w 73"/>
                  <a:gd name="T1" fmla="*/ 0 h 12"/>
                  <a:gd name="T2" fmla="*/ 0 w 73"/>
                  <a:gd name="T3" fmla="*/ 592 h 12"/>
                  <a:gd name="T4" fmla="*/ 2665 w 73"/>
                  <a:gd name="T5" fmla="*/ 485 h 12"/>
                  <a:gd name="T6" fmla="*/ 219 w 73"/>
                  <a:gd name="T7" fmla="*/ 337 h 12"/>
                  <a:gd name="T8" fmla="*/ 0 w 7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12">
                    <a:moveTo>
                      <a:pt x="0" y="0"/>
                    </a:moveTo>
                    <a:cubicBezTo>
                      <a:pt x="1" y="4"/>
                      <a:pt x="1" y="11"/>
                      <a:pt x="0" y="12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10"/>
                      <a:pt x="9" y="11"/>
                      <a:pt x="6" y="7"/>
                    </a:cubicBezTo>
                    <a:cubicBezTo>
                      <a:pt x="3" y="4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2" name="Freeform 4024">
                <a:extLst>
                  <a:ext uri="{FF2B5EF4-FFF2-40B4-BE49-F238E27FC236}">
                    <a16:creationId xmlns:a16="http://schemas.microsoft.com/office/drawing/2014/main" id="{AAD6CAAC-5A3A-4C3A-9EEC-DB476275B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3263"/>
                <a:ext cx="116" cy="54"/>
              </a:xfrm>
              <a:custGeom>
                <a:avLst/>
                <a:gdLst>
                  <a:gd name="T0" fmla="*/ 0 w 64"/>
                  <a:gd name="T1" fmla="*/ 881 h 28"/>
                  <a:gd name="T2" fmla="*/ 145 w 64"/>
                  <a:gd name="T3" fmla="*/ 1443 h 28"/>
                  <a:gd name="T4" fmla="*/ 2269 w 64"/>
                  <a:gd name="T5" fmla="*/ 0 h 28"/>
                  <a:gd name="T6" fmla="*/ 292 w 64"/>
                  <a:gd name="T7" fmla="*/ 1090 h 28"/>
                  <a:gd name="T8" fmla="*/ 0 w 64"/>
                  <a:gd name="T9" fmla="*/ 88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28">
                    <a:moveTo>
                      <a:pt x="0" y="17"/>
                    </a:moveTo>
                    <a:cubicBezTo>
                      <a:pt x="2" y="20"/>
                      <a:pt x="4" y="27"/>
                      <a:pt x="4" y="28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12" y="23"/>
                      <a:pt x="8" y="21"/>
                    </a:cubicBezTo>
                    <a:cubicBezTo>
                      <a:pt x="3" y="20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3" name="Freeform 4025">
                <a:extLst>
                  <a:ext uri="{FF2B5EF4-FFF2-40B4-BE49-F238E27FC236}">
                    <a16:creationId xmlns:a16="http://schemas.microsoft.com/office/drawing/2014/main" id="{1A5E53BB-2F90-474D-8EA1-4A3B64D16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493"/>
                <a:ext cx="80" cy="75"/>
              </a:xfrm>
              <a:custGeom>
                <a:avLst/>
                <a:gdLst>
                  <a:gd name="T0" fmla="*/ 0 w 44"/>
                  <a:gd name="T1" fmla="*/ 1571 h 39"/>
                  <a:gd name="T2" fmla="*/ 295 w 44"/>
                  <a:gd name="T3" fmla="*/ 1971 h 39"/>
                  <a:gd name="T4" fmla="*/ 1587 w 44"/>
                  <a:gd name="T5" fmla="*/ 0 h 39"/>
                  <a:gd name="T6" fmla="*/ 318 w 44"/>
                  <a:gd name="T7" fmla="*/ 1627 h 39"/>
                  <a:gd name="T8" fmla="*/ 0 w 44"/>
                  <a:gd name="T9" fmla="*/ 157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9">
                    <a:moveTo>
                      <a:pt x="0" y="31"/>
                    </a:moveTo>
                    <a:cubicBezTo>
                      <a:pt x="3" y="33"/>
                      <a:pt x="8" y="38"/>
                      <a:pt x="8" y="39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13" y="32"/>
                      <a:pt x="9" y="32"/>
                    </a:cubicBezTo>
                    <a:cubicBezTo>
                      <a:pt x="4" y="32"/>
                      <a:pt x="1" y="31"/>
                      <a:pt x="0" y="31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4" name="Freeform 4026">
                <a:extLst>
                  <a:ext uri="{FF2B5EF4-FFF2-40B4-BE49-F238E27FC236}">
                    <a16:creationId xmlns:a16="http://schemas.microsoft.com/office/drawing/2014/main" id="{4E80DB45-477E-49AF-B00E-93A45C307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676"/>
                <a:ext cx="40" cy="58"/>
              </a:xfrm>
              <a:custGeom>
                <a:avLst/>
                <a:gdLst>
                  <a:gd name="T0" fmla="*/ 0 w 22"/>
                  <a:gd name="T1" fmla="*/ 1357 h 30"/>
                  <a:gd name="T2" fmla="*/ 391 w 22"/>
                  <a:gd name="T3" fmla="*/ 1570 h 30"/>
                  <a:gd name="T4" fmla="*/ 800 w 22"/>
                  <a:gd name="T5" fmla="*/ 0 h 30"/>
                  <a:gd name="T6" fmla="*/ 318 w 22"/>
                  <a:gd name="T7" fmla="*/ 1185 h 30"/>
                  <a:gd name="T8" fmla="*/ 0 w 22"/>
                  <a:gd name="T9" fmla="*/ 135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0" y="26"/>
                    </a:moveTo>
                    <a:cubicBezTo>
                      <a:pt x="4" y="26"/>
                      <a:pt x="11" y="29"/>
                      <a:pt x="11" y="3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13" y="21"/>
                      <a:pt x="9" y="23"/>
                    </a:cubicBezTo>
                    <a:cubicBezTo>
                      <a:pt x="5" y="25"/>
                      <a:pt x="1" y="25"/>
                      <a:pt x="0" y="26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5" name="Freeform 4027">
                <a:extLst>
                  <a:ext uri="{FF2B5EF4-FFF2-40B4-BE49-F238E27FC236}">
                    <a16:creationId xmlns:a16="http://schemas.microsoft.com/office/drawing/2014/main" id="{413271CC-1CAC-44E5-86D2-3B0C7DBC2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3666"/>
                <a:ext cx="29" cy="70"/>
              </a:xfrm>
              <a:custGeom>
                <a:avLst/>
                <a:gdLst>
                  <a:gd name="T0" fmla="*/ 174 w 16"/>
                  <a:gd name="T1" fmla="*/ 1941 h 36"/>
                  <a:gd name="T2" fmla="*/ 571 w 16"/>
                  <a:gd name="T3" fmla="*/ 1674 h 36"/>
                  <a:gd name="T4" fmla="*/ 0 w 16"/>
                  <a:gd name="T5" fmla="*/ 0 h 36"/>
                  <a:gd name="T6" fmla="*/ 359 w 16"/>
                  <a:gd name="T7" fmla="*/ 1501 h 36"/>
                  <a:gd name="T8" fmla="*/ 174 w 16"/>
                  <a:gd name="T9" fmla="*/ 194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6">
                    <a:moveTo>
                      <a:pt x="5" y="36"/>
                    </a:moveTo>
                    <a:cubicBezTo>
                      <a:pt x="9" y="34"/>
                      <a:pt x="15" y="31"/>
                      <a:pt x="16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" y="23"/>
                      <a:pt x="10" y="28"/>
                    </a:cubicBezTo>
                    <a:cubicBezTo>
                      <a:pt x="8" y="32"/>
                      <a:pt x="6" y="35"/>
                      <a:pt x="5" y="36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6" name="Freeform 4028">
                <a:extLst>
                  <a:ext uri="{FF2B5EF4-FFF2-40B4-BE49-F238E27FC236}">
                    <a16:creationId xmlns:a16="http://schemas.microsoft.com/office/drawing/2014/main" id="{5B5A3224-8139-4831-AAF1-C0C8C257A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3485"/>
                <a:ext cx="71" cy="85"/>
              </a:xfrm>
              <a:custGeom>
                <a:avLst/>
                <a:gdLst>
                  <a:gd name="T0" fmla="*/ 1123 w 39"/>
                  <a:gd name="T1" fmla="*/ 2283 h 44"/>
                  <a:gd name="T2" fmla="*/ 1418 w 39"/>
                  <a:gd name="T3" fmla="*/ 1826 h 44"/>
                  <a:gd name="T4" fmla="*/ 0 w 39"/>
                  <a:gd name="T5" fmla="*/ 0 h 44"/>
                  <a:gd name="T6" fmla="*/ 1163 w 39"/>
                  <a:gd name="T7" fmla="*/ 1826 h 44"/>
                  <a:gd name="T8" fmla="*/ 1123 w 39"/>
                  <a:gd name="T9" fmla="*/ 2283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4">
                    <a:moveTo>
                      <a:pt x="31" y="44"/>
                    </a:moveTo>
                    <a:cubicBezTo>
                      <a:pt x="33" y="41"/>
                      <a:pt x="38" y="36"/>
                      <a:pt x="39" y="3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2" y="30"/>
                      <a:pt x="32" y="35"/>
                    </a:cubicBezTo>
                    <a:cubicBezTo>
                      <a:pt x="32" y="39"/>
                      <a:pt x="31" y="43"/>
                      <a:pt x="31" y="44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7" name="Freeform 4029">
                <a:extLst>
                  <a:ext uri="{FF2B5EF4-FFF2-40B4-BE49-F238E27FC236}">
                    <a16:creationId xmlns:a16="http://schemas.microsoft.com/office/drawing/2014/main" id="{48D7AA5B-FB51-407C-890C-A5E6FA27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2369"/>
                <a:ext cx="103" cy="156"/>
              </a:xfrm>
              <a:custGeom>
                <a:avLst/>
                <a:gdLst>
                  <a:gd name="T0" fmla="*/ 1149 w 57"/>
                  <a:gd name="T1" fmla="*/ 978 h 81"/>
                  <a:gd name="T2" fmla="*/ 0 w 57"/>
                  <a:gd name="T3" fmla="*/ 0 h 81"/>
                  <a:gd name="T4" fmla="*/ 907 w 57"/>
                  <a:gd name="T5" fmla="*/ 921 h 81"/>
                  <a:gd name="T6" fmla="*/ 1464 w 57"/>
                  <a:gd name="T7" fmla="*/ 3742 h 81"/>
                  <a:gd name="T8" fmla="*/ 1120 w 57"/>
                  <a:gd name="T9" fmla="*/ 4029 h 81"/>
                  <a:gd name="T10" fmla="*/ 1003 w 57"/>
                  <a:gd name="T11" fmla="*/ 4129 h 81"/>
                  <a:gd name="T12" fmla="*/ 1558 w 57"/>
                  <a:gd name="T13" fmla="*/ 3809 h 81"/>
                  <a:gd name="T14" fmla="*/ 1149 w 57"/>
                  <a:gd name="T15" fmla="*/ 978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81">
                    <a:moveTo>
                      <a:pt x="33" y="19"/>
                    </a:moveTo>
                    <a:cubicBezTo>
                      <a:pt x="22" y="8"/>
                      <a:pt x="12" y="1"/>
                      <a:pt x="0" y="0"/>
                    </a:cubicBezTo>
                    <a:cubicBezTo>
                      <a:pt x="10" y="3"/>
                      <a:pt x="17" y="9"/>
                      <a:pt x="26" y="18"/>
                    </a:cubicBezTo>
                    <a:cubicBezTo>
                      <a:pt x="45" y="36"/>
                      <a:pt x="53" y="62"/>
                      <a:pt x="42" y="73"/>
                    </a:cubicBezTo>
                    <a:cubicBezTo>
                      <a:pt x="39" y="76"/>
                      <a:pt x="35" y="78"/>
                      <a:pt x="32" y="79"/>
                    </a:cubicBezTo>
                    <a:cubicBezTo>
                      <a:pt x="29" y="80"/>
                      <a:pt x="26" y="81"/>
                      <a:pt x="29" y="81"/>
                    </a:cubicBezTo>
                    <a:cubicBezTo>
                      <a:pt x="36" y="81"/>
                      <a:pt x="41" y="79"/>
                      <a:pt x="45" y="75"/>
                    </a:cubicBezTo>
                    <a:cubicBezTo>
                      <a:pt x="57" y="64"/>
                      <a:pt x="52" y="38"/>
                      <a:pt x="33" y="19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8" name="Freeform 4030">
                <a:extLst>
                  <a:ext uri="{FF2B5EF4-FFF2-40B4-BE49-F238E27FC236}">
                    <a16:creationId xmlns:a16="http://schemas.microsoft.com/office/drawing/2014/main" id="{9928272C-3D7A-4AB6-A5E3-D7B20541A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3253"/>
                <a:ext cx="81" cy="174"/>
              </a:xfrm>
              <a:custGeom>
                <a:avLst/>
                <a:gdLst>
                  <a:gd name="T0" fmla="*/ 947 w 45"/>
                  <a:gd name="T1" fmla="*/ 1454 h 90"/>
                  <a:gd name="T2" fmla="*/ 641 w 45"/>
                  <a:gd name="T3" fmla="*/ 4313 h 90"/>
                  <a:gd name="T4" fmla="*/ 0 w 45"/>
                  <a:gd name="T5" fmla="*/ 4290 h 90"/>
                  <a:gd name="T6" fmla="*/ 851 w 45"/>
                  <a:gd name="T7" fmla="*/ 4538 h 90"/>
                  <a:gd name="T8" fmla="*/ 1183 w 45"/>
                  <a:gd name="T9" fmla="*/ 1678 h 90"/>
                  <a:gd name="T10" fmla="*/ 304 w 45"/>
                  <a:gd name="T11" fmla="*/ 0 h 90"/>
                  <a:gd name="T12" fmla="*/ 947 w 45"/>
                  <a:gd name="T13" fmla="*/ 1454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90">
                    <a:moveTo>
                      <a:pt x="28" y="28"/>
                    </a:moveTo>
                    <a:cubicBezTo>
                      <a:pt x="38" y="52"/>
                      <a:pt x="34" y="77"/>
                      <a:pt x="19" y="83"/>
                    </a:cubicBezTo>
                    <a:cubicBezTo>
                      <a:pt x="13" y="86"/>
                      <a:pt x="7" y="85"/>
                      <a:pt x="0" y="82"/>
                    </a:cubicBezTo>
                    <a:cubicBezTo>
                      <a:pt x="9" y="88"/>
                      <a:pt x="18" y="90"/>
                      <a:pt x="25" y="87"/>
                    </a:cubicBezTo>
                    <a:cubicBezTo>
                      <a:pt x="40" y="81"/>
                      <a:pt x="45" y="56"/>
                      <a:pt x="35" y="32"/>
                    </a:cubicBezTo>
                    <a:cubicBezTo>
                      <a:pt x="28" y="18"/>
                      <a:pt x="19" y="4"/>
                      <a:pt x="9" y="0"/>
                    </a:cubicBezTo>
                    <a:cubicBezTo>
                      <a:pt x="17" y="5"/>
                      <a:pt x="23" y="17"/>
                      <a:pt x="28" y="28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9" name="Freeform 4031">
                <a:extLst>
                  <a:ext uri="{FF2B5EF4-FFF2-40B4-BE49-F238E27FC236}">
                    <a16:creationId xmlns:a16="http://schemas.microsoft.com/office/drawing/2014/main" id="{A5DE7AAC-E21B-4517-877B-236BDCE12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3240"/>
                <a:ext cx="67" cy="170"/>
              </a:xfrm>
              <a:custGeom>
                <a:avLst/>
                <a:gdLst>
                  <a:gd name="T0" fmla="*/ 357 w 37"/>
                  <a:gd name="T1" fmla="*/ 3008 h 88"/>
                  <a:gd name="T2" fmla="*/ 1128 w 37"/>
                  <a:gd name="T3" fmla="*/ 4571 h 88"/>
                  <a:gd name="T4" fmla="*/ 646 w 37"/>
                  <a:gd name="T5" fmla="*/ 3064 h 88"/>
                  <a:gd name="T6" fmla="*/ 529 w 37"/>
                  <a:gd name="T7" fmla="*/ 896 h 88"/>
                  <a:gd name="T8" fmla="*/ 1302 w 37"/>
                  <a:gd name="T9" fmla="*/ 164 h 88"/>
                  <a:gd name="T10" fmla="*/ 703 w 37"/>
                  <a:gd name="T11" fmla="*/ 108 h 88"/>
                  <a:gd name="T12" fmla="*/ 357 w 37"/>
                  <a:gd name="T13" fmla="*/ 3008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88">
                    <a:moveTo>
                      <a:pt x="10" y="58"/>
                    </a:moveTo>
                    <a:cubicBezTo>
                      <a:pt x="16" y="73"/>
                      <a:pt x="23" y="83"/>
                      <a:pt x="32" y="88"/>
                    </a:cubicBezTo>
                    <a:cubicBezTo>
                      <a:pt x="27" y="81"/>
                      <a:pt x="23" y="72"/>
                      <a:pt x="18" y="59"/>
                    </a:cubicBezTo>
                    <a:cubicBezTo>
                      <a:pt x="13" y="44"/>
                      <a:pt x="12" y="27"/>
                      <a:pt x="15" y="17"/>
                    </a:cubicBezTo>
                    <a:cubicBezTo>
                      <a:pt x="16" y="11"/>
                      <a:pt x="25" y="3"/>
                      <a:pt x="37" y="3"/>
                    </a:cubicBezTo>
                    <a:cubicBezTo>
                      <a:pt x="31" y="0"/>
                      <a:pt x="25" y="0"/>
                      <a:pt x="20" y="2"/>
                    </a:cubicBezTo>
                    <a:cubicBezTo>
                      <a:pt x="5" y="8"/>
                      <a:pt x="0" y="34"/>
                      <a:pt x="10" y="58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0" name="Freeform 4032">
                <a:extLst>
                  <a:ext uri="{FF2B5EF4-FFF2-40B4-BE49-F238E27FC236}">
                    <a16:creationId xmlns:a16="http://schemas.microsoft.com/office/drawing/2014/main" id="{F812214F-9FEE-4B30-BCB1-893179645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3298"/>
                <a:ext cx="20" cy="21"/>
              </a:xfrm>
              <a:custGeom>
                <a:avLst/>
                <a:gdLst>
                  <a:gd name="T0" fmla="*/ 80 w 11"/>
                  <a:gd name="T1" fmla="*/ 145 h 11"/>
                  <a:gd name="T2" fmla="*/ 295 w 11"/>
                  <a:gd name="T3" fmla="*/ 105 h 11"/>
                  <a:gd name="T4" fmla="*/ 318 w 11"/>
                  <a:gd name="T5" fmla="*/ 422 h 11"/>
                  <a:gd name="T6" fmla="*/ 96 w 11"/>
                  <a:gd name="T7" fmla="*/ 481 h 11"/>
                  <a:gd name="T8" fmla="*/ 80 w 11"/>
                  <a:gd name="T9" fmla="*/ 14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2" y="3"/>
                    </a:move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9" y="9"/>
                    </a:cubicBez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1" name="Freeform 4033">
                <a:extLst>
                  <a:ext uri="{FF2B5EF4-FFF2-40B4-BE49-F238E27FC236}">
                    <a16:creationId xmlns:a16="http://schemas.microsoft.com/office/drawing/2014/main" id="{E72A5BB0-41E1-44F0-B2D5-FCC66CA76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3282"/>
                <a:ext cx="9" cy="10"/>
              </a:xfrm>
              <a:custGeom>
                <a:avLst/>
                <a:gdLst>
                  <a:gd name="T0" fmla="*/ 0 w 5"/>
                  <a:gd name="T1" fmla="*/ 64 h 5"/>
                  <a:gd name="T2" fmla="*/ 133 w 5"/>
                  <a:gd name="T3" fmla="*/ 0 h 5"/>
                  <a:gd name="T4" fmla="*/ 169 w 5"/>
                  <a:gd name="T5" fmla="*/ 256 h 5"/>
                  <a:gd name="T6" fmla="*/ 41 w 5"/>
                  <a:gd name="T7" fmla="*/ 320 h 5"/>
                  <a:gd name="T8" fmla="*/ 0 w 5"/>
                  <a:gd name="T9" fmla="*/ 6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2" name="Freeform 4034">
                <a:extLst>
                  <a:ext uri="{FF2B5EF4-FFF2-40B4-BE49-F238E27FC236}">
                    <a16:creationId xmlns:a16="http://schemas.microsoft.com/office/drawing/2014/main" id="{B3892575-96E6-472E-A358-386050429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3325"/>
                <a:ext cx="11" cy="11"/>
              </a:xfrm>
              <a:custGeom>
                <a:avLst/>
                <a:gdLst>
                  <a:gd name="T0" fmla="*/ 44 w 6"/>
                  <a:gd name="T1" fmla="*/ 44 h 6"/>
                  <a:gd name="T2" fmla="*/ 193 w 6"/>
                  <a:gd name="T3" fmla="*/ 44 h 6"/>
                  <a:gd name="T4" fmla="*/ 229 w 6"/>
                  <a:gd name="T5" fmla="*/ 149 h 6"/>
                  <a:gd name="T6" fmla="*/ 81 w 6"/>
                  <a:gd name="T7" fmla="*/ 193 h 6"/>
                  <a:gd name="T8" fmla="*/ 44 w 6"/>
                  <a:gd name="T9" fmla="*/ 4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3" name="Freeform 4035">
                <a:extLst>
                  <a:ext uri="{FF2B5EF4-FFF2-40B4-BE49-F238E27FC236}">
                    <a16:creationId xmlns:a16="http://schemas.microsoft.com/office/drawing/2014/main" id="{FD5052A9-E62F-4E50-AD5F-F9C079536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956"/>
                <a:ext cx="92" cy="170"/>
              </a:xfrm>
              <a:custGeom>
                <a:avLst/>
                <a:gdLst>
                  <a:gd name="T0" fmla="*/ 1591 w 51"/>
                  <a:gd name="T1" fmla="*/ 1779 h 88"/>
                  <a:gd name="T2" fmla="*/ 592 w 51"/>
                  <a:gd name="T3" fmla="*/ 4246 h 88"/>
                  <a:gd name="T4" fmla="*/ 0 w 51"/>
                  <a:gd name="T5" fmla="*/ 3784 h 88"/>
                  <a:gd name="T6" fmla="*/ 729 w 51"/>
                  <a:gd name="T7" fmla="*/ 4571 h 88"/>
                  <a:gd name="T8" fmla="*/ 1753 w 51"/>
                  <a:gd name="T9" fmla="*/ 2135 h 88"/>
                  <a:gd name="T10" fmla="*/ 1331 w 51"/>
                  <a:gd name="T11" fmla="*/ 0 h 88"/>
                  <a:gd name="T12" fmla="*/ 1591 w 51"/>
                  <a:gd name="T13" fmla="*/ 1779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88">
                    <a:moveTo>
                      <a:pt x="46" y="34"/>
                    </a:moveTo>
                    <a:cubicBezTo>
                      <a:pt x="46" y="61"/>
                      <a:pt x="33" y="82"/>
                      <a:pt x="17" y="82"/>
                    </a:cubicBezTo>
                    <a:cubicBezTo>
                      <a:pt x="11" y="82"/>
                      <a:pt x="5" y="79"/>
                      <a:pt x="0" y="73"/>
                    </a:cubicBezTo>
                    <a:cubicBezTo>
                      <a:pt x="5" y="82"/>
                      <a:pt x="13" y="88"/>
                      <a:pt x="21" y="88"/>
                    </a:cubicBezTo>
                    <a:cubicBezTo>
                      <a:pt x="38" y="88"/>
                      <a:pt x="51" y="67"/>
                      <a:pt x="51" y="41"/>
                    </a:cubicBezTo>
                    <a:cubicBezTo>
                      <a:pt x="51" y="25"/>
                      <a:pt x="47" y="9"/>
                      <a:pt x="39" y="0"/>
                    </a:cubicBezTo>
                    <a:cubicBezTo>
                      <a:pt x="44" y="9"/>
                      <a:pt x="46" y="22"/>
                      <a:pt x="46" y="34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4" name="Freeform 4036">
                <a:extLst>
                  <a:ext uri="{FF2B5EF4-FFF2-40B4-BE49-F238E27FC236}">
                    <a16:creationId xmlns:a16="http://schemas.microsoft.com/office/drawing/2014/main" id="{B282083C-5D17-469B-A127-BA8ACE68E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933"/>
                <a:ext cx="83" cy="164"/>
              </a:xfrm>
              <a:custGeom>
                <a:avLst/>
                <a:gdLst>
                  <a:gd name="T0" fmla="*/ 0 w 46"/>
                  <a:gd name="T1" fmla="*/ 2479 h 85"/>
                  <a:gd name="T2" fmla="*/ 341 w 46"/>
                  <a:gd name="T3" fmla="*/ 4382 h 85"/>
                  <a:gd name="T4" fmla="*/ 263 w 46"/>
                  <a:gd name="T5" fmla="*/ 2672 h 85"/>
                  <a:gd name="T6" fmla="*/ 736 w 46"/>
                  <a:gd name="T7" fmla="*/ 610 h 85"/>
                  <a:gd name="T8" fmla="*/ 1591 w 46"/>
                  <a:gd name="T9" fmla="*/ 372 h 85"/>
                  <a:gd name="T10" fmla="*/ 1068 w 46"/>
                  <a:gd name="T11" fmla="*/ 0 h 85"/>
                  <a:gd name="T12" fmla="*/ 0 w 46"/>
                  <a:gd name="T13" fmla="*/ 2479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85">
                    <a:moveTo>
                      <a:pt x="0" y="48"/>
                    </a:moveTo>
                    <a:cubicBezTo>
                      <a:pt x="0" y="64"/>
                      <a:pt x="3" y="76"/>
                      <a:pt x="10" y="85"/>
                    </a:cubicBezTo>
                    <a:cubicBezTo>
                      <a:pt x="7" y="76"/>
                      <a:pt x="7" y="65"/>
                      <a:pt x="8" y="52"/>
                    </a:cubicBezTo>
                    <a:cubicBezTo>
                      <a:pt x="8" y="36"/>
                      <a:pt x="15" y="20"/>
                      <a:pt x="21" y="12"/>
                    </a:cubicBezTo>
                    <a:cubicBezTo>
                      <a:pt x="24" y="7"/>
                      <a:pt x="35" y="3"/>
                      <a:pt x="46" y="7"/>
                    </a:cubicBezTo>
                    <a:cubicBezTo>
                      <a:pt x="42" y="3"/>
                      <a:pt x="37" y="0"/>
                      <a:pt x="31" y="0"/>
                    </a:cubicBezTo>
                    <a:cubicBezTo>
                      <a:pt x="14" y="0"/>
                      <a:pt x="0" y="22"/>
                      <a:pt x="0" y="48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5" name="Freeform 4037">
                <a:extLst>
                  <a:ext uri="{FF2B5EF4-FFF2-40B4-BE49-F238E27FC236}">
                    <a16:creationId xmlns:a16="http://schemas.microsoft.com/office/drawing/2014/main" id="{78B35E00-879C-4C81-8B70-234F44087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975"/>
                <a:ext cx="20" cy="21"/>
              </a:xfrm>
              <a:custGeom>
                <a:avLst/>
                <a:gdLst>
                  <a:gd name="T0" fmla="*/ 96 w 11"/>
                  <a:gd name="T1" fmla="*/ 55 h 11"/>
                  <a:gd name="T2" fmla="*/ 360 w 11"/>
                  <a:gd name="T3" fmla="*/ 145 h 11"/>
                  <a:gd name="T4" fmla="*/ 295 w 11"/>
                  <a:gd name="T5" fmla="*/ 481 h 11"/>
                  <a:gd name="T6" fmla="*/ 44 w 11"/>
                  <a:gd name="T7" fmla="*/ 382 h 11"/>
                  <a:gd name="T8" fmla="*/ 96 w 11"/>
                  <a:gd name="T9" fmla="*/ 5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3" y="1"/>
                    </a:moveTo>
                    <a:cubicBezTo>
                      <a:pt x="5" y="0"/>
                      <a:pt x="8" y="1"/>
                      <a:pt x="10" y="3"/>
                    </a:cubicBezTo>
                    <a:cubicBezTo>
                      <a:pt x="11" y="5"/>
                      <a:pt x="10" y="8"/>
                      <a:pt x="8" y="10"/>
                    </a:cubicBezTo>
                    <a:cubicBezTo>
                      <a:pt x="6" y="11"/>
                      <a:pt x="2" y="11"/>
                      <a:pt x="1" y="8"/>
                    </a:cubicBezTo>
                    <a:cubicBezTo>
                      <a:pt x="0" y="6"/>
                      <a:pt x="0" y="3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6" name="Freeform 4038">
                <a:extLst>
                  <a:ext uri="{FF2B5EF4-FFF2-40B4-BE49-F238E27FC236}">
                    <a16:creationId xmlns:a16="http://schemas.microsoft.com/office/drawing/2014/main" id="{21835EB8-62D4-4A08-83C9-267EFBEFB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962"/>
                <a:ext cx="11" cy="9"/>
              </a:xfrm>
              <a:custGeom>
                <a:avLst/>
                <a:gdLst>
                  <a:gd name="T0" fmla="*/ 44 w 6"/>
                  <a:gd name="T1" fmla="*/ 0 h 5"/>
                  <a:gd name="T2" fmla="*/ 193 w 6"/>
                  <a:gd name="T3" fmla="*/ 41 h 5"/>
                  <a:gd name="T4" fmla="*/ 149 w 6"/>
                  <a:gd name="T5" fmla="*/ 169 h 5"/>
                  <a:gd name="T6" fmla="*/ 0 w 6"/>
                  <a:gd name="T7" fmla="*/ 133 h 5"/>
                  <a:gd name="T8" fmla="*/ 44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5" y="4"/>
                      <a:pt x="4" y="5"/>
                    </a:cubicBezTo>
                    <a:cubicBezTo>
                      <a:pt x="3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7" name="Freeform 4039">
                <a:extLst>
                  <a:ext uri="{FF2B5EF4-FFF2-40B4-BE49-F238E27FC236}">
                    <a16:creationId xmlns:a16="http://schemas.microsoft.com/office/drawing/2014/main" id="{39FD9085-D3A8-4DF7-9793-F21BAA525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3002"/>
                <a:ext cx="11" cy="12"/>
              </a:xfrm>
              <a:custGeom>
                <a:avLst/>
                <a:gdLst>
                  <a:gd name="T0" fmla="*/ 81 w 6"/>
                  <a:gd name="T1" fmla="*/ 0 h 6"/>
                  <a:gd name="T2" fmla="*/ 193 w 6"/>
                  <a:gd name="T3" fmla="*/ 64 h 6"/>
                  <a:gd name="T4" fmla="*/ 149 w 6"/>
                  <a:gd name="T5" fmla="*/ 320 h 6"/>
                  <a:gd name="T6" fmla="*/ 44 w 6"/>
                  <a:gd name="T7" fmla="*/ 256 h 6"/>
                  <a:gd name="T8" fmla="*/ 81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3"/>
                      <a:pt x="6" y="4"/>
                      <a:pt x="4" y="5"/>
                    </a:cubicBezTo>
                    <a:cubicBezTo>
                      <a:pt x="3" y="6"/>
                      <a:pt x="1" y="5"/>
                      <a:pt x="1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8" name="Freeform 4040">
                <a:extLst>
                  <a:ext uri="{FF2B5EF4-FFF2-40B4-BE49-F238E27FC236}">
                    <a16:creationId xmlns:a16="http://schemas.microsoft.com/office/drawing/2014/main" id="{D6BE0E85-C5C8-4112-8D68-BEA1F45C2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3529"/>
                <a:ext cx="111" cy="158"/>
              </a:xfrm>
              <a:custGeom>
                <a:avLst/>
                <a:gdLst>
                  <a:gd name="T0" fmla="*/ 1054 w 61"/>
                  <a:gd name="T1" fmla="*/ 1037 h 82"/>
                  <a:gd name="T2" fmla="*/ 1514 w 61"/>
                  <a:gd name="T3" fmla="*/ 3805 h 82"/>
                  <a:gd name="T4" fmla="*/ 881 w 61"/>
                  <a:gd name="T5" fmla="*/ 4091 h 82"/>
                  <a:gd name="T6" fmla="*/ 1821 w 61"/>
                  <a:gd name="T7" fmla="*/ 3850 h 82"/>
                  <a:gd name="T8" fmla="*/ 1337 w 61"/>
                  <a:gd name="T9" fmla="*/ 1058 h 82"/>
                  <a:gd name="T10" fmla="*/ 0 w 61"/>
                  <a:gd name="T11" fmla="*/ 0 h 82"/>
                  <a:gd name="T12" fmla="*/ 1054 w 61"/>
                  <a:gd name="T13" fmla="*/ 1037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82">
                    <a:moveTo>
                      <a:pt x="29" y="20"/>
                    </a:moveTo>
                    <a:cubicBezTo>
                      <a:pt x="48" y="38"/>
                      <a:pt x="53" y="62"/>
                      <a:pt x="42" y="74"/>
                    </a:cubicBezTo>
                    <a:cubicBezTo>
                      <a:pt x="38" y="78"/>
                      <a:pt x="31" y="80"/>
                      <a:pt x="24" y="80"/>
                    </a:cubicBezTo>
                    <a:cubicBezTo>
                      <a:pt x="34" y="82"/>
                      <a:pt x="44" y="81"/>
                      <a:pt x="50" y="75"/>
                    </a:cubicBezTo>
                    <a:cubicBezTo>
                      <a:pt x="61" y="64"/>
                      <a:pt x="55" y="39"/>
                      <a:pt x="37" y="21"/>
                    </a:cubicBezTo>
                    <a:cubicBezTo>
                      <a:pt x="26" y="9"/>
                      <a:pt x="12" y="1"/>
                      <a:pt x="0" y="0"/>
                    </a:cubicBezTo>
                    <a:cubicBezTo>
                      <a:pt x="10" y="3"/>
                      <a:pt x="20" y="11"/>
                      <a:pt x="29" y="20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9" name="Freeform 4041">
                <a:extLst>
                  <a:ext uri="{FF2B5EF4-FFF2-40B4-BE49-F238E27FC236}">
                    <a16:creationId xmlns:a16="http://schemas.microsoft.com/office/drawing/2014/main" id="{9990846C-F1E1-474B-9076-BC2C8334C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527"/>
                <a:ext cx="101" cy="155"/>
              </a:xfrm>
              <a:custGeom>
                <a:avLst/>
                <a:gdLst>
                  <a:gd name="T0" fmla="*/ 826 w 56"/>
                  <a:gd name="T1" fmla="*/ 3228 h 80"/>
                  <a:gd name="T2" fmla="*/ 1926 w 56"/>
                  <a:gd name="T3" fmla="*/ 4228 h 80"/>
                  <a:gd name="T4" fmla="*/ 1109 w 56"/>
                  <a:gd name="T5" fmla="*/ 3112 h 80"/>
                  <a:gd name="T6" fmla="*/ 433 w 56"/>
                  <a:gd name="T7" fmla="*/ 1112 h 80"/>
                  <a:gd name="T8" fmla="*/ 934 w 56"/>
                  <a:gd name="T9" fmla="*/ 0 h 80"/>
                  <a:gd name="T10" fmla="*/ 381 w 56"/>
                  <a:gd name="T11" fmla="*/ 271 h 80"/>
                  <a:gd name="T12" fmla="*/ 826 w 56"/>
                  <a:gd name="T13" fmla="*/ 3228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80">
                    <a:moveTo>
                      <a:pt x="24" y="61"/>
                    </a:moveTo>
                    <a:cubicBezTo>
                      <a:pt x="35" y="72"/>
                      <a:pt x="45" y="79"/>
                      <a:pt x="56" y="80"/>
                    </a:cubicBezTo>
                    <a:cubicBezTo>
                      <a:pt x="48" y="76"/>
                      <a:pt x="41" y="69"/>
                      <a:pt x="32" y="59"/>
                    </a:cubicBezTo>
                    <a:cubicBezTo>
                      <a:pt x="21" y="47"/>
                      <a:pt x="14" y="31"/>
                      <a:pt x="13" y="21"/>
                    </a:cubicBezTo>
                    <a:cubicBezTo>
                      <a:pt x="12" y="15"/>
                      <a:pt x="16" y="4"/>
                      <a:pt x="27" y="0"/>
                    </a:cubicBezTo>
                    <a:cubicBezTo>
                      <a:pt x="21" y="0"/>
                      <a:pt x="15" y="1"/>
                      <a:pt x="11" y="5"/>
                    </a:cubicBezTo>
                    <a:cubicBezTo>
                      <a:pt x="0" y="17"/>
                      <a:pt x="5" y="43"/>
                      <a:pt x="24" y="61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0" name="Freeform 4042">
                <a:extLst>
                  <a:ext uri="{FF2B5EF4-FFF2-40B4-BE49-F238E27FC236}">
                    <a16:creationId xmlns:a16="http://schemas.microsoft.com/office/drawing/2014/main" id="{60C1F4ED-75FC-44D7-8E80-529C52B24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3595"/>
                <a:ext cx="20" cy="21"/>
              </a:xfrm>
              <a:custGeom>
                <a:avLst/>
                <a:gdLst>
                  <a:gd name="T0" fmla="*/ 44 w 11"/>
                  <a:gd name="T1" fmla="*/ 200 h 11"/>
                  <a:gd name="T2" fmla="*/ 264 w 11"/>
                  <a:gd name="T3" fmla="*/ 55 h 11"/>
                  <a:gd name="T4" fmla="*/ 391 w 11"/>
                  <a:gd name="T5" fmla="*/ 336 h 11"/>
                  <a:gd name="T6" fmla="*/ 175 w 11"/>
                  <a:gd name="T7" fmla="*/ 481 h 11"/>
                  <a:gd name="T8" fmla="*/ 44 w 11"/>
                  <a:gd name="T9" fmla="*/ 20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2" y="2"/>
                      <a:pt x="4" y="0"/>
                      <a:pt x="7" y="1"/>
                    </a:cubicBezTo>
                    <a:cubicBezTo>
                      <a:pt x="10" y="1"/>
                      <a:pt x="11" y="4"/>
                      <a:pt x="11" y="7"/>
                    </a:cubicBezTo>
                    <a:cubicBezTo>
                      <a:pt x="10" y="9"/>
                      <a:pt x="7" y="11"/>
                      <a:pt x="5" y="10"/>
                    </a:cubicBezTo>
                    <a:cubicBezTo>
                      <a:pt x="2" y="10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1" name="Freeform 4043">
                <a:extLst>
                  <a:ext uri="{FF2B5EF4-FFF2-40B4-BE49-F238E27FC236}">
                    <a16:creationId xmlns:a16="http://schemas.microsoft.com/office/drawing/2014/main" id="{FBE11CB9-230A-4482-8FF4-9506A0AA8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3579"/>
                <a:ext cx="9" cy="10"/>
              </a:xfrm>
              <a:custGeom>
                <a:avLst/>
                <a:gdLst>
                  <a:gd name="T0" fmla="*/ 0 w 5"/>
                  <a:gd name="T1" fmla="*/ 128 h 5"/>
                  <a:gd name="T2" fmla="*/ 94 w 5"/>
                  <a:gd name="T3" fmla="*/ 0 h 5"/>
                  <a:gd name="T4" fmla="*/ 169 w 5"/>
                  <a:gd name="T5" fmla="*/ 192 h 5"/>
                  <a:gd name="T6" fmla="*/ 74 w 5"/>
                  <a:gd name="T7" fmla="*/ 320 h 5"/>
                  <a:gd name="T8" fmla="*/ 0 w 5"/>
                  <a:gd name="T9" fmla="*/ 12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2" name="Freeform 4044">
                <a:extLst>
                  <a:ext uri="{FF2B5EF4-FFF2-40B4-BE49-F238E27FC236}">
                    <a16:creationId xmlns:a16="http://schemas.microsoft.com/office/drawing/2014/main" id="{B1260744-0977-4CF1-8E17-5579966E5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3616"/>
                <a:ext cx="11" cy="12"/>
              </a:xfrm>
              <a:custGeom>
                <a:avLst/>
                <a:gdLst>
                  <a:gd name="T0" fmla="*/ 0 w 6"/>
                  <a:gd name="T1" fmla="*/ 192 h 6"/>
                  <a:gd name="T2" fmla="*/ 125 w 6"/>
                  <a:gd name="T3" fmla="*/ 64 h 6"/>
                  <a:gd name="T4" fmla="*/ 193 w 6"/>
                  <a:gd name="T5" fmla="*/ 256 h 6"/>
                  <a:gd name="T6" fmla="*/ 81 w 6"/>
                  <a:gd name="T7" fmla="*/ 384 h 6"/>
                  <a:gd name="T8" fmla="*/ 0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6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3" name="Freeform 4045">
                <a:extLst>
                  <a:ext uri="{FF2B5EF4-FFF2-40B4-BE49-F238E27FC236}">
                    <a16:creationId xmlns:a16="http://schemas.microsoft.com/office/drawing/2014/main" id="{B61A7724-8AED-4C8B-AC60-3117A6AA5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178"/>
                <a:ext cx="203" cy="160"/>
              </a:xfrm>
              <a:custGeom>
                <a:avLst/>
                <a:gdLst>
                  <a:gd name="T0" fmla="*/ 3716 w 112"/>
                  <a:gd name="T1" fmla="*/ 1118 h 83"/>
                  <a:gd name="T2" fmla="*/ 1568 w 112"/>
                  <a:gd name="T3" fmla="*/ 549 h 83"/>
                  <a:gd name="T4" fmla="*/ 263 w 112"/>
                  <a:gd name="T5" fmla="*/ 3188 h 83"/>
                  <a:gd name="T6" fmla="*/ 2447 w 112"/>
                  <a:gd name="T7" fmla="*/ 3705 h 83"/>
                  <a:gd name="T8" fmla="*/ 3716 w 112"/>
                  <a:gd name="T9" fmla="*/ 1118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3">
                    <a:moveTo>
                      <a:pt x="105" y="22"/>
                    </a:moveTo>
                    <a:cubicBezTo>
                      <a:pt x="98" y="5"/>
                      <a:pt x="71" y="0"/>
                      <a:pt x="44" y="11"/>
                    </a:cubicBezTo>
                    <a:cubicBezTo>
                      <a:pt x="17" y="23"/>
                      <a:pt x="0" y="45"/>
                      <a:pt x="7" y="62"/>
                    </a:cubicBezTo>
                    <a:cubicBezTo>
                      <a:pt x="14" y="79"/>
                      <a:pt x="42" y="83"/>
                      <a:pt x="69" y="72"/>
                    </a:cubicBezTo>
                    <a:cubicBezTo>
                      <a:pt x="96" y="61"/>
                      <a:pt x="112" y="38"/>
                      <a:pt x="105" y="2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4" name="Freeform 4046">
                <a:extLst>
                  <a:ext uri="{FF2B5EF4-FFF2-40B4-BE49-F238E27FC236}">
                    <a16:creationId xmlns:a16="http://schemas.microsoft.com/office/drawing/2014/main" id="{0A2BBB3A-E725-4D31-8E0D-177EC5246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309"/>
                <a:ext cx="49" cy="87"/>
              </a:xfrm>
              <a:custGeom>
                <a:avLst/>
                <a:gdLst>
                  <a:gd name="T0" fmla="*/ 704 w 27"/>
                  <a:gd name="T1" fmla="*/ 2291 h 45"/>
                  <a:gd name="T2" fmla="*/ 918 w 27"/>
                  <a:gd name="T3" fmla="*/ 1974 h 45"/>
                  <a:gd name="T4" fmla="*/ 573 w 27"/>
                  <a:gd name="T5" fmla="*/ 0 h 45"/>
                  <a:gd name="T6" fmla="*/ 294 w 27"/>
                  <a:gd name="T7" fmla="*/ 209 h 45"/>
                  <a:gd name="T8" fmla="*/ 0 w 27"/>
                  <a:gd name="T9" fmla="*/ 377 h 45"/>
                  <a:gd name="T10" fmla="*/ 704 w 27"/>
                  <a:gd name="T11" fmla="*/ 2291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5">
                    <a:moveTo>
                      <a:pt x="20" y="44"/>
                    </a:moveTo>
                    <a:cubicBezTo>
                      <a:pt x="22" y="42"/>
                      <a:pt x="24" y="40"/>
                      <a:pt x="26" y="38"/>
                    </a:cubicBezTo>
                    <a:cubicBezTo>
                      <a:pt x="27" y="36"/>
                      <a:pt x="16" y="0"/>
                      <a:pt x="16" y="0"/>
                    </a:cubicBezTo>
                    <a:cubicBezTo>
                      <a:pt x="13" y="2"/>
                      <a:pt x="11" y="3"/>
                      <a:pt x="8" y="4"/>
                    </a:cubicBezTo>
                    <a:cubicBezTo>
                      <a:pt x="5" y="5"/>
                      <a:pt x="2" y="6"/>
                      <a:pt x="0" y="7"/>
                    </a:cubicBezTo>
                    <a:cubicBezTo>
                      <a:pt x="0" y="7"/>
                      <a:pt x="19" y="45"/>
                      <a:pt x="20" y="4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5" name="Freeform 4047">
                <a:extLst>
                  <a:ext uri="{FF2B5EF4-FFF2-40B4-BE49-F238E27FC236}">
                    <a16:creationId xmlns:a16="http://schemas.microsoft.com/office/drawing/2014/main" id="{E4BD4B98-E076-4EF1-AFB8-818688F2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3715"/>
                <a:ext cx="201" cy="160"/>
              </a:xfrm>
              <a:custGeom>
                <a:avLst/>
                <a:gdLst>
                  <a:gd name="T0" fmla="*/ 3656 w 111"/>
                  <a:gd name="T1" fmla="*/ 1058 h 83"/>
                  <a:gd name="T2" fmla="*/ 2401 w 111"/>
                  <a:gd name="T3" fmla="*/ 3705 h 83"/>
                  <a:gd name="T4" fmla="*/ 255 w 111"/>
                  <a:gd name="T5" fmla="*/ 3188 h 83"/>
                  <a:gd name="T6" fmla="*/ 1516 w 111"/>
                  <a:gd name="T7" fmla="*/ 549 h 83"/>
                  <a:gd name="T8" fmla="*/ 3656 w 111"/>
                  <a:gd name="T9" fmla="*/ 1058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83">
                    <a:moveTo>
                      <a:pt x="104" y="21"/>
                    </a:moveTo>
                    <a:cubicBezTo>
                      <a:pt x="111" y="38"/>
                      <a:pt x="95" y="61"/>
                      <a:pt x="68" y="72"/>
                    </a:cubicBezTo>
                    <a:cubicBezTo>
                      <a:pt x="41" y="83"/>
                      <a:pt x="14" y="78"/>
                      <a:pt x="7" y="62"/>
                    </a:cubicBezTo>
                    <a:cubicBezTo>
                      <a:pt x="0" y="45"/>
                      <a:pt x="16" y="22"/>
                      <a:pt x="43" y="11"/>
                    </a:cubicBezTo>
                    <a:cubicBezTo>
                      <a:pt x="70" y="0"/>
                      <a:pt x="98" y="4"/>
                      <a:pt x="104" y="2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6" name="Freeform 4048">
                <a:extLst>
                  <a:ext uri="{FF2B5EF4-FFF2-40B4-BE49-F238E27FC236}">
                    <a16:creationId xmlns:a16="http://schemas.microsoft.com/office/drawing/2014/main" id="{62C9A540-D242-4E68-B7DC-52157DA12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657"/>
                <a:ext cx="51" cy="86"/>
              </a:xfrm>
              <a:custGeom>
                <a:avLst/>
                <a:gdLst>
                  <a:gd name="T0" fmla="*/ 295 w 28"/>
                  <a:gd name="T1" fmla="*/ 55 h 45"/>
                  <a:gd name="T2" fmla="*/ 44 w 28"/>
                  <a:gd name="T3" fmla="*/ 384 h 45"/>
                  <a:gd name="T4" fmla="*/ 441 w 28"/>
                  <a:gd name="T5" fmla="*/ 2184 h 45"/>
                  <a:gd name="T6" fmla="*/ 727 w 28"/>
                  <a:gd name="T7" fmla="*/ 1991 h 45"/>
                  <a:gd name="T8" fmla="*/ 1022 w 28"/>
                  <a:gd name="T9" fmla="*/ 1869 h 45"/>
                  <a:gd name="T10" fmla="*/ 295 w 28"/>
                  <a:gd name="T11" fmla="*/ 55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5">
                    <a:moveTo>
                      <a:pt x="8" y="1"/>
                    </a:moveTo>
                    <a:cubicBezTo>
                      <a:pt x="6" y="3"/>
                      <a:pt x="4" y="6"/>
                      <a:pt x="1" y="8"/>
                    </a:cubicBezTo>
                    <a:cubicBezTo>
                      <a:pt x="0" y="9"/>
                      <a:pt x="12" y="45"/>
                      <a:pt x="12" y="45"/>
                    </a:cubicBezTo>
                    <a:cubicBezTo>
                      <a:pt x="15" y="43"/>
                      <a:pt x="17" y="42"/>
                      <a:pt x="20" y="41"/>
                    </a:cubicBezTo>
                    <a:cubicBezTo>
                      <a:pt x="23" y="40"/>
                      <a:pt x="25" y="39"/>
                      <a:pt x="28" y="38"/>
                    </a:cubicBezTo>
                    <a:cubicBezTo>
                      <a:pt x="28" y="38"/>
                      <a:pt x="9" y="0"/>
                      <a:pt x="8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7" name="Freeform 4049">
                <a:extLst>
                  <a:ext uri="{FF2B5EF4-FFF2-40B4-BE49-F238E27FC236}">
                    <a16:creationId xmlns:a16="http://schemas.microsoft.com/office/drawing/2014/main" id="{37A6549A-A9AC-4744-8E20-B86DAE39D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7" y="2612"/>
                <a:ext cx="151" cy="217"/>
              </a:xfrm>
              <a:custGeom>
                <a:avLst/>
                <a:gdLst>
                  <a:gd name="T0" fmla="*/ 2258 w 83"/>
                  <a:gd name="T1" fmla="*/ 5534 h 112"/>
                  <a:gd name="T2" fmla="*/ 2609 w 83"/>
                  <a:gd name="T3" fmla="*/ 2271 h 112"/>
                  <a:gd name="T4" fmla="*/ 759 w 83"/>
                  <a:gd name="T5" fmla="*/ 380 h 112"/>
                  <a:gd name="T6" fmla="*/ 391 w 83"/>
                  <a:gd name="T7" fmla="*/ 3668 h 112"/>
                  <a:gd name="T8" fmla="*/ 2258 w 83"/>
                  <a:gd name="T9" fmla="*/ 5534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62" y="105"/>
                    </a:moveTo>
                    <a:cubicBezTo>
                      <a:pt x="79" y="98"/>
                      <a:pt x="83" y="70"/>
                      <a:pt x="72" y="43"/>
                    </a:cubicBezTo>
                    <a:cubicBezTo>
                      <a:pt x="61" y="16"/>
                      <a:pt x="38" y="0"/>
                      <a:pt x="21" y="7"/>
                    </a:cubicBezTo>
                    <a:cubicBezTo>
                      <a:pt x="5" y="14"/>
                      <a:pt x="0" y="41"/>
                      <a:pt x="11" y="69"/>
                    </a:cubicBezTo>
                    <a:cubicBezTo>
                      <a:pt x="23" y="96"/>
                      <a:pt x="45" y="112"/>
                      <a:pt x="62" y="10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8" name="Freeform 4050">
                <a:extLst>
                  <a:ext uri="{FF2B5EF4-FFF2-40B4-BE49-F238E27FC236}">
                    <a16:creationId xmlns:a16="http://schemas.microsoft.com/office/drawing/2014/main" id="{E6EC3A1B-2A64-4661-BF3D-E07AD7F20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2728"/>
                <a:ext cx="130" cy="81"/>
              </a:xfrm>
              <a:custGeom>
                <a:avLst/>
                <a:gdLst>
                  <a:gd name="T0" fmla="*/ 42 w 72"/>
                  <a:gd name="T1" fmla="*/ 1607 h 42"/>
                  <a:gd name="T2" fmla="*/ 76 w 72"/>
                  <a:gd name="T3" fmla="*/ 2102 h 42"/>
                  <a:gd name="T4" fmla="*/ 2497 w 72"/>
                  <a:gd name="T5" fmla="*/ 833 h 42"/>
                  <a:gd name="T6" fmla="*/ 2360 w 72"/>
                  <a:gd name="T7" fmla="*/ 457 h 42"/>
                  <a:gd name="T8" fmla="*/ 2243 w 72"/>
                  <a:gd name="T9" fmla="*/ 0 h 42"/>
                  <a:gd name="T10" fmla="*/ 42 w 72"/>
                  <a:gd name="T11" fmla="*/ 160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42">
                    <a:moveTo>
                      <a:pt x="1" y="31"/>
                    </a:moveTo>
                    <a:cubicBezTo>
                      <a:pt x="1" y="35"/>
                      <a:pt x="2" y="38"/>
                      <a:pt x="2" y="41"/>
                    </a:cubicBezTo>
                    <a:cubicBezTo>
                      <a:pt x="2" y="42"/>
                      <a:pt x="72" y="16"/>
                      <a:pt x="72" y="16"/>
                    </a:cubicBezTo>
                    <a:cubicBezTo>
                      <a:pt x="71" y="14"/>
                      <a:pt x="69" y="11"/>
                      <a:pt x="68" y="9"/>
                    </a:cubicBezTo>
                    <a:cubicBezTo>
                      <a:pt x="67" y="6"/>
                      <a:pt x="66" y="3"/>
                      <a:pt x="65" y="0"/>
                    </a:cubicBezTo>
                    <a:cubicBezTo>
                      <a:pt x="65" y="0"/>
                      <a:pt x="0" y="30"/>
                      <a:pt x="1" y="3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9" name="Freeform 4051">
                <a:extLst>
                  <a:ext uri="{FF2B5EF4-FFF2-40B4-BE49-F238E27FC236}">
                    <a16:creationId xmlns:a16="http://schemas.microsoft.com/office/drawing/2014/main" id="{33C9BEAE-9271-4A23-9857-DDE2E3D9E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3224"/>
                <a:ext cx="150" cy="216"/>
              </a:xfrm>
              <a:custGeom>
                <a:avLst/>
                <a:gdLst>
                  <a:gd name="T0" fmla="*/ 2156 w 83"/>
                  <a:gd name="T1" fmla="*/ 5423 h 112"/>
                  <a:gd name="T2" fmla="*/ 381 w 83"/>
                  <a:gd name="T3" fmla="*/ 3560 h 112"/>
                  <a:gd name="T4" fmla="*/ 737 w 83"/>
                  <a:gd name="T5" fmla="*/ 372 h 112"/>
                  <a:gd name="T6" fmla="*/ 2508 w 83"/>
                  <a:gd name="T7" fmla="*/ 2266 h 112"/>
                  <a:gd name="T8" fmla="*/ 2156 w 83"/>
                  <a:gd name="T9" fmla="*/ 542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62" y="105"/>
                    </a:moveTo>
                    <a:cubicBezTo>
                      <a:pt x="45" y="112"/>
                      <a:pt x="22" y="96"/>
                      <a:pt x="11" y="69"/>
                    </a:cubicBezTo>
                    <a:cubicBezTo>
                      <a:pt x="0" y="42"/>
                      <a:pt x="4" y="14"/>
                      <a:pt x="21" y="7"/>
                    </a:cubicBezTo>
                    <a:cubicBezTo>
                      <a:pt x="38" y="0"/>
                      <a:pt x="61" y="17"/>
                      <a:pt x="72" y="44"/>
                    </a:cubicBezTo>
                    <a:cubicBezTo>
                      <a:pt x="83" y="71"/>
                      <a:pt x="78" y="98"/>
                      <a:pt x="62" y="10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0" name="Freeform 4052">
                <a:extLst>
                  <a:ext uri="{FF2B5EF4-FFF2-40B4-BE49-F238E27FC236}">
                    <a16:creationId xmlns:a16="http://schemas.microsoft.com/office/drawing/2014/main" id="{B8CFD2DF-5749-43A0-8617-BDB7B8FCC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3245"/>
                <a:ext cx="125" cy="80"/>
              </a:xfrm>
              <a:custGeom>
                <a:avLst/>
                <a:gdLst>
                  <a:gd name="T0" fmla="*/ 2431 w 69"/>
                  <a:gd name="T1" fmla="*/ 593 h 41"/>
                  <a:gd name="T2" fmla="*/ 2361 w 69"/>
                  <a:gd name="T3" fmla="*/ 60 h 41"/>
                  <a:gd name="T4" fmla="*/ 0 w 69"/>
                  <a:gd name="T5" fmla="*/ 1389 h 41"/>
                  <a:gd name="T6" fmla="*/ 141 w 69"/>
                  <a:gd name="T7" fmla="*/ 1813 h 41"/>
                  <a:gd name="T8" fmla="*/ 255 w 69"/>
                  <a:gd name="T9" fmla="*/ 2258 h 41"/>
                  <a:gd name="T10" fmla="*/ 2431 w 69"/>
                  <a:gd name="T11" fmla="*/ 593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41">
                    <a:moveTo>
                      <a:pt x="69" y="11"/>
                    </a:moveTo>
                    <a:cubicBezTo>
                      <a:pt x="68" y="8"/>
                      <a:pt x="68" y="5"/>
                      <a:pt x="67" y="1"/>
                    </a:cubicBezTo>
                    <a:cubicBezTo>
                      <a:pt x="67" y="0"/>
                      <a:pt x="0" y="25"/>
                      <a:pt x="0" y="25"/>
                    </a:cubicBezTo>
                    <a:cubicBezTo>
                      <a:pt x="1" y="27"/>
                      <a:pt x="3" y="30"/>
                      <a:pt x="4" y="33"/>
                    </a:cubicBezTo>
                    <a:cubicBezTo>
                      <a:pt x="5" y="35"/>
                      <a:pt x="6" y="38"/>
                      <a:pt x="7" y="41"/>
                    </a:cubicBezTo>
                    <a:cubicBezTo>
                      <a:pt x="7" y="41"/>
                      <a:pt x="69" y="12"/>
                      <a:pt x="69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1" name="Freeform 4053">
                <a:extLst>
                  <a:ext uri="{FF2B5EF4-FFF2-40B4-BE49-F238E27FC236}">
                    <a16:creationId xmlns:a16="http://schemas.microsoft.com/office/drawing/2014/main" id="{CF8B3296-78E5-479C-A527-E27F8CB06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2180"/>
                <a:ext cx="201" cy="162"/>
              </a:xfrm>
              <a:custGeom>
                <a:avLst/>
                <a:gdLst>
                  <a:gd name="T0" fmla="*/ 3656 w 111"/>
                  <a:gd name="T1" fmla="*/ 3200 h 84"/>
                  <a:gd name="T2" fmla="*/ 2401 w 111"/>
                  <a:gd name="T3" fmla="*/ 609 h 84"/>
                  <a:gd name="T4" fmla="*/ 255 w 111"/>
                  <a:gd name="T5" fmla="*/ 1121 h 84"/>
                  <a:gd name="T6" fmla="*/ 1516 w 111"/>
                  <a:gd name="T7" fmla="*/ 3768 h 84"/>
                  <a:gd name="T8" fmla="*/ 3656 w 111"/>
                  <a:gd name="T9" fmla="*/ 320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84">
                    <a:moveTo>
                      <a:pt x="104" y="62"/>
                    </a:moveTo>
                    <a:cubicBezTo>
                      <a:pt x="111" y="46"/>
                      <a:pt x="95" y="23"/>
                      <a:pt x="68" y="12"/>
                    </a:cubicBezTo>
                    <a:cubicBezTo>
                      <a:pt x="41" y="0"/>
                      <a:pt x="13" y="5"/>
                      <a:pt x="7" y="22"/>
                    </a:cubicBezTo>
                    <a:cubicBezTo>
                      <a:pt x="0" y="39"/>
                      <a:pt x="16" y="61"/>
                      <a:pt x="43" y="73"/>
                    </a:cubicBezTo>
                    <a:cubicBezTo>
                      <a:pt x="70" y="84"/>
                      <a:pt x="97" y="79"/>
                      <a:pt x="104" y="6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2" name="Freeform 4054">
                <a:extLst>
                  <a:ext uri="{FF2B5EF4-FFF2-40B4-BE49-F238E27FC236}">
                    <a16:creationId xmlns:a16="http://schemas.microsoft.com/office/drawing/2014/main" id="{BE8927F9-DD3E-4691-92B1-FA63D1C11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313"/>
                <a:ext cx="49" cy="83"/>
              </a:xfrm>
              <a:custGeom>
                <a:avLst/>
                <a:gdLst>
                  <a:gd name="T0" fmla="*/ 44 w 27"/>
                  <a:gd name="T1" fmla="*/ 1762 h 43"/>
                  <a:gd name="T2" fmla="*/ 294 w 27"/>
                  <a:gd name="T3" fmla="*/ 2164 h 43"/>
                  <a:gd name="T4" fmla="*/ 969 w 27"/>
                  <a:gd name="T5" fmla="*/ 317 h 43"/>
                  <a:gd name="T6" fmla="*/ 675 w 27"/>
                  <a:gd name="T7" fmla="*/ 208 h 43"/>
                  <a:gd name="T8" fmla="*/ 388 w 27"/>
                  <a:gd name="T9" fmla="*/ 0 h 43"/>
                  <a:gd name="T10" fmla="*/ 44 w 27"/>
                  <a:gd name="T11" fmla="*/ 1762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3">
                    <a:moveTo>
                      <a:pt x="1" y="34"/>
                    </a:moveTo>
                    <a:cubicBezTo>
                      <a:pt x="3" y="37"/>
                      <a:pt x="6" y="39"/>
                      <a:pt x="8" y="42"/>
                    </a:cubicBezTo>
                    <a:cubicBezTo>
                      <a:pt x="9" y="43"/>
                      <a:pt x="27" y="6"/>
                      <a:pt x="27" y="6"/>
                    </a:cubicBezTo>
                    <a:cubicBezTo>
                      <a:pt x="24" y="6"/>
                      <a:pt x="22" y="5"/>
                      <a:pt x="19" y="4"/>
                    </a:cubicBezTo>
                    <a:cubicBezTo>
                      <a:pt x="16" y="2"/>
                      <a:pt x="14" y="1"/>
                      <a:pt x="11" y="0"/>
                    </a:cubicBezTo>
                    <a:cubicBezTo>
                      <a:pt x="11" y="0"/>
                      <a:pt x="0" y="33"/>
                      <a:pt x="1" y="3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3" name="Freeform 4055">
                <a:extLst>
                  <a:ext uri="{FF2B5EF4-FFF2-40B4-BE49-F238E27FC236}">
                    <a16:creationId xmlns:a16="http://schemas.microsoft.com/office/drawing/2014/main" id="{2DE97E8F-376F-4560-A4F8-137133471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3711"/>
                <a:ext cx="202" cy="162"/>
              </a:xfrm>
              <a:custGeom>
                <a:avLst/>
                <a:gdLst>
                  <a:gd name="T0" fmla="*/ 3607 w 112"/>
                  <a:gd name="T1" fmla="*/ 3200 h 84"/>
                  <a:gd name="T2" fmla="*/ 1502 w 112"/>
                  <a:gd name="T3" fmla="*/ 3709 h 84"/>
                  <a:gd name="T4" fmla="*/ 240 w 112"/>
                  <a:gd name="T5" fmla="*/ 1121 h 84"/>
                  <a:gd name="T6" fmla="*/ 2372 w 112"/>
                  <a:gd name="T7" fmla="*/ 609 h 84"/>
                  <a:gd name="T8" fmla="*/ 3607 w 112"/>
                  <a:gd name="T9" fmla="*/ 320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4">
                    <a:moveTo>
                      <a:pt x="105" y="62"/>
                    </a:moveTo>
                    <a:cubicBezTo>
                      <a:pt x="98" y="79"/>
                      <a:pt x="71" y="84"/>
                      <a:pt x="44" y="72"/>
                    </a:cubicBezTo>
                    <a:cubicBezTo>
                      <a:pt x="17" y="61"/>
                      <a:pt x="0" y="39"/>
                      <a:pt x="7" y="22"/>
                    </a:cubicBezTo>
                    <a:cubicBezTo>
                      <a:pt x="14" y="5"/>
                      <a:pt x="42" y="0"/>
                      <a:pt x="69" y="12"/>
                    </a:cubicBezTo>
                    <a:cubicBezTo>
                      <a:pt x="96" y="23"/>
                      <a:pt x="112" y="45"/>
                      <a:pt x="105" y="6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4" name="Freeform 4056">
                <a:extLst>
                  <a:ext uri="{FF2B5EF4-FFF2-40B4-BE49-F238E27FC236}">
                    <a16:creationId xmlns:a16="http://schemas.microsoft.com/office/drawing/2014/main" id="{2AD8C6D2-976A-43E0-8566-E9834B41A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3657"/>
                <a:ext cx="49" cy="83"/>
              </a:xfrm>
              <a:custGeom>
                <a:avLst/>
                <a:gdLst>
                  <a:gd name="T0" fmla="*/ 918 w 27"/>
                  <a:gd name="T1" fmla="*/ 461 h 43"/>
                  <a:gd name="T2" fmla="*/ 675 w 27"/>
                  <a:gd name="T3" fmla="*/ 56 h 43"/>
                  <a:gd name="T4" fmla="*/ 0 w 27"/>
                  <a:gd name="T5" fmla="*/ 1899 h 43"/>
                  <a:gd name="T6" fmla="*/ 294 w 27"/>
                  <a:gd name="T7" fmla="*/ 2071 h 43"/>
                  <a:gd name="T8" fmla="*/ 573 w 27"/>
                  <a:gd name="T9" fmla="*/ 2220 h 43"/>
                  <a:gd name="T10" fmla="*/ 918 w 27"/>
                  <a:gd name="T11" fmla="*/ 46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3">
                    <a:moveTo>
                      <a:pt x="26" y="9"/>
                    </a:moveTo>
                    <a:cubicBezTo>
                      <a:pt x="24" y="6"/>
                      <a:pt x="22" y="4"/>
                      <a:pt x="19" y="1"/>
                    </a:cubicBezTo>
                    <a:cubicBezTo>
                      <a:pt x="18" y="0"/>
                      <a:pt x="0" y="37"/>
                      <a:pt x="0" y="37"/>
                    </a:cubicBezTo>
                    <a:cubicBezTo>
                      <a:pt x="2" y="38"/>
                      <a:pt x="5" y="38"/>
                      <a:pt x="8" y="40"/>
                    </a:cubicBezTo>
                    <a:cubicBezTo>
                      <a:pt x="11" y="41"/>
                      <a:pt x="13" y="42"/>
                      <a:pt x="16" y="43"/>
                    </a:cubicBezTo>
                    <a:cubicBezTo>
                      <a:pt x="16" y="43"/>
                      <a:pt x="27" y="10"/>
                      <a:pt x="26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5" name="Freeform 4057">
                <a:extLst>
                  <a:ext uri="{FF2B5EF4-FFF2-40B4-BE49-F238E27FC236}">
                    <a16:creationId xmlns:a16="http://schemas.microsoft.com/office/drawing/2014/main" id="{DAB56DCA-D7A0-45EF-85E8-9B654094D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3236"/>
                <a:ext cx="150" cy="214"/>
              </a:xfrm>
              <a:custGeom>
                <a:avLst/>
                <a:gdLst>
                  <a:gd name="T0" fmla="*/ 737 w 83"/>
                  <a:gd name="T1" fmla="*/ 5360 h 111"/>
                  <a:gd name="T2" fmla="*/ 2508 w 83"/>
                  <a:gd name="T3" fmla="*/ 3497 h 111"/>
                  <a:gd name="T4" fmla="*/ 2156 w 83"/>
                  <a:gd name="T5" fmla="*/ 345 h 111"/>
                  <a:gd name="T6" fmla="*/ 381 w 83"/>
                  <a:gd name="T7" fmla="*/ 2207 h 111"/>
                  <a:gd name="T8" fmla="*/ 737 w 83"/>
                  <a:gd name="T9" fmla="*/ 536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1">
                    <a:moveTo>
                      <a:pt x="21" y="104"/>
                    </a:moveTo>
                    <a:cubicBezTo>
                      <a:pt x="38" y="111"/>
                      <a:pt x="61" y="95"/>
                      <a:pt x="72" y="68"/>
                    </a:cubicBezTo>
                    <a:cubicBezTo>
                      <a:pt x="83" y="41"/>
                      <a:pt x="79" y="14"/>
                      <a:pt x="62" y="7"/>
                    </a:cubicBezTo>
                    <a:cubicBezTo>
                      <a:pt x="45" y="0"/>
                      <a:pt x="23" y="16"/>
                      <a:pt x="11" y="43"/>
                    </a:cubicBezTo>
                    <a:cubicBezTo>
                      <a:pt x="0" y="70"/>
                      <a:pt x="5" y="97"/>
                      <a:pt x="21" y="10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6" name="Freeform 4058">
                <a:extLst>
                  <a:ext uri="{FF2B5EF4-FFF2-40B4-BE49-F238E27FC236}">
                    <a16:creationId xmlns:a16="http://schemas.microsoft.com/office/drawing/2014/main" id="{ABD7A66D-B5E6-4407-A465-366D62EEE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3255"/>
                <a:ext cx="125" cy="79"/>
              </a:xfrm>
              <a:custGeom>
                <a:avLst/>
                <a:gdLst>
                  <a:gd name="T0" fmla="*/ 78 w 69"/>
                  <a:gd name="T1" fmla="*/ 56 h 41"/>
                  <a:gd name="T2" fmla="*/ 0 w 69"/>
                  <a:gd name="T3" fmla="*/ 609 h 41"/>
                  <a:gd name="T4" fmla="*/ 2188 w 69"/>
                  <a:gd name="T5" fmla="*/ 2098 h 41"/>
                  <a:gd name="T6" fmla="*/ 2308 w 69"/>
                  <a:gd name="T7" fmla="*/ 1698 h 41"/>
                  <a:gd name="T8" fmla="*/ 2431 w 69"/>
                  <a:gd name="T9" fmla="*/ 1266 h 41"/>
                  <a:gd name="T10" fmla="*/ 78 w 69"/>
                  <a:gd name="T11" fmla="*/ 56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41">
                    <a:moveTo>
                      <a:pt x="2" y="1"/>
                    </a:moveTo>
                    <a:cubicBezTo>
                      <a:pt x="2" y="5"/>
                      <a:pt x="1" y="8"/>
                      <a:pt x="0" y="12"/>
                    </a:cubicBezTo>
                    <a:cubicBezTo>
                      <a:pt x="0" y="13"/>
                      <a:pt x="62" y="41"/>
                      <a:pt x="62" y="41"/>
                    </a:cubicBezTo>
                    <a:cubicBezTo>
                      <a:pt x="63" y="38"/>
                      <a:pt x="64" y="36"/>
                      <a:pt x="65" y="33"/>
                    </a:cubicBezTo>
                    <a:cubicBezTo>
                      <a:pt x="66" y="30"/>
                      <a:pt x="68" y="28"/>
                      <a:pt x="69" y="25"/>
                    </a:cubicBezTo>
                    <a:cubicBezTo>
                      <a:pt x="69" y="25"/>
                      <a:pt x="2" y="0"/>
                      <a:pt x="2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7" name="Freeform 4059">
                <a:extLst>
                  <a:ext uri="{FF2B5EF4-FFF2-40B4-BE49-F238E27FC236}">
                    <a16:creationId xmlns:a16="http://schemas.microsoft.com/office/drawing/2014/main" id="{F27FB158-AAB9-4F5F-92B0-3DA5DA2D2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614"/>
                <a:ext cx="150" cy="216"/>
              </a:xfrm>
              <a:custGeom>
                <a:avLst/>
                <a:gdLst>
                  <a:gd name="T0" fmla="*/ 737 w 83"/>
                  <a:gd name="T1" fmla="*/ 5423 h 112"/>
                  <a:gd name="T2" fmla="*/ 381 w 83"/>
                  <a:gd name="T3" fmla="*/ 2216 h 112"/>
                  <a:gd name="T4" fmla="*/ 2156 w 83"/>
                  <a:gd name="T5" fmla="*/ 372 h 112"/>
                  <a:gd name="T6" fmla="*/ 2508 w 83"/>
                  <a:gd name="T7" fmla="*/ 3560 h 112"/>
                  <a:gd name="T8" fmla="*/ 737 w 83"/>
                  <a:gd name="T9" fmla="*/ 542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12">
                    <a:moveTo>
                      <a:pt x="21" y="105"/>
                    </a:moveTo>
                    <a:cubicBezTo>
                      <a:pt x="4" y="98"/>
                      <a:pt x="0" y="70"/>
                      <a:pt x="11" y="43"/>
                    </a:cubicBezTo>
                    <a:cubicBezTo>
                      <a:pt x="22" y="16"/>
                      <a:pt x="45" y="0"/>
                      <a:pt x="62" y="7"/>
                    </a:cubicBezTo>
                    <a:cubicBezTo>
                      <a:pt x="78" y="14"/>
                      <a:pt x="83" y="42"/>
                      <a:pt x="72" y="69"/>
                    </a:cubicBezTo>
                    <a:cubicBezTo>
                      <a:pt x="61" y="96"/>
                      <a:pt x="38" y="112"/>
                      <a:pt x="21" y="10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8" name="Freeform 4060">
                <a:extLst>
                  <a:ext uri="{FF2B5EF4-FFF2-40B4-BE49-F238E27FC236}">
                    <a16:creationId xmlns:a16="http://schemas.microsoft.com/office/drawing/2014/main" id="{123CF6DC-CDE0-4354-A76B-660CE56AB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730"/>
                <a:ext cx="129" cy="83"/>
              </a:xfrm>
              <a:custGeom>
                <a:avLst/>
                <a:gdLst>
                  <a:gd name="T0" fmla="*/ 2473 w 71"/>
                  <a:gd name="T1" fmla="*/ 2110 h 43"/>
                  <a:gd name="T2" fmla="*/ 2518 w 71"/>
                  <a:gd name="T3" fmla="*/ 1670 h 43"/>
                  <a:gd name="T4" fmla="*/ 263 w 71"/>
                  <a:gd name="T5" fmla="*/ 0 h 43"/>
                  <a:gd name="T6" fmla="*/ 145 w 71"/>
                  <a:gd name="T7" fmla="*/ 461 h 43"/>
                  <a:gd name="T8" fmla="*/ 0 w 71"/>
                  <a:gd name="T9" fmla="*/ 834 h 43"/>
                  <a:gd name="T10" fmla="*/ 2473 w 71"/>
                  <a:gd name="T11" fmla="*/ 211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43">
                    <a:moveTo>
                      <a:pt x="69" y="41"/>
                    </a:moveTo>
                    <a:cubicBezTo>
                      <a:pt x="69" y="38"/>
                      <a:pt x="70" y="35"/>
                      <a:pt x="70" y="32"/>
                    </a:cubicBezTo>
                    <a:cubicBezTo>
                      <a:pt x="71" y="30"/>
                      <a:pt x="7" y="0"/>
                      <a:pt x="7" y="0"/>
                    </a:cubicBezTo>
                    <a:cubicBezTo>
                      <a:pt x="6" y="3"/>
                      <a:pt x="5" y="6"/>
                      <a:pt x="4" y="9"/>
                    </a:cubicBezTo>
                    <a:cubicBezTo>
                      <a:pt x="3" y="11"/>
                      <a:pt x="1" y="14"/>
                      <a:pt x="0" y="16"/>
                    </a:cubicBezTo>
                    <a:cubicBezTo>
                      <a:pt x="0" y="16"/>
                      <a:pt x="68" y="43"/>
                      <a:pt x="69" y="4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9" name="Oval 4061">
                <a:extLst>
                  <a:ext uri="{FF2B5EF4-FFF2-40B4-BE49-F238E27FC236}">
                    <a16:creationId xmlns:a16="http://schemas.microsoft.com/office/drawing/2014/main" id="{21367CF3-3D97-4906-AB49-7EE9B3ECE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2" y="2923"/>
                <a:ext cx="119" cy="205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80" name="Freeform 4062">
                <a:extLst>
                  <a:ext uri="{FF2B5EF4-FFF2-40B4-BE49-F238E27FC236}">
                    <a16:creationId xmlns:a16="http://schemas.microsoft.com/office/drawing/2014/main" id="{17CA273F-275F-4580-A627-CE1729517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6" y="3008"/>
                <a:ext cx="137" cy="35"/>
              </a:xfrm>
              <a:custGeom>
                <a:avLst/>
                <a:gdLst>
                  <a:gd name="T0" fmla="*/ 2567 w 76"/>
                  <a:gd name="T1" fmla="*/ 500 h 18"/>
                  <a:gd name="T2" fmla="*/ 2607 w 76"/>
                  <a:gd name="T3" fmla="*/ 0 h 18"/>
                  <a:gd name="T4" fmla="*/ 0 w 76"/>
                  <a:gd name="T5" fmla="*/ 171 h 18"/>
                  <a:gd name="T6" fmla="*/ 0 w 76"/>
                  <a:gd name="T7" fmla="*/ 500 h 18"/>
                  <a:gd name="T8" fmla="*/ 0 w 76"/>
                  <a:gd name="T9" fmla="*/ 801 h 18"/>
                  <a:gd name="T10" fmla="*/ 2607 w 76"/>
                  <a:gd name="T11" fmla="*/ 972 h 18"/>
                  <a:gd name="T12" fmla="*/ 2567 w 76"/>
                  <a:gd name="T13" fmla="*/ 50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18">
                    <a:moveTo>
                      <a:pt x="75" y="9"/>
                    </a:moveTo>
                    <a:cubicBezTo>
                      <a:pt x="75" y="6"/>
                      <a:pt x="75" y="3"/>
                      <a:pt x="76" y="0"/>
                    </a:cubicBezTo>
                    <a:cubicBezTo>
                      <a:pt x="76" y="0"/>
                      <a:pt x="0" y="2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0" y="11"/>
                      <a:pt x="0" y="13"/>
                      <a:pt x="0" y="15"/>
                    </a:cubicBezTo>
                    <a:cubicBezTo>
                      <a:pt x="0" y="16"/>
                      <a:pt x="76" y="18"/>
                      <a:pt x="76" y="18"/>
                    </a:cubicBezTo>
                    <a:cubicBezTo>
                      <a:pt x="75" y="15"/>
                      <a:pt x="75" y="12"/>
                      <a:pt x="75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1" name="Oval 4063">
                <a:extLst>
                  <a:ext uri="{FF2B5EF4-FFF2-40B4-BE49-F238E27FC236}">
                    <a16:creationId xmlns:a16="http://schemas.microsoft.com/office/drawing/2014/main" id="{9037DA18-670E-4CB1-AEF8-2046A3CF0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925"/>
                <a:ext cx="118" cy="205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82" name="Freeform 4064">
                <a:extLst>
                  <a:ext uri="{FF2B5EF4-FFF2-40B4-BE49-F238E27FC236}">
                    <a16:creationId xmlns:a16="http://schemas.microsoft.com/office/drawing/2014/main" id="{69D79681-A096-428E-9DA2-77CFAE853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3012"/>
                <a:ext cx="139" cy="33"/>
              </a:xfrm>
              <a:custGeom>
                <a:avLst/>
                <a:gdLst>
                  <a:gd name="T0" fmla="*/ 0 w 77"/>
                  <a:gd name="T1" fmla="*/ 437 h 17"/>
                  <a:gd name="T2" fmla="*/ 0 w 77"/>
                  <a:gd name="T3" fmla="*/ 0 h 17"/>
                  <a:gd name="T4" fmla="*/ 2666 w 77"/>
                  <a:gd name="T5" fmla="*/ 169 h 17"/>
                  <a:gd name="T6" fmla="*/ 2666 w 77"/>
                  <a:gd name="T7" fmla="*/ 437 h 17"/>
                  <a:gd name="T8" fmla="*/ 2666 w 77"/>
                  <a:gd name="T9" fmla="*/ 693 h 17"/>
                  <a:gd name="T10" fmla="*/ 0 w 77"/>
                  <a:gd name="T11" fmla="*/ 908 h 17"/>
                  <a:gd name="T12" fmla="*/ 0 w 77"/>
                  <a:gd name="T13" fmla="*/ 43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7">
                    <a:moveTo>
                      <a:pt x="0" y="8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0" y="0"/>
                      <a:pt x="77" y="2"/>
                      <a:pt x="77" y="3"/>
                    </a:cubicBezTo>
                    <a:cubicBezTo>
                      <a:pt x="77" y="5"/>
                      <a:pt x="77" y="6"/>
                      <a:pt x="77" y="8"/>
                    </a:cubicBezTo>
                    <a:cubicBezTo>
                      <a:pt x="77" y="10"/>
                      <a:pt x="77" y="12"/>
                      <a:pt x="77" y="13"/>
                    </a:cubicBezTo>
                    <a:cubicBezTo>
                      <a:pt x="77" y="15"/>
                      <a:pt x="0" y="17"/>
                      <a:pt x="0" y="17"/>
                    </a:cubicBezTo>
                    <a:cubicBezTo>
                      <a:pt x="0" y="14"/>
                      <a:pt x="0" y="11"/>
                      <a:pt x="0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3" name="Freeform 4065">
                <a:extLst>
                  <a:ext uri="{FF2B5EF4-FFF2-40B4-BE49-F238E27FC236}">
                    <a16:creationId xmlns:a16="http://schemas.microsoft.com/office/drawing/2014/main" id="{0CE1CF60-7071-4F9F-8E91-C9F748CD1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348"/>
                <a:ext cx="181" cy="195"/>
              </a:xfrm>
              <a:custGeom>
                <a:avLst/>
                <a:gdLst>
                  <a:gd name="T0" fmla="*/ 3090 w 100"/>
                  <a:gd name="T1" fmla="*/ 4555 h 101"/>
                  <a:gd name="T2" fmla="*/ 2568 w 100"/>
                  <a:gd name="T3" fmla="*/ 1390 h 101"/>
                  <a:gd name="T4" fmla="*/ 462 w 100"/>
                  <a:gd name="T5" fmla="*/ 672 h 101"/>
                  <a:gd name="T6" fmla="*/ 954 w 100"/>
                  <a:gd name="T7" fmla="*/ 3836 h 101"/>
                  <a:gd name="T8" fmla="*/ 3090 w 100"/>
                  <a:gd name="T9" fmla="*/ 4555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1">
                    <a:moveTo>
                      <a:pt x="88" y="88"/>
                    </a:moveTo>
                    <a:cubicBezTo>
                      <a:pt x="100" y="75"/>
                      <a:pt x="94" y="48"/>
                      <a:pt x="73" y="27"/>
                    </a:cubicBezTo>
                    <a:cubicBezTo>
                      <a:pt x="53" y="7"/>
                      <a:pt x="25" y="0"/>
                      <a:pt x="13" y="13"/>
                    </a:cubicBezTo>
                    <a:cubicBezTo>
                      <a:pt x="0" y="26"/>
                      <a:pt x="6" y="53"/>
                      <a:pt x="27" y="74"/>
                    </a:cubicBezTo>
                    <a:cubicBezTo>
                      <a:pt x="47" y="94"/>
                      <a:pt x="75" y="101"/>
                      <a:pt x="88" y="8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4" name="Freeform 4066">
                <a:extLst>
                  <a:ext uri="{FF2B5EF4-FFF2-40B4-BE49-F238E27FC236}">
                    <a16:creationId xmlns:a16="http://schemas.microsoft.com/office/drawing/2014/main" id="{52974208-3317-4223-BB7A-6316E6FEF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477"/>
                <a:ext cx="92" cy="106"/>
              </a:xfrm>
              <a:custGeom>
                <a:avLst/>
                <a:gdLst>
                  <a:gd name="T0" fmla="*/ 41 w 51"/>
                  <a:gd name="T1" fmla="*/ 2207 h 55"/>
                  <a:gd name="T2" fmla="*/ 170 w 51"/>
                  <a:gd name="T3" fmla="*/ 2756 h 55"/>
                  <a:gd name="T4" fmla="*/ 1753 w 51"/>
                  <a:gd name="T5" fmla="*/ 665 h 55"/>
                  <a:gd name="T6" fmla="*/ 1542 w 51"/>
                  <a:gd name="T7" fmla="*/ 345 h 55"/>
                  <a:gd name="T8" fmla="*/ 1331 w 51"/>
                  <a:gd name="T9" fmla="*/ 0 h 55"/>
                  <a:gd name="T10" fmla="*/ 41 w 51"/>
                  <a:gd name="T11" fmla="*/ 2207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5">
                    <a:moveTo>
                      <a:pt x="1" y="43"/>
                    </a:moveTo>
                    <a:cubicBezTo>
                      <a:pt x="2" y="47"/>
                      <a:pt x="4" y="50"/>
                      <a:pt x="5" y="54"/>
                    </a:cubicBezTo>
                    <a:cubicBezTo>
                      <a:pt x="6" y="55"/>
                      <a:pt x="51" y="13"/>
                      <a:pt x="51" y="13"/>
                    </a:cubicBezTo>
                    <a:cubicBezTo>
                      <a:pt x="49" y="11"/>
                      <a:pt x="47" y="9"/>
                      <a:pt x="45" y="7"/>
                    </a:cubicBezTo>
                    <a:cubicBezTo>
                      <a:pt x="43" y="5"/>
                      <a:pt x="41" y="2"/>
                      <a:pt x="39" y="0"/>
                    </a:cubicBezTo>
                    <a:cubicBezTo>
                      <a:pt x="39" y="0"/>
                      <a:pt x="0" y="42"/>
                      <a:pt x="1" y="4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5" name="Freeform 4067">
                <a:extLst>
                  <a:ext uri="{FF2B5EF4-FFF2-40B4-BE49-F238E27FC236}">
                    <a16:creationId xmlns:a16="http://schemas.microsoft.com/office/drawing/2014/main" id="{EEFF38E0-11A3-4EB7-854C-0863136B7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3510"/>
                <a:ext cx="183" cy="195"/>
              </a:xfrm>
              <a:custGeom>
                <a:avLst/>
                <a:gdLst>
                  <a:gd name="T0" fmla="*/ 3106 w 101"/>
                  <a:gd name="T1" fmla="*/ 4555 h 101"/>
                  <a:gd name="T2" fmla="*/ 958 w 101"/>
                  <a:gd name="T3" fmla="*/ 3836 h 101"/>
                  <a:gd name="T4" fmla="*/ 462 w 101"/>
                  <a:gd name="T5" fmla="*/ 672 h 101"/>
                  <a:gd name="T6" fmla="*/ 2616 w 101"/>
                  <a:gd name="T7" fmla="*/ 1390 h 101"/>
                  <a:gd name="T8" fmla="*/ 3106 w 101"/>
                  <a:gd name="T9" fmla="*/ 4555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88" y="88"/>
                    </a:moveTo>
                    <a:cubicBezTo>
                      <a:pt x="75" y="101"/>
                      <a:pt x="48" y="95"/>
                      <a:pt x="27" y="74"/>
                    </a:cubicBezTo>
                    <a:cubicBezTo>
                      <a:pt x="7" y="53"/>
                      <a:pt x="0" y="26"/>
                      <a:pt x="13" y="13"/>
                    </a:cubicBezTo>
                    <a:cubicBezTo>
                      <a:pt x="26" y="0"/>
                      <a:pt x="53" y="7"/>
                      <a:pt x="74" y="27"/>
                    </a:cubicBezTo>
                    <a:cubicBezTo>
                      <a:pt x="95" y="48"/>
                      <a:pt x="101" y="75"/>
                      <a:pt x="88" y="8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6" name="Freeform 4068">
                <a:extLst>
                  <a:ext uri="{FF2B5EF4-FFF2-40B4-BE49-F238E27FC236}">
                    <a16:creationId xmlns:a16="http://schemas.microsoft.com/office/drawing/2014/main" id="{C7A64A18-24D9-4B61-A2A6-662283F41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471"/>
                <a:ext cx="94" cy="105"/>
              </a:xfrm>
              <a:custGeom>
                <a:avLst/>
                <a:gdLst>
                  <a:gd name="T0" fmla="*/ 1772 w 52"/>
                  <a:gd name="T1" fmla="*/ 589 h 54"/>
                  <a:gd name="T2" fmla="*/ 1643 w 52"/>
                  <a:gd name="T3" fmla="*/ 117 h 54"/>
                  <a:gd name="T4" fmla="*/ 0 w 52"/>
                  <a:gd name="T5" fmla="*/ 2273 h 54"/>
                  <a:gd name="T6" fmla="*/ 255 w 52"/>
                  <a:gd name="T7" fmla="*/ 2530 h 54"/>
                  <a:gd name="T8" fmla="*/ 461 w 52"/>
                  <a:gd name="T9" fmla="*/ 2919 h 54"/>
                  <a:gd name="T10" fmla="*/ 1772 w 52"/>
                  <a:gd name="T11" fmla="*/ 589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4">
                    <a:moveTo>
                      <a:pt x="51" y="11"/>
                    </a:moveTo>
                    <a:cubicBezTo>
                      <a:pt x="50" y="8"/>
                      <a:pt x="49" y="5"/>
                      <a:pt x="47" y="2"/>
                    </a:cubicBezTo>
                    <a:cubicBezTo>
                      <a:pt x="47" y="0"/>
                      <a:pt x="0" y="42"/>
                      <a:pt x="0" y="42"/>
                    </a:cubicBezTo>
                    <a:cubicBezTo>
                      <a:pt x="3" y="43"/>
                      <a:pt x="5" y="45"/>
                      <a:pt x="7" y="47"/>
                    </a:cubicBezTo>
                    <a:cubicBezTo>
                      <a:pt x="9" y="49"/>
                      <a:pt x="11" y="52"/>
                      <a:pt x="13" y="54"/>
                    </a:cubicBezTo>
                    <a:cubicBezTo>
                      <a:pt x="13" y="54"/>
                      <a:pt x="52" y="12"/>
                      <a:pt x="51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7" name="Freeform 4069">
                <a:extLst>
                  <a:ext uri="{FF2B5EF4-FFF2-40B4-BE49-F238E27FC236}">
                    <a16:creationId xmlns:a16="http://schemas.microsoft.com/office/drawing/2014/main" id="{309DA8FA-1019-4E7B-B50A-E35B6120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3514"/>
                <a:ext cx="183" cy="195"/>
              </a:xfrm>
              <a:custGeom>
                <a:avLst/>
                <a:gdLst>
                  <a:gd name="T0" fmla="*/ 462 w 101"/>
                  <a:gd name="T1" fmla="*/ 4555 h 101"/>
                  <a:gd name="T2" fmla="*/ 2616 w 101"/>
                  <a:gd name="T3" fmla="*/ 3836 h 101"/>
                  <a:gd name="T4" fmla="*/ 3106 w 101"/>
                  <a:gd name="T5" fmla="*/ 672 h 101"/>
                  <a:gd name="T6" fmla="*/ 958 w 101"/>
                  <a:gd name="T7" fmla="*/ 1390 h 101"/>
                  <a:gd name="T8" fmla="*/ 462 w 101"/>
                  <a:gd name="T9" fmla="*/ 4555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13" y="88"/>
                    </a:moveTo>
                    <a:cubicBezTo>
                      <a:pt x="26" y="101"/>
                      <a:pt x="53" y="94"/>
                      <a:pt x="74" y="74"/>
                    </a:cubicBezTo>
                    <a:cubicBezTo>
                      <a:pt x="94" y="53"/>
                      <a:pt x="101" y="26"/>
                      <a:pt x="88" y="13"/>
                    </a:cubicBezTo>
                    <a:cubicBezTo>
                      <a:pt x="75" y="0"/>
                      <a:pt x="48" y="6"/>
                      <a:pt x="27" y="27"/>
                    </a:cubicBezTo>
                    <a:cubicBezTo>
                      <a:pt x="6" y="48"/>
                      <a:pt x="0" y="75"/>
                      <a:pt x="13" y="8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8" name="Freeform 4070">
                <a:extLst>
                  <a:ext uri="{FF2B5EF4-FFF2-40B4-BE49-F238E27FC236}">
                    <a16:creationId xmlns:a16="http://schemas.microsoft.com/office/drawing/2014/main" id="{D55FA06A-20CB-4ABC-ACC2-4FD92D44F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3475"/>
                <a:ext cx="93" cy="104"/>
              </a:xfrm>
              <a:custGeom>
                <a:avLst/>
                <a:gdLst>
                  <a:gd name="T0" fmla="*/ 177 w 51"/>
                  <a:gd name="T1" fmla="*/ 56 h 54"/>
                  <a:gd name="T2" fmla="*/ 44 w 51"/>
                  <a:gd name="T3" fmla="*/ 549 h 54"/>
                  <a:gd name="T4" fmla="*/ 1393 w 51"/>
                  <a:gd name="T5" fmla="*/ 2748 h 54"/>
                  <a:gd name="T6" fmla="*/ 1612 w 51"/>
                  <a:gd name="T7" fmla="*/ 2407 h 54"/>
                  <a:gd name="T8" fmla="*/ 1878 w 51"/>
                  <a:gd name="T9" fmla="*/ 2092 h 54"/>
                  <a:gd name="T10" fmla="*/ 177 w 51"/>
                  <a:gd name="T11" fmla="*/ 56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4">
                    <a:moveTo>
                      <a:pt x="5" y="1"/>
                    </a:moveTo>
                    <a:cubicBezTo>
                      <a:pt x="4" y="5"/>
                      <a:pt x="2" y="8"/>
                      <a:pt x="1" y="11"/>
                    </a:cubicBezTo>
                    <a:cubicBezTo>
                      <a:pt x="0" y="12"/>
                      <a:pt x="38" y="54"/>
                      <a:pt x="38" y="54"/>
                    </a:cubicBezTo>
                    <a:cubicBezTo>
                      <a:pt x="40" y="51"/>
                      <a:pt x="42" y="49"/>
                      <a:pt x="44" y="47"/>
                    </a:cubicBezTo>
                    <a:cubicBezTo>
                      <a:pt x="46" y="45"/>
                      <a:pt x="48" y="43"/>
                      <a:pt x="51" y="41"/>
                    </a:cubicBezTo>
                    <a:cubicBezTo>
                      <a:pt x="51" y="41"/>
                      <a:pt x="6" y="0"/>
                      <a:pt x="5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9" name="Freeform 4071">
                <a:extLst>
                  <a:ext uri="{FF2B5EF4-FFF2-40B4-BE49-F238E27FC236}">
                    <a16:creationId xmlns:a16="http://schemas.microsoft.com/office/drawing/2014/main" id="{CDD59BED-B11B-48D2-9E10-9C44A81EC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344"/>
                <a:ext cx="183" cy="195"/>
              </a:xfrm>
              <a:custGeom>
                <a:avLst/>
                <a:gdLst>
                  <a:gd name="T0" fmla="*/ 462 w 101"/>
                  <a:gd name="T1" fmla="*/ 4555 h 101"/>
                  <a:gd name="T2" fmla="*/ 958 w 101"/>
                  <a:gd name="T3" fmla="*/ 1446 h 101"/>
                  <a:gd name="T4" fmla="*/ 3106 w 101"/>
                  <a:gd name="T5" fmla="*/ 672 h 101"/>
                  <a:gd name="T6" fmla="*/ 2616 w 101"/>
                  <a:gd name="T7" fmla="*/ 3836 h 101"/>
                  <a:gd name="T8" fmla="*/ 462 w 101"/>
                  <a:gd name="T9" fmla="*/ 4555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13" y="88"/>
                    </a:moveTo>
                    <a:cubicBezTo>
                      <a:pt x="0" y="75"/>
                      <a:pt x="6" y="48"/>
                      <a:pt x="27" y="28"/>
                    </a:cubicBezTo>
                    <a:cubicBezTo>
                      <a:pt x="48" y="7"/>
                      <a:pt x="75" y="0"/>
                      <a:pt x="88" y="13"/>
                    </a:cubicBezTo>
                    <a:cubicBezTo>
                      <a:pt x="101" y="26"/>
                      <a:pt x="94" y="53"/>
                      <a:pt x="74" y="74"/>
                    </a:cubicBezTo>
                    <a:cubicBezTo>
                      <a:pt x="53" y="95"/>
                      <a:pt x="26" y="101"/>
                      <a:pt x="13" y="8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0" name="Freeform 4072">
                <a:extLst>
                  <a:ext uri="{FF2B5EF4-FFF2-40B4-BE49-F238E27FC236}">
                    <a16:creationId xmlns:a16="http://schemas.microsoft.com/office/drawing/2014/main" id="{9EA4FAC9-2CA7-4C78-9462-F817F5D8B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475"/>
                <a:ext cx="91" cy="103"/>
              </a:xfrm>
              <a:custGeom>
                <a:avLst/>
                <a:gdLst>
                  <a:gd name="T0" fmla="*/ 1676 w 50"/>
                  <a:gd name="T1" fmla="*/ 2738 h 53"/>
                  <a:gd name="T2" fmla="*/ 1822 w 50"/>
                  <a:gd name="T3" fmla="*/ 2326 h 53"/>
                  <a:gd name="T4" fmla="*/ 440 w 50"/>
                  <a:gd name="T5" fmla="*/ 0 h 53"/>
                  <a:gd name="T6" fmla="*/ 266 w 50"/>
                  <a:gd name="T7" fmla="*/ 328 h 53"/>
                  <a:gd name="T8" fmla="*/ 0 w 50"/>
                  <a:gd name="T9" fmla="*/ 637 h 53"/>
                  <a:gd name="T10" fmla="*/ 1676 w 50"/>
                  <a:gd name="T11" fmla="*/ 273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3">
                    <a:moveTo>
                      <a:pt x="46" y="51"/>
                    </a:moveTo>
                    <a:cubicBezTo>
                      <a:pt x="47" y="48"/>
                      <a:pt x="49" y="46"/>
                      <a:pt x="50" y="43"/>
                    </a:cubicBezTo>
                    <a:cubicBezTo>
                      <a:pt x="50" y="42"/>
                      <a:pt x="12" y="0"/>
                      <a:pt x="12" y="0"/>
                    </a:cubicBezTo>
                    <a:cubicBezTo>
                      <a:pt x="11" y="2"/>
                      <a:pt x="9" y="4"/>
                      <a:pt x="7" y="6"/>
                    </a:cubicBezTo>
                    <a:cubicBezTo>
                      <a:pt x="5" y="8"/>
                      <a:pt x="2" y="10"/>
                      <a:pt x="0" y="12"/>
                    </a:cubicBezTo>
                    <a:cubicBezTo>
                      <a:pt x="0" y="12"/>
                      <a:pt x="46" y="53"/>
                      <a:pt x="46" y="5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1" name="Freeform 4073">
                <a:extLst>
                  <a:ext uri="{FF2B5EF4-FFF2-40B4-BE49-F238E27FC236}">
                    <a16:creationId xmlns:a16="http://schemas.microsoft.com/office/drawing/2014/main" id="{69D2DED9-0883-439C-B605-DC8ABC875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3290"/>
                <a:ext cx="80" cy="35"/>
              </a:xfrm>
              <a:custGeom>
                <a:avLst/>
                <a:gdLst>
                  <a:gd name="T0" fmla="*/ 0 w 44"/>
                  <a:gd name="T1" fmla="*/ 0 h 18"/>
                  <a:gd name="T2" fmla="*/ 1411 w 44"/>
                  <a:gd name="T3" fmla="*/ 972 h 18"/>
                  <a:gd name="T4" fmla="*/ 1587 w 44"/>
                  <a:gd name="T5" fmla="*/ 500 h 18"/>
                  <a:gd name="T6" fmla="*/ 0 w 44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8">
                    <a:moveTo>
                      <a:pt x="0" y="0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8"/>
                      <a:pt x="41" y="11"/>
                      <a:pt x="44" y="9"/>
                    </a:cubicBezTo>
                    <a:cubicBezTo>
                      <a:pt x="38" y="12"/>
                      <a:pt x="10" y="5"/>
                      <a:pt x="0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2" name="Freeform 4074">
                <a:extLst>
                  <a:ext uri="{FF2B5EF4-FFF2-40B4-BE49-F238E27FC236}">
                    <a16:creationId xmlns:a16="http://schemas.microsoft.com/office/drawing/2014/main" id="{808F6DC9-FE2C-4AAB-B6BA-64EE39F6D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358"/>
                <a:ext cx="427" cy="1328"/>
              </a:xfrm>
              <a:custGeom>
                <a:avLst/>
                <a:gdLst>
                  <a:gd name="T0" fmla="*/ 8285 w 236"/>
                  <a:gd name="T1" fmla="*/ 17951 h 688"/>
                  <a:gd name="T2" fmla="*/ 0 w 236"/>
                  <a:gd name="T3" fmla="*/ 35578 h 688"/>
                  <a:gd name="T4" fmla="*/ 0 w 236"/>
                  <a:gd name="T5" fmla="*/ 34706 h 688"/>
                  <a:gd name="T6" fmla="*/ 4728 w 236"/>
                  <a:gd name="T7" fmla="*/ 30917 h 688"/>
                  <a:gd name="T8" fmla="*/ 6206 w 236"/>
                  <a:gd name="T9" fmla="*/ 17951 h 688"/>
                  <a:gd name="T10" fmla="*/ 4769 w 236"/>
                  <a:gd name="T11" fmla="*/ 4669 h 688"/>
                  <a:gd name="T12" fmla="*/ 0 w 236"/>
                  <a:gd name="T13" fmla="*/ 720 h 688"/>
                  <a:gd name="T14" fmla="*/ 0 w 236"/>
                  <a:gd name="T15" fmla="*/ 0 h 688"/>
                  <a:gd name="T16" fmla="*/ 8285 w 236"/>
                  <a:gd name="T17" fmla="*/ 17951 h 6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6" h="688">
                    <a:moveTo>
                      <a:pt x="236" y="347"/>
                    </a:moveTo>
                    <a:cubicBezTo>
                      <a:pt x="236" y="573"/>
                      <a:pt x="130" y="688"/>
                      <a:pt x="0" y="688"/>
                    </a:cubicBezTo>
                    <a:cubicBezTo>
                      <a:pt x="0" y="671"/>
                      <a:pt x="0" y="671"/>
                      <a:pt x="0" y="671"/>
                    </a:cubicBezTo>
                    <a:cubicBezTo>
                      <a:pt x="48" y="671"/>
                      <a:pt x="98" y="664"/>
                      <a:pt x="135" y="598"/>
                    </a:cubicBezTo>
                    <a:cubicBezTo>
                      <a:pt x="177" y="526"/>
                      <a:pt x="177" y="451"/>
                      <a:pt x="177" y="347"/>
                    </a:cubicBezTo>
                    <a:cubicBezTo>
                      <a:pt x="177" y="242"/>
                      <a:pt x="178" y="163"/>
                      <a:pt x="136" y="90"/>
                    </a:cubicBezTo>
                    <a:cubicBezTo>
                      <a:pt x="99" y="25"/>
                      <a:pt x="48" y="14"/>
                      <a:pt x="0" y="1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0" y="0"/>
                      <a:pt x="236" y="120"/>
                      <a:pt x="236" y="347"/>
                    </a:cubicBezTo>
                    <a:close/>
                  </a:path>
                </a:pathLst>
              </a:custGeom>
              <a:solidFill>
                <a:srgbClr val="FFEC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3" name="Freeform 4075">
                <a:extLst>
                  <a:ext uri="{FF2B5EF4-FFF2-40B4-BE49-F238E27FC236}">
                    <a16:creationId xmlns:a16="http://schemas.microsoft.com/office/drawing/2014/main" id="{2494E6CC-5F88-41CF-B6D5-46A6D476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358"/>
                <a:ext cx="429" cy="1328"/>
              </a:xfrm>
              <a:custGeom>
                <a:avLst/>
                <a:gdLst>
                  <a:gd name="T0" fmla="*/ 0 w 237"/>
                  <a:gd name="T1" fmla="*/ 17951 h 688"/>
                  <a:gd name="T2" fmla="*/ 8339 w 237"/>
                  <a:gd name="T3" fmla="*/ 35578 h 688"/>
                  <a:gd name="T4" fmla="*/ 8339 w 237"/>
                  <a:gd name="T5" fmla="*/ 34706 h 688"/>
                  <a:gd name="T6" fmla="*/ 3551 w 237"/>
                  <a:gd name="T7" fmla="*/ 30917 h 688"/>
                  <a:gd name="T8" fmla="*/ 2080 w 237"/>
                  <a:gd name="T9" fmla="*/ 17951 h 688"/>
                  <a:gd name="T10" fmla="*/ 3523 w 237"/>
                  <a:gd name="T11" fmla="*/ 4669 h 688"/>
                  <a:gd name="T12" fmla="*/ 8339 w 237"/>
                  <a:gd name="T13" fmla="*/ 720 h 688"/>
                  <a:gd name="T14" fmla="*/ 8339 w 237"/>
                  <a:gd name="T15" fmla="*/ 0 h 688"/>
                  <a:gd name="T16" fmla="*/ 0 w 237"/>
                  <a:gd name="T17" fmla="*/ 17951 h 6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7" h="688">
                    <a:moveTo>
                      <a:pt x="0" y="347"/>
                    </a:moveTo>
                    <a:cubicBezTo>
                      <a:pt x="0" y="573"/>
                      <a:pt x="106" y="688"/>
                      <a:pt x="237" y="688"/>
                    </a:cubicBezTo>
                    <a:cubicBezTo>
                      <a:pt x="237" y="671"/>
                      <a:pt x="237" y="671"/>
                      <a:pt x="237" y="671"/>
                    </a:cubicBezTo>
                    <a:cubicBezTo>
                      <a:pt x="188" y="671"/>
                      <a:pt x="139" y="664"/>
                      <a:pt x="101" y="598"/>
                    </a:cubicBezTo>
                    <a:cubicBezTo>
                      <a:pt x="59" y="526"/>
                      <a:pt x="59" y="451"/>
                      <a:pt x="59" y="347"/>
                    </a:cubicBezTo>
                    <a:cubicBezTo>
                      <a:pt x="59" y="242"/>
                      <a:pt x="58" y="163"/>
                      <a:pt x="100" y="90"/>
                    </a:cubicBezTo>
                    <a:cubicBezTo>
                      <a:pt x="138" y="25"/>
                      <a:pt x="188" y="14"/>
                      <a:pt x="237" y="14"/>
                    </a:cubicBezTo>
                    <a:cubicBezTo>
                      <a:pt x="237" y="0"/>
                      <a:pt x="237" y="0"/>
                      <a:pt x="237" y="0"/>
                    </a:cubicBezTo>
                    <a:cubicBezTo>
                      <a:pt x="106" y="0"/>
                      <a:pt x="0" y="120"/>
                      <a:pt x="0" y="347"/>
                    </a:cubicBezTo>
                    <a:close/>
                  </a:path>
                </a:pathLst>
              </a:custGeom>
              <a:solidFill>
                <a:srgbClr val="FFEC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4" name="Freeform 4076">
                <a:extLst>
                  <a:ext uri="{FF2B5EF4-FFF2-40B4-BE49-F238E27FC236}">
                    <a16:creationId xmlns:a16="http://schemas.microsoft.com/office/drawing/2014/main" id="{5134C984-5B02-49DA-8656-D8F523C8D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398"/>
                <a:ext cx="195" cy="131"/>
              </a:xfrm>
              <a:custGeom>
                <a:avLst/>
                <a:gdLst>
                  <a:gd name="T0" fmla="*/ 3698 w 108"/>
                  <a:gd name="T1" fmla="*/ 1595 h 68"/>
                  <a:gd name="T2" fmla="*/ 1836 w 108"/>
                  <a:gd name="T3" fmla="*/ 56 h 68"/>
                  <a:gd name="T4" fmla="*/ 42 w 108"/>
                  <a:gd name="T5" fmla="*/ 1890 h 68"/>
                  <a:gd name="T6" fmla="*/ 1937 w 108"/>
                  <a:gd name="T7" fmla="*/ 3433 h 68"/>
                  <a:gd name="T8" fmla="*/ 3698 w 108"/>
                  <a:gd name="T9" fmla="*/ 1595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68">
                    <a:moveTo>
                      <a:pt x="107" y="31"/>
                    </a:moveTo>
                    <a:cubicBezTo>
                      <a:pt x="106" y="13"/>
                      <a:pt x="82" y="0"/>
                      <a:pt x="53" y="1"/>
                    </a:cubicBezTo>
                    <a:cubicBezTo>
                      <a:pt x="23" y="3"/>
                      <a:pt x="0" y="19"/>
                      <a:pt x="1" y="37"/>
                    </a:cubicBezTo>
                    <a:cubicBezTo>
                      <a:pt x="2" y="55"/>
                      <a:pt x="27" y="68"/>
                      <a:pt x="56" y="67"/>
                    </a:cubicBezTo>
                    <a:cubicBezTo>
                      <a:pt x="85" y="66"/>
                      <a:pt x="108" y="50"/>
                      <a:pt x="107" y="31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5" name="Freeform 4077">
                <a:extLst>
                  <a:ext uri="{FF2B5EF4-FFF2-40B4-BE49-F238E27FC236}">
                    <a16:creationId xmlns:a16="http://schemas.microsoft.com/office/drawing/2014/main" id="{574A9870-C9FF-4309-A0E7-E29EEE8C0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525"/>
                <a:ext cx="31" cy="80"/>
              </a:xfrm>
              <a:custGeom>
                <a:avLst/>
                <a:gdLst>
                  <a:gd name="T0" fmla="*/ 146 w 17"/>
                  <a:gd name="T1" fmla="*/ 2258 h 41"/>
                  <a:gd name="T2" fmla="*/ 538 w 17"/>
                  <a:gd name="T3" fmla="*/ 2146 h 41"/>
                  <a:gd name="T4" fmla="*/ 631 w 17"/>
                  <a:gd name="T5" fmla="*/ 0 h 41"/>
                  <a:gd name="T6" fmla="*/ 323 w 17"/>
                  <a:gd name="T7" fmla="*/ 60 h 41"/>
                  <a:gd name="T8" fmla="*/ 0 w 17"/>
                  <a:gd name="T9" fmla="*/ 60 h 41"/>
                  <a:gd name="T10" fmla="*/ 146 w 17"/>
                  <a:gd name="T11" fmla="*/ 225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1">
                    <a:moveTo>
                      <a:pt x="4" y="41"/>
                    </a:moveTo>
                    <a:cubicBezTo>
                      <a:pt x="7" y="39"/>
                      <a:pt x="12" y="40"/>
                      <a:pt x="15" y="39"/>
                    </a:cubicBezTo>
                    <a:cubicBezTo>
                      <a:pt x="16" y="38"/>
                      <a:pt x="17" y="0"/>
                      <a:pt x="17" y="0"/>
                    </a:cubicBezTo>
                    <a:cubicBezTo>
                      <a:pt x="15" y="1"/>
                      <a:pt x="12" y="1"/>
                      <a:pt x="9" y="1"/>
                    </a:cubicBezTo>
                    <a:cubicBezTo>
                      <a:pt x="6" y="1"/>
                      <a:pt x="3" y="1"/>
                      <a:pt x="0" y="1"/>
                    </a:cubicBezTo>
                    <a:cubicBezTo>
                      <a:pt x="0" y="1"/>
                      <a:pt x="3" y="41"/>
                      <a:pt x="4" y="4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6" name="Freeform 4078">
                <a:extLst>
                  <a:ext uri="{FF2B5EF4-FFF2-40B4-BE49-F238E27FC236}">
                    <a16:creationId xmlns:a16="http://schemas.microsoft.com/office/drawing/2014/main" id="{C7BD9667-DF1C-4826-BD6C-CA9DEADFF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3091"/>
                <a:ext cx="130" cy="212"/>
              </a:xfrm>
              <a:custGeom>
                <a:avLst/>
                <a:gdLst>
                  <a:gd name="T0" fmla="*/ 1453 w 72"/>
                  <a:gd name="T1" fmla="*/ 5535 h 110"/>
                  <a:gd name="T2" fmla="*/ 94 w 72"/>
                  <a:gd name="T3" fmla="*/ 3035 h 110"/>
                  <a:gd name="T4" fmla="*/ 1044 w 72"/>
                  <a:gd name="T5" fmla="*/ 108 h 110"/>
                  <a:gd name="T6" fmla="*/ 2360 w 72"/>
                  <a:gd name="T7" fmla="*/ 2608 h 110"/>
                  <a:gd name="T8" fmla="*/ 1453 w 72"/>
                  <a:gd name="T9" fmla="*/ 5535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10">
                    <a:moveTo>
                      <a:pt x="42" y="108"/>
                    </a:moveTo>
                    <a:cubicBezTo>
                      <a:pt x="24" y="110"/>
                      <a:pt x="6" y="88"/>
                      <a:pt x="3" y="59"/>
                    </a:cubicBezTo>
                    <a:cubicBezTo>
                      <a:pt x="0" y="30"/>
                      <a:pt x="12" y="4"/>
                      <a:pt x="30" y="2"/>
                    </a:cubicBezTo>
                    <a:cubicBezTo>
                      <a:pt x="48" y="0"/>
                      <a:pt x="65" y="22"/>
                      <a:pt x="68" y="51"/>
                    </a:cubicBezTo>
                    <a:cubicBezTo>
                      <a:pt x="72" y="80"/>
                      <a:pt x="60" y="105"/>
                      <a:pt x="42" y="108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7" name="Freeform 4079">
                <a:extLst>
                  <a:ext uri="{FF2B5EF4-FFF2-40B4-BE49-F238E27FC236}">
                    <a16:creationId xmlns:a16="http://schemas.microsoft.com/office/drawing/2014/main" id="{409867BA-B170-4710-B776-AEA37825E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3166"/>
                <a:ext cx="85" cy="41"/>
              </a:xfrm>
              <a:custGeom>
                <a:avLst/>
                <a:gdLst>
                  <a:gd name="T0" fmla="*/ 1651 w 47"/>
                  <a:gd name="T1" fmla="*/ 656 h 21"/>
                  <a:gd name="T2" fmla="*/ 1550 w 47"/>
                  <a:gd name="T3" fmla="*/ 61 h 21"/>
                  <a:gd name="T4" fmla="*/ 0 w 47"/>
                  <a:gd name="T5" fmla="*/ 232 h 21"/>
                  <a:gd name="T6" fmla="*/ 43 w 47"/>
                  <a:gd name="T7" fmla="*/ 656 h 21"/>
                  <a:gd name="T8" fmla="*/ 78 w 47"/>
                  <a:gd name="T9" fmla="*/ 1162 h 21"/>
                  <a:gd name="T10" fmla="*/ 1651 w 47"/>
                  <a:gd name="T11" fmla="*/ 656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1">
                    <a:moveTo>
                      <a:pt x="47" y="12"/>
                    </a:moveTo>
                    <a:cubicBezTo>
                      <a:pt x="47" y="8"/>
                      <a:pt x="43" y="4"/>
                      <a:pt x="44" y="1"/>
                    </a:cubicBezTo>
                    <a:cubicBezTo>
                      <a:pt x="44" y="0"/>
                      <a:pt x="0" y="4"/>
                      <a:pt x="0" y="4"/>
                    </a:cubicBezTo>
                    <a:cubicBezTo>
                      <a:pt x="1" y="6"/>
                      <a:pt x="1" y="9"/>
                      <a:pt x="1" y="12"/>
                    </a:cubicBezTo>
                    <a:cubicBezTo>
                      <a:pt x="2" y="15"/>
                      <a:pt x="2" y="18"/>
                      <a:pt x="2" y="21"/>
                    </a:cubicBezTo>
                    <a:cubicBezTo>
                      <a:pt x="2" y="21"/>
                      <a:pt x="47" y="13"/>
                      <a:pt x="47" y="12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8" name="Freeform 4080">
                <a:extLst>
                  <a:ext uri="{FF2B5EF4-FFF2-40B4-BE49-F238E27FC236}">
                    <a16:creationId xmlns:a16="http://schemas.microsoft.com/office/drawing/2014/main" id="{4360D5AF-9352-4EEA-998C-741BBC846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3508"/>
                <a:ext cx="195" cy="133"/>
              </a:xfrm>
              <a:custGeom>
                <a:avLst/>
                <a:gdLst>
                  <a:gd name="T0" fmla="*/ 3698 w 108"/>
                  <a:gd name="T1" fmla="*/ 1654 h 69"/>
                  <a:gd name="T2" fmla="*/ 1836 w 108"/>
                  <a:gd name="T3" fmla="*/ 56 h 69"/>
                  <a:gd name="T4" fmla="*/ 42 w 108"/>
                  <a:gd name="T5" fmla="*/ 1891 h 69"/>
                  <a:gd name="T6" fmla="*/ 1937 w 108"/>
                  <a:gd name="T7" fmla="*/ 3437 h 69"/>
                  <a:gd name="T8" fmla="*/ 3698 w 108"/>
                  <a:gd name="T9" fmla="*/ 1654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69">
                    <a:moveTo>
                      <a:pt x="107" y="32"/>
                    </a:moveTo>
                    <a:cubicBezTo>
                      <a:pt x="106" y="14"/>
                      <a:pt x="82" y="0"/>
                      <a:pt x="53" y="1"/>
                    </a:cubicBezTo>
                    <a:cubicBezTo>
                      <a:pt x="23" y="3"/>
                      <a:pt x="0" y="19"/>
                      <a:pt x="1" y="37"/>
                    </a:cubicBezTo>
                    <a:cubicBezTo>
                      <a:pt x="2" y="55"/>
                      <a:pt x="27" y="69"/>
                      <a:pt x="56" y="67"/>
                    </a:cubicBezTo>
                    <a:cubicBezTo>
                      <a:pt x="85" y="66"/>
                      <a:pt x="108" y="50"/>
                      <a:pt x="107" y="32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9" name="Freeform 4081">
                <a:extLst>
                  <a:ext uri="{FF2B5EF4-FFF2-40B4-BE49-F238E27FC236}">
                    <a16:creationId xmlns:a16="http://schemas.microsoft.com/office/drawing/2014/main" id="{C5C8DCAC-765E-47A6-BBE0-E5C88C1D0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3438"/>
                <a:ext cx="33" cy="76"/>
              </a:xfrm>
              <a:custGeom>
                <a:avLst/>
                <a:gdLst>
                  <a:gd name="T0" fmla="*/ 451 w 18"/>
                  <a:gd name="T1" fmla="*/ 60 h 39"/>
                  <a:gd name="T2" fmla="*/ 81 w 18"/>
                  <a:gd name="T3" fmla="*/ 60 h 39"/>
                  <a:gd name="T4" fmla="*/ 44 w 18"/>
                  <a:gd name="T5" fmla="*/ 2130 h 39"/>
                  <a:gd name="T6" fmla="*/ 376 w 18"/>
                  <a:gd name="T7" fmla="*/ 2021 h 39"/>
                  <a:gd name="T8" fmla="*/ 689 w 18"/>
                  <a:gd name="T9" fmla="*/ 2021 h 39"/>
                  <a:gd name="T10" fmla="*/ 451 w 18"/>
                  <a:gd name="T11" fmla="*/ 6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9">
                    <a:moveTo>
                      <a:pt x="12" y="1"/>
                    </a:moveTo>
                    <a:cubicBezTo>
                      <a:pt x="9" y="0"/>
                      <a:pt x="5" y="3"/>
                      <a:pt x="2" y="1"/>
                    </a:cubicBezTo>
                    <a:cubicBezTo>
                      <a:pt x="0" y="1"/>
                      <a:pt x="1" y="39"/>
                      <a:pt x="1" y="39"/>
                    </a:cubicBezTo>
                    <a:cubicBezTo>
                      <a:pt x="4" y="38"/>
                      <a:pt x="7" y="38"/>
                      <a:pt x="10" y="37"/>
                    </a:cubicBezTo>
                    <a:cubicBezTo>
                      <a:pt x="13" y="37"/>
                      <a:pt x="16" y="37"/>
                      <a:pt x="18" y="37"/>
                    </a:cubicBezTo>
                    <a:cubicBezTo>
                      <a:pt x="18" y="37"/>
                      <a:pt x="13" y="2"/>
                      <a:pt x="12" y="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0" name="Freeform 4082">
                <a:extLst>
                  <a:ext uri="{FF2B5EF4-FFF2-40B4-BE49-F238E27FC236}">
                    <a16:creationId xmlns:a16="http://schemas.microsoft.com/office/drawing/2014/main" id="{677CD7ED-ECBF-429F-B030-984AFFE84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784"/>
                <a:ext cx="139" cy="214"/>
              </a:xfrm>
              <a:custGeom>
                <a:avLst/>
                <a:gdLst>
                  <a:gd name="T0" fmla="*/ 899 w 77"/>
                  <a:gd name="T1" fmla="*/ 5483 h 111"/>
                  <a:gd name="T2" fmla="*/ 211 w 77"/>
                  <a:gd name="T3" fmla="*/ 2472 h 111"/>
                  <a:gd name="T4" fmla="*/ 1717 w 77"/>
                  <a:gd name="T5" fmla="*/ 208 h 111"/>
                  <a:gd name="T6" fmla="*/ 2412 w 77"/>
                  <a:gd name="T7" fmla="*/ 3220 h 111"/>
                  <a:gd name="T8" fmla="*/ 899 w 77"/>
                  <a:gd name="T9" fmla="*/ 5483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11">
                    <a:moveTo>
                      <a:pt x="26" y="107"/>
                    </a:moveTo>
                    <a:cubicBezTo>
                      <a:pt x="8" y="103"/>
                      <a:pt x="0" y="77"/>
                      <a:pt x="6" y="48"/>
                    </a:cubicBezTo>
                    <a:cubicBezTo>
                      <a:pt x="13" y="20"/>
                      <a:pt x="33" y="0"/>
                      <a:pt x="50" y="4"/>
                    </a:cubicBezTo>
                    <a:cubicBezTo>
                      <a:pt x="68" y="8"/>
                      <a:pt x="77" y="35"/>
                      <a:pt x="70" y="63"/>
                    </a:cubicBezTo>
                    <a:cubicBezTo>
                      <a:pt x="64" y="92"/>
                      <a:pt x="44" y="111"/>
                      <a:pt x="26" y="107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1" name="Freeform 4083">
                <a:extLst>
                  <a:ext uri="{FF2B5EF4-FFF2-40B4-BE49-F238E27FC236}">
                    <a16:creationId xmlns:a16="http://schemas.microsoft.com/office/drawing/2014/main" id="{D26B4720-0494-4274-8D2B-5389D1851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888"/>
                <a:ext cx="87" cy="51"/>
              </a:xfrm>
              <a:custGeom>
                <a:avLst/>
                <a:gdLst>
                  <a:gd name="T0" fmla="*/ 1702 w 48"/>
                  <a:gd name="T1" fmla="*/ 1420 h 26"/>
                  <a:gd name="T2" fmla="*/ 1702 w 48"/>
                  <a:gd name="T3" fmla="*/ 847 h 26"/>
                  <a:gd name="T4" fmla="*/ 145 w 48"/>
                  <a:gd name="T5" fmla="*/ 0 h 26"/>
                  <a:gd name="T6" fmla="*/ 80 w 48"/>
                  <a:gd name="T7" fmla="*/ 520 h 26"/>
                  <a:gd name="T8" fmla="*/ 0 w 48"/>
                  <a:gd name="T9" fmla="*/ 965 h 26"/>
                  <a:gd name="T10" fmla="*/ 1702 w 48"/>
                  <a:gd name="T11" fmla="*/ 142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6">
                    <a:moveTo>
                      <a:pt x="48" y="25"/>
                    </a:moveTo>
                    <a:cubicBezTo>
                      <a:pt x="48" y="22"/>
                      <a:pt x="48" y="18"/>
                      <a:pt x="48" y="15"/>
                    </a:cubicBezTo>
                    <a:cubicBezTo>
                      <a:pt x="48" y="14"/>
                      <a:pt x="4" y="0"/>
                      <a:pt x="4" y="0"/>
                    </a:cubicBezTo>
                    <a:cubicBezTo>
                      <a:pt x="3" y="3"/>
                      <a:pt x="3" y="6"/>
                      <a:pt x="2" y="9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0" y="17"/>
                      <a:pt x="48" y="26"/>
                      <a:pt x="48" y="25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2" name="Freeform 4084">
                <a:extLst>
                  <a:ext uri="{FF2B5EF4-FFF2-40B4-BE49-F238E27FC236}">
                    <a16:creationId xmlns:a16="http://schemas.microsoft.com/office/drawing/2014/main" id="{A93D69F9-FE93-41A2-A680-DAD4D7583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3355"/>
                <a:ext cx="183" cy="195"/>
              </a:xfrm>
              <a:custGeom>
                <a:avLst/>
                <a:gdLst>
                  <a:gd name="T0" fmla="*/ 3106 w 101"/>
                  <a:gd name="T1" fmla="*/ 4555 h 101"/>
                  <a:gd name="T2" fmla="*/ 958 w 101"/>
                  <a:gd name="T3" fmla="*/ 3836 h 101"/>
                  <a:gd name="T4" fmla="*/ 462 w 101"/>
                  <a:gd name="T5" fmla="*/ 672 h 101"/>
                  <a:gd name="T6" fmla="*/ 2616 w 101"/>
                  <a:gd name="T7" fmla="*/ 1390 h 101"/>
                  <a:gd name="T8" fmla="*/ 3106 w 101"/>
                  <a:gd name="T9" fmla="*/ 4555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88" y="88"/>
                    </a:moveTo>
                    <a:cubicBezTo>
                      <a:pt x="75" y="101"/>
                      <a:pt x="48" y="95"/>
                      <a:pt x="27" y="74"/>
                    </a:cubicBezTo>
                    <a:cubicBezTo>
                      <a:pt x="7" y="53"/>
                      <a:pt x="0" y="26"/>
                      <a:pt x="13" y="13"/>
                    </a:cubicBezTo>
                    <a:cubicBezTo>
                      <a:pt x="26" y="0"/>
                      <a:pt x="53" y="7"/>
                      <a:pt x="74" y="27"/>
                    </a:cubicBezTo>
                    <a:cubicBezTo>
                      <a:pt x="95" y="48"/>
                      <a:pt x="101" y="75"/>
                      <a:pt x="88" y="88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3" name="Freeform 4085">
                <a:extLst>
                  <a:ext uri="{FF2B5EF4-FFF2-40B4-BE49-F238E27FC236}">
                    <a16:creationId xmlns:a16="http://schemas.microsoft.com/office/drawing/2014/main" id="{A566BDD1-2E63-4C3E-ABB5-EDECBEB85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3338"/>
                <a:ext cx="80" cy="83"/>
              </a:xfrm>
              <a:custGeom>
                <a:avLst/>
                <a:gdLst>
                  <a:gd name="T0" fmla="*/ 1587 w 44"/>
                  <a:gd name="T1" fmla="*/ 401 h 43"/>
                  <a:gd name="T2" fmla="*/ 1293 w 44"/>
                  <a:gd name="T3" fmla="*/ 56 h 43"/>
                  <a:gd name="T4" fmla="*/ 0 w 44"/>
                  <a:gd name="T5" fmla="*/ 1610 h 43"/>
                  <a:gd name="T6" fmla="*/ 215 w 44"/>
                  <a:gd name="T7" fmla="*/ 1847 h 43"/>
                  <a:gd name="T8" fmla="*/ 440 w 44"/>
                  <a:gd name="T9" fmla="*/ 2220 h 43"/>
                  <a:gd name="T10" fmla="*/ 1587 w 44"/>
                  <a:gd name="T11" fmla="*/ 40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3">
                    <a:moveTo>
                      <a:pt x="44" y="8"/>
                    </a:moveTo>
                    <a:cubicBezTo>
                      <a:pt x="42" y="5"/>
                      <a:pt x="37" y="4"/>
                      <a:pt x="36" y="1"/>
                    </a:cubicBezTo>
                    <a:cubicBezTo>
                      <a:pt x="35" y="0"/>
                      <a:pt x="0" y="31"/>
                      <a:pt x="0" y="31"/>
                    </a:cubicBezTo>
                    <a:cubicBezTo>
                      <a:pt x="2" y="32"/>
                      <a:pt x="4" y="34"/>
                      <a:pt x="6" y="36"/>
                    </a:cubicBezTo>
                    <a:cubicBezTo>
                      <a:pt x="8" y="39"/>
                      <a:pt x="10" y="41"/>
                      <a:pt x="12" y="43"/>
                    </a:cubicBezTo>
                    <a:cubicBezTo>
                      <a:pt x="12" y="43"/>
                      <a:pt x="44" y="9"/>
                      <a:pt x="44" y="8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4" name="Freeform 4086">
                <a:extLst>
                  <a:ext uri="{FF2B5EF4-FFF2-40B4-BE49-F238E27FC236}">
                    <a16:creationId xmlns:a16="http://schemas.microsoft.com/office/drawing/2014/main" id="{9D1801FE-81D1-4335-A814-446447452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520"/>
                <a:ext cx="174" cy="202"/>
              </a:xfrm>
              <a:custGeom>
                <a:avLst/>
                <a:gdLst>
                  <a:gd name="T0" fmla="*/ 489 w 96"/>
                  <a:gd name="T1" fmla="*/ 4715 h 105"/>
                  <a:gd name="T2" fmla="*/ 821 w 96"/>
                  <a:gd name="T3" fmla="*/ 1631 h 105"/>
                  <a:gd name="T4" fmla="*/ 2911 w 96"/>
                  <a:gd name="T5" fmla="*/ 608 h 105"/>
                  <a:gd name="T6" fmla="*/ 2621 w 96"/>
                  <a:gd name="T7" fmla="*/ 3738 h 105"/>
                  <a:gd name="T8" fmla="*/ 489 w 96"/>
                  <a:gd name="T9" fmla="*/ 4715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05">
                    <a:moveTo>
                      <a:pt x="14" y="93"/>
                    </a:moveTo>
                    <a:cubicBezTo>
                      <a:pt x="0" y="82"/>
                      <a:pt x="4" y="54"/>
                      <a:pt x="23" y="32"/>
                    </a:cubicBezTo>
                    <a:cubicBezTo>
                      <a:pt x="41" y="9"/>
                      <a:pt x="68" y="0"/>
                      <a:pt x="82" y="12"/>
                    </a:cubicBezTo>
                    <a:cubicBezTo>
                      <a:pt x="96" y="23"/>
                      <a:pt x="92" y="51"/>
                      <a:pt x="74" y="74"/>
                    </a:cubicBezTo>
                    <a:cubicBezTo>
                      <a:pt x="55" y="96"/>
                      <a:pt x="28" y="105"/>
                      <a:pt x="14" y="93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5" name="Freeform 4087">
                <a:extLst>
                  <a:ext uri="{FF2B5EF4-FFF2-40B4-BE49-F238E27FC236}">
                    <a16:creationId xmlns:a16="http://schemas.microsoft.com/office/drawing/2014/main" id="{FF02DBA8-EDDC-4603-AC62-D39004F5B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537"/>
                <a:ext cx="85" cy="160"/>
              </a:xfrm>
              <a:custGeom>
                <a:avLst/>
                <a:gdLst>
                  <a:gd name="T0" fmla="*/ 1177 w 47"/>
                  <a:gd name="T1" fmla="*/ 316 h 83"/>
                  <a:gd name="T2" fmla="*/ 385 w 47"/>
                  <a:gd name="T3" fmla="*/ 108 h 83"/>
                  <a:gd name="T4" fmla="*/ 951 w 47"/>
                  <a:gd name="T5" fmla="*/ 345 h 83"/>
                  <a:gd name="T6" fmla="*/ 651 w 47"/>
                  <a:gd name="T7" fmla="*/ 3381 h 83"/>
                  <a:gd name="T8" fmla="*/ 0 w 47"/>
                  <a:gd name="T9" fmla="*/ 4254 h 83"/>
                  <a:gd name="T10" fmla="*/ 951 w 47"/>
                  <a:gd name="T11" fmla="*/ 3188 h 83"/>
                  <a:gd name="T12" fmla="*/ 1177 w 47"/>
                  <a:gd name="T13" fmla="*/ 316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83">
                    <a:moveTo>
                      <a:pt x="34" y="6"/>
                    </a:moveTo>
                    <a:cubicBezTo>
                      <a:pt x="28" y="1"/>
                      <a:pt x="20" y="0"/>
                      <a:pt x="11" y="2"/>
                    </a:cubicBezTo>
                    <a:cubicBezTo>
                      <a:pt x="17" y="2"/>
                      <a:pt x="23" y="4"/>
                      <a:pt x="27" y="7"/>
                    </a:cubicBezTo>
                    <a:cubicBezTo>
                      <a:pt x="40" y="18"/>
                      <a:pt x="37" y="44"/>
                      <a:pt x="19" y="66"/>
                    </a:cubicBezTo>
                    <a:cubicBezTo>
                      <a:pt x="14" y="72"/>
                      <a:pt x="7" y="79"/>
                      <a:pt x="0" y="83"/>
                    </a:cubicBezTo>
                    <a:cubicBezTo>
                      <a:pt x="9" y="79"/>
                      <a:pt x="19" y="71"/>
                      <a:pt x="27" y="62"/>
                    </a:cubicBezTo>
                    <a:cubicBezTo>
                      <a:pt x="44" y="41"/>
                      <a:pt x="47" y="16"/>
                      <a:pt x="34" y="6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6" name="Freeform 4088">
                <a:extLst>
                  <a:ext uri="{FF2B5EF4-FFF2-40B4-BE49-F238E27FC236}">
                    <a16:creationId xmlns:a16="http://schemas.microsoft.com/office/drawing/2014/main" id="{D6FC9173-9A53-4068-B174-BF7991F3F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543"/>
                <a:ext cx="89" cy="164"/>
              </a:xfrm>
              <a:custGeom>
                <a:avLst/>
                <a:gdLst>
                  <a:gd name="T0" fmla="*/ 828 w 49"/>
                  <a:gd name="T1" fmla="*/ 4009 h 85"/>
                  <a:gd name="T2" fmla="*/ 1014 w 49"/>
                  <a:gd name="T3" fmla="*/ 982 h 85"/>
                  <a:gd name="T4" fmla="*/ 1666 w 49"/>
                  <a:gd name="T5" fmla="*/ 108 h 85"/>
                  <a:gd name="T6" fmla="*/ 1666 w 49"/>
                  <a:gd name="T7" fmla="*/ 108 h 85"/>
                  <a:gd name="T8" fmla="*/ 1577 w 49"/>
                  <a:gd name="T9" fmla="*/ 108 h 85"/>
                  <a:gd name="T10" fmla="*/ 748 w 49"/>
                  <a:gd name="T11" fmla="*/ 1090 h 85"/>
                  <a:gd name="T12" fmla="*/ 478 w 49"/>
                  <a:gd name="T13" fmla="*/ 4058 h 85"/>
                  <a:gd name="T14" fmla="*/ 1284 w 49"/>
                  <a:gd name="T15" fmla="*/ 4222 h 85"/>
                  <a:gd name="T16" fmla="*/ 828 w 49"/>
                  <a:gd name="T17" fmla="*/ 4009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85">
                    <a:moveTo>
                      <a:pt x="23" y="78"/>
                    </a:moveTo>
                    <a:cubicBezTo>
                      <a:pt x="10" y="67"/>
                      <a:pt x="11" y="40"/>
                      <a:pt x="28" y="19"/>
                    </a:cubicBezTo>
                    <a:cubicBezTo>
                      <a:pt x="34" y="12"/>
                      <a:pt x="40" y="6"/>
                      <a:pt x="46" y="2"/>
                    </a:cubicBezTo>
                    <a:cubicBezTo>
                      <a:pt x="47" y="1"/>
                      <a:pt x="49" y="0"/>
                      <a:pt x="46" y="2"/>
                    </a:cubicBezTo>
                    <a:cubicBezTo>
                      <a:pt x="45" y="2"/>
                      <a:pt x="45" y="2"/>
                      <a:pt x="44" y="2"/>
                    </a:cubicBezTo>
                    <a:cubicBezTo>
                      <a:pt x="36" y="6"/>
                      <a:pt x="28" y="13"/>
                      <a:pt x="21" y="21"/>
                    </a:cubicBezTo>
                    <a:cubicBezTo>
                      <a:pt x="3" y="42"/>
                      <a:pt x="0" y="68"/>
                      <a:pt x="13" y="79"/>
                    </a:cubicBezTo>
                    <a:cubicBezTo>
                      <a:pt x="19" y="84"/>
                      <a:pt x="27" y="85"/>
                      <a:pt x="36" y="82"/>
                    </a:cubicBezTo>
                    <a:cubicBezTo>
                      <a:pt x="31" y="82"/>
                      <a:pt x="27" y="81"/>
                      <a:pt x="23" y="78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7" name="Freeform 4089">
                <a:extLst>
                  <a:ext uri="{FF2B5EF4-FFF2-40B4-BE49-F238E27FC236}">
                    <a16:creationId xmlns:a16="http://schemas.microsoft.com/office/drawing/2014/main" id="{C9EE50A2-80F2-473D-AD14-0277EB698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649"/>
                <a:ext cx="71" cy="73"/>
              </a:xfrm>
              <a:custGeom>
                <a:avLst/>
                <a:gdLst>
                  <a:gd name="T0" fmla="*/ 1285 w 39"/>
                  <a:gd name="T1" fmla="*/ 1815 h 38"/>
                  <a:gd name="T2" fmla="*/ 1382 w 39"/>
                  <a:gd name="T3" fmla="*/ 1418 h 38"/>
                  <a:gd name="T4" fmla="*/ 397 w 39"/>
                  <a:gd name="T5" fmla="*/ 0 h 38"/>
                  <a:gd name="T6" fmla="*/ 218 w 39"/>
                  <a:gd name="T7" fmla="*/ 340 h 38"/>
                  <a:gd name="T8" fmla="*/ 0 w 39"/>
                  <a:gd name="T9" fmla="*/ 653 h 38"/>
                  <a:gd name="T10" fmla="*/ 1285 w 39"/>
                  <a:gd name="T11" fmla="*/ 181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8">
                    <a:moveTo>
                      <a:pt x="35" y="36"/>
                    </a:moveTo>
                    <a:cubicBezTo>
                      <a:pt x="36" y="34"/>
                      <a:pt x="37" y="31"/>
                      <a:pt x="38" y="28"/>
                    </a:cubicBezTo>
                    <a:cubicBezTo>
                      <a:pt x="39" y="27"/>
                      <a:pt x="11" y="0"/>
                      <a:pt x="11" y="0"/>
                    </a:cubicBezTo>
                    <a:cubicBezTo>
                      <a:pt x="9" y="2"/>
                      <a:pt x="7" y="4"/>
                      <a:pt x="6" y="7"/>
                    </a:cubicBezTo>
                    <a:cubicBezTo>
                      <a:pt x="4" y="9"/>
                      <a:pt x="2" y="11"/>
                      <a:pt x="0" y="13"/>
                    </a:cubicBezTo>
                    <a:cubicBezTo>
                      <a:pt x="0" y="13"/>
                      <a:pt x="35" y="38"/>
                      <a:pt x="35" y="36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8" name="Freeform 4090">
                <a:extLst>
                  <a:ext uri="{FF2B5EF4-FFF2-40B4-BE49-F238E27FC236}">
                    <a16:creationId xmlns:a16="http://schemas.microsoft.com/office/drawing/2014/main" id="{E8077550-B75B-4F06-8B70-C8377F91E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637"/>
                <a:ext cx="23" cy="26"/>
              </a:xfrm>
              <a:custGeom>
                <a:avLst/>
                <a:gdLst>
                  <a:gd name="T0" fmla="*/ 37 w 13"/>
                  <a:gd name="T1" fmla="*/ 576 h 13"/>
                  <a:gd name="T2" fmla="*/ 115 w 13"/>
                  <a:gd name="T3" fmla="*/ 64 h 13"/>
                  <a:gd name="T4" fmla="*/ 333 w 13"/>
                  <a:gd name="T5" fmla="*/ 192 h 13"/>
                  <a:gd name="T6" fmla="*/ 276 w 13"/>
                  <a:gd name="T7" fmla="*/ 704 h 13"/>
                  <a:gd name="T8" fmla="*/ 37 w 13"/>
                  <a:gd name="T9" fmla="*/ 5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" y="9"/>
                    </a:moveTo>
                    <a:cubicBezTo>
                      <a:pt x="0" y="6"/>
                      <a:pt x="1" y="3"/>
                      <a:pt x="4" y="1"/>
                    </a:cubicBezTo>
                    <a:cubicBezTo>
                      <a:pt x="6" y="0"/>
                      <a:pt x="10" y="1"/>
                      <a:pt x="11" y="3"/>
                    </a:cubicBezTo>
                    <a:cubicBezTo>
                      <a:pt x="13" y="6"/>
                      <a:pt x="12" y="10"/>
                      <a:pt x="9" y="11"/>
                    </a:cubicBezTo>
                    <a:cubicBezTo>
                      <a:pt x="6" y="13"/>
                      <a:pt x="3" y="12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9" name="Freeform 4091">
                <a:extLst>
                  <a:ext uri="{FF2B5EF4-FFF2-40B4-BE49-F238E27FC236}">
                    <a16:creationId xmlns:a16="http://schemas.microsoft.com/office/drawing/2014/main" id="{7C807F54-450D-4739-B569-A5A02D7F0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618"/>
                <a:ext cx="16" cy="17"/>
              </a:xfrm>
              <a:custGeom>
                <a:avLst/>
                <a:gdLst>
                  <a:gd name="T0" fmla="*/ 37 w 9"/>
                  <a:gd name="T1" fmla="*/ 317 h 9"/>
                  <a:gd name="T2" fmla="*/ 89 w 9"/>
                  <a:gd name="T3" fmla="*/ 53 h 9"/>
                  <a:gd name="T4" fmla="*/ 247 w 9"/>
                  <a:gd name="T5" fmla="*/ 144 h 9"/>
                  <a:gd name="T6" fmla="*/ 208 w 9"/>
                  <a:gd name="T7" fmla="*/ 357 h 9"/>
                  <a:gd name="T8" fmla="*/ 37 w 9"/>
                  <a:gd name="T9" fmla="*/ 3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7"/>
                    </a:moveTo>
                    <a:cubicBezTo>
                      <a:pt x="0" y="5"/>
                      <a:pt x="1" y="2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9" y="7"/>
                      <a:pt x="7" y="8"/>
                    </a:cubicBezTo>
                    <a:cubicBezTo>
                      <a:pt x="5" y="9"/>
                      <a:pt x="2" y="9"/>
                      <a:pt x="1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0" name="Freeform 4092">
                <a:extLst>
                  <a:ext uri="{FF2B5EF4-FFF2-40B4-BE49-F238E27FC236}">
                    <a16:creationId xmlns:a16="http://schemas.microsoft.com/office/drawing/2014/main" id="{B7D82A3F-1712-466F-903B-E176BB5D6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664"/>
                <a:ext cx="10" cy="12"/>
              </a:xfrm>
              <a:custGeom>
                <a:avLst/>
                <a:gdLst>
                  <a:gd name="T0" fmla="*/ 0 w 6"/>
                  <a:gd name="T1" fmla="*/ 320 h 6"/>
                  <a:gd name="T2" fmla="*/ 22 w 6"/>
                  <a:gd name="T3" fmla="*/ 64 h 6"/>
                  <a:gd name="T4" fmla="*/ 103 w 6"/>
                  <a:gd name="T5" fmla="*/ 128 h 6"/>
                  <a:gd name="T6" fmla="*/ 92 w 6"/>
                  <a:gd name="T7" fmla="*/ 384 h 6"/>
                  <a:gd name="T8" fmla="*/ 0 w 6"/>
                  <a:gd name="T9" fmla="*/ 3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ubicBezTo>
                      <a:pt x="2" y="6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1" name="Freeform 4093">
                <a:extLst>
                  <a:ext uri="{FF2B5EF4-FFF2-40B4-BE49-F238E27FC236}">
                    <a16:creationId xmlns:a16="http://schemas.microsoft.com/office/drawing/2014/main" id="{48DFC1CD-EF7A-4C3B-AA70-049546DF1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655"/>
                <a:ext cx="55" cy="48"/>
              </a:xfrm>
              <a:custGeom>
                <a:avLst/>
                <a:gdLst>
                  <a:gd name="T0" fmla="*/ 0 w 30"/>
                  <a:gd name="T1" fmla="*/ 445 h 25"/>
                  <a:gd name="T2" fmla="*/ 273 w 30"/>
                  <a:gd name="T3" fmla="*/ 0 h 25"/>
                  <a:gd name="T4" fmla="*/ 1140 w 30"/>
                  <a:gd name="T5" fmla="*/ 1254 h 25"/>
                  <a:gd name="T6" fmla="*/ 354 w 30"/>
                  <a:gd name="T7" fmla="*/ 340 h 25"/>
                  <a:gd name="T8" fmla="*/ 0 w 30"/>
                  <a:gd name="T9" fmla="*/ 44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0" y="9"/>
                    </a:moveTo>
                    <a:cubicBezTo>
                      <a:pt x="3" y="7"/>
                      <a:pt x="7" y="1"/>
                      <a:pt x="7" y="0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5"/>
                      <a:pt x="13" y="7"/>
                      <a:pt x="9" y="7"/>
                    </a:cubicBezTo>
                    <a:cubicBezTo>
                      <a:pt x="4" y="8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2" name="Freeform 4094">
                <a:extLst>
                  <a:ext uri="{FF2B5EF4-FFF2-40B4-BE49-F238E27FC236}">
                    <a16:creationId xmlns:a16="http://schemas.microsoft.com/office/drawing/2014/main" id="{81E77893-4033-48BA-9778-BEF1FFACC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894"/>
                <a:ext cx="77" cy="25"/>
              </a:xfrm>
              <a:custGeom>
                <a:avLst/>
                <a:gdLst>
                  <a:gd name="T0" fmla="*/ 0 w 42"/>
                  <a:gd name="T1" fmla="*/ 602 h 13"/>
                  <a:gd name="T2" fmla="*/ 125 w 42"/>
                  <a:gd name="T3" fmla="*/ 0 h 13"/>
                  <a:gd name="T4" fmla="*/ 1597 w 42"/>
                  <a:gd name="T5" fmla="*/ 654 h 13"/>
                  <a:gd name="T6" fmla="*/ 273 w 42"/>
                  <a:gd name="T7" fmla="*/ 313 h 13"/>
                  <a:gd name="T8" fmla="*/ 0 w 42"/>
                  <a:gd name="T9" fmla="*/ 60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3">
                    <a:moveTo>
                      <a:pt x="0" y="12"/>
                    </a:moveTo>
                    <a:cubicBezTo>
                      <a:pt x="1" y="8"/>
                      <a:pt x="3" y="1"/>
                      <a:pt x="3" y="0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11" y="4"/>
                      <a:pt x="7" y="6"/>
                    </a:cubicBezTo>
                    <a:cubicBezTo>
                      <a:pt x="3" y="8"/>
                      <a:pt x="0" y="12"/>
                      <a:pt x="0" y="12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3" name="Freeform 4095">
                <a:extLst>
                  <a:ext uri="{FF2B5EF4-FFF2-40B4-BE49-F238E27FC236}">
                    <a16:creationId xmlns:a16="http://schemas.microsoft.com/office/drawing/2014/main" id="{DBF3DF58-1AB7-49CC-A3C5-5588A277B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423"/>
                <a:ext cx="145" cy="101"/>
              </a:xfrm>
              <a:custGeom>
                <a:avLst/>
                <a:gdLst>
                  <a:gd name="T0" fmla="*/ 2793 w 80"/>
                  <a:gd name="T1" fmla="*/ 1026 h 52"/>
                  <a:gd name="T2" fmla="*/ 2353 w 80"/>
                  <a:gd name="T3" fmla="*/ 0 h 52"/>
                  <a:gd name="T4" fmla="*/ 2579 w 80"/>
                  <a:gd name="T5" fmla="*/ 800 h 52"/>
                  <a:gd name="T6" fmla="*/ 886 w 80"/>
                  <a:gd name="T7" fmla="*/ 2581 h 52"/>
                  <a:gd name="T8" fmla="*/ 0 w 80"/>
                  <a:gd name="T9" fmla="*/ 2463 h 52"/>
                  <a:gd name="T10" fmla="*/ 1180 w 80"/>
                  <a:gd name="T11" fmla="*/ 2731 h 52"/>
                  <a:gd name="T12" fmla="*/ 2793 w 80"/>
                  <a:gd name="T13" fmla="*/ 102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52">
                    <a:moveTo>
                      <a:pt x="79" y="19"/>
                    </a:moveTo>
                    <a:cubicBezTo>
                      <a:pt x="79" y="11"/>
                      <a:pt x="74" y="4"/>
                      <a:pt x="66" y="0"/>
                    </a:cubicBezTo>
                    <a:cubicBezTo>
                      <a:pt x="71" y="4"/>
                      <a:pt x="73" y="9"/>
                      <a:pt x="73" y="15"/>
                    </a:cubicBezTo>
                    <a:cubicBezTo>
                      <a:pt x="74" y="32"/>
                      <a:pt x="53" y="47"/>
                      <a:pt x="25" y="48"/>
                    </a:cubicBezTo>
                    <a:cubicBezTo>
                      <a:pt x="17" y="49"/>
                      <a:pt x="7" y="48"/>
                      <a:pt x="0" y="46"/>
                    </a:cubicBezTo>
                    <a:cubicBezTo>
                      <a:pt x="8" y="50"/>
                      <a:pt x="21" y="52"/>
                      <a:pt x="33" y="51"/>
                    </a:cubicBezTo>
                    <a:cubicBezTo>
                      <a:pt x="59" y="50"/>
                      <a:pt x="80" y="36"/>
                      <a:pt x="79" y="19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4" name="Freeform 4096">
                <a:extLst>
                  <a:ext uri="{FF2B5EF4-FFF2-40B4-BE49-F238E27FC236}">
                    <a16:creationId xmlns:a16="http://schemas.microsoft.com/office/drawing/2014/main" id="{93AA2B02-0488-4C84-BFDC-B9469273A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404"/>
                <a:ext cx="150" cy="102"/>
              </a:xfrm>
              <a:custGeom>
                <a:avLst/>
                <a:gdLst>
                  <a:gd name="T0" fmla="*/ 264 w 83"/>
                  <a:gd name="T1" fmla="*/ 2030 h 53"/>
                  <a:gd name="T2" fmla="*/ 1907 w 83"/>
                  <a:gd name="T3" fmla="*/ 264 h 53"/>
                  <a:gd name="T4" fmla="*/ 2792 w 83"/>
                  <a:gd name="T5" fmla="*/ 316 h 53"/>
                  <a:gd name="T6" fmla="*/ 2792 w 83"/>
                  <a:gd name="T7" fmla="*/ 316 h 53"/>
                  <a:gd name="T8" fmla="*/ 2720 w 83"/>
                  <a:gd name="T9" fmla="*/ 264 h 53"/>
                  <a:gd name="T10" fmla="*/ 1675 w 83"/>
                  <a:gd name="T11" fmla="*/ 0 h 53"/>
                  <a:gd name="T12" fmla="*/ 0 w 83"/>
                  <a:gd name="T13" fmla="*/ 1719 h 53"/>
                  <a:gd name="T14" fmla="*/ 477 w 83"/>
                  <a:gd name="T15" fmla="*/ 2689 h 53"/>
                  <a:gd name="T16" fmla="*/ 264 w 83"/>
                  <a:gd name="T17" fmla="*/ 203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53">
                    <a:moveTo>
                      <a:pt x="8" y="40"/>
                    </a:moveTo>
                    <a:cubicBezTo>
                      <a:pt x="8" y="24"/>
                      <a:pt x="28" y="6"/>
                      <a:pt x="55" y="5"/>
                    </a:cubicBezTo>
                    <a:cubicBezTo>
                      <a:pt x="64" y="4"/>
                      <a:pt x="72" y="4"/>
                      <a:pt x="80" y="6"/>
                    </a:cubicBezTo>
                    <a:cubicBezTo>
                      <a:pt x="81" y="6"/>
                      <a:pt x="83" y="7"/>
                      <a:pt x="80" y="6"/>
                    </a:cubicBezTo>
                    <a:cubicBezTo>
                      <a:pt x="79" y="5"/>
                      <a:pt x="79" y="5"/>
                      <a:pt x="78" y="5"/>
                    </a:cubicBezTo>
                    <a:cubicBezTo>
                      <a:pt x="70" y="2"/>
                      <a:pt x="59" y="0"/>
                      <a:pt x="48" y="0"/>
                    </a:cubicBezTo>
                    <a:cubicBezTo>
                      <a:pt x="21" y="2"/>
                      <a:pt x="0" y="17"/>
                      <a:pt x="0" y="34"/>
                    </a:cubicBezTo>
                    <a:cubicBezTo>
                      <a:pt x="1" y="41"/>
                      <a:pt x="6" y="48"/>
                      <a:pt x="14" y="53"/>
                    </a:cubicBezTo>
                    <a:cubicBezTo>
                      <a:pt x="11" y="49"/>
                      <a:pt x="9" y="45"/>
                      <a:pt x="8" y="40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5" name="Freeform 4097">
                <a:extLst>
                  <a:ext uri="{FF2B5EF4-FFF2-40B4-BE49-F238E27FC236}">
                    <a16:creationId xmlns:a16="http://schemas.microsoft.com/office/drawing/2014/main" id="{4BBC29EE-81AC-4ECC-A1D9-4ABA874DE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429"/>
                <a:ext cx="23" cy="25"/>
              </a:xfrm>
              <a:custGeom>
                <a:avLst/>
                <a:gdLst>
                  <a:gd name="T0" fmla="*/ 37 w 13"/>
                  <a:gd name="T1" fmla="*/ 208 h 13"/>
                  <a:gd name="T2" fmla="*/ 244 w 13"/>
                  <a:gd name="T3" fmla="*/ 56 h 13"/>
                  <a:gd name="T4" fmla="*/ 359 w 13"/>
                  <a:gd name="T5" fmla="*/ 400 h 13"/>
                  <a:gd name="T6" fmla="*/ 156 w 13"/>
                  <a:gd name="T7" fmla="*/ 602 h 13"/>
                  <a:gd name="T8" fmla="*/ 37 w 13"/>
                  <a:gd name="T9" fmla="*/ 20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" y="4"/>
                    </a:moveTo>
                    <a:cubicBezTo>
                      <a:pt x="2" y="1"/>
                      <a:pt x="5" y="0"/>
                      <a:pt x="8" y="1"/>
                    </a:cubicBezTo>
                    <a:cubicBezTo>
                      <a:pt x="11" y="2"/>
                      <a:pt x="13" y="5"/>
                      <a:pt x="12" y="8"/>
                    </a:cubicBezTo>
                    <a:cubicBezTo>
                      <a:pt x="11" y="11"/>
                      <a:pt x="8" y="13"/>
                      <a:pt x="5" y="12"/>
                    </a:cubicBezTo>
                    <a:cubicBezTo>
                      <a:pt x="2" y="11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6" name="Freeform 4098">
                <a:extLst>
                  <a:ext uri="{FF2B5EF4-FFF2-40B4-BE49-F238E27FC236}">
                    <a16:creationId xmlns:a16="http://schemas.microsoft.com/office/drawing/2014/main" id="{D97C1B83-5B9D-4EB4-9726-8990D691E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423"/>
                <a:ext cx="16" cy="18"/>
              </a:xfrm>
              <a:custGeom>
                <a:avLst/>
                <a:gdLst>
                  <a:gd name="T0" fmla="*/ 0 w 9"/>
                  <a:gd name="T1" fmla="*/ 192 h 9"/>
                  <a:gd name="T2" fmla="*/ 203 w 9"/>
                  <a:gd name="T3" fmla="*/ 0 h 9"/>
                  <a:gd name="T4" fmla="*/ 247 w 9"/>
                  <a:gd name="T5" fmla="*/ 384 h 9"/>
                  <a:gd name="T6" fmla="*/ 89 w 9"/>
                  <a:gd name="T7" fmla="*/ 512 h 9"/>
                  <a:gd name="T8" fmla="*/ 0 w 9"/>
                  <a:gd name="T9" fmla="*/ 19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8" y="1"/>
                      <a:pt x="9" y="3"/>
                      <a:pt x="8" y="6"/>
                    </a:cubicBez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7" name="Freeform 4099">
                <a:extLst>
                  <a:ext uri="{FF2B5EF4-FFF2-40B4-BE49-F238E27FC236}">
                    <a16:creationId xmlns:a16="http://schemas.microsoft.com/office/drawing/2014/main" id="{F25327E6-981A-4691-8129-6503E2F76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452"/>
                <a:ext cx="11" cy="12"/>
              </a:xfrm>
              <a:custGeom>
                <a:avLst/>
                <a:gdLst>
                  <a:gd name="T0" fmla="*/ 44 w 6"/>
                  <a:gd name="T1" fmla="*/ 128 h 6"/>
                  <a:gd name="T2" fmla="*/ 149 w 6"/>
                  <a:gd name="T3" fmla="*/ 0 h 6"/>
                  <a:gd name="T4" fmla="*/ 229 w 6"/>
                  <a:gd name="T5" fmla="*/ 256 h 6"/>
                  <a:gd name="T6" fmla="*/ 81 w 6"/>
                  <a:gd name="T7" fmla="*/ 320 h 6"/>
                  <a:gd name="T8" fmla="*/ 44 w 6"/>
                  <a:gd name="T9" fmla="*/ 12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5" y="5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8" name="Freeform 4100">
                <a:extLst>
                  <a:ext uri="{FF2B5EF4-FFF2-40B4-BE49-F238E27FC236}">
                    <a16:creationId xmlns:a16="http://schemas.microsoft.com/office/drawing/2014/main" id="{7E0733CF-48C5-43CE-88DD-A6EC7FC43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531"/>
                <a:ext cx="22" cy="62"/>
              </a:xfrm>
              <a:custGeom>
                <a:avLst/>
                <a:gdLst>
                  <a:gd name="T0" fmla="*/ 0 w 12"/>
                  <a:gd name="T1" fmla="*/ 0 h 32"/>
                  <a:gd name="T2" fmla="*/ 451 w 12"/>
                  <a:gd name="T3" fmla="*/ 0 h 32"/>
                  <a:gd name="T4" fmla="*/ 420 w 12"/>
                  <a:gd name="T5" fmla="*/ 1693 h 32"/>
                  <a:gd name="T6" fmla="*/ 273 w 12"/>
                  <a:gd name="T7" fmla="*/ 271 h 32"/>
                  <a:gd name="T8" fmla="*/ 0 w 12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2">
                    <a:moveTo>
                      <a:pt x="0" y="0"/>
                    </a:moveTo>
                    <a:cubicBezTo>
                      <a:pt x="4" y="1"/>
                      <a:pt x="11" y="0"/>
                      <a:pt x="12" y="0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2"/>
                      <a:pt x="11" y="9"/>
                      <a:pt x="7" y="5"/>
                    </a:cubicBezTo>
                    <a:cubicBezTo>
                      <a:pt x="4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9" name="Freeform 4101">
                <a:extLst>
                  <a:ext uri="{FF2B5EF4-FFF2-40B4-BE49-F238E27FC236}">
                    <a16:creationId xmlns:a16="http://schemas.microsoft.com/office/drawing/2014/main" id="{3381CBD7-DD31-47CC-BBF1-E445177D0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794"/>
                <a:ext cx="83" cy="166"/>
              </a:xfrm>
              <a:custGeom>
                <a:avLst/>
                <a:gdLst>
                  <a:gd name="T0" fmla="*/ 765 w 46"/>
                  <a:gd name="T1" fmla="*/ 108 h 86"/>
                  <a:gd name="T2" fmla="*/ 0 w 46"/>
                  <a:gd name="T3" fmla="*/ 461 h 86"/>
                  <a:gd name="T4" fmla="*/ 554 w 46"/>
                  <a:gd name="T5" fmla="*/ 373 h 86"/>
                  <a:gd name="T6" fmla="*/ 1211 w 46"/>
                  <a:gd name="T7" fmla="*/ 3223 h 86"/>
                  <a:gd name="T8" fmla="*/ 899 w 46"/>
                  <a:gd name="T9" fmla="*/ 4445 h 86"/>
                  <a:gd name="T10" fmla="*/ 1380 w 46"/>
                  <a:gd name="T11" fmla="*/ 2884 h 86"/>
                  <a:gd name="T12" fmla="*/ 765 w 46"/>
                  <a:gd name="T13" fmla="*/ 108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86">
                    <a:moveTo>
                      <a:pt x="22" y="2"/>
                    </a:moveTo>
                    <a:cubicBezTo>
                      <a:pt x="15" y="0"/>
                      <a:pt x="7" y="3"/>
                      <a:pt x="0" y="9"/>
                    </a:cubicBezTo>
                    <a:cubicBezTo>
                      <a:pt x="5" y="6"/>
                      <a:pt x="11" y="6"/>
                      <a:pt x="16" y="7"/>
                    </a:cubicBezTo>
                    <a:cubicBezTo>
                      <a:pt x="33" y="11"/>
                      <a:pt x="41" y="36"/>
                      <a:pt x="35" y="62"/>
                    </a:cubicBezTo>
                    <a:cubicBezTo>
                      <a:pt x="33" y="71"/>
                      <a:pt x="30" y="80"/>
                      <a:pt x="26" y="86"/>
                    </a:cubicBezTo>
                    <a:cubicBezTo>
                      <a:pt x="32" y="79"/>
                      <a:pt x="38" y="67"/>
                      <a:pt x="40" y="56"/>
                    </a:cubicBezTo>
                    <a:cubicBezTo>
                      <a:pt x="46" y="30"/>
                      <a:pt x="38" y="6"/>
                      <a:pt x="22" y="2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0" name="Freeform 4102">
                <a:extLst>
                  <a:ext uri="{FF2B5EF4-FFF2-40B4-BE49-F238E27FC236}">
                    <a16:creationId xmlns:a16="http://schemas.microsoft.com/office/drawing/2014/main" id="{C652DEB5-F7F8-4A7D-997F-118371BA5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817"/>
                <a:ext cx="87" cy="170"/>
              </a:xfrm>
              <a:custGeom>
                <a:avLst/>
                <a:gdLst>
                  <a:gd name="T0" fmla="*/ 1209 w 48"/>
                  <a:gd name="T1" fmla="*/ 4188 h 88"/>
                  <a:gd name="T2" fmla="*/ 433 w 48"/>
                  <a:gd name="T3" fmla="*/ 1346 h 88"/>
                  <a:gd name="T4" fmla="*/ 745 w 48"/>
                  <a:gd name="T5" fmla="*/ 164 h 88"/>
                  <a:gd name="T6" fmla="*/ 703 w 48"/>
                  <a:gd name="T7" fmla="*/ 164 h 88"/>
                  <a:gd name="T8" fmla="*/ 667 w 48"/>
                  <a:gd name="T9" fmla="*/ 209 h 88"/>
                  <a:gd name="T10" fmla="*/ 214 w 48"/>
                  <a:gd name="T11" fmla="*/ 1615 h 88"/>
                  <a:gd name="T12" fmla="*/ 886 w 48"/>
                  <a:gd name="T13" fmla="*/ 4470 h 88"/>
                  <a:gd name="T14" fmla="*/ 1702 w 48"/>
                  <a:gd name="T15" fmla="*/ 4124 h 88"/>
                  <a:gd name="T16" fmla="*/ 1209 w 48"/>
                  <a:gd name="T17" fmla="*/ 4188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88">
                    <a:moveTo>
                      <a:pt x="34" y="81"/>
                    </a:moveTo>
                    <a:cubicBezTo>
                      <a:pt x="17" y="77"/>
                      <a:pt x="6" y="52"/>
                      <a:pt x="12" y="26"/>
                    </a:cubicBezTo>
                    <a:cubicBezTo>
                      <a:pt x="14" y="18"/>
                      <a:pt x="17" y="9"/>
                      <a:pt x="21" y="3"/>
                    </a:cubicBezTo>
                    <a:cubicBezTo>
                      <a:pt x="21" y="2"/>
                      <a:pt x="22" y="0"/>
                      <a:pt x="20" y="3"/>
                    </a:cubicBezTo>
                    <a:cubicBezTo>
                      <a:pt x="20" y="3"/>
                      <a:pt x="19" y="4"/>
                      <a:pt x="19" y="4"/>
                    </a:cubicBezTo>
                    <a:cubicBezTo>
                      <a:pt x="14" y="11"/>
                      <a:pt x="9" y="21"/>
                      <a:pt x="6" y="31"/>
                    </a:cubicBezTo>
                    <a:cubicBezTo>
                      <a:pt x="0" y="58"/>
                      <a:pt x="9" y="83"/>
                      <a:pt x="25" y="86"/>
                    </a:cubicBezTo>
                    <a:cubicBezTo>
                      <a:pt x="33" y="88"/>
                      <a:pt x="41" y="85"/>
                      <a:pt x="48" y="79"/>
                    </a:cubicBezTo>
                    <a:cubicBezTo>
                      <a:pt x="43" y="81"/>
                      <a:pt x="38" y="82"/>
                      <a:pt x="34" y="81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1" name="Freeform 4103">
                <a:extLst>
                  <a:ext uri="{FF2B5EF4-FFF2-40B4-BE49-F238E27FC236}">
                    <a16:creationId xmlns:a16="http://schemas.microsoft.com/office/drawing/2014/main" id="{37EB49AD-DFA9-4B21-B09B-D5B8DF210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929"/>
                <a:ext cx="23" cy="25"/>
              </a:xfrm>
              <a:custGeom>
                <a:avLst/>
                <a:gdLst>
                  <a:gd name="T0" fmla="*/ 88 w 13"/>
                  <a:gd name="T1" fmla="*/ 548 h 13"/>
                  <a:gd name="T2" fmla="*/ 65 w 13"/>
                  <a:gd name="T3" fmla="*/ 163 h 13"/>
                  <a:gd name="T4" fmla="*/ 317 w 13"/>
                  <a:gd name="T5" fmla="*/ 108 h 13"/>
                  <a:gd name="T6" fmla="*/ 333 w 13"/>
                  <a:gd name="T7" fmla="*/ 506 h 13"/>
                  <a:gd name="T8" fmla="*/ 88 w 13"/>
                  <a:gd name="T9" fmla="*/ 54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11"/>
                    </a:moveTo>
                    <a:cubicBezTo>
                      <a:pt x="1" y="9"/>
                      <a:pt x="0" y="5"/>
                      <a:pt x="2" y="3"/>
                    </a:cubicBezTo>
                    <a:cubicBezTo>
                      <a:pt x="4" y="0"/>
                      <a:pt x="7" y="0"/>
                      <a:pt x="10" y="2"/>
                    </a:cubicBezTo>
                    <a:cubicBezTo>
                      <a:pt x="13" y="3"/>
                      <a:pt x="13" y="7"/>
                      <a:pt x="11" y="10"/>
                    </a:cubicBezTo>
                    <a:cubicBezTo>
                      <a:pt x="9" y="12"/>
                      <a:pt x="6" y="13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2" name="Freeform 4104">
                <a:extLst>
                  <a:ext uri="{FF2B5EF4-FFF2-40B4-BE49-F238E27FC236}">
                    <a16:creationId xmlns:a16="http://schemas.microsoft.com/office/drawing/2014/main" id="{BA8178D8-DBF8-427D-84E0-793956437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910"/>
                <a:ext cx="16" cy="17"/>
              </a:xfrm>
              <a:custGeom>
                <a:avLst/>
                <a:gdLst>
                  <a:gd name="T0" fmla="*/ 66 w 9"/>
                  <a:gd name="T1" fmla="*/ 357 h 9"/>
                  <a:gd name="T2" fmla="*/ 37 w 9"/>
                  <a:gd name="T3" fmla="*/ 100 h 9"/>
                  <a:gd name="T4" fmla="*/ 208 w 9"/>
                  <a:gd name="T5" fmla="*/ 53 h 9"/>
                  <a:gd name="T6" fmla="*/ 247 w 9"/>
                  <a:gd name="T7" fmla="*/ 317 h 9"/>
                  <a:gd name="T8" fmla="*/ 66 w 9"/>
                  <a:gd name="T9" fmla="*/ 35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1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7" y="9"/>
                      <a:pt x="4" y="9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3" name="Freeform 4105">
                <a:extLst>
                  <a:ext uri="{FF2B5EF4-FFF2-40B4-BE49-F238E27FC236}">
                    <a16:creationId xmlns:a16="http://schemas.microsoft.com/office/drawing/2014/main" id="{176C1CB6-EB94-4E1D-B47A-D3DB34168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954"/>
                <a:ext cx="11" cy="12"/>
              </a:xfrm>
              <a:custGeom>
                <a:avLst/>
                <a:gdLst>
                  <a:gd name="T0" fmla="*/ 44 w 6"/>
                  <a:gd name="T1" fmla="*/ 320 h 6"/>
                  <a:gd name="T2" fmla="*/ 44 w 6"/>
                  <a:gd name="T3" fmla="*/ 64 h 6"/>
                  <a:gd name="T4" fmla="*/ 149 w 6"/>
                  <a:gd name="T5" fmla="*/ 0 h 6"/>
                  <a:gd name="T6" fmla="*/ 193 w 6"/>
                  <a:gd name="T7" fmla="*/ 256 h 6"/>
                  <a:gd name="T8" fmla="*/ 44 w 6"/>
                  <a:gd name="T9" fmla="*/ 3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4" y="5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4" name="Freeform 4106">
                <a:extLst>
                  <a:ext uri="{FF2B5EF4-FFF2-40B4-BE49-F238E27FC236}">
                    <a16:creationId xmlns:a16="http://schemas.microsoft.com/office/drawing/2014/main" id="{55FF697E-9DDD-4FBA-8DBD-C635238D7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3529"/>
                <a:ext cx="145" cy="104"/>
              </a:xfrm>
              <a:custGeom>
                <a:avLst/>
                <a:gdLst>
                  <a:gd name="T0" fmla="*/ 2762 w 80"/>
                  <a:gd name="T1" fmla="*/ 978 h 54"/>
                  <a:gd name="T2" fmla="*/ 2309 w 80"/>
                  <a:gd name="T3" fmla="*/ 0 h 54"/>
                  <a:gd name="T4" fmla="*/ 2559 w 80"/>
                  <a:gd name="T5" fmla="*/ 772 h 54"/>
                  <a:gd name="T6" fmla="*/ 886 w 80"/>
                  <a:gd name="T7" fmla="*/ 2544 h 54"/>
                  <a:gd name="T8" fmla="*/ 0 w 80"/>
                  <a:gd name="T9" fmla="*/ 2492 h 54"/>
                  <a:gd name="T10" fmla="*/ 1180 w 80"/>
                  <a:gd name="T11" fmla="*/ 2692 h 54"/>
                  <a:gd name="T12" fmla="*/ 2762 w 80"/>
                  <a:gd name="T13" fmla="*/ 978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54">
                    <a:moveTo>
                      <a:pt x="78" y="19"/>
                    </a:moveTo>
                    <a:cubicBezTo>
                      <a:pt x="78" y="12"/>
                      <a:pt x="73" y="5"/>
                      <a:pt x="65" y="0"/>
                    </a:cubicBezTo>
                    <a:cubicBezTo>
                      <a:pt x="70" y="4"/>
                      <a:pt x="72" y="10"/>
                      <a:pt x="72" y="15"/>
                    </a:cubicBezTo>
                    <a:cubicBezTo>
                      <a:pt x="74" y="32"/>
                      <a:pt x="53" y="48"/>
                      <a:pt x="25" y="50"/>
                    </a:cubicBezTo>
                    <a:cubicBezTo>
                      <a:pt x="17" y="51"/>
                      <a:pt x="7" y="51"/>
                      <a:pt x="0" y="49"/>
                    </a:cubicBezTo>
                    <a:cubicBezTo>
                      <a:pt x="8" y="53"/>
                      <a:pt x="21" y="54"/>
                      <a:pt x="33" y="53"/>
                    </a:cubicBezTo>
                    <a:cubicBezTo>
                      <a:pt x="59" y="51"/>
                      <a:pt x="80" y="36"/>
                      <a:pt x="78" y="19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5" name="Freeform 4107">
                <a:extLst>
                  <a:ext uri="{FF2B5EF4-FFF2-40B4-BE49-F238E27FC236}">
                    <a16:creationId xmlns:a16="http://schemas.microsoft.com/office/drawing/2014/main" id="{141673D5-07D7-4191-9CC9-20BA32656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3512"/>
                <a:ext cx="151" cy="106"/>
              </a:xfrm>
              <a:custGeom>
                <a:avLst/>
                <a:gdLst>
                  <a:gd name="T0" fmla="*/ 360 w 83"/>
                  <a:gd name="T1" fmla="*/ 2207 h 55"/>
                  <a:gd name="T2" fmla="*/ 2036 w 83"/>
                  <a:gd name="T3" fmla="*/ 264 h 55"/>
                  <a:gd name="T4" fmla="*/ 2916 w 83"/>
                  <a:gd name="T5" fmla="*/ 316 h 55"/>
                  <a:gd name="T6" fmla="*/ 2916 w 83"/>
                  <a:gd name="T7" fmla="*/ 264 h 55"/>
                  <a:gd name="T8" fmla="*/ 2824 w 83"/>
                  <a:gd name="T9" fmla="*/ 264 h 55"/>
                  <a:gd name="T10" fmla="*/ 1777 w 83"/>
                  <a:gd name="T11" fmla="*/ 56 h 55"/>
                  <a:gd name="T12" fmla="*/ 80 w 83"/>
                  <a:gd name="T13" fmla="*/ 1831 h 55"/>
                  <a:gd name="T14" fmla="*/ 579 w 83"/>
                  <a:gd name="T15" fmla="*/ 2812 h 55"/>
                  <a:gd name="T16" fmla="*/ 360 w 83"/>
                  <a:gd name="T17" fmla="*/ 2207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55">
                    <a:moveTo>
                      <a:pt x="10" y="43"/>
                    </a:moveTo>
                    <a:cubicBezTo>
                      <a:pt x="9" y="26"/>
                      <a:pt x="28" y="7"/>
                      <a:pt x="56" y="5"/>
                    </a:cubicBezTo>
                    <a:cubicBezTo>
                      <a:pt x="64" y="4"/>
                      <a:pt x="73" y="4"/>
                      <a:pt x="80" y="6"/>
                    </a:cubicBezTo>
                    <a:cubicBezTo>
                      <a:pt x="81" y="6"/>
                      <a:pt x="83" y="7"/>
                      <a:pt x="80" y="5"/>
                    </a:cubicBezTo>
                    <a:cubicBezTo>
                      <a:pt x="80" y="5"/>
                      <a:pt x="79" y="5"/>
                      <a:pt x="78" y="5"/>
                    </a:cubicBezTo>
                    <a:cubicBezTo>
                      <a:pt x="70" y="2"/>
                      <a:pt x="60" y="0"/>
                      <a:pt x="49" y="1"/>
                    </a:cubicBezTo>
                    <a:cubicBezTo>
                      <a:pt x="21" y="3"/>
                      <a:pt x="0" y="19"/>
                      <a:pt x="2" y="36"/>
                    </a:cubicBezTo>
                    <a:cubicBezTo>
                      <a:pt x="2" y="44"/>
                      <a:pt x="8" y="50"/>
                      <a:pt x="16" y="55"/>
                    </a:cubicBezTo>
                    <a:cubicBezTo>
                      <a:pt x="12" y="51"/>
                      <a:pt x="10" y="47"/>
                      <a:pt x="10" y="43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6" name="Freeform 4108">
                <a:extLst>
                  <a:ext uri="{FF2B5EF4-FFF2-40B4-BE49-F238E27FC236}">
                    <a16:creationId xmlns:a16="http://schemas.microsoft.com/office/drawing/2014/main" id="{D0C20AC5-C51F-4880-9DC2-722DAEE22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3539"/>
                <a:ext cx="23" cy="27"/>
              </a:xfrm>
              <a:custGeom>
                <a:avLst/>
                <a:gdLst>
                  <a:gd name="T0" fmla="*/ 37 w 13"/>
                  <a:gd name="T1" fmla="*/ 264 h 14"/>
                  <a:gd name="T2" fmla="*/ 244 w 13"/>
                  <a:gd name="T3" fmla="*/ 56 h 14"/>
                  <a:gd name="T4" fmla="*/ 359 w 13"/>
                  <a:gd name="T5" fmla="*/ 457 h 14"/>
                  <a:gd name="T6" fmla="*/ 156 w 13"/>
                  <a:gd name="T7" fmla="*/ 665 h 14"/>
                  <a:gd name="T8" fmla="*/ 37 w 13"/>
                  <a:gd name="T9" fmla="*/ 26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" y="5"/>
                    </a:moveTo>
                    <a:cubicBezTo>
                      <a:pt x="2" y="2"/>
                      <a:pt x="5" y="0"/>
                      <a:pt x="8" y="1"/>
                    </a:cubicBezTo>
                    <a:cubicBezTo>
                      <a:pt x="11" y="2"/>
                      <a:pt x="13" y="6"/>
                      <a:pt x="12" y="9"/>
                    </a:cubicBezTo>
                    <a:cubicBezTo>
                      <a:pt x="11" y="12"/>
                      <a:pt x="8" y="14"/>
                      <a:pt x="5" y="13"/>
                    </a:cubicBezTo>
                    <a:cubicBezTo>
                      <a:pt x="2" y="12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7" name="Freeform 4109">
                <a:extLst>
                  <a:ext uri="{FF2B5EF4-FFF2-40B4-BE49-F238E27FC236}">
                    <a16:creationId xmlns:a16="http://schemas.microsoft.com/office/drawing/2014/main" id="{B13156AE-EAA9-4AFE-B1C6-72594AD01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3533"/>
                <a:ext cx="17" cy="17"/>
              </a:xfrm>
              <a:custGeom>
                <a:avLst/>
                <a:gdLst>
                  <a:gd name="T0" fmla="*/ 53 w 9"/>
                  <a:gd name="T1" fmla="*/ 144 h 9"/>
                  <a:gd name="T2" fmla="*/ 272 w 9"/>
                  <a:gd name="T3" fmla="*/ 53 h 9"/>
                  <a:gd name="T4" fmla="*/ 402 w 9"/>
                  <a:gd name="T5" fmla="*/ 272 h 9"/>
                  <a:gd name="T6" fmla="*/ 189 w 9"/>
                  <a:gd name="T7" fmla="*/ 357 h 9"/>
                  <a:gd name="T8" fmla="*/ 53 w 9"/>
                  <a:gd name="T9" fmla="*/ 14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8" y="1"/>
                      <a:pt x="9" y="4"/>
                      <a:pt x="9" y="6"/>
                    </a:cubicBezTo>
                    <a:cubicBezTo>
                      <a:pt x="8" y="8"/>
                      <a:pt x="6" y="9"/>
                      <a:pt x="4" y="8"/>
                    </a:cubicBezTo>
                    <a:cubicBezTo>
                      <a:pt x="2" y="8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8" name="Freeform 4110">
                <a:extLst>
                  <a:ext uri="{FF2B5EF4-FFF2-40B4-BE49-F238E27FC236}">
                    <a16:creationId xmlns:a16="http://schemas.microsoft.com/office/drawing/2014/main" id="{57812FF7-9348-4C12-BFDA-6C7A79F09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3564"/>
                <a:ext cx="11" cy="12"/>
              </a:xfrm>
              <a:custGeom>
                <a:avLst/>
                <a:gdLst>
                  <a:gd name="T0" fmla="*/ 44 w 6"/>
                  <a:gd name="T1" fmla="*/ 128 h 6"/>
                  <a:gd name="T2" fmla="*/ 149 w 6"/>
                  <a:gd name="T3" fmla="*/ 0 h 6"/>
                  <a:gd name="T4" fmla="*/ 229 w 6"/>
                  <a:gd name="T5" fmla="*/ 256 h 6"/>
                  <a:gd name="T6" fmla="*/ 125 w 6"/>
                  <a:gd name="T7" fmla="*/ 320 h 6"/>
                  <a:gd name="T8" fmla="*/ 44 w 6"/>
                  <a:gd name="T9" fmla="*/ 12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4"/>
                    </a:cubicBezTo>
                    <a:cubicBezTo>
                      <a:pt x="5" y="5"/>
                      <a:pt x="4" y="6"/>
                      <a:pt x="3" y="5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9" name="Freeform 4111">
                <a:extLst>
                  <a:ext uri="{FF2B5EF4-FFF2-40B4-BE49-F238E27FC236}">
                    <a16:creationId xmlns:a16="http://schemas.microsoft.com/office/drawing/2014/main" id="{A38967CD-0716-483E-B94A-A77EB4E51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3178"/>
                <a:ext cx="79" cy="21"/>
              </a:xfrm>
              <a:custGeom>
                <a:avLst/>
                <a:gdLst>
                  <a:gd name="T0" fmla="*/ 0 w 44"/>
                  <a:gd name="T1" fmla="*/ 0 h 11"/>
                  <a:gd name="T2" fmla="*/ 74 w 44"/>
                  <a:gd name="T3" fmla="*/ 529 h 11"/>
                  <a:gd name="T4" fmla="*/ 1476 w 44"/>
                  <a:gd name="T5" fmla="*/ 145 h 11"/>
                  <a:gd name="T6" fmla="*/ 239 w 44"/>
                  <a:gd name="T7" fmla="*/ 277 h 11"/>
                  <a:gd name="T8" fmla="*/ 0 w 44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1">
                    <a:moveTo>
                      <a:pt x="0" y="0"/>
                    </a:moveTo>
                    <a:cubicBezTo>
                      <a:pt x="1" y="3"/>
                      <a:pt x="2" y="10"/>
                      <a:pt x="2" y="11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10" y="9"/>
                      <a:pt x="7" y="6"/>
                    </a:cubicBezTo>
                    <a:cubicBezTo>
                      <a:pt x="3" y="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0" name="Freeform 4112">
                <a:extLst>
                  <a:ext uri="{FF2B5EF4-FFF2-40B4-BE49-F238E27FC236}">
                    <a16:creationId xmlns:a16="http://schemas.microsoft.com/office/drawing/2014/main" id="{8ADF2A17-F616-4E39-AA22-C49F0802D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3354"/>
                <a:ext cx="69" cy="59"/>
              </a:xfrm>
              <a:custGeom>
                <a:avLst/>
                <a:gdLst>
                  <a:gd name="T0" fmla="*/ 0 w 38"/>
                  <a:gd name="T1" fmla="*/ 1104 h 31"/>
                  <a:gd name="T2" fmla="*/ 294 w 38"/>
                  <a:gd name="T3" fmla="*/ 1467 h 31"/>
                  <a:gd name="T4" fmla="*/ 1358 w 38"/>
                  <a:gd name="T5" fmla="*/ 0 h 31"/>
                  <a:gd name="T6" fmla="*/ 316 w 38"/>
                  <a:gd name="T7" fmla="*/ 1151 h 31"/>
                  <a:gd name="T8" fmla="*/ 0 w 38"/>
                  <a:gd name="T9" fmla="*/ 110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1">
                    <a:moveTo>
                      <a:pt x="0" y="23"/>
                    </a:moveTo>
                    <a:cubicBezTo>
                      <a:pt x="3" y="25"/>
                      <a:pt x="8" y="31"/>
                      <a:pt x="8" y="3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14" y="24"/>
                      <a:pt x="9" y="24"/>
                    </a:cubicBezTo>
                    <a:cubicBezTo>
                      <a:pt x="5" y="24"/>
                      <a:pt x="1" y="23"/>
                      <a:pt x="0" y="23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1" name="Freeform 4113">
                <a:extLst>
                  <a:ext uri="{FF2B5EF4-FFF2-40B4-BE49-F238E27FC236}">
                    <a16:creationId xmlns:a16="http://schemas.microsoft.com/office/drawing/2014/main" id="{EAF12CBF-B126-4810-9AF0-A4755C72C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3446"/>
                <a:ext cx="22" cy="62"/>
              </a:xfrm>
              <a:custGeom>
                <a:avLst/>
                <a:gdLst>
                  <a:gd name="T0" fmla="*/ 0 w 12"/>
                  <a:gd name="T1" fmla="*/ 1693 h 32"/>
                  <a:gd name="T2" fmla="*/ 451 w 12"/>
                  <a:gd name="T3" fmla="*/ 1637 h 32"/>
                  <a:gd name="T4" fmla="*/ 273 w 12"/>
                  <a:gd name="T5" fmla="*/ 0 h 32"/>
                  <a:gd name="T6" fmla="*/ 273 w 12"/>
                  <a:gd name="T7" fmla="*/ 1366 h 32"/>
                  <a:gd name="T8" fmla="*/ 0 w 12"/>
                  <a:gd name="T9" fmla="*/ 169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2">
                    <a:moveTo>
                      <a:pt x="0" y="32"/>
                    </a:moveTo>
                    <a:cubicBezTo>
                      <a:pt x="4" y="31"/>
                      <a:pt x="11" y="31"/>
                      <a:pt x="12" y="3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9" y="22"/>
                      <a:pt x="7" y="26"/>
                    </a:cubicBezTo>
                    <a:cubicBezTo>
                      <a:pt x="4" y="29"/>
                      <a:pt x="0" y="31"/>
                      <a:pt x="0" y="32"/>
                    </a:cubicBezTo>
                    <a:close/>
                  </a:path>
                </a:pathLst>
              </a:custGeom>
              <a:solidFill>
                <a:srgbClr val="008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2" name="Freeform 4114">
                <a:extLst>
                  <a:ext uri="{FF2B5EF4-FFF2-40B4-BE49-F238E27FC236}">
                    <a16:creationId xmlns:a16="http://schemas.microsoft.com/office/drawing/2014/main" id="{27425772-09BA-4D17-9E0C-C0FA0678C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3122"/>
                <a:ext cx="89" cy="174"/>
              </a:xfrm>
              <a:custGeom>
                <a:avLst/>
                <a:gdLst>
                  <a:gd name="T0" fmla="*/ 1455 w 49"/>
                  <a:gd name="T1" fmla="*/ 1734 h 90"/>
                  <a:gd name="T2" fmla="*/ 610 w 49"/>
                  <a:gd name="T3" fmla="*/ 4313 h 90"/>
                  <a:gd name="T4" fmla="*/ 0 w 49"/>
                  <a:gd name="T5" fmla="*/ 4025 h 90"/>
                  <a:gd name="T6" fmla="*/ 799 w 49"/>
                  <a:gd name="T7" fmla="*/ 4654 h 90"/>
                  <a:gd name="T8" fmla="*/ 1666 w 49"/>
                  <a:gd name="T9" fmla="*/ 1974 h 90"/>
                  <a:gd name="T10" fmla="*/ 1066 w 49"/>
                  <a:gd name="T11" fmla="*/ 0 h 90"/>
                  <a:gd name="T12" fmla="*/ 1455 w 49"/>
                  <a:gd name="T13" fmla="*/ 1734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90">
                    <a:moveTo>
                      <a:pt x="41" y="33"/>
                    </a:moveTo>
                    <a:cubicBezTo>
                      <a:pt x="44" y="59"/>
                      <a:pt x="33" y="81"/>
                      <a:pt x="17" y="83"/>
                    </a:cubicBezTo>
                    <a:cubicBezTo>
                      <a:pt x="11" y="84"/>
                      <a:pt x="5" y="81"/>
                      <a:pt x="0" y="77"/>
                    </a:cubicBezTo>
                    <a:cubicBezTo>
                      <a:pt x="6" y="85"/>
                      <a:pt x="14" y="90"/>
                      <a:pt x="22" y="89"/>
                    </a:cubicBezTo>
                    <a:cubicBezTo>
                      <a:pt x="39" y="87"/>
                      <a:pt x="49" y="64"/>
                      <a:pt x="46" y="38"/>
                    </a:cubicBezTo>
                    <a:cubicBezTo>
                      <a:pt x="44" y="22"/>
                      <a:pt x="39" y="7"/>
                      <a:pt x="30" y="0"/>
                    </a:cubicBezTo>
                    <a:cubicBezTo>
                      <a:pt x="36" y="8"/>
                      <a:pt x="40" y="20"/>
                      <a:pt x="41" y="33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3" name="Freeform 4115">
                <a:extLst>
                  <a:ext uri="{FF2B5EF4-FFF2-40B4-BE49-F238E27FC236}">
                    <a16:creationId xmlns:a16="http://schemas.microsoft.com/office/drawing/2014/main" id="{8DE46E54-5A04-413A-81F2-F1776BFD3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3101"/>
                <a:ext cx="80" cy="168"/>
              </a:xfrm>
              <a:custGeom>
                <a:avLst/>
                <a:gdLst>
                  <a:gd name="T0" fmla="*/ 96 w 44"/>
                  <a:gd name="T1" fmla="*/ 2684 h 87"/>
                  <a:gd name="T2" fmla="*/ 578 w 44"/>
                  <a:gd name="T3" fmla="*/ 4509 h 87"/>
                  <a:gd name="T4" fmla="*/ 360 w 44"/>
                  <a:gd name="T5" fmla="*/ 2852 h 87"/>
                  <a:gd name="T6" fmla="*/ 698 w 44"/>
                  <a:gd name="T7" fmla="*/ 672 h 87"/>
                  <a:gd name="T8" fmla="*/ 1587 w 44"/>
                  <a:gd name="T9" fmla="*/ 317 h 87"/>
                  <a:gd name="T10" fmla="*/ 1015 w 44"/>
                  <a:gd name="T11" fmla="*/ 0 h 87"/>
                  <a:gd name="T12" fmla="*/ 96 w 44"/>
                  <a:gd name="T13" fmla="*/ 2684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87">
                    <a:moveTo>
                      <a:pt x="3" y="52"/>
                    </a:moveTo>
                    <a:cubicBezTo>
                      <a:pt x="4" y="67"/>
                      <a:pt x="8" y="79"/>
                      <a:pt x="16" y="87"/>
                    </a:cubicBezTo>
                    <a:cubicBezTo>
                      <a:pt x="12" y="79"/>
                      <a:pt x="11" y="68"/>
                      <a:pt x="10" y="55"/>
                    </a:cubicBezTo>
                    <a:cubicBezTo>
                      <a:pt x="9" y="39"/>
                      <a:pt x="14" y="22"/>
                      <a:pt x="19" y="13"/>
                    </a:cubicBezTo>
                    <a:cubicBezTo>
                      <a:pt x="22" y="8"/>
                      <a:pt x="32" y="3"/>
                      <a:pt x="44" y="6"/>
                    </a:cubicBezTo>
                    <a:cubicBezTo>
                      <a:pt x="39" y="2"/>
                      <a:pt x="33" y="0"/>
                      <a:pt x="28" y="0"/>
                    </a:cubicBezTo>
                    <a:cubicBezTo>
                      <a:pt x="11" y="2"/>
                      <a:pt x="0" y="26"/>
                      <a:pt x="3" y="52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4" name="Freeform 4116">
                <a:extLst>
                  <a:ext uri="{FF2B5EF4-FFF2-40B4-BE49-F238E27FC236}">
                    <a16:creationId xmlns:a16="http://schemas.microsoft.com/office/drawing/2014/main" id="{C223929E-1342-4678-A85C-DC17658ED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3149"/>
                <a:ext cx="20" cy="21"/>
              </a:xfrm>
              <a:custGeom>
                <a:avLst/>
                <a:gdLst>
                  <a:gd name="T0" fmla="*/ 80 w 11"/>
                  <a:gd name="T1" fmla="*/ 105 h 11"/>
                  <a:gd name="T2" fmla="*/ 318 w 11"/>
                  <a:gd name="T3" fmla="*/ 105 h 11"/>
                  <a:gd name="T4" fmla="*/ 295 w 11"/>
                  <a:gd name="T5" fmla="*/ 422 h 11"/>
                  <a:gd name="T6" fmla="*/ 44 w 11"/>
                  <a:gd name="T7" fmla="*/ 382 h 11"/>
                  <a:gd name="T8" fmla="*/ 80 w 11"/>
                  <a:gd name="T9" fmla="*/ 10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2" y="2"/>
                    </a:moveTo>
                    <a:cubicBezTo>
                      <a:pt x="5" y="0"/>
                      <a:pt x="8" y="0"/>
                      <a:pt x="9" y="2"/>
                    </a:cubicBezTo>
                    <a:cubicBezTo>
                      <a:pt x="11" y="5"/>
                      <a:pt x="11" y="8"/>
                      <a:pt x="8" y="9"/>
                    </a:cubicBezTo>
                    <a:cubicBezTo>
                      <a:pt x="6" y="11"/>
                      <a:pt x="3" y="11"/>
                      <a:pt x="1" y="8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5" name="Freeform 4117">
                <a:extLst>
                  <a:ext uri="{FF2B5EF4-FFF2-40B4-BE49-F238E27FC236}">
                    <a16:creationId xmlns:a16="http://schemas.microsoft.com/office/drawing/2014/main" id="{EF4A425F-06D6-4050-A19D-16C44EF02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3133"/>
                <a:ext cx="9" cy="12"/>
              </a:xfrm>
              <a:custGeom>
                <a:avLst/>
                <a:gdLst>
                  <a:gd name="T0" fmla="*/ 41 w 5"/>
                  <a:gd name="T1" fmla="*/ 64 h 6"/>
                  <a:gd name="T2" fmla="*/ 133 w 5"/>
                  <a:gd name="T3" fmla="*/ 64 h 6"/>
                  <a:gd name="T4" fmla="*/ 133 w 5"/>
                  <a:gd name="T5" fmla="*/ 320 h 6"/>
                  <a:gd name="T6" fmla="*/ 0 w 5"/>
                  <a:gd name="T7" fmla="*/ 256 h 6"/>
                  <a:gd name="T8" fmla="*/ 41 w 5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6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6" name="Freeform 4118">
                <a:extLst>
                  <a:ext uri="{FF2B5EF4-FFF2-40B4-BE49-F238E27FC236}">
                    <a16:creationId xmlns:a16="http://schemas.microsoft.com/office/drawing/2014/main" id="{AF004DF9-9877-449A-B5E5-0BD84514C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3176"/>
                <a:ext cx="11" cy="12"/>
              </a:xfrm>
              <a:custGeom>
                <a:avLst/>
                <a:gdLst>
                  <a:gd name="T0" fmla="*/ 81 w 6"/>
                  <a:gd name="T1" fmla="*/ 64 h 6"/>
                  <a:gd name="T2" fmla="*/ 193 w 6"/>
                  <a:gd name="T3" fmla="*/ 64 h 6"/>
                  <a:gd name="T4" fmla="*/ 193 w 6"/>
                  <a:gd name="T5" fmla="*/ 320 h 6"/>
                  <a:gd name="T6" fmla="*/ 44 w 6"/>
                  <a:gd name="T7" fmla="*/ 256 h 6"/>
                  <a:gd name="T8" fmla="*/ 81 w 6"/>
                  <a:gd name="T9" fmla="*/ 6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6"/>
                      <a:pt x="2" y="5"/>
                      <a:pt x="1" y="4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7" name="Freeform 4119">
                <a:extLst>
                  <a:ext uri="{FF2B5EF4-FFF2-40B4-BE49-F238E27FC236}">
                    <a16:creationId xmlns:a16="http://schemas.microsoft.com/office/drawing/2014/main" id="{26AA94C8-71C7-4CAE-852D-A7D3AA538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3375"/>
                <a:ext cx="110" cy="158"/>
              </a:xfrm>
              <a:custGeom>
                <a:avLst/>
                <a:gdLst>
                  <a:gd name="T0" fmla="*/ 999 w 61"/>
                  <a:gd name="T1" fmla="*/ 1037 h 82"/>
                  <a:gd name="T2" fmla="*/ 1446 w 61"/>
                  <a:gd name="T3" fmla="*/ 3805 h 82"/>
                  <a:gd name="T4" fmla="*/ 826 w 61"/>
                  <a:gd name="T5" fmla="*/ 4091 h 82"/>
                  <a:gd name="T6" fmla="*/ 1713 w 61"/>
                  <a:gd name="T7" fmla="*/ 3850 h 82"/>
                  <a:gd name="T8" fmla="*/ 1279 w 61"/>
                  <a:gd name="T9" fmla="*/ 1058 h 82"/>
                  <a:gd name="T10" fmla="*/ 0 w 61"/>
                  <a:gd name="T11" fmla="*/ 0 h 82"/>
                  <a:gd name="T12" fmla="*/ 999 w 61"/>
                  <a:gd name="T13" fmla="*/ 1037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82">
                    <a:moveTo>
                      <a:pt x="29" y="20"/>
                    </a:moveTo>
                    <a:cubicBezTo>
                      <a:pt x="48" y="38"/>
                      <a:pt x="53" y="62"/>
                      <a:pt x="42" y="74"/>
                    </a:cubicBezTo>
                    <a:cubicBezTo>
                      <a:pt x="38" y="78"/>
                      <a:pt x="31" y="80"/>
                      <a:pt x="24" y="80"/>
                    </a:cubicBezTo>
                    <a:cubicBezTo>
                      <a:pt x="34" y="82"/>
                      <a:pt x="44" y="81"/>
                      <a:pt x="50" y="75"/>
                    </a:cubicBezTo>
                    <a:cubicBezTo>
                      <a:pt x="61" y="64"/>
                      <a:pt x="55" y="39"/>
                      <a:pt x="37" y="21"/>
                    </a:cubicBezTo>
                    <a:cubicBezTo>
                      <a:pt x="26" y="10"/>
                      <a:pt x="12" y="1"/>
                      <a:pt x="0" y="0"/>
                    </a:cubicBezTo>
                    <a:cubicBezTo>
                      <a:pt x="10" y="3"/>
                      <a:pt x="20" y="11"/>
                      <a:pt x="29" y="20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8" name="Freeform 4120">
                <a:extLst>
                  <a:ext uri="{FF2B5EF4-FFF2-40B4-BE49-F238E27FC236}">
                    <a16:creationId xmlns:a16="http://schemas.microsoft.com/office/drawing/2014/main" id="{A2299705-3FD7-4585-BAE2-494B6AFFD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3373"/>
                <a:ext cx="102" cy="156"/>
              </a:xfrm>
              <a:custGeom>
                <a:avLst/>
                <a:gdLst>
                  <a:gd name="T0" fmla="*/ 883 w 56"/>
                  <a:gd name="T1" fmla="*/ 3149 h 81"/>
                  <a:gd name="T2" fmla="*/ 2047 w 56"/>
                  <a:gd name="T3" fmla="*/ 4129 h 81"/>
                  <a:gd name="T4" fmla="*/ 1168 w 56"/>
                  <a:gd name="T5" fmla="*/ 3029 h 81"/>
                  <a:gd name="T6" fmla="*/ 485 w 56"/>
                  <a:gd name="T7" fmla="*/ 1057 h 81"/>
                  <a:gd name="T8" fmla="*/ 1022 w 56"/>
                  <a:gd name="T9" fmla="*/ 0 h 81"/>
                  <a:gd name="T10" fmla="*/ 399 w 56"/>
                  <a:gd name="T11" fmla="*/ 264 h 81"/>
                  <a:gd name="T12" fmla="*/ 883 w 56"/>
                  <a:gd name="T13" fmla="*/ 314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81">
                    <a:moveTo>
                      <a:pt x="24" y="62"/>
                    </a:moveTo>
                    <a:cubicBezTo>
                      <a:pt x="35" y="72"/>
                      <a:pt x="45" y="79"/>
                      <a:pt x="56" y="81"/>
                    </a:cubicBezTo>
                    <a:cubicBezTo>
                      <a:pt x="48" y="76"/>
                      <a:pt x="41" y="69"/>
                      <a:pt x="32" y="59"/>
                    </a:cubicBezTo>
                    <a:cubicBezTo>
                      <a:pt x="21" y="47"/>
                      <a:pt x="14" y="31"/>
                      <a:pt x="13" y="21"/>
                    </a:cubicBezTo>
                    <a:cubicBezTo>
                      <a:pt x="12" y="15"/>
                      <a:pt x="16" y="5"/>
                      <a:pt x="28" y="0"/>
                    </a:cubicBezTo>
                    <a:cubicBezTo>
                      <a:pt x="21" y="0"/>
                      <a:pt x="15" y="1"/>
                      <a:pt x="11" y="5"/>
                    </a:cubicBezTo>
                    <a:cubicBezTo>
                      <a:pt x="0" y="17"/>
                      <a:pt x="5" y="43"/>
                      <a:pt x="24" y="62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9" name="Freeform 4121">
                <a:extLst>
                  <a:ext uri="{FF2B5EF4-FFF2-40B4-BE49-F238E27FC236}">
                    <a16:creationId xmlns:a16="http://schemas.microsoft.com/office/drawing/2014/main" id="{062CF8CB-041D-4648-9467-E79F41CEA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3440"/>
                <a:ext cx="20" cy="22"/>
              </a:xfrm>
              <a:custGeom>
                <a:avLst/>
                <a:gdLst>
                  <a:gd name="T0" fmla="*/ 44 w 11"/>
                  <a:gd name="T1" fmla="*/ 256 h 11"/>
                  <a:gd name="T2" fmla="*/ 264 w 11"/>
                  <a:gd name="T3" fmla="*/ 64 h 11"/>
                  <a:gd name="T4" fmla="*/ 391 w 11"/>
                  <a:gd name="T5" fmla="*/ 448 h 11"/>
                  <a:gd name="T6" fmla="*/ 175 w 11"/>
                  <a:gd name="T7" fmla="*/ 640 h 11"/>
                  <a:gd name="T8" fmla="*/ 44 w 11"/>
                  <a:gd name="T9" fmla="*/ 25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2" y="2"/>
                      <a:pt x="4" y="0"/>
                      <a:pt x="7" y="1"/>
                    </a:cubicBezTo>
                    <a:cubicBezTo>
                      <a:pt x="10" y="1"/>
                      <a:pt x="11" y="4"/>
                      <a:pt x="11" y="7"/>
                    </a:cubicBezTo>
                    <a:cubicBezTo>
                      <a:pt x="10" y="9"/>
                      <a:pt x="7" y="11"/>
                      <a:pt x="5" y="10"/>
                    </a:cubicBezTo>
                    <a:cubicBezTo>
                      <a:pt x="2" y="10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0" name="Freeform 4122">
                <a:extLst>
                  <a:ext uri="{FF2B5EF4-FFF2-40B4-BE49-F238E27FC236}">
                    <a16:creationId xmlns:a16="http://schemas.microsoft.com/office/drawing/2014/main" id="{1F5FE8A5-6691-4DCF-9B44-48173278B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3425"/>
                <a:ext cx="9" cy="10"/>
              </a:xfrm>
              <a:custGeom>
                <a:avLst/>
                <a:gdLst>
                  <a:gd name="T0" fmla="*/ 0 w 5"/>
                  <a:gd name="T1" fmla="*/ 128 h 5"/>
                  <a:gd name="T2" fmla="*/ 94 w 5"/>
                  <a:gd name="T3" fmla="*/ 0 h 5"/>
                  <a:gd name="T4" fmla="*/ 169 w 5"/>
                  <a:gd name="T5" fmla="*/ 192 h 5"/>
                  <a:gd name="T6" fmla="*/ 74 w 5"/>
                  <a:gd name="T7" fmla="*/ 320 h 5"/>
                  <a:gd name="T8" fmla="*/ 0 w 5"/>
                  <a:gd name="T9" fmla="*/ 12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1" name="Freeform 4123">
                <a:extLst>
                  <a:ext uri="{FF2B5EF4-FFF2-40B4-BE49-F238E27FC236}">
                    <a16:creationId xmlns:a16="http://schemas.microsoft.com/office/drawing/2014/main" id="{787B1373-82BF-4966-8126-893E4E268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462"/>
                <a:ext cx="11" cy="11"/>
              </a:xfrm>
              <a:custGeom>
                <a:avLst/>
                <a:gdLst>
                  <a:gd name="T0" fmla="*/ 0 w 6"/>
                  <a:gd name="T1" fmla="*/ 125 h 6"/>
                  <a:gd name="T2" fmla="*/ 125 w 6"/>
                  <a:gd name="T3" fmla="*/ 44 h 6"/>
                  <a:gd name="T4" fmla="*/ 193 w 6"/>
                  <a:gd name="T5" fmla="*/ 149 h 6"/>
                  <a:gd name="T6" fmla="*/ 81 w 6"/>
                  <a:gd name="T7" fmla="*/ 229 h 6"/>
                  <a:gd name="T8" fmla="*/ 0 w 6"/>
                  <a:gd name="T9" fmla="*/ 1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2" name="Freeform 4124">
                <a:extLst>
                  <a:ext uri="{FF2B5EF4-FFF2-40B4-BE49-F238E27FC236}">
                    <a16:creationId xmlns:a16="http://schemas.microsoft.com/office/drawing/2014/main" id="{27EAE106-876B-4949-86E0-C9D141853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398"/>
                <a:ext cx="195" cy="131"/>
              </a:xfrm>
              <a:custGeom>
                <a:avLst/>
                <a:gdLst>
                  <a:gd name="T0" fmla="*/ 3698 w 108"/>
                  <a:gd name="T1" fmla="*/ 1595 h 68"/>
                  <a:gd name="T2" fmla="*/ 1836 w 108"/>
                  <a:gd name="T3" fmla="*/ 56 h 68"/>
                  <a:gd name="T4" fmla="*/ 42 w 108"/>
                  <a:gd name="T5" fmla="*/ 1890 h 68"/>
                  <a:gd name="T6" fmla="*/ 1937 w 108"/>
                  <a:gd name="T7" fmla="*/ 3433 h 68"/>
                  <a:gd name="T8" fmla="*/ 3698 w 108"/>
                  <a:gd name="T9" fmla="*/ 1595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68">
                    <a:moveTo>
                      <a:pt x="107" y="31"/>
                    </a:moveTo>
                    <a:cubicBezTo>
                      <a:pt x="106" y="13"/>
                      <a:pt x="82" y="0"/>
                      <a:pt x="53" y="1"/>
                    </a:cubicBezTo>
                    <a:cubicBezTo>
                      <a:pt x="23" y="3"/>
                      <a:pt x="0" y="19"/>
                      <a:pt x="1" y="37"/>
                    </a:cubicBezTo>
                    <a:cubicBezTo>
                      <a:pt x="2" y="55"/>
                      <a:pt x="27" y="68"/>
                      <a:pt x="56" y="67"/>
                    </a:cubicBezTo>
                    <a:cubicBezTo>
                      <a:pt x="85" y="66"/>
                      <a:pt x="108" y="50"/>
                      <a:pt x="107" y="3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3" name="Freeform 4125">
                <a:extLst>
                  <a:ext uri="{FF2B5EF4-FFF2-40B4-BE49-F238E27FC236}">
                    <a16:creationId xmlns:a16="http://schemas.microsoft.com/office/drawing/2014/main" id="{1844B643-E8B0-4D3D-AADB-F2737D4C8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525"/>
                <a:ext cx="31" cy="80"/>
              </a:xfrm>
              <a:custGeom>
                <a:avLst/>
                <a:gdLst>
                  <a:gd name="T0" fmla="*/ 146 w 17"/>
                  <a:gd name="T1" fmla="*/ 2258 h 41"/>
                  <a:gd name="T2" fmla="*/ 538 w 17"/>
                  <a:gd name="T3" fmla="*/ 2146 h 41"/>
                  <a:gd name="T4" fmla="*/ 631 w 17"/>
                  <a:gd name="T5" fmla="*/ 0 h 41"/>
                  <a:gd name="T6" fmla="*/ 323 w 17"/>
                  <a:gd name="T7" fmla="*/ 60 h 41"/>
                  <a:gd name="T8" fmla="*/ 0 w 17"/>
                  <a:gd name="T9" fmla="*/ 60 h 41"/>
                  <a:gd name="T10" fmla="*/ 146 w 17"/>
                  <a:gd name="T11" fmla="*/ 225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1">
                    <a:moveTo>
                      <a:pt x="4" y="41"/>
                    </a:moveTo>
                    <a:cubicBezTo>
                      <a:pt x="7" y="39"/>
                      <a:pt x="12" y="40"/>
                      <a:pt x="15" y="39"/>
                    </a:cubicBezTo>
                    <a:cubicBezTo>
                      <a:pt x="16" y="38"/>
                      <a:pt x="17" y="0"/>
                      <a:pt x="17" y="0"/>
                    </a:cubicBezTo>
                    <a:cubicBezTo>
                      <a:pt x="15" y="1"/>
                      <a:pt x="12" y="1"/>
                      <a:pt x="9" y="1"/>
                    </a:cubicBezTo>
                    <a:cubicBezTo>
                      <a:pt x="6" y="1"/>
                      <a:pt x="3" y="1"/>
                      <a:pt x="0" y="1"/>
                    </a:cubicBezTo>
                    <a:cubicBezTo>
                      <a:pt x="0" y="1"/>
                      <a:pt x="3" y="41"/>
                      <a:pt x="4" y="4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4" name="Freeform 4126">
                <a:extLst>
                  <a:ext uri="{FF2B5EF4-FFF2-40B4-BE49-F238E27FC236}">
                    <a16:creationId xmlns:a16="http://schemas.microsoft.com/office/drawing/2014/main" id="{7110AFC7-A40A-4F6F-8FD7-72A66091A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703"/>
                <a:ext cx="198" cy="168"/>
              </a:xfrm>
              <a:custGeom>
                <a:avLst/>
                <a:gdLst>
                  <a:gd name="T0" fmla="*/ 3604 w 109"/>
                  <a:gd name="T1" fmla="*/ 780 h 87"/>
                  <a:gd name="T2" fmla="*/ 1330 w 109"/>
                  <a:gd name="T3" fmla="*/ 780 h 87"/>
                  <a:gd name="T4" fmla="*/ 360 w 109"/>
                  <a:gd name="T5" fmla="*/ 3688 h 87"/>
                  <a:gd name="T6" fmla="*/ 2590 w 109"/>
                  <a:gd name="T7" fmla="*/ 3688 h 87"/>
                  <a:gd name="T8" fmla="*/ 3604 w 109"/>
                  <a:gd name="T9" fmla="*/ 78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87">
                    <a:moveTo>
                      <a:pt x="100" y="15"/>
                    </a:moveTo>
                    <a:cubicBezTo>
                      <a:pt x="90" y="0"/>
                      <a:pt x="62" y="0"/>
                      <a:pt x="37" y="15"/>
                    </a:cubicBezTo>
                    <a:cubicBezTo>
                      <a:pt x="12" y="31"/>
                      <a:pt x="0" y="56"/>
                      <a:pt x="10" y="71"/>
                    </a:cubicBezTo>
                    <a:cubicBezTo>
                      <a:pt x="19" y="87"/>
                      <a:pt x="47" y="87"/>
                      <a:pt x="72" y="71"/>
                    </a:cubicBezTo>
                    <a:cubicBezTo>
                      <a:pt x="97" y="56"/>
                      <a:pt x="109" y="31"/>
                      <a:pt x="100" y="15"/>
                    </a:cubicBezTo>
                    <a:close/>
                  </a:path>
                </a:pathLst>
              </a:custGeom>
              <a:solidFill>
                <a:srgbClr val="BF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5" name="Freeform 4127">
                <a:extLst>
                  <a:ext uri="{FF2B5EF4-FFF2-40B4-BE49-F238E27FC236}">
                    <a16:creationId xmlns:a16="http://schemas.microsoft.com/office/drawing/2014/main" id="{3B74CCCA-1261-4FCF-87C5-405952834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830"/>
                <a:ext cx="36" cy="43"/>
              </a:xfrm>
              <a:custGeom>
                <a:avLst/>
                <a:gdLst>
                  <a:gd name="T0" fmla="*/ 380 w 20"/>
                  <a:gd name="T1" fmla="*/ 1165 h 22"/>
                  <a:gd name="T2" fmla="*/ 641 w 20"/>
                  <a:gd name="T3" fmla="*/ 776 h 22"/>
                  <a:gd name="T4" fmla="*/ 473 w 20"/>
                  <a:gd name="T5" fmla="*/ 0 h 22"/>
                  <a:gd name="T6" fmla="*/ 239 w 20"/>
                  <a:gd name="T7" fmla="*/ 291 h 22"/>
                  <a:gd name="T8" fmla="*/ 0 w 20"/>
                  <a:gd name="T9" fmla="*/ 569 h 22"/>
                  <a:gd name="T10" fmla="*/ 380 w 20"/>
                  <a:gd name="T11" fmla="*/ 116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2">
                    <a:moveTo>
                      <a:pt x="11" y="21"/>
                    </a:moveTo>
                    <a:cubicBezTo>
                      <a:pt x="13" y="18"/>
                      <a:pt x="17" y="17"/>
                      <a:pt x="19" y="14"/>
                    </a:cubicBezTo>
                    <a:cubicBezTo>
                      <a:pt x="20" y="13"/>
                      <a:pt x="14" y="0"/>
                      <a:pt x="14" y="0"/>
                    </a:cubicBezTo>
                    <a:cubicBezTo>
                      <a:pt x="12" y="2"/>
                      <a:pt x="10" y="4"/>
                      <a:pt x="7" y="5"/>
                    </a:cubicBezTo>
                    <a:cubicBezTo>
                      <a:pt x="5" y="7"/>
                      <a:pt x="2" y="8"/>
                      <a:pt x="0" y="10"/>
                    </a:cubicBezTo>
                    <a:cubicBezTo>
                      <a:pt x="0" y="10"/>
                      <a:pt x="10" y="22"/>
                      <a:pt x="11" y="21"/>
                    </a:cubicBezTo>
                    <a:close/>
                  </a:path>
                </a:pathLst>
              </a:custGeom>
              <a:solidFill>
                <a:srgbClr val="7CB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6" name="Freeform 4128">
                <a:extLst>
                  <a:ext uri="{FF2B5EF4-FFF2-40B4-BE49-F238E27FC236}">
                    <a16:creationId xmlns:a16="http://schemas.microsoft.com/office/drawing/2014/main" id="{FCA1DD56-4BEA-4909-8D31-1D0C29A7F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717"/>
                <a:ext cx="118" cy="140"/>
              </a:xfrm>
              <a:custGeom>
                <a:avLst/>
                <a:gdLst>
                  <a:gd name="T0" fmla="*/ 2026 w 65"/>
                  <a:gd name="T1" fmla="*/ 545 h 73"/>
                  <a:gd name="T2" fmla="*/ 1278 w 65"/>
                  <a:gd name="T3" fmla="*/ 0 h 73"/>
                  <a:gd name="T4" fmla="*/ 1759 w 65"/>
                  <a:gd name="T5" fmla="*/ 485 h 73"/>
                  <a:gd name="T6" fmla="*/ 828 w 65"/>
                  <a:gd name="T7" fmla="*/ 3138 h 73"/>
                  <a:gd name="T8" fmla="*/ 0 w 65"/>
                  <a:gd name="T9" fmla="*/ 3627 h 73"/>
                  <a:gd name="T10" fmla="*/ 1144 w 65"/>
                  <a:gd name="T11" fmla="*/ 3034 h 73"/>
                  <a:gd name="T12" fmla="*/ 2026 w 65"/>
                  <a:gd name="T13" fmla="*/ 545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73">
                    <a:moveTo>
                      <a:pt x="57" y="11"/>
                    </a:moveTo>
                    <a:cubicBezTo>
                      <a:pt x="53" y="4"/>
                      <a:pt x="45" y="0"/>
                      <a:pt x="36" y="0"/>
                    </a:cubicBezTo>
                    <a:cubicBezTo>
                      <a:pt x="42" y="2"/>
                      <a:pt x="46" y="5"/>
                      <a:pt x="49" y="10"/>
                    </a:cubicBezTo>
                    <a:cubicBezTo>
                      <a:pt x="58" y="24"/>
                      <a:pt x="47" y="48"/>
                      <a:pt x="23" y="63"/>
                    </a:cubicBezTo>
                    <a:cubicBezTo>
                      <a:pt x="16" y="67"/>
                      <a:pt x="7" y="71"/>
                      <a:pt x="0" y="73"/>
                    </a:cubicBezTo>
                    <a:cubicBezTo>
                      <a:pt x="10" y="72"/>
                      <a:pt x="22" y="68"/>
                      <a:pt x="32" y="61"/>
                    </a:cubicBezTo>
                    <a:cubicBezTo>
                      <a:pt x="54" y="47"/>
                      <a:pt x="65" y="25"/>
                      <a:pt x="57" y="11"/>
                    </a:cubicBezTo>
                    <a:close/>
                  </a:path>
                </a:pathLst>
              </a:custGeom>
              <a:solidFill>
                <a:srgbClr val="940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7" name="Freeform 4129">
                <a:extLst>
                  <a:ext uri="{FF2B5EF4-FFF2-40B4-BE49-F238E27FC236}">
                    <a16:creationId xmlns:a16="http://schemas.microsoft.com/office/drawing/2014/main" id="{306422F0-807A-470D-9D0A-3722F562C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715"/>
                <a:ext cx="123" cy="142"/>
              </a:xfrm>
              <a:custGeom>
                <a:avLst/>
                <a:gdLst>
                  <a:gd name="T0" fmla="*/ 664 w 68"/>
                  <a:gd name="T1" fmla="*/ 3306 h 74"/>
                  <a:gd name="T2" fmla="*/ 1469 w 68"/>
                  <a:gd name="T3" fmla="*/ 593 h 74"/>
                  <a:gd name="T4" fmla="*/ 2248 w 68"/>
                  <a:gd name="T5" fmla="*/ 56 h 74"/>
                  <a:gd name="T6" fmla="*/ 2248 w 68"/>
                  <a:gd name="T7" fmla="*/ 56 h 74"/>
                  <a:gd name="T8" fmla="*/ 2172 w 68"/>
                  <a:gd name="T9" fmla="*/ 56 h 74"/>
                  <a:gd name="T10" fmla="*/ 1201 w 68"/>
                  <a:gd name="T11" fmla="*/ 593 h 74"/>
                  <a:gd name="T12" fmla="*/ 308 w 68"/>
                  <a:gd name="T13" fmla="*/ 3201 h 74"/>
                  <a:gd name="T14" fmla="*/ 1047 w 68"/>
                  <a:gd name="T15" fmla="*/ 3690 h 74"/>
                  <a:gd name="T16" fmla="*/ 664 w 68"/>
                  <a:gd name="T17" fmla="*/ 3306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74">
                    <a:moveTo>
                      <a:pt x="19" y="66"/>
                    </a:moveTo>
                    <a:cubicBezTo>
                      <a:pt x="10" y="52"/>
                      <a:pt x="19" y="26"/>
                      <a:pt x="42" y="12"/>
                    </a:cubicBezTo>
                    <a:cubicBezTo>
                      <a:pt x="49" y="7"/>
                      <a:pt x="57" y="3"/>
                      <a:pt x="64" y="1"/>
                    </a:cubicBezTo>
                    <a:cubicBezTo>
                      <a:pt x="66" y="1"/>
                      <a:pt x="68" y="0"/>
                      <a:pt x="64" y="1"/>
                    </a:cubicBezTo>
                    <a:cubicBezTo>
                      <a:pt x="63" y="1"/>
                      <a:pt x="63" y="1"/>
                      <a:pt x="62" y="1"/>
                    </a:cubicBezTo>
                    <a:cubicBezTo>
                      <a:pt x="53" y="2"/>
                      <a:pt x="44" y="6"/>
                      <a:pt x="34" y="12"/>
                    </a:cubicBezTo>
                    <a:cubicBezTo>
                      <a:pt x="11" y="26"/>
                      <a:pt x="0" y="49"/>
                      <a:pt x="9" y="64"/>
                    </a:cubicBezTo>
                    <a:cubicBezTo>
                      <a:pt x="13" y="70"/>
                      <a:pt x="20" y="74"/>
                      <a:pt x="30" y="74"/>
                    </a:cubicBezTo>
                    <a:cubicBezTo>
                      <a:pt x="25" y="73"/>
                      <a:pt x="21" y="70"/>
                      <a:pt x="19" y="66"/>
                    </a:cubicBezTo>
                    <a:close/>
                  </a:path>
                </a:pathLst>
              </a:custGeom>
              <a:solidFill>
                <a:srgbClr val="F1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8" name="Freeform 4130">
                <a:extLst>
                  <a:ext uri="{FF2B5EF4-FFF2-40B4-BE49-F238E27FC236}">
                    <a16:creationId xmlns:a16="http://schemas.microsoft.com/office/drawing/2014/main" id="{E118F64B-2777-4D15-AAA6-13035CA62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784"/>
                <a:ext cx="22" cy="23"/>
              </a:xfrm>
              <a:custGeom>
                <a:avLst/>
                <a:gdLst>
                  <a:gd name="T0" fmla="*/ 0 w 12"/>
                  <a:gd name="T1" fmla="*/ 337 h 12"/>
                  <a:gd name="T2" fmla="*/ 193 w 12"/>
                  <a:gd name="T3" fmla="*/ 0 h 12"/>
                  <a:gd name="T4" fmla="*/ 451 w 12"/>
                  <a:gd name="T5" fmla="*/ 253 h 12"/>
                  <a:gd name="T6" fmla="*/ 273 w 12"/>
                  <a:gd name="T7" fmla="*/ 592 h 12"/>
                  <a:gd name="T8" fmla="*/ 0 w 12"/>
                  <a:gd name="T9" fmla="*/ 33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7"/>
                    </a:moveTo>
                    <a:cubicBezTo>
                      <a:pt x="0" y="4"/>
                      <a:pt x="2" y="1"/>
                      <a:pt x="5" y="0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0" y="11"/>
                      <a:pt x="7" y="12"/>
                    </a:cubicBezTo>
                    <a:cubicBezTo>
                      <a:pt x="4" y="12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9" name="Freeform 4131">
                <a:extLst>
                  <a:ext uri="{FF2B5EF4-FFF2-40B4-BE49-F238E27FC236}">
                    <a16:creationId xmlns:a16="http://schemas.microsoft.com/office/drawing/2014/main" id="{21B385F9-A4BE-4F95-8496-7CA5CCAA8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769"/>
                <a:ext cx="14" cy="17"/>
              </a:xfrm>
              <a:custGeom>
                <a:avLst/>
                <a:gdLst>
                  <a:gd name="T0" fmla="*/ 0 w 8"/>
                  <a:gd name="T1" fmla="*/ 213 h 9"/>
                  <a:gd name="T2" fmla="*/ 86 w 8"/>
                  <a:gd name="T3" fmla="*/ 0 h 9"/>
                  <a:gd name="T4" fmla="*/ 236 w 8"/>
                  <a:gd name="T5" fmla="*/ 189 h 9"/>
                  <a:gd name="T6" fmla="*/ 151 w 8"/>
                  <a:gd name="T7" fmla="*/ 357 h 9"/>
                  <a:gd name="T8" fmla="*/ 0 w 8"/>
                  <a:gd name="T9" fmla="*/ 2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3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0" name="Freeform 4132">
                <a:extLst>
                  <a:ext uri="{FF2B5EF4-FFF2-40B4-BE49-F238E27FC236}">
                    <a16:creationId xmlns:a16="http://schemas.microsoft.com/office/drawing/2014/main" id="{54716A0D-2A5D-48A3-B52C-185471B26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811"/>
                <a:ext cx="11" cy="12"/>
              </a:xfrm>
              <a:custGeom>
                <a:avLst/>
                <a:gdLst>
                  <a:gd name="T0" fmla="*/ 0 w 6"/>
                  <a:gd name="T1" fmla="*/ 192 h 6"/>
                  <a:gd name="T2" fmla="*/ 81 w 6"/>
                  <a:gd name="T3" fmla="*/ 0 h 6"/>
                  <a:gd name="T4" fmla="*/ 229 w 6"/>
                  <a:gd name="T5" fmla="*/ 128 h 6"/>
                  <a:gd name="T6" fmla="*/ 125 w 6"/>
                  <a:gd name="T7" fmla="*/ 384 h 6"/>
                  <a:gd name="T8" fmla="*/ 0 w 6"/>
                  <a:gd name="T9" fmla="*/ 19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1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631" name="Freeform 4134">
              <a:extLst>
                <a:ext uri="{FF2B5EF4-FFF2-40B4-BE49-F238E27FC236}">
                  <a16:creationId xmlns:a16="http://schemas.microsoft.com/office/drawing/2014/main" id="{FADAA70B-F214-4A6C-AC1F-86690E77D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838"/>
              <a:ext cx="23" cy="16"/>
            </a:xfrm>
            <a:custGeom>
              <a:avLst/>
              <a:gdLst>
                <a:gd name="T0" fmla="*/ 0 w 13"/>
                <a:gd name="T1" fmla="*/ 384 h 8"/>
                <a:gd name="T2" fmla="*/ 317 w 13"/>
                <a:gd name="T3" fmla="*/ 0 h 8"/>
                <a:gd name="T4" fmla="*/ 403 w 13"/>
                <a:gd name="T5" fmla="*/ 448 h 8"/>
                <a:gd name="T6" fmla="*/ 276 w 13"/>
                <a:gd name="T7" fmla="*/ 448 h 8"/>
                <a:gd name="T8" fmla="*/ 0 w 13"/>
                <a:gd name="T9" fmla="*/ 38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4" y="5"/>
                    <a:pt x="10" y="1"/>
                    <a:pt x="1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8"/>
                    <a:pt x="9" y="7"/>
                  </a:cubicBezTo>
                  <a:cubicBezTo>
                    <a:pt x="5" y="6"/>
                    <a:pt x="1" y="6"/>
                    <a:pt x="0" y="6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4135">
              <a:extLst>
                <a:ext uri="{FF2B5EF4-FFF2-40B4-BE49-F238E27FC236}">
                  <a16:creationId xmlns:a16="http://schemas.microsoft.com/office/drawing/2014/main" id="{7C19C124-097D-4B38-8E66-29F7180D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703"/>
              <a:ext cx="198" cy="168"/>
            </a:xfrm>
            <a:custGeom>
              <a:avLst/>
              <a:gdLst>
                <a:gd name="T0" fmla="*/ 3604 w 109"/>
                <a:gd name="T1" fmla="*/ 780 h 87"/>
                <a:gd name="T2" fmla="*/ 1330 w 109"/>
                <a:gd name="T3" fmla="*/ 780 h 87"/>
                <a:gd name="T4" fmla="*/ 360 w 109"/>
                <a:gd name="T5" fmla="*/ 3688 h 87"/>
                <a:gd name="T6" fmla="*/ 2590 w 109"/>
                <a:gd name="T7" fmla="*/ 3688 h 87"/>
                <a:gd name="T8" fmla="*/ 3604 w 109"/>
                <a:gd name="T9" fmla="*/ 78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87">
                  <a:moveTo>
                    <a:pt x="100" y="15"/>
                  </a:moveTo>
                  <a:cubicBezTo>
                    <a:pt x="90" y="0"/>
                    <a:pt x="62" y="0"/>
                    <a:pt x="37" y="15"/>
                  </a:cubicBezTo>
                  <a:cubicBezTo>
                    <a:pt x="12" y="31"/>
                    <a:pt x="0" y="56"/>
                    <a:pt x="10" y="71"/>
                  </a:cubicBezTo>
                  <a:cubicBezTo>
                    <a:pt x="19" y="87"/>
                    <a:pt x="47" y="87"/>
                    <a:pt x="72" y="71"/>
                  </a:cubicBezTo>
                  <a:cubicBezTo>
                    <a:pt x="97" y="56"/>
                    <a:pt x="109" y="31"/>
                    <a:pt x="100" y="1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4136">
              <a:extLst>
                <a:ext uri="{FF2B5EF4-FFF2-40B4-BE49-F238E27FC236}">
                  <a16:creationId xmlns:a16="http://schemas.microsoft.com/office/drawing/2014/main" id="{C5615B61-8F79-49DB-AE2F-0ECCBBD96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830"/>
              <a:ext cx="36" cy="43"/>
            </a:xfrm>
            <a:custGeom>
              <a:avLst/>
              <a:gdLst>
                <a:gd name="T0" fmla="*/ 380 w 20"/>
                <a:gd name="T1" fmla="*/ 1165 h 22"/>
                <a:gd name="T2" fmla="*/ 641 w 20"/>
                <a:gd name="T3" fmla="*/ 776 h 22"/>
                <a:gd name="T4" fmla="*/ 473 w 20"/>
                <a:gd name="T5" fmla="*/ 0 h 22"/>
                <a:gd name="T6" fmla="*/ 239 w 20"/>
                <a:gd name="T7" fmla="*/ 291 h 22"/>
                <a:gd name="T8" fmla="*/ 0 w 20"/>
                <a:gd name="T9" fmla="*/ 569 h 22"/>
                <a:gd name="T10" fmla="*/ 380 w 20"/>
                <a:gd name="T11" fmla="*/ 116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1" y="21"/>
                  </a:moveTo>
                  <a:cubicBezTo>
                    <a:pt x="13" y="18"/>
                    <a:pt x="17" y="17"/>
                    <a:pt x="19" y="14"/>
                  </a:cubicBezTo>
                  <a:cubicBezTo>
                    <a:pt x="20" y="13"/>
                    <a:pt x="14" y="0"/>
                    <a:pt x="14" y="0"/>
                  </a:cubicBezTo>
                  <a:cubicBezTo>
                    <a:pt x="12" y="2"/>
                    <a:pt x="10" y="4"/>
                    <a:pt x="7" y="5"/>
                  </a:cubicBezTo>
                  <a:cubicBezTo>
                    <a:pt x="5" y="7"/>
                    <a:pt x="2" y="8"/>
                    <a:pt x="0" y="10"/>
                  </a:cubicBezTo>
                  <a:cubicBezTo>
                    <a:pt x="0" y="10"/>
                    <a:pt x="10" y="22"/>
                    <a:pt x="11" y="2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4137">
              <a:extLst>
                <a:ext uri="{FF2B5EF4-FFF2-40B4-BE49-F238E27FC236}">
                  <a16:creationId xmlns:a16="http://schemas.microsoft.com/office/drawing/2014/main" id="{1D5760C2-E643-4510-9546-4FA87C0B3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720"/>
              <a:ext cx="173" cy="201"/>
            </a:xfrm>
            <a:custGeom>
              <a:avLst/>
              <a:gdLst>
                <a:gd name="T0" fmla="*/ 2851 w 96"/>
                <a:gd name="T1" fmla="*/ 4801 h 104"/>
                <a:gd name="T2" fmla="*/ 2510 w 96"/>
                <a:gd name="T3" fmla="*/ 1618 h 104"/>
                <a:gd name="T4" fmla="*/ 474 w 96"/>
                <a:gd name="T5" fmla="*/ 613 h 104"/>
                <a:gd name="T6" fmla="*/ 780 w 96"/>
                <a:gd name="T7" fmla="*/ 3809 h 104"/>
                <a:gd name="T8" fmla="*/ 2851 w 96"/>
                <a:gd name="T9" fmla="*/ 4801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04">
                  <a:moveTo>
                    <a:pt x="83" y="92"/>
                  </a:moveTo>
                  <a:cubicBezTo>
                    <a:pt x="96" y="81"/>
                    <a:pt x="92" y="53"/>
                    <a:pt x="73" y="31"/>
                  </a:cubicBezTo>
                  <a:cubicBezTo>
                    <a:pt x="54" y="8"/>
                    <a:pt x="28" y="0"/>
                    <a:pt x="14" y="12"/>
                  </a:cubicBezTo>
                  <a:cubicBezTo>
                    <a:pt x="0" y="23"/>
                    <a:pt x="4" y="51"/>
                    <a:pt x="23" y="73"/>
                  </a:cubicBezTo>
                  <a:cubicBezTo>
                    <a:pt x="42" y="96"/>
                    <a:pt x="69" y="104"/>
                    <a:pt x="83" y="92"/>
                  </a:cubicBezTo>
                  <a:close/>
                </a:path>
              </a:pathLst>
            </a:custGeom>
            <a:solidFill>
              <a:srgbClr val="BF5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4138">
              <a:extLst>
                <a:ext uri="{FF2B5EF4-FFF2-40B4-BE49-F238E27FC236}">
                  <a16:creationId xmlns:a16="http://schemas.microsoft.com/office/drawing/2014/main" id="{BA7FA037-2947-4A7C-A8DB-59A32D20B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2848"/>
              <a:ext cx="40" cy="40"/>
            </a:xfrm>
            <a:custGeom>
              <a:avLst/>
              <a:gdLst>
                <a:gd name="T0" fmla="*/ 44 w 22"/>
                <a:gd name="T1" fmla="*/ 629 h 21"/>
                <a:gd name="T2" fmla="*/ 318 w 22"/>
                <a:gd name="T3" fmla="*/ 1002 h 21"/>
                <a:gd name="T4" fmla="*/ 800 w 22"/>
                <a:gd name="T5" fmla="*/ 670 h 21"/>
                <a:gd name="T6" fmla="*/ 578 w 22"/>
                <a:gd name="T7" fmla="*/ 330 h 21"/>
                <a:gd name="T8" fmla="*/ 391 w 22"/>
                <a:gd name="T9" fmla="*/ 0 h 21"/>
                <a:gd name="T10" fmla="*/ 44 w 22"/>
                <a:gd name="T11" fmla="*/ 62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">
                  <a:moveTo>
                    <a:pt x="1" y="13"/>
                  </a:moveTo>
                  <a:cubicBezTo>
                    <a:pt x="4" y="15"/>
                    <a:pt x="6" y="19"/>
                    <a:pt x="9" y="21"/>
                  </a:cubicBezTo>
                  <a:cubicBezTo>
                    <a:pt x="11" y="21"/>
                    <a:pt x="22" y="14"/>
                    <a:pt x="22" y="14"/>
                  </a:cubicBezTo>
                  <a:cubicBezTo>
                    <a:pt x="20" y="12"/>
                    <a:pt x="18" y="10"/>
                    <a:pt x="16" y="7"/>
                  </a:cubicBezTo>
                  <a:cubicBezTo>
                    <a:pt x="14" y="5"/>
                    <a:pt x="13" y="3"/>
                    <a:pt x="11" y="0"/>
                  </a:cubicBezTo>
                  <a:cubicBezTo>
                    <a:pt x="11" y="0"/>
                    <a:pt x="0" y="13"/>
                    <a:pt x="1" y="13"/>
                  </a:cubicBezTo>
                  <a:close/>
                </a:path>
              </a:pathLst>
            </a:custGeom>
            <a:solidFill>
              <a:srgbClr val="7CB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4139">
              <a:extLst>
                <a:ext uri="{FF2B5EF4-FFF2-40B4-BE49-F238E27FC236}">
                  <a16:creationId xmlns:a16="http://schemas.microsoft.com/office/drawing/2014/main" id="{77683DB2-D874-4A7B-9829-7287E140C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803"/>
              <a:ext cx="141" cy="110"/>
            </a:xfrm>
            <a:custGeom>
              <a:avLst/>
              <a:gdLst>
                <a:gd name="T0" fmla="*/ 2457 w 78"/>
                <a:gd name="T1" fmla="*/ 2443 h 57"/>
                <a:gd name="T2" fmla="*/ 2683 w 78"/>
                <a:gd name="T3" fmla="*/ 1285 h 57"/>
                <a:gd name="T4" fmla="*/ 2457 w 78"/>
                <a:gd name="T5" fmla="*/ 2011 h 57"/>
                <a:gd name="T6" fmla="*/ 477 w 78"/>
                <a:gd name="T7" fmla="*/ 1090 h 57"/>
                <a:gd name="T8" fmla="*/ 0 w 78"/>
                <a:gd name="T9" fmla="*/ 0 h 57"/>
                <a:gd name="T10" fmla="*/ 555 w 78"/>
                <a:gd name="T11" fmla="*/ 1554 h 57"/>
                <a:gd name="T12" fmla="*/ 2457 w 78"/>
                <a:gd name="T13" fmla="*/ 2443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7">
                  <a:moveTo>
                    <a:pt x="70" y="47"/>
                  </a:moveTo>
                  <a:cubicBezTo>
                    <a:pt x="76" y="42"/>
                    <a:pt x="78" y="34"/>
                    <a:pt x="77" y="25"/>
                  </a:cubicBezTo>
                  <a:cubicBezTo>
                    <a:pt x="77" y="31"/>
                    <a:pt x="74" y="36"/>
                    <a:pt x="70" y="39"/>
                  </a:cubicBezTo>
                  <a:cubicBezTo>
                    <a:pt x="56" y="50"/>
                    <a:pt x="31" y="42"/>
                    <a:pt x="14" y="21"/>
                  </a:cubicBezTo>
                  <a:cubicBezTo>
                    <a:pt x="8" y="15"/>
                    <a:pt x="3" y="7"/>
                    <a:pt x="0" y="0"/>
                  </a:cubicBezTo>
                  <a:cubicBezTo>
                    <a:pt x="2" y="9"/>
                    <a:pt x="8" y="21"/>
                    <a:pt x="16" y="30"/>
                  </a:cubicBezTo>
                  <a:cubicBezTo>
                    <a:pt x="33" y="50"/>
                    <a:pt x="57" y="57"/>
                    <a:pt x="70" y="47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4140">
              <a:extLst>
                <a:ext uri="{FF2B5EF4-FFF2-40B4-BE49-F238E27FC236}">
                  <a16:creationId xmlns:a16="http://schemas.microsoft.com/office/drawing/2014/main" id="{EF373D4C-9F7E-4E44-80AC-4D1B1804D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726"/>
              <a:ext cx="143" cy="116"/>
            </a:xfrm>
            <a:custGeom>
              <a:avLst/>
              <a:gdLst>
                <a:gd name="T0" fmla="*/ 255 w 79"/>
                <a:gd name="T1" fmla="*/ 1154 h 60"/>
                <a:gd name="T2" fmla="*/ 2254 w 79"/>
                <a:gd name="T3" fmla="*/ 1943 h 60"/>
                <a:gd name="T4" fmla="*/ 2739 w 79"/>
                <a:gd name="T5" fmla="*/ 2979 h 60"/>
                <a:gd name="T6" fmla="*/ 2739 w 79"/>
                <a:gd name="T7" fmla="*/ 2979 h 60"/>
                <a:gd name="T8" fmla="*/ 2739 w 79"/>
                <a:gd name="T9" fmla="*/ 2863 h 60"/>
                <a:gd name="T10" fmla="*/ 2254 w 79"/>
                <a:gd name="T11" fmla="*/ 1510 h 60"/>
                <a:gd name="T12" fmla="*/ 266 w 79"/>
                <a:gd name="T13" fmla="*/ 572 h 60"/>
                <a:gd name="T14" fmla="*/ 43 w 79"/>
                <a:gd name="T15" fmla="*/ 1734 h 60"/>
                <a:gd name="T16" fmla="*/ 255 w 79"/>
                <a:gd name="T17" fmla="*/ 1154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60">
                  <a:moveTo>
                    <a:pt x="7" y="22"/>
                  </a:moveTo>
                  <a:cubicBezTo>
                    <a:pt x="20" y="11"/>
                    <a:pt x="47" y="16"/>
                    <a:pt x="64" y="37"/>
                  </a:cubicBezTo>
                  <a:cubicBezTo>
                    <a:pt x="70" y="43"/>
                    <a:pt x="75" y="50"/>
                    <a:pt x="78" y="57"/>
                  </a:cubicBezTo>
                  <a:cubicBezTo>
                    <a:pt x="79" y="58"/>
                    <a:pt x="79" y="60"/>
                    <a:pt x="78" y="57"/>
                  </a:cubicBezTo>
                  <a:cubicBezTo>
                    <a:pt x="78" y="56"/>
                    <a:pt x="78" y="56"/>
                    <a:pt x="78" y="55"/>
                  </a:cubicBezTo>
                  <a:cubicBezTo>
                    <a:pt x="76" y="47"/>
                    <a:pt x="71" y="37"/>
                    <a:pt x="64" y="29"/>
                  </a:cubicBezTo>
                  <a:cubicBezTo>
                    <a:pt x="46" y="8"/>
                    <a:pt x="21" y="0"/>
                    <a:pt x="8" y="11"/>
                  </a:cubicBezTo>
                  <a:cubicBezTo>
                    <a:pt x="2" y="16"/>
                    <a:pt x="0" y="24"/>
                    <a:pt x="1" y="33"/>
                  </a:cubicBezTo>
                  <a:cubicBezTo>
                    <a:pt x="2" y="29"/>
                    <a:pt x="4" y="25"/>
                    <a:pt x="7" y="22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4141">
              <a:extLst>
                <a:ext uri="{FF2B5EF4-FFF2-40B4-BE49-F238E27FC236}">
                  <a16:creationId xmlns:a16="http://schemas.microsoft.com/office/drawing/2014/main" id="{05DE39E3-2C6C-41FD-BB8D-5CE2F9CE9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747"/>
              <a:ext cx="26" cy="26"/>
            </a:xfrm>
            <a:custGeom>
              <a:avLst/>
              <a:gdLst>
                <a:gd name="T0" fmla="*/ 204 w 14"/>
                <a:gd name="T1" fmla="*/ 64 h 13"/>
                <a:gd name="T2" fmla="*/ 539 w 14"/>
                <a:gd name="T3" fmla="*/ 320 h 13"/>
                <a:gd name="T4" fmla="*/ 379 w 14"/>
                <a:gd name="T5" fmla="*/ 768 h 13"/>
                <a:gd name="T6" fmla="*/ 45 w 14"/>
                <a:gd name="T7" fmla="*/ 512 h 13"/>
                <a:gd name="T8" fmla="*/ 204 w 14"/>
                <a:gd name="T9" fmla="*/ 6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2" y="11"/>
                    <a:pt x="9" y="12"/>
                  </a:cubicBezTo>
                  <a:cubicBezTo>
                    <a:pt x="6" y="13"/>
                    <a:pt x="2" y="11"/>
                    <a:pt x="1" y="8"/>
                  </a:cubicBezTo>
                  <a:cubicBezTo>
                    <a:pt x="0" y="5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4142">
              <a:extLst>
                <a:ext uri="{FF2B5EF4-FFF2-40B4-BE49-F238E27FC236}">
                  <a16:creationId xmlns:a16="http://schemas.microsoft.com/office/drawing/2014/main" id="{13F05932-53BF-40FD-9A9E-5326ADF67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761"/>
              <a:ext cx="16" cy="17"/>
            </a:xfrm>
            <a:custGeom>
              <a:avLst/>
              <a:gdLst>
                <a:gd name="T0" fmla="*/ 89 w 9"/>
                <a:gd name="T1" fmla="*/ 53 h 9"/>
                <a:gd name="T2" fmla="*/ 247 w 9"/>
                <a:gd name="T3" fmla="*/ 189 h 9"/>
                <a:gd name="T4" fmla="*/ 203 w 9"/>
                <a:gd name="T5" fmla="*/ 402 h 9"/>
                <a:gd name="T6" fmla="*/ 37 w 9"/>
                <a:gd name="T7" fmla="*/ 272 h 9"/>
                <a:gd name="T8" fmla="*/ 89 w 9"/>
                <a:gd name="T9" fmla="*/ 5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2"/>
                    <a:pt x="8" y="4"/>
                  </a:cubicBezTo>
                  <a:cubicBezTo>
                    <a:pt x="9" y="6"/>
                    <a:pt x="8" y="8"/>
                    <a:pt x="6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4143">
              <a:extLst>
                <a:ext uri="{FF2B5EF4-FFF2-40B4-BE49-F238E27FC236}">
                  <a16:creationId xmlns:a16="http://schemas.microsoft.com/office/drawing/2014/main" id="{F84CAA87-A1F9-4BA7-9B66-7D72A640D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2753"/>
              <a:ext cx="11" cy="12"/>
            </a:xfrm>
            <a:custGeom>
              <a:avLst/>
              <a:gdLst>
                <a:gd name="T0" fmla="*/ 81 w 6"/>
                <a:gd name="T1" fmla="*/ 0 h 6"/>
                <a:gd name="T2" fmla="*/ 193 w 6"/>
                <a:gd name="T3" fmla="*/ 128 h 6"/>
                <a:gd name="T4" fmla="*/ 149 w 6"/>
                <a:gd name="T5" fmla="*/ 320 h 6"/>
                <a:gd name="T6" fmla="*/ 0 w 6"/>
                <a:gd name="T7" fmla="*/ 256 h 6"/>
                <a:gd name="T8" fmla="*/ 81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3" y="0"/>
                    <a:pt x="5" y="1"/>
                    <a:pt x="5" y="2"/>
                  </a:cubicBezTo>
                  <a:cubicBezTo>
                    <a:pt x="6" y="3"/>
                    <a:pt x="5" y="5"/>
                    <a:pt x="4" y="5"/>
                  </a:cubicBezTo>
                  <a:cubicBezTo>
                    <a:pt x="2" y="6"/>
                    <a:pt x="1" y="5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4144">
              <a:extLst>
                <a:ext uri="{FF2B5EF4-FFF2-40B4-BE49-F238E27FC236}">
                  <a16:creationId xmlns:a16="http://schemas.microsoft.com/office/drawing/2014/main" id="{1ABF491D-9EA7-4CEA-AF94-5D06C707D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856"/>
              <a:ext cx="13" cy="27"/>
            </a:xfrm>
            <a:custGeom>
              <a:avLst/>
              <a:gdLst>
                <a:gd name="T0" fmla="*/ 0 w 7"/>
                <a:gd name="T1" fmla="*/ 0 h 14"/>
                <a:gd name="T2" fmla="*/ 290 w 7"/>
                <a:gd name="T3" fmla="*/ 457 h 14"/>
                <a:gd name="T4" fmla="*/ 0 w 7"/>
                <a:gd name="T5" fmla="*/ 665 h 14"/>
                <a:gd name="T6" fmla="*/ 0 w 7"/>
                <a:gd name="T7" fmla="*/ 457 h 14"/>
                <a:gd name="T8" fmla="*/ 0 w 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2" y="3"/>
                    <a:pt x="7" y="9"/>
                    <a:pt x="7" y="9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4"/>
                    <a:pt x="0" y="9"/>
                  </a:cubicBezTo>
                  <a:cubicBezTo>
                    <a:pt x="1" y="5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4145">
              <a:extLst>
                <a:ext uri="{FF2B5EF4-FFF2-40B4-BE49-F238E27FC236}">
                  <a16:creationId xmlns:a16="http://schemas.microsoft.com/office/drawing/2014/main" id="{404543D9-9EFB-4806-AE24-7CDC8A0BF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720"/>
              <a:ext cx="173" cy="201"/>
            </a:xfrm>
            <a:custGeom>
              <a:avLst/>
              <a:gdLst>
                <a:gd name="T0" fmla="*/ 2851 w 96"/>
                <a:gd name="T1" fmla="*/ 4801 h 104"/>
                <a:gd name="T2" fmla="*/ 2510 w 96"/>
                <a:gd name="T3" fmla="*/ 1618 h 104"/>
                <a:gd name="T4" fmla="*/ 474 w 96"/>
                <a:gd name="T5" fmla="*/ 613 h 104"/>
                <a:gd name="T6" fmla="*/ 780 w 96"/>
                <a:gd name="T7" fmla="*/ 3809 h 104"/>
                <a:gd name="T8" fmla="*/ 2851 w 96"/>
                <a:gd name="T9" fmla="*/ 4801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04">
                  <a:moveTo>
                    <a:pt x="83" y="92"/>
                  </a:moveTo>
                  <a:cubicBezTo>
                    <a:pt x="96" y="81"/>
                    <a:pt x="92" y="53"/>
                    <a:pt x="73" y="31"/>
                  </a:cubicBezTo>
                  <a:cubicBezTo>
                    <a:pt x="54" y="8"/>
                    <a:pt x="28" y="0"/>
                    <a:pt x="14" y="12"/>
                  </a:cubicBezTo>
                  <a:cubicBezTo>
                    <a:pt x="0" y="23"/>
                    <a:pt x="4" y="51"/>
                    <a:pt x="23" y="73"/>
                  </a:cubicBezTo>
                  <a:cubicBezTo>
                    <a:pt x="42" y="96"/>
                    <a:pt x="69" y="104"/>
                    <a:pt x="83" y="9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4146">
              <a:extLst>
                <a:ext uri="{FF2B5EF4-FFF2-40B4-BE49-F238E27FC236}">
                  <a16:creationId xmlns:a16="http://schemas.microsoft.com/office/drawing/2014/main" id="{1B1E6A02-EAD0-4A86-B115-C62A5FC3D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2848"/>
              <a:ext cx="40" cy="40"/>
            </a:xfrm>
            <a:custGeom>
              <a:avLst/>
              <a:gdLst>
                <a:gd name="T0" fmla="*/ 44 w 22"/>
                <a:gd name="T1" fmla="*/ 629 h 21"/>
                <a:gd name="T2" fmla="*/ 318 w 22"/>
                <a:gd name="T3" fmla="*/ 1002 h 21"/>
                <a:gd name="T4" fmla="*/ 800 w 22"/>
                <a:gd name="T5" fmla="*/ 670 h 21"/>
                <a:gd name="T6" fmla="*/ 578 w 22"/>
                <a:gd name="T7" fmla="*/ 330 h 21"/>
                <a:gd name="T8" fmla="*/ 391 w 22"/>
                <a:gd name="T9" fmla="*/ 0 h 21"/>
                <a:gd name="T10" fmla="*/ 44 w 22"/>
                <a:gd name="T11" fmla="*/ 62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">
                  <a:moveTo>
                    <a:pt x="1" y="13"/>
                  </a:moveTo>
                  <a:cubicBezTo>
                    <a:pt x="4" y="15"/>
                    <a:pt x="6" y="19"/>
                    <a:pt x="9" y="21"/>
                  </a:cubicBezTo>
                  <a:cubicBezTo>
                    <a:pt x="11" y="21"/>
                    <a:pt x="22" y="14"/>
                    <a:pt x="22" y="14"/>
                  </a:cubicBezTo>
                  <a:cubicBezTo>
                    <a:pt x="20" y="12"/>
                    <a:pt x="18" y="10"/>
                    <a:pt x="16" y="7"/>
                  </a:cubicBezTo>
                  <a:cubicBezTo>
                    <a:pt x="14" y="5"/>
                    <a:pt x="13" y="3"/>
                    <a:pt x="11" y="0"/>
                  </a:cubicBezTo>
                  <a:cubicBezTo>
                    <a:pt x="11" y="0"/>
                    <a:pt x="0" y="13"/>
                    <a:pt x="1" y="1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4147">
              <a:extLst>
                <a:ext uri="{FF2B5EF4-FFF2-40B4-BE49-F238E27FC236}">
                  <a16:creationId xmlns:a16="http://schemas.microsoft.com/office/drawing/2014/main" id="{4EAFA851-99D5-4AFF-8533-755924C64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935"/>
              <a:ext cx="125" cy="208"/>
            </a:xfrm>
            <a:custGeom>
              <a:avLst/>
              <a:gdLst>
                <a:gd name="T0" fmla="*/ 1342 w 69"/>
                <a:gd name="T1" fmla="*/ 56 h 108"/>
                <a:gd name="T2" fmla="*/ 78 w 69"/>
                <a:gd name="T3" fmla="*/ 2656 h 108"/>
                <a:gd name="T4" fmla="*/ 1089 w 69"/>
                <a:gd name="T5" fmla="*/ 5464 h 108"/>
                <a:gd name="T6" fmla="*/ 2361 w 69"/>
                <a:gd name="T7" fmla="*/ 2864 h 108"/>
                <a:gd name="T8" fmla="*/ 1342 w 69"/>
                <a:gd name="T9" fmla="*/ 56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08">
                  <a:moveTo>
                    <a:pt x="38" y="1"/>
                  </a:moveTo>
                  <a:cubicBezTo>
                    <a:pt x="20" y="0"/>
                    <a:pt x="4" y="23"/>
                    <a:pt x="2" y="52"/>
                  </a:cubicBezTo>
                  <a:cubicBezTo>
                    <a:pt x="0" y="81"/>
                    <a:pt x="13" y="106"/>
                    <a:pt x="31" y="107"/>
                  </a:cubicBezTo>
                  <a:cubicBezTo>
                    <a:pt x="49" y="108"/>
                    <a:pt x="66" y="85"/>
                    <a:pt x="67" y="56"/>
                  </a:cubicBezTo>
                  <a:cubicBezTo>
                    <a:pt x="69" y="27"/>
                    <a:pt x="56" y="2"/>
                    <a:pt x="38" y="1"/>
                  </a:cubicBezTo>
                  <a:close/>
                </a:path>
              </a:pathLst>
            </a:custGeom>
            <a:solidFill>
              <a:srgbClr val="BF5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4148">
              <a:extLst>
                <a:ext uri="{FF2B5EF4-FFF2-40B4-BE49-F238E27FC236}">
                  <a16:creationId xmlns:a16="http://schemas.microsoft.com/office/drawing/2014/main" id="{C3BE151A-A157-4226-BA57-C443D01AA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025"/>
              <a:ext cx="30" cy="35"/>
            </a:xfrm>
            <a:custGeom>
              <a:avLst/>
              <a:gdLst>
                <a:gd name="T0" fmla="*/ 473 w 17"/>
                <a:gd name="T1" fmla="*/ 801 h 18"/>
                <a:gd name="T2" fmla="*/ 473 w 17"/>
                <a:gd name="T3" fmla="*/ 272 h 18"/>
                <a:gd name="T4" fmla="*/ 37 w 17"/>
                <a:gd name="T5" fmla="*/ 0 h 18"/>
                <a:gd name="T6" fmla="*/ 37 w 17"/>
                <a:gd name="T7" fmla="*/ 500 h 18"/>
                <a:gd name="T8" fmla="*/ 0 w 17"/>
                <a:gd name="T9" fmla="*/ 972 h 18"/>
                <a:gd name="T10" fmla="*/ 473 w 17"/>
                <a:gd name="T11" fmla="*/ 80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8">
                  <a:moveTo>
                    <a:pt x="16" y="15"/>
                  </a:moveTo>
                  <a:cubicBezTo>
                    <a:pt x="15" y="12"/>
                    <a:pt x="17" y="8"/>
                    <a:pt x="16" y="5"/>
                  </a:cubicBezTo>
                  <a:cubicBezTo>
                    <a:pt x="15" y="3"/>
                    <a:pt x="1" y="0"/>
                    <a:pt x="1" y="0"/>
                  </a:cubicBezTo>
                  <a:cubicBezTo>
                    <a:pt x="2" y="3"/>
                    <a:pt x="2" y="6"/>
                    <a:pt x="1" y="9"/>
                  </a:cubicBezTo>
                  <a:cubicBezTo>
                    <a:pt x="1" y="12"/>
                    <a:pt x="1" y="15"/>
                    <a:pt x="0" y="18"/>
                  </a:cubicBezTo>
                  <a:cubicBezTo>
                    <a:pt x="0" y="18"/>
                    <a:pt x="17" y="17"/>
                    <a:pt x="16" y="15"/>
                  </a:cubicBezTo>
                  <a:close/>
                </a:path>
              </a:pathLst>
            </a:custGeom>
            <a:solidFill>
              <a:srgbClr val="7CB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4149">
              <a:extLst>
                <a:ext uri="{FF2B5EF4-FFF2-40B4-BE49-F238E27FC236}">
                  <a16:creationId xmlns:a16="http://schemas.microsoft.com/office/drawing/2014/main" id="{A20DECD3-CEBA-4CBE-8AFA-C5797B851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944"/>
              <a:ext cx="89" cy="159"/>
            </a:xfrm>
            <a:custGeom>
              <a:avLst/>
              <a:gdLst>
                <a:gd name="T0" fmla="*/ 748 w 49"/>
                <a:gd name="T1" fmla="*/ 0 h 82"/>
                <a:gd name="T2" fmla="*/ 0 w 49"/>
                <a:gd name="T3" fmla="*/ 584 h 82"/>
                <a:gd name="T4" fmla="*/ 574 w 49"/>
                <a:gd name="T5" fmla="*/ 328 h 82"/>
                <a:gd name="T6" fmla="*/ 1577 w 49"/>
                <a:gd name="T7" fmla="*/ 3042 h 82"/>
                <a:gd name="T8" fmla="*/ 1402 w 49"/>
                <a:gd name="T9" fmla="*/ 4353 h 82"/>
                <a:gd name="T10" fmla="*/ 1718 w 49"/>
                <a:gd name="T11" fmla="*/ 2662 h 82"/>
                <a:gd name="T12" fmla="*/ 748 w 49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82">
                  <a:moveTo>
                    <a:pt x="21" y="0"/>
                  </a:moveTo>
                  <a:cubicBezTo>
                    <a:pt x="13" y="0"/>
                    <a:pt x="6" y="3"/>
                    <a:pt x="0" y="11"/>
                  </a:cubicBezTo>
                  <a:cubicBezTo>
                    <a:pt x="5" y="7"/>
                    <a:pt x="10" y="5"/>
                    <a:pt x="16" y="6"/>
                  </a:cubicBezTo>
                  <a:cubicBezTo>
                    <a:pt x="33" y="7"/>
                    <a:pt x="46" y="30"/>
                    <a:pt x="44" y="57"/>
                  </a:cubicBezTo>
                  <a:cubicBezTo>
                    <a:pt x="43" y="66"/>
                    <a:pt x="42" y="76"/>
                    <a:pt x="39" y="82"/>
                  </a:cubicBezTo>
                  <a:cubicBezTo>
                    <a:pt x="44" y="74"/>
                    <a:pt x="47" y="62"/>
                    <a:pt x="48" y="50"/>
                  </a:cubicBezTo>
                  <a:cubicBezTo>
                    <a:pt x="49" y="23"/>
                    <a:pt x="37" y="1"/>
                    <a:pt x="21" y="0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4150">
              <a:extLst>
                <a:ext uri="{FF2B5EF4-FFF2-40B4-BE49-F238E27FC236}">
                  <a16:creationId xmlns:a16="http://schemas.microsoft.com/office/drawing/2014/main" id="{BC33B1A2-3133-47C6-9645-00938126C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971"/>
              <a:ext cx="90" cy="164"/>
            </a:xfrm>
            <a:custGeom>
              <a:avLst/>
              <a:gdLst>
                <a:gd name="T0" fmla="*/ 1271 w 50"/>
                <a:gd name="T1" fmla="*/ 4009 h 85"/>
                <a:gd name="T2" fmla="*/ 239 w 50"/>
                <a:gd name="T3" fmla="*/ 1385 h 85"/>
                <a:gd name="T4" fmla="*/ 380 w 50"/>
                <a:gd name="T5" fmla="*/ 164 h 85"/>
                <a:gd name="T6" fmla="*/ 337 w 50"/>
                <a:gd name="T7" fmla="*/ 164 h 85"/>
                <a:gd name="T8" fmla="*/ 337 w 50"/>
                <a:gd name="T9" fmla="*/ 264 h 85"/>
                <a:gd name="T10" fmla="*/ 74 w 50"/>
                <a:gd name="T11" fmla="*/ 1762 h 85"/>
                <a:gd name="T12" fmla="*/ 1021 w 50"/>
                <a:gd name="T13" fmla="*/ 4382 h 85"/>
                <a:gd name="T14" fmla="*/ 1705 w 50"/>
                <a:gd name="T15" fmla="*/ 3826 h 85"/>
                <a:gd name="T16" fmla="*/ 1271 w 50"/>
                <a:gd name="T17" fmla="*/ 4009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85">
                  <a:moveTo>
                    <a:pt x="37" y="78"/>
                  </a:moveTo>
                  <a:cubicBezTo>
                    <a:pt x="20" y="77"/>
                    <a:pt x="5" y="55"/>
                    <a:pt x="7" y="27"/>
                  </a:cubicBezTo>
                  <a:cubicBezTo>
                    <a:pt x="7" y="19"/>
                    <a:pt x="8" y="10"/>
                    <a:pt x="11" y="3"/>
                  </a:cubicBezTo>
                  <a:cubicBezTo>
                    <a:pt x="11" y="2"/>
                    <a:pt x="12" y="0"/>
                    <a:pt x="10" y="3"/>
                  </a:cubicBezTo>
                  <a:cubicBezTo>
                    <a:pt x="10" y="4"/>
                    <a:pt x="10" y="4"/>
                    <a:pt x="10" y="5"/>
                  </a:cubicBezTo>
                  <a:cubicBezTo>
                    <a:pt x="5" y="13"/>
                    <a:pt x="3" y="23"/>
                    <a:pt x="2" y="34"/>
                  </a:cubicBezTo>
                  <a:cubicBezTo>
                    <a:pt x="0" y="61"/>
                    <a:pt x="13" y="84"/>
                    <a:pt x="30" y="85"/>
                  </a:cubicBezTo>
                  <a:cubicBezTo>
                    <a:pt x="37" y="85"/>
                    <a:pt x="45" y="81"/>
                    <a:pt x="50" y="74"/>
                  </a:cubicBezTo>
                  <a:cubicBezTo>
                    <a:pt x="46" y="77"/>
                    <a:pt x="42" y="78"/>
                    <a:pt x="37" y="78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4151">
              <a:extLst>
                <a:ext uri="{FF2B5EF4-FFF2-40B4-BE49-F238E27FC236}">
                  <a16:creationId xmlns:a16="http://schemas.microsoft.com/office/drawing/2014/main" id="{4EDF6709-F265-486C-B604-5B2158910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083"/>
              <a:ext cx="23" cy="25"/>
            </a:xfrm>
            <a:custGeom>
              <a:avLst/>
              <a:gdLst>
                <a:gd name="T0" fmla="*/ 115 w 13"/>
                <a:gd name="T1" fmla="*/ 602 h 13"/>
                <a:gd name="T2" fmla="*/ 37 w 13"/>
                <a:gd name="T3" fmla="*/ 208 h 13"/>
                <a:gd name="T4" fmla="*/ 276 w 13"/>
                <a:gd name="T5" fmla="*/ 56 h 13"/>
                <a:gd name="T6" fmla="*/ 359 w 13"/>
                <a:gd name="T7" fmla="*/ 448 h 13"/>
                <a:gd name="T8" fmla="*/ 115 w 13"/>
                <a:gd name="T9" fmla="*/ 60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4" y="12"/>
                  </a:moveTo>
                  <a:cubicBezTo>
                    <a:pt x="1" y="10"/>
                    <a:pt x="0" y="7"/>
                    <a:pt x="1" y="4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2" y="3"/>
                    <a:pt x="13" y="6"/>
                    <a:pt x="12" y="9"/>
                  </a:cubicBezTo>
                  <a:cubicBezTo>
                    <a:pt x="10" y="12"/>
                    <a:pt x="7" y="13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4152">
              <a:extLst>
                <a:ext uri="{FF2B5EF4-FFF2-40B4-BE49-F238E27FC236}">
                  <a16:creationId xmlns:a16="http://schemas.microsoft.com/office/drawing/2014/main" id="{14B12DED-2DEB-4F69-A533-2ACCF91BE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3064"/>
              <a:ext cx="16" cy="19"/>
            </a:xfrm>
            <a:custGeom>
              <a:avLst/>
              <a:gdLst>
                <a:gd name="T0" fmla="*/ 89 w 9"/>
                <a:gd name="T1" fmla="*/ 418 h 10"/>
                <a:gd name="T2" fmla="*/ 37 w 9"/>
                <a:gd name="T3" fmla="*/ 144 h 10"/>
                <a:gd name="T4" fmla="*/ 203 w 9"/>
                <a:gd name="T5" fmla="*/ 55 h 10"/>
                <a:gd name="T6" fmla="*/ 247 w 9"/>
                <a:gd name="T7" fmla="*/ 329 h 10"/>
                <a:gd name="T8" fmla="*/ 89 w 9"/>
                <a:gd name="T9" fmla="*/ 41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3" y="9"/>
                  </a:moveTo>
                  <a:cubicBezTo>
                    <a:pt x="1" y="8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ubicBezTo>
                    <a:pt x="7" y="9"/>
                    <a:pt x="5" y="10"/>
                    <a:pt x="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4153">
              <a:extLst>
                <a:ext uri="{FF2B5EF4-FFF2-40B4-BE49-F238E27FC236}">
                  <a16:creationId xmlns:a16="http://schemas.microsoft.com/office/drawing/2014/main" id="{D639C2B0-E1B5-4577-B544-E498F9D64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106"/>
              <a:ext cx="10" cy="12"/>
            </a:xfrm>
            <a:custGeom>
              <a:avLst/>
              <a:gdLst>
                <a:gd name="T0" fmla="*/ 37 w 6"/>
                <a:gd name="T1" fmla="*/ 320 h 6"/>
                <a:gd name="T2" fmla="*/ 22 w 6"/>
                <a:gd name="T3" fmla="*/ 64 h 6"/>
                <a:gd name="T4" fmla="*/ 92 w 6"/>
                <a:gd name="T5" fmla="*/ 0 h 6"/>
                <a:gd name="T6" fmla="*/ 103 w 6"/>
                <a:gd name="T7" fmla="*/ 256 h 6"/>
                <a:gd name="T8" fmla="*/ 37 w 6"/>
                <a:gd name="T9" fmla="*/ 3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2" y="5"/>
                  </a:moveTo>
                  <a:cubicBezTo>
                    <a:pt x="0" y="4"/>
                    <a:pt x="0" y="3"/>
                    <a:pt x="1" y="1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4154">
              <a:extLst>
                <a:ext uri="{FF2B5EF4-FFF2-40B4-BE49-F238E27FC236}">
                  <a16:creationId xmlns:a16="http://schemas.microsoft.com/office/drawing/2014/main" id="{2D31F69D-A7E7-4C72-B30C-253EF2635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033"/>
              <a:ext cx="16" cy="21"/>
            </a:xfrm>
            <a:custGeom>
              <a:avLst/>
              <a:gdLst>
                <a:gd name="T0" fmla="*/ 0 w 9"/>
                <a:gd name="T1" fmla="*/ 529 h 11"/>
                <a:gd name="T2" fmla="*/ 37 w 9"/>
                <a:gd name="T3" fmla="*/ 0 h 11"/>
                <a:gd name="T4" fmla="*/ 281 w 9"/>
                <a:gd name="T5" fmla="*/ 55 h 11"/>
                <a:gd name="T6" fmla="*/ 203 w 9"/>
                <a:gd name="T7" fmla="*/ 252 h 11"/>
                <a:gd name="T8" fmla="*/ 0 w 9"/>
                <a:gd name="T9" fmla="*/ 5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1" y="8"/>
                    <a:pt x="1" y="0"/>
                    <a:pt x="1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2"/>
                    <a:pt x="6" y="5"/>
                  </a:cubicBezTo>
                  <a:cubicBezTo>
                    <a:pt x="3" y="7"/>
                    <a:pt x="1" y="11"/>
                    <a:pt x="0" y="11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4155">
              <a:extLst>
                <a:ext uri="{FF2B5EF4-FFF2-40B4-BE49-F238E27FC236}">
                  <a16:creationId xmlns:a16="http://schemas.microsoft.com/office/drawing/2014/main" id="{23815C1C-2517-47D0-B6A2-6FBA2520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935"/>
              <a:ext cx="125" cy="208"/>
            </a:xfrm>
            <a:custGeom>
              <a:avLst/>
              <a:gdLst>
                <a:gd name="T0" fmla="*/ 1342 w 69"/>
                <a:gd name="T1" fmla="*/ 56 h 108"/>
                <a:gd name="T2" fmla="*/ 78 w 69"/>
                <a:gd name="T3" fmla="*/ 2656 h 108"/>
                <a:gd name="T4" fmla="*/ 1089 w 69"/>
                <a:gd name="T5" fmla="*/ 5464 h 108"/>
                <a:gd name="T6" fmla="*/ 2361 w 69"/>
                <a:gd name="T7" fmla="*/ 2864 h 108"/>
                <a:gd name="T8" fmla="*/ 1342 w 69"/>
                <a:gd name="T9" fmla="*/ 56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08">
                  <a:moveTo>
                    <a:pt x="38" y="1"/>
                  </a:moveTo>
                  <a:cubicBezTo>
                    <a:pt x="20" y="0"/>
                    <a:pt x="4" y="23"/>
                    <a:pt x="2" y="52"/>
                  </a:cubicBezTo>
                  <a:cubicBezTo>
                    <a:pt x="0" y="81"/>
                    <a:pt x="13" y="106"/>
                    <a:pt x="31" y="107"/>
                  </a:cubicBezTo>
                  <a:cubicBezTo>
                    <a:pt x="49" y="108"/>
                    <a:pt x="66" y="85"/>
                    <a:pt x="67" y="56"/>
                  </a:cubicBezTo>
                  <a:cubicBezTo>
                    <a:pt x="69" y="27"/>
                    <a:pt x="56" y="2"/>
                    <a:pt x="38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4156">
              <a:extLst>
                <a:ext uri="{FF2B5EF4-FFF2-40B4-BE49-F238E27FC236}">
                  <a16:creationId xmlns:a16="http://schemas.microsoft.com/office/drawing/2014/main" id="{B022CA3D-5BFE-40FD-8922-7C814678F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025"/>
              <a:ext cx="30" cy="35"/>
            </a:xfrm>
            <a:custGeom>
              <a:avLst/>
              <a:gdLst>
                <a:gd name="T0" fmla="*/ 473 w 17"/>
                <a:gd name="T1" fmla="*/ 801 h 18"/>
                <a:gd name="T2" fmla="*/ 473 w 17"/>
                <a:gd name="T3" fmla="*/ 272 h 18"/>
                <a:gd name="T4" fmla="*/ 37 w 17"/>
                <a:gd name="T5" fmla="*/ 0 h 18"/>
                <a:gd name="T6" fmla="*/ 37 w 17"/>
                <a:gd name="T7" fmla="*/ 500 h 18"/>
                <a:gd name="T8" fmla="*/ 0 w 17"/>
                <a:gd name="T9" fmla="*/ 972 h 18"/>
                <a:gd name="T10" fmla="*/ 473 w 17"/>
                <a:gd name="T11" fmla="*/ 80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8">
                  <a:moveTo>
                    <a:pt x="16" y="15"/>
                  </a:moveTo>
                  <a:cubicBezTo>
                    <a:pt x="15" y="12"/>
                    <a:pt x="17" y="8"/>
                    <a:pt x="16" y="5"/>
                  </a:cubicBezTo>
                  <a:cubicBezTo>
                    <a:pt x="15" y="3"/>
                    <a:pt x="1" y="0"/>
                    <a:pt x="1" y="0"/>
                  </a:cubicBezTo>
                  <a:cubicBezTo>
                    <a:pt x="2" y="3"/>
                    <a:pt x="2" y="6"/>
                    <a:pt x="1" y="9"/>
                  </a:cubicBezTo>
                  <a:cubicBezTo>
                    <a:pt x="1" y="12"/>
                    <a:pt x="1" y="15"/>
                    <a:pt x="0" y="18"/>
                  </a:cubicBezTo>
                  <a:cubicBezTo>
                    <a:pt x="0" y="18"/>
                    <a:pt x="17" y="17"/>
                    <a:pt x="16" y="1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4157">
              <a:extLst>
                <a:ext uri="{FF2B5EF4-FFF2-40B4-BE49-F238E27FC236}">
                  <a16:creationId xmlns:a16="http://schemas.microsoft.com/office/drawing/2014/main" id="{B8592F54-43E9-412C-82F2-94DEE694A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3091"/>
              <a:ext cx="130" cy="212"/>
            </a:xfrm>
            <a:custGeom>
              <a:avLst/>
              <a:gdLst>
                <a:gd name="T0" fmla="*/ 1453 w 72"/>
                <a:gd name="T1" fmla="*/ 5535 h 110"/>
                <a:gd name="T2" fmla="*/ 94 w 72"/>
                <a:gd name="T3" fmla="*/ 3035 h 110"/>
                <a:gd name="T4" fmla="*/ 1044 w 72"/>
                <a:gd name="T5" fmla="*/ 108 h 110"/>
                <a:gd name="T6" fmla="*/ 2360 w 72"/>
                <a:gd name="T7" fmla="*/ 2608 h 110"/>
                <a:gd name="T8" fmla="*/ 1453 w 72"/>
                <a:gd name="T9" fmla="*/ 5535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10">
                  <a:moveTo>
                    <a:pt x="42" y="108"/>
                  </a:moveTo>
                  <a:cubicBezTo>
                    <a:pt x="24" y="110"/>
                    <a:pt x="6" y="88"/>
                    <a:pt x="3" y="59"/>
                  </a:cubicBezTo>
                  <a:cubicBezTo>
                    <a:pt x="0" y="30"/>
                    <a:pt x="12" y="4"/>
                    <a:pt x="30" y="2"/>
                  </a:cubicBezTo>
                  <a:cubicBezTo>
                    <a:pt x="48" y="0"/>
                    <a:pt x="65" y="22"/>
                    <a:pt x="68" y="51"/>
                  </a:cubicBezTo>
                  <a:cubicBezTo>
                    <a:pt x="72" y="80"/>
                    <a:pt x="60" y="105"/>
                    <a:pt x="42" y="10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4158">
              <a:extLst>
                <a:ext uri="{FF2B5EF4-FFF2-40B4-BE49-F238E27FC236}">
                  <a16:creationId xmlns:a16="http://schemas.microsoft.com/office/drawing/2014/main" id="{1768614E-E27F-41B7-A777-47BEDDA04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3166"/>
              <a:ext cx="85" cy="41"/>
            </a:xfrm>
            <a:custGeom>
              <a:avLst/>
              <a:gdLst>
                <a:gd name="T0" fmla="*/ 1651 w 47"/>
                <a:gd name="T1" fmla="*/ 656 h 21"/>
                <a:gd name="T2" fmla="*/ 1550 w 47"/>
                <a:gd name="T3" fmla="*/ 61 h 21"/>
                <a:gd name="T4" fmla="*/ 0 w 47"/>
                <a:gd name="T5" fmla="*/ 232 h 21"/>
                <a:gd name="T6" fmla="*/ 43 w 47"/>
                <a:gd name="T7" fmla="*/ 656 h 21"/>
                <a:gd name="T8" fmla="*/ 78 w 47"/>
                <a:gd name="T9" fmla="*/ 1162 h 21"/>
                <a:gd name="T10" fmla="*/ 1651 w 47"/>
                <a:gd name="T11" fmla="*/ 65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1">
                  <a:moveTo>
                    <a:pt x="47" y="12"/>
                  </a:moveTo>
                  <a:cubicBezTo>
                    <a:pt x="47" y="8"/>
                    <a:pt x="43" y="4"/>
                    <a:pt x="44" y="1"/>
                  </a:cubicBezTo>
                  <a:cubicBezTo>
                    <a:pt x="44" y="0"/>
                    <a:pt x="0" y="4"/>
                    <a:pt x="0" y="4"/>
                  </a:cubicBezTo>
                  <a:cubicBezTo>
                    <a:pt x="1" y="6"/>
                    <a:pt x="1" y="9"/>
                    <a:pt x="1" y="12"/>
                  </a:cubicBezTo>
                  <a:cubicBezTo>
                    <a:pt x="2" y="15"/>
                    <a:pt x="2" y="18"/>
                    <a:pt x="2" y="21"/>
                  </a:cubicBezTo>
                  <a:cubicBezTo>
                    <a:pt x="2" y="21"/>
                    <a:pt x="47" y="13"/>
                    <a:pt x="47" y="1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4159">
              <a:extLst>
                <a:ext uri="{FF2B5EF4-FFF2-40B4-BE49-F238E27FC236}">
                  <a16:creationId xmlns:a16="http://schemas.microsoft.com/office/drawing/2014/main" id="{91CA761E-2BAE-4697-B555-A101C091D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3508"/>
              <a:ext cx="195" cy="133"/>
            </a:xfrm>
            <a:custGeom>
              <a:avLst/>
              <a:gdLst>
                <a:gd name="T0" fmla="*/ 3698 w 108"/>
                <a:gd name="T1" fmla="*/ 1654 h 69"/>
                <a:gd name="T2" fmla="*/ 1836 w 108"/>
                <a:gd name="T3" fmla="*/ 56 h 69"/>
                <a:gd name="T4" fmla="*/ 42 w 108"/>
                <a:gd name="T5" fmla="*/ 1891 h 69"/>
                <a:gd name="T6" fmla="*/ 1937 w 108"/>
                <a:gd name="T7" fmla="*/ 3437 h 69"/>
                <a:gd name="T8" fmla="*/ 3698 w 108"/>
                <a:gd name="T9" fmla="*/ 1654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9">
                  <a:moveTo>
                    <a:pt x="107" y="32"/>
                  </a:moveTo>
                  <a:cubicBezTo>
                    <a:pt x="106" y="14"/>
                    <a:pt x="82" y="0"/>
                    <a:pt x="53" y="1"/>
                  </a:cubicBezTo>
                  <a:cubicBezTo>
                    <a:pt x="23" y="3"/>
                    <a:pt x="0" y="19"/>
                    <a:pt x="1" y="37"/>
                  </a:cubicBezTo>
                  <a:cubicBezTo>
                    <a:pt x="2" y="55"/>
                    <a:pt x="27" y="69"/>
                    <a:pt x="56" y="67"/>
                  </a:cubicBezTo>
                  <a:cubicBezTo>
                    <a:pt x="85" y="66"/>
                    <a:pt x="108" y="50"/>
                    <a:pt x="107" y="3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4160">
              <a:extLst>
                <a:ext uri="{FF2B5EF4-FFF2-40B4-BE49-F238E27FC236}">
                  <a16:creationId xmlns:a16="http://schemas.microsoft.com/office/drawing/2014/main" id="{487B8E79-AB97-4C54-B1FF-9D78763EF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438"/>
              <a:ext cx="33" cy="76"/>
            </a:xfrm>
            <a:custGeom>
              <a:avLst/>
              <a:gdLst>
                <a:gd name="T0" fmla="*/ 451 w 18"/>
                <a:gd name="T1" fmla="*/ 60 h 39"/>
                <a:gd name="T2" fmla="*/ 81 w 18"/>
                <a:gd name="T3" fmla="*/ 60 h 39"/>
                <a:gd name="T4" fmla="*/ 44 w 18"/>
                <a:gd name="T5" fmla="*/ 2130 h 39"/>
                <a:gd name="T6" fmla="*/ 376 w 18"/>
                <a:gd name="T7" fmla="*/ 2021 h 39"/>
                <a:gd name="T8" fmla="*/ 689 w 18"/>
                <a:gd name="T9" fmla="*/ 2021 h 39"/>
                <a:gd name="T10" fmla="*/ 451 w 18"/>
                <a:gd name="T11" fmla="*/ 6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9">
                  <a:moveTo>
                    <a:pt x="12" y="1"/>
                  </a:moveTo>
                  <a:cubicBezTo>
                    <a:pt x="9" y="0"/>
                    <a:pt x="5" y="3"/>
                    <a:pt x="2" y="1"/>
                  </a:cubicBezTo>
                  <a:cubicBezTo>
                    <a:pt x="0" y="1"/>
                    <a:pt x="1" y="39"/>
                    <a:pt x="1" y="39"/>
                  </a:cubicBezTo>
                  <a:cubicBezTo>
                    <a:pt x="4" y="38"/>
                    <a:pt x="7" y="38"/>
                    <a:pt x="10" y="37"/>
                  </a:cubicBezTo>
                  <a:cubicBezTo>
                    <a:pt x="13" y="37"/>
                    <a:pt x="16" y="37"/>
                    <a:pt x="18" y="37"/>
                  </a:cubicBezTo>
                  <a:cubicBezTo>
                    <a:pt x="18" y="37"/>
                    <a:pt x="13" y="2"/>
                    <a:pt x="12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4161">
              <a:extLst>
                <a:ext uri="{FF2B5EF4-FFF2-40B4-BE49-F238E27FC236}">
                  <a16:creationId xmlns:a16="http://schemas.microsoft.com/office/drawing/2014/main" id="{B4C16C2F-17D5-4BF6-A94D-C24C7B224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784"/>
              <a:ext cx="139" cy="214"/>
            </a:xfrm>
            <a:custGeom>
              <a:avLst/>
              <a:gdLst>
                <a:gd name="T0" fmla="*/ 899 w 77"/>
                <a:gd name="T1" fmla="*/ 5483 h 111"/>
                <a:gd name="T2" fmla="*/ 211 w 77"/>
                <a:gd name="T3" fmla="*/ 2472 h 111"/>
                <a:gd name="T4" fmla="*/ 1717 w 77"/>
                <a:gd name="T5" fmla="*/ 208 h 111"/>
                <a:gd name="T6" fmla="*/ 2412 w 77"/>
                <a:gd name="T7" fmla="*/ 3220 h 111"/>
                <a:gd name="T8" fmla="*/ 899 w 77"/>
                <a:gd name="T9" fmla="*/ 5483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1">
                  <a:moveTo>
                    <a:pt x="26" y="107"/>
                  </a:moveTo>
                  <a:cubicBezTo>
                    <a:pt x="8" y="103"/>
                    <a:pt x="0" y="77"/>
                    <a:pt x="6" y="48"/>
                  </a:cubicBezTo>
                  <a:cubicBezTo>
                    <a:pt x="13" y="20"/>
                    <a:pt x="33" y="0"/>
                    <a:pt x="50" y="4"/>
                  </a:cubicBezTo>
                  <a:cubicBezTo>
                    <a:pt x="68" y="8"/>
                    <a:pt x="77" y="35"/>
                    <a:pt x="70" y="63"/>
                  </a:cubicBezTo>
                  <a:cubicBezTo>
                    <a:pt x="64" y="92"/>
                    <a:pt x="44" y="111"/>
                    <a:pt x="26" y="10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4162">
              <a:extLst>
                <a:ext uri="{FF2B5EF4-FFF2-40B4-BE49-F238E27FC236}">
                  <a16:creationId xmlns:a16="http://schemas.microsoft.com/office/drawing/2014/main" id="{EA348CBD-AFEB-408D-8A87-88B032DFE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888"/>
              <a:ext cx="87" cy="51"/>
            </a:xfrm>
            <a:custGeom>
              <a:avLst/>
              <a:gdLst>
                <a:gd name="T0" fmla="*/ 1702 w 48"/>
                <a:gd name="T1" fmla="*/ 1420 h 26"/>
                <a:gd name="T2" fmla="*/ 1702 w 48"/>
                <a:gd name="T3" fmla="*/ 847 h 26"/>
                <a:gd name="T4" fmla="*/ 145 w 48"/>
                <a:gd name="T5" fmla="*/ 0 h 26"/>
                <a:gd name="T6" fmla="*/ 80 w 48"/>
                <a:gd name="T7" fmla="*/ 520 h 26"/>
                <a:gd name="T8" fmla="*/ 0 w 48"/>
                <a:gd name="T9" fmla="*/ 965 h 26"/>
                <a:gd name="T10" fmla="*/ 1702 w 48"/>
                <a:gd name="T11" fmla="*/ 142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6">
                  <a:moveTo>
                    <a:pt x="48" y="25"/>
                  </a:moveTo>
                  <a:cubicBezTo>
                    <a:pt x="48" y="22"/>
                    <a:pt x="48" y="18"/>
                    <a:pt x="48" y="15"/>
                  </a:cubicBezTo>
                  <a:cubicBezTo>
                    <a:pt x="48" y="14"/>
                    <a:pt x="4" y="0"/>
                    <a:pt x="4" y="0"/>
                  </a:cubicBezTo>
                  <a:cubicBezTo>
                    <a:pt x="3" y="3"/>
                    <a:pt x="3" y="6"/>
                    <a:pt x="2" y="9"/>
                  </a:cubicBezTo>
                  <a:cubicBezTo>
                    <a:pt x="2" y="12"/>
                    <a:pt x="1" y="15"/>
                    <a:pt x="0" y="17"/>
                  </a:cubicBezTo>
                  <a:cubicBezTo>
                    <a:pt x="0" y="17"/>
                    <a:pt x="48" y="26"/>
                    <a:pt x="48" y="2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4163">
              <a:extLst>
                <a:ext uri="{FF2B5EF4-FFF2-40B4-BE49-F238E27FC236}">
                  <a16:creationId xmlns:a16="http://schemas.microsoft.com/office/drawing/2014/main" id="{8097C3A6-56FA-4EC0-A688-95631467D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3355"/>
              <a:ext cx="183" cy="195"/>
            </a:xfrm>
            <a:custGeom>
              <a:avLst/>
              <a:gdLst>
                <a:gd name="T0" fmla="*/ 3106 w 101"/>
                <a:gd name="T1" fmla="*/ 4555 h 101"/>
                <a:gd name="T2" fmla="*/ 958 w 101"/>
                <a:gd name="T3" fmla="*/ 3836 h 101"/>
                <a:gd name="T4" fmla="*/ 462 w 101"/>
                <a:gd name="T5" fmla="*/ 672 h 101"/>
                <a:gd name="T6" fmla="*/ 2616 w 101"/>
                <a:gd name="T7" fmla="*/ 1390 h 101"/>
                <a:gd name="T8" fmla="*/ 3106 w 101"/>
                <a:gd name="T9" fmla="*/ 4555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01">
                  <a:moveTo>
                    <a:pt x="88" y="88"/>
                  </a:moveTo>
                  <a:cubicBezTo>
                    <a:pt x="75" y="101"/>
                    <a:pt x="48" y="95"/>
                    <a:pt x="27" y="74"/>
                  </a:cubicBezTo>
                  <a:cubicBezTo>
                    <a:pt x="7" y="53"/>
                    <a:pt x="0" y="26"/>
                    <a:pt x="13" y="13"/>
                  </a:cubicBezTo>
                  <a:cubicBezTo>
                    <a:pt x="26" y="0"/>
                    <a:pt x="53" y="7"/>
                    <a:pt x="74" y="27"/>
                  </a:cubicBezTo>
                  <a:cubicBezTo>
                    <a:pt x="95" y="48"/>
                    <a:pt x="101" y="75"/>
                    <a:pt x="88" y="8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4164">
              <a:extLst>
                <a:ext uri="{FF2B5EF4-FFF2-40B4-BE49-F238E27FC236}">
                  <a16:creationId xmlns:a16="http://schemas.microsoft.com/office/drawing/2014/main" id="{C2B8F004-5E64-42B4-A60A-334A68A9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338"/>
              <a:ext cx="80" cy="83"/>
            </a:xfrm>
            <a:custGeom>
              <a:avLst/>
              <a:gdLst>
                <a:gd name="T0" fmla="*/ 1587 w 44"/>
                <a:gd name="T1" fmla="*/ 401 h 43"/>
                <a:gd name="T2" fmla="*/ 1293 w 44"/>
                <a:gd name="T3" fmla="*/ 56 h 43"/>
                <a:gd name="T4" fmla="*/ 0 w 44"/>
                <a:gd name="T5" fmla="*/ 1610 h 43"/>
                <a:gd name="T6" fmla="*/ 215 w 44"/>
                <a:gd name="T7" fmla="*/ 1847 h 43"/>
                <a:gd name="T8" fmla="*/ 440 w 44"/>
                <a:gd name="T9" fmla="*/ 2220 h 43"/>
                <a:gd name="T10" fmla="*/ 1587 w 44"/>
                <a:gd name="T11" fmla="*/ 40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3">
                  <a:moveTo>
                    <a:pt x="44" y="8"/>
                  </a:moveTo>
                  <a:cubicBezTo>
                    <a:pt x="42" y="5"/>
                    <a:pt x="37" y="4"/>
                    <a:pt x="36" y="1"/>
                  </a:cubicBezTo>
                  <a:cubicBezTo>
                    <a:pt x="35" y="0"/>
                    <a:pt x="0" y="31"/>
                    <a:pt x="0" y="31"/>
                  </a:cubicBezTo>
                  <a:cubicBezTo>
                    <a:pt x="2" y="32"/>
                    <a:pt x="4" y="34"/>
                    <a:pt x="6" y="36"/>
                  </a:cubicBezTo>
                  <a:cubicBezTo>
                    <a:pt x="8" y="39"/>
                    <a:pt x="10" y="41"/>
                    <a:pt x="12" y="43"/>
                  </a:cubicBezTo>
                  <a:cubicBezTo>
                    <a:pt x="12" y="43"/>
                    <a:pt x="44" y="9"/>
                    <a:pt x="44" y="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4165">
              <a:extLst>
                <a:ext uri="{FF2B5EF4-FFF2-40B4-BE49-F238E27FC236}">
                  <a16:creationId xmlns:a16="http://schemas.microsoft.com/office/drawing/2014/main" id="{FF4B0A8F-2BC0-45AD-9273-7BFB78A7C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3182"/>
              <a:ext cx="203" cy="148"/>
            </a:xfrm>
            <a:custGeom>
              <a:avLst/>
              <a:gdLst>
                <a:gd name="T0" fmla="*/ 3828 w 112"/>
                <a:gd name="T1" fmla="*/ 2564 h 77"/>
                <a:gd name="T2" fmla="*/ 1702 w 112"/>
                <a:gd name="T3" fmla="*/ 3565 h 77"/>
                <a:gd name="T4" fmla="*/ 145 w 112"/>
                <a:gd name="T5" fmla="*/ 1315 h 77"/>
                <a:gd name="T6" fmla="*/ 2269 w 112"/>
                <a:gd name="T7" fmla="*/ 313 h 77"/>
                <a:gd name="T8" fmla="*/ 3828 w 112"/>
                <a:gd name="T9" fmla="*/ 256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77">
                  <a:moveTo>
                    <a:pt x="108" y="51"/>
                  </a:moveTo>
                  <a:cubicBezTo>
                    <a:pt x="103" y="68"/>
                    <a:pt x="77" y="77"/>
                    <a:pt x="48" y="71"/>
                  </a:cubicBezTo>
                  <a:cubicBezTo>
                    <a:pt x="20" y="64"/>
                    <a:pt x="0" y="44"/>
                    <a:pt x="4" y="26"/>
                  </a:cubicBezTo>
                  <a:cubicBezTo>
                    <a:pt x="9" y="9"/>
                    <a:pt x="35" y="0"/>
                    <a:pt x="64" y="6"/>
                  </a:cubicBezTo>
                  <a:cubicBezTo>
                    <a:pt x="92" y="13"/>
                    <a:pt x="112" y="33"/>
                    <a:pt x="108" y="51"/>
                  </a:cubicBezTo>
                  <a:close/>
                </a:path>
              </a:pathLst>
            </a:custGeom>
            <a:solidFill>
              <a:srgbClr val="BF5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4166">
              <a:extLst>
                <a:ext uri="{FF2B5EF4-FFF2-40B4-BE49-F238E27FC236}">
                  <a16:creationId xmlns:a16="http://schemas.microsoft.com/office/drawing/2014/main" id="{39CC2DFE-7661-4102-9689-E024F322E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3161"/>
              <a:ext cx="32" cy="38"/>
            </a:xfrm>
            <a:custGeom>
              <a:avLst/>
              <a:gdLst>
                <a:gd name="T0" fmla="*/ 528 w 18"/>
                <a:gd name="T1" fmla="*/ 144 h 20"/>
                <a:gd name="T2" fmla="*/ 208 w 18"/>
                <a:gd name="T3" fmla="*/ 55 h 20"/>
                <a:gd name="T4" fmla="*/ 0 w 18"/>
                <a:gd name="T5" fmla="*/ 741 h 20"/>
                <a:gd name="T6" fmla="*/ 281 w 18"/>
                <a:gd name="T7" fmla="*/ 794 h 20"/>
                <a:gd name="T8" fmla="*/ 528 w 18"/>
                <a:gd name="T9" fmla="*/ 939 h 20"/>
                <a:gd name="T10" fmla="*/ 528 w 18"/>
                <a:gd name="T11" fmla="*/ 14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0">
                  <a:moveTo>
                    <a:pt x="17" y="3"/>
                  </a:moveTo>
                  <a:cubicBezTo>
                    <a:pt x="15" y="1"/>
                    <a:pt x="10" y="1"/>
                    <a:pt x="7" y="1"/>
                  </a:cubicBezTo>
                  <a:cubicBezTo>
                    <a:pt x="6" y="0"/>
                    <a:pt x="0" y="16"/>
                    <a:pt x="0" y="16"/>
                  </a:cubicBezTo>
                  <a:cubicBezTo>
                    <a:pt x="3" y="16"/>
                    <a:pt x="6" y="17"/>
                    <a:pt x="9" y="17"/>
                  </a:cubicBezTo>
                  <a:cubicBezTo>
                    <a:pt x="11" y="18"/>
                    <a:pt x="14" y="19"/>
                    <a:pt x="17" y="20"/>
                  </a:cubicBezTo>
                  <a:cubicBezTo>
                    <a:pt x="17" y="20"/>
                    <a:pt x="18" y="4"/>
                    <a:pt x="17" y="3"/>
                  </a:cubicBezTo>
                  <a:close/>
                </a:path>
              </a:pathLst>
            </a:custGeom>
            <a:solidFill>
              <a:srgbClr val="7CB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4167">
              <a:extLst>
                <a:ext uri="{FF2B5EF4-FFF2-40B4-BE49-F238E27FC236}">
                  <a16:creationId xmlns:a16="http://schemas.microsoft.com/office/drawing/2014/main" id="{EA07745D-F7AD-4EAC-8248-700603683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3168"/>
              <a:ext cx="22" cy="25"/>
            </a:xfrm>
            <a:custGeom>
              <a:avLst/>
              <a:gdLst>
                <a:gd name="T0" fmla="*/ 0 w 12"/>
                <a:gd name="T1" fmla="*/ 548 h 13"/>
                <a:gd name="T2" fmla="*/ 451 w 12"/>
                <a:gd name="T3" fmla="*/ 654 h 13"/>
                <a:gd name="T4" fmla="*/ 451 w 12"/>
                <a:gd name="T5" fmla="*/ 0 h 13"/>
                <a:gd name="T6" fmla="*/ 315 w 12"/>
                <a:gd name="T7" fmla="*/ 340 h 13"/>
                <a:gd name="T8" fmla="*/ 0 w 12"/>
                <a:gd name="T9" fmla="*/ 54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11"/>
                  </a:moveTo>
                  <a:cubicBezTo>
                    <a:pt x="4" y="11"/>
                    <a:pt x="11" y="13"/>
                    <a:pt x="12" y="13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4"/>
                    <a:pt x="8" y="7"/>
                  </a:cubicBezTo>
                  <a:cubicBezTo>
                    <a:pt x="5" y="9"/>
                    <a:pt x="1" y="10"/>
                    <a:pt x="0" y="11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4168">
              <a:extLst>
                <a:ext uri="{FF2B5EF4-FFF2-40B4-BE49-F238E27FC236}">
                  <a16:creationId xmlns:a16="http://schemas.microsoft.com/office/drawing/2014/main" id="{B84A5A43-88B5-4545-9DA1-38661B559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3193"/>
              <a:ext cx="154" cy="116"/>
            </a:xfrm>
            <a:custGeom>
              <a:avLst/>
              <a:gdLst>
                <a:gd name="T0" fmla="*/ 1230 w 85"/>
                <a:gd name="T1" fmla="*/ 317 h 60"/>
                <a:gd name="T2" fmla="*/ 2616 w 85"/>
                <a:gd name="T3" fmla="*/ 2407 h 60"/>
                <a:gd name="T4" fmla="*/ 2189 w 85"/>
                <a:gd name="T5" fmla="*/ 3128 h 60"/>
                <a:gd name="T6" fmla="*/ 2908 w 85"/>
                <a:gd name="T7" fmla="*/ 2231 h 60"/>
                <a:gd name="T8" fmla="*/ 1487 w 85"/>
                <a:gd name="T9" fmla="*/ 164 h 60"/>
                <a:gd name="T10" fmla="*/ 0 w 85"/>
                <a:gd name="T11" fmla="*/ 269 h 60"/>
                <a:gd name="T12" fmla="*/ 1230 w 85"/>
                <a:gd name="T13" fmla="*/ 317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60">
                  <a:moveTo>
                    <a:pt x="35" y="6"/>
                  </a:moveTo>
                  <a:cubicBezTo>
                    <a:pt x="61" y="12"/>
                    <a:pt x="78" y="30"/>
                    <a:pt x="74" y="46"/>
                  </a:cubicBezTo>
                  <a:cubicBezTo>
                    <a:pt x="73" y="52"/>
                    <a:pt x="69" y="57"/>
                    <a:pt x="62" y="60"/>
                  </a:cubicBezTo>
                  <a:cubicBezTo>
                    <a:pt x="72" y="57"/>
                    <a:pt x="80" y="51"/>
                    <a:pt x="82" y="43"/>
                  </a:cubicBezTo>
                  <a:cubicBezTo>
                    <a:pt x="85" y="27"/>
                    <a:pt x="68" y="9"/>
                    <a:pt x="42" y="3"/>
                  </a:cubicBezTo>
                  <a:cubicBezTo>
                    <a:pt x="27" y="0"/>
                    <a:pt x="11" y="0"/>
                    <a:pt x="0" y="5"/>
                  </a:cubicBezTo>
                  <a:cubicBezTo>
                    <a:pt x="10" y="2"/>
                    <a:pt x="23" y="3"/>
                    <a:pt x="35" y="6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4169">
              <a:extLst>
                <a:ext uri="{FF2B5EF4-FFF2-40B4-BE49-F238E27FC236}">
                  <a16:creationId xmlns:a16="http://schemas.microsoft.com/office/drawing/2014/main" id="{7E307F8A-BA0A-4BF0-B216-FA7F82525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3207"/>
              <a:ext cx="148" cy="112"/>
            </a:xfrm>
            <a:custGeom>
              <a:avLst/>
              <a:gdLst>
                <a:gd name="T0" fmla="*/ 1518 w 82"/>
                <a:gd name="T1" fmla="*/ 2792 h 58"/>
                <a:gd name="T2" fmla="*/ 2834 w 82"/>
                <a:gd name="T3" fmla="*/ 2792 h 58"/>
                <a:gd name="T4" fmla="*/ 1716 w 82"/>
                <a:gd name="T5" fmla="*/ 2506 h 58"/>
                <a:gd name="T6" fmla="*/ 446 w 82"/>
                <a:gd name="T7" fmla="*/ 1346 h 58"/>
                <a:gd name="T8" fmla="*/ 518 w 82"/>
                <a:gd name="T9" fmla="*/ 0 h 58"/>
                <a:gd name="T10" fmla="*/ 137 w 82"/>
                <a:gd name="T11" fmla="*/ 672 h 58"/>
                <a:gd name="T12" fmla="*/ 1518 w 82"/>
                <a:gd name="T13" fmla="*/ 2792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58">
                  <a:moveTo>
                    <a:pt x="44" y="54"/>
                  </a:moveTo>
                  <a:cubicBezTo>
                    <a:pt x="59" y="58"/>
                    <a:pt x="71" y="58"/>
                    <a:pt x="82" y="54"/>
                  </a:cubicBezTo>
                  <a:cubicBezTo>
                    <a:pt x="72" y="54"/>
                    <a:pt x="62" y="52"/>
                    <a:pt x="50" y="48"/>
                  </a:cubicBezTo>
                  <a:cubicBezTo>
                    <a:pt x="34" y="43"/>
                    <a:pt x="20" y="34"/>
                    <a:pt x="13" y="26"/>
                  </a:cubicBezTo>
                  <a:cubicBezTo>
                    <a:pt x="9" y="21"/>
                    <a:pt x="8" y="10"/>
                    <a:pt x="15" y="0"/>
                  </a:cubicBezTo>
                  <a:cubicBezTo>
                    <a:pt x="9" y="4"/>
                    <a:pt x="5" y="8"/>
                    <a:pt x="4" y="13"/>
                  </a:cubicBezTo>
                  <a:cubicBezTo>
                    <a:pt x="0" y="29"/>
                    <a:pt x="18" y="48"/>
                    <a:pt x="44" y="54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4170">
              <a:extLst>
                <a:ext uri="{FF2B5EF4-FFF2-40B4-BE49-F238E27FC236}">
                  <a16:creationId xmlns:a16="http://schemas.microsoft.com/office/drawing/2014/main" id="{14F3EFD3-FEFD-4206-A3A5-0B6380001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3274"/>
              <a:ext cx="20" cy="22"/>
            </a:xfrm>
            <a:custGeom>
              <a:avLst/>
              <a:gdLst>
                <a:gd name="T0" fmla="*/ 0 w 11"/>
                <a:gd name="T1" fmla="*/ 448 h 11"/>
                <a:gd name="T2" fmla="*/ 145 w 11"/>
                <a:gd name="T3" fmla="*/ 64 h 11"/>
                <a:gd name="T4" fmla="*/ 360 w 11"/>
                <a:gd name="T5" fmla="*/ 256 h 11"/>
                <a:gd name="T6" fmla="*/ 264 w 11"/>
                <a:gd name="T7" fmla="*/ 640 h 11"/>
                <a:gd name="T8" fmla="*/ 0 w 11"/>
                <a:gd name="T9" fmla="*/ 44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7"/>
                  </a:moveTo>
                  <a:cubicBezTo>
                    <a:pt x="0" y="5"/>
                    <a:pt x="1" y="2"/>
                    <a:pt x="4" y="1"/>
                  </a:cubicBezTo>
                  <a:cubicBezTo>
                    <a:pt x="6" y="0"/>
                    <a:pt x="9" y="2"/>
                    <a:pt x="10" y="4"/>
                  </a:cubicBezTo>
                  <a:cubicBezTo>
                    <a:pt x="11" y="7"/>
                    <a:pt x="9" y="10"/>
                    <a:pt x="7" y="10"/>
                  </a:cubicBezTo>
                  <a:cubicBezTo>
                    <a:pt x="4" y="11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4171">
              <a:extLst>
                <a:ext uri="{FF2B5EF4-FFF2-40B4-BE49-F238E27FC236}">
                  <a16:creationId xmlns:a16="http://schemas.microsoft.com/office/drawing/2014/main" id="{21CBF8A7-AE8C-4382-BEA4-200851803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3265"/>
              <a:ext cx="9" cy="11"/>
            </a:xfrm>
            <a:custGeom>
              <a:avLst/>
              <a:gdLst>
                <a:gd name="T0" fmla="*/ 0 w 5"/>
                <a:gd name="T1" fmla="*/ 149 h 6"/>
                <a:gd name="T2" fmla="*/ 74 w 5"/>
                <a:gd name="T3" fmla="*/ 44 h 6"/>
                <a:gd name="T4" fmla="*/ 169 w 5"/>
                <a:gd name="T5" fmla="*/ 81 h 6"/>
                <a:gd name="T6" fmla="*/ 94 w 5"/>
                <a:gd name="T7" fmla="*/ 229 h 6"/>
                <a:gd name="T8" fmla="*/ 0 w 5"/>
                <a:gd name="T9" fmla="*/ 14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4"/>
                  </a:move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4"/>
                    <a:pt x="5" y="5"/>
                    <a:pt x="3" y="6"/>
                  </a:cubicBezTo>
                  <a:cubicBezTo>
                    <a:pt x="2" y="6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4172">
              <a:extLst>
                <a:ext uri="{FF2B5EF4-FFF2-40B4-BE49-F238E27FC236}">
                  <a16:creationId xmlns:a16="http://schemas.microsoft.com/office/drawing/2014/main" id="{D50488DF-52C5-4158-B283-F4DDC0694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288"/>
              <a:ext cx="11" cy="11"/>
            </a:xfrm>
            <a:custGeom>
              <a:avLst/>
              <a:gdLst>
                <a:gd name="T0" fmla="*/ 0 w 6"/>
                <a:gd name="T1" fmla="*/ 125 h 6"/>
                <a:gd name="T2" fmla="*/ 81 w 6"/>
                <a:gd name="T3" fmla="*/ 0 h 6"/>
                <a:gd name="T4" fmla="*/ 193 w 6"/>
                <a:gd name="T5" fmla="*/ 81 h 6"/>
                <a:gd name="T6" fmla="*/ 125 w 6"/>
                <a:gd name="T7" fmla="*/ 193 h 6"/>
                <a:gd name="T8" fmla="*/ 0 w 6"/>
                <a:gd name="T9" fmla="*/ 12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0"/>
                    <a:pt x="5" y="2"/>
                  </a:cubicBezTo>
                  <a:cubicBezTo>
                    <a:pt x="6" y="3"/>
                    <a:pt x="5" y="5"/>
                    <a:pt x="3" y="5"/>
                  </a:cubicBezTo>
                  <a:cubicBezTo>
                    <a:pt x="2" y="6"/>
                    <a:pt x="1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4173">
              <a:extLst>
                <a:ext uri="{FF2B5EF4-FFF2-40B4-BE49-F238E27FC236}">
                  <a16:creationId xmlns:a16="http://schemas.microsoft.com/office/drawing/2014/main" id="{961B79F9-8E5A-4808-B8A8-D94A4246E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3182"/>
              <a:ext cx="203" cy="148"/>
            </a:xfrm>
            <a:custGeom>
              <a:avLst/>
              <a:gdLst>
                <a:gd name="T0" fmla="*/ 3828 w 112"/>
                <a:gd name="T1" fmla="*/ 2564 h 77"/>
                <a:gd name="T2" fmla="*/ 1702 w 112"/>
                <a:gd name="T3" fmla="*/ 3565 h 77"/>
                <a:gd name="T4" fmla="*/ 145 w 112"/>
                <a:gd name="T5" fmla="*/ 1315 h 77"/>
                <a:gd name="T6" fmla="*/ 2269 w 112"/>
                <a:gd name="T7" fmla="*/ 313 h 77"/>
                <a:gd name="T8" fmla="*/ 3828 w 112"/>
                <a:gd name="T9" fmla="*/ 256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77">
                  <a:moveTo>
                    <a:pt x="108" y="51"/>
                  </a:moveTo>
                  <a:cubicBezTo>
                    <a:pt x="103" y="68"/>
                    <a:pt x="77" y="77"/>
                    <a:pt x="48" y="71"/>
                  </a:cubicBezTo>
                  <a:cubicBezTo>
                    <a:pt x="20" y="64"/>
                    <a:pt x="0" y="44"/>
                    <a:pt x="4" y="26"/>
                  </a:cubicBezTo>
                  <a:cubicBezTo>
                    <a:pt x="9" y="9"/>
                    <a:pt x="35" y="0"/>
                    <a:pt x="64" y="6"/>
                  </a:cubicBezTo>
                  <a:cubicBezTo>
                    <a:pt x="92" y="13"/>
                    <a:pt x="112" y="33"/>
                    <a:pt x="108" y="5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4174">
              <a:extLst>
                <a:ext uri="{FF2B5EF4-FFF2-40B4-BE49-F238E27FC236}">
                  <a16:creationId xmlns:a16="http://schemas.microsoft.com/office/drawing/2014/main" id="{6D708DD2-5F3D-45F1-8587-B248B42F2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3161"/>
              <a:ext cx="32" cy="38"/>
            </a:xfrm>
            <a:custGeom>
              <a:avLst/>
              <a:gdLst>
                <a:gd name="T0" fmla="*/ 528 w 18"/>
                <a:gd name="T1" fmla="*/ 144 h 20"/>
                <a:gd name="T2" fmla="*/ 208 w 18"/>
                <a:gd name="T3" fmla="*/ 55 h 20"/>
                <a:gd name="T4" fmla="*/ 0 w 18"/>
                <a:gd name="T5" fmla="*/ 741 h 20"/>
                <a:gd name="T6" fmla="*/ 281 w 18"/>
                <a:gd name="T7" fmla="*/ 794 h 20"/>
                <a:gd name="T8" fmla="*/ 528 w 18"/>
                <a:gd name="T9" fmla="*/ 939 h 20"/>
                <a:gd name="T10" fmla="*/ 528 w 18"/>
                <a:gd name="T11" fmla="*/ 14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0">
                  <a:moveTo>
                    <a:pt x="17" y="3"/>
                  </a:moveTo>
                  <a:cubicBezTo>
                    <a:pt x="15" y="1"/>
                    <a:pt x="9" y="0"/>
                    <a:pt x="7" y="1"/>
                  </a:cubicBezTo>
                  <a:cubicBezTo>
                    <a:pt x="6" y="0"/>
                    <a:pt x="0" y="16"/>
                    <a:pt x="0" y="16"/>
                  </a:cubicBezTo>
                  <a:cubicBezTo>
                    <a:pt x="3" y="16"/>
                    <a:pt x="6" y="17"/>
                    <a:pt x="9" y="17"/>
                  </a:cubicBezTo>
                  <a:cubicBezTo>
                    <a:pt x="11" y="18"/>
                    <a:pt x="14" y="19"/>
                    <a:pt x="17" y="20"/>
                  </a:cubicBezTo>
                  <a:cubicBezTo>
                    <a:pt x="17" y="20"/>
                    <a:pt x="18" y="4"/>
                    <a:pt x="17" y="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4175">
              <a:extLst>
                <a:ext uri="{FF2B5EF4-FFF2-40B4-BE49-F238E27FC236}">
                  <a16:creationId xmlns:a16="http://schemas.microsoft.com/office/drawing/2014/main" id="{1AC459B4-6DBF-494D-BE2A-1A4F720CE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520"/>
              <a:ext cx="174" cy="202"/>
            </a:xfrm>
            <a:custGeom>
              <a:avLst/>
              <a:gdLst>
                <a:gd name="T0" fmla="*/ 489 w 96"/>
                <a:gd name="T1" fmla="*/ 4715 h 105"/>
                <a:gd name="T2" fmla="*/ 821 w 96"/>
                <a:gd name="T3" fmla="*/ 1631 h 105"/>
                <a:gd name="T4" fmla="*/ 2911 w 96"/>
                <a:gd name="T5" fmla="*/ 608 h 105"/>
                <a:gd name="T6" fmla="*/ 2621 w 96"/>
                <a:gd name="T7" fmla="*/ 3738 h 105"/>
                <a:gd name="T8" fmla="*/ 489 w 96"/>
                <a:gd name="T9" fmla="*/ 4715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05">
                  <a:moveTo>
                    <a:pt x="14" y="93"/>
                  </a:moveTo>
                  <a:cubicBezTo>
                    <a:pt x="0" y="82"/>
                    <a:pt x="4" y="54"/>
                    <a:pt x="23" y="32"/>
                  </a:cubicBezTo>
                  <a:cubicBezTo>
                    <a:pt x="41" y="9"/>
                    <a:pt x="68" y="0"/>
                    <a:pt x="82" y="12"/>
                  </a:cubicBezTo>
                  <a:cubicBezTo>
                    <a:pt x="96" y="23"/>
                    <a:pt x="92" y="51"/>
                    <a:pt x="74" y="74"/>
                  </a:cubicBezTo>
                  <a:cubicBezTo>
                    <a:pt x="55" y="96"/>
                    <a:pt x="28" y="105"/>
                    <a:pt x="14" y="9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4176">
              <a:extLst>
                <a:ext uri="{FF2B5EF4-FFF2-40B4-BE49-F238E27FC236}">
                  <a16:creationId xmlns:a16="http://schemas.microsoft.com/office/drawing/2014/main" id="{8911D3C7-3969-4186-8F8A-2C2362EAA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649"/>
              <a:ext cx="71" cy="73"/>
            </a:xfrm>
            <a:custGeom>
              <a:avLst/>
              <a:gdLst>
                <a:gd name="T0" fmla="*/ 1285 w 39"/>
                <a:gd name="T1" fmla="*/ 1815 h 38"/>
                <a:gd name="T2" fmla="*/ 1382 w 39"/>
                <a:gd name="T3" fmla="*/ 1418 h 38"/>
                <a:gd name="T4" fmla="*/ 397 w 39"/>
                <a:gd name="T5" fmla="*/ 0 h 38"/>
                <a:gd name="T6" fmla="*/ 218 w 39"/>
                <a:gd name="T7" fmla="*/ 340 h 38"/>
                <a:gd name="T8" fmla="*/ 0 w 39"/>
                <a:gd name="T9" fmla="*/ 653 h 38"/>
                <a:gd name="T10" fmla="*/ 1285 w 39"/>
                <a:gd name="T11" fmla="*/ 181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8">
                  <a:moveTo>
                    <a:pt x="35" y="36"/>
                  </a:moveTo>
                  <a:cubicBezTo>
                    <a:pt x="36" y="34"/>
                    <a:pt x="37" y="31"/>
                    <a:pt x="38" y="28"/>
                  </a:cubicBezTo>
                  <a:cubicBezTo>
                    <a:pt x="39" y="27"/>
                    <a:pt x="11" y="0"/>
                    <a:pt x="11" y="0"/>
                  </a:cubicBezTo>
                  <a:cubicBezTo>
                    <a:pt x="9" y="2"/>
                    <a:pt x="7" y="4"/>
                    <a:pt x="6" y="7"/>
                  </a:cubicBezTo>
                  <a:cubicBezTo>
                    <a:pt x="4" y="9"/>
                    <a:pt x="2" y="11"/>
                    <a:pt x="0" y="13"/>
                  </a:cubicBezTo>
                  <a:cubicBezTo>
                    <a:pt x="0" y="13"/>
                    <a:pt x="35" y="38"/>
                    <a:pt x="35" y="3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4177">
              <a:extLst>
                <a:ext uri="{FF2B5EF4-FFF2-40B4-BE49-F238E27FC236}">
                  <a16:creationId xmlns:a16="http://schemas.microsoft.com/office/drawing/2014/main" id="{B045E302-5CA7-4F29-BE08-7125BB867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3093"/>
              <a:ext cx="129" cy="208"/>
            </a:xfrm>
            <a:custGeom>
              <a:avLst/>
              <a:gdLst>
                <a:gd name="T0" fmla="*/ 1452 w 71"/>
                <a:gd name="T1" fmla="*/ 56 h 108"/>
                <a:gd name="T2" fmla="*/ 96 w 71"/>
                <a:gd name="T3" fmla="*/ 2600 h 108"/>
                <a:gd name="T4" fmla="*/ 1108 w 71"/>
                <a:gd name="T5" fmla="*/ 5464 h 108"/>
                <a:gd name="T6" fmla="*/ 2473 w 71"/>
                <a:gd name="T7" fmla="*/ 2916 h 108"/>
                <a:gd name="T8" fmla="*/ 1452 w 71"/>
                <a:gd name="T9" fmla="*/ 56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08">
                  <a:moveTo>
                    <a:pt x="40" y="1"/>
                  </a:moveTo>
                  <a:cubicBezTo>
                    <a:pt x="22" y="0"/>
                    <a:pt x="6" y="22"/>
                    <a:pt x="3" y="51"/>
                  </a:cubicBezTo>
                  <a:cubicBezTo>
                    <a:pt x="0" y="80"/>
                    <a:pt x="13" y="105"/>
                    <a:pt x="31" y="107"/>
                  </a:cubicBezTo>
                  <a:cubicBezTo>
                    <a:pt x="49" y="108"/>
                    <a:pt x="66" y="86"/>
                    <a:pt x="69" y="57"/>
                  </a:cubicBezTo>
                  <a:cubicBezTo>
                    <a:pt x="71" y="28"/>
                    <a:pt x="58" y="3"/>
                    <a:pt x="40" y="1"/>
                  </a:cubicBezTo>
                  <a:close/>
                </a:path>
              </a:pathLst>
            </a:custGeom>
            <a:solidFill>
              <a:srgbClr val="BF5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4178">
              <a:extLst>
                <a:ext uri="{FF2B5EF4-FFF2-40B4-BE49-F238E27FC236}">
                  <a16:creationId xmlns:a16="http://schemas.microsoft.com/office/drawing/2014/main" id="{3DD20D32-EFC2-4DF7-A4B5-F045BD29D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3151"/>
              <a:ext cx="84" cy="56"/>
            </a:xfrm>
            <a:custGeom>
              <a:avLst/>
              <a:gdLst>
                <a:gd name="T0" fmla="*/ 44 w 46"/>
                <a:gd name="T1" fmla="*/ 672 h 29"/>
                <a:gd name="T2" fmla="*/ 97 w 46"/>
                <a:gd name="T3" fmla="*/ 56 h 29"/>
                <a:gd name="T4" fmla="*/ 1696 w 46"/>
                <a:gd name="T5" fmla="*/ 612 h 29"/>
                <a:gd name="T6" fmla="*/ 1667 w 46"/>
                <a:gd name="T7" fmla="*/ 1045 h 29"/>
                <a:gd name="T8" fmla="*/ 1667 w 46"/>
                <a:gd name="T9" fmla="*/ 1506 h 29"/>
                <a:gd name="T10" fmla="*/ 44 w 46"/>
                <a:gd name="T11" fmla="*/ 67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9">
                  <a:moveTo>
                    <a:pt x="1" y="13"/>
                  </a:moveTo>
                  <a:cubicBezTo>
                    <a:pt x="0" y="9"/>
                    <a:pt x="3" y="5"/>
                    <a:pt x="3" y="1"/>
                  </a:cubicBezTo>
                  <a:cubicBezTo>
                    <a:pt x="3" y="0"/>
                    <a:pt x="46" y="12"/>
                    <a:pt x="46" y="12"/>
                  </a:cubicBezTo>
                  <a:cubicBezTo>
                    <a:pt x="46" y="14"/>
                    <a:pt x="45" y="17"/>
                    <a:pt x="45" y="20"/>
                  </a:cubicBezTo>
                  <a:cubicBezTo>
                    <a:pt x="45" y="23"/>
                    <a:pt x="45" y="26"/>
                    <a:pt x="45" y="29"/>
                  </a:cubicBezTo>
                  <a:cubicBezTo>
                    <a:pt x="45" y="29"/>
                    <a:pt x="1" y="14"/>
                    <a:pt x="1" y="13"/>
                  </a:cubicBezTo>
                  <a:close/>
                </a:path>
              </a:pathLst>
            </a:custGeom>
            <a:solidFill>
              <a:srgbClr val="7CB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4179">
              <a:extLst>
                <a:ext uri="{FF2B5EF4-FFF2-40B4-BE49-F238E27FC236}">
                  <a16:creationId xmlns:a16="http://schemas.microsoft.com/office/drawing/2014/main" id="{F1FA425D-2162-416E-A03F-08EB52D25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784"/>
              <a:ext cx="141" cy="214"/>
            </a:xfrm>
            <a:custGeom>
              <a:avLst/>
              <a:gdLst>
                <a:gd name="T0" fmla="*/ 951 w 78"/>
                <a:gd name="T1" fmla="*/ 208 h 111"/>
                <a:gd name="T2" fmla="*/ 255 w 78"/>
                <a:gd name="T3" fmla="*/ 3220 h 111"/>
                <a:gd name="T4" fmla="*/ 1772 w 78"/>
                <a:gd name="T5" fmla="*/ 5483 h 111"/>
                <a:gd name="T6" fmla="*/ 2471 w 78"/>
                <a:gd name="T7" fmla="*/ 2472 h 111"/>
                <a:gd name="T8" fmla="*/ 951 w 78"/>
                <a:gd name="T9" fmla="*/ 208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11">
                  <a:moveTo>
                    <a:pt x="27" y="4"/>
                  </a:moveTo>
                  <a:cubicBezTo>
                    <a:pt x="9" y="8"/>
                    <a:pt x="0" y="35"/>
                    <a:pt x="7" y="63"/>
                  </a:cubicBezTo>
                  <a:cubicBezTo>
                    <a:pt x="14" y="92"/>
                    <a:pt x="34" y="111"/>
                    <a:pt x="51" y="107"/>
                  </a:cubicBezTo>
                  <a:cubicBezTo>
                    <a:pt x="69" y="103"/>
                    <a:pt x="78" y="76"/>
                    <a:pt x="71" y="48"/>
                  </a:cubicBezTo>
                  <a:cubicBezTo>
                    <a:pt x="65" y="20"/>
                    <a:pt x="45" y="0"/>
                    <a:pt x="27" y="4"/>
                  </a:cubicBezTo>
                  <a:close/>
                </a:path>
              </a:pathLst>
            </a:custGeom>
            <a:solidFill>
              <a:srgbClr val="BF5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4180">
              <a:extLst>
                <a:ext uri="{FF2B5EF4-FFF2-40B4-BE49-F238E27FC236}">
                  <a16:creationId xmlns:a16="http://schemas.microsoft.com/office/drawing/2014/main" id="{1A471807-B320-416F-B2DA-178F774F3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888"/>
              <a:ext cx="96" cy="51"/>
            </a:xfrm>
            <a:custGeom>
              <a:avLst/>
              <a:gdLst>
                <a:gd name="T0" fmla="*/ 0 w 53"/>
                <a:gd name="T1" fmla="*/ 1420 h 26"/>
                <a:gd name="T2" fmla="*/ 0 w 53"/>
                <a:gd name="T3" fmla="*/ 847 h 26"/>
                <a:gd name="T4" fmla="*/ 1735 w 53"/>
                <a:gd name="T5" fmla="*/ 0 h 26"/>
                <a:gd name="T6" fmla="*/ 1779 w 53"/>
                <a:gd name="T7" fmla="*/ 520 h 26"/>
                <a:gd name="T8" fmla="*/ 1873 w 53"/>
                <a:gd name="T9" fmla="*/ 965 h 26"/>
                <a:gd name="T10" fmla="*/ 0 w 53"/>
                <a:gd name="T11" fmla="*/ 142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6">
                  <a:moveTo>
                    <a:pt x="0" y="25"/>
                  </a:moveTo>
                  <a:cubicBezTo>
                    <a:pt x="0" y="22"/>
                    <a:pt x="0" y="19"/>
                    <a:pt x="0" y="15"/>
                  </a:cubicBezTo>
                  <a:cubicBezTo>
                    <a:pt x="0" y="14"/>
                    <a:pt x="49" y="0"/>
                    <a:pt x="49" y="0"/>
                  </a:cubicBezTo>
                  <a:cubicBezTo>
                    <a:pt x="49" y="3"/>
                    <a:pt x="49" y="6"/>
                    <a:pt x="50" y="9"/>
                  </a:cubicBezTo>
                  <a:cubicBezTo>
                    <a:pt x="51" y="12"/>
                    <a:pt x="52" y="15"/>
                    <a:pt x="53" y="17"/>
                  </a:cubicBezTo>
                  <a:cubicBezTo>
                    <a:pt x="53" y="17"/>
                    <a:pt x="0" y="26"/>
                    <a:pt x="0" y="25"/>
                  </a:cubicBezTo>
                  <a:close/>
                </a:path>
              </a:pathLst>
            </a:custGeom>
            <a:solidFill>
              <a:srgbClr val="7CB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4181">
              <a:extLst>
                <a:ext uri="{FF2B5EF4-FFF2-40B4-BE49-F238E27FC236}">
                  <a16:creationId xmlns:a16="http://schemas.microsoft.com/office/drawing/2014/main" id="{47A3BB8B-7796-49DF-8E17-DCD94B994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3355"/>
              <a:ext cx="183" cy="195"/>
            </a:xfrm>
            <a:custGeom>
              <a:avLst/>
              <a:gdLst>
                <a:gd name="T0" fmla="*/ 3106 w 101"/>
                <a:gd name="T1" fmla="*/ 672 h 101"/>
                <a:gd name="T2" fmla="*/ 958 w 101"/>
                <a:gd name="T3" fmla="*/ 1390 h 101"/>
                <a:gd name="T4" fmla="*/ 462 w 101"/>
                <a:gd name="T5" fmla="*/ 4555 h 101"/>
                <a:gd name="T6" fmla="*/ 2616 w 101"/>
                <a:gd name="T7" fmla="*/ 3836 h 101"/>
                <a:gd name="T8" fmla="*/ 3106 w 101"/>
                <a:gd name="T9" fmla="*/ 672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01">
                  <a:moveTo>
                    <a:pt x="88" y="13"/>
                  </a:moveTo>
                  <a:cubicBezTo>
                    <a:pt x="75" y="0"/>
                    <a:pt x="48" y="7"/>
                    <a:pt x="27" y="27"/>
                  </a:cubicBezTo>
                  <a:cubicBezTo>
                    <a:pt x="7" y="48"/>
                    <a:pt x="0" y="75"/>
                    <a:pt x="13" y="88"/>
                  </a:cubicBezTo>
                  <a:cubicBezTo>
                    <a:pt x="26" y="101"/>
                    <a:pt x="53" y="95"/>
                    <a:pt x="74" y="74"/>
                  </a:cubicBezTo>
                  <a:cubicBezTo>
                    <a:pt x="95" y="53"/>
                    <a:pt x="101" y="26"/>
                    <a:pt x="88" y="13"/>
                  </a:cubicBezTo>
                  <a:close/>
                </a:path>
              </a:pathLst>
            </a:custGeom>
            <a:solidFill>
              <a:srgbClr val="BF5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4182">
              <a:extLst>
                <a:ext uri="{FF2B5EF4-FFF2-40B4-BE49-F238E27FC236}">
                  <a16:creationId xmlns:a16="http://schemas.microsoft.com/office/drawing/2014/main" id="{68065D24-2095-46E1-A8D9-367B8C3B5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3330"/>
              <a:ext cx="78" cy="91"/>
            </a:xfrm>
            <a:custGeom>
              <a:avLst/>
              <a:gdLst>
                <a:gd name="T0" fmla="*/ 0 w 43"/>
                <a:gd name="T1" fmla="*/ 629 h 47"/>
                <a:gd name="T2" fmla="*/ 263 w 43"/>
                <a:gd name="T3" fmla="*/ 108 h 47"/>
                <a:gd name="T4" fmla="*/ 1527 w 43"/>
                <a:gd name="T5" fmla="*/ 1859 h 47"/>
                <a:gd name="T6" fmla="*/ 1277 w 43"/>
                <a:gd name="T7" fmla="*/ 2091 h 47"/>
                <a:gd name="T8" fmla="*/ 1105 w 43"/>
                <a:gd name="T9" fmla="*/ 2474 h 47"/>
                <a:gd name="T10" fmla="*/ 0 w 43"/>
                <a:gd name="T11" fmla="*/ 629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7">
                  <a:moveTo>
                    <a:pt x="0" y="12"/>
                  </a:moveTo>
                  <a:cubicBezTo>
                    <a:pt x="2" y="9"/>
                    <a:pt x="5" y="5"/>
                    <a:pt x="7" y="2"/>
                  </a:cubicBezTo>
                  <a:cubicBezTo>
                    <a:pt x="7" y="0"/>
                    <a:pt x="43" y="35"/>
                    <a:pt x="43" y="35"/>
                  </a:cubicBezTo>
                  <a:cubicBezTo>
                    <a:pt x="41" y="36"/>
                    <a:pt x="38" y="38"/>
                    <a:pt x="36" y="40"/>
                  </a:cubicBezTo>
                  <a:cubicBezTo>
                    <a:pt x="34" y="43"/>
                    <a:pt x="32" y="45"/>
                    <a:pt x="31" y="47"/>
                  </a:cubicBezTo>
                  <a:cubicBezTo>
                    <a:pt x="31" y="47"/>
                    <a:pt x="0" y="13"/>
                    <a:pt x="0" y="12"/>
                  </a:cubicBezTo>
                  <a:close/>
                </a:path>
              </a:pathLst>
            </a:custGeom>
            <a:solidFill>
              <a:srgbClr val="7CB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4183">
              <a:extLst>
                <a:ext uri="{FF2B5EF4-FFF2-40B4-BE49-F238E27FC236}">
                  <a16:creationId xmlns:a16="http://schemas.microsoft.com/office/drawing/2014/main" id="{D9F7B272-6793-4A38-B3BB-94B6E7523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2510"/>
              <a:ext cx="174" cy="203"/>
            </a:xfrm>
            <a:custGeom>
              <a:avLst/>
              <a:gdLst>
                <a:gd name="T0" fmla="*/ 489 w 96"/>
                <a:gd name="T1" fmla="*/ 613 h 105"/>
                <a:gd name="T2" fmla="*/ 821 w 96"/>
                <a:gd name="T3" fmla="*/ 3857 h 105"/>
                <a:gd name="T4" fmla="*/ 2911 w 96"/>
                <a:gd name="T5" fmla="*/ 4922 h 105"/>
                <a:gd name="T6" fmla="*/ 2621 w 96"/>
                <a:gd name="T7" fmla="*/ 1678 h 105"/>
                <a:gd name="T8" fmla="*/ 489 w 96"/>
                <a:gd name="T9" fmla="*/ 613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05">
                  <a:moveTo>
                    <a:pt x="14" y="12"/>
                  </a:moveTo>
                  <a:cubicBezTo>
                    <a:pt x="0" y="24"/>
                    <a:pt x="4" y="51"/>
                    <a:pt x="23" y="74"/>
                  </a:cubicBezTo>
                  <a:cubicBezTo>
                    <a:pt x="41" y="96"/>
                    <a:pt x="68" y="105"/>
                    <a:pt x="82" y="94"/>
                  </a:cubicBezTo>
                  <a:cubicBezTo>
                    <a:pt x="96" y="82"/>
                    <a:pt x="92" y="54"/>
                    <a:pt x="74" y="32"/>
                  </a:cubicBezTo>
                  <a:cubicBezTo>
                    <a:pt x="55" y="9"/>
                    <a:pt x="28" y="0"/>
                    <a:pt x="14" y="12"/>
                  </a:cubicBezTo>
                  <a:close/>
                </a:path>
              </a:pathLst>
            </a:custGeom>
            <a:solidFill>
              <a:srgbClr val="BF5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4184">
              <a:extLst>
                <a:ext uri="{FF2B5EF4-FFF2-40B4-BE49-F238E27FC236}">
                  <a16:creationId xmlns:a16="http://schemas.microsoft.com/office/drawing/2014/main" id="{64FDE83A-7A71-4757-8319-ED14ED1F4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2535"/>
              <a:ext cx="85" cy="162"/>
            </a:xfrm>
            <a:custGeom>
              <a:avLst/>
              <a:gdLst>
                <a:gd name="T0" fmla="*/ 1177 w 47"/>
                <a:gd name="T1" fmla="*/ 3994 h 84"/>
                <a:gd name="T2" fmla="*/ 385 w 47"/>
                <a:gd name="T3" fmla="*/ 4170 h 84"/>
                <a:gd name="T4" fmla="*/ 951 w 47"/>
                <a:gd name="T5" fmla="*/ 3932 h 84"/>
                <a:gd name="T6" fmla="*/ 651 w 47"/>
                <a:gd name="T7" fmla="*/ 941 h 84"/>
                <a:gd name="T8" fmla="*/ 0 w 47"/>
                <a:gd name="T9" fmla="*/ 0 h 84"/>
                <a:gd name="T10" fmla="*/ 951 w 47"/>
                <a:gd name="T11" fmla="*/ 1121 h 84"/>
                <a:gd name="T12" fmla="*/ 1177 w 47"/>
                <a:gd name="T13" fmla="*/ 3994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84">
                  <a:moveTo>
                    <a:pt x="34" y="78"/>
                  </a:moveTo>
                  <a:cubicBezTo>
                    <a:pt x="28" y="83"/>
                    <a:pt x="20" y="84"/>
                    <a:pt x="11" y="81"/>
                  </a:cubicBezTo>
                  <a:cubicBezTo>
                    <a:pt x="17" y="82"/>
                    <a:pt x="23" y="80"/>
                    <a:pt x="27" y="76"/>
                  </a:cubicBezTo>
                  <a:cubicBezTo>
                    <a:pt x="40" y="65"/>
                    <a:pt x="37" y="39"/>
                    <a:pt x="19" y="18"/>
                  </a:cubicBezTo>
                  <a:cubicBezTo>
                    <a:pt x="14" y="11"/>
                    <a:pt x="7" y="4"/>
                    <a:pt x="0" y="0"/>
                  </a:cubicBezTo>
                  <a:cubicBezTo>
                    <a:pt x="9" y="4"/>
                    <a:pt x="19" y="12"/>
                    <a:pt x="27" y="22"/>
                  </a:cubicBezTo>
                  <a:cubicBezTo>
                    <a:pt x="44" y="42"/>
                    <a:pt x="47" y="67"/>
                    <a:pt x="34" y="78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4185">
              <a:extLst>
                <a:ext uri="{FF2B5EF4-FFF2-40B4-BE49-F238E27FC236}">
                  <a16:creationId xmlns:a16="http://schemas.microsoft.com/office/drawing/2014/main" id="{8C9B3F4F-F527-4E77-ACFB-7937366F6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2527"/>
              <a:ext cx="89" cy="163"/>
            </a:xfrm>
            <a:custGeom>
              <a:avLst/>
              <a:gdLst>
                <a:gd name="T0" fmla="*/ 828 w 49"/>
                <a:gd name="T1" fmla="*/ 380 h 84"/>
                <a:gd name="T2" fmla="*/ 1014 w 49"/>
                <a:gd name="T3" fmla="*/ 3512 h 84"/>
                <a:gd name="T4" fmla="*/ 1666 w 49"/>
                <a:gd name="T5" fmla="*/ 4420 h 84"/>
                <a:gd name="T6" fmla="*/ 1666 w 49"/>
                <a:gd name="T7" fmla="*/ 4420 h 84"/>
                <a:gd name="T8" fmla="*/ 1577 w 49"/>
                <a:gd name="T9" fmla="*/ 4384 h 84"/>
                <a:gd name="T10" fmla="*/ 748 w 49"/>
                <a:gd name="T11" fmla="*/ 3363 h 84"/>
                <a:gd name="T12" fmla="*/ 478 w 49"/>
                <a:gd name="T13" fmla="*/ 328 h 84"/>
                <a:gd name="T14" fmla="*/ 1284 w 49"/>
                <a:gd name="T15" fmla="*/ 116 h 84"/>
                <a:gd name="T16" fmla="*/ 828 w 49"/>
                <a:gd name="T17" fmla="*/ 380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84">
                  <a:moveTo>
                    <a:pt x="23" y="7"/>
                  </a:moveTo>
                  <a:cubicBezTo>
                    <a:pt x="10" y="18"/>
                    <a:pt x="11" y="45"/>
                    <a:pt x="28" y="66"/>
                  </a:cubicBezTo>
                  <a:cubicBezTo>
                    <a:pt x="34" y="72"/>
                    <a:pt x="40" y="79"/>
                    <a:pt x="46" y="83"/>
                  </a:cubicBezTo>
                  <a:cubicBezTo>
                    <a:pt x="47" y="83"/>
                    <a:pt x="49" y="84"/>
                    <a:pt x="46" y="83"/>
                  </a:cubicBezTo>
                  <a:cubicBezTo>
                    <a:pt x="45" y="83"/>
                    <a:pt x="45" y="82"/>
                    <a:pt x="44" y="82"/>
                  </a:cubicBezTo>
                  <a:cubicBezTo>
                    <a:pt x="36" y="78"/>
                    <a:pt x="28" y="72"/>
                    <a:pt x="21" y="63"/>
                  </a:cubicBezTo>
                  <a:cubicBezTo>
                    <a:pt x="3" y="42"/>
                    <a:pt x="0" y="16"/>
                    <a:pt x="13" y="6"/>
                  </a:cubicBezTo>
                  <a:cubicBezTo>
                    <a:pt x="19" y="1"/>
                    <a:pt x="27" y="0"/>
                    <a:pt x="36" y="2"/>
                  </a:cubicBezTo>
                  <a:cubicBezTo>
                    <a:pt x="31" y="2"/>
                    <a:pt x="27" y="4"/>
                    <a:pt x="23" y="7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4186">
              <a:extLst>
                <a:ext uri="{FF2B5EF4-FFF2-40B4-BE49-F238E27FC236}">
                  <a16:creationId xmlns:a16="http://schemas.microsoft.com/office/drawing/2014/main" id="{D892D907-B6EC-4293-9C6C-3691B0E06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639"/>
              <a:ext cx="78" cy="79"/>
            </a:xfrm>
            <a:custGeom>
              <a:avLst/>
              <a:gdLst>
                <a:gd name="T0" fmla="*/ 96 w 43"/>
                <a:gd name="T1" fmla="*/ 1998 h 41"/>
                <a:gd name="T2" fmla="*/ 0 w 43"/>
                <a:gd name="T3" fmla="*/ 1603 h 41"/>
                <a:gd name="T4" fmla="*/ 1136 w 43"/>
                <a:gd name="T5" fmla="*/ 0 h 41"/>
                <a:gd name="T6" fmla="*/ 1319 w 43"/>
                <a:gd name="T7" fmla="*/ 341 h 41"/>
                <a:gd name="T8" fmla="*/ 1527 w 43"/>
                <a:gd name="T9" fmla="*/ 657 h 41"/>
                <a:gd name="T10" fmla="*/ 96 w 43"/>
                <a:gd name="T11" fmla="*/ 199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1">
                  <a:moveTo>
                    <a:pt x="3" y="39"/>
                  </a:moveTo>
                  <a:cubicBezTo>
                    <a:pt x="2" y="36"/>
                    <a:pt x="1" y="34"/>
                    <a:pt x="0" y="31"/>
                  </a:cubicBezTo>
                  <a:cubicBezTo>
                    <a:pt x="0" y="29"/>
                    <a:pt x="32" y="0"/>
                    <a:pt x="32" y="0"/>
                  </a:cubicBezTo>
                  <a:cubicBezTo>
                    <a:pt x="33" y="2"/>
                    <a:pt x="35" y="5"/>
                    <a:pt x="37" y="7"/>
                  </a:cubicBezTo>
                  <a:cubicBezTo>
                    <a:pt x="39" y="9"/>
                    <a:pt x="41" y="11"/>
                    <a:pt x="43" y="13"/>
                  </a:cubicBezTo>
                  <a:cubicBezTo>
                    <a:pt x="43" y="13"/>
                    <a:pt x="4" y="41"/>
                    <a:pt x="3" y="39"/>
                  </a:cubicBezTo>
                  <a:close/>
                </a:path>
              </a:pathLst>
            </a:custGeom>
            <a:solidFill>
              <a:srgbClr val="7CB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4187">
              <a:extLst>
                <a:ext uri="{FF2B5EF4-FFF2-40B4-BE49-F238E27FC236}">
                  <a16:creationId xmlns:a16="http://schemas.microsoft.com/office/drawing/2014/main" id="{21CF3A81-547B-4D1B-9087-A0B2ACCF2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2572"/>
              <a:ext cx="24" cy="25"/>
            </a:xfrm>
            <a:custGeom>
              <a:avLst/>
              <a:gdLst>
                <a:gd name="T0" fmla="*/ 44 w 13"/>
                <a:gd name="T1" fmla="*/ 208 h 13"/>
                <a:gd name="T2" fmla="*/ 126 w 13"/>
                <a:gd name="T3" fmla="*/ 548 h 13"/>
                <a:gd name="T4" fmla="*/ 430 w 13"/>
                <a:gd name="T5" fmla="*/ 448 h 13"/>
                <a:gd name="T6" fmla="*/ 358 w 13"/>
                <a:gd name="T7" fmla="*/ 56 h 13"/>
                <a:gd name="T8" fmla="*/ 44 w 13"/>
                <a:gd name="T9" fmla="*/ 20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4"/>
                  </a:moveTo>
                  <a:cubicBezTo>
                    <a:pt x="0" y="6"/>
                    <a:pt x="1" y="10"/>
                    <a:pt x="3" y="11"/>
                  </a:cubicBezTo>
                  <a:cubicBezTo>
                    <a:pt x="6" y="13"/>
                    <a:pt x="10" y="12"/>
                    <a:pt x="11" y="9"/>
                  </a:cubicBezTo>
                  <a:cubicBezTo>
                    <a:pt x="13" y="6"/>
                    <a:pt x="12" y="3"/>
                    <a:pt x="9" y="1"/>
                  </a:cubicBezTo>
                  <a:cubicBezTo>
                    <a:pt x="6" y="0"/>
                    <a:pt x="3" y="1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4188">
              <a:extLst>
                <a:ext uri="{FF2B5EF4-FFF2-40B4-BE49-F238E27FC236}">
                  <a16:creationId xmlns:a16="http://schemas.microsoft.com/office/drawing/2014/main" id="{C9E18B1D-CB6A-460A-89DA-ADAE74658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2597"/>
              <a:ext cx="17" cy="17"/>
            </a:xfrm>
            <a:custGeom>
              <a:avLst/>
              <a:gdLst>
                <a:gd name="T0" fmla="*/ 53 w 9"/>
                <a:gd name="T1" fmla="*/ 144 h 9"/>
                <a:gd name="T2" fmla="*/ 144 w 9"/>
                <a:gd name="T3" fmla="*/ 357 h 9"/>
                <a:gd name="T4" fmla="*/ 357 w 9"/>
                <a:gd name="T5" fmla="*/ 317 h 9"/>
                <a:gd name="T6" fmla="*/ 317 w 9"/>
                <a:gd name="T7" fmla="*/ 53 h 9"/>
                <a:gd name="T8" fmla="*/ 53 w 9"/>
                <a:gd name="T9" fmla="*/ 14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5" y="9"/>
                    <a:pt x="7" y="9"/>
                    <a:pt x="8" y="7"/>
                  </a:cubicBezTo>
                  <a:cubicBezTo>
                    <a:pt x="9" y="5"/>
                    <a:pt x="9" y="2"/>
                    <a:pt x="7" y="1"/>
                  </a:cubicBezTo>
                  <a:cubicBezTo>
                    <a:pt x="5" y="0"/>
                    <a:pt x="2" y="1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4189">
              <a:extLst>
                <a:ext uri="{FF2B5EF4-FFF2-40B4-BE49-F238E27FC236}">
                  <a16:creationId xmlns:a16="http://schemas.microsoft.com/office/drawing/2014/main" id="{71E95346-D5DF-4057-A4B9-3B1E009E1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2556"/>
              <a:ext cx="13" cy="12"/>
            </a:xfrm>
            <a:custGeom>
              <a:avLst/>
              <a:gdLst>
                <a:gd name="T0" fmla="*/ 45 w 7"/>
                <a:gd name="T1" fmla="*/ 128 h 6"/>
                <a:gd name="T2" fmla="*/ 84 w 7"/>
                <a:gd name="T3" fmla="*/ 384 h 6"/>
                <a:gd name="T4" fmla="*/ 238 w 7"/>
                <a:gd name="T5" fmla="*/ 256 h 6"/>
                <a:gd name="T6" fmla="*/ 204 w 7"/>
                <a:gd name="T7" fmla="*/ 64 h 6"/>
                <a:gd name="T8" fmla="*/ 45 w 7"/>
                <a:gd name="T9" fmla="*/ 1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4" y="6"/>
                    <a:pt x="5" y="6"/>
                    <a:pt x="6" y="4"/>
                  </a:cubicBezTo>
                  <a:cubicBezTo>
                    <a:pt x="7" y="3"/>
                    <a:pt x="6" y="2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4190">
              <a:extLst>
                <a:ext uri="{FF2B5EF4-FFF2-40B4-BE49-F238E27FC236}">
                  <a16:creationId xmlns:a16="http://schemas.microsoft.com/office/drawing/2014/main" id="{1E6F152D-F12F-44B9-B257-C538E76A0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647"/>
              <a:ext cx="63" cy="50"/>
            </a:xfrm>
            <a:custGeom>
              <a:avLst/>
              <a:gdLst>
                <a:gd name="T0" fmla="*/ 1183 w 35"/>
                <a:gd name="T1" fmla="*/ 448 h 26"/>
                <a:gd name="T2" fmla="*/ 920 w 35"/>
                <a:gd name="T3" fmla="*/ 0 h 26"/>
                <a:gd name="T4" fmla="*/ 0 w 35"/>
                <a:gd name="T5" fmla="*/ 1317 h 26"/>
                <a:gd name="T6" fmla="*/ 891 w 35"/>
                <a:gd name="T7" fmla="*/ 340 h 26"/>
                <a:gd name="T8" fmla="*/ 1183 w 35"/>
                <a:gd name="T9" fmla="*/ 44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6">
                  <a:moveTo>
                    <a:pt x="35" y="9"/>
                  </a:moveTo>
                  <a:cubicBezTo>
                    <a:pt x="32" y="6"/>
                    <a:pt x="27" y="0"/>
                    <a:pt x="27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21" y="6"/>
                    <a:pt x="26" y="7"/>
                  </a:cubicBezTo>
                  <a:cubicBezTo>
                    <a:pt x="30" y="7"/>
                    <a:pt x="34" y="9"/>
                    <a:pt x="35" y="9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4191">
              <a:extLst>
                <a:ext uri="{FF2B5EF4-FFF2-40B4-BE49-F238E27FC236}">
                  <a16:creationId xmlns:a16="http://schemas.microsoft.com/office/drawing/2014/main" id="{50C14509-E0BA-423B-B083-11FC8B57D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2894"/>
              <a:ext cx="87" cy="25"/>
            </a:xfrm>
            <a:custGeom>
              <a:avLst/>
              <a:gdLst>
                <a:gd name="T0" fmla="*/ 1702 w 48"/>
                <a:gd name="T1" fmla="*/ 602 h 13"/>
                <a:gd name="T2" fmla="*/ 1606 w 48"/>
                <a:gd name="T3" fmla="*/ 0 h 13"/>
                <a:gd name="T4" fmla="*/ 0 w 48"/>
                <a:gd name="T5" fmla="*/ 654 h 13"/>
                <a:gd name="T6" fmla="*/ 1446 w 48"/>
                <a:gd name="T7" fmla="*/ 313 h 13"/>
                <a:gd name="T8" fmla="*/ 1702 w 48"/>
                <a:gd name="T9" fmla="*/ 60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3">
                  <a:moveTo>
                    <a:pt x="48" y="12"/>
                  </a:moveTo>
                  <a:cubicBezTo>
                    <a:pt x="46" y="8"/>
                    <a:pt x="45" y="1"/>
                    <a:pt x="45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37" y="4"/>
                    <a:pt x="41" y="6"/>
                  </a:cubicBezTo>
                  <a:cubicBezTo>
                    <a:pt x="45" y="8"/>
                    <a:pt x="47" y="12"/>
                    <a:pt x="48" y="12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4192">
              <a:extLst>
                <a:ext uri="{FF2B5EF4-FFF2-40B4-BE49-F238E27FC236}">
                  <a16:creationId xmlns:a16="http://schemas.microsoft.com/office/drawing/2014/main" id="{639E15F3-236E-4121-9B3D-B4D3C9C3A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2823"/>
              <a:ext cx="83" cy="166"/>
            </a:xfrm>
            <a:custGeom>
              <a:avLst/>
              <a:gdLst>
                <a:gd name="T0" fmla="*/ 765 w 46"/>
                <a:gd name="T1" fmla="*/ 4345 h 86"/>
                <a:gd name="T2" fmla="*/ 0 w 46"/>
                <a:gd name="T3" fmla="*/ 3998 h 86"/>
                <a:gd name="T4" fmla="*/ 554 w 46"/>
                <a:gd name="T5" fmla="*/ 4073 h 86"/>
                <a:gd name="T6" fmla="*/ 1211 w 46"/>
                <a:gd name="T7" fmla="*/ 1237 h 86"/>
                <a:gd name="T8" fmla="*/ 899 w 46"/>
                <a:gd name="T9" fmla="*/ 0 h 86"/>
                <a:gd name="T10" fmla="*/ 1380 w 46"/>
                <a:gd name="T11" fmla="*/ 1554 h 86"/>
                <a:gd name="T12" fmla="*/ 765 w 46"/>
                <a:gd name="T13" fmla="*/ 4345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86">
                  <a:moveTo>
                    <a:pt x="22" y="84"/>
                  </a:moveTo>
                  <a:cubicBezTo>
                    <a:pt x="14" y="86"/>
                    <a:pt x="7" y="83"/>
                    <a:pt x="0" y="77"/>
                  </a:cubicBezTo>
                  <a:cubicBezTo>
                    <a:pt x="5" y="80"/>
                    <a:pt x="11" y="80"/>
                    <a:pt x="16" y="79"/>
                  </a:cubicBezTo>
                  <a:cubicBezTo>
                    <a:pt x="33" y="75"/>
                    <a:pt x="41" y="50"/>
                    <a:pt x="35" y="24"/>
                  </a:cubicBezTo>
                  <a:cubicBezTo>
                    <a:pt x="33" y="15"/>
                    <a:pt x="30" y="6"/>
                    <a:pt x="26" y="0"/>
                  </a:cubicBezTo>
                  <a:cubicBezTo>
                    <a:pt x="32" y="7"/>
                    <a:pt x="37" y="19"/>
                    <a:pt x="40" y="30"/>
                  </a:cubicBezTo>
                  <a:cubicBezTo>
                    <a:pt x="46" y="56"/>
                    <a:pt x="38" y="80"/>
                    <a:pt x="22" y="84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4193">
              <a:extLst>
                <a:ext uri="{FF2B5EF4-FFF2-40B4-BE49-F238E27FC236}">
                  <a16:creationId xmlns:a16="http://schemas.microsoft.com/office/drawing/2014/main" id="{016EAEBA-B38E-4C80-BA26-C46F95C3D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796"/>
              <a:ext cx="85" cy="170"/>
            </a:xfrm>
            <a:custGeom>
              <a:avLst/>
              <a:gdLst>
                <a:gd name="T0" fmla="*/ 1177 w 47"/>
                <a:gd name="T1" fmla="*/ 373 h 88"/>
                <a:gd name="T2" fmla="*/ 425 w 47"/>
                <a:gd name="T3" fmla="*/ 3228 h 88"/>
                <a:gd name="T4" fmla="*/ 696 w 47"/>
                <a:gd name="T5" fmla="*/ 4410 h 88"/>
                <a:gd name="T6" fmla="*/ 696 w 47"/>
                <a:gd name="T7" fmla="*/ 4410 h 88"/>
                <a:gd name="T8" fmla="*/ 651 w 47"/>
                <a:gd name="T9" fmla="*/ 4362 h 88"/>
                <a:gd name="T10" fmla="*/ 213 w 47"/>
                <a:gd name="T11" fmla="*/ 2963 h 88"/>
                <a:gd name="T12" fmla="*/ 863 w 47"/>
                <a:gd name="T13" fmla="*/ 108 h 88"/>
                <a:gd name="T14" fmla="*/ 1651 w 47"/>
                <a:gd name="T15" fmla="*/ 464 h 88"/>
                <a:gd name="T16" fmla="*/ 1177 w 47"/>
                <a:gd name="T17" fmla="*/ 373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8">
                  <a:moveTo>
                    <a:pt x="34" y="7"/>
                  </a:moveTo>
                  <a:cubicBezTo>
                    <a:pt x="17" y="11"/>
                    <a:pt x="6" y="36"/>
                    <a:pt x="12" y="62"/>
                  </a:cubicBezTo>
                  <a:cubicBezTo>
                    <a:pt x="14" y="70"/>
                    <a:pt x="17" y="79"/>
                    <a:pt x="20" y="85"/>
                  </a:cubicBezTo>
                  <a:cubicBezTo>
                    <a:pt x="21" y="86"/>
                    <a:pt x="22" y="88"/>
                    <a:pt x="20" y="85"/>
                  </a:cubicBezTo>
                  <a:cubicBezTo>
                    <a:pt x="20" y="85"/>
                    <a:pt x="19" y="84"/>
                    <a:pt x="19" y="84"/>
                  </a:cubicBezTo>
                  <a:cubicBezTo>
                    <a:pt x="13" y="77"/>
                    <a:pt x="9" y="67"/>
                    <a:pt x="6" y="57"/>
                  </a:cubicBezTo>
                  <a:cubicBezTo>
                    <a:pt x="0" y="30"/>
                    <a:pt x="8" y="5"/>
                    <a:pt x="25" y="2"/>
                  </a:cubicBezTo>
                  <a:cubicBezTo>
                    <a:pt x="33" y="0"/>
                    <a:pt x="40" y="3"/>
                    <a:pt x="47" y="9"/>
                  </a:cubicBezTo>
                  <a:cubicBezTo>
                    <a:pt x="43" y="7"/>
                    <a:pt x="38" y="6"/>
                    <a:pt x="34" y="7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4194">
              <a:extLst>
                <a:ext uri="{FF2B5EF4-FFF2-40B4-BE49-F238E27FC236}">
                  <a16:creationId xmlns:a16="http://schemas.microsoft.com/office/drawing/2014/main" id="{258E5083-FECE-4741-8693-319774DA2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829"/>
              <a:ext cx="23" cy="25"/>
            </a:xfrm>
            <a:custGeom>
              <a:avLst/>
              <a:gdLst>
                <a:gd name="T0" fmla="*/ 88 w 13"/>
                <a:gd name="T1" fmla="*/ 108 h 13"/>
                <a:gd name="T2" fmla="*/ 65 w 13"/>
                <a:gd name="T3" fmla="*/ 506 h 13"/>
                <a:gd name="T4" fmla="*/ 317 w 13"/>
                <a:gd name="T5" fmla="*/ 602 h 13"/>
                <a:gd name="T6" fmla="*/ 333 w 13"/>
                <a:gd name="T7" fmla="*/ 163 h 13"/>
                <a:gd name="T8" fmla="*/ 88 w 13"/>
                <a:gd name="T9" fmla="*/ 10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3" y="2"/>
                  </a:moveTo>
                  <a:cubicBezTo>
                    <a:pt x="0" y="4"/>
                    <a:pt x="0" y="8"/>
                    <a:pt x="2" y="10"/>
                  </a:cubicBezTo>
                  <a:cubicBezTo>
                    <a:pt x="4" y="13"/>
                    <a:pt x="7" y="13"/>
                    <a:pt x="10" y="12"/>
                  </a:cubicBezTo>
                  <a:cubicBezTo>
                    <a:pt x="13" y="10"/>
                    <a:pt x="13" y="6"/>
                    <a:pt x="11" y="3"/>
                  </a:cubicBezTo>
                  <a:cubicBezTo>
                    <a:pt x="9" y="1"/>
                    <a:pt x="6" y="0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4195">
              <a:extLst>
                <a:ext uri="{FF2B5EF4-FFF2-40B4-BE49-F238E27FC236}">
                  <a16:creationId xmlns:a16="http://schemas.microsoft.com/office/drawing/2014/main" id="{3B2B4A76-5DC9-4BF1-AC2E-FF5105C64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856"/>
              <a:ext cx="16" cy="17"/>
            </a:xfrm>
            <a:custGeom>
              <a:avLst/>
              <a:gdLst>
                <a:gd name="T0" fmla="*/ 66 w 9"/>
                <a:gd name="T1" fmla="*/ 53 h 9"/>
                <a:gd name="T2" fmla="*/ 37 w 9"/>
                <a:gd name="T3" fmla="*/ 317 h 9"/>
                <a:gd name="T4" fmla="*/ 208 w 9"/>
                <a:gd name="T5" fmla="*/ 357 h 9"/>
                <a:gd name="T6" fmla="*/ 247 w 9"/>
                <a:gd name="T7" fmla="*/ 100 h 9"/>
                <a:gd name="T8" fmla="*/ 66 w 9"/>
                <a:gd name="T9" fmla="*/ 5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3" y="9"/>
                    <a:pt x="5" y="9"/>
                    <a:pt x="7" y="8"/>
                  </a:cubicBezTo>
                  <a:cubicBezTo>
                    <a:pt x="9" y="7"/>
                    <a:pt x="9" y="4"/>
                    <a:pt x="8" y="2"/>
                  </a:cubicBezTo>
                  <a:cubicBezTo>
                    <a:pt x="7" y="0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4196">
              <a:extLst>
                <a:ext uri="{FF2B5EF4-FFF2-40B4-BE49-F238E27FC236}">
                  <a16:creationId xmlns:a16="http://schemas.microsoft.com/office/drawing/2014/main" id="{E86F831F-5152-4E76-99A0-0FD82A65A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2817"/>
              <a:ext cx="11" cy="12"/>
            </a:xfrm>
            <a:custGeom>
              <a:avLst/>
              <a:gdLst>
                <a:gd name="T0" fmla="*/ 44 w 6"/>
                <a:gd name="T1" fmla="*/ 64 h 6"/>
                <a:gd name="T2" fmla="*/ 0 w 6"/>
                <a:gd name="T3" fmla="*/ 320 h 6"/>
                <a:gd name="T4" fmla="*/ 149 w 6"/>
                <a:gd name="T5" fmla="*/ 384 h 6"/>
                <a:gd name="T6" fmla="*/ 193 w 6"/>
                <a:gd name="T7" fmla="*/ 128 h 6"/>
                <a:gd name="T8" fmla="*/ 44 w 6"/>
                <a:gd name="T9" fmla="*/ 6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1" y="6"/>
                    <a:pt x="3" y="6"/>
                    <a:pt x="4" y="6"/>
                  </a:cubicBezTo>
                  <a:cubicBezTo>
                    <a:pt x="5" y="5"/>
                    <a:pt x="6" y="3"/>
                    <a:pt x="5" y="2"/>
                  </a:cubicBezTo>
                  <a:cubicBezTo>
                    <a:pt x="4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4197">
              <a:extLst>
                <a:ext uri="{FF2B5EF4-FFF2-40B4-BE49-F238E27FC236}">
                  <a16:creationId xmlns:a16="http://schemas.microsoft.com/office/drawing/2014/main" id="{5E94A33F-4792-4E3A-BEBD-F97F2C321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3170"/>
              <a:ext cx="76" cy="29"/>
            </a:xfrm>
            <a:custGeom>
              <a:avLst/>
              <a:gdLst>
                <a:gd name="T0" fmla="*/ 1480 w 42"/>
                <a:gd name="T1" fmla="*/ 209 h 15"/>
                <a:gd name="T2" fmla="*/ 1435 w 42"/>
                <a:gd name="T3" fmla="*/ 781 h 15"/>
                <a:gd name="T4" fmla="*/ 0 w 42"/>
                <a:gd name="T5" fmla="*/ 0 h 15"/>
                <a:gd name="T6" fmla="*/ 1267 w 42"/>
                <a:gd name="T7" fmla="*/ 520 h 15"/>
                <a:gd name="T8" fmla="*/ 1480 w 42"/>
                <a:gd name="T9" fmla="*/ 20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5">
                  <a:moveTo>
                    <a:pt x="42" y="4"/>
                  </a:moveTo>
                  <a:cubicBezTo>
                    <a:pt x="41" y="7"/>
                    <a:pt x="40" y="14"/>
                    <a:pt x="41" y="1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2" y="13"/>
                    <a:pt x="36" y="10"/>
                  </a:cubicBezTo>
                  <a:cubicBezTo>
                    <a:pt x="39" y="7"/>
                    <a:pt x="41" y="4"/>
                    <a:pt x="42" y="4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4198">
              <a:extLst>
                <a:ext uri="{FF2B5EF4-FFF2-40B4-BE49-F238E27FC236}">
                  <a16:creationId xmlns:a16="http://schemas.microsoft.com/office/drawing/2014/main" id="{1172741D-FAAA-449D-B843-D0BF4EBEC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352"/>
              <a:ext cx="67" cy="61"/>
            </a:xfrm>
            <a:custGeom>
              <a:avLst/>
              <a:gdLst>
                <a:gd name="T0" fmla="*/ 1302 w 37"/>
                <a:gd name="T1" fmla="*/ 1163 h 32"/>
                <a:gd name="T2" fmla="*/ 991 w 37"/>
                <a:gd name="T3" fmla="*/ 1531 h 32"/>
                <a:gd name="T4" fmla="*/ 0 w 37"/>
                <a:gd name="T5" fmla="*/ 0 h 32"/>
                <a:gd name="T6" fmla="*/ 958 w 37"/>
                <a:gd name="T7" fmla="*/ 1214 h 32"/>
                <a:gd name="T8" fmla="*/ 1302 w 37"/>
                <a:gd name="T9" fmla="*/ 116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2">
                  <a:moveTo>
                    <a:pt x="37" y="24"/>
                  </a:moveTo>
                  <a:cubicBezTo>
                    <a:pt x="33" y="26"/>
                    <a:pt x="28" y="32"/>
                    <a:pt x="28" y="3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3" y="25"/>
                    <a:pt x="27" y="25"/>
                  </a:cubicBezTo>
                  <a:cubicBezTo>
                    <a:pt x="32" y="25"/>
                    <a:pt x="36" y="24"/>
                    <a:pt x="37" y="24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4199">
              <a:extLst>
                <a:ext uri="{FF2B5EF4-FFF2-40B4-BE49-F238E27FC236}">
                  <a16:creationId xmlns:a16="http://schemas.microsoft.com/office/drawing/2014/main" id="{CFE31BD0-F44B-4F5F-A672-941B8575F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0" y="3128"/>
              <a:ext cx="96" cy="168"/>
            </a:xfrm>
            <a:custGeom>
              <a:avLst/>
              <a:gdLst>
                <a:gd name="T0" fmla="*/ 1699 w 53"/>
                <a:gd name="T1" fmla="*/ 1763 h 87"/>
                <a:gd name="T2" fmla="*/ 571 w 53"/>
                <a:gd name="T3" fmla="*/ 4132 h 87"/>
                <a:gd name="T4" fmla="*/ 0 w 53"/>
                <a:gd name="T5" fmla="*/ 3628 h 87"/>
                <a:gd name="T6" fmla="*/ 703 w 53"/>
                <a:gd name="T7" fmla="*/ 4463 h 87"/>
                <a:gd name="T8" fmla="*/ 1831 w 53"/>
                <a:gd name="T9" fmla="*/ 2074 h 87"/>
                <a:gd name="T10" fmla="*/ 1516 w 53"/>
                <a:gd name="T11" fmla="*/ 0 h 87"/>
                <a:gd name="T12" fmla="*/ 1699 w 53"/>
                <a:gd name="T13" fmla="*/ 1763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87">
                  <a:moveTo>
                    <a:pt x="48" y="34"/>
                  </a:moveTo>
                  <a:cubicBezTo>
                    <a:pt x="46" y="60"/>
                    <a:pt x="32" y="80"/>
                    <a:pt x="16" y="80"/>
                  </a:cubicBezTo>
                  <a:cubicBezTo>
                    <a:pt x="10" y="79"/>
                    <a:pt x="4" y="76"/>
                    <a:pt x="0" y="70"/>
                  </a:cubicBezTo>
                  <a:cubicBezTo>
                    <a:pt x="4" y="79"/>
                    <a:pt x="12" y="86"/>
                    <a:pt x="20" y="86"/>
                  </a:cubicBezTo>
                  <a:cubicBezTo>
                    <a:pt x="36" y="87"/>
                    <a:pt x="50" y="66"/>
                    <a:pt x="52" y="40"/>
                  </a:cubicBezTo>
                  <a:cubicBezTo>
                    <a:pt x="53" y="24"/>
                    <a:pt x="50" y="9"/>
                    <a:pt x="43" y="0"/>
                  </a:cubicBezTo>
                  <a:cubicBezTo>
                    <a:pt x="47" y="8"/>
                    <a:pt x="49" y="21"/>
                    <a:pt x="48" y="34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4200">
              <a:extLst>
                <a:ext uri="{FF2B5EF4-FFF2-40B4-BE49-F238E27FC236}">
                  <a16:creationId xmlns:a16="http://schemas.microsoft.com/office/drawing/2014/main" id="{A77D1786-438E-4489-8358-DA2A4AF80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3099"/>
              <a:ext cx="89" cy="162"/>
            </a:xfrm>
            <a:custGeom>
              <a:avLst/>
              <a:gdLst>
                <a:gd name="T0" fmla="*/ 44 w 49"/>
                <a:gd name="T1" fmla="*/ 2474 h 84"/>
                <a:gd name="T2" fmla="*/ 294 w 49"/>
                <a:gd name="T3" fmla="*/ 4318 h 84"/>
                <a:gd name="T4" fmla="*/ 294 w 49"/>
                <a:gd name="T5" fmla="*/ 2667 h 84"/>
                <a:gd name="T6" fmla="*/ 828 w 49"/>
                <a:gd name="T7" fmla="*/ 609 h 84"/>
                <a:gd name="T8" fmla="*/ 1762 w 49"/>
                <a:gd name="T9" fmla="*/ 457 h 84"/>
                <a:gd name="T10" fmla="*/ 1228 w 49"/>
                <a:gd name="T11" fmla="*/ 56 h 84"/>
                <a:gd name="T12" fmla="*/ 44 w 49"/>
                <a:gd name="T13" fmla="*/ 2474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84">
                  <a:moveTo>
                    <a:pt x="1" y="48"/>
                  </a:moveTo>
                  <a:cubicBezTo>
                    <a:pt x="0" y="63"/>
                    <a:pt x="2" y="75"/>
                    <a:pt x="8" y="84"/>
                  </a:cubicBezTo>
                  <a:cubicBezTo>
                    <a:pt x="6" y="75"/>
                    <a:pt x="6" y="65"/>
                    <a:pt x="8" y="52"/>
                  </a:cubicBezTo>
                  <a:cubicBezTo>
                    <a:pt x="10" y="36"/>
                    <a:pt x="17" y="20"/>
                    <a:pt x="23" y="12"/>
                  </a:cubicBezTo>
                  <a:cubicBezTo>
                    <a:pt x="27" y="8"/>
                    <a:pt x="38" y="4"/>
                    <a:pt x="49" y="9"/>
                  </a:cubicBezTo>
                  <a:cubicBezTo>
                    <a:pt x="45" y="4"/>
                    <a:pt x="40" y="1"/>
                    <a:pt x="34" y="1"/>
                  </a:cubicBezTo>
                  <a:cubicBezTo>
                    <a:pt x="18" y="0"/>
                    <a:pt x="2" y="21"/>
                    <a:pt x="1" y="48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4201">
              <a:extLst>
                <a:ext uri="{FF2B5EF4-FFF2-40B4-BE49-F238E27FC236}">
                  <a16:creationId xmlns:a16="http://schemas.microsoft.com/office/drawing/2014/main" id="{8F42FF22-1420-4D34-B790-58CCA7D93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3141"/>
              <a:ext cx="22" cy="21"/>
            </a:xfrm>
            <a:custGeom>
              <a:avLst/>
              <a:gdLst>
                <a:gd name="T0" fmla="*/ 149 w 12"/>
                <a:gd name="T1" fmla="*/ 55 h 11"/>
                <a:gd name="T2" fmla="*/ 376 w 12"/>
                <a:gd name="T3" fmla="*/ 145 h 11"/>
                <a:gd name="T4" fmla="*/ 315 w 12"/>
                <a:gd name="T5" fmla="*/ 481 h 11"/>
                <a:gd name="T6" fmla="*/ 81 w 12"/>
                <a:gd name="T7" fmla="*/ 382 h 11"/>
                <a:gd name="T8" fmla="*/ 149 w 12"/>
                <a:gd name="T9" fmla="*/ 5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4" y="1"/>
                  </a:moveTo>
                  <a:cubicBezTo>
                    <a:pt x="6" y="0"/>
                    <a:pt x="9" y="1"/>
                    <a:pt x="10" y="3"/>
                  </a:cubicBezTo>
                  <a:cubicBezTo>
                    <a:pt x="12" y="6"/>
                    <a:pt x="11" y="9"/>
                    <a:pt x="8" y="10"/>
                  </a:cubicBezTo>
                  <a:cubicBezTo>
                    <a:pt x="6" y="11"/>
                    <a:pt x="3" y="10"/>
                    <a:pt x="2" y="8"/>
                  </a:cubicBezTo>
                  <a:cubicBezTo>
                    <a:pt x="0" y="5"/>
                    <a:pt x="1" y="2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4202">
              <a:extLst>
                <a:ext uri="{FF2B5EF4-FFF2-40B4-BE49-F238E27FC236}">
                  <a16:creationId xmlns:a16="http://schemas.microsoft.com/office/drawing/2014/main" id="{8E572E0D-3DB9-4984-913B-13E1BE9BD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3128"/>
              <a:ext cx="11" cy="11"/>
            </a:xfrm>
            <a:custGeom>
              <a:avLst/>
              <a:gdLst>
                <a:gd name="T0" fmla="*/ 81 w 6"/>
                <a:gd name="T1" fmla="*/ 0 h 6"/>
                <a:gd name="T2" fmla="*/ 193 w 6"/>
                <a:gd name="T3" fmla="*/ 81 h 6"/>
                <a:gd name="T4" fmla="*/ 149 w 6"/>
                <a:gd name="T5" fmla="*/ 193 h 6"/>
                <a:gd name="T6" fmla="*/ 44 w 6"/>
                <a:gd name="T7" fmla="*/ 149 h 6"/>
                <a:gd name="T8" fmla="*/ 81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3" y="0"/>
                    <a:pt x="4" y="0"/>
                    <a:pt x="5" y="2"/>
                  </a:cubicBezTo>
                  <a:cubicBezTo>
                    <a:pt x="6" y="3"/>
                    <a:pt x="5" y="4"/>
                    <a:pt x="4" y="5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3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4203">
              <a:extLst>
                <a:ext uri="{FF2B5EF4-FFF2-40B4-BE49-F238E27FC236}">
                  <a16:creationId xmlns:a16="http://schemas.microsoft.com/office/drawing/2014/main" id="{BB227F37-18F8-443B-8638-061C15DF6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3168"/>
              <a:ext cx="11" cy="12"/>
            </a:xfrm>
            <a:custGeom>
              <a:avLst/>
              <a:gdLst>
                <a:gd name="T0" fmla="*/ 81 w 6"/>
                <a:gd name="T1" fmla="*/ 0 h 6"/>
                <a:gd name="T2" fmla="*/ 193 w 6"/>
                <a:gd name="T3" fmla="*/ 64 h 6"/>
                <a:gd name="T4" fmla="*/ 149 w 6"/>
                <a:gd name="T5" fmla="*/ 320 h 6"/>
                <a:gd name="T6" fmla="*/ 44 w 6"/>
                <a:gd name="T7" fmla="*/ 256 h 6"/>
                <a:gd name="T8" fmla="*/ 81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3" y="0"/>
                    <a:pt x="5" y="0"/>
                    <a:pt x="5" y="1"/>
                  </a:cubicBezTo>
                  <a:cubicBezTo>
                    <a:pt x="6" y="3"/>
                    <a:pt x="6" y="4"/>
                    <a:pt x="4" y="5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4204">
              <a:extLst>
                <a:ext uri="{FF2B5EF4-FFF2-40B4-BE49-F238E27FC236}">
                  <a16:creationId xmlns:a16="http://schemas.microsoft.com/office/drawing/2014/main" id="{47114529-AFEC-4D87-A4E5-C1EF3F898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3373"/>
              <a:ext cx="110" cy="158"/>
            </a:xfrm>
            <a:custGeom>
              <a:avLst/>
              <a:gdLst>
                <a:gd name="T0" fmla="*/ 999 w 61"/>
                <a:gd name="T1" fmla="*/ 3212 h 82"/>
                <a:gd name="T2" fmla="*/ 1446 w 61"/>
                <a:gd name="T3" fmla="*/ 457 h 82"/>
                <a:gd name="T4" fmla="*/ 826 w 61"/>
                <a:gd name="T5" fmla="*/ 164 h 82"/>
                <a:gd name="T6" fmla="*/ 1684 w 61"/>
                <a:gd name="T7" fmla="*/ 341 h 82"/>
                <a:gd name="T8" fmla="*/ 1279 w 61"/>
                <a:gd name="T9" fmla="*/ 3156 h 82"/>
                <a:gd name="T10" fmla="*/ 0 w 61"/>
                <a:gd name="T11" fmla="*/ 4191 h 82"/>
                <a:gd name="T12" fmla="*/ 999 w 61"/>
                <a:gd name="T13" fmla="*/ 3212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82">
                  <a:moveTo>
                    <a:pt x="29" y="63"/>
                  </a:moveTo>
                  <a:cubicBezTo>
                    <a:pt x="48" y="44"/>
                    <a:pt x="53" y="20"/>
                    <a:pt x="42" y="9"/>
                  </a:cubicBezTo>
                  <a:cubicBezTo>
                    <a:pt x="38" y="4"/>
                    <a:pt x="31" y="2"/>
                    <a:pt x="24" y="3"/>
                  </a:cubicBezTo>
                  <a:cubicBezTo>
                    <a:pt x="34" y="0"/>
                    <a:pt x="44" y="1"/>
                    <a:pt x="49" y="7"/>
                  </a:cubicBezTo>
                  <a:cubicBezTo>
                    <a:pt x="61" y="19"/>
                    <a:pt x="55" y="43"/>
                    <a:pt x="37" y="62"/>
                  </a:cubicBezTo>
                  <a:cubicBezTo>
                    <a:pt x="25" y="73"/>
                    <a:pt x="12" y="81"/>
                    <a:pt x="0" y="82"/>
                  </a:cubicBezTo>
                  <a:cubicBezTo>
                    <a:pt x="10" y="80"/>
                    <a:pt x="20" y="72"/>
                    <a:pt x="29" y="63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4205">
              <a:extLst>
                <a:ext uri="{FF2B5EF4-FFF2-40B4-BE49-F238E27FC236}">
                  <a16:creationId xmlns:a16="http://schemas.microsoft.com/office/drawing/2014/main" id="{DA5BD5F2-F7A9-4300-8C31-B9D49B838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3379"/>
              <a:ext cx="101" cy="154"/>
            </a:xfrm>
            <a:custGeom>
              <a:avLst/>
              <a:gdLst>
                <a:gd name="T0" fmla="*/ 826 w 56"/>
                <a:gd name="T1" fmla="*/ 978 h 80"/>
                <a:gd name="T2" fmla="*/ 1926 w 56"/>
                <a:gd name="T3" fmla="*/ 0 h 80"/>
                <a:gd name="T4" fmla="*/ 1109 w 56"/>
                <a:gd name="T5" fmla="*/ 1057 h 80"/>
                <a:gd name="T6" fmla="*/ 433 w 56"/>
                <a:gd name="T7" fmla="*/ 3009 h 80"/>
                <a:gd name="T8" fmla="*/ 934 w 56"/>
                <a:gd name="T9" fmla="*/ 4066 h 80"/>
                <a:gd name="T10" fmla="*/ 381 w 56"/>
                <a:gd name="T11" fmla="*/ 3802 h 80"/>
                <a:gd name="T12" fmla="*/ 826 w 56"/>
                <a:gd name="T13" fmla="*/ 978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80">
                  <a:moveTo>
                    <a:pt x="24" y="19"/>
                  </a:moveTo>
                  <a:cubicBezTo>
                    <a:pt x="35" y="8"/>
                    <a:pt x="45" y="1"/>
                    <a:pt x="56" y="0"/>
                  </a:cubicBezTo>
                  <a:cubicBezTo>
                    <a:pt x="48" y="4"/>
                    <a:pt x="41" y="12"/>
                    <a:pt x="32" y="21"/>
                  </a:cubicBezTo>
                  <a:cubicBezTo>
                    <a:pt x="21" y="33"/>
                    <a:pt x="14" y="49"/>
                    <a:pt x="13" y="59"/>
                  </a:cubicBezTo>
                  <a:cubicBezTo>
                    <a:pt x="12" y="65"/>
                    <a:pt x="16" y="76"/>
                    <a:pt x="27" y="80"/>
                  </a:cubicBezTo>
                  <a:cubicBezTo>
                    <a:pt x="21" y="80"/>
                    <a:pt x="15" y="79"/>
                    <a:pt x="11" y="75"/>
                  </a:cubicBezTo>
                  <a:cubicBezTo>
                    <a:pt x="0" y="63"/>
                    <a:pt x="5" y="38"/>
                    <a:pt x="24" y="19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4206">
              <a:extLst>
                <a:ext uri="{FF2B5EF4-FFF2-40B4-BE49-F238E27FC236}">
                  <a16:creationId xmlns:a16="http://schemas.microsoft.com/office/drawing/2014/main" id="{15FCA0EA-BCF0-4E87-91E7-C3D404349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444"/>
              <a:ext cx="20" cy="22"/>
            </a:xfrm>
            <a:custGeom>
              <a:avLst/>
              <a:gdLst>
                <a:gd name="T0" fmla="*/ 44 w 11"/>
                <a:gd name="T1" fmla="*/ 448 h 11"/>
                <a:gd name="T2" fmla="*/ 264 w 11"/>
                <a:gd name="T3" fmla="*/ 704 h 11"/>
                <a:gd name="T4" fmla="*/ 391 w 11"/>
                <a:gd name="T5" fmla="*/ 320 h 11"/>
                <a:gd name="T6" fmla="*/ 175 w 11"/>
                <a:gd name="T7" fmla="*/ 64 h 11"/>
                <a:gd name="T8" fmla="*/ 44 w 11"/>
                <a:gd name="T9" fmla="*/ 44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2" y="10"/>
                    <a:pt x="4" y="11"/>
                    <a:pt x="7" y="11"/>
                  </a:cubicBezTo>
                  <a:cubicBezTo>
                    <a:pt x="10" y="10"/>
                    <a:pt x="11" y="7"/>
                    <a:pt x="11" y="5"/>
                  </a:cubicBezTo>
                  <a:cubicBezTo>
                    <a:pt x="10" y="2"/>
                    <a:pt x="7" y="0"/>
                    <a:pt x="5" y="1"/>
                  </a:cubicBezTo>
                  <a:cubicBezTo>
                    <a:pt x="2" y="2"/>
                    <a:pt x="0" y="5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4207">
              <a:extLst>
                <a:ext uri="{FF2B5EF4-FFF2-40B4-BE49-F238E27FC236}">
                  <a16:creationId xmlns:a16="http://schemas.microsoft.com/office/drawing/2014/main" id="{70187320-6C0E-4650-9032-5B807344C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471"/>
              <a:ext cx="9" cy="12"/>
            </a:xfrm>
            <a:custGeom>
              <a:avLst/>
              <a:gdLst>
                <a:gd name="T0" fmla="*/ 0 w 5"/>
                <a:gd name="T1" fmla="*/ 192 h 6"/>
                <a:gd name="T2" fmla="*/ 94 w 5"/>
                <a:gd name="T3" fmla="*/ 320 h 6"/>
                <a:gd name="T4" fmla="*/ 169 w 5"/>
                <a:gd name="T5" fmla="*/ 128 h 6"/>
                <a:gd name="T6" fmla="*/ 74 w 5"/>
                <a:gd name="T7" fmla="*/ 0 h 6"/>
                <a:gd name="T8" fmla="*/ 0 w 5"/>
                <a:gd name="T9" fmla="*/ 19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5"/>
                    <a:pt x="2" y="6"/>
                    <a:pt x="3" y="5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4208">
              <a:extLst>
                <a:ext uri="{FF2B5EF4-FFF2-40B4-BE49-F238E27FC236}">
                  <a16:creationId xmlns:a16="http://schemas.microsoft.com/office/drawing/2014/main" id="{BB9A6262-DDDA-4E71-AE39-94C7946B8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3433"/>
              <a:ext cx="11" cy="11"/>
            </a:xfrm>
            <a:custGeom>
              <a:avLst/>
              <a:gdLst>
                <a:gd name="T0" fmla="*/ 0 w 6"/>
                <a:gd name="T1" fmla="*/ 149 h 6"/>
                <a:gd name="T2" fmla="*/ 125 w 6"/>
                <a:gd name="T3" fmla="*/ 229 h 6"/>
                <a:gd name="T4" fmla="*/ 193 w 6"/>
                <a:gd name="T5" fmla="*/ 81 h 6"/>
                <a:gd name="T6" fmla="*/ 81 w 6"/>
                <a:gd name="T7" fmla="*/ 44 h 6"/>
                <a:gd name="T8" fmla="*/ 0 w 6"/>
                <a:gd name="T9" fmla="*/ 14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0" y="5"/>
                    <a:pt x="2" y="6"/>
                    <a:pt x="3" y="6"/>
                  </a:cubicBezTo>
                  <a:cubicBezTo>
                    <a:pt x="5" y="5"/>
                    <a:pt x="6" y="4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4209">
              <a:extLst>
                <a:ext uri="{FF2B5EF4-FFF2-40B4-BE49-F238E27FC236}">
                  <a16:creationId xmlns:a16="http://schemas.microsoft.com/office/drawing/2014/main" id="{07B0F35F-4F95-479C-A0EE-943DE7996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3093"/>
              <a:ext cx="129" cy="208"/>
            </a:xfrm>
            <a:custGeom>
              <a:avLst/>
              <a:gdLst>
                <a:gd name="T0" fmla="*/ 1452 w 71"/>
                <a:gd name="T1" fmla="*/ 56 h 108"/>
                <a:gd name="T2" fmla="*/ 96 w 71"/>
                <a:gd name="T3" fmla="*/ 2600 h 108"/>
                <a:gd name="T4" fmla="*/ 1108 w 71"/>
                <a:gd name="T5" fmla="*/ 5464 h 108"/>
                <a:gd name="T6" fmla="*/ 2473 w 71"/>
                <a:gd name="T7" fmla="*/ 2916 h 108"/>
                <a:gd name="T8" fmla="*/ 1452 w 71"/>
                <a:gd name="T9" fmla="*/ 56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08">
                  <a:moveTo>
                    <a:pt x="40" y="1"/>
                  </a:moveTo>
                  <a:cubicBezTo>
                    <a:pt x="22" y="0"/>
                    <a:pt x="6" y="22"/>
                    <a:pt x="3" y="51"/>
                  </a:cubicBezTo>
                  <a:cubicBezTo>
                    <a:pt x="0" y="80"/>
                    <a:pt x="13" y="105"/>
                    <a:pt x="31" y="107"/>
                  </a:cubicBezTo>
                  <a:cubicBezTo>
                    <a:pt x="49" y="108"/>
                    <a:pt x="66" y="86"/>
                    <a:pt x="69" y="57"/>
                  </a:cubicBezTo>
                  <a:cubicBezTo>
                    <a:pt x="71" y="28"/>
                    <a:pt x="58" y="3"/>
                    <a:pt x="4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4210">
              <a:extLst>
                <a:ext uri="{FF2B5EF4-FFF2-40B4-BE49-F238E27FC236}">
                  <a16:creationId xmlns:a16="http://schemas.microsoft.com/office/drawing/2014/main" id="{8BAFE540-5BEC-46AA-AEE0-1F9A8EF4B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3151"/>
              <a:ext cx="84" cy="56"/>
            </a:xfrm>
            <a:custGeom>
              <a:avLst/>
              <a:gdLst>
                <a:gd name="T0" fmla="*/ 44 w 46"/>
                <a:gd name="T1" fmla="*/ 672 h 29"/>
                <a:gd name="T2" fmla="*/ 97 w 46"/>
                <a:gd name="T3" fmla="*/ 56 h 29"/>
                <a:gd name="T4" fmla="*/ 1696 w 46"/>
                <a:gd name="T5" fmla="*/ 612 h 29"/>
                <a:gd name="T6" fmla="*/ 1667 w 46"/>
                <a:gd name="T7" fmla="*/ 1045 h 29"/>
                <a:gd name="T8" fmla="*/ 1667 w 46"/>
                <a:gd name="T9" fmla="*/ 1506 h 29"/>
                <a:gd name="T10" fmla="*/ 44 w 46"/>
                <a:gd name="T11" fmla="*/ 67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9">
                  <a:moveTo>
                    <a:pt x="1" y="13"/>
                  </a:moveTo>
                  <a:cubicBezTo>
                    <a:pt x="0" y="9"/>
                    <a:pt x="3" y="5"/>
                    <a:pt x="3" y="1"/>
                  </a:cubicBezTo>
                  <a:cubicBezTo>
                    <a:pt x="3" y="0"/>
                    <a:pt x="46" y="12"/>
                    <a:pt x="46" y="12"/>
                  </a:cubicBezTo>
                  <a:cubicBezTo>
                    <a:pt x="46" y="14"/>
                    <a:pt x="45" y="17"/>
                    <a:pt x="45" y="20"/>
                  </a:cubicBezTo>
                  <a:cubicBezTo>
                    <a:pt x="45" y="23"/>
                    <a:pt x="45" y="26"/>
                    <a:pt x="45" y="29"/>
                  </a:cubicBezTo>
                  <a:cubicBezTo>
                    <a:pt x="45" y="29"/>
                    <a:pt x="1" y="14"/>
                    <a:pt x="1" y="1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4211">
              <a:extLst>
                <a:ext uri="{FF2B5EF4-FFF2-40B4-BE49-F238E27FC236}">
                  <a16:creationId xmlns:a16="http://schemas.microsoft.com/office/drawing/2014/main" id="{491AD4F8-A9FF-44E4-9D92-518D561F9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784"/>
              <a:ext cx="141" cy="214"/>
            </a:xfrm>
            <a:custGeom>
              <a:avLst/>
              <a:gdLst>
                <a:gd name="T0" fmla="*/ 951 w 78"/>
                <a:gd name="T1" fmla="*/ 208 h 111"/>
                <a:gd name="T2" fmla="*/ 255 w 78"/>
                <a:gd name="T3" fmla="*/ 3220 h 111"/>
                <a:gd name="T4" fmla="*/ 1772 w 78"/>
                <a:gd name="T5" fmla="*/ 5483 h 111"/>
                <a:gd name="T6" fmla="*/ 2471 w 78"/>
                <a:gd name="T7" fmla="*/ 2472 h 111"/>
                <a:gd name="T8" fmla="*/ 951 w 78"/>
                <a:gd name="T9" fmla="*/ 208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11">
                  <a:moveTo>
                    <a:pt x="27" y="4"/>
                  </a:moveTo>
                  <a:cubicBezTo>
                    <a:pt x="9" y="8"/>
                    <a:pt x="0" y="35"/>
                    <a:pt x="7" y="63"/>
                  </a:cubicBezTo>
                  <a:cubicBezTo>
                    <a:pt x="14" y="92"/>
                    <a:pt x="34" y="111"/>
                    <a:pt x="51" y="107"/>
                  </a:cubicBezTo>
                  <a:cubicBezTo>
                    <a:pt x="69" y="103"/>
                    <a:pt x="78" y="76"/>
                    <a:pt x="71" y="48"/>
                  </a:cubicBezTo>
                  <a:cubicBezTo>
                    <a:pt x="65" y="20"/>
                    <a:pt x="45" y="0"/>
                    <a:pt x="27" y="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4212">
              <a:extLst>
                <a:ext uri="{FF2B5EF4-FFF2-40B4-BE49-F238E27FC236}">
                  <a16:creationId xmlns:a16="http://schemas.microsoft.com/office/drawing/2014/main" id="{9D4C9BB9-BD3C-41CD-8AF3-E44365710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888"/>
              <a:ext cx="96" cy="51"/>
            </a:xfrm>
            <a:custGeom>
              <a:avLst/>
              <a:gdLst>
                <a:gd name="T0" fmla="*/ 0 w 53"/>
                <a:gd name="T1" fmla="*/ 1420 h 26"/>
                <a:gd name="T2" fmla="*/ 0 w 53"/>
                <a:gd name="T3" fmla="*/ 847 h 26"/>
                <a:gd name="T4" fmla="*/ 1735 w 53"/>
                <a:gd name="T5" fmla="*/ 0 h 26"/>
                <a:gd name="T6" fmla="*/ 1779 w 53"/>
                <a:gd name="T7" fmla="*/ 520 h 26"/>
                <a:gd name="T8" fmla="*/ 1873 w 53"/>
                <a:gd name="T9" fmla="*/ 965 h 26"/>
                <a:gd name="T10" fmla="*/ 0 w 53"/>
                <a:gd name="T11" fmla="*/ 142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6">
                  <a:moveTo>
                    <a:pt x="0" y="25"/>
                  </a:moveTo>
                  <a:cubicBezTo>
                    <a:pt x="0" y="22"/>
                    <a:pt x="0" y="19"/>
                    <a:pt x="0" y="15"/>
                  </a:cubicBezTo>
                  <a:cubicBezTo>
                    <a:pt x="0" y="14"/>
                    <a:pt x="49" y="0"/>
                    <a:pt x="49" y="0"/>
                  </a:cubicBezTo>
                  <a:cubicBezTo>
                    <a:pt x="49" y="3"/>
                    <a:pt x="49" y="6"/>
                    <a:pt x="50" y="9"/>
                  </a:cubicBezTo>
                  <a:cubicBezTo>
                    <a:pt x="51" y="12"/>
                    <a:pt x="52" y="15"/>
                    <a:pt x="53" y="17"/>
                  </a:cubicBezTo>
                  <a:cubicBezTo>
                    <a:pt x="53" y="17"/>
                    <a:pt x="0" y="26"/>
                    <a:pt x="0" y="2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4213">
              <a:extLst>
                <a:ext uri="{FF2B5EF4-FFF2-40B4-BE49-F238E27FC236}">
                  <a16:creationId xmlns:a16="http://schemas.microsoft.com/office/drawing/2014/main" id="{CC0459A4-73A8-4200-B059-F52B1ABCB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3027"/>
              <a:ext cx="167" cy="205"/>
            </a:xfrm>
            <a:custGeom>
              <a:avLst/>
              <a:gdLst>
                <a:gd name="T0" fmla="*/ 2757 w 92"/>
                <a:gd name="T1" fmla="*/ 520 h 106"/>
                <a:gd name="T2" fmla="*/ 704 w 92"/>
                <a:gd name="T3" fmla="*/ 1795 h 106"/>
                <a:gd name="T4" fmla="*/ 534 w 92"/>
                <a:gd name="T5" fmla="*/ 5034 h 106"/>
                <a:gd name="T6" fmla="*/ 2612 w 92"/>
                <a:gd name="T7" fmla="*/ 3820 h 106"/>
                <a:gd name="T8" fmla="*/ 2757 w 92"/>
                <a:gd name="T9" fmla="*/ 52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06">
                  <a:moveTo>
                    <a:pt x="77" y="10"/>
                  </a:moveTo>
                  <a:cubicBezTo>
                    <a:pt x="63" y="0"/>
                    <a:pt x="37" y="10"/>
                    <a:pt x="20" y="34"/>
                  </a:cubicBezTo>
                  <a:cubicBezTo>
                    <a:pt x="2" y="57"/>
                    <a:pt x="0" y="85"/>
                    <a:pt x="15" y="96"/>
                  </a:cubicBezTo>
                  <a:cubicBezTo>
                    <a:pt x="29" y="106"/>
                    <a:pt x="55" y="96"/>
                    <a:pt x="73" y="73"/>
                  </a:cubicBezTo>
                  <a:cubicBezTo>
                    <a:pt x="90" y="49"/>
                    <a:pt x="92" y="21"/>
                    <a:pt x="77" y="10"/>
                  </a:cubicBezTo>
                  <a:close/>
                </a:path>
              </a:pathLst>
            </a:custGeom>
            <a:solidFill>
              <a:srgbClr val="BF5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4214">
              <a:extLst>
                <a:ext uri="{FF2B5EF4-FFF2-40B4-BE49-F238E27FC236}">
                  <a16:creationId xmlns:a16="http://schemas.microsoft.com/office/drawing/2014/main" id="{A7776B16-AB5C-4A4C-9921-D3432AFCA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3060"/>
              <a:ext cx="47" cy="46"/>
            </a:xfrm>
            <a:custGeom>
              <a:avLst/>
              <a:gdLst>
                <a:gd name="T0" fmla="*/ 43 w 26"/>
                <a:gd name="T1" fmla="*/ 393 h 24"/>
                <a:gd name="T2" fmla="*/ 264 w 26"/>
                <a:gd name="T3" fmla="*/ 56 h 24"/>
                <a:gd name="T4" fmla="*/ 909 w 26"/>
                <a:gd name="T5" fmla="*/ 485 h 24"/>
                <a:gd name="T6" fmla="*/ 739 w 26"/>
                <a:gd name="T7" fmla="*/ 853 h 24"/>
                <a:gd name="T8" fmla="*/ 555 w 26"/>
                <a:gd name="T9" fmla="*/ 1190 h 24"/>
                <a:gd name="T10" fmla="*/ 43 w 26"/>
                <a:gd name="T11" fmla="*/ 39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4">
                  <a:moveTo>
                    <a:pt x="1" y="8"/>
                  </a:moveTo>
                  <a:cubicBezTo>
                    <a:pt x="3" y="6"/>
                    <a:pt x="6" y="4"/>
                    <a:pt x="8" y="1"/>
                  </a:cubicBezTo>
                  <a:cubicBezTo>
                    <a:pt x="9" y="0"/>
                    <a:pt x="26" y="10"/>
                    <a:pt x="26" y="10"/>
                  </a:cubicBezTo>
                  <a:cubicBezTo>
                    <a:pt x="24" y="12"/>
                    <a:pt x="22" y="14"/>
                    <a:pt x="21" y="17"/>
                  </a:cubicBezTo>
                  <a:cubicBezTo>
                    <a:pt x="19" y="19"/>
                    <a:pt x="17" y="21"/>
                    <a:pt x="16" y="24"/>
                  </a:cubicBezTo>
                  <a:cubicBezTo>
                    <a:pt x="16" y="24"/>
                    <a:pt x="0" y="9"/>
                    <a:pt x="1" y="8"/>
                  </a:cubicBezTo>
                  <a:close/>
                </a:path>
              </a:pathLst>
            </a:custGeom>
            <a:solidFill>
              <a:srgbClr val="7CB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4215">
              <a:extLst>
                <a:ext uri="{FF2B5EF4-FFF2-40B4-BE49-F238E27FC236}">
                  <a16:creationId xmlns:a16="http://schemas.microsoft.com/office/drawing/2014/main" id="{06B63C91-3F12-45FF-B8B1-6B119D9ED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3068"/>
              <a:ext cx="25" cy="31"/>
            </a:xfrm>
            <a:custGeom>
              <a:avLst/>
              <a:gdLst>
                <a:gd name="T0" fmla="*/ 232 w 14"/>
                <a:gd name="T1" fmla="*/ 845 h 16"/>
                <a:gd name="T2" fmla="*/ 455 w 14"/>
                <a:gd name="T3" fmla="*/ 327 h 16"/>
                <a:gd name="T4" fmla="*/ 0 w 14"/>
                <a:gd name="T5" fmla="*/ 0 h 16"/>
                <a:gd name="T6" fmla="*/ 232 w 14"/>
                <a:gd name="T7" fmla="*/ 380 h 16"/>
                <a:gd name="T8" fmla="*/ 232 w 14"/>
                <a:gd name="T9" fmla="*/ 84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7" y="16"/>
                  </a:moveTo>
                  <a:cubicBezTo>
                    <a:pt x="9" y="13"/>
                    <a:pt x="13" y="7"/>
                    <a:pt x="14" y="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" y="3"/>
                    <a:pt x="7" y="7"/>
                  </a:cubicBezTo>
                  <a:cubicBezTo>
                    <a:pt x="7" y="11"/>
                    <a:pt x="7" y="15"/>
                    <a:pt x="7" y="16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4216">
              <a:extLst>
                <a:ext uri="{FF2B5EF4-FFF2-40B4-BE49-F238E27FC236}">
                  <a16:creationId xmlns:a16="http://schemas.microsoft.com/office/drawing/2014/main" id="{8F3A748D-46BB-4840-8027-80082C19A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3106"/>
              <a:ext cx="138" cy="118"/>
            </a:xfrm>
            <a:custGeom>
              <a:avLst/>
              <a:gdLst>
                <a:gd name="T0" fmla="*/ 316 w 76"/>
                <a:gd name="T1" fmla="*/ 2728 h 61"/>
                <a:gd name="T2" fmla="*/ 0 w 76"/>
                <a:gd name="T3" fmla="*/ 1571 h 61"/>
                <a:gd name="T4" fmla="*/ 316 w 76"/>
                <a:gd name="T5" fmla="*/ 2294 h 61"/>
                <a:gd name="T6" fmla="*/ 2292 w 76"/>
                <a:gd name="T7" fmla="*/ 1165 h 61"/>
                <a:gd name="T8" fmla="*/ 2729 w 76"/>
                <a:gd name="T9" fmla="*/ 0 h 61"/>
                <a:gd name="T10" fmla="*/ 2226 w 76"/>
                <a:gd name="T11" fmla="*/ 1621 h 61"/>
                <a:gd name="T12" fmla="*/ 316 w 76"/>
                <a:gd name="T13" fmla="*/ 2728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61">
                  <a:moveTo>
                    <a:pt x="9" y="52"/>
                  </a:moveTo>
                  <a:cubicBezTo>
                    <a:pt x="3" y="47"/>
                    <a:pt x="0" y="39"/>
                    <a:pt x="0" y="30"/>
                  </a:cubicBezTo>
                  <a:cubicBezTo>
                    <a:pt x="1" y="36"/>
                    <a:pt x="5" y="41"/>
                    <a:pt x="9" y="44"/>
                  </a:cubicBezTo>
                  <a:cubicBezTo>
                    <a:pt x="23" y="54"/>
                    <a:pt x="47" y="45"/>
                    <a:pt x="64" y="22"/>
                  </a:cubicBezTo>
                  <a:cubicBezTo>
                    <a:pt x="69" y="16"/>
                    <a:pt x="74" y="7"/>
                    <a:pt x="76" y="0"/>
                  </a:cubicBezTo>
                  <a:cubicBezTo>
                    <a:pt x="75" y="9"/>
                    <a:pt x="69" y="21"/>
                    <a:pt x="62" y="31"/>
                  </a:cubicBezTo>
                  <a:cubicBezTo>
                    <a:pt x="46" y="52"/>
                    <a:pt x="23" y="61"/>
                    <a:pt x="9" y="52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4217">
              <a:extLst>
                <a:ext uri="{FF2B5EF4-FFF2-40B4-BE49-F238E27FC236}">
                  <a16:creationId xmlns:a16="http://schemas.microsoft.com/office/drawing/2014/main" id="{67FB55BD-5FF0-4FC2-AEB7-94AE587E0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3033"/>
              <a:ext cx="139" cy="124"/>
            </a:xfrm>
            <a:custGeom>
              <a:avLst/>
              <a:gdLst>
                <a:gd name="T0" fmla="*/ 2401 w 77"/>
                <a:gd name="T1" fmla="*/ 1070 h 64"/>
                <a:gd name="T2" fmla="*/ 446 w 77"/>
                <a:gd name="T3" fmla="*/ 2073 h 64"/>
                <a:gd name="T4" fmla="*/ 42 w 77"/>
                <a:gd name="T5" fmla="*/ 3228 h 64"/>
                <a:gd name="T6" fmla="*/ 42 w 77"/>
                <a:gd name="T7" fmla="*/ 3172 h 64"/>
                <a:gd name="T8" fmla="*/ 42 w 77"/>
                <a:gd name="T9" fmla="*/ 3112 h 64"/>
                <a:gd name="T10" fmla="*/ 477 w 77"/>
                <a:gd name="T11" fmla="*/ 1637 h 64"/>
                <a:gd name="T12" fmla="*/ 2359 w 77"/>
                <a:gd name="T13" fmla="*/ 525 h 64"/>
                <a:gd name="T14" fmla="*/ 2666 w 77"/>
                <a:gd name="T15" fmla="*/ 1637 h 64"/>
                <a:gd name="T16" fmla="*/ 2401 w 77"/>
                <a:gd name="T17" fmla="*/ 107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64">
                  <a:moveTo>
                    <a:pt x="69" y="20"/>
                  </a:moveTo>
                  <a:cubicBezTo>
                    <a:pt x="55" y="10"/>
                    <a:pt x="29" y="17"/>
                    <a:pt x="13" y="39"/>
                  </a:cubicBezTo>
                  <a:cubicBezTo>
                    <a:pt x="8" y="46"/>
                    <a:pt x="4" y="54"/>
                    <a:pt x="1" y="61"/>
                  </a:cubicBezTo>
                  <a:cubicBezTo>
                    <a:pt x="1" y="62"/>
                    <a:pt x="0" y="64"/>
                    <a:pt x="1" y="60"/>
                  </a:cubicBezTo>
                  <a:cubicBezTo>
                    <a:pt x="1" y="60"/>
                    <a:pt x="1" y="59"/>
                    <a:pt x="1" y="59"/>
                  </a:cubicBezTo>
                  <a:cubicBezTo>
                    <a:pt x="3" y="50"/>
                    <a:pt x="7" y="40"/>
                    <a:pt x="14" y="31"/>
                  </a:cubicBezTo>
                  <a:cubicBezTo>
                    <a:pt x="30" y="9"/>
                    <a:pt x="54" y="0"/>
                    <a:pt x="68" y="10"/>
                  </a:cubicBezTo>
                  <a:cubicBezTo>
                    <a:pt x="74" y="14"/>
                    <a:pt x="77" y="22"/>
                    <a:pt x="77" y="31"/>
                  </a:cubicBezTo>
                  <a:cubicBezTo>
                    <a:pt x="75" y="27"/>
                    <a:pt x="73" y="23"/>
                    <a:pt x="69" y="20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4218">
              <a:extLst>
                <a:ext uri="{FF2B5EF4-FFF2-40B4-BE49-F238E27FC236}">
                  <a16:creationId xmlns:a16="http://schemas.microsoft.com/office/drawing/2014/main" id="{800920A7-C34C-4DA7-9A30-A60A40F9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054"/>
              <a:ext cx="23" cy="25"/>
            </a:xfrm>
            <a:custGeom>
              <a:avLst/>
              <a:gdLst>
                <a:gd name="T0" fmla="*/ 244 w 13"/>
                <a:gd name="T1" fmla="*/ 56 h 13"/>
                <a:gd name="T2" fmla="*/ 37 w 13"/>
                <a:gd name="T3" fmla="*/ 263 h 13"/>
                <a:gd name="T4" fmla="*/ 156 w 13"/>
                <a:gd name="T5" fmla="*/ 602 h 13"/>
                <a:gd name="T6" fmla="*/ 359 w 13"/>
                <a:gd name="T7" fmla="*/ 400 h 13"/>
                <a:gd name="T8" fmla="*/ 244 w 13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8" y="1"/>
                  </a:moveTo>
                  <a:cubicBezTo>
                    <a:pt x="5" y="0"/>
                    <a:pt x="1" y="2"/>
                    <a:pt x="1" y="5"/>
                  </a:cubicBezTo>
                  <a:cubicBezTo>
                    <a:pt x="0" y="8"/>
                    <a:pt x="2" y="12"/>
                    <a:pt x="5" y="12"/>
                  </a:cubicBezTo>
                  <a:cubicBezTo>
                    <a:pt x="8" y="13"/>
                    <a:pt x="11" y="11"/>
                    <a:pt x="12" y="8"/>
                  </a:cubicBezTo>
                  <a:cubicBezTo>
                    <a:pt x="13" y="5"/>
                    <a:pt x="11" y="2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4219">
              <a:extLst>
                <a:ext uri="{FF2B5EF4-FFF2-40B4-BE49-F238E27FC236}">
                  <a16:creationId xmlns:a16="http://schemas.microsoft.com/office/drawing/2014/main" id="{05442012-7152-461B-8E7D-4E4B40A5F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3070"/>
              <a:ext cx="16" cy="17"/>
            </a:xfrm>
            <a:custGeom>
              <a:avLst/>
              <a:gdLst>
                <a:gd name="T0" fmla="*/ 158 w 9"/>
                <a:gd name="T1" fmla="*/ 53 h 9"/>
                <a:gd name="T2" fmla="*/ 0 w 9"/>
                <a:gd name="T3" fmla="*/ 189 h 9"/>
                <a:gd name="T4" fmla="*/ 89 w 9"/>
                <a:gd name="T5" fmla="*/ 402 h 9"/>
                <a:gd name="T6" fmla="*/ 247 w 9"/>
                <a:gd name="T7" fmla="*/ 272 h 9"/>
                <a:gd name="T8" fmla="*/ 158 w 9"/>
                <a:gd name="T9" fmla="*/ 5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5" y="1"/>
                  </a:moveTo>
                  <a:cubicBezTo>
                    <a:pt x="3" y="0"/>
                    <a:pt x="1" y="2"/>
                    <a:pt x="0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5" y="9"/>
                    <a:pt x="7" y="8"/>
                    <a:pt x="8" y="6"/>
                  </a:cubicBezTo>
                  <a:cubicBezTo>
                    <a:pt x="9" y="4"/>
                    <a:pt x="7" y="1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4220">
              <a:extLst>
                <a:ext uri="{FF2B5EF4-FFF2-40B4-BE49-F238E27FC236}">
                  <a16:creationId xmlns:a16="http://schemas.microsoft.com/office/drawing/2014/main" id="{8A56FA2B-4142-40C5-A990-1EFB87B27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3058"/>
              <a:ext cx="11" cy="12"/>
            </a:xfrm>
            <a:custGeom>
              <a:avLst/>
              <a:gdLst>
                <a:gd name="T0" fmla="*/ 149 w 6"/>
                <a:gd name="T1" fmla="*/ 64 h 6"/>
                <a:gd name="T2" fmla="*/ 44 w 6"/>
                <a:gd name="T3" fmla="*/ 192 h 6"/>
                <a:gd name="T4" fmla="*/ 125 w 6"/>
                <a:gd name="T5" fmla="*/ 384 h 6"/>
                <a:gd name="T6" fmla="*/ 229 w 6"/>
                <a:gd name="T7" fmla="*/ 256 h 6"/>
                <a:gd name="T8" fmla="*/ 149 w 6"/>
                <a:gd name="T9" fmla="*/ 6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3" y="0"/>
                    <a:pt x="1" y="1"/>
                    <a:pt x="1" y="3"/>
                  </a:cubicBezTo>
                  <a:cubicBezTo>
                    <a:pt x="0" y="4"/>
                    <a:pt x="1" y="5"/>
                    <a:pt x="3" y="6"/>
                  </a:cubicBezTo>
                  <a:cubicBezTo>
                    <a:pt x="4" y="6"/>
                    <a:pt x="6" y="5"/>
                    <a:pt x="6" y="4"/>
                  </a:cubicBezTo>
                  <a:cubicBezTo>
                    <a:pt x="6" y="2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4221">
              <a:extLst>
                <a:ext uri="{FF2B5EF4-FFF2-40B4-BE49-F238E27FC236}">
                  <a16:creationId xmlns:a16="http://schemas.microsoft.com/office/drawing/2014/main" id="{DF34C9B5-6B2F-4E4E-B02E-20E192A02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3027"/>
              <a:ext cx="167" cy="205"/>
            </a:xfrm>
            <a:custGeom>
              <a:avLst/>
              <a:gdLst>
                <a:gd name="T0" fmla="*/ 2757 w 92"/>
                <a:gd name="T1" fmla="*/ 520 h 106"/>
                <a:gd name="T2" fmla="*/ 704 w 92"/>
                <a:gd name="T3" fmla="*/ 1795 h 106"/>
                <a:gd name="T4" fmla="*/ 534 w 92"/>
                <a:gd name="T5" fmla="*/ 5034 h 106"/>
                <a:gd name="T6" fmla="*/ 2612 w 92"/>
                <a:gd name="T7" fmla="*/ 3820 h 106"/>
                <a:gd name="T8" fmla="*/ 2757 w 92"/>
                <a:gd name="T9" fmla="*/ 52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06">
                  <a:moveTo>
                    <a:pt x="77" y="10"/>
                  </a:moveTo>
                  <a:cubicBezTo>
                    <a:pt x="63" y="0"/>
                    <a:pt x="37" y="10"/>
                    <a:pt x="20" y="34"/>
                  </a:cubicBezTo>
                  <a:cubicBezTo>
                    <a:pt x="2" y="57"/>
                    <a:pt x="0" y="85"/>
                    <a:pt x="15" y="96"/>
                  </a:cubicBezTo>
                  <a:cubicBezTo>
                    <a:pt x="29" y="106"/>
                    <a:pt x="55" y="96"/>
                    <a:pt x="73" y="73"/>
                  </a:cubicBezTo>
                  <a:cubicBezTo>
                    <a:pt x="90" y="49"/>
                    <a:pt x="92" y="21"/>
                    <a:pt x="77" y="1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4222">
              <a:extLst>
                <a:ext uri="{FF2B5EF4-FFF2-40B4-BE49-F238E27FC236}">
                  <a16:creationId xmlns:a16="http://schemas.microsoft.com/office/drawing/2014/main" id="{0F400FCC-BAF1-4BA6-8D4F-368B25922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921"/>
              <a:ext cx="201" cy="164"/>
            </a:xfrm>
            <a:custGeom>
              <a:avLst/>
              <a:gdLst>
                <a:gd name="T0" fmla="*/ 266 w 111"/>
                <a:gd name="T1" fmla="*/ 3400 h 85"/>
                <a:gd name="T2" fmla="*/ 1443 w 111"/>
                <a:gd name="T3" fmla="*/ 666 h 85"/>
                <a:gd name="T4" fmla="*/ 3647 w 111"/>
                <a:gd name="T5" fmla="*/ 942 h 85"/>
                <a:gd name="T6" fmla="*/ 2519 w 111"/>
                <a:gd name="T7" fmla="*/ 3656 h 85"/>
                <a:gd name="T8" fmla="*/ 266 w 111"/>
                <a:gd name="T9" fmla="*/ 340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85">
                  <a:moveTo>
                    <a:pt x="8" y="66"/>
                  </a:moveTo>
                  <a:cubicBezTo>
                    <a:pt x="0" y="50"/>
                    <a:pt x="14" y="26"/>
                    <a:pt x="41" y="13"/>
                  </a:cubicBezTo>
                  <a:cubicBezTo>
                    <a:pt x="67" y="0"/>
                    <a:pt x="94" y="2"/>
                    <a:pt x="103" y="18"/>
                  </a:cubicBezTo>
                  <a:cubicBezTo>
                    <a:pt x="111" y="34"/>
                    <a:pt x="97" y="58"/>
                    <a:pt x="71" y="71"/>
                  </a:cubicBezTo>
                  <a:cubicBezTo>
                    <a:pt x="45" y="85"/>
                    <a:pt x="17" y="83"/>
                    <a:pt x="8" y="66"/>
                  </a:cubicBezTo>
                  <a:close/>
                </a:path>
              </a:pathLst>
            </a:custGeom>
            <a:solidFill>
              <a:srgbClr val="BF5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4223">
              <a:extLst>
                <a:ext uri="{FF2B5EF4-FFF2-40B4-BE49-F238E27FC236}">
                  <a16:creationId xmlns:a16="http://schemas.microsoft.com/office/drawing/2014/main" id="{F937A0B8-DB47-4908-B12F-D10D34730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935"/>
              <a:ext cx="125" cy="135"/>
            </a:xfrm>
            <a:custGeom>
              <a:avLst/>
              <a:gdLst>
                <a:gd name="T0" fmla="*/ 2163 w 69"/>
                <a:gd name="T1" fmla="*/ 609 h 70"/>
                <a:gd name="T2" fmla="*/ 1487 w 69"/>
                <a:gd name="T3" fmla="*/ 0 h 70"/>
                <a:gd name="T4" fmla="*/ 1913 w 69"/>
                <a:gd name="T5" fmla="*/ 565 h 70"/>
                <a:gd name="T6" fmla="*/ 837 w 69"/>
                <a:gd name="T7" fmla="*/ 3157 h 70"/>
                <a:gd name="T8" fmla="*/ 0 w 69"/>
                <a:gd name="T9" fmla="*/ 3593 h 70"/>
                <a:gd name="T10" fmla="*/ 1129 w 69"/>
                <a:gd name="T11" fmla="*/ 3157 h 70"/>
                <a:gd name="T12" fmla="*/ 2163 w 69"/>
                <a:gd name="T13" fmla="*/ 609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70">
                  <a:moveTo>
                    <a:pt x="61" y="12"/>
                  </a:moveTo>
                  <a:cubicBezTo>
                    <a:pt x="58" y="5"/>
                    <a:pt x="51" y="1"/>
                    <a:pt x="42" y="0"/>
                  </a:cubicBezTo>
                  <a:cubicBezTo>
                    <a:pt x="47" y="2"/>
                    <a:pt x="51" y="6"/>
                    <a:pt x="54" y="11"/>
                  </a:cubicBezTo>
                  <a:cubicBezTo>
                    <a:pt x="62" y="26"/>
                    <a:pt x="48" y="49"/>
                    <a:pt x="24" y="61"/>
                  </a:cubicBezTo>
                  <a:cubicBezTo>
                    <a:pt x="16" y="65"/>
                    <a:pt x="7" y="69"/>
                    <a:pt x="0" y="70"/>
                  </a:cubicBezTo>
                  <a:cubicBezTo>
                    <a:pt x="9" y="70"/>
                    <a:pt x="22" y="66"/>
                    <a:pt x="32" y="61"/>
                  </a:cubicBezTo>
                  <a:cubicBezTo>
                    <a:pt x="56" y="49"/>
                    <a:pt x="69" y="27"/>
                    <a:pt x="61" y="12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4224">
              <a:extLst>
                <a:ext uri="{FF2B5EF4-FFF2-40B4-BE49-F238E27FC236}">
                  <a16:creationId xmlns:a16="http://schemas.microsoft.com/office/drawing/2014/main" id="{3ACB6DC2-46FD-4460-B1D7-8D49820A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933"/>
              <a:ext cx="131" cy="135"/>
            </a:xfrm>
            <a:custGeom>
              <a:avLst/>
              <a:gdLst>
                <a:gd name="T0" fmla="*/ 655 w 72"/>
                <a:gd name="T1" fmla="*/ 3157 h 70"/>
                <a:gd name="T2" fmla="*/ 1676 w 72"/>
                <a:gd name="T3" fmla="*/ 457 h 70"/>
                <a:gd name="T4" fmla="*/ 2513 w 72"/>
                <a:gd name="T5" fmla="*/ 0 h 70"/>
                <a:gd name="T6" fmla="*/ 2513 w 72"/>
                <a:gd name="T7" fmla="*/ 0 h 70"/>
                <a:gd name="T8" fmla="*/ 2433 w 72"/>
                <a:gd name="T9" fmla="*/ 0 h 70"/>
                <a:gd name="T10" fmla="*/ 1381 w 72"/>
                <a:gd name="T11" fmla="*/ 401 h 70"/>
                <a:gd name="T12" fmla="*/ 295 w 72"/>
                <a:gd name="T13" fmla="*/ 2991 h 70"/>
                <a:gd name="T14" fmla="*/ 1017 w 72"/>
                <a:gd name="T15" fmla="*/ 3593 h 70"/>
                <a:gd name="T16" fmla="*/ 655 w 72"/>
                <a:gd name="T17" fmla="*/ 3157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70">
                  <a:moveTo>
                    <a:pt x="18" y="61"/>
                  </a:moveTo>
                  <a:cubicBezTo>
                    <a:pt x="10" y="46"/>
                    <a:pt x="22" y="21"/>
                    <a:pt x="46" y="9"/>
                  </a:cubicBezTo>
                  <a:cubicBezTo>
                    <a:pt x="53" y="5"/>
                    <a:pt x="62" y="2"/>
                    <a:pt x="69" y="0"/>
                  </a:cubicBezTo>
                  <a:cubicBezTo>
                    <a:pt x="70" y="0"/>
                    <a:pt x="72" y="0"/>
                    <a:pt x="69" y="0"/>
                  </a:cubicBezTo>
                  <a:cubicBezTo>
                    <a:pt x="68" y="0"/>
                    <a:pt x="68" y="0"/>
                    <a:pt x="67" y="0"/>
                  </a:cubicBezTo>
                  <a:cubicBezTo>
                    <a:pt x="58" y="0"/>
                    <a:pt x="48" y="3"/>
                    <a:pt x="38" y="8"/>
                  </a:cubicBezTo>
                  <a:cubicBezTo>
                    <a:pt x="14" y="21"/>
                    <a:pt x="0" y="43"/>
                    <a:pt x="8" y="58"/>
                  </a:cubicBezTo>
                  <a:cubicBezTo>
                    <a:pt x="12" y="65"/>
                    <a:pt x="19" y="69"/>
                    <a:pt x="28" y="70"/>
                  </a:cubicBezTo>
                  <a:cubicBezTo>
                    <a:pt x="24" y="68"/>
                    <a:pt x="20" y="65"/>
                    <a:pt x="18" y="61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4225">
              <a:extLst>
                <a:ext uri="{FF2B5EF4-FFF2-40B4-BE49-F238E27FC236}">
                  <a16:creationId xmlns:a16="http://schemas.microsoft.com/office/drawing/2014/main" id="{725CCAB6-23CD-4745-9E4C-133C5CBFE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993"/>
              <a:ext cx="21" cy="23"/>
            </a:xfrm>
            <a:custGeom>
              <a:avLst/>
              <a:gdLst>
                <a:gd name="T0" fmla="*/ 0 w 12"/>
                <a:gd name="T1" fmla="*/ 337 h 12"/>
                <a:gd name="T2" fmla="*/ 151 w 12"/>
                <a:gd name="T3" fmla="*/ 0 h 12"/>
                <a:gd name="T4" fmla="*/ 313 w 12"/>
                <a:gd name="T5" fmla="*/ 309 h 12"/>
                <a:gd name="T6" fmla="*/ 179 w 12"/>
                <a:gd name="T7" fmla="*/ 592 h 12"/>
                <a:gd name="T8" fmla="*/ 0 w 12"/>
                <a:gd name="T9" fmla="*/ 3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0" y="7"/>
                  </a:moveTo>
                  <a:cubicBezTo>
                    <a:pt x="0" y="3"/>
                    <a:pt x="2" y="1"/>
                    <a:pt x="5" y="0"/>
                  </a:cubicBezTo>
                  <a:cubicBezTo>
                    <a:pt x="8" y="0"/>
                    <a:pt x="11" y="2"/>
                    <a:pt x="11" y="6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4226">
              <a:extLst>
                <a:ext uri="{FF2B5EF4-FFF2-40B4-BE49-F238E27FC236}">
                  <a16:creationId xmlns:a16="http://schemas.microsoft.com/office/drawing/2014/main" id="{E932225E-E81E-40F1-894B-3509914F0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979"/>
              <a:ext cx="16" cy="16"/>
            </a:xfrm>
            <a:custGeom>
              <a:avLst/>
              <a:gdLst>
                <a:gd name="T0" fmla="*/ 0 w 9"/>
                <a:gd name="T1" fmla="*/ 256 h 8"/>
                <a:gd name="T2" fmla="*/ 117 w 9"/>
                <a:gd name="T3" fmla="*/ 0 h 8"/>
                <a:gd name="T4" fmla="*/ 247 w 9"/>
                <a:gd name="T5" fmla="*/ 256 h 8"/>
                <a:gd name="T6" fmla="*/ 158 w 9"/>
                <a:gd name="T7" fmla="*/ 512 h 8"/>
                <a:gd name="T8" fmla="*/ 0 w 9"/>
                <a:gd name="T9" fmla="*/ 25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9" y="6"/>
                    <a:pt x="7" y="8"/>
                    <a:pt x="5" y="8"/>
                  </a:cubicBezTo>
                  <a:cubicBezTo>
                    <a:pt x="2" y="8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4227">
              <a:extLst>
                <a:ext uri="{FF2B5EF4-FFF2-40B4-BE49-F238E27FC236}">
                  <a16:creationId xmlns:a16="http://schemas.microsoft.com/office/drawing/2014/main" id="{7F4DC14C-3BDC-4FE3-A0F2-9B7EE326E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020"/>
              <a:ext cx="9" cy="11"/>
            </a:xfrm>
            <a:custGeom>
              <a:avLst/>
              <a:gdLst>
                <a:gd name="T0" fmla="*/ 0 w 5"/>
                <a:gd name="T1" fmla="*/ 125 h 6"/>
                <a:gd name="T2" fmla="*/ 74 w 5"/>
                <a:gd name="T3" fmla="*/ 0 h 6"/>
                <a:gd name="T4" fmla="*/ 169 w 5"/>
                <a:gd name="T5" fmla="*/ 125 h 6"/>
                <a:gd name="T6" fmla="*/ 94 w 5"/>
                <a:gd name="T7" fmla="*/ 229 h 6"/>
                <a:gd name="T8" fmla="*/ 0 w 5"/>
                <a:gd name="T9" fmla="*/ 12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4228">
              <a:extLst>
                <a:ext uri="{FF2B5EF4-FFF2-40B4-BE49-F238E27FC236}">
                  <a16:creationId xmlns:a16="http://schemas.microsoft.com/office/drawing/2014/main" id="{EAD42884-1CAD-4BFD-9593-84CAC3FE6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921"/>
              <a:ext cx="201" cy="164"/>
            </a:xfrm>
            <a:custGeom>
              <a:avLst/>
              <a:gdLst>
                <a:gd name="T0" fmla="*/ 266 w 111"/>
                <a:gd name="T1" fmla="*/ 3400 h 85"/>
                <a:gd name="T2" fmla="*/ 1443 w 111"/>
                <a:gd name="T3" fmla="*/ 666 h 85"/>
                <a:gd name="T4" fmla="*/ 3647 w 111"/>
                <a:gd name="T5" fmla="*/ 942 h 85"/>
                <a:gd name="T6" fmla="*/ 2519 w 111"/>
                <a:gd name="T7" fmla="*/ 3656 h 85"/>
                <a:gd name="T8" fmla="*/ 266 w 111"/>
                <a:gd name="T9" fmla="*/ 340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85">
                  <a:moveTo>
                    <a:pt x="8" y="66"/>
                  </a:moveTo>
                  <a:cubicBezTo>
                    <a:pt x="0" y="50"/>
                    <a:pt x="14" y="26"/>
                    <a:pt x="41" y="13"/>
                  </a:cubicBezTo>
                  <a:cubicBezTo>
                    <a:pt x="67" y="0"/>
                    <a:pt x="94" y="2"/>
                    <a:pt x="103" y="18"/>
                  </a:cubicBezTo>
                  <a:cubicBezTo>
                    <a:pt x="111" y="34"/>
                    <a:pt x="97" y="58"/>
                    <a:pt x="71" y="71"/>
                  </a:cubicBezTo>
                  <a:cubicBezTo>
                    <a:pt x="45" y="85"/>
                    <a:pt x="17" y="83"/>
                    <a:pt x="8" y="6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4229">
              <a:extLst>
                <a:ext uri="{FF2B5EF4-FFF2-40B4-BE49-F238E27FC236}">
                  <a16:creationId xmlns:a16="http://schemas.microsoft.com/office/drawing/2014/main" id="{D1145C7C-C4F1-4FCF-BAA6-6F81A58AC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3060"/>
              <a:ext cx="47" cy="46"/>
            </a:xfrm>
            <a:custGeom>
              <a:avLst/>
              <a:gdLst>
                <a:gd name="T0" fmla="*/ 43 w 26"/>
                <a:gd name="T1" fmla="*/ 393 h 24"/>
                <a:gd name="T2" fmla="*/ 264 w 26"/>
                <a:gd name="T3" fmla="*/ 56 h 24"/>
                <a:gd name="T4" fmla="*/ 909 w 26"/>
                <a:gd name="T5" fmla="*/ 485 h 24"/>
                <a:gd name="T6" fmla="*/ 739 w 26"/>
                <a:gd name="T7" fmla="*/ 853 h 24"/>
                <a:gd name="T8" fmla="*/ 555 w 26"/>
                <a:gd name="T9" fmla="*/ 1190 h 24"/>
                <a:gd name="T10" fmla="*/ 43 w 26"/>
                <a:gd name="T11" fmla="*/ 39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4">
                  <a:moveTo>
                    <a:pt x="1" y="8"/>
                  </a:moveTo>
                  <a:cubicBezTo>
                    <a:pt x="3" y="6"/>
                    <a:pt x="6" y="4"/>
                    <a:pt x="8" y="1"/>
                  </a:cubicBezTo>
                  <a:cubicBezTo>
                    <a:pt x="9" y="0"/>
                    <a:pt x="26" y="10"/>
                    <a:pt x="26" y="10"/>
                  </a:cubicBezTo>
                  <a:cubicBezTo>
                    <a:pt x="24" y="12"/>
                    <a:pt x="22" y="14"/>
                    <a:pt x="21" y="17"/>
                  </a:cubicBezTo>
                  <a:cubicBezTo>
                    <a:pt x="19" y="19"/>
                    <a:pt x="17" y="21"/>
                    <a:pt x="16" y="24"/>
                  </a:cubicBezTo>
                  <a:cubicBezTo>
                    <a:pt x="16" y="24"/>
                    <a:pt x="0" y="9"/>
                    <a:pt x="1" y="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4230">
              <a:extLst>
                <a:ext uri="{FF2B5EF4-FFF2-40B4-BE49-F238E27FC236}">
                  <a16:creationId xmlns:a16="http://schemas.microsoft.com/office/drawing/2014/main" id="{D0FE1E98-B79C-41A2-A358-0B526A002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3355"/>
              <a:ext cx="183" cy="195"/>
            </a:xfrm>
            <a:custGeom>
              <a:avLst/>
              <a:gdLst>
                <a:gd name="T0" fmla="*/ 3106 w 101"/>
                <a:gd name="T1" fmla="*/ 672 h 101"/>
                <a:gd name="T2" fmla="*/ 958 w 101"/>
                <a:gd name="T3" fmla="*/ 1390 h 101"/>
                <a:gd name="T4" fmla="*/ 462 w 101"/>
                <a:gd name="T5" fmla="*/ 4555 h 101"/>
                <a:gd name="T6" fmla="*/ 2616 w 101"/>
                <a:gd name="T7" fmla="*/ 3836 h 101"/>
                <a:gd name="T8" fmla="*/ 3106 w 101"/>
                <a:gd name="T9" fmla="*/ 672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01">
                  <a:moveTo>
                    <a:pt x="88" y="13"/>
                  </a:moveTo>
                  <a:cubicBezTo>
                    <a:pt x="75" y="0"/>
                    <a:pt x="48" y="7"/>
                    <a:pt x="27" y="27"/>
                  </a:cubicBezTo>
                  <a:cubicBezTo>
                    <a:pt x="7" y="48"/>
                    <a:pt x="0" y="75"/>
                    <a:pt x="13" y="88"/>
                  </a:cubicBezTo>
                  <a:cubicBezTo>
                    <a:pt x="26" y="101"/>
                    <a:pt x="53" y="95"/>
                    <a:pt x="74" y="74"/>
                  </a:cubicBezTo>
                  <a:cubicBezTo>
                    <a:pt x="95" y="53"/>
                    <a:pt x="101" y="26"/>
                    <a:pt x="88" y="1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" name="Freeform 4231">
              <a:extLst>
                <a:ext uri="{FF2B5EF4-FFF2-40B4-BE49-F238E27FC236}">
                  <a16:creationId xmlns:a16="http://schemas.microsoft.com/office/drawing/2014/main" id="{89895676-7DBB-40EC-A9F2-CCDBA3255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3330"/>
              <a:ext cx="78" cy="91"/>
            </a:xfrm>
            <a:custGeom>
              <a:avLst/>
              <a:gdLst>
                <a:gd name="T0" fmla="*/ 0 w 43"/>
                <a:gd name="T1" fmla="*/ 629 h 47"/>
                <a:gd name="T2" fmla="*/ 263 w 43"/>
                <a:gd name="T3" fmla="*/ 108 h 47"/>
                <a:gd name="T4" fmla="*/ 1527 w 43"/>
                <a:gd name="T5" fmla="*/ 1859 h 47"/>
                <a:gd name="T6" fmla="*/ 1277 w 43"/>
                <a:gd name="T7" fmla="*/ 2091 h 47"/>
                <a:gd name="T8" fmla="*/ 1105 w 43"/>
                <a:gd name="T9" fmla="*/ 2474 h 47"/>
                <a:gd name="T10" fmla="*/ 0 w 43"/>
                <a:gd name="T11" fmla="*/ 629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7">
                  <a:moveTo>
                    <a:pt x="0" y="12"/>
                  </a:moveTo>
                  <a:cubicBezTo>
                    <a:pt x="2" y="9"/>
                    <a:pt x="5" y="5"/>
                    <a:pt x="7" y="2"/>
                  </a:cubicBezTo>
                  <a:cubicBezTo>
                    <a:pt x="7" y="0"/>
                    <a:pt x="43" y="35"/>
                    <a:pt x="43" y="35"/>
                  </a:cubicBezTo>
                  <a:cubicBezTo>
                    <a:pt x="41" y="36"/>
                    <a:pt x="38" y="38"/>
                    <a:pt x="36" y="40"/>
                  </a:cubicBezTo>
                  <a:cubicBezTo>
                    <a:pt x="34" y="43"/>
                    <a:pt x="32" y="45"/>
                    <a:pt x="31" y="47"/>
                  </a:cubicBezTo>
                  <a:cubicBezTo>
                    <a:pt x="31" y="47"/>
                    <a:pt x="0" y="13"/>
                    <a:pt x="0" y="1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4232">
              <a:extLst>
                <a:ext uri="{FF2B5EF4-FFF2-40B4-BE49-F238E27FC236}">
                  <a16:creationId xmlns:a16="http://schemas.microsoft.com/office/drawing/2014/main" id="{788059B2-5105-4A45-B7A8-A6A0CE63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2510"/>
              <a:ext cx="174" cy="203"/>
            </a:xfrm>
            <a:custGeom>
              <a:avLst/>
              <a:gdLst>
                <a:gd name="T0" fmla="*/ 489 w 96"/>
                <a:gd name="T1" fmla="*/ 613 h 105"/>
                <a:gd name="T2" fmla="*/ 821 w 96"/>
                <a:gd name="T3" fmla="*/ 3857 h 105"/>
                <a:gd name="T4" fmla="*/ 2911 w 96"/>
                <a:gd name="T5" fmla="*/ 4922 h 105"/>
                <a:gd name="T6" fmla="*/ 2621 w 96"/>
                <a:gd name="T7" fmla="*/ 1678 h 105"/>
                <a:gd name="T8" fmla="*/ 489 w 96"/>
                <a:gd name="T9" fmla="*/ 613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05">
                  <a:moveTo>
                    <a:pt x="14" y="12"/>
                  </a:moveTo>
                  <a:cubicBezTo>
                    <a:pt x="0" y="24"/>
                    <a:pt x="4" y="51"/>
                    <a:pt x="23" y="74"/>
                  </a:cubicBezTo>
                  <a:cubicBezTo>
                    <a:pt x="41" y="96"/>
                    <a:pt x="68" y="105"/>
                    <a:pt x="82" y="94"/>
                  </a:cubicBezTo>
                  <a:cubicBezTo>
                    <a:pt x="96" y="82"/>
                    <a:pt x="92" y="54"/>
                    <a:pt x="74" y="32"/>
                  </a:cubicBezTo>
                  <a:cubicBezTo>
                    <a:pt x="55" y="9"/>
                    <a:pt x="28" y="0"/>
                    <a:pt x="14" y="1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4233">
              <a:extLst>
                <a:ext uri="{FF2B5EF4-FFF2-40B4-BE49-F238E27FC236}">
                  <a16:creationId xmlns:a16="http://schemas.microsoft.com/office/drawing/2014/main" id="{E009B22E-9111-498F-AAB2-51F9604FA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639"/>
              <a:ext cx="78" cy="79"/>
            </a:xfrm>
            <a:custGeom>
              <a:avLst/>
              <a:gdLst>
                <a:gd name="T0" fmla="*/ 96 w 43"/>
                <a:gd name="T1" fmla="*/ 1998 h 41"/>
                <a:gd name="T2" fmla="*/ 0 w 43"/>
                <a:gd name="T3" fmla="*/ 1603 h 41"/>
                <a:gd name="T4" fmla="*/ 1136 w 43"/>
                <a:gd name="T5" fmla="*/ 0 h 41"/>
                <a:gd name="T6" fmla="*/ 1319 w 43"/>
                <a:gd name="T7" fmla="*/ 341 h 41"/>
                <a:gd name="T8" fmla="*/ 1527 w 43"/>
                <a:gd name="T9" fmla="*/ 657 h 41"/>
                <a:gd name="T10" fmla="*/ 96 w 43"/>
                <a:gd name="T11" fmla="*/ 199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1">
                  <a:moveTo>
                    <a:pt x="3" y="39"/>
                  </a:moveTo>
                  <a:cubicBezTo>
                    <a:pt x="2" y="36"/>
                    <a:pt x="1" y="34"/>
                    <a:pt x="0" y="31"/>
                  </a:cubicBezTo>
                  <a:cubicBezTo>
                    <a:pt x="0" y="29"/>
                    <a:pt x="32" y="0"/>
                    <a:pt x="32" y="0"/>
                  </a:cubicBezTo>
                  <a:cubicBezTo>
                    <a:pt x="33" y="2"/>
                    <a:pt x="35" y="5"/>
                    <a:pt x="37" y="7"/>
                  </a:cubicBezTo>
                  <a:cubicBezTo>
                    <a:pt x="39" y="9"/>
                    <a:pt x="41" y="11"/>
                    <a:pt x="43" y="13"/>
                  </a:cubicBezTo>
                  <a:cubicBezTo>
                    <a:pt x="43" y="13"/>
                    <a:pt x="4" y="41"/>
                    <a:pt x="3" y="3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4234">
              <a:extLst>
                <a:ext uri="{FF2B5EF4-FFF2-40B4-BE49-F238E27FC236}">
                  <a16:creationId xmlns:a16="http://schemas.microsoft.com/office/drawing/2014/main" id="{1E5FBFD9-BA49-49FC-81DB-035DD0759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151"/>
              <a:ext cx="195" cy="133"/>
            </a:xfrm>
            <a:custGeom>
              <a:avLst/>
              <a:gdLst>
                <a:gd name="T0" fmla="*/ 3698 w 108"/>
                <a:gd name="T1" fmla="*/ 1891 h 69"/>
                <a:gd name="T2" fmla="*/ 1937 w 108"/>
                <a:gd name="T3" fmla="*/ 56 h 69"/>
                <a:gd name="T4" fmla="*/ 42 w 108"/>
                <a:gd name="T5" fmla="*/ 1606 h 69"/>
                <a:gd name="T6" fmla="*/ 1806 w 108"/>
                <a:gd name="T7" fmla="*/ 3437 h 69"/>
                <a:gd name="T8" fmla="*/ 3698 w 108"/>
                <a:gd name="T9" fmla="*/ 189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9">
                  <a:moveTo>
                    <a:pt x="107" y="37"/>
                  </a:moveTo>
                  <a:cubicBezTo>
                    <a:pt x="108" y="19"/>
                    <a:pt x="85" y="3"/>
                    <a:pt x="56" y="1"/>
                  </a:cubicBezTo>
                  <a:cubicBezTo>
                    <a:pt x="27" y="0"/>
                    <a:pt x="2" y="13"/>
                    <a:pt x="1" y="31"/>
                  </a:cubicBezTo>
                  <a:cubicBezTo>
                    <a:pt x="0" y="49"/>
                    <a:pt x="23" y="65"/>
                    <a:pt x="52" y="67"/>
                  </a:cubicBezTo>
                  <a:cubicBezTo>
                    <a:pt x="81" y="69"/>
                    <a:pt x="106" y="55"/>
                    <a:pt x="107" y="37"/>
                  </a:cubicBezTo>
                  <a:close/>
                </a:path>
              </a:pathLst>
            </a:custGeom>
            <a:solidFill>
              <a:srgbClr val="BF5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4235">
              <a:extLst>
                <a:ext uri="{FF2B5EF4-FFF2-40B4-BE49-F238E27FC236}">
                  <a16:creationId xmlns:a16="http://schemas.microsoft.com/office/drawing/2014/main" id="{D56555AB-9D0E-43E9-BAB8-DE55F605E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2278"/>
              <a:ext cx="32" cy="85"/>
            </a:xfrm>
            <a:custGeom>
              <a:avLst/>
              <a:gdLst>
                <a:gd name="T0" fmla="*/ 66 w 18"/>
                <a:gd name="T1" fmla="*/ 2168 h 44"/>
                <a:gd name="T2" fmla="*/ 370 w 18"/>
                <a:gd name="T3" fmla="*/ 2227 h 44"/>
                <a:gd name="T4" fmla="*/ 569 w 18"/>
                <a:gd name="T5" fmla="*/ 56 h 44"/>
                <a:gd name="T6" fmla="*/ 281 w 18"/>
                <a:gd name="T7" fmla="*/ 56 h 44"/>
                <a:gd name="T8" fmla="*/ 0 w 18"/>
                <a:gd name="T9" fmla="*/ 0 h 44"/>
                <a:gd name="T10" fmla="*/ 66 w 18"/>
                <a:gd name="T11" fmla="*/ 216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4">
                  <a:moveTo>
                    <a:pt x="2" y="42"/>
                  </a:moveTo>
                  <a:cubicBezTo>
                    <a:pt x="5" y="41"/>
                    <a:pt x="9" y="44"/>
                    <a:pt x="12" y="43"/>
                  </a:cubicBezTo>
                  <a:cubicBezTo>
                    <a:pt x="13" y="42"/>
                    <a:pt x="18" y="1"/>
                    <a:pt x="18" y="1"/>
                  </a:cubicBezTo>
                  <a:cubicBezTo>
                    <a:pt x="15" y="1"/>
                    <a:pt x="12" y="1"/>
                    <a:pt x="9" y="1"/>
                  </a:cubicBezTo>
                  <a:cubicBezTo>
                    <a:pt x="6" y="1"/>
                    <a:pt x="3" y="0"/>
                    <a:pt x="0" y="0"/>
                  </a:cubicBezTo>
                  <a:cubicBezTo>
                    <a:pt x="0" y="0"/>
                    <a:pt x="1" y="43"/>
                    <a:pt x="2" y="42"/>
                  </a:cubicBezTo>
                  <a:close/>
                </a:path>
              </a:pathLst>
            </a:custGeom>
            <a:solidFill>
              <a:srgbClr val="7CB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4236">
              <a:extLst>
                <a:ext uri="{FF2B5EF4-FFF2-40B4-BE49-F238E27FC236}">
                  <a16:creationId xmlns:a16="http://schemas.microsoft.com/office/drawing/2014/main" id="{DEC44F03-5B27-434E-A1AC-79A8C05DC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184"/>
              <a:ext cx="150" cy="94"/>
            </a:xfrm>
            <a:custGeom>
              <a:avLst/>
              <a:gdLst>
                <a:gd name="T0" fmla="*/ 2852 w 83"/>
                <a:gd name="T1" fmla="*/ 990 h 49"/>
                <a:gd name="T2" fmla="*/ 2463 w 83"/>
                <a:gd name="T3" fmla="*/ 0 h 49"/>
                <a:gd name="T4" fmla="*/ 2646 w 83"/>
                <a:gd name="T5" fmla="*/ 754 h 49"/>
                <a:gd name="T6" fmla="*/ 862 w 83"/>
                <a:gd name="T7" fmla="*/ 2124 h 49"/>
                <a:gd name="T8" fmla="*/ 0 w 83"/>
                <a:gd name="T9" fmla="*/ 1947 h 49"/>
                <a:gd name="T10" fmla="*/ 1120 w 83"/>
                <a:gd name="T11" fmla="*/ 2344 h 49"/>
                <a:gd name="T12" fmla="*/ 2852 w 83"/>
                <a:gd name="T13" fmla="*/ 99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49">
                  <a:moveTo>
                    <a:pt x="82" y="20"/>
                  </a:moveTo>
                  <a:cubicBezTo>
                    <a:pt x="83" y="13"/>
                    <a:pt x="79" y="5"/>
                    <a:pt x="71" y="0"/>
                  </a:cubicBezTo>
                  <a:cubicBezTo>
                    <a:pt x="75" y="4"/>
                    <a:pt x="77" y="10"/>
                    <a:pt x="76" y="15"/>
                  </a:cubicBezTo>
                  <a:cubicBezTo>
                    <a:pt x="76" y="32"/>
                    <a:pt x="52" y="45"/>
                    <a:pt x="25" y="43"/>
                  </a:cubicBezTo>
                  <a:cubicBezTo>
                    <a:pt x="17" y="43"/>
                    <a:pt x="7" y="41"/>
                    <a:pt x="0" y="39"/>
                  </a:cubicBezTo>
                  <a:cubicBezTo>
                    <a:pt x="8" y="44"/>
                    <a:pt x="21" y="47"/>
                    <a:pt x="32" y="47"/>
                  </a:cubicBezTo>
                  <a:cubicBezTo>
                    <a:pt x="59" y="49"/>
                    <a:pt x="81" y="37"/>
                    <a:pt x="82" y="20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4237">
              <a:extLst>
                <a:ext uri="{FF2B5EF4-FFF2-40B4-BE49-F238E27FC236}">
                  <a16:creationId xmlns:a16="http://schemas.microsoft.com/office/drawing/2014/main" id="{5D43BD7D-6197-4AEE-911F-5C9164E0E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155"/>
              <a:ext cx="154" cy="96"/>
            </a:xfrm>
            <a:custGeom>
              <a:avLst/>
              <a:gdLst>
                <a:gd name="T0" fmla="*/ 255 w 85"/>
                <a:gd name="T1" fmla="*/ 1847 h 50"/>
                <a:gd name="T2" fmla="*/ 2045 w 85"/>
                <a:gd name="T3" fmla="*/ 309 h 50"/>
                <a:gd name="T4" fmla="*/ 2908 w 85"/>
                <a:gd name="T5" fmla="*/ 486 h 50"/>
                <a:gd name="T6" fmla="*/ 2908 w 85"/>
                <a:gd name="T7" fmla="*/ 486 h 50"/>
                <a:gd name="T8" fmla="*/ 2830 w 85"/>
                <a:gd name="T9" fmla="*/ 445 h 50"/>
                <a:gd name="T10" fmla="*/ 1803 w 85"/>
                <a:gd name="T11" fmla="*/ 56 h 50"/>
                <a:gd name="T12" fmla="*/ 0 w 85"/>
                <a:gd name="T13" fmla="*/ 1463 h 50"/>
                <a:gd name="T14" fmla="*/ 388 w 85"/>
                <a:gd name="T15" fmla="*/ 2500 h 50"/>
                <a:gd name="T16" fmla="*/ 255 w 85"/>
                <a:gd name="T17" fmla="*/ 1847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50">
                  <a:moveTo>
                    <a:pt x="7" y="37"/>
                  </a:moveTo>
                  <a:cubicBezTo>
                    <a:pt x="8" y="20"/>
                    <a:pt x="31" y="5"/>
                    <a:pt x="58" y="6"/>
                  </a:cubicBezTo>
                  <a:cubicBezTo>
                    <a:pt x="66" y="7"/>
                    <a:pt x="75" y="8"/>
                    <a:pt x="82" y="10"/>
                  </a:cubicBezTo>
                  <a:cubicBezTo>
                    <a:pt x="83" y="11"/>
                    <a:pt x="85" y="12"/>
                    <a:pt x="82" y="10"/>
                  </a:cubicBezTo>
                  <a:cubicBezTo>
                    <a:pt x="81" y="10"/>
                    <a:pt x="81" y="9"/>
                    <a:pt x="80" y="9"/>
                  </a:cubicBezTo>
                  <a:cubicBezTo>
                    <a:pt x="73" y="5"/>
                    <a:pt x="62" y="2"/>
                    <a:pt x="51" y="1"/>
                  </a:cubicBezTo>
                  <a:cubicBezTo>
                    <a:pt x="24" y="0"/>
                    <a:pt x="1" y="12"/>
                    <a:pt x="0" y="29"/>
                  </a:cubicBezTo>
                  <a:cubicBezTo>
                    <a:pt x="0" y="37"/>
                    <a:pt x="4" y="44"/>
                    <a:pt x="11" y="50"/>
                  </a:cubicBezTo>
                  <a:cubicBezTo>
                    <a:pt x="9" y="46"/>
                    <a:pt x="7" y="42"/>
                    <a:pt x="7" y="37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4238">
              <a:extLst>
                <a:ext uri="{FF2B5EF4-FFF2-40B4-BE49-F238E27FC236}">
                  <a16:creationId xmlns:a16="http://schemas.microsoft.com/office/drawing/2014/main" id="{CF0CEB28-0139-488B-B44C-9867A9159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174"/>
              <a:ext cx="23" cy="27"/>
            </a:xfrm>
            <a:custGeom>
              <a:avLst/>
              <a:gdLst>
                <a:gd name="T0" fmla="*/ 65 w 13"/>
                <a:gd name="T1" fmla="*/ 264 h 14"/>
                <a:gd name="T2" fmla="*/ 276 w 13"/>
                <a:gd name="T3" fmla="*/ 108 h 14"/>
                <a:gd name="T4" fmla="*/ 359 w 13"/>
                <a:gd name="T5" fmla="*/ 509 h 14"/>
                <a:gd name="T6" fmla="*/ 115 w 13"/>
                <a:gd name="T7" fmla="*/ 609 h 14"/>
                <a:gd name="T8" fmla="*/ 65 w 13"/>
                <a:gd name="T9" fmla="*/ 26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2" y="5"/>
                  </a:moveTo>
                  <a:cubicBezTo>
                    <a:pt x="3" y="2"/>
                    <a:pt x="6" y="0"/>
                    <a:pt x="9" y="2"/>
                  </a:cubicBezTo>
                  <a:cubicBezTo>
                    <a:pt x="12" y="3"/>
                    <a:pt x="13" y="7"/>
                    <a:pt x="12" y="10"/>
                  </a:cubicBezTo>
                  <a:cubicBezTo>
                    <a:pt x="11" y="12"/>
                    <a:pt x="7" y="14"/>
                    <a:pt x="4" y="12"/>
                  </a:cubicBezTo>
                  <a:cubicBezTo>
                    <a:pt x="1" y="11"/>
                    <a:pt x="0" y="7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4239">
              <a:extLst>
                <a:ext uri="{FF2B5EF4-FFF2-40B4-BE49-F238E27FC236}">
                  <a16:creationId xmlns:a16="http://schemas.microsoft.com/office/drawing/2014/main" id="{97F20C27-00B8-4485-93A5-E1B46FB3F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172"/>
              <a:ext cx="18" cy="18"/>
            </a:xfrm>
            <a:custGeom>
              <a:avLst/>
              <a:gdLst>
                <a:gd name="T0" fmla="*/ 41 w 10"/>
                <a:gd name="T1" fmla="*/ 128 h 9"/>
                <a:gd name="T2" fmla="*/ 239 w 10"/>
                <a:gd name="T3" fmla="*/ 64 h 9"/>
                <a:gd name="T4" fmla="*/ 304 w 10"/>
                <a:gd name="T5" fmla="*/ 384 h 9"/>
                <a:gd name="T6" fmla="*/ 94 w 10"/>
                <a:gd name="T7" fmla="*/ 512 h 9"/>
                <a:gd name="T8" fmla="*/ 41 w 10"/>
                <a:gd name="T9" fmla="*/ 1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" y="2"/>
                  </a:moveTo>
                  <a:cubicBezTo>
                    <a:pt x="2" y="0"/>
                    <a:pt x="5" y="0"/>
                    <a:pt x="7" y="1"/>
                  </a:cubicBezTo>
                  <a:cubicBezTo>
                    <a:pt x="9" y="1"/>
                    <a:pt x="10" y="4"/>
                    <a:pt x="9" y="6"/>
                  </a:cubicBezTo>
                  <a:cubicBezTo>
                    <a:pt x="8" y="8"/>
                    <a:pt x="5" y="9"/>
                    <a:pt x="3" y="8"/>
                  </a:cubicBezTo>
                  <a:cubicBezTo>
                    <a:pt x="1" y="7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4240">
              <a:extLst>
                <a:ext uri="{FF2B5EF4-FFF2-40B4-BE49-F238E27FC236}">
                  <a16:creationId xmlns:a16="http://schemas.microsoft.com/office/drawing/2014/main" id="{CAC14E65-E221-4F60-91FF-D946F7B02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197"/>
              <a:ext cx="11" cy="12"/>
            </a:xfrm>
            <a:custGeom>
              <a:avLst/>
              <a:gdLst>
                <a:gd name="T0" fmla="*/ 0 w 6"/>
                <a:gd name="T1" fmla="*/ 128 h 6"/>
                <a:gd name="T2" fmla="*/ 149 w 6"/>
                <a:gd name="T3" fmla="*/ 0 h 6"/>
                <a:gd name="T4" fmla="*/ 193 w 6"/>
                <a:gd name="T5" fmla="*/ 256 h 6"/>
                <a:gd name="T6" fmla="*/ 44 w 6"/>
                <a:gd name="T7" fmla="*/ 320 h 6"/>
                <a:gd name="T8" fmla="*/ 0 w 6"/>
                <a:gd name="T9" fmla="*/ 1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5" y="1"/>
                    <a:pt x="6" y="3"/>
                    <a:pt x="5" y="4"/>
                  </a:cubicBezTo>
                  <a:cubicBezTo>
                    <a:pt x="4" y="5"/>
                    <a:pt x="3" y="6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4241">
              <a:extLst>
                <a:ext uri="{FF2B5EF4-FFF2-40B4-BE49-F238E27FC236}">
                  <a16:creationId xmlns:a16="http://schemas.microsoft.com/office/drawing/2014/main" id="{4F32390A-B7B6-4E0B-B624-E5E98ED39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282"/>
              <a:ext cx="22" cy="64"/>
            </a:xfrm>
            <a:custGeom>
              <a:avLst/>
              <a:gdLst>
                <a:gd name="T0" fmla="*/ 0 w 12"/>
                <a:gd name="T1" fmla="*/ 0 h 33"/>
                <a:gd name="T2" fmla="*/ 451 w 12"/>
                <a:gd name="T3" fmla="*/ 60 h 33"/>
                <a:gd name="T4" fmla="*/ 273 w 12"/>
                <a:gd name="T5" fmla="*/ 1749 h 33"/>
                <a:gd name="T6" fmla="*/ 273 w 12"/>
                <a:gd name="T7" fmla="*/ 380 h 33"/>
                <a:gd name="T8" fmla="*/ 0 w 12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3">
                  <a:moveTo>
                    <a:pt x="0" y="0"/>
                  </a:moveTo>
                  <a:cubicBezTo>
                    <a:pt x="4" y="1"/>
                    <a:pt x="11" y="2"/>
                    <a:pt x="12" y="1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3"/>
                    <a:pt x="10" y="10"/>
                    <a:pt x="7" y="7"/>
                  </a:cubicBezTo>
                  <a:cubicBezTo>
                    <a:pt x="4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4242">
              <a:extLst>
                <a:ext uri="{FF2B5EF4-FFF2-40B4-BE49-F238E27FC236}">
                  <a16:creationId xmlns:a16="http://schemas.microsoft.com/office/drawing/2014/main" id="{E85B2BFE-C2C7-47FC-B221-E202EB2C6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151"/>
              <a:ext cx="195" cy="133"/>
            </a:xfrm>
            <a:custGeom>
              <a:avLst/>
              <a:gdLst>
                <a:gd name="T0" fmla="*/ 3698 w 108"/>
                <a:gd name="T1" fmla="*/ 1891 h 69"/>
                <a:gd name="T2" fmla="*/ 1937 w 108"/>
                <a:gd name="T3" fmla="*/ 56 h 69"/>
                <a:gd name="T4" fmla="*/ 42 w 108"/>
                <a:gd name="T5" fmla="*/ 1606 h 69"/>
                <a:gd name="T6" fmla="*/ 1806 w 108"/>
                <a:gd name="T7" fmla="*/ 3437 h 69"/>
                <a:gd name="T8" fmla="*/ 3698 w 108"/>
                <a:gd name="T9" fmla="*/ 189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9">
                  <a:moveTo>
                    <a:pt x="107" y="37"/>
                  </a:moveTo>
                  <a:cubicBezTo>
                    <a:pt x="108" y="19"/>
                    <a:pt x="85" y="3"/>
                    <a:pt x="56" y="1"/>
                  </a:cubicBezTo>
                  <a:cubicBezTo>
                    <a:pt x="27" y="0"/>
                    <a:pt x="2" y="13"/>
                    <a:pt x="1" y="31"/>
                  </a:cubicBezTo>
                  <a:cubicBezTo>
                    <a:pt x="0" y="49"/>
                    <a:pt x="23" y="65"/>
                    <a:pt x="52" y="67"/>
                  </a:cubicBezTo>
                  <a:cubicBezTo>
                    <a:pt x="81" y="69"/>
                    <a:pt x="106" y="55"/>
                    <a:pt x="107" y="3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4243">
              <a:extLst>
                <a:ext uri="{FF2B5EF4-FFF2-40B4-BE49-F238E27FC236}">
                  <a16:creationId xmlns:a16="http://schemas.microsoft.com/office/drawing/2014/main" id="{2BCFE819-73BE-4922-AF26-CB0095D3F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2278"/>
              <a:ext cx="32" cy="83"/>
            </a:xfrm>
            <a:custGeom>
              <a:avLst/>
              <a:gdLst>
                <a:gd name="T0" fmla="*/ 66 w 18"/>
                <a:gd name="T1" fmla="*/ 2164 h 43"/>
                <a:gd name="T2" fmla="*/ 370 w 18"/>
                <a:gd name="T3" fmla="*/ 2220 h 43"/>
                <a:gd name="T4" fmla="*/ 569 w 18"/>
                <a:gd name="T5" fmla="*/ 56 h 43"/>
                <a:gd name="T6" fmla="*/ 281 w 18"/>
                <a:gd name="T7" fmla="*/ 56 h 43"/>
                <a:gd name="T8" fmla="*/ 0 w 18"/>
                <a:gd name="T9" fmla="*/ 0 h 43"/>
                <a:gd name="T10" fmla="*/ 66 w 18"/>
                <a:gd name="T11" fmla="*/ 216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3">
                  <a:moveTo>
                    <a:pt x="2" y="42"/>
                  </a:moveTo>
                  <a:cubicBezTo>
                    <a:pt x="5" y="41"/>
                    <a:pt x="9" y="42"/>
                    <a:pt x="12" y="43"/>
                  </a:cubicBezTo>
                  <a:cubicBezTo>
                    <a:pt x="13" y="42"/>
                    <a:pt x="18" y="1"/>
                    <a:pt x="18" y="1"/>
                  </a:cubicBezTo>
                  <a:cubicBezTo>
                    <a:pt x="15" y="1"/>
                    <a:pt x="12" y="1"/>
                    <a:pt x="9" y="1"/>
                  </a:cubicBezTo>
                  <a:cubicBezTo>
                    <a:pt x="6" y="1"/>
                    <a:pt x="3" y="0"/>
                    <a:pt x="0" y="0"/>
                  </a:cubicBezTo>
                  <a:cubicBezTo>
                    <a:pt x="0" y="0"/>
                    <a:pt x="1" y="43"/>
                    <a:pt x="2" y="4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4244">
              <a:extLst>
                <a:ext uri="{FF2B5EF4-FFF2-40B4-BE49-F238E27FC236}">
                  <a16:creationId xmlns:a16="http://schemas.microsoft.com/office/drawing/2014/main" id="{92098BAC-E41C-4865-9D04-923A60455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757"/>
              <a:ext cx="198" cy="137"/>
            </a:xfrm>
            <a:custGeom>
              <a:avLst/>
              <a:gdLst>
                <a:gd name="T0" fmla="*/ 3831 w 109"/>
                <a:gd name="T1" fmla="*/ 1609 h 71"/>
                <a:gd name="T2" fmla="*/ 2056 w 109"/>
                <a:gd name="T3" fmla="*/ 3508 h 71"/>
                <a:gd name="T4" fmla="*/ 80 w 109"/>
                <a:gd name="T5" fmla="*/ 2070 h 71"/>
                <a:gd name="T6" fmla="*/ 1842 w 109"/>
                <a:gd name="T7" fmla="*/ 164 h 71"/>
                <a:gd name="T8" fmla="*/ 3831 w 109"/>
                <a:gd name="T9" fmla="*/ 160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71">
                  <a:moveTo>
                    <a:pt x="107" y="31"/>
                  </a:moveTo>
                  <a:cubicBezTo>
                    <a:pt x="109" y="49"/>
                    <a:pt x="86" y="66"/>
                    <a:pt x="57" y="68"/>
                  </a:cubicBezTo>
                  <a:cubicBezTo>
                    <a:pt x="28" y="71"/>
                    <a:pt x="3" y="59"/>
                    <a:pt x="2" y="40"/>
                  </a:cubicBezTo>
                  <a:cubicBezTo>
                    <a:pt x="0" y="22"/>
                    <a:pt x="22" y="5"/>
                    <a:pt x="51" y="3"/>
                  </a:cubicBezTo>
                  <a:cubicBezTo>
                    <a:pt x="80" y="0"/>
                    <a:pt x="105" y="13"/>
                    <a:pt x="107" y="31"/>
                  </a:cubicBezTo>
                  <a:close/>
                </a:path>
              </a:pathLst>
            </a:custGeom>
            <a:solidFill>
              <a:srgbClr val="BF5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4245">
              <a:extLst>
                <a:ext uri="{FF2B5EF4-FFF2-40B4-BE49-F238E27FC236}">
                  <a16:creationId xmlns:a16="http://schemas.microsoft.com/office/drawing/2014/main" id="{FBFC93B7-C1A9-4286-9FFC-FD05024DD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3684"/>
              <a:ext cx="32" cy="81"/>
            </a:xfrm>
            <a:custGeom>
              <a:avLst/>
              <a:gdLst>
                <a:gd name="T0" fmla="*/ 361 w 18"/>
                <a:gd name="T1" fmla="*/ 56 h 42"/>
                <a:gd name="T2" fmla="*/ 37 w 18"/>
                <a:gd name="T3" fmla="*/ 108 h 42"/>
                <a:gd name="T4" fmla="*/ 37 w 18"/>
                <a:gd name="T5" fmla="*/ 2162 h 42"/>
                <a:gd name="T6" fmla="*/ 281 w 18"/>
                <a:gd name="T7" fmla="*/ 2102 h 42"/>
                <a:gd name="T8" fmla="*/ 569 w 18"/>
                <a:gd name="T9" fmla="*/ 2060 h 42"/>
                <a:gd name="T10" fmla="*/ 361 w 18"/>
                <a:gd name="T11" fmla="*/ 56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2">
                  <a:moveTo>
                    <a:pt x="11" y="1"/>
                  </a:moveTo>
                  <a:cubicBezTo>
                    <a:pt x="8" y="0"/>
                    <a:pt x="5" y="3"/>
                    <a:pt x="1" y="2"/>
                  </a:cubicBezTo>
                  <a:cubicBezTo>
                    <a:pt x="0" y="1"/>
                    <a:pt x="1" y="42"/>
                    <a:pt x="1" y="42"/>
                  </a:cubicBezTo>
                  <a:cubicBezTo>
                    <a:pt x="4" y="42"/>
                    <a:pt x="6" y="41"/>
                    <a:pt x="9" y="41"/>
                  </a:cubicBezTo>
                  <a:cubicBezTo>
                    <a:pt x="12" y="41"/>
                    <a:pt x="15" y="40"/>
                    <a:pt x="18" y="40"/>
                  </a:cubicBezTo>
                  <a:cubicBezTo>
                    <a:pt x="18" y="40"/>
                    <a:pt x="12" y="1"/>
                    <a:pt x="11" y="1"/>
                  </a:cubicBezTo>
                  <a:close/>
                </a:path>
              </a:pathLst>
            </a:custGeom>
            <a:solidFill>
              <a:srgbClr val="7CB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4246">
              <a:extLst>
                <a:ext uri="{FF2B5EF4-FFF2-40B4-BE49-F238E27FC236}">
                  <a16:creationId xmlns:a16="http://schemas.microsoft.com/office/drawing/2014/main" id="{5631EA5B-A5BF-4C02-968C-F46D7153D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3765"/>
              <a:ext cx="150" cy="96"/>
            </a:xfrm>
            <a:custGeom>
              <a:avLst/>
              <a:gdLst>
                <a:gd name="T0" fmla="*/ 2893 w 83"/>
                <a:gd name="T1" fmla="*/ 1463 h 50"/>
                <a:gd name="T2" fmla="*/ 2508 w 83"/>
                <a:gd name="T3" fmla="*/ 2500 h 50"/>
                <a:gd name="T4" fmla="*/ 2678 w 83"/>
                <a:gd name="T5" fmla="*/ 1699 h 50"/>
                <a:gd name="T6" fmla="*/ 907 w 83"/>
                <a:gd name="T7" fmla="*/ 309 h 50"/>
                <a:gd name="T8" fmla="*/ 0 w 83"/>
                <a:gd name="T9" fmla="*/ 486 h 50"/>
                <a:gd name="T10" fmla="*/ 1149 w 83"/>
                <a:gd name="T11" fmla="*/ 108 h 50"/>
                <a:gd name="T12" fmla="*/ 2893 w 83"/>
                <a:gd name="T13" fmla="*/ 146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50">
                  <a:moveTo>
                    <a:pt x="83" y="29"/>
                  </a:moveTo>
                  <a:cubicBezTo>
                    <a:pt x="83" y="36"/>
                    <a:pt x="79" y="44"/>
                    <a:pt x="72" y="50"/>
                  </a:cubicBezTo>
                  <a:cubicBezTo>
                    <a:pt x="76" y="45"/>
                    <a:pt x="77" y="39"/>
                    <a:pt x="77" y="34"/>
                  </a:cubicBezTo>
                  <a:cubicBezTo>
                    <a:pt x="76" y="17"/>
                    <a:pt x="53" y="4"/>
                    <a:pt x="26" y="6"/>
                  </a:cubicBezTo>
                  <a:cubicBezTo>
                    <a:pt x="17" y="6"/>
                    <a:pt x="7" y="8"/>
                    <a:pt x="0" y="10"/>
                  </a:cubicBezTo>
                  <a:cubicBezTo>
                    <a:pt x="8" y="6"/>
                    <a:pt x="21" y="2"/>
                    <a:pt x="33" y="2"/>
                  </a:cubicBezTo>
                  <a:cubicBezTo>
                    <a:pt x="59" y="0"/>
                    <a:pt x="82" y="12"/>
                    <a:pt x="83" y="29"/>
                  </a:cubicBezTo>
                  <a:close/>
                </a:path>
              </a:pathLst>
            </a:custGeom>
            <a:solidFill>
              <a:srgbClr val="940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4247">
              <a:extLst>
                <a:ext uri="{FF2B5EF4-FFF2-40B4-BE49-F238E27FC236}">
                  <a16:creationId xmlns:a16="http://schemas.microsoft.com/office/drawing/2014/main" id="{DFAD891B-9F37-41F6-AD25-35469EBC3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3792"/>
              <a:ext cx="155" cy="96"/>
            </a:xfrm>
            <a:custGeom>
              <a:avLst/>
              <a:gdLst>
                <a:gd name="T0" fmla="*/ 263 w 86"/>
                <a:gd name="T1" fmla="*/ 653 h 50"/>
                <a:gd name="T2" fmla="*/ 1997 w 86"/>
                <a:gd name="T3" fmla="*/ 2187 h 50"/>
                <a:gd name="T4" fmla="*/ 2851 w 86"/>
                <a:gd name="T5" fmla="*/ 2008 h 50"/>
                <a:gd name="T6" fmla="*/ 2851 w 86"/>
                <a:gd name="T7" fmla="*/ 2008 h 50"/>
                <a:gd name="T8" fmla="*/ 2774 w 86"/>
                <a:gd name="T9" fmla="*/ 2068 h 50"/>
                <a:gd name="T10" fmla="*/ 1786 w 86"/>
                <a:gd name="T11" fmla="*/ 2448 h 50"/>
                <a:gd name="T12" fmla="*/ 41 w 86"/>
                <a:gd name="T13" fmla="*/ 1046 h 50"/>
                <a:gd name="T14" fmla="*/ 422 w 86"/>
                <a:gd name="T15" fmla="*/ 0 h 50"/>
                <a:gd name="T16" fmla="*/ 263 w 86"/>
                <a:gd name="T17" fmla="*/ 653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50">
                  <a:moveTo>
                    <a:pt x="8" y="13"/>
                  </a:moveTo>
                  <a:cubicBezTo>
                    <a:pt x="9" y="30"/>
                    <a:pt x="31" y="45"/>
                    <a:pt x="58" y="44"/>
                  </a:cubicBezTo>
                  <a:cubicBezTo>
                    <a:pt x="67" y="43"/>
                    <a:pt x="76" y="42"/>
                    <a:pt x="83" y="40"/>
                  </a:cubicBezTo>
                  <a:cubicBezTo>
                    <a:pt x="84" y="39"/>
                    <a:pt x="86" y="38"/>
                    <a:pt x="83" y="40"/>
                  </a:cubicBezTo>
                  <a:cubicBezTo>
                    <a:pt x="82" y="40"/>
                    <a:pt x="82" y="41"/>
                    <a:pt x="81" y="41"/>
                  </a:cubicBezTo>
                  <a:cubicBezTo>
                    <a:pt x="73" y="45"/>
                    <a:pt x="63" y="48"/>
                    <a:pt x="52" y="49"/>
                  </a:cubicBezTo>
                  <a:cubicBezTo>
                    <a:pt x="25" y="50"/>
                    <a:pt x="2" y="38"/>
                    <a:pt x="1" y="21"/>
                  </a:cubicBezTo>
                  <a:cubicBezTo>
                    <a:pt x="0" y="13"/>
                    <a:pt x="5" y="6"/>
                    <a:pt x="12" y="0"/>
                  </a:cubicBezTo>
                  <a:cubicBezTo>
                    <a:pt x="9" y="4"/>
                    <a:pt x="8" y="9"/>
                    <a:pt x="8" y="13"/>
                  </a:cubicBezTo>
                  <a:close/>
                </a:path>
              </a:pathLst>
            </a:custGeom>
            <a:solidFill>
              <a:srgbClr val="F1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4248">
              <a:extLst>
                <a:ext uri="{FF2B5EF4-FFF2-40B4-BE49-F238E27FC236}">
                  <a16:creationId xmlns:a16="http://schemas.microsoft.com/office/drawing/2014/main" id="{5ABF5E51-5789-4AF4-9B77-0655BB5A6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3842"/>
              <a:ext cx="23" cy="27"/>
            </a:xfrm>
            <a:custGeom>
              <a:avLst/>
              <a:gdLst>
                <a:gd name="T0" fmla="*/ 37 w 13"/>
                <a:gd name="T1" fmla="*/ 509 h 14"/>
                <a:gd name="T2" fmla="*/ 276 w 13"/>
                <a:gd name="T3" fmla="*/ 609 h 14"/>
                <a:gd name="T4" fmla="*/ 359 w 13"/>
                <a:gd name="T5" fmla="*/ 264 h 14"/>
                <a:gd name="T6" fmla="*/ 115 w 13"/>
                <a:gd name="T7" fmla="*/ 108 h 14"/>
                <a:gd name="T8" fmla="*/ 37 w 13"/>
                <a:gd name="T9" fmla="*/ 50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" y="10"/>
                  </a:moveTo>
                  <a:cubicBezTo>
                    <a:pt x="3" y="12"/>
                    <a:pt x="6" y="14"/>
                    <a:pt x="9" y="12"/>
                  </a:cubicBezTo>
                  <a:cubicBezTo>
                    <a:pt x="12" y="11"/>
                    <a:pt x="13" y="7"/>
                    <a:pt x="12" y="5"/>
                  </a:cubicBezTo>
                  <a:cubicBezTo>
                    <a:pt x="10" y="2"/>
                    <a:pt x="7" y="0"/>
                    <a:pt x="4" y="2"/>
                  </a:cubicBezTo>
                  <a:cubicBezTo>
                    <a:pt x="1" y="3"/>
                    <a:pt x="0" y="7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4249">
              <a:extLst>
                <a:ext uri="{FF2B5EF4-FFF2-40B4-BE49-F238E27FC236}">
                  <a16:creationId xmlns:a16="http://schemas.microsoft.com/office/drawing/2014/main" id="{027176EF-669F-4215-81B1-BFFE9E153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3853"/>
              <a:ext cx="17" cy="20"/>
            </a:xfrm>
            <a:custGeom>
              <a:avLst/>
              <a:gdLst>
                <a:gd name="T0" fmla="*/ 53 w 9"/>
                <a:gd name="T1" fmla="*/ 448 h 10"/>
                <a:gd name="T2" fmla="*/ 272 w 9"/>
                <a:gd name="T3" fmla="*/ 576 h 10"/>
                <a:gd name="T4" fmla="*/ 357 w 9"/>
                <a:gd name="T5" fmla="*/ 192 h 10"/>
                <a:gd name="T6" fmla="*/ 144 w 9"/>
                <a:gd name="T7" fmla="*/ 64 h 10"/>
                <a:gd name="T8" fmla="*/ 53 w 9"/>
                <a:gd name="T9" fmla="*/ 44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7"/>
                  </a:moveTo>
                  <a:cubicBezTo>
                    <a:pt x="2" y="9"/>
                    <a:pt x="4" y="10"/>
                    <a:pt x="6" y="9"/>
                  </a:cubicBezTo>
                  <a:cubicBezTo>
                    <a:pt x="8" y="8"/>
                    <a:pt x="9" y="5"/>
                    <a:pt x="8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2"/>
                    <a:pt x="0" y="5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4250">
              <a:extLst>
                <a:ext uri="{FF2B5EF4-FFF2-40B4-BE49-F238E27FC236}">
                  <a16:creationId xmlns:a16="http://schemas.microsoft.com/office/drawing/2014/main" id="{FD87B46E-DEA6-4D3C-8B20-EB335062C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3834"/>
              <a:ext cx="11" cy="12"/>
            </a:xfrm>
            <a:custGeom>
              <a:avLst/>
              <a:gdLst>
                <a:gd name="T0" fmla="*/ 44 w 6"/>
                <a:gd name="T1" fmla="*/ 320 h 6"/>
                <a:gd name="T2" fmla="*/ 149 w 6"/>
                <a:gd name="T3" fmla="*/ 384 h 6"/>
                <a:gd name="T4" fmla="*/ 229 w 6"/>
                <a:gd name="T5" fmla="*/ 128 h 6"/>
                <a:gd name="T6" fmla="*/ 81 w 6"/>
                <a:gd name="T7" fmla="*/ 64 h 6"/>
                <a:gd name="T8" fmla="*/ 44 w 6"/>
                <a:gd name="T9" fmla="*/ 3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5"/>
                  </a:moveTo>
                  <a:cubicBezTo>
                    <a:pt x="1" y="6"/>
                    <a:pt x="3" y="6"/>
                    <a:pt x="4" y="6"/>
                  </a:cubicBezTo>
                  <a:cubicBezTo>
                    <a:pt x="6" y="5"/>
                    <a:pt x="6" y="4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1" y="2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4251">
              <a:extLst>
                <a:ext uri="{FF2B5EF4-FFF2-40B4-BE49-F238E27FC236}">
                  <a16:creationId xmlns:a16="http://schemas.microsoft.com/office/drawing/2014/main" id="{E8116648-52AE-489D-A761-B3D47F8C8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3697"/>
              <a:ext cx="20" cy="64"/>
            </a:xfrm>
            <a:custGeom>
              <a:avLst/>
              <a:gdLst>
                <a:gd name="T0" fmla="*/ 0 w 11"/>
                <a:gd name="T1" fmla="*/ 1749 h 33"/>
                <a:gd name="T2" fmla="*/ 391 w 11"/>
                <a:gd name="T3" fmla="*/ 1641 h 33"/>
                <a:gd name="T4" fmla="*/ 215 w 11"/>
                <a:gd name="T5" fmla="*/ 0 h 33"/>
                <a:gd name="T6" fmla="*/ 215 w 11"/>
                <a:gd name="T7" fmla="*/ 1373 h 33"/>
                <a:gd name="T8" fmla="*/ 0 w 11"/>
                <a:gd name="T9" fmla="*/ 174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3">
                  <a:moveTo>
                    <a:pt x="0" y="33"/>
                  </a:moveTo>
                  <a:cubicBezTo>
                    <a:pt x="3" y="31"/>
                    <a:pt x="10" y="31"/>
                    <a:pt x="11" y="3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9" y="22"/>
                    <a:pt x="6" y="26"/>
                  </a:cubicBezTo>
                  <a:cubicBezTo>
                    <a:pt x="3" y="30"/>
                    <a:pt x="0" y="32"/>
                    <a:pt x="0" y="33"/>
                  </a:cubicBezTo>
                  <a:close/>
                </a:path>
              </a:pathLst>
            </a:custGeom>
            <a:solidFill>
              <a:srgbClr val="008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4252">
              <a:extLst>
                <a:ext uri="{FF2B5EF4-FFF2-40B4-BE49-F238E27FC236}">
                  <a16:creationId xmlns:a16="http://schemas.microsoft.com/office/drawing/2014/main" id="{42C0EF9B-34DD-4D14-8A03-04D462E1E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757"/>
              <a:ext cx="198" cy="137"/>
            </a:xfrm>
            <a:custGeom>
              <a:avLst/>
              <a:gdLst>
                <a:gd name="T0" fmla="*/ 3831 w 109"/>
                <a:gd name="T1" fmla="*/ 1609 h 71"/>
                <a:gd name="T2" fmla="*/ 2056 w 109"/>
                <a:gd name="T3" fmla="*/ 3508 h 71"/>
                <a:gd name="T4" fmla="*/ 80 w 109"/>
                <a:gd name="T5" fmla="*/ 2070 h 71"/>
                <a:gd name="T6" fmla="*/ 1842 w 109"/>
                <a:gd name="T7" fmla="*/ 164 h 71"/>
                <a:gd name="T8" fmla="*/ 3831 w 109"/>
                <a:gd name="T9" fmla="*/ 160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71">
                  <a:moveTo>
                    <a:pt x="107" y="31"/>
                  </a:moveTo>
                  <a:cubicBezTo>
                    <a:pt x="109" y="49"/>
                    <a:pt x="86" y="66"/>
                    <a:pt x="57" y="68"/>
                  </a:cubicBezTo>
                  <a:cubicBezTo>
                    <a:pt x="28" y="71"/>
                    <a:pt x="3" y="59"/>
                    <a:pt x="2" y="40"/>
                  </a:cubicBezTo>
                  <a:cubicBezTo>
                    <a:pt x="0" y="22"/>
                    <a:pt x="22" y="5"/>
                    <a:pt x="51" y="3"/>
                  </a:cubicBezTo>
                  <a:cubicBezTo>
                    <a:pt x="80" y="0"/>
                    <a:pt x="105" y="13"/>
                    <a:pt x="107" y="3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4253">
              <a:extLst>
                <a:ext uri="{FF2B5EF4-FFF2-40B4-BE49-F238E27FC236}">
                  <a16:creationId xmlns:a16="http://schemas.microsoft.com/office/drawing/2014/main" id="{E1A2BA27-9862-4946-BE74-7F4B6E0F6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3686"/>
              <a:ext cx="32" cy="79"/>
            </a:xfrm>
            <a:custGeom>
              <a:avLst/>
              <a:gdLst>
                <a:gd name="T0" fmla="*/ 361 w 18"/>
                <a:gd name="T1" fmla="*/ 0 h 41"/>
                <a:gd name="T2" fmla="*/ 37 w 18"/>
                <a:gd name="T3" fmla="*/ 56 h 41"/>
                <a:gd name="T4" fmla="*/ 37 w 18"/>
                <a:gd name="T5" fmla="*/ 2098 h 41"/>
                <a:gd name="T6" fmla="*/ 281 w 18"/>
                <a:gd name="T7" fmla="*/ 2039 h 41"/>
                <a:gd name="T8" fmla="*/ 569 w 18"/>
                <a:gd name="T9" fmla="*/ 1998 h 41"/>
                <a:gd name="T10" fmla="*/ 361 w 18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1">
                  <a:moveTo>
                    <a:pt x="11" y="0"/>
                  </a:moveTo>
                  <a:cubicBezTo>
                    <a:pt x="8" y="1"/>
                    <a:pt x="5" y="2"/>
                    <a:pt x="1" y="1"/>
                  </a:cubicBezTo>
                  <a:cubicBezTo>
                    <a:pt x="0" y="0"/>
                    <a:pt x="1" y="41"/>
                    <a:pt x="1" y="41"/>
                  </a:cubicBezTo>
                  <a:cubicBezTo>
                    <a:pt x="4" y="41"/>
                    <a:pt x="6" y="40"/>
                    <a:pt x="9" y="40"/>
                  </a:cubicBezTo>
                  <a:cubicBezTo>
                    <a:pt x="12" y="40"/>
                    <a:pt x="15" y="39"/>
                    <a:pt x="18" y="39"/>
                  </a:cubicBezTo>
                  <a:cubicBezTo>
                    <a:pt x="18" y="39"/>
                    <a:pt x="12" y="0"/>
                    <a:pt x="11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E0FFE676-CDFB-4AC1-ABE4-BEA277090A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Hepatitis virus</a:t>
            </a:r>
          </a:p>
        </p:txBody>
      </p:sp>
      <p:grpSp>
        <p:nvGrpSpPr>
          <p:cNvPr id="31747" name="hepatitis-virus-particle-illustration">
            <a:extLst>
              <a:ext uri="{FF2B5EF4-FFF2-40B4-BE49-F238E27FC236}">
                <a16:creationId xmlns:a16="http://schemas.microsoft.com/office/drawing/2014/main" id="{09B3C9AE-36F4-443D-BB99-86719909332B}"/>
              </a:ext>
            </a:extLst>
          </p:cNvPr>
          <p:cNvGrpSpPr>
            <a:grpSpLocks/>
          </p:cNvGrpSpPr>
          <p:nvPr/>
        </p:nvGrpSpPr>
        <p:grpSpPr bwMode="auto">
          <a:xfrm>
            <a:off x="2028825" y="3190875"/>
            <a:ext cx="2970213" cy="3017838"/>
            <a:chOff x="318" y="2010"/>
            <a:chExt cx="1871" cy="1901"/>
          </a:xfrm>
        </p:grpSpPr>
        <p:grpSp>
          <p:nvGrpSpPr>
            <p:cNvPr id="33654" name="Group 4">
              <a:extLst>
                <a:ext uri="{FF2B5EF4-FFF2-40B4-BE49-F238E27FC236}">
                  <a16:creationId xmlns:a16="http://schemas.microsoft.com/office/drawing/2014/main" id="{5FFFFA12-9A0D-4CAE-9496-E4944F7EA7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" y="2091"/>
              <a:ext cx="1790" cy="1753"/>
              <a:chOff x="318" y="2091"/>
              <a:chExt cx="1790" cy="1753"/>
            </a:xfrm>
          </p:grpSpPr>
          <p:sp>
            <p:nvSpPr>
              <p:cNvPr id="33970" name="Freeform 5">
                <a:extLst>
                  <a:ext uri="{FF2B5EF4-FFF2-40B4-BE49-F238E27FC236}">
                    <a16:creationId xmlns:a16="http://schemas.microsoft.com/office/drawing/2014/main" id="{5239EAA9-10FF-4858-8FDB-03A03218C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298"/>
                <a:ext cx="119" cy="119"/>
              </a:xfrm>
              <a:custGeom>
                <a:avLst/>
                <a:gdLst>
                  <a:gd name="T0" fmla="*/ 120 w 118"/>
                  <a:gd name="T1" fmla="*/ 52 h 118"/>
                  <a:gd name="T2" fmla="*/ 71 w 118"/>
                  <a:gd name="T3" fmla="*/ 120 h 118"/>
                  <a:gd name="T4" fmla="*/ 3 w 118"/>
                  <a:gd name="T5" fmla="*/ 71 h 118"/>
                  <a:gd name="T6" fmla="*/ 52 w 118"/>
                  <a:gd name="T7" fmla="*/ 3 h 118"/>
                  <a:gd name="T8" fmla="*/ 120 w 118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4" y="52"/>
                    </a:moveTo>
                    <a:cubicBezTo>
                      <a:pt x="118" y="83"/>
                      <a:pt x="96" y="111"/>
                      <a:pt x="65" y="114"/>
                    </a:cubicBezTo>
                    <a:cubicBezTo>
                      <a:pt x="35" y="118"/>
                      <a:pt x="7" y="96"/>
                      <a:pt x="3" y="65"/>
                    </a:cubicBezTo>
                    <a:cubicBezTo>
                      <a:pt x="0" y="35"/>
                      <a:pt x="22" y="7"/>
                      <a:pt x="52" y="3"/>
                    </a:cubicBezTo>
                    <a:cubicBezTo>
                      <a:pt x="83" y="0"/>
                      <a:pt x="111" y="21"/>
                      <a:pt x="114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6">
                <a:extLst>
                  <a:ext uri="{FF2B5EF4-FFF2-40B4-BE49-F238E27FC236}">
                    <a16:creationId xmlns:a16="http://schemas.microsoft.com/office/drawing/2014/main" id="{A114CBFB-2B9B-4ACF-919B-6E86F0BD3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298"/>
                <a:ext cx="119" cy="119"/>
              </a:xfrm>
              <a:custGeom>
                <a:avLst/>
                <a:gdLst>
                  <a:gd name="T0" fmla="*/ 120 w 118"/>
                  <a:gd name="T1" fmla="*/ 52 h 118"/>
                  <a:gd name="T2" fmla="*/ 71 w 118"/>
                  <a:gd name="T3" fmla="*/ 120 h 118"/>
                  <a:gd name="T4" fmla="*/ 3 w 118"/>
                  <a:gd name="T5" fmla="*/ 71 h 118"/>
                  <a:gd name="T6" fmla="*/ 52 w 118"/>
                  <a:gd name="T7" fmla="*/ 3 h 118"/>
                  <a:gd name="T8" fmla="*/ 120 w 118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4" y="52"/>
                    </a:moveTo>
                    <a:cubicBezTo>
                      <a:pt x="118" y="83"/>
                      <a:pt x="96" y="111"/>
                      <a:pt x="65" y="114"/>
                    </a:cubicBezTo>
                    <a:cubicBezTo>
                      <a:pt x="35" y="118"/>
                      <a:pt x="7" y="96"/>
                      <a:pt x="3" y="65"/>
                    </a:cubicBezTo>
                    <a:cubicBezTo>
                      <a:pt x="0" y="35"/>
                      <a:pt x="22" y="7"/>
                      <a:pt x="52" y="3"/>
                    </a:cubicBezTo>
                    <a:cubicBezTo>
                      <a:pt x="83" y="0"/>
                      <a:pt x="111" y="21"/>
                      <a:pt x="114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7">
                <a:extLst>
                  <a:ext uri="{FF2B5EF4-FFF2-40B4-BE49-F238E27FC236}">
                    <a16:creationId xmlns:a16="http://schemas.microsoft.com/office/drawing/2014/main" id="{4E66D8B9-B621-4540-8831-C72B118D8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314"/>
                <a:ext cx="66" cy="68"/>
              </a:xfrm>
              <a:custGeom>
                <a:avLst/>
                <a:gdLst>
                  <a:gd name="T0" fmla="*/ 64 w 66"/>
                  <a:gd name="T1" fmla="*/ 30 h 67"/>
                  <a:gd name="T2" fmla="*/ 37 w 66"/>
                  <a:gd name="T3" fmla="*/ 71 h 67"/>
                  <a:gd name="T4" fmla="*/ 2 w 66"/>
                  <a:gd name="T5" fmla="*/ 43 h 67"/>
                  <a:gd name="T6" fmla="*/ 29 w 66"/>
                  <a:gd name="T7" fmla="*/ 2 h 67"/>
                  <a:gd name="T8" fmla="*/ 64 w 66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64" y="30"/>
                    </a:moveTo>
                    <a:cubicBezTo>
                      <a:pt x="66" y="47"/>
                      <a:pt x="54" y="63"/>
                      <a:pt x="37" y="65"/>
                    </a:cubicBezTo>
                    <a:cubicBezTo>
                      <a:pt x="19" y="67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6" y="0"/>
                      <a:pt x="62" y="13"/>
                      <a:pt x="64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8">
                <a:extLst>
                  <a:ext uri="{FF2B5EF4-FFF2-40B4-BE49-F238E27FC236}">
                    <a16:creationId xmlns:a16="http://schemas.microsoft.com/office/drawing/2014/main" id="{4F6AAC13-AED3-4BE2-8864-CBF80A6C2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326"/>
                <a:ext cx="23" cy="24"/>
              </a:xfrm>
              <a:custGeom>
                <a:avLst/>
                <a:gdLst>
                  <a:gd name="T0" fmla="*/ 22 w 23"/>
                  <a:gd name="T1" fmla="*/ 10 h 23"/>
                  <a:gd name="T2" fmla="*/ 13 w 23"/>
                  <a:gd name="T3" fmla="*/ 28 h 23"/>
                  <a:gd name="T4" fmla="*/ 1 w 23"/>
                  <a:gd name="T5" fmla="*/ 19 h 23"/>
                  <a:gd name="T6" fmla="*/ 10 w 23"/>
                  <a:gd name="T7" fmla="*/ 1 h 23"/>
                  <a:gd name="T8" fmla="*/ 22 w 23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2" y="10"/>
                    </a:moveTo>
                    <a:cubicBezTo>
                      <a:pt x="23" y="16"/>
                      <a:pt x="19" y="21"/>
                      <a:pt x="13" y="22"/>
                    </a:cubicBezTo>
                    <a:cubicBezTo>
                      <a:pt x="7" y="23"/>
                      <a:pt x="2" y="19"/>
                      <a:pt x="1" y="13"/>
                    </a:cubicBezTo>
                    <a:cubicBezTo>
                      <a:pt x="0" y="7"/>
                      <a:pt x="4" y="2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9">
                <a:extLst>
                  <a:ext uri="{FF2B5EF4-FFF2-40B4-BE49-F238E27FC236}">
                    <a16:creationId xmlns:a16="http://schemas.microsoft.com/office/drawing/2014/main" id="{352F05C6-FCB6-4C0C-9473-E6511991F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339"/>
                <a:ext cx="62" cy="71"/>
              </a:xfrm>
              <a:custGeom>
                <a:avLst/>
                <a:gdLst>
                  <a:gd name="T0" fmla="*/ 51 w 61"/>
                  <a:gd name="T1" fmla="*/ 0 h 70"/>
                  <a:gd name="T2" fmla="*/ 0 w 61"/>
                  <a:gd name="T3" fmla="*/ 76 h 70"/>
                  <a:gd name="T4" fmla="*/ 51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8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10">
                <a:extLst>
                  <a:ext uri="{FF2B5EF4-FFF2-40B4-BE49-F238E27FC236}">
                    <a16:creationId xmlns:a16="http://schemas.microsoft.com/office/drawing/2014/main" id="{F1E5D5D7-F6DA-4664-87BC-704928011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" y="3365"/>
                <a:ext cx="119" cy="121"/>
              </a:xfrm>
              <a:custGeom>
                <a:avLst/>
                <a:gdLst>
                  <a:gd name="T0" fmla="*/ 121 w 118"/>
                  <a:gd name="T1" fmla="*/ 59 h 119"/>
                  <a:gd name="T2" fmla="*/ 72 w 118"/>
                  <a:gd name="T3" fmla="*/ 127 h 119"/>
                  <a:gd name="T4" fmla="*/ 4 w 118"/>
                  <a:gd name="T5" fmla="*/ 72 h 119"/>
                  <a:gd name="T6" fmla="*/ 53 w 118"/>
                  <a:gd name="T7" fmla="*/ 4 h 119"/>
                  <a:gd name="T8" fmla="*/ 121 w 118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5" y="53"/>
                    </a:moveTo>
                    <a:cubicBezTo>
                      <a:pt x="118" y="84"/>
                      <a:pt x="97" y="111"/>
                      <a:pt x="66" y="115"/>
                    </a:cubicBezTo>
                    <a:cubicBezTo>
                      <a:pt x="35" y="119"/>
                      <a:pt x="7" y="97"/>
                      <a:pt x="4" y="66"/>
                    </a:cubicBezTo>
                    <a:cubicBezTo>
                      <a:pt x="0" y="36"/>
                      <a:pt x="22" y="8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11">
                <a:extLst>
                  <a:ext uri="{FF2B5EF4-FFF2-40B4-BE49-F238E27FC236}">
                    <a16:creationId xmlns:a16="http://schemas.microsoft.com/office/drawing/2014/main" id="{F3A5D721-F26D-4EF5-AA98-50D59998D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" y="3365"/>
                <a:ext cx="119" cy="121"/>
              </a:xfrm>
              <a:custGeom>
                <a:avLst/>
                <a:gdLst>
                  <a:gd name="T0" fmla="*/ 121 w 118"/>
                  <a:gd name="T1" fmla="*/ 59 h 119"/>
                  <a:gd name="T2" fmla="*/ 72 w 118"/>
                  <a:gd name="T3" fmla="*/ 127 h 119"/>
                  <a:gd name="T4" fmla="*/ 4 w 118"/>
                  <a:gd name="T5" fmla="*/ 72 h 119"/>
                  <a:gd name="T6" fmla="*/ 53 w 118"/>
                  <a:gd name="T7" fmla="*/ 4 h 119"/>
                  <a:gd name="T8" fmla="*/ 121 w 118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5" y="53"/>
                    </a:moveTo>
                    <a:cubicBezTo>
                      <a:pt x="118" y="84"/>
                      <a:pt x="97" y="111"/>
                      <a:pt x="66" y="115"/>
                    </a:cubicBezTo>
                    <a:cubicBezTo>
                      <a:pt x="35" y="119"/>
                      <a:pt x="7" y="97"/>
                      <a:pt x="4" y="66"/>
                    </a:cubicBezTo>
                    <a:cubicBezTo>
                      <a:pt x="0" y="36"/>
                      <a:pt x="22" y="8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12">
                <a:extLst>
                  <a:ext uri="{FF2B5EF4-FFF2-40B4-BE49-F238E27FC236}">
                    <a16:creationId xmlns:a16="http://schemas.microsoft.com/office/drawing/2014/main" id="{A103D18C-86D3-4F33-931A-60C525101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3382"/>
                <a:ext cx="68" cy="68"/>
              </a:xfrm>
              <a:custGeom>
                <a:avLst/>
                <a:gdLst>
                  <a:gd name="T0" fmla="*/ 71 w 67"/>
                  <a:gd name="T1" fmla="*/ 30 h 67"/>
                  <a:gd name="T2" fmla="*/ 43 w 67"/>
                  <a:gd name="T3" fmla="*/ 71 h 67"/>
                  <a:gd name="T4" fmla="*/ 2 w 67"/>
                  <a:gd name="T5" fmla="*/ 43 h 67"/>
                  <a:gd name="T6" fmla="*/ 30 w 67"/>
                  <a:gd name="T7" fmla="*/ 2 h 67"/>
                  <a:gd name="T8" fmla="*/ 71 w 67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5" y="30"/>
                    </a:moveTo>
                    <a:cubicBezTo>
                      <a:pt x="67" y="47"/>
                      <a:pt x="54" y="63"/>
                      <a:pt x="37" y="65"/>
                    </a:cubicBezTo>
                    <a:cubicBezTo>
                      <a:pt x="20" y="67"/>
                      <a:pt x="4" y="54"/>
                      <a:pt x="2" y="37"/>
                    </a:cubicBezTo>
                    <a:cubicBezTo>
                      <a:pt x="0" y="20"/>
                      <a:pt x="12" y="4"/>
                      <a:pt x="30" y="2"/>
                    </a:cubicBezTo>
                    <a:cubicBezTo>
                      <a:pt x="47" y="0"/>
                      <a:pt x="62" y="13"/>
                      <a:pt x="65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13">
                <a:extLst>
                  <a:ext uri="{FF2B5EF4-FFF2-40B4-BE49-F238E27FC236}">
                    <a16:creationId xmlns:a16="http://schemas.microsoft.com/office/drawing/2014/main" id="{0F3C7201-2D18-4055-BBD3-BB894F661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3395"/>
                <a:ext cx="23" cy="23"/>
              </a:xfrm>
              <a:custGeom>
                <a:avLst/>
                <a:gdLst>
                  <a:gd name="T0" fmla="*/ 28 w 22"/>
                  <a:gd name="T1" fmla="*/ 10 h 23"/>
                  <a:gd name="T2" fmla="*/ 18 w 22"/>
                  <a:gd name="T3" fmla="*/ 22 h 23"/>
                  <a:gd name="T4" fmla="*/ 0 w 22"/>
                  <a:gd name="T5" fmla="*/ 13 h 23"/>
                  <a:gd name="T6" fmla="*/ 10 w 22"/>
                  <a:gd name="T7" fmla="*/ 1 h 23"/>
                  <a:gd name="T8" fmla="*/ 28 w 22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2" y="10"/>
                    </a:moveTo>
                    <a:cubicBezTo>
                      <a:pt x="22" y="16"/>
                      <a:pt x="18" y="21"/>
                      <a:pt x="12" y="22"/>
                    </a:cubicBezTo>
                    <a:cubicBezTo>
                      <a:pt x="6" y="23"/>
                      <a:pt x="1" y="19"/>
                      <a:pt x="0" y="13"/>
                    </a:cubicBezTo>
                    <a:cubicBezTo>
                      <a:pt x="0" y="7"/>
                      <a:pt x="4" y="2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14">
                <a:extLst>
                  <a:ext uri="{FF2B5EF4-FFF2-40B4-BE49-F238E27FC236}">
                    <a16:creationId xmlns:a16="http://schemas.microsoft.com/office/drawing/2014/main" id="{3E5CD339-C96C-41B5-B212-396978CD5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3408"/>
                <a:ext cx="61" cy="70"/>
              </a:xfrm>
              <a:custGeom>
                <a:avLst/>
                <a:gdLst>
                  <a:gd name="T0" fmla="*/ 50 w 60"/>
                  <a:gd name="T1" fmla="*/ 0 h 70"/>
                  <a:gd name="T2" fmla="*/ 0 w 60"/>
                  <a:gd name="T3" fmla="*/ 70 h 70"/>
                  <a:gd name="T4" fmla="*/ 50 w 60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0">
                    <a:moveTo>
                      <a:pt x="44" y="0"/>
                    </a:moveTo>
                    <a:cubicBezTo>
                      <a:pt x="44" y="0"/>
                      <a:pt x="60" y="60"/>
                      <a:pt x="0" y="70"/>
                    </a:cubicBezTo>
                    <a:cubicBezTo>
                      <a:pt x="0" y="70"/>
                      <a:pt x="49" y="58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15">
                <a:extLst>
                  <a:ext uri="{FF2B5EF4-FFF2-40B4-BE49-F238E27FC236}">
                    <a16:creationId xmlns:a16="http://schemas.microsoft.com/office/drawing/2014/main" id="{35EFA9AF-1BFA-4961-B778-BBEC70FEB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3611"/>
                <a:ext cx="120" cy="119"/>
              </a:xfrm>
              <a:custGeom>
                <a:avLst/>
                <a:gdLst>
                  <a:gd name="T0" fmla="*/ 126 w 118"/>
                  <a:gd name="T1" fmla="*/ 53 h 118"/>
                  <a:gd name="T2" fmla="*/ 71 w 118"/>
                  <a:gd name="T3" fmla="*/ 121 h 118"/>
                  <a:gd name="T4" fmla="*/ 3 w 118"/>
                  <a:gd name="T5" fmla="*/ 72 h 118"/>
                  <a:gd name="T6" fmla="*/ 58 w 118"/>
                  <a:gd name="T7" fmla="*/ 4 h 118"/>
                  <a:gd name="T8" fmla="*/ 126 w 118"/>
                  <a:gd name="T9" fmla="*/ 53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4" y="53"/>
                    </a:moveTo>
                    <a:cubicBezTo>
                      <a:pt x="118" y="83"/>
                      <a:pt x="96" y="111"/>
                      <a:pt x="65" y="115"/>
                    </a:cubicBezTo>
                    <a:cubicBezTo>
                      <a:pt x="35" y="118"/>
                      <a:pt x="7" y="97"/>
                      <a:pt x="3" y="66"/>
                    </a:cubicBezTo>
                    <a:cubicBezTo>
                      <a:pt x="0" y="35"/>
                      <a:pt x="21" y="7"/>
                      <a:pt x="52" y="4"/>
                    </a:cubicBezTo>
                    <a:cubicBezTo>
                      <a:pt x="83" y="0"/>
                      <a:pt x="111" y="22"/>
                      <a:pt x="114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16">
                <a:extLst>
                  <a:ext uri="{FF2B5EF4-FFF2-40B4-BE49-F238E27FC236}">
                    <a16:creationId xmlns:a16="http://schemas.microsoft.com/office/drawing/2014/main" id="{B783438E-D02C-4611-A2F4-9E1DF5E70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3611"/>
                <a:ext cx="120" cy="119"/>
              </a:xfrm>
              <a:custGeom>
                <a:avLst/>
                <a:gdLst>
                  <a:gd name="T0" fmla="*/ 126 w 118"/>
                  <a:gd name="T1" fmla="*/ 53 h 118"/>
                  <a:gd name="T2" fmla="*/ 71 w 118"/>
                  <a:gd name="T3" fmla="*/ 121 h 118"/>
                  <a:gd name="T4" fmla="*/ 3 w 118"/>
                  <a:gd name="T5" fmla="*/ 72 h 118"/>
                  <a:gd name="T6" fmla="*/ 58 w 118"/>
                  <a:gd name="T7" fmla="*/ 4 h 118"/>
                  <a:gd name="T8" fmla="*/ 126 w 118"/>
                  <a:gd name="T9" fmla="*/ 53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4" y="53"/>
                    </a:moveTo>
                    <a:cubicBezTo>
                      <a:pt x="118" y="83"/>
                      <a:pt x="96" y="111"/>
                      <a:pt x="65" y="115"/>
                    </a:cubicBezTo>
                    <a:cubicBezTo>
                      <a:pt x="35" y="118"/>
                      <a:pt x="7" y="97"/>
                      <a:pt x="3" y="66"/>
                    </a:cubicBezTo>
                    <a:cubicBezTo>
                      <a:pt x="0" y="35"/>
                      <a:pt x="21" y="7"/>
                      <a:pt x="52" y="4"/>
                    </a:cubicBezTo>
                    <a:cubicBezTo>
                      <a:pt x="83" y="0"/>
                      <a:pt x="111" y="22"/>
                      <a:pt x="114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17">
                <a:extLst>
                  <a:ext uri="{FF2B5EF4-FFF2-40B4-BE49-F238E27FC236}">
                    <a16:creationId xmlns:a16="http://schemas.microsoft.com/office/drawing/2014/main" id="{2EF52402-8640-45F0-9B4A-2D26C473B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3628"/>
                <a:ext cx="67" cy="67"/>
              </a:xfrm>
              <a:custGeom>
                <a:avLst/>
                <a:gdLst>
                  <a:gd name="T0" fmla="*/ 70 w 66"/>
                  <a:gd name="T1" fmla="*/ 29 h 66"/>
                  <a:gd name="T2" fmla="*/ 42 w 66"/>
                  <a:gd name="T3" fmla="*/ 70 h 66"/>
                  <a:gd name="T4" fmla="*/ 2 w 66"/>
                  <a:gd name="T5" fmla="*/ 43 h 66"/>
                  <a:gd name="T6" fmla="*/ 29 w 66"/>
                  <a:gd name="T7" fmla="*/ 2 h 66"/>
                  <a:gd name="T8" fmla="*/ 70 w 66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6">
                    <a:moveTo>
                      <a:pt x="64" y="29"/>
                    </a:moveTo>
                    <a:cubicBezTo>
                      <a:pt x="66" y="47"/>
                      <a:pt x="54" y="62"/>
                      <a:pt x="36" y="64"/>
                    </a:cubicBezTo>
                    <a:cubicBezTo>
                      <a:pt x="19" y="66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6" y="0"/>
                      <a:pt x="62" y="12"/>
                      <a:pt x="64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18">
                <a:extLst>
                  <a:ext uri="{FF2B5EF4-FFF2-40B4-BE49-F238E27FC236}">
                    <a16:creationId xmlns:a16="http://schemas.microsoft.com/office/drawing/2014/main" id="{8FEB8EC7-E38B-4AC4-A815-4A05DA066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3640"/>
                <a:ext cx="24" cy="22"/>
              </a:xfrm>
              <a:custGeom>
                <a:avLst/>
                <a:gdLst>
                  <a:gd name="T0" fmla="*/ 28 w 23"/>
                  <a:gd name="T1" fmla="*/ 10 h 22"/>
                  <a:gd name="T2" fmla="*/ 19 w 23"/>
                  <a:gd name="T3" fmla="*/ 22 h 22"/>
                  <a:gd name="T4" fmla="*/ 1 w 23"/>
                  <a:gd name="T5" fmla="*/ 12 h 22"/>
                  <a:gd name="T6" fmla="*/ 10 w 23"/>
                  <a:gd name="T7" fmla="*/ 1 h 22"/>
                  <a:gd name="T8" fmla="*/ 28 w 23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2" y="10"/>
                    </a:moveTo>
                    <a:cubicBezTo>
                      <a:pt x="23" y="16"/>
                      <a:pt x="18" y="21"/>
                      <a:pt x="13" y="22"/>
                    </a:cubicBezTo>
                    <a:cubicBezTo>
                      <a:pt x="7" y="22"/>
                      <a:pt x="1" y="18"/>
                      <a:pt x="1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19">
                <a:extLst>
                  <a:ext uri="{FF2B5EF4-FFF2-40B4-BE49-F238E27FC236}">
                    <a16:creationId xmlns:a16="http://schemas.microsoft.com/office/drawing/2014/main" id="{FBB1D613-4265-4273-A964-6F1E2F671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3652"/>
                <a:ext cx="62" cy="71"/>
              </a:xfrm>
              <a:custGeom>
                <a:avLst/>
                <a:gdLst>
                  <a:gd name="T0" fmla="*/ 51 w 61"/>
                  <a:gd name="T1" fmla="*/ 0 h 70"/>
                  <a:gd name="T2" fmla="*/ 0 w 61"/>
                  <a:gd name="T3" fmla="*/ 76 h 70"/>
                  <a:gd name="T4" fmla="*/ 51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49" y="59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20">
                <a:extLst>
                  <a:ext uri="{FF2B5EF4-FFF2-40B4-BE49-F238E27FC236}">
                    <a16:creationId xmlns:a16="http://schemas.microsoft.com/office/drawing/2014/main" id="{F5D4F914-5D5C-4601-9108-2C41F87DB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3647"/>
                <a:ext cx="120" cy="120"/>
              </a:xfrm>
              <a:custGeom>
                <a:avLst/>
                <a:gdLst>
                  <a:gd name="T0" fmla="*/ 126 w 118"/>
                  <a:gd name="T1" fmla="*/ 53 h 119"/>
                  <a:gd name="T2" fmla="*/ 71 w 118"/>
                  <a:gd name="T3" fmla="*/ 121 h 119"/>
                  <a:gd name="T4" fmla="*/ 3 w 118"/>
                  <a:gd name="T5" fmla="*/ 72 h 119"/>
                  <a:gd name="T6" fmla="*/ 58 w 118"/>
                  <a:gd name="T7" fmla="*/ 4 h 119"/>
                  <a:gd name="T8" fmla="*/ 126 w 118"/>
                  <a:gd name="T9" fmla="*/ 53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4" y="53"/>
                    </a:moveTo>
                    <a:cubicBezTo>
                      <a:pt x="118" y="84"/>
                      <a:pt x="96" y="111"/>
                      <a:pt x="65" y="115"/>
                    </a:cubicBezTo>
                    <a:cubicBezTo>
                      <a:pt x="35" y="119"/>
                      <a:pt x="7" y="97"/>
                      <a:pt x="3" y="66"/>
                    </a:cubicBezTo>
                    <a:cubicBezTo>
                      <a:pt x="0" y="35"/>
                      <a:pt x="22" y="8"/>
                      <a:pt x="52" y="4"/>
                    </a:cubicBezTo>
                    <a:cubicBezTo>
                      <a:pt x="83" y="0"/>
                      <a:pt x="111" y="22"/>
                      <a:pt x="114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21">
                <a:extLst>
                  <a:ext uri="{FF2B5EF4-FFF2-40B4-BE49-F238E27FC236}">
                    <a16:creationId xmlns:a16="http://schemas.microsoft.com/office/drawing/2014/main" id="{0DE13634-55E1-46CD-9DE9-4BCE88B9A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3647"/>
                <a:ext cx="120" cy="120"/>
              </a:xfrm>
              <a:custGeom>
                <a:avLst/>
                <a:gdLst>
                  <a:gd name="T0" fmla="*/ 126 w 118"/>
                  <a:gd name="T1" fmla="*/ 53 h 119"/>
                  <a:gd name="T2" fmla="*/ 71 w 118"/>
                  <a:gd name="T3" fmla="*/ 121 h 119"/>
                  <a:gd name="T4" fmla="*/ 3 w 118"/>
                  <a:gd name="T5" fmla="*/ 72 h 119"/>
                  <a:gd name="T6" fmla="*/ 58 w 118"/>
                  <a:gd name="T7" fmla="*/ 4 h 119"/>
                  <a:gd name="T8" fmla="*/ 126 w 118"/>
                  <a:gd name="T9" fmla="*/ 53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4" y="53"/>
                    </a:moveTo>
                    <a:cubicBezTo>
                      <a:pt x="118" y="84"/>
                      <a:pt x="96" y="111"/>
                      <a:pt x="65" y="115"/>
                    </a:cubicBezTo>
                    <a:cubicBezTo>
                      <a:pt x="35" y="119"/>
                      <a:pt x="7" y="97"/>
                      <a:pt x="3" y="66"/>
                    </a:cubicBezTo>
                    <a:cubicBezTo>
                      <a:pt x="0" y="35"/>
                      <a:pt x="22" y="8"/>
                      <a:pt x="52" y="4"/>
                    </a:cubicBezTo>
                    <a:cubicBezTo>
                      <a:pt x="83" y="0"/>
                      <a:pt x="111" y="22"/>
                      <a:pt x="114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22">
                <a:extLst>
                  <a:ext uri="{FF2B5EF4-FFF2-40B4-BE49-F238E27FC236}">
                    <a16:creationId xmlns:a16="http://schemas.microsoft.com/office/drawing/2014/main" id="{81AFF49C-F90E-4934-82D2-9C0A90A0E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3664"/>
                <a:ext cx="67" cy="68"/>
              </a:xfrm>
              <a:custGeom>
                <a:avLst/>
                <a:gdLst>
                  <a:gd name="T0" fmla="*/ 70 w 66"/>
                  <a:gd name="T1" fmla="*/ 30 h 67"/>
                  <a:gd name="T2" fmla="*/ 43 w 66"/>
                  <a:gd name="T3" fmla="*/ 71 h 67"/>
                  <a:gd name="T4" fmla="*/ 2 w 66"/>
                  <a:gd name="T5" fmla="*/ 43 h 67"/>
                  <a:gd name="T6" fmla="*/ 29 w 66"/>
                  <a:gd name="T7" fmla="*/ 2 h 67"/>
                  <a:gd name="T8" fmla="*/ 70 w 66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64" y="30"/>
                    </a:moveTo>
                    <a:cubicBezTo>
                      <a:pt x="66" y="47"/>
                      <a:pt x="54" y="62"/>
                      <a:pt x="37" y="65"/>
                    </a:cubicBezTo>
                    <a:cubicBezTo>
                      <a:pt x="19" y="67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6" y="0"/>
                      <a:pt x="62" y="12"/>
                      <a:pt x="64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23">
                <a:extLst>
                  <a:ext uri="{FF2B5EF4-FFF2-40B4-BE49-F238E27FC236}">
                    <a16:creationId xmlns:a16="http://schemas.microsoft.com/office/drawing/2014/main" id="{9235D7FA-A5D6-4A69-8A37-A20217C7D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677"/>
                <a:ext cx="24" cy="23"/>
              </a:xfrm>
              <a:custGeom>
                <a:avLst/>
                <a:gdLst>
                  <a:gd name="T0" fmla="*/ 28 w 23"/>
                  <a:gd name="T1" fmla="*/ 10 h 23"/>
                  <a:gd name="T2" fmla="*/ 19 w 23"/>
                  <a:gd name="T3" fmla="*/ 22 h 23"/>
                  <a:gd name="T4" fmla="*/ 1 w 23"/>
                  <a:gd name="T5" fmla="*/ 13 h 23"/>
                  <a:gd name="T6" fmla="*/ 10 w 23"/>
                  <a:gd name="T7" fmla="*/ 1 h 23"/>
                  <a:gd name="T8" fmla="*/ 28 w 23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2" y="10"/>
                    </a:moveTo>
                    <a:cubicBezTo>
                      <a:pt x="23" y="16"/>
                      <a:pt x="18" y="21"/>
                      <a:pt x="13" y="22"/>
                    </a:cubicBezTo>
                    <a:cubicBezTo>
                      <a:pt x="7" y="23"/>
                      <a:pt x="2" y="18"/>
                      <a:pt x="1" y="13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24">
                <a:extLst>
                  <a:ext uri="{FF2B5EF4-FFF2-40B4-BE49-F238E27FC236}">
                    <a16:creationId xmlns:a16="http://schemas.microsoft.com/office/drawing/2014/main" id="{F8ABAFB3-63E2-4043-8BFC-D3E16A955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3690"/>
                <a:ext cx="62" cy="70"/>
              </a:xfrm>
              <a:custGeom>
                <a:avLst/>
                <a:gdLst>
                  <a:gd name="T0" fmla="*/ 51 w 61"/>
                  <a:gd name="T1" fmla="*/ 0 h 70"/>
                  <a:gd name="T2" fmla="*/ 0 w 61"/>
                  <a:gd name="T3" fmla="*/ 70 h 70"/>
                  <a:gd name="T4" fmla="*/ 51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49" y="58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25">
                <a:extLst>
                  <a:ext uri="{FF2B5EF4-FFF2-40B4-BE49-F238E27FC236}">
                    <a16:creationId xmlns:a16="http://schemas.microsoft.com/office/drawing/2014/main" id="{F1726004-458B-45C0-A8F2-261D9DBCE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3260"/>
                <a:ext cx="119" cy="120"/>
              </a:xfrm>
              <a:custGeom>
                <a:avLst/>
                <a:gdLst>
                  <a:gd name="T0" fmla="*/ 120 w 118"/>
                  <a:gd name="T1" fmla="*/ 53 h 119"/>
                  <a:gd name="T2" fmla="*/ 71 w 118"/>
                  <a:gd name="T3" fmla="*/ 121 h 119"/>
                  <a:gd name="T4" fmla="*/ 3 w 118"/>
                  <a:gd name="T5" fmla="*/ 72 h 119"/>
                  <a:gd name="T6" fmla="*/ 52 w 118"/>
                  <a:gd name="T7" fmla="*/ 4 h 119"/>
                  <a:gd name="T8" fmla="*/ 120 w 118"/>
                  <a:gd name="T9" fmla="*/ 53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4" y="53"/>
                    </a:moveTo>
                    <a:cubicBezTo>
                      <a:pt x="118" y="83"/>
                      <a:pt x="96" y="111"/>
                      <a:pt x="65" y="115"/>
                    </a:cubicBezTo>
                    <a:cubicBezTo>
                      <a:pt x="35" y="119"/>
                      <a:pt x="7" y="97"/>
                      <a:pt x="3" y="66"/>
                    </a:cubicBezTo>
                    <a:cubicBezTo>
                      <a:pt x="0" y="35"/>
                      <a:pt x="21" y="8"/>
                      <a:pt x="52" y="4"/>
                    </a:cubicBezTo>
                    <a:cubicBezTo>
                      <a:pt x="83" y="0"/>
                      <a:pt x="111" y="22"/>
                      <a:pt x="114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26">
                <a:extLst>
                  <a:ext uri="{FF2B5EF4-FFF2-40B4-BE49-F238E27FC236}">
                    <a16:creationId xmlns:a16="http://schemas.microsoft.com/office/drawing/2014/main" id="{A0A119AF-7754-4789-9B9B-B4649A829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3260"/>
                <a:ext cx="119" cy="120"/>
              </a:xfrm>
              <a:custGeom>
                <a:avLst/>
                <a:gdLst>
                  <a:gd name="T0" fmla="*/ 120 w 118"/>
                  <a:gd name="T1" fmla="*/ 53 h 119"/>
                  <a:gd name="T2" fmla="*/ 71 w 118"/>
                  <a:gd name="T3" fmla="*/ 121 h 119"/>
                  <a:gd name="T4" fmla="*/ 3 w 118"/>
                  <a:gd name="T5" fmla="*/ 72 h 119"/>
                  <a:gd name="T6" fmla="*/ 52 w 118"/>
                  <a:gd name="T7" fmla="*/ 4 h 119"/>
                  <a:gd name="T8" fmla="*/ 120 w 118"/>
                  <a:gd name="T9" fmla="*/ 53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4" y="53"/>
                    </a:moveTo>
                    <a:cubicBezTo>
                      <a:pt x="118" y="83"/>
                      <a:pt x="96" y="111"/>
                      <a:pt x="65" y="115"/>
                    </a:cubicBezTo>
                    <a:cubicBezTo>
                      <a:pt x="35" y="119"/>
                      <a:pt x="7" y="97"/>
                      <a:pt x="3" y="66"/>
                    </a:cubicBezTo>
                    <a:cubicBezTo>
                      <a:pt x="0" y="35"/>
                      <a:pt x="21" y="8"/>
                      <a:pt x="52" y="4"/>
                    </a:cubicBezTo>
                    <a:cubicBezTo>
                      <a:pt x="83" y="0"/>
                      <a:pt x="111" y="22"/>
                      <a:pt x="114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27">
                <a:extLst>
                  <a:ext uri="{FF2B5EF4-FFF2-40B4-BE49-F238E27FC236}">
                    <a16:creationId xmlns:a16="http://schemas.microsoft.com/office/drawing/2014/main" id="{4A56C05A-FAE2-4E29-B4D6-25FB8B5AC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277"/>
                <a:ext cx="67" cy="67"/>
              </a:xfrm>
              <a:custGeom>
                <a:avLst/>
                <a:gdLst>
                  <a:gd name="T0" fmla="*/ 70 w 66"/>
                  <a:gd name="T1" fmla="*/ 30 h 66"/>
                  <a:gd name="T2" fmla="*/ 43 w 66"/>
                  <a:gd name="T3" fmla="*/ 70 h 66"/>
                  <a:gd name="T4" fmla="*/ 2 w 66"/>
                  <a:gd name="T5" fmla="*/ 43 h 66"/>
                  <a:gd name="T6" fmla="*/ 29 w 66"/>
                  <a:gd name="T7" fmla="*/ 2 h 66"/>
                  <a:gd name="T8" fmla="*/ 70 w 66"/>
                  <a:gd name="T9" fmla="*/ 3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6">
                    <a:moveTo>
                      <a:pt x="64" y="30"/>
                    </a:moveTo>
                    <a:cubicBezTo>
                      <a:pt x="66" y="47"/>
                      <a:pt x="54" y="62"/>
                      <a:pt x="37" y="64"/>
                    </a:cubicBezTo>
                    <a:cubicBezTo>
                      <a:pt x="19" y="66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6" y="0"/>
                      <a:pt x="62" y="12"/>
                      <a:pt x="64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28">
                <a:extLst>
                  <a:ext uri="{FF2B5EF4-FFF2-40B4-BE49-F238E27FC236}">
                    <a16:creationId xmlns:a16="http://schemas.microsoft.com/office/drawing/2014/main" id="{01756A66-D77F-44AA-A357-4F486AC84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289"/>
                <a:ext cx="23" cy="23"/>
              </a:xfrm>
              <a:custGeom>
                <a:avLst/>
                <a:gdLst>
                  <a:gd name="T0" fmla="*/ 22 w 23"/>
                  <a:gd name="T1" fmla="*/ 10 h 22"/>
                  <a:gd name="T2" fmla="*/ 13 w 23"/>
                  <a:gd name="T3" fmla="*/ 28 h 22"/>
                  <a:gd name="T4" fmla="*/ 1 w 23"/>
                  <a:gd name="T5" fmla="*/ 18 h 22"/>
                  <a:gd name="T6" fmla="*/ 10 w 23"/>
                  <a:gd name="T7" fmla="*/ 1 h 22"/>
                  <a:gd name="T8" fmla="*/ 22 w 23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2" y="10"/>
                    </a:moveTo>
                    <a:cubicBezTo>
                      <a:pt x="23" y="16"/>
                      <a:pt x="18" y="21"/>
                      <a:pt x="13" y="22"/>
                    </a:cubicBezTo>
                    <a:cubicBezTo>
                      <a:pt x="7" y="22"/>
                      <a:pt x="2" y="18"/>
                      <a:pt x="1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29">
                <a:extLst>
                  <a:ext uri="{FF2B5EF4-FFF2-40B4-BE49-F238E27FC236}">
                    <a16:creationId xmlns:a16="http://schemas.microsoft.com/office/drawing/2014/main" id="{12806EB9-943A-4B03-90CD-8A627C360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302"/>
                <a:ext cx="61" cy="70"/>
              </a:xfrm>
              <a:custGeom>
                <a:avLst/>
                <a:gdLst>
                  <a:gd name="T0" fmla="*/ 45 w 61"/>
                  <a:gd name="T1" fmla="*/ 0 h 70"/>
                  <a:gd name="T2" fmla="*/ 0 w 61"/>
                  <a:gd name="T3" fmla="*/ 70 h 70"/>
                  <a:gd name="T4" fmla="*/ 45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49" y="59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30">
                <a:extLst>
                  <a:ext uri="{FF2B5EF4-FFF2-40B4-BE49-F238E27FC236}">
                    <a16:creationId xmlns:a16="http://schemas.microsoft.com/office/drawing/2014/main" id="{3614E356-AFBD-46B2-A097-D2B6A4DC9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687"/>
                <a:ext cx="119" cy="119"/>
              </a:xfrm>
              <a:custGeom>
                <a:avLst/>
                <a:gdLst>
                  <a:gd name="T0" fmla="*/ 121 w 118"/>
                  <a:gd name="T1" fmla="*/ 53 h 118"/>
                  <a:gd name="T2" fmla="*/ 72 w 118"/>
                  <a:gd name="T3" fmla="*/ 121 h 118"/>
                  <a:gd name="T4" fmla="*/ 4 w 118"/>
                  <a:gd name="T5" fmla="*/ 72 h 118"/>
                  <a:gd name="T6" fmla="*/ 53 w 118"/>
                  <a:gd name="T7" fmla="*/ 4 h 118"/>
                  <a:gd name="T8" fmla="*/ 121 w 118"/>
                  <a:gd name="T9" fmla="*/ 53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3"/>
                    </a:moveTo>
                    <a:cubicBezTo>
                      <a:pt x="118" y="83"/>
                      <a:pt x="96" y="111"/>
                      <a:pt x="66" y="115"/>
                    </a:cubicBezTo>
                    <a:cubicBezTo>
                      <a:pt x="35" y="118"/>
                      <a:pt x="7" y="97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31">
                <a:extLst>
                  <a:ext uri="{FF2B5EF4-FFF2-40B4-BE49-F238E27FC236}">
                    <a16:creationId xmlns:a16="http://schemas.microsoft.com/office/drawing/2014/main" id="{4628E502-0DDC-411C-9A19-5785CE288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687"/>
                <a:ext cx="119" cy="119"/>
              </a:xfrm>
              <a:custGeom>
                <a:avLst/>
                <a:gdLst>
                  <a:gd name="T0" fmla="*/ 121 w 118"/>
                  <a:gd name="T1" fmla="*/ 53 h 118"/>
                  <a:gd name="T2" fmla="*/ 72 w 118"/>
                  <a:gd name="T3" fmla="*/ 121 h 118"/>
                  <a:gd name="T4" fmla="*/ 4 w 118"/>
                  <a:gd name="T5" fmla="*/ 72 h 118"/>
                  <a:gd name="T6" fmla="*/ 53 w 118"/>
                  <a:gd name="T7" fmla="*/ 4 h 118"/>
                  <a:gd name="T8" fmla="*/ 121 w 118"/>
                  <a:gd name="T9" fmla="*/ 53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3"/>
                    </a:moveTo>
                    <a:cubicBezTo>
                      <a:pt x="118" y="83"/>
                      <a:pt x="96" y="111"/>
                      <a:pt x="66" y="115"/>
                    </a:cubicBezTo>
                    <a:cubicBezTo>
                      <a:pt x="35" y="118"/>
                      <a:pt x="7" y="97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32">
                <a:extLst>
                  <a:ext uri="{FF2B5EF4-FFF2-40B4-BE49-F238E27FC236}">
                    <a16:creationId xmlns:a16="http://schemas.microsoft.com/office/drawing/2014/main" id="{F9812D12-3CE3-4F8B-8179-A8F8C8A96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704"/>
                <a:ext cx="67" cy="67"/>
              </a:xfrm>
              <a:custGeom>
                <a:avLst/>
                <a:gdLst>
                  <a:gd name="T0" fmla="*/ 70 w 66"/>
                  <a:gd name="T1" fmla="*/ 30 h 66"/>
                  <a:gd name="T2" fmla="*/ 43 w 66"/>
                  <a:gd name="T3" fmla="*/ 70 h 66"/>
                  <a:gd name="T4" fmla="*/ 2 w 66"/>
                  <a:gd name="T5" fmla="*/ 43 h 66"/>
                  <a:gd name="T6" fmla="*/ 29 w 66"/>
                  <a:gd name="T7" fmla="*/ 2 h 66"/>
                  <a:gd name="T8" fmla="*/ 70 w 66"/>
                  <a:gd name="T9" fmla="*/ 3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6">
                    <a:moveTo>
                      <a:pt x="64" y="30"/>
                    </a:moveTo>
                    <a:cubicBezTo>
                      <a:pt x="66" y="47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7" y="0"/>
                      <a:pt x="62" y="12"/>
                      <a:pt x="64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33">
                <a:extLst>
                  <a:ext uri="{FF2B5EF4-FFF2-40B4-BE49-F238E27FC236}">
                    <a16:creationId xmlns:a16="http://schemas.microsoft.com/office/drawing/2014/main" id="{FA7D0E6C-A86E-41EF-91C9-92F0175CE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716"/>
                <a:ext cx="24" cy="23"/>
              </a:xfrm>
              <a:custGeom>
                <a:avLst/>
                <a:gdLst>
                  <a:gd name="T0" fmla="*/ 28 w 23"/>
                  <a:gd name="T1" fmla="*/ 10 h 22"/>
                  <a:gd name="T2" fmla="*/ 19 w 23"/>
                  <a:gd name="T3" fmla="*/ 28 h 22"/>
                  <a:gd name="T4" fmla="*/ 1 w 23"/>
                  <a:gd name="T5" fmla="*/ 18 h 22"/>
                  <a:gd name="T6" fmla="*/ 10 w 23"/>
                  <a:gd name="T7" fmla="*/ 1 h 22"/>
                  <a:gd name="T8" fmla="*/ 28 w 23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2" y="10"/>
                    </a:moveTo>
                    <a:cubicBezTo>
                      <a:pt x="23" y="16"/>
                      <a:pt x="19" y="21"/>
                      <a:pt x="13" y="22"/>
                    </a:cubicBezTo>
                    <a:cubicBezTo>
                      <a:pt x="7" y="22"/>
                      <a:pt x="2" y="18"/>
                      <a:pt x="1" y="12"/>
                    </a:cubicBezTo>
                    <a:cubicBezTo>
                      <a:pt x="0" y="7"/>
                      <a:pt x="5" y="1"/>
                      <a:pt x="10" y="1"/>
                    </a:cubicBezTo>
                    <a:cubicBezTo>
                      <a:pt x="16" y="0"/>
                      <a:pt x="22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34">
                <a:extLst>
                  <a:ext uri="{FF2B5EF4-FFF2-40B4-BE49-F238E27FC236}">
                    <a16:creationId xmlns:a16="http://schemas.microsoft.com/office/drawing/2014/main" id="{789A6C65-6097-480B-817F-B67FBC219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729"/>
                <a:ext cx="61" cy="70"/>
              </a:xfrm>
              <a:custGeom>
                <a:avLst/>
                <a:gdLst>
                  <a:gd name="T0" fmla="*/ 45 w 61"/>
                  <a:gd name="T1" fmla="*/ 0 h 70"/>
                  <a:gd name="T2" fmla="*/ 0 w 61"/>
                  <a:gd name="T3" fmla="*/ 70 h 70"/>
                  <a:gd name="T4" fmla="*/ 45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9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35">
                <a:extLst>
                  <a:ext uri="{FF2B5EF4-FFF2-40B4-BE49-F238E27FC236}">
                    <a16:creationId xmlns:a16="http://schemas.microsoft.com/office/drawing/2014/main" id="{9BAB8813-BC21-475A-BE93-4E4AED2AC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48"/>
                <a:ext cx="119" cy="120"/>
              </a:xfrm>
              <a:custGeom>
                <a:avLst/>
                <a:gdLst>
                  <a:gd name="T0" fmla="*/ 120 w 118"/>
                  <a:gd name="T1" fmla="*/ 58 h 118"/>
                  <a:gd name="T2" fmla="*/ 71 w 118"/>
                  <a:gd name="T3" fmla="*/ 127 h 118"/>
                  <a:gd name="T4" fmla="*/ 3 w 118"/>
                  <a:gd name="T5" fmla="*/ 72 h 118"/>
                  <a:gd name="T6" fmla="*/ 52 w 118"/>
                  <a:gd name="T7" fmla="*/ 4 h 118"/>
                  <a:gd name="T8" fmla="*/ 120 w 118"/>
                  <a:gd name="T9" fmla="*/ 5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4" y="52"/>
                    </a:moveTo>
                    <a:cubicBezTo>
                      <a:pt x="118" y="83"/>
                      <a:pt x="96" y="111"/>
                      <a:pt x="65" y="115"/>
                    </a:cubicBezTo>
                    <a:cubicBezTo>
                      <a:pt x="35" y="118"/>
                      <a:pt x="7" y="96"/>
                      <a:pt x="3" y="66"/>
                    </a:cubicBezTo>
                    <a:cubicBezTo>
                      <a:pt x="0" y="35"/>
                      <a:pt x="21" y="7"/>
                      <a:pt x="52" y="4"/>
                    </a:cubicBezTo>
                    <a:cubicBezTo>
                      <a:pt x="83" y="0"/>
                      <a:pt x="111" y="22"/>
                      <a:pt x="114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36">
                <a:extLst>
                  <a:ext uri="{FF2B5EF4-FFF2-40B4-BE49-F238E27FC236}">
                    <a16:creationId xmlns:a16="http://schemas.microsoft.com/office/drawing/2014/main" id="{4DC095B5-B971-4BAF-B9FD-15D6A610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48"/>
                <a:ext cx="119" cy="120"/>
              </a:xfrm>
              <a:custGeom>
                <a:avLst/>
                <a:gdLst>
                  <a:gd name="T0" fmla="*/ 120 w 118"/>
                  <a:gd name="T1" fmla="*/ 58 h 118"/>
                  <a:gd name="T2" fmla="*/ 71 w 118"/>
                  <a:gd name="T3" fmla="*/ 127 h 118"/>
                  <a:gd name="T4" fmla="*/ 3 w 118"/>
                  <a:gd name="T5" fmla="*/ 72 h 118"/>
                  <a:gd name="T6" fmla="*/ 52 w 118"/>
                  <a:gd name="T7" fmla="*/ 4 h 118"/>
                  <a:gd name="T8" fmla="*/ 120 w 118"/>
                  <a:gd name="T9" fmla="*/ 5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4" y="52"/>
                    </a:moveTo>
                    <a:cubicBezTo>
                      <a:pt x="118" y="83"/>
                      <a:pt x="96" y="111"/>
                      <a:pt x="65" y="115"/>
                    </a:cubicBezTo>
                    <a:cubicBezTo>
                      <a:pt x="35" y="118"/>
                      <a:pt x="7" y="96"/>
                      <a:pt x="3" y="66"/>
                    </a:cubicBezTo>
                    <a:cubicBezTo>
                      <a:pt x="0" y="35"/>
                      <a:pt x="21" y="7"/>
                      <a:pt x="52" y="4"/>
                    </a:cubicBezTo>
                    <a:cubicBezTo>
                      <a:pt x="83" y="0"/>
                      <a:pt x="111" y="22"/>
                      <a:pt x="114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37">
                <a:extLst>
                  <a:ext uri="{FF2B5EF4-FFF2-40B4-BE49-F238E27FC236}">
                    <a16:creationId xmlns:a16="http://schemas.microsoft.com/office/drawing/2014/main" id="{91149765-FA53-4FF8-B090-A76A9E8BC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166"/>
                <a:ext cx="67" cy="66"/>
              </a:xfrm>
              <a:custGeom>
                <a:avLst/>
                <a:gdLst>
                  <a:gd name="T0" fmla="*/ 70 w 66"/>
                  <a:gd name="T1" fmla="*/ 29 h 66"/>
                  <a:gd name="T2" fmla="*/ 42 w 66"/>
                  <a:gd name="T3" fmla="*/ 64 h 66"/>
                  <a:gd name="T4" fmla="*/ 2 w 66"/>
                  <a:gd name="T5" fmla="*/ 37 h 66"/>
                  <a:gd name="T6" fmla="*/ 29 w 66"/>
                  <a:gd name="T7" fmla="*/ 2 h 66"/>
                  <a:gd name="T8" fmla="*/ 70 w 66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6">
                    <a:moveTo>
                      <a:pt x="64" y="29"/>
                    </a:moveTo>
                    <a:cubicBezTo>
                      <a:pt x="66" y="46"/>
                      <a:pt x="54" y="62"/>
                      <a:pt x="36" y="64"/>
                    </a:cubicBezTo>
                    <a:cubicBezTo>
                      <a:pt x="19" y="66"/>
                      <a:pt x="4" y="54"/>
                      <a:pt x="2" y="37"/>
                    </a:cubicBezTo>
                    <a:cubicBezTo>
                      <a:pt x="0" y="19"/>
                      <a:pt x="12" y="4"/>
                      <a:pt x="29" y="2"/>
                    </a:cubicBezTo>
                    <a:cubicBezTo>
                      <a:pt x="46" y="0"/>
                      <a:pt x="62" y="12"/>
                      <a:pt x="64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38">
                <a:extLst>
                  <a:ext uri="{FF2B5EF4-FFF2-40B4-BE49-F238E27FC236}">
                    <a16:creationId xmlns:a16="http://schemas.microsoft.com/office/drawing/2014/main" id="{B17BAFD1-C0A2-4E7F-AD4C-69CEE1EAD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178"/>
                <a:ext cx="23" cy="22"/>
              </a:xfrm>
              <a:custGeom>
                <a:avLst/>
                <a:gdLst>
                  <a:gd name="T0" fmla="*/ 22 w 23"/>
                  <a:gd name="T1" fmla="*/ 10 h 22"/>
                  <a:gd name="T2" fmla="*/ 13 w 23"/>
                  <a:gd name="T3" fmla="*/ 21 h 22"/>
                  <a:gd name="T4" fmla="*/ 1 w 23"/>
                  <a:gd name="T5" fmla="*/ 12 h 22"/>
                  <a:gd name="T6" fmla="*/ 10 w 23"/>
                  <a:gd name="T7" fmla="*/ 0 h 22"/>
                  <a:gd name="T8" fmla="*/ 22 w 23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2" y="10"/>
                    </a:moveTo>
                    <a:cubicBezTo>
                      <a:pt x="23" y="15"/>
                      <a:pt x="18" y="21"/>
                      <a:pt x="13" y="21"/>
                    </a:cubicBezTo>
                    <a:cubicBezTo>
                      <a:pt x="7" y="22"/>
                      <a:pt x="1" y="18"/>
                      <a:pt x="1" y="12"/>
                    </a:cubicBezTo>
                    <a:cubicBezTo>
                      <a:pt x="0" y="6"/>
                      <a:pt x="4" y="1"/>
                      <a:pt x="10" y="0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39">
                <a:extLst>
                  <a:ext uri="{FF2B5EF4-FFF2-40B4-BE49-F238E27FC236}">
                    <a16:creationId xmlns:a16="http://schemas.microsoft.com/office/drawing/2014/main" id="{7A06E12F-A91A-4A11-95E1-5E75DD6A5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190"/>
                <a:ext cx="61" cy="71"/>
              </a:xfrm>
              <a:custGeom>
                <a:avLst/>
                <a:gdLst>
                  <a:gd name="T0" fmla="*/ 44 w 61"/>
                  <a:gd name="T1" fmla="*/ 0 h 70"/>
                  <a:gd name="T2" fmla="*/ 0 w 61"/>
                  <a:gd name="T3" fmla="*/ 76 h 70"/>
                  <a:gd name="T4" fmla="*/ 44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4" y="0"/>
                    </a:moveTo>
                    <a:cubicBezTo>
                      <a:pt x="44" y="0"/>
                      <a:pt x="61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40">
                <a:extLst>
                  <a:ext uri="{FF2B5EF4-FFF2-40B4-BE49-F238E27FC236}">
                    <a16:creationId xmlns:a16="http://schemas.microsoft.com/office/drawing/2014/main" id="{402437D4-F320-4D95-88CA-277660E5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336"/>
                <a:ext cx="146" cy="176"/>
              </a:xfrm>
              <a:custGeom>
                <a:avLst/>
                <a:gdLst>
                  <a:gd name="T0" fmla="*/ 3 w 144"/>
                  <a:gd name="T1" fmla="*/ 170 h 174"/>
                  <a:gd name="T2" fmla="*/ 5 w 144"/>
                  <a:gd name="T3" fmla="*/ 183 h 174"/>
                  <a:gd name="T4" fmla="*/ 5 w 144"/>
                  <a:gd name="T5" fmla="*/ 183 h 174"/>
                  <a:gd name="T6" fmla="*/ 17 w 144"/>
                  <a:gd name="T7" fmla="*/ 181 h 174"/>
                  <a:gd name="T8" fmla="*/ 153 w 144"/>
                  <a:gd name="T9" fmla="*/ 22 h 174"/>
                  <a:gd name="T10" fmla="*/ 148 w 144"/>
                  <a:gd name="T11" fmla="*/ 6 h 174"/>
                  <a:gd name="T12" fmla="*/ 148 w 144"/>
                  <a:gd name="T13" fmla="*/ 6 h 174"/>
                  <a:gd name="T14" fmla="*/ 131 w 144"/>
                  <a:gd name="T15" fmla="*/ 4 h 174"/>
                  <a:gd name="T16" fmla="*/ 3 w 144"/>
                  <a:gd name="T17" fmla="*/ 170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4">
                    <a:moveTo>
                      <a:pt x="3" y="158"/>
                    </a:moveTo>
                    <a:cubicBezTo>
                      <a:pt x="0" y="162"/>
                      <a:pt x="1" y="168"/>
                      <a:pt x="5" y="171"/>
                    </a:cubicBezTo>
                    <a:cubicBezTo>
                      <a:pt x="5" y="171"/>
                      <a:pt x="5" y="171"/>
                      <a:pt x="5" y="171"/>
                    </a:cubicBezTo>
                    <a:cubicBezTo>
                      <a:pt x="8" y="174"/>
                      <a:pt x="14" y="173"/>
                      <a:pt x="17" y="169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44" y="18"/>
                      <a:pt x="142" y="11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0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41">
                <a:extLst>
                  <a:ext uri="{FF2B5EF4-FFF2-40B4-BE49-F238E27FC236}">
                    <a16:creationId xmlns:a16="http://schemas.microsoft.com/office/drawing/2014/main" id="{727EF0F7-A73C-40D9-95C0-27613DE2A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360"/>
                <a:ext cx="124" cy="145"/>
              </a:xfrm>
              <a:custGeom>
                <a:avLst/>
                <a:gdLst>
                  <a:gd name="T0" fmla="*/ 134 w 122"/>
                  <a:gd name="T1" fmla="*/ 0 h 144"/>
                  <a:gd name="T2" fmla="*/ 0 w 122"/>
                  <a:gd name="T3" fmla="*/ 150 h 144"/>
                  <a:gd name="T4" fmla="*/ 134 w 12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44">
                    <a:moveTo>
                      <a:pt x="122" y="0"/>
                    </a:moveTo>
                    <a:cubicBezTo>
                      <a:pt x="0" y="144"/>
                      <a:pt x="0" y="144"/>
                      <a:pt x="0" y="144"/>
                    </a:cubicBezTo>
                    <a:cubicBezTo>
                      <a:pt x="0" y="144"/>
                      <a:pt x="77" y="28"/>
                      <a:pt x="122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42">
                <a:extLst>
                  <a:ext uri="{FF2B5EF4-FFF2-40B4-BE49-F238E27FC236}">
                    <a16:creationId xmlns:a16="http://schemas.microsoft.com/office/drawing/2014/main" id="{1756DBC6-D9C4-4425-8831-610A38BCA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339"/>
                <a:ext cx="20" cy="23"/>
              </a:xfrm>
              <a:custGeom>
                <a:avLst/>
                <a:gdLst>
                  <a:gd name="T0" fmla="*/ 20 w 20"/>
                  <a:gd name="T1" fmla="*/ 20 h 22"/>
                  <a:gd name="T2" fmla="*/ 2 w 20"/>
                  <a:gd name="T3" fmla="*/ 0 h 22"/>
                  <a:gd name="T4" fmla="*/ 6 w 20"/>
                  <a:gd name="T5" fmla="*/ 21 h 22"/>
                  <a:gd name="T6" fmla="*/ 20 w 20"/>
                  <a:gd name="T7" fmla="*/ 2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20" y="14"/>
                    </a:moveTo>
                    <a:cubicBezTo>
                      <a:pt x="12" y="22"/>
                      <a:pt x="4" y="6"/>
                      <a:pt x="2" y="0"/>
                    </a:cubicBezTo>
                    <a:cubicBezTo>
                      <a:pt x="0" y="6"/>
                      <a:pt x="0" y="11"/>
                      <a:pt x="6" y="15"/>
                    </a:cubicBezTo>
                    <a:cubicBezTo>
                      <a:pt x="10" y="18"/>
                      <a:pt x="16" y="19"/>
                      <a:pt x="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43">
                <a:extLst>
                  <a:ext uri="{FF2B5EF4-FFF2-40B4-BE49-F238E27FC236}">
                    <a16:creationId xmlns:a16="http://schemas.microsoft.com/office/drawing/2014/main" id="{D0FB8503-8351-4850-9B0C-924078A1A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348"/>
                <a:ext cx="114" cy="148"/>
              </a:xfrm>
              <a:custGeom>
                <a:avLst/>
                <a:gdLst>
                  <a:gd name="T0" fmla="*/ 119 w 113"/>
                  <a:gd name="T1" fmla="*/ 0 h 147"/>
                  <a:gd name="T2" fmla="*/ 0 w 113"/>
                  <a:gd name="T3" fmla="*/ 153 h 147"/>
                  <a:gd name="T4" fmla="*/ 119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113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112" y="10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44">
                <a:extLst>
                  <a:ext uri="{FF2B5EF4-FFF2-40B4-BE49-F238E27FC236}">
                    <a16:creationId xmlns:a16="http://schemas.microsoft.com/office/drawing/2014/main" id="{BC588F72-2017-40F1-9A23-05A2A4871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336"/>
                <a:ext cx="146" cy="176"/>
              </a:xfrm>
              <a:custGeom>
                <a:avLst/>
                <a:gdLst>
                  <a:gd name="T0" fmla="*/ 3 w 144"/>
                  <a:gd name="T1" fmla="*/ 170 h 174"/>
                  <a:gd name="T2" fmla="*/ 4 w 144"/>
                  <a:gd name="T3" fmla="*/ 183 h 174"/>
                  <a:gd name="T4" fmla="*/ 4 w 144"/>
                  <a:gd name="T5" fmla="*/ 183 h 174"/>
                  <a:gd name="T6" fmla="*/ 16 w 144"/>
                  <a:gd name="T7" fmla="*/ 181 h 174"/>
                  <a:gd name="T8" fmla="*/ 153 w 144"/>
                  <a:gd name="T9" fmla="*/ 22 h 174"/>
                  <a:gd name="T10" fmla="*/ 147 w 144"/>
                  <a:gd name="T11" fmla="*/ 6 h 174"/>
                  <a:gd name="T12" fmla="*/ 147 w 144"/>
                  <a:gd name="T13" fmla="*/ 6 h 174"/>
                  <a:gd name="T14" fmla="*/ 131 w 144"/>
                  <a:gd name="T15" fmla="*/ 4 h 174"/>
                  <a:gd name="T16" fmla="*/ 3 w 144"/>
                  <a:gd name="T17" fmla="*/ 170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4">
                    <a:moveTo>
                      <a:pt x="3" y="158"/>
                    </a:moveTo>
                    <a:cubicBezTo>
                      <a:pt x="0" y="162"/>
                      <a:pt x="0" y="168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8" y="174"/>
                      <a:pt x="13" y="173"/>
                      <a:pt x="16" y="169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44" y="18"/>
                      <a:pt x="141" y="11"/>
                      <a:pt x="135" y="6"/>
                    </a:cubicBezTo>
                    <a:cubicBezTo>
                      <a:pt x="135" y="6"/>
                      <a:pt x="135" y="6"/>
                      <a:pt x="135" y="6"/>
                    </a:cubicBezTo>
                    <a:cubicBezTo>
                      <a:pt x="129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45">
                <a:extLst>
                  <a:ext uri="{FF2B5EF4-FFF2-40B4-BE49-F238E27FC236}">
                    <a16:creationId xmlns:a16="http://schemas.microsoft.com/office/drawing/2014/main" id="{2DF40905-C7FD-4484-9633-6CD623AC3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854"/>
                <a:ext cx="207" cy="80"/>
              </a:xfrm>
              <a:custGeom>
                <a:avLst/>
                <a:gdLst>
                  <a:gd name="T0" fmla="*/ 7 w 205"/>
                  <a:gd name="T1" fmla="*/ 67 h 79"/>
                  <a:gd name="T2" fmla="*/ 1 w 205"/>
                  <a:gd name="T3" fmla="*/ 78 h 79"/>
                  <a:gd name="T4" fmla="*/ 1 w 205"/>
                  <a:gd name="T5" fmla="*/ 78 h 79"/>
                  <a:gd name="T6" fmla="*/ 12 w 205"/>
                  <a:gd name="T7" fmla="*/ 84 h 79"/>
                  <a:gd name="T8" fmla="*/ 211 w 205"/>
                  <a:gd name="T9" fmla="*/ 28 h 79"/>
                  <a:gd name="T10" fmla="*/ 215 w 205"/>
                  <a:gd name="T11" fmla="*/ 12 h 79"/>
                  <a:gd name="T12" fmla="*/ 215 w 205"/>
                  <a:gd name="T13" fmla="*/ 12 h 79"/>
                  <a:gd name="T14" fmla="*/ 203 w 205"/>
                  <a:gd name="T15" fmla="*/ 1 h 79"/>
                  <a:gd name="T16" fmla="*/ 7 w 205"/>
                  <a:gd name="T17" fmla="*/ 67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79">
                    <a:moveTo>
                      <a:pt x="7" y="61"/>
                    </a:moveTo>
                    <a:cubicBezTo>
                      <a:pt x="3" y="62"/>
                      <a:pt x="0" y="67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3" y="77"/>
                      <a:pt x="8" y="79"/>
                      <a:pt x="12" y="7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203" y="27"/>
                      <a:pt x="205" y="20"/>
                      <a:pt x="203" y="12"/>
                    </a:cubicBezTo>
                    <a:cubicBezTo>
                      <a:pt x="203" y="12"/>
                      <a:pt x="203" y="12"/>
                      <a:pt x="203" y="12"/>
                    </a:cubicBezTo>
                    <a:cubicBezTo>
                      <a:pt x="201" y="5"/>
                      <a:pt x="195" y="0"/>
                      <a:pt x="191" y="1"/>
                    </a:cubicBezTo>
                    <a:lnTo>
                      <a:pt x="7" y="61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46">
                <a:extLst>
                  <a:ext uri="{FF2B5EF4-FFF2-40B4-BE49-F238E27FC236}">
                    <a16:creationId xmlns:a16="http://schemas.microsoft.com/office/drawing/2014/main" id="{438F65AE-DF98-4063-94DB-F5C9E4DF0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878"/>
                <a:ext cx="184" cy="52"/>
              </a:xfrm>
              <a:custGeom>
                <a:avLst/>
                <a:gdLst>
                  <a:gd name="T0" fmla="*/ 194 w 182"/>
                  <a:gd name="T1" fmla="*/ 3 h 51"/>
                  <a:gd name="T2" fmla="*/ 0 w 182"/>
                  <a:gd name="T3" fmla="*/ 57 h 51"/>
                  <a:gd name="T4" fmla="*/ 194 w 182"/>
                  <a:gd name="T5" fmla="*/ 3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51">
                    <a:moveTo>
                      <a:pt x="182" y="3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29" y="0"/>
                      <a:pt x="182" y="3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47">
                <a:extLst>
                  <a:ext uri="{FF2B5EF4-FFF2-40B4-BE49-F238E27FC236}">
                    <a16:creationId xmlns:a16="http://schemas.microsoft.com/office/drawing/2014/main" id="{CDDB3B8F-89A6-42F2-BE37-3550229F1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857"/>
                <a:ext cx="15" cy="23"/>
              </a:xfrm>
              <a:custGeom>
                <a:avLst/>
                <a:gdLst>
                  <a:gd name="T0" fmla="*/ 15 w 15"/>
                  <a:gd name="T1" fmla="*/ 21 h 23"/>
                  <a:gd name="T2" fmla="*/ 9 w 15"/>
                  <a:gd name="T3" fmla="*/ 0 h 23"/>
                  <a:gd name="T4" fmla="*/ 3 w 15"/>
                  <a:gd name="T5" fmla="*/ 14 h 23"/>
                  <a:gd name="T6" fmla="*/ 14 w 15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15" y="21"/>
                    </a:moveTo>
                    <a:cubicBezTo>
                      <a:pt x="4" y="23"/>
                      <a:pt x="7" y="5"/>
                      <a:pt x="9" y="0"/>
                    </a:cubicBezTo>
                    <a:cubicBezTo>
                      <a:pt x="3" y="4"/>
                      <a:pt x="0" y="7"/>
                      <a:pt x="3" y="14"/>
                    </a:cubicBezTo>
                    <a:cubicBezTo>
                      <a:pt x="5" y="19"/>
                      <a:pt x="9" y="23"/>
                      <a:pt x="14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48">
                <a:extLst>
                  <a:ext uri="{FF2B5EF4-FFF2-40B4-BE49-F238E27FC236}">
                    <a16:creationId xmlns:a16="http://schemas.microsoft.com/office/drawing/2014/main" id="{B6F6FC26-9D9C-44EF-BFF4-A50AEFDBB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859"/>
                <a:ext cx="179" cy="57"/>
              </a:xfrm>
              <a:custGeom>
                <a:avLst/>
                <a:gdLst>
                  <a:gd name="T0" fmla="*/ 189 w 177"/>
                  <a:gd name="T1" fmla="*/ 0 h 56"/>
                  <a:gd name="T2" fmla="*/ 0 w 177"/>
                  <a:gd name="T3" fmla="*/ 62 h 56"/>
                  <a:gd name="T4" fmla="*/ 189 w 177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56">
                    <a:moveTo>
                      <a:pt x="177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170" y="7"/>
                      <a:pt x="1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49">
                <a:extLst>
                  <a:ext uri="{FF2B5EF4-FFF2-40B4-BE49-F238E27FC236}">
                    <a16:creationId xmlns:a16="http://schemas.microsoft.com/office/drawing/2014/main" id="{92B3FD2F-FAD3-4060-ADBE-5017BAAF8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854"/>
                <a:ext cx="208" cy="81"/>
              </a:xfrm>
              <a:custGeom>
                <a:avLst/>
                <a:gdLst>
                  <a:gd name="T0" fmla="*/ 8 w 206"/>
                  <a:gd name="T1" fmla="*/ 67 h 80"/>
                  <a:gd name="T2" fmla="*/ 2 w 206"/>
                  <a:gd name="T3" fmla="*/ 78 h 80"/>
                  <a:gd name="T4" fmla="*/ 2 w 206"/>
                  <a:gd name="T5" fmla="*/ 78 h 80"/>
                  <a:gd name="T6" fmla="*/ 13 w 206"/>
                  <a:gd name="T7" fmla="*/ 84 h 80"/>
                  <a:gd name="T8" fmla="*/ 211 w 206"/>
                  <a:gd name="T9" fmla="*/ 29 h 80"/>
                  <a:gd name="T10" fmla="*/ 216 w 206"/>
                  <a:gd name="T11" fmla="*/ 13 h 80"/>
                  <a:gd name="T12" fmla="*/ 216 w 206"/>
                  <a:gd name="T13" fmla="*/ 13 h 80"/>
                  <a:gd name="T14" fmla="*/ 203 w 206"/>
                  <a:gd name="T15" fmla="*/ 2 h 80"/>
                  <a:gd name="T16" fmla="*/ 8 w 206"/>
                  <a:gd name="T17" fmla="*/ 67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80">
                    <a:moveTo>
                      <a:pt x="8" y="61"/>
                    </a:moveTo>
                    <a:cubicBezTo>
                      <a:pt x="3" y="63"/>
                      <a:pt x="0" y="68"/>
                      <a:pt x="2" y="72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3" y="77"/>
                      <a:pt x="8" y="80"/>
                      <a:pt x="13" y="78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4" y="27"/>
                      <a:pt x="206" y="20"/>
                      <a:pt x="204" y="13"/>
                    </a:cubicBezTo>
                    <a:cubicBezTo>
                      <a:pt x="204" y="13"/>
                      <a:pt x="204" y="13"/>
                      <a:pt x="204" y="13"/>
                    </a:cubicBezTo>
                    <a:cubicBezTo>
                      <a:pt x="201" y="5"/>
                      <a:pt x="196" y="0"/>
                      <a:pt x="191" y="2"/>
                    </a:cubicBezTo>
                    <a:lnTo>
                      <a:pt x="8" y="6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50">
                <a:extLst>
                  <a:ext uri="{FF2B5EF4-FFF2-40B4-BE49-F238E27FC236}">
                    <a16:creationId xmlns:a16="http://schemas.microsoft.com/office/drawing/2014/main" id="{B3E0E48F-56C9-40B2-854C-0A5BD749A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3378"/>
                <a:ext cx="171" cy="151"/>
              </a:xfrm>
              <a:custGeom>
                <a:avLst/>
                <a:gdLst>
                  <a:gd name="T0" fmla="*/ 16 w 169"/>
                  <a:gd name="T1" fmla="*/ 3 h 149"/>
                  <a:gd name="T2" fmla="*/ 3 w 169"/>
                  <a:gd name="T3" fmla="*/ 4 h 149"/>
                  <a:gd name="T4" fmla="*/ 3 w 169"/>
                  <a:gd name="T5" fmla="*/ 4 h 149"/>
                  <a:gd name="T6" fmla="*/ 4 w 169"/>
                  <a:gd name="T7" fmla="*/ 16 h 149"/>
                  <a:gd name="T8" fmla="*/ 159 w 169"/>
                  <a:gd name="T9" fmla="*/ 158 h 149"/>
                  <a:gd name="T10" fmla="*/ 175 w 169"/>
                  <a:gd name="T11" fmla="*/ 153 h 149"/>
                  <a:gd name="T12" fmla="*/ 175 w 169"/>
                  <a:gd name="T13" fmla="*/ 153 h 149"/>
                  <a:gd name="T14" fmla="*/ 178 w 169"/>
                  <a:gd name="T15" fmla="*/ 136 h 149"/>
                  <a:gd name="T16" fmla="*/ 16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6" y="3"/>
                    </a:moveTo>
                    <a:cubicBezTo>
                      <a:pt x="12" y="0"/>
                      <a:pt x="6" y="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8"/>
                      <a:pt x="0" y="13"/>
                      <a:pt x="4" y="16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1" y="149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5"/>
                      <a:pt x="169" y="127"/>
                      <a:pt x="166" y="12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51">
                <a:extLst>
                  <a:ext uri="{FF2B5EF4-FFF2-40B4-BE49-F238E27FC236}">
                    <a16:creationId xmlns:a16="http://schemas.microsoft.com/office/drawing/2014/main" id="{BAB11676-2A40-4648-8C7A-4C960436D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3393"/>
                <a:ext cx="140" cy="128"/>
              </a:xfrm>
              <a:custGeom>
                <a:avLst/>
                <a:gdLst>
                  <a:gd name="T0" fmla="*/ 145 w 139"/>
                  <a:gd name="T1" fmla="*/ 133 h 127"/>
                  <a:gd name="T2" fmla="*/ 0 w 139"/>
                  <a:gd name="T3" fmla="*/ 0 h 127"/>
                  <a:gd name="T4" fmla="*/ 145 w 139"/>
                  <a:gd name="T5" fmla="*/ 133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7">
                    <a:moveTo>
                      <a:pt x="139" y="127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2" y="81"/>
                      <a:pt x="139" y="127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52">
                <a:extLst>
                  <a:ext uri="{FF2B5EF4-FFF2-40B4-BE49-F238E27FC236}">
                    <a16:creationId xmlns:a16="http://schemas.microsoft.com/office/drawing/2014/main" id="{EA8DC1A3-339F-4F80-BBC5-91EA46D0D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3505"/>
                <a:ext cx="23" cy="21"/>
              </a:xfrm>
              <a:custGeom>
                <a:avLst/>
                <a:gdLst>
                  <a:gd name="T0" fmla="*/ 8 w 22"/>
                  <a:gd name="T1" fmla="*/ 21 h 21"/>
                  <a:gd name="T2" fmla="*/ 28 w 22"/>
                  <a:gd name="T3" fmla="*/ 3 h 21"/>
                  <a:gd name="T4" fmla="*/ 7 w 22"/>
                  <a:gd name="T5" fmla="*/ 6 h 21"/>
                  <a:gd name="T6" fmla="*/ 6 w 22"/>
                  <a:gd name="T7" fmla="*/ 2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1">
                    <a:moveTo>
                      <a:pt x="8" y="21"/>
                    </a:moveTo>
                    <a:cubicBezTo>
                      <a:pt x="0" y="12"/>
                      <a:pt x="17" y="5"/>
                      <a:pt x="22" y="3"/>
                    </a:cubicBezTo>
                    <a:cubicBezTo>
                      <a:pt x="16" y="1"/>
                      <a:pt x="12" y="0"/>
                      <a:pt x="7" y="6"/>
                    </a:cubicBezTo>
                    <a:cubicBezTo>
                      <a:pt x="4" y="11"/>
                      <a:pt x="3" y="16"/>
                      <a:pt x="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53">
                <a:extLst>
                  <a:ext uri="{FF2B5EF4-FFF2-40B4-BE49-F238E27FC236}">
                    <a16:creationId xmlns:a16="http://schemas.microsoft.com/office/drawing/2014/main" id="{1D6E8E54-5F5E-4823-A0DB-A72CE52C2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381"/>
                <a:ext cx="143" cy="120"/>
              </a:xfrm>
              <a:custGeom>
                <a:avLst/>
                <a:gdLst>
                  <a:gd name="T0" fmla="*/ 148 w 142"/>
                  <a:gd name="T1" fmla="*/ 130 h 118"/>
                  <a:gd name="T2" fmla="*/ 0 w 142"/>
                  <a:gd name="T3" fmla="*/ 0 h 118"/>
                  <a:gd name="T4" fmla="*/ 148 w 142"/>
                  <a:gd name="T5" fmla="*/ 13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118">
                    <a:moveTo>
                      <a:pt x="142" y="11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3" y="116"/>
                      <a:pt x="142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54">
                <a:extLst>
                  <a:ext uri="{FF2B5EF4-FFF2-40B4-BE49-F238E27FC236}">
                    <a16:creationId xmlns:a16="http://schemas.microsoft.com/office/drawing/2014/main" id="{E0740D28-5AFB-4A7B-BC60-F237CDB05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3378"/>
                <a:ext cx="171" cy="151"/>
              </a:xfrm>
              <a:custGeom>
                <a:avLst/>
                <a:gdLst>
                  <a:gd name="T0" fmla="*/ 16 w 169"/>
                  <a:gd name="T1" fmla="*/ 3 h 149"/>
                  <a:gd name="T2" fmla="*/ 3 w 169"/>
                  <a:gd name="T3" fmla="*/ 4 h 149"/>
                  <a:gd name="T4" fmla="*/ 3 w 169"/>
                  <a:gd name="T5" fmla="*/ 4 h 149"/>
                  <a:gd name="T6" fmla="*/ 4 w 169"/>
                  <a:gd name="T7" fmla="*/ 17 h 149"/>
                  <a:gd name="T8" fmla="*/ 159 w 169"/>
                  <a:gd name="T9" fmla="*/ 158 h 149"/>
                  <a:gd name="T10" fmla="*/ 175 w 169"/>
                  <a:gd name="T11" fmla="*/ 153 h 149"/>
                  <a:gd name="T12" fmla="*/ 175 w 169"/>
                  <a:gd name="T13" fmla="*/ 153 h 149"/>
                  <a:gd name="T14" fmla="*/ 178 w 169"/>
                  <a:gd name="T15" fmla="*/ 137 h 149"/>
                  <a:gd name="T16" fmla="*/ 16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6" y="3"/>
                    </a:moveTo>
                    <a:cubicBezTo>
                      <a:pt x="12" y="0"/>
                      <a:pt x="6" y="1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8"/>
                      <a:pt x="0" y="14"/>
                      <a:pt x="4" y="17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1" y="149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5"/>
                      <a:pt x="169" y="128"/>
                      <a:pt x="166" y="125"/>
                    </a:cubicBezTo>
                    <a:lnTo>
                      <a:pt x="16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55">
                <a:extLst>
                  <a:ext uri="{FF2B5EF4-FFF2-40B4-BE49-F238E27FC236}">
                    <a16:creationId xmlns:a16="http://schemas.microsoft.com/office/drawing/2014/main" id="{3106D67D-5B6F-4A2C-9F67-AF2A8056B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3636"/>
                <a:ext cx="77" cy="208"/>
              </a:xfrm>
              <a:custGeom>
                <a:avLst/>
                <a:gdLst>
                  <a:gd name="T0" fmla="*/ 18 w 76"/>
                  <a:gd name="T1" fmla="*/ 7 h 206"/>
                  <a:gd name="T2" fmla="*/ 8 w 76"/>
                  <a:gd name="T3" fmla="*/ 1 h 206"/>
                  <a:gd name="T4" fmla="*/ 8 w 76"/>
                  <a:gd name="T5" fmla="*/ 1 h 206"/>
                  <a:gd name="T6" fmla="*/ 1 w 76"/>
                  <a:gd name="T7" fmla="*/ 12 h 206"/>
                  <a:gd name="T8" fmla="*/ 53 w 76"/>
                  <a:gd name="T9" fmla="*/ 211 h 206"/>
                  <a:gd name="T10" fmla="*/ 69 w 76"/>
                  <a:gd name="T11" fmla="*/ 216 h 206"/>
                  <a:gd name="T12" fmla="*/ 69 w 76"/>
                  <a:gd name="T13" fmla="*/ 216 h 206"/>
                  <a:gd name="T14" fmla="*/ 80 w 76"/>
                  <a:gd name="T15" fmla="*/ 204 h 206"/>
                  <a:gd name="T16" fmla="*/ 18 w 76"/>
                  <a:gd name="T17" fmla="*/ 7 h 2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206">
                    <a:moveTo>
                      <a:pt x="18" y="7"/>
                    </a:moveTo>
                    <a:cubicBezTo>
                      <a:pt x="17" y="2"/>
                      <a:pt x="12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2"/>
                      <a:pt x="0" y="7"/>
                      <a:pt x="1" y="12"/>
                    </a:cubicBezTo>
                    <a:cubicBezTo>
                      <a:pt x="47" y="199"/>
                      <a:pt x="47" y="199"/>
                      <a:pt x="47" y="199"/>
                    </a:cubicBezTo>
                    <a:cubicBezTo>
                      <a:pt x="48" y="204"/>
                      <a:pt x="55" y="206"/>
                      <a:pt x="63" y="204"/>
                    </a:cubicBezTo>
                    <a:cubicBezTo>
                      <a:pt x="63" y="204"/>
                      <a:pt x="63" y="204"/>
                      <a:pt x="63" y="204"/>
                    </a:cubicBezTo>
                    <a:cubicBezTo>
                      <a:pt x="71" y="202"/>
                      <a:pt x="76" y="197"/>
                      <a:pt x="74" y="192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56">
                <a:extLst>
                  <a:ext uri="{FF2B5EF4-FFF2-40B4-BE49-F238E27FC236}">
                    <a16:creationId xmlns:a16="http://schemas.microsoft.com/office/drawing/2014/main" id="{D42BC460-4B34-4D73-8CAC-DBD454122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3648"/>
                <a:ext cx="47" cy="184"/>
              </a:xfrm>
              <a:custGeom>
                <a:avLst/>
                <a:gdLst>
                  <a:gd name="T0" fmla="*/ 44 w 47"/>
                  <a:gd name="T1" fmla="*/ 194 h 182"/>
                  <a:gd name="T2" fmla="*/ 0 w 47"/>
                  <a:gd name="T3" fmla="*/ 0 h 182"/>
                  <a:gd name="T4" fmla="*/ 44 w 47"/>
                  <a:gd name="T5" fmla="*/ 194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82">
                    <a:moveTo>
                      <a:pt x="44" y="18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7" y="130"/>
                      <a:pt x="44" y="182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57">
                <a:extLst>
                  <a:ext uri="{FF2B5EF4-FFF2-40B4-BE49-F238E27FC236}">
                    <a16:creationId xmlns:a16="http://schemas.microsoft.com/office/drawing/2014/main" id="{C66623CC-28AB-4138-817E-9393CB188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825"/>
                <a:ext cx="25" cy="15"/>
              </a:xfrm>
              <a:custGeom>
                <a:avLst/>
                <a:gdLst>
                  <a:gd name="T0" fmla="*/ 2 w 24"/>
                  <a:gd name="T1" fmla="*/ 15 h 15"/>
                  <a:gd name="T2" fmla="*/ 30 w 24"/>
                  <a:gd name="T3" fmla="*/ 9 h 15"/>
                  <a:gd name="T4" fmla="*/ 9 w 24"/>
                  <a:gd name="T5" fmla="*/ 3 h 15"/>
                  <a:gd name="T6" fmla="*/ 1 w 24"/>
                  <a:gd name="T7" fmla="*/ 1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5">
                    <a:moveTo>
                      <a:pt x="2" y="15"/>
                    </a:moveTo>
                    <a:cubicBezTo>
                      <a:pt x="1" y="4"/>
                      <a:pt x="18" y="6"/>
                      <a:pt x="24" y="9"/>
                    </a:cubicBezTo>
                    <a:cubicBezTo>
                      <a:pt x="20" y="3"/>
                      <a:pt x="17" y="0"/>
                      <a:pt x="9" y="3"/>
                    </a:cubicBezTo>
                    <a:cubicBezTo>
                      <a:pt x="5" y="4"/>
                      <a:pt x="0" y="8"/>
                      <a:pt x="1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58">
                <a:extLst>
                  <a:ext uri="{FF2B5EF4-FFF2-40B4-BE49-F238E27FC236}">
                    <a16:creationId xmlns:a16="http://schemas.microsoft.com/office/drawing/2014/main" id="{3BFBC911-620E-476C-BD3F-9D7087016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643"/>
                <a:ext cx="54" cy="180"/>
              </a:xfrm>
              <a:custGeom>
                <a:avLst/>
                <a:gdLst>
                  <a:gd name="T0" fmla="*/ 59 w 53"/>
                  <a:gd name="T1" fmla="*/ 190 h 178"/>
                  <a:gd name="T2" fmla="*/ 0 w 53"/>
                  <a:gd name="T3" fmla="*/ 0 h 178"/>
                  <a:gd name="T4" fmla="*/ 59 w 53"/>
                  <a:gd name="T5" fmla="*/ 190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78">
                    <a:moveTo>
                      <a:pt x="53" y="17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6" y="171"/>
                      <a:pt x="53" y="1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59">
                <a:extLst>
                  <a:ext uri="{FF2B5EF4-FFF2-40B4-BE49-F238E27FC236}">
                    <a16:creationId xmlns:a16="http://schemas.microsoft.com/office/drawing/2014/main" id="{BA1EC3F9-5E54-4D72-B512-C97468E28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3636"/>
                <a:ext cx="76" cy="208"/>
              </a:xfrm>
              <a:custGeom>
                <a:avLst/>
                <a:gdLst>
                  <a:gd name="T0" fmla="*/ 18 w 75"/>
                  <a:gd name="T1" fmla="*/ 7 h 206"/>
                  <a:gd name="T2" fmla="*/ 7 w 75"/>
                  <a:gd name="T3" fmla="*/ 1 h 206"/>
                  <a:gd name="T4" fmla="*/ 7 w 75"/>
                  <a:gd name="T5" fmla="*/ 1 h 206"/>
                  <a:gd name="T6" fmla="*/ 1 w 75"/>
                  <a:gd name="T7" fmla="*/ 12 h 206"/>
                  <a:gd name="T8" fmla="*/ 53 w 75"/>
                  <a:gd name="T9" fmla="*/ 212 h 206"/>
                  <a:gd name="T10" fmla="*/ 69 w 75"/>
                  <a:gd name="T11" fmla="*/ 216 h 206"/>
                  <a:gd name="T12" fmla="*/ 69 w 75"/>
                  <a:gd name="T13" fmla="*/ 216 h 206"/>
                  <a:gd name="T14" fmla="*/ 80 w 75"/>
                  <a:gd name="T15" fmla="*/ 204 h 206"/>
                  <a:gd name="T16" fmla="*/ 18 w 75"/>
                  <a:gd name="T17" fmla="*/ 7 h 2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206">
                    <a:moveTo>
                      <a:pt x="18" y="7"/>
                    </a:moveTo>
                    <a:cubicBezTo>
                      <a:pt x="17" y="3"/>
                      <a:pt x="12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3" y="3"/>
                      <a:pt x="0" y="7"/>
                      <a:pt x="1" y="12"/>
                    </a:cubicBezTo>
                    <a:cubicBezTo>
                      <a:pt x="47" y="200"/>
                      <a:pt x="47" y="200"/>
                      <a:pt x="47" y="200"/>
                    </a:cubicBezTo>
                    <a:cubicBezTo>
                      <a:pt x="48" y="204"/>
                      <a:pt x="55" y="206"/>
                      <a:pt x="63" y="204"/>
                    </a:cubicBezTo>
                    <a:cubicBezTo>
                      <a:pt x="63" y="204"/>
                      <a:pt x="63" y="204"/>
                      <a:pt x="63" y="204"/>
                    </a:cubicBezTo>
                    <a:cubicBezTo>
                      <a:pt x="70" y="202"/>
                      <a:pt x="75" y="197"/>
                      <a:pt x="74" y="192"/>
                    </a:cubicBezTo>
                    <a:lnTo>
                      <a:pt x="18" y="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60">
                <a:extLst>
                  <a:ext uri="{FF2B5EF4-FFF2-40B4-BE49-F238E27FC236}">
                    <a16:creationId xmlns:a16="http://schemas.microsoft.com/office/drawing/2014/main" id="{BDD1B3C1-3950-42E5-959F-0B1A45CAE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2329"/>
                <a:ext cx="145" cy="175"/>
              </a:xfrm>
              <a:custGeom>
                <a:avLst/>
                <a:gdLst>
                  <a:gd name="T0" fmla="*/ 147 w 144"/>
                  <a:gd name="T1" fmla="*/ 169 h 173"/>
                  <a:gd name="T2" fmla="*/ 146 w 144"/>
                  <a:gd name="T3" fmla="*/ 182 h 173"/>
                  <a:gd name="T4" fmla="*/ 146 w 144"/>
                  <a:gd name="T5" fmla="*/ 182 h 173"/>
                  <a:gd name="T6" fmla="*/ 133 w 144"/>
                  <a:gd name="T7" fmla="*/ 180 h 173"/>
                  <a:gd name="T8" fmla="*/ 3 w 144"/>
                  <a:gd name="T9" fmla="*/ 21 h 173"/>
                  <a:gd name="T10" fmla="*/ 8 w 144"/>
                  <a:gd name="T11" fmla="*/ 5 h 173"/>
                  <a:gd name="T12" fmla="*/ 8 w 144"/>
                  <a:gd name="T13" fmla="*/ 5 h 173"/>
                  <a:gd name="T14" fmla="*/ 25 w 144"/>
                  <a:gd name="T15" fmla="*/ 3 h 173"/>
                  <a:gd name="T16" fmla="*/ 147 w 144"/>
                  <a:gd name="T17" fmla="*/ 169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141" y="157"/>
                    </a:moveTo>
                    <a:cubicBezTo>
                      <a:pt x="144" y="161"/>
                      <a:pt x="143" y="167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36" y="173"/>
                      <a:pt x="130" y="172"/>
                      <a:pt x="127" y="168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17"/>
                      <a:pt x="2" y="10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4" y="0"/>
                      <a:pt x="22" y="0"/>
                      <a:pt x="25" y="3"/>
                    </a:cubicBezTo>
                    <a:lnTo>
                      <a:pt x="141" y="157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61">
                <a:extLst>
                  <a:ext uri="{FF2B5EF4-FFF2-40B4-BE49-F238E27FC236}">
                    <a16:creationId xmlns:a16="http://schemas.microsoft.com/office/drawing/2014/main" id="{D35215DE-AB0F-4679-88D3-320F28310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2353"/>
                <a:ext cx="122" cy="144"/>
              </a:xfrm>
              <a:custGeom>
                <a:avLst/>
                <a:gdLst>
                  <a:gd name="T0" fmla="*/ 0 w 121"/>
                  <a:gd name="T1" fmla="*/ 0 h 143"/>
                  <a:gd name="T2" fmla="*/ 127 w 121"/>
                  <a:gd name="T3" fmla="*/ 149 h 143"/>
                  <a:gd name="T4" fmla="*/ 0 w 121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43">
                    <a:moveTo>
                      <a:pt x="0" y="0"/>
                    </a:moveTo>
                    <a:cubicBezTo>
                      <a:pt x="121" y="143"/>
                      <a:pt x="121" y="143"/>
                      <a:pt x="121" y="143"/>
                    </a:cubicBezTo>
                    <a:cubicBezTo>
                      <a:pt x="121" y="143"/>
                      <a:pt x="44" y="28"/>
                      <a:pt x="0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62">
                <a:extLst>
                  <a:ext uri="{FF2B5EF4-FFF2-40B4-BE49-F238E27FC236}">
                    <a16:creationId xmlns:a16="http://schemas.microsoft.com/office/drawing/2014/main" id="{1C465124-D8B0-4F4F-9840-70E4962F9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2331"/>
                <a:ext cx="21" cy="23"/>
              </a:xfrm>
              <a:custGeom>
                <a:avLst/>
                <a:gdLst>
                  <a:gd name="T0" fmla="*/ 0 w 21"/>
                  <a:gd name="T1" fmla="*/ 20 h 22"/>
                  <a:gd name="T2" fmla="*/ 18 w 21"/>
                  <a:gd name="T3" fmla="*/ 0 h 22"/>
                  <a:gd name="T4" fmla="*/ 14 w 21"/>
                  <a:gd name="T5" fmla="*/ 21 h 22"/>
                  <a:gd name="T6" fmla="*/ 0 w 21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0" y="14"/>
                    </a:moveTo>
                    <a:cubicBezTo>
                      <a:pt x="8" y="22"/>
                      <a:pt x="16" y="6"/>
                      <a:pt x="18" y="0"/>
                    </a:cubicBezTo>
                    <a:cubicBezTo>
                      <a:pt x="20" y="6"/>
                      <a:pt x="21" y="11"/>
                      <a:pt x="14" y="15"/>
                    </a:cubicBezTo>
                    <a:cubicBezTo>
                      <a:pt x="10" y="18"/>
                      <a:pt x="4" y="19"/>
                      <a:pt x="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63">
                <a:extLst>
                  <a:ext uri="{FF2B5EF4-FFF2-40B4-BE49-F238E27FC236}">
                    <a16:creationId xmlns:a16="http://schemas.microsoft.com/office/drawing/2014/main" id="{92F1A155-C2B3-40A5-91BF-A9A42BE33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339"/>
                <a:ext cx="114" cy="149"/>
              </a:xfrm>
              <a:custGeom>
                <a:avLst/>
                <a:gdLst>
                  <a:gd name="T0" fmla="*/ 0 w 113"/>
                  <a:gd name="T1" fmla="*/ 0 h 147"/>
                  <a:gd name="T2" fmla="*/ 119 w 113"/>
                  <a:gd name="T3" fmla="*/ 159 h 147"/>
                  <a:gd name="T4" fmla="*/ 0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0" y="0"/>
                    </a:moveTo>
                    <a:cubicBezTo>
                      <a:pt x="113" y="147"/>
                      <a:pt x="113" y="147"/>
                      <a:pt x="113" y="147"/>
                    </a:cubicBezTo>
                    <a:cubicBezTo>
                      <a:pt x="113" y="147"/>
                      <a:pt x="2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64">
                <a:extLst>
                  <a:ext uri="{FF2B5EF4-FFF2-40B4-BE49-F238E27FC236}">
                    <a16:creationId xmlns:a16="http://schemas.microsoft.com/office/drawing/2014/main" id="{2C212B54-99D7-4CD9-8C86-AFFBBD38C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2329"/>
                <a:ext cx="145" cy="175"/>
              </a:xfrm>
              <a:custGeom>
                <a:avLst/>
                <a:gdLst>
                  <a:gd name="T0" fmla="*/ 147 w 144"/>
                  <a:gd name="T1" fmla="*/ 169 h 173"/>
                  <a:gd name="T2" fmla="*/ 146 w 144"/>
                  <a:gd name="T3" fmla="*/ 182 h 173"/>
                  <a:gd name="T4" fmla="*/ 146 w 144"/>
                  <a:gd name="T5" fmla="*/ 182 h 173"/>
                  <a:gd name="T6" fmla="*/ 134 w 144"/>
                  <a:gd name="T7" fmla="*/ 180 h 173"/>
                  <a:gd name="T8" fmla="*/ 3 w 144"/>
                  <a:gd name="T9" fmla="*/ 21 h 173"/>
                  <a:gd name="T10" fmla="*/ 9 w 144"/>
                  <a:gd name="T11" fmla="*/ 5 h 173"/>
                  <a:gd name="T12" fmla="*/ 9 w 144"/>
                  <a:gd name="T13" fmla="*/ 5 h 173"/>
                  <a:gd name="T14" fmla="*/ 25 w 144"/>
                  <a:gd name="T15" fmla="*/ 3 h 173"/>
                  <a:gd name="T16" fmla="*/ 147 w 144"/>
                  <a:gd name="T17" fmla="*/ 169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141" y="157"/>
                    </a:moveTo>
                    <a:cubicBezTo>
                      <a:pt x="144" y="161"/>
                      <a:pt x="144" y="167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36" y="173"/>
                      <a:pt x="131" y="172"/>
                      <a:pt x="128" y="168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17"/>
                      <a:pt x="3" y="10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5" y="0"/>
                      <a:pt x="22" y="0"/>
                      <a:pt x="25" y="3"/>
                    </a:cubicBezTo>
                    <a:lnTo>
                      <a:pt x="141" y="15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65">
                <a:extLst>
                  <a:ext uri="{FF2B5EF4-FFF2-40B4-BE49-F238E27FC236}">
                    <a16:creationId xmlns:a16="http://schemas.microsoft.com/office/drawing/2014/main" id="{C22AB769-3129-475E-9202-91641BC7C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" y="2903"/>
                <a:ext cx="213" cy="37"/>
              </a:xfrm>
              <a:custGeom>
                <a:avLst/>
                <a:gdLst>
                  <a:gd name="T0" fmla="*/ 214 w 211"/>
                  <a:gd name="T1" fmla="*/ 24 h 36"/>
                  <a:gd name="T2" fmla="*/ 223 w 211"/>
                  <a:gd name="T3" fmla="*/ 33 h 36"/>
                  <a:gd name="T4" fmla="*/ 223 w 211"/>
                  <a:gd name="T5" fmla="*/ 33 h 36"/>
                  <a:gd name="T6" fmla="*/ 213 w 211"/>
                  <a:gd name="T7" fmla="*/ 41 h 36"/>
                  <a:gd name="T8" fmla="*/ 8 w 211"/>
                  <a:gd name="T9" fmla="*/ 34 h 36"/>
                  <a:gd name="T10" fmla="*/ 1 w 211"/>
                  <a:gd name="T11" fmla="*/ 14 h 36"/>
                  <a:gd name="T12" fmla="*/ 1 w 211"/>
                  <a:gd name="T13" fmla="*/ 14 h 36"/>
                  <a:gd name="T14" fmla="*/ 10 w 211"/>
                  <a:gd name="T15" fmla="*/ 0 h 36"/>
                  <a:gd name="T16" fmla="*/ 214 w 211"/>
                  <a:gd name="T17" fmla="*/ 24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36">
                    <a:moveTo>
                      <a:pt x="202" y="18"/>
                    </a:moveTo>
                    <a:cubicBezTo>
                      <a:pt x="207" y="18"/>
                      <a:pt x="211" y="2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0" y="32"/>
                      <a:pt x="206" y="36"/>
                      <a:pt x="201" y="3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4" y="28"/>
                      <a:pt x="0" y="21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6"/>
                      <a:pt x="5" y="0"/>
                      <a:pt x="10" y="0"/>
                    </a:cubicBezTo>
                    <a:lnTo>
                      <a:pt x="202" y="18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66">
                <a:extLst>
                  <a:ext uri="{FF2B5EF4-FFF2-40B4-BE49-F238E27FC236}">
                    <a16:creationId xmlns:a16="http://schemas.microsoft.com/office/drawing/2014/main" id="{A736E5E5-EAC8-4551-B5D3-A471F930D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" y="2915"/>
                <a:ext cx="190" cy="21"/>
              </a:xfrm>
              <a:custGeom>
                <a:avLst/>
                <a:gdLst>
                  <a:gd name="T0" fmla="*/ 0 w 188"/>
                  <a:gd name="T1" fmla="*/ 15 h 21"/>
                  <a:gd name="T2" fmla="*/ 200 w 188"/>
                  <a:gd name="T3" fmla="*/ 21 h 21"/>
                  <a:gd name="T4" fmla="*/ 0 w 188"/>
                  <a:gd name="T5" fmla="*/ 1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21">
                    <a:moveTo>
                      <a:pt x="0" y="15"/>
                    </a:moveTo>
                    <a:cubicBezTo>
                      <a:pt x="188" y="21"/>
                      <a:pt x="188" y="21"/>
                      <a:pt x="188" y="21"/>
                    </a:cubicBezTo>
                    <a:cubicBezTo>
                      <a:pt x="188" y="21"/>
                      <a:pt x="51" y="0"/>
                      <a:pt x="0" y="15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67">
                <a:extLst>
                  <a:ext uri="{FF2B5EF4-FFF2-40B4-BE49-F238E27FC236}">
                    <a16:creationId xmlns:a16="http://schemas.microsoft.com/office/drawing/2014/main" id="{8AEC36D6-721F-4ECB-A208-819FB6BA5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2905"/>
                <a:ext cx="12" cy="25"/>
              </a:xfrm>
              <a:custGeom>
                <a:avLst/>
                <a:gdLst>
                  <a:gd name="T0" fmla="*/ 0 w 12"/>
                  <a:gd name="T1" fmla="*/ 29 h 24"/>
                  <a:gd name="T2" fmla="*/ 2 w 12"/>
                  <a:gd name="T3" fmla="*/ 0 h 24"/>
                  <a:gd name="T4" fmla="*/ 10 w 12"/>
                  <a:gd name="T5" fmla="*/ 19 h 24"/>
                  <a:gd name="T6" fmla="*/ 1 w 12"/>
                  <a:gd name="T7" fmla="*/ 3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0" y="23"/>
                    </a:moveTo>
                    <a:cubicBezTo>
                      <a:pt x="11" y="22"/>
                      <a:pt x="5" y="5"/>
                      <a:pt x="2" y="0"/>
                    </a:cubicBezTo>
                    <a:cubicBezTo>
                      <a:pt x="8" y="3"/>
                      <a:pt x="12" y="6"/>
                      <a:pt x="10" y="13"/>
                    </a:cubicBezTo>
                    <a:cubicBezTo>
                      <a:pt x="10" y="18"/>
                      <a:pt x="7" y="23"/>
                      <a:pt x="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68">
                <a:extLst>
                  <a:ext uri="{FF2B5EF4-FFF2-40B4-BE49-F238E27FC236}">
                    <a16:creationId xmlns:a16="http://schemas.microsoft.com/office/drawing/2014/main" id="{BF72EC34-454E-45B0-8494-6CC158933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2905"/>
                <a:ext cx="186" cy="17"/>
              </a:xfrm>
              <a:custGeom>
                <a:avLst/>
                <a:gdLst>
                  <a:gd name="T0" fmla="*/ 0 w 184"/>
                  <a:gd name="T1" fmla="*/ 0 h 16"/>
                  <a:gd name="T2" fmla="*/ 196 w 184"/>
                  <a:gd name="T3" fmla="*/ 22 h 16"/>
                  <a:gd name="T4" fmla="*/ 0 w 18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16">
                    <a:moveTo>
                      <a:pt x="0" y="0"/>
                    </a:moveTo>
                    <a:cubicBezTo>
                      <a:pt x="184" y="16"/>
                      <a:pt x="184" y="16"/>
                      <a:pt x="184" y="16"/>
                    </a:cubicBezTo>
                    <a:cubicBezTo>
                      <a:pt x="184" y="16"/>
                      <a:pt x="8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69">
                <a:extLst>
                  <a:ext uri="{FF2B5EF4-FFF2-40B4-BE49-F238E27FC236}">
                    <a16:creationId xmlns:a16="http://schemas.microsoft.com/office/drawing/2014/main" id="{75705987-EECB-4DB1-BAB5-D5845951B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" y="2903"/>
                <a:ext cx="213" cy="37"/>
              </a:xfrm>
              <a:custGeom>
                <a:avLst/>
                <a:gdLst>
                  <a:gd name="T0" fmla="*/ 214 w 211"/>
                  <a:gd name="T1" fmla="*/ 24 h 36"/>
                  <a:gd name="T2" fmla="*/ 222 w 211"/>
                  <a:gd name="T3" fmla="*/ 33 h 36"/>
                  <a:gd name="T4" fmla="*/ 222 w 211"/>
                  <a:gd name="T5" fmla="*/ 33 h 36"/>
                  <a:gd name="T6" fmla="*/ 213 w 211"/>
                  <a:gd name="T7" fmla="*/ 42 h 36"/>
                  <a:gd name="T8" fmla="*/ 8 w 211"/>
                  <a:gd name="T9" fmla="*/ 34 h 36"/>
                  <a:gd name="T10" fmla="*/ 0 w 211"/>
                  <a:gd name="T11" fmla="*/ 14 h 36"/>
                  <a:gd name="T12" fmla="*/ 0 w 211"/>
                  <a:gd name="T13" fmla="*/ 14 h 36"/>
                  <a:gd name="T14" fmla="*/ 10 w 211"/>
                  <a:gd name="T15" fmla="*/ 0 h 36"/>
                  <a:gd name="T16" fmla="*/ 214 w 211"/>
                  <a:gd name="T17" fmla="*/ 24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36">
                    <a:moveTo>
                      <a:pt x="202" y="18"/>
                    </a:moveTo>
                    <a:cubicBezTo>
                      <a:pt x="207" y="18"/>
                      <a:pt x="211" y="23"/>
                      <a:pt x="210" y="27"/>
                    </a:cubicBezTo>
                    <a:cubicBezTo>
                      <a:pt x="210" y="27"/>
                      <a:pt x="210" y="27"/>
                      <a:pt x="210" y="27"/>
                    </a:cubicBezTo>
                    <a:cubicBezTo>
                      <a:pt x="210" y="32"/>
                      <a:pt x="206" y="36"/>
                      <a:pt x="201" y="36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3" y="28"/>
                      <a:pt x="0" y="2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6"/>
                      <a:pt x="5" y="0"/>
                      <a:pt x="10" y="0"/>
                    </a:cubicBezTo>
                    <a:lnTo>
                      <a:pt x="202" y="1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70">
                <a:extLst>
                  <a:ext uri="{FF2B5EF4-FFF2-40B4-BE49-F238E27FC236}">
                    <a16:creationId xmlns:a16="http://schemas.microsoft.com/office/drawing/2014/main" id="{3A894466-6E12-413A-8825-47E2A4ED7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3273"/>
                <a:ext cx="208" cy="75"/>
              </a:xfrm>
              <a:custGeom>
                <a:avLst/>
                <a:gdLst>
                  <a:gd name="T0" fmla="*/ 206 w 206"/>
                  <a:gd name="T1" fmla="*/ 1 h 74"/>
                  <a:gd name="T2" fmla="*/ 217 w 206"/>
                  <a:gd name="T3" fmla="*/ 7 h 74"/>
                  <a:gd name="T4" fmla="*/ 217 w 206"/>
                  <a:gd name="T5" fmla="*/ 7 h 74"/>
                  <a:gd name="T6" fmla="*/ 211 w 206"/>
                  <a:gd name="T7" fmla="*/ 18 h 74"/>
                  <a:gd name="T8" fmla="*/ 14 w 206"/>
                  <a:gd name="T9" fmla="*/ 79 h 74"/>
                  <a:gd name="T10" fmla="*/ 2 w 206"/>
                  <a:gd name="T11" fmla="*/ 67 h 74"/>
                  <a:gd name="T12" fmla="*/ 2 w 206"/>
                  <a:gd name="T13" fmla="*/ 67 h 74"/>
                  <a:gd name="T14" fmla="*/ 6 w 206"/>
                  <a:gd name="T15" fmla="*/ 52 h 74"/>
                  <a:gd name="T16" fmla="*/ 206 w 206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4">
                    <a:moveTo>
                      <a:pt x="194" y="1"/>
                    </a:moveTo>
                    <a:cubicBezTo>
                      <a:pt x="199" y="0"/>
                      <a:pt x="204" y="2"/>
                      <a:pt x="205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6" y="12"/>
                      <a:pt x="203" y="17"/>
                      <a:pt x="199" y="18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9" y="74"/>
                      <a:pt x="4" y="69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0" y="54"/>
                      <a:pt x="2" y="47"/>
                      <a:pt x="6" y="46"/>
                    </a:cubicBezTo>
                    <a:lnTo>
                      <a:pt x="194" y="1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71">
                <a:extLst>
                  <a:ext uri="{FF2B5EF4-FFF2-40B4-BE49-F238E27FC236}">
                    <a16:creationId xmlns:a16="http://schemas.microsoft.com/office/drawing/2014/main" id="{DC73B640-A9B8-4ABA-A1B3-C2D7E05F5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" y="3288"/>
                <a:ext cx="182" cy="55"/>
              </a:xfrm>
              <a:custGeom>
                <a:avLst/>
                <a:gdLst>
                  <a:gd name="T0" fmla="*/ 0 w 180"/>
                  <a:gd name="T1" fmla="*/ 60 h 54"/>
                  <a:gd name="T2" fmla="*/ 192 w 180"/>
                  <a:gd name="T3" fmla="*/ 0 h 54"/>
                  <a:gd name="T4" fmla="*/ 0 w 180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4">
                    <a:moveTo>
                      <a:pt x="0" y="54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44" y="24"/>
                      <a:pt x="0" y="54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72">
                <a:extLst>
                  <a:ext uri="{FF2B5EF4-FFF2-40B4-BE49-F238E27FC236}">
                    <a16:creationId xmlns:a16="http://schemas.microsoft.com/office/drawing/2014/main" id="{F1A90F17-9F0D-4E09-AA39-629210AC6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" y="3323"/>
                <a:ext cx="16" cy="22"/>
              </a:xfrm>
              <a:custGeom>
                <a:avLst/>
                <a:gdLst>
                  <a:gd name="T0" fmla="*/ 6 w 16"/>
                  <a:gd name="T1" fmla="*/ 22 h 22"/>
                  <a:gd name="T2" fmla="*/ 0 w 16"/>
                  <a:gd name="T3" fmla="*/ 0 h 22"/>
                  <a:gd name="T4" fmla="*/ 12 w 16"/>
                  <a:gd name="T5" fmla="*/ 9 h 22"/>
                  <a:gd name="T6" fmla="*/ 7 w 16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6" y="22"/>
                    </a:moveTo>
                    <a:cubicBezTo>
                      <a:pt x="16" y="17"/>
                      <a:pt x="5" y="4"/>
                      <a:pt x="0" y="0"/>
                    </a:cubicBezTo>
                    <a:cubicBezTo>
                      <a:pt x="6" y="0"/>
                      <a:pt x="11" y="2"/>
                      <a:pt x="12" y="9"/>
                    </a:cubicBezTo>
                    <a:cubicBezTo>
                      <a:pt x="13" y="14"/>
                      <a:pt x="12" y="20"/>
                      <a:pt x="7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73">
                <a:extLst>
                  <a:ext uri="{FF2B5EF4-FFF2-40B4-BE49-F238E27FC236}">
                    <a16:creationId xmlns:a16="http://schemas.microsoft.com/office/drawing/2014/main" id="{7AFC7351-FC15-48EB-8009-15B7F9A09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3274"/>
                <a:ext cx="182" cy="48"/>
              </a:xfrm>
              <a:custGeom>
                <a:avLst/>
                <a:gdLst>
                  <a:gd name="T0" fmla="*/ 0 w 180"/>
                  <a:gd name="T1" fmla="*/ 50 h 47"/>
                  <a:gd name="T2" fmla="*/ 192 w 180"/>
                  <a:gd name="T3" fmla="*/ 0 h 47"/>
                  <a:gd name="T4" fmla="*/ 0 w 180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47">
                    <a:moveTo>
                      <a:pt x="0" y="44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10" y="47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74">
                <a:extLst>
                  <a:ext uri="{FF2B5EF4-FFF2-40B4-BE49-F238E27FC236}">
                    <a16:creationId xmlns:a16="http://schemas.microsoft.com/office/drawing/2014/main" id="{30E39311-82F6-4603-AF50-53C2E7E48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3273"/>
                <a:ext cx="209" cy="75"/>
              </a:xfrm>
              <a:custGeom>
                <a:avLst/>
                <a:gdLst>
                  <a:gd name="T0" fmla="*/ 207 w 207"/>
                  <a:gd name="T1" fmla="*/ 1 h 74"/>
                  <a:gd name="T2" fmla="*/ 218 w 207"/>
                  <a:gd name="T3" fmla="*/ 7 h 74"/>
                  <a:gd name="T4" fmla="*/ 218 w 207"/>
                  <a:gd name="T5" fmla="*/ 7 h 74"/>
                  <a:gd name="T6" fmla="*/ 212 w 207"/>
                  <a:gd name="T7" fmla="*/ 18 h 74"/>
                  <a:gd name="T8" fmla="*/ 15 w 207"/>
                  <a:gd name="T9" fmla="*/ 79 h 74"/>
                  <a:gd name="T10" fmla="*/ 2 w 207"/>
                  <a:gd name="T11" fmla="*/ 68 h 74"/>
                  <a:gd name="T12" fmla="*/ 2 w 207"/>
                  <a:gd name="T13" fmla="*/ 68 h 74"/>
                  <a:gd name="T14" fmla="*/ 7 w 207"/>
                  <a:gd name="T15" fmla="*/ 52 h 74"/>
                  <a:gd name="T16" fmla="*/ 207 w 207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4">
                    <a:moveTo>
                      <a:pt x="195" y="1"/>
                    </a:moveTo>
                    <a:cubicBezTo>
                      <a:pt x="200" y="0"/>
                      <a:pt x="205" y="3"/>
                      <a:pt x="206" y="7"/>
                    </a:cubicBezTo>
                    <a:cubicBezTo>
                      <a:pt x="206" y="7"/>
                      <a:pt x="206" y="7"/>
                      <a:pt x="206" y="7"/>
                    </a:cubicBezTo>
                    <a:cubicBezTo>
                      <a:pt x="207" y="12"/>
                      <a:pt x="204" y="17"/>
                      <a:pt x="200" y="18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0" y="74"/>
                      <a:pt x="5" y="69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4"/>
                      <a:pt x="3" y="47"/>
                      <a:pt x="7" y="46"/>
                    </a:cubicBezTo>
                    <a:lnTo>
                      <a:pt x="195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75">
                <a:extLst>
                  <a:ext uri="{FF2B5EF4-FFF2-40B4-BE49-F238E27FC236}">
                    <a16:creationId xmlns:a16="http://schemas.microsoft.com/office/drawing/2014/main" id="{16275472-1ED5-4D33-982E-E17B572B2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3608"/>
                <a:ext cx="95" cy="203"/>
              </a:xfrm>
              <a:custGeom>
                <a:avLst/>
                <a:gdLst>
                  <a:gd name="T0" fmla="*/ 82 w 94"/>
                  <a:gd name="T1" fmla="*/ 7 h 201"/>
                  <a:gd name="T2" fmla="*/ 93 w 94"/>
                  <a:gd name="T3" fmla="*/ 1 h 201"/>
                  <a:gd name="T4" fmla="*/ 93 w 94"/>
                  <a:gd name="T5" fmla="*/ 1 h 201"/>
                  <a:gd name="T6" fmla="*/ 98 w 94"/>
                  <a:gd name="T7" fmla="*/ 13 h 201"/>
                  <a:gd name="T8" fmla="*/ 28 w 94"/>
                  <a:gd name="T9" fmla="*/ 207 h 201"/>
                  <a:gd name="T10" fmla="*/ 11 w 94"/>
                  <a:gd name="T11" fmla="*/ 210 h 201"/>
                  <a:gd name="T12" fmla="*/ 11 w 94"/>
                  <a:gd name="T13" fmla="*/ 210 h 201"/>
                  <a:gd name="T14" fmla="*/ 1 w 94"/>
                  <a:gd name="T15" fmla="*/ 197 h 201"/>
                  <a:gd name="T16" fmla="*/ 82 w 94"/>
                  <a:gd name="T17" fmla="*/ 7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201">
                    <a:moveTo>
                      <a:pt x="76" y="7"/>
                    </a:moveTo>
                    <a:cubicBezTo>
                      <a:pt x="77" y="2"/>
                      <a:pt x="83" y="0"/>
                      <a:pt x="87" y="1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92" y="3"/>
                      <a:pt x="94" y="8"/>
                      <a:pt x="92" y="13"/>
                    </a:cubicBezTo>
                    <a:cubicBezTo>
                      <a:pt x="28" y="195"/>
                      <a:pt x="28" y="195"/>
                      <a:pt x="28" y="195"/>
                    </a:cubicBezTo>
                    <a:cubicBezTo>
                      <a:pt x="26" y="199"/>
                      <a:pt x="19" y="201"/>
                      <a:pt x="11" y="198"/>
                    </a:cubicBezTo>
                    <a:cubicBezTo>
                      <a:pt x="11" y="198"/>
                      <a:pt x="11" y="198"/>
                      <a:pt x="11" y="198"/>
                    </a:cubicBezTo>
                    <a:cubicBezTo>
                      <a:pt x="4" y="195"/>
                      <a:pt x="0" y="189"/>
                      <a:pt x="1" y="185"/>
                    </a:cubicBezTo>
                    <a:lnTo>
                      <a:pt x="76" y="7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76">
                <a:extLst>
                  <a:ext uri="{FF2B5EF4-FFF2-40B4-BE49-F238E27FC236}">
                    <a16:creationId xmlns:a16="http://schemas.microsoft.com/office/drawing/2014/main" id="{FA0E7EBF-EA44-480E-A4B6-E4B23695C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3621"/>
                <a:ext cx="62" cy="179"/>
              </a:xfrm>
              <a:custGeom>
                <a:avLst/>
                <a:gdLst>
                  <a:gd name="T0" fmla="*/ 0 w 62"/>
                  <a:gd name="T1" fmla="*/ 189 h 177"/>
                  <a:gd name="T2" fmla="*/ 62 w 62"/>
                  <a:gd name="T3" fmla="*/ 0 h 177"/>
                  <a:gd name="T4" fmla="*/ 0 w 62"/>
                  <a:gd name="T5" fmla="*/ 189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77">
                    <a:moveTo>
                      <a:pt x="0" y="177"/>
                    </a:move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1" y="124"/>
                      <a:pt x="0" y="177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77">
                <a:extLst>
                  <a:ext uri="{FF2B5EF4-FFF2-40B4-BE49-F238E27FC236}">
                    <a16:creationId xmlns:a16="http://schemas.microsoft.com/office/drawing/2014/main" id="{6D4041F5-4FA1-4DA3-B015-8294E5DFE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3791"/>
                <a:ext cx="23" cy="16"/>
              </a:xfrm>
              <a:custGeom>
                <a:avLst/>
                <a:gdLst>
                  <a:gd name="T0" fmla="*/ 21 w 23"/>
                  <a:gd name="T1" fmla="*/ 16 h 16"/>
                  <a:gd name="T2" fmla="*/ 0 w 23"/>
                  <a:gd name="T3" fmla="*/ 8 h 16"/>
                  <a:gd name="T4" fmla="*/ 14 w 23"/>
                  <a:gd name="T5" fmla="*/ 3 h 16"/>
                  <a:gd name="T6" fmla="*/ 22 w 23"/>
                  <a:gd name="T7" fmla="*/ 1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6">
                    <a:moveTo>
                      <a:pt x="21" y="16"/>
                    </a:moveTo>
                    <a:cubicBezTo>
                      <a:pt x="23" y="5"/>
                      <a:pt x="5" y="6"/>
                      <a:pt x="0" y="8"/>
                    </a:cubicBezTo>
                    <a:cubicBezTo>
                      <a:pt x="4" y="3"/>
                      <a:pt x="7" y="0"/>
                      <a:pt x="14" y="3"/>
                    </a:cubicBezTo>
                    <a:cubicBezTo>
                      <a:pt x="19" y="5"/>
                      <a:pt x="23" y="10"/>
                      <a:pt x="22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78">
                <a:extLst>
                  <a:ext uri="{FF2B5EF4-FFF2-40B4-BE49-F238E27FC236}">
                    <a16:creationId xmlns:a16="http://schemas.microsoft.com/office/drawing/2014/main" id="{DCA9E3E1-4CCB-4B15-931B-4FDCFD574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3615"/>
                <a:ext cx="70" cy="173"/>
              </a:xfrm>
              <a:custGeom>
                <a:avLst/>
                <a:gdLst>
                  <a:gd name="T0" fmla="*/ 0 w 70"/>
                  <a:gd name="T1" fmla="*/ 183 h 171"/>
                  <a:gd name="T2" fmla="*/ 70 w 70"/>
                  <a:gd name="T3" fmla="*/ 0 h 171"/>
                  <a:gd name="T4" fmla="*/ 0 w 70"/>
                  <a:gd name="T5" fmla="*/ 183 h 1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71">
                    <a:moveTo>
                      <a:pt x="0" y="171"/>
                    </a:move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7" y="165"/>
                      <a:pt x="0" y="1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79">
                <a:extLst>
                  <a:ext uri="{FF2B5EF4-FFF2-40B4-BE49-F238E27FC236}">
                    <a16:creationId xmlns:a16="http://schemas.microsoft.com/office/drawing/2014/main" id="{766E6FC4-5C5D-47A4-9183-FB6EDC5F0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3608"/>
                <a:ext cx="95" cy="203"/>
              </a:xfrm>
              <a:custGeom>
                <a:avLst/>
                <a:gdLst>
                  <a:gd name="T0" fmla="*/ 82 w 94"/>
                  <a:gd name="T1" fmla="*/ 7 h 201"/>
                  <a:gd name="T2" fmla="*/ 93 w 94"/>
                  <a:gd name="T3" fmla="*/ 2 h 201"/>
                  <a:gd name="T4" fmla="*/ 93 w 94"/>
                  <a:gd name="T5" fmla="*/ 2 h 201"/>
                  <a:gd name="T6" fmla="*/ 98 w 94"/>
                  <a:gd name="T7" fmla="*/ 13 h 201"/>
                  <a:gd name="T8" fmla="*/ 28 w 94"/>
                  <a:gd name="T9" fmla="*/ 207 h 201"/>
                  <a:gd name="T10" fmla="*/ 12 w 94"/>
                  <a:gd name="T11" fmla="*/ 210 h 201"/>
                  <a:gd name="T12" fmla="*/ 12 w 94"/>
                  <a:gd name="T13" fmla="*/ 210 h 201"/>
                  <a:gd name="T14" fmla="*/ 2 w 94"/>
                  <a:gd name="T15" fmla="*/ 197 h 201"/>
                  <a:gd name="T16" fmla="*/ 82 w 94"/>
                  <a:gd name="T17" fmla="*/ 7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201">
                    <a:moveTo>
                      <a:pt x="76" y="7"/>
                    </a:moveTo>
                    <a:cubicBezTo>
                      <a:pt x="78" y="2"/>
                      <a:pt x="83" y="0"/>
                      <a:pt x="87" y="2"/>
                    </a:cubicBezTo>
                    <a:cubicBezTo>
                      <a:pt x="87" y="2"/>
                      <a:pt x="87" y="2"/>
                      <a:pt x="87" y="2"/>
                    </a:cubicBezTo>
                    <a:cubicBezTo>
                      <a:pt x="92" y="4"/>
                      <a:pt x="94" y="9"/>
                      <a:pt x="92" y="13"/>
                    </a:cubicBezTo>
                    <a:cubicBezTo>
                      <a:pt x="28" y="195"/>
                      <a:pt x="28" y="195"/>
                      <a:pt x="28" y="195"/>
                    </a:cubicBezTo>
                    <a:cubicBezTo>
                      <a:pt x="26" y="200"/>
                      <a:pt x="19" y="201"/>
                      <a:pt x="12" y="198"/>
                    </a:cubicBezTo>
                    <a:cubicBezTo>
                      <a:pt x="12" y="198"/>
                      <a:pt x="12" y="198"/>
                      <a:pt x="12" y="198"/>
                    </a:cubicBezTo>
                    <a:cubicBezTo>
                      <a:pt x="4" y="195"/>
                      <a:pt x="0" y="190"/>
                      <a:pt x="2" y="185"/>
                    </a:cubicBezTo>
                    <a:lnTo>
                      <a:pt x="76" y="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Oval 80">
                <a:extLst>
                  <a:ext uri="{FF2B5EF4-FFF2-40B4-BE49-F238E27FC236}">
                    <a16:creationId xmlns:a16="http://schemas.microsoft.com/office/drawing/2014/main" id="{77055BAD-A84D-41E6-9FB6-04BD7B6F5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" y="2245"/>
                <a:ext cx="1491" cy="1491"/>
              </a:xfrm>
              <a:prstGeom prst="ellipse">
                <a:avLst/>
              </a:prstGeom>
              <a:solidFill>
                <a:srgbClr val="67B6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6" name="Freeform 81">
                <a:extLst>
                  <a:ext uri="{FF2B5EF4-FFF2-40B4-BE49-F238E27FC236}">
                    <a16:creationId xmlns:a16="http://schemas.microsoft.com/office/drawing/2014/main" id="{BF9F8831-0EDC-4787-A6F1-CAB2D337D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2452"/>
                <a:ext cx="271" cy="1101"/>
              </a:xfrm>
              <a:custGeom>
                <a:avLst/>
                <a:gdLst>
                  <a:gd name="T0" fmla="*/ 286 w 268"/>
                  <a:gd name="T1" fmla="*/ 1157 h 1090"/>
                  <a:gd name="T2" fmla="*/ 8 w 268"/>
                  <a:gd name="T3" fmla="*/ 593 h 1090"/>
                  <a:gd name="T4" fmla="*/ 283 w 268"/>
                  <a:gd name="T5" fmla="*/ 2 h 1090"/>
                  <a:gd name="T6" fmla="*/ 286 w 268"/>
                  <a:gd name="T7" fmla="*/ 0 h 1090"/>
                  <a:gd name="T8" fmla="*/ 62 w 268"/>
                  <a:gd name="T9" fmla="*/ 585 h 1090"/>
                  <a:gd name="T10" fmla="*/ 286 w 268"/>
                  <a:gd name="T11" fmla="*/ 1157 h 10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8" h="1090">
                    <a:moveTo>
                      <a:pt x="268" y="1090"/>
                    </a:moveTo>
                    <a:cubicBezTo>
                      <a:pt x="268" y="1090"/>
                      <a:pt x="16" y="885"/>
                      <a:pt x="8" y="557"/>
                    </a:cubicBezTo>
                    <a:cubicBezTo>
                      <a:pt x="0" y="215"/>
                      <a:pt x="238" y="23"/>
                      <a:pt x="265" y="2"/>
                    </a:cubicBezTo>
                    <a:cubicBezTo>
                      <a:pt x="267" y="0"/>
                      <a:pt x="268" y="0"/>
                      <a:pt x="268" y="0"/>
                    </a:cubicBezTo>
                    <a:cubicBezTo>
                      <a:pt x="268" y="0"/>
                      <a:pt x="56" y="232"/>
                      <a:pt x="56" y="549"/>
                    </a:cubicBezTo>
                    <a:cubicBezTo>
                      <a:pt x="56" y="866"/>
                      <a:pt x="268" y="1090"/>
                      <a:pt x="268" y="1090"/>
                    </a:cubicBezTo>
                    <a:close/>
                  </a:path>
                </a:pathLst>
              </a:custGeom>
              <a:solidFill>
                <a:srgbClr val="8CC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82">
                <a:extLst>
                  <a:ext uri="{FF2B5EF4-FFF2-40B4-BE49-F238E27FC236}">
                    <a16:creationId xmlns:a16="http://schemas.microsoft.com/office/drawing/2014/main" id="{951B711C-D983-4285-BCB5-54EB908ED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444"/>
                <a:ext cx="271" cy="1101"/>
              </a:xfrm>
              <a:custGeom>
                <a:avLst/>
                <a:gdLst>
                  <a:gd name="T0" fmla="*/ 0 w 268"/>
                  <a:gd name="T1" fmla="*/ 1157 h 1090"/>
                  <a:gd name="T2" fmla="*/ 277 w 268"/>
                  <a:gd name="T3" fmla="*/ 593 h 1090"/>
                  <a:gd name="T4" fmla="*/ 2 w 268"/>
                  <a:gd name="T5" fmla="*/ 2 h 1090"/>
                  <a:gd name="T6" fmla="*/ 0 w 268"/>
                  <a:gd name="T7" fmla="*/ 0 h 1090"/>
                  <a:gd name="T8" fmla="*/ 223 w 268"/>
                  <a:gd name="T9" fmla="*/ 585 h 1090"/>
                  <a:gd name="T10" fmla="*/ 0 w 268"/>
                  <a:gd name="T11" fmla="*/ 1157 h 10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8" h="1090">
                    <a:moveTo>
                      <a:pt x="0" y="1090"/>
                    </a:moveTo>
                    <a:cubicBezTo>
                      <a:pt x="0" y="1090"/>
                      <a:pt x="251" y="885"/>
                      <a:pt x="259" y="557"/>
                    </a:cubicBezTo>
                    <a:cubicBezTo>
                      <a:pt x="268" y="215"/>
                      <a:pt x="30" y="2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211" y="232"/>
                      <a:pt x="211" y="549"/>
                    </a:cubicBezTo>
                    <a:cubicBezTo>
                      <a:pt x="211" y="866"/>
                      <a:pt x="0" y="1090"/>
                      <a:pt x="0" y="1090"/>
                    </a:cubicBezTo>
                    <a:close/>
                  </a:path>
                </a:pathLst>
              </a:custGeom>
              <a:solidFill>
                <a:srgbClr val="129C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Oval 83">
                <a:extLst>
                  <a:ext uri="{FF2B5EF4-FFF2-40B4-BE49-F238E27FC236}">
                    <a16:creationId xmlns:a16="http://schemas.microsoft.com/office/drawing/2014/main" id="{0ECB5E0B-CCED-4F48-91D7-DD73930DE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" y="2245"/>
                <a:ext cx="1491" cy="1491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9" name="Freeform 84">
                <a:extLst>
                  <a:ext uri="{FF2B5EF4-FFF2-40B4-BE49-F238E27FC236}">
                    <a16:creationId xmlns:a16="http://schemas.microsoft.com/office/drawing/2014/main" id="{ECF36897-672A-4609-9ED7-489EA65E5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3182"/>
                <a:ext cx="210" cy="76"/>
              </a:xfrm>
              <a:custGeom>
                <a:avLst/>
                <a:gdLst>
                  <a:gd name="T0" fmla="*/ 13 w 207"/>
                  <a:gd name="T1" fmla="*/ 2 h 75"/>
                  <a:gd name="T2" fmla="*/ 2 w 207"/>
                  <a:gd name="T3" fmla="*/ 8 h 75"/>
                  <a:gd name="T4" fmla="*/ 2 w 207"/>
                  <a:gd name="T5" fmla="*/ 8 h 75"/>
                  <a:gd name="T6" fmla="*/ 8 w 207"/>
                  <a:gd name="T7" fmla="*/ 19 h 75"/>
                  <a:gd name="T8" fmla="*/ 211 w 207"/>
                  <a:gd name="T9" fmla="*/ 80 h 75"/>
                  <a:gd name="T10" fmla="*/ 223 w 207"/>
                  <a:gd name="T11" fmla="*/ 68 h 75"/>
                  <a:gd name="T12" fmla="*/ 223 w 207"/>
                  <a:gd name="T13" fmla="*/ 68 h 75"/>
                  <a:gd name="T14" fmla="*/ 218 w 207"/>
                  <a:gd name="T15" fmla="*/ 52 h 75"/>
                  <a:gd name="T16" fmla="*/ 13 w 207"/>
                  <a:gd name="T17" fmla="*/ 2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5">
                    <a:moveTo>
                      <a:pt x="13" y="2"/>
                    </a:moveTo>
                    <a:cubicBezTo>
                      <a:pt x="8" y="0"/>
                      <a:pt x="3" y="3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3"/>
                      <a:pt x="3" y="17"/>
                      <a:pt x="8" y="19"/>
                    </a:cubicBezTo>
                    <a:cubicBezTo>
                      <a:pt x="193" y="74"/>
                      <a:pt x="193" y="74"/>
                      <a:pt x="193" y="74"/>
                    </a:cubicBezTo>
                    <a:cubicBezTo>
                      <a:pt x="198" y="75"/>
                      <a:pt x="203" y="70"/>
                      <a:pt x="205" y="62"/>
                    </a:cubicBezTo>
                    <a:cubicBezTo>
                      <a:pt x="205" y="62"/>
                      <a:pt x="205" y="62"/>
                      <a:pt x="205" y="62"/>
                    </a:cubicBezTo>
                    <a:cubicBezTo>
                      <a:pt x="207" y="55"/>
                      <a:pt x="205" y="48"/>
                      <a:pt x="200" y="46"/>
                    </a:cubicBez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85">
                <a:extLst>
                  <a:ext uri="{FF2B5EF4-FFF2-40B4-BE49-F238E27FC236}">
                    <a16:creationId xmlns:a16="http://schemas.microsoft.com/office/drawing/2014/main" id="{8F307003-B9F3-4793-B04C-BDBA54C11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3198"/>
                <a:ext cx="182" cy="55"/>
              </a:xfrm>
              <a:custGeom>
                <a:avLst/>
                <a:gdLst>
                  <a:gd name="T0" fmla="*/ 192 w 180"/>
                  <a:gd name="T1" fmla="*/ 60 h 54"/>
                  <a:gd name="T2" fmla="*/ 0 w 180"/>
                  <a:gd name="T3" fmla="*/ 0 h 54"/>
                  <a:gd name="T4" fmla="*/ 192 w 180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4">
                    <a:moveTo>
                      <a:pt x="180" y="5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6" y="24"/>
                      <a:pt x="180" y="54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86">
                <a:extLst>
                  <a:ext uri="{FF2B5EF4-FFF2-40B4-BE49-F238E27FC236}">
                    <a16:creationId xmlns:a16="http://schemas.microsoft.com/office/drawing/2014/main" id="{578DE346-7927-41F1-8825-D1DCA09F8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3233"/>
                <a:ext cx="16" cy="22"/>
              </a:xfrm>
              <a:custGeom>
                <a:avLst/>
                <a:gdLst>
                  <a:gd name="T0" fmla="*/ 10 w 16"/>
                  <a:gd name="T1" fmla="*/ 21 h 22"/>
                  <a:gd name="T2" fmla="*/ 16 w 16"/>
                  <a:gd name="T3" fmla="*/ 0 h 22"/>
                  <a:gd name="T4" fmla="*/ 3 w 16"/>
                  <a:gd name="T5" fmla="*/ 9 h 22"/>
                  <a:gd name="T6" fmla="*/ 9 w 16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0" y="21"/>
                    </a:moveTo>
                    <a:cubicBezTo>
                      <a:pt x="0" y="17"/>
                      <a:pt x="11" y="3"/>
                      <a:pt x="16" y="0"/>
                    </a:cubicBezTo>
                    <a:cubicBezTo>
                      <a:pt x="9" y="0"/>
                      <a:pt x="5" y="1"/>
                      <a:pt x="3" y="9"/>
                    </a:cubicBezTo>
                    <a:cubicBezTo>
                      <a:pt x="2" y="14"/>
                      <a:pt x="4" y="20"/>
                      <a:pt x="9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87">
                <a:extLst>
                  <a:ext uri="{FF2B5EF4-FFF2-40B4-BE49-F238E27FC236}">
                    <a16:creationId xmlns:a16="http://schemas.microsoft.com/office/drawing/2014/main" id="{E7519480-AC79-47AD-9CB8-E69E72EBB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184"/>
                <a:ext cx="181" cy="48"/>
              </a:xfrm>
              <a:custGeom>
                <a:avLst/>
                <a:gdLst>
                  <a:gd name="T0" fmla="*/ 191 w 179"/>
                  <a:gd name="T1" fmla="*/ 50 h 47"/>
                  <a:gd name="T2" fmla="*/ 0 w 179"/>
                  <a:gd name="T3" fmla="*/ 0 h 47"/>
                  <a:gd name="T4" fmla="*/ 191 w 179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47">
                    <a:moveTo>
                      <a:pt x="179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70" y="47"/>
                      <a:pt x="179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88">
                <a:extLst>
                  <a:ext uri="{FF2B5EF4-FFF2-40B4-BE49-F238E27FC236}">
                    <a16:creationId xmlns:a16="http://schemas.microsoft.com/office/drawing/2014/main" id="{D4B0AD48-25EB-4D70-93E3-4F25C100F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3183"/>
                <a:ext cx="209" cy="75"/>
              </a:xfrm>
              <a:custGeom>
                <a:avLst/>
                <a:gdLst>
                  <a:gd name="T0" fmla="*/ 12 w 206"/>
                  <a:gd name="T1" fmla="*/ 1 h 74"/>
                  <a:gd name="T2" fmla="*/ 1 w 206"/>
                  <a:gd name="T3" fmla="*/ 7 h 74"/>
                  <a:gd name="T4" fmla="*/ 1 w 206"/>
                  <a:gd name="T5" fmla="*/ 7 h 74"/>
                  <a:gd name="T6" fmla="*/ 7 w 206"/>
                  <a:gd name="T7" fmla="*/ 18 h 74"/>
                  <a:gd name="T8" fmla="*/ 210 w 206"/>
                  <a:gd name="T9" fmla="*/ 79 h 74"/>
                  <a:gd name="T10" fmla="*/ 222 w 206"/>
                  <a:gd name="T11" fmla="*/ 68 h 74"/>
                  <a:gd name="T12" fmla="*/ 222 w 206"/>
                  <a:gd name="T13" fmla="*/ 68 h 74"/>
                  <a:gd name="T14" fmla="*/ 217 w 206"/>
                  <a:gd name="T15" fmla="*/ 52 h 74"/>
                  <a:gd name="T16" fmla="*/ 12 w 206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4">
                    <a:moveTo>
                      <a:pt x="12" y="1"/>
                    </a:moveTo>
                    <a:cubicBezTo>
                      <a:pt x="7" y="0"/>
                      <a:pt x="2" y="3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2"/>
                      <a:pt x="2" y="17"/>
                      <a:pt x="7" y="18"/>
                    </a:cubicBezTo>
                    <a:cubicBezTo>
                      <a:pt x="192" y="73"/>
                      <a:pt x="192" y="73"/>
                      <a:pt x="192" y="73"/>
                    </a:cubicBezTo>
                    <a:cubicBezTo>
                      <a:pt x="197" y="74"/>
                      <a:pt x="202" y="69"/>
                      <a:pt x="204" y="62"/>
                    </a:cubicBezTo>
                    <a:cubicBezTo>
                      <a:pt x="204" y="62"/>
                      <a:pt x="204" y="62"/>
                      <a:pt x="204" y="62"/>
                    </a:cubicBezTo>
                    <a:cubicBezTo>
                      <a:pt x="206" y="54"/>
                      <a:pt x="204" y="47"/>
                      <a:pt x="199" y="46"/>
                    </a:cubicBezTo>
                    <a:lnTo>
                      <a:pt x="12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89">
                <a:extLst>
                  <a:ext uri="{FF2B5EF4-FFF2-40B4-BE49-F238E27FC236}">
                    <a16:creationId xmlns:a16="http://schemas.microsoft.com/office/drawing/2014/main" id="{7C8477CE-F6F9-4D30-9E83-E417EDB0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091"/>
                <a:ext cx="45" cy="213"/>
              </a:xfrm>
              <a:custGeom>
                <a:avLst/>
                <a:gdLst>
                  <a:gd name="T0" fmla="*/ 18 w 45"/>
                  <a:gd name="T1" fmla="*/ 214 h 211"/>
                  <a:gd name="T2" fmla="*/ 8 w 45"/>
                  <a:gd name="T3" fmla="*/ 222 h 211"/>
                  <a:gd name="T4" fmla="*/ 8 w 45"/>
                  <a:gd name="T5" fmla="*/ 222 h 211"/>
                  <a:gd name="T6" fmla="*/ 0 w 45"/>
                  <a:gd name="T7" fmla="*/ 212 h 211"/>
                  <a:gd name="T8" fmla="*/ 16 w 45"/>
                  <a:gd name="T9" fmla="*/ 8 h 211"/>
                  <a:gd name="T10" fmla="*/ 31 w 45"/>
                  <a:gd name="T11" fmla="*/ 1 h 211"/>
                  <a:gd name="T12" fmla="*/ 31 w 45"/>
                  <a:gd name="T13" fmla="*/ 1 h 211"/>
                  <a:gd name="T14" fmla="*/ 44 w 45"/>
                  <a:gd name="T15" fmla="*/ 11 h 211"/>
                  <a:gd name="T16" fmla="*/ 18 w 45"/>
                  <a:gd name="T17" fmla="*/ 214 h 2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11">
                    <a:moveTo>
                      <a:pt x="18" y="202"/>
                    </a:moveTo>
                    <a:cubicBezTo>
                      <a:pt x="17" y="207"/>
                      <a:pt x="13" y="211"/>
                      <a:pt x="8" y="210"/>
                    </a:cubicBezTo>
                    <a:cubicBezTo>
                      <a:pt x="8" y="210"/>
                      <a:pt x="8" y="210"/>
                      <a:pt x="8" y="210"/>
                    </a:cubicBezTo>
                    <a:cubicBezTo>
                      <a:pt x="3" y="210"/>
                      <a:pt x="0" y="205"/>
                      <a:pt x="0" y="20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3"/>
                      <a:pt x="24" y="0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9" y="2"/>
                      <a:pt x="45" y="6"/>
                      <a:pt x="44" y="11"/>
                    </a:cubicBezTo>
                    <a:lnTo>
                      <a:pt x="18" y="202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90">
                <a:extLst>
                  <a:ext uri="{FF2B5EF4-FFF2-40B4-BE49-F238E27FC236}">
                    <a16:creationId xmlns:a16="http://schemas.microsoft.com/office/drawing/2014/main" id="{3EFB0B44-E142-4F40-B682-660256082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104"/>
                <a:ext cx="26" cy="189"/>
              </a:xfrm>
              <a:custGeom>
                <a:avLst/>
                <a:gdLst>
                  <a:gd name="T0" fmla="*/ 15 w 26"/>
                  <a:gd name="T1" fmla="*/ 0 h 187"/>
                  <a:gd name="T2" fmla="*/ 0 w 26"/>
                  <a:gd name="T3" fmla="*/ 199 h 187"/>
                  <a:gd name="T4" fmla="*/ 15 w 26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87">
                    <a:moveTo>
                      <a:pt x="15" y="0"/>
                    </a:moveTo>
                    <a:cubicBezTo>
                      <a:pt x="0" y="187"/>
                      <a:pt x="0" y="187"/>
                      <a:pt x="0" y="187"/>
                    </a:cubicBezTo>
                    <a:cubicBezTo>
                      <a:pt x="0" y="187"/>
                      <a:pt x="26" y="51"/>
                      <a:pt x="15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91">
                <a:extLst>
                  <a:ext uri="{FF2B5EF4-FFF2-40B4-BE49-F238E27FC236}">
                    <a16:creationId xmlns:a16="http://schemas.microsoft.com/office/drawing/2014/main" id="{D555EAF3-C627-495B-8D33-26C56B370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096"/>
                <a:ext cx="23" cy="12"/>
              </a:xfrm>
              <a:custGeom>
                <a:avLst/>
                <a:gdLst>
                  <a:gd name="T0" fmla="*/ 1 w 23"/>
                  <a:gd name="T1" fmla="*/ 0 h 12"/>
                  <a:gd name="T2" fmla="*/ 23 w 23"/>
                  <a:gd name="T3" fmla="*/ 3 h 12"/>
                  <a:gd name="T4" fmla="*/ 10 w 23"/>
                  <a:gd name="T5" fmla="*/ 11 h 12"/>
                  <a:gd name="T6" fmla="*/ 0 w 23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2">
                    <a:moveTo>
                      <a:pt x="1" y="0"/>
                    </a:moveTo>
                    <a:cubicBezTo>
                      <a:pt x="1" y="11"/>
                      <a:pt x="18" y="6"/>
                      <a:pt x="23" y="3"/>
                    </a:cubicBezTo>
                    <a:cubicBezTo>
                      <a:pt x="20" y="8"/>
                      <a:pt x="18" y="12"/>
                      <a:pt x="10" y="11"/>
                    </a:cubicBezTo>
                    <a:cubicBezTo>
                      <a:pt x="5" y="10"/>
                      <a:pt x="0" y="7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92">
                <a:extLst>
                  <a:ext uri="{FF2B5EF4-FFF2-40B4-BE49-F238E27FC236}">
                    <a16:creationId xmlns:a16="http://schemas.microsoft.com/office/drawing/2014/main" id="{962E16FF-4954-4C8D-90E2-215AA4510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110"/>
                <a:ext cx="24" cy="185"/>
              </a:xfrm>
              <a:custGeom>
                <a:avLst/>
                <a:gdLst>
                  <a:gd name="T0" fmla="*/ 24 w 24"/>
                  <a:gd name="T1" fmla="*/ 0 h 183"/>
                  <a:gd name="T2" fmla="*/ 0 w 24"/>
                  <a:gd name="T3" fmla="*/ 195 h 183"/>
                  <a:gd name="T4" fmla="*/ 24 w 24"/>
                  <a:gd name="T5" fmla="*/ 0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83">
                    <a:moveTo>
                      <a:pt x="24" y="0"/>
                    </a:moveTo>
                    <a:cubicBezTo>
                      <a:pt x="0" y="183"/>
                      <a:pt x="0" y="183"/>
                      <a:pt x="0" y="183"/>
                    </a:cubicBezTo>
                    <a:cubicBezTo>
                      <a:pt x="0" y="183"/>
                      <a:pt x="18" y="7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93">
                <a:extLst>
                  <a:ext uri="{FF2B5EF4-FFF2-40B4-BE49-F238E27FC236}">
                    <a16:creationId xmlns:a16="http://schemas.microsoft.com/office/drawing/2014/main" id="{C8AC26F3-C19F-4D58-8931-EB4F83B01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091"/>
                <a:ext cx="46" cy="212"/>
              </a:xfrm>
              <a:custGeom>
                <a:avLst/>
                <a:gdLst>
                  <a:gd name="T0" fmla="*/ 18 w 46"/>
                  <a:gd name="T1" fmla="*/ 214 h 210"/>
                  <a:gd name="T2" fmla="*/ 9 w 46"/>
                  <a:gd name="T3" fmla="*/ 222 h 210"/>
                  <a:gd name="T4" fmla="*/ 9 w 46"/>
                  <a:gd name="T5" fmla="*/ 222 h 210"/>
                  <a:gd name="T6" fmla="*/ 1 w 46"/>
                  <a:gd name="T7" fmla="*/ 212 h 210"/>
                  <a:gd name="T8" fmla="*/ 17 w 46"/>
                  <a:gd name="T9" fmla="*/ 8 h 210"/>
                  <a:gd name="T10" fmla="*/ 32 w 46"/>
                  <a:gd name="T11" fmla="*/ 1 h 210"/>
                  <a:gd name="T12" fmla="*/ 32 w 46"/>
                  <a:gd name="T13" fmla="*/ 1 h 210"/>
                  <a:gd name="T14" fmla="*/ 45 w 46"/>
                  <a:gd name="T15" fmla="*/ 11 h 210"/>
                  <a:gd name="T16" fmla="*/ 18 w 46"/>
                  <a:gd name="T17" fmla="*/ 214 h 2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210">
                    <a:moveTo>
                      <a:pt x="18" y="202"/>
                    </a:moveTo>
                    <a:cubicBezTo>
                      <a:pt x="18" y="207"/>
                      <a:pt x="14" y="210"/>
                      <a:pt x="9" y="210"/>
                    </a:cubicBezTo>
                    <a:cubicBezTo>
                      <a:pt x="9" y="210"/>
                      <a:pt x="9" y="210"/>
                      <a:pt x="9" y="210"/>
                    </a:cubicBezTo>
                    <a:cubicBezTo>
                      <a:pt x="4" y="209"/>
                      <a:pt x="0" y="205"/>
                      <a:pt x="1" y="200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3"/>
                      <a:pt x="24" y="0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40" y="1"/>
                      <a:pt x="46" y="6"/>
                      <a:pt x="45" y="11"/>
                    </a:cubicBezTo>
                    <a:lnTo>
                      <a:pt x="18" y="20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94">
                <a:extLst>
                  <a:ext uri="{FF2B5EF4-FFF2-40B4-BE49-F238E27FC236}">
                    <a16:creationId xmlns:a16="http://schemas.microsoft.com/office/drawing/2014/main" id="{107ED057-201B-4BA1-AFBE-1F0E7E4C6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3463"/>
                <a:ext cx="171" cy="151"/>
              </a:xfrm>
              <a:custGeom>
                <a:avLst/>
                <a:gdLst>
                  <a:gd name="T0" fmla="*/ 165 w 169"/>
                  <a:gd name="T1" fmla="*/ 4 h 149"/>
                  <a:gd name="T2" fmla="*/ 178 w 169"/>
                  <a:gd name="T3" fmla="*/ 4 h 149"/>
                  <a:gd name="T4" fmla="*/ 178 w 169"/>
                  <a:gd name="T5" fmla="*/ 4 h 149"/>
                  <a:gd name="T6" fmla="*/ 177 w 169"/>
                  <a:gd name="T7" fmla="*/ 17 h 149"/>
                  <a:gd name="T8" fmla="*/ 22 w 169"/>
                  <a:gd name="T9" fmla="*/ 158 h 149"/>
                  <a:gd name="T10" fmla="*/ 6 w 169"/>
                  <a:gd name="T11" fmla="*/ 153 h 149"/>
                  <a:gd name="T12" fmla="*/ 6 w 169"/>
                  <a:gd name="T13" fmla="*/ 153 h 149"/>
                  <a:gd name="T14" fmla="*/ 3 w 169"/>
                  <a:gd name="T15" fmla="*/ 137 h 149"/>
                  <a:gd name="T16" fmla="*/ 165 w 169"/>
                  <a:gd name="T17" fmla="*/ 4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3" y="4"/>
                    </a:moveTo>
                    <a:cubicBezTo>
                      <a:pt x="157" y="0"/>
                      <a:pt x="163" y="1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9" y="8"/>
                      <a:pt x="169" y="14"/>
                      <a:pt x="165" y="17"/>
                    </a:cubicBezTo>
                    <a:cubicBezTo>
                      <a:pt x="22" y="146"/>
                      <a:pt x="22" y="146"/>
                      <a:pt x="22" y="146"/>
                    </a:cubicBezTo>
                    <a:cubicBezTo>
                      <a:pt x="18" y="149"/>
                      <a:pt x="11" y="147"/>
                      <a:pt x="6" y="141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" y="135"/>
                      <a:pt x="0" y="128"/>
                      <a:pt x="3" y="125"/>
                    </a:cubicBezTo>
                    <a:lnTo>
                      <a:pt x="153" y="4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95">
                <a:extLst>
                  <a:ext uri="{FF2B5EF4-FFF2-40B4-BE49-F238E27FC236}">
                    <a16:creationId xmlns:a16="http://schemas.microsoft.com/office/drawing/2014/main" id="{0C82D7CD-B291-40AF-AF24-A9C8BB328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" y="3478"/>
                <a:ext cx="141" cy="129"/>
              </a:xfrm>
              <a:custGeom>
                <a:avLst/>
                <a:gdLst>
                  <a:gd name="T0" fmla="*/ 0 w 139"/>
                  <a:gd name="T1" fmla="*/ 139 h 127"/>
                  <a:gd name="T2" fmla="*/ 151 w 139"/>
                  <a:gd name="T3" fmla="*/ 0 h 127"/>
                  <a:gd name="T4" fmla="*/ 0 w 139"/>
                  <a:gd name="T5" fmla="*/ 139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7">
                    <a:moveTo>
                      <a:pt x="0" y="127"/>
                    </a:move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27" y="81"/>
                      <a:pt x="0" y="127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96">
                <a:extLst>
                  <a:ext uri="{FF2B5EF4-FFF2-40B4-BE49-F238E27FC236}">
                    <a16:creationId xmlns:a16="http://schemas.microsoft.com/office/drawing/2014/main" id="{E0D58FE4-4F85-47A7-8664-60CD10A6B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3591"/>
                <a:ext cx="21" cy="20"/>
              </a:xfrm>
              <a:custGeom>
                <a:avLst/>
                <a:gdLst>
                  <a:gd name="T0" fmla="*/ 14 w 21"/>
                  <a:gd name="T1" fmla="*/ 20 h 20"/>
                  <a:gd name="T2" fmla="*/ 0 w 21"/>
                  <a:gd name="T3" fmla="*/ 3 h 20"/>
                  <a:gd name="T4" fmla="*/ 15 w 21"/>
                  <a:gd name="T5" fmla="*/ 6 h 20"/>
                  <a:gd name="T6" fmla="*/ 16 w 21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4" y="20"/>
                    </a:moveTo>
                    <a:cubicBezTo>
                      <a:pt x="21" y="12"/>
                      <a:pt x="5" y="4"/>
                      <a:pt x="0" y="3"/>
                    </a:cubicBezTo>
                    <a:cubicBezTo>
                      <a:pt x="6" y="1"/>
                      <a:pt x="10" y="0"/>
                      <a:pt x="15" y="6"/>
                    </a:cubicBezTo>
                    <a:cubicBezTo>
                      <a:pt x="18" y="10"/>
                      <a:pt x="19" y="16"/>
                      <a:pt x="1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97">
                <a:extLst>
                  <a:ext uri="{FF2B5EF4-FFF2-40B4-BE49-F238E27FC236}">
                    <a16:creationId xmlns:a16="http://schemas.microsoft.com/office/drawing/2014/main" id="{5DF5660B-F9D6-405E-80A6-1FD28CEF1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3467"/>
                <a:ext cx="144" cy="119"/>
              </a:xfrm>
              <a:custGeom>
                <a:avLst/>
                <a:gdLst>
                  <a:gd name="T0" fmla="*/ 0 w 143"/>
                  <a:gd name="T1" fmla="*/ 129 h 117"/>
                  <a:gd name="T2" fmla="*/ 149 w 143"/>
                  <a:gd name="T3" fmla="*/ 0 h 117"/>
                  <a:gd name="T4" fmla="*/ 0 w 143"/>
                  <a:gd name="T5" fmla="*/ 129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7">
                    <a:moveTo>
                      <a:pt x="0" y="117"/>
                    </a:move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0" y="116"/>
                      <a:pt x="0" y="1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98">
                <a:extLst>
                  <a:ext uri="{FF2B5EF4-FFF2-40B4-BE49-F238E27FC236}">
                    <a16:creationId xmlns:a16="http://schemas.microsoft.com/office/drawing/2014/main" id="{6210C5C8-CAD6-41D2-BF9A-1629D0A83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3464"/>
                <a:ext cx="171" cy="151"/>
              </a:xfrm>
              <a:custGeom>
                <a:avLst/>
                <a:gdLst>
                  <a:gd name="T0" fmla="*/ 165 w 169"/>
                  <a:gd name="T1" fmla="*/ 3 h 149"/>
                  <a:gd name="T2" fmla="*/ 178 w 169"/>
                  <a:gd name="T3" fmla="*/ 4 h 149"/>
                  <a:gd name="T4" fmla="*/ 178 w 169"/>
                  <a:gd name="T5" fmla="*/ 4 h 149"/>
                  <a:gd name="T6" fmla="*/ 177 w 169"/>
                  <a:gd name="T7" fmla="*/ 16 h 149"/>
                  <a:gd name="T8" fmla="*/ 22 w 169"/>
                  <a:gd name="T9" fmla="*/ 158 h 149"/>
                  <a:gd name="T10" fmla="*/ 6 w 169"/>
                  <a:gd name="T11" fmla="*/ 153 h 149"/>
                  <a:gd name="T12" fmla="*/ 6 w 169"/>
                  <a:gd name="T13" fmla="*/ 153 h 149"/>
                  <a:gd name="T14" fmla="*/ 3 w 169"/>
                  <a:gd name="T15" fmla="*/ 136 h 149"/>
                  <a:gd name="T16" fmla="*/ 165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3" y="3"/>
                    </a:moveTo>
                    <a:cubicBezTo>
                      <a:pt x="157" y="0"/>
                      <a:pt x="163" y="0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9" y="8"/>
                      <a:pt x="169" y="13"/>
                      <a:pt x="165" y="16"/>
                    </a:cubicBezTo>
                    <a:cubicBezTo>
                      <a:pt x="22" y="146"/>
                      <a:pt x="22" y="146"/>
                      <a:pt x="22" y="146"/>
                    </a:cubicBezTo>
                    <a:cubicBezTo>
                      <a:pt x="18" y="149"/>
                      <a:pt x="11" y="147"/>
                      <a:pt x="6" y="141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" y="135"/>
                      <a:pt x="0" y="128"/>
                      <a:pt x="3" y="124"/>
                    </a:cubicBezTo>
                    <a:lnTo>
                      <a:pt x="153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99">
                <a:extLst>
                  <a:ext uri="{FF2B5EF4-FFF2-40B4-BE49-F238E27FC236}">
                    <a16:creationId xmlns:a16="http://schemas.microsoft.com/office/drawing/2014/main" id="{052C45DE-3697-40AF-A7D2-63D309B5B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185"/>
                <a:ext cx="67" cy="211"/>
              </a:xfrm>
              <a:custGeom>
                <a:avLst/>
                <a:gdLst>
                  <a:gd name="T0" fmla="*/ 71 w 66"/>
                  <a:gd name="T1" fmla="*/ 209 h 209"/>
                  <a:gd name="T2" fmla="*/ 64 w 66"/>
                  <a:gd name="T3" fmla="*/ 220 h 209"/>
                  <a:gd name="T4" fmla="*/ 64 w 66"/>
                  <a:gd name="T5" fmla="*/ 220 h 209"/>
                  <a:gd name="T6" fmla="*/ 54 w 66"/>
                  <a:gd name="T7" fmla="*/ 213 h 209"/>
                  <a:gd name="T8" fmla="*/ 1 w 66"/>
                  <a:gd name="T9" fmla="*/ 14 h 209"/>
                  <a:gd name="T10" fmla="*/ 13 w 66"/>
                  <a:gd name="T11" fmla="*/ 2 h 209"/>
                  <a:gd name="T12" fmla="*/ 13 w 66"/>
                  <a:gd name="T13" fmla="*/ 2 h 209"/>
                  <a:gd name="T14" fmla="*/ 29 w 66"/>
                  <a:gd name="T15" fmla="*/ 8 h 209"/>
                  <a:gd name="T16" fmla="*/ 71 w 66"/>
                  <a:gd name="T17" fmla="*/ 209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209">
                    <a:moveTo>
                      <a:pt x="65" y="197"/>
                    </a:moveTo>
                    <a:cubicBezTo>
                      <a:pt x="66" y="202"/>
                      <a:pt x="63" y="207"/>
                      <a:pt x="58" y="208"/>
                    </a:cubicBezTo>
                    <a:cubicBezTo>
                      <a:pt x="58" y="208"/>
                      <a:pt x="58" y="208"/>
                      <a:pt x="58" y="208"/>
                    </a:cubicBezTo>
                    <a:cubicBezTo>
                      <a:pt x="53" y="209"/>
                      <a:pt x="49" y="206"/>
                      <a:pt x="48" y="201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9"/>
                      <a:pt x="6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1" y="0"/>
                      <a:pt x="28" y="3"/>
                      <a:pt x="29" y="8"/>
                    </a:cubicBezTo>
                    <a:lnTo>
                      <a:pt x="65" y="197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100">
                <a:extLst>
                  <a:ext uri="{FF2B5EF4-FFF2-40B4-BE49-F238E27FC236}">
                    <a16:creationId xmlns:a16="http://schemas.microsoft.com/office/drawing/2014/main" id="{00386FAC-A71F-40B9-AD10-817E241B7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202"/>
                <a:ext cx="46" cy="184"/>
              </a:xfrm>
              <a:custGeom>
                <a:avLst/>
                <a:gdLst>
                  <a:gd name="T0" fmla="*/ 0 w 46"/>
                  <a:gd name="T1" fmla="*/ 0 h 182"/>
                  <a:gd name="T2" fmla="*/ 46 w 46"/>
                  <a:gd name="T3" fmla="*/ 194 h 182"/>
                  <a:gd name="T4" fmla="*/ 0 w 46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82">
                    <a:moveTo>
                      <a:pt x="0" y="0"/>
                    </a:moveTo>
                    <a:cubicBezTo>
                      <a:pt x="46" y="182"/>
                      <a:pt x="46" y="182"/>
                      <a:pt x="46" y="182"/>
                    </a:cubicBezTo>
                    <a:cubicBezTo>
                      <a:pt x="46" y="182"/>
                      <a:pt x="28" y="45"/>
                      <a:pt x="0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101">
                <a:extLst>
                  <a:ext uri="{FF2B5EF4-FFF2-40B4-BE49-F238E27FC236}">
                    <a16:creationId xmlns:a16="http://schemas.microsoft.com/office/drawing/2014/main" id="{7CBD090E-135A-46B5-BB0A-53D21474C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190"/>
                <a:ext cx="23" cy="15"/>
              </a:xfrm>
              <a:custGeom>
                <a:avLst/>
                <a:gdLst>
                  <a:gd name="T0" fmla="*/ 1 w 23"/>
                  <a:gd name="T1" fmla="*/ 5 h 15"/>
                  <a:gd name="T2" fmla="*/ 23 w 23"/>
                  <a:gd name="T3" fmla="*/ 0 h 15"/>
                  <a:gd name="T4" fmla="*/ 13 w 23"/>
                  <a:gd name="T5" fmla="*/ 12 h 15"/>
                  <a:gd name="T6" fmla="*/ 0 w 23"/>
                  <a:gd name="T7" fmla="*/ 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5">
                    <a:moveTo>
                      <a:pt x="1" y="5"/>
                    </a:moveTo>
                    <a:cubicBezTo>
                      <a:pt x="5" y="15"/>
                      <a:pt x="19" y="4"/>
                      <a:pt x="23" y="0"/>
                    </a:cubicBezTo>
                    <a:cubicBezTo>
                      <a:pt x="22" y="6"/>
                      <a:pt x="20" y="11"/>
                      <a:pt x="13" y="12"/>
                    </a:cubicBezTo>
                    <a:cubicBezTo>
                      <a:pt x="8" y="13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102">
                <a:extLst>
                  <a:ext uri="{FF2B5EF4-FFF2-40B4-BE49-F238E27FC236}">
                    <a16:creationId xmlns:a16="http://schemas.microsoft.com/office/drawing/2014/main" id="{6950B43A-CE60-4A63-A650-A03544137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201"/>
                <a:ext cx="40" cy="183"/>
              </a:xfrm>
              <a:custGeom>
                <a:avLst/>
                <a:gdLst>
                  <a:gd name="T0" fmla="*/ 3 w 39"/>
                  <a:gd name="T1" fmla="*/ 0 h 181"/>
                  <a:gd name="T2" fmla="*/ 45 w 39"/>
                  <a:gd name="T3" fmla="*/ 193 h 181"/>
                  <a:gd name="T4" fmla="*/ 3 w 39"/>
                  <a:gd name="T5" fmla="*/ 0 h 1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81">
                    <a:moveTo>
                      <a:pt x="3" y="0"/>
                    </a:moveTo>
                    <a:cubicBezTo>
                      <a:pt x="39" y="181"/>
                      <a:pt x="39" y="181"/>
                      <a:pt x="39" y="181"/>
                    </a:cubicBezTo>
                    <a:cubicBezTo>
                      <a:pt x="39" y="181"/>
                      <a:pt x="0" y="8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103">
                <a:extLst>
                  <a:ext uri="{FF2B5EF4-FFF2-40B4-BE49-F238E27FC236}">
                    <a16:creationId xmlns:a16="http://schemas.microsoft.com/office/drawing/2014/main" id="{6AC12F6D-6A63-4628-A5CE-A87347503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185"/>
                <a:ext cx="66" cy="211"/>
              </a:xfrm>
              <a:custGeom>
                <a:avLst/>
                <a:gdLst>
                  <a:gd name="T0" fmla="*/ 70 w 65"/>
                  <a:gd name="T1" fmla="*/ 209 h 209"/>
                  <a:gd name="T2" fmla="*/ 64 w 65"/>
                  <a:gd name="T3" fmla="*/ 219 h 209"/>
                  <a:gd name="T4" fmla="*/ 64 w 65"/>
                  <a:gd name="T5" fmla="*/ 219 h 209"/>
                  <a:gd name="T6" fmla="*/ 53 w 65"/>
                  <a:gd name="T7" fmla="*/ 213 h 209"/>
                  <a:gd name="T8" fmla="*/ 1 w 65"/>
                  <a:gd name="T9" fmla="*/ 13 h 209"/>
                  <a:gd name="T10" fmla="*/ 13 w 65"/>
                  <a:gd name="T11" fmla="*/ 2 h 209"/>
                  <a:gd name="T12" fmla="*/ 13 w 65"/>
                  <a:gd name="T13" fmla="*/ 2 h 209"/>
                  <a:gd name="T14" fmla="*/ 29 w 65"/>
                  <a:gd name="T15" fmla="*/ 7 h 209"/>
                  <a:gd name="T16" fmla="*/ 70 w 65"/>
                  <a:gd name="T17" fmla="*/ 209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209">
                    <a:moveTo>
                      <a:pt x="64" y="197"/>
                    </a:moveTo>
                    <a:cubicBezTo>
                      <a:pt x="65" y="202"/>
                      <a:pt x="62" y="206"/>
                      <a:pt x="58" y="207"/>
                    </a:cubicBezTo>
                    <a:cubicBezTo>
                      <a:pt x="58" y="207"/>
                      <a:pt x="58" y="207"/>
                      <a:pt x="58" y="207"/>
                    </a:cubicBezTo>
                    <a:cubicBezTo>
                      <a:pt x="53" y="209"/>
                      <a:pt x="48" y="206"/>
                      <a:pt x="47" y="201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9"/>
                      <a:pt x="5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1" y="0"/>
                      <a:pt x="28" y="3"/>
                      <a:pt x="29" y="7"/>
                    </a:cubicBezTo>
                    <a:lnTo>
                      <a:pt x="64" y="19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104">
                <a:extLst>
                  <a:ext uri="{FF2B5EF4-FFF2-40B4-BE49-F238E27FC236}">
                    <a16:creationId xmlns:a16="http://schemas.microsoft.com/office/drawing/2014/main" id="{89334780-54FE-4C49-8461-7C9B12858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2494"/>
                <a:ext cx="176" cy="145"/>
              </a:xfrm>
              <a:custGeom>
                <a:avLst/>
                <a:gdLst>
                  <a:gd name="T0" fmla="*/ 182 w 174"/>
                  <a:gd name="T1" fmla="*/ 138 h 143"/>
                  <a:gd name="T2" fmla="*/ 183 w 174"/>
                  <a:gd name="T3" fmla="*/ 151 h 143"/>
                  <a:gd name="T4" fmla="*/ 183 w 174"/>
                  <a:gd name="T5" fmla="*/ 151 h 143"/>
                  <a:gd name="T6" fmla="*/ 171 w 174"/>
                  <a:gd name="T7" fmla="*/ 152 h 143"/>
                  <a:gd name="T8" fmla="*/ 4 w 174"/>
                  <a:gd name="T9" fmla="*/ 25 h 143"/>
                  <a:gd name="T10" fmla="*/ 6 w 174"/>
                  <a:gd name="T11" fmla="*/ 8 h 143"/>
                  <a:gd name="T12" fmla="*/ 6 w 174"/>
                  <a:gd name="T13" fmla="*/ 8 h 143"/>
                  <a:gd name="T14" fmla="*/ 22 w 174"/>
                  <a:gd name="T15" fmla="*/ 3 h 143"/>
                  <a:gd name="T16" fmla="*/ 182 w 174"/>
                  <a:gd name="T17" fmla="*/ 138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170" y="126"/>
                    </a:moveTo>
                    <a:cubicBezTo>
                      <a:pt x="174" y="129"/>
                      <a:pt x="174" y="135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2"/>
                      <a:pt x="163" y="143"/>
                      <a:pt x="159" y="14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0" y="22"/>
                      <a:pt x="1" y="14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1" y="2"/>
                      <a:pt x="18" y="0"/>
                      <a:pt x="22" y="3"/>
                    </a:cubicBezTo>
                    <a:lnTo>
                      <a:pt x="170" y="126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105">
                <a:extLst>
                  <a:ext uri="{FF2B5EF4-FFF2-40B4-BE49-F238E27FC236}">
                    <a16:creationId xmlns:a16="http://schemas.microsoft.com/office/drawing/2014/main" id="{3F064012-FB63-499C-B656-1C7520B9C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519"/>
                <a:ext cx="153" cy="114"/>
              </a:xfrm>
              <a:custGeom>
                <a:avLst/>
                <a:gdLst>
                  <a:gd name="T0" fmla="*/ 0 w 151"/>
                  <a:gd name="T1" fmla="*/ 0 h 112"/>
                  <a:gd name="T2" fmla="*/ 163 w 151"/>
                  <a:gd name="T3" fmla="*/ 124 h 112"/>
                  <a:gd name="T4" fmla="*/ 0 w 151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2">
                    <a:moveTo>
                      <a:pt x="0" y="0"/>
                    </a:moveTo>
                    <a:cubicBezTo>
                      <a:pt x="151" y="112"/>
                      <a:pt x="151" y="112"/>
                      <a:pt x="151" y="112"/>
                    </a:cubicBezTo>
                    <a:cubicBezTo>
                      <a:pt x="151" y="112"/>
                      <a:pt x="50" y="17"/>
                      <a:pt x="0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106">
                <a:extLst>
                  <a:ext uri="{FF2B5EF4-FFF2-40B4-BE49-F238E27FC236}">
                    <a16:creationId xmlns:a16="http://schemas.microsoft.com/office/drawing/2014/main" id="{F866906F-8663-4EC0-970F-E79F3CA9B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2497"/>
                <a:ext cx="21" cy="23"/>
              </a:xfrm>
              <a:custGeom>
                <a:avLst/>
                <a:gdLst>
                  <a:gd name="T0" fmla="*/ 0 w 20"/>
                  <a:gd name="T1" fmla="*/ 17 h 23"/>
                  <a:gd name="T2" fmla="*/ 20 w 20"/>
                  <a:gd name="T3" fmla="*/ 0 h 23"/>
                  <a:gd name="T4" fmla="*/ 20 w 20"/>
                  <a:gd name="T5" fmla="*/ 15 h 23"/>
                  <a:gd name="T6" fmla="*/ 1 w 20"/>
                  <a:gd name="T7" fmla="*/ 1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0" y="17"/>
                    </a:moveTo>
                    <a:cubicBezTo>
                      <a:pt x="10" y="23"/>
                      <a:pt x="14" y="6"/>
                      <a:pt x="14" y="0"/>
                    </a:cubicBezTo>
                    <a:cubicBezTo>
                      <a:pt x="18" y="5"/>
                      <a:pt x="20" y="9"/>
                      <a:pt x="14" y="15"/>
                    </a:cubicBezTo>
                    <a:cubicBezTo>
                      <a:pt x="11" y="19"/>
                      <a:pt x="6" y="21"/>
                      <a:pt x="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Freeform 107">
                <a:extLst>
                  <a:ext uri="{FF2B5EF4-FFF2-40B4-BE49-F238E27FC236}">
                    <a16:creationId xmlns:a16="http://schemas.microsoft.com/office/drawing/2014/main" id="{6E92700B-C373-45E8-91D7-C99064D81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503"/>
                <a:ext cx="144" cy="118"/>
              </a:xfrm>
              <a:custGeom>
                <a:avLst/>
                <a:gdLst>
                  <a:gd name="T0" fmla="*/ 0 w 143"/>
                  <a:gd name="T1" fmla="*/ 0 h 117"/>
                  <a:gd name="T2" fmla="*/ 149 w 143"/>
                  <a:gd name="T3" fmla="*/ 123 h 117"/>
                  <a:gd name="T4" fmla="*/ 0 w 143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7">
                    <a:moveTo>
                      <a:pt x="0" y="0"/>
                    </a:moveTo>
                    <a:cubicBezTo>
                      <a:pt x="143" y="117"/>
                      <a:pt x="143" y="117"/>
                      <a:pt x="143" y="117"/>
                    </a:cubicBezTo>
                    <a:cubicBezTo>
                      <a:pt x="143" y="117"/>
                      <a:pt x="3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3" name="Freeform 108">
                <a:extLst>
                  <a:ext uri="{FF2B5EF4-FFF2-40B4-BE49-F238E27FC236}">
                    <a16:creationId xmlns:a16="http://schemas.microsoft.com/office/drawing/2014/main" id="{EB7BD30B-F06C-4F71-98C0-CD74DF2C2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2494"/>
                <a:ext cx="176" cy="145"/>
              </a:xfrm>
              <a:custGeom>
                <a:avLst/>
                <a:gdLst>
                  <a:gd name="T0" fmla="*/ 181 w 174"/>
                  <a:gd name="T1" fmla="*/ 138 h 143"/>
                  <a:gd name="T2" fmla="*/ 183 w 174"/>
                  <a:gd name="T3" fmla="*/ 151 h 143"/>
                  <a:gd name="T4" fmla="*/ 183 w 174"/>
                  <a:gd name="T5" fmla="*/ 151 h 143"/>
                  <a:gd name="T6" fmla="*/ 171 w 174"/>
                  <a:gd name="T7" fmla="*/ 152 h 143"/>
                  <a:gd name="T8" fmla="*/ 4 w 174"/>
                  <a:gd name="T9" fmla="*/ 25 h 143"/>
                  <a:gd name="T10" fmla="*/ 6 w 174"/>
                  <a:gd name="T11" fmla="*/ 8 h 143"/>
                  <a:gd name="T12" fmla="*/ 6 w 174"/>
                  <a:gd name="T13" fmla="*/ 8 h 143"/>
                  <a:gd name="T14" fmla="*/ 21 w 174"/>
                  <a:gd name="T15" fmla="*/ 3 h 143"/>
                  <a:gd name="T16" fmla="*/ 181 w 174"/>
                  <a:gd name="T17" fmla="*/ 138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169" y="126"/>
                    </a:moveTo>
                    <a:cubicBezTo>
                      <a:pt x="173" y="129"/>
                      <a:pt x="174" y="135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3"/>
                      <a:pt x="162" y="143"/>
                      <a:pt x="159" y="14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0" y="22"/>
                      <a:pt x="1" y="15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0" y="2"/>
                      <a:pt x="17" y="0"/>
                      <a:pt x="21" y="3"/>
                    </a:cubicBezTo>
                    <a:lnTo>
                      <a:pt x="16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4" name="Freeform 109">
                <a:extLst>
                  <a:ext uri="{FF2B5EF4-FFF2-40B4-BE49-F238E27FC236}">
                    <a16:creationId xmlns:a16="http://schemas.microsoft.com/office/drawing/2014/main" id="{A9ADE852-3BCB-4A05-BEEF-29B97640B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2945"/>
                <a:ext cx="213" cy="28"/>
              </a:xfrm>
              <a:custGeom>
                <a:avLst/>
                <a:gdLst>
                  <a:gd name="T0" fmla="*/ 214 w 211"/>
                  <a:gd name="T1" fmla="*/ 10 h 28"/>
                  <a:gd name="T2" fmla="*/ 223 w 211"/>
                  <a:gd name="T3" fmla="*/ 19 h 28"/>
                  <a:gd name="T4" fmla="*/ 223 w 211"/>
                  <a:gd name="T5" fmla="*/ 19 h 28"/>
                  <a:gd name="T6" fmla="*/ 214 w 211"/>
                  <a:gd name="T7" fmla="*/ 28 h 28"/>
                  <a:gd name="T8" fmla="*/ 9 w 211"/>
                  <a:gd name="T9" fmla="*/ 28 h 28"/>
                  <a:gd name="T10" fmla="*/ 1 w 211"/>
                  <a:gd name="T11" fmla="*/ 13 h 28"/>
                  <a:gd name="T12" fmla="*/ 1 w 211"/>
                  <a:gd name="T13" fmla="*/ 13 h 28"/>
                  <a:gd name="T14" fmla="*/ 10 w 211"/>
                  <a:gd name="T15" fmla="*/ 0 h 28"/>
                  <a:gd name="T16" fmla="*/ 214 w 211"/>
                  <a:gd name="T17" fmla="*/ 1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8">
                    <a:moveTo>
                      <a:pt x="202" y="10"/>
                    </a:moveTo>
                    <a:cubicBezTo>
                      <a:pt x="207" y="10"/>
                      <a:pt x="211" y="14"/>
                      <a:pt x="211" y="19"/>
                    </a:cubicBezTo>
                    <a:cubicBezTo>
                      <a:pt x="211" y="19"/>
                      <a:pt x="211" y="19"/>
                      <a:pt x="211" y="19"/>
                    </a:cubicBezTo>
                    <a:cubicBezTo>
                      <a:pt x="211" y="24"/>
                      <a:pt x="207" y="28"/>
                      <a:pt x="202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4" y="28"/>
                      <a:pt x="0" y="21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6"/>
                      <a:pt x="5" y="0"/>
                      <a:pt x="10" y="0"/>
                    </a:cubicBezTo>
                    <a:lnTo>
                      <a:pt x="202" y="10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5" name="Freeform 110">
                <a:extLst>
                  <a:ext uri="{FF2B5EF4-FFF2-40B4-BE49-F238E27FC236}">
                    <a16:creationId xmlns:a16="http://schemas.microsoft.com/office/drawing/2014/main" id="{F2CF2E57-B3EF-41FC-A2E8-98AED564E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954"/>
                <a:ext cx="190" cy="16"/>
              </a:xfrm>
              <a:custGeom>
                <a:avLst/>
                <a:gdLst>
                  <a:gd name="T0" fmla="*/ 0 w 188"/>
                  <a:gd name="T1" fmla="*/ 16 h 16"/>
                  <a:gd name="T2" fmla="*/ 200 w 188"/>
                  <a:gd name="T3" fmla="*/ 16 h 16"/>
                  <a:gd name="T4" fmla="*/ 0 w 188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16">
                    <a:moveTo>
                      <a:pt x="0" y="16"/>
                    </a:moveTo>
                    <a:cubicBezTo>
                      <a:pt x="188" y="16"/>
                      <a:pt x="188" y="16"/>
                      <a:pt x="188" y="16"/>
                    </a:cubicBezTo>
                    <a:cubicBezTo>
                      <a:pt x="188" y="16"/>
                      <a:pt x="51" y="0"/>
                      <a:pt x="0" y="16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Freeform 111">
                <a:extLst>
                  <a:ext uri="{FF2B5EF4-FFF2-40B4-BE49-F238E27FC236}">
                    <a16:creationId xmlns:a16="http://schemas.microsoft.com/office/drawing/2014/main" id="{6054CB81-9BC6-47E4-98F9-2B1DFE079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2947"/>
                <a:ext cx="11" cy="23"/>
              </a:xfrm>
              <a:custGeom>
                <a:avLst/>
                <a:gdLst>
                  <a:gd name="T0" fmla="*/ 0 w 11"/>
                  <a:gd name="T1" fmla="*/ 23 h 23"/>
                  <a:gd name="T2" fmla="*/ 0 w 11"/>
                  <a:gd name="T3" fmla="*/ 0 h 23"/>
                  <a:gd name="T4" fmla="*/ 10 w 11"/>
                  <a:gd name="T5" fmla="*/ 12 h 23"/>
                  <a:gd name="T6" fmla="*/ 1 w 11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0" y="23"/>
                    </a:moveTo>
                    <a:cubicBezTo>
                      <a:pt x="11" y="21"/>
                      <a:pt x="4" y="5"/>
                      <a:pt x="0" y="0"/>
                    </a:cubicBezTo>
                    <a:cubicBezTo>
                      <a:pt x="6" y="2"/>
                      <a:pt x="10" y="5"/>
                      <a:pt x="10" y="12"/>
                    </a:cubicBezTo>
                    <a:cubicBezTo>
                      <a:pt x="9" y="18"/>
                      <a:pt x="6" y="23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7" name="Freeform 112">
                <a:extLst>
                  <a:ext uri="{FF2B5EF4-FFF2-40B4-BE49-F238E27FC236}">
                    <a16:creationId xmlns:a16="http://schemas.microsoft.com/office/drawing/2014/main" id="{34D32274-6D92-47AD-BB14-9698A0C38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2947"/>
                <a:ext cx="187" cy="8"/>
              </a:xfrm>
              <a:custGeom>
                <a:avLst/>
                <a:gdLst>
                  <a:gd name="T0" fmla="*/ 0 w 185"/>
                  <a:gd name="T1" fmla="*/ 0 h 8"/>
                  <a:gd name="T2" fmla="*/ 197 w 185"/>
                  <a:gd name="T3" fmla="*/ 8 h 8"/>
                  <a:gd name="T4" fmla="*/ 0 w 18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8">
                    <a:moveTo>
                      <a:pt x="0" y="0"/>
                    </a:move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8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8" name="Freeform 113">
                <a:extLst>
                  <a:ext uri="{FF2B5EF4-FFF2-40B4-BE49-F238E27FC236}">
                    <a16:creationId xmlns:a16="http://schemas.microsoft.com/office/drawing/2014/main" id="{FDE15518-F562-4C9B-B74A-061F1DA95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2945"/>
                <a:ext cx="213" cy="28"/>
              </a:xfrm>
              <a:custGeom>
                <a:avLst/>
                <a:gdLst>
                  <a:gd name="T0" fmla="*/ 214 w 211"/>
                  <a:gd name="T1" fmla="*/ 11 h 28"/>
                  <a:gd name="T2" fmla="*/ 223 w 211"/>
                  <a:gd name="T3" fmla="*/ 20 h 28"/>
                  <a:gd name="T4" fmla="*/ 223 w 211"/>
                  <a:gd name="T5" fmla="*/ 20 h 28"/>
                  <a:gd name="T6" fmla="*/ 214 w 211"/>
                  <a:gd name="T7" fmla="*/ 28 h 28"/>
                  <a:gd name="T8" fmla="*/ 9 w 211"/>
                  <a:gd name="T9" fmla="*/ 28 h 28"/>
                  <a:gd name="T10" fmla="*/ 0 w 211"/>
                  <a:gd name="T11" fmla="*/ 14 h 28"/>
                  <a:gd name="T12" fmla="*/ 0 w 211"/>
                  <a:gd name="T13" fmla="*/ 14 h 28"/>
                  <a:gd name="T14" fmla="*/ 9 w 211"/>
                  <a:gd name="T15" fmla="*/ 0 h 28"/>
                  <a:gd name="T16" fmla="*/ 214 w 211"/>
                  <a:gd name="T17" fmla="*/ 11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8">
                    <a:moveTo>
                      <a:pt x="202" y="11"/>
                    </a:moveTo>
                    <a:cubicBezTo>
                      <a:pt x="207" y="11"/>
                      <a:pt x="211" y="15"/>
                      <a:pt x="211" y="20"/>
                    </a:cubicBezTo>
                    <a:cubicBezTo>
                      <a:pt x="211" y="20"/>
                      <a:pt x="211" y="20"/>
                      <a:pt x="211" y="20"/>
                    </a:cubicBezTo>
                    <a:cubicBezTo>
                      <a:pt x="211" y="24"/>
                      <a:pt x="207" y="28"/>
                      <a:pt x="202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4" y="28"/>
                      <a:pt x="0" y="2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6"/>
                      <a:pt x="5" y="0"/>
                      <a:pt x="9" y="0"/>
                    </a:cubicBezTo>
                    <a:lnTo>
                      <a:pt x="202" y="1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9" name="Freeform 114">
                <a:extLst>
                  <a:ext uri="{FF2B5EF4-FFF2-40B4-BE49-F238E27FC236}">
                    <a16:creationId xmlns:a16="http://schemas.microsoft.com/office/drawing/2014/main" id="{7EED3B11-3F83-4330-89E1-54F824E0B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3292"/>
                <a:ext cx="188" cy="128"/>
              </a:xfrm>
              <a:custGeom>
                <a:avLst/>
                <a:gdLst>
                  <a:gd name="T0" fmla="*/ 183 w 186"/>
                  <a:gd name="T1" fmla="*/ 3 h 126"/>
                  <a:gd name="T2" fmla="*/ 195 w 186"/>
                  <a:gd name="T3" fmla="*/ 6 h 126"/>
                  <a:gd name="T4" fmla="*/ 195 w 186"/>
                  <a:gd name="T5" fmla="*/ 6 h 126"/>
                  <a:gd name="T6" fmla="*/ 193 w 186"/>
                  <a:gd name="T7" fmla="*/ 18 h 126"/>
                  <a:gd name="T8" fmla="*/ 19 w 186"/>
                  <a:gd name="T9" fmla="*/ 135 h 126"/>
                  <a:gd name="T10" fmla="*/ 4 w 186"/>
                  <a:gd name="T11" fmla="*/ 128 h 126"/>
                  <a:gd name="T12" fmla="*/ 4 w 186"/>
                  <a:gd name="T13" fmla="*/ 128 h 126"/>
                  <a:gd name="T14" fmla="*/ 4 w 186"/>
                  <a:gd name="T15" fmla="*/ 111 h 126"/>
                  <a:gd name="T16" fmla="*/ 183 w 186"/>
                  <a:gd name="T17" fmla="*/ 3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6">
                    <a:moveTo>
                      <a:pt x="171" y="3"/>
                    </a:moveTo>
                    <a:cubicBezTo>
                      <a:pt x="175" y="0"/>
                      <a:pt x="181" y="2"/>
                      <a:pt x="183" y="6"/>
                    </a:cubicBezTo>
                    <a:cubicBezTo>
                      <a:pt x="183" y="6"/>
                      <a:pt x="183" y="6"/>
                      <a:pt x="183" y="6"/>
                    </a:cubicBezTo>
                    <a:cubicBezTo>
                      <a:pt x="186" y="10"/>
                      <a:pt x="185" y="15"/>
                      <a:pt x="181" y="18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5" y="126"/>
                      <a:pt x="8" y="123"/>
                      <a:pt x="4" y="116"/>
                    </a:cubicBezTo>
                    <a:cubicBezTo>
                      <a:pt x="4" y="116"/>
                      <a:pt x="4" y="116"/>
                      <a:pt x="4" y="116"/>
                    </a:cubicBezTo>
                    <a:cubicBezTo>
                      <a:pt x="0" y="109"/>
                      <a:pt x="0" y="102"/>
                      <a:pt x="4" y="99"/>
                    </a:cubicBezTo>
                    <a:lnTo>
                      <a:pt x="171" y="3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0" name="Freeform 115">
                <a:extLst>
                  <a:ext uri="{FF2B5EF4-FFF2-40B4-BE49-F238E27FC236}">
                    <a16:creationId xmlns:a16="http://schemas.microsoft.com/office/drawing/2014/main" id="{2440EA26-3858-4998-9E6A-672D147EC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3309"/>
                <a:ext cx="159" cy="104"/>
              </a:xfrm>
              <a:custGeom>
                <a:avLst/>
                <a:gdLst>
                  <a:gd name="T0" fmla="*/ 0 w 157"/>
                  <a:gd name="T1" fmla="*/ 109 h 103"/>
                  <a:gd name="T2" fmla="*/ 169 w 157"/>
                  <a:gd name="T3" fmla="*/ 0 h 103"/>
                  <a:gd name="T4" fmla="*/ 0 w 157"/>
                  <a:gd name="T5" fmla="*/ 109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103">
                    <a:moveTo>
                      <a:pt x="0" y="103"/>
                    </a:moveTo>
                    <a:cubicBezTo>
                      <a:pt x="157" y="0"/>
                      <a:pt x="157" y="0"/>
                      <a:pt x="157" y="0"/>
                    </a:cubicBezTo>
                    <a:cubicBezTo>
                      <a:pt x="157" y="0"/>
                      <a:pt x="33" y="62"/>
                      <a:pt x="0" y="103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1" name="Freeform 116">
                <a:extLst>
                  <a:ext uri="{FF2B5EF4-FFF2-40B4-BE49-F238E27FC236}">
                    <a16:creationId xmlns:a16="http://schemas.microsoft.com/office/drawing/2014/main" id="{4891C796-922B-44C8-BD3B-15F267989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3396"/>
                <a:ext cx="20" cy="21"/>
              </a:xfrm>
              <a:custGeom>
                <a:avLst/>
                <a:gdLst>
                  <a:gd name="T0" fmla="*/ 12 w 20"/>
                  <a:gd name="T1" fmla="*/ 21 h 21"/>
                  <a:gd name="T2" fmla="*/ 0 w 20"/>
                  <a:gd name="T3" fmla="*/ 1 h 21"/>
                  <a:gd name="T4" fmla="*/ 14 w 20"/>
                  <a:gd name="T5" fmla="*/ 7 h 21"/>
                  <a:gd name="T6" fmla="*/ 13 w 20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12" y="21"/>
                    </a:moveTo>
                    <a:cubicBezTo>
                      <a:pt x="20" y="13"/>
                      <a:pt x="5" y="3"/>
                      <a:pt x="0" y="1"/>
                    </a:cubicBezTo>
                    <a:cubicBezTo>
                      <a:pt x="6" y="0"/>
                      <a:pt x="11" y="0"/>
                      <a:pt x="14" y="7"/>
                    </a:cubicBezTo>
                    <a:cubicBezTo>
                      <a:pt x="17" y="11"/>
                      <a:pt x="17" y="17"/>
                      <a:pt x="13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2" name="Freeform 117">
                <a:extLst>
                  <a:ext uri="{FF2B5EF4-FFF2-40B4-BE49-F238E27FC236}">
                    <a16:creationId xmlns:a16="http://schemas.microsoft.com/office/drawing/2014/main" id="{D71BD283-BD4F-493E-B624-EA40A7257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3296"/>
                <a:ext cx="161" cy="95"/>
              </a:xfrm>
              <a:custGeom>
                <a:avLst/>
                <a:gdLst>
                  <a:gd name="T0" fmla="*/ 0 w 159"/>
                  <a:gd name="T1" fmla="*/ 100 h 94"/>
                  <a:gd name="T2" fmla="*/ 171 w 159"/>
                  <a:gd name="T3" fmla="*/ 0 h 94"/>
                  <a:gd name="T4" fmla="*/ 0 w 159"/>
                  <a:gd name="T5" fmla="*/ 10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94">
                    <a:moveTo>
                      <a:pt x="0" y="94"/>
                    </a:moveTo>
                    <a:cubicBezTo>
                      <a:pt x="159" y="0"/>
                      <a:pt x="159" y="0"/>
                      <a:pt x="159" y="0"/>
                    </a:cubicBezTo>
                    <a:cubicBezTo>
                      <a:pt x="159" y="0"/>
                      <a:pt x="9" y="94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3" name="Freeform 118">
                <a:extLst>
                  <a:ext uri="{FF2B5EF4-FFF2-40B4-BE49-F238E27FC236}">
                    <a16:creationId xmlns:a16="http://schemas.microsoft.com/office/drawing/2014/main" id="{9E69D405-E634-40DE-B54C-F939C155A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3293"/>
                <a:ext cx="188" cy="127"/>
              </a:xfrm>
              <a:custGeom>
                <a:avLst/>
                <a:gdLst>
                  <a:gd name="T0" fmla="*/ 183 w 186"/>
                  <a:gd name="T1" fmla="*/ 2 h 125"/>
                  <a:gd name="T2" fmla="*/ 195 w 186"/>
                  <a:gd name="T3" fmla="*/ 5 h 125"/>
                  <a:gd name="T4" fmla="*/ 195 w 186"/>
                  <a:gd name="T5" fmla="*/ 5 h 125"/>
                  <a:gd name="T6" fmla="*/ 193 w 186"/>
                  <a:gd name="T7" fmla="*/ 17 h 125"/>
                  <a:gd name="T8" fmla="*/ 19 w 186"/>
                  <a:gd name="T9" fmla="*/ 135 h 125"/>
                  <a:gd name="T10" fmla="*/ 4 w 186"/>
                  <a:gd name="T11" fmla="*/ 127 h 125"/>
                  <a:gd name="T12" fmla="*/ 4 w 186"/>
                  <a:gd name="T13" fmla="*/ 127 h 125"/>
                  <a:gd name="T14" fmla="*/ 4 w 186"/>
                  <a:gd name="T15" fmla="*/ 111 h 125"/>
                  <a:gd name="T16" fmla="*/ 183 w 186"/>
                  <a:gd name="T17" fmla="*/ 2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5">
                    <a:moveTo>
                      <a:pt x="171" y="2"/>
                    </a:moveTo>
                    <a:cubicBezTo>
                      <a:pt x="175" y="0"/>
                      <a:pt x="181" y="1"/>
                      <a:pt x="183" y="5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6" y="9"/>
                      <a:pt x="185" y="15"/>
                      <a:pt x="181" y="17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5" y="125"/>
                      <a:pt x="8" y="122"/>
                      <a:pt x="4" y="115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0" y="109"/>
                      <a:pt x="0" y="101"/>
                      <a:pt x="4" y="99"/>
                    </a:cubicBezTo>
                    <a:lnTo>
                      <a:pt x="171" y="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4" name="Freeform 119">
                <a:extLst>
                  <a:ext uri="{FF2B5EF4-FFF2-40B4-BE49-F238E27FC236}">
                    <a16:creationId xmlns:a16="http://schemas.microsoft.com/office/drawing/2014/main" id="{B63A193D-2280-4987-885F-88A5AC7FF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3606"/>
                <a:ext cx="96" cy="203"/>
              </a:xfrm>
              <a:custGeom>
                <a:avLst/>
                <a:gdLst>
                  <a:gd name="T0" fmla="*/ 82 w 95"/>
                  <a:gd name="T1" fmla="*/ 7 h 201"/>
                  <a:gd name="T2" fmla="*/ 94 w 95"/>
                  <a:gd name="T3" fmla="*/ 2 h 201"/>
                  <a:gd name="T4" fmla="*/ 94 w 95"/>
                  <a:gd name="T5" fmla="*/ 2 h 201"/>
                  <a:gd name="T6" fmla="*/ 99 w 95"/>
                  <a:gd name="T7" fmla="*/ 13 h 201"/>
                  <a:gd name="T8" fmla="*/ 28 w 95"/>
                  <a:gd name="T9" fmla="*/ 207 h 201"/>
                  <a:gd name="T10" fmla="*/ 11 w 95"/>
                  <a:gd name="T11" fmla="*/ 210 h 201"/>
                  <a:gd name="T12" fmla="*/ 11 w 95"/>
                  <a:gd name="T13" fmla="*/ 210 h 201"/>
                  <a:gd name="T14" fmla="*/ 1 w 95"/>
                  <a:gd name="T15" fmla="*/ 197 h 201"/>
                  <a:gd name="T16" fmla="*/ 82 w 95"/>
                  <a:gd name="T17" fmla="*/ 7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01">
                    <a:moveTo>
                      <a:pt x="76" y="7"/>
                    </a:moveTo>
                    <a:cubicBezTo>
                      <a:pt x="78" y="2"/>
                      <a:pt x="83" y="0"/>
                      <a:pt x="88" y="2"/>
                    </a:cubicBezTo>
                    <a:cubicBezTo>
                      <a:pt x="88" y="2"/>
                      <a:pt x="88" y="2"/>
                      <a:pt x="88" y="2"/>
                    </a:cubicBezTo>
                    <a:cubicBezTo>
                      <a:pt x="92" y="4"/>
                      <a:pt x="95" y="9"/>
                      <a:pt x="93" y="13"/>
                    </a:cubicBezTo>
                    <a:cubicBezTo>
                      <a:pt x="28" y="195"/>
                      <a:pt x="28" y="195"/>
                      <a:pt x="28" y="195"/>
                    </a:cubicBezTo>
                    <a:cubicBezTo>
                      <a:pt x="26" y="199"/>
                      <a:pt x="18" y="201"/>
                      <a:pt x="11" y="198"/>
                    </a:cubicBezTo>
                    <a:cubicBezTo>
                      <a:pt x="11" y="198"/>
                      <a:pt x="11" y="198"/>
                      <a:pt x="11" y="198"/>
                    </a:cubicBezTo>
                    <a:cubicBezTo>
                      <a:pt x="4" y="195"/>
                      <a:pt x="0" y="189"/>
                      <a:pt x="1" y="185"/>
                    </a:cubicBezTo>
                    <a:lnTo>
                      <a:pt x="76" y="7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Freeform 120">
                <a:extLst>
                  <a:ext uri="{FF2B5EF4-FFF2-40B4-BE49-F238E27FC236}">
                    <a16:creationId xmlns:a16="http://schemas.microsoft.com/office/drawing/2014/main" id="{84AD15E6-433A-4039-A403-72E804280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3619"/>
                <a:ext cx="63" cy="179"/>
              </a:xfrm>
              <a:custGeom>
                <a:avLst/>
                <a:gdLst>
                  <a:gd name="T0" fmla="*/ 0 w 62"/>
                  <a:gd name="T1" fmla="*/ 189 h 177"/>
                  <a:gd name="T2" fmla="*/ 68 w 62"/>
                  <a:gd name="T3" fmla="*/ 0 h 177"/>
                  <a:gd name="T4" fmla="*/ 0 w 62"/>
                  <a:gd name="T5" fmla="*/ 189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77">
                    <a:moveTo>
                      <a:pt x="0" y="177"/>
                    </a:move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1" y="124"/>
                      <a:pt x="0" y="177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Freeform 121">
                <a:extLst>
                  <a:ext uri="{FF2B5EF4-FFF2-40B4-BE49-F238E27FC236}">
                    <a16:creationId xmlns:a16="http://schemas.microsoft.com/office/drawing/2014/main" id="{00EFCC43-D9B7-4BB2-B2EA-8979EAE17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789"/>
                <a:ext cx="24" cy="16"/>
              </a:xfrm>
              <a:custGeom>
                <a:avLst/>
                <a:gdLst>
                  <a:gd name="T0" fmla="*/ 21 w 24"/>
                  <a:gd name="T1" fmla="*/ 16 h 16"/>
                  <a:gd name="T2" fmla="*/ 0 w 24"/>
                  <a:gd name="T3" fmla="*/ 8 h 16"/>
                  <a:gd name="T4" fmla="*/ 15 w 24"/>
                  <a:gd name="T5" fmla="*/ 3 h 16"/>
                  <a:gd name="T6" fmla="*/ 23 w 24"/>
                  <a:gd name="T7" fmla="*/ 1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21" y="16"/>
                    </a:moveTo>
                    <a:cubicBezTo>
                      <a:pt x="24" y="5"/>
                      <a:pt x="6" y="6"/>
                      <a:pt x="0" y="8"/>
                    </a:cubicBezTo>
                    <a:cubicBezTo>
                      <a:pt x="5" y="3"/>
                      <a:pt x="8" y="0"/>
                      <a:pt x="15" y="3"/>
                    </a:cubicBezTo>
                    <a:cubicBezTo>
                      <a:pt x="20" y="5"/>
                      <a:pt x="24" y="10"/>
                      <a:pt x="23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Freeform 122">
                <a:extLst>
                  <a:ext uri="{FF2B5EF4-FFF2-40B4-BE49-F238E27FC236}">
                    <a16:creationId xmlns:a16="http://schemas.microsoft.com/office/drawing/2014/main" id="{F4BCBF15-1D92-49C9-A391-D4272EBE6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3613"/>
                <a:ext cx="71" cy="173"/>
              </a:xfrm>
              <a:custGeom>
                <a:avLst/>
                <a:gdLst>
                  <a:gd name="T0" fmla="*/ 0 w 70"/>
                  <a:gd name="T1" fmla="*/ 183 h 171"/>
                  <a:gd name="T2" fmla="*/ 76 w 70"/>
                  <a:gd name="T3" fmla="*/ 0 h 171"/>
                  <a:gd name="T4" fmla="*/ 0 w 70"/>
                  <a:gd name="T5" fmla="*/ 183 h 1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71">
                    <a:moveTo>
                      <a:pt x="0" y="171"/>
                    </a:move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7" y="165"/>
                      <a:pt x="0" y="1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Freeform 123">
                <a:extLst>
                  <a:ext uri="{FF2B5EF4-FFF2-40B4-BE49-F238E27FC236}">
                    <a16:creationId xmlns:a16="http://schemas.microsoft.com/office/drawing/2014/main" id="{D61F9624-4C05-4700-ACF8-8A6941159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3607"/>
                <a:ext cx="96" cy="202"/>
              </a:xfrm>
              <a:custGeom>
                <a:avLst/>
                <a:gdLst>
                  <a:gd name="T0" fmla="*/ 83 w 95"/>
                  <a:gd name="T1" fmla="*/ 6 h 200"/>
                  <a:gd name="T2" fmla="*/ 94 w 95"/>
                  <a:gd name="T3" fmla="*/ 1 h 200"/>
                  <a:gd name="T4" fmla="*/ 94 w 95"/>
                  <a:gd name="T5" fmla="*/ 1 h 200"/>
                  <a:gd name="T6" fmla="*/ 99 w 95"/>
                  <a:gd name="T7" fmla="*/ 13 h 200"/>
                  <a:gd name="T8" fmla="*/ 28 w 95"/>
                  <a:gd name="T9" fmla="*/ 206 h 200"/>
                  <a:gd name="T10" fmla="*/ 11 w 95"/>
                  <a:gd name="T11" fmla="*/ 209 h 200"/>
                  <a:gd name="T12" fmla="*/ 11 w 95"/>
                  <a:gd name="T13" fmla="*/ 209 h 200"/>
                  <a:gd name="T14" fmla="*/ 1 w 95"/>
                  <a:gd name="T15" fmla="*/ 196 h 200"/>
                  <a:gd name="T16" fmla="*/ 83 w 95"/>
                  <a:gd name="T17" fmla="*/ 6 h 2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00">
                    <a:moveTo>
                      <a:pt x="77" y="6"/>
                    </a:moveTo>
                    <a:cubicBezTo>
                      <a:pt x="78" y="2"/>
                      <a:pt x="83" y="0"/>
                      <a:pt x="88" y="1"/>
                    </a:cubicBezTo>
                    <a:cubicBezTo>
                      <a:pt x="88" y="1"/>
                      <a:pt x="88" y="1"/>
                      <a:pt x="88" y="1"/>
                    </a:cubicBezTo>
                    <a:cubicBezTo>
                      <a:pt x="92" y="3"/>
                      <a:pt x="95" y="8"/>
                      <a:pt x="93" y="13"/>
                    </a:cubicBezTo>
                    <a:cubicBezTo>
                      <a:pt x="28" y="194"/>
                      <a:pt x="28" y="194"/>
                      <a:pt x="28" y="194"/>
                    </a:cubicBezTo>
                    <a:cubicBezTo>
                      <a:pt x="26" y="199"/>
                      <a:pt x="19" y="200"/>
                      <a:pt x="11" y="197"/>
                    </a:cubicBezTo>
                    <a:cubicBezTo>
                      <a:pt x="11" y="197"/>
                      <a:pt x="11" y="197"/>
                      <a:pt x="11" y="197"/>
                    </a:cubicBezTo>
                    <a:cubicBezTo>
                      <a:pt x="4" y="195"/>
                      <a:pt x="0" y="189"/>
                      <a:pt x="1" y="184"/>
                    </a:cubicBezTo>
                    <a:lnTo>
                      <a:pt x="77" y="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Freeform 124">
                <a:extLst>
                  <a:ext uri="{FF2B5EF4-FFF2-40B4-BE49-F238E27FC236}">
                    <a16:creationId xmlns:a16="http://schemas.microsoft.com/office/drawing/2014/main" id="{08CD835E-C0E9-46EB-A724-08FA1E23B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316"/>
                <a:ext cx="146" cy="175"/>
              </a:xfrm>
              <a:custGeom>
                <a:avLst/>
                <a:gdLst>
                  <a:gd name="T0" fmla="*/ 3 w 145"/>
                  <a:gd name="T1" fmla="*/ 170 h 173"/>
                  <a:gd name="T2" fmla="*/ 5 w 145"/>
                  <a:gd name="T3" fmla="*/ 182 h 173"/>
                  <a:gd name="T4" fmla="*/ 5 w 145"/>
                  <a:gd name="T5" fmla="*/ 182 h 173"/>
                  <a:gd name="T6" fmla="*/ 17 w 145"/>
                  <a:gd name="T7" fmla="*/ 181 h 173"/>
                  <a:gd name="T8" fmla="*/ 147 w 145"/>
                  <a:gd name="T9" fmla="*/ 21 h 173"/>
                  <a:gd name="T10" fmla="*/ 142 w 145"/>
                  <a:gd name="T11" fmla="*/ 6 h 173"/>
                  <a:gd name="T12" fmla="*/ 142 w 145"/>
                  <a:gd name="T13" fmla="*/ 6 h 173"/>
                  <a:gd name="T14" fmla="*/ 126 w 145"/>
                  <a:gd name="T15" fmla="*/ 4 h 173"/>
                  <a:gd name="T16" fmla="*/ 3 w 145"/>
                  <a:gd name="T17" fmla="*/ 170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5" h="173">
                    <a:moveTo>
                      <a:pt x="3" y="158"/>
                    </a:moveTo>
                    <a:cubicBezTo>
                      <a:pt x="0" y="162"/>
                      <a:pt x="1" y="167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9" y="173"/>
                      <a:pt x="14" y="173"/>
                      <a:pt x="17" y="169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5" y="18"/>
                      <a:pt x="142" y="11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0" y="1"/>
                      <a:pt x="123" y="0"/>
                      <a:pt x="120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125">
                <a:extLst>
                  <a:ext uri="{FF2B5EF4-FFF2-40B4-BE49-F238E27FC236}">
                    <a16:creationId xmlns:a16="http://schemas.microsoft.com/office/drawing/2014/main" id="{58F5CE9E-7B54-4EEF-ABD8-579DDA848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339"/>
                <a:ext cx="123" cy="145"/>
              </a:xfrm>
              <a:custGeom>
                <a:avLst/>
                <a:gdLst>
                  <a:gd name="T0" fmla="*/ 128 w 122"/>
                  <a:gd name="T1" fmla="*/ 0 h 143"/>
                  <a:gd name="T2" fmla="*/ 0 w 122"/>
                  <a:gd name="T3" fmla="*/ 155 h 143"/>
                  <a:gd name="T4" fmla="*/ 128 w 122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43">
                    <a:moveTo>
                      <a:pt x="122" y="0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77" y="28"/>
                      <a:pt x="122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1" name="Freeform 126">
                <a:extLst>
                  <a:ext uri="{FF2B5EF4-FFF2-40B4-BE49-F238E27FC236}">
                    <a16:creationId xmlns:a16="http://schemas.microsoft.com/office/drawing/2014/main" id="{E83ED943-DBAB-4D0B-A48F-B90AE1755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319"/>
                <a:ext cx="20" cy="21"/>
              </a:xfrm>
              <a:custGeom>
                <a:avLst/>
                <a:gdLst>
                  <a:gd name="T0" fmla="*/ 20 w 20"/>
                  <a:gd name="T1" fmla="*/ 14 h 21"/>
                  <a:gd name="T2" fmla="*/ 3 w 20"/>
                  <a:gd name="T3" fmla="*/ 0 h 21"/>
                  <a:gd name="T4" fmla="*/ 6 w 20"/>
                  <a:gd name="T5" fmla="*/ 15 h 21"/>
                  <a:gd name="T6" fmla="*/ 20 w 20"/>
                  <a:gd name="T7" fmla="*/ 1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20" y="14"/>
                    </a:moveTo>
                    <a:cubicBezTo>
                      <a:pt x="12" y="21"/>
                      <a:pt x="4" y="6"/>
                      <a:pt x="3" y="0"/>
                    </a:cubicBezTo>
                    <a:cubicBezTo>
                      <a:pt x="0" y="6"/>
                      <a:pt x="0" y="11"/>
                      <a:pt x="6" y="15"/>
                    </a:cubicBezTo>
                    <a:cubicBezTo>
                      <a:pt x="10" y="18"/>
                      <a:pt x="16" y="19"/>
                      <a:pt x="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2" name="Freeform 127">
                <a:extLst>
                  <a:ext uri="{FF2B5EF4-FFF2-40B4-BE49-F238E27FC236}">
                    <a16:creationId xmlns:a16="http://schemas.microsoft.com/office/drawing/2014/main" id="{09C61FE9-70C1-4528-8FFB-A382E6F17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327"/>
                <a:ext cx="114" cy="149"/>
              </a:xfrm>
              <a:custGeom>
                <a:avLst/>
                <a:gdLst>
                  <a:gd name="T0" fmla="*/ 119 w 113"/>
                  <a:gd name="T1" fmla="*/ 0 h 147"/>
                  <a:gd name="T2" fmla="*/ 0 w 113"/>
                  <a:gd name="T3" fmla="*/ 159 h 147"/>
                  <a:gd name="T4" fmla="*/ 119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113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112" y="9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3" name="Freeform 128">
                <a:extLst>
                  <a:ext uri="{FF2B5EF4-FFF2-40B4-BE49-F238E27FC236}">
                    <a16:creationId xmlns:a16="http://schemas.microsoft.com/office/drawing/2014/main" id="{AE678D20-FE74-40E5-8B7E-D7ADE3745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316"/>
                <a:ext cx="145" cy="175"/>
              </a:xfrm>
              <a:custGeom>
                <a:avLst/>
                <a:gdLst>
                  <a:gd name="T0" fmla="*/ 3 w 144"/>
                  <a:gd name="T1" fmla="*/ 170 h 173"/>
                  <a:gd name="T2" fmla="*/ 4 w 144"/>
                  <a:gd name="T3" fmla="*/ 182 h 173"/>
                  <a:gd name="T4" fmla="*/ 4 w 144"/>
                  <a:gd name="T5" fmla="*/ 182 h 173"/>
                  <a:gd name="T6" fmla="*/ 17 w 144"/>
                  <a:gd name="T7" fmla="*/ 181 h 173"/>
                  <a:gd name="T8" fmla="*/ 147 w 144"/>
                  <a:gd name="T9" fmla="*/ 21 h 173"/>
                  <a:gd name="T10" fmla="*/ 141 w 144"/>
                  <a:gd name="T11" fmla="*/ 6 h 173"/>
                  <a:gd name="T12" fmla="*/ 141 w 144"/>
                  <a:gd name="T13" fmla="*/ 6 h 173"/>
                  <a:gd name="T14" fmla="*/ 125 w 144"/>
                  <a:gd name="T15" fmla="*/ 4 h 173"/>
                  <a:gd name="T16" fmla="*/ 3 w 144"/>
                  <a:gd name="T17" fmla="*/ 170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3" y="158"/>
                    </a:moveTo>
                    <a:cubicBezTo>
                      <a:pt x="0" y="162"/>
                      <a:pt x="0" y="167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8" y="173"/>
                      <a:pt x="14" y="173"/>
                      <a:pt x="17" y="169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4" y="18"/>
                      <a:pt x="142" y="11"/>
                      <a:pt x="135" y="6"/>
                    </a:cubicBezTo>
                    <a:cubicBezTo>
                      <a:pt x="135" y="6"/>
                      <a:pt x="135" y="6"/>
                      <a:pt x="135" y="6"/>
                    </a:cubicBezTo>
                    <a:cubicBezTo>
                      <a:pt x="129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4" name="Freeform 129">
                <a:extLst>
                  <a:ext uri="{FF2B5EF4-FFF2-40B4-BE49-F238E27FC236}">
                    <a16:creationId xmlns:a16="http://schemas.microsoft.com/office/drawing/2014/main" id="{702A3137-3BB4-4A69-8C51-34352C92F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694"/>
                <a:ext cx="207" cy="80"/>
              </a:xfrm>
              <a:custGeom>
                <a:avLst/>
                <a:gdLst>
                  <a:gd name="T0" fmla="*/ 7 w 205"/>
                  <a:gd name="T1" fmla="*/ 67 h 79"/>
                  <a:gd name="T2" fmla="*/ 1 w 205"/>
                  <a:gd name="T3" fmla="*/ 78 h 79"/>
                  <a:gd name="T4" fmla="*/ 1 w 205"/>
                  <a:gd name="T5" fmla="*/ 78 h 79"/>
                  <a:gd name="T6" fmla="*/ 12 w 205"/>
                  <a:gd name="T7" fmla="*/ 84 h 79"/>
                  <a:gd name="T8" fmla="*/ 210 w 205"/>
                  <a:gd name="T9" fmla="*/ 28 h 79"/>
                  <a:gd name="T10" fmla="*/ 215 w 205"/>
                  <a:gd name="T11" fmla="*/ 12 h 79"/>
                  <a:gd name="T12" fmla="*/ 215 w 205"/>
                  <a:gd name="T13" fmla="*/ 12 h 79"/>
                  <a:gd name="T14" fmla="*/ 203 w 205"/>
                  <a:gd name="T15" fmla="*/ 1 h 79"/>
                  <a:gd name="T16" fmla="*/ 7 w 205"/>
                  <a:gd name="T17" fmla="*/ 67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79">
                    <a:moveTo>
                      <a:pt x="7" y="61"/>
                    </a:moveTo>
                    <a:cubicBezTo>
                      <a:pt x="2" y="62"/>
                      <a:pt x="0" y="67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7"/>
                      <a:pt x="7" y="79"/>
                      <a:pt x="12" y="7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203" y="27"/>
                      <a:pt x="205" y="20"/>
                      <a:pt x="203" y="12"/>
                    </a:cubicBezTo>
                    <a:cubicBezTo>
                      <a:pt x="203" y="12"/>
                      <a:pt x="203" y="12"/>
                      <a:pt x="203" y="12"/>
                    </a:cubicBezTo>
                    <a:cubicBezTo>
                      <a:pt x="201" y="5"/>
                      <a:pt x="195" y="0"/>
                      <a:pt x="191" y="1"/>
                    </a:cubicBezTo>
                    <a:lnTo>
                      <a:pt x="7" y="61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5" name="Freeform 130">
                <a:extLst>
                  <a:ext uri="{FF2B5EF4-FFF2-40B4-BE49-F238E27FC236}">
                    <a16:creationId xmlns:a16="http://schemas.microsoft.com/office/drawing/2014/main" id="{7D5D17C9-023C-4AB3-8C75-BDC861DD0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718"/>
                <a:ext cx="184" cy="52"/>
              </a:xfrm>
              <a:custGeom>
                <a:avLst/>
                <a:gdLst>
                  <a:gd name="T0" fmla="*/ 194 w 182"/>
                  <a:gd name="T1" fmla="*/ 3 h 51"/>
                  <a:gd name="T2" fmla="*/ 0 w 182"/>
                  <a:gd name="T3" fmla="*/ 57 h 51"/>
                  <a:gd name="T4" fmla="*/ 194 w 182"/>
                  <a:gd name="T5" fmla="*/ 3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51">
                    <a:moveTo>
                      <a:pt x="182" y="3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29" y="0"/>
                      <a:pt x="182" y="3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6" name="Freeform 131">
                <a:extLst>
                  <a:ext uri="{FF2B5EF4-FFF2-40B4-BE49-F238E27FC236}">
                    <a16:creationId xmlns:a16="http://schemas.microsoft.com/office/drawing/2014/main" id="{D6E989B9-6A01-48BC-9C16-5F642A5E3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697"/>
                <a:ext cx="15" cy="23"/>
              </a:xfrm>
              <a:custGeom>
                <a:avLst/>
                <a:gdLst>
                  <a:gd name="T0" fmla="*/ 15 w 15"/>
                  <a:gd name="T1" fmla="*/ 21 h 23"/>
                  <a:gd name="T2" fmla="*/ 9 w 15"/>
                  <a:gd name="T3" fmla="*/ 0 h 23"/>
                  <a:gd name="T4" fmla="*/ 3 w 15"/>
                  <a:gd name="T5" fmla="*/ 14 h 23"/>
                  <a:gd name="T6" fmla="*/ 14 w 15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15" y="21"/>
                    </a:moveTo>
                    <a:cubicBezTo>
                      <a:pt x="4" y="23"/>
                      <a:pt x="6" y="5"/>
                      <a:pt x="9" y="0"/>
                    </a:cubicBezTo>
                    <a:cubicBezTo>
                      <a:pt x="3" y="4"/>
                      <a:pt x="0" y="7"/>
                      <a:pt x="3" y="14"/>
                    </a:cubicBezTo>
                    <a:cubicBezTo>
                      <a:pt x="5" y="19"/>
                      <a:pt x="9" y="23"/>
                      <a:pt x="14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7" name="Freeform 132">
                <a:extLst>
                  <a:ext uri="{FF2B5EF4-FFF2-40B4-BE49-F238E27FC236}">
                    <a16:creationId xmlns:a16="http://schemas.microsoft.com/office/drawing/2014/main" id="{CC40D2EE-7BFA-43C0-8DCC-D5EEAB772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699"/>
                <a:ext cx="179" cy="57"/>
              </a:xfrm>
              <a:custGeom>
                <a:avLst/>
                <a:gdLst>
                  <a:gd name="T0" fmla="*/ 189 w 177"/>
                  <a:gd name="T1" fmla="*/ 0 h 56"/>
                  <a:gd name="T2" fmla="*/ 0 w 177"/>
                  <a:gd name="T3" fmla="*/ 62 h 56"/>
                  <a:gd name="T4" fmla="*/ 189 w 177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56">
                    <a:moveTo>
                      <a:pt x="177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170" y="7"/>
                      <a:pt x="1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8" name="Freeform 133">
                <a:extLst>
                  <a:ext uri="{FF2B5EF4-FFF2-40B4-BE49-F238E27FC236}">
                    <a16:creationId xmlns:a16="http://schemas.microsoft.com/office/drawing/2014/main" id="{AE53B4E1-D19D-4626-A546-5080FB62F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694"/>
                <a:ext cx="208" cy="81"/>
              </a:xfrm>
              <a:custGeom>
                <a:avLst/>
                <a:gdLst>
                  <a:gd name="T0" fmla="*/ 7 w 206"/>
                  <a:gd name="T1" fmla="*/ 67 h 80"/>
                  <a:gd name="T2" fmla="*/ 1 w 206"/>
                  <a:gd name="T3" fmla="*/ 78 h 80"/>
                  <a:gd name="T4" fmla="*/ 1 w 206"/>
                  <a:gd name="T5" fmla="*/ 78 h 80"/>
                  <a:gd name="T6" fmla="*/ 12 w 206"/>
                  <a:gd name="T7" fmla="*/ 84 h 80"/>
                  <a:gd name="T8" fmla="*/ 211 w 206"/>
                  <a:gd name="T9" fmla="*/ 29 h 80"/>
                  <a:gd name="T10" fmla="*/ 215 w 206"/>
                  <a:gd name="T11" fmla="*/ 13 h 80"/>
                  <a:gd name="T12" fmla="*/ 215 w 206"/>
                  <a:gd name="T13" fmla="*/ 13 h 80"/>
                  <a:gd name="T14" fmla="*/ 203 w 206"/>
                  <a:gd name="T15" fmla="*/ 2 h 80"/>
                  <a:gd name="T16" fmla="*/ 7 w 206"/>
                  <a:gd name="T17" fmla="*/ 67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80">
                    <a:moveTo>
                      <a:pt x="7" y="61"/>
                    </a:moveTo>
                    <a:cubicBezTo>
                      <a:pt x="3" y="63"/>
                      <a:pt x="0" y="68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3" y="77"/>
                      <a:pt x="8" y="80"/>
                      <a:pt x="12" y="78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4" y="27"/>
                      <a:pt x="206" y="20"/>
                      <a:pt x="203" y="13"/>
                    </a:cubicBezTo>
                    <a:cubicBezTo>
                      <a:pt x="203" y="13"/>
                      <a:pt x="203" y="13"/>
                      <a:pt x="203" y="13"/>
                    </a:cubicBezTo>
                    <a:cubicBezTo>
                      <a:pt x="201" y="5"/>
                      <a:pt x="196" y="0"/>
                      <a:pt x="191" y="2"/>
                    </a:cubicBezTo>
                    <a:lnTo>
                      <a:pt x="7" y="6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9" name="Freeform 134">
                <a:extLst>
                  <a:ext uri="{FF2B5EF4-FFF2-40B4-BE49-F238E27FC236}">
                    <a16:creationId xmlns:a16="http://schemas.microsoft.com/office/drawing/2014/main" id="{A1EF3B38-CA07-42DD-AF3B-915294247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3156"/>
                <a:ext cx="209" cy="76"/>
              </a:xfrm>
              <a:custGeom>
                <a:avLst/>
                <a:gdLst>
                  <a:gd name="T0" fmla="*/ 12 w 207"/>
                  <a:gd name="T1" fmla="*/ 2 h 75"/>
                  <a:gd name="T2" fmla="*/ 1 w 207"/>
                  <a:gd name="T3" fmla="*/ 8 h 75"/>
                  <a:gd name="T4" fmla="*/ 1 w 207"/>
                  <a:gd name="T5" fmla="*/ 8 h 75"/>
                  <a:gd name="T6" fmla="*/ 8 w 207"/>
                  <a:gd name="T7" fmla="*/ 19 h 75"/>
                  <a:gd name="T8" fmla="*/ 205 w 207"/>
                  <a:gd name="T9" fmla="*/ 80 h 75"/>
                  <a:gd name="T10" fmla="*/ 217 w 207"/>
                  <a:gd name="T11" fmla="*/ 68 h 75"/>
                  <a:gd name="T12" fmla="*/ 217 w 207"/>
                  <a:gd name="T13" fmla="*/ 68 h 75"/>
                  <a:gd name="T14" fmla="*/ 212 w 207"/>
                  <a:gd name="T15" fmla="*/ 52 h 75"/>
                  <a:gd name="T16" fmla="*/ 12 w 207"/>
                  <a:gd name="T17" fmla="*/ 2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5">
                    <a:moveTo>
                      <a:pt x="12" y="2"/>
                    </a:moveTo>
                    <a:cubicBezTo>
                      <a:pt x="7" y="0"/>
                      <a:pt x="3" y="3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3"/>
                      <a:pt x="3" y="17"/>
                      <a:pt x="8" y="19"/>
                    </a:cubicBezTo>
                    <a:cubicBezTo>
                      <a:pt x="193" y="74"/>
                      <a:pt x="193" y="74"/>
                      <a:pt x="193" y="74"/>
                    </a:cubicBezTo>
                    <a:cubicBezTo>
                      <a:pt x="197" y="75"/>
                      <a:pt x="203" y="70"/>
                      <a:pt x="205" y="62"/>
                    </a:cubicBezTo>
                    <a:cubicBezTo>
                      <a:pt x="205" y="62"/>
                      <a:pt x="205" y="62"/>
                      <a:pt x="205" y="62"/>
                    </a:cubicBezTo>
                    <a:cubicBezTo>
                      <a:pt x="207" y="55"/>
                      <a:pt x="205" y="48"/>
                      <a:pt x="200" y="46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0" name="Freeform 135">
                <a:extLst>
                  <a:ext uri="{FF2B5EF4-FFF2-40B4-BE49-F238E27FC236}">
                    <a16:creationId xmlns:a16="http://schemas.microsoft.com/office/drawing/2014/main" id="{2BE176D5-B5F6-4B00-AE3C-91E73F1C4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3172"/>
                <a:ext cx="182" cy="55"/>
              </a:xfrm>
              <a:custGeom>
                <a:avLst/>
                <a:gdLst>
                  <a:gd name="T0" fmla="*/ 192 w 180"/>
                  <a:gd name="T1" fmla="*/ 60 h 54"/>
                  <a:gd name="T2" fmla="*/ 0 w 180"/>
                  <a:gd name="T3" fmla="*/ 0 h 54"/>
                  <a:gd name="T4" fmla="*/ 192 w 180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4">
                    <a:moveTo>
                      <a:pt x="180" y="5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7" y="24"/>
                      <a:pt x="180" y="54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1" name="Freeform 136">
                <a:extLst>
                  <a:ext uri="{FF2B5EF4-FFF2-40B4-BE49-F238E27FC236}">
                    <a16:creationId xmlns:a16="http://schemas.microsoft.com/office/drawing/2014/main" id="{A54BA7AB-8122-4B58-A65B-DCDC02AD3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3207"/>
                <a:ext cx="16" cy="22"/>
              </a:xfrm>
              <a:custGeom>
                <a:avLst/>
                <a:gdLst>
                  <a:gd name="T0" fmla="*/ 11 w 16"/>
                  <a:gd name="T1" fmla="*/ 22 h 22"/>
                  <a:gd name="T2" fmla="*/ 16 w 16"/>
                  <a:gd name="T3" fmla="*/ 0 h 22"/>
                  <a:gd name="T4" fmla="*/ 4 w 16"/>
                  <a:gd name="T5" fmla="*/ 9 h 22"/>
                  <a:gd name="T6" fmla="*/ 9 w 16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1" y="22"/>
                    </a:moveTo>
                    <a:cubicBezTo>
                      <a:pt x="0" y="17"/>
                      <a:pt x="12" y="3"/>
                      <a:pt x="16" y="0"/>
                    </a:cubicBezTo>
                    <a:cubicBezTo>
                      <a:pt x="10" y="0"/>
                      <a:pt x="5" y="2"/>
                      <a:pt x="4" y="9"/>
                    </a:cubicBezTo>
                    <a:cubicBezTo>
                      <a:pt x="3" y="14"/>
                      <a:pt x="4" y="20"/>
                      <a:pt x="9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2" name="Freeform 137">
                <a:extLst>
                  <a:ext uri="{FF2B5EF4-FFF2-40B4-BE49-F238E27FC236}">
                    <a16:creationId xmlns:a16="http://schemas.microsoft.com/office/drawing/2014/main" id="{2160124C-FFED-4C86-B82A-E27CE7054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3158"/>
                <a:ext cx="182" cy="48"/>
              </a:xfrm>
              <a:custGeom>
                <a:avLst/>
                <a:gdLst>
                  <a:gd name="T0" fmla="*/ 192 w 180"/>
                  <a:gd name="T1" fmla="*/ 50 h 47"/>
                  <a:gd name="T2" fmla="*/ 0 w 180"/>
                  <a:gd name="T3" fmla="*/ 0 h 47"/>
                  <a:gd name="T4" fmla="*/ 192 w 180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47">
                    <a:moveTo>
                      <a:pt x="18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71" y="47"/>
                      <a:pt x="18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3" name="Freeform 138">
                <a:extLst>
                  <a:ext uri="{FF2B5EF4-FFF2-40B4-BE49-F238E27FC236}">
                    <a16:creationId xmlns:a16="http://schemas.microsoft.com/office/drawing/2014/main" id="{10A6830D-DD81-4E7D-A7B3-3CCB31763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3157"/>
                <a:ext cx="209" cy="75"/>
              </a:xfrm>
              <a:custGeom>
                <a:avLst/>
                <a:gdLst>
                  <a:gd name="T0" fmla="*/ 12 w 207"/>
                  <a:gd name="T1" fmla="*/ 1 h 74"/>
                  <a:gd name="T2" fmla="*/ 2 w 207"/>
                  <a:gd name="T3" fmla="*/ 7 h 74"/>
                  <a:gd name="T4" fmla="*/ 2 w 207"/>
                  <a:gd name="T5" fmla="*/ 7 h 74"/>
                  <a:gd name="T6" fmla="*/ 8 w 207"/>
                  <a:gd name="T7" fmla="*/ 18 h 74"/>
                  <a:gd name="T8" fmla="*/ 205 w 207"/>
                  <a:gd name="T9" fmla="*/ 79 h 74"/>
                  <a:gd name="T10" fmla="*/ 217 w 207"/>
                  <a:gd name="T11" fmla="*/ 68 h 74"/>
                  <a:gd name="T12" fmla="*/ 217 w 207"/>
                  <a:gd name="T13" fmla="*/ 68 h 74"/>
                  <a:gd name="T14" fmla="*/ 212 w 207"/>
                  <a:gd name="T15" fmla="*/ 52 h 74"/>
                  <a:gd name="T16" fmla="*/ 12 w 207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4">
                    <a:moveTo>
                      <a:pt x="12" y="1"/>
                    </a:moveTo>
                    <a:cubicBezTo>
                      <a:pt x="8" y="0"/>
                      <a:pt x="3" y="3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2"/>
                      <a:pt x="3" y="17"/>
                      <a:pt x="8" y="18"/>
                    </a:cubicBezTo>
                    <a:cubicBezTo>
                      <a:pt x="193" y="73"/>
                      <a:pt x="193" y="73"/>
                      <a:pt x="193" y="73"/>
                    </a:cubicBezTo>
                    <a:cubicBezTo>
                      <a:pt x="197" y="74"/>
                      <a:pt x="203" y="69"/>
                      <a:pt x="205" y="62"/>
                    </a:cubicBezTo>
                    <a:cubicBezTo>
                      <a:pt x="205" y="62"/>
                      <a:pt x="205" y="62"/>
                      <a:pt x="205" y="62"/>
                    </a:cubicBezTo>
                    <a:cubicBezTo>
                      <a:pt x="207" y="54"/>
                      <a:pt x="205" y="47"/>
                      <a:pt x="200" y="46"/>
                    </a:cubicBezTo>
                    <a:lnTo>
                      <a:pt x="12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4" name="Freeform 139">
                <a:extLst>
                  <a:ext uri="{FF2B5EF4-FFF2-40B4-BE49-F238E27FC236}">
                    <a16:creationId xmlns:a16="http://schemas.microsoft.com/office/drawing/2014/main" id="{47C4E4DB-7170-4811-B5A2-B9DDAA20A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3451"/>
                <a:ext cx="171" cy="151"/>
              </a:xfrm>
              <a:custGeom>
                <a:avLst/>
                <a:gdLst>
                  <a:gd name="T0" fmla="*/ 15 w 169"/>
                  <a:gd name="T1" fmla="*/ 3 h 149"/>
                  <a:gd name="T2" fmla="*/ 3 w 169"/>
                  <a:gd name="T3" fmla="*/ 4 h 149"/>
                  <a:gd name="T4" fmla="*/ 3 w 169"/>
                  <a:gd name="T5" fmla="*/ 4 h 149"/>
                  <a:gd name="T6" fmla="*/ 4 w 169"/>
                  <a:gd name="T7" fmla="*/ 16 h 149"/>
                  <a:gd name="T8" fmla="*/ 159 w 169"/>
                  <a:gd name="T9" fmla="*/ 158 h 149"/>
                  <a:gd name="T10" fmla="*/ 175 w 169"/>
                  <a:gd name="T11" fmla="*/ 153 h 149"/>
                  <a:gd name="T12" fmla="*/ 175 w 169"/>
                  <a:gd name="T13" fmla="*/ 153 h 149"/>
                  <a:gd name="T14" fmla="*/ 177 w 169"/>
                  <a:gd name="T15" fmla="*/ 136 h 149"/>
                  <a:gd name="T16" fmla="*/ 15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" y="3"/>
                    </a:moveTo>
                    <a:cubicBezTo>
                      <a:pt x="12" y="0"/>
                      <a:pt x="6" y="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8"/>
                      <a:pt x="0" y="13"/>
                      <a:pt x="4" y="16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1" y="149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5"/>
                      <a:pt x="169" y="128"/>
                      <a:pt x="165" y="12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5" name="Freeform 140">
                <a:extLst>
                  <a:ext uri="{FF2B5EF4-FFF2-40B4-BE49-F238E27FC236}">
                    <a16:creationId xmlns:a16="http://schemas.microsoft.com/office/drawing/2014/main" id="{CDFD5705-00A5-488F-A123-DE2C92695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3466"/>
                <a:ext cx="140" cy="128"/>
              </a:xfrm>
              <a:custGeom>
                <a:avLst/>
                <a:gdLst>
                  <a:gd name="T0" fmla="*/ 150 w 138"/>
                  <a:gd name="T1" fmla="*/ 138 h 126"/>
                  <a:gd name="T2" fmla="*/ 0 w 138"/>
                  <a:gd name="T3" fmla="*/ 0 h 126"/>
                  <a:gd name="T4" fmla="*/ 150 w 138"/>
                  <a:gd name="T5" fmla="*/ 138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126">
                    <a:moveTo>
                      <a:pt x="138" y="12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2" y="80"/>
                      <a:pt x="138" y="126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6" name="Freeform 141">
                <a:extLst>
                  <a:ext uri="{FF2B5EF4-FFF2-40B4-BE49-F238E27FC236}">
                    <a16:creationId xmlns:a16="http://schemas.microsoft.com/office/drawing/2014/main" id="{7719E457-D099-4BFD-9CFE-96E346F19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3577"/>
                <a:ext cx="22" cy="22"/>
              </a:xfrm>
              <a:custGeom>
                <a:avLst/>
                <a:gdLst>
                  <a:gd name="T0" fmla="*/ 8 w 22"/>
                  <a:gd name="T1" fmla="*/ 27 h 21"/>
                  <a:gd name="T2" fmla="*/ 22 w 22"/>
                  <a:gd name="T3" fmla="*/ 4 h 21"/>
                  <a:gd name="T4" fmla="*/ 7 w 22"/>
                  <a:gd name="T5" fmla="*/ 7 h 21"/>
                  <a:gd name="T6" fmla="*/ 6 w 22"/>
                  <a:gd name="T7" fmla="*/ 2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1">
                    <a:moveTo>
                      <a:pt x="8" y="21"/>
                    </a:moveTo>
                    <a:cubicBezTo>
                      <a:pt x="0" y="12"/>
                      <a:pt x="16" y="5"/>
                      <a:pt x="22" y="4"/>
                    </a:cubicBezTo>
                    <a:cubicBezTo>
                      <a:pt x="16" y="1"/>
                      <a:pt x="12" y="0"/>
                      <a:pt x="7" y="7"/>
                    </a:cubicBezTo>
                    <a:cubicBezTo>
                      <a:pt x="4" y="11"/>
                      <a:pt x="3" y="16"/>
                      <a:pt x="6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7" name="Freeform 142">
                <a:extLst>
                  <a:ext uri="{FF2B5EF4-FFF2-40B4-BE49-F238E27FC236}">
                    <a16:creationId xmlns:a16="http://schemas.microsoft.com/office/drawing/2014/main" id="{AC558C4F-9EDF-4A36-AD60-CC40B7304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3454"/>
                <a:ext cx="145" cy="119"/>
              </a:xfrm>
              <a:custGeom>
                <a:avLst/>
                <a:gdLst>
                  <a:gd name="T0" fmla="*/ 155 w 143"/>
                  <a:gd name="T1" fmla="*/ 124 h 118"/>
                  <a:gd name="T2" fmla="*/ 0 w 143"/>
                  <a:gd name="T3" fmla="*/ 0 h 118"/>
                  <a:gd name="T4" fmla="*/ 155 w 143"/>
                  <a:gd name="T5" fmla="*/ 124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8">
                    <a:moveTo>
                      <a:pt x="143" y="11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4" y="116"/>
                      <a:pt x="143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8" name="Freeform 143">
                <a:extLst>
                  <a:ext uri="{FF2B5EF4-FFF2-40B4-BE49-F238E27FC236}">
                    <a16:creationId xmlns:a16="http://schemas.microsoft.com/office/drawing/2014/main" id="{AB99291C-DA34-474E-BBDC-D9E01AF33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3451"/>
                <a:ext cx="171" cy="151"/>
              </a:xfrm>
              <a:custGeom>
                <a:avLst/>
                <a:gdLst>
                  <a:gd name="T0" fmla="*/ 15 w 169"/>
                  <a:gd name="T1" fmla="*/ 4 h 149"/>
                  <a:gd name="T2" fmla="*/ 3 w 169"/>
                  <a:gd name="T3" fmla="*/ 4 h 149"/>
                  <a:gd name="T4" fmla="*/ 3 w 169"/>
                  <a:gd name="T5" fmla="*/ 4 h 149"/>
                  <a:gd name="T6" fmla="*/ 4 w 169"/>
                  <a:gd name="T7" fmla="*/ 17 h 149"/>
                  <a:gd name="T8" fmla="*/ 159 w 169"/>
                  <a:gd name="T9" fmla="*/ 158 h 149"/>
                  <a:gd name="T10" fmla="*/ 175 w 169"/>
                  <a:gd name="T11" fmla="*/ 153 h 149"/>
                  <a:gd name="T12" fmla="*/ 175 w 169"/>
                  <a:gd name="T13" fmla="*/ 153 h 149"/>
                  <a:gd name="T14" fmla="*/ 177 w 169"/>
                  <a:gd name="T15" fmla="*/ 137 h 149"/>
                  <a:gd name="T16" fmla="*/ 15 w 169"/>
                  <a:gd name="T17" fmla="*/ 4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" y="4"/>
                    </a:moveTo>
                    <a:cubicBezTo>
                      <a:pt x="12" y="0"/>
                      <a:pt x="6" y="1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8"/>
                      <a:pt x="0" y="14"/>
                      <a:pt x="4" y="17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1" y="149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5"/>
                      <a:pt x="169" y="128"/>
                      <a:pt x="165" y="125"/>
                    </a:cubicBezTo>
                    <a:lnTo>
                      <a:pt x="15" y="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9" name="Freeform 144">
                <a:extLst>
                  <a:ext uri="{FF2B5EF4-FFF2-40B4-BE49-F238E27FC236}">
                    <a16:creationId xmlns:a16="http://schemas.microsoft.com/office/drawing/2014/main" id="{7A9A4510-6B21-4AB9-8681-2977F56F4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142"/>
                <a:ext cx="83" cy="208"/>
              </a:xfrm>
              <a:custGeom>
                <a:avLst/>
                <a:gdLst>
                  <a:gd name="T0" fmla="*/ 87 w 82"/>
                  <a:gd name="T1" fmla="*/ 210 h 205"/>
                  <a:gd name="T2" fmla="*/ 81 w 82"/>
                  <a:gd name="T3" fmla="*/ 221 h 205"/>
                  <a:gd name="T4" fmla="*/ 81 w 82"/>
                  <a:gd name="T5" fmla="*/ 221 h 205"/>
                  <a:gd name="T6" fmla="*/ 70 w 82"/>
                  <a:gd name="T7" fmla="*/ 216 h 205"/>
                  <a:gd name="T8" fmla="*/ 2 w 82"/>
                  <a:gd name="T9" fmla="*/ 15 h 205"/>
                  <a:gd name="T10" fmla="*/ 13 w 82"/>
                  <a:gd name="T11" fmla="*/ 2 h 205"/>
                  <a:gd name="T12" fmla="*/ 13 w 82"/>
                  <a:gd name="T13" fmla="*/ 2 h 205"/>
                  <a:gd name="T14" fmla="*/ 29 w 82"/>
                  <a:gd name="T15" fmla="*/ 7 h 205"/>
                  <a:gd name="T16" fmla="*/ 87 w 82"/>
                  <a:gd name="T17" fmla="*/ 210 h 2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205">
                    <a:moveTo>
                      <a:pt x="81" y="192"/>
                    </a:moveTo>
                    <a:cubicBezTo>
                      <a:pt x="82" y="197"/>
                      <a:pt x="79" y="202"/>
                      <a:pt x="75" y="203"/>
                    </a:cubicBezTo>
                    <a:cubicBezTo>
                      <a:pt x="75" y="203"/>
                      <a:pt x="75" y="203"/>
                      <a:pt x="75" y="203"/>
                    </a:cubicBezTo>
                    <a:cubicBezTo>
                      <a:pt x="70" y="205"/>
                      <a:pt x="65" y="202"/>
                      <a:pt x="64" y="19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0" y="10"/>
                      <a:pt x="5" y="5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0" y="0"/>
                      <a:pt x="27" y="2"/>
                      <a:pt x="29" y="7"/>
                    </a:cubicBezTo>
                    <a:lnTo>
                      <a:pt x="81" y="192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0" name="Freeform 145">
                <a:extLst>
                  <a:ext uri="{FF2B5EF4-FFF2-40B4-BE49-F238E27FC236}">
                    <a16:creationId xmlns:a16="http://schemas.microsoft.com/office/drawing/2014/main" id="{AE0EAC51-54CF-47C9-83C0-7FA8F442E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161"/>
                <a:ext cx="62" cy="179"/>
              </a:xfrm>
              <a:custGeom>
                <a:avLst/>
                <a:gdLst>
                  <a:gd name="T0" fmla="*/ 0 w 61"/>
                  <a:gd name="T1" fmla="*/ 0 h 178"/>
                  <a:gd name="T2" fmla="*/ 67 w 61"/>
                  <a:gd name="T3" fmla="*/ 184 h 178"/>
                  <a:gd name="T4" fmla="*/ 0 w 61"/>
                  <a:gd name="T5" fmla="*/ 0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78">
                    <a:moveTo>
                      <a:pt x="0" y="0"/>
                    </a:moveTo>
                    <a:cubicBezTo>
                      <a:pt x="61" y="178"/>
                      <a:pt x="61" y="178"/>
                      <a:pt x="61" y="178"/>
                    </a:cubicBezTo>
                    <a:cubicBezTo>
                      <a:pt x="61" y="178"/>
                      <a:pt x="31" y="43"/>
                      <a:pt x="0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1" name="Freeform 146">
                <a:extLst>
                  <a:ext uri="{FF2B5EF4-FFF2-40B4-BE49-F238E27FC236}">
                    <a16:creationId xmlns:a16="http://schemas.microsoft.com/office/drawing/2014/main" id="{88CF208A-526B-4BA3-8B84-AAE171136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146"/>
                <a:ext cx="22" cy="18"/>
              </a:xfrm>
              <a:custGeom>
                <a:avLst/>
                <a:gdLst>
                  <a:gd name="T0" fmla="*/ 1 w 22"/>
                  <a:gd name="T1" fmla="*/ 7 h 17"/>
                  <a:gd name="T2" fmla="*/ 22 w 22"/>
                  <a:gd name="T3" fmla="*/ 0 h 17"/>
                  <a:gd name="T4" fmla="*/ 13 w 22"/>
                  <a:gd name="T5" fmla="*/ 19 h 17"/>
                  <a:gd name="T6" fmla="*/ 0 w 22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7">
                    <a:moveTo>
                      <a:pt x="1" y="7"/>
                    </a:moveTo>
                    <a:cubicBezTo>
                      <a:pt x="6" y="17"/>
                      <a:pt x="19" y="5"/>
                      <a:pt x="22" y="0"/>
                    </a:cubicBezTo>
                    <a:cubicBezTo>
                      <a:pt x="22" y="7"/>
                      <a:pt x="21" y="11"/>
                      <a:pt x="13" y="13"/>
                    </a:cubicBezTo>
                    <a:cubicBezTo>
                      <a:pt x="8" y="14"/>
                      <a:pt x="3" y="13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2" name="Freeform 147">
                <a:extLst>
                  <a:ext uri="{FF2B5EF4-FFF2-40B4-BE49-F238E27FC236}">
                    <a16:creationId xmlns:a16="http://schemas.microsoft.com/office/drawing/2014/main" id="{6AC1CF36-E662-4502-AD60-464D0F093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2158"/>
                <a:ext cx="55" cy="178"/>
              </a:xfrm>
              <a:custGeom>
                <a:avLst/>
                <a:gdLst>
                  <a:gd name="T0" fmla="*/ 2 w 54"/>
                  <a:gd name="T1" fmla="*/ 0 h 177"/>
                  <a:gd name="T2" fmla="*/ 60 w 54"/>
                  <a:gd name="T3" fmla="*/ 183 h 177"/>
                  <a:gd name="T4" fmla="*/ 2 w 54"/>
                  <a:gd name="T5" fmla="*/ 0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77">
                    <a:moveTo>
                      <a:pt x="2" y="0"/>
                    </a:moveTo>
                    <a:cubicBezTo>
                      <a:pt x="54" y="177"/>
                      <a:pt x="54" y="177"/>
                      <a:pt x="54" y="177"/>
                    </a:cubicBezTo>
                    <a:cubicBezTo>
                      <a:pt x="54" y="177"/>
                      <a:pt x="0" y="9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3" name="Freeform 148">
                <a:extLst>
                  <a:ext uri="{FF2B5EF4-FFF2-40B4-BE49-F238E27FC236}">
                    <a16:creationId xmlns:a16="http://schemas.microsoft.com/office/drawing/2014/main" id="{E3BAA4E9-526A-4C94-B5D1-83AA54C0D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142"/>
                <a:ext cx="83" cy="208"/>
              </a:xfrm>
              <a:custGeom>
                <a:avLst/>
                <a:gdLst>
                  <a:gd name="T0" fmla="*/ 86 w 82"/>
                  <a:gd name="T1" fmla="*/ 210 h 205"/>
                  <a:gd name="T2" fmla="*/ 80 w 82"/>
                  <a:gd name="T3" fmla="*/ 221 h 205"/>
                  <a:gd name="T4" fmla="*/ 80 w 82"/>
                  <a:gd name="T5" fmla="*/ 221 h 205"/>
                  <a:gd name="T6" fmla="*/ 69 w 82"/>
                  <a:gd name="T7" fmla="*/ 216 h 205"/>
                  <a:gd name="T8" fmla="*/ 1 w 82"/>
                  <a:gd name="T9" fmla="*/ 15 h 205"/>
                  <a:gd name="T10" fmla="*/ 12 w 82"/>
                  <a:gd name="T11" fmla="*/ 2 h 205"/>
                  <a:gd name="T12" fmla="*/ 12 w 82"/>
                  <a:gd name="T13" fmla="*/ 2 h 205"/>
                  <a:gd name="T14" fmla="*/ 28 w 82"/>
                  <a:gd name="T15" fmla="*/ 6 h 205"/>
                  <a:gd name="T16" fmla="*/ 86 w 82"/>
                  <a:gd name="T17" fmla="*/ 210 h 2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205">
                    <a:moveTo>
                      <a:pt x="80" y="192"/>
                    </a:moveTo>
                    <a:cubicBezTo>
                      <a:pt x="82" y="197"/>
                      <a:pt x="79" y="202"/>
                      <a:pt x="74" y="203"/>
                    </a:cubicBezTo>
                    <a:cubicBezTo>
                      <a:pt x="74" y="203"/>
                      <a:pt x="74" y="203"/>
                      <a:pt x="74" y="203"/>
                    </a:cubicBezTo>
                    <a:cubicBezTo>
                      <a:pt x="70" y="205"/>
                      <a:pt x="65" y="202"/>
                      <a:pt x="63" y="19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0"/>
                      <a:pt x="5" y="5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20" y="0"/>
                      <a:pt x="27" y="2"/>
                      <a:pt x="28" y="6"/>
                    </a:cubicBezTo>
                    <a:lnTo>
                      <a:pt x="80" y="19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4" name="Freeform 149">
                <a:extLst>
                  <a:ext uri="{FF2B5EF4-FFF2-40B4-BE49-F238E27FC236}">
                    <a16:creationId xmlns:a16="http://schemas.microsoft.com/office/drawing/2014/main" id="{1266F9FB-8175-4EAF-9AEF-97784580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2482"/>
                <a:ext cx="176" cy="145"/>
              </a:xfrm>
              <a:custGeom>
                <a:avLst/>
                <a:gdLst>
                  <a:gd name="T0" fmla="*/ 182 w 174"/>
                  <a:gd name="T1" fmla="*/ 133 h 144"/>
                  <a:gd name="T2" fmla="*/ 183 w 174"/>
                  <a:gd name="T3" fmla="*/ 145 h 144"/>
                  <a:gd name="T4" fmla="*/ 183 w 174"/>
                  <a:gd name="T5" fmla="*/ 145 h 144"/>
                  <a:gd name="T6" fmla="*/ 171 w 174"/>
                  <a:gd name="T7" fmla="*/ 147 h 144"/>
                  <a:gd name="T8" fmla="*/ 4 w 174"/>
                  <a:gd name="T9" fmla="*/ 26 h 144"/>
                  <a:gd name="T10" fmla="*/ 6 w 174"/>
                  <a:gd name="T11" fmla="*/ 9 h 144"/>
                  <a:gd name="T12" fmla="*/ 6 w 174"/>
                  <a:gd name="T13" fmla="*/ 9 h 144"/>
                  <a:gd name="T14" fmla="*/ 21 w 174"/>
                  <a:gd name="T15" fmla="*/ 3 h 144"/>
                  <a:gd name="T16" fmla="*/ 182 w 174"/>
                  <a:gd name="T17" fmla="*/ 133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4">
                    <a:moveTo>
                      <a:pt x="170" y="127"/>
                    </a:moveTo>
                    <a:cubicBezTo>
                      <a:pt x="173" y="130"/>
                      <a:pt x="174" y="136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3"/>
                      <a:pt x="162" y="144"/>
                      <a:pt x="159" y="141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0" y="23"/>
                      <a:pt x="1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10" y="3"/>
                      <a:pt x="17" y="0"/>
                      <a:pt x="21" y="3"/>
                    </a:cubicBezTo>
                    <a:lnTo>
                      <a:pt x="170" y="127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5" name="Freeform 150">
                <a:extLst>
                  <a:ext uri="{FF2B5EF4-FFF2-40B4-BE49-F238E27FC236}">
                    <a16:creationId xmlns:a16="http://schemas.microsoft.com/office/drawing/2014/main" id="{A4B2559D-E492-4E6C-8E2D-9B1AC89C3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2508"/>
                <a:ext cx="153" cy="113"/>
              </a:xfrm>
              <a:custGeom>
                <a:avLst/>
                <a:gdLst>
                  <a:gd name="T0" fmla="*/ 0 w 151"/>
                  <a:gd name="T1" fmla="*/ 0 h 112"/>
                  <a:gd name="T2" fmla="*/ 163 w 151"/>
                  <a:gd name="T3" fmla="*/ 118 h 112"/>
                  <a:gd name="T4" fmla="*/ 0 w 151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2">
                    <a:moveTo>
                      <a:pt x="0" y="0"/>
                    </a:moveTo>
                    <a:cubicBezTo>
                      <a:pt x="151" y="112"/>
                      <a:pt x="151" y="112"/>
                      <a:pt x="151" y="112"/>
                    </a:cubicBezTo>
                    <a:cubicBezTo>
                      <a:pt x="151" y="112"/>
                      <a:pt x="50" y="17"/>
                      <a:pt x="0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6" name="Freeform 151">
                <a:extLst>
                  <a:ext uri="{FF2B5EF4-FFF2-40B4-BE49-F238E27FC236}">
                    <a16:creationId xmlns:a16="http://schemas.microsoft.com/office/drawing/2014/main" id="{FC646627-DC0A-413B-BE21-B0F1B394C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2485"/>
                <a:ext cx="19" cy="24"/>
              </a:xfrm>
              <a:custGeom>
                <a:avLst/>
                <a:gdLst>
                  <a:gd name="T0" fmla="*/ 0 w 19"/>
                  <a:gd name="T1" fmla="*/ 18 h 24"/>
                  <a:gd name="T2" fmla="*/ 14 w 19"/>
                  <a:gd name="T3" fmla="*/ 0 h 24"/>
                  <a:gd name="T4" fmla="*/ 14 w 19"/>
                  <a:gd name="T5" fmla="*/ 16 h 24"/>
                  <a:gd name="T6" fmla="*/ 0 w 19"/>
                  <a:gd name="T7" fmla="*/ 19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0" y="18"/>
                    </a:moveTo>
                    <a:cubicBezTo>
                      <a:pt x="10" y="24"/>
                      <a:pt x="14" y="6"/>
                      <a:pt x="14" y="0"/>
                    </a:cubicBezTo>
                    <a:cubicBezTo>
                      <a:pt x="18" y="6"/>
                      <a:pt x="19" y="10"/>
                      <a:pt x="14" y="16"/>
                    </a:cubicBezTo>
                    <a:cubicBezTo>
                      <a:pt x="11" y="20"/>
                      <a:pt x="5" y="22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7" name="Freeform 152">
                <a:extLst>
                  <a:ext uri="{FF2B5EF4-FFF2-40B4-BE49-F238E27FC236}">
                    <a16:creationId xmlns:a16="http://schemas.microsoft.com/office/drawing/2014/main" id="{8A9D72B7-719D-495E-85B4-75CCF3F2A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2492"/>
                <a:ext cx="146" cy="118"/>
              </a:xfrm>
              <a:custGeom>
                <a:avLst/>
                <a:gdLst>
                  <a:gd name="T0" fmla="*/ 0 w 144"/>
                  <a:gd name="T1" fmla="*/ 0 h 117"/>
                  <a:gd name="T2" fmla="*/ 156 w 144"/>
                  <a:gd name="T3" fmla="*/ 123 h 117"/>
                  <a:gd name="T4" fmla="*/ 0 w 144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17">
                    <a:moveTo>
                      <a:pt x="0" y="0"/>
                    </a:moveTo>
                    <a:cubicBezTo>
                      <a:pt x="144" y="117"/>
                      <a:pt x="144" y="117"/>
                      <a:pt x="144" y="117"/>
                    </a:cubicBezTo>
                    <a:cubicBezTo>
                      <a:pt x="144" y="117"/>
                      <a:pt x="4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8" name="Freeform 153">
                <a:extLst>
                  <a:ext uri="{FF2B5EF4-FFF2-40B4-BE49-F238E27FC236}">
                    <a16:creationId xmlns:a16="http://schemas.microsoft.com/office/drawing/2014/main" id="{565A7E22-9109-4D14-963F-915F61426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2483"/>
                <a:ext cx="176" cy="144"/>
              </a:xfrm>
              <a:custGeom>
                <a:avLst/>
                <a:gdLst>
                  <a:gd name="T0" fmla="*/ 181 w 174"/>
                  <a:gd name="T1" fmla="*/ 132 h 143"/>
                  <a:gd name="T2" fmla="*/ 183 w 174"/>
                  <a:gd name="T3" fmla="*/ 144 h 143"/>
                  <a:gd name="T4" fmla="*/ 183 w 174"/>
                  <a:gd name="T5" fmla="*/ 144 h 143"/>
                  <a:gd name="T6" fmla="*/ 170 w 174"/>
                  <a:gd name="T7" fmla="*/ 146 h 143"/>
                  <a:gd name="T8" fmla="*/ 3 w 174"/>
                  <a:gd name="T9" fmla="*/ 25 h 143"/>
                  <a:gd name="T10" fmla="*/ 5 w 174"/>
                  <a:gd name="T11" fmla="*/ 8 h 143"/>
                  <a:gd name="T12" fmla="*/ 5 w 174"/>
                  <a:gd name="T13" fmla="*/ 8 h 143"/>
                  <a:gd name="T14" fmla="*/ 21 w 174"/>
                  <a:gd name="T15" fmla="*/ 3 h 143"/>
                  <a:gd name="T16" fmla="*/ 181 w 174"/>
                  <a:gd name="T17" fmla="*/ 132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169" y="126"/>
                    </a:moveTo>
                    <a:cubicBezTo>
                      <a:pt x="173" y="129"/>
                      <a:pt x="174" y="135"/>
                      <a:pt x="171" y="138"/>
                    </a:cubicBezTo>
                    <a:cubicBezTo>
                      <a:pt x="171" y="138"/>
                      <a:pt x="171" y="138"/>
                      <a:pt x="171" y="138"/>
                    </a:cubicBezTo>
                    <a:cubicBezTo>
                      <a:pt x="168" y="142"/>
                      <a:pt x="162" y="143"/>
                      <a:pt x="158" y="140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0" y="22"/>
                      <a:pt x="0" y="14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10" y="2"/>
                      <a:pt x="17" y="0"/>
                      <a:pt x="21" y="3"/>
                    </a:cubicBezTo>
                    <a:lnTo>
                      <a:pt x="16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9" name="Freeform 154">
                <a:extLst>
                  <a:ext uri="{FF2B5EF4-FFF2-40B4-BE49-F238E27FC236}">
                    <a16:creationId xmlns:a16="http://schemas.microsoft.com/office/drawing/2014/main" id="{7AF768D5-4A9C-48E3-B975-A85AFC3A9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2662"/>
                <a:ext cx="207" cy="81"/>
              </a:xfrm>
              <a:custGeom>
                <a:avLst/>
                <a:gdLst>
                  <a:gd name="T0" fmla="*/ 210 w 205"/>
                  <a:gd name="T1" fmla="*/ 67 h 80"/>
                  <a:gd name="T2" fmla="*/ 216 w 205"/>
                  <a:gd name="T3" fmla="*/ 78 h 80"/>
                  <a:gd name="T4" fmla="*/ 216 w 205"/>
                  <a:gd name="T5" fmla="*/ 78 h 80"/>
                  <a:gd name="T6" fmla="*/ 205 w 205"/>
                  <a:gd name="T7" fmla="*/ 84 h 80"/>
                  <a:gd name="T8" fmla="*/ 7 w 205"/>
                  <a:gd name="T9" fmla="*/ 29 h 80"/>
                  <a:gd name="T10" fmla="*/ 2 w 205"/>
                  <a:gd name="T11" fmla="*/ 13 h 80"/>
                  <a:gd name="T12" fmla="*/ 2 w 205"/>
                  <a:gd name="T13" fmla="*/ 13 h 80"/>
                  <a:gd name="T14" fmla="*/ 15 w 205"/>
                  <a:gd name="T15" fmla="*/ 2 h 80"/>
                  <a:gd name="T16" fmla="*/ 210 w 205"/>
                  <a:gd name="T17" fmla="*/ 67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80">
                    <a:moveTo>
                      <a:pt x="198" y="61"/>
                    </a:moveTo>
                    <a:cubicBezTo>
                      <a:pt x="203" y="63"/>
                      <a:pt x="205" y="68"/>
                      <a:pt x="204" y="72"/>
                    </a:cubicBezTo>
                    <a:cubicBezTo>
                      <a:pt x="204" y="72"/>
                      <a:pt x="204" y="72"/>
                      <a:pt x="204" y="72"/>
                    </a:cubicBezTo>
                    <a:cubicBezTo>
                      <a:pt x="203" y="77"/>
                      <a:pt x="198" y="80"/>
                      <a:pt x="193" y="78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2" y="27"/>
                      <a:pt x="0" y="20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5"/>
                      <a:pt x="10" y="0"/>
                      <a:pt x="15" y="2"/>
                    </a:cubicBezTo>
                    <a:lnTo>
                      <a:pt x="198" y="61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0" name="Freeform 155">
                <a:extLst>
                  <a:ext uri="{FF2B5EF4-FFF2-40B4-BE49-F238E27FC236}">
                    <a16:creationId xmlns:a16="http://schemas.microsoft.com/office/drawing/2014/main" id="{BC784DC1-D875-40EF-96F8-C4E48FD9B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" y="2687"/>
                <a:ext cx="184" cy="51"/>
              </a:xfrm>
              <a:custGeom>
                <a:avLst/>
                <a:gdLst>
                  <a:gd name="T0" fmla="*/ 0 w 182"/>
                  <a:gd name="T1" fmla="*/ 2 h 50"/>
                  <a:gd name="T2" fmla="*/ 194 w 182"/>
                  <a:gd name="T3" fmla="*/ 56 h 50"/>
                  <a:gd name="T4" fmla="*/ 0 w 182"/>
                  <a:gd name="T5" fmla="*/ 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50">
                    <a:moveTo>
                      <a:pt x="0" y="2"/>
                    </a:moveTo>
                    <a:cubicBezTo>
                      <a:pt x="182" y="50"/>
                      <a:pt x="182" y="50"/>
                      <a:pt x="182" y="50"/>
                    </a:cubicBezTo>
                    <a:cubicBezTo>
                      <a:pt x="182" y="50"/>
                      <a:pt x="53" y="0"/>
                      <a:pt x="0" y="2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1" name="Freeform 156">
                <a:extLst>
                  <a:ext uri="{FF2B5EF4-FFF2-40B4-BE49-F238E27FC236}">
                    <a16:creationId xmlns:a16="http://schemas.microsoft.com/office/drawing/2014/main" id="{B8C1626F-5153-4F29-9EB5-F7FEBE32E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2665"/>
                <a:ext cx="15" cy="23"/>
              </a:xfrm>
              <a:custGeom>
                <a:avLst/>
                <a:gdLst>
                  <a:gd name="T0" fmla="*/ 0 w 15"/>
                  <a:gd name="T1" fmla="*/ 22 h 23"/>
                  <a:gd name="T2" fmla="*/ 7 w 15"/>
                  <a:gd name="T3" fmla="*/ 0 h 23"/>
                  <a:gd name="T4" fmla="*/ 12 w 15"/>
                  <a:gd name="T5" fmla="*/ 14 h 23"/>
                  <a:gd name="T6" fmla="*/ 1 w 15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0" y="22"/>
                    </a:moveTo>
                    <a:cubicBezTo>
                      <a:pt x="11" y="23"/>
                      <a:pt x="9" y="6"/>
                      <a:pt x="7" y="0"/>
                    </a:cubicBezTo>
                    <a:cubicBezTo>
                      <a:pt x="12" y="4"/>
                      <a:pt x="15" y="7"/>
                      <a:pt x="12" y="14"/>
                    </a:cubicBezTo>
                    <a:cubicBezTo>
                      <a:pt x="11" y="19"/>
                      <a:pt x="6" y="23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2" name="Freeform 157">
                <a:extLst>
                  <a:ext uri="{FF2B5EF4-FFF2-40B4-BE49-F238E27FC236}">
                    <a16:creationId xmlns:a16="http://schemas.microsoft.com/office/drawing/2014/main" id="{74B72151-511D-4B1E-ACB7-3A82FD317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668"/>
                <a:ext cx="179" cy="56"/>
              </a:xfrm>
              <a:custGeom>
                <a:avLst/>
                <a:gdLst>
                  <a:gd name="T0" fmla="*/ 0 w 177"/>
                  <a:gd name="T1" fmla="*/ 0 h 55"/>
                  <a:gd name="T2" fmla="*/ 189 w 177"/>
                  <a:gd name="T3" fmla="*/ 61 h 55"/>
                  <a:gd name="T4" fmla="*/ 0 w 177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55">
                    <a:moveTo>
                      <a:pt x="0" y="0"/>
                    </a:moveTo>
                    <a:cubicBezTo>
                      <a:pt x="177" y="55"/>
                      <a:pt x="177" y="55"/>
                      <a:pt x="177" y="55"/>
                    </a:cubicBezTo>
                    <a:cubicBezTo>
                      <a:pt x="177" y="55"/>
                      <a:pt x="7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3" name="Freeform 158">
                <a:extLst>
                  <a:ext uri="{FF2B5EF4-FFF2-40B4-BE49-F238E27FC236}">
                    <a16:creationId xmlns:a16="http://schemas.microsoft.com/office/drawing/2014/main" id="{EC4D81C4-9112-43B3-B5AB-C051FF4E0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2662"/>
                <a:ext cx="207" cy="81"/>
              </a:xfrm>
              <a:custGeom>
                <a:avLst/>
                <a:gdLst>
                  <a:gd name="T0" fmla="*/ 210 w 205"/>
                  <a:gd name="T1" fmla="*/ 68 h 80"/>
                  <a:gd name="T2" fmla="*/ 216 w 205"/>
                  <a:gd name="T3" fmla="*/ 78 h 80"/>
                  <a:gd name="T4" fmla="*/ 216 w 205"/>
                  <a:gd name="T5" fmla="*/ 78 h 80"/>
                  <a:gd name="T6" fmla="*/ 205 w 205"/>
                  <a:gd name="T7" fmla="*/ 84 h 80"/>
                  <a:gd name="T8" fmla="*/ 6 w 205"/>
                  <a:gd name="T9" fmla="*/ 29 h 80"/>
                  <a:gd name="T10" fmla="*/ 2 w 205"/>
                  <a:gd name="T11" fmla="*/ 13 h 80"/>
                  <a:gd name="T12" fmla="*/ 2 w 205"/>
                  <a:gd name="T13" fmla="*/ 13 h 80"/>
                  <a:gd name="T14" fmla="*/ 14 w 205"/>
                  <a:gd name="T15" fmla="*/ 2 h 80"/>
                  <a:gd name="T16" fmla="*/ 210 w 205"/>
                  <a:gd name="T17" fmla="*/ 68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80">
                    <a:moveTo>
                      <a:pt x="198" y="62"/>
                    </a:moveTo>
                    <a:cubicBezTo>
                      <a:pt x="202" y="63"/>
                      <a:pt x="205" y="68"/>
                      <a:pt x="204" y="72"/>
                    </a:cubicBezTo>
                    <a:cubicBezTo>
                      <a:pt x="204" y="72"/>
                      <a:pt x="204" y="72"/>
                      <a:pt x="204" y="72"/>
                    </a:cubicBezTo>
                    <a:cubicBezTo>
                      <a:pt x="202" y="77"/>
                      <a:pt x="197" y="80"/>
                      <a:pt x="193" y="7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2" y="28"/>
                      <a:pt x="0" y="20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5"/>
                      <a:pt x="10" y="0"/>
                      <a:pt x="14" y="2"/>
                    </a:cubicBezTo>
                    <a:lnTo>
                      <a:pt x="198" y="6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4" name="Freeform 159">
                <a:extLst>
                  <a:ext uri="{FF2B5EF4-FFF2-40B4-BE49-F238E27FC236}">
                    <a16:creationId xmlns:a16="http://schemas.microsoft.com/office/drawing/2014/main" id="{DEEE5EC7-EF80-4FE1-89B3-3AE711D9C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3087"/>
                <a:ext cx="209" cy="75"/>
              </a:xfrm>
              <a:custGeom>
                <a:avLst/>
                <a:gdLst>
                  <a:gd name="T0" fmla="*/ 207 w 207"/>
                  <a:gd name="T1" fmla="*/ 1 h 74"/>
                  <a:gd name="T2" fmla="*/ 218 w 207"/>
                  <a:gd name="T3" fmla="*/ 7 h 74"/>
                  <a:gd name="T4" fmla="*/ 218 w 207"/>
                  <a:gd name="T5" fmla="*/ 7 h 74"/>
                  <a:gd name="T6" fmla="*/ 211 w 207"/>
                  <a:gd name="T7" fmla="*/ 18 h 74"/>
                  <a:gd name="T8" fmla="*/ 14 w 207"/>
                  <a:gd name="T9" fmla="*/ 79 h 74"/>
                  <a:gd name="T10" fmla="*/ 2 w 207"/>
                  <a:gd name="T11" fmla="*/ 67 h 74"/>
                  <a:gd name="T12" fmla="*/ 2 w 207"/>
                  <a:gd name="T13" fmla="*/ 67 h 74"/>
                  <a:gd name="T14" fmla="*/ 7 w 207"/>
                  <a:gd name="T15" fmla="*/ 52 h 74"/>
                  <a:gd name="T16" fmla="*/ 207 w 207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4">
                    <a:moveTo>
                      <a:pt x="195" y="1"/>
                    </a:moveTo>
                    <a:cubicBezTo>
                      <a:pt x="200" y="0"/>
                      <a:pt x="204" y="2"/>
                      <a:pt x="206" y="7"/>
                    </a:cubicBezTo>
                    <a:cubicBezTo>
                      <a:pt x="206" y="7"/>
                      <a:pt x="206" y="7"/>
                      <a:pt x="206" y="7"/>
                    </a:cubicBezTo>
                    <a:cubicBezTo>
                      <a:pt x="207" y="12"/>
                      <a:pt x="204" y="17"/>
                      <a:pt x="199" y="18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10" y="74"/>
                      <a:pt x="4" y="69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0" y="54"/>
                      <a:pt x="2" y="47"/>
                      <a:pt x="7" y="46"/>
                    </a:cubicBezTo>
                    <a:lnTo>
                      <a:pt x="195" y="1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5" name="Freeform 160">
                <a:extLst>
                  <a:ext uri="{FF2B5EF4-FFF2-40B4-BE49-F238E27FC236}">
                    <a16:creationId xmlns:a16="http://schemas.microsoft.com/office/drawing/2014/main" id="{874C32A4-7763-452F-AB10-E7B7280ED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" y="3102"/>
                <a:ext cx="182" cy="55"/>
              </a:xfrm>
              <a:custGeom>
                <a:avLst/>
                <a:gdLst>
                  <a:gd name="T0" fmla="*/ 0 w 180"/>
                  <a:gd name="T1" fmla="*/ 60 h 54"/>
                  <a:gd name="T2" fmla="*/ 192 w 180"/>
                  <a:gd name="T3" fmla="*/ 0 h 54"/>
                  <a:gd name="T4" fmla="*/ 0 w 180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4">
                    <a:moveTo>
                      <a:pt x="0" y="54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43" y="24"/>
                      <a:pt x="0" y="54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6" name="Freeform 161">
                <a:extLst>
                  <a:ext uri="{FF2B5EF4-FFF2-40B4-BE49-F238E27FC236}">
                    <a16:creationId xmlns:a16="http://schemas.microsoft.com/office/drawing/2014/main" id="{8851DCF2-ACCD-4082-A658-919551167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3137"/>
                <a:ext cx="16" cy="22"/>
              </a:xfrm>
              <a:custGeom>
                <a:avLst/>
                <a:gdLst>
                  <a:gd name="T0" fmla="*/ 5 w 16"/>
                  <a:gd name="T1" fmla="*/ 22 h 22"/>
                  <a:gd name="T2" fmla="*/ 0 w 16"/>
                  <a:gd name="T3" fmla="*/ 0 h 22"/>
                  <a:gd name="T4" fmla="*/ 12 w 16"/>
                  <a:gd name="T5" fmla="*/ 9 h 22"/>
                  <a:gd name="T6" fmla="*/ 7 w 16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5" y="22"/>
                    </a:moveTo>
                    <a:cubicBezTo>
                      <a:pt x="16" y="17"/>
                      <a:pt x="4" y="4"/>
                      <a:pt x="0" y="0"/>
                    </a:cubicBezTo>
                    <a:cubicBezTo>
                      <a:pt x="6" y="0"/>
                      <a:pt x="10" y="2"/>
                      <a:pt x="12" y="9"/>
                    </a:cubicBezTo>
                    <a:cubicBezTo>
                      <a:pt x="13" y="14"/>
                      <a:pt x="12" y="20"/>
                      <a:pt x="7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7" name="Freeform 162">
                <a:extLst>
                  <a:ext uri="{FF2B5EF4-FFF2-40B4-BE49-F238E27FC236}">
                    <a16:creationId xmlns:a16="http://schemas.microsoft.com/office/drawing/2014/main" id="{1A281014-AE58-422E-9014-8A151C91C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3088"/>
                <a:ext cx="182" cy="48"/>
              </a:xfrm>
              <a:custGeom>
                <a:avLst/>
                <a:gdLst>
                  <a:gd name="T0" fmla="*/ 0 w 180"/>
                  <a:gd name="T1" fmla="*/ 50 h 47"/>
                  <a:gd name="T2" fmla="*/ 192 w 180"/>
                  <a:gd name="T3" fmla="*/ 0 h 47"/>
                  <a:gd name="T4" fmla="*/ 0 w 180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47">
                    <a:moveTo>
                      <a:pt x="0" y="44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9" y="47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8" name="Freeform 163">
                <a:extLst>
                  <a:ext uri="{FF2B5EF4-FFF2-40B4-BE49-F238E27FC236}">
                    <a16:creationId xmlns:a16="http://schemas.microsoft.com/office/drawing/2014/main" id="{D587B8D4-8DF8-41D7-9D9F-5B9321991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3087"/>
                <a:ext cx="209" cy="75"/>
              </a:xfrm>
              <a:custGeom>
                <a:avLst/>
                <a:gdLst>
                  <a:gd name="T0" fmla="*/ 207 w 207"/>
                  <a:gd name="T1" fmla="*/ 1 h 74"/>
                  <a:gd name="T2" fmla="*/ 217 w 207"/>
                  <a:gd name="T3" fmla="*/ 7 h 74"/>
                  <a:gd name="T4" fmla="*/ 217 w 207"/>
                  <a:gd name="T5" fmla="*/ 7 h 74"/>
                  <a:gd name="T6" fmla="*/ 211 w 207"/>
                  <a:gd name="T7" fmla="*/ 18 h 74"/>
                  <a:gd name="T8" fmla="*/ 14 w 207"/>
                  <a:gd name="T9" fmla="*/ 79 h 74"/>
                  <a:gd name="T10" fmla="*/ 2 w 207"/>
                  <a:gd name="T11" fmla="*/ 68 h 74"/>
                  <a:gd name="T12" fmla="*/ 2 w 207"/>
                  <a:gd name="T13" fmla="*/ 68 h 74"/>
                  <a:gd name="T14" fmla="*/ 7 w 207"/>
                  <a:gd name="T15" fmla="*/ 52 h 74"/>
                  <a:gd name="T16" fmla="*/ 207 w 207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4">
                    <a:moveTo>
                      <a:pt x="195" y="1"/>
                    </a:moveTo>
                    <a:cubicBezTo>
                      <a:pt x="199" y="0"/>
                      <a:pt x="204" y="3"/>
                      <a:pt x="205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7" y="12"/>
                      <a:pt x="204" y="17"/>
                      <a:pt x="199" y="18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10" y="74"/>
                      <a:pt x="4" y="69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4"/>
                      <a:pt x="2" y="47"/>
                      <a:pt x="7" y="46"/>
                    </a:cubicBezTo>
                    <a:lnTo>
                      <a:pt x="195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9" name="Freeform 164">
                <a:extLst>
                  <a:ext uri="{FF2B5EF4-FFF2-40B4-BE49-F238E27FC236}">
                    <a16:creationId xmlns:a16="http://schemas.microsoft.com/office/drawing/2014/main" id="{6905D6F7-0D37-4F65-A227-4F155B71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271"/>
                <a:ext cx="147" cy="175"/>
              </a:xfrm>
              <a:custGeom>
                <a:avLst/>
                <a:gdLst>
                  <a:gd name="T0" fmla="*/ 3 w 145"/>
                  <a:gd name="T1" fmla="*/ 170 h 173"/>
                  <a:gd name="T2" fmla="*/ 5 w 145"/>
                  <a:gd name="T3" fmla="*/ 182 h 173"/>
                  <a:gd name="T4" fmla="*/ 5 w 145"/>
                  <a:gd name="T5" fmla="*/ 182 h 173"/>
                  <a:gd name="T6" fmla="*/ 17 w 145"/>
                  <a:gd name="T7" fmla="*/ 181 h 173"/>
                  <a:gd name="T8" fmla="*/ 154 w 145"/>
                  <a:gd name="T9" fmla="*/ 21 h 173"/>
                  <a:gd name="T10" fmla="*/ 148 w 145"/>
                  <a:gd name="T11" fmla="*/ 6 h 173"/>
                  <a:gd name="T12" fmla="*/ 148 w 145"/>
                  <a:gd name="T13" fmla="*/ 6 h 173"/>
                  <a:gd name="T14" fmla="*/ 132 w 145"/>
                  <a:gd name="T15" fmla="*/ 4 h 173"/>
                  <a:gd name="T16" fmla="*/ 3 w 145"/>
                  <a:gd name="T17" fmla="*/ 170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5" h="173">
                    <a:moveTo>
                      <a:pt x="3" y="158"/>
                    </a:moveTo>
                    <a:cubicBezTo>
                      <a:pt x="0" y="162"/>
                      <a:pt x="1" y="167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9" y="173"/>
                      <a:pt x="14" y="173"/>
                      <a:pt x="17" y="169"/>
                    </a:cubicBezTo>
                    <a:cubicBezTo>
                      <a:pt x="142" y="21"/>
                      <a:pt x="142" y="21"/>
                      <a:pt x="142" y="21"/>
                    </a:cubicBezTo>
                    <a:cubicBezTo>
                      <a:pt x="145" y="18"/>
                      <a:pt x="142" y="11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0" y="1"/>
                      <a:pt x="123" y="0"/>
                      <a:pt x="120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0" name="Freeform 165">
                <a:extLst>
                  <a:ext uri="{FF2B5EF4-FFF2-40B4-BE49-F238E27FC236}">
                    <a16:creationId xmlns:a16="http://schemas.microsoft.com/office/drawing/2014/main" id="{6DB32A39-3ED1-49FD-8162-5E94A7C37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294"/>
                <a:ext cx="124" cy="145"/>
              </a:xfrm>
              <a:custGeom>
                <a:avLst/>
                <a:gdLst>
                  <a:gd name="T0" fmla="*/ 134 w 122"/>
                  <a:gd name="T1" fmla="*/ 0 h 143"/>
                  <a:gd name="T2" fmla="*/ 0 w 122"/>
                  <a:gd name="T3" fmla="*/ 155 h 143"/>
                  <a:gd name="T4" fmla="*/ 134 w 122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43">
                    <a:moveTo>
                      <a:pt x="122" y="0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77" y="28"/>
                      <a:pt x="122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1" name="Freeform 166">
                <a:extLst>
                  <a:ext uri="{FF2B5EF4-FFF2-40B4-BE49-F238E27FC236}">
                    <a16:creationId xmlns:a16="http://schemas.microsoft.com/office/drawing/2014/main" id="{4D233316-90FB-4892-A614-62CB483C7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274"/>
                <a:ext cx="20" cy="22"/>
              </a:xfrm>
              <a:custGeom>
                <a:avLst/>
                <a:gdLst>
                  <a:gd name="T0" fmla="*/ 20 w 20"/>
                  <a:gd name="T1" fmla="*/ 14 h 22"/>
                  <a:gd name="T2" fmla="*/ 3 w 20"/>
                  <a:gd name="T3" fmla="*/ 0 h 22"/>
                  <a:gd name="T4" fmla="*/ 6 w 20"/>
                  <a:gd name="T5" fmla="*/ 15 h 22"/>
                  <a:gd name="T6" fmla="*/ 20 w 20"/>
                  <a:gd name="T7" fmla="*/ 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20" y="14"/>
                    </a:moveTo>
                    <a:cubicBezTo>
                      <a:pt x="12" y="22"/>
                      <a:pt x="4" y="6"/>
                      <a:pt x="3" y="0"/>
                    </a:cubicBezTo>
                    <a:cubicBezTo>
                      <a:pt x="0" y="6"/>
                      <a:pt x="0" y="11"/>
                      <a:pt x="6" y="15"/>
                    </a:cubicBezTo>
                    <a:cubicBezTo>
                      <a:pt x="10" y="18"/>
                      <a:pt x="16" y="19"/>
                      <a:pt x="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2" name="Freeform 167">
                <a:extLst>
                  <a:ext uri="{FF2B5EF4-FFF2-40B4-BE49-F238E27FC236}">
                    <a16:creationId xmlns:a16="http://schemas.microsoft.com/office/drawing/2014/main" id="{D2CD008E-A536-4BE5-9DB8-85C38F3B0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282"/>
                <a:ext cx="115" cy="148"/>
              </a:xfrm>
              <a:custGeom>
                <a:avLst/>
                <a:gdLst>
                  <a:gd name="T0" fmla="*/ 125 w 113"/>
                  <a:gd name="T1" fmla="*/ 0 h 147"/>
                  <a:gd name="T2" fmla="*/ 0 w 113"/>
                  <a:gd name="T3" fmla="*/ 153 h 147"/>
                  <a:gd name="T4" fmla="*/ 125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113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112" y="9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3" name="Freeform 168">
                <a:extLst>
                  <a:ext uri="{FF2B5EF4-FFF2-40B4-BE49-F238E27FC236}">
                    <a16:creationId xmlns:a16="http://schemas.microsoft.com/office/drawing/2014/main" id="{C732B91E-A80E-4506-951F-AE9BDE3CB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271"/>
                <a:ext cx="146" cy="175"/>
              </a:xfrm>
              <a:custGeom>
                <a:avLst/>
                <a:gdLst>
                  <a:gd name="T0" fmla="*/ 3 w 144"/>
                  <a:gd name="T1" fmla="*/ 170 h 173"/>
                  <a:gd name="T2" fmla="*/ 4 w 144"/>
                  <a:gd name="T3" fmla="*/ 182 h 173"/>
                  <a:gd name="T4" fmla="*/ 4 w 144"/>
                  <a:gd name="T5" fmla="*/ 182 h 173"/>
                  <a:gd name="T6" fmla="*/ 17 w 144"/>
                  <a:gd name="T7" fmla="*/ 181 h 173"/>
                  <a:gd name="T8" fmla="*/ 153 w 144"/>
                  <a:gd name="T9" fmla="*/ 21 h 173"/>
                  <a:gd name="T10" fmla="*/ 147 w 144"/>
                  <a:gd name="T11" fmla="*/ 6 h 173"/>
                  <a:gd name="T12" fmla="*/ 147 w 144"/>
                  <a:gd name="T13" fmla="*/ 6 h 173"/>
                  <a:gd name="T14" fmla="*/ 131 w 144"/>
                  <a:gd name="T15" fmla="*/ 4 h 173"/>
                  <a:gd name="T16" fmla="*/ 3 w 144"/>
                  <a:gd name="T17" fmla="*/ 170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3" y="158"/>
                    </a:moveTo>
                    <a:cubicBezTo>
                      <a:pt x="0" y="162"/>
                      <a:pt x="0" y="167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8" y="173"/>
                      <a:pt x="14" y="173"/>
                      <a:pt x="17" y="169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4" y="18"/>
                      <a:pt x="142" y="11"/>
                      <a:pt x="135" y="6"/>
                    </a:cubicBezTo>
                    <a:cubicBezTo>
                      <a:pt x="135" y="6"/>
                      <a:pt x="135" y="6"/>
                      <a:pt x="135" y="6"/>
                    </a:cubicBezTo>
                    <a:cubicBezTo>
                      <a:pt x="129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4" name="Freeform 169">
                <a:extLst>
                  <a:ext uri="{FF2B5EF4-FFF2-40B4-BE49-F238E27FC236}">
                    <a16:creationId xmlns:a16="http://schemas.microsoft.com/office/drawing/2014/main" id="{AF6896C6-A905-4160-8B23-FD4BAA0EA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593"/>
                <a:ext cx="202" cy="97"/>
              </a:xfrm>
              <a:custGeom>
                <a:avLst/>
                <a:gdLst>
                  <a:gd name="T0" fmla="*/ 6 w 200"/>
                  <a:gd name="T1" fmla="*/ 84 h 96"/>
                  <a:gd name="T2" fmla="*/ 1 w 200"/>
                  <a:gd name="T3" fmla="*/ 95 h 96"/>
                  <a:gd name="T4" fmla="*/ 1 w 200"/>
                  <a:gd name="T5" fmla="*/ 95 h 96"/>
                  <a:gd name="T6" fmla="*/ 13 w 200"/>
                  <a:gd name="T7" fmla="*/ 100 h 96"/>
                  <a:gd name="T8" fmla="*/ 206 w 200"/>
                  <a:gd name="T9" fmla="*/ 28 h 96"/>
                  <a:gd name="T10" fmla="*/ 209 w 200"/>
                  <a:gd name="T11" fmla="*/ 12 h 96"/>
                  <a:gd name="T12" fmla="*/ 209 w 200"/>
                  <a:gd name="T13" fmla="*/ 12 h 96"/>
                  <a:gd name="T14" fmla="*/ 196 w 200"/>
                  <a:gd name="T15" fmla="*/ 2 h 96"/>
                  <a:gd name="T16" fmla="*/ 6 w 200"/>
                  <a:gd name="T17" fmla="*/ 84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96">
                    <a:moveTo>
                      <a:pt x="6" y="78"/>
                    </a:moveTo>
                    <a:cubicBezTo>
                      <a:pt x="2" y="80"/>
                      <a:pt x="0" y="85"/>
                      <a:pt x="1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3" y="94"/>
                      <a:pt x="8" y="96"/>
                      <a:pt x="13" y="94"/>
                    </a:cubicBezTo>
                    <a:cubicBezTo>
                      <a:pt x="194" y="28"/>
                      <a:pt x="194" y="28"/>
                      <a:pt x="194" y="28"/>
                    </a:cubicBezTo>
                    <a:cubicBezTo>
                      <a:pt x="199" y="26"/>
                      <a:pt x="200" y="19"/>
                      <a:pt x="197" y="12"/>
                    </a:cubicBezTo>
                    <a:cubicBezTo>
                      <a:pt x="197" y="12"/>
                      <a:pt x="197" y="12"/>
                      <a:pt x="197" y="12"/>
                    </a:cubicBezTo>
                    <a:cubicBezTo>
                      <a:pt x="194" y="5"/>
                      <a:pt x="188" y="0"/>
                      <a:pt x="184" y="2"/>
                    </a:cubicBezTo>
                    <a:lnTo>
                      <a:pt x="6" y="78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5" name="Freeform 170">
                <a:extLst>
                  <a:ext uri="{FF2B5EF4-FFF2-40B4-BE49-F238E27FC236}">
                    <a16:creationId xmlns:a16="http://schemas.microsoft.com/office/drawing/2014/main" id="{BEFED1C9-B9C9-4167-B267-A2B99E76A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620"/>
                <a:ext cx="178" cy="65"/>
              </a:xfrm>
              <a:custGeom>
                <a:avLst/>
                <a:gdLst>
                  <a:gd name="T0" fmla="*/ 188 w 176"/>
                  <a:gd name="T1" fmla="*/ 0 h 64"/>
                  <a:gd name="T2" fmla="*/ 0 w 176"/>
                  <a:gd name="T3" fmla="*/ 70 h 64"/>
                  <a:gd name="T4" fmla="*/ 188 w 176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64">
                    <a:moveTo>
                      <a:pt x="176" y="0"/>
                    </a:moveTo>
                    <a:cubicBezTo>
                      <a:pt x="0" y="64"/>
                      <a:pt x="0" y="64"/>
                      <a:pt x="0" y="64"/>
                    </a:cubicBezTo>
                    <a:cubicBezTo>
                      <a:pt x="0" y="64"/>
                      <a:pt x="123" y="2"/>
                      <a:pt x="176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6" name="Freeform 171">
                <a:extLst>
                  <a:ext uri="{FF2B5EF4-FFF2-40B4-BE49-F238E27FC236}">
                    <a16:creationId xmlns:a16="http://schemas.microsoft.com/office/drawing/2014/main" id="{09E2CB20-36EC-4A7A-B09A-7341AED9D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596"/>
                <a:ext cx="16" cy="24"/>
              </a:xfrm>
              <a:custGeom>
                <a:avLst/>
                <a:gdLst>
                  <a:gd name="T0" fmla="*/ 16 w 16"/>
                  <a:gd name="T1" fmla="*/ 21 h 24"/>
                  <a:gd name="T2" fmla="*/ 8 w 16"/>
                  <a:gd name="T3" fmla="*/ 0 h 24"/>
                  <a:gd name="T4" fmla="*/ 3 w 16"/>
                  <a:gd name="T5" fmla="*/ 15 h 24"/>
                  <a:gd name="T6" fmla="*/ 15 w 16"/>
                  <a:gd name="T7" fmla="*/ 2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4">
                    <a:moveTo>
                      <a:pt x="16" y="21"/>
                    </a:moveTo>
                    <a:cubicBezTo>
                      <a:pt x="5" y="24"/>
                      <a:pt x="6" y="6"/>
                      <a:pt x="8" y="0"/>
                    </a:cubicBezTo>
                    <a:cubicBezTo>
                      <a:pt x="3" y="4"/>
                      <a:pt x="0" y="8"/>
                      <a:pt x="3" y="15"/>
                    </a:cubicBezTo>
                    <a:cubicBezTo>
                      <a:pt x="6" y="20"/>
                      <a:pt x="10" y="23"/>
                      <a:pt x="15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7" name="Freeform 172">
                <a:extLst>
                  <a:ext uri="{FF2B5EF4-FFF2-40B4-BE49-F238E27FC236}">
                    <a16:creationId xmlns:a16="http://schemas.microsoft.com/office/drawing/2014/main" id="{B17913F7-98CC-467D-B539-704C85B52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599"/>
                <a:ext cx="173" cy="73"/>
              </a:xfrm>
              <a:custGeom>
                <a:avLst/>
                <a:gdLst>
                  <a:gd name="T0" fmla="*/ 183 w 171"/>
                  <a:gd name="T1" fmla="*/ 0 h 72"/>
                  <a:gd name="T2" fmla="*/ 0 w 171"/>
                  <a:gd name="T3" fmla="*/ 78 h 72"/>
                  <a:gd name="T4" fmla="*/ 183 w 171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1" h="72">
                    <a:moveTo>
                      <a:pt x="171" y="0"/>
                    </a:move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165" y="8"/>
                      <a:pt x="1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8" name="Freeform 173">
                <a:extLst>
                  <a:ext uri="{FF2B5EF4-FFF2-40B4-BE49-F238E27FC236}">
                    <a16:creationId xmlns:a16="http://schemas.microsoft.com/office/drawing/2014/main" id="{10312ABD-8666-4E13-995C-45693C4EC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593"/>
                <a:ext cx="202" cy="97"/>
              </a:xfrm>
              <a:custGeom>
                <a:avLst/>
                <a:gdLst>
                  <a:gd name="T0" fmla="*/ 7 w 200"/>
                  <a:gd name="T1" fmla="*/ 84 h 96"/>
                  <a:gd name="T2" fmla="*/ 2 w 200"/>
                  <a:gd name="T3" fmla="*/ 95 h 96"/>
                  <a:gd name="T4" fmla="*/ 2 w 200"/>
                  <a:gd name="T5" fmla="*/ 95 h 96"/>
                  <a:gd name="T6" fmla="*/ 13 w 200"/>
                  <a:gd name="T7" fmla="*/ 100 h 96"/>
                  <a:gd name="T8" fmla="*/ 206 w 200"/>
                  <a:gd name="T9" fmla="*/ 28 h 96"/>
                  <a:gd name="T10" fmla="*/ 209 w 200"/>
                  <a:gd name="T11" fmla="*/ 12 h 96"/>
                  <a:gd name="T12" fmla="*/ 209 w 200"/>
                  <a:gd name="T13" fmla="*/ 12 h 96"/>
                  <a:gd name="T14" fmla="*/ 196 w 200"/>
                  <a:gd name="T15" fmla="*/ 2 h 96"/>
                  <a:gd name="T16" fmla="*/ 7 w 200"/>
                  <a:gd name="T17" fmla="*/ 84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96">
                    <a:moveTo>
                      <a:pt x="7" y="78"/>
                    </a:moveTo>
                    <a:cubicBezTo>
                      <a:pt x="2" y="80"/>
                      <a:pt x="0" y="85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4" y="94"/>
                      <a:pt x="9" y="96"/>
                      <a:pt x="13" y="94"/>
                    </a:cubicBezTo>
                    <a:cubicBezTo>
                      <a:pt x="194" y="28"/>
                      <a:pt x="194" y="28"/>
                      <a:pt x="194" y="28"/>
                    </a:cubicBezTo>
                    <a:cubicBezTo>
                      <a:pt x="199" y="27"/>
                      <a:pt x="200" y="19"/>
                      <a:pt x="197" y="12"/>
                    </a:cubicBezTo>
                    <a:cubicBezTo>
                      <a:pt x="197" y="12"/>
                      <a:pt x="197" y="12"/>
                      <a:pt x="197" y="12"/>
                    </a:cubicBezTo>
                    <a:cubicBezTo>
                      <a:pt x="195" y="5"/>
                      <a:pt x="189" y="0"/>
                      <a:pt x="184" y="2"/>
                    </a:cubicBezTo>
                    <a:lnTo>
                      <a:pt x="7" y="7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9" name="Freeform 174">
                <a:extLst>
                  <a:ext uri="{FF2B5EF4-FFF2-40B4-BE49-F238E27FC236}">
                    <a16:creationId xmlns:a16="http://schemas.microsoft.com/office/drawing/2014/main" id="{0E6A82D5-8F8D-4A69-ADE2-B36BFBCE5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3043"/>
                <a:ext cx="214" cy="41"/>
              </a:xfrm>
              <a:custGeom>
                <a:avLst/>
                <a:gdLst>
                  <a:gd name="T0" fmla="*/ 10 w 211"/>
                  <a:gd name="T1" fmla="*/ 0 h 41"/>
                  <a:gd name="T2" fmla="*/ 0 w 211"/>
                  <a:gd name="T3" fmla="*/ 8 h 41"/>
                  <a:gd name="T4" fmla="*/ 0 w 211"/>
                  <a:gd name="T5" fmla="*/ 8 h 41"/>
                  <a:gd name="T6" fmla="*/ 8 w 211"/>
                  <a:gd name="T7" fmla="*/ 18 h 41"/>
                  <a:gd name="T8" fmla="*/ 218 w 211"/>
                  <a:gd name="T9" fmla="*/ 41 h 41"/>
                  <a:gd name="T10" fmla="*/ 228 w 211"/>
                  <a:gd name="T11" fmla="*/ 27 h 41"/>
                  <a:gd name="T12" fmla="*/ 228 w 211"/>
                  <a:gd name="T13" fmla="*/ 27 h 41"/>
                  <a:gd name="T14" fmla="*/ 220 w 211"/>
                  <a:gd name="T15" fmla="*/ 13 h 41"/>
                  <a:gd name="T16" fmla="*/ 10 w 211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41">
                    <a:moveTo>
                      <a:pt x="10" y="0"/>
                    </a:moveTo>
                    <a:cubicBezTo>
                      <a:pt x="5" y="0"/>
                      <a:pt x="1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3"/>
                      <a:pt x="3" y="17"/>
                      <a:pt x="8" y="18"/>
                    </a:cubicBezTo>
                    <a:cubicBezTo>
                      <a:pt x="200" y="41"/>
                      <a:pt x="200" y="41"/>
                      <a:pt x="200" y="41"/>
                    </a:cubicBezTo>
                    <a:cubicBezTo>
                      <a:pt x="205" y="41"/>
                      <a:pt x="209" y="35"/>
                      <a:pt x="210" y="27"/>
                    </a:cubicBezTo>
                    <a:cubicBezTo>
                      <a:pt x="210" y="27"/>
                      <a:pt x="210" y="27"/>
                      <a:pt x="210" y="27"/>
                    </a:cubicBezTo>
                    <a:cubicBezTo>
                      <a:pt x="211" y="20"/>
                      <a:pt x="207" y="13"/>
                      <a:pt x="202" y="13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0" name="Freeform 175">
                <a:extLst>
                  <a:ext uri="{FF2B5EF4-FFF2-40B4-BE49-F238E27FC236}">
                    <a16:creationId xmlns:a16="http://schemas.microsoft.com/office/drawing/2014/main" id="{71002908-A069-4F75-96AE-F735F217D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3058"/>
                <a:ext cx="189" cy="23"/>
              </a:xfrm>
              <a:custGeom>
                <a:avLst/>
                <a:gdLst>
                  <a:gd name="T0" fmla="*/ 199 w 187"/>
                  <a:gd name="T1" fmla="*/ 23 h 23"/>
                  <a:gd name="T2" fmla="*/ 0 w 187"/>
                  <a:gd name="T3" fmla="*/ 0 h 23"/>
                  <a:gd name="T4" fmla="*/ 199 w 187"/>
                  <a:gd name="T5" fmla="*/ 2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7" h="23">
                    <a:moveTo>
                      <a:pt x="187" y="2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9" y="1"/>
                      <a:pt x="187" y="23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1" name="Freeform 176">
                <a:extLst>
                  <a:ext uri="{FF2B5EF4-FFF2-40B4-BE49-F238E27FC236}">
                    <a16:creationId xmlns:a16="http://schemas.microsoft.com/office/drawing/2014/main" id="{07B55EFD-19F7-49CF-9514-6DC84FC79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3058"/>
                <a:ext cx="13" cy="24"/>
              </a:xfrm>
              <a:custGeom>
                <a:avLst/>
                <a:gdLst>
                  <a:gd name="T0" fmla="*/ 11 w 13"/>
                  <a:gd name="T1" fmla="*/ 23 h 24"/>
                  <a:gd name="T2" fmla="*/ 13 w 13"/>
                  <a:gd name="T3" fmla="*/ 0 h 24"/>
                  <a:gd name="T4" fmla="*/ 2 w 13"/>
                  <a:gd name="T5" fmla="*/ 12 h 24"/>
                  <a:gd name="T6" fmla="*/ 9 w 13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11" y="23"/>
                    </a:moveTo>
                    <a:cubicBezTo>
                      <a:pt x="0" y="20"/>
                      <a:pt x="8" y="5"/>
                      <a:pt x="13" y="0"/>
                    </a:cubicBezTo>
                    <a:cubicBezTo>
                      <a:pt x="6" y="2"/>
                      <a:pt x="2" y="4"/>
                      <a:pt x="2" y="12"/>
                    </a:cubicBezTo>
                    <a:cubicBezTo>
                      <a:pt x="2" y="17"/>
                      <a:pt x="4" y="22"/>
                      <a:pt x="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2" name="Freeform 177">
                <a:extLst>
                  <a:ext uri="{FF2B5EF4-FFF2-40B4-BE49-F238E27FC236}">
                    <a16:creationId xmlns:a16="http://schemas.microsoft.com/office/drawing/2014/main" id="{7B9A84FE-1759-4D7D-832B-4ABB8D49C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043"/>
                <a:ext cx="187" cy="18"/>
              </a:xfrm>
              <a:custGeom>
                <a:avLst/>
                <a:gdLst>
                  <a:gd name="T0" fmla="*/ 197 w 185"/>
                  <a:gd name="T1" fmla="*/ 14 h 18"/>
                  <a:gd name="T2" fmla="*/ 0 w 185"/>
                  <a:gd name="T3" fmla="*/ 0 h 18"/>
                  <a:gd name="T4" fmla="*/ 197 w 185"/>
                  <a:gd name="T5" fmla="*/ 1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18">
                    <a:moveTo>
                      <a:pt x="185" y="1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76" y="18"/>
                      <a:pt x="18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3" name="Freeform 178">
                <a:extLst>
                  <a:ext uri="{FF2B5EF4-FFF2-40B4-BE49-F238E27FC236}">
                    <a16:creationId xmlns:a16="http://schemas.microsoft.com/office/drawing/2014/main" id="{8441E953-CBD8-4B56-8234-5ADCB0797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3043"/>
                <a:ext cx="214" cy="41"/>
              </a:xfrm>
              <a:custGeom>
                <a:avLst/>
                <a:gdLst>
                  <a:gd name="T0" fmla="*/ 10 w 211"/>
                  <a:gd name="T1" fmla="*/ 1 h 41"/>
                  <a:gd name="T2" fmla="*/ 1 w 211"/>
                  <a:gd name="T3" fmla="*/ 9 h 41"/>
                  <a:gd name="T4" fmla="*/ 1 w 211"/>
                  <a:gd name="T5" fmla="*/ 9 h 41"/>
                  <a:gd name="T6" fmla="*/ 8 w 211"/>
                  <a:gd name="T7" fmla="*/ 18 h 41"/>
                  <a:gd name="T8" fmla="*/ 218 w 211"/>
                  <a:gd name="T9" fmla="*/ 41 h 41"/>
                  <a:gd name="T10" fmla="*/ 228 w 211"/>
                  <a:gd name="T11" fmla="*/ 28 h 41"/>
                  <a:gd name="T12" fmla="*/ 228 w 211"/>
                  <a:gd name="T13" fmla="*/ 28 h 41"/>
                  <a:gd name="T14" fmla="*/ 221 w 211"/>
                  <a:gd name="T15" fmla="*/ 13 h 41"/>
                  <a:gd name="T16" fmla="*/ 10 w 211"/>
                  <a:gd name="T17" fmla="*/ 1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41">
                    <a:moveTo>
                      <a:pt x="10" y="1"/>
                    </a:moveTo>
                    <a:cubicBezTo>
                      <a:pt x="5" y="0"/>
                      <a:pt x="1" y="4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3"/>
                      <a:pt x="4" y="18"/>
                      <a:pt x="8" y="18"/>
                    </a:cubicBezTo>
                    <a:cubicBezTo>
                      <a:pt x="200" y="41"/>
                      <a:pt x="200" y="41"/>
                      <a:pt x="200" y="41"/>
                    </a:cubicBezTo>
                    <a:cubicBezTo>
                      <a:pt x="205" y="41"/>
                      <a:pt x="209" y="35"/>
                      <a:pt x="210" y="28"/>
                    </a:cubicBezTo>
                    <a:cubicBezTo>
                      <a:pt x="210" y="28"/>
                      <a:pt x="210" y="28"/>
                      <a:pt x="210" y="28"/>
                    </a:cubicBezTo>
                    <a:cubicBezTo>
                      <a:pt x="211" y="20"/>
                      <a:pt x="208" y="13"/>
                      <a:pt x="203" y="13"/>
                    </a:cubicBezTo>
                    <a:lnTo>
                      <a:pt x="10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4" name="Freeform 179">
                <a:extLst>
                  <a:ext uri="{FF2B5EF4-FFF2-40B4-BE49-F238E27FC236}">
                    <a16:creationId xmlns:a16="http://schemas.microsoft.com/office/drawing/2014/main" id="{C0F34695-3D12-4376-9BDF-15F78B73C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3460"/>
                <a:ext cx="172" cy="151"/>
              </a:xfrm>
              <a:custGeom>
                <a:avLst/>
                <a:gdLst>
                  <a:gd name="T0" fmla="*/ 16 w 170"/>
                  <a:gd name="T1" fmla="*/ 3 h 149"/>
                  <a:gd name="T2" fmla="*/ 4 w 170"/>
                  <a:gd name="T3" fmla="*/ 4 h 149"/>
                  <a:gd name="T4" fmla="*/ 4 w 170"/>
                  <a:gd name="T5" fmla="*/ 4 h 149"/>
                  <a:gd name="T6" fmla="*/ 4 w 170"/>
                  <a:gd name="T7" fmla="*/ 17 h 149"/>
                  <a:gd name="T8" fmla="*/ 160 w 170"/>
                  <a:gd name="T9" fmla="*/ 158 h 149"/>
                  <a:gd name="T10" fmla="*/ 175 w 170"/>
                  <a:gd name="T11" fmla="*/ 153 h 149"/>
                  <a:gd name="T12" fmla="*/ 175 w 170"/>
                  <a:gd name="T13" fmla="*/ 153 h 149"/>
                  <a:gd name="T14" fmla="*/ 178 w 170"/>
                  <a:gd name="T15" fmla="*/ 137 h 149"/>
                  <a:gd name="T16" fmla="*/ 16 w 170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0" h="149">
                    <a:moveTo>
                      <a:pt x="16" y="3"/>
                    </a:moveTo>
                    <a:cubicBezTo>
                      <a:pt x="12" y="0"/>
                      <a:pt x="7" y="1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8"/>
                      <a:pt x="1" y="14"/>
                      <a:pt x="4" y="17"/>
                    </a:cubicBezTo>
                    <a:cubicBezTo>
                      <a:pt x="148" y="146"/>
                      <a:pt x="148" y="146"/>
                      <a:pt x="148" y="146"/>
                    </a:cubicBezTo>
                    <a:cubicBezTo>
                      <a:pt x="151" y="149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9" y="135"/>
                      <a:pt x="170" y="128"/>
                      <a:pt x="166" y="125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5" name="Freeform 180">
                <a:extLst>
                  <a:ext uri="{FF2B5EF4-FFF2-40B4-BE49-F238E27FC236}">
                    <a16:creationId xmlns:a16="http://schemas.microsoft.com/office/drawing/2014/main" id="{6E2ED30C-8389-41E3-96CA-A9E227B71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3475"/>
                <a:ext cx="140" cy="128"/>
              </a:xfrm>
              <a:custGeom>
                <a:avLst/>
                <a:gdLst>
                  <a:gd name="T0" fmla="*/ 145 w 139"/>
                  <a:gd name="T1" fmla="*/ 138 h 126"/>
                  <a:gd name="T2" fmla="*/ 0 w 139"/>
                  <a:gd name="T3" fmla="*/ 0 h 126"/>
                  <a:gd name="T4" fmla="*/ 145 w 139"/>
                  <a:gd name="T5" fmla="*/ 138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6">
                    <a:moveTo>
                      <a:pt x="139" y="12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3" y="81"/>
                      <a:pt x="139" y="126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6" name="Freeform 181">
                <a:extLst>
                  <a:ext uri="{FF2B5EF4-FFF2-40B4-BE49-F238E27FC236}">
                    <a16:creationId xmlns:a16="http://schemas.microsoft.com/office/drawing/2014/main" id="{8BE7A13B-72BF-488B-85FA-B7D3CDA60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588"/>
                <a:ext cx="23" cy="20"/>
              </a:xfrm>
              <a:custGeom>
                <a:avLst/>
                <a:gdLst>
                  <a:gd name="T0" fmla="*/ 7 w 22"/>
                  <a:gd name="T1" fmla="*/ 20 h 20"/>
                  <a:gd name="T2" fmla="*/ 28 w 22"/>
                  <a:gd name="T3" fmla="*/ 3 h 20"/>
                  <a:gd name="T4" fmla="*/ 7 w 22"/>
                  <a:gd name="T5" fmla="*/ 6 h 20"/>
                  <a:gd name="T6" fmla="*/ 6 w 22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7" y="20"/>
                    </a:moveTo>
                    <a:cubicBezTo>
                      <a:pt x="0" y="12"/>
                      <a:pt x="16" y="4"/>
                      <a:pt x="22" y="3"/>
                    </a:cubicBezTo>
                    <a:cubicBezTo>
                      <a:pt x="16" y="1"/>
                      <a:pt x="11" y="0"/>
                      <a:pt x="7" y="6"/>
                    </a:cubicBezTo>
                    <a:cubicBezTo>
                      <a:pt x="4" y="10"/>
                      <a:pt x="2" y="16"/>
                      <a:pt x="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7" name="Freeform 182">
                <a:extLst>
                  <a:ext uri="{FF2B5EF4-FFF2-40B4-BE49-F238E27FC236}">
                    <a16:creationId xmlns:a16="http://schemas.microsoft.com/office/drawing/2014/main" id="{7FA7A40A-34D2-43EC-8C61-DB9E8863F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3463"/>
                <a:ext cx="145" cy="120"/>
              </a:xfrm>
              <a:custGeom>
                <a:avLst/>
                <a:gdLst>
                  <a:gd name="T0" fmla="*/ 155 w 143"/>
                  <a:gd name="T1" fmla="*/ 130 h 118"/>
                  <a:gd name="T2" fmla="*/ 0 w 143"/>
                  <a:gd name="T3" fmla="*/ 0 h 118"/>
                  <a:gd name="T4" fmla="*/ 155 w 143"/>
                  <a:gd name="T5" fmla="*/ 13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8">
                    <a:moveTo>
                      <a:pt x="143" y="11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4" y="116"/>
                      <a:pt x="143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8" name="Freeform 183">
                <a:extLst>
                  <a:ext uri="{FF2B5EF4-FFF2-40B4-BE49-F238E27FC236}">
                    <a16:creationId xmlns:a16="http://schemas.microsoft.com/office/drawing/2014/main" id="{248E93D9-7033-4983-A259-F4CF5FC12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3461"/>
                <a:ext cx="172" cy="151"/>
              </a:xfrm>
              <a:custGeom>
                <a:avLst/>
                <a:gdLst>
                  <a:gd name="T0" fmla="*/ 16 w 170"/>
                  <a:gd name="T1" fmla="*/ 3 h 149"/>
                  <a:gd name="T2" fmla="*/ 4 w 170"/>
                  <a:gd name="T3" fmla="*/ 4 h 149"/>
                  <a:gd name="T4" fmla="*/ 4 w 170"/>
                  <a:gd name="T5" fmla="*/ 4 h 149"/>
                  <a:gd name="T6" fmla="*/ 4 w 170"/>
                  <a:gd name="T7" fmla="*/ 16 h 149"/>
                  <a:gd name="T8" fmla="*/ 160 w 170"/>
                  <a:gd name="T9" fmla="*/ 158 h 149"/>
                  <a:gd name="T10" fmla="*/ 175 w 170"/>
                  <a:gd name="T11" fmla="*/ 153 h 149"/>
                  <a:gd name="T12" fmla="*/ 175 w 170"/>
                  <a:gd name="T13" fmla="*/ 153 h 149"/>
                  <a:gd name="T14" fmla="*/ 178 w 170"/>
                  <a:gd name="T15" fmla="*/ 136 h 149"/>
                  <a:gd name="T16" fmla="*/ 16 w 170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0" h="149">
                    <a:moveTo>
                      <a:pt x="16" y="3"/>
                    </a:moveTo>
                    <a:cubicBezTo>
                      <a:pt x="12" y="0"/>
                      <a:pt x="7" y="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7"/>
                      <a:pt x="1" y="13"/>
                      <a:pt x="4" y="16"/>
                    </a:cubicBezTo>
                    <a:cubicBezTo>
                      <a:pt x="148" y="146"/>
                      <a:pt x="148" y="146"/>
                      <a:pt x="148" y="146"/>
                    </a:cubicBezTo>
                    <a:cubicBezTo>
                      <a:pt x="151" y="149"/>
                      <a:pt x="158" y="146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9" y="135"/>
                      <a:pt x="170" y="127"/>
                      <a:pt x="166" y="124"/>
                    </a:cubicBezTo>
                    <a:lnTo>
                      <a:pt x="16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9" name="Freeform 184">
                <a:extLst>
                  <a:ext uri="{FF2B5EF4-FFF2-40B4-BE49-F238E27FC236}">
                    <a16:creationId xmlns:a16="http://schemas.microsoft.com/office/drawing/2014/main" id="{F0E46AF3-ED3F-4BA8-970F-95830A8B1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2260"/>
                <a:ext cx="118" cy="118"/>
              </a:xfrm>
              <a:custGeom>
                <a:avLst/>
                <a:gdLst>
                  <a:gd name="T0" fmla="*/ 120 w 117"/>
                  <a:gd name="T1" fmla="*/ 70 h 117"/>
                  <a:gd name="T2" fmla="*/ 53 w 117"/>
                  <a:gd name="T3" fmla="*/ 120 h 117"/>
                  <a:gd name="T4" fmla="*/ 2 w 117"/>
                  <a:gd name="T5" fmla="*/ 53 h 117"/>
                  <a:gd name="T6" fmla="*/ 70 w 117"/>
                  <a:gd name="T7" fmla="*/ 3 h 117"/>
                  <a:gd name="T8" fmla="*/ 120 w 117"/>
                  <a:gd name="T9" fmla="*/ 7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117">
                    <a:moveTo>
                      <a:pt x="114" y="64"/>
                    </a:moveTo>
                    <a:cubicBezTo>
                      <a:pt x="111" y="95"/>
                      <a:pt x="83" y="117"/>
                      <a:pt x="53" y="114"/>
                    </a:cubicBezTo>
                    <a:cubicBezTo>
                      <a:pt x="22" y="111"/>
                      <a:pt x="0" y="84"/>
                      <a:pt x="2" y="53"/>
                    </a:cubicBezTo>
                    <a:cubicBezTo>
                      <a:pt x="5" y="23"/>
                      <a:pt x="33" y="0"/>
                      <a:pt x="64" y="3"/>
                    </a:cubicBezTo>
                    <a:cubicBezTo>
                      <a:pt x="94" y="6"/>
                      <a:pt x="117" y="33"/>
                      <a:pt x="114" y="64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0" name="Freeform 185">
                <a:extLst>
                  <a:ext uri="{FF2B5EF4-FFF2-40B4-BE49-F238E27FC236}">
                    <a16:creationId xmlns:a16="http://schemas.microsoft.com/office/drawing/2014/main" id="{9143E58E-E800-4B76-A4C5-C98422CC3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2260"/>
                <a:ext cx="118" cy="118"/>
              </a:xfrm>
              <a:custGeom>
                <a:avLst/>
                <a:gdLst>
                  <a:gd name="T0" fmla="*/ 120 w 117"/>
                  <a:gd name="T1" fmla="*/ 70 h 117"/>
                  <a:gd name="T2" fmla="*/ 53 w 117"/>
                  <a:gd name="T3" fmla="*/ 120 h 117"/>
                  <a:gd name="T4" fmla="*/ 2 w 117"/>
                  <a:gd name="T5" fmla="*/ 53 h 117"/>
                  <a:gd name="T6" fmla="*/ 70 w 117"/>
                  <a:gd name="T7" fmla="*/ 3 h 117"/>
                  <a:gd name="T8" fmla="*/ 120 w 117"/>
                  <a:gd name="T9" fmla="*/ 7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117">
                    <a:moveTo>
                      <a:pt x="114" y="64"/>
                    </a:moveTo>
                    <a:cubicBezTo>
                      <a:pt x="111" y="95"/>
                      <a:pt x="83" y="117"/>
                      <a:pt x="53" y="114"/>
                    </a:cubicBezTo>
                    <a:cubicBezTo>
                      <a:pt x="22" y="111"/>
                      <a:pt x="0" y="84"/>
                      <a:pt x="2" y="53"/>
                    </a:cubicBezTo>
                    <a:cubicBezTo>
                      <a:pt x="5" y="23"/>
                      <a:pt x="33" y="0"/>
                      <a:pt x="64" y="3"/>
                    </a:cubicBezTo>
                    <a:cubicBezTo>
                      <a:pt x="94" y="6"/>
                      <a:pt x="117" y="33"/>
                      <a:pt x="114" y="6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1" name="Freeform 186">
                <a:extLst>
                  <a:ext uri="{FF2B5EF4-FFF2-40B4-BE49-F238E27FC236}">
                    <a16:creationId xmlns:a16="http://schemas.microsoft.com/office/drawing/2014/main" id="{E9CB6A01-0B96-4C6B-857F-EAF8B1AB3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2274"/>
                <a:ext cx="66" cy="66"/>
              </a:xfrm>
              <a:custGeom>
                <a:avLst/>
                <a:gdLst>
                  <a:gd name="T0" fmla="*/ 70 w 65"/>
                  <a:gd name="T1" fmla="*/ 36 h 66"/>
                  <a:gd name="T2" fmla="*/ 29 w 65"/>
                  <a:gd name="T3" fmla="*/ 64 h 66"/>
                  <a:gd name="T4" fmla="*/ 1 w 65"/>
                  <a:gd name="T5" fmla="*/ 30 h 66"/>
                  <a:gd name="T6" fmla="*/ 41 w 65"/>
                  <a:gd name="T7" fmla="*/ 2 h 66"/>
                  <a:gd name="T8" fmla="*/ 70 w 65"/>
                  <a:gd name="T9" fmla="*/ 36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6">
                    <a:moveTo>
                      <a:pt x="64" y="36"/>
                    </a:moveTo>
                    <a:cubicBezTo>
                      <a:pt x="62" y="53"/>
                      <a:pt x="47" y="66"/>
                      <a:pt x="29" y="64"/>
                    </a:cubicBezTo>
                    <a:cubicBezTo>
                      <a:pt x="12" y="62"/>
                      <a:pt x="0" y="47"/>
                      <a:pt x="1" y="30"/>
                    </a:cubicBezTo>
                    <a:cubicBezTo>
                      <a:pt x="3" y="13"/>
                      <a:pt x="18" y="0"/>
                      <a:pt x="35" y="2"/>
                    </a:cubicBezTo>
                    <a:cubicBezTo>
                      <a:pt x="53" y="3"/>
                      <a:pt x="65" y="19"/>
                      <a:pt x="64" y="36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2" name="Freeform 187">
                <a:extLst>
                  <a:ext uri="{FF2B5EF4-FFF2-40B4-BE49-F238E27FC236}">
                    <a16:creationId xmlns:a16="http://schemas.microsoft.com/office/drawing/2014/main" id="{F48FE636-2478-4BB7-820E-6F7354091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2283"/>
                <a:ext cx="23" cy="22"/>
              </a:xfrm>
              <a:custGeom>
                <a:avLst/>
                <a:gdLst>
                  <a:gd name="T0" fmla="*/ 22 w 23"/>
                  <a:gd name="T1" fmla="*/ 12 h 22"/>
                  <a:gd name="T2" fmla="*/ 10 w 23"/>
                  <a:gd name="T3" fmla="*/ 22 h 22"/>
                  <a:gd name="T4" fmla="*/ 1 w 23"/>
                  <a:gd name="T5" fmla="*/ 10 h 22"/>
                  <a:gd name="T6" fmla="*/ 13 w 23"/>
                  <a:gd name="T7" fmla="*/ 0 h 22"/>
                  <a:gd name="T8" fmla="*/ 22 w 23"/>
                  <a:gd name="T9" fmla="*/ 1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2" y="12"/>
                    </a:moveTo>
                    <a:cubicBezTo>
                      <a:pt x="22" y="18"/>
                      <a:pt x="16" y="22"/>
                      <a:pt x="10" y="22"/>
                    </a:cubicBezTo>
                    <a:cubicBezTo>
                      <a:pt x="5" y="21"/>
                      <a:pt x="0" y="16"/>
                      <a:pt x="1" y="10"/>
                    </a:cubicBezTo>
                    <a:cubicBezTo>
                      <a:pt x="1" y="4"/>
                      <a:pt x="7" y="0"/>
                      <a:pt x="13" y="0"/>
                    </a:cubicBezTo>
                    <a:cubicBezTo>
                      <a:pt x="18" y="1"/>
                      <a:pt x="23" y="6"/>
                      <a:pt x="22" y="1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3" name="Freeform 188">
                <a:extLst>
                  <a:ext uri="{FF2B5EF4-FFF2-40B4-BE49-F238E27FC236}">
                    <a16:creationId xmlns:a16="http://schemas.microsoft.com/office/drawing/2014/main" id="{FFDFCF36-1F2C-499F-929A-F5F808762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2312"/>
                <a:ext cx="62" cy="63"/>
              </a:xfrm>
              <a:custGeom>
                <a:avLst/>
                <a:gdLst>
                  <a:gd name="T0" fmla="*/ 59 w 62"/>
                  <a:gd name="T1" fmla="*/ 0 h 62"/>
                  <a:gd name="T2" fmla="*/ 0 w 62"/>
                  <a:gd name="T3" fmla="*/ 65 h 62"/>
                  <a:gd name="T4" fmla="*/ 59 w 62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62">
                    <a:moveTo>
                      <a:pt x="59" y="0"/>
                    </a:moveTo>
                    <a:cubicBezTo>
                      <a:pt x="59" y="0"/>
                      <a:pt x="62" y="62"/>
                      <a:pt x="0" y="59"/>
                    </a:cubicBezTo>
                    <a:cubicBezTo>
                      <a:pt x="0" y="59"/>
                      <a:pt x="51" y="58"/>
                      <a:pt x="59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4" name="Freeform 189">
                <a:extLst>
                  <a:ext uri="{FF2B5EF4-FFF2-40B4-BE49-F238E27FC236}">
                    <a16:creationId xmlns:a16="http://schemas.microsoft.com/office/drawing/2014/main" id="{BF286C81-05EF-43C3-863A-9361AA17E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2414"/>
                <a:ext cx="120" cy="121"/>
              </a:xfrm>
              <a:custGeom>
                <a:avLst/>
                <a:gdLst>
                  <a:gd name="T0" fmla="*/ 126 w 118"/>
                  <a:gd name="T1" fmla="*/ 59 h 119"/>
                  <a:gd name="T2" fmla="*/ 71 w 118"/>
                  <a:gd name="T3" fmla="*/ 127 h 119"/>
                  <a:gd name="T4" fmla="*/ 3 w 118"/>
                  <a:gd name="T5" fmla="*/ 72 h 119"/>
                  <a:gd name="T6" fmla="*/ 58 w 118"/>
                  <a:gd name="T7" fmla="*/ 4 h 119"/>
                  <a:gd name="T8" fmla="*/ 126 w 118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4" y="53"/>
                    </a:moveTo>
                    <a:cubicBezTo>
                      <a:pt x="118" y="84"/>
                      <a:pt x="96" y="111"/>
                      <a:pt x="65" y="115"/>
                    </a:cubicBezTo>
                    <a:cubicBezTo>
                      <a:pt x="35" y="119"/>
                      <a:pt x="7" y="97"/>
                      <a:pt x="3" y="66"/>
                    </a:cubicBezTo>
                    <a:cubicBezTo>
                      <a:pt x="0" y="35"/>
                      <a:pt x="22" y="8"/>
                      <a:pt x="52" y="4"/>
                    </a:cubicBezTo>
                    <a:cubicBezTo>
                      <a:pt x="83" y="0"/>
                      <a:pt x="111" y="22"/>
                      <a:pt x="114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5" name="Freeform 190">
                <a:extLst>
                  <a:ext uri="{FF2B5EF4-FFF2-40B4-BE49-F238E27FC236}">
                    <a16:creationId xmlns:a16="http://schemas.microsoft.com/office/drawing/2014/main" id="{FE5F9986-F5E2-417B-8A36-2D836F5E9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2414"/>
                <a:ext cx="120" cy="121"/>
              </a:xfrm>
              <a:custGeom>
                <a:avLst/>
                <a:gdLst>
                  <a:gd name="T0" fmla="*/ 126 w 118"/>
                  <a:gd name="T1" fmla="*/ 59 h 119"/>
                  <a:gd name="T2" fmla="*/ 71 w 118"/>
                  <a:gd name="T3" fmla="*/ 127 h 119"/>
                  <a:gd name="T4" fmla="*/ 3 w 118"/>
                  <a:gd name="T5" fmla="*/ 72 h 119"/>
                  <a:gd name="T6" fmla="*/ 58 w 118"/>
                  <a:gd name="T7" fmla="*/ 4 h 119"/>
                  <a:gd name="T8" fmla="*/ 126 w 118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4" y="53"/>
                    </a:moveTo>
                    <a:cubicBezTo>
                      <a:pt x="118" y="84"/>
                      <a:pt x="96" y="111"/>
                      <a:pt x="65" y="115"/>
                    </a:cubicBezTo>
                    <a:cubicBezTo>
                      <a:pt x="35" y="119"/>
                      <a:pt x="7" y="97"/>
                      <a:pt x="3" y="66"/>
                    </a:cubicBezTo>
                    <a:cubicBezTo>
                      <a:pt x="0" y="35"/>
                      <a:pt x="22" y="8"/>
                      <a:pt x="52" y="4"/>
                    </a:cubicBezTo>
                    <a:cubicBezTo>
                      <a:pt x="83" y="0"/>
                      <a:pt x="111" y="22"/>
                      <a:pt x="114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6" name="Freeform 191">
                <a:extLst>
                  <a:ext uri="{FF2B5EF4-FFF2-40B4-BE49-F238E27FC236}">
                    <a16:creationId xmlns:a16="http://schemas.microsoft.com/office/drawing/2014/main" id="{A2F76FC0-031D-4B88-99AB-0E9D813B3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431"/>
                <a:ext cx="67" cy="68"/>
              </a:xfrm>
              <a:custGeom>
                <a:avLst/>
                <a:gdLst>
                  <a:gd name="T0" fmla="*/ 70 w 66"/>
                  <a:gd name="T1" fmla="*/ 30 h 67"/>
                  <a:gd name="T2" fmla="*/ 43 w 66"/>
                  <a:gd name="T3" fmla="*/ 71 h 67"/>
                  <a:gd name="T4" fmla="*/ 2 w 66"/>
                  <a:gd name="T5" fmla="*/ 43 h 67"/>
                  <a:gd name="T6" fmla="*/ 29 w 66"/>
                  <a:gd name="T7" fmla="*/ 2 h 67"/>
                  <a:gd name="T8" fmla="*/ 70 w 66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64" y="30"/>
                    </a:moveTo>
                    <a:cubicBezTo>
                      <a:pt x="66" y="47"/>
                      <a:pt x="54" y="62"/>
                      <a:pt x="37" y="65"/>
                    </a:cubicBezTo>
                    <a:cubicBezTo>
                      <a:pt x="19" y="67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6" y="0"/>
                      <a:pt x="62" y="12"/>
                      <a:pt x="64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7" name="Freeform 192">
                <a:extLst>
                  <a:ext uri="{FF2B5EF4-FFF2-40B4-BE49-F238E27FC236}">
                    <a16:creationId xmlns:a16="http://schemas.microsoft.com/office/drawing/2014/main" id="{07D0ED6B-646A-492E-BFD8-5A7BFB609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" y="2444"/>
                <a:ext cx="23" cy="23"/>
              </a:xfrm>
              <a:custGeom>
                <a:avLst/>
                <a:gdLst>
                  <a:gd name="T0" fmla="*/ 22 w 23"/>
                  <a:gd name="T1" fmla="*/ 10 h 23"/>
                  <a:gd name="T2" fmla="*/ 13 w 23"/>
                  <a:gd name="T3" fmla="*/ 22 h 23"/>
                  <a:gd name="T4" fmla="*/ 1 w 23"/>
                  <a:gd name="T5" fmla="*/ 13 h 23"/>
                  <a:gd name="T6" fmla="*/ 10 w 23"/>
                  <a:gd name="T7" fmla="*/ 1 h 23"/>
                  <a:gd name="T8" fmla="*/ 22 w 23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2" y="10"/>
                    </a:moveTo>
                    <a:cubicBezTo>
                      <a:pt x="23" y="16"/>
                      <a:pt x="19" y="21"/>
                      <a:pt x="13" y="22"/>
                    </a:cubicBezTo>
                    <a:cubicBezTo>
                      <a:pt x="7" y="23"/>
                      <a:pt x="2" y="18"/>
                      <a:pt x="1" y="13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8" name="Freeform 193">
                <a:extLst>
                  <a:ext uri="{FF2B5EF4-FFF2-40B4-BE49-F238E27FC236}">
                    <a16:creationId xmlns:a16="http://schemas.microsoft.com/office/drawing/2014/main" id="{46078FD5-26C8-4A31-ADC6-6B2F11DBF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2457"/>
                <a:ext cx="62" cy="70"/>
              </a:xfrm>
              <a:custGeom>
                <a:avLst/>
                <a:gdLst>
                  <a:gd name="T0" fmla="*/ 51 w 61"/>
                  <a:gd name="T1" fmla="*/ 0 h 70"/>
                  <a:gd name="T2" fmla="*/ 0 w 61"/>
                  <a:gd name="T3" fmla="*/ 70 h 70"/>
                  <a:gd name="T4" fmla="*/ 51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8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9" name="Freeform 194">
                <a:extLst>
                  <a:ext uri="{FF2B5EF4-FFF2-40B4-BE49-F238E27FC236}">
                    <a16:creationId xmlns:a16="http://schemas.microsoft.com/office/drawing/2014/main" id="{F0029E76-775F-4024-BA7C-6F86ED18B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2431"/>
                <a:ext cx="119" cy="120"/>
              </a:xfrm>
              <a:custGeom>
                <a:avLst/>
                <a:gdLst>
                  <a:gd name="T0" fmla="*/ 121 w 118"/>
                  <a:gd name="T1" fmla="*/ 59 h 118"/>
                  <a:gd name="T2" fmla="*/ 72 w 118"/>
                  <a:gd name="T3" fmla="*/ 127 h 118"/>
                  <a:gd name="T4" fmla="*/ 4 w 118"/>
                  <a:gd name="T5" fmla="*/ 72 h 118"/>
                  <a:gd name="T6" fmla="*/ 53 w 118"/>
                  <a:gd name="T7" fmla="*/ 4 h 118"/>
                  <a:gd name="T8" fmla="*/ 121 w 118"/>
                  <a:gd name="T9" fmla="*/ 59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3"/>
                    </a:moveTo>
                    <a:cubicBezTo>
                      <a:pt x="118" y="83"/>
                      <a:pt x="97" y="111"/>
                      <a:pt x="66" y="115"/>
                    </a:cubicBezTo>
                    <a:cubicBezTo>
                      <a:pt x="35" y="118"/>
                      <a:pt x="7" y="97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0" name="Freeform 195">
                <a:extLst>
                  <a:ext uri="{FF2B5EF4-FFF2-40B4-BE49-F238E27FC236}">
                    <a16:creationId xmlns:a16="http://schemas.microsoft.com/office/drawing/2014/main" id="{BD333916-13B6-4060-9F67-50EB0BBCA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2431"/>
                <a:ext cx="119" cy="120"/>
              </a:xfrm>
              <a:custGeom>
                <a:avLst/>
                <a:gdLst>
                  <a:gd name="T0" fmla="*/ 121 w 118"/>
                  <a:gd name="T1" fmla="*/ 59 h 118"/>
                  <a:gd name="T2" fmla="*/ 72 w 118"/>
                  <a:gd name="T3" fmla="*/ 127 h 118"/>
                  <a:gd name="T4" fmla="*/ 4 w 118"/>
                  <a:gd name="T5" fmla="*/ 72 h 118"/>
                  <a:gd name="T6" fmla="*/ 53 w 118"/>
                  <a:gd name="T7" fmla="*/ 4 h 118"/>
                  <a:gd name="T8" fmla="*/ 121 w 118"/>
                  <a:gd name="T9" fmla="*/ 59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3"/>
                    </a:moveTo>
                    <a:cubicBezTo>
                      <a:pt x="118" y="83"/>
                      <a:pt x="97" y="111"/>
                      <a:pt x="66" y="115"/>
                    </a:cubicBezTo>
                    <a:cubicBezTo>
                      <a:pt x="35" y="118"/>
                      <a:pt x="7" y="97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1" name="Freeform 196">
                <a:extLst>
                  <a:ext uri="{FF2B5EF4-FFF2-40B4-BE49-F238E27FC236}">
                    <a16:creationId xmlns:a16="http://schemas.microsoft.com/office/drawing/2014/main" id="{21FE6BF5-9B0F-4D2D-A298-34A67ED2A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2449"/>
                <a:ext cx="67" cy="66"/>
              </a:xfrm>
              <a:custGeom>
                <a:avLst/>
                <a:gdLst>
                  <a:gd name="T0" fmla="*/ 65 w 67"/>
                  <a:gd name="T1" fmla="*/ 29 h 66"/>
                  <a:gd name="T2" fmla="*/ 37 w 67"/>
                  <a:gd name="T3" fmla="*/ 64 h 66"/>
                  <a:gd name="T4" fmla="*/ 2 w 67"/>
                  <a:gd name="T5" fmla="*/ 37 h 66"/>
                  <a:gd name="T6" fmla="*/ 30 w 67"/>
                  <a:gd name="T7" fmla="*/ 2 h 66"/>
                  <a:gd name="T8" fmla="*/ 65 w 67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5" y="29"/>
                    </a:moveTo>
                    <a:cubicBezTo>
                      <a:pt x="67" y="47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20"/>
                      <a:pt x="12" y="4"/>
                      <a:pt x="30" y="2"/>
                    </a:cubicBezTo>
                    <a:cubicBezTo>
                      <a:pt x="47" y="0"/>
                      <a:pt x="62" y="12"/>
                      <a:pt x="65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2" name="Freeform 197">
                <a:extLst>
                  <a:ext uri="{FF2B5EF4-FFF2-40B4-BE49-F238E27FC236}">
                    <a16:creationId xmlns:a16="http://schemas.microsoft.com/office/drawing/2014/main" id="{7321041B-9B14-4765-A334-07418D247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" y="2461"/>
                <a:ext cx="22" cy="22"/>
              </a:xfrm>
              <a:custGeom>
                <a:avLst/>
                <a:gdLst>
                  <a:gd name="T0" fmla="*/ 22 w 22"/>
                  <a:gd name="T1" fmla="*/ 10 h 22"/>
                  <a:gd name="T2" fmla="*/ 12 w 22"/>
                  <a:gd name="T3" fmla="*/ 22 h 22"/>
                  <a:gd name="T4" fmla="*/ 0 w 22"/>
                  <a:gd name="T5" fmla="*/ 12 h 22"/>
                  <a:gd name="T6" fmla="*/ 10 w 22"/>
                  <a:gd name="T7" fmla="*/ 0 h 22"/>
                  <a:gd name="T8" fmla="*/ 22 w 22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2" y="10"/>
                    </a:moveTo>
                    <a:cubicBezTo>
                      <a:pt x="22" y="16"/>
                      <a:pt x="18" y="21"/>
                      <a:pt x="12" y="22"/>
                    </a:cubicBezTo>
                    <a:cubicBezTo>
                      <a:pt x="6" y="22"/>
                      <a:pt x="1" y="18"/>
                      <a:pt x="0" y="12"/>
                    </a:cubicBezTo>
                    <a:cubicBezTo>
                      <a:pt x="0" y="6"/>
                      <a:pt x="4" y="1"/>
                      <a:pt x="10" y="0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3" name="Freeform 198">
                <a:extLst>
                  <a:ext uri="{FF2B5EF4-FFF2-40B4-BE49-F238E27FC236}">
                    <a16:creationId xmlns:a16="http://schemas.microsoft.com/office/drawing/2014/main" id="{8FB4A069-2021-4C38-B38A-A9807B7AD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2473"/>
                <a:ext cx="61" cy="71"/>
              </a:xfrm>
              <a:custGeom>
                <a:avLst/>
                <a:gdLst>
                  <a:gd name="T0" fmla="*/ 50 w 60"/>
                  <a:gd name="T1" fmla="*/ 0 h 70"/>
                  <a:gd name="T2" fmla="*/ 0 w 60"/>
                  <a:gd name="T3" fmla="*/ 76 h 70"/>
                  <a:gd name="T4" fmla="*/ 50 w 60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0">
                    <a:moveTo>
                      <a:pt x="44" y="0"/>
                    </a:moveTo>
                    <a:cubicBezTo>
                      <a:pt x="44" y="0"/>
                      <a:pt x="60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4" name="Freeform 199">
                <a:extLst>
                  <a:ext uri="{FF2B5EF4-FFF2-40B4-BE49-F238E27FC236}">
                    <a16:creationId xmlns:a16="http://schemas.microsoft.com/office/drawing/2014/main" id="{437DC2B7-4739-4393-9102-3CD6D0727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" y="2850"/>
                <a:ext cx="120" cy="119"/>
              </a:xfrm>
              <a:custGeom>
                <a:avLst/>
                <a:gdLst>
                  <a:gd name="T0" fmla="*/ 121 w 119"/>
                  <a:gd name="T1" fmla="*/ 52 h 118"/>
                  <a:gd name="T2" fmla="*/ 72 w 119"/>
                  <a:gd name="T3" fmla="*/ 121 h 118"/>
                  <a:gd name="T4" fmla="*/ 4 w 119"/>
                  <a:gd name="T5" fmla="*/ 72 h 118"/>
                  <a:gd name="T6" fmla="*/ 53 w 119"/>
                  <a:gd name="T7" fmla="*/ 4 h 118"/>
                  <a:gd name="T8" fmla="*/ 121 w 119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2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5" y="118"/>
                      <a:pt x="8" y="96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4" y="0"/>
                      <a:pt x="111" y="22"/>
                      <a:pt x="115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5" name="Freeform 200">
                <a:extLst>
                  <a:ext uri="{FF2B5EF4-FFF2-40B4-BE49-F238E27FC236}">
                    <a16:creationId xmlns:a16="http://schemas.microsoft.com/office/drawing/2014/main" id="{FB9DB22C-6666-4E20-8F95-97A07CAB2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" y="2850"/>
                <a:ext cx="120" cy="119"/>
              </a:xfrm>
              <a:custGeom>
                <a:avLst/>
                <a:gdLst>
                  <a:gd name="T0" fmla="*/ 121 w 119"/>
                  <a:gd name="T1" fmla="*/ 52 h 118"/>
                  <a:gd name="T2" fmla="*/ 72 w 119"/>
                  <a:gd name="T3" fmla="*/ 121 h 118"/>
                  <a:gd name="T4" fmla="*/ 4 w 119"/>
                  <a:gd name="T5" fmla="*/ 72 h 118"/>
                  <a:gd name="T6" fmla="*/ 53 w 119"/>
                  <a:gd name="T7" fmla="*/ 4 h 118"/>
                  <a:gd name="T8" fmla="*/ 121 w 119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2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5" y="118"/>
                      <a:pt x="8" y="96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4" y="0"/>
                      <a:pt x="111" y="22"/>
                      <a:pt x="115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6" name="Freeform 201">
                <a:extLst>
                  <a:ext uri="{FF2B5EF4-FFF2-40B4-BE49-F238E27FC236}">
                    <a16:creationId xmlns:a16="http://schemas.microsoft.com/office/drawing/2014/main" id="{BEDB5517-87AB-424F-B74D-228F1D07C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" y="2867"/>
                <a:ext cx="68" cy="67"/>
              </a:xfrm>
              <a:custGeom>
                <a:avLst/>
                <a:gdLst>
                  <a:gd name="T0" fmla="*/ 71 w 67"/>
                  <a:gd name="T1" fmla="*/ 29 h 66"/>
                  <a:gd name="T2" fmla="*/ 43 w 67"/>
                  <a:gd name="T3" fmla="*/ 70 h 66"/>
                  <a:gd name="T4" fmla="*/ 2 w 67"/>
                  <a:gd name="T5" fmla="*/ 43 h 66"/>
                  <a:gd name="T6" fmla="*/ 30 w 67"/>
                  <a:gd name="T7" fmla="*/ 2 h 66"/>
                  <a:gd name="T8" fmla="*/ 71 w 67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5" y="29"/>
                    </a:moveTo>
                    <a:cubicBezTo>
                      <a:pt x="67" y="46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19"/>
                      <a:pt x="13" y="4"/>
                      <a:pt x="30" y="2"/>
                    </a:cubicBezTo>
                    <a:cubicBezTo>
                      <a:pt x="47" y="0"/>
                      <a:pt x="63" y="12"/>
                      <a:pt x="65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7" name="Freeform 202">
                <a:extLst>
                  <a:ext uri="{FF2B5EF4-FFF2-40B4-BE49-F238E27FC236}">
                    <a16:creationId xmlns:a16="http://schemas.microsoft.com/office/drawing/2014/main" id="{A9C50DA6-9B59-42EA-84DE-C0B49A546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" y="2879"/>
                <a:ext cx="22" cy="22"/>
              </a:xfrm>
              <a:custGeom>
                <a:avLst/>
                <a:gdLst>
                  <a:gd name="T0" fmla="*/ 22 w 22"/>
                  <a:gd name="T1" fmla="*/ 10 h 22"/>
                  <a:gd name="T2" fmla="*/ 12 w 22"/>
                  <a:gd name="T3" fmla="*/ 21 h 22"/>
                  <a:gd name="T4" fmla="*/ 1 w 22"/>
                  <a:gd name="T5" fmla="*/ 12 h 22"/>
                  <a:gd name="T6" fmla="*/ 10 w 22"/>
                  <a:gd name="T7" fmla="*/ 0 h 22"/>
                  <a:gd name="T8" fmla="*/ 22 w 22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2" y="10"/>
                    </a:moveTo>
                    <a:cubicBezTo>
                      <a:pt x="22" y="15"/>
                      <a:pt x="18" y="21"/>
                      <a:pt x="12" y="21"/>
                    </a:cubicBezTo>
                    <a:cubicBezTo>
                      <a:pt x="7" y="22"/>
                      <a:pt x="1" y="18"/>
                      <a:pt x="1" y="12"/>
                    </a:cubicBezTo>
                    <a:cubicBezTo>
                      <a:pt x="0" y="6"/>
                      <a:pt x="4" y="1"/>
                      <a:pt x="10" y="0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8" name="Freeform 203">
                <a:extLst>
                  <a:ext uri="{FF2B5EF4-FFF2-40B4-BE49-F238E27FC236}">
                    <a16:creationId xmlns:a16="http://schemas.microsoft.com/office/drawing/2014/main" id="{1E75851D-EBDE-4DA8-AB2E-89D4EA6AA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891"/>
                <a:ext cx="61" cy="71"/>
              </a:xfrm>
              <a:custGeom>
                <a:avLst/>
                <a:gdLst>
                  <a:gd name="T0" fmla="*/ 44 w 61"/>
                  <a:gd name="T1" fmla="*/ 0 h 70"/>
                  <a:gd name="T2" fmla="*/ 0 w 61"/>
                  <a:gd name="T3" fmla="*/ 76 h 70"/>
                  <a:gd name="T4" fmla="*/ 44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4" y="0"/>
                    </a:moveTo>
                    <a:cubicBezTo>
                      <a:pt x="44" y="0"/>
                      <a:pt x="61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9" name="Freeform 204">
                <a:extLst>
                  <a:ext uri="{FF2B5EF4-FFF2-40B4-BE49-F238E27FC236}">
                    <a16:creationId xmlns:a16="http://schemas.microsoft.com/office/drawing/2014/main" id="{C50D2D4C-8221-4ACA-86D5-49859C207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2901"/>
                <a:ext cx="119" cy="121"/>
              </a:xfrm>
              <a:custGeom>
                <a:avLst/>
                <a:gdLst>
                  <a:gd name="T0" fmla="*/ 121 w 118"/>
                  <a:gd name="T1" fmla="*/ 59 h 119"/>
                  <a:gd name="T2" fmla="*/ 72 w 118"/>
                  <a:gd name="T3" fmla="*/ 127 h 119"/>
                  <a:gd name="T4" fmla="*/ 4 w 118"/>
                  <a:gd name="T5" fmla="*/ 72 h 119"/>
                  <a:gd name="T6" fmla="*/ 52 w 118"/>
                  <a:gd name="T7" fmla="*/ 4 h 119"/>
                  <a:gd name="T8" fmla="*/ 121 w 118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5" y="53"/>
                    </a:moveTo>
                    <a:cubicBezTo>
                      <a:pt x="118" y="84"/>
                      <a:pt x="96" y="111"/>
                      <a:pt x="66" y="115"/>
                    </a:cubicBezTo>
                    <a:cubicBezTo>
                      <a:pt x="35" y="119"/>
                      <a:pt x="7" y="97"/>
                      <a:pt x="4" y="66"/>
                    </a:cubicBezTo>
                    <a:cubicBezTo>
                      <a:pt x="0" y="36"/>
                      <a:pt x="22" y="8"/>
                      <a:pt x="52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655" name="Group 205">
              <a:extLst>
                <a:ext uri="{FF2B5EF4-FFF2-40B4-BE49-F238E27FC236}">
                  <a16:creationId xmlns:a16="http://schemas.microsoft.com/office/drawing/2014/main" id="{F1F4C75E-24BC-4BCD-B750-5D7D5CCD55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2" y="2010"/>
              <a:ext cx="1797" cy="1901"/>
              <a:chOff x="392" y="2010"/>
              <a:chExt cx="1797" cy="1901"/>
            </a:xfrm>
          </p:grpSpPr>
          <p:sp>
            <p:nvSpPr>
              <p:cNvPr id="33770" name="Freeform 206">
                <a:extLst>
                  <a:ext uri="{FF2B5EF4-FFF2-40B4-BE49-F238E27FC236}">
                    <a16:creationId xmlns:a16="http://schemas.microsoft.com/office/drawing/2014/main" id="{4F0BCB2C-2B57-48A2-8589-BBBF6E8B1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2901"/>
                <a:ext cx="119" cy="121"/>
              </a:xfrm>
              <a:custGeom>
                <a:avLst/>
                <a:gdLst>
                  <a:gd name="T0" fmla="*/ 121 w 118"/>
                  <a:gd name="T1" fmla="*/ 59 h 119"/>
                  <a:gd name="T2" fmla="*/ 72 w 118"/>
                  <a:gd name="T3" fmla="*/ 127 h 119"/>
                  <a:gd name="T4" fmla="*/ 4 w 118"/>
                  <a:gd name="T5" fmla="*/ 72 h 119"/>
                  <a:gd name="T6" fmla="*/ 52 w 118"/>
                  <a:gd name="T7" fmla="*/ 4 h 119"/>
                  <a:gd name="T8" fmla="*/ 121 w 118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5" y="53"/>
                    </a:moveTo>
                    <a:cubicBezTo>
                      <a:pt x="118" y="84"/>
                      <a:pt x="96" y="111"/>
                      <a:pt x="66" y="115"/>
                    </a:cubicBezTo>
                    <a:cubicBezTo>
                      <a:pt x="35" y="119"/>
                      <a:pt x="7" y="97"/>
                      <a:pt x="4" y="66"/>
                    </a:cubicBezTo>
                    <a:cubicBezTo>
                      <a:pt x="0" y="36"/>
                      <a:pt x="22" y="8"/>
                      <a:pt x="52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1" name="Freeform 207">
                <a:extLst>
                  <a:ext uri="{FF2B5EF4-FFF2-40B4-BE49-F238E27FC236}">
                    <a16:creationId xmlns:a16="http://schemas.microsoft.com/office/drawing/2014/main" id="{363F4AA8-0FAD-4210-85A7-D108F20AE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2919"/>
                <a:ext cx="67" cy="67"/>
              </a:xfrm>
              <a:custGeom>
                <a:avLst/>
                <a:gdLst>
                  <a:gd name="T0" fmla="*/ 70 w 66"/>
                  <a:gd name="T1" fmla="*/ 30 h 67"/>
                  <a:gd name="T2" fmla="*/ 43 w 66"/>
                  <a:gd name="T3" fmla="*/ 65 h 67"/>
                  <a:gd name="T4" fmla="*/ 2 w 66"/>
                  <a:gd name="T5" fmla="*/ 37 h 67"/>
                  <a:gd name="T6" fmla="*/ 29 w 66"/>
                  <a:gd name="T7" fmla="*/ 2 h 67"/>
                  <a:gd name="T8" fmla="*/ 70 w 66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64" y="30"/>
                    </a:moveTo>
                    <a:cubicBezTo>
                      <a:pt x="66" y="47"/>
                      <a:pt x="54" y="63"/>
                      <a:pt x="37" y="65"/>
                    </a:cubicBezTo>
                    <a:cubicBezTo>
                      <a:pt x="20" y="67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7" y="0"/>
                      <a:pt x="62" y="13"/>
                      <a:pt x="64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2" name="Freeform 208">
                <a:extLst>
                  <a:ext uri="{FF2B5EF4-FFF2-40B4-BE49-F238E27FC236}">
                    <a16:creationId xmlns:a16="http://schemas.microsoft.com/office/drawing/2014/main" id="{05165DCF-858F-43EB-BA7B-F8AE55D05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2931"/>
                <a:ext cx="23" cy="23"/>
              </a:xfrm>
              <a:custGeom>
                <a:avLst/>
                <a:gdLst>
                  <a:gd name="T0" fmla="*/ 22 w 23"/>
                  <a:gd name="T1" fmla="*/ 10 h 23"/>
                  <a:gd name="T2" fmla="*/ 13 w 23"/>
                  <a:gd name="T3" fmla="*/ 22 h 23"/>
                  <a:gd name="T4" fmla="*/ 1 w 23"/>
                  <a:gd name="T5" fmla="*/ 13 h 23"/>
                  <a:gd name="T6" fmla="*/ 10 w 23"/>
                  <a:gd name="T7" fmla="*/ 1 h 23"/>
                  <a:gd name="T8" fmla="*/ 22 w 23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2" y="10"/>
                    </a:moveTo>
                    <a:cubicBezTo>
                      <a:pt x="23" y="16"/>
                      <a:pt x="19" y="21"/>
                      <a:pt x="13" y="22"/>
                    </a:cubicBezTo>
                    <a:cubicBezTo>
                      <a:pt x="7" y="23"/>
                      <a:pt x="2" y="18"/>
                      <a:pt x="1" y="13"/>
                    </a:cubicBezTo>
                    <a:cubicBezTo>
                      <a:pt x="0" y="7"/>
                      <a:pt x="5" y="1"/>
                      <a:pt x="10" y="1"/>
                    </a:cubicBezTo>
                    <a:cubicBezTo>
                      <a:pt x="16" y="0"/>
                      <a:pt x="22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3" name="Freeform 209">
                <a:extLst>
                  <a:ext uri="{FF2B5EF4-FFF2-40B4-BE49-F238E27FC236}">
                    <a16:creationId xmlns:a16="http://schemas.microsoft.com/office/drawing/2014/main" id="{558225B4-C1FE-4C57-B807-AF703A457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2944"/>
                <a:ext cx="61" cy="71"/>
              </a:xfrm>
              <a:custGeom>
                <a:avLst/>
                <a:gdLst>
                  <a:gd name="T0" fmla="*/ 45 w 61"/>
                  <a:gd name="T1" fmla="*/ 0 h 70"/>
                  <a:gd name="T2" fmla="*/ 0 w 61"/>
                  <a:gd name="T3" fmla="*/ 76 h 70"/>
                  <a:gd name="T4" fmla="*/ 45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8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4" name="Freeform 210">
                <a:extLst>
                  <a:ext uri="{FF2B5EF4-FFF2-40B4-BE49-F238E27FC236}">
                    <a16:creationId xmlns:a16="http://schemas.microsoft.com/office/drawing/2014/main" id="{E902C590-A945-4DC0-9504-41A385489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" y="3103"/>
                <a:ext cx="121" cy="121"/>
              </a:xfrm>
              <a:custGeom>
                <a:avLst/>
                <a:gdLst>
                  <a:gd name="T0" fmla="*/ 127 w 119"/>
                  <a:gd name="T1" fmla="*/ 59 h 119"/>
                  <a:gd name="T2" fmla="*/ 72 w 119"/>
                  <a:gd name="T3" fmla="*/ 127 h 119"/>
                  <a:gd name="T4" fmla="*/ 4 w 119"/>
                  <a:gd name="T5" fmla="*/ 72 h 119"/>
                  <a:gd name="T6" fmla="*/ 59 w 119"/>
                  <a:gd name="T7" fmla="*/ 4 h 119"/>
                  <a:gd name="T8" fmla="*/ 127 w 119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9">
                    <a:moveTo>
                      <a:pt x="115" y="53"/>
                    </a:moveTo>
                    <a:cubicBezTo>
                      <a:pt x="119" y="84"/>
                      <a:pt x="97" y="111"/>
                      <a:pt x="66" y="115"/>
                    </a:cubicBezTo>
                    <a:cubicBezTo>
                      <a:pt x="36" y="119"/>
                      <a:pt x="8" y="97"/>
                      <a:pt x="4" y="66"/>
                    </a:cubicBezTo>
                    <a:cubicBezTo>
                      <a:pt x="0" y="36"/>
                      <a:pt x="22" y="8"/>
                      <a:pt x="53" y="4"/>
                    </a:cubicBezTo>
                    <a:cubicBezTo>
                      <a:pt x="84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5" name="Freeform 211">
                <a:extLst>
                  <a:ext uri="{FF2B5EF4-FFF2-40B4-BE49-F238E27FC236}">
                    <a16:creationId xmlns:a16="http://schemas.microsoft.com/office/drawing/2014/main" id="{14CA4C76-9BA5-4381-B54D-3DBEC3F2D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" y="3103"/>
                <a:ext cx="121" cy="121"/>
              </a:xfrm>
              <a:custGeom>
                <a:avLst/>
                <a:gdLst>
                  <a:gd name="T0" fmla="*/ 127 w 119"/>
                  <a:gd name="T1" fmla="*/ 59 h 119"/>
                  <a:gd name="T2" fmla="*/ 72 w 119"/>
                  <a:gd name="T3" fmla="*/ 127 h 119"/>
                  <a:gd name="T4" fmla="*/ 4 w 119"/>
                  <a:gd name="T5" fmla="*/ 72 h 119"/>
                  <a:gd name="T6" fmla="*/ 59 w 119"/>
                  <a:gd name="T7" fmla="*/ 4 h 119"/>
                  <a:gd name="T8" fmla="*/ 127 w 119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9">
                    <a:moveTo>
                      <a:pt x="115" y="53"/>
                    </a:moveTo>
                    <a:cubicBezTo>
                      <a:pt x="119" y="84"/>
                      <a:pt x="97" y="111"/>
                      <a:pt x="66" y="115"/>
                    </a:cubicBezTo>
                    <a:cubicBezTo>
                      <a:pt x="36" y="119"/>
                      <a:pt x="8" y="97"/>
                      <a:pt x="4" y="66"/>
                    </a:cubicBezTo>
                    <a:cubicBezTo>
                      <a:pt x="0" y="36"/>
                      <a:pt x="22" y="8"/>
                      <a:pt x="53" y="4"/>
                    </a:cubicBezTo>
                    <a:cubicBezTo>
                      <a:pt x="84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6" name="Freeform 212">
                <a:extLst>
                  <a:ext uri="{FF2B5EF4-FFF2-40B4-BE49-F238E27FC236}">
                    <a16:creationId xmlns:a16="http://schemas.microsoft.com/office/drawing/2014/main" id="{94585591-8911-4079-8650-7BAF62447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" y="3121"/>
                <a:ext cx="68" cy="67"/>
              </a:xfrm>
              <a:custGeom>
                <a:avLst/>
                <a:gdLst>
                  <a:gd name="T0" fmla="*/ 71 w 67"/>
                  <a:gd name="T1" fmla="*/ 30 h 67"/>
                  <a:gd name="T2" fmla="*/ 43 w 67"/>
                  <a:gd name="T3" fmla="*/ 65 h 67"/>
                  <a:gd name="T4" fmla="*/ 2 w 67"/>
                  <a:gd name="T5" fmla="*/ 37 h 67"/>
                  <a:gd name="T6" fmla="*/ 30 w 67"/>
                  <a:gd name="T7" fmla="*/ 2 h 67"/>
                  <a:gd name="T8" fmla="*/ 71 w 67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5" y="30"/>
                    </a:moveTo>
                    <a:cubicBezTo>
                      <a:pt x="67" y="47"/>
                      <a:pt x="55" y="63"/>
                      <a:pt x="37" y="65"/>
                    </a:cubicBezTo>
                    <a:cubicBezTo>
                      <a:pt x="20" y="67"/>
                      <a:pt x="5" y="54"/>
                      <a:pt x="2" y="37"/>
                    </a:cubicBezTo>
                    <a:cubicBezTo>
                      <a:pt x="0" y="20"/>
                      <a:pt x="13" y="4"/>
                      <a:pt x="30" y="2"/>
                    </a:cubicBezTo>
                    <a:cubicBezTo>
                      <a:pt x="47" y="0"/>
                      <a:pt x="63" y="13"/>
                      <a:pt x="65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7" name="Freeform 213">
                <a:extLst>
                  <a:ext uri="{FF2B5EF4-FFF2-40B4-BE49-F238E27FC236}">
                    <a16:creationId xmlns:a16="http://schemas.microsoft.com/office/drawing/2014/main" id="{F3B03098-0970-4CC9-9165-C44AEB5AE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" y="3133"/>
                <a:ext cx="23" cy="23"/>
              </a:xfrm>
              <a:custGeom>
                <a:avLst/>
                <a:gdLst>
                  <a:gd name="T0" fmla="*/ 28 w 22"/>
                  <a:gd name="T1" fmla="*/ 10 h 23"/>
                  <a:gd name="T2" fmla="*/ 18 w 22"/>
                  <a:gd name="T3" fmla="*/ 22 h 23"/>
                  <a:gd name="T4" fmla="*/ 1 w 22"/>
                  <a:gd name="T5" fmla="*/ 13 h 23"/>
                  <a:gd name="T6" fmla="*/ 10 w 22"/>
                  <a:gd name="T7" fmla="*/ 1 h 23"/>
                  <a:gd name="T8" fmla="*/ 28 w 22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2" y="10"/>
                    </a:moveTo>
                    <a:cubicBezTo>
                      <a:pt x="22" y="16"/>
                      <a:pt x="18" y="21"/>
                      <a:pt x="12" y="22"/>
                    </a:cubicBezTo>
                    <a:cubicBezTo>
                      <a:pt x="7" y="23"/>
                      <a:pt x="1" y="18"/>
                      <a:pt x="1" y="13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8" name="Freeform 214">
                <a:extLst>
                  <a:ext uri="{FF2B5EF4-FFF2-40B4-BE49-F238E27FC236}">
                    <a16:creationId xmlns:a16="http://schemas.microsoft.com/office/drawing/2014/main" id="{DFCF45F0-FF58-4199-9138-E18248F17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" y="3146"/>
                <a:ext cx="62" cy="71"/>
              </a:xfrm>
              <a:custGeom>
                <a:avLst/>
                <a:gdLst>
                  <a:gd name="T0" fmla="*/ 50 w 61"/>
                  <a:gd name="T1" fmla="*/ 0 h 70"/>
                  <a:gd name="T2" fmla="*/ 0 w 61"/>
                  <a:gd name="T3" fmla="*/ 76 h 70"/>
                  <a:gd name="T4" fmla="*/ 50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4" y="0"/>
                    </a:moveTo>
                    <a:cubicBezTo>
                      <a:pt x="44" y="0"/>
                      <a:pt x="61" y="60"/>
                      <a:pt x="0" y="70"/>
                    </a:cubicBezTo>
                    <a:cubicBezTo>
                      <a:pt x="0" y="70"/>
                      <a:pt x="49" y="58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9" name="Freeform 215">
                <a:extLst>
                  <a:ext uri="{FF2B5EF4-FFF2-40B4-BE49-F238E27FC236}">
                    <a16:creationId xmlns:a16="http://schemas.microsoft.com/office/drawing/2014/main" id="{A1423B00-F655-431C-B199-77D2D03FB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3287"/>
                <a:ext cx="119" cy="120"/>
              </a:xfrm>
              <a:custGeom>
                <a:avLst/>
                <a:gdLst>
                  <a:gd name="T0" fmla="*/ 121 w 118"/>
                  <a:gd name="T1" fmla="*/ 59 h 118"/>
                  <a:gd name="T2" fmla="*/ 72 w 118"/>
                  <a:gd name="T3" fmla="*/ 127 h 118"/>
                  <a:gd name="T4" fmla="*/ 4 w 118"/>
                  <a:gd name="T5" fmla="*/ 72 h 118"/>
                  <a:gd name="T6" fmla="*/ 53 w 118"/>
                  <a:gd name="T7" fmla="*/ 4 h 118"/>
                  <a:gd name="T8" fmla="*/ 121 w 118"/>
                  <a:gd name="T9" fmla="*/ 59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3"/>
                    </a:moveTo>
                    <a:cubicBezTo>
                      <a:pt x="118" y="83"/>
                      <a:pt x="97" y="111"/>
                      <a:pt x="66" y="115"/>
                    </a:cubicBezTo>
                    <a:cubicBezTo>
                      <a:pt x="35" y="118"/>
                      <a:pt x="7" y="97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0" name="Freeform 216">
                <a:extLst>
                  <a:ext uri="{FF2B5EF4-FFF2-40B4-BE49-F238E27FC236}">
                    <a16:creationId xmlns:a16="http://schemas.microsoft.com/office/drawing/2014/main" id="{AF5EC02F-9E68-4BE3-9631-A007E5AE4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3287"/>
                <a:ext cx="119" cy="120"/>
              </a:xfrm>
              <a:custGeom>
                <a:avLst/>
                <a:gdLst>
                  <a:gd name="T0" fmla="*/ 121 w 118"/>
                  <a:gd name="T1" fmla="*/ 59 h 118"/>
                  <a:gd name="T2" fmla="*/ 72 w 118"/>
                  <a:gd name="T3" fmla="*/ 127 h 118"/>
                  <a:gd name="T4" fmla="*/ 4 w 118"/>
                  <a:gd name="T5" fmla="*/ 72 h 118"/>
                  <a:gd name="T6" fmla="*/ 53 w 118"/>
                  <a:gd name="T7" fmla="*/ 4 h 118"/>
                  <a:gd name="T8" fmla="*/ 121 w 118"/>
                  <a:gd name="T9" fmla="*/ 59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3"/>
                    </a:moveTo>
                    <a:cubicBezTo>
                      <a:pt x="118" y="83"/>
                      <a:pt x="97" y="111"/>
                      <a:pt x="66" y="115"/>
                    </a:cubicBezTo>
                    <a:cubicBezTo>
                      <a:pt x="35" y="118"/>
                      <a:pt x="7" y="97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1" name="Freeform 217">
                <a:extLst>
                  <a:ext uri="{FF2B5EF4-FFF2-40B4-BE49-F238E27FC236}">
                    <a16:creationId xmlns:a16="http://schemas.microsoft.com/office/drawing/2014/main" id="{AD362982-5B7B-45A2-85F3-87352DDFE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3305"/>
                <a:ext cx="68" cy="66"/>
              </a:xfrm>
              <a:custGeom>
                <a:avLst/>
                <a:gdLst>
                  <a:gd name="T0" fmla="*/ 71 w 67"/>
                  <a:gd name="T1" fmla="*/ 30 h 66"/>
                  <a:gd name="T2" fmla="*/ 43 w 67"/>
                  <a:gd name="T3" fmla="*/ 64 h 66"/>
                  <a:gd name="T4" fmla="*/ 2 w 67"/>
                  <a:gd name="T5" fmla="*/ 37 h 66"/>
                  <a:gd name="T6" fmla="*/ 30 w 67"/>
                  <a:gd name="T7" fmla="*/ 2 h 66"/>
                  <a:gd name="T8" fmla="*/ 71 w 67"/>
                  <a:gd name="T9" fmla="*/ 3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5" y="30"/>
                    </a:moveTo>
                    <a:cubicBezTo>
                      <a:pt x="67" y="47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20"/>
                      <a:pt x="12" y="4"/>
                      <a:pt x="30" y="2"/>
                    </a:cubicBezTo>
                    <a:cubicBezTo>
                      <a:pt x="47" y="0"/>
                      <a:pt x="62" y="12"/>
                      <a:pt x="65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2" name="Freeform 218">
                <a:extLst>
                  <a:ext uri="{FF2B5EF4-FFF2-40B4-BE49-F238E27FC236}">
                    <a16:creationId xmlns:a16="http://schemas.microsoft.com/office/drawing/2014/main" id="{43945674-BAF3-47C9-97F9-3F55C4366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3317"/>
                <a:ext cx="22" cy="22"/>
              </a:xfrm>
              <a:custGeom>
                <a:avLst/>
                <a:gdLst>
                  <a:gd name="T0" fmla="*/ 22 w 22"/>
                  <a:gd name="T1" fmla="*/ 10 h 22"/>
                  <a:gd name="T2" fmla="*/ 12 w 22"/>
                  <a:gd name="T3" fmla="*/ 22 h 22"/>
                  <a:gd name="T4" fmla="*/ 0 w 22"/>
                  <a:gd name="T5" fmla="*/ 12 h 22"/>
                  <a:gd name="T6" fmla="*/ 10 w 22"/>
                  <a:gd name="T7" fmla="*/ 1 h 22"/>
                  <a:gd name="T8" fmla="*/ 22 w 22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2" y="10"/>
                    </a:moveTo>
                    <a:cubicBezTo>
                      <a:pt x="22" y="16"/>
                      <a:pt x="18" y="21"/>
                      <a:pt x="12" y="22"/>
                    </a:cubicBezTo>
                    <a:cubicBezTo>
                      <a:pt x="6" y="22"/>
                      <a:pt x="1" y="18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3" name="Freeform 219">
                <a:extLst>
                  <a:ext uri="{FF2B5EF4-FFF2-40B4-BE49-F238E27FC236}">
                    <a16:creationId xmlns:a16="http://schemas.microsoft.com/office/drawing/2014/main" id="{E74196BA-E3A3-40ED-BB56-40E16CAB7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3329"/>
                <a:ext cx="60" cy="71"/>
              </a:xfrm>
              <a:custGeom>
                <a:avLst/>
                <a:gdLst>
                  <a:gd name="T0" fmla="*/ 44 w 60"/>
                  <a:gd name="T1" fmla="*/ 0 h 70"/>
                  <a:gd name="T2" fmla="*/ 0 w 60"/>
                  <a:gd name="T3" fmla="*/ 76 h 70"/>
                  <a:gd name="T4" fmla="*/ 44 w 60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0">
                    <a:moveTo>
                      <a:pt x="44" y="0"/>
                    </a:moveTo>
                    <a:cubicBezTo>
                      <a:pt x="44" y="0"/>
                      <a:pt x="60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4" name="Freeform 220">
                <a:extLst>
                  <a:ext uri="{FF2B5EF4-FFF2-40B4-BE49-F238E27FC236}">
                    <a16:creationId xmlns:a16="http://schemas.microsoft.com/office/drawing/2014/main" id="{605B6D12-22E4-4C62-8A81-5CA25BE1F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3361"/>
                <a:ext cx="119" cy="119"/>
              </a:xfrm>
              <a:custGeom>
                <a:avLst/>
                <a:gdLst>
                  <a:gd name="T0" fmla="*/ 121 w 118"/>
                  <a:gd name="T1" fmla="*/ 52 h 118"/>
                  <a:gd name="T2" fmla="*/ 72 w 118"/>
                  <a:gd name="T3" fmla="*/ 121 h 118"/>
                  <a:gd name="T4" fmla="*/ 4 w 118"/>
                  <a:gd name="T5" fmla="*/ 72 h 118"/>
                  <a:gd name="T6" fmla="*/ 53 w 118"/>
                  <a:gd name="T7" fmla="*/ 4 h 118"/>
                  <a:gd name="T8" fmla="*/ 121 w 118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7" y="111"/>
                      <a:pt x="66" y="115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3" y="0"/>
                      <a:pt x="111" y="22"/>
                      <a:pt x="115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5" name="Freeform 221">
                <a:extLst>
                  <a:ext uri="{FF2B5EF4-FFF2-40B4-BE49-F238E27FC236}">
                    <a16:creationId xmlns:a16="http://schemas.microsoft.com/office/drawing/2014/main" id="{AAC2ACD0-D02E-4836-B497-FD3BE9E47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3361"/>
                <a:ext cx="119" cy="119"/>
              </a:xfrm>
              <a:custGeom>
                <a:avLst/>
                <a:gdLst>
                  <a:gd name="T0" fmla="*/ 121 w 118"/>
                  <a:gd name="T1" fmla="*/ 52 h 118"/>
                  <a:gd name="T2" fmla="*/ 72 w 118"/>
                  <a:gd name="T3" fmla="*/ 121 h 118"/>
                  <a:gd name="T4" fmla="*/ 4 w 118"/>
                  <a:gd name="T5" fmla="*/ 72 h 118"/>
                  <a:gd name="T6" fmla="*/ 53 w 118"/>
                  <a:gd name="T7" fmla="*/ 4 h 118"/>
                  <a:gd name="T8" fmla="*/ 121 w 118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7" y="111"/>
                      <a:pt x="66" y="115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3" y="0"/>
                      <a:pt x="111" y="22"/>
                      <a:pt x="115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6" name="Freeform 222">
                <a:extLst>
                  <a:ext uri="{FF2B5EF4-FFF2-40B4-BE49-F238E27FC236}">
                    <a16:creationId xmlns:a16="http://schemas.microsoft.com/office/drawing/2014/main" id="{4B95C281-D624-4221-B79E-DF4A1E2A6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3378"/>
                <a:ext cx="67" cy="67"/>
              </a:xfrm>
              <a:custGeom>
                <a:avLst/>
                <a:gdLst>
                  <a:gd name="T0" fmla="*/ 70 w 66"/>
                  <a:gd name="T1" fmla="*/ 29 h 66"/>
                  <a:gd name="T2" fmla="*/ 43 w 66"/>
                  <a:gd name="T3" fmla="*/ 70 h 66"/>
                  <a:gd name="T4" fmla="*/ 2 w 66"/>
                  <a:gd name="T5" fmla="*/ 43 h 66"/>
                  <a:gd name="T6" fmla="*/ 30 w 66"/>
                  <a:gd name="T7" fmla="*/ 2 h 66"/>
                  <a:gd name="T8" fmla="*/ 70 w 66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6">
                    <a:moveTo>
                      <a:pt x="64" y="29"/>
                    </a:moveTo>
                    <a:cubicBezTo>
                      <a:pt x="66" y="46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19"/>
                      <a:pt x="12" y="4"/>
                      <a:pt x="30" y="2"/>
                    </a:cubicBezTo>
                    <a:cubicBezTo>
                      <a:pt x="47" y="0"/>
                      <a:pt x="62" y="12"/>
                      <a:pt x="64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7" name="Freeform 223">
                <a:extLst>
                  <a:ext uri="{FF2B5EF4-FFF2-40B4-BE49-F238E27FC236}">
                    <a16:creationId xmlns:a16="http://schemas.microsoft.com/office/drawing/2014/main" id="{381FD8A6-A6DD-4E1B-A149-685131424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3391"/>
                <a:ext cx="23" cy="22"/>
              </a:xfrm>
              <a:custGeom>
                <a:avLst/>
                <a:gdLst>
                  <a:gd name="T0" fmla="*/ 27 w 22"/>
                  <a:gd name="T1" fmla="*/ 10 h 22"/>
                  <a:gd name="T2" fmla="*/ 18 w 22"/>
                  <a:gd name="T3" fmla="*/ 21 h 22"/>
                  <a:gd name="T4" fmla="*/ 0 w 22"/>
                  <a:gd name="T5" fmla="*/ 12 h 22"/>
                  <a:gd name="T6" fmla="*/ 10 w 22"/>
                  <a:gd name="T7" fmla="*/ 0 h 22"/>
                  <a:gd name="T8" fmla="*/ 27 w 22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1" y="10"/>
                    </a:moveTo>
                    <a:cubicBezTo>
                      <a:pt x="22" y="15"/>
                      <a:pt x="18" y="21"/>
                      <a:pt x="12" y="21"/>
                    </a:cubicBezTo>
                    <a:cubicBezTo>
                      <a:pt x="6" y="22"/>
                      <a:pt x="1" y="18"/>
                      <a:pt x="0" y="12"/>
                    </a:cubicBezTo>
                    <a:cubicBezTo>
                      <a:pt x="0" y="6"/>
                      <a:pt x="4" y="1"/>
                      <a:pt x="10" y="0"/>
                    </a:cubicBezTo>
                    <a:cubicBezTo>
                      <a:pt x="15" y="0"/>
                      <a:pt x="21" y="4"/>
                      <a:pt x="21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8" name="Freeform 224">
                <a:extLst>
                  <a:ext uri="{FF2B5EF4-FFF2-40B4-BE49-F238E27FC236}">
                    <a16:creationId xmlns:a16="http://schemas.microsoft.com/office/drawing/2014/main" id="{6DA2D8D7-6250-4400-BFC5-58B2CB7CA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3403"/>
                <a:ext cx="61" cy="70"/>
              </a:xfrm>
              <a:custGeom>
                <a:avLst/>
                <a:gdLst>
                  <a:gd name="T0" fmla="*/ 50 w 60"/>
                  <a:gd name="T1" fmla="*/ 0 h 70"/>
                  <a:gd name="T2" fmla="*/ 0 w 60"/>
                  <a:gd name="T3" fmla="*/ 70 h 70"/>
                  <a:gd name="T4" fmla="*/ 50 w 60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0">
                    <a:moveTo>
                      <a:pt x="44" y="0"/>
                    </a:moveTo>
                    <a:cubicBezTo>
                      <a:pt x="44" y="0"/>
                      <a:pt x="60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9" name="Freeform 225">
                <a:extLst>
                  <a:ext uri="{FF2B5EF4-FFF2-40B4-BE49-F238E27FC236}">
                    <a16:creationId xmlns:a16="http://schemas.microsoft.com/office/drawing/2014/main" id="{B272574C-F8D5-494F-AEC9-1658AD99B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3778"/>
                <a:ext cx="119" cy="120"/>
              </a:xfrm>
              <a:custGeom>
                <a:avLst/>
                <a:gdLst>
                  <a:gd name="T0" fmla="*/ 120 w 118"/>
                  <a:gd name="T1" fmla="*/ 53 h 119"/>
                  <a:gd name="T2" fmla="*/ 71 w 118"/>
                  <a:gd name="T3" fmla="*/ 121 h 119"/>
                  <a:gd name="T4" fmla="*/ 3 w 118"/>
                  <a:gd name="T5" fmla="*/ 72 h 119"/>
                  <a:gd name="T6" fmla="*/ 52 w 118"/>
                  <a:gd name="T7" fmla="*/ 4 h 119"/>
                  <a:gd name="T8" fmla="*/ 120 w 118"/>
                  <a:gd name="T9" fmla="*/ 53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4" y="53"/>
                    </a:moveTo>
                    <a:cubicBezTo>
                      <a:pt x="118" y="84"/>
                      <a:pt x="96" y="111"/>
                      <a:pt x="65" y="115"/>
                    </a:cubicBezTo>
                    <a:cubicBezTo>
                      <a:pt x="35" y="119"/>
                      <a:pt x="7" y="97"/>
                      <a:pt x="3" y="66"/>
                    </a:cubicBezTo>
                    <a:cubicBezTo>
                      <a:pt x="0" y="36"/>
                      <a:pt x="22" y="8"/>
                      <a:pt x="52" y="4"/>
                    </a:cubicBezTo>
                    <a:cubicBezTo>
                      <a:pt x="83" y="0"/>
                      <a:pt x="111" y="22"/>
                      <a:pt x="114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0" name="Freeform 226">
                <a:extLst>
                  <a:ext uri="{FF2B5EF4-FFF2-40B4-BE49-F238E27FC236}">
                    <a16:creationId xmlns:a16="http://schemas.microsoft.com/office/drawing/2014/main" id="{0B59F279-BD14-4AA7-B4AF-DDA66B463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3778"/>
                <a:ext cx="119" cy="120"/>
              </a:xfrm>
              <a:custGeom>
                <a:avLst/>
                <a:gdLst>
                  <a:gd name="T0" fmla="*/ 120 w 118"/>
                  <a:gd name="T1" fmla="*/ 53 h 119"/>
                  <a:gd name="T2" fmla="*/ 71 w 118"/>
                  <a:gd name="T3" fmla="*/ 121 h 119"/>
                  <a:gd name="T4" fmla="*/ 3 w 118"/>
                  <a:gd name="T5" fmla="*/ 72 h 119"/>
                  <a:gd name="T6" fmla="*/ 52 w 118"/>
                  <a:gd name="T7" fmla="*/ 4 h 119"/>
                  <a:gd name="T8" fmla="*/ 120 w 118"/>
                  <a:gd name="T9" fmla="*/ 53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4" y="53"/>
                    </a:moveTo>
                    <a:cubicBezTo>
                      <a:pt x="118" y="84"/>
                      <a:pt x="96" y="111"/>
                      <a:pt x="65" y="115"/>
                    </a:cubicBezTo>
                    <a:cubicBezTo>
                      <a:pt x="35" y="119"/>
                      <a:pt x="7" y="97"/>
                      <a:pt x="3" y="66"/>
                    </a:cubicBezTo>
                    <a:cubicBezTo>
                      <a:pt x="0" y="36"/>
                      <a:pt x="22" y="8"/>
                      <a:pt x="52" y="4"/>
                    </a:cubicBezTo>
                    <a:cubicBezTo>
                      <a:pt x="83" y="0"/>
                      <a:pt x="111" y="22"/>
                      <a:pt x="114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1" name="Freeform 227">
                <a:extLst>
                  <a:ext uri="{FF2B5EF4-FFF2-40B4-BE49-F238E27FC236}">
                    <a16:creationId xmlns:a16="http://schemas.microsoft.com/office/drawing/2014/main" id="{33C4F973-CD15-4F1B-BB19-FB0B9C212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3795"/>
                <a:ext cx="67" cy="67"/>
              </a:xfrm>
              <a:custGeom>
                <a:avLst/>
                <a:gdLst>
                  <a:gd name="T0" fmla="*/ 70 w 66"/>
                  <a:gd name="T1" fmla="*/ 30 h 67"/>
                  <a:gd name="T2" fmla="*/ 43 w 66"/>
                  <a:gd name="T3" fmla="*/ 65 h 67"/>
                  <a:gd name="T4" fmla="*/ 2 w 66"/>
                  <a:gd name="T5" fmla="*/ 37 h 67"/>
                  <a:gd name="T6" fmla="*/ 29 w 66"/>
                  <a:gd name="T7" fmla="*/ 2 h 67"/>
                  <a:gd name="T8" fmla="*/ 70 w 66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64" y="30"/>
                    </a:moveTo>
                    <a:cubicBezTo>
                      <a:pt x="66" y="47"/>
                      <a:pt x="54" y="63"/>
                      <a:pt x="37" y="65"/>
                    </a:cubicBezTo>
                    <a:cubicBezTo>
                      <a:pt x="19" y="67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6" y="0"/>
                      <a:pt x="62" y="13"/>
                      <a:pt x="64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2" name="Freeform 228">
                <a:extLst>
                  <a:ext uri="{FF2B5EF4-FFF2-40B4-BE49-F238E27FC236}">
                    <a16:creationId xmlns:a16="http://schemas.microsoft.com/office/drawing/2014/main" id="{02E0836C-A4E1-402E-B143-44C33C8AC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3807"/>
                <a:ext cx="23" cy="23"/>
              </a:xfrm>
              <a:custGeom>
                <a:avLst/>
                <a:gdLst>
                  <a:gd name="T0" fmla="*/ 22 w 23"/>
                  <a:gd name="T1" fmla="*/ 10 h 23"/>
                  <a:gd name="T2" fmla="*/ 13 w 23"/>
                  <a:gd name="T3" fmla="*/ 22 h 23"/>
                  <a:gd name="T4" fmla="*/ 1 w 23"/>
                  <a:gd name="T5" fmla="*/ 13 h 23"/>
                  <a:gd name="T6" fmla="*/ 10 w 23"/>
                  <a:gd name="T7" fmla="*/ 1 h 23"/>
                  <a:gd name="T8" fmla="*/ 22 w 23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2" y="10"/>
                    </a:moveTo>
                    <a:cubicBezTo>
                      <a:pt x="23" y="16"/>
                      <a:pt x="19" y="21"/>
                      <a:pt x="13" y="22"/>
                    </a:cubicBezTo>
                    <a:cubicBezTo>
                      <a:pt x="7" y="23"/>
                      <a:pt x="2" y="18"/>
                      <a:pt x="1" y="13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3" name="Freeform 229">
                <a:extLst>
                  <a:ext uri="{FF2B5EF4-FFF2-40B4-BE49-F238E27FC236}">
                    <a16:creationId xmlns:a16="http://schemas.microsoft.com/office/drawing/2014/main" id="{0379441D-8ED0-4DD3-ABC6-E898BDCDA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3820"/>
                <a:ext cx="62" cy="71"/>
              </a:xfrm>
              <a:custGeom>
                <a:avLst/>
                <a:gdLst>
                  <a:gd name="T0" fmla="*/ 51 w 61"/>
                  <a:gd name="T1" fmla="*/ 0 h 70"/>
                  <a:gd name="T2" fmla="*/ 0 w 61"/>
                  <a:gd name="T3" fmla="*/ 76 h 70"/>
                  <a:gd name="T4" fmla="*/ 51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8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4" name="Freeform 230">
                <a:extLst>
                  <a:ext uri="{FF2B5EF4-FFF2-40B4-BE49-F238E27FC236}">
                    <a16:creationId xmlns:a16="http://schemas.microsoft.com/office/drawing/2014/main" id="{9E3D9F99-3102-4EC0-B0E2-2D1A383A5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3764"/>
                <a:ext cx="120" cy="120"/>
              </a:xfrm>
              <a:custGeom>
                <a:avLst/>
                <a:gdLst>
                  <a:gd name="T0" fmla="*/ 121 w 119"/>
                  <a:gd name="T1" fmla="*/ 58 h 118"/>
                  <a:gd name="T2" fmla="*/ 72 w 119"/>
                  <a:gd name="T3" fmla="*/ 127 h 118"/>
                  <a:gd name="T4" fmla="*/ 4 w 119"/>
                  <a:gd name="T5" fmla="*/ 72 h 118"/>
                  <a:gd name="T6" fmla="*/ 53 w 119"/>
                  <a:gd name="T7" fmla="*/ 4 h 118"/>
                  <a:gd name="T8" fmla="*/ 121 w 119"/>
                  <a:gd name="T9" fmla="*/ 5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2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6" y="118"/>
                      <a:pt x="8" y="96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4" y="0"/>
                      <a:pt x="111" y="22"/>
                      <a:pt x="115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5" name="Freeform 231">
                <a:extLst>
                  <a:ext uri="{FF2B5EF4-FFF2-40B4-BE49-F238E27FC236}">
                    <a16:creationId xmlns:a16="http://schemas.microsoft.com/office/drawing/2014/main" id="{C355CBA7-ACD9-423C-B286-9CFBB7AAC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3764"/>
                <a:ext cx="120" cy="120"/>
              </a:xfrm>
              <a:custGeom>
                <a:avLst/>
                <a:gdLst>
                  <a:gd name="T0" fmla="*/ 121 w 119"/>
                  <a:gd name="T1" fmla="*/ 58 h 118"/>
                  <a:gd name="T2" fmla="*/ 72 w 119"/>
                  <a:gd name="T3" fmla="*/ 127 h 118"/>
                  <a:gd name="T4" fmla="*/ 4 w 119"/>
                  <a:gd name="T5" fmla="*/ 72 h 118"/>
                  <a:gd name="T6" fmla="*/ 53 w 119"/>
                  <a:gd name="T7" fmla="*/ 4 h 118"/>
                  <a:gd name="T8" fmla="*/ 121 w 119"/>
                  <a:gd name="T9" fmla="*/ 5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2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6" y="118"/>
                      <a:pt x="8" y="96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4" y="0"/>
                      <a:pt x="111" y="22"/>
                      <a:pt x="115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6" name="Freeform 232">
                <a:extLst>
                  <a:ext uri="{FF2B5EF4-FFF2-40B4-BE49-F238E27FC236}">
                    <a16:creationId xmlns:a16="http://schemas.microsoft.com/office/drawing/2014/main" id="{91C883FE-94CB-4A8F-B6D6-C4D7449AE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3782"/>
                <a:ext cx="68" cy="66"/>
              </a:xfrm>
              <a:custGeom>
                <a:avLst/>
                <a:gdLst>
                  <a:gd name="T0" fmla="*/ 71 w 67"/>
                  <a:gd name="T1" fmla="*/ 29 h 66"/>
                  <a:gd name="T2" fmla="*/ 43 w 67"/>
                  <a:gd name="T3" fmla="*/ 64 h 66"/>
                  <a:gd name="T4" fmla="*/ 3 w 67"/>
                  <a:gd name="T5" fmla="*/ 37 h 66"/>
                  <a:gd name="T6" fmla="*/ 30 w 67"/>
                  <a:gd name="T7" fmla="*/ 2 h 66"/>
                  <a:gd name="T8" fmla="*/ 71 w 67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5" y="29"/>
                    </a:moveTo>
                    <a:cubicBezTo>
                      <a:pt x="67" y="46"/>
                      <a:pt x="55" y="62"/>
                      <a:pt x="37" y="64"/>
                    </a:cubicBezTo>
                    <a:cubicBezTo>
                      <a:pt x="20" y="66"/>
                      <a:pt x="5" y="54"/>
                      <a:pt x="3" y="37"/>
                    </a:cubicBezTo>
                    <a:cubicBezTo>
                      <a:pt x="0" y="19"/>
                      <a:pt x="13" y="4"/>
                      <a:pt x="30" y="2"/>
                    </a:cubicBezTo>
                    <a:cubicBezTo>
                      <a:pt x="47" y="0"/>
                      <a:pt x="63" y="12"/>
                      <a:pt x="65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7" name="Freeform 233">
                <a:extLst>
                  <a:ext uri="{FF2B5EF4-FFF2-40B4-BE49-F238E27FC236}">
                    <a16:creationId xmlns:a16="http://schemas.microsoft.com/office/drawing/2014/main" id="{F815760D-BCC0-4366-91E2-C0025668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3794"/>
                <a:ext cx="24" cy="22"/>
              </a:xfrm>
              <a:custGeom>
                <a:avLst/>
                <a:gdLst>
                  <a:gd name="T0" fmla="*/ 28 w 23"/>
                  <a:gd name="T1" fmla="*/ 10 h 22"/>
                  <a:gd name="T2" fmla="*/ 19 w 23"/>
                  <a:gd name="T3" fmla="*/ 21 h 22"/>
                  <a:gd name="T4" fmla="*/ 1 w 23"/>
                  <a:gd name="T5" fmla="*/ 12 h 22"/>
                  <a:gd name="T6" fmla="*/ 10 w 23"/>
                  <a:gd name="T7" fmla="*/ 0 h 22"/>
                  <a:gd name="T8" fmla="*/ 28 w 23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2" y="10"/>
                    </a:moveTo>
                    <a:cubicBezTo>
                      <a:pt x="23" y="15"/>
                      <a:pt x="18" y="21"/>
                      <a:pt x="13" y="21"/>
                    </a:cubicBezTo>
                    <a:cubicBezTo>
                      <a:pt x="7" y="22"/>
                      <a:pt x="1" y="18"/>
                      <a:pt x="1" y="12"/>
                    </a:cubicBezTo>
                    <a:cubicBezTo>
                      <a:pt x="0" y="6"/>
                      <a:pt x="4" y="1"/>
                      <a:pt x="10" y="0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8" name="Freeform 234">
                <a:extLst>
                  <a:ext uri="{FF2B5EF4-FFF2-40B4-BE49-F238E27FC236}">
                    <a16:creationId xmlns:a16="http://schemas.microsoft.com/office/drawing/2014/main" id="{76FE4EA1-436E-4D40-9DB6-A41C646EF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3806"/>
                <a:ext cx="61" cy="71"/>
              </a:xfrm>
              <a:custGeom>
                <a:avLst/>
                <a:gdLst>
                  <a:gd name="T0" fmla="*/ 44 w 61"/>
                  <a:gd name="T1" fmla="*/ 0 h 70"/>
                  <a:gd name="T2" fmla="*/ 0 w 61"/>
                  <a:gd name="T3" fmla="*/ 76 h 70"/>
                  <a:gd name="T4" fmla="*/ 44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4" y="0"/>
                    </a:moveTo>
                    <a:cubicBezTo>
                      <a:pt x="44" y="0"/>
                      <a:pt x="61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9" name="Freeform 235">
                <a:extLst>
                  <a:ext uri="{FF2B5EF4-FFF2-40B4-BE49-F238E27FC236}">
                    <a16:creationId xmlns:a16="http://schemas.microsoft.com/office/drawing/2014/main" id="{EAD9AE72-5069-4BD2-8B1F-2BCC84AAA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3557"/>
                <a:ext cx="119" cy="120"/>
              </a:xfrm>
              <a:custGeom>
                <a:avLst/>
                <a:gdLst>
                  <a:gd name="T0" fmla="*/ 121 w 118"/>
                  <a:gd name="T1" fmla="*/ 58 h 118"/>
                  <a:gd name="T2" fmla="*/ 72 w 118"/>
                  <a:gd name="T3" fmla="*/ 126 h 118"/>
                  <a:gd name="T4" fmla="*/ 4 w 118"/>
                  <a:gd name="T5" fmla="*/ 72 h 118"/>
                  <a:gd name="T6" fmla="*/ 53 w 118"/>
                  <a:gd name="T7" fmla="*/ 3 h 118"/>
                  <a:gd name="T8" fmla="*/ 121 w 118"/>
                  <a:gd name="T9" fmla="*/ 5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6" y="111"/>
                      <a:pt x="66" y="114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3" y="3"/>
                    </a:cubicBezTo>
                    <a:cubicBezTo>
                      <a:pt x="83" y="0"/>
                      <a:pt x="111" y="22"/>
                      <a:pt x="115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0" name="Freeform 236">
                <a:extLst>
                  <a:ext uri="{FF2B5EF4-FFF2-40B4-BE49-F238E27FC236}">
                    <a16:creationId xmlns:a16="http://schemas.microsoft.com/office/drawing/2014/main" id="{50C16008-034E-4382-BCF8-3A363F1E5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3557"/>
                <a:ext cx="119" cy="120"/>
              </a:xfrm>
              <a:custGeom>
                <a:avLst/>
                <a:gdLst>
                  <a:gd name="T0" fmla="*/ 121 w 118"/>
                  <a:gd name="T1" fmla="*/ 58 h 118"/>
                  <a:gd name="T2" fmla="*/ 72 w 118"/>
                  <a:gd name="T3" fmla="*/ 126 h 118"/>
                  <a:gd name="T4" fmla="*/ 4 w 118"/>
                  <a:gd name="T5" fmla="*/ 72 h 118"/>
                  <a:gd name="T6" fmla="*/ 53 w 118"/>
                  <a:gd name="T7" fmla="*/ 3 h 118"/>
                  <a:gd name="T8" fmla="*/ 121 w 118"/>
                  <a:gd name="T9" fmla="*/ 5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6" y="111"/>
                      <a:pt x="66" y="114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3" y="3"/>
                    </a:cubicBezTo>
                    <a:cubicBezTo>
                      <a:pt x="83" y="0"/>
                      <a:pt x="111" y="22"/>
                      <a:pt x="115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1" name="Freeform 237">
                <a:extLst>
                  <a:ext uri="{FF2B5EF4-FFF2-40B4-BE49-F238E27FC236}">
                    <a16:creationId xmlns:a16="http://schemas.microsoft.com/office/drawing/2014/main" id="{E3DACCC4-1B49-42CB-9D77-347E49C0E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3574"/>
                <a:ext cx="67" cy="67"/>
              </a:xfrm>
              <a:custGeom>
                <a:avLst/>
                <a:gdLst>
                  <a:gd name="T0" fmla="*/ 70 w 66"/>
                  <a:gd name="T1" fmla="*/ 29 h 66"/>
                  <a:gd name="T2" fmla="*/ 43 w 66"/>
                  <a:gd name="T3" fmla="*/ 70 h 66"/>
                  <a:gd name="T4" fmla="*/ 2 w 66"/>
                  <a:gd name="T5" fmla="*/ 43 h 66"/>
                  <a:gd name="T6" fmla="*/ 30 w 66"/>
                  <a:gd name="T7" fmla="*/ 2 h 66"/>
                  <a:gd name="T8" fmla="*/ 70 w 66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6">
                    <a:moveTo>
                      <a:pt x="64" y="29"/>
                    </a:moveTo>
                    <a:cubicBezTo>
                      <a:pt x="66" y="46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19"/>
                      <a:pt x="12" y="4"/>
                      <a:pt x="30" y="2"/>
                    </a:cubicBezTo>
                    <a:cubicBezTo>
                      <a:pt x="47" y="0"/>
                      <a:pt x="62" y="12"/>
                      <a:pt x="64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2" name="Freeform 238">
                <a:extLst>
                  <a:ext uri="{FF2B5EF4-FFF2-40B4-BE49-F238E27FC236}">
                    <a16:creationId xmlns:a16="http://schemas.microsoft.com/office/drawing/2014/main" id="{96901379-1F62-4016-9801-7B5EDC0EA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3586"/>
                <a:ext cx="22" cy="23"/>
              </a:xfrm>
              <a:custGeom>
                <a:avLst/>
                <a:gdLst>
                  <a:gd name="T0" fmla="*/ 21 w 22"/>
                  <a:gd name="T1" fmla="*/ 10 h 23"/>
                  <a:gd name="T2" fmla="*/ 12 w 22"/>
                  <a:gd name="T3" fmla="*/ 22 h 23"/>
                  <a:gd name="T4" fmla="*/ 0 w 22"/>
                  <a:gd name="T5" fmla="*/ 13 h 23"/>
                  <a:gd name="T6" fmla="*/ 10 w 22"/>
                  <a:gd name="T7" fmla="*/ 1 h 23"/>
                  <a:gd name="T8" fmla="*/ 21 w 22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1" y="10"/>
                    </a:moveTo>
                    <a:cubicBezTo>
                      <a:pt x="22" y="16"/>
                      <a:pt x="18" y="22"/>
                      <a:pt x="12" y="22"/>
                    </a:cubicBezTo>
                    <a:cubicBezTo>
                      <a:pt x="6" y="23"/>
                      <a:pt x="1" y="19"/>
                      <a:pt x="0" y="13"/>
                    </a:cubicBezTo>
                    <a:cubicBezTo>
                      <a:pt x="0" y="7"/>
                      <a:pt x="4" y="2"/>
                      <a:pt x="10" y="1"/>
                    </a:cubicBezTo>
                    <a:cubicBezTo>
                      <a:pt x="15" y="0"/>
                      <a:pt x="21" y="5"/>
                      <a:pt x="21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3" name="Freeform 239">
                <a:extLst>
                  <a:ext uri="{FF2B5EF4-FFF2-40B4-BE49-F238E27FC236}">
                    <a16:creationId xmlns:a16="http://schemas.microsoft.com/office/drawing/2014/main" id="{47EB726A-E299-4751-B042-E1E8DF764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3599"/>
                <a:ext cx="61" cy="70"/>
              </a:xfrm>
              <a:custGeom>
                <a:avLst/>
                <a:gdLst>
                  <a:gd name="T0" fmla="*/ 45 w 61"/>
                  <a:gd name="T1" fmla="*/ 0 h 70"/>
                  <a:gd name="T2" fmla="*/ 0 w 61"/>
                  <a:gd name="T3" fmla="*/ 70 h 70"/>
                  <a:gd name="T4" fmla="*/ 45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9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4" name="Freeform 240">
                <a:extLst>
                  <a:ext uri="{FF2B5EF4-FFF2-40B4-BE49-F238E27FC236}">
                    <a16:creationId xmlns:a16="http://schemas.microsoft.com/office/drawing/2014/main" id="{B44B53A8-A9AC-4DE4-A456-51B1C1515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063"/>
                <a:ext cx="120" cy="120"/>
              </a:xfrm>
              <a:custGeom>
                <a:avLst/>
                <a:gdLst>
                  <a:gd name="T0" fmla="*/ 126 w 118"/>
                  <a:gd name="T1" fmla="*/ 53 h 119"/>
                  <a:gd name="T2" fmla="*/ 71 w 118"/>
                  <a:gd name="T3" fmla="*/ 121 h 119"/>
                  <a:gd name="T4" fmla="*/ 3 w 118"/>
                  <a:gd name="T5" fmla="*/ 72 h 119"/>
                  <a:gd name="T6" fmla="*/ 58 w 118"/>
                  <a:gd name="T7" fmla="*/ 4 h 119"/>
                  <a:gd name="T8" fmla="*/ 126 w 118"/>
                  <a:gd name="T9" fmla="*/ 53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4" y="53"/>
                    </a:moveTo>
                    <a:cubicBezTo>
                      <a:pt x="118" y="84"/>
                      <a:pt x="96" y="111"/>
                      <a:pt x="65" y="115"/>
                    </a:cubicBezTo>
                    <a:cubicBezTo>
                      <a:pt x="35" y="119"/>
                      <a:pt x="7" y="97"/>
                      <a:pt x="3" y="66"/>
                    </a:cubicBezTo>
                    <a:cubicBezTo>
                      <a:pt x="0" y="36"/>
                      <a:pt x="21" y="8"/>
                      <a:pt x="52" y="4"/>
                    </a:cubicBezTo>
                    <a:cubicBezTo>
                      <a:pt x="83" y="0"/>
                      <a:pt x="111" y="22"/>
                      <a:pt x="114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5" name="Freeform 241">
                <a:extLst>
                  <a:ext uri="{FF2B5EF4-FFF2-40B4-BE49-F238E27FC236}">
                    <a16:creationId xmlns:a16="http://schemas.microsoft.com/office/drawing/2014/main" id="{797C9229-146B-485D-AED2-52285DE94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063"/>
                <a:ext cx="120" cy="120"/>
              </a:xfrm>
              <a:custGeom>
                <a:avLst/>
                <a:gdLst>
                  <a:gd name="T0" fmla="*/ 126 w 118"/>
                  <a:gd name="T1" fmla="*/ 53 h 119"/>
                  <a:gd name="T2" fmla="*/ 71 w 118"/>
                  <a:gd name="T3" fmla="*/ 121 h 119"/>
                  <a:gd name="T4" fmla="*/ 3 w 118"/>
                  <a:gd name="T5" fmla="*/ 72 h 119"/>
                  <a:gd name="T6" fmla="*/ 58 w 118"/>
                  <a:gd name="T7" fmla="*/ 4 h 119"/>
                  <a:gd name="T8" fmla="*/ 126 w 118"/>
                  <a:gd name="T9" fmla="*/ 53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4" y="53"/>
                    </a:moveTo>
                    <a:cubicBezTo>
                      <a:pt x="118" y="84"/>
                      <a:pt x="96" y="111"/>
                      <a:pt x="65" y="115"/>
                    </a:cubicBezTo>
                    <a:cubicBezTo>
                      <a:pt x="35" y="119"/>
                      <a:pt x="7" y="97"/>
                      <a:pt x="3" y="66"/>
                    </a:cubicBezTo>
                    <a:cubicBezTo>
                      <a:pt x="0" y="36"/>
                      <a:pt x="21" y="8"/>
                      <a:pt x="52" y="4"/>
                    </a:cubicBezTo>
                    <a:cubicBezTo>
                      <a:pt x="83" y="0"/>
                      <a:pt x="111" y="22"/>
                      <a:pt x="114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6" name="Freeform 242">
                <a:extLst>
                  <a:ext uri="{FF2B5EF4-FFF2-40B4-BE49-F238E27FC236}">
                    <a16:creationId xmlns:a16="http://schemas.microsoft.com/office/drawing/2014/main" id="{017374D7-754E-42B7-A40B-CE5DF1574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080"/>
                <a:ext cx="67" cy="67"/>
              </a:xfrm>
              <a:custGeom>
                <a:avLst/>
                <a:gdLst>
                  <a:gd name="T0" fmla="*/ 70 w 66"/>
                  <a:gd name="T1" fmla="*/ 30 h 67"/>
                  <a:gd name="T2" fmla="*/ 42 w 66"/>
                  <a:gd name="T3" fmla="*/ 65 h 67"/>
                  <a:gd name="T4" fmla="*/ 2 w 66"/>
                  <a:gd name="T5" fmla="*/ 37 h 67"/>
                  <a:gd name="T6" fmla="*/ 29 w 66"/>
                  <a:gd name="T7" fmla="*/ 2 h 67"/>
                  <a:gd name="T8" fmla="*/ 70 w 66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64" y="30"/>
                    </a:moveTo>
                    <a:cubicBezTo>
                      <a:pt x="66" y="47"/>
                      <a:pt x="54" y="63"/>
                      <a:pt x="36" y="65"/>
                    </a:cubicBezTo>
                    <a:cubicBezTo>
                      <a:pt x="19" y="67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6" y="0"/>
                      <a:pt x="62" y="13"/>
                      <a:pt x="64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7" name="Freeform 243">
                <a:extLst>
                  <a:ext uri="{FF2B5EF4-FFF2-40B4-BE49-F238E27FC236}">
                    <a16:creationId xmlns:a16="http://schemas.microsoft.com/office/drawing/2014/main" id="{0320658D-9E0E-498E-83CD-681E1DFDD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092"/>
                <a:ext cx="23" cy="23"/>
              </a:xfrm>
              <a:custGeom>
                <a:avLst/>
                <a:gdLst>
                  <a:gd name="T0" fmla="*/ 22 w 23"/>
                  <a:gd name="T1" fmla="*/ 10 h 23"/>
                  <a:gd name="T2" fmla="*/ 13 w 23"/>
                  <a:gd name="T3" fmla="*/ 22 h 23"/>
                  <a:gd name="T4" fmla="*/ 1 w 23"/>
                  <a:gd name="T5" fmla="*/ 13 h 23"/>
                  <a:gd name="T6" fmla="*/ 10 w 23"/>
                  <a:gd name="T7" fmla="*/ 1 h 23"/>
                  <a:gd name="T8" fmla="*/ 22 w 23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2" y="10"/>
                    </a:moveTo>
                    <a:cubicBezTo>
                      <a:pt x="23" y="16"/>
                      <a:pt x="18" y="21"/>
                      <a:pt x="13" y="22"/>
                    </a:cubicBezTo>
                    <a:cubicBezTo>
                      <a:pt x="7" y="23"/>
                      <a:pt x="1" y="18"/>
                      <a:pt x="1" y="13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8" name="Freeform 244">
                <a:extLst>
                  <a:ext uri="{FF2B5EF4-FFF2-40B4-BE49-F238E27FC236}">
                    <a16:creationId xmlns:a16="http://schemas.microsoft.com/office/drawing/2014/main" id="{926A921F-7EC7-40A9-811D-1E5BB3527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105"/>
                <a:ext cx="62" cy="71"/>
              </a:xfrm>
              <a:custGeom>
                <a:avLst/>
                <a:gdLst>
                  <a:gd name="T0" fmla="*/ 51 w 61"/>
                  <a:gd name="T1" fmla="*/ 0 h 70"/>
                  <a:gd name="T2" fmla="*/ 0 w 61"/>
                  <a:gd name="T3" fmla="*/ 76 h 70"/>
                  <a:gd name="T4" fmla="*/ 51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49" y="58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9" name="Freeform 245">
                <a:extLst>
                  <a:ext uri="{FF2B5EF4-FFF2-40B4-BE49-F238E27FC236}">
                    <a16:creationId xmlns:a16="http://schemas.microsoft.com/office/drawing/2014/main" id="{461DE3A1-3A2F-410E-AC93-C2E054602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111"/>
                <a:ext cx="120" cy="119"/>
              </a:xfrm>
              <a:custGeom>
                <a:avLst/>
                <a:gdLst>
                  <a:gd name="T0" fmla="*/ 127 w 118"/>
                  <a:gd name="T1" fmla="*/ 52 h 118"/>
                  <a:gd name="T2" fmla="*/ 72 w 118"/>
                  <a:gd name="T3" fmla="*/ 120 h 118"/>
                  <a:gd name="T4" fmla="*/ 4 w 118"/>
                  <a:gd name="T5" fmla="*/ 71 h 118"/>
                  <a:gd name="T6" fmla="*/ 58 w 118"/>
                  <a:gd name="T7" fmla="*/ 3 h 118"/>
                  <a:gd name="T8" fmla="*/ 127 w 118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6" y="111"/>
                      <a:pt x="66" y="114"/>
                    </a:cubicBezTo>
                    <a:cubicBezTo>
                      <a:pt x="35" y="118"/>
                      <a:pt x="7" y="96"/>
                      <a:pt x="4" y="65"/>
                    </a:cubicBezTo>
                    <a:cubicBezTo>
                      <a:pt x="0" y="35"/>
                      <a:pt x="22" y="7"/>
                      <a:pt x="52" y="3"/>
                    </a:cubicBezTo>
                    <a:cubicBezTo>
                      <a:pt x="83" y="0"/>
                      <a:pt x="111" y="21"/>
                      <a:pt x="115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0" name="Freeform 246">
                <a:extLst>
                  <a:ext uri="{FF2B5EF4-FFF2-40B4-BE49-F238E27FC236}">
                    <a16:creationId xmlns:a16="http://schemas.microsoft.com/office/drawing/2014/main" id="{BAF973C4-687C-4BC7-A9C7-4C3BE0A25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111"/>
                <a:ext cx="120" cy="119"/>
              </a:xfrm>
              <a:custGeom>
                <a:avLst/>
                <a:gdLst>
                  <a:gd name="T0" fmla="*/ 127 w 118"/>
                  <a:gd name="T1" fmla="*/ 52 h 118"/>
                  <a:gd name="T2" fmla="*/ 72 w 118"/>
                  <a:gd name="T3" fmla="*/ 120 h 118"/>
                  <a:gd name="T4" fmla="*/ 4 w 118"/>
                  <a:gd name="T5" fmla="*/ 71 h 118"/>
                  <a:gd name="T6" fmla="*/ 58 w 118"/>
                  <a:gd name="T7" fmla="*/ 3 h 118"/>
                  <a:gd name="T8" fmla="*/ 127 w 118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6" y="111"/>
                      <a:pt x="66" y="114"/>
                    </a:cubicBezTo>
                    <a:cubicBezTo>
                      <a:pt x="35" y="118"/>
                      <a:pt x="7" y="96"/>
                      <a:pt x="4" y="65"/>
                    </a:cubicBezTo>
                    <a:cubicBezTo>
                      <a:pt x="0" y="35"/>
                      <a:pt x="22" y="7"/>
                      <a:pt x="52" y="3"/>
                    </a:cubicBezTo>
                    <a:cubicBezTo>
                      <a:pt x="83" y="0"/>
                      <a:pt x="111" y="21"/>
                      <a:pt x="115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1" name="Freeform 247">
                <a:extLst>
                  <a:ext uri="{FF2B5EF4-FFF2-40B4-BE49-F238E27FC236}">
                    <a16:creationId xmlns:a16="http://schemas.microsoft.com/office/drawing/2014/main" id="{09B71744-97ED-4A25-848D-74CB1691F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127"/>
                <a:ext cx="67" cy="68"/>
              </a:xfrm>
              <a:custGeom>
                <a:avLst/>
                <a:gdLst>
                  <a:gd name="T0" fmla="*/ 70 w 66"/>
                  <a:gd name="T1" fmla="*/ 30 h 67"/>
                  <a:gd name="T2" fmla="*/ 43 w 66"/>
                  <a:gd name="T3" fmla="*/ 71 h 67"/>
                  <a:gd name="T4" fmla="*/ 2 w 66"/>
                  <a:gd name="T5" fmla="*/ 43 h 67"/>
                  <a:gd name="T6" fmla="*/ 29 w 66"/>
                  <a:gd name="T7" fmla="*/ 2 h 67"/>
                  <a:gd name="T8" fmla="*/ 70 w 66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64" y="30"/>
                    </a:moveTo>
                    <a:cubicBezTo>
                      <a:pt x="66" y="47"/>
                      <a:pt x="54" y="63"/>
                      <a:pt x="37" y="65"/>
                    </a:cubicBezTo>
                    <a:cubicBezTo>
                      <a:pt x="20" y="67"/>
                      <a:pt x="4" y="55"/>
                      <a:pt x="2" y="37"/>
                    </a:cubicBezTo>
                    <a:cubicBezTo>
                      <a:pt x="0" y="20"/>
                      <a:pt x="12" y="5"/>
                      <a:pt x="29" y="2"/>
                    </a:cubicBezTo>
                    <a:cubicBezTo>
                      <a:pt x="47" y="0"/>
                      <a:pt x="62" y="13"/>
                      <a:pt x="64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2" name="Freeform 248">
                <a:extLst>
                  <a:ext uri="{FF2B5EF4-FFF2-40B4-BE49-F238E27FC236}">
                    <a16:creationId xmlns:a16="http://schemas.microsoft.com/office/drawing/2014/main" id="{E8AE755A-E637-4C1E-9D41-1DDB634F3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139"/>
                <a:ext cx="23" cy="24"/>
              </a:xfrm>
              <a:custGeom>
                <a:avLst/>
                <a:gdLst>
                  <a:gd name="T0" fmla="*/ 22 w 23"/>
                  <a:gd name="T1" fmla="*/ 10 h 23"/>
                  <a:gd name="T2" fmla="*/ 13 w 23"/>
                  <a:gd name="T3" fmla="*/ 28 h 23"/>
                  <a:gd name="T4" fmla="*/ 1 w 23"/>
                  <a:gd name="T5" fmla="*/ 19 h 23"/>
                  <a:gd name="T6" fmla="*/ 10 w 23"/>
                  <a:gd name="T7" fmla="*/ 1 h 23"/>
                  <a:gd name="T8" fmla="*/ 22 w 23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2" y="10"/>
                    </a:moveTo>
                    <a:cubicBezTo>
                      <a:pt x="23" y="16"/>
                      <a:pt x="19" y="21"/>
                      <a:pt x="13" y="22"/>
                    </a:cubicBezTo>
                    <a:cubicBezTo>
                      <a:pt x="7" y="23"/>
                      <a:pt x="2" y="19"/>
                      <a:pt x="1" y="13"/>
                    </a:cubicBezTo>
                    <a:cubicBezTo>
                      <a:pt x="0" y="7"/>
                      <a:pt x="5" y="2"/>
                      <a:pt x="10" y="1"/>
                    </a:cubicBezTo>
                    <a:cubicBezTo>
                      <a:pt x="16" y="0"/>
                      <a:pt x="22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3" name="Freeform 249">
                <a:extLst>
                  <a:ext uri="{FF2B5EF4-FFF2-40B4-BE49-F238E27FC236}">
                    <a16:creationId xmlns:a16="http://schemas.microsoft.com/office/drawing/2014/main" id="{8D457D70-2E8E-4DE8-B673-063DA3727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152"/>
                <a:ext cx="62" cy="71"/>
              </a:xfrm>
              <a:custGeom>
                <a:avLst/>
                <a:gdLst>
                  <a:gd name="T0" fmla="*/ 51 w 61"/>
                  <a:gd name="T1" fmla="*/ 0 h 70"/>
                  <a:gd name="T2" fmla="*/ 0 w 61"/>
                  <a:gd name="T3" fmla="*/ 76 h 70"/>
                  <a:gd name="T4" fmla="*/ 51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8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4" name="Freeform 250">
                <a:extLst>
                  <a:ext uri="{FF2B5EF4-FFF2-40B4-BE49-F238E27FC236}">
                    <a16:creationId xmlns:a16="http://schemas.microsoft.com/office/drawing/2014/main" id="{4C567940-675D-48A3-8631-DA3074A5F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010"/>
                <a:ext cx="119" cy="119"/>
              </a:xfrm>
              <a:custGeom>
                <a:avLst/>
                <a:gdLst>
                  <a:gd name="T0" fmla="*/ 121 w 118"/>
                  <a:gd name="T1" fmla="*/ 52 h 118"/>
                  <a:gd name="T2" fmla="*/ 72 w 118"/>
                  <a:gd name="T3" fmla="*/ 121 h 118"/>
                  <a:gd name="T4" fmla="*/ 4 w 118"/>
                  <a:gd name="T5" fmla="*/ 72 h 118"/>
                  <a:gd name="T6" fmla="*/ 52 w 118"/>
                  <a:gd name="T7" fmla="*/ 4 h 118"/>
                  <a:gd name="T8" fmla="*/ 121 w 118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6" y="111"/>
                      <a:pt x="66" y="115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2" y="4"/>
                    </a:cubicBezTo>
                    <a:cubicBezTo>
                      <a:pt x="83" y="0"/>
                      <a:pt x="111" y="22"/>
                      <a:pt x="115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5" name="Freeform 251">
                <a:extLst>
                  <a:ext uri="{FF2B5EF4-FFF2-40B4-BE49-F238E27FC236}">
                    <a16:creationId xmlns:a16="http://schemas.microsoft.com/office/drawing/2014/main" id="{A3835F82-BF43-45A6-989A-074AE6E7E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010"/>
                <a:ext cx="119" cy="119"/>
              </a:xfrm>
              <a:custGeom>
                <a:avLst/>
                <a:gdLst>
                  <a:gd name="T0" fmla="*/ 121 w 118"/>
                  <a:gd name="T1" fmla="*/ 52 h 118"/>
                  <a:gd name="T2" fmla="*/ 72 w 118"/>
                  <a:gd name="T3" fmla="*/ 121 h 118"/>
                  <a:gd name="T4" fmla="*/ 4 w 118"/>
                  <a:gd name="T5" fmla="*/ 72 h 118"/>
                  <a:gd name="T6" fmla="*/ 52 w 118"/>
                  <a:gd name="T7" fmla="*/ 4 h 118"/>
                  <a:gd name="T8" fmla="*/ 121 w 118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6" y="111"/>
                      <a:pt x="66" y="115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2" y="4"/>
                    </a:cubicBezTo>
                    <a:cubicBezTo>
                      <a:pt x="83" y="0"/>
                      <a:pt x="111" y="22"/>
                      <a:pt x="115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6" name="Freeform 252">
                <a:extLst>
                  <a:ext uri="{FF2B5EF4-FFF2-40B4-BE49-F238E27FC236}">
                    <a16:creationId xmlns:a16="http://schemas.microsoft.com/office/drawing/2014/main" id="{3A3C8909-2937-44DB-9632-11E849367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027"/>
                <a:ext cx="67" cy="67"/>
              </a:xfrm>
              <a:custGeom>
                <a:avLst/>
                <a:gdLst>
                  <a:gd name="T0" fmla="*/ 70 w 66"/>
                  <a:gd name="T1" fmla="*/ 29 h 66"/>
                  <a:gd name="T2" fmla="*/ 43 w 66"/>
                  <a:gd name="T3" fmla="*/ 70 h 66"/>
                  <a:gd name="T4" fmla="*/ 2 w 66"/>
                  <a:gd name="T5" fmla="*/ 43 h 66"/>
                  <a:gd name="T6" fmla="*/ 29 w 66"/>
                  <a:gd name="T7" fmla="*/ 2 h 66"/>
                  <a:gd name="T8" fmla="*/ 70 w 66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6">
                    <a:moveTo>
                      <a:pt x="64" y="29"/>
                    </a:moveTo>
                    <a:cubicBezTo>
                      <a:pt x="66" y="46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19"/>
                      <a:pt x="12" y="4"/>
                      <a:pt x="29" y="2"/>
                    </a:cubicBezTo>
                    <a:cubicBezTo>
                      <a:pt x="47" y="0"/>
                      <a:pt x="62" y="12"/>
                      <a:pt x="64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7" name="Freeform 253">
                <a:extLst>
                  <a:ext uri="{FF2B5EF4-FFF2-40B4-BE49-F238E27FC236}">
                    <a16:creationId xmlns:a16="http://schemas.microsoft.com/office/drawing/2014/main" id="{277353BB-C4CB-45DA-9B69-F170346B4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039"/>
                <a:ext cx="24" cy="23"/>
              </a:xfrm>
              <a:custGeom>
                <a:avLst/>
                <a:gdLst>
                  <a:gd name="T0" fmla="*/ 28 w 23"/>
                  <a:gd name="T1" fmla="*/ 10 h 22"/>
                  <a:gd name="T2" fmla="*/ 19 w 23"/>
                  <a:gd name="T3" fmla="*/ 27 h 22"/>
                  <a:gd name="T4" fmla="*/ 1 w 23"/>
                  <a:gd name="T5" fmla="*/ 18 h 22"/>
                  <a:gd name="T6" fmla="*/ 10 w 23"/>
                  <a:gd name="T7" fmla="*/ 0 h 22"/>
                  <a:gd name="T8" fmla="*/ 28 w 23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2" y="10"/>
                    </a:moveTo>
                    <a:cubicBezTo>
                      <a:pt x="23" y="15"/>
                      <a:pt x="19" y="21"/>
                      <a:pt x="13" y="21"/>
                    </a:cubicBezTo>
                    <a:cubicBezTo>
                      <a:pt x="7" y="22"/>
                      <a:pt x="2" y="18"/>
                      <a:pt x="1" y="12"/>
                    </a:cubicBezTo>
                    <a:cubicBezTo>
                      <a:pt x="0" y="6"/>
                      <a:pt x="5" y="1"/>
                      <a:pt x="10" y="0"/>
                    </a:cubicBezTo>
                    <a:cubicBezTo>
                      <a:pt x="16" y="0"/>
                      <a:pt x="22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8" name="Freeform 254">
                <a:extLst>
                  <a:ext uri="{FF2B5EF4-FFF2-40B4-BE49-F238E27FC236}">
                    <a16:creationId xmlns:a16="http://schemas.microsoft.com/office/drawing/2014/main" id="{B2511A0D-526D-451F-B404-50CCFB74D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051"/>
                <a:ext cx="62" cy="71"/>
              </a:xfrm>
              <a:custGeom>
                <a:avLst/>
                <a:gdLst>
                  <a:gd name="T0" fmla="*/ 51 w 61"/>
                  <a:gd name="T1" fmla="*/ 0 h 70"/>
                  <a:gd name="T2" fmla="*/ 0 w 61"/>
                  <a:gd name="T3" fmla="*/ 76 h 70"/>
                  <a:gd name="T4" fmla="*/ 51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9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9" name="Freeform 255">
                <a:extLst>
                  <a:ext uri="{FF2B5EF4-FFF2-40B4-BE49-F238E27FC236}">
                    <a16:creationId xmlns:a16="http://schemas.microsoft.com/office/drawing/2014/main" id="{8772F3B1-7581-4ABF-BF87-BCDB9C257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239"/>
                <a:ext cx="120" cy="120"/>
              </a:xfrm>
              <a:custGeom>
                <a:avLst/>
                <a:gdLst>
                  <a:gd name="T0" fmla="*/ 121 w 119"/>
                  <a:gd name="T1" fmla="*/ 58 h 118"/>
                  <a:gd name="T2" fmla="*/ 72 w 119"/>
                  <a:gd name="T3" fmla="*/ 126 h 118"/>
                  <a:gd name="T4" fmla="*/ 4 w 119"/>
                  <a:gd name="T5" fmla="*/ 71 h 118"/>
                  <a:gd name="T6" fmla="*/ 53 w 119"/>
                  <a:gd name="T7" fmla="*/ 3 h 118"/>
                  <a:gd name="T8" fmla="*/ 121 w 119"/>
                  <a:gd name="T9" fmla="*/ 5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2"/>
                    </a:moveTo>
                    <a:cubicBezTo>
                      <a:pt x="119" y="83"/>
                      <a:pt x="97" y="111"/>
                      <a:pt x="66" y="114"/>
                    </a:cubicBezTo>
                    <a:cubicBezTo>
                      <a:pt x="35" y="118"/>
                      <a:pt x="8" y="96"/>
                      <a:pt x="4" y="65"/>
                    </a:cubicBezTo>
                    <a:cubicBezTo>
                      <a:pt x="0" y="35"/>
                      <a:pt x="22" y="7"/>
                      <a:pt x="53" y="3"/>
                    </a:cubicBezTo>
                    <a:cubicBezTo>
                      <a:pt x="84" y="0"/>
                      <a:pt x="111" y="21"/>
                      <a:pt x="115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0" name="Freeform 256">
                <a:extLst>
                  <a:ext uri="{FF2B5EF4-FFF2-40B4-BE49-F238E27FC236}">
                    <a16:creationId xmlns:a16="http://schemas.microsoft.com/office/drawing/2014/main" id="{330F97E1-3BB0-4910-AE12-4695048D0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239"/>
                <a:ext cx="120" cy="120"/>
              </a:xfrm>
              <a:custGeom>
                <a:avLst/>
                <a:gdLst>
                  <a:gd name="T0" fmla="*/ 121 w 119"/>
                  <a:gd name="T1" fmla="*/ 58 h 118"/>
                  <a:gd name="T2" fmla="*/ 72 w 119"/>
                  <a:gd name="T3" fmla="*/ 126 h 118"/>
                  <a:gd name="T4" fmla="*/ 4 w 119"/>
                  <a:gd name="T5" fmla="*/ 71 h 118"/>
                  <a:gd name="T6" fmla="*/ 53 w 119"/>
                  <a:gd name="T7" fmla="*/ 3 h 118"/>
                  <a:gd name="T8" fmla="*/ 121 w 119"/>
                  <a:gd name="T9" fmla="*/ 5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2"/>
                    </a:moveTo>
                    <a:cubicBezTo>
                      <a:pt x="119" y="83"/>
                      <a:pt x="97" y="111"/>
                      <a:pt x="66" y="114"/>
                    </a:cubicBezTo>
                    <a:cubicBezTo>
                      <a:pt x="35" y="118"/>
                      <a:pt x="8" y="96"/>
                      <a:pt x="4" y="65"/>
                    </a:cubicBezTo>
                    <a:cubicBezTo>
                      <a:pt x="0" y="35"/>
                      <a:pt x="22" y="7"/>
                      <a:pt x="53" y="3"/>
                    </a:cubicBezTo>
                    <a:cubicBezTo>
                      <a:pt x="84" y="0"/>
                      <a:pt x="111" y="21"/>
                      <a:pt x="115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1" name="Freeform 257">
                <a:extLst>
                  <a:ext uri="{FF2B5EF4-FFF2-40B4-BE49-F238E27FC236}">
                    <a16:creationId xmlns:a16="http://schemas.microsoft.com/office/drawing/2014/main" id="{89F754DA-1AED-454C-92D0-05D7F5D5B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256"/>
                <a:ext cx="67" cy="67"/>
              </a:xfrm>
              <a:custGeom>
                <a:avLst/>
                <a:gdLst>
                  <a:gd name="T0" fmla="*/ 65 w 67"/>
                  <a:gd name="T1" fmla="*/ 30 h 67"/>
                  <a:gd name="T2" fmla="*/ 37 w 67"/>
                  <a:gd name="T3" fmla="*/ 65 h 67"/>
                  <a:gd name="T4" fmla="*/ 2 w 67"/>
                  <a:gd name="T5" fmla="*/ 37 h 67"/>
                  <a:gd name="T6" fmla="*/ 30 w 67"/>
                  <a:gd name="T7" fmla="*/ 2 h 67"/>
                  <a:gd name="T8" fmla="*/ 65 w 67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5" y="30"/>
                    </a:moveTo>
                    <a:cubicBezTo>
                      <a:pt x="67" y="47"/>
                      <a:pt x="54" y="63"/>
                      <a:pt x="37" y="65"/>
                    </a:cubicBezTo>
                    <a:cubicBezTo>
                      <a:pt x="20" y="67"/>
                      <a:pt x="4" y="54"/>
                      <a:pt x="2" y="37"/>
                    </a:cubicBezTo>
                    <a:cubicBezTo>
                      <a:pt x="0" y="20"/>
                      <a:pt x="13" y="4"/>
                      <a:pt x="30" y="2"/>
                    </a:cubicBezTo>
                    <a:cubicBezTo>
                      <a:pt x="47" y="0"/>
                      <a:pt x="63" y="13"/>
                      <a:pt x="65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2" name="Freeform 258">
                <a:extLst>
                  <a:ext uri="{FF2B5EF4-FFF2-40B4-BE49-F238E27FC236}">
                    <a16:creationId xmlns:a16="http://schemas.microsoft.com/office/drawing/2014/main" id="{A303AA27-9683-4113-A86C-C3AB53F99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268"/>
                <a:ext cx="22" cy="23"/>
              </a:xfrm>
              <a:custGeom>
                <a:avLst/>
                <a:gdLst>
                  <a:gd name="T0" fmla="*/ 22 w 22"/>
                  <a:gd name="T1" fmla="*/ 10 h 23"/>
                  <a:gd name="T2" fmla="*/ 12 w 22"/>
                  <a:gd name="T3" fmla="*/ 22 h 23"/>
                  <a:gd name="T4" fmla="*/ 1 w 22"/>
                  <a:gd name="T5" fmla="*/ 13 h 23"/>
                  <a:gd name="T6" fmla="*/ 10 w 22"/>
                  <a:gd name="T7" fmla="*/ 1 h 23"/>
                  <a:gd name="T8" fmla="*/ 22 w 22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2" y="10"/>
                    </a:moveTo>
                    <a:cubicBezTo>
                      <a:pt x="22" y="16"/>
                      <a:pt x="18" y="21"/>
                      <a:pt x="12" y="22"/>
                    </a:cubicBezTo>
                    <a:cubicBezTo>
                      <a:pt x="7" y="23"/>
                      <a:pt x="1" y="19"/>
                      <a:pt x="1" y="13"/>
                    </a:cubicBezTo>
                    <a:cubicBezTo>
                      <a:pt x="0" y="7"/>
                      <a:pt x="4" y="2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3" name="Freeform 259">
                <a:extLst>
                  <a:ext uri="{FF2B5EF4-FFF2-40B4-BE49-F238E27FC236}">
                    <a16:creationId xmlns:a16="http://schemas.microsoft.com/office/drawing/2014/main" id="{BA367C06-1B22-42C9-A6F9-E21D63F8D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281"/>
                <a:ext cx="61" cy="71"/>
              </a:xfrm>
              <a:custGeom>
                <a:avLst/>
                <a:gdLst>
                  <a:gd name="T0" fmla="*/ 50 w 60"/>
                  <a:gd name="T1" fmla="*/ 0 h 70"/>
                  <a:gd name="T2" fmla="*/ 0 w 60"/>
                  <a:gd name="T3" fmla="*/ 76 h 70"/>
                  <a:gd name="T4" fmla="*/ 50 w 60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0">
                    <a:moveTo>
                      <a:pt x="44" y="0"/>
                    </a:moveTo>
                    <a:cubicBezTo>
                      <a:pt x="44" y="0"/>
                      <a:pt x="60" y="60"/>
                      <a:pt x="0" y="70"/>
                    </a:cubicBezTo>
                    <a:cubicBezTo>
                      <a:pt x="0" y="70"/>
                      <a:pt x="49" y="58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4" name="Freeform 260">
                <a:extLst>
                  <a:ext uri="{FF2B5EF4-FFF2-40B4-BE49-F238E27FC236}">
                    <a16:creationId xmlns:a16="http://schemas.microsoft.com/office/drawing/2014/main" id="{A409147D-EE0D-4C5C-B84F-63CA5817A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207"/>
                <a:ext cx="120" cy="119"/>
              </a:xfrm>
              <a:custGeom>
                <a:avLst/>
                <a:gdLst>
                  <a:gd name="T0" fmla="*/ 127 w 118"/>
                  <a:gd name="T1" fmla="*/ 52 h 118"/>
                  <a:gd name="T2" fmla="*/ 72 w 118"/>
                  <a:gd name="T3" fmla="*/ 120 h 118"/>
                  <a:gd name="T4" fmla="*/ 4 w 118"/>
                  <a:gd name="T5" fmla="*/ 71 h 118"/>
                  <a:gd name="T6" fmla="*/ 59 w 118"/>
                  <a:gd name="T7" fmla="*/ 3 h 118"/>
                  <a:gd name="T8" fmla="*/ 127 w 118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7" y="111"/>
                      <a:pt x="66" y="114"/>
                    </a:cubicBezTo>
                    <a:cubicBezTo>
                      <a:pt x="35" y="118"/>
                      <a:pt x="7" y="96"/>
                      <a:pt x="4" y="65"/>
                    </a:cubicBezTo>
                    <a:cubicBezTo>
                      <a:pt x="0" y="35"/>
                      <a:pt x="22" y="7"/>
                      <a:pt x="53" y="3"/>
                    </a:cubicBezTo>
                    <a:cubicBezTo>
                      <a:pt x="83" y="0"/>
                      <a:pt x="111" y="22"/>
                      <a:pt x="115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5" name="Freeform 261">
                <a:extLst>
                  <a:ext uri="{FF2B5EF4-FFF2-40B4-BE49-F238E27FC236}">
                    <a16:creationId xmlns:a16="http://schemas.microsoft.com/office/drawing/2014/main" id="{50CDEC75-6277-477E-8D74-DE459467A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207"/>
                <a:ext cx="120" cy="119"/>
              </a:xfrm>
              <a:custGeom>
                <a:avLst/>
                <a:gdLst>
                  <a:gd name="T0" fmla="*/ 127 w 118"/>
                  <a:gd name="T1" fmla="*/ 52 h 118"/>
                  <a:gd name="T2" fmla="*/ 72 w 118"/>
                  <a:gd name="T3" fmla="*/ 120 h 118"/>
                  <a:gd name="T4" fmla="*/ 4 w 118"/>
                  <a:gd name="T5" fmla="*/ 71 h 118"/>
                  <a:gd name="T6" fmla="*/ 59 w 118"/>
                  <a:gd name="T7" fmla="*/ 3 h 118"/>
                  <a:gd name="T8" fmla="*/ 127 w 118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7" y="111"/>
                      <a:pt x="66" y="114"/>
                    </a:cubicBezTo>
                    <a:cubicBezTo>
                      <a:pt x="35" y="118"/>
                      <a:pt x="7" y="96"/>
                      <a:pt x="4" y="65"/>
                    </a:cubicBezTo>
                    <a:cubicBezTo>
                      <a:pt x="0" y="35"/>
                      <a:pt x="22" y="7"/>
                      <a:pt x="53" y="3"/>
                    </a:cubicBezTo>
                    <a:cubicBezTo>
                      <a:pt x="83" y="0"/>
                      <a:pt x="111" y="22"/>
                      <a:pt x="115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6" name="Freeform 262">
                <a:extLst>
                  <a:ext uri="{FF2B5EF4-FFF2-40B4-BE49-F238E27FC236}">
                    <a16:creationId xmlns:a16="http://schemas.microsoft.com/office/drawing/2014/main" id="{8F29BFB1-F598-46FC-B5B7-1D2AF2F3D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223"/>
                <a:ext cx="68" cy="68"/>
              </a:xfrm>
              <a:custGeom>
                <a:avLst/>
                <a:gdLst>
                  <a:gd name="T0" fmla="*/ 71 w 67"/>
                  <a:gd name="T1" fmla="*/ 30 h 67"/>
                  <a:gd name="T2" fmla="*/ 43 w 67"/>
                  <a:gd name="T3" fmla="*/ 71 h 67"/>
                  <a:gd name="T4" fmla="*/ 2 w 67"/>
                  <a:gd name="T5" fmla="*/ 43 h 67"/>
                  <a:gd name="T6" fmla="*/ 30 w 67"/>
                  <a:gd name="T7" fmla="*/ 2 h 67"/>
                  <a:gd name="T8" fmla="*/ 71 w 67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5" y="30"/>
                    </a:moveTo>
                    <a:cubicBezTo>
                      <a:pt x="67" y="47"/>
                      <a:pt x="54" y="63"/>
                      <a:pt x="37" y="65"/>
                    </a:cubicBezTo>
                    <a:cubicBezTo>
                      <a:pt x="20" y="67"/>
                      <a:pt x="4" y="55"/>
                      <a:pt x="2" y="37"/>
                    </a:cubicBezTo>
                    <a:cubicBezTo>
                      <a:pt x="0" y="20"/>
                      <a:pt x="12" y="5"/>
                      <a:pt x="30" y="2"/>
                    </a:cubicBezTo>
                    <a:cubicBezTo>
                      <a:pt x="47" y="0"/>
                      <a:pt x="62" y="13"/>
                      <a:pt x="65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7" name="Freeform 263">
                <a:extLst>
                  <a:ext uri="{FF2B5EF4-FFF2-40B4-BE49-F238E27FC236}">
                    <a16:creationId xmlns:a16="http://schemas.microsoft.com/office/drawing/2014/main" id="{381C014D-040A-4D16-A912-82A27E33C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235"/>
                <a:ext cx="22" cy="24"/>
              </a:xfrm>
              <a:custGeom>
                <a:avLst/>
                <a:gdLst>
                  <a:gd name="T0" fmla="*/ 22 w 22"/>
                  <a:gd name="T1" fmla="*/ 10 h 23"/>
                  <a:gd name="T2" fmla="*/ 12 w 22"/>
                  <a:gd name="T3" fmla="*/ 28 h 23"/>
                  <a:gd name="T4" fmla="*/ 0 w 22"/>
                  <a:gd name="T5" fmla="*/ 19 h 23"/>
                  <a:gd name="T6" fmla="*/ 10 w 22"/>
                  <a:gd name="T7" fmla="*/ 1 h 23"/>
                  <a:gd name="T8" fmla="*/ 22 w 22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2" y="10"/>
                    </a:moveTo>
                    <a:cubicBezTo>
                      <a:pt x="22" y="16"/>
                      <a:pt x="18" y="21"/>
                      <a:pt x="12" y="22"/>
                    </a:cubicBezTo>
                    <a:cubicBezTo>
                      <a:pt x="6" y="23"/>
                      <a:pt x="1" y="19"/>
                      <a:pt x="0" y="13"/>
                    </a:cubicBezTo>
                    <a:cubicBezTo>
                      <a:pt x="0" y="7"/>
                      <a:pt x="4" y="2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8" name="Freeform 264">
                <a:extLst>
                  <a:ext uri="{FF2B5EF4-FFF2-40B4-BE49-F238E27FC236}">
                    <a16:creationId xmlns:a16="http://schemas.microsoft.com/office/drawing/2014/main" id="{2B8792AF-B5A7-4AB1-9E44-2C987E8AC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249"/>
                <a:ext cx="61" cy="70"/>
              </a:xfrm>
              <a:custGeom>
                <a:avLst/>
                <a:gdLst>
                  <a:gd name="T0" fmla="*/ 50 w 60"/>
                  <a:gd name="T1" fmla="*/ 0 h 70"/>
                  <a:gd name="T2" fmla="*/ 0 w 60"/>
                  <a:gd name="T3" fmla="*/ 70 h 70"/>
                  <a:gd name="T4" fmla="*/ 50 w 60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0">
                    <a:moveTo>
                      <a:pt x="44" y="0"/>
                    </a:moveTo>
                    <a:cubicBezTo>
                      <a:pt x="44" y="0"/>
                      <a:pt x="60" y="60"/>
                      <a:pt x="0" y="70"/>
                    </a:cubicBezTo>
                    <a:cubicBezTo>
                      <a:pt x="0" y="70"/>
                      <a:pt x="49" y="58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9" name="Freeform 265">
                <a:extLst>
                  <a:ext uri="{FF2B5EF4-FFF2-40B4-BE49-F238E27FC236}">
                    <a16:creationId xmlns:a16="http://schemas.microsoft.com/office/drawing/2014/main" id="{C001A2B1-B759-49FC-A36F-4D6094B58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262"/>
                <a:ext cx="119" cy="119"/>
              </a:xfrm>
              <a:custGeom>
                <a:avLst/>
                <a:gdLst>
                  <a:gd name="T0" fmla="*/ 121 w 118"/>
                  <a:gd name="T1" fmla="*/ 53 h 118"/>
                  <a:gd name="T2" fmla="*/ 72 w 118"/>
                  <a:gd name="T3" fmla="*/ 121 h 118"/>
                  <a:gd name="T4" fmla="*/ 4 w 118"/>
                  <a:gd name="T5" fmla="*/ 72 h 118"/>
                  <a:gd name="T6" fmla="*/ 52 w 118"/>
                  <a:gd name="T7" fmla="*/ 4 h 118"/>
                  <a:gd name="T8" fmla="*/ 121 w 118"/>
                  <a:gd name="T9" fmla="*/ 53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3"/>
                    </a:moveTo>
                    <a:cubicBezTo>
                      <a:pt x="118" y="83"/>
                      <a:pt x="96" y="111"/>
                      <a:pt x="66" y="115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2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0" name="Freeform 266">
                <a:extLst>
                  <a:ext uri="{FF2B5EF4-FFF2-40B4-BE49-F238E27FC236}">
                    <a16:creationId xmlns:a16="http://schemas.microsoft.com/office/drawing/2014/main" id="{8952B710-E364-4CE3-93C6-75B284E5A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262"/>
                <a:ext cx="119" cy="119"/>
              </a:xfrm>
              <a:custGeom>
                <a:avLst/>
                <a:gdLst>
                  <a:gd name="T0" fmla="*/ 121 w 118"/>
                  <a:gd name="T1" fmla="*/ 53 h 118"/>
                  <a:gd name="T2" fmla="*/ 72 w 118"/>
                  <a:gd name="T3" fmla="*/ 121 h 118"/>
                  <a:gd name="T4" fmla="*/ 4 w 118"/>
                  <a:gd name="T5" fmla="*/ 72 h 118"/>
                  <a:gd name="T6" fmla="*/ 52 w 118"/>
                  <a:gd name="T7" fmla="*/ 4 h 118"/>
                  <a:gd name="T8" fmla="*/ 121 w 118"/>
                  <a:gd name="T9" fmla="*/ 53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3"/>
                    </a:moveTo>
                    <a:cubicBezTo>
                      <a:pt x="118" y="83"/>
                      <a:pt x="96" y="111"/>
                      <a:pt x="66" y="115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2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1" name="Freeform 267">
                <a:extLst>
                  <a:ext uri="{FF2B5EF4-FFF2-40B4-BE49-F238E27FC236}">
                    <a16:creationId xmlns:a16="http://schemas.microsoft.com/office/drawing/2014/main" id="{B14BCCA8-615A-4724-9540-282ABBF9F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2279"/>
                <a:ext cx="67" cy="67"/>
              </a:xfrm>
              <a:custGeom>
                <a:avLst/>
                <a:gdLst>
                  <a:gd name="T0" fmla="*/ 70 w 66"/>
                  <a:gd name="T1" fmla="*/ 29 h 66"/>
                  <a:gd name="T2" fmla="*/ 43 w 66"/>
                  <a:gd name="T3" fmla="*/ 70 h 66"/>
                  <a:gd name="T4" fmla="*/ 2 w 66"/>
                  <a:gd name="T5" fmla="*/ 43 h 66"/>
                  <a:gd name="T6" fmla="*/ 29 w 66"/>
                  <a:gd name="T7" fmla="*/ 2 h 66"/>
                  <a:gd name="T8" fmla="*/ 70 w 66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6">
                    <a:moveTo>
                      <a:pt x="64" y="29"/>
                    </a:moveTo>
                    <a:cubicBezTo>
                      <a:pt x="66" y="47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7" y="0"/>
                      <a:pt x="62" y="12"/>
                      <a:pt x="64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2" name="Freeform 268">
                <a:extLst>
                  <a:ext uri="{FF2B5EF4-FFF2-40B4-BE49-F238E27FC236}">
                    <a16:creationId xmlns:a16="http://schemas.microsoft.com/office/drawing/2014/main" id="{988B8ECC-7612-4C61-BDD2-24A44281C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291"/>
                <a:ext cx="24" cy="22"/>
              </a:xfrm>
              <a:custGeom>
                <a:avLst/>
                <a:gdLst>
                  <a:gd name="T0" fmla="*/ 28 w 23"/>
                  <a:gd name="T1" fmla="*/ 10 h 22"/>
                  <a:gd name="T2" fmla="*/ 19 w 23"/>
                  <a:gd name="T3" fmla="*/ 22 h 22"/>
                  <a:gd name="T4" fmla="*/ 1 w 23"/>
                  <a:gd name="T5" fmla="*/ 12 h 22"/>
                  <a:gd name="T6" fmla="*/ 10 w 23"/>
                  <a:gd name="T7" fmla="*/ 0 h 22"/>
                  <a:gd name="T8" fmla="*/ 28 w 23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2" y="10"/>
                    </a:moveTo>
                    <a:cubicBezTo>
                      <a:pt x="23" y="16"/>
                      <a:pt x="19" y="21"/>
                      <a:pt x="13" y="22"/>
                    </a:cubicBezTo>
                    <a:cubicBezTo>
                      <a:pt x="7" y="22"/>
                      <a:pt x="2" y="18"/>
                      <a:pt x="1" y="12"/>
                    </a:cubicBezTo>
                    <a:cubicBezTo>
                      <a:pt x="0" y="6"/>
                      <a:pt x="5" y="1"/>
                      <a:pt x="10" y="0"/>
                    </a:cubicBezTo>
                    <a:cubicBezTo>
                      <a:pt x="16" y="0"/>
                      <a:pt x="22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3" name="Freeform 269">
                <a:extLst>
                  <a:ext uri="{FF2B5EF4-FFF2-40B4-BE49-F238E27FC236}">
                    <a16:creationId xmlns:a16="http://schemas.microsoft.com/office/drawing/2014/main" id="{391100EE-029E-4F5E-8A5D-3CFA77503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303"/>
                <a:ext cx="61" cy="71"/>
              </a:xfrm>
              <a:custGeom>
                <a:avLst/>
                <a:gdLst>
                  <a:gd name="T0" fmla="*/ 45 w 61"/>
                  <a:gd name="T1" fmla="*/ 0 h 70"/>
                  <a:gd name="T2" fmla="*/ 0 w 61"/>
                  <a:gd name="T3" fmla="*/ 76 h 70"/>
                  <a:gd name="T4" fmla="*/ 45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9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4" name="Freeform 270">
                <a:extLst>
                  <a:ext uri="{FF2B5EF4-FFF2-40B4-BE49-F238E27FC236}">
                    <a16:creationId xmlns:a16="http://schemas.microsoft.com/office/drawing/2014/main" id="{05BF20B3-17BE-4DE5-B7D5-80BCD288E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526"/>
                <a:ext cx="121" cy="120"/>
              </a:xfrm>
              <a:custGeom>
                <a:avLst/>
                <a:gdLst>
                  <a:gd name="T0" fmla="*/ 127 w 119"/>
                  <a:gd name="T1" fmla="*/ 59 h 118"/>
                  <a:gd name="T2" fmla="*/ 72 w 119"/>
                  <a:gd name="T3" fmla="*/ 127 h 118"/>
                  <a:gd name="T4" fmla="*/ 4 w 119"/>
                  <a:gd name="T5" fmla="*/ 72 h 118"/>
                  <a:gd name="T6" fmla="*/ 59 w 119"/>
                  <a:gd name="T7" fmla="*/ 4 h 118"/>
                  <a:gd name="T8" fmla="*/ 127 w 119"/>
                  <a:gd name="T9" fmla="*/ 59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3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5" y="118"/>
                      <a:pt x="8" y="97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5" name="Freeform 271">
                <a:extLst>
                  <a:ext uri="{FF2B5EF4-FFF2-40B4-BE49-F238E27FC236}">
                    <a16:creationId xmlns:a16="http://schemas.microsoft.com/office/drawing/2014/main" id="{4F8F46D2-A9BD-48F8-8838-81948EB0F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526"/>
                <a:ext cx="121" cy="120"/>
              </a:xfrm>
              <a:custGeom>
                <a:avLst/>
                <a:gdLst>
                  <a:gd name="T0" fmla="*/ 127 w 119"/>
                  <a:gd name="T1" fmla="*/ 59 h 118"/>
                  <a:gd name="T2" fmla="*/ 72 w 119"/>
                  <a:gd name="T3" fmla="*/ 127 h 118"/>
                  <a:gd name="T4" fmla="*/ 4 w 119"/>
                  <a:gd name="T5" fmla="*/ 72 h 118"/>
                  <a:gd name="T6" fmla="*/ 59 w 119"/>
                  <a:gd name="T7" fmla="*/ 4 h 118"/>
                  <a:gd name="T8" fmla="*/ 127 w 119"/>
                  <a:gd name="T9" fmla="*/ 59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3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5" y="118"/>
                      <a:pt x="8" y="97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6" name="Freeform 272">
                <a:extLst>
                  <a:ext uri="{FF2B5EF4-FFF2-40B4-BE49-F238E27FC236}">
                    <a16:creationId xmlns:a16="http://schemas.microsoft.com/office/drawing/2014/main" id="{786820AB-94A9-4217-93D4-EC54CD52C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544"/>
                <a:ext cx="67" cy="66"/>
              </a:xfrm>
              <a:custGeom>
                <a:avLst/>
                <a:gdLst>
                  <a:gd name="T0" fmla="*/ 65 w 67"/>
                  <a:gd name="T1" fmla="*/ 29 h 66"/>
                  <a:gd name="T2" fmla="*/ 37 w 67"/>
                  <a:gd name="T3" fmla="*/ 64 h 66"/>
                  <a:gd name="T4" fmla="*/ 2 w 67"/>
                  <a:gd name="T5" fmla="*/ 37 h 66"/>
                  <a:gd name="T6" fmla="*/ 30 w 67"/>
                  <a:gd name="T7" fmla="*/ 2 h 66"/>
                  <a:gd name="T8" fmla="*/ 65 w 67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5" y="29"/>
                    </a:moveTo>
                    <a:cubicBezTo>
                      <a:pt x="67" y="47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20"/>
                      <a:pt x="13" y="4"/>
                      <a:pt x="30" y="2"/>
                    </a:cubicBezTo>
                    <a:cubicBezTo>
                      <a:pt x="47" y="0"/>
                      <a:pt x="63" y="12"/>
                      <a:pt x="65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7" name="Freeform 273">
                <a:extLst>
                  <a:ext uri="{FF2B5EF4-FFF2-40B4-BE49-F238E27FC236}">
                    <a16:creationId xmlns:a16="http://schemas.microsoft.com/office/drawing/2014/main" id="{19408A98-BAEB-42C4-A0AC-EAE9C74C3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556"/>
                <a:ext cx="22" cy="22"/>
              </a:xfrm>
              <a:custGeom>
                <a:avLst/>
                <a:gdLst>
                  <a:gd name="T0" fmla="*/ 22 w 22"/>
                  <a:gd name="T1" fmla="*/ 10 h 22"/>
                  <a:gd name="T2" fmla="*/ 12 w 22"/>
                  <a:gd name="T3" fmla="*/ 22 h 22"/>
                  <a:gd name="T4" fmla="*/ 0 w 22"/>
                  <a:gd name="T5" fmla="*/ 12 h 22"/>
                  <a:gd name="T6" fmla="*/ 10 w 22"/>
                  <a:gd name="T7" fmla="*/ 1 h 22"/>
                  <a:gd name="T8" fmla="*/ 22 w 22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2" y="10"/>
                    </a:moveTo>
                    <a:cubicBezTo>
                      <a:pt x="22" y="16"/>
                      <a:pt x="18" y="21"/>
                      <a:pt x="12" y="22"/>
                    </a:cubicBezTo>
                    <a:cubicBezTo>
                      <a:pt x="6" y="22"/>
                      <a:pt x="1" y="18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8" name="Freeform 274">
                <a:extLst>
                  <a:ext uri="{FF2B5EF4-FFF2-40B4-BE49-F238E27FC236}">
                    <a16:creationId xmlns:a16="http://schemas.microsoft.com/office/drawing/2014/main" id="{425D308C-8B5D-4D1F-9541-F761EBF9C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568"/>
                <a:ext cx="61" cy="71"/>
              </a:xfrm>
              <a:custGeom>
                <a:avLst/>
                <a:gdLst>
                  <a:gd name="T0" fmla="*/ 50 w 60"/>
                  <a:gd name="T1" fmla="*/ 0 h 70"/>
                  <a:gd name="T2" fmla="*/ 0 w 60"/>
                  <a:gd name="T3" fmla="*/ 76 h 70"/>
                  <a:gd name="T4" fmla="*/ 50 w 60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0">
                    <a:moveTo>
                      <a:pt x="44" y="0"/>
                    </a:moveTo>
                    <a:cubicBezTo>
                      <a:pt x="44" y="0"/>
                      <a:pt x="60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9" name="Freeform 275">
                <a:extLst>
                  <a:ext uri="{FF2B5EF4-FFF2-40B4-BE49-F238E27FC236}">
                    <a16:creationId xmlns:a16="http://schemas.microsoft.com/office/drawing/2014/main" id="{486D7D8C-2EC0-450A-B9DC-55853249D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646"/>
                <a:ext cx="120" cy="119"/>
              </a:xfrm>
              <a:custGeom>
                <a:avLst/>
                <a:gdLst>
                  <a:gd name="T0" fmla="*/ 127 w 118"/>
                  <a:gd name="T1" fmla="*/ 53 h 118"/>
                  <a:gd name="T2" fmla="*/ 72 w 118"/>
                  <a:gd name="T3" fmla="*/ 121 h 118"/>
                  <a:gd name="T4" fmla="*/ 4 w 118"/>
                  <a:gd name="T5" fmla="*/ 72 h 118"/>
                  <a:gd name="T6" fmla="*/ 58 w 118"/>
                  <a:gd name="T7" fmla="*/ 4 h 118"/>
                  <a:gd name="T8" fmla="*/ 127 w 118"/>
                  <a:gd name="T9" fmla="*/ 53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3"/>
                    </a:moveTo>
                    <a:cubicBezTo>
                      <a:pt x="118" y="83"/>
                      <a:pt x="96" y="111"/>
                      <a:pt x="66" y="115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2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0" name="Freeform 276">
                <a:extLst>
                  <a:ext uri="{FF2B5EF4-FFF2-40B4-BE49-F238E27FC236}">
                    <a16:creationId xmlns:a16="http://schemas.microsoft.com/office/drawing/2014/main" id="{9142254D-A38D-4BD6-8969-6880CABAE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646"/>
                <a:ext cx="120" cy="119"/>
              </a:xfrm>
              <a:custGeom>
                <a:avLst/>
                <a:gdLst>
                  <a:gd name="T0" fmla="*/ 127 w 118"/>
                  <a:gd name="T1" fmla="*/ 53 h 118"/>
                  <a:gd name="T2" fmla="*/ 72 w 118"/>
                  <a:gd name="T3" fmla="*/ 121 h 118"/>
                  <a:gd name="T4" fmla="*/ 4 w 118"/>
                  <a:gd name="T5" fmla="*/ 72 h 118"/>
                  <a:gd name="T6" fmla="*/ 58 w 118"/>
                  <a:gd name="T7" fmla="*/ 4 h 118"/>
                  <a:gd name="T8" fmla="*/ 127 w 118"/>
                  <a:gd name="T9" fmla="*/ 53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3"/>
                    </a:moveTo>
                    <a:cubicBezTo>
                      <a:pt x="118" y="83"/>
                      <a:pt x="96" y="111"/>
                      <a:pt x="66" y="115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2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1" name="Freeform 277">
                <a:extLst>
                  <a:ext uri="{FF2B5EF4-FFF2-40B4-BE49-F238E27FC236}">
                    <a16:creationId xmlns:a16="http://schemas.microsoft.com/office/drawing/2014/main" id="{D5C1C85E-85F1-453E-934B-CC47342BC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663"/>
                <a:ext cx="66" cy="67"/>
              </a:xfrm>
              <a:custGeom>
                <a:avLst/>
                <a:gdLst>
                  <a:gd name="T0" fmla="*/ 64 w 66"/>
                  <a:gd name="T1" fmla="*/ 29 h 66"/>
                  <a:gd name="T2" fmla="*/ 37 w 66"/>
                  <a:gd name="T3" fmla="*/ 70 h 66"/>
                  <a:gd name="T4" fmla="*/ 2 w 66"/>
                  <a:gd name="T5" fmla="*/ 43 h 66"/>
                  <a:gd name="T6" fmla="*/ 29 w 66"/>
                  <a:gd name="T7" fmla="*/ 2 h 66"/>
                  <a:gd name="T8" fmla="*/ 64 w 66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6">
                    <a:moveTo>
                      <a:pt x="64" y="29"/>
                    </a:moveTo>
                    <a:cubicBezTo>
                      <a:pt x="66" y="47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7" y="0"/>
                      <a:pt x="62" y="12"/>
                      <a:pt x="64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2" name="Freeform 278">
                <a:extLst>
                  <a:ext uri="{FF2B5EF4-FFF2-40B4-BE49-F238E27FC236}">
                    <a16:creationId xmlns:a16="http://schemas.microsoft.com/office/drawing/2014/main" id="{58C490B9-C73C-4FE0-B6EC-7864E9071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675"/>
                <a:ext cx="23" cy="22"/>
              </a:xfrm>
              <a:custGeom>
                <a:avLst/>
                <a:gdLst>
                  <a:gd name="T0" fmla="*/ 22 w 23"/>
                  <a:gd name="T1" fmla="*/ 10 h 22"/>
                  <a:gd name="T2" fmla="*/ 13 w 23"/>
                  <a:gd name="T3" fmla="*/ 22 h 22"/>
                  <a:gd name="T4" fmla="*/ 1 w 23"/>
                  <a:gd name="T5" fmla="*/ 12 h 22"/>
                  <a:gd name="T6" fmla="*/ 10 w 23"/>
                  <a:gd name="T7" fmla="*/ 0 h 22"/>
                  <a:gd name="T8" fmla="*/ 22 w 23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2" y="10"/>
                    </a:moveTo>
                    <a:cubicBezTo>
                      <a:pt x="23" y="16"/>
                      <a:pt x="19" y="21"/>
                      <a:pt x="13" y="22"/>
                    </a:cubicBezTo>
                    <a:cubicBezTo>
                      <a:pt x="7" y="22"/>
                      <a:pt x="2" y="18"/>
                      <a:pt x="1" y="12"/>
                    </a:cubicBezTo>
                    <a:cubicBezTo>
                      <a:pt x="0" y="6"/>
                      <a:pt x="5" y="1"/>
                      <a:pt x="10" y="0"/>
                    </a:cubicBezTo>
                    <a:cubicBezTo>
                      <a:pt x="16" y="0"/>
                      <a:pt x="22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3" name="Freeform 279">
                <a:extLst>
                  <a:ext uri="{FF2B5EF4-FFF2-40B4-BE49-F238E27FC236}">
                    <a16:creationId xmlns:a16="http://schemas.microsoft.com/office/drawing/2014/main" id="{17775FF1-F6F1-4201-BA69-4FE5B0CA9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687"/>
                <a:ext cx="62" cy="71"/>
              </a:xfrm>
              <a:custGeom>
                <a:avLst/>
                <a:gdLst>
                  <a:gd name="T0" fmla="*/ 51 w 61"/>
                  <a:gd name="T1" fmla="*/ 0 h 70"/>
                  <a:gd name="T2" fmla="*/ 0 w 61"/>
                  <a:gd name="T3" fmla="*/ 76 h 70"/>
                  <a:gd name="T4" fmla="*/ 51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9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4" name="Freeform 280">
                <a:extLst>
                  <a:ext uri="{FF2B5EF4-FFF2-40B4-BE49-F238E27FC236}">
                    <a16:creationId xmlns:a16="http://schemas.microsoft.com/office/drawing/2014/main" id="{32FAD82A-FD9B-45BA-A7C0-EB3C86E9D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806"/>
                <a:ext cx="119" cy="121"/>
              </a:xfrm>
              <a:custGeom>
                <a:avLst/>
                <a:gdLst>
                  <a:gd name="T0" fmla="*/ 121 w 118"/>
                  <a:gd name="T1" fmla="*/ 59 h 119"/>
                  <a:gd name="T2" fmla="*/ 72 w 118"/>
                  <a:gd name="T3" fmla="*/ 127 h 119"/>
                  <a:gd name="T4" fmla="*/ 4 w 118"/>
                  <a:gd name="T5" fmla="*/ 72 h 119"/>
                  <a:gd name="T6" fmla="*/ 53 w 118"/>
                  <a:gd name="T7" fmla="*/ 4 h 119"/>
                  <a:gd name="T8" fmla="*/ 121 w 118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5" y="53"/>
                    </a:moveTo>
                    <a:cubicBezTo>
                      <a:pt x="118" y="84"/>
                      <a:pt x="97" y="111"/>
                      <a:pt x="66" y="115"/>
                    </a:cubicBezTo>
                    <a:cubicBezTo>
                      <a:pt x="35" y="119"/>
                      <a:pt x="7" y="97"/>
                      <a:pt x="4" y="66"/>
                    </a:cubicBezTo>
                    <a:cubicBezTo>
                      <a:pt x="0" y="36"/>
                      <a:pt x="22" y="8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5" name="Freeform 281">
                <a:extLst>
                  <a:ext uri="{FF2B5EF4-FFF2-40B4-BE49-F238E27FC236}">
                    <a16:creationId xmlns:a16="http://schemas.microsoft.com/office/drawing/2014/main" id="{A7746E85-00DF-4578-BD9F-2B908E6E0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806"/>
                <a:ext cx="119" cy="121"/>
              </a:xfrm>
              <a:custGeom>
                <a:avLst/>
                <a:gdLst>
                  <a:gd name="T0" fmla="*/ 121 w 118"/>
                  <a:gd name="T1" fmla="*/ 59 h 119"/>
                  <a:gd name="T2" fmla="*/ 72 w 118"/>
                  <a:gd name="T3" fmla="*/ 127 h 119"/>
                  <a:gd name="T4" fmla="*/ 4 w 118"/>
                  <a:gd name="T5" fmla="*/ 72 h 119"/>
                  <a:gd name="T6" fmla="*/ 53 w 118"/>
                  <a:gd name="T7" fmla="*/ 4 h 119"/>
                  <a:gd name="T8" fmla="*/ 121 w 118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5" y="53"/>
                    </a:moveTo>
                    <a:cubicBezTo>
                      <a:pt x="118" y="84"/>
                      <a:pt x="97" y="111"/>
                      <a:pt x="66" y="115"/>
                    </a:cubicBezTo>
                    <a:cubicBezTo>
                      <a:pt x="35" y="119"/>
                      <a:pt x="7" y="97"/>
                      <a:pt x="4" y="66"/>
                    </a:cubicBezTo>
                    <a:cubicBezTo>
                      <a:pt x="0" y="36"/>
                      <a:pt x="22" y="8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6" name="Freeform 282">
                <a:extLst>
                  <a:ext uri="{FF2B5EF4-FFF2-40B4-BE49-F238E27FC236}">
                    <a16:creationId xmlns:a16="http://schemas.microsoft.com/office/drawing/2014/main" id="{B08F2A24-2BD1-4127-B3F7-0DA7FD56D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824"/>
                <a:ext cx="68" cy="67"/>
              </a:xfrm>
              <a:custGeom>
                <a:avLst/>
                <a:gdLst>
                  <a:gd name="T0" fmla="*/ 71 w 67"/>
                  <a:gd name="T1" fmla="*/ 30 h 67"/>
                  <a:gd name="T2" fmla="*/ 43 w 67"/>
                  <a:gd name="T3" fmla="*/ 65 h 67"/>
                  <a:gd name="T4" fmla="*/ 2 w 67"/>
                  <a:gd name="T5" fmla="*/ 37 h 67"/>
                  <a:gd name="T6" fmla="*/ 30 w 67"/>
                  <a:gd name="T7" fmla="*/ 2 h 67"/>
                  <a:gd name="T8" fmla="*/ 71 w 67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5" y="30"/>
                    </a:moveTo>
                    <a:cubicBezTo>
                      <a:pt x="67" y="47"/>
                      <a:pt x="54" y="63"/>
                      <a:pt x="37" y="65"/>
                    </a:cubicBezTo>
                    <a:cubicBezTo>
                      <a:pt x="20" y="67"/>
                      <a:pt x="4" y="54"/>
                      <a:pt x="2" y="37"/>
                    </a:cubicBezTo>
                    <a:cubicBezTo>
                      <a:pt x="0" y="20"/>
                      <a:pt x="12" y="4"/>
                      <a:pt x="30" y="2"/>
                    </a:cubicBezTo>
                    <a:cubicBezTo>
                      <a:pt x="47" y="0"/>
                      <a:pt x="62" y="13"/>
                      <a:pt x="65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7" name="Freeform 283">
                <a:extLst>
                  <a:ext uri="{FF2B5EF4-FFF2-40B4-BE49-F238E27FC236}">
                    <a16:creationId xmlns:a16="http://schemas.microsoft.com/office/drawing/2014/main" id="{A5161B40-2AEE-4CF6-B2C9-4953CB7B9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836"/>
                <a:ext cx="22" cy="23"/>
              </a:xfrm>
              <a:custGeom>
                <a:avLst/>
                <a:gdLst>
                  <a:gd name="T0" fmla="*/ 22 w 22"/>
                  <a:gd name="T1" fmla="*/ 10 h 23"/>
                  <a:gd name="T2" fmla="*/ 12 w 22"/>
                  <a:gd name="T3" fmla="*/ 22 h 23"/>
                  <a:gd name="T4" fmla="*/ 0 w 22"/>
                  <a:gd name="T5" fmla="*/ 13 h 23"/>
                  <a:gd name="T6" fmla="*/ 10 w 22"/>
                  <a:gd name="T7" fmla="*/ 1 h 23"/>
                  <a:gd name="T8" fmla="*/ 22 w 22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2" y="10"/>
                    </a:moveTo>
                    <a:cubicBezTo>
                      <a:pt x="22" y="16"/>
                      <a:pt x="18" y="21"/>
                      <a:pt x="12" y="22"/>
                    </a:cubicBezTo>
                    <a:cubicBezTo>
                      <a:pt x="6" y="23"/>
                      <a:pt x="1" y="18"/>
                      <a:pt x="0" y="13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8" name="Freeform 284">
                <a:extLst>
                  <a:ext uri="{FF2B5EF4-FFF2-40B4-BE49-F238E27FC236}">
                    <a16:creationId xmlns:a16="http://schemas.microsoft.com/office/drawing/2014/main" id="{4CE5FA59-3B79-469F-840C-3D88D6F1B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849"/>
                <a:ext cx="61" cy="71"/>
              </a:xfrm>
              <a:custGeom>
                <a:avLst/>
                <a:gdLst>
                  <a:gd name="T0" fmla="*/ 50 w 60"/>
                  <a:gd name="T1" fmla="*/ 0 h 70"/>
                  <a:gd name="T2" fmla="*/ 0 w 60"/>
                  <a:gd name="T3" fmla="*/ 76 h 70"/>
                  <a:gd name="T4" fmla="*/ 50 w 60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0">
                    <a:moveTo>
                      <a:pt x="44" y="0"/>
                    </a:moveTo>
                    <a:cubicBezTo>
                      <a:pt x="44" y="0"/>
                      <a:pt x="60" y="60"/>
                      <a:pt x="0" y="70"/>
                    </a:cubicBezTo>
                    <a:cubicBezTo>
                      <a:pt x="0" y="70"/>
                      <a:pt x="49" y="58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9" name="Freeform 285">
                <a:extLst>
                  <a:ext uri="{FF2B5EF4-FFF2-40B4-BE49-F238E27FC236}">
                    <a16:creationId xmlns:a16="http://schemas.microsoft.com/office/drawing/2014/main" id="{7B9BE24C-D7DD-469A-8BD8-4006A7EAD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3187"/>
                <a:ext cx="120" cy="120"/>
              </a:xfrm>
              <a:custGeom>
                <a:avLst/>
                <a:gdLst>
                  <a:gd name="T0" fmla="*/ 126 w 118"/>
                  <a:gd name="T1" fmla="*/ 58 h 118"/>
                  <a:gd name="T2" fmla="*/ 72 w 118"/>
                  <a:gd name="T3" fmla="*/ 126 h 118"/>
                  <a:gd name="T4" fmla="*/ 3 w 118"/>
                  <a:gd name="T5" fmla="*/ 71 h 118"/>
                  <a:gd name="T6" fmla="*/ 58 w 118"/>
                  <a:gd name="T7" fmla="*/ 3 h 118"/>
                  <a:gd name="T8" fmla="*/ 126 w 118"/>
                  <a:gd name="T9" fmla="*/ 5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4" y="52"/>
                    </a:moveTo>
                    <a:cubicBezTo>
                      <a:pt x="118" y="83"/>
                      <a:pt x="96" y="111"/>
                      <a:pt x="66" y="114"/>
                    </a:cubicBezTo>
                    <a:cubicBezTo>
                      <a:pt x="35" y="118"/>
                      <a:pt x="7" y="96"/>
                      <a:pt x="3" y="65"/>
                    </a:cubicBezTo>
                    <a:cubicBezTo>
                      <a:pt x="0" y="35"/>
                      <a:pt x="22" y="7"/>
                      <a:pt x="52" y="3"/>
                    </a:cubicBezTo>
                    <a:cubicBezTo>
                      <a:pt x="83" y="0"/>
                      <a:pt x="111" y="22"/>
                      <a:pt x="114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0" name="Freeform 286">
                <a:extLst>
                  <a:ext uri="{FF2B5EF4-FFF2-40B4-BE49-F238E27FC236}">
                    <a16:creationId xmlns:a16="http://schemas.microsoft.com/office/drawing/2014/main" id="{6F5C1577-F44A-4D28-BF89-1FB82583A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3187"/>
                <a:ext cx="120" cy="120"/>
              </a:xfrm>
              <a:custGeom>
                <a:avLst/>
                <a:gdLst>
                  <a:gd name="T0" fmla="*/ 126 w 118"/>
                  <a:gd name="T1" fmla="*/ 58 h 118"/>
                  <a:gd name="T2" fmla="*/ 72 w 118"/>
                  <a:gd name="T3" fmla="*/ 126 h 118"/>
                  <a:gd name="T4" fmla="*/ 3 w 118"/>
                  <a:gd name="T5" fmla="*/ 71 h 118"/>
                  <a:gd name="T6" fmla="*/ 58 w 118"/>
                  <a:gd name="T7" fmla="*/ 3 h 118"/>
                  <a:gd name="T8" fmla="*/ 126 w 118"/>
                  <a:gd name="T9" fmla="*/ 5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4" y="52"/>
                    </a:moveTo>
                    <a:cubicBezTo>
                      <a:pt x="118" y="83"/>
                      <a:pt x="96" y="111"/>
                      <a:pt x="66" y="114"/>
                    </a:cubicBezTo>
                    <a:cubicBezTo>
                      <a:pt x="35" y="118"/>
                      <a:pt x="7" y="96"/>
                      <a:pt x="3" y="65"/>
                    </a:cubicBezTo>
                    <a:cubicBezTo>
                      <a:pt x="0" y="35"/>
                      <a:pt x="22" y="7"/>
                      <a:pt x="52" y="3"/>
                    </a:cubicBezTo>
                    <a:cubicBezTo>
                      <a:pt x="83" y="0"/>
                      <a:pt x="111" y="22"/>
                      <a:pt x="114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1" name="Freeform 287">
                <a:extLst>
                  <a:ext uri="{FF2B5EF4-FFF2-40B4-BE49-F238E27FC236}">
                    <a16:creationId xmlns:a16="http://schemas.microsoft.com/office/drawing/2014/main" id="{2DF29C70-72D5-423C-B7BB-3C5224220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3205"/>
                <a:ext cx="67" cy="66"/>
              </a:xfrm>
              <a:custGeom>
                <a:avLst/>
                <a:gdLst>
                  <a:gd name="T0" fmla="*/ 70 w 66"/>
                  <a:gd name="T1" fmla="*/ 29 h 66"/>
                  <a:gd name="T2" fmla="*/ 43 w 66"/>
                  <a:gd name="T3" fmla="*/ 64 h 66"/>
                  <a:gd name="T4" fmla="*/ 2 w 66"/>
                  <a:gd name="T5" fmla="*/ 36 h 66"/>
                  <a:gd name="T6" fmla="*/ 29 w 66"/>
                  <a:gd name="T7" fmla="*/ 2 h 66"/>
                  <a:gd name="T8" fmla="*/ 70 w 66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6">
                    <a:moveTo>
                      <a:pt x="64" y="29"/>
                    </a:moveTo>
                    <a:cubicBezTo>
                      <a:pt x="66" y="46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6"/>
                    </a:cubicBezTo>
                    <a:cubicBezTo>
                      <a:pt x="0" y="19"/>
                      <a:pt x="12" y="4"/>
                      <a:pt x="29" y="2"/>
                    </a:cubicBezTo>
                    <a:cubicBezTo>
                      <a:pt x="47" y="0"/>
                      <a:pt x="62" y="12"/>
                      <a:pt x="64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2" name="Freeform 288">
                <a:extLst>
                  <a:ext uri="{FF2B5EF4-FFF2-40B4-BE49-F238E27FC236}">
                    <a16:creationId xmlns:a16="http://schemas.microsoft.com/office/drawing/2014/main" id="{C8ADFEF9-D96A-4CA3-8A92-76C9C3184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216"/>
                <a:ext cx="24" cy="23"/>
              </a:xfrm>
              <a:custGeom>
                <a:avLst/>
                <a:gdLst>
                  <a:gd name="T0" fmla="*/ 28 w 23"/>
                  <a:gd name="T1" fmla="*/ 10 h 23"/>
                  <a:gd name="T2" fmla="*/ 19 w 23"/>
                  <a:gd name="T3" fmla="*/ 22 h 23"/>
                  <a:gd name="T4" fmla="*/ 1 w 23"/>
                  <a:gd name="T5" fmla="*/ 13 h 23"/>
                  <a:gd name="T6" fmla="*/ 10 w 23"/>
                  <a:gd name="T7" fmla="*/ 1 h 23"/>
                  <a:gd name="T8" fmla="*/ 28 w 23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2" y="10"/>
                    </a:moveTo>
                    <a:cubicBezTo>
                      <a:pt x="23" y="16"/>
                      <a:pt x="19" y="21"/>
                      <a:pt x="13" y="22"/>
                    </a:cubicBezTo>
                    <a:cubicBezTo>
                      <a:pt x="7" y="23"/>
                      <a:pt x="2" y="19"/>
                      <a:pt x="1" y="13"/>
                    </a:cubicBezTo>
                    <a:cubicBezTo>
                      <a:pt x="0" y="7"/>
                      <a:pt x="5" y="2"/>
                      <a:pt x="10" y="1"/>
                    </a:cubicBezTo>
                    <a:cubicBezTo>
                      <a:pt x="16" y="0"/>
                      <a:pt x="21" y="5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3" name="Freeform 289">
                <a:extLst>
                  <a:ext uri="{FF2B5EF4-FFF2-40B4-BE49-F238E27FC236}">
                    <a16:creationId xmlns:a16="http://schemas.microsoft.com/office/drawing/2014/main" id="{442E5440-10E9-4479-B087-13F4AC2BD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3229"/>
                <a:ext cx="62" cy="71"/>
              </a:xfrm>
              <a:custGeom>
                <a:avLst/>
                <a:gdLst>
                  <a:gd name="T0" fmla="*/ 51 w 61"/>
                  <a:gd name="T1" fmla="*/ 0 h 70"/>
                  <a:gd name="T2" fmla="*/ 0 w 61"/>
                  <a:gd name="T3" fmla="*/ 76 h 70"/>
                  <a:gd name="T4" fmla="*/ 51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8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4" name="Freeform 290">
                <a:extLst>
                  <a:ext uri="{FF2B5EF4-FFF2-40B4-BE49-F238E27FC236}">
                    <a16:creationId xmlns:a16="http://schemas.microsoft.com/office/drawing/2014/main" id="{9724581A-0327-42FF-9247-DBCFD5E88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023"/>
                <a:ext cx="120" cy="119"/>
              </a:xfrm>
              <a:custGeom>
                <a:avLst/>
                <a:gdLst>
                  <a:gd name="T0" fmla="*/ 127 w 118"/>
                  <a:gd name="T1" fmla="*/ 52 h 118"/>
                  <a:gd name="T2" fmla="*/ 72 w 118"/>
                  <a:gd name="T3" fmla="*/ 120 h 118"/>
                  <a:gd name="T4" fmla="*/ 4 w 118"/>
                  <a:gd name="T5" fmla="*/ 71 h 118"/>
                  <a:gd name="T6" fmla="*/ 59 w 118"/>
                  <a:gd name="T7" fmla="*/ 3 h 118"/>
                  <a:gd name="T8" fmla="*/ 127 w 118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7" y="111"/>
                      <a:pt x="66" y="114"/>
                    </a:cubicBezTo>
                    <a:cubicBezTo>
                      <a:pt x="35" y="118"/>
                      <a:pt x="7" y="96"/>
                      <a:pt x="4" y="65"/>
                    </a:cubicBezTo>
                    <a:cubicBezTo>
                      <a:pt x="0" y="35"/>
                      <a:pt x="22" y="7"/>
                      <a:pt x="53" y="3"/>
                    </a:cubicBezTo>
                    <a:cubicBezTo>
                      <a:pt x="83" y="0"/>
                      <a:pt x="111" y="21"/>
                      <a:pt x="115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5" name="Freeform 291">
                <a:extLst>
                  <a:ext uri="{FF2B5EF4-FFF2-40B4-BE49-F238E27FC236}">
                    <a16:creationId xmlns:a16="http://schemas.microsoft.com/office/drawing/2014/main" id="{7C724FD8-96CA-4DED-8404-A0B413029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023"/>
                <a:ext cx="120" cy="119"/>
              </a:xfrm>
              <a:custGeom>
                <a:avLst/>
                <a:gdLst>
                  <a:gd name="T0" fmla="*/ 127 w 118"/>
                  <a:gd name="T1" fmla="*/ 52 h 118"/>
                  <a:gd name="T2" fmla="*/ 72 w 118"/>
                  <a:gd name="T3" fmla="*/ 120 h 118"/>
                  <a:gd name="T4" fmla="*/ 4 w 118"/>
                  <a:gd name="T5" fmla="*/ 71 h 118"/>
                  <a:gd name="T6" fmla="*/ 59 w 118"/>
                  <a:gd name="T7" fmla="*/ 3 h 118"/>
                  <a:gd name="T8" fmla="*/ 127 w 118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7" y="111"/>
                      <a:pt x="66" y="114"/>
                    </a:cubicBezTo>
                    <a:cubicBezTo>
                      <a:pt x="35" y="118"/>
                      <a:pt x="7" y="96"/>
                      <a:pt x="4" y="65"/>
                    </a:cubicBezTo>
                    <a:cubicBezTo>
                      <a:pt x="0" y="35"/>
                      <a:pt x="22" y="7"/>
                      <a:pt x="53" y="3"/>
                    </a:cubicBezTo>
                    <a:cubicBezTo>
                      <a:pt x="83" y="0"/>
                      <a:pt x="111" y="21"/>
                      <a:pt x="115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6" name="Freeform 292">
                <a:extLst>
                  <a:ext uri="{FF2B5EF4-FFF2-40B4-BE49-F238E27FC236}">
                    <a16:creationId xmlns:a16="http://schemas.microsoft.com/office/drawing/2014/main" id="{9C9FE1C6-A317-4C11-8456-E38461F90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3039"/>
                <a:ext cx="68" cy="68"/>
              </a:xfrm>
              <a:custGeom>
                <a:avLst/>
                <a:gdLst>
                  <a:gd name="T0" fmla="*/ 71 w 67"/>
                  <a:gd name="T1" fmla="*/ 30 h 67"/>
                  <a:gd name="T2" fmla="*/ 43 w 67"/>
                  <a:gd name="T3" fmla="*/ 71 h 67"/>
                  <a:gd name="T4" fmla="*/ 2 w 67"/>
                  <a:gd name="T5" fmla="*/ 43 h 67"/>
                  <a:gd name="T6" fmla="*/ 30 w 67"/>
                  <a:gd name="T7" fmla="*/ 2 h 67"/>
                  <a:gd name="T8" fmla="*/ 71 w 67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5" y="30"/>
                    </a:moveTo>
                    <a:cubicBezTo>
                      <a:pt x="67" y="47"/>
                      <a:pt x="54" y="63"/>
                      <a:pt x="37" y="65"/>
                    </a:cubicBezTo>
                    <a:cubicBezTo>
                      <a:pt x="20" y="67"/>
                      <a:pt x="4" y="54"/>
                      <a:pt x="2" y="37"/>
                    </a:cubicBezTo>
                    <a:cubicBezTo>
                      <a:pt x="0" y="20"/>
                      <a:pt x="12" y="4"/>
                      <a:pt x="30" y="2"/>
                    </a:cubicBezTo>
                    <a:cubicBezTo>
                      <a:pt x="47" y="0"/>
                      <a:pt x="62" y="13"/>
                      <a:pt x="65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7" name="Freeform 293">
                <a:extLst>
                  <a:ext uri="{FF2B5EF4-FFF2-40B4-BE49-F238E27FC236}">
                    <a16:creationId xmlns:a16="http://schemas.microsoft.com/office/drawing/2014/main" id="{43C36B13-0DB6-4FD9-8694-2D6BD0592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3051"/>
                <a:ext cx="23" cy="23"/>
              </a:xfrm>
              <a:custGeom>
                <a:avLst/>
                <a:gdLst>
                  <a:gd name="T0" fmla="*/ 28 w 22"/>
                  <a:gd name="T1" fmla="*/ 10 h 23"/>
                  <a:gd name="T2" fmla="*/ 18 w 22"/>
                  <a:gd name="T3" fmla="*/ 22 h 23"/>
                  <a:gd name="T4" fmla="*/ 0 w 22"/>
                  <a:gd name="T5" fmla="*/ 13 h 23"/>
                  <a:gd name="T6" fmla="*/ 10 w 22"/>
                  <a:gd name="T7" fmla="*/ 1 h 23"/>
                  <a:gd name="T8" fmla="*/ 28 w 22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2" y="10"/>
                    </a:moveTo>
                    <a:cubicBezTo>
                      <a:pt x="22" y="16"/>
                      <a:pt x="18" y="21"/>
                      <a:pt x="12" y="22"/>
                    </a:cubicBezTo>
                    <a:cubicBezTo>
                      <a:pt x="6" y="23"/>
                      <a:pt x="1" y="19"/>
                      <a:pt x="0" y="13"/>
                    </a:cubicBezTo>
                    <a:cubicBezTo>
                      <a:pt x="0" y="7"/>
                      <a:pt x="4" y="2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8" name="Freeform 294">
                <a:extLst>
                  <a:ext uri="{FF2B5EF4-FFF2-40B4-BE49-F238E27FC236}">
                    <a16:creationId xmlns:a16="http://schemas.microsoft.com/office/drawing/2014/main" id="{96C1B97D-A96B-4734-B00D-05C89C984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3064"/>
                <a:ext cx="61" cy="71"/>
              </a:xfrm>
              <a:custGeom>
                <a:avLst/>
                <a:gdLst>
                  <a:gd name="T0" fmla="*/ 50 w 60"/>
                  <a:gd name="T1" fmla="*/ 0 h 70"/>
                  <a:gd name="T2" fmla="*/ 0 w 60"/>
                  <a:gd name="T3" fmla="*/ 76 h 70"/>
                  <a:gd name="T4" fmla="*/ 50 w 60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0">
                    <a:moveTo>
                      <a:pt x="44" y="0"/>
                    </a:moveTo>
                    <a:cubicBezTo>
                      <a:pt x="44" y="0"/>
                      <a:pt x="60" y="60"/>
                      <a:pt x="0" y="70"/>
                    </a:cubicBezTo>
                    <a:cubicBezTo>
                      <a:pt x="0" y="70"/>
                      <a:pt x="49" y="58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9" name="Freeform 295">
                <a:extLst>
                  <a:ext uri="{FF2B5EF4-FFF2-40B4-BE49-F238E27FC236}">
                    <a16:creationId xmlns:a16="http://schemas.microsoft.com/office/drawing/2014/main" id="{13BE6067-0835-498A-B23D-2CEE3CE16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3168"/>
                <a:ext cx="121" cy="119"/>
              </a:xfrm>
              <a:custGeom>
                <a:avLst/>
                <a:gdLst>
                  <a:gd name="T0" fmla="*/ 127 w 119"/>
                  <a:gd name="T1" fmla="*/ 52 h 118"/>
                  <a:gd name="T2" fmla="*/ 72 w 119"/>
                  <a:gd name="T3" fmla="*/ 120 h 118"/>
                  <a:gd name="T4" fmla="*/ 4 w 119"/>
                  <a:gd name="T5" fmla="*/ 72 h 118"/>
                  <a:gd name="T6" fmla="*/ 59 w 119"/>
                  <a:gd name="T7" fmla="*/ 3 h 118"/>
                  <a:gd name="T8" fmla="*/ 127 w 119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2"/>
                    </a:moveTo>
                    <a:cubicBezTo>
                      <a:pt x="119" y="83"/>
                      <a:pt x="97" y="111"/>
                      <a:pt x="66" y="114"/>
                    </a:cubicBezTo>
                    <a:cubicBezTo>
                      <a:pt x="36" y="118"/>
                      <a:pt x="8" y="96"/>
                      <a:pt x="4" y="66"/>
                    </a:cubicBezTo>
                    <a:cubicBezTo>
                      <a:pt x="0" y="35"/>
                      <a:pt x="22" y="7"/>
                      <a:pt x="53" y="3"/>
                    </a:cubicBezTo>
                    <a:cubicBezTo>
                      <a:pt x="84" y="0"/>
                      <a:pt x="111" y="22"/>
                      <a:pt x="115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0" name="Freeform 296">
                <a:extLst>
                  <a:ext uri="{FF2B5EF4-FFF2-40B4-BE49-F238E27FC236}">
                    <a16:creationId xmlns:a16="http://schemas.microsoft.com/office/drawing/2014/main" id="{E01CE29A-96F1-4E4A-B5BD-D09B87DFA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3168"/>
                <a:ext cx="121" cy="119"/>
              </a:xfrm>
              <a:custGeom>
                <a:avLst/>
                <a:gdLst>
                  <a:gd name="T0" fmla="*/ 127 w 119"/>
                  <a:gd name="T1" fmla="*/ 52 h 118"/>
                  <a:gd name="T2" fmla="*/ 72 w 119"/>
                  <a:gd name="T3" fmla="*/ 120 h 118"/>
                  <a:gd name="T4" fmla="*/ 4 w 119"/>
                  <a:gd name="T5" fmla="*/ 72 h 118"/>
                  <a:gd name="T6" fmla="*/ 59 w 119"/>
                  <a:gd name="T7" fmla="*/ 3 h 118"/>
                  <a:gd name="T8" fmla="*/ 127 w 119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2"/>
                    </a:moveTo>
                    <a:cubicBezTo>
                      <a:pt x="119" y="83"/>
                      <a:pt x="97" y="111"/>
                      <a:pt x="66" y="114"/>
                    </a:cubicBezTo>
                    <a:cubicBezTo>
                      <a:pt x="36" y="118"/>
                      <a:pt x="8" y="96"/>
                      <a:pt x="4" y="66"/>
                    </a:cubicBezTo>
                    <a:cubicBezTo>
                      <a:pt x="0" y="35"/>
                      <a:pt x="22" y="7"/>
                      <a:pt x="53" y="3"/>
                    </a:cubicBezTo>
                    <a:cubicBezTo>
                      <a:pt x="84" y="0"/>
                      <a:pt x="111" y="22"/>
                      <a:pt x="115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1" name="Freeform 297">
                <a:extLst>
                  <a:ext uri="{FF2B5EF4-FFF2-40B4-BE49-F238E27FC236}">
                    <a16:creationId xmlns:a16="http://schemas.microsoft.com/office/drawing/2014/main" id="{C46F09DC-FA3F-4817-BCFF-AE7DFC331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3185"/>
                <a:ext cx="67" cy="67"/>
              </a:xfrm>
              <a:custGeom>
                <a:avLst/>
                <a:gdLst>
                  <a:gd name="T0" fmla="*/ 65 w 67"/>
                  <a:gd name="T1" fmla="*/ 29 h 66"/>
                  <a:gd name="T2" fmla="*/ 37 w 67"/>
                  <a:gd name="T3" fmla="*/ 70 h 66"/>
                  <a:gd name="T4" fmla="*/ 2 w 67"/>
                  <a:gd name="T5" fmla="*/ 43 h 66"/>
                  <a:gd name="T6" fmla="*/ 30 w 67"/>
                  <a:gd name="T7" fmla="*/ 2 h 66"/>
                  <a:gd name="T8" fmla="*/ 65 w 67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5" y="29"/>
                    </a:moveTo>
                    <a:cubicBezTo>
                      <a:pt x="67" y="46"/>
                      <a:pt x="55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19"/>
                      <a:pt x="13" y="4"/>
                      <a:pt x="30" y="2"/>
                    </a:cubicBezTo>
                    <a:cubicBezTo>
                      <a:pt x="47" y="0"/>
                      <a:pt x="63" y="12"/>
                      <a:pt x="65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2" name="Freeform 298">
                <a:extLst>
                  <a:ext uri="{FF2B5EF4-FFF2-40B4-BE49-F238E27FC236}">
                    <a16:creationId xmlns:a16="http://schemas.microsoft.com/office/drawing/2014/main" id="{9CEB5FFE-BBF3-4B27-AFDF-23404AA6B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196"/>
                <a:ext cx="22" cy="24"/>
              </a:xfrm>
              <a:custGeom>
                <a:avLst/>
                <a:gdLst>
                  <a:gd name="T0" fmla="*/ 22 w 22"/>
                  <a:gd name="T1" fmla="*/ 10 h 23"/>
                  <a:gd name="T2" fmla="*/ 12 w 22"/>
                  <a:gd name="T3" fmla="*/ 28 h 23"/>
                  <a:gd name="T4" fmla="*/ 1 w 22"/>
                  <a:gd name="T5" fmla="*/ 19 h 23"/>
                  <a:gd name="T6" fmla="*/ 10 w 22"/>
                  <a:gd name="T7" fmla="*/ 1 h 23"/>
                  <a:gd name="T8" fmla="*/ 22 w 22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2" y="10"/>
                    </a:moveTo>
                    <a:cubicBezTo>
                      <a:pt x="22" y="16"/>
                      <a:pt x="18" y="22"/>
                      <a:pt x="12" y="22"/>
                    </a:cubicBezTo>
                    <a:cubicBezTo>
                      <a:pt x="7" y="23"/>
                      <a:pt x="1" y="19"/>
                      <a:pt x="1" y="13"/>
                    </a:cubicBezTo>
                    <a:cubicBezTo>
                      <a:pt x="0" y="7"/>
                      <a:pt x="4" y="2"/>
                      <a:pt x="10" y="1"/>
                    </a:cubicBezTo>
                    <a:cubicBezTo>
                      <a:pt x="16" y="0"/>
                      <a:pt x="21" y="5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3" name="Freeform 299">
                <a:extLst>
                  <a:ext uri="{FF2B5EF4-FFF2-40B4-BE49-F238E27FC236}">
                    <a16:creationId xmlns:a16="http://schemas.microsoft.com/office/drawing/2014/main" id="{3831D346-9ED7-4BAB-9BE0-20FB24255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3210"/>
                <a:ext cx="62" cy="70"/>
              </a:xfrm>
              <a:custGeom>
                <a:avLst/>
                <a:gdLst>
                  <a:gd name="T0" fmla="*/ 50 w 61"/>
                  <a:gd name="T1" fmla="*/ 0 h 70"/>
                  <a:gd name="T2" fmla="*/ 0 w 61"/>
                  <a:gd name="T3" fmla="*/ 70 h 70"/>
                  <a:gd name="T4" fmla="*/ 50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4" y="0"/>
                    </a:moveTo>
                    <a:cubicBezTo>
                      <a:pt x="44" y="0"/>
                      <a:pt x="61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4" name="Freeform 300">
                <a:extLst>
                  <a:ext uri="{FF2B5EF4-FFF2-40B4-BE49-F238E27FC236}">
                    <a16:creationId xmlns:a16="http://schemas.microsoft.com/office/drawing/2014/main" id="{7ADD23CA-96AD-48D5-8C8F-C6DA2DC9D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3465"/>
                <a:ext cx="119" cy="121"/>
              </a:xfrm>
              <a:custGeom>
                <a:avLst/>
                <a:gdLst>
                  <a:gd name="T0" fmla="*/ 121 w 118"/>
                  <a:gd name="T1" fmla="*/ 59 h 119"/>
                  <a:gd name="T2" fmla="*/ 72 w 118"/>
                  <a:gd name="T3" fmla="*/ 127 h 119"/>
                  <a:gd name="T4" fmla="*/ 4 w 118"/>
                  <a:gd name="T5" fmla="*/ 72 h 119"/>
                  <a:gd name="T6" fmla="*/ 52 w 118"/>
                  <a:gd name="T7" fmla="*/ 4 h 119"/>
                  <a:gd name="T8" fmla="*/ 121 w 118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5" y="53"/>
                    </a:moveTo>
                    <a:cubicBezTo>
                      <a:pt x="118" y="84"/>
                      <a:pt x="96" y="111"/>
                      <a:pt x="66" y="115"/>
                    </a:cubicBezTo>
                    <a:cubicBezTo>
                      <a:pt x="35" y="119"/>
                      <a:pt x="7" y="97"/>
                      <a:pt x="4" y="66"/>
                    </a:cubicBezTo>
                    <a:cubicBezTo>
                      <a:pt x="0" y="36"/>
                      <a:pt x="22" y="8"/>
                      <a:pt x="52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5" name="Freeform 301">
                <a:extLst>
                  <a:ext uri="{FF2B5EF4-FFF2-40B4-BE49-F238E27FC236}">
                    <a16:creationId xmlns:a16="http://schemas.microsoft.com/office/drawing/2014/main" id="{B950A3C9-8915-4912-971F-588397B4F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3465"/>
                <a:ext cx="119" cy="121"/>
              </a:xfrm>
              <a:custGeom>
                <a:avLst/>
                <a:gdLst>
                  <a:gd name="T0" fmla="*/ 121 w 118"/>
                  <a:gd name="T1" fmla="*/ 59 h 119"/>
                  <a:gd name="T2" fmla="*/ 72 w 118"/>
                  <a:gd name="T3" fmla="*/ 127 h 119"/>
                  <a:gd name="T4" fmla="*/ 4 w 118"/>
                  <a:gd name="T5" fmla="*/ 72 h 119"/>
                  <a:gd name="T6" fmla="*/ 52 w 118"/>
                  <a:gd name="T7" fmla="*/ 4 h 119"/>
                  <a:gd name="T8" fmla="*/ 121 w 118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5" y="53"/>
                    </a:moveTo>
                    <a:cubicBezTo>
                      <a:pt x="118" y="84"/>
                      <a:pt x="96" y="111"/>
                      <a:pt x="66" y="115"/>
                    </a:cubicBezTo>
                    <a:cubicBezTo>
                      <a:pt x="35" y="119"/>
                      <a:pt x="7" y="97"/>
                      <a:pt x="4" y="66"/>
                    </a:cubicBezTo>
                    <a:cubicBezTo>
                      <a:pt x="0" y="36"/>
                      <a:pt x="22" y="8"/>
                      <a:pt x="52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6" name="Freeform 302">
                <a:extLst>
                  <a:ext uri="{FF2B5EF4-FFF2-40B4-BE49-F238E27FC236}">
                    <a16:creationId xmlns:a16="http://schemas.microsoft.com/office/drawing/2014/main" id="{1AE9086D-D93F-4B17-867D-86DCFAA8B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482"/>
                <a:ext cx="67" cy="68"/>
              </a:xfrm>
              <a:custGeom>
                <a:avLst/>
                <a:gdLst>
                  <a:gd name="T0" fmla="*/ 70 w 66"/>
                  <a:gd name="T1" fmla="*/ 30 h 67"/>
                  <a:gd name="T2" fmla="*/ 43 w 66"/>
                  <a:gd name="T3" fmla="*/ 71 h 67"/>
                  <a:gd name="T4" fmla="*/ 2 w 66"/>
                  <a:gd name="T5" fmla="*/ 43 h 67"/>
                  <a:gd name="T6" fmla="*/ 29 w 66"/>
                  <a:gd name="T7" fmla="*/ 2 h 67"/>
                  <a:gd name="T8" fmla="*/ 70 w 66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64" y="30"/>
                    </a:moveTo>
                    <a:cubicBezTo>
                      <a:pt x="66" y="47"/>
                      <a:pt x="54" y="63"/>
                      <a:pt x="37" y="65"/>
                    </a:cubicBezTo>
                    <a:cubicBezTo>
                      <a:pt x="20" y="67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7" y="0"/>
                      <a:pt x="62" y="13"/>
                      <a:pt x="64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7" name="Freeform 303">
                <a:extLst>
                  <a:ext uri="{FF2B5EF4-FFF2-40B4-BE49-F238E27FC236}">
                    <a16:creationId xmlns:a16="http://schemas.microsoft.com/office/drawing/2014/main" id="{561E5CF1-0B95-4889-A25D-219F58BF8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3495"/>
                <a:ext cx="23" cy="23"/>
              </a:xfrm>
              <a:custGeom>
                <a:avLst/>
                <a:gdLst>
                  <a:gd name="T0" fmla="*/ 22 w 23"/>
                  <a:gd name="T1" fmla="*/ 10 h 23"/>
                  <a:gd name="T2" fmla="*/ 13 w 23"/>
                  <a:gd name="T3" fmla="*/ 22 h 23"/>
                  <a:gd name="T4" fmla="*/ 1 w 23"/>
                  <a:gd name="T5" fmla="*/ 13 h 23"/>
                  <a:gd name="T6" fmla="*/ 10 w 23"/>
                  <a:gd name="T7" fmla="*/ 1 h 23"/>
                  <a:gd name="T8" fmla="*/ 22 w 23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2" y="10"/>
                    </a:moveTo>
                    <a:cubicBezTo>
                      <a:pt x="23" y="16"/>
                      <a:pt x="19" y="21"/>
                      <a:pt x="13" y="22"/>
                    </a:cubicBezTo>
                    <a:cubicBezTo>
                      <a:pt x="7" y="23"/>
                      <a:pt x="2" y="18"/>
                      <a:pt x="1" y="13"/>
                    </a:cubicBezTo>
                    <a:cubicBezTo>
                      <a:pt x="0" y="7"/>
                      <a:pt x="5" y="1"/>
                      <a:pt x="10" y="1"/>
                    </a:cubicBezTo>
                    <a:cubicBezTo>
                      <a:pt x="16" y="0"/>
                      <a:pt x="22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8" name="Freeform 304">
                <a:extLst>
                  <a:ext uri="{FF2B5EF4-FFF2-40B4-BE49-F238E27FC236}">
                    <a16:creationId xmlns:a16="http://schemas.microsoft.com/office/drawing/2014/main" id="{8BD6C3BA-AA6E-4CED-9183-78F828382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3508"/>
                <a:ext cx="61" cy="70"/>
              </a:xfrm>
              <a:custGeom>
                <a:avLst/>
                <a:gdLst>
                  <a:gd name="T0" fmla="*/ 45 w 61"/>
                  <a:gd name="T1" fmla="*/ 0 h 70"/>
                  <a:gd name="T2" fmla="*/ 0 w 61"/>
                  <a:gd name="T3" fmla="*/ 70 h 70"/>
                  <a:gd name="T4" fmla="*/ 45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8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9" name="Freeform 305">
                <a:extLst>
                  <a:ext uri="{FF2B5EF4-FFF2-40B4-BE49-F238E27FC236}">
                    <a16:creationId xmlns:a16="http://schemas.microsoft.com/office/drawing/2014/main" id="{91F607C0-75C4-46E3-938A-33E5A37F2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3548"/>
                <a:ext cx="119" cy="119"/>
              </a:xfrm>
              <a:custGeom>
                <a:avLst/>
                <a:gdLst>
                  <a:gd name="T0" fmla="*/ 121 w 118"/>
                  <a:gd name="T1" fmla="*/ 53 h 118"/>
                  <a:gd name="T2" fmla="*/ 72 w 118"/>
                  <a:gd name="T3" fmla="*/ 121 h 118"/>
                  <a:gd name="T4" fmla="*/ 4 w 118"/>
                  <a:gd name="T5" fmla="*/ 72 h 118"/>
                  <a:gd name="T6" fmla="*/ 53 w 118"/>
                  <a:gd name="T7" fmla="*/ 4 h 118"/>
                  <a:gd name="T8" fmla="*/ 121 w 118"/>
                  <a:gd name="T9" fmla="*/ 53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3"/>
                    </a:moveTo>
                    <a:cubicBezTo>
                      <a:pt x="118" y="83"/>
                      <a:pt x="97" y="111"/>
                      <a:pt x="66" y="115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0" name="Freeform 306">
                <a:extLst>
                  <a:ext uri="{FF2B5EF4-FFF2-40B4-BE49-F238E27FC236}">
                    <a16:creationId xmlns:a16="http://schemas.microsoft.com/office/drawing/2014/main" id="{6E3933F5-7881-41A7-8DFB-5AE19681F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3548"/>
                <a:ext cx="119" cy="119"/>
              </a:xfrm>
              <a:custGeom>
                <a:avLst/>
                <a:gdLst>
                  <a:gd name="T0" fmla="*/ 121 w 118"/>
                  <a:gd name="T1" fmla="*/ 53 h 118"/>
                  <a:gd name="T2" fmla="*/ 72 w 118"/>
                  <a:gd name="T3" fmla="*/ 121 h 118"/>
                  <a:gd name="T4" fmla="*/ 4 w 118"/>
                  <a:gd name="T5" fmla="*/ 72 h 118"/>
                  <a:gd name="T6" fmla="*/ 53 w 118"/>
                  <a:gd name="T7" fmla="*/ 4 h 118"/>
                  <a:gd name="T8" fmla="*/ 121 w 118"/>
                  <a:gd name="T9" fmla="*/ 53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3"/>
                    </a:moveTo>
                    <a:cubicBezTo>
                      <a:pt x="118" y="83"/>
                      <a:pt x="97" y="111"/>
                      <a:pt x="66" y="115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1" name="Freeform 307">
                <a:extLst>
                  <a:ext uri="{FF2B5EF4-FFF2-40B4-BE49-F238E27FC236}">
                    <a16:creationId xmlns:a16="http://schemas.microsoft.com/office/drawing/2014/main" id="{77A13A1D-4F03-44FE-A98E-A94DCDD85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3565"/>
                <a:ext cx="68" cy="67"/>
              </a:xfrm>
              <a:custGeom>
                <a:avLst/>
                <a:gdLst>
                  <a:gd name="T0" fmla="*/ 70 w 67"/>
                  <a:gd name="T1" fmla="*/ 29 h 66"/>
                  <a:gd name="T2" fmla="*/ 43 w 67"/>
                  <a:gd name="T3" fmla="*/ 70 h 66"/>
                  <a:gd name="T4" fmla="*/ 2 w 67"/>
                  <a:gd name="T5" fmla="*/ 43 h 66"/>
                  <a:gd name="T6" fmla="*/ 30 w 67"/>
                  <a:gd name="T7" fmla="*/ 2 h 66"/>
                  <a:gd name="T8" fmla="*/ 70 w 67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4" y="29"/>
                    </a:moveTo>
                    <a:cubicBezTo>
                      <a:pt x="67" y="47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20"/>
                      <a:pt x="12" y="4"/>
                      <a:pt x="30" y="2"/>
                    </a:cubicBezTo>
                    <a:cubicBezTo>
                      <a:pt x="47" y="0"/>
                      <a:pt x="62" y="12"/>
                      <a:pt x="64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2" name="Freeform 308">
                <a:extLst>
                  <a:ext uri="{FF2B5EF4-FFF2-40B4-BE49-F238E27FC236}">
                    <a16:creationId xmlns:a16="http://schemas.microsoft.com/office/drawing/2014/main" id="{BBE68776-961D-4DE6-8FFE-6CC9C9EE2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3577"/>
                <a:ext cx="23" cy="23"/>
              </a:xfrm>
              <a:custGeom>
                <a:avLst/>
                <a:gdLst>
                  <a:gd name="T0" fmla="*/ 27 w 22"/>
                  <a:gd name="T1" fmla="*/ 10 h 22"/>
                  <a:gd name="T2" fmla="*/ 18 w 22"/>
                  <a:gd name="T3" fmla="*/ 28 h 22"/>
                  <a:gd name="T4" fmla="*/ 0 w 22"/>
                  <a:gd name="T5" fmla="*/ 18 h 22"/>
                  <a:gd name="T6" fmla="*/ 10 w 22"/>
                  <a:gd name="T7" fmla="*/ 0 h 22"/>
                  <a:gd name="T8" fmla="*/ 27 w 22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1" y="10"/>
                    </a:moveTo>
                    <a:cubicBezTo>
                      <a:pt x="22" y="16"/>
                      <a:pt x="18" y="21"/>
                      <a:pt x="12" y="22"/>
                    </a:cubicBezTo>
                    <a:cubicBezTo>
                      <a:pt x="6" y="22"/>
                      <a:pt x="1" y="18"/>
                      <a:pt x="0" y="12"/>
                    </a:cubicBezTo>
                    <a:cubicBezTo>
                      <a:pt x="0" y="6"/>
                      <a:pt x="4" y="1"/>
                      <a:pt x="10" y="0"/>
                    </a:cubicBezTo>
                    <a:cubicBezTo>
                      <a:pt x="15" y="0"/>
                      <a:pt x="21" y="4"/>
                      <a:pt x="21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3" name="Freeform 309">
                <a:extLst>
                  <a:ext uri="{FF2B5EF4-FFF2-40B4-BE49-F238E27FC236}">
                    <a16:creationId xmlns:a16="http://schemas.microsoft.com/office/drawing/2014/main" id="{946FD28C-9264-43D7-9091-84D29C511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3590"/>
                <a:ext cx="60" cy="70"/>
              </a:xfrm>
              <a:custGeom>
                <a:avLst/>
                <a:gdLst>
                  <a:gd name="T0" fmla="*/ 44 w 60"/>
                  <a:gd name="T1" fmla="*/ 0 h 70"/>
                  <a:gd name="T2" fmla="*/ 0 w 60"/>
                  <a:gd name="T3" fmla="*/ 70 h 70"/>
                  <a:gd name="T4" fmla="*/ 44 w 60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0">
                    <a:moveTo>
                      <a:pt x="44" y="0"/>
                    </a:moveTo>
                    <a:cubicBezTo>
                      <a:pt x="44" y="0"/>
                      <a:pt x="60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4" name="Freeform 310">
                <a:extLst>
                  <a:ext uri="{FF2B5EF4-FFF2-40B4-BE49-F238E27FC236}">
                    <a16:creationId xmlns:a16="http://schemas.microsoft.com/office/drawing/2014/main" id="{0048A247-DF50-4A40-BEB9-CEA4E9B19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544"/>
                <a:ext cx="119" cy="119"/>
              </a:xfrm>
              <a:custGeom>
                <a:avLst/>
                <a:gdLst>
                  <a:gd name="T0" fmla="*/ 121 w 118"/>
                  <a:gd name="T1" fmla="*/ 52 h 118"/>
                  <a:gd name="T2" fmla="*/ 72 w 118"/>
                  <a:gd name="T3" fmla="*/ 120 h 118"/>
                  <a:gd name="T4" fmla="*/ 4 w 118"/>
                  <a:gd name="T5" fmla="*/ 71 h 118"/>
                  <a:gd name="T6" fmla="*/ 52 w 118"/>
                  <a:gd name="T7" fmla="*/ 3 h 118"/>
                  <a:gd name="T8" fmla="*/ 121 w 118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6" y="111"/>
                      <a:pt x="66" y="114"/>
                    </a:cubicBezTo>
                    <a:cubicBezTo>
                      <a:pt x="35" y="118"/>
                      <a:pt x="7" y="96"/>
                      <a:pt x="4" y="65"/>
                    </a:cubicBezTo>
                    <a:cubicBezTo>
                      <a:pt x="0" y="35"/>
                      <a:pt x="22" y="7"/>
                      <a:pt x="52" y="3"/>
                    </a:cubicBezTo>
                    <a:cubicBezTo>
                      <a:pt x="83" y="0"/>
                      <a:pt x="111" y="21"/>
                      <a:pt x="115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5" name="Freeform 311">
                <a:extLst>
                  <a:ext uri="{FF2B5EF4-FFF2-40B4-BE49-F238E27FC236}">
                    <a16:creationId xmlns:a16="http://schemas.microsoft.com/office/drawing/2014/main" id="{49CEB481-07C5-4CF5-B1E8-63D4A418A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544"/>
                <a:ext cx="119" cy="119"/>
              </a:xfrm>
              <a:custGeom>
                <a:avLst/>
                <a:gdLst>
                  <a:gd name="T0" fmla="*/ 121 w 118"/>
                  <a:gd name="T1" fmla="*/ 52 h 118"/>
                  <a:gd name="T2" fmla="*/ 72 w 118"/>
                  <a:gd name="T3" fmla="*/ 120 h 118"/>
                  <a:gd name="T4" fmla="*/ 4 w 118"/>
                  <a:gd name="T5" fmla="*/ 71 h 118"/>
                  <a:gd name="T6" fmla="*/ 52 w 118"/>
                  <a:gd name="T7" fmla="*/ 3 h 118"/>
                  <a:gd name="T8" fmla="*/ 121 w 118"/>
                  <a:gd name="T9" fmla="*/ 52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6" y="111"/>
                      <a:pt x="66" y="114"/>
                    </a:cubicBezTo>
                    <a:cubicBezTo>
                      <a:pt x="35" y="118"/>
                      <a:pt x="7" y="96"/>
                      <a:pt x="4" y="65"/>
                    </a:cubicBezTo>
                    <a:cubicBezTo>
                      <a:pt x="0" y="35"/>
                      <a:pt x="22" y="7"/>
                      <a:pt x="52" y="3"/>
                    </a:cubicBezTo>
                    <a:cubicBezTo>
                      <a:pt x="83" y="0"/>
                      <a:pt x="111" y="21"/>
                      <a:pt x="115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6" name="Freeform 312">
                <a:extLst>
                  <a:ext uri="{FF2B5EF4-FFF2-40B4-BE49-F238E27FC236}">
                    <a16:creationId xmlns:a16="http://schemas.microsoft.com/office/drawing/2014/main" id="{B19D1B20-CD83-4E8A-A857-190932694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3560"/>
                <a:ext cx="67" cy="68"/>
              </a:xfrm>
              <a:custGeom>
                <a:avLst/>
                <a:gdLst>
                  <a:gd name="T0" fmla="*/ 70 w 66"/>
                  <a:gd name="T1" fmla="*/ 30 h 67"/>
                  <a:gd name="T2" fmla="*/ 43 w 66"/>
                  <a:gd name="T3" fmla="*/ 71 h 67"/>
                  <a:gd name="T4" fmla="*/ 2 w 66"/>
                  <a:gd name="T5" fmla="*/ 43 h 67"/>
                  <a:gd name="T6" fmla="*/ 29 w 66"/>
                  <a:gd name="T7" fmla="*/ 2 h 67"/>
                  <a:gd name="T8" fmla="*/ 70 w 66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64" y="30"/>
                    </a:moveTo>
                    <a:cubicBezTo>
                      <a:pt x="66" y="47"/>
                      <a:pt x="54" y="63"/>
                      <a:pt x="37" y="65"/>
                    </a:cubicBezTo>
                    <a:cubicBezTo>
                      <a:pt x="20" y="67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7" y="0"/>
                      <a:pt x="62" y="13"/>
                      <a:pt x="64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7" name="Freeform 313">
                <a:extLst>
                  <a:ext uri="{FF2B5EF4-FFF2-40B4-BE49-F238E27FC236}">
                    <a16:creationId xmlns:a16="http://schemas.microsoft.com/office/drawing/2014/main" id="{ED5992EB-3F71-42EF-B6E2-35B8CD19A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3572"/>
                <a:ext cx="24" cy="24"/>
              </a:xfrm>
              <a:custGeom>
                <a:avLst/>
                <a:gdLst>
                  <a:gd name="T0" fmla="*/ 28 w 23"/>
                  <a:gd name="T1" fmla="*/ 10 h 23"/>
                  <a:gd name="T2" fmla="*/ 19 w 23"/>
                  <a:gd name="T3" fmla="*/ 28 h 23"/>
                  <a:gd name="T4" fmla="*/ 1 w 23"/>
                  <a:gd name="T5" fmla="*/ 19 h 23"/>
                  <a:gd name="T6" fmla="*/ 10 w 23"/>
                  <a:gd name="T7" fmla="*/ 1 h 23"/>
                  <a:gd name="T8" fmla="*/ 28 w 23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2" y="10"/>
                    </a:moveTo>
                    <a:cubicBezTo>
                      <a:pt x="23" y="16"/>
                      <a:pt x="19" y="21"/>
                      <a:pt x="13" y="22"/>
                    </a:cubicBezTo>
                    <a:cubicBezTo>
                      <a:pt x="7" y="23"/>
                      <a:pt x="2" y="19"/>
                      <a:pt x="1" y="13"/>
                    </a:cubicBezTo>
                    <a:cubicBezTo>
                      <a:pt x="0" y="7"/>
                      <a:pt x="5" y="2"/>
                      <a:pt x="10" y="1"/>
                    </a:cubicBezTo>
                    <a:cubicBezTo>
                      <a:pt x="16" y="0"/>
                      <a:pt x="22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8" name="Freeform 314">
                <a:extLst>
                  <a:ext uri="{FF2B5EF4-FFF2-40B4-BE49-F238E27FC236}">
                    <a16:creationId xmlns:a16="http://schemas.microsoft.com/office/drawing/2014/main" id="{BD6909BE-7A58-40D0-B38D-595284244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3586"/>
                <a:ext cx="62" cy="70"/>
              </a:xfrm>
              <a:custGeom>
                <a:avLst/>
                <a:gdLst>
                  <a:gd name="T0" fmla="*/ 51 w 61"/>
                  <a:gd name="T1" fmla="*/ 0 h 70"/>
                  <a:gd name="T2" fmla="*/ 0 w 61"/>
                  <a:gd name="T3" fmla="*/ 70 h 70"/>
                  <a:gd name="T4" fmla="*/ 51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8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9" name="Freeform 315">
                <a:extLst>
                  <a:ext uri="{FF2B5EF4-FFF2-40B4-BE49-F238E27FC236}">
                    <a16:creationId xmlns:a16="http://schemas.microsoft.com/office/drawing/2014/main" id="{FEB0C0F3-F789-49AB-97D2-E7A2B29D6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3791"/>
                <a:ext cx="119" cy="120"/>
              </a:xfrm>
              <a:custGeom>
                <a:avLst/>
                <a:gdLst>
                  <a:gd name="T0" fmla="*/ 121 w 118"/>
                  <a:gd name="T1" fmla="*/ 53 h 119"/>
                  <a:gd name="T2" fmla="*/ 72 w 118"/>
                  <a:gd name="T3" fmla="*/ 121 h 119"/>
                  <a:gd name="T4" fmla="*/ 4 w 118"/>
                  <a:gd name="T5" fmla="*/ 72 h 119"/>
                  <a:gd name="T6" fmla="*/ 53 w 118"/>
                  <a:gd name="T7" fmla="*/ 4 h 119"/>
                  <a:gd name="T8" fmla="*/ 121 w 118"/>
                  <a:gd name="T9" fmla="*/ 53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5" y="53"/>
                    </a:moveTo>
                    <a:cubicBezTo>
                      <a:pt x="118" y="83"/>
                      <a:pt x="96" y="111"/>
                      <a:pt x="66" y="115"/>
                    </a:cubicBezTo>
                    <a:cubicBezTo>
                      <a:pt x="35" y="119"/>
                      <a:pt x="7" y="97"/>
                      <a:pt x="4" y="66"/>
                    </a:cubicBezTo>
                    <a:cubicBezTo>
                      <a:pt x="0" y="35"/>
                      <a:pt x="22" y="8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0" name="Freeform 316">
                <a:extLst>
                  <a:ext uri="{FF2B5EF4-FFF2-40B4-BE49-F238E27FC236}">
                    <a16:creationId xmlns:a16="http://schemas.microsoft.com/office/drawing/2014/main" id="{0EA26BD3-9C98-4CE9-9FA1-339A90E4C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3791"/>
                <a:ext cx="119" cy="120"/>
              </a:xfrm>
              <a:custGeom>
                <a:avLst/>
                <a:gdLst>
                  <a:gd name="T0" fmla="*/ 121 w 118"/>
                  <a:gd name="T1" fmla="*/ 53 h 119"/>
                  <a:gd name="T2" fmla="*/ 72 w 118"/>
                  <a:gd name="T3" fmla="*/ 121 h 119"/>
                  <a:gd name="T4" fmla="*/ 4 w 118"/>
                  <a:gd name="T5" fmla="*/ 72 h 119"/>
                  <a:gd name="T6" fmla="*/ 53 w 118"/>
                  <a:gd name="T7" fmla="*/ 4 h 119"/>
                  <a:gd name="T8" fmla="*/ 121 w 118"/>
                  <a:gd name="T9" fmla="*/ 53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5" y="53"/>
                    </a:moveTo>
                    <a:cubicBezTo>
                      <a:pt x="118" y="83"/>
                      <a:pt x="96" y="111"/>
                      <a:pt x="66" y="115"/>
                    </a:cubicBezTo>
                    <a:cubicBezTo>
                      <a:pt x="35" y="119"/>
                      <a:pt x="7" y="97"/>
                      <a:pt x="4" y="66"/>
                    </a:cubicBezTo>
                    <a:cubicBezTo>
                      <a:pt x="0" y="35"/>
                      <a:pt x="22" y="8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1" name="Freeform 317">
                <a:extLst>
                  <a:ext uri="{FF2B5EF4-FFF2-40B4-BE49-F238E27FC236}">
                    <a16:creationId xmlns:a16="http://schemas.microsoft.com/office/drawing/2014/main" id="{FEDFBD1F-C823-4DEA-8881-2072FAF5A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3808"/>
                <a:ext cx="67" cy="68"/>
              </a:xfrm>
              <a:custGeom>
                <a:avLst/>
                <a:gdLst>
                  <a:gd name="T0" fmla="*/ 70 w 66"/>
                  <a:gd name="T1" fmla="*/ 30 h 67"/>
                  <a:gd name="T2" fmla="*/ 43 w 66"/>
                  <a:gd name="T3" fmla="*/ 70 h 67"/>
                  <a:gd name="T4" fmla="*/ 2 w 66"/>
                  <a:gd name="T5" fmla="*/ 43 h 67"/>
                  <a:gd name="T6" fmla="*/ 30 w 66"/>
                  <a:gd name="T7" fmla="*/ 2 h 67"/>
                  <a:gd name="T8" fmla="*/ 70 w 66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64" y="30"/>
                    </a:moveTo>
                    <a:cubicBezTo>
                      <a:pt x="66" y="47"/>
                      <a:pt x="54" y="62"/>
                      <a:pt x="37" y="64"/>
                    </a:cubicBezTo>
                    <a:cubicBezTo>
                      <a:pt x="20" y="67"/>
                      <a:pt x="4" y="54"/>
                      <a:pt x="2" y="37"/>
                    </a:cubicBezTo>
                    <a:cubicBezTo>
                      <a:pt x="0" y="20"/>
                      <a:pt x="12" y="4"/>
                      <a:pt x="30" y="2"/>
                    </a:cubicBezTo>
                    <a:cubicBezTo>
                      <a:pt x="47" y="0"/>
                      <a:pt x="62" y="12"/>
                      <a:pt x="64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2" name="Freeform 318">
                <a:extLst>
                  <a:ext uri="{FF2B5EF4-FFF2-40B4-BE49-F238E27FC236}">
                    <a16:creationId xmlns:a16="http://schemas.microsoft.com/office/drawing/2014/main" id="{9CDE77F1-5C65-4164-A454-D7BBB81BE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3820"/>
                <a:ext cx="22" cy="22"/>
              </a:xfrm>
              <a:custGeom>
                <a:avLst/>
                <a:gdLst>
                  <a:gd name="T0" fmla="*/ 21 w 22"/>
                  <a:gd name="T1" fmla="*/ 10 h 22"/>
                  <a:gd name="T2" fmla="*/ 12 w 22"/>
                  <a:gd name="T3" fmla="*/ 22 h 22"/>
                  <a:gd name="T4" fmla="*/ 0 w 22"/>
                  <a:gd name="T5" fmla="*/ 12 h 22"/>
                  <a:gd name="T6" fmla="*/ 10 w 22"/>
                  <a:gd name="T7" fmla="*/ 1 h 22"/>
                  <a:gd name="T8" fmla="*/ 21 w 22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1" y="10"/>
                    </a:moveTo>
                    <a:cubicBezTo>
                      <a:pt x="22" y="16"/>
                      <a:pt x="18" y="21"/>
                      <a:pt x="12" y="22"/>
                    </a:cubicBezTo>
                    <a:cubicBezTo>
                      <a:pt x="6" y="22"/>
                      <a:pt x="1" y="18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1" y="4"/>
                      <a:pt x="21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3" name="Freeform 319">
                <a:extLst>
                  <a:ext uri="{FF2B5EF4-FFF2-40B4-BE49-F238E27FC236}">
                    <a16:creationId xmlns:a16="http://schemas.microsoft.com/office/drawing/2014/main" id="{4FC2C641-BACE-4474-B848-C2AE9F266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3832"/>
                <a:ext cx="61" cy="71"/>
              </a:xfrm>
              <a:custGeom>
                <a:avLst/>
                <a:gdLst>
                  <a:gd name="T0" fmla="*/ 45 w 61"/>
                  <a:gd name="T1" fmla="*/ 0 h 70"/>
                  <a:gd name="T2" fmla="*/ 0 w 61"/>
                  <a:gd name="T3" fmla="*/ 76 h 70"/>
                  <a:gd name="T4" fmla="*/ 45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9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Freeform 320">
                <a:extLst>
                  <a:ext uri="{FF2B5EF4-FFF2-40B4-BE49-F238E27FC236}">
                    <a16:creationId xmlns:a16="http://schemas.microsoft.com/office/drawing/2014/main" id="{31530DC8-8397-451E-BB78-02783A326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" y="2603"/>
                <a:ext cx="120" cy="121"/>
              </a:xfrm>
              <a:custGeom>
                <a:avLst/>
                <a:gdLst>
                  <a:gd name="T0" fmla="*/ 121 w 119"/>
                  <a:gd name="T1" fmla="*/ 59 h 119"/>
                  <a:gd name="T2" fmla="*/ 72 w 119"/>
                  <a:gd name="T3" fmla="*/ 127 h 119"/>
                  <a:gd name="T4" fmla="*/ 4 w 119"/>
                  <a:gd name="T5" fmla="*/ 72 h 119"/>
                  <a:gd name="T6" fmla="*/ 53 w 119"/>
                  <a:gd name="T7" fmla="*/ 4 h 119"/>
                  <a:gd name="T8" fmla="*/ 121 w 119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9">
                    <a:moveTo>
                      <a:pt x="115" y="53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6" y="119"/>
                      <a:pt x="8" y="97"/>
                      <a:pt x="4" y="66"/>
                    </a:cubicBezTo>
                    <a:cubicBezTo>
                      <a:pt x="0" y="35"/>
                      <a:pt x="22" y="8"/>
                      <a:pt x="53" y="4"/>
                    </a:cubicBezTo>
                    <a:cubicBezTo>
                      <a:pt x="84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5" name="Freeform 321">
                <a:extLst>
                  <a:ext uri="{FF2B5EF4-FFF2-40B4-BE49-F238E27FC236}">
                    <a16:creationId xmlns:a16="http://schemas.microsoft.com/office/drawing/2014/main" id="{04FE0E9B-EF62-4359-A885-9395B02A6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" y="2603"/>
                <a:ext cx="120" cy="121"/>
              </a:xfrm>
              <a:custGeom>
                <a:avLst/>
                <a:gdLst>
                  <a:gd name="T0" fmla="*/ 121 w 119"/>
                  <a:gd name="T1" fmla="*/ 59 h 119"/>
                  <a:gd name="T2" fmla="*/ 72 w 119"/>
                  <a:gd name="T3" fmla="*/ 127 h 119"/>
                  <a:gd name="T4" fmla="*/ 4 w 119"/>
                  <a:gd name="T5" fmla="*/ 72 h 119"/>
                  <a:gd name="T6" fmla="*/ 53 w 119"/>
                  <a:gd name="T7" fmla="*/ 4 h 119"/>
                  <a:gd name="T8" fmla="*/ 121 w 119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9">
                    <a:moveTo>
                      <a:pt x="115" y="53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6" y="119"/>
                      <a:pt x="8" y="97"/>
                      <a:pt x="4" y="66"/>
                    </a:cubicBezTo>
                    <a:cubicBezTo>
                      <a:pt x="0" y="35"/>
                      <a:pt x="22" y="8"/>
                      <a:pt x="53" y="4"/>
                    </a:cubicBezTo>
                    <a:cubicBezTo>
                      <a:pt x="84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6" name="Freeform 322">
                <a:extLst>
                  <a:ext uri="{FF2B5EF4-FFF2-40B4-BE49-F238E27FC236}">
                    <a16:creationId xmlns:a16="http://schemas.microsoft.com/office/drawing/2014/main" id="{B0A6C067-C25F-454B-B383-48AA5DB34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2620"/>
                <a:ext cx="68" cy="67"/>
              </a:xfrm>
              <a:custGeom>
                <a:avLst/>
                <a:gdLst>
                  <a:gd name="T0" fmla="*/ 71 w 67"/>
                  <a:gd name="T1" fmla="*/ 30 h 66"/>
                  <a:gd name="T2" fmla="*/ 43 w 67"/>
                  <a:gd name="T3" fmla="*/ 70 h 66"/>
                  <a:gd name="T4" fmla="*/ 3 w 67"/>
                  <a:gd name="T5" fmla="*/ 43 h 66"/>
                  <a:gd name="T6" fmla="*/ 30 w 67"/>
                  <a:gd name="T7" fmla="*/ 2 h 66"/>
                  <a:gd name="T8" fmla="*/ 71 w 67"/>
                  <a:gd name="T9" fmla="*/ 3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5" y="30"/>
                    </a:moveTo>
                    <a:cubicBezTo>
                      <a:pt x="67" y="47"/>
                      <a:pt x="55" y="62"/>
                      <a:pt x="37" y="64"/>
                    </a:cubicBezTo>
                    <a:cubicBezTo>
                      <a:pt x="20" y="66"/>
                      <a:pt x="5" y="54"/>
                      <a:pt x="3" y="37"/>
                    </a:cubicBezTo>
                    <a:cubicBezTo>
                      <a:pt x="0" y="20"/>
                      <a:pt x="13" y="4"/>
                      <a:pt x="30" y="2"/>
                    </a:cubicBezTo>
                    <a:cubicBezTo>
                      <a:pt x="47" y="0"/>
                      <a:pt x="63" y="12"/>
                      <a:pt x="65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7" name="Freeform 323">
                <a:extLst>
                  <a:ext uri="{FF2B5EF4-FFF2-40B4-BE49-F238E27FC236}">
                    <a16:creationId xmlns:a16="http://schemas.microsoft.com/office/drawing/2014/main" id="{C65E2AD3-D7AC-4CA2-A695-38EA9D987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" y="2633"/>
                <a:ext cx="23" cy="22"/>
              </a:xfrm>
              <a:custGeom>
                <a:avLst/>
                <a:gdLst>
                  <a:gd name="T0" fmla="*/ 22 w 23"/>
                  <a:gd name="T1" fmla="*/ 10 h 22"/>
                  <a:gd name="T2" fmla="*/ 13 w 23"/>
                  <a:gd name="T3" fmla="*/ 22 h 22"/>
                  <a:gd name="T4" fmla="*/ 1 w 23"/>
                  <a:gd name="T5" fmla="*/ 12 h 22"/>
                  <a:gd name="T6" fmla="*/ 10 w 23"/>
                  <a:gd name="T7" fmla="*/ 1 h 22"/>
                  <a:gd name="T8" fmla="*/ 22 w 23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2" y="10"/>
                    </a:moveTo>
                    <a:cubicBezTo>
                      <a:pt x="23" y="16"/>
                      <a:pt x="18" y="21"/>
                      <a:pt x="13" y="22"/>
                    </a:cubicBezTo>
                    <a:cubicBezTo>
                      <a:pt x="7" y="22"/>
                      <a:pt x="1" y="18"/>
                      <a:pt x="1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Freeform 324">
                <a:extLst>
                  <a:ext uri="{FF2B5EF4-FFF2-40B4-BE49-F238E27FC236}">
                    <a16:creationId xmlns:a16="http://schemas.microsoft.com/office/drawing/2014/main" id="{220263F6-0515-4EDC-A407-FB88AE620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2645"/>
                <a:ext cx="61" cy="70"/>
              </a:xfrm>
              <a:custGeom>
                <a:avLst/>
                <a:gdLst>
                  <a:gd name="T0" fmla="*/ 44 w 61"/>
                  <a:gd name="T1" fmla="*/ 0 h 70"/>
                  <a:gd name="T2" fmla="*/ 0 w 61"/>
                  <a:gd name="T3" fmla="*/ 70 h 70"/>
                  <a:gd name="T4" fmla="*/ 44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4" y="0"/>
                    </a:moveTo>
                    <a:cubicBezTo>
                      <a:pt x="44" y="0"/>
                      <a:pt x="61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9" name="Freeform 325">
                <a:extLst>
                  <a:ext uri="{FF2B5EF4-FFF2-40B4-BE49-F238E27FC236}">
                    <a16:creationId xmlns:a16="http://schemas.microsoft.com/office/drawing/2014/main" id="{A3D1496B-84EB-4FA6-A7EE-A44FEF61E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553"/>
                <a:ext cx="36" cy="60"/>
              </a:xfrm>
              <a:custGeom>
                <a:avLst/>
                <a:gdLst>
                  <a:gd name="T0" fmla="*/ 34 w 36"/>
                  <a:gd name="T1" fmla="*/ 47 h 60"/>
                  <a:gd name="T2" fmla="*/ 30 w 36"/>
                  <a:gd name="T3" fmla="*/ 58 h 60"/>
                  <a:gd name="T4" fmla="*/ 30 w 36"/>
                  <a:gd name="T5" fmla="*/ 58 h 60"/>
                  <a:gd name="T6" fmla="*/ 18 w 36"/>
                  <a:gd name="T7" fmla="*/ 54 h 60"/>
                  <a:gd name="T8" fmla="*/ 2 w 36"/>
                  <a:gd name="T9" fmla="*/ 17 h 60"/>
                  <a:gd name="T10" fmla="*/ 11 w 36"/>
                  <a:gd name="T11" fmla="*/ 3 h 60"/>
                  <a:gd name="T12" fmla="*/ 11 w 36"/>
                  <a:gd name="T13" fmla="*/ 3 h 60"/>
                  <a:gd name="T14" fmla="*/ 28 w 36"/>
                  <a:gd name="T15" fmla="*/ 6 h 60"/>
                  <a:gd name="T16" fmla="*/ 34 w 36"/>
                  <a:gd name="T17" fmla="*/ 47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60">
                    <a:moveTo>
                      <a:pt x="34" y="47"/>
                    </a:moveTo>
                    <a:cubicBezTo>
                      <a:pt x="36" y="51"/>
                      <a:pt x="34" y="56"/>
                      <a:pt x="30" y="58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25" y="60"/>
                      <a:pt x="20" y="58"/>
                      <a:pt x="18" y="54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0" y="13"/>
                      <a:pt x="4" y="6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8" y="0"/>
                      <a:pt x="26" y="1"/>
                      <a:pt x="28" y="6"/>
                    </a:cubicBezTo>
                    <a:lnTo>
                      <a:pt x="34" y="47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326">
                <a:extLst>
                  <a:ext uri="{FF2B5EF4-FFF2-40B4-BE49-F238E27FC236}">
                    <a16:creationId xmlns:a16="http://schemas.microsoft.com/office/drawing/2014/main" id="{0F544AB2-FCC4-412E-9AE6-1AC8F78AD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573"/>
                <a:ext cx="37" cy="39"/>
              </a:xfrm>
              <a:custGeom>
                <a:avLst/>
                <a:gdLst>
                  <a:gd name="T0" fmla="*/ 0 w 37"/>
                  <a:gd name="T1" fmla="*/ 0 h 39"/>
                  <a:gd name="T2" fmla="*/ 14 w 37"/>
                  <a:gd name="T3" fmla="*/ 32 h 39"/>
                  <a:gd name="T4" fmla="*/ 0 w 37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9">
                    <a:moveTo>
                      <a:pt x="0" y="0"/>
                    </a:move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37" y="39"/>
                      <a:pt x="0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Freeform 327">
                <a:extLst>
                  <a:ext uri="{FF2B5EF4-FFF2-40B4-BE49-F238E27FC236}">
                    <a16:creationId xmlns:a16="http://schemas.microsoft.com/office/drawing/2014/main" id="{15537CBB-B179-4888-9D72-279A6203F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557"/>
                <a:ext cx="22" cy="18"/>
              </a:xfrm>
              <a:custGeom>
                <a:avLst/>
                <a:gdLst>
                  <a:gd name="T0" fmla="*/ 0 w 22"/>
                  <a:gd name="T1" fmla="*/ 9 h 18"/>
                  <a:gd name="T2" fmla="*/ 21 w 22"/>
                  <a:gd name="T3" fmla="*/ 0 h 18"/>
                  <a:gd name="T4" fmla="*/ 14 w 22"/>
                  <a:gd name="T5" fmla="*/ 13 h 18"/>
                  <a:gd name="T6" fmla="*/ 0 w 22"/>
                  <a:gd name="T7" fmla="*/ 1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0" y="9"/>
                    </a:moveTo>
                    <a:cubicBezTo>
                      <a:pt x="6" y="18"/>
                      <a:pt x="18" y="5"/>
                      <a:pt x="21" y="0"/>
                    </a:cubicBezTo>
                    <a:cubicBezTo>
                      <a:pt x="22" y="6"/>
                      <a:pt x="21" y="11"/>
                      <a:pt x="14" y="13"/>
                    </a:cubicBezTo>
                    <a:cubicBezTo>
                      <a:pt x="9" y="15"/>
                      <a:pt x="3" y="15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Freeform 328">
                <a:extLst>
                  <a:ext uri="{FF2B5EF4-FFF2-40B4-BE49-F238E27FC236}">
                    <a16:creationId xmlns:a16="http://schemas.microsoft.com/office/drawing/2014/main" id="{3668BF0D-11CF-4FCC-A83B-1463ECD29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567"/>
                <a:ext cx="6" cy="33"/>
              </a:xfrm>
              <a:custGeom>
                <a:avLst/>
                <a:gdLst>
                  <a:gd name="T0" fmla="*/ 1 w 6"/>
                  <a:gd name="T1" fmla="*/ 0 h 33"/>
                  <a:gd name="T2" fmla="*/ 6 w 6"/>
                  <a:gd name="T3" fmla="*/ 33 h 33"/>
                  <a:gd name="T4" fmla="*/ 1 w 6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3">
                    <a:moveTo>
                      <a:pt x="1" y="0"/>
                    </a:move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3" name="Freeform 329">
                <a:extLst>
                  <a:ext uri="{FF2B5EF4-FFF2-40B4-BE49-F238E27FC236}">
                    <a16:creationId xmlns:a16="http://schemas.microsoft.com/office/drawing/2014/main" id="{4CE09A59-4A9A-45CE-96E3-AFFB33A88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553"/>
                <a:ext cx="37" cy="60"/>
              </a:xfrm>
              <a:custGeom>
                <a:avLst/>
                <a:gdLst>
                  <a:gd name="T0" fmla="*/ 35 w 37"/>
                  <a:gd name="T1" fmla="*/ 46 h 60"/>
                  <a:gd name="T2" fmla="*/ 30 w 37"/>
                  <a:gd name="T3" fmla="*/ 58 h 60"/>
                  <a:gd name="T4" fmla="*/ 30 w 37"/>
                  <a:gd name="T5" fmla="*/ 58 h 60"/>
                  <a:gd name="T6" fmla="*/ 18 w 37"/>
                  <a:gd name="T7" fmla="*/ 54 h 60"/>
                  <a:gd name="T8" fmla="*/ 2 w 37"/>
                  <a:gd name="T9" fmla="*/ 17 h 60"/>
                  <a:gd name="T10" fmla="*/ 12 w 37"/>
                  <a:gd name="T11" fmla="*/ 3 h 60"/>
                  <a:gd name="T12" fmla="*/ 12 w 37"/>
                  <a:gd name="T13" fmla="*/ 3 h 60"/>
                  <a:gd name="T14" fmla="*/ 28 w 37"/>
                  <a:gd name="T15" fmla="*/ 6 h 60"/>
                  <a:gd name="T16" fmla="*/ 35 w 37"/>
                  <a:gd name="T17" fmla="*/ 46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60">
                    <a:moveTo>
                      <a:pt x="35" y="46"/>
                    </a:moveTo>
                    <a:cubicBezTo>
                      <a:pt x="37" y="51"/>
                      <a:pt x="35" y="56"/>
                      <a:pt x="30" y="58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26" y="60"/>
                      <a:pt x="20" y="58"/>
                      <a:pt x="18" y="54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0" y="13"/>
                      <a:pt x="5" y="6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9" y="0"/>
                      <a:pt x="26" y="1"/>
                      <a:pt x="28" y="6"/>
                    </a:cubicBezTo>
                    <a:lnTo>
                      <a:pt x="35" y="4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4" name="Freeform 330">
                <a:extLst>
                  <a:ext uri="{FF2B5EF4-FFF2-40B4-BE49-F238E27FC236}">
                    <a16:creationId xmlns:a16="http://schemas.microsoft.com/office/drawing/2014/main" id="{A7F8F384-8CE7-4DA5-B6A6-3DB9E6E95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3056"/>
                <a:ext cx="62" cy="32"/>
              </a:xfrm>
              <a:custGeom>
                <a:avLst/>
                <a:gdLst>
                  <a:gd name="T0" fmla="*/ 13 w 61"/>
                  <a:gd name="T1" fmla="*/ 2 h 32"/>
                  <a:gd name="T2" fmla="*/ 2 w 61"/>
                  <a:gd name="T3" fmla="*/ 8 h 32"/>
                  <a:gd name="T4" fmla="*/ 2 w 61"/>
                  <a:gd name="T5" fmla="*/ 8 h 32"/>
                  <a:gd name="T6" fmla="*/ 8 w 61"/>
                  <a:gd name="T7" fmla="*/ 19 h 32"/>
                  <a:gd name="T8" fmla="*/ 52 w 61"/>
                  <a:gd name="T9" fmla="*/ 31 h 32"/>
                  <a:gd name="T10" fmla="*/ 65 w 61"/>
                  <a:gd name="T11" fmla="*/ 20 h 32"/>
                  <a:gd name="T12" fmla="*/ 65 w 61"/>
                  <a:gd name="T13" fmla="*/ 20 h 32"/>
                  <a:gd name="T14" fmla="*/ 61 w 61"/>
                  <a:gd name="T15" fmla="*/ 4 h 32"/>
                  <a:gd name="T16" fmla="*/ 13 w 61"/>
                  <a:gd name="T17" fmla="*/ 2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2">
                    <a:moveTo>
                      <a:pt x="13" y="2"/>
                    </a:moveTo>
                    <a:cubicBezTo>
                      <a:pt x="8" y="0"/>
                      <a:pt x="3" y="3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2"/>
                      <a:pt x="3" y="17"/>
                      <a:pt x="8" y="19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51" y="32"/>
                      <a:pt x="56" y="27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61" y="12"/>
                      <a:pt x="59" y="5"/>
                      <a:pt x="55" y="4"/>
                    </a:cubicBez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5" name="Freeform 331">
                <a:extLst>
                  <a:ext uri="{FF2B5EF4-FFF2-40B4-BE49-F238E27FC236}">
                    <a16:creationId xmlns:a16="http://schemas.microsoft.com/office/drawing/2014/main" id="{0E6358CC-1AFF-4F09-8535-3E73EB5C6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3051"/>
                <a:ext cx="44" cy="32"/>
              </a:xfrm>
              <a:custGeom>
                <a:avLst/>
                <a:gdLst>
                  <a:gd name="T0" fmla="*/ 49 w 43"/>
                  <a:gd name="T1" fmla="*/ 32 h 32"/>
                  <a:gd name="T2" fmla="*/ 10 w 43"/>
                  <a:gd name="T3" fmla="*/ 21 h 32"/>
                  <a:gd name="T4" fmla="*/ 49 w 43"/>
                  <a:gd name="T5" fmla="*/ 32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2">
                    <a:moveTo>
                      <a:pt x="43" y="32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0" y="0"/>
                      <a:pt x="43" y="32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6" name="Freeform 332">
                <a:extLst>
                  <a:ext uri="{FF2B5EF4-FFF2-40B4-BE49-F238E27FC236}">
                    <a16:creationId xmlns:a16="http://schemas.microsoft.com/office/drawing/2014/main" id="{14E0D1A5-D633-4774-8BE5-9F933A5EC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3063"/>
                <a:ext cx="17" cy="22"/>
              </a:xfrm>
              <a:custGeom>
                <a:avLst/>
                <a:gdLst>
                  <a:gd name="T0" fmla="*/ 10 w 17"/>
                  <a:gd name="T1" fmla="*/ 22 h 22"/>
                  <a:gd name="T2" fmla="*/ 17 w 17"/>
                  <a:gd name="T3" fmla="*/ 0 h 22"/>
                  <a:gd name="T4" fmla="*/ 4 w 17"/>
                  <a:gd name="T5" fmla="*/ 9 h 22"/>
                  <a:gd name="T6" fmla="*/ 9 w 17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2">
                    <a:moveTo>
                      <a:pt x="10" y="22"/>
                    </a:moveTo>
                    <a:cubicBezTo>
                      <a:pt x="0" y="17"/>
                      <a:pt x="12" y="4"/>
                      <a:pt x="17" y="0"/>
                    </a:cubicBezTo>
                    <a:cubicBezTo>
                      <a:pt x="10" y="0"/>
                      <a:pt x="6" y="1"/>
                      <a:pt x="4" y="9"/>
                    </a:cubicBezTo>
                    <a:cubicBezTo>
                      <a:pt x="3" y="14"/>
                      <a:pt x="4" y="20"/>
                      <a:pt x="9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Freeform 333">
                <a:extLst>
                  <a:ext uri="{FF2B5EF4-FFF2-40B4-BE49-F238E27FC236}">
                    <a16:creationId xmlns:a16="http://schemas.microsoft.com/office/drawing/2014/main" id="{6E9228FF-9C41-4D78-9EC6-CE2B9BEE7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3058"/>
                <a:ext cx="35" cy="3"/>
              </a:xfrm>
              <a:custGeom>
                <a:avLst/>
                <a:gdLst>
                  <a:gd name="T0" fmla="*/ 40 w 34"/>
                  <a:gd name="T1" fmla="*/ 1 h 3"/>
                  <a:gd name="T2" fmla="*/ 0 w 34"/>
                  <a:gd name="T3" fmla="*/ 0 h 3"/>
                  <a:gd name="T4" fmla="*/ 40 w 34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">
                    <a:moveTo>
                      <a:pt x="3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4" y="3"/>
                      <a:pt x="3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Freeform 334">
                <a:extLst>
                  <a:ext uri="{FF2B5EF4-FFF2-40B4-BE49-F238E27FC236}">
                    <a16:creationId xmlns:a16="http://schemas.microsoft.com/office/drawing/2014/main" id="{64E9F3D5-C51B-495E-976E-BAB4075B1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057"/>
                <a:ext cx="61" cy="32"/>
              </a:xfrm>
              <a:custGeom>
                <a:avLst/>
                <a:gdLst>
                  <a:gd name="T0" fmla="*/ 12 w 60"/>
                  <a:gd name="T1" fmla="*/ 1 h 32"/>
                  <a:gd name="T2" fmla="*/ 1 w 60"/>
                  <a:gd name="T3" fmla="*/ 7 h 32"/>
                  <a:gd name="T4" fmla="*/ 1 w 60"/>
                  <a:gd name="T5" fmla="*/ 7 h 32"/>
                  <a:gd name="T6" fmla="*/ 7 w 60"/>
                  <a:gd name="T7" fmla="*/ 18 h 32"/>
                  <a:gd name="T8" fmla="*/ 51 w 60"/>
                  <a:gd name="T9" fmla="*/ 30 h 32"/>
                  <a:gd name="T10" fmla="*/ 64 w 60"/>
                  <a:gd name="T11" fmla="*/ 19 h 32"/>
                  <a:gd name="T12" fmla="*/ 64 w 60"/>
                  <a:gd name="T13" fmla="*/ 19 h 32"/>
                  <a:gd name="T14" fmla="*/ 60 w 60"/>
                  <a:gd name="T15" fmla="*/ 3 h 32"/>
                  <a:gd name="T16" fmla="*/ 12 w 60"/>
                  <a:gd name="T17" fmla="*/ 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32">
                    <a:moveTo>
                      <a:pt x="12" y="1"/>
                    </a:moveTo>
                    <a:cubicBezTo>
                      <a:pt x="8" y="0"/>
                      <a:pt x="3" y="2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2"/>
                      <a:pt x="2" y="17"/>
                      <a:pt x="7" y="18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50" y="32"/>
                      <a:pt x="56" y="27"/>
                      <a:pt x="58" y="19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60" y="12"/>
                      <a:pt x="58" y="5"/>
                      <a:pt x="54" y="3"/>
                    </a:cubicBezTo>
                    <a:lnTo>
                      <a:pt x="12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9" name="Freeform 335">
                <a:extLst>
                  <a:ext uri="{FF2B5EF4-FFF2-40B4-BE49-F238E27FC236}">
                    <a16:creationId xmlns:a16="http://schemas.microsoft.com/office/drawing/2014/main" id="{72DA7251-E031-4529-AB95-8120981C1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897"/>
                <a:ext cx="59" cy="32"/>
              </a:xfrm>
              <a:custGeom>
                <a:avLst/>
                <a:gdLst>
                  <a:gd name="T0" fmla="*/ 9 w 58"/>
                  <a:gd name="T1" fmla="*/ 13 h 31"/>
                  <a:gd name="T2" fmla="*/ 0 w 58"/>
                  <a:gd name="T3" fmla="*/ 28 h 31"/>
                  <a:gd name="T4" fmla="*/ 0 w 58"/>
                  <a:gd name="T5" fmla="*/ 28 h 31"/>
                  <a:gd name="T6" fmla="*/ 10 w 58"/>
                  <a:gd name="T7" fmla="*/ 37 h 31"/>
                  <a:gd name="T8" fmla="*/ 56 w 58"/>
                  <a:gd name="T9" fmla="*/ 34 h 31"/>
                  <a:gd name="T10" fmla="*/ 64 w 58"/>
                  <a:gd name="T11" fmla="*/ 14 h 31"/>
                  <a:gd name="T12" fmla="*/ 64 w 58"/>
                  <a:gd name="T13" fmla="*/ 14 h 31"/>
                  <a:gd name="T14" fmla="*/ 54 w 58"/>
                  <a:gd name="T15" fmla="*/ 0 h 31"/>
                  <a:gd name="T16" fmla="*/ 9 w 58"/>
                  <a:gd name="T17" fmla="*/ 13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1">
                    <a:moveTo>
                      <a:pt x="9" y="13"/>
                    </a:moveTo>
                    <a:cubicBezTo>
                      <a:pt x="4" y="13"/>
                      <a:pt x="0" y="17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7"/>
                      <a:pt x="5" y="31"/>
                      <a:pt x="10" y="31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4" y="28"/>
                      <a:pt x="58" y="21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7" y="6"/>
                      <a:pt x="53" y="0"/>
                      <a:pt x="48" y="0"/>
                    </a:cubicBezTo>
                    <a:lnTo>
                      <a:pt x="9" y="13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0" name="Freeform 336">
                <a:extLst>
                  <a:ext uri="{FF2B5EF4-FFF2-40B4-BE49-F238E27FC236}">
                    <a16:creationId xmlns:a16="http://schemas.microsoft.com/office/drawing/2014/main" id="{36DF34DC-7615-41F3-9CF0-A1A4EB25C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908"/>
                <a:ext cx="52" cy="17"/>
              </a:xfrm>
              <a:custGeom>
                <a:avLst/>
                <a:gdLst>
                  <a:gd name="T0" fmla="*/ 57 w 51"/>
                  <a:gd name="T1" fmla="*/ 21 h 16"/>
                  <a:gd name="T2" fmla="*/ 16 w 51"/>
                  <a:gd name="T3" fmla="*/ 22 h 16"/>
                  <a:gd name="T4" fmla="*/ 57 w 51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6">
                    <a:moveTo>
                      <a:pt x="51" y="15"/>
                    </a:move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0" y="0"/>
                      <a:pt x="51" y="15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1" name="Freeform 337">
                <a:extLst>
                  <a:ext uri="{FF2B5EF4-FFF2-40B4-BE49-F238E27FC236}">
                    <a16:creationId xmlns:a16="http://schemas.microsoft.com/office/drawing/2014/main" id="{F244C88E-8509-4A7C-B401-0196C45B4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899"/>
                <a:ext cx="11" cy="25"/>
              </a:xfrm>
              <a:custGeom>
                <a:avLst/>
                <a:gdLst>
                  <a:gd name="T0" fmla="*/ 11 w 11"/>
                  <a:gd name="T1" fmla="*/ 29 h 24"/>
                  <a:gd name="T2" fmla="*/ 10 w 11"/>
                  <a:gd name="T3" fmla="*/ 0 h 24"/>
                  <a:gd name="T4" fmla="*/ 1 w 11"/>
                  <a:gd name="T5" fmla="*/ 19 h 24"/>
                  <a:gd name="T6" fmla="*/ 10 w 11"/>
                  <a:gd name="T7" fmla="*/ 3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4">
                    <a:moveTo>
                      <a:pt x="11" y="23"/>
                    </a:moveTo>
                    <a:cubicBezTo>
                      <a:pt x="0" y="22"/>
                      <a:pt x="6" y="5"/>
                      <a:pt x="10" y="0"/>
                    </a:cubicBezTo>
                    <a:cubicBezTo>
                      <a:pt x="3" y="3"/>
                      <a:pt x="0" y="5"/>
                      <a:pt x="1" y="13"/>
                    </a:cubicBezTo>
                    <a:cubicBezTo>
                      <a:pt x="1" y="18"/>
                      <a:pt x="4" y="23"/>
                      <a:pt x="10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2" name="Freeform 338">
                <a:extLst>
                  <a:ext uri="{FF2B5EF4-FFF2-40B4-BE49-F238E27FC236}">
                    <a16:creationId xmlns:a16="http://schemas.microsoft.com/office/drawing/2014/main" id="{0F698F3B-28D3-4A58-9D2C-1BF886043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899"/>
                <a:ext cx="32" cy="11"/>
              </a:xfrm>
              <a:custGeom>
                <a:avLst/>
                <a:gdLst>
                  <a:gd name="T0" fmla="*/ 37 w 31"/>
                  <a:gd name="T1" fmla="*/ 0 h 11"/>
                  <a:gd name="T2" fmla="*/ 0 w 31"/>
                  <a:gd name="T3" fmla="*/ 11 h 11"/>
                  <a:gd name="T4" fmla="*/ 37 w 3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1">
                    <a:moveTo>
                      <a:pt x="31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3" y="5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3" name="Freeform 339">
                <a:extLst>
                  <a:ext uri="{FF2B5EF4-FFF2-40B4-BE49-F238E27FC236}">
                    <a16:creationId xmlns:a16="http://schemas.microsoft.com/office/drawing/2014/main" id="{0F386B51-4ADB-43B2-9562-1AEB60FB8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897"/>
                <a:ext cx="59" cy="32"/>
              </a:xfrm>
              <a:custGeom>
                <a:avLst/>
                <a:gdLst>
                  <a:gd name="T0" fmla="*/ 9 w 58"/>
                  <a:gd name="T1" fmla="*/ 13 h 31"/>
                  <a:gd name="T2" fmla="*/ 1 w 58"/>
                  <a:gd name="T3" fmla="*/ 28 h 31"/>
                  <a:gd name="T4" fmla="*/ 1 w 58"/>
                  <a:gd name="T5" fmla="*/ 28 h 31"/>
                  <a:gd name="T6" fmla="*/ 10 w 58"/>
                  <a:gd name="T7" fmla="*/ 37 h 31"/>
                  <a:gd name="T8" fmla="*/ 56 w 58"/>
                  <a:gd name="T9" fmla="*/ 35 h 31"/>
                  <a:gd name="T10" fmla="*/ 64 w 58"/>
                  <a:gd name="T11" fmla="*/ 14 h 31"/>
                  <a:gd name="T12" fmla="*/ 64 w 58"/>
                  <a:gd name="T13" fmla="*/ 14 h 31"/>
                  <a:gd name="T14" fmla="*/ 54 w 58"/>
                  <a:gd name="T15" fmla="*/ 0 h 31"/>
                  <a:gd name="T16" fmla="*/ 9 w 58"/>
                  <a:gd name="T17" fmla="*/ 13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1">
                    <a:moveTo>
                      <a:pt x="9" y="13"/>
                    </a:moveTo>
                    <a:cubicBezTo>
                      <a:pt x="4" y="13"/>
                      <a:pt x="0" y="18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7"/>
                      <a:pt x="5" y="31"/>
                      <a:pt x="10" y="31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5" y="28"/>
                      <a:pt x="58" y="22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6"/>
                      <a:pt x="53" y="0"/>
                      <a:pt x="48" y="0"/>
                    </a:cubicBezTo>
                    <a:lnTo>
                      <a:pt x="9" y="1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Freeform 340">
                <a:extLst>
                  <a:ext uri="{FF2B5EF4-FFF2-40B4-BE49-F238E27FC236}">
                    <a16:creationId xmlns:a16="http://schemas.microsoft.com/office/drawing/2014/main" id="{D9FF5669-FCA0-455C-B2CD-0857EB722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342"/>
                <a:ext cx="37" cy="59"/>
              </a:xfrm>
              <a:custGeom>
                <a:avLst/>
                <a:gdLst>
                  <a:gd name="T0" fmla="*/ 25 w 36"/>
                  <a:gd name="T1" fmla="*/ 8 h 58"/>
                  <a:gd name="T2" fmla="*/ 9 w 36"/>
                  <a:gd name="T3" fmla="*/ 1 h 58"/>
                  <a:gd name="T4" fmla="*/ 9 w 36"/>
                  <a:gd name="T5" fmla="*/ 1 h 58"/>
                  <a:gd name="T6" fmla="*/ 1 w 36"/>
                  <a:gd name="T7" fmla="*/ 10 h 58"/>
                  <a:gd name="T8" fmla="*/ 7 w 36"/>
                  <a:gd name="T9" fmla="*/ 56 h 58"/>
                  <a:gd name="T10" fmla="*/ 28 w 36"/>
                  <a:gd name="T11" fmla="*/ 63 h 58"/>
                  <a:gd name="T12" fmla="*/ 28 w 36"/>
                  <a:gd name="T13" fmla="*/ 63 h 58"/>
                  <a:gd name="T14" fmla="*/ 41 w 36"/>
                  <a:gd name="T15" fmla="*/ 52 h 58"/>
                  <a:gd name="T16" fmla="*/ 25 w 36"/>
                  <a:gd name="T17" fmla="*/ 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58">
                    <a:moveTo>
                      <a:pt x="19" y="8"/>
                    </a:moveTo>
                    <a:cubicBezTo>
                      <a:pt x="18" y="3"/>
                      <a:pt x="14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4" y="1"/>
                      <a:pt x="0" y="6"/>
                      <a:pt x="1" y="1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55"/>
                      <a:pt x="14" y="58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30" y="56"/>
                      <a:pt x="36" y="51"/>
                      <a:pt x="35" y="46"/>
                    </a:cubicBezTo>
                    <a:lnTo>
                      <a:pt x="19" y="8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5" name="Freeform 341">
                <a:extLst>
                  <a:ext uri="{FF2B5EF4-FFF2-40B4-BE49-F238E27FC236}">
                    <a16:creationId xmlns:a16="http://schemas.microsoft.com/office/drawing/2014/main" id="{A46A4472-4964-45F4-A1F2-4E1436151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3335"/>
                <a:ext cx="17" cy="52"/>
              </a:xfrm>
              <a:custGeom>
                <a:avLst/>
                <a:gdLst>
                  <a:gd name="T0" fmla="*/ 5 w 16"/>
                  <a:gd name="T1" fmla="*/ 52 h 52"/>
                  <a:gd name="T2" fmla="*/ 0 w 16"/>
                  <a:gd name="T3" fmla="*/ 18 h 52"/>
                  <a:gd name="T4" fmla="*/ 5 w 16"/>
                  <a:gd name="T5" fmla="*/ 52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2">
                    <a:moveTo>
                      <a:pt x="5" y="52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16" y="0"/>
                      <a:pt x="5" y="52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Freeform 342">
                <a:extLst>
                  <a:ext uri="{FF2B5EF4-FFF2-40B4-BE49-F238E27FC236}">
                    <a16:creationId xmlns:a16="http://schemas.microsoft.com/office/drawing/2014/main" id="{CD009091-906E-44D5-ADA6-73D29210E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3383"/>
                <a:ext cx="24" cy="13"/>
              </a:xfrm>
              <a:custGeom>
                <a:avLst/>
                <a:gdLst>
                  <a:gd name="T0" fmla="*/ 1 w 24"/>
                  <a:gd name="T1" fmla="*/ 18 h 12"/>
                  <a:gd name="T2" fmla="*/ 24 w 24"/>
                  <a:gd name="T3" fmla="*/ 15 h 12"/>
                  <a:gd name="T4" fmla="*/ 10 w 24"/>
                  <a:gd name="T5" fmla="*/ 1 h 12"/>
                  <a:gd name="T6" fmla="*/ 0 w 24"/>
                  <a:gd name="T7" fmla="*/ 1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1" y="12"/>
                    </a:moveTo>
                    <a:cubicBezTo>
                      <a:pt x="1" y="1"/>
                      <a:pt x="19" y="6"/>
                      <a:pt x="24" y="9"/>
                    </a:cubicBezTo>
                    <a:cubicBezTo>
                      <a:pt x="21" y="3"/>
                      <a:pt x="18" y="0"/>
                      <a:pt x="10" y="1"/>
                    </a:cubicBezTo>
                    <a:cubicBezTo>
                      <a:pt x="5" y="2"/>
                      <a:pt x="1" y="6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7" name="Freeform 343">
                <a:extLst>
                  <a:ext uri="{FF2B5EF4-FFF2-40B4-BE49-F238E27FC236}">
                    <a16:creationId xmlns:a16="http://schemas.microsoft.com/office/drawing/2014/main" id="{AB978BA8-975D-452C-A801-162EB5A8B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3350"/>
                <a:ext cx="13" cy="31"/>
              </a:xfrm>
              <a:custGeom>
                <a:avLst/>
                <a:gdLst>
                  <a:gd name="T0" fmla="*/ 13 w 13"/>
                  <a:gd name="T1" fmla="*/ 31 h 31"/>
                  <a:gd name="T2" fmla="*/ 0 w 13"/>
                  <a:gd name="T3" fmla="*/ 0 h 31"/>
                  <a:gd name="T4" fmla="*/ 13 w 13"/>
                  <a:gd name="T5" fmla="*/ 3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1">
                    <a:moveTo>
                      <a:pt x="13" y="3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7" y="23"/>
                      <a:pt x="13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8" name="Freeform 344">
                <a:extLst>
                  <a:ext uri="{FF2B5EF4-FFF2-40B4-BE49-F238E27FC236}">
                    <a16:creationId xmlns:a16="http://schemas.microsoft.com/office/drawing/2014/main" id="{CB76F24F-4C62-47F7-8ABC-B2C966DF6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342"/>
                <a:ext cx="36" cy="59"/>
              </a:xfrm>
              <a:custGeom>
                <a:avLst/>
                <a:gdLst>
                  <a:gd name="T0" fmla="*/ 24 w 35"/>
                  <a:gd name="T1" fmla="*/ 9 h 58"/>
                  <a:gd name="T2" fmla="*/ 8 w 35"/>
                  <a:gd name="T3" fmla="*/ 1 h 58"/>
                  <a:gd name="T4" fmla="*/ 8 w 35"/>
                  <a:gd name="T5" fmla="*/ 1 h 58"/>
                  <a:gd name="T6" fmla="*/ 1 w 35"/>
                  <a:gd name="T7" fmla="*/ 11 h 58"/>
                  <a:gd name="T8" fmla="*/ 6 w 35"/>
                  <a:gd name="T9" fmla="*/ 56 h 58"/>
                  <a:gd name="T10" fmla="*/ 28 w 35"/>
                  <a:gd name="T11" fmla="*/ 63 h 58"/>
                  <a:gd name="T12" fmla="*/ 28 w 35"/>
                  <a:gd name="T13" fmla="*/ 63 h 58"/>
                  <a:gd name="T14" fmla="*/ 41 w 35"/>
                  <a:gd name="T15" fmla="*/ 53 h 58"/>
                  <a:gd name="T16" fmla="*/ 24 w 35"/>
                  <a:gd name="T17" fmla="*/ 9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58">
                    <a:moveTo>
                      <a:pt x="18" y="9"/>
                    </a:moveTo>
                    <a:cubicBezTo>
                      <a:pt x="18" y="4"/>
                      <a:pt x="13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4" y="1"/>
                      <a:pt x="0" y="6"/>
                      <a:pt x="1" y="11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7" y="55"/>
                      <a:pt x="14" y="58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30" y="56"/>
                      <a:pt x="35" y="52"/>
                      <a:pt x="35" y="47"/>
                    </a:cubicBezTo>
                    <a:lnTo>
                      <a:pt x="18" y="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9" name="Freeform 345">
                <a:extLst>
                  <a:ext uri="{FF2B5EF4-FFF2-40B4-BE49-F238E27FC236}">
                    <a16:creationId xmlns:a16="http://schemas.microsoft.com/office/drawing/2014/main" id="{CCA38FC9-1417-4D00-B5BC-CB87BC718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624"/>
                <a:ext cx="98" cy="86"/>
              </a:xfrm>
              <a:custGeom>
                <a:avLst/>
                <a:gdLst>
                  <a:gd name="T0" fmla="*/ 5 w 97"/>
                  <a:gd name="T1" fmla="*/ 73 h 85"/>
                  <a:gd name="T2" fmla="*/ 3 w 97"/>
                  <a:gd name="T3" fmla="*/ 86 h 85"/>
                  <a:gd name="T4" fmla="*/ 3 w 97"/>
                  <a:gd name="T5" fmla="*/ 86 h 85"/>
                  <a:gd name="T6" fmla="*/ 15 w 97"/>
                  <a:gd name="T7" fmla="*/ 88 h 85"/>
                  <a:gd name="T8" fmla="*/ 99 w 97"/>
                  <a:gd name="T9" fmla="*/ 26 h 85"/>
                  <a:gd name="T10" fmla="*/ 99 w 97"/>
                  <a:gd name="T11" fmla="*/ 10 h 85"/>
                  <a:gd name="T12" fmla="*/ 99 w 97"/>
                  <a:gd name="T13" fmla="*/ 10 h 85"/>
                  <a:gd name="T14" fmla="*/ 84 w 97"/>
                  <a:gd name="T15" fmla="*/ 2 h 85"/>
                  <a:gd name="T16" fmla="*/ 5 w 97"/>
                  <a:gd name="T17" fmla="*/ 73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85">
                    <a:moveTo>
                      <a:pt x="5" y="67"/>
                    </a:moveTo>
                    <a:cubicBezTo>
                      <a:pt x="1" y="70"/>
                      <a:pt x="0" y="75"/>
                      <a:pt x="3" y="80"/>
                    </a:cubicBezTo>
                    <a:cubicBezTo>
                      <a:pt x="3" y="80"/>
                      <a:pt x="3" y="80"/>
                      <a:pt x="3" y="80"/>
                    </a:cubicBezTo>
                    <a:cubicBezTo>
                      <a:pt x="5" y="84"/>
                      <a:pt x="11" y="85"/>
                      <a:pt x="15" y="82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7" y="24"/>
                      <a:pt x="97" y="16"/>
                      <a:pt x="93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89" y="3"/>
                      <a:pt x="82" y="0"/>
                      <a:pt x="78" y="2"/>
                    </a:cubicBezTo>
                    <a:lnTo>
                      <a:pt x="5" y="67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0" name="Freeform 346">
                <a:extLst>
                  <a:ext uri="{FF2B5EF4-FFF2-40B4-BE49-F238E27FC236}">
                    <a16:creationId xmlns:a16="http://schemas.microsoft.com/office/drawing/2014/main" id="{C1968167-012F-496B-BDEE-6CBC1A9A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651"/>
                <a:ext cx="75" cy="53"/>
              </a:xfrm>
              <a:custGeom>
                <a:avLst/>
                <a:gdLst>
                  <a:gd name="T0" fmla="*/ 80 w 74"/>
                  <a:gd name="T1" fmla="*/ 0 h 53"/>
                  <a:gd name="T2" fmla="*/ 0 w 74"/>
                  <a:gd name="T3" fmla="*/ 53 h 53"/>
                  <a:gd name="T4" fmla="*/ 80 w 74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53">
                    <a:moveTo>
                      <a:pt x="74" y="0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53"/>
                      <a:pt x="22" y="12"/>
                      <a:pt x="74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1" name="Freeform 347">
                <a:extLst>
                  <a:ext uri="{FF2B5EF4-FFF2-40B4-BE49-F238E27FC236}">
                    <a16:creationId xmlns:a16="http://schemas.microsoft.com/office/drawing/2014/main" id="{E770A690-F57E-4DA3-932E-3D0AA7340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627"/>
                <a:ext cx="19" cy="24"/>
              </a:xfrm>
              <a:custGeom>
                <a:avLst/>
                <a:gdLst>
                  <a:gd name="T0" fmla="*/ 19 w 19"/>
                  <a:gd name="T1" fmla="*/ 25 h 23"/>
                  <a:gd name="T2" fmla="*/ 6 w 19"/>
                  <a:gd name="T3" fmla="*/ 0 h 23"/>
                  <a:gd name="T4" fmla="*/ 5 w 19"/>
                  <a:gd name="T5" fmla="*/ 21 h 23"/>
                  <a:gd name="T6" fmla="*/ 18 w 19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9" y="19"/>
                    </a:moveTo>
                    <a:cubicBezTo>
                      <a:pt x="8" y="23"/>
                      <a:pt x="6" y="6"/>
                      <a:pt x="6" y="0"/>
                    </a:cubicBezTo>
                    <a:cubicBezTo>
                      <a:pt x="2" y="5"/>
                      <a:pt x="0" y="9"/>
                      <a:pt x="5" y="15"/>
                    </a:cubicBezTo>
                    <a:cubicBezTo>
                      <a:pt x="8" y="19"/>
                      <a:pt x="13" y="22"/>
                      <a:pt x="18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2" name="Freeform 348">
                <a:extLst>
                  <a:ext uri="{FF2B5EF4-FFF2-40B4-BE49-F238E27FC236}">
                    <a16:creationId xmlns:a16="http://schemas.microsoft.com/office/drawing/2014/main" id="{2913D59B-59C1-43C1-8DCD-6E7B19474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633"/>
                <a:ext cx="69" cy="59"/>
              </a:xfrm>
              <a:custGeom>
                <a:avLst/>
                <a:gdLst>
                  <a:gd name="T0" fmla="*/ 74 w 68"/>
                  <a:gd name="T1" fmla="*/ 0 h 59"/>
                  <a:gd name="T2" fmla="*/ 0 w 68"/>
                  <a:gd name="T3" fmla="*/ 59 h 59"/>
                  <a:gd name="T4" fmla="*/ 74 w 68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59">
                    <a:moveTo>
                      <a:pt x="68" y="0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63" y="9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3" name="Freeform 349">
                <a:extLst>
                  <a:ext uri="{FF2B5EF4-FFF2-40B4-BE49-F238E27FC236}">
                    <a16:creationId xmlns:a16="http://schemas.microsoft.com/office/drawing/2014/main" id="{AD441876-C109-4DC2-AF32-E49FB96E6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624"/>
                <a:ext cx="99" cy="86"/>
              </a:xfrm>
              <a:custGeom>
                <a:avLst/>
                <a:gdLst>
                  <a:gd name="T0" fmla="*/ 6 w 98"/>
                  <a:gd name="T1" fmla="*/ 73 h 85"/>
                  <a:gd name="T2" fmla="*/ 3 w 98"/>
                  <a:gd name="T3" fmla="*/ 86 h 85"/>
                  <a:gd name="T4" fmla="*/ 3 w 98"/>
                  <a:gd name="T5" fmla="*/ 86 h 85"/>
                  <a:gd name="T6" fmla="*/ 15 w 98"/>
                  <a:gd name="T7" fmla="*/ 89 h 85"/>
                  <a:gd name="T8" fmla="*/ 100 w 98"/>
                  <a:gd name="T9" fmla="*/ 27 h 85"/>
                  <a:gd name="T10" fmla="*/ 100 w 98"/>
                  <a:gd name="T11" fmla="*/ 10 h 85"/>
                  <a:gd name="T12" fmla="*/ 100 w 98"/>
                  <a:gd name="T13" fmla="*/ 10 h 85"/>
                  <a:gd name="T14" fmla="*/ 85 w 98"/>
                  <a:gd name="T15" fmla="*/ 3 h 85"/>
                  <a:gd name="T16" fmla="*/ 6 w 98"/>
                  <a:gd name="T17" fmla="*/ 73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85">
                    <a:moveTo>
                      <a:pt x="6" y="67"/>
                    </a:moveTo>
                    <a:cubicBezTo>
                      <a:pt x="2" y="70"/>
                      <a:pt x="0" y="76"/>
                      <a:pt x="3" y="80"/>
                    </a:cubicBezTo>
                    <a:cubicBezTo>
                      <a:pt x="3" y="80"/>
                      <a:pt x="3" y="80"/>
                      <a:pt x="3" y="80"/>
                    </a:cubicBezTo>
                    <a:cubicBezTo>
                      <a:pt x="6" y="84"/>
                      <a:pt x="11" y="85"/>
                      <a:pt x="15" y="83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8" y="24"/>
                      <a:pt x="98" y="16"/>
                      <a:pt x="94" y="10"/>
                    </a:cubicBezTo>
                    <a:cubicBezTo>
                      <a:pt x="94" y="10"/>
                      <a:pt x="94" y="10"/>
                      <a:pt x="94" y="10"/>
                    </a:cubicBezTo>
                    <a:cubicBezTo>
                      <a:pt x="90" y="3"/>
                      <a:pt x="83" y="0"/>
                      <a:pt x="79" y="3"/>
                    </a:cubicBezTo>
                    <a:lnTo>
                      <a:pt x="6" y="6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4" name="Freeform 350">
                <a:extLst>
                  <a:ext uri="{FF2B5EF4-FFF2-40B4-BE49-F238E27FC236}">
                    <a16:creationId xmlns:a16="http://schemas.microsoft.com/office/drawing/2014/main" id="{543047C6-D30B-45C3-A306-C7EF27C9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3173"/>
                <a:ext cx="114" cy="59"/>
              </a:xfrm>
              <a:custGeom>
                <a:avLst/>
                <a:gdLst>
                  <a:gd name="T0" fmla="*/ 14 w 113"/>
                  <a:gd name="T1" fmla="*/ 2 h 58"/>
                  <a:gd name="T2" fmla="*/ 2 w 113"/>
                  <a:gd name="T3" fmla="*/ 6 h 58"/>
                  <a:gd name="T4" fmla="*/ 2 w 113"/>
                  <a:gd name="T5" fmla="*/ 6 h 58"/>
                  <a:gd name="T6" fmla="*/ 6 w 113"/>
                  <a:gd name="T7" fmla="*/ 18 h 58"/>
                  <a:gd name="T8" fmla="*/ 101 w 113"/>
                  <a:gd name="T9" fmla="*/ 62 h 58"/>
                  <a:gd name="T10" fmla="*/ 115 w 113"/>
                  <a:gd name="T11" fmla="*/ 53 h 58"/>
                  <a:gd name="T12" fmla="*/ 115 w 113"/>
                  <a:gd name="T13" fmla="*/ 53 h 58"/>
                  <a:gd name="T14" fmla="*/ 114 w 113"/>
                  <a:gd name="T15" fmla="*/ 36 h 58"/>
                  <a:gd name="T16" fmla="*/ 14 w 113"/>
                  <a:gd name="T17" fmla="*/ 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58">
                    <a:moveTo>
                      <a:pt x="14" y="2"/>
                    </a:moveTo>
                    <a:cubicBezTo>
                      <a:pt x="10" y="0"/>
                      <a:pt x="5" y="1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0"/>
                      <a:pt x="2" y="15"/>
                      <a:pt x="6" y="18"/>
                    </a:cubicBezTo>
                    <a:cubicBezTo>
                      <a:pt x="95" y="56"/>
                      <a:pt x="95" y="56"/>
                      <a:pt x="95" y="56"/>
                    </a:cubicBezTo>
                    <a:cubicBezTo>
                      <a:pt x="99" y="58"/>
                      <a:pt x="106" y="54"/>
                      <a:pt x="109" y="47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13" y="40"/>
                      <a:pt x="112" y="33"/>
                      <a:pt x="108" y="30"/>
                    </a:cubicBez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5" name="Freeform 351">
                <a:extLst>
                  <a:ext uri="{FF2B5EF4-FFF2-40B4-BE49-F238E27FC236}">
                    <a16:creationId xmlns:a16="http://schemas.microsoft.com/office/drawing/2014/main" id="{43EDACFE-4952-4701-80F4-B5F153A24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3186"/>
                <a:ext cx="84" cy="39"/>
              </a:xfrm>
              <a:custGeom>
                <a:avLst/>
                <a:gdLst>
                  <a:gd name="T0" fmla="*/ 89 w 83"/>
                  <a:gd name="T1" fmla="*/ 44 h 38"/>
                  <a:gd name="T2" fmla="*/ 0 w 83"/>
                  <a:gd name="T3" fmla="*/ 2 h 38"/>
                  <a:gd name="T4" fmla="*/ 89 w 83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38">
                    <a:moveTo>
                      <a:pt x="83" y="38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46" y="0"/>
                      <a:pt x="83" y="38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6" name="Freeform 352">
                <a:extLst>
                  <a:ext uri="{FF2B5EF4-FFF2-40B4-BE49-F238E27FC236}">
                    <a16:creationId xmlns:a16="http://schemas.microsoft.com/office/drawing/2014/main" id="{B228A338-2389-4694-BE0F-46E7C6407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3207"/>
                <a:ext cx="20" cy="22"/>
              </a:xfrm>
              <a:custGeom>
                <a:avLst/>
                <a:gdLst>
                  <a:gd name="T0" fmla="*/ 9 w 20"/>
                  <a:gd name="T1" fmla="*/ 21 h 22"/>
                  <a:gd name="T2" fmla="*/ 20 w 20"/>
                  <a:gd name="T3" fmla="*/ 1 h 22"/>
                  <a:gd name="T4" fmla="*/ 5 w 20"/>
                  <a:gd name="T5" fmla="*/ 8 h 22"/>
                  <a:gd name="T6" fmla="*/ 8 w 20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9" y="21"/>
                    </a:moveTo>
                    <a:cubicBezTo>
                      <a:pt x="0" y="15"/>
                      <a:pt x="14" y="4"/>
                      <a:pt x="20" y="1"/>
                    </a:cubicBezTo>
                    <a:cubicBezTo>
                      <a:pt x="13" y="0"/>
                      <a:pt x="8" y="1"/>
                      <a:pt x="5" y="8"/>
                    </a:cubicBezTo>
                    <a:cubicBezTo>
                      <a:pt x="3" y="13"/>
                      <a:pt x="3" y="18"/>
                      <a:pt x="8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7" name="Freeform 353">
                <a:extLst>
                  <a:ext uri="{FF2B5EF4-FFF2-40B4-BE49-F238E27FC236}">
                    <a16:creationId xmlns:a16="http://schemas.microsoft.com/office/drawing/2014/main" id="{509C8F23-A7CD-4DFC-A170-5459AD30F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3175"/>
                <a:ext cx="87" cy="28"/>
              </a:xfrm>
              <a:custGeom>
                <a:avLst/>
                <a:gdLst>
                  <a:gd name="T0" fmla="*/ 92 w 86"/>
                  <a:gd name="T1" fmla="*/ 33 h 27"/>
                  <a:gd name="T2" fmla="*/ 0 w 86"/>
                  <a:gd name="T3" fmla="*/ 0 h 27"/>
                  <a:gd name="T4" fmla="*/ 92 w 86"/>
                  <a:gd name="T5" fmla="*/ 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27">
                    <a:moveTo>
                      <a:pt x="86" y="27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76" y="27"/>
                      <a:pt x="86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8" name="Freeform 354">
                <a:extLst>
                  <a:ext uri="{FF2B5EF4-FFF2-40B4-BE49-F238E27FC236}">
                    <a16:creationId xmlns:a16="http://schemas.microsoft.com/office/drawing/2014/main" id="{C0AE099E-05EE-412B-B8B1-987850C9A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3173"/>
                <a:ext cx="114" cy="59"/>
              </a:xfrm>
              <a:custGeom>
                <a:avLst/>
                <a:gdLst>
                  <a:gd name="T0" fmla="*/ 14 w 113"/>
                  <a:gd name="T1" fmla="*/ 2 h 58"/>
                  <a:gd name="T2" fmla="*/ 2 w 113"/>
                  <a:gd name="T3" fmla="*/ 6 h 58"/>
                  <a:gd name="T4" fmla="*/ 2 w 113"/>
                  <a:gd name="T5" fmla="*/ 6 h 58"/>
                  <a:gd name="T6" fmla="*/ 6 w 113"/>
                  <a:gd name="T7" fmla="*/ 18 h 58"/>
                  <a:gd name="T8" fmla="*/ 101 w 113"/>
                  <a:gd name="T9" fmla="*/ 62 h 58"/>
                  <a:gd name="T10" fmla="*/ 115 w 113"/>
                  <a:gd name="T11" fmla="*/ 53 h 58"/>
                  <a:gd name="T12" fmla="*/ 115 w 113"/>
                  <a:gd name="T13" fmla="*/ 53 h 58"/>
                  <a:gd name="T14" fmla="*/ 114 w 113"/>
                  <a:gd name="T15" fmla="*/ 37 h 58"/>
                  <a:gd name="T16" fmla="*/ 14 w 113"/>
                  <a:gd name="T17" fmla="*/ 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58">
                    <a:moveTo>
                      <a:pt x="14" y="2"/>
                    </a:moveTo>
                    <a:cubicBezTo>
                      <a:pt x="10" y="0"/>
                      <a:pt x="5" y="2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1"/>
                      <a:pt x="2" y="16"/>
                      <a:pt x="6" y="18"/>
                    </a:cubicBezTo>
                    <a:cubicBezTo>
                      <a:pt x="95" y="56"/>
                      <a:pt x="95" y="56"/>
                      <a:pt x="95" y="56"/>
                    </a:cubicBezTo>
                    <a:cubicBezTo>
                      <a:pt x="99" y="58"/>
                      <a:pt x="106" y="54"/>
                      <a:pt x="109" y="47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13" y="41"/>
                      <a:pt x="112" y="33"/>
                      <a:pt x="108" y="31"/>
                    </a:cubicBezTo>
                    <a:lnTo>
                      <a:pt x="14" y="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9" name="Freeform 355">
                <a:extLst>
                  <a:ext uri="{FF2B5EF4-FFF2-40B4-BE49-F238E27FC236}">
                    <a16:creationId xmlns:a16="http://schemas.microsoft.com/office/drawing/2014/main" id="{943B97E8-B8F0-495B-8DCA-E4E540474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784"/>
                <a:ext cx="111" cy="64"/>
              </a:xfrm>
              <a:custGeom>
                <a:avLst/>
                <a:gdLst>
                  <a:gd name="T0" fmla="*/ 109 w 110"/>
                  <a:gd name="T1" fmla="*/ 51 h 63"/>
                  <a:gd name="T2" fmla="*/ 115 w 110"/>
                  <a:gd name="T3" fmla="*/ 62 h 63"/>
                  <a:gd name="T4" fmla="*/ 115 w 110"/>
                  <a:gd name="T5" fmla="*/ 62 h 63"/>
                  <a:gd name="T6" fmla="*/ 104 w 110"/>
                  <a:gd name="T7" fmla="*/ 68 h 63"/>
                  <a:gd name="T8" fmla="*/ 7 w 110"/>
                  <a:gd name="T9" fmla="*/ 28 h 63"/>
                  <a:gd name="T10" fmla="*/ 3 w 110"/>
                  <a:gd name="T11" fmla="*/ 12 h 63"/>
                  <a:gd name="T12" fmla="*/ 3 w 110"/>
                  <a:gd name="T13" fmla="*/ 12 h 63"/>
                  <a:gd name="T14" fmla="*/ 15 w 110"/>
                  <a:gd name="T15" fmla="*/ 1 h 63"/>
                  <a:gd name="T16" fmla="*/ 109 w 110"/>
                  <a:gd name="T17" fmla="*/ 51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63">
                    <a:moveTo>
                      <a:pt x="103" y="45"/>
                    </a:moveTo>
                    <a:cubicBezTo>
                      <a:pt x="108" y="46"/>
                      <a:pt x="110" y="51"/>
                      <a:pt x="109" y="56"/>
                    </a:cubicBezTo>
                    <a:cubicBezTo>
                      <a:pt x="109" y="56"/>
                      <a:pt x="109" y="56"/>
                      <a:pt x="109" y="56"/>
                    </a:cubicBezTo>
                    <a:cubicBezTo>
                      <a:pt x="107" y="60"/>
                      <a:pt x="102" y="63"/>
                      <a:pt x="98" y="62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2" y="27"/>
                      <a:pt x="0" y="19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5"/>
                      <a:pt x="11" y="0"/>
                      <a:pt x="15" y="1"/>
                    </a:cubicBezTo>
                    <a:lnTo>
                      <a:pt x="103" y="45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0" name="Freeform 356">
                <a:extLst>
                  <a:ext uri="{FF2B5EF4-FFF2-40B4-BE49-F238E27FC236}">
                    <a16:creationId xmlns:a16="http://schemas.microsoft.com/office/drawing/2014/main" id="{1977CBAC-1121-4A9B-9BD3-BE0F0E2C8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809"/>
                <a:ext cx="87" cy="34"/>
              </a:xfrm>
              <a:custGeom>
                <a:avLst/>
                <a:gdLst>
                  <a:gd name="T0" fmla="*/ 0 w 86"/>
                  <a:gd name="T1" fmla="*/ 2 h 33"/>
                  <a:gd name="T2" fmla="*/ 92 w 86"/>
                  <a:gd name="T3" fmla="*/ 39 h 33"/>
                  <a:gd name="T4" fmla="*/ 0 w 86"/>
                  <a:gd name="T5" fmla="*/ 2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33">
                    <a:moveTo>
                      <a:pt x="0" y="2"/>
                    </a:moveTo>
                    <a:cubicBezTo>
                      <a:pt x="86" y="33"/>
                      <a:pt x="86" y="33"/>
                      <a:pt x="86" y="33"/>
                    </a:cubicBezTo>
                    <a:cubicBezTo>
                      <a:pt x="86" y="33"/>
                      <a:pt x="53" y="0"/>
                      <a:pt x="0" y="2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1" name="Freeform 357">
                <a:extLst>
                  <a:ext uri="{FF2B5EF4-FFF2-40B4-BE49-F238E27FC236}">
                    <a16:creationId xmlns:a16="http://schemas.microsoft.com/office/drawing/2014/main" id="{3D9A40CA-123F-41D5-AB93-54F5FB129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787"/>
                <a:ext cx="16" cy="23"/>
              </a:xfrm>
              <a:custGeom>
                <a:avLst/>
                <a:gdLst>
                  <a:gd name="T0" fmla="*/ 0 w 15"/>
                  <a:gd name="T1" fmla="*/ 21 h 23"/>
                  <a:gd name="T2" fmla="*/ 6 w 15"/>
                  <a:gd name="T3" fmla="*/ 0 h 23"/>
                  <a:gd name="T4" fmla="*/ 18 w 15"/>
                  <a:gd name="T5" fmla="*/ 14 h 23"/>
                  <a:gd name="T6" fmla="*/ 1 w 15"/>
                  <a:gd name="T7" fmla="*/ 2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0" y="21"/>
                    </a:moveTo>
                    <a:cubicBezTo>
                      <a:pt x="11" y="23"/>
                      <a:pt x="9" y="5"/>
                      <a:pt x="6" y="0"/>
                    </a:cubicBezTo>
                    <a:cubicBezTo>
                      <a:pt x="12" y="3"/>
                      <a:pt x="15" y="7"/>
                      <a:pt x="12" y="14"/>
                    </a:cubicBezTo>
                    <a:cubicBezTo>
                      <a:pt x="10" y="19"/>
                      <a:pt x="6" y="23"/>
                      <a:pt x="1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2" name="Freeform 358">
                <a:extLst>
                  <a:ext uri="{FF2B5EF4-FFF2-40B4-BE49-F238E27FC236}">
                    <a16:creationId xmlns:a16="http://schemas.microsoft.com/office/drawing/2014/main" id="{04E6BF85-4DC0-493F-9D3E-FDF4F227F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789"/>
                <a:ext cx="81" cy="41"/>
              </a:xfrm>
              <a:custGeom>
                <a:avLst/>
                <a:gdLst>
                  <a:gd name="T0" fmla="*/ 0 w 81"/>
                  <a:gd name="T1" fmla="*/ 0 h 40"/>
                  <a:gd name="T2" fmla="*/ 81 w 81"/>
                  <a:gd name="T3" fmla="*/ 46 h 40"/>
                  <a:gd name="T4" fmla="*/ 0 w 8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40">
                    <a:moveTo>
                      <a:pt x="0" y="0"/>
                    </a:moveTo>
                    <a:cubicBezTo>
                      <a:pt x="81" y="40"/>
                      <a:pt x="81" y="40"/>
                      <a:pt x="81" y="40"/>
                    </a:cubicBezTo>
                    <a:cubicBezTo>
                      <a:pt x="81" y="40"/>
                      <a:pt x="7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3" name="Freeform 359">
                <a:extLst>
                  <a:ext uri="{FF2B5EF4-FFF2-40B4-BE49-F238E27FC236}">
                    <a16:creationId xmlns:a16="http://schemas.microsoft.com/office/drawing/2014/main" id="{9CE2E401-DFA0-4284-B05D-768B0CF5D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784"/>
                <a:ext cx="111" cy="64"/>
              </a:xfrm>
              <a:custGeom>
                <a:avLst/>
                <a:gdLst>
                  <a:gd name="T0" fmla="*/ 108 w 110"/>
                  <a:gd name="T1" fmla="*/ 51 h 63"/>
                  <a:gd name="T2" fmla="*/ 114 w 110"/>
                  <a:gd name="T3" fmla="*/ 62 h 63"/>
                  <a:gd name="T4" fmla="*/ 114 w 110"/>
                  <a:gd name="T5" fmla="*/ 62 h 63"/>
                  <a:gd name="T6" fmla="*/ 103 w 110"/>
                  <a:gd name="T7" fmla="*/ 68 h 63"/>
                  <a:gd name="T8" fmla="*/ 7 w 110"/>
                  <a:gd name="T9" fmla="*/ 28 h 63"/>
                  <a:gd name="T10" fmla="*/ 2 w 110"/>
                  <a:gd name="T11" fmla="*/ 12 h 63"/>
                  <a:gd name="T12" fmla="*/ 2 w 110"/>
                  <a:gd name="T13" fmla="*/ 12 h 63"/>
                  <a:gd name="T14" fmla="*/ 15 w 110"/>
                  <a:gd name="T15" fmla="*/ 1 h 63"/>
                  <a:gd name="T16" fmla="*/ 108 w 110"/>
                  <a:gd name="T17" fmla="*/ 51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63">
                    <a:moveTo>
                      <a:pt x="102" y="45"/>
                    </a:moveTo>
                    <a:cubicBezTo>
                      <a:pt x="107" y="46"/>
                      <a:pt x="110" y="51"/>
                      <a:pt x="108" y="56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7" y="61"/>
                      <a:pt x="102" y="63"/>
                      <a:pt x="97" y="62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2" y="27"/>
                      <a:pt x="0" y="20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5" y="5"/>
                      <a:pt x="10" y="0"/>
                      <a:pt x="15" y="1"/>
                    </a:cubicBezTo>
                    <a:lnTo>
                      <a:pt x="102" y="4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4" name="Freeform 360">
                <a:extLst>
                  <a:ext uri="{FF2B5EF4-FFF2-40B4-BE49-F238E27FC236}">
                    <a16:creationId xmlns:a16="http://schemas.microsoft.com/office/drawing/2014/main" id="{3F9A41AA-B017-4E00-A25D-1F7DB3B06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092"/>
                <a:ext cx="118" cy="37"/>
              </a:xfrm>
              <a:custGeom>
                <a:avLst/>
                <a:gdLst>
                  <a:gd name="T0" fmla="*/ 111 w 117"/>
                  <a:gd name="T1" fmla="*/ 1 h 36"/>
                  <a:gd name="T2" fmla="*/ 122 w 117"/>
                  <a:gd name="T3" fmla="*/ 7 h 36"/>
                  <a:gd name="T4" fmla="*/ 122 w 117"/>
                  <a:gd name="T5" fmla="*/ 7 h 36"/>
                  <a:gd name="T6" fmla="*/ 115 w 117"/>
                  <a:gd name="T7" fmla="*/ 24 h 36"/>
                  <a:gd name="T8" fmla="*/ 14 w 117"/>
                  <a:gd name="T9" fmla="*/ 41 h 36"/>
                  <a:gd name="T10" fmla="*/ 2 w 117"/>
                  <a:gd name="T11" fmla="*/ 30 h 36"/>
                  <a:gd name="T12" fmla="*/ 2 w 117"/>
                  <a:gd name="T13" fmla="*/ 30 h 36"/>
                  <a:gd name="T14" fmla="*/ 7 w 117"/>
                  <a:gd name="T15" fmla="*/ 8 h 36"/>
                  <a:gd name="T16" fmla="*/ 111 w 117"/>
                  <a:gd name="T17" fmla="*/ 1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7" h="36">
                    <a:moveTo>
                      <a:pt x="105" y="1"/>
                    </a:moveTo>
                    <a:cubicBezTo>
                      <a:pt x="110" y="0"/>
                      <a:pt x="114" y="2"/>
                      <a:pt x="116" y="7"/>
                    </a:cubicBezTo>
                    <a:cubicBezTo>
                      <a:pt x="116" y="7"/>
                      <a:pt x="116" y="7"/>
                      <a:pt x="116" y="7"/>
                    </a:cubicBezTo>
                    <a:cubicBezTo>
                      <a:pt x="117" y="12"/>
                      <a:pt x="114" y="17"/>
                      <a:pt x="109" y="18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9" y="36"/>
                      <a:pt x="4" y="31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0" y="16"/>
                      <a:pt x="2" y="9"/>
                      <a:pt x="7" y="8"/>
                    </a:cubicBezTo>
                    <a:lnTo>
                      <a:pt x="105" y="1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5" name="Freeform 361">
                <a:extLst>
                  <a:ext uri="{FF2B5EF4-FFF2-40B4-BE49-F238E27FC236}">
                    <a16:creationId xmlns:a16="http://schemas.microsoft.com/office/drawing/2014/main" id="{EBCA6C81-4037-44F6-BD46-F44502389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3094"/>
                <a:ext cx="90" cy="31"/>
              </a:xfrm>
              <a:custGeom>
                <a:avLst/>
                <a:gdLst>
                  <a:gd name="T0" fmla="*/ 0 w 89"/>
                  <a:gd name="T1" fmla="*/ 36 h 30"/>
                  <a:gd name="T2" fmla="*/ 95 w 89"/>
                  <a:gd name="T3" fmla="*/ 13 h 30"/>
                  <a:gd name="T4" fmla="*/ 0 w 89"/>
                  <a:gd name="T5" fmla="*/ 3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30">
                    <a:moveTo>
                      <a:pt x="0" y="30"/>
                    </a:moveTo>
                    <a:cubicBezTo>
                      <a:pt x="89" y="13"/>
                      <a:pt x="89" y="13"/>
                      <a:pt x="89" y="13"/>
                    </a:cubicBezTo>
                    <a:cubicBezTo>
                      <a:pt x="89" y="13"/>
                      <a:pt x="44" y="0"/>
                      <a:pt x="0" y="3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6" name="Freeform 362">
                <a:extLst>
                  <a:ext uri="{FF2B5EF4-FFF2-40B4-BE49-F238E27FC236}">
                    <a16:creationId xmlns:a16="http://schemas.microsoft.com/office/drawing/2014/main" id="{BDC06FD7-0C07-4AA2-8F1C-3D859DAEE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3103"/>
                <a:ext cx="16" cy="24"/>
              </a:xfrm>
              <a:custGeom>
                <a:avLst/>
                <a:gdLst>
                  <a:gd name="T0" fmla="*/ 5 w 16"/>
                  <a:gd name="T1" fmla="*/ 28 h 23"/>
                  <a:gd name="T2" fmla="*/ 0 w 16"/>
                  <a:gd name="T3" fmla="*/ 0 h 23"/>
                  <a:gd name="T4" fmla="*/ 12 w 16"/>
                  <a:gd name="T5" fmla="*/ 10 h 23"/>
                  <a:gd name="T6" fmla="*/ 6 w 16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5" y="22"/>
                    </a:moveTo>
                    <a:cubicBezTo>
                      <a:pt x="16" y="18"/>
                      <a:pt x="4" y="4"/>
                      <a:pt x="0" y="0"/>
                    </a:cubicBezTo>
                    <a:cubicBezTo>
                      <a:pt x="6" y="1"/>
                      <a:pt x="11" y="2"/>
                      <a:pt x="12" y="10"/>
                    </a:cubicBezTo>
                    <a:cubicBezTo>
                      <a:pt x="13" y="15"/>
                      <a:pt x="11" y="20"/>
                      <a:pt x="6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7" name="Freeform 363">
                <a:extLst>
                  <a:ext uri="{FF2B5EF4-FFF2-40B4-BE49-F238E27FC236}">
                    <a16:creationId xmlns:a16="http://schemas.microsoft.com/office/drawing/2014/main" id="{6783239E-597D-438C-B3C7-7177847B4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3093"/>
                <a:ext cx="91" cy="9"/>
              </a:xfrm>
              <a:custGeom>
                <a:avLst/>
                <a:gdLst>
                  <a:gd name="T0" fmla="*/ 0 w 90"/>
                  <a:gd name="T1" fmla="*/ 7 h 9"/>
                  <a:gd name="T2" fmla="*/ 96 w 90"/>
                  <a:gd name="T3" fmla="*/ 0 h 9"/>
                  <a:gd name="T4" fmla="*/ 0 w 90"/>
                  <a:gd name="T5" fmla="*/ 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9">
                    <a:moveTo>
                      <a:pt x="0" y="7"/>
                    </a:moveTo>
                    <a:cubicBezTo>
                      <a:pt x="90" y="0"/>
                      <a:pt x="90" y="0"/>
                      <a:pt x="90" y="0"/>
                    </a:cubicBezTo>
                    <a:cubicBezTo>
                      <a:pt x="90" y="0"/>
                      <a:pt x="9" y="9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8" name="Freeform 364">
                <a:extLst>
                  <a:ext uri="{FF2B5EF4-FFF2-40B4-BE49-F238E27FC236}">
                    <a16:creationId xmlns:a16="http://schemas.microsoft.com/office/drawing/2014/main" id="{50552FEA-394F-453A-8FB5-4CC8376C8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092"/>
                <a:ext cx="118" cy="38"/>
              </a:xfrm>
              <a:custGeom>
                <a:avLst/>
                <a:gdLst>
                  <a:gd name="T0" fmla="*/ 111 w 117"/>
                  <a:gd name="T1" fmla="*/ 1 h 37"/>
                  <a:gd name="T2" fmla="*/ 121 w 117"/>
                  <a:gd name="T3" fmla="*/ 8 h 37"/>
                  <a:gd name="T4" fmla="*/ 121 w 117"/>
                  <a:gd name="T5" fmla="*/ 8 h 37"/>
                  <a:gd name="T6" fmla="*/ 115 w 117"/>
                  <a:gd name="T7" fmla="*/ 18 h 37"/>
                  <a:gd name="T8" fmla="*/ 14 w 117"/>
                  <a:gd name="T9" fmla="*/ 42 h 37"/>
                  <a:gd name="T10" fmla="*/ 2 w 117"/>
                  <a:gd name="T11" fmla="*/ 30 h 37"/>
                  <a:gd name="T12" fmla="*/ 2 w 117"/>
                  <a:gd name="T13" fmla="*/ 30 h 37"/>
                  <a:gd name="T14" fmla="*/ 7 w 117"/>
                  <a:gd name="T15" fmla="*/ 8 h 37"/>
                  <a:gd name="T16" fmla="*/ 111 w 117"/>
                  <a:gd name="T17" fmla="*/ 1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7" h="37">
                    <a:moveTo>
                      <a:pt x="105" y="1"/>
                    </a:moveTo>
                    <a:cubicBezTo>
                      <a:pt x="109" y="0"/>
                      <a:pt x="114" y="3"/>
                      <a:pt x="115" y="8"/>
                    </a:cubicBezTo>
                    <a:cubicBezTo>
                      <a:pt x="115" y="8"/>
                      <a:pt x="115" y="8"/>
                      <a:pt x="115" y="8"/>
                    </a:cubicBezTo>
                    <a:cubicBezTo>
                      <a:pt x="117" y="12"/>
                      <a:pt x="114" y="17"/>
                      <a:pt x="109" y="18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9" y="37"/>
                      <a:pt x="4" y="32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0" y="16"/>
                      <a:pt x="2" y="9"/>
                      <a:pt x="7" y="8"/>
                    </a:cubicBezTo>
                    <a:lnTo>
                      <a:pt x="105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9" name="Freeform 365">
                <a:extLst>
                  <a:ext uri="{FF2B5EF4-FFF2-40B4-BE49-F238E27FC236}">
                    <a16:creationId xmlns:a16="http://schemas.microsoft.com/office/drawing/2014/main" id="{59195263-8F97-4261-AEFC-F87B6CFBA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3393"/>
                <a:ext cx="69" cy="108"/>
              </a:xfrm>
              <a:custGeom>
                <a:avLst/>
                <a:gdLst>
                  <a:gd name="T0" fmla="*/ 51 w 69"/>
                  <a:gd name="T1" fmla="*/ 7 h 107"/>
                  <a:gd name="T2" fmla="*/ 62 w 69"/>
                  <a:gd name="T3" fmla="*/ 1 h 107"/>
                  <a:gd name="T4" fmla="*/ 62 w 69"/>
                  <a:gd name="T5" fmla="*/ 1 h 107"/>
                  <a:gd name="T6" fmla="*/ 68 w 69"/>
                  <a:gd name="T7" fmla="*/ 13 h 107"/>
                  <a:gd name="T8" fmla="*/ 29 w 69"/>
                  <a:gd name="T9" fmla="*/ 107 h 107"/>
                  <a:gd name="T10" fmla="*/ 12 w 69"/>
                  <a:gd name="T11" fmla="*/ 110 h 107"/>
                  <a:gd name="T12" fmla="*/ 12 w 69"/>
                  <a:gd name="T13" fmla="*/ 110 h 107"/>
                  <a:gd name="T14" fmla="*/ 2 w 69"/>
                  <a:gd name="T15" fmla="*/ 97 h 107"/>
                  <a:gd name="T16" fmla="*/ 51 w 69"/>
                  <a:gd name="T17" fmla="*/ 7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07">
                    <a:moveTo>
                      <a:pt x="51" y="7"/>
                    </a:moveTo>
                    <a:cubicBezTo>
                      <a:pt x="53" y="2"/>
                      <a:pt x="58" y="0"/>
                      <a:pt x="62" y="1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7" y="3"/>
                      <a:pt x="69" y="8"/>
                      <a:pt x="68" y="13"/>
                    </a:cubicBezTo>
                    <a:cubicBezTo>
                      <a:pt x="29" y="101"/>
                      <a:pt x="29" y="101"/>
                      <a:pt x="29" y="101"/>
                    </a:cubicBezTo>
                    <a:cubicBezTo>
                      <a:pt x="27" y="105"/>
                      <a:pt x="20" y="107"/>
                      <a:pt x="12" y="104"/>
                    </a:cubicBezTo>
                    <a:cubicBezTo>
                      <a:pt x="12" y="104"/>
                      <a:pt x="12" y="104"/>
                      <a:pt x="12" y="104"/>
                    </a:cubicBezTo>
                    <a:cubicBezTo>
                      <a:pt x="5" y="101"/>
                      <a:pt x="0" y="96"/>
                      <a:pt x="2" y="91"/>
                    </a:cubicBezTo>
                    <a:lnTo>
                      <a:pt x="51" y="7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Freeform 366">
                <a:extLst>
                  <a:ext uri="{FF2B5EF4-FFF2-40B4-BE49-F238E27FC236}">
                    <a16:creationId xmlns:a16="http://schemas.microsoft.com/office/drawing/2014/main" id="{06341B17-F49F-4073-BB42-4E28E992D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3405"/>
                <a:ext cx="36" cy="85"/>
              </a:xfrm>
              <a:custGeom>
                <a:avLst/>
                <a:gdLst>
                  <a:gd name="T0" fmla="*/ 0 w 36"/>
                  <a:gd name="T1" fmla="*/ 90 h 84"/>
                  <a:gd name="T2" fmla="*/ 36 w 36"/>
                  <a:gd name="T3" fmla="*/ 0 h 84"/>
                  <a:gd name="T4" fmla="*/ 0 w 36"/>
                  <a:gd name="T5" fmla="*/ 9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84">
                    <a:moveTo>
                      <a:pt x="0" y="84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1" y="31"/>
                      <a:pt x="0" y="84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Freeform 367">
                <a:extLst>
                  <a:ext uri="{FF2B5EF4-FFF2-40B4-BE49-F238E27FC236}">
                    <a16:creationId xmlns:a16="http://schemas.microsoft.com/office/drawing/2014/main" id="{56E0DDCB-D92D-4E9F-95B6-FA708E000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3480"/>
                <a:ext cx="24" cy="17"/>
              </a:xfrm>
              <a:custGeom>
                <a:avLst/>
                <a:gdLst>
                  <a:gd name="T0" fmla="*/ 21 w 24"/>
                  <a:gd name="T1" fmla="*/ 22 h 16"/>
                  <a:gd name="T2" fmla="*/ 0 w 24"/>
                  <a:gd name="T3" fmla="*/ 14 h 16"/>
                  <a:gd name="T4" fmla="*/ 15 w 24"/>
                  <a:gd name="T5" fmla="*/ 3 h 16"/>
                  <a:gd name="T6" fmla="*/ 23 w 24"/>
                  <a:gd name="T7" fmla="*/ 2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21" y="16"/>
                    </a:moveTo>
                    <a:cubicBezTo>
                      <a:pt x="24" y="5"/>
                      <a:pt x="6" y="6"/>
                      <a:pt x="0" y="8"/>
                    </a:cubicBezTo>
                    <a:cubicBezTo>
                      <a:pt x="4" y="3"/>
                      <a:pt x="8" y="0"/>
                      <a:pt x="15" y="3"/>
                    </a:cubicBezTo>
                    <a:cubicBezTo>
                      <a:pt x="20" y="5"/>
                      <a:pt x="24" y="10"/>
                      <a:pt x="23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Freeform 368">
                <a:extLst>
                  <a:ext uri="{FF2B5EF4-FFF2-40B4-BE49-F238E27FC236}">
                    <a16:creationId xmlns:a16="http://schemas.microsoft.com/office/drawing/2014/main" id="{F33851C8-16F3-4B70-B72C-16B56331E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3400"/>
                <a:ext cx="45" cy="77"/>
              </a:xfrm>
              <a:custGeom>
                <a:avLst/>
                <a:gdLst>
                  <a:gd name="T0" fmla="*/ 0 w 45"/>
                  <a:gd name="T1" fmla="*/ 77 h 77"/>
                  <a:gd name="T2" fmla="*/ 45 w 45"/>
                  <a:gd name="T3" fmla="*/ 0 h 77"/>
                  <a:gd name="T4" fmla="*/ 0 w 45"/>
                  <a:gd name="T5" fmla="*/ 77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77">
                    <a:moveTo>
                      <a:pt x="0" y="77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8" y="71"/>
                      <a:pt x="0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Freeform 369">
                <a:extLst>
                  <a:ext uri="{FF2B5EF4-FFF2-40B4-BE49-F238E27FC236}">
                    <a16:creationId xmlns:a16="http://schemas.microsoft.com/office/drawing/2014/main" id="{F9CE5284-AE2B-4F74-AFF3-EFD028327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3393"/>
                <a:ext cx="70" cy="108"/>
              </a:xfrm>
              <a:custGeom>
                <a:avLst/>
                <a:gdLst>
                  <a:gd name="T0" fmla="*/ 51 w 70"/>
                  <a:gd name="T1" fmla="*/ 7 h 107"/>
                  <a:gd name="T2" fmla="*/ 63 w 70"/>
                  <a:gd name="T3" fmla="*/ 2 h 107"/>
                  <a:gd name="T4" fmla="*/ 63 w 70"/>
                  <a:gd name="T5" fmla="*/ 2 h 107"/>
                  <a:gd name="T6" fmla="*/ 68 w 70"/>
                  <a:gd name="T7" fmla="*/ 13 h 107"/>
                  <a:gd name="T8" fmla="*/ 29 w 70"/>
                  <a:gd name="T9" fmla="*/ 107 h 107"/>
                  <a:gd name="T10" fmla="*/ 12 w 70"/>
                  <a:gd name="T11" fmla="*/ 111 h 107"/>
                  <a:gd name="T12" fmla="*/ 12 w 70"/>
                  <a:gd name="T13" fmla="*/ 111 h 107"/>
                  <a:gd name="T14" fmla="*/ 2 w 70"/>
                  <a:gd name="T15" fmla="*/ 97 h 107"/>
                  <a:gd name="T16" fmla="*/ 51 w 70"/>
                  <a:gd name="T17" fmla="*/ 7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07">
                    <a:moveTo>
                      <a:pt x="51" y="7"/>
                    </a:moveTo>
                    <a:cubicBezTo>
                      <a:pt x="53" y="2"/>
                      <a:pt x="58" y="0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7" y="3"/>
                      <a:pt x="70" y="8"/>
                      <a:pt x="68" y="13"/>
                    </a:cubicBezTo>
                    <a:cubicBezTo>
                      <a:pt x="29" y="101"/>
                      <a:pt x="29" y="101"/>
                      <a:pt x="29" y="101"/>
                    </a:cubicBezTo>
                    <a:cubicBezTo>
                      <a:pt x="27" y="106"/>
                      <a:pt x="20" y="107"/>
                      <a:pt x="12" y="105"/>
                    </a:cubicBezTo>
                    <a:cubicBezTo>
                      <a:pt x="12" y="105"/>
                      <a:pt x="12" y="105"/>
                      <a:pt x="12" y="105"/>
                    </a:cubicBezTo>
                    <a:cubicBezTo>
                      <a:pt x="5" y="102"/>
                      <a:pt x="0" y="96"/>
                      <a:pt x="2" y="91"/>
                    </a:cubicBezTo>
                    <a:lnTo>
                      <a:pt x="51" y="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Freeform 370">
                <a:extLst>
                  <a:ext uri="{FF2B5EF4-FFF2-40B4-BE49-F238E27FC236}">
                    <a16:creationId xmlns:a16="http://schemas.microsoft.com/office/drawing/2014/main" id="{3D8713AA-577D-41C5-887F-1A9558BFF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186"/>
                <a:ext cx="67" cy="210"/>
              </a:xfrm>
              <a:custGeom>
                <a:avLst/>
                <a:gdLst>
                  <a:gd name="T0" fmla="*/ 71 w 66"/>
                  <a:gd name="T1" fmla="*/ 209 h 208"/>
                  <a:gd name="T2" fmla="*/ 64 w 66"/>
                  <a:gd name="T3" fmla="*/ 219 h 208"/>
                  <a:gd name="T4" fmla="*/ 64 w 66"/>
                  <a:gd name="T5" fmla="*/ 219 h 208"/>
                  <a:gd name="T6" fmla="*/ 53 w 66"/>
                  <a:gd name="T7" fmla="*/ 212 h 208"/>
                  <a:gd name="T8" fmla="*/ 1 w 66"/>
                  <a:gd name="T9" fmla="*/ 13 h 208"/>
                  <a:gd name="T10" fmla="*/ 13 w 66"/>
                  <a:gd name="T11" fmla="*/ 1 h 208"/>
                  <a:gd name="T12" fmla="*/ 13 w 66"/>
                  <a:gd name="T13" fmla="*/ 1 h 208"/>
                  <a:gd name="T14" fmla="*/ 29 w 66"/>
                  <a:gd name="T15" fmla="*/ 7 h 208"/>
                  <a:gd name="T16" fmla="*/ 71 w 66"/>
                  <a:gd name="T17" fmla="*/ 209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208">
                    <a:moveTo>
                      <a:pt x="65" y="197"/>
                    </a:moveTo>
                    <a:cubicBezTo>
                      <a:pt x="66" y="201"/>
                      <a:pt x="63" y="206"/>
                      <a:pt x="58" y="207"/>
                    </a:cubicBezTo>
                    <a:cubicBezTo>
                      <a:pt x="58" y="207"/>
                      <a:pt x="58" y="207"/>
                      <a:pt x="58" y="207"/>
                    </a:cubicBezTo>
                    <a:cubicBezTo>
                      <a:pt x="53" y="208"/>
                      <a:pt x="48" y="205"/>
                      <a:pt x="47" y="200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8"/>
                      <a:pt x="5" y="3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21" y="0"/>
                      <a:pt x="28" y="2"/>
                      <a:pt x="29" y="7"/>
                    </a:cubicBezTo>
                    <a:lnTo>
                      <a:pt x="65" y="197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Freeform 371">
                <a:extLst>
                  <a:ext uri="{FF2B5EF4-FFF2-40B4-BE49-F238E27FC236}">
                    <a16:creationId xmlns:a16="http://schemas.microsoft.com/office/drawing/2014/main" id="{CCD44F17-F37F-49E4-AE3F-5DE33FDC4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203"/>
                <a:ext cx="45" cy="184"/>
              </a:xfrm>
              <a:custGeom>
                <a:avLst/>
                <a:gdLst>
                  <a:gd name="T0" fmla="*/ 0 w 45"/>
                  <a:gd name="T1" fmla="*/ 0 h 182"/>
                  <a:gd name="T2" fmla="*/ 45 w 45"/>
                  <a:gd name="T3" fmla="*/ 194 h 182"/>
                  <a:gd name="T4" fmla="*/ 0 w 45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82">
                    <a:moveTo>
                      <a:pt x="0" y="0"/>
                    </a:moveTo>
                    <a:cubicBezTo>
                      <a:pt x="45" y="182"/>
                      <a:pt x="45" y="182"/>
                      <a:pt x="45" y="182"/>
                    </a:cubicBezTo>
                    <a:cubicBezTo>
                      <a:pt x="45" y="182"/>
                      <a:pt x="27" y="45"/>
                      <a:pt x="0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Freeform 372">
                <a:extLst>
                  <a:ext uri="{FF2B5EF4-FFF2-40B4-BE49-F238E27FC236}">
                    <a16:creationId xmlns:a16="http://schemas.microsoft.com/office/drawing/2014/main" id="{EA4C8C55-673E-4E33-ADC2-DB47A0B7E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190"/>
                <a:ext cx="22" cy="16"/>
              </a:xfrm>
              <a:custGeom>
                <a:avLst/>
                <a:gdLst>
                  <a:gd name="T0" fmla="*/ 0 w 22"/>
                  <a:gd name="T1" fmla="*/ 5 h 16"/>
                  <a:gd name="T2" fmla="*/ 22 w 22"/>
                  <a:gd name="T3" fmla="*/ 0 h 16"/>
                  <a:gd name="T4" fmla="*/ 13 w 22"/>
                  <a:gd name="T5" fmla="*/ 12 h 16"/>
                  <a:gd name="T6" fmla="*/ 0 w 22"/>
                  <a:gd name="T7" fmla="*/ 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0" y="5"/>
                    </a:moveTo>
                    <a:cubicBezTo>
                      <a:pt x="4" y="16"/>
                      <a:pt x="18" y="5"/>
                      <a:pt x="22" y="0"/>
                    </a:cubicBezTo>
                    <a:cubicBezTo>
                      <a:pt x="22" y="7"/>
                      <a:pt x="20" y="11"/>
                      <a:pt x="13" y="12"/>
                    </a:cubicBezTo>
                    <a:cubicBezTo>
                      <a:pt x="7" y="13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Freeform 373">
                <a:extLst>
                  <a:ext uri="{FF2B5EF4-FFF2-40B4-BE49-F238E27FC236}">
                    <a16:creationId xmlns:a16="http://schemas.microsoft.com/office/drawing/2014/main" id="{59800E02-3D7A-45C3-913A-59E1B29B1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201"/>
                <a:ext cx="40" cy="184"/>
              </a:xfrm>
              <a:custGeom>
                <a:avLst/>
                <a:gdLst>
                  <a:gd name="T0" fmla="*/ 2 w 39"/>
                  <a:gd name="T1" fmla="*/ 0 h 182"/>
                  <a:gd name="T2" fmla="*/ 45 w 39"/>
                  <a:gd name="T3" fmla="*/ 194 h 182"/>
                  <a:gd name="T4" fmla="*/ 2 w 39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82">
                    <a:moveTo>
                      <a:pt x="2" y="0"/>
                    </a:moveTo>
                    <a:cubicBezTo>
                      <a:pt x="39" y="182"/>
                      <a:pt x="39" y="182"/>
                      <a:pt x="39" y="182"/>
                    </a:cubicBezTo>
                    <a:cubicBezTo>
                      <a:pt x="39" y="182"/>
                      <a:pt x="0" y="9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Freeform 374">
                <a:extLst>
                  <a:ext uri="{FF2B5EF4-FFF2-40B4-BE49-F238E27FC236}">
                    <a16:creationId xmlns:a16="http://schemas.microsoft.com/office/drawing/2014/main" id="{46EA6AA6-BF09-4A41-BBFF-4D9E9A354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186"/>
                <a:ext cx="66" cy="210"/>
              </a:xfrm>
              <a:custGeom>
                <a:avLst/>
                <a:gdLst>
                  <a:gd name="T0" fmla="*/ 70 w 65"/>
                  <a:gd name="T1" fmla="*/ 208 h 208"/>
                  <a:gd name="T2" fmla="*/ 63 w 65"/>
                  <a:gd name="T3" fmla="*/ 219 h 208"/>
                  <a:gd name="T4" fmla="*/ 63 w 65"/>
                  <a:gd name="T5" fmla="*/ 219 h 208"/>
                  <a:gd name="T6" fmla="*/ 53 w 65"/>
                  <a:gd name="T7" fmla="*/ 212 h 208"/>
                  <a:gd name="T8" fmla="*/ 1 w 65"/>
                  <a:gd name="T9" fmla="*/ 13 h 208"/>
                  <a:gd name="T10" fmla="*/ 13 w 65"/>
                  <a:gd name="T11" fmla="*/ 1 h 208"/>
                  <a:gd name="T12" fmla="*/ 13 w 65"/>
                  <a:gd name="T13" fmla="*/ 1 h 208"/>
                  <a:gd name="T14" fmla="*/ 28 w 65"/>
                  <a:gd name="T15" fmla="*/ 7 h 208"/>
                  <a:gd name="T16" fmla="*/ 70 w 65"/>
                  <a:gd name="T17" fmla="*/ 208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208">
                    <a:moveTo>
                      <a:pt x="64" y="196"/>
                    </a:moveTo>
                    <a:cubicBezTo>
                      <a:pt x="65" y="201"/>
                      <a:pt x="62" y="206"/>
                      <a:pt x="57" y="207"/>
                    </a:cubicBezTo>
                    <a:cubicBezTo>
                      <a:pt x="57" y="207"/>
                      <a:pt x="57" y="207"/>
                      <a:pt x="57" y="207"/>
                    </a:cubicBezTo>
                    <a:cubicBezTo>
                      <a:pt x="53" y="208"/>
                      <a:pt x="48" y="205"/>
                      <a:pt x="47" y="200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8"/>
                      <a:pt x="5" y="3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20" y="0"/>
                      <a:pt x="27" y="2"/>
                      <a:pt x="28" y="7"/>
                    </a:cubicBezTo>
                    <a:lnTo>
                      <a:pt x="64" y="19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375">
                <a:extLst>
                  <a:ext uri="{FF2B5EF4-FFF2-40B4-BE49-F238E27FC236}">
                    <a16:creationId xmlns:a16="http://schemas.microsoft.com/office/drawing/2014/main" id="{15FBA345-AAE5-4FDA-B24C-6E649F091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2494"/>
                <a:ext cx="176" cy="146"/>
              </a:xfrm>
              <a:custGeom>
                <a:avLst/>
                <a:gdLst>
                  <a:gd name="T0" fmla="*/ 181 w 174"/>
                  <a:gd name="T1" fmla="*/ 139 h 144"/>
                  <a:gd name="T2" fmla="*/ 183 w 174"/>
                  <a:gd name="T3" fmla="*/ 151 h 144"/>
                  <a:gd name="T4" fmla="*/ 183 w 174"/>
                  <a:gd name="T5" fmla="*/ 151 h 144"/>
                  <a:gd name="T6" fmla="*/ 171 w 174"/>
                  <a:gd name="T7" fmla="*/ 153 h 144"/>
                  <a:gd name="T8" fmla="*/ 4 w 174"/>
                  <a:gd name="T9" fmla="*/ 25 h 144"/>
                  <a:gd name="T10" fmla="*/ 6 w 174"/>
                  <a:gd name="T11" fmla="*/ 9 h 144"/>
                  <a:gd name="T12" fmla="*/ 6 w 174"/>
                  <a:gd name="T13" fmla="*/ 9 h 144"/>
                  <a:gd name="T14" fmla="*/ 21 w 174"/>
                  <a:gd name="T15" fmla="*/ 3 h 144"/>
                  <a:gd name="T16" fmla="*/ 181 w 174"/>
                  <a:gd name="T17" fmla="*/ 139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4">
                    <a:moveTo>
                      <a:pt x="169" y="127"/>
                    </a:moveTo>
                    <a:cubicBezTo>
                      <a:pt x="173" y="130"/>
                      <a:pt x="174" y="135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3"/>
                      <a:pt x="162" y="144"/>
                      <a:pt x="159" y="141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0" y="22"/>
                      <a:pt x="1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10" y="3"/>
                      <a:pt x="17" y="0"/>
                      <a:pt x="21" y="3"/>
                    </a:cubicBezTo>
                    <a:lnTo>
                      <a:pt x="169" y="127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376">
                <a:extLst>
                  <a:ext uri="{FF2B5EF4-FFF2-40B4-BE49-F238E27FC236}">
                    <a16:creationId xmlns:a16="http://schemas.microsoft.com/office/drawing/2014/main" id="{EDBF7A33-7558-40FD-952A-BAB6C1BD8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520"/>
                <a:ext cx="153" cy="113"/>
              </a:xfrm>
              <a:custGeom>
                <a:avLst/>
                <a:gdLst>
                  <a:gd name="T0" fmla="*/ 0 w 151"/>
                  <a:gd name="T1" fmla="*/ 0 h 111"/>
                  <a:gd name="T2" fmla="*/ 163 w 151"/>
                  <a:gd name="T3" fmla="*/ 123 h 111"/>
                  <a:gd name="T4" fmla="*/ 0 w 151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1">
                    <a:moveTo>
                      <a:pt x="0" y="0"/>
                    </a:moveTo>
                    <a:cubicBezTo>
                      <a:pt x="151" y="111"/>
                      <a:pt x="151" y="111"/>
                      <a:pt x="151" y="111"/>
                    </a:cubicBezTo>
                    <a:cubicBezTo>
                      <a:pt x="151" y="111"/>
                      <a:pt x="50" y="17"/>
                      <a:pt x="0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Freeform 377">
                <a:extLst>
                  <a:ext uri="{FF2B5EF4-FFF2-40B4-BE49-F238E27FC236}">
                    <a16:creationId xmlns:a16="http://schemas.microsoft.com/office/drawing/2014/main" id="{1EF71DEC-3C56-4ED4-8B72-6E8934FA2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2497"/>
                <a:ext cx="20" cy="23"/>
              </a:xfrm>
              <a:custGeom>
                <a:avLst/>
                <a:gdLst>
                  <a:gd name="T0" fmla="*/ 0 w 19"/>
                  <a:gd name="T1" fmla="*/ 18 h 23"/>
                  <a:gd name="T2" fmla="*/ 20 w 19"/>
                  <a:gd name="T3" fmla="*/ 0 h 23"/>
                  <a:gd name="T4" fmla="*/ 20 w 19"/>
                  <a:gd name="T5" fmla="*/ 16 h 23"/>
                  <a:gd name="T6" fmla="*/ 0 w 19"/>
                  <a:gd name="T7" fmla="*/ 1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18"/>
                    </a:moveTo>
                    <a:cubicBezTo>
                      <a:pt x="10" y="23"/>
                      <a:pt x="14" y="6"/>
                      <a:pt x="14" y="0"/>
                    </a:cubicBezTo>
                    <a:cubicBezTo>
                      <a:pt x="18" y="6"/>
                      <a:pt x="19" y="10"/>
                      <a:pt x="14" y="16"/>
                    </a:cubicBezTo>
                    <a:cubicBezTo>
                      <a:pt x="11" y="19"/>
                      <a:pt x="5" y="22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Freeform 378">
                <a:extLst>
                  <a:ext uri="{FF2B5EF4-FFF2-40B4-BE49-F238E27FC236}">
                    <a16:creationId xmlns:a16="http://schemas.microsoft.com/office/drawing/2014/main" id="{6B4F8DEF-5305-409F-877B-D94258A89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503"/>
                <a:ext cx="144" cy="119"/>
              </a:xfrm>
              <a:custGeom>
                <a:avLst/>
                <a:gdLst>
                  <a:gd name="T0" fmla="*/ 0 w 143"/>
                  <a:gd name="T1" fmla="*/ 0 h 118"/>
                  <a:gd name="T2" fmla="*/ 149 w 143"/>
                  <a:gd name="T3" fmla="*/ 124 h 118"/>
                  <a:gd name="T4" fmla="*/ 0 w 143"/>
                  <a:gd name="T5" fmla="*/ 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8">
                    <a:moveTo>
                      <a:pt x="0" y="0"/>
                    </a:moveTo>
                    <a:cubicBezTo>
                      <a:pt x="143" y="118"/>
                      <a:pt x="143" y="118"/>
                      <a:pt x="143" y="118"/>
                    </a:cubicBezTo>
                    <a:cubicBezTo>
                      <a:pt x="143" y="118"/>
                      <a:pt x="4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379">
                <a:extLst>
                  <a:ext uri="{FF2B5EF4-FFF2-40B4-BE49-F238E27FC236}">
                    <a16:creationId xmlns:a16="http://schemas.microsoft.com/office/drawing/2014/main" id="{2B8F6EBA-BA74-41FB-A6D1-F0149C661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2494"/>
                <a:ext cx="176" cy="146"/>
              </a:xfrm>
              <a:custGeom>
                <a:avLst/>
                <a:gdLst>
                  <a:gd name="T0" fmla="*/ 181 w 174"/>
                  <a:gd name="T1" fmla="*/ 139 h 144"/>
                  <a:gd name="T2" fmla="*/ 183 w 174"/>
                  <a:gd name="T3" fmla="*/ 151 h 144"/>
                  <a:gd name="T4" fmla="*/ 183 w 174"/>
                  <a:gd name="T5" fmla="*/ 151 h 144"/>
                  <a:gd name="T6" fmla="*/ 170 w 174"/>
                  <a:gd name="T7" fmla="*/ 153 h 144"/>
                  <a:gd name="T8" fmla="*/ 3 w 174"/>
                  <a:gd name="T9" fmla="*/ 25 h 144"/>
                  <a:gd name="T10" fmla="*/ 5 w 174"/>
                  <a:gd name="T11" fmla="*/ 9 h 144"/>
                  <a:gd name="T12" fmla="*/ 5 w 174"/>
                  <a:gd name="T13" fmla="*/ 9 h 144"/>
                  <a:gd name="T14" fmla="*/ 21 w 174"/>
                  <a:gd name="T15" fmla="*/ 3 h 144"/>
                  <a:gd name="T16" fmla="*/ 181 w 174"/>
                  <a:gd name="T17" fmla="*/ 139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4">
                    <a:moveTo>
                      <a:pt x="169" y="127"/>
                    </a:moveTo>
                    <a:cubicBezTo>
                      <a:pt x="173" y="130"/>
                      <a:pt x="174" y="135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3"/>
                      <a:pt x="162" y="144"/>
                      <a:pt x="158" y="141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0" y="22"/>
                      <a:pt x="0" y="15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3"/>
                      <a:pt x="17" y="0"/>
                      <a:pt x="21" y="3"/>
                    </a:cubicBezTo>
                    <a:lnTo>
                      <a:pt x="169" y="12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380">
                <a:extLst>
                  <a:ext uri="{FF2B5EF4-FFF2-40B4-BE49-F238E27FC236}">
                    <a16:creationId xmlns:a16="http://schemas.microsoft.com/office/drawing/2014/main" id="{81F6CFA9-1F7C-4692-AAF1-0A2444AE3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2945"/>
                <a:ext cx="213" cy="28"/>
              </a:xfrm>
              <a:custGeom>
                <a:avLst/>
                <a:gdLst>
                  <a:gd name="T0" fmla="*/ 214 w 211"/>
                  <a:gd name="T1" fmla="*/ 11 h 28"/>
                  <a:gd name="T2" fmla="*/ 223 w 211"/>
                  <a:gd name="T3" fmla="*/ 20 h 28"/>
                  <a:gd name="T4" fmla="*/ 223 w 211"/>
                  <a:gd name="T5" fmla="*/ 20 h 28"/>
                  <a:gd name="T6" fmla="*/ 214 w 211"/>
                  <a:gd name="T7" fmla="*/ 28 h 28"/>
                  <a:gd name="T8" fmla="*/ 9 w 211"/>
                  <a:gd name="T9" fmla="*/ 28 h 28"/>
                  <a:gd name="T10" fmla="*/ 0 w 211"/>
                  <a:gd name="T11" fmla="*/ 14 h 28"/>
                  <a:gd name="T12" fmla="*/ 0 w 211"/>
                  <a:gd name="T13" fmla="*/ 14 h 28"/>
                  <a:gd name="T14" fmla="*/ 9 w 211"/>
                  <a:gd name="T15" fmla="*/ 0 h 28"/>
                  <a:gd name="T16" fmla="*/ 214 w 211"/>
                  <a:gd name="T17" fmla="*/ 11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8">
                    <a:moveTo>
                      <a:pt x="202" y="11"/>
                    </a:moveTo>
                    <a:cubicBezTo>
                      <a:pt x="207" y="11"/>
                      <a:pt x="211" y="15"/>
                      <a:pt x="211" y="20"/>
                    </a:cubicBezTo>
                    <a:cubicBezTo>
                      <a:pt x="211" y="20"/>
                      <a:pt x="211" y="20"/>
                      <a:pt x="211" y="20"/>
                    </a:cubicBezTo>
                    <a:cubicBezTo>
                      <a:pt x="211" y="25"/>
                      <a:pt x="206" y="28"/>
                      <a:pt x="202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4" y="28"/>
                      <a:pt x="0" y="2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5" y="0"/>
                      <a:pt x="9" y="0"/>
                    </a:cubicBezTo>
                    <a:lnTo>
                      <a:pt x="202" y="11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381">
                <a:extLst>
                  <a:ext uri="{FF2B5EF4-FFF2-40B4-BE49-F238E27FC236}">
                    <a16:creationId xmlns:a16="http://schemas.microsoft.com/office/drawing/2014/main" id="{0EA07A22-F8E3-4E9D-BB33-BFB9AA012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2955"/>
                <a:ext cx="190" cy="16"/>
              </a:xfrm>
              <a:custGeom>
                <a:avLst/>
                <a:gdLst>
                  <a:gd name="T0" fmla="*/ 0 w 188"/>
                  <a:gd name="T1" fmla="*/ 16 h 16"/>
                  <a:gd name="T2" fmla="*/ 200 w 188"/>
                  <a:gd name="T3" fmla="*/ 15 h 16"/>
                  <a:gd name="T4" fmla="*/ 0 w 188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16">
                    <a:moveTo>
                      <a:pt x="0" y="16"/>
                    </a:moveTo>
                    <a:cubicBezTo>
                      <a:pt x="188" y="15"/>
                      <a:pt x="188" y="15"/>
                      <a:pt x="188" y="15"/>
                    </a:cubicBezTo>
                    <a:cubicBezTo>
                      <a:pt x="188" y="15"/>
                      <a:pt x="50" y="0"/>
                      <a:pt x="0" y="16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382">
                <a:extLst>
                  <a:ext uri="{FF2B5EF4-FFF2-40B4-BE49-F238E27FC236}">
                    <a16:creationId xmlns:a16="http://schemas.microsoft.com/office/drawing/2014/main" id="{3F42700E-83A9-4682-89BE-2517F4AB0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2948"/>
                <a:ext cx="11" cy="23"/>
              </a:xfrm>
              <a:custGeom>
                <a:avLst/>
                <a:gdLst>
                  <a:gd name="T0" fmla="*/ 0 w 11"/>
                  <a:gd name="T1" fmla="*/ 22 h 23"/>
                  <a:gd name="T2" fmla="*/ 1 w 11"/>
                  <a:gd name="T3" fmla="*/ 0 h 23"/>
                  <a:gd name="T4" fmla="*/ 10 w 11"/>
                  <a:gd name="T5" fmla="*/ 12 h 23"/>
                  <a:gd name="T6" fmla="*/ 1 w 11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0" y="22"/>
                    </a:moveTo>
                    <a:cubicBezTo>
                      <a:pt x="11" y="21"/>
                      <a:pt x="5" y="4"/>
                      <a:pt x="1" y="0"/>
                    </a:cubicBezTo>
                    <a:cubicBezTo>
                      <a:pt x="7" y="2"/>
                      <a:pt x="11" y="4"/>
                      <a:pt x="10" y="12"/>
                    </a:cubicBezTo>
                    <a:cubicBezTo>
                      <a:pt x="10" y="17"/>
                      <a:pt x="7" y="22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383">
                <a:extLst>
                  <a:ext uri="{FF2B5EF4-FFF2-40B4-BE49-F238E27FC236}">
                    <a16:creationId xmlns:a16="http://schemas.microsoft.com/office/drawing/2014/main" id="{46C92734-C3B0-4A65-9465-B2C3BDCD1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2947"/>
                <a:ext cx="187" cy="9"/>
              </a:xfrm>
              <a:custGeom>
                <a:avLst/>
                <a:gdLst>
                  <a:gd name="T0" fmla="*/ 0 w 185"/>
                  <a:gd name="T1" fmla="*/ 0 h 9"/>
                  <a:gd name="T2" fmla="*/ 197 w 185"/>
                  <a:gd name="T3" fmla="*/ 9 h 9"/>
                  <a:gd name="T4" fmla="*/ 0 w 18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9">
                    <a:moveTo>
                      <a:pt x="0" y="0"/>
                    </a:moveTo>
                    <a:cubicBezTo>
                      <a:pt x="185" y="9"/>
                      <a:pt x="185" y="9"/>
                      <a:pt x="185" y="9"/>
                    </a:cubicBezTo>
                    <a:cubicBezTo>
                      <a:pt x="185" y="9"/>
                      <a:pt x="8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384">
                <a:extLst>
                  <a:ext uri="{FF2B5EF4-FFF2-40B4-BE49-F238E27FC236}">
                    <a16:creationId xmlns:a16="http://schemas.microsoft.com/office/drawing/2014/main" id="{95B41DDD-D18C-4CA3-96D8-B22E509DF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2945"/>
                <a:ext cx="212" cy="29"/>
              </a:xfrm>
              <a:custGeom>
                <a:avLst/>
                <a:gdLst>
                  <a:gd name="T0" fmla="*/ 214 w 210"/>
                  <a:gd name="T1" fmla="*/ 11 h 29"/>
                  <a:gd name="T2" fmla="*/ 222 w 210"/>
                  <a:gd name="T3" fmla="*/ 20 h 29"/>
                  <a:gd name="T4" fmla="*/ 222 w 210"/>
                  <a:gd name="T5" fmla="*/ 20 h 29"/>
                  <a:gd name="T6" fmla="*/ 213 w 210"/>
                  <a:gd name="T7" fmla="*/ 29 h 29"/>
                  <a:gd name="T8" fmla="*/ 8 w 210"/>
                  <a:gd name="T9" fmla="*/ 29 h 29"/>
                  <a:gd name="T10" fmla="*/ 0 w 210"/>
                  <a:gd name="T11" fmla="*/ 14 h 29"/>
                  <a:gd name="T12" fmla="*/ 0 w 210"/>
                  <a:gd name="T13" fmla="*/ 14 h 29"/>
                  <a:gd name="T14" fmla="*/ 9 w 210"/>
                  <a:gd name="T15" fmla="*/ 0 h 29"/>
                  <a:gd name="T16" fmla="*/ 214 w 210"/>
                  <a:gd name="T17" fmla="*/ 1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9">
                    <a:moveTo>
                      <a:pt x="202" y="11"/>
                    </a:moveTo>
                    <a:cubicBezTo>
                      <a:pt x="207" y="11"/>
                      <a:pt x="210" y="15"/>
                      <a:pt x="210" y="20"/>
                    </a:cubicBezTo>
                    <a:cubicBezTo>
                      <a:pt x="210" y="20"/>
                      <a:pt x="210" y="20"/>
                      <a:pt x="210" y="20"/>
                    </a:cubicBezTo>
                    <a:cubicBezTo>
                      <a:pt x="210" y="25"/>
                      <a:pt x="206" y="29"/>
                      <a:pt x="201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4" y="28"/>
                      <a:pt x="0" y="2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4" y="0"/>
                      <a:pt x="9" y="0"/>
                    </a:cubicBezTo>
                    <a:lnTo>
                      <a:pt x="202" y="1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385">
                <a:extLst>
                  <a:ext uri="{FF2B5EF4-FFF2-40B4-BE49-F238E27FC236}">
                    <a16:creationId xmlns:a16="http://schemas.microsoft.com/office/drawing/2014/main" id="{B7F31AE0-6035-4578-8CC9-5DEE492A6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3293"/>
                <a:ext cx="188" cy="127"/>
              </a:xfrm>
              <a:custGeom>
                <a:avLst/>
                <a:gdLst>
                  <a:gd name="T0" fmla="*/ 183 w 186"/>
                  <a:gd name="T1" fmla="*/ 2 h 125"/>
                  <a:gd name="T2" fmla="*/ 195 w 186"/>
                  <a:gd name="T3" fmla="*/ 5 h 125"/>
                  <a:gd name="T4" fmla="*/ 195 w 186"/>
                  <a:gd name="T5" fmla="*/ 5 h 125"/>
                  <a:gd name="T6" fmla="*/ 192 w 186"/>
                  <a:gd name="T7" fmla="*/ 17 h 125"/>
                  <a:gd name="T8" fmla="*/ 19 w 186"/>
                  <a:gd name="T9" fmla="*/ 135 h 125"/>
                  <a:gd name="T10" fmla="*/ 4 w 186"/>
                  <a:gd name="T11" fmla="*/ 127 h 125"/>
                  <a:gd name="T12" fmla="*/ 4 w 186"/>
                  <a:gd name="T13" fmla="*/ 127 h 125"/>
                  <a:gd name="T14" fmla="*/ 4 w 186"/>
                  <a:gd name="T15" fmla="*/ 111 h 125"/>
                  <a:gd name="T16" fmla="*/ 183 w 186"/>
                  <a:gd name="T17" fmla="*/ 2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5">
                    <a:moveTo>
                      <a:pt x="171" y="2"/>
                    </a:moveTo>
                    <a:cubicBezTo>
                      <a:pt x="175" y="0"/>
                      <a:pt x="181" y="1"/>
                      <a:pt x="183" y="5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6" y="9"/>
                      <a:pt x="184" y="15"/>
                      <a:pt x="180" y="17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5" y="125"/>
                      <a:pt x="8" y="122"/>
                      <a:pt x="4" y="115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0" y="109"/>
                      <a:pt x="0" y="101"/>
                      <a:pt x="4" y="99"/>
                    </a:cubicBezTo>
                    <a:lnTo>
                      <a:pt x="171" y="2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386">
                <a:extLst>
                  <a:ext uri="{FF2B5EF4-FFF2-40B4-BE49-F238E27FC236}">
                    <a16:creationId xmlns:a16="http://schemas.microsoft.com/office/drawing/2014/main" id="{78A5B336-C542-4076-A23B-F315C71C2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309"/>
                <a:ext cx="159" cy="104"/>
              </a:xfrm>
              <a:custGeom>
                <a:avLst/>
                <a:gdLst>
                  <a:gd name="T0" fmla="*/ 0 w 157"/>
                  <a:gd name="T1" fmla="*/ 109 h 103"/>
                  <a:gd name="T2" fmla="*/ 169 w 157"/>
                  <a:gd name="T3" fmla="*/ 0 h 103"/>
                  <a:gd name="T4" fmla="*/ 0 w 157"/>
                  <a:gd name="T5" fmla="*/ 109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103">
                    <a:moveTo>
                      <a:pt x="0" y="103"/>
                    </a:moveTo>
                    <a:cubicBezTo>
                      <a:pt x="157" y="0"/>
                      <a:pt x="157" y="0"/>
                      <a:pt x="157" y="0"/>
                    </a:cubicBezTo>
                    <a:cubicBezTo>
                      <a:pt x="157" y="0"/>
                      <a:pt x="33" y="62"/>
                      <a:pt x="0" y="103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387">
                <a:extLst>
                  <a:ext uri="{FF2B5EF4-FFF2-40B4-BE49-F238E27FC236}">
                    <a16:creationId xmlns:a16="http://schemas.microsoft.com/office/drawing/2014/main" id="{3127355D-ABAA-4704-BB62-10C12D0F3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3396"/>
                <a:ext cx="21" cy="21"/>
              </a:xfrm>
              <a:custGeom>
                <a:avLst/>
                <a:gdLst>
                  <a:gd name="T0" fmla="*/ 12 w 21"/>
                  <a:gd name="T1" fmla="*/ 21 h 21"/>
                  <a:gd name="T2" fmla="*/ 0 w 21"/>
                  <a:gd name="T3" fmla="*/ 2 h 21"/>
                  <a:gd name="T4" fmla="*/ 15 w 21"/>
                  <a:gd name="T5" fmla="*/ 7 h 21"/>
                  <a:gd name="T6" fmla="*/ 14 w 21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2" y="21"/>
                    </a:moveTo>
                    <a:cubicBezTo>
                      <a:pt x="21" y="14"/>
                      <a:pt x="6" y="4"/>
                      <a:pt x="0" y="2"/>
                    </a:cubicBezTo>
                    <a:cubicBezTo>
                      <a:pt x="7" y="0"/>
                      <a:pt x="11" y="0"/>
                      <a:pt x="15" y="7"/>
                    </a:cubicBezTo>
                    <a:cubicBezTo>
                      <a:pt x="17" y="12"/>
                      <a:pt x="18" y="17"/>
                      <a:pt x="14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388">
                <a:extLst>
                  <a:ext uri="{FF2B5EF4-FFF2-40B4-BE49-F238E27FC236}">
                    <a16:creationId xmlns:a16="http://schemas.microsoft.com/office/drawing/2014/main" id="{AF069562-ED04-4753-A77C-1199B3797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3296"/>
                <a:ext cx="162" cy="95"/>
              </a:xfrm>
              <a:custGeom>
                <a:avLst/>
                <a:gdLst>
                  <a:gd name="T0" fmla="*/ 0 w 160"/>
                  <a:gd name="T1" fmla="*/ 100 h 94"/>
                  <a:gd name="T2" fmla="*/ 172 w 160"/>
                  <a:gd name="T3" fmla="*/ 0 h 94"/>
                  <a:gd name="T4" fmla="*/ 0 w 160"/>
                  <a:gd name="T5" fmla="*/ 10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94">
                    <a:moveTo>
                      <a:pt x="0" y="94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0" y="94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389">
                <a:extLst>
                  <a:ext uri="{FF2B5EF4-FFF2-40B4-BE49-F238E27FC236}">
                    <a16:creationId xmlns:a16="http://schemas.microsoft.com/office/drawing/2014/main" id="{EDAE7BB8-AC01-45CD-8553-0DF855C66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3293"/>
                <a:ext cx="188" cy="128"/>
              </a:xfrm>
              <a:custGeom>
                <a:avLst/>
                <a:gdLst>
                  <a:gd name="T0" fmla="*/ 183 w 186"/>
                  <a:gd name="T1" fmla="*/ 3 h 126"/>
                  <a:gd name="T2" fmla="*/ 195 w 186"/>
                  <a:gd name="T3" fmla="*/ 6 h 126"/>
                  <a:gd name="T4" fmla="*/ 195 w 186"/>
                  <a:gd name="T5" fmla="*/ 6 h 126"/>
                  <a:gd name="T6" fmla="*/ 192 w 186"/>
                  <a:gd name="T7" fmla="*/ 18 h 126"/>
                  <a:gd name="T8" fmla="*/ 19 w 186"/>
                  <a:gd name="T9" fmla="*/ 135 h 126"/>
                  <a:gd name="T10" fmla="*/ 4 w 186"/>
                  <a:gd name="T11" fmla="*/ 128 h 126"/>
                  <a:gd name="T12" fmla="*/ 4 w 186"/>
                  <a:gd name="T13" fmla="*/ 128 h 126"/>
                  <a:gd name="T14" fmla="*/ 4 w 186"/>
                  <a:gd name="T15" fmla="*/ 111 h 126"/>
                  <a:gd name="T16" fmla="*/ 183 w 186"/>
                  <a:gd name="T17" fmla="*/ 3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6">
                    <a:moveTo>
                      <a:pt x="171" y="3"/>
                    </a:moveTo>
                    <a:cubicBezTo>
                      <a:pt x="175" y="0"/>
                      <a:pt x="180" y="1"/>
                      <a:pt x="183" y="6"/>
                    </a:cubicBezTo>
                    <a:cubicBezTo>
                      <a:pt x="183" y="6"/>
                      <a:pt x="183" y="6"/>
                      <a:pt x="183" y="6"/>
                    </a:cubicBezTo>
                    <a:cubicBezTo>
                      <a:pt x="186" y="10"/>
                      <a:pt x="184" y="15"/>
                      <a:pt x="180" y="18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5" y="126"/>
                      <a:pt x="8" y="122"/>
                      <a:pt x="4" y="116"/>
                    </a:cubicBezTo>
                    <a:cubicBezTo>
                      <a:pt x="4" y="116"/>
                      <a:pt x="4" y="116"/>
                      <a:pt x="4" y="116"/>
                    </a:cubicBezTo>
                    <a:cubicBezTo>
                      <a:pt x="0" y="109"/>
                      <a:pt x="0" y="102"/>
                      <a:pt x="4" y="99"/>
                    </a:cubicBezTo>
                    <a:lnTo>
                      <a:pt x="171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390">
                <a:extLst>
                  <a:ext uri="{FF2B5EF4-FFF2-40B4-BE49-F238E27FC236}">
                    <a16:creationId xmlns:a16="http://schemas.microsoft.com/office/drawing/2014/main" id="{113897FF-3814-4FA6-932E-96D2AD3AD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3607"/>
                <a:ext cx="95" cy="202"/>
              </a:xfrm>
              <a:custGeom>
                <a:avLst/>
                <a:gdLst>
                  <a:gd name="T0" fmla="*/ 82 w 94"/>
                  <a:gd name="T1" fmla="*/ 6 h 200"/>
                  <a:gd name="T2" fmla="*/ 93 w 94"/>
                  <a:gd name="T3" fmla="*/ 1 h 200"/>
                  <a:gd name="T4" fmla="*/ 93 w 94"/>
                  <a:gd name="T5" fmla="*/ 1 h 200"/>
                  <a:gd name="T6" fmla="*/ 98 w 94"/>
                  <a:gd name="T7" fmla="*/ 13 h 200"/>
                  <a:gd name="T8" fmla="*/ 28 w 94"/>
                  <a:gd name="T9" fmla="*/ 206 h 200"/>
                  <a:gd name="T10" fmla="*/ 11 w 94"/>
                  <a:gd name="T11" fmla="*/ 210 h 200"/>
                  <a:gd name="T12" fmla="*/ 11 w 94"/>
                  <a:gd name="T13" fmla="*/ 210 h 200"/>
                  <a:gd name="T14" fmla="*/ 1 w 94"/>
                  <a:gd name="T15" fmla="*/ 196 h 200"/>
                  <a:gd name="T16" fmla="*/ 82 w 94"/>
                  <a:gd name="T17" fmla="*/ 6 h 2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200">
                    <a:moveTo>
                      <a:pt x="76" y="6"/>
                    </a:moveTo>
                    <a:cubicBezTo>
                      <a:pt x="78" y="2"/>
                      <a:pt x="83" y="0"/>
                      <a:pt x="87" y="1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92" y="3"/>
                      <a:pt x="94" y="8"/>
                      <a:pt x="92" y="13"/>
                    </a:cubicBezTo>
                    <a:cubicBezTo>
                      <a:pt x="28" y="194"/>
                      <a:pt x="28" y="194"/>
                      <a:pt x="28" y="194"/>
                    </a:cubicBezTo>
                    <a:cubicBezTo>
                      <a:pt x="26" y="199"/>
                      <a:pt x="18" y="200"/>
                      <a:pt x="11" y="198"/>
                    </a:cubicBezTo>
                    <a:cubicBezTo>
                      <a:pt x="11" y="198"/>
                      <a:pt x="11" y="198"/>
                      <a:pt x="11" y="198"/>
                    </a:cubicBezTo>
                    <a:cubicBezTo>
                      <a:pt x="4" y="195"/>
                      <a:pt x="0" y="189"/>
                      <a:pt x="1" y="184"/>
                    </a:cubicBezTo>
                    <a:lnTo>
                      <a:pt x="76" y="6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391">
                <a:extLst>
                  <a:ext uri="{FF2B5EF4-FFF2-40B4-BE49-F238E27FC236}">
                    <a16:creationId xmlns:a16="http://schemas.microsoft.com/office/drawing/2014/main" id="{797B9E87-4DDA-400C-AE0B-50028DCC5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619"/>
                <a:ext cx="63" cy="180"/>
              </a:xfrm>
              <a:custGeom>
                <a:avLst/>
                <a:gdLst>
                  <a:gd name="T0" fmla="*/ 0 w 62"/>
                  <a:gd name="T1" fmla="*/ 190 h 178"/>
                  <a:gd name="T2" fmla="*/ 68 w 62"/>
                  <a:gd name="T3" fmla="*/ 0 h 178"/>
                  <a:gd name="T4" fmla="*/ 0 w 62"/>
                  <a:gd name="T5" fmla="*/ 190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78">
                    <a:moveTo>
                      <a:pt x="0" y="178"/>
                    </a:move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1" y="125"/>
                      <a:pt x="0" y="178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392">
                <a:extLst>
                  <a:ext uri="{FF2B5EF4-FFF2-40B4-BE49-F238E27FC236}">
                    <a16:creationId xmlns:a16="http://schemas.microsoft.com/office/drawing/2014/main" id="{2F043E66-3BB4-4CDC-A038-C47F0F07F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3790"/>
                <a:ext cx="24" cy="15"/>
              </a:xfrm>
              <a:custGeom>
                <a:avLst/>
                <a:gdLst>
                  <a:gd name="T0" fmla="*/ 21 w 24"/>
                  <a:gd name="T1" fmla="*/ 15 h 15"/>
                  <a:gd name="T2" fmla="*/ 0 w 24"/>
                  <a:gd name="T3" fmla="*/ 7 h 15"/>
                  <a:gd name="T4" fmla="*/ 15 w 24"/>
                  <a:gd name="T5" fmla="*/ 3 h 15"/>
                  <a:gd name="T6" fmla="*/ 23 w 24"/>
                  <a:gd name="T7" fmla="*/ 1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5">
                    <a:moveTo>
                      <a:pt x="21" y="15"/>
                    </a:moveTo>
                    <a:cubicBezTo>
                      <a:pt x="24" y="5"/>
                      <a:pt x="6" y="6"/>
                      <a:pt x="0" y="7"/>
                    </a:cubicBezTo>
                    <a:cubicBezTo>
                      <a:pt x="5" y="2"/>
                      <a:pt x="8" y="0"/>
                      <a:pt x="15" y="3"/>
                    </a:cubicBezTo>
                    <a:cubicBezTo>
                      <a:pt x="20" y="5"/>
                      <a:pt x="24" y="9"/>
                      <a:pt x="23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393">
                <a:extLst>
                  <a:ext uri="{FF2B5EF4-FFF2-40B4-BE49-F238E27FC236}">
                    <a16:creationId xmlns:a16="http://schemas.microsoft.com/office/drawing/2014/main" id="{679B3AA3-F152-442D-80D0-2C78B9985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3613"/>
                <a:ext cx="71" cy="174"/>
              </a:xfrm>
              <a:custGeom>
                <a:avLst/>
                <a:gdLst>
                  <a:gd name="T0" fmla="*/ 0 w 70"/>
                  <a:gd name="T1" fmla="*/ 184 h 172"/>
                  <a:gd name="T2" fmla="*/ 76 w 70"/>
                  <a:gd name="T3" fmla="*/ 0 h 172"/>
                  <a:gd name="T4" fmla="*/ 0 w 70"/>
                  <a:gd name="T5" fmla="*/ 184 h 1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72">
                    <a:moveTo>
                      <a:pt x="0" y="172"/>
                    </a:move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7" y="166"/>
                      <a:pt x="0" y="1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394">
                <a:extLst>
                  <a:ext uri="{FF2B5EF4-FFF2-40B4-BE49-F238E27FC236}">
                    <a16:creationId xmlns:a16="http://schemas.microsoft.com/office/drawing/2014/main" id="{C980D5C1-D600-49CA-B973-DAE567CD3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3607"/>
                <a:ext cx="95" cy="203"/>
              </a:xfrm>
              <a:custGeom>
                <a:avLst/>
                <a:gdLst>
                  <a:gd name="T0" fmla="*/ 82 w 94"/>
                  <a:gd name="T1" fmla="*/ 7 h 201"/>
                  <a:gd name="T2" fmla="*/ 94 w 94"/>
                  <a:gd name="T3" fmla="*/ 2 h 201"/>
                  <a:gd name="T4" fmla="*/ 94 w 94"/>
                  <a:gd name="T5" fmla="*/ 2 h 201"/>
                  <a:gd name="T6" fmla="*/ 99 w 94"/>
                  <a:gd name="T7" fmla="*/ 13 h 201"/>
                  <a:gd name="T8" fmla="*/ 28 w 94"/>
                  <a:gd name="T9" fmla="*/ 207 h 201"/>
                  <a:gd name="T10" fmla="*/ 11 w 94"/>
                  <a:gd name="T11" fmla="*/ 210 h 201"/>
                  <a:gd name="T12" fmla="*/ 11 w 94"/>
                  <a:gd name="T13" fmla="*/ 210 h 201"/>
                  <a:gd name="T14" fmla="*/ 1 w 94"/>
                  <a:gd name="T15" fmla="*/ 197 h 201"/>
                  <a:gd name="T16" fmla="*/ 82 w 94"/>
                  <a:gd name="T17" fmla="*/ 7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201">
                    <a:moveTo>
                      <a:pt x="76" y="7"/>
                    </a:moveTo>
                    <a:cubicBezTo>
                      <a:pt x="78" y="2"/>
                      <a:pt x="83" y="0"/>
                      <a:pt x="88" y="2"/>
                    </a:cubicBezTo>
                    <a:cubicBezTo>
                      <a:pt x="88" y="2"/>
                      <a:pt x="88" y="2"/>
                      <a:pt x="88" y="2"/>
                    </a:cubicBezTo>
                    <a:cubicBezTo>
                      <a:pt x="92" y="3"/>
                      <a:pt x="94" y="9"/>
                      <a:pt x="93" y="13"/>
                    </a:cubicBezTo>
                    <a:cubicBezTo>
                      <a:pt x="28" y="195"/>
                      <a:pt x="28" y="195"/>
                      <a:pt x="28" y="195"/>
                    </a:cubicBezTo>
                    <a:cubicBezTo>
                      <a:pt x="26" y="199"/>
                      <a:pt x="19" y="201"/>
                      <a:pt x="11" y="198"/>
                    </a:cubicBezTo>
                    <a:cubicBezTo>
                      <a:pt x="11" y="198"/>
                      <a:pt x="11" y="198"/>
                      <a:pt x="11" y="198"/>
                    </a:cubicBezTo>
                    <a:cubicBezTo>
                      <a:pt x="4" y="195"/>
                      <a:pt x="0" y="189"/>
                      <a:pt x="1" y="185"/>
                    </a:cubicBezTo>
                    <a:lnTo>
                      <a:pt x="76" y="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395">
                <a:extLst>
                  <a:ext uri="{FF2B5EF4-FFF2-40B4-BE49-F238E27FC236}">
                    <a16:creationId xmlns:a16="http://schemas.microsoft.com/office/drawing/2014/main" id="{22B0106A-0C14-4523-8894-FC7EB5FF1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316"/>
                <a:ext cx="146" cy="175"/>
              </a:xfrm>
              <a:custGeom>
                <a:avLst/>
                <a:gdLst>
                  <a:gd name="T0" fmla="*/ 3 w 145"/>
                  <a:gd name="T1" fmla="*/ 170 h 173"/>
                  <a:gd name="T2" fmla="*/ 5 w 145"/>
                  <a:gd name="T3" fmla="*/ 182 h 173"/>
                  <a:gd name="T4" fmla="*/ 5 w 145"/>
                  <a:gd name="T5" fmla="*/ 182 h 173"/>
                  <a:gd name="T6" fmla="*/ 17 w 145"/>
                  <a:gd name="T7" fmla="*/ 181 h 173"/>
                  <a:gd name="T8" fmla="*/ 147 w 145"/>
                  <a:gd name="T9" fmla="*/ 22 h 173"/>
                  <a:gd name="T10" fmla="*/ 142 w 145"/>
                  <a:gd name="T11" fmla="*/ 6 h 173"/>
                  <a:gd name="T12" fmla="*/ 142 w 145"/>
                  <a:gd name="T13" fmla="*/ 6 h 173"/>
                  <a:gd name="T14" fmla="*/ 125 w 145"/>
                  <a:gd name="T15" fmla="*/ 4 h 173"/>
                  <a:gd name="T16" fmla="*/ 3 w 145"/>
                  <a:gd name="T17" fmla="*/ 170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5" h="173">
                    <a:moveTo>
                      <a:pt x="3" y="158"/>
                    </a:moveTo>
                    <a:cubicBezTo>
                      <a:pt x="0" y="162"/>
                      <a:pt x="1" y="167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9" y="173"/>
                      <a:pt x="14" y="173"/>
                      <a:pt x="17" y="169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45" y="18"/>
                      <a:pt x="142" y="11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0" y="1"/>
                      <a:pt x="123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396">
                <a:extLst>
                  <a:ext uri="{FF2B5EF4-FFF2-40B4-BE49-F238E27FC236}">
                    <a16:creationId xmlns:a16="http://schemas.microsoft.com/office/drawing/2014/main" id="{81305959-32B1-49CB-96EE-27A9AE1C5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339"/>
                <a:ext cx="123" cy="145"/>
              </a:xfrm>
              <a:custGeom>
                <a:avLst/>
                <a:gdLst>
                  <a:gd name="T0" fmla="*/ 128 w 122"/>
                  <a:gd name="T1" fmla="*/ 0 h 143"/>
                  <a:gd name="T2" fmla="*/ 0 w 122"/>
                  <a:gd name="T3" fmla="*/ 155 h 143"/>
                  <a:gd name="T4" fmla="*/ 128 w 122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43">
                    <a:moveTo>
                      <a:pt x="122" y="0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77" y="28"/>
                      <a:pt x="122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397">
                <a:extLst>
                  <a:ext uri="{FF2B5EF4-FFF2-40B4-BE49-F238E27FC236}">
                    <a16:creationId xmlns:a16="http://schemas.microsoft.com/office/drawing/2014/main" id="{2D479A16-266F-4203-9A8E-907285B1C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319"/>
                <a:ext cx="20" cy="22"/>
              </a:xfrm>
              <a:custGeom>
                <a:avLst/>
                <a:gdLst>
                  <a:gd name="T0" fmla="*/ 20 w 20"/>
                  <a:gd name="T1" fmla="*/ 14 h 22"/>
                  <a:gd name="T2" fmla="*/ 3 w 20"/>
                  <a:gd name="T3" fmla="*/ 0 h 22"/>
                  <a:gd name="T4" fmla="*/ 6 w 20"/>
                  <a:gd name="T5" fmla="*/ 15 h 22"/>
                  <a:gd name="T6" fmla="*/ 20 w 20"/>
                  <a:gd name="T7" fmla="*/ 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20" y="14"/>
                    </a:moveTo>
                    <a:cubicBezTo>
                      <a:pt x="12" y="22"/>
                      <a:pt x="4" y="6"/>
                      <a:pt x="3" y="0"/>
                    </a:cubicBezTo>
                    <a:cubicBezTo>
                      <a:pt x="0" y="6"/>
                      <a:pt x="0" y="11"/>
                      <a:pt x="6" y="15"/>
                    </a:cubicBezTo>
                    <a:cubicBezTo>
                      <a:pt x="10" y="18"/>
                      <a:pt x="16" y="19"/>
                      <a:pt x="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398">
                <a:extLst>
                  <a:ext uri="{FF2B5EF4-FFF2-40B4-BE49-F238E27FC236}">
                    <a16:creationId xmlns:a16="http://schemas.microsoft.com/office/drawing/2014/main" id="{063C3C98-CE84-4A0D-AC21-A134B3C8D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327"/>
                <a:ext cx="114" cy="149"/>
              </a:xfrm>
              <a:custGeom>
                <a:avLst/>
                <a:gdLst>
                  <a:gd name="T0" fmla="*/ 119 w 113"/>
                  <a:gd name="T1" fmla="*/ 0 h 147"/>
                  <a:gd name="T2" fmla="*/ 0 w 113"/>
                  <a:gd name="T3" fmla="*/ 159 h 147"/>
                  <a:gd name="T4" fmla="*/ 119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113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112" y="9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399">
                <a:extLst>
                  <a:ext uri="{FF2B5EF4-FFF2-40B4-BE49-F238E27FC236}">
                    <a16:creationId xmlns:a16="http://schemas.microsoft.com/office/drawing/2014/main" id="{B4C0A249-82BE-4574-B991-1194E9B7F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316"/>
                <a:ext cx="145" cy="175"/>
              </a:xfrm>
              <a:custGeom>
                <a:avLst/>
                <a:gdLst>
                  <a:gd name="T0" fmla="*/ 3 w 144"/>
                  <a:gd name="T1" fmla="*/ 170 h 173"/>
                  <a:gd name="T2" fmla="*/ 4 w 144"/>
                  <a:gd name="T3" fmla="*/ 182 h 173"/>
                  <a:gd name="T4" fmla="*/ 4 w 144"/>
                  <a:gd name="T5" fmla="*/ 182 h 173"/>
                  <a:gd name="T6" fmla="*/ 17 w 144"/>
                  <a:gd name="T7" fmla="*/ 181 h 173"/>
                  <a:gd name="T8" fmla="*/ 147 w 144"/>
                  <a:gd name="T9" fmla="*/ 22 h 173"/>
                  <a:gd name="T10" fmla="*/ 141 w 144"/>
                  <a:gd name="T11" fmla="*/ 6 h 173"/>
                  <a:gd name="T12" fmla="*/ 141 w 144"/>
                  <a:gd name="T13" fmla="*/ 6 h 173"/>
                  <a:gd name="T14" fmla="*/ 125 w 144"/>
                  <a:gd name="T15" fmla="*/ 4 h 173"/>
                  <a:gd name="T16" fmla="*/ 3 w 144"/>
                  <a:gd name="T17" fmla="*/ 170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3" y="158"/>
                    </a:moveTo>
                    <a:cubicBezTo>
                      <a:pt x="0" y="162"/>
                      <a:pt x="0" y="167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8" y="173"/>
                      <a:pt x="14" y="173"/>
                      <a:pt x="17" y="169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44" y="18"/>
                      <a:pt x="141" y="11"/>
                      <a:pt x="135" y="6"/>
                    </a:cubicBezTo>
                    <a:cubicBezTo>
                      <a:pt x="135" y="6"/>
                      <a:pt x="135" y="6"/>
                      <a:pt x="135" y="6"/>
                    </a:cubicBezTo>
                    <a:cubicBezTo>
                      <a:pt x="129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400">
                <a:extLst>
                  <a:ext uri="{FF2B5EF4-FFF2-40B4-BE49-F238E27FC236}">
                    <a16:creationId xmlns:a16="http://schemas.microsoft.com/office/drawing/2014/main" id="{5FFA96D1-74E1-45C7-A17E-C2BC4F9C1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694"/>
                <a:ext cx="208" cy="81"/>
              </a:xfrm>
              <a:custGeom>
                <a:avLst/>
                <a:gdLst>
                  <a:gd name="T0" fmla="*/ 8 w 206"/>
                  <a:gd name="T1" fmla="*/ 68 h 80"/>
                  <a:gd name="T2" fmla="*/ 2 w 206"/>
                  <a:gd name="T3" fmla="*/ 78 h 80"/>
                  <a:gd name="T4" fmla="*/ 2 w 206"/>
                  <a:gd name="T5" fmla="*/ 78 h 80"/>
                  <a:gd name="T6" fmla="*/ 13 w 206"/>
                  <a:gd name="T7" fmla="*/ 84 h 80"/>
                  <a:gd name="T8" fmla="*/ 211 w 206"/>
                  <a:gd name="T9" fmla="*/ 29 h 80"/>
                  <a:gd name="T10" fmla="*/ 216 w 206"/>
                  <a:gd name="T11" fmla="*/ 13 h 80"/>
                  <a:gd name="T12" fmla="*/ 216 w 206"/>
                  <a:gd name="T13" fmla="*/ 13 h 80"/>
                  <a:gd name="T14" fmla="*/ 203 w 206"/>
                  <a:gd name="T15" fmla="*/ 2 h 80"/>
                  <a:gd name="T16" fmla="*/ 8 w 206"/>
                  <a:gd name="T17" fmla="*/ 68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80">
                    <a:moveTo>
                      <a:pt x="8" y="62"/>
                    </a:moveTo>
                    <a:cubicBezTo>
                      <a:pt x="3" y="63"/>
                      <a:pt x="0" y="68"/>
                      <a:pt x="2" y="72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3" y="77"/>
                      <a:pt x="8" y="80"/>
                      <a:pt x="13" y="78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4" y="27"/>
                      <a:pt x="206" y="20"/>
                      <a:pt x="204" y="13"/>
                    </a:cubicBezTo>
                    <a:cubicBezTo>
                      <a:pt x="204" y="13"/>
                      <a:pt x="204" y="13"/>
                      <a:pt x="204" y="13"/>
                    </a:cubicBezTo>
                    <a:cubicBezTo>
                      <a:pt x="201" y="5"/>
                      <a:pt x="196" y="0"/>
                      <a:pt x="191" y="2"/>
                    </a:cubicBezTo>
                    <a:lnTo>
                      <a:pt x="8" y="62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401">
                <a:extLst>
                  <a:ext uri="{FF2B5EF4-FFF2-40B4-BE49-F238E27FC236}">
                    <a16:creationId xmlns:a16="http://schemas.microsoft.com/office/drawing/2014/main" id="{D8027371-04A6-48AE-8D27-3FF619520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719"/>
                <a:ext cx="183" cy="51"/>
              </a:xfrm>
              <a:custGeom>
                <a:avLst/>
                <a:gdLst>
                  <a:gd name="T0" fmla="*/ 193 w 181"/>
                  <a:gd name="T1" fmla="*/ 2 h 50"/>
                  <a:gd name="T2" fmla="*/ 0 w 181"/>
                  <a:gd name="T3" fmla="*/ 56 h 50"/>
                  <a:gd name="T4" fmla="*/ 193 w 181"/>
                  <a:gd name="T5" fmla="*/ 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" h="50">
                    <a:moveTo>
                      <a:pt x="181" y="2"/>
                    </a:move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129" y="0"/>
                      <a:pt x="181" y="2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402">
                <a:extLst>
                  <a:ext uri="{FF2B5EF4-FFF2-40B4-BE49-F238E27FC236}">
                    <a16:creationId xmlns:a16="http://schemas.microsoft.com/office/drawing/2014/main" id="{90B19F14-9325-493C-990E-5970D8319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697"/>
                <a:ext cx="15" cy="24"/>
              </a:xfrm>
              <a:custGeom>
                <a:avLst/>
                <a:gdLst>
                  <a:gd name="T0" fmla="*/ 15 w 15"/>
                  <a:gd name="T1" fmla="*/ 22 h 24"/>
                  <a:gd name="T2" fmla="*/ 8 w 15"/>
                  <a:gd name="T3" fmla="*/ 0 h 24"/>
                  <a:gd name="T4" fmla="*/ 2 w 15"/>
                  <a:gd name="T5" fmla="*/ 15 h 24"/>
                  <a:gd name="T6" fmla="*/ 14 w 15"/>
                  <a:gd name="T7" fmla="*/ 2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4">
                    <a:moveTo>
                      <a:pt x="15" y="22"/>
                    </a:moveTo>
                    <a:cubicBezTo>
                      <a:pt x="3" y="23"/>
                      <a:pt x="6" y="6"/>
                      <a:pt x="8" y="0"/>
                    </a:cubicBezTo>
                    <a:cubicBezTo>
                      <a:pt x="3" y="4"/>
                      <a:pt x="0" y="8"/>
                      <a:pt x="2" y="15"/>
                    </a:cubicBezTo>
                    <a:cubicBezTo>
                      <a:pt x="4" y="20"/>
                      <a:pt x="8" y="24"/>
                      <a:pt x="14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403">
                <a:extLst>
                  <a:ext uri="{FF2B5EF4-FFF2-40B4-BE49-F238E27FC236}">
                    <a16:creationId xmlns:a16="http://schemas.microsoft.com/office/drawing/2014/main" id="{A58664E1-159E-4F7C-A247-0C60E22F0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700"/>
                <a:ext cx="178" cy="57"/>
              </a:xfrm>
              <a:custGeom>
                <a:avLst/>
                <a:gdLst>
                  <a:gd name="T0" fmla="*/ 188 w 176"/>
                  <a:gd name="T1" fmla="*/ 0 h 56"/>
                  <a:gd name="T2" fmla="*/ 0 w 176"/>
                  <a:gd name="T3" fmla="*/ 62 h 56"/>
                  <a:gd name="T4" fmla="*/ 188 w 17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56">
                    <a:moveTo>
                      <a:pt x="176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170" y="7"/>
                      <a:pt x="1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404">
                <a:extLst>
                  <a:ext uri="{FF2B5EF4-FFF2-40B4-BE49-F238E27FC236}">
                    <a16:creationId xmlns:a16="http://schemas.microsoft.com/office/drawing/2014/main" id="{36454853-3CFF-4A6E-B8F0-BAFD7F8E6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695"/>
                <a:ext cx="207" cy="80"/>
              </a:xfrm>
              <a:custGeom>
                <a:avLst/>
                <a:gdLst>
                  <a:gd name="T0" fmla="*/ 7 w 205"/>
                  <a:gd name="T1" fmla="*/ 67 h 79"/>
                  <a:gd name="T2" fmla="*/ 1 w 205"/>
                  <a:gd name="T3" fmla="*/ 78 h 79"/>
                  <a:gd name="T4" fmla="*/ 1 w 205"/>
                  <a:gd name="T5" fmla="*/ 78 h 79"/>
                  <a:gd name="T6" fmla="*/ 12 w 205"/>
                  <a:gd name="T7" fmla="*/ 84 h 79"/>
                  <a:gd name="T8" fmla="*/ 210 w 205"/>
                  <a:gd name="T9" fmla="*/ 28 h 79"/>
                  <a:gd name="T10" fmla="*/ 215 w 205"/>
                  <a:gd name="T11" fmla="*/ 12 h 79"/>
                  <a:gd name="T12" fmla="*/ 215 w 205"/>
                  <a:gd name="T13" fmla="*/ 12 h 79"/>
                  <a:gd name="T14" fmla="*/ 203 w 205"/>
                  <a:gd name="T15" fmla="*/ 1 h 79"/>
                  <a:gd name="T16" fmla="*/ 7 w 205"/>
                  <a:gd name="T17" fmla="*/ 67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79">
                    <a:moveTo>
                      <a:pt x="7" y="61"/>
                    </a:moveTo>
                    <a:cubicBezTo>
                      <a:pt x="2" y="62"/>
                      <a:pt x="0" y="67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3" y="76"/>
                      <a:pt x="7" y="79"/>
                      <a:pt x="12" y="7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203" y="27"/>
                      <a:pt x="205" y="20"/>
                      <a:pt x="203" y="12"/>
                    </a:cubicBezTo>
                    <a:cubicBezTo>
                      <a:pt x="203" y="12"/>
                      <a:pt x="203" y="12"/>
                      <a:pt x="203" y="12"/>
                    </a:cubicBezTo>
                    <a:cubicBezTo>
                      <a:pt x="201" y="5"/>
                      <a:pt x="195" y="0"/>
                      <a:pt x="191" y="1"/>
                    </a:cubicBezTo>
                    <a:lnTo>
                      <a:pt x="7" y="6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405">
                <a:extLst>
                  <a:ext uri="{FF2B5EF4-FFF2-40B4-BE49-F238E27FC236}">
                    <a16:creationId xmlns:a16="http://schemas.microsoft.com/office/drawing/2014/main" id="{F186C1E2-B5AC-4B16-AFD5-102FD103A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3157"/>
                <a:ext cx="208" cy="75"/>
              </a:xfrm>
              <a:custGeom>
                <a:avLst/>
                <a:gdLst>
                  <a:gd name="T0" fmla="*/ 12 w 206"/>
                  <a:gd name="T1" fmla="*/ 1 h 74"/>
                  <a:gd name="T2" fmla="*/ 1 w 206"/>
                  <a:gd name="T3" fmla="*/ 7 h 74"/>
                  <a:gd name="T4" fmla="*/ 1 w 206"/>
                  <a:gd name="T5" fmla="*/ 7 h 74"/>
                  <a:gd name="T6" fmla="*/ 7 w 206"/>
                  <a:gd name="T7" fmla="*/ 18 h 74"/>
                  <a:gd name="T8" fmla="*/ 204 w 206"/>
                  <a:gd name="T9" fmla="*/ 79 h 74"/>
                  <a:gd name="T10" fmla="*/ 216 w 206"/>
                  <a:gd name="T11" fmla="*/ 68 h 74"/>
                  <a:gd name="T12" fmla="*/ 216 w 206"/>
                  <a:gd name="T13" fmla="*/ 68 h 74"/>
                  <a:gd name="T14" fmla="*/ 212 w 206"/>
                  <a:gd name="T15" fmla="*/ 52 h 74"/>
                  <a:gd name="T16" fmla="*/ 12 w 206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4">
                    <a:moveTo>
                      <a:pt x="12" y="1"/>
                    </a:moveTo>
                    <a:cubicBezTo>
                      <a:pt x="7" y="0"/>
                      <a:pt x="2" y="3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2"/>
                      <a:pt x="3" y="17"/>
                      <a:pt x="7" y="18"/>
                    </a:cubicBezTo>
                    <a:cubicBezTo>
                      <a:pt x="192" y="73"/>
                      <a:pt x="192" y="73"/>
                      <a:pt x="192" y="73"/>
                    </a:cubicBezTo>
                    <a:cubicBezTo>
                      <a:pt x="197" y="74"/>
                      <a:pt x="202" y="69"/>
                      <a:pt x="204" y="62"/>
                    </a:cubicBezTo>
                    <a:cubicBezTo>
                      <a:pt x="204" y="62"/>
                      <a:pt x="204" y="62"/>
                      <a:pt x="204" y="62"/>
                    </a:cubicBezTo>
                    <a:cubicBezTo>
                      <a:pt x="206" y="54"/>
                      <a:pt x="204" y="47"/>
                      <a:pt x="200" y="46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656" name="Freeform 406">
              <a:extLst>
                <a:ext uri="{FF2B5EF4-FFF2-40B4-BE49-F238E27FC236}">
                  <a16:creationId xmlns:a16="http://schemas.microsoft.com/office/drawing/2014/main" id="{1BFCB149-4B99-4638-AC2E-2D9BE4EF5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172"/>
              <a:ext cx="182" cy="55"/>
            </a:xfrm>
            <a:custGeom>
              <a:avLst/>
              <a:gdLst>
                <a:gd name="T0" fmla="*/ 192 w 180"/>
                <a:gd name="T1" fmla="*/ 60 h 54"/>
                <a:gd name="T2" fmla="*/ 0 w 180"/>
                <a:gd name="T3" fmla="*/ 0 h 54"/>
                <a:gd name="T4" fmla="*/ 192 w 180"/>
                <a:gd name="T5" fmla="*/ 6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54">
                  <a:moveTo>
                    <a:pt x="180" y="5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36" y="25"/>
                    <a:pt x="180" y="54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7" name="Freeform 407">
              <a:extLst>
                <a:ext uri="{FF2B5EF4-FFF2-40B4-BE49-F238E27FC236}">
                  <a16:creationId xmlns:a16="http://schemas.microsoft.com/office/drawing/2014/main" id="{B14216A0-AA4F-4560-B717-F9DB4CC8C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207"/>
              <a:ext cx="16" cy="23"/>
            </a:xfrm>
            <a:custGeom>
              <a:avLst/>
              <a:gdLst>
                <a:gd name="T0" fmla="*/ 10 w 16"/>
                <a:gd name="T1" fmla="*/ 22 h 23"/>
                <a:gd name="T2" fmla="*/ 16 w 16"/>
                <a:gd name="T3" fmla="*/ 0 h 23"/>
                <a:gd name="T4" fmla="*/ 4 w 16"/>
                <a:gd name="T5" fmla="*/ 9 h 23"/>
                <a:gd name="T6" fmla="*/ 9 w 16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0" y="22"/>
                  </a:moveTo>
                  <a:cubicBezTo>
                    <a:pt x="0" y="17"/>
                    <a:pt x="11" y="4"/>
                    <a:pt x="16" y="0"/>
                  </a:cubicBezTo>
                  <a:cubicBezTo>
                    <a:pt x="10" y="1"/>
                    <a:pt x="5" y="2"/>
                    <a:pt x="4" y="9"/>
                  </a:cubicBezTo>
                  <a:cubicBezTo>
                    <a:pt x="3" y="15"/>
                    <a:pt x="4" y="20"/>
                    <a:pt x="9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8" name="Freeform 408">
              <a:extLst>
                <a:ext uri="{FF2B5EF4-FFF2-40B4-BE49-F238E27FC236}">
                  <a16:creationId xmlns:a16="http://schemas.microsoft.com/office/drawing/2014/main" id="{68B7EB3B-D92F-4CDE-B1F8-B95A58901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158"/>
              <a:ext cx="182" cy="48"/>
            </a:xfrm>
            <a:custGeom>
              <a:avLst/>
              <a:gdLst>
                <a:gd name="T0" fmla="*/ 192 w 180"/>
                <a:gd name="T1" fmla="*/ 51 h 47"/>
                <a:gd name="T2" fmla="*/ 0 w 180"/>
                <a:gd name="T3" fmla="*/ 0 h 47"/>
                <a:gd name="T4" fmla="*/ 192 w 180"/>
                <a:gd name="T5" fmla="*/ 5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47">
                  <a:moveTo>
                    <a:pt x="180" y="4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70" y="47"/>
                    <a:pt x="18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9" name="Freeform 409">
              <a:extLst>
                <a:ext uri="{FF2B5EF4-FFF2-40B4-BE49-F238E27FC236}">
                  <a16:creationId xmlns:a16="http://schemas.microsoft.com/office/drawing/2014/main" id="{EC754651-4D31-4E6F-9117-855F2698D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3157"/>
              <a:ext cx="209" cy="76"/>
            </a:xfrm>
            <a:custGeom>
              <a:avLst/>
              <a:gdLst>
                <a:gd name="T0" fmla="*/ 12 w 207"/>
                <a:gd name="T1" fmla="*/ 2 h 75"/>
                <a:gd name="T2" fmla="*/ 1 w 207"/>
                <a:gd name="T3" fmla="*/ 8 h 75"/>
                <a:gd name="T4" fmla="*/ 1 w 207"/>
                <a:gd name="T5" fmla="*/ 8 h 75"/>
                <a:gd name="T6" fmla="*/ 7 w 207"/>
                <a:gd name="T7" fmla="*/ 19 h 75"/>
                <a:gd name="T8" fmla="*/ 204 w 207"/>
                <a:gd name="T9" fmla="*/ 79 h 75"/>
                <a:gd name="T10" fmla="*/ 217 w 207"/>
                <a:gd name="T11" fmla="*/ 68 h 75"/>
                <a:gd name="T12" fmla="*/ 217 w 207"/>
                <a:gd name="T13" fmla="*/ 68 h 75"/>
                <a:gd name="T14" fmla="*/ 212 w 207"/>
                <a:gd name="T15" fmla="*/ 52 h 75"/>
                <a:gd name="T16" fmla="*/ 12 w 207"/>
                <a:gd name="T17" fmla="*/ 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75">
                  <a:moveTo>
                    <a:pt x="12" y="2"/>
                  </a:moveTo>
                  <a:cubicBezTo>
                    <a:pt x="7" y="0"/>
                    <a:pt x="2" y="3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12"/>
                    <a:pt x="3" y="17"/>
                    <a:pt x="7" y="19"/>
                  </a:cubicBezTo>
                  <a:cubicBezTo>
                    <a:pt x="192" y="73"/>
                    <a:pt x="192" y="73"/>
                    <a:pt x="192" y="73"/>
                  </a:cubicBezTo>
                  <a:cubicBezTo>
                    <a:pt x="197" y="75"/>
                    <a:pt x="203" y="70"/>
                    <a:pt x="205" y="62"/>
                  </a:cubicBezTo>
                  <a:cubicBezTo>
                    <a:pt x="205" y="62"/>
                    <a:pt x="205" y="62"/>
                    <a:pt x="205" y="62"/>
                  </a:cubicBezTo>
                  <a:cubicBezTo>
                    <a:pt x="207" y="55"/>
                    <a:pt x="204" y="48"/>
                    <a:pt x="200" y="46"/>
                  </a:cubicBezTo>
                  <a:lnTo>
                    <a:pt x="12" y="2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0" name="Freeform 410">
              <a:extLst>
                <a:ext uri="{FF2B5EF4-FFF2-40B4-BE49-F238E27FC236}">
                  <a16:creationId xmlns:a16="http://schemas.microsoft.com/office/drawing/2014/main" id="{34175F7D-72C1-42A2-912C-AEDB3CB3E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3451"/>
              <a:ext cx="172" cy="151"/>
            </a:xfrm>
            <a:custGeom>
              <a:avLst/>
              <a:gdLst>
                <a:gd name="T0" fmla="*/ 16 w 170"/>
                <a:gd name="T1" fmla="*/ 4 h 149"/>
                <a:gd name="T2" fmla="*/ 4 w 170"/>
                <a:gd name="T3" fmla="*/ 4 h 149"/>
                <a:gd name="T4" fmla="*/ 4 w 170"/>
                <a:gd name="T5" fmla="*/ 4 h 149"/>
                <a:gd name="T6" fmla="*/ 4 w 170"/>
                <a:gd name="T7" fmla="*/ 17 h 149"/>
                <a:gd name="T8" fmla="*/ 160 w 170"/>
                <a:gd name="T9" fmla="*/ 158 h 149"/>
                <a:gd name="T10" fmla="*/ 175 w 170"/>
                <a:gd name="T11" fmla="*/ 153 h 149"/>
                <a:gd name="T12" fmla="*/ 175 w 170"/>
                <a:gd name="T13" fmla="*/ 153 h 149"/>
                <a:gd name="T14" fmla="*/ 178 w 170"/>
                <a:gd name="T15" fmla="*/ 137 h 149"/>
                <a:gd name="T16" fmla="*/ 16 w 170"/>
                <a:gd name="T17" fmla="*/ 4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149">
                  <a:moveTo>
                    <a:pt x="16" y="4"/>
                  </a:moveTo>
                  <a:cubicBezTo>
                    <a:pt x="12" y="0"/>
                    <a:pt x="7" y="1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8"/>
                    <a:pt x="1" y="14"/>
                    <a:pt x="4" y="17"/>
                  </a:cubicBezTo>
                  <a:cubicBezTo>
                    <a:pt x="148" y="146"/>
                    <a:pt x="148" y="146"/>
                    <a:pt x="148" y="146"/>
                  </a:cubicBezTo>
                  <a:cubicBezTo>
                    <a:pt x="151" y="149"/>
                    <a:pt x="158" y="147"/>
                    <a:pt x="163" y="141"/>
                  </a:cubicBezTo>
                  <a:cubicBezTo>
                    <a:pt x="163" y="141"/>
                    <a:pt x="163" y="141"/>
                    <a:pt x="163" y="141"/>
                  </a:cubicBezTo>
                  <a:cubicBezTo>
                    <a:pt x="169" y="135"/>
                    <a:pt x="170" y="128"/>
                    <a:pt x="166" y="125"/>
                  </a:cubicBezTo>
                  <a:lnTo>
                    <a:pt x="16" y="4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1" name="Freeform 411">
              <a:extLst>
                <a:ext uri="{FF2B5EF4-FFF2-40B4-BE49-F238E27FC236}">
                  <a16:creationId xmlns:a16="http://schemas.microsoft.com/office/drawing/2014/main" id="{76D42C84-B2F9-4548-806C-146B1E75A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466"/>
              <a:ext cx="141" cy="129"/>
            </a:xfrm>
            <a:custGeom>
              <a:avLst/>
              <a:gdLst>
                <a:gd name="T0" fmla="*/ 151 w 139"/>
                <a:gd name="T1" fmla="*/ 139 h 127"/>
                <a:gd name="T2" fmla="*/ 0 w 139"/>
                <a:gd name="T3" fmla="*/ 0 h 127"/>
                <a:gd name="T4" fmla="*/ 151 w 139"/>
                <a:gd name="T5" fmla="*/ 139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127">
                  <a:moveTo>
                    <a:pt x="139" y="12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13" y="81"/>
                    <a:pt x="139" y="127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2" name="Freeform 412">
              <a:extLst>
                <a:ext uri="{FF2B5EF4-FFF2-40B4-BE49-F238E27FC236}">
                  <a16:creationId xmlns:a16="http://schemas.microsoft.com/office/drawing/2014/main" id="{10AD5BE2-ECF2-4269-A638-4F1B81348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578"/>
              <a:ext cx="22" cy="21"/>
            </a:xfrm>
            <a:custGeom>
              <a:avLst/>
              <a:gdLst>
                <a:gd name="T0" fmla="*/ 7 w 22"/>
                <a:gd name="T1" fmla="*/ 26 h 20"/>
                <a:gd name="T2" fmla="*/ 22 w 22"/>
                <a:gd name="T3" fmla="*/ 3 h 20"/>
                <a:gd name="T4" fmla="*/ 7 w 22"/>
                <a:gd name="T5" fmla="*/ 6 h 20"/>
                <a:gd name="T6" fmla="*/ 6 w 22"/>
                <a:gd name="T7" fmla="*/ 2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7" y="20"/>
                  </a:moveTo>
                  <a:cubicBezTo>
                    <a:pt x="0" y="12"/>
                    <a:pt x="16" y="4"/>
                    <a:pt x="22" y="3"/>
                  </a:cubicBezTo>
                  <a:cubicBezTo>
                    <a:pt x="16" y="1"/>
                    <a:pt x="11" y="0"/>
                    <a:pt x="7" y="6"/>
                  </a:cubicBezTo>
                  <a:cubicBezTo>
                    <a:pt x="4" y="10"/>
                    <a:pt x="2" y="16"/>
                    <a:pt x="6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3" name="Freeform 413">
              <a:extLst>
                <a:ext uri="{FF2B5EF4-FFF2-40B4-BE49-F238E27FC236}">
                  <a16:creationId xmlns:a16="http://schemas.microsoft.com/office/drawing/2014/main" id="{D2187900-2CC4-4C8D-B52D-29E868899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3455"/>
              <a:ext cx="145" cy="118"/>
            </a:xfrm>
            <a:custGeom>
              <a:avLst/>
              <a:gdLst>
                <a:gd name="T0" fmla="*/ 155 w 143"/>
                <a:gd name="T1" fmla="*/ 123 h 117"/>
                <a:gd name="T2" fmla="*/ 0 w 143"/>
                <a:gd name="T3" fmla="*/ 0 h 117"/>
                <a:gd name="T4" fmla="*/ 155 w 143"/>
                <a:gd name="T5" fmla="*/ 123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17">
                  <a:moveTo>
                    <a:pt x="143" y="11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34" y="116"/>
                    <a:pt x="143" y="1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4" name="Freeform 414">
              <a:extLst>
                <a:ext uri="{FF2B5EF4-FFF2-40B4-BE49-F238E27FC236}">
                  <a16:creationId xmlns:a16="http://schemas.microsoft.com/office/drawing/2014/main" id="{90002BCF-D484-4DB4-8359-89B6094BF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3452"/>
              <a:ext cx="172" cy="151"/>
            </a:xfrm>
            <a:custGeom>
              <a:avLst/>
              <a:gdLst>
                <a:gd name="T0" fmla="*/ 16 w 170"/>
                <a:gd name="T1" fmla="*/ 3 h 149"/>
                <a:gd name="T2" fmla="*/ 4 w 170"/>
                <a:gd name="T3" fmla="*/ 4 h 149"/>
                <a:gd name="T4" fmla="*/ 4 w 170"/>
                <a:gd name="T5" fmla="*/ 4 h 149"/>
                <a:gd name="T6" fmla="*/ 4 w 170"/>
                <a:gd name="T7" fmla="*/ 16 h 149"/>
                <a:gd name="T8" fmla="*/ 160 w 170"/>
                <a:gd name="T9" fmla="*/ 158 h 149"/>
                <a:gd name="T10" fmla="*/ 175 w 170"/>
                <a:gd name="T11" fmla="*/ 153 h 149"/>
                <a:gd name="T12" fmla="*/ 175 w 170"/>
                <a:gd name="T13" fmla="*/ 153 h 149"/>
                <a:gd name="T14" fmla="*/ 178 w 170"/>
                <a:gd name="T15" fmla="*/ 136 h 149"/>
                <a:gd name="T16" fmla="*/ 16 w 170"/>
                <a:gd name="T17" fmla="*/ 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149">
                  <a:moveTo>
                    <a:pt x="16" y="3"/>
                  </a:moveTo>
                  <a:cubicBezTo>
                    <a:pt x="12" y="0"/>
                    <a:pt x="7" y="0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8"/>
                    <a:pt x="1" y="13"/>
                    <a:pt x="4" y="16"/>
                  </a:cubicBezTo>
                  <a:cubicBezTo>
                    <a:pt x="148" y="146"/>
                    <a:pt x="148" y="146"/>
                    <a:pt x="148" y="146"/>
                  </a:cubicBezTo>
                  <a:cubicBezTo>
                    <a:pt x="151" y="149"/>
                    <a:pt x="158" y="147"/>
                    <a:pt x="163" y="141"/>
                  </a:cubicBezTo>
                  <a:cubicBezTo>
                    <a:pt x="163" y="141"/>
                    <a:pt x="163" y="141"/>
                    <a:pt x="163" y="141"/>
                  </a:cubicBezTo>
                  <a:cubicBezTo>
                    <a:pt x="169" y="135"/>
                    <a:pt x="170" y="127"/>
                    <a:pt x="166" y="124"/>
                  </a:cubicBezTo>
                  <a:lnTo>
                    <a:pt x="16" y="3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5" name="Freeform 415">
              <a:extLst>
                <a:ext uri="{FF2B5EF4-FFF2-40B4-BE49-F238E27FC236}">
                  <a16:creationId xmlns:a16="http://schemas.microsoft.com/office/drawing/2014/main" id="{6E6DA0AA-EF44-4112-B7B8-1C810AA1A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432"/>
              <a:ext cx="119" cy="120"/>
            </a:xfrm>
            <a:custGeom>
              <a:avLst/>
              <a:gdLst>
                <a:gd name="T0" fmla="*/ 121 w 118"/>
                <a:gd name="T1" fmla="*/ 58 h 118"/>
                <a:gd name="T2" fmla="*/ 72 w 118"/>
                <a:gd name="T3" fmla="*/ 126 h 118"/>
                <a:gd name="T4" fmla="*/ 4 w 118"/>
                <a:gd name="T5" fmla="*/ 71 h 118"/>
                <a:gd name="T6" fmla="*/ 53 w 118"/>
                <a:gd name="T7" fmla="*/ 3 h 118"/>
                <a:gd name="T8" fmla="*/ 121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4" y="65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1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6" name="Freeform 416">
              <a:extLst>
                <a:ext uri="{FF2B5EF4-FFF2-40B4-BE49-F238E27FC236}">
                  <a16:creationId xmlns:a16="http://schemas.microsoft.com/office/drawing/2014/main" id="{DDB4FF55-5A49-4C81-B130-4EE302413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432"/>
              <a:ext cx="119" cy="120"/>
            </a:xfrm>
            <a:custGeom>
              <a:avLst/>
              <a:gdLst>
                <a:gd name="T0" fmla="*/ 121 w 118"/>
                <a:gd name="T1" fmla="*/ 58 h 118"/>
                <a:gd name="T2" fmla="*/ 72 w 118"/>
                <a:gd name="T3" fmla="*/ 126 h 118"/>
                <a:gd name="T4" fmla="*/ 4 w 118"/>
                <a:gd name="T5" fmla="*/ 71 h 118"/>
                <a:gd name="T6" fmla="*/ 53 w 118"/>
                <a:gd name="T7" fmla="*/ 3 h 118"/>
                <a:gd name="T8" fmla="*/ 121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4" y="65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1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7" name="Freeform 417">
              <a:extLst>
                <a:ext uri="{FF2B5EF4-FFF2-40B4-BE49-F238E27FC236}">
                  <a16:creationId xmlns:a16="http://schemas.microsoft.com/office/drawing/2014/main" id="{9A2FD155-1A8D-4269-88D9-D05CC350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2449"/>
              <a:ext cx="66" cy="67"/>
            </a:xfrm>
            <a:custGeom>
              <a:avLst/>
              <a:gdLst>
                <a:gd name="T0" fmla="*/ 64 w 66"/>
                <a:gd name="T1" fmla="*/ 30 h 67"/>
                <a:gd name="T2" fmla="*/ 37 w 66"/>
                <a:gd name="T3" fmla="*/ 65 h 67"/>
                <a:gd name="T4" fmla="*/ 2 w 66"/>
                <a:gd name="T5" fmla="*/ 37 h 67"/>
                <a:gd name="T6" fmla="*/ 30 w 66"/>
                <a:gd name="T7" fmla="*/ 2 h 67"/>
                <a:gd name="T8" fmla="*/ 64 w 66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3"/>
                    <a:pt x="37" y="65"/>
                  </a:cubicBezTo>
                  <a:cubicBezTo>
                    <a:pt x="20" y="67"/>
                    <a:pt x="4" y="54"/>
                    <a:pt x="2" y="37"/>
                  </a:cubicBezTo>
                  <a:cubicBezTo>
                    <a:pt x="0" y="20"/>
                    <a:pt x="12" y="4"/>
                    <a:pt x="30" y="2"/>
                  </a:cubicBezTo>
                  <a:cubicBezTo>
                    <a:pt x="47" y="0"/>
                    <a:pt x="62" y="13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8" name="Freeform 418">
              <a:extLst>
                <a:ext uri="{FF2B5EF4-FFF2-40B4-BE49-F238E27FC236}">
                  <a16:creationId xmlns:a16="http://schemas.microsoft.com/office/drawing/2014/main" id="{F6BE7743-8100-4620-A0BB-CB08FCDF7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461"/>
              <a:ext cx="22" cy="23"/>
            </a:xfrm>
            <a:custGeom>
              <a:avLst/>
              <a:gdLst>
                <a:gd name="T0" fmla="*/ 21 w 22"/>
                <a:gd name="T1" fmla="*/ 10 h 23"/>
                <a:gd name="T2" fmla="*/ 12 w 22"/>
                <a:gd name="T3" fmla="*/ 22 h 23"/>
                <a:gd name="T4" fmla="*/ 0 w 22"/>
                <a:gd name="T5" fmla="*/ 13 h 23"/>
                <a:gd name="T6" fmla="*/ 10 w 22"/>
                <a:gd name="T7" fmla="*/ 1 h 23"/>
                <a:gd name="T8" fmla="*/ 21 w 22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1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6" y="23"/>
                    <a:pt x="1" y="19"/>
                    <a:pt x="0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5" y="0"/>
                    <a:pt x="21" y="4"/>
                    <a:pt x="21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9" name="Freeform 419">
              <a:extLst>
                <a:ext uri="{FF2B5EF4-FFF2-40B4-BE49-F238E27FC236}">
                  <a16:creationId xmlns:a16="http://schemas.microsoft.com/office/drawing/2014/main" id="{0908FAD0-4D5D-4A8F-B777-55C72D39E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474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0" name="Freeform 420">
              <a:extLst>
                <a:ext uri="{FF2B5EF4-FFF2-40B4-BE49-F238E27FC236}">
                  <a16:creationId xmlns:a16="http://schemas.microsoft.com/office/drawing/2014/main" id="{8BEF3012-BA48-427F-AC20-27F78C60E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902"/>
              <a:ext cx="119" cy="120"/>
            </a:xfrm>
            <a:custGeom>
              <a:avLst/>
              <a:gdLst>
                <a:gd name="T0" fmla="*/ 120 w 118"/>
                <a:gd name="T1" fmla="*/ 58 h 118"/>
                <a:gd name="T2" fmla="*/ 72 w 118"/>
                <a:gd name="T3" fmla="*/ 126 h 118"/>
                <a:gd name="T4" fmla="*/ 3 w 118"/>
                <a:gd name="T5" fmla="*/ 72 h 118"/>
                <a:gd name="T6" fmla="*/ 52 w 118"/>
                <a:gd name="T7" fmla="*/ 3 h 118"/>
                <a:gd name="T8" fmla="*/ 120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1" name="Freeform 421">
              <a:extLst>
                <a:ext uri="{FF2B5EF4-FFF2-40B4-BE49-F238E27FC236}">
                  <a16:creationId xmlns:a16="http://schemas.microsoft.com/office/drawing/2014/main" id="{065B67DB-C795-406E-9B9D-4FF703AF4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902"/>
              <a:ext cx="119" cy="120"/>
            </a:xfrm>
            <a:custGeom>
              <a:avLst/>
              <a:gdLst>
                <a:gd name="T0" fmla="*/ 120 w 118"/>
                <a:gd name="T1" fmla="*/ 58 h 118"/>
                <a:gd name="T2" fmla="*/ 72 w 118"/>
                <a:gd name="T3" fmla="*/ 126 h 118"/>
                <a:gd name="T4" fmla="*/ 3 w 118"/>
                <a:gd name="T5" fmla="*/ 72 h 118"/>
                <a:gd name="T6" fmla="*/ 52 w 118"/>
                <a:gd name="T7" fmla="*/ 3 h 118"/>
                <a:gd name="T8" fmla="*/ 120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2" name="Freeform 422">
              <a:extLst>
                <a:ext uri="{FF2B5EF4-FFF2-40B4-BE49-F238E27FC236}">
                  <a16:creationId xmlns:a16="http://schemas.microsoft.com/office/drawing/2014/main" id="{36286C84-A169-454B-9D15-405C5B933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920"/>
              <a:ext cx="67" cy="66"/>
            </a:xfrm>
            <a:custGeom>
              <a:avLst/>
              <a:gdLst>
                <a:gd name="T0" fmla="*/ 70 w 66"/>
                <a:gd name="T1" fmla="*/ 29 h 66"/>
                <a:gd name="T2" fmla="*/ 43 w 66"/>
                <a:gd name="T3" fmla="*/ 64 h 66"/>
                <a:gd name="T4" fmla="*/ 2 w 66"/>
                <a:gd name="T5" fmla="*/ 37 h 66"/>
                <a:gd name="T6" fmla="*/ 29 w 66"/>
                <a:gd name="T7" fmla="*/ 2 h 66"/>
                <a:gd name="T8" fmla="*/ 70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19"/>
                    <a:pt x="12" y="4"/>
                    <a:pt x="29" y="2"/>
                  </a:cubicBezTo>
                  <a:cubicBezTo>
                    <a:pt x="47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3" name="Freeform 423">
              <a:extLst>
                <a:ext uri="{FF2B5EF4-FFF2-40B4-BE49-F238E27FC236}">
                  <a16:creationId xmlns:a16="http://schemas.microsoft.com/office/drawing/2014/main" id="{B5642785-2643-4A3A-89A3-F3675F794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2931"/>
              <a:ext cx="23" cy="23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2 h 23"/>
                <a:gd name="T4" fmla="*/ 1 w 23"/>
                <a:gd name="T5" fmla="*/ 13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2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5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4" name="Freeform 424">
              <a:extLst>
                <a:ext uri="{FF2B5EF4-FFF2-40B4-BE49-F238E27FC236}">
                  <a16:creationId xmlns:a16="http://schemas.microsoft.com/office/drawing/2014/main" id="{1AA125DA-0240-4DE7-BB20-C541EE8D1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2944"/>
              <a:ext cx="61" cy="71"/>
            </a:xfrm>
            <a:custGeom>
              <a:avLst/>
              <a:gdLst>
                <a:gd name="T0" fmla="*/ 45 w 61"/>
                <a:gd name="T1" fmla="*/ 0 h 70"/>
                <a:gd name="T2" fmla="*/ 0 w 61"/>
                <a:gd name="T3" fmla="*/ 76 h 70"/>
                <a:gd name="T4" fmla="*/ 45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5" name="Freeform 425">
              <a:extLst>
                <a:ext uri="{FF2B5EF4-FFF2-40B4-BE49-F238E27FC236}">
                  <a16:creationId xmlns:a16="http://schemas.microsoft.com/office/drawing/2014/main" id="{BA1FC0D8-2357-44E6-A118-EAB823525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3361"/>
              <a:ext cx="119" cy="120"/>
            </a:xfrm>
            <a:custGeom>
              <a:avLst/>
              <a:gdLst>
                <a:gd name="T0" fmla="*/ 121 w 118"/>
                <a:gd name="T1" fmla="*/ 53 h 119"/>
                <a:gd name="T2" fmla="*/ 72 w 118"/>
                <a:gd name="T3" fmla="*/ 121 h 119"/>
                <a:gd name="T4" fmla="*/ 4 w 118"/>
                <a:gd name="T5" fmla="*/ 72 h 119"/>
                <a:gd name="T6" fmla="*/ 52 w 118"/>
                <a:gd name="T7" fmla="*/ 4 h 119"/>
                <a:gd name="T8" fmla="*/ 121 w 118"/>
                <a:gd name="T9" fmla="*/ 53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6" name="Freeform 426">
              <a:extLst>
                <a:ext uri="{FF2B5EF4-FFF2-40B4-BE49-F238E27FC236}">
                  <a16:creationId xmlns:a16="http://schemas.microsoft.com/office/drawing/2014/main" id="{C5E1DC7E-4269-4A83-9017-6A7DF37B5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3361"/>
              <a:ext cx="119" cy="120"/>
            </a:xfrm>
            <a:custGeom>
              <a:avLst/>
              <a:gdLst>
                <a:gd name="T0" fmla="*/ 121 w 118"/>
                <a:gd name="T1" fmla="*/ 53 h 119"/>
                <a:gd name="T2" fmla="*/ 72 w 118"/>
                <a:gd name="T3" fmla="*/ 121 h 119"/>
                <a:gd name="T4" fmla="*/ 4 w 118"/>
                <a:gd name="T5" fmla="*/ 72 h 119"/>
                <a:gd name="T6" fmla="*/ 52 w 118"/>
                <a:gd name="T7" fmla="*/ 4 h 119"/>
                <a:gd name="T8" fmla="*/ 121 w 118"/>
                <a:gd name="T9" fmla="*/ 53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7" name="Freeform 427">
              <a:extLst>
                <a:ext uri="{FF2B5EF4-FFF2-40B4-BE49-F238E27FC236}">
                  <a16:creationId xmlns:a16="http://schemas.microsoft.com/office/drawing/2014/main" id="{53EF3295-ED40-4E0D-9077-3D47C4944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3378"/>
              <a:ext cx="67" cy="68"/>
            </a:xfrm>
            <a:custGeom>
              <a:avLst/>
              <a:gdLst>
                <a:gd name="T0" fmla="*/ 70 w 66"/>
                <a:gd name="T1" fmla="*/ 30 h 67"/>
                <a:gd name="T2" fmla="*/ 43 w 66"/>
                <a:gd name="T3" fmla="*/ 70 h 67"/>
                <a:gd name="T4" fmla="*/ 2 w 66"/>
                <a:gd name="T5" fmla="*/ 43 h 67"/>
                <a:gd name="T6" fmla="*/ 29 w 66"/>
                <a:gd name="T7" fmla="*/ 2 h 67"/>
                <a:gd name="T8" fmla="*/ 70 w 66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2"/>
                    <a:pt x="37" y="64"/>
                  </a:cubicBezTo>
                  <a:cubicBezTo>
                    <a:pt x="20" y="67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7" y="0"/>
                    <a:pt x="62" y="12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8" name="Freeform 428">
              <a:extLst>
                <a:ext uri="{FF2B5EF4-FFF2-40B4-BE49-F238E27FC236}">
                  <a16:creationId xmlns:a16="http://schemas.microsoft.com/office/drawing/2014/main" id="{48754366-F636-4660-978F-F9DC5FD0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3391"/>
              <a:ext cx="24" cy="22"/>
            </a:xfrm>
            <a:custGeom>
              <a:avLst/>
              <a:gdLst>
                <a:gd name="T0" fmla="*/ 28 w 23"/>
                <a:gd name="T1" fmla="*/ 10 h 22"/>
                <a:gd name="T2" fmla="*/ 19 w 23"/>
                <a:gd name="T3" fmla="*/ 22 h 22"/>
                <a:gd name="T4" fmla="*/ 1 w 23"/>
                <a:gd name="T5" fmla="*/ 12 h 22"/>
                <a:gd name="T6" fmla="*/ 10 w 23"/>
                <a:gd name="T7" fmla="*/ 1 h 22"/>
                <a:gd name="T8" fmla="*/ 28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2"/>
                    <a:pt x="2" y="18"/>
                    <a:pt x="1" y="12"/>
                  </a:cubicBezTo>
                  <a:cubicBezTo>
                    <a:pt x="0" y="7"/>
                    <a:pt x="5" y="1"/>
                    <a:pt x="10" y="1"/>
                  </a:cubicBezTo>
                  <a:cubicBezTo>
                    <a:pt x="16" y="0"/>
                    <a:pt x="22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9" name="Freeform 429">
              <a:extLst>
                <a:ext uri="{FF2B5EF4-FFF2-40B4-BE49-F238E27FC236}">
                  <a16:creationId xmlns:a16="http://schemas.microsoft.com/office/drawing/2014/main" id="{82F19878-82FF-4F9C-92CC-9D1C68501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403"/>
              <a:ext cx="62" cy="70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0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0" name="Freeform 430">
              <a:extLst>
                <a:ext uri="{FF2B5EF4-FFF2-40B4-BE49-F238E27FC236}">
                  <a16:creationId xmlns:a16="http://schemas.microsoft.com/office/drawing/2014/main" id="{7D74B360-4791-4F81-9584-0D4920C4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764"/>
              <a:ext cx="120" cy="121"/>
            </a:xfrm>
            <a:custGeom>
              <a:avLst/>
              <a:gdLst>
                <a:gd name="T0" fmla="*/ 121 w 119"/>
                <a:gd name="T1" fmla="*/ 59 h 119"/>
                <a:gd name="T2" fmla="*/ 72 w 119"/>
                <a:gd name="T3" fmla="*/ 127 h 119"/>
                <a:gd name="T4" fmla="*/ 4 w 119"/>
                <a:gd name="T5" fmla="*/ 72 h 119"/>
                <a:gd name="T6" fmla="*/ 53 w 119"/>
                <a:gd name="T7" fmla="*/ 4 h 119"/>
                <a:gd name="T8" fmla="*/ 121 w 119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9">
                  <a:moveTo>
                    <a:pt x="115" y="53"/>
                  </a:moveTo>
                  <a:cubicBezTo>
                    <a:pt x="119" y="83"/>
                    <a:pt x="97" y="111"/>
                    <a:pt x="66" y="115"/>
                  </a:cubicBezTo>
                  <a:cubicBezTo>
                    <a:pt x="35" y="119"/>
                    <a:pt x="8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4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1" name="Freeform 431">
              <a:extLst>
                <a:ext uri="{FF2B5EF4-FFF2-40B4-BE49-F238E27FC236}">
                  <a16:creationId xmlns:a16="http://schemas.microsoft.com/office/drawing/2014/main" id="{744E5365-04D6-431B-A4CE-2915F1136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764"/>
              <a:ext cx="120" cy="121"/>
            </a:xfrm>
            <a:custGeom>
              <a:avLst/>
              <a:gdLst>
                <a:gd name="T0" fmla="*/ 121 w 119"/>
                <a:gd name="T1" fmla="*/ 59 h 119"/>
                <a:gd name="T2" fmla="*/ 72 w 119"/>
                <a:gd name="T3" fmla="*/ 127 h 119"/>
                <a:gd name="T4" fmla="*/ 4 w 119"/>
                <a:gd name="T5" fmla="*/ 72 h 119"/>
                <a:gd name="T6" fmla="*/ 53 w 119"/>
                <a:gd name="T7" fmla="*/ 4 h 119"/>
                <a:gd name="T8" fmla="*/ 121 w 119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9">
                  <a:moveTo>
                    <a:pt x="115" y="53"/>
                  </a:moveTo>
                  <a:cubicBezTo>
                    <a:pt x="119" y="83"/>
                    <a:pt x="97" y="111"/>
                    <a:pt x="66" y="115"/>
                  </a:cubicBezTo>
                  <a:cubicBezTo>
                    <a:pt x="35" y="119"/>
                    <a:pt x="8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4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2" name="Freeform 432">
              <a:extLst>
                <a:ext uri="{FF2B5EF4-FFF2-40B4-BE49-F238E27FC236}">
                  <a16:creationId xmlns:a16="http://schemas.microsoft.com/office/drawing/2014/main" id="{4CF0925D-475E-4382-AE98-AA4A7968D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3782"/>
              <a:ext cx="68" cy="66"/>
            </a:xfrm>
            <a:custGeom>
              <a:avLst/>
              <a:gdLst>
                <a:gd name="T0" fmla="*/ 71 w 67"/>
                <a:gd name="T1" fmla="*/ 30 h 66"/>
                <a:gd name="T2" fmla="*/ 43 w 67"/>
                <a:gd name="T3" fmla="*/ 64 h 66"/>
                <a:gd name="T4" fmla="*/ 2 w 67"/>
                <a:gd name="T5" fmla="*/ 37 h 66"/>
                <a:gd name="T6" fmla="*/ 30 w 67"/>
                <a:gd name="T7" fmla="*/ 2 h 66"/>
                <a:gd name="T8" fmla="*/ 71 w 67"/>
                <a:gd name="T9" fmla="*/ 3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6">
                  <a:moveTo>
                    <a:pt x="65" y="30"/>
                  </a:moveTo>
                  <a:cubicBezTo>
                    <a:pt x="67" y="47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20"/>
                    <a:pt x="13" y="4"/>
                    <a:pt x="30" y="2"/>
                  </a:cubicBezTo>
                  <a:cubicBezTo>
                    <a:pt x="47" y="0"/>
                    <a:pt x="63" y="12"/>
                    <a:pt x="65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3" name="Freeform 433">
              <a:extLst>
                <a:ext uri="{FF2B5EF4-FFF2-40B4-BE49-F238E27FC236}">
                  <a16:creationId xmlns:a16="http://schemas.microsoft.com/office/drawing/2014/main" id="{9F4ACF25-823D-4207-A41A-3DBC6E2AF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3794"/>
              <a:ext cx="23" cy="22"/>
            </a:xfrm>
            <a:custGeom>
              <a:avLst/>
              <a:gdLst>
                <a:gd name="T0" fmla="*/ 28 w 22"/>
                <a:gd name="T1" fmla="*/ 10 h 22"/>
                <a:gd name="T2" fmla="*/ 18 w 22"/>
                <a:gd name="T3" fmla="*/ 22 h 22"/>
                <a:gd name="T4" fmla="*/ 1 w 22"/>
                <a:gd name="T5" fmla="*/ 12 h 22"/>
                <a:gd name="T6" fmla="*/ 10 w 22"/>
                <a:gd name="T7" fmla="*/ 1 h 22"/>
                <a:gd name="T8" fmla="*/ 28 w 22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2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7" y="22"/>
                    <a:pt x="1" y="18"/>
                    <a:pt x="1" y="12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4" name="Freeform 434">
              <a:extLst>
                <a:ext uri="{FF2B5EF4-FFF2-40B4-BE49-F238E27FC236}">
                  <a16:creationId xmlns:a16="http://schemas.microsoft.com/office/drawing/2014/main" id="{D7A28190-AB94-4975-BD21-6106A0D08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3806"/>
              <a:ext cx="61" cy="71"/>
            </a:xfrm>
            <a:custGeom>
              <a:avLst/>
              <a:gdLst>
                <a:gd name="T0" fmla="*/ 44 w 61"/>
                <a:gd name="T1" fmla="*/ 0 h 70"/>
                <a:gd name="T2" fmla="*/ 0 w 61"/>
                <a:gd name="T3" fmla="*/ 76 h 70"/>
                <a:gd name="T4" fmla="*/ 44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4" y="0"/>
                  </a:moveTo>
                  <a:cubicBezTo>
                    <a:pt x="44" y="0"/>
                    <a:pt x="61" y="60"/>
                    <a:pt x="0" y="70"/>
                  </a:cubicBezTo>
                  <a:cubicBezTo>
                    <a:pt x="0" y="70"/>
                    <a:pt x="49" y="59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5" name="Freeform 435">
              <a:extLst>
                <a:ext uri="{FF2B5EF4-FFF2-40B4-BE49-F238E27FC236}">
                  <a16:creationId xmlns:a16="http://schemas.microsoft.com/office/drawing/2014/main" id="{BD5E9858-CA5D-4181-AE6B-4FE649AC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111"/>
              <a:ext cx="120" cy="119"/>
            </a:xfrm>
            <a:custGeom>
              <a:avLst/>
              <a:gdLst>
                <a:gd name="T0" fmla="*/ 126 w 118"/>
                <a:gd name="T1" fmla="*/ 53 h 118"/>
                <a:gd name="T2" fmla="*/ 72 w 118"/>
                <a:gd name="T3" fmla="*/ 121 h 118"/>
                <a:gd name="T4" fmla="*/ 3 w 118"/>
                <a:gd name="T5" fmla="*/ 72 h 118"/>
                <a:gd name="T6" fmla="*/ 58 w 118"/>
                <a:gd name="T7" fmla="*/ 4 h 118"/>
                <a:gd name="T8" fmla="*/ 126 w 118"/>
                <a:gd name="T9" fmla="*/ 5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6" name="Freeform 436">
              <a:extLst>
                <a:ext uri="{FF2B5EF4-FFF2-40B4-BE49-F238E27FC236}">
                  <a16:creationId xmlns:a16="http://schemas.microsoft.com/office/drawing/2014/main" id="{82F4CFB9-50ED-405A-86C0-D41945F83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111"/>
              <a:ext cx="120" cy="119"/>
            </a:xfrm>
            <a:custGeom>
              <a:avLst/>
              <a:gdLst>
                <a:gd name="T0" fmla="*/ 126 w 118"/>
                <a:gd name="T1" fmla="*/ 53 h 118"/>
                <a:gd name="T2" fmla="*/ 72 w 118"/>
                <a:gd name="T3" fmla="*/ 121 h 118"/>
                <a:gd name="T4" fmla="*/ 3 w 118"/>
                <a:gd name="T5" fmla="*/ 72 h 118"/>
                <a:gd name="T6" fmla="*/ 58 w 118"/>
                <a:gd name="T7" fmla="*/ 4 h 118"/>
                <a:gd name="T8" fmla="*/ 126 w 118"/>
                <a:gd name="T9" fmla="*/ 5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7" name="Freeform 437">
              <a:extLst>
                <a:ext uri="{FF2B5EF4-FFF2-40B4-BE49-F238E27FC236}">
                  <a16:creationId xmlns:a16="http://schemas.microsoft.com/office/drawing/2014/main" id="{9E7DED07-5823-413D-8801-631099714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128"/>
              <a:ext cx="66" cy="67"/>
            </a:xfrm>
            <a:custGeom>
              <a:avLst/>
              <a:gdLst>
                <a:gd name="T0" fmla="*/ 64 w 66"/>
                <a:gd name="T1" fmla="*/ 29 h 66"/>
                <a:gd name="T2" fmla="*/ 37 w 66"/>
                <a:gd name="T3" fmla="*/ 70 h 66"/>
                <a:gd name="T4" fmla="*/ 2 w 66"/>
                <a:gd name="T5" fmla="*/ 43 h 66"/>
                <a:gd name="T6" fmla="*/ 29 w 66"/>
                <a:gd name="T7" fmla="*/ 2 h 66"/>
                <a:gd name="T8" fmla="*/ 64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19" y="66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6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8" name="Freeform 438">
              <a:extLst>
                <a:ext uri="{FF2B5EF4-FFF2-40B4-BE49-F238E27FC236}">
                  <a16:creationId xmlns:a16="http://schemas.microsoft.com/office/drawing/2014/main" id="{4D8193B5-9C87-4C24-83C7-9FEA76313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140"/>
              <a:ext cx="23" cy="23"/>
            </a:xfrm>
            <a:custGeom>
              <a:avLst/>
              <a:gdLst>
                <a:gd name="T0" fmla="*/ 22 w 23"/>
                <a:gd name="T1" fmla="*/ 10 h 22"/>
                <a:gd name="T2" fmla="*/ 13 w 23"/>
                <a:gd name="T3" fmla="*/ 27 h 22"/>
                <a:gd name="T4" fmla="*/ 1 w 23"/>
                <a:gd name="T5" fmla="*/ 18 h 22"/>
                <a:gd name="T6" fmla="*/ 10 w 23"/>
                <a:gd name="T7" fmla="*/ 0 h 22"/>
                <a:gd name="T8" fmla="*/ 22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0"/>
                  </a:moveTo>
                  <a:cubicBezTo>
                    <a:pt x="23" y="15"/>
                    <a:pt x="19" y="21"/>
                    <a:pt x="13" y="21"/>
                  </a:cubicBezTo>
                  <a:cubicBezTo>
                    <a:pt x="7" y="22"/>
                    <a:pt x="2" y="18"/>
                    <a:pt x="1" y="12"/>
                  </a:cubicBezTo>
                  <a:cubicBezTo>
                    <a:pt x="0" y="6"/>
                    <a:pt x="4" y="1"/>
                    <a:pt x="10" y="0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9" name="Freeform 439">
              <a:extLst>
                <a:ext uri="{FF2B5EF4-FFF2-40B4-BE49-F238E27FC236}">
                  <a16:creationId xmlns:a16="http://schemas.microsoft.com/office/drawing/2014/main" id="{EE1E0BFE-9D6B-4BE7-997A-050AEE009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152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0" name="Freeform 440">
              <a:extLst>
                <a:ext uri="{FF2B5EF4-FFF2-40B4-BE49-F238E27FC236}">
                  <a16:creationId xmlns:a16="http://schemas.microsoft.com/office/drawing/2014/main" id="{7B796C6F-1F56-410D-ADA4-E6AF177F4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729"/>
              <a:ext cx="120" cy="119"/>
            </a:xfrm>
            <a:custGeom>
              <a:avLst/>
              <a:gdLst>
                <a:gd name="T0" fmla="*/ 121 w 119"/>
                <a:gd name="T1" fmla="*/ 52 h 118"/>
                <a:gd name="T2" fmla="*/ 72 w 119"/>
                <a:gd name="T3" fmla="*/ 121 h 118"/>
                <a:gd name="T4" fmla="*/ 4 w 119"/>
                <a:gd name="T5" fmla="*/ 72 h 118"/>
                <a:gd name="T6" fmla="*/ 53 w 119"/>
                <a:gd name="T7" fmla="*/ 4 h 118"/>
                <a:gd name="T8" fmla="*/ 121 w 119"/>
                <a:gd name="T9" fmla="*/ 52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8">
                  <a:moveTo>
                    <a:pt x="115" y="52"/>
                  </a:moveTo>
                  <a:cubicBezTo>
                    <a:pt x="119" y="83"/>
                    <a:pt x="97" y="111"/>
                    <a:pt x="66" y="115"/>
                  </a:cubicBezTo>
                  <a:cubicBezTo>
                    <a:pt x="35" y="118"/>
                    <a:pt x="8" y="96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1" name="Freeform 441">
              <a:extLst>
                <a:ext uri="{FF2B5EF4-FFF2-40B4-BE49-F238E27FC236}">
                  <a16:creationId xmlns:a16="http://schemas.microsoft.com/office/drawing/2014/main" id="{F721FE63-96BA-443B-AAC5-327FA0ACA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729"/>
              <a:ext cx="120" cy="119"/>
            </a:xfrm>
            <a:custGeom>
              <a:avLst/>
              <a:gdLst>
                <a:gd name="T0" fmla="*/ 121 w 119"/>
                <a:gd name="T1" fmla="*/ 52 h 118"/>
                <a:gd name="T2" fmla="*/ 72 w 119"/>
                <a:gd name="T3" fmla="*/ 121 h 118"/>
                <a:gd name="T4" fmla="*/ 4 w 119"/>
                <a:gd name="T5" fmla="*/ 72 h 118"/>
                <a:gd name="T6" fmla="*/ 53 w 119"/>
                <a:gd name="T7" fmla="*/ 4 h 118"/>
                <a:gd name="T8" fmla="*/ 121 w 119"/>
                <a:gd name="T9" fmla="*/ 52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8">
                  <a:moveTo>
                    <a:pt x="115" y="52"/>
                  </a:moveTo>
                  <a:cubicBezTo>
                    <a:pt x="119" y="83"/>
                    <a:pt x="97" y="111"/>
                    <a:pt x="66" y="115"/>
                  </a:cubicBezTo>
                  <a:cubicBezTo>
                    <a:pt x="35" y="118"/>
                    <a:pt x="8" y="96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2" name="Freeform 442">
              <a:extLst>
                <a:ext uri="{FF2B5EF4-FFF2-40B4-BE49-F238E27FC236}">
                  <a16:creationId xmlns:a16="http://schemas.microsoft.com/office/drawing/2014/main" id="{ED232ADB-C7A9-4E4E-8837-74271E8A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746"/>
              <a:ext cx="67" cy="66"/>
            </a:xfrm>
            <a:custGeom>
              <a:avLst/>
              <a:gdLst>
                <a:gd name="T0" fmla="*/ 65 w 67"/>
                <a:gd name="T1" fmla="*/ 29 h 66"/>
                <a:gd name="T2" fmla="*/ 37 w 67"/>
                <a:gd name="T3" fmla="*/ 64 h 66"/>
                <a:gd name="T4" fmla="*/ 2 w 67"/>
                <a:gd name="T5" fmla="*/ 37 h 66"/>
                <a:gd name="T6" fmla="*/ 30 w 67"/>
                <a:gd name="T7" fmla="*/ 2 h 66"/>
                <a:gd name="T8" fmla="*/ 65 w 67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6">
                  <a:moveTo>
                    <a:pt x="65" y="29"/>
                  </a:moveTo>
                  <a:cubicBezTo>
                    <a:pt x="67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19"/>
                    <a:pt x="13" y="4"/>
                    <a:pt x="30" y="2"/>
                  </a:cubicBezTo>
                  <a:cubicBezTo>
                    <a:pt x="47" y="0"/>
                    <a:pt x="63" y="12"/>
                    <a:pt x="65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3" name="Freeform 443">
              <a:extLst>
                <a:ext uri="{FF2B5EF4-FFF2-40B4-BE49-F238E27FC236}">
                  <a16:creationId xmlns:a16="http://schemas.microsoft.com/office/drawing/2014/main" id="{EC00C53F-B2C1-40F1-B2FA-240A8300F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2758"/>
              <a:ext cx="22" cy="22"/>
            </a:xfrm>
            <a:custGeom>
              <a:avLst/>
              <a:gdLst>
                <a:gd name="T0" fmla="*/ 22 w 22"/>
                <a:gd name="T1" fmla="*/ 10 h 22"/>
                <a:gd name="T2" fmla="*/ 12 w 22"/>
                <a:gd name="T3" fmla="*/ 21 h 22"/>
                <a:gd name="T4" fmla="*/ 0 w 22"/>
                <a:gd name="T5" fmla="*/ 12 h 22"/>
                <a:gd name="T6" fmla="*/ 10 w 22"/>
                <a:gd name="T7" fmla="*/ 0 h 22"/>
                <a:gd name="T8" fmla="*/ 22 w 22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2" y="10"/>
                  </a:moveTo>
                  <a:cubicBezTo>
                    <a:pt x="22" y="15"/>
                    <a:pt x="18" y="21"/>
                    <a:pt x="12" y="21"/>
                  </a:cubicBezTo>
                  <a:cubicBezTo>
                    <a:pt x="6" y="22"/>
                    <a:pt x="1" y="18"/>
                    <a:pt x="0" y="12"/>
                  </a:cubicBezTo>
                  <a:cubicBezTo>
                    <a:pt x="0" y="6"/>
                    <a:pt x="4" y="1"/>
                    <a:pt x="10" y="0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4" name="Freeform 444">
              <a:extLst>
                <a:ext uri="{FF2B5EF4-FFF2-40B4-BE49-F238E27FC236}">
                  <a16:creationId xmlns:a16="http://schemas.microsoft.com/office/drawing/2014/main" id="{43486FDC-075A-4CB7-9133-29F98E76D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2770"/>
              <a:ext cx="61" cy="71"/>
            </a:xfrm>
            <a:custGeom>
              <a:avLst/>
              <a:gdLst>
                <a:gd name="T0" fmla="*/ 50 w 60"/>
                <a:gd name="T1" fmla="*/ 0 h 70"/>
                <a:gd name="T2" fmla="*/ 0 w 60"/>
                <a:gd name="T3" fmla="*/ 76 h 70"/>
                <a:gd name="T4" fmla="*/ 50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9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5" name="Freeform 445">
              <a:extLst>
                <a:ext uri="{FF2B5EF4-FFF2-40B4-BE49-F238E27FC236}">
                  <a16:creationId xmlns:a16="http://schemas.microsoft.com/office/drawing/2014/main" id="{3386264B-5DD2-4AA3-AC54-AEF76CB9A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562"/>
              <a:ext cx="121" cy="120"/>
            </a:xfrm>
            <a:custGeom>
              <a:avLst/>
              <a:gdLst>
                <a:gd name="T0" fmla="*/ 127 w 119"/>
                <a:gd name="T1" fmla="*/ 53 h 119"/>
                <a:gd name="T2" fmla="*/ 72 w 119"/>
                <a:gd name="T3" fmla="*/ 121 h 119"/>
                <a:gd name="T4" fmla="*/ 4 w 119"/>
                <a:gd name="T5" fmla="*/ 72 h 119"/>
                <a:gd name="T6" fmla="*/ 59 w 119"/>
                <a:gd name="T7" fmla="*/ 4 h 119"/>
                <a:gd name="T8" fmla="*/ 127 w 119"/>
                <a:gd name="T9" fmla="*/ 53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9">
                  <a:moveTo>
                    <a:pt x="115" y="53"/>
                  </a:moveTo>
                  <a:cubicBezTo>
                    <a:pt x="119" y="84"/>
                    <a:pt x="97" y="111"/>
                    <a:pt x="66" y="115"/>
                  </a:cubicBezTo>
                  <a:cubicBezTo>
                    <a:pt x="36" y="119"/>
                    <a:pt x="8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4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6" name="Freeform 446">
              <a:extLst>
                <a:ext uri="{FF2B5EF4-FFF2-40B4-BE49-F238E27FC236}">
                  <a16:creationId xmlns:a16="http://schemas.microsoft.com/office/drawing/2014/main" id="{9BE1D785-320D-49FC-8A44-ECCDFBD7E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562"/>
              <a:ext cx="121" cy="120"/>
            </a:xfrm>
            <a:custGeom>
              <a:avLst/>
              <a:gdLst>
                <a:gd name="T0" fmla="*/ 127 w 119"/>
                <a:gd name="T1" fmla="*/ 53 h 119"/>
                <a:gd name="T2" fmla="*/ 72 w 119"/>
                <a:gd name="T3" fmla="*/ 121 h 119"/>
                <a:gd name="T4" fmla="*/ 4 w 119"/>
                <a:gd name="T5" fmla="*/ 72 h 119"/>
                <a:gd name="T6" fmla="*/ 59 w 119"/>
                <a:gd name="T7" fmla="*/ 4 h 119"/>
                <a:gd name="T8" fmla="*/ 127 w 119"/>
                <a:gd name="T9" fmla="*/ 53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9">
                  <a:moveTo>
                    <a:pt x="115" y="53"/>
                  </a:moveTo>
                  <a:cubicBezTo>
                    <a:pt x="119" y="84"/>
                    <a:pt x="97" y="111"/>
                    <a:pt x="66" y="115"/>
                  </a:cubicBezTo>
                  <a:cubicBezTo>
                    <a:pt x="36" y="119"/>
                    <a:pt x="8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4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7" name="Freeform 447">
              <a:extLst>
                <a:ext uri="{FF2B5EF4-FFF2-40B4-BE49-F238E27FC236}">
                  <a16:creationId xmlns:a16="http://schemas.microsoft.com/office/drawing/2014/main" id="{93847B21-D3A2-480A-926F-5B395A041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579"/>
              <a:ext cx="67" cy="68"/>
            </a:xfrm>
            <a:custGeom>
              <a:avLst/>
              <a:gdLst>
                <a:gd name="T0" fmla="*/ 65 w 67"/>
                <a:gd name="T1" fmla="*/ 30 h 67"/>
                <a:gd name="T2" fmla="*/ 37 w 67"/>
                <a:gd name="T3" fmla="*/ 71 h 67"/>
                <a:gd name="T4" fmla="*/ 2 w 67"/>
                <a:gd name="T5" fmla="*/ 43 h 67"/>
                <a:gd name="T6" fmla="*/ 30 w 67"/>
                <a:gd name="T7" fmla="*/ 2 h 67"/>
                <a:gd name="T8" fmla="*/ 65 w 67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5" y="30"/>
                  </a:moveTo>
                  <a:cubicBezTo>
                    <a:pt x="67" y="47"/>
                    <a:pt x="55" y="62"/>
                    <a:pt x="37" y="65"/>
                  </a:cubicBezTo>
                  <a:cubicBezTo>
                    <a:pt x="20" y="67"/>
                    <a:pt x="5" y="54"/>
                    <a:pt x="2" y="37"/>
                  </a:cubicBezTo>
                  <a:cubicBezTo>
                    <a:pt x="0" y="20"/>
                    <a:pt x="13" y="4"/>
                    <a:pt x="30" y="2"/>
                  </a:cubicBezTo>
                  <a:cubicBezTo>
                    <a:pt x="47" y="0"/>
                    <a:pt x="63" y="12"/>
                    <a:pt x="65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8" name="Freeform 448">
              <a:extLst>
                <a:ext uri="{FF2B5EF4-FFF2-40B4-BE49-F238E27FC236}">
                  <a16:creationId xmlns:a16="http://schemas.microsoft.com/office/drawing/2014/main" id="{B19A8F72-7E83-493A-9325-6BC2D5481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591"/>
              <a:ext cx="22" cy="23"/>
            </a:xfrm>
            <a:custGeom>
              <a:avLst/>
              <a:gdLst>
                <a:gd name="T0" fmla="*/ 22 w 22"/>
                <a:gd name="T1" fmla="*/ 10 h 23"/>
                <a:gd name="T2" fmla="*/ 12 w 22"/>
                <a:gd name="T3" fmla="*/ 22 h 23"/>
                <a:gd name="T4" fmla="*/ 1 w 22"/>
                <a:gd name="T5" fmla="*/ 13 h 23"/>
                <a:gd name="T6" fmla="*/ 10 w 22"/>
                <a:gd name="T7" fmla="*/ 1 h 23"/>
                <a:gd name="T8" fmla="*/ 22 w 22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2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7" y="23"/>
                    <a:pt x="1" y="18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9" name="Freeform 449">
              <a:extLst>
                <a:ext uri="{FF2B5EF4-FFF2-40B4-BE49-F238E27FC236}">
                  <a16:creationId xmlns:a16="http://schemas.microsoft.com/office/drawing/2014/main" id="{FA97E1C9-EEE5-4F5D-BB70-2EFD12358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604"/>
              <a:ext cx="62" cy="71"/>
            </a:xfrm>
            <a:custGeom>
              <a:avLst/>
              <a:gdLst>
                <a:gd name="T0" fmla="*/ 50 w 61"/>
                <a:gd name="T1" fmla="*/ 0 h 70"/>
                <a:gd name="T2" fmla="*/ 0 w 61"/>
                <a:gd name="T3" fmla="*/ 76 h 70"/>
                <a:gd name="T4" fmla="*/ 50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4" y="0"/>
                  </a:moveTo>
                  <a:cubicBezTo>
                    <a:pt x="44" y="0"/>
                    <a:pt x="61" y="59"/>
                    <a:pt x="0" y="70"/>
                  </a:cubicBezTo>
                  <a:cubicBezTo>
                    <a:pt x="0" y="70"/>
                    <a:pt x="49" y="58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0" name="Freeform 450">
              <a:extLst>
                <a:ext uri="{FF2B5EF4-FFF2-40B4-BE49-F238E27FC236}">
                  <a16:creationId xmlns:a16="http://schemas.microsoft.com/office/drawing/2014/main" id="{2FF8EF8F-EA50-4940-8872-8880E3FB2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173"/>
              <a:ext cx="120" cy="119"/>
            </a:xfrm>
            <a:custGeom>
              <a:avLst/>
              <a:gdLst>
                <a:gd name="T0" fmla="*/ 127 w 118"/>
                <a:gd name="T1" fmla="*/ 53 h 118"/>
                <a:gd name="T2" fmla="*/ 72 w 118"/>
                <a:gd name="T3" fmla="*/ 121 h 118"/>
                <a:gd name="T4" fmla="*/ 4 w 118"/>
                <a:gd name="T5" fmla="*/ 72 h 118"/>
                <a:gd name="T6" fmla="*/ 59 w 118"/>
                <a:gd name="T7" fmla="*/ 4 h 118"/>
                <a:gd name="T8" fmla="*/ 127 w 118"/>
                <a:gd name="T9" fmla="*/ 5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3"/>
                  </a:moveTo>
                  <a:cubicBezTo>
                    <a:pt x="118" y="83"/>
                    <a:pt x="97" y="111"/>
                    <a:pt x="66" y="115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1" name="Freeform 451">
              <a:extLst>
                <a:ext uri="{FF2B5EF4-FFF2-40B4-BE49-F238E27FC236}">
                  <a16:creationId xmlns:a16="http://schemas.microsoft.com/office/drawing/2014/main" id="{75AE1031-0F01-4E5A-B165-7C0EC2AE9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173"/>
              <a:ext cx="120" cy="119"/>
            </a:xfrm>
            <a:custGeom>
              <a:avLst/>
              <a:gdLst>
                <a:gd name="T0" fmla="*/ 127 w 118"/>
                <a:gd name="T1" fmla="*/ 53 h 118"/>
                <a:gd name="T2" fmla="*/ 72 w 118"/>
                <a:gd name="T3" fmla="*/ 121 h 118"/>
                <a:gd name="T4" fmla="*/ 4 w 118"/>
                <a:gd name="T5" fmla="*/ 72 h 118"/>
                <a:gd name="T6" fmla="*/ 59 w 118"/>
                <a:gd name="T7" fmla="*/ 4 h 118"/>
                <a:gd name="T8" fmla="*/ 127 w 118"/>
                <a:gd name="T9" fmla="*/ 5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3"/>
                  </a:moveTo>
                  <a:cubicBezTo>
                    <a:pt x="118" y="83"/>
                    <a:pt x="97" y="111"/>
                    <a:pt x="66" y="115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2" name="Freeform 452">
              <a:extLst>
                <a:ext uri="{FF2B5EF4-FFF2-40B4-BE49-F238E27FC236}">
                  <a16:creationId xmlns:a16="http://schemas.microsoft.com/office/drawing/2014/main" id="{7BA3F46C-F681-4D39-997B-620CF6CA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190"/>
              <a:ext cx="67" cy="67"/>
            </a:xfrm>
            <a:custGeom>
              <a:avLst/>
              <a:gdLst>
                <a:gd name="T0" fmla="*/ 64 w 67"/>
                <a:gd name="T1" fmla="*/ 29 h 66"/>
                <a:gd name="T2" fmla="*/ 37 w 67"/>
                <a:gd name="T3" fmla="*/ 70 h 66"/>
                <a:gd name="T4" fmla="*/ 2 w 67"/>
                <a:gd name="T5" fmla="*/ 43 h 66"/>
                <a:gd name="T6" fmla="*/ 30 w 67"/>
                <a:gd name="T7" fmla="*/ 2 h 66"/>
                <a:gd name="T8" fmla="*/ 64 w 67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6">
                  <a:moveTo>
                    <a:pt x="64" y="29"/>
                  </a:moveTo>
                  <a:cubicBezTo>
                    <a:pt x="67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20"/>
                    <a:pt x="12" y="4"/>
                    <a:pt x="30" y="2"/>
                  </a:cubicBezTo>
                  <a:cubicBezTo>
                    <a:pt x="47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3" name="Freeform 453">
              <a:extLst>
                <a:ext uri="{FF2B5EF4-FFF2-40B4-BE49-F238E27FC236}">
                  <a16:creationId xmlns:a16="http://schemas.microsoft.com/office/drawing/2014/main" id="{1B6805F4-0AC8-4555-9A1C-7C4B13F04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203"/>
              <a:ext cx="22" cy="22"/>
            </a:xfrm>
            <a:custGeom>
              <a:avLst/>
              <a:gdLst>
                <a:gd name="T0" fmla="*/ 21 w 22"/>
                <a:gd name="T1" fmla="*/ 10 h 22"/>
                <a:gd name="T2" fmla="*/ 12 w 22"/>
                <a:gd name="T3" fmla="*/ 21 h 22"/>
                <a:gd name="T4" fmla="*/ 0 w 22"/>
                <a:gd name="T5" fmla="*/ 12 h 22"/>
                <a:gd name="T6" fmla="*/ 10 w 22"/>
                <a:gd name="T7" fmla="*/ 0 h 22"/>
                <a:gd name="T8" fmla="*/ 21 w 22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1" y="10"/>
                  </a:moveTo>
                  <a:cubicBezTo>
                    <a:pt x="22" y="15"/>
                    <a:pt x="18" y="21"/>
                    <a:pt x="12" y="21"/>
                  </a:cubicBezTo>
                  <a:cubicBezTo>
                    <a:pt x="6" y="22"/>
                    <a:pt x="1" y="18"/>
                    <a:pt x="0" y="12"/>
                  </a:cubicBezTo>
                  <a:cubicBezTo>
                    <a:pt x="0" y="6"/>
                    <a:pt x="4" y="1"/>
                    <a:pt x="10" y="0"/>
                  </a:cubicBezTo>
                  <a:cubicBezTo>
                    <a:pt x="15" y="0"/>
                    <a:pt x="21" y="4"/>
                    <a:pt x="21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4" name="Freeform 454">
              <a:extLst>
                <a:ext uri="{FF2B5EF4-FFF2-40B4-BE49-F238E27FC236}">
                  <a16:creationId xmlns:a16="http://schemas.microsoft.com/office/drawing/2014/main" id="{760726A2-B06E-4476-9FB6-A7C110EF1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3215"/>
              <a:ext cx="61" cy="70"/>
            </a:xfrm>
            <a:custGeom>
              <a:avLst/>
              <a:gdLst>
                <a:gd name="T0" fmla="*/ 50 w 60"/>
                <a:gd name="T1" fmla="*/ 0 h 70"/>
                <a:gd name="T2" fmla="*/ 0 w 60"/>
                <a:gd name="T3" fmla="*/ 70 h 70"/>
                <a:gd name="T4" fmla="*/ 50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9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5" name="Freeform 455">
              <a:extLst>
                <a:ext uri="{FF2B5EF4-FFF2-40B4-BE49-F238E27FC236}">
                  <a16:creationId xmlns:a16="http://schemas.microsoft.com/office/drawing/2014/main" id="{EBC8C8F2-D4A3-4ADD-8A36-CEF03E3B3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3463"/>
              <a:ext cx="119" cy="120"/>
            </a:xfrm>
            <a:custGeom>
              <a:avLst/>
              <a:gdLst>
                <a:gd name="T0" fmla="*/ 120 w 118"/>
                <a:gd name="T1" fmla="*/ 59 h 118"/>
                <a:gd name="T2" fmla="*/ 72 w 118"/>
                <a:gd name="T3" fmla="*/ 127 h 118"/>
                <a:gd name="T4" fmla="*/ 3 w 118"/>
                <a:gd name="T5" fmla="*/ 72 h 118"/>
                <a:gd name="T6" fmla="*/ 52 w 118"/>
                <a:gd name="T7" fmla="*/ 4 h 118"/>
                <a:gd name="T8" fmla="*/ 120 w 118"/>
                <a:gd name="T9" fmla="*/ 59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7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6" name="Freeform 456">
              <a:extLst>
                <a:ext uri="{FF2B5EF4-FFF2-40B4-BE49-F238E27FC236}">
                  <a16:creationId xmlns:a16="http://schemas.microsoft.com/office/drawing/2014/main" id="{D9E68774-7E60-44B7-AC74-9B66ED481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3463"/>
              <a:ext cx="119" cy="120"/>
            </a:xfrm>
            <a:custGeom>
              <a:avLst/>
              <a:gdLst>
                <a:gd name="T0" fmla="*/ 120 w 118"/>
                <a:gd name="T1" fmla="*/ 59 h 118"/>
                <a:gd name="T2" fmla="*/ 72 w 118"/>
                <a:gd name="T3" fmla="*/ 127 h 118"/>
                <a:gd name="T4" fmla="*/ 3 w 118"/>
                <a:gd name="T5" fmla="*/ 72 h 118"/>
                <a:gd name="T6" fmla="*/ 52 w 118"/>
                <a:gd name="T7" fmla="*/ 4 h 118"/>
                <a:gd name="T8" fmla="*/ 120 w 118"/>
                <a:gd name="T9" fmla="*/ 59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7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7" name="Freeform 457">
              <a:extLst>
                <a:ext uri="{FF2B5EF4-FFF2-40B4-BE49-F238E27FC236}">
                  <a16:creationId xmlns:a16="http://schemas.microsoft.com/office/drawing/2014/main" id="{688D19E0-BB65-41DE-A34E-D55CE2457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3480"/>
              <a:ext cx="67" cy="67"/>
            </a:xfrm>
            <a:custGeom>
              <a:avLst/>
              <a:gdLst>
                <a:gd name="T0" fmla="*/ 70 w 66"/>
                <a:gd name="T1" fmla="*/ 29 h 66"/>
                <a:gd name="T2" fmla="*/ 43 w 66"/>
                <a:gd name="T3" fmla="*/ 70 h 66"/>
                <a:gd name="T4" fmla="*/ 2 w 66"/>
                <a:gd name="T5" fmla="*/ 43 h 66"/>
                <a:gd name="T6" fmla="*/ 29 w 66"/>
                <a:gd name="T7" fmla="*/ 2 h 66"/>
                <a:gd name="T8" fmla="*/ 70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7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6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8" name="Freeform 458">
              <a:extLst>
                <a:ext uri="{FF2B5EF4-FFF2-40B4-BE49-F238E27FC236}">
                  <a16:creationId xmlns:a16="http://schemas.microsoft.com/office/drawing/2014/main" id="{335AD20D-9DB0-4BD9-991E-5CC0164E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3493"/>
              <a:ext cx="23" cy="22"/>
            </a:xfrm>
            <a:custGeom>
              <a:avLst/>
              <a:gdLst>
                <a:gd name="T0" fmla="*/ 22 w 23"/>
                <a:gd name="T1" fmla="*/ 10 h 22"/>
                <a:gd name="T2" fmla="*/ 13 w 23"/>
                <a:gd name="T3" fmla="*/ 22 h 22"/>
                <a:gd name="T4" fmla="*/ 1 w 23"/>
                <a:gd name="T5" fmla="*/ 12 h 22"/>
                <a:gd name="T6" fmla="*/ 10 w 23"/>
                <a:gd name="T7" fmla="*/ 1 h 22"/>
                <a:gd name="T8" fmla="*/ 22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2"/>
                    <a:pt x="2" y="18"/>
                    <a:pt x="1" y="12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9" name="Freeform 459">
              <a:extLst>
                <a:ext uri="{FF2B5EF4-FFF2-40B4-BE49-F238E27FC236}">
                  <a16:creationId xmlns:a16="http://schemas.microsoft.com/office/drawing/2014/main" id="{8F648FBE-0A2A-4C7B-97B5-B0D1ECA4A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3505"/>
              <a:ext cx="61" cy="70"/>
            </a:xfrm>
            <a:custGeom>
              <a:avLst/>
              <a:gdLst>
                <a:gd name="T0" fmla="*/ 45 w 61"/>
                <a:gd name="T1" fmla="*/ 0 h 70"/>
                <a:gd name="T2" fmla="*/ 0 w 61"/>
                <a:gd name="T3" fmla="*/ 70 h 70"/>
                <a:gd name="T4" fmla="*/ 45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0" name="Freeform 460">
              <a:extLst>
                <a:ext uri="{FF2B5EF4-FFF2-40B4-BE49-F238E27FC236}">
                  <a16:creationId xmlns:a16="http://schemas.microsoft.com/office/drawing/2014/main" id="{A4026B6C-0EA0-4127-86B9-CB4A4C931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3067"/>
              <a:ext cx="119" cy="119"/>
            </a:xfrm>
            <a:custGeom>
              <a:avLst/>
              <a:gdLst>
                <a:gd name="T0" fmla="*/ 120 w 118"/>
                <a:gd name="T1" fmla="*/ 52 h 118"/>
                <a:gd name="T2" fmla="*/ 72 w 118"/>
                <a:gd name="T3" fmla="*/ 121 h 118"/>
                <a:gd name="T4" fmla="*/ 3 w 118"/>
                <a:gd name="T5" fmla="*/ 72 h 118"/>
                <a:gd name="T6" fmla="*/ 52 w 118"/>
                <a:gd name="T7" fmla="*/ 4 h 118"/>
                <a:gd name="T8" fmla="*/ 120 w 118"/>
                <a:gd name="T9" fmla="*/ 52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1" name="Freeform 461">
              <a:extLst>
                <a:ext uri="{FF2B5EF4-FFF2-40B4-BE49-F238E27FC236}">
                  <a16:creationId xmlns:a16="http://schemas.microsoft.com/office/drawing/2014/main" id="{681027BC-ACE3-44CC-8504-F957DD38C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3067"/>
              <a:ext cx="119" cy="119"/>
            </a:xfrm>
            <a:custGeom>
              <a:avLst/>
              <a:gdLst>
                <a:gd name="T0" fmla="*/ 120 w 118"/>
                <a:gd name="T1" fmla="*/ 52 h 118"/>
                <a:gd name="T2" fmla="*/ 72 w 118"/>
                <a:gd name="T3" fmla="*/ 121 h 118"/>
                <a:gd name="T4" fmla="*/ 3 w 118"/>
                <a:gd name="T5" fmla="*/ 72 h 118"/>
                <a:gd name="T6" fmla="*/ 52 w 118"/>
                <a:gd name="T7" fmla="*/ 4 h 118"/>
                <a:gd name="T8" fmla="*/ 120 w 118"/>
                <a:gd name="T9" fmla="*/ 52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2" name="Freeform 462">
              <a:extLst>
                <a:ext uri="{FF2B5EF4-FFF2-40B4-BE49-F238E27FC236}">
                  <a16:creationId xmlns:a16="http://schemas.microsoft.com/office/drawing/2014/main" id="{40A63093-8282-4903-AB9E-A8CA34A17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3084"/>
              <a:ext cx="67" cy="67"/>
            </a:xfrm>
            <a:custGeom>
              <a:avLst/>
              <a:gdLst>
                <a:gd name="T0" fmla="*/ 70 w 66"/>
                <a:gd name="T1" fmla="*/ 29 h 66"/>
                <a:gd name="T2" fmla="*/ 43 w 66"/>
                <a:gd name="T3" fmla="*/ 70 h 66"/>
                <a:gd name="T4" fmla="*/ 2 w 66"/>
                <a:gd name="T5" fmla="*/ 43 h 66"/>
                <a:gd name="T6" fmla="*/ 29 w 66"/>
                <a:gd name="T7" fmla="*/ 2 h 66"/>
                <a:gd name="T8" fmla="*/ 70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19"/>
                    <a:pt x="12" y="4"/>
                    <a:pt x="29" y="2"/>
                  </a:cubicBezTo>
                  <a:cubicBezTo>
                    <a:pt x="46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3" name="Freeform 463">
              <a:extLst>
                <a:ext uri="{FF2B5EF4-FFF2-40B4-BE49-F238E27FC236}">
                  <a16:creationId xmlns:a16="http://schemas.microsoft.com/office/drawing/2014/main" id="{0AF24430-111D-4D65-9F63-A13E0027F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3096"/>
              <a:ext cx="23" cy="23"/>
            </a:xfrm>
            <a:custGeom>
              <a:avLst/>
              <a:gdLst>
                <a:gd name="T0" fmla="*/ 22 w 23"/>
                <a:gd name="T1" fmla="*/ 10 h 22"/>
                <a:gd name="T2" fmla="*/ 13 w 23"/>
                <a:gd name="T3" fmla="*/ 27 h 22"/>
                <a:gd name="T4" fmla="*/ 1 w 23"/>
                <a:gd name="T5" fmla="*/ 18 h 22"/>
                <a:gd name="T6" fmla="*/ 10 w 23"/>
                <a:gd name="T7" fmla="*/ 0 h 22"/>
                <a:gd name="T8" fmla="*/ 22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0"/>
                  </a:moveTo>
                  <a:cubicBezTo>
                    <a:pt x="23" y="15"/>
                    <a:pt x="19" y="21"/>
                    <a:pt x="13" y="21"/>
                  </a:cubicBezTo>
                  <a:cubicBezTo>
                    <a:pt x="7" y="22"/>
                    <a:pt x="2" y="18"/>
                    <a:pt x="1" y="12"/>
                  </a:cubicBezTo>
                  <a:cubicBezTo>
                    <a:pt x="0" y="6"/>
                    <a:pt x="4" y="1"/>
                    <a:pt x="10" y="0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4" name="Freeform 464">
              <a:extLst>
                <a:ext uri="{FF2B5EF4-FFF2-40B4-BE49-F238E27FC236}">
                  <a16:creationId xmlns:a16="http://schemas.microsoft.com/office/drawing/2014/main" id="{A67CB4B1-84D6-4728-92E7-A79DB99FF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3109"/>
              <a:ext cx="61" cy="70"/>
            </a:xfrm>
            <a:custGeom>
              <a:avLst/>
              <a:gdLst>
                <a:gd name="T0" fmla="*/ 45 w 61"/>
                <a:gd name="T1" fmla="*/ 0 h 70"/>
                <a:gd name="T2" fmla="*/ 0 w 61"/>
                <a:gd name="T3" fmla="*/ 70 h 70"/>
                <a:gd name="T4" fmla="*/ 45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5" name="Freeform 465">
              <a:extLst>
                <a:ext uri="{FF2B5EF4-FFF2-40B4-BE49-F238E27FC236}">
                  <a16:creationId xmlns:a16="http://schemas.microsoft.com/office/drawing/2014/main" id="{46516DCE-C6B8-4211-BD21-3E46BA785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3375"/>
              <a:ext cx="119" cy="120"/>
            </a:xfrm>
            <a:custGeom>
              <a:avLst/>
              <a:gdLst>
                <a:gd name="T0" fmla="*/ 120 w 118"/>
                <a:gd name="T1" fmla="*/ 58 h 118"/>
                <a:gd name="T2" fmla="*/ 72 w 118"/>
                <a:gd name="T3" fmla="*/ 126 h 118"/>
                <a:gd name="T4" fmla="*/ 3 w 118"/>
                <a:gd name="T5" fmla="*/ 72 h 118"/>
                <a:gd name="T6" fmla="*/ 52 w 118"/>
                <a:gd name="T7" fmla="*/ 3 h 118"/>
                <a:gd name="T8" fmla="*/ 120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6" name="Freeform 466">
              <a:extLst>
                <a:ext uri="{FF2B5EF4-FFF2-40B4-BE49-F238E27FC236}">
                  <a16:creationId xmlns:a16="http://schemas.microsoft.com/office/drawing/2014/main" id="{ED06D38B-BBEB-4EFC-80C6-7AB1BA3C4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3375"/>
              <a:ext cx="119" cy="120"/>
            </a:xfrm>
            <a:custGeom>
              <a:avLst/>
              <a:gdLst>
                <a:gd name="T0" fmla="*/ 120 w 118"/>
                <a:gd name="T1" fmla="*/ 58 h 118"/>
                <a:gd name="T2" fmla="*/ 72 w 118"/>
                <a:gd name="T3" fmla="*/ 126 h 118"/>
                <a:gd name="T4" fmla="*/ 3 w 118"/>
                <a:gd name="T5" fmla="*/ 72 h 118"/>
                <a:gd name="T6" fmla="*/ 52 w 118"/>
                <a:gd name="T7" fmla="*/ 3 h 118"/>
                <a:gd name="T8" fmla="*/ 120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7" name="Freeform 467">
              <a:extLst>
                <a:ext uri="{FF2B5EF4-FFF2-40B4-BE49-F238E27FC236}">
                  <a16:creationId xmlns:a16="http://schemas.microsoft.com/office/drawing/2014/main" id="{F0E7B66F-1001-4A4E-8552-80D9D3766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393"/>
              <a:ext cx="67" cy="66"/>
            </a:xfrm>
            <a:custGeom>
              <a:avLst/>
              <a:gdLst>
                <a:gd name="T0" fmla="*/ 70 w 66"/>
                <a:gd name="T1" fmla="*/ 29 h 66"/>
                <a:gd name="T2" fmla="*/ 43 w 66"/>
                <a:gd name="T3" fmla="*/ 64 h 66"/>
                <a:gd name="T4" fmla="*/ 2 w 66"/>
                <a:gd name="T5" fmla="*/ 37 h 66"/>
                <a:gd name="T6" fmla="*/ 29 w 66"/>
                <a:gd name="T7" fmla="*/ 2 h 66"/>
                <a:gd name="T8" fmla="*/ 70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19" y="66"/>
                    <a:pt x="4" y="54"/>
                    <a:pt x="2" y="37"/>
                  </a:cubicBezTo>
                  <a:cubicBezTo>
                    <a:pt x="0" y="19"/>
                    <a:pt x="12" y="4"/>
                    <a:pt x="29" y="2"/>
                  </a:cubicBezTo>
                  <a:cubicBezTo>
                    <a:pt x="46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8" name="Freeform 468">
              <a:extLst>
                <a:ext uri="{FF2B5EF4-FFF2-40B4-BE49-F238E27FC236}">
                  <a16:creationId xmlns:a16="http://schemas.microsoft.com/office/drawing/2014/main" id="{080F065F-D4DC-40C4-8476-1A0552C75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404"/>
              <a:ext cx="24" cy="23"/>
            </a:xfrm>
            <a:custGeom>
              <a:avLst/>
              <a:gdLst>
                <a:gd name="T0" fmla="*/ 28 w 23"/>
                <a:gd name="T1" fmla="*/ 10 h 23"/>
                <a:gd name="T2" fmla="*/ 19 w 23"/>
                <a:gd name="T3" fmla="*/ 22 h 23"/>
                <a:gd name="T4" fmla="*/ 1 w 23"/>
                <a:gd name="T5" fmla="*/ 13 h 23"/>
                <a:gd name="T6" fmla="*/ 10 w 23"/>
                <a:gd name="T7" fmla="*/ 1 h 23"/>
                <a:gd name="T8" fmla="*/ 28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2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5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9" name="Freeform 469">
              <a:extLst>
                <a:ext uri="{FF2B5EF4-FFF2-40B4-BE49-F238E27FC236}">
                  <a16:creationId xmlns:a16="http://schemas.microsoft.com/office/drawing/2014/main" id="{142F231A-77B2-4800-A608-8C04E7F56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417"/>
              <a:ext cx="61" cy="71"/>
            </a:xfrm>
            <a:custGeom>
              <a:avLst/>
              <a:gdLst>
                <a:gd name="T0" fmla="*/ 45 w 61"/>
                <a:gd name="T1" fmla="*/ 0 h 70"/>
                <a:gd name="T2" fmla="*/ 0 w 61"/>
                <a:gd name="T3" fmla="*/ 76 h 70"/>
                <a:gd name="T4" fmla="*/ 45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0" name="Freeform 470">
              <a:extLst>
                <a:ext uri="{FF2B5EF4-FFF2-40B4-BE49-F238E27FC236}">
                  <a16:creationId xmlns:a16="http://schemas.microsoft.com/office/drawing/2014/main" id="{B90FB892-C033-41D1-9313-4EF72BFA4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031"/>
              <a:ext cx="119" cy="119"/>
            </a:xfrm>
            <a:custGeom>
              <a:avLst/>
              <a:gdLst>
                <a:gd name="T0" fmla="*/ 121 w 118"/>
                <a:gd name="T1" fmla="*/ 53 h 118"/>
                <a:gd name="T2" fmla="*/ 72 w 118"/>
                <a:gd name="T3" fmla="*/ 121 h 118"/>
                <a:gd name="T4" fmla="*/ 4 w 118"/>
                <a:gd name="T5" fmla="*/ 72 h 118"/>
                <a:gd name="T6" fmla="*/ 53 w 118"/>
                <a:gd name="T7" fmla="*/ 4 h 118"/>
                <a:gd name="T8" fmla="*/ 121 w 118"/>
                <a:gd name="T9" fmla="*/ 5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1" name="Freeform 471">
              <a:extLst>
                <a:ext uri="{FF2B5EF4-FFF2-40B4-BE49-F238E27FC236}">
                  <a16:creationId xmlns:a16="http://schemas.microsoft.com/office/drawing/2014/main" id="{DC4117E0-C60B-4378-8F05-FF26A5F73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031"/>
              <a:ext cx="119" cy="119"/>
            </a:xfrm>
            <a:custGeom>
              <a:avLst/>
              <a:gdLst>
                <a:gd name="T0" fmla="*/ 121 w 118"/>
                <a:gd name="T1" fmla="*/ 53 h 118"/>
                <a:gd name="T2" fmla="*/ 72 w 118"/>
                <a:gd name="T3" fmla="*/ 121 h 118"/>
                <a:gd name="T4" fmla="*/ 4 w 118"/>
                <a:gd name="T5" fmla="*/ 72 h 118"/>
                <a:gd name="T6" fmla="*/ 53 w 118"/>
                <a:gd name="T7" fmla="*/ 4 h 118"/>
                <a:gd name="T8" fmla="*/ 121 w 118"/>
                <a:gd name="T9" fmla="*/ 5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2" name="Freeform 472">
              <a:extLst>
                <a:ext uri="{FF2B5EF4-FFF2-40B4-BE49-F238E27FC236}">
                  <a16:creationId xmlns:a16="http://schemas.microsoft.com/office/drawing/2014/main" id="{C202AE41-506B-4AC3-A0E4-0AAC9ECC2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3048"/>
              <a:ext cx="67" cy="67"/>
            </a:xfrm>
            <a:custGeom>
              <a:avLst/>
              <a:gdLst>
                <a:gd name="T0" fmla="*/ 70 w 66"/>
                <a:gd name="T1" fmla="*/ 29 h 66"/>
                <a:gd name="T2" fmla="*/ 43 w 66"/>
                <a:gd name="T3" fmla="*/ 70 h 66"/>
                <a:gd name="T4" fmla="*/ 2 w 66"/>
                <a:gd name="T5" fmla="*/ 43 h 66"/>
                <a:gd name="T6" fmla="*/ 30 w 66"/>
                <a:gd name="T7" fmla="*/ 2 h 66"/>
                <a:gd name="T8" fmla="*/ 70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7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20"/>
                    <a:pt x="12" y="4"/>
                    <a:pt x="30" y="2"/>
                  </a:cubicBezTo>
                  <a:cubicBezTo>
                    <a:pt x="47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3" name="Freeform 473">
              <a:extLst>
                <a:ext uri="{FF2B5EF4-FFF2-40B4-BE49-F238E27FC236}">
                  <a16:creationId xmlns:a16="http://schemas.microsoft.com/office/drawing/2014/main" id="{01D27B21-7ED2-4D19-A154-1083C4F10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060"/>
              <a:ext cx="22" cy="22"/>
            </a:xfrm>
            <a:custGeom>
              <a:avLst/>
              <a:gdLst>
                <a:gd name="T0" fmla="*/ 21 w 22"/>
                <a:gd name="T1" fmla="*/ 10 h 22"/>
                <a:gd name="T2" fmla="*/ 12 w 22"/>
                <a:gd name="T3" fmla="*/ 22 h 22"/>
                <a:gd name="T4" fmla="*/ 0 w 22"/>
                <a:gd name="T5" fmla="*/ 12 h 22"/>
                <a:gd name="T6" fmla="*/ 10 w 22"/>
                <a:gd name="T7" fmla="*/ 0 h 22"/>
                <a:gd name="T8" fmla="*/ 21 w 22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1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6" y="22"/>
                    <a:pt x="1" y="18"/>
                    <a:pt x="0" y="12"/>
                  </a:cubicBezTo>
                  <a:cubicBezTo>
                    <a:pt x="0" y="6"/>
                    <a:pt x="4" y="1"/>
                    <a:pt x="10" y="0"/>
                  </a:cubicBezTo>
                  <a:cubicBezTo>
                    <a:pt x="15" y="0"/>
                    <a:pt x="21" y="4"/>
                    <a:pt x="21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4" name="Freeform 474">
              <a:extLst>
                <a:ext uri="{FF2B5EF4-FFF2-40B4-BE49-F238E27FC236}">
                  <a16:creationId xmlns:a16="http://schemas.microsoft.com/office/drawing/2014/main" id="{A01EE5E7-A991-403E-AD52-5932E7A33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3072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5" name="Freeform 475">
              <a:extLst>
                <a:ext uri="{FF2B5EF4-FFF2-40B4-BE49-F238E27FC236}">
                  <a16:creationId xmlns:a16="http://schemas.microsoft.com/office/drawing/2014/main" id="{5BF1E417-B8BF-422F-AB3A-55F8BA8B0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849"/>
              <a:ext cx="119" cy="120"/>
            </a:xfrm>
            <a:custGeom>
              <a:avLst/>
              <a:gdLst>
                <a:gd name="T0" fmla="*/ 121 w 118"/>
                <a:gd name="T1" fmla="*/ 53 h 119"/>
                <a:gd name="T2" fmla="*/ 72 w 118"/>
                <a:gd name="T3" fmla="*/ 121 h 119"/>
                <a:gd name="T4" fmla="*/ 4 w 118"/>
                <a:gd name="T5" fmla="*/ 72 h 119"/>
                <a:gd name="T6" fmla="*/ 53 w 118"/>
                <a:gd name="T7" fmla="*/ 4 h 119"/>
                <a:gd name="T8" fmla="*/ 121 w 118"/>
                <a:gd name="T9" fmla="*/ 53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7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6" name="Freeform 476">
              <a:extLst>
                <a:ext uri="{FF2B5EF4-FFF2-40B4-BE49-F238E27FC236}">
                  <a16:creationId xmlns:a16="http://schemas.microsoft.com/office/drawing/2014/main" id="{962E3BCB-6BE5-4FC4-81F8-DACC6A96B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849"/>
              <a:ext cx="119" cy="120"/>
            </a:xfrm>
            <a:custGeom>
              <a:avLst/>
              <a:gdLst>
                <a:gd name="T0" fmla="*/ 121 w 118"/>
                <a:gd name="T1" fmla="*/ 53 h 119"/>
                <a:gd name="T2" fmla="*/ 72 w 118"/>
                <a:gd name="T3" fmla="*/ 121 h 119"/>
                <a:gd name="T4" fmla="*/ 4 w 118"/>
                <a:gd name="T5" fmla="*/ 72 h 119"/>
                <a:gd name="T6" fmla="*/ 53 w 118"/>
                <a:gd name="T7" fmla="*/ 4 h 119"/>
                <a:gd name="T8" fmla="*/ 121 w 118"/>
                <a:gd name="T9" fmla="*/ 53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7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7" name="Freeform 477">
              <a:extLst>
                <a:ext uri="{FF2B5EF4-FFF2-40B4-BE49-F238E27FC236}">
                  <a16:creationId xmlns:a16="http://schemas.microsoft.com/office/drawing/2014/main" id="{51C3B23F-8D50-491C-B5FD-386E795F2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866"/>
              <a:ext cx="67" cy="68"/>
            </a:xfrm>
            <a:custGeom>
              <a:avLst/>
              <a:gdLst>
                <a:gd name="T0" fmla="*/ 64 w 67"/>
                <a:gd name="T1" fmla="*/ 30 h 67"/>
                <a:gd name="T2" fmla="*/ 37 w 67"/>
                <a:gd name="T3" fmla="*/ 71 h 67"/>
                <a:gd name="T4" fmla="*/ 2 w 67"/>
                <a:gd name="T5" fmla="*/ 43 h 67"/>
                <a:gd name="T6" fmla="*/ 30 w 67"/>
                <a:gd name="T7" fmla="*/ 2 h 67"/>
                <a:gd name="T8" fmla="*/ 64 w 67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4" y="30"/>
                  </a:moveTo>
                  <a:cubicBezTo>
                    <a:pt x="67" y="47"/>
                    <a:pt x="54" y="62"/>
                    <a:pt x="37" y="65"/>
                  </a:cubicBezTo>
                  <a:cubicBezTo>
                    <a:pt x="20" y="67"/>
                    <a:pt x="4" y="54"/>
                    <a:pt x="2" y="37"/>
                  </a:cubicBezTo>
                  <a:cubicBezTo>
                    <a:pt x="0" y="20"/>
                    <a:pt x="12" y="4"/>
                    <a:pt x="30" y="2"/>
                  </a:cubicBezTo>
                  <a:cubicBezTo>
                    <a:pt x="47" y="0"/>
                    <a:pt x="62" y="12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8" name="Freeform 478">
              <a:extLst>
                <a:ext uri="{FF2B5EF4-FFF2-40B4-BE49-F238E27FC236}">
                  <a16:creationId xmlns:a16="http://schemas.microsoft.com/office/drawing/2014/main" id="{21B2B41A-6EBB-4C84-9CAD-5B2986FCD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878"/>
              <a:ext cx="22" cy="23"/>
            </a:xfrm>
            <a:custGeom>
              <a:avLst/>
              <a:gdLst>
                <a:gd name="T0" fmla="*/ 21 w 22"/>
                <a:gd name="T1" fmla="*/ 10 h 23"/>
                <a:gd name="T2" fmla="*/ 12 w 22"/>
                <a:gd name="T3" fmla="*/ 22 h 23"/>
                <a:gd name="T4" fmla="*/ 0 w 22"/>
                <a:gd name="T5" fmla="*/ 13 h 23"/>
                <a:gd name="T6" fmla="*/ 10 w 22"/>
                <a:gd name="T7" fmla="*/ 1 h 23"/>
                <a:gd name="T8" fmla="*/ 21 w 22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1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6" y="23"/>
                    <a:pt x="1" y="18"/>
                    <a:pt x="0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5" y="0"/>
                    <a:pt x="21" y="4"/>
                    <a:pt x="21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9" name="Freeform 479">
              <a:extLst>
                <a:ext uri="{FF2B5EF4-FFF2-40B4-BE49-F238E27FC236}">
                  <a16:creationId xmlns:a16="http://schemas.microsoft.com/office/drawing/2014/main" id="{8EE87FD1-B8D0-4BD2-BCCF-E809839EB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891"/>
              <a:ext cx="61" cy="71"/>
            </a:xfrm>
            <a:custGeom>
              <a:avLst/>
              <a:gdLst>
                <a:gd name="T0" fmla="*/ 50 w 60"/>
                <a:gd name="T1" fmla="*/ 0 h 70"/>
                <a:gd name="T2" fmla="*/ 0 w 60"/>
                <a:gd name="T3" fmla="*/ 76 h 70"/>
                <a:gd name="T4" fmla="*/ 50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8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0" name="Freeform 480">
              <a:extLst>
                <a:ext uri="{FF2B5EF4-FFF2-40B4-BE49-F238E27FC236}">
                  <a16:creationId xmlns:a16="http://schemas.microsoft.com/office/drawing/2014/main" id="{BB2AD9E0-26DE-468D-801B-7F8E7F614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138"/>
              <a:ext cx="119" cy="120"/>
            </a:xfrm>
            <a:custGeom>
              <a:avLst/>
              <a:gdLst>
                <a:gd name="T0" fmla="*/ 121 w 118"/>
                <a:gd name="T1" fmla="*/ 53 h 119"/>
                <a:gd name="T2" fmla="*/ 72 w 118"/>
                <a:gd name="T3" fmla="*/ 121 h 119"/>
                <a:gd name="T4" fmla="*/ 4 w 118"/>
                <a:gd name="T5" fmla="*/ 72 h 119"/>
                <a:gd name="T6" fmla="*/ 52 w 118"/>
                <a:gd name="T7" fmla="*/ 4 h 119"/>
                <a:gd name="T8" fmla="*/ 121 w 118"/>
                <a:gd name="T9" fmla="*/ 53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6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1" name="Freeform 481">
              <a:extLst>
                <a:ext uri="{FF2B5EF4-FFF2-40B4-BE49-F238E27FC236}">
                  <a16:creationId xmlns:a16="http://schemas.microsoft.com/office/drawing/2014/main" id="{178C555D-58A5-4205-AA0D-F6FB31432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138"/>
              <a:ext cx="119" cy="120"/>
            </a:xfrm>
            <a:custGeom>
              <a:avLst/>
              <a:gdLst>
                <a:gd name="T0" fmla="*/ 121 w 118"/>
                <a:gd name="T1" fmla="*/ 53 h 119"/>
                <a:gd name="T2" fmla="*/ 72 w 118"/>
                <a:gd name="T3" fmla="*/ 121 h 119"/>
                <a:gd name="T4" fmla="*/ 4 w 118"/>
                <a:gd name="T5" fmla="*/ 72 h 119"/>
                <a:gd name="T6" fmla="*/ 52 w 118"/>
                <a:gd name="T7" fmla="*/ 4 h 119"/>
                <a:gd name="T8" fmla="*/ 121 w 118"/>
                <a:gd name="T9" fmla="*/ 53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6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2" name="Freeform 482">
              <a:extLst>
                <a:ext uri="{FF2B5EF4-FFF2-40B4-BE49-F238E27FC236}">
                  <a16:creationId xmlns:a16="http://schemas.microsoft.com/office/drawing/2014/main" id="{DCF13048-5F43-4B13-B7A2-E32D67514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3155"/>
              <a:ext cx="67" cy="68"/>
            </a:xfrm>
            <a:custGeom>
              <a:avLst/>
              <a:gdLst>
                <a:gd name="T0" fmla="*/ 70 w 66"/>
                <a:gd name="T1" fmla="*/ 30 h 67"/>
                <a:gd name="T2" fmla="*/ 43 w 66"/>
                <a:gd name="T3" fmla="*/ 71 h 67"/>
                <a:gd name="T4" fmla="*/ 2 w 66"/>
                <a:gd name="T5" fmla="*/ 43 h 67"/>
                <a:gd name="T6" fmla="*/ 29 w 66"/>
                <a:gd name="T7" fmla="*/ 2 h 67"/>
                <a:gd name="T8" fmla="*/ 70 w 66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2"/>
                    <a:pt x="37" y="65"/>
                  </a:cubicBezTo>
                  <a:cubicBezTo>
                    <a:pt x="20" y="67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7" y="0"/>
                    <a:pt x="62" y="12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3" name="Freeform 483">
              <a:extLst>
                <a:ext uri="{FF2B5EF4-FFF2-40B4-BE49-F238E27FC236}">
                  <a16:creationId xmlns:a16="http://schemas.microsoft.com/office/drawing/2014/main" id="{74ABCFFC-1D38-4EAD-8ED8-2362B7B56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3167"/>
              <a:ext cx="23" cy="23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2 h 23"/>
                <a:gd name="T4" fmla="*/ 1 w 23"/>
                <a:gd name="T5" fmla="*/ 13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8"/>
                    <a:pt x="1" y="13"/>
                  </a:cubicBezTo>
                  <a:cubicBezTo>
                    <a:pt x="0" y="7"/>
                    <a:pt x="5" y="1"/>
                    <a:pt x="10" y="1"/>
                  </a:cubicBezTo>
                  <a:cubicBezTo>
                    <a:pt x="16" y="0"/>
                    <a:pt x="22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4" name="Freeform 484">
              <a:extLst>
                <a:ext uri="{FF2B5EF4-FFF2-40B4-BE49-F238E27FC236}">
                  <a16:creationId xmlns:a16="http://schemas.microsoft.com/office/drawing/2014/main" id="{02815060-FC7D-4891-A14C-E6A5DBC17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3180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5" name="Freeform 485">
              <a:extLst>
                <a:ext uri="{FF2B5EF4-FFF2-40B4-BE49-F238E27FC236}">
                  <a16:creationId xmlns:a16="http://schemas.microsoft.com/office/drawing/2014/main" id="{7EBE7755-F63F-4626-923F-E0421C5C2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39"/>
              <a:ext cx="119" cy="119"/>
            </a:xfrm>
            <a:custGeom>
              <a:avLst/>
              <a:gdLst>
                <a:gd name="T0" fmla="*/ 120 w 118"/>
                <a:gd name="T1" fmla="*/ 53 h 118"/>
                <a:gd name="T2" fmla="*/ 71 w 118"/>
                <a:gd name="T3" fmla="*/ 121 h 118"/>
                <a:gd name="T4" fmla="*/ 3 w 118"/>
                <a:gd name="T5" fmla="*/ 72 h 118"/>
                <a:gd name="T6" fmla="*/ 52 w 118"/>
                <a:gd name="T7" fmla="*/ 4 h 118"/>
                <a:gd name="T8" fmla="*/ 120 w 118"/>
                <a:gd name="T9" fmla="*/ 5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3"/>
                  </a:moveTo>
                  <a:cubicBezTo>
                    <a:pt x="118" y="83"/>
                    <a:pt x="96" y="111"/>
                    <a:pt x="65" y="115"/>
                  </a:cubicBezTo>
                  <a:cubicBezTo>
                    <a:pt x="35" y="118"/>
                    <a:pt x="7" y="97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6" name="Freeform 486">
              <a:extLst>
                <a:ext uri="{FF2B5EF4-FFF2-40B4-BE49-F238E27FC236}">
                  <a16:creationId xmlns:a16="http://schemas.microsoft.com/office/drawing/2014/main" id="{F8EF9E91-8B81-45A0-9A28-2A9588D36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39"/>
              <a:ext cx="119" cy="119"/>
            </a:xfrm>
            <a:custGeom>
              <a:avLst/>
              <a:gdLst>
                <a:gd name="T0" fmla="*/ 120 w 118"/>
                <a:gd name="T1" fmla="*/ 53 h 118"/>
                <a:gd name="T2" fmla="*/ 71 w 118"/>
                <a:gd name="T3" fmla="*/ 121 h 118"/>
                <a:gd name="T4" fmla="*/ 3 w 118"/>
                <a:gd name="T5" fmla="*/ 72 h 118"/>
                <a:gd name="T6" fmla="*/ 52 w 118"/>
                <a:gd name="T7" fmla="*/ 4 h 118"/>
                <a:gd name="T8" fmla="*/ 120 w 118"/>
                <a:gd name="T9" fmla="*/ 5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3"/>
                  </a:moveTo>
                  <a:cubicBezTo>
                    <a:pt x="118" y="83"/>
                    <a:pt x="96" y="111"/>
                    <a:pt x="65" y="115"/>
                  </a:cubicBezTo>
                  <a:cubicBezTo>
                    <a:pt x="35" y="118"/>
                    <a:pt x="7" y="97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7" name="Freeform 487">
              <a:extLst>
                <a:ext uri="{FF2B5EF4-FFF2-40B4-BE49-F238E27FC236}">
                  <a16:creationId xmlns:a16="http://schemas.microsoft.com/office/drawing/2014/main" id="{41D1E869-D2F2-4B5B-B9F2-6902D1257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856"/>
              <a:ext cx="67" cy="67"/>
            </a:xfrm>
            <a:custGeom>
              <a:avLst/>
              <a:gdLst>
                <a:gd name="T0" fmla="*/ 70 w 66"/>
                <a:gd name="T1" fmla="*/ 29 h 66"/>
                <a:gd name="T2" fmla="*/ 43 w 66"/>
                <a:gd name="T3" fmla="*/ 70 h 66"/>
                <a:gd name="T4" fmla="*/ 2 w 66"/>
                <a:gd name="T5" fmla="*/ 43 h 66"/>
                <a:gd name="T6" fmla="*/ 29 w 66"/>
                <a:gd name="T7" fmla="*/ 2 h 66"/>
                <a:gd name="T8" fmla="*/ 70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7"/>
                    <a:pt x="54" y="62"/>
                    <a:pt x="37" y="64"/>
                  </a:cubicBezTo>
                  <a:cubicBezTo>
                    <a:pt x="19" y="66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6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8" name="Freeform 488">
              <a:extLst>
                <a:ext uri="{FF2B5EF4-FFF2-40B4-BE49-F238E27FC236}">
                  <a16:creationId xmlns:a16="http://schemas.microsoft.com/office/drawing/2014/main" id="{8D24B905-C9D7-47F8-8FD5-DEFBA2006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868"/>
              <a:ext cx="23" cy="22"/>
            </a:xfrm>
            <a:custGeom>
              <a:avLst/>
              <a:gdLst>
                <a:gd name="T0" fmla="*/ 22 w 23"/>
                <a:gd name="T1" fmla="*/ 10 h 22"/>
                <a:gd name="T2" fmla="*/ 13 w 23"/>
                <a:gd name="T3" fmla="*/ 22 h 22"/>
                <a:gd name="T4" fmla="*/ 1 w 23"/>
                <a:gd name="T5" fmla="*/ 12 h 22"/>
                <a:gd name="T6" fmla="*/ 10 w 23"/>
                <a:gd name="T7" fmla="*/ 0 h 22"/>
                <a:gd name="T8" fmla="*/ 22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2"/>
                    <a:pt x="2" y="18"/>
                    <a:pt x="1" y="12"/>
                  </a:cubicBezTo>
                  <a:cubicBezTo>
                    <a:pt x="0" y="6"/>
                    <a:pt x="4" y="1"/>
                    <a:pt x="10" y="0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9" name="Freeform 489">
              <a:extLst>
                <a:ext uri="{FF2B5EF4-FFF2-40B4-BE49-F238E27FC236}">
                  <a16:creationId xmlns:a16="http://schemas.microsoft.com/office/drawing/2014/main" id="{491B9106-08F2-4234-B6EC-E0987A9FA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880"/>
              <a:ext cx="61" cy="71"/>
            </a:xfrm>
            <a:custGeom>
              <a:avLst/>
              <a:gdLst>
                <a:gd name="T0" fmla="*/ 45 w 61"/>
                <a:gd name="T1" fmla="*/ 0 h 70"/>
                <a:gd name="T2" fmla="*/ 0 w 61"/>
                <a:gd name="T3" fmla="*/ 76 h 70"/>
                <a:gd name="T4" fmla="*/ 45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0" name="Freeform 490">
              <a:extLst>
                <a:ext uri="{FF2B5EF4-FFF2-40B4-BE49-F238E27FC236}">
                  <a16:creationId xmlns:a16="http://schemas.microsoft.com/office/drawing/2014/main" id="{2887F599-6F17-4CE4-A88B-3857CE4C9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608"/>
              <a:ext cx="119" cy="120"/>
            </a:xfrm>
            <a:custGeom>
              <a:avLst/>
              <a:gdLst>
                <a:gd name="T0" fmla="*/ 121 w 118"/>
                <a:gd name="T1" fmla="*/ 58 h 118"/>
                <a:gd name="T2" fmla="*/ 72 w 118"/>
                <a:gd name="T3" fmla="*/ 126 h 118"/>
                <a:gd name="T4" fmla="*/ 4 w 118"/>
                <a:gd name="T5" fmla="*/ 71 h 118"/>
                <a:gd name="T6" fmla="*/ 52 w 118"/>
                <a:gd name="T7" fmla="*/ 3 h 118"/>
                <a:gd name="T8" fmla="*/ 121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4" y="65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1" name="Freeform 491">
              <a:extLst>
                <a:ext uri="{FF2B5EF4-FFF2-40B4-BE49-F238E27FC236}">
                  <a16:creationId xmlns:a16="http://schemas.microsoft.com/office/drawing/2014/main" id="{DFF38688-9C98-4211-A087-C1155998A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608"/>
              <a:ext cx="119" cy="120"/>
            </a:xfrm>
            <a:custGeom>
              <a:avLst/>
              <a:gdLst>
                <a:gd name="T0" fmla="*/ 121 w 118"/>
                <a:gd name="T1" fmla="*/ 58 h 118"/>
                <a:gd name="T2" fmla="*/ 72 w 118"/>
                <a:gd name="T3" fmla="*/ 126 h 118"/>
                <a:gd name="T4" fmla="*/ 4 w 118"/>
                <a:gd name="T5" fmla="*/ 71 h 118"/>
                <a:gd name="T6" fmla="*/ 52 w 118"/>
                <a:gd name="T7" fmla="*/ 3 h 118"/>
                <a:gd name="T8" fmla="*/ 121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4" y="65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2" name="Freeform 492">
              <a:extLst>
                <a:ext uri="{FF2B5EF4-FFF2-40B4-BE49-F238E27FC236}">
                  <a16:creationId xmlns:a16="http://schemas.microsoft.com/office/drawing/2014/main" id="{D582336E-46CE-4EC4-9ADE-F15740145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625"/>
              <a:ext cx="67" cy="67"/>
            </a:xfrm>
            <a:custGeom>
              <a:avLst/>
              <a:gdLst>
                <a:gd name="T0" fmla="*/ 70 w 66"/>
                <a:gd name="T1" fmla="*/ 29 h 66"/>
                <a:gd name="T2" fmla="*/ 43 w 66"/>
                <a:gd name="T3" fmla="*/ 70 h 66"/>
                <a:gd name="T4" fmla="*/ 2 w 66"/>
                <a:gd name="T5" fmla="*/ 42 h 66"/>
                <a:gd name="T6" fmla="*/ 29 w 66"/>
                <a:gd name="T7" fmla="*/ 2 h 66"/>
                <a:gd name="T8" fmla="*/ 70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6"/>
                  </a:cubicBezTo>
                  <a:cubicBezTo>
                    <a:pt x="0" y="19"/>
                    <a:pt x="12" y="4"/>
                    <a:pt x="29" y="2"/>
                  </a:cubicBezTo>
                  <a:cubicBezTo>
                    <a:pt x="47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3" name="Freeform 493">
              <a:extLst>
                <a:ext uri="{FF2B5EF4-FFF2-40B4-BE49-F238E27FC236}">
                  <a16:creationId xmlns:a16="http://schemas.microsoft.com/office/drawing/2014/main" id="{D589B7E2-7ECA-42C9-91F8-3042CEDE1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637"/>
              <a:ext cx="23" cy="23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2 h 23"/>
                <a:gd name="T4" fmla="*/ 1 w 23"/>
                <a:gd name="T5" fmla="*/ 13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5" y="2"/>
                    <a:pt x="10" y="1"/>
                  </a:cubicBezTo>
                  <a:cubicBezTo>
                    <a:pt x="16" y="0"/>
                    <a:pt x="22" y="5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4" name="Freeform 494">
              <a:extLst>
                <a:ext uri="{FF2B5EF4-FFF2-40B4-BE49-F238E27FC236}">
                  <a16:creationId xmlns:a16="http://schemas.microsoft.com/office/drawing/2014/main" id="{3A82AFC1-7F1A-420D-B6BC-7F3981658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650"/>
              <a:ext cx="61" cy="70"/>
            </a:xfrm>
            <a:custGeom>
              <a:avLst/>
              <a:gdLst>
                <a:gd name="T0" fmla="*/ 45 w 61"/>
                <a:gd name="T1" fmla="*/ 0 h 70"/>
                <a:gd name="T2" fmla="*/ 0 w 61"/>
                <a:gd name="T3" fmla="*/ 70 h 70"/>
                <a:gd name="T4" fmla="*/ 45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5" name="Freeform 495">
              <a:extLst>
                <a:ext uri="{FF2B5EF4-FFF2-40B4-BE49-F238E27FC236}">
                  <a16:creationId xmlns:a16="http://schemas.microsoft.com/office/drawing/2014/main" id="{678DAC0F-1F76-41F9-9546-FCBBE9C3D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462"/>
              <a:ext cx="120" cy="119"/>
            </a:xfrm>
            <a:custGeom>
              <a:avLst/>
              <a:gdLst>
                <a:gd name="T0" fmla="*/ 121 w 119"/>
                <a:gd name="T1" fmla="*/ 53 h 118"/>
                <a:gd name="T2" fmla="*/ 72 w 119"/>
                <a:gd name="T3" fmla="*/ 121 h 118"/>
                <a:gd name="T4" fmla="*/ 4 w 119"/>
                <a:gd name="T5" fmla="*/ 72 h 118"/>
                <a:gd name="T6" fmla="*/ 53 w 119"/>
                <a:gd name="T7" fmla="*/ 4 h 118"/>
                <a:gd name="T8" fmla="*/ 121 w 119"/>
                <a:gd name="T9" fmla="*/ 5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8">
                  <a:moveTo>
                    <a:pt x="115" y="53"/>
                  </a:moveTo>
                  <a:cubicBezTo>
                    <a:pt x="119" y="83"/>
                    <a:pt x="97" y="111"/>
                    <a:pt x="66" y="115"/>
                  </a:cubicBezTo>
                  <a:cubicBezTo>
                    <a:pt x="35" y="118"/>
                    <a:pt x="8" y="97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6" name="Freeform 496">
              <a:extLst>
                <a:ext uri="{FF2B5EF4-FFF2-40B4-BE49-F238E27FC236}">
                  <a16:creationId xmlns:a16="http://schemas.microsoft.com/office/drawing/2014/main" id="{E6B93101-603B-4262-8015-45D7905C0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462"/>
              <a:ext cx="120" cy="119"/>
            </a:xfrm>
            <a:custGeom>
              <a:avLst/>
              <a:gdLst>
                <a:gd name="T0" fmla="*/ 121 w 119"/>
                <a:gd name="T1" fmla="*/ 53 h 118"/>
                <a:gd name="T2" fmla="*/ 72 w 119"/>
                <a:gd name="T3" fmla="*/ 121 h 118"/>
                <a:gd name="T4" fmla="*/ 4 w 119"/>
                <a:gd name="T5" fmla="*/ 72 h 118"/>
                <a:gd name="T6" fmla="*/ 53 w 119"/>
                <a:gd name="T7" fmla="*/ 4 h 118"/>
                <a:gd name="T8" fmla="*/ 121 w 119"/>
                <a:gd name="T9" fmla="*/ 5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8">
                  <a:moveTo>
                    <a:pt x="115" y="53"/>
                  </a:moveTo>
                  <a:cubicBezTo>
                    <a:pt x="119" y="83"/>
                    <a:pt x="97" y="111"/>
                    <a:pt x="66" y="115"/>
                  </a:cubicBezTo>
                  <a:cubicBezTo>
                    <a:pt x="35" y="118"/>
                    <a:pt x="8" y="97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7" name="Freeform 497">
              <a:extLst>
                <a:ext uri="{FF2B5EF4-FFF2-40B4-BE49-F238E27FC236}">
                  <a16:creationId xmlns:a16="http://schemas.microsoft.com/office/drawing/2014/main" id="{CF1998E4-862F-4555-8154-8AA24A10D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479"/>
              <a:ext cx="68" cy="67"/>
            </a:xfrm>
            <a:custGeom>
              <a:avLst/>
              <a:gdLst>
                <a:gd name="T0" fmla="*/ 71 w 67"/>
                <a:gd name="T1" fmla="*/ 29 h 66"/>
                <a:gd name="T2" fmla="*/ 43 w 67"/>
                <a:gd name="T3" fmla="*/ 70 h 66"/>
                <a:gd name="T4" fmla="*/ 2 w 67"/>
                <a:gd name="T5" fmla="*/ 43 h 66"/>
                <a:gd name="T6" fmla="*/ 30 w 67"/>
                <a:gd name="T7" fmla="*/ 2 h 66"/>
                <a:gd name="T8" fmla="*/ 71 w 67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6">
                  <a:moveTo>
                    <a:pt x="65" y="29"/>
                  </a:moveTo>
                  <a:cubicBezTo>
                    <a:pt x="67" y="47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20"/>
                    <a:pt x="13" y="4"/>
                    <a:pt x="30" y="2"/>
                  </a:cubicBezTo>
                  <a:cubicBezTo>
                    <a:pt x="47" y="0"/>
                    <a:pt x="63" y="12"/>
                    <a:pt x="65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8" name="Freeform 498">
              <a:extLst>
                <a:ext uri="{FF2B5EF4-FFF2-40B4-BE49-F238E27FC236}">
                  <a16:creationId xmlns:a16="http://schemas.microsoft.com/office/drawing/2014/main" id="{FD565FB8-48FF-48E6-8F21-616EC8434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491"/>
              <a:ext cx="22" cy="22"/>
            </a:xfrm>
            <a:custGeom>
              <a:avLst/>
              <a:gdLst>
                <a:gd name="T0" fmla="*/ 22 w 22"/>
                <a:gd name="T1" fmla="*/ 10 h 22"/>
                <a:gd name="T2" fmla="*/ 12 w 22"/>
                <a:gd name="T3" fmla="*/ 22 h 22"/>
                <a:gd name="T4" fmla="*/ 0 w 22"/>
                <a:gd name="T5" fmla="*/ 12 h 22"/>
                <a:gd name="T6" fmla="*/ 10 w 22"/>
                <a:gd name="T7" fmla="*/ 0 h 22"/>
                <a:gd name="T8" fmla="*/ 22 w 22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2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6" y="22"/>
                    <a:pt x="1" y="18"/>
                    <a:pt x="0" y="12"/>
                  </a:cubicBezTo>
                  <a:cubicBezTo>
                    <a:pt x="0" y="6"/>
                    <a:pt x="4" y="1"/>
                    <a:pt x="10" y="0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9" name="Freeform 499">
              <a:extLst>
                <a:ext uri="{FF2B5EF4-FFF2-40B4-BE49-F238E27FC236}">
                  <a16:creationId xmlns:a16="http://schemas.microsoft.com/office/drawing/2014/main" id="{449FFFCA-B578-4BA9-8531-AC78AAAC6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503"/>
              <a:ext cx="60" cy="71"/>
            </a:xfrm>
            <a:custGeom>
              <a:avLst/>
              <a:gdLst>
                <a:gd name="T0" fmla="*/ 44 w 60"/>
                <a:gd name="T1" fmla="*/ 0 h 70"/>
                <a:gd name="T2" fmla="*/ 0 w 60"/>
                <a:gd name="T3" fmla="*/ 76 h 70"/>
                <a:gd name="T4" fmla="*/ 44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9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0" name="Freeform 500">
              <a:extLst>
                <a:ext uri="{FF2B5EF4-FFF2-40B4-BE49-F238E27FC236}">
                  <a16:creationId xmlns:a16="http://schemas.microsoft.com/office/drawing/2014/main" id="{EF2DF276-213F-4D1B-8561-419AA0288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239"/>
              <a:ext cx="119" cy="120"/>
            </a:xfrm>
            <a:custGeom>
              <a:avLst/>
              <a:gdLst>
                <a:gd name="T0" fmla="*/ 121 w 118"/>
                <a:gd name="T1" fmla="*/ 58 h 118"/>
                <a:gd name="T2" fmla="*/ 72 w 118"/>
                <a:gd name="T3" fmla="*/ 127 h 118"/>
                <a:gd name="T4" fmla="*/ 4 w 118"/>
                <a:gd name="T5" fmla="*/ 72 h 118"/>
                <a:gd name="T6" fmla="*/ 53 w 118"/>
                <a:gd name="T7" fmla="*/ 4 h 118"/>
                <a:gd name="T8" fmla="*/ 121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7" y="111"/>
                    <a:pt x="66" y="115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1" name="Freeform 501">
              <a:extLst>
                <a:ext uri="{FF2B5EF4-FFF2-40B4-BE49-F238E27FC236}">
                  <a16:creationId xmlns:a16="http://schemas.microsoft.com/office/drawing/2014/main" id="{8E2A0C40-5071-4DB3-94B7-FC0E0C74E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239"/>
              <a:ext cx="119" cy="120"/>
            </a:xfrm>
            <a:custGeom>
              <a:avLst/>
              <a:gdLst>
                <a:gd name="T0" fmla="*/ 121 w 118"/>
                <a:gd name="T1" fmla="*/ 58 h 118"/>
                <a:gd name="T2" fmla="*/ 72 w 118"/>
                <a:gd name="T3" fmla="*/ 127 h 118"/>
                <a:gd name="T4" fmla="*/ 4 w 118"/>
                <a:gd name="T5" fmla="*/ 72 h 118"/>
                <a:gd name="T6" fmla="*/ 53 w 118"/>
                <a:gd name="T7" fmla="*/ 4 h 118"/>
                <a:gd name="T8" fmla="*/ 121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7" y="111"/>
                    <a:pt x="66" y="115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2" name="Freeform 502">
              <a:extLst>
                <a:ext uri="{FF2B5EF4-FFF2-40B4-BE49-F238E27FC236}">
                  <a16:creationId xmlns:a16="http://schemas.microsoft.com/office/drawing/2014/main" id="{B619410B-7327-4E38-A0DB-4B061B033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2257"/>
              <a:ext cx="67" cy="66"/>
            </a:xfrm>
            <a:custGeom>
              <a:avLst/>
              <a:gdLst>
                <a:gd name="T0" fmla="*/ 65 w 67"/>
                <a:gd name="T1" fmla="*/ 29 h 66"/>
                <a:gd name="T2" fmla="*/ 37 w 67"/>
                <a:gd name="T3" fmla="*/ 64 h 66"/>
                <a:gd name="T4" fmla="*/ 2 w 67"/>
                <a:gd name="T5" fmla="*/ 37 h 66"/>
                <a:gd name="T6" fmla="*/ 30 w 67"/>
                <a:gd name="T7" fmla="*/ 2 h 66"/>
                <a:gd name="T8" fmla="*/ 65 w 67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6">
                  <a:moveTo>
                    <a:pt x="65" y="29"/>
                  </a:moveTo>
                  <a:cubicBezTo>
                    <a:pt x="67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19"/>
                    <a:pt x="12" y="4"/>
                    <a:pt x="30" y="2"/>
                  </a:cubicBezTo>
                  <a:cubicBezTo>
                    <a:pt x="47" y="0"/>
                    <a:pt x="62" y="12"/>
                    <a:pt x="65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3" name="Freeform 503">
              <a:extLst>
                <a:ext uri="{FF2B5EF4-FFF2-40B4-BE49-F238E27FC236}">
                  <a16:creationId xmlns:a16="http://schemas.microsoft.com/office/drawing/2014/main" id="{4C5E31C0-3066-47FD-807B-A2433E5C6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269"/>
              <a:ext cx="22" cy="22"/>
            </a:xfrm>
            <a:custGeom>
              <a:avLst/>
              <a:gdLst>
                <a:gd name="T0" fmla="*/ 22 w 22"/>
                <a:gd name="T1" fmla="*/ 10 h 22"/>
                <a:gd name="T2" fmla="*/ 12 w 22"/>
                <a:gd name="T3" fmla="*/ 21 h 22"/>
                <a:gd name="T4" fmla="*/ 0 w 22"/>
                <a:gd name="T5" fmla="*/ 12 h 22"/>
                <a:gd name="T6" fmla="*/ 10 w 22"/>
                <a:gd name="T7" fmla="*/ 0 h 22"/>
                <a:gd name="T8" fmla="*/ 22 w 22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2" y="10"/>
                  </a:moveTo>
                  <a:cubicBezTo>
                    <a:pt x="22" y="15"/>
                    <a:pt x="18" y="21"/>
                    <a:pt x="12" y="21"/>
                  </a:cubicBezTo>
                  <a:cubicBezTo>
                    <a:pt x="6" y="22"/>
                    <a:pt x="1" y="18"/>
                    <a:pt x="0" y="12"/>
                  </a:cubicBezTo>
                  <a:cubicBezTo>
                    <a:pt x="0" y="6"/>
                    <a:pt x="4" y="1"/>
                    <a:pt x="10" y="0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4" name="Freeform 504">
              <a:extLst>
                <a:ext uri="{FF2B5EF4-FFF2-40B4-BE49-F238E27FC236}">
                  <a16:creationId xmlns:a16="http://schemas.microsoft.com/office/drawing/2014/main" id="{7F94B9A6-D0B1-4E93-BDD8-6801419EF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281"/>
              <a:ext cx="61" cy="71"/>
            </a:xfrm>
            <a:custGeom>
              <a:avLst/>
              <a:gdLst>
                <a:gd name="T0" fmla="*/ 50 w 60"/>
                <a:gd name="T1" fmla="*/ 0 h 70"/>
                <a:gd name="T2" fmla="*/ 0 w 60"/>
                <a:gd name="T3" fmla="*/ 76 h 70"/>
                <a:gd name="T4" fmla="*/ 50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9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5" name="Freeform 505">
              <a:extLst>
                <a:ext uri="{FF2B5EF4-FFF2-40B4-BE49-F238E27FC236}">
                  <a16:creationId xmlns:a16="http://schemas.microsoft.com/office/drawing/2014/main" id="{0B7A87B9-0BC3-40DF-988F-A04EEF7C0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646"/>
              <a:ext cx="120" cy="120"/>
            </a:xfrm>
            <a:custGeom>
              <a:avLst/>
              <a:gdLst>
                <a:gd name="T0" fmla="*/ 126 w 118"/>
                <a:gd name="T1" fmla="*/ 53 h 119"/>
                <a:gd name="T2" fmla="*/ 71 w 118"/>
                <a:gd name="T3" fmla="*/ 121 h 119"/>
                <a:gd name="T4" fmla="*/ 3 w 118"/>
                <a:gd name="T5" fmla="*/ 72 h 119"/>
                <a:gd name="T6" fmla="*/ 58 w 118"/>
                <a:gd name="T7" fmla="*/ 4 h 119"/>
                <a:gd name="T8" fmla="*/ 126 w 118"/>
                <a:gd name="T9" fmla="*/ 53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4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6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6" name="Freeform 506">
              <a:extLst>
                <a:ext uri="{FF2B5EF4-FFF2-40B4-BE49-F238E27FC236}">
                  <a16:creationId xmlns:a16="http://schemas.microsoft.com/office/drawing/2014/main" id="{8119CED6-1CE8-4C99-8926-7312DFF85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646"/>
              <a:ext cx="120" cy="120"/>
            </a:xfrm>
            <a:custGeom>
              <a:avLst/>
              <a:gdLst>
                <a:gd name="T0" fmla="*/ 126 w 118"/>
                <a:gd name="T1" fmla="*/ 53 h 119"/>
                <a:gd name="T2" fmla="*/ 71 w 118"/>
                <a:gd name="T3" fmla="*/ 121 h 119"/>
                <a:gd name="T4" fmla="*/ 3 w 118"/>
                <a:gd name="T5" fmla="*/ 72 h 119"/>
                <a:gd name="T6" fmla="*/ 58 w 118"/>
                <a:gd name="T7" fmla="*/ 4 h 119"/>
                <a:gd name="T8" fmla="*/ 126 w 118"/>
                <a:gd name="T9" fmla="*/ 53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4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6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7" name="Freeform 507">
              <a:extLst>
                <a:ext uri="{FF2B5EF4-FFF2-40B4-BE49-F238E27FC236}">
                  <a16:creationId xmlns:a16="http://schemas.microsoft.com/office/drawing/2014/main" id="{70C4E81A-A226-42D6-9F62-800ACB727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2663"/>
              <a:ext cx="66" cy="68"/>
            </a:xfrm>
            <a:custGeom>
              <a:avLst/>
              <a:gdLst>
                <a:gd name="T0" fmla="*/ 64 w 66"/>
                <a:gd name="T1" fmla="*/ 30 h 67"/>
                <a:gd name="T2" fmla="*/ 37 w 66"/>
                <a:gd name="T3" fmla="*/ 71 h 67"/>
                <a:gd name="T4" fmla="*/ 2 w 66"/>
                <a:gd name="T5" fmla="*/ 43 h 67"/>
                <a:gd name="T6" fmla="*/ 29 w 66"/>
                <a:gd name="T7" fmla="*/ 2 h 67"/>
                <a:gd name="T8" fmla="*/ 64 w 66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3"/>
                    <a:pt x="37" y="65"/>
                  </a:cubicBezTo>
                  <a:cubicBezTo>
                    <a:pt x="19" y="67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6" y="0"/>
                    <a:pt x="62" y="13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8" name="Freeform 508">
              <a:extLst>
                <a:ext uri="{FF2B5EF4-FFF2-40B4-BE49-F238E27FC236}">
                  <a16:creationId xmlns:a16="http://schemas.microsoft.com/office/drawing/2014/main" id="{11120E0F-D12F-4345-A2DA-A3F015E26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675"/>
              <a:ext cx="23" cy="23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2 h 23"/>
                <a:gd name="T4" fmla="*/ 1 w 23"/>
                <a:gd name="T5" fmla="*/ 13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8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9" name="Freeform 509">
              <a:extLst>
                <a:ext uri="{FF2B5EF4-FFF2-40B4-BE49-F238E27FC236}">
                  <a16:creationId xmlns:a16="http://schemas.microsoft.com/office/drawing/2014/main" id="{54A87E8B-AAA2-456E-A251-C59DC7C6B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688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0" name="Freeform 510">
              <a:extLst>
                <a:ext uri="{FF2B5EF4-FFF2-40B4-BE49-F238E27FC236}">
                  <a16:creationId xmlns:a16="http://schemas.microsoft.com/office/drawing/2014/main" id="{49585951-A394-4847-83EC-D26CA66E1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3168"/>
              <a:ext cx="121" cy="119"/>
            </a:xfrm>
            <a:custGeom>
              <a:avLst/>
              <a:gdLst>
                <a:gd name="T0" fmla="*/ 127 w 119"/>
                <a:gd name="T1" fmla="*/ 53 h 118"/>
                <a:gd name="T2" fmla="*/ 72 w 119"/>
                <a:gd name="T3" fmla="*/ 121 h 118"/>
                <a:gd name="T4" fmla="*/ 4 w 119"/>
                <a:gd name="T5" fmla="*/ 72 h 118"/>
                <a:gd name="T6" fmla="*/ 59 w 119"/>
                <a:gd name="T7" fmla="*/ 4 h 118"/>
                <a:gd name="T8" fmla="*/ 127 w 119"/>
                <a:gd name="T9" fmla="*/ 5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8">
                  <a:moveTo>
                    <a:pt x="115" y="53"/>
                  </a:moveTo>
                  <a:cubicBezTo>
                    <a:pt x="119" y="83"/>
                    <a:pt x="97" y="111"/>
                    <a:pt x="66" y="115"/>
                  </a:cubicBezTo>
                  <a:cubicBezTo>
                    <a:pt x="35" y="118"/>
                    <a:pt x="8" y="97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1" name="Freeform 511">
              <a:extLst>
                <a:ext uri="{FF2B5EF4-FFF2-40B4-BE49-F238E27FC236}">
                  <a16:creationId xmlns:a16="http://schemas.microsoft.com/office/drawing/2014/main" id="{1CA3F80D-397E-405B-83C6-A6F1273FC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3168"/>
              <a:ext cx="121" cy="119"/>
            </a:xfrm>
            <a:custGeom>
              <a:avLst/>
              <a:gdLst>
                <a:gd name="T0" fmla="*/ 127 w 119"/>
                <a:gd name="T1" fmla="*/ 53 h 118"/>
                <a:gd name="T2" fmla="*/ 72 w 119"/>
                <a:gd name="T3" fmla="*/ 121 h 118"/>
                <a:gd name="T4" fmla="*/ 4 w 119"/>
                <a:gd name="T5" fmla="*/ 72 h 118"/>
                <a:gd name="T6" fmla="*/ 59 w 119"/>
                <a:gd name="T7" fmla="*/ 4 h 118"/>
                <a:gd name="T8" fmla="*/ 127 w 119"/>
                <a:gd name="T9" fmla="*/ 5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8">
                  <a:moveTo>
                    <a:pt x="115" y="53"/>
                  </a:moveTo>
                  <a:cubicBezTo>
                    <a:pt x="119" y="83"/>
                    <a:pt x="97" y="111"/>
                    <a:pt x="66" y="115"/>
                  </a:cubicBezTo>
                  <a:cubicBezTo>
                    <a:pt x="35" y="118"/>
                    <a:pt x="8" y="97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2" name="Freeform 512">
              <a:extLst>
                <a:ext uri="{FF2B5EF4-FFF2-40B4-BE49-F238E27FC236}">
                  <a16:creationId xmlns:a16="http://schemas.microsoft.com/office/drawing/2014/main" id="{095528F1-A325-448F-9199-CB1060FF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3185"/>
              <a:ext cx="67" cy="67"/>
            </a:xfrm>
            <a:custGeom>
              <a:avLst/>
              <a:gdLst>
                <a:gd name="T0" fmla="*/ 65 w 67"/>
                <a:gd name="T1" fmla="*/ 30 h 66"/>
                <a:gd name="T2" fmla="*/ 37 w 67"/>
                <a:gd name="T3" fmla="*/ 70 h 66"/>
                <a:gd name="T4" fmla="*/ 2 w 67"/>
                <a:gd name="T5" fmla="*/ 43 h 66"/>
                <a:gd name="T6" fmla="*/ 30 w 67"/>
                <a:gd name="T7" fmla="*/ 2 h 66"/>
                <a:gd name="T8" fmla="*/ 65 w 67"/>
                <a:gd name="T9" fmla="*/ 3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6">
                  <a:moveTo>
                    <a:pt x="65" y="30"/>
                  </a:moveTo>
                  <a:cubicBezTo>
                    <a:pt x="67" y="47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20"/>
                    <a:pt x="13" y="4"/>
                    <a:pt x="30" y="2"/>
                  </a:cubicBezTo>
                  <a:cubicBezTo>
                    <a:pt x="47" y="0"/>
                    <a:pt x="63" y="12"/>
                    <a:pt x="65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3" name="Freeform 513">
              <a:extLst>
                <a:ext uri="{FF2B5EF4-FFF2-40B4-BE49-F238E27FC236}">
                  <a16:creationId xmlns:a16="http://schemas.microsoft.com/office/drawing/2014/main" id="{557643B1-9A27-4ACB-91F9-1CC123EF5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197"/>
              <a:ext cx="22" cy="23"/>
            </a:xfrm>
            <a:custGeom>
              <a:avLst/>
              <a:gdLst>
                <a:gd name="T0" fmla="*/ 22 w 22"/>
                <a:gd name="T1" fmla="*/ 10 h 22"/>
                <a:gd name="T2" fmla="*/ 12 w 22"/>
                <a:gd name="T3" fmla="*/ 28 h 22"/>
                <a:gd name="T4" fmla="*/ 0 w 22"/>
                <a:gd name="T5" fmla="*/ 18 h 22"/>
                <a:gd name="T6" fmla="*/ 10 w 22"/>
                <a:gd name="T7" fmla="*/ 1 h 22"/>
                <a:gd name="T8" fmla="*/ 22 w 22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2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6" y="22"/>
                    <a:pt x="1" y="18"/>
                    <a:pt x="0" y="12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4" name="Freeform 514">
              <a:extLst>
                <a:ext uri="{FF2B5EF4-FFF2-40B4-BE49-F238E27FC236}">
                  <a16:creationId xmlns:a16="http://schemas.microsoft.com/office/drawing/2014/main" id="{01D1D715-1B36-4999-8838-CCD4F0605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3210"/>
              <a:ext cx="61" cy="70"/>
            </a:xfrm>
            <a:custGeom>
              <a:avLst/>
              <a:gdLst>
                <a:gd name="T0" fmla="*/ 50 w 60"/>
                <a:gd name="T1" fmla="*/ 0 h 70"/>
                <a:gd name="T2" fmla="*/ 0 w 60"/>
                <a:gd name="T3" fmla="*/ 70 h 70"/>
                <a:gd name="T4" fmla="*/ 50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9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5" name="Freeform 515">
              <a:extLst>
                <a:ext uri="{FF2B5EF4-FFF2-40B4-BE49-F238E27FC236}">
                  <a16:creationId xmlns:a16="http://schemas.microsoft.com/office/drawing/2014/main" id="{09506E38-4123-4A35-B711-EEC61678E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3544"/>
              <a:ext cx="119" cy="119"/>
            </a:xfrm>
            <a:custGeom>
              <a:avLst/>
              <a:gdLst>
                <a:gd name="T0" fmla="*/ 120 w 118"/>
                <a:gd name="T1" fmla="*/ 52 h 118"/>
                <a:gd name="T2" fmla="*/ 71 w 118"/>
                <a:gd name="T3" fmla="*/ 121 h 118"/>
                <a:gd name="T4" fmla="*/ 3 w 118"/>
                <a:gd name="T5" fmla="*/ 72 h 118"/>
                <a:gd name="T6" fmla="*/ 52 w 118"/>
                <a:gd name="T7" fmla="*/ 4 h 118"/>
                <a:gd name="T8" fmla="*/ 120 w 118"/>
                <a:gd name="T9" fmla="*/ 52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5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6" name="Freeform 516">
              <a:extLst>
                <a:ext uri="{FF2B5EF4-FFF2-40B4-BE49-F238E27FC236}">
                  <a16:creationId xmlns:a16="http://schemas.microsoft.com/office/drawing/2014/main" id="{8E745239-3307-44B7-81A4-12858DB78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3544"/>
              <a:ext cx="119" cy="119"/>
            </a:xfrm>
            <a:custGeom>
              <a:avLst/>
              <a:gdLst>
                <a:gd name="T0" fmla="*/ 120 w 118"/>
                <a:gd name="T1" fmla="*/ 52 h 118"/>
                <a:gd name="T2" fmla="*/ 71 w 118"/>
                <a:gd name="T3" fmla="*/ 121 h 118"/>
                <a:gd name="T4" fmla="*/ 3 w 118"/>
                <a:gd name="T5" fmla="*/ 72 h 118"/>
                <a:gd name="T6" fmla="*/ 52 w 118"/>
                <a:gd name="T7" fmla="*/ 4 h 118"/>
                <a:gd name="T8" fmla="*/ 120 w 118"/>
                <a:gd name="T9" fmla="*/ 52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5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7" name="Freeform 517">
              <a:extLst>
                <a:ext uri="{FF2B5EF4-FFF2-40B4-BE49-F238E27FC236}">
                  <a16:creationId xmlns:a16="http://schemas.microsoft.com/office/drawing/2014/main" id="{3693B7CA-E3D2-46F3-A900-80E3970AB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3561"/>
              <a:ext cx="67" cy="67"/>
            </a:xfrm>
            <a:custGeom>
              <a:avLst/>
              <a:gdLst>
                <a:gd name="T0" fmla="*/ 70 w 66"/>
                <a:gd name="T1" fmla="*/ 29 h 66"/>
                <a:gd name="T2" fmla="*/ 43 w 66"/>
                <a:gd name="T3" fmla="*/ 70 h 66"/>
                <a:gd name="T4" fmla="*/ 2 w 66"/>
                <a:gd name="T5" fmla="*/ 43 h 66"/>
                <a:gd name="T6" fmla="*/ 29 w 66"/>
                <a:gd name="T7" fmla="*/ 2 h 66"/>
                <a:gd name="T8" fmla="*/ 70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19" y="66"/>
                    <a:pt x="4" y="54"/>
                    <a:pt x="2" y="37"/>
                  </a:cubicBezTo>
                  <a:cubicBezTo>
                    <a:pt x="0" y="19"/>
                    <a:pt x="12" y="4"/>
                    <a:pt x="29" y="2"/>
                  </a:cubicBezTo>
                  <a:cubicBezTo>
                    <a:pt x="46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8" name="Freeform 518">
              <a:extLst>
                <a:ext uri="{FF2B5EF4-FFF2-40B4-BE49-F238E27FC236}">
                  <a16:creationId xmlns:a16="http://schemas.microsoft.com/office/drawing/2014/main" id="{7836DDF1-43AC-4A5C-B720-04D9AAE12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573"/>
              <a:ext cx="24" cy="23"/>
            </a:xfrm>
            <a:custGeom>
              <a:avLst/>
              <a:gdLst>
                <a:gd name="T0" fmla="*/ 28 w 23"/>
                <a:gd name="T1" fmla="*/ 10 h 22"/>
                <a:gd name="T2" fmla="*/ 19 w 23"/>
                <a:gd name="T3" fmla="*/ 27 h 22"/>
                <a:gd name="T4" fmla="*/ 1 w 23"/>
                <a:gd name="T5" fmla="*/ 18 h 22"/>
                <a:gd name="T6" fmla="*/ 10 w 23"/>
                <a:gd name="T7" fmla="*/ 0 h 22"/>
                <a:gd name="T8" fmla="*/ 28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0"/>
                  </a:moveTo>
                  <a:cubicBezTo>
                    <a:pt x="23" y="15"/>
                    <a:pt x="19" y="21"/>
                    <a:pt x="13" y="21"/>
                  </a:cubicBezTo>
                  <a:cubicBezTo>
                    <a:pt x="7" y="22"/>
                    <a:pt x="2" y="18"/>
                    <a:pt x="1" y="12"/>
                  </a:cubicBezTo>
                  <a:cubicBezTo>
                    <a:pt x="0" y="6"/>
                    <a:pt x="4" y="1"/>
                    <a:pt x="10" y="0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9" name="Freeform 519">
              <a:extLst>
                <a:ext uri="{FF2B5EF4-FFF2-40B4-BE49-F238E27FC236}">
                  <a16:creationId xmlns:a16="http://schemas.microsoft.com/office/drawing/2014/main" id="{3D14414B-C566-4884-B262-935DB82FD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586"/>
              <a:ext cx="62" cy="70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0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8" name="Enveloped-hepatitis-virus-structural-diagram">
            <a:extLst>
              <a:ext uri="{FF2B5EF4-FFF2-40B4-BE49-F238E27FC236}">
                <a16:creationId xmlns:a16="http://schemas.microsoft.com/office/drawing/2014/main" id="{1FC950CF-46D4-4755-BC1B-748EB12F6556}"/>
              </a:ext>
            </a:extLst>
          </p:cNvPr>
          <p:cNvGrpSpPr>
            <a:grpSpLocks/>
          </p:cNvGrpSpPr>
          <p:nvPr/>
        </p:nvGrpSpPr>
        <p:grpSpPr bwMode="auto">
          <a:xfrm>
            <a:off x="4705350" y="1143000"/>
            <a:ext cx="3000375" cy="3049588"/>
            <a:chOff x="2004" y="720"/>
            <a:chExt cx="1890" cy="1921"/>
          </a:xfrm>
        </p:grpSpPr>
        <p:grpSp>
          <p:nvGrpSpPr>
            <p:cNvPr id="32128" name="Group 521">
              <a:extLst>
                <a:ext uri="{FF2B5EF4-FFF2-40B4-BE49-F238E27FC236}">
                  <a16:creationId xmlns:a16="http://schemas.microsoft.com/office/drawing/2014/main" id="{3219DA08-56B9-4FB1-8C7F-2E2F0C042F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87" y="860"/>
              <a:ext cx="1724" cy="1714"/>
              <a:chOff x="2087" y="860"/>
              <a:chExt cx="1724" cy="1714"/>
            </a:xfrm>
          </p:grpSpPr>
          <p:sp>
            <p:nvSpPr>
              <p:cNvPr id="33454" name="Freeform 522">
                <a:extLst>
                  <a:ext uri="{FF2B5EF4-FFF2-40B4-BE49-F238E27FC236}">
                    <a16:creationId xmlns:a16="http://schemas.microsoft.com/office/drawing/2014/main" id="{0CB5184F-5C0C-4A0D-A865-11F19BF2A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010"/>
                <a:ext cx="121" cy="122"/>
              </a:xfrm>
              <a:custGeom>
                <a:avLst/>
                <a:gdLst>
                  <a:gd name="T0" fmla="*/ 127 w 119"/>
                  <a:gd name="T1" fmla="*/ 59 h 119"/>
                  <a:gd name="T2" fmla="*/ 72 w 119"/>
                  <a:gd name="T3" fmla="*/ 133 h 119"/>
                  <a:gd name="T4" fmla="*/ 4 w 119"/>
                  <a:gd name="T5" fmla="*/ 78 h 119"/>
                  <a:gd name="T6" fmla="*/ 59 w 119"/>
                  <a:gd name="T7" fmla="*/ 4 h 119"/>
                  <a:gd name="T8" fmla="*/ 127 w 119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9">
                    <a:moveTo>
                      <a:pt x="115" y="53"/>
                    </a:moveTo>
                    <a:cubicBezTo>
                      <a:pt x="119" y="84"/>
                      <a:pt x="97" y="111"/>
                      <a:pt x="66" y="115"/>
                    </a:cubicBezTo>
                    <a:cubicBezTo>
                      <a:pt x="36" y="119"/>
                      <a:pt x="8" y="97"/>
                      <a:pt x="4" y="66"/>
                    </a:cubicBezTo>
                    <a:cubicBezTo>
                      <a:pt x="0" y="36"/>
                      <a:pt x="22" y="8"/>
                      <a:pt x="53" y="4"/>
                    </a:cubicBezTo>
                    <a:cubicBezTo>
                      <a:pt x="84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5" name="Freeform 523">
                <a:extLst>
                  <a:ext uri="{FF2B5EF4-FFF2-40B4-BE49-F238E27FC236}">
                    <a16:creationId xmlns:a16="http://schemas.microsoft.com/office/drawing/2014/main" id="{556DCC3D-7EAD-4515-955B-F588C4830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010"/>
                <a:ext cx="121" cy="122"/>
              </a:xfrm>
              <a:custGeom>
                <a:avLst/>
                <a:gdLst>
                  <a:gd name="T0" fmla="*/ 127 w 119"/>
                  <a:gd name="T1" fmla="*/ 59 h 119"/>
                  <a:gd name="T2" fmla="*/ 72 w 119"/>
                  <a:gd name="T3" fmla="*/ 133 h 119"/>
                  <a:gd name="T4" fmla="*/ 4 w 119"/>
                  <a:gd name="T5" fmla="*/ 78 h 119"/>
                  <a:gd name="T6" fmla="*/ 59 w 119"/>
                  <a:gd name="T7" fmla="*/ 4 h 119"/>
                  <a:gd name="T8" fmla="*/ 127 w 119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9">
                    <a:moveTo>
                      <a:pt x="115" y="53"/>
                    </a:moveTo>
                    <a:cubicBezTo>
                      <a:pt x="119" y="84"/>
                      <a:pt x="97" y="111"/>
                      <a:pt x="66" y="115"/>
                    </a:cubicBezTo>
                    <a:cubicBezTo>
                      <a:pt x="36" y="119"/>
                      <a:pt x="8" y="97"/>
                      <a:pt x="4" y="66"/>
                    </a:cubicBezTo>
                    <a:cubicBezTo>
                      <a:pt x="0" y="36"/>
                      <a:pt x="22" y="8"/>
                      <a:pt x="53" y="4"/>
                    </a:cubicBezTo>
                    <a:cubicBezTo>
                      <a:pt x="84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6" name="Freeform 524">
                <a:extLst>
                  <a:ext uri="{FF2B5EF4-FFF2-40B4-BE49-F238E27FC236}">
                    <a16:creationId xmlns:a16="http://schemas.microsoft.com/office/drawing/2014/main" id="{0F8A898B-5E4D-4718-A70E-C58B2663F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027"/>
                <a:ext cx="68" cy="69"/>
              </a:xfrm>
              <a:custGeom>
                <a:avLst/>
                <a:gdLst>
                  <a:gd name="T0" fmla="*/ 71 w 67"/>
                  <a:gd name="T1" fmla="*/ 36 h 67"/>
                  <a:gd name="T2" fmla="*/ 43 w 67"/>
                  <a:gd name="T3" fmla="*/ 77 h 67"/>
                  <a:gd name="T4" fmla="*/ 3 w 67"/>
                  <a:gd name="T5" fmla="*/ 43 h 67"/>
                  <a:gd name="T6" fmla="*/ 30 w 67"/>
                  <a:gd name="T7" fmla="*/ 2 h 67"/>
                  <a:gd name="T8" fmla="*/ 71 w 67"/>
                  <a:gd name="T9" fmla="*/ 3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5" y="30"/>
                    </a:moveTo>
                    <a:cubicBezTo>
                      <a:pt x="67" y="47"/>
                      <a:pt x="55" y="63"/>
                      <a:pt x="37" y="65"/>
                    </a:cubicBezTo>
                    <a:cubicBezTo>
                      <a:pt x="20" y="67"/>
                      <a:pt x="5" y="54"/>
                      <a:pt x="3" y="37"/>
                    </a:cubicBezTo>
                    <a:cubicBezTo>
                      <a:pt x="0" y="20"/>
                      <a:pt x="13" y="4"/>
                      <a:pt x="30" y="2"/>
                    </a:cubicBezTo>
                    <a:cubicBezTo>
                      <a:pt x="47" y="0"/>
                      <a:pt x="63" y="13"/>
                      <a:pt x="65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7" name="Freeform 525">
                <a:extLst>
                  <a:ext uri="{FF2B5EF4-FFF2-40B4-BE49-F238E27FC236}">
                    <a16:creationId xmlns:a16="http://schemas.microsoft.com/office/drawing/2014/main" id="{359589F8-E109-4ACD-8E64-9060F5CBA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040"/>
                <a:ext cx="24" cy="23"/>
              </a:xfrm>
              <a:custGeom>
                <a:avLst/>
                <a:gdLst>
                  <a:gd name="T0" fmla="*/ 28 w 23"/>
                  <a:gd name="T1" fmla="*/ 10 h 23"/>
                  <a:gd name="T2" fmla="*/ 19 w 23"/>
                  <a:gd name="T3" fmla="*/ 22 h 23"/>
                  <a:gd name="T4" fmla="*/ 1 w 23"/>
                  <a:gd name="T5" fmla="*/ 13 h 23"/>
                  <a:gd name="T6" fmla="*/ 10 w 23"/>
                  <a:gd name="T7" fmla="*/ 1 h 23"/>
                  <a:gd name="T8" fmla="*/ 28 w 23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2" y="10"/>
                    </a:moveTo>
                    <a:cubicBezTo>
                      <a:pt x="23" y="16"/>
                      <a:pt x="18" y="21"/>
                      <a:pt x="13" y="22"/>
                    </a:cubicBezTo>
                    <a:cubicBezTo>
                      <a:pt x="7" y="23"/>
                      <a:pt x="1" y="18"/>
                      <a:pt x="1" y="13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8" name="Freeform 526">
                <a:extLst>
                  <a:ext uri="{FF2B5EF4-FFF2-40B4-BE49-F238E27FC236}">
                    <a16:creationId xmlns:a16="http://schemas.microsoft.com/office/drawing/2014/main" id="{00355568-9C04-4B9E-93F3-153F6F718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053"/>
                <a:ext cx="62" cy="71"/>
              </a:xfrm>
              <a:custGeom>
                <a:avLst/>
                <a:gdLst>
                  <a:gd name="T0" fmla="*/ 50 w 61"/>
                  <a:gd name="T1" fmla="*/ 0 h 70"/>
                  <a:gd name="T2" fmla="*/ 0 w 61"/>
                  <a:gd name="T3" fmla="*/ 76 h 70"/>
                  <a:gd name="T4" fmla="*/ 50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4" y="0"/>
                    </a:moveTo>
                    <a:cubicBezTo>
                      <a:pt x="44" y="0"/>
                      <a:pt x="61" y="60"/>
                      <a:pt x="0" y="70"/>
                    </a:cubicBezTo>
                    <a:cubicBezTo>
                      <a:pt x="0" y="70"/>
                      <a:pt x="49" y="58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9" name="Freeform 527">
                <a:extLst>
                  <a:ext uri="{FF2B5EF4-FFF2-40B4-BE49-F238E27FC236}">
                    <a16:creationId xmlns:a16="http://schemas.microsoft.com/office/drawing/2014/main" id="{DCFCC692-361C-48F1-806C-835E43915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090"/>
                <a:ext cx="121" cy="121"/>
              </a:xfrm>
              <a:custGeom>
                <a:avLst/>
                <a:gdLst>
                  <a:gd name="T0" fmla="*/ 133 w 118"/>
                  <a:gd name="T1" fmla="*/ 59 h 119"/>
                  <a:gd name="T2" fmla="*/ 78 w 118"/>
                  <a:gd name="T3" fmla="*/ 127 h 119"/>
                  <a:gd name="T4" fmla="*/ 4 w 118"/>
                  <a:gd name="T5" fmla="*/ 72 h 119"/>
                  <a:gd name="T6" fmla="*/ 59 w 118"/>
                  <a:gd name="T7" fmla="*/ 4 h 119"/>
                  <a:gd name="T8" fmla="*/ 133 w 118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5" y="53"/>
                    </a:moveTo>
                    <a:cubicBezTo>
                      <a:pt x="118" y="84"/>
                      <a:pt x="96" y="111"/>
                      <a:pt x="66" y="115"/>
                    </a:cubicBezTo>
                    <a:cubicBezTo>
                      <a:pt x="35" y="119"/>
                      <a:pt x="7" y="97"/>
                      <a:pt x="4" y="66"/>
                    </a:cubicBezTo>
                    <a:cubicBezTo>
                      <a:pt x="0" y="36"/>
                      <a:pt x="22" y="8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0" name="Freeform 528">
                <a:extLst>
                  <a:ext uri="{FF2B5EF4-FFF2-40B4-BE49-F238E27FC236}">
                    <a16:creationId xmlns:a16="http://schemas.microsoft.com/office/drawing/2014/main" id="{B9DD2C49-3F43-455D-B5E3-22DBD323A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090"/>
                <a:ext cx="121" cy="121"/>
              </a:xfrm>
              <a:custGeom>
                <a:avLst/>
                <a:gdLst>
                  <a:gd name="T0" fmla="*/ 133 w 118"/>
                  <a:gd name="T1" fmla="*/ 59 h 119"/>
                  <a:gd name="T2" fmla="*/ 78 w 118"/>
                  <a:gd name="T3" fmla="*/ 127 h 119"/>
                  <a:gd name="T4" fmla="*/ 4 w 118"/>
                  <a:gd name="T5" fmla="*/ 72 h 119"/>
                  <a:gd name="T6" fmla="*/ 59 w 118"/>
                  <a:gd name="T7" fmla="*/ 4 h 119"/>
                  <a:gd name="T8" fmla="*/ 133 w 118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5" y="53"/>
                    </a:moveTo>
                    <a:cubicBezTo>
                      <a:pt x="118" y="84"/>
                      <a:pt x="96" y="111"/>
                      <a:pt x="66" y="115"/>
                    </a:cubicBezTo>
                    <a:cubicBezTo>
                      <a:pt x="35" y="119"/>
                      <a:pt x="7" y="97"/>
                      <a:pt x="4" y="66"/>
                    </a:cubicBezTo>
                    <a:cubicBezTo>
                      <a:pt x="0" y="36"/>
                      <a:pt x="22" y="8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1" name="Freeform 529">
                <a:extLst>
                  <a:ext uri="{FF2B5EF4-FFF2-40B4-BE49-F238E27FC236}">
                    <a16:creationId xmlns:a16="http://schemas.microsoft.com/office/drawing/2014/main" id="{F55DA898-AF58-43D9-A867-60031177D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107"/>
                <a:ext cx="68" cy="68"/>
              </a:xfrm>
              <a:custGeom>
                <a:avLst/>
                <a:gdLst>
                  <a:gd name="T0" fmla="*/ 76 w 66"/>
                  <a:gd name="T1" fmla="*/ 30 h 67"/>
                  <a:gd name="T2" fmla="*/ 43 w 66"/>
                  <a:gd name="T3" fmla="*/ 71 h 67"/>
                  <a:gd name="T4" fmla="*/ 2 w 66"/>
                  <a:gd name="T5" fmla="*/ 43 h 67"/>
                  <a:gd name="T6" fmla="*/ 35 w 66"/>
                  <a:gd name="T7" fmla="*/ 2 h 67"/>
                  <a:gd name="T8" fmla="*/ 76 w 66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64" y="30"/>
                    </a:moveTo>
                    <a:cubicBezTo>
                      <a:pt x="66" y="47"/>
                      <a:pt x="54" y="63"/>
                      <a:pt x="37" y="65"/>
                    </a:cubicBezTo>
                    <a:cubicBezTo>
                      <a:pt x="20" y="67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7" y="0"/>
                      <a:pt x="62" y="13"/>
                      <a:pt x="64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2" name="Freeform 530">
                <a:extLst>
                  <a:ext uri="{FF2B5EF4-FFF2-40B4-BE49-F238E27FC236}">
                    <a16:creationId xmlns:a16="http://schemas.microsoft.com/office/drawing/2014/main" id="{0161AB85-B9F1-459B-9402-37DE20F3F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119"/>
                <a:ext cx="23" cy="24"/>
              </a:xfrm>
              <a:custGeom>
                <a:avLst/>
                <a:gdLst>
                  <a:gd name="T0" fmla="*/ 22 w 23"/>
                  <a:gd name="T1" fmla="*/ 10 h 23"/>
                  <a:gd name="T2" fmla="*/ 13 w 23"/>
                  <a:gd name="T3" fmla="*/ 28 h 23"/>
                  <a:gd name="T4" fmla="*/ 1 w 23"/>
                  <a:gd name="T5" fmla="*/ 19 h 23"/>
                  <a:gd name="T6" fmla="*/ 10 w 23"/>
                  <a:gd name="T7" fmla="*/ 1 h 23"/>
                  <a:gd name="T8" fmla="*/ 22 w 23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2" y="10"/>
                    </a:moveTo>
                    <a:cubicBezTo>
                      <a:pt x="23" y="16"/>
                      <a:pt x="19" y="21"/>
                      <a:pt x="13" y="22"/>
                    </a:cubicBezTo>
                    <a:cubicBezTo>
                      <a:pt x="7" y="23"/>
                      <a:pt x="2" y="18"/>
                      <a:pt x="1" y="13"/>
                    </a:cubicBezTo>
                    <a:cubicBezTo>
                      <a:pt x="0" y="7"/>
                      <a:pt x="5" y="1"/>
                      <a:pt x="10" y="1"/>
                    </a:cubicBezTo>
                    <a:cubicBezTo>
                      <a:pt x="16" y="0"/>
                      <a:pt x="22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3" name="Freeform 531">
                <a:extLst>
                  <a:ext uri="{FF2B5EF4-FFF2-40B4-BE49-F238E27FC236}">
                    <a16:creationId xmlns:a16="http://schemas.microsoft.com/office/drawing/2014/main" id="{0D766C42-960E-4042-B736-D22B89007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132"/>
                <a:ext cx="63" cy="72"/>
              </a:xfrm>
              <a:custGeom>
                <a:avLst/>
                <a:gdLst>
                  <a:gd name="T0" fmla="*/ 56 w 61"/>
                  <a:gd name="T1" fmla="*/ 0 h 70"/>
                  <a:gd name="T2" fmla="*/ 0 w 61"/>
                  <a:gd name="T3" fmla="*/ 82 h 70"/>
                  <a:gd name="T4" fmla="*/ 56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8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4" name="Freeform 532">
                <a:extLst>
                  <a:ext uri="{FF2B5EF4-FFF2-40B4-BE49-F238E27FC236}">
                    <a16:creationId xmlns:a16="http://schemas.microsoft.com/office/drawing/2014/main" id="{CC8AC8E3-295F-4F5E-9222-7E8A53F4D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338"/>
                <a:ext cx="122" cy="120"/>
              </a:xfrm>
              <a:custGeom>
                <a:avLst/>
                <a:gdLst>
                  <a:gd name="T0" fmla="*/ 133 w 119"/>
                  <a:gd name="T1" fmla="*/ 59 h 118"/>
                  <a:gd name="T2" fmla="*/ 78 w 119"/>
                  <a:gd name="T3" fmla="*/ 127 h 118"/>
                  <a:gd name="T4" fmla="*/ 4 w 119"/>
                  <a:gd name="T5" fmla="*/ 72 h 118"/>
                  <a:gd name="T6" fmla="*/ 59 w 119"/>
                  <a:gd name="T7" fmla="*/ 4 h 118"/>
                  <a:gd name="T8" fmla="*/ 133 w 119"/>
                  <a:gd name="T9" fmla="*/ 59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3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5" y="118"/>
                      <a:pt x="8" y="96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4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5" name="Freeform 533">
                <a:extLst>
                  <a:ext uri="{FF2B5EF4-FFF2-40B4-BE49-F238E27FC236}">
                    <a16:creationId xmlns:a16="http://schemas.microsoft.com/office/drawing/2014/main" id="{54CD0362-8CCC-4573-B6D1-E6FB73300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338"/>
                <a:ext cx="122" cy="120"/>
              </a:xfrm>
              <a:custGeom>
                <a:avLst/>
                <a:gdLst>
                  <a:gd name="T0" fmla="*/ 133 w 119"/>
                  <a:gd name="T1" fmla="*/ 59 h 118"/>
                  <a:gd name="T2" fmla="*/ 78 w 119"/>
                  <a:gd name="T3" fmla="*/ 127 h 118"/>
                  <a:gd name="T4" fmla="*/ 4 w 119"/>
                  <a:gd name="T5" fmla="*/ 72 h 118"/>
                  <a:gd name="T6" fmla="*/ 59 w 119"/>
                  <a:gd name="T7" fmla="*/ 4 h 118"/>
                  <a:gd name="T8" fmla="*/ 133 w 119"/>
                  <a:gd name="T9" fmla="*/ 59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3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5" y="118"/>
                      <a:pt x="8" y="96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4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6" name="Freeform 534">
                <a:extLst>
                  <a:ext uri="{FF2B5EF4-FFF2-40B4-BE49-F238E27FC236}">
                    <a16:creationId xmlns:a16="http://schemas.microsoft.com/office/drawing/2014/main" id="{C064EA86-3957-49F1-9FC5-A7A70A68B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355"/>
                <a:ext cx="68" cy="67"/>
              </a:xfrm>
              <a:custGeom>
                <a:avLst/>
                <a:gdLst>
                  <a:gd name="T0" fmla="*/ 71 w 67"/>
                  <a:gd name="T1" fmla="*/ 29 h 66"/>
                  <a:gd name="T2" fmla="*/ 43 w 67"/>
                  <a:gd name="T3" fmla="*/ 70 h 66"/>
                  <a:gd name="T4" fmla="*/ 2 w 67"/>
                  <a:gd name="T5" fmla="*/ 43 h 66"/>
                  <a:gd name="T6" fmla="*/ 30 w 67"/>
                  <a:gd name="T7" fmla="*/ 2 h 66"/>
                  <a:gd name="T8" fmla="*/ 71 w 67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5" y="29"/>
                    </a:moveTo>
                    <a:cubicBezTo>
                      <a:pt x="67" y="47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20"/>
                      <a:pt x="13" y="4"/>
                      <a:pt x="30" y="2"/>
                    </a:cubicBezTo>
                    <a:cubicBezTo>
                      <a:pt x="47" y="0"/>
                      <a:pt x="63" y="12"/>
                      <a:pt x="65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7" name="Freeform 535">
                <a:extLst>
                  <a:ext uri="{FF2B5EF4-FFF2-40B4-BE49-F238E27FC236}">
                    <a16:creationId xmlns:a16="http://schemas.microsoft.com/office/drawing/2014/main" id="{5FC73D0B-2811-42C7-B869-EC5BF7C3B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367"/>
                <a:ext cx="22" cy="23"/>
              </a:xfrm>
              <a:custGeom>
                <a:avLst/>
                <a:gdLst>
                  <a:gd name="T0" fmla="*/ 22 w 22"/>
                  <a:gd name="T1" fmla="*/ 10 h 22"/>
                  <a:gd name="T2" fmla="*/ 12 w 22"/>
                  <a:gd name="T3" fmla="*/ 28 h 22"/>
                  <a:gd name="T4" fmla="*/ 1 w 22"/>
                  <a:gd name="T5" fmla="*/ 18 h 22"/>
                  <a:gd name="T6" fmla="*/ 10 w 22"/>
                  <a:gd name="T7" fmla="*/ 0 h 22"/>
                  <a:gd name="T8" fmla="*/ 22 w 22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2" y="10"/>
                    </a:moveTo>
                    <a:cubicBezTo>
                      <a:pt x="22" y="16"/>
                      <a:pt x="18" y="21"/>
                      <a:pt x="12" y="22"/>
                    </a:cubicBezTo>
                    <a:cubicBezTo>
                      <a:pt x="7" y="22"/>
                      <a:pt x="1" y="18"/>
                      <a:pt x="1" y="12"/>
                    </a:cubicBezTo>
                    <a:cubicBezTo>
                      <a:pt x="0" y="6"/>
                      <a:pt x="4" y="1"/>
                      <a:pt x="10" y="0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8" name="Freeform 536">
                <a:extLst>
                  <a:ext uri="{FF2B5EF4-FFF2-40B4-BE49-F238E27FC236}">
                    <a16:creationId xmlns:a16="http://schemas.microsoft.com/office/drawing/2014/main" id="{F53B64A8-86AF-4B24-858F-AA7D3D7DB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380"/>
                <a:ext cx="62" cy="71"/>
              </a:xfrm>
              <a:custGeom>
                <a:avLst/>
                <a:gdLst>
                  <a:gd name="T0" fmla="*/ 50 w 61"/>
                  <a:gd name="T1" fmla="*/ 0 h 70"/>
                  <a:gd name="T2" fmla="*/ 0 w 61"/>
                  <a:gd name="T3" fmla="*/ 76 h 70"/>
                  <a:gd name="T4" fmla="*/ 50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4" y="0"/>
                    </a:moveTo>
                    <a:cubicBezTo>
                      <a:pt x="44" y="0"/>
                      <a:pt x="61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9" name="Freeform 537">
                <a:extLst>
                  <a:ext uri="{FF2B5EF4-FFF2-40B4-BE49-F238E27FC236}">
                    <a16:creationId xmlns:a16="http://schemas.microsoft.com/office/drawing/2014/main" id="{D19223F4-9836-44C0-B15A-2033A7CFC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374"/>
                <a:ext cx="121" cy="122"/>
              </a:xfrm>
              <a:custGeom>
                <a:avLst/>
                <a:gdLst>
                  <a:gd name="T0" fmla="*/ 127 w 119"/>
                  <a:gd name="T1" fmla="*/ 59 h 119"/>
                  <a:gd name="T2" fmla="*/ 72 w 119"/>
                  <a:gd name="T3" fmla="*/ 133 h 119"/>
                  <a:gd name="T4" fmla="*/ 4 w 119"/>
                  <a:gd name="T5" fmla="*/ 78 h 119"/>
                  <a:gd name="T6" fmla="*/ 59 w 119"/>
                  <a:gd name="T7" fmla="*/ 4 h 119"/>
                  <a:gd name="T8" fmla="*/ 127 w 119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9">
                    <a:moveTo>
                      <a:pt x="115" y="53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6" y="119"/>
                      <a:pt x="8" y="97"/>
                      <a:pt x="4" y="66"/>
                    </a:cubicBezTo>
                    <a:cubicBezTo>
                      <a:pt x="0" y="35"/>
                      <a:pt x="22" y="8"/>
                      <a:pt x="53" y="4"/>
                    </a:cubicBezTo>
                    <a:cubicBezTo>
                      <a:pt x="84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0" name="Freeform 538">
                <a:extLst>
                  <a:ext uri="{FF2B5EF4-FFF2-40B4-BE49-F238E27FC236}">
                    <a16:creationId xmlns:a16="http://schemas.microsoft.com/office/drawing/2014/main" id="{1B894600-3981-4520-99D9-9D0BDF75E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374"/>
                <a:ext cx="121" cy="122"/>
              </a:xfrm>
              <a:custGeom>
                <a:avLst/>
                <a:gdLst>
                  <a:gd name="T0" fmla="*/ 127 w 119"/>
                  <a:gd name="T1" fmla="*/ 59 h 119"/>
                  <a:gd name="T2" fmla="*/ 72 w 119"/>
                  <a:gd name="T3" fmla="*/ 133 h 119"/>
                  <a:gd name="T4" fmla="*/ 4 w 119"/>
                  <a:gd name="T5" fmla="*/ 78 h 119"/>
                  <a:gd name="T6" fmla="*/ 59 w 119"/>
                  <a:gd name="T7" fmla="*/ 4 h 119"/>
                  <a:gd name="T8" fmla="*/ 127 w 119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9">
                    <a:moveTo>
                      <a:pt x="115" y="53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6" y="119"/>
                      <a:pt x="8" y="97"/>
                      <a:pt x="4" y="66"/>
                    </a:cubicBezTo>
                    <a:cubicBezTo>
                      <a:pt x="0" y="35"/>
                      <a:pt x="22" y="8"/>
                      <a:pt x="53" y="4"/>
                    </a:cubicBezTo>
                    <a:cubicBezTo>
                      <a:pt x="84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1" name="Freeform 539">
                <a:extLst>
                  <a:ext uri="{FF2B5EF4-FFF2-40B4-BE49-F238E27FC236}">
                    <a16:creationId xmlns:a16="http://schemas.microsoft.com/office/drawing/2014/main" id="{8FAD4212-0452-415C-A36E-90F60FB33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392"/>
                <a:ext cx="69" cy="68"/>
              </a:xfrm>
              <a:custGeom>
                <a:avLst/>
                <a:gdLst>
                  <a:gd name="T0" fmla="*/ 77 w 67"/>
                  <a:gd name="T1" fmla="*/ 30 h 67"/>
                  <a:gd name="T2" fmla="*/ 43 w 67"/>
                  <a:gd name="T3" fmla="*/ 70 h 67"/>
                  <a:gd name="T4" fmla="*/ 2 w 67"/>
                  <a:gd name="T5" fmla="*/ 43 h 67"/>
                  <a:gd name="T6" fmla="*/ 36 w 67"/>
                  <a:gd name="T7" fmla="*/ 2 h 67"/>
                  <a:gd name="T8" fmla="*/ 77 w 67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5" y="30"/>
                    </a:moveTo>
                    <a:cubicBezTo>
                      <a:pt x="67" y="47"/>
                      <a:pt x="55" y="62"/>
                      <a:pt x="37" y="64"/>
                    </a:cubicBezTo>
                    <a:cubicBezTo>
                      <a:pt x="20" y="67"/>
                      <a:pt x="4" y="54"/>
                      <a:pt x="2" y="37"/>
                    </a:cubicBezTo>
                    <a:cubicBezTo>
                      <a:pt x="0" y="20"/>
                      <a:pt x="13" y="4"/>
                      <a:pt x="30" y="2"/>
                    </a:cubicBezTo>
                    <a:cubicBezTo>
                      <a:pt x="47" y="0"/>
                      <a:pt x="63" y="12"/>
                      <a:pt x="65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2" name="Freeform 540">
                <a:extLst>
                  <a:ext uri="{FF2B5EF4-FFF2-40B4-BE49-F238E27FC236}">
                    <a16:creationId xmlns:a16="http://schemas.microsoft.com/office/drawing/2014/main" id="{0286E949-1BA0-4B3C-B1B9-D61CB68DB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404"/>
                <a:ext cx="23" cy="23"/>
              </a:xfrm>
              <a:custGeom>
                <a:avLst/>
                <a:gdLst>
                  <a:gd name="T0" fmla="*/ 28 w 22"/>
                  <a:gd name="T1" fmla="*/ 10 h 22"/>
                  <a:gd name="T2" fmla="*/ 18 w 22"/>
                  <a:gd name="T3" fmla="*/ 28 h 22"/>
                  <a:gd name="T4" fmla="*/ 1 w 22"/>
                  <a:gd name="T5" fmla="*/ 18 h 22"/>
                  <a:gd name="T6" fmla="*/ 10 w 22"/>
                  <a:gd name="T7" fmla="*/ 1 h 22"/>
                  <a:gd name="T8" fmla="*/ 28 w 22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2" y="10"/>
                    </a:moveTo>
                    <a:cubicBezTo>
                      <a:pt x="22" y="16"/>
                      <a:pt x="18" y="21"/>
                      <a:pt x="12" y="22"/>
                    </a:cubicBezTo>
                    <a:cubicBezTo>
                      <a:pt x="7" y="22"/>
                      <a:pt x="1" y="18"/>
                      <a:pt x="1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3" name="Freeform 541">
                <a:extLst>
                  <a:ext uri="{FF2B5EF4-FFF2-40B4-BE49-F238E27FC236}">
                    <a16:creationId xmlns:a16="http://schemas.microsoft.com/office/drawing/2014/main" id="{99E18368-CCB0-4908-970F-7867AE772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416"/>
                <a:ext cx="63" cy="72"/>
              </a:xfrm>
              <a:custGeom>
                <a:avLst/>
                <a:gdLst>
                  <a:gd name="T0" fmla="*/ 54 w 61"/>
                  <a:gd name="T1" fmla="*/ 0 h 70"/>
                  <a:gd name="T2" fmla="*/ 0 w 61"/>
                  <a:gd name="T3" fmla="*/ 82 h 70"/>
                  <a:gd name="T4" fmla="*/ 54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4" y="0"/>
                    </a:moveTo>
                    <a:cubicBezTo>
                      <a:pt x="44" y="0"/>
                      <a:pt x="61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4" name="Freeform 542">
                <a:extLst>
                  <a:ext uri="{FF2B5EF4-FFF2-40B4-BE49-F238E27FC236}">
                    <a16:creationId xmlns:a16="http://schemas.microsoft.com/office/drawing/2014/main" id="{5AF584F3-69B8-4BD0-8581-DB626E9C7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983"/>
                <a:ext cx="122" cy="121"/>
              </a:xfrm>
              <a:custGeom>
                <a:avLst/>
                <a:gdLst>
                  <a:gd name="T0" fmla="*/ 133 w 119"/>
                  <a:gd name="T1" fmla="*/ 59 h 118"/>
                  <a:gd name="T2" fmla="*/ 78 w 119"/>
                  <a:gd name="T3" fmla="*/ 133 h 118"/>
                  <a:gd name="T4" fmla="*/ 4 w 119"/>
                  <a:gd name="T5" fmla="*/ 78 h 118"/>
                  <a:gd name="T6" fmla="*/ 59 w 119"/>
                  <a:gd name="T7" fmla="*/ 4 h 118"/>
                  <a:gd name="T8" fmla="*/ 133 w 119"/>
                  <a:gd name="T9" fmla="*/ 59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3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5" y="118"/>
                      <a:pt x="8" y="97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4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5" name="Freeform 543">
                <a:extLst>
                  <a:ext uri="{FF2B5EF4-FFF2-40B4-BE49-F238E27FC236}">
                    <a16:creationId xmlns:a16="http://schemas.microsoft.com/office/drawing/2014/main" id="{0A152176-BEC7-4FE9-AF28-51A37A567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983"/>
                <a:ext cx="122" cy="121"/>
              </a:xfrm>
              <a:custGeom>
                <a:avLst/>
                <a:gdLst>
                  <a:gd name="T0" fmla="*/ 133 w 119"/>
                  <a:gd name="T1" fmla="*/ 59 h 118"/>
                  <a:gd name="T2" fmla="*/ 78 w 119"/>
                  <a:gd name="T3" fmla="*/ 133 h 118"/>
                  <a:gd name="T4" fmla="*/ 4 w 119"/>
                  <a:gd name="T5" fmla="*/ 78 h 118"/>
                  <a:gd name="T6" fmla="*/ 59 w 119"/>
                  <a:gd name="T7" fmla="*/ 4 h 118"/>
                  <a:gd name="T8" fmla="*/ 133 w 119"/>
                  <a:gd name="T9" fmla="*/ 59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3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5" y="118"/>
                      <a:pt x="8" y="97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4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6" name="Freeform 544">
                <a:extLst>
                  <a:ext uri="{FF2B5EF4-FFF2-40B4-BE49-F238E27FC236}">
                    <a16:creationId xmlns:a16="http://schemas.microsoft.com/office/drawing/2014/main" id="{0B7B3075-F8F0-43ED-913E-ED61686F0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001"/>
                <a:ext cx="69" cy="67"/>
              </a:xfrm>
              <a:custGeom>
                <a:avLst/>
                <a:gdLst>
                  <a:gd name="T0" fmla="*/ 77 w 67"/>
                  <a:gd name="T1" fmla="*/ 29 h 66"/>
                  <a:gd name="T2" fmla="*/ 43 w 67"/>
                  <a:gd name="T3" fmla="*/ 70 h 66"/>
                  <a:gd name="T4" fmla="*/ 2 w 67"/>
                  <a:gd name="T5" fmla="*/ 43 h 66"/>
                  <a:gd name="T6" fmla="*/ 36 w 67"/>
                  <a:gd name="T7" fmla="*/ 2 h 66"/>
                  <a:gd name="T8" fmla="*/ 77 w 67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5" y="29"/>
                    </a:moveTo>
                    <a:cubicBezTo>
                      <a:pt x="67" y="47"/>
                      <a:pt x="55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20"/>
                      <a:pt x="13" y="4"/>
                      <a:pt x="30" y="2"/>
                    </a:cubicBezTo>
                    <a:cubicBezTo>
                      <a:pt x="47" y="0"/>
                      <a:pt x="63" y="12"/>
                      <a:pt x="65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7" name="Freeform 545">
                <a:extLst>
                  <a:ext uri="{FF2B5EF4-FFF2-40B4-BE49-F238E27FC236}">
                    <a16:creationId xmlns:a16="http://schemas.microsoft.com/office/drawing/2014/main" id="{78084E42-7992-4865-88F0-C20D1A28A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013"/>
                <a:ext cx="22" cy="22"/>
              </a:xfrm>
              <a:custGeom>
                <a:avLst/>
                <a:gdLst>
                  <a:gd name="T0" fmla="*/ 22 w 22"/>
                  <a:gd name="T1" fmla="*/ 10 h 22"/>
                  <a:gd name="T2" fmla="*/ 12 w 22"/>
                  <a:gd name="T3" fmla="*/ 22 h 22"/>
                  <a:gd name="T4" fmla="*/ 1 w 22"/>
                  <a:gd name="T5" fmla="*/ 12 h 22"/>
                  <a:gd name="T6" fmla="*/ 10 w 22"/>
                  <a:gd name="T7" fmla="*/ 0 h 22"/>
                  <a:gd name="T8" fmla="*/ 22 w 22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2" y="10"/>
                    </a:moveTo>
                    <a:cubicBezTo>
                      <a:pt x="22" y="16"/>
                      <a:pt x="18" y="21"/>
                      <a:pt x="12" y="22"/>
                    </a:cubicBezTo>
                    <a:cubicBezTo>
                      <a:pt x="7" y="22"/>
                      <a:pt x="1" y="18"/>
                      <a:pt x="1" y="12"/>
                    </a:cubicBezTo>
                    <a:cubicBezTo>
                      <a:pt x="0" y="6"/>
                      <a:pt x="4" y="1"/>
                      <a:pt x="10" y="0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8" name="Freeform 546">
                <a:extLst>
                  <a:ext uri="{FF2B5EF4-FFF2-40B4-BE49-F238E27FC236}">
                    <a16:creationId xmlns:a16="http://schemas.microsoft.com/office/drawing/2014/main" id="{0F21CAE4-4C18-44E8-9F76-F8FD48D40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025"/>
                <a:ext cx="62" cy="72"/>
              </a:xfrm>
              <a:custGeom>
                <a:avLst/>
                <a:gdLst>
                  <a:gd name="T0" fmla="*/ 50 w 61"/>
                  <a:gd name="T1" fmla="*/ 0 h 70"/>
                  <a:gd name="T2" fmla="*/ 0 w 61"/>
                  <a:gd name="T3" fmla="*/ 82 h 70"/>
                  <a:gd name="T4" fmla="*/ 50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4" y="0"/>
                    </a:moveTo>
                    <a:cubicBezTo>
                      <a:pt x="44" y="0"/>
                      <a:pt x="61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9" name="Freeform 547">
                <a:extLst>
                  <a:ext uri="{FF2B5EF4-FFF2-40B4-BE49-F238E27FC236}">
                    <a16:creationId xmlns:a16="http://schemas.microsoft.com/office/drawing/2014/main" id="{0FEF2572-610C-4A35-8EC3-31A860A36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404"/>
                <a:ext cx="121" cy="121"/>
              </a:xfrm>
              <a:custGeom>
                <a:avLst/>
                <a:gdLst>
                  <a:gd name="T0" fmla="*/ 132 w 118"/>
                  <a:gd name="T1" fmla="*/ 59 h 118"/>
                  <a:gd name="T2" fmla="*/ 78 w 118"/>
                  <a:gd name="T3" fmla="*/ 133 h 118"/>
                  <a:gd name="T4" fmla="*/ 3 w 118"/>
                  <a:gd name="T5" fmla="*/ 78 h 118"/>
                  <a:gd name="T6" fmla="*/ 58 w 118"/>
                  <a:gd name="T7" fmla="*/ 4 h 118"/>
                  <a:gd name="T8" fmla="*/ 132 w 118"/>
                  <a:gd name="T9" fmla="*/ 59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4" y="53"/>
                    </a:moveTo>
                    <a:cubicBezTo>
                      <a:pt x="118" y="83"/>
                      <a:pt x="96" y="111"/>
                      <a:pt x="66" y="115"/>
                    </a:cubicBezTo>
                    <a:cubicBezTo>
                      <a:pt x="35" y="118"/>
                      <a:pt x="7" y="97"/>
                      <a:pt x="3" y="66"/>
                    </a:cubicBezTo>
                    <a:cubicBezTo>
                      <a:pt x="0" y="35"/>
                      <a:pt x="22" y="7"/>
                      <a:pt x="52" y="4"/>
                    </a:cubicBezTo>
                    <a:cubicBezTo>
                      <a:pt x="83" y="0"/>
                      <a:pt x="111" y="22"/>
                      <a:pt x="114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0" name="Freeform 548">
                <a:extLst>
                  <a:ext uri="{FF2B5EF4-FFF2-40B4-BE49-F238E27FC236}">
                    <a16:creationId xmlns:a16="http://schemas.microsoft.com/office/drawing/2014/main" id="{DE1578D7-E844-47B8-9F1E-700099CEE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404"/>
                <a:ext cx="121" cy="121"/>
              </a:xfrm>
              <a:custGeom>
                <a:avLst/>
                <a:gdLst>
                  <a:gd name="T0" fmla="*/ 132 w 118"/>
                  <a:gd name="T1" fmla="*/ 59 h 118"/>
                  <a:gd name="T2" fmla="*/ 78 w 118"/>
                  <a:gd name="T3" fmla="*/ 133 h 118"/>
                  <a:gd name="T4" fmla="*/ 3 w 118"/>
                  <a:gd name="T5" fmla="*/ 78 h 118"/>
                  <a:gd name="T6" fmla="*/ 58 w 118"/>
                  <a:gd name="T7" fmla="*/ 4 h 118"/>
                  <a:gd name="T8" fmla="*/ 132 w 118"/>
                  <a:gd name="T9" fmla="*/ 59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4" y="53"/>
                    </a:moveTo>
                    <a:cubicBezTo>
                      <a:pt x="118" y="83"/>
                      <a:pt x="96" y="111"/>
                      <a:pt x="66" y="115"/>
                    </a:cubicBezTo>
                    <a:cubicBezTo>
                      <a:pt x="35" y="118"/>
                      <a:pt x="7" y="97"/>
                      <a:pt x="3" y="66"/>
                    </a:cubicBezTo>
                    <a:cubicBezTo>
                      <a:pt x="0" y="35"/>
                      <a:pt x="22" y="7"/>
                      <a:pt x="52" y="4"/>
                    </a:cubicBezTo>
                    <a:cubicBezTo>
                      <a:pt x="83" y="0"/>
                      <a:pt x="111" y="22"/>
                      <a:pt x="114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1" name="Freeform 549">
                <a:extLst>
                  <a:ext uri="{FF2B5EF4-FFF2-40B4-BE49-F238E27FC236}">
                    <a16:creationId xmlns:a16="http://schemas.microsoft.com/office/drawing/2014/main" id="{87341D77-CDC4-495C-AC26-FC4310539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422"/>
                <a:ext cx="67" cy="67"/>
              </a:xfrm>
              <a:custGeom>
                <a:avLst/>
                <a:gdLst>
                  <a:gd name="T0" fmla="*/ 70 w 66"/>
                  <a:gd name="T1" fmla="*/ 29 h 66"/>
                  <a:gd name="T2" fmla="*/ 43 w 66"/>
                  <a:gd name="T3" fmla="*/ 70 h 66"/>
                  <a:gd name="T4" fmla="*/ 2 w 66"/>
                  <a:gd name="T5" fmla="*/ 43 h 66"/>
                  <a:gd name="T6" fmla="*/ 29 w 66"/>
                  <a:gd name="T7" fmla="*/ 2 h 66"/>
                  <a:gd name="T8" fmla="*/ 70 w 66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6">
                    <a:moveTo>
                      <a:pt x="64" y="29"/>
                    </a:moveTo>
                    <a:cubicBezTo>
                      <a:pt x="66" y="47"/>
                      <a:pt x="54" y="62"/>
                      <a:pt x="37" y="64"/>
                    </a:cubicBezTo>
                    <a:cubicBezTo>
                      <a:pt x="19" y="66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6" y="0"/>
                      <a:pt x="62" y="12"/>
                      <a:pt x="64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2" name="Freeform 550">
                <a:extLst>
                  <a:ext uri="{FF2B5EF4-FFF2-40B4-BE49-F238E27FC236}">
                    <a16:creationId xmlns:a16="http://schemas.microsoft.com/office/drawing/2014/main" id="{5CA09084-6F13-4970-99A6-0FB9D7811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434"/>
                <a:ext cx="23" cy="22"/>
              </a:xfrm>
              <a:custGeom>
                <a:avLst/>
                <a:gdLst>
                  <a:gd name="T0" fmla="*/ 22 w 23"/>
                  <a:gd name="T1" fmla="*/ 10 h 22"/>
                  <a:gd name="T2" fmla="*/ 13 w 23"/>
                  <a:gd name="T3" fmla="*/ 22 h 22"/>
                  <a:gd name="T4" fmla="*/ 1 w 23"/>
                  <a:gd name="T5" fmla="*/ 12 h 22"/>
                  <a:gd name="T6" fmla="*/ 10 w 23"/>
                  <a:gd name="T7" fmla="*/ 0 h 22"/>
                  <a:gd name="T8" fmla="*/ 22 w 23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2" y="10"/>
                    </a:moveTo>
                    <a:cubicBezTo>
                      <a:pt x="23" y="16"/>
                      <a:pt x="19" y="21"/>
                      <a:pt x="13" y="22"/>
                    </a:cubicBezTo>
                    <a:cubicBezTo>
                      <a:pt x="7" y="22"/>
                      <a:pt x="2" y="18"/>
                      <a:pt x="1" y="12"/>
                    </a:cubicBezTo>
                    <a:cubicBezTo>
                      <a:pt x="0" y="6"/>
                      <a:pt x="4" y="1"/>
                      <a:pt x="10" y="0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3" name="Freeform 551">
                <a:extLst>
                  <a:ext uri="{FF2B5EF4-FFF2-40B4-BE49-F238E27FC236}">
                    <a16:creationId xmlns:a16="http://schemas.microsoft.com/office/drawing/2014/main" id="{D0859D6D-ECD1-4896-AA89-48EFABE04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446"/>
                <a:ext cx="62" cy="72"/>
              </a:xfrm>
              <a:custGeom>
                <a:avLst/>
                <a:gdLst>
                  <a:gd name="T0" fmla="*/ 51 w 61"/>
                  <a:gd name="T1" fmla="*/ 0 h 70"/>
                  <a:gd name="T2" fmla="*/ 0 w 61"/>
                  <a:gd name="T3" fmla="*/ 82 h 70"/>
                  <a:gd name="T4" fmla="*/ 51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9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4" name="Freeform 552">
                <a:extLst>
                  <a:ext uri="{FF2B5EF4-FFF2-40B4-BE49-F238E27FC236}">
                    <a16:creationId xmlns:a16="http://schemas.microsoft.com/office/drawing/2014/main" id="{DE74951F-B6FA-4212-94F2-30785DAD0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860"/>
                <a:ext cx="121" cy="120"/>
              </a:xfrm>
              <a:custGeom>
                <a:avLst/>
                <a:gdLst>
                  <a:gd name="T0" fmla="*/ 127 w 119"/>
                  <a:gd name="T1" fmla="*/ 58 h 118"/>
                  <a:gd name="T2" fmla="*/ 72 w 119"/>
                  <a:gd name="T3" fmla="*/ 126 h 118"/>
                  <a:gd name="T4" fmla="*/ 4 w 119"/>
                  <a:gd name="T5" fmla="*/ 72 h 118"/>
                  <a:gd name="T6" fmla="*/ 59 w 119"/>
                  <a:gd name="T7" fmla="*/ 3 h 118"/>
                  <a:gd name="T8" fmla="*/ 127 w 119"/>
                  <a:gd name="T9" fmla="*/ 5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2"/>
                    </a:moveTo>
                    <a:cubicBezTo>
                      <a:pt x="119" y="83"/>
                      <a:pt x="97" y="111"/>
                      <a:pt x="66" y="114"/>
                    </a:cubicBezTo>
                    <a:cubicBezTo>
                      <a:pt x="35" y="118"/>
                      <a:pt x="8" y="96"/>
                      <a:pt x="4" y="66"/>
                    </a:cubicBezTo>
                    <a:cubicBezTo>
                      <a:pt x="0" y="35"/>
                      <a:pt x="22" y="7"/>
                      <a:pt x="53" y="3"/>
                    </a:cubicBezTo>
                    <a:cubicBezTo>
                      <a:pt x="83" y="0"/>
                      <a:pt x="111" y="22"/>
                      <a:pt x="115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5" name="Freeform 553">
                <a:extLst>
                  <a:ext uri="{FF2B5EF4-FFF2-40B4-BE49-F238E27FC236}">
                    <a16:creationId xmlns:a16="http://schemas.microsoft.com/office/drawing/2014/main" id="{C4434B84-C527-4B9D-99CC-320002F0F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860"/>
                <a:ext cx="121" cy="120"/>
              </a:xfrm>
              <a:custGeom>
                <a:avLst/>
                <a:gdLst>
                  <a:gd name="T0" fmla="*/ 127 w 119"/>
                  <a:gd name="T1" fmla="*/ 58 h 118"/>
                  <a:gd name="T2" fmla="*/ 72 w 119"/>
                  <a:gd name="T3" fmla="*/ 126 h 118"/>
                  <a:gd name="T4" fmla="*/ 4 w 119"/>
                  <a:gd name="T5" fmla="*/ 72 h 118"/>
                  <a:gd name="T6" fmla="*/ 59 w 119"/>
                  <a:gd name="T7" fmla="*/ 3 h 118"/>
                  <a:gd name="T8" fmla="*/ 127 w 119"/>
                  <a:gd name="T9" fmla="*/ 5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8">
                    <a:moveTo>
                      <a:pt x="115" y="52"/>
                    </a:moveTo>
                    <a:cubicBezTo>
                      <a:pt x="119" y="83"/>
                      <a:pt x="97" y="111"/>
                      <a:pt x="66" y="114"/>
                    </a:cubicBezTo>
                    <a:cubicBezTo>
                      <a:pt x="35" y="118"/>
                      <a:pt x="8" y="96"/>
                      <a:pt x="4" y="66"/>
                    </a:cubicBezTo>
                    <a:cubicBezTo>
                      <a:pt x="0" y="35"/>
                      <a:pt x="22" y="7"/>
                      <a:pt x="53" y="3"/>
                    </a:cubicBezTo>
                    <a:cubicBezTo>
                      <a:pt x="83" y="0"/>
                      <a:pt x="111" y="22"/>
                      <a:pt x="115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6" name="Freeform 554">
                <a:extLst>
                  <a:ext uri="{FF2B5EF4-FFF2-40B4-BE49-F238E27FC236}">
                    <a16:creationId xmlns:a16="http://schemas.microsoft.com/office/drawing/2014/main" id="{FBBAC8B6-1370-4A5C-9DB0-E84F8680B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877"/>
                <a:ext cx="68" cy="68"/>
              </a:xfrm>
              <a:custGeom>
                <a:avLst/>
                <a:gdLst>
                  <a:gd name="T0" fmla="*/ 71 w 67"/>
                  <a:gd name="T1" fmla="*/ 35 h 66"/>
                  <a:gd name="T2" fmla="*/ 43 w 67"/>
                  <a:gd name="T3" fmla="*/ 76 h 66"/>
                  <a:gd name="T4" fmla="*/ 2 w 67"/>
                  <a:gd name="T5" fmla="*/ 43 h 66"/>
                  <a:gd name="T6" fmla="*/ 30 w 67"/>
                  <a:gd name="T7" fmla="*/ 2 h 66"/>
                  <a:gd name="T8" fmla="*/ 71 w 67"/>
                  <a:gd name="T9" fmla="*/ 3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5" y="29"/>
                    </a:moveTo>
                    <a:cubicBezTo>
                      <a:pt x="67" y="46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19"/>
                      <a:pt x="13" y="4"/>
                      <a:pt x="30" y="2"/>
                    </a:cubicBezTo>
                    <a:cubicBezTo>
                      <a:pt x="47" y="0"/>
                      <a:pt x="63" y="12"/>
                      <a:pt x="65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7" name="Freeform 555">
                <a:extLst>
                  <a:ext uri="{FF2B5EF4-FFF2-40B4-BE49-F238E27FC236}">
                    <a16:creationId xmlns:a16="http://schemas.microsoft.com/office/drawing/2014/main" id="{654B0C2D-E2F7-46ED-9151-430E9DDC3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888"/>
                <a:ext cx="22" cy="24"/>
              </a:xfrm>
              <a:custGeom>
                <a:avLst/>
                <a:gdLst>
                  <a:gd name="T0" fmla="*/ 22 w 22"/>
                  <a:gd name="T1" fmla="*/ 10 h 23"/>
                  <a:gd name="T2" fmla="*/ 12 w 22"/>
                  <a:gd name="T3" fmla="*/ 28 h 23"/>
                  <a:gd name="T4" fmla="*/ 0 w 22"/>
                  <a:gd name="T5" fmla="*/ 19 h 23"/>
                  <a:gd name="T6" fmla="*/ 10 w 22"/>
                  <a:gd name="T7" fmla="*/ 1 h 23"/>
                  <a:gd name="T8" fmla="*/ 22 w 22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2" y="10"/>
                    </a:moveTo>
                    <a:cubicBezTo>
                      <a:pt x="22" y="16"/>
                      <a:pt x="18" y="22"/>
                      <a:pt x="12" y="22"/>
                    </a:cubicBezTo>
                    <a:cubicBezTo>
                      <a:pt x="6" y="23"/>
                      <a:pt x="1" y="19"/>
                      <a:pt x="0" y="13"/>
                    </a:cubicBezTo>
                    <a:cubicBezTo>
                      <a:pt x="0" y="7"/>
                      <a:pt x="4" y="2"/>
                      <a:pt x="10" y="1"/>
                    </a:cubicBezTo>
                    <a:cubicBezTo>
                      <a:pt x="16" y="0"/>
                      <a:pt x="21" y="5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8" name="Freeform 556">
                <a:extLst>
                  <a:ext uri="{FF2B5EF4-FFF2-40B4-BE49-F238E27FC236}">
                    <a16:creationId xmlns:a16="http://schemas.microsoft.com/office/drawing/2014/main" id="{44A6503E-99E2-4B00-A752-B2C6A0D5D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902"/>
                <a:ext cx="61" cy="71"/>
              </a:xfrm>
              <a:custGeom>
                <a:avLst/>
                <a:gdLst>
                  <a:gd name="T0" fmla="*/ 50 w 60"/>
                  <a:gd name="T1" fmla="*/ 0 h 70"/>
                  <a:gd name="T2" fmla="*/ 0 w 60"/>
                  <a:gd name="T3" fmla="*/ 76 h 70"/>
                  <a:gd name="T4" fmla="*/ 50 w 60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0">
                    <a:moveTo>
                      <a:pt x="44" y="0"/>
                    </a:moveTo>
                    <a:cubicBezTo>
                      <a:pt x="44" y="0"/>
                      <a:pt x="60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9" name="Freeform 557">
                <a:extLst>
                  <a:ext uri="{FF2B5EF4-FFF2-40B4-BE49-F238E27FC236}">
                    <a16:creationId xmlns:a16="http://schemas.microsoft.com/office/drawing/2014/main" id="{48ECCE3E-42E4-4081-A01E-BD20570C9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050"/>
                <a:ext cx="147" cy="178"/>
              </a:xfrm>
              <a:custGeom>
                <a:avLst/>
                <a:gdLst>
                  <a:gd name="T0" fmla="*/ 3 w 144"/>
                  <a:gd name="T1" fmla="*/ 182 h 174"/>
                  <a:gd name="T2" fmla="*/ 4 w 144"/>
                  <a:gd name="T3" fmla="*/ 195 h 174"/>
                  <a:gd name="T4" fmla="*/ 4 w 144"/>
                  <a:gd name="T5" fmla="*/ 195 h 174"/>
                  <a:gd name="T6" fmla="*/ 17 w 144"/>
                  <a:gd name="T7" fmla="*/ 193 h 174"/>
                  <a:gd name="T8" fmla="*/ 159 w 144"/>
                  <a:gd name="T9" fmla="*/ 28 h 174"/>
                  <a:gd name="T10" fmla="*/ 154 w 144"/>
                  <a:gd name="T11" fmla="*/ 6 h 174"/>
                  <a:gd name="T12" fmla="*/ 154 w 144"/>
                  <a:gd name="T13" fmla="*/ 6 h 174"/>
                  <a:gd name="T14" fmla="*/ 136 w 144"/>
                  <a:gd name="T15" fmla="*/ 4 h 174"/>
                  <a:gd name="T16" fmla="*/ 3 w 144"/>
                  <a:gd name="T17" fmla="*/ 182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4">
                    <a:moveTo>
                      <a:pt x="3" y="158"/>
                    </a:moveTo>
                    <a:cubicBezTo>
                      <a:pt x="0" y="162"/>
                      <a:pt x="1" y="168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8" y="174"/>
                      <a:pt x="14" y="173"/>
                      <a:pt x="17" y="169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44" y="18"/>
                      <a:pt x="142" y="11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29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0" name="Freeform 558">
                <a:extLst>
                  <a:ext uri="{FF2B5EF4-FFF2-40B4-BE49-F238E27FC236}">
                    <a16:creationId xmlns:a16="http://schemas.microsoft.com/office/drawing/2014/main" id="{794CC9BD-624B-4AEE-9F95-28E898752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073"/>
                <a:ext cx="124" cy="146"/>
              </a:xfrm>
              <a:custGeom>
                <a:avLst/>
                <a:gdLst>
                  <a:gd name="T0" fmla="*/ 139 w 121"/>
                  <a:gd name="T1" fmla="*/ 0 h 143"/>
                  <a:gd name="T2" fmla="*/ 0 w 121"/>
                  <a:gd name="T3" fmla="*/ 161 h 143"/>
                  <a:gd name="T4" fmla="*/ 139 w 121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43">
                    <a:moveTo>
                      <a:pt x="121" y="0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77" y="28"/>
                      <a:pt x="121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1" name="Freeform 559">
                <a:extLst>
                  <a:ext uri="{FF2B5EF4-FFF2-40B4-BE49-F238E27FC236}">
                    <a16:creationId xmlns:a16="http://schemas.microsoft.com/office/drawing/2014/main" id="{A41B7F94-1587-40AA-B1D1-52D8E595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053"/>
                <a:ext cx="22" cy="22"/>
              </a:xfrm>
              <a:custGeom>
                <a:avLst/>
                <a:gdLst>
                  <a:gd name="T0" fmla="*/ 27 w 21"/>
                  <a:gd name="T1" fmla="*/ 14 h 22"/>
                  <a:gd name="T2" fmla="*/ 3 w 21"/>
                  <a:gd name="T3" fmla="*/ 0 h 22"/>
                  <a:gd name="T4" fmla="*/ 7 w 21"/>
                  <a:gd name="T5" fmla="*/ 15 h 22"/>
                  <a:gd name="T6" fmla="*/ 27 w 21"/>
                  <a:gd name="T7" fmla="*/ 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21" y="14"/>
                    </a:moveTo>
                    <a:cubicBezTo>
                      <a:pt x="13" y="22"/>
                      <a:pt x="5" y="6"/>
                      <a:pt x="3" y="0"/>
                    </a:cubicBezTo>
                    <a:cubicBezTo>
                      <a:pt x="1" y="6"/>
                      <a:pt x="0" y="11"/>
                      <a:pt x="7" y="15"/>
                    </a:cubicBezTo>
                    <a:cubicBezTo>
                      <a:pt x="11" y="18"/>
                      <a:pt x="17" y="19"/>
                      <a:pt x="2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2" name="Freeform 560">
                <a:extLst>
                  <a:ext uri="{FF2B5EF4-FFF2-40B4-BE49-F238E27FC236}">
                    <a16:creationId xmlns:a16="http://schemas.microsoft.com/office/drawing/2014/main" id="{AAF24F0B-2C08-41FC-966F-4E1CCD261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061"/>
                <a:ext cx="115" cy="150"/>
              </a:xfrm>
              <a:custGeom>
                <a:avLst/>
                <a:gdLst>
                  <a:gd name="T0" fmla="*/ 125 w 113"/>
                  <a:gd name="T1" fmla="*/ 0 h 147"/>
                  <a:gd name="T2" fmla="*/ 0 w 113"/>
                  <a:gd name="T3" fmla="*/ 165 h 147"/>
                  <a:gd name="T4" fmla="*/ 125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113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111" y="10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3" name="Freeform 561">
                <a:extLst>
                  <a:ext uri="{FF2B5EF4-FFF2-40B4-BE49-F238E27FC236}">
                    <a16:creationId xmlns:a16="http://schemas.microsoft.com/office/drawing/2014/main" id="{46FD4B3A-C9C3-46B2-A719-6618F0638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050"/>
                <a:ext cx="147" cy="178"/>
              </a:xfrm>
              <a:custGeom>
                <a:avLst/>
                <a:gdLst>
                  <a:gd name="T0" fmla="*/ 3 w 144"/>
                  <a:gd name="T1" fmla="*/ 182 h 174"/>
                  <a:gd name="T2" fmla="*/ 5 w 144"/>
                  <a:gd name="T3" fmla="*/ 195 h 174"/>
                  <a:gd name="T4" fmla="*/ 5 w 144"/>
                  <a:gd name="T5" fmla="*/ 195 h 174"/>
                  <a:gd name="T6" fmla="*/ 17 w 144"/>
                  <a:gd name="T7" fmla="*/ 193 h 174"/>
                  <a:gd name="T8" fmla="*/ 159 w 144"/>
                  <a:gd name="T9" fmla="*/ 28 h 174"/>
                  <a:gd name="T10" fmla="*/ 154 w 144"/>
                  <a:gd name="T11" fmla="*/ 6 h 174"/>
                  <a:gd name="T12" fmla="*/ 154 w 144"/>
                  <a:gd name="T13" fmla="*/ 6 h 174"/>
                  <a:gd name="T14" fmla="*/ 136 w 144"/>
                  <a:gd name="T15" fmla="*/ 4 h 174"/>
                  <a:gd name="T16" fmla="*/ 3 w 144"/>
                  <a:gd name="T17" fmla="*/ 182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4">
                    <a:moveTo>
                      <a:pt x="3" y="158"/>
                    </a:moveTo>
                    <a:cubicBezTo>
                      <a:pt x="0" y="162"/>
                      <a:pt x="1" y="168"/>
                      <a:pt x="5" y="171"/>
                    </a:cubicBezTo>
                    <a:cubicBezTo>
                      <a:pt x="5" y="171"/>
                      <a:pt x="5" y="171"/>
                      <a:pt x="5" y="171"/>
                    </a:cubicBezTo>
                    <a:cubicBezTo>
                      <a:pt x="9" y="174"/>
                      <a:pt x="14" y="173"/>
                      <a:pt x="17" y="169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44" y="18"/>
                      <a:pt x="142" y="11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0" y="1"/>
                      <a:pt x="123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4" name="Freeform 562">
                <a:extLst>
                  <a:ext uri="{FF2B5EF4-FFF2-40B4-BE49-F238E27FC236}">
                    <a16:creationId xmlns:a16="http://schemas.microsoft.com/office/drawing/2014/main" id="{9F089A02-59B0-466C-B6A5-0A0D19B49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573"/>
                <a:ext cx="209" cy="80"/>
              </a:xfrm>
              <a:custGeom>
                <a:avLst/>
                <a:gdLst>
                  <a:gd name="T0" fmla="*/ 7 w 205"/>
                  <a:gd name="T1" fmla="*/ 67 h 79"/>
                  <a:gd name="T2" fmla="*/ 1 w 205"/>
                  <a:gd name="T3" fmla="*/ 78 h 79"/>
                  <a:gd name="T4" fmla="*/ 1 w 205"/>
                  <a:gd name="T5" fmla="*/ 78 h 79"/>
                  <a:gd name="T6" fmla="*/ 12 w 205"/>
                  <a:gd name="T7" fmla="*/ 84 h 79"/>
                  <a:gd name="T8" fmla="*/ 222 w 205"/>
                  <a:gd name="T9" fmla="*/ 28 h 79"/>
                  <a:gd name="T10" fmla="*/ 227 w 205"/>
                  <a:gd name="T11" fmla="*/ 12 h 79"/>
                  <a:gd name="T12" fmla="*/ 227 w 205"/>
                  <a:gd name="T13" fmla="*/ 12 h 79"/>
                  <a:gd name="T14" fmla="*/ 215 w 205"/>
                  <a:gd name="T15" fmla="*/ 1 h 79"/>
                  <a:gd name="T16" fmla="*/ 7 w 205"/>
                  <a:gd name="T17" fmla="*/ 67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79">
                    <a:moveTo>
                      <a:pt x="7" y="61"/>
                    </a:moveTo>
                    <a:cubicBezTo>
                      <a:pt x="2" y="62"/>
                      <a:pt x="0" y="67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7"/>
                      <a:pt x="7" y="79"/>
                      <a:pt x="12" y="7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203" y="27"/>
                      <a:pt x="205" y="20"/>
                      <a:pt x="203" y="12"/>
                    </a:cubicBezTo>
                    <a:cubicBezTo>
                      <a:pt x="203" y="12"/>
                      <a:pt x="203" y="12"/>
                      <a:pt x="203" y="12"/>
                    </a:cubicBezTo>
                    <a:cubicBezTo>
                      <a:pt x="201" y="5"/>
                      <a:pt x="195" y="0"/>
                      <a:pt x="191" y="1"/>
                    </a:cubicBezTo>
                    <a:lnTo>
                      <a:pt x="7" y="61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5" name="Freeform 563">
                <a:extLst>
                  <a:ext uri="{FF2B5EF4-FFF2-40B4-BE49-F238E27FC236}">
                    <a16:creationId xmlns:a16="http://schemas.microsoft.com/office/drawing/2014/main" id="{5A942762-C163-4EEA-903D-6B479B87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597"/>
                <a:ext cx="186" cy="52"/>
              </a:xfrm>
              <a:custGeom>
                <a:avLst/>
                <a:gdLst>
                  <a:gd name="T0" fmla="*/ 206 w 182"/>
                  <a:gd name="T1" fmla="*/ 3 h 51"/>
                  <a:gd name="T2" fmla="*/ 0 w 182"/>
                  <a:gd name="T3" fmla="*/ 57 h 51"/>
                  <a:gd name="T4" fmla="*/ 206 w 182"/>
                  <a:gd name="T5" fmla="*/ 3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51">
                    <a:moveTo>
                      <a:pt x="182" y="3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29" y="0"/>
                      <a:pt x="182" y="3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6" name="Freeform 564">
                <a:extLst>
                  <a:ext uri="{FF2B5EF4-FFF2-40B4-BE49-F238E27FC236}">
                    <a16:creationId xmlns:a16="http://schemas.microsoft.com/office/drawing/2014/main" id="{31264613-C650-4074-ABCD-B66D75382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576"/>
                <a:ext cx="15" cy="23"/>
              </a:xfrm>
              <a:custGeom>
                <a:avLst/>
                <a:gdLst>
                  <a:gd name="T0" fmla="*/ 15 w 15"/>
                  <a:gd name="T1" fmla="*/ 21 h 23"/>
                  <a:gd name="T2" fmla="*/ 9 w 15"/>
                  <a:gd name="T3" fmla="*/ 0 h 23"/>
                  <a:gd name="T4" fmla="*/ 3 w 15"/>
                  <a:gd name="T5" fmla="*/ 14 h 23"/>
                  <a:gd name="T6" fmla="*/ 14 w 15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15" y="21"/>
                    </a:moveTo>
                    <a:cubicBezTo>
                      <a:pt x="4" y="23"/>
                      <a:pt x="6" y="5"/>
                      <a:pt x="9" y="0"/>
                    </a:cubicBezTo>
                    <a:cubicBezTo>
                      <a:pt x="3" y="4"/>
                      <a:pt x="0" y="7"/>
                      <a:pt x="3" y="14"/>
                    </a:cubicBezTo>
                    <a:cubicBezTo>
                      <a:pt x="5" y="19"/>
                      <a:pt x="9" y="23"/>
                      <a:pt x="14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7" name="Freeform 565">
                <a:extLst>
                  <a:ext uri="{FF2B5EF4-FFF2-40B4-BE49-F238E27FC236}">
                    <a16:creationId xmlns:a16="http://schemas.microsoft.com/office/drawing/2014/main" id="{0C3E621D-C2D6-411A-B2DE-A624AFDE3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578"/>
                <a:ext cx="181" cy="57"/>
              </a:xfrm>
              <a:custGeom>
                <a:avLst/>
                <a:gdLst>
                  <a:gd name="T0" fmla="*/ 201 w 177"/>
                  <a:gd name="T1" fmla="*/ 0 h 56"/>
                  <a:gd name="T2" fmla="*/ 0 w 177"/>
                  <a:gd name="T3" fmla="*/ 62 h 56"/>
                  <a:gd name="T4" fmla="*/ 201 w 177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56">
                    <a:moveTo>
                      <a:pt x="177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170" y="7"/>
                      <a:pt x="1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8" name="Freeform 566">
                <a:extLst>
                  <a:ext uri="{FF2B5EF4-FFF2-40B4-BE49-F238E27FC236}">
                    <a16:creationId xmlns:a16="http://schemas.microsoft.com/office/drawing/2014/main" id="{48492BF6-0DC7-4A12-9EA1-1711A9D6B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573"/>
                <a:ext cx="209" cy="80"/>
              </a:xfrm>
              <a:custGeom>
                <a:avLst/>
                <a:gdLst>
                  <a:gd name="T0" fmla="*/ 7 w 205"/>
                  <a:gd name="T1" fmla="*/ 67 h 79"/>
                  <a:gd name="T2" fmla="*/ 1 w 205"/>
                  <a:gd name="T3" fmla="*/ 78 h 79"/>
                  <a:gd name="T4" fmla="*/ 1 w 205"/>
                  <a:gd name="T5" fmla="*/ 78 h 79"/>
                  <a:gd name="T6" fmla="*/ 12 w 205"/>
                  <a:gd name="T7" fmla="*/ 84 h 79"/>
                  <a:gd name="T8" fmla="*/ 223 w 205"/>
                  <a:gd name="T9" fmla="*/ 29 h 79"/>
                  <a:gd name="T10" fmla="*/ 227 w 205"/>
                  <a:gd name="T11" fmla="*/ 13 h 79"/>
                  <a:gd name="T12" fmla="*/ 227 w 205"/>
                  <a:gd name="T13" fmla="*/ 13 h 79"/>
                  <a:gd name="T14" fmla="*/ 215 w 205"/>
                  <a:gd name="T15" fmla="*/ 2 h 79"/>
                  <a:gd name="T16" fmla="*/ 7 w 205"/>
                  <a:gd name="T17" fmla="*/ 67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79">
                    <a:moveTo>
                      <a:pt x="7" y="61"/>
                    </a:moveTo>
                    <a:cubicBezTo>
                      <a:pt x="3" y="63"/>
                      <a:pt x="0" y="67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3" y="77"/>
                      <a:pt x="8" y="79"/>
                      <a:pt x="12" y="78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3" y="27"/>
                      <a:pt x="205" y="20"/>
                      <a:pt x="203" y="13"/>
                    </a:cubicBezTo>
                    <a:cubicBezTo>
                      <a:pt x="203" y="13"/>
                      <a:pt x="203" y="13"/>
                      <a:pt x="203" y="13"/>
                    </a:cubicBezTo>
                    <a:cubicBezTo>
                      <a:pt x="201" y="5"/>
                      <a:pt x="196" y="0"/>
                      <a:pt x="191" y="2"/>
                    </a:cubicBezTo>
                    <a:lnTo>
                      <a:pt x="7" y="6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9" name="Freeform 567">
                <a:extLst>
                  <a:ext uri="{FF2B5EF4-FFF2-40B4-BE49-F238E27FC236}">
                    <a16:creationId xmlns:a16="http://schemas.microsoft.com/office/drawing/2014/main" id="{0F5190F0-BD95-4217-9227-9E74A8F78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103"/>
                <a:ext cx="172" cy="152"/>
              </a:xfrm>
              <a:custGeom>
                <a:avLst/>
                <a:gdLst>
                  <a:gd name="T0" fmla="*/ 15 w 169"/>
                  <a:gd name="T1" fmla="*/ 3 h 149"/>
                  <a:gd name="T2" fmla="*/ 3 w 169"/>
                  <a:gd name="T3" fmla="*/ 4 h 149"/>
                  <a:gd name="T4" fmla="*/ 3 w 169"/>
                  <a:gd name="T5" fmla="*/ 4 h 149"/>
                  <a:gd name="T6" fmla="*/ 4 w 169"/>
                  <a:gd name="T7" fmla="*/ 16 h 149"/>
                  <a:gd name="T8" fmla="*/ 165 w 169"/>
                  <a:gd name="T9" fmla="*/ 164 h 149"/>
                  <a:gd name="T10" fmla="*/ 181 w 169"/>
                  <a:gd name="T11" fmla="*/ 159 h 149"/>
                  <a:gd name="T12" fmla="*/ 181 w 169"/>
                  <a:gd name="T13" fmla="*/ 159 h 149"/>
                  <a:gd name="T14" fmla="*/ 183 w 169"/>
                  <a:gd name="T15" fmla="*/ 141 h 149"/>
                  <a:gd name="T16" fmla="*/ 15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" y="3"/>
                    </a:moveTo>
                    <a:cubicBezTo>
                      <a:pt x="12" y="0"/>
                      <a:pt x="6" y="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7"/>
                      <a:pt x="0" y="13"/>
                      <a:pt x="4" y="16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1" y="149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5"/>
                      <a:pt x="169" y="127"/>
                      <a:pt x="165" y="12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0" name="Freeform 568">
                <a:extLst>
                  <a:ext uri="{FF2B5EF4-FFF2-40B4-BE49-F238E27FC236}">
                    <a16:creationId xmlns:a16="http://schemas.microsoft.com/office/drawing/2014/main" id="{D4BDBBD6-4230-46EB-85BB-BA97E6ECD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117"/>
                <a:ext cx="142" cy="130"/>
              </a:xfrm>
              <a:custGeom>
                <a:avLst/>
                <a:gdLst>
                  <a:gd name="T0" fmla="*/ 157 w 139"/>
                  <a:gd name="T1" fmla="*/ 145 h 127"/>
                  <a:gd name="T2" fmla="*/ 0 w 139"/>
                  <a:gd name="T3" fmla="*/ 0 h 127"/>
                  <a:gd name="T4" fmla="*/ 157 w 139"/>
                  <a:gd name="T5" fmla="*/ 145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7">
                    <a:moveTo>
                      <a:pt x="139" y="127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2" y="81"/>
                      <a:pt x="139" y="127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1" name="Freeform 569">
                <a:extLst>
                  <a:ext uri="{FF2B5EF4-FFF2-40B4-BE49-F238E27FC236}">
                    <a16:creationId xmlns:a16="http://schemas.microsoft.com/office/drawing/2014/main" id="{E5B0A9FE-2C06-427C-9C0F-E244DB784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2230"/>
                <a:ext cx="22" cy="21"/>
              </a:xfrm>
              <a:custGeom>
                <a:avLst/>
                <a:gdLst>
                  <a:gd name="T0" fmla="*/ 8 w 22"/>
                  <a:gd name="T1" fmla="*/ 26 h 20"/>
                  <a:gd name="T2" fmla="*/ 22 w 22"/>
                  <a:gd name="T3" fmla="*/ 3 h 20"/>
                  <a:gd name="T4" fmla="*/ 7 w 22"/>
                  <a:gd name="T5" fmla="*/ 6 h 20"/>
                  <a:gd name="T6" fmla="*/ 6 w 22"/>
                  <a:gd name="T7" fmla="*/ 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8" y="20"/>
                    </a:moveTo>
                    <a:cubicBezTo>
                      <a:pt x="0" y="12"/>
                      <a:pt x="16" y="5"/>
                      <a:pt x="22" y="3"/>
                    </a:cubicBezTo>
                    <a:cubicBezTo>
                      <a:pt x="16" y="1"/>
                      <a:pt x="12" y="0"/>
                      <a:pt x="7" y="6"/>
                    </a:cubicBezTo>
                    <a:cubicBezTo>
                      <a:pt x="4" y="11"/>
                      <a:pt x="3" y="16"/>
                      <a:pt x="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2" name="Freeform 570">
                <a:extLst>
                  <a:ext uri="{FF2B5EF4-FFF2-40B4-BE49-F238E27FC236}">
                    <a16:creationId xmlns:a16="http://schemas.microsoft.com/office/drawing/2014/main" id="{0998B89E-AB5A-43CF-ABED-F663E3A80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2106"/>
                <a:ext cx="146" cy="120"/>
              </a:xfrm>
              <a:custGeom>
                <a:avLst/>
                <a:gdLst>
                  <a:gd name="T0" fmla="*/ 161 w 143"/>
                  <a:gd name="T1" fmla="*/ 130 h 118"/>
                  <a:gd name="T2" fmla="*/ 0 w 143"/>
                  <a:gd name="T3" fmla="*/ 0 h 118"/>
                  <a:gd name="T4" fmla="*/ 161 w 143"/>
                  <a:gd name="T5" fmla="*/ 13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8">
                    <a:moveTo>
                      <a:pt x="143" y="11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4" y="116"/>
                      <a:pt x="143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3" name="Freeform 571">
                <a:extLst>
                  <a:ext uri="{FF2B5EF4-FFF2-40B4-BE49-F238E27FC236}">
                    <a16:creationId xmlns:a16="http://schemas.microsoft.com/office/drawing/2014/main" id="{4EEA9F90-57FA-414F-AC43-FADA2E8F2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103"/>
                <a:ext cx="172" cy="152"/>
              </a:xfrm>
              <a:custGeom>
                <a:avLst/>
                <a:gdLst>
                  <a:gd name="T0" fmla="*/ 15 w 169"/>
                  <a:gd name="T1" fmla="*/ 3 h 149"/>
                  <a:gd name="T2" fmla="*/ 3 w 169"/>
                  <a:gd name="T3" fmla="*/ 4 h 149"/>
                  <a:gd name="T4" fmla="*/ 3 w 169"/>
                  <a:gd name="T5" fmla="*/ 4 h 149"/>
                  <a:gd name="T6" fmla="*/ 4 w 169"/>
                  <a:gd name="T7" fmla="*/ 17 h 149"/>
                  <a:gd name="T8" fmla="*/ 165 w 169"/>
                  <a:gd name="T9" fmla="*/ 164 h 149"/>
                  <a:gd name="T10" fmla="*/ 181 w 169"/>
                  <a:gd name="T11" fmla="*/ 159 h 149"/>
                  <a:gd name="T12" fmla="*/ 181 w 169"/>
                  <a:gd name="T13" fmla="*/ 159 h 149"/>
                  <a:gd name="T14" fmla="*/ 183 w 169"/>
                  <a:gd name="T15" fmla="*/ 143 h 149"/>
                  <a:gd name="T16" fmla="*/ 15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" y="3"/>
                    </a:moveTo>
                    <a:cubicBezTo>
                      <a:pt x="12" y="0"/>
                      <a:pt x="6" y="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8"/>
                      <a:pt x="0" y="13"/>
                      <a:pt x="4" y="17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1" y="149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5"/>
                      <a:pt x="169" y="128"/>
                      <a:pt x="165" y="125"/>
                    </a:cubicBezTo>
                    <a:lnTo>
                      <a:pt x="15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4" name="Freeform 572">
                <a:extLst>
                  <a:ext uri="{FF2B5EF4-FFF2-40B4-BE49-F238E27FC236}">
                    <a16:creationId xmlns:a16="http://schemas.microsoft.com/office/drawing/2014/main" id="{FB7AC72F-F087-4B1F-9686-351200767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363"/>
                <a:ext cx="77" cy="211"/>
              </a:xfrm>
              <a:custGeom>
                <a:avLst/>
                <a:gdLst>
                  <a:gd name="T0" fmla="*/ 18 w 75"/>
                  <a:gd name="T1" fmla="*/ 7 h 206"/>
                  <a:gd name="T2" fmla="*/ 7 w 75"/>
                  <a:gd name="T3" fmla="*/ 1 h 206"/>
                  <a:gd name="T4" fmla="*/ 7 w 75"/>
                  <a:gd name="T5" fmla="*/ 1 h 206"/>
                  <a:gd name="T6" fmla="*/ 1 w 75"/>
                  <a:gd name="T7" fmla="*/ 12 h 206"/>
                  <a:gd name="T8" fmla="*/ 53 w 75"/>
                  <a:gd name="T9" fmla="*/ 229 h 206"/>
                  <a:gd name="T10" fmla="*/ 75 w 75"/>
                  <a:gd name="T11" fmla="*/ 235 h 206"/>
                  <a:gd name="T12" fmla="*/ 75 w 75"/>
                  <a:gd name="T13" fmla="*/ 235 h 206"/>
                  <a:gd name="T14" fmla="*/ 86 w 75"/>
                  <a:gd name="T15" fmla="*/ 222 h 206"/>
                  <a:gd name="T16" fmla="*/ 18 w 75"/>
                  <a:gd name="T17" fmla="*/ 7 h 2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206">
                    <a:moveTo>
                      <a:pt x="18" y="7"/>
                    </a:moveTo>
                    <a:cubicBezTo>
                      <a:pt x="17" y="2"/>
                      <a:pt x="12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3" y="2"/>
                      <a:pt x="0" y="7"/>
                      <a:pt x="1" y="12"/>
                    </a:cubicBezTo>
                    <a:cubicBezTo>
                      <a:pt x="47" y="199"/>
                      <a:pt x="47" y="199"/>
                      <a:pt x="47" y="199"/>
                    </a:cubicBezTo>
                    <a:cubicBezTo>
                      <a:pt x="48" y="204"/>
                      <a:pt x="55" y="206"/>
                      <a:pt x="63" y="204"/>
                    </a:cubicBezTo>
                    <a:cubicBezTo>
                      <a:pt x="63" y="204"/>
                      <a:pt x="63" y="204"/>
                      <a:pt x="63" y="204"/>
                    </a:cubicBezTo>
                    <a:cubicBezTo>
                      <a:pt x="70" y="202"/>
                      <a:pt x="75" y="196"/>
                      <a:pt x="74" y="192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5" name="Freeform 573">
                <a:extLst>
                  <a:ext uri="{FF2B5EF4-FFF2-40B4-BE49-F238E27FC236}">
                    <a16:creationId xmlns:a16="http://schemas.microsoft.com/office/drawing/2014/main" id="{975EF74A-9EF8-4DB4-9212-8AE31DB4E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375"/>
                <a:ext cx="48" cy="186"/>
              </a:xfrm>
              <a:custGeom>
                <a:avLst/>
                <a:gdLst>
                  <a:gd name="T0" fmla="*/ 49 w 47"/>
                  <a:gd name="T1" fmla="*/ 206 h 182"/>
                  <a:gd name="T2" fmla="*/ 0 w 47"/>
                  <a:gd name="T3" fmla="*/ 0 h 182"/>
                  <a:gd name="T4" fmla="*/ 49 w 47"/>
                  <a:gd name="T5" fmla="*/ 206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82">
                    <a:moveTo>
                      <a:pt x="43" y="18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7" y="130"/>
                      <a:pt x="43" y="182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6" name="Freeform 574">
                <a:extLst>
                  <a:ext uri="{FF2B5EF4-FFF2-40B4-BE49-F238E27FC236}">
                    <a16:creationId xmlns:a16="http://schemas.microsoft.com/office/drawing/2014/main" id="{51331185-7524-4646-9449-ECCF20BF7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554"/>
                <a:ext cx="24" cy="16"/>
              </a:xfrm>
              <a:custGeom>
                <a:avLst/>
                <a:gdLst>
                  <a:gd name="T0" fmla="*/ 2 w 23"/>
                  <a:gd name="T1" fmla="*/ 21 h 15"/>
                  <a:gd name="T2" fmla="*/ 29 w 23"/>
                  <a:gd name="T3" fmla="*/ 15 h 15"/>
                  <a:gd name="T4" fmla="*/ 9 w 23"/>
                  <a:gd name="T5" fmla="*/ 3 h 15"/>
                  <a:gd name="T6" fmla="*/ 1 w 23"/>
                  <a:gd name="T7" fmla="*/ 2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5">
                    <a:moveTo>
                      <a:pt x="2" y="15"/>
                    </a:moveTo>
                    <a:cubicBezTo>
                      <a:pt x="0" y="3"/>
                      <a:pt x="18" y="6"/>
                      <a:pt x="23" y="9"/>
                    </a:cubicBezTo>
                    <a:cubicBezTo>
                      <a:pt x="20" y="3"/>
                      <a:pt x="16" y="0"/>
                      <a:pt x="9" y="3"/>
                    </a:cubicBezTo>
                    <a:cubicBezTo>
                      <a:pt x="4" y="4"/>
                      <a:pt x="0" y="8"/>
                      <a:pt x="1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7" name="Freeform 575">
                <a:extLst>
                  <a:ext uri="{FF2B5EF4-FFF2-40B4-BE49-F238E27FC236}">
                    <a16:creationId xmlns:a16="http://schemas.microsoft.com/office/drawing/2014/main" id="{E0E222C1-A014-4EE8-B43D-3DA995874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370"/>
                <a:ext cx="53" cy="182"/>
              </a:xfrm>
              <a:custGeom>
                <a:avLst/>
                <a:gdLst>
                  <a:gd name="T0" fmla="*/ 58 w 52"/>
                  <a:gd name="T1" fmla="*/ 202 h 178"/>
                  <a:gd name="T2" fmla="*/ 0 w 52"/>
                  <a:gd name="T3" fmla="*/ 0 h 178"/>
                  <a:gd name="T4" fmla="*/ 58 w 52"/>
                  <a:gd name="T5" fmla="*/ 202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78">
                    <a:moveTo>
                      <a:pt x="52" y="17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6" y="171"/>
                      <a:pt x="52" y="1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8" name="Freeform 576">
                <a:extLst>
                  <a:ext uri="{FF2B5EF4-FFF2-40B4-BE49-F238E27FC236}">
                    <a16:creationId xmlns:a16="http://schemas.microsoft.com/office/drawing/2014/main" id="{6BE32283-A55F-406F-8122-7EF62AA3B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363"/>
                <a:ext cx="77" cy="211"/>
              </a:xfrm>
              <a:custGeom>
                <a:avLst/>
                <a:gdLst>
                  <a:gd name="T0" fmla="*/ 18 w 75"/>
                  <a:gd name="T1" fmla="*/ 7 h 206"/>
                  <a:gd name="T2" fmla="*/ 7 w 75"/>
                  <a:gd name="T3" fmla="*/ 1 h 206"/>
                  <a:gd name="T4" fmla="*/ 7 w 75"/>
                  <a:gd name="T5" fmla="*/ 1 h 206"/>
                  <a:gd name="T6" fmla="*/ 1 w 75"/>
                  <a:gd name="T7" fmla="*/ 12 h 206"/>
                  <a:gd name="T8" fmla="*/ 53 w 75"/>
                  <a:gd name="T9" fmla="*/ 229 h 206"/>
                  <a:gd name="T10" fmla="*/ 75 w 75"/>
                  <a:gd name="T11" fmla="*/ 235 h 206"/>
                  <a:gd name="T12" fmla="*/ 75 w 75"/>
                  <a:gd name="T13" fmla="*/ 235 h 206"/>
                  <a:gd name="T14" fmla="*/ 86 w 75"/>
                  <a:gd name="T15" fmla="*/ 222 h 206"/>
                  <a:gd name="T16" fmla="*/ 18 w 75"/>
                  <a:gd name="T17" fmla="*/ 7 h 2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206">
                    <a:moveTo>
                      <a:pt x="18" y="7"/>
                    </a:moveTo>
                    <a:cubicBezTo>
                      <a:pt x="17" y="3"/>
                      <a:pt x="12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2" y="2"/>
                      <a:pt x="0" y="7"/>
                      <a:pt x="1" y="12"/>
                    </a:cubicBezTo>
                    <a:cubicBezTo>
                      <a:pt x="47" y="199"/>
                      <a:pt x="47" y="199"/>
                      <a:pt x="47" y="199"/>
                    </a:cubicBezTo>
                    <a:cubicBezTo>
                      <a:pt x="48" y="204"/>
                      <a:pt x="55" y="206"/>
                      <a:pt x="63" y="204"/>
                    </a:cubicBezTo>
                    <a:cubicBezTo>
                      <a:pt x="63" y="204"/>
                      <a:pt x="63" y="204"/>
                      <a:pt x="63" y="204"/>
                    </a:cubicBezTo>
                    <a:cubicBezTo>
                      <a:pt x="70" y="202"/>
                      <a:pt x="75" y="197"/>
                      <a:pt x="74" y="192"/>
                    </a:cubicBezTo>
                    <a:lnTo>
                      <a:pt x="18" y="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9" name="Freeform 577">
                <a:extLst>
                  <a:ext uri="{FF2B5EF4-FFF2-40B4-BE49-F238E27FC236}">
                    <a16:creationId xmlns:a16="http://schemas.microsoft.com/office/drawing/2014/main" id="{225E9A4B-D872-44B9-931E-C855CBDD4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042"/>
                <a:ext cx="147" cy="177"/>
              </a:xfrm>
              <a:custGeom>
                <a:avLst/>
                <a:gdLst>
                  <a:gd name="T0" fmla="*/ 159 w 144"/>
                  <a:gd name="T1" fmla="*/ 176 h 174"/>
                  <a:gd name="T2" fmla="*/ 157 w 144"/>
                  <a:gd name="T3" fmla="*/ 189 h 174"/>
                  <a:gd name="T4" fmla="*/ 157 w 144"/>
                  <a:gd name="T5" fmla="*/ 189 h 174"/>
                  <a:gd name="T6" fmla="*/ 145 w 144"/>
                  <a:gd name="T7" fmla="*/ 187 h 174"/>
                  <a:gd name="T8" fmla="*/ 3 w 144"/>
                  <a:gd name="T9" fmla="*/ 22 h 174"/>
                  <a:gd name="T10" fmla="*/ 8 w 144"/>
                  <a:gd name="T11" fmla="*/ 6 h 174"/>
                  <a:gd name="T12" fmla="*/ 8 w 144"/>
                  <a:gd name="T13" fmla="*/ 6 h 174"/>
                  <a:gd name="T14" fmla="*/ 31 w 144"/>
                  <a:gd name="T15" fmla="*/ 4 h 174"/>
                  <a:gd name="T16" fmla="*/ 159 w 144"/>
                  <a:gd name="T17" fmla="*/ 176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4">
                    <a:moveTo>
                      <a:pt x="141" y="158"/>
                    </a:moveTo>
                    <a:cubicBezTo>
                      <a:pt x="144" y="162"/>
                      <a:pt x="143" y="168"/>
                      <a:pt x="139" y="171"/>
                    </a:cubicBezTo>
                    <a:cubicBezTo>
                      <a:pt x="139" y="171"/>
                      <a:pt x="139" y="171"/>
                      <a:pt x="139" y="171"/>
                    </a:cubicBezTo>
                    <a:cubicBezTo>
                      <a:pt x="136" y="174"/>
                      <a:pt x="130" y="173"/>
                      <a:pt x="127" y="169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0" y="18"/>
                      <a:pt x="2" y="11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4" y="1"/>
                      <a:pt x="22" y="0"/>
                      <a:pt x="25" y="4"/>
                    </a:cubicBezTo>
                    <a:lnTo>
                      <a:pt x="141" y="158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0" name="Freeform 578">
                <a:extLst>
                  <a:ext uri="{FF2B5EF4-FFF2-40B4-BE49-F238E27FC236}">
                    <a16:creationId xmlns:a16="http://schemas.microsoft.com/office/drawing/2014/main" id="{2F9FBAB1-CEC8-4F02-966A-05B025E0E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065"/>
                <a:ext cx="125" cy="147"/>
              </a:xfrm>
              <a:custGeom>
                <a:avLst/>
                <a:gdLst>
                  <a:gd name="T0" fmla="*/ 0 w 122"/>
                  <a:gd name="T1" fmla="*/ 0 h 144"/>
                  <a:gd name="T2" fmla="*/ 140 w 122"/>
                  <a:gd name="T3" fmla="*/ 162 h 144"/>
                  <a:gd name="T4" fmla="*/ 0 w 12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44">
                    <a:moveTo>
                      <a:pt x="0" y="0"/>
                    </a:moveTo>
                    <a:cubicBezTo>
                      <a:pt x="122" y="144"/>
                      <a:pt x="122" y="144"/>
                      <a:pt x="122" y="144"/>
                    </a:cubicBezTo>
                    <a:cubicBezTo>
                      <a:pt x="122" y="144"/>
                      <a:pt x="45" y="28"/>
                      <a:pt x="0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1" name="Freeform 579">
                <a:extLst>
                  <a:ext uri="{FF2B5EF4-FFF2-40B4-BE49-F238E27FC236}">
                    <a16:creationId xmlns:a16="http://schemas.microsoft.com/office/drawing/2014/main" id="{6112D0E6-E1B3-4442-B772-6F888FF97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045"/>
                <a:ext cx="21" cy="22"/>
              </a:xfrm>
              <a:custGeom>
                <a:avLst/>
                <a:gdLst>
                  <a:gd name="T0" fmla="*/ 0 w 20"/>
                  <a:gd name="T1" fmla="*/ 14 h 22"/>
                  <a:gd name="T2" fmla="*/ 24 w 20"/>
                  <a:gd name="T3" fmla="*/ 0 h 22"/>
                  <a:gd name="T4" fmla="*/ 20 w 20"/>
                  <a:gd name="T5" fmla="*/ 15 h 22"/>
                  <a:gd name="T6" fmla="*/ 0 w 20"/>
                  <a:gd name="T7" fmla="*/ 16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0" y="14"/>
                    </a:moveTo>
                    <a:cubicBezTo>
                      <a:pt x="8" y="22"/>
                      <a:pt x="16" y="6"/>
                      <a:pt x="18" y="0"/>
                    </a:cubicBezTo>
                    <a:cubicBezTo>
                      <a:pt x="20" y="6"/>
                      <a:pt x="20" y="11"/>
                      <a:pt x="14" y="15"/>
                    </a:cubicBezTo>
                    <a:cubicBezTo>
                      <a:pt x="10" y="18"/>
                      <a:pt x="4" y="19"/>
                      <a:pt x="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2" name="Freeform 580">
                <a:extLst>
                  <a:ext uri="{FF2B5EF4-FFF2-40B4-BE49-F238E27FC236}">
                    <a16:creationId xmlns:a16="http://schemas.microsoft.com/office/drawing/2014/main" id="{DED4C4B7-C1EE-4C81-9F55-CAD6F3381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053"/>
                <a:ext cx="115" cy="150"/>
              </a:xfrm>
              <a:custGeom>
                <a:avLst/>
                <a:gdLst>
                  <a:gd name="T0" fmla="*/ 0 w 113"/>
                  <a:gd name="T1" fmla="*/ 0 h 147"/>
                  <a:gd name="T2" fmla="*/ 125 w 113"/>
                  <a:gd name="T3" fmla="*/ 165 h 147"/>
                  <a:gd name="T4" fmla="*/ 0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0" y="0"/>
                    </a:moveTo>
                    <a:cubicBezTo>
                      <a:pt x="113" y="147"/>
                      <a:pt x="113" y="147"/>
                      <a:pt x="113" y="147"/>
                    </a:cubicBezTo>
                    <a:cubicBezTo>
                      <a:pt x="113" y="147"/>
                      <a:pt x="1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3" name="Freeform 581">
                <a:extLst>
                  <a:ext uri="{FF2B5EF4-FFF2-40B4-BE49-F238E27FC236}">
                    <a16:creationId xmlns:a16="http://schemas.microsoft.com/office/drawing/2014/main" id="{10805F3E-B62A-45F0-A5F2-C68C1AFB9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042"/>
                <a:ext cx="147" cy="177"/>
              </a:xfrm>
              <a:custGeom>
                <a:avLst/>
                <a:gdLst>
                  <a:gd name="T0" fmla="*/ 159 w 144"/>
                  <a:gd name="T1" fmla="*/ 176 h 174"/>
                  <a:gd name="T2" fmla="*/ 158 w 144"/>
                  <a:gd name="T3" fmla="*/ 189 h 174"/>
                  <a:gd name="T4" fmla="*/ 158 w 144"/>
                  <a:gd name="T5" fmla="*/ 189 h 174"/>
                  <a:gd name="T6" fmla="*/ 145 w 144"/>
                  <a:gd name="T7" fmla="*/ 187 h 174"/>
                  <a:gd name="T8" fmla="*/ 3 w 144"/>
                  <a:gd name="T9" fmla="*/ 22 h 174"/>
                  <a:gd name="T10" fmla="*/ 9 w 144"/>
                  <a:gd name="T11" fmla="*/ 6 h 174"/>
                  <a:gd name="T12" fmla="*/ 9 w 144"/>
                  <a:gd name="T13" fmla="*/ 6 h 174"/>
                  <a:gd name="T14" fmla="*/ 31 w 144"/>
                  <a:gd name="T15" fmla="*/ 4 h 174"/>
                  <a:gd name="T16" fmla="*/ 159 w 144"/>
                  <a:gd name="T17" fmla="*/ 176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4">
                    <a:moveTo>
                      <a:pt x="141" y="158"/>
                    </a:moveTo>
                    <a:cubicBezTo>
                      <a:pt x="144" y="162"/>
                      <a:pt x="144" y="168"/>
                      <a:pt x="140" y="171"/>
                    </a:cubicBezTo>
                    <a:cubicBezTo>
                      <a:pt x="140" y="171"/>
                      <a:pt x="140" y="171"/>
                      <a:pt x="140" y="171"/>
                    </a:cubicBezTo>
                    <a:cubicBezTo>
                      <a:pt x="136" y="174"/>
                      <a:pt x="131" y="173"/>
                      <a:pt x="127" y="169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0" y="18"/>
                      <a:pt x="3" y="11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5" y="1"/>
                      <a:pt x="22" y="0"/>
                      <a:pt x="25" y="4"/>
                    </a:cubicBezTo>
                    <a:lnTo>
                      <a:pt x="141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4" name="Freeform 582">
                <a:extLst>
                  <a:ext uri="{FF2B5EF4-FFF2-40B4-BE49-F238E27FC236}">
                    <a16:creationId xmlns:a16="http://schemas.microsoft.com/office/drawing/2014/main" id="{BB027D21-BD08-42AD-8A7A-E2F2F6A56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623"/>
                <a:ext cx="215" cy="37"/>
              </a:xfrm>
              <a:custGeom>
                <a:avLst/>
                <a:gdLst>
                  <a:gd name="T0" fmla="*/ 226 w 211"/>
                  <a:gd name="T1" fmla="*/ 24 h 36"/>
                  <a:gd name="T2" fmla="*/ 234 w 211"/>
                  <a:gd name="T3" fmla="*/ 33 h 36"/>
                  <a:gd name="T4" fmla="*/ 234 w 211"/>
                  <a:gd name="T5" fmla="*/ 33 h 36"/>
                  <a:gd name="T6" fmla="*/ 225 w 211"/>
                  <a:gd name="T7" fmla="*/ 41 h 36"/>
                  <a:gd name="T8" fmla="*/ 8 w 211"/>
                  <a:gd name="T9" fmla="*/ 34 h 36"/>
                  <a:gd name="T10" fmla="*/ 0 w 211"/>
                  <a:gd name="T11" fmla="*/ 13 h 36"/>
                  <a:gd name="T12" fmla="*/ 0 w 211"/>
                  <a:gd name="T13" fmla="*/ 13 h 36"/>
                  <a:gd name="T14" fmla="*/ 10 w 211"/>
                  <a:gd name="T15" fmla="*/ 0 h 36"/>
                  <a:gd name="T16" fmla="*/ 226 w 211"/>
                  <a:gd name="T17" fmla="*/ 24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36">
                    <a:moveTo>
                      <a:pt x="202" y="18"/>
                    </a:moveTo>
                    <a:cubicBezTo>
                      <a:pt x="207" y="18"/>
                      <a:pt x="211" y="22"/>
                      <a:pt x="210" y="27"/>
                    </a:cubicBezTo>
                    <a:cubicBezTo>
                      <a:pt x="210" y="27"/>
                      <a:pt x="210" y="27"/>
                      <a:pt x="210" y="27"/>
                    </a:cubicBezTo>
                    <a:cubicBezTo>
                      <a:pt x="210" y="32"/>
                      <a:pt x="206" y="36"/>
                      <a:pt x="201" y="3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3" y="28"/>
                      <a:pt x="0" y="2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6"/>
                      <a:pt x="5" y="0"/>
                      <a:pt x="10" y="0"/>
                    </a:cubicBezTo>
                    <a:lnTo>
                      <a:pt x="202" y="18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5" name="Freeform 583">
                <a:extLst>
                  <a:ext uri="{FF2B5EF4-FFF2-40B4-BE49-F238E27FC236}">
                    <a16:creationId xmlns:a16="http://schemas.microsoft.com/office/drawing/2014/main" id="{B082355B-C732-419A-9D55-B9A51AD92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634"/>
                <a:ext cx="191" cy="21"/>
              </a:xfrm>
              <a:custGeom>
                <a:avLst/>
                <a:gdLst>
                  <a:gd name="T0" fmla="*/ 0 w 187"/>
                  <a:gd name="T1" fmla="*/ 15 h 21"/>
                  <a:gd name="T2" fmla="*/ 211 w 187"/>
                  <a:gd name="T3" fmla="*/ 21 h 21"/>
                  <a:gd name="T4" fmla="*/ 0 w 187"/>
                  <a:gd name="T5" fmla="*/ 1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7" h="21">
                    <a:moveTo>
                      <a:pt x="0" y="15"/>
                    </a:moveTo>
                    <a:cubicBezTo>
                      <a:pt x="187" y="21"/>
                      <a:pt x="187" y="21"/>
                      <a:pt x="187" y="21"/>
                    </a:cubicBezTo>
                    <a:cubicBezTo>
                      <a:pt x="187" y="21"/>
                      <a:pt x="50" y="0"/>
                      <a:pt x="0" y="15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6" name="Freeform 584">
                <a:extLst>
                  <a:ext uri="{FF2B5EF4-FFF2-40B4-BE49-F238E27FC236}">
                    <a16:creationId xmlns:a16="http://schemas.microsoft.com/office/drawing/2014/main" id="{97B40DDE-EB04-45FD-A1DE-AB0B839EE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625"/>
                <a:ext cx="11" cy="24"/>
              </a:xfrm>
              <a:custGeom>
                <a:avLst/>
                <a:gdLst>
                  <a:gd name="T0" fmla="*/ 0 w 11"/>
                  <a:gd name="T1" fmla="*/ 23 h 24"/>
                  <a:gd name="T2" fmla="*/ 1 w 11"/>
                  <a:gd name="T3" fmla="*/ 0 h 24"/>
                  <a:gd name="T4" fmla="*/ 10 w 11"/>
                  <a:gd name="T5" fmla="*/ 13 h 24"/>
                  <a:gd name="T6" fmla="*/ 1 w 11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4">
                    <a:moveTo>
                      <a:pt x="0" y="23"/>
                    </a:moveTo>
                    <a:cubicBezTo>
                      <a:pt x="11" y="22"/>
                      <a:pt x="5" y="5"/>
                      <a:pt x="1" y="0"/>
                    </a:cubicBezTo>
                    <a:cubicBezTo>
                      <a:pt x="7" y="3"/>
                      <a:pt x="11" y="5"/>
                      <a:pt x="10" y="13"/>
                    </a:cubicBezTo>
                    <a:cubicBezTo>
                      <a:pt x="10" y="18"/>
                      <a:pt x="7" y="23"/>
                      <a:pt x="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7" name="Freeform 585">
                <a:extLst>
                  <a:ext uri="{FF2B5EF4-FFF2-40B4-BE49-F238E27FC236}">
                    <a16:creationId xmlns:a16="http://schemas.microsoft.com/office/drawing/2014/main" id="{B50E34E1-B18D-41BE-812F-3FACA8294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625"/>
                <a:ext cx="188" cy="16"/>
              </a:xfrm>
              <a:custGeom>
                <a:avLst/>
                <a:gdLst>
                  <a:gd name="T0" fmla="*/ 0 w 184"/>
                  <a:gd name="T1" fmla="*/ 0 h 16"/>
                  <a:gd name="T2" fmla="*/ 208 w 184"/>
                  <a:gd name="T3" fmla="*/ 16 h 16"/>
                  <a:gd name="T4" fmla="*/ 0 w 18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16">
                    <a:moveTo>
                      <a:pt x="0" y="0"/>
                    </a:moveTo>
                    <a:cubicBezTo>
                      <a:pt x="184" y="16"/>
                      <a:pt x="184" y="16"/>
                      <a:pt x="184" y="16"/>
                    </a:cubicBezTo>
                    <a:cubicBezTo>
                      <a:pt x="184" y="16"/>
                      <a:pt x="7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8" name="Freeform 586">
                <a:extLst>
                  <a:ext uri="{FF2B5EF4-FFF2-40B4-BE49-F238E27FC236}">
                    <a16:creationId xmlns:a16="http://schemas.microsoft.com/office/drawing/2014/main" id="{FCCE0C0B-CC23-4218-8298-DEFCA6589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623"/>
                <a:ext cx="214" cy="37"/>
              </a:xfrm>
              <a:custGeom>
                <a:avLst/>
                <a:gdLst>
                  <a:gd name="T0" fmla="*/ 226 w 210"/>
                  <a:gd name="T1" fmla="*/ 24 h 36"/>
                  <a:gd name="T2" fmla="*/ 234 w 210"/>
                  <a:gd name="T3" fmla="*/ 33 h 36"/>
                  <a:gd name="T4" fmla="*/ 234 w 210"/>
                  <a:gd name="T5" fmla="*/ 33 h 36"/>
                  <a:gd name="T6" fmla="*/ 225 w 210"/>
                  <a:gd name="T7" fmla="*/ 42 h 36"/>
                  <a:gd name="T8" fmla="*/ 8 w 210"/>
                  <a:gd name="T9" fmla="*/ 34 h 36"/>
                  <a:gd name="T10" fmla="*/ 0 w 210"/>
                  <a:gd name="T11" fmla="*/ 14 h 36"/>
                  <a:gd name="T12" fmla="*/ 0 w 210"/>
                  <a:gd name="T13" fmla="*/ 14 h 36"/>
                  <a:gd name="T14" fmla="*/ 10 w 210"/>
                  <a:gd name="T15" fmla="*/ 0 h 36"/>
                  <a:gd name="T16" fmla="*/ 226 w 210"/>
                  <a:gd name="T17" fmla="*/ 24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36">
                    <a:moveTo>
                      <a:pt x="202" y="18"/>
                    </a:moveTo>
                    <a:cubicBezTo>
                      <a:pt x="207" y="18"/>
                      <a:pt x="210" y="22"/>
                      <a:pt x="210" y="27"/>
                    </a:cubicBezTo>
                    <a:cubicBezTo>
                      <a:pt x="210" y="27"/>
                      <a:pt x="210" y="27"/>
                      <a:pt x="210" y="27"/>
                    </a:cubicBezTo>
                    <a:cubicBezTo>
                      <a:pt x="210" y="32"/>
                      <a:pt x="206" y="36"/>
                      <a:pt x="201" y="36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3" y="28"/>
                      <a:pt x="0" y="2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6"/>
                      <a:pt x="5" y="0"/>
                      <a:pt x="10" y="0"/>
                    </a:cubicBezTo>
                    <a:lnTo>
                      <a:pt x="202" y="1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9" name="Freeform 587">
                <a:extLst>
                  <a:ext uri="{FF2B5EF4-FFF2-40B4-BE49-F238E27FC236}">
                    <a16:creationId xmlns:a16="http://schemas.microsoft.com/office/drawing/2014/main" id="{BD1C9E68-9FFB-4AD0-9792-B9EFF9AD3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1996"/>
                <a:ext cx="212" cy="76"/>
              </a:xfrm>
              <a:custGeom>
                <a:avLst/>
                <a:gdLst>
                  <a:gd name="T0" fmla="*/ 225 w 207"/>
                  <a:gd name="T1" fmla="*/ 2 h 75"/>
                  <a:gd name="T2" fmla="*/ 237 w 207"/>
                  <a:gd name="T3" fmla="*/ 8 h 75"/>
                  <a:gd name="T4" fmla="*/ 237 w 207"/>
                  <a:gd name="T5" fmla="*/ 8 h 75"/>
                  <a:gd name="T6" fmla="*/ 230 w 207"/>
                  <a:gd name="T7" fmla="*/ 19 h 75"/>
                  <a:gd name="T8" fmla="*/ 15 w 207"/>
                  <a:gd name="T9" fmla="*/ 80 h 75"/>
                  <a:gd name="T10" fmla="*/ 2 w 207"/>
                  <a:gd name="T11" fmla="*/ 68 h 75"/>
                  <a:gd name="T12" fmla="*/ 2 w 207"/>
                  <a:gd name="T13" fmla="*/ 68 h 75"/>
                  <a:gd name="T14" fmla="*/ 7 w 207"/>
                  <a:gd name="T15" fmla="*/ 52 h 75"/>
                  <a:gd name="T16" fmla="*/ 225 w 207"/>
                  <a:gd name="T17" fmla="*/ 2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5">
                    <a:moveTo>
                      <a:pt x="195" y="2"/>
                    </a:moveTo>
                    <a:cubicBezTo>
                      <a:pt x="200" y="0"/>
                      <a:pt x="204" y="3"/>
                      <a:pt x="206" y="8"/>
                    </a:cubicBezTo>
                    <a:cubicBezTo>
                      <a:pt x="206" y="8"/>
                      <a:pt x="206" y="8"/>
                      <a:pt x="206" y="8"/>
                    </a:cubicBezTo>
                    <a:cubicBezTo>
                      <a:pt x="207" y="13"/>
                      <a:pt x="204" y="17"/>
                      <a:pt x="200" y="19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10" y="75"/>
                      <a:pt x="4" y="70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5"/>
                      <a:pt x="3" y="48"/>
                      <a:pt x="7" y="46"/>
                    </a:cubicBezTo>
                    <a:lnTo>
                      <a:pt x="195" y="2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0" name="Freeform 588">
                <a:extLst>
                  <a:ext uri="{FF2B5EF4-FFF2-40B4-BE49-F238E27FC236}">
                    <a16:creationId xmlns:a16="http://schemas.microsoft.com/office/drawing/2014/main" id="{954A5ED6-C809-4AF9-83C8-7E976B12B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012"/>
                <a:ext cx="184" cy="55"/>
              </a:xfrm>
              <a:custGeom>
                <a:avLst/>
                <a:gdLst>
                  <a:gd name="T0" fmla="*/ 0 w 180"/>
                  <a:gd name="T1" fmla="*/ 60 h 54"/>
                  <a:gd name="T2" fmla="*/ 204 w 180"/>
                  <a:gd name="T3" fmla="*/ 0 h 54"/>
                  <a:gd name="T4" fmla="*/ 0 w 180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4">
                    <a:moveTo>
                      <a:pt x="0" y="54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44" y="24"/>
                      <a:pt x="0" y="54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1" name="Freeform 589">
                <a:extLst>
                  <a:ext uri="{FF2B5EF4-FFF2-40B4-BE49-F238E27FC236}">
                    <a16:creationId xmlns:a16="http://schemas.microsoft.com/office/drawing/2014/main" id="{6A0E123A-0F0A-4EA4-916D-A1693CA4E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047"/>
                <a:ext cx="16" cy="22"/>
              </a:xfrm>
              <a:custGeom>
                <a:avLst/>
                <a:gdLst>
                  <a:gd name="T0" fmla="*/ 5 w 16"/>
                  <a:gd name="T1" fmla="*/ 22 h 22"/>
                  <a:gd name="T2" fmla="*/ 0 w 16"/>
                  <a:gd name="T3" fmla="*/ 0 h 22"/>
                  <a:gd name="T4" fmla="*/ 12 w 16"/>
                  <a:gd name="T5" fmla="*/ 9 h 22"/>
                  <a:gd name="T6" fmla="*/ 7 w 16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5" y="22"/>
                    </a:moveTo>
                    <a:cubicBezTo>
                      <a:pt x="16" y="17"/>
                      <a:pt x="4" y="3"/>
                      <a:pt x="0" y="0"/>
                    </a:cubicBezTo>
                    <a:cubicBezTo>
                      <a:pt x="6" y="0"/>
                      <a:pt x="11" y="2"/>
                      <a:pt x="12" y="9"/>
                    </a:cubicBezTo>
                    <a:cubicBezTo>
                      <a:pt x="13" y="14"/>
                      <a:pt x="12" y="20"/>
                      <a:pt x="7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2" name="Freeform 590">
                <a:extLst>
                  <a:ext uri="{FF2B5EF4-FFF2-40B4-BE49-F238E27FC236}">
                    <a16:creationId xmlns:a16="http://schemas.microsoft.com/office/drawing/2014/main" id="{D7786A93-BE38-4FC7-BFC5-C4A5CAB3D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998"/>
                <a:ext cx="184" cy="48"/>
              </a:xfrm>
              <a:custGeom>
                <a:avLst/>
                <a:gdLst>
                  <a:gd name="T0" fmla="*/ 0 w 180"/>
                  <a:gd name="T1" fmla="*/ 50 h 47"/>
                  <a:gd name="T2" fmla="*/ 204 w 180"/>
                  <a:gd name="T3" fmla="*/ 0 h 47"/>
                  <a:gd name="T4" fmla="*/ 0 w 180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47">
                    <a:moveTo>
                      <a:pt x="0" y="44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9" y="47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3" name="Freeform 591">
                <a:extLst>
                  <a:ext uri="{FF2B5EF4-FFF2-40B4-BE49-F238E27FC236}">
                    <a16:creationId xmlns:a16="http://schemas.microsoft.com/office/drawing/2014/main" id="{AEB505E1-41E1-410F-8D6F-F222C69EA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1997"/>
                <a:ext cx="212" cy="75"/>
              </a:xfrm>
              <a:custGeom>
                <a:avLst/>
                <a:gdLst>
                  <a:gd name="T0" fmla="*/ 225 w 207"/>
                  <a:gd name="T1" fmla="*/ 1 h 74"/>
                  <a:gd name="T2" fmla="*/ 237 w 207"/>
                  <a:gd name="T3" fmla="*/ 7 h 74"/>
                  <a:gd name="T4" fmla="*/ 237 w 207"/>
                  <a:gd name="T5" fmla="*/ 7 h 74"/>
                  <a:gd name="T6" fmla="*/ 229 w 207"/>
                  <a:gd name="T7" fmla="*/ 18 h 74"/>
                  <a:gd name="T8" fmla="*/ 14 w 207"/>
                  <a:gd name="T9" fmla="*/ 79 h 74"/>
                  <a:gd name="T10" fmla="*/ 2 w 207"/>
                  <a:gd name="T11" fmla="*/ 68 h 74"/>
                  <a:gd name="T12" fmla="*/ 2 w 207"/>
                  <a:gd name="T13" fmla="*/ 68 h 74"/>
                  <a:gd name="T14" fmla="*/ 7 w 207"/>
                  <a:gd name="T15" fmla="*/ 52 h 74"/>
                  <a:gd name="T16" fmla="*/ 225 w 207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4">
                    <a:moveTo>
                      <a:pt x="195" y="1"/>
                    </a:moveTo>
                    <a:cubicBezTo>
                      <a:pt x="199" y="0"/>
                      <a:pt x="204" y="3"/>
                      <a:pt x="206" y="7"/>
                    </a:cubicBezTo>
                    <a:cubicBezTo>
                      <a:pt x="206" y="7"/>
                      <a:pt x="206" y="7"/>
                      <a:pt x="206" y="7"/>
                    </a:cubicBezTo>
                    <a:cubicBezTo>
                      <a:pt x="207" y="12"/>
                      <a:pt x="204" y="17"/>
                      <a:pt x="199" y="18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10" y="74"/>
                      <a:pt x="4" y="69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4"/>
                      <a:pt x="2" y="47"/>
                      <a:pt x="7" y="46"/>
                    </a:cubicBezTo>
                    <a:lnTo>
                      <a:pt x="195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4" name="Freeform 592">
                <a:extLst>
                  <a:ext uri="{FF2B5EF4-FFF2-40B4-BE49-F238E27FC236}">
                    <a16:creationId xmlns:a16="http://schemas.microsoft.com/office/drawing/2014/main" id="{A5F6A774-3519-4F2F-A8B2-D2D7F265F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335"/>
                <a:ext cx="97" cy="205"/>
              </a:xfrm>
              <a:custGeom>
                <a:avLst/>
                <a:gdLst>
                  <a:gd name="T0" fmla="*/ 88 w 95"/>
                  <a:gd name="T1" fmla="*/ 6 h 201"/>
                  <a:gd name="T2" fmla="*/ 100 w 95"/>
                  <a:gd name="T3" fmla="*/ 1 h 201"/>
                  <a:gd name="T4" fmla="*/ 100 w 95"/>
                  <a:gd name="T5" fmla="*/ 1 h 201"/>
                  <a:gd name="T6" fmla="*/ 105 w 95"/>
                  <a:gd name="T7" fmla="*/ 13 h 201"/>
                  <a:gd name="T8" fmla="*/ 35 w 95"/>
                  <a:gd name="T9" fmla="*/ 219 h 201"/>
                  <a:gd name="T10" fmla="*/ 12 w 95"/>
                  <a:gd name="T11" fmla="*/ 222 h 201"/>
                  <a:gd name="T12" fmla="*/ 12 w 95"/>
                  <a:gd name="T13" fmla="*/ 222 h 201"/>
                  <a:gd name="T14" fmla="*/ 2 w 95"/>
                  <a:gd name="T15" fmla="*/ 209 h 201"/>
                  <a:gd name="T16" fmla="*/ 88 w 95"/>
                  <a:gd name="T17" fmla="*/ 6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01">
                    <a:moveTo>
                      <a:pt x="76" y="6"/>
                    </a:moveTo>
                    <a:cubicBezTo>
                      <a:pt x="78" y="2"/>
                      <a:pt x="83" y="0"/>
                      <a:pt x="88" y="1"/>
                    </a:cubicBezTo>
                    <a:cubicBezTo>
                      <a:pt x="88" y="1"/>
                      <a:pt x="88" y="1"/>
                      <a:pt x="88" y="1"/>
                    </a:cubicBezTo>
                    <a:cubicBezTo>
                      <a:pt x="92" y="3"/>
                      <a:pt x="95" y="8"/>
                      <a:pt x="93" y="13"/>
                    </a:cubicBezTo>
                    <a:cubicBezTo>
                      <a:pt x="29" y="195"/>
                      <a:pt x="29" y="195"/>
                      <a:pt x="29" y="195"/>
                    </a:cubicBezTo>
                    <a:cubicBezTo>
                      <a:pt x="27" y="199"/>
                      <a:pt x="19" y="201"/>
                      <a:pt x="12" y="198"/>
                    </a:cubicBezTo>
                    <a:cubicBezTo>
                      <a:pt x="12" y="198"/>
                      <a:pt x="12" y="198"/>
                      <a:pt x="12" y="198"/>
                    </a:cubicBezTo>
                    <a:cubicBezTo>
                      <a:pt x="5" y="195"/>
                      <a:pt x="0" y="189"/>
                      <a:pt x="2" y="185"/>
                    </a:cubicBezTo>
                    <a:lnTo>
                      <a:pt x="76" y="6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5" name="Freeform 593">
                <a:extLst>
                  <a:ext uri="{FF2B5EF4-FFF2-40B4-BE49-F238E27FC236}">
                    <a16:creationId xmlns:a16="http://schemas.microsoft.com/office/drawing/2014/main" id="{3D702E74-9EC2-4C5C-B3B6-62B228A36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347"/>
                <a:ext cx="63" cy="182"/>
              </a:xfrm>
              <a:custGeom>
                <a:avLst/>
                <a:gdLst>
                  <a:gd name="T0" fmla="*/ 0 w 62"/>
                  <a:gd name="T1" fmla="*/ 202 h 178"/>
                  <a:gd name="T2" fmla="*/ 68 w 62"/>
                  <a:gd name="T3" fmla="*/ 0 h 178"/>
                  <a:gd name="T4" fmla="*/ 0 w 62"/>
                  <a:gd name="T5" fmla="*/ 202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78">
                    <a:moveTo>
                      <a:pt x="0" y="178"/>
                    </a:move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1" y="125"/>
                      <a:pt x="0" y="178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6" name="Freeform 594">
                <a:extLst>
                  <a:ext uri="{FF2B5EF4-FFF2-40B4-BE49-F238E27FC236}">
                    <a16:creationId xmlns:a16="http://schemas.microsoft.com/office/drawing/2014/main" id="{809FE086-B5A6-43A6-93B7-C8632F15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520"/>
                <a:ext cx="24" cy="16"/>
              </a:xfrm>
              <a:custGeom>
                <a:avLst/>
                <a:gdLst>
                  <a:gd name="T0" fmla="*/ 21 w 24"/>
                  <a:gd name="T1" fmla="*/ 16 h 16"/>
                  <a:gd name="T2" fmla="*/ 0 w 24"/>
                  <a:gd name="T3" fmla="*/ 8 h 16"/>
                  <a:gd name="T4" fmla="*/ 15 w 24"/>
                  <a:gd name="T5" fmla="*/ 3 h 16"/>
                  <a:gd name="T6" fmla="*/ 23 w 24"/>
                  <a:gd name="T7" fmla="*/ 1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21" y="16"/>
                    </a:moveTo>
                    <a:cubicBezTo>
                      <a:pt x="24" y="5"/>
                      <a:pt x="6" y="6"/>
                      <a:pt x="0" y="8"/>
                    </a:cubicBezTo>
                    <a:cubicBezTo>
                      <a:pt x="5" y="3"/>
                      <a:pt x="8" y="0"/>
                      <a:pt x="15" y="3"/>
                    </a:cubicBezTo>
                    <a:cubicBezTo>
                      <a:pt x="20" y="5"/>
                      <a:pt x="24" y="10"/>
                      <a:pt x="23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7" name="Freeform 595">
                <a:extLst>
                  <a:ext uri="{FF2B5EF4-FFF2-40B4-BE49-F238E27FC236}">
                    <a16:creationId xmlns:a16="http://schemas.microsoft.com/office/drawing/2014/main" id="{0870F498-56B6-405A-B2D9-A40AE91A6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341"/>
                <a:ext cx="70" cy="175"/>
              </a:xfrm>
              <a:custGeom>
                <a:avLst/>
                <a:gdLst>
                  <a:gd name="T0" fmla="*/ 0 w 69"/>
                  <a:gd name="T1" fmla="*/ 190 h 172"/>
                  <a:gd name="T2" fmla="*/ 75 w 69"/>
                  <a:gd name="T3" fmla="*/ 0 h 172"/>
                  <a:gd name="T4" fmla="*/ 0 w 69"/>
                  <a:gd name="T5" fmla="*/ 190 h 1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72">
                    <a:moveTo>
                      <a:pt x="0" y="172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7" y="166"/>
                      <a:pt x="0" y="1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8" name="Freeform 596">
                <a:extLst>
                  <a:ext uri="{FF2B5EF4-FFF2-40B4-BE49-F238E27FC236}">
                    <a16:creationId xmlns:a16="http://schemas.microsoft.com/office/drawing/2014/main" id="{1FFD17AC-54BB-4A44-BBDE-ECB17DE64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335"/>
                <a:ext cx="96" cy="205"/>
              </a:xfrm>
              <a:custGeom>
                <a:avLst/>
                <a:gdLst>
                  <a:gd name="T0" fmla="*/ 88 w 94"/>
                  <a:gd name="T1" fmla="*/ 7 h 201"/>
                  <a:gd name="T2" fmla="*/ 99 w 94"/>
                  <a:gd name="T3" fmla="*/ 2 h 201"/>
                  <a:gd name="T4" fmla="*/ 99 w 94"/>
                  <a:gd name="T5" fmla="*/ 2 h 201"/>
                  <a:gd name="T6" fmla="*/ 104 w 94"/>
                  <a:gd name="T7" fmla="*/ 13 h 201"/>
                  <a:gd name="T8" fmla="*/ 34 w 94"/>
                  <a:gd name="T9" fmla="*/ 219 h 201"/>
                  <a:gd name="T10" fmla="*/ 11 w 94"/>
                  <a:gd name="T11" fmla="*/ 222 h 201"/>
                  <a:gd name="T12" fmla="*/ 11 w 94"/>
                  <a:gd name="T13" fmla="*/ 222 h 201"/>
                  <a:gd name="T14" fmla="*/ 1 w 94"/>
                  <a:gd name="T15" fmla="*/ 209 h 201"/>
                  <a:gd name="T16" fmla="*/ 88 w 94"/>
                  <a:gd name="T17" fmla="*/ 7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201">
                    <a:moveTo>
                      <a:pt x="76" y="7"/>
                    </a:moveTo>
                    <a:cubicBezTo>
                      <a:pt x="77" y="2"/>
                      <a:pt x="83" y="0"/>
                      <a:pt x="87" y="2"/>
                    </a:cubicBezTo>
                    <a:cubicBezTo>
                      <a:pt x="87" y="2"/>
                      <a:pt x="87" y="2"/>
                      <a:pt x="87" y="2"/>
                    </a:cubicBezTo>
                    <a:cubicBezTo>
                      <a:pt x="92" y="3"/>
                      <a:pt x="94" y="9"/>
                      <a:pt x="92" y="13"/>
                    </a:cubicBezTo>
                    <a:cubicBezTo>
                      <a:pt x="28" y="195"/>
                      <a:pt x="28" y="195"/>
                      <a:pt x="28" y="195"/>
                    </a:cubicBezTo>
                    <a:cubicBezTo>
                      <a:pt x="26" y="200"/>
                      <a:pt x="19" y="201"/>
                      <a:pt x="11" y="198"/>
                    </a:cubicBezTo>
                    <a:cubicBezTo>
                      <a:pt x="11" y="198"/>
                      <a:pt x="11" y="198"/>
                      <a:pt x="11" y="198"/>
                    </a:cubicBezTo>
                    <a:cubicBezTo>
                      <a:pt x="4" y="195"/>
                      <a:pt x="0" y="189"/>
                      <a:pt x="1" y="185"/>
                    </a:cubicBezTo>
                    <a:lnTo>
                      <a:pt x="76" y="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9" name="Oval 597">
                <a:extLst>
                  <a:ext uri="{FF2B5EF4-FFF2-40B4-BE49-F238E27FC236}">
                    <a16:creationId xmlns:a16="http://schemas.microsoft.com/office/drawing/2014/main" id="{BBF5E63C-4561-411C-B286-42616EA6D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958"/>
                <a:ext cx="1506" cy="1506"/>
              </a:xfrm>
              <a:prstGeom prst="ellipse">
                <a:avLst/>
              </a:prstGeom>
              <a:solidFill>
                <a:srgbClr val="67B6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530" name="Freeform 598">
                <a:extLst>
                  <a:ext uri="{FF2B5EF4-FFF2-40B4-BE49-F238E27FC236}">
                    <a16:creationId xmlns:a16="http://schemas.microsoft.com/office/drawing/2014/main" id="{67CA1A0C-B6B2-4050-929B-AC6B70675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166"/>
                <a:ext cx="274" cy="1113"/>
              </a:xfrm>
              <a:custGeom>
                <a:avLst/>
                <a:gdLst>
                  <a:gd name="T0" fmla="*/ 306 w 268"/>
                  <a:gd name="T1" fmla="*/ 1235 h 1090"/>
                  <a:gd name="T2" fmla="*/ 8 w 268"/>
                  <a:gd name="T3" fmla="*/ 632 h 1090"/>
                  <a:gd name="T4" fmla="*/ 302 w 268"/>
                  <a:gd name="T5" fmla="*/ 2 h 1090"/>
                  <a:gd name="T6" fmla="*/ 306 w 268"/>
                  <a:gd name="T7" fmla="*/ 0 h 1090"/>
                  <a:gd name="T8" fmla="*/ 62 w 268"/>
                  <a:gd name="T9" fmla="*/ 623 h 1090"/>
                  <a:gd name="T10" fmla="*/ 306 w 268"/>
                  <a:gd name="T11" fmla="*/ 1235 h 10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8" h="1090">
                    <a:moveTo>
                      <a:pt x="268" y="1090"/>
                    </a:moveTo>
                    <a:cubicBezTo>
                      <a:pt x="268" y="1090"/>
                      <a:pt x="16" y="885"/>
                      <a:pt x="8" y="557"/>
                    </a:cubicBezTo>
                    <a:cubicBezTo>
                      <a:pt x="0" y="215"/>
                      <a:pt x="238" y="23"/>
                      <a:pt x="265" y="2"/>
                    </a:cubicBezTo>
                    <a:cubicBezTo>
                      <a:pt x="267" y="0"/>
                      <a:pt x="268" y="0"/>
                      <a:pt x="268" y="0"/>
                    </a:cubicBezTo>
                    <a:cubicBezTo>
                      <a:pt x="268" y="0"/>
                      <a:pt x="56" y="232"/>
                      <a:pt x="56" y="549"/>
                    </a:cubicBezTo>
                    <a:cubicBezTo>
                      <a:pt x="56" y="866"/>
                      <a:pt x="268" y="1090"/>
                      <a:pt x="268" y="1090"/>
                    </a:cubicBezTo>
                    <a:close/>
                  </a:path>
                </a:pathLst>
              </a:custGeom>
              <a:solidFill>
                <a:srgbClr val="8CC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1" name="Freeform 599">
                <a:extLst>
                  <a:ext uri="{FF2B5EF4-FFF2-40B4-BE49-F238E27FC236}">
                    <a16:creationId xmlns:a16="http://schemas.microsoft.com/office/drawing/2014/main" id="{09941924-A2F0-43E8-89B0-3495A16D0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158"/>
                <a:ext cx="274" cy="1113"/>
              </a:xfrm>
              <a:custGeom>
                <a:avLst/>
                <a:gdLst>
                  <a:gd name="T0" fmla="*/ 0 w 268"/>
                  <a:gd name="T1" fmla="*/ 1235 h 1090"/>
                  <a:gd name="T2" fmla="*/ 296 w 268"/>
                  <a:gd name="T3" fmla="*/ 632 h 1090"/>
                  <a:gd name="T4" fmla="*/ 3 w 268"/>
                  <a:gd name="T5" fmla="*/ 2 h 1090"/>
                  <a:gd name="T6" fmla="*/ 0 w 268"/>
                  <a:gd name="T7" fmla="*/ 0 h 1090"/>
                  <a:gd name="T8" fmla="*/ 242 w 268"/>
                  <a:gd name="T9" fmla="*/ 623 h 1090"/>
                  <a:gd name="T10" fmla="*/ 0 w 268"/>
                  <a:gd name="T11" fmla="*/ 1235 h 10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8" h="1090">
                    <a:moveTo>
                      <a:pt x="0" y="1090"/>
                    </a:moveTo>
                    <a:cubicBezTo>
                      <a:pt x="0" y="1090"/>
                      <a:pt x="252" y="885"/>
                      <a:pt x="260" y="557"/>
                    </a:cubicBezTo>
                    <a:cubicBezTo>
                      <a:pt x="268" y="215"/>
                      <a:pt x="31" y="23"/>
                      <a:pt x="3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212" y="232"/>
                      <a:pt x="212" y="549"/>
                    </a:cubicBezTo>
                    <a:cubicBezTo>
                      <a:pt x="212" y="866"/>
                      <a:pt x="0" y="1090"/>
                      <a:pt x="0" y="1090"/>
                    </a:cubicBezTo>
                    <a:close/>
                  </a:path>
                </a:pathLst>
              </a:custGeom>
              <a:solidFill>
                <a:srgbClr val="129C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2" name="Oval 600">
                <a:extLst>
                  <a:ext uri="{FF2B5EF4-FFF2-40B4-BE49-F238E27FC236}">
                    <a16:creationId xmlns:a16="http://schemas.microsoft.com/office/drawing/2014/main" id="{EC2C1D38-C68B-455E-8F67-4C480BD02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958"/>
                <a:ext cx="1506" cy="1506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533" name="Freeform 601">
                <a:extLst>
                  <a:ext uri="{FF2B5EF4-FFF2-40B4-BE49-F238E27FC236}">
                    <a16:creationId xmlns:a16="http://schemas.microsoft.com/office/drawing/2014/main" id="{62FE9014-B94A-4686-B95D-E1E2C9BC8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963"/>
                <a:ext cx="949" cy="1499"/>
              </a:xfrm>
              <a:custGeom>
                <a:avLst/>
                <a:gdLst>
                  <a:gd name="T0" fmla="*/ 528 w 929"/>
                  <a:gd name="T1" fmla="*/ 1664 h 1468"/>
                  <a:gd name="T2" fmla="*/ 1055 w 929"/>
                  <a:gd name="T3" fmla="*/ 820 h 1468"/>
                  <a:gd name="T4" fmla="*/ 528 w 929"/>
                  <a:gd name="T5" fmla="*/ 0 h 1468"/>
                  <a:gd name="T6" fmla="*/ 527 w 929"/>
                  <a:gd name="T7" fmla="*/ 0 h 1468"/>
                  <a:gd name="T8" fmla="*/ 0 w 929"/>
                  <a:gd name="T9" fmla="*/ 820 h 1468"/>
                  <a:gd name="T10" fmla="*/ 527 w 929"/>
                  <a:gd name="T11" fmla="*/ 1664 h 1468"/>
                  <a:gd name="T12" fmla="*/ 528 w 929"/>
                  <a:gd name="T13" fmla="*/ 1664 h 14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9" h="1468">
                    <a:moveTo>
                      <a:pt x="465" y="1468"/>
                    </a:moveTo>
                    <a:cubicBezTo>
                      <a:pt x="465" y="1468"/>
                      <a:pt x="929" y="1222"/>
                      <a:pt x="929" y="723"/>
                    </a:cubicBezTo>
                    <a:cubicBezTo>
                      <a:pt x="929" y="225"/>
                      <a:pt x="465" y="0"/>
                      <a:pt x="465" y="0"/>
                    </a:cubicBezTo>
                    <a:cubicBezTo>
                      <a:pt x="464" y="0"/>
                      <a:pt x="464" y="0"/>
                      <a:pt x="464" y="0"/>
                    </a:cubicBezTo>
                    <a:cubicBezTo>
                      <a:pt x="464" y="0"/>
                      <a:pt x="0" y="225"/>
                      <a:pt x="0" y="723"/>
                    </a:cubicBezTo>
                    <a:cubicBezTo>
                      <a:pt x="0" y="1222"/>
                      <a:pt x="464" y="1468"/>
                      <a:pt x="464" y="1468"/>
                    </a:cubicBezTo>
                    <a:lnTo>
                      <a:pt x="465" y="1468"/>
                    </a:lnTo>
                    <a:close/>
                  </a:path>
                </a:pathLst>
              </a:custGeom>
              <a:solidFill>
                <a:srgbClr val="054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4" name="Freeform 602">
                <a:extLst>
                  <a:ext uri="{FF2B5EF4-FFF2-40B4-BE49-F238E27FC236}">
                    <a16:creationId xmlns:a16="http://schemas.microsoft.com/office/drawing/2014/main" id="{20167294-3BB6-41C8-8FE1-3ED17383E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280"/>
                <a:ext cx="484" cy="437"/>
              </a:xfrm>
              <a:custGeom>
                <a:avLst/>
                <a:gdLst>
                  <a:gd name="T0" fmla="*/ 243 w 484"/>
                  <a:gd name="T1" fmla="*/ 0 h 437"/>
                  <a:gd name="T2" fmla="*/ 484 w 484"/>
                  <a:gd name="T3" fmla="*/ 437 h 437"/>
                  <a:gd name="T4" fmla="*/ 0 w 484"/>
                  <a:gd name="T5" fmla="*/ 437 h 437"/>
                  <a:gd name="T6" fmla="*/ 243 w 484"/>
                  <a:gd name="T7" fmla="*/ 0 h 4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4" h="437">
                    <a:moveTo>
                      <a:pt x="243" y="0"/>
                    </a:moveTo>
                    <a:lnTo>
                      <a:pt x="484" y="437"/>
                    </a:lnTo>
                    <a:lnTo>
                      <a:pt x="0" y="437"/>
                    </a:lnTo>
                    <a:lnTo>
                      <a:pt x="243" y="0"/>
                    </a:lnTo>
                    <a:close/>
                  </a:path>
                </a:pathLst>
              </a:custGeom>
              <a:solidFill>
                <a:srgbClr val="3C27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5" name="Freeform 603">
                <a:extLst>
                  <a:ext uri="{FF2B5EF4-FFF2-40B4-BE49-F238E27FC236}">
                    <a16:creationId xmlns:a16="http://schemas.microsoft.com/office/drawing/2014/main" id="{92CE7C26-CAAC-4A03-8498-BFC0FCAA0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717"/>
                <a:ext cx="544" cy="424"/>
              </a:xfrm>
              <a:custGeom>
                <a:avLst/>
                <a:gdLst>
                  <a:gd name="T0" fmla="*/ 272 w 544"/>
                  <a:gd name="T1" fmla="*/ 424 h 424"/>
                  <a:gd name="T2" fmla="*/ 0 w 544"/>
                  <a:gd name="T3" fmla="*/ 0 h 424"/>
                  <a:gd name="T4" fmla="*/ 544 w 544"/>
                  <a:gd name="T5" fmla="*/ 0 h 424"/>
                  <a:gd name="T6" fmla="*/ 272 w 544"/>
                  <a:gd name="T7" fmla="*/ 424 h 4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4" h="424">
                    <a:moveTo>
                      <a:pt x="272" y="424"/>
                    </a:moveTo>
                    <a:lnTo>
                      <a:pt x="0" y="0"/>
                    </a:lnTo>
                    <a:lnTo>
                      <a:pt x="544" y="0"/>
                    </a:lnTo>
                    <a:lnTo>
                      <a:pt x="272" y="424"/>
                    </a:lnTo>
                    <a:close/>
                  </a:path>
                </a:pathLst>
              </a:custGeom>
              <a:solidFill>
                <a:srgbClr val="5A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6" name="Freeform 604">
                <a:extLst>
                  <a:ext uri="{FF2B5EF4-FFF2-40B4-BE49-F238E27FC236}">
                    <a16:creationId xmlns:a16="http://schemas.microsoft.com/office/drawing/2014/main" id="{B76B0A2F-BE61-4854-983F-8D42B3ABE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295"/>
                <a:ext cx="374" cy="425"/>
              </a:xfrm>
              <a:custGeom>
                <a:avLst/>
                <a:gdLst>
                  <a:gd name="T0" fmla="*/ 374 w 374"/>
                  <a:gd name="T1" fmla="*/ 0 h 425"/>
                  <a:gd name="T2" fmla="*/ 98 w 374"/>
                  <a:gd name="T3" fmla="*/ 425 h 425"/>
                  <a:gd name="T4" fmla="*/ 0 w 374"/>
                  <a:gd name="T5" fmla="*/ 173 h 425"/>
                  <a:gd name="T6" fmla="*/ 374 w 374"/>
                  <a:gd name="T7" fmla="*/ 0 h 4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4" h="425">
                    <a:moveTo>
                      <a:pt x="374" y="0"/>
                    </a:moveTo>
                    <a:lnTo>
                      <a:pt x="98" y="425"/>
                    </a:lnTo>
                    <a:lnTo>
                      <a:pt x="0" y="173"/>
                    </a:lnTo>
                    <a:lnTo>
                      <a:pt x="374" y="0"/>
                    </a:lnTo>
                    <a:close/>
                  </a:path>
                </a:pathLst>
              </a:custGeom>
              <a:solidFill>
                <a:srgbClr val="5A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7" name="Freeform 605">
                <a:extLst>
                  <a:ext uri="{FF2B5EF4-FFF2-40B4-BE49-F238E27FC236}">
                    <a16:creationId xmlns:a16="http://schemas.microsoft.com/office/drawing/2014/main" id="{E018C699-A1C6-43CF-B1C9-144EDA886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721"/>
                <a:ext cx="365" cy="420"/>
              </a:xfrm>
              <a:custGeom>
                <a:avLst/>
                <a:gdLst>
                  <a:gd name="T0" fmla="*/ 365 w 365"/>
                  <a:gd name="T1" fmla="*/ 420 h 420"/>
                  <a:gd name="T2" fmla="*/ 97 w 365"/>
                  <a:gd name="T3" fmla="*/ 0 h 420"/>
                  <a:gd name="T4" fmla="*/ 0 w 365"/>
                  <a:gd name="T5" fmla="*/ 252 h 420"/>
                  <a:gd name="T6" fmla="*/ 365 w 365"/>
                  <a:gd name="T7" fmla="*/ 420 h 4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5" h="420">
                    <a:moveTo>
                      <a:pt x="365" y="420"/>
                    </a:moveTo>
                    <a:lnTo>
                      <a:pt x="97" y="0"/>
                    </a:lnTo>
                    <a:lnTo>
                      <a:pt x="0" y="252"/>
                    </a:lnTo>
                    <a:lnTo>
                      <a:pt x="365" y="420"/>
                    </a:lnTo>
                    <a:close/>
                  </a:path>
                </a:pathLst>
              </a:custGeom>
              <a:solidFill>
                <a:srgbClr val="5A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8" name="Freeform 606">
                <a:extLst>
                  <a:ext uri="{FF2B5EF4-FFF2-40B4-BE49-F238E27FC236}">
                    <a16:creationId xmlns:a16="http://schemas.microsoft.com/office/drawing/2014/main" id="{FD330CE2-07A2-4F8E-AC6E-4018814D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295"/>
                <a:ext cx="360" cy="425"/>
              </a:xfrm>
              <a:custGeom>
                <a:avLst/>
                <a:gdLst>
                  <a:gd name="T0" fmla="*/ 0 w 360"/>
                  <a:gd name="T1" fmla="*/ 0 h 425"/>
                  <a:gd name="T2" fmla="*/ 264 w 360"/>
                  <a:gd name="T3" fmla="*/ 425 h 425"/>
                  <a:gd name="T4" fmla="*/ 360 w 360"/>
                  <a:gd name="T5" fmla="*/ 173 h 425"/>
                  <a:gd name="T6" fmla="*/ 0 w 360"/>
                  <a:gd name="T7" fmla="*/ 0 h 4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0" h="425">
                    <a:moveTo>
                      <a:pt x="0" y="0"/>
                    </a:moveTo>
                    <a:lnTo>
                      <a:pt x="264" y="425"/>
                    </a:lnTo>
                    <a:lnTo>
                      <a:pt x="360" y="1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A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9" name="Freeform 607">
                <a:extLst>
                  <a:ext uri="{FF2B5EF4-FFF2-40B4-BE49-F238E27FC236}">
                    <a16:creationId xmlns:a16="http://schemas.microsoft.com/office/drawing/2014/main" id="{7F248E5C-EE81-4A90-AB3C-83898A4A2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718"/>
                <a:ext cx="368" cy="424"/>
              </a:xfrm>
              <a:custGeom>
                <a:avLst/>
                <a:gdLst>
                  <a:gd name="T0" fmla="*/ 0 w 368"/>
                  <a:gd name="T1" fmla="*/ 424 h 424"/>
                  <a:gd name="T2" fmla="*/ 271 w 368"/>
                  <a:gd name="T3" fmla="*/ 0 h 424"/>
                  <a:gd name="T4" fmla="*/ 368 w 368"/>
                  <a:gd name="T5" fmla="*/ 255 h 424"/>
                  <a:gd name="T6" fmla="*/ 0 w 368"/>
                  <a:gd name="T7" fmla="*/ 424 h 4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8" h="424">
                    <a:moveTo>
                      <a:pt x="0" y="424"/>
                    </a:moveTo>
                    <a:lnTo>
                      <a:pt x="271" y="0"/>
                    </a:lnTo>
                    <a:lnTo>
                      <a:pt x="368" y="255"/>
                    </a:lnTo>
                    <a:lnTo>
                      <a:pt x="0" y="424"/>
                    </a:lnTo>
                    <a:close/>
                  </a:path>
                </a:pathLst>
              </a:custGeom>
              <a:solidFill>
                <a:srgbClr val="5A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0" name="Freeform 608">
                <a:extLst>
                  <a:ext uri="{FF2B5EF4-FFF2-40B4-BE49-F238E27FC236}">
                    <a16:creationId xmlns:a16="http://schemas.microsoft.com/office/drawing/2014/main" id="{301E23FC-846F-4845-9A70-8AE692C91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468"/>
                <a:ext cx="97" cy="505"/>
              </a:xfrm>
              <a:custGeom>
                <a:avLst/>
                <a:gdLst>
                  <a:gd name="T0" fmla="*/ 96 w 97"/>
                  <a:gd name="T1" fmla="*/ 0 h 505"/>
                  <a:gd name="T2" fmla="*/ 0 w 97"/>
                  <a:gd name="T3" fmla="*/ 251 h 505"/>
                  <a:gd name="T4" fmla="*/ 97 w 97"/>
                  <a:gd name="T5" fmla="*/ 505 h 505"/>
                  <a:gd name="T6" fmla="*/ 96 w 97"/>
                  <a:gd name="T7" fmla="*/ 0 h 5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505">
                    <a:moveTo>
                      <a:pt x="96" y="0"/>
                    </a:moveTo>
                    <a:lnTo>
                      <a:pt x="0" y="251"/>
                    </a:lnTo>
                    <a:lnTo>
                      <a:pt x="97" y="505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5A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1" name="Freeform 609">
                <a:extLst>
                  <a:ext uri="{FF2B5EF4-FFF2-40B4-BE49-F238E27FC236}">
                    <a16:creationId xmlns:a16="http://schemas.microsoft.com/office/drawing/2014/main" id="{821D84E1-39C0-45BB-A844-B8E8883CE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468"/>
                <a:ext cx="96" cy="505"/>
              </a:xfrm>
              <a:custGeom>
                <a:avLst/>
                <a:gdLst>
                  <a:gd name="T0" fmla="*/ 1 w 96"/>
                  <a:gd name="T1" fmla="*/ 0 h 505"/>
                  <a:gd name="T2" fmla="*/ 96 w 96"/>
                  <a:gd name="T3" fmla="*/ 253 h 505"/>
                  <a:gd name="T4" fmla="*/ 0 w 96"/>
                  <a:gd name="T5" fmla="*/ 505 h 505"/>
                  <a:gd name="T6" fmla="*/ 1 w 96"/>
                  <a:gd name="T7" fmla="*/ 0 h 5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505">
                    <a:moveTo>
                      <a:pt x="1" y="0"/>
                    </a:moveTo>
                    <a:lnTo>
                      <a:pt x="96" y="253"/>
                    </a:lnTo>
                    <a:lnTo>
                      <a:pt x="0" y="50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A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2" name="Freeform 610">
                <a:extLst>
                  <a:ext uri="{FF2B5EF4-FFF2-40B4-BE49-F238E27FC236}">
                    <a16:creationId xmlns:a16="http://schemas.microsoft.com/office/drawing/2014/main" id="{9C9136C5-0271-4AC6-80F5-27CDE0C12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708"/>
                <a:ext cx="19" cy="45"/>
              </a:xfrm>
              <a:custGeom>
                <a:avLst/>
                <a:gdLst>
                  <a:gd name="T0" fmla="*/ 12 w 19"/>
                  <a:gd name="T1" fmla="*/ 50 h 44"/>
                  <a:gd name="T2" fmla="*/ 3 w 19"/>
                  <a:gd name="T3" fmla="*/ 34 h 44"/>
                  <a:gd name="T4" fmla="*/ 0 w 19"/>
                  <a:gd name="T5" fmla="*/ 15 h 44"/>
                  <a:gd name="T6" fmla="*/ 5 w 19"/>
                  <a:gd name="T7" fmla="*/ 7 h 44"/>
                  <a:gd name="T8" fmla="*/ 11 w 19"/>
                  <a:gd name="T9" fmla="*/ 0 h 44"/>
                  <a:gd name="T10" fmla="*/ 18 w 19"/>
                  <a:gd name="T11" fmla="*/ 31 h 44"/>
                  <a:gd name="T12" fmla="*/ 19 w 19"/>
                  <a:gd name="T13" fmla="*/ 33 h 44"/>
                  <a:gd name="T14" fmla="*/ 17 w 19"/>
                  <a:gd name="T15" fmla="*/ 38 h 44"/>
                  <a:gd name="T16" fmla="*/ 12 w 19"/>
                  <a:gd name="T17" fmla="*/ 49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44">
                    <a:moveTo>
                      <a:pt x="12" y="44"/>
                    </a:moveTo>
                    <a:cubicBezTo>
                      <a:pt x="8" y="39"/>
                      <a:pt x="6" y="34"/>
                      <a:pt x="3" y="28"/>
                    </a:cubicBezTo>
                    <a:cubicBezTo>
                      <a:pt x="2" y="24"/>
                      <a:pt x="1" y="19"/>
                      <a:pt x="0" y="15"/>
                    </a:cubicBezTo>
                    <a:cubicBezTo>
                      <a:pt x="1" y="12"/>
                      <a:pt x="2" y="9"/>
                      <a:pt x="5" y="7"/>
                    </a:cubicBezTo>
                    <a:cubicBezTo>
                      <a:pt x="7" y="5"/>
                      <a:pt x="9" y="2"/>
                      <a:pt x="11" y="0"/>
                    </a:cubicBezTo>
                    <a:cubicBezTo>
                      <a:pt x="10" y="8"/>
                      <a:pt x="14" y="17"/>
                      <a:pt x="18" y="25"/>
                    </a:cubicBezTo>
                    <a:cubicBezTo>
                      <a:pt x="19" y="26"/>
                      <a:pt x="19" y="26"/>
                      <a:pt x="19" y="27"/>
                    </a:cubicBezTo>
                    <a:cubicBezTo>
                      <a:pt x="19" y="28"/>
                      <a:pt x="18" y="31"/>
                      <a:pt x="17" y="32"/>
                    </a:cubicBezTo>
                    <a:cubicBezTo>
                      <a:pt x="16" y="36"/>
                      <a:pt x="14" y="39"/>
                      <a:pt x="12" y="43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3" name="Freeform 611">
                <a:extLst>
                  <a:ext uri="{FF2B5EF4-FFF2-40B4-BE49-F238E27FC236}">
                    <a16:creationId xmlns:a16="http://schemas.microsoft.com/office/drawing/2014/main" id="{822B9CE3-EDEE-4662-84C2-B2B3F3019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684"/>
                <a:ext cx="21" cy="37"/>
              </a:xfrm>
              <a:custGeom>
                <a:avLst/>
                <a:gdLst>
                  <a:gd name="T0" fmla="*/ 8 w 21"/>
                  <a:gd name="T1" fmla="*/ 42 h 36"/>
                  <a:gd name="T2" fmla="*/ 5 w 21"/>
                  <a:gd name="T3" fmla="*/ 36 h 36"/>
                  <a:gd name="T4" fmla="*/ 2 w 21"/>
                  <a:gd name="T5" fmla="*/ 26 h 36"/>
                  <a:gd name="T6" fmla="*/ 0 w 21"/>
                  <a:gd name="T7" fmla="*/ 9 h 36"/>
                  <a:gd name="T8" fmla="*/ 7 w 21"/>
                  <a:gd name="T9" fmla="*/ 3 h 36"/>
                  <a:gd name="T10" fmla="*/ 15 w 21"/>
                  <a:gd name="T11" fmla="*/ 0 h 36"/>
                  <a:gd name="T12" fmla="*/ 16 w 21"/>
                  <a:gd name="T13" fmla="*/ 17 h 36"/>
                  <a:gd name="T14" fmla="*/ 21 w 21"/>
                  <a:gd name="T15" fmla="*/ 31 h 36"/>
                  <a:gd name="T16" fmla="*/ 9 w 21"/>
                  <a:gd name="T17" fmla="*/ 41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6">
                    <a:moveTo>
                      <a:pt x="8" y="36"/>
                    </a:moveTo>
                    <a:cubicBezTo>
                      <a:pt x="6" y="35"/>
                      <a:pt x="6" y="31"/>
                      <a:pt x="5" y="30"/>
                    </a:cubicBezTo>
                    <a:cubicBezTo>
                      <a:pt x="3" y="27"/>
                      <a:pt x="3" y="24"/>
                      <a:pt x="2" y="20"/>
                    </a:cubicBezTo>
                    <a:cubicBezTo>
                      <a:pt x="1" y="17"/>
                      <a:pt x="0" y="13"/>
                      <a:pt x="0" y="9"/>
                    </a:cubicBezTo>
                    <a:cubicBezTo>
                      <a:pt x="1" y="7"/>
                      <a:pt x="5" y="5"/>
                      <a:pt x="7" y="3"/>
                    </a:cubicBezTo>
                    <a:cubicBezTo>
                      <a:pt x="9" y="2"/>
                      <a:pt x="12" y="1"/>
                      <a:pt x="15" y="0"/>
                    </a:cubicBezTo>
                    <a:cubicBezTo>
                      <a:pt x="12" y="4"/>
                      <a:pt x="14" y="13"/>
                      <a:pt x="16" y="17"/>
                    </a:cubicBezTo>
                    <a:cubicBezTo>
                      <a:pt x="17" y="20"/>
                      <a:pt x="18" y="25"/>
                      <a:pt x="21" y="25"/>
                    </a:cubicBezTo>
                    <a:cubicBezTo>
                      <a:pt x="17" y="28"/>
                      <a:pt x="12" y="31"/>
                      <a:pt x="9" y="35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4" name="Freeform 612">
                <a:extLst>
                  <a:ext uri="{FF2B5EF4-FFF2-40B4-BE49-F238E27FC236}">
                    <a16:creationId xmlns:a16="http://schemas.microsoft.com/office/drawing/2014/main" id="{B9D15731-07C3-4994-97E3-0A6B74FD8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672"/>
                <a:ext cx="23" cy="29"/>
              </a:xfrm>
              <a:custGeom>
                <a:avLst/>
                <a:gdLst>
                  <a:gd name="T0" fmla="*/ 4 w 22"/>
                  <a:gd name="T1" fmla="*/ 29 h 29"/>
                  <a:gd name="T2" fmla="*/ 1 w 22"/>
                  <a:gd name="T3" fmla="*/ 16 h 29"/>
                  <a:gd name="T4" fmla="*/ 8 w 22"/>
                  <a:gd name="T5" fmla="*/ 5 h 29"/>
                  <a:gd name="T6" fmla="*/ 20 w 22"/>
                  <a:gd name="T7" fmla="*/ 2 h 29"/>
                  <a:gd name="T8" fmla="*/ 28 w 22"/>
                  <a:gd name="T9" fmla="*/ 0 h 29"/>
                  <a:gd name="T10" fmla="*/ 19 w 22"/>
                  <a:gd name="T11" fmla="*/ 16 h 29"/>
                  <a:gd name="T12" fmla="*/ 23 w 22"/>
                  <a:gd name="T13" fmla="*/ 25 h 29"/>
                  <a:gd name="T14" fmla="*/ 20 w 22"/>
                  <a:gd name="T15" fmla="*/ 25 h 29"/>
                  <a:gd name="T16" fmla="*/ 9 w 22"/>
                  <a:gd name="T17" fmla="*/ 27 h 29"/>
                  <a:gd name="T18" fmla="*/ 4 w 22"/>
                  <a:gd name="T19" fmla="*/ 28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29">
                    <a:moveTo>
                      <a:pt x="4" y="29"/>
                    </a:moveTo>
                    <a:cubicBezTo>
                      <a:pt x="1" y="27"/>
                      <a:pt x="0" y="19"/>
                      <a:pt x="1" y="16"/>
                    </a:cubicBezTo>
                    <a:cubicBezTo>
                      <a:pt x="2" y="12"/>
                      <a:pt x="6" y="9"/>
                      <a:pt x="8" y="5"/>
                    </a:cubicBezTo>
                    <a:cubicBezTo>
                      <a:pt x="9" y="3"/>
                      <a:pt x="11" y="3"/>
                      <a:pt x="14" y="2"/>
                    </a:cubicBezTo>
                    <a:cubicBezTo>
                      <a:pt x="16" y="1"/>
                      <a:pt x="19" y="0"/>
                      <a:pt x="22" y="0"/>
                    </a:cubicBezTo>
                    <a:cubicBezTo>
                      <a:pt x="19" y="5"/>
                      <a:pt x="13" y="10"/>
                      <a:pt x="13" y="16"/>
                    </a:cubicBezTo>
                    <a:cubicBezTo>
                      <a:pt x="13" y="20"/>
                      <a:pt x="14" y="22"/>
                      <a:pt x="17" y="25"/>
                    </a:cubicBezTo>
                    <a:cubicBezTo>
                      <a:pt x="16" y="25"/>
                      <a:pt x="15" y="25"/>
                      <a:pt x="14" y="25"/>
                    </a:cubicBezTo>
                    <a:cubicBezTo>
                      <a:pt x="12" y="25"/>
                      <a:pt x="11" y="26"/>
                      <a:pt x="9" y="27"/>
                    </a:cubicBezTo>
                    <a:cubicBezTo>
                      <a:pt x="8" y="27"/>
                      <a:pt x="4" y="28"/>
                      <a:pt x="4" y="28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5" name="Freeform 613">
                <a:extLst>
                  <a:ext uri="{FF2B5EF4-FFF2-40B4-BE49-F238E27FC236}">
                    <a16:creationId xmlns:a16="http://schemas.microsoft.com/office/drawing/2014/main" id="{5947FA32-A542-4265-8CCE-21768FBD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664"/>
                <a:ext cx="19" cy="30"/>
              </a:xfrm>
              <a:custGeom>
                <a:avLst/>
                <a:gdLst>
                  <a:gd name="T0" fmla="*/ 13 w 19"/>
                  <a:gd name="T1" fmla="*/ 25 h 30"/>
                  <a:gd name="T2" fmla="*/ 12 w 19"/>
                  <a:gd name="T3" fmla="*/ 22 h 30"/>
                  <a:gd name="T4" fmla="*/ 12 w 19"/>
                  <a:gd name="T5" fmla="*/ 17 h 30"/>
                  <a:gd name="T6" fmla="*/ 14 w 19"/>
                  <a:gd name="T7" fmla="*/ 9 h 30"/>
                  <a:gd name="T8" fmla="*/ 19 w 19"/>
                  <a:gd name="T9" fmla="*/ 0 h 30"/>
                  <a:gd name="T10" fmla="*/ 10 w 19"/>
                  <a:gd name="T11" fmla="*/ 4 h 30"/>
                  <a:gd name="T12" fmla="*/ 6 w 19"/>
                  <a:gd name="T13" fmla="*/ 5 h 30"/>
                  <a:gd name="T14" fmla="*/ 0 w 19"/>
                  <a:gd name="T15" fmla="*/ 17 h 30"/>
                  <a:gd name="T16" fmla="*/ 2 w 19"/>
                  <a:gd name="T17" fmla="*/ 30 h 30"/>
                  <a:gd name="T18" fmla="*/ 14 w 19"/>
                  <a:gd name="T19" fmla="*/ 26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30">
                    <a:moveTo>
                      <a:pt x="13" y="25"/>
                    </a:moveTo>
                    <a:cubicBezTo>
                      <a:pt x="14" y="26"/>
                      <a:pt x="12" y="23"/>
                      <a:pt x="12" y="22"/>
                    </a:cubicBezTo>
                    <a:cubicBezTo>
                      <a:pt x="12" y="21"/>
                      <a:pt x="11" y="19"/>
                      <a:pt x="12" y="17"/>
                    </a:cubicBezTo>
                    <a:cubicBezTo>
                      <a:pt x="12" y="14"/>
                      <a:pt x="13" y="12"/>
                      <a:pt x="14" y="9"/>
                    </a:cubicBezTo>
                    <a:cubicBezTo>
                      <a:pt x="15" y="6"/>
                      <a:pt x="18" y="2"/>
                      <a:pt x="19" y="0"/>
                    </a:cubicBezTo>
                    <a:cubicBezTo>
                      <a:pt x="16" y="1"/>
                      <a:pt x="13" y="3"/>
                      <a:pt x="10" y="4"/>
                    </a:cubicBezTo>
                    <a:cubicBezTo>
                      <a:pt x="9" y="4"/>
                      <a:pt x="7" y="4"/>
                      <a:pt x="6" y="5"/>
                    </a:cubicBezTo>
                    <a:cubicBezTo>
                      <a:pt x="5" y="6"/>
                      <a:pt x="0" y="16"/>
                      <a:pt x="0" y="17"/>
                    </a:cubicBezTo>
                    <a:cubicBezTo>
                      <a:pt x="0" y="25"/>
                      <a:pt x="0" y="23"/>
                      <a:pt x="2" y="30"/>
                    </a:cubicBezTo>
                    <a:cubicBezTo>
                      <a:pt x="6" y="28"/>
                      <a:pt x="10" y="27"/>
                      <a:pt x="14" y="26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6" name="Freeform 614">
                <a:extLst>
                  <a:ext uri="{FF2B5EF4-FFF2-40B4-BE49-F238E27FC236}">
                    <a16:creationId xmlns:a16="http://schemas.microsoft.com/office/drawing/2014/main" id="{AAA0D939-C631-44BE-A4EE-ADC34AEBB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647"/>
                <a:ext cx="24" cy="31"/>
              </a:xfrm>
              <a:custGeom>
                <a:avLst/>
                <a:gdLst>
                  <a:gd name="T0" fmla="*/ 10 w 23"/>
                  <a:gd name="T1" fmla="*/ 36 h 30"/>
                  <a:gd name="T2" fmla="*/ 4 w 23"/>
                  <a:gd name="T3" fmla="*/ 25 h 30"/>
                  <a:gd name="T4" fmla="*/ 1 w 23"/>
                  <a:gd name="T5" fmla="*/ 9 h 30"/>
                  <a:gd name="T6" fmla="*/ 5 w 23"/>
                  <a:gd name="T7" fmla="*/ 4 h 30"/>
                  <a:gd name="T8" fmla="*/ 8 w 23"/>
                  <a:gd name="T9" fmla="*/ 0 h 30"/>
                  <a:gd name="T10" fmla="*/ 9 w 23"/>
                  <a:gd name="T11" fmla="*/ 6 h 30"/>
                  <a:gd name="T12" fmla="*/ 20 w 23"/>
                  <a:gd name="T13" fmla="*/ 13 h 30"/>
                  <a:gd name="T14" fmla="*/ 29 w 23"/>
                  <a:gd name="T15" fmla="*/ 26 h 30"/>
                  <a:gd name="T16" fmla="*/ 11 w 23"/>
                  <a:gd name="T17" fmla="*/ 36 h 30"/>
                  <a:gd name="T18" fmla="*/ 10 w 23"/>
                  <a:gd name="T19" fmla="*/ 35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30">
                    <a:moveTo>
                      <a:pt x="10" y="30"/>
                    </a:moveTo>
                    <a:cubicBezTo>
                      <a:pt x="8" y="26"/>
                      <a:pt x="5" y="23"/>
                      <a:pt x="4" y="19"/>
                    </a:cubicBezTo>
                    <a:cubicBezTo>
                      <a:pt x="3" y="16"/>
                      <a:pt x="0" y="12"/>
                      <a:pt x="1" y="9"/>
                    </a:cubicBezTo>
                    <a:cubicBezTo>
                      <a:pt x="1" y="8"/>
                      <a:pt x="4" y="6"/>
                      <a:pt x="5" y="4"/>
                    </a:cubicBezTo>
                    <a:cubicBezTo>
                      <a:pt x="6" y="2"/>
                      <a:pt x="6" y="1"/>
                      <a:pt x="8" y="0"/>
                    </a:cubicBezTo>
                    <a:cubicBezTo>
                      <a:pt x="8" y="2"/>
                      <a:pt x="8" y="4"/>
                      <a:pt x="9" y="6"/>
                    </a:cubicBezTo>
                    <a:cubicBezTo>
                      <a:pt x="10" y="8"/>
                      <a:pt x="12" y="10"/>
                      <a:pt x="14" y="13"/>
                    </a:cubicBezTo>
                    <a:cubicBezTo>
                      <a:pt x="16" y="16"/>
                      <a:pt x="20" y="19"/>
                      <a:pt x="23" y="20"/>
                    </a:cubicBezTo>
                    <a:cubicBezTo>
                      <a:pt x="19" y="23"/>
                      <a:pt x="15" y="27"/>
                      <a:pt x="11" y="30"/>
                    </a:cubicBezTo>
                    <a:cubicBezTo>
                      <a:pt x="11" y="30"/>
                      <a:pt x="11" y="30"/>
                      <a:pt x="10" y="29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7" name="Freeform 615">
                <a:extLst>
                  <a:ext uri="{FF2B5EF4-FFF2-40B4-BE49-F238E27FC236}">
                    <a16:creationId xmlns:a16="http://schemas.microsoft.com/office/drawing/2014/main" id="{E8DFE35F-4865-4517-8485-29D1BA690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619"/>
                <a:ext cx="22" cy="38"/>
              </a:xfrm>
              <a:custGeom>
                <a:avLst/>
                <a:gdLst>
                  <a:gd name="T0" fmla="*/ 14 w 22"/>
                  <a:gd name="T1" fmla="*/ 43 h 37"/>
                  <a:gd name="T2" fmla="*/ 11 w 22"/>
                  <a:gd name="T3" fmla="*/ 38 h 37"/>
                  <a:gd name="T4" fmla="*/ 6 w 22"/>
                  <a:gd name="T5" fmla="*/ 30 h 37"/>
                  <a:gd name="T6" fmla="*/ 1 w 22"/>
                  <a:gd name="T7" fmla="*/ 14 h 37"/>
                  <a:gd name="T8" fmla="*/ 1 w 22"/>
                  <a:gd name="T9" fmla="*/ 8 h 37"/>
                  <a:gd name="T10" fmla="*/ 3 w 22"/>
                  <a:gd name="T11" fmla="*/ 0 h 37"/>
                  <a:gd name="T12" fmla="*/ 6 w 22"/>
                  <a:gd name="T13" fmla="*/ 6 h 37"/>
                  <a:gd name="T14" fmla="*/ 11 w 22"/>
                  <a:gd name="T15" fmla="*/ 15 h 37"/>
                  <a:gd name="T16" fmla="*/ 22 w 22"/>
                  <a:gd name="T17" fmla="*/ 29 h 37"/>
                  <a:gd name="T18" fmla="*/ 15 w 22"/>
                  <a:gd name="T19" fmla="*/ 42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37">
                    <a:moveTo>
                      <a:pt x="14" y="37"/>
                    </a:moveTo>
                    <a:cubicBezTo>
                      <a:pt x="14" y="36"/>
                      <a:pt x="12" y="33"/>
                      <a:pt x="11" y="32"/>
                    </a:cubicBezTo>
                    <a:cubicBezTo>
                      <a:pt x="9" y="29"/>
                      <a:pt x="7" y="27"/>
                      <a:pt x="6" y="24"/>
                    </a:cubicBezTo>
                    <a:cubicBezTo>
                      <a:pt x="4" y="21"/>
                      <a:pt x="2" y="17"/>
                      <a:pt x="1" y="14"/>
                    </a:cubicBezTo>
                    <a:cubicBezTo>
                      <a:pt x="0" y="11"/>
                      <a:pt x="0" y="10"/>
                      <a:pt x="1" y="8"/>
                    </a:cubicBezTo>
                    <a:cubicBezTo>
                      <a:pt x="1" y="5"/>
                      <a:pt x="2" y="2"/>
                      <a:pt x="3" y="0"/>
                    </a:cubicBezTo>
                    <a:cubicBezTo>
                      <a:pt x="3" y="1"/>
                      <a:pt x="5" y="4"/>
                      <a:pt x="6" y="6"/>
                    </a:cubicBezTo>
                    <a:cubicBezTo>
                      <a:pt x="7" y="9"/>
                      <a:pt x="9" y="12"/>
                      <a:pt x="11" y="15"/>
                    </a:cubicBezTo>
                    <a:cubicBezTo>
                      <a:pt x="14" y="18"/>
                      <a:pt x="18" y="24"/>
                      <a:pt x="22" y="23"/>
                    </a:cubicBezTo>
                    <a:cubicBezTo>
                      <a:pt x="20" y="28"/>
                      <a:pt x="17" y="31"/>
                      <a:pt x="15" y="36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8" name="Freeform 616">
                <a:extLst>
                  <a:ext uri="{FF2B5EF4-FFF2-40B4-BE49-F238E27FC236}">
                    <a16:creationId xmlns:a16="http://schemas.microsoft.com/office/drawing/2014/main" id="{9A88D261-4842-4403-850A-6E67D9EDC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592"/>
                <a:ext cx="27" cy="28"/>
              </a:xfrm>
              <a:custGeom>
                <a:avLst/>
                <a:gdLst>
                  <a:gd name="T0" fmla="*/ 26 w 27"/>
                  <a:gd name="T1" fmla="*/ 33 h 27"/>
                  <a:gd name="T2" fmla="*/ 1 w 27"/>
                  <a:gd name="T3" fmla="*/ 12 h 27"/>
                  <a:gd name="T4" fmla="*/ 0 w 27"/>
                  <a:gd name="T5" fmla="*/ 8 h 27"/>
                  <a:gd name="T6" fmla="*/ 0 w 27"/>
                  <a:gd name="T7" fmla="*/ 0 h 27"/>
                  <a:gd name="T8" fmla="*/ 8 w 27"/>
                  <a:gd name="T9" fmla="*/ 6 h 27"/>
                  <a:gd name="T10" fmla="*/ 22 w 27"/>
                  <a:gd name="T11" fmla="*/ 13 h 27"/>
                  <a:gd name="T12" fmla="*/ 27 w 27"/>
                  <a:gd name="T13" fmla="*/ 23 h 27"/>
                  <a:gd name="T14" fmla="*/ 26 w 27"/>
                  <a:gd name="T15" fmla="*/ 29 h 27"/>
                  <a:gd name="T16" fmla="*/ 26 w 27"/>
                  <a:gd name="T17" fmla="*/ 33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6" y="27"/>
                    </a:moveTo>
                    <a:cubicBezTo>
                      <a:pt x="17" y="27"/>
                      <a:pt x="7" y="18"/>
                      <a:pt x="1" y="12"/>
                    </a:cubicBezTo>
                    <a:cubicBezTo>
                      <a:pt x="0" y="10"/>
                      <a:pt x="0" y="10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  <a:cubicBezTo>
                      <a:pt x="2" y="0"/>
                      <a:pt x="6" y="4"/>
                      <a:pt x="8" y="6"/>
                    </a:cubicBezTo>
                    <a:cubicBezTo>
                      <a:pt x="13" y="9"/>
                      <a:pt x="17" y="11"/>
                      <a:pt x="22" y="13"/>
                    </a:cubicBezTo>
                    <a:cubicBezTo>
                      <a:pt x="24" y="15"/>
                      <a:pt x="27" y="14"/>
                      <a:pt x="27" y="17"/>
                    </a:cubicBezTo>
                    <a:cubicBezTo>
                      <a:pt x="27" y="19"/>
                      <a:pt x="27" y="21"/>
                      <a:pt x="26" y="23"/>
                    </a:cubicBezTo>
                    <a:cubicBezTo>
                      <a:pt x="26" y="24"/>
                      <a:pt x="26" y="25"/>
                      <a:pt x="26" y="27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9" name="Freeform 617">
                <a:extLst>
                  <a:ext uri="{FF2B5EF4-FFF2-40B4-BE49-F238E27FC236}">
                    <a16:creationId xmlns:a16="http://schemas.microsoft.com/office/drawing/2014/main" id="{DF747D41-4227-4150-8E35-796EDD9B0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708"/>
                <a:ext cx="45" cy="18"/>
              </a:xfrm>
              <a:custGeom>
                <a:avLst/>
                <a:gdLst>
                  <a:gd name="T0" fmla="*/ 50 w 44"/>
                  <a:gd name="T1" fmla="*/ 1 h 18"/>
                  <a:gd name="T2" fmla="*/ 43 w 44"/>
                  <a:gd name="T3" fmla="*/ 5 h 18"/>
                  <a:gd name="T4" fmla="*/ 31 w 44"/>
                  <a:gd name="T5" fmla="*/ 5 h 18"/>
                  <a:gd name="T6" fmla="*/ 17 w 44"/>
                  <a:gd name="T7" fmla="*/ 2 h 18"/>
                  <a:gd name="T8" fmla="*/ 12 w 44"/>
                  <a:gd name="T9" fmla="*/ 0 h 18"/>
                  <a:gd name="T10" fmla="*/ 5 w 44"/>
                  <a:gd name="T11" fmla="*/ 6 h 18"/>
                  <a:gd name="T12" fmla="*/ 0 w 44"/>
                  <a:gd name="T13" fmla="*/ 14 h 18"/>
                  <a:gd name="T14" fmla="*/ 16 w 44"/>
                  <a:gd name="T15" fmla="*/ 18 h 18"/>
                  <a:gd name="T16" fmla="*/ 36 w 44"/>
                  <a:gd name="T17" fmla="*/ 15 h 18"/>
                  <a:gd name="T18" fmla="*/ 50 w 44"/>
                  <a:gd name="T19" fmla="*/ 2 h 18"/>
                  <a:gd name="T20" fmla="*/ 50 w 44"/>
                  <a:gd name="T21" fmla="*/ 2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18">
                    <a:moveTo>
                      <a:pt x="44" y="1"/>
                    </a:moveTo>
                    <a:cubicBezTo>
                      <a:pt x="44" y="4"/>
                      <a:pt x="39" y="4"/>
                      <a:pt x="37" y="5"/>
                    </a:cubicBezTo>
                    <a:cubicBezTo>
                      <a:pt x="33" y="5"/>
                      <a:pt x="29" y="6"/>
                      <a:pt x="25" y="5"/>
                    </a:cubicBezTo>
                    <a:cubicBezTo>
                      <a:pt x="22" y="4"/>
                      <a:pt x="20" y="3"/>
                      <a:pt x="17" y="2"/>
                    </a:cubicBezTo>
                    <a:cubicBezTo>
                      <a:pt x="15" y="2"/>
                      <a:pt x="13" y="1"/>
                      <a:pt x="12" y="0"/>
                    </a:cubicBezTo>
                    <a:cubicBezTo>
                      <a:pt x="9" y="1"/>
                      <a:pt x="7" y="4"/>
                      <a:pt x="5" y="6"/>
                    </a:cubicBezTo>
                    <a:cubicBezTo>
                      <a:pt x="2" y="9"/>
                      <a:pt x="1" y="11"/>
                      <a:pt x="0" y="14"/>
                    </a:cubicBezTo>
                    <a:cubicBezTo>
                      <a:pt x="4" y="18"/>
                      <a:pt x="11" y="18"/>
                      <a:pt x="16" y="18"/>
                    </a:cubicBezTo>
                    <a:cubicBezTo>
                      <a:pt x="21" y="18"/>
                      <a:pt x="26" y="18"/>
                      <a:pt x="30" y="15"/>
                    </a:cubicBezTo>
                    <a:cubicBezTo>
                      <a:pt x="35" y="11"/>
                      <a:pt x="38" y="5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0" name="Freeform 618">
                <a:extLst>
                  <a:ext uri="{FF2B5EF4-FFF2-40B4-BE49-F238E27FC236}">
                    <a16:creationId xmlns:a16="http://schemas.microsoft.com/office/drawing/2014/main" id="{2D0DAACE-5BD1-422A-B0E6-2F151BE68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684"/>
                <a:ext cx="50" cy="18"/>
              </a:xfrm>
              <a:custGeom>
                <a:avLst/>
                <a:gdLst>
                  <a:gd name="T0" fmla="*/ 0 w 49"/>
                  <a:gd name="T1" fmla="*/ 8 h 18"/>
                  <a:gd name="T2" fmla="*/ 21 w 49"/>
                  <a:gd name="T3" fmla="*/ 17 h 18"/>
                  <a:gd name="T4" fmla="*/ 38 w 49"/>
                  <a:gd name="T5" fmla="*/ 17 h 18"/>
                  <a:gd name="T6" fmla="*/ 49 w 49"/>
                  <a:gd name="T7" fmla="*/ 14 h 18"/>
                  <a:gd name="T8" fmla="*/ 55 w 49"/>
                  <a:gd name="T9" fmla="*/ 12 h 18"/>
                  <a:gd name="T10" fmla="*/ 19 w 49"/>
                  <a:gd name="T11" fmla="*/ 5 h 18"/>
                  <a:gd name="T12" fmla="*/ 15 w 49"/>
                  <a:gd name="T13" fmla="*/ 2 h 18"/>
                  <a:gd name="T14" fmla="*/ 11 w 49"/>
                  <a:gd name="T15" fmla="*/ 2 h 18"/>
                  <a:gd name="T16" fmla="*/ 5 w 49"/>
                  <a:gd name="T17" fmla="*/ 4 h 18"/>
                  <a:gd name="T18" fmla="*/ 1 w 49"/>
                  <a:gd name="T19" fmla="*/ 7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18">
                    <a:moveTo>
                      <a:pt x="0" y="8"/>
                    </a:moveTo>
                    <a:cubicBezTo>
                      <a:pt x="7" y="11"/>
                      <a:pt x="13" y="15"/>
                      <a:pt x="21" y="17"/>
                    </a:cubicBezTo>
                    <a:cubicBezTo>
                      <a:pt x="25" y="17"/>
                      <a:pt x="28" y="18"/>
                      <a:pt x="32" y="17"/>
                    </a:cubicBezTo>
                    <a:cubicBezTo>
                      <a:pt x="36" y="16"/>
                      <a:pt x="39" y="15"/>
                      <a:pt x="43" y="14"/>
                    </a:cubicBezTo>
                    <a:cubicBezTo>
                      <a:pt x="45" y="14"/>
                      <a:pt x="48" y="13"/>
                      <a:pt x="49" y="12"/>
                    </a:cubicBezTo>
                    <a:cubicBezTo>
                      <a:pt x="40" y="9"/>
                      <a:pt x="28" y="10"/>
                      <a:pt x="19" y="5"/>
                    </a:cubicBezTo>
                    <a:cubicBezTo>
                      <a:pt x="17" y="4"/>
                      <a:pt x="16" y="3"/>
                      <a:pt x="15" y="2"/>
                    </a:cubicBezTo>
                    <a:cubicBezTo>
                      <a:pt x="13" y="1"/>
                      <a:pt x="13" y="0"/>
                      <a:pt x="11" y="2"/>
                    </a:cubicBezTo>
                    <a:cubicBezTo>
                      <a:pt x="9" y="3"/>
                      <a:pt x="8" y="4"/>
                      <a:pt x="5" y="4"/>
                    </a:cubicBezTo>
                    <a:cubicBezTo>
                      <a:pt x="4" y="5"/>
                      <a:pt x="1" y="6"/>
                      <a:pt x="1" y="7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1" name="Freeform 619">
                <a:extLst>
                  <a:ext uri="{FF2B5EF4-FFF2-40B4-BE49-F238E27FC236}">
                    <a16:creationId xmlns:a16="http://schemas.microsoft.com/office/drawing/2014/main" id="{D8DEEC03-2B8F-4A38-8694-C537927C1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672"/>
                <a:ext cx="34" cy="21"/>
              </a:xfrm>
              <a:custGeom>
                <a:avLst/>
                <a:gdLst>
                  <a:gd name="T0" fmla="*/ 29 w 33"/>
                  <a:gd name="T1" fmla="*/ 21 h 21"/>
                  <a:gd name="T2" fmla="*/ 0 w 33"/>
                  <a:gd name="T3" fmla="*/ 3 h 21"/>
                  <a:gd name="T4" fmla="*/ 12 w 33"/>
                  <a:gd name="T5" fmla="*/ 1 h 21"/>
                  <a:gd name="T6" fmla="*/ 27 w 33"/>
                  <a:gd name="T7" fmla="*/ 14 h 21"/>
                  <a:gd name="T8" fmla="*/ 39 w 33"/>
                  <a:gd name="T9" fmla="*/ 17 h 21"/>
                  <a:gd name="T10" fmla="*/ 33 w 33"/>
                  <a:gd name="T11" fmla="*/ 20 h 21"/>
                  <a:gd name="T12" fmla="*/ 28 w 33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1">
                    <a:moveTo>
                      <a:pt x="23" y="21"/>
                    </a:moveTo>
                    <a:cubicBezTo>
                      <a:pt x="13" y="21"/>
                      <a:pt x="1" y="12"/>
                      <a:pt x="0" y="3"/>
                    </a:cubicBezTo>
                    <a:cubicBezTo>
                      <a:pt x="4" y="3"/>
                      <a:pt x="8" y="0"/>
                      <a:pt x="12" y="1"/>
                    </a:cubicBezTo>
                    <a:cubicBezTo>
                      <a:pt x="13" y="6"/>
                      <a:pt x="17" y="11"/>
                      <a:pt x="21" y="14"/>
                    </a:cubicBezTo>
                    <a:cubicBezTo>
                      <a:pt x="25" y="16"/>
                      <a:pt x="29" y="17"/>
                      <a:pt x="33" y="17"/>
                    </a:cubicBezTo>
                    <a:cubicBezTo>
                      <a:pt x="32" y="19"/>
                      <a:pt x="29" y="20"/>
                      <a:pt x="27" y="20"/>
                    </a:cubicBezTo>
                    <a:cubicBezTo>
                      <a:pt x="26" y="21"/>
                      <a:pt x="22" y="21"/>
                      <a:pt x="22" y="21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2" name="Freeform 620">
                <a:extLst>
                  <a:ext uri="{FF2B5EF4-FFF2-40B4-BE49-F238E27FC236}">
                    <a16:creationId xmlns:a16="http://schemas.microsoft.com/office/drawing/2014/main" id="{EAA5E12C-88E4-4DDA-A088-DC31FEE15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663"/>
                <a:ext cx="47" cy="17"/>
              </a:xfrm>
              <a:custGeom>
                <a:avLst/>
                <a:gdLst>
                  <a:gd name="T0" fmla="*/ 51 w 46"/>
                  <a:gd name="T1" fmla="*/ 4 h 17"/>
                  <a:gd name="T2" fmla="*/ 48 w 46"/>
                  <a:gd name="T3" fmla="*/ 7 h 17"/>
                  <a:gd name="T4" fmla="*/ 44 w 46"/>
                  <a:gd name="T5" fmla="*/ 11 h 17"/>
                  <a:gd name="T6" fmla="*/ 31 w 46"/>
                  <a:gd name="T7" fmla="*/ 17 h 17"/>
                  <a:gd name="T8" fmla="*/ 9 w 46"/>
                  <a:gd name="T9" fmla="*/ 14 h 17"/>
                  <a:gd name="T10" fmla="*/ 4 w 46"/>
                  <a:gd name="T11" fmla="*/ 11 h 17"/>
                  <a:gd name="T12" fmla="*/ 0 w 46"/>
                  <a:gd name="T13" fmla="*/ 7 h 17"/>
                  <a:gd name="T14" fmla="*/ 9 w 46"/>
                  <a:gd name="T15" fmla="*/ 4 h 17"/>
                  <a:gd name="T16" fmla="*/ 13 w 46"/>
                  <a:gd name="T17" fmla="*/ 2 h 17"/>
                  <a:gd name="T18" fmla="*/ 18 w 46"/>
                  <a:gd name="T19" fmla="*/ 2 h 17"/>
                  <a:gd name="T20" fmla="*/ 40 w 46"/>
                  <a:gd name="T21" fmla="*/ 5 h 17"/>
                  <a:gd name="T22" fmla="*/ 52 w 46"/>
                  <a:gd name="T23" fmla="*/ 3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17">
                    <a:moveTo>
                      <a:pt x="45" y="4"/>
                    </a:moveTo>
                    <a:cubicBezTo>
                      <a:pt x="46" y="4"/>
                      <a:pt x="43" y="6"/>
                      <a:pt x="42" y="7"/>
                    </a:cubicBezTo>
                    <a:cubicBezTo>
                      <a:pt x="41" y="8"/>
                      <a:pt x="40" y="10"/>
                      <a:pt x="38" y="11"/>
                    </a:cubicBezTo>
                    <a:cubicBezTo>
                      <a:pt x="34" y="14"/>
                      <a:pt x="31" y="16"/>
                      <a:pt x="25" y="17"/>
                    </a:cubicBezTo>
                    <a:cubicBezTo>
                      <a:pt x="20" y="17"/>
                      <a:pt x="14" y="17"/>
                      <a:pt x="9" y="14"/>
                    </a:cubicBezTo>
                    <a:cubicBezTo>
                      <a:pt x="8" y="13"/>
                      <a:pt x="5" y="12"/>
                      <a:pt x="4" y="11"/>
                    </a:cubicBezTo>
                    <a:cubicBezTo>
                      <a:pt x="3" y="10"/>
                      <a:pt x="2" y="7"/>
                      <a:pt x="0" y="7"/>
                    </a:cubicBezTo>
                    <a:cubicBezTo>
                      <a:pt x="3" y="6"/>
                      <a:pt x="6" y="5"/>
                      <a:pt x="9" y="4"/>
                    </a:cubicBezTo>
                    <a:cubicBezTo>
                      <a:pt x="11" y="3"/>
                      <a:pt x="12" y="3"/>
                      <a:pt x="13" y="2"/>
                    </a:cubicBezTo>
                    <a:cubicBezTo>
                      <a:pt x="16" y="0"/>
                      <a:pt x="15" y="1"/>
                      <a:pt x="18" y="2"/>
                    </a:cubicBezTo>
                    <a:cubicBezTo>
                      <a:pt x="22" y="5"/>
                      <a:pt x="28" y="6"/>
                      <a:pt x="34" y="5"/>
                    </a:cubicBezTo>
                    <a:cubicBezTo>
                      <a:pt x="38" y="5"/>
                      <a:pt x="42" y="5"/>
                      <a:pt x="46" y="3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3" name="Freeform 621">
                <a:extLst>
                  <a:ext uri="{FF2B5EF4-FFF2-40B4-BE49-F238E27FC236}">
                    <a16:creationId xmlns:a16="http://schemas.microsoft.com/office/drawing/2014/main" id="{2E001C93-730F-44CB-9D05-CC526D991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642"/>
                <a:ext cx="41" cy="19"/>
              </a:xfrm>
              <a:custGeom>
                <a:avLst/>
                <a:gdLst>
                  <a:gd name="T0" fmla="*/ 1 w 40"/>
                  <a:gd name="T1" fmla="*/ 20 h 18"/>
                  <a:gd name="T2" fmla="*/ 15 w 40"/>
                  <a:gd name="T3" fmla="*/ 23 h 18"/>
                  <a:gd name="T4" fmla="*/ 36 w 40"/>
                  <a:gd name="T5" fmla="*/ 21 h 18"/>
                  <a:gd name="T6" fmla="*/ 39 w 40"/>
                  <a:gd name="T7" fmla="*/ 19 h 18"/>
                  <a:gd name="T8" fmla="*/ 42 w 40"/>
                  <a:gd name="T9" fmla="*/ 7 h 18"/>
                  <a:gd name="T10" fmla="*/ 46 w 40"/>
                  <a:gd name="T11" fmla="*/ 0 h 18"/>
                  <a:gd name="T12" fmla="*/ 19 w 40"/>
                  <a:gd name="T13" fmla="*/ 17 h 18"/>
                  <a:gd name="T14" fmla="*/ 8 w 40"/>
                  <a:gd name="T15" fmla="*/ 5 h 18"/>
                  <a:gd name="T16" fmla="*/ 0 w 40"/>
                  <a:gd name="T17" fmla="*/ 19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18">
                    <a:moveTo>
                      <a:pt x="1" y="14"/>
                    </a:moveTo>
                    <a:cubicBezTo>
                      <a:pt x="2" y="17"/>
                      <a:pt x="12" y="17"/>
                      <a:pt x="15" y="17"/>
                    </a:cubicBezTo>
                    <a:cubicBezTo>
                      <a:pt x="20" y="18"/>
                      <a:pt x="25" y="18"/>
                      <a:pt x="30" y="15"/>
                    </a:cubicBezTo>
                    <a:cubicBezTo>
                      <a:pt x="31" y="14"/>
                      <a:pt x="33" y="14"/>
                      <a:pt x="33" y="13"/>
                    </a:cubicBezTo>
                    <a:cubicBezTo>
                      <a:pt x="35" y="11"/>
                      <a:pt x="35" y="9"/>
                      <a:pt x="36" y="7"/>
                    </a:cubicBezTo>
                    <a:cubicBezTo>
                      <a:pt x="37" y="5"/>
                      <a:pt x="39" y="2"/>
                      <a:pt x="40" y="0"/>
                    </a:cubicBezTo>
                    <a:cubicBezTo>
                      <a:pt x="35" y="6"/>
                      <a:pt x="27" y="11"/>
                      <a:pt x="19" y="11"/>
                    </a:cubicBezTo>
                    <a:cubicBezTo>
                      <a:pt x="14" y="12"/>
                      <a:pt x="10" y="9"/>
                      <a:pt x="8" y="5"/>
                    </a:cubicBezTo>
                    <a:cubicBezTo>
                      <a:pt x="7" y="6"/>
                      <a:pt x="0" y="12"/>
                      <a:pt x="0" y="13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4" name="Freeform 622">
                <a:extLst>
                  <a:ext uri="{FF2B5EF4-FFF2-40B4-BE49-F238E27FC236}">
                    <a16:creationId xmlns:a16="http://schemas.microsoft.com/office/drawing/2014/main" id="{F14DAF2B-BBC2-4E43-925C-BF454F6D8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606"/>
                <a:ext cx="31" cy="30"/>
              </a:xfrm>
              <a:custGeom>
                <a:avLst/>
                <a:gdLst>
                  <a:gd name="T0" fmla="*/ 30 w 31"/>
                  <a:gd name="T1" fmla="*/ 13 h 29"/>
                  <a:gd name="T2" fmla="*/ 2 w 31"/>
                  <a:gd name="T3" fmla="*/ 31 h 29"/>
                  <a:gd name="T4" fmla="*/ 0 w 31"/>
                  <a:gd name="T5" fmla="*/ 29 h 29"/>
                  <a:gd name="T6" fmla="*/ 1 w 31"/>
                  <a:gd name="T7" fmla="*/ 24 h 29"/>
                  <a:gd name="T8" fmla="*/ 3 w 31"/>
                  <a:gd name="T9" fmla="*/ 11 h 29"/>
                  <a:gd name="T10" fmla="*/ 12 w 31"/>
                  <a:gd name="T11" fmla="*/ 12 h 29"/>
                  <a:gd name="T12" fmla="*/ 21 w 31"/>
                  <a:gd name="T13" fmla="*/ 10 h 29"/>
                  <a:gd name="T14" fmla="*/ 27 w 31"/>
                  <a:gd name="T15" fmla="*/ 4 h 29"/>
                  <a:gd name="T16" fmla="*/ 31 w 31"/>
                  <a:gd name="T17" fmla="*/ 0 h 29"/>
                  <a:gd name="T18" fmla="*/ 30 w 31"/>
                  <a:gd name="T19" fmla="*/ 8 h 29"/>
                  <a:gd name="T20" fmla="*/ 30 w 31"/>
                  <a:gd name="T21" fmla="*/ 13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29">
                    <a:moveTo>
                      <a:pt x="30" y="13"/>
                    </a:moveTo>
                    <a:cubicBezTo>
                      <a:pt x="23" y="22"/>
                      <a:pt x="13" y="29"/>
                      <a:pt x="2" y="25"/>
                    </a:cubicBezTo>
                    <a:cubicBezTo>
                      <a:pt x="1" y="25"/>
                      <a:pt x="0" y="25"/>
                      <a:pt x="0" y="23"/>
                    </a:cubicBezTo>
                    <a:cubicBezTo>
                      <a:pt x="0" y="21"/>
                      <a:pt x="0" y="20"/>
                      <a:pt x="1" y="18"/>
                    </a:cubicBezTo>
                    <a:cubicBezTo>
                      <a:pt x="1" y="16"/>
                      <a:pt x="2" y="13"/>
                      <a:pt x="3" y="11"/>
                    </a:cubicBezTo>
                    <a:cubicBezTo>
                      <a:pt x="6" y="11"/>
                      <a:pt x="8" y="13"/>
                      <a:pt x="12" y="12"/>
                    </a:cubicBezTo>
                    <a:cubicBezTo>
                      <a:pt x="15" y="12"/>
                      <a:pt x="18" y="11"/>
                      <a:pt x="21" y="10"/>
                    </a:cubicBezTo>
                    <a:cubicBezTo>
                      <a:pt x="24" y="8"/>
                      <a:pt x="25" y="7"/>
                      <a:pt x="27" y="4"/>
                    </a:cubicBezTo>
                    <a:cubicBezTo>
                      <a:pt x="29" y="3"/>
                      <a:pt x="30" y="2"/>
                      <a:pt x="31" y="0"/>
                    </a:cubicBezTo>
                    <a:cubicBezTo>
                      <a:pt x="31" y="2"/>
                      <a:pt x="31" y="6"/>
                      <a:pt x="30" y="8"/>
                    </a:cubicBezTo>
                    <a:cubicBezTo>
                      <a:pt x="30" y="9"/>
                      <a:pt x="29" y="12"/>
                      <a:pt x="30" y="13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5" name="Freeform 623">
                <a:extLst>
                  <a:ext uri="{FF2B5EF4-FFF2-40B4-BE49-F238E27FC236}">
                    <a16:creationId xmlns:a16="http://schemas.microsoft.com/office/drawing/2014/main" id="{F87067C5-9B34-4CFB-9073-B963CB644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564"/>
                <a:ext cx="35" cy="21"/>
              </a:xfrm>
              <a:custGeom>
                <a:avLst/>
                <a:gdLst>
                  <a:gd name="T0" fmla="*/ 7 w 35"/>
                  <a:gd name="T1" fmla="*/ 15 h 21"/>
                  <a:gd name="T2" fmla="*/ 16 w 35"/>
                  <a:gd name="T3" fmla="*/ 20 h 21"/>
                  <a:gd name="T4" fmla="*/ 24 w 35"/>
                  <a:gd name="T5" fmla="*/ 20 h 21"/>
                  <a:gd name="T6" fmla="*/ 35 w 35"/>
                  <a:gd name="T7" fmla="*/ 11 h 21"/>
                  <a:gd name="T8" fmla="*/ 26 w 35"/>
                  <a:gd name="T9" fmla="*/ 0 h 21"/>
                  <a:gd name="T10" fmla="*/ 13 w 35"/>
                  <a:gd name="T11" fmla="*/ 9 h 21"/>
                  <a:gd name="T12" fmla="*/ 0 w 35"/>
                  <a:gd name="T13" fmla="*/ 5 h 21"/>
                  <a:gd name="T14" fmla="*/ 4 w 35"/>
                  <a:gd name="T15" fmla="*/ 11 h 21"/>
                  <a:gd name="T16" fmla="*/ 7 w 35"/>
                  <a:gd name="T17" fmla="*/ 15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21">
                    <a:moveTo>
                      <a:pt x="7" y="15"/>
                    </a:moveTo>
                    <a:cubicBezTo>
                      <a:pt x="7" y="17"/>
                      <a:pt x="14" y="20"/>
                      <a:pt x="16" y="20"/>
                    </a:cubicBezTo>
                    <a:cubicBezTo>
                      <a:pt x="18" y="21"/>
                      <a:pt x="21" y="21"/>
                      <a:pt x="24" y="20"/>
                    </a:cubicBezTo>
                    <a:cubicBezTo>
                      <a:pt x="28" y="19"/>
                      <a:pt x="34" y="16"/>
                      <a:pt x="35" y="11"/>
                    </a:cubicBezTo>
                    <a:cubicBezTo>
                      <a:pt x="31" y="9"/>
                      <a:pt x="29" y="3"/>
                      <a:pt x="26" y="0"/>
                    </a:cubicBezTo>
                    <a:cubicBezTo>
                      <a:pt x="23" y="6"/>
                      <a:pt x="20" y="8"/>
                      <a:pt x="13" y="9"/>
                    </a:cubicBezTo>
                    <a:cubicBezTo>
                      <a:pt x="9" y="9"/>
                      <a:pt x="3" y="9"/>
                      <a:pt x="0" y="5"/>
                    </a:cubicBezTo>
                    <a:cubicBezTo>
                      <a:pt x="2" y="7"/>
                      <a:pt x="3" y="9"/>
                      <a:pt x="4" y="11"/>
                    </a:cubicBezTo>
                    <a:cubicBezTo>
                      <a:pt x="5" y="12"/>
                      <a:pt x="6" y="15"/>
                      <a:pt x="7" y="15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6" name="Freeform 624">
                <a:extLst>
                  <a:ext uri="{FF2B5EF4-FFF2-40B4-BE49-F238E27FC236}">
                    <a16:creationId xmlns:a16="http://schemas.microsoft.com/office/drawing/2014/main" id="{3D3A324E-116E-4FF1-8C77-04F7CDA51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539"/>
                <a:ext cx="44" cy="23"/>
              </a:xfrm>
              <a:custGeom>
                <a:avLst/>
                <a:gdLst>
                  <a:gd name="T0" fmla="*/ 14 w 43"/>
                  <a:gd name="T1" fmla="*/ 24 h 22"/>
                  <a:gd name="T2" fmla="*/ 36 w 43"/>
                  <a:gd name="T3" fmla="*/ 26 h 22"/>
                  <a:gd name="T4" fmla="*/ 49 w 43"/>
                  <a:gd name="T5" fmla="*/ 10 h 22"/>
                  <a:gd name="T6" fmla="*/ 40 w 43"/>
                  <a:gd name="T7" fmla="*/ 1 h 22"/>
                  <a:gd name="T8" fmla="*/ 37 w 43"/>
                  <a:gd name="T9" fmla="*/ 1 h 22"/>
                  <a:gd name="T10" fmla="*/ 30 w 43"/>
                  <a:gd name="T11" fmla="*/ 7 h 22"/>
                  <a:gd name="T12" fmla="*/ 0 w 43"/>
                  <a:gd name="T13" fmla="*/ 8 h 22"/>
                  <a:gd name="T14" fmla="*/ 14 w 43"/>
                  <a:gd name="T15" fmla="*/ 23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2">
                    <a:moveTo>
                      <a:pt x="14" y="18"/>
                    </a:moveTo>
                    <a:cubicBezTo>
                      <a:pt x="15" y="22"/>
                      <a:pt x="27" y="21"/>
                      <a:pt x="30" y="20"/>
                    </a:cubicBezTo>
                    <a:cubicBezTo>
                      <a:pt x="34" y="19"/>
                      <a:pt x="42" y="14"/>
                      <a:pt x="43" y="10"/>
                    </a:cubicBezTo>
                    <a:cubicBezTo>
                      <a:pt x="39" y="8"/>
                      <a:pt x="37" y="4"/>
                      <a:pt x="34" y="1"/>
                    </a:cubicBezTo>
                    <a:cubicBezTo>
                      <a:pt x="32" y="0"/>
                      <a:pt x="33" y="0"/>
                      <a:pt x="31" y="1"/>
                    </a:cubicBezTo>
                    <a:cubicBezTo>
                      <a:pt x="29" y="3"/>
                      <a:pt x="27" y="5"/>
                      <a:pt x="24" y="7"/>
                    </a:cubicBezTo>
                    <a:cubicBezTo>
                      <a:pt x="17" y="11"/>
                      <a:pt x="8" y="12"/>
                      <a:pt x="0" y="8"/>
                    </a:cubicBezTo>
                    <a:cubicBezTo>
                      <a:pt x="6" y="10"/>
                      <a:pt x="10" y="14"/>
                      <a:pt x="14" y="17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7" name="Freeform 625">
                <a:extLst>
                  <a:ext uri="{FF2B5EF4-FFF2-40B4-BE49-F238E27FC236}">
                    <a16:creationId xmlns:a16="http://schemas.microsoft.com/office/drawing/2014/main" id="{20F9BFE3-7F6E-48C1-84B2-D015B020A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513"/>
                <a:ext cx="47" cy="29"/>
              </a:xfrm>
              <a:custGeom>
                <a:avLst/>
                <a:gdLst>
                  <a:gd name="T0" fmla="*/ 16 w 46"/>
                  <a:gd name="T1" fmla="*/ 27 h 29"/>
                  <a:gd name="T2" fmla="*/ 21 w 46"/>
                  <a:gd name="T3" fmla="*/ 28 h 29"/>
                  <a:gd name="T4" fmla="*/ 36 w 46"/>
                  <a:gd name="T5" fmla="*/ 27 h 29"/>
                  <a:gd name="T6" fmla="*/ 48 w 46"/>
                  <a:gd name="T7" fmla="*/ 17 h 29"/>
                  <a:gd name="T8" fmla="*/ 49 w 46"/>
                  <a:gd name="T9" fmla="*/ 10 h 29"/>
                  <a:gd name="T10" fmla="*/ 36 w 46"/>
                  <a:gd name="T11" fmla="*/ 0 h 29"/>
                  <a:gd name="T12" fmla="*/ 33 w 46"/>
                  <a:gd name="T13" fmla="*/ 7 h 29"/>
                  <a:gd name="T14" fmla="*/ 16 w 46"/>
                  <a:gd name="T15" fmla="*/ 16 h 29"/>
                  <a:gd name="T16" fmla="*/ 0 w 46"/>
                  <a:gd name="T17" fmla="*/ 20 h 29"/>
                  <a:gd name="T18" fmla="*/ 10 w 46"/>
                  <a:gd name="T19" fmla="*/ 23 h 29"/>
                  <a:gd name="T20" fmla="*/ 17 w 46"/>
                  <a:gd name="T21" fmla="*/ 26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29">
                    <a:moveTo>
                      <a:pt x="16" y="27"/>
                    </a:moveTo>
                    <a:cubicBezTo>
                      <a:pt x="16" y="27"/>
                      <a:pt x="19" y="28"/>
                      <a:pt x="21" y="28"/>
                    </a:cubicBezTo>
                    <a:cubicBezTo>
                      <a:pt x="24" y="29"/>
                      <a:pt x="27" y="28"/>
                      <a:pt x="30" y="27"/>
                    </a:cubicBezTo>
                    <a:cubicBezTo>
                      <a:pt x="34" y="24"/>
                      <a:pt x="39" y="21"/>
                      <a:pt x="42" y="17"/>
                    </a:cubicBezTo>
                    <a:cubicBezTo>
                      <a:pt x="45" y="14"/>
                      <a:pt x="46" y="12"/>
                      <a:pt x="43" y="10"/>
                    </a:cubicBezTo>
                    <a:cubicBezTo>
                      <a:pt x="39" y="7"/>
                      <a:pt x="34" y="2"/>
                      <a:pt x="30" y="0"/>
                    </a:cubicBezTo>
                    <a:cubicBezTo>
                      <a:pt x="31" y="3"/>
                      <a:pt x="29" y="5"/>
                      <a:pt x="27" y="7"/>
                    </a:cubicBezTo>
                    <a:cubicBezTo>
                      <a:pt x="24" y="11"/>
                      <a:pt x="20" y="14"/>
                      <a:pt x="16" y="16"/>
                    </a:cubicBezTo>
                    <a:cubicBezTo>
                      <a:pt x="11" y="19"/>
                      <a:pt x="5" y="20"/>
                      <a:pt x="0" y="20"/>
                    </a:cubicBezTo>
                    <a:cubicBezTo>
                      <a:pt x="3" y="21"/>
                      <a:pt x="7" y="22"/>
                      <a:pt x="10" y="23"/>
                    </a:cubicBezTo>
                    <a:cubicBezTo>
                      <a:pt x="12" y="24"/>
                      <a:pt x="15" y="26"/>
                      <a:pt x="17" y="26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8" name="Freeform 626">
                <a:extLst>
                  <a:ext uri="{FF2B5EF4-FFF2-40B4-BE49-F238E27FC236}">
                    <a16:creationId xmlns:a16="http://schemas.microsoft.com/office/drawing/2014/main" id="{1A15AA49-8212-48F6-99E5-EFF5129E7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499"/>
                <a:ext cx="42" cy="29"/>
              </a:xfrm>
              <a:custGeom>
                <a:avLst/>
                <a:gdLst>
                  <a:gd name="T0" fmla="*/ 11 w 41"/>
                  <a:gd name="T1" fmla="*/ 32 h 28"/>
                  <a:gd name="T2" fmla="*/ 27 w 41"/>
                  <a:gd name="T3" fmla="*/ 33 h 28"/>
                  <a:gd name="T4" fmla="*/ 39 w 41"/>
                  <a:gd name="T5" fmla="*/ 25 h 28"/>
                  <a:gd name="T6" fmla="*/ 45 w 41"/>
                  <a:gd name="T7" fmla="*/ 5 h 28"/>
                  <a:gd name="T8" fmla="*/ 35 w 41"/>
                  <a:gd name="T9" fmla="*/ 2 h 28"/>
                  <a:gd name="T10" fmla="*/ 29 w 41"/>
                  <a:gd name="T11" fmla="*/ 0 h 28"/>
                  <a:gd name="T12" fmla="*/ 12 w 41"/>
                  <a:gd name="T13" fmla="*/ 24 h 28"/>
                  <a:gd name="T14" fmla="*/ 0 w 41"/>
                  <a:gd name="T15" fmla="*/ 29 h 28"/>
                  <a:gd name="T16" fmla="*/ 12 w 41"/>
                  <a:gd name="T17" fmla="*/ 32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8">
                    <a:moveTo>
                      <a:pt x="11" y="26"/>
                    </a:moveTo>
                    <a:cubicBezTo>
                      <a:pt x="13" y="28"/>
                      <a:pt x="18" y="28"/>
                      <a:pt x="21" y="27"/>
                    </a:cubicBezTo>
                    <a:cubicBezTo>
                      <a:pt x="25" y="26"/>
                      <a:pt x="30" y="23"/>
                      <a:pt x="33" y="19"/>
                    </a:cubicBezTo>
                    <a:cubicBezTo>
                      <a:pt x="36" y="16"/>
                      <a:pt x="41" y="10"/>
                      <a:pt x="39" y="5"/>
                    </a:cubicBezTo>
                    <a:cubicBezTo>
                      <a:pt x="36" y="6"/>
                      <a:pt x="32" y="3"/>
                      <a:pt x="29" y="2"/>
                    </a:cubicBezTo>
                    <a:cubicBezTo>
                      <a:pt x="27" y="1"/>
                      <a:pt x="25" y="1"/>
                      <a:pt x="23" y="0"/>
                    </a:cubicBezTo>
                    <a:cubicBezTo>
                      <a:pt x="23" y="7"/>
                      <a:pt x="17" y="14"/>
                      <a:pt x="12" y="18"/>
                    </a:cubicBezTo>
                    <a:cubicBezTo>
                      <a:pt x="8" y="21"/>
                      <a:pt x="4" y="22"/>
                      <a:pt x="0" y="23"/>
                    </a:cubicBezTo>
                    <a:cubicBezTo>
                      <a:pt x="3" y="23"/>
                      <a:pt x="8" y="24"/>
                      <a:pt x="12" y="26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9" name="Freeform 627">
                <a:extLst>
                  <a:ext uri="{FF2B5EF4-FFF2-40B4-BE49-F238E27FC236}">
                    <a16:creationId xmlns:a16="http://schemas.microsoft.com/office/drawing/2014/main" id="{8EF31B94-3441-42A1-BE8E-F6EBB7234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489"/>
                <a:ext cx="37" cy="30"/>
              </a:xfrm>
              <a:custGeom>
                <a:avLst/>
                <a:gdLst>
                  <a:gd name="T0" fmla="*/ 17 w 36"/>
                  <a:gd name="T1" fmla="*/ 35 h 29"/>
                  <a:gd name="T2" fmla="*/ 42 w 36"/>
                  <a:gd name="T3" fmla="*/ 9 h 29"/>
                  <a:gd name="T4" fmla="*/ 39 w 36"/>
                  <a:gd name="T5" fmla="*/ 3 h 29"/>
                  <a:gd name="T6" fmla="*/ 25 w 36"/>
                  <a:gd name="T7" fmla="*/ 0 h 29"/>
                  <a:gd name="T8" fmla="*/ 11 w 36"/>
                  <a:gd name="T9" fmla="*/ 24 h 29"/>
                  <a:gd name="T10" fmla="*/ 0 w 36"/>
                  <a:gd name="T11" fmla="*/ 31 h 29"/>
                  <a:gd name="T12" fmla="*/ 16 w 36"/>
                  <a:gd name="T13" fmla="*/ 3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9">
                    <a:moveTo>
                      <a:pt x="17" y="29"/>
                    </a:moveTo>
                    <a:cubicBezTo>
                      <a:pt x="25" y="28"/>
                      <a:pt x="35" y="18"/>
                      <a:pt x="36" y="9"/>
                    </a:cubicBezTo>
                    <a:cubicBezTo>
                      <a:pt x="36" y="6"/>
                      <a:pt x="36" y="4"/>
                      <a:pt x="33" y="3"/>
                    </a:cubicBezTo>
                    <a:cubicBezTo>
                      <a:pt x="28" y="1"/>
                      <a:pt x="23" y="1"/>
                      <a:pt x="19" y="0"/>
                    </a:cubicBezTo>
                    <a:cubicBezTo>
                      <a:pt x="22" y="5"/>
                      <a:pt x="14" y="15"/>
                      <a:pt x="11" y="18"/>
                    </a:cubicBezTo>
                    <a:cubicBezTo>
                      <a:pt x="8" y="22"/>
                      <a:pt x="4" y="24"/>
                      <a:pt x="0" y="25"/>
                    </a:cubicBezTo>
                    <a:cubicBezTo>
                      <a:pt x="5" y="26"/>
                      <a:pt x="11" y="27"/>
                      <a:pt x="16" y="28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0" name="Freeform 628">
                <a:extLst>
                  <a:ext uri="{FF2B5EF4-FFF2-40B4-BE49-F238E27FC236}">
                    <a16:creationId xmlns:a16="http://schemas.microsoft.com/office/drawing/2014/main" id="{218F7C67-890F-4109-95C1-7590B8E45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484"/>
                <a:ext cx="42" cy="26"/>
              </a:xfrm>
              <a:custGeom>
                <a:avLst/>
                <a:gdLst>
                  <a:gd name="T0" fmla="*/ 18 w 41"/>
                  <a:gd name="T1" fmla="*/ 26 h 26"/>
                  <a:gd name="T2" fmla="*/ 33 w 41"/>
                  <a:gd name="T3" fmla="*/ 24 h 26"/>
                  <a:gd name="T4" fmla="*/ 43 w 41"/>
                  <a:gd name="T5" fmla="*/ 14 h 26"/>
                  <a:gd name="T6" fmla="*/ 46 w 41"/>
                  <a:gd name="T7" fmla="*/ 2 h 26"/>
                  <a:gd name="T8" fmla="*/ 31 w 41"/>
                  <a:gd name="T9" fmla="*/ 0 h 26"/>
                  <a:gd name="T10" fmla="*/ 12 w 41"/>
                  <a:gd name="T11" fmla="*/ 18 h 26"/>
                  <a:gd name="T12" fmla="*/ 0 w 41"/>
                  <a:gd name="T13" fmla="*/ 22 h 26"/>
                  <a:gd name="T14" fmla="*/ 18 w 41"/>
                  <a:gd name="T15" fmla="*/ 2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6">
                    <a:moveTo>
                      <a:pt x="18" y="26"/>
                    </a:moveTo>
                    <a:cubicBezTo>
                      <a:pt x="22" y="26"/>
                      <a:pt x="24" y="26"/>
                      <a:pt x="27" y="24"/>
                    </a:cubicBezTo>
                    <a:cubicBezTo>
                      <a:pt x="31" y="21"/>
                      <a:pt x="34" y="18"/>
                      <a:pt x="37" y="14"/>
                    </a:cubicBezTo>
                    <a:cubicBezTo>
                      <a:pt x="40" y="10"/>
                      <a:pt x="41" y="7"/>
                      <a:pt x="40" y="2"/>
                    </a:cubicBezTo>
                    <a:cubicBezTo>
                      <a:pt x="35" y="3"/>
                      <a:pt x="30" y="0"/>
                      <a:pt x="25" y="0"/>
                    </a:cubicBezTo>
                    <a:cubicBezTo>
                      <a:pt x="26" y="7"/>
                      <a:pt x="18" y="15"/>
                      <a:pt x="12" y="18"/>
                    </a:cubicBezTo>
                    <a:cubicBezTo>
                      <a:pt x="8" y="21"/>
                      <a:pt x="4" y="21"/>
                      <a:pt x="0" y="22"/>
                    </a:cubicBezTo>
                    <a:cubicBezTo>
                      <a:pt x="6" y="23"/>
                      <a:pt x="12" y="25"/>
                      <a:pt x="18" y="26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1" name="Freeform 629">
                <a:extLst>
                  <a:ext uri="{FF2B5EF4-FFF2-40B4-BE49-F238E27FC236}">
                    <a16:creationId xmlns:a16="http://schemas.microsoft.com/office/drawing/2014/main" id="{4671FF9A-456F-4403-A440-9C14BB608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475"/>
                <a:ext cx="51" cy="21"/>
              </a:xfrm>
              <a:custGeom>
                <a:avLst/>
                <a:gdLst>
                  <a:gd name="T0" fmla="*/ 18 w 50"/>
                  <a:gd name="T1" fmla="*/ 21 h 21"/>
                  <a:gd name="T2" fmla="*/ 34 w 50"/>
                  <a:gd name="T3" fmla="*/ 20 h 21"/>
                  <a:gd name="T4" fmla="*/ 44 w 50"/>
                  <a:gd name="T5" fmla="*/ 16 h 21"/>
                  <a:gd name="T6" fmla="*/ 56 w 50"/>
                  <a:gd name="T7" fmla="*/ 7 h 21"/>
                  <a:gd name="T8" fmla="*/ 47 w 50"/>
                  <a:gd name="T9" fmla="*/ 5 h 21"/>
                  <a:gd name="T10" fmla="*/ 40 w 50"/>
                  <a:gd name="T11" fmla="*/ 0 h 21"/>
                  <a:gd name="T12" fmla="*/ 0 w 50"/>
                  <a:gd name="T13" fmla="*/ 4 h 21"/>
                  <a:gd name="T14" fmla="*/ 18 w 50"/>
                  <a:gd name="T15" fmla="*/ 2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1">
                    <a:moveTo>
                      <a:pt x="18" y="21"/>
                    </a:moveTo>
                    <a:cubicBezTo>
                      <a:pt x="21" y="20"/>
                      <a:pt x="24" y="21"/>
                      <a:pt x="28" y="20"/>
                    </a:cubicBezTo>
                    <a:cubicBezTo>
                      <a:pt x="31" y="19"/>
                      <a:pt x="35" y="18"/>
                      <a:pt x="38" y="16"/>
                    </a:cubicBezTo>
                    <a:cubicBezTo>
                      <a:pt x="42" y="14"/>
                      <a:pt x="47" y="11"/>
                      <a:pt x="50" y="7"/>
                    </a:cubicBezTo>
                    <a:cubicBezTo>
                      <a:pt x="47" y="6"/>
                      <a:pt x="44" y="7"/>
                      <a:pt x="41" y="5"/>
                    </a:cubicBezTo>
                    <a:cubicBezTo>
                      <a:pt x="38" y="4"/>
                      <a:pt x="36" y="2"/>
                      <a:pt x="34" y="0"/>
                    </a:cubicBezTo>
                    <a:cubicBezTo>
                      <a:pt x="23" y="7"/>
                      <a:pt x="12" y="7"/>
                      <a:pt x="0" y="4"/>
                    </a:cubicBezTo>
                    <a:cubicBezTo>
                      <a:pt x="6" y="9"/>
                      <a:pt x="11" y="15"/>
                      <a:pt x="18" y="20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2" name="Freeform 630">
                <a:extLst>
                  <a:ext uri="{FF2B5EF4-FFF2-40B4-BE49-F238E27FC236}">
                    <a16:creationId xmlns:a16="http://schemas.microsoft.com/office/drawing/2014/main" id="{B31722CD-950D-49C6-A5A2-E75754FD7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563"/>
                <a:ext cx="26" cy="40"/>
              </a:xfrm>
              <a:custGeom>
                <a:avLst/>
                <a:gdLst>
                  <a:gd name="T0" fmla="*/ 21 w 26"/>
                  <a:gd name="T1" fmla="*/ 12 h 40"/>
                  <a:gd name="T2" fmla="*/ 20 w 26"/>
                  <a:gd name="T3" fmla="*/ 32 h 40"/>
                  <a:gd name="T4" fmla="*/ 7 w 26"/>
                  <a:gd name="T5" fmla="*/ 39 h 40"/>
                  <a:gd name="T6" fmla="*/ 2 w 26"/>
                  <a:gd name="T7" fmla="*/ 36 h 40"/>
                  <a:gd name="T8" fmla="*/ 0 w 26"/>
                  <a:gd name="T9" fmla="*/ 30 h 40"/>
                  <a:gd name="T10" fmla="*/ 1 w 26"/>
                  <a:gd name="T11" fmla="*/ 28 h 40"/>
                  <a:gd name="T12" fmla="*/ 4 w 26"/>
                  <a:gd name="T13" fmla="*/ 26 h 40"/>
                  <a:gd name="T14" fmla="*/ 11 w 26"/>
                  <a:gd name="T15" fmla="*/ 18 h 40"/>
                  <a:gd name="T16" fmla="*/ 14 w 26"/>
                  <a:gd name="T17" fmla="*/ 8 h 40"/>
                  <a:gd name="T18" fmla="*/ 14 w 26"/>
                  <a:gd name="T19" fmla="*/ 0 h 40"/>
                  <a:gd name="T20" fmla="*/ 22 w 26"/>
                  <a:gd name="T21" fmla="*/ 13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40">
                    <a:moveTo>
                      <a:pt x="21" y="12"/>
                    </a:moveTo>
                    <a:cubicBezTo>
                      <a:pt x="26" y="17"/>
                      <a:pt x="23" y="27"/>
                      <a:pt x="20" y="32"/>
                    </a:cubicBezTo>
                    <a:cubicBezTo>
                      <a:pt x="17" y="37"/>
                      <a:pt x="12" y="40"/>
                      <a:pt x="7" y="39"/>
                    </a:cubicBezTo>
                    <a:cubicBezTo>
                      <a:pt x="4" y="39"/>
                      <a:pt x="3" y="39"/>
                      <a:pt x="2" y="36"/>
                    </a:cubicBezTo>
                    <a:cubicBezTo>
                      <a:pt x="1" y="35"/>
                      <a:pt x="1" y="32"/>
                      <a:pt x="0" y="30"/>
                    </a:cubicBezTo>
                    <a:cubicBezTo>
                      <a:pt x="0" y="29"/>
                      <a:pt x="0" y="30"/>
                      <a:pt x="1" y="28"/>
                    </a:cubicBezTo>
                    <a:cubicBezTo>
                      <a:pt x="2" y="28"/>
                      <a:pt x="3" y="27"/>
                      <a:pt x="4" y="26"/>
                    </a:cubicBezTo>
                    <a:cubicBezTo>
                      <a:pt x="7" y="24"/>
                      <a:pt x="9" y="21"/>
                      <a:pt x="11" y="18"/>
                    </a:cubicBezTo>
                    <a:cubicBezTo>
                      <a:pt x="13" y="14"/>
                      <a:pt x="14" y="12"/>
                      <a:pt x="14" y="8"/>
                    </a:cubicBezTo>
                    <a:cubicBezTo>
                      <a:pt x="14" y="6"/>
                      <a:pt x="13" y="3"/>
                      <a:pt x="14" y="0"/>
                    </a:cubicBezTo>
                    <a:cubicBezTo>
                      <a:pt x="18" y="2"/>
                      <a:pt x="19" y="10"/>
                      <a:pt x="22" y="13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3" name="Freeform 631">
                <a:extLst>
                  <a:ext uri="{FF2B5EF4-FFF2-40B4-BE49-F238E27FC236}">
                    <a16:creationId xmlns:a16="http://schemas.microsoft.com/office/drawing/2014/main" id="{3163F561-1F20-424C-B54E-35E718C5E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538"/>
                <a:ext cx="21" cy="42"/>
              </a:xfrm>
              <a:custGeom>
                <a:avLst/>
                <a:gdLst>
                  <a:gd name="T0" fmla="*/ 10 w 21"/>
                  <a:gd name="T1" fmla="*/ 47 h 41"/>
                  <a:gd name="T2" fmla="*/ 20 w 21"/>
                  <a:gd name="T3" fmla="*/ 17 h 41"/>
                  <a:gd name="T4" fmla="*/ 16 w 21"/>
                  <a:gd name="T5" fmla="*/ 8 h 41"/>
                  <a:gd name="T6" fmla="*/ 8 w 21"/>
                  <a:gd name="T7" fmla="*/ 0 h 41"/>
                  <a:gd name="T8" fmla="*/ 9 w 21"/>
                  <a:gd name="T9" fmla="*/ 8 h 41"/>
                  <a:gd name="T10" fmla="*/ 9 w 21"/>
                  <a:gd name="T11" fmla="*/ 19 h 41"/>
                  <a:gd name="T12" fmla="*/ 0 w 21"/>
                  <a:gd name="T13" fmla="*/ 35 h 41"/>
                  <a:gd name="T14" fmla="*/ 6 w 21"/>
                  <a:gd name="T15" fmla="*/ 42 h 41"/>
                  <a:gd name="T16" fmla="*/ 9 w 21"/>
                  <a:gd name="T17" fmla="*/ 47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41">
                    <a:moveTo>
                      <a:pt x="10" y="41"/>
                    </a:moveTo>
                    <a:cubicBezTo>
                      <a:pt x="19" y="38"/>
                      <a:pt x="21" y="26"/>
                      <a:pt x="20" y="17"/>
                    </a:cubicBezTo>
                    <a:cubicBezTo>
                      <a:pt x="19" y="13"/>
                      <a:pt x="19" y="10"/>
                      <a:pt x="16" y="8"/>
                    </a:cubicBezTo>
                    <a:cubicBezTo>
                      <a:pt x="14" y="5"/>
                      <a:pt x="11" y="0"/>
                      <a:pt x="8" y="0"/>
                    </a:cubicBezTo>
                    <a:cubicBezTo>
                      <a:pt x="7" y="3"/>
                      <a:pt x="9" y="5"/>
                      <a:pt x="9" y="8"/>
                    </a:cubicBezTo>
                    <a:cubicBezTo>
                      <a:pt x="10" y="11"/>
                      <a:pt x="10" y="15"/>
                      <a:pt x="9" y="19"/>
                    </a:cubicBezTo>
                    <a:cubicBezTo>
                      <a:pt x="8" y="24"/>
                      <a:pt x="5" y="26"/>
                      <a:pt x="0" y="29"/>
                    </a:cubicBezTo>
                    <a:cubicBezTo>
                      <a:pt x="2" y="31"/>
                      <a:pt x="4" y="33"/>
                      <a:pt x="6" y="36"/>
                    </a:cubicBezTo>
                    <a:cubicBezTo>
                      <a:pt x="6" y="37"/>
                      <a:pt x="9" y="41"/>
                      <a:pt x="9" y="41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4" name="Freeform 632">
                <a:extLst>
                  <a:ext uri="{FF2B5EF4-FFF2-40B4-BE49-F238E27FC236}">
                    <a16:creationId xmlns:a16="http://schemas.microsoft.com/office/drawing/2014/main" id="{28E59B48-F0A2-41CE-A908-498870AB4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515"/>
                <a:ext cx="23" cy="43"/>
              </a:xfrm>
              <a:custGeom>
                <a:avLst/>
                <a:gdLst>
                  <a:gd name="T0" fmla="*/ 20 w 22"/>
                  <a:gd name="T1" fmla="*/ 43 h 43"/>
                  <a:gd name="T2" fmla="*/ 27 w 22"/>
                  <a:gd name="T3" fmla="*/ 28 h 43"/>
                  <a:gd name="T4" fmla="*/ 24 w 22"/>
                  <a:gd name="T5" fmla="*/ 15 h 43"/>
                  <a:gd name="T6" fmla="*/ 3 w 22"/>
                  <a:gd name="T7" fmla="*/ 0 h 43"/>
                  <a:gd name="T8" fmla="*/ 5 w 22"/>
                  <a:gd name="T9" fmla="*/ 7 h 43"/>
                  <a:gd name="T10" fmla="*/ 5 w 22"/>
                  <a:gd name="T11" fmla="*/ 18 h 43"/>
                  <a:gd name="T12" fmla="*/ 0 w 22"/>
                  <a:gd name="T13" fmla="*/ 33 h 43"/>
                  <a:gd name="T14" fmla="*/ 19 w 22"/>
                  <a:gd name="T15" fmla="*/ 4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43">
                    <a:moveTo>
                      <a:pt x="14" y="43"/>
                    </a:moveTo>
                    <a:cubicBezTo>
                      <a:pt x="18" y="42"/>
                      <a:pt x="21" y="32"/>
                      <a:pt x="21" y="28"/>
                    </a:cubicBezTo>
                    <a:cubicBezTo>
                      <a:pt x="22" y="23"/>
                      <a:pt x="21" y="19"/>
                      <a:pt x="18" y="15"/>
                    </a:cubicBezTo>
                    <a:cubicBezTo>
                      <a:pt x="15" y="9"/>
                      <a:pt x="9" y="3"/>
                      <a:pt x="3" y="0"/>
                    </a:cubicBezTo>
                    <a:cubicBezTo>
                      <a:pt x="4" y="1"/>
                      <a:pt x="4" y="5"/>
                      <a:pt x="5" y="7"/>
                    </a:cubicBezTo>
                    <a:cubicBezTo>
                      <a:pt x="5" y="11"/>
                      <a:pt x="6" y="14"/>
                      <a:pt x="5" y="18"/>
                    </a:cubicBezTo>
                    <a:cubicBezTo>
                      <a:pt x="5" y="22"/>
                      <a:pt x="4" y="31"/>
                      <a:pt x="0" y="33"/>
                    </a:cubicBezTo>
                    <a:cubicBezTo>
                      <a:pt x="5" y="35"/>
                      <a:pt x="8" y="41"/>
                      <a:pt x="13" y="43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5" name="Freeform 633">
                <a:extLst>
                  <a:ext uri="{FF2B5EF4-FFF2-40B4-BE49-F238E27FC236}">
                    <a16:creationId xmlns:a16="http://schemas.microsoft.com/office/drawing/2014/main" id="{975D9F7F-725D-4675-96E9-7F67DCA47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498"/>
                <a:ext cx="25" cy="42"/>
              </a:xfrm>
              <a:custGeom>
                <a:avLst/>
                <a:gdLst>
                  <a:gd name="T0" fmla="*/ 23 w 24"/>
                  <a:gd name="T1" fmla="*/ 46 h 41"/>
                  <a:gd name="T2" fmla="*/ 22 w 24"/>
                  <a:gd name="T3" fmla="*/ 47 h 41"/>
                  <a:gd name="T4" fmla="*/ 25 w 24"/>
                  <a:gd name="T5" fmla="*/ 11 h 41"/>
                  <a:gd name="T6" fmla="*/ 9 w 24"/>
                  <a:gd name="T7" fmla="*/ 4 h 41"/>
                  <a:gd name="T8" fmla="*/ 0 w 24"/>
                  <a:gd name="T9" fmla="*/ 0 h 41"/>
                  <a:gd name="T10" fmla="*/ 6 w 24"/>
                  <a:gd name="T11" fmla="*/ 20 h 41"/>
                  <a:gd name="T12" fmla="*/ 1 w 24"/>
                  <a:gd name="T13" fmla="*/ 40 h 41"/>
                  <a:gd name="T14" fmla="*/ 10 w 24"/>
                  <a:gd name="T15" fmla="*/ 43 h 41"/>
                  <a:gd name="T16" fmla="*/ 22 w 24"/>
                  <a:gd name="T17" fmla="*/ 46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1">
                    <a:moveTo>
                      <a:pt x="17" y="40"/>
                    </a:moveTo>
                    <a:cubicBezTo>
                      <a:pt x="17" y="40"/>
                      <a:pt x="17" y="40"/>
                      <a:pt x="16" y="41"/>
                    </a:cubicBezTo>
                    <a:cubicBezTo>
                      <a:pt x="24" y="32"/>
                      <a:pt x="24" y="21"/>
                      <a:pt x="19" y="11"/>
                    </a:cubicBezTo>
                    <a:cubicBezTo>
                      <a:pt x="17" y="7"/>
                      <a:pt x="14" y="6"/>
                      <a:pt x="9" y="4"/>
                    </a:cubicBezTo>
                    <a:cubicBezTo>
                      <a:pt x="6" y="2"/>
                      <a:pt x="3" y="0"/>
                      <a:pt x="0" y="0"/>
                    </a:cubicBezTo>
                    <a:cubicBezTo>
                      <a:pt x="4" y="4"/>
                      <a:pt x="6" y="14"/>
                      <a:pt x="6" y="20"/>
                    </a:cubicBezTo>
                    <a:cubicBezTo>
                      <a:pt x="6" y="24"/>
                      <a:pt x="5" y="32"/>
                      <a:pt x="1" y="34"/>
                    </a:cubicBezTo>
                    <a:cubicBezTo>
                      <a:pt x="2" y="36"/>
                      <a:pt x="7" y="37"/>
                      <a:pt x="10" y="37"/>
                    </a:cubicBezTo>
                    <a:cubicBezTo>
                      <a:pt x="12" y="38"/>
                      <a:pt x="14" y="39"/>
                      <a:pt x="16" y="40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6" name="Freeform 634">
                <a:extLst>
                  <a:ext uri="{FF2B5EF4-FFF2-40B4-BE49-F238E27FC236}">
                    <a16:creationId xmlns:a16="http://schemas.microsoft.com/office/drawing/2014/main" id="{0A52441B-AE37-4214-AD4F-56F0103A7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489"/>
                <a:ext cx="30" cy="38"/>
              </a:xfrm>
              <a:custGeom>
                <a:avLst/>
                <a:gdLst>
                  <a:gd name="T0" fmla="*/ 23 w 30"/>
                  <a:gd name="T1" fmla="*/ 43 h 37"/>
                  <a:gd name="T2" fmla="*/ 20 w 30"/>
                  <a:gd name="T3" fmla="*/ 8 h 37"/>
                  <a:gd name="T4" fmla="*/ 0 w 30"/>
                  <a:gd name="T5" fmla="*/ 0 h 37"/>
                  <a:gd name="T6" fmla="*/ 9 w 30"/>
                  <a:gd name="T7" fmla="*/ 18 h 37"/>
                  <a:gd name="T8" fmla="*/ 7 w 30"/>
                  <a:gd name="T9" fmla="*/ 38 h 37"/>
                  <a:gd name="T10" fmla="*/ 15 w 30"/>
                  <a:gd name="T11" fmla="*/ 40 h 37"/>
                  <a:gd name="T12" fmla="*/ 23 w 30"/>
                  <a:gd name="T13" fmla="*/ 43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7">
                    <a:moveTo>
                      <a:pt x="23" y="37"/>
                    </a:moveTo>
                    <a:cubicBezTo>
                      <a:pt x="30" y="30"/>
                      <a:pt x="25" y="15"/>
                      <a:pt x="20" y="8"/>
                    </a:cubicBezTo>
                    <a:cubicBezTo>
                      <a:pt x="15" y="1"/>
                      <a:pt x="7" y="2"/>
                      <a:pt x="0" y="0"/>
                    </a:cubicBezTo>
                    <a:cubicBezTo>
                      <a:pt x="5" y="2"/>
                      <a:pt x="8" y="13"/>
                      <a:pt x="9" y="18"/>
                    </a:cubicBezTo>
                    <a:cubicBezTo>
                      <a:pt x="10" y="23"/>
                      <a:pt x="11" y="28"/>
                      <a:pt x="7" y="32"/>
                    </a:cubicBezTo>
                    <a:cubicBezTo>
                      <a:pt x="9" y="33"/>
                      <a:pt x="13" y="33"/>
                      <a:pt x="15" y="34"/>
                    </a:cubicBezTo>
                    <a:cubicBezTo>
                      <a:pt x="18" y="35"/>
                      <a:pt x="20" y="36"/>
                      <a:pt x="23" y="37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7" name="Freeform 635">
                <a:extLst>
                  <a:ext uri="{FF2B5EF4-FFF2-40B4-BE49-F238E27FC236}">
                    <a16:creationId xmlns:a16="http://schemas.microsoft.com/office/drawing/2014/main" id="{07347E9E-4ECB-483F-B1BE-A4D615D9B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485"/>
                <a:ext cx="32" cy="35"/>
              </a:xfrm>
              <a:custGeom>
                <a:avLst/>
                <a:gdLst>
                  <a:gd name="T0" fmla="*/ 32 w 31"/>
                  <a:gd name="T1" fmla="*/ 38 h 34"/>
                  <a:gd name="T2" fmla="*/ 25 w 31"/>
                  <a:gd name="T3" fmla="*/ 6 h 34"/>
                  <a:gd name="T4" fmla="*/ 0 w 31"/>
                  <a:gd name="T5" fmla="*/ 1 h 34"/>
                  <a:gd name="T6" fmla="*/ 8 w 31"/>
                  <a:gd name="T7" fmla="*/ 35 h 34"/>
                  <a:gd name="T8" fmla="*/ 24 w 31"/>
                  <a:gd name="T9" fmla="*/ 36 h 34"/>
                  <a:gd name="T10" fmla="*/ 33 w 31"/>
                  <a:gd name="T11" fmla="*/ 3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4">
                    <a:moveTo>
                      <a:pt x="26" y="32"/>
                    </a:moveTo>
                    <a:cubicBezTo>
                      <a:pt x="31" y="23"/>
                      <a:pt x="25" y="13"/>
                      <a:pt x="19" y="6"/>
                    </a:cubicBezTo>
                    <a:cubicBezTo>
                      <a:pt x="15" y="0"/>
                      <a:pt x="7" y="2"/>
                      <a:pt x="0" y="1"/>
                    </a:cubicBezTo>
                    <a:cubicBezTo>
                      <a:pt x="8" y="7"/>
                      <a:pt x="15" y="20"/>
                      <a:pt x="8" y="29"/>
                    </a:cubicBezTo>
                    <a:cubicBezTo>
                      <a:pt x="11" y="29"/>
                      <a:pt x="15" y="29"/>
                      <a:pt x="18" y="30"/>
                    </a:cubicBezTo>
                    <a:cubicBezTo>
                      <a:pt x="21" y="31"/>
                      <a:pt x="24" y="34"/>
                      <a:pt x="27" y="33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8" name="Freeform 636">
                <a:extLst>
                  <a:ext uri="{FF2B5EF4-FFF2-40B4-BE49-F238E27FC236}">
                    <a16:creationId xmlns:a16="http://schemas.microsoft.com/office/drawing/2014/main" id="{579F2379-740A-44B4-8DF4-DD87CE704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475"/>
                <a:ext cx="31" cy="35"/>
              </a:xfrm>
              <a:custGeom>
                <a:avLst/>
                <a:gdLst>
                  <a:gd name="T0" fmla="*/ 23 w 31"/>
                  <a:gd name="T1" fmla="*/ 35 h 35"/>
                  <a:gd name="T2" fmla="*/ 19 w 31"/>
                  <a:gd name="T3" fmla="*/ 10 h 35"/>
                  <a:gd name="T4" fmla="*/ 15 w 31"/>
                  <a:gd name="T5" fmla="*/ 7 h 35"/>
                  <a:gd name="T6" fmla="*/ 9 w 31"/>
                  <a:gd name="T7" fmla="*/ 5 h 35"/>
                  <a:gd name="T8" fmla="*/ 0 w 31"/>
                  <a:gd name="T9" fmla="*/ 0 h 35"/>
                  <a:gd name="T10" fmla="*/ 4 w 31"/>
                  <a:gd name="T11" fmla="*/ 30 h 35"/>
                  <a:gd name="T12" fmla="*/ 24 w 31"/>
                  <a:gd name="T13" fmla="*/ 34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5">
                    <a:moveTo>
                      <a:pt x="23" y="35"/>
                    </a:moveTo>
                    <a:cubicBezTo>
                      <a:pt x="31" y="30"/>
                      <a:pt x="24" y="15"/>
                      <a:pt x="19" y="10"/>
                    </a:cubicBezTo>
                    <a:cubicBezTo>
                      <a:pt x="18" y="9"/>
                      <a:pt x="17" y="8"/>
                      <a:pt x="15" y="7"/>
                    </a:cubicBezTo>
                    <a:cubicBezTo>
                      <a:pt x="14" y="6"/>
                      <a:pt x="11" y="6"/>
                      <a:pt x="9" y="5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5" y="8"/>
                      <a:pt x="12" y="22"/>
                      <a:pt x="4" y="30"/>
                    </a:cubicBezTo>
                    <a:cubicBezTo>
                      <a:pt x="7" y="34"/>
                      <a:pt x="20" y="35"/>
                      <a:pt x="24" y="34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9" name="Freeform 637">
                <a:extLst>
                  <a:ext uri="{FF2B5EF4-FFF2-40B4-BE49-F238E27FC236}">
                    <a16:creationId xmlns:a16="http://schemas.microsoft.com/office/drawing/2014/main" id="{70C9D63D-F052-4895-81E4-EA1161901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448"/>
                <a:ext cx="47" cy="23"/>
              </a:xfrm>
              <a:custGeom>
                <a:avLst/>
                <a:gdLst>
                  <a:gd name="T0" fmla="*/ 51 w 46"/>
                  <a:gd name="T1" fmla="*/ 19 h 22"/>
                  <a:gd name="T2" fmla="*/ 47 w 46"/>
                  <a:gd name="T3" fmla="*/ 23 h 22"/>
                  <a:gd name="T4" fmla="*/ 37 w 46"/>
                  <a:gd name="T5" fmla="*/ 27 h 22"/>
                  <a:gd name="T6" fmla="*/ 16 w 46"/>
                  <a:gd name="T7" fmla="*/ 26 h 22"/>
                  <a:gd name="T8" fmla="*/ 9 w 46"/>
                  <a:gd name="T9" fmla="*/ 21 h 22"/>
                  <a:gd name="T10" fmla="*/ 0 w 46"/>
                  <a:gd name="T11" fmla="*/ 3 h 22"/>
                  <a:gd name="T12" fmla="*/ 9 w 46"/>
                  <a:gd name="T13" fmla="*/ 7 h 22"/>
                  <a:gd name="T14" fmla="*/ 19 w 46"/>
                  <a:gd name="T15" fmla="*/ 7 h 22"/>
                  <a:gd name="T16" fmla="*/ 41 w 46"/>
                  <a:gd name="T17" fmla="*/ 0 h 22"/>
                  <a:gd name="T18" fmla="*/ 51 w 46"/>
                  <a:gd name="T19" fmla="*/ 18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22">
                    <a:moveTo>
                      <a:pt x="45" y="13"/>
                    </a:moveTo>
                    <a:cubicBezTo>
                      <a:pt x="46" y="14"/>
                      <a:pt x="41" y="17"/>
                      <a:pt x="41" y="17"/>
                    </a:cubicBezTo>
                    <a:cubicBezTo>
                      <a:pt x="38" y="19"/>
                      <a:pt x="34" y="20"/>
                      <a:pt x="31" y="21"/>
                    </a:cubicBezTo>
                    <a:cubicBezTo>
                      <a:pt x="26" y="22"/>
                      <a:pt x="21" y="22"/>
                      <a:pt x="16" y="20"/>
                    </a:cubicBezTo>
                    <a:cubicBezTo>
                      <a:pt x="13" y="18"/>
                      <a:pt x="11" y="18"/>
                      <a:pt x="9" y="15"/>
                    </a:cubicBezTo>
                    <a:cubicBezTo>
                      <a:pt x="6" y="11"/>
                      <a:pt x="3" y="7"/>
                      <a:pt x="0" y="3"/>
                    </a:cubicBezTo>
                    <a:cubicBezTo>
                      <a:pt x="3" y="4"/>
                      <a:pt x="6" y="6"/>
                      <a:pt x="9" y="7"/>
                    </a:cubicBezTo>
                    <a:cubicBezTo>
                      <a:pt x="13" y="8"/>
                      <a:pt x="16" y="8"/>
                      <a:pt x="19" y="7"/>
                    </a:cubicBezTo>
                    <a:cubicBezTo>
                      <a:pt x="25" y="6"/>
                      <a:pt x="30" y="4"/>
                      <a:pt x="35" y="0"/>
                    </a:cubicBezTo>
                    <a:cubicBezTo>
                      <a:pt x="38" y="4"/>
                      <a:pt x="42" y="8"/>
                      <a:pt x="45" y="12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0" name="Freeform 638">
                <a:extLst>
                  <a:ext uri="{FF2B5EF4-FFF2-40B4-BE49-F238E27FC236}">
                    <a16:creationId xmlns:a16="http://schemas.microsoft.com/office/drawing/2014/main" id="{58E74D02-B248-4A2C-80F5-7A167685D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448"/>
                <a:ext cx="25" cy="48"/>
              </a:xfrm>
              <a:custGeom>
                <a:avLst/>
                <a:gdLst>
                  <a:gd name="T0" fmla="*/ 17 w 25"/>
                  <a:gd name="T1" fmla="*/ 53 h 47"/>
                  <a:gd name="T2" fmla="*/ 23 w 25"/>
                  <a:gd name="T3" fmla="*/ 38 h 47"/>
                  <a:gd name="T4" fmla="*/ 23 w 25"/>
                  <a:gd name="T5" fmla="*/ 17 h 47"/>
                  <a:gd name="T6" fmla="*/ 16 w 25"/>
                  <a:gd name="T7" fmla="*/ 7 h 47"/>
                  <a:gd name="T8" fmla="*/ 9 w 25"/>
                  <a:gd name="T9" fmla="*/ 0 h 47"/>
                  <a:gd name="T10" fmla="*/ 10 w 25"/>
                  <a:gd name="T11" fmla="*/ 23 h 47"/>
                  <a:gd name="T12" fmla="*/ 0 w 25"/>
                  <a:gd name="T13" fmla="*/ 36 h 47"/>
                  <a:gd name="T14" fmla="*/ 10 w 25"/>
                  <a:gd name="T15" fmla="*/ 44 h 47"/>
                  <a:gd name="T16" fmla="*/ 15 w 25"/>
                  <a:gd name="T17" fmla="*/ 49 h 47"/>
                  <a:gd name="T18" fmla="*/ 17 w 25"/>
                  <a:gd name="T19" fmla="*/ 5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47">
                    <a:moveTo>
                      <a:pt x="17" y="47"/>
                    </a:moveTo>
                    <a:cubicBezTo>
                      <a:pt x="22" y="44"/>
                      <a:pt x="22" y="37"/>
                      <a:pt x="23" y="32"/>
                    </a:cubicBezTo>
                    <a:cubicBezTo>
                      <a:pt x="24" y="27"/>
                      <a:pt x="25" y="22"/>
                      <a:pt x="23" y="17"/>
                    </a:cubicBezTo>
                    <a:cubicBezTo>
                      <a:pt x="22" y="13"/>
                      <a:pt x="19" y="10"/>
                      <a:pt x="16" y="7"/>
                    </a:cubicBezTo>
                    <a:cubicBezTo>
                      <a:pt x="14" y="5"/>
                      <a:pt x="12" y="1"/>
                      <a:pt x="9" y="0"/>
                    </a:cubicBezTo>
                    <a:cubicBezTo>
                      <a:pt x="11" y="8"/>
                      <a:pt x="14" y="16"/>
                      <a:pt x="10" y="23"/>
                    </a:cubicBezTo>
                    <a:cubicBezTo>
                      <a:pt x="7" y="27"/>
                      <a:pt x="4" y="29"/>
                      <a:pt x="0" y="30"/>
                    </a:cubicBezTo>
                    <a:cubicBezTo>
                      <a:pt x="3" y="33"/>
                      <a:pt x="6" y="35"/>
                      <a:pt x="10" y="38"/>
                    </a:cubicBezTo>
                    <a:cubicBezTo>
                      <a:pt x="11" y="40"/>
                      <a:pt x="13" y="41"/>
                      <a:pt x="15" y="43"/>
                    </a:cubicBezTo>
                    <a:cubicBezTo>
                      <a:pt x="16" y="43"/>
                      <a:pt x="16" y="44"/>
                      <a:pt x="17" y="44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1" name="Freeform 639">
                <a:extLst>
                  <a:ext uri="{FF2B5EF4-FFF2-40B4-BE49-F238E27FC236}">
                    <a16:creationId xmlns:a16="http://schemas.microsoft.com/office/drawing/2014/main" id="{F8335341-4184-431F-9911-9196C7815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436"/>
                <a:ext cx="54" cy="35"/>
              </a:xfrm>
              <a:custGeom>
                <a:avLst/>
                <a:gdLst>
                  <a:gd name="T0" fmla="*/ 59 w 53"/>
                  <a:gd name="T1" fmla="*/ 25 h 34"/>
                  <a:gd name="T2" fmla="*/ 20 w 53"/>
                  <a:gd name="T3" fmla="*/ 37 h 34"/>
                  <a:gd name="T4" fmla="*/ 20 w 53"/>
                  <a:gd name="T5" fmla="*/ 40 h 34"/>
                  <a:gd name="T6" fmla="*/ 9 w 53"/>
                  <a:gd name="T7" fmla="*/ 33 h 34"/>
                  <a:gd name="T8" fmla="*/ 2 w 53"/>
                  <a:gd name="T9" fmla="*/ 28 h 34"/>
                  <a:gd name="T10" fmla="*/ 15 w 53"/>
                  <a:gd name="T11" fmla="*/ 5 h 34"/>
                  <a:gd name="T12" fmla="*/ 37 w 53"/>
                  <a:gd name="T13" fmla="*/ 6 h 34"/>
                  <a:gd name="T14" fmla="*/ 57 w 53"/>
                  <a:gd name="T15" fmla="*/ 16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4">
                    <a:moveTo>
                      <a:pt x="53" y="19"/>
                    </a:moveTo>
                    <a:cubicBezTo>
                      <a:pt x="41" y="11"/>
                      <a:pt x="27" y="22"/>
                      <a:pt x="20" y="31"/>
                    </a:cubicBezTo>
                    <a:cubicBezTo>
                      <a:pt x="21" y="32"/>
                      <a:pt x="20" y="33"/>
                      <a:pt x="20" y="34"/>
                    </a:cubicBezTo>
                    <a:cubicBezTo>
                      <a:pt x="17" y="31"/>
                      <a:pt x="13" y="29"/>
                      <a:pt x="9" y="27"/>
                    </a:cubicBezTo>
                    <a:cubicBezTo>
                      <a:pt x="8" y="26"/>
                      <a:pt x="2" y="23"/>
                      <a:pt x="2" y="22"/>
                    </a:cubicBezTo>
                    <a:cubicBezTo>
                      <a:pt x="0" y="17"/>
                      <a:pt x="11" y="7"/>
                      <a:pt x="15" y="5"/>
                    </a:cubicBezTo>
                    <a:cubicBezTo>
                      <a:pt x="22" y="0"/>
                      <a:pt x="25" y="2"/>
                      <a:pt x="31" y="6"/>
                    </a:cubicBezTo>
                    <a:cubicBezTo>
                      <a:pt x="38" y="10"/>
                      <a:pt x="44" y="13"/>
                      <a:pt x="51" y="16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2" name="Freeform 640">
                <a:extLst>
                  <a:ext uri="{FF2B5EF4-FFF2-40B4-BE49-F238E27FC236}">
                    <a16:creationId xmlns:a16="http://schemas.microsoft.com/office/drawing/2014/main" id="{6AD9396D-F6DF-4027-8FFE-2D6DD64EF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417"/>
                <a:ext cx="44" cy="34"/>
              </a:xfrm>
              <a:custGeom>
                <a:avLst/>
                <a:gdLst>
                  <a:gd name="T0" fmla="*/ 49 w 43"/>
                  <a:gd name="T1" fmla="*/ 14 h 34"/>
                  <a:gd name="T2" fmla="*/ 20 w 43"/>
                  <a:gd name="T3" fmla="*/ 34 h 34"/>
                  <a:gd name="T4" fmla="*/ 5 w 43"/>
                  <a:gd name="T5" fmla="*/ 25 h 34"/>
                  <a:gd name="T6" fmla="*/ 9 w 43"/>
                  <a:gd name="T7" fmla="*/ 11 h 34"/>
                  <a:gd name="T8" fmla="*/ 32 w 43"/>
                  <a:gd name="T9" fmla="*/ 2 h 34"/>
                  <a:gd name="T10" fmla="*/ 41 w 43"/>
                  <a:gd name="T11" fmla="*/ 7 h 34"/>
                  <a:gd name="T12" fmla="*/ 48 w 43"/>
                  <a:gd name="T13" fmla="*/ 1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4">
                    <a:moveTo>
                      <a:pt x="43" y="14"/>
                    </a:moveTo>
                    <a:cubicBezTo>
                      <a:pt x="35" y="13"/>
                      <a:pt x="16" y="24"/>
                      <a:pt x="20" y="34"/>
                    </a:cubicBezTo>
                    <a:cubicBezTo>
                      <a:pt x="15" y="31"/>
                      <a:pt x="9" y="28"/>
                      <a:pt x="5" y="25"/>
                    </a:cubicBezTo>
                    <a:cubicBezTo>
                      <a:pt x="0" y="20"/>
                      <a:pt x="5" y="16"/>
                      <a:pt x="9" y="11"/>
                    </a:cubicBezTo>
                    <a:cubicBezTo>
                      <a:pt x="13" y="8"/>
                      <a:pt x="20" y="0"/>
                      <a:pt x="26" y="2"/>
                    </a:cubicBezTo>
                    <a:cubicBezTo>
                      <a:pt x="29" y="3"/>
                      <a:pt x="33" y="6"/>
                      <a:pt x="35" y="7"/>
                    </a:cubicBezTo>
                    <a:cubicBezTo>
                      <a:pt x="38" y="9"/>
                      <a:pt x="40" y="10"/>
                      <a:pt x="42" y="12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3" name="Freeform 641">
                <a:extLst>
                  <a:ext uri="{FF2B5EF4-FFF2-40B4-BE49-F238E27FC236}">
                    <a16:creationId xmlns:a16="http://schemas.microsoft.com/office/drawing/2014/main" id="{E234BA20-B700-4ABA-8A10-989C97DF8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398"/>
                <a:ext cx="46" cy="36"/>
              </a:xfrm>
              <a:custGeom>
                <a:avLst/>
                <a:gdLst>
                  <a:gd name="T0" fmla="*/ 50 w 45"/>
                  <a:gd name="T1" fmla="*/ 12 h 35"/>
                  <a:gd name="T2" fmla="*/ 51 w 45"/>
                  <a:gd name="T3" fmla="*/ 12 h 35"/>
                  <a:gd name="T4" fmla="*/ 29 w 45"/>
                  <a:gd name="T5" fmla="*/ 41 h 35"/>
                  <a:gd name="T6" fmla="*/ 1 w 45"/>
                  <a:gd name="T7" fmla="*/ 33 h 35"/>
                  <a:gd name="T8" fmla="*/ 16 w 45"/>
                  <a:gd name="T9" fmla="*/ 7 h 35"/>
                  <a:gd name="T10" fmla="*/ 48 w 45"/>
                  <a:gd name="T11" fmla="*/ 1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5">
                    <a:moveTo>
                      <a:pt x="44" y="12"/>
                    </a:moveTo>
                    <a:cubicBezTo>
                      <a:pt x="44" y="12"/>
                      <a:pt x="44" y="12"/>
                      <a:pt x="45" y="12"/>
                    </a:cubicBezTo>
                    <a:cubicBezTo>
                      <a:pt x="34" y="9"/>
                      <a:pt x="22" y="26"/>
                      <a:pt x="23" y="35"/>
                    </a:cubicBezTo>
                    <a:cubicBezTo>
                      <a:pt x="16" y="32"/>
                      <a:pt x="8" y="31"/>
                      <a:pt x="1" y="27"/>
                    </a:cubicBezTo>
                    <a:cubicBezTo>
                      <a:pt x="0" y="19"/>
                      <a:pt x="11" y="12"/>
                      <a:pt x="16" y="7"/>
                    </a:cubicBezTo>
                    <a:cubicBezTo>
                      <a:pt x="26" y="0"/>
                      <a:pt x="32" y="5"/>
                      <a:pt x="42" y="10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4" name="Freeform 642">
                <a:extLst>
                  <a:ext uri="{FF2B5EF4-FFF2-40B4-BE49-F238E27FC236}">
                    <a16:creationId xmlns:a16="http://schemas.microsoft.com/office/drawing/2014/main" id="{3F3A083A-D81D-4F30-84A4-CB3A12A50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387"/>
                <a:ext cx="45" cy="36"/>
              </a:xfrm>
              <a:custGeom>
                <a:avLst/>
                <a:gdLst>
                  <a:gd name="T0" fmla="*/ 50 w 44"/>
                  <a:gd name="T1" fmla="*/ 7 h 35"/>
                  <a:gd name="T2" fmla="*/ 39 w 44"/>
                  <a:gd name="T3" fmla="*/ 10 h 35"/>
                  <a:gd name="T4" fmla="*/ 30 w 44"/>
                  <a:gd name="T5" fmla="*/ 27 h 35"/>
                  <a:gd name="T6" fmla="*/ 21 w 44"/>
                  <a:gd name="T7" fmla="*/ 41 h 35"/>
                  <a:gd name="T8" fmla="*/ 4 w 44"/>
                  <a:gd name="T9" fmla="*/ 38 h 35"/>
                  <a:gd name="T10" fmla="*/ 5 w 44"/>
                  <a:gd name="T11" fmla="*/ 13 h 35"/>
                  <a:gd name="T12" fmla="*/ 16 w 44"/>
                  <a:gd name="T13" fmla="*/ 1 h 35"/>
                  <a:gd name="T14" fmla="*/ 47 w 44"/>
                  <a:gd name="T15" fmla="*/ 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35">
                    <a:moveTo>
                      <a:pt x="44" y="7"/>
                    </a:moveTo>
                    <a:cubicBezTo>
                      <a:pt x="41" y="9"/>
                      <a:pt x="36" y="8"/>
                      <a:pt x="33" y="10"/>
                    </a:cubicBezTo>
                    <a:cubicBezTo>
                      <a:pt x="28" y="13"/>
                      <a:pt x="26" y="17"/>
                      <a:pt x="24" y="21"/>
                    </a:cubicBezTo>
                    <a:cubicBezTo>
                      <a:pt x="21" y="26"/>
                      <a:pt x="19" y="30"/>
                      <a:pt x="21" y="35"/>
                    </a:cubicBezTo>
                    <a:cubicBezTo>
                      <a:pt x="18" y="34"/>
                      <a:pt x="6" y="34"/>
                      <a:pt x="4" y="32"/>
                    </a:cubicBezTo>
                    <a:cubicBezTo>
                      <a:pt x="0" y="28"/>
                      <a:pt x="4" y="17"/>
                      <a:pt x="5" y="13"/>
                    </a:cubicBezTo>
                    <a:cubicBezTo>
                      <a:pt x="7" y="8"/>
                      <a:pt x="12" y="2"/>
                      <a:pt x="16" y="1"/>
                    </a:cubicBezTo>
                    <a:cubicBezTo>
                      <a:pt x="23" y="0"/>
                      <a:pt x="35" y="2"/>
                      <a:pt x="41" y="6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5" name="Freeform 643">
                <a:extLst>
                  <a:ext uri="{FF2B5EF4-FFF2-40B4-BE49-F238E27FC236}">
                    <a16:creationId xmlns:a16="http://schemas.microsoft.com/office/drawing/2014/main" id="{AD88B32F-481D-4EC9-9687-1A1BF43BE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386"/>
                <a:ext cx="43" cy="43"/>
              </a:xfrm>
              <a:custGeom>
                <a:avLst/>
                <a:gdLst>
                  <a:gd name="T0" fmla="*/ 48 w 42"/>
                  <a:gd name="T1" fmla="*/ 4 h 42"/>
                  <a:gd name="T2" fmla="*/ 33 w 42"/>
                  <a:gd name="T3" fmla="*/ 19 h 42"/>
                  <a:gd name="T4" fmla="*/ 31 w 42"/>
                  <a:gd name="T5" fmla="*/ 41 h 42"/>
                  <a:gd name="T6" fmla="*/ 7 w 42"/>
                  <a:gd name="T7" fmla="*/ 48 h 42"/>
                  <a:gd name="T8" fmla="*/ 6 w 42"/>
                  <a:gd name="T9" fmla="*/ 10 h 42"/>
                  <a:gd name="T10" fmla="*/ 28 w 42"/>
                  <a:gd name="T11" fmla="*/ 4 h 42"/>
                  <a:gd name="T12" fmla="*/ 47 w 42"/>
                  <a:gd name="T13" fmla="*/ 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42" y="4"/>
                    </a:moveTo>
                    <a:cubicBezTo>
                      <a:pt x="36" y="3"/>
                      <a:pt x="29" y="14"/>
                      <a:pt x="27" y="19"/>
                    </a:cubicBezTo>
                    <a:cubicBezTo>
                      <a:pt x="24" y="24"/>
                      <a:pt x="24" y="30"/>
                      <a:pt x="25" y="35"/>
                    </a:cubicBezTo>
                    <a:cubicBezTo>
                      <a:pt x="20" y="38"/>
                      <a:pt x="12" y="38"/>
                      <a:pt x="7" y="42"/>
                    </a:cubicBezTo>
                    <a:cubicBezTo>
                      <a:pt x="0" y="33"/>
                      <a:pt x="1" y="19"/>
                      <a:pt x="6" y="10"/>
                    </a:cubicBezTo>
                    <a:cubicBezTo>
                      <a:pt x="10" y="4"/>
                      <a:pt x="16" y="5"/>
                      <a:pt x="22" y="4"/>
                    </a:cubicBezTo>
                    <a:cubicBezTo>
                      <a:pt x="28" y="4"/>
                      <a:pt x="35" y="0"/>
                      <a:pt x="41" y="2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6" name="Freeform 644">
                <a:extLst>
                  <a:ext uri="{FF2B5EF4-FFF2-40B4-BE49-F238E27FC236}">
                    <a16:creationId xmlns:a16="http://schemas.microsoft.com/office/drawing/2014/main" id="{BCC868F9-84A2-4A17-A69F-C54A0F3F5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00"/>
                <a:ext cx="29" cy="58"/>
              </a:xfrm>
              <a:custGeom>
                <a:avLst/>
                <a:gdLst>
                  <a:gd name="T0" fmla="*/ 34 w 28"/>
                  <a:gd name="T1" fmla="*/ 44 h 57"/>
                  <a:gd name="T2" fmla="*/ 30 w 28"/>
                  <a:gd name="T3" fmla="*/ 0 h 57"/>
                  <a:gd name="T4" fmla="*/ 1 w 28"/>
                  <a:gd name="T5" fmla="*/ 21 h 57"/>
                  <a:gd name="T6" fmla="*/ 8 w 28"/>
                  <a:gd name="T7" fmla="*/ 50 h 57"/>
                  <a:gd name="T8" fmla="*/ 24 w 28"/>
                  <a:gd name="T9" fmla="*/ 63 h 57"/>
                  <a:gd name="T10" fmla="*/ 29 w 28"/>
                  <a:gd name="T11" fmla="*/ 51 h 57"/>
                  <a:gd name="T12" fmla="*/ 34 w 28"/>
                  <a:gd name="T13" fmla="*/ 4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57">
                    <a:moveTo>
                      <a:pt x="28" y="38"/>
                    </a:moveTo>
                    <a:cubicBezTo>
                      <a:pt x="22" y="29"/>
                      <a:pt x="17" y="9"/>
                      <a:pt x="24" y="0"/>
                    </a:cubicBezTo>
                    <a:cubicBezTo>
                      <a:pt x="19" y="0"/>
                      <a:pt x="3" y="15"/>
                      <a:pt x="1" y="21"/>
                    </a:cubicBezTo>
                    <a:cubicBezTo>
                      <a:pt x="0" y="27"/>
                      <a:pt x="5" y="38"/>
                      <a:pt x="8" y="44"/>
                    </a:cubicBezTo>
                    <a:cubicBezTo>
                      <a:pt x="11" y="49"/>
                      <a:pt x="14" y="53"/>
                      <a:pt x="18" y="57"/>
                    </a:cubicBezTo>
                    <a:cubicBezTo>
                      <a:pt x="21" y="54"/>
                      <a:pt x="22" y="49"/>
                      <a:pt x="23" y="45"/>
                    </a:cubicBezTo>
                    <a:cubicBezTo>
                      <a:pt x="25" y="41"/>
                      <a:pt x="26" y="37"/>
                      <a:pt x="28" y="34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7" name="Freeform 645">
                <a:extLst>
                  <a:ext uri="{FF2B5EF4-FFF2-40B4-BE49-F238E27FC236}">
                    <a16:creationId xmlns:a16="http://schemas.microsoft.com/office/drawing/2014/main" id="{996F97E1-2D25-4EAB-97D2-95217C316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448"/>
                <a:ext cx="41" cy="51"/>
              </a:xfrm>
              <a:custGeom>
                <a:avLst/>
                <a:gdLst>
                  <a:gd name="T0" fmla="*/ 43 w 40"/>
                  <a:gd name="T1" fmla="*/ 37 h 50"/>
                  <a:gd name="T2" fmla="*/ 34 w 40"/>
                  <a:gd name="T3" fmla="*/ 32 h 50"/>
                  <a:gd name="T4" fmla="*/ 17 w 40"/>
                  <a:gd name="T5" fmla="*/ 18 h 50"/>
                  <a:gd name="T6" fmla="*/ 3 w 40"/>
                  <a:gd name="T7" fmla="*/ 0 h 50"/>
                  <a:gd name="T8" fmla="*/ 1 w 40"/>
                  <a:gd name="T9" fmla="*/ 18 h 50"/>
                  <a:gd name="T10" fmla="*/ 8 w 40"/>
                  <a:gd name="T11" fmla="*/ 38 h 50"/>
                  <a:gd name="T12" fmla="*/ 46 w 40"/>
                  <a:gd name="T13" fmla="*/ 56 h 50"/>
                  <a:gd name="T14" fmla="*/ 42 w 40"/>
                  <a:gd name="T15" fmla="*/ 35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50">
                    <a:moveTo>
                      <a:pt x="37" y="31"/>
                    </a:moveTo>
                    <a:cubicBezTo>
                      <a:pt x="36" y="28"/>
                      <a:pt x="30" y="28"/>
                      <a:pt x="28" y="26"/>
                    </a:cubicBezTo>
                    <a:cubicBezTo>
                      <a:pt x="24" y="24"/>
                      <a:pt x="20" y="21"/>
                      <a:pt x="17" y="18"/>
                    </a:cubicBezTo>
                    <a:cubicBezTo>
                      <a:pt x="13" y="13"/>
                      <a:pt x="5" y="6"/>
                      <a:pt x="3" y="0"/>
                    </a:cubicBezTo>
                    <a:cubicBezTo>
                      <a:pt x="3" y="6"/>
                      <a:pt x="0" y="12"/>
                      <a:pt x="1" y="18"/>
                    </a:cubicBezTo>
                    <a:cubicBezTo>
                      <a:pt x="2" y="24"/>
                      <a:pt x="4" y="28"/>
                      <a:pt x="8" y="32"/>
                    </a:cubicBezTo>
                    <a:cubicBezTo>
                      <a:pt x="16" y="40"/>
                      <a:pt x="29" y="50"/>
                      <a:pt x="40" y="50"/>
                    </a:cubicBezTo>
                    <a:cubicBezTo>
                      <a:pt x="38" y="44"/>
                      <a:pt x="38" y="36"/>
                      <a:pt x="36" y="29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8" name="Freeform 646">
                <a:extLst>
                  <a:ext uri="{FF2B5EF4-FFF2-40B4-BE49-F238E27FC236}">
                    <a16:creationId xmlns:a16="http://schemas.microsoft.com/office/drawing/2014/main" id="{22A3E093-D52F-40D0-B605-C7E0D077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515"/>
                <a:ext cx="34" cy="43"/>
              </a:xfrm>
              <a:custGeom>
                <a:avLst/>
                <a:gdLst>
                  <a:gd name="T0" fmla="*/ 35 w 33"/>
                  <a:gd name="T1" fmla="*/ 18 h 43"/>
                  <a:gd name="T2" fmla="*/ 11 w 33"/>
                  <a:gd name="T3" fmla="*/ 9 h 43"/>
                  <a:gd name="T4" fmla="*/ 0 w 33"/>
                  <a:gd name="T5" fmla="*/ 0 h 43"/>
                  <a:gd name="T6" fmla="*/ 9 w 33"/>
                  <a:gd name="T7" fmla="*/ 29 h 43"/>
                  <a:gd name="T8" fmla="*/ 39 w 33"/>
                  <a:gd name="T9" fmla="*/ 43 h 43"/>
                  <a:gd name="T10" fmla="*/ 35 w 33"/>
                  <a:gd name="T11" fmla="*/ 17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3">
                    <a:moveTo>
                      <a:pt x="29" y="18"/>
                    </a:moveTo>
                    <a:cubicBezTo>
                      <a:pt x="28" y="16"/>
                      <a:pt x="15" y="12"/>
                      <a:pt x="11" y="9"/>
                    </a:cubicBezTo>
                    <a:cubicBezTo>
                      <a:pt x="7" y="7"/>
                      <a:pt x="3" y="4"/>
                      <a:pt x="0" y="0"/>
                    </a:cubicBezTo>
                    <a:cubicBezTo>
                      <a:pt x="1" y="10"/>
                      <a:pt x="1" y="22"/>
                      <a:pt x="9" y="29"/>
                    </a:cubicBezTo>
                    <a:cubicBezTo>
                      <a:pt x="15" y="35"/>
                      <a:pt x="25" y="42"/>
                      <a:pt x="33" y="43"/>
                    </a:cubicBezTo>
                    <a:cubicBezTo>
                      <a:pt x="31" y="35"/>
                      <a:pt x="33" y="24"/>
                      <a:pt x="29" y="17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9" name="Freeform 647">
                <a:extLst>
                  <a:ext uri="{FF2B5EF4-FFF2-40B4-BE49-F238E27FC236}">
                    <a16:creationId xmlns:a16="http://schemas.microsoft.com/office/drawing/2014/main" id="{9442E94E-7DD4-4C80-B0D3-510E98249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558"/>
                <a:ext cx="31" cy="47"/>
              </a:xfrm>
              <a:custGeom>
                <a:avLst/>
                <a:gdLst>
                  <a:gd name="T0" fmla="*/ 36 w 30"/>
                  <a:gd name="T1" fmla="*/ 30 h 46"/>
                  <a:gd name="T2" fmla="*/ 4 w 30"/>
                  <a:gd name="T3" fmla="*/ 0 h 46"/>
                  <a:gd name="T4" fmla="*/ 3 w 30"/>
                  <a:gd name="T5" fmla="*/ 16 h 46"/>
                  <a:gd name="T6" fmla="*/ 1 w 30"/>
                  <a:gd name="T7" fmla="*/ 32 h 46"/>
                  <a:gd name="T8" fmla="*/ 13 w 30"/>
                  <a:gd name="T9" fmla="*/ 44 h 46"/>
                  <a:gd name="T10" fmla="*/ 30 w 30"/>
                  <a:gd name="T11" fmla="*/ 52 h 46"/>
                  <a:gd name="T12" fmla="*/ 36 w 30"/>
                  <a:gd name="T13" fmla="*/ 29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30" y="24"/>
                    </a:moveTo>
                    <a:cubicBezTo>
                      <a:pt x="20" y="17"/>
                      <a:pt x="9" y="12"/>
                      <a:pt x="4" y="0"/>
                    </a:cubicBezTo>
                    <a:cubicBezTo>
                      <a:pt x="5" y="5"/>
                      <a:pt x="4" y="11"/>
                      <a:pt x="3" y="16"/>
                    </a:cubicBezTo>
                    <a:cubicBezTo>
                      <a:pt x="3" y="19"/>
                      <a:pt x="0" y="23"/>
                      <a:pt x="1" y="26"/>
                    </a:cubicBezTo>
                    <a:cubicBezTo>
                      <a:pt x="2" y="30"/>
                      <a:pt x="9" y="35"/>
                      <a:pt x="13" y="38"/>
                    </a:cubicBezTo>
                    <a:cubicBezTo>
                      <a:pt x="16" y="41"/>
                      <a:pt x="20" y="43"/>
                      <a:pt x="24" y="46"/>
                    </a:cubicBezTo>
                    <a:cubicBezTo>
                      <a:pt x="28" y="41"/>
                      <a:pt x="28" y="30"/>
                      <a:pt x="30" y="23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0" name="Freeform 648">
                <a:extLst>
                  <a:ext uri="{FF2B5EF4-FFF2-40B4-BE49-F238E27FC236}">
                    <a16:creationId xmlns:a16="http://schemas.microsoft.com/office/drawing/2014/main" id="{F17FD168-2AF0-4490-BD5F-1A9CDED18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595"/>
                <a:ext cx="36" cy="43"/>
              </a:xfrm>
              <a:custGeom>
                <a:avLst/>
                <a:gdLst>
                  <a:gd name="T0" fmla="*/ 36 w 36"/>
                  <a:gd name="T1" fmla="*/ 32 h 42"/>
                  <a:gd name="T2" fmla="*/ 18 w 36"/>
                  <a:gd name="T3" fmla="*/ 0 h 42"/>
                  <a:gd name="T4" fmla="*/ 5 w 36"/>
                  <a:gd name="T5" fmla="*/ 10 h 42"/>
                  <a:gd name="T6" fmla="*/ 7 w 36"/>
                  <a:gd name="T7" fmla="*/ 35 h 42"/>
                  <a:gd name="T8" fmla="*/ 14 w 36"/>
                  <a:gd name="T9" fmla="*/ 46 h 42"/>
                  <a:gd name="T10" fmla="*/ 19 w 36"/>
                  <a:gd name="T11" fmla="*/ 47 h 42"/>
                  <a:gd name="T12" fmla="*/ 35 w 36"/>
                  <a:gd name="T13" fmla="*/ 33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42">
                    <a:moveTo>
                      <a:pt x="36" y="26"/>
                    </a:moveTo>
                    <a:cubicBezTo>
                      <a:pt x="28" y="22"/>
                      <a:pt x="18" y="7"/>
                      <a:pt x="18" y="0"/>
                    </a:cubicBezTo>
                    <a:cubicBezTo>
                      <a:pt x="14" y="4"/>
                      <a:pt x="9" y="7"/>
                      <a:pt x="5" y="10"/>
                    </a:cubicBezTo>
                    <a:cubicBezTo>
                      <a:pt x="0" y="15"/>
                      <a:pt x="4" y="23"/>
                      <a:pt x="7" y="29"/>
                    </a:cubicBezTo>
                    <a:cubicBezTo>
                      <a:pt x="8" y="33"/>
                      <a:pt x="11" y="38"/>
                      <a:pt x="14" y="40"/>
                    </a:cubicBezTo>
                    <a:cubicBezTo>
                      <a:pt x="17" y="42"/>
                      <a:pt x="16" y="42"/>
                      <a:pt x="19" y="41"/>
                    </a:cubicBezTo>
                    <a:cubicBezTo>
                      <a:pt x="25" y="38"/>
                      <a:pt x="29" y="31"/>
                      <a:pt x="35" y="27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1" name="Freeform 649">
                <a:extLst>
                  <a:ext uri="{FF2B5EF4-FFF2-40B4-BE49-F238E27FC236}">
                    <a16:creationId xmlns:a16="http://schemas.microsoft.com/office/drawing/2014/main" id="{6A6BF9E9-FE23-4051-A7AE-E9B4A68B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616"/>
                <a:ext cx="30" cy="43"/>
              </a:xfrm>
              <a:custGeom>
                <a:avLst/>
                <a:gdLst>
                  <a:gd name="T0" fmla="*/ 35 w 29"/>
                  <a:gd name="T1" fmla="*/ 0 h 42"/>
                  <a:gd name="T2" fmla="*/ 30 w 29"/>
                  <a:gd name="T3" fmla="*/ 38 h 42"/>
                  <a:gd name="T4" fmla="*/ 30 w 29"/>
                  <a:gd name="T5" fmla="*/ 43 h 42"/>
                  <a:gd name="T6" fmla="*/ 23 w 29"/>
                  <a:gd name="T7" fmla="*/ 44 h 42"/>
                  <a:gd name="T8" fmla="*/ 4 w 29"/>
                  <a:gd name="T9" fmla="*/ 47 h 42"/>
                  <a:gd name="T10" fmla="*/ 4 w 29"/>
                  <a:gd name="T11" fmla="*/ 33 h 42"/>
                  <a:gd name="T12" fmla="*/ 6 w 29"/>
                  <a:gd name="T13" fmla="*/ 12 h 42"/>
                  <a:gd name="T14" fmla="*/ 21 w 29"/>
                  <a:gd name="T15" fmla="*/ 6 h 42"/>
                  <a:gd name="T16" fmla="*/ 35 w 29"/>
                  <a:gd name="T17" fmla="*/ 1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2">
                    <a:moveTo>
                      <a:pt x="29" y="0"/>
                    </a:moveTo>
                    <a:cubicBezTo>
                      <a:pt x="22" y="9"/>
                      <a:pt x="23" y="21"/>
                      <a:pt x="24" y="32"/>
                    </a:cubicBezTo>
                    <a:cubicBezTo>
                      <a:pt x="25" y="35"/>
                      <a:pt x="26" y="35"/>
                      <a:pt x="24" y="37"/>
                    </a:cubicBezTo>
                    <a:cubicBezTo>
                      <a:pt x="23" y="37"/>
                      <a:pt x="18" y="37"/>
                      <a:pt x="17" y="38"/>
                    </a:cubicBezTo>
                    <a:cubicBezTo>
                      <a:pt x="13" y="39"/>
                      <a:pt x="8" y="42"/>
                      <a:pt x="4" y="41"/>
                    </a:cubicBezTo>
                    <a:cubicBezTo>
                      <a:pt x="0" y="39"/>
                      <a:pt x="3" y="31"/>
                      <a:pt x="4" y="27"/>
                    </a:cubicBezTo>
                    <a:cubicBezTo>
                      <a:pt x="4" y="22"/>
                      <a:pt x="4" y="16"/>
                      <a:pt x="6" y="12"/>
                    </a:cubicBezTo>
                    <a:cubicBezTo>
                      <a:pt x="8" y="7"/>
                      <a:pt x="11" y="7"/>
                      <a:pt x="15" y="6"/>
                    </a:cubicBezTo>
                    <a:cubicBezTo>
                      <a:pt x="20" y="4"/>
                      <a:pt x="24" y="2"/>
                      <a:pt x="29" y="1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2" name="Freeform 650">
                <a:extLst>
                  <a:ext uri="{FF2B5EF4-FFF2-40B4-BE49-F238E27FC236}">
                    <a16:creationId xmlns:a16="http://schemas.microsoft.com/office/drawing/2014/main" id="{2138A769-E08D-4BE8-9036-F4D1F6269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622"/>
                <a:ext cx="43" cy="32"/>
              </a:xfrm>
              <a:custGeom>
                <a:avLst/>
                <a:gdLst>
                  <a:gd name="T0" fmla="*/ 48 w 42"/>
                  <a:gd name="T1" fmla="*/ 3 h 32"/>
                  <a:gd name="T2" fmla="*/ 38 w 42"/>
                  <a:gd name="T3" fmla="*/ 11 h 32"/>
                  <a:gd name="T4" fmla="*/ 32 w 42"/>
                  <a:gd name="T5" fmla="*/ 20 h 32"/>
                  <a:gd name="T6" fmla="*/ 29 w 42"/>
                  <a:gd name="T7" fmla="*/ 32 h 32"/>
                  <a:gd name="T8" fmla="*/ 6 w 42"/>
                  <a:gd name="T9" fmla="*/ 26 h 32"/>
                  <a:gd name="T10" fmla="*/ 0 w 42"/>
                  <a:gd name="T11" fmla="*/ 20 h 32"/>
                  <a:gd name="T12" fmla="*/ 5 w 42"/>
                  <a:gd name="T13" fmla="*/ 13 h 32"/>
                  <a:gd name="T14" fmla="*/ 20 w 42"/>
                  <a:gd name="T15" fmla="*/ 1 h 32"/>
                  <a:gd name="T16" fmla="*/ 47 w 42"/>
                  <a:gd name="T17" fmla="*/ 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32">
                    <a:moveTo>
                      <a:pt x="42" y="3"/>
                    </a:moveTo>
                    <a:cubicBezTo>
                      <a:pt x="39" y="6"/>
                      <a:pt x="35" y="7"/>
                      <a:pt x="32" y="11"/>
                    </a:cubicBezTo>
                    <a:cubicBezTo>
                      <a:pt x="29" y="13"/>
                      <a:pt x="27" y="17"/>
                      <a:pt x="26" y="20"/>
                    </a:cubicBezTo>
                    <a:cubicBezTo>
                      <a:pt x="24" y="24"/>
                      <a:pt x="23" y="28"/>
                      <a:pt x="23" y="32"/>
                    </a:cubicBezTo>
                    <a:cubicBezTo>
                      <a:pt x="17" y="32"/>
                      <a:pt x="10" y="29"/>
                      <a:pt x="6" y="26"/>
                    </a:cubicBezTo>
                    <a:cubicBezTo>
                      <a:pt x="5" y="25"/>
                      <a:pt x="1" y="22"/>
                      <a:pt x="0" y="20"/>
                    </a:cubicBezTo>
                    <a:cubicBezTo>
                      <a:pt x="0" y="19"/>
                      <a:pt x="4" y="14"/>
                      <a:pt x="5" y="13"/>
                    </a:cubicBezTo>
                    <a:cubicBezTo>
                      <a:pt x="8" y="9"/>
                      <a:pt x="15" y="1"/>
                      <a:pt x="20" y="1"/>
                    </a:cubicBezTo>
                    <a:cubicBezTo>
                      <a:pt x="23" y="0"/>
                      <a:pt x="39" y="3"/>
                      <a:pt x="41" y="4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3" name="Freeform 651">
                <a:extLst>
                  <a:ext uri="{FF2B5EF4-FFF2-40B4-BE49-F238E27FC236}">
                    <a16:creationId xmlns:a16="http://schemas.microsoft.com/office/drawing/2014/main" id="{C14CC648-1F93-4218-9FF1-10D7BD391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598"/>
                <a:ext cx="43" cy="31"/>
              </a:xfrm>
              <a:custGeom>
                <a:avLst/>
                <a:gdLst>
                  <a:gd name="T0" fmla="*/ 47 w 42"/>
                  <a:gd name="T1" fmla="*/ 24 h 30"/>
                  <a:gd name="T2" fmla="*/ 17 w 42"/>
                  <a:gd name="T3" fmla="*/ 36 h 30"/>
                  <a:gd name="T4" fmla="*/ 0 w 42"/>
                  <a:gd name="T5" fmla="*/ 8 h 30"/>
                  <a:gd name="T6" fmla="*/ 20 w 42"/>
                  <a:gd name="T7" fmla="*/ 1 h 30"/>
                  <a:gd name="T8" fmla="*/ 48 w 42"/>
                  <a:gd name="T9" fmla="*/ 2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41" y="18"/>
                    </a:moveTo>
                    <a:cubicBezTo>
                      <a:pt x="34" y="16"/>
                      <a:pt x="18" y="21"/>
                      <a:pt x="17" y="30"/>
                    </a:cubicBezTo>
                    <a:cubicBezTo>
                      <a:pt x="10" y="24"/>
                      <a:pt x="5" y="15"/>
                      <a:pt x="0" y="8"/>
                    </a:cubicBezTo>
                    <a:cubicBezTo>
                      <a:pt x="4" y="1"/>
                      <a:pt x="13" y="0"/>
                      <a:pt x="20" y="1"/>
                    </a:cubicBezTo>
                    <a:cubicBezTo>
                      <a:pt x="29" y="3"/>
                      <a:pt x="34" y="14"/>
                      <a:pt x="42" y="18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4" name="Freeform 652">
                <a:extLst>
                  <a:ext uri="{FF2B5EF4-FFF2-40B4-BE49-F238E27FC236}">
                    <a16:creationId xmlns:a16="http://schemas.microsoft.com/office/drawing/2014/main" id="{2904C4B8-DB2F-43F7-9445-C535C4767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565"/>
                <a:ext cx="38" cy="25"/>
              </a:xfrm>
              <a:custGeom>
                <a:avLst/>
                <a:gdLst>
                  <a:gd name="T0" fmla="*/ 43 w 37"/>
                  <a:gd name="T1" fmla="*/ 22 h 25"/>
                  <a:gd name="T2" fmla="*/ 25 w 37"/>
                  <a:gd name="T3" fmla="*/ 20 h 25"/>
                  <a:gd name="T4" fmla="*/ 8 w 37"/>
                  <a:gd name="T5" fmla="*/ 25 h 25"/>
                  <a:gd name="T6" fmla="*/ 0 w 37"/>
                  <a:gd name="T7" fmla="*/ 6 h 25"/>
                  <a:gd name="T8" fmla="*/ 29 w 37"/>
                  <a:gd name="T9" fmla="*/ 3 h 25"/>
                  <a:gd name="T10" fmla="*/ 41 w 37"/>
                  <a:gd name="T11" fmla="*/ 1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25">
                    <a:moveTo>
                      <a:pt x="37" y="22"/>
                    </a:moveTo>
                    <a:cubicBezTo>
                      <a:pt x="31" y="22"/>
                      <a:pt x="25" y="19"/>
                      <a:pt x="19" y="20"/>
                    </a:cubicBezTo>
                    <a:cubicBezTo>
                      <a:pt x="15" y="21"/>
                      <a:pt x="11" y="22"/>
                      <a:pt x="8" y="25"/>
                    </a:cubicBezTo>
                    <a:cubicBezTo>
                      <a:pt x="3" y="20"/>
                      <a:pt x="1" y="11"/>
                      <a:pt x="0" y="6"/>
                    </a:cubicBezTo>
                    <a:cubicBezTo>
                      <a:pt x="6" y="0"/>
                      <a:pt x="15" y="1"/>
                      <a:pt x="23" y="3"/>
                    </a:cubicBezTo>
                    <a:cubicBezTo>
                      <a:pt x="29" y="4"/>
                      <a:pt x="34" y="13"/>
                      <a:pt x="35" y="19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5" name="Freeform 653">
                <a:extLst>
                  <a:ext uri="{FF2B5EF4-FFF2-40B4-BE49-F238E27FC236}">
                    <a16:creationId xmlns:a16="http://schemas.microsoft.com/office/drawing/2014/main" id="{CF8C0E07-3510-41EA-9DB5-2D4151992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526"/>
                <a:ext cx="42" cy="32"/>
              </a:xfrm>
              <a:custGeom>
                <a:avLst/>
                <a:gdLst>
                  <a:gd name="T0" fmla="*/ 47 w 41"/>
                  <a:gd name="T1" fmla="*/ 32 h 32"/>
                  <a:gd name="T2" fmla="*/ 30 w 41"/>
                  <a:gd name="T3" fmla="*/ 23 h 32"/>
                  <a:gd name="T4" fmla="*/ 10 w 41"/>
                  <a:gd name="T5" fmla="*/ 23 h 32"/>
                  <a:gd name="T6" fmla="*/ 4 w 41"/>
                  <a:gd name="T7" fmla="*/ 15 h 32"/>
                  <a:gd name="T8" fmla="*/ 2 w 41"/>
                  <a:gd name="T9" fmla="*/ 5 h 32"/>
                  <a:gd name="T10" fmla="*/ 33 w 41"/>
                  <a:gd name="T11" fmla="*/ 7 h 32"/>
                  <a:gd name="T12" fmla="*/ 46 w 41"/>
                  <a:gd name="T13" fmla="*/ 2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32">
                    <a:moveTo>
                      <a:pt x="41" y="32"/>
                    </a:moveTo>
                    <a:cubicBezTo>
                      <a:pt x="39" y="25"/>
                      <a:pt x="30" y="24"/>
                      <a:pt x="24" y="23"/>
                    </a:cubicBezTo>
                    <a:cubicBezTo>
                      <a:pt x="20" y="22"/>
                      <a:pt x="14" y="23"/>
                      <a:pt x="10" y="23"/>
                    </a:cubicBezTo>
                    <a:cubicBezTo>
                      <a:pt x="7" y="22"/>
                      <a:pt x="6" y="19"/>
                      <a:pt x="4" y="15"/>
                    </a:cubicBezTo>
                    <a:cubicBezTo>
                      <a:pt x="4" y="13"/>
                      <a:pt x="0" y="7"/>
                      <a:pt x="2" y="5"/>
                    </a:cubicBezTo>
                    <a:cubicBezTo>
                      <a:pt x="4" y="0"/>
                      <a:pt x="22" y="5"/>
                      <a:pt x="27" y="7"/>
                    </a:cubicBezTo>
                    <a:cubicBezTo>
                      <a:pt x="33" y="11"/>
                      <a:pt x="39" y="22"/>
                      <a:pt x="40" y="29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6" name="Freeform 654">
                <a:extLst>
                  <a:ext uri="{FF2B5EF4-FFF2-40B4-BE49-F238E27FC236}">
                    <a16:creationId xmlns:a16="http://schemas.microsoft.com/office/drawing/2014/main" id="{B5AB8342-0302-456C-BDCB-2CB962743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489"/>
                <a:ext cx="36" cy="32"/>
              </a:xfrm>
              <a:custGeom>
                <a:avLst/>
                <a:gdLst>
                  <a:gd name="T0" fmla="*/ 41 w 35"/>
                  <a:gd name="T1" fmla="*/ 37 h 31"/>
                  <a:gd name="T2" fmla="*/ 3 w 35"/>
                  <a:gd name="T3" fmla="*/ 30 h 31"/>
                  <a:gd name="T4" fmla="*/ 0 w 35"/>
                  <a:gd name="T5" fmla="*/ 5 h 31"/>
                  <a:gd name="T6" fmla="*/ 1 w 35"/>
                  <a:gd name="T7" fmla="*/ 4 h 31"/>
                  <a:gd name="T8" fmla="*/ 0 w 35"/>
                  <a:gd name="T9" fmla="*/ 1 h 31"/>
                  <a:gd name="T10" fmla="*/ 30 w 35"/>
                  <a:gd name="T11" fmla="*/ 7 h 31"/>
                  <a:gd name="T12" fmla="*/ 40 w 35"/>
                  <a:gd name="T13" fmla="*/ 3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1">
                    <a:moveTo>
                      <a:pt x="35" y="31"/>
                    </a:moveTo>
                    <a:cubicBezTo>
                      <a:pt x="27" y="21"/>
                      <a:pt x="13" y="20"/>
                      <a:pt x="3" y="24"/>
                    </a:cubicBezTo>
                    <a:cubicBezTo>
                      <a:pt x="3" y="18"/>
                      <a:pt x="1" y="10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9" y="0"/>
                      <a:pt x="17" y="2"/>
                      <a:pt x="24" y="7"/>
                    </a:cubicBezTo>
                    <a:cubicBezTo>
                      <a:pt x="33" y="13"/>
                      <a:pt x="30" y="22"/>
                      <a:pt x="34" y="30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7" name="Freeform 655">
                <a:extLst>
                  <a:ext uri="{FF2B5EF4-FFF2-40B4-BE49-F238E27FC236}">
                    <a16:creationId xmlns:a16="http://schemas.microsoft.com/office/drawing/2014/main" id="{4D26816E-F9F4-4E9D-974D-14A23DD9E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418"/>
                <a:ext cx="35" cy="51"/>
              </a:xfrm>
              <a:custGeom>
                <a:avLst/>
                <a:gdLst>
                  <a:gd name="T0" fmla="*/ 28 w 35"/>
                  <a:gd name="T1" fmla="*/ 56 h 50"/>
                  <a:gd name="T2" fmla="*/ 25 w 35"/>
                  <a:gd name="T3" fmla="*/ 16 h 50"/>
                  <a:gd name="T4" fmla="*/ 13 w 35"/>
                  <a:gd name="T5" fmla="*/ 6 h 50"/>
                  <a:gd name="T6" fmla="*/ 0 w 35"/>
                  <a:gd name="T7" fmla="*/ 0 h 50"/>
                  <a:gd name="T8" fmla="*/ 13 w 35"/>
                  <a:gd name="T9" fmla="*/ 21 h 50"/>
                  <a:gd name="T10" fmla="*/ 12 w 35"/>
                  <a:gd name="T11" fmla="*/ 45 h 50"/>
                  <a:gd name="T12" fmla="*/ 29 w 35"/>
                  <a:gd name="T13" fmla="*/ 56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50">
                    <a:moveTo>
                      <a:pt x="28" y="50"/>
                    </a:moveTo>
                    <a:cubicBezTo>
                      <a:pt x="35" y="38"/>
                      <a:pt x="31" y="27"/>
                      <a:pt x="25" y="16"/>
                    </a:cubicBezTo>
                    <a:cubicBezTo>
                      <a:pt x="22" y="10"/>
                      <a:pt x="18" y="9"/>
                      <a:pt x="13" y="6"/>
                    </a:cubicBezTo>
                    <a:cubicBezTo>
                      <a:pt x="9" y="4"/>
                      <a:pt x="4" y="3"/>
                      <a:pt x="0" y="0"/>
                    </a:cubicBezTo>
                    <a:cubicBezTo>
                      <a:pt x="7" y="3"/>
                      <a:pt x="11" y="15"/>
                      <a:pt x="13" y="21"/>
                    </a:cubicBezTo>
                    <a:cubicBezTo>
                      <a:pt x="15" y="28"/>
                      <a:pt x="15" y="33"/>
                      <a:pt x="12" y="39"/>
                    </a:cubicBezTo>
                    <a:cubicBezTo>
                      <a:pt x="17" y="43"/>
                      <a:pt x="23" y="47"/>
                      <a:pt x="29" y="50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8" name="Freeform 656">
                <a:extLst>
                  <a:ext uri="{FF2B5EF4-FFF2-40B4-BE49-F238E27FC236}">
                    <a16:creationId xmlns:a16="http://schemas.microsoft.com/office/drawing/2014/main" id="{79DD9888-B13E-42A0-ADE9-E0F8D4475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401"/>
                <a:ext cx="31" cy="50"/>
              </a:xfrm>
              <a:custGeom>
                <a:avLst/>
                <a:gdLst>
                  <a:gd name="T0" fmla="*/ 22 w 30"/>
                  <a:gd name="T1" fmla="*/ 7 h 49"/>
                  <a:gd name="T2" fmla="*/ 33 w 30"/>
                  <a:gd name="T3" fmla="*/ 35 h 49"/>
                  <a:gd name="T4" fmla="*/ 33 w 30"/>
                  <a:gd name="T5" fmla="*/ 55 h 49"/>
                  <a:gd name="T6" fmla="*/ 21 w 30"/>
                  <a:gd name="T7" fmla="*/ 47 h 49"/>
                  <a:gd name="T8" fmla="*/ 10 w 30"/>
                  <a:gd name="T9" fmla="*/ 43 h 49"/>
                  <a:gd name="T10" fmla="*/ 12 w 30"/>
                  <a:gd name="T11" fmla="*/ 36 h 49"/>
                  <a:gd name="T12" fmla="*/ 0 w 30"/>
                  <a:gd name="T13" fmla="*/ 1 h 49"/>
                  <a:gd name="T14" fmla="*/ 23 w 30"/>
                  <a:gd name="T15" fmla="*/ 7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49">
                    <a:moveTo>
                      <a:pt x="16" y="7"/>
                    </a:moveTo>
                    <a:cubicBezTo>
                      <a:pt x="22" y="13"/>
                      <a:pt x="25" y="20"/>
                      <a:pt x="27" y="29"/>
                    </a:cubicBezTo>
                    <a:cubicBezTo>
                      <a:pt x="28" y="34"/>
                      <a:pt x="30" y="44"/>
                      <a:pt x="27" y="49"/>
                    </a:cubicBezTo>
                    <a:cubicBezTo>
                      <a:pt x="25" y="46"/>
                      <a:pt x="18" y="43"/>
                      <a:pt x="15" y="41"/>
                    </a:cubicBezTo>
                    <a:cubicBezTo>
                      <a:pt x="14" y="40"/>
                      <a:pt x="11" y="38"/>
                      <a:pt x="10" y="37"/>
                    </a:cubicBezTo>
                    <a:cubicBezTo>
                      <a:pt x="10" y="35"/>
                      <a:pt x="12" y="32"/>
                      <a:pt x="12" y="30"/>
                    </a:cubicBezTo>
                    <a:cubicBezTo>
                      <a:pt x="14" y="21"/>
                      <a:pt x="9" y="5"/>
                      <a:pt x="0" y="1"/>
                    </a:cubicBezTo>
                    <a:cubicBezTo>
                      <a:pt x="4" y="0"/>
                      <a:pt x="15" y="3"/>
                      <a:pt x="17" y="7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9" name="Freeform 657">
                <a:extLst>
                  <a:ext uri="{FF2B5EF4-FFF2-40B4-BE49-F238E27FC236}">
                    <a16:creationId xmlns:a16="http://schemas.microsoft.com/office/drawing/2014/main" id="{85BA25FD-3DE0-4C32-AB41-0E8BADE5B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389"/>
                <a:ext cx="49" cy="44"/>
              </a:xfrm>
              <a:custGeom>
                <a:avLst/>
                <a:gdLst>
                  <a:gd name="T0" fmla="*/ 49 w 48"/>
                  <a:gd name="T1" fmla="*/ 48 h 43"/>
                  <a:gd name="T2" fmla="*/ 47 w 48"/>
                  <a:gd name="T3" fmla="*/ 29 h 43"/>
                  <a:gd name="T4" fmla="*/ 38 w 48"/>
                  <a:gd name="T5" fmla="*/ 8 h 43"/>
                  <a:gd name="T6" fmla="*/ 0 w 48"/>
                  <a:gd name="T7" fmla="*/ 0 h 43"/>
                  <a:gd name="T8" fmla="*/ 21 w 48"/>
                  <a:gd name="T9" fmla="*/ 41 h 43"/>
                  <a:gd name="T10" fmla="*/ 51 w 48"/>
                  <a:gd name="T11" fmla="*/ 49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3">
                    <a:moveTo>
                      <a:pt x="43" y="42"/>
                    </a:moveTo>
                    <a:cubicBezTo>
                      <a:pt x="48" y="39"/>
                      <a:pt x="43" y="27"/>
                      <a:pt x="41" y="23"/>
                    </a:cubicBezTo>
                    <a:cubicBezTo>
                      <a:pt x="39" y="17"/>
                      <a:pt x="36" y="12"/>
                      <a:pt x="32" y="8"/>
                    </a:cubicBezTo>
                    <a:cubicBezTo>
                      <a:pt x="23" y="0"/>
                      <a:pt x="11" y="0"/>
                      <a:pt x="0" y="0"/>
                    </a:cubicBezTo>
                    <a:cubicBezTo>
                      <a:pt x="11" y="3"/>
                      <a:pt x="26" y="24"/>
                      <a:pt x="21" y="35"/>
                    </a:cubicBezTo>
                    <a:cubicBezTo>
                      <a:pt x="29" y="38"/>
                      <a:pt x="38" y="39"/>
                      <a:pt x="45" y="43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0" name="Freeform 658">
                <a:extLst>
                  <a:ext uri="{FF2B5EF4-FFF2-40B4-BE49-F238E27FC236}">
                    <a16:creationId xmlns:a16="http://schemas.microsoft.com/office/drawing/2014/main" id="{395F7C6D-227C-43A7-83ED-90075686F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386"/>
                <a:ext cx="61" cy="38"/>
              </a:xfrm>
              <a:custGeom>
                <a:avLst/>
                <a:gdLst>
                  <a:gd name="T0" fmla="*/ 60 w 60"/>
                  <a:gd name="T1" fmla="*/ 41 h 37"/>
                  <a:gd name="T2" fmla="*/ 44 w 60"/>
                  <a:gd name="T3" fmla="*/ 4 h 37"/>
                  <a:gd name="T4" fmla="*/ 18 w 60"/>
                  <a:gd name="T5" fmla="*/ 3 h 37"/>
                  <a:gd name="T6" fmla="*/ 0 w 60"/>
                  <a:gd name="T7" fmla="*/ 7 h 37"/>
                  <a:gd name="T8" fmla="*/ 40 w 60"/>
                  <a:gd name="T9" fmla="*/ 40 h 37"/>
                  <a:gd name="T10" fmla="*/ 60 w 60"/>
                  <a:gd name="T11" fmla="*/ 43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7">
                    <a:moveTo>
                      <a:pt x="54" y="35"/>
                    </a:moveTo>
                    <a:cubicBezTo>
                      <a:pt x="60" y="24"/>
                      <a:pt x="47" y="10"/>
                      <a:pt x="38" y="4"/>
                    </a:cubicBezTo>
                    <a:cubicBezTo>
                      <a:pt x="31" y="0"/>
                      <a:pt x="26" y="2"/>
                      <a:pt x="18" y="3"/>
                    </a:cubicBezTo>
                    <a:cubicBezTo>
                      <a:pt x="11" y="3"/>
                      <a:pt x="6" y="5"/>
                      <a:pt x="0" y="7"/>
                    </a:cubicBezTo>
                    <a:cubicBezTo>
                      <a:pt x="14" y="6"/>
                      <a:pt x="34" y="19"/>
                      <a:pt x="34" y="34"/>
                    </a:cubicBezTo>
                    <a:cubicBezTo>
                      <a:pt x="41" y="34"/>
                      <a:pt x="48" y="36"/>
                      <a:pt x="54" y="37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1" name="Freeform 659">
                <a:extLst>
                  <a:ext uri="{FF2B5EF4-FFF2-40B4-BE49-F238E27FC236}">
                    <a16:creationId xmlns:a16="http://schemas.microsoft.com/office/drawing/2014/main" id="{DF1B58CD-10C0-4A44-8366-961D3A7A4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399"/>
                <a:ext cx="60" cy="28"/>
              </a:xfrm>
              <a:custGeom>
                <a:avLst/>
                <a:gdLst>
                  <a:gd name="T0" fmla="*/ 63 w 59"/>
                  <a:gd name="T1" fmla="*/ 28 h 27"/>
                  <a:gd name="T2" fmla="*/ 25 w 59"/>
                  <a:gd name="T3" fmla="*/ 0 h 27"/>
                  <a:gd name="T4" fmla="*/ 0 w 59"/>
                  <a:gd name="T5" fmla="*/ 28 h 27"/>
                  <a:gd name="T6" fmla="*/ 43 w 59"/>
                  <a:gd name="T7" fmla="*/ 33 h 27"/>
                  <a:gd name="T8" fmla="*/ 63 w 59"/>
                  <a:gd name="T9" fmla="*/ 2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7">
                    <a:moveTo>
                      <a:pt x="57" y="22"/>
                    </a:moveTo>
                    <a:cubicBezTo>
                      <a:pt x="59" y="9"/>
                      <a:pt x="35" y="0"/>
                      <a:pt x="25" y="0"/>
                    </a:cubicBezTo>
                    <a:cubicBezTo>
                      <a:pt x="15" y="0"/>
                      <a:pt x="5" y="15"/>
                      <a:pt x="0" y="22"/>
                    </a:cubicBezTo>
                    <a:cubicBezTo>
                      <a:pt x="12" y="13"/>
                      <a:pt x="29" y="12"/>
                      <a:pt x="37" y="27"/>
                    </a:cubicBezTo>
                    <a:cubicBezTo>
                      <a:pt x="43" y="22"/>
                      <a:pt x="51" y="23"/>
                      <a:pt x="57" y="21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2" name="Freeform 660">
                <a:extLst>
                  <a:ext uri="{FF2B5EF4-FFF2-40B4-BE49-F238E27FC236}">
                    <a16:creationId xmlns:a16="http://schemas.microsoft.com/office/drawing/2014/main" id="{6BEE3FF1-B0A8-4703-8EFA-28D2F4C0F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427"/>
                <a:ext cx="47" cy="47"/>
              </a:xfrm>
              <a:custGeom>
                <a:avLst/>
                <a:gdLst>
                  <a:gd name="T0" fmla="*/ 50 w 46"/>
                  <a:gd name="T1" fmla="*/ 11 h 46"/>
                  <a:gd name="T2" fmla="*/ 8 w 46"/>
                  <a:gd name="T3" fmla="*/ 14 h 46"/>
                  <a:gd name="T4" fmla="*/ 3 w 46"/>
                  <a:gd name="T5" fmla="*/ 19 h 46"/>
                  <a:gd name="T6" fmla="*/ 1 w 46"/>
                  <a:gd name="T7" fmla="*/ 34 h 46"/>
                  <a:gd name="T8" fmla="*/ 2 w 46"/>
                  <a:gd name="T9" fmla="*/ 52 h 46"/>
                  <a:gd name="T10" fmla="*/ 35 w 46"/>
                  <a:gd name="T11" fmla="*/ 33 h 46"/>
                  <a:gd name="T12" fmla="*/ 41 w 46"/>
                  <a:gd name="T13" fmla="*/ 36 h 46"/>
                  <a:gd name="T14" fmla="*/ 44 w 46"/>
                  <a:gd name="T15" fmla="*/ 29 h 46"/>
                  <a:gd name="T16" fmla="*/ 52 w 46"/>
                  <a:gd name="T17" fmla="*/ 11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46">
                    <a:moveTo>
                      <a:pt x="44" y="11"/>
                    </a:moveTo>
                    <a:cubicBezTo>
                      <a:pt x="37" y="0"/>
                      <a:pt x="16" y="8"/>
                      <a:pt x="8" y="14"/>
                    </a:cubicBezTo>
                    <a:cubicBezTo>
                      <a:pt x="7" y="15"/>
                      <a:pt x="4" y="17"/>
                      <a:pt x="3" y="19"/>
                    </a:cubicBezTo>
                    <a:cubicBezTo>
                      <a:pt x="1" y="21"/>
                      <a:pt x="1" y="25"/>
                      <a:pt x="1" y="28"/>
                    </a:cubicBezTo>
                    <a:cubicBezTo>
                      <a:pt x="0" y="34"/>
                      <a:pt x="0" y="41"/>
                      <a:pt x="2" y="46"/>
                    </a:cubicBezTo>
                    <a:cubicBezTo>
                      <a:pt x="5" y="37"/>
                      <a:pt x="19" y="24"/>
                      <a:pt x="29" y="27"/>
                    </a:cubicBezTo>
                    <a:cubicBezTo>
                      <a:pt x="31" y="27"/>
                      <a:pt x="34" y="30"/>
                      <a:pt x="35" y="30"/>
                    </a:cubicBezTo>
                    <a:cubicBezTo>
                      <a:pt x="37" y="30"/>
                      <a:pt x="37" y="25"/>
                      <a:pt x="38" y="23"/>
                    </a:cubicBezTo>
                    <a:cubicBezTo>
                      <a:pt x="41" y="19"/>
                      <a:pt x="45" y="15"/>
                      <a:pt x="46" y="11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3" name="Freeform 661">
                <a:extLst>
                  <a:ext uri="{FF2B5EF4-FFF2-40B4-BE49-F238E27FC236}">
                    <a16:creationId xmlns:a16="http://schemas.microsoft.com/office/drawing/2014/main" id="{28090504-F27C-4408-B103-3B6ED8945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77"/>
                <a:ext cx="25" cy="63"/>
              </a:xfrm>
              <a:custGeom>
                <a:avLst/>
                <a:gdLst>
                  <a:gd name="T0" fmla="*/ 26 w 24"/>
                  <a:gd name="T1" fmla="*/ 2 h 62"/>
                  <a:gd name="T2" fmla="*/ 0 w 24"/>
                  <a:gd name="T3" fmla="*/ 26 h 62"/>
                  <a:gd name="T4" fmla="*/ 1 w 24"/>
                  <a:gd name="T5" fmla="*/ 46 h 62"/>
                  <a:gd name="T6" fmla="*/ 4 w 24"/>
                  <a:gd name="T7" fmla="*/ 68 h 62"/>
                  <a:gd name="T8" fmla="*/ 6 w 24"/>
                  <a:gd name="T9" fmla="*/ 58 h 62"/>
                  <a:gd name="T10" fmla="*/ 11 w 24"/>
                  <a:gd name="T11" fmla="*/ 46 h 62"/>
                  <a:gd name="T12" fmla="*/ 30 w 24"/>
                  <a:gd name="T13" fmla="*/ 27 h 62"/>
                  <a:gd name="T14" fmla="*/ 27 w 24"/>
                  <a:gd name="T15" fmla="*/ 1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2">
                    <a:moveTo>
                      <a:pt x="20" y="2"/>
                    </a:moveTo>
                    <a:cubicBezTo>
                      <a:pt x="8" y="0"/>
                      <a:pt x="0" y="15"/>
                      <a:pt x="0" y="26"/>
                    </a:cubicBezTo>
                    <a:cubicBezTo>
                      <a:pt x="0" y="31"/>
                      <a:pt x="1" y="35"/>
                      <a:pt x="1" y="40"/>
                    </a:cubicBezTo>
                    <a:cubicBezTo>
                      <a:pt x="2" y="47"/>
                      <a:pt x="3" y="55"/>
                      <a:pt x="4" y="62"/>
                    </a:cubicBezTo>
                    <a:cubicBezTo>
                      <a:pt x="6" y="60"/>
                      <a:pt x="5" y="55"/>
                      <a:pt x="6" y="52"/>
                    </a:cubicBezTo>
                    <a:cubicBezTo>
                      <a:pt x="7" y="48"/>
                      <a:pt x="9" y="43"/>
                      <a:pt x="11" y="40"/>
                    </a:cubicBezTo>
                    <a:cubicBezTo>
                      <a:pt x="14" y="35"/>
                      <a:pt x="18" y="29"/>
                      <a:pt x="24" y="27"/>
                    </a:cubicBezTo>
                    <a:cubicBezTo>
                      <a:pt x="21" y="19"/>
                      <a:pt x="22" y="9"/>
                      <a:pt x="21" y="1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4" name="Freeform 662">
                <a:extLst>
                  <a:ext uri="{FF2B5EF4-FFF2-40B4-BE49-F238E27FC236}">
                    <a16:creationId xmlns:a16="http://schemas.microsoft.com/office/drawing/2014/main" id="{A5A84DAB-AB51-4BE3-AF79-0351FDC62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528"/>
                <a:ext cx="32" cy="59"/>
              </a:xfrm>
              <a:custGeom>
                <a:avLst/>
                <a:gdLst>
                  <a:gd name="T0" fmla="*/ 36 w 31"/>
                  <a:gd name="T1" fmla="*/ 6 h 58"/>
                  <a:gd name="T2" fmla="*/ 13 w 31"/>
                  <a:gd name="T3" fmla="*/ 16 h 58"/>
                  <a:gd name="T4" fmla="*/ 8 w 31"/>
                  <a:gd name="T5" fmla="*/ 40 h 58"/>
                  <a:gd name="T6" fmla="*/ 3 w 31"/>
                  <a:gd name="T7" fmla="*/ 64 h 58"/>
                  <a:gd name="T8" fmla="*/ 31 w 31"/>
                  <a:gd name="T9" fmla="*/ 41 h 58"/>
                  <a:gd name="T10" fmla="*/ 37 w 31"/>
                  <a:gd name="T11" fmla="*/ 36 h 58"/>
                  <a:gd name="T12" fmla="*/ 37 w 31"/>
                  <a:gd name="T13" fmla="*/ 7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58">
                    <a:moveTo>
                      <a:pt x="30" y="6"/>
                    </a:moveTo>
                    <a:cubicBezTo>
                      <a:pt x="25" y="0"/>
                      <a:pt x="15" y="12"/>
                      <a:pt x="13" y="16"/>
                    </a:cubicBezTo>
                    <a:cubicBezTo>
                      <a:pt x="11" y="21"/>
                      <a:pt x="7" y="29"/>
                      <a:pt x="8" y="34"/>
                    </a:cubicBezTo>
                    <a:cubicBezTo>
                      <a:pt x="4" y="37"/>
                      <a:pt x="0" y="54"/>
                      <a:pt x="3" y="58"/>
                    </a:cubicBezTo>
                    <a:cubicBezTo>
                      <a:pt x="9" y="49"/>
                      <a:pt x="13" y="38"/>
                      <a:pt x="25" y="35"/>
                    </a:cubicBezTo>
                    <a:cubicBezTo>
                      <a:pt x="30" y="34"/>
                      <a:pt x="31" y="35"/>
                      <a:pt x="31" y="30"/>
                    </a:cubicBezTo>
                    <a:cubicBezTo>
                      <a:pt x="31" y="22"/>
                      <a:pt x="31" y="14"/>
                      <a:pt x="31" y="7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5" name="Freeform 663">
                <a:extLst>
                  <a:ext uri="{FF2B5EF4-FFF2-40B4-BE49-F238E27FC236}">
                    <a16:creationId xmlns:a16="http://schemas.microsoft.com/office/drawing/2014/main" id="{15EB6AD4-BFBF-45FA-8C99-F01C77ED0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582"/>
                <a:ext cx="53" cy="28"/>
              </a:xfrm>
              <a:custGeom>
                <a:avLst/>
                <a:gdLst>
                  <a:gd name="T0" fmla="*/ 56 w 52"/>
                  <a:gd name="T1" fmla="*/ 0 h 27"/>
                  <a:gd name="T2" fmla="*/ 56 w 52"/>
                  <a:gd name="T3" fmla="*/ 1 h 27"/>
                  <a:gd name="T4" fmla="*/ 36 w 52"/>
                  <a:gd name="T5" fmla="*/ 4 h 27"/>
                  <a:gd name="T6" fmla="*/ 17 w 52"/>
                  <a:gd name="T7" fmla="*/ 20 h 27"/>
                  <a:gd name="T8" fmla="*/ 0 w 52"/>
                  <a:gd name="T9" fmla="*/ 32 h 27"/>
                  <a:gd name="T10" fmla="*/ 6 w 52"/>
                  <a:gd name="T11" fmla="*/ 30 h 27"/>
                  <a:gd name="T12" fmla="*/ 19 w 52"/>
                  <a:gd name="T13" fmla="*/ 26 h 27"/>
                  <a:gd name="T14" fmla="*/ 50 w 52"/>
                  <a:gd name="T15" fmla="*/ 29 h 27"/>
                  <a:gd name="T16" fmla="*/ 53 w 52"/>
                  <a:gd name="T17" fmla="*/ 20 h 27"/>
                  <a:gd name="T18" fmla="*/ 58 w 52"/>
                  <a:gd name="T19" fmla="*/ 2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7">
                    <a:moveTo>
                      <a:pt x="50" y="0"/>
                    </a:moveTo>
                    <a:cubicBezTo>
                      <a:pt x="50" y="0"/>
                      <a:pt x="50" y="1"/>
                      <a:pt x="50" y="1"/>
                    </a:cubicBezTo>
                    <a:cubicBezTo>
                      <a:pt x="44" y="2"/>
                      <a:pt x="36" y="1"/>
                      <a:pt x="30" y="4"/>
                    </a:cubicBezTo>
                    <a:cubicBezTo>
                      <a:pt x="25" y="7"/>
                      <a:pt x="21" y="10"/>
                      <a:pt x="17" y="14"/>
                    </a:cubicBezTo>
                    <a:cubicBezTo>
                      <a:pt x="12" y="18"/>
                      <a:pt x="4" y="20"/>
                      <a:pt x="0" y="26"/>
                    </a:cubicBezTo>
                    <a:cubicBezTo>
                      <a:pt x="2" y="27"/>
                      <a:pt x="5" y="25"/>
                      <a:pt x="6" y="24"/>
                    </a:cubicBezTo>
                    <a:cubicBezTo>
                      <a:pt x="11" y="22"/>
                      <a:pt x="15" y="21"/>
                      <a:pt x="19" y="20"/>
                    </a:cubicBezTo>
                    <a:cubicBezTo>
                      <a:pt x="27" y="19"/>
                      <a:pt x="38" y="18"/>
                      <a:pt x="44" y="23"/>
                    </a:cubicBezTo>
                    <a:cubicBezTo>
                      <a:pt x="45" y="20"/>
                      <a:pt x="46" y="17"/>
                      <a:pt x="47" y="14"/>
                    </a:cubicBezTo>
                    <a:cubicBezTo>
                      <a:pt x="48" y="11"/>
                      <a:pt x="48" y="4"/>
                      <a:pt x="52" y="2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6" name="Freeform 664">
                <a:extLst>
                  <a:ext uri="{FF2B5EF4-FFF2-40B4-BE49-F238E27FC236}">
                    <a16:creationId xmlns:a16="http://schemas.microsoft.com/office/drawing/2014/main" id="{9EF25C4B-6F93-4BF8-B149-2D5561C07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611"/>
                <a:ext cx="64" cy="28"/>
              </a:xfrm>
              <a:custGeom>
                <a:avLst/>
                <a:gdLst>
                  <a:gd name="T0" fmla="*/ 69 w 63"/>
                  <a:gd name="T1" fmla="*/ 12 h 28"/>
                  <a:gd name="T2" fmla="*/ 26 w 63"/>
                  <a:gd name="T3" fmla="*/ 6 h 28"/>
                  <a:gd name="T4" fmla="*/ 0 w 63"/>
                  <a:gd name="T5" fmla="*/ 14 h 28"/>
                  <a:gd name="T6" fmla="*/ 13 w 63"/>
                  <a:gd name="T7" fmla="*/ 16 h 28"/>
                  <a:gd name="T8" fmla="*/ 41 w 63"/>
                  <a:gd name="T9" fmla="*/ 22 h 28"/>
                  <a:gd name="T10" fmla="*/ 47 w 63"/>
                  <a:gd name="T11" fmla="*/ 27 h 28"/>
                  <a:gd name="T12" fmla="*/ 52 w 63"/>
                  <a:gd name="T13" fmla="*/ 25 h 28"/>
                  <a:gd name="T14" fmla="*/ 61 w 63"/>
                  <a:gd name="T15" fmla="*/ 17 h 28"/>
                  <a:gd name="T16" fmla="*/ 68 w 63"/>
                  <a:gd name="T17" fmla="*/ 13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28">
                    <a:moveTo>
                      <a:pt x="63" y="12"/>
                    </a:moveTo>
                    <a:cubicBezTo>
                      <a:pt x="60" y="0"/>
                      <a:pt x="35" y="4"/>
                      <a:pt x="26" y="6"/>
                    </a:cubicBezTo>
                    <a:cubicBezTo>
                      <a:pt x="18" y="7"/>
                      <a:pt x="8" y="11"/>
                      <a:pt x="0" y="14"/>
                    </a:cubicBezTo>
                    <a:cubicBezTo>
                      <a:pt x="4" y="14"/>
                      <a:pt x="9" y="15"/>
                      <a:pt x="13" y="16"/>
                    </a:cubicBezTo>
                    <a:cubicBezTo>
                      <a:pt x="20" y="17"/>
                      <a:pt x="28" y="18"/>
                      <a:pt x="35" y="22"/>
                    </a:cubicBezTo>
                    <a:cubicBezTo>
                      <a:pt x="37" y="23"/>
                      <a:pt x="39" y="27"/>
                      <a:pt x="41" y="27"/>
                    </a:cubicBezTo>
                    <a:cubicBezTo>
                      <a:pt x="43" y="28"/>
                      <a:pt x="44" y="26"/>
                      <a:pt x="46" y="25"/>
                    </a:cubicBezTo>
                    <a:cubicBezTo>
                      <a:pt x="49" y="22"/>
                      <a:pt x="51" y="19"/>
                      <a:pt x="55" y="17"/>
                    </a:cubicBezTo>
                    <a:cubicBezTo>
                      <a:pt x="57" y="15"/>
                      <a:pt x="60" y="15"/>
                      <a:pt x="62" y="13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7" name="Freeform 665">
                <a:extLst>
                  <a:ext uri="{FF2B5EF4-FFF2-40B4-BE49-F238E27FC236}">
                    <a16:creationId xmlns:a16="http://schemas.microsoft.com/office/drawing/2014/main" id="{72D7A0AB-570B-4DC3-A354-FBD8A0CA3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621"/>
                <a:ext cx="62" cy="36"/>
              </a:xfrm>
              <a:custGeom>
                <a:avLst/>
                <a:gdLst>
                  <a:gd name="T0" fmla="*/ 70 w 60"/>
                  <a:gd name="T1" fmla="*/ 38 h 35"/>
                  <a:gd name="T2" fmla="*/ 58 w 60"/>
                  <a:gd name="T3" fmla="*/ 15 h 35"/>
                  <a:gd name="T4" fmla="*/ 35 w 60"/>
                  <a:gd name="T5" fmla="*/ 5 h 35"/>
                  <a:gd name="T6" fmla="*/ 0 w 60"/>
                  <a:gd name="T7" fmla="*/ 1 h 35"/>
                  <a:gd name="T8" fmla="*/ 26 w 60"/>
                  <a:gd name="T9" fmla="*/ 14 h 35"/>
                  <a:gd name="T10" fmla="*/ 36 w 60"/>
                  <a:gd name="T11" fmla="*/ 32 h 35"/>
                  <a:gd name="T12" fmla="*/ 40 w 60"/>
                  <a:gd name="T13" fmla="*/ 41 h 35"/>
                  <a:gd name="T14" fmla="*/ 70 w 60"/>
                  <a:gd name="T15" fmla="*/ 38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35">
                    <a:moveTo>
                      <a:pt x="58" y="32"/>
                    </a:moveTo>
                    <a:cubicBezTo>
                      <a:pt x="60" y="26"/>
                      <a:pt x="50" y="18"/>
                      <a:pt x="46" y="15"/>
                    </a:cubicBezTo>
                    <a:cubicBezTo>
                      <a:pt x="41" y="11"/>
                      <a:pt x="35" y="8"/>
                      <a:pt x="29" y="5"/>
                    </a:cubicBezTo>
                    <a:cubicBezTo>
                      <a:pt x="21" y="1"/>
                      <a:pt x="9" y="0"/>
                      <a:pt x="0" y="1"/>
                    </a:cubicBezTo>
                    <a:cubicBezTo>
                      <a:pt x="7" y="4"/>
                      <a:pt x="14" y="8"/>
                      <a:pt x="20" y="14"/>
                    </a:cubicBezTo>
                    <a:cubicBezTo>
                      <a:pt x="23" y="17"/>
                      <a:pt x="27" y="21"/>
                      <a:pt x="30" y="26"/>
                    </a:cubicBezTo>
                    <a:cubicBezTo>
                      <a:pt x="31" y="28"/>
                      <a:pt x="32" y="33"/>
                      <a:pt x="34" y="35"/>
                    </a:cubicBezTo>
                    <a:cubicBezTo>
                      <a:pt x="38" y="34"/>
                      <a:pt x="56" y="29"/>
                      <a:pt x="58" y="32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8" name="Freeform 666">
                <a:extLst>
                  <a:ext uri="{FF2B5EF4-FFF2-40B4-BE49-F238E27FC236}">
                    <a16:creationId xmlns:a16="http://schemas.microsoft.com/office/drawing/2014/main" id="{F76414D1-AF25-4789-8F92-BB7F1CCC9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597"/>
                <a:ext cx="34" cy="56"/>
              </a:xfrm>
              <a:custGeom>
                <a:avLst/>
                <a:gdLst>
                  <a:gd name="T0" fmla="*/ 33 w 34"/>
                  <a:gd name="T1" fmla="*/ 61 h 55"/>
                  <a:gd name="T2" fmla="*/ 22 w 34"/>
                  <a:gd name="T3" fmla="*/ 20 h 55"/>
                  <a:gd name="T4" fmla="*/ 0 w 34"/>
                  <a:gd name="T5" fmla="*/ 0 h 55"/>
                  <a:gd name="T6" fmla="*/ 12 w 34"/>
                  <a:gd name="T7" fmla="*/ 43 h 55"/>
                  <a:gd name="T8" fmla="*/ 11 w 34"/>
                  <a:gd name="T9" fmla="*/ 47 h 55"/>
                  <a:gd name="T10" fmla="*/ 17 w 34"/>
                  <a:gd name="T11" fmla="*/ 52 h 55"/>
                  <a:gd name="T12" fmla="*/ 33 w 34"/>
                  <a:gd name="T13" fmla="*/ 61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5">
                    <a:moveTo>
                      <a:pt x="33" y="55"/>
                    </a:moveTo>
                    <a:cubicBezTo>
                      <a:pt x="34" y="44"/>
                      <a:pt x="28" y="30"/>
                      <a:pt x="22" y="20"/>
                    </a:cubicBezTo>
                    <a:cubicBezTo>
                      <a:pt x="18" y="12"/>
                      <a:pt x="7" y="6"/>
                      <a:pt x="0" y="0"/>
                    </a:cubicBezTo>
                    <a:cubicBezTo>
                      <a:pt x="8" y="10"/>
                      <a:pt x="15" y="24"/>
                      <a:pt x="12" y="37"/>
                    </a:cubicBezTo>
                    <a:cubicBezTo>
                      <a:pt x="12" y="38"/>
                      <a:pt x="10" y="39"/>
                      <a:pt x="11" y="41"/>
                    </a:cubicBezTo>
                    <a:cubicBezTo>
                      <a:pt x="12" y="43"/>
                      <a:pt x="16" y="45"/>
                      <a:pt x="17" y="46"/>
                    </a:cubicBezTo>
                    <a:cubicBezTo>
                      <a:pt x="22" y="49"/>
                      <a:pt x="28" y="53"/>
                      <a:pt x="33" y="55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9" name="Freeform 667">
                <a:extLst>
                  <a:ext uri="{FF2B5EF4-FFF2-40B4-BE49-F238E27FC236}">
                    <a16:creationId xmlns:a16="http://schemas.microsoft.com/office/drawing/2014/main" id="{11898CE6-875F-4071-B3B3-641A9AFE0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567"/>
                <a:ext cx="28" cy="60"/>
              </a:xfrm>
              <a:custGeom>
                <a:avLst/>
                <a:gdLst>
                  <a:gd name="T0" fmla="*/ 22 w 27"/>
                  <a:gd name="T1" fmla="*/ 65 h 59"/>
                  <a:gd name="T2" fmla="*/ 27 w 27"/>
                  <a:gd name="T3" fmla="*/ 22 h 59"/>
                  <a:gd name="T4" fmla="*/ 6 w 27"/>
                  <a:gd name="T5" fmla="*/ 0 h 59"/>
                  <a:gd name="T6" fmla="*/ 9 w 27"/>
                  <a:gd name="T7" fmla="*/ 19 h 59"/>
                  <a:gd name="T8" fmla="*/ 0 w 27"/>
                  <a:gd name="T9" fmla="*/ 43 h 59"/>
                  <a:gd name="T10" fmla="*/ 20 w 27"/>
                  <a:gd name="T11" fmla="*/ 64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59">
                    <a:moveTo>
                      <a:pt x="16" y="59"/>
                    </a:moveTo>
                    <a:cubicBezTo>
                      <a:pt x="27" y="53"/>
                      <a:pt x="23" y="31"/>
                      <a:pt x="21" y="22"/>
                    </a:cubicBezTo>
                    <a:cubicBezTo>
                      <a:pt x="19" y="14"/>
                      <a:pt x="11" y="7"/>
                      <a:pt x="6" y="0"/>
                    </a:cubicBezTo>
                    <a:cubicBezTo>
                      <a:pt x="8" y="7"/>
                      <a:pt x="10" y="12"/>
                      <a:pt x="9" y="19"/>
                    </a:cubicBezTo>
                    <a:cubicBezTo>
                      <a:pt x="8" y="27"/>
                      <a:pt x="5" y="32"/>
                      <a:pt x="0" y="37"/>
                    </a:cubicBezTo>
                    <a:cubicBezTo>
                      <a:pt x="5" y="44"/>
                      <a:pt x="11" y="51"/>
                      <a:pt x="14" y="58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0" name="Freeform 668">
                <a:extLst>
                  <a:ext uri="{FF2B5EF4-FFF2-40B4-BE49-F238E27FC236}">
                    <a16:creationId xmlns:a16="http://schemas.microsoft.com/office/drawing/2014/main" id="{19B747A1-64DB-4B08-90D0-66124BF0B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536"/>
                <a:ext cx="27" cy="52"/>
              </a:xfrm>
              <a:custGeom>
                <a:avLst/>
                <a:gdLst>
                  <a:gd name="T0" fmla="*/ 8 w 27"/>
                  <a:gd name="T1" fmla="*/ 56 h 51"/>
                  <a:gd name="T2" fmla="*/ 18 w 27"/>
                  <a:gd name="T3" fmla="*/ 44 h 51"/>
                  <a:gd name="T4" fmla="*/ 26 w 27"/>
                  <a:gd name="T5" fmla="*/ 23 h 51"/>
                  <a:gd name="T6" fmla="*/ 22 w 27"/>
                  <a:gd name="T7" fmla="*/ 12 h 51"/>
                  <a:gd name="T8" fmla="*/ 16 w 27"/>
                  <a:gd name="T9" fmla="*/ 0 h 51"/>
                  <a:gd name="T10" fmla="*/ 4 w 27"/>
                  <a:gd name="T11" fmla="*/ 36 h 51"/>
                  <a:gd name="T12" fmla="*/ 1 w 27"/>
                  <a:gd name="T13" fmla="*/ 43 h 51"/>
                  <a:gd name="T14" fmla="*/ 8 w 27"/>
                  <a:gd name="T15" fmla="*/ 57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51">
                    <a:moveTo>
                      <a:pt x="8" y="50"/>
                    </a:moveTo>
                    <a:cubicBezTo>
                      <a:pt x="12" y="49"/>
                      <a:pt x="16" y="41"/>
                      <a:pt x="18" y="38"/>
                    </a:cubicBezTo>
                    <a:cubicBezTo>
                      <a:pt x="21" y="34"/>
                      <a:pt x="24" y="28"/>
                      <a:pt x="26" y="23"/>
                    </a:cubicBezTo>
                    <a:cubicBezTo>
                      <a:pt x="27" y="18"/>
                      <a:pt x="24" y="16"/>
                      <a:pt x="22" y="12"/>
                    </a:cubicBezTo>
                    <a:cubicBezTo>
                      <a:pt x="20" y="8"/>
                      <a:pt x="18" y="4"/>
                      <a:pt x="16" y="0"/>
                    </a:cubicBezTo>
                    <a:cubicBezTo>
                      <a:pt x="19" y="9"/>
                      <a:pt x="11" y="24"/>
                      <a:pt x="4" y="30"/>
                    </a:cubicBezTo>
                    <a:cubicBezTo>
                      <a:pt x="1" y="33"/>
                      <a:pt x="0" y="33"/>
                      <a:pt x="1" y="37"/>
                    </a:cubicBezTo>
                    <a:cubicBezTo>
                      <a:pt x="3" y="42"/>
                      <a:pt x="5" y="47"/>
                      <a:pt x="8" y="51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1" name="Freeform 669">
                <a:extLst>
                  <a:ext uri="{FF2B5EF4-FFF2-40B4-BE49-F238E27FC236}">
                    <a16:creationId xmlns:a16="http://schemas.microsoft.com/office/drawing/2014/main" id="{767A0C51-77C7-4944-B41B-A6D611D0C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495"/>
                <a:ext cx="30" cy="53"/>
              </a:xfrm>
              <a:custGeom>
                <a:avLst/>
                <a:gdLst>
                  <a:gd name="T0" fmla="*/ 8 w 29"/>
                  <a:gd name="T1" fmla="*/ 56 h 52"/>
                  <a:gd name="T2" fmla="*/ 28 w 29"/>
                  <a:gd name="T3" fmla="*/ 44 h 52"/>
                  <a:gd name="T4" fmla="*/ 34 w 29"/>
                  <a:gd name="T5" fmla="*/ 23 h 52"/>
                  <a:gd name="T6" fmla="*/ 28 w 29"/>
                  <a:gd name="T7" fmla="*/ 0 h 52"/>
                  <a:gd name="T8" fmla="*/ 10 w 29"/>
                  <a:gd name="T9" fmla="*/ 24 h 52"/>
                  <a:gd name="T10" fmla="*/ 0 w 29"/>
                  <a:gd name="T11" fmla="*/ 36 h 52"/>
                  <a:gd name="T12" fmla="*/ 7 w 29"/>
                  <a:gd name="T13" fmla="*/ 5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52">
                    <a:moveTo>
                      <a:pt x="8" y="50"/>
                    </a:moveTo>
                    <a:cubicBezTo>
                      <a:pt x="12" y="50"/>
                      <a:pt x="19" y="41"/>
                      <a:pt x="22" y="38"/>
                    </a:cubicBezTo>
                    <a:cubicBezTo>
                      <a:pt x="25" y="34"/>
                      <a:pt x="27" y="28"/>
                      <a:pt x="28" y="23"/>
                    </a:cubicBezTo>
                    <a:cubicBezTo>
                      <a:pt x="29" y="16"/>
                      <a:pt x="26" y="6"/>
                      <a:pt x="22" y="0"/>
                    </a:cubicBezTo>
                    <a:cubicBezTo>
                      <a:pt x="21" y="8"/>
                      <a:pt x="15" y="18"/>
                      <a:pt x="10" y="24"/>
                    </a:cubicBezTo>
                    <a:cubicBezTo>
                      <a:pt x="8" y="27"/>
                      <a:pt x="4" y="31"/>
                      <a:pt x="0" y="30"/>
                    </a:cubicBezTo>
                    <a:cubicBezTo>
                      <a:pt x="2" y="37"/>
                      <a:pt x="7" y="44"/>
                      <a:pt x="7" y="52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2" name="Freeform 670">
                <a:extLst>
                  <a:ext uri="{FF2B5EF4-FFF2-40B4-BE49-F238E27FC236}">
                    <a16:creationId xmlns:a16="http://schemas.microsoft.com/office/drawing/2014/main" id="{88CAE0A9-6BB0-4C2F-81E2-1EF60540D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692"/>
                <a:ext cx="25" cy="9"/>
              </a:xfrm>
              <a:custGeom>
                <a:avLst/>
                <a:gdLst>
                  <a:gd name="T0" fmla="*/ 25 w 25"/>
                  <a:gd name="T1" fmla="*/ 6 h 9"/>
                  <a:gd name="T2" fmla="*/ 10 w 25"/>
                  <a:gd name="T3" fmla="*/ 7 h 9"/>
                  <a:gd name="T4" fmla="*/ 0 w 25"/>
                  <a:gd name="T5" fmla="*/ 0 h 9"/>
                  <a:gd name="T6" fmla="*/ 11 w 25"/>
                  <a:gd name="T7" fmla="*/ 4 h 9"/>
                  <a:gd name="T8" fmla="*/ 24 w 25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25" y="6"/>
                    </a:moveTo>
                    <a:cubicBezTo>
                      <a:pt x="23" y="9"/>
                      <a:pt x="13" y="8"/>
                      <a:pt x="10" y="7"/>
                    </a:cubicBezTo>
                    <a:cubicBezTo>
                      <a:pt x="6" y="6"/>
                      <a:pt x="1" y="3"/>
                      <a:pt x="0" y="0"/>
                    </a:cubicBezTo>
                    <a:cubicBezTo>
                      <a:pt x="4" y="0"/>
                      <a:pt x="7" y="3"/>
                      <a:pt x="11" y="4"/>
                    </a:cubicBezTo>
                    <a:cubicBezTo>
                      <a:pt x="15" y="5"/>
                      <a:pt x="20" y="5"/>
                      <a:pt x="2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3" name="Freeform 671">
                <a:extLst>
                  <a:ext uri="{FF2B5EF4-FFF2-40B4-BE49-F238E27FC236}">
                    <a16:creationId xmlns:a16="http://schemas.microsoft.com/office/drawing/2014/main" id="{0668B265-2A2B-4EBF-890F-2444CE625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677"/>
                <a:ext cx="23" cy="15"/>
              </a:xfrm>
              <a:custGeom>
                <a:avLst/>
                <a:gdLst>
                  <a:gd name="T0" fmla="*/ 28 w 22"/>
                  <a:gd name="T1" fmla="*/ 14 h 15"/>
                  <a:gd name="T2" fmla="*/ 4 w 22"/>
                  <a:gd name="T3" fmla="*/ 0 h 15"/>
                  <a:gd name="T4" fmla="*/ 9 w 22"/>
                  <a:gd name="T5" fmla="*/ 6 h 15"/>
                  <a:gd name="T6" fmla="*/ 27 w 22"/>
                  <a:gd name="T7" fmla="*/ 1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5">
                    <a:moveTo>
                      <a:pt x="22" y="14"/>
                    </a:moveTo>
                    <a:cubicBezTo>
                      <a:pt x="18" y="15"/>
                      <a:pt x="0" y="3"/>
                      <a:pt x="4" y="0"/>
                    </a:cubicBezTo>
                    <a:cubicBezTo>
                      <a:pt x="6" y="2"/>
                      <a:pt x="7" y="4"/>
                      <a:pt x="9" y="6"/>
                    </a:cubicBezTo>
                    <a:cubicBezTo>
                      <a:pt x="13" y="10"/>
                      <a:pt x="17" y="11"/>
                      <a:pt x="21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4" name="Freeform 672">
                <a:extLst>
                  <a:ext uri="{FF2B5EF4-FFF2-40B4-BE49-F238E27FC236}">
                    <a16:creationId xmlns:a16="http://schemas.microsoft.com/office/drawing/2014/main" id="{94588F1E-906B-44AB-A61F-1C1EF8FA4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671"/>
                <a:ext cx="24" cy="8"/>
              </a:xfrm>
              <a:custGeom>
                <a:avLst/>
                <a:gdLst>
                  <a:gd name="T0" fmla="*/ 28 w 23"/>
                  <a:gd name="T1" fmla="*/ 4 h 8"/>
                  <a:gd name="T2" fmla="*/ 29 w 23"/>
                  <a:gd name="T3" fmla="*/ 4 h 8"/>
                  <a:gd name="T4" fmla="*/ 0 w 23"/>
                  <a:gd name="T5" fmla="*/ 1 h 8"/>
                  <a:gd name="T6" fmla="*/ 6 w 23"/>
                  <a:gd name="T7" fmla="*/ 4 h 8"/>
                  <a:gd name="T8" fmla="*/ 28 w 23"/>
                  <a:gd name="T9" fmla="*/ 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8">
                    <a:moveTo>
                      <a:pt x="22" y="4"/>
                    </a:moveTo>
                    <a:cubicBezTo>
                      <a:pt x="23" y="4"/>
                      <a:pt x="23" y="4"/>
                      <a:pt x="23" y="4"/>
                    </a:cubicBezTo>
                    <a:cubicBezTo>
                      <a:pt x="17" y="8"/>
                      <a:pt x="4" y="8"/>
                      <a:pt x="0" y="1"/>
                    </a:cubicBezTo>
                    <a:cubicBezTo>
                      <a:pt x="2" y="0"/>
                      <a:pt x="4" y="3"/>
                      <a:pt x="6" y="4"/>
                    </a:cubicBezTo>
                    <a:cubicBezTo>
                      <a:pt x="11" y="6"/>
                      <a:pt x="17" y="6"/>
                      <a:pt x="2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5" name="Freeform 673">
                <a:extLst>
                  <a:ext uri="{FF2B5EF4-FFF2-40B4-BE49-F238E27FC236}">
                    <a16:creationId xmlns:a16="http://schemas.microsoft.com/office/drawing/2014/main" id="{AE770DE3-BA58-4DF5-837D-FF40D045A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655"/>
                <a:ext cx="26" cy="10"/>
              </a:xfrm>
              <a:custGeom>
                <a:avLst/>
                <a:gdLst>
                  <a:gd name="T0" fmla="*/ 31 w 25"/>
                  <a:gd name="T1" fmla="*/ 0 h 9"/>
                  <a:gd name="T2" fmla="*/ 0 w 25"/>
                  <a:gd name="T3" fmla="*/ 0 h 9"/>
                  <a:gd name="T4" fmla="*/ 29 w 25"/>
                  <a:gd name="T5" fmla="*/ 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9">
                    <a:moveTo>
                      <a:pt x="25" y="0"/>
                    </a:moveTo>
                    <a:cubicBezTo>
                      <a:pt x="19" y="1"/>
                      <a:pt x="6" y="9"/>
                      <a:pt x="0" y="0"/>
                    </a:cubicBezTo>
                    <a:cubicBezTo>
                      <a:pt x="6" y="3"/>
                      <a:pt x="16" y="3"/>
                      <a:pt x="2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6" name="Freeform 674">
                <a:extLst>
                  <a:ext uri="{FF2B5EF4-FFF2-40B4-BE49-F238E27FC236}">
                    <a16:creationId xmlns:a16="http://schemas.microsoft.com/office/drawing/2014/main" id="{5DB8D294-CDB1-4893-90EB-47223C872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621"/>
                <a:ext cx="20" cy="10"/>
              </a:xfrm>
              <a:custGeom>
                <a:avLst/>
                <a:gdLst>
                  <a:gd name="T0" fmla="*/ 20 w 20"/>
                  <a:gd name="T1" fmla="*/ 0 h 10"/>
                  <a:gd name="T2" fmla="*/ 0 w 20"/>
                  <a:gd name="T3" fmla="*/ 8 h 10"/>
                  <a:gd name="T4" fmla="*/ 7 w 20"/>
                  <a:gd name="T5" fmla="*/ 7 h 10"/>
                  <a:gd name="T6" fmla="*/ 17 w 20"/>
                  <a:gd name="T7" fmla="*/ 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0">
                    <a:moveTo>
                      <a:pt x="20" y="0"/>
                    </a:moveTo>
                    <a:cubicBezTo>
                      <a:pt x="16" y="6"/>
                      <a:pt x="7" y="10"/>
                      <a:pt x="0" y="8"/>
                    </a:cubicBezTo>
                    <a:cubicBezTo>
                      <a:pt x="2" y="7"/>
                      <a:pt x="5" y="7"/>
                      <a:pt x="7" y="7"/>
                    </a:cubicBezTo>
                    <a:cubicBezTo>
                      <a:pt x="11" y="5"/>
                      <a:pt x="14" y="4"/>
                      <a:pt x="1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7" name="Freeform 675">
                <a:extLst>
                  <a:ext uri="{FF2B5EF4-FFF2-40B4-BE49-F238E27FC236}">
                    <a16:creationId xmlns:a16="http://schemas.microsoft.com/office/drawing/2014/main" id="{0358954F-9E6F-4C93-84EE-302DA485F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578"/>
                <a:ext cx="11" cy="18"/>
              </a:xfrm>
              <a:custGeom>
                <a:avLst/>
                <a:gdLst>
                  <a:gd name="T0" fmla="*/ 10 w 11"/>
                  <a:gd name="T1" fmla="*/ 0 h 18"/>
                  <a:gd name="T2" fmla="*/ 10 w 11"/>
                  <a:gd name="T3" fmla="*/ 2 h 18"/>
                  <a:gd name="T4" fmla="*/ 9 w 11"/>
                  <a:gd name="T5" fmla="*/ 10 h 18"/>
                  <a:gd name="T6" fmla="*/ 0 w 11"/>
                  <a:gd name="T7" fmla="*/ 18 h 18"/>
                  <a:gd name="T8" fmla="*/ 6 w 11"/>
                  <a:gd name="T9" fmla="*/ 13 h 18"/>
                  <a:gd name="T10" fmla="*/ 8 w 11"/>
                  <a:gd name="T11" fmla="*/ 2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8">
                    <a:moveTo>
                      <a:pt x="10" y="0"/>
                    </a:moveTo>
                    <a:cubicBezTo>
                      <a:pt x="9" y="0"/>
                      <a:pt x="10" y="1"/>
                      <a:pt x="10" y="2"/>
                    </a:cubicBezTo>
                    <a:cubicBezTo>
                      <a:pt x="11" y="5"/>
                      <a:pt x="10" y="8"/>
                      <a:pt x="9" y="10"/>
                    </a:cubicBezTo>
                    <a:cubicBezTo>
                      <a:pt x="7" y="14"/>
                      <a:pt x="4" y="16"/>
                      <a:pt x="0" y="18"/>
                    </a:cubicBezTo>
                    <a:cubicBezTo>
                      <a:pt x="1" y="16"/>
                      <a:pt x="4" y="15"/>
                      <a:pt x="6" y="13"/>
                    </a:cubicBezTo>
                    <a:cubicBezTo>
                      <a:pt x="7" y="11"/>
                      <a:pt x="9" y="5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8" name="Freeform 676">
                <a:extLst>
                  <a:ext uri="{FF2B5EF4-FFF2-40B4-BE49-F238E27FC236}">
                    <a16:creationId xmlns:a16="http://schemas.microsoft.com/office/drawing/2014/main" id="{AC5AA4F4-1D24-4775-9497-6309D483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550"/>
                <a:ext cx="9" cy="24"/>
              </a:xfrm>
              <a:custGeom>
                <a:avLst/>
                <a:gdLst>
                  <a:gd name="T0" fmla="*/ 6 w 9"/>
                  <a:gd name="T1" fmla="*/ 0 h 23"/>
                  <a:gd name="T2" fmla="*/ 6 w 9"/>
                  <a:gd name="T3" fmla="*/ 0 h 23"/>
                  <a:gd name="T4" fmla="*/ 7 w 9"/>
                  <a:gd name="T5" fmla="*/ 4 h 23"/>
                  <a:gd name="T6" fmla="*/ 8 w 9"/>
                  <a:gd name="T7" fmla="*/ 20 h 23"/>
                  <a:gd name="T8" fmla="*/ 0 w 9"/>
                  <a:gd name="T9" fmla="*/ 29 h 23"/>
                  <a:gd name="T10" fmla="*/ 4 w 9"/>
                  <a:gd name="T11" fmla="*/ 23 h 23"/>
                  <a:gd name="T12" fmla="*/ 6 w 9"/>
                  <a:gd name="T13" fmla="*/ 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3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8" y="7"/>
                      <a:pt x="9" y="10"/>
                      <a:pt x="8" y="14"/>
                    </a:cubicBezTo>
                    <a:cubicBezTo>
                      <a:pt x="7" y="18"/>
                      <a:pt x="4" y="23"/>
                      <a:pt x="0" y="23"/>
                    </a:cubicBezTo>
                    <a:cubicBezTo>
                      <a:pt x="2" y="21"/>
                      <a:pt x="3" y="20"/>
                      <a:pt x="4" y="17"/>
                    </a:cubicBezTo>
                    <a:cubicBezTo>
                      <a:pt x="6" y="14"/>
                      <a:pt x="9" y="6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9" name="Freeform 677">
                <a:extLst>
                  <a:ext uri="{FF2B5EF4-FFF2-40B4-BE49-F238E27FC236}">
                    <a16:creationId xmlns:a16="http://schemas.microsoft.com/office/drawing/2014/main" id="{003A590C-D4E9-4BFC-ABB8-E685ABD31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526"/>
                <a:ext cx="6" cy="26"/>
              </a:xfrm>
              <a:custGeom>
                <a:avLst/>
                <a:gdLst>
                  <a:gd name="T0" fmla="*/ 3 w 6"/>
                  <a:gd name="T1" fmla="*/ 0 h 26"/>
                  <a:gd name="T2" fmla="*/ 5 w 6"/>
                  <a:gd name="T3" fmla="*/ 10 h 26"/>
                  <a:gd name="T4" fmla="*/ 0 w 6"/>
                  <a:gd name="T5" fmla="*/ 26 h 26"/>
                  <a:gd name="T6" fmla="*/ 3 w 6"/>
                  <a:gd name="T7" fmla="*/ 18 h 26"/>
                  <a:gd name="T8" fmla="*/ 2 w 6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6">
                    <a:moveTo>
                      <a:pt x="3" y="0"/>
                    </a:moveTo>
                    <a:cubicBezTo>
                      <a:pt x="3" y="3"/>
                      <a:pt x="5" y="6"/>
                      <a:pt x="5" y="10"/>
                    </a:cubicBezTo>
                    <a:cubicBezTo>
                      <a:pt x="6" y="16"/>
                      <a:pt x="5" y="23"/>
                      <a:pt x="0" y="26"/>
                    </a:cubicBezTo>
                    <a:cubicBezTo>
                      <a:pt x="2" y="24"/>
                      <a:pt x="2" y="20"/>
                      <a:pt x="3" y="18"/>
                    </a:cubicBezTo>
                    <a:cubicBezTo>
                      <a:pt x="4" y="12"/>
                      <a:pt x="5" y="6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0" name="Freeform 678">
                <a:extLst>
                  <a:ext uri="{FF2B5EF4-FFF2-40B4-BE49-F238E27FC236}">
                    <a16:creationId xmlns:a16="http://schemas.microsoft.com/office/drawing/2014/main" id="{6AC274DF-9885-42D9-8969-AEDD97BFA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507"/>
                <a:ext cx="5" cy="22"/>
              </a:xfrm>
              <a:custGeom>
                <a:avLst/>
                <a:gdLst>
                  <a:gd name="T0" fmla="*/ 0 w 5"/>
                  <a:gd name="T1" fmla="*/ 2 h 21"/>
                  <a:gd name="T2" fmla="*/ 2 w 5"/>
                  <a:gd name="T3" fmla="*/ 27 h 21"/>
                  <a:gd name="T4" fmla="*/ 0 w 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1">
                    <a:moveTo>
                      <a:pt x="0" y="2"/>
                    </a:moveTo>
                    <a:cubicBezTo>
                      <a:pt x="5" y="4"/>
                      <a:pt x="5" y="17"/>
                      <a:pt x="2" y="21"/>
                    </a:cubicBezTo>
                    <a:cubicBezTo>
                      <a:pt x="2" y="14"/>
                      <a:pt x="3" y="7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1" name="Freeform 679">
                <a:extLst>
                  <a:ext uri="{FF2B5EF4-FFF2-40B4-BE49-F238E27FC236}">
                    <a16:creationId xmlns:a16="http://schemas.microsoft.com/office/drawing/2014/main" id="{38F771A9-738E-4B3C-99AB-68BDA8B6A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494"/>
                <a:ext cx="7" cy="24"/>
              </a:xfrm>
              <a:custGeom>
                <a:avLst/>
                <a:gdLst>
                  <a:gd name="T0" fmla="*/ 4 w 7"/>
                  <a:gd name="T1" fmla="*/ 29 h 23"/>
                  <a:gd name="T2" fmla="*/ 4 w 7"/>
                  <a:gd name="T3" fmla="*/ 19 h 23"/>
                  <a:gd name="T4" fmla="*/ 0 w 7"/>
                  <a:gd name="T5" fmla="*/ 0 h 23"/>
                  <a:gd name="T6" fmla="*/ 5 w 7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3">
                    <a:moveTo>
                      <a:pt x="4" y="23"/>
                    </a:moveTo>
                    <a:cubicBezTo>
                      <a:pt x="6" y="21"/>
                      <a:pt x="5" y="16"/>
                      <a:pt x="4" y="13"/>
                    </a:cubicBezTo>
                    <a:cubicBezTo>
                      <a:pt x="4" y="9"/>
                      <a:pt x="3" y="2"/>
                      <a:pt x="0" y="0"/>
                    </a:cubicBezTo>
                    <a:cubicBezTo>
                      <a:pt x="4" y="7"/>
                      <a:pt x="7" y="14"/>
                      <a:pt x="5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2" name="Freeform 680">
                <a:extLst>
                  <a:ext uri="{FF2B5EF4-FFF2-40B4-BE49-F238E27FC236}">
                    <a16:creationId xmlns:a16="http://schemas.microsoft.com/office/drawing/2014/main" id="{934AB30B-916F-4F47-85AD-0ADF2240E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489"/>
                <a:ext cx="12" cy="22"/>
              </a:xfrm>
              <a:custGeom>
                <a:avLst/>
                <a:gdLst>
                  <a:gd name="T0" fmla="*/ 13 w 11"/>
                  <a:gd name="T1" fmla="*/ 22 h 22"/>
                  <a:gd name="T2" fmla="*/ 13 w 11"/>
                  <a:gd name="T3" fmla="*/ 22 h 22"/>
                  <a:gd name="T4" fmla="*/ 0 w 11"/>
                  <a:gd name="T5" fmla="*/ 1 h 22"/>
                  <a:gd name="T6" fmla="*/ 12 w 11"/>
                  <a:gd name="T7" fmla="*/ 6 h 22"/>
                  <a:gd name="T8" fmla="*/ 16 w 11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2">
                    <a:moveTo>
                      <a:pt x="7" y="22"/>
                    </a:moveTo>
                    <a:cubicBezTo>
                      <a:pt x="7" y="22"/>
                      <a:pt x="7" y="22"/>
                      <a:pt x="7" y="22"/>
                    </a:cubicBezTo>
                    <a:cubicBezTo>
                      <a:pt x="10" y="14"/>
                      <a:pt x="4" y="7"/>
                      <a:pt x="0" y="1"/>
                    </a:cubicBezTo>
                    <a:cubicBezTo>
                      <a:pt x="2" y="0"/>
                      <a:pt x="5" y="4"/>
                      <a:pt x="6" y="6"/>
                    </a:cubicBezTo>
                    <a:cubicBezTo>
                      <a:pt x="9" y="10"/>
                      <a:pt x="11" y="17"/>
                      <a:pt x="1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3" name="Freeform 681">
                <a:extLst>
                  <a:ext uri="{FF2B5EF4-FFF2-40B4-BE49-F238E27FC236}">
                    <a16:creationId xmlns:a16="http://schemas.microsoft.com/office/drawing/2014/main" id="{410F8AEC-EC53-4371-83FF-CD9FD0B1D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487"/>
                <a:ext cx="10" cy="19"/>
              </a:xfrm>
              <a:custGeom>
                <a:avLst/>
                <a:gdLst>
                  <a:gd name="T0" fmla="*/ 2 w 10"/>
                  <a:gd name="T1" fmla="*/ 19 h 19"/>
                  <a:gd name="T2" fmla="*/ 0 w 10"/>
                  <a:gd name="T3" fmla="*/ 0 h 19"/>
                  <a:gd name="T4" fmla="*/ 4 w 10"/>
                  <a:gd name="T5" fmla="*/ 1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2" y="19"/>
                    </a:moveTo>
                    <a:cubicBezTo>
                      <a:pt x="7" y="13"/>
                      <a:pt x="3" y="5"/>
                      <a:pt x="0" y="0"/>
                    </a:cubicBezTo>
                    <a:cubicBezTo>
                      <a:pt x="7" y="1"/>
                      <a:pt x="10" y="15"/>
                      <a:pt x="4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4" name="Freeform 682">
                <a:extLst>
                  <a:ext uri="{FF2B5EF4-FFF2-40B4-BE49-F238E27FC236}">
                    <a16:creationId xmlns:a16="http://schemas.microsoft.com/office/drawing/2014/main" id="{B5F2A3C7-BFEB-4B27-AECE-F3098D162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463"/>
                <a:ext cx="7" cy="22"/>
              </a:xfrm>
              <a:custGeom>
                <a:avLst/>
                <a:gdLst>
                  <a:gd name="T0" fmla="*/ 0 w 7"/>
                  <a:gd name="T1" fmla="*/ 25 h 21"/>
                  <a:gd name="T2" fmla="*/ 5 w 7"/>
                  <a:gd name="T3" fmla="*/ 0 h 21"/>
                  <a:gd name="T4" fmla="*/ 6 w 7"/>
                  <a:gd name="T5" fmla="*/ 10 h 21"/>
                  <a:gd name="T6" fmla="*/ 0 w 7"/>
                  <a:gd name="T7" fmla="*/ 2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1">
                    <a:moveTo>
                      <a:pt x="0" y="19"/>
                    </a:moveTo>
                    <a:cubicBezTo>
                      <a:pt x="6" y="17"/>
                      <a:pt x="7" y="5"/>
                      <a:pt x="5" y="0"/>
                    </a:cubicBezTo>
                    <a:cubicBezTo>
                      <a:pt x="5" y="3"/>
                      <a:pt x="7" y="6"/>
                      <a:pt x="6" y="10"/>
                    </a:cubicBezTo>
                    <a:cubicBezTo>
                      <a:pt x="6" y="15"/>
                      <a:pt x="2" y="17"/>
                      <a:pt x="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5" name="Freeform 683">
                <a:extLst>
                  <a:ext uri="{FF2B5EF4-FFF2-40B4-BE49-F238E27FC236}">
                    <a16:creationId xmlns:a16="http://schemas.microsoft.com/office/drawing/2014/main" id="{D7E0C062-984C-42AA-8F7D-04B29A34E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16"/>
                <a:ext cx="14" cy="16"/>
              </a:xfrm>
              <a:custGeom>
                <a:avLst/>
                <a:gdLst>
                  <a:gd name="T0" fmla="*/ 14 w 14"/>
                  <a:gd name="T1" fmla="*/ 0 h 16"/>
                  <a:gd name="T2" fmla="*/ 0 w 14"/>
                  <a:gd name="T3" fmla="*/ 16 h 16"/>
                  <a:gd name="T4" fmla="*/ 6 w 14"/>
                  <a:gd name="T5" fmla="*/ 16 h 16"/>
                  <a:gd name="T6" fmla="*/ 12 w 14"/>
                  <a:gd name="T7" fmla="*/ 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4" y="7"/>
                      <a:pt x="5" y="13"/>
                      <a:pt x="0" y="16"/>
                    </a:cubicBezTo>
                    <a:cubicBezTo>
                      <a:pt x="2" y="16"/>
                      <a:pt x="4" y="16"/>
                      <a:pt x="6" y="16"/>
                    </a:cubicBezTo>
                    <a:cubicBezTo>
                      <a:pt x="10" y="14"/>
                      <a:pt x="11" y="8"/>
                      <a:pt x="1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6" name="Freeform 684">
                <a:extLst>
                  <a:ext uri="{FF2B5EF4-FFF2-40B4-BE49-F238E27FC236}">
                    <a16:creationId xmlns:a16="http://schemas.microsoft.com/office/drawing/2014/main" id="{C54D5391-3F31-497A-ABDE-E172D4450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1554"/>
                <a:ext cx="15" cy="21"/>
              </a:xfrm>
              <a:custGeom>
                <a:avLst/>
                <a:gdLst>
                  <a:gd name="T0" fmla="*/ 13 w 15"/>
                  <a:gd name="T1" fmla="*/ 0 h 20"/>
                  <a:gd name="T2" fmla="*/ 9 w 15"/>
                  <a:gd name="T3" fmla="*/ 16 h 20"/>
                  <a:gd name="T4" fmla="*/ 1 w 15"/>
                  <a:gd name="T5" fmla="*/ 25 h 20"/>
                  <a:gd name="T6" fmla="*/ 6 w 15"/>
                  <a:gd name="T7" fmla="*/ 22 h 20"/>
                  <a:gd name="T8" fmla="*/ 13 w 15"/>
                  <a:gd name="T9" fmla="*/ 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13" y="0"/>
                    </a:moveTo>
                    <a:cubicBezTo>
                      <a:pt x="15" y="2"/>
                      <a:pt x="10" y="9"/>
                      <a:pt x="9" y="10"/>
                    </a:cubicBezTo>
                    <a:cubicBezTo>
                      <a:pt x="8" y="11"/>
                      <a:pt x="0" y="18"/>
                      <a:pt x="1" y="19"/>
                    </a:cubicBezTo>
                    <a:cubicBezTo>
                      <a:pt x="2" y="20"/>
                      <a:pt x="6" y="16"/>
                      <a:pt x="6" y="16"/>
                    </a:cubicBezTo>
                    <a:cubicBezTo>
                      <a:pt x="9" y="12"/>
                      <a:pt x="12" y="5"/>
                      <a:pt x="1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7" name="Freeform 685">
                <a:extLst>
                  <a:ext uri="{FF2B5EF4-FFF2-40B4-BE49-F238E27FC236}">
                    <a16:creationId xmlns:a16="http://schemas.microsoft.com/office/drawing/2014/main" id="{1090CC62-3E23-4393-9E65-F4482A746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1583"/>
                <a:ext cx="5" cy="31"/>
              </a:xfrm>
              <a:custGeom>
                <a:avLst/>
                <a:gdLst>
                  <a:gd name="T0" fmla="*/ 0 w 5"/>
                  <a:gd name="T1" fmla="*/ 0 h 30"/>
                  <a:gd name="T2" fmla="*/ 2 w 5"/>
                  <a:gd name="T3" fmla="*/ 24 h 30"/>
                  <a:gd name="T4" fmla="*/ 3 w 5"/>
                  <a:gd name="T5" fmla="*/ 36 h 30"/>
                  <a:gd name="T6" fmla="*/ 5 w 5"/>
                  <a:gd name="T7" fmla="*/ 29 h 30"/>
                  <a:gd name="T8" fmla="*/ 3 w 5"/>
                  <a:gd name="T9" fmla="*/ 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0">
                    <a:moveTo>
                      <a:pt x="0" y="0"/>
                    </a:moveTo>
                    <a:cubicBezTo>
                      <a:pt x="4" y="0"/>
                      <a:pt x="2" y="16"/>
                      <a:pt x="2" y="18"/>
                    </a:cubicBezTo>
                    <a:cubicBezTo>
                      <a:pt x="2" y="21"/>
                      <a:pt x="1" y="28"/>
                      <a:pt x="3" y="30"/>
                    </a:cubicBezTo>
                    <a:cubicBezTo>
                      <a:pt x="5" y="29"/>
                      <a:pt x="5" y="25"/>
                      <a:pt x="5" y="23"/>
                    </a:cubicBezTo>
                    <a:cubicBezTo>
                      <a:pt x="5" y="16"/>
                      <a:pt x="5" y="9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8" name="Freeform 686">
                <a:extLst>
                  <a:ext uri="{FF2B5EF4-FFF2-40B4-BE49-F238E27FC236}">
                    <a16:creationId xmlns:a16="http://schemas.microsoft.com/office/drawing/2014/main" id="{E2DB9742-83E7-4BE8-AA8C-135BAEEAC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1618"/>
                <a:ext cx="14" cy="28"/>
              </a:xfrm>
              <a:custGeom>
                <a:avLst/>
                <a:gdLst>
                  <a:gd name="T0" fmla="*/ 8 w 14"/>
                  <a:gd name="T1" fmla="*/ 26 h 28"/>
                  <a:gd name="T2" fmla="*/ 8 w 14"/>
                  <a:gd name="T3" fmla="*/ 17 h 28"/>
                  <a:gd name="T4" fmla="*/ 0 w 14"/>
                  <a:gd name="T5" fmla="*/ 0 h 28"/>
                  <a:gd name="T6" fmla="*/ 8 w 14"/>
                  <a:gd name="T7" fmla="*/ 9 h 28"/>
                  <a:gd name="T8" fmla="*/ 14 w 14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8" y="26"/>
                    </a:moveTo>
                    <a:cubicBezTo>
                      <a:pt x="9" y="23"/>
                      <a:pt x="9" y="19"/>
                      <a:pt x="8" y="17"/>
                    </a:cubicBezTo>
                    <a:cubicBezTo>
                      <a:pt x="6" y="11"/>
                      <a:pt x="4" y="5"/>
                      <a:pt x="0" y="0"/>
                    </a:cubicBezTo>
                    <a:cubicBezTo>
                      <a:pt x="3" y="3"/>
                      <a:pt x="5" y="5"/>
                      <a:pt x="8" y="9"/>
                    </a:cubicBezTo>
                    <a:cubicBezTo>
                      <a:pt x="11" y="15"/>
                      <a:pt x="12" y="22"/>
                      <a:pt x="14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9" name="Freeform 687">
                <a:extLst>
                  <a:ext uri="{FF2B5EF4-FFF2-40B4-BE49-F238E27FC236}">
                    <a16:creationId xmlns:a16="http://schemas.microsoft.com/office/drawing/2014/main" id="{B7F419D8-9726-4930-9334-1EB4CC1B8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628"/>
                <a:ext cx="26" cy="20"/>
              </a:xfrm>
              <a:custGeom>
                <a:avLst/>
                <a:gdLst>
                  <a:gd name="T0" fmla="*/ 26 w 26"/>
                  <a:gd name="T1" fmla="*/ 20 h 20"/>
                  <a:gd name="T2" fmla="*/ 13 w 26"/>
                  <a:gd name="T3" fmla="*/ 8 h 20"/>
                  <a:gd name="T4" fmla="*/ 0 w 26"/>
                  <a:gd name="T5" fmla="*/ 0 h 20"/>
                  <a:gd name="T6" fmla="*/ 14 w 26"/>
                  <a:gd name="T7" fmla="*/ 5 h 20"/>
                  <a:gd name="T8" fmla="*/ 25 w 26"/>
                  <a:gd name="T9" fmla="*/ 1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0">
                    <a:moveTo>
                      <a:pt x="26" y="20"/>
                    </a:moveTo>
                    <a:cubicBezTo>
                      <a:pt x="24" y="15"/>
                      <a:pt x="17" y="11"/>
                      <a:pt x="13" y="8"/>
                    </a:cubicBezTo>
                    <a:cubicBezTo>
                      <a:pt x="9" y="5"/>
                      <a:pt x="4" y="3"/>
                      <a:pt x="0" y="0"/>
                    </a:cubicBezTo>
                    <a:cubicBezTo>
                      <a:pt x="5" y="0"/>
                      <a:pt x="10" y="2"/>
                      <a:pt x="14" y="5"/>
                    </a:cubicBezTo>
                    <a:cubicBezTo>
                      <a:pt x="18" y="7"/>
                      <a:pt x="23" y="12"/>
                      <a:pt x="25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0" name="Freeform 688">
                <a:extLst>
                  <a:ext uri="{FF2B5EF4-FFF2-40B4-BE49-F238E27FC236}">
                    <a16:creationId xmlns:a16="http://schemas.microsoft.com/office/drawing/2014/main" id="{7DE466F4-2BDD-4809-94E3-9C21236E0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615"/>
                <a:ext cx="32" cy="8"/>
              </a:xfrm>
              <a:custGeom>
                <a:avLst/>
                <a:gdLst>
                  <a:gd name="T0" fmla="*/ 32 w 32"/>
                  <a:gd name="T1" fmla="*/ 7 h 8"/>
                  <a:gd name="T2" fmla="*/ 20 w 32"/>
                  <a:gd name="T3" fmla="*/ 5 h 8"/>
                  <a:gd name="T4" fmla="*/ 0 w 32"/>
                  <a:gd name="T5" fmla="*/ 8 h 8"/>
                  <a:gd name="T6" fmla="*/ 13 w 32"/>
                  <a:gd name="T7" fmla="*/ 4 h 8"/>
                  <a:gd name="T8" fmla="*/ 30 w 32"/>
                  <a:gd name="T9" fmla="*/ 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8">
                    <a:moveTo>
                      <a:pt x="32" y="7"/>
                    </a:moveTo>
                    <a:cubicBezTo>
                      <a:pt x="32" y="6"/>
                      <a:pt x="21" y="5"/>
                      <a:pt x="20" y="5"/>
                    </a:cubicBezTo>
                    <a:cubicBezTo>
                      <a:pt x="12" y="4"/>
                      <a:pt x="7" y="6"/>
                      <a:pt x="0" y="8"/>
                    </a:cubicBezTo>
                    <a:cubicBezTo>
                      <a:pt x="4" y="6"/>
                      <a:pt x="9" y="5"/>
                      <a:pt x="13" y="4"/>
                    </a:cubicBezTo>
                    <a:cubicBezTo>
                      <a:pt x="17" y="3"/>
                      <a:pt x="27" y="0"/>
                      <a:pt x="3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1" name="Freeform 689">
                <a:extLst>
                  <a:ext uri="{FF2B5EF4-FFF2-40B4-BE49-F238E27FC236}">
                    <a16:creationId xmlns:a16="http://schemas.microsoft.com/office/drawing/2014/main" id="{B5237DAD-7780-4796-8FC9-AF1F7EAD4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586"/>
                <a:ext cx="7" cy="14"/>
              </a:xfrm>
              <a:custGeom>
                <a:avLst/>
                <a:gdLst>
                  <a:gd name="T0" fmla="*/ 6 w 7"/>
                  <a:gd name="T1" fmla="*/ 1 h 14"/>
                  <a:gd name="T2" fmla="*/ 4 w 7"/>
                  <a:gd name="T3" fmla="*/ 14 h 14"/>
                  <a:gd name="T4" fmla="*/ 0 w 7"/>
                  <a:gd name="T5" fmla="*/ 12 h 14"/>
                  <a:gd name="T6" fmla="*/ 7 w 7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6" y="1"/>
                    </a:moveTo>
                    <a:cubicBezTo>
                      <a:pt x="5" y="3"/>
                      <a:pt x="6" y="10"/>
                      <a:pt x="4" y="14"/>
                    </a:cubicBezTo>
                    <a:cubicBezTo>
                      <a:pt x="3" y="14"/>
                      <a:pt x="1" y="12"/>
                      <a:pt x="0" y="12"/>
                    </a:cubicBezTo>
                    <a:cubicBezTo>
                      <a:pt x="2" y="8"/>
                      <a:pt x="5" y="5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2" name="Freeform 690">
                <a:extLst>
                  <a:ext uri="{FF2B5EF4-FFF2-40B4-BE49-F238E27FC236}">
                    <a16:creationId xmlns:a16="http://schemas.microsoft.com/office/drawing/2014/main" id="{688B95DF-B550-4C0E-BC22-D93FC1113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540"/>
                <a:ext cx="16" cy="30"/>
              </a:xfrm>
              <a:custGeom>
                <a:avLst/>
                <a:gdLst>
                  <a:gd name="T0" fmla="*/ 21 w 15"/>
                  <a:gd name="T1" fmla="*/ 1 h 29"/>
                  <a:gd name="T2" fmla="*/ 20 w 15"/>
                  <a:gd name="T3" fmla="*/ 1 h 29"/>
                  <a:gd name="T4" fmla="*/ 20 w 15"/>
                  <a:gd name="T5" fmla="*/ 3 h 29"/>
                  <a:gd name="T6" fmla="*/ 21 w 15"/>
                  <a:gd name="T7" fmla="*/ 13 h 29"/>
                  <a:gd name="T8" fmla="*/ 21 w 15"/>
                  <a:gd name="T9" fmla="*/ 23 h 29"/>
                  <a:gd name="T10" fmla="*/ 14 w 15"/>
                  <a:gd name="T11" fmla="*/ 27 h 29"/>
                  <a:gd name="T12" fmla="*/ 0 w 15"/>
                  <a:gd name="T13" fmla="*/ 35 h 29"/>
                  <a:gd name="T14" fmla="*/ 3 w 15"/>
                  <a:gd name="T15" fmla="*/ 30 h 29"/>
                  <a:gd name="T16" fmla="*/ 16 w 15"/>
                  <a:gd name="T17" fmla="*/ 23 h 29"/>
                  <a:gd name="T18" fmla="*/ 18 w 15"/>
                  <a:gd name="T19" fmla="*/ 1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29">
                    <a:moveTo>
                      <a:pt x="15" y="1"/>
                    </a:moveTo>
                    <a:cubicBezTo>
                      <a:pt x="14" y="0"/>
                      <a:pt x="14" y="0"/>
                      <a:pt x="14" y="1"/>
                    </a:cubicBezTo>
                    <a:cubicBezTo>
                      <a:pt x="15" y="2"/>
                      <a:pt x="14" y="2"/>
                      <a:pt x="14" y="3"/>
                    </a:cubicBezTo>
                    <a:cubicBezTo>
                      <a:pt x="14" y="6"/>
                      <a:pt x="15" y="9"/>
                      <a:pt x="15" y="13"/>
                    </a:cubicBezTo>
                    <a:cubicBezTo>
                      <a:pt x="15" y="14"/>
                      <a:pt x="15" y="16"/>
                      <a:pt x="15" y="17"/>
                    </a:cubicBezTo>
                    <a:cubicBezTo>
                      <a:pt x="14" y="19"/>
                      <a:pt x="10" y="20"/>
                      <a:pt x="8" y="21"/>
                    </a:cubicBezTo>
                    <a:cubicBezTo>
                      <a:pt x="5" y="23"/>
                      <a:pt x="2" y="26"/>
                      <a:pt x="0" y="29"/>
                    </a:cubicBezTo>
                    <a:cubicBezTo>
                      <a:pt x="1" y="28"/>
                      <a:pt x="2" y="25"/>
                      <a:pt x="3" y="24"/>
                    </a:cubicBezTo>
                    <a:cubicBezTo>
                      <a:pt x="6" y="21"/>
                      <a:pt x="8" y="20"/>
                      <a:pt x="10" y="17"/>
                    </a:cubicBezTo>
                    <a:cubicBezTo>
                      <a:pt x="13" y="13"/>
                      <a:pt x="13" y="6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3" name="Freeform 691">
                <a:extLst>
                  <a:ext uri="{FF2B5EF4-FFF2-40B4-BE49-F238E27FC236}">
                    <a16:creationId xmlns:a16="http://schemas.microsoft.com/office/drawing/2014/main" id="{C4535DBE-3177-4FEF-BB1A-C9D0B3991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502"/>
                <a:ext cx="18" cy="19"/>
              </a:xfrm>
              <a:custGeom>
                <a:avLst/>
                <a:gdLst>
                  <a:gd name="T0" fmla="*/ 22 w 17"/>
                  <a:gd name="T1" fmla="*/ 1 h 18"/>
                  <a:gd name="T2" fmla="*/ 23 w 17"/>
                  <a:gd name="T3" fmla="*/ 0 h 18"/>
                  <a:gd name="T4" fmla="*/ 6 w 17"/>
                  <a:gd name="T5" fmla="*/ 8 h 18"/>
                  <a:gd name="T6" fmla="*/ 0 w 17"/>
                  <a:gd name="T7" fmla="*/ 24 h 18"/>
                  <a:gd name="T8" fmla="*/ 4 w 17"/>
                  <a:gd name="T9" fmla="*/ 8 h 18"/>
                  <a:gd name="T10" fmla="*/ 22 w 17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8">
                    <a:moveTo>
                      <a:pt x="16" y="1"/>
                    </a:moveTo>
                    <a:cubicBezTo>
                      <a:pt x="16" y="1"/>
                      <a:pt x="16" y="0"/>
                      <a:pt x="17" y="0"/>
                    </a:cubicBezTo>
                    <a:cubicBezTo>
                      <a:pt x="12" y="2"/>
                      <a:pt x="9" y="4"/>
                      <a:pt x="6" y="8"/>
                    </a:cubicBezTo>
                    <a:cubicBezTo>
                      <a:pt x="5" y="10"/>
                      <a:pt x="0" y="15"/>
                      <a:pt x="0" y="18"/>
                    </a:cubicBezTo>
                    <a:cubicBezTo>
                      <a:pt x="2" y="15"/>
                      <a:pt x="3" y="11"/>
                      <a:pt x="4" y="8"/>
                    </a:cubicBezTo>
                    <a:cubicBezTo>
                      <a:pt x="7" y="3"/>
                      <a:pt x="10" y="2"/>
                      <a:pt x="1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4" name="Freeform 692">
                <a:extLst>
                  <a:ext uri="{FF2B5EF4-FFF2-40B4-BE49-F238E27FC236}">
                    <a16:creationId xmlns:a16="http://schemas.microsoft.com/office/drawing/2014/main" id="{ABC26203-63FA-4BF0-8EB4-E4468D1DA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443"/>
                <a:ext cx="28" cy="14"/>
              </a:xfrm>
              <a:custGeom>
                <a:avLst/>
                <a:gdLst>
                  <a:gd name="T0" fmla="*/ 32 w 27"/>
                  <a:gd name="T1" fmla="*/ 1 h 14"/>
                  <a:gd name="T2" fmla="*/ 32 w 27"/>
                  <a:gd name="T3" fmla="*/ 0 h 14"/>
                  <a:gd name="T4" fmla="*/ 27 w 27"/>
                  <a:gd name="T5" fmla="*/ 9 h 14"/>
                  <a:gd name="T6" fmla="*/ 11 w 27"/>
                  <a:gd name="T7" fmla="*/ 8 h 14"/>
                  <a:gd name="T8" fmla="*/ 0 w 27"/>
                  <a:gd name="T9" fmla="*/ 14 h 14"/>
                  <a:gd name="T10" fmla="*/ 22 w 27"/>
                  <a:gd name="T11" fmla="*/ 6 h 14"/>
                  <a:gd name="T12" fmla="*/ 33 w 27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4">
                    <a:moveTo>
                      <a:pt x="26" y="1"/>
                    </a:moveTo>
                    <a:cubicBezTo>
                      <a:pt x="26" y="0"/>
                      <a:pt x="27" y="0"/>
                      <a:pt x="26" y="0"/>
                    </a:cubicBezTo>
                    <a:cubicBezTo>
                      <a:pt x="24" y="3"/>
                      <a:pt x="23" y="7"/>
                      <a:pt x="21" y="9"/>
                    </a:cubicBezTo>
                    <a:cubicBezTo>
                      <a:pt x="18" y="8"/>
                      <a:pt x="14" y="8"/>
                      <a:pt x="11" y="8"/>
                    </a:cubicBezTo>
                    <a:cubicBezTo>
                      <a:pt x="8" y="9"/>
                      <a:pt x="2" y="11"/>
                      <a:pt x="0" y="14"/>
                    </a:cubicBezTo>
                    <a:cubicBezTo>
                      <a:pt x="1" y="9"/>
                      <a:pt x="11" y="6"/>
                      <a:pt x="16" y="6"/>
                    </a:cubicBezTo>
                    <a:cubicBezTo>
                      <a:pt x="21" y="7"/>
                      <a:pt x="23" y="4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5" name="Freeform 693">
                <a:extLst>
                  <a:ext uri="{FF2B5EF4-FFF2-40B4-BE49-F238E27FC236}">
                    <a16:creationId xmlns:a16="http://schemas.microsoft.com/office/drawing/2014/main" id="{FBE729C5-EC64-470A-BCC4-AA5196D7A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412"/>
                <a:ext cx="18" cy="11"/>
              </a:xfrm>
              <a:custGeom>
                <a:avLst/>
                <a:gdLst>
                  <a:gd name="T0" fmla="*/ 18 w 18"/>
                  <a:gd name="T1" fmla="*/ 12 h 10"/>
                  <a:gd name="T2" fmla="*/ 3 w 18"/>
                  <a:gd name="T3" fmla="*/ 17 h 10"/>
                  <a:gd name="T4" fmla="*/ 0 w 18"/>
                  <a:gd name="T5" fmla="*/ 3 h 10"/>
                  <a:gd name="T6" fmla="*/ 15 w 18"/>
                  <a:gd name="T7" fmla="*/ 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18" y="6"/>
                    </a:moveTo>
                    <a:cubicBezTo>
                      <a:pt x="13" y="7"/>
                      <a:pt x="7" y="7"/>
                      <a:pt x="3" y="10"/>
                    </a:cubicBezTo>
                    <a:cubicBezTo>
                      <a:pt x="3" y="8"/>
                      <a:pt x="0" y="6"/>
                      <a:pt x="0" y="3"/>
                    </a:cubicBezTo>
                    <a:cubicBezTo>
                      <a:pt x="2" y="3"/>
                      <a:pt x="15" y="0"/>
                      <a:pt x="1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6" name="Freeform 694">
                <a:extLst>
                  <a:ext uri="{FF2B5EF4-FFF2-40B4-BE49-F238E27FC236}">
                    <a16:creationId xmlns:a16="http://schemas.microsoft.com/office/drawing/2014/main" id="{367F0ADB-8B57-4C2A-B216-1587E82F6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389"/>
                <a:ext cx="23" cy="29"/>
              </a:xfrm>
              <a:custGeom>
                <a:avLst/>
                <a:gdLst>
                  <a:gd name="T0" fmla="*/ 18 w 23"/>
                  <a:gd name="T1" fmla="*/ 34 h 28"/>
                  <a:gd name="T2" fmla="*/ 0 w 23"/>
                  <a:gd name="T3" fmla="*/ 0 h 28"/>
                  <a:gd name="T4" fmla="*/ 14 w 23"/>
                  <a:gd name="T5" fmla="*/ 7 h 28"/>
                  <a:gd name="T6" fmla="*/ 21 w 23"/>
                  <a:gd name="T7" fmla="*/ 32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8">
                    <a:moveTo>
                      <a:pt x="18" y="28"/>
                    </a:moveTo>
                    <a:cubicBezTo>
                      <a:pt x="22" y="18"/>
                      <a:pt x="8" y="4"/>
                      <a:pt x="0" y="0"/>
                    </a:cubicBezTo>
                    <a:cubicBezTo>
                      <a:pt x="5" y="2"/>
                      <a:pt x="10" y="3"/>
                      <a:pt x="14" y="7"/>
                    </a:cubicBezTo>
                    <a:cubicBezTo>
                      <a:pt x="19" y="12"/>
                      <a:pt x="23" y="20"/>
                      <a:pt x="21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7" name="Freeform 695">
                <a:extLst>
                  <a:ext uri="{FF2B5EF4-FFF2-40B4-BE49-F238E27FC236}">
                    <a16:creationId xmlns:a16="http://schemas.microsoft.com/office/drawing/2014/main" id="{EDE4B9D0-8437-4F60-8C49-38F459B19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396"/>
                <a:ext cx="15" cy="25"/>
              </a:xfrm>
              <a:custGeom>
                <a:avLst/>
                <a:gdLst>
                  <a:gd name="T0" fmla="*/ 8 w 15"/>
                  <a:gd name="T1" fmla="*/ 30 h 24"/>
                  <a:gd name="T2" fmla="*/ 0 w 15"/>
                  <a:gd name="T3" fmla="*/ 1 h 24"/>
                  <a:gd name="T4" fmla="*/ 11 w 15"/>
                  <a:gd name="T5" fmla="*/ 3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4">
                    <a:moveTo>
                      <a:pt x="8" y="24"/>
                    </a:moveTo>
                    <a:cubicBezTo>
                      <a:pt x="15" y="23"/>
                      <a:pt x="3" y="4"/>
                      <a:pt x="0" y="1"/>
                    </a:cubicBezTo>
                    <a:cubicBezTo>
                      <a:pt x="6" y="0"/>
                      <a:pt x="11" y="19"/>
                      <a:pt x="1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8" name="Freeform 696">
                <a:extLst>
                  <a:ext uri="{FF2B5EF4-FFF2-40B4-BE49-F238E27FC236}">
                    <a16:creationId xmlns:a16="http://schemas.microsoft.com/office/drawing/2014/main" id="{DD2C986B-6104-4AF4-9D10-FE79E6500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413"/>
                <a:ext cx="7" cy="28"/>
              </a:xfrm>
              <a:custGeom>
                <a:avLst/>
                <a:gdLst>
                  <a:gd name="T0" fmla="*/ 3 w 7"/>
                  <a:gd name="T1" fmla="*/ 33 h 27"/>
                  <a:gd name="T2" fmla="*/ 0 w 7"/>
                  <a:gd name="T3" fmla="*/ 0 h 27"/>
                  <a:gd name="T4" fmla="*/ 6 w 7"/>
                  <a:gd name="T5" fmla="*/ 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7">
                    <a:moveTo>
                      <a:pt x="3" y="27"/>
                    </a:moveTo>
                    <a:cubicBezTo>
                      <a:pt x="7" y="22"/>
                      <a:pt x="4" y="4"/>
                      <a:pt x="0" y="0"/>
                    </a:cubicBezTo>
                    <a:cubicBezTo>
                      <a:pt x="7" y="5"/>
                      <a:pt x="7" y="19"/>
                      <a:pt x="6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9" name="Freeform 697">
                <a:extLst>
                  <a:ext uri="{FF2B5EF4-FFF2-40B4-BE49-F238E27FC236}">
                    <a16:creationId xmlns:a16="http://schemas.microsoft.com/office/drawing/2014/main" id="{E27B81AB-1E99-49F6-804D-DC77B868B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433"/>
                <a:ext cx="12" cy="27"/>
              </a:xfrm>
              <a:custGeom>
                <a:avLst/>
                <a:gdLst>
                  <a:gd name="T0" fmla="*/ 6 w 12"/>
                  <a:gd name="T1" fmla="*/ 26 h 27"/>
                  <a:gd name="T2" fmla="*/ 0 w 12"/>
                  <a:gd name="T3" fmla="*/ 0 h 27"/>
                  <a:gd name="T4" fmla="*/ 6 w 12"/>
                  <a:gd name="T5" fmla="*/ 2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7">
                    <a:moveTo>
                      <a:pt x="6" y="26"/>
                    </a:moveTo>
                    <a:cubicBezTo>
                      <a:pt x="12" y="18"/>
                      <a:pt x="4" y="7"/>
                      <a:pt x="0" y="0"/>
                    </a:cubicBezTo>
                    <a:cubicBezTo>
                      <a:pt x="9" y="4"/>
                      <a:pt x="11" y="19"/>
                      <a:pt x="6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0" name="Freeform 698">
                <a:extLst>
                  <a:ext uri="{FF2B5EF4-FFF2-40B4-BE49-F238E27FC236}">
                    <a16:creationId xmlns:a16="http://schemas.microsoft.com/office/drawing/2014/main" id="{8BF1A71D-2817-4D3F-B2C3-95AFEEE7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806"/>
                <a:ext cx="38" cy="31"/>
              </a:xfrm>
              <a:custGeom>
                <a:avLst/>
                <a:gdLst>
                  <a:gd name="T0" fmla="*/ 43 w 37"/>
                  <a:gd name="T1" fmla="*/ 31 h 31"/>
                  <a:gd name="T2" fmla="*/ 18 w 37"/>
                  <a:gd name="T3" fmla="*/ 27 h 31"/>
                  <a:gd name="T4" fmla="*/ 4 w 37"/>
                  <a:gd name="T5" fmla="*/ 20 h 31"/>
                  <a:gd name="T6" fmla="*/ 1 w 37"/>
                  <a:gd name="T7" fmla="*/ 11 h 31"/>
                  <a:gd name="T8" fmla="*/ 0 w 37"/>
                  <a:gd name="T9" fmla="*/ 0 h 31"/>
                  <a:gd name="T10" fmla="*/ 31 w 37"/>
                  <a:gd name="T11" fmla="*/ 12 h 31"/>
                  <a:gd name="T12" fmla="*/ 34 w 37"/>
                  <a:gd name="T13" fmla="*/ 13 h 31"/>
                  <a:gd name="T14" fmla="*/ 37 w 37"/>
                  <a:gd name="T15" fmla="*/ 18 h 31"/>
                  <a:gd name="T16" fmla="*/ 42 w 37"/>
                  <a:gd name="T17" fmla="*/ 3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1">
                    <a:moveTo>
                      <a:pt x="37" y="31"/>
                    </a:moveTo>
                    <a:cubicBezTo>
                      <a:pt x="30" y="30"/>
                      <a:pt x="24" y="29"/>
                      <a:pt x="18" y="27"/>
                    </a:cubicBezTo>
                    <a:cubicBezTo>
                      <a:pt x="13" y="25"/>
                      <a:pt x="9" y="22"/>
                      <a:pt x="4" y="20"/>
                    </a:cubicBezTo>
                    <a:cubicBezTo>
                      <a:pt x="3" y="17"/>
                      <a:pt x="2" y="14"/>
                      <a:pt x="1" y="11"/>
                    </a:cubicBezTo>
                    <a:cubicBezTo>
                      <a:pt x="1" y="7"/>
                      <a:pt x="0" y="4"/>
                      <a:pt x="0" y="0"/>
                    </a:cubicBezTo>
                    <a:cubicBezTo>
                      <a:pt x="6" y="8"/>
                      <a:pt x="16" y="11"/>
                      <a:pt x="25" y="12"/>
                    </a:cubicBezTo>
                    <a:cubicBezTo>
                      <a:pt x="27" y="12"/>
                      <a:pt x="27" y="12"/>
                      <a:pt x="28" y="13"/>
                    </a:cubicBezTo>
                    <a:cubicBezTo>
                      <a:pt x="29" y="14"/>
                      <a:pt x="30" y="16"/>
                      <a:pt x="31" y="18"/>
                    </a:cubicBezTo>
                    <a:cubicBezTo>
                      <a:pt x="32" y="22"/>
                      <a:pt x="34" y="26"/>
                      <a:pt x="36" y="30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1" name="Freeform 699">
                <a:extLst>
                  <a:ext uri="{FF2B5EF4-FFF2-40B4-BE49-F238E27FC236}">
                    <a16:creationId xmlns:a16="http://schemas.microsoft.com/office/drawing/2014/main" id="{E9E2984C-E269-4A8C-A4D7-139399C34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767"/>
                <a:ext cx="29" cy="31"/>
              </a:xfrm>
              <a:custGeom>
                <a:avLst/>
                <a:gdLst>
                  <a:gd name="T0" fmla="*/ 34 w 28"/>
                  <a:gd name="T1" fmla="*/ 30 h 31"/>
                  <a:gd name="T2" fmla="*/ 27 w 28"/>
                  <a:gd name="T3" fmla="*/ 29 h 31"/>
                  <a:gd name="T4" fmla="*/ 11 w 28"/>
                  <a:gd name="T5" fmla="*/ 25 h 31"/>
                  <a:gd name="T6" fmla="*/ 1 w 28"/>
                  <a:gd name="T7" fmla="*/ 18 h 31"/>
                  <a:gd name="T8" fmla="*/ 1 w 28"/>
                  <a:gd name="T9" fmla="*/ 9 h 31"/>
                  <a:gd name="T10" fmla="*/ 4 w 28"/>
                  <a:gd name="T11" fmla="*/ 0 h 31"/>
                  <a:gd name="T12" fmla="*/ 24 w 28"/>
                  <a:gd name="T13" fmla="*/ 11 h 31"/>
                  <a:gd name="T14" fmla="*/ 34 w 28"/>
                  <a:gd name="T15" fmla="*/ 12 h 31"/>
                  <a:gd name="T16" fmla="*/ 34 w 28"/>
                  <a:gd name="T17" fmla="*/ 29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31">
                    <a:moveTo>
                      <a:pt x="28" y="30"/>
                    </a:moveTo>
                    <a:cubicBezTo>
                      <a:pt x="26" y="31"/>
                      <a:pt x="23" y="29"/>
                      <a:pt x="21" y="29"/>
                    </a:cubicBezTo>
                    <a:cubicBezTo>
                      <a:pt x="17" y="28"/>
                      <a:pt x="14" y="26"/>
                      <a:pt x="11" y="25"/>
                    </a:cubicBezTo>
                    <a:cubicBezTo>
                      <a:pt x="8" y="23"/>
                      <a:pt x="3" y="21"/>
                      <a:pt x="1" y="18"/>
                    </a:cubicBezTo>
                    <a:cubicBezTo>
                      <a:pt x="0" y="16"/>
                      <a:pt x="0" y="11"/>
                      <a:pt x="1" y="9"/>
                    </a:cubicBezTo>
                    <a:cubicBezTo>
                      <a:pt x="1" y="5"/>
                      <a:pt x="3" y="2"/>
                      <a:pt x="4" y="0"/>
                    </a:cubicBezTo>
                    <a:cubicBezTo>
                      <a:pt x="5" y="5"/>
                      <a:pt x="14" y="9"/>
                      <a:pt x="18" y="11"/>
                    </a:cubicBezTo>
                    <a:cubicBezTo>
                      <a:pt x="21" y="12"/>
                      <a:pt x="26" y="14"/>
                      <a:pt x="28" y="12"/>
                    </a:cubicBezTo>
                    <a:cubicBezTo>
                      <a:pt x="28" y="17"/>
                      <a:pt x="27" y="24"/>
                      <a:pt x="28" y="29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2" name="Freeform 700">
                <a:extLst>
                  <a:ext uri="{FF2B5EF4-FFF2-40B4-BE49-F238E27FC236}">
                    <a16:creationId xmlns:a16="http://schemas.microsoft.com/office/drawing/2014/main" id="{D81AF479-4732-465E-95B7-51144789D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725"/>
                <a:ext cx="24" cy="37"/>
              </a:xfrm>
              <a:custGeom>
                <a:avLst/>
                <a:gdLst>
                  <a:gd name="T0" fmla="*/ 18 w 24"/>
                  <a:gd name="T1" fmla="*/ 41 h 36"/>
                  <a:gd name="T2" fmla="*/ 5 w 24"/>
                  <a:gd name="T3" fmla="*/ 34 h 36"/>
                  <a:gd name="T4" fmla="*/ 1 w 24"/>
                  <a:gd name="T5" fmla="*/ 15 h 36"/>
                  <a:gd name="T6" fmla="*/ 3 w 24"/>
                  <a:gd name="T7" fmla="*/ 8 h 36"/>
                  <a:gd name="T8" fmla="*/ 7 w 24"/>
                  <a:gd name="T9" fmla="*/ 0 h 36"/>
                  <a:gd name="T10" fmla="*/ 14 w 24"/>
                  <a:gd name="T11" fmla="*/ 25 h 36"/>
                  <a:gd name="T12" fmla="*/ 24 w 24"/>
                  <a:gd name="T13" fmla="*/ 27 h 36"/>
                  <a:gd name="T14" fmla="*/ 22 w 24"/>
                  <a:gd name="T15" fmla="*/ 30 h 36"/>
                  <a:gd name="T16" fmla="*/ 20 w 24"/>
                  <a:gd name="T17" fmla="*/ 35 h 36"/>
                  <a:gd name="T18" fmla="*/ 17 w 24"/>
                  <a:gd name="T19" fmla="*/ 40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36">
                    <a:moveTo>
                      <a:pt x="18" y="35"/>
                    </a:moveTo>
                    <a:cubicBezTo>
                      <a:pt x="14" y="36"/>
                      <a:pt x="7" y="31"/>
                      <a:pt x="5" y="28"/>
                    </a:cubicBezTo>
                    <a:cubicBezTo>
                      <a:pt x="3" y="25"/>
                      <a:pt x="3" y="19"/>
                      <a:pt x="1" y="15"/>
                    </a:cubicBezTo>
                    <a:cubicBezTo>
                      <a:pt x="0" y="12"/>
                      <a:pt x="2" y="10"/>
                      <a:pt x="3" y="8"/>
                    </a:cubicBezTo>
                    <a:cubicBezTo>
                      <a:pt x="4" y="5"/>
                      <a:pt x="5" y="2"/>
                      <a:pt x="7" y="0"/>
                    </a:cubicBezTo>
                    <a:cubicBezTo>
                      <a:pt x="10" y="6"/>
                      <a:pt x="8" y="14"/>
                      <a:pt x="14" y="19"/>
                    </a:cubicBezTo>
                    <a:cubicBezTo>
                      <a:pt x="17" y="21"/>
                      <a:pt x="20" y="22"/>
                      <a:pt x="24" y="21"/>
                    </a:cubicBezTo>
                    <a:cubicBezTo>
                      <a:pt x="24" y="22"/>
                      <a:pt x="23" y="23"/>
                      <a:pt x="22" y="24"/>
                    </a:cubicBezTo>
                    <a:cubicBezTo>
                      <a:pt x="21" y="26"/>
                      <a:pt x="21" y="27"/>
                      <a:pt x="20" y="29"/>
                    </a:cubicBezTo>
                    <a:cubicBezTo>
                      <a:pt x="19" y="30"/>
                      <a:pt x="18" y="34"/>
                      <a:pt x="17" y="34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3" name="Freeform 701">
                <a:extLst>
                  <a:ext uri="{FF2B5EF4-FFF2-40B4-BE49-F238E27FC236}">
                    <a16:creationId xmlns:a16="http://schemas.microsoft.com/office/drawing/2014/main" id="{CA76357E-0A06-4E47-BACF-E634A692A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697"/>
                <a:ext cx="22" cy="36"/>
              </a:xfrm>
              <a:custGeom>
                <a:avLst/>
                <a:gdLst>
                  <a:gd name="T0" fmla="*/ 22 w 22"/>
                  <a:gd name="T1" fmla="*/ 28 h 35"/>
                  <a:gd name="T2" fmla="*/ 18 w 22"/>
                  <a:gd name="T3" fmla="*/ 28 h 35"/>
                  <a:gd name="T4" fmla="*/ 13 w 22"/>
                  <a:gd name="T5" fmla="*/ 24 h 35"/>
                  <a:gd name="T6" fmla="*/ 8 w 22"/>
                  <a:gd name="T7" fmla="*/ 10 h 35"/>
                  <a:gd name="T8" fmla="*/ 4 w 22"/>
                  <a:gd name="T9" fmla="*/ 0 h 35"/>
                  <a:gd name="T10" fmla="*/ 2 w 22"/>
                  <a:gd name="T11" fmla="*/ 10 h 35"/>
                  <a:gd name="T12" fmla="*/ 0 w 22"/>
                  <a:gd name="T13" fmla="*/ 14 h 35"/>
                  <a:gd name="T14" fmla="*/ 6 w 22"/>
                  <a:gd name="T15" fmla="*/ 33 h 35"/>
                  <a:gd name="T16" fmla="*/ 17 w 22"/>
                  <a:gd name="T17" fmla="*/ 41 h 35"/>
                  <a:gd name="T18" fmla="*/ 22 w 22"/>
                  <a:gd name="T19" fmla="*/ 28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35">
                    <a:moveTo>
                      <a:pt x="22" y="22"/>
                    </a:moveTo>
                    <a:cubicBezTo>
                      <a:pt x="22" y="22"/>
                      <a:pt x="19" y="22"/>
                      <a:pt x="18" y="22"/>
                    </a:cubicBezTo>
                    <a:cubicBezTo>
                      <a:pt x="17" y="20"/>
                      <a:pt x="15" y="19"/>
                      <a:pt x="13" y="18"/>
                    </a:cubicBezTo>
                    <a:cubicBezTo>
                      <a:pt x="11" y="15"/>
                      <a:pt x="10" y="12"/>
                      <a:pt x="8" y="10"/>
                    </a:cubicBezTo>
                    <a:cubicBezTo>
                      <a:pt x="7" y="7"/>
                      <a:pt x="5" y="2"/>
                      <a:pt x="4" y="0"/>
                    </a:cubicBezTo>
                    <a:cubicBezTo>
                      <a:pt x="4" y="3"/>
                      <a:pt x="3" y="7"/>
                      <a:pt x="2" y="10"/>
                    </a:cubicBezTo>
                    <a:cubicBezTo>
                      <a:pt x="1" y="11"/>
                      <a:pt x="0" y="13"/>
                      <a:pt x="0" y="14"/>
                    </a:cubicBezTo>
                    <a:cubicBezTo>
                      <a:pt x="0" y="16"/>
                      <a:pt x="4" y="26"/>
                      <a:pt x="6" y="27"/>
                    </a:cubicBezTo>
                    <a:cubicBezTo>
                      <a:pt x="11" y="33"/>
                      <a:pt x="10" y="31"/>
                      <a:pt x="17" y="35"/>
                    </a:cubicBezTo>
                    <a:cubicBezTo>
                      <a:pt x="18" y="30"/>
                      <a:pt x="20" y="27"/>
                      <a:pt x="22" y="22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4" name="Freeform 702">
                <a:extLst>
                  <a:ext uri="{FF2B5EF4-FFF2-40B4-BE49-F238E27FC236}">
                    <a16:creationId xmlns:a16="http://schemas.microsoft.com/office/drawing/2014/main" id="{645260A6-DA77-4C14-9663-B1FBFBD5D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672"/>
                <a:ext cx="29" cy="19"/>
              </a:xfrm>
              <a:custGeom>
                <a:avLst/>
                <a:gdLst>
                  <a:gd name="T0" fmla="*/ 32 w 28"/>
                  <a:gd name="T1" fmla="*/ 19 h 19"/>
                  <a:gd name="T2" fmla="*/ 13 w 28"/>
                  <a:gd name="T3" fmla="*/ 17 h 19"/>
                  <a:gd name="T4" fmla="*/ 3 w 28"/>
                  <a:gd name="T5" fmla="*/ 13 h 19"/>
                  <a:gd name="T6" fmla="*/ 1 w 28"/>
                  <a:gd name="T7" fmla="*/ 6 h 19"/>
                  <a:gd name="T8" fmla="*/ 0 w 28"/>
                  <a:gd name="T9" fmla="*/ 0 h 19"/>
                  <a:gd name="T10" fmla="*/ 6 w 28"/>
                  <a:gd name="T11" fmla="*/ 4 h 19"/>
                  <a:gd name="T12" fmla="*/ 21 w 28"/>
                  <a:gd name="T13" fmla="*/ 4 h 19"/>
                  <a:gd name="T14" fmla="*/ 33 w 28"/>
                  <a:gd name="T15" fmla="*/ 2 h 19"/>
                  <a:gd name="T16" fmla="*/ 33 w 28"/>
                  <a:gd name="T17" fmla="*/ 19 h 19"/>
                  <a:gd name="T18" fmla="*/ 32 w 28"/>
                  <a:gd name="T19" fmla="*/ 19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19">
                    <a:moveTo>
                      <a:pt x="26" y="19"/>
                    </a:moveTo>
                    <a:cubicBezTo>
                      <a:pt x="22" y="19"/>
                      <a:pt x="17" y="19"/>
                      <a:pt x="13" y="17"/>
                    </a:cubicBezTo>
                    <a:cubicBezTo>
                      <a:pt x="10" y="16"/>
                      <a:pt x="5" y="16"/>
                      <a:pt x="3" y="13"/>
                    </a:cubicBezTo>
                    <a:cubicBezTo>
                      <a:pt x="2" y="11"/>
                      <a:pt x="2" y="8"/>
                      <a:pt x="1" y="6"/>
                    </a:cubicBezTo>
                    <a:cubicBezTo>
                      <a:pt x="0" y="4"/>
                      <a:pt x="0" y="3"/>
                      <a:pt x="0" y="0"/>
                    </a:cubicBezTo>
                    <a:cubicBezTo>
                      <a:pt x="2" y="2"/>
                      <a:pt x="4" y="3"/>
                      <a:pt x="6" y="4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19" y="4"/>
                      <a:pt x="24" y="4"/>
                      <a:pt x="27" y="2"/>
                    </a:cubicBezTo>
                    <a:cubicBezTo>
                      <a:pt x="27" y="7"/>
                      <a:pt x="28" y="13"/>
                      <a:pt x="27" y="19"/>
                    </a:cubicBezTo>
                    <a:cubicBezTo>
                      <a:pt x="27" y="19"/>
                      <a:pt x="27" y="19"/>
                      <a:pt x="26" y="19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5" name="Freeform 703">
                <a:extLst>
                  <a:ext uri="{FF2B5EF4-FFF2-40B4-BE49-F238E27FC236}">
                    <a16:creationId xmlns:a16="http://schemas.microsoft.com/office/drawing/2014/main" id="{4A1917C4-F507-4DC7-8781-B9878EB06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641"/>
                <a:ext cx="38" cy="18"/>
              </a:xfrm>
              <a:custGeom>
                <a:avLst/>
                <a:gdLst>
                  <a:gd name="T0" fmla="*/ 38 w 38"/>
                  <a:gd name="T1" fmla="*/ 23 h 17"/>
                  <a:gd name="T2" fmla="*/ 32 w 38"/>
                  <a:gd name="T3" fmla="*/ 22 h 17"/>
                  <a:gd name="T4" fmla="*/ 22 w 38"/>
                  <a:gd name="T5" fmla="*/ 21 h 17"/>
                  <a:gd name="T6" fmla="*/ 11 w 38"/>
                  <a:gd name="T7" fmla="*/ 18 h 17"/>
                  <a:gd name="T8" fmla="*/ 6 w 38"/>
                  <a:gd name="T9" fmla="*/ 7 h 17"/>
                  <a:gd name="T10" fmla="*/ 0 w 38"/>
                  <a:gd name="T11" fmla="*/ 0 h 17"/>
                  <a:gd name="T12" fmla="*/ 7 w 38"/>
                  <a:gd name="T13" fmla="*/ 2 h 17"/>
                  <a:gd name="T14" fmla="*/ 19 w 38"/>
                  <a:gd name="T15" fmla="*/ 3 h 17"/>
                  <a:gd name="T16" fmla="*/ 33 w 38"/>
                  <a:gd name="T17" fmla="*/ 0 h 17"/>
                  <a:gd name="T18" fmla="*/ 38 w 38"/>
                  <a:gd name="T19" fmla="*/ 2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17">
                    <a:moveTo>
                      <a:pt x="38" y="17"/>
                    </a:moveTo>
                    <a:cubicBezTo>
                      <a:pt x="38" y="16"/>
                      <a:pt x="34" y="16"/>
                      <a:pt x="32" y="16"/>
                    </a:cubicBezTo>
                    <a:cubicBezTo>
                      <a:pt x="29" y="15"/>
                      <a:pt x="26" y="15"/>
                      <a:pt x="22" y="15"/>
                    </a:cubicBezTo>
                    <a:cubicBezTo>
                      <a:pt x="19" y="14"/>
                      <a:pt x="14" y="13"/>
                      <a:pt x="11" y="12"/>
                    </a:cubicBezTo>
                    <a:cubicBezTo>
                      <a:pt x="8" y="11"/>
                      <a:pt x="7" y="10"/>
                      <a:pt x="6" y="7"/>
                    </a:cubicBezTo>
                    <a:cubicBezTo>
                      <a:pt x="4" y="5"/>
                      <a:pt x="1" y="3"/>
                      <a:pt x="0" y="0"/>
                    </a:cubicBezTo>
                    <a:cubicBezTo>
                      <a:pt x="2" y="1"/>
                      <a:pt x="5" y="1"/>
                      <a:pt x="7" y="2"/>
                    </a:cubicBezTo>
                    <a:cubicBezTo>
                      <a:pt x="11" y="3"/>
                      <a:pt x="15" y="3"/>
                      <a:pt x="19" y="3"/>
                    </a:cubicBezTo>
                    <a:cubicBezTo>
                      <a:pt x="23" y="4"/>
                      <a:pt x="30" y="4"/>
                      <a:pt x="33" y="0"/>
                    </a:cubicBezTo>
                    <a:cubicBezTo>
                      <a:pt x="35" y="5"/>
                      <a:pt x="36" y="11"/>
                      <a:pt x="38" y="15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6" name="Freeform 704">
                <a:extLst>
                  <a:ext uri="{FF2B5EF4-FFF2-40B4-BE49-F238E27FC236}">
                    <a16:creationId xmlns:a16="http://schemas.microsoft.com/office/drawing/2014/main" id="{5F1CEF02-5468-43AB-8078-5542652F7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1609"/>
                <a:ext cx="41" cy="20"/>
              </a:xfrm>
              <a:custGeom>
                <a:avLst/>
                <a:gdLst>
                  <a:gd name="T0" fmla="*/ 46 w 40"/>
                  <a:gd name="T1" fmla="*/ 11 h 20"/>
                  <a:gd name="T2" fmla="*/ 11 w 40"/>
                  <a:gd name="T3" fmla="*/ 20 h 20"/>
                  <a:gd name="T4" fmla="*/ 6 w 40"/>
                  <a:gd name="T5" fmla="*/ 19 h 20"/>
                  <a:gd name="T6" fmla="*/ 0 w 40"/>
                  <a:gd name="T7" fmla="*/ 13 h 20"/>
                  <a:gd name="T8" fmla="*/ 11 w 40"/>
                  <a:gd name="T9" fmla="*/ 10 h 20"/>
                  <a:gd name="T10" fmla="*/ 32 w 40"/>
                  <a:gd name="T11" fmla="*/ 4 h 20"/>
                  <a:gd name="T12" fmla="*/ 39 w 40"/>
                  <a:gd name="T13" fmla="*/ 3 h 20"/>
                  <a:gd name="T14" fmla="*/ 43 w 40"/>
                  <a:gd name="T15" fmla="*/ 7 h 20"/>
                  <a:gd name="T16" fmla="*/ 46 w 40"/>
                  <a:gd name="T17" fmla="*/ 1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20">
                    <a:moveTo>
                      <a:pt x="40" y="11"/>
                    </a:moveTo>
                    <a:cubicBezTo>
                      <a:pt x="34" y="18"/>
                      <a:pt x="20" y="20"/>
                      <a:pt x="11" y="20"/>
                    </a:cubicBezTo>
                    <a:cubicBezTo>
                      <a:pt x="8" y="20"/>
                      <a:pt x="8" y="20"/>
                      <a:pt x="6" y="19"/>
                    </a:cubicBezTo>
                    <a:cubicBezTo>
                      <a:pt x="5" y="17"/>
                      <a:pt x="2" y="15"/>
                      <a:pt x="0" y="13"/>
                    </a:cubicBezTo>
                    <a:cubicBezTo>
                      <a:pt x="2" y="11"/>
                      <a:pt x="8" y="11"/>
                      <a:pt x="11" y="10"/>
                    </a:cubicBezTo>
                    <a:cubicBezTo>
                      <a:pt x="16" y="9"/>
                      <a:pt x="21" y="7"/>
                      <a:pt x="26" y="4"/>
                    </a:cubicBezTo>
                    <a:cubicBezTo>
                      <a:pt x="29" y="3"/>
                      <a:pt x="30" y="0"/>
                      <a:pt x="33" y="3"/>
                    </a:cubicBezTo>
                    <a:cubicBezTo>
                      <a:pt x="34" y="4"/>
                      <a:pt x="36" y="6"/>
                      <a:pt x="37" y="7"/>
                    </a:cubicBezTo>
                    <a:cubicBezTo>
                      <a:pt x="38" y="8"/>
                      <a:pt x="39" y="10"/>
                      <a:pt x="40" y="10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7" name="Freeform 705">
                <a:extLst>
                  <a:ext uri="{FF2B5EF4-FFF2-40B4-BE49-F238E27FC236}">
                    <a16:creationId xmlns:a16="http://schemas.microsoft.com/office/drawing/2014/main" id="{658B3774-8A65-4226-A40D-864D0D809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779"/>
                <a:ext cx="27" cy="47"/>
              </a:xfrm>
              <a:custGeom>
                <a:avLst/>
                <a:gdLst>
                  <a:gd name="T0" fmla="*/ 30 w 26"/>
                  <a:gd name="T1" fmla="*/ 0 h 46"/>
                  <a:gd name="T2" fmla="*/ 28 w 26"/>
                  <a:gd name="T3" fmla="*/ 9 h 46"/>
                  <a:gd name="T4" fmla="*/ 20 w 26"/>
                  <a:gd name="T5" fmla="*/ 18 h 46"/>
                  <a:gd name="T6" fmla="*/ 6 w 26"/>
                  <a:gd name="T7" fmla="*/ 30 h 46"/>
                  <a:gd name="T8" fmla="*/ 0 w 26"/>
                  <a:gd name="T9" fmla="*/ 32 h 46"/>
                  <a:gd name="T10" fmla="*/ 1 w 26"/>
                  <a:gd name="T11" fmla="*/ 42 h 46"/>
                  <a:gd name="T12" fmla="*/ 4 w 26"/>
                  <a:gd name="T13" fmla="*/ 52 h 46"/>
                  <a:gd name="T14" fmla="*/ 24 w 26"/>
                  <a:gd name="T15" fmla="*/ 41 h 46"/>
                  <a:gd name="T16" fmla="*/ 31 w 26"/>
                  <a:gd name="T17" fmla="*/ 22 h 46"/>
                  <a:gd name="T18" fmla="*/ 31 w 26"/>
                  <a:gd name="T19" fmla="*/ 1 h 46"/>
                  <a:gd name="T20" fmla="*/ 31 w 26"/>
                  <a:gd name="T21" fmla="*/ 0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46">
                    <a:moveTo>
                      <a:pt x="24" y="0"/>
                    </a:moveTo>
                    <a:cubicBezTo>
                      <a:pt x="26" y="2"/>
                      <a:pt x="23" y="7"/>
                      <a:pt x="22" y="9"/>
                    </a:cubicBezTo>
                    <a:cubicBezTo>
                      <a:pt x="19" y="12"/>
                      <a:pt x="17" y="16"/>
                      <a:pt x="14" y="18"/>
                    </a:cubicBezTo>
                    <a:cubicBezTo>
                      <a:pt x="11" y="21"/>
                      <a:pt x="9" y="22"/>
                      <a:pt x="6" y="24"/>
                    </a:cubicBezTo>
                    <a:cubicBezTo>
                      <a:pt x="4" y="24"/>
                      <a:pt x="2" y="26"/>
                      <a:pt x="0" y="26"/>
                    </a:cubicBezTo>
                    <a:cubicBezTo>
                      <a:pt x="0" y="29"/>
                      <a:pt x="1" y="33"/>
                      <a:pt x="1" y="36"/>
                    </a:cubicBezTo>
                    <a:cubicBezTo>
                      <a:pt x="1" y="40"/>
                      <a:pt x="3" y="43"/>
                      <a:pt x="4" y="46"/>
                    </a:cubicBezTo>
                    <a:cubicBezTo>
                      <a:pt x="10" y="44"/>
                      <a:pt x="15" y="40"/>
                      <a:pt x="18" y="35"/>
                    </a:cubicBezTo>
                    <a:cubicBezTo>
                      <a:pt x="22" y="31"/>
                      <a:pt x="24" y="27"/>
                      <a:pt x="25" y="22"/>
                    </a:cubicBezTo>
                    <a:cubicBezTo>
                      <a:pt x="26" y="15"/>
                      <a:pt x="23" y="7"/>
                      <a:pt x="25" y="1"/>
                    </a:cubicBezTo>
                    <a:cubicBezTo>
                      <a:pt x="25" y="1"/>
                      <a:pt x="25" y="1"/>
                      <a:pt x="25" y="0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8" name="Freeform 706">
                <a:extLst>
                  <a:ext uri="{FF2B5EF4-FFF2-40B4-BE49-F238E27FC236}">
                    <a16:creationId xmlns:a16="http://schemas.microsoft.com/office/drawing/2014/main" id="{2BEEA8F8-84E1-4796-A02F-8C6AAD4B4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745"/>
                <a:ext cx="40" cy="38"/>
              </a:xfrm>
              <a:custGeom>
                <a:avLst/>
                <a:gdLst>
                  <a:gd name="T0" fmla="*/ 1 w 39"/>
                  <a:gd name="T1" fmla="*/ 43 h 37"/>
                  <a:gd name="T2" fmla="*/ 28 w 39"/>
                  <a:gd name="T3" fmla="*/ 32 h 37"/>
                  <a:gd name="T4" fmla="*/ 36 w 39"/>
                  <a:gd name="T5" fmla="*/ 17 h 37"/>
                  <a:gd name="T6" fmla="*/ 41 w 39"/>
                  <a:gd name="T7" fmla="*/ 7 h 37"/>
                  <a:gd name="T8" fmla="*/ 45 w 39"/>
                  <a:gd name="T9" fmla="*/ 0 h 37"/>
                  <a:gd name="T10" fmla="*/ 11 w 39"/>
                  <a:gd name="T11" fmla="*/ 26 h 37"/>
                  <a:gd name="T12" fmla="*/ 6 w 39"/>
                  <a:gd name="T13" fmla="*/ 27 h 37"/>
                  <a:gd name="T14" fmla="*/ 3 w 39"/>
                  <a:gd name="T15" fmla="*/ 30 h 37"/>
                  <a:gd name="T16" fmla="*/ 1 w 39"/>
                  <a:gd name="T17" fmla="*/ 37 h 37"/>
                  <a:gd name="T18" fmla="*/ 0 w 39"/>
                  <a:gd name="T19" fmla="*/ 42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37">
                    <a:moveTo>
                      <a:pt x="1" y="37"/>
                    </a:moveTo>
                    <a:cubicBezTo>
                      <a:pt x="8" y="34"/>
                      <a:pt x="16" y="32"/>
                      <a:pt x="22" y="26"/>
                    </a:cubicBezTo>
                    <a:cubicBezTo>
                      <a:pt x="25" y="24"/>
                      <a:pt x="28" y="21"/>
                      <a:pt x="30" y="17"/>
                    </a:cubicBezTo>
                    <a:cubicBezTo>
                      <a:pt x="32" y="14"/>
                      <a:pt x="34" y="10"/>
                      <a:pt x="35" y="7"/>
                    </a:cubicBezTo>
                    <a:cubicBezTo>
                      <a:pt x="36" y="5"/>
                      <a:pt x="38" y="2"/>
                      <a:pt x="39" y="0"/>
                    </a:cubicBezTo>
                    <a:cubicBezTo>
                      <a:pt x="29" y="5"/>
                      <a:pt x="22" y="16"/>
                      <a:pt x="11" y="20"/>
                    </a:cubicBezTo>
                    <a:cubicBezTo>
                      <a:pt x="9" y="21"/>
                      <a:pt x="8" y="21"/>
                      <a:pt x="6" y="21"/>
                    </a:cubicBezTo>
                    <a:cubicBezTo>
                      <a:pt x="4" y="22"/>
                      <a:pt x="3" y="22"/>
                      <a:pt x="3" y="24"/>
                    </a:cubicBezTo>
                    <a:cubicBezTo>
                      <a:pt x="2" y="26"/>
                      <a:pt x="2" y="28"/>
                      <a:pt x="1" y="31"/>
                    </a:cubicBezTo>
                    <a:cubicBezTo>
                      <a:pt x="1" y="32"/>
                      <a:pt x="0" y="35"/>
                      <a:pt x="0" y="36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9" name="Freeform 707">
                <a:extLst>
                  <a:ext uri="{FF2B5EF4-FFF2-40B4-BE49-F238E27FC236}">
                    <a16:creationId xmlns:a16="http://schemas.microsoft.com/office/drawing/2014/main" id="{19DABEA1-1F18-4770-9A3E-AE91DBE74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720"/>
                <a:ext cx="36" cy="24"/>
              </a:xfrm>
              <a:custGeom>
                <a:avLst/>
                <a:gdLst>
                  <a:gd name="T0" fmla="*/ 31 w 36"/>
                  <a:gd name="T1" fmla="*/ 12 h 24"/>
                  <a:gd name="T2" fmla="*/ 0 w 36"/>
                  <a:gd name="T3" fmla="*/ 18 h 24"/>
                  <a:gd name="T4" fmla="*/ 7 w 36"/>
                  <a:gd name="T5" fmla="*/ 6 h 24"/>
                  <a:gd name="T6" fmla="*/ 24 w 36"/>
                  <a:gd name="T7" fmla="*/ 8 h 24"/>
                  <a:gd name="T8" fmla="*/ 35 w 36"/>
                  <a:gd name="T9" fmla="*/ 0 h 24"/>
                  <a:gd name="T10" fmla="*/ 34 w 36"/>
                  <a:gd name="T11" fmla="*/ 7 h 24"/>
                  <a:gd name="T12" fmla="*/ 31 w 36"/>
                  <a:gd name="T13" fmla="*/ 13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4">
                    <a:moveTo>
                      <a:pt x="31" y="12"/>
                    </a:moveTo>
                    <a:cubicBezTo>
                      <a:pt x="24" y="20"/>
                      <a:pt x="9" y="24"/>
                      <a:pt x="0" y="18"/>
                    </a:cubicBezTo>
                    <a:cubicBezTo>
                      <a:pt x="3" y="15"/>
                      <a:pt x="4" y="9"/>
                      <a:pt x="7" y="6"/>
                    </a:cubicBezTo>
                    <a:cubicBezTo>
                      <a:pt x="12" y="9"/>
                      <a:pt x="19" y="9"/>
                      <a:pt x="24" y="8"/>
                    </a:cubicBezTo>
                    <a:cubicBezTo>
                      <a:pt x="29" y="6"/>
                      <a:pt x="32" y="3"/>
                      <a:pt x="35" y="0"/>
                    </a:cubicBezTo>
                    <a:cubicBezTo>
                      <a:pt x="36" y="2"/>
                      <a:pt x="34" y="5"/>
                      <a:pt x="34" y="7"/>
                    </a:cubicBezTo>
                    <a:cubicBezTo>
                      <a:pt x="33" y="9"/>
                      <a:pt x="30" y="12"/>
                      <a:pt x="31" y="13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0" name="Freeform 708">
                <a:extLst>
                  <a:ext uri="{FF2B5EF4-FFF2-40B4-BE49-F238E27FC236}">
                    <a16:creationId xmlns:a16="http://schemas.microsoft.com/office/drawing/2014/main" id="{B9E45F53-A219-4180-BE74-0983C9CA9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672"/>
                <a:ext cx="32" cy="41"/>
              </a:xfrm>
              <a:custGeom>
                <a:avLst/>
                <a:gdLst>
                  <a:gd name="T0" fmla="*/ 36 w 31"/>
                  <a:gd name="T1" fmla="*/ 1 h 40"/>
                  <a:gd name="T2" fmla="*/ 36 w 31"/>
                  <a:gd name="T3" fmla="*/ 6 h 40"/>
                  <a:gd name="T4" fmla="*/ 37 w 31"/>
                  <a:gd name="T5" fmla="*/ 12 h 40"/>
                  <a:gd name="T6" fmla="*/ 32 w 31"/>
                  <a:gd name="T7" fmla="*/ 32 h 40"/>
                  <a:gd name="T8" fmla="*/ 13 w 31"/>
                  <a:gd name="T9" fmla="*/ 44 h 40"/>
                  <a:gd name="T10" fmla="*/ 6 w 31"/>
                  <a:gd name="T11" fmla="*/ 46 h 40"/>
                  <a:gd name="T12" fmla="*/ 0 w 31"/>
                  <a:gd name="T13" fmla="*/ 46 h 40"/>
                  <a:gd name="T14" fmla="*/ 4 w 31"/>
                  <a:gd name="T15" fmla="*/ 37 h 40"/>
                  <a:gd name="T16" fmla="*/ 6 w 31"/>
                  <a:gd name="T17" fmla="*/ 32 h 40"/>
                  <a:gd name="T18" fmla="*/ 9 w 31"/>
                  <a:gd name="T19" fmla="*/ 29 h 40"/>
                  <a:gd name="T20" fmla="*/ 29 w 31"/>
                  <a:gd name="T21" fmla="*/ 12 h 40"/>
                  <a:gd name="T22" fmla="*/ 36 w 31"/>
                  <a:gd name="T23" fmla="*/ 0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40">
                    <a:moveTo>
                      <a:pt x="30" y="1"/>
                    </a:moveTo>
                    <a:cubicBezTo>
                      <a:pt x="30" y="1"/>
                      <a:pt x="30" y="5"/>
                      <a:pt x="30" y="6"/>
                    </a:cubicBezTo>
                    <a:cubicBezTo>
                      <a:pt x="30" y="8"/>
                      <a:pt x="30" y="10"/>
                      <a:pt x="31" y="12"/>
                    </a:cubicBezTo>
                    <a:cubicBezTo>
                      <a:pt x="31" y="17"/>
                      <a:pt x="29" y="22"/>
                      <a:pt x="26" y="26"/>
                    </a:cubicBezTo>
                    <a:cubicBezTo>
                      <a:pt x="23" y="31"/>
                      <a:pt x="19" y="36"/>
                      <a:pt x="13" y="38"/>
                    </a:cubicBezTo>
                    <a:cubicBezTo>
                      <a:pt x="11" y="39"/>
                      <a:pt x="9" y="40"/>
                      <a:pt x="6" y="40"/>
                    </a:cubicBezTo>
                    <a:cubicBezTo>
                      <a:pt x="5" y="40"/>
                      <a:pt x="2" y="39"/>
                      <a:pt x="0" y="40"/>
                    </a:cubicBezTo>
                    <a:cubicBezTo>
                      <a:pt x="2" y="38"/>
                      <a:pt x="3" y="34"/>
                      <a:pt x="4" y="31"/>
                    </a:cubicBezTo>
                    <a:cubicBezTo>
                      <a:pt x="5" y="29"/>
                      <a:pt x="5" y="28"/>
                      <a:pt x="6" y="26"/>
                    </a:cubicBezTo>
                    <a:cubicBezTo>
                      <a:pt x="6" y="23"/>
                      <a:pt x="6" y="24"/>
                      <a:pt x="9" y="23"/>
                    </a:cubicBezTo>
                    <a:cubicBezTo>
                      <a:pt x="15" y="21"/>
                      <a:pt x="19" y="16"/>
                      <a:pt x="23" y="12"/>
                    </a:cubicBezTo>
                    <a:cubicBezTo>
                      <a:pt x="25" y="8"/>
                      <a:pt x="28" y="4"/>
                      <a:pt x="30" y="0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1" name="Freeform 709">
                <a:extLst>
                  <a:ext uri="{FF2B5EF4-FFF2-40B4-BE49-F238E27FC236}">
                    <a16:creationId xmlns:a16="http://schemas.microsoft.com/office/drawing/2014/main" id="{C2C3B781-5BB7-4295-B800-295A65068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642"/>
                <a:ext cx="24" cy="44"/>
              </a:xfrm>
              <a:custGeom>
                <a:avLst/>
                <a:gdLst>
                  <a:gd name="T0" fmla="*/ 2 w 24"/>
                  <a:gd name="T1" fmla="*/ 47 h 43"/>
                  <a:gd name="T2" fmla="*/ 14 w 24"/>
                  <a:gd name="T3" fmla="*/ 38 h 43"/>
                  <a:gd name="T4" fmla="*/ 23 w 24"/>
                  <a:gd name="T5" fmla="*/ 18 h 43"/>
                  <a:gd name="T6" fmla="*/ 24 w 24"/>
                  <a:gd name="T7" fmla="*/ 14 h 43"/>
                  <a:gd name="T8" fmla="*/ 21 w 24"/>
                  <a:gd name="T9" fmla="*/ 7 h 43"/>
                  <a:gd name="T10" fmla="*/ 18 w 24"/>
                  <a:gd name="T11" fmla="*/ 0 h 43"/>
                  <a:gd name="T12" fmla="*/ 12 w 24"/>
                  <a:gd name="T13" fmla="*/ 31 h 43"/>
                  <a:gd name="T14" fmla="*/ 0 w 24"/>
                  <a:gd name="T15" fmla="*/ 35 h 43"/>
                  <a:gd name="T16" fmla="*/ 1 w 24"/>
                  <a:gd name="T17" fmla="*/ 47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3">
                    <a:moveTo>
                      <a:pt x="2" y="41"/>
                    </a:moveTo>
                    <a:cubicBezTo>
                      <a:pt x="6" y="43"/>
                      <a:pt x="12" y="34"/>
                      <a:pt x="14" y="32"/>
                    </a:cubicBezTo>
                    <a:cubicBezTo>
                      <a:pt x="19" y="28"/>
                      <a:pt x="22" y="24"/>
                      <a:pt x="23" y="18"/>
                    </a:cubicBezTo>
                    <a:cubicBezTo>
                      <a:pt x="24" y="17"/>
                      <a:pt x="24" y="15"/>
                      <a:pt x="24" y="14"/>
                    </a:cubicBezTo>
                    <a:cubicBezTo>
                      <a:pt x="23" y="12"/>
                      <a:pt x="21" y="10"/>
                      <a:pt x="21" y="7"/>
                    </a:cubicBezTo>
                    <a:cubicBezTo>
                      <a:pt x="20" y="5"/>
                      <a:pt x="19" y="2"/>
                      <a:pt x="18" y="0"/>
                    </a:cubicBezTo>
                    <a:cubicBezTo>
                      <a:pt x="19" y="8"/>
                      <a:pt x="18" y="18"/>
                      <a:pt x="12" y="25"/>
                    </a:cubicBezTo>
                    <a:cubicBezTo>
                      <a:pt x="9" y="29"/>
                      <a:pt x="4" y="31"/>
                      <a:pt x="0" y="29"/>
                    </a:cubicBezTo>
                    <a:cubicBezTo>
                      <a:pt x="0" y="31"/>
                      <a:pt x="0" y="41"/>
                      <a:pt x="1" y="41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2" name="Freeform 710">
                <a:extLst>
                  <a:ext uri="{FF2B5EF4-FFF2-40B4-BE49-F238E27FC236}">
                    <a16:creationId xmlns:a16="http://schemas.microsoft.com/office/drawing/2014/main" id="{A1597282-953F-4318-B95A-F8834041F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610"/>
                <a:ext cx="23" cy="43"/>
              </a:xfrm>
              <a:custGeom>
                <a:avLst/>
                <a:gdLst>
                  <a:gd name="T0" fmla="*/ 20 w 23"/>
                  <a:gd name="T1" fmla="*/ 10 h 43"/>
                  <a:gd name="T2" fmla="*/ 11 w 23"/>
                  <a:gd name="T3" fmla="*/ 41 h 43"/>
                  <a:gd name="T4" fmla="*/ 7 w 23"/>
                  <a:gd name="T5" fmla="*/ 41 h 43"/>
                  <a:gd name="T6" fmla="*/ 4 w 23"/>
                  <a:gd name="T7" fmla="*/ 37 h 43"/>
                  <a:gd name="T8" fmla="*/ 0 w 23"/>
                  <a:gd name="T9" fmla="*/ 30 h 43"/>
                  <a:gd name="T10" fmla="*/ 7 w 23"/>
                  <a:gd name="T11" fmla="*/ 24 h 43"/>
                  <a:gd name="T12" fmla="*/ 11 w 23"/>
                  <a:gd name="T13" fmla="*/ 15 h 43"/>
                  <a:gd name="T14" fmla="*/ 11 w 23"/>
                  <a:gd name="T15" fmla="*/ 5 h 43"/>
                  <a:gd name="T16" fmla="*/ 10 w 23"/>
                  <a:gd name="T17" fmla="*/ 0 h 43"/>
                  <a:gd name="T18" fmla="*/ 16 w 23"/>
                  <a:gd name="T19" fmla="*/ 6 h 43"/>
                  <a:gd name="T20" fmla="*/ 20 w 23"/>
                  <a:gd name="T21" fmla="*/ 1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3">
                    <a:moveTo>
                      <a:pt x="20" y="10"/>
                    </a:moveTo>
                    <a:cubicBezTo>
                      <a:pt x="23" y="21"/>
                      <a:pt x="21" y="34"/>
                      <a:pt x="11" y="41"/>
                    </a:cubicBezTo>
                    <a:cubicBezTo>
                      <a:pt x="9" y="42"/>
                      <a:pt x="9" y="43"/>
                      <a:pt x="7" y="41"/>
                    </a:cubicBezTo>
                    <a:cubicBezTo>
                      <a:pt x="6" y="40"/>
                      <a:pt x="5" y="39"/>
                      <a:pt x="4" y="37"/>
                    </a:cubicBezTo>
                    <a:cubicBezTo>
                      <a:pt x="3" y="35"/>
                      <a:pt x="0" y="32"/>
                      <a:pt x="0" y="30"/>
                    </a:cubicBezTo>
                    <a:cubicBezTo>
                      <a:pt x="2" y="28"/>
                      <a:pt x="5" y="27"/>
                      <a:pt x="7" y="24"/>
                    </a:cubicBezTo>
                    <a:cubicBezTo>
                      <a:pt x="9" y="21"/>
                      <a:pt x="10" y="18"/>
                      <a:pt x="11" y="15"/>
                    </a:cubicBezTo>
                    <a:cubicBezTo>
                      <a:pt x="12" y="11"/>
                      <a:pt x="12" y="9"/>
                      <a:pt x="11" y="5"/>
                    </a:cubicBezTo>
                    <a:cubicBezTo>
                      <a:pt x="11" y="4"/>
                      <a:pt x="11" y="2"/>
                      <a:pt x="10" y="0"/>
                    </a:cubicBezTo>
                    <a:cubicBezTo>
                      <a:pt x="12" y="1"/>
                      <a:pt x="15" y="4"/>
                      <a:pt x="16" y="6"/>
                    </a:cubicBezTo>
                    <a:cubicBezTo>
                      <a:pt x="17" y="7"/>
                      <a:pt x="19" y="10"/>
                      <a:pt x="20" y="10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3" name="Freeform 711">
                <a:extLst>
                  <a:ext uri="{FF2B5EF4-FFF2-40B4-BE49-F238E27FC236}">
                    <a16:creationId xmlns:a16="http://schemas.microsoft.com/office/drawing/2014/main" id="{1BD43F59-A381-4F29-BBEB-FEB5573A6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592"/>
                <a:ext cx="32" cy="29"/>
              </a:xfrm>
              <a:custGeom>
                <a:avLst/>
                <a:gdLst>
                  <a:gd name="T0" fmla="*/ 13 w 32"/>
                  <a:gd name="T1" fmla="*/ 33 h 28"/>
                  <a:gd name="T2" fmla="*/ 23 w 32"/>
                  <a:gd name="T3" fmla="*/ 29 h 28"/>
                  <a:gd name="T4" fmla="*/ 29 w 32"/>
                  <a:gd name="T5" fmla="*/ 22 h 28"/>
                  <a:gd name="T6" fmla="*/ 29 w 32"/>
                  <a:gd name="T7" fmla="*/ 1 h 28"/>
                  <a:gd name="T8" fmla="*/ 14 w 32"/>
                  <a:gd name="T9" fmla="*/ 0 h 28"/>
                  <a:gd name="T10" fmla="*/ 12 w 32"/>
                  <a:gd name="T11" fmla="*/ 23 h 28"/>
                  <a:gd name="T12" fmla="*/ 0 w 32"/>
                  <a:gd name="T13" fmla="*/ 31 h 28"/>
                  <a:gd name="T14" fmla="*/ 7 w 32"/>
                  <a:gd name="T15" fmla="*/ 32 h 28"/>
                  <a:gd name="T16" fmla="*/ 13 w 32"/>
                  <a:gd name="T17" fmla="*/ 33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28">
                    <a:moveTo>
                      <a:pt x="13" y="27"/>
                    </a:moveTo>
                    <a:cubicBezTo>
                      <a:pt x="14" y="28"/>
                      <a:pt x="21" y="24"/>
                      <a:pt x="23" y="23"/>
                    </a:cubicBezTo>
                    <a:cubicBezTo>
                      <a:pt x="26" y="21"/>
                      <a:pt x="28" y="19"/>
                      <a:pt x="29" y="16"/>
                    </a:cubicBezTo>
                    <a:cubicBezTo>
                      <a:pt x="31" y="12"/>
                      <a:pt x="32" y="5"/>
                      <a:pt x="29" y="1"/>
                    </a:cubicBezTo>
                    <a:cubicBezTo>
                      <a:pt x="25" y="3"/>
                      <a:pt x="18" y="1"/>
                      <a:pt x="14" y="0"/>
                    </a:cubicBezTo>
                    <a:cubicBezTo>
                      <a:pt x="16" y="7"/>
                      <a:pt x="16" y="11"/>
                      <a:pt x="12" y="17"/>
                    </a:cubicBezTo>
                    <a:cubicBezTo>
                      <a:pt x="9" y="20"/>
                      <a:pt x="5" y="26"/>
                      <a:pt x="0" y="25"/>
                    </a:cubicBezTo>
                    <a:cubicBezTo>
                      <a:pt x="2" y="25"/>
                      <a:pt x="5" y="25"/>
                      <a:pt x="7" y="26"/>
                    </a:cubicBezTo>
                    <a:cubicBezTo>
                      <a:pt x="9" y="26"/>
                      <a:pt x="12" y="27"/>
                      <a:pt x="13" y="27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4" name="Freeform 712">
                <a:extLst>
                  <a:ext uri="{FF2B5EF4-FFF2-40B4-BE49-F238E27FC236}">
                    <a16:creationId xmlns:a16="http://schemas.microsoft.com/office/drawing/2014/main" id="{EB6B1C59-F925-4F8F-B5C2-28C9A812C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591"/>
                <a:ext cx="35" cy="35"/>
              </a:xfrm>
              <a:custGeom>
                <a:avLst/>
                <a:gdLst>
                  <a:gd name="T0" fmla="*/ 23 w 34"/>
                  <a:gd name="T1" fmla="*/ 35 h 34"/>
                  <a:gd name="T2" fmla="*/ 36 w 34"/>
                  <a:gd name="T3" fmla="*/ 23 h 34"/>
                  <a:gd name="T4" fmla="*/ 37 w 34"/>
                  <a:gd name="T5" fmla="*/ 0 h 34"/>
                  <a:gd name="T6" fmla="*/ 24 w 34"/>
                  <a:gd name="T7" fmla="*/ 1 h 34"/>
                  <a:gd name="T8" fmla="*/ 16 w 34"/>
                  <a:gd name="T9" fmla="*/ 3 h 34"/>
                  <a:gd name="T10" fmla="*/ 15 w 34"/>
                  <a:gd name="T11" fmla="*/ 13 h 34"/>
                  <a:gd name="T12" fmla="*/ 0 w 34"/>
                  <a:gd name="T13" fmla="*/ 40 h 34"/>
                  <a:gd name="T14" fmla="*/ 23 w 34"/>
                  <a:gd name="T15" fmla="*/ 3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4">
                    <a:moveTo>
                      <a:pt x="17" y="29"/>
                    </a:moveTo>
                    <a:cubicBezTo>
                      <a:pt x="22" y="31"/>
                      <a:pt x="29" y="21"/>
                      <a:pt x="30" y="17"/>
                    </a:cubicBezTo>
                    <a:cubicBezTo>
                      <a:pt x="32" y="13"/>
                      <a:pt x="34" y="4"/>
                      <a:pt x="31" y="0"/>
                    </a:cubicBezTo>
                    <a:cubicBezTo>
                      <a:pt x="27" y="1"/>
                      <a:pt x="22" y="0"/>
                      <a:pt x="18" y="1"/>
                    </a:cubicBezTo>
                    <a:cubicBezTo>
                      <a:pt x="15" y="1"/>
                      <a:pt x="16" y="1"/>
                      <a:pt x="16" y="3"/>
                    </a:cubicBezTo>
                    <a:cubicBezTo>
                      <a:pt x="16" y="7"/>
                      <a:pt x="16" y="10"/>
                      <a:pt x="15" y="13"/>
                    </a:cubicBezTo>
                    <a:cubicBezTo>
                      <a:pt x="14" y="21"/>
                      <a:pt x="8" y="30"/>
                      <a:pt x="0" y="34"/>
                    </a:cubicBezTo>
                    <a:cubicBezTo>
                      <a:pt x="5" y="31"/>
                      <a:pt x="11" y="30"/>
                      <a:pt x="17" y="28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5" name="Freeform 713">
                <a:extLst>
                  <a:ext uri="{FF2B5EF4-FFF2-40B4-BE49-F238E27FC236}">
                    <a16:creationId xmlns:a16="http://schemas.microsoft.com/office/drawing/2014/main" id="{050F9963-E7B4-4409-84E3-C4882522D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593"/>
                <a:ext cx="30" cy="44"/>
              </a:xfrm>
              <a:custGeom>
                <a:avLst/>
                <a:gdLst>
                  <a:gd name="T0" fmla="*/ 23 w 29"/>
                  <a:gd name="T1" fmla="*/ 41 h 43"/>
                  <a:gd name="T2" fmla="*/ 28 w 29"/>
                  <a:gd name="T3" fmla="*/ 38 h 43"/>
                  <a:gd name="T4" fmla="*/ 33 w 29"/>
                  <a:gd name="T5" fmla="*/ 29 h 43"/>
                  <a:gd name="T6" fmla="*/ 34 w 29"/>
                  <a:gd name="T7" fmla="*/ 7 h 43"/>
                  <a:gd name="T8" fmla="*/ 28 w 29"/>
                  <a:gd name="T9" fmla="*/ 1 h 43"/>
                  <a:gd name="T10" fmla="*/ 6 w 29"/>
                  <a:gd name="T11" fmla="*/ 5 h 43"/>
                  <a:gd name="T12" fmla="*/ 9 w 29"/>
                  <a:gd name="T13" fmla="*/ 12 h 43"/>
                  <a:gd name="T14" fmla="*/ 9 w 29"/>
                  <a:gd name="T15" fmla="*/ 34 h 43"/>
                  <a:gd name="T16" fmla="*/ 0 w 29"/>
                  <a:gd name="T17" fmla="*/ 49 h 43"/>
                  <a:gd name="T18" fmla="*/ 11 w 29"/>
                  <a:gd name="T19" fmla="*/ 43 h 43"/>
                  <a:gd name="T20" fmla="*/ 24 w 29"/>
                  <a:gd name="T21" fmla="*/ 4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43">
                    <a:moveTo>
                      <a:pt x="17" y="35"/>
                    </a:moveTo>
                    <a:cubicBezTo>
                      <a:pt x="17" y="35"/>
                      <a:pt x="21" y="33"/>
                      <a:pt x="22" y="32"/>
                    </a:cubicBezTo>
                    <a:cubicBezTo>
                      <a:pt x="24" y="30"/>
                      <a:pt x="26" y="27"/>
                      <a:pt x="27" y="23"/>
                    </a:cubicBezTo>
                    <a:cubicBezTo>
                      <a:pt x="28" y="18"/>
                      <a:pt x="29" y="12"/>
                      <a:pt x="28" y="7"/>
                    </a:cubicBezTo>
                    <a:cubicBezTo>
                      <a:pt x="27" y="3"/>
                      <a:pt x="27" y="0"/>
                      <a:pt x="22" y="1"/>
                    </a:cubicBezTo>
                    <a:cubicBezTo>
                      <a:pt x="17" y="2"/>
                      <a:pt x="10" y="2"/>
                      <a:pt x="6" y="5"/>
                    </a:cubicBezTo>
                    <a:cubicBezTo>
                      <a:pt x="9" y="6"/>
                      <a:pt x="9" y="9"/>
                      <a:pt x="9" y="12"/>
                    </a:cubicBezTo>
                    <a:cubicBezTo>
                      <a:pt x="10" y="17"/>
                      <a:pt x="10" y="23"/>
                      <a:pt x="9" y="28"/>
                    </a:cubicBezTo>
                    <a:cubicBezTo>
                      <a:pt x="8" y="34"/>
                      <a:pt x="4" y="39"/>
                      <a:pt x="0" y="43"/>
                    </a:cubicBezTo>
                    <a:cubicBezTo>
                      <a:pt x="4" y="42"/>
                      <a:pt x="7" y="39"/>
                      <a:pt x="11" y="37"/>
                    </a:cubicBezTo>
                    <a:cubicBezTo>
                      <a:pt x="13" y="36"/>
                      <a:pt x="16" y="36"/>
                      <a:pt x="18" y="34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6" name="Freeform 714">
                <a:extLst>
                  <a:ext uri="{FF2B5EF4-FFF2-40B4-BE49-F238E27FC236}">
                    <a16:creationId xmlns:a16="http://schemas.microsoft.com/office/drawing/2014/main" id="{87657722-D74B-4DAC-BED6-DEB01719C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604"/>
                <a:ext cx="23" cy="45"/>
              </a:xfrm>
              <a:custGeom>
                <a:avLst/>
                <a:gdLst>
                  <a:gd name="T0" fmla="*/ 13 w 23"/>
                  <a:gd name="T1" fmla="*/ 44 h 44"/>
                  <a:gd name="T2" fmla="*/ 20 w 23"/>
                  <a:gd name="T3" fmla="*/ 36 h 44"/>
                  <a:gd name="T4" fmla="*/ 23 w 23"/>
                  <a:gd name="T5" fmla="*/ 14 h 44"/>
                  <a:gd name="T6" fmla="*/ 15 w 23"/>
                  <a:gd name="T7" fmla="*/ 0 h 44"/>
                  <a:gd name="T8" fmla="*/ 6 w 23"/>
                  <a:gd name="T9" fmla="*/ 6 h 44"/>
                  <a:gd name="T10" fmla="*/ 0 w 23"/>
                  <a:gd name="T11" fmla="*/ 10 h 44"/>
                  <a:gd name="T12" fmla="*/ 7 w 23"/>
                  <a:gd name="T13" fmla="*/ 37 h 44"/>
                  <a:gd name="T14" fmla="*/ 2 w 23"/>
                  <a:gd name="T15" fmla="*/ 50 h 44"/>
                  <a:gd name="T16" fmla="*/ 14 w 23"/>
                  <a:gd name="T17" fmla="*/ 43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44">
                    <a:moveTo>
                      <a:pt x="13" y="38"/>
                    </a:moveTo>
                    <a:cubicBezTo>
                      <a:pt x="15" y="37"/>
                      <a:pt x="19" y="33"/>
                      <a:pt x="20" y="30"/>
                    </a:cubicBezTo>
                    <a:cubicBezTo>
                      <a:pt x="23" y="26"/>
                      <a:pt x="23" y="19"/>
                      <a:pt x="23" y="14"/>
                    </a:cubicBezTo>
                    <a:cubicBezTo>
                      <a:pt x="22" y="9"/>
                      <a:pt x="20" y="1"/>
                      <a:pt x="15" y="0"/>
                    </a:cubicBezTo>
                    <a:cubicBezTo>
                      <a:pt x="13" y="3"/>
                      <a:pt x="8" y="4"/>
                      <a:pt x="6" y="6"/>
                    </a:cubicBezTo>
                    <a:cubicBezTo>
                      <a:pt x="4" y="7"/>
                      <a:pt x="2" y="8"/>
                      <a:pt x="0" y="10"/>
                    </a:cubicBezTo>
                    <a:cubicBezTo>
                      <a:pt x="6" y="14"/>
                      <a:pt x="8" y="24"/>
                      <a:pt x="7" y="31"/>
                    </a:cubicBezTo>
                    <a:cubicBezTo>
                      <a:pt x="7" y="37"/>
                      <a:pt x="5" y="40"/>
                      <a:pt x="2" y="44"/>
                    </a:cubicBezTo>
                    <a:cubicBezTo>
                      <a:pt x="5" y="42"/>
                      <a:pt x="10" y="38"/>
                      <a:pt x="14" y="37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7" name="Freeform 715">
                <a:extLst>
                  <a:ext uri="{FF2B5EF4-FFF2-40B4-BE49-F238E27FC236}">
                    <a16:creationId xmlns:a16="http://schemas.microsoft.com/office/drawing/2014/main" id="{146FE21F-19EF-405D-BB36-7D76AF84F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623"/>
                <a:ext cx="28" cy="46"/>
              </a:xfrm>
              <a:custGeom>
                <a:avLst/>
                <a:gdLst>
                  <a:gd name="T0" fmla="*/ 28 w 27"/>
                  <a:gd name="T1" fmla="*/ 39 h 45"/>
                  <a:gd name="T2" fmla="*/ 25 w 27"/>
                  <a:gd name="T3" fmla="*/ 4 h 45"/>
                  <a:gd name="T4" fmla="*/ 11 w 27"/>
                  <a:gd name="T5" fmla="*/ 2 h 45"/>
                  <a:gd name="T6" fmla="*/ 0 w 27"/>
                  <a:gd name="T7" fmla="*/ 12 h 45"/>
                  <a:gd name="T8" fmla="*/ 9 w 27"/>
                  <a:gd name="T9" fmla="*/ 37 h 45"/>
                  <a:gd name="T10" fmla="*/ 6 w 27"/>
                  <a:gd name="T11" fmla="*/ 51 h 45"/>
                  <a:gd name="T12" fmla="*/ 27 w 27"/>
                  <a:gd name="T13" fmla="*/ 39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5">
                    <a:moveTo>
                      <a:pt x="22" y="33"/>
                    </a:moveTo>
                    <a:cubicBezTo>
                      <a:pt x="27" y="26"/>
                      <a:pt x="25" y="10"/>
                      <a:pt x="19" y="4"/>
                    </a:cubicBezTo>
                    <a:cubicBezTo>
                      <a:pt x="16" y="1"/>
                      <a:pt x="15" y="0"/>
                      <a:pt x="11" y="2"/>
                    </a:cubicBezTo>
                    <a:cubicBezTo>
                      <a:pt x="7" y="5"/>
                      <a:pt x="3" y="9"/>
                      <a:pt x="0" y="12"/>
                    </a:cubicBezTo>
                    <a:cubicBezTo>
                      <a:pt x="6" y="13"/>
                      <a:pt x="8" y="26"/>
                      <a:pt x="9" y="31"/>
                    </a:cubicBezTo>
                    <a:cubicBezTo>
                      <a:pt x="10" y="36"/>
                      <a:pt x="9" y="40"/>
                      <a:pt x="6" y="45"/>
                    </a:cubicBezTo>
                    <a:cubicBezTo>
                      <a:pt x="11" y="41"/>
                      <a:pt x="16" y="37"/>
                      <a:pt x="21" y="33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8" name="Freeform 716">
                <a:extLst>
                  <a:ext uri="{FF2B5EF4-FFF2-40B4-BE49-F238E27FC236}">
                    <a16:creationId xmlns:a16="http://schemas.microsoft.com/office/drawing/2014/main" id="{D330ED14-74CB-4BC1-A05D-2AEB241FB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643"/>
                <a:ext cx="22" cy="48"/>
              </a:xfrm>
              <a:custGeom>
                <a:avLst/>
                <a:gdLst>
                  <a:gd name="T0" fmla="*/ 23 w 21"/>
                  <a:gd name="T1" fmla="*/ 41 h 47"/>
                  <a:gd name="T2" fmla="*/ 27 w 21"/>
                  <a:gd name="T3" fmla="*/ 32 h 47"/>
                  <a:gd name="T4" fmla="*/ 26 w 21"/>
                  <a:gd name="T5" fmla="*/ 11 h 47"/>
                  <a:gd name="T6" fmla="*/ 19 w 21"/>
                  <a:gd name="T7" fmla="*/ 0 h 47"/>
                  <a:gd name="T8" fmla="*/ 0 w 21"/>
                  <a:gd name="T9" fmla="*/ 11 h 47"/>
                  <a:gd name="T10" fmla="*/ 6 w 21"/>
                  <a:gd name="T11" fmla="*/ 40 h 47"/>
                  <a:gd name="T12" fmla="*/ 0 w 21"/>
                  <a:gd name="T13" fmla="*/ 53 h 47"/>
                  <a:gd name="T14" fmla="*/ 22 w 21"/>
                  <a:gd name="T15" fmla="*/ 4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7">
                    <a:moveTo>
                      <a:pt x="17" y="35"/>
                    </a:moveTo>
                    <a:cubicBezTo>
                      <a:pt x="19" y="32"/>
                      <a:pt x="21" y="30"/>
                      <a:pt x="21" y="26"/>
                    </a:cubicBezTo>
                    <a:cubicBezTo>
                      <a:pt x="21" y="21"/>
                      <a:pt x="21" y="16"/>
                      <a:pt x="20" y="11"/>
                    </a:cubicBezTo>
                    <a:cubicBezTo>
                      <a:pt x="19" y="6"/>
                      <a:pt x="16" y="3"/>
                      <a:pt x="13" y="0"/>
                    </a:cubicBezTo>
                    <a:cubicBezTo>
                      <a:pt x="9" y="5"/>
                      <a:pt x="4" y="7"/>
                      <a:pt x="0" y="11"/>
                    </a:cubicBezTo>
                    <a:cubicBezTo>
                      <a:pt x="6" y="15"/>
                      <a:pt x="7" y="27"/>
                      <a:pt x="6" y="34"/>
                    </a:cubicBezTo>
                    <a:cubicBezTo>
                      <a:pt x="5" y="39"/>
                      <a:pt x="2" y="43"/>
                      <a:pt x="0" y="47"/>
                    </a:cubicBezTo>
                    <a:cubicBezTo>
                      <a:pt x="5" y="43"/>
                      <a:pt x="12" y="40"/>
                      <a:pt x="16" y="35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9" name="Freeform 717">
                <a:extLst>
                  <a:ext uri="{FF2B5EF4-FFF2-40B4-BE49-F238E27FC236}">
                    <a16:creationId xmlns:a16="http://schemas.microsoft.com/office/drawing/2014/main" id="{2D571B83-4B39-4924-A6CD-713C137E6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664"/>
                <a:ext cx="39" cy="41"/>
              </a:xfrm>
              <a:custGeom>
                <a:avLst/>
                <a:gdLst>
                  <a:gd name="T0" fmla="*/ 33 w 38"/>
                  <a:gd name="T1" fmla="*/ 43 h 40"/>
                  <a:gd name="T2" fmla="*/ 39 w 38"/>
                  <a:gd name="T3" fmla="*/ 34 h 40"/>
                  <a:gd name="T4" fmla="*/ 42 w 38"/>
                  <a:gd name="T5" fmla="*/ 17 h 40"/>
                  <a:gd name="T6" fmla="*/ 43 w 38"/>
                  <a:gd name="T7" fmla="*/ 0 h 40"/>
                  <a:gd name="T8" fmla="*/ 35 w 38"/>
                  <a:gd name="T9" fmla="*/ 6 h 40"/>
                  <a:gd name="T10" fmla="*/ 26 w 38"/>
                  <a:gd name="T11" fmla="*/ 9 h 40"/>
                  <a:gd name="T12" fmla="*/ 0 w 38"/>
                  <a:gd name="T13" fmla="*/ 46 h 40"/>
                  <a:gd name="T14" fmla="*/ 31 w 38"/>
                  <a:gd name="T15" fmla="*/ 42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40">
                    <a:moveTo>
                      <a:pt x="27" y="37"/>
                    </a:moveTo>
                    <a:cubicBezTo>
                      <a:pt x="28" y="34"/>
                      <a:pt x="31" y="31"/>
                      <a:pt x="33" y="28"/>
                    </a:cubicBezTo>
                    <a:cubicBezTo>
                      <a:pt x="34" y="25"/>
                      <a:pt x="36" y="21"/>
                      <a:pt x="36" y="17"/>
                    </a:cubicBezTo>
                    <a:cubicBezTo>
                      <a:pt x="37" y="12"/>
                      <a:pt x="38" y="5"/>
                      <a:pt x="37" y="0"/>
                    </a:cubicBezTo>
                    <a:cubicBezTo>
                      <a:pt x="34" y="2"/>
                      <a:pt x="33" y="5"/>
                      <a:pt x="29" y="6"/>
                    </a:cubicBezTo>
                    <a:cubicBezTo>
                      <a:pt x="26" y="8"/>
                      <a:pt x="23" y="8"/>
                      <a:pt x="20" y="9"/>
                    </a:cubicBezTo>
                    <a:cubicBezTo>
                      <a:pt x="19" y="23"/>
                      <a:pt x="11" y="32"/>
                      <a:pt x="0" y="40"/>
                    </a:cubicBezTo>
                    <a:cubicBezTo>
                      <a:pt x="8" y="39"/>
                      <a:pt x="17" y="38"/>
                      <a:pt x="25" y="36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0" name="Freeform 718">
                <a:extLst>
                  <a:ext uri="{FF2B5EF4-FFF2-40B4-BE49-F238E27FC236}">
                    <a16:creationId xmlns:a16="http://schemas.microsoft.com/office/drawing/2014/main" id="{E2504729-7672-4C3B-A0E8-07CF68176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1589"/>
                <a:ext cx="33" cy="39"/>
              </a:xfrm>
              <a:custGeom>
                <a:avLst/>
                <a:gdLst>
                  <a:gd name="T0" fmla="*/ 14 w 32"/>
                  <a:gd name="T1" fmla="*/ 4 h 38"/>
                  <a:gd name="T2" fmla="*/ 36 w 32"/>
                  <a:gd name="T3" fmla="*/ 26 h 38"/>
                  <a:gd name="T4" fmla="*/ 33 w 32"/>
                  <a:gd name="T5" fmla="*/ 41 h 38"/>
                  <a:gd name="T6" fmla="*/ 27 w 32"/>
                  <a:gd name="T7" fmla="*/ 43 h 38"/>
                  <a:gd name="T8" fmla="*/ 15 w 32"/>
                  <a:gd name="T9" fmla="*/ 40 h 38"/>
                  <a:gd name="T10" fmla="*/ 14 w 32"/>
                  <a:gd name="T11" fmla="*/ 38 h 38"/>
                  <a:gd name="T12" fmla="*/ 14 w 32"/>
                  <a:gd name="T13" fmla="*/ 34 h 38"/>
                  <a:gd name="T14" fmla="*/ 12 w 32"/>
                  <a:gd name="T15" fmla="*/ 16 h 38"/>
                  <a:gd name="T16" fmla="*/ 6 w 32"/>
                  <a:gd name="T17" fmla="*/ 8 h 38"/>
                  <a:gd name="T18" fmla="*/ 0 w 32"/>
                  <a:gd name="T19" fmla="*/ 2 h 38"/>
                  <a:gd name="T20" fmla="*/ 22 w 32"/>
                  <a:gd name="T21" fmla="*/ 4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38">
                    <a:moveTo>
                      <a:pt x="14" y="4"/>
                    </a:moveTo>
                    <a:cubicBezTo>
                      <a:pt x="22" y="3"/>
                      <a:pt x="29" y="13"/>
                      <a:pt x="30" y="20"/>
                    </a:cubicBezTo>
                    <a:cubicBezTo>
                      <a:pt x="32" y="25"/>
                      <a:pt x="31" y="31"/>
                      <a:pt x="27" y="35"/>
                    </a:cubicBezTo>
                    <a:cubicBezTo>
                      <a:pt x="25" y="37"/>
                      <a:pt x="24" y="38"/>
                      <a:pt x="21" y="37"/>
                    </a:cubicBezTo>
                    <a:cubicBezTo>
                      <a:pt x="19" y="37"/>
                      <a:pt x="16" y="35"/>
                      <a:pt x="15" y="34"/>
                    </a:cubicBezTo>
                    <a:cubicBezTo>
                      <a:pt x="14" y="33"/>
                      <a:pt x="14" y="34"/>
                      <a:pt x="14" y="32"/>
                    </a:cubicBezTo>
                    <a:cubicBezTo>
                      <a:pt x="14" y="31"/>
                      <a:pt x="14" y="30"/>
                      <a:pt x="14" y="28"/>
                    </a:cubicBezTo>
                    <a:cubicBezTo>
                      <a:pt x="14" y="24"/>
                      <a:pt x="13" y="20"/>
                      <a:pt x="12" y="16"/>
                    </a:cubicBezTo>
                    <a:cubicBezTo>
                      <a:pt x="10" y="13"/>
                      <a:pt x="9" y="10"/>
                      <a:pt x="6" y="8"/>
                    </a:cubicBezTo>
                    <a:cubicBezTo>
                      <a:pt x="4" y="6"/>
                      <a:pt x="1" y="4"/>
                      <a:pt x="0" y="2"/>
                    </a:cubicBezTo>
                    <a:cubicBezTo>
                      <a:pt x="4" y="0"/>
                      <a:pt x="11" y="4"/>
                      <a:pt x="16" y="4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1" name="Freeform 719">
                <a:extLst>
                  <a:ext uri="{FF2B5EF4-FFF2-40B4-BE49-F238E27FC236}">
                    <a16:creationId xmlns:a16="http://schemas.microsoft.com/office/drawing/2014/main" id="{C1B5B8FF-F934-4FAE-BDB3-9648B3925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590"/>
                <a:ext cx="39" cy="31"/>
              </a:xfrm>
              <a:custGeom>
                <a:avLst/>
                <a:gdLst>
                  <a:gd name="T0" fmla="*/ 41 w 38"/>
                  <a:gd name="T1" fmla="*/ 36 h 30"/>
                  <a:gd name="T2" fmla="*/ 28 w 38"/>
                  <a:gd name="T3" fmla="*/ 4 h 30"/>
                  <a:gd name="T4" fmla="*/ 12 w 38"/>
                  <a:gd name="T5" fmla="*/ 1 h 30"/>
                  <a:gd name="T6" fmla="*/ 0 w 38"/>
                  <a:gd name="T7" fmla="*/ 3 h 30"/>
                  <a:gd name="T8" fmla="*/ 7 w 38"/>
                  <a:gd name="T9" fmla="*/ 6 h 30"/>
                  <a:gd name="T10" fmla="*/ 16 w 38"/>
                  <a:gd name="T11" fmla="*/ 14 h 30"/>
                  <a:gd name="T12" fmla="*/ 18 w 38"/>
                  <a:gd name="T13" fmla="*/ 35 h 30"/>
                  <a:gd name="T14" fmla="*/ 33 w 38"/>
                  <a:gd name="T15" fmla="*/ 35 h 30"/>
                  <a:gd name="T16" fmla="*/ 40 w 38"/>
                  <a:gd name="T17" fmla="*/ 36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0">
                    <a:moveTo>
                      <a:pt x="35" y="30"/>
                    </a:moveTo>
                    <a:cubicBezTo>
                      <a:pt x="38" y="19"/>
                      <a:pt x="30" y="9"/>
                      <a:pt x="22" y="4"/>
                    </a:cubicBezTo>
                    <a:cubicBezTo>
                      <a:pt x="18" y="2"/>
                      <a:pt x="15" y="1"/>
                      <a:pt x="12" y="1"/>
                    </a:cubicBezTo>
                    <a:cubicBezTo>
                      <a:pt x="8" y="1"/>
                      <a:pt x="2" y="0"/>
                      <a:pt x="0" y="3"/>
                    </a:cubicBezTo>
                    <a:cubicBezTo>
                      <a:pt x="1" y="4"/>
                      <a:pt x="4" y="5"/>
                      <a:pt x="7" y="6"/>
                    </a:cubicBezTo>
                    <a:cubicBezTo>
                      <a:pt x="10" y="8"/>
                      <a:pt x="13" y="11"/>
                      <a:pt x="16" y="14"/>
                    </a:cubicBezTo>
                    <a:cubicBezTo>
                      <a:pt x="19" y="19"/>
                      <a:pt x="18" y="23"/>
                      <a:pt x="18" y="29"/>
                    </a:cubicBezTo>
                    <a:cubicBezTo>
                      <a:pt x="21" y="29"/>
                      <a:pt x="24" y="29"/>
                      <a:pt x="27" y="29"/>
                    </a:cubicBezTo>
                    <a:cubicBezTo>
                      <a:pt x="29" y="29"/>
                      <a:pt x="34" y="30"/>
                      <a:pt x="34" y="30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2" name="Freeform 720">
                <a:extLst>
                  <a:ext uri="{FF2B5EF4-FFF2-40B4-BE49-F238E27FC236}">
                    <a16:creationId xmlns:a16="http://schemas.microsoft.com/office/drawing/2014/main" id="{83FC280F-0444-44A1-9354-049E3758B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594"/>
                <a:ext cx="47" cy="31"/>
              </a:xfrm>
              <a:custGeom>
                <a:avLst/>
                <a:gdLst>
                  <a:gd name="T0" fmla="*/ 50 w 46"/>
                  <a:gd name="T1" fmla="*/ 31 h 30"/>
                  <a:gd name="T2" fmla="*/ 42 w 46"/>
                  <a:gd name="T3" fmla="*/ 9 h 30"/>
                  <a:gd name="T4" fmla="*/ 30 w 46"/>
                  <a:gd name="T5" fmla="*/ 2 h 30"/>
                  <a:gd name="T6" fmla="*/ 0 w 46"/>
                  <a:gd name="T7" fmla="*/ 4 h 30"/>
                  <a:gd name="T8" fmla="*/ 7 w 46"/>
                  <a:gd name="T9" fmla="*/ 8 h 30"/>
                  <a:gd name="T10" fmla="*/ 17 w 46"/>
                  <a:gd name="T11" fmla="*/ 21 h 30"/>
                  <a:gd name="T12" fmla="*/ 32 w 46"/>
                  <a:gd name="T13" fmla="*/ 36 h 30"/>
                  <a:gd name="T14" fmla="*/ 49 w 46"/>
                  <a:gd name="T15" fmla="*/ 33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0">
                    <a:moveTo>
                      <a:pt x="44" y="25"/>
                    </a:moveTo>
                    <a:cubicBezTo>
                      <a:pt x="46" y="21"/>
                      <a:pt x="39" y="12"/>
                      <a:pt x="36" y="9"/>
                    </a:cubicBezTo>
                    <a:cubicBezTo>
                      <a:pt x="33" y="5"/>
                      <a:pt x="29" y="3"/>
                      <a:pt x="24" y="2"/>
                    </a:cubicBezTo>
                    <a:cubicBezTo>
                      <a:pt x="16" y="0"/>
                      <a:pt x="7" y="1"/>
                      <a:pt x="0" y="4"/>
                    </a:cubicBezTo>
                    <a:cubicBezTo>
                      <a:pt x="3" y="4"/>
                      <a:pt x="5" y="7"/>
                      <a:pt x="7" y="8"/>
                    </a:cubicBezTo>
                    <a:cubicBezTo>
                      <a:pt x="11" y="10"/>
                      <a:pt x="14" y="12"/>
                      <a:pt x="17" y="15"/>
                    </a:cubicBezTo>
                    <a:cubicBezTo>
                      <a:pt x="20" y="18"/>
                      <a:pt x="27" y="25"/>
                      <a:pt x="26" y="30"/>
                    </a:cubicBezTo>
                    <a:cubicBezTo>
                      <a:pt x="31" y="27"/>
                      <a:pt x="38" y="29"/>
                      <a:pt x="43" y="27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3" name="Freeform 721">
                <a:extLst>
                  <a:ext uri="{FF2B5EF4-FFF2-40B4-BE49-F238E27FC236}">
                    <a16:creationId xmlns:a16="http://schemas.microsoft.com/office/drawing/2014/main" id="{00A5FC3A-C2E5-475C-ACE8-B3CD8CE26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604"/>
                <a:ext cx="47" cy="33"/>
              </a:xfrm>
              <a:custGeom>
                <a:avLst/>
                <a:gdLst>
                  <a:gd name="T0" fmla="*/ 52 w 46"/>
                  <a:gd name="T1" fmla="*/ 29 h 32"/>
                  <a:gd name="T2" fmla="*/ 52 w 46"/>
                  <a:gd name="T3" fmla="*/ 30 h 32"/>
                  <a:gd name="T4" fmla="*/ 29 w 46"/>
                  <a:gd name="T5" fmla="*/ 1 h 32"/>
                  <a:gd name="T6" fmla="*/ 11 w 46"/>
                  <a:gd name="T7" fmla="*/ 4 h 32"/>
                  <a:gd name="T8" fmla="*/ 0 w 46"/>
                  <a:gd name="T9" fmla="*/ 9 h 32"/>
                  <a:gd name="T10" fmla="*/ 22 w 46"/>
                  <a:gd name="T11" fmla="*/ 24 h 32"/>
                  <a:gd name="T12" fmla="*/ 35 w 46"/>
                  <a:gd name="T13" fmla="*/ 38 h 32"/>
                  <a:gd name="T14" fmla="*/ 44 w 46"/>
                  <a:gd name="T15" fmla="*/ 33 h 32"/>
                  <a:gd name="T16" fmla="*/ 51 w 46"/>
                  <a:gd name="T17" fmla="*/ 3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32">
                    <a:moveTo>
                      <a:pt x="46" y="23"/>
                    </a:moveTo>
                    <a:cubicBezTo>
                      <a:pt x="46" y="23"/>
                      <a:pt x="46" y="23"/>
                      <a:pt x="46" y="24"/>
                    </a:cubicBezTo>
                    <a:cubicBezTo>
                      <a:pt x="44" y="11"/>
                      <a:pt x="35" y="3"/>
                      <a:pt x="23" y="1"/>
                    </a:cubicBezTo>
                    <a:cubicBezTo>
                      <a:pt x="18" y="0"/>
                      <a:pt x="15" y="1"/>
                      <a:pt x="11" y="4"/>
                    </a:cubicBezTo>
                    <a:cubicBezTo>
                      <a:pt x="8" y="5"/>
                      <a:pt x="3" y="6"/>
                      <a:pt x="0" y="9"/>
                    </a:cubicBezTo>
                    <a:cubicBezTo>
                      <a:pt x="8" y="8"/>
                      <a:pt x="16" y="13"/>
                      <a:pt x="22" y="18"/>
                    </a:cubicBezTo>
                    <a:cubicBezTo>
                      <a:pt x="25" y="20"/>
                      <a:pt x="31" y="27"/>
                      <a:pt x="29" y="32"/>
                    </a:cubicBezTo>
                    <a:cubicBezTo>
                      <a:pt x="32" y="32"/>
                      <a:pt x="36" y="28"/>
                      <a:pt x="38" y="27"/>
                    </a:cubicBezTo>
                    <a:cubicBezTo>
                      <a:pt x="41" y="26"/>
                      <a:pt x="43" y="25"/>
                      <a:pt x="45" y="24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129" name="Group 722">
              <a:extLst>
                <a:ext uri="{FF2B5EF4-FFF2-40B4-BE49-F238E27FC236}">
                  <a16:creationId xmlns:a16="http://schemas.microsoft.com/office/drawing/2014/main" id="{64879EAD-BDC6-4D0D-B141-885597D819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0" y="1406"/>
              <a:ext cx="459" cy="753"/>
              <a:chOff x="2900" y="1406"/>
              <a:chExt cx="459" cy="753"/>
            </a:xfrm>
          </p:grpSpPr>
          <p:sp>
            <p:nvSpPr>
              <p:cNvPr id="33254" name="Freeform 723">
                <a:extLst>
                  <a:ext uri="{FF2B5EF4-FFF2-40B4-BE49-F238E27FC236}">
                    <a16:creationId xmlns:a16="http://schemas.microsoft.com/office/drawing/2014/main" id="{A02DC32F-7967-4717-9062-1BEA6961E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624"/>
                <a:ext cx="47" cy="28"/>
              </a:xfrm>
              <a:custGeom>
                <a:avLst/>
                <a:gdLst>
                  <a:gd name="T0" fmla="*/ 52 w 46"/>
                  <a:gd name="T1" fmla="*/ 19 h 28"/>
                  <a:gd name="T2" fmla="*/ 20 w 46"/>
                  <a:gd name="T3" fmla="*/ 1 h 28"/>
                  <a:gd name="T4" fmla="*/ 0 w 46"/>
                  <a:gd name="T5" fmla="*/ 11 h 28"/>
                  <a:gd name="T6" fmla="*/ 21 w 46"/>
                  <a:gd name="T7" fmla="*/ 16 h 28"/>
                  <a:gd name="T8" fmla="*/ 37 w 46"/>
                  <a:gd name="T9" fmla="*/ 28 h 28"/>
                  <a:gd name="T10" fmla="*/ 45 w 46"/>
                  <a:gd name="T11" fmla="*/ 23 h 28"/>
                  <a:gd name="T12" fmla="*/ 52 w 46"/>
                  <a:gd name="T13" fmla="*/ 1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8">
                    <a:moveTo>
                      <a:pt x="46" y="19"/>
                    </a:moveTo>
                    <a:cubicBezTo>
                      <a:pt x="46" y="7"/>
                      <a:pt x="30" y="2"/>
                      <a:pt x="20" y="1"/>
                    </a:cubicBezTo>
                    <a:cubicBezTo>
                      <a:pt x="11" y="0"/>
                      <a:pt x="7" y="7"/>
                      <a:pt x="0" y="11"/>
                    </a:cubicBezTo>
                    <a:cubicBezTo>
                      <a:pt x="5" y="9"/>
                      <a:pt x="16" y="14"/>
                      <a:pt x="21" y="16"/>
                    </a:cubicBezTo>
                    <a:cubicBezTo>
                      <a:pt x="26" y="19"/>
                      <a:pt x="30" y="22"/>
                      <a:pt x="31" y="28"/>
                    </a:cubicBezTo>
                    <a:cubicBezTo>
                      <a:pt x="34" y="27"/>
                      <a:pt x="36" y="24"/>
                      <a:pt x="39" y="23"/>
                    </a:cubicBezTo>
                    <a:cubicBezTo>
                      <a:pt x="41" y="21"/>
                      <a:pt x="44" y="20"/>
                      <a:pt x="46" y="18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5" name="Freeform 724">
                <a:extLst>
                  <a:ext uri="{FF2B5EF4-FFF2-40B4-BE49-F238E27FC236}">
                    <a16:creationId xmlns:a16="http://schemas.microsoft.com/office/drawing/2014/main" id="{86D403D4-66C5-4260-A04C-F0A120808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644"/>
                <a:ext cx="46" cy="26"/>
              </a:xfrm>
              <a:custGeom>
                <a:avLst/>
                <a:gdLst>
                  <a:gd name="T0" fmla="*/ 50 w 45"/>
                  <a:gd name="T1" fmla="*/ 19 h 25"/>
                  <a:gd name="T2" fmla="*/ 17 w 45"/>
                  <a:gd name="T3" fmla="*/ 0 h 25"/>
                  <a:gd name="T4" fmla="*/ 0 w 45"/>
                  <a:gd name="T5" fmla="*/ 12 h 25"/>
                  <a:gd name="T6" fmla="*/ 34 w 45"/>
                  <a:gd name="T7" fmla="*/ 31 h 25"/>
                  <a:gd name="T8" fmla="*/ 43 w 45"/>
                  <a:gd name="T9" fmla="*/ 24 h 25"/>
                  <a:gd name="T10" fmla="*/ 51 w 45"/>
                  <a:gd name="T11" fmla="*/ 1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25">
                    <a:moveTo>
                      <a:pt x="44" y="13"/>
                    </a:moveTo>
                    <a:cubicBezTo>
                      <a:pt x="40" y="3"/>
                      <a:pt x="27" y="0"/>
                      <a:pt x="17" y="0"/>
                    </a:cubicBezTo>
                    <a:cubicBezTo>
                      <a:pt x="10" y="0"/>
                      <a:pt x="5" y="7"/>
                      <a:pt x="0" y="12"/>
                    </a:cubicBezTo>
                    <a:cubicBezTo>
                      <a:pt x="10" y="10"/>
                      <a:pt x="27" y="13"/>
                      <a:pt x="28" y="25"/>
                    </a:cubicBezTo>
                    <a:cubicBezTo>
                      <a:pt x="31" y="23"/>
                      <a:pt x="34" y="20"/>
                      <a:pt x="37" y="18"/>
                    </a:cubicBezTo>
                    <a:cubicBezTo>
                      <a:pt x="39" y="16"/>
                      <a:pt x="43" y="15"/>
                      <a:pt x="45" y="13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6" name="Freeform 725">
                <a:extLst>
                  <a:ext uri="{FF2B5EF4-FFF2-40B4-BE49-F238E27FC236}">
                    <a16:creationId xmlns:a16="http://schemas.microsoft.com/office/drawing/2014/main" id="{171AA3B4-F43E-4EF0-ABC1-ECF2B6462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664"/>
                <a:ext cx="48" cy="28"/>
              </a:xfrm>
              <a:custGeom>
                <a:avLst/>
                <a:gdLst>
                  <a:gd name="T0" fmla="*/ 52 w 47"/>
                  <a:gd name="T1" fmla="*/ 15 h 28"/>
                  <a:gd name="T2" fmla="*/ 22 w 47"/>
                  <a:gd name="T3" fmla="*/ 1 h 28"/>
                  <a:gd name="T4" fmla="*/ 17 w 47"/>
                  <a:gd name="T5" fmla="*/ 2 h 28"/>
                  <a:gd name="T6" fmla="*/ 11 w 47"/>
                  <a:gd name="T7" fmla="*/ 5 h 28"/>
                  <a:gd name="T8" fmla="*/ 0 w 47"/>
                  <a:gd name="T9" fmla="*/ 9 h 28"/>
                  <a:gd name="T10" fmla="*/ 34 w 47"/>
                  <a:gd name="T11" fmla="*/ 27 h 28"/>
                  <a:gd name="T12" fmla="*/ 52 w 47"/>
                  <a:gd name="T13" fmla="*/ 1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8">
                    <a:moveTo>
                      <a:pt x="46" y="15"/>
                    </a:moveTo>
                    <a:cubicBezTo>
                      <a:pt x="47" y="5"/>
                      <a:pt x="30" y="0"/>
                      <a:pt x="22" y="1"/>
                    </a:cubicBezTo>
                    <a:cubicBezTo>
                      <a:pt x="20" y="1"/>
                      <a:pt x="19" y="1"/>
                      <a:pt x="17" y="2"/>
                    </a:cubicBezTo>
                    <a:cubicBezTo>
                      <a:pt x="15" y="3"/>
                      <a:pt x="13" y="4"/>
                      <a:pt x="11" y="5"/>
                    </a:cubicBezTo>
                    <a:cubicBezTo>
                      <a:pt x="7" y="7"/>
                      <a:pt x="3" y="8"/>
                      <a:pt x="0" y="9"/>
                    </a:cubicBezTo>
                    <a:cubicBezTo>
                      <a:pt x="11" y="11"/>
                      <a:pt x="27" y="15"/>
                      <a:pt x="28" y="27"/>
                    </a:cubicBezTo>
                    <a:cubicBezTo>
                      <a:pt x="34" y="28"/>
                      <a:pt x="43" y="18"/>
                      <a:pt x="46" y="13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7" name="Freeform 726">
                <a:extLst>
                  <a:ext uri="{FF2B5EF4-FFF2-40B4-BE49-F238E27FC236}">
                    <a16:creationId xmlns:a16="http://schemas.microsoft.com/office/drawing/2014/main" id="{39FED577-1D69-4499-B6CA-7C6BF5DD7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673"/>
                <a:ext cx="42" cy="33"/>
              </a:xfrm>
              <a:custGeom>
                <a:avLst/>
                <a:gdLst>
                  <a:gd name="T0" fmla="*/ 45 w 41"/>
                  <a:gd name="T1" fmla="*/ 1 h 32"/>
                  <a:gd name="T2" fmla="*/ 46 w 41"/>
                  <a:gd name="T3" fmla="*/ 7 h 32"/>
                  <a:gd name="T4" fmla="*/ 42 w 41"/>
                  <a:gd name="T5" fmla="*/ 24 h 32"/>
                  <a:gd name="T6" fmla="*/ 30 w 41"/>
                  <a:gd name="T7" fmla="*/ 35 h 32"/>
                  <a:gd name="T8" fmla="*/ 16 w 41"/>
                  <a:gd name="T9" fmla="*/ 38 h 32"/>
                  <a:gd name="T10" fmla="*/ 0 w 41"/>
                  <a:gd name="T11" fmla="*/ 36 h 32"/>
                  <a:gd name="T12" fmla="*/ 10 w 41"/>
                  <a:gd name="T13" fmla="*/ 32 h 32"/>
                  <a:gd name="T14" fmla="*/ 17 w 41"/>
                  <a:gd name="T15" fmla="*/ 24 h 32"/>
                  <a:gd name="T16" fmla="*/ 28 w 41"/>
                  <a:gd name="T17" fmla="*/ 0 h 32"/>
                  <a:gd name="T18" fmla="*/ 45 w 41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32">
                    <a:moveTo>
                      <a:pt x="39" y="1"/>
                    </a:moveTo>
                    <a:cubicBezTo>
                      <a:pt x="41" y="0"/>
                      <a:pt x="40" y="6"/>
                      <a:pt x="40" y="7"/>
                    </a:cubicBezTo>
                    <a:cubicBezTo>
                      <a:pt x="39" y="11"/>
                      <a:pt x="38" y="14"/>
                      <a:pt x="36" y="18"/>
                    </a:cubicBezTo>
                    <a:cubicBezTo>
                      <a:pt x="34" y="23"/>
                      <a:pt x="30" y="27"/>
                      <a:pt x="24" y="29"/>
                    </a:cubicBezTo>
                    <a:cubicBezTo>
                      <a:pt x="21" y="31"/>
                      <a:pt x="19" y="32"/>
                      <a:pt x="16" y="32"/>
                    </a:cubicBezTo>
                    <a:cubicBezTo>
                      <a:pt x="11" y="31"/>
                      <a:pt x="5" y="31"/>
                      <a:pt x="0" y="30"/>
                    </a:cubicBezTo>
                    <a:cubicBezTo>
                      <a:pt x="3" y="29"/>
                      <a:pt x="6" y="28"/>
                      <a:pt x="10" y="26"/>
                    </a:cubicBezTo>
                    <a:cubicBezTo>
                      <a:pt x="13" y="24"/>
                      <a:pt x="15" y="21"/>
                      <a:pt x="17" y="18"/>
                    </a:cubicBezTo>
                    <a:cubicBezTo>
                      <a:pt x="20" y="12"/>
                      <a:pt x="21" y="7"/>
                      <a:pt x="22" y="0"/>
                    </a:cubicBezTo>
                    <a:cubicBezTo>
                      <a:pt x="27" y="0"/>
                      <a:pt x="33" y="0"/>
                      <a:pt x="39" y="0"/>
                    </a:cubicBezTo>
                  </a:path>
                </a:pathLst>
              </a:custGeom>
              <a:solidFill>
                <a:srgbClr val="F7B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8" name="Freeform 727">
                <a:extLst>
                  <a:ext uri="{FF2B5EF4-FFF2-40B4-BE49-F238E27FC236}">
                    <a16:creationId xmlns:a16="http://schemas.microsoft.com/office/drawing/2014/main" id="{08246999-72A8-4486-BF45-9181F5801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672"/>
                <a:ext cx="46" cy="31"/>
              </a:xfrm>
              <a:custGeom>
                <a:avLst/>
                <a:gdLst>
                  <a:gd name="T0" fmla="*/ 50 w 45"/>
                  <a:gd name="T1" fmla="*/ 29 h 31"/>
                  <a:gd name="T2" fmla="*/ 42 w 45"/>
                  <a:gd name="T3" fmla="*/ 13 h 31"/>
                  <a:gd name="T4" fmla="*/ 30 w 45"/>
                  <a:gd name="T5" fmla="*/ 2 h 31"/>
                  <a:gd name="T6" fmla="*/ 11 w 45"/>
                  <a:gd name="T7" fmla="*/ 1 h 31"/>
                  <a:gd name="T8" fmla="*/ 0 w 45"/>
                  <a:gd name="T9" fmla="*/ 2 h 31"/>
                  <a:gd name="T10" fmla="*/ 20 w 45"/>
                  <a:gd name="T11" fmla="*/ 18 h 31"/>
                  <a:gd name="T12" fmla="*/ 19 w 45"/>
                  <a:gd name="T13" fmla="*/ 31 h 31"/>
                  <a:gd name="T14" fmla="*/ 38 w 45"/>
                  <a:gd name="T15" fmla="*/ 29 h 31"/>
                  <a:gd name="T16" fmla="*/ 45 w 45"/>
                  <a:gd name="T17" fmla="*/ 27 h 31"/>
                  <a:gd name="T18" fmla="*/ 48 w 45"/>
                  <a:gd name="T19" fmla="*/ 27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31">
                    <a:moveTo>
                      <a:pt x="44" y="29"/>
                    </a:moveTo>
                    <a:cubicBezTo>
                      <a:pt x="45" y="23"/>
                      <a:pt x="40" y="18"/>
                      <a:pt x="36" y="13"/>
                    </a:cubicBezTo>
                    <a:cubicBezTo>
                      <a:pt x="33" y="9"/>
                      <a:pt x="30" y="5"/>
                      <a:pt x="24" y="2"/>
                    </a:cubicBezTo>
                    <a:cubicBezTo>
                      <a:pt x="20" y="0"/>
                      <a:pt x="15" y="1"/>
                      <a:pt x="11" y="1"/>
                    </a:cubicBezTo>
                    <a:cubicBezTo>
                      <a:pt x="8" y="1"/>
                      <a:pt x="3" y="1"/>
                      <a:pt x="0" y="2"/>
                    </a:cubicBezTo>
                    <a:cubicBezTo>
                      <a:pt x="8" y="6"/>
                      <a:pt x="16" y="10"/>
                      <a:pt x="20" y="18"/>
                    </a:cubicBezTo>
                    <a:cubicBezTo>
                      <a:pt x="22" y="23"/>
                      <a:pt x="21" y="27"/>
                      <a:pt x="19" y="31"/>
                    </a:cubicBezTo>
                    <a:cubicBezTo>
                      <a:pt x="23" y="30"/>
                      <a:pt x="27" y="29"/>
                      <a:pt x="32" y="29"/>
                    </a:cubicBezTo>
                    <a:cubicBezTo>
                      <a:pt x="34" y="28"/>
                      <a:pt x="37" y="28"/>
                      <a:pt x="39" y="27"/>
                    </a:cubicBezTo>
                    <a:cubicBezTo>
                      <a:pt x="41" y="27"/>
                      <a:pt x="42" y="28"/>
                      <a:pt x="42" y="27"/>
                    </a:cubicBezTo>
                  </a:path>
                </a:pathLst>
              </a:custGeom>
              <a:solidFill>
                <a:srgbClr val="F9E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9" name="Freeform 728">
                <a:extLst>
                  <a:ext uri="{FF2B5EF4-FFF2-40B4-BE49-F238E27FC236}">
                    <a16:creationId xmlns:a16="http://schemas.microsoft.com/office/drawing/2014/main" id="{2EBC7567-53C8-46BB-8377-0651F846F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406"/>
                <a:ext cx="40" cy="46"/>
              </a:xfrm>
              <a:custGeom>
                <a:avLst/>
                <a:gdLst>
                  <a:gd name="T0" fmla="*/ 45 w 39"/>
                  <a:gd name="T1" fmla="*/ 0 h 45"/>
                  <a:gd name="T2" fmla="*/ 32 w 39"/>
                  <a:gd name="T3" fmla="*/ 41 h 45"/>
                  <a:gd name="T4" fmla="*/ 34 w 39"/>
                  <a:gd name="T5" fmla="*/ 44 h 45"/>
                  <a:gd name="T6" fmla="*/ 15 w 39"/>
                  <a:gd name="T7" fmla="*/ 48 h 45"/>
                  <a:gd name="T8" fmla="*/ 6 w 39"/>
                  <a:gd name="T9" fmla="*/ 50 h 45"/>
                  <a:gd name="T10" fmla="*/ 1 w 39"/>
                  <a:gd name="T11" fmla="*/ 22 h 45"/>
                  <a:gd name="T12" fmla="*/ 13 w 39"/>
                  <a:gd name="T13" fmla="*/ 9 h 45"/>
                  <a:gd name="T14" fmla="*/ 41 w 39"/>
                  <a:gd name="T15" fmla="*/ 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45">
                    <a:moveTo>
                      <a:pt x="39" y="0"/>
                    </a:moveTo>
                    <a:cubicBezTo>
                      <a:pt x="25" y="5"/>
                      <a:pt x="23" y="23"/>
                      <a:pt x="26" y="35"/>
                    </a:cubicBezTo>
                    <a:cubicBezTo>
                      <a:pt x="27" y="36"/>
                      <a:pt x="27" y="36"/>
                      <a:pt x="28" y="38"/>
                    </a:cubicBezTo>
                    <a:cubicBezTo>
                      <a:pt x="24" y="38"/>
                      <a:pt x="19" y="41"/>
                      <a:pt x="15" y="42"/>
                    </a:cubicBezTo>
                    <a:cubicBezTo>
                      <a:pt x="13" y="42"/>
                      <a:pt x="7" y="45"/>
                      <a:pt x="6" y="44"/>
                    </a:cubicBezTo>
                    <a:cubicBezTo>
                      <a:pt x="0" y="42"/>
                      <a:pt x="0" y="26"/>
                      <a:pt x="1" y="22"/>
                    </a:cubicBezTo>
                    <a:cubicBezTo>
                      <a:pt x="2" y="13"/>
                      <a:pt x="5" y="11"/>
                      <a:pt x="13" y="9"/>
                    </a:cubicBezTo>
                    <a:cubicBezTo>
                      <a:pt x="21" y="6"/>
                      <a:pt x="28" y="3"/>
                      <a:pt x="35" y="0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0" name="Freeform 729">
                <a:extLst>
                  <a:ext uri="{FF2B5EF4-FFF2-40B4-BE49-F238E27FC236}">
                    <a16:creationId xmlns:a16="http://schemas.microsoft.com/office/drawing/2014/main" id="{DD5216C1-324B-4C4D-8FE5-44F2BB624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424"/>
                <a:ext cx="28" cy="42"/>
              </a:xfrm>
              <a:custGeom>
                <a:avLst/>
                <a:gdLst>
                  <a:gd name="T0" fmla="*/ 33 w 27"/>
                  <a:gd name="T1" fmla="*/ 0 h 41"/>
                  <a:gd name="T2" fmla="*/ 33 w 27"/>
                  <a:gd name="T3" fmla="*/ 39 h 41"/>
                  <a:gd name="T4" fmla="*/ 9 w 27"/>
                  <a:gd name="T5" fmla="*/ 46 h 41"/>
                  <a:gd name="T6" fmla="*/ 1 w 27"/>
                  <a:gd name="T7" fmla="*/ 33 h 41"/>
                  <a:gd name="T8" fmla="*/ 6 w 27"/>
                  <a:gd name="T9" fmla="*/ 6 h 41"/>
                  <a:gd name="T10" fmla="*/ 22 w 27"/>
                  <a:gd name="T11" fmla="*/ 3 h 41"/>
                  <a:gd name="T12" fmla="*/ 31 w 27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1">
                    <a:moveTo>
                      <a:pt x="27" y="0"/>
                    </a:moveTo>
                    <a:cubicBezTo>
                      <a:pt x="21" y="6"/>
                      <a:pt x="16" y="31"/>
                      <a:pt x="27" y="33"/>
                    </a:cubicBezTo>
                    <a:cubicBezTo>
                      <a:pt x="22" y="36"/>
                      <a:pt x="15" y="39"/>
                      <a:pt x="9" y="40"/>
                    </a:cubicBezTo>
                    <a:cubicBezTo>
                      <a:pt x="2" y="41"/>
                      <a:pt x="2" y="34"/>
                      <a:pt x="1" y="27"/>
                    </a:cubicBezTo>
                    <a:cubicBezTo>
                      <a:pt x="1" y="21"/>
                      <a:pt x="0" y="10"/>
                      <a:pt x="6" y="6"/>
                    </a:cubicBezTo>
                    <a:cubicBezTo>
                      <a:pt x="8" y="5"/>
                      <a:pt x="13" y="4"/>
                      <a:pt x="16" y="3"/>
                    </a:cubicBezTo>
                    <a:cubicBezTo>
                      <a:pt x="19" y="1"/>
                      <a:pt x="22" y="0"/>
                      <a:pt x="25" y="0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1" name="Freeform 730">
                <a:extLst>
                  <a:ext uri="{FF2B5EF4-FFF2-40B4-BE49-F238E27FC236}">
                    <a16:creationId xmlns:a16="http://schemas.microsoft.com/office/drawing/2014/main" id="{307289D2-F467-4470-9DDA-26926E4ED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435"/>
                <a:ext cx="28" cy="48"/>
              </a:xfrm>
              <a:custGeom>
                <a:avLst/>
                <a:gdLst>
                  <a:gd name="T0" fmla="*/ 24 w 28"/>
                  <a:gd name="T1" fmla="*/ 2 h 47"/>
                  <a:gd name="T2" fmla="*/ 24 w 28"/>
                  <a:gd name="T3" fmla="*/ 0 h 47"/>
                  <a:gd name="T4" fmla="*/ 28 w 28"/>
                  <a:gd name="T5" fmla="*/ 41 h 47"/>
                  <a:gd name="T6" fmla="*/ 6 w 28"/>
                  <a:gd name="T7" fmla="*/ 53 h 47"/>
                  <a:gd name="T8" fmla="*/ 1 w 28"/>
                  <a:gd name="T9" fmla="*/ 21 h 47"/>
                  <a:gd name="T10" fmla="*/ 21 w 28"/>
                  <a:gd name="T11" fmla="*/ 2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7">
                    <a:moveTo>
                      <a:pt x="24" y="2"/>
                    </a:moveTo>
                    <a:cubicBezTo>
                      <a:pt x="24" y="1"/>
                      <a:pt x="24" y="1"/>
                      <a:pt x="24" y="0"/>
                    </a:cubicBezTo>
                    <a:cubicBezTo>
                      <a:pt x="14" y="7"/>
                      <a:pt x="20" y="29"/>
                      <a:pt x="28" y="35"/>
                    </a:cubicBezTo>
                    <a:cubicBezTo>
                      <a:pt x="21" y="38"/>
                      <a:pt x="14" y="44"/>
                      <a:pt x="6" y="47"/>
                    </a:cubicBezTo>
                    <a:cubicBezTo>
                      <a:pt x="0" y="42"/>
                      <a:pt x="1" y="28"/>
                      <a:pt x="1" y="21"/>
                    </a:cubicBezTo>
                    <a:cubicBezTo>
                      <a:pt x="1" y="8"/>
                      <a:pt x="10" y="6"/>
                      <a:pt x="21" y="2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2" name="Freeform 731">
                <a:extLst>
                  <a:ext uri="{FF2B5EF4-FFF2-40B4-BE49-F238E27FC236}">
                    <a16:creationId xmlns:a16="http://schemas.microsoft.com/office/drawing/2014/main" id="{0FC2FB9A-E108-4DB6-BFA4-F454810F1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454"/>
                <a:ext cx="35" cy="51"/>
              </a:xfrm>
              <a:custGeom>
                <a:avLst/>
                <a:gdLst>
                  <a:gd name="T0" fmla="*/ 32 w 34"/>
                  <a:gd name="T1" fmla="*/ 0 h 50"/>
                  <a:gd name="T2" fmla="*/ 27 w 34"/>
                  <a:gd name="T3" fmla="*/ 11 h 50"/>
                  <a:gd name="T4" fmla="*/ 30 w 34"/>
                  <a:gd name="T5" fmla="*/ 32 h 50"/>
                  <a:gd name="T6" fmla="*/ 40 w 34"/>
                  <a:gd name="T7" fmla="*/ 44 h 50"/>
                  <a:gd name="T8" fmla="*/ 25 w 34"/>
                  <a:gd name="T9" fmla="*/ 56 h 50"/>
                  <a:gd name="T10" fmla="*/ 4 w 34"/>
                  <a:gd name="T11" fmla="*/ 41 h 50"/>
                  <a:gd name="T12" fmla="*/ 2 w 34"/>
                  <a:gd name="T13" fmla="*/ 18 h 50"/>
                  <a:gd name="T14" fmla="*/ 29 w 34"/>
                  <a:gd name="T15" fmla="*/ 1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50">
                    <a:moveTo>
                      <a:pt x="26" y="0"/>
                    </a:moveTo>
                    <a:cubicBezTo>
                      <a:pt x="25" y="3"/>
                      <a:pt x="22" y="6"/>
                      <a:pt x="21" y="11"/>
                    </a:cubicBezTo>
                    <a:cubicBezTo>
                      <a:pt x="21" y="16"/>
                      <a:pt x="21" y="21"/>
                      <a:pt x="24" y="26"/>
                    </a:cubicBezTo>
                    <a:cubicBezTo>
                      <a:pt x="26" y="31"/>
                      <a:pt x="28" y="36"/>
                      <a:pt x="34" y="38"/>
                    </a:cubicBezTo>
                    <a:cubicBezTo>
                      <a:pt x="30" y="40"/>
                      <a:pt x="22" y="49"/>
                      <a:pt x="19" y="50"/>
                    </a:cubicBezTo>
                    <a:cubicBezTo>
                      <a:pt x="13" y="50"/>
                      <a:pt x="6" y="39"/>
                      <a:pt x="4" y="35"/>
                    </a:cubicBezTo>
                    <a:cubicBezTo>
                      <a:pt x="2" y="30"/>
                      <a:pt x="0" y="23"/>
                      <a:pt x="2" y="18"/>
                    </a:cubicBezTo>
                    <a:cubicBezTo>
                      <a:pt x="6" y="12"/>
                      <a:pt x="16" y="3"/>
                      <a:pt x="23" y="1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3" name="Freeform 732">
                <a:extLst>
                  <a:ext uri="{FF2B5EF4-FFF2-40B4-BE49-F238E27FC236}">
                    <a16:creationId xmlns:a16="http://schemas.microsoft.com/office/drawing/2014/main" id="{919ADBEA-C4EE-4CB8-AEB2-857753E55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486"/>
                <a:ext cx="36" cy="57"/>
              </a:xfrm>
              <a:custGeom>
                <a:avLst/>
                <a:gdLst>
                  <a:gd name="T0" fmla="*/ 28 w 35"/>
                  <a:gd name="T1" fmla="*/ 1 h 56"/>
                  <a:gd name="T2" fmla="*/ 30 w 35"/>
                  <a:gd name="T3" fmla="*/ 24 h 56"/>
                  <a:gd name="T4" fmla="*/ 41 w 35"/>
                  <a:gd name="T5" fmla="*/ 42 h 56"/>
                  <a:gd name="T6" fmla="*/ 34 w 35"/>
                  <a:gd name="T7" fmla="*/ 62 h 56"/>
                  <a:gd name="T8" fmla="*/ 2 w 35"/>
                  <a:gd name="T9" fmla="*/ 40 h 56"/>
                  <a:gd name="T10" fmla="*/ 8 w 35"/>
                  <a:gd name="T11" fmla="*/ 18 h 56"/>
                  <a:gd name="T12" fmla="*/ 25 w 35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56">
                    <a:moveTo>
                      <a:pt x="22" y="1"/>
                    </a:moveTo>
                    <a:cubicBezTo>
                      <a:pt x="16" y="5"/>
                      <a:pt x="21" y="19"/>
                      <a:pt x="24" y="24"/>
                    </a:cubicBezTo>
                    <a:cubicBezTo>
                      <a:pt x="26" y="30"/>
                      <a:pt x="30" y="34"/>
                      <a:pt x="35" y="36"/>
                    </a:cubicBezTo>
                    <a:cubicBezTo>
                      <a:pt x="34" y="43"/>
                      <a:pt x="29" y="49"/>
                      <a:pt x="28" y="56"/>
                    </a:cubicBezTo>
                    <a:cubicBezTo>
                      <a:pt x="16" y="56"/>
                      <a:pt x="5" y="46"/>
                      <a:pt x="2" y="34"/>
                    </a:cubicBezTo>
                    <a:cubicBezTo>
                      <a:pt x="0" y="28"/>
                      <a:pt x="5" y="23"/>
                      <a:pt x="8" y="18"/>
                    </a:cubicBezTo>
                    <a:cubicBezTo>
                      <a:pt x="12" y="12"/>
                      <a:pt x="14" y="4"/>
                      <a:pt x="19" y="0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4" name="Freeform 733">
                <a:extLst>
                  <a:ext uri="{FF2B5EF4-FFF2-40B4-BE49-F238E27FC236}">
                    <a16:creationId xmlns:a16="http://schemas.microsoft.com/office/drawing/2014/main" id="{D1B9CEC2-E16D-4F60-9029-B9C58F92E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539"/>
                <a:ext cx="47" cy="46"/>
              </a:xfrm>
              <a:custGeom>
                <a:avLst/>
                <a:gdLst>
                  <a:gd name="T0" fmla="*/ 43 w 46"/>
                  <a:gd name="T1" fmla="*/ 22 h 45"/>
                  <a:gd name="T2" fmla="*/ 4 w 46"/>
                  <a:gd name="T3" fmla="*/ 0 h 45"/>
                  <a:gd name="T4" fmla="*/ 4 w 46"/>
                  <a:gd name="T5" fmla="*/ 39 h 45"/>
                  <a:gd name="T6" fmla="*/ 34 w 46"/>
                  <a:gd name="T7" fmla="*/ 49 h 45"/>
                  <a:gd name="T8" fmla="*/ 52 w 46"/>
                  <a:gd name="T9" fmla="*/ 50 h 45"/>
                  <a:gd name="T10" fmla="*/ 46 w 46"/>
                  <a:gd name="T11" fmla="*/ 38 h 45"/>
                  <a:gd name="T12" fmla="*/ 40 w 46"/>
                  <a:gd name="T13" fmla="*/ 2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5">
                    <a:moveTo>
                      <a:pt x="37" y="22"/>
                    </a:moveTo>
                    <a:cubicBezTo>
                      <a:pt x="25" y="22"/>
                      <a:pt x="6" y="12"/>
                      <a:pt x="4" y="0"/>
                    </a:cubicBezTo>
                    <a:cubicBezTo>
                      <a:pt x="0" y="4"/>
                      <a:pt x="1" y="28"/>
                      <a:pt x="4" y="33"/>
                    </a:cubicBezTo>
                    <a:cubicBezTo>
                      <a:pt x="8" y="38"/>
                      <a:pt x="22" y="42"/>
                      <a:pt x="28" y="43"/>
                    </a:cubicBezTo>
                    <a:cubicBezTo>
                      <a:pt x="34" y="45"/>
                      <a:pt x="40" y="45"/>
                      <a:pt x="46" y="44"/>
                    </a:cubicBezTo>
                    <a:cubicBezTo>
                      <a:pt x="45" y="40"/>
                      <a:pt x="42" y="36"/>
                      <a:pt x="40" y="32"/>
                    </a:cubicBezTo>
                    <a:cubicBezTo>
                      <a:pt x="38" y="28"/>
                      <a:pt x="35" y="24"/>
                      <a:pt x="34" y="20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5" name="Freeform 734">
                <a:extLst>
                  <a:ext uri="{FF2B5EF4-FFF2-40B4-BE49-F238E27FC236}">
                    <a16:creationId xmlns:a16="http://schemas.microsoft.com/office/drawing/2014/main" id="{78552195-F0BD-472A-9A21-4AD419DD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597"/>
                <a:ext cx="70" cy="27"/>
              </a:xfrm>
              <a:custGeom>
                <a:avLst/>
                <a:gdLst>
                  <a:gd name="T0" fmla="*/ 58 w 68"/>
                  <a:gd name="T1" fmla="*/ 1 h 26"/>
                  <a:gd name="T2" fmla="*/ 45 w 68"/>
                  <a:gd name="T3" fmla="*/ 6 h 26"/>
                  <a:gd name="T4" fmla="*/ 31 w 68"/>
                  <a:gd name="T5" fmla="*/ 8 h 26"/>
                  <a:gd name="T6" fmla="*/ 0 w 68"/>
                  <a:gd name="T7" fmla="*/ 7 h 26"/>
                  <a:gd name="T8" fmla="*/ 14 w 68"/>
                  <a:gd name="T9" fmla="*/ 28 h 26"/>
                  <a:gd name="T10" fmla="*/ 36 w 68"/>
                  <a:gd name="T11" fmla="*/ 32 h 26"/>
                  <a:gd name="T12" fmla="*/ 80 w 68"/>
                  <a:gd name="T13" fmla="*/ 12 h 26"/>
                  <a:gd name="T14" fmla="*/ 56 w 68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26">
                    <a:moveTo>
                      <a:pt x="49" y="1"/>
                    </a:moveTo>
                    <a:cubicBezTo>
                      <a:pt x="47" y="0"/>
                      <a:pt x="42" y="5"/>
                      <a:pt x="39" y="6"/>
                    </a:cubicBezTo>
                    <a:cubicBezTo>
                      <a:pt x="35" y="7"/>
                      <a:pt x="30" y="8"/>
                      <a:pt x="25" y="8"/>
                    </a:cubicBezTo>
                    <a:cubicBezTo>
                      <a:pt x="18" y="9"/>
                      <a:pt x="7" y="10"/>
                      <a:pt x="0" y="7"/>
                    </a:cubicBezTo>
                    <a:cubicBezTo>
                      <a:pt x="6" y="12"/>
                      <a:pt x="8" y="18"/>
                      <a:pt x="14" y="22"/>
                    </a:cubicBezTo>
                    <a:cubicBezTo>
                      <a:pt x="20" y="25"/>
                      <a:pt x="24" y="26"/>
                      <a:pt x="30" y="26"/>
                    </a:cubicBezTo>
                    <a:cubicBezTo>
                      <a:pt x="42" y="24"/>
                      <a:pt x="60" y="22"/>
                      <a:pt x="68" y="12"/>
                    </a:cubicBezTo>
                    <a:cubicBezTo>
                      <a:pt x="60" y="10"/>
                      <a:pt x="55" y="4"/>
                      <a:pt x="48" y="1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6" name="Freeform 735">
                <a:extLst>
                  <a:ext uri="{FF2B5EF4-FFF2-40B4-BE49-F238E27FC236}">
                    <a16:creationId xmlns:a16="http://schemas.microsoft.com/office/drawing/2014/main" id="{8AD4AF6C-5C3C-45EE-B705-7670C5C52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626"/>
                <a:ext cx="60" cy="27"/>
              </a:xfrm>
              <a:custGeom>
                <a:avLst/>
                <a:gdLst>
                  <a:gd name="T0" fmla="*/ 41 w 59"/>
                  <a:gd name="T1" fmla="*/ 0 h 27"/>
                  <a:gd name="T2" fmla="*/ 15 w 59"/>
                  <a:gd name="T3" fmla="*/ 9 h 27"/>
                  <a:gd name="T4" fmla="*/ 0 w 59"/>
                  <a:gd name="T5" fmla="*/ 13 h 27"/>
                  <a:gd name="T6" fmla="*/ 36 w 59"/>
                  <a:gd name="T7" fmla="*/ 25 h 27"/>
                  <a:gd name="T8" fmla="*/ 65 w 59"/>
                  <a:gd name="T9" fmla="*/ 15 h 27"/>
                  <a:gd name="T10" fmla="*/ 40 w 59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7">
                    <a:moveTo>
                      <a:pt x="35" y="0"/>
                    </a:moveTo>
                    <a:cubicBezTo>
                      <a:pt x="33" y="0"/>
                      <a:pt x="20" y="8"/>
                      <a:pt x="15" y="9"/>
                    </a:cubicBezTo>
                    <a:cubicBezTo>
                      <a:pt x="10" y="11"/>
                      <a:pt x="5" y="13"/>
                      <a:pt x="0" y="13"/>
                    </a:cubicBezTo>
                    <a:cubicBezTo>
                      <a:pt x="9" y="18"/>
                      <a:pt x="19" y="27"/>
                      <a:pt x="30" y="25"/>
                    </a:cubicBezTo>
                    <a:cubicBezTo>
                      <a:pt x="39" y="24"/>
                      <a:pt x="52" y="22"/>
                      <a:pt x="59" y="15"/>
                    </a:cubicBezTo>
                    <a:cubicBezTo>
                      <a:pt x="51" y="11"/>
                      <a:pt x="43" y="2"/>
                      <a:pt x="34" y="0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7" name="Freeform 736">
                <a:extLst>
                  <a:ext uri="{FF2B5EF4-FFF2-40B4-BE49-F238E27FC236}">
                    <a16:creationId xmlns:a16="http://schemas.microsoft.com/office/drawing/2014/main" id="{F52E2D51-71DB-4A6D-9F17-CC5436ECA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659"/>
                <a:ext cx="54" cy="28"/>
              </a:xfrm>
              <a:custGeom>
                <a:avLst/>
                <a:gdLst>
                  <a:gd name="T0" fmla="*/ 49 w 52"/>
                  <a:gd name="T1" fmla="*/ 0 h 28"/>
                  <a:gd name="T2" fmla="*/ 0 w 52"/>
                  <a:gd name="T3" fmla="*/ 6 h 28"/>
                  <a:gd name="T4" fmla="*/ 19 w 52"/>
                  <a:gd name="T5" fmla="*/ 17 h 28"/>
                  <a:gd name="T6" fmla="*/ 26 w 52"/>
                  <a:gd name="T7" fmla="*/ 26 h 28"/>
                  <a:gd name="T8" fmla="*/ 47 w 52"/>
                  <a:gd name="T9" fmla="*/ 25 h 28"/>
                  <a:gd name="T10" fmla="*/ 64 w 52"/>
                  <a:gd name="T11" fmla="*/ 21 h 28"/>
                  <a:gd name="T12" fmla="*/ 49 w 52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8">
                    <a:moveTo>
                      <a:pt x="38" y="0"/>
                    </a:moveTo>
                    <a:cubicBezTo>
                      <a:pt x="26" y="4"/>
                      <a:pt x="13" y="10"/>
                      <a:pt x="0" y="6"/>
                    </a:cubicBezTo>
                    <a:cubicBezTo>
                      <a:pt x="5" y="8"/>
                      <a:pt x="9" y="13"/>
                      <a:pt x="13" y="17"/>
                    </a:cubicBezTo>
                    <a:cubicBezTo>
                      <a:pt x="15" y="19"/>
                      <a:pt x="17" y="24"/>
                      <a:pt x="20" y="26"/>
                    </a:cubicBezTo>
                    <a:cubicBezTo>
                      <a:pt x="24" y="28"/>
                      <a:pt x="33" y="25"/>
                      <a:pt x="37" y="25"/>
                    </a:cubicBezTo>
                    <a:cubicBezTo>
                      <a:pt x="43" y="24"/>
                      <a:pt x="47" y="22"/>
                      <a:pt x="52" y="21"/>
                    </a:cubicBezTo>
                    <a:cubicBezTo>
                      <a:pt x="51" y="14"/>
                      <a:pt x="41" y="7"/>
                      <a:pt x="38" y="0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8" name="Freeform 737">
                <a:extLst>
                  <a:ext uri="{FF2B5EF4-FFF2-40B4-BE49-F238E27FC236}">
                    <a16:creationId xmlns:a16="http://schemas.microsoft.com/office/drawing/2014/main" id="{439F71D4-6AAF-4A16-8F51-07A188C1B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696"/>
                <a:ext cx="38" cy="34"/>
              </a:xfrm>
              <a:custGeom>
                <a:avLst/>
                <a:gdLst>
                  <a:gd name="T0" fmla="*/ 40 w 37"/>
                  <a:gd name="T1" fmla="*/ 4 h 33"/>
                  <a:gd name="T2" fmla="*/ 1 w 37"/>
                  <a:gd name="T3" fmla="*/ 0 h 33"/>
                  <a:gd name="T4" fmla="*/ 0 w 37"/>
                  <a:gd name="T5" fmla="*/ 25 h 33"/>
                  <a:gd name="T6" fmla="*/ 17 w 37"/>
                  <a:gd name="T7" fmla="*/ 37 h 33"/>
                  <a:gd name="T8" fmla="*/ 37 w 37"/>
                  <a:gd name="T9" fmla="*/ 38 h 33"/>
                  <a:gd name="T10" fmla="*/ 41 w 37"/>
                  <a:gd name="T11" fmla="*/ 35 h 33"/>
                  <a:gd name="T12" fmla="*/ 41 w 37"/>
                  <a:gd name="T13" fmla="*/ 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3">
                    <a:moveTo>
                      <a:pt x="34" y="4"/>
                    </a:moveTo>
                    <a:cubicBezTo>
                      <a:pt x="26" y="8"/>
                      <a:pt x="7" y="6"/>
                      <a:pt x="1" y="0"/>
                    </a:cubicBezTo>
                    <a:cubicBezTo>
                      <a:pt x="1" y="7"/>
                      <a:pt x="0" y="13"/>
                      <a:pt x="0" y="19"/>
                    </a:cubicBezTo>
                    <a:cubicBezTo>
                      <a:pt x="1" y="26"/>
                      <a:pt x="10" y="28"/>
                      <a:pt x="17" y="31"/>
                    </a:cubicBezTo>
                    <a:cubicBezTo>
                      <a:pt x="21" y="32"/>
                      <a:pt x="27" y="33"/>
                      <a:pt x="31" y="32"/>
                    </a:cubicBezTo>
                    <a:cubicBezTo>
                      <a:pt x="35" y="32"/>
                      <a:pt x="34" y="32"/>
                      <a:pt x="35" y="29"/>
                    </a:cubicBezTo>
                    <a:cubicBezTo>
                      <a:pt x="37" y="21"/>
                      <a:pt x="34" y="13"/>
                      <a:pt x="35" y="6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9" name="Freeform 738">
                <a:extLst>
                  <a:ext uri="{FF2B5EF4-FFF2-40B4-BE49-F238E27FC236}">
                    <a16:creationId xmlns:a16="http://schemas.microsoft.com/office/drawing/2014/main" id="{559E0C79-83F6-47CD-BF15-3CE330208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730"/>
                <a:ext cx="36" cy="52"/>
              </a:xfrm>
              <a:custGeom>
                <a:avLst/>
                <a:gdLst>
                  <a:gd name="T0" fmla="*/ 9 w 35"/>
                  <a:gd name="T1" fmla="*/ 0 h 51"/>
                  <a:gd name="T2" fmla="*/ 38 w 35"/>
                  <a:gd name="T3" fmla="*/ 32 h 51"/>
                  <a:gd name="T4" fmla="*/ 41 w 35"/>
                  <a:gd name="T5" fmla="*/ 36 h 51"/>
                  <a:gd name="T6" fmla="*/ 37 w 35"/>
                  <a:gd name="T7" fmla="*/ 43 h 51"/>
                  <a:gd name="T8" fmla="*/ 31 w 35"/>
                  <a:gd name="T9" fmla="*/ 55 h 51"/>
                  <a:gd name="T10" fmla="*/ 13 w 35"/>
                  <a:gd name="T11" fmla="*/ 46 h 51"/>
                  <a:gd name="T12" fmla="*/ 3 w 35"/>
                  <a:gd name="T13" fmla="*/ 33 h 51"/>
                  <a:gd name="T14" fmla="*/ 4 w 35"/>
                  <a:gd name="T15" fmla="*/ 15 h 51"/>
                  <a:gd name="T16" fmla="*/ 10 w 35"/>
                  <a:gd name="T17" fmla="*/ 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51">
                    <a:moveTo>
                      <a:pt x="9" y="0"/>
                    </a:moveTo>
                    <a:cubicBezTo>
                      <a:pt x="11" y="12"/>
                      <a:pt x="22" y="20"/>
                      <a:pt x="32" y="26"/>
                    </a:cubicBezTo>
                    <a:cubicBezTo>
                      <a:pt x="34" y="28"/>
                      <a:pt x="35" y="27"/>
                      <a:pt x="35" y="30"/>
                    </a:cubicBezTo>
                    <a:cubicBezTo>
                      <a:pt x="35" y="31"/>
                      <a:pt x="32" y="35"/>
                      <a:pt x="31" y="37"/>
                    </a:cubicBezTo>
                    <a:cubicBezTo>
                      <a:pt x="30" y="40"/>
                      <a:pt x="29" y="47"/>
                      <a:pt x="25" y="49"/>
                    </a:cubicBezTo>
                    <a:cubicBezTo>
                      <a:pt x="20" y="51"/>
                      <a:pt x="16" y="43"/>
                      <a:pt x="13" y="40"/>
                    </a:cubicBezTo>
                    <a:cubicBezTo>
                      <a:pt x="9" y="36"/>
                      <a:pt x="5" y="32"/>
                      <a:pt x="3" y="27"/>
                    </a:cubicBezTo>
                    <a:cubicBezTo>
                      <a:pt x="0" y="22"/>
                      <a:pt x="2" y="20"/>
                      <a:pt x="4" y="15"/>
                    </a:cubicBezTo>
                    <a:cubicBezTo>
                      <a:pt x="6" y="11"/>
                      <a:pt x="7" y="6"/>
                      <a:pt x="10" y="1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0" name="Freeform 739">
                <a:extLst>
                  <a:ext uri="{FF2B5EF4-FFF2-40B4-BE49-F238E27FC236}">
                    <a16:creationId xmlns:a16="http://schemas.microsoft.com/office/drawing/2014/main" id="{13228223-C468-4459-8304-C1687CED8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765"/>
                <a:ext cx="32" cy="49"/>
              </a:xfrm>
              <a:custGeom>
                <a:avLst/>
                <a:gdLst>
                  <a:gd name="T0" fmla="*/ 26 w 31"/>
                  <a:gd name="T1" fmla="*/ 0 h 48"/>
                  <a:gd name="T2" fmla="*/ 25 w 31"/>
                  <a:gd name="T3" fmla="*/ 14 h 48"/>
                  <a:gd name="T4" fmla="*/ 29 w 31"/>
                  <a:gd name="T5" fmla="*/ 32 h 48"/>
                  <a:gd name="T6" fmla="*/ 37 w 31"/>
                  <a:gd name="T7" fmla="*/ 42 h 48"/>
                  <a:gd name="T8" fmla="*/ 14 w 31"/>
                  <a:gd name="T9" fmla="*/ 52 h 48"/>
                  <a:gd name="T10" fmla="*/ 6 w 31"/>
                  <a:gd name="T11" fmla="*/ 53 h 48"/>
                  <a:gd name="T12" fmla="*/ 3 w 31"/>
                  <a:gd name="T13" fmla="*/ 44 h 48"/>
                  <a:gd name="T14" fmla="*/ 3 w 31"/>
                  <a:gd name="T15" fmla="*/ 17 h 48"/>
                  <a:gd name="T16" fmla="*/ 27 w 31"/>
                  <a:gd name="T17" fmla="*/ 2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48">
                    <a:moveTo>
                      <a:pt x="20" y="0"/>
                    </a:moveTo>
                    <a:cubicBezTo>
                      <a:pt x="20" y="5"/>
                      <a:pt x="18" y="9"/>
                      <a:pt x="19" y="14"/>
                    </a:cubicBezTo>
                    <a:cubicBezTo>
                      <a:pt x="20" y="18"/>
                      <a:pt x="22" y="22"/>
                      <a:pt x="23" y="26"/>
                    </a:cubicBezTo>
                    <a:cubicBezTo>
                      <a:pt x="25" y="30"/>
                      <a:pt x="27" y="34"/>
                      <a:pt x="31" y="36"/>
                    </a:cubicBezTo>
                    <a:cubicBezTo>
                      <a:pt x="27" y="41"/>
                      <a:pt x="20" y="45"/>
                      <a:pt x="14" y="46"/>
                    </a:cubicBezTo>
                    <a:cubicBezTo>
                      <a:pt x="13" y="46"/>
                      <a:pt x="7" y="48"/>
                      <a:pt x="6" y="47"/>
                    </a:cubicBezTo>
                    <a:cubicBezTo>
                      <a:pt x="4" y="46"/>
                      <a:pt x="3" y="39"/>
                      <a:pt x="3" y="38"/>
                    </a:cubicBezTo>
                    <a:cubicBezTo>
                      <a:pt x="2" y="32"/>
                      <a:pt x="0" y="22"/>
                      <a:pt x="3" y="17"/>
                    </a:cubicBezTo>
                    <a:cubicBezTo>
                      <a:pt x="5" y="14"/>
                      <a:pt x="18" y="3"/>
                      <a:pt x="21" y="2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1" name="Freeform 740">
                <a:extLst>
                  <a:ext uri="{FF2B5EF4-FFF2-40B4-BE49-F238E27FC236}">
                    <a16:creationId xmlns:a16="http://schemas.microsoft.com/office/drawing/2014/main" id="{F510B1BC-FCC9-4442-868E-5E51E498F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787"/>
                <a:ext cx="42" cy="31"/>
              </a:xfrm>
              <a:custGeom>
                <a:avLst/>
                <a:gdLst>
                  <a:gd name="T0" fmla="*/ 46 w 41"/>
                  <a:gd name="T1" fmla="*/ 1 h 30"/>
                  <a:gd name="T2" fmla="*/ 39 w 41"/>
                  <a:gd name="T3" fmla="*/ 35 h 30"/>
                  <a:gd name="T4" fmla="*/ 3 w 41"/>
                  <a:gd name="T5" fmla="*/ 34 h 30"/>
                  <a:gd name="T6" fmla="*/ 12 w 41"/>
                  <a:gd name="T7" fmla="*/ 6 h 30"/>
                  <a:gd name="T8" fmla="*/ 47 w 41"/>
                  <a:gd name="T9" fmla="*/ 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0">
                    <a:moveTo>
                      <a:pt x="40" y="1"/>
                    </a:moveTo>
                    <a:cubicBezTo>
                      <a:pt x="33" y="5"/>
                      <a:pt x="27" y="22"/>
                      <a:pt x="33" y="29"/>
                    </a:cubicBezTo>
                    <a:cubicBezTo>
                      <a:pt x="24" y="30"/>
                      <a:pt x="13" y="29"/>
                      <a:pt x="3" y="28"/>
                    </a:cubicBezTo>
                    <a:cubicBezTo>
                      <a:pt x="0" y="20"/>
                      <a:pt x="6" y="11"/>
                      <a:pt x="12" y="6"/>
                    </a:cubicBezTo>
                    <a:cubicBezTo>
                      <a:pt x="20" y="0"/>
                      <a:pt x="32" y="3"/>
                      <a:pt x="41" y="1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2" name="Freeform 741">
                <a:extLst>
                  <a:ext uri="{FF2B5EF4-FFF2-40B4-BE49-F238E27FC236}">
                    <a16:creationId xmlns:a16="http://schemas.microsoft.com/office/drawing/2014/main" id="{A9DB42C4-174B-4948-A0F3-B3C9A5D45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781"/>
                <a:ext cx="40" cy="34"/>
              </a:xfrm>
              <a:custGeom>
                <a:avLst/>
                <a:gdLst>
                  <a:gd name="T0" fmla="*/ 45 w 39"/>
                  <a:gd name="T1" fmla="*/ 6 h 33"/>
                  <a:gd name="T2" fmla="*/ 31 w 39"/>
                  <a:gd name="T3" fmla="*/ 26 h 33"/>
                  <a:gd name="T4" fmla="*/ 27 w 39"/>
                  <a:gd name="T5" fmla="*/ 38 h 33"/>
                  <a:gd name="T6" fmla="*/ 1 w 39"/>
                  <a:gd name="T7" fmla="*/ 32 h 33"/>
                  <a:gd name="T8" fmla="*/ 14 w 39"/>
                  <a:gd name="T9" fmla="*/ 5 h 33"/>
                  <a:gd name="T10" fmla="*/ 42 w 39"/>
                  <a:gd name="T11" fmla="*/ 6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3">
                    <a:moveTo>
                      <a:pt x="39" y="6"/>
                    </a:moveTo>
                    <a:cubicBezTo>
                      <a:pt x="35" y="11"/>
                      <a:pt x="28" y="14"/>
                      <a:pt x="25" y="20"/>
                    </a:cubicBezTo>
                    <a:cubicBezTo>
                      <a:pt x="23" y="24"/>
                      <a:pt x="22" y="28"/>
                      <a:pt x="21" y="32"/>
                    </a:cubicBezTo>
                    <a:cubicBezTo>
                      <a:pt x="15" y="33"/>
                      <a:pt x="6" y="29"/>
                      <a:pt x="1" y="26"/>
                    </a:cubicBezTo>
                    <a:cubicBezTo>
                      <a:pt x="0" y="17"/>
                      <a:pt x="7" y="10"/>
                      <a:pt x="14" y="5"/>
                    </a:cubicBezTo>
                    <a:cubicBezTo>
                      <a:pt x="19" y="0"/>
                      <a:pt x="30" y="2"/>
                      <a:pt x="36" y="6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3" name="Freeform 742">
                <a:extLst>
                  <a:ext uri="{FF2B5EF4-FFF2-40B4-BE49-F238E27FC236}">
                    <a16:creationId xmlns:a16="http://schemas.microsoft.com/office/drawing/2014/main" id="{253692EA-F6D0-4920-9DB3-A463BDBEB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771"/>
                <a:ext cx="53" cy="31"/>
              </a:xfrm>
              <a:custGeom>
                <a:avLst/>
                <a:gdLst>
                  <a:gd name="T0" fmla="*/ 58 w 52"/>
                  <a:gd name="T1" fmla="*/ 9 h 30"/>
                  <a:gd name="T2" fmla="*/ 38 w 52"/>
                  <a:gd name="T3" fmla="*/ 22 h 30"/>
                  <a:gd name="T4" fmla="*/ 23 w 52"/>
                  <a:gd name="T5" fmla="*/ 33 h 30"/>
                  <a:gd name="T6" fmla="*/ 13 w 52"/>
                  <a:gd name="T7" fmla="*/ 33 h 30"/>
                  <a:gd name="T8" fmla="*/ 2 w 52"/>
                  <a:gd name="T9" fmla="*/ 28 h 30"/>
                  <a:gd name="T10" fmla="*/ 21 w 52"/>
                  <a:gd name="T11" fmla="*/ 3 h 30"/>
                  <a:gd name="T12" fmla="*/ 55 w 52"/>
                  <a:gd name="T13" fmla="*/ 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0">
                    <a:moveTo>
                      <a:pt x="52" y="9"/>
                    </a:moveTo>
                    <a:cubicBezTo>
                      <a:pt x="45" y="6"/>
                      <a:pt x="37" y="12"/>
                      <a:pt x="32" y="16"/>
                    </a:cubicBezTo>
                    <a:cubicBezTo>
                      <a:pt x="29" y="19"/>
                      <a:pt x="26" y="24"/>
                      <a:pt x="23" y="27"/>
                    </a:cubicBezTo>
                    <a:cubicBezTo>
                      <a:pt x="20" y="30"/>
                      <a:pt x="17" y="28"/>
                      <a:pt x="13" y="27"/>
                    </a:cubicBezTo>
                    <a:cubicBezTo>
                      <a:pt x="11" y="26"/>
                      <a:pt x="3" y="24"/>
                      <a:pt x="2" y="22"/>
                    </a:cubicBezTo>
                    <a:cubicBezTo>
                      <a:pt x="0" y="16"/>
                      <a:pt x="17" y="4"/>
                      <a:pt x="21" y="3"/>
                    </a:cubicBezTo>
                    <a:cubicBezTo>
                      <a:pt x="29" y="0"/>
                      <a:pt x="42" y="3"/>
                      <a:pt x="49" y="8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4" name="Freeform 743">
                <a:extLst>
                  <a:ext uri="{FF2B5EF4-FFF2-40B4-BE49-F238E27FC236}">
                    <a16:creationId xmlns:a16="http://schemas.microsoft.com/office/drawing/2014/main" id="{40F43B08-3AD1-4F88-9D9D-EC3B62542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751"/>
                <a:ext cx="50" cy="34"/>
              </a:xfrm>
              <a:custGeom>
                <a:avLst/>
                <a:gdLst>
                  <a:gd name="T0" fmla="*/ 55 w 49"/>
                  <a:gd name="T1" fmla="*/ 11 h 33"/>
                  <a:gd name="T2" fmla="*/ 21 w 49"/>
                  <a:gd name="T3" fmla="*/ 39 h 33"/>
                  <a:gd name="T4" fmla="*/ 3 w 49"/>
                  <a:gd name="T5" fmla="*/ 28 h 33"/>
                  <a:gd name="T6" fmla="*/ 3 w 49"/>
                  <a:gd name="T7" fmla="*/ 27 h 33"/>
                  <a:gd name="T8" fmla="*/ 0 w 49"/>
                  <a:gd name="T9" fmla="*/ 26 h 33"/>
                  <a:gd name="T10" fmla="*/ 22 w 49"/>
                  <a:gd name="T11" fmla="*/ 3 h 33"/>
                  <a:gd name="T12" fmla="*/ 54 w 49"/>
                  <a:gd name="T13" fmla="*/ 11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3">
                    <a:moveTo>
                      <a:pt x="49" y="11"/>
                    </a:moveTo>
                    <a:cubicBezTo>
                      <a:pt x="36" y="11"/>
                      <a:pt x="25" y="22"/>
                      <a:pt x="21" y="33"/>
                    </a:cubicBezTo>
                    <a:cubicBezTo>
                      <a:pt x="16" y="28"/>
                      <a:pt x="8" y="25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1" y="20"/>
                      <a:pt x="0" y="20"/>
                    </a:cubicBezTo>
                    <a:cubicBezTo>
                      <a:pt x="5" y="11"/>
                      <a:pt x="13" y="6"/>
                      <a:pt x="22" y="3"/>
                    </a:cubicBezTo>
                    <a:cubicBezTo>
                      <a:pt x="33" y="0"/>
                      <a:pt x="38" y="9"/>
                      <a:pt x="48" y="11"/>
                    </a:cubicBezTo>
                  </a:path>
                </a:pathLst>
              </a:custGeom>
              <a:solidFill>
                <a:srgbClr val="FCC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5" name="Freeform 744">
                <a:extLst>
                  <a:ext uri="{FF2B5EF4-FFF2-40B4-BE49-F238E27FC236}">
                    <a16:creationId xmlns:a16="http://schemas.microsoft.com/office/drawing/2014/main" id="{651D6B0E-EEF5-40C8-BF6A-2AA701FEF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422"/>
                <a:ext cx="63" cy="28"/>
              </a:xfrm>
              <a:custGeom>
                <a:avLst/>
                <a:gdLst>
                  <a:gd name="T0" fmla="*/ 72 w 61"/>
                  <a:gd name="T1" fmla="*/ 22 h 28"/>
                  <a:gd name="T2" fmla="*/ 36 w 61"/>
                  <a:gd name="T3" fmla="*/ 1 h 28"/>
                  <a:gd name="T4" fmla="*/ 14 w 61"/>
                  <a:gd name="T5" fmla="*/ 4 h 28"/>
                  <a:gd name="T6" fmla="*/ 0 w 61"/>
                  <a:gd name="T7" fmla="*/ 10 h 28"/>
                  <a:gd name="T8" fmla="*/ 32 w 61"/>
                  <a:gd name="T9" fmla="*/ 14 h 28"/>
                  <a:gd name="T10" fmla="*/ 46 w 61"/>
                  <a:gd name="T11" fmla="*/ 28 h 28"/>
                  <a:gd name="T12" fmla="*/ 73 w 61"/>
                  <a:gd name="T13" fmla="*/ 2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28">
                    <a:moveTo>
                      <a:pt x="60" y="22"/>
                    </a:moveTo>
                    <a:cubicBezTo>
                      <a:pt x="55" y="8"/>
                      <a:pt x="43" y="4"/>
                      <a:pt x="30" y="1"/>
                    </a:cubicBezTo>
                    <a:cubicBezTo>
                      <a:pt x="23" y="0"/>
                      <a:pt x="20" y="1"/>
                      <a:pt x="14" y="4"/>
                    </a:cubicBezTo>
                    <a:cubicBezTo>
                      <a:pt x="9" y="5"/>
                      <a:pt x="5" y="9"/>
                      <a:pt x="0" y="10"/>
                    </a:cubicBezTo>
                    <a:cubicBezTo>
                      <a:pt x="7" y="7"/>
                      <a:pt x="19" y="11"/>
                      <a:pt x="26" y="14"/>
                    </a:cubicBezTo>
                    <a:cubicBezTo>
                      <a:pt x="33" y="17"/>
                      <a:pt x="38" y="21"/>
                      <a:pt x="40" y="28"/>
                    </a:cubicBezTo>
                    <a:cubicBezTo>
                      <a:pt x="47" y="26"/>
                      <a:pt x="55" y="24"/>
                      <a:pt x="61" y="21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6" name="Freeform 745">
                <a:extLst>
                  <a:ext uri="{FF2B5EF4-FFF2-40B4-BE49-F238E27FC236}">
                    <a16:creationId xmlns:a16="http://schemas.microsoft.com/office/drawing/2014/main" id="{2F2CE73C-2B92-4394-91E6-856EA5778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436"/>
                <a:ext cx="60" cy="29"/>
              </a:xfrm>
              <a:custGeom>
                <a:avLst/>
                <a:gdLst>
                  <a:gd name="T0" fmla="*/ 16 w 59"/>
                  <a:gd name="T1" fmla="*/ 1 h 28"/>
                  <a:gd name="T2" fmla="*/ 48 w 59"/>
                  <a:gd name="T3" fmla="*/ 7 h 28"/>
                  <a:gd name="T4" fmla="*/ 65 w 59"/>
                  <a:gd name="T5" fmla="*/ 28 h 28"/>
                  <a:gd name="T6" fmla="*/ 50 w 59"/>
                  <a:gd name="T7" fmla="*/ 32 h 28"/>
                  <a:gd name="T8" fmla="*/ 43 w 59"/>
                  <a:gd name="T9" fmla="*/ 33 h 28"/>
                  <a:gd name="T10" fmla="*/ 39 w 59"/>
                  <a:gd name="T11" fmla="*/ 27 h 28"/>
                  <a:gd name="T12" fmla="*/ 0 w 59"/>
                  <a:gd name="T13" fmla="*/ 10 h 28"/>
                  <a:gd name="T14" fmla="*/ 17 w 59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28">
                    <a:moveTo>
                      <a:pt x="16" y="1"/>
                    </a:moveTo>
                    <a:cubicBezTo>
                      <a:pt x="25" y="0"/>
                      <a:pt x="33" y="3"/>
                      <a:pt x="42" y="7"/>
                    </a:cubicBezTo>
                    <a:cubicBezTo>
                      <a:pt x="47" y="10"/>
                      <a:pt x="56" y="16"/>
                      <a:pt x="59" y="22"/>
                    </a:cubicBezTo>
                    <a:cubicBezTo>
                      <a:pt x="55" y="21"/>
                      <a:pt x="48" y="25"/>
                      <a:pt x="44" y="26"/>
                    </a:cubicBezTo>
                    <a:cubicBezTo>
                      <a:pt x="42" y="26"/>
                      <a:pt x="39" y="28"/>
                      <a:pt x="37" y="27"/>
                    </a:cubicBezTo>
                    <a:cubicBezTo>
                      <a:pt x="35" y="26"/>
                      <a:pt x="34" y="23"/>
                      <a:pt x="33" y="21"/>
                    </a:cubicBezTo>
                    <a:cubicBezTo>
                      <a:pt x="26" y="13"/>
                      <a:pt x="10" y="6"/>
                      <a:pt x="0" y="10"/>
                    </a:cubicBezTo>
                    <a:cubicBezTo>
                      <a:pt x="2" y="6"/>
                      <a:pt x="12" y="0"/>
                      <a:pt x="17" y="0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7" name="Freeform 746">
                <a:extLst>
                  <a:ext uri="{FF2B5EF4-FFF2-40B4-BE49-F238E27FC236}">
                    <a16:creationId xmlns:a16="http://schemas.microsoft.com/office/drawing/2014/main" id="{A0D5E718-4DF2-4516-85C4-ABB67AFD8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54"/>
                <a:ext cx="67" cy="29"/>
              </a:xfrm>
              <a:custGeom>
                <a:avLst/>
                <a:gdLst>
                  <a:gd name="T0" fmla="*/ 70 w 66"/>
                  <a:gd name="T1" fmla="*/ 22 h 28"/>
                  <a:gd name="T2" fmla="*/ 53 w 66"/>
                  <a:gd name="T3" fmla="*/ 3 h 28"/>
                  <a:gd name="T4" fmla="*/ 28 w 66"/>
                  <a:gd name="T5" fmla="*/ 1 h 28"/>
                  <a:gd name="T6" fmla="*/ 0 w 66"/>
                  <a:gd name="T7" fmla="*/ 27 h 28"/>
                  <a:gd name="T8" fmla="*/ 49 w 66"/>
                  <a:gd name="T9" fmla="*/ 34 h 28"/>
                  <a:gd name="T10" fmla="*/ 72 w 66"/>
                  <a:gd name="T11" fmla="*/ 21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28">
                    <a:moveTo>
                      <a:pt x="64" y="16"/>
                    </a:moveTo>
                    <a:cubicBezTo>
                      <a:pt x="65" y="9"/>
                      <a:pt x="52" y="5"/>
                      <a:pt x="47" y="3"/>
                    </a:cubicBezTo>
                    <a:cubicBezTo>
                      <a:pt x="41" y="1"/>
                      <a:pt x="35" y="0"/>
                      <a:pt x="28" y="1"/>
                    </a:cubicBezTo>
                    <a:cubicBezTo>
                      <a:pt x="15" y="2"/>
                      <a:pt x="7" y="13"/>
                      <a:pt x="0" y="21"/>
                    </a:cubicBezTo>
                    <a:cubicBezTo>
                      <a:pt x="10" y="14"/>
                      <a:pt x="37" y="16"/>
                      <a:pt x="43" y="28"/>
                    </a:cubicBezTo>
                    <a:cubicBezTo>
                      <a:pt x="51" y="25"/>
                      <a:pt x="58" y="18"/>
                      <a:pt x="66" y="15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8" name="Freeform 747">
                <a:extLst>
                  <a:ext uri="{FF2B5EF4-FFF2-40B4-BE49-F238E27FC236}">
                    <a16:creationId xmlns:a16="http://schemas.microsoft.com/office/drawing/2014/main" id="{A635FAFC-FBEA-4194-81B9-24834A502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481"/>
                <a:ext cx="64" cy="38"/>
              </a:xfrm>
              <a:custGeom>
                <a:avLst/>
                <a:gdLst>
                  <a:gd name="T0" fmla="*/ 68 w 63"/>
                  <a:gd name="T1" fmla="*/ 12 h 37"/>
                  <a:gd name="T2" fmla="*/ 25 w 63"/>
                  <a:gd name="T3" fmla="*/ 3 h 37"/>
                  <a:gd name="T4" fmla="*/ 10 w 63"/>
                  <a:gd name="T5" fmla="*/ 25 h 37"/>
                  <a:gd name="T6" fmla="*/ 0 w 63"/>
                  <a:gd name="T7" fmla="*/ 43 h 37"/>
                  <a:gd name="T8" fmla="*/ 53 w 63"/>
                  <a:gd name="T9" fmla="*/ 34 h 37"/>
                  <a:gd name="T10" fmla="*/ 69 w 63"/>
                  <a:gd name="T11" fmla="*/ 13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7">
                    <a:moveTo>
                      <a:pt x="62" y="12"/>
                    </a:moveTo>
                    <a:cubicBezTo>
                      <a:pt x="57" y="0"/>
                      <a:pt x="36" y="0"/>
                      <a:pt x="25" y="3"/>
                    </a:cubicBezTo>
                    <a:cubicBezTo>
                      <a:pt x="17" y="6"/>
                      <a:pt x="15" y="12"/>
                      <a:pt x="10" y="19"/>
                    </a:cubicBezTo>
                    <a:cubicBezTo>
                      <a:pt x="6" y="25"/>
                      <a:pt x="3" y="31"/>
                      <a:pt x="0" y="37"/>
                    </a:cubicBezTo>
                    <a:cubicBezTo>
                      <a:pt x="10" y="24"/>
                      <a:pt x="34" y="17"/>
                      <a:pt x="47" y="28"/>
                    </a:cubicBezTo>
                    <a:cubicBezTo>
                      <a:pt x="52" y="22"/>
                      <a:pt x="58" y="18"/>
                      <a:pt x="63" y="13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9" name="Freeform 748">
                <a:extLst>
                  <a:ext uri="{FF2B5EF4-FFF2-40B4-BE49-F238E27FC236}">
                    <a16:creationId xmlns:a16="http://schemas.microsoft.com/office/drawing/2014/main" id="{4CCE3CC5-98E2-4657-88BE-C80B5A49D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513"/>
                <a:ext cx="48" cy="60"/>
              </a:xfrm>
              <a:custGeom>
                <a:avLst/>
                <a:gdLst>
                  <a:gd name="T0" fmla="*/ 53 w 47"/>
                  <a:gd name="T1" fmla="*/ 12 h 59"/>
                  <a:gd name="T2" fmla="*/ 6 w 47"/>
                  <a:gd name="T3" fmla="*/ 23 h 59"/>
                  <a:gd name="T4" fmla="*/ 7 w 47"/>
                  <a:gd name="T5" fmla="*/ 65 h 59"/>
                  <a:gd name="T6" fmla="*/ 43 w 47"/>
                  <a:gd name="T7" fmla="*/ 37 h 59"/>
                  <a:gd name="T8" fmla="*/ 52 w 47"/>
                  <a:gd name="T9" fmla="*/ 1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7" y="12"/>
                    </a:moveTo>
                    <a:cubicBezTo>
                      <a:pt x="38" y="0"/>
                      <a:pt x="13" y="14"/>
                      <a:pt x="6" y="23"/>
                    </a:cubicBezTo>
                    <a:cubicBezTo>
                      <a:pt x="0" y="31"/>
                      <a:pt x="5" y="49"/>
                      <a:pt x="7" y="59"/>
                    </a:cubicBezTo>
                    <a:cubicBezTo>
                      <a:pt x="9" y="42"/>
                      <a:pt x="19" y="27"/>
                      <a:pt x="37" y="31"/>
                    </a:cubicBezTo>
                    <a:cubicBezTo>
                      <a:pt x="37" y="23"/>
                      <a:pt x="43" y="17"/>
                      <a:pt x="46" y="10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0" name="Freeform 749">
                <a:extLst>
                  <a:ext uri="{FF2B5EF4-FFF2-40B4-BE49-F238E27FC236}">
                    <a16:creationId xmlns:a16="http://schemas.microsoft.com/office/drawing/2014/main" id="{D9D67054-5EA4-4304-80CD-10AC06912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559"/>
                <a:ext cx="35" cy="63"/>
              </a:xfrm>
              <a:custGeom>
                <a:avLst/>
                <a:gdLst>
                  <a:gd name="T0" fmla="*/ 29 w 34"/>
                  <a:gd name="T1" fmla="*/ 2 h 61"/>
                  <a:gd name="T2" fmla="*/ 1 w 34"/>
                  <a:gd name="T3" fmla="*/ 40 h 61"/>
                  <a:gd name="T4" fmla="*/ 1 w 34"/>
                  <a:gd name="T5" fmla="*/ 50 h 61"/>
                  <a:gd name="T6" fmla="*/ 7 w 34"/>
                  <a:gd name="T7" fmla="*/ 61 h 61"/>
                  <a:gd name="T8" fmla="*/ 29 w 34"/>
                  <a:gd name="T9" fmla="*/ 73 h 61"/>
                  <a:gd name="T10" fmla="*/ 32 w 34"/>
                  <a:gd name="T11" fmla="*/ 31 h 61"/>
                  <a:gd name="T12" fmla="*/ 39 w 34"/>
                  <a:gd name="T13" fmla="*/ 29 h 61"/>
                  <a:gd name="T14" fmla="*/ 35 w 34"/>
                  <a:gd name="T15" fmla="*/ 22 h 61"/>
                  <a:gd name="T16" fmla="*/ 30 w 34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61">
                    <a:moveTo>
                      <a:pt x="23" y="2"/>
                    </a:moveTo>
                    <a:cubicBezTo>
                      <a:pt x="9" y="0"/>
                      <a:pt x="1" y="23"/>
                      <a:pt x="1" y="34"/>
                    </a:cubicBezTo>
                    <a:cubicBezTo>
                      <a:pt x="1" y="36"/>
                      <a:pt x="0" y="40"/>
                      <a:pt x="1" y="42"/>
                    </a:cubicBezTo>
                    <a:cubicBezTo>
                      <a:pt x="2" y="45"/>
                      <a:pt x="5" y="47"/>
                      <a:pt x="7" y="49"/>
                    </a:cubicBezTo>
                    <a:cubicBezTo>
                      <a:pt x="11" y="54"/>
                      <a:pt x="17" y="59"/>
                      <a:pt x="23" y="61"/>
                    </a:cubicBezTo>
                    <a:cubicBezTo>
                      <a:pt x="18" y="53"/>
                      <a:pt x="17" y="32"/>
                      <a:pt x="26" y="25"/>
                    </a:cubicBezTo>
                    <a:cubicBezTo>
                      <a:pt x="27" y="25"/>
                      <a:pt x="32" y="24"/>
                      <a:pt x="33" y="23"/>
                    </a:cubicBezTo>
                    <a:cubicBezTo>
                      <a:pt x="34" y="21"/>
                      <a:pt x="30" y="17"/>
                      <a:pt x="29" y="16"/>
                    </a:cubicBezTo>
                    <a:cubicBezTo>
                      <a:pt x="28" y="11"/>
                      <a:pt x="28" y="4"/>
                      <a:pt x="24" y="0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1" name="Freeform 750">
                <a:extLst>
                  <a:ext uri="{FF2B5EF4-FFF2-40B4-BE49-F238E27FC236}">
                    <a16:creationId xmlns:a16="http://schemas.microsoft.com/office/drawing/2014/main" id="{7B442552-CB01-4E94-96FB-A2A55D3D9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595"/>
                <a:ext cx="50" cy="58"/>
              </a:xfrm>
              <a:custGeom>
                <a:avLst/>
                <a:gdLst>
                  <a:gd name="T0" fmla="*/ 10 w 49"/>
                  <a:gd name="T1" fmla="*/ 2 h 57"/>
                  <a:gd name="T2" fmla="*/ 16 w 49"/>
                  <a:gd name="T3" fmla="*/ 41 h 57"/>
                  <a:gd name="T4" fmla="*/ 35 w 49"/>
                  <a:gd name="T5" fmla="*/ 50 h 57"/>
                  <a:gd name="T6" fmla="*/ 55 w 49"/>
                  <a:gd name="T7" fmla="*/ 63 h 57"/>
                  <a:gd name="T8" fmla="*/ 48 w 49"/>
                  <a:gd name="T9" fmla="*/ 54 h 57"/>
                  <a:gd name="T10" fmla="*/ 41 w 49"/>
                  <a:gd name="T11" fmla="*/ 41 h 57"/>
                  <a:gd name="T12" fmla="*/ 40 w 49"/>
                  <a:gd name="T13" fmla="*/ 17 h 57"/>
                  <a:gd name="T14" fmla="*/ 11 w 49"/>
                  <a:gd name="T15" fmla="*/ 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57">
                    <a:moveTo>
                      <a:pt x="10" y="2"/>
                    </a:moveTo>
                    <a:cubicBezTo>
                      <a:pt x="0" y="10"/>
                      <a:pt x="7" y="28"/>
                      <a:pt x="16" y="35"/>
                    </a:cubicBezTo>
                    <a:cubicBezTo>
                      <a:pt x="20" y="39"/>
                      <a:pt x="25" y="41"/>
                      <a:pt x="29" y="44"/>
                    </a:cubicBezTo>
                    <a:cubicBezTo>
                      <a:pt x="35" y="49"/>
                      <a:pt x="42" y="53"/>
                      <a:pt x="49" y="57"/>
                    </a:cubicBezTo>
                    <a:cubicBezTo>
                      <a:pt x="48" y="54"/>
                      <a:pt x="44" y="51"/>
                      <a:pt x="42" y="48"/>
                    </a:cubicBezTo>
                    <a:cubicBezTo>
                      <a:pt x="39" y="44"/>
                      <a:pt x="37" y="40"/>
                      <a:pt x="35" y="35"/>
                    </a:cubicBezTo>
                    <a:cubicBezTo>
                      <a:pt x="33" y="30"/>
                      <a:pt x="31" y="22"/>
                      <a:pt x="34" y="17"/>
                    </a:cubicBezTo>
                    <a:cubicBezTo>
                      <a:pt x="25" y="13"/>
                      <a:pt x="18" y="6"/>
                      <a:pt x="11" y="0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2" name="Freeform 751">
                <a:extLst>
                  <a:ext uri="{FF2B5EF4-FFF2-40B4-BE49-F238E27FC236}">
                    <a16:creationId xmlns:a16="http://schemas.microsoft.com/office/drawing/2014/main" id="{CE728C82-631D-4D95-8A07-DE88DB084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625"/>
                <a:ext cx="35" cy="60"/>
              </a:xfrm>
              <a:custGeom>
                <a:avLst/>
                <a:gdLst>
                  <a:gd name="T0" fmla="*/ 9 w 34"/>
                  <a:gd name="T1" fmla="*/ 1 h 59"/>
                  <a:gd name="T2" fmla="*/ 6 w 34"/>
                  <a:gd name="T3" fmla="*/ 21 h 59"/>
                  <a:gd name="T4" fmla="*/ 23 w 34"/>
                  <a:gd name="T5" fmla="*/ 45 h 59"/>
                  <a:gd name="T6" fmla="*/ 39 w 34"/>
                  <a:gd name="T7" fmla="*/ 65 h 59"/>
                  <a:gd name="T8" fmla="*/ 36 w 34"/>
                  <a:gd name="T9" fmla="*/ 26 h 59"/>
                  <a:gd name="T10" fmla="*/ 35 w 34"/>
                  <a:gd name="T11" fmla="*/ 16 h 59"/>
                  <a:gd name="T12" fmla="*/ 10 w 34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9">
                    <a:moveTo>
                      <a:pt x="9" y="1"/>
                    </a:moveTo>
                    <a:cubicBezTo>
                      <a:pt x="0" y="1"/>
                      <a:pt x="3" y="17"/>
                      <a:pt x="6" y="21"/>
                    </a:cubicBezTo>
                    <a:cubicBezTo>
                      <a:pt x="8" y="26"/>
                      <a:pt x="12" y="35"/>
                      <a:pt x="17" y="39"/>
                    </a:cubicBezTo>
                    <a:cubicBezTo>
                      <a:pt x="16" y="43"/>
                      <a:pt x="28" y="59"/>
                      <a:pt x="33" y="59"/>
                    </a:cubicBezTo>
                    <a:cubicBezTo>
                      <a:pt x="30" y="48"/>
                      <a:pt x="24" y="37"/>
                      <a:pt x="30" y="26"/>
                    </a:cubicBezTo>
                    <a:cubicBezTo>
                      <a:pt x="32" y="20"/>
                      <a:pt x="34" y="20"/>
                      <a:pt x="29" y="16"/>
                    </a:cubicBezTo>
                    <a:cubicBezTo>
                      <a:pt x="23" y="12"/>
                      <a:pt x="17" y="5"/>
                      <a:pt x="10" y="0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3" name="Freeform 752">
                <a:extLst>
                  <a:ext uri="{FF2B5EF4-FFF2-40B4-BE49-F238E27FC236}">
                    <a16:creationId xmlns:a16="http://schemas.microsoft.com/office/drawing/2014/main" id="{AA8D67AD-12B0-4811-89F6-F3F0CD48C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1659"/>
                <a:ext cx="31" cy="60"/>
              </a:xfrm>
              <a:custGeom>
                <a:avLst/>
                <a:gdLst>
                  <a:gd name="T0" fmla="*/ 22 w 30"/>
                  <a:gd name="T1" fmla="*/ 0 h 59"/>
                  <a:gd name="T2" fmla="*/ 23 w 30"/>
                  <a:gd name="T3" fmla="*/ 0 h 59"/>
                  <a:gd name="T4" fmla="*/ 5 w 30"/>
                  <a:gd name="T5" fmla="*/ 20 h 59"/>
                  <a:gd name="T6" fmla="*/ 4 w 30"/>
                  <a:gd name="T7" fmla="*/ 43 h 59"/>
                  <a:gd name="T8" fmla="*/ 2 w 30"/>
                  <a:gd name="T9" fmla="*/ 65 h 59"/>
                  <a:gd name="T10" fmla="*/ 5 w 30"/>
                  <a:gd name="T11" fmla="*/ 59 h 59"/>
                  <a:gd name="T12" fmla="*/ 11 w 30"/>
                  <a:gd name="T13" fmla="*/ 46 h 59"/>
                  <a:gd name="T14" fmla="*/ 36 w 30"/>
                  <a:gd name="T15" fmla="*/ 21 h 59"/>
                  <a:gd name="T16" fmla="*/ 31 w 30"/>
                  <a:gd name="T17" fmla="*/ 12 h 59"/>
                  <a:gd name="T18" fmla="*/ 25 w 30"/>
                  <a:gd name="T19" fmla="*/ 0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59">
                    <a:moveTo>
                      <a:pt x="16" y="0"/>
                    </a:moveTo>
                    <a:cubicBezTo>
                      <a:pt x="16" y="0"/>
                      <a:pt x="16" y="0"/>
                      <a:pt x="17" y="0"/>
                    </a:cubicBezTo>
                    <a:cubicBezTo>
                      <a:pt x="12" y="6"/>
                      <a:pt x="7" y="12"/>
                      <a:pt x="5" y="20"/>
                    </a:cubicBezTo>
                    <a:cubicBezTo>
                      <a:pt x="3" y="25"/>
                      <a:pt x="3" y="31"/>
                      <a:pt x="4" y="37"/>
                    </a:cubicBezTo>
                    <a:cubicBezTo>
                      <a:pt x="4" y="44"/>
                      <a:pt x="0" y="52"/>
                      <a:pt x="2" y="59"/>
                    </a:cubicBezTo>
                    <a:cubicBezTo>
                      <a:pt x="4" y="58"/>
                      <a:pt x="4" y="55"/>
                      <a:pt x="5" y="53"/>
                    </a:cubicBezTo>
                    <a:cubicBezTo>
                      <a:pt x="6" y="48"/>
                      <a:pt x="9" y="44"/>
                      <a:pt x="11" y="40"/>
                    </a:cubicBezTo>
                    <a:cubicBezTo>
                      <a:pt x="15" y="32"/>
                      <a:pt x="22" y="22"/>
                      <a:pt x="30" y="21"/>
                    </a:cubicBezTo>
                    <a:cubicBezTo>
                      <a:pt x="28" y="18"/>
                      <a:pt x="27" y="15"/>
                      <a:pt x="25" y="12"/>
                    </a:cubicBezTo>
                    <a:cubicBezTo>
                      <a:pt x="23" y="9"/>
                      <a:pt x="18" y="4"/>
                      <a:pt x="19" y="0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4" name="Freeform 753">
                <a:extLst>
                  <a:ext uri="{FF2B5EF4-FFF2-40B4-BE49-F238E27FC236}">
                    <a16:creationId xmlns:a16="http://schemas.microsoft.com/office/drawing/2014/main" id="{5094AC4F-3472-466A-93CC-1B03E683B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696"/>
                <a:ext cx="43" cy="61"/>
              </a:xfrm>
              <a:custGeom>
                <a:avLst/>
                <a:gdLst>
                  <a:gd name="T0" fmla="*/ 48 w 42"/>
                  <a:gd name="T1" fmla="*/ 6 h 59"/>
                  <a:gd name="T2" fmla="*/ 11 w 42"/>
                  <a:gd name="T3" fmla="*/ 38 h 59"/>
                  <a:gd name="T4" fmla="*/ 0 w 42"/>
                  <a:gd name="T5" fmla="*/ 71 h 59"/>
                  <a:gd name="T6" fmla="*/ 10 w 42"/>
                  <a:gd name="T7" fmla="*/ 62 h 59"/>
                  <a:gd name="T8" fmla="*/ 36 w 42"/>
                  <a:gd name="T9" fmla="*/ 42 h 59"/>
                  <a:gd name="T10" fmla="*/ 45 w 42"/>
                  <a:gd name="T11" fmla="*/ 40 h 59"/>
                  <a:gd name="T12" fmla="*/ 46 w 42"/>
                  <a:gd name="T13" fmla="*/ 35 h 59"/>
                  <a:gd name="T14" fmla="*/ 46 w 42"/>
                  <a:gd name="T15" fmla="*/ 22 h 59"/>
                  <a:gd name="T16" fmla="*/ 48 w 42"/>
                  <a:gd name="T17" fmla="*/ 7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59">
                    <a:moveTo>
                      <a:pt x="42" y="6"/>
                    </a:moveTo>
                    <a:cubicBezTo>
                      <a:pt x="30" y="0"/>
                      <a:pt x="16" y="24"/>
                      <a:pt x="11" y="32"/>
                    </a:cubicBezTo>
                    <a:cubicBezTo>
                      <a:pt x="6" y="40"/>
                      <a:pt x="3" y="50"/>
                      <a:pt x="0" y="59"/>
                    </a:cubicBezTo>
                    <a:cubicBezTo>
                      <a:pt x="3" y="56"/>
                      <a:pt x="6" y="52"/>
                      <a:pt x="10" y="50"/>
                    </a:cubicBezTo>
                    <a:cubicBezTo>
                      <a:pt x="16" y="45"/>
                      <a:pt x="22" y="39"/>
                      <a:pt x="30" y="36"/>
                    </a:cubicBezTo>
                    <a:cubicBezTo>
                      <a:pt x="32" y="35"/>
                      <a:pt x="37" y="36"/>
                      <a:pt x="39" y="34"/>
                    </a:cubicBezTo>
                    <a:cubicBezTo>
                      <a:pt x="41" y="33"/>
                      <a:pt x="40" y="31"/>
                      <a:pt x="40" y="29"/>
                    </a:cubicBezTo>
                    <a:cubicBezTo>
                      <a:pt x="40" y="25"/>
                      <a:pt x="40" y="20"/>
                      <a:pt x="40" y="16"/>
                    </a:cubicBezTo>
                    <a:cubicBezTo>
                      <a:pt x="40" y="13"/>
                      <a:pt x="42" y="10"/>
                      <a:pt x="42" y="7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5" name="Freeform 754">
                <a:extLst>
                  <a:ext uri="{FF2B5EF4-FFF2-40B4-BE49-F238E27FC236}">
                    <a16:creationId xmlns:a16="http://schemas.microsoft.com/office/drawing/2014/main" id="{B67FC465-5322-42A5-99F2-435460AC6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755"/>
                <a:ext cx="68" cy="32"/>
              </a:xfrm>
              <a:custGeom>
                <a:avLst/>
                <a:gdLst>
                  <a:gd name="T0" fmla="*/ 78 w 66"/>
                  <a:gd name="T1" fmla="*/ 6 h 32"/>
                  <a:gd name="T2" fmla="*/ 49 w 66"/>
                  <a:gd name="T3" fmla="*/ 4 h 32"/>
                  <a:gd name="T4" fmla="*/ 29 w 66"/>
                  <a:gd name="T5" fmla="*/ 11 h 32"/>
                  <a:gd name="T6" fmla="*/ 0 w 66"/>
                  <a:gd name="T7" fmla="*/ 32 h 32"/>
                  <a:gd name="T8" fmla="*/ 30 w 66"/>
                  <a:gd name="T9" fmla="*/ 25 h 32"/>
                  <a:gd name="T10" fmla="*/ 47 w 66"/>
                  <a:gd name="T11" fmla="*/ 25 h 32"/>
                  <a:gd name="T12" fmla="*/ 63 w 66"/>
                  <a:gd name="T13" fmla="*/ 28 h 32"/>
                  <a:gd name="T14" fmla="*/ 78 w 66"/>
                  <a:gd name="T15" fmla="*/ 6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32">
                    <a:moveTo>
                      <a:pt x="66" y="6"/>
                    </a:moveTo>
                    <a:cubicBezTo>
                      <a:pt x="63" y="0"/>
                      <a:pt x="48" y="3"/>
                      <a:pt x="43" y="4"/>
                    </a:cubicBezTo>
                    <a:cubicBezTo>
                      <a:pt x="36" y="6"/>
                      <a:pt x="30" y="8"/>
                      <a:pt x="23" y="11"/>
                    </a:cubicBezTo>
                    <a:cubicBezTo>
                      <a:pt x="14" y="15"/>
                      <a:pt x="6" y="24"/>
                      <a:pt x="0" y="32"/>
                    </a:cubicBezTo>
                    <a:cubicBezTo>
                      <a:pt x="7" y="28"/>
                      <a:pt x="16" y="26"/>
                      <a:pt x="24" y="25"/>
                    </a:cubicBezTo>
                    <a:cubicBezTo>
                      <a:pt x="29" y="24"/>
                      <a:pt x="35" y="24"/>
                      <a:pt x="41" y="25"/>
                    </a:cubicBezTo>
                    <a:cubicBezTo>
                      <a:pt x="44" y="26"/>
                      <a:pt x="48" y="28"/>
                      <a:pt x="51" y="28"/>
                    </a:cubicBezTo>
                    <a:cubicBezTo>
                      <a:pt x="53" y="24"/>
                      <a:pt x="62" y="6"/>
                      <a:pt x="66" y="6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6" name="Freeform 755">
                <a:extLst>
                  <a:ext uri="{FF2B5EF4-FFF2-40B4-BE49-F238E27FC236}">
                    <a16:creationId xmlns:a16="http://schemas.microsoft.com/office/drawing/2014/main" id="{C21B6A6F-8E71-4D7C-A50B-7AE433F24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784"/>
                <a:ext cx="70" cy="28"/>
              </a:xfrm>
              <a:custGeom>
                <a:avLst/>
                <a:gdLst>
                  <a:gd name="T0" fmla="*/ 80 w 68"/>
                  <a:gd name="T1" fmla="*/ 24 h 27"/>
                  <a:gd name="T2" fmla="*/ 38 w 68"/>
                  <a:gd name="T3" fmla="*/ 2 h 27"/>
                  <a:gd name="T4" fmla="*/ 0 w 68"/>
                  <a:gd name="T5" fmla="*/ 7 h 27"/>
                  <a:gd name="T6" fmla="*/ 44 w 68"/>
                  <a:gd name="T7" fmla="*/ 29 h 27"/>
                  <a:gd name="T8" fmla="*/ 47 w 68"/>
                  <a:gd name="T9" fmla="*/ 33 h 27"/>
                  <a:gd name="T10" fmla="*/ 58 w 68"/>
                  <a:gd name="T11" fmla="*/ 31 h 27"/>
                  <a:gd name="T12" fmla="*/ 80 w 68"/>
                  <a:gd name="T13" fmla="*/ 24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27">
                    <a:moveTo>
                      <a:pt x="68" y="18"/>
                    </a:moveTo>
                    <a:cubicBezTo>
                      <a:pt x="60" y="10"/>
                      <a:pt x="43" y="5"/>
                      <a:pt x="32" y="2"/>
                    </a:cubicBezTo>
                    <a:cubicBezTo>
                      <a:pt x="22" y="0"/>
                      <a:pt x="10" y="5"/>
                      <a:pt x="0" y="7"/>
                    </a:cubicBezTo>
                    <a:cubicBezTo>
                      <a:pt x="14" y="8"/>
                      <a:pt x="30" y="11"/>
                      <a:pt x="38" y="23"/>
                    </a:cubicBezTo>
                    <a:cubicBezTo>
                      <a:pt x="39" y="24"/>
                      <a:pt x="39" y="26"/>
                      <a:pt x="41" y="27"/>
                    </a:cubicBezTo>
                    <a:cubicBezTo>
                      <a:pt x="43" y="27"/>
                      <a:pt x="47" y="25"/>
                      <a:pt x="49" y="25"/>
                    </a:cubicBezTo>
                    <a:cubicBezTo>
                      <a:pt x="56" y="23"/>
                      <a:pt x="62" y="21"/>
                      <a:pt x="68" y="18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7" name="Freeform 756">
                <a:extLst>
                  <a:ext uri="{FF2B5EF4-FFF2-40B4-BE49-F238E27FC236}">
                    <a16:creationId xmlns:a16="http://schemas.microsoft.com/office/drawing/2014/main" id="{39FB09DF-D2C8-4785-917B-2F4F1F940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783"/>
                <a:ext cx="58" cy="35"/>
              </a:xfrm>
              <a:custGeom>
                <a:avLst/>
                <a:gdLst>
                  <a:gd name="T0" fmla="*/ 60 w 57"/>
                  <a:gd name="T1" fmla="*/ 39 h 34"/>
                  <a:gd name="T2" fmla="*/ 27 w 57"/>
                  <a:gd name="T3" fmla="*/ 3 h 34"/>
                  <a:gd name="T4" fmla="*/ 0 w 57"/>
                  <a:gd name="T5" fmla="*/ 0 h 34"/>
                  <a:gd name="T6" fmla="*/ 16 w 57"/>
                  <a:gd name="T7" fmla="*/ 11 h 34"/>
                  <a:gd name="T8" fmla="*/ 25 w 57"/>
                  <a:gd name="T9" fmla="*/ 37 h 34"/>
                  <a:gd name="T10" fmla="*/ 59 w 57"/>
                  <a:gd name="T11" fmla="*/ 4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34">
                    <a:moveTo>
                      <a:pt x="54" y="33"/>
                    </a:moveTo>
                    <a:cubicBezTo>
                      <a:pt x="57" y="21"/>
                      <a:pt x="36" y="8"/>
                      <a:pt x="27" y="3"/>
                    </a:cubicBezTo>
                    <a:cubicBezTo>
                      <a:pt x="19" y="0"/>
                      <a:pt x="8" y="1"/>
                      <a:pt x="0" y="0"/>
                    </a:cubicBezTo>
                    <a:cubicBezTo>
                      <a:pt x="5" y="3"/>
                      <a:pt x="11" y="6"/>
                      <a:pt x="16" y="11"/>
                    </a:cubicBezTo>
                    <a:cubicBezTo>
                      <a:pt x="22" y="17"/>
                      <a:pt x="24" y="23"/>
                      <a:pt x="25" y="31"/>
                    </a:cubicBezTo>
                    <a:cubicBezTo>
                      <a:pt x="34" y="32"/>
                      <a:pt x="44" y="32"/>
                      <a:pt x="53" y="34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8" name="Freeform 757">
                <a:extLst>
                  <a:ext uri="{FF2B5EF4-FFF2-40B4-BE49-F238E27FC236}">
                    <a16:creationId xmlns:a16="http://schemas.microsoft.com/office/drawing/2014/main" id="{684BD27A-B6EB-4E7D-94BE-19534D3BA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772"/>
                <a:ext cx="38" cy="43"/>
              </a:xfrm>
              <a:custGeom>
                <a:avLst/>
                <a:gdLst>
                  <a:gd name="T0" fmla="*/ 41 w 37"/>
                  <a:gd name="T1" fmla="*/ 47 h 42"/>
                  <a:gd name="T2" fmla="*/ 39 w 37"/>
                  <a:gd name="T3" fmla="*/ 30 h 42"/>
                  <a:gd name="T4" fmla="*/ 31 w 37"/>
                  <a:gd name="T5" fmla="*/ 8 h 42"/>
                  <a:gd name="T6" fmla="*/ 13 w 37"/>
                  <a:gd name="T7" fmla="*/ 3 h 42"/>
                  <a:gd name="T8" fmla="*/ 0 w 37"/>
                  <a:gd name="T9" fmla="*/ 0 h 42"/>
                  <a:gd name="T10" fmla="*/ 16 w 37"/>
                  <a:gd name="T11" fmla="*/ 36 h 42"/>
                  <a:gd name="T12" fmla="*/ 26 w 37"/>
                  <a:gd name="T13" fmla="*/ 43 h 42"/>
                  <a:gd name="T14" fmla="*/ 42 w 37"/>
                  <a:gd name="T15" fmla="*/ 48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42">
                    <a:moveTo>
                      <a:pt x="35" y="41"/>
                    </a:moveTo>
                    <a:cubicBezTo>
                      <a:pt x="37" y="37"/>
                      <a:pt x="34" y="28"/>
                      <a:pt x="33" y="24"/>
                    </a:cubicBezTo>
                    <a:cubicBezTo>
                      <a:pt x="31" y="19"/>
                      <a:pt x="29" y="12"/>
                      <a:pt x="25" y="8"/>
                    </a:cubicBezTo>
                    <a:cubicBezTo>
                      <a:pt x="22" y="3"/>
                      <a:pt x="19" y="4"/>
                      <a:pt x="13" y="3"/>
                    </a:cubicBezTo>
                    <a:cubicBezTo>
                      <a:pt x="9" y="2"/>
                      <a:pt x="4" y="1"/>
                      <a:pt x="0" y="0"/>
                    </a:cubicBezTo>
                    <a:cubicBezTo>
                      <a:pt x="9" y="3"/>
                      <a:pt x="16" y="21"/>
                      <a:pt x="16" y="30"/>
                    </a:cubicBezTo>
                    <a:cubicBezTo>
                      <a:pt x="16" y="34"/>
                      <a:pt x="16" y="35"/>
                      <a:pt x="20" y="37"/>
                    </a:cubicBezTo>
                    <a:cubicBezTo>
                      <a:pt x="25" y="40"/>
                      <a:pt x="31" y="41"/>
                      <a:pt x="36" y="42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9" name="Freeform 758">
                <a:extLst>
                  <a:ext uri="{FF2B5EF4-FFF2-40B4-BE49-F238E27FC236}">
                    <a16:creationId xmlns:a16="http://schemas.microsoft.com/office/drawing/2014/main" id="{9811C693-B891-4F8B-AE24-A1E83D672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750"/>
                <a:ext cx="35" cy="51"/>
              </a:xfrm>
              <a:custGeom>
                <a:avLst/>
                <a:gdLst>
                  <a:gd name="T0" fmla="*/ 37 w 34"/>
                  <a:gd name="T1" fmla="*/ 59 h 49"/>
                  <a:gd name="T2" fmla="*/ 37 w 34"/>
                  <a:gd name="T3" fmla="*/ 33 h 49"/>
                  <a:gd name="T4" fmla="*/ 29 w 34"/>
                  <a:gd name="T5" fmla="*/ 12 h 49"/>
                  <a:gd name="T6" fmla="*/ 0 w 34"/>
                  <a:gd name="T7" fmla="*/ 0 h 49"/>
                  <a:gd name="T8" fmla="*/ 11 w 34"/>
                  <a:gd name="T9" fmla="*/ 33 h 49"/>
                  <a:gd name="T10" fmla="*/ 9 w 34"/>
                  <a:gd name="T11" fmla="*/ 52 h 49"/>
                  <a:gd name="T12" fmla="*/ 38 w 34"/>
                  <a:gd name="T13" fmla="*/ 61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49">
                    <a:moveTo>
                      <a:pt x="31" y="47"/>
                    </a:moveTo>
                    <a:cubicBezTo>
                      <a:pt x="34" y="44"/>
                      <a:pt x="32" y="32"/>
                      <a:pt x="31" y="27"/>
                    </a:cubicBezTo>
                    <a:cubicBezTo>
                      <a:pt x="29" y="22"/>
                      <a:pt x="27" y="16"/>
                      <a:pt x="23" y="12"/>
                    </a:cubicBezTo>
                    <a:cubicBezTo>
                      <a:pt x="18" y="6"/>
                      <a:pt x="7" y="1"/>
                      <a:pt x="0" y="0"/>
                    </a:cubicBezTo>
                    <a:cubicBezTo>
                      <a:pt x="6" y="7"/>
                      <a:pt x="10" y="18"/>
                      <a:pt x="11" y="27"/>
                    </a:cubicBezTo>
                    <a:cubicBezTo>
                      <a:pt x="12" y="31"/>
                      <a:pt x="13" y="37"/>
                      <a:pt x="9" y="40"/>
                    </a:cubicBezTo>
                    <a:cubicBezTo>
                      <a:pt x="16" y="43"/>
                      <a:pt x="26" y="44"/>
                      <a:pt x="32" y="49"/>
                    </a:cubicBezTo>
                  </a:path>
                </a:pathLst>
              </a:custGeom>
              <a:solidFill>
                <a:srgbClr val="FAE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0" name="Freeform 759">
                <a:extLst>
                  <a:ext uri="{FF2B5EF4-FFF2-40B4-BE49-F238E27FC236}">
                    <a16:creationId xmlns:a16="http://schemas.microsoft.com/office/drawing/2014/main" id="{B76BE7A5-414E-4A0E-821C-0AA981B81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1760"/>
                <a:ext cx="25" cy="18"/>
              </a:xfrm>
              <a:custGeom>
                <a:avLst/>
                <a:gdLst>
                  <a:gd name="T0" fmla="*/ 29 w 24"/>
                  <a:gd name="T1" fmla="*/ 0 h 18"/>
                  <a:gd name="T2" fmla="*/ 19 w 24"/>
                  <a:gd name="T3" fmla="*/ 13 h 18"/>
                  <a:gd name="T4" fmla="*/ 0 w 24"/>
                  <a:gd name="T5" fmla="*/ 16 h 18"/>
                  <a:gd name="T6" fmla="*/ 11 w 24"/>
                  <a:gd name="T7" fmla="*/ 10 h 18"/>
                  <a:gd name="T8" fmla="*/ 28 w 24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3" y="0"/>
                    </a:moveTo>
                    <a:cubicBezTo>
                      <a:pt x="24" y="3"/>
                      <a:pt x="16" y="11"/>
                      <a:pt x="13" y="13"/>
                    </a:cubicBezTo>
                    <a:cubicBezTo>
                      <a:pt x="10" y="15"/>
                      <a:pt x="4" y="18"/>
                      <a:pt x="0" y="16"/>
                    </a:cubicBezTo>
                    <a:cubicBezTo>
                      <a:pt x="3" y="13"/>
                      <a:pt x="8" y="12"/>
                      <a:pt x="11" y="10"/>
                    </a:cubicBezTo>
                    <a:cubicBezTo>
                      <a:pt x="15" y="7"/>
                      <a:pt x="19" y="3"/>
                      <a:pt x="2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1" name="Freeform 760">
                <a:extLst>
                  <a:ext uri="{FF2B5EF4-FFF2-40B4-BE49-F238E27FC236}">
                    <a16:creationId xmlns:a16="http://schemas.microsoft.com/office/drawing/2014/main" id="{4BE0C82D-2F94-4711-88A6-36FA74365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29"/>
                <a:ext cx="24" cy="11"/>
              </a:xfrm>
              <a:custGeom>
                <a:avLst/>
                <a:gdLst>
                  <a:gd name="T0" fmla="*/ 24 w 24"/>
                  <a:gd name="T1" fmla="*/ 0 h 11"/>
                  <a:gd name="T2" fmla="*/ 0 w 24"/>
                  <a:gd name="T3" fmla="*/ 6 h 11"/>
                  <a:gd name="T4" fmla="*/ 8 w 24"/>
                  <a:gd name="T5" fmla="*/ 6 h 11"/>
                  <a:gd name="T6" fmla="*/ 23 w 24"/>
                  <a:gd name="T7" fmla="*/ 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1">
                    <a:moveTo>
                      <a:pt x="24" y="0"/>
                    </a:moveTo>
                    <a:cubicBezTo>
                      <a:pt x="21" y="5"/>
                      <a:pt x="0" y="11"/>
                      <a:pt x="0" y="6"/>
                    </a:cubicBezTo>
                    <a:cubicBezTo>
                      <a:pt x="2" y="6"/>
                      <a:pt x="5" y="6"/>
                      <a:pt x="8" y="6"/>
                    </a:cubicBezTo>
                    <a:cubicBezTo>
                      <a:pt x="14" y="6"/>
                      <a:pt x="18" y="3"/>
                      <a:pt x="2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2" name="Freeform 761">
                <a:extLst>
                  <a:ext uri="{FF2B5EF4-FFF2-40B4-BE49-F238E27FC236}">
                    <a16:creationId xmlns:a16="http://schemas.microsoft.com/office/drawing/2014/main" id="{4EAE0D95-3622-4EB7-A500-39E8E2D79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691"/>
                <a:ext cx="19" cy="19"/>
              </a:xfrm>
              <a:custGeom>
                <a:avLst/>
                <a:gdLst>
                  <a:gd name="T0" fmla="*/ 18 w 19"/>
                  <a:gd name="T1" fmla="*/ 1 h 18"/>
                  <a:gd name="T2" fmla="*/ 19 w 19"/>
                  <a:gd name="T3" fmla="*/ 0 h 18"/>
                  <a:gd name="T4" fmla="*/ 0 w 19"/>
                  <a:gd name="T5" fmla="*/ 23 h 18"/>
                  <a:gd name="T6" fmla="*/ 6 w 19"/>
                  <a:gd name="T7" fmla="*/ 20 h 18"/>
                  <a:gd name="T8" fmla="*/ 18 w 19"/>
                  <a:gd name="T9" fmla="*/ 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8" y="1"/>
                    </a:moveTo>
                    <a:cubicBezTo>
                      <a:pt x="18" y="0"/>
                      <a:pt x="18" y="0"/>
                      <a:pt x="19" y="0"/>
                    </a:cubicBezTo>
                    <a:cubicBezTo>
                      <a:pt x="18" y="8"/>
                      <a:pt x="9" y="18"/>
                      <a:pt x="0" y="17"/>
                    </a:cubicBezTo>
                    <a:cubicBezTo>
                      <a:pt x="1" y="15"/>
                      <a:pt x="5" y="15"/>
                      <a:pt x="6" y="14"/>
                    </a:cubicBezTo>
                    <a:cubicBezTo>
                      <a:pt x="12" y="12"/>
                      <a:pt x="16" y="7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3" name="Freeform 762">
                <a:extLst>
                  <a:ext uri="{FF2B5EF4-FFF2-40B4-BE49-F238E27FC236}">
                    <a16:creationId xmlns:a16="http://schemas.microsoft.com/office/drawing/2014/main" id="{E95C25F9-74DF-47AC-8189-B5F4B36EE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661"/>
                <a:ext cx="17" cy="22"/>
              </a:xfrm>
              <a:custGeom>
                <a:avLst/>
                <a:gdLst>
                  <a:gd name="T0" fmla="*/ 17 w 17"/>
                  <a:gd name="T1" fmla="*/ 0 h 22"/>
                  <a:gd name="T2" fmla="*/ 0 w 17"/>
                  <a:gd name="T3" fmla="*/ 21 h 22"/>
                  <a:gd name="T4" fmla="*/ 17 w 17"/>
                  <a:gd name="T5" fmla="*/ 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2">
                    <a:moveTo>
                      <a:pt x="17" y="0"/>
                    </a:moveTo>
                    <a:cubicBezTo>
                      <a:pt x="13" y="6"/>
                      <a:pt x="11" y="22"/>
                      <a:pt x="0" y="21"/>
                    </a:cubicBezTo>
                    <a:cubicBezTo>
                      <a:pt x="7" y="19"/>
                      <a:pt x="14" y="10"/>
                      <a:pt x="1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4" name="Freeform 763">
                <a:extLst>
                  <a:ext uri="{FF2B5EF4-FFF2-40B4-BE49-F238E27FC236}">
                    <a16:creationId xmlns:a16="http://schemas.microsoft.com/office/drawing/2014/main" id="{EB486401-06A9-4156-8882-A769F18E4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624"/>
                <a:ext cx="9" cy="23"/>
              </a:xfrm>
              <a:custGeom>
                <a:avLst/>
                <a:gdLst>
                  <a:gd name="T0" fmla="*/ 8 w 9"/>
                  <a:gd name="T1" fmla="*/ 0 h 23"/>
                  <a:gd name="T2" fmla="*/ 0 w 9"/>
                  <a:gd name="T3" fmla="*/ 23 h 23"/>
                  <a:gd name="T4" fmla="*/ 4 w 9"/>
                  <a:gd name="T5" fmla="*/ 15 h 23"/>
                  <a:gd name="T6" fmla="*/ 7 w 9"/>
                  <a:gd name="T7" fmla="*/ 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3">
                    <a:moveTo>
                      <a:pt x="8" y="0"/>
                    </a:moveTo>
                    <a:cubicBezTo>
                      <a:pt x="9" y="8"/>
                      <a:pt x="7" y="18"/>
                      <a:pt x="0" y="23"/>
                    </a:cubicBezTo>
                    <a:cubicBezTo>
                      <a:pt x="1" y="21"/>
                      <a:pt x="3" y="18"/>
                      <a:pt x="4" y="15"/>
                    </a:cubicBezTo>
                    <a:cubicBezTo>
                      <a:pt x="6" y="11"/>
                      <a:pt x="7" y="8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5" name="Freeform 764">
                <a:extLst>
                  <a:ext uri="{FF2B5EF4-FFF2-40B4-BE49-F238E27FC236}">
                    <a16:creationId xmlns:a16="http://schemas.microsoft.com/office/drawing/2014/main" id="{2BC5B428-35B2-4EA9-B579-B83917188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596"/>
                <a:ext cx="11" cy="22"/>
              </a:xfrm>
              <a:custGeom>
                <a:avLst/>
                <a:gdLst>
                  <a:gd name="T0" fmla="*/ 0 w 11"/>
                  <a:gd name="T1" fmla="*/ 0 h 21"/>
                  <a:gd name="T2" fmla="*/ 3 w 11"/>
                  <a:gd name="T3" fmla="*/ 1 h 21"/>
                  <a:gd name="T4" fmla="*/ 9 w 11"/>
                  <a:gd name="T5" fmla="*/ 7 h 21"/>
                  <a:gd name="T6" fmla="*/ 9 w 11"/>
                  <a:gd name="T7" fmla="*/ 27 h 21"/>
                  <a:gd name="T8" fmla="*/ 8 w 11"/>
                  <a:gd name="T9" fmla="*/ 18 h 21"/>
                  <a:gd name="T10" fmla="*/ 1 w 11"/>
                  <a:gd name="T11" fmla="*/ 3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0" y="0"/>
                    </a:moveTo>
                    <a:cubicBezTo>
                      <a:pt x="0" y="0"/>
                      <a:pt x="2" y="0"/>
                      <a:pt x="3" y="1"/>
                    </a:cubicBezTo>
                    <a:cubicBezTo>
                      <a:pt x="5" y="2"/>
                      <a:pt x="7" y="5"/>
                      <a:pt x="9" y="7"/>
                    </a:cubicBezTo>
                    <a:cubicBezTo>
                      <a:pt x="11" y="12"/>
                      <a:pt x="9" y="16"/>
                      <a:pt x="9" y="21"/>
                    </a:cubicBezTo>
                    <a:cubicBezTo>
                      <a:pt x="8" y="18"/>
                      <a:pt x="9" y="15"/>
                      <a:pt x="8" y="12"/>
                    </a:cubicBezTo>
                    <a:cubicBezTo>
                      <a:pt x="8" y="9"/>
                      <a:pt x="4" y="4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6" name="Freeform 765">
                <a:extLst>
                  <a:ext uri="{FF2B5EF4-FFF2-40B4-BE49-F238E27FC236}">
                    <a16:creationId xmlns:a16="http://schemas.microsoft.com/office/drawing/2014/main" id="{A472622A-6CB5-4170-A5EE-49FFE5CE5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594"/>
                <a:ext cx="19" cy="23"/>
              </a:xfrm>
              <a:custGeom>
                <a:avLst/>
                <a:gdLst>
                  <a:gd name="T0" fmla="*/ 0 w 18"/>
                  <a:gd name="T1" fmla="*/ 0 h 22"/>
                  <a:gd name="T2" fmla="*/ 0 w 18"/>
                  <a:gd name="T3" fmla="*/ 0 h 22"/>
                  <a:gd name="T4" fmla="*/ 4 w 18"/>
                  <a:gd name="T5" fmla="*/ 1 h 22"/>
                  <a:gd name="T6" fmla="*/ 19 w 18"/>
                  <a:gd name="T7" fmla="*/ 8 h 22"/>
                  <a:gd name="T8" fmla="*/ 21 w 18"/>
                  <a:gd name="T9" fmla="*/ 28 h 22"/>
                  <a:gd name="T10" fmla="*/ 19 w 18"/>
                  <a:gd name="T11" fmla="*/ 19 h 22"/>
                  <a:gd name="T12" fmla="*/ 2 w 18"/>
                  <a:gd name="T13" fmla="*/ 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4" y="1"/>
                    </a:cubicBezTo>
                    <a:cubicBezTo>
                      <a:pt x="7" y="3"/>
                      <a:pt x="10" y="5"/>
                      <a:pt x="13" y="8"/>
                    </a:cubicBezTo>
                    <a:cubicBezTo>
                      <a:pt x="15" y="12"/>
                      <a:pt x="18" y="17"/>
                      <a:pt x="15" y="22"/>
                    </a:cubicBezTo>
                    <a:cubicBezTo>
                      <a:pt x="14" y="19"/>
                      <a:pt x="14" y="16"/>
                      <a:pt x="13" y="13"/>
                    </a:cubicBezTo>
                    <a:cubicBezTo>
                      <a:pt x="12" y="10"/>
                      <a:pt x="7" y="2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7" name="Freeform 766">
                <a:extLst>
                  <a:ext uri="{FF2B5EF4-FFF2-40B4-BE49-F238E27FC236}">
                    <a16:creationId xmlns:a16="http://schemas.microsoft.com/office/drawing/2014/main" id="{37A7E44D-562E-47CB-A674-C747A5430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596"/>
                <a:ext cx="20" cy="22"/>
              </a:xfrm>
              <a:custGeom>
                <a:avLst/>
                <a:gdLst>
                  <a:gd name="T0" fmla="*/ 0 w 20"/>
                  <a:gd name="T1" fmla="*/ 0 h 21"/>
                  <a:gd name="T2" fmla="*/ 10 w 20"/>
                  <a:gd name="T3" fmla="*/ 5 h 21"/>
                  <a:gd name="T4" fmla="*/ 20 w 20"/>
                  <a:gd name="T5" fmla="*/ 27 h 21"/>
                  <a:gd name="T6" fmla="*/ 15 w 20"/>
                  <a:gd name="T7" fmla="*/ 19 h 21"/>
                  <a:gd name="T8" fmla="*/ 0 w 2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0" y="0"/>
                    </a:moveTo>
                    <a:cubicBezTo>
                      <a:pt x="3" y="2"/>
                      <a:pt x="7" y="3"/>
                      <a:pt x="10" y="5"/>
                    </a:cubicBezTo>
                    <a:cubicBezTo>
                      <a:pt x="15" y="9"/>
                      <a:pt x="20" y="14"/>
                      <a:pt x="20" y="21"/>
                    </a:cubicBezTo>
                    <a:cubicBezTo>
                      <a:pt x="20" y="18"/>
                      <a:pt x="16" y="15"/>
                      <a:pt x="15" y="13"/>
                    </a:cubicBezTo>
                    <a:cubicBezTo>
                      <a:pt x="10" y="7"/>
                      <a:pt x="6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8" name="Freeform 767">
                <a:extLst>
                  <a:ext uri="{FF2B5EF4-FFF2-40B4-BE49-F238E27FC236}">
                    <a16:creationId xmlns:a16="http://schemas.microsoft.com/office/drawing/2014/main" id="{DEE5E279-5FFD-4B17-9715-DC213CDAB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606"/>
                <a:ext cx="19" cy="16"/>
              </a:xfrm>
              <a:custGeom>
                <a:avLst/>
                <a:gdLst>
                  <a:gd name="T0" fmla="*/ 2 w 19"/>
                  <a:gd name="T1" fmla="*/ 2 h 15"/>
                  <a:gd name="T2" fmla="*/ 19 w 19"/>
                  <a:gd name="T3" fmla="*/ 21 h 15"/>
                  <a:gd name="T4" fmla="*/ 0 w 19"/>
                  <a:gd name="T5" fmla="*/ 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2" y="2"/>
                    </a:moveTo>
                    <a:cubicBezTo>
                      <a:pt x="8" y="0"/>
                      <a:pt x="17" y="10"/>
                      <a:pt x="19" y="15"/>
                    </a:cubicBezTo>
                    <a:cubicBezTo>
                      <a:pt x="13" y="10"/>
                      <a:pt x="8" y="4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9" name="Freeform 768">
                <a:extLst>
                  <a:ext uri="{FF2B5EF4-FFF2-40B4-BE49-F238E27FC236}">
                    <a16:creationId xmlns:a16="http://schemas.microsoft.com/office/drawing/2014/main" id="{EDB39FFF-7DEC-4A8E-9AD7-041773D7C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631"/>
                <a:ext cx="24" cy="15"/>
              </a:xfrm>
              <a:custGeom>
                <a:avLst/>
                <a:gdLst>
                  <a:gd name="T0" fmla="*/ 28 w 23"/>
                  <a:gd name="T1" fmla="*/ 15 h 15"/>
                  <a:gd name="T2" fmla="*/ 20 w 23"/>
                  <a:gd name="T3" fmla="*/ 7 h 15"/>
                  <a:gd name="T4" fmla="*/ 0 w 23"/>
                  <a:gd name="T5" fmla="*/ 1 h 15"/>
                  <a:gd name="T6" fmla="*/ 29 w 23"/>
                  <a:gd name="T7" fmla="*/ 1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5">
                    <a:moveTo>
                      <a:pt x="22" y="15"/>
                    </a:moveTo>
                    <a:cubicBezTo>
                      <a:pt x="21" y="11"/>
                      <a:pt x="17" y="8"/>
                      <a:pt x="14" y="7"/>
                    </a:cubicBezTo>
                    <a:cubicBezTo>
                      <a:pt x="11" y="5"/>
                      <a:pt x="4" y="0"/>
                      <a:pt x="0" y="1"/>
                    </a:cubicBezTo>
                    <a:cubicBezTo>
                      <a:pt x="10" y="2"/>
                      <a:pt x="17" y="5"/>
                      <a:pt x="2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0" name="Freeform 769">
                <a:extLst>
                  <a:ext uri="{FF2B5EF4-FFF2-40B4-BE49-F238E27FC236}">
                    <a16:creationId xmlns:a16="http://schemas.microsoft.com/office/drawing/2014/main" id="{5D06393A-DC09-4380-8400-EFFD922F3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646"/>
                <a:ext cx="24" cy="13"/>
              </a:xfrm>
              <a:custGeom>
                <a:avLst/>
                <a:gdLst>
                  <a:gd name="T0" fmla="*/ 21 w 24"/>
                  <a:gd name="T1" fmla="*/ 18 h 12"/>
                  <a:gd name="T2" fmla="*/ 22 w 24"/>
                  <a:gd name="T3" fmla="*/ 17 h 12"/>
                  <a:gd name="T4" fmla="*/ 0 w 24"/>
                  <a:gd name="T5" fmla="*/ 3 h 12"/>
                  <a:gd name="T6" fmla="*/ 7 w 24"/>
                  <a:gd name="T7" fmla="*/ 1 h 12"/>
                  <a:gd name="T8" fmla="*/ 24 w 24"/>
                  <a:gd name="T9" fmla="*/ 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2">
                    <a:moveTo>
                      <a:pt x="21" y="12"/>
                    </a:moveTo>
                    <a:cubicBezTo>
                      <a:pt x="21" y="11"/>
                      <a:pt x="22" y="11"/>
                      <a:pt x="22" y="11"/>
                    </a:cubicBezTo>
                    <a:cubicBezTo>
                      <a:pt x="17" y="3"/>
                      <a:pt x="8" y="3"/>
                      <a:pt x="0" y="3"/>
                    </a:cubicBezTo>
                    <a:cubicBezTo>
                      <a:pt x="0" y="0"/>
                      <a:pt x="6" y="1"/>
                      <a:pt x="7" y="1"/>
                    </a:cubicBezTo>
                    <a:cubicBezTo>
                      <a:pt x="13" y="2"/>
                      <a:pt x="20" y="5"/>
                      <a:pt x="24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1" name="Freeform 770">
                <a:extLst>
                  <a:ext uri="{FF2B5EF4-FFF2-40B4-BE49-F238E27FC236}">
                    <a16:creationId xmlns:a16="http://schemas.microsoft.com/office/drawing/2014/main" id="{527405CC-5452-4750-8279-3C90DB2C5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664"/>
                <a:ext cx="20" cy="16"/>
              </a:xfrm>
              <a:custGeom>
                <a:avLst/>
                <a:gdLst>
                  <a:gd name="T0" fmla="*/ 22 w 19"/>
                  <a:gd name="T1" fmla="*/ 16 h 16"/>
                  <a:gd name="T2" fmla="*/ 0 w 19"/>
                  <a:gd name="T3" fmla="*/ 5 h 16"/>
                  <a:gd name="T4" fmla="*/ 24 w 19"/>
                  <a:gd name="T5" fmla="*/ 1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6">
                    <a:moveTo>
                      <a:pt x="16" y="16"/>
                    </a:moveTo>
                    <a:cubicBezTo>
                      <a:pt x="15" y="8"/>
                      <a:pt x="6" y="6"/>
                      <a:pt x="0" y="5"/>
                    </a:cubicBezTo>
                    <a:cubicBezTo>
                      <a:pt x="5" y="0"/>
                      <a:pt x="19" y="7"/>
                      <a:pt x="18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2" name="Freeform 771">
                <a:extLst>
                  <a:ext uri="{FF2B5EF4-FFF2-40B4-BE49-F238E27FC236}">
                    <a16:creationId xmlns:a16="http://schemas.microsoft.com/office/drawing/2014/main" id="{F487B810-3F9A-438B-821A-A589D6F67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677"/>
                <a:ext cx="15" cy="18"/>
              </a:xfrm>
              <a:custGeom>
                <a:avLst/>
                <a:gdLst>
                  <a:gd name="T0" fmla="*/ 18 w 14"/>
                  <a:gd name="T1" fmla="*/ 17 h 18"/>
                  <a:gd name="T2" fmla="*/ 0 w 14"/>
                  <a:gd name="T3" fmla="*/ 0 h 18"/>
                  <a:gd name="T4" fmla="*/ 15 w 14"/>
                  <a:gd name="T5" fmla="*/ 5 h 18"/>
                  <a:gd name="T6" fmla="*/ 19 w 14"/>
                  <a:gd name="T7" fmla="*/ 1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12" y="17"/>
                    </a:moveTo>
                    <a:cubicBezTo>
                      <a:pt x="14" y="11"/>
                      <a:pt x="5" y="2"/>
                      <a:pt x="0" y="0"/>
                    </a:cubicBezTo>
                    <a:cubicBezTo>
                      <a:pt x="2" y="2"/>
                      <a:pt x="6" y="3"/>
                      <a:pt x="9" y="5"/>
                    </a:cubicBezTo>
                    <a:cubicBezTo>
                      <a:pt x="12" y="9"/>
                      <a:pt x="11" y="14"/>
                      <a:pt x="1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3" name="Freeform 772">
                <a:extLst>
                  <a:ext uri="{FF2B5EF4-FFF2-40B4-BE49-F238E27FC236}">
                    <a16:creationId xmlns:a16="http://schemas.microsoft.com/office/drawing/2014/main" id="{B60E9353-0AF7-42AE-BE7A-9E2C49BB8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763"/>
                <a:ext cx="10" cy="23"/>
              </a:xfrm>
              <a:custGeom>
                <a:avLst/>
                <a:gdLst>
                  <a:gd name="T0" fmla="*/ 0 w 9"/>
                  <a:gd name="T1" fmla="*/ 0 h 23"/>
                  <a:gd name="T2" fmla="*/ 3 w 9"/>
                  <a:gd name="T3" fmla="*/ 23 h 23"/>
                  <a:gd name="T4" fmla="*/ 14 w 9"/>
                  <a:gd name="T5" fmla="*/ 17 h 23"/>
                  <a:gd name="T6" fmla="*/ 2 w 9"/>
                  <a:gd name="T7" fmla="*/ 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3">
                    <a:moveTo>
                      <a:pt x="0" y="0"/>
                    </a:moveTo>
                    <a:cubicBezTo>
                      <a:pt x="6" y="4"/>
                      <a:pt x="5" y="16"/>
                      <a:pt x="3" y="23"/>
                    </a:cubicBezTo>
                    <a:cubicBezTo>
                      <a:pt x="5" y="21"/>
                      <a:pt x="7" y="20"/>
                      <a:pt x="8" y="17"/>
                    </a:cubicBezTo>
                    <a:cubicBezTo>
                      <a:pt x="9" y="13"/>
                      <a:pt x="4" y="8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4" name="Freeform 773">
                <a:extLst>
                  <a:ext uri="{FF2B5EF4-FFF2-40B4-BE49-F238E27FC236}">
                    <a16:creationId xmlns:a16="http://schemas.microsoft.com/office/drawing/2014/main" id="{BA13074C-4EEA-40F4-931E-361A87577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780"/>
                <a:ext cx="10" cy="24"/>
              </a:xfrm>
              <a:custGeom>
                <a:avLst/>
                <a:gdLst>
                  <a:gd name="T0" fmla="*/ 0 w 9"/>
                  <a:gd name="T1" fmla="*/ 0 h 23"/>
                  <a:gd name="T2" fmla="*/ 12 w 9"/>
                  <a:gd name="T3" fmla="*/ 10 h 23"/>
                  <a:gd name="T4" fmla="*/ 13 w 9"/>
                  <a:gd name="T5" fmla="*/ 29 h 23"/>
                  <a:gd name="T6" fmla="*/ 14 w 9"/>
                  <a:gd name="T7" fmla="*/ 22 h 23"/>
                  <a:gd name="T8" fmla="*/ 0 w 9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3">
                    <a:moveTo>
                      <a:pt x="0" y="0"/>
                    </a:moveTo>
                    <a:cubicBezTo>
                      <a:pt x="3" y="0"/>
                      <a:pt x="5" y="8"/>
                      <a:pt x="6" y="10"/>
                    </a:cubicBezTo>
                    <a:cubicBezTo>
                      <a:pt x="6" y="12"/>
                      <a:pt x="6" y="23"/>
                      <a:pt x="7" y="23"/>
                    </a:cubicBezTo>
                    <a:cubicBezTo>
                      <a:pt x="9" y="23"/>
                      <a:pt x="8" y="17"/>
                      <a:pt x="8" y="16"/>
                    </a:cubicBezTo>
                    <a:cubicBezTo>
                      <a:pt x="7" y="11"/>
                      <a:pt x="4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5" name="Freeform 774">
                <a:extLst>
                  <a:ext uri="{FF2B5EF4-FFF2-40B4-BE49-F238E27FC236}">
                    <a16:creationId xmlns:a16="http://schemas.microsoft.com/office/drawing/2014/main" id="{2621A861-F4C9-4E39-9701-B4EB7EBB5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785"/>
                <a:ext cx="28" cy="23"/>
              </a:xfrm>
              <a:custGeom>
                <a:avLst/>
                <a:gdLst>
                  <a:gd name="T0" fmla="*/ 0 w 27"/>
                  <a:gd name="T1" fmla="*/ 3 h 22"/>
                  <a:gd name="T2" fmla="*/ 22 w 27"/>
                  <a:gd name="T3" fmla="*/ 20 h 22"/>
                  <a:gd name="T4" fmla="*/ 32 w 27"/>
                  <a:gd name="T5" fmla="*/ 28 h 22"/>
                  <a:gd name="T6" fmla="*/ 28 w 27"/>
                  <a:gd name="T7" fmla="*/ 20 h 22"/>
                  <a:gd name="T8" fmla="*/ 4 w 27"/>
                  <a:gd name="T9" fmla="*/ 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2">
                    <a:moveTo>
                      <a:pt x="0" y="3"/>
                    </a:moveTo>
                    <a:cubicBezTo>
                      <a:pt x="2" y="0"/>
                      <a:pt x="14" y="12"/>
                      <a:pt x="16" y="14"/>
                    </a:cubicBezTo>
                    <a:cubicBezTo>
                      <a:pt x="18" y="16"/>
                      <a:pt x="23" y="22"/>
                      <a:pt x="26" y="22"/>
                    </a:cubicBezTo>
                    <a:cubicBezTo>
                      <a:pt x="27" y="19"/>
                      <a:pt x="24" y="16"/>
                      <a:pt x="22" y="14"/>
                    </a:cubicBezTo>
                    <a:cubicBezTo>
                      <a:pt x="17" y="10"/>
                      <a:pt x="11" y="5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6" name="Freeform 775">
                <a:extLst>
                  <a:ext uri="{FF2B5EF4-FFF2-40B4-BE49-F238E27FC236}">
                    <a16:creationId xmlns:a16="http://schemas.microsoft.com/office/drawing/2014/main" id="{6E86E428-0CBB-48BE-B060-DA31128DC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792"/>
                <a:ext cx="34" cy="13"/>
              </a:xfrm>
              <a:custGeom>
                <a:avLst/>
                <a:gdLst>
                  <a:gd name="T0" fmla="*/ 32 w 33"/>
                  <a:gd name="T1" fmla="*/ 18 h 12"/>
                  <a:gd name="T2" fmla="*/ 25 w 33"/>
                  <a:gd name="T3" fmla="*/ 12 h 12"/>
                  <a:gd name="T4" fmla="*/ 0 w 33"/>
                  <a:gd name="T5" fmla="*/ 1 h 12"/>
                  <a:gd name="T6" fmla="*/ 12 w 33"/>
                  <a:gd name="T7" fmla="*/ 0 h 12"/>
                  <a:gd name="T8" fmla="*/ 39 w 33"/>
                  <a:gd name="T9" fmla="*/ 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2">
                    <a:moveTo>
                      <a:pt x="26" y="12"/>
                    </a:moveTo>
                    <a:cubicBezTo>
                      <a:pt x="25" y="9"/>
                      <a:pt x="21" y="7"/>
                      <a:pt x="19" y="6"/>
                    </a:cubicBezTo>
                    <a:cubicBezTo>
                      <a:pt x="13" y="3"/>
                      <a:pt x="6" y="1"/>
                      <a:pt x="0" y="1"/>
                    </a:cubicBezTo>
                    <a:cubicBezTo>
                      <a:pt x="4" y="1"/>
                      <a:pt x="8" y="0"/>
                      <a:pt x="12" y="0"/>
                    </a:cubicBezTo>
                    <a:cubicBezTo>
                      <a:pt x="20" y="2"/>
                      <a:pt x="26" y="6"/>
                      <a:pt x="3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7" name="Freeform 776">
                <a:extLst>
                  <a:ext uri="{FF2B5EF4-FFF2-40B4-BE49-F238E27FC236}">
                    <a16:creationId xmlns:a16="http://schemas.microsoft.com/office/drawing/2014/main" id="{692A861D-4E7D-43D1-A4DE-A861D6D3F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763"/>
                <a:ext cx="35" cy="12"/>
              </a:xfrm>
              <a:custGeom>
                <a:avLst/>
                <a:gdLst>
                  <a:gd name="T0" fmla="*/ 35 w 35"/>
                  <a:gd name="T1" fmla="*/ 3 h 12"/>
                  <a:gd name="T2" fmla="*/ 16 w 35"/>
                  <a:gd name="T3" fmla="*/ 5 h 12"/>
                  <a:gd name="T4" fmla="*/ 0 w 35"/>
                  <a:gd name="T5" fmla="*/ 12 h 12"/>
                  <a:gd name="T6" fmla="*/ 14 w 35"/>
                  <a:gd name="T7" fmla="*/ 3 h 12"/>
                  <a:gd name="T8" fmla="*/ 31 w 35"/>
                  <a:gd name="T9" fmla="*/ 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">
                    <a:moveTo>
                      <a:pt x="35" y="3"/>
                    </a:moveTo>
                    <a:cubicBezTo>
                      <a:pt x="30" y="2"/>
                      <a:pt x="21" y="4"/>
                      <a:pt x="16" y="5"/>
                    </a:cubicBezTo>
                    <a:cubicBezTo>
                      <a:pt x="11" y="7"/>
                      <a:pt x="6" y="10"/>
                      <a:pt x="0" y="12"/>
                    </a:cubicBezTo>
                    <a:cubicBezTo>
                      <a:pt x="4" y="8"/>
                      <a:pt x="9" y="4"/>
                      <a:pt x="14" y="3"/>
                    </a:cubicBezTo>
                    <a:cubicBezTo>
                      <a:pt x="19" y="2"/>
                      <a:pt x="26" y="0"/>
                      <a:pt x="3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8" name="Freeform 777">
                <a:extLst>
                  <a:ext uri="{FF2B5EF4-FFF2-40B4-BE49-F238E27FC236}">
                    <a16:creationId xmlns:a16="http://schemas.microsoft.com/office/drawing/2014/main" id="{CA969844-E0F2-46CE-A7DA-4C3CCE77A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710"/>
                <a:ext cx="22" cy="27"/>
              </a:xfrm>
              <a:custGeom>
                <a:avLst/>
                <a:gdLst>
                  <a:gd name="T0" fmla="*/ 27 w 21"/>
                  <a:gd name="T1" fmla="*/ 1 h 27"/>
                  <a:gd name="T2" fmla="*/ 10 w 21"/>
                  <a:gd name="T3" fmla="*/ 9 h 27"/>
                  <a:gd name="T4" fmla="*/ 0 w 21"/>
                  <a:gd name="T5" fmla="*/ 27 h 27"/>
                  <a:gd name="T6" fmla="*/ 5 w 21"/>
                  <a:gd name="T7" fmla="*/ 14 h 27"/>
                  <a:gd name="T8" fmla="*/ 24 w 21"/>
                  <a:gd name="T9" fmla="*/ 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21" y="1"/>
                    </a:moveTo>
                    <a:cubicBezTo>
                      <a:pt x="20" y="0"/>
                      <a:pt x="12" y="8"/>
                      <a:pt x="10" y="9"/>
                    </a:cubicBezTo>
                    <a:cubicBezTo>
                      <a:pt x="5" y="15"/>
                      <a:pt x="3" y="20"/>
                      <a:pt x="0" y="27"/>
                    </a:cubicBezTo>
                    <a:cubicBezTo>
                      <a:pt x="1" y="23"/>
                      <a:pt x="3" y="18"/>
                      <a:pt x="5" y="14"/>
                    </a:cubicBezTo>
                    <a:cubicBezTo>
                      <a:pt x="7" y="9"/>
                      <a:pt x="12" y="0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9" name="Freeform 778">
                <a:extLst>
                  <a:ext uri="{FF2B5EF4-FFF2-40B4-BE49-F238E27FC236}">
                    <a16:creationId xmlns:a16="http://schemas.microsoft.com/office/drawing/2014/main" id="{97F813B2-30C7-45EA-9A4C-C3121B194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665"/>
                <a:ext cx="10" cy="14"/>
              </a:xfrm>
              <a:custGeom>
                <a:avLst/>
                <a:gdLst>
                  <a:gd name="T0" fmla="*/ 1 w 10"/>
                  <a:gd name="T1" fmla="*/ 2 h 14"/>
                  <a:gd name="T2" fmla="*/ 10 w 10"/>
                  <a:gd name="T3" fmla="*/ 12 h 14"/>
                  <a:gd name="T4" fmla="*/ 5 w 10"/>
                  <a:gd name="T5" fmla="*/ 14 h 14"/>
                  <a:gd name="T6" fmla="*/ 0 w 10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" y="2"/>
                    </a:moveTo>
                    <a:cubicBezTo>
                      <a:pt x="1" y="3"/>
                      <a:pt x="8" y="8"/>
                      <a:pt x="10" y="12"/>
                    </a:cubicBezTo>
                    <a:cubicBezTo>
                      <a:pt x="8" y="13"/>
                      <a:pt x="6" y="13"/>
                      <a:pt x="5" y="14"/>
                    </a:cubicBezTo>
                    <a:cubicBezTo>
                      <a:pt x="3" y="10"/>
                      <a:pt x="3" y="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0" name="Freeform 779">
                <a:extLst>
                  <a:ext uri="{FF2B5EF4-FFF2-40B4-BE49-F238E27FC236}">
                    <a16:creationId xmlns:a16="http://schemas.microsoft.com/office/drawing/2014/main" id="{CE2D70E3-9C46-4692-A0A2-BA39C85B6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632"/>
                <a:ext cx="18" cy="34"/>
              </a:xfrm>
              <a:custGeom>
                <a:avLst/>
                <a:gdLst>
                  <a:gd name="T0" fmla="*/ 2 w 17"/>
                  <a:gd name="T1" fmla="*/ 0 h 33"/>
                  <a:gd name="T2" fmla="*/ 2 w 17"/>
                  <a:gd name="T3" fmla="*/ 1 h 33"/>
                  <a:gd name="T4" fmla="*/ 4 w 17"/>
                  <a:gd name="T5" fmla="*/ 2 h 33"/>
                  <a:gd name="T6" fmla="*/ 18 w 17"/>
                  <a:gd name="T7" fmla="*/ 9 h 33"/>
                  <a:gd name="T8" fmla="*/ 22 w 17"/>
                  <a:gd name="T9" fmla="*/ 12 h 33"/>
                  <a:gd name="T10" fmla="*/ 21 w 17"/>
                  <a:gd name="T11" fmla="*/ 26 h 33"/>
                  <a:gd name="T12" fmla="*/ 21 w 17"/>
                  <a:gd name="T13" fmla="*/ 39 h 33"/>
                  <a:gd name="T14" fmla="*/ 19 w 17"/>
                  <a:gd name="T15" fmla="*/ 32 h 33"/>
                  <a:gd name="T16" fmla="*/ 18 w 17"/>
                  <a:gd name="T17" fmla="*/ 16 h 33"/>
                  <a:gd name="T18" fmla="*/ 0 w 17"/>
                  <a:gd name="T19" fmla="*/ 2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33">
                    <a:moveTo>
                      <a:pt x="2" y="0"/>
                    </a:moveTo>
                    <a:cubicBezTo>
                      <a:pt x="2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6" y="5"/>
                      <a:pt x="9" y="7"/>
                      <a:pt x="12" y="9"/>
                    </a:cubicBezTo>
                    <a:cubicBezTo>
                      <a:pt x="13" y="9"/>
                      <a:pt x="15" y="11"/>
                      <a:pt x="16" y="12"/>
                    </a:cubicBezTo>
                    <a:cubicBezTo>
                      <a:pt x="17" y="14"/>
                      <a:pt x="15" y="18"/>
                      <a:pt x="15" y="20"/>
                    </a:cubicBezTo>
                    <a:cubicBezTo>
                      <a:pt x="14" y="24"/>
                      <a:pt x="14" y="29"/>
                      <a:pt x="15" y="33"/>
                    </a:cubicBezTo>
                    <a:cubicBezTo>
                      <a:pt x="15" y="30"/>
                      <a:pt x="13" y="28"/>
                      <a:pt x="13" y="26"/>
                    </a:cubicBezTo>
                    <a:cubicBezTo>
                      <a:pt x="13" y="22"/>
                      <a:pt x="14" y="19"/>
                      <a:pt x="12" y="16"/>
                    </a:cubicBezTo>
                    <a:cubicBezTo>
                      <a:pt x="11" y="10"/>
                      <a:pt x="5" y="6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1" name="Freeform 780">
                <a:extLst>
                  <a:ext uri="{FF2B5EF4-FFF2-40B4-BE49-F238E27FC236}">
                    <a16:creationId xmlns:a16="http://schemas.microsoft.com/office/drawing/2014/main" id="{964013C4-EA2C-43FC-87D8-3DB75E401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614"/>
                <a:ext cx="8" cy="25"/>
              </a:xfrm>
              <a:custGeom>
                <a:avLst/>
                <a:gdLst>
                  <a:gd name="T0" fmla="*/ 5 w 8"/>
                  <a:gd name="T1" fmla="*/ 1 h 25"/>
                  <a:gd name="T2" fmla="*/ 5 w 8"/>
                  <a:gd name="T3" fmla="*/ 0 h 25"/>
                  <a:gd name="T4" fmla="*/ 4 w 8"/>
                  <a:gd name="T5" fmla="*/ 14 h 25"/>
                  <a:gd name="T6" fmla="*/ 8 w 8"/>
                  <a:gd name="T7" fmla="*/ 25 h 25"/>
                  <a:gd name="T8" fmla="*/ 3 w 8"/>
                  <a:gd name="T9" fmla="*/ 15 h 25"/>
                  <a:gd name="T10" fmla="*/ 4 w 8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5">
                    <a:moveTo>
                      <a:pt x="5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4"/>
                      <a:pt x="3" y="9"/>
                      <a:pt x="4" y="14"/>
                    </a:cubicBezTo>
                    <a:cubicBezTo>
                      <a:pt x="5" y="16"/>
                      <a:pt x="6" y="24"/>
                      <a:pt x="8" y="25"/>
                    </a:cubicBezTo>
                    <a:cubicBezTo>
                      <a:pt x="7" y="22"/>
                      <a:pt x="4" y="19"/>
                      <a:pt x="3" y="15"/>
                    </a:cubicBezTo>
                    <a:cubicBezTo>
                      <a:pt x="0" y="9"/>
                      <a:pt x="2" y="6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2" name="Freeform 781">
                <a:extLst>
                  <a:ext uri="{FF2B5EF4-FFF2-40B4-BE49-F238E27FC236}">
                    <a16:creationId xmlns:a16="http://schemas.microsoft.com/office/drawing/2014/main" id="{583D1DC3-E28A-4F66-AD99-E5E060AC7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569"/>
                <a:ext cx="14" cy="32"/>
              </a:xfrm>
              <a:custGeom>
                <a:avLst/>
                <a:gdLst>
                  <a:gd name="T0" fmla="*/ 11 w 14"/>
                  <a:gd name="T1" fmla="*/ 1 h 32"/>
                  <a:gd name="T2" fmla="*/ 10 w 14"/>
                  <a:gd name="T3" fmla="*/ 1 h 32"/>
                  <a:gd name="T4" fmla="*/ 14 w 14"/>
                  <a:gd name="T5" fmla="*/ 11 h 32"/>
                  <a:gd name="T6" fmla="*/ 6 w 14"/>
                  <a:gd name="T7" fmla="*/ 19 h 32"/>
                  <a:gd name="T8" fmla="*/ 3 w 14"/>
                  <a:gd name="T9" fmla="*/ 32 h 32"/>
                  <a:gd name="T10" fmla="*/ 8 w 14"/>
                  <a:gd name="T11" fmla="*/ 14 h 32"/>
                  <a:gd name="T12" fmla="*/ 10 w 14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2">
                    <a:moveTo>
                      <a:pt x="11" y="1"/>
                    </a:moveTo>
                    <a:cubicBezTo>
                      <a:pt x="10" y="1"/>
                      <a:pt x="10" y="0"/>
                      <a:pt x="10" y="1"/>
                    </a:cubicBezTo>
                    <a:cubicBezTo>
                      <a:pt x="10" y="5"/>
                      <a:pt x="13" y="8"/>
                      <a:pt x="14" y="11"/>
                    </a:cubicBezTo>
                    <a:cubicBezTo>
                      <a:pt x="11" y="12"/>
                      <a:pt x="8" y="16"/>
                      <a:pt x="6" y="19"/>
                    </a:cubicBezTo>
                    <a:cubicBezTo>
                      <a:pt x="4" y="22"/>
                      <a:pt x="2" y="29"/>
                      <a:pt x="3" y="32"/>
                    </a:cubicBezTo>
                    <a:cubicBezTo>
                      <a:pt x="0" y="28"/>
                      <a:pt x="5" y="17"/>
                      <a:pt x="8" y="14"/>
                    </a:cubicBezTo>
                    <a:cubicBezTo>
                      <a:pt x="12" y="10"/>
                      <a:pt x="11" y="6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3" name="Freeform 782">
                <a:extLst>
                  <a:ext uri="{FF2B5EF4-FFF2-40B4-BE49-F238E27FC236}">
                    <a16:creationId xmlns:a16="http://schemas.microsoft.com/office/drawing/2014/main" id="{3C4513CB-1C2B-435A-AA69-498E7DE87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523"/>
                <a:ext cx="16" cy="17"/>
              </a:xfrm>
              <a:custGeom>
                <a:avLst/>
                <a:gdLst>
                  <a:gd name="T0" fmla="*/ 21 w 15"/>
                  <a:gd name="T1" fmla="*/ 2 h 17"/>
                  <a:gd name="T2" fmla="*/ 14 w 15"/>
                  <a:gd name="T3" fmla="*/ 17 h 17"/>
                  <a:gd name="T4" fmla="*/ 0 w 15"/>
                  <a:gd name="T5" fmla="*/ 15 h 17"/>
                  <a:gd name="T6" fmla="*/ 17 w 15"/>
                  <a:gd name="T7" fmla="*/ 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5" y="2"/>
                    </a:moveTo>
                    <a:cubicBezTo>
                      <a:pt x="13" y="7"/>
                      <a:pt x="8" y="11"/>
                      <a:pt x="8" y="17"/>
                    </a:cubicBezTo>
                    <a:cubicBezTo>
                      <a:pt x="6" y="15"/>
                      <a:pt x="2" y="16"/>
                      <a:pt x="0" y="15"/>
                    </a:cubicBezTo>
                    <a:cubicBezTo>
                      <a:pt x="2" y="13"/>
                      <a:pt x="7" y="0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4" name="Freeform 783">
                <a:extLst>
                  <a:ext uri="{FF2B5EF4-FFF2-40B4-BE49-F238E27FC236}">
                    <a16:creationId xmlns:a16="http://schemas.microsoft.com/office/drawing/2014/main" id="{31057AA6-F0DE-4440-882C-A9790BABF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484"/>
                <a:ext cx="36" cy="12"/>
              </a:xfrm>
              <a:custGeom>
                <a:avLst/>
                <a:gdLst>
                  <a:gd name="T0" fmla="*/ 35 w 36"/>
                  <a:gd name="T1" fmla="*/ 12 h 12"/>
                  <a:gd name="T2" fmla="*/ 0 w 36"/>
                  <a:gd name="T3" fmla="*/ 7 h 12"/>
                  <a:gd name="T4" fmla="*/ 15 w 36"/>
                  <a:gd name="T5" fmla="*/ 1 h 12"/>
                  <a:gd name="T6" fmla="*/ 36 w 36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2">
                    <a:moveTo>
                      <a:pt x="35" y="12"/>
                    </a:moveTo>
                    <a:cubicBezTo>
                      <a:pt x="30" y="2"/>
                      <a:pt x="9" y="4"/>
                      <a:pt x="0" y="7"/>
                    </a:cubicBezTo>
                    <a:cubicBezTo>
                      <a:pt x="5" y="4"/>
                      <a:pt x="9" y="1"/>
                      <a:pt x="15" y="1"/>
                    </a:cubicBezTo>
                    <a:cubicBezTo>
                      <a:pt x="23" y="0"/>
                      <a:pt x="32" y="2"/>
                      <a:pt x="3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5" name="Freeform 784">
                <a:extLst>
                  <a:ext uri="{FF2B5EF4-FFF2-40B4-BE49-F238E27FC236}">
                    <a16:creationId xmlns:a16="http://schemas.microsoft.com/office/drawing/2014/main" id="{8B7F454D-D73C-4FC6-B557-B81C6D1E4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455"/>
                <a:ext cx="29" cy="16"/>
              </a:xfrm>
              <a:custGeom>
                <a:avLst/>
                <a:gdLst>
                  <a:gd name="T0" fmla="*/ 30 w 28"/>
                  <a:gd name="T1" fmla="*/ 21 h 15"/>
                  <a:gd name="T2" fmla="*/ 0 w 28"/>
                  <a:gd name="T3" fmla="*/ 5 h 15"/>
                  <a:gd name="T4" fmla="*/ 32 w 28"/>
                  <a:gd name="T5" fmla="*/ 1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5">
                    <a:moveTo>
                      <a:pt x="24" y="15"/>
                    </a:moveTo>
                    <a:cubicBezTo>
                      <a:pt x="28" y="8"/>
                      <a:pt x="4" y="5"/>
                      <a:pt x="0" y="5"/>
                    </a:cubicBezTo>
                    <a:cubicBezTo>
                      <a:pt x="3" y="0"/>
                      <a:pt x="22" y="8"/>
                      <a:pt x="26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6" name="Freeform 785">
                <a:extLst>
                  <a:ext uri="{FF2B5EF4-FFF2-40B4-BE49-F238E27FC236}">
                    <a16:creationId xmlns:a16="http://schemas.microsoft.com/office/drawing/2014/main" id="{71448565-CE0B-45FC-947E-C80545650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438"/>
                <a:ext cx="28" cy="19"/>
              </a:xfrm>
              <a:custGeom>
                <a:avLst/>
                <a:gdLst>
                  <a:gd name="T0" fmla="*/ 30 w 27"/>
                  <a:gd name="T1" fmla="*/ 19 h 19"/>
                  <a:gd name="T2" fmla="*/ 0 w 27"/>
                  <a:gd name="T3" fmla="*/ 2 h 19"/>
                  <a:gd name="T4" fmla="*/ 33 w 27"/>
                  <a:gd name="T5" fmla="*/ 1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24" y="19"/>
                    </a:moveTo>
                    <a:cubicBezTo>
                      <a:pt x="23" y="11"/>
                      <a:pt x="7" y="2"/>
                      <a:pt x="0" y="2"/>
                    </a:cubicBezTo>
                    <a:cubicBezTo>
                      <a:pt x="9" y="0"/>
                      <a:pt x="21" y="10"/>
                      <a:pt x="27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7" name="Freeform 786">
                <a:extLst>
                  <a:ext uri="{FF2B5EF4-FFF2-40B4-BE49-F238E27FC236}">
                    <a16:creationId xmlns:a16="http://schemas.microsoft.com/office/drawing/2014/main" id="{48F53892-C8ED-4B8C-BB13-034B1CE71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1423"/>
                <a:ext cx="26" cy="18"/>
              </a:xfrm>
              <a:custGeom>
                <a:avLst/>
                <a:gdLst>
                  <a:gd name="T0" fmla="*/ 26 w 26"/>
                  <a:gd name="T1" fmla="*/ 18 h 18"/>
                  <a:gd name="T2" fmla="*/ 0 w 26"/>
                  <a:gd name="T3" fmla="*/ 5 h 18"/>
                  <a:gd name="T4" fmla="*/ 26 w 26"/>
                  <a:gd name="T5" fmla="*/ 1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8">
                    <a:moveTo>
                      <a:pt x="26" y="18"/>
                    </a:moveTo>
                    <a:cubicBezTo>
                      <a:pt x="24" y="7"/>
                      <a:pt x="9" y="6"/>
                      <a:pt x="0" y="5"/>
                    </a:cubicBezTo>
                    <a:cubicBezTo>
                      <a:pt x="10" y="0"/>
                      <a:pt x="23" y="9"/>
                      <a:pt x="26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8" name="Oval 787">
                <a:extLst>
                  <a:ext uri="{FF2B5EF4-FFF2-40B4-BE49-F238E27FC236}">
                    <a16:creationId xmlns:a16="http://schemas.microsoft.com/office/drawing/2014/main" id="{7E43BC01-CA07-44B3-A203-EBBFAAB0A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697"/>
                <a:ext cx="68" cy="69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19" name="Oval 788">
                <a:extLst>
                  <a:ext uri="{FF2B5EF4-FFF2-40B4-BE49-F238E27FC236}">
                    <a16:creationId xmlns:a16="http://schemas.microsoft.com/office/drawing/2014/main" id="{95BE3D69-0C4C-46F2-B194-44C809094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697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20" name="Oval 789">
                <a:extLst>
                  <a:ext uri="{FF2B5EF4-FFF2-40B4-BE49-F238E27FC236}">
                    <a16:creationId xmlns:a16="http://schemas.microsoft.com/office/drawing/2014/main" id="{9DC7DA43-F32F-42D1-8DDA-DD1A1599B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1703"/>
                <a:ext cx="42" cy="41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21" name="Oval 790">
                <a:extLst>
                  <a:ext uri="{FF2B5EF4-FFF2-40B4-BE49-F238E27FC236}">
                    <a16:creationId xmlns:a16="http://schemas.microsoft.com/office/drawing/2014/main" id="{05C24CC3-1AA9-4A2A-A1A8-638781784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710"/>
                <a:ext cx="16" cy="17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22" name="Freeform 791">
                <a:extLst>
                  <a:ext uri="{FF2B5EF4-FFF2-40B4-BE49-F238E27FC236}">
                    <a16:creationId xmlns:a16="http://schemas.microsoft.com/office/drawing/2014/main" id="{3F1E8FAD-59BE-459D-958B-F9952E5D9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714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3" name="Oval 792">
                <a:extLst>
                  <a:ext uri="{FF2B5EF4-FFF2-40B4-BE49-F238E27FC236}">
                    <a16:creationId xmlns:a16="http://schemas.microsoft.com/office/drawing/2014/main" id="{59F4962C-92A6-4059-A8B6-A1FD2A2C5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767"/>
                <a:ext cx="68" cy="68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24" name="Oval 793">
                <a:extLst>
                  <a:ext uri="{FF2B5EF4-FFF2-40B4-BE49-F238E27FC236}">
                    <a16:creationId xmlns:a16="http://schemas.microsoft.com/office/drawing/2014/main" id="{103FA696-B962-4B9D-99CF-119DAFA1C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767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25" name="Oval 794">
                <a:extLst>
                  <a:ext uri="{FF2B5EF4-FFF2-40B4-BE49-F238E27FC236}">
                    <a16:creationId xmlns:a16="http://schemas.microsoft.com/office/drawing/2014/main" id="{29D4AEE5-4BBC-4870-B825-6FAF186C6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1772"/>
                <a:ext cx="42" cy="42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26" name="Oval 795">
                <a:extLst>
                  <a:ext uri="{FF2B5EF4-FFF2-40B4-BE49-F238E27FC236}">
                    <a16:creationId xmlns:a16="http://schemas.microsoft.com/office/drawing/2014/main" id="{840D1099-9EB6-413F-A80E-E61E9FA62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779"/>
                <a:ext cx="16" cy="16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27" name="Freeform 796">
                <a:extLst>
                  <a:ext uri="{FF2B5EF4-FFF2-40B4-BE49-F238E27FC236}">
                    <a16:creationId xmlns:a16="http://schemas.microsoft.com/office/drawing/2014/main" id="{4A310B4F-0C3B-44DB-A577-A1E79A457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783"/>
                <a:ext cx="59" cy="60"/>
              </a:xfrm>
              <a:custGeom>
                <a:avLst/>
                <a:gdLst>
                  <a:gd name="T0" fmla="*/ 0 w 58"/>
                  <a:gd name="T1" fmla="*/ 49 h 59"/>
                  <a:gd name="T2" fmla="*/ 48 w 58"/>
                  <a:gd name="T3" fmla="*/ 44 h 59"/>
                  <a:gd name="T4" fmla="*/ 49 w 58"/>
                  <a:gd name="T5" fmla="*/ 0 h 59"/>
                  <a:gd name="T6" fmla="*/ 43 w 58"/>
                  <a:gd name="T7" fmla="*/ 40 h 59"/>
                  <a:gd name="T8" fmla="*/ 0 w 58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3" y="59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8" name="Oval 797">
                <a:extLst>
                  <a:ext uri="{FF2B5EF4-FFF2-40B4-BE49-F238E27FC236}">
                    <a16:creationId xmlns:a16="http://schemas.microsoft.com/office/drawing/2014/main" id="{7CF72C42-655E-44C1-AEC3-28E9ACA13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835"/>
                <a:ext cx="68" cy="69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29" name="Oval 798">
                <a:extLst>
                  <a:ext uri="{FF2B5EF4-FFF2-40B4-BE49-F238E27FC236}">
                    <a16:creationId xmlns:a16="http://schemas.microsoft.com/office/drawing/2014/main" id="{2ED205B1-266D-4EE4-9DC2-C162F9ADD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835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30" name="Oval 799">
                <a:extLst>
                  <a:ext uri="{FF2B5EF4-FFF2-40B4-BE49-F238E27FC236}">
                    <a16:creationId xmlns:a16="http://schemas.microsoft.com/office/drawing/2014/main" id="{6F855F33-2099-4CEA-848E-EE2E4EEC4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1841"/>
                <a:ext cx="42" cy="41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31" name="Oval 800">
                <a:extLst>
                  <a:ext uri="{FF2B5EF4-FFF2-40B4-BE49-F238E27FC236}">
                    <a16:creationId xmlns:a16="http://schemas.microsoft.com/office/drawing/2014/main" id="{FC102E8A-C421-4125-AB61-7C213579A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847"/>
                <a:ext cx="16" cy="18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32" name="Freeform 801">
                <a:extLst>
                  <a:ext uri="{FF2B5EF4-FFF2-40B4-BE49-F238E27FC236}">
                    <a16:creationId xmlns:a16="http://schemas.microsoft.com/office/drawing/2014/main" id="{2976409B-D11B-405F-A3F6-C9AE5FDE4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852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3" name="Oval 802">
                <a:extLst>
                  <a:ext uri="{FF2B5EF4-FFF2-40B4-BE49-F238E27FC236}">
                    <a16:creationId xmlns:a16="http://schemas.microsoft.com/office/drawing/2014/main" id="{90F1336D-4D75-4B09-8AC0-70B67CB50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1782"/>
                <a:ext cx="69" cy="69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34" name="Oval 803">
                <a:extLst>
                  <a:ext uri="{FF2B5EF4-FFF2-40B4-BE49-F238E27FC236}">
                    <a16:creationId xmlns:a16="http://schemas.microsoft.com/office/drawing/2014/main" id="{3C9F5300-346F-436E-AA50-758D52BCB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1782"/>
                <a:ext cx="70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35" name="Oval 804">
                <a:extLst>
                  <a:ext uri="{FF2B5EF4-FFF2-40B4-BE49-F238E27FC236}">
                    <a16:creationId xmlns:a16="http://schemas.microsoft.com/office/drawing/2014/main" id="{4D0F1872-3914-484A-BD20-87505247C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1788"/>
                <a:ext cx="42" cy="41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36" name="Oval 805">
                <a:extLst>
                  <a:ext uri="{FF2B5EF4-FFF2-40B4-BE49-F238E27FC236}">
                    <a16:creationId xmlns:a16="http://schemas.microsoft.com/office/drawing/2014/main" id="{DCE2A05C-0DC5-4F24-B24F-975C96B97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1794"/>
                <a:ext cx="18" cy="18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37" name="Freeform 806">
                <a:extLst>
                  <a:ext uri="{FF2B5EF4-FFF2-40B4-BE49-F238E27FC236}">
                    <a16:creationId xmlns:a16="http://schemas.microsoft.com/office/drawing/2014/main" id="{78D278D4-77C6-445B-975D-5CBACA401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798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8" name="Oval 807">
                <a:extLst>
                  <a:ext uri="{FF2B5EF4-FFF2-40B4-BE49-F238E27FC236}">
                    <a16:creationId xmlns:a16="http://schemas.microsoft.com/office/drawing/2014/main" id="{235128F8-ECC6-4FAB-8676-A070DA778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1730"/>
                <a:ext cx="68" cy="68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39" name="Oval 808">
                <a:extLst>
                  <a:ext uri="{FF2B5EF4-FFF2-40B4-BE49-F238E27FC236}">
                    <a16:creationId xmlns:a16="http://schemas.microsoft.com/office/drawing/2014/main" id="{134F7B9B-B111-4271-9313-F492AFCFB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1730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40" name="Oval 809">
                <a:extLst>
                  <a:ext uri="{FF2B5EF4-FFF2-40B4-BE49-F238E27FC236}">
                    <a16:creationId xmlns:a16="http://schemas.microsoft.com/office/drawing/2014/main" id="{D186EB0A-E5D5-4C8F-8E2C-61E259106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1735"/>
                <a:ext cx="42" cy="42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41" name="Oval 810">
                <a:extLst>
                  <a:ext uri="{FF2B5EF4-FFF2-40B4-BE49-F238E27FC236}">
                    <a16:creationId xmlns:a16="http://schemas.microsoft.com/office/drawing/2014/main" id="{A2B37BE4-0C03-41AF-AB45-C07388DF0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" y="1742"/>
                <a:ext cx="17" cy="17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42" name="Freeform 811">
                <a:extLst>
                  <a:ext uri="{FF2B5EF4-FFF2-40B4-BE49-F238E27FC236}">
                    <a16:creationId xmlns:a16="http://schemas.microsoft.com/office/drawing/2014/main" id="{55E8DD10-0318-4D00-A625-080DD237E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746"/>
                <a:ext cx="60" cy="61"/>
              </a:xfrm>
              <a:custGeom>
                <a:avLst/>
                <a:gdLst>
                  <a:gd name="T0" fmla="*/ 0 w 58"/>
                  <a:gd name="T1" fmla="*/ 53 h 59"/>
                  <a:gd name="T2" fmla="*/ 52 w 58"/>
                  <a:gd name="T3" fmla="*/ 44 h 59"/>
                  <a:gd name="T4" fmla="*/ 54 w 58"/>
                  <a:gd name="T5" fmla="*/ 0 h 59"/>
                  <a:gd name="T6" fmla="*/ 43 w 58"/>
                  <a:gd name="T7" fmla="*/ 40 h 59"/>
                  <a:gd name="T8" fmla="*/ 0 w 58"/>
                  <a:gd name="T9" fmla="*/ 5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3" y="59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3" name="Oval 812">
                <a:extLst>
                  <a:ext uri="{FF2B5EF4-FFF2-40B4-BE49-F238E27FC236}">
                    <a16:creationId xmlns:a16="http://schemas.microsoft.com/office/drawing/2014/main" id="{5EE26A16-4E9B-4A36-B180-4496CC6B9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491"/>
                <a:ext cx="68" cy="68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44" name="Oval 813">
                <a:extLst>
                  <a:ext uri="{FF2B5EF4-FFF2-40B4-BE49-F238E27FC236}">
                    <a16:creationId xmlns:a16="http://schemas.microsoft.com/office/drawing/2014/main" id="{9A7D5895-B5AA-402E-B0BE-5F3529E83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491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45" name="Oval 814">
                <a:extLst>
                  <a:ext uri="{FF2B5EF4-FFF2-40B4-BE49-F238E27FC236}">
                    <a16:creationId xmlns:a16="http://schemas.microsoft.com/office/drawing/2014/main" id="{D3655814-28A6-46F1-BC9D-DB9717DD8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1497"/>
                <a:ext cx="42" cy="41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46" name="Oval 815">
                <a:extLst>
                  <a:ext uri="{FF2B5EF4-FFF2-40B4-BE49-F238E27FC236}">
                    <a16:creationId xmlns:a16="http://schemas.microsoft.com/office/drawing/2014/main" id="{3E4FCC5D-7A52-4E76-8076-92D78AB03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503"/>
                <a:ext cx="16" cy="18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47" name="Freeform 816">
                <a:extLst>
                  <a:ext uri="{FF2B5EF4-FFF2-40B4-BE49-F238E27FC236}">
                    <a16:creationId xmlns:a16="http://schemas.microsoft.com/office/drawing/2014/main" id="{2711C823-B591-4684-A31D-5DC6A00C9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507"/>
                <a:ext cx="59" cy="61"/>
              </a:xfrm>
              <a:custGeom>
                <a:avLst/>
                <a:gdLst>
                  <a:gd name="T0" fmla="*/ 0 w 58"/>
                  <a:gd name="T1" fmla="*/ 53 h 59"/>
                  <a:gd name="T2" fmla="*/ 48 w 58"/>
                  <a:gd name="T3" fmla="*/ 44 h 59"/>
                  <a:gd name="T4" fmla="*/ 49 w 58"/>
                  <a:gd name="T5" fmla="*/ 0 h 59"/>
                  <a:gd name="T6" fmla="*/ 43 w 58"/>
                  <a:gd name="T7" fmla="*/ 40 h 59"/>
                  <a:gd name="T8" fmla="*/ 0 w 58"/>
                  <a:gd name="T9" fmla="*/ 5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3" y="59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8" name="Oval 817">
                <a:extLst>
                  <a:ext uri="{FF2B5EF4-FFF2-40B4-BE49-F238E27FC236}">
                    <a16:creationId xmlns:a16="http://schemas.microsoft.com/office/drawing/2014/main" id="{CFF85A2F-6783-4A6C-9C8C-0DF4E0886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559"/>
                <a:ext cx="68" cy="69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49" name="Oval 818">
                <a:extLst>
                  <a:ext uri="{FF2B5EF4-FFF2-40B4-BE49-F238E27FC236}">
                    <a16:creationId xmlns:a16="http://schemas.microsoft.com/office/drawing/2014/main" id="{1A63FF23-A995-436C-A1A7-617935B54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559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50" name="Oval 819">
                <a:extLst>
                  <a:ext uri="{FF2B5EF4-FFF2-40B4-BE49-F238E27FC236}">
                    <a16:creationId xmlns:a16="http://schemas.microsoft.com/office/drawing/2014/main" id="{983FAC91-EB91-4DBA-BBC6-89D5C05D2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1566"/>
                <a:ext cx="42" cy="40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51" name="Oval 820">
                <a:extLst>
                  <a:ext uri="{FF2B5EF4-FFF2-40B4-BE49-F238E27FC236}">
                    <a16:creationId xmlns:a16="http://schemas.microsoft.com/office/drawing/2014/main" id="{5E66AF3F-4EE6-4DD2-A31C-F510634C0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572"/>
                <a:ext cx="16" cy="17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52" name="Freeform 821">
                <a:extLst>
                  <a:ext uri="{FF2B5EF4-FFF2-40B4-BE49-F238E27FC236}">
                    <a16:creationId xmlns:a16="http://schemas.microsoft.com/office/drawing/2014/main" id="{E9EF5329-330D-4977-9F64-66DAB62C3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576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3" name="Oval 822">
                <a:extLst>
                  <a:ext uri="{FF2B5EF4-FFF2-40B4-BE49-F238E27FC236}">
                    <a16:creationId xmlns:a16="http://schemas.microsoft.com/office/drawing/2014/main" id="{44C052ED-D44C-4F0D-9A45-044106DFB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629"/>
                <a:ext cx="68" cy="68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54" name="Oval 823">
                <a:extLst>
                  <a:ext uri="{FF2B5EF4-FFF2-40B4-BE49-F238E27FC236}">
                    <a16:creationId xmlns:a16="http://schemas.microsoft.com/office/drawing/2014/main" id="{3CC5AB64-3451-4877-B77C-50E056A00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629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55" name="Oval 824">
                <a:extLst>
                  <a:ext uri="{FF2B5EF4-FFF2-40B4-BE49-F238E27FC236}">
                    <a16:creationId xmlns:a16="http://schemas.microsoft.com/office/drawing/2014/main" id="{1CE2C066-51F9-4E90-8EBA-3411B7BC6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1634"/>
                <a:ext cx="42" cy="42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56" name="Oval 825">
                <a:extLst>
                  <a:ext uri="{FF2B5EF4-FFF2-40B4-BE49-F238E27FC236}">
                    <a16:creationId xmlns:a16="http://schemas.microsoft.com/office/drawing/2014/main" id="{2B9F2D87-75A9-433F-A6E6-9E237C461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641"/>
                <a:ext cx="16" cy="18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57" name="Freeform 826">
                <a:extLst>
                  <a:ext uri="{FF2B5EF4-FFF2-40B4-BE49-F238E27FC236}">
                    <a16:creationId xmlns:a16="http://schemas.microsoft.com/office/drawing/2014/main" id="{5170DBE0-8346-45DA-9571-B3F350310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645"/>
                <a:ext cx="59" cy="61"/>
              </a:xfrm>
              <a:custGeom>
                <a:avLst/>
                <a:gdLst>
                  <a:gd name="T0" fmla="*/ 0 w 58"/>
                  <a:gd name="T1" fmla="*/ 53 h 59"/>
                  <a:gd name="T2" fmla="*/ 48 w 58"/>
                  <a:gd name="T3" fmla="*/ 44 h 59"/>
                  <a:gd name="T4" fmla="*/ 49 w 58"/>
                  <a:gd name="T5" fmla="*/ 0 h 59"/>
                  <a:gd name="T6" fmla="*/ 43 w 58"/>
                  <a:gd name="T7" fmla="*/ 40 h 59"/>
                  <a:gd name="T8" fmla="*/ 0 w 58"/>
                  <a:gd name="T9" fmla="*/ 5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3" y="59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8" name="Oval 827">
                <a:extLst>
                  <a:ext uri="{FF2B5EF4-FFF2-40B4-BE49-F238E27FC236}">
                    <a16:creationId xmlns:a16="http://schemas.microsoft.com/office/drawing/2014/main" id="{2DB1AD94-EABD-44DE-A6A6-6084E341E6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905"/>
                <a:ext cx="68" cy="68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59" name="Oval 828">
                <a:extLst>
                  <a:ext uri="{FF2B5EF4-FFF2-40B4-BE49-F238E27FC236}">
                    <a16:creationId xmlns:a16="http://schemas.microsoft.com/office/drawing/2014/main" id="{608876A9-08F5-42C6-8535-F1BB6589A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905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60" name="Oval 829">
                <a:extLst>
                  <a:ext uri="{FF2B5EF4-FFF2-40B4-BE49-F238E27FC236}">
                    <a16:creationId xmlns:a16="http://schemas.microsoft.com/office/drawing/2014/main" id="{86EE83E6-AA9C-4BE6-AFEE-77E1B3A49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1910"/>
                <a:ext cx="42" cy="42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61" name="Oval 830">
                <a:extLst>
                  <a:ext uri="{FF2B5EF4-FFF2-40B4-BE49-F238E27FC236}">
                    <a16:creationId xmlns:a16="http://schemas.microsoft.com/office/drawing/2014/main" id="{AE79AFE3-DF75-4748-8F74-6E1EC1A0A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917"/>
                <a:ext cx="16" cy="16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62" name="Freeform 831">
                <a:extLst>
                  <a:ext uri="{FF2B5EF4-FFF2-40B4-BE49-F238E27FC236}">
                    <a16:creationId xmlns:a16="http://schemas.microsoft.com/office/drawing/2014/main" id="{97108B9F-26C1-4DAD-BEE1-E4F44C4A0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920"/>
                <a:ext cx="59" cy="61"/>
              </a:xfrm>
              <a:custGeom>
                <a:avLst/>
                <a:gdLst>
                  <a:gd name="T0" fmla="*/ 0 w 58"/>
                  <a:gd name="T1" fmla="*/ 50 h 60"/>
                  <a:gd name="T2" fmla="*/ 48 w 58"/>
                  <a:gd name="T3" fmla="*/ 45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3" y="60"/>
                      <a:pt x="42" y="39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50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3" name="Oval 832">
                <a:extLst>
                  <a:ext uri="{FF2B5EF4-FFF2-40B4-BE49-F238E27FC236}">
                    <a16:creationId xmlns:a16="http://schemas.microsoft.com/office/drawing/2014/main" id="{6DFD3997-90D8-4B73-81A0-23B16259D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1662"/>
                <a:ext cx="69" cy="68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64" name="Oval 833">
                <a:extLst>
                  <a:ext uri="{FF2B5EF4-FFF2-40B4-BE49-F238E27FC236}">
                    <a16:creationId xmlns:a16="http://schemas.microsoft.com/office/drawing/2014/main" id="{A137EE9C-EF77-41F0-BF75-738D74B80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1662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65" name="Oval 834">
                <a:extLst>
                  <a:ext uri="{FF2B5EF4-FFF2-40B4-BE49-F238E27FC236}">
                    <a16:creationId xmlns:a16="http://schemas.microsoft.com/office/drawing/2014/main" id="{AD28BD29-7430-4226-A3B9-13A789E27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4" y="1667"/>
                <a:ext cx="41" cy="42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66" name="Oval 835">
                <a:extLst>
                  <a:ext uri="{FF2B5EF4-FFF2-40B4-BE49-F238E27FC236}">
                    <a16:creationId xmlns:a16="http://schemas.microsoft.com/office/drawing/2014/main" id="{2DE8ECED-5C13-4788-A475-CCC469AAD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1674"/>
                <a:ext cx="17" cy="16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67" name="Freeform 836">
                <a:extLst>
                  <a:ext uri="{FF2B5EF4-FFF2-40B4-BE49-F238E27FC236}">
                    <a16:creationId xmlns:a16="http://schemas.microsoft.com/office/drawing/2014/main" id="{FBB8BD39-7B6B-4DAA-8C6B-533DBC39E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677"/>
                <a:ext cx="59" cy="61"/>
              </a:xfrm>
              <a:custGeom>
                <a:avLst/>
                <a:gdLst>
                  <a:gd name="T0" fmla="*/ 0 w 58"/>
                  <a:gd name="T1" fmla="*/ 50 h 60"/>
                  <a:gd name="T2" fmla="*/ 48 w 58"/>
                  <a:gd name="T3" fmla="*/ 45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4" y="60"/>
                      <a:pt x="42" y="39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50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8" name="Oval 837">
                <a:extLst>
                  <a:ext uri="{FF2B5EF4-FFF2-40B4-BE49-F238E27FC236}">
                    <a16:creationId xmlns:a16="http://schemas.microsoft.com/office/drawing/2014/main" id="{231A3776-9FCC-4C10-87C2-99FE565BF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1588"/>
                <a:ext cx="69" cy="70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69" name="Oval 838">
                <a:extLst>
                  <a:ext uri="{FF2B5EF4-FFF2-40B4-BE49-F238E27FC236}">
                    <a16:creationId xmlns:a16="http://schemas.microsoft.com/office/drawing/2014/main" id="{E227B62D-C5CB-44AC-81EB-F985E950C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1588"/>
                <a:ext cx="69" cy="70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70" name="Oval 839">
                <a:extLst>
                  <a:ext uri="{FF2B5EF4-FFF2-40B4-BE49-F238E27FC236}">
                    <a16:creationId xmlns:a16="http://schemas.microsoft.com/office/drawing/2014/main" id="{CA8AEE11-CA34-4A0D-A292-83937C490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1594"/>
                <a:ext cx="41" cy="42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71" name="Oval 840">
                <a:extLst>
                  <a:ext uri="{FF2B5EF4-FFF2-40B4-BE49-F238E27FC236}">
                    <a16:creationId xmlns:a16="http://schemas.microsoft.com/office/drawing/2014/main" id="{0C71807E-243C-4D87-8688-2FC805C14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1" y="1601"/>
                <a:ext cx="16" cy="17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72" name="Freeform 841">
                <a:extLst>
                  <a:ext uri="{FF2B5EF4-FFF2-40B4-BE49-F238E27FC236}">
                    <a16:creationId xmlns:a16="http://schemas.microsoft.com/office/drawing/2014/main" id="{C89A01E0-6391-44A0-8B95-D9A4B64DE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604"/>
                <a:ext cx="59" cy="62"/>
              </a:xfrm>
              <a:custGeom>
                <a:avLst/>
                <a:gdLst>
                  <a:gd name="T0" fmla="*/ 0 w 58"/>
                  <a:gd name="T1" fmla="*/ 55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3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1" y="21"/>
                      <a:pt x="37" y="35"/>
                    </a:cubicBezTo>
                    <a:cubicBezTo>
                      <a:pt x="23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3" name="Oval 842">
                <a:extLst>
                  <a:ext uri="{FF2B5EF4-FFF2-40B4-BE49-F238E27FC236}">
                    <a16:creationId xmlns:a16="http://schemas.microsoft.com/office/drawing/2014/main" id="{8023FFFE-CB7C-410C-A470-3291D39C4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9" y="1630"/>
                <a:ext cx="68" cy="69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74" name="Oval 843">
                <a:extLst>
                  <a:ext uri="{FF2B5EF4-FFF2-40B4-BE49-F238E27FC236}">
                    <a16:creationId xmlns:a16="http://schemas.microsoft.com/office/drawing/2014/main" id="{9DCE1359-3165-48FD-AC38-0E780B1C0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1630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75" name="Oval 844">
                <a:extLst>
                  <a:ext uri="{FF2B5EF4-FFF2-40B4-BE49-F238E27FC236}">
                    <a16:creationId xmlns:a16="http://schemas.microsoft.com/office/drawing/2014/main" id="{F9CAF2E0-D21F-44F1-8DAC-EF8B4DDF6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1636"/>
                <a:ext cx="42" cy="42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76" name="Oval 845">
                <a:extLst>
                  <a:ext uri="{FF2B5EF4-FFF2-40B4-BE49-F238E27FC236}">
                    <a16:creationId xmlns:a16="http://schemas.microsoft.com/office/drawing/2014/main" id="{E67AC2C2-4EBD-4C0F-821A-1455E2E8C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1643"/>
                <a:ext cx="17" cy="17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77" name="Freeform 846">
                <a:extLst>
                  <a:ext uri="{FF2B5EF4-FFF2-40B4-BE49-F238E27FC236}">
                    <a16:creationId xmlns:a16="http://schemas.microsoft.com/office/drawing/2014/main" id="{F669D7A8-BA0C-4217-840B-4C805A19C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646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8" name="Oval 847">
                <a:extLst>
                  <a:ext uri="{FF2B5EF4-FFF2-40B4-BE49-F238E27FC236}">
                    <a16:creationId xmlns:a16="http://schemas.microsoft.com/office/drawing/2014/main" id="{EFF3AC62-6387-4EAD-BA18-39C36F863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" y="1534"/>
                <a:ext cx="69" cy="68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79" name="Oval 848">
                <a:extLst>
                  <a:ext uri="{FF2B5EF4-FFF2-40B4-BE49-F238E27FC236}">
                    <a16:creationId xmlns:a16="http://schemas.microsoft.com/office/drawing/2014/main" id="{3958D7FC-4FC3-4BE9-9ABF-2A0120DAD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1534"/>
                <a:ext cx="70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80" name="Oval 849">
                <a:extLst>
                  <a:ext uri="{FF2B5EF4-FFF2-40B4-BE49-F238E27FC236}">
                    <a16:creationId xmlns:a16="http://schemas.microsoft.com/office/drawing/2014/main" id="{1C786EDC-A385-4AE1-98F4-1921D0EE3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1540"/>
                <a:ext cx="42" cy="41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81" name="Oval 850">
                <a:extLst>
                  <a:ext uri="{FF2B5EF4-FFF2-40B4-BE49-F238E27FC236}">
                    <a16:creationId xmlns:a16="http://schemas.microsoft.com/office/drawing/2014/main" id="{C934A465-4036-4BAF-89CE-A7594E09C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1546"/>
                <a:ext cx="18" cy="18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82" name="Freeform 851">
                <a:extLst>
                  <a:ext uri="{FF2B5EF4-FFF2-40B4-BE49-F238E27FC236}">
                    <a16:creationId xmlns:a16="http://schemas.microsoft.com/office/drawing/2014/main" id="{BF5DD059-F771-4206-9F60-2B709FCF7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550"/>
                <a:ext cx="60" cy="62"/>
              </a:xfrm>
              <a:custGeom>
                <a:avLst/>
                <a:gdLst>
                  <a:gd name="T0" fmla="*/ 0 w 58"/>
                  <a:gd name="T1" fmla="*/ 53 h 60"/>
                  <a:gd name="T2" fmla="*/ 50 w 58"/>
                  <a:gd name="T3" fmla="*/ 44 h 60"/>
                  <a:gd name="T4" fmla="*/ 52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83" name="Oval 852">
                <a:extLst>
                  <a:ext uri="{FF2B5EF4-FFF2-40B4-BE49-F238E27FC236}">
                    <a16:creationId xmlns:a16="http://schemas.microsoft.com/office/drawing/2014/main" id="{8DDCC59C-A673-4434-9A02-18B3B25A1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1581"/>
                <a:ext cx="68" cy="68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84" name="Oval 853">
                <a:extLst>
                  <a:ext uri="{FF2B5EF4-FFF2-40B4-BE49-F238E27FC236}">
                    <a16:creationId xmlns:a16="http://schemas.microsoft.com/office/drawing/2014/main" id="{C3EE3A7B-F0F4-4B02-9EA9-D8D3CF9DF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9" y="1581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85" name="Oval 854">
                <a:extLst>
                  <a:ext uri="{FF2B5EF4-FFF2-40B4-BE49-F238E27FC236}">
                    <a16:creationId xmlns:a16="http://schemas.microsoft.com/office/drawing/2014/main" id="{57AFD9A8-B01E-4D0D-90F9-C6CE5F3C9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1586"/>
                <a:ext cx="41" cy="42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86" name="Oval 855">
                <a:extLst>
                  <a:ext uri="{FF2B5EF4-FFF2-40B4-BE49-F238E27FC236}">
                    <a16:creationId xmlns:a16="http://schemas.microsoft.com/office/drawing/2014/main" id="{8EED21DC-3F75-4A5F-AD2C-86451AD30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1593"/>
                <a:ext cx="17" cy="17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87" name="Freeform 856">
                <a:extLst>
                  <a:ext uri="{FF2B5EF4-FFF2-40B4-BE49-F238E27FC236}">
                    <a16:creationId xmlns:a16="http://schemas.microsoft.com/office/drawing/2014/main" id="{8E57D5DB-E905-4400-8C43-40E22A527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596"/>
                <a:ext cx="59" cy="62"/>
              </a:xfrm>
              <a:custGeom>
                <a:avLst/>
                <a:gdLst>
                  <a:gd name="T0" fmla="*/ 0 w 58"/>
                  <a:gd name="T1" fmla="*/ 55 h 60"/>
                  <a:gd name="T2" fmla="*/ 47 w 58"/>
                  <a:gd name="T3" fmla="*/ 45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3" y="60"/>
                      <a:pt x="41" y="39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88" name="Oval 857">
                <a:extLst>
                  <a:ext uri="{FF2B5EF4-FFF2-40B4-BE49-F238E27FC236}">
                    <a16:creationId xmlns:a16="http://schemas.microsoft.com/office/drawing/2014/main" id="{A1E79BA9-9EEC-48FA-A3C8-BEABD3326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1686"/>
                <a:ext cx="69" cy="69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89" name="Oval 858">
                <a:extLst>
                  <a:ext uri="{FF2B5EF4-FFF2-40B4-BE49-F238E27FC236}">
                    <a16:creationId xmlns:a16="http://schemas.microsoft.com/office/drawing/2014/main" id="{CEEE2266-9B95-48A5-AAC2-B98F895C6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9" y="1686"/>
                <a:ext cx="70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90" name="Oval 859">
                <a:extLst>
                  <a:ext uri="{FF2B5EF4-FFF2-40B4-BE49-F238E27FC236}">
                    <a16:creationId xmlns:a16="http://schemas.microsoft.com/office/drawing/2014/main" id="{60074C07-9D01-4276-A814-BB53287E2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1691"/>
                <a:ext cx="41" cy="42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91" name="Oval 860">
                <a:extLst>
                  <a:ext uri="{FF2B5EF4-FFF2-40B4-BE49-F238E27FC236}">
                    <a16:creationId xmlns:a16="http://schemas.microsoft.com/office/drawing/2014/main" id="{D53EE363-2ADE-4AA4-8F5D-7F541ABE8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698"/>
                <a:ext cx="17" cy="17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92" name="Freeform 861">
                <a:extLst>
                  <a:ext uri="{FF2B5EF4-FFF2-40B4-BE49-F238E27FC236}">
                    <a16:creationId xmlns:a16="http://schemas.microsoft.com/office/drawing/2014/main" id="{42B6D038-FC86-4374-8C9E-76468D13F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701"/>
                <a:ext cx="59" cy="62"/>
              </a:xfrm>
              <a:custGeom>
                <a:avLst/>
                <a:gdLst>
                  <a:gd name="T0" fmla="*/ 0 w 58"/>
                  <a:gd name="T1" fmla="*/ 55 h 60"/>
                  <a:gd name="T2" fmla="*/ 47 w 58"/>
                  <a:gd name="T3" fmla="*/ 45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3" y="60"/>
                      <a:pt x="41" y="39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93" name="Oval 862">
                <a:extLst>
                  <a:ext uri="{FF2B5EF4-FFF2-40B4-BE49-F238E27FC236}">
                    <a16:creationId xmlns:a16="http://schemas.microsoft.com/office/drawing/2014/main" id="{BDF338AB-26A6-4D69-A2BB-44067CE72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6" y="1634"/>
                <a:ext cx="69" cy="68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94" name="Oval 863">
                <a:extLst>
                  <a:ext uri="{FF2B5EF4-FFF2-40B4-BE49-F238E27FC236}">
                    <a16:creationId xmlns:a16="http://schemas.microsoft.com/office/drawing/2014/main" id="{07F79509-B4AB-4446-A6B8-23C3ECBD7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6" y="1634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95" name="Oval 864">
                <a:extLst>
                  <a:ext uri="{FF2B5EF4-FFF2-40B4-BE49-F238E27FC236}">
                    <a16:creationId xmlns:a16="http://schemas.microsoft.com/office/drawing/2014/main" id="{05C57229-5BFE-445D-9B50-F15096562B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3" y="1639"/>
                <a:ext cx="41" cy="42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96" name="Oval 865">
                <a:extLst>
                  <a:ext uri="{FF2B5EF4-FFF2-40B4-BE49-F238E27FC236}">
                    <a16:creationId xmlns:a16="http://schemas.microsoft.com/office/drawing/2014/main" id="{62770A8F-9DA7-4DF9-94B7-7F0FB2F05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" y="1646"/>
                <a:ext cx="17" cy="17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97" name="Freeform 866">
                <a:extLst>
                  <a:ext uri="{FF2B5EF4-FFF2-40B4-BE49-F238E27FC236}">
                    <a16:creationId xmlns:a16="http://schemas.microsoft.com/office/drawing/2014/main" id="{1CD15CEF-AC75-47F2-B25E-D44B10EE5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649"/>
                <a:ext cx="60" cy="62"/>
              </a:xfrm>
              <a:custGeom>
                <a:avLst/>
                <a:gdLst>
                  <a:gd name="T0" fmla="*/ 0 w 58"/>
                  <a:gd name="T1" fmla="*/ 55 h 60"/>
                  <a:gd name="T2" fmla="*/ 52 w 58"/>
                  <a:gd name="T3" fmla="*/ 45 h 60"/>
                  <a:gd name="T4" fmla="*/ 54 w 58"/>
                  <a:gd name="T5" fmla="*/ 0 h 60"/>
                  <a:gd name="T6" fmla="*/ 43 w 58"/>
                  <a:gd name="T7" fmla="*/ 41 h 60"/>
                  <a:gd name="T8" fmla="*/ 0 w 58"/>
                  <a:gd name="T9" fmla="*/ 5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4" y="60"/>
                      <a:pt x="42" y="39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50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98" name="Oval 867">
                <a:extLst>
                  <a:ext uri="{FF2B5EF4-FFF2-40B4-BE49-F238E27FC236}">
                    <a16:creationId xmlns:a16="http://schemas.microsoft.com/office/drawing/2014/main" id="{E97C03E2-3C34-4377-8BCB-3C9D34642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8" y="1853"/>
                <a:ext cx="70" cy="68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399" name="Oval 868">
                <a:extLst>
                  <a:ext uri="{FF2B5EF4-FFF2-40B4-BE49-F238E27FC236}">
                    <a16:creationId xmlns:a16="http://schemas.microsoft.com/office/drawing/2014/main" id="{0501CC07-38D7-433B-8B46-E49FFEC98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8" y="185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00" name="Oval 869">
                <a:extLst>
                  <a:ext uri="{FF2B5EF4-FFF2-40B4-BE49-F238E27FC236}">
                    <a16:creationId xmlns:a16="http://schemas.microsoft.com/office/drawing/2014/main" id="{ECB0AA72-0683-429C-9258-9FDE9CE54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1859"/>
                <a:ext cx="41" cy="41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01" name="Oval 870">
                <a:extLst>
                  <a:ext uri="{FF2B5EF4-FFF2-40B4-BE49-F238E27FC236}">
                    <a16:creationId xmlns:a16="http://schemas.microsoft.com/office/drawing/2014/main" id="{169EE57C-CA1B-460D-BA93-BA662F239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1865"/>
                <a:ext cx="17" cy="17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02" name="Freeform 871">
                <a:extLst>
                  <a:ext uri="{FF2B5EF4-FFF2-40B4-BE49-F238E27FC236}">
                    <a16:creationId xmlns:a16="http://schemas.microsoft.com/office/drawing/2014/main" id="{2FEA5311-7B57-45B3-B9FB-10B50EE94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869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3" name="Oval 872">
                <a:extLst>
                  <a:ext uri="{FF2B5EF4-FFF2-40B4-BE49-F238E27FC236}">
                    <a16:creationId xmlns:a16="http://schemas.microsoft.com/office/drawing/2014/main" id="{82FF3379-25FF-4F55-8D63-34A1A09F6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796"/>
                <a:ext cx="68" cy="70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04" name="Oval 873">
                <a:extLst>
                  <a:ext uri="{FF2B5EF4-FFF2-40B4-BE49-F238E27FC236}">
                    <a16:creationId xmlns:a16="http://schemas.microsoft.com/office/drawing/2014/main" id="{1110FE61-A3AF-4DC0-931E-66A4FEE7F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796"/>
                <a:ext cx="68" cy="70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05" name="Oval 874">
                <a:extLst>
                  <a:ext uri="{FF2B5EF4-FFF2-40B4-BE49-F238E27FC236}">
                    <a16:creationId xmlns:a16="http://schemas.microsoft.com/office/drawing/2014/main" id="{D1870420-B717-484F-AD43-0FB947474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1803"/>
                <a:ext cx="42" cy="41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06" name="Oval 875">
                <a:extLst>
                  <a:ext uri="{FF2B5EF4-FFF2-40B4-BE49-F238E27FC236}">
                    <a16:creationId xmlns:a16="http://schemas.microsoft.com/office/drawing/2014/main" id="{5B954F7F-7284-4612-AD60-7DDB34325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1810"/>
                <a:ext cx="16" cy="16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07" name="Freeform 876">
                <a:extLst>
                  <a:ext uri="{FF2B5EF4-FFF2-40B4-BE49-F238E27FC236}">
                    <a16:creationId xmlns:a16="http://schemas.microsoft.com/office/drawing/2014/main" id="{6A1F3748-B104-46EC-854A-D7DAA2B15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813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8" name="Oval 877">
                <a:extLst>
                  <a:ext uri="{FF2B5EF4-FFF2-40B4-BE49-F238E27FC236}">
                    <a16:creationId xmlns:a16="http://schemas.microsoft.com/office/drawing/2014/main" id="{E28E9CE6-410F-4EF5-B0CF-3484C4C92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739"/>
                <a:ext cx="70" cy="70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09" name="Oval 878">
                <a:extLst>
                  <a:ext uri="{FF2B5EF4-FFF2-40B4-BE49-F238E27FC236}">
                    <a16:creationId xmlns:a16="http://schemas.microsoft.com/office/drawing/2014/main" id="{DE783A42-89BF-45BC-A0C0-DB03205BB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739"/>
                <a:ext cx="69" cy="70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10" name="Oval 879">
                <a:extLst>
                  <a:ext uri="{FF2B5EF4-FFF2-40B4-BE49-F238E27FC236}">
                    <a16:creationId xmlns:a16="http://schemas.microsoft.com/office/drawing/2014/main" id="{A91421CF-6BBB-4C42-80E1-E7B392C1B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5" y="1745"/>
                <a:ext cx="40" cy="42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11" name="Oval 880">
                <a:extLst>
                  <a:ext uri="{FF2B5EF4-FFF2-40B4-BE49-F238E27FC236}">
                    <a16:creationId xmlns:a16="http://schemas.microsoft.com/office/drawing/2014/main" id="{7CE94405-C9EF-4EE8-BA60-9A610774D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1753"/>
                <a:ext cx="17" cy="16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12" name="Freeform 881">
                <a:extLst>
                  <a:ext uri="{FF2B5EF4-FFF2-40B4-BE49-F238E27FC236}">
                    <a16:creationId xmlns:a16="http://schemas.microsoft.com/office/drawing/2014/main" id="{8D0222E7-BCAD-40F8-B608-07513EB26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1756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3" name="Oval 882">
                <a:extLst>
                  <a:ext uri="{FF2B5EF4-FFF2-40B4-BE49-F238E27FC236}">
                    <a16:creationId xmlns:a16="http://schemas.microsoft.com/office/drawing/2014/main" id="{5BC9F3A9-8755-41D0-BE81-E335AD9A5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1687"/>
                <a:ext cx="68" cy="69"/>
              </a:xfrm>
              <a:prstGeom prst="ellipse">
                <a:avLst/>
              </a:prstGeom>
              <a:solidFill>
                <a:srgbClr val="603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14" name="Oval 883">
                <a:extLst>
                  <a:ext uri="{FF2B5EF4-FFF2-40B4-BE49-F238E27FC236}">
                    <a16:creationId xmlns:a16="http://schemas.microsoft.com/office/drawing/2014/main" id="{E7D11AF0-31D4-4F59-81E0-92DDB8719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1687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15" name="Oval 884">
                <a:extLst>
                  <a:ext uri="{FF2B5EF4-FFF2-40B4-BE49-F238E27FC236}">
                    <a16:creationId xmlns:a16="http://schemas.microsoft.com/office/drawing/2014/main" id="{A09619A0-448E-4A7C-9DFB-F6394AA66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" y="1693"/>
                <a:ext cx="42" cy="41"/>
              </a:xfrm>
              <a:prstGeom prst="ellipse">
                <a:avLst/>
              </a:prstGeom>
              <a:solidFill>
                <a:srgbClr val="654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16" name="Oval 885">
                <a:extLst>
                  <a:ext uri="{FF2B5EF4-FFF2-40B4-BE49-F238E27FC236}">
                    <a16:creationId xmlns:a16="http://schemas.microsoft.com/office/drawing/2014/main" id="{4E78E645-11DE-4F1C-8604-9E56BDC61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699"/>
                <a:ext cx="16" cy="18"/>
              </a:xfrm>
              <a:prstGeom prst="ellipse">
                <a:avLst/>
              </a:prstGeom>
              <a:solidFill>
                <a:srgbClr val="D9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17" name="Freeform 886">
                <a:extLst>
                  <a:ext uri="{FF2B5EF4-FFF2-40B4-BE49-F238E27FC236}">
                    <a16:creationId xmlns:a16="http://schemas.microsoft.com/office/drawing/2014/main" id="{94F6DF0F-C382-4B3D-B8B2-1DD904CB0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1703"/>
                <a:ext cx="59" cy="61"/>
              </a:xfrm>
              <a:custGeom>
                <a:avLst/>
                <a:gdLst>
                  <a:gd name="T0" fmla="*/ 0 w 58"/>
                  <a:gd name="T1" fmla="*/ 53 h 59"/>
                  <a:gd name="T2" fmla="*/ 48 w 58"/>
                  <a:gd name="T3" fmla="*/ 44 h 59"/>
                  <a:gd name="T4" fmla="*/ 49 w 58"/>
                  <a:gd name="T5" fmla="*/ 0 h 59"/>
                  <a:gd name="T6" fmla="*/ 43 w 58"/>
                  <a:gd name="T7" fmla="*/ 40 h 59"/>
                  <a:gd name="T8" fmla="*/ 0 w 58"/>
                  <a:gd name="T9" fmla="*/ 5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3" y="59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1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4D2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8" name="Oval 887">
                <a:extLst>
                  <a:ext uri="{FF2B5EF4-FFF2-40B4-BE49-F238E27FC236}">
                    <a16:creationId xmlns:a16="http://schemas.microsoft.com/office/drawing/2014/main" id="{D35791F6-FFD3-4806-AFC3-ED67012A0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1936"/>
                <a:ext cx="70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19" name="Oval 888">
                <a:extLst>
                  <a:ext uri="{FF2B5EF4-FFF2-40B4-BE49-F238E27FC236}">
                    <a16:creationId xmlns:a16="http://schemas.microsoft.com/office/drawing/2014/main" id="{7F2D0FA4-31B5-43E8-AA66-97C6660BB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1936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20" name="Oval 889">
                <a:extLst>
                  <a:ext uri="{FF2B5EF4-FFF2-40B4-BE49-F238E27FC236}">
                    <a16:creationId xmlns:a16="http://schemas.microsoft.com/office/drawing/2014/main" id="{354114E1-3EC8-4438-BCF9-340F1C5C9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1957"/>
                <a:ext cx="41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21" name="Oval 890">
                <a:extLst>
                  <a:ext uri="{FF2B5EF4-FFF2-40B4-BE49-F238E27FC236}">
                    <a16:creationId xmlns:a16="http://schemas.microsoft.com/office/drawing/2014/main" id="{4E8CC853-2267-44F5-86BD-32486BB73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1965"/>
                <a:ext cx="12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22" name="Freeform 891">
                <a:extLst>
                  <a:ext uri="{FF2B5EF4-FFF2-40B4-BE49-F238E27FC236}">
                    <a16:creationId xmlns:a16="http://schemas.microsoft.com/office/drawing/2014/main" id="{01C28D5D-929B-477B-88F9-D67EAED94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927"/>
                <a:ext cx="60" cy="61"/>
              </a:xfrm>
              <a:custGeom>
                <a:avLst/>
                <a:gdLst>
                  <a:gd name="T0" fmla="*/ 0 w 58"/>
                  <a:gd name="T1" fmla="*/ 17 h 60"/>
                  <a:gd name="T2" fmla="*/ 52 w 58"/>
                  <a:gd name="T3" fmla="*/ 22 h 60"/>
                  <a:gd name="T4" fmla="*/ 54 w 58"/>
                  <a:gd name="T5" fmla="*/ 66 h 60"/>
                  <a:gd name="T6" fmla="*/ 43 w 58"/>
                  <a:gd name="T7" fmla="*/ 25 h 60"/>
                  <a:gd name="T8" fmla="*/ 0 w 58"/>
                  <a:gd name="T9" fmla="*/ 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4" y="0"/>
                      <a:pt x="42" y="22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39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3" name="Oval 892">
                <a:extLst>
                  <a:ext uri="{FF2B5EF4-FFF2-40B4-BE49-F238E27FC236}">
                    <a16:creationId xmlns:a16="http://schemas.microsoft.com/office/drawing/2014/main" id="{74D0E450-A5F8-46A5-B064-B4E392A28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8" y="1971"/>
                <a:ext cx="68" cy="70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24" name="Oval 893">
                <a:extLst>
                  <a:ext uri="{FF2B5EF4-FFF2-40B4-BE49-F238E27FC236}">
                    <a16:creationId xmlns:a16="http://schemas.microsoft.com/office/drawing/2014/main" id="{7DCCF184-8733-4E5B-A70E-AD74B600A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971"/>
                <a:ext cx="68" cy="70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25" name="Oval 894">
                <a:extLst>
                  <a:ext uri="{FF2B5EF4-FFF2-40B4-BE49-F238E27FC236}">
                    <a16:creationId xmlns:a16="http://schemas.microsoft.com/office/drawing/2014/main" id="{F75A94F9-9C66-43A8-87A6-8593EBB1E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993"/>
                <a:ext cx="41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26" name="Oval 895">
                <a:extLst>
                  <a:ext uri="{FF2B5EF4-FFF2-40B4-BE49-F238E27FC236}">
                    <a16:creationId xmlns:a16="http://schemas.microsoft.com/office/drawing/2014/main" id="{F117A01B-908E-4C27-94BD-887941DB2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6" y="2001"/>
                <a:ext cx="12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27" name="Freeform 896">
                <a:extLst>
                  <a:ext uri="{FF2B5EF4-FFF2-40B4-BE49-F238E27FC236}">
                    <a16:creationId xmlns:a16="http://schemas.microsoft.com/office/drawing/2014/main" id="{D67FE16D-6927-464E-B7E5-8E73D907B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963"/>
                <a:ext cx="59" cy="61"/>
              </a:xfrm>
              <a:custGeom>
                <a:avLst/>
                <a:gdLst>
                  <a:gd name="T0" fmla="*/ 0 w 57"/>
                  <a:gd name="T1" fmla="*/ 17 h 60"/>
                  <a:gd name="T2" fmla="*/ 51 w 57"/>
                  <a:gd name="T3" fmla="*/ 22 h 60"/>
                  <a:gd name="T4" fmla="*/ 53 w 57"/>
                  <a:gd name="T5" fmla="*/ 66 h 60"/>
                  <a:gd name="T6" fmla="*/ 43 w 57"/>
                  <a:gd name="T7" fmla="*/ 25 h 60"/>
                  <a:gd name="T8" fmla="*/ 0 w 57"/>
                  <a:gd name="T9" fmla="*/ 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17"/>
                    </a:moveTo>
                    <a:cubicBezTo>
                      <a:pt x="0" y="17"/>
                      <a:pt x="23" y="0"/>
                      <a:pt x="41" y="22"/>
                    </a:cubicBezTo>
                    <a:cubicBezTo>
                      <a:pt x="57" y="41"/>
                      <a:pt x="42" y="60"/>
                      <a:pt x="42" y="60"/>
                    </a:cubicBezTo>
                    <a:cubicBezTo>
                      <a:pt x="42" y="60"/>
                      <a:pt x="51" y="39"/>
                      <a:pt x="37" y="25"/>
                    </a:cubicBezTo>
                    <a:cubicBezTo>
                      <a:pt x="22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8" name="Oval 897">
                <a:extLst>
                  <a:ext uri="{FF2B5EF4-FFF2-40B4-BE49-F238E27FC236}">
                    <a16:creationId xmlns:a16="http://schemas.microsoft.com/office/drawing/2014/main" id="{A8BDC4E0-064D-497A-8C7D-F4F65382E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000"/>
                <a:ext cx="68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29" name="Oval 898">
                <a:extLst>
                  <a:ext uri="{FF2B5EF4-FFF2-40B4-BE49-F238E27FC236}">
                    <a16:creationId xmlns:a16="http://schemas.microsoft.com/office/drawing/2014/main" id="{1AE6341D-A13A-41DC-BB16-FF5D4CA2A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000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30" name="Oval 899">
                <a:extLst>
                  <a:ext uri="{FF2B5EF4-FFF2-40B4-BE49-F238E27FC236}">
                    <a16:creationId xmlns:a16="http://schemas.microsoft.com/office/drawing/2014/main" id="{B4B597FC-FAC7-48FD-8B24-09A3B8182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2" y="2021"/>
                <a:ext cx="41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31" name="Oval 900">
                <a:extLst>
                  <a:ext uri="{FF2B5EF4-FFF2-40B4-BE49-F238E27FC236}">
                    <a16:creationId xmlns:a16="http://schemas.microsoft.com/office/drawing/2014/main" id="{5A82A080-911C-4FE1-9B88-E8C068113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6" y="2028"/>
                <a:ext cx="13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32" name="Freeform 901">
                <a:extLst>
                  <a:ext uri="{FF2B5EF4-FFF2-40B4-BE49-F238E27FC236}">
                    <a16:creationId xmlns:a16="http://schemas.microsoft.com/office/drawing/2014/main" id="{4239D5FF-9400-42D4-87A2-78481E825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990"/>
                <a:ext cx="59" cy="62"/>
              </a:xfrm>
              <a:custGeom>
                <a:avLst/>
                <a:gdLst>
                  <a:gd name="T0" fmla="*/ 0 w 58"/>
                  <a:gd name="T1" fmla="*/ 23 h 60"/>
                  <a:gd name="T2" fmla="*/ 48 w 58"/>
                  <a:gd name="T3" fmla="*/ 28 h 60"/>
                  <a:gd name="T4" fmla="*/ 49 w 58"/>
                  <a:gd name="T5" fmla="*/ 72 h 60"/>
                  <a:gd name="T6" fmla="*/ 43 w 58"/>
                  <a:gd name="T7" fmla="*/ 31 h 60"/>
                  <a:gd name="T8" fmla="*/ 0 w 58"/>
                  <a:gd name="T9" fmla="*/ 2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3" y="0"/>
                      <a:pt x="42" y="22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3" name="Oval 902">
                <a:extLst>
                  <a:ext uri="{FF2B5EF4-FFF2-40B4-BE49-F238E27FC236}">
                    <a16:creationId xmlns:a16="http://schemas.microsoft.com/office/drawing/2014/main" id="{73F6C2C2-D624-4692-9373-388958284B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028"/>
                <a:ext cx="69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34" name="Oval 903">
                <a:extLst>
                  <a:ext uri="{FF2B5EF4-FFF2-40B4-BE49-F238E27FC236}">
                    <a16:creationId xmlns:a16="http://schemas.microsoft.com/office/drawing/2014/main" id="{5DB97884-5CC3-4C75-8D48-DC5FFA17E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2028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35" name="Oval 904">
                <a:extLst>
                  <a:ext uri="{FF2B5EF4-FFF2-40B4-BE49-F238E27FC236}">
                    <a16:creationId xmlns:a16="http://schemas.microsoft.com/office/drawing/2014/main" id="{21BA4632-9CC3-4B9F-8ED4-2CA980759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050"/>
                <a:ext cx="40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36" name="Oval 905">
                <a:extLst>
                  <a:ext uri="{FF2B5EF4-FFF2-40B4-BE49-F238E27FC236}">
                    <a16:creationId xmlns:a16="http://schemas.microsoft.com/office/drawing/2014/main" id="{DFB1D2E6-7048-418C-B490-DF8708D40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0" y="2072"/>
                <a:ext cx="12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37" name="Freeform 906">
                <a:extLst>
                  <a:ext uri="{FF2B5EF4-FFF2-40B4-BE49-F238E27FC236}">
                    <a16:creationId xmlns:a16="http://schemas.microsoft.com/office/drawing/2014/main" id="{2872A735-FDED-4BF2-A265-330C161F1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020"/>
                <a:ext cx="58" cy="61"/>
              </a:xfrm>
              <a:custGeom>
                <a:avLst/>
                <a:gdLst>
                  <a:gd name="T0" fmla="*/ 0 w 57"/>
                  <a:gd name="T1" fmla="*/ 16 h 60"/>
                  <a:gd name="T2" fmla="*/ 47 w 57"/>
                  <a:gd name="T3" fmla="*/ 21 h 60"/>
                  <a:gd name="T4" fmla="*/ 48 w 57"/>
                  <a:gd name="T5" fmla="*/ 66 h 60"/>
                  <a:gd name="T6" fmla="*/ 43 w 57"/>
                  <a:gd name="T7" fmla="*/ 25 h 60"/>
                  <a:gd name="T8" fmla="*/ 0 w 57"/>
                  <a:gd name="T9" fmla="*/ 1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7" y="41"/>
                      <a:pt x="42" y="60"/>
                      <a:pt x="42" y="60"/>
                    </a:cubicBezTo>
                    <a:cubicBezTo>
                      <a:pt x="42" y="60"/>
                      <a:pt x="51" y="39"/>
                      <a:pt x="37" y="25"/>
                    </a:cubicBezTo>
                    <a:cubicBezTo>
                      <a:pt x="22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8" name="Oval 907">
                <a:extLst>
                  <a:ext uri="{FF2B5EF4-FFF2-40B4-BE49-F238E27FC236}">
                    <a16:creationId xmlns:a16="http://schemas.microsoft.com/office/drawing/2014/main" id="{BC73F474-F140-4996-86FB-C0AF890D2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058"/>
                <a:ext cx="69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39" name="Oval 908">
                <a:extLst>
                  <a:ext uri="{FF2B5EF4-FFF2-40B4-BE49-F238E27FC236}">
                    <a16:creationId xmlns:a16="http://schemas.microsoft.com/office/drawing/2014/main" id="{4B7AB8A5-68E6-4651-A5A1-EF6E7044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058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40" name="Oval 909">
                <a:extLst>
                  <a:ext uri="{FF2B5EF4-FFF2-40B4-BE49-F238E27FC236}">
                    <a16:creationId xmlns:a16="http://schemas.microsoft.com/office/drawing/2014/main" id="{3FE157C5-678C-4143-B77C-CEA0A8292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2079"/>
                <a:ext cx="42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41" name="Oval 910">
                <a:extLst>
                  <a:ext uri="{FF2B5EF4-FFF2-40B4-BE49-F238E27FC236}">
                    <a16:creationId xmlns:a16="http://schemas.microsoft.com/office/drawing/2014/main" id="{9A4764A9-65FC-424A-8AD5-216951172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102"/>
                <a:ext cx="12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42" name="Freeform 911">
                <a:extLst>
                  <a:ext uri="{FF2B5EF4-FFF2-40B4-BE49-F238E27FC236}">
                    <a16:creationId xmlns:a16="http://schemas.microsoft.com/office/drawing/2014/main" id="{53F5FE41-608F-4272-9CA9-F05BA5278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050"/>
                <a:ext cx="59" cy="60"/>
              </a:xfrm>
              <a:custGeom>
                <a:avLst/>
                <a:gdLst>
                  <a:gd name="T0" fmla="*/ 0 w 58"/>
                  <a:gd name="T1" fmla="*/ 16 h 59"/>
                  <a:gd name="T2" fmla="*/ 47 w 58"/>
                  <a:gd name="T3" fmla="*/ 21 h 59"/>
                  <a:gd name="T4" fmla="*/ 48 w 58"/>
                  <a:gd name="T5" fmla="*/ 65 h 59"/>
                  <a:gd name="T6" fmla="*/ 43 w 58"/>
                  <a:gd name="T7" fmla="*/ 25 h 59"/>
                  <a:gd name="T8" fmla="*/ 0 w 58"/>
                  <a:gd name="T9" fmla="*/ 1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8" y="41"/>
                      <a:pt x="42" y="59"/>
                      <a:pt x="42" y="59"/>
                    </a:cubicBezTo>
                    <a:cubicBezTo>
                      <a:pt x="42" y="59"/>
                      <a:pt x="51" y="39"/>
                      <a:pt x="37" y="25"/>
                    </a:cubicBezTo>
                    <a:cubicBezTo>
                      <a:pt x="23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3" name="Oval 912">
                <a:extLst>
                  <a:ext uri="{FF2B5EF4-FFF2-40B4-BE49-F238E27FC236}">
                    <a16:creationId xmlns:a16="http://schemas.microsoft.com/office/drawing/2014/main" id="{5DB22633-D1CC-45D0-AB88-3DE7C31B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090"/>
                <a:ext cx="68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44" name="Oval 913">
                <a:extLst>
                  <a:ext uri="{FF2B5EF4-FFF2-40B4-BE49-F238E27FC236}">
                    <a16:creationId xmlns:a16="http://schemas.microsoft.com/office/drawing/2014/main" id="{610DF3CC-B90B-423B-AFD8-AD5C1DB9D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090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45" name="Oval 914">
                <a:extLst>
                  <a:ext uri="{FF2B5EF4-FFF2-40B4-BE49-F238E27FC236}">
                    <a16:creationId xmlns:a16="http://schemas.microsoft.com/office/drawing/2014/main" id="{60053E36-3A5E-4559-A8E8-F491015E6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2111"/>
                <a:ext cx="42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46" name="Oval 915">
                <a:extLst>
                  <a:ext uri="{FF2B5EF4-FFF2-40B4-BE49-F238E27FC236}">
                    <a16:creationId xmlns:a16="http://schemas.microsoft.com/office/drawing/2014/main" id="{1125FCB8-43BC-4487-B276-E10CC5BB6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2115"/>
                <a:ext cx="14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47" name="Freeform 916">
                <a:extLst>
                  <a:ext uri="{FF2B5EF4-FFF2-40B4-BE49-F238E27FC236}">
                    <a16:creationId xmlns:a16="http://schemas.microsoft.com/office/drawing/2014/main" id="{E88137DC-EEF7-47FF-AD69-239A149FE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081"/>
                <a:ext cx="60" cy="62"/>
              </a:xfrm>
              <a:custGeom>
                <a:avLst/>
                <a:gdLst>
                  <a:gd name="T0" fmla="*/ 0 w 58"/>
                  <a:gd name="T1" fmla="*/ 23 h 60"/>
                  <a:gd name="T2" fmla="*/ 52 w 58"/>
                  <a:gd name="T3" fmla="*/ 28 h 60"/>
                  <a:gd name="T4" fmla="*/ 54 w 58"/>
                  <a:gd name="T5" fmla="*/ 72 h 60"/>
                  <a:gd name="T6" fmla="*/ 43 w 58"/>
                  <a:gd name="T7" fmla="*/ 31 h 60"/>
                  <a:gd name="T8" fmla="*/ 0 w 58"/>
                  <a:gd name="T9" fmla="*/ 2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3" y="0"/>
                      <a:pt x="42" y="22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39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8" name="Oval 917">
                <a:extLst>
                  <a:ext uri="{FF2B5EF4-FFF2-40B4-BE49-F238E27FC236}">
                    <a16:creationId xmlns:a16="http://schemas.microsoft.com/office/drawing/2014/main" id="{DF21D242-FD8D-44E9-AEC3-2D7859D5C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1897"/>
                <a:ext cx="68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49" name="Oval 918">
                <a:extLst>
                  <a:ext uri="{FF2B5EF4-FFF2-40B4-BE49-F238E27FC236}">
                    <a16:creationId xmlns:a16="http://schemas.microsoft.com/office/drawing/2014/main" id="{405F3CB7-4570-4EE3-A343-C9C83C4BF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1897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50" name="Oval 919">
                <a:extLst>
                  <a:ext uri="{FF2B5EF4-FFF2-40B4-BE49-F238E27FC236}">
                    <a16:creationId xmlns:a16="http://schemas.microsoft.com/office/drawing/2014/main" id="{7050BE05-7161-4D52-805C-40D2B7D31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1918"/>
                <a:ext cx="42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51" name="Oval 920">
                <a:extLst>
                  <a:ext uri="{FF2B5EF4-FFF2-40B4-BE49-F238E27FC236}">
                    <a16:creationId xmlns:a16="http://schemas.microsoft.com/office/drawing/2014/main" id="{C7866018-2E49-4DD0-8A70-4B786133B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1932"/>
                <a:ext cx="14" cy="14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452" name="Freeform 921">
                <a:extLst>
                  <a:ext uri="{FF2B5EF4-FFF2-40B4-BE49-F238E27FC236}">
                    <a16:creationId xmlns:a16="http://schemas.microsoft.com/office/drawing/2014/main" id="{575EE282-6B8B-4DD0-8641-CE87D9823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888"/>
                <a:ext cx="59" cy="61"/>
              </a:xfrm>
              <a:custGeom>
                <a:avLst/>
                <a:gdLst>
                  <a:gd name="T0" fmla="*/ 0 w 58"/>
                  <a:gd name="T1" fmla="*/ 22 h 59"/>
                  <a:gd name="T2" fmla="*/ 47 w 58"/>
                  <a:gd name="T3" fmla="*/ 27 h 59"/>
                  <a:gd name="T4" fmla="*/ 48 w 58"/>
                  <a:gd name="T5" fmla="*/ 71 h 59"/>
                  <a:gd name="T6" fmla="*/ 43 w 58"/>
                  <a:gd name="T7" fmla="*/ 31 h 59"/>
                  <a:gd name="T8" fmla="*/ 0 w 58"/>
                  <a:gd name="T9" fmla="*/ 2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8" y="41"/>
                      <a:pt x="42" y="59"/>
                      <a:pt x="42" y="59"/>
                    </a:cubicBezTo>
                    <a:cubicBezTo>
                      <a:pt x="42" y="59"/>
                      <a:pt x="51" y="39"/>
                      <a:pt x="37" y="25"/>
                    </a:cubicBezTo>
                    <a:cubicBezTo>
                      <a:pt x="23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3" name="Oval 922">
                <a:extLst>
                  <a:ext uri="{FF2B5EF4-FFF2-40B4-BE49-F238E27FC236}">
                    <a16:creationId xmlns:a16="http://schemas.microsoft.com/office/drawing/2014/main" id="{86F5256C-F3EA-40C1-B69C-2598FB669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1928"/>
                <a:ext cx="68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2130" name="Group 923">
              <a:extLst>
                <a:ext uri="{FF2B5EF4-FFF2-40B4-BE49-F238E27FC236}">
                  <a16:creationId xmlns:a16="http://schemas.microsoft.com/office/drawing/2014/main" id="{F2140FFD-0EF3-46D4-8EC9-5ACB3C8F1C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9" y="1422"/>
              <a:ext cx="750" cy="685"/>
              <a:chOff x="2559" y="1422"/>
              <a:chExt cx="750" cy="685"/>
            </a:xfrm>
          </p:grpSpPr>
          <p:sp>
            <p:nvSpPr>
              <p:cNvPr id="33054" name="Oval 924">
                <a:extLst>
                  <a:ext uri="{FF2B5EF4-FFF2-40B4-BE49-F238E27FC236}">
                    <a16:creationId xmlns:a16="http://schemas.microsoft.com/office/drawing/2014/main" id="{7D0138EB-290E-4264-B5A8-21C85DC6A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0" y="1928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55" name="Oval 925">
                <a:extLst>
                  <a:ext uri="{FF2B5EF4-FFF2-40B4-BE49-F238E27FC236}">
                    <a16:creationId xmlns:a16="http://schemas.microsoft.com/office/drawing/2014/main" id="{E4A48A89-E58F-45F0-839F-4B8591684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950"/>
                <a:ext cx="42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56" name="Oval 926">
                <a:extLst>
                  <a:ext uri="{FF2B5EF4-FFF2-40B4-BE49-F238E27FC236}">
                    <a16:creationId xmlns:a16="http://schemas.microsoft.com/office/drawing/2014/main" id="{63C3A3CB-4C07-41EA-B3BB-5A5802248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3" y="1954"/>
                <a:ext cx="13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57" name="Freeform 927">
                <a:extLst>
                  <a:ext uri="{FF2B5EF4-FFF2-40B4-BE49-F238E27FC236}">
                    <a16:creationId xmlns:a16="http://schemas.microsoft.com/office/drawing/2014/main" id="{FA9D4DB7-5B73-4BBB-BD43-515A33F5A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920"/>
                <a:ext cx="59" cy="61"/>
              </a:xfrm>
              <a:custGeom>
                <a:avLst/>
                <a:gdLst>
                  <a:gd name="T0" fmla="*/ 0 w 58"/>
                  <a:gd name="T1" fmla="*/ 16 h 60"/>
                  <a:gd name="T2" fmla="*/ 47 w 58"/>
                  <a:gd name="T3" fmla="*/ 21 h 60"/>
                  <a:gd name="T4" fmla="*/ 48 w 58"/>
                  <a:gd name="T5" fmla="*/ 66 h 60"/>
                  <a:gd name="T6" fmla="*/ 43 w 58"/>
                  <a:gd name="T7" fmla="*/ 25 h 60"/>
                  <a:gd name="T8" fmla="*/ 0 w 58"/>
                  <a:gd name="T9" fmla="*/ 1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8" y="41"/>
                      <a:pt x="42" y="60"/>
                      <a:pt x="42" y="60"/>
                    </a:cubicBezTo>
                    <a:cubicBezTo>
                      <a:pt x="42" y="60"/>
                      <a:pt x="51" y="39"/>
                      <a:pt x="37" y="25"/>
                    </a:cubicBezTo>
                    <a:cubicBezTo>
                      <a:pt x="22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8" name="Oval 928">
                <a:extLst>
                  <a:ext uri="{FF2B5EF4-FFF2-40B4-BE49-F238E27FC236}">
                    <a16:creationId xmlns:a16="http://schemas.microsoft.com/office/drawing/2014/main" id="{7C41FEB9-3EC9-46AC-8003-2EF28F785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0" y="1957"/>
                <a:ext cx="69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59" name="Oval 929">
                <a:extLst>
                  <a:ext uri="{FF2B5EF4-FFF2-40B4-BE49-F238E27FC236}">
                    <a16:creationId xmlns:a16="http://schemas.microsoft.com/office/drawing/2014/main" id="{B1B7018C-87B1-4E46-90EE-AF49F5603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0" y="1957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60" name="Oval 930">
                <a:extLst>
                  <a:ext uri="{FF2B5EF4-FFF2-40B4-BE49-F238E27FC236}">
                    <a16:creationId xmlns:a16="http://schemas.microsoft.com/office/drawing/2014/main" id="{DD2014FB-C5CC-4B16-BCF4-563FF6C2F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1978"/>
                <a:ext cx="41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61" name="Oval 931">
                <a:extLst>
                  <a:ext uri="{FF2B5EF4-FFF2-40B4-BE49-F238E27FC236}">
                    <a16:creationId xmlns:a16="http://schemas.microsoft.com/office/drawing/2014/main" id="{9311DFE5-355B-4D65-8538-A02901302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3" y="1989"/>
                <a:ext cx="13" cy="14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62" name="Freeform 932">
                <a:extLst>
                  <a:ext uri="{FF2B5EF4-FFF2-40B4-BE49-F238E27FC236}">
                    <a16:creationId xmlns:a16="http://schemas.microsoft.com/office/drawing/2014/main" id="{E189664D-0C1B-4AA8-B253-4E857782D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948"/>
                <a:ext cx="59" cy="61"/>
              </a:xfrm>
              <a:custGeom>
                <a:avLst/>
                <a:gdLst>
                  <a:gd name="T0" fmla="*/ 0 w 58"/>
                  <a:gd name="T1" fmla="*/ 17 h 60"/>
                  <a:gd name="T2" fmla="*/ 48 w 58"/>
                  <a:gd name="T3" fmla="*/ 22 h 60"/>
                  <a:gd name="T4" fmla="*/ 49 w 58"/>
                  <a:gd name="T5" fmla="*/ 66 h 60"/>
                  <a:gd name="T6" fmla="*/ 43 w 58"/>
                  <a:gd name="T7" fmla="*/ 25 h 60"/>
                  <a:gd name="T8" fmla="*/ 0 w 58"/>
                  <a:gd name="T9" fmla="*/ 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4" y="0"/>
                      <a:pt x="42" y="22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3" name="Oval 933">
                <a:extLst>
                  <a:ext uri="{FF2B5EF4-FFF2-40B4-BE49-F238E27FC236}">
                    <a16:creationId xmlns:a16="http://schemas.microsoft.com/office/drawing/2014/main" id="{2A868D57-86A4-41AB-A19F-61144C840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1982"/>
                <a:ext cx="68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64" name="Oval 934">
                <a:extLst>
                  <a:ext uri="{FF2B5EF4-FFF2-40B4-BE49-F238E27FC236}">
                    <a16:creationId xmlns:a16="http://schemas.microsoft.com/office/drawing/2014/main" id="{73F0FD45-0C3E-4082-815D-C69D242C1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982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65" name="Oval 935">
                <a:extLst>
                  <a:ext uri="{FF2B5EF4-FFF2-40B4-BE49-F238E27FC236}">
                    <a16:creationId xmlns:a16="http://schemas.microsoft.com/office/drawing/2014/main" id="{01F0E375-3291-4C02-B4B2-D3E9E73C9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004"/>
                <a:ext cx="42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66" name="Oval 936">
                <a:extLst>
                  <a:ext uri="{FF2B5EF4-FFF2-40B4-BE49-F238E27FC236}">
                    <a16:creationId xmlns:a16="http://schemas.microsoft.com/office/drawing/2014/main" id="{E6428F49-0F18-4B16-92E1-01893D7DF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006"/>
                <a:ext cx="13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67" name="Freeform 937">
                <a:extLst>
                  <a:ext uri="{FF2B5EF4-FFF2-40B4-BE49-F238E27FC236}">
                    <a16:creationId xmlns:a16="http://schemas.microsoft.com/office/drawing/2014/main" id="{7E139F65-F928-4D95-9857-54C76288E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973"/>
                <a:ext cx="59" cy="61"/>
              </a:xfrm>
              <a:custGeom>
                <a:avLst/>
                <a:gdLst>
                  <a:gd name="T0" fmla="*/ 0 w 58"/>
                  <a:gd name="T1" fmla="*/ 17 h 60"/>
                  <a:gd name="T2" fmla="*/ 47 w 58"/>
                  <a:gd name="T3" fmla="*/ 22 h 60"/>
                  <a:gd name="T4" fmla="*/ 48 w 58"/>
                  <a:gd name="T5" fmla="*/ 66 h 60"/>
                  <a:gd name="T6" fmla="*/ 43 w 58"/>
                  <a:gd name="T7" fmla="*/ 25 h 60"/>
                  <a:gd name="T8" fmla="*/ 0 w 58"/>
                  <a:gd name="T9" fmla="*/ 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3" y="0"/>
                      <a:pt x="41" y="22"/>
                    </a:cubicBezTo>
                    <a:cubicBezTo>
                      <a:pt x="58" y="41"/>
                      <a:pt x="42" y="60"/>
                      <a:pt x="42" y="60"/>
                    </a:cubicBezTo>
                    <a:cubicBezTo>
                      <a:pt x="42" y="60"/>
                      <a:pt x="51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8" name="Oval 938">
                <a:extLst>
                  <a:ext uri="{FF2B5EF4-FFF2-40B4-BE49-F238E27FC236}">
                    <a16:creationId xmlns:a16="http://schemas.microsoft.com/office/drawing/2014/main" id="{9255A395-5EB4-4ED4-AE21-B1DDA5116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2019"/>
                <a:ext cx="68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69" name="Oval 939">
                <a:extLst>
                  <a:ext uri="{FF2B5EF4-FFF2-40B4-BE49-F238E27FC236}">
                    <a16:creationId xmlns:a16="http://schemas.microsoft.com/office/drawing/2014/main" id="{488F7F88-7D53-4810-BA7C-C7113CEA1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2019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70" name="Oval 940">
                <a:extLst>
                  <a:ext uri="{FF2B5EF4-FFF2-40B4-BE49-F238E27FC236}">
                    <a16:creationId xmlns:a16="http://schemas.microsoft.com/office/drawing/2014/main" id="{62BB0E70-B1F6-4FC7-BD2E-442A38C5D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2041"/>
                <a:ext cx="41" cy="40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71" name="Oval 941">
                <a:extLst>
                  <a:ext uri="{FF2B5EF4-FFF2-40B4-BE49-F238E27FC236}">
                    <a16:creationId xmlns:a16="http://schemas.microsoft.com/office/drawing/2014/main" id="{B3367729-85B0-408D-8A4C-559FC91F6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2062"/>
                <a:ext cx="13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72" name="Freeform 942">
                <a:extLst>
                  <a:ext uri="{FF2B5EF4-FFF2-40B4-BE49-F238E27FC236}">
                    <a16:creationId xmlns:a16="http://schemas.microsoft.com/office/drawing/2014/main" id="{72AE94C9-2491-45DA-AF45-A33C7F708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010"/>
                <a:ext cx="58" cy="61"/>
              </a:xfrm>
              <a:custGeom>
                <a:avLst/>
                <a:gdLst>
                  <a:gd name="T0" fmla="*/ 0 w 57"/>
                  <a:gd name="T1" fmla="*/ 17 h 60"/>
                  <a:gd name="T2" fmla="*/ 47 w 57"/>
                  <a:gd name="T3" fmla="*/ 22 h 60"/>
                  <a:gd name="T4" fmla="*/ 48 w 57"/>
                  <a:gd name="T5" fmla="*/ 66 h 60"/>
                  <a:gd name="T6" fmla="*/ 43 w 57"/>
                  <a:gd name="T7" fmla="*/ 25 h 60"/>
                  <a:gd name="T8" fmla="*/ 0 w 57"/>
                  <a:gd name="T9" fmla="*/ 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17"/>
                    </a:moveTo>
                    <a:cubicBezTo>
                      <a:pt x="0" y="17"/>
                      <a:pt x="23" y="0"/>
                      <a:pt x="41" y="22"/>
                    </a:cubicBezTo>
                    <a:cubicBezTo>
                      <a:pt x="57" y="42"/>
                      <a:pt x="42" y="60"/>
                      <a:pt x="42" y="60"/>
                    </a:cubicBezTo>
                    <a:cubicBezTo>
                      <a:pt x="42" y="60"/>
                      <a:pt x="51" y="40"/>
                      <a:pt x="37" y="25"/>
                    </a:cubicBezTo>
                    <a:cubicBezTo>
                      <a:pt x="22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3" name="Oval 943">
                <a:extLst>
                  <a:ext uri="{FF2B5EF4-FFF2-40B4-BE49-F238E27FC236}">
                    <a16:creationId xmlns:a16="http://schemas.microsoft.com/office/drawing/2014/main" id="{288C175B-C1BD-463E-9AED-A828D59E8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1865"/>
                <a:ext cx="68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74" name="Oval 944">
                <a:extLst>
                  <a:ext uri="{FF2B5EF4-FFF2-40B4-BE49-F238E27FC236}">
                    <a16:creationId xmlns:a16="http://schemas.microsoft.com/office/drawing/2014/main" id="{EE52B177-0DA9-4A0B-B88E-523BE94D8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1865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75" name="Oval 945">
                <a:extLst>
                  <a:ext uri="{FF2B5EF4-FFF2-40B4-BE49-F238E27FC236}">
                    <a16:creationId xmlns:a16="http://schemas.microsoft.com/office/drawing/2014/main" id="{1E16790B-5F7F-4D8E-BCDB-CD5A75356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1" y="1885"/>
                <a:ext cx="41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76" name="Oval 946">
                <a:extLst>
                  <a:ext uri="{FF2B5EF4-FFF2-40B4-BE49-F238E27FC236}">
                    <a16:creationId xmlns:a16="http://schemas.microsoft.com/office/drawing/2014/main" id="{170DC9A0-F9C4-4D66-A335-53A77201B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9" y="1908"/>
                <a:ext cx="12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77" name="Freeform 947">
                <a:extLst>
                  <a:ext uri="{FF2B5EF4-FFF2-40B4-BE49-F238E27FC236}">
                    <a16:creationId xmlns:a16="http://schemas.microsoft.com/office/drawing/2014/main" id="{A6354ECD-0E5C-4FA4-A244-21B740FED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1856"/>
                <a:ext cx="59" cy="61"/>
              </a:xfrm>
              <a:custGeom>
                <a:avLst/>
                <a:gdLst>
                  <a:gd name="T0" fmla="*/ 0 w 58"/>
                  <a:gd name="T1" fmla="*/ 17 h 60"/>
                  <a:gd name="T2" fmla="*/ 48 w 58"/>
                  <a:gd name="T3" fmla="*/ 22 h 60"/>
                  <a:gd name="T4" fmla="*/ 49 w 58"/>
                  <a:gd name="T5" fmla="*/ 66 h 60"/>
                  <a:gd name="T6" fmla="*/ 43 w 58"/>
                  <a:gd name="T7" fmla="*/ 25 h 60"/>
                  <a:gd name="T8" fmla="*/ 0 w 58"/>
                  <a:gd name="T9" fmla="*/ 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4" y="0"/>
                      <a:pt x="42" y="22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39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8" name="Oval 948">
                <a:extLst>
                  <a:ext uri="{FF2B5EF4-FFF2-40B4-BE49-F238E27FC236}">
                    <a16:creationId xmlns:a16="http://schemas.microsoft.com/office/drawing/2014/main" id="{D1B267F4-7842-4B74-842A-6F7C3E324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2038"/>
                <a:ext cx="68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79" name="Oval 949">
                <a:extLst>
                  <a:ext uri="{FF2B5EF4-FFF2-40B4-BE49-F238E27FC236}">
                    <a16:creationId xmlns:a16="http://schemas.microsoft.com/office/drawing/2014/main" id="{91C8E6C2-AA3B-474D-8143-32A65E040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2038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80" name="Oval 950">
                <a:extLst>
                  <a:ext uri="{FF2B5EF4-FFF2-40B4-BE49-F238E27FC236}">
                    <a16:creationId xmlns:a16="http://schemas.microsoft.com/office/drawing/2014/main" id="{62071C05-D248-4ED0-8CB2-C1CA04F3F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9" y="2060"/>
                <a:ext cx="42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81" name="Oval 951">
                <a:extLst>
                  <a:ext uri="{FF2B5EF4-FFF2-40B4-BE49-F238E27FC236}">
                    <a16:creationId xmlns:a16="http://schemas.microsoft.com/office/drawing/2014/main" id="{BB79CE6D-7BBA-4925-BADB-5AC5DAF44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2061"/>
                <a:ext cx="12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82" name="Freeform 952">
                <a:extLst>
                  <a:ext uri="{FF2B5EF4-FFF2-40B4-BE49-F238E27FC236}">
                    <a16:creationId xmlns:a16="http://schemas.microsoft.com/office/drawing/2014/main" id="{75B73821-DA6C-4FEA-B019-66108B12C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030"/>
                <a:ext cx="59" cy="62"/>
              </a:xfrm>
              <a:custGeom>
                <a:avLst/>
                <a:gdLst>
                  <a:gd name="T0" fmla="*/ 0 w 58"/>
                  <a:gd name="T1" fmla="*/ 22 h 60"/>
                  <a:gd name="T2" fmla="*/ 48 w 58"/>
                  <a:gd name="T3" fmla="*/ 27 h 60"/>
                  <a:gd name="T4" fmla="*/ 48 w 58"/>
                  <a:gd name="T5" fmla="*/ 72 h 60"/>
                  <a:gd name="T6" fmla="*/ 43 w 58"/>
                  <a:gd name="T7" fmla="*/ 31 h 60"/>
                  <a:gd name="T8" fmla="*/ 0 w 58"/>
                  <a:gd name="T9" fmla="*/ 22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6"/>
                    </a:moveTo>
                    <a:cubicBezTo>
                      <a:pt x="0" y="16"/>
                      <a:pt x="23" y="0"/>
                      <a:pt x="42" y="21"/>
                    </a:cubicBezTo>
                    <a:cubicBezTo>
                      <a:pt x="58" y="41"/>
                      <a:pt x="42" y="60"/>
                      <a:pt x="42" y="60"/>
                    </a:cubicBezTo>
                    <a:cubicBezTo>
                      <a:pt x="42" y="60"/>
                      <a:pt x="51" y="39"/>
                      <a:pt x="37" y="25"/>
                    </a:cubicBezTo>
                    <a:cubicBezTo>
                      <a:pt x="23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3" name="Oval 953">
                <a:extLst>
                  <a:ext uri="{FF2B5EF4-FFF2-40B4-BE49-F238E27FC236}">
                    <a16:creationId xmlns:a16="http://schemas.microsoft.com/office/drawing/2014/main" id="{CCD8D632-8864-4D84-8DAF-CD94451E3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1881"/>
                <a:ext cx="68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84" name="Oval 954">
                <a:extLst>
                  <a:ext uri="{FF2B5EF4-FFF2-40B4-BE49-F238E27FC236}">
                    <a16:creationId xmlns:a16="http://schemas.microsoft.com/office/drawing/2014/main" id="{84518E23-E33F-4CE4-A699-690B63D73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1881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85" name="Oval 955">
                <a:extLst>
                  <a:ext uri="{FF2B5EF4-FFF2-40B4-BE49-F238E27FC236}">
                    <a16:creationId xmlns:a16="http://schemas.microsoft.com/office/drawing/2014/main" id="{8A2372A5-1E3B-4714-A9EB-7B411E78D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1903"/>
                <a:ext cx="42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86" name="Oval 956">
                <a:extLst>
                  <a:ext uri="{FF2B5EF4-FFF2-40B4-BE49-F238E27FC236}">
                    <a16:creationId xmlns:a16="http://schemas.microsoft.com/office/drawing/2014/main" id="{FF17F9B3-8EC5-48E1-94B3-A3E80904D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5" y="1912"/>
                <a:ext cx="13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87" name="Freeform 957">
                <a:extLst>
                  <a:ext uri="{FF2B5EF4-FFF2-40B4-BE49-F238E27FC236}">
                    <a16:creationId xmlns:a16="http://schemas.microsoft.com/office/drawing/2014/main" id="{69400E14-C044-400D-B9FE-46517F9B3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873"/>
                <a:ext cx="59" cy="61"/>
              </a:xfrm>
              <a:custGeom>
                <a:avLst/>
                <a:gdLst>
                  <a:gd name="T0" fmla="*/ 0 w 58"/>
                  <a:gd name="T1" fmla="*/ 16 h 60"/>
                  <a:gd name="T2" fmla="*/ 47 w 58"/>
                  <a:gd name="T3" fmla="*/ 21 h 60"/>
                  <a:gd name="T4" fmla="*/ 48 w 58"/>
                  <a:gd name="T5" fmla="*/ 66 h 60"/>
                  <a:gd name="T6" fmla="*/ 43 w 58"/>
                  <a:gd name="T7" fmla="*/ 25 h 60"/>
                  <a:gd name="T8" fmla="*/ 0 w 58"/>
                  <a:gd name="T9" fmla="*/ 1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8" y="41"/>
                      <a:pt x="42" y="60"/>
                      <a:pt x="42" y="60"/>
                    </a:cubicBezTo>
                    <a:cubicBezTo>
                      <a:pt x="42" y="60"/>
                      <a:pt x="51" y="39"/>
                      <a:pt x="37" y="25"/>
                    </a:cubicBezTo>
                    <a:cubicBezTo>
                      <a:pt x="23" y="11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8" name="Oval 958">
                <a:extLst>
                  <a:ext uri="{FF2B5EF4-FFF2-40B4-BE49-F238E27FC236}">
                    <a16:creationId xmlns:a16="http://schemas.microsoft.com/office/drawing/2014/main" id="{DE9ED76D-DFD2-4B76-9EAF-C31B6C95B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1" y="1936"/>
                <a:ext cx="69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89" name="Oval 959">
                <a:extLst>
                  <a:ext uri="{FF2B5EF4-FFF2-40B4-BE49-F238E27FC236}">
                    <a16:creationId xmlns:a16="http://schemas.microsoft.com/office/drawing/2014/main" id="{238F5FE2-5B3A-4B24-98FE-7A78B0F31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0" y="1936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90" name="Oval 960">
                <a:extLst>
                  <a:ext uri="{FF2B5EF4-FFF2-40B4-BE49-F238E27FC236}">
                    <a16:creationId xmlns:a16="http://schemas.microsoft.com/office/drawing/2014/main" id="{6ABAEFBB-7FD0-449D-9B0E-7A93CDB71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958"/>
                <a:ext cx="41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91" name="Oval 961">
                <a:extLst>
                  <a:ext uri="{FF2B5EF4-FFF2-40B4-BE49-F238E27FC236}">
                    <a16:creationId xmlns:a16="http://schemas.microsoft.com/office/drawing/2014/main" id="{12BE6785-8292-4AA8-BFCA-4837CCB20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1962"/>
                <a:ext cx="13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92" name="Freeform 962">
                <a:extLst>
                  <a:ext uri="{FF2B5EF4-FFF2-40B4-BE49-F238E27FC236}">
                    <a16:creationId xmlns:a16="http://schemas.microsoft.com/office/drawing/2014/main" id="{1B8CF84E-B83D-4670-9AB3-ECBF960A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928"/>
                <a:ext cx="58" cy="60"/>
              </a:xfrm>
              <a:custGeom>
                <a:avLst/>
                <a:gdLst>
                  <a:gd name="T0" fmla="*/ 0 w 57"/>
                  <a:gd name="T1" fmla="*/ 16 h 59"/>
                  <a:gd name="T2" fmla="*/ 47 w 57"/>
                  <a:gd name="T3" fmla="*/ 21 h 59"/>
                  <a:gd name="T4" fmla="*/ 48 w 57"/>
                  <a:gd name="T5" fmla="*/ 65 h 59"/>
                  <a:gd name="T6" fmla="*/ 43 w 57"/>
                  <a:gd name="T7" fmla="*/ 25 h 59"/>
                  <a:gd name="T8" fmla="*/ 0 w 57"/>
                  <a:gd name="T9" fmla="*/ 1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9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7" y="41"/>
                      <a:pt x="42" y="59"/>
                      <a:pt x="42" y="59"/>
                    </a:cubicBezTo>
                    <a:cubicBezTo>
                      <a:pt x="42" y="59"/>
                      <a:pt x="51" y="39"/>
                      <a:pt x="37" y="25"/>
                    </a:cubicBezTo>
                    <a:cubicBezTo>
                      <a:pt x="22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3" name="Oval 963">
                <a:extLst>
                  <a:ext uri="{FF2B5EF4-FFF2-40B4-BE49-F238E27FC236}">
                    <a16:creationId xmlns:a16="http://schemas.microsoft.com/office/drawing/2014/main" id="{BCCE309C-D65A-4E71-B4EA-28319E700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6" y="1901"/>
                <a:ext cx="68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94" name="Oval 964">
                <a:extLst>
                  <a:ext uri="{FF2B5EF4-FFF2-40B4-BE49-F238E27FC236}">
                    <a16:creationId xmlns:a16="http://schemas.microsoft.com/office/drawing/2014/main" id="{582D6419-C95E-4A42-9CEF-10FA3EC36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1901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95" name="Oval 965">
                <a:extLst>
                  <a:ext uri="{FF2B5EF4-FFF2-40B4-BE49-F238E27FC236}">
                    <a16:creationId xmlns:a16="http://schemas.microsoft.com/office/drawing/2014/main" id="{B1DD14FD-6097-4EB8-83B7-B263268FF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2" y="1922"/>
                <a:ext cx="42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96" name="Oval 966">
                <a:extLst>
                  <a:ext uri="{FF2B5EF4-FFF2-40B4-BE49-F238E27FC236}">
                    <a16:creationId xmlns:a16="http://schemas.microsoft.com/office/drawing/2014/main" id="{1711D971-E1D5-4EEF-9247-A8EDC9A2E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1925"/>
                <a:ext cx="13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97" name="Freeform 967">
                <a:extLst>
                  <a:ext uri="{FF2B5EF4-FFF2-40B4-BE49-F238E27FC236}">
                    <a16:creationId xmlns:a16="http://schemas.microsoft.com/office/drawing/2014/main" id="{402A5737-F092-42B7-A34B-5E6962DD6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1892"/>
                <a:ext cx="59" cy="62"/>
              </a:xfrm>
              <a:custGeom>
                <a:avLst/>
                <a:gdLst>
                  <a:gd name="T0" fmla="*/ 0 w 58"/>
                  <a:gd name="T1" fmla="*/ 22 h 60"/>
                  <a:gd name="T2" fmla="*/ 47 w 58"/>
                  <a:gd name="T3" fmla="*/ 28 h 60"/>
                  <a:gd name="T4" fmla="*/ 48 w 58"/>
                  <a:gd name="T5" fmla="*/ 72 h 60"/>
                  <a:gd name="T6" fmla="*/ 43 w 58"/>
                  <a:gd name="T7" fmla="*/ 31 h 60"/>
                  <a:gd name="T8" fmla="*/ 0 w 58"/>
                  <a:gd name="T9" fmla="*/ 22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6"/>
                    </a:moveTo>
                    <a:cubicBezTo>
                      <a:pt x="0" y="16"/>
                      <a:pt x="23" y="0"/>
                      <a:pt x="41" y="22"/>
                    </a:cubicBezTo>
                    <a:cubicBezTo>
                      <a:pt x="58" y="41"/>
                      <a:pt x="42" y="60"/>
                      <a:pt x="42" y="60"/>
                    </a:cubicBezTo>
                    <a:cubicBezTo>
                      <a:pt x="42" y="60"/>
                      <a:pt x="51" y="39"/>
                      <a:pt x="37" y="25"/>
                    </a:cubicBezTo>
                    <a:cubicBezTo>
                      <a:pt x="23" y="11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8" name="Oval 968">
                <a:extLst>
                  <a:ext uri="{FF2B5EF4-FFF2-40B4-BE49-F238E27FC236}">
                    <a16:creationId xmlns:a16="http://schemas.microsoft.com/office/drawing/2014/main" id="{032CD51C-A589-47E2-886A-08BA5702D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1821"/>
                <a:ext cx="69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99" name="Oval 969">
                <a:extLst>
                  <a:ext uri="{FF2B5EF4-FFF2-40B4-BE49-F238E27FC236}">
                    <a16:creationId xmlns:a16="http://schemas.microsoft.com/office/drawing/2014/main" id="{75D494EB-C13A-4534-BDC7-CF00EC955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1821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00" name="Oval 970">
                <a:extLst>
                  <a:ext uri="{FF2B5EF4-FFF2-40B4-BE49-F238E27FC236}">
                    <a16:creationId xmlns:a16="http://schemas.microsoft.com/office/drawing/2014/main" id="{2A59AD78-F520-45C3-A36E-43642C267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1842"/>
                <a:ext cx="42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01" name="Oval 971">
                <a:extLst>
                  <a:ext uri="{FF2B5EF4-FFF2-40B4-BE49-F238E27FC236}">
                    <a16:creationId xmlns:a16="http://schemas.microsoft.com/office/drawing/2014/main" id="{A67FB8A9-A4CE-4F7A-80BD-9F235171F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8" y="1865"/>
                <a:ext cx="13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02" name="Freeform 972">
                <a:extLst>
                  <a:ext uri="{FF2B5EF4-FFF2-40B4-BE49-F238E27FC236}">
                    <a16:creationId xmlns:a16="http://schemas.microsoft.com/office/drawing/2014/main" id="{39E75770-D884-4A69-ABAE-91D34119B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1813"/>
                <a:ext cx="60" cy="60"/>
              </a:xfrm>
              <a:custGeom>
                <a:avLst/>
                <a:gdLst>
                  <a:gd name="T0" fmla="*/ 0 w 58"/>
                  <a:gd name="T1" fmla="*/ 16 h 59"/>
                  <a:gd name="T2" fmla="*/ 50 w 58"/>
                  <a:gd name="T3" fmla="*/ 21 h 59"/>
                  <a:gd name="T4" fmla="*/ 52 w 58"/>
                  <a:gd name="T5" fmla="*/ 65 h 59"/>
                  <a:gd name="T6" fmla="*/ 43 w 58"/>
                  <a:gd name="T7" fmla="*/ 25 h 59"/>
                  <a:gd name="T8" fmla="*/ 0 w 58"/>
                  <a:gd name="T9" fmla="*/ 1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8" y="41"/>
                      <a:pt x="42" y="59"/>
                      <a:pt x="42" y="59"/>
                    </a:cubicBezTo>
                    <a:cubicBezTo>
                      <a:pt x="42" y="59"/>
                      <a:pt x="51" y="39"/>
                      <a:pt x="37" y="25"/>
                    </a:cubicBezTo>
                    <a:cubicBezTo>
                      <a:pt x="23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3" name="Oval 973">
                <a:extLst>
                  <a:ext uri="{FF2B5EF4-FFF2-40B4-BE49-F238E27FC236}">
                    <a16:creationId xmlns:a16="http://schemas.microsoft.com/office/drawing/2014/main" id="{9CF89F8B-86B0-47DF-9B50-2DD4C4072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5" y="1846"/>
                <a:ext cx="70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04" name="Oval 974">
                <a:extLst>
                  <a:ext uri="{FF2B5EF4-FFF2-40B4-BE49-F238E27FC236}">
                    <a16:creationId xmlns:a16="http://schemas.microsoft.com/office/drawing/2014/main" id="{7AE53918-853B-43B9-B4F0-86B6A54A4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5" y="1846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05" name="Oval 975">
                <a:extLst>
                  <a:ext uri="{FF2B5EF4-FFF2-40B4-BE49-F238E27FC236}">
                    <a16:creationId xmlns:a16="http://schemas.microsoft.com/office/drawing/2014/main" id="{C12AC214-60F2-4DD1-80A8-90FCC0AB4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1868"/>
                <a:ext cx="41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06" name="Oval 976">
                <a:extLst>
                  <a:ext uri="{FF2B5EF4-FFF2-40B4-BE49-F238E27FC236}">
                    <a16:creationId xmlns:a16="http://schemas.microsoft.com/office/drawing/2014/main" id="{946ED293-1AAE-4E73-809F-85A908020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1870"/>
                <a:ext cx="12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07" name="Freeform 977">
                <a:extLst>
                  <a:ext uri="{FF2B5EF4-FFF2-40B4-BE49-F238E27FC236}">
                    <a16:creationId xmlns:a16="http://schemas.microsoft.com/office/drawing/2014/main" id="{910C479D-6DBB-4A4D-AD57-07BA91AF0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837"/>
                <a:ext cx="59" cy="62"/>
              </a:xfrm>
              <a:custGeom>
                <a:avLst/>
                <a:gdLst>
                  <a:gd name="T0" fmla="*/ 0 w 58"/>
                  <a:gd name="T1" fmla="*/ 23 h 60"/>
                  <a:gd name="T2" fmla="*/ 48 w 58"/>
                  <a:gd name="T3" fmla="*/ 28 h 60"/>
                  <a:gd name="T4" fmla="*/ 49 w 58"/>
                  <a:gd name="T5" fmla="*/ 72 h 60"/>
                  <a:gd name="T6" fmla="*/ 43 w 58"/>
                  <a:gd name="T7" fmla="*/ 31 h 60"/>
                  <a:gd name="T8" fmla="*/ 0 w 58"/>
                  <a:gd name="T9" fmla="*/ 2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4" y="0"/>
                      <a:pt x="42" y="22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8" name="Oval 978">
                <a:extLst>
                  <a:ext uri="{FF2B5EF4-FFF2-40B4-BE49-F238E27FC236}">
                    <a16:creationId xmlns:a16="http://schemas.microsoft.com/office/drawing/2014/main" id="{5BE948B1-46CF-4023-B19F-0CA0013FF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1991"/>
                <a:ext cx="69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09" name="Oval 979">
                <a:extLst>
                  <a:ext uri="{FF2B5EF4-FFF2-40B4-BE49-F238E27FC236}">
                    <a16:creationId xmlns:a16="http://schemas.microsoft.com/office/drawing/2014/main" id="{BE8828E4-8EF6-4C5B-81FB-7F01D97A2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1991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0" name="Oval 980">
                <a:extLst>
                  <a:ext uri="{FF2B5EF4-FFF2-40B4-BE49-F238E27FC236}">
                    <a16:creationId xmlns:a16="http://schemas.microsoft.com/office/drawing/2014/main" id="{C8128BAF-55CB-4DA1-9AF9-6A0164022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013"/>
                <a:ext cx="41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1" name="Oval 981">
                <a:extLst>
                  <a:ext uri="{FF2B5EF4-FFF2-40B4-BE49-F238E27FC236}">
                    <a16:creationId xmlns:a16="http://schemas.microsoft.com/office/drawing/2014/main" id="{9C4B5504-8492-47AF-BE96-843429E44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1" y="2015"/>
                <a:ext cx="12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2" name="Freeform 982">
                <a:extLst>
                  <a:ext uri="{FF2B5EF4-FFF2-40B4-BE49-F238E27FC236}">
                    <a16:creationId xmlns:a16="http://schemas.microsoft.com/office/drawing/2014/main" id="{53939840-3723-4829-866D-5DAD2FD9E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983"/>
                <a:ext cx="59" cy="62"/>
              </a:xfrm>
              <a:custGeom>
                <a:avLst/>
                <a:gdLst>
                  <a:gd name="T0" fmla="*/ 0 w 58"/>
                  <a:gd name="T1" fmla="*/ 22 h 60"/>
                  <a:gd name="T2" fmla="*/ 47 w 58"/>
                  <a:gd name="T3" fmla="*/ 27 h 60"/>
                  <a:gd name="T4" fmla="*/ 48 w 58"/>
                  <a:gd name="T5" fmla="*/ 72 h 60"/>
                  <a:gd name="T6" fmla="*/ 43 w 58"/>
                  <a:gd name="T7" fmla="*/ 31 h 60"/>
                  <a:gd name="T8" fmla="*/ 0 w 58"/>
                  <a:gd name="T9" fmla="*/ 22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8" y="41"/>
                      <a:pt x="42" y="60"/>
                      <a:pt x="42" y="60"/>
                    </a:cubicBezTo>
                    <a:cubicBezTo>
                      <a:pt x="42" y="60"/>
                      <a:pt x="51" y="39"/>
                      <a:pt x="37" y="25"/>
                    </a:cubicBezTo>
                    <a:cubicBezTo>
                      <a:pt x="22" y="11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3" name="Oval 983">
                <a:extLst>
                  <a:ext uri="{FF2B5EF4-FFF2-40B4-BE49-F238E27FC236}">
                    <a16:creationId xmlns:a16="http://schemas.microsoft.com/office/drawing/2014/main" id="{8DDAFF4E-4696-447A-B752-8288F8BD5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1939"/>
                <a:ext cx="68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4" name="Oval 984">
                <a:extLst>
                  <a:ext uri="{FF2B5EF4-FFF2-40B4-BE49-F238E27FC236}">
                    <a16:creationId xmlns:a16="http://schemas.microsoft.com/office/drawing/2014/main" id="{49DC4F4E-5939-49DA-871D-3F45D2964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1939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5" name="Oval 985">
                <a:extLst>
                  <a:ext uri="{FF2B5EF4-FFF2-40B4-BE49-F238E27FC236}">
                    <a16:creationId xmlns:a16="http://schemas.microsoft.com/office/drawing/2014/main" id="{73404008-534A-47EF-81A5-2F7065236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1961"/>
                <a:ext cx="41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6" name="Oval 986">
                <a:extLst>
                  <a:ext uri="{FF2B5EF4-FFF2-40B4-BE49-F238E27FC236}">
                    <a16:creationId xmlns:a16="http://schemas.microsoft.com/office/drawing/2014/main" id="{B4A7BBA1-3628-4405-B141-4346101A2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1963"/>
                <a:ext cx="13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7" name="Freeform 987">
                <a:extLst>
                  <a:ext uri="{FF2B5EF4-FFF2-40B4-BE49-F238E27FC236}">
                    <a16:creationId xmlns:a16="http://schemas.microsoft.com/office/drawing/2014/main" id="{21658BAD-5E8F-456E-8A23-B5007E9E9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930"/>
                <a:ext cx="58" cy="61"/>
              </a:xfrm>
              <a:custGeom>
                <a:avLst/>
                <a:gdLst>
                  <a:gd name="T0" fmla="*/ 0 w 57"/>
                  <a:gd name="T1" fmla="*/ 17 h 60"/>
                  <a:gd name="T2" fmla="*/ 47 w 57"/>
                  <a:gd name="T3" fmla="*/ 22 h 60"/>
                  <a:gd name="T4" fmla="*/ 48 w 57"/>
                  <a:gd name="T5" fmla="*/ 66 h 60"/>
                  <a:gd name="T6" fmla="*/ 43 w 57"/>
                  <a:gd name="T7" fmla="*/ 25 h 60"/>
                  <a:gd name="T8" fmla="*/ 0 w 57"/>
                  <a:gd name="T9" fmla="*/ 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17"/>
                    </a:moveTo>
                    <a:cubicBezTo>
                      <a:pt x="0" y="17"/>
                      <a:pt x="23" y="0"/>
                      <a:pt x="41" y="22"/>
                    </a:cubicBezTo>
                    <a:cubicBezTo>
                      <a:pt x="57" y="41"/>
                      <a:pt x="42" y="60"/>
                      <a:pt x="42" y="60"/>
                    </a:cubicBezTo>
                    <a:cubicBezTo>
                      <a:pt x="42" y="60"/>
                      <a:pt x="51" y="40"/>
                      <a:pt x="37" y="25"/>
                    </a:cubicBezTo>
                    <a:cubicBezTo>
                      <a:pt x="22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8" name="Oval 988">
                <a:extLst>
                  <a:ext uri="{FF2B5EF4-FFF2-40B4-BE49-F238E27FC236}">
                    <a16:creationId xmlns:a16="http://schemas.microsoft.com/office/drawing/2014/main" id="{840885B3-21CF-4ADB-9EC3-7E8C4AD40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895"/>
                <a:ext cx="69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9" name="Oval 989">
                <a:extLst>
                  <a:ext uri="{FF2B5EF4-FFF2-40B4-BE49-F238E27FC236}">
                    <a16:creationId xmlns:a16="http://schemas.microsoft.com/office/drawing/2014/main" id="{17C2CAA0-76F6-48F8-A2C2-6DB6E53D0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895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0" name="Oval 990">
                <a:extLst>
                  <a:ext uri="{FF2B5EF4-FFF2-40B4-BE49-F238E27FC236}">
                    <a16:creationId xmlns:a16="http://schemas.microsoft.com/office/drawing/2014/main" id="{A5E60269-8B91-4EEF-92C1-3E98A12276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917"/>
                <a:ext cx="40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1" name="Oval 991">
                <a:extLst>
                  <a:ext uri="{FF2B5EF4-FFF2-40B4-BE49-F238E27FC236}">
                    <a16:creationId xmlns:a16="http://schemas.microsoft.com/office/drawing/2014/main" id="{62754A1A-4B51-4894-8606-EA118C3A6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1919"/>
                <a:ext cx="12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2" name="Freeform 992">
                <a:extLst>
                  <a:ext uri="{FF2B5EF4-FFF2-40B4-BE49-F238E27FC236}">
                    <a16:creationId xmlns:a16="http://schemas.microsoft.com/office/drawing/2014/main" id="{8EC1E80A-F8A5-482D-8F85-80EB9D279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886"/>
                <a:ext cx="59" cy="62"/>
              </a:xfrm>
              <a:custGeom>
                <a:avLst/>
                <a:gdLst>
                  <a:gd name="T0" fmla="*/ 0 w 58"/>
                  <a:gd name="T1" fmla="*/ 23 h 60"/>
                  <a:gd name="T2" fmla="*/ 48 w 58"/>
                  <a:gd name="T3" fmla="*/ 28 h 60"/>
                  <a:gd name="T4" fmla="*/ 49 w 58"/>
                  <a:gd name="T5" fmla="*/ 72 h 60"/>
                  <a:gd name="T6" fmla="*/ 43 w 58"/>
                  <a:gd name="T7" fmla="*/ 31 h 60"/>
                  <a:gd name="T8" fmla="*/ 0 w 58"/>
                  <a:gd name="T9" fmla="*/ 2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3" y="0"/>
                      <a:pt x="42" y="22"/>
                    </a:cubicBezTo>
                    <a:cubicBezTo>
                      <a:pt x="58" y="42"/>
                      <a:pt x="43" y="60"/>
                      <a:pt x="43" y="60"/>
                    </a:cubicBezTo>
                    <a:cubicBezTo>
                      <a:pt x="43" y="60"/>
                      <a:pt x="52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3" name="Oval 993">
                <a:extLst>
                  <a:ext uri="{FF2B5EF4-FFF2-40B4-BE49-F238E27FC236}">
                    <a16:creationId xmlns:a16="http://schemas.microsoft.com/office/drawing/2014/main" id="{8F7240F3-5655-4727-B838-F4FB2D10F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844"/>
                <a:ext cx="69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4" name="Oval 994">
                <a:extLst>
                  <a:ext uri="{FF2B5EF4-FFF2-40B4-BE49-F238E27FC236}">
                    <a16:creationId xmlns:a16="http://schemas.microsoft.com/office/drawing/2014/main" id="{06A4AD71-85AD-4D69-AAF6-9C0DB1B5C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844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5" name="Oval 995">
                <a:extLst>
                  <a:ext uri="{FF2B5EF4-FFF2-40B4-BE49-F238E27FC236}">
                    <a16:creationId xmlns:a16="http://schemas.microsoft.com/office/drawing/2014/main" id="{460DF0C8-F868-44D0-A3C4-33DCDDFA7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1866"/>
                <a:ext cx="41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6" name="Oval 996">
                <a:extLst>
                  <a:ext uri="{FF2B5EF4-FFF2-40B4-BE49-F238E27FC236}">
                    <a16:creationId xmlns:a16="http://schemas.microsoft.com/office/drawing/2014/main" id="{0C9C0B12-975D-4278-9BBA-6DAA110F1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1868"/>
                <a:ext cx="14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7" name="Freeform 997">
                <a:extLst>
                  <a:ext uri="{FF2B5EF4-FFF2-40B4-BE49-F238E27FC236}">
                    <a16:creationId xmlns:a16="http://schemas.microsoft.com/office/drawing/2014/main" id="{778F6E73-8E20-4BC5-9DDA-21EE539F8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835"/>
                <a:ext cx="60" cy="62"/>
              </a:xfrm>
              <a:custGeom>
                <a:avLst/>
                <a:gdLst>
                  <a:gd name="T0" fmla="*/ 0 w 58"/>
                  <a:gd name="T1" fmla="*/ 23 h 60"/>
                  <a:gd name="T2" fmla="*/ 52 w 58"/>
                  <a:gd name="T3" fmla="*/ 28 h 60"/>
                  <a:gd name="T4" fmla="*/ 54 w 58"/>
                  <a:gd name="T5" fmla="*/ 72 h 60"/>
                  <a:gd name="T6" fmla="*/ 43 w 58"/>
                  <a:gd name="T7" fmla="*/ 31 h 60"/>
                  <a:gd name="T8" fmla="*/ 0 w 58"/>
                  <a:gd name="T9" fmla="*/ 2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4" y="0"/>
                      <a:pt x="42" y="22"/>
                    </a:cubicBezTo>
                    <a:cubicBezTo>
                      <a:pt x="58" y="42"/>
                      <a:pt x="43" y="60"/>
                      <a:pt x="43" y="60"/>
                    </a:cubicBezTo>
                    <a:cubicBezTo>
                      <a:pt x="43" y="60"/>
                      <a:pt x="52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8" name="Oval 998">
                <a:extLst>
                  <a:ext uri="{FF2B5EF4-FFF2-40B4-BE49-F238E27FC236}">
                    <a16:creationId xmlns:a16="http://schemas.microsoft.com/office/drawing/2014/main" id="{AB1E6057-25E6-40F4-8D35-B5F5E426E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1782"/>
                <a:ext cx="68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9" name="Oval 999">
                <a:extLst>
                  <a:ext uri="{FF2B5EF4-FFF2-40B4-BE49-F238E27FC236}">
                    <a16:creationId xmlns:a16="http://schemas.microsoft.com/office/drawing/2014/main" id="{C1BDE390-235A-4D11-851F-6420AEEEC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1782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0" name="Oval 1000">
                <a:extLst>
                  <a:ext uri="{FF2B5EF4-FFF2-40B4-BE49-F238E27FC236}">
                    <a16:creationId xmlns:a16="http://schemas.microsoft.com/office/drawing/2014/main" id="{796B4BE9-7672-4ED4-AAE3-ED52163C6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1804"/>
                <a:ext cx="41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1" name="Oval 1001">
                <a:extLst>
                  <a:ext uri="{FF2B5EF4-FFF2-40B4-BE49-F238E27FC236}">
                    <a16:creationId xmlns:a16="http://schemas.microsoft.com/office/drawing/2014/main" id="{D7C6BE79-E136-4783-AEA6-0BB4DFEDA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6" y="1806"/>
                <a:ext cx="12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2" name="Freeform 1002">
                <a:extLst>
                  <a:ext uri="{FF2B5EF4-FFF2-40B4-BE49-F238E27FC236}">
                    <a16:creationId xmlns:a16="http://schemas.microsoft.com/office/drawing/2014/main" id="{57EBA4EA-BD77-4C8A-910F-77E1D184B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774"/>
                <a:ext cx="59" cy="61"/>
              </a:xfrm>
              <a:custGeom>
                <a:avLst/>
                <a:gdLst>
                  <a:gd name="T0" fmla="*/ 0 w 58"/>
                  <a:gd name="T1" fmla="*/ 16 h 60"/>
                  <a:gd name="T2" fmla="*/ 48 w 58"/>
                  <a:gd name="T3" fmla="*/ 21 h 60"/>
                  <a:gd name="T4" fmla="*/ 49 w 58"/>
                  <a:gd name="T5" fmla="*/ 66 h 60"/>
                  <a:gd name="T6" fmla="*/ 43 w 58"/>
                  <a:gd name="T7" fmla="*/ 25 h 60"/>
                  <a:gd name="T8" fmla="*/ 0 w 58"/>
                  <a:gd name="T9" fmla="*/ 1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6"/>
                    </a:moveTo>
                    <a:cubicBezTo>
                      <a:pt x="0" y="16"/>
                      <a:pt x="24" y="0"/>
                      <a:pt x="42" y="21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39"/>
                      <a:pt x="37" y="25"/>
                    </a:cubicBezTo>
                    <a:cubicBezTo>
                      <a:pt x="23" y="11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3" name="Oval 1003">
                <a:extLst>
                  <a:ext uri="{FF2B5EF4-FFF2-40B4-BE49-F238E27FC236}">
                    <a16:creationId xmlns:a16="http://schemas.microsoft.com/office/drawing/2014/main" id="{0266B16F-3353-4BE1-B326-3AC9DB9E0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5" y="1735"/>
                <a:ext cx="69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4" name="Oval 1004">
                <a:extLst>
                  <a:ext uri="{FF2B5EF4-FFF2-40B4-BE49-F238E27FC236}">
                    <a16:creationId xmlns:a16="http://schemas.microsoft.com/office/drawing/2014/main" id="{480FBDB0-4F7C-4861-9CF8-6310944DD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735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5" name="Oval 1005">
                <a:extLst>
                  <a:ext uri="{FF2B5EF4-FFF2-40B4-BE49-F238E27FC236}">
                    <a16:creationId xmlns:a16="http://schemas.microsoft.com/office/drawing/2014/main" id="{A36975DD-167B-4FDE-8CC0-FB129534BF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1757"/>
                <a:ext cx="41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6" name="Oval 1006">
                <a:extLst>
                  <a:ext uri="{FF2B5EF4-FFF2-40B4-BE49-F238E27FC236}">
                    <a16:creationId xmlns:a16="http://schemas.microsoft.com/office/drawing/2014/main" id="{D7894F1F-1914-4701-BC88-E8FE439A4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1763"/>
                <a:ext cx="12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7" name="Freeform 1007">
                <a:extLst>
                  <a:ext uri="{FF2B5EF4-FFF2-40B4-BE49-F238E27FC236}">
                    <a16:creationId xmlns:a16="http://schemas.microsoft.com/office/drawing/2014/main" id="{9AFD933F-3272-4E90-85E2-41734C9A9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727"/>
                <a:ext cx="59" cy="61"/>
              </a:xfrm>
              <a:custGeom>
                <a:avLst/>
                <a:gdLst>
                  <a:gd name="T0" fmla="*/ 0 w 58"/>
                  <a:gd name="T1" fmla="*/ 16 h 60"/>
                  <a:gd name="T2" fmla="*/ 47 w 58"/>
                  <a:gd name="T3" fmla="*/ 22 h 60"/>
                  <a:gd name="T4" fmla="*/ 48 w 58"/>
                  <a:gd name="T5" fmla="*/ 66 h 60"/>
                  <a:gd name="T6" fmla="*/ 43 w 58"/>
                  <a:gd name="T7" fmla="*/ 25 h 60"/>
                  <a:gd name="T8" fmla="*/ 0 w 58"/>
                  <a:gd name="T9" fmla="*/ 1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6"/>
                    </a:moveTo>
                    <a:cubicBezTo>
                      <a:pt x="0" y="16"/>
                      <a:pt x="23" y="0"/>
                      <a:pt x="41" y="22"/>
                    </a:cubicBezTo>
                    <a:cubicBezTo>
                      <a:pt x="58" y="41"/>
                      <a:pt x="42" y="60"/>
                      <a:pt x="42" y="60"/>
                    </a:cubicBezTo>
                    <a:cubicBezTo>
                      <a:pt x="42" y="60"/>
                      <a:pt x="51" y="39"/>
                      <a:pt x="37" y="25"/>
                    </a:cubicBezTo>
                    <a:cubicBezTo>
                      <a:pt x="22" y="11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8" name="Oval 1008">
                <a:extLst>
                  <a:ext uri="{FF2B5EF4-FFF2-40B4-BE49-F238E27FC236}">
                    <a16:creationId xmlns:a16="http://schemas.microsoft.com/office/drawing/2014/main" id="{7A93C18A-8B6D-4C92-BEB7-70DBA1AB2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795"/>
                <a:ext cx="68" cy="70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39" name="Oval 1009">
                <a:extLst>
                  <a:ext uri="{FF2B5EF4-FFF2-40B4-BE49-F238E27FC236}">
                    <a16:creationId xmlns:a16="http://schemas.microsoft.com/office/drawing/2014/main" id="{314EB43E-FFD3-43DB-BFED-5E83811B7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795"/>
                <a:ext cx="68" cy="70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40" name="Oval 1010">
                <a:extLst>
                  <a:ext uri="{FF2B5EF4-FFF2-40B4-BE49-F238E27FC236}">
                    <a16:creationId xmlns:a16="http://schemas.microsoft.com/office/drawing/2014/main" id="{6D549359-969E-4BFF-B785-69C0AD1CB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1817"/>
                <a:ext cx="42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41" name="Oval 1011">
                <a:extLst>
                  <a:ext uri="{FF2B5EF4-FFF2-40B4-BE49-F238E27FC236}">
                    <a16:creationId xmlns:a16="http://schemas.microsoft.com/office/drawing/2014/main" id="{6F3C6CBE-CABB-473E-8663-170C84575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6" y="1822"/>
                <a:ext cx="12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42" name="Freeform 1012">
                <a:extLst>
                  <a:ext uri="{FF2B5EF4-FFF2-40B4-BE49-F238E27FC236}">
                    <a16:creationId xmlns:a16="http://schemas.microsoft.com/office/drawing/2014/main" id="{5310BE90-D107-4107-AAC6-C51C5D087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1787"/>
                <a:ext cx="59" cy="62"/>
              </a:xfrm>
              <a:custGeom>
                <a:avLst/>
                <a:gdLst>
                  <a:gd name="T0" fmla="*/ 0 w 58"/>
                  <a:gd name="T1" fmla="*/ 23 h 60"/>
                  <a:gd name="T2" fmla="*/ 48 w 58"/>
                  <a:gd name="T3" fmla="*/ 28 h 60"/>
                  <a:gd name="T4" fmla="*/ 49 w 58"/>
                  <a:gd name="T5" fmla="*/ 72 h 60"/>
                  <a:gd name="T6" fmla="*/ 43 w 58"/>
                  <a:gd name="T7" fmla="*/ 31 h 60"/>
                  <a:gd name="T8" fmla="*/ 0 w 58"/>
                  <a:gd name="T9" fmla="*/ 2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3" y="0"/>
                      <a:pt x="42" y="22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39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3" name="Oval 1013">
                <a:extLst>
                  <a:ext uri="{FF2B5EF4-FFF2-40B4-BE49-F238E27FC236}">
                    <a16:creationId xmlns:a16="http://schemas.microsoft.com/office/drawing/2014/main" id="{1734C01B-8DAB-422B-8B77-1ACA5DF73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906"/>
                <a:ext cx="68" cy="68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44" name="Oval 1014">
                <a:extLst>
                  <a:ext uri="{FF2B5EF4-FFF2-40B4-BE49-F238E27FC236}">
                    <a16:creationId xmlns:a16="http://schemas.microsoft.com/office/drawing/2014/main" id="{2B4C9121-BF50-4223-989E-C06080E38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906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45" name="Oval 1015">
                <a:extLst>
                  <a:ext uri="{FF2B5EF4-FFF2-40B4-BE49-F238E27FC236}">
                    <a16:creationId xmlns:a16="http://schemas.microsoft.com/office/drawing/2014/main" id="{2ADAC5FE-8918-4521-957E-21EEAC103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912"/>
                <a:ext cx="42" cy="41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46" name="Oval 1016">
                <a:extLst>
                  <a:ext uri="{FF2B5EF4-FFF2-40B4-BE49-F238E27FC236}">
                    <a16:creationId xmlns:a16="http://schemas.microsoft.com/office/drawing/2014/main" id="{0B6F55D7-D783-4EAE-B690-3B8C70885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191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47" name="Freeform 1017">
                <a:extLst>
                  <a:ext uri="{FF2B5EF4-FFF2-40B4-BE49-F238E27FC236}">
                    <a16:creationId xmlns:a16="http://schemas.microsoft.com/office/drawing/2014/main" id="{814F9D9F-2241-4962-B429-B9E8DC939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922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8" name="Oval 1018">
                <a:extLst>
                  <a:ext uri="{FF2B5EF4-FFF2-40B4-BE49-F238E27FC236}">
                    <a16:creationId xmlns:a16="http://schemas.microsoft.com/office/drawing/2014/main" id="{6A961C58-CC1E-40F4-A82E-A701A1CCF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836"/>
                <a:ext cx="68" cy="69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49" name="Oval 1019">
                <a:extLst>
                  <a:ext uri="{FF2B5EF4-FFF2-40B4-BE49-F238E27FC236}">
                    <a16:creationId xmlns:a16="http://schemas.microsoft.com/office/drawing/2014/main" id="{EEF9D675-F97D-4670-B517-2B7B74382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836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50" name="Oval 1020">
                <a:extLst>
                  <a:ext uri="{FF2B5EF4-FFF2-40B4-BE49-F238E27FC236}">
                    <a16:creationId xmlns:a16="http://schemas.microsoft.com/office/drawing/2014/main" id="{E029BDD1-005B-4DC6-BEE8-5CD671F11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841"/>
                <a:ext cx="42" cy="42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51" name="Oval 1021">
                <a:extLst>
                  <a:ext uri="{FF2B5EF4-FFF2-40B4-BE49-F238E27FC236}">
                    <a16:creationId xmlns:a16="http://schemas.microsoft.com/office/drawing/2014/main" id="{F4B8D0E4-D929-4D00-9F55-69926C9A6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184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52" name="Freeform 1022">
                <a:extLst>
                  <a:ext uri="{FF2B5EF4-FFF2-40B4-BE49-F238E27FC236}">
                    <a16:creationId xmlns:a16="http://schemas.microsoft.com/office/drawing/2014/main" id="{30768616-D38C-4A6C-BC44-4141C1F02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853"/>
                <a:ext cx="59" cy="60"/>
              </a:xfrm>
              <a:custGeom>
                <a:avLst/>
                <a:gdLst>
                  <a:gd name="T0" fmla="*/ 0 w 58"/>
                  <a:gd name="T1" fmla="*/ 49 h 59"/>
                  <a:gd name="T2" fmla="*/ 47 w 58"/>
                  <a:gd name="T3" fmla="*/ 44 h 59"/>
                  <a:gd name="T4" fmla="*/ 48 w 58"/>
                  <a:gd name="T5" fmla="*/ 0 h 59"/>
                  <a:gd name="T6" fmla="*/ 43 w 58"/>
                  <a:gd name="T7" fmla="*/ 40 h 59"/>
                  <a:gd name="T8" fmla="*/ 0 w 58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3" y="59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3" name="Oval 1023">
                <a:extLst>
                  <a:ext uri="{FF2B5EF4-FFF2-40B4-BE49-F238E27FC236}">
                    <a16:creationId xmlns:a16="http://schemas.microsoft.com/office/drawing/2014/main" id="{8ECB4857-7BA7-4A36-9EEE-D9FCF4D20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767"/>
                <a:ext cx="68" cy="68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54" name="Oval 1024">
                <a:extLst>
                  <a:ext uri="{FF2B5EF4-FFF2-40B4-BE49-F238E27FC236}">
                    <a16:creationId xmlns:a16="http://schemas.microsoft.com/office/drawing/2014/main" id="{16637DB2-42CE-4CE6-9354-4DA730147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767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55" name="Oval 1025">
                <a:extLst>
                  <a:ext uri="{FF2B5EF4-FFF2-40B4-BE49-F238E27FC236}">
                    <a16:creationId xmlns:a16="http://schemas.microsoft.com/office/drawing/2014/main" id="{891D017D-DC31-4113-B9B5-0930912F6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772"/>
                <a:ext cx="42" cy="42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56" name="Oval 1026">
                <a:extLst>
                  <a:ext uri="{FF2B5EF4-FFF2-40B4-BE49-F238E27FC236}">
                    <a16:creationId xmlns:a16="http://schemas.microsoft.com/office/drawing/2014/main" id="{F2DA0658-6B14-4B09-8D09-70C39A8B3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177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57" name="Freeform 1027">
                <a:extLst>
                  <a:ext uri="{FF2B5EF4-FFF2-40B4-BE49-F238E27FC236}">
                    <a16:creationId xmlns:a16="http://schemas.microsoft.com/office/drawing/2014/main" id="{C3FD05C8-54C4-48D1-959A-5BD0763DD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782"/>
                <a:ext cx="59" cy="61"/>
              </a:xfrm>
              <a:custGeom>
                <a:avLst/>
                <a:gdLst>
                  <a:gd name="T0" fmla="*/ 0 w 58"/>
                  <a:gd name="T1" fmla="*/ 50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3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8" name="Oval 1028">
                <a:extLst>
                  <a:ext uri="{FF2B5EF4-FFF2-40B4-BE49-F238E27FC236}">
                    <a16:creationId xmlns:a16="http://schemas.microsoft.com/office/drawing/2014/main" id="{A6F8233F-D05F-4EE1-B0D5-9E6F28543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696"/>
                <a:ext cx="68" cy="69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59" name="Oval 1029">
                <a:extLst>
                  <a:ext uri="{FF2B5EF4-FFF2-40B4-BE49-F238E27FC236}">
                    <a16:creationId xmlns:a16="http://schemas.microsoft.com/office/drawing/2014/main" id="{090119DD-1DDA-44B3-B354-9DE2FD256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696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60" name="Oval 1030">
                <a:extLst>
                  <a:ext uri="{FF2B5EF4-FFF2-40B4-BE49-F238E27FC236}">
                    <a16:creationId xmlns:a16="http://schemas.microsoft.com/office/drawing/2014/main" id="{76B2E3AB-E7C2-42A3-930F-3F9F282FA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702"/>
                <a:ext cx="42" cy="41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61" name="Oval 1031">
                <a:extLst>
                  <a:ext uri="{FF2B5EF4-FFF2-40B4-BE49-F238E27FC236}">
                    <a16:creationId xmlns:a16="http://schemas.microsoft.com/office/drawing/2014/main" id="{E887E560-3351-4F9F-A249-2C8DD4F9F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170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62" name="Freeform 1032">
                <a:extLst>
                  <a:ext uri="{FF2B5EF4-FFF2-40B4-BE49-F238E27FC236}">
                    <a16:creationId xmlns:a16="http://schemas.microsoft.com/office/drawing/2014/main" id="{60BC3642-4394-47DB-9354-39005176C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713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3" name="Oval 1033">
                <a:extLst>
                  <a:ext uri="{FF2B5EF4-FFF2-40B4-BE49-F238E27FC236}">
                    <a16:creationId xmlns:a16="http://schemas.microsoft.com/office/drawing/2014/main" id="{A450C36E-31F1-41BE-A183-ED0EE8361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627"/>
                <a:ext cx="68" cy="68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64" name="Oval 1034">
                <a:extLst>
                  <a:ext uri="{FF2B5EF4-FFF2-40B4-BE49-F238E27FC236}">
                    <a16:creationId xmlns:a16="http://schemas.microsoft.com/office/drawing/2014/main" id="{AF7F5D01-EAED-442E-92A5-D8DF9DBFF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627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65" name="Oval 1035">
                <a:extLst>
                  <a:ext uri="{FF2B5EF4-FFF2-40B4-BE49-F238E27FC236}">
                    <a16:creationId xmlns:a16="http://schemas.microsoft.com/office/drawing/2014/main" id="{614EEC37-9A16-4F2E-9811-8DCEDA505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633"/>
                <a:ext cx="42" cy="41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66" name="Oval 1036">
                <a:extLst>
                  <a:ext uri="{FF2B5EF4-FFF2-40B4-BE49-F238E27FC236}">
                    <a16:creationId xmlns:a16="http://schemas.microsoft.com/office/drawing/2014/main" id="{39FB2CA8-5204-4519-87D2-2B8C88033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163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67" name="Freeform 1037">
                <a:extLst>
                  <a:ext uri="{FF2B5EF4-FFF2-40B4-BE49-F238E27FC236}">
                    <a16:creationId xmlns:a16="http://schemas.microsoft.com/office/drawing/2014/main" id="{A0A7B2E2-473D-4D1A-8B3F-A552422CD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643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8" name="Oval 1038">
                <a:extLst>
                  <a:ext uri="{FF2B5EF4-FFF2-40B4-BE49-F238E27FC236}">
                    <a16:creationId xmlns:a16="http://schemas.microsoft.com/office/drawing/2014/main" id="{85C9A078-5DC7-423C-B9E5-2CF575DA0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557"/>
                <a:ext cx="68" cy="69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69" name="Oval 1039">
                <a:extLst>
                  <a:ext uri="{FF2B5EF4-FFF2-40B4-BE49-F238E27FC236}">
                    <a16:creationId xmlns:a16="http://schemas.microsoft.com/office/drawing/2014/main" id="{4DE8640A-2AFC-4C3A-B1C6-01E6122C0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557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70" name="Oval 1040">
                <a:extLst>
                  <a:ext uri="{FF2B5EF4-FFF2-40B4-BE49-F238E27FC236}">
                    <a16:creationId xmlns:a16="http://schemas.microsoft.com/office/drawing/2014/main" id="{E14C03FD-C402-4FC7-BF80-C8D1FB764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563"/>
                <a:ext cx="42" cy="41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71" name="Oval 1041">
                <a:extLst>
                  <a:ext uri="{FF2B5EF4-FFF2-40B4-BE49-F238E27FC236}">
                    <a16:creationId xmlns:a16="http://schemas.microsoft.com/office/drawing/2014/main" id="{5FD974DB-467E-4734-91DA-08D347A17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157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72" name="Freeform 1042">
                <a:extLst>
                  <a:ext uri="{FF2B5EF4-FFF2-40B4-BE49-F238E27FC236}">
                    <a16:creationId xmlns:a16="http://schemas.microsoft.com/office/drawing/2014/main" id="{4698C8F9-FEB6-4D78-9A24-BFE2E713A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574"/>
                <a:ext cx="59" cy="60"/>
              </a:xfrm>
              <a:custGeom>
                <a:avLst/>
                <a:gdLst>
                  <a:gd name="T0" fmla="*/ 0 w 58"/>
                  <a:gd name="T1" fmla="*/ 49 h 59"/>
                  <a:gd name="T2" fmla="*/ 47 w 58"/>
                  <a:gd name="T3" fmla="*/ 44 h 59"/>
                  <a:gd name="T4" fmla="*/ 48 w 58"/>
                  <a:gd name="T5" fmla="*/ 0 h 59"/>
                  <a:gd name="T6" fmla="*/ 43 w 58"/>
                  <a:gd name="T7" fmla="*/ 40 h 59"/>
                  <a:gd name="T8" fmla="*/ 0 w 58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3" y="59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3" name="Oval 1043">
                <a:extLst>
                  <a:ext uri="{FF2B5EF4-FFF2-40B4-BE49-F238E27FC236}">
                    <a16:creationId xmlns:a16="http://schemas.microsoft.com/office/drawing/2014/main" id="{E0341B66-89A3-41AF-98A2-5A25EE68D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488"/>
                <a:ext cx="68" cy="68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74" name="Oval 1044">
                <a:extLst>
                  <a:ext uri="{FF2B5EF4-FFF2-40B4-BE49-F238E27FC236}">
                    <a16:creationId xmlns:a16="http://schemas.microsoft.com/office/drawing/2014/main" id="{D85DD298-BB80-4056-94A4-F7ADFBEC6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488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75" name="Oval 1045">
                <a:extLst>
                  <a:ext uri="{FF2B5EF4-FFF2-40B4-BE49-F238E27FC236}">
                    <a16:creationId xmlns:a16="http://schemas.microsoft.com/office/drawing/2014/main" id="{A62A36CB-7AE6-4C17-B06B-4055E820A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493"/>
                <a:ext cx="42" cy="42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76" name="Oval 1046">
                <a:extLst>
                  <a:ext uri="{FF2B5EF4-FFF2-40B4-BE49-F238E27FC236}">
                    <a16:creationId xmlns:a16="http://schemas.microsoft.com/office/drawing/2014/main" id="{F2B953AC-51D9-451A-87A6-925B65B86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150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77" name="Freeform 1047">
                <a:extLst>
                  <a:ext uri="{FF2B5EF4-FFF2-40B4-BE49-F238E27FC236}">
                    <a16:creationId xmlns:a16="http://schemas.microsoft.com/office/drawing/2014/main" id="{A82984B4-67A3-4CB6-A94E-A21146826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503"/>
                <a:ext cx="59" cy="62"/>
              </a:xfrm>
              <a:custGeom>
                <a:avLst/>
                <a:gdLst>
                  <a:gd name="T0" fmla="*/ 0 w 58"/>
                  <a:gd name="T1" fmla="*/ 55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3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8" name="Oval 1048">
                <a:extLst>
                  <a:ext uri="{FF2B5EF4-FFF2-40B4-BE49-F238E27FC236}">
                    <a16:creationId xmlns:a16="http://schemas.microsoft.com/office/drawing/2014/main" id="{2B3F8BE4-E985-46DE-A9A4-895E806F5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1851"/>
                <a:ext cx="68" cy="68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79" name="Oval 1049">
                <a:extLst>
                  <a:ext uri="{FF2B5EF4-FFF2-40B4-BE49-F238E27FC236}">
                    <a16:creationId xmlns:a16="http://schemas.microsoft.com/office/drawing/2014/main" id="{9DA861DA-6618-428C-B245-39DFB76DF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1851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80" name="Oval 1050">
                <a:extLst>
                  <a:ext uri="{FF2B5EF4-FFF2-40B4-BE49-F238E27FC236}">
                    <a16:creationId xmlns:a16="http://schemas.microsoft.com/office/drawing/2014/main" id="{AF207473-A8BB-4A79-B860-B56CCEBCC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1857"/>
                <a:ext cx="41" cy="41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81" name="Oval 1051">
                <a:extLst>
                  <a:ext uri="{FF2B5EF4-FFF2-40B4-BE49-F238E27FC236}">
                    <a16:creationId xmlns:a16="http://schemas.microsoft.com/office/drawing/2014/main" id="{17F7F079-E1A0-4E28-9755-8BE511F7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9" y="186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82" name="Freeform 1052">
                <a:extLst>
                  <a:ext uri="{FF2B5EF4-FFF2-40B4-BE49-F238E27FC236}">
                    <a16:creationId xmlns:a16="http://schemas.microsoft.com/office/drawing/2014/main" id="{D7F44CAC-A277-4481-A4BF-C43D2CE8E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867"/>
                <a:ext cx="58" cy="61"/>
              </a:xfrm>
              <a:custGeom>
                <a:avLst/>
                <a:gdLst>
                  <a:gd name="T0" fmla="*/ 0 w 57"/>
                  <a:gd name="T1" fmla="*/ 49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3" name="Oval 1053">
                <a:extLst>
                  <a:ext uri="{FF2B5EF4-FFF2-40B4-BE49-F238E27FC236}">
                    <a16:creationId xmlns:a16="http://schemas.microsoft.com/office/drawing/2014/main" id="{14524F5B-7145-4154-94D6-E42B70692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1784"/>
                <a:ext cx="68" cy="69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84" name="Oval 1054">
                <a:extLst>
                  <a:ext uri="{FF2B5EF4-FFF2-40B4-BE49-F238E27FC236}">
                    <a16:creationId xmlns:a16="http://schemas.microsoft.com/office/drawing/2014/main" id="{76C1BE3E-7FB9-4F2E-93E2-3442483FF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1784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85" name="Oval 1055">
                <a:extLst>
                  <a:ext uri="{FF2B5EF4-FFF2-40B4-BE49-F238E27FC236}">
                    <a16:creationId xmlns:a16="http://schemas.microsoft.com/office/drawing/2014/main" id="{79D80DEC-02EF-46D3-B365-47E1AC898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1790"/>
                <a:ext cx="41" cy="42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86" name="Oval 1056">
                <a:extLst>
                  <a:ext uri="{FF2B5EF4-FFF2-40B4-BE49-F238E27FC236}">
                    <a16:creationId xmlns:a16="http://schemas.microsoft.com/office/drawing/2014/main" id="{F5440CFA-F021-44E8-8B3C-701089FC9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9" y="1796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87" name="Freeform 1057">
                <a:extLst>
                  <a:ext uri="{FF2B5EF4-FFF2-40B4-BE49-F238E27FC236}">
                    <a16:creationId xmlns:a16="http://schemas.microsoft.com/office/drawing/2014/main" id="{7E420B0D-C9DD-44B9-B8B5-15C75D487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801"/>
                <a:ext cx="58" cy="61"/>
              </a:xfrm>
              <a:custGeom>
                <a:avLst/>
                <a:gdLst>
                  <a:gd name="T0" fmla="*/ 0 w 57"/>
                  <a:gd name="T1" fmla="*/ 49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8" name="Oval 1058">
                <a:extLst>
                  <a:ext uri="{FF2B5EF4-FFF2-40B4-BE49-F238E27FC236}">
                    <a16:creationId xmlns:a16="http://schemas.microsoft.com/office/drawing/2014/main" id="{8FD7B882-5DAD-4C25-B496-3055B2063A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1719"/>
                <a:ext cx="68" cy="68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89" name="Oval 1059">
                <a:extLst>
                  <a:ext uri="{FF2B5EF4-FFF2-40B4-BE49-F238E27FC236}">
                    <a16:creationId xmlns:a16="http://schemas.microsoft.com/office/drawing/2014/main" id="{58DA3C1F-A4F2-4044-87B9-5459035E1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1719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90" name="Oval 1060">
                <a:extLst>
                  <a:ext uri="{FF2B5EF4-FFF2-40B4-BE49-F238E27FC236}">
                    <a16:creationId xmlns:a16="http://schemas.microsoft.com/office/drawing/2014/main" id="{24DAAADA-39FC-4EBB-9347-77ADC104B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1724"/>
                <a:ext cx="41" cy="42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91" name="Oval 1061">
                <a:extLst>
                  <a:ext uri="{FF2B5EF4-FFF2-40B4-BE49-F238E27FC236}">
                    <a16:creationId xmlns:a16="http://schemas.microsoft.com/office/drawing/2014/main" id="{F3641BC7-3046-4405-B4CE-361B8412D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9" y="173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92" name="Freeform 1062">
                <a:extLst>
                  <a:ext uri="{FF2B5EF4-FFF2-40B4-BE49-F238E27FC236}">
                    <a16:creationId xmlns:a16="http://schemas.microsoft.com/office/drawing/2014/main" id="{BFE52FBF-DFE8-44A5-B84B-C7DD150F0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734"/>
                <a:ext cx="58" cy="61"/>
              </a:xfrm>
              <a:custGeom>
                <a:avLst/>
                <a:gdLst>
                  <a:gd name="T0" fmla="*/ 0 w 57"/>
                  <a:gd name="T1" fmla="*/ 50 h 60"/>
                  <a:gd name="T2" fmla="*/ 47 w 57"/>
                  <a:gd name="T3" fmla="*/ 45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5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4"/>
                    </a:moveTo>
                    <a:cubicBezTo>
                      <a:pt x="0" y="44"/>
                      <a:pt x="23" y="60"/>
                      <a:pt x="41" y="39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3" name="Oval 1063">
                <a:extLst>
                  <a:ext uri="{FF2B5EF4-FFF2-40B4-BE49-F238E27FC236}">
                    <a16:creationId xmlns:a16="http://schemas.microsoft.com/office/drawing/2014/main" id="{4C356AE2-0AA4-424E-9DCC-B9591A942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1652"/>
                <a:ext cx="68" cy="69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94" name="Oval 1064">
                <a:extLst>
                  <a:ext uri="{FF2B5EF4-FFF2-40B4-BE49-F238E27FC236}">
                    <a16:creationId xmlns:a16="http://schemas.microsoft.com/office/drawing/2014/main" id="{F54EBAF8-5248-4B43-BD18-A661E5397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1652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95" name="Oval 1065">
                <a:extLst>
                  <a:ext uri="{FF2B5EF4-FFF2-40B4-BE49-F238E27FC236}">
                    <a16:creationId xmlns:a16="http://schemas.microsoft.com/office/drawing/2014/main" id="{4FC616F2-0AEA-4A4D-B0E2-27F1C398F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1659"/>
                <a:ext cx="41" cy="40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96" name="Oval 1066">
                <a:extLst>
                  <a:ext uri="{FF2B5EF4-FFF2-40B4-BE49-F238E27FC236}">
                    <a16:creationId xmlns:a16="http://schemas.microsoft.com/office/drawing/2014/main" id="{9BA1F350-1FBA-43F5-B1C9-BE31B5712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9" y="166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97" name="Freeform 1067">
                <a:extLst>
                  <a:ext uri="{FF2B5EF4-FFF2-40B4-BE49-F238E27FC236}">
                    <a16:creationId xmlns:a16="http://schemas.microsoft.com/office/drawing/2014/main" id="{059A270A-F531-4EF9-88DC-57E22820E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669"/>
                <a:ext cx="58" cy="60"/>
              </a:xfrm>
              <a:custGeom>
                <a:avLst/>
                <a:gdLst>
                  <a:gd name="T0" fmla="*/ 0 w 57"/>
                  <a:gd name="T1" fmla="*/ 49 h 59"/>
                  <a:gd name="T2" fmla="*/ 47 w 57"/>
                  <a:gd name="T3" fmla="*/ 44 h 59"/>
                  <a:gd name="T4" fmla="*/ 48 w 57"/>
                  <a:gd name="T5" fmla="*/ 0 h 59"/>
                  <a:gd name="T6" fmla="*/ 43 w 57"/>
                  <a:gd name="T7" fmla="*/ 40 h 59"/>
                  <a:gd name="T8" fmla="*/ 0 w 57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9">
                    <a:moveTo>
                      <a:pt x="0" y="43"/>
                    </a:moveTo>
                    <a:cubicBezTo>
                      <a:pt x="0" y="43"/>
                      <a:pt x="23" y="59"/>
                      <a:pt x="41" y="38"/>
                    </a:cubicBezTo>
                    <a:cubicBezTo>
                      <a:pt x="57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4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8" name="Oval 1068">
                <a:extLst>
                  <a:ext uri="{FF2B5EF4-FFF2-40B4-BE49-F238E27FC236}">
                    <a16:creationId xmlns:a16="http://schemas.microsoft.com/office/drawing/2014/main" id="{D142F138-BAEB-4B6C-B26C-FEA6020DB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1520"/>
                <a:ext cx="68" cy="69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99" name="Oval 1069">
                <a:extLst>
                  <a:ext uri="{FF2B5EF4-FFF2-40B4-BE49-F238E27FC236}">
                    <a16:creationId xmlns:a16="http://schemas.microsoft.com/office/drawing/2014/main" id="{63DC6B3C-68E7-4153-8DF2-4CA975CFA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1520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00" name="Oval 1070">
                <a:extLst>
                  <a:ext uri="{FF2B5EF4-FFF2-40B4-BE49-F238E27FC236}">
                    <a16:creationId xmlns:a16="http://schemas.microsoft.com/office/drawing/2014/main" id="{C75D241B-88C3-4427-8BB4-44BA3CC76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1526"/>
                <a:ext cx="41" cy="42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01" name="Oval 1071">
                <a:extLst>
                  <a:ext uri="{FF2B5EF4-FFF2-40B4-BE49-F238E27FC236}">
                    <a16:creationId xmlns:a16="http://schemas.microsoft.com/office/drawing/2014/main" id="{7A981C0A-D442-4BFD-B827-DE9D01383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9" y="153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02" name="Freeform 1072">
                <a:extLst>
                  <a:ext uri="{FF2B5EF4-FFF2-40B4-BE49-F238E27FC236}">
                    <a16:creationId xmlns:a16="http://schemas.microsoft.com/office/drawing/2014/main" id="{71164B1F-6193-4AA1-BFA2-AECAF6BF7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536"/>
                <a:ext cx="58" cy="61"/>
              </a:xfrm>
              <a:custGeom>
                <a:avLst/>
                <a:gdLst>
                  <a:gd name="T0" fmla="*/ 0 w 57"/>
                  <a:gd name="T1" fmla="*/ 49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3" name="Oval 1073">
                <a:extLst>
                  <a:ext uri="{FF2B5EF4-FFF2-40B4-BE49-F238E27FC236}">
                    <a16:creationId xmlns:a16="http://schemas.microsoft.com/office/drawing/2014/main" id="{2AD5BBDF-BE2F-4F9A-AA81-9BC3573DA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1789"/>
                <a:ext cx="69" cy="69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04" name="Oval 1074">
                <a:extLst>
                  <a:ext uri="{FF2B5EF4-FFF2-40B4-BE49-F238E27FC236}">
                    <a16:creationId xmlns:a16="http://schemas.microsoft.com/office/drawing/2014/main" id="{F836158C-B484-4601-9605-430240E03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789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05" name="Oval 1075">
                <a:extLst>
                  <a:ext uri="{FF2B5EF4-FFF2-40B4-BE49-F238E27FC236}">
                    <a16:creationId xmlns:a16="http://schemas.microsoft.com/office/drawing/2014/main" id="{4A729A8A-B1CF-413E-BA72-69C0B9299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1795"/>
                <a:ext cx="41" cy="41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06" name="Oval 1076">
                <a:extLst>
                  <a:ext uri="{FF2B5EF4-FFF2-40B4-BE49-F238E27FC236}">
                    <a16:creationId xmlns:a16="http://schemas.microsoft.com/office/drawing/2014/main" id="{E5D606FB-E934-4F7D-AB95-DC504749D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180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07" name="Freeform 1077">
                <a:extLst>
                  <a:ext uri="{FF2B5EF4-FFF2-40B4-BE49-F238E27FC236}">
                    <a16:creationId xmlns:a16="http://schemas.microsoft.com/office/drawing/2014/main" id="{8A55F7E3-6CC7-4128-A75A-79582CCDB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806"/>
                <a:ext cx="58" cy="61"/>
              </a:xfrm>
              <a:custGeom>
                <a:avLst/>
                <a:gdLst>
                  <a:gd name="T0" fmla="*/ 0 w 57"/>
                  <a:gd name="T1" fmla="*/ 49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8" name="Oval 1078">
                <a:extLst>
                  <a:ext uri="{FF2B5EF4-FFF2-40B4-BE49-F238E27FC236}">
                    <a16:creationId xmlns:a16="http://schemas.microsoft.com/office/drawing/2014/main" id="{31A0DB9C-92ED-483A-8B86-FB9123CD8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1711"/>
                <a:ext cx="69" cy="69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09" name="Oval 1079">
                <a:extLst>
                  <a:ext uri="{FF2B5EF4-FFF2-40B4-BE49-F238E27FC236}">
                    <a16:creationId xmlns:a16="http://schemas.microsoft.com/office/drawing/2014/main" id="{2BC615C8-8DCC-4F1F-B4CC-57B08B885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1711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10" name="Oval 1080">
                <a:extLst>
                  <a:ext uri="{FF2B5EF4-FFF2-40B4-BE49-F238E27FC236}">
                    <a16:creationId xmlns:a16="http://schemas.microsoft.com/office/drawing/2014/main" id="{4729F16E-DE98-4369-9536-C203367B2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0" y="1717"/>
                <a:ext cx="41" cy="42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11" name="Oval 1081">
                <a:extLst>
                  <a:ext uri="{FF2B5EF4-FFF2-40B4-BE49-F238E27FC236}">
                    <a16:creationId xmlns:a16="http://schemas.microsoft.com/office/drawing/2014/main" id="{778C1BBD-AB5B-460A-AA6C-CBEEADFE6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172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12" name="Freeform 1082">
                <a:extLst>
                  <a:ext uri="{FF2B5EF4-FFF2-40B4-BE49-F238E27FC236}">
                    <a16:creationId xmlns:a16="http://schemas.microsoft.com/office/drawing/2014/main" id="{EA7F8ADD-762E-491F-BED0-05F47869F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727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3" name="Oval 1083">
                <a:extLst>
                  <a:ext uri="{FF2B5EF4-FFF2-40B4-BE49-F238E27FC236}">
                    <a16:creationId xmlns:a16="http://schemas.microsoft.com/office/drawing/2014/main" id="{2880D6FD-F8BF-46C0-9EC4-8321D7DB0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" y="1732"/>
                <a:ext cx="69" cy="69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14" name="Oval 1084">
                <a:extLst>
                  <a:ext uri="{FF2B5EF4-FFF2-40B4-BE49-F238E27FC236}">
                    <a16:creationId xmlns:a16="http://schemas.microsoft.com/office/drawing/2014/main" id="{41C487D5-8235-4243-B9A4-20F154CAE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" y="1732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15" name="Oval 1085">
                <a:extLst>
                  <a:ext uri="{FF2B5EF4-FFF2-40B4-BE49-F238E27FC236}">
                    <a16:creationId xmlns:a16="http://schemas.microsoft.com/office/drawing/2014/main" id="{F32D4160-EFBF-41B6-B59D-CF8309BD2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1737"/>
                <a:ext cx="41" cy="42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16" name="Oval 1086">
                <a:extLst>
                  <a:ext uri="{FF2B5EF4-FFF2-40B4-BE49-F238E27FC236}">
                    <a16:creationId xmlns:a16="http://schemas.microsoft.com/office/drawing/2014/main" id="{13A5C3DE-24F3-43D5-A42A-C25065D29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174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17" name="Freeform 1087">
                <a:extLst>
                  <a:ext uri="{FF2B5EF4-FFF2-40B4-BE49-F238E27FC236}">
                    <a16:creationId xmlns:a16="http://schemas.microsoft.com/office/drawing/2014/main" id="{3DC6373F-C6EF-4F64-8EC9-035EA4E2D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747"/>
                <a:ext cx="59" cy="62"/>
              </a:xfrm>
              <a:custGeom>
                <a:avLst/>
                <a:gdLst>
                  <a:gd name="T0" fmla="*/ 0 w 58"/>
                  <a:gd name="T1" fmla="*/ 55 h 60"/>
                  <a:gd name="T2" fmla="*/ 48 w 58"/>
                  <a:gd name="T3" fmla="*/ 45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4" y="60"/>
                      <a:pt x="42" y="39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8" name="Oval 1088">
                <a:extLst>
                  <a:ext uri="{FF2B5EF4-FFF2-40B4-BE49-F238E27FC236}">
                    <a16:creationId xmlns:a16="http://schemas.microsoft.com/office/drawing/2014/main" id="{6E25201D-0D82-4937-88D1-AD79B794E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1586"/>
                <a:ext cx="68" cy="68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19" name="Oval 1089">
                <a:extLst>
                  <a:ext uri="{FF2B5EF4-FFF2-40B4-BE49-F238E27FC236}">
                    <a16:creationId xmlns:a16="http://schemas.microsoft.com/office/drawing/2014/main" id="{4050D31D-A3B1-4DAB-8972-A8FE3F789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1586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20" name="Oval 1090">
                <a:extLst>
                  <a:ext uri="{FF2B5EF4-FFF2-40B4-BE49-F238E27FC236}">
                    <a16:creationId xmlns:a16="http://schemas.microsoft.com/office/drawing/2014/main" id="{C68EE2FD-AB15-4E59-BA74-BF5A4EC47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1592"/>
                <a:ext cx="41" cy="41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21" name="Oval 1091">
                <a:extLst>
                  <a:ext uri="{FF2B5EF4-FFF2-40B4-BE49-F238E27FC236}">
                    <a16:creationId xmlns:a16="http://schemas.microsoft.com/office/drawing/2014/main" id="{16D9E36F-00B5-477E-A150-9F6631AD1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9" y="159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22" name="Freeform 1092">
                <a:extLst>
                  <a:ext uri="{FF2B5EF4-FFF2-40B4-BE49-F238E27FC236}">
                    <a16:creationId xmlns:a16="http://schemas.microsoft.com/office/drawing/2014/main" id="{633BAE8F-4CB8-4459-A354-8B02782FF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602"/>
                <a:ext cx="58" cy="62"/>
              </a:xfrm>
              <a:custGeom>
                <a:avLst/>
                <a:gdLst>
                  <a:gd name="T0" fmla="*/ 0 w 57"/>
                  <a:gd name="T1" fmla="*/ 53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3" name="Oval 1093">
                <a:extLst>
                  <a:ext uri="{FF2B5EF4-FFF2-40B4-BE49-F238E27FC236}">
                    <a16:creationId xmlns:a16="http://schemas.microsoft.com/office/drawing/2014/main" id="{62451144-FFB9-4E8E-97D8-309AE5B96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4" y="1643"/>
                <a:ext cx="69" cy="69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24" name="Oval 1094">
                <a:extLst>
                  <a:ext uri="{FF2B5EF4-FFF2-40B4-BE49-F238E27FC236}">
                    <a16:creationId xmlns:a16="http://schemas.microsoft.com/office/drawing/2014/main" id="{46F74F55-487F-4EF4-ADC1-3E5253C16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4" y="1643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25" name="Oval 1095">
                <a:extLst>
                  <a:ext uri="{FF2B5EF4-FFF2-40B4-BE49-F238E27FC236}">
                    <a16:creationId xmlns:a16="http://schemas.microsoft.com/office/drawing/2014/main" id="{6152BDCC-E091-477D-BC71-5142B0FA7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0" y="1648"/>
                <a:ext cx="42" cy="42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26" name="Oval 1096">
                <a:extLst>
                  <a:ext uri="{FF2B5EF4-FFF2-40B4-BE49-F238E27FC236}">
                    <a16:creationId xmlns:a16="http://schemas.microsoft.com/office/drawing/2014/main" id="{D0E92615-63D8-453C-B9D8-F6A922C45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" y="165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27" name="Freeform 1097">
                <a:extLst>
                  <a:ext uri="{FF2B5EF4-FFF2-40B4-BE49-F238E27FC236}">
                    <a16:creationId xmlns:a16="http://schemas.microsoft.com/office/drawing/2014/main" id="{14E9DCB0-3D68-4221-9C06-8E49B33CC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660"/>
                <a:ext cx="59" cy="60"/>
              </a:xfrm>
              <a:custGeom>
                <a:avLst/>
                <a:gdLst>
                  <a:gd name="T0" fmla="*/ 0 w 58"/>
                  <a:gd name="T1" fmla="*/ 49 h 59"/>
                  <a:gd name="T2" fmla="*/ 48 w 58"/>
                  <a:gd name="T3" fmla="*/ 44 h 59"/>
                  <a:gd name="T4" fmla="*/ 49 w 58"/>
                  <a:gd name="T5" fmla="*/ 0 h 59"/>
                  <a:gd name="T6" fmla="*/ 43 w 58"/>
                  <a:gd name="T7" fmla="*/ 40 h 59"/>
                  <a:gd name="T8" fmla="*/ 0 w 58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3" y="59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8" name="Oval 1098">
                <a:extLst>
                  <a:ext uri="{FF2B5EF4-FFF2-40B4-BE49-F238E27FC236}">
                    <a16:creationId xmlns:a16="http://schemas.microsoft.com/office/drawing/2014/main" id="{B7C8CB29-3D20-44ED-AE1E-E4CFC49FF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2" y="1572"/>
                <a:ext cx="69" cy="68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29" name="Oval 1099">
                <a:extLst>
                  <a:ext uri="{FF2B5EF4-FFF2-40B4-BE49-F238E27FC236}">
                    <a16:creationId xmlns:a16="http://schemas.microsoft.com/office/drawing/2014/main" id="{BDFED70A-9619-47C5-82CC-1EE1EB744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2" y="1572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30" name="Oval 1100">
                <a:extLst>
                  <a:ext uri="{FF2B5EF4-FFF2-40B4-BE49-F238E27FC236}">
                    <a16:creationId xmlns:a16="http://schemas.microsoft.com/office/drawing/2014/main" id="{74A8C319-29E9-4CD3-90F5-560FCAC99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" y="1577"/>
                <a:ext cx="40" cy="42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31" name="Oval 1101">
                <a:extLst>
                  <a:ext uri="{FF2B5EF4-FFF2-40B4-BE49-F238E27FC236}">
                    <a16:creationId xmlns:a16="http://schemas.microsoft.com/office/drawing/2014/main" id="{6743DA46-1060-4904-8EED-3DFDC2C5C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158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32" name="Freeform 1102">
                <a:extLst>
                  <a:ext uri="{FF2B5EF4-FFF2-40B4-BE49-F238E27FC236}">
                    <a16:creationId xmlns:a16="http://schemas.microsoft.com/office/drawing/2014/main" id="{E904BA6B-207E-4AE2-BDF6-615D4B98C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587"/>
                <a:ext cx="59" cy="61"/>
              </a:xfrm>
              <a:custGeom>
                <a:avLst/>
                <a:gdLst>
                  <a:gd name="T0" fmla="*/ 0 w 58"/>
                  <a:gd name="T1" fmla="*/ 50 h 60"/>
                  <a:gd name="T2" fmla="*/ 48 w 58"/>
                  <a:gd name="T3" fmla="*/ 45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4" y="60"/>
                      <a:pt x="42" y="39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3" name="Oval 1103">
                <a:extLst>
                  <a:ext uri="{FF2B5EF4-FFF2-40B4-BE49-F238E27FC236}">
                    <a16:creationId xmlns:a16="http://schemas.microsoft.com/office/drawing/2014/main" id="{829745F4-AA23-4C31-941F-361E6065C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685"/>
                <a:ext cx="68" cy="69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34" name="Oval 1104">
                <a:extLst>
                  <a:ext uri="{FF2B5EF4-FFF2-40B4-BE49-F238E27FC236}">
                    <a16:creationId xmlns:a16="http://schemas.microsoft.com/office/drawing/2014/main" id="{757C15ED-CA0E-4FFD-9B92-565049E1F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685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35" name="Oval 1105">
                <a:extLst>
                  <a:ext uri="{FF2B5EF4-FFF2-40B4-BE49-F238E27FC236}">
                    <a16:creationId xmlns:a16="http://schemas.microsoft.com/office/drawing/2014/main" id="{67432BF7-348C-4D04-8179-E099E5AE8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691"/>
                <a:ext cx="42" cy="41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36" name="Oval 1106">
                <a:extLst>
                  <a:ext uri="{FF2B5EF4-FFF2-40B4-BE49-F238E27FC236}">
                    <a16:creationId xmlns:a16="http://schemas.microsoft.com/office/drawing/2014/main" id="{481C5D3D-9077-4C15-ACAC-A9BD6D159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3" y="1697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37" name="Freeform 1107">
                <a:extLst>
                  <a:ext uri="{FF2B5EF4-FFF2-40B4-BE49-F238E27FC236}">
                    <a16:creationId xmlns:a16="http://schemas.microsoft.com/office/drawing/2014/main" id="{D0ACB038-2BB9-459E-B677-036676984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701"/>
                <a:ext cx="60" cy="62"/>
              </a:xfrm>
              <a:custGeom>
                <a:avLst/>
                <a:gdLst>
                  <a:gd name="T0" fmla="*/ 0 w 58"/>
                  <a:gd name="T1" fmla="*/ 53 h 60"/>
                  <a:gd name="T2" fmla="*/ 52 w 58"/>
                  <a:gd name="T3" fmla="*/ 44 h 60"/>
                  <a:gd name="T4" fmla="*/ 54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8" name="Oval 1108">
                <a:extLst>
                  <a:ext uri="{FF2B5EF4-FFF2-40B4-BE49-F238E27FC236}">
                    <a16:creationId xmlns:a16="http://schemas.microsoft.com/office/drawing/2014/main" id="{1268C1B9-A121-4B28-87A7-3AE11619B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7" y="1628"/>
                <a:ext cx="68" cy="68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39" name="Oval 1109">
                <a:extLst>
                  <a:ext uri="{FF2B5EF4-FFF2-40B4-BE49-F238E27FC236}">
                    <a16:creationId xmlns:a16="http://schemas.microsoft.com/office/drawing/2014/main" id="{72E7A2C2-7A45-4295-A96D-00960B294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7" y="1628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40" name="Oval 1110">
                <a:extLst>
                  <a:ext uri="{FF2B5EF4-FFF2-40B4-BE49-F238E27FC236}">
                    <a16:creationId xmlns:a16="http://schemas.microsoft.com/office/drawing/2014/main" id="{D78EE064-659F-4A55-B072-4C141DB76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1633"/>
                <a:ext cx="42" cy="42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41" name="Oval 1111">
                <a:extLst>
                  <a:ext uri="{FF2B5EF4-FFF2-40B4-BE49-F238E27FC236}">
                    <a16:creationId xmlns:a16="http://schemas.microsoft.com/office/drawing/2014/main" id="{AA343C64-006E-4C5D-BF52-9C2FE8BCA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1640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42" name="Freeform 1112">
                <a:extLst>
                  <a:ext uri="{FF2B5EF4-FFF2-40B4-BE49-F238E27FC236}">
                    <a16:creationId xmlns:a16="http://schemas.microsoft.com/office/drawing/2014/main" id="{C0DE1FA9-D47D-4F30-80E8-86127C6BA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644"/>
                <a:ext cx="60" cy="61"/>
              </a:xfrm>
              <a:custGeom>
                <a:avLst/>
                <a:gdLst>
                  <a:gd name="T0" fmla="*/ 0 w 58"/>
                  <a:gd name="T1" fmla="*/ 53 h 59"/>
                  <a:gd name="T2" fmla="*/ 50 w 58"/>
                  <a:gd name="T3" fmla="*/ 44 h 59"/>
                  <a:gd name="T4" fmla="*/ 52 w 58"/>
                  <a:gd name="T5" fmla="*/ 0 h 59"/>
                  <a:gd name="T6" fmla="*/ 43 w 58"/>
                  <a:gd name="T7" fmla="*/ 40 h 59"/>
                  <a:gd name="T8" fmla="*/ 0 w 58"/>
                  <a:gd name="T9" fmla="*/ 5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3" y="59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3" name="Oval 1113">
                <a:extLst>
                  <a:ext uri="{FF2B5EF4-FFF2-40B4-BE49-F238E27FC236}">
                    <a16:creationId xmlns:a16="http://schemas.microsoft.com/office/drawing/2014/main" id="{9AAD6009-54FB-4E81-8490-D7C7240D4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1654"/>
                <a:ext cx="68" cy="69"/>
              </a:xfrm>
              <a:prstGeom prst="ellipse">
                <a:avLst/>
              </a:prstGeom>
              <a:solidFill>
                <a:srgbClr val="9B8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44" name="Oval 1114">
                <a:extLst>
                  <a:ext uri="{FF2B5EF4-FFF2-40B4-BE49-F238E27FC236}">
                    <a16:creationId xmlns:a16="http://schemas.microsoft.com/office/drawing/2014/main" id="{2301690B-F0BA-4BE6-92D7-591193C46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5" y="1654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45" name="Oval 1115">
                <a:extLst>
                  <a:ext uri="{FF2B5EF4-FFF2-40B4-BE49-F238E27FC236}">
                    <a16:creationId xmlns:a16="http://schemas.microsoft.com/office/drawing/2014/main" id="{FC544D40-F747-4246-8BC3-E246FDEEB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1661"/>
                <a:ext cx="41" cy="40"/>
              </a:xfrm>
              <a:prstGeom prst="ellipse">
                <a:avLst/>
              </a:prstGeom>
              <a:solidFill>
                <a:srgbClr val="B8A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46" name="Oval 1116">
                <a:extLst>
                  <a:ext uri="{FF2B5EF4-FFF2-40B4-BE49-F238E27FC236}">
                    <a16:creationId xmlns:a16="http://schemas.microsoft.com/office/drawing/2014/main" id="{C43AB989-4272-450B-865A-F2D685ADB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66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47" name="Freeform 1117">
                <a:extLst>
                  <a:ext uri="{FF2B5EF4-FFF2-40B4-BE49-F238E27FC236}">
                    <a16:creationId xmlns:a16="http://schemas.microsoft.com/office/drawing/2014/main" id="{BC341C72-C215-4DA9-9AAF-F9885D443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671"/>
                <a:ext cx="58" cy="61"/>
              </a:xfrm>
              <a:custGeom>
                <a:avLst/>
                <a:gdLst>
                  <a:gd name="T0" fmla="*/ 0 w 57"/>
                  <a:gd name="T1" fmla="*/ 49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A5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8" name="Oval 1118">
                <a:extLst>
                  <a:ext uri="{FF2B5EF4-FFF2-40B4-BE49-F238E27FC236}">
                    <a16:creationId xmlns:a16="http://schemas.microsoft.com/office/drawing/2014/main" id="{46C1DDB2-6AE8-431F-9957-24CEDC4B5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9" y="1443"/>
                <a:ext cx="68" cy="68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49" name="Oval 1119">
                <a:extLst>
                  <a:ext uri="{FF2B5EF4-FFF2-40B4-BE49-F238E27FC236}">
                    <a16:creationId xmlns:a16="http://schemas.microsoft.com/office/drawing/2014/main" id="{5D5B8994-77A3-49F7-83DC-F525043DA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1443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50" name="Oval 1120">
                <a:extLst>
                  <a:ext uri="{FF2B5EF4-FFF2-40B4-BE49-F238E27FC236}">
                    <a16:creationId xmlns:a16="http://schemas.microsoft.com/office/drawing/2014/main" id="{D9AF7080-5BED-4DD3-BF05-7225B4701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1448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51" name="Oval 1121">
                <a:extLst>
                  <a:ext uri="{FF2B5EF4-FFF2-40B4-BE49-F238E27FC236}">
                    <a16:creationId xmlns:a16="http://schemas.microsoft.com/office/drawing/2014/main" id="{30A6AE7D-A1F5-497D-B25D-F4E58AAC7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451"/>
                <a:ext cx="31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52" name="Freeform 1122">
                <a:extLst>
                  <a:ext uri="{FF2B5EF4-FFF2-40B4-BE49-F238E27FC236}">
                    <a16:creationId xmlns:a16="http://schemas.microsoft.com/office/drawing/2014/main" id="{0739C31A-CD28-47FE-8C0C-72A558407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459"/>
                <a:ext cx="58" cy="62"/>
              </a:xfrm>
              <a:custGeom>
                <a:avLst/>
                <a:gdLst>
                  <a:gd name="T0" fmla="*/ 0 w 57"/>
                  <a:gd name="T1" fmla="*/ 53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3" name="Oval 1123">
                <a:extLst>
                  <a:ext uri="{FF2B5EF4-FFF2-40B4-BE49-F238E27FC236}">
                    <a16:creationId xmlns:a16="http://schemas.microsoft.com/office/drawing/2014/main" id="{717B0AA5-1C5B-4CE6-AEDE-8CEA6A7AD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1422"/>
                <a:ext cx="68" cy="68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2131" name="Group 1124">
              <a:extLst>
                <a:ext uri="{FF2B5EF4-FFF2-40B4-BE49-F238E27FC236}">
                  <a16:creationId xmlns:a16="http://schemas.microsoft.com/office/drawing/2014/main" id="{831A31CA-5EBC-4084-B95B-0E6A481DAA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72" y="1294"/>
              <a:ext cx="378" cy="855"/>
              <a:chOff x="2572" y="1294"/>
              <a:chExt cx="378" cy="855"/>
            </a:xfrm>
          </p:grpSpPr>
          <p:sp>
            <p:nvSpPr>
              <p:cNvPr id="32854" name="Oval 1125">
                <a:extLst>
                  <a:ext uri="{FF2B5EF4-FFF2-40B4-BE49-F238E27FC236}">
                    <a16:creationId xmlns:a16="http://schemas.microsoft.com/office/drawing/2014/main" id="{5C223410-3E93-4061-BE74-8DF1C8F6F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1422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55" name="Oval 1126">
                <a:extLst>
                  <a:ext uri="{FF2B5EF4-FFF2-40B4-BE49-F238E27FC236}">
                    <a16:creationId xmlns:a16="http://schemas.microsoft.com/office/drawing/2014/main" id="{76BEB00A-6413-4B49-BD44-2E9566C9C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1426"/>
                <a:ext cx="51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56" name="Oval 1127">
                <a:extLst>
                  <a:ext uri="{FF2B5EF4-FFF2-40B4-BE49-F238E27FC236}">
                    <a16:creationId xmlns:a16="http://schemas.microsoft.com/office/drawing/2014/main" id="{F3A9F3C5-1DC7-483B-BED3-5819A4F0D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3" y="1429"/>
                <a:ext cx="30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57" name="Freeform 1128">
                <a:extLst>
                  <a:ext uri="{FF2B5EF4-FFF2-40B4-BE49-F238E27FC236}">
                    <a16:creationId xmlns:a16="http://schemas.microsoft.com/office/drawing/2014/main" id="{D3FC0885-0682-4844-AFED-77B86BB4A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438"/>
                <a:ext cx="59" cy="60"/>
              </a:xfrm>
              <a:custGeom>
                <a:avLst/>
                <a:gdLst>
                  <a:gd name="T0" fmla="*/ 0 w 58"/>
                  <a:gd name="T1" fmla="*/ 49 h 59"/>
                  <a:gd name="T2" fmla="*/ 48 w 58"/>
                  <a:gd name="T3" fmla="*/ 44 h 59"/>
                  <a:gd name="T4" fmla="*/ 49 w 58"/>
                  <a:gd name="T5" fmla="*/ 0 h 59"/>
                  <a:gd name="T6" fmla="*/ 43 w 58"/>
                  <a:gd name="T7" fmla="*/ 40 h 59"/>
                  <a:gd name="T8" fmla="*/ 0 w 58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4" y="59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58" name="Oval 1129">
                <a:extLst>
                  <a:ext uri="{FF2B5EF4-FFF2-40B4-BE49-F238E27FC236}">
                    <a16:creationId xmlns:a16="http://schemas.microsoft.com/office/drawing/2014/main" id="{EE680902-9636-4E50-979A-15036D616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9" y="1394"/>
                <a:ext cx="68" cy="68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59" name="Oval 1130">
                <a:extLst>
                  <a:ext uri="{FF2B5EF4-FFF2-40B4-BE49-F238E27FC236}">
                    <a16:creationId xmlns:a16="http://schemas.microsoft.com/office/drawing/2014/main" id="{BFA62ACD-EBCF-494A-8AAC-9FF530BE7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9" y="1394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60" name="Oval 1131">
                <a:extLst>
                  <a:ext uri="{FF2B5EF4-FFF2-40B4-BE49-F238E27FC236}">
                    <a16:creationId xmlns:a16="http://schemas.microsoft.com/office/drawing/2014/main" id="{BEB44F03-5A01-4297-9271-A3DACA1FB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399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61" name="Oval 1132">
                <a:extLst>
                  <a:ext uri="{FF2B5EF4-FFF2-40B4-BE49-F238E27FC236}">
                    <a16:creationId xmlns:a16="http://schemas.microsoft.com/office/drawing/2014/main" id="{7C697856-DD33-4697-BDC1-451FC962A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1402"/>
                <a:ext cx="31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62" name="Freeform 1133">
                <a:extLst>
                  <a:ext uri="{FF2B5EF4-FFF2-40B4-BE49-F238E27FC236}">
                    <a16:creationId xmlns:a16="http://schemas.microsoft.com/office/drawing/2014/main" id="{81FE09C6-3A65-4F92-920A-F72466B9D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410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3" name="Freeform 1134">
                <a:extLst>
                  <a:ext uri="{FF2B5EF4-FFF2-40B4-BE49-F238E27FC236}">
                    <a16:creationId xmlns:a16="http://schemas.microsoft.com/office/drawing/2014/main" id="{28D90ADD-7076-41CD-B30C-1F6F9B478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371"/>
                <a:ext cx="69" cy="69"/>
              </a:xfrm>
              <a:custGeom>
                <a:avLst/>
                <a:gdLst>
                  <a:gd name="T0" fmla="*/ 74 w 68"/>
                  <a:gd name="T1" fmla="*/ 33 h 68"/>
                  <a:gd name="T2" fmla="*/ 41 w 68"/>
                  <a:gd name="T3" fmla="*/ 73 h 68"/>
                  <a:gd name="T4" fmla="*/ 0 w 68"/>
                  <a:gd name="T5" fmla="*/ 41 h 68"/>
                  <a:gd name="T6" fmla="*/ 33 w 68"/>
                  <a:gd name="T7" fmla="*/ 0 h 68"/>
                  <a:gd name="T8" fmla="*/ 74 w 68"/>
                  <a:gd name="T9" fmla="*/ 3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8">
                    <a:moveTo>
                      <a:pt x="68" y="33"/>
                    </a:moveTo>
                    <a:cubicBezTo>
                      <a:pt x="68" y="51"/>
                      <a:pt x="53" y="67"/>
                      <a:pt x="35" y="67"/>
                    </a:cubicBezTo>
                    <a:cubicBezTo>
                      <a:pt x="16" y="68"/>
                      <a:pt x="1" y="53"/>
                      <a:pt x="0" y="35"/>
                    </a:cubicBezTo>
                    <a:cubicBezTo>
                      <a:pt x="0" y="16"/>
                      <a:pt x="15" y="1"/>
                      <a:pt x="33" y="0"/>
                    </a:cubicBezTo>
                    <a:cubicBezTo>
                      <a:pt x="52" y="0"/>
                      <a:pt x="67" y="14"/>
                      <a:pt x="68" y="33"/>
                    </a:cubicBezTo>
                    <a:close/>
                  </a:path>
                </a:pathLst>
              </a:cu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4" name="Freeform 1135">
                <a:extLst>
                  <a:ext uri="{FF2B5EF4-FFF2-40B4-BE49-F238E27FC236}">
                    <a16:creationId xmlns:a16="http://schemas.microsoft.com/office/drawing/2014/main" id="{C729EBA5-CCE4-4847-8A7E-587DDDFB0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371"/>
                <a:ext cx="69" cy="69"/>
              </a:xfrm>
              <a:custGeom>
                <a:avLst/>
                <a:gdLst>
                  <a:gd name="T0" fmla="*/ 73 w 68"/>
                  <a:gd name="T1" fmla="*/ 33 h 68"/>
                  <a:gd name="T2" fmla="*/ 41 w 68"/>
                  <a:gd name="T3" fmla="*/ 73 h 68"/>
                  <a:gd name="T4" fmla="*/ 0 w 68"/>
                  <a:gd name="T5" fmla="*/ 41 h 68"/>
                  <a:gd name="T6" fmla="*/ 33 w 68"/>
                  <a:gd name="T7" fmla="*/ 0 h 68"/>
                  <a:gd name="T8" fmla="*/ 73 w 68"/>
                  <a:gd name="T9" fmla="*/ 3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8">
                    <a:moveTo>
                      <a:pt x="67" y="33"/>
                    </a:moveTo>
                    <a:cubicBezTo>
                      <a:pt x="68" y="51"/>
                      <a:pt x="53" y="67"/>
                      <a:pt x="35" y="67"/>
                    </a:cubicBezTo>
                    <a:cubicBezTo>
                      <a:pt x="16" y="68"/>
                      <a:pt x="1" y="53"/>
                      <a:pt x="0" y="35"/>
                    </a:cubicBezTo>
                    <a:cubicBezTo>
                      <a:pt x="0" y="16"/>
                      <a:pt x="14" y="1"/>
                      <a:pt x="33" y="0"/>
                    </a:cubicBezTo>
                    <a:cubicBezTo>
                      <a:pt x="51" y="0"/>
                      <a:pt x="67" y="14"/>
                      <a:pt x="67" y="3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5" name="Freeform 1136">
                <a:extLst>
                  <a:ext uri="{FF2B5EF4-FFF2-40B4-BE49-F238E27FC236}">
                    <a16:creationId xmlns:a16="http://schemas.microsoft.com/office/drawing/2014/main" id="{3BA00200-5299-4E9D-A448-C0D473BE2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375"/>
                <a:ext cx="51" cy="51"/>
              </a:xfrm>
              <a:custGeom>
                <a:avLst/>
                <a:gdLst>
                  <a:gd name="T0" fmla="*/ 56 w 50"/>
                  <a:gd name="T1" fmla="*/ 31 h 50"/>
                  <a:gd name="T2" fmla="*/ 32 w 50"/>
                  <a:gd name="T3" fmla="*/ 56 h 50"/>
                  <a:gd name="T4" fmla="*/ 0 w 50"/>
                  <a:gd name="T5" fmla="*/ 32 h 50"/>
                  <a:gd name="T6" fmla="*/ 24 w 50"/>
                  <a:gd name="T7" fmla="*/ 1 h 50"/>
                  <a:gd name="T8" fmla="*/ 56 w 50"/>
                  <a:gd name="T9" fmla="*/ 3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50" y="25"/>
                    </a:moveTo>
                    <a:cubicBezTo>
                      <a:pt x="50" y="38"/>
                      <a:pt x="39" y="50"/>
                      <a:pt x="26" y="50"/>
                    </a:cubicBezTo>
                    <a:cubicBezTo>
                      <a:pt x="12" y="50"/>
                      <a:pt x="1" y="40"/>
                      <a:pt x="0" y="26"/>
                    </a:cubicBezTo>
                    <a:cubicBezTo>
                      <a:pt x="0" y="12"/>
                      <a:pt x="11" y="1"/>
                      <a:pt x="24" y="1"/>
                    </a:cubicBezTo>
                    <a:cubicBezTo>
                      <a:pt x="38" y="0"/>
                      <a:pt x="49" y="11"/>
                      <a:pt x="50" y="25"/>
                    </a:cubicBezTo>
                    <a:close/>
                  </a:path>
                </a:pathLst>
              </a:cu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6" name="Freeform 1137">
                <a:extLst>
                  <a:ext uri="{FF2B5EF4-FFF2-40B4-BE49-F238E27FC236}">
                    <a16:creationId xmlns:a16="http://schemas.microsoft.com/office/drawing/2014/main" id="{C75512F2-35F6-4091-9DE7-85DD24D82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379"/>
                <a:ext cx="31" cy="30"/>
              </a:xfrm>
              <a:custGeom>
                <a:avLst/>
                <a:gdLst>
                  <a:gd name="T0" fmla="*/ 36 w 30"/>
                  <a:gd name="T1" fmla="*/ 14 h 30"/>
                  <a:gd name="T2" fmla="*/ 21 w 30"/>
                  <a:gd name="T3" fmla="*/ 30 h 30"/>
                  <a:gd name="T4" fmla="*/ 0 w 30"/>
                  <a:gd name="T5" fmla="*/ 15 h 30"/>
                  <a:gd name="T6" fmla="*/ 14 w 30"/>
                  <a:gd name="T7" fmla="*/ 0 h 30"/>
                  <a:gd name="T8" fmla="*/ 36 w 30"/>
                  <a:gd name="T9" fmla="*/ 1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30" y="14"/>
                    </a:moveTo>
                    <a:cubicBezTo>
                      <a:pt x="30" y="23"/>
                      <a:pt x="23" y="29"/>
                      <a:pt x="15" y="30"/>
                    </a:cubicBezTo>
                    <a:cubicBezTo>
                      <a:pt x="7" y="30"/>
                      <a:pt x="0" y="23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3" y="0"/>
                      <a:pt x="29" y="6"/>
                      <a:pt x="3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7" name="Freeform 1138">
                <a:extLst>
                  <a:ext uri="{FF2B5EF4-FFF2-40B4-BE49-F238E27FC236}">
                    <a16:creationId xmlns:a16="http://schemas.microsoft.com/office/drawing/2014/main" id="{96171BF3-BA24-449F-A748-A11E20E07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386"/>
                <a:ext cx="58" cy="62"/>
              </a:xfrm>
              <a:custGeom>
                <a:avLst/>
                <a:gdLst>
                  <a:gd name="T0" fmla="*/ 0 w 57"/>
                  <a:gd name="T1" fmla="*/ 51 h 61"/>
                  <a:gd name="T2" fmla="*/ 47 w 57"/>
                  <a:gd name="T3" fmla="*/ 45 h 61"/>
                  <a:gd name="T4" fmla="*/ 47 w 57"/>
                  <a:gd name="T5" fmla="*/ 0 h 61"/>
                  <a:gd name="T6" fmla="*/ 43 w 57"/>
                  <a:gd name="T7" fmla="*/ 41 h 61"/>
                  <a:gd name="T8" fmla="*/ 0 w 57"/>
                  <a:gd name="T9" fmla="*/ 5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1">
                    <a:moveTo>
                      <a:pt x="0" y="45"/>
                    </a:moveTo>
                    <a:cubicBezTo>
                      <a:pt x="0" y="45"/>
                      <a:pt x="24" y="61"/>
                      <a:pt x="41" y="39"/>
                    </a:cubicBezTo>
                    <a:cubicBezTo>
                      <a:pt x="57" y="19"/>
                      <a:pt x="41" y="0"/>
                      <a:pt x="41" y="0"/>
                    </a:cubicBezTo>
                    <a:cubicBezTo>
                      <a:pt x="41" y="0"/>
                      <a:pt x="51" y="20"/>
                      <a:pt x="37" y="35"/>
                    </a:cubicBezTo>
                    <a:cubicBezTo>
                      <a:pt x="23" y="50"/>
                      <a:pt x="0" y="45"/>
                      <a:pt x="0" y="45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8" name="Oval 1139">
                <a:extLst>
                  <a:ext uri="{FF2B5EF4-FFF2-40B4-BE49-F238E27FC236}">
                    <a16:creationId xmlns:a16="http://schemas.microsoft.com/office/drawing/2014/main" id="{F05C1A43-FC1A-4769-81BC-A7AEED7BB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1341"/>
                <a:ext cx="68" cy="69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69" name="Oval 1140">
                <a:extLst>
                  <a:ext uri="{FF2B5EF4-FFF2-40B4-BE49-F238E27FC236}">
                    <a16:creationId xmlns:a16="http://schemas.microsoft.com/office/drawing/2014/main" id="{D1220340-DDC2-48AD-AD35-DCEC8BEF1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1341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70" name="Oval 1141">
                <a:extLst>
                  <a:ext uri="{FF2B5EF4-FFF2-40B4-BE49-F238E27FC236}">
                    <a16:creationId xmlns:a16="http://schemas.microsoft.com/office/drawing/2014/main" id="{A179BBE7-688B-4F9F-922E-E5BE2E636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7" y="1346"/>
                <a:ext cx="51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71" name="Oval 1142">
                <a:extLst>
                  <a:ext uri="{FF2B5EF4-FFF2-40B4-BE49-F238E27FC236}">
                    <a16:creationId xmlns:a16="http://schemas.microsoft.com/office/drawing/2014/main" id="{5BDFF510-21BF-40F0-9D33-C107901AD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349"/>
                <a:ext cx="31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72" name="Freeform 1143">
                <a:extLst>
                  <a:ext uri="{FF2B5EF4-FFF2-40B4-BE49-F238E27FC236}">
                    <a16:creationId xmlns:a16="http://schemas.microsoft.com/office/drawing/2014/main" id="{A0D959AB-AE88-40FD-853E-946BD15BE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357"/>
                <a:ext cx="60" cy="62"/>
              </a:xfrm>
              <a:custGeom>
                <a:avLst/>
                <a:gdLst>
                  <a:gd name="T0" fmla="*/ 0 w 58"/>
                  <a:gd name="T1" fmla="*/ 53 h 60"/>
                  <a:gd name="T2" fmla="*/ 52 w 58"/>
                  <a:gd name="T3" fmla="*/ 44 h 60"/>
                  <a:gd name="T4" fmla="*/ 54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3" name="Oval 1144">
                <a:extLst>
                  <a:ext uri="{FF2B5EF4-FFF2-40B4-BE49-F238E27FC236}">
                    <a16:creationId xmlns:a16="http://schemas.microsoft.com/office/drawing/2014/main" id="{695C350A-D15D-494F-8FDE-8ED401E95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317"/>
                <a:ext cx="68" cy="69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74" name="Oval 1145">
                <a:extLst>
                  <a:ext uri="{FF2B5EF4-FFF2-40B4-BE49-F238E27FC236}">
                    <a16:creationId xmlns:a16="http://schemas.microsoft.com/office/drawing/2014/main" id="{92D20095-0D5F-4214-810F-A6C135E4F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317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75" name="Oval 1146">
                <a:extLst>
                  <a:ext uri="{FF2B5EF4-FFF2-40B4-BE49-F238E27FC236}">
                    <a16:creationId xmlns:a16="http://schemas.microsoft.com/office/drawing/2014/main" id="{3CDFD2D7-4754-42B5-A3C7-B2B600093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322"/>
                <a:ext cx="51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76" name="Oval 1147">
                <a:extLst>
                  <a:ext uri="{FF2B5EF4-FFF2-40B4-BE49-F238E27FC236}">
                    <a16:creationId xmlns:a16="http://schemas.microsoft.com/office/drawing/2014/main" id="{85A7F0B4-4982-4592-AD87-ACD1D8D3B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325"/>
                <a:ext cx="31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77" name="Freeform 1148">
                <a:extLst>
                  <a:ext uri="{FF2B5EF4-FFF2-40B4-BE49-F238E27FC236}">
                    <a16:creationId xmlns:a16="http://schemas.microsoft.com/office/drawing/2014/main" id="{DFF62836-D67A-4332-A246-07D6CEB5B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1333"/>
                <a:ext cx="60" cy="61"/>
              </a:xfrm>
              <a:custGeom>
                <a:avLst/>
                <a:gdLst>
                  <a:gd name="T0" fmla="*/ 0 w 58"/>
                  <a:gd name="T1" fmla="*/ 50 h 60"/>
                  <a:gd name="T2" fmla="*/ 52 w 58"/>
                  <a:gd name="T3" fmla="*/ 45 h 60"/>
                  <a:gd name="T4" fmla="*/ 54 w 58"/>
                  <a:gd name="T5" fmla="*/ 0 h 60"/>
                  <a:gd name="T6" fmla="*/ 43 w 58"/>
                  <a:gd name="T7" fmla="*/ 41 h 60"/>
                  <a:gd name="T8" fmla="*/ 0 w 58"/>
                  <a:gd name="T9" fmla="*/ 5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4" y="60"/>
                      <a:pt x="42" y="39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50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8" name="Oval 1149">
                <a:extLst>
                  <a:ext uri="{FF2B5EF4-FFF2-40B4-BE49-F238E27FC236}">
                    <a16:creationId xmlns:a16="http://schemas.microsoft.com/office/drawing/2014/main" id="{5596B5BF-C652-4680-8B1E-D25A17571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1294"/>
                <a:ext cx="68" cy="68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79" name="Oval 1150">
                <a:extLst>
                  <a:ext uri="{FF2B5EF4-FFF2-40B4-BE49-F238E27FC236}">
                    <a16:creationId xmlns:a16="http://schemas.microsoft.com/office/drawing/2014/main" id="{8A77BA2D-2B89-416B-B2ED-F1A170642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0" y="1294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80" name="Oval 1151">
                <a:extLst>
                  <a:ext uri="{FF2B5EF4-FFF2-40B4-BE49-F238E27FC236}">
                    <a16:creationId xmlns:a16="http://schemas.microsoft.com/office/drawing/2014/main" id="{4B4F9467-6C9C-4752-BCC1-F4794792C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299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81" name="Oval 1152">
                <a:extLst>
                  <a:ext uri="{FF2B5EF4-FFF2-40B4-BE49-F238E27FC236}">
                    <a16:creationId xmlns:a16="http://schemas.microsoft.com/office/drawing/2014/main" id="{CC4BB53E-590D-4DC6-ABE0-972BDBA6B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302"/>
                <a:ext cx="31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82" name="Freeform 1153">
                <a:extLst>
                  <a:ext uri="{FF2B5EF4-FFF2-40B4-BE49-F238E27FC236}">
                    <a16:creationId xmlns:a16="http://schemas.microsoft.com/office/drawing/2014/main" id="{E6F4FF31-6A71-4134-8F27-CB3AE0085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310"/>
                <a:ext cx="59" cy="62"/>
              </a:xfrm>
              <a:custGeom>
                <a:avLst/>
                <a:gdLst>
                  <a:gd name="T0" fmla="*/ 0 w 57"/>
                  <a:gd name="T1" fmla="*/ 53 h 60"/>
                  <a:gd name="T2" fmla="*/ 51 w 57"/>
                  <a:gd name="T3" fmla="*/ 44 h 60"/>
                  <a:gd name="T4" fmla="*/ 53 w 57"/>
                  <a:gd name="T5" fmla="*/ 0 h 60"/>
                  <a:gd name="T6" fmla="*/ 43 w 57"/>
                  <a:gd name="T7" fmla="*/ 41 h 60"/>
                  <a:gd name="T8" fmla="*/ 0 w 57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3" name="Oval 1154">
                <a:extLst>
                  <a:ext uri="{FF2B5EF4-FFF2-40B4-BE49-F238E27FC236}">
                    <a16:creationId xmlns:a16="http://schemas.microsoft.com/office/drawing/2014/main" id="{53D68D28-E312-48CD-A813-9ABA85653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1490"/>
                <a:ext cx="69" cy="68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84" name="Oval 1155">
                <a:extLst>
                  <a:ext uri="{FF2B5EF4-FFF2-40B4-BE49-F238E27FC236}">
                    <a16:creationId xmlns:a16="http://schemas.microsoft.com/office/drawing/2014/main" id="{E85035A6-BE96-4DDD-9D45-200E975B0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0" y="1490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85" name="Oval 1156">
                <a:extLst>
                  <a:ext uri="{FF2B5EF4-FFF2-40B4-BE49-F238E27FC236}">
                    <a16:creationId xmlns:a16="http://schemas.microsoft.com/office/drawing/2014/main" id="{7FC33BCB-9BD6-48AF-81EA-BD0C35C5A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1495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86" name="Oval 1157">
                <a:extLst>
                  <a:ext uri="{FF2B5EF4-FFF2-40B4-BE49-F238E27FC236}">
                    <a16:creationId xmlns:a16="http://schemas.microsoft.com/office/drawing/2014/main" id="{7C962A85-37D4-47B2-91B7-298D94698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0" y="1498"/>
                <a:ext cx="31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87" name="Freeform 1158">
                <a:extLst>
                  <a:ext uri="{FF2B5EF4-FFF2-40B4-BE49-F238E27FC236}">
                    <a16:creationId xmlns:a16="http://schemas.microsoft.com/office/drawing/2014/main" id="{24DB36AD-15DC-4EED-A79F-94E5B519A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506"/>
                <a:ext cx="58" cy="62"/>
              </a:xfrm>
              <a:custGeom>
                <a:avLst/>
                <a:gdLst>
                  <a:gd name="T0" fmla="*/ 0 w 57"/>
                  <a:gd name="T1" fmla="*/ 53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8" name="Oval 1159">
                <a:extLst>
                  <a:ext uri="{FF2B5EF4-FFF2-40B4-BE49-F238E27FC236}">
                    <a16:creationId xmlns:a16="http://schemas.microsoft.com/office/drawing/2014/main" id="{9C55126E-2A7E-4192-8DEE-670B7A157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469"/>
                <a:ext cx="69" cy="68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89" name="Oval 1160">
                <a:extLst>
                  <a:ext uri="{FF2B5EF4-FFF2-40B4-BE49-F238E27FC236}">
                    <a16:creationId xmlns:a16="http://schemas.microsoft.com/office/drawing/2014/main" id="{557025CE-3AE9-4B21-9FFD-DBDCD41FD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469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90" name="Oval 1161">
                <a:extLst>
                  <a:ext uri="{FF2B5EF4-FFF2-40B4-BE49-F238E27FC236}">
                    <a16:creationId xmlns:a16="http://schemas.microsoft.com/office/drawing/2014/main" id="{CA5B63DA-C1C1-4D0E-9104-B2ED392C0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1473"/>
                <a:ext cx="51" cy="51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91" name="Oval 1162">
                <a:extLst>
                  <a:ext uri="{FF2B5EF4-FFF2-40B4-BE49-F238E27FC236}">
                    <a16:creationId xmlns:a16="http://schemas.microsoft.com/office/drawing/2014/main" id="{38F45DFC-B24F-495D-BD2C-4303DC92C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7" y="1476"/>
                <a:ext cx="31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92" name="Freeform 1163">
                <a:extLst>
                  <a:ext uri="{FF2B5EF4-FFF2-40B4-BE49-F238E27FC236}">
                    <a16:creationId xmlns:a16="http://schemas.microsoft.com/office/drawing/2014/main" id="{923A0AFF-8ABF-408E-BF52-3704475BD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485"/>
                <a:ext cx="60" cy="61"/>
              </a:xfrm>
              <a:custGeom>
                <a:avLst/>
                <a:gdLst>
                  <a:gd name="T0" fmla="*/ 0 w 58"/>
                  <a:gd name="T1" fmla="*/ 49 h 60"/>
                  <a:gd name="T2" fmla="*/ 52 w 58"/>
                  <a:gd name="T3" fmla="*/ 44 h 60"/>
                  <a:gd name="T4" fmla="*/ 54 w 58"/>
                  <a:gd name="T5" fmla="*/ 0 h 60"/>
                  <a:gd name="T6" fmla="*/ 43 w 58"/>
                  <a:gd name="T7" fmla="*/ 40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3" name="Oval 1164">
                <a:extLst>
                  <a:ext uri="{FF2B5EF4-FFF2-40B4-BE49-F238E27FC236}">
                    <a16:creationId xmlns:a16="http://schemas.microsoft.com/office/drawing/2014/main" id="{488C163D-9F7D-4E44-9D73-78FA8E24E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444"/>
                <a:ext cx="68" cy="69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94" name="Oval 1165">
                <a:extLst>
                  <a:ext uri="{FF2B5EF4-FFF2-40B4-BE49-F238E27FC236}">
                    <a16:creationId xmlns:a16="http://schemas.microsoft.com/office/drawing/2014/main" id="{3302FDF0-AECA-4B7C-83D8-6ECD5DA1C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444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95" name="Oval 1166">
                <a:extLst>
                  <a:ext uri="{FF2B5EF4-FFF2-40B4-BE49-F238E27FC236}">
                    <a16:creationId xmlns:a16="http://schemas.microsoft.com/office/drawing/2014/main" id="{2154AD2C-07AE-4075-BBB4-EB0909A67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1" y="1448"/>
                <a:ext cx="51" cy="51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96" name="Oval 1167">
                <a:extLst>
                  <a:ext uri="{FF2B5EF4-FFF2-40B4-BE49-F238E27FC236}">
                    <a16:creationId xmlns:a16="http://schemas.microsoft.com/office/drawing/2014/main" id="{BFD50C63-F58C-4061-B0CC-B404DE7FF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1451"/>
                <a:ext cx="31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97" name="Freeform 1168">
                <a:extLst>
                  <a:ext uri="{FF2B5EF4-FFF2-40B4-BE49-F238E27FC236}">
                    <a16:creationId xmlns:a16="http://schemas.microsoft.com/office/drawing/2014/main" id="{0628EB8E-3282-42F5-A869-FFD4EF9FF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460"/>
                <a:ext cx="60" cy="62"/>
              </a:xfrm>
              <a:custGeom>
                <a:avLst/>
                <a:gdLst>
                  <a:gd name="T0" fmla="*/ 0 w 58"/>
                  <a:gd name="T1" fmla="*/ 53 h 60"/>
                  <a:gd name="T2" fmla="*/ 52 w 58"/>
                  <a:gd name="T3" fmla="*/ 44 h 60"/>
                  <a:gd name="T4" fmla="*/ 54 w 58"/>
                  <a:gd name="T5" fmla="*/ 0 h 60"/>
                  <a:gd name="T6" fmla="*/ 43 w 58"/>
                  <a:gd name="T7" fmla="*/ 40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8" name="Oval 1169">
                <a:extLst>
                  <a:ext uri="{FF2B5EF4-FFF2-40B4-BE49-F238E27FC236}">
                    <a16:creationId xmlns:a16="http://schemas.microsoft.com/office/drawing/2014/main" id="{554973A2-E596-4385-A83F-0E429346F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5" y="1426"/>
                <a:ext cx="68" cy="68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99" name="Oval 1170">
                <a:extLst>
                  <a:ext uri="{FF2B5EF4-FFF2-40B4-BE49-F238E27FC236}">
                    <a16:creationId xmlns:a16="http://schemas.microsoft.com/office/drawing/2014/main" id="{81771FD3-63F8-4395-8120-7E0168A84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5" y="1426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00" name="Oval 1171">
                <a:extLst>
                  <a:ext uri="{FF2B5EF4-FFF2-40B4-BE49-F238E27FC236}">
                    <a16:creationId xmlns:a16="http://schemas.microsoft.com/office/drawing/2014/main" id="{03B49966-B9D2-466B-B1FB-CE7411126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0" y="1430"/>
                <a:ext cx="51" cy="51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01" name="Oval 1172">
                <a:extLst>
                  <a:ext uri="{FF2B5EF4-FFF2-40B4-BE49-F238E27FC236}">
                    <a16:creationId xmlns:a16="http://schemas.microsoft.com/office/drawing/2014/main" id="{CFE8E890-324A-42E0-A3A3-BBF6A55B4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433"/>
                <a:ext cx="31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02" name="Freeform 1173">
                <a:extLst>
                  <a:ext uri="{FF2B5EF4-FFF2-40B4-BE49-F238E27FC236}">
                    <a16:creationId xmlns:a16="http://schemas.microsoft.com/office/drawing/2014/main" id="{74553739-8A58-4E42-9B69-EB5FD5E73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442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0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3" name="Oval 1174">
                <a:extLst>
                  <a:ext uri="{FF2B5EF4-FFF2-40B4-BE49-F238E27FC236}">
                    <a16:creationId xmlns:a16="http://schemas.microsoft.com/office/drawing/2014/main" id="{A6CE0818-234D-4476-8F27-CA3E56BD2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2" y="1401"/>
                <a:ext cx="68" cy="69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04" name="Oval 1175">
                <a:extLst>
                  <a:ext uri="{FF2B5EF4-FFF2-40B4-BE49-F238E27FC236}">
                    <a16:creationId xmlns:a16="http://schemas.microsoft.com/office/drawing/2014/main" id="{06DDCD9B-478D-4631-BBDE-DE7A4029C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2" y="1401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05" name="Oval 1176">
                <a:extLst>
                  <a:ext uri="{FF2B5EF4-FFF2-40B4-BE49-F238E27FC236}">
                    <a16:creationId xmlns:a16="http://schemas.microsoft.com/office/drawing/2014/main" id="{FC3B9860-428B-45D7-8F17-353C6F06B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" y="1405"/>
                <a:ext cx="51" cy="51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06" name="Oval 1177">
                <a:extLst>
                  <a:ext uri="{FF2B5EF4-FFF2-40B4-BE49-F238E27FC236}">
                    <a16:creationId xmlns:a16="http://schemas.microsoft.com/office/drawing/2014/main" id="{543AF9EE-A604-48E5-97EB-D3F07587F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1408"/>
                <a:ext cx="31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07" name="Freeform 1178">
                <a:extLst>
                  <a:ext uri="{FF2B5EF4-FFF2-40B4-BE49-F238E27FC236}">
                    <a16:creationId xmlns:a16="http://schemas.microsoft.com/office/drawing/2014/main" id="{5CC7E0A2-AD73-43D5-B0AB-211B3A3AA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418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0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8" name="Oval 1179">
                <a:extLst>
                  <a:ext uri="{FF2B5EF4-FFF2-40B4-BE49-F238E27FC236}">
                    <a16:creationId xmlns:a16="http://schemas.microsoft.com/office/drawing/2014/main" id="{317CDD4F-0AAC-4342-94CF-08BB90845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8" y="1378"/>
                <a:ext cx="68" cy="69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09" name="Oval 1180">
                <a:extLst>
                  <a:ext uri="{FF2B5EF4-FFF2-40B4-BE49-F238E27FC236}">
                    <a16:creationId xmlns:a16="http://schemas.microsoft.com/office/drawing/2014/main" id="{44DE4981-151C-498A-9722-536288FA8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7" y="1378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10" name="Oval 1181">
                <a:extLst>
                  <a:ext uri="{FF2B5EF4-FFF2-40B4-BE49-F238E27FC236}">
                    <a16:creationId xmlns:a16="http://schemas.microsoft.com/office/drawing/2014/main" id="{E5EFFCF8-E774-4449-88B0-7BFBDF819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3" y="1383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11" name="Oval 1182">
                <a:extLst>
                  <a:ext uri="{FF2B5EF4-FFF2-40B4-BE49-F238E27FC236}">
                    <a16:creationId xmlns:a16="http://schemas.microsoft.com/office/drawing/2014/main" id="{D9124764-D1E1-4EA9-9B41-B573017FA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1386"/>
                <a:ext cx="30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12" name="Freeform 1183">
                <a:extLst>
                  <a:ext uri="{FF2B5EF4-FFF2-40B4-BE49-F238E27FC236}">
                    <a16:creationId xmlns:a16="http://schemas.microsoft.com/office/drawing/2014/main" id="{A4060A34-09EC-4493-9081-25B230A67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394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3" name="Oval 1184">
                <a:extLst>
                  <a:ext uri="{FF2B5EF4-FFF2-40B4-BE49-F238E27FC236}">
                    <a16:creationId xmlns:a16="http://schemas.microsoft.com/office/drawing/2014/main" id="{E02BA3BF-BAD0-4EF4-9399-B351042103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1350"/>
                <a:ext cx="68" cy="69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14" name="Oval 1185">
                <a:extLst>
                  <a:ext uri="{FF2B5EF4-FFF2-40B4-BE49-F238E27FC236}">
                    <a16:creationId xmlns:a16="http://schemas.microsoft.com/office/drawing/2014/main" id="{62184D33-1256-4C8E-9393-31060CE57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1350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15" name="Oval 1186">
                <a:extLst>
                  <a:ext uri="{FF2B5EF4-FFF2-40B4-BE49-F238E27FC236}">
                    <a16:creationId xmlns:a16="http://schemas.microsoft.com/office/drawing/2014/main" id="{478DC911-7273-4592-A975-1D35EBA6E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0" y="1354"/>
                <a:ext cx="50" cy="51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16" name="Oval 1187">
                <a:extLst>
                  <a:ext uri="{FF2B5EF4-FFF2-40B4-BE49-F238E27FC236}">
                    <a16:creationId xmlns:a16="http://schemas.microsoft.com/office/drawing/2014/main" id="{A79E85BE-A57E-49CA-8027-FAB6E0324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1357"/>
                <a:ext cx="30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17" name="Freeform 1188">
                <a:extLst>
                  <a:ext uri="{FF2B5EF4-FFF2-40B4-BE49-F238E27FC236}">
                    <a16:creationId xmlns:a16="http://schemas.microsoft.com/office/drawing/2014/main" id="{1BE15734-4672-4FC0-B05F-4AFA3A5FC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366"/>
                <a:ext cx="58" cy="62"/>
              </a:xfrm>
              <a:custGeom>
                <a:avLst/>
                <a:gdLst>
                  <a:gd name="T0" fmla="*/ 0 w 57"/>
                  <a:gd name="T1" fmla="*/ 53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0 h 60"/>
                  <a:gd name="T8" fmla="*/ 0 w 57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4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8" name="Oval 1189">
                <a:extLst>
                  <a:ext uri="{FF2B5EF4-FFF2-40B4-BE49-F238E27FC236}">
                    <a16:creationId xmlns:a16="http://schemas.microsoft.com/office/drawing/2014/main" id="{A4CC4828-F791-4560-9D3A-B1CE5081A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1535"/>
                <a:ext cx="69" cy="68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19" name="Oval 1190">
                <a:extLst>
                  <a:ext uri="{FF2B5EF4-FFF2-40B4-BE49-F238E27FC236}">
                    <a16:creationId xmlns:a16="http://schemas.microsoft.com/office/drawing/2014/main" id="{F231B1FC-7776-4A59-B73E-2D5371E35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4" y="1535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20" name="Oval 1191">
                <a:extLst>
                  <a:ext uri="{FF2B5EF4-FFF2-40B4-BE49-F238E27FC236}">
                    <a16:creationId xmlns:a16="http://schemas.microsoft.com/office/drawing/2014/main" id="{8D9D47FB-CF38-48E7-921F-89727E2C4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540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21" name="Oval 1192">
                <a:extLst>
                  <a:ext uri="{FF2B5EF4-FFF2-40B4-BE49-F238E27FC236}">
                    <a16:creationId xmlns:a16="http://schemas.microsoft.com/office/drawing/2014/main" id="{54E84E45-8483-4E2A-8795-0D11D441F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543"/>
                <a:ext cx="30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22" name="Freeform 1193">
                <a:extLst>
                  <a:ext uri="{FF2B5EF4-FFF2-40B4-BE49-F238E27FC236}">
                    <a16:creationId xmlns:a16="http://schemas.microsoft.com/office/drawing/2014/main" id="{2272605F-FA96-4007-877E-C3A3BEC27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551"/>
                <a:ext cx="58" cy="62"/>
              </a:xfrm>
              <a:custGeom>
                <a:avLst/>
                <a:gdLst>
                  <a:gd name="T0" fmla="*/ 0 w 57"/>
                  <a:gd name="T1" fmla="*/ 53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3" name="Oval 1194">
                <a:extLst>
                  <a:ext uri="{FF2B5EF4-FFF2-40B4-BE49-F238E27FC236}">
                    <a16:creationId xmlns:a16="http://schemas.microsoft.com/office/drawing/2014/main" id="{396220CF-B4CC-401B-87E4-5D8549530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515"/>
                <a:ext cx="70" cy="68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24" name="Oval 1195">
                <a:extLst>
                  <a:ext uri="{FF2B5EF4-FFF2-40B4-BE49-F238E27FC236}">
                    <a16:creationId xmlns:a16="http://schemas.microsoft.com/office/drawing/2014/main" id="{1DBA1AAB-A983-4967-8541-C2C967616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515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25" name="Oval 1196">
                <a:extLst>
                  <a:ext uri="{FF2B5EF4-FFF2-40B4-BE49-F238E27FC236}">
                    <a16:creationId xmlns:a16="http://schemas.microsoft.com/office/drawing/2014/main" id="{70746BA8-E8D1-4593-821C-A4ECFD30F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519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26" name="Oval 1197">
                <a:extLst>
                  <a:ext uri="{FF2B5EF4-FFF2-40B4-BE49-F238E27FC236}">
                    <a16:creationId xmlns:a16="http://schemas.microsoft.com/office/drawing/2014/main" id="{ECAE950F-D96E-4D06-8774-BC1A37B20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1522"/>
                <a:ext cx="30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27" name="Freeform 1198">
                <a:extLst>
                  <a:ext uri="{FF2B5EF4-FFF2-40B4-BE49-F238E27FC236}">
                    <a16:creationId xmlns:a16="http://schemas.microsoft.com/office/drawing/2014/main" id="{B703D2F6-5CF5-48E5-8780-7C11CE463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531"/>
                <a:ext cx="59" cy="60"/>
              </a:xfrm>
              <a:custGeom>
                <a:avLst/>
                <a:gdLst>
                  <a:gd name="T0" fmla="*/ 0 w 58"/>
                  <a:gd name="T1" fmla="*/ 49 h 59"/>
                  <a:gd name="T2" fmla="*/ 48 w 58"/>
                  <a:gd name="T3" fmla="*/ 44 h 59"/>
                  <a:gd name="T4" fmla="*/ 49 w 58"/>
                  <a:gd name="T5" fmla="*/ 0 h 59"/>
                  <a:gd name="T6" fmla="*/ 44 w 58"/>
                  <a:gd name="T7" fmla="*/ 40 h 59"/>
                  <a:gd name="T8" fmla="*/ 0 w 58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4" y="59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8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8" name="Oval 1199">
                <a:extLst>
                  <a:ext uri="{FF2B5EF4-FFF2-40B4-BE49-F238E27FC236}">
                    <a16:creationId xmlns:a16="http://schemas.microsoft.com/office/drawing/2014/main" id="{2220973A-E0A3-40ED-B7AF-1CA449362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9" y="1488"/>
                <a:ext cx="69" cy="69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29" name="Oval 1200">
                <a:extLst>
                  <a:ext uri="{FF2B5EF4-FFF2-40B4-BE49-F238E27FC236}">
                    <a16:creationId xmlns:a16="http://schemas.microsoft.com/office/drawing/2014/main" id="{0D732673-EB40-40AF-A257-A9CFE4D59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8" y="1488"/>
                <a:ext cx="70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30" name="Oval 1201">
                <a:extLst>
                  <a:ext uri="{FF2B5EF4-FFF2-40B4-BE49-F238E27FC236}">
                    <a16:creationId xmlns:a16="http://schemas.microsoft.com/office/drawing/2014/main" id="{B12DF151-75EA-4577-8C42-FFC763B17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1493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31" name="Oval 1202">
                <a:extLst>
                  <a:ext uri="{FF2B5EF4-FFF2-40B4-BE49-F238E27FC236}">
                    <a16:creationId xmlns:a16="http://schemas.microsoft.com/office/drawing/2014/main" id="{44BC95BE-9E31-4B68-B58E-51F67DC34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9" y="1496"/>
                <a:ext cx="30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32" name="Freeform 1203">
                <a:extLst>
                  <a:ext uri="{FF2B5EF4-FFF2-40B4-BE49-F238E27FC236}">
                    <a16:creationId xmlns:a16="http://schemas.microsoft.com/office/drawing/2014/main" id="{8C7AD957-9EB6-46C2-929B-7FB693905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504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3" name="Oval 1204">
                <a:extLst>
                  <a:ext uri="{FF2B5EF4-FFF2-40B4-BE49-F238E27FC236}">
                    <a16:creationId xmlns:a16="http://schemas.microsoft.com/office/drawing/2014/main" id="{59ACB6D0-C710-42C6-B195-8AA81880F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1468"/>
                <a:ext cx="69" cy="69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34" name="Oval 1205">
                <a:extLst>
                  <a:ext uri="{FF2B5EF4-FFF2-40B4-BE49-F238E27FC236}">
                    <a16:creationId xmlns:a16="http://schemas.microsoft.com/office/drawing/2014/main" id="{74DB43CC-F2A8-46B9-9067-F37861CFE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1468"/>
                <a:ext cx="70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35" name="Oval 1206">
                <a:extLst>
                  <a:ext uri="{FF2B5EF4-FFF2-40B4-BE49-F238E27FC236}">
                    <a16:creationId xmlns:a16="http://schemas.microsoft.com/office/drawing/2014/main" id="{01394CEC-CCF2-42AF-9198-13880E742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9" y="1473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36" name="Oval 1207">
                <a:extLst>
                  <a:ext uri="{FF2B5EF4-FFF2-40B4-BE49-F238E27FC236}">
                    <a16:creationId xmlns:a16="http://schemas.microsoft.com/office/drawing/2014/main" id="{2112D680-5A33-45F7-9B0F-EE797763F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4" y="1476"/>
                <a:ext cx="30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37" name="Freeform 1208">
                <a:extLst>
                  <a:ext uri="{FF2B5EF4-FFF2-40B4-BE49-F238E27FC236}">
                    <a16:creationId xmlns:a16="http://schemas.microsoft.com/office/drawing/2014/main" id="{068E19E3-BD32-4FE2-906F-BC3FF5096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484"/>
                <a:ext cx="60" cy="61"/>
              </a:xfrm>
              <a:custGeom>
                <a:avLst/>
                <a:gdLst>
                  <a:gd name="T0" fmla="*/ 0 w 58"/>
                  <a:gd name="T1" fmla="*/ 49 h 60"/>
                  <a:gd name="T2" fmla="*/ 50 w 58"/>
                  <a:gd name="T3" fmla="*/ 44 h 60"/>
                  <a:gd name="T4" fmla="*/ 52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8" name="Oval 1209">
                <a:extLst>
                  <a:ext uri="{FF2B5EF4-FFF2-40B4-BE49-F238E27FC236}">
                    <a16:creationId xmlns:a16="http://schemas.microsoft.com/office/drawing/2014/main" id="{1AF04B3A-D44F-4FD7-936C-4CD504B81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441"/>
                <a:ext cx="68" cy="69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39" name="Oval 1210">
                <a:extLst>
                  <a:ext uri="{FF2B5EF4-FFF2-40B4-BE49-F238E27FC236}">
                    <a16:creationId xmlns:a16="http://schemas.microsoft.com/office/drawing/2014/main" id="{B71B80A6-1606-4E5A-A0FA-B83A87E71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1441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40" name="Oval 1211">
                <a:extLst>
                  <a:ext uri="{FF2B5EF4-FFF2-40B4-BE49-F238E27FC236}">
                    <a16:creationId xmlns:a16="http://schemas.microsoft.com/office/drawing/2014/main" id="{BDC3E174-6373-491F-9600-0CF1ABB23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8" y="1446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41" name="Oval 1212">
                <a:extLst>
                  <a:ext uri="{FF2B5EF4-FFF2-40B4-BE49-F238E27FC236}">
                    <a16:creationId xmlns:a16="http://schemas.microsoft.com/office/drawing/2014/main" id="{724F5388-C734-40F0-AC4B-3AD1532A5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1449"/>
                <a:ext cx="30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42" name="Freeform 1213">
                <a:extLst>
                  <a:ext uri="{FF2B5EF4-FFF2-40B4-BE49-F238E27FC236}">
                    <a16:creationId xmlns:a16="http://schemas.microsoft.com/office/drawing/2014/main" id="{EFAE5388-4CD2-4D74-89DE-21BDA8DDB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457"/>
                <a:ext cx="60" cy="62"/>
              </a:xfrm>
              <a:custGeom>
                <a:avLst/>
                <a:gdLst>
                  <a:gd name="T0" fmla="*/ 0 w 58"/>
                  <a:gd name="T1" fmla="*/ 53 h 60"/>
                  <a:gd name="T2" fmla="*/ 50 w 58"/>
                  <a:gd name="T3" fmla="*/ 44 h 60"/>
                  <a:gd name="T4" fmla="*/ 52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3" name="Oval 1214">
                <a:extLst>
                  <a:ext uri="{FF2B5EF4-FFF2-40B4-BE49-F238E27FC236}">
                    <a16:creationId xmlns:a16="http://schemas.microsoft.com/office/drawing/2014/main" id="{29F3C915-62E3-4DF1-84D7-B22B53378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1578"/>
                <a:ext cx="68" cy="68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44" name="Oval 1215">
                <a:extLst>
                  <a:ext uri="{FF2B5EF4-FFF2-40B4-BE49-F238E27FC236}">
                    <a16:creationId xmlns:a16="http://schemas.microsoft.com/office/drawing/2014/main" id="{E3C0CD8D-EFE3-46B9-91FE-C09B17D4A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3" y="1578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45" name="Oval 1216">
                <a:extLst>
                  <a:ext uri="{FF2B5EF4-FFF2-40B4-BE49-F238E27FC236}">
                    <a16:creationId xmlns:a16="http://schemas.microsoft.com/office/drawing/2014/main" id="{449365A5-B587-4456-8A9D-ED67FBD2C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9" y="1583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46" name="Oval 1217">
                <a:extLst>
                  <a:ext uri="{FF2B5EF4-FFF2-40B4-BE49-F238E27FC236}">
                    <a16:creationId xmlns:a16="http://schemas.microsoft.com/office/drawing/2014/main" id="{994C62DD-1176-41CC-8ECC-3A4427763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1586"/>
                <a:ext cx="31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47" name="Freeform 1218">
                <a:extLst>
                  <a:ext uri="{FF2B5EF4-FFF2-40B4-BE49-F238E27FC236}">
                    <a16:creationId xmlns:a16="http://schemas.microsoft.com/office/drawing/2014/main" id="{F2DFA6A6-6C34-4119-8326-3E70D506F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594"/>
                <a:ext cx="58" cy="61"/>
              </a:xfrm>
              <a:custGeom>
                <a:avLst/>
                <a:gdLst>
                  <a:gd name="T0" fmla="*/ 0 w 57"/>
                  <a:gd name="T1" fmla="*/ 49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8" name="Oval 1219">
                <a:extLst>
                  <a:ext uri="{FF2B5EF4-FFF2-40B4-BE49-F238E27FC236}">
                    <a16:creationId xmlns:a16="http://schemas.microsoft.com/office/drawing/2014/main" id="{D73802D3-5426-4E0C-9A4E-B18F2298D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1559"/>
                <a:ext cx="68" cy="69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49" name="Oval 1220">
                <a:extLst>
                  <a:ext uri="{FF2B5EF4-FFF2-40B4-BE49-F238E27FC236}">
                    <a16:creationId xmlns:a16="http://schemas.microsoft.com/office/drawing/2014/main" id="{59DF973C-59B5-4746-A6B8-8490506A1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0" y="1559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50" name="Oval 1221">
                <a:extLst>
                  <a:ext uri="{FF2B5EF4-FFF2-40B4-BE49-F238E27FC236}">
                    <a16:creationId xmlns:a16="http://schemas.microsoft.com/office/drawing/2014/main" id="{B93A3977-0ABD-455D-B738-C51A889CE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1565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51" name="Oval 1222">
                <a:extLst>
                  <a:ext uri="{FF2B5EF4-FFF2-40B4-BE49-F238E27FC236}">
                    <a16:creationId xmlns:a16="http://schemas.microsoft.com/office/drawing/2014/main" id="{6542F8EE-612F-4D01-ABA9-868820E48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568"/>
                <a:ext cx="30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52" name="Freeform 1223">
                <a:extLst>
                  <a:ext uri="{FF2B5EF4-FFF2-40B4-BE49-F238E27FC236}">
                    <a16:creationId xmlns:a16="http://schemas.microsoft.com/office/drawing/2014/main" id="{A47D2182-8416-40CB-A272-865B3E688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576"/>
                <a:ext cx="58" cy="61"/>
              </a:xfrm>
              <a:custGeom>
                <a:avLst/>
                <a:gdLst>
                  <a:gd name="T0" fmla="*/ 0 w 57"/>
                  <a:gd name="T1" fmla="*/ 49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3" name="Oval 1224">
                <a:extLst>
                  <a:ext uri="{FF2B5EF4-FFF2-40B4-BE49-F238E27FC236}">
                    <a16:creationId xmlns:a16="http://schemas.microsoft.com/office/drawing/2014/main" id="{445BFFA6-D12E-43BB-9E66-01848E60E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1533"/>
                <a:ext cx="68" cy="69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54" name="Oval 1225">
                <a:extLst>
                  <a:ext uri="{FF2B5EF4-FFF2-40B4-BE49-F238E27FC236}">
                    <a16:creationId xmlns:a16="http://schemas.microsoft.com/office/drawing/2014/main" id="{1F3F57BA-4061-427E-A4A7-46816AB2B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1533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55" name="Oval 1226">
                <a:extLst>
                  <a:ext uri="{FF2B5EF4-FFF2-40B4-BE49-F238E27FC236}">
                    <a16:creationId xmlns:a16="http://schemas.microsoft.com/office/drawing/2014/main" id="{7873815E-60CD-4685-8F21-372A3A6AF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9" y="1538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56" name="Oval 1227">
                <a:extLst>
                  <a:ext uri="{FF2B5EF4-FFF2-40B4-BE49-F238E27FC236}">
                    <a16:creationId xmlns:a16="http://schemas.microsoft.com/office/drawing/2014/main" id="{70F73F2E-5D10-40C5-9AFE-60143DCCF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4" y="1541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57" name="Freeform 1228">
                <a:extLst>
                  <a:ext uri="{FF2B5EF4-FFF2-40B4-BE49-F238E27FC236}">
                    <a16:creationId xmlns:a16="http://schemas.microsoft.com/office/drawing/2014/main" id="{02F65B6F-EFCF-4909-A036-43B17BBBD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549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8" name="Oval 1229">
                <a:extLst>
                  <a:ext uri="{FF2B5EF4-FFF2-40B4-BE49-F238E27FC236}">
                    <a16:creationId xmlns:a16="http://schemas.microsoft.com/office/drawing/2014/main" id="{B958AC10-7D37-4AEC-92D1-5F16094A4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518"/>
                <a:ext cx="69" cy="68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59" name="Oval 1230">
                <a:extLst>
                  <a:ext uri="{FF2B5EF4-FFF2-40B4-BE49-F238E27FC236}">
                    <a16:creationId xmlns:a16="http://schemas.microsoft.com/office/drawing/2014/main" id="{D3E50363-798F-4A9C-B183-69BBD723A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518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60" name="Oval 1231">
                <a:extLst>
                  <a:ext uri="{FF2B5EF4-FFF2-40B4-BE49-F238E27FC236}">
                    <a16:creationId xmlns:a16="http://schemas.microsoft.com/office/drawing/2014/main" id="{677B72E0-0C19-4D27-8107-A9DE3E15A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1522"/>
                <a:ext cx="52" cy="51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61" name="Oval 1232">
                <a:extLst>
                  <a:ext uri="{FF2B5EF4-FFF2-40B4-BE49-F238E27FC236}">
                    <a16:creationId xmlns:a16="http://schemas.microsoft.com/office/drawing/2014/main" id="{E432C78E-684E-43CE-858A-51AADFE83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1525"/>
                <a:ext cx="30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62" name="Freeform 1233">
                <a:extLst>
                  <a:ext uri="{FF2B5EF4-FFF2-40B4-BE49-F238E27FC236}">
                    <a16:creationId xmlns:a16="http://schemas.microsoft.com/office/drawing/2014/main" id="{CFFBE9A5-41B9-4C2C-956B-FD9679CB5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534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0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3" name="Oval 1234">
                <a:extLst>
                  <a:ext uri="{FF2B5EF4-FFF2-40B4-BE49-F238E27FC236}">
                    <a16:creationId xmlns:a16="http://schemas.microsoft.com/office/drawing/2014/main" id="{11391448-0B54-4F5B-8346-9F5781D7A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1618"/>
                <a:ext cx="69" cy="68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64" name="Oval 1235">
                <a:extLst>
                  <a:ext uri="{FF2B5EF4-FFF2-40B4-BE49-F238E27FC236}">
                    <a16:creationId xmlns:a16="http://schemas.microsoft.com/office/drawing/2014/main" id="{50F9BDD7-9624-411D-80F0-C8F2919D2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1618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65" name="Oval 1236">
                <a:extLst>
                  <a:ext uri="{FF2B5EF4-FFF2-40B4-BE49-F238E27FC236}">
                    <a16:creationId xmlns:a16="http://schemas.microsoft.com/office/drawing/2014/main" id="{B2D3E9D6-4926-4E17-A128-3893D5770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3" y="1623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66" name="Oval 1237">
                <a:extLst>
                  <a:ext uri="{FF2B5EF4-FFF2-40B4-BE49-F238E27FC236}">
                    <a16:creationId xmlns:a16="http://schemas.microsoft.com/office/drawing/2014/main" id="{834A97CA-31C6-4CA1-936B-5E3B39BE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625"/>
                <a:ext cx="31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67" name="Freeform 1238">
                <a:extLst>
                  <a:ext uri="{FF2B5EF4-FFF2-40B4-BE49-F238E27FC236}">
                    <a16:creationId xmlns:a16="http://schemas.microsoft.com/office/drawing/2014/main" id="{C1C75278-1307-4FFF-A197-FA2EBF3D5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634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8" name="Oval 1239">
                <a:extLst>
                  <a:ext uri="{FF2B5EF4-FFF2-40B4-BE49-F238E27FC236}">
                    <a16:creationId xmlns:a16="http://schemas.microsoft.com/office/drawing/2014/main" id="{685C4620-CE8E-423F-A95B-7FA789176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5" y="1658"/>
                <a:ext cx="68" cy="68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69" name="Oval 1240">
                <a:extLst>
                  <a:ext uri="{FF2B5EF4-FFF2-40B4-BE49-F238E27FC236}">
                    <a16:creationId xmlns:a16="http://schemas.microsoft.com/office/drawing/2014/main" id="{E42045A9-2E89-4B2C-8EC6-E3D28942A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658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70" name="Oval 1241">
                <a:extLst>
                  <a:ext uri="{FF2B5EF4-FFF2-40B4-BE49-F238E27FC236}">
                    <a16:creationId xmlns:a16="http://schemas.microsoft.com/office/drawing/2014/main" id="{0B90D881-771E-4922-95EF-5775C5DE5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0" y="1662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71" name="Oval 1242">
                <a:extLst>
                  <a:ext uri="{FF2B5EF4-FFF2-40B4-BE49-F238E27FC236}">
                    <a16:creationId xmlns:a16="http://schemas.microsoft.com/office/drawing/2014/main" id="{8E7D5239-6F24-4182-86C3-1AC5B713F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1665"/>
                <a:ext cx="30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72" name="Freeform 1243">
                <a:extLst>
                  <a:ext uri="{FF2B5EF4-FFF2-40B4-BE49-F238E27FC236}">
                    <a16:creationId xmlns:a16="http://schemas.microsoft.com/office/drawing/2014/main" id="{9F9848ED-B603-4223-A983-23D9D6588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674"/>
                <a:ext cx="58" cy="60"/>
              </a:xfrm>
              <a:custGeom>
                <a:avLst/>
                <a:gdLst>
                  <a:gd name="T0" fmla="*/ 0 w 57"/>
                  <a:gd name="T1" fmla="*/ 49 h 59"/>
                  <a:gd name="T2" fmla="*/ 47 w 57"/>
                  <a:gd name="T3" fmla="*/ 44 h 59"/>
                  <a:gd name="T4" fmla="*/ 48 w 57"/>
                  <a:gd name="T5" fmla="*/ 0 h 59"/>
                  <a:gd name="T6" fmla="*/ 43 w 57"/>
                  <a:gd name="T7" fmla="*/ 40 h 59"/>
                  <a:gd name="T8" fmla="*/ 0 w 57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9">
                    <a:moveTo>
                      <a:pt x="0" y="43"/>
                    </a:moveTo>
                    <a:cubicBezTo>
                      <a:pt x="0" y="43"/>
                      <a:pt x="23" y="59"/>
                      <a:pt x="41" y="38"/>
                    </a:cubicBezTo>
                    <a:cubicBezTo>
                      <a:pt x="57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4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3" name="Oval 1244">
                <a:extLst>
                  <a:ext uri="{FF2B5EF4-FFF2-40B4-BE49-F238E27FC236}">
                    <a16:creationId xmlns:a16="http://schemas.microsoft.com/office/drawing/2014/main" id="{AE3A8401-711E-4505-ABA5-C91182297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3" y="1606"/>
                <a:ext cx="68" cy="70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74" name="Oval 1245">
                <a:extLst>
                  <a:ext uri="{FF2B5EF4-FFF2-40B4-BE49-F238E27FC236}">
                    <a16:creationId xmlns:a16="http://schemas.microsoft.com/office/drawing/2014/main" id="{DA6240D2-2A20-4F30-895A-3639C3F0D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2" y="1606"/>
                <a:ext cx="69" cy="70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75" name="Oval 1246">
                <a:extLst>
                  <a:ext uri="{FF2B5EF4-FFF2-40B4-BE49-F238E27FC236}">
                    <a16:creationId xmlns:a16="http://schemas.microsoft.com/office/drawing/2014/main" id="{ECA2AD58-E6E1-4AB5-A9A5-94513772D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8" y="1612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76" name="Oval 1247">
                <a:extLst>
                  <a:ext uri="{FF2B5EF4-FFF2-40B4-BE49-F238E27FC236}">
                    <a16:creationId xmlns:a16="http://schemas.microsoft.com/office/drawing/2014/main" id="{D34C35FC-DCE5-4B28-8390-0B072EE41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1615"/>
                <a:ext cx="30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77" name="Freeform 1248">
                <a:extLst>
                  <a:ext uri="{FF2B5EF4-FFF2-40B4-BE49-F238E27FC236}">
                    <a16:creationId xmlns:a16="http://schemas.microsoft.com/office/drawing/2014/main" id="{7B9F4361-3EF5-461A-9830-1F1E059E0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623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8" name="Oval 1249">
                <a:extLst>
                  <a:ext uri="{FF2B5EF4-FFF2-40B4-BE49-F238E27FC236}">
                    <a16:creationId xmlns:a16="http://schemas.microsoft.com/office/drawing/2014/main" id="{1AE301FC-43A6-4107-AE24-81852AB6C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8" y="1578"/>
                <a:ext cx="68" cy="69"/>
              </a:xfrm>
              <a:prstGeom prst="ellipse">
                <a:avLst/>
              </a:prstGeom>
              <a:solidFill>
                <a:srgbClr val="AF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79" name="Oval 1250">
                <a:extLst>
                  <a:ext uri="{FF2B5EF4-FFF2-40B4-BE49-F238E27FC236}">
                    <a16:creationId xmlns:a16="http://schemas.microsoft.com/office/drawing/2014/main" id="{E6112DB2-4288-49AA-B68D-0CEB98F2A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578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80" name="Oval 1251">
                <a:extLst>
                  <a:ext uri="{FF2B5EF4-FFF2-40B4-BE49-F238E27FC236}">
                    <a16:creationId xmlns:a16="http://schemas.microsoft.com/office/drawing/2014/main" id="{54E8695F-C2A7-404B-BBEC-147AF4559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583"/>
                <a:ext cx="50" cy="50"/>
              </a:xfrm>
              <a:prstGeom prst="ellipse">
                <a:avLst/>
              </a:prstGeom>
              <a:solidFill>
                <a:srgbClr val="D2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81" name="Oval 1252">
                <a:extLst>
                  <a:ext uri="{FF2B5EF4-FFF2-40B4-BE49-F238E27FC236}">
                    <a16:creationId xmlns:a16="http://schemas.microsoft.com/office/drawing/2014/main" id="{23FC99C5-D3F5-4D4C-BC4F-D01028E4A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1586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82" name="Freeform 1253">
                <a:extLst>
                  <a:ext uri="{FF2B5EF4-FFF2-40B4-BE49-F238E27FC236}">
                    <a16:creationId xmlns:a16="http://schemas.microsoft.com/office/drawing/2014/main" id="{31E37344-7D82-49C3-ABCD-7940CD37D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594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3" name="Oval 1254">
                <a:extLst>
                  <a:ext uri="{FF2B5EF4-FFF2-40B4-BE49-F238E27FC236}">
                    <a16:creationId xmlns:a16="http://schemas.microsoft.com/office/drawing/2014/main" id="{96901932-6F2B-41B3-8560-E9FDBD7F8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930"/>
                <a:ext cx="68" cy="69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84" name="Oval 1255">
                <a:extLst>
                  <a:ext uri="{FF2B5EF4-FFF2-40B4-BE49-F238E27FC236}">
                    <a16:creationId xmlns:a16="http://schemas.microsoft.com/office/drawing/2014/main" id="{EC1B9E48-917A-432E-8F49-FD18A9CED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930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85" name="Oval 1256">
                <a:extLst>
                  <a:ext uri="{FF2B5EF4-FFF2-40B4-BE49-F238E27FC236}">
                    <a16:creationId xmlns:a16="http://schemas.microsoft.com/office/drawing/2014/main" id="{AE2FD41F-48DB-4313-934F-E28BE150D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" y="1945"/>
                <a:ext cx="51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86" name="Oval 1257">
                <a:extLst>
                  <a:ext uri="{FF2B5EF4-FFF2-40B4-BE49-F238E27FC236}">
                    <a16:creationId xmlns:a16="http://schemas.microsoft.com/office/drawing/2014/main" id="{E9700F5D-7477-4A31-BB2D-481F6D677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" y="1954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87" name="Freeform 1258">
                <a:extLst>
                  <a:ext uri="{FF2B5EF4-FFF2-40B4-BE49-F238E27FC236}">
                    <a16:creationId xmlns:a16="http://schemas.microsoft.com/office/drawing/2014/main" id="{18431561-F9EC-4EAF-AE42-4BA652DD0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922"/>
                <a:ext cx="59" cy="61"/>
              </a:xfrm>
              <a:custGeom>
                <a:avLst/>
                <a:gdLst>
                  <a:gd name="T0" fmla="*/ 0 w 58"/>
                  <a:gd name="T1" fmla="*/ 16 h 60"/>
                  <a:gd name="T2" fmla="*/ 48 w 58"/>
                  <a:gd name="T3" fmla="*/ 21 h 60"/>
                  <a:gd name="T4" fmla="*/ 49 w 58"/>
                  <a:gd name="T5" fmla="*/ 66 h 60"/>
                  <a:gd name="T6" fmla="*/ 43 w 58"/>
                  <a:gd name="T7" fmla="*/ 25 h 60"/>
                  <a:gd name="T8" fmla="*/ 0 w 58"/>
                  <a:gd name="T9" fmla="*/ 1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6"/>
                    </a:moveTo>
                    <a:cubicBezTo>
                      <a:pt x="0" y="16"/>
                      <a:pt x="24" y="0"/>
                      <a:pt x="42" y="21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39"/>
                      <a:pt x="37" y="25"/>
                    </a:cubicBezTo>
                    <a:cubicBezTo>
                      <a:pt x="23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8" name="Oval 1259">
                <a:extLst>
                  <a:ext uri="{FF2B5EF4-FFF2-40B4-BE49-F238E27FC236}">
                    <a16:creationId xmlns:a16="http://schemas.microsoft.com/office/drawing/2014/main" id="{F67DE946-4EC7-49E0-9D34-ED23F1300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" y="1953"/>
                <a:ext cx="68" cy="68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89" name="Oval 1260">
                <a:extLst>
                  <a:ext uri="{FF2B5EF4-FFF2-40B4-BE49-F238E27FC236}">
                    <a16:creationId xmlns:a16="http://schemas.microsoft.com/office/drawing/2014/main" id="{D3EF594D-CD51-4777-9A4D-79369C632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" y="1953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90" name="Oval 1261">
                <a:extLst>
                  <a:ext uri="{FF2B5EF4-FFF2-40B4-BE49-F238E27FC236}">
                    <a16:creationId xmlns:a16="http://schemas.microsoft.com/office/drawing/2014/main" id="{10CD7EC0-26C4-4F47-A166-F57745645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2" y="1966"/>
                <a:ext cx="50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91" name="Oval 1262">
                <a:extLst>
                  <a:ext uri="{FF2B5EF4-FFF2-40B4-BE49-F238E27FC236}">
                    <a16:creationId xmlns:a16="http://schemas.microsoft.com/office/drawing/2014/main" id="{E2117AC3-113D-4915-AA00-49861F6C1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976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92" name="Freeform 1263">
                <a:extLst>
                  <a:ext uri="{FF2B5EF4-FFF2-40B4-BE49-F238E27FC236}">
                    <a16:creationId xmlns:a16="http://schemas.microsoft.com/office/drawing/2014/main" id="{80E5EB08-D1DD-4AE5-B2E3-AA1893462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943"/>
                <a:ext cx="59" cy="62"/>
              </a:xfrm>
              <a:custGeom>
                <a:avLst/>
                <a:gdLst>
                  <a:gd name="T0" fmla="*/ 0 w 58"/>
                  <a:gd name="T1" fmla="*/ 23 h 60"/>
                  <a:gd name="T2" fmla="*/ 47 w 58"/>
                  <a:gd name="T3" fmla="*/ 28 h 60"/>
                  <a:gd name="T4" fmla="*/ 48 w 58"/>
                  <a:gd name="T5" fmla="*/ 72 h 60"/>
                  <a:gd name="T6" fmla="*/ 43 w 58"/>
                  <a:gd name="T7" fmla="*/ 31 h 60"/>
                  <a:gd name="T8" fmla="*/ 0 w 58"/>
                  <a:gd name="T9" fmla="*/ 2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3" y="0"/>
                      <a:pt x="41" y="22"/>
                    </a:cubicBezTo>
                    <a:cubicBezTo>
                      <a:pt x="58" y="41"/>
                      <a:pt x="42" y="60"/>
                      <a:pt x="42" y="60"/>
                    </a:cubicBezTo>
                    <a:cubicBezTo>
                      <a:pt x="42" y="60"/>
                      <a:pt x="51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3" name="Oval 1264">
                <a:extLst>
                  <a:ext uri="{FF2B5EF4-FFF2-40B4-BE49-F238E27FC236}">
                    <a16:creationId xmlns:a16="http://schemas.microsoft.com/office/drawing/2014/main" id="{FF5A4CB6-C814-422A-9F96-9E8E3F29A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3" y="1979"/>
                <a:ext cx="68" cy="70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94" name="Oval 1265">
                <a:extLst>
                  <a:ext uri="{FF2B5EF4-FFF2-40B4-BE49-F238E27FC236}">
                    <a16:creationId xmlns:a16="http://schemas.microsoft.com/office/drawing/2014/main" id="{F38CC49A-29ED-4BC1-BCAD-20F213F77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2" y="1979"/>
                <a:ext cx="69" cy="70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95" name="Oval 1266">
                <a:extLst>
                  <a:ext uri="{FF2B5EF4-FFF2-40B4-BE49-F238E27FC236}">
                    <a16:creationId xmlns:a16="http://schemas.microsoft.com/office/drawing/2014/main" id="{06FF3585-2090-4A1D-993F-82353757B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8" y="1994"/>
                <a:ext cx="50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96" name="Oval 1267">
                <a:extLst>
                  <a:ext uri="{FF2B5EF4-FFF2-40B4-BE49-F238E27FC236}">
                    <a16:creationId xmlns:a16="http://schemas.microsoft.com/office/drawing/2014/main" id="{7C3ACDF9-57F0-4465-8210-C6BFDAEFE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2005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997" name="Freeform 1268">
                <a:extLst>
                  <a:ext uri="{FF2B5EF4-FFF2-40B4-BE49-F238E27FC236}">
                    <a16:creationId xmlns:a16="http://schemas.microsoft.com/office/drawing/2014/main" id="{B89ECD03-A015-4FF6-926C-2580B63FF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71"/>
                <a:ext cx="59" cy="61"/>
              </a:xfrm>
              <a:custGeom>
                <a:avLst/>
                <a:gdLst>
                  <a:gd name="T0" fmla="*/ 0 w 58"/>
                  <a:gd name="T1" fmla="*/ 16 h 60"/>
                  <a:gd name="T2" fmla="*/ 47 w 58"/>
                  <a:gd name="T3" fmla="*/ 22 h 60"/>
                  <a:gd name="T4" fmla="*/ 48 w 58"/>
                  <a:gd name="T5" fmla="*/ 66 h 60"/>
                  <a:gd name="T6" fmla="*/ 43 w 58"/>
                  <a:gd name="T7" fmla="*/ 25 h 60"/>
                  <a:gd name="T8" fmla="*/ 0 w 58"/>
                  <a:gd name="T9" fmla="*/ 1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6"/>
                    </a:moveTo>
                    <a:cubicBezTo>
                      <a:pt x="0" y="16"/>
                      <a:pt x="23" y="0"/>
                      <a:pt x="41" y="22"/>
                    </a:cubicBezTo>
                    <a:cubicBezTo>
                      <a:pt x="58" y="41"/>
                      <a:pt x="42" y="60"/>
                      <a:pt x="42" y="60"/>
                    </a:cubicBezTo>
                    <a:cubicBezTo>
                      <a:pt x="42" y="60"/>
                      <a:pt x="51" y="39"/>
                      <a:pt x="37" y="25"/>
                    </a:cubicBezTo>
                    <a:cubicBezTo>
                      <a:pt x="22" y="11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8" name="Freeform 1269">
                <a:extLst>
                  <a:ext uri="{FF2B5EF4-FFF2-40B4-BE49-F238E27FC236}">
                    <a16:creationId xmlns:a16="http://schemas.microsoft.com/office/drawing/2014/main" id="{CA6D6114-5B36-4244-ABA2-B760D1A11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003"/>
                <a:ext cx="69" cy="69"/>
              </a:xfrm>
              <a:custGeom>
                <a:avLst/>
                <a:gdLst>
                  <a:gd name="T0" fmla="*/ 73 w 68"/>
                  <a:gd name="T1" fmla="*/ 41 h 68"/>
                  <a:gd name="T2" fmla="*/ 41 w 68"/>
                  <a:gd name="T3" fmla="*/ 0 h 68"/>
                  <a:gd name="T4" fmla="*/ 0 w 68"/>
                  <a:gd name="T5" fmla="*/ 33 h 68"/>
                  <a:gd name="T6" fmla="*/ 33 w 68"/>
                  <a:gd name="T7" fmla="*/ 74 h 68"/>
                  <a:gd name="T8" fmla="*/ 73 w 68"/>
                  <a:gd name="T9" fmla="*/ 41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8">
                    <a:moveTo>
                      <a:pt x="67" y="35"/>
                    </a:moveTo>
                    <a:cubicBezTo>
                      <a:pt x="68" y="16"/>
                      <a:pt x="53" y="1"/>
                      <a:pt x="35" y="0"/>
                    </a:cubicBezTo>
                    <a:cubicBezTo>
                      <a:pt x="16" y="0"/>
                      <a:pt x="1" y="15"/>
                      <a:pt x="0" y="33"/>
                    </a:cubicBezTo>
                    <a:cubicBezTo>
                      <a:pt x="0" y="52"/>
                      <a:pt x="14" y="67"/>
                      <a:pt x="33" y="68"/>
                    </a:cubicBezTo>
                    <a:cubicBezTo>
                      <a:pt x="51" y="68"/>
                      <a:pt x="67" y="53"/>
                      <a:pt x="67" y="35"/>
                    </a:cubicBezTo>
                    <a:close/>
                  </a:path>
                </a:pathLst>
              </a:cu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9" name="Freeform 1270">
                <a:extLst>
                  <a:ext uri="{FF2B5EF4-FFF2-40B4-BE49-F238E27FC236}">
                    <a16:creationId xmlns:a16="http://schemas.microsoft.com/office/drawing/2014/main" id="{1CDB2DE9-DBB2-49D6-8C83-3F74902E5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03"/>
                <a:ext cx="69" cy="69"/>
              </a:xfrm>
              <a:custGeom>
                <a:avLst/>
                <a:gdLst>
                  <a:gd name="T0" fmla="*/ 74 w 68"/>
                  <a:gd name="T1" fmla="*/ 41 h 68"/>
                  <a:gd name="T2" fmla="*/ 41 w 68"/>
                  <a:gd name="T3" fmla="*/ 0 h 68"/>
                  <a:gd name="T4" fmla="*/ 1 w 68"/>
                  <a:gd name="T5" fmla="*/ 33 h 68"/>
                  <a:gd name="T6" fmla="*/ 40 w 68"/>
                  <a:gd name="T7" fmla="*/ 73 h 68"/>
                  <a:gd name="T8" fmla="*/ 74 w 68"/>
                  <a:gd name="T9" fmla="*/ 41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8">
                    <a:moveTo>
                      <a:pt x="68" y="35"/>
                    </a:moveTo>
                    <a:cubicBezTo>
                      <a:pt x="68" y="16"/>
                      <a:pt x="54" y="1"/>
                      <a:pt x="35" y="0"/>
                    </a:cubicBezTo>
                    <a:cubicBezTo>
                      <a:pt x="17" y="0"/>
                      <a:pt x="1" y="15"/>
                      <a:pt x="1" y="33"/>
                    </a:cubicBezTo>
                    <a:cubicBezTo>
                      <a:pt x="0" y="52"/>
                      <a:pt x="15" y="67"/>
                      <a:pt x="34" y="67"/>
                    </a:cubicBezTo>
                    <a:cubicBezTo>
                      <a:pt x="52" y="68"/>
                      <a:pt x="67" y="53"/>
                      <a:pt x="68" y="3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0" name="Freeform 1271">
                <a:extLst>
                  <a:ext uri="{FF2B5EF4-FFF2-40B4-BE49-F238E27FC236}">
                    <a16:creationId xmlns:a16="http://schemas.microsoft.com/office/drawing/2014/main" id="{6E2B82B4-6C1B-4D4A-9614-40C6EAAC2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016"/>
                <a:ext cx="51" cy="51"/>
              </a:xfrm>
              <a:custGeom>
                <a:avLst/>
                <a:gdLst>
                  <a:gd name="T0" fmla="*/ 55 w 50"/>
                  <a:gd name="T1" fmla="*/ 32 h 50"/>
                  <a:gd name="T2" fmla="*/ 31 w 50"/>
                  <a:gd name="T3" fmla="*/ 1 h 50"/>
                  <a:gd name="T4" fmla="*/ 0 w 50"/>
                  <a:gd name="T5" fmla="*/ 31 h 50"/>
                  <a:gd name="T6" fmla="*/ 24 w 50"/>
                  <a:gd name="T7" fmla="*/ 56 h 50"/>
                  <a:gd name="T8" fmla="*/ 55 w 50"/>
                  <a:gd name="T9" fmla="*/ 3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49" y="26"/>
                    </a:moveTo>
                    <a:cubicBezTo>
                      <a:pt x="50" y="12"/>
                      <a:pt x="39" y="1"/>
                      <a:pt x="25" y="1"/>
                    </a:cubicBezTo>
                    <a:cubicBezTo>
                      <a:pt x="12" y="0"/>
                      <a:pt x="1" y="11"/>
                      <a:pt x="0" y="25"/>
                    </a:cubicBezTo>
                    <a:cubicBezTo>
                      <a:pt x="0" y="38"/>
                      <a:pt x="11" y="50"/>
                      <a:pt x="24" y="50"/>
                    </a:cubicBezTo>
                    <a:cubicBezTo>
                      <a:pt x="38" y="50"/>
                      <a:pt x="49" y="40"/>
                      <a:pt x="49" y="26"/>
                    </a:cubicBezTo>
                    <a:close/>
                  </a:path>
                </a:pathLst>
              </a:cu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1" name="Freeform 1272">
                <a:extLst>
                  <a:ext uri="{FF2B5EF4-FFF2-40B4-BE49-F238E27FC236}">
                    <a16:creationId xmlns:a16="http://schemas.microsoft.com/office/drawing/2014/main" id="{6CD1CA28-F4EF-4131-8917-678D3C95D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024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8 w 15"/>
                  <a:gd name="T3" fmla="*/ 0 h 15"/>
                  <a:gd name="T4" fmla="*/ 0 w 15"/>
                  <a:gd name="T5" fmla="*/ 7 h 15"/>
                  <a:gd name="T6" fmla="*/ 7 w 15"/>
                  <a:gd name="T7" fmla="*/ 15 h 15"/>
                  <a:gd name="T8" fmla="*/ 15 w 15"/>
                  <a:gd name="T9" fmla="*/ 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3"/>
                      <a:pt x="12" y="0"/>
                      <a:pt x="8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1"/>
                      <a:pt x="3" y="15"/>
                      <a:pt x="7" y="15"/>
                    </a:cubicBezTo>
                    <a:cubicBezTo>
                      <a:pt x="11" y="15"/>
                      <a:pt x="15" y="12"/>
                      <a:pt x="1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2" name="Freeform 1273">
                <a:extLst>
                  <a:ext uri="{FF2B5EF4-FFF2-40B4-BE49-F238E27FC236}">
                    <a16:creationId xmlns:a16="http://schemas.microsoft.com/office/drawing/2014/main" id="{19C0D341-86F2-4AEF-9394-48E09CA71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995"/>
                <a:ext cx="58" cy="61"/>
              </a:xfrm>
              <a:custGeom>
                <a:avLst/>
                <a:gdLst>
                  <a:gd name="T0" fmla="*/ 0 w 57"/>
                  <a:gd name="T1" fmla="*/ 16 h 60"/>
                  <a:gd name="T2" fmla="*/ 47 w 57"/>
                  <a:gd name="T3" fmla="*/ 22 h 60"/>
                  <a:gd name="T4" fmla="*/ 47 w 57"/>
                  <a:gd name="T5" fmla="*/ 66 h 60"/>
                  <a:gd name="T6" fmla="*/ 43 w 57"/>
                  <a:gd name="T7" fmla="*/ 26 h 60"/>
                  <a:gd name="T8" fmla="*/ 0 w 57"/>
                  <a:gd name="T9" fmla="*/ 1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16"/>
                    </a:moveTo>
                    <a:cubicBezTo>
                      <a:pt x="0" y="16"/>
                      <a:pt x="24" y="0"/>
                      <a:pt x="41" y="22"/>
                    </a:cubicBezTo>
                    <a:cubicBezTo>
                      <a:pt x="57" y="42"/>
                      <a:pt x="41" y="60"/>
                      <a:pt x="41" y="60"/>
                    </a:cubicBezTo>
                    <a:cubicBezTo>
                      <a:pt x="41" y="60"/>
                      <a:pt x="51" y="40"/>
                      <a:pt x="37" y="26"/>
                    </a:cubicBezTo>
                    <a:cubicBezTo>
                      <a:pt x="23" y="11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3" name="Oval 1274">
                <a:extLst>
                  <a:ext uri="{FF2B5EF4-FFF2-40B4-BE49-F238E27FC236}">
                    <a16:creationId xmlns:a16="http://schemas.microsoft.com/office/drawing/2014/main" id="{632F4827-825C-4C4F-8F2A-A5A9C993B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2032"/>
                <a:ext cx="68" cy="69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04" name="Oval 1275">
                <a:extLst>
                  <a:ext uri="{FF2B5EF4-FFF2-40B4-BE49-F238E27FC236}">
                    <a16:creationId xmlns:a16="http://schemas.microsoft.com/office/drawing/2014/main" id="{626E4C89-813E-4E88-9330-1F77533FB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2032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05" name="Oval 1276">
                <a:extLst>
                  <a:ext uri="{FF2B5EF4-FFF2-40B4-BE49-F238E27FC236}">
                    <a16:creationId xmlns:a16="http://schemas.microsoft.com/office/drawing/2014/main" id="{46BC9D54-315E-4624-850E-33DA0B6ED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2047"/>
                <a:ext cx="50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06" name="Oval 1277">
                <a:extLst>
                  <a:ext uri="{FF2B5EF4-FFF2-40B4-BE49-F238E27FC236}">
                    <a16:creationId xmlns:a16="http://schemas.microsoft.com/office/drawing/2014/main" id="{6CAFF008-CD57-40E8-8B61-5CEB582B7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2055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07" name="Freeform 1278">
                <a:extLst>
                  <a:ext uri="{FF2B5EF4-FFF2-40B4-BE49-F238E27FC236}">
                    <a16:creationId xmlns:a16="http://schemas.microsoft.com/office/drawing/2014/main" id="{93EAFBD0-8979-4182-8B7B-E38C42E62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024"/>
                <a:ext cx="60" cy="60"/>
              </a:xfrm>
              <a:custGeom>
                <a:avLst/>
                <a:gdLst>
                  <a:gd name="T0" fmla="*/ 0 w 58"/>
                  <a:gd name="T1" fmla="*/ 16 h 59"/>
                  <a:gd name="T2" fmla="*/ 50 w 58"/>
                  <a:gd name="T3" fmla="*/ 21 h 59"/>
                  <a:gd name="T4" fmla="*/ 52 w 58"/>
                  <a:gd name="T5" fmla="*/ 65 h 59"/>
                  <a:gd name="T6" fmla="*/ 43 w 58"/>
                  <a:gd name="T7" fmla="*/ 25 h 59"/>
                  <a:gd name="T8" fmla="*/ 0 w 58"/>
                  <a:gd name="T9" fmla="*/ 1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8" y="41"/>
                      <a:pt x="42" y="59"/>
                      <a:pt x="42" y="59"/>
                    </a:cubicBezTo>
                    <a:cubicBezTo>
                      <a:pt x="42" y="59"/>
                      <a:pt x="51" y="39"/>
                      <a:pt x="37" y="25"/>
                    </a:cubicBezTo>
                    <a:cubicBezTo>
                      <a:pt x="23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8" name="Oval 1279">
                <a:extLst>
                  <a:ext uri="{FF2B5EF4-FFF2-40B4-BE49-F238E27FC236}">
                    <a16:creationId xmlns:a16="http://schemas.microsoft.com/office/drawing/2014/main" id="{986F6974-9B1F-414B-9544-C2830E06F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2057"/>
                <a:ext cx="68" cy="68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09" name="Oval 1280">
                <a:extLst>
                  <a:ext uri="{FF2B5EF4-FFF2-40B4-BE49-F238E27FC236}">
                    <a16:creationId xmlns:a16="http://schemas.microsoft.com/office/drawing/2014/main" id="{BF2043A5-52A9-43CF-9F5A-7E707D4F2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2057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10" name="Oval 1281">
                <a:extLst>
                  <a:ext uri="{FF2B5EF4-FFF2-40B4-BE49-F238E27FC236}">
                    <a16:creationId xmlns:a16="http://schemas.microsoft.com/office/drawing/2014/main" id="{104D9DE6-2ACF-4830-A746-37E483271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0" y="2070"/>
                <a:ext cx="50" cy="51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11" name="Oval 1282">
                <a:extLst>
                  <a:ext uri="{FF2B5EF4-FFF2-40B4-BE49-F238E27FC236}">
                    <a16:creationId xmlns:a16="http://schemas.microsoft.com/office/drawing/2014/main" id="{D72C9E7A-3FD6-42E7-B23F-17455E55B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6" y="2077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12" name="Freeform 1283">
                <a:extLst>
                  <a:ext uri="{FF2B5EF4-FFF2-40B4-BE49-F238E27FC236}">
                    <a16:creationId xmlns:a16="http://schemas.microsoft.com/office/drawing/2014/main" id="{FB7F38FA-8A7C-498A-9C7F-DB9CAECEF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048"/>
                <a:ext cx="60" cy="61"/>
              </a:xfrm>
              <a:custGeom>
                <a:avLst/>
                <a:gdLst>
                  <a:gd name="T0" fmla="*/ 0 w 58"/>
                  <a:gd name="T1" fmla="*/ 17 h 60"/>
                  <a:gd name="T2" fmla="*/ 52 w 58"/>
                  <a:gd name="T3" fmla="*/ 22 h 60"/>
                  <a:gd name="T4" fmla="*/ 54 w 58"/>
                  <a:gd name="T5" fmla="*/ 66 h 60"/>
                  <a:gd name="T6" fmla="*/ 43 w 58"/>
                  <a:gd name="T7" fmla="*/ 25 h 60"/>
                  <a:gd name="T8" fmla="*/ 0 w 58"/>
                  <a:gd name="T9" fmla="*/ 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3" y="0"/>
                      <a:pt x="42" y="22"/>
                    </a:cubicBezTo>
                    <a:cubicBezTo>
                      <a:pt x="58" y="42"/>
                      <a:pt x="43" y="60"/>
                      <a:pt x="43" y="60"/>
                    </a:cubicBezTo>
                    <a:cubicBezTo>
                      <a:pt x="43" y="60"/>
                      <a:pt x="51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3" name="Oval 1284">
                <a:extLst>
                  <a:ext uri="{FF2B5EF4-FFF2-40B4-BE49-F238E27FC236}">
                    <a16:creationId xmlns:a16="http://schemas.microsoft.com/office/drawing/2014/main" id="{C4677755-A8E0-44C4-BF0A-005A8C138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2079"/>
                <a:ext cx="68" cy="70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14" name="Oval 1285">
                <a:extLst>
                  <a:ext uri="{FF2B5EF4-FFF2-40B4-BE49-F238E27FC236}">
                    <a16:creationId xmlns:a16="http://schemas.microsoft.com/office/drawing/2014/main" id="{95A6A28F-B31E-4915-AFCA-DFC5668D2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2079"/>
                <a:ext cx="68" cy="70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15" name="Oval 1286">
                <a:extLst>
                  <a:ext uri="{FF2B5EF4-FFF2-40B4-BE49-F238E27FC236}">
                    <a16:creationId xmlns:a16="http://schemas.microsoft.com/office/drawing/2014/main" id="{6CB40E7F-39E9-4A7F-ACA4-A9EF964FE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2094"/>
                <a:ext cx="51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16" name="Oval 1287">
                <a:extLst>
                  <a:ext uri="{FF2B5EF4-FFF2-40B4-BE49-F238E27FC236}">
                    <a16:creationId xmlns:a16="http://schemas.microsoft.com/office/drawing/2014/main" id="{4D0BA910-EE34-4453-AA0F-E3BD76319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3" y="2107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17" name="Freeform 1288">
                <a:extLst>
                  <a:ext uri="{FF2B5EF4-FFF2-40B4-BE49-F238E27FC236}">
                    <a16:creationId xmlns:a16="http://schemas.microsoft.com/office/drawing/2014/main" id="{8E489DE6-477B-4941-808D-8D8471EE2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071"/>
                <a:ext cx="60" cy="61"/>
              </a:xfrm>
              <a:custGeom>
                <a:avLst/>
                <a:gdLst>
                  <a:gd name="T0" fmla="*/ 0 w 58"/>
                  <a:gd name="T1" fmla="*/ 16 h 60"/>
                  <a:gd name="T2" fmla="*/ 52 w 58"/>
                  <a:gd name="T3" fmla="*/ 22 h 60"/>
                  <a:gd name="T4" fmla="*/ 54 w 58"/>
                  <a:gd name="T5" fmla="*/ 66 h 60"/>
                  <a:gd name="T6" fmla="*/ 43 w 58"/>
                  <a:gd name="T7" fmla="*/ 25 h 60"/>
                  <a:gd name="T8" fmla="*/ 0 w 58"/>
                  <a:gd name="T9" fmla="*/ 1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6"/>
                    </a:moveTo>
                    <a:cubicBezTo>
                      <a:pt x="0" y="16"/>
                      <a:pt x="24" y="0"/>
                      <a:pt x="42" y="22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39"/>
                      <a:pt x="37" y="25"/>
                    </a:cubicBezTo>
                    <a:cubicBezTo>
                      <a:pt x="23" y="11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8" name="Oval 1289">
                <a:extLst>
                  <a:ext uri="{FF2B5EF4-FFF2-40B4-BE49-F238E27FC236}">
                    <a16:creationId xmlns:a16="http://schemas.microsoft.com/office/drawing/2014/main" id="{6E73633D-6B7B-4E11-8368-121FE843D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4" y="1883"/>
                <a:ext cx="69" cy="69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19" name="Oval 1290">
                <a:extLst>
                  <a:ext uri="{FF2B5EF4-FFF2-40B4-BE49-F238E27FC236}">
                    <a16:creationId xmlns:a16="http://schemas.microsoft.com/office/drawing/2014/main" id="{98509302-180E-4235-9A74-D4D8540C8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4" y="1883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20" name="Oval 1291">
                <a:extLst>
                  <a:ext uri="{FF2B5EF4-FFF2-40B4-BE49-F238E27FC236}">
                    <a16:creationId xmlns:a16="http://schemas.microsoft.com/office/drawing/2014/main" id="{7FD04952-4F99-465B-AD6D-C1469DB8E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1898"/>
                <a:ext cx="51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21" name="Oval 1292">
                <a:extLst>
                  <a:ext uri="{FF2B5EF4-FFF2-40B4-BE49-F238E27FC236}">
                    <a16:creationId xmlns:a16="http://schemas.microsoft.com/office/drawing/2014/main" id="{0663CEDA-E946-4D43-A0DE-91B59A8CB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1908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22" name="Freeform 1293">
                <a:extLst>
                  <a:ext uri="{FF2B5EF4-FFF2-40B4-BE49-F238E27FC236}">
                    <a16:creationId xmlns:a16="http://schemas.microsoft.com/office/drawing/2014/main" id="{AD09A614-559E-44FB-973D-726A219A8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875"/>
                <a:ext cx="59" cy="61"/>
              </a:xfrm>
              <a:custGeom>
                <a:avLst/>
                <a:gdLst>
                  <a:gd name="T0" fmla="*/ 0 w 58"/>
                  <a:gd name="T1" fmla="*/ 16 h 60"/>
                  <a:gd name="T2" fmla="*/ 48 w 58"/>
                  <a:gd name="T3" fmla="*/ 21 h 60"/>
                  <a:gd name="T4" fmla="*/ 49 w 58"/>
                  <a:gd name="T5" fmla="*/ 66 h 60"/>
                  <a:gd name="T6" fmla="*/ 43 w 58"/>
                  <a:gd name="T7" fmla="*/ 25 h 60"/>
                  <a:gd name="T8" fmla="*/ 0 w 58"/>
                  <a:gd name="T9" fmla="*/ 1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6"/>
                    </a:moveTo>
                    <a:cubicBezTo>
                      <a:pt x="0" y="16"/>
                      <a:pt x="24" y="0"/>
                      <a:pt x="42" y="21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39"/>
                      <a:pt x="37" y="25"/>
                    </a:cubicBezTo>
                    <a:cubicBezTo>
                      <a:pt x="23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3" name="Oval 1294">
                <a:extLst>
                  <a:ext uri="{FF2B5EF4-FFF2-40B4-BE49-F238E27FC236}">
                    <a16:creationId xmlns:a16="http://schemas.microsoft.com/office/drawing/2014/main" id="{18EACBCB-F7FC-4304-A86E-5EEA51A2C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1906"/>
                <a:ext cx="69" cy="68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24" name="Oval 1295">
                <a:extLst>
                  <a:ext uri="{FF2B5EF4-FFF2-40B4-BE49-F238E27FC236}">
                    <a16:creationId xmlns:a16="http://schemas.microsoft.com/office/drawing/2014/main" id="{DB0B3915-4E87-49C9-9BF3-920C26F96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1906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25" name="Oval 1296">
                <a:extLst>
                  <a:ext uri="{FF2B5EF4-FFF2-40B4-BE49-F238E27FC236}">
                    <a16:creationId xmlns:a16="http://schemas.microsoft.com/office/drawing/2014/main" id="{8E58E0D9-BFBB-48AD-A29A-A1346D1F5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1919"/>
                <a:ext cx="50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26" name="Oval 1297">
                <a:extLst>
                  <a:ext uri="{FF2B5EF4-FFF2-40B4-BE49-F238E27FC236}">
                    <a16:creationId xmlns:a16="http://schemas.microsoft.com/office/drawing/2014/main" id="{19B1DD0B-6896-428B-AA13-7D4E500C2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1930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27" name="Freeform 1298">
                <a:extLst>
                  <a:ext uri="{FF2B5EF4-FFF2-40B4-BE49-F238E27FC236}">
                    <a16:creationId xmlns:a16="http://schemas.microsoft.com/office/drawing/2014/main" id="{47DB1C7D-1AEA-48F8-85A0-9A9AEC06D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897"/>
                <a:ext cx="59" cy="61"/>
              </a:xfrm>
              <a:custGeom>
                <a:avLst/>
                <a:gdLst>
                  <a:gd name="T0" fmla="*/ 0 w 58"/>
                  <a:gd name="T1" fmla="*/ 17 h 60"/>
                  <a:gd name="T2" fmla="*/ 48 w 58"/>
                  <a:gd name="T3" fmla="*/ 22 h 60"/>
                  <a:gd name="T4" fmla="*/ 49 w 58"/>
                  <a:gd name="T5" fmla="*/ 66 h 60"/>
                  <a:gd name="T6" fmla="*/ 43 w 58"/>
                  <a:gd name="T7" fmla="*/ 25 h 60"/>
                  <a:gd name="T8" fmla="*/ 0 w 58"/>
                  <a:gd name="T9" fmla="*/ 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3" y="0"/>
                      <a:pt x="42" y="22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1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8" name="Oval 1299">
                <a:extLst>
                  <a:ext uri="{FF2B5EF4-FFF2-40B4-BE49-F238E27FC236}">
                    <a16:creationId xmlns:a16="http://schemas.microsoft.com/office/drawing/2014/main" id="{1BC78C0C-6368-4983-A91C-78F9F3560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1930"/>
                <a:ext cx="68" cy="69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29" name="Oval 1300">
                <a:extLst>
                  <a:ext uri="{FF2B5EF4-FFF2-40B4-BE49-F238E27FC236}">
                    <a16:creationId xmlns:a16="http://schemas.microsoft.com/office/drawing/2014/main" id="{065EBC7D-5BF2-4AE9-8F42-204A87711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1930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30" name="Oval 1301">
                <a:extLst>
                  <a:ext uri="{FF2B5EF4-FFF2-40B4-BE49-F238E27FC236}">
                    <a16:creationId xmlns:a16="http://schemas.microsoft.com/office/drawing/2014/main" id="{65391B00-CDD6-4F5C-9DEA-7EE23B48D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1943"/>
                <a:ext cx="50" cy="51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31" name="Oval 1302">
                <a:extLst>
                  <a:ext uri="{FF2B5EF4-FFF2-40B4-BE49-F238E27FC236}">
                    <a16:creationId xmlns:a16="http://schemas.microsoft.com/office/drawing/2014/main" id="{15CE892B-AC88-422E-ACB1-B84FAD956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1957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32" name="Freeform 1303">
                <a:extLst>
                  <a:ext uri="{FF2B5EF4-FFF2-40B4-BE49-F238E27FC236}">
                    <a16:creationId xmlns:a16="http://schemas.microsoft.com/office/drawing/2014/main" id="{5B3E30EF-63DA-4E79-BD91-E8116A81A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921"/>
                <a:ext cx="60" cy="61"/>
              </a:xfrm>
              <a:custGeom>
                <a:avLst/>
                <a:gdLst>
                  <a:gd name="T0" fmla="*/ 0 w 58"/>
                  <a:gd name="T1" fmla="*/ 17 h 60"/>
                  <a:gd name="T2" fmla="*/ 52 w 58"/>
                  <a:gd name="T3" fmla="*/ 22 h 60"/>
                  <a:gd name="T4" fmla="*/ 54 w 58"/>
                  <a:gd name="T5" fmla="*/ 66 h 60"/>
                  <a:gd name="T6" fmla="*/ 43 w 58"/>
                  <a:gd name="T7" fmla="*/ 25 h 60"/>
                  <a:gd name="T8" fmla="*/ 0 w 58"/>
                  <a:gd name="T9" fmla="*/ 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3" y="0"/>
                      <a:pt x="42" y="22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1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3" name="Oval 1304">
                <a:extLst>
                  <a:ext uri="{FF2B5EF4-FFF2-40B4-BE49-F238E27FC236}">
                    <a16:creationId xmlns:a16="http://schemas.microsoft.com/office/drawing/2014/main" id="{986BC8A7-E5A8-410A-991C-85D4BAB03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9" y="1949"/>
                <a:ext cx="68" cy="68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34" name="Oval 1305">
                <a:extLst>
                  <a:ext uri="{FF2B5EF4-FFF2-40B4-BE49-F238E27FC236}">
                    <a16:creationId xmlns:a16="http://schemas.microsoft.com/office/drawing/2014/main" id="{D312D7FA-138F-417D-B9B3-AD06D2F44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9" y="1949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35" name="Oval 1306">
                <a:extLst>
                  <a:ext uri="{FF2B5EF4-FFF2-40B4-BE49-F238E27FC236}">
                    <a16:creationId xmlns:a16="http://schemas.microsoft.com/office/drawing/2014/main" id="{E1BBE6CB-C6BA-4AA3-99DD-0C7E4B6BC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4" y="1962"/>
                <a:ext cx="50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36" name="Oval 1307">
                <a:extLst>
                  <a:ext uri="{FF2B5EF4-FFF2-40B4-BE49-F238E27FC236}">
                    <a16:creationId xmlns:a16="http://schemas.microsoft.com/office/drawing/2014/main" id="{7A782E23-40DB-4244-90DA-2761A15E4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973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37" name="Freeform 1308">
                <a:extLst>
                  <a:ext uri="{FF2B5EF4-FFF2-40B4-BE49-F238E27FC236}">
                    <a16:creationId xmlns:a16="http://schemas.microsoft.com/office/drawing/2014/main" id="{5E25DAE2-B713-444C-8706-9027D39A7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939"/>
                <a:ext cx="59" cy="62"/>
              </a:xfrm>
              <a:custGeom>
                <a:avLst/>
                <a:gdLst>
                  <a:gd name="T0" fmla="*/ 0 w 58"/>
                  <a:gd name="T1" fmla="*/ 23 h 60"/>
                  <a:gd name="T2" fmla="*/ 48 w 58"/>
                  <a:gd name="T3" fmla="*/ 28 h 60"/>
                  <a:gd name="T4" fmla="*/ 49 w 58"/>
                  <a:gd name="T5" fmla="*/ 72 h 60"/>
                  <a:gd name="T6" fmla="*/ 43 w 58"/>
                  <a:gd name="T7" fmla="*/ 31 h 60"/>
                  <a:gd name="T8" fmla="*/ 0 w 58"/>
                  <a:gd name="T9" fmla="*/ 2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3" y="0"/>
                      <a:pt x="42" y="22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1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8" name="Oval 1309">
                <a:extLst>
                  <a:ext uri="{FF2B5EF4-FFF2-40B4-BE49-F238E27FC236}">
                    <a16:creationId xmlns:a16="http://schemas.microsoft.com/office/drawing/2014/main" id="{AD380E54-16AD-4B03-BF7D-B5FBDC942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973"/>
                <a:ext cx="68" cy="69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39" name="Oval 1310">
                <a:extLst>
                  <a:ext uri="{FF2B5EF4-FFF2-40B4-BE49-F238E27FC236}">
                    <a16:creationId xmlns:a16="http://schemas.microsoft.com/office/drawing/2014/main" id="{E9347F73-B518-4F8E-85FF-C4F0D9A14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973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40" name="Oval 1311">
                <a:extLst>
                  <a:ext uri="{FF2B5EF4-FFF2-40B4-BE49-F238E27FC236}">
                    <a16:creationId xmlns:a16="http://schemas.microsoft.com/office/drawing/2014/main" id="{184C3A73-6143-4CFD-8A37-6EE7B9469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1986"/>
                <a:ext cx="50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41" name="Oval 1312">
                <a:extLst>
                  <a:ext uri="{FF2B5EF4-FFF2-40B4-BE49-F238E27FC236}">
                    <a16:creationId xmlns:a16="http://schemas.microsoft.com/office/drawing/2014/main" id="{E77D2CD3-B5C3-44B4-812E-13E2282D1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2000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42" name="Freeform 1313">
                <a:extLst>
                  <a:ext uri="{FF2B5EF4-FFF2-40B4-BE49-F238E27FC236}">
                    <a16:creationId xmlns:a16="http://schemas.microsoft.com/office/drawing/2014/main" id="{079DDBD9-18CD-4CED-8202-33B27460C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964"/>
                <a:ext cx="59" cy="61"/>
              </a:xfrm>
              <a:custGeom>
                <a:avLst/>
                <a:gdLst>
                  <a:gd name="T0" fmla="*/ 0 w 58"/>
                  <a:gd name="T1" fmla="*/ 17 h 60"/>
                  <a:gd name="T2" fmla="*/ 48 w 58"/>
                  <a:gd name="T3" fmla="*/ 22 h 60"/>
                  <a:gd name="T4" fmla="*/ 49 w 58"/>
                  <a:gd name="T5" fmla="*/ 66 h 60"/>
                  <a:gd name="T6" fmla="*/ 43 w 58"/>
                  <a:gd name="T7" fmla="*/ 25 h 60"/>
                  <a:gd name="T8" fmla="*/ 0 w 58"/>
                  <a:gd name="T9" fmla="*/ 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3" y="0"/>
                      <a:pt x="42" y="22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1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3" name="Oval 1314">
                <a:extLst>
                  <a:ext uri="{FF2B5EF4-FFF2-40B4-BE49-F238E27FC236}">
                    <a16:creationId xmlns:a16="http://schemas.microsoft.com/office/drawing/2014/main" id="{A296473B-CE8D-4170-947D-6AA56D245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1996"/>
                <a:ext cx="69" cy="68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44" name="Oval 1315">
                <a:extLst>
                  <a:ext uri="{FF2B5EF4-FFF2-40B4-BE49-F238E27FC236}">
                    <a16:creationId xmlns:a16="http://schemas.microsoft.com/office/drawing/2014/main" id="{CF18A459-AC4A-4651-AF7E-F8FE2A1A7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1996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45" name="Oval 1316">
                <a:extLst>
                  <a:ext uri="{FF2B5EF4-FFF2-40B4-BE49-F238E27FC236}">
                    <a16:creationId xmlns:a16="http://schemas.microsoft.com/office/drawing/2014/main" id="{CDDEC74E-4FC2-456E-A0EC-CCA82C8E5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2010"/>
                <a:ext cx="50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46" name="Oval 1317">
                <a:extLst>
                  <a:ext uri="{FF2B5EF4-FFF2-40B4-BE49-F238E27FC236}">
                    <a16:creationId xmlns:a16="http://schemas.microsoft.com/office/drawing/2014/main" id="{C88BDCAC-F33C-4563-8D05-28CB265A3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2019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47" name="Freeform 1318">
                <a:extLst>
                  <a:ext uri="{FF2B5EF4-FFF2-40B4-BE49-F238E27FC236}">
                    <a16:creationId xmlns:a16="http://schemas.microsoft.com/office/drawing/2014/main" id="{A271C742-8700-4889-B80C-5656B6B2D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1987"/>
                <a:ext cx="58" cy="61"/>
              </a:xfrm>
              <a:custGeom>
                <a:avLst/>
                <a:gdLst>
                  <a:gd name="T0" fmla="*/ 0 w 57"/>
                  <a:gd name="T1" fmla="*/ 22 h 59"/>
                  <a:gd name="T2" fmla="*/ 47 w 57"/>
                  <a:gd name="T3" fmla="*/ 27 h 59"/>
                  <a:gd name="T4" fmla="*/ 48 w 57"/>
                  <a:gd name="T5" fmla="*/ 71 h 59"/>
                  <a:gd name="T6" fmla="*/ 43 w 57"/>
                  <a:gd name="T7" fmla="*/ 31 h 59"/>
                  <a:gd name="T8" fmla="*/ 0 w 57"/>
                  <a:gd name="T9" fmla="*/ 2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9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7" y="41"/>
                      <a:pt x="42" y="59"/>
                      <a:pt x="42" y="59"/>
                    </a:cubicBezTo>
                    <a:cubicBezTo>
                      <a:pt x="42" y="59"/>
                      <a:pt x="51" y="39"/>
                      <a:pt x="37" y="25"/>
                    </a:cubicBezTo>
                    <a:cubicBezTo>
                      <a:pt x="22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8" name="Oval 1319">
                <a:extLst>
                  <a:ext uri="{FF2B5EF4-FFF2-40B4-BE49-F238E27FC236}">
                    <a16:creationId xmlns:a16="http://schemas.microsoft.com/office/drawing/2014/main" id="{59583680-498C-4BF0-BF75-E146B1206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024"/>
                <a:ext cx="68" cy="69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49" name="Oval 1320">
                <a:extLst>
                  <a:ext uri="{FF2B5EF4-FFF2-40B4-BE49-F238E27FC236}">
                    <a16:creationId xmlns:a16="http://schemas.microsoft.com/office/drawing/2014/main" id="{B8F7E531-BAE6-45D5-A704-45D023311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024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50" name="Oval 1321">
                <a:extLst>
                  <a:ext uri="{FF2B5EF4-FFF2-40B4-BE49-F238E27FC236}">
                    <a16:creationId xmlns:a16="http://schemas.microsoft.com/office/drawing/2014/main" id="{CCA4E2CD-099D-484B-A65E-D2CE3A657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2037"/>
                <a:ext cx="51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51" name="Oval 1322">
                <a:extLst>
                  <a:ext uri="{FF2B5EF4-FFF2-40B4-BE49-F238E27FC236}">
                    <a16:creationId xmlns:a16="http://schemas.microsoft.com/office/drawing/2014/main" id="{AB019681-2093-42D2-A1F8-D305AA085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054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52" name="Freeform 1323">
                <a:extLst>
                  <a:ext uri="{FF2B5EF4-FFF2-40B4-BE49-F238E27FC236}">
                    <a16:creationId xmlns:a16="http://schemas.microsoft.com/office/drawing/2014/main" id="{0DE46270-411A-4B52-9B3B-C92B25C78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015"/>
                <a:ext cx="59" cy="61"/>
              </a:xfrm>
              <a:custGeom>
                <a:avLst/>
                <a:gdLst>
                  <a:gd name="T0" fmla="*/ 0 w 58"/>
                  <a:gd name="T1" fmla="*/ 17 h 60"/>
                  <a:gd name="T2" fmla="*/ 48 w 58"/>
                  <a:gd name="T3" fmla="*/ 22 h 60"/>
                  <a:gd name="T4" fmla="*/ 49 w 58"/>
                  <a:gd name="T5" fmla="*/ 66 h 60"/>
                  <a:gd name="T6" fmla="*/ 43 w 58"/>
                  <a:gd name="T7" fmla="*/ 25 h 60"/>
                  <a:gd name="T8" fmla="*/ 0 w 58"/>
                  <a:gd name="T9" fmla="*/ 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4" y="0"/>
                      <a:pt x="42" y="22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3" name="Oval 1324">
                <a:extLst>
                  <a:ext uri="{FF2B5EF4-FFF2-40B4-BE49-F238E27FC236}">
                    <a16:creationId xmlns:a16="http://schemas.microsoft.com/office/drawing/2014/main" id="{3A40775B-7C47-4629-9C45-C2BE2EDE1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1838"/>
                <a:ext cx="68" cy="69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2132" name="Group 1325">
              <a:extLst>
                <a:ext uri="{FF2B5EF4-FFF2-40B4-BE49-F238E27FC236}">
                  <a16:creationId xmlns:a16="http://schemas.microsoft.com/office/drawing/2014/main" id="{D708D0A2-783A-44B4-BFA5-85A88B94DB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9" y="1683"/>
              <a:ext cx="590" cy="499"/>
              <a:chOff x="2609" y="1683"/>
              <a:chExt cx="590" cy="499"/>
            </a:xfrm>
          </p:grpSpPr>
          <p:sp>
            <p:nvSpPr>
              <p:cNvPr id="32654" name="Oval 1326">
                <a:extLst>
                  <a:ext uri="{FF2B5EF4-FFF2-40B4-BE49-F238E27FC236}">
                    <a16:creationId xmlns:a16="http://schemas.microsoft.com/office/drawing/2014/main" id="{966E7AAC-33EE-451C-8492-E7C139AFB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1838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55" name="Oval 1327">
                <a:extLst>
                  <a:ext uri="{FF2B5EF4-FFF2-40B4-BE49-F238E27FC236}">
                    <a16:creationId xmlns:a16="http://schemas.microsoft.com/office/drawing/2014/main" id="{06CFF444-3BE7-416E-8C36-CB296CFDC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4" y="1853"/>
                <a:ext cx="51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56" name="Oval 1328">
                <a:extLst>
                  <a:ext uri="{FF2B5EF4-FFF2-40B4-BE49-F238E27FC236}">
                    <a16:creationId xmlns:a16="http://schemas.microsoft.com/office/drawing/2014/main" id="{EB740CD6-E005-493F-87C9-08F3D5E67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9" y="1867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57" name="Freeform 1329">
                <a:extLst>
                  <a:ext uri="{FF2B5EF4-FFF2-40B4-BE49-F238E27FC236}">
                    <a16:creationId xmlns:a16="http://schemas.microsoft.com/office/drawing/2014/main" id="{E647D864-BA87-4005-9573-3C009DF6F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830"/>
                <a:ext cx="59" cy="61"/>
              </a:xfrm>
              <a:custGeom>
                <a:avLst/>
                <a:gdLst>
                  <a:gd name="T0" fmla="*/ 0 w 58"/>
                  <a:gd name="T1" fmla="*/ 16 h 60"/>
                  <a:gd name="T2" fmla="*/ 48 w 58"/>
                  <a:gd name="T3" fmla="*/ 21 h 60"/>
                  <a:gd name="T4" fmla="*/ 49 w 58"/>
                  <a:gd name="T5" fmla="*/ 66 h 60"/>
                  <a:gd name="T6" fmla="*/ 43 w 58"/>
                  <a:gd name="T7" fmla="*/ 25 h 60"/>
                  <a:gd name="T8" fmla="*/ 0 w 58"/>
                  <a:gd name="T9" fmla="*/ 1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6"/>
                    </a:moveTo>
                    <a:cubicBezTo>
                      <a:pt x="0" y="16"/>
                      <a:pt x="24" y="0"/>
                      <a:pt x="42" y="21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39"/>
                      <a:pt x="37" y="25"/>
                    </a:cubicBezTo>
                    <a:cubicBezTo>
                      <a:pt x="23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8" name="Oval 1330">
                <a:extLst>
                  <a:ext uri="{FF2B5EF4-FFF2-40B4-BE49-F238E27FC236}">
                    <a16:creationId xmlns:a16="http://schemas.microsoft.com/office/drawing/2014/main" id="{2D22D6AC-3804-4F99-A3E5-D219ECB57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1860"/>
                <a:ext cx="68" cy="68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59" name="Oval 1331">
                <a:extLst>
                  <a:ext uri="{FF2B5EF4-FFF2-40B4-BE49-F238E27FC236}">
                    <a16:creationId xmlns:a16="http://schemas.microsoft.com/office/drawing/2014/main" id="{0375D5D4-B5D9-4B75-8BA9-7A16584F8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1860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60" name="Oval 1332">
                <a:extLst>
                  <a:ext uri="{FF2B5EF4-FFF2-40B4-BE49-F238E27FC236}">
                    <a16:creationId xmlns:a16="http://schemas.microsoft.com/office/drawing/2014/main" id="{C0D5226B-C455-4AC1-94B2-08908C14D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1873"/>
                <a:ext cx="50" cy="51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61" name="Oval 1333">
                <a:extLst>
                  <a:ext uri="{FF2B5EF4-FFF2-40B4-BE49-F238E27FC236}">
                    <a16:creationId xmlns:a16="http://schemas.microsoft.com/office/drawing/2014/main" id="{4607C495-553E-4CB5-B254-E26D7B177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1888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62" name="Freeform 1334">
                <a:extLst>
                  <a:ext uri="{FF2B5EF4-FFF2-40B4-BE49-F238E27FC236}">
                    <a16:creationId xmlns:a16="http://schemas.microsoft.com/office/drawing/2014/main" id="{5AF5DA6A-E4A3-4FE4-9BA5-858607867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851"/>
                <a:ext cx="59" cy="61"/>
              </a:xfrm>
              <a:custGeom>
                <a:avLst/>
                <a:gdLst>
                  <a:gd name="T0" fmla="*/ 0 w 58"/>
                  <a:gd name="T1" fmla="*/ 17 h 60"/>
                  <a:gd name="T2" fmla="*/ 48 w 58"/>
                  <a:gd name="T3" fmla="*/ 22 h 60"/>
                  <a:gd name="T4" fmla="*/ 49 w 58"/>
                  <a:gd name="T5" fmla="*/ 66 h 60"/>
                  <a:gd name="T6" fmla="*/ 43 w 58"/>
                  <a:gd name="T7" fmla="*/ 25 h 60"/>
                  <a:gd name="T8" fmla="*/ 0 w 58"/>
                  <a:gd name="T9" fmla="*/ 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3" y="0"/>
                      <a:pt x="42" y="22"/>
                    </a:cubicBezTo>
                    <a:cubicBezTo>
                      <a:pt x="58" y="42"/>
                      <a:pt x="43" y="60"/>
                      <a:pt x="43" y="60"/>
                    </a:cubicBezTo>
                    <a:cubicBezTo>
                      <a:pt x="43" y="60"/>
                      <a:pt x="52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3" name="Oval 1335">
                <a:extLst>
                  <a:ext uri="{FF2B5EF4-FFF2-40B4-BE49-F238E27FC236}">
                    <a16:creationId xmlns:a16="http://schemas.microsoft.com/office/drawing/2014/main" id="{908FEBEB-0A62-4985-9A20-FA6F17111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2" y="1885"/>
                <a:ext cx="70" cy="69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64" name="Oval 1336">
                <a:extLst>
                  <a:ext uri="{FF2B5EF4-FFF2-40B4-BE49-F238E27FC236}">
                    <a16:creationId xmlns:a16="http://schemas.microsoft.com/office/drawing/2014/main" id="{EACDFE94-B40D-4AEF-AF34-64B07653E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2" y="1885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65" name="Oval 1337">
                <a:extLst>
                  <a:ext uri="{FF2B5EF4-FFF2-40B4-BE49-F238E27FC236}">
                    <a16:creationId xmlns:a16="http://schemas.microsoft.com/office/drawing/2014/main" id="{2ECEBB06-04DA-4DEC-B273-DEF22204E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1900"/>
                <a:ext cx="50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66" name="Oval 1338">
                <a:extLst>
                  <a:ext uri="{FF2B5EF4-FFF2-40B4-BE49-F238E27FC236}">
                    <a16:creationId xmlns:a16="http://schemas.microsoft.com/office/drawing/2014/main" id="{C0CCDCED-3D4F-47AD-9726-73375023D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1915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67" name="Freeform 1339">
                <a:extLst>
                  <a:ext uri="{FF2B5EF4-FFF2-40B4-BE49-F238E27FC236}">
                    <a16:creationId xmlns:a16="http://schemas.microsoft.com/office/drawing/2014/main" id="{4BD6532C-F86C-43CE-BAEA-67D83AD0B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877"/>
                <a:ext cx="58" cy="60"/>
              </a:xfrm>
              <a:custGeom>
                <a:avLst/>
                <a:gdLst>
                  <a:gd name="T0" fmla="*/ 0 w 57"/>
                  <a:gd name="T1" fmla="*/ 16 h 59"/>
                  <a:gd name="T2" fmla="*/ 47 w 57"/>
                  <a:gd name="T3" fmla="*/ 21 h 59"/>
                  <a:gd name="T4" fmla="*/ 48 w 57"/>
                  <a:gd name="T5" fmla="*/ 65 h 59"/>
                  <a:gd name="T6" fmla="*/ 43 w 57"/>
                  <a:gd name="T7" fmla="*/ 25 h 59"/>
                  <a:gd name="T8" fmla="*/ 0 w 57"/>
                  <a:gd name="T9" fmla="*/ 1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9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7" y="41"/>
                      <a:pt x="42" y="59"/>
                      <a:pt x="42" y="59"/>
                    </a:cubicBezTo>
                    <a:cubicBezTo>
                      <a:pt x="42" y="59"/>
                      <a:pt x="51" y="39"/>
                      <a:pt x="37" y="25"/>
                    </a:cubicBezTo>
                    <a:cubicBezTo>
                      <a:pt x="22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8" name="Oval 1340">
                <a:extLst>
                  <a:ext uri="{FF2B5EF4-FFF2-40B4-BE49-F238E27FC236}">
                    <a16:creationId xmlns:a16="http://schemas.microsoft.com/office/drawing/2014/main" id="{E642CFDB-4EDE-4286-888B-EB62F16F8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1906"/>
                <a:ext cx="70" cy="68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69" name="Oval 1341">
                <a:extLst>
                  <a:ext uri="{FF2B5EF4-FFF2-40B4-BE49-F238E27FC236}">
                    <a16:creationId xmlns:a16="http://schemas.microsoft.com/office/drawing/2014/main" id="{BAEEB465-194C-42F8-8C3F-30682C5F1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1906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70" name="Oval 1342">
                <a:extLst>
                  <a:ext uri="{FF2B5EF4-FFF2-40B4-BE49-F238E27FC236}">
                    <a16:creationId xmlns:a16="http://schemas.microsoft.com/office/drawing/2014/main" id="{F4299828-954C-4D65-A970-38197DA8F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920"/>
                <a:ext cx="50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71" name="Oval 1343">
                <a:extLst>
                  <a:ext uri="{FF2B5EF4-FFF2-40B4-BE49-F238E27FC236}">
                    <a16:creationId xmlns:a16="http://schemas.microsoft.com/office/drawing/2014/main" id="{0555F9A7-CF04-478F-BE6D-A40E5D554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2" y="1931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72" name="Freeform 1344">
                <a:extLst>
                  <a:ext uri="{FF2B5EF4-FFF2-40B4-BE49-F238E27FC236}">
                    <a16:creationId xmlns:a16="http://schemas.microsoft.com/office/drawing/2014/main" id="{B91FEAAF-3673-44EF-8671-E8A77C157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898"/>
                <a:ext cx="58" cy="60"/>
              </a:xfrm>
              <a:custGeom>
                <a:avLst/>
                <a:gdLst>
                  <a:gd name="T0" fmla="*/ 0 w 57"/>
                  <a:gd name="T1" fmla="*/ 16 h 59"/>
                  <a:gd name="T2" fmla="*/ 47 w 57"/>
                  <a:gd name="T3" fmla="*/ 21 h 59"/>
                  <a:gd name="T4" fmla="*/ 48 w 57"/>
                  <a:gd name="T5" fmla="*/ 65 h 59"/>
                  <a:gd name="T6" fmla="*/ 43 w 57"/>
                  <a:gd name="T7" fmla="*/ 25 h 59"/>
                  <a:gd name="T8" fmla="*/ 0 w 57"/>
                  <a:gd name="T9" fmla="*/ 1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9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7" y="41"/>
                      <a:pt x="42" y="59"/>
                      <a:pt x="42" y="59"/>
                    </a:cubicBezTo>
                    <a:cubicBezTo>
                      <a:pt x="42" y="59"/>
                      <a:pt x="51" y="39"/>
                      <a:pt x="37" y="25"/>
                    </a:cubicBezTo>
                    <a:cubicBezTo>
                      <a:pt x="22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3" name="Oval 1345">
                <a:extLst>
                  <a:ext uri="{FF2B5EF4-FFF2-40B4-BE49-F238E27FC236}">
                    <a16:creationId xmlns:a16="http://schemas.microsoft.com/office/drawing/2014/main" id="{B59742ED-E50A-4086-9F12-D0AAC552C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932"/>
                <a:ext cx="69" cy="69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74" name="Oval 1346">
                <a:extLst>
                  <a:ext uri="{FF2B5EF4-FFF2-40B4-BE49-F238E27FC236}">
                    <a16:creationId xmlns:a16="http://schemas.microsoft.com/office/drawing/2014/main" id="{3062F9C3-A988-4907-95AF-7DFF0FA91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932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75" name="Oval 1347">
                <a:extLst>
                  <a:ext uri="{FF2B5EF4-FFF2-40B4-BE49-F238E27FC236}">
                    <a16:creationId xmlns:a16="http://schemas.microsoft.com/office/drawing/2014/main" id="{D3E8B20C-EA9C-45E7-9825-AB7ECB707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947"/>
                <a:ext cx="50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76" name="Oval 1348">
                <a:extLst>
                  <a:ext uri="{FF2B5EF4-FFF2-40B4-BE49-F238E27FC236}">
                    <a16:creationId xmlns:a16="http://schemas.microsoft.com/office/drawing/2014/main" id="{3654CDE5-8385-4B09-9B4A-0434D9006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1955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77" name="Freeform 1349">
                <a:extLst>
                  <a:ext uri="{FF2B5EF4-FFF2-40B4-BE49-F238E27FC236}">
                    <a16:creationId xmlns:a16="http://schemas.microsoft.com/office/drawing/2014/main" id="{89811DC8-25AE-465F-8826-5286196A4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924"/>
                <a:ext cx="59" cy="60"/>
              </a:xfrm>
              <a:custGeom>
                <a:avLst/>
                <a:gdLst>
                  <a:gd name="T0" fmla="*/ 0 w 57"/>
                  <a:gd name="T1" fmla="*/ 16 h 59"/>
                  <a:gd name="T2" fmla="*/ 51 w 57"/>
                  <a:gd name="T3" fmla="*/ 21 h 59"/>
                  <a:gd name="T4" fmla="*/ 53 w 57"/>
                  <a:gd name="T5" fmla="*/ 65 h 59"/>
                  <a:gd name="T6" fmla="*/ 43 w 57"/>
                  <a:gd name="T7" fmla="*/ 25 h 59"/>
                  <a:gd name="T8" fmla="*/ 0 w 57"/>
                  <a:gd name="T9" fmla="*/ 1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9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7" y="41"/>
                      <a:pt x="42" y="59"/>
                      <a:pt x="42" y="59"/>
                    </a:cubicBezTo>
                    <a:cubicBezTo>
                      <a:pt x="42" y="59"/>
                      <a:pt x="51" y="39"/>
                      <a:pt x="37" y="25"/>
                    </a:cubicBezTo>
                    <a:cubicBezTo>
                      <a:pt x="22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8" name="Oval 1350">
                <a:extLst>
                  <a:ext uri="{FF2B5EF4-FFF2-40B4-BE49-F238E27FC236}">
                    <a16:creationId xmlns:a16="http://schemas.microsoft.com/office/drawing/2014/main" id="{211D0BAF-BFF3-4EB0-8BC8-BBF14C3E5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7" y="1795"/>
                <a:ext cx="68" cy="69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79" name="Oval 1351">
                <a:extLst>
                  <a:ext uri="{FF2B5EF4-FFF2-40B4-BE49-F238E27FC236}">
                    <a16:creationId xmlns:a16="http://schemas.microsoft.com/office/drawing/2014/main" id="{A5378808-F58D-4C4D-877B-7711B5B65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7" y="1795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80" name="Oval 1352">
                <a:extLst>
                  <a:ext uri="{FF2B5EF4-FFF2-40B4-BE49-F238E27FC236}">
                    <a16:creationId xmlns:a16="http://schemas.microsoft.com/office/drawing/2014/main" id="{9AEA271E-F32F-4FAA-A2F6-E9B70BFA3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1810"/>
                <a:ext cx="51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81" name="Oval 1353">
                <a:extLst>
                  <a:ext uri="{FF2B5EF4-FFF2-40B4-BE49-F238E27FC236}">
                    <a16:creationId xmlns:a16="http://schemas.microsoft.com/office/drawing/2014/main" id="{9667AEF5-F2D5-4AAF-88C7-AA068D6CD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6" y="182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82" name="Freeform 1354">
                <a:extLst>
                  <a:ext uri="{FF2B5EF4-FFF2-40B4-BE49-F238E27FC236}">
                    <a16:creationId xmlns:a16="http://schemas.microsoft.com/office/drawing/2014/main" id="{C648ED5B-7F03-42E7-9E00-04B37D0B3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87"/>
                <a:ext cx="60" cy="62"/>
              </a:xfrm>
              <a:custGeom>
                <a:avLst/>
                <a:gdLst>
                  <a:gd name="T0" fmla="*/ 0 w 58"/>
                  <a:gd name="T1" fmla="*/ 22 h 60"/>
                  <a:gd name="T2" fmla="*/ 52 w 58"/>
                  <a:gd name="T3" fmla="*/ 27 h 60"/>
                  <a:gd name="T4" fmla="*/ 54 w 58"/>
                  <a:gd name="T5" fmla="*/ 72 h 60"/>
                  <a:gd name="T6" fmla="*/ 43 w 58"/>
                  <a:gd name="T7" fmla="*/ 31 h 60"/>
                  <a:gd name="T8" fmla="*/ 0 w 58"/>
                  <a:gd name="T9" fmla="*/ 22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6"/>
                    </a:moveTo>
                    <a:cubicBezTo>
                      <a:pt x="0" y="16"/>
                      <a:pt x="24" y="0"/>
                      <a:pt x="42" y="21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39"/>
                      <a:pt x="37" y="25"/>
                    </a:cubicBezTo>
                    <a:cubicBezTo>
                      <a:pt x="23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3" name="Oval 1355">
                <a:extLst>
                  <a:ext uri="{FF2B5EF4-FFF2-40B4-BE49-F238E27FC236}">
                    <a16:creationId xmlns:a16="http://schemas.microsoft.com/office/drawing/2014/main" id="{DAC16939-389F-4791-B572-6C2464688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1814"/>
                <a:ext cx="68" cy="68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84" name="Oval 1356">
                <a:extLst>
                  <a:ext uri="{FF2B5EF4-FFF2-40B4-BE49-F238E27FC236}">
                    <a16:creationId xmlns:a16="http://schemas.microsoft.com/office/drawing/2014/main" id="{0B13668A-E1CD-4429-95E0-1D9408FC8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1814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85" name="Oval 1357">
                <a:extLst>
                  <a:ext uri="{FF2B5EF4-FFF2-40B4-BE49-F238E27FC236}">
                    <a16:creationId xmlns:a16="http://schemas.microsoft.com/office/drawing/2014/main" id="{5F10AF89-2343-4501-8632-09356DF0B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9" y="1828"/>
                <a:ext cx="51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86" name="Oval 1358">
                <a:extLst>
                  <a:ext uri="{FF2B5EF4-FFF2-40B4-BE49-F238E27FC236}">
                    <a16:creationId xmlns:a16="http://schemas.microsoft.com/office/drawing/2014/main" id="{08BA4AD3-87FE-462B-B0AB-ECA733883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84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87" name="Freeform 1359">
                <a:extLst>
                  <a:ext uri="{FF2B5EF4-FFF2-40B4-BE49-F238E27FC236}">
                    <a16:creationId xmlns:a16="http://schemas.microsoft.com/office/drawing/2014/main" id="{255183D8-9671-4873-A35A-AE93A4DA7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806"/>
                <a:ext cx="59" cy="61"/>
              </a:xfrm>
              <a:custGeom>
                <a:avLst/>
                <a:gdLst>
                  <a:gd name="T0" fmla="*/ 0 w 58"/>
                  <a:gd name="T1" fmla="*/ 16 h 60"/>
                  <a:gd name="T2" fmla="*/ 48 w 58"/>
                  <a:gd name="T3" fmla="*/ 21 h 60"/>
                  <a:gd name="T4" fmla="*/ 49 w 58"/>
                  <a:gd name="T5" fmla="*/ 66 h 60"/>
                  <a:gd name="T6" fmla="*/ 43 w 58"/>
                  <a:gd name="T7" fmla="*/ 25 h 60"/>
                  <a:gd name="T8" fmla="*/ 0 w 58"/>
                  <a:gd name="T9" fmla="*/ 1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6"/>
                    </a:moveTo>
                    <a:cubicBezTo>
                      <a:pt x="0" y="16"/>
                      <a:pt x="24" y="0"/>
                      <a:pt x="42" y="21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39"/>
                      <a:pt x="37" y="25"/>
                    </a:cubicBezTo>
                    <a:cubicBezTo>
                      <a:pt x="23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8" name="Oval 1360">
                <a:extLst>
                  <a:ext uri="{FF2B5EF4-FFF2-40B4-BE49-F238E27FC236}">
                    <a16:creationId xmlns:a16="http://schemas.microsoft.com/office/drawing/2014/main" id="{CC29BBF1-2665-414D-9DE6-756F68A0D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840"/>
                <a:ext cx="69" cy="69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89" name="Oval 1361">
                <a:extLst>
                  <a:ext uri="{FF2B5EF4-FFF2-40B4-BE49-F238E27FC236}">
                    <a16:creationId xmlns:a16="http://schemas.microsoft.com/office/drawing/2014/main" id="{471454B7-9F20-4DDF-8C76-D467ADFEF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840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90" name="Oval 1362">
                <a:extLst>
                  <a:ext uri="{FF2B5EF4-FFF2-40B4-BE49-F238E27FC236}">
                    <a16:creationId xmlns:a16="http://schemas.microsoft.com/office/drawing/2014/main" id="{1C8C72F4-9A84-406D-85D5-1F25F9D14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855"/>
                <a:ext cx="50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91" name="Oval 1363">
                <a:extLst>
                  <a:ext uri="{FF2B5EF4-FFF2-40B4-BE49-F238E27FC236}">
                    <a16:creationId xmlns:a16="http://schemas.microsoft.com/office/drawing/2014/main" id="{B84BC0B7-DF00-456E-B4B3-4A0F13B10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0" y="1873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92" name="Freeform 1364">
                <a:extLst>
                  <a:ext uri="{FF2B5EF4-FFF2-40B4-BE49-F238E27FC236}">
                    <a16:creationId xmlns:a16="http://schemas.microsoft.com/office/drawing/2014/main" id="{23F23114-1163-41CE-ACB0-B7E50E270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832"/>
                <a:ext cx="58" cy="60"/>
              </a:xfrm>
              <a:custGeom>
                <a:avLst/>
                <a:gdLst>
                  <a:gd name="T0" fmla="*/ 0 w 57"/>
                  <a:gd name="T1" fmla="*/ 16 h 59"/>
                  <a:gd name="T2" fmla="*/ 47 w 57"/>
                  <a:gd name="T3" fmla="*/ 21 h 59"/>
                  <a:gd name="T4" fmla="*/ 48 w 57"/>
                  <a:gd name="T5" fmla="*/ 65 h 59"/>
                  <a:gd name="T6" fmla="*/ 43 w 57"/>
                  <a:gd name="T7" fmla="*/ 25 h 59"/>
                  <a:gd name="T8" fmla="*/ 0 w 57"/>
                  <a:gd name="T9" fmla="*/ 1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9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7" y="41"/>
                      <a:pt x="42" y="59"/>
                      <a:pt x="42" y="59"/>
                    </a:cubicBezTo>
                    <a:cubicBezTo>
                      <a:pt x="42" y="59"/>
                      <a:pt x="51" y="39"/>
                      <a:pt x="37" y="25"/>
                    </a:cubicBezTo>
                    <a:cubicBezTo>
                      <a:pt x="22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3" name="Oval 1365">
                <a:extLst>
                  <a:ext uri="{FF2B5EF4-FFF2-40B4-BE49-F238E27FC236}">
                    <a16:creationId xmlns:a16="http://schemas.microsoft.com/office/drawing/2014/main" id="{1DCC9ECC-DF05-4286-8760-22BC157D5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7" y="1857"/>
                <a:ext cx="69" cy="68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94" name="Oval 1366">
                <a:extLst>
                  <a:ext uri="{FF2B5EF4-FFF2-40B4-BE49-F238E27FC236}">
                    <a16:creationId xmlns:a16="http://schemas.microsoft.com/office/drawing/2014/main" id="{87882A59-A963-4618-86E1-7E74C1113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7" y="1857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95" name="Oval 1367">
                <a:extLst>
                  <a:ext uri="{FF2B5EF4-FFF2-40B4-BE49-F238E27FC236}">
                    <a16:creationId xmlns:a16="http://schemas.microsoft.com/office/drawing/2014/main" id="{2A97D290-DB00-4CE6-8A18-D57635A33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1870"/>
                <a:ext cx="50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96" name="Oval 1368">
                <a:extLst>
                  <a:ext uri="{FF2B5EF4-FFF2-40B4-BE49-F238E27FC236}">
                    <a16:creationId xmlns:a16="http://schemas.microsoft.com/office/drawing/2014/main" id="{F86C6C1C-B086-47F1-8E0D-5D8386996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1887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97" name="Freeform 1369">
                <a:extLst>
                  <a:ext uri="{FF2B5EF4-FFF2-40B4-BE49-F238E27FC236}">
                    <a16:creationId xmlns:a16="http://schemas.microsoft.com/office/drawing/2014/main" id="{A785FA88-3382-4726-8948-E630AE56E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847"/>
                <a:ext cx="59" cy="62"/>
              </a:xfrm>
              <a:custGeom>
                <a:avLst/>
                <a:gdLst>
                  <a:gd name="T0" fmla="*/ 0 w 58"/>
                  <a:gd name="T1" fmla="*/ 23 h 60"/>
                  <a:gd name="T2" fmla="*/ 48 w 58"/>
                  <a:gd name="T3" fmla="*/ 28 h 60"/>
                  <a:gd name="T4" fmla="*/ 49 w 58"/>
                  <a:gd name="T5" fmla="*/ 72 h 60"/>
                  <a:gd name="T6" fmla="*/ 43 w 58"/>
                  <a:gd name="T7" fmla="*/ 31 h 60"/>
                  <a:gd name="T8" fmla="*/ 0 w 58"/>
                  <a:gd name="T9" fmla="*/ 2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3" y="0"/>
                      <a:pt x="42" y="22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1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8" name="Oval 1370">
                <a:extLst>
                  <a:ext uri="{FF2B5EF4-FFF2-40B4-BE49-F238E27FC236}">
                    <a16:creationId xmlns:a16="http://schemas.microsoft.com/office/drawing/2014/main" id="{E315FA3B-6227-478F-A434-D67EB15DD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1756"/>
                <a:ext cx="69" cy="69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99" name="Oval 1371">
                <a:extLst>
                  <a:ext uri="{FF2B5EF4-FFF2-40B4-BE49-F238E27FC236}">
                    <a16:creationId xmlns:a16="http://schemas.microsoft.com/office/drawing/2014/main" id="{16995F72-A5B1-47DC-BEE7-F61F5D045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1756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00" name="Oval 1372">
                <a:extLst>
                  <a:ext uri="{FF2B5EF4-FFF2-40B4-BE49-F238E27FC236}">
                    <a16:creationId xmlns:a16="http://schemas.microsoft.com/office/drawing/2014/main" id="{1B447106-99F0-4568-B7B3-93A9F7133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7" y="1770"/>
                <a:ext cx="50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01" name="Oval 1373">
                <a:extLst>
                  <a:ext uri="{FF2B5EF4-FFF2-40B4-BE49-F238E27FC236}">
                    <a16:creationId xmlns:a16="http://schemas.microsoft.com/office/drawing/2014/main" id="{EBF4CBC1-7852-43AE-B147-D9A208CFB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791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02" name="Freeform 1374">
                <a:extLst>
                  <a:ext uri="{FF2B5EF4-FFF2-40B4-BE49-F238E27FC236}">
                    <a16:creationId xmlns:a16="http://schemas.microsoft.com/office/drawing/2014/main" id="{A9E2030C-CBFA-4D40-B8B2-90C68A488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747"/>
                <a:ext cx="59" cy="62"/>
              </a:xfrm>
              <a:custGeom>
                <a:avLst/>
                <a:gdLst>
                  <a:gd name="T0" fmla="*/ 0 w 58"/>
                  <a:gd name="T1" fmla="*/ 23 h 60"/>
                  <a:gd name="T2" fmla="*/ 47 w 58"/>
                  <a:gd name="T3" fmla="*/ 28 h 60"/>
                  <a:gd name="T4" fmla="*/ 48 w 58"/>
                  <a:gd name="T5" fmla="*/ 72 h 60"/>
                  <a:gd name="T6" fmla="*/ 43 w 58"/>
                  <a:gd name="T7" fmla="*/ 31 h 60"/>
                  <a:gd name="T8" fmla="*/ 0 w 58"/>
                  <a:gd name="T9" fmla="*/ 2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3" y="0"/>
                      <a:pt x="41" y="22"/>
                    </a:cubicBezTo>
                    <a:cubicBezTo>
                      <a:pt x="58" y="41"/>
                      <a:pt x="42" y="60"/>
                      <a:pt x="42" y="60"/>
                    </a:cubicBezTo>
                    <a:cubicBezTo>
                      <a:pt x="42" y="60"/>
                      <a:pt x="51" y="39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3" name="Oval 1375">
                <a:extLst>
                  <a:ext uri="{FF2B5EF4-FFF2-40B4-BE49-F238E27FC236}">
                    <a16:creationId xmlns:a16="http://schemas.microsoft.com/office/drawing/2014/main" id="{43792647-7B80-4AC9-9AAE-EE97CAAC2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717"/>
                <a:ext cx="68" cy="68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04" name="Oval 1376">
                <a:extLst>
                  <a:ext uri="{FF2B5EF4-FFF2-40B4-BE49-F238E27FC236}">
                    <a16:creationId xmlns:a16="http://schemas.microsoft.com/office/drawing/2014/main" id="{CBE5875A-2895-44E2-8A28-0372F92B8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717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05" name="Oval 1377">
                <a:extLst>
                  <a:ext uri="{FF2B5EF4-FFF2-40B4-BE49-F238E27FC236}">
                    <a16:creationId xmlns:a16="http://schemas.microsoft.com/office/drawing/2014/main" id="{0FC243EC-A45B-43D8-A6D7-D31C451F3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1730"/>
                <a:ext cx="51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06" name="Freeform 1378">
                <a:extLst>
                  <a:ext uri="{FF2B5EF4-FFF2-40B4-BE49-F238E27FC236}">
                    <a16:creationId xmlns:a16="http://schemas.microsoft.com/office/drawing/2014/main" id="{7B09FFC2-D4BF-4E89-9554-927AC4F52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49"/>
                <a:ext cx="17" cy="18"/>
              </a:xfrm>
              <a:custGeom>
                <a:avLst/>
                <a:gdLst>
                  <a:gd name="T0" fmla="*/ 14 w 17"/>
                  <a:gd name="T1" fmla="*/ 19 h 17"/>
                  <a:gd name="T2" fmla="*/ 13 w 17"/>
                  <a:gd name="T3" fmla="*/ 2 h 17"/>
                  <a:gd name="T4" fmla="*/ 2 w 17"/>
                  <a:gd name="T5" fmla="*/ 3 h 17"/>
                  <a:gd name="T6" fmla="*/ 3 w 17"/>
                  <a:gd name="T7" fmla="*/ 20 h 17"/>
                  <a:gd name="T8" fmla="*/ 14 w 17"/>
                  <a:gd name="T9" fmla="*/ 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4" y="13"/>
                    </a:moveTo>
                    <a:cubicBezTo>
                      <a:pt x="17" y="10"/>
                      <a:pt x="16" y="5"/>
                      <a:pt x="13" y="2"/>
                    </a:cubicBezTo>
                    <a:cubicBezTo>
                      <a:pt x="10" y="0"/>
                      <a:pt x="5" y="0"/>
                      <a:pt x="2" y="3"/>
                    </a:cubicBezTo>
                    <a:cubicBezTo>
                      <a:pt x="0" y="7"/>
                      <a:pt x="0" y="11"/>
                      <a:pt x="3" y="14"/>
                    </a:cubicBezTo>
                    <a:cubicBezTo>
                      <a:pt x="7" y="17"/>
                      <a:pt x="11" y="16"/>
                      <a:pt x="14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7" name="Freeform 1379">
                <a:extLst>
                  <a:ext uri="{FF2B5EF4-FFF2-40B4-BE49-F238E27FC236}">
                    <a16:creationId xmlns:a16="http://schemas.microsoft.com/office/drawing/2014/main" id="{F36A2D82-FF8C-472A-B753-BFBBDE4B4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708"/>
                <a:ext cx="59" cy="61"/>
              </a:xfrm>
              <a:custGeom>
                <a:avLst/>
                <a:gdLst>
                  <a:gd name="T0" fmla="*/ 0 w 58"/>
                  <a:gd name="T1" fmla="*/ 17 h 60"/>
                  <a:gd name="T2" fmla="*/ 48 w 58"/>
                  <a:gd name="T3" fmla="*/ 22 h 60"/>
                  <a:gd name="T4" fmla="*/ 49 w 58"/>
                  <a:gd name="T5" fmla="*/ 66 h 60"/>
                  <a:gd name="T6" fmla="*/ 43 w 58"/>
                  <a:gd name="T7" fmla="*/ 25 h 60"/>
                  <a:gd name="T8" fmla="*/ 0 w 58"/>
                  <a:gd name="T9" fmla="*/ 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7"/>
                    </a:moveTo>
                    <a:cubicBezTo>
                      <a:pt x="0" y="17"/>
                      <a:pt x="24" y="0"/>
                      <a:pt x="42" y="22"/>
                    </a:cubicBezTo>
                    <a:cubicBezTo>
                      <a:pt x="58" y="41"/>
                      <a:pt x="43" y="60"/>
                      <a:pt x="43" y="60"/>
                    </a:cubicBezTo>
                    <a:cubicBezTo>
                      <a:pt x="43" y="60"/>
                      <a:pt x="52" y="40"/>
                      <a:pt x="37" y="25"/>
                    </a:cubicBezTo>
                    <a:cubicBezTo>
                      <a:pt x="23" y="11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8" name="Oval 1380">
                <a:extLst>
                  <a:ext uri="{FF2B5EF4-FFF2-40B4-BE49-F238E27FC236}">
                    <a16:creationId xmlns:a16="http://schemas.microsoft.com/office/drawing/2014/main" id="{E9553CD1-6F83-4084-85ED-7DC3500FB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767"/>
                <a:ext cx="69" cy="68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09" name="Oval 1381">
                <a:extLst>
                  <a:ext uri="{FF2B5EF4-FFF2-40B4-BE49-F238E27FC236}">
                    <a16:creationId xmlns:a16="http://schemas.microsoft.com/office/drawing/2014/main" id="{22545E19-B05D-4E28-8A4A-7317F4C15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767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10" name="Oval 1382">
                <a:extLst>
                  <a:ext uri="{FF2B5EF4-FFF2-40B4-BE49-F238E27FC236}">
                    <a16:creationId xmlns:a16="http://schemas.microsoft.com/office/drawing/2014/main" id="{15F3A1C3-517D-44F5-8B0A-EFB785C63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2" y="1781"/>
                <a:ext cx="50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11" name="Oval 1383">
                <a:extLst>
                  <a:ext uri="{FF2B5EF4-FFF2-40B4-BE49-F238E27FC236}">
                    <a16:creationId xmlns:a16="http://schemas.microsoft.com/office/drawing/2014/main" id="{079E606A-E61F-4678-A9DD-A055D3F53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794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12" name="Freeform 1384">
                <a:extLst>
                  <a:ext uri="{FF2B5EF4-FFF2-40B4-BE49-F238E27FC236}">
                    <a16:creationId xmlns:a16="http://schemas.microsoft.com/office/drawing/2014/main" id="{72CACE71-F430-4DFC-8CF9-F80B7BADA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759"/>
                <a:ext cx="59" cy="60"/>
              </a:xfrm>
              <a:custGeom>
                <a:avLst/>
                <a:gdLst>
                  <a:gd name="T0" fmla="*/ 0 w 57"/>
                  <a:gd name="T1" fmla="*/ 16 h 59"/>
                  <a:gd name="T2" fmla="*/ 51 w 57"/>
                  <a:gd name="T3" fmla="*/ 21 h 59"/>
                  <a:gd name="T4" fmla="*/ 53 w 57"/>
                  <a:gd name="T5" fmla="*/ 65 h 59"/>
                  <a:gd name="T6" fmla="*/ 43 w 57"/>
                  <a:gd name="T7" fmla="*/ 25 h 59"/>
                  <a:gd name="T8" fmla="*/ 0 w 57"/>
                  <a:gd name="T9" fmla="*/ 1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9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7" y="41"/>
                      <a:pt x="42" y="59"/>
                      <a:pt x="42" y="59"/>
                    </a:cubicBezTo>
                    <a:cubicBezTo>
                      <a:pt x="42" y="59"/>
                      <a:pt x="51" y="39"/>
                      <a:pt x="37" y="25"/>
                    </a:cubicBezTo>
                    <a:cubicBezTo>
                      <a:pt x="22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3" name="Oval 1385">
                <a:extLst>
                  <a:ext uri="{FF2B5EF4-FFF2-40B4-BE49-F238E27FC236}">
                    <a16:creationId xmlns:a16="http://schemas.microsoft.com/office/drawing/2014/main" id="{368CAFEE-7368-4A89-8786-96ACA7B01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1" y="1795"/>
                <a:ext cx="69" cy="69"/>
              </a:xfrm>
              <a:prstGeom prst="ellipse">
                <a:avLst/>
              </a:prstGeom>
              <a:solidFill>
                <a:srgbClr val="8C6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14" name="Oval 1386">
                <a:extLst>
                  <a:ext uri="{FF2B5EF4-FFF2-40B4-BE49-F238E27FC236}">
                    <a16:creationId xmlns:a16="http://schemas.microsoft.com/office/drawing/2014/main" id="{A24FAF78-ED2C-44CC-A317-E17BC03E0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1" y="1795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15" name="Oval 1387">
                <a:extLst>
                  <a:ext uri="{FF2B5EF4-FFF2-40B4-BE49-F238E27FC236}">
                    <a16:creationId xmlns:a16="http://schemas.microsoft.com/office/drawing/2014/main" id="{F8CDDFE5-A6FB-49E3-834C-B70C4D71A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1810"/>
                <a:ext cx="50" cy="50"/>
              </a:xfrm>
              <a:prstGeom prst="ellipse">
                <a:avLst/>
              </a:prstGeom>
              <a:solidFill>
                <a:srgbClr val="A68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16" name="Oval 1388">
                <a:extLst>
                  <a:ext uri="{FF2B5EF4-FFF2-40B4-BE49-F238E27FC236}">
                    <a16:creationId xmlns:a16="http://schemas.microsoft.com/office/drawing/2014/main" id="{4D7C43A1-346D-4E7D-BCBF-1DEBBCD89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2" y="1822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17" name="Freeform 1389">
                <a:extLst>
                  <a:ext uri="{FF2B5EF4-FFF2-40B4-BE49-F238E27FC236}">
                    <a16:creationId xmlns:a16="http://schemas.microsoft.com/office/drawing/2014/main" id="{1095033B-3B06-4272-8A5F-845C90074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787"/>
                <a:ext cx="58" cy="60"/>
              </a:xfrm>
              <a:custGeom>
                <a:avLst/>
                <a:gdLst>
                  <a:gd name="T0" fmla="*/ 0 w 57"/>
                  <a:gd name="T1" fmla="*/ 16 h 59"/>
                  <a:gd name="T2" fmla="*/ 47 w 57"/>
                  <a:gd name="T3" fmla="*/ 21 h 59"/>
                  <a:gd name="T4" fmla="*/ 48 w 57"/>
                  <a:gd name="T5" fmla="*/ 65 h 59"/>
                  <a:gd name="T6" fmla="*/ 43 w 57"/>
                  <a:gd name="T7" fmla="*/ 25 h 59"/>
                  <a:gd name="T8" fmla="*/ 0 w 57"/>
                  <a:gd name="T9" fmla="*/ 1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9">
                    <a:moveTo>
                      <a:pt x="0" y="16"/>
                    </a:moveTo>
                    <a:cubicBezTo>
                      <a:pt x="0" y="16"/>
                      <a:pt x="23" y="0"/>
                      <a:pt x="41" y="21"/>
                    </a:cubicBezTo>
                    <a:cubicBezTo>
                      <a:pt x="57" y="41"/>
                      <a:pt x="42" y="59"/>
                      <a:pt x="42" y="59"/>
                    </a:cubicBezTo>
                    <a:cubicBezTo>
                      <a:pt x="42" y="59"/>
                      <a:pt x="51" y="39"/>
                      <a:pt x="37" y="25"/>
                    </a:cubicBezTo>
                    <a:cubicBezTo>
                      <a:pt x="22" y="10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977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8" name="Freeform 1390">
                <a:extLst>
                  <a:ext uri="{FF2B5EF4-FFF2-40B4-BE49-F238E27FC236}">
                    <a16:creationId xmlns:a16="http://schemas.microsoft.com/office/drawing/2014/main" id="{188920BF-EC1A-4386-91B8-C5A1F1F1C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718"/>
                <a:ext cx="484" cy="436"/>
              </a:xfrm>
              <a:custGeom>
                <a:avLst/>
                <a:gdLst>
                  <a:gd name="T0" fmla="*/ 241 w 484"/>
                  <a:gd name="T1" fmla="*/ 436 h 436"/>
                  <a:gd name="T2" fmla="*/ 0 w 484"/>
                  <a:gd name="T3" fmla="*/ 0 h 436"/>
                  <a:gd name="T4" fmla="*/ 484 w 484"/>
                  <a:gd name="T5" fmla="*/ 0 h 436"/>
                  <a:gd name="T6" fmla="*/ 241 w 484"/>
                  <a:gd name="T7" fmla="*/ 436 h 4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4" h="436">
                    <a:moveTo>
                      <a:pt x="241" y="436"/>
                    </a:moveTo>
                    <a:lnTo>
                      <a:pt x="0" y="0"/>
                    </a:lnTo>
                    <a:lnTo>
                      <a:pt x="484" y="0"/>
                    </a:lnTo>
                    <a:lnTo>
                      <a:pt x="241" y="436"/>
                    </a:lnTo>
                    <a:close/>
                  </a:path>
                </a:pathLst>
              </a:custGeom>
              <a:solidFill>
                <a:srgbClr val="5A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9" name="Oval 1391">
                <a:extLst>
                  <a:ext uri="{FF2B5EF4-FFF2-40B4-BE49-F238E27FC236}">
                    <a16:creationId xmlns:a16="http://schemas.microsoft.com/office/drawing/2014/main" id="{77D0348A-475C-483F-B10D-6CB2B8642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1" y="1683"/>
                <a:ext cx="68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20" name="Oval 1392">
                <a:extLst>
                  <a:ext uri="{FF2B5EF4-FFF2-40B4-BE49-F238E27FC236}">
                    <a16:creationId xmlns:a16="http://schemas.microsoft.com/office/drawing/2014/main" id="{BC25F74E-C778-4D48-B2A0-B5FCDE51E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1683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21" name="Oval 1393">
                <a:extLst>
                  <a:ext uri="{FF2B5EF4-FFF2-40B4-BE49-F238E27FC236}">
                    <a16:creationId xmlns:a16="http://schemas.microsoft.com/office/drawing/2014/main" id="{91AC483A-B188-46B9-A69F-27F91EF58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89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22" name="Oval 1394">
                <a:extLst>
                  <a:ext uri="{FF2B5EF4-FFF2-40B4-BE49-F238E27FC236}">
                    <a16:creationId xmlns:a16="http://schemas.microsoft.com/office/drawing/2014/main" id="{09A0ADFB-CD36-4940-AE41-2633750CF4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695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23" name="Freeform 1395">
                <a:extLst>
                  <a:ext uri="{FF2B5EF4-FFF2-40B4-BE49-F238E27FC236}">
                    <a16:creationId xmlns:a16="http://schemas.microsoft.com/office/drawing/2014/main" id="{4850EA5F-9E0F-4248-AAB9-7F8D91E40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699"/>
                <a:ext cx="60" cy="62"/>
              </a:xfrm>
              <a:custGeom>
                <a:avLst/>
                <a:gdLst>
                  <a:gd name="T0" fmla="*/ 0 w 58"/>
                  <a:gd name="T1" fmla="*/ 53 h 60"/>
                  <a:gd name="T2" fmla="*/ 50 w 58"/>
                  <a:gd name="T3" fmla="*/ 44 h 60"/>
                  <a:gd name="T4" fmla="*/ 52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4" name="Oval 1396">
                <a:extLst>
                  <a:ext uri="{FF2B5EF4-FFF2-40B4-BE49-F238E27FC236}">
                    <a16:creationId xmlns:a16="http://schemas.microsoft.com/office/drawing/2014/main" id="{0961B5A2-D801-4892-A517-DC873B46C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5" y="1743"/>
                <a:ext cx="68" cy="69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25" name="Oval 1397">
                <a:extLst>
                  <a:ext uri="{FF2B5EF4-FFF2-40B4-BE49-F238E27FC236}">
                    <a16:creationId xmlns:a16="http://schemas.microsoft.com/office/drawing/2014/main" id="{F33EFF96-4F31-4B23-9999-3E6ED4094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5" y="1743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26" name="Oval 1398">
                <a:extLst>
                  <a:ext uri="{FF2B5EF4-FFF2-40B4-BE49-F238E27FC236}">
                    <a16:creationId xmlns:a16="http://schemas.microsoft.com/office/drawing/2014/main" id="{C3355B9F-BFC6-48B4-8756-175448191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1749"/>
                <a:ext cx="42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27" name="Oval 1399">
                <a:extLst>
                  <a:ext uri="{FF2B5EF4-FFF2-40B4-BE49-F238E27FC236}">
                    <a16:creationId xmlns:a16="http://schemas.microsoft.com/office/drawing/2014/main" id="{C29D114E-2568-4ED7-BCB9-3FC006CD9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75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28" name="Freeform 1400">
                <a:extLst>
                  <a:ext uri="{FF2B5EF4-FFF2-40B4-BE49-F238E27FC236}">
                    <a16:creationId xmlns:a16="http://schemas.microsoft.com/office/drawing/2014/main" id="{44624AF2-2188-448E-BA17-BC8C9D6C6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760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9" name="Oval 1401">
                <a:extLst>
                  <a:ext uri="{FF2B5EF4-FFF2-40B4-BE49-F238E27FC236}">
                    <a16:creationId xmlns:a16="http://schemas.microsoft.com/office/drawing/2014/main" id="{3FA98CD1-363B-4D09-9356-AD7FAEE4C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" y="1804"/>
                <a:ext cx="69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30" name="Oval 1402">
                <a:extLst>
                  <a:ext uri="{FF2B5EF4-FFF2-40B4-BE49-F238E27FC236}">
                    <a16:creationId xmlns:a16="http://schemas.microsoft.com/office/drawing/2014/main" id="{4C27A4C1-1ADE-4A81-86E1-C38B60301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" y="1804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31" name="Oval 1403">
                <a:extLst>
                  <a:ext uri="{FF2B5EF4-FFF2-40B4-BE49-F238E27FC236}">
                    <a16:creationId xmlns:a16="http://schemas.microsoft.com/office/drawing/2014/main" id="{7DDCFC52-E33C-4382-94B8-B793E6166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810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32" name="Oval 1404">
                <a:extLst>
                  <a:ext uri="{FF2B5EF4-FFF2-40B4-BE49-F238E27FC236}">
                    <a16:creationId xmlns:a16="http://schemas.microsoft.com/office/drawing/2014/main" id="{FFFFB1A0-267C-4DBD-ABBB-1C9977074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5" y="181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33" name="Freeform 1405">
                <a:extLst>
                  <a:ext uri="{FF2B5EF4-FFF2-40B4-BE49-F238E27FC236}">
                    <a16:creationId xmlns:a16="http://schemas.microsoft.com/office/drawing/2014/main" id="{4FC93FA8-0E1C-4E80-ABC1-B60208E42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820"/>
                <a:ext cx="59" cy="60"/>
              </a:xfrm>
              <a:custGeom>
                <a:avLst/>
                <a:gdLst>
                  <a:gd name="T0" fmla="*/ 0 w 58"/>
                  <a:gd name="T1" fmla="*/ 49 h 59"/>
                  <a:gd name="T2" fmla="*/ 48 w 58"/>
                  <a:gd name="T3" fmla="*/ 44 h 59"/>
                  <a:gd name="T4" fmla="*/ 49 w 58"/>
                  <a:gd name="T5" fmla="*/ 0 h 59"/>
                  <a:gd name="T6" fmla="*/ 43 w 58"/>
                  <a:gd name="T7" fmla="*/ 40 h 59"/>
                  <a:gd name="T8" fmla="*/ 0 w 58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3" y="59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4" name="Oval 1406">
                <a:extLst>
                  <a:ext uri="{FF2B5EF4-FFF2-40B4-BE49-F238E27FC236}">
                    <a16:creationId xmlns:a16="http://schemas.microsoft.com/office/drawing/2014/main" id="{B2596CAE-2683-4CF9-A3E6-43A65A1D5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1864"/>
                <a:ext cx="69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35" name="Oval 1407">
                <a:extLst>
                  <a:ext uri="{FF2B5EF4-FFF2-40B4-BE49-F238E27FC236}">
                    <a16:creationId xmlns:a16="http://schemas.microsoft.com/office/drawing/2014/main" id="{7F0CF1BC-5A8A-4682-957A-740505A42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1864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36" name="Oval 1408">
                <a:extLst>
                  <a:ext uri="{FF2B5EF4-FFF2-40B4-BE49-F238E27FC236}">
                    <a16:creationId xmlns:a16="http://schemas.microsoft.com/office/drawing/2014/main" id="{84FB94CE-E45F-4A71-A287-F5206674A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0" y="1870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37" name="Oval 1409">
                <a:extLst>
                  <a:ext uri="{FF2B5EF4-FFF2-40B4-BE49-F238E27FC236}">
                    <a16:creationId xmlns:a16="http://schemas.microsoft.com/office/drawing/2014/main" id="{EF64C40D-0ED4-410C-A9E4-C15294919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8" y="1876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38" name="Freeform 1410">
                <a:extLst>
                  <a:ext uri="{FF2B5EF4-FFF2-40B4-BE49-F238E27FC236}">
                    <a16:creationId xmlns:a16="http://schemas.microsoft.com/office/drawing/2014/main" id="{55BC01E0-6102-4C36-8D72-526FB3A99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880"/>
                <a:ext cx="58" cy="61"/>
              </a:xfrm>
              <a:custGeom>
                <a:avLst/>
                <a:gdLst>
                  <a:gd name="T0" fmla="*/ 0 w 57"/>
                  <a:gd name="T1" fmla="*/ 49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9" name="Oval 1411">
                <a:extLst>
                  <a:ext uri="{FF2B5EF4-FFF2-40B4-BE49-F238E27FC236}">
                    <a16:creationId xmlns:a16="http://schemas.microsoft.com/office/drawing/2014/main" id="{C383C80F-851A-4140-BAF6-117CB6396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1924"/>
                <a:ext cx="69" cy="69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40" name="Oval 1412">
                <a:extLst>
                  <a:ext uri="{FF2B5EF4-FFF2-40B4-BE49-F238E27FC236}">
                    <a16:creationId xmlns:a16="http://schemas.microsoft.com/office/drawing/2014/main" id="{A6DB357F-FC3C-4FA9-873D-7B56BEB7F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1924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41" name="Oval 1413">
                <a:extLst>
                  <a:ext uri="{FF2B5EF4-FFF2-40B4-BE49-F238E27FC236}">
                    <a16:creationId xmlns:a16="http://schemas.microsoft.com/office/drawing/2014/main" id="{943F33E2-F65B-4B71-B0D5-C7F2377B0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1930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42" name="Oval 1414">
                <a:extLst>
                  <a:ext uri="{FF2B5EF4-FFF2-40B4-BE49-F238E27FC236}">
                    <a16:creationId xmlns:a16="http://schemas.microsoft.com/office/drawing/2014/main" id="{3B9C52B6-E3B9-4CEA-9DA1-CBDF9DA07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1936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43" name="Freeform 1415">
                <a:extLst>
                  <a:ext uri="{FF2B5EF4-FFF2-40B4-BE49-F238E27FC236}">
                    <a16:creationId xmlns:a16="http://schemas.microsoft.com/office/drawing/2014/main" id="{02148907-9368-4613-959C-C9D00EC30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940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4" name="Oval 1416">
                <a:extLst>
                  <a:ext uri="{FF2B5EF4-FFF2-40B4-BE49-F238E27FC236}">
                    <a16:creationId xmlns:a16="http://schemas.microsoft.com/office/drawing/2014/main" id="{4DB51FBB-F33D-46F6-B6C5-AFBF180FF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1984"/>
                <a:ext cx="68" cy="69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45" name="Oval 1417">
                <a:extLst>
                  <a:ext uri="{FF2B5EF4-FFF2-40B4-BE49-F238E27FC236}">
                    <a16:creationId xmlns:a16="http://schemas.microsoft.com/office/drawing/2014/main" id="{A5872E44-FB3F-4D8A-B7C8-2A6F9B65D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1984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46" name="Oval 1418">
                <a:extLst>
                  <a:ext uri="{FF2B5EF4-FFF2-40B4-BE49-F238E27FC236}">
                    <a16:creationId xmlns:a16="http://schemas.microsoft.com/office/drawing/2014/main" id="{01BC1FF8-0D16-4B6D-87DE-8D637D356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0" y="1990"/>
                <a:ext cx="41" cy="42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47" name="Oval 1419">
                <a:extLst>
                  <a:ext uri="{FF2B5EF4-FFF2-40B4-BE49-F238E27FC236}">
                    <a16:creationId xmlns:a16="http://schemas.microsoft.com/office/drawing/2014/main" id="{7470480E-0777-42E2-A0F4-8BF57D19F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199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48" name="Freeform 1420">
                <a:extLst>
                  <a:ext uri="{FF2B5EF4-FFF2-40B4-BE49-F238E27FC236}">
                    <a16:creationId xmlns:a16="http://schemas.microsoft.com/office/drawing/2014/main" id="{D97B87CD-87F5-453D-8EB1-B62A49122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001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9" name="Oval 1421">
                <a:extLst>
                  <a:ext uri="{FF2B5EF4-FFF2-40B4-BE49-F238E27FC236}">
                    <a16:creationId xmlns:a16="http://schemas.microsoft.com/office/drawing/2014/main" id="{ABDCBC9E-0EF0-45BA-B5A0-E48C90C38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2045"/>
                <a:ext cx="69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50" name="Oval 1422">
                <a:extLst>
                  <a:ext uri="{FF2B5EF4-FFF2-40B4-BE49-F238E27FC236}">
                    <a16:creationId xmlns:a16="http://schemas.microsoft.com/office/drawing/2014/main" id="{06B94CC8-0F5D-4733-9A50-8888515A7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2045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51" name="Oval 1423">
                <a:extLst>
                  <a:ext uri="{FF2B5EF4-FFF2-40B4-BE49-F238E27FC236}">
                    <a16:creationId xmlns:a16="http://schemas.microsoft.com/office/drawing/2014/main" id="{8C39C5E1-A206-4E54-8DD4-A6600B7F2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3" y="2051"/>
                <a:ext cx="42" cy="42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52" name="Oval 1424">
                <a:extLst>
                  <a:ext uri="{FF2B5EF4-FFF2-40B4-BE49-F238E27FC236}">
                    <a16:creationId xmlns:a16="http://schemas.microsoft.com/office/drawing/2014/main" id="{270356BC-C47A-47D3-887D-21D6A0DDD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05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53" name="Freeform 1425">
                <a:extLst>
                  <a:ext uri="{FF2B5EF4-FFF2-40B4-BE49-F238E27FC236}">
                    <a16:creationId xmlns:a16="http://schemas.microsoft.com/office/drawing/2014/main" id="{B71830BD-E243-4AC0-835A-81731F558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061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4" name="Oval 1426">
                <a:extLst>
                  <a:ext uri="{FF2B5EF4-FFF2-40B4-BE49-F238E27FC236}">
                    <a16:creationId xmlns:a16="http://schemas.microsoft.com/office/drawing/2014/main" id="{BD3214B8-2EBF-4081-8FC0-47BE2F49E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045"/>
                <a:ext cx="68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55" name="Oval 1427">
                <a:extLst>
                  <a:ext uri="{FF2B5EF4-FFF2-40B4-BE49-F238E27FC236}">
                    <a16:creationId xmlns:a16="http://schemas.microsoft.com/office/drawing/2014/main" id="{00AB4EFF-152B-41A3-8CA3-7A7CB251D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045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56" name="Oval 1428">
                <a:extLst>
                  <a:ext uri="{FF2B5EF4-FFF2-40B4-BE49-F238E27FC236}">
                    <a16:creationId xmlns:a16="http://schemas.microsoft.com/office/drawing/2014/main" id="{9E9F0FAC-3AE2-4836-A1A5-AD9D4F7B3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051"/>
                <a:ext cx="41" cy="42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57" name="Oval 1429">
                <a:extLst>
                  <a:ext uri="{FF2B5EF4-FFF2-40B4-BE49-F238E27FC236}">
                    <a16:creationId xmlns:a16="http://schemas.microsoft.com/office/drawing/2014/main" id="{9FEAECF2-F447-4FB4-B8B5-420E6743F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205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58" name="Freeform 1430">
                <a:extLst>
                  <a:ext uri="{FF2B5EF4-FFF2-40B4-BE49-F238E27FC236}">
                    <a16:creationId xmlns:a16="http://schemas.microsoft.com/office/drawing/2014/main" id="{1C0A31B1-A3D4-4BCC-BC8D-E557867C5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061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9" name="Oval 1431">
                <a:extLst>
                  <a:ext uri="{FF2B5EF4-FFF2-40B4-BE49-F238E27FC236}">
                    <a16:creationId xmlns:a16="http://schemas.microsoft.com/office/drawing/2014/main" id="{42D82715-E9D8-4FC2-B0E2-2387A525D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2" y="2105"/>
                <a:ext cx="68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60" name="Oval 1432">
                <a:extLst>
                  <a:ext uri="{FF2B5EF4-FFF2-40B4-BE49-F238E27FC236}">
                    <a16:creationId xmlns:a16="http://schemas.microsoft.com/office/drawing/2014/main" id="{4E7AFBCC-70A3-44AB-990D-CB64F9866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2" y="2105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61" name="Oval 1433">
                <a:extLst>
                  <a:ext uri="{FF2B5EF4-FFF2-40B4-BE49-F238E27FC236}">
                    <a16:creationId xmlns:a16="http://schemas.microsoft.com/office/drawing/2014/main" id="{5CCB3A67-E201-481E-B420-3BAE8353A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2111"/>
                <a:ext cx="42" cy="42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62" name="Oval 1434">
                <a:extLst>
                  <a:ext uri="{FF2B5EF4-FFF2-40B4-BE49-F238E27FC236}">
                    <a16:creationId xmlns:a16="http://schemas.microsoft.com/office/drawing/2014/main" id="{03A17718-5959-4C7D-AFC2-6D3E62F0D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2118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63" name="Freeform 1435">
                <a:extLst>
                  <a:ext uri="{FF2B5EF4-FFF2-40B4-BE49-F238E27FC236}">
                    <a16:creationId xmlns:a16="http://schemas.microsoft.com/office/drawing/2014/main" id="{9075A00D-C678-4935-A2DC-B9059860D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121"/>
                <a:ext cx="60" cy="61"/>
              </a:xfrm>
              <a:custGeom>
                <a:avLst/>
                <a:gdLst>
                  <a:gd name="T0" fmla="*/ 0 w 58"/>
                  <a:gd name="T1" fmla="*/ 49 h 60"/>
                  <a:gd name="T2" fmla="*/ 50 w 58"/>
                  <a:gd name="T3" fmla="*/ 44 h 60"/>
                  <a:gd name="T4" fmla="*/ 52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4" name="Oval 1436">
                <a:extLst>
                  <a:ext uri="{FF2B5EF4-FFF2-40B4-BE49-F238E27FC236}">
                    <a16:creationId xmlns:a16="http://schemas.microsoft.com/office/drawing/2014/main" id="{3E0EB87B-6324-4C09-B926-E9FE21EA5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2" y="1984"/>
                <a:ext cx="68" cy="69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65" name="Oval 1437">
                <a:extLst>
                  <a:ext uri="{FF2B5EF4-FFF2-40B4-BE49-F238E27FC236}">
                    <a16:creationId xmlns:a16="http://schemas.microsoft.com/office/drawing/2014/main" id="{4312CE24-876C-40C5-B8DC-C2DD678A4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2" y="1984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66" name="Oval 1438">
                <a:extLst>
                  <a:ext uri="{FF2B5EF4-FFF2-40B4-BE49-F238E27FC236}">
                    <a16:creationId xmlns:a16="http://schemas.microsoft.com/office/drawing/2014/main" id="{D51CEB0D-D433-484A-9B49-DD8CE1662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1990"/>
                <a:ext cx="41" cy="42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67" name="Oval 1439">
                <a:extLst>
                  <a:ext uri="{FF2B5EF4-FFF2-40B4-BE49-F238E27FC236}">
                    <a16:creationId xmlns:a16="http://schemas.microsoft.com/office/drawing/2014/main" id="{09BBAA11-301C-4C7C-9F95-08E226BBC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998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68" name="Freeform 1440">
                <a:extLst>
                  <a:ext uri="{FF2B5EF4-FFF2-40B4-BE49-F238E27FC236}">
                    <a16:creationId xmlns:a16="http://schemas.microsoft.com/office/drawing/2014/main" id="{3290BB12-E5A7-44FC-8F7C-B01089A99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001"/>
                <a:ext cx="60" cy="61"/>
              </a:xfrm>
              <a:custGeom>
                <a:avLst/>
                <a:gdLst>
                  <a:gd name="T0" fmla="*/ 0 w 58"/>
                  <a:gd name="T1" fmla="*/ 49 h 60"/>
                  <a:gd name="T2" fmla="*/ 52 w 58"/>
                  <a:gd name="T3" fmla="*/ 44 h 60"/>
                  <a:gd name="T4" fmla="*/ 54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9" name="Oval 1441">
                <a:extLst>
                  <a:ext uri="{FF2B5EF4-FFF2-40B4-BE49-F238E27FC236}">
                    <a16:creationId xmlns:a16="http://schemas.microsoft.com/office/drawing/2014/main" id="{A232D749-4E9F-4F78-9F46-9F61B7620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1984"/>
                <a:ext cx="69" cy="69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70" name="Oval 1442">
                <a:extLst>
                  <a:ext uri="{FF2B5EF4-FFF2-40B4-BE49-F238E27FC236}">
                    <a16:creationId xmlns:a16="http://schemas.microsoft.com/office/drawing/2014/main" id="{FD3593CD-3E37-4C95-8B8C-FA198A8F9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1984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71" name="Oval 1443">
                <a:extLst>
                  <a:ext uri="{FF2B5EF4-FFF2-40B4-BE49-F238E27FC236}">
                    <a16:creationId xmlns:a16="http://schemas.microsoft.com/office/drawing/2014/main" id="{6BED3E7E-A795-49FF-946A-65FE8005D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1990"/>
                <a:ext cx="40" cy="42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72" name="Oval 1444">
                <a:extLst>
                  <a:ext uri="{FF2B5EF4-FFF2-40B4-BE49-F238E27FC236}">
                    <a16:creationId xmlns:a16="http://schemas.microsoft.com/office/drawing/2014/main" id="{B811FB95-ED59-4F68-95BC-FA4F2A258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199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73" name="Freeform 1445">
                <a:extLst>
                  <a:ext uri="{FF2B5EF4-FFF2-40B4-BE49-F238E27FC236}">
                    <a16:creationId xmlns:a16="http://schemas.microsoft.com/office/drawing/2014/main" id="{BBAAA3EB-447B-4AA5-A105-855BF518E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001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4" name="Oval 1446">
                <a:extLst>
                  <a:ext uri="{FF2B5EF4-FFF2-40B4-BE49-F238E27FC236}">
                    <a16:creationId xmlns:a16="http://schemas.microsoft.com/office/drawing/2014/main" id="{538E3D93-B05B-4755-A34F-A99ECCA61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924"/>
                <a:ext cx="70" cy="69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75" name="Oval 1447">
                <a:extLst>
                  <a:ext uri="{FF2B5EF4-FFF2-40B4-BE49-F238E27FC236}">
                    <a16:creationId xmlns:a16="http://schemas.microsoft.com/office/drawing/2014/main" id="{E431E3C5-F5E2-4EAD-8B98-6EE56D4B4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924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76" name="Oval 1448">
                <a:extLst>
                  <a:ext uri="{FF2B5EF4-FFF2-40B4-BE49-F238E27FC236}">
                    <a16:creationId xmlns:a16="http://schemas.microsoft.com/office/drawing/2014/main" id="{2321CD7C-47F2-4CDA-B132-E1321DFE8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1930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77" name="Oval 1449">
                <a:extLst>
                  <a:ext uri="{FF2B5EF4-FFF2-40B4-BE49-F238E27FC236}">
                    <a16:creationId xmlns:a16="http://schemas.microsoft.com/office/drawing/2014/main" id="{0833FC0D-560C-4511-AFE1-437079DEF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1936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78" name="Freeform 1450">
                <a:extLst>
                  <a:ext uri="{FF2B5EF4-FFF2-40B4-BE49-F238E27FC236}">
                    <a16:creationId xmlns:a16="http://schemas.microsoft.com/office/drawing/2014/main" id="{1E533FAD-B0B4-43A6-B9DD-24AB3A81E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940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9" name="Oval 1451">
                <a:extLst>
                  <a:ext uri="{FF2B5EF4-FFF2-40B4-BE49-F238E27FC236}">
                    <a16:creationId xmlns:a16="http://schemas.microsoft.com/office/drawing/2014/main" id="{6D70D4D6-70EA-4882-A737-EAA25DD2A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924"/>
                <a:ext cx="69" cy="69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80" name="Oval 1452">
                <a:extLst>
                  <a:ext uri="{FF2B5EF4-FFF2-40B4-BE49-F238E27FC236}">
                    <a16:creationId xmlns:a16="http://schemas.microsoft.com/office/drawing/2014/main" id="{DEC6D273-BE3C-4E78-8A7D-7CCE58CED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924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81" name="Oval 1453">
                <a:extLst>
                  <a:ext uri="{FF2B5EF4-FFF2-40B4-BE49-F238E27FC236}">
                    <a16:creationId xmlns:a16="http://schemas.microsoft.com/office/drawing/2014/main" id="{F2F08944-8472-4738-8DF9-E892C359E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930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82" name="Oval 1454">
                <a:extLst>
                  <a:ext uri="{FF2B5EF4-FFF2-40B4-BE49-F238E27FC236}">
                    <a16:creationId xmlns:a16="http://schemas.microsoft.com/office/drawing/2014/main" id="{4E1F2411-C641-4D17-98BE-4C074AC7A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936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83" name="Freeform 1455">
                <a:extLst>
                  <a:ext uri="{FF2B5EF4-FFF2-40B4-BE49-F238E27FC236}">
                    <a16:creationId xmlns:a16="http://schemas.microsoft.com/office/drawing/2014/main" id="{F0C757BC-16BC-4D30-8A8C-29EB72707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940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84" name="Oval 1456">
                <a:extLst>
                  <a:ext uri="{FF2B5EF4-FFF2-40B4-BE49-F238E27FC236}">
                    <a16:creationId xmlns:a16="http://schemas.microsoft.com/office/drawing/2014/main" id="{42B6EABA-6D17-4410-A28A-D267BA0A2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924"/>
                <a:ext cx="70" cy="69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85" name="Oval 1457">
                <a:extLst>
                  <a:ext uri="{FF2B5EF4-FFF2-40B4-BE49-F238E27FC236}">
                    <a16:creationId xmlns:a16="http://schemas.microsoft.com/office/drawing/2014/main" id="{0E56F517-A38B-4890-ABCC-B2FCDA680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924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86" name="Oval 1458">
                <a:extLst>
                  <a:ext uri="{FF2B5EF4-FFF2-40B4-BE49-F238E27FC236}">
                    <a16:creationId xmlns:a16="http://schemas.microsoft.com/office/drawing/2014/main" id="{6AC68D00-54D6-48CA-AFBD-F35742872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1930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87" name="Oval 1459">
                <a:extLst>
                  <a:ext uri="{FF2B5EF4-FFF2-40B4-BE49-F238E27FC236}">
                    <a16:creationId xmlns:a16="http://schemas.microsoft.com/office/drawing/2014/main" id="{C8F853D9-7107-4303-8A80-13CF358CE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1936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88" name="Freeform 1460">
                <a:extLst>
                  <a:ext uri="{FF2B5EF4-FFF2-40B4-BE49-F238E27FC236}">
                    <a16:creationId xmlns:a16="http://schemas.microsoft.com/office/drawing/2014/main" id="{2ED81F2A-022D-4DB0-86CF-5A0E3FFD8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940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89" name="Oval 1461">
                <a:extLst>
                  <a:ext uri="{FF2B5EF4-FFF2-40B4-BE49-F238E27FC236}">
                    <a16:creationId xmlns:a16="http://schemas.microsoft.com/office/drawing/2014/main" id="{6C4141D2-FE71-420F-815C-0DD783D2A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1864"/>
                <a:ext cx="68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90" name="Oval 1462">
                <a:extLst>
                  <a:ext uri="{FF2B5EF4-FFF2-40B4-BE49-F238E27FC236}">
                    <a16:creationId xmlns:a16="http://schemas.microsoft.com/office/drawing/2014/main" id="{5EADB22F-B06F-40DC-AD9E-27C97CCD8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1864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91" name="Oval 1463">
                <a:extLst>
                  <a:ext uri="{FF2B5EF4-FFF2-40B4-BE49-F238E27FC236}">
                    <a16:creationId xmlns:a16="http://schemas.microsoft.com/office/drawing/2014/main" id="{889FCFD1-7479-4395-AC2B-F6BCF4CD5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0" y="1870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92" name="Oval 1464">
                <a:extLst>
                  <a:ext uri="{FF2B5EF4-FFF2-40B4-BE49-F238E27FC236}">
                    <a16:creationId xmlns:a16="http://schemas.microsoft.com/office/drawing/2014/main" id="{04CF451C-07C3-42A5-AFCF-2DA0367B6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187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93" name="Freeform 1465">
                <a:extLst>
                  <a:ext uri="{FF2B5EF4-FFF2-40B4-BE49-F238E27FC236}">
                    <a16:creationId xmlns:a16="http://schemas.microsoft.com/office/drawing/2014/main" id="{73482A0B-09F4-4F92-8101-DC52D9113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880"/>
                <a:ext cx="58" cy="61"/>
              </a:xfrm>
              <a:custGeom>
                <a:avLst/>
                <a:gdLst>
                  <a:gd name="T0" fmla="*/ 0 w 57"/>
                  <a:gd name="T1" fmla="*/ 49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4" name="Oval 1466">
                <a:extLst>
                  <a:ext uri="{FF2B5EF4-FFF2-40B4-BE49-F238E27FC236}">
                    <a16:creationId xmlns:a16="http://schemas.microsoft.com/office/drawing/2014/main" id="{3A973837-7D47-40B5-B1E5-18D3A4FA1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3" y="1864"/>
                <a:ext cx="68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95" name="Oval 1467">
                <a:extLst>
                  <a:ext uri="{FF2B5EF4-FFF2-40B4-BE49-F238E27FC236}">
                    <a16:creationId xmlns:a16="http://schemas.microsoft.com/office/drawing/2014/main" id="{86391F43-EAE7-4AF4-A185-14A82A178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2" y="1864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96" name="Oval 1468">
                <a:extLst>
                  <a:ext uri="{FF2B5EF4-FFF2-40B4-BE49-F238E27FC236}">
                    <a16:creationId xmlns:a16="http://schemas.microsoft.com/office/drawing/2014/main" id="{0417D093-37C0-4FA5-B593-043F271B3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1870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97" name="Oval 1469">
                <a:extLst>
                  <a:ext uri="{FF2B5EF4-FFF2-40B4-BE49-F238E27FC236}">
                    <a16:creationId xmlns:a16="http://schemas.microsoft.com/office/drawing/2014/main" id="{1B885E9A-D188-4E83-9775-423479C75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876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798" name="Freeform 1470">
                <a:extLst>
                  <a:ext uri="{FF2B5EF4-FFF2-40B4-BE49-F238E27FC236}">
                    <a16:creationId xmlns:a16="http://schemas.microsoft.com/office/drawing/2014/main" id="{07B30D12-404E-43C8-A7E4-1AF994050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880"/>
                <a:ext cx="59" cy="61"/>
              </a:xfrm>
              <a:custGeom>
                <a:avLst/>
                <a:gdLst>
                  <a:gd name="T0" fmla="*/ 0 w 57"/>
                  <a:gd name="T1" fmla="*/ 49 h 60"/>
                  <a:gd name="T2" fmla="*/ 51 w 57"/>
                  <a:gd name="T3" fmla="*/ 44 h 60"/>
                  <a:gd name="T4" fmla="*/ 53 w 57"/>
                  <a:gd name="T5" fmla="*/ 0 h 60"/>
                  <a:gd name="T6" fmla="*/ 43 w 57"/>
                  <a:gd name="T7" fmla="*/ 41 h 60"/>
                  <a:gd name="T8" fmla="*/ 0 w 57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9" name="Oval 1471">
                <a:extLst>
                  <a:ext uri="{FF2B5EF4-FFF2-40B4-BE49-F238E27FC236}">
                    <a16:creationId xmlns:a16="http://schemas.microsoft.com/office/drawing/2014/main" id="{6CC39091-6690-42B7-A0A2-F58E314F8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1864"/>
                <a:ext cx="68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00" name="Oval 1472">
                <a:extLst>
                  <a:ext uri="{FF2B5EF4-FFF2-40B4-BE49-F238E27FC236}">
                    <a16:creationId xmlns:a16="http://schemas.microsoft.com/office/drawing/2014/main" id="{4803F754-6C01-406A-822D-0739EA7AD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1864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01" name="Oval 1473">
                <a:extLst>
                  <a:ext uri="{FF2B5EF4-FFF2-40B4-BE49-F238E27FC236}">
                    <a16:creationId xmlns:a16="http://schemas.microsoft.com/office/drawing/2014/main" id="{E32D223E-7779-473D-A4C8-DA1481988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1870"/>
                <a:ext cx="40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02" name="Oval 1474">
                <a:extLst>
                  <a:ext uri="{FF2B5EF4-FFF2-40B4-BE49-F238E27FC236}">
                    <a16:creationId xmlns:a16="http://schemas.microsoft.com/office/drawing/2014/main" id="{4414FC33-49B4-4E38-BBCB-EA6235C6D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187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03" name="Freeform 1475">
                <a:extLst>
                  <a:ext uri="{FF2B5EF4-FFF2-40B4-BE49-F238E27FC236}">
                    <a16:creationId xmlns:a16="http://schemas.microsoft.com/office/drawing/2014/main" id="{F8C5F2F0-9BCB-450E-994C-A425CF129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880"/>
                <a:ext cx="58" cy="61"/>
              </a:xfrm>
              <a:custGeom>
                <a:avLst/>
                <a:gdLst>
                  <a:gd name="T0" fmla="*/ 0 w 57"/>
                  <a:gd name="T1" fmla="*/ 49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4" name="Oval 1476">
                <a:extLst>
                  <a:ext uri="{FF2B5EF4-FFF2-40B4-BE49-F238E27FC236}">
                    <a16:creationId xmlns:a16="http://schemas.microsoft.com/office/drawing/2014/main" id="{B6853A2D-4714-4230-8BC3-53D6A8BBD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864"/>
                <a:ext cx="68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05" name="Oval 1477">
                <a:extLst>
                  <a:ext uri="{FF2B5EF4-FFF2-40B4-BE49-F238E27FC236}">
                    <a16:creationId xmlns:a16="http://schemas.microsoft.com/office/drawing/2014/main" id="{C24B5476-6ABD-40B7-80B3-FA68545A2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1864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06" name="Oval 1478">
                <a:extLst>
                  <a:ext uri="{FF2B5EF4-FFF2-40B4-BE49-F238E27FC236}">
                    <a16:creationId xmlns:a16="http://schemas.microsoft.com/office/drawing/2014/main" id="{4BE187D1-97EE-4975-94A7-9CB271281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1870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07" name="Oval 1479">
                <a:extLst>
                  <a:ext uri="{FF2B5EF4-FFF2-40B4-BE49-F238E27FC236}">
                    <a16:creationId xmlns:a16="http://schemas.microsoft.com/office/drawing/2014/main" id="{03581D61-D47F-417D-8331-896CD2707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" y="1876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08" name="Freeform 1480">
                <a:extLst>
                  <a:ext uri="{FF2B5EF4-FFF2-40B4-BE49-F238E27FC236}">
                    <a16:creationId xmlns:a16="http://schemas.microsoft.com/office/drawing/2014/main" id="{149BCDC0-033B-49D4-8A03-BD229B62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880"/>
                <a:ext cx="59" cy="61"/>
              </a:xfrm>
              <a:custGeom>
                <a:avLst/>
                <a:gdLst>
                  <a:gd name="T0" fmla="*/ 0 w 57"/>
                  <a:gd name="T1" fmla="*/ 49 h 60"/>
                  <a:gd name="T2" fmla="*/ 51 w 57"/>
                  <a:gd name="T3" fmla="*/ 44 h 60"/>
                  <a:gd name="T4" fmla="*/ 53 w 57"/>
                  <a:gd name="T5" fmla="*/ 0 h 60"/>
                  <a:gd name="T6" fmla="*/ 43 w 57"/>
                  <a:gd name="T7" fmla="*/ 41 h 60"/>
                  <a:gd name="T8" fmla="*/ 0 w 57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9" name="Oval 1481">
                <a:extLst>
                  <a:ext uri="{FF2B5EF4-FFF2-40B4-BE49-F238E27FC236}">
                    <a16:creationId xmlns:a16="http://schemas.microsoft.com/office/drawing/2014/main" id="{EEFF63A3-4853-452E-BA0C-F49E1B120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804"/>
                <a:ext cx="68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10" name="Oval 1482">
                <a:extLst>
                  <a:ext uri="{FF2B5EF4-FFF2-40B4-BE49-F238E27FC236}">
                    <a16:creationId xmlns:a16="http://schemas.microsoft.com/office/drawing/2014/main" id="{2265C507-6768-4013-AF01-6D83F8BBD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804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11" name="Oval 1483">
                <a:extLst>
                  <a:ext uri="{FF2B5EF4-FFF2-40B4-BE49-F238E27FC236}">
                    <a16:creationId xmlns:a16="http://schemas.microsoft.com/office/drawing/2014/main" id="{4D8631C0-53BA-4CCD-A0FD-45BE3D2B3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1810"/>
                <a:ext cx="42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12" name="Oval 1484">
                <a:extLst>
                  <a:ext uri="{FF2B5EF4-FFF2-40B4-BE49-F238E27FC236}">
                    <a16:creationId xmlns:a16="http://schemas.microsoft.com/office/drawing/2014/main" id="{B923A8ED-7870-41F3-93F2-7F8B76D6D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1816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13" name="Freeform 1485">
                <a:extLst>
                  <a:ext uri="{FF2B5EF4-FFF2-40B4-BE49-F238E27FC236}">
                    <a16:creationId xmlns:a16="http://schemas.microsoft.com/office/drawing/2014/main" id="{C1161360-1AF9-4818-A63B-4696A8642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820"/>
                <a:ext cx="59" cy="60"/>
              </a:xfrm>
              <a:custGeom>
                <a:avLst/>
                <a:gdLst>
                  <a:gd name="T0" fmla="*/ 0 w 58"/>
                  <a:gd name="T1" fmla="*/ 49 h 59"/>
                  <a:gd name="T2" fmla="*/ 47 w 58"/>
                  <a:gd name="T3" fmla="*/ 44 h 59"/>
                  <a:gd name="T4" fmla="*/ 48 w 58"/>
                  <a:gd name="T5" fmla="*/ 0 h 59"/>
                  <a:gd name="T6" fmla="*/ 43 w 58"/>
                  <a:gd name="T7" fmla="*/ 40 h 59"/>
                  <a:gd name="T8" fmla="*/ 0 w 58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3" y="59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4" name="Oval 1486">
                <a:extLst>
                  <a:ext uri="{FF2B5EF4-FFF2-40B4-BE49-F238E27FC236}">
                    <a16:creationId xmlns:a16="http://schemas.microsoft.com/office/drawing/2014/main" id="{E268A25E-45AD-4AF6-9FBB-F99991E1C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804"/>
                <a:ext cx="69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15" name="Oval 1487">
                <a:extLst>
                  <a:ext uri="{FF2B5EF4-FFF2-40B4-BE49-F238E27FC236}">
                    <a16:creationId xmlns:a16="http://schemas.microsoft.com/office/drawing/2014/main" id="{00CA4913-9EEC-4900-B7E1-ED735AC67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804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16" name="Oval 1488">
                <a:extLst>
                  <a:ext uri="{FF2B5EF4-FFF2-40B4-BE49-F238E27FC236}">
                    <a16:creationId xmlns:a16="http://schemas.microsoft.com/office/drawing/2014/main" id="{2C16E937-FB2A-4EC5-8631-44A5C6FE6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1810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17" name="Oval 1489">
                <a:extLst>
                  <a:ext uri="{FF2B5EF4-FFF2-40B4-BE49-F238E27FC236}">
                    <a16:creationId xmlns:a16="http://schemas.microsoft.com/office/drawing/2014/main" id="{564E8153-23F3-4082-B740-596083C77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181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18" name="Freeform 1490">
                <a:extLst>
                  <a:ext uri="{FF2B5EF4-FFF2-40B4-BE49-F238E27FC236}">
                    <a16:creationId xmlns:a16="http://schemas.microsoft.com/office/drawing/2014/main" id="{9C403604-9EBF-4E89-AA3E-9C00BE0A6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820"/>
                <a:ext cx="58" cy="60"/>
              </a:xfrm>
              <a:custGeom>
                <a:avLst/>
                <a:gdLst>
                  <a:gd name="T0" fmla="*/ 0 w 57"/>
                  <a:gd name="T1" fmla="*/ 49 h 59"/>
                  <a:gd name="T2" fmla="*/ 47 w 57"/>
                  <a:gd name="T3" fmla="*/ 44 h 59"/>
                  <a:gd name="T4" fmla="*/ 48 w 57"/>
                  <a:gd name="T5" fmla="*/ 0 h 59"/>
                  <a:gd name="T6" fmla="*/ 43 w 57"/>
                  <a:gd name="T7" fmla="*/ 40 h 59"/>
                  <a:gd name="T8" fmla="*/ 0 w 57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9">
                    <a:moveTo>
                      <a:pt x="0" y="43"/>
                    </a:moveTo>
                    <a:cubicBezTo>
                      <a:pt x="0" y="43"/>
                      <a:pt x="23" y="59"/>
                      <a:pt x="41" y="38"/>
                    </a:cubicBezTo>
                    <a:cubicBezTo>
                      <a:pt x="57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4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9" name="Oval 1491">
                <a:extLst>
                  <a:ext uri="{FF2B5EF4-FFF2-40B4-BE49-F238E27FC236}">
                    <a16:creationId xmlns:a16="http://schemas.microsoft.com/office/drawing/2014/main" id="{B5E65F6B-E8C9-4387-9C83-904365D85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804"/>
                <a:ext cx="68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20" name="Oval 1492">
                <a:extLst>
                  <a:ext uri="{FF2B5EF4-FFF2-40B4-BE49-F238E27FC236}">
                    <a16:creationId xmlns:a16="http://schemas.microsoft.com/office/drawing/2014/main" id="{D9E24EC3-6015-4A52-9BD0-36FA0F1DB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804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21" name="Oval 1493">
                <a:extLst>
                  <a:ext uri="{FF2B5EF4-FFF2-40B4-BE49-F238E27FC236}">
                    <a16:creationId xmlns:a16="http://schemas.microsoft.com/office/drawing/2014/main" id="{8CCEAA0F-9274-4073-A957-2626C7AFB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1810"/>
                <a:ext cx="42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22" name="Oval 1494">
                <a:extLst>
                  <a:ext uri="{FF2B5EF4-FFF2-40B4-BE49-F238E27FC236}">
                    <a16:creationId xmlns:a16="http://schemas.microsoft.com/office/drawing/2014/main" id="{F3175566-D44F-4318-96F5-7F08C7E59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81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23" name="Freeform 1495">
                <a:extLst>
                  <a:ext uri="{FF2B5EF4-FFF2-40B4-BE49-F238E27FC236}">
                    <a16:creationId xmlns:a16="http://schemas.microsoft.com/office/drawing/2014/main" id="{45D25717-57B3-490D-851A-D7A39E63B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820"/>
                <a:ext cx="59" cy="60"/>
              </a:xfrm>
              <a:custGeom>
                <a:avLst/>
                <a:gdLst>
                  <a:gd name="T0" fmla="*/ 0 w 58"/>
                  <a:gd name="T1" fmla="*/ 49 h 59"/>
                  <a:gd name="T2" fmla="*/ 48 w 58"/>
                  <a:gd name="T3" fmla="*/ 44 h 59"/>
                  <a:gd name="T4" fmla="*/ 49 w 58"/>
                  <a:gd name="T5" fmla="*/ 0 h 59"/>
                  <a:gd name="T6" fmla="*/ 43 w 58"/>
                  <a:gd name="T7" fmla="*/ 40 h 59"/>
                  <a:gd name="T8" fmla="*/ 0 w 58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3" y="59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24" name="Oval 1496">
                <a:extLst>
                  <a:ext uri="{FF2B5EF4-FFF2-40B4-BE49-F238E27FC236}">
                    <a16:creationId xmlns:a16="http://schemas.microsoft.com/office/drawing/2014/main" id="{0270818E-2275-4949-BB7F-5C01795DD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804"/>
                <a:ext cx="69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25" name="Oval 1497">
                <a:extLst>
                  <a:ext uri="{FF2B5EF4-FFF2-40B4-BE49-F238E27FC236}">
                    <a16:creationId xmlns:a16="http://schemas.microsoft.com/office/drawing/2014/main" id="{6B3FA45A-24E5-4459-A8CA-0640E7DAF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804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26" name="Oval 1498">
                <a:extLst>
                  <a:ext uri="{FF2B5EF4-FFF2-40B4-BE49-F238E27FC236}">
                    <a16:creationId xmlns:a16="http://schemas.microsoft.com/office/drawing/2014/main" id="{6378F17F-4C68-4944-9DBC-56862A92E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1810"/>
                <a:ext cx="42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27" name="Oval 1499">
                <a:extLst>
                  <a:ext uri="{FF2B5EF4-FFF2-40B4-BE49-F238E27FC236}">
                    <a16:creationId xmlns:a16="http://schemas.microsoft.com/office/drawing/2014/main" id="{1AA71183-38E6-41A8-8A32-8114DA6C2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1816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28" name="Freeform 1500">
                <a:extLst>
                  <a:ext uri="{FF2B5EF4-FFF2-40B4-BE49-F238E27FC236}">
                    <a16:creationId xmlns:a16="http://schemas.microsoft.com/office/drawing/2014/main" id="{3AD2CA91-943D-4058-990E-B34A31C81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820"/>
                <a:ext cx="59" cy="60"/>
              </a:xfrm>
              <a:custGeom>
                <a:avLst/>
                <a:gdLst>
                  <a:gd name="T0" fmla="*/ 0 w 58"/>
                  <a:gd name="T1" fmla="*/ 49 h 59"/>
                  <a:gd name="T2" fmla="*/ 47 w 58"/>
                  <a:gd name="T3" fmla="*/ 44 h 59"/>
                  <a:gd name="T4" fmla="*/ 48 w 58"/>
                  <a:gd name="T5" fmla="*/ 0 h 59"/>
                  <a:gd name="T6" fmla="*/ 43 w 58"/>
                  <a:gd name="T7" fmla="*/ 40 h 59"/>
                  <a:gd name="T8" fmla="*/ 0 w 58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3" y="59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29" name="Oval 1501">
                <a:extLst>
                  <a:ext uri="{FF2B5EF4-FFF2-40B4-BE49-F238E27FC236}">
                    <a16:creationId xmlns:a16="http://schemas.microsoft.com/office/drawing/2014/main" id="{0A4536CF-D13B-4D19-A843-682B5DD77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1804"/>
                <a:ext cx="68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30" name="Oval 1502">
                <a:extLst>
                  <a:ext uri="{FF2B5EF4-FFF2-40B4-BE49-F238E27FC236}">
                    <a16:creationId xmlns:a16="http://schemas.microsoft.com/office/drawing/2014/main" id="{28B55563-70BE-47FE-8831-377F303C2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804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31" name="Oval 1503">
                <a:extLst>
                  <a:ext uri="{FF2B5EF4-FFF2-40B4-BE49-F238E27FC236}">
                    <a16:creationId xmlns:a16="http://schemas.microsoft.com/office/drawing/2014/main" id="{FE81AE13-F6D1-4FF9-9EDD-23467D5E5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1810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32" name="Oval 1504">
                <a:extLst>
                  <a:ext uri="{FF2B5EF4-FFF2-40B4-BE49-F238E27FC236}">
                    <a16:creationId xmlns:a16="http://schemas.microsoft.com/office/drawing/2014/main" id="{044D100D-2B06-4830-BCA4-6B1292C62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181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33" name="Freeform 1505">
                <a:extLst>
                  <a:ext uri="{FF2B5EF4-FFF2-40B4-BE49-F238E27FC236}">
                    <a16:creationId xmlns:a16="http://schemas.microsoft.com/office/drawing/2014/main" id="{4ACA622C-8F1D-42B5-B2EB-23C58123E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820"/>
                <a:ext cx="58" cy="60"/>
              </a:xfrm>
              <a:custGeom>
                <a:avLst/>
                <a:gdLst>
                  <a:gd name="T0" fmla="*/ 0 w 57"/>
                  <a:gd name="T1" fmla="*/ 49 h 59"/>
                  <a:gd name="T2" fmla="*/ 47 w 57"/>
                  <a:gd name="T3" fmla="*/ 44 h 59"/>
                  <a:gd name="T4" fmla="*/ 48 w 57"/>
                  <a:gd name="T5" fmla="*/ 0 h 59"/>
                  <a:gd name="T6" fmla="*/ 43 w 57"/>
                  <a:gd name="T7" fmla="*/ 40 h 59"/>
                  <a:gd name="T8" fmla="*/ 0 w 57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9">
                    <a:moveTo>
                      <a:pt x="0" y="43"/>
                    </a:moveTo>
                    <a:cubicBezTo>
                      <a:pt x="0" y="43"/>
                      <a:pt x="23" y="59"/>
                      <a:pt x="41" y="38"/>
                    </a:cubicBezTo>
                    <a:cubicBezTo>
                      <a:pt x="57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4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34" name="Oval 1506">
                <a:extLst>
                  <a:ext uri="{FF2B5EF4-FFF2-40B4-BE49-F238E27FC236}">
                    <a16:creationId xmlns:a16="http://schemas.microsoft.com/office/drawing/2014/main" id="{D5D3A7BC-8AB2-4792-A5DE-21830C892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1743"/>
                <a:ext cx="69" cy="69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35" name="Oval 1507">
                <a:extLst>
                  <a:ext uri="{FF2B5EF4-FFF2-40B4-BE49-F238E27FC236}">
                    <a16:creationId xmlns:a16="http://schemas.microsoft.com/office/drawing/2014/main" id="{39A9DE09-61B4-4702-B9AA-E8D83711C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1743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36" name="Oval 1508">
                <a:extLst>
                  <a:ext uri="{FF2B5EF4-FFF2-40B4-BE49-F238E27FC236}">
                    <a16:creationId xmlns:a16="http://schemas.microsoft.com/office/drawing/2014/main" id="{CEC7960F-B0F4-4652-BCE5-699B9C8A6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0" y="1749"/>
                <a:ext cx="42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37" name="Oval 1509">
                <a:extLst>
                  <a:ext uri="{FF2B5EF4-FFF2-40B4-BE49-F238E27FC236}">
                    <a16:creationId xmlns:a16="http://schemas.microsoft.com/office/drawing/2014/main" id="{F133F305-A3FC-4161-B934-EAE3490C8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175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38" name="Freeform 1510">
                <a:extLst>
                  <a:ext uri="{FF2B5EF4-FFF2-40B4-BE49-F238E27FC236}">
                    <a16:creationId xmlns:a16="http://schemas.microsoft.com/office/drawing/2014/main" id="{D6415B91-0205-4A50-8C34-032A298B2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760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39" name="Oval 1511">
                <a:extLst>
                  <a:ext uri="{FF2B5EF4-FFF2-40B4-BE49-F238E27FC236}">
                    <a16:creationId xmlns:a16="http://schemas.microsoft.com/office/drawing/2014/main" id="{919B5C7B-BC92-4F53-B4D1-BD49A19B5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1743"/>
                <a:ext cx="68" cy="69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40" name="Oval 1512">
                <a:extLst>
                  <a:ext uri="{FF2B5EF4-FFF2-40B4-BE49-F238E27FC236}">
                    <a16:creationId xmlns:a16="http://schemas.microsoft.com/office/drawing/2014/main" id="{BBB9042F-7A83-4B37-A164-A530CAFFB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1743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41" name="Oval 1513">
                <a:extLst>
                  <a:ext uri="{FF2B5EF4-FFF2-40B4-BE49-F238E27FC236}">
                    <a16:creationId xmlns:a16="http://schemas.microsoft.com/office/drawing/2014/main" id="{B2BE78E3-F477-4C4C-80D1-4D6FB034E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0" y="1749"/>
                <a:ext cx="42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42" name="Oval 1514">
                <a:extLst>
                  <a:ext uri="{FF2B5EF4-FFF2-40B4-BE49-F238E27FC236}">
                    <a16:creationId xmlns:a16="http://schemas.microsoft.com/office/drawing/2014/main" id="{7E61FDC1-721E-4622-84B0-A559FE966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175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43" name="Freeform 1515">
                <a:extLst>
                  <a:ext uri="{FF2B5EF4-FFF2-40B4-BE49-F238E27FC236}">
                    <a16:creationId xmlns:a16="http://schemas.microsoft.com/office/drawing/2014/main" id="{C9C73496-7E0E-48B1-A124-37C8D5215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760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44" name="Oval 1516">
                <a:extLst>
                  <a:ext uri="{FF2B5EF4-FFF2-40B4-BE49-F238E27FC236}">
                    <a16:creationId xmlns:a16="http://schemas.microsoft.com/office/drawing/2014/main" id="{F8F498C5-6992-4D65-8D83-0DB2521A2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3" y="1743"/>
                <a:ext cx="68" cy="69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45" name="Oval 1517">
                <a:extLst>
                  <a:ext uri="{FF2B5EF4-FFF2-40B4-BE49-F238E27FC236}">
                    <a16:creationId xmlns:a16="http://schemas.microsoft.com/office/drawing/2014/main" id="{F0D36F1B-975C-493F-935A-9605BA212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3" y="1743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46" name="Oval 1518">
                <a:extLst>
                  <a:ext uri="{FF2B5EF4-FFF2-40B4-BE49-F238E27FC236}">
                    <a16:creationId xmlns:a16="http://schemas.microsoft.com/office/drawing/2014/main" id="{65AA1625-BE27-4AB8-BA36-66FE51156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1749"/>
                <a:ext cx="42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47" name="Oval 1519">
                <a:extLst>
                  <a:ext uri="{FF2B5EF4-FFF2-40B4-BE49-F238E27FC236}">
                    <a16:creationId xmlns:a16="http://schemas.microsoft.com/office/drawing/2014/main" id="{7F088930-6D4A-492E-91A9-B56A871D8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1756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48" name="Freeform 1520">
                <a:extLst>
                  <a:ext uri="{FF2B5EF4-FFF2-40B4-BE49-F238E27FC236}">
                    <a16:creationId xmlns:a16="http://schemas.microsoft.com/office/drawing/2014/main" id="{957306D7-5D80-4AC7-96AA-9DBFA5B2D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760"/>
                <a:ext cx="60" cy="61"/>
              </a:xfrm>
              <a:custGeom>
                <a:avLst/>
                <a:gdLst>
                  <a:gd name="T0" fmla="*/ 0 w 58"/>
                  <a:gd name="T1" fmla="*/ 49 h 60"/>
                  <a:gd name="T2" fmla="*/ 50 w 58"/>
                  <a:gd name="T3" fmla="*/ 44 h 60"/>
                  <a:gd name="T4" fmla="*/ 52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49" name="Oval 1521">
                <a:extLst>
                  <a:ext uri="{FF2B5EF4-FFF2-40B4-BE49-F238E27FC236}">
                    <a16:creationId xmlns:a16="http://schemas.microsoft.com/office/drawing/2014/main" id="{436ACFB2-3E69-4CDB-90F3-F1B71D24F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1743"/>
                <a:ext cx="68" cy="69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50" name="Oval 1522">
                <a:extLst>
                  <a:ext uri="{FF2B5EF4-FFF2-40B4-BE49-F238E27FC236}">
                    <a16:creationId xmlns:a16="http://schemas.microsoft.com/office/drawing/2014/main" id="{D83961C3-2C99-4790-B847-A14A3C05D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1743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51" name="Oval 1523">
                <a:extLst>
                  <a:ext uri="{FF2B5EF4-FFF2-40B4-BE49-F238E27FC236}">
                    <a16:creationId xmlns:a16="http://schemas.microsoft.com/office/drawing/2014/main" id="{34EBF30E-C083-4B86-81F4-8FBCDC78B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1749"/>
                <a:ext cx="42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52" name="Oval 1524">
                <a:extLst>
                  <a:ext uri="{FF2B5EF4-FFF2-40B4-BE49-F238E27FC236}">
                    <a16:creationId xmlns:a16="http://schemas.microsoft.com/office/drawing/2014/main" id="{E0DAE97C-C4E8-4C03-A047-A1B649D02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8" y="175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853" name="Freeform 1525">
                <a:extLst>
                  <a:ext uri="{FF2B5EF4-FFF2-40B4-BE49-F238E27FC236}">
                    <a16:creationId xmlns:a16="http://schemas.microsoft.com/office/drawing/2014/main" id="{A6AAE7FF-8DFD-4B4E-A72E-17FC84B08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760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133" name="Group 1526">
              <a:extLst>
                <a:ext uri="{FF2B5EF4-FFF2-40B4-BE49-F238E27FC236}">
                  <a16:creationId xmlns:a16="http://schemas.microsoft.com/office/drawing/2014/main" id="{4E3C607F-B132-4861-BA7E-9647CDA923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0" y="1289"/>
              <a:ext cx="666" cy="532"/>
              <a:chOff x="2680" y="1289"/>
              <a:chExt cx="666" cy="532"/>
            </a:xfrm>
          </p:grpSpPr>
          <p:sp>
            <p:nvSpPr>
              <p:cNvPr id="32454" name="Oval 1527">
                <a:extLst>
                  <a:ext uri="{FF2B5EF4-FFF2-40B4-BE49-F238E27FC236}">
                    <a16:creationId xmlns:a16="http://schemas.microsoft.com/office/drawing/2014/main" id="{01AD98CA-B5B7-4E58-9C02-3ED94CB5E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743"/>
                <a:ext cx="68" cy="69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55" name="Oval 1528">
                <a:extLst>
                  <a:ext uri="{FF2B5EF4-FFF2-40B4-BE49-F238E27FC236}">
                    <a16:creationId xmlns:a16="http://schemas.microsoft.com/office/drawing/2014/main" id="{D92BEEB2-6D80-473C-8145-C99FD102C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743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56" name="Oval 1529">
                <a:extLst>
                  <a:ext uri="{FF2B5EF4-FFF2-40B4-BE49-F238E27FC236}">
                    <a16:creationId xmlns:a16="http://schemas.microsoft.com/office/drawing/2014/main" id="{1F7BDC91-BE43-4054-897B-CC53BD67D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1749"/>
                <a:ext cx="42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57" name="Oval 1530">
                <a:extLst>
                  <a:ext uri="{FF2B5EF4-FFF2-40B4-BE49-F238E27FC236}">
                    <a16:creationId xmlns:a16="http://schemas.microsoft.com/office/drawing/2014/main" id="{7D3BFC14-A9F6-48B6-A844-9357FEDC4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1756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58" name="Freeform 1531">
                <a:extLst>
                  <a:ext uri="{FF2B5EF4-FFF2-40B4-BE49-F238E27FC236}">
                    <a16:creationId xmlns:a16="http://schemas.microsoft.com/office/drawing/2014/main" id="{F17F0956-AC6A-458F-833B-9434713D0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760"/>
                <a:ext cx="60" cy="61"/>
              </a:xfrm>
              <a:custGeom>
                <a:avLst/>
                <a:gdLst>
                  <a:gd name="T0" fmla="*/ 0 w 58"/>
                  <a:gd name="T1" fmla="*/ 49 h 60"/>
                  <a:gd name="T2" fmla="*/ 50 w 58"/>
                  <a:gd name="T3" fmla="*/ 44 h 60"/>
                  <a:gd name="T4" fmla="*/ 52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9" name="Oval 1532">
                <a:extLst>
                  <a:ext uri="{FF2B5EF4-FFF2-40B4-BE49-F238E27FC236}">
                    <a16:creationId xmlns:a16="http://schemas.microsoft.com/office/drawing/2014/main" id="{A3392A4A-850E-45AB-B23F-141D34E6A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1743"/>
                <a:ext cx="69" cy="69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60" name="Oval 1533">
                <a:extLst>
                  <a:ext uri="{FF2B5EF4-FFF2-40B4-BE49-F238E27FC236}">
                    <a16:creationId xmlns:a16="http://schemas.microsoft.com/office/drawing/2014/main" id="{2076A274-EC89-4D8C-8AD3-098CB8C7E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1743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61" name="Oval 1534">
                <a:extLst>
                  <a:ext uri="{FF2B5EF4-FFF2-40B4-BE49-F238E27FC236}">
                    <a16:creationId xmlns:a16="http://schemas.microsoft.com/office/drawing/2014/main" id="{8B32F13F-CDA4-42F2-A67B-804B51104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1749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62" name="Oval 1535">
                <a:extLst>
                  <a:ext uri="{FF2B5EF4-FFF2-40B4-BE49-F238E27FC236}">
                    <a16:creationId xmlns:a16="http://schemas.microsoft.com/office/drawing/2014/main" id="{B9228A21-DCCA-471B-9798-C31212EEF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175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63" name="Freeform 1536">
                <a:extLst>
                  <a:ext uri="{FF2B5EF4-FFF2-40B4-BE49-F238E27FC236}">
                    <a16:creationId xmlns:a16="http://schemas.microsoft.com/office/drawing/2014/main" id="{0389F492-D352-4C45-A47A-27D740EF2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760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4" name="Oval 1537">
                <a:extLst>
                  <a:ext uri="{FF2B5EF4-FFF2-40B4-BE49-F238E27FC236}">
                    <a16:creationId xmlns:a16="http://schemas.microsoft.com/office/drawing/2014/main" id="{869D5DF5-CD86-4375-BB96-B2E04BF71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" y="1683"/>
                <a:ext cx="70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65" name="Oval 1538">
                <a:extLst>
                  <a:ext uri="{FF2B5EF4-FFF2-40B4-BE49-F238E27FC236}">
                    <a16:creationId xmlns:a16="http://schemas.microsoft.com/office/drawing/2014/main" id="{14F6AA64-C41B-4708-9BE2-32BA4FF62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" y="168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66" name="Oval 1539">
                <a:extLst>
                  <a:ext uri="{FF2B5EF4-FFF2-40B4-BE49-F238E27FC236}">
                    <a16:creationId xmlns:a16="http://schemas.microsoft.com/office/drawing/2014/main" id="{E3E22356-2B5D-497E-AA09-9899FA929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7" y="1689"/>
                <a:ext cx="40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67" name="Oval 1540">
                <a:extLst>
                  <a:ext uri="{FF2B5EF4-FFF2-40B4-BE49-F238E27FC236}">
                    <a16:creationId xmlns:a16="http://schemas.microsoft.com/office/drawing/2014/main" id="{D4ACFB61-C3EC-4470-B531-E1C803E67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5" y="169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68" name="Freeform 1541">
                <a:extLst>
                  <a:ext uri="{FF2B5EF4-FFF2-40B4-BE49-F238E27FC236}">
                    <a16:creationId xmlns:a16="http://schemas.microsoft.com/office/drawing/2014/main" id="{CA1D32E1-DE93-49DF-871D-3BB929F25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699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9" name="Oval 1542">
                <a:extLst>
                  <a:ext uri="{FF2B5EF4-FFF2-40B4-BE49-F238E27FC236}">
                    <a16:creationId xmlns:a16="http://schemas.microsoft.com/office/drawing/2014/main" id="{5A75B9DD-3E43-4D7D-84C7-AAD551DA1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683"/>
                <a:ext cx="68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70" name="Oval 1543">
                <a:extLst>
                  <a:ext uri="{FF2B5EF4-FFF2-40B4-BE49-F238E27FC236}">
                    <a16:creationId xmlns:a16="http://schemas.microsoft.com/office/drawing/2014/main" id="{9CFF2839-1B14-4B44-BF19-06908C5FF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683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71" name="Oval 1544">
                <a:extLst>
                  <a:ext uri="{FF2B5EF4-FFF2-40B4-BE49-F238E27FC236}">
                    <a16:creationId xmlns:a16="http://schemas.microsoft.com/office/drawing/2014/main" id="{35D42948-3227-44B6-BAAA-278D7AA97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689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72" name="Oval 1545">
                <a:extLst>
                  <a:ext uri="{FF2B5EF4-FFF2-40B4-BE49-F238E27FC236}">
                    <a16:creationId xmlns:a16="http://schemas.microsoft.com/office/drawing/2014/main" id="{E32B4D26-DBA1-4C0C-B783-BD535A02B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4" y="1695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73" name="Freeform 1546">
                <a:extLst>
                  <a:ext uri="{FF2B5EF4-FFF2-40B4-BE49-F238E27FC236}">
                    <a16:creationId xmlns:a16="http://schemas.microsoft.com/office/drawing/2014/main" id="{4723BB1B-4607-407B-BD4B-79CAE8EEC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699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4" name="Oval 1547">
                <a:extLst>
                  <a:ext uri="{FF2B5EF4-FFF2-40B4-BE49-F238E27FC236}">
                    <a16:creationId xmlns:a16="http://schemas.microsoft.com/office/drawing/2014/main" id="{F50B086B-7679-4734-B453-B0B25C155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683"/>
                <a:ext cx="69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75" name="Oval 1548">
                <a:extLst>
                  <a:ext uri="{FF2B5EF4-FFF2-40B4-BE49-F238E27FC236}">
                    <a16:creationId xmlns:a16="http://schemas.microsoft.com/office/drawing/2014/main" id="{D14B03B1-CFD8-4BE3-9325-6AD410E3E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68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76" name="Oval 1549">
                <a:extLst>
                  <a:ext uri="{FF2B5EF4-FFF2-40B4-BE49-F238E27FC236}">
                    <a16:creationId xmlns:a16="http://schemas.microsoft.com/office/drawing/2014/main" id="{9A0162F7-F36E-40B5-9C78-EC8769F04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1689"/>
                <a:ext cx="42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77" name="Oval 1550">
                <a:extLst>
                  <a:ext uri="{FF2B5EF4-FFF2-40B4-BE49-F238E27FC236}">
                    <a16:creationId xmlns:a16="http://schemas.microsoft.com/office/drawing/2014/main" id="{104E17CC-CE6D-43EE-8F64-7E1D40C53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169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78" name="Freeform 1551">
                <a:extLst>
                  <a:ext uri="{FF2B5EF4-FFF2-40B4-BE49-F238E27FC236}">
                    <a16:creationId xmlns:a16="http://schemas.microsoft.com/office/drawing/2014/main" id="{3F5D9F53-B0B0-404C-9AF3-606BEACAF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699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9" name="Oval 1552">
                <a:extLst>
                  <a:ext uri="{FF2B5EF4-FFF2-40B4-BE49-F238E27FC236}">
                    <a16:creationId xmlns:a16="http://schemas.microsoft.com/office/drawing/2014/main" id="{37FEBF14-4A39-418A-8EEB-D6085722E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1683"/>
                <a:ext cx="68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80" name="Oval 1553">
                <a:extLst>
                  <a:ext uri="{FF2B5EF4-FFF2-40B4-BE49-F238E27FC236}">
                    <a16:creationId xmlns:a16="http://schemas.microsoft.com/office/drawing/2014/main" id="{5BDC8DA6-722A-45E5-BC3A-5CD57ED4A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68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81" name="Oval 1554">
                <a:extLst>
                  <a:ext uri="{FF2B5EF4-FFF2-40B4-BE49-F238E27FC236}">
                    <a16:creationId xmlns:a16="http://schemas.microsoft.com/office/drawing/2014/main" id="{E27E027B-5675-4020-B817-21047EC3E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689"/>
                <a:ext cx="42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82" name="Oval 1555">
                <a:extLst>
                  <a:ext uri="{FF2B5EF4-FFF2-40B4-BE49-F238E27FC236}">
                    <a16:creationId xmlns:a16="http://schemas.microsoft.com/office/drawing/2014/main" id="{EECA2B09-922B-4013-B7F4-F512A1C27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1695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83" name="Freeform 1556">
                <a:extLst>
                  <a:ext uri="{FF2B5EF4-FFF2-40B4-BE49-F238E27FC236}">
                    <a16:creationId xmlns:a16="http://schemas.microsoft.com/office/drawing/2014/main" id="{92A771D6-C2E7-4CFC-8C87-8AE7FE28F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699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4" name="Oval 1557">
                <a:extLst>
                  <a:ext uri="{FF2B5EF4-FFF2-40B4-BE49-F238E27FC236}">
                    <a16:creationId xmlns:a16="http://schemas.microsoft.com/office/drawing/2014/main" id="{9D0D9396-A179-4431-8622-55105BA7D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1683"/>
                <a:ext cx="69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85" name="Oval 1558">
                <a:extLst>
                  <a:ext uri="{FF2B5EF4-FFF2-40B4-BE49-F238E27FC236}">
                    <a16:creationId xmlns:a16="http://schemas.microsoft.com/office/drawing/2014/main" id="{F181252F-498C-43B2-9E45-2F3CAA6CA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68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86" name="Oval 1559">
                <a:extLst>
                  <a:ext uri="{FF2B5EF4-FFF2-40B4-BE49-F238E27FC236}">
                    <a16:creationId xmlns:a16="http://schemas.microsoft.com/office/drawing/2014/main" id="{25B0505C-440D-4C33-89F8-2627CC983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1689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87" name="Oval 1560">
                <a:extLst>
                  <a:ext uri="{FF2B5EF4-FFF2-40B4-BE49-F238E27FC236}">
                    <a16:creationId xmlns:a16="http://schemas.microsoft.com/office/drawing/2014/main" id="{DAA9E9EA-82EA-4C0C-A697-63B4C8B52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169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88" name="Freeform 1561">
                <a:extLst>
                  <a:ext uri="{FF2B5EF4-FFF2-40B4-BE49-F238E27FC236}">
                    <a16:creationId xmlns:a16="http://schemas.microsoft.com/office/drawing/2014/main" id="{111B243F-4CFC-45D2-87E7-2B495D5A7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699"/>
                <a:ext cx="58" cy="62"/>
              </a:xfrm>
              <a:custGeom>
                <a:avLst/>
                <a:gdLst>
                  <a:gd name="T0" fmla="*/ 0 w 57"/>
                  <a:gd name="T1" fmla="*/ 53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9" name="Oval 1562">
                <a:extLst>
                  <a:ext uri="{FF2B5EF4-FFF2-40B4-BE49-F238E27FC236}">
                    <a16:creationId xmlns:a16="http://schemas.microsoft.com/office/drawing/2014/main" id="{0AC30D83-0C1C-4EBF-8EE6-544456268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1683"/>
                <a:ext cx="68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90" name="Oval 1563">
                <a:extLst>
                  <a:ext uri="{FF2B5EF4-FFF2-40B4-BE49-F238E27FC236}">
                    <a16:creationId xmlns:a16="http://schemas.microsoft.com/office/drawing/2014/main" id="{567B5DF4-0FB5-47A5-A999-1197BEC4C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1683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91" name="Oval 1564">
                <a:extLst>
                  <a:ext uri="{FF2B5EF4-FFF2-40B4-BE49-F238E27FC236}">
                    <a16:creationId xmlns:a16="http://schemas.microsoft.com/office/drawing/2014/main" id="{E639AFD0-CDFD-4F9F-817A-54CC3CDD7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1689"/>
                <a:ext cx="41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92" name="Oval 1565">
                <a:extLst>
                  <a:ext uri="{FF2B5EF4-FFF2-40B4-BE49-F238E27FC236}">
                    <a16:creationId xmlns:a16="http://schemas.microsoft.com/office/drawing/2014/main" id="{07495B57-52AF-4DCA-AF9D-F99AF027A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9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93" name="Freeform 1566">
                <a:extLst>
                  <a:ext uri="{FF2B5EF4-FFF2-40B4-BE49-F238E27FC236}">
                    <a16:creationId xmlns:a16="http://schemas.microsoft.com/office/drawing/2014/main" id="{E2641677-231C-4249-AAF6-2EB7392F9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699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4" name="Oval 1567">
                <a:extLst>
                  <a:ext uri="{FF2B5EF4-FFF2-40B4-BE49-F238E27FC236}">
                    <a16:creationId xmlns:a16="http://schemas.microsoft.com/office/drawing/2014/main" id="{28C406AF-1C2F-4560-8DBD-197214926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5" y="1683"/>
                <a:ext cx="69" cy="68"/>
              </a:xfrm>
              <a:prstGeom prst="ellipse">
                <a:avLst/>
              </a:prstGeom>
              <a:solidFill>
                <a:srgbClr val="794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95" name="Oval 1568">
                <a:extLst>
                  <a:ext uri="{FF2B5EF4-FFF2-40B4-BE49-F238E27FC236}">
                    <a16:creationId xmlns:a16="http://schemas.microsoft.com/office/drawing/2014/main" id="{E3D42960-A8E2-44F8-BBE5-858025585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5" y="168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96" name="Oval 1569">
                <a:extLst>
                  <a:ext uri="{FF2B5EF4-FFF2-40B4-BE49-F238E27FC236}">
                    <a16:creationId xmlns:a16="http://schemas.microsoft.com/office/drawing/2014/main" id="{BBB0848A-43FB-41D4-9587-88FAD40C5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689"/>
                <a:ext cx="42" cy="41"/>
              </a:xfrm>
              <a:prstGeom prst="ellipse">
                <a:avLst/>
              </a:prstGeom>
              <a:solidFill>
                <a:srgbClr val="967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97" name="Oval 1570">
                <a:extLst>
                  <a:ext uri="{FF2B5EF4-FFF2-40B4-BE49-F238E27FC236}">
                    <a16:creationId xmlns:a16="http://schemas.microsoft.com/office/drawing/2014/main" id="{3AFD681C-0C95-431C-8158-016A0AA08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0" y="1695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498" name="Freeform 1571">
                <a:extLst>
                  <a:ext uri="{FF2B5EF4-FFF2-40B4-BE49-F238E27FC236}">
                    <a16:creationId xmlns:a16="http://schemas.microsoft.com/office/drawing/2014/main" id="{EB4DA794-2603-429D-83EF-FC17440D0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699"/>
                <a:ext cx="60" cy="62"/>
              </a:xfrm>
              <a:custGeom>
                <a:avLst/>
                <a:gdLst>
                  <a:gd name="T0" fmla="*/ 0 w 58"/>
                  <a:gd name="T1" fmla="*/ 53 h 60"/>
                  <a:gd name="T2" fmla="*/ 52 w 58"/>
                  <a:gd name="T3" fmla="*/ 44 h 60"/>
                  <a:gd name="T4" fmla="*/ 54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683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9" name="Oval 1572">
                <a:extLst>
                  <a:ext uri="{FF2B5EF4-FFF2-40B4-BE49-F238E27FC236}">
                    <a16:creationId xmlns:a16="http://schemas.microsoft.com/office/drawing/2014/main" id="{1E306680-B80E-4C68-B88E-EDAA305BC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1443"/>
                <a:ext cx="69" cy="70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00" name="Oval 1573">
                <a:extLst>
                  <a:ext uri="{FF2B5EF4-FFF2-40B4-BE49-F238E27FC236}">
                    <a16:creationId xmlns:a16="http://schemas.microsoft.com/office/drawing/2014/main" id="{B031006B-57B1-4EA7-A6A1-611ECD561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1443"/>
                <a:ext cx="69" cy="70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01" name="Oval 1574">
                <a:extLst>
                  <a:ext uri="{FF2B5EF4-FFF2-40B4-BE49-F238E27FC236}">
                    <a16:creationId xmlns:a16="http://schemas.microsoft.com/office/drawing/2014/main" id="{9B6D9D2F-76FB-489D-8A81-55E3F5E1F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1449"/>
                <a:ext cx="41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02" name="Oval 1575">
                <a:extLst>
                  <a:ext uri="{FF2B5EF4-FFF2-40B4-BE49-F238E27FC236}">
                    <a16:creationId xmlns:a16="http://schemas.microsoft.com/office/drawing/2014/main" id="{BE50F307-3A08-4976-93DA-A8BAF0810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1456"/>
                <a:ext cx="12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03" name="Freeform 1576">
                <a:extLst>
                  <a:ext uri="{FF2B5EF4-FFF2-40B4-BE49-F238E27FC236}">
                    <a16:creationId xmlns:a16="http://schemas.microsoft.com/office/drawing/2014/main" id="{19186CB7-DE70-40F4-8E60-5FC990AAA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459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4" name="Oval 1577">
                <a:extLst>
                  <a:ext uri="{FF2B5EF4-FFF2-40B4-BE49-F238E27FC236}">
                    <a16:creationId xmlns:a16="http://schemas.microsoft.com/office/drawing/2014/main" id="{E161EBB2-36B8-4EDF-907F-592E53A4A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407"/>
                <a:ext cx="70" cy="70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05" name="Oval 1578">
                <a:extLst>
                  <a:ext uri="{FF2B5EF4-FFF2-40B4-BE49-F238E27FC236}">
                    <a16:creationId xmlns:a16="http://schemas.microsoft.com/office/drawing/2014/main" id="{ECDEFA40-6A86-4290-A8E1-5AD550F20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407"/>
                <a:ext cx="69" cy="70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06" name="Oval 1579">
                <a:extLst>
                  <a:ext uri="{FF2B5EF4-FFF2-40B4-BE49-F238E27FC236}">
                    <a16:creationId xmlns:a16="http://schemas.microsoft.com/office/drawing/2014/main" id="{380999F6-4804-447F-93F7-4A4E10F1B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1" y="1413"/>
                <a:ext cx="41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07" name="Oval 1580">
                <a:extLst>
                  <a:ext uri="{FF2B5EF4-FFF2-40B4-BE49-F238E27FC236}">
                    <a16:creationId xmlns:a16="http://schemas.microsoft.com/office/drawing/2014/main" id="{79DCF7B3-07A7-4BD9-8ACA-F6E3E950E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9" y="1421"/>
                <a:ext cx="13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08" name="Freeform 1581">
                <a:extLst>
                  <a:ext uri="{FF2B5EF4-FFF2-40B4-BE49-F238E27FC236}">
                    <a16:creationId xmlns:a16="http://schemas.microsoft.com/office/drawing/2014/main" id="{16D35BC6-B136-4D1A-BAED-993992A12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424"/>
                <a:ext cx="60" cy="61"/>
              </a:xfrm>
              <a:custGeom>
                <a:avLst/>
                <a:gdLst>
                  <a:gd name="T0" fmla="*/ 0 w 58"/>
                  <a:gd name="T1" fmla="*/ 49 h 60"/>
                  <a:gd name="T2" fmla="*/ 52 w 58"/>
                  <a:gd name="T3" fmla="*/ 44 h 60"/>
                  <a:gd name="T4" fmla="*/ 54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9" name="Oval 1582">
                <a:extLst>
                  <a:ext uri="{FF2B5EF4-FFF2-40B4-BE49-F238E27FC236}">
                    <a16:creationId xmlns:a16="http://schemas.microsoft.com/office/drawing/2014/main" id="{73B5DFC0-CC82-4D0F-8DF1-C1FA83255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2" y="1380"/>
                <a:ext cx="68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10" name="Oval 1583">
                <a:extLst>
                  <a:ext uri="{FF2B5EF4-FFF2-40B4-BE49-F238E27FC236}">
                    <a16:creationId xmlns:a16="http://schemas.microsoft.com/office/drawing/2014/main" id="{70BEEFAA-3FE1-4161-8A99-E91107E66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2" y="1380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11" name="Oval 1584">
                <a:extLst>
                  <a:ext uri="{FF2B5EF4-FFF2-40B4-BE49-F238E27FC236}">
                    <a16:creationId xmlns:a16="http://schemas.microsoft.com/office/drawing/2014/main" id="{FF74354A-ADB5-4655-9C70-580BFED02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1386"/>
                <a:ext cx="42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12" name="Oval 1585">
                <a:extLst>
                  <a:ext uri="{FF2B5EF4-FFF2-40B4-BE49-F238E27FC236}">
                    <a16:creationId xmlns:a16="http://schemas.microsoft.com/office/drawing/2014/main" id="{073E6D1E-4890-4F9F-9E82-D61BAE347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1392"/>
                <a:ext cx="12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13" name="Freeform 1586">
                <a:extLst>
                  <a:ext uri="{FF2B5EF4-FFF2-40B4-BE49-F238E27FC236}">
                    <a16:creationId xmlns:a16="http://schemas.microsoft.com/office/drawing/2014/main" id="{6497C06A-10CD-4239-84B5-16EDAB4B4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396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2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4" name="Oval 1587">
                <a:extLst>
                  <a:ext uri="{FF2B5EF4-FFF2-40B4-BE49-F238E27FC236}">
                    <a16:creationId xmlns:a16="http://schemas.microsoft.com/office/drawing/2014/main" id="{E2A46747-F2F5-4443-8573-7A4D3188B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351"/>
                <a:ext cx="68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15" name="Oval 1588">
                <a:extLst>
                  <a:ext uri="{FF2B5EF4-FFF2-40B4-BE49-F238E27FC236}">
                    <a16:creationId xmlns:a16="http://schemas.microsoft.com/office/drawing/2014/main" id="{20D689DE-AC9E-433F-AF5F-5F6305D2E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351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16" name="Oval 1589">
                <a:extLst>
                  <a:ext uri="{FF2B5EF4-FFF2-40B4-BE49-F238E27FC236}">
                    <a16:creationId xmlns:a16="http://schemas.microsoft.com/office/drawing/2014/main" id="{2DAAB912-9223-4212-B389-9C2F05861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356"/>
                <a:ext cx="41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17" name="Oval 1590">
                <a:extLst>
                  <a:ext uri="{FF2B5EF4-FFF2-40B4-BE49-F238E27FC236}">
                    <a16:creationId xmlns:a16="http://schemas.microsoft.com/office/drawing/2014/main" id="{F3B37C3D-EB67-4C76-AA18-DC25ABA71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1363"/>
                <a:ext cx="12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18" name="Freeform 1591">
                <a:extLst>
                  <a:ext uri="{FF2B5EF4-FFF2-40B4-BE49-F238E27FC236}">
                    <a16:creationId xmlns:a16="http://schemas.microsoft.com/office/drawing/2014/main" id="{82AA1DDA-DC0A-4E97-9C08-3869ABAD2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366"/>
                <a:ext cx="59" cy="62"/>
              </a:xfrm>
              <a:custGeom>
                <a:avLst/>
                <a:gdLst>
                  <a:gd name="T0" fmla="*/ 0 w 58"/>
                  <a:gd name="T1" fmla="*/ 55 h 60"/>
                  <a:gd name="T2" fmla="*/ 48 w 58"/>
                  <a:gd name="T3" fmla="*/ 45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4" y="60"/>
                      <a:pt x="42" y="39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50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9" name="Oval 1592">
                <a:extLst>
                  <a:ext uri="{FF2B5EF4-FFF2-40B4-BE49-F238E27FC236}">
                    <a16:creationId xmlns:a16="http://schemas.microsoft.com/office/drawing/2014/main" id="{5E8123C3-7F07-4E9C-98AA-F0ADB2DCD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1322"/>
                <a:ext cx="69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20" name="Oval 1593">
                <a:extLst>
                  <a:ext uri="{FF2B5EF4-FFF2-40B4-BE49-F238E27FC236}">
                    <a16:creationId xmlns:a16="http://schemas.microsoft.com/office/drawing/2014/main" id="{162F9BA6-D829-426A-A561-1C1230B8D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1322"/>
                <a:ext cx="70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21" name="Oval 1594">
                <a:extLst>
                  <a:ext uri="{FF2B5EF4-FFF2-40B4-BE49-F238E27FC236}">
                    <a16:creationId xmlns:a16="http://schemas.microsoft.com/office/drawing/2014/main" id="{C85C6A79-6A30-40D1-B911-25C6B6926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1328"/>
                <a:ext cx="42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22" name="Oval 1595">
                <a:extLst>
                  <a:ext uri="{FF2B5EF4-FFF2-40B4-BE49-F238E27FC236}">
                    <a16:creationId xmlns:a16="http://schemas.microsoft.com/office/drawing/2014/main" id="{60886DC1-F5D5-453B-9869-733D11072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1334"/>
                <a:ext cx="13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23" name="Freeform 1596">
                <a:extLst>
                  <a:ext uri="{FF2B5EF4-FFF2-40B4-BE49-F238E27FC236}">
                    <a16:creationId xmlns:a16="http://schemas.microsoft.com/office/drawing/2014/main" id="{06737349-A240-4183-B5C3-225307415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338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0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4" name="Oval 1597">
                <a:extLst>
                  <a:ext uri="{FF2B5EF4-FFF2-40B4-BE49-F238E27FC236}">
                    <a16:creationId xmlns:a16="http://schemas.microsoft.com/office/drawing/2014/main" id="{DBEFC6CF-4BD5-4271-BBF4-C98BDA7D0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289"/>
                <a:ext cx="69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25" name="Oval 1598">
                <a:extLst>
                  <a:ext uri="{FF2B5EF4-FFF2-40B4-BE49-F238E27FC236}">
                    <a16:creationId xmlns:a16="http://schemas.microsoft.com/office/drawing/2014/main" id="{D81FB9AF-34EE-4034-AC89-1B01B4FB4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289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26" name="Oval 1599">
                <a:extLst>
                  <a:ext uri="{FF2B5EF4-FFF2-40B4-BE49-F238E27FC236}">
                    <a16:creationId xmlns:a16="http://schemas.microsoft.com/office/drawing/2014/main" id="{B7F4C3B8-0F51-4659-99BD-78F5C46C2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1295"/>
                <a:ext cx="42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27" name="Oval 1600">
                <a:extLst>
                  <a:ext uri="{FF2B5EF4-FFF2-40B4-BE49-F238E27FC236}">
                    <a16:creationId xmlns:a16="http://schemas.microsoft.com/office/drawing/2014/main" id="{086AE9E1-A76D-4165-ADE7-7A19E587B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1302"/>
                <a:ext cx="12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28" name="Freeform 1601">
                <a:extLst>
                  <a:ext uri="{FF2B5EF4-FFF2-40B4-BE49-F238E27FC236}">
                    <a16:creationId xmlns:a16="http://schemas.microsoft.com/office/drawing/2014/main" id="{69F9C385-885F-494E-A581-9D0467732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305"/>
                <a:ext cx="59" cy="61"/>
              </a:xfrm>
              <a:custGeom>
                <a:avLst/>
                <a:gdLst>
                  <a:gd name="T0" fmla="*/ 0 w 58"/>
                  <a:gd name="T1" fmla="*/ 50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3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9" name="Oval 1602">
                <a:extLst>
                  <a:ext uri="{FF2B5EF4-FFF2-40B4-BE49-F238E27FC236}">
                    <a16:creationId xmlns:a16="http://schemas.microsoft.com/office/drawing/2014/main" id="{B9D52664-5986-4C1C-A6F5-386156362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1483"/>
                <a:ext cx="68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30" name="Oval 1603">
                <a:extLst>
                  <a:ext uri="{FF2B5EF4-FFF2-40B4-BE49-F238E27FC236}">
                    <a16:creationId xmlns:a16="http://schemas.microsoft.com/office/drawing/2014/main" id="{95DEB8FC-110A-4AE9-B0A3-BD049D927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1483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31" name="Oval 1604">
                <a:extLst>
                  <a:ext uri="{FF2B5EF4-FFF2-40B4-BE49-F238E27FC236}">
                    <a16:creationId xmlns:a16="http://schemas.microsoft.com/office/drawing/2014/main" id="{93050A4C-C6CF-4DE3-900C-D91E397F4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9" y="1489"/>
                <a:ext cx="41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32" name="Oval 1605">
                <a:extLst>
                  <a:ext uri="{FF2B5EF4-FFF2-40B4-BE49-F238E27FC236}">
                    <a16:creationId xmlns:a16="http://schemas.microsoft.com/office/drawing/2014/main" id="{94CEF01E-0172-462A-B056-78F2E52EB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1495"/>
                <a:ext cx="13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33" name="Freeform 1606">
                <a:extLst>
                  <a:ext uri="{FF2B5EF4-FFF2-40B4-BE49-F238E27FC236}">
                    <a16:creationId xmlns:a16="http://schemas.microsoft.com/office/drawing/2014/main" id="{9CE4B15E-4141-4E2E-845B-8C0064CBF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499"/>
                <a:ext cx="59" cy="60"/>
              </a:xfrm>
              <a:custGeom>
                <a:avLst/>
                <a:gdLst>
                  <a:gd name="T0" fmla="*/ 0 w 58"/>
                  <a:gd name="T1" fmla="*/ 49 h 59"/>
                  <a:gd name="T2" fmla="*/ 47 w 58"/>
                  <a:gd name="T3" fmla="*/ 44 h 59"/>
                  <a:gd name="T4" fmla="*/ 48 w 58"/>
                  <a:gd name="T5" fmla="*/ 0 h 59"/>
                  <a:gd name="T6" fmla="*/ 43 w 58"/>
                  <a:gd name="T7" fmla="*/ 40 h 59"/>
                  <a:gd name="T8" fmla="*/ 0 w 58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3" y="59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4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4" name="Oval 1607">
                <a:extLst>
                  <a:ext uri="{FF2B5EF4-FFF2-40B4-BE49-F238E27FC236}">
                    <a16:creationId xmlns:a16="http://schemas.microsoft.com/office/drawing/2014/main" id="{FAFDE016-3F9F-4DDE-AC60-B71ADE972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8" y="1451"/>
                <a:ext cx="68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35" name="Oval 1608">
                <a:extLst>
                  <a:ext uri="{FF2B5EF4-FFF2-40B4-BE49-F238E27FC236}">
                    <a16:creationId xmlns:a16="http://schemas.microsoft.com/office/drawing/2014/main" id="{3B55F200-94C8-403D-9852-755085C1C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451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36" name="Oval 1609">
                <a:extLst>
                  <a:ext uri="{FF2B5EF4-FFF2-40B4-BE49-F238E27FC236}">
                    <a16:creationId xmlns:a16="http://schemas.microsoft.com/office/drawing/2014/main" id="{22AD3123-C2BE-471C-96B2-1B19D8367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456"/>
                <a:ext cx="41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37" name="Oval 1610">
                <a:extLst>
                  <a:ext uri="{FF2B5EF4-FFF2-40B4-BE49-F238E27FC236}">
                    <a16:creationId xmlns:a16="http://schemas.microsoft.com/office/drawing/2014/main" id="{5F515CFE-DC29-472A-B02B-6B9C3E35C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1463"/>
                <a:ext cx="14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38" name="Freeform 1611">
                <a:extLst>
                  <a:ext uri="{FF2B5EF4-FFF2-40B4-BE49-F238E27FC236}">
                    <a16:creationId xmlns:a16="http://schemas.microsoft.com/office/drawing/2014/main" id="{6A9F56EF-6276-469E-866F-36E4C8BCC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468"/>
                <a:ext cx="59" cy="60"/>
              </a:xfrm>
              <a:custGeom>
                <a:avLst/>
                <a:gdLst>
                  <a:gd name="T0" fmla="*/ 0 w 57"/>
                  <a:gd name="T1" fmla="*/ 49 h 59"/>
                  <a:gd name="T2" fmla="*/ 51 w 57"/>
                  <a:gd name="T3" fmla="*/ 44 h 59"/>
                  <a:gd name="T4" fmla="*/ 53 w 57"/>
                  <a:gd name="T5" fmla="*/ 0 h 59"/>
                  <a:gd name="T6" fmla="*/ 43 w 57"/>
                  <a:gd name="T7" fmla="*/ 40 h 59"/>
                  <a:gd name="T8" fmla="*/ 0 w 57"/>
                  <a:gd name="T9" fmla="*/ 4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9">
                    <a:moveTo>
                      <a:pt x="0" y="43"/>
                    </a:moveTo>
                    <a:cubicBezTo>
                      <a:pt x="0" y="43"/>
                      <a:pt x="23" y="59"/>
                      <a:pt x="41" y="38"/>
                    </a:cubicBezTo>
                    <a:cubicBezTo>
                      <a:pt x="57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4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9" name="Oval 1612">
                <a:extLst>
                  <a:ext uri="{FF2B5EF4-FFF2-40B4-BE49-F238E27FC236}">
                    <a16:creationId xmlns:a16="http://schemas.microsoft.com/office/drawing/2014/main" id="{48788647-3FAD-4780-B18E-B32F8BE7F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1423"/>
                <a:ext cx="68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40" name="Oval 1613">
                <a:extLst>
                  <a:ext uri="{FF2B5EF4-FFF2-40B4-BE49-F238E27FC236}">
                    <a16:creationId xmlns:a16="http://schemas.microsoft.com/office/drawing/2014/main" id="{C0258CD3-0966-4D4A-810D-78461362E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1423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41" name="Oval 1614">
                <a:extLst>
                  <a:ext uri="{FF2B5EF4-FFF2-40B4-BE49-F238E27FC236}">
                    <a16:creationId xmlns:a16="http://schemas.microsoft.com/office/drawing/2014/main" id="{9C669AB7-2350-41C4-B6C0-1A94CF543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429"/>
                <a:ext cx="41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42" name="Oval 1615">
                <a:extLst>
                  <a:ext uri="{FF2B5EF4-FFF2-40B4-BE49-F238E27FC236}">
                    <a16:creationId xmlns:a16="http://schemas.microsoft.com/office/drawing/2014/main" id="{4F874781-CCCC-43BF-B7B8-D06A1F0A6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2" y="1435"/>
                <a:ext cx="12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43" name="Freeform 1616">
                <a:extLst>
                  <a:ext uri="{FF2B5EF4-FFF2-40B4-BE49-F238E27FC236}">
                    <a16:creationId xmlns:a16="http://schemas.microsoft.com/office/drawing/2014/main" id="{1E293FB6-448D-4E4C-AE8C-8D93FCBB5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439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4" name="Oval 1617">
                <a:extLst>
                  <a:ext uri="{FF2B5EF4-FFF2-40B4-BE49-F238E27FC236}">
                    <a16:creationId xmlns:a16="http://schemas.microsoft.com/office/drawing/2014/main" id="{6B84CA0E-2DB5-46A1-923C-9FB1B0D2A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1397"/>
                <a:ext cx="68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45" name="Oval 1618">
                <a:extLst>
                  <a:ext uri="{FF2B5EF4-FFF2-40B4-BE49-F238E27FC236}">
                    <a16:creationId xmlns:a16="http://schemas.microsoft.com/office/drawing/2014/main" id="{AB99CE4D-8B8F-4C3F-B364-95A2B0E77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1397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46" name="Oval 1619">
                <a:extLst>
                  <a:ext uri="{FF2B5EF4-FFF2-40B4-BE49-F238E27FC236}">
                    <a16:creationId xmlns:a16="http://schemas.microsoft.com/office/drawing/2014/main" id="{07ADC719-D3A0-4CFB-B429-7C057C18B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9" y="1403"/>
                <a:ext cx="41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47" name="Oval 1620">
                <a:extLst>
                  <a:ext uri="{FF2B5EF4-FFF2-40B4-BE49-F238E27FC236}">
                    <a16:creationId xmlns:a16="http://schemas.microsoft.com/office/drawing/2014/main" id="{1EEA195D-5C8A-4BE7-9F92-F1BDE4E10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1409"/>
                <a:ext cx="13" cy="14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48" name="Freeform 1621">
                <a:extLst>
                  <a:ext uri="{FF2B5EF4-FFF2-40B4-BE49-F238E27FC236}">
                    <a16:creationId xmlns:a16="http://schemas.microsoft.com/office/drawing/2014/main" id="{968F6ECE-2907-48B2-A31E-F2E08E283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413"/>
                <a:ext cx="58" cy="62"/>
              </a:xfrm>
              <a:custGeom>
                <a:avLst/>
                <a:gdLst>
                  <a:gd name="T0" fmla="*/ 0 w 57"/>
                  <a:gd name="T1" fmla="*/ 53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9" name="Oval 1622">
                <a:extLst>
                  <a:ext uri="{FF2B5EF4-FFF2-40B4-BE49-F238E27FC236}">
                    <a16:creationId xmlns:a16="http://schemas.microsoft.com/office/drawing/2014/main" id="{F5907A27-FA57-4C26-9BDE-B2025ABBC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1360"/>
                <a:ext cx="69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50" name="Oval 1623">
                <a:extLst>
                  <a:ext uri="{FF2B5EF4-FFF2-40B4-BE49-F238E27FC236}">
                    <a16:creationId xmlns:a16="http://schemas.microsoft.com/office/drawing/2014/main" id="{E06AE302-0F81-4B5E-9228-79CE4BA15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1360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51" name="Oval 1624">
                <a:extLst>
                  <a:ext uri="{FF2B5EF4-FFF2-40B4-BE49-F238E27FC236}">
                    <a16:creationId xmlns:a16="http://schemas.microsoft.com/office/drawing/2014/main" id="{519E8CEE-DEBA-43DE-9239-1810438D2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1366"/>
                <a:ext cx="41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52" name="Oval 1625">
                <a:extLst>
                  <a:ext uri="{FF2B5EF4-FFF2-40B4-BE49-F238E27FC236}">
                    <a16:creationId xmlns:a16="http://schemas.microsoft.com/office/drawing/2014/main" id="{A30938C4-FFAD-4507-87CB-B10E17EB4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373"/>
                <a:ext cx="12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53" name="Freeform 1626">
                <a:extLst>
                  <a:ext uri="{FF2B5EF4-FFF2-40B4-BE49-F238E27FC236}">
                    <a16:creationId xmlns:a16="http://schemas.microsoft.com/office/drawing/2014/main" id="{B2599309-C632-44F5-9605-E354463C8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377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4" name="Oval 1627">
                <a:extLst>
                  <a:ext uri="{FF2B5EF4-FFF2-40B4-BE49-F238E27FC236}">
                    <a16:creationId xmlns:a16="http://schemas.microsoft.com/office/drawing/2014/main" id="{75B821D0-8A30-4A2E-B4F3-997C66880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1" y="1515"/>
                <a:ext cx="68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55" name="Oval 1628">
                <a:extLst>
                  <a:ext uri="{FF2B5EF4-FFF2-40B4-BE49-F238E27FC236}">
                    <a16:creationId xmlns:a16="http://schemas.microsoft.com/office/drawing/2014/main" id="{7490DEC3-437E-4C0C-AED3-9D1E5E29F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1" y="1515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56" name="Oval 1629">
                <a:extLst>
                  <a:ext uri="{FF2B5EF4-FFF2-40B4-BE49-F238E27FC236}">
                    <a16:creationId xmlns:a16="http://schemas.microsoft.com/office/drawing/2014/main" id="{64A0ADEC-DADF-4923-90AE-896671FE9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521"/>
                <a:ext cx="42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57" name="Oval 1630">
                <a:extLst>
                  <a:ext uri="{FF2B5EF4-FFF2-40B4-BE49-F238E27FC236}">
                    <a16:creationId xmlns:a16="http://schemas.microsoft.com/office/drawing/2014/main" id="{FDC8EB1B-F105-4D0F-9447-B237244ED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1528"/>
                <a:ext cx="12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58" name="Freeform 1631">
                <a:extLst>
                  <a:ext uri="{FF2B5EF4-FFF2-40B4-BE49-F238E27FC236}">
                    <a16:creationId xmlns:a16="http://schemas.microsoft.com/office/drawing/2014/main" id="{5FDB2196-3A2E-4C02-A4E5-EDC619250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531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1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9" name="Oval 1632">
                <a:extLst>
                  <a:ext uri="{FF2B5EF4-FFF2-40B4-BE49-F238E27FC236}">
                    <a16:creationId xmlns:a16="http://schemas.microsoft.com/office/drawing/2014/main" id="{FF2C7160-E6AD-48F0-8335-6C3B14E67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1341"/>
                <a:ext cx="68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60" name="Oval 1633">
                <a:extLst>
                  <a:ext uri="{FF2B5EF4-FFF2-40B4-BE49-F238E27FC236}">
                    <a16:creationId xmlns:a16="http://schemas.microsoft.com/office/drawing/2014/main" id="{2D0078DE-0C16-4B3C-9C31-3A23D3A92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1341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61" name="Oval 1634">
                <a:extLst>
                  <a:ext uri="{FF2B5EF4-FFF2-40B4-BE49-F238E27FC236}">
                    <a16:creationId xmlns:a16="http://schemas.microsoft.com/office/drawing/2014/main" id="{E2479602-EBFD-4DE3-9F26-72158253C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346"/>
                <a:ext cx="42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62" name="Oval 1635">
                <a:extLst>
                  <a:ext uri="{FF2B5EF4-FFF2-40B4-BE49-F238E27FC236}">
                    <a16:creationId xmlns:a16="http://schemas.microsoft.com/office/drawing/2014/main" id="{546E6FB5-FE68-4DA8-BF7B-B55F2BBA39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1353"/>
                <a:ext cx="13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63" name="Freeform 1636">
                <a:extLst>
                  <a:ext uri="{FF2B5EF4-FFF2-40B4-BE49-F238E27FC236}">
                    <a16:creationId xmlns:a16="http://schemas.microsoft.com/office/drawing/2014/main" id="{0F7ED940-7EAC-4AA4-A6B6-D2AB54968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357"/>
                <a:ext cx="59" cy="61"/>
              </a:xfrm>
              <a:custGeom>
                <a:avLst/>
                <a:gdLst>
                  <a:gd name="T0" fmla="*/ 0 w 58"/>
                  <a:gd name="T1" fmla="*/ 53 h 59"/>
                  <a:gd name="T2" fmla="*/ 47 w 58"/>
                  <a:gd name="T3" fmla="*/ 44 h 59"/>
                  <a:gd name="T4" fmla="*/ 48 w 58"/>
                  <a:gd name="T5" fmla="*/ 0 h 59"/>
                  <a:gd name="T6" fmla="*/ 43 w 58"/>
                  <a:gd name="T7" fmla="*/ 40 h 59"/>
                  <a:gd name="T8" fmla="*/ 0 w 58"/>
                  <a:gd name="T9" fmla="*/ 5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3" y="59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4" name="Oval 1637">
                <a:extLst>
                  <a:ext uri="{FF2B5EF4-FFF2-40B4-BE49-F238E27FC236}">
                    <a16:creationId xmlns:a16="http://schemas.microsoft.com/office/drawing/2014/main" id="{C5953EFB-373D-4555-97A2-018006E94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1498"/>
                <a:ext cx="68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65" name="Oval 1638">
                <a:extLst>
                  <a:ext uri="{FF2B5EF4-FFF2-40B4-BE49-F238E27FC236}">
                    <a16:creationId xmlns:a16="http://schemas.microsoft.com/office/drawing/2014/main" id="{14C88C89-8D66-4BAA-8DD5-0857714E4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1498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66" name="Oval 1639">
                <a:extLst>
                  <a:ext uri="{FF2B5EF4-FFF2-40B4-BE49-F238E27FC236}">
                    <a16:creationId xmlns:a16="http://schemas.microsoft.com/office/drawing/2014/main" id="{7F59B85D-BEC2-419F-9566-D21597D2A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1503"/>
                <a:ext cx="42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67" name="Oval 1640">
                <a:extLst>
                  <a:ext uri="{FF2B5EF4-FFF2-40B4-BE49-F238E27FC236}">
                    <a16:creationId xmlns:a16="http://schemas.microsoft.com/office/drawing/2014/main" id="{9B43D1FD-2D0E-4318-AC88-11D263E47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8" y="1510"/>
                <a:ext cx="13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68" name="Freeform 1641">
                <a:extLst>
                  <a:ext uri="{FF2B5EF4-FFF2-40B4-BE49-F238E27FC236}">
                    <a16:creationId xmlns:a16="http://schemas.microsoft.com/office/drawing/2014/main" id="{F952DCBA-B6B3-47B7-991F-4E8F95DA5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1514"/>
                <a:ext cx="59" cy="61"/>
              </a:xfrm>
              <a:custGeom>
                <a:avLst/>
                <a:gdLst>
                  <a:gd name="T0" fmla="*/ 0 w 58"/>
                  <a:gd name="T1" fmla="*/ 50 h 60"/>
                  <a:gd name="T2" fmla="*/ 47 w 58"/>
                  <a:gd name="T3" fmla="*/ 45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3" y="60"/>
                      <a:pt x="41" y="39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50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9" name="Oval 1642">
                <a:extLst>
                  <a:ext uri="{FF2B5EF4-FFF2-40B4-BE49-F238E27FC236}">
                    <a16:creationId xmlns:a16="http://schemas.microsoft.com/office/drawing/2014/main" id="{D6E7AF55-759D-4B8C-99FC-AC6C77EAE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443"/>
                <a:ext cx="69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70" name="Oval 1643">
                <a:extLst>
                  <a:ext uri="{FF2B5EF4-FFF2-40B4-BE49-F238E27FC236}">
                    <a16:creationId xmlns:a16="http://schemas.microsoft.com/office/drawing/2014/main" id="{8CF3B636-E393-4C11-8414-F83D4025F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44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71" name="Oval 1644">
                <a:extLst>
                  <a:ext uri="{FF2B5EF4-FFF2-40B4-BE49-F238E27FC236}">
                    <a16:creationId xmlns:a16="http://schemas.microsoft.com/office/drawing/2014/main" id="{4E2BE08A-E6C6-423C-876E-3970B2505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1449"/>
                <a:ext cx="41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72" name="Oval 1645">
                <a:extLst>
                  <a:ext uri="{FF2B5EF4-FFF2-40B4-BE49-F238E27FC236}">
                    <a16:creationId xmlns:a16="http://schemas.microsoft.com/office/drawing/2014/main" id="{EB2E8AB9-3F7A-4F3D-B794-47E7863E0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3" y="1455"/>
                <a:ext cx="12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73" name="Freeform 1646">
                <a:extLst>
                  <a:ext uri="{FF2B5EF4-FFF2-40B4-BE49-F238E27FC236}">
                    <a16:creationId xmlns:a16="http://schemas.microsoft.com/office/drawing/2014/main" id="{382EB1E8-E235-47C2-A833-407D491A4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459"/>
                <a:ext cx="59" cy="61"/>
              </a:xfrm>
              <a:custGeom>
                <a:avLst/>
                <a:gdLst>
                  <a:gd name="T0" fmla="*/ 0 w 58"/>
                  <a:gd name="T1" fmla="*/ 53 h 59"/>
                  <a:gd name="T2" fmla="*/ 48 w 58"/>
                  <a:gd name="T3" fmla="*/ 44 h 59"/>
                  <a:gd name="T4" fmla="*/ 49 w 58"/>
                  <a:gd name="T5" fmla="*/ 0 h 59"/>
                  <a:gd name="T6" fmla="*/ 43 w 58"/>
                  <a:gd name="T7" fmla="*/ 40 h 59"/>
                  <a:gd name="T8" fmla="*/ 0 w 58"/>
                  <a:gd name="T9" fmla="*/ 5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43"/>
                    </a:moveTo>
                    <a:cubicBezTo>
                      <a:pt x="0" y="43"/>
                      <a:pt x="24" y="59"/>
                      <a:pt x="42" y="38"/>
                    </a:cubicBezTo>
                    <a:cubicBezTo>
                      <a:pt x="58" y="18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4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4" name="Oval 1647">
                <a:extLst>
                  <a:ext uri="{FF2B5EF4-FFF2-40B4-BE49-F238E27FC236}">
                    <a16:creationId xmlns:a16="http://schemas.microsoft.com/office/drawing/2014/main" id="{10AA7CBD-2281-47C0-880C-ADB577706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1479"/>
                <a:ext cx="68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75" name="Oval 1648">
                <a:extLst>
                  <a:ext uri="{FF2B5EF4-FFF2-40B4-BE49-F238E27FC236}">
                    <a16:creationId xmlns:a16="http://schemas.microsoft.com/office/drawing/2014/main" id="{5C50ECC6-1D98-4798-A439-9667FDA25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2" y="1479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76" name="Oval 1649">
                <a:extLst>
                  <a:ext uri="{FF2B5EF4-FFF2-40B4-BE49-F238E27FC236}">
                    <a16:creationId xmlns:a16="http://schemas.microsoft.com/office/drawing/2014/main" id="{1AFB38F6-2AB7-4A10-A131-691D98989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1484"/>
                <a:ext cx="41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77" name="Oval 1650">
                <a:extLst>
                  <a:ext uri="{FF2B5EF4-FFF2-40B4-BE49-F238E27FC236}">
                    <a16:creationId xmlns:a16="http://schemas.microsoft.com/office/drawing/2014/main" id="{2D5253B8-2698-4488-A74E-833177037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1491"/>
                <a:ext cx="13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78" name="Freeform 1651">
                <a:extLst>
                  <a:ext uri="{FF2B5EF4-FFF2-40B4-BE49-F238E27FC236}">
                    <a16:creationId xmlns:a16="http://schemas.microsoft.com/office/drawing/2014/main" id="{F7EC8AF5-B037-4672-8565-0C5C36842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494"/>
                <a:ext cx="59" cy="61"/>
              </a:xfrm>
              <a:custGeom>
                <a:avLst/>
                <a:gdLst>
                  <a:gd name="T0" fmla="*/ 0 w 58"/>
                  <a:gd name="T1" fmla="*/ 50 h 60"/>
                  <a:gd name="T2" fmla="*/ 47 w 58"/>
                  <a:gd name="T3" fmla="*/ 45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3" y="60"/>
                      <a:pt x="41" y="39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9" name="Oval 1652">
                <a:extLst>
                  <a:ext uri="{FF2B5EF4-FFF2-40B4-BE49-F238E27FC236}">
                    <a16:creationId xmlns:a16="http://schemas.microsoft.com/office/drawing/2014/main" id="{50FAB875-7B9B-4916-BB60-E1D3DBA7D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1558"/>
                <a:ext cx="69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80" name="Oval 1653">
                <a:extLst>
                  <a:ext uri="{FF2B5EF4-FFF2-40B4-BE49-F238E27FC236}">
                    <a16:creationId xmlns:a16="http://schemas.microsoft.com/office/drawing/2014/main" id="{6B74E0C7-EA95-4B55-91E0-1C658CC76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1558"/>
                <a:ext cx="70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81" name="Oval 1654">
                <a:extLst>
                  <a:ext uri="{FF2B5EF4-FFF2-40B4-BE49-F238E27FC236}">
                    <a16:creationId xmlns:a16="http://schemas.microsoft.com/office/drawing/2014/main" id="{E2677D5B-E4CF-4C6E-A6A7-8351A192D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1565"/>
                <a:ext cx="42" cy="40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82" name="Oval 1655">
                <a:extLst>
                  <a:ext uri="{FF2B5EF4-FFF2-40B4-BE49-F238E27FC236}">
                    <a16:creationId xmlns:a16="http://schemas.microsoft.com/office/drawing/2014/main" id="{0A5094E1-A33E-4059-AF39-712EF35A1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5" y="1571"/>
                <a:ext cx="13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83" name="Freeform 1656">
                <a:extLst>
                  <a:ext uri="{FF2B5EF4-FFF2-40B4-BE49-F238E27FC236}">
                    <a16:creationId xmlns:a16="http://schemas.microsoft.com/office/drawing/2014/main" id="{04FF6B97-E292-4552-A146-4800ED386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575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0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8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4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4" name="Oval 1657">
                <a:extLst>
                  <a:ext uri="{FF2B5EF4-FFF2-40B4-BE49-F238E27FC236}">
                    <a16:creationId xmlns:a16="http://schemas.microsoft.com/office/drawing/2014/main" id="{F5CD29CD-127C-4D00-9859-7D79AB2A0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1533"/>
                <a:ext cx="69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85" name="Oval 1658">
                <a:extLst>
                  <a:ext uri="{FF2B5EF4-FFF2-40B4-BE49-F238E27FC236}">
                    <a16:creationId xmlns:a16="http://schemas.microsoft.com/office/drawing/2014/main" id="{F339FA76-9450-45F3-AFD4-2D6F2DCDC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153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86" name="Oval 1659">
                <a:extLst>
                  <a:ext uri="{FF2B5EF4-FFF2-40B4-BE49-F238E27FC236}">
                    <a16:creationId xmlns:a16="http://schemas.microsoft.com/office/drawing/2014/main" id="{D6F03562-6FCC-4A72-B011-53AD8C4D6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0" y="1539"/>
                <a:ext cx="40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87" name="Oval 1660">
                <a:extLst>
                  <a:ext uri="{FF2B5EF4-FFF2-40B4-BE49-F238E27FC236}">
                    <a16:creationId xmlns:a16="http://schemas.microsoft.com/office/drawing/2014/main" id="{5973A772-DC77-4059-92A4-42A399B42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1545"/>
                <a:ext cx="12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88" name="Freeform 1661">
                <a:extLst>
                  <a:ext uri="{FF2B5EF4-FFF2-40B4-BE49-F238E27FC236}">
                    <a16:creationId xmlns:a16="http://schemas.microsoft.com/office/drawing/2014/main" id="{D906B002-A34F-491E-9493-EA274FE7C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549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9" name="Oval 1662">
                <a:extLst>
                  <a:ext uri="{FF2B5EF4-FFF2-40B4-BE49-F238E27FC236}">
                    <a16:creationId xmlns:a16="http://schemas.microsoft.com/office/drawing/2014/main" id="{EDB99E9B-26A5-41B8-A393-5F1538B5E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1388"/>
                <a:ext cx="68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90" name="Oval 1663">
                <a:extLst>
                  <a:ext uri="{FF2B5EF4-FFF2-40B4-BE49-F238E27FC236}">
                    <a16:creationId xmlns:a16="http://schemas.microsoft.com/office/drawing/2014/main" id="{A1AF6B6A-991E-4B86-8A03-C4F2D2C59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1388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91" name="Oval 1664">
                <a:extLst>
                  <a:ext uri="{FF2B5EF4-FFF2-40B4-BE49-F238E27FC236}">
                    <a16:creationId xmlns:a16="http://schemas.microsoft.com/office/drawing/2014/main" id="{441F2225-0F1B-4813-B5A9-DA3B6D306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1393"/>
                <a:ext cx="40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92" name="Oval 1665">
                <a:extLst>
                  <a:ext uri="{FF2B5EF4-FFF2-40B4-BE49-F238E27FC236}">
                    <a16:creationId xmlns:a16="http://schemas.microsoft.com/office/drawing/2014/main" id="{2F72A061-B7D4-4008-A2F5-8AC46EC55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5" y="1400"/>
                <a:ext cx="13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93" name="Freeform 1666">
                <a:extLst>
                  <a:ext uri="{FF2B5EF4-FFF2-40B4-BE49-F238E27FC236}">
                    <a16:creationId xmlns:a16="http://schemas.microsoft.com/office/drawing/2014/main" id="{FB6B30F9-680D-4850-AE71-10711A96A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403"/>
                <a:ext cx="58" cy="62"/>
              </a:xfrm>
              <a:custGeom>
                <a:avLst/>
                <a:gdLst>
                  <a:gd name="T0" fmla="*/ 0 w 57"/>
                  <a:gd name="T1" fmla="*/ 55 h 60"/>
                  <a:gd name="T2" fmla="*/ 47 w 57"/>
                  <a:gd name="T3" fmla="*/ 45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5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4"/>
                    </a:moveTo>
                    <a:cubicBezTo>
                      <a:pt x="0" y="44"/>
                      <a:pt x="23" y="60"/>
                      <a:pt x="41" y="39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4" name="Oval 1667">
                <a:extLst>
                  <a:ext uri="{FF2B5EF4-FFF2-40B4-BE49-F238E27FC236}">
                    <a16:creationId xmlns:a16="http://schemas.microsoft.com/office/drawing/2014/main" id="{920E8C9E-C1D6-4CB9-AE61-699F3F871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1440"/>
                <a:ext cx="69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95" name="Oval 1668">
                <a:extLst>
                  <a:ext uri="{FF2B5EF4-FFF2-40B4-BE49-F238E27FC236}">
                    <a16:creationId xmlns:a16="http://schemas.microsoft.com/office/drawing/2014/main" id="{A66F15B7-E35F-44A8-BD4A-EDBB06E71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1440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96" name="Oval 1669">
                <a:extLst>
                  <a:ext uri="{FF2B5EF4-FFF2-40B4-BE49-F238E27FC236}">
                    <a16:creationId xmlns:a16="http://schemas.microsoft.com/office/drawing/2014/main" id="{659D5723-B852-482B-BAB6-CF9B9B7EC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446"/>
                <a:ext cx="41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97" name="Oval 1670">
                <a:extLst>
                  <a:ext uri="{FF2B5EF4-FFF2-40B4-BE49-F238E27FC236}">
                    <a16:creationId xmlns:a16="http://schemas.microsoft.com/office/drawing/2014/main" id="{230F2145-F343-4C76-B9C3-7701D5037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0" y="1452"/>
                <a:ext cx="13" cy="14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598" name="Freeform 1671">
                <a:extLst>
                  <a:ext uri="{FF2B5EF4-FFF2-40B4-BE49-F238E27FC236}">
                    <a16:creationId xmlns:a16="http://schemas.microsoft.com/office/drawing/2014/main" id="{DD9440AD-899C-4814-988F-17BC47311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456"/>
                <a:ext cx="60" cy="62"/>
              </a:xfrm>
              <a:custGeom>
                <a:avLst/>
                <a:gdLst>
                  <a:gd name="T0" fmla="*/ 0 w 58"/>
                  <a:gd name="T1" fmla="*/ 53 h 60"/>
                  <a:gd name="T2" fmla="*/ 52 w 58"/>
                  <a:gd name="T3" fmla="*/ 44 h 60"/>
                  <a:gd name="T4" fmla="*/ 54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9" name="Oval 1672">
                <a:extLst>
                  <a:ext uri="{FF2B5EF4-FFF2-40B4-BE49-F238E27FC236}">
                    <a16:creationId xmlns:a16="http://schemas.microsoft.com/office/drawing/2014/main" id="{6F2BD4C2-DF3B-4702-831D-4CF280664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484"/>
                <a:ext cx="68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00" name="Oval 1673">
                <a:extLst>
                  <a:ext uri="{FF2B5EF4-FFF2-40B4-BE49-F238E27FC236}">
                    <a16:creationId xmlns:a16="http://schemas.microsoft.com/office/drawing/2014/main" id="{DD56438E-3F63-4627-A75F-3244DCF34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484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01" name="Oval 1674">
                <a:extLst>
                  <a:ext uri="{FF2B5EF4-FFF2-40B4-BE49-F238E27FC236}">
                    <a16:creationId xmlns:a16="http://schemas.microsoft.com/office/drawing/2014/main" id="{D660E635-3490-4BE6-87EE-87A8A888E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1490"/>
                <a:ext cx="42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02" name="Oval 1675">
                <a:extLst>
                  <a:ext uri="{FF2B5EF4-FFF2-40B4-BE49-F238E27FC236}">
                    <a16:creationId xmlns:a16="http://schemas.microsoft.com/office/drawing/2014/main" id="{251004D1-1D47-48FF-B9E7-C1F43839B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1496"/>
                <a:ext cx="12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03" name="Freeform 1676">
                <a:extLst>
                  <a:ext uri="{FF2B5EF4-FFF2-40B4-BE49-F238E27FC236}">
                    <a16:creationId xmlns:a16="http://schemas.microsoft.com/office/drawing/2014/main" id="{1D32B96D-AE35-4BBE-999E-7ECB0BA1E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500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8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2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4" name="Oval 1677">
                <a:extLst>
                  <a:ext uri="{FF2B5EF4-FFF2-40B4-BE49-F238E27FC236}">
                    <a16:creationId xmlns:a16="http://schemas.microsoft.com/office/drawing/2014/main" id="{F0E41B00-B07C-4C30-A78F-2ED21E8B9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1535"/>
                <a:ext cx="69" cy="68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05" name="Oval 1678">
                <a:extLst>
                  <a:ext uri="{FF2B5EF4-FFF2-40B4-BE49-F238E27FC236}">
                    <a16:creationId xmlns:a16="http://schemas.microsoft.com/office/drawing/2014/main" id="{571DF1A4-F1D5-4535-A794-F006DDC3C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1535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06" name="Oval 1679">
                <a:extLst>
                  <a:ext uri="{FF2B5EF4-FFF2-40B4-BE49-F238E27FC236}">
                    <a16:creationId xmlns:a16="http://schemas.microsoft.com/office/drawing/2014/main" id="{4ED650C6-C1CF-48A1-A750-608B83270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1541"/>
                <a:ext cx="41" cy="41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07" name="Oval 1680">
                <a:extLst>
                  <a:ext uri="{FF2B5EF4-FFF2-40B4-BE49-F238E27FC236}">
                    <a16:creationId xmlns:a16="http://schemas.microsoft.com/office/drawing/2014/main" id="{E7EF1D41-CDFC-4EA0-B47D-4BDB64CA5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1547"/>
                <a:ext cx="12" cy="14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08" name="Freeform 1681">
                <a:extLst>
                  <a:ext uri="{FF2B5EF4-FFF2-40B4-BE49-F238E27FC236}">
                    <a16:creationId xmlns:a16="http://schemas.microsoft.com/office/drawing/2014/main" id="{B7551D36-1FBC-433B-A015-19DBCCABC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551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9" name="Oval 1682">
                <a:extLst>
                  <a:ext uri="{FF2B5EF4-FFF2-40B4-BE49-F238E27FC236}">
                    <a16:creationId xmlns:a16="http://schemas.microsoft.com/office/drawing/2014/main" id="{23FE2245-1F7A-4927-A9E6-9E20D9235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1597"/>
                <a:ext cx="68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10" name="Oval 1683">
                <a:extLst>
                  <a:ext uri="{FF2B5EF4-FFF2-40B4-BE49-F238E27FC236}">
                    <a16:creationId xmlns:a16="http://schemas.microsoft.com/office/drawing/2014/main" id="{82C5F6DB-D427-48BC-AD7D-47D123AC2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1597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11" name="Oval 1684">
                <a:extLst>
                  <a:ext uri="{FF2B5EF4-FFF2-40B4-BE49-F238E27FC236}">
                    <a16:creationId xmlns:a16="http://schemas.microsoft.com/office/drawing/2014/main" id="{DAF2E625-2D36-4C3D-BBAD-2A07A6B16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1602"/>
                <a:ext cx="42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12" name="Oval 1685">
                <a:extLst>
                  <a:ext uri="{FF2B5EF4-FFF2-40B4-BE49-F238E27FC236}">
                    <a16:creationId xmlns:a16="http://schemas.microsoft.com/office/drawing/2014/main" id="{3088EB2F-B8BA-4035-8F43-EF3E5D3F0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8" y="1610"/>
                <a:ext cx="12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13" name="Freeform 1686">
                <a:extLst>
                  <a:ext uri="{FF2B5EF4-FFF2-40B4-BE49-F238E27FC236}">
                    <a16:creationId xmlns:a16="http://schemas.microsoft.com/office/drawing/2014/main" id="{F030EF65-1520-4796-A223-DC48E58EA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613"/>
                <a:ext cx="59" cy="61"/>
              </a:xfrm>
              <a:custGeom>
                <a:avLst/>
                <a:gdLst>
                  <a:gd name="T0" fmla="*/ 0 w 58"/>
                  <a:gd name="T1" fmla="*/ 50 h 60"/>
                  <a:gd name="T2" fmla="*/ 48 w 58"/>
                  <a:gd name="T3" fmla="*/ 45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3" y="60"/>
                      <a:pt x="42" y="39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4" name="Oval 1687">
                <a:extLst>
                  <a:ext uri="{FF2B5EF4-FFF2-40B4-BE49-F238E27FC236}">
                    <a16:creationId xmlns:a16="http://schemas.microsoft.com/office/drawing/2014/main" id="{0A366EFE-7DCE-4849-8214-A9E9425E7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1644"/>
                <a:ext cx="70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15" name="Oval 1688">
                <a:extLst>
                  <a:ext uri="{FF2B5EF4-FFF2-40B4-BE49-F238E27FC236}">
                    <a16:creationId xmlns:a16="http://schemas.microsoft.com/office/drawing/2014/main" id="{BDA7FB97-38E8-42E5-8F0D-A0F080EE9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1644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16" name="Oval 1689">
                <a:extLst>
                  <a:ext uri="{FF2B5EF4-FFF2-40B4-BE49-F238E27FC236}">
                    <a16:creationId xmlns:a16="http://schemas.microsoft.com/office/drawing/2014/main" id="{A55C29C6-8C1D-4A56-B9C5-D76B59FF1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1649"/>
                <a:ext cx="40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17" name="Oval 1690">
                <a:extLst>
                  <a:ext uri="{FF2B5EF4-FFF2-40B4-BE49-F238E27FC236}">
                    <a16:creationId xmlns:a16="http://schemas.microsoft.com/office/drawing/2014/main" id="{4BEA7B22-E2BD-41BF-9B40-8123734E9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1657"/>
                <a:ext cx="12" cy="12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18" name="Freeform 1691">
                <a:extLst>
                  <a:ext uri="{FF2B5EF4-FFF2-40B4-BE49-F238E27FC236}">
                    <a16:creationId xmlns:a16="http://schemas.microsoft.com/office/drawing/2014/main" id="{4F0DF6A3-E566-404E-9ECA-1539ADB71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660"/>
                <a:ext cx="59" cy="61"/>
              </a:xfrm>
              <a:custGeom>
                <a:avLst/>
                <a:gdLst>
                  <a:gd name="T0" fmla="*/ 0 w 58"/>
                  <a:gd name="T1" fmla="*/ 50 h 60"/>
                  <a:gd name="T2" fmla="*/ 48 w 58"/>
                  <a:gd name="T3" fmla="*/ 45 h 60"/>
                  <a:gd name="T4" fmla="*/ 49 w 58"/>
                  <a:gd name="T5" fmla="*/ 0 h 60"/>
                  <a:gd name="T6" fmla="*/ 44 w 58"/>
                  <a:gd name="T7" fmla="*/ 41 h 60"/>
                  <a:gd name="T8" fmla="*/ 0 w 58"/>
                  <a:gd name="T9" fmla="*/ 5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4" y="60"/>
                      <a:pt x="42" y="39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8" y="35"/>
                    </a:cubicBezTo>
                    <a:cubicBezTo>
                      <a:pt x="23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9" name="Oval 1692">
                <a:extLst>
                  <a:ext uri="{FF2B5EF4-FFF2-40B4-BE49-F238E27FC236}">
                    <a16:creationId xmlns:a16="http://schemas.microsoft.com/office/drawing/2014/main" id="{F7B776E9-3E1E-4E88-AE24-BE7D73EAA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1583"/>
                <a:ext cx="68" cy="69"/>
              </a:xfrm>
              <a:prstGeom prst="ellipse">
                <a:avLst/>
              </a:prstGeom>
              <a:solidFill>
                <a:srgbClr val="6B4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20" name="Oval 1693">
                <a:extLst>
                  <a:ext uri="{FF2B5EF4-FFF2-40B4-BE49-F238E27FC236}">
                    <a16:creationId xmlns:a16="http://schemas.microsoft.com/office/drawing/2014/main" id="{91D3E7B5-D4C8-4846-8D16-F8819AE69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1583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21" name="Oval 1694">
                <a:extLst>
                  <a:ext uri="{FF2B5EF4-FFF2-40B4-BE49-F238E27FC236}">
                    <a16:creationId xmlns:a16="http://schemas.microsoft.com/office/drawing/2014/main" id="{A7E4B6BE-148E-4F51-A994-11EE362DC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589"/>
                <a:ext cx="42" cy="42"/>
              </a:xfrm>
              <a:prstGeom prst="ellipse">
                <a:avLst/>
              </a:prstGeom>
              <a:solidFill>
                <a:srgbClr val="75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22" name="Oval 1695">
                <a:extLst>
                  <a:ext uri="{FF2B5EF4-FFF2-40B4-BE49-F238E27FC236}">
                    <a16:creationId xmlns:a16="http://schemas.microsoft.com/office/drawing/2014/main" id="{28577B61-053B-489D-96D2-21D6B2E97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1596"/>
                <a:ext cx="13" cy="13"/>
              </a:xfrm>
              <a:prstGeom prst="ellipse">
                <a:avLst/>
              </a:prstGeom>
              <a:solidFill>
                <a:srgbClr val="E1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23" name="Freeform 1696">
                <a:extLst>
                  <a:ext uri="{FF2B5EF4-FFF2-40B4-BE49-F238E27FC236}">
                    <a16:creationId xmlns:a16="http://schemas.microsoft.com/office/drawing/2014/main" id="{3899A027-8C71-4922-8596-DBBAE26F1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599"/>
                <a:ext cx="60" cy="62"/>
              </a:xfrm>
              <a:custGeom>
                <a:avLst/>
                <a:gdLst>
                  <a:gd name="T0" fmla="*/ 0 w 58"/>
                  <a:gd name="T1" fmla="*/ 55 h 60"/>
                  <a:gd name="T2" fmla="*/ 50 w 58"/>
                  <a:gd name="T3" fmla="*/ 44 h 60"/>
                  <a:gd name="T4" fmla="*/ 52 w 58"/>
                  <a:gd name="T5" fmla="*/ 0 h 60"/>
                  <a:gd name="T6" fmla="*/ 43 w 58"/>
                  <a:gd name="T7" fmla="*/ 41 h 60"/>
                  <a:gd name="T8" fmla="*/ 0 w 58"/>
                  <a:gd name="T9" fmla="*/ 5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3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5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4" name="Oval 1697">
                <a:extLst>
                  <a:ext uri="{FF2B5EF4-FFF2-40B4-BE49-F238E27FC236}">
                    <a16:creationId xmlns:a16="http://schemas.microsoft.com/office/drawing/2014/main" id="{7CCC36BC-BF5A-4A94-9B88-9E428E2DC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1" y="1683"/>
                <a:ext cx="68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25" name="Oval 1698">
                <a:extLst>
                  <a:ext uri="{FF2B5EF4-FFF2-40B4-BE49-F238E27FC236}">
                    <a16:creationId xmlns:a16="http://schemas.microsoft.com/office/drawing/2014/main" id="{CD50652B-28BC-4972-A760-BC1BE2BAC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1683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26" name="Oval 1699">
                <a:extLst>
                  <a:ext uri="{FF2B5EF4-FFF2-40B4-BE49-F238E27FC236}">
                    <a16:creationId xmlns:a16="http://schemas.microsoft.com/office/drawing/2014/main" id="{1C2DF2E8-C8A0-43C7-94AE-AC61A2B58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89"/>
                <a:ext cx="41" cy="41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27" name="Oval 1700">
                <a:extLst>
                  <a:ext uri="{FF2B5EF4-FFF2-40B4-BE49-F238E27FC236}">
                    <a16:creationId xmlns:a16="http://schemas.microsoft.com/office/drawing/2014/main" id="{720269D4-8DA7-4E70-9006-AEC590F11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1696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28" name="Freeform 1701">
                <a:extLst>
                  <a:ext uri="{FF2B5EF4-FFF2-40B4-BE49-F238E27FC236}">
                    <a16:creationId xmlns:a16="http://schemas.microsoft.com/office/drawing/2014/main" id="{EA0F5C35-2D97-4643-910C-06601194B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699"/>
                <a:ext cx="59" cy="62"/>
              </a:xfrm>
              <a:custGeom>
                <a:avLst/>
                <a:gdLst>
                  <a:gd name="T0" fmla="*/ 0 w 57"/>
                  <a:gd name="T1" fmla="*/ 53 h 60"/>
                  <a:gd name="T2" fmla="*/ 51 w 57"/>
                  <a:gd name="T3" fmla="*/ 44 h 60"/>
                  <a:gd name="T4" fmla="*/ 53 w 57"/>
                  <a:gd name="T5" fmla="*/ 0 h 60"/>
                  <a:gd name="T6" fmla="*/ 43 w 57"/>
                  <a:gd name="T7" fmla="*/ 41 h 60"/>
                  <a:gd name="T8" fmla="*/ 0 w 57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9" name="Oval 1702">
                <a:extLst>
                  <a:ext uri="{FF2B5EF4-FFF2-40B4-BE49-F238E27FC236}">
                    <a16:creationId xmlns:a16="http://schemas.microsoft.com/office/drawing/2014/main" id="{7E8844D7-ED50-4C12-B112-54B1DDA74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1623"/>
                <a:ext cx="68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30" name="Oval 1703">
                <a:extLst>
                  <a:ext uri="{FF2B5EF4-FFF2-40B4-BE49-F238E27FC236}">
                    <a16:creationId xmlns:a16="http://schemas.microsoft.com/office/drawing/2014/main" id="{8E08ACFF-97E6-43A0-8DD8-4284D9B51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5" y="1623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31" name="Oval 1704">
                <a:extLst>
                  <a:ext uri="{FF2B5EF4-FFF2-40B4-BE49-F238E27FC236}">
                    <a16:creationId xmlns:a16="http://schemas.microsoft.com/office/drawing/2014/main" id="{2A4AC7DF-D721-479D-8A9B-79F66A062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2" y="1629"/>
                <a:ext cx="41" cy="41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32" name="Oval 1705">
                <a:extLst>
                  <a:ext uri="{FF2B5EF4-FFF2-40B4-BE49-F238E27FC236}">
                    <a16:creationId xmlns:a16="http://schemas.microsoft.com/office/drawing/2014/main" id="{DF401912-6837-4A02-9A33-7D4592384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6" y="163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33" name="Freeform 1706">
                <a:extLst>
                  <a:ext uri="{FF2B5EF4-FFF2-40B4-BE49-F238E27FC236}">
                    <a16:creationId xmlns:a16="http://schemas.microsoft.com/office/drawing/2014/main" id="{3B9D250E-B13F-4C0B-A8AD-446741FA3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639"/>
                <a:ext cx="58" cy="61"/>
              </a:xfrm>
              <a:custGeom>
                <a:avLst/>
                <a:gdLst>
                  <a:gd name="T0" fmla="*/ 0 w 57"/>
                  <a:gd name="T1" fmla="*/ 49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4" name="Oval 1707">
                <a:extLst>
                  <a:ext uri="{FF2B5EF4-FFF2-40B4-BE49-F238E27FC236}">
                    <a16:creationId xmlns:a16="http://schemas.microsoft.com/office/drawing/2014/main" id="{9BF3E3EF-B808-41DC-82C0-0128AAC22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" y="1563"/>
                <a:ext cx="70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35" name="Oval 1708">
                <a:extLst>
                  <a:ext uri="{FF2B5EF4-FFF2-40B4-BE49-F238E27FC236}">
                    <a16:creationId xmlns:a16="http://schemas.microsoft.com/office/drawing/2014/main" id="{F2242B5F-EAD5-45A0-90CF-2B9B391B5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" y="156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36" name="Oval 1709">
                <a:extLst>
                  <a:ext uri="{FF2B5EF4-FFF2-40B4-BE49-F238E27FC236}">
                    <a16:creationId xmlns:a16="http://schemas.microsoft.com/office/drawing/2014/main" id="{95E01417-4A0E-4D03-B220-B33B5C98C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7" y="1569"/>
                <a:ext cx="40" cy="41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37" name="Oval 1710">
                <a:extLst>
                  <a:ext uri="{FF2B5EF4-FFF2-40B4-BE49-F238E27FC236}">
                    <a16:creationId xmlns:a16="http://schemas.microsoft.com/office/drawing/2014/main" id="{59584B60-215A-4E19-B554-B772F8ACF1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0" y="1576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38" name="Freeform 1711">
                <a:extLst>
                  <a:ext uri="{FF2B5EF4-FFF2-40B4-BE49-F238E27FC236}">
                    <a16:creationId xmlns:a16="http://schemas.microsoft.com/office/drawing/2014/main" id="{34EA0A9D-8E90-46CA-9104-3A21DD248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579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9" name="Oval 1712">
                <a:extLst>
                  <a:ext uri="{FF2B5EF4-FFF2-40B4-BE49-F238E27FC236}">
                    <a16:creationId xmlns:a16="http://schemas.microsoft.com/office/drawing/2014/main" id="{85CC0522-E562-4415-8A36-E18222FB2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1502"/>
                <a:ext cx="69" cy="69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40" name="Oval 1713">
                <a:extLst>
                  <a:ext uri="{FF2B5EF4-FFF2-40B4-BE49-F238E27FC236}">
                    <a16:creationId xmlns:a16="http://schemas.microsoft.com/office/drawing/2014/main" id="{C88E8651-54D7-4993-8769-FD8A5B16E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1502"/>
                <a:ext cx="70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41" name="Oval 1714">
                <a:extLst>
                  <a:ext uri="{FF2B5EF4-FFF2-40B4-BE49-F238E27FC236}">
                    <a16:creationId xmlns:a16="http://schemas.microsoft.com/office/drawing/2014/main" id="{2805D555-4D45-4048-B643-0C91B4787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0" y="1508"/>
                <a:ext cx="42" cy="41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42" name="Oval 1715">
                <a:extLst>
                  <a:ext uri="{FF2B5EF4-FFF2-40B4-BE49-F238E27FC236}">
                    <a16:creationId xmlns:a16="http://schemas.microsoft.com/office/drawing/2014/main" id="{595E136F-5006-4527-9163-D43F34C08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4" y="1516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43" name="Freeform 1716">
                <a:extLst>
                  <a:ext uri="{FF2B5EF4-FFF2-40B4-BE49-F238E27FC236}">
                    <a16:creationId xmlns:a16="http://schemas.microsoft.com/office/drawing/2014/main" id="{2A239B24-1CAC-4F48-A00E-992BC93A3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519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4" name="Oval 1717">
                <a:extLst>
                  <a:ext uri="{FF2B5EF4-FFF2-40B4-BE49-F238E27FC236}">
                    <a16:creationId xmlns:a16="http://schemas.microsoft.com/office/drawing/2014/main" id="{8347C3D3-50FA-4210-B54D-907AE507F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443"/>
                <a:ext cx="68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45" name="Oval 1718">
                <a:extLst>
                  <a:ext uri="{FF2B5EF4-FFF2-40B4-BE49-F238E27FC236}">
                    <a16:creationId xmlns:a16="http://schemas.microsoft.com/office/drawing/2014/main" id="{601F12BD-BE70-4838-B320-FDA85BB83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1443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46" name="Oval 1719">
                <a:extLst>
                  <a:ext uri="{FF2B5EF4-FFF2-40B4-BE49-F238E27FC236}">
                    <a16:creationId xmlns:a16="http://schemas.microsoft.com/office/drawing/2014/main" id="{7A36B67E-9427-47F2-B8A0-326982C81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1448"/>
                <a:ext cx="41" cy="42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47" name="Oval 1720">
                <a:extLst>
                  <a:ext uri="{FF2B5EF4-FFF2-40B4-BE49-F238E27FC236}">
                    <a16:creationId xmlns:a16="http://schemas.microsoft.com/office/drawing/2014/main" id="{66F468AB-B2A8-4F6F-B427-0BAAF4FE9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8" y="145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48" name="Freeform 1721">
                <a:extLst>
                  <a:ext uri="{FF2B5EF4-FFF2-40B4-BE49-F238E27FC236}">
                    <a16:creationId xmlns:a16="http://schemas.microsoft.com/office/drawing/2014/main" id="{C6F7FD32-EF6E-4B3E-8ECF-6810C0015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58"/>
                <a:ext cx="58" cy="62"/>
              </a:xfrm>
              <a:custGeom>
                <a:avLst/>
                <a:gdLst>
                  <a:gd name="T0" fmla="*/ 0 w 57"/>
                  <a:gd name="T1" fmla="*/ 55 h 60"/>
                  <a:gd name="T2" fmla="*/ 47 w 57"/>
                  <a:gd name="T3" fmla="*/ 45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5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4"/>
                    </a:moveTo>
                    <a:cubicBezTo>
                      <a:pt x="0" y="44"/>
                      <a:pt x="23" y="60"/>
                      <a:pt x="41" y="39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2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9" name="Oval 1722">
                <a:extLst>
                  <a:ext uri="{FF2B5EF4-FFF2-40B4-BE49-F238E27FC236}">
                    <a16:creationId xmlns:a16="http://schemas.microsoft.com/office/drawing/2014/main" id="{7D2A56BE-8BB5-4585-83CA-0C80A88A0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1382"/>
                <a:ext cx="68" cy="69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50" name="Oval 1723">
                <a:extLst>
                  <a:ext uri="{FF2B5EF4-FFF2-40B4-BE49-F238E27FC236}">
                    <a16:creationId xmlns:a16="http://schemas.microsoft.com/office/drawing/2014/main" id="{91667C16-CC96-4C26-8B70-09C0E1C0D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1382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51" name="Oval 1724">
                <a:extLst>
                  <a:ext uri="{FF2B5EF4-FFF2-40B4-BE49-F238E27FC236}">
                    <a16:creationId xmlns:a16="http://schemas.microsoft.com/office/drawing/2014/main" id="{C0C3590C-A6B4-4F73-AE03-803E7410D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1388"/>
                <a:ext cx="42" cy="42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52" name="Oval 1725">
                <a:extLst>
                  <a:ext uri="{FF2B5EF4-FFF2-40B4-BE49-F238E27FC236}">
                    <a16:creationId xmlns:a16="http://schemas.microsoft.com/office/drawing/2014/main" id="{E789B3D6-346F-4F33-A62D-83C55EE1E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1395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653" name="Freeform 1726">
                <a:extLst>
                  <a:ext uri="{FF2B5EF4-FFF2-40B4-BE49-F238E27FC236}">
                    <a16:creationId xmlns:a16="http://schemas.microsoft.com/office/drawing/2014/main" id="{70432DEB-1339-4580-BAC3-1D7DD563D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398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134" name="Group 1727">
              <a:extLst>
                <a:ext uri="{FF2B5EF4-FFF2-40B4-BE49-F238E27FC236}">
                  <a16:creationId xmlns:a16="http://schemas.microsoft.com/office/drawing/2014/main" id="{57F5F2CD-F8FC-4C6B-8A3B-36ADA4E587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04" y="802"/>
              <a:ext cx="1761" cy="1736"/>
              <a:chOff x="2004" y="802"/>
              <a:chExt cx="1761" cy="1736"/>
            </a:xfrm>
          </p:grpSpPr>
          <p:sp>
            <p:nvSpPr>
              <p:cNvPr id="32254" name="Oval 1728">
                <a:extLst>
                  <a:ext uri="{FF2B5EF4-FFF2-40B4-BE49-F238E27FC236}">
                    <a16:creationId xmlns:a16="http://schemas.microsoft.com/office/drawing/2014/main" id="{27A7FC5A-3AB9-40DB-B859-07C9F53EC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323"/>
                <a:ext cx="70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55" name="Oval 1729">
                <a:extLst>
                  <a:ext uri="{FF2B5EF4-FFF2-40B4-BE49-F238E27FC236}">
                    <a16:creationId xmlns:a16="http://schemas.microsoft.com/office/drawing/2014/main" id="{F3AABB3A-FFC5-41B7-9D43-1F9717B1C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32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56" name="Oval 1730">
                <a:extLst>
                  <a:ext uri="{FF2B5EF4-FFF2-40B4-BE49-F238E27FC236}">
                    <a16:creationId xmlns:a16="http://schemas.microsoft.com/office/drawing/2014/main" id="{26AE3B73-A575-49EB-87ED-9E75E7E66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3" y="1328"/>
                <a:ext cx="41" cy="42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57" name="Oval 1731">
                <a:extLst>
                  <a:ext uri="{FF2B5EF4-FFF2-40B4-BE49-F238E27FC236}">
                    <a16:creationId xmlns:a16="http://schemas.microsoft.com/office/drawing/2014/main" id="{A46895D3-1E9A-43F2-80BB-C941E435D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" y="1335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58" name="Freeform 1732">
                <a:extLst>
                  <a:ext uri="{FF2B5EF4-FFF2-40B4-BE49-F238E27FC236}">
                    <a16:creationId xmlns:a16="http://schemas.microsoft.com/office/drawing/2014/main" id="{178D71D6-CBAC-4EB3-8898-C6B3E8A17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338"/>
                <a:ext cx="59" cy="61"/>
              </a:xfrm>
              <a:custGeom>
                <a:avLst/>
                <a:gdLst>
                  <a:gd name="T0" fmla="*/ 0 w 58"/>
                  <a:gd name="T1" fmla="*/ 50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5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9" name="Oval 1733">
                <a:extLst>
                  <a:ext uri="{FF2B5EF4-FFF2-40B4-BE49-F238E27FC236}">
                    <a16:creationId xmlns:a16="http://schemas.microsoft.com/office/drawing/2014/main" id="{2FB1803B-250A-416B-9E5B-90BBB1CB6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323"/>
                <a:ext cx="68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60" name="Oval 1734">
                <a:extLst>
                  <a:ext uri="{FF2B5EF4-FFF2-40B4-BE49-F238E27FC236}">
                    <a16:creationId xmlns:a16="http://schemas.microsoft.com/office/drawing/2014/main" id="{628DB2FF-687F-4EA8-BEDE-AF15E6443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323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61" name="Oval 1735">
                <a:extLst>
                  <a:ext uri="{FF2B5EF4-FFF2-40B4-BE49-F238E27FC236}">
                    <a16:creationId xmlns:a16="http://schemas.microsoft.com/office/drawing/2014/main" id="{9A926409-E137-4FE1-8D04-4AA212545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328"/>
                <a:ext cx="42" cy="42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62" name="Oval 1736">
                <a:extLst>
                  <a:ext uri="{FF2B5EF4-FFF2-40B4-BE49-F238E27FC236}">
                    <a16:creationId xmlns:a16="http://schemas.microsoft.com/office/drawing/2014/main" id="{77F62AEF-0BD5-4572-9FB8-D27D3683F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335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63" name="Freeform 1737">
                <a:extLst>
                  <a:ext uri="{FF2B5EF4-FFF2-40B4-BE49-F238E27FC236}">
                    <a16:creationId xmlns:a16="http://schemas.microsoft.com/office/drawing/2014/main" id="{4EB12045-F639-406F-A4EB-013F41403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338"/>
                <a:ext cx="59" cy="61"/>
              </a:xfrm>
              <a:custGeom>
                <a:avLst/>
                <a:gdLst>
                  <a:gd name="T0" fmla="*/ 0 w 58"/>
                  <a:gd name="T1" fmla="*/ 50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3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4" name="Oval 1738">
                <a:extLst>
                  <a:ext uri="{FF2B5EF4-FFF2-40B4-BE49-F238E27FC236}">
                    <a16:creationId xmlns:a16="http://schemas.microsoft.com/office/drawing/2014/main" id="{60C9C76E-A6AC-4341-8493-5D4269291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261"/>
                <a:ext cx="68" cy="69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65" name="Oval 1739">
                <a:extLst>
                  <a:ext uri="{FF2B5EF4-FFF2-40B4-BE49-F238E27FC236}">
                    <a16:creationId xmlns:a16="http://schemas.microsoft.com/office/drawing/2014/main" id="{47F0FC96-C226-477D-987B-CF4A52658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261"/>
                <a:ext cx="68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66" name="Oval 1740">
                <a:extLst>
                  <a:ext uri="{FF2B5EF4-FFF2-40B4-BE49-F238E27FC236}">
                    <a16:creationId xmlns:a16="http://schemas.microsoft.com/office/drawing/2014/main" id="{A3F264FD-A9B7-4A4F-B2F5-79F09C49B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267"/>
                <a:ext cx="42" cy="41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67" name="Oval 1741">
                <a:extLst>
                  <a:ext uri="{FF2B5EF4-FFF2-40B4-BE49-F238E27FC236}">
                    <a16:creationId xmlns:a16="http://schemas.microsoft.com/office/drawing/2014/main" id="{E8E02116-43A0-4281-9103-D70B38288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275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68" name="Freeform 1742">
                <a:extLst>
                  <a:ext uri="{FF2B5EF4-FFF2-40B4-BE49-F238E27FC236}">
                    <a16:creationId xmlns:a16="http://schemas.microsoft.com/office/drawing/2014/main" id="{0C4A7153-F5C4-45E1-A50A-16387A78D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278"/>
                <a:ext cx="60" cy="61"/>
              </a:xfrm>
              <a:custGeom>
                <a:avLst/>
                <a:gdLst>
                  <a:gd name="T0" fmla="*/ 0 w 58"/>
                  <a:gd name="T1" fmla="*/ 49 h 60"/>
                  <a:gd name="T2" fmla="*/ 50 w 58"/>
                  <a:gd name="T3" fmla="*/ 44 h 60"/>
                  <a:gd name="T4" fmla="*/ 52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9" name="Oval 1743">
                <a:extLst>
                  <a:ext uri="{FF2B5EF4-FFF2-40B4-BE49-F238E27FC236}">
                    <a16:creationId xmlns:a16="http://schemas.microsoft.com/office/drawing/2014/main" id="{951B6EDD-8B4A-4491-A856-B9E7B829D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1382"/>
                <a:ext cx="69" cy="69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70" name="Oval 1744">
                <a:extLst>
                  <a:ext uri="{FF2B5EF4-FFF2-40B4-BE49-F238E27FC236}">
                    <a16:creationId xmlns:a16="http://schemas.microsoft.com/office/drawing/2014/main" id="{3F5A061C-9D9D-4825-8B8A-479CAE7D6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1382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71" name="Oval 1745">
                <a:extLst>
                  <a:ext uri="{FF2B5EF4-FFF2-40B4-BE49-F238E27FC236}">
                    <a16:creationId xmlns:a16="http://schemas.microsoft.com/office/drawing/2014/main" id="{FC4C5C42-B56B-4708-9BA8-9A71A05BD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8" y="1388"/>
                <a:ext cx="40" cy="42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72" name="Oval 1746">
                <a:extLst>
                  <a:ext uri="{FF2B5EF4-FFF2-40B4-BE49-F238E27FC236}">
                    <a16:creationId xmlns:a16="http://schemas.microsoft.com/office/drawing/2014/main" id="{2920CA8B-8B25-4B03-BB1A-2B3702290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1395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73" name="Freeform 1747">
                <a:extLst>
                  <a:ext uri="{FF2B5EF4-FFF2-40B4-BE49-F238E27FC236}">
                    <a16:creationId xmlns:a16="http://schemas.microsoft.com/office/drawing/2014/main" id="{33F284CD-F9D8-42E3-897B-46C796908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398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4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2" y="21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74" name="Oval 1748">
                <a:extLst>
                  <a:ext uri="{FF2B5EF4-FFF2-40B4-BE49-F238E27FC236}">
                    <a16:creationId xmlns:a16="http://schemas.microsoft.com/office/drawing/2014/main" id="{650E8A77-BF04-4256-9DAB-49655EB22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1443"/>
                <a:ext cx="69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75" name="Oval 1749">
                <a:extLst>
                  <a:ext uri="{FF2B5EF4-FFF2-40B4-BE49-F238E27FC236}">
                    <a16:creationId xmlns:a16="http://schemas.microsoft.com/office/drawing/2014/main" id="{8E2B60A1-6E47-4443-82D9-E47D2B502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144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76" name="Oval 1750">
                <a:extLst>
                  <a:ext uri="{FF2B5EF4-FFF2-40B4-BE49-F238E27FC236}">
                    <a16:creationId xmlns:a16="http://schemas.microsoft.com/office/drawing/2014/main" id="{C809FCD1-82F8-4FD4-94BC-0AF9289CF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1" y="1448"/>
                <a:ext cx="42" cy="42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77" name="Oval 1751">
                <a:extLst>
                  <a:ext uri="{FF2B5EF4-FFF2-40B4-BE49-F238E27FC236}">
                    <a16:creationId xmlns:a16="http://schemas.microsoft.com/office/drawing/2014/main" id="{0CAA4A21-5944-4928-92C8-35A2253CA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5" y="1455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78" name="Freeform 1752">
                <a:extLst>
                  <a:ext uri="{FF2B5EF4-FFF2-40B4-BE49-F238E27FC236}">
                    <a16:creationId xmlns:a16="http://schemas.microsoft.com/office/drawing/2014/main" id="{2532C11B-65ED-40AB-B202-5A0C88DF5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458"/>
                <a:ext cx="59" cy="62"/>
              </a:xfrm>
              <a:custGeom>
                <a:avLst/>
                <a:gdLst>
                  <a:gd name="T0" fmla="*/ 0 w 58"/>
                  <a:gd name="T1" fmla="*/ 55 h 60"/>
                  <a:gd name="T2" fmla="*/ 48 w 58"/>
                  <a:gd name="T3" fmla="*/ 45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4"/>
                    </a:moveTo>
                    <a:cubicBezTo>
                      <a:pt x="0" y="44"/>
                      <a:pt x="23" y="60"/>
                      <a:pt x="42" y="39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1"/>
                      <a:pt x="37" y="35"/>
                    </a:cubicBezTo>
                    <a:cubicBezTo>
                      <a:pt x="23" y="49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79" name="Oval 1753">
                <a:extLst>
                  <a:ext uri="{FF2B5EF4-FFF2-40B4-BE49-F238E27FC236}">
                    <a16:creationId xmlns:a16="http://schemas.microsoft.com/office/drawing/2014/main" id="{FA6BDA32-BC89-47C4-A889-867577232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502"/>
                <a:ext cx="68" cy="69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80" name="Oval 1754">
                <a:extLst>
                  <a:ext uri="{FF2B5EF4-FFF2-40B4-BE49-F238E27FC236}">
                    <a16:creationId xmlns:a16="http://schemas.microsoft.com/office/drawing/2014/main" id="{9BBFBB91-E306-49F7-8A05-C8409DFFA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1502"/>
                <a:ext cx="69" cy="69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81" name="Oval 1755">
                <a:extLst>
                  <a:ext uri="{FF2B5EF4-FFF2-40B4-BE49-F238E27FC236}">
                    <a16:creationId xmlns:a16="http://schemas.microsoft.com/office/drawing/2014/main" id="{9ACD4D49-C5DD-4A61-85B5-18FBCC8C3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1508"/>
                <a:ext cx="42" cy="41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82" name="Oval 1756">
                <a:extLst>
                  <a:ext uri="{FF2B5EF4-FFF2-40B4-BE49-F238E27FC236}">
                    <a16:creationId xmlns:a16="http://schemas.microsoft.com/office/drawing/2014/main" id="{957EEB05-F887-4AFC-8D66-087CD1DB5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516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83" name="Freeform 1757">
                <a:extLst>
                  <a:ext uri="{FF2B5EF4-FFF2-40B4-BE49-F238E27FC236}">
                    <a16:creationId xmlns:a16="http://schemas.microsoft.com/office/drawing/2014/main" id="{A566A8F4-2597-49E7-A510-AEAC60E87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519"/>
                <a:ext cx="60" cy="61"/>
              </a:xfrm>
              <a:custGeom>
                <a:avLst/>
                <a:gdLst>
                  <a:gd name="T0" fmla="*/ 0 w 58"/>
                  <a:gd name="T1" fmla="*/ 49 h 60"/>
                  <a:gd name="T2" fmla="*/ 50 w 58"/>
                  <a:gd name="T3" fmla="*/ 44 h 60"/>
                  <a:gd name="T4" fmla="*/ 52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84" name="Oval 1758">
                <a:extLst>
                  <a:ext uri="{FF2B5EF4-FFF2-40B4-BE49-F238E27FC236}">
                    <a16:creationId xmlns:a16="http://schemas.microsoft.com/office/drawing/2014/main" id="{54A9953C-483F-4ABE-911D-653D0263A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" y="1563"/>
                <a:ext cx="68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85" name="Oval 1759">
                <a:extLst>
                  <a:ext uri="{FF2B5EF4-FFF2-40B4-BE49-F238E27FC236}">
                    <a16:creationId xmlns:a16="http://schemas.microsoft.com/office/drawing/2014/main" id="{0E9B9456-193B-44FC-8E8B-A71DB564C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4" y="1563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86" name="Oval 1760">
                <a:extLst>
                  <a:ext uri="{FF2B5EF4-FFF2-40B4-BE49-F238E27FC236}">
                    <a16:creationId xmlns:a16="http://schemas.microsoft.com/office/drawing/2014/main" id="{A70A4CAA-653E-409D-888E-718FBD2F2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0" y="1569"/>
                <a:ext cx="42" cy="41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87" name="Oval 1761">
                <a:extLst>
                  <a:ext uri="{FF2B5EF4-FFF2-40B4-BE49-F238E27FC236}">
                    <a16:creationId xmlns:a16="http://schemas.microsoft.com/office/drawing/2014/main" id="{764E8BA3-A3EC-4997-9139-ADF18584A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1576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88" name="Freeform 1762">
                <a:extLst>
                  <a:ext uri="{FF2B5EF4-FFF2-40B4-BE49-F238E27FC236}">
                    <a16:creationId xmlns:a16="http://schemas.microsoft.com/office/drawing/2014/main" id="{625D31A9-2523-4E25-8A54-BE714265B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579"/>
                <a:ext cx="59" cy="61"/>
              </a:xfrm>
              <a:custGeom>
                <a:avLst/>
                <a:gdLst>
                  <a:gd name="T0" fmla="*/ 0 w 58"/>
                  <a:gd name="T1" fmla="*/ 49 h 60"/>
                  <a:gd name="T2" fmla="*/ 48 w 58"/>
                  <a:gd name="T3" fmla="*/ 44 h 60"/>
                  <a:gd name="T4" fmla="*/ 49 w 58"/>
                  <a:gd name="T5" fmla="*/ 0 h 60"/>
                  <a:gd name="T6" fmla="*/ 43 w 58"/>
                  <a:gd name="T7" fmla="*/ 41 h 60"/>
                  <a:gd name="T8" fmla="*/ 0 w 58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2" y="38"/>
                    </a:cubicBezTo>
                    <a:cubicBezTo>
                      <a:pt x="58" y="19"/>
                      <a:pt x="43" y="0"/>
                      <a:pt x="43" y="0"/>
                    </a:cubicBezTo>
                    <a:cubicBezTo>
                      <a:pt x="43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89" name="Oval 1763">
                <a:extLst>
                  <a:ext uri="{FF2B5EF4-FFF2-40B4-BE49-F238E27FC236}">
                    <a16:creationId xmlns:a16="http://schemas.microsoft.com/office/drawing/2014/main" id="{194DE554-1CEC-4EF4-8772-52818CF8F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1623"/>
                <a:ext cx="69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90" name="Oval 1764">
                <a:extLst>
                  <a:ext uri="{FF2B5EF4-FFF2-40B4-BE49-F238E27FC236}">
                    <a16:creationId xmlns:a16="http://schemas.microsoft.com/office/drawing/2014/main" id="{694FA2EC-D2CF-4F3B-8E79-8AA5993B3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162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91" name="Oval 1765">
                <a:extLst>
                  <a:ext uri="{FF2B5EF4-FFF2-40B4-BE49-F238E27FC236}">
                    <a16:creationId xmlns:a16="http://schemas.microsoft.com/office/drawing/2014/main" id="{B330681B-2B71-49E3-9340-2D89F7844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1629"/>
                <a:ext cx="40" cy="41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92" name="Oval 1766">
                <a:extLst>
                  <a:ext uri="{FF2B5EF4-FFF2-40B4-BE49-F238E27FC236}">
                    <a16:creationId xmlns:a16="http://schemas.microsoft.com/office/drawing/2014/main" id="{67DDD419-3031-4A2C-BC14-F59588ACE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163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93" name="Freeform 1767">
                <a:extLst>
                  <a:ext uri="{FF2B5EF4-FFF2-40B4-BE49-F238E27FC236}">
                    <a16:creationId xmlns:a16="http://schemas.microsoft.com/office/drawing/2014/main" id="{453E1FF9-9E01-478B-83CB-0C9FD1CCE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639"/>
                <a:ext cx="58" cy="61"/>
              </a:xfrm>
              <a:custGeom>
                <a:avLst/>
                <a:gdLst>
                  <a:gd name="T0" fmla="*/ 0 w 57"/>
                  <a:gd name="T1" fmla="*/ 49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94" name="Oval 1768">
                <a:extLst>
                  <a:ext uri="{FF2B5EF4-FFF2-40B4-BE49-F238E27FC236}">
                    <a16:creationId xmlns:a16="http://schemas.microsoft.com/office/drawing/2014/main" id="{EF692397-623C-4DF2-9FA5-9B32C7DBB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683"/>
                <a:ext cx="69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95" name="Oval 1769">
                <a:extLst>
                  <a:ext uri="{FF2B5EF4-FFF2-40B4-BE49-F238E27FC236}">
                    <a16:creationId xmlns:a16="http://schemas.microsoft.com/office/drawing/2014/main" id="{392DEBD8-B67C-465D-9515-4643EB135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" y="168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96" name="Oval 1770">
                <a:extLst>
                  <a:ext uri="{FF2B5EF4-FFF2-40B4-BE49-F238E27FC236}">
                    <a16:creationId xmlns:a16="http://schemas.microsoft.com/office/drawing/2014/main" id="{42645F73-05C9-4053-9CD5-B1027ACDC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7" y="1689"/>
                <a:ext cx="40" cy="41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97" name="Oval 1771">
                <a:extLst>
                  <a:ext uri="{FF2B5EF4-FFF2-40B4-BE49-F238E27FC236}">
                    <a16:creationId xmlns:a16="http://schemas.microsoft.com/office/drawing/2014/main" id="{8F4D4525-E7FB-4326-93C8-406C6BD07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" y="1696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298" name="Freeform 1772">
                <a:extLst>
                  <a:ext uri="{FF2B5EF4-FFF2-40B4-BE49-F238E27FC236}">
                    <a16:creationId xmlns:a16="http://schemas.microsoft.com/office/drawing/2014/main" id="{B50DBDDF-258C-4B4D-B8B0-BEF877CB2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699"/>
                <a:ext cx="58" cy="62"/>
              </a:xfrm>
              <a:custGeom>
                <a:avLst/>
                <a:gdLst>
                  <a:gd name="T0" fmla="*/ 0 w 57"/>
                  <a:gd name="T1" fmla="*/ 53 h 60"/>
                  <a:gd name="T2" fmla="*/ 47 w 57"/>
                  <a:gd name="T3" fmla="*/ 44 h 60"/>
                  <a:gd name="T4" fmla="*/ 48 w 57"/>
                  <a:gd name="T5" fmla="*/ 0 h 60"/>
                  <a:gd name="T6" fmla="*/ 43 w 57"/>
                  <a:gd name="T7" fmla="*/ 41 h 60"/>
                  <a:gd name="T8" fmla="*/ 0 w 57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7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99" name="Oval 1773">
                <a:extLst>
                  <a:ext uri="{FF2B5EF4-FFF2-40B4-BE49-F238E27FC236}">
                    <a16:creationId xmlns:a16="http://schemas.microsoft.com/office/drawing/2014/main" id="{FB883B41-6253-4AE8-BA8A-4BBD6327D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0" y="1683"/>
                <a:ext cx="68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00" name="Oval 1774">
                <a:extLst>
                  <a:ext uri="{FF2B5EF4-FFF2-40B4-BE49-F238E27FC236}">
                    <a16:creationId xmlns:a16="http://schemas.microsoft.com/office/drawing/2014/main" id="{315C6077-65E0-4A5E-946E-19009D1CE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683"/>
                <a:ext cx="68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01" name="Oval 1775">
                <a:extLst>
                  <a:ext uri="{FF2B5EF4-FFF2-40B4-BE49-F238E27FC236}">
                    <a16:creationId xmlns:a16="http://schemas.microsoft.com/office/drawing/2014/main" id="{96412360-9E6D-4A88-8E41-2662AA672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689"/>
                <a:ext cx="41" cy="41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02" name="Oval 1776">
                <a:extLst>
                  <a:ext uri="{FF2B5EF4-FFF2-40B4-BE49-F238E27FC236}">
                    <a16:creationId xmlns:a16="http://schemas.microsoft.com/office/drawing/2014/main" id="{8B518DDC-B1CB-4640-9F6E-7086A62A8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0" y="1696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03" name="Freeform 1777">
                <a:extLst>
                  <a:ext uri="{FF2B5EF4-FFF2-40B4-BE49-F238E27FC236}">
                    <a16:creationId xmlns:a16="http://schemas.microsoft.com/office/drawing/2014/main" id="{5D6CFE70-35D6-4D36-AC33-B8AE0CBFE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699"/>
                <a:ext cx="60" cy="62"/>
              </a:xfrm>
              <a:custGeom>
                <a:avLst/>
                <a:gdLst>
                  <a:gd name="T0" fmla="*/ 0 w 58"/>
                  <a:gd name="T1" fmla="*/ 53 h 60"/>
                  <a:gd name="T2" fmla="*/ 50 w 58"/>
                  <a:gd name="T3" fmla="*/ 44 h 60"/>
                  <a:gd name="T4" fmla="*/ 52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04" name="Oval 1778">
                <a:extLst>
                  <a:ext uri="{FF2B5EF4-FFF2-40B4-BE49-F238E27FC236}">
                    <a16:creationId xmlns:a16="http://schemas.microsoft.com/office/drawing/2014/main" id="{EF2B0EA5-F6D5-4877-83A1-5E55873B4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83"/>
                <a:ext cx="69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05" name="Oval 1779">
                <a:extLst>
                  <a:ext uri="{FF2B5EF4-FFF2-40B4-BE49-F238E27FC236}">
                    <a16:creationId xmlns:a16="http://schemas.microsoft.com/office/drawing/2014/main" id="{D139A549-75D5-47A2-96E2-F957AA3F7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68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06" name="Oval 1780">
                <a:extLst>
                  <a:ext uri="{FF2B5EF4-FFF2-40B4-BE49-F238E27FC236}">
                    <a16:creationId xmlns:a16="http://schemas.microsoft.com/office/drawing/2014/main" id="{50EE551F-5C04-411F-AE15-DCFBA5CF2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689"/>
                <a:ext cx="40" cy="41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07" name="Oval 1781">
                <a:extLst>
                  <a:ext uri="{FF2B5EF4-FFF2-40B4-BE49-F238E27FC236}">
                    <a16:creationId xmlns:a16="http://schemas.microsoft.com/office/drawing/2014/main" id="{51618ABA-8BB1-4066-9E3E-5F2929009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0" y="1696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08" name="Freeform 1782">
                <a:extLst>
                  <a:ext uri="{FF2B5EF4-FFF2-40B4-BE49-F238E27FC236}">
                    <a16:creationId xmlns:a16="http://schemas.microsoft.com/office/drawing/2014/main" id="{0F3AB254-885F-4F72-9342-9747E3FF3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699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09" name="Oval 1783">
                <a:extLst>
                  <a:ext uri="{FF2B5EF4-FFF2-40B4-BE49-F238E27FC236}">
                    <a16:creationId xmlns:a16="http://schemas.microsoft.com/office/drawing/2014/main" id="{67DE8A91-0B91-442A-B115-C436B25DB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1683"/>
                <a:ext cx="68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10" name="Oval 1784">
                <a:extLst>
                  <a:ext uri="{FF2B5EF4-FFF2-40B4-BE49-F238E27FC236}">
                    <a16:creationId xmlns:a16="http://schemas.microsoft.com/office/drawing/2014/main" id="{416E5F97-E0BC-4B39-8800-6899165BA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168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11" name="Oval 1785">
                <a:extLst>
                  <a:ext uri="{FF2B5EF4-FFF2-40B4-BE49-F238E27FC236}">
                    <a16:creationId xmlns:a16="http://schemas.microsoft.com/office/drawing/2014/main" id="{5D708E9E-1246-4CE5-8A46-ECFCDC0CA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5" y="1689"/>
                <a:ext cx="42" cy="41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12" name="Oval 1786">
                <a:extLst>
                  <a:ext uri="{FF2B5EF4-FFF2-40B4-BE49-F238E27FC236}">
                    <a16:creationId xmlns:a16="http://schemas.microsoft.com/office/drawing/2014/main" id="{FEDDAADB-80A2-4D1C-BA25-65FAF804F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1696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13" name="Freeform 1787">
                <a:extLst>
                  <a:ext uri="{FF2B5EF4-FFF2-40B4-BE49-F238E27FC236}">
                    <a16:creationId xmlns:a16="http://schemas.microsoft.com/office/drawing/2014/main" id="{DD657844-824C-452B-9148-612AD78CD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699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4" name="Oval 1788">
                <a:extLst>
                  <a:ext uri="{FF2B5EF4-FFF2-40B4-BE49-F238E27FC236}">
                    <a16:creationId xmlns:a16="http://schemas.microsoft.com/office/drawing/2014/main" id="{0934E9EB-88CD-4A00-8E80-190004A7A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1683"/>
                <a:ext cx="69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15" name="Oval 1789">
                <a:extLst>
                  <a:ext uri="{FF2B5EF4-FFF2-40B4-BE49-F238E27FC236}">
                    <a16:creationId xmlns:a16="http://schemas.microsoft.com/office/drawing/2014/main" id="{D35F0E03-54B4-40C3-80A9-6A049E597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1683"/>
                <a:ext cx="70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16" name="Oval 1790">
                <a:extLst>
                  <a:ext uri="{FF2B5EF4-FFF2-40B4-BE49-F238E27FC236}">
                    <a16:creationId xmlns:a16="http://schemas.microsoft.com/office/drawing/2014/main" id="{CD57A5C0-6B9B-468C-A495-7E723B516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4" y="1689"/>
                <a:ext cx="42" cy="41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17" name="Oval 1791">
                <a:extLst>
                  <a:ext uri="{FF2B5EF4-FFF2-40B4-BE49-F238E27FC236}">
                    <a16:creationId xmlns:a16="http://schemas.microsoft.com/office/drawing/2014/main" id="{0CF55ED6-0151-43BB-93F1-68E9FA621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8" y="1696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18" name="Freeform 1792">
                <a:extLst>
                  <a:ext uri="{FF2B5EF4-FFF2-40B4-BE49-F238E27FC236}">
                    <a16:creationId xmlns:a16="http://schemas.microsoft.com/office/drawing/2014/main" id="{AAF880FE-05B6-4C8F-BCC9-47CD5A6B3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699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9" name="Oval 1793">
                <a:extLst>
                  <a:ext uri="{FF2B5EF4-FFF2-40B4-BE49-F238E27FC236}">
                    <a16:creationId xmlns:a16="http://schemas.microsoft.com/office/drawing/2014/main" id="{55D517B1-5E31-43B9-9396-DCAA6459E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1683"/>
                <a:ext cx="68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20" name="Oval 1794">
                <a:extLst>
                  <a:ext uri="{FF2B5EF4-FFF2-40B4-BE49-F238E27FC236}">
                    <a16:creationId xmlns:a16="http://schemas.microsoft.com/office/drawing/2014/main" id="{23D7313E-151E-45AF-8BFF-F9F884E17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1683"/>
                <a:ext cx="69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21" name="Oval 1795">
                <a:extLst>
                  <a:ext uri="{FF2B5EF4-FFF2-40B4-BE49-F238E27FC236}">
                    <a16:creationId xmlns:a16="http://schemas.microsoft.com/office/drawing/2014/main" id="{BFDD0EA8-DB8E-45AE-B8E1-CB097C426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4" y="1689"/>
                <a:ext cx="42" cy="41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22" name="Oval 1796">
                <a:extLst>
                  <a:ext uri="{FF2B5EF4-FFF2-40B4-BE49-F238E27FC236}">
                    <a16:creationId xmlns:a16="http://schemas.microsoft.com/office/drawing/2014/main" id="{3D739184-7227-49C3-8458-D809DF162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1696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23" name="Freeform 1797">
                <a:extLst>
                  <a:ext uri="{FF2B5EF4-FFF2-40B4-BE49-F238E27FC236}">
                    <a16:creationId xmlns:a16="http://schemas.microsoft.com/office/drawing/2014/main" id="{6A8112FB-F90B-4898-9E35-BD5ADAD9F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699"/>
                <a:ext cx="59" cy="62"/>
              </a:xfrm>
              <a:custGeom>
                <a:avLst/>
                <a:gdLst>
                  <a:gd name="T0" fmla="*/ 0 w 58"/>
                  <a:gd name="T1" fmla="*/ 53 h 60"/>
                  <a:gd name="T2" fmla="*/ 47 w 58"/>
                  <a:gd name="T3" fmla="*/ 44 h 60"/>
                  <a:gd name="T4" fmla="*/ 48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2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4" name="Oval 1798">
                <a:extLst>
                  <a:ext uri="{FF2B5EF4-FFF2-40B4-BE49-F238E27FC236}">
                    <a16:creationId xmlns:a16="http://schemas.microsoft.com/office/drawing/2014/main" id="{AA230D9D-0CB6-41D3-A626-94BC6C87B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1683"/>
                <a:ext cx="69" cy="68"/>
              </a:xfrm>
              <a:prstGeom prst="ellipse">
                <a:avLst/>
              </a:prstGeom>
              <a:solidFill>
                <a:srgbClr val="987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25" name="Oval 1799">
                <a:extLst>
                  <a:ext uri="{FF2B5EF4-FFF2-40B4-BE49-F238E27FC236}">
                    <a16:creationId xmlns:a16="http://schemas.microsoft.com/office/drawing/2014/main" id="{E28EE9D0-2902-4933-A13E-B04D4CEF9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6" y="1683"/>
                <a:ext cx="70" cy="68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26" name="Oval 1800">
                <a:extLst>
                  <a:ext uri="{FF2B5EF4-FFF2-40B4-BE49-F238E27FC236}">
                    <a16:creationId xmlns:a16="http://schemas.microsoft.com/office/drawing/2014/main" id="{987D4984-858C-4ADD-B54F-3FC330D51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1689"/>
                <a:ext cx="42" cy="41"/>
              </a:xfrm>
              <a:prstGeom prst="ellipse">
                <a:avLst/>
              </a:prstGeom>
              <a:solidFill>
                <a:srgbClr val="B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27" name="Oval 1801">
                <a:extLst>
                  <a:ext uri="{FF2B5EF4-FFF2-40B4-BE49-F238E27FC236}">
                    <a16:creationId xmlns:a16="http://schemas.microsoft.com/office/drawing/2014/main" id="{1609713D-059E-42EE-8234-EE3798BCE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1696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2328" name="Freeform 1802">
                <a:extLst>
                  <a:ext uri="{FF2B5EF4-FFF2-40B4-BE49-F238E27FC236}">
                    <a16:creationId xmlns:a16="http://schemas.microsoft.com/office/drawing/2014/main" id="{4A545056-83F7-4B66-BE2B-439116178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699"/>
                <a:ext cx="60" cy="62"/>
              </a:xfrm>
              <a:custGeom>
                <a:avLst/>
                <a:gdLst>
                  <a:gd name="T0" fmla="*/ 0 w 58"/>
                  <a:gd name="T1" fmla="*/ 53 h 60"/>
                  <a:gd name="T2" fmla="*/ 50 w 58"/>
                  <a:gd name="T3" fmla="*/ 44 h 60"/>
                  <a:gd name="T4" fmla="*/ 52 w 58"/>
                  <a:gd name="T5" fmla="*/ 0 h 60"/>
                  <a:gd name="T6" fmla="*/ 43 w 58"/>
                  <a:gd name="T7" fmla="*/ 41 h 60"/>
                  <a:gd name="T8" fmla="*/ 0 w 58"/>
                  <a:gd name="T9" fmla="*/ 5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43"/>
                    </a:moveTo>
                    <a:cubicBezTo>
                      <a:pt x="0" y="43"/>
                      <a:pt x="23" y="60"/>
                      <a:pt x="41" y="38"/>
                    </a:cubicBezTo>
                    <a:cubicBezTo>
                      <a:pt x="58" y="19"/>
                      <a:pt x="42" y="0"/>
                      <a:pt x="42" y="0"/>
                    </a:cubicBezTo>
                    <a:cubicBezTo>
                      <a:pt x="42" y="0"/>
                      <a:pt x="51" y="20"/>
                      <a:pt x="37" y="35"/>
                    </a:cubicBezTo>
                    <a:cubicBezTo>
                      <a:pt x="23" y="49"/>
                      <a:pt x="0" y="43"/>
                      <a:pt x="0" y="43"/>
                    </a:cubicBezTo>
                    <a:close/>
                  </a:path>
                </a:pathLst>
              </a:custGeom>
              <a:solidFill>
                <a:srgbClr val="7F5F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9" name="Freeform 1803">
                <a:extLst>
                  <a:ext uri="{FF2B5EF4-FFF2-40B4-BE49-F238E27FC236}">
                    <a16:creationId xmlns:a16="http://schemas.microsoft.com/office/drawing/2014/main" id="{F501F7D9-F1F2-47A5-8C98-92DF4F3A4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1905"/>
                <a:ext cx="212" cy="76"/>
              </a:xfrm>
              <a:custGeom>
                <a:avLst/>
                <a:gdLst>
                  <a:gd name="T0" fmla="*/ 12 w 207"/>
                  <a:gd name="T1" fmla="*/ 2 h 75"/>
                  <a:gd name="T2" fmla="*/ 2 w 207"/>
                  <a:gd name="T3" fmla="*/ 8 h 75"/>
                  <a:gd name="T4" fmla="*/ 2 w 207"/>
                  <a:gd name="T5" fmla="*/ 8 h 75"/>
                  <a:gd name="T6" fmla="*/ 8 w 207"/>
                  <a:gd name="T7" fmla="*/ 19 h 75"/>
                  <a:gd name="T8" fmla="*/ 223 w 207"/>
                  <a:gd name="T9" fmla="*/ 79 h 75"/>
                  <a:gd name="T10" fmla="*/ 236 w 207"/>
                  <a:gd name="T11" fmla="*/ 68 h 75"/>
                  <a:gd name="T12" fmla="*/ 236 w 207"/>
                  <a:gd name="T13" fmla="*/ 68 h 75"/>
                  <a:gd name="T14" fmla="*/ 230 w 207"/>
                  <a:gd name="T15" fmla="*/ 52 h 75"/>
                  <a:gd name="T16" fmla="*/ 12 w 207"/>
                  <a:gd name="T17" fmla="*/ 2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5">
                    <a:moveTo>
                      <a:pt x="12" y="2"/>
                    </a:moveTo>
                    <a:cubicBezTo>
                      <a:pt x="8" y="0"/>
                      <a:pt x="3" y="3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2"/>
                      <a:pt x="3" y="17"/>
                      <a:pt x="8" y="19"/>
                    </a:cubicBezTo>
                    <a:cubicBezTo>
                      <a:pt x="193" y="73"/>
                      <a:pt x="193" y="73"/>
                      <a:pt x="193" y="73"/>
                    </a:cubicBezTo>
                    <a:cubicBezTo>
                      <a:pt x="197" y="75"/>
                      <a:pt x="203" y="70"/>
                      <a:pt x="205" y="62"/>
                    </a:cubicBezTo>
                    <a:cubicBezTo>
                      <a:pt x="205" y="62"/>
                      <a:pt x="205" y="62"/>
                      <a:pt x="205" y="62"/>
                    </a:cubicBezTo>
                    <a:cubicBezTo>
                      <a:pt x="207" y="55"/>
                      <a:pt x="205" y="48"/>
                      <a:pt x="200" y="46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0" name="Freeform 1804">
                <a:extLst>
                  <a:ext uri="{FF2B5EF4-FFF2-40B4-BE49-F238E27FC236}">
                    <a16:creationId xmlns:a16="http://schemas.microsoft.com/office/drawing/2014/main" id="{B76D7287-7D1D-44FC-9C48-32A398EDE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1921"/>
                <a:ext cx="184" cy="55"/>
              </a:xfrm>
              <a:custGeom>
                <a:avLst/>
                <a:gdLst>
                  <a:gd name="T0" fmla="*/ 204 w 180"/>
                  <a:gd name="T1" fmla="*/ 60 h 54"/>
                  <a:gd name="T2" fmla="*/ 0 w 180"/>
                  <a:gd name="T3" fmla="*/ 0 h 54"/>
                  <a:gd name="T4" fmla="*/ 204 w 180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4">
                    <a:moveTo>
                      <a:pt x="180" y="5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7" y="24"/>
                      <a:pt x="180" y="54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1" name="Freeform 1805">
                <a:extLst>
                  <a:ext uri="{FF2B5EF4-FFF2-40B4-BE49-F238E27FC236}">
                    <a16:creationId xmlns:a16="http://schemas.microsoft.com/office/drawing/2014/main" id="{1B047A4A-2591-4B25-AC9A-0A0018E63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956"/>
                <a:ext cx="16" cy="22"/>
              </a:xfrm>
              <a:custGeom>
                <a:avLst/>
                <a:gdLst>
                  <a:gd name="T0" fmla="*/ 10 w 16"/>
                  <a:gd name="T1" fmla="*/ 21 h 22"/>
                  <a:gd name="T2" fmla="*/ 16 w 16"/>
                  <a:gd name="T3" fmla="*/ 0 h 22"/>
                  <a:gd name="T4" fmla="*/ 3 w 16"/>
                  <a:gd name="T5" fmla="*/ 9 h 22"/>
                  <a:gd name="T6" fmla="*/ 9 w 16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0" y="21"/>
                    </a:moveTo>
                    <a:cubicBezTo>
                      <a:pt x="0" y="17"/>
                      <a:pt x="11" y="3"/>
                      <a:pt x="16" y="0"/>
                    </a:cubicBezTo>
                    <a:cubicBezTo>
                      <a:pt x="9" y="0"/>
                      <a:pt x="5" y="1"/>
                      <a:pt x="3" y="9"/>
                    </a:cubicBezTo>
                    <a:cubicBezTo>
                      <a:pt x="2" y="14"/>
                      <a:pt x="4" y="20"/>
                      <a:pt x="9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2" name="Freeform 1806">
                <a:extLst>
                  <a:ext uri="{FF2B5EF4-FFF2-40B4-BE49-F238E27FC236}">
                    <a16:creationId xmlns:a16="http://schemas.microsoft.com/office/drawing/2014/main" id="{4E510523-FAAE-4850-A645-C609BFE24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907"/>
                <a:ext cx="184" cy="48"/>
              </a:xfrm>
              <a:custGeom>
                <a:avLst/>
                <a:gdLst>
                  <a:gd name="T0" fmla="*/ 204 w 180"/>
                  <a:gd name="T1" fmla="*/ 50 h 47"/>
                  <a:gd name="T2" fmla="*/ 0 w 180"/>
                  <a:gd name="T3" fmla="*/ 0 h 47"/>
                  <a:gd name="T4" fmla="*/ 204 w 180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47">
                    <a:moveTo>
                      <a:pt x="18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71" y="47"/>
                      <a:pt x="18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3" name="Freeform 1807">
                <a:extLst>
                  <a:ext uri="{FF2B5EF4-FFF2-40B4-BE49-F238E27FC236}">
                    <a16:creationId xmlns:a16="http://schemas.microsoft.com/office/drawing/2014/main" id="{D035E6B9-908A-4170-9D32-4072BBB99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1906"/>
                <a:ext cx="212" cy="75"/>
              </a:xfrm>
              <a:custGeom>
                <a:avLst/>
                <a:gdLst>
                  <a:gd name="T0" fmla="*/ 13 w 207"/>
                  <a:gd name="T1" fmla="*/ 1 h 74"/>
                  <a:gd name="T2" fmla="*/ 2 w 207"/>
                  <a:gd name="T3" fmla="*/ 7 h 74"/>
                  <a:gd name="T4" fmla="*/ 2 w 207"/>
                  <a:gd name="T5" fmla="*/ 7 h 74"/>
                  <a:gd name="T6" fmla="*/ 8 w 207"/>
                  <a:gd name="T7" fmla="*/ 18 h 74"/>
                  <a:gd name="T8" fmla="*/ 223 w 207"/>
                  <a:gd name="T9" fmla="*/ 79 h 74"/>
                  <a:gd name="T10" fmla="*/ 236 w 207"/>
                  <a:gd name="T11" fmla="*/ 68 h 74"/>
                  <a:gd name="T12" fmla="*/ 236 w 207"/>
                  <a:gd name="T13" fmla="*/ 68 h 74"/>
                  <a:gd name="T14" fmla="*/ 230 w 207"/>
                  <a:gd name="T15" fmla="*/ 52 h 74"/>
                  <a:gd name="T16" fmla="*/ 13 w 207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4">
                    <a:moveTo>
                      <a:pt x="13" y="1"/>
                    </a:moveTo>
                    <a:cubicBezTo>
                      <a:pt x="8" y="0"/>
                      <a:pt x="3" y="2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2"/>
                      <a:pt x="3" y="17"/>
                      <a:pt x="8" y="18"/>
                    </a:cubicBezTo>
                    <a:cubicBezTo>
                      <a:pt x="193" y="73"/>
                      <a:pt x="193" y="73"/>
                      <a:pt x="193" y="73"/>
                    </a:cubicBezTo>
                    <a:cubicBezTo>
                      <a:pt x="198" y="74"/>
                      <a:pt x="203" y="69"/>
                      <a:pt x="205" y="62"/>
                    </a:cubicBezTo>
                    <a:cubicBezTo>
                      <a:pt x="205" y="62"/>
                      <a:pt x="205" y="62"/>
                      <a:pt x="205" y="62"/>
                    </a:cubicBezTo>
                    <a:cubicBezTo>
                      <a:pt x="207" y="54"/>
                      <a:pt x="205" y="47"/>
                      <a:pt x="200" y="46"/>
                    </a:cubicBezTo>
                    <a:lnTo>
                      <a:pt x="13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4" name="Freeform 1808">
                <a:extLst>
                  <a:ext uri="{FF2B5EF4-FFF2-40B4-BE49-F238E27FC236}">
                    <a16:creationId xmlns:a16="http://schemas.microsoft.com/office/drawing/2014/main" id="{78D8AB4E-53FA-4B25-95FA-52D633F87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802"/>
                <a:ext cx="46" cy="214"/>
              </a:xfrm>
              <a:custGeom>
                <a:avLst/>
                <a:gdLst>
                  <a:gd name="T0" fmla="*/ 18 w 45"/>
                  <a:gd name="T1" fmla="*/ 226 h 210"/>
                  <a:gd name="T2" fmla="*/ 8 w 45"/>
                  <a:gd name="T3" fmla="*/ 234 h 210"/>
                  <a:gd name="T4" fmla="*/ 8 w 45"/>
                  <a:gd name="T5" fmla="*/ 234 h 210"/>
                  <a:gd name="T6" fmla="*/ 0 w 45"/>
                  <a:gd name="T7" fmla="*/ 224 h 210"/>
                  <a:gd name="T8" fmla="*/ 16 w 45"/>
                  <a:gd name="T9" fmla="*/ 8 h 210"/>
                  <a:gd name="T10" fmla="*/ 37 w 45"/>
                  <a:gd name="T11" fmla="*/ 1 h 210"/>
                  <a:gd name="T12" fmla="*/ 37 w 45"/>
                  <a:gd name="T13" fmla="*/ 1 h 210"/>
                  <a:gd name="T14" fmla="*/ 50 w 45"/>
                  <a:gd name="T15" fmla="*/ 11 h 210"/>
                  <a:gd name="T16" fmla="*/ 18 w 45"/>
                  <a:gd name="T17" fmla="*/ 226 h 2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10">
                    <a:moveTo>
                      <a:pt x="18" y="202"/>
                    </a:moveTo>
                    <a:cubicBezTo>
                      <a:pt x="17" y="207"/>
                      <a:pt x="13" y="210"/>
                      <a:pt x="8" y="210"/>
                    </a:cubicBezTo>
                    <a:cubicBezTo>
                      <a:pt x="8" y="210"/>
                      <a:pt x="8" y="210"/>
                      <a:pt x="8" y="210"/>
                    </a:cubicBezTo>
                    <a:cubicBezTo>
                      <a:pt x="3" y="209"/>
                      <a:pt x="0" y="205"/>
                      <a:pt x="0" y="20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3"/>
                      <a:pt x="23" y="0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9" y="2"/>
                      <a:pt x="45" y="6"/>
                      <a:pt x="44" y="11"/>
                    </a:cubicBezTo>
                    <a:lnTo>
                      <a:pt x="18" y="202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5" name="Freeform 1809">
                <a:extLst>
                  <a:ext uri="{FF2B5EF4-FFF2-40B4-BE49-F238E27FC236}">
                    <a16:creationId xmlns:a16="http://schemas.microsoft.com/office/drawing/2014/main" id="{F0C23AB7-D1BF-4D05-AAA4-5C29C8CE0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814"/>
                <a:ext cx="27" cy="192"/>
              </a:xfrm>
              <a:custGeom>
                <a:avLst/>
                <a:gdLst>
                  <a:gd name="T0" fmla="*/ 15 w 27"/>
                  <a:gd name="T1" fmla="*/ 0 h 188"/>
                  <a:gd name="T2" fmla="*/ 0 w 27"/>
                  <a:gd name="T3" fmla="*/ 212 h 188"/>
                  <a:gd name="T4" fmla="*/ 15 w 27"/>
                  <a:gd name="T5" fmla="*/ 0 h 1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8">
                    <a:moveTo>
                      <a:pt x="15" y="0"/>
                    </a:moveTo>
                    <a:cubicBezTo>
                      <a:pt x="0" y="188"/>
                      <a:pt x="0" y="188"/>
                      <a:pt x="0" y="188"/>
                    </a:cubicBezTo>
                    <a:cubicBezTo>
                      <a:pt x="0" y="188"/>
                      <a:pt x="27" y="52"/>
                      <a:pt x="15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6" name="Freeform 1810">
                <a:extLst>
                  <a:ext uri="{FF2B5EF4-FFF2-40B4-BE49-F238E27FC236}">
                    <a16:creationId xmlns:a16="http://schemas.microsoft.com/office/drawing/2014/main" id="{FBC8EBD1-BDB0-459E-8FA6-EF1BAAA45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807"/>
                <a:ext cx="23" cy="12"/>
              </a:xfrm>
              <a:custGeom>
                <a:avLst/>
                <a:gdLst>
                  <a:gd name="T0" fmla="*/ 1 w 23"/>
                  <a:gd name="T1" fmla="*/ 0 h 12"/>
                  <a:gd name="T2" fmla="*/ 23 w 23"/>
                  <a:gd name="T3" fmla="*/ 2 h 12"/>
                  <a:gd name="T4" fmla="*/ 10 w 23"/>
                  <a:gd name="T5" fmla="*/ 11 h 12"/>
                  <a:gd name="T6" fmla="*/ 0 w 23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2">
                    <a:moveTo>
                      <a:pt x="1" y="0"/>
                    </a:moveTo>
                    <a:cubicBezTo>
                      <a:pt x="1" y="11"/>
                      <a:pt x="18" y="6"/>
                      <a:pt x="23" y="2"/>
                    </a:cubicBezTo>
                    <a:cubicBezTo>
                      <a:pt x="20" y="8"/>
                      <a:pt x="17" y="12"/>
                      <a:pt x="10" y="11"/>
                    </a:cubicBezTo>
                    <a:cubicBezTo>
                      <a:pt x="5" y="10"/>
                      <a:pt x="0" y="6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7" name="Freeform 1811">
                <a:extLst>
                  <a:ext uri="{FF2B5EF4-FFF2-40B4-BE49-F238E27FC236}">
                    <a16:creationId xmlns:a16="http://schemas.microsoft.com/office/drawing/2014/main" id="{A3600F14-1846-4183-A717-BB0EC145B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821"/>
                <a:ext cx="23" cy="187"/>
              </a:xfrm>
              <a:custGeom>
                <a:avLst/>
                <a:gdLst>
                  <a:gd name="T0" fmla="*/ 23 w 23"/>
                  <a:gd name="T1" fmla="*/ 0 h 183"/>
                  <a:gd name="T2" fmla="*/ 0 w 23"/>
                  <a:gd name="T3" fmla="*/ 207 h 183"/>
                  <a:gd name="T4" fmla="*/ 23 w 23"/>
                  <a:gd name="T5" fmla="*/ 0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3">
                    <a:moveTo>
                      <a:pt x="23" y="0"/>
                    </a:moveTo>
                    <a:cubicBezTo>
                      <a:pt x="0" y="183"/>
                      <a:pt x="0" y="183"/>
                      <a:pt x="0" y="183"/>
                    </a:cubicBezTo>
                    <a:cubicBezTo>
                      <a:pt x="0" y="183"/>
                      <a:pt x="18" y="7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8" name="Freeform 1812">
                <a:extLst>
                  <a:ext uri="{FF2B5EF4-FFF2-40B4-BE49-F238E27FC236}">
                    <a16:creationId xmlns:a16="http://schemas.microsoft.com/office/drawing/2014/main" id="{20020EA6-5458-42A2-92B5-BA456F617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802"/>
                <a:ext cx="46" cy="214"/>
              </a:xfrm>
              <a:custGeom>
                <a:avLst/>
                <a:gdLst>
                  <a:gd name="T0" fmla="*/ 18 w 45"/>
                  <a:gd name="T1" fmla="*/ 226 h 210"/>
                  <a:gd name="T2" fmla="*/ 9 w 45"/>
                  <a:gd name="T3" fmla="*/ 234 h 210"/>
                  <a:gd name="T4" fmla="*/ 9 w 45"/>
                  <a:gd name="T5" fmla="*/ 234 h 210"/>
                  <a:gd name="T6" fmla="*/ 1 w 45"/>
                  <a:gd name="T7" fmla="*/ 224 h 210"/>
                  <a:gd name="T8" fmla="*/ 17 w 45"/>
                  <a:gd name="T9" fmla="*/ 8 h 210"/>
                  <a:gd name="T10" fmla="*/ 38 w 45"/>
                  <a:gd name="T11" fmla="*/ 0 h 210"/>
                  <a:gd name="T12" fmla="*/ 38 w 45"/>
                  <a:gd name="T13" fmla="*/ 0 h 210"/>
                  <a:gd name="T14" fmla="*/ 51 w 45"/>
                  <a:gd name="T15" fmla="*/ 11 h 210"/>
                  <a:gd name="T16" fmla="*/ 18 w 45"/>
                  <a:gd name="T17" fmla="*/ 226 h 2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10">
                    <a:moveTo>
                      <a:pt x="18" y="202"/>
                    </a:moveTo>
                    <a:cubicBezTo>
                      <a:pt x="18" y="207"/>
                      <a:pt x="13" y="210"/>
                      <a:pt x="9" y="210"/>
                    </a:cubicBezTo>
                    <a:cubicBezTo>
                      <a:pt x="9" y="210"/>
                      <a:pt x="9" y="210"/>
                      <a:pt x="9" y="210"/>
                    </a:cubicBezTo>
                    <a:cubicBezTo>
                      <a:pt x="4" y="209"/>
                      <a:pt x="0" y="205"/>
                      <a:pt x="1" y="200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3"/>
                      <a:pt x="24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40" y="1"/>
                      <a:pt x="45" y="6"/>
                      <a:pt x="45" y="11"/>
                    </a:cubicBezTo>
                    <a:lnTo>
                      <a:pt x="18" y="20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9" name="Freeform 1813">
                <a:extLst>
                  <a:ext uri="{FF2B5EF4-FFF2-40B4-BE49-F238E27FC236}">
                    <a16:creationId xmlns:a16="http://schemas.microsoft.com/office/drawing/2014/main" id="{215E0A44-7E75-4CB9-B4C7-83FABADCA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189"/>
                <a:ext cx="174" cy="152"/>
              </a:xfrm>
              <a:custGeom>
                <a:avLst/>
                <a:gdLst>
                  <a:gd name="T0" fmla="*/ 178 w 170"/>
                  <a:gd name="T1" fmla="*/ 3 h 149"/>
                  <a:gd name="T2" fmla="*/ 191 w 170"/>
                  <a:gd name="T3" fmla="*/ 4 h 149"/>
                  <a:gd name="T4" fmla="*/ 191 w 170"/>
                  <a:gd name="T5" fmla="*/ 4 h 149"/>
                  <a:gd name="T6" fmla="*/ 190 w 170"/>
                  <a:gd name="T7" fmla="*/ 17 h 149"/>
                  <a:gd name="T8" fmla="*/ 29 w 170"/>
                  <a:gd name="T9" fmla="*/ 164 h 149"/>
                  <a:gd name="T10" fmla="*/ 7 w 170"/>
                  <a:gd name="T11" fmla="*/ 159 h 149"/>
                  <a:gd name="T12" fmla="*/ 7 w 170"/>
                  <a:gd name="T13" fmla="*/ 159 h 149"/>
                  <a:gd name="T14" fmla="*/ 4 w 170"/>
                  <a:gd name="T15" fmla="*/ 143 h 149"/>
                  <a:gd name="T16" fmla="*/ 178 w 170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0" h="149">
                    <a:moveTo>
                      <a:pt x="154" y="3"/>
                    </a:moveTo>
                    <a:cubicBezTo>
                      <a:pt x="158" y="0"/>
                      <a:pt x="163" y="1"/>
                      <a:pt x="167" y="4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70" y="8"/>
                      <a:pt x="169" y="14"/>
                      <a:pt x="166" y="17"/>
                    </a:cubicBezTo>
                    <a:cubicBezTo>
                      <a:pt x="23" y="146"/>
                      <a:pt x="23" y="146"/>
                      <a:pt x="23" y="146"/>
                    </a:cubicBezTo>
                    <a:cubicBezTo>
                      <a:pt x="19" y="149"/>
                      <a:pt x="12" y="147"/>
                      <a:pt x="7" y="141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2" y="135"/>
                      <a:pt x="0" y="128"/>
                      <a:pt x="4" y="125"/>
                    </a:cubicBez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0" name="Freeform 1814">
                <a:extLst>
                  <a:ext uri="{FF2B5EF4-FFF2-40B4-BE49-F238E27FC236}">
                    <a16:creationId xmlns:a16="http://schemas.microsoft.com/office/drawing/2014/main" id="{3393B396-CC02-4EF0-8209-69A9BD70F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204"/>
                <a:ext cx="142" cy="129"/>
              </a:xfrm>
              <a:custGeom>
                <a:avLst/>
                <a:gdLst>
                  <a:gd name="T0" fmla="*/ 0 w 139"/>
                  <a:gd name="T1" fmla="*/ 144 h 126"/>
                  <a:gd name="T2" fmla="*/ 157 w 139"/>
                  <a:gd name="T3" fmla="*/ 0 h 126"/>
                  <a:gd name="T4" fmla="*/ 0 w 139"/>
                  <a:gd name="T5" fmla="*/ 144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6">
                    <a:moveTo>
                      <a:pt x="0" y="126"/>
                    </a:move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26" y="81"/>
                      <a:pt x="0" y="126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1" name="Freeform 1815">
                <a:extLst>
                  <a:ext uri="{FF2B5EF4-FFF2-40B4-BE49-F238E27FC236}">
                    <a16:creationId xmlns:a16="http://schemas.microsoft.com/office/drawing/2014/main" id="{28A38829-ED2F-4928-AC3E-DF7B406B6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317"/>
                <a:ext cx="23" cy="21"/>
              </a:xfrm>
              <a:custGeom>
                <a:avLst/>
                <a:gdLst>
                  <a:gd name="T0" fmla="*/ 21 w 22"/>
                  <a:gd name="T1" fmla="*/ 26 h 20"/>
                  <a:gd name="T2" fmla="*/ 0 w 22"/>
                  <a:gd name="T3" fmla="*/ 3 h 20"/>
                  <a:gd name="T4" fmla="*/ 21 w 22"/>
                  <a:gd name="T5" fmla="*/ 6 h 20"/>
                  <a:gd name="T6" fmla="*/ 22 w 22"/>
                  <a:gd name="T7" fmla="*/ 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15" y="20"/>
                    </a:moveTo>
                    <a:cubicBezTo>
                      <a:pt x="22" y="12"/>
                      <a:pt x="6" y="4"/>
                      <a:pt x="0" y="3"/>
                    </a:cubicBezTo>
                    <a:cubicBezTo>
                      <a:pt x="6" y="1"/>
                      <a:pt x="11" y="0"/>
                      <a:pt x="15" y="6"/>
                    </a:cubicBezTo>
                    <a:cubicBezTo>
                      <a:pt x="19" y="10"/>
                      <a:pt x="20" y="16"/>
                      <a:pt x="1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2" name="Freeform 1816">
                <a:extLst>
                  <a:ext uri="{FF2B5EF4-FFF2-40B4-BE49-F238E27FC236}">
                    <a16:creationId xmlns:a16="http://schemas.microsoft.com/office/drawing/2014/main" id="{094B8FEC-6A7F-4479-BB63-B0816CAA0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192"/>
                <a:ext cx="147" cy="120"/>
              </a:xfrm>
              <a:custGeom>
                <a:avLst/>
                <a:gdLst>
                  <a:gd name="T0" fmla="*/ 0 w 143"/>
                  <a:gd name="T1" fmla="*/ 130 h 118"/>
                  <a:gd name="T2" fmla="*/ 168 w 143"/>
                  <a:gd name="T3" fmla="*/ 0 h 118"/>
                  <a:gd name="T4" fmla="*/ 0 w 143"/>
                  <a:gd name="T5" fmla="*/ 13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8">
                    <a:moveTo>
                      <a:pt x="0" y="118"/>
                    </a:move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0" y="116"/>
                      <a:pt x="0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3" name="Freeform 1817">
                <a:extLst>
                  <a:ext uri="{FF2B5EF4-FFF2-40B4-BE49-F238E27FC236}">
                    <a16:creationId xmlns:a16="http://schemas.microsoft.com/office/drawing/2014/main" id="{6700A414-AD2F-4A16-807B-44E6E6F1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190"/>
                <a:ext cx="174" cy="152"/>
              </a:xfrm>
              <a:custGeom>
                <a:avLst/>
                <a:gdLst>
                  <a:gd name="T0" fmla="*/ 178 w 170"/>
                  <a:gd name="T1" fmla="*/ 3 h 149"/>
                  <a:gd name="T2" fmla="*/ 191 w 170"/>
                  <a:gd name="T3" fmla="*/ 4 h 149"/>
                  <a:gd name="T4" fmla="*/ 191 w 170"/>
                  <a:gd name="T5" fmla="*/ 4 h 149"/>
                  <a:gd name="T6" fmla="*/ 190 w 170"/>
                  <a:gd name="T7" fmla="*/ 16 h 149"/>
                  <a:gd name="T8" fmla="*/ 29 w 170"/>
                  <a:gd name="T9" fmla="*/ 164 h 149"/>
                  <a:gd name="T10" fmla="*/ 7 w 170"/>
                  <a:gd name="T11" fmla="*/ 159 h 149"/>
                  <a:gd name="T12" fmla="*/ 7 w 170"/>
                  <a:gd name="T13" fmla="*/ 159 h 149"/>
                  <a:gd name="T14" fmla="*/ 4 w 170"/>
                  <a:gd name="T15" fmla="*/ 141 h 149"/>
                  <a:gd name="T16" fmla="*/ 178 w 170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0" h="149">
                    <a:moveTo>
                      <a:pt x="154" y="3"/>
                    </a:moveTo>
                    <a:cubicBezTo>
                      <a:pt x="158" y="0"/>
                      <a:pt x="163" y="0"/>
                      <a:pt x="167" y="4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70" y="7"/>
                      <a:pt x="169" y="13"/>
                      <a:pt x="166" y="16"/>
                    </a:cubicBezTo>
                    <a:cubicBezTo>
                      <a:pt x="23" y="146"/>
                      <a:pt x="23" y="146"/>
                      <a:pt x="23" y="146"/>
                    </a:cubicBezTo>
                    <a:cubicBezTo>
                      <a:pt x="19" y="149"/>
                      <a:pt x="12" y="147"/>
                      <a:pt x="7" y="141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2" y="135"/>
                      <a:pt x="0" y="127"/>
                      <a:pt x="4" y="124"/>
                    </a:cubicBezTo>
                    <a:lnTo>
                      <a:pt x="154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4" name="Freeform 1818">
                <a:extLst>
                  <a:ext uri="{FF2B5EF4-FFF2-40B4-BE49-F238E27FC236}">
                    <a16:creationId xmlns:a16="http://schemas.microsoft.com/office/drawing/2014/main" id="{C5846D6F-4435-44F0-B253-44DBCA8D0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961"/>
                <a:ext cx="474" cy="1503"/>
              </a:xfrm>
              <a:custGeom>
                <a:avLst/>
                <a:gdLst>
                  <a:gd name="T0" fmla="*/ 527 w 464"/>
                  <a:gd name="T1" fmla="*/ 0 h 1472"/>
                  <a:gd name="T2" fmla="*/ 527 w 464"/>
                  <a:gd name="T3" fmla="*/ 109 h 1472"/>
                  <a:gd name="T4" fmla="*/ 96 w 464"/>
                  <a:gd name="T5" fmla="*/ 815 h 1472"/>
                  <a:gd name="T6" fmla="*/ 527 w 464"/>
                  <a:gd name="T7" fmla="*/ 1582 h 1472"/>
                  <a:gd name="T8" fmla="*/ 527 w 464"/>
                  <a:gd name="T9" fmla="*/ 1668 h 1472"/>
                  <a:gd name="T10" fmla="*/ 0 w 464"/>
                  <a:gd name="T11" fmla="*/ 822 h 1472"/>
                  <a:gd name="T12" fmla="*/ 527 w 464"/>
                  <a:gd name="T13" fmla="*/ 0 h 14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4" h="1472">
                    <a:moveTo>
                      <a:pt x="464" y="0"/>
                    </a:moveTo>
                    <a:cubicBezTo>
                      <a:pt x="464" y="97"/>
                      <a:pt x="464" y="97"/>
                      <a:pt x="464" y="97"/>
                    </a:cubicBezTo>
                    <a:cubicBezTo>
                      <a:pt x="464" y="97"/>
                      <a:pt x="84" y="347"/>
                      <a:pt x="84" y="720"/>
                    </a:cubicBezTo>
                    <a:cubicBezTo>
                      <a:pt x="84" y="1093"/>
                      <a:pt x="464" y="1396"/>
                      <a:pt x="464" y="1396"/>
                    </a:cubicBezTo>
                    <a:cubicBezTo>
                      <a:pt x="464" y="1472"/>
                      <a:pt x="464" y="1472"/>
                      <a:pt x="464" y="1472"/>
                    </a:cubicBezTo>
                    <a:cubicBezTo>
                      <a:pt x="464" y="1472"/>
                      <a:pt x="0" y="1225"/>
                      <a:pt x="0" y="725"/>
                    </a:cubicBezTo>
                    <a:cubicBezTo>
                      <a:pt x="0" y="225"/>
                      <a:pt x="464" y="0"/>
                      <a:pt x="464" y="0"/>
                    </a:cubicBezTo>
                    <a:close/>
                  </a:path>
                </a:pathLst>
              </a:custGeom>
              <a:solidFill>
                <a:srgbClr val="129C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5" name="Freeform 1819">
                <a:extLst>
                  <a:ext uri="{FF2B5EF4-FFF2-40B4-BE49-F238E27FC236}">
                    <a16:creationId xmlns:a16="http://schemas.microsoft.com/office/drawing/2014/main" id="{BC6E010A-2AC8-4464-8259-583542398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959"/>
                <a:ext cx="480" cy="1506"/>
              </a:xfrm>
              <a:custGeom>
                <a:avLst/>
                <a:gdLst>
                  <a:gd name="T0" fmla="*/ 0 w 470"/>
                  <a:gd name="T1" fmla="*/ 0 h 1475"/>
                  <a:gd name="T2" fmla="*/ 0 w 470"/>
                  <a:gd name="T3" fmla="*/ 109 h 1475"/>
                  <a:gd name="T4" fmla="*/ 437 w 470"/>
                  <a:gd name="T5" fmla="*/ 816 h 1475"/>
                  <a:gd name="T6" fmla="*/ 0 w 470"/>
                  <a:gd name="T7" fmla="*/ 1585 h 1475"/>
                  <a:gd name="T8" fmla="*/ 0 w 470"/>
                  <a:gd name="T9" fmla="*/ 1671 h 1475"/>
                  <a:gd name="T10" fmla="*/ 533 w 470"/>
                  <a:gd name="T11" fmla="*/ 823 h 1475"/>
                  <a:gd name="T12" fmla="*/ 0 w 470"/>
                  <a:gd name="T13" fmla="*/ 0 h 14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0" h="1475">
                    <a:moveTo>
                      <a:pt x="0" y="0"/>
                    </a:moveTo>
                    <a:cubicBezTo>
                      <a:pt x="0" y="97"/>
                      <a:pt x="0" y="97"/>
                      <a:pt x="0" y="97"/>
                    </a:cubicBezTo>
                    <a:cubicBezTo>
                      <a:pt x="0" y="97"/>
                      <a:pt x="385" y="348"/>
                      <a:pt x="385" y="721"/>
                    </a:cubicBezTo>
                    <a:cubicBezTo>
                      <a:pt x="385" y="1095"/>
                      <a:pt x="0" y="1399"/>
                      <a:pt x="0" y="1399"/>
                    </a:cubicBezTo>
                    <a:cubicBezTo>
                      <a:pt x="0" y="1475"/>
                      <a:pt x="0" y="1475"/>
                      <a:pt x="0" y="1475"/>
                    </a:cubicBezTo>
                    <a:cubicBezTo>
                      <a:pt x="0" y="1475"/>
                      <a:pt x="470" y="1227"/>
                      <a:pt x="470" y="726"/>
                    </a:cubicBezTo>
                    <a:cubicBezTo>
                      <a:pt x="470" y="22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CC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6" name="Freeform 1820">
                <a:extLst>
                  <a:ext uri="{FF2B5EF4-FFF2-40B4-BE49-F238E27FC236}">
                    <a16:creationId xmlns:a16="http://schemas.microsoft.com/office/drawing/2014/main" id="{8E392F80-D6C8-4E76-8914-9E4BCD8E8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060"/>
                <a:ext cx="388" cy="1324"/>
              </a:xfrm>
              <a:custGeom>
                <a:avLst/>
                <a:gdLst>
                  <a:gd name="T0" fmla="*/ 431 w 380"/>
                  <a:gd name="T1" fmla="*/ 0 h 1296"/>
                  <a:gd name="T2" fmla="*/ 0 w 380"/>
                  <a:gd name="T3" fmla="*/ 706 h 1296"/>
                  <a:gd name="T4" fmla="*/ 431 w 380"/>
                  <a:gd name="T5" fmla="*/ 1474 h 12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0" h="1296">
                    <a:moveTo>
                      <a:pt x="380" y="0"/>
                    </a:moveTo>
                    <a:cubicBezTo>
                      <a:pt x="380" y="0"/>
                      <a:pt x="0" y="249"/>
                      <a:pt x="0" y="621"/>
                    </a:cubicBezTo>
                    <a:cubicBezTo>
                      <a:pt x="0" y="994"/>
                      <a:pt x="380" y="1296"/>
                      <a:pt x="380" y="129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7" name="Freeform 1821">
                <a:extLst>
                  <a:ext uri="{FF2B5EF4-FFF2-40B4-BE49-F238E27FC236}">
                    <a16:creationId xmlns:a16="http://schemas.microsoft.com/office/drawing/2014/main" id="{E6617889-9DB8-4856-B4F0-3EE34DB9B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060"/>
                <a:ext cx="388" cy="1324"/>
              </a:xfrm>
              <a:custGeom>
                <a:avLst/>
                <a:gdLst>
                  <a:gd name="T0" fmla="*/ 0 w 380"/>
                  <a:gd name="T1" fmla="*/ 0 h 1296"/>
                  <a:gd name="T2" fmla="*/ 431 w 380"/>
                  <a:gd name="T3" fmla="*/ 706 h 1296"/>
                  <a:gd name="T4" fmla="*/ 0 w 380"/>
                  <a:gd name="T5" fmla="*/ 1474 h 12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0" h="1296">
                    <a:moveTo>
                      <a:pt x="0" y="0"/>
                    </a:moveTo>
                    <a:cubicBezTo>
                      <a:pt x="0" y="0"/>
                      <a:pt x="380" y="249"/>
                      <a:pt x="380" y="621"/>
                    </a:cubicBezTo>
                    <a:cubicBezTo>
                      <a:pt x="380" y="994"/>
                      <a:pt x="0" y="1296"/>
                      <a:pt x="0" y="129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8" name="Freeform 1822">
                <a:extLst>
                  <a:ext uri="{FF2B5EF4-FFF2-40B4-BE49-F238E27FC236}">
                    <a16:creationId xmlns:a16="http://schemas.microsoft.com/office/drawing/2014/main" id="{043E66EF-8D4D-4A1B-9E2A-6419F5DBD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897"/>
                <a:ext cx="68" cy="213"/>
              </a:xfrm>
              <a:custGeom>
                <a:avLst/>
                <a:gdLst>
                  <a:gd name="T0" fmla="*/ 77 w 66"/>
                  <a:gd name="T1" fmla="*/ 221 h 209"/>
                  <a:gd name="T2" fmla="*/ 70 w 66"/>
                  <a:gd name="T3" fmla="*/ 232 h 209"/>
                  <a:gd name="T4" fmla="*/ 70 w 66"/>
                  <a:gd name="T5" fmla="*/ 232 h 209"/>
                  <a:gd name="T6" fmla="*/ 56 w 66"/>
                  <a:gd name="T7" fmla="*/ 225 h 209"/>
                  <a:gd name="T8" fmla="*/ 1 w 66"/>
                  <a:gd name="T9" fmla="*/ 14 h 209"/>
                  <a:gd name="T10" fmla="*/ 13 w 66"/>
                  <a:gd name="T11" fmla="*/ 2 h 209"/>
                  <a:gd name="T12" fmla="*/ 13 w 66"/>
                  <a:gd name="T13" fmla="*/ 2 h 209"/>
                  <a:gd name="T14" fmla="*/ 35 w 66"/>
                  <a:gd name="T15" fmla="*/ 7 h 209"/>
                  <a:gd name="T16" fmla="*/ 77 w 66"/>
                  <a:gd name="T17" fmla="*/ 221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209">
                    <a:moveTo>
                      <a:pt x="65" y="197"/>
                    </a:moveTo>
                    <a:cubicBezTo>
                      <a:pt x="66" y="202"/>
                      <a:pt x="63" y="207"/>
                      <a:pt x="58" y="208"/>
                    </a:cubicBezTo>
                    <a:cubicBezTo>
                      <a:pt x="58" y="208"/>
                      <a:pt x="58" y="208"/>
                      <a:pt x="58" y="208"/>
                    </a:cubicBezTo>
                    <a:cubicBezTo>
                      <a:pt x="53" y="209"/>
                      <a:pt x="48" y="206"/>
                      <a:pt x="47" y="201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9"/>
                      <a:pt x="5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1" y="0"/>
                      <a:pt x="28" y="3"/>
                      <a:pt x="29" y="7"/>
                    </a:cubicBezTo>
                    <a:lnTo>
                      <a:pt x="65" y="197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9" name="Freeform 1823">
                <a:extLst>
                  <a:ext uri="{FF2B5EF4-FFF2-40B4-BE49-F238E27FC236}">
                    <a16:creationId xmlns:a16="http://schemas.microsoft.com/office/drawing/2014/main" id="{D9A54613-3710-4EAE-BCD6-3D771D340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914"/>
                <a:ext cx="46" cy="186"/>
              </a:xfrm>
              <a:custGeom>
                <a:avLst/>
                <a:gdLst>
                  <a:gd name="T0" fmla="*/ 0 w 45"/>
                  <a:gd name="T1" fmla="*/ 0 h 182"/>
                  <a:gd name="T2" fmla="*/ 51 w 45"/>
                  <a:gd name="T3" fmla="*/ 206 h 182"/>
                  <a:gd name="T4" fmla="*/ 0 w 45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82">
                    <a:moveTo>
                      <a:pt x="0" y="0"/>
                    </a:moveTo>
                    <a:cubicBezTo>
                      <a:pt x="45" y="182"/>
                      <a:pt x="45" y="182"/>
                      <a:pt x="45" y="182"/>
                    </a:cubicBezTo>
                    <a:cubicBezTo>
                      <a:pt x="45" y="182"/>
                      <a:pt x="27" y="45"/>
                      <a:pt x="0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0" name="Freeform 1824">
                <a:extLst>
                  <a:ext uri="{FF2B5EF4-FFF2-40B4-BE49-F238E27FC236}">
                    <a16:creationId xmlns:a16="http://schemas.microsoft.com/office/drawing/2014/main" id="{67AD0BB7-2188-4C4F-93C0-8D64D32AD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902"/>
                <a:ext cx="23" cy="15"/>
              </a:xfrm>
              <a:custGeom>
                <a:avLst/>
                <a:gdLst>
                  <a:gd name="T0" fmla="*/ 1 w 22"/>
                  <a:gd name="T1" fmla="*/ 5 h 15"/>
                  <a:gd name="T2" fmla="*/ 28 w 22"/>
                  <a:gd name="T3" fmla="*/ 0 h 15"/>
                  <a:gd name="T4" fmla="*/ 19 w 22"/>
                  <a:gd name="T5" fmla="*/ 12 h 15"/>
                  <a:gd name="T6" fmla="*/ 0 w 22"/>
                  <a:gd name="T7" fmla="*/ 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5">
                    <a:moveTo>
                      <a:pt x="1" y="5"/>
                    </a:moveTo>
                    <a:cubicBezTo>
                      <a:pt x="5" y="15"/>
                      <a:pt x="19" y="4"/>
                      <a:pt x="22" y="0"/>
                    </a:cubicBezTo>
                    <a:cubicBezTo>
                      <a:pt x="22" y="6"/>
                      <a:pt x="20" y="11"/>
                      <a:pt x="13" y="12"/>
                    </a:cubicBezTo>
                    <a:cubicBezTo>
                      <a:pt x="8" y="12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1" name="Freeform 1825">
                <a:extLst>
                  <a:ext uri="{FF2B5EF4-FFF2-40B4-BE49-F238E27FC236}">
                    <a16:creationId xmlns:a16="http://schemas.microsoft.com/office/drawing/2014/main" id="{DEB5D739-330A-4D9D-A39D-F5B904732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912"/>
                <a:ext cx="40" cy="186"/>
              </a:xfrm>
              <a:custGeom>
                <a:avLst/>
                <a:gdLst>
                  <a:gd name="T0" fmla="*/ 3 w 39"/>
                  <a:gd name="T1" fmla="*/ 0 h 182"/>
                  <a:gd name="T2" fmla="*/ 45 w 39"/>
                  <a:gd name="T3" fmla="*/ 206 h 182"/>
                  <a:gd name="T4" fmla="*/ 3 w 39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82">
                    <a:moveTo>
                      <a:pt x="3" y="0"/>
                    </a:moveTo>
                    <a:cubicBezTo>
                      <a:pt x="39" y="182"/>
                      <a:pt x="39" y="182"/>
                      <a:pt x="39" y="182"/>
                    </a:cubicBezTo>
                    <a:cubicBezTo>
                      <a:pt x="39" y="182"/>
                      <a:pt x="0" y="9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2" name="Freeform 1826">
                <a:extLst>
                  <a:ext uri="{FF2B5EF4-FFF2-40B4-BE49-F238E27FC236}">
                    <a16:creationId xmlns:a16="http://schemas.microsoft.com/office/drawing/2014/main" id="{E05384FB-431A-40EA-8B72-4FDC072FC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897"/>
                <a:ext cx="67" cy="212"/>
              </a:xfrm>
              <a:custGeom>
                <a:avLst/>
                <a:gdLst>
                  <a:gd name="T0" fmla="*/ 76 w 65"/>
                  <a:gd name="T1" fmla="*/ 221 h 208"/>
                  <a:gd name="T2" fmla="*/ 70 w 65"/>
                  <a:gd name="T3" fmla="*/ 231 h 208"/>
                  <a:gd name="T4" fmla="*/ 70 w 65"/>
                  <a:gd name="T5" fmla="*/ 231 h 208"/>
                  <a:gd name="T6" fmla="*/ 57 w 65"/>
                  <a:gd name="T7" fmla="*/ 225 h 208"/>
                  <a:gd name="T8" fmla="*/ 1 w 65"/>
                  <a:gd name="T9" fmla="*/ 13 h 208"/>
                  <a:gd name="T10" fmla="*/ 13 w 65"/>
                  <a:gd name="T11" fmla="*/ 2 h 208"/>
                  <a:gd name="T12" fmla="*/ 13 w 65"/>
                  <a:gd name="T13" fmla="*/ 2 h 208"/>
                  <a:gd name="T14" fmla="*/ 34 w 65"/>
                  <a:gd name="T15" fmla="*/ 7 h 208"/>
                  <a:gd name="T16" fmla="*/ 76 w 65"/>
                  <a:gd name="T17" fmla="*/ 221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208">
                    <a:moveTo>
                      <a:pt x="64" y="197"/>
                    </a:moveTo>
                    <a:cubicBezTo>
                      <a:pt x="65" y="202"/>
                      <a:pt x="62" y="206"/>
                      <a:pt x="58" y="207"/>
                    </a:cubicBezTo>
                    <a:cubicBezTo>
                      <a:pt x="58" y="207"/>
                      <a:pt x="58" y="207"/>
                      <a:pt x="58" y="207"/>
                    </a:cubicBezTo>
                    <a:cubicBezTo>
                      <a:pt x="53" y="208"/>
                      <a:pt x="48" y="205"/>
                      <a:pt x="47" y="201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9"/>
                      <a:pt x="5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0" y="0"/>
                      <a:pt x="27" y="3"/>
                      <a:pt x="28" y="7"/>
                    </a:cubicBezTo>
                    <a:lnTo>
                      <a:pt x="64" y="19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3" name="Freeform 1827">
                <a:extLst>
                  <a:ext uri="{FF2B5EF4-FFF2-40B4-BE49-F238E27FC236}">
                    <a16:creationId xmlns:a16="http://schemas.microsoft.com/office/drawing/2014/main" id="{C943B2CD-7630-4088-88BA-0990587F9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209"/>
                <a:ext cx="178" cy="146"/>
              </a:xfrm>
              <a:custGeom>
                <a:avLst/>
                <a:gdLst>
                  <a:gd name="T0" fmla="*/ 194 w 174"/>
                  <a:gd name="T1" fmla="*/ 144 h 143"/>
                  <a:gd name="T2" fmla="*/ 195 w 174"/>
                  <a:gd name="T3" fmla="*/ 156 h 143"/>
                  <a:gd name="T4" fmla="*/ 195 w 174"/>
                  <a:gd name="T5" fmla="*/ 156 h 143"/>
                  <a:gd name="T6" fmla="*/ 183 w 174"/>
                  <a:gd name="T7" fmla="*/ 158 h 143"/>
                  <a:gd name="T8" fmla="*/ 4 w 174"/>
                  <a:gd name="T9" fmla="*/ 31 h 143"/>
                  <a:gd name="T10" fmla="*/ 6 w 174"/>
                  <a:gd name="T11" fmla="*/ 8 h 143"/>
                  <a:gd name="T12" fmla="*/ 6 w 174"/>
                  <a:gd name="T13" fmla="*/ 8 h 143"/>
                  <a:gd name="T14" fmla="*/ 21 w 174"/>
                  <a:gd name="T15" fmla="*/ 3 h 143"/>
                  <a:gd name="T16" fmla="*/ 194 w 174"/>
                  <a:gd name="T17" fmla="*/ 144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170" y="126"/>
                    </a:moveTo>
                    <a:cubicBezTo>
                      <a:pt x="173" y="129"/>
                      <a:pt x="174" y="135"/>
                      <a:pt x="171" y="138"/>
                    </a:cubicBezTo>
                    <a:cubicBezTo>
                      <a:pt x="171" y="138"/>
                      <a:pt x="171" y="138"/>
                      <a:pt x="171" y="138"/>
                    </a:cubicBezTo>
                    <a:cubicBezTo>
                      <a:pt x="168" y="142"/>
                      <a:pt x="163" y="143"/>
                      <a:pt x="159" y="14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0" y="22"/>
                      <a:pt x="1" y="14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1" y="2"/>
                      <a:pt x="18" y="0"/>
                      <a:pt x="21" y="3"/>
                    </a:cubicBezTo>
                    <a:lnTo>
                      <a:pt x="170" y="126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4" name="Freeform 1828">
                <a:extLst>
                  <a:ext uri="{FF2B5EF4-FFF2-40B4-BE49-F238E27FC236}">
                    <a16:creationId xmlns:a16="http://schemas.microsoft.com/office/drawing/2014/main" id="{927A5284-410B-4C9A-B213-36DDA09C4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235"/>
                <a:ext cx="154" cy="114"/>
              </a:xfrm>
              <a:custGeom>
                <a:avLst/>
                <a:gdLst>
                  <a:gd name="T0" fmla="*/ 0 w 151"/>
                  <a:gd name="T1" fmla="*/ 0 h 112"/>
                  <a:gd name="T2" fmla="*/ 169 w 151"/>
                  <a:gd name="T3" fmla="*/ 124 h 112"/>
                  <a:gd name="T4" fmla="*/ 0 w 151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2">
                    <a:moveTo>
                      <a:pt x="0" y="0"/>
                    </a:moveTo>
                    <a:cubicBezTo>
                      <a:pt x="151" y="112"/>
                      <a:pt x="151" y="112"/>
                      <a:pt x="151" y="112"/>
                    </a:cubicBezTo>
                    <a:cubicBezTo>
                      <a:pt x="151" y="112"/>
                      <a:pt x="50" y="17"/>
                      <a:pt x="0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5" name="Freeform 1829">
                <a:extLst>
                  <a:ext uri="{FF2B5EF4-FFF2-40B4-BE49-F238E27FC236}">
                    <a16:creationId xmlns:a16="http://schemas.microsoft.com/office/drawing/2014/main" id="{2D516C68-59F0-4AE9-B610-898267B70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212"/>
                <a:ext cx="20" cy="24"/>
              </a:xfrm>
              <a:custGeom>
                <a:avLst/>
                <a:gdLst>
                  <a:gd name="T0" fmla="*/ 0 w 19"/>
                  <a:gd name="T1" fmla="*/ 23 h 23"/>
                  <a:gd name="T2" fmla="*/ 20 w 19"/>
                  <a:gd name="T3" fmla="*/ 0 h 23"/>
                  <a:gd name="T4" fmla="*/ 20 w 19"/>
                  <a:gd name="T5" fmla="*/ 21 h 23"/>
                  <a:gd name="T6" fmla="*/ 1 w 19"/>
                  <a:gd name="T7" fmla="*/ 2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17"/>
                    </a:moveTo>
                    <a:cubicBezTo>
                      <a:pt x="10" y="23"/>
                      <a:pt x="14" y="6"/>
                      <a:pt x="14" y="0"/>
                    </a:cubicBezTo>
                    <a:cubicBezTo>
                      <a:pt x="18" y="5"/>
                      <a:pt x="19" y="9"/>
                      <a:pt x="14" y="15"/>
                    </a:cubicBezTo>
                    <a:cubicBezTo>
                      <a:pt x="11" y="19"/>
                      <a:pt x="5" y="21"/>
                      <a:pt x="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6" name="Freeform 1830">
                <a:extLst>
                  <a:ext uri="{FF2B5EF4-FFF2-40B4-BE49-F238E27FC236}">
                    <a16:creationId xmlns:a16="http://schemas.microsoft.com/office/drawing/2014/main" id="{53303A1A-23F6-4A24-B978-B27401CF6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218"/>
                <a:ext cx="147" cy="120"/>
              </a:xfrm>
              <a:custGeom>
                <a:avLst/>
                <a:gdLst>
                  <a:gd name="T0" fmla="*/ 0 w 144"/>
                  <a:gd name="T1" fmla="*/ 0 h 117"/>
                  <a:gd name="T2" fmla="*/ 162 w 144"/>
                  <a:gd name="T3" fmla="*/ 135 h 117"/>
                  <a:gd name="T4" fmla="*/ 0 w 144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17">
                    <a:moveTo>
                      <a:pt x="0" y="0"/>
                    </a:moveTo>
                    <a:cubicBezTo>
                      <a:pt x="144" y="117"/>
                      <a:pt x="144" y="117"/>
                      <a:pt x="144" y="117"/>
                    </a:cubicBezTo>
                    <a:cubicBezTo>
                      <a:pt x="144" y="117"/>
                      <a:pt x="4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7" name="Freeform 1831">
                <a:extLst>
                  <a:ext uri="{FF2B5EF4-FFF2-40B4-BE49-F238E27FC236}">
                    <a16:creationId xmlns:a16="http://schemas.microsoft.com/office/drawing/2014/main" id="{E7B25360-A31E-4A8E-AD9A-C0A0F4452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209"/>
                <a:ext cx="178" cy="146"/>
              </a:xfrm>
              <a:custGeom>
                <a:avLst/>
                <a:gdLst>
                  <a:gd name="T0" fmla="*/ 193 w 174"/>
                  <a:gd name="T1" fmla="*/ 144 h 143"/>
                  <a:gd name="T2" fmla="*/ 195 w 174"/>
                  <a:gd name="T3" fmla="*/ 157 h 143"/>
                  <a:gd name="T4" fmla="*/ 195 w 174"/>
                  <a:gd name="T5" fmla="*/ 157 h 143"/>
                  <a:gd name="T6" fmla="*/ 182 w 174"/>
                  <a:gd name="T7" fmla="*/ 158 h 143"/>
                  <a:gd name="T8" fmla="*/ 4 w 174"/>
                  <a:gd name="T9" fmla="*/ 31 h 143"/>
                  <a:gd name="T10" fmla="*/ 5 w 174"/>
                  <a:gd name="T11" fmla="*/ 8 h 143"/>
                  <a:gd name="T12" fmla="*/ 5 w 174"/>
                  <a:gd name="T13" fmla="*/ 8 h 143"/>
                  <a:gd name="T14" fmla="*/ 21 w 174"/>
                  <a:gd name="T15" fmla="*/ 3 h 143"/>
                  <a:gd name="T16" fmla="*/ 193 w 174"/>
                  <a:gd name="T17" fmla="*/ 144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169" y="126"/>
                    </a:moveTo>
                    <a:cubicBezTo>
                      <a:pt x="173" y="129"/>
                      <a:pt x="174" y="135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2"/>
                      <a:pt x="162" y="143"/>
                      <a:pt x="158" y="14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0" y="22"/>
                      <a:pt x="1" y="14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10" y="2"/>
                      <a:pt x="17" y="0"/>
                      <a:pt x="21" y="3"/>
                    </a:cubicBezTo>
                    <a:lnTo>
                      <a:pt x="16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8" name="Freeform 1832">
                <a:extLst>
                  <a:ext uri="{FF2B5EF4-FFF2-40B4-BE49-F238E27FC236}">
                    <a16:creationId xmlns:a16="http://schemas.microsoft.com/office/drawing/2014/main" id="{046AEEBF-3C43-4D7B-9930-DAA742219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664"/>
                <a:ext cx="216" cy="29"/>
              </a:xfrm>
              <a:custGeom>
                <a:avLst/>
                <a:gdLst>
                  <a:gd name="T0" fmla="*/ 232 w 211"/>
                  <a:gd name="T1" fmla="*/ 11 h 29"/>
                  <a:gd name="T2" fmla="*/ 242 w 211"/>
                  <a:gd name="T3" fmla="*/ 20 h 29"/>
                  <a:gd name="T4" fmla="*/ 242 w 211"/>
                  <a:gd name="T5" fmla="*/ 20 h 29"/>
                  <a:gd name="T6" fmla="*/ 232 w 211"/>
                  <a:gd name="T7" fmla="*/ 29 h 29"/>
                  <a:gd name="T8" fmla="*/ 9 w 211"/>
                  <a:gd name="T9" fmla="*/ 29 h 29"/>
                  <a:gd name="T10" fmla="*/ 0 w 211"/>
                  <a:gd name="T11" fmla="*/ 14 h 29"/>
                  <a:gd name="T12" fmla="*/ 0 w 211"/>
                  <a:gd name="T13" fmla="*/ 14 h 29"/>
                  <a:gd name="T14" fmla="*/ 10 w 211"/>
                  <a:gd name="T15" fmla="*/ 1 h 29"/>
                  <a:gd name="T16" fmla="*/ 232 w 211"/>
                  <a:gd name="T17" fmla="*/ 1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9">
                    <a:moveTo>
                      <a:pt x="202" y="11"/>
                    </a:moveTo>
                    <a:cubicBezTo>
                      <a:pt x="207" y="11"/>
                      <a:pt x="211" y="15"/>
                      <a:pt x="211" y="20"/>
                    </a:cubicBezTo>
                    <a:cubicBezTo>
                      <a:pt x="211" y="20"/>
                      <a:pt x="211" y="20"/>
                      <a:pt x="211" y="20"/>
                    </a:cubicBezTo>
                    <a:cubicBezTo>
                      <a:pt x="211" y="25"/>
                      <a:pt x="207" y="29"/>
                      <a:pt x="202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4" y="29"/>
                      <a:pt x="0" y="2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7"/>
                      <a:pt x="5" y="0"/>
                      <a:pt x="10" y="1"/>
                    </a:cubicBezTo>
                    <a:lnTo>
                      <a:pt x="202" y="11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9" name="Freeform 1833">
                <a:extLst>
                  <a:ext uri="{FF2B5EF4-FFF2-40B4-BE49-F238E27FC236}">
                    <a16:creationId xmlns:a16="http://schemas.microsoft.com/office/drawing/2014/main" id="{1675D550-0D37-4624-917A-B73EA5D76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674"/>
                <a:ext cx="192" cy="16"/>
              </a:xfrm>
              <a:custGeom>
                <a:avLst/>
                <a:gdLst>
                  <a:gd name="T0" fmla="*/ 0 w 188"/>
                  <a:gd name="T1" fmla="*/ 16 h 16"/>
                  <a:gd name="T2" fmla="*/ 212 w 188"/>
                  <a:gd name="T3" fmla="*/ 16 h 16"/>
                  <a:gd name="T4" fmla="*/ 0 w 188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16">
                    <a:moveTo>
                      <a:pt x="0" y="16"/>
                    </a:moveTo>
                    <a:cubicBezTo>
                      <a:pt x="188" y="16"/>
                      <a:pt x="188" y="16"/>
                      <a:pt x="188" y="16"/>
                    </a:cubicBezTo>
                    <a:cubicBezTo>
                      <a:pt x="188" y="16"/>
                      <a:pt x="50" y="0"/>
                      <a:pt x="0" y="16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0" name="Freeform 1834">
                <a:extLst>
                  <a:ext uri="{FF2B5EF4-FFF2-40B4-BE49-F238E27FC236}">
                    <a16:creationId xmlns:a16="http://schemas.microsoft.com/office/drawing/2014/main" id="{6B124506-A8D9-406D-BB8A-585610AFC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1667"/>
                <a:ext cx="13" cy="23"/>
              </a:xfrm>
              <a:custGeom>
                <a:avLst/>
                <a:gdLst>
                  <a:gd name="T0" fmla="*/ 0 w 12"/>
                  <a:gd name="T1" fmla="*/ 22 h 23"/>
                  <a:gd name="T2" fmla="*/ 1 w 12"/>
                  <a:gd name="T3" fmla="*/ 0 h 23"/>
                  <a:gd name="T4" fmla="*/ 16 w 12"/>
                  <a:gd name="T5" fmla="*/ 12 h 23"/>
                  <a:gd name="T6" fmla="*/ 2 w 12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0" y="22"/>
                    </a:moveTo>
                    <a:cubicBezTo>
                      <a:pt x="12" y="21"/>
                      <a:pt x="5" y="5"/>
                      <a:pt x="1" y="0"/>
                    </a:cubicBezTo>
                    <a:cubicBezTo>
                      <a:pt x="7" y="2"/>
                      <a:pt x="11" y="5"/>
                      <a:pt x="10" y="12"/>
                    </a:cubicBezTo>
                    <a:cubicBezTo>
                      <a:pt x="10" y="18"/>
                      <a:pt x="7" y="23"/>
                      <a:pt x="2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1" name="Freeform 1835">
                <a:extLst>
                  <a:ext uri="{FF2B5EF4-FFF2-40B4-BE49-F238E27FC236}">
                    <a16:creationId xmlns:a16="http://schemas.microsoft.com/office/drawing/2014/main" id="{9F88B328-F7B3-461C-B9E0-E94D377B1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667"/>
                <a:ext cx="189" cy="8"/>
              </a:xfrm>
              <a:custGeom>
                <a:avLst/>
                <a:gdLst>
                  <a:gd name="T0" fmla="*/ 0 w 185"/>
                  <a:gd name="T1" fmla="*/ 0 h 8"/>
                  <a:gd name="T2" fmla="*/ 209 w 185"/>
                  <a:gd name="T3" fmla="*/ 8 h 8"/>
                  <a:gd name="T4" fmla="*/ 0 w 18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8">
                    <a:moveTo>
                      <a:pt x="0" y="0"/>
                    </a:move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8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2" name="Freeform 1836">
                <a:extLst>
                  <a:ext uri="{FF2B5EF4-FFF2-40B4-BE49-F238E27FC236}">
                    <a16:creationId xmlns:a16="http://schemas.microsoft.com/office/drawing/2014/main" id="{F134CAB1-2C43-4D31-8641-B1BBCFDD7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665"/>
                <a:ext cx="216" cy="28"/>
              </a:xfrm>
              <a:custGeom>
                <a:avLst/>
                <a:gdLst>
                  <a:gd name="T0" fmla="*/ 232 w 211"/>
                  <a:gd name="T1" fmla="*/ 10 h 28"/>
                  <a:gd name="T2" fmla="*/ 242 w 211"/>
                  <a:gd name="T3" fmla="*/ 20 h 28"/>
                  <a:gd name="T4" fmla="*/ 242 w 211"/>
                  <a:gd name="T5" fmla="*/ 20 h 28"/>
                  <a:gd name="T6" fmla="*/ 231 w 211"/>
                  <a:gd name="T7" fmla="*/ 28 h 28"/>
                  <a:gd name="T8" fmla="*/ 9 w 211"/>
                  <a:gd name="T9" fmla="*/ 28 h 28"/>
                  <a:gd name="T10" fmla="*/ 0 w 211"/>
                  <a:gd name="T11" fmla="*/ 14 h 28"/>
                  <a:gd name="T12" fmla="*/ 0 w 211"/>
                  <a:gd name="T13" fmla="*/ 14 h 28"/>
                  <a:gd name="T14" fmla="*/ 9 w 211"/>
                  <a:gd name="T15" fmla="*/ 0 h 28"/>
                  <a:gd name="T16" fmla="*/ 232 w 211"/>
                  <a:gd name="T17" fmla="*/ 1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8">
                    <a:moveTo>
                      <a:pt x="202" y="10"/>
                    </a:moveTo>
                    <a:cubicBezTo>
                      <a:pt x="207" y="11"/>
                      <a:pt x="211" y="15"/>
                      <a:pt x="211" y="20"/>
                    </a:cubicBezTo>
                    <a:cubicBezTo>
                      <a:pt x="211" y="20"/>
                      <a:pt x="211" y="20"/>
                      <a:pt x="211" y="20"/>
                    </a:cubicBezTo>
                    <a:cubicBezTo>
                      <a:pt x="210" y="24"/>
                      <a:pt x="206" y="28"/>
                      <a:pt x="201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4" y="28"/>
                      <a:pt x="0" y="2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4" y="0"/>
                      <a:pt x="9" y="0"/>
                    </a:cubicBezTo>
                    <a:lnTo>
                      <a:pt x="202" y="1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3" name="Freeform 1837">
                <a:extLst>
                  <a:ext uri="{FF2B5EF4-FFF2-40B4-BE49-F238E27FC236}">
                    <a16:creationId xmlns:a16="http://schemas.microsoft.com/office/drawing/2014/main" id="{5762F54D-7629-4BD5-8578-E5BC33CC7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016"/>
                <a:ext cx="190" cy="129"/>
              </a:xfrm>
              <a:custGeom>
                <a:avLst/>
                <a:gdLst>
                  <a:gd name="T0" fmla="*/ 195 w 186"/>
                  <a:gd name="T1" fmla="*/ 3 h 126"/>
                  <a:gd name="T2" fmla="*/ 207 w 186"/>
                  <a:gd name="T3" fmla="*/ 6 h 126"/>
                  <a:gd name="T4" fmla="*/ 207 w 186"/>
                  <a:gd name="T5" fmla="*/ 6 h 126"/>
                  <a:gd name="T6" fmla="*/ 204 w 186"/>
                  <a:gd name="T7" fmla="*/ 18 h 126"/>
                  <a:gd name="T8" fmla="*/ 19 w 186"/>
                  <a:gd name="T9" fmla="*/ 141 h 126"/>
                  <a:gd name="T10" fmla="*/ 4 w 186"/>
                  <a:gd name="T11" fmla="*/ 134 h 126"/>
                  <a:gd name="T12" fmla="*/ 4 w 186"/>
                  <a:gd name="T13" fmla="*/ 134 h 126"/>
                  <a:gd name="T14" fmla="*/ 4 w 186"/>
                  <a:gd name="T15" fmla="*/ 113 h 126"/>
                  <a:gd name="T16" fmla="*/ 195 w 186"/>
                  <a:gd name="T17" fmla="*/ 3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6">
                    <a:moveTo>
                      <a:pt x="171" y="3"/>
                    </a:moveTo>
                    <a:cubicBezTo>
                      <a:pt x="175" y="0"/>
                      <a:pt x="181" y="1"/>
                      <a:pt x="183" y="6"/>
                    </a:cubicBezTo>
                    <a:cubicBezTo>
                      <a:pt x="183" y="6"/>
                      <a:pt x="183" y="6"/>
                      <a:pt x="183" y="6"/>
                    </a:cubicBezTo>
                    <a:cubicBezTo>
                      <a:pt x="186" y="10"/>
                      <a:pt x="184" y="15"/>
                      <a:pt x="180" y="18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5" y="126"/>
                      <a:pt x="8" y="123"/>
                      <a:pt x="4" y="116"/>
                    </a:cubicBezTo>
                    <a:cubicBezTo>
                      <a:pt x="4" y="116"/>
                      <a:pt x="4" y="116"/>
                      <a:pt x="4" y="116"/>
                    </a:cubicBezTo>
                    <a:cubicBezTo>
                      <a:pt x="0" y="109"/>
                      <a:pt x="0" y="102"/>
                      <a:pt x="4" y="99"/>
                    </a:cubicBezTo>
                    <a:lnTo>
                      <a:pt x="171" y="3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4" name="Freeform 1838">
                <a:extLst>
                  <a:ext uri="{FF2B5EF4-FFF2-40B4-BE49-F238E27FC236}">
                    <a16:creationId xmlns:a16="http://schemas.microsoft.com/office/drawing/2014/main" id="{61F89CC4-3F2A-4EBE-BE26-71E4144A0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032"/>
                <a:ext cx="161" cy="106"/>
              </a:xfrm>
              <a:custGeom>
                <a:avLst/>
                <a:gdLst>
                  <a:gd name="T0" fmla="*/ 0 w 157"/>
                  <a:gd name="T1" fmla="*/ 121 h 103"/>
                  <a:gd name="T2" fmla="*/ 182 w 157"/>
                  <a:gd name="T3" fmla="*/ 0 h 103"/>
                  <a:gd name="T4" fmla="*/ 0 w 157"/>
                  <a:gd name="T5" fmla="*/ 121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103">
                    <a:moveTo>
                      <a:pt x="0" y="103"/>
                    </a:moveTo>
                    <a:cubicBezTo>
                      <a:pt x="157" y="0"/>
                      <a:pt x="157" y="0"/>
                      <a:pt x="157" y="0"/>
                    </a:cubicBezTo>
                    <a:cubicBezTo>
                      <a:pt x="157" y="0"/>
                      <a:pt x="33" y="62"/>
                      <a:pt x="0" y="103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5" name="Freeform 1839">
                <a:extLst>
                  <a:ext uri="{FF2B5EF4-FFF2-40B4-BE49-F238E27FC236}">
                    <a16:creationId xmlns:a16="http://schemas.microsoft.com/office/drawing/2014/main" id="{0DD0BC4B-9FEC-4ED4-A3CE-F37100B07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120"/>
                <a:ext cx="20" cy="22"/>
              </a:xfrm>
              <a:custGeom>
                <a:avLst/>
                <a:gdLst>
                  <a:gd name="T0" fmla="*/ 11 w 20"/>
                  <a:gd name="T1" fmla="*/ 26 h 21"/>
                  <a:gd name="T2" fmla="*/ 0 w 20"/>
                  <a:gd name="T3" fmla="*/ 1 h 21"/>
                  <a:gd name="T4" fmla="*/ 14 w 20"/>
                  <a:gd name="T5" fmla="*/ 7 h 21"/>
                  <a:gd name="T6" fmla="*/ 13 w 20"/>
                  <a:gd name="T7" fmla="*/ 2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11" y="20"/>
                    </a:moveTo>
                    <a:cubicBezTo>
                      <a:pt x="20" y="13"/>
                      <a:pt x="5" y="3"/>
                      <a:pt x="0" y="1"/>
                    </a:cubicBezTo>
                    <a:cubicBezTo>
                      <a:pt x="6" y="0"/>
                      <a:pt x="11" y="0"/>
                      <a:pt x="14" y="7"/>
                    </a:cubicBezTo>
                    <a:cubicBezTo>
                      <a:pt x="16" y="11"/>
                      <a:pt x="17" y="17"/>
                      <a:pt x="13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6" name="Freeform 1840">
                <a:extLst>
                  <a:ext uri="{FF2B5EF4-FFF2-40B4-BE49-F238E27FC236}">
                    <a16:creationId xmlns:a16="http://schemas.microsoft.com/office/drawing/2014/main" id="{A9CBD451-80EB-4329-8C32-E658119C5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019"/>
                <a:ext cx="163" cy="96"/>
              </a:xfrm>
              <a:custGeom>
                <a:avLst/>
                <a:gdLst>
                  <a:gd name="T0" fmla="*/ 0 w 159"/>
                  <a:gd name="T1" fmla="*/ 106 h 94"/>
                  <a:gd name="T2" fmla="*/ 184 w 159"/>
                  <a:gd name="T3" fmla="*/ 0 h 94"/>
                  <a:gd name="T4" fmla="*/ 0 w 159"/>
                  <a:gd name="T5" fmla="*/ 106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94">
                    <a:moveTo>
                      <a:pt x="0" y="94"/>
                    </a:moveTo>
                    <a:cubicBezTo>
                      <a:pt x="159" y="0"/>
                      <a:pt x="159" y="0"/>
                      <a:pt x="159" y="0"/>
                    </a:cubicBezTo>
                    <a:cubicBezTo>
                      <a:pt x="159" y="0"/>
                      <a:pt x="9" y="94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7" name="Freeform 1841">
                <a:extLst>
                  <a:ext uri="{FF2B5EF4-FFF2-40B4-BE49-F238E27FC236}">
                    <a16:creationId xmlns:a16="http://schemas.microsoft.com/office/drawing/2014/main" id="{B37AAB2F-C965-473C-A81A-305FB6044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017"/>
                <a:ext cx="190" cy="128"/>
              </a:xfrm>
              <a:custGeom>
                <a:avLst/>
                <a:gdLst>
                  <a:gd name="T0" fmla="*/ 195 w 186"/>
                  <a:gd name="T1" fmla="*/ 2 h 125"/>
                  <a:gd name="T2" fmla="*/ 207 w 186"/>
                  <a:gd name="T3" fmla="*/ 5 h 125"/>
                  <a:gd name="T4" fmla="*/ 207 w 186"/>
                  <a:gd name="T5" fmla="*/ 5 h 125"/>
                  <a:gd name="T6" fmla="*/ 204 w 186"/>
                  <a:gd name="T7" fmla="*/ 17 h 125"/>
                  <a:gd name="T8" fmla="*/ 19 w 186"/>
                  <a:gd name="T9" fmla="*/ 141 h 125"/>
                  <a:gd name="T10" fmla="*/ 4 w 186"/>
                  <a:gd name="T11" fmla="*/ 133 h 125"/>
                  <a:gd name="T12" fmla="*/ 4 w 186"/>
                  <a:gd name="T13" fmla="*/ 133 h 125"/>
                  <a:gd name="T14" fmla="*/ 4 w 186"/>
                  <a:gd name="T15" fmla="*/ 114 h 125"/>
                  <a:gd name="T16" fmla="*/ 195 w 186"/>
                  <a:gd name="T17" fmla="*/ 2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5">
                    <a:moveTo>
                      <a:pt x="171" y="2"/>
                    </a:moveTo>
                    <a:cubicBezTo>
                      <a:pt x="175" y="0"/>
                      <a:pt x="181" y="1"/>
                      <a:pt x="183" y="5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6" y="9"/>
                      <a:pt x="184" y="15"/>
                      <a:pt x="180" y="17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5" y="125"/>
                      <a:pt x="8" y="122"/>
                      <a:pt x="4" y="115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0" y="109"/>
                      <a:pt x="0" y="101"/>
                      <a:pt x="4" y="99"/>
                    </a:cubicBezTo>
                    <a:lnTo>
                      <a:pt x="171" y="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8" name="Freeform 1842">
                <a:extLst>
                  <a:ext uri="{FF2B5EF4-FFF2-40B4-BE49-F238E27FC236}">
                    <a16:creationId xmlns:a16="http://schemas.microsoft.com/office/drawing/2014/main" id="{1F8ABDBB-1657-4136-B4B3-50DD1E6F0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333"/>
                <a:ext cx="97" cy="205"/>
              </a:xfrm>
              <a:custGeom>
                <a:avLst/>
                <a:gdLst>
                  <a:gd name="T0" fmla="*/ 89 w 95"/>
                  <a:gd name="T1" fmla="*/ 7 h 201"/>
                  <a:gd name="T2" fmla="*/ 100 w 95"/>
                  <a:gd name="T3" fmla="*/ 2 h 201"/>
                  <a:gd name="T4" fmla="*/ 100 w 95"/>
                  <a:gd name="T5" fmla="*/ 2 h 201"/>
                  <a:gd name="T6" fmla="*/ 106 w 95"/>
                  <a:gd name="T7" fmla="*/ 13 h 201"/>
                  <a:gd name="T8" fmla="*/ 34 w 95"/>
                  <a:gd name="T9" fmla="*/ 219 h 201"/>
                  <a:gd name="T10" fmla="*/ 12 w 95"/>
                  <a:gd name="T11" fmla="*/ 222 h 201"/>
                  <a:gd name="T12" fmla="*/ 12 w 95"/>
                  <a:gd name="T13" fmla="*/ 222 h 201"/>
                  <a:gd name="T14" fmla="*/ 2 w 95"/>
                  <a:gd name="T15" fmla="*/ 209 h 201"/>
                  <a:gd name="T16" fmla="*/ 89 w 95"/>
                  <a:gd name="T17" fmla="*/ 7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01">
                    <a:moveTo>
                      <a:pt x="77" y="7"/>
                    </a:moveTo>
                    <a:cubicBezTo>
                      <a:pt x="79" y="2"/>
                      <a:pt x="84" y="0"/>
                      <a:pt x="88" y="2"/>
                    </a:cubicBezTo>
                    <a:cubicBezTo>
                      <a:pt x="88" y="2"/>
                      <a:pt x="88" y="2"/>
                      <a:pt x="88" y="2"/>
                    </a:cubicBezTo>
                    <a:cubicBezTo>
                      <a:pt x="93" y="4"/>
                      <a:pt x="95" y="9"/>
                      <a:pt x="94" y="13"/>
                    </a:cubicBezTo>
                    <a:cubicBezTo>
                      <a:pt x="28" y="195"/>
                      <a:pt x="28" y="195"/>
                      <a:pt x="28" y="195"/>
                    </a:cubicBezTo>
                    <a:cubicBezTo>
                      <a:pt x="27" y="199"/>
                      <a:pt x="19" y="201"/>
                      <a:pt x="12" y="198"/>
                    </a:cubicBezTo>
                    <a:cubicBezTo>
                      <a:pt x="12" y="198"/>
                      <a:pt x="12" y="198"/>
                      <a:pt x="12" y="198"/>
                    </a:cubicBezTo>
                    <a:cubicBezTo>
                      <a:pt x="5" y="195"/>
                      <a:pt x="0" y="189"/>
                      <a:pt x="2" y="185"/>
                    </a:cubicBezTo>
                    <a:lnTo>
                      <a:pt x="77" y="7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9" name="Freeform 1843">
                <a:extLst>
                  <a:ext uri="{FF2B5EF4-FFF2-40B4-BE49-F238E27FC236}">
                    <a16:creationId xmlns:a16="http://schemas.microsoft.com/office/drawing/2014/main" id="{FE967EC6-684C-40DD-B101-50833E500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346"/>
                <a:ext cx="64" cy="181"/>
              </a:xfrm>
              <a:custGeom>
                <a:avLst/>
                <a:gdLst>
                  <a:gd name="T0" fmla="*/ 0 w 63"/>
                  <a:gd name="T1" fmla="*/ 201 h 177"/>
                  <a:gd name="T2" fmla="*/ 69 w 63"/>
                  <a:gd name="T3" fmla="*/ 0 h 177"/>
                  <a:gd name="T4" fmla="*/ 0 w 63"/>
                  <a:gd name="T5" fmla="*/ 201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77">
                    <a:moveTo>
                      <a:pt x="0" y="177"/>
                    </a:moveTo>
                    <a:cubicBezTo>
                      <a:pt x="63" y="0"/>
                      <a:pt x="63" y="0"/>
                      <a:pt x="63" y="0"/>
                    </a:cubicBezTo>
                    <a:cubicBezTo>
                      <a:pt x="63" y="0"/>
                      <a:pt x="2" y="124"/>
                      <a:pt x="0" y="177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0" name="Freeform 1844">
                <a:extLst>
                  <a:ext uri="{FF2B5EF4-FFF2-40B4-BE49-F238E27FC236}">
                    <a16:creationId xmlns:a16="http://schemas.microsoft.com/office/drawing/2014/main" id="{D31A5023-6CE2-40D1-9942-6A446A19F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517"/>
                <a:ext cx="25" cy="17"/>
              </a:xfrm>
              <a:custGeom>
                <a:avLst/>
                <a:gdLst>
                  <a:gd name="T0" fmla="*/ 27 w 24"/>
                  <a:gd name="T1" fmla="*/ 22 h 16"/>
                  <a:gd name="T2" fmla="*/ 0 w 24"/>
                  <a:gd name="T3" fmla="*/ 14 h 16"/>
                  <a:gd name="T4" fmla="*/ 21 w 24"/>
                  <a:gd name="T5" fmla="*/ 3 h 16"/>
                  <a:gd name="T6" fmla="*/ 28 w 24"/>
                  <a:gd name="T7" fmla="*/ 2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21" y="16"/>
                    </a:moveTo>
                    <a:cubicBezTo>
                      <a:pt x="24" y="5"/>
                      <a:pt x="6" y="6"/>
                      <a:pt x="0" y="8"/>
                    </a:cubicBezTo>
                    <a:cubicBezTo>
                      <a:pt x="4" y="3"/>
                      <a:pt x="8" y="0"/>
                      <a:pt x="15" y="3"/>
                    </a:cubicBezTo>
                    <a:cubicBezTo>
                      <a:pt x="20" y="5"/>
                      <a:pt x="23" y="10"/>
                      <a:pt x="22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1" name="Freeform 1845">
                <a:extLst>
                  <a:ext uri="{FF2B5EF4-FFF2-40B4-BE49-F238E27FC236}">
                    <a16:creationId xmlns:a16="http://schemas.microsoft.com/office/drawing/2014/main" id="{FBED0693-5FF6-4BBD-BAE8-0B9242736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340"/>
                <a:ext cx="72" cy="174"/>
              </a:xfrm>
              <a:custGeom>
                <a:avLst/>
                <a:gdLst>
                  <a:gd name="T0" fmla="*/ 0 w 70"/>
                  <a:gd name="T1" fmla="*/ 189 h 171"/>
                  <a:gd name="T2" fmla="*/ 82 w 70"/>
                  <a:gd name="T3" fmla="*/ 0 h 171"/>
                  <a:gd name="T4" fmla="*/ 0 w 70"/>
                  <a:gd name="T5" fmla="*/ 189 h 1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71">
                    <a:moveTo>
                      <a:pt x="0" y="171"/>
                    </a:move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7" y="165"/>
                      <a:pt x="0" y="1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2" name="Freeform 1846">
                <a:extLst>
                  <a:ext uri="{FF2B5EF4-FFF2-40B4-BE49-F238E27FC236}">
                    <a16:creationId xmlns:a16="http://schemas.microsoft.com/office/drawing/2014/main" id="{47C6ECD1-55BC-4923-BB11-DF4881BE3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333"/>
                <a:ext cx="98" cy="205"/>
              </a:xfrm>
              <a:custGeom>
                <a:avLst/>
                <a:gdLst>
                  <a:gd name="T0" fmla="*/ 89 w 96"/>
                  <a:gd name="T1" fmla="*/ 7 h 201"/>
                  <a:gd name="T2" fmla="*/ 101 w 96"/>
                  <a:gd name="T3" fmla="*/ 2 h 201"/>
                  <a:gd name="T4" fmla="*/ 101 w 96"/>
                  <a:gd name="T5" fmla="*/ 2 h 201"/>
                  <a:gd name="T6" fmla="*/ 106 w 96"/>
                  <a:gd name="T7" fmla="*/ 14 h 201"/>
                  <a:gd name="T8" fmla="*/ 35 w 96"/>
                  <a:gd name="T9" fmla="*/ 219 h 201"/>
                  <a:gd name="T10" fmla="*/ 12 w 96"/>
                  <a:gd name="T11" fmla="*/ 222 h 201"/>
                  <a:gd name="T12" fmla="*/ 12 w 96"/>
                  <a:gd name="T13" fmla="*/ 222 h 201"/>
                  <a:gd name="T14" fmla="*/ 2 w 96"/>
                  <a:gd name="T15" fmla="*/ 209 h 201"/>
                  <a:gd name="T16" fmla="*/ 89 w 96"/>
                  <a:gd name="T17" fmla="*/ 7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" h="201">
                    <a:moveTo>
                      <a:pt x="77" y="7"/>
                    </a:moveTo>
                    <a:cubicBezTo>
                      <a:pt x="79" y="3"/>
                      <a:pt x="84" y="0"/>
                      <a:pt x="89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93" y="4"/>
                      <a:pt x="96" y="9"/>
                      <a:pt x="94" y="14"/>
                    </a:cubicBezTo>
                    <a:cubicBezTo>
                      <a:pt x="29" y="195"/>
                      <a:pt x="29" y="195"/>
                      <a:pt x="29" y="195"/>
                    </a:cubicBezTo>
                    <a:cubicBezTo>
                      <a:pt x="27" y="200"/>
                      <a:pt x="19" y="201"/>
                      <a:pt x="12" y="198"/>
                    </a:cubicBezTo>
                    <a:cubicBezTo>
                      <a:pt x="12" y="198"/>
                      <a:pt x="12" y="198"/>
                      <a:pt x="12" y="198"/>
                    </a:cubicBezTo>
                    <a:cubicBezTo>
                      <a:pt x="5" y="195"/>
                      <a:pt x="0" y="189"/>
                      <a:pt x="2" y="185"/>
                    </a:cubicBezTo>
                    <a:lnTo>
                      <a:pt x="77" y="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3" name="Freeform 1847">
                <a:extLst>
                  <a:ext uri="{FF2B5EF4-FFF2-40B4-BE49-F238E27FC236}">
                    <a16:creationId xmlns:a16="http://schemas.microsoft.com/office/drawing/2014/main" id="{1284AC3D-A118-4950-8EE6-8DBEE02DE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029"/>
                <a:ext cx="147" cy="177"/>
              </a:xfrm>
              <a:custGeom>
                <a:avLst/>
                <a:gdLst>
                  <a:gd name="T0" fmla="*/ 3 w 144"/>
                  <a:gd name="T1" fmla="*/ 182 h 173"/>
                  <a:gd name="T2" fmla="*/ 5 w 144"/>
                  <a:gd name="T3" fmla="*/ 194 h 173"/>
                  <a:gd name="T4" fmla="*/ 5 w 144"/>
                  <a:gd name="T5" fmla="*/ 194 h 173"/>
                  <a:gd name="T6" fmla="*/ 17 w 144"/>
                  <a:gd name="T7" fmla="*/ 193 h 173"/>
                  <a:gd name="T8" fmla="*/ 159 w 144"/>
                  <a:gd name="T9" fmla="*/ 21 h 173"/>
                  <a:gd name="T10" fmla="*/ 154 w 144"/>
                  <a:gd name="T11" fmla="*/ 6 h 173"/>
                  <a:gd name="T12" fmla="*/ 154 w 144"/>
                  <a:gd name="T13" fmla="*/ 6 h 173"/>
                  <a:gd name="T14" fmla="*/ 136 w 144"/>
                  <a:gd name="T15" fmla="*/ 4 h 173"/>
                  <a:gd name="T16" fmla="*/ 3 w 144"/>
                  <a:gd name="T17" fmla="*/ 182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3" y="158"/>
                    </a:moveTo>
                    <a:cubicBezTo>
                      <a:pt x="0" y="162"/>
                      <a:pt x="1" y="167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8" y="173"/>
                      <a:pt x="14" y="173"/>
                      <a:pt x="17" y="169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4" y="18"/>
                      <a:pt x="142" y="10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0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4" name="Freeform 1848">
                <a:extLst>
                  <a:ext uri="{FF2B5EF4-FFF2-40B4-BE49-F238E27FC236}">
                    <a16:creationId xmlns:a16="http://schemas.microsoft.com/office/drawing/2014/main" id="{ED55A113-BE3C-46CA-BAAC-E7097421A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1053"/>
                <a:ext cx="125" cy="146"/>
              </a:xfrm>
              <a:custGeom>
                <a:avLst/>
                <a:gdLst>
                  <a:gd name="T0" fmla="*/ 140 w 122"/>
                  <a:gd name="T1" fmla="*/ 0 h 143"/>
                  <a:gd name="T2" fmla="*/ 0 w 122"/>
                  <a:gd name="T3" fmla="*/ 161 h 143"/>
                  <a:gd name="T4" fmla="*/ 140 w 122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43">
                    <a:moveTo>
                      <a:pt x="122" y="0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77" y="28"/>
                      <a:pt x="122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5" name="Freeform 1849">
                <a:extLst>
                  <a:ext uri="{FF2B5EF4-FFF2-40B4-BE49-F238E27FC236}">
                    <a16:creationId xmlns:a16="http://schemas.microsoft.com/office/drawing/2014/main" id="{E3A9A4C0-1F93-41B3-8252-35AAC7919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032"/>
                <a:ext cx="21" cy="22"/>
              </a:xfrm>
              <a:custGeom>
                <a:avLst/>
                <a:gdLst>
                  <a:gd name="T0" fmla="*/ 26 w 20"/>
                  <a:gd name="T1" fmla="*/ 20 h 21"/>
                  <a:gd name="T2" fmla="*/ 2 w 20"/>
                  <a:gd name="T3" fmla="*/ 0 h 21"/>
                  <a:gd name="T4" fmla="*/ 6 w 20"/>
                  <a:gd name="T5" fmla="*/ 21 h 21"/>
                  <a:gd name="T6" fmla="*/ 26 w 20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20" y="14"/>
                    </a:moveTo>
                    <a:cubicBezTo>
                      <a:pt x="12" y="21"/>
                      <a:pt x="4" y="6"/>
                      <a:pt x="2" y="0"/>
                    </a:cubicBezTo>
                    <a:cubicBezTo>
                      <a:pt x="0" y="6"/>
                      <a:pt x="0" y="10"/>
                      <a:pt x="6" y="15"/>
                    </a:cubicBezTo>
                    <a:cubicBezTo>
                      <a:pt x="10" y="18"/>
                      <a:pt x="16" y="19"/>
                      <a:pt x="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6" name="Freeform 1850">
                <a:extLst>
                  <a:ext uri="{FF2B5EF4-FFF2-40B4-BE49-F238E27FC236}">
                    <a16:creationId xmlns:a16="http://schemas.microsoft.com/office/drawing/2014/main" id="{0064BE9E-E948-4CE6-9D19-3D632B15E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041"/>
                <a:ext cx="115" cy="150"/>
              </a:xfrm>
              <a:custGeom>
                <a:avLst/>
                <a:gdLst>
                  <a:gd name="T0" fmla="*/ 125 w 113"/>
                  <a:gd name="T1" fmla="*/ 0 h 147"/>
                  <a:gd name="T2" fmla="*/ 0 w 113"/>
                  <a:gd name="T3" fmla="*/ 165 h 147"/>
                  <a:gd name="T4" fmla="*/ 125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113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112" y="9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7" name="Freeform 1851">
                <a:extLst>
                  <a:ext uri="{FF2B5EF4-FFF2-40B4-BE49-F238E27FC236}">
                    <a16:creationId xmlns:a16="http://schemas.microsoft.com/office/drawing/2014/main" id="{D968015A-85B1-407E-846C-EC605E6F4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029"/>
                <a:ext cx="147" cy="177"/>
              </a:xfrm>
              <a:custGeom>
                <a:avLst/>
                <a:gdLst>
                  <a:gd name="T0" fmla="*/ 3 w 144"/>
                  <a:gd name="T1" fmla="*/ 182 h 173"/>
                  <a:gd name="T2" fmla="*/ 4 w 144"/>
                  <a:gd name="T3" fmla="*/ 194 h 173"/>
                  <a:gd name="T4" fmla="*/ 4 w 144"/>
                  <a:gd name="T5" fmla="*/ 194 h 173"/>
                  <a:gd name="T6" fmla="*/ 16 w 144"/>
                  <a:gd name="T7" fmla="*/ 193 h 173"/>
                  <a:gd name="T8" fmla="*/ 159 w 144"/>
                  <a:gd name="T9" fmla="*/ 21 h 173"/>
                  <a:gd name="T10" fmla="*/ 153 w 144"/>
                  <a:gd name="T11" fmla="*/ 6 h 173"/>
                  <a:gd name="T12" fmla="*/ 153 w 144"/>
                  <a:gd name="T13" fmla="*/ 6 h 173"/>
                  <a:gd name="T14" fmla="*/ 136 w 144"/>
                  <a:gd name="T15" fmla="*/ 4 h 173"/>
                  <a:gd name="T16" fmla="*/ 3 w 144"/>
                  <a:gd name="T17" fmla="*/ 182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3" y="158"/>
                    </a:moveTo>
                    <a:cubicBezTo>
                      <a:pt x="0" y="162"/>
                      <a:pt x="0" y="167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8" y="173"/>
                      <a:pt x="13" y="173"/>
                      <a:pt x="16" y="169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4" y="18"/>
                      <a:pt x="141" y="10"/>
                      <a:pt x="135" y="6"/>
                    </a:cubicBezTo>
                    <a:cubicBezTo>
                      <a:pt x="135" y="6"/>
                      <a:pt x="135" y="6"/>
                      <a:pt x="135" y="6"/>
                    </a:cubicBezTo>
                    <a:cubicBezTo>
                      <a:pt x="129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8" name="Freeform 1852">
                <a:extLst>
                  <a:ext uri="{FF2B5EF4-FFF2-40B4-BE49-F238E27FC236}">
                    <a16:creationId xmlns:a16="http://schemas.microsoft.com/office/drawing/2014/main" id="{44E2B101-BDAF-440F-9982-F142917B0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411"/>
                <a:ext cx="209" cy="81"/>
              </a:xfrm>
              <a:custGeom>
                <a:avLst/>
                <a:gdLst>
                  <a:gd name="T0" fmla="*/ 7 w 205"/>
                  <a:gd name="T1" fmla="*/ 73 h 79"/>
                  <a:gd name="T2" fmla="*/ 1 w 205"/>
                  <a:gd name="T3" fmla="*/ 84 h 79"/>
                  <a:gd name="T4" fmla="*/ 1 w 205"/>
                  <a:gd name="T5" fmla="*/ 84 h 79"/>
                  <a:gd name="T6" fmla="*/ 12 w 205"/>
                  <a:gd name="T7" fmla="*/ 90 h 79"/>
                  <a:gd name="T8" fmla="*/ 222 w 205"/>
                  <a:gd name="T9" fmla="*/ 34 h 79"/>
                  <a:gd name="T10" fmla="*/ 227 w 205"/>
                  <a:gd name="T11" fmla="*/ 12 h 79"/>
                  <a:gd name="T12" fmla="*/ 227 w 205"/>
                  <a:gd name="T13" fmla="*/ 12 h 79"/>
                  <a:gd name="T14" fmla="*/ 214 w 205"/>
                  <a:gd name="T15" fmla="*/ 1 h 79"/>
                  <a:gd name="T16" fmla="*/ 7 w 205"/>
                  <a:gd name="T17" fmla="*/ 73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79">
                    <a:moveTo>
                      <a:pt x="7" y="61"/>
                    </a:moveTo>
                    <a:cubicBezTo>
                      <a:pt x="2" y="62"/>
                      <a:pt x="0" y="67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7"/>
                      <a:pt x="7" y="79"/>
                      <a:pt x="12" y="7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203" y="27"/>
                      <a:pt x="205" y="20"/>
                      <a:pt x="203" y="12"/>
                    </a:cubicBezTo>
                    <a:cubicBezTo>
                      <a:pt x="203" y="12"/>
                      <a:pt x="203" y="12"/>
                      <a:pt x="203" y="12"/>
                    </a:cubicBezTo>
                    <a:cubicBezTo>
                      <a:pt x="201" y="5"/>
                      <a:pt x="195" y="0"/>
                      <a:pt x="190" y="1"/>
                    </a:cubicBezTo>
                    <a:lnTo>
                      <a:pt x="7" y="61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9" name="Freeform 1853">
                <a:extLst>
                  <a:ext uri="{FF2B5EF4-FFF2-40B4-BE49-F238E27FC236}">
                    <a16:creationId xmlns:a16="http://schemas.microsoft.com/office/drawing/2014/main" id="{5EA7C330-A42C-427C-8A69-685FE976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436"/>
                <a:ext cx="186" cy="52"/>
              </a:xfrm>
              <a:custGeom>
                <a:avLst/>
                <a:gdLst>
                  <a:gd name="T0" fmla="*/ 206 w 182"/>
                  <a:gd name="T1" fmla="*/ 3 h 51"/>
                  <a:gd name="T2" fmla="*/ 0 w 182"/>
                  <a:gd name="T3" fmla="*/ 57 h 51"/>
                  <a:gd name="T4" fmla="*/ 206 w 182"/>
                  <a:gd name="T5" fmla="*/ 3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51">
                    <a:moveTo>
                      <a:pt x="182" y="3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29" y="0"/>
                      <a:pt x="182" y="3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0" name="Freeform 1854">
                <a:extLst>
                  <a:ext uri="{FF2B5EF4-FFF2-40B4-BE49-F238E27FC236}">
                    <a16:creationId xmlns:a16="http://schemas.microsoft.com/office/drawing/2014/main" id="{89D7487B-10E4-4BA1-A235-26BAF157E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414"/>
                <a:ext cx="15" cy="24"/>
              </a:xfrm>
              <a:custGeom>
                <a:avLst/>
                <a:gdLst>
                  <a:gd name="T0" fmla="*/ 15 w 15"/>
                  <a:gd name="T1" fmla="*/ 27 h 23"/>
                  <a:gd name="T2" fmla="*/ 8 w 15"/>
                  <a:gd name="T3" fmla="*/ 0 h 23"/>
                  <a:gd name="T4" fmla="*/ 3 w 15"/>
                  <a:gd name="T5" fmla="*/ 20 h 23"/>
                  <a:gd name="T6" fmla="*/ 14 w 15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15" y="21"/>
                    </a:moveTo>
                    <a:cubicBezTo>
                      <a:pt x="4" y="23"/>
                      <a:pt x="6" y="5"/>
                      <a:pt x="8" y="0"/>
                    </a:cubicBezTo>
                    <a:cubicBezTo>
                      <a:pt x="3" y="4"/>
                      <a:pt x="0" y="7"/>
                      <a:pt x="3" y="14"/>
                    </a:cubicBezTo>
                    <a:cubicBezTo>
                      <a:pt x="4" y="19"/>
                      <a:pt x="8" y="23"/>
                      <a:pt x="14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1" name="Freeform 1855">
                <a:extLst>
                  <a:ext uri="{FF2B5EF4-FFF2-40B4-BE49-F238E27FC236}">
                    <a16:creationId xmlns:a16="http://schemas.microsoft.com/office/drawing/2014/main" id="{A3EF0E1A-3A92-4AE2-8A17-61BD67DC7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1417"/>
                <a:ext cx="180" cy="57"/>
              </a:xfrm>
              <a:custGeom>
                <a:avLst/>
                <a:gdLst>
                  <a:gd name="T0" fmla="*/ 200 w 176"/>
                  <a:gd name="T1" fmla="*/ 0 h 56"/>
                  <a:gd name="T2" fmla="*/ 0 w 176"/>
                  <a:gd name="T3" fmla="*/ 62 h 56"/>
                  <a:gd name="T4" fmla="*/ 200 w 17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56">
                    <a:moveTo>
                      <a:pt x="176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170" y="7"/>
                      <a:pt x="1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2" name="Freeform 1856">
                <a:extLst>
                  <a:ext uri="{FF2B5EF4-FFF2-40B4-BE49-F238E27FC236}">
                    <a16:creationId xmlns:a16="http://schemas.microsoft.com/office/drawing/2014/main" id="{CBEE886E-CF3C-48AF-9F5C-B6D163B07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411"/>
                <a:ext cx="209" cy="82"/>
              </a:xfrm>
              <a:custGeom>
                <a:avLst/>
                <a:gdLst>
                  <a:gd name="T0" fmla="*/ 7 w 205"/>
                  <a:gd name="T1" fmla="*/ 73 h 80"/>
                  <a:gd name="T2" fmla="*/ 1 w 205"/>
                  <a:gd name="T3" fmla="*/ 84 h 80"/>
                  <a:gd name="T4" fmla="*/ 1 w 205"/>
                  <a:gd name="T5" fmla="*/ 84 h 80"/>
                  <a:gd name="T6" fmla="*/ 12 w 205"/>
                  <a:gd name="T7" fmla="*/ 90 h 80"/>
                  <a:gd name="T8" fmla="*/ 223 w 205"/>
                  <a:gd name="T9" fmla="*/ 35 h 80"/>
                  <a:gd name="T10" fmla="*/ 227 w 205"/>
                  <a:gd name="T11" fmla="*/ 13 h 80"/>
                  <a:gd name="T12" fmla="*/ 227 w 205"/>
                  <a:gd name="T13" fmla="*/ 13 h 80"/>
                  <a:gd name="T14" fmla="*/ 215 w 205"/>
                  <a:gd name="T15" fmla="*/ 2 h 80"/>
                  <a:gd name="T16" fmla="*/ 7 w 205"/>
                  <a:gd name="T17" fmla="*/ 73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80">
                    <a:moveTo>
                      <a:pt x="7" y="61"/>
                    </a:moveTo>
                    <a:cubicBezTo>
                      <a:pt x="3" y="63"/>
                      <a:pt x="0" y="68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3" y="77"/>
                      <a:pt x="8" y="80"/>
                      <a:pt x="12" y="78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3" y="27"/>
                      <a:pt x="205" y="20"/>
                      <a:pt x="203" y="13"/>
                    </a:cubicBezTo>
                    <a:cubicBezTo>
                      <a:pt x="203" y="13"/>
                      <a:pt x="203" y="13"/>
                      <a:pt x="203" y="13"/>
                    </a:cubicBezTo>
                    <a:cubicBezTo>
                      <a:pt x="201" y="5"/>
                      <a:pt x="195" y="0"/>
                      <a:pt x="191" y="2"/>
                    </a:cubicBezTo>
                    <a:lnTo>
                      <a:pt x="7" y="6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3" name="Freeform 1857">
                <a:extLst>
                  <a:ext uri="{FF2B5EF4-FFF2-40B4-BE49-F238E27FC236}">
                    <a16:creationId xmlns:a16="http://schemas.microsoft.com/office/drawing/2014/main" id="{C13618F9-2804-4BFC-935C-4B7A4C700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878"/>
                <a:ext cx="211" cy="77"/>
              </a:xfrm>
              <a:custGeom>
                <a:avLst/>
                <a:gdLst>
                  <a:gd name="T0" fmla="*/ 12 w 207"/>
                  <a:gd name="T1" fmla="*/ 2 h 75"/>
                  <a:gd name="T2" fmla="*/ 1 w 207"/>
                  <a:gd name="T3" fmla="*/ 8 h 75"/>
                  <a:gd name="T4" fmla="*/ 1 w 207"/>
                  <a:gd name="T5" fmla="*/ 8 h 75"/>
                  <a:gd name="T6" fmla="*/ 7 w 207"/>
                  <a:gd name="T7" fmla="*/ 25 h 75"/>
                  <a:gd name="T8" fmla="*/ 216 w 207"/>
                  <a:gd name="T9" fmla="*/ 86 h 75"/>
                  <a:gd name="T10" fmla="*/ 228 w 207"/>
                  <a:gd name="T11" fmla="*/ 74 h 75"/>
                  <a:gd name="T12" fmla="*/ 228 w 207"/>
                  <a:gd name="T13" fmla="*/ 74 h 75"/>
                  <a:gd name="T14" fmla="*/ 224 w 207"/>
                  <a:gd name="T15" fmla="*/ 52 h 75"/>
                  <a:gd name="T16" fmla="*/ 12 w 207"/>
                  <a:gd name="T17" fmla="*/ 2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5">
                    <a:moveTo>
                      <a:pt x="12" y="2"/>
                    </a:moveTo>
                    <a:cubicBezTo>
                      <a:pt x="7" y="0"/>
                      <a:pt x="2" y="3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3"/>
                      <a:pt x="3" y="17"/>
                      <a:pt x="7" y="19"/>
                    </a:cubicBezTo>
                    <a:cubicBezTo>
                      <a:pt x="192" y="74"/>
                      <a:pt x="192" y="74"/>
                      <a:pt x="192" y="74"/>
                    </a:cubicBezTo>
                    <a:cubicBezTo>
                      <a:pt x="197" y="75"/>
                      <a:pt x="202" y="70"/>
                      <a:pt x="204" y="62"/>
                    </a:cubicBezTo>
                    <a:cubicBezTo>
                      <a:pt x="204" y="62"/>
                      <a:pt x="204" y="62"/>
                      <a:pt x="204" y="62"/>
                    </a:cubicBezTo>
                    <a:cubicBezTo>
                      <a:pt x="207" y="55"/>
                      <a:pt x="204" y="48"/>
                      <a:pt x="200" y="46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4" name="Freeform 1858">
                <a:extLst>
                  <a:ext uri="{FF2B5EF4-FFF2-40B4-BE49-F238E27FC236}">
                    <a16:creationId xmlns:a16="http://schemas.microsoft.com/office/drawing/2014/main" id="{04234303-DDA0-4CD8-B1EC-190D911A6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894"/>
                <a:ext cx="184" cy="56"/>
              </a:xfrm>
              <a:custGeom>
                <a:avLst/>
                <a:gdLst>
                  <a:gd name="T0" fmla="*/ 204 w 180"/>
                  <a:gd name="T1" fmla="*/ 66 h 54"/>
                  <a:gd name="T2" fmla="*/ 0 w 180"/>
                  <a:gd name="T3" fmla="*/ 0 h 54"/>
                  <a:gd name="T4" fmla="*/ 204 w 180"/>
                  <a:gd name="T5" fmla="*/ 66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4">
                    <a:moveTo>
                      <a:pt x="180" y="5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6" y="24"/>
                      <a:pt x="180" y="54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5" name="Freeform 1859">
                <a:extLst>
                  <a:ext uri="{FF2B5EF4-FFF2-40B4-BE49-F238E27FC236}">
                    <a16:creationId xmlns:a16="http://schemas.microsoft.com/office/drawing/2014/main" id="{E120264C-C6AB-47CD-BC6F-91D813FDB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929"/>
                <a:ext cx="16" cy="23"/>
              </a:xfrm>
              <a:custGeom>
                <a:avLst/>
                <a:gdLst>
                  <a:gd name="T0" fmla="*/ 10 w 16"/>
                  <a:gd name="T1" fmla="*/ 27 h 22"/>
                  <a:gd name="T2" fmla="*/ 16 w 16"/>
                  <a:gd name="T3" fmla="*/ 0 h 22"/>
                  <a:gd name="T4" fmla="*/ 4 w 16"/>
                  <a:gd name="T5" fmla="*/ 9 h 22"/>
                  <a:gd name="T6" fmla="*/ 9 w 16"/>
                  <a:gd name="T7" fmla="*/ 2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0" y="21"/>
                    </a:moveTo>
                    <a:cubicBezTo>
                      <a:pt x="0" y="17"/>
                      <a:pt x="11" y="3"/>
                      <a:pt x="16" y="0"/>
                    </a:cubicBezTo>
                    <a:cubicBezTo>
                      <a:pt x="10" y="0"/>
                      <a:pt x="5" y="1"/>
                      <a:pt x="4" y="9"/>
                    </a:cubicBezTo>
                    <a:cubicBezTo>
                      <a:pt x="3" y="14"/>
                      <a:pt x="4" y="20"/>
                      <a:pt x="9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6" name="Freeform 1860">
                <a:extLst>
                  <a:ext uri="{FF2B5EF4-FFF2-40B4-BE49-F238E27FC236}">
                    <a16:creationId xmlns:a16="http://schemas.microsoft.com/office/drawing/2014/main" id="{6427DA7A-3AC2-41A4-8714-62C6CC49E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880"/>
                <a:ext cx="184" cy="48"/>
              </a:xfrm>
              <a:custGeom>
                <a:avLst/>
                <a:gdLst>
                  <a:gd name="T0" fmla="*/ 204 w 180"/>
                  <a:gd name="T1" fmla="*/ 50 h 47"/>
                  <a:gd name="T2" fmla="*/ 0 w 180"/>
                  <a:gd name="T3" fmla="*/ 0 h 47"/>
                  <a:gd name="T4" fmla="*/ 204 w 180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47">
                    <a:moveTo>
                      <a:pt x="18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71" y="47"/>
                      <a:pt x="18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7" name="Freeform 1861">
                <a:extLst>
                  <a:ext uri="{FF2B5EF4-FFF2-40B4-BE49-F238E27FC236}">
                    <a16:creationId xmlns:a16="http://schemas.microsoft.com/office/drawing/2014/main" id="{2E6C55E0-761A-4DB4-A821-8C1881AB0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879"/>
                <a:ext cx="211" cy="76"/>
              </a:xfrm>
              <a:custGeom>
                <a:avLst/>
                <a:gdLst>
                  <a:gd name="T0" fmla="*/ 12 w 207"/>
                  <a:gd name="T1" fmla="*/ 1 h 74"/>
                  <a:gd name="T2" fmla="*/ 1 w 207"/>
                  <a:gd name="T3" fmla="*/ 7 h 74"/>
                  <a:gd name="T4" fmla="*/ 1 w 207"/>
                  <a:gd name="T5" fmla="*/ 7 h 74"/>
                  <a:gd name="T6" fmla="*/ 8 w 207"/>
                  <a:gd name="T7" fmla="*/ 18 h 74"/>
                  <a:gd name="T8" fmla="*/ 216 w 207"/>
                  <a:gd name="T9" fmla="*/ 85 h 74"/>
                  <a:gd name="T10" fmla="*/ 229 w 207"/>
                  <a:gd name="T11" fmla="*/ 74 h 74"/>
                  <a:gd name="T12" fmla="*/ 229 w 207"/>
                  <a:gd name="T13" fmla="*/ 74 h 74"/>
                  <a:gd name="T14" fmla="*/ 224 w 207"/>
                  <a:gd name="T15" fmla="*/ 52 h 74"/>
                  <a:gd name="T16" fmla="*/ 12 w 207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4">
                    <a:moveTo>
                      <a:pt x="12" y="1"/>
                    </a:moveTo>
                    <a:cubicBezTo>
                      <a:pt x="7" y="0"/>
                      <a:pt x="3" y="3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2"/>
                      <a:pt x="3" y="17"/>
                      <a:pt x="8" y="18"/>
                    </a:cubicBezTo>
                    <a:cubicBezTo>
                      <a:pt x="192" y="73"/>
                      <a:pt x="192" y="73"/>
                      <a:pt x="192" y="73"/>
                    </a:cubicBezTo>
                    <a:cubicBezTo>
                      <a:pt x="197" y="74"/>
                      <a:pt x="203" y="69"/>
                      <a:pt x="205" y="62"/>
                    </a:cubicBezTo>
                    <a:cubicBezTo>
                      <a:pt x="205" y="62"/>
                      <a:pt x="205" y="62"/>
                      <a:pt x="205" y="62"/>
                    </a:cubicBezTo>
                    <a:cubicBezTo>
                      <a:pt x="207" y="54"/>
                      <a:pt x="205" y="47"/>
                      <a:pt x="200" y="46"/>
                    </a:cubicBezTo>
                    <a:lnTo>
                      <a:pt x="12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8" name="Freeform 1862">
                <a:extLst>
                  <a:ext uri="{FF2B5EF4-FFF2-40B4-BE49-F238E27FC236}">
                    <a16:creationId xmlns:a16="http://schemas.microsoft.com/office/drawing/2014/main" id="{0EB6E04E-9442-49FD-9D85-C1A390134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176"/>
                <a:ext cx="173" cy="153"/>
              </a:xfrm>
              <a:custGeom>
                <a:avLst/>
                <a:gdLst>
                  <a:gd name="T0" fmla="*/ 15 w 169"/>
                  <a:gd name="T1" fmla="*/ 3 h 149"/>
                  <a:gd name="T2" fmla="*/ 3 w 169"/>
                  <a:gd name="T3" fmla="*/ 4 h 149"/>
                  <a:gd name="T4" fmla="*/ 3 w 169"/>
                  <a:gd name="T5" fmla="*/ 4 h 149"/>
                  <a:gd name="T6" fmla="*/ 4 w 169"/>
                  <a:gd name="T7" fmla="*/ 16 h 149"/>
                  <a:gd name="T8" fmla="*/ 170 w 169"/>
                  <a:gd name="T9" fmla="*/ 170 h 149"/>
                  <a:gd name="T10" fmla="*/ 187 w 169"/>
                  <a:gd name="T11" fmla="*/ 165 h 149"/>
                  <a:gd name="T12" fmla="*/ 187 w 169"/>
                  <a:gd name="T13" fmla="*/ 165 h 149"/>
                  <a:gd name="T14" fmla="*/ 189 w 169"/>
                  <a:gd name="T15" fmla="*/ 145 h 149"/>
                  <a:gd name="T16" fmla="*/ 15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" y="3"/>
                    </a:moveTo>
                    <a:cubicBezTo>
                      <a:pt x="11" y="0"/>
                      <a:pt x="6" y="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8"/>
                      <a:pt x="0" y="13"/>
                      <a:pt x="4" y="16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0" y="149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5"/>
                      <a:pt x="169" y="128"/>
                      <a:pt x="165" y="12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9" name="Freeform 1863">
                <a:extLst>
                  <a:ext uri="{FF2B5EF4-FFF2-40B4-BE49-F238E27FC236}">
                    <a16:creationId xmlns:a16="http://schemas.microsoft.com/office/drawing/2014/main" id="{2609DD06-4273-45AD-A7A2-6C4588B33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192"/>
                <a:ext cx="142" cy="128"/>
              </a:xfrm>
              <a:custGeom>
                <a:avLst/>
                <a:gdLst>
                  <a:gd name="T0" fmla="*/ 157 w 139"/>
                  <a:gd name="T1" fmla="*/ 138 h 126"/>
                  <a:gd name="T2" fmla="*/ 0 w 139"/>
                  <a:gd name="T3" fmla="*/ 0 h 126"/>
                  <a:gd name="T4" fmla="*/ 157 w 139"/>
                  <a:gd name="T5" fmla="*/ 138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6">
                    <a:moveTo>
                      <a:pt x="139" y="12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3" y="80"/>
                      <a:pt x="139" y="126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0" name="Freeform 1864">
                <a:extLst>
                  <a:ext uri="{FF2B5EF4-FFF2-40B4-BE49-F238E27FC236}">
                    <a16:creationId xmlns:a16="http://schemas.microsoft.com/office/drawing/2014/main" id="{AB960A5D-D069-46EF-A4B9-955252916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304"/>
                <a:ext cx="23" cy="21"/>
              </a:xfrm>
              <a:custGeom>
                <a:avLst/>
                <a:gdLst>
                  <a:gd name="T0" fmla="*/ 7 w 22"/>
                  <a:gd name="T1" fmla="*/ 21 h 21"/>
                  <a:gd name="T2" fmla="*/ 28 w 22"/>
                  <a:gd name="T3" fmla="*/ 4 h 21"/>
                  <a:gd name="T4" fmla="*/ 7 w 22"/>
                  <a:gd name="T5" fmla="*/ 7 h 21"/>
                  <a:gd name="T6" fmla="*/ 6 w 22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1">
                    <a:moveTo>
                      <a:pt x="7" y="21"/>
                    </a:moveTo>
                    <a:cubicBezTo>
                      <a:pt x="0" y="12"/>
                      <a:pt x="16" y="5"/>
                      <a:pt x="22" y="4"/>
                    </a:cubicBezTo>
                    <a:cubicBezTo>
                      <a:pt x="16" y="1"/>
                      <a:pt x="11" y="0"/>
                      <a:pt x="7" y="7"/>
                    </a:cubicBezTo>
                    <a:cubicBezTo>
                      <a:pt x="4" y="11"/>
                      <a:pt x="2" y="16"/>
                      <a:pt x="6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1" name="Freeform 1865">
                <a:extLst>
                  <a:ext uri="{FF2B5EF4-FFF2-40B4-BE49-F238E27FC236}">
                    <a16:creationId xmlns:a16="http://schemas.microsoft.com/office/drawing/2014/main" id="{D3DC0809-8457-4939-A186-B01BC01DA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179"/>
                <a:ext cx="146" cy="121"/>
              </a:xfrm>
              <a:custGeom>
                <a:avLst/>
                <a:gdLst>
                  <a:gd name="T0" fmla="*/ 161 w 143"/>
                  <a:gd name="T1" fmla="*/ 136 h 118"/>
                  <a:gd name="T2" fmla="*/ 0 w 143"/>
                  <a:gd name="T3" fmla="*/ 0 h 118"/>
                  <a:gd name="T4" fmla="*/ 161 w 143"/>
                  <a:gd name="T5" fmla="*/ 136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8">
                    <a:moveTo>
                      <a:pt x="143" y="11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4" y="116"/>
                      <a:pt x="143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2" name="Freeform 1866">
                <a:extLst>
                  <a:ext uri="{FF2B5EF4-FFF2-40B4-BE49-F238E27FC236}">
                    <a16:creationId xmlns:a16="http://schemas.microsoft.com/office/drawing/2014/main" id="{C5E9DD16-379C-4577-92EC-CDBE4B96D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176"/>
                <a:ext cx="174" cy="153"/>
              </a:xfrm>
              <a:custGeom>
                <a:avLst/>
                <a:gdLst>
                  <a:gd name="T0" fmla="*/ 16 w 170"/>
                  <a:gd name="T1" fmla="*/ 3 h 149"/>
                  <a:gd name="T2" fmla="*/ 4 w 170"/>
                  <a:gd name="T3" fmla="*/ 4 h 149"/>
                  <a:gd name="T4" fmla="*/ 4 w 170"/>
                  <a:gd name="T5" fmla="*/ 4 h 149"/>
                  <a:gd name="T6" fmla="*/ 5 w 170"/>
                  <a:gd name="T7" fmla="*/ 17 h 149"/>
                  <a:gd name="T8" fmla="*/ 171 w 170"/>
                  <a:gd name="T9" fmla="*/ 170 h 149"/>
                  <a:gd name="T10" fmla="*/ 188 w 170"/>
                  <a:gd name="T11" fmla="*/ 165 h 149"/>
                  <a:gd name="T12" fmla="*/ 188 w 170"/>
                  <a:gd name="T13" fmla="*/ 165 h 149"/>
                  <a:gd name="T14" fmla="*/ 190 w 170"/>
                  <a:gd name="T15" fmla="*/ 147 h 149"/>
                  <a:gd name="T16" fmla="*/ 16 w 170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0" h="149">
                    <a:moveTo>
                      <a:pt x="16" y="3"/>
                    </a:moveTo>
                    <a:cubicBezTo>
                      <a:pt x="12" y="0"/>
                      <a:pt x="7" y="1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8"/>
                      <a:pt x="1" y="14"/>
                      <a:pt x="5" y="17"/>
                    </a:cubicBezTo>
                    <a:cubicBezTo>
                      <a:pt x="148" y="146"/>
                      <a:pt x="148" y="146"/>
                      <a:pt x="148" y="146"/>
                    </a:cubicBezTo>
                    <a:cubicBezTo>
                      <a:pt x="151" y="149"/>
                      <a:pt x="158" y="147"/>
                      <a:pt x="164" y="141"/>
                    </a:cubicBezTo>
                    <a:cubicBezTo>
                      <a:pt x="164" y="141"/>
                      <a:pt x="164" y="141"/>
                      <a:pt x="164" y="141"/>
                    </a:cubicBezTo>
                    <a:cubicBezTo>
                      <a:pt x="169" y="135"/>
                      <a:pt x="170" y="128"/>
                      <a:pt x="166" y="125"/>
                    </a:cubicBezTo>
                    <a:lnTo>
                      <a:pt x="16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3" name="Freeform 1867">
                <a:extLst>
                  <a:ext uri="{FF2B5EF4-FFF2-40B4-BE49-F238E27FC236}">
                    <a16:creationId xmlns:a16="http://schemas.microsoft.com/office/drawing/2014/main" id="{7B424038-94A6-4C2E-955D-2C77B3DB6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854"/>
                <a:ext cx="83" cy="209"/>
              </a:xfrm>
              <a:custGeom>
                <a:avLst/>
                <a:gdLst>
                  <a:gd name="T0" fmla="*/ 86 w 82"/>
                  <a:gd name="T1" fmla="*/ 216 h 205"/>
                  <a:gd name="T2" fmla="*/ 81 w 82"/>
                  <a:gd name="T3" fmla="*/ 227 h 205"/>
                  <a:gd name="T4" fmla="*/ 81 w 82"/>
                  <a:gd name="T5" fmla="*/ 227 h 205"/>
                  <a:gd name="T6" fmla="*/ 70 w 82"/>
                  <a:gd name="T7" fmla="*/ 222 h 205"/>
                  <a:gd name="T8" fmla="*/ 2 w 82"/>
                  <a:gd name="T9" fmla="*/ 15 h 205"/>
                  <a:gd name="T10" fmla="*/ 12 w 82"/>
                  <a:gd name="T11" fmla="*/ 2 h 205"/>
                  <a:gd name="T12" fmla="*/ 12 w 82"/>
                  <a:gd name="T13" fmla="*/ 2 h 205"/>
                  <a:gd name="T14" fmla="*/ 28 w 82"/>
                  <a:gd name="T15" fmla="*/ 7 h 205"/>
                  <a:gd name="T16" fmla="*/ 86 w 82"/>
                  <a:gd name="T17" fmla="*/ 216 h 2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205">
                    <a:moveTo>
                      <a:pt x="80" y="192"/>
                    </a:moveTo>
                    <a:cubicBezTo>
                      <a:pt x="82" y="197"/>
                      <a:pt x="79" y="202"/>
                      <a:pt x="75" y="203"/>
                    </a:cubicBezTo>
                    <a:cubicBezTo>
                      <a:pt x="75" y="203"/>
                      <a:pt x="75" y="203"/>
                      <a:pt x="75" y="203"/>
                    </a:cubicBezTo>
                    <a:cubicBezTo>
                      <a:pt x="70" y="205"/>
                      <a:pt x="65" y="202"/>
                      <a:pt x="64" y="19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0" y="10"/>
                      <a:pt x="5" y="5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20" y="0"/>
                      <a:pt x="27" y="2"/>
                      <a:pt x="28" y="7"/>
                    </a:cubicBezTo>
                    <a:lnTo>
                      <a:pt x="80" y="192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4" name="Freeform 1868">
                <a:extLst>
                  <a:ext uri="{FF2B5EF4-FFF2-40B4-BE49-F238E27FC236}">
                    <a16:creationId xmlns:a16="http://schemas.microsoft.com/office/drawing/2014/main" id="{86A3D510-62AC-4AB3-BBE0-18F09F003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872"/>
                <a:ext cx="62" cy="182"/>
              </a:xfrm>
              <a:custGeom>
                <a:avLst/>
                <a:gdLst>
                  <a:gd name="T0" fmla="*/ 0 w 61"/>
                  <a:gd name="T1" fmla="*/ 0 h 178"/>
                  <a:gd name="T2" fmla="*/ 67 w 61"/>
                  <a:gd name="T3" fmla="*/ 202 h 178"/>
                  <a:gd name="T4" fmla="*/ 0 w 61"/>
                  <a:gd name="T5" fmla="*/ 0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78">
                    <a:moveTo>
                      <a:pt x="0" y="0"/>
                    </a:moveTo>
                    <a:cubicBezTo>
                      <a:pt x="61" y="178"/>
                      <a:pt x="61" y="178"/>
                      <a:pt x="61" y="178"/>
                    </a:cubicBezTo>
                    <a:cubicBezTo>
                      <a:pt x="61" y="178"/>
                      <a:pt x="32" y="43"/>
                      <a:pt x="0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5" name="Freeform 1869">
                <a:extLst>
                  <a:ext uri="{FF2B5EF4-FFF2-40B4-BE49-F238E27FC236}">
                    <a16:creationId xmlns:a16="http://schemas.microsoft.com/office/drawing/2014/main" id="{F23EE917-3E2E-40C1-B715-486D7498B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858"/>
                <a:ext cx="22" cy="17"/>
              </a:xfrm>
              <a:custGeom>
                <a:avLst/>
                <a:gdLst>
                  <a:gd name="T0" fmla="*/ 1 w 22"/>
                  <a:gd name="T1" fmla="*/ 7 h 17"/>
                  <a:gd name="T2" fmla="*/ 22 w 22"/>
                  <a:gd name="T3" fmla="*/ 0 h 17"/>
                  <a:gd name="T4" fmla="*/ 13 w 22"/>
                  <a:gd name="T5" fmla="*/ 13 h 17"/>
                  <a:gd name="T6" fmla="*/ 0 w 22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7">
                    <a:moveTo>
                      <a:pt x="1" y="7"/>
                    </a:moveTo>
                    <a:cubicBezTo>
                      <a:pt x="5" y="17"/>
                      <a:pt x="19" y="5"/>
                      <a:pt x="22" y="0"/>
                    </a:cubicBezTo>
                    <a:cubicBezTo>
                      <a:pt x="22" y="7"/>
                      <a:pt x="21" y="11"/>
                      <a:pt x="13" y="13"/>
                    </a:cubicBezTo>
                    <a:cubicBezTo>
                      <a:pt x="8" y="14"/>
                      <a:pt x="3" y="13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6" name="Freeform 1870">
                <a:extLst>
                  <a:ext uri="{FF2B5EF4-FFF2-40B4-BE49-F238E27FC236}">
                    <a16:creationId xmlns:a16="http://schemas.microsoft.com/office/drawing/2014/main" id="{4010C5AE-DA16-4A5B-B4D0-4CEE71B00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868"/>
                <a:ext cx="54" cy="182"/>
              </a:xfrm>
              <a:custGeom>
                <a:avLst/>
                <a:gdLst>
                  <a:gd name="T0" fmla="*/ 2 w 53"/>
                  <a:gd name="T1" fmla="*/ 0 h 178"/>
                  <a:gd name="T2" fmla="*/ 59 w 53"/>
                  <a:gd name="T3" fmla="*/ 202 h 178"/>
                  <a:gd name="T4" fmla="*/ 2 w 53"/>
                  <a:gd name="T5" fmla="*/ 0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78">
                    <a:moveTo>
                      <a:pt x="2" y="0"/>
                    </a:moveTo>
                    <a:cubicBezTo>
                      <a:pt x="53" y="178"/>
                      <a:pt x="53" y="178"/>
                      <a:pt x="53" y="178"/>
                    </a:cubicBezTo>
                    <a:cubicBezTo>
                      <a:pt x="53" y="178"/>
                      <a:pt x="0" y="1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7" name="Freeform 1871">
                <a:extLst>
                  <a:ext uri="{FF2B5EF4-FFF2-40B4-BE49-F238E27FC236}">
                    <a16:creationId xmlns:a16="http://schemas.microsoft.com/office/drawing/2014/main" id="{1DE84E3B-81DA-40EA-86B0-1E48FC829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854"/>
                <a:ext cx="82" cy="209"/>
              </a:xfrm>
              <a:custGeom>
                <a:avLst/>
                <a:gdLst>
                  <a:gd name="T0" fmla="*/ 86 w 81"/>
                  <a:gd name="T1" fmla="*/ 216 h 205"/>
                  <a:gd name="T2" fmla="*/ 80 w 81"/>
                  <a:gd name="T3" fmla="*/ 227 h 205"/>
                  <a:gd name="T4" fmla="*/ 80 w 81"/>
                  <a:gd name="T5" fmla="*/ 227 h 205"/>
                  <a:gd name="T6" fmla="*/ 69 w 81"/>
                  <a:gd name="T7" fmla="*/ 221 h 205"/>
                  <a:gd name="T8" fmla="*/ 1 w 81"/>
                  <a:gd name="T9" fmla="*/ 15 h 205"/>
                  <a:gd name="T10" fmla="*/ 12 w 81"/>
                  <a:gd name="T11" fmla="*/ 2 h 205"/>
                  <a:gd name="T12" fmla="*/ 12 w 81"/>
                  <a:gd name="T13" fmla="*/ 2 h 205"/>
                  <a:gd name="T14" fmla="*/ 28 w 81"/>
                  <a:gd name="T15" fmla="*/ 6 h 205"/>
                  <a:gd name="T16" fmla="*/ 86 w 81"/>
                  <a:gd name="T17" fmla="*/ 216 h 2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205">
                    <a:moveTo>
                      <a:pt x="80" y="192"/>
                    </a:moveTo>
                    <a:cubicBezTo>
                      <a:pt x="81" y="197"/>
                      <a:pt x="79" y="202"/>
                      <a:pt x="74" y="203"/>
                    </a:cubicBezTo>
                    <a:cubicBezTo>
                      <a:pt x="74" y="203"/>
                      <a:pt x="74" y="203"/>
                      <a:pt x="74" y="203"/>
                    </a:cubicBezTo>
                    <a:cubicBezTo>
                      <a:pt x="70" y="205"/>
                      <a:pt x="65" y="202"/>
                      <a:pt x="63" y="19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0"/>
                      <a:pt x="5" y="4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9" y="0"/>
                      <a:pt x="27" y="2"/>
                      <a:pt x="28" y="6"/>
                    </a:cubicBezTo>
                    <a:lnTo>
                      <a:pt x="80" y="19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8" name="Freeform 1872">
                <a:extLst>
                  <a:ext uri="{FF2B5EF4-FFF2-40B4-BE49-F238E27FC236}">
                    <a16:creationId xmlns:a16="http://schemas.microsoft.com/office/drawing/2014/main" id="{865E6508-B29D-405B-B67E-AB874804D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197"/>
                <a:ext cx="178" cy="147"/>
              </a:xfrm>
              <a:custGeom>
                <a:avLst/>
                <a:gdLst>
                  <a:gd name="T0" fmla="*/ 193 w 174"/>
                  <a:gd name="T1" fmla="*/ 145 h 144"/>
                  <a:gd name="T2" fmla="*/ 195 w 174"/>
                  <a:gd name="T3" fmla="*/ 157 h 144"/>
                  <a:gd name="T4" fmla="*/ 195 w 174"/>
                  <a:gd name="T5" fmla="*/ 157 h 144"/>
                  <a:gd name="T6" fmla="*/ 182 w 174"/>
                  <a:gd name="T7" fmla="*/ 159 h 144"/>
                  <a:gd name="T8" fmla="*/ 4 w 174"/>
                  <a:gd name="T9" fmla="*/ 32 h 144"/>
                  <a:gd name="T10" fmla="*/ 5 w 174"/>
                  <a:gd name="T11" fmla="*/ 9 h 144"/>
                  <a:gd name="T12" fmla="*/ 5 w 174"/>
                  <a:gd name="T13" fmla="*/ 9 h 144"/>
                  <a:gd name="T14" fmla="*/ 21 w 174"/>
                  <a:gd name="T15" fmla="*/ 3 h 144"/>
                  <a:gd name="T16" fmla="*/ 193 w 174"/>
                  <a:gd name="T17" fmla="*/ 145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4">
                    <a:moveTo>
                      <a:pt x="169" y="127"/>
                    </a:moveTo>
                    <a:cubicBezTo>
                      <a:pt x="173" y="130"/>
                      <a:pt x="174" y="135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3"/>
                      <a:pt x="162" y="144"/>
                      <a:pt x="158" y="141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0" y="23"/>
                      <a:pt x="1" y="15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3"/>
                      <a:pt x="17" y="0"/>
                      <a:pt x="21" y="3"/>
                    </a:cubicBezTo>
                    <a:lnTo>
                      <a:pt x="169" y="127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9" name="Freeform 1873">
                <a:extLst>
                  <a:ext uri="{FF2B5EF4-FFF2-40B4-BE49-F238E27FC236}">
                    <a16:creationId xmlns:a16="http://schemas.microsoft.com/office/drawing/2014/main" id="{E0D16B03-77DB-401F-A78B-5D66EAE56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1223"/>
                <a:ext cx="154" cy="115"/>
              </a:xfrm>
              <a:custGeom>
                <a:avLst/>
                <a:gdLst>
                  <a:gd name="T0" fmla="*/ 0 w 151"/>
                  <a:gd name="T1" fmla="*/ 0 h 112"/>
                  <a:gd name="T2" fmla="*/ 169 w 151"/>
                  <a:gd name="T3" fmla="*/ 130 h 112"/>
                  <a:gd name="T4" fmla="*/ 0 w 151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2">
                    <a:moveTo>
                      <a:pt x="0" y="0"/>
                    </a:moveTo>
                    <a:cubicBezTo>
                      <a:pt x="151" y="112"/>
                      <a:pt x="151" y="112"/>
                      <a:pt x="151" y="112"/>
                    </a:cubicBezTo>
                    <a:cubicBezTo>
                      <a:pt x="151" y="112"/>
                      <a:pt x="50" y="17"/>
                      <a:pt x="0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0" name="Freeform 1874">
                <a:extLst>
                  <a:ext uri="{FF2B5EF4-FFF2-40B4-BE49-F238E27FC236}">
                    <a16:creationId xmlns:a16="http://schemas.microsoft.com/office/drawing/2014/main" id="{9F81CAEA-9DC2-485F-9F99-2C6325661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200"/>
                <a:ext cx="20" cy="24"/>
              </a:xfrm>
              <a:custGeom>
                <a:avLst/>
                <a:gdLst>
                  <a:gd name="T0" fmla="*/ 0 w 19"/>
                  <a:gd name="T1" fmla="*/ 18 h 24"/>
                  <a:gd name="T2" fmla="*/ 20 w 19"/>
                  <a:gd name="T3" fmla="*/ 0 h 24"/>
                  <a:gd name="T4" fmla="*/ 20 w 19"/>
                  <a:gd name="T5" fmla="*/ 16 h 24"/>
                  <a:gd name="T6" fmla="*/ 0 w 19"/>
                  <a:gd name="T7" fmla="*/ 19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0" y="18"/>
                    </a:moveTo>
                    <a:cubicBezTo>
                      <a:pt x="10" y="24"/>
                      <a:pt x="14" y="6"/>
                      <a:pt x="14" y="0"/>
                    </a:cubicBezTo>
                    <a:cubicBezTo>
                      <a:pt x="17" y="6"/>
                      <a:pt x="19" y="10"/>
                      <a:pt x="14" y="16"/>
                    </a:cubicBezTo>
                    <a:cubicBezTo>
                      <a:pt x="10" y="20"/>
                      <a:pt x="5" y="22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1" name="Freeform 1875">
                <a:extLst>
                  <a:ext uri="{FF2B5EF4-FFF2-40B4-BE49-F238E27FC236}">
                    <a16:creationId xmlns:a16="http://schemas.microsoft.com/office/drawing/2014/main" id="{7FFEB63E-BB67-4482-B810-976ECEB0D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1207"/>
                <a:ext cx="146" cy="120"/>
              </a:xfrm>
              <a:custGeom>
                <a:avLst/>
                <a:gdLst>
                  <a:gd name="T0" fmla="*/ 0 w 143"/>
                  <a:gd name="T1" fmla="*/ 0 h 117"/>
                  <a:gd name="T2" fmla="*/ 161 w 143"/>
                  <a:gd name="T3" fmla="*/ 135 h 117"/>
                  <a:gd name="T4" fmla="*/ 0 w 143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7">
                    <a:moveTo>
                      <a:pt x="0" y="0"/>
                    </a:moveTo>
                    <a:cubicBezTo>
                      <a:pt x="143" y="117"/>
                      <a:pt x="143" y="117"/>
                      <a:pt x="143" y="117"/>
                    </a:cubicBezTo>
                    <a:cubicBezTo>
                      <a:pt x="143" y="117"/>
                      <a:pt x="3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2" name="Freeform 1876">
                <a:extLst>
                  <a:ext uri="{FF2B5EF4-FFF2-40B4-BE49-F238E27FC236}">
                    <a16:creationId xmlns:a16="http://schemas.microsoft.com/office/drawing/2014/main" id="{7E9A52A7-4F73-4A72-89F7-A549319B0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197"/>
                <a:ext cx="178" cy="147"/>
              </a:xfrm>
              <a:custGeom>
                <a:avLst/>
                <a:gdLst>
                  <a:gd name="T0" fmla="*/ 194 w 174"/>
                  <a:gd name="T1" fmla="*/ 145 h 144"/>
                  <a:gd name="T2" fmla="*/ 195 w 174"/>
                  <a:gd name="T3" fmla="*/ 157 h 144"/>
                  <a:gd name="T4" fmla="*/ 195 w 174"/>
                  <a:gd name="T5" fmla="*/ 157 h 144"/>
                  <a:gd name="T6" fmla="*/ 183 w 174"/>
                  <a:gd name="T7" fmla="*/ 159 h 144"/>
                  <a:gd name="T8" fmla="*/ 4 w 174"/>
                  <a:gd name="T9" fmla="*/ 32 h 144"/>
                  <a:gd name="T10" fmla="*/ 6 w 174"/>
                  <a:gd name="T11" fmla="*/ 9 h 144"/>
                  <a:gd name="T12" fmla="*/ 6 w 174"/>
                  <a:gd name="T13" fmla="*/ 9 h 144"/>
                  <a:gd name="T14" fmla="*/ 28 w 174"/>
                  <a:gd name="T15" fmla="*/ 3 h 144"/>
                  <a:gd name="T16" fmla="*/ 194 w 174"/>
                  <a:gd name="T17" fmla="*/ 145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4">
                    <a:moveTo>
                      <a:pt x="170" y="127"/>
                    </a:moveTo>
                    <a:cubicBezTo>
                      <a:pt x="174" y="130"/>
                      <a:pt x="174" y="136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3"/>
                      <a:pt x="163" y="144"/>
                      <a:pt x="159" y="141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0" y="23"/>
                      <a:pt x="1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11" y="3"/>
                      <a:pt x="18" y="0"/>
                      <a:pt x="22" y="3"/>
                    </a:cubicBezTo>
                    <a:lnTo>
                      <a:pt x="170" y="12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3" name="Freeform 1877">
                <a:extLst>
                  <a:ext uri="{FF2B5EF4-FFF2-40B4-BE49-F238E27FC236}">
                    <a16:creationId xmlns:a16="http://schemas.microsoft.com/office/drawing/2014/main" id="{8F6618AF-AA2E-479F-A2FF-3E5F06D11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1379"/>
                <a:ext cx="210" cy="80"/>
              </a:xfrm>
              <a:custGeom>
                <a:avLst/>
                <a:gdLst>
                  <a:gd name="T0" fmla="*/ 228 w 205"/>
                  <a:gd name="T1" fmla="*/ 67 h 79"/>
                  <a:gd name="T2" fmla="*/ 235 w 205"/>
                  <a:gd name="T3" fmla="*/ 78 h 79"/>
                  <a:gd name="T4" fmla="*/ 235 w 205"/>
                  <a:gd name="T5" fmla="*/ 78 h 79"/>
                  <a:gd name="T6" fmla="*/ 223 w 205"/>
                  <a:gd name="T7" fmla="*/ 84 h 79"/>
                  <a:gd name="T8" fmla="*/ 6 w 205"/>
                  <a:gd name="T9" fmla="*/ 29 h 79"/>
                  <a:gd name="T10" fmla="*/ 2 w 205"/>
                  <a:gd name="T11" fmla="*/ 13 h 79"/>
                  <a:gd name="T12" fmla="*/ 2 w 205"/>
                  <a:gd name="T13" fmla="*/ 13 h 79"/>
                  <a:gd name="T14" fmla="*/ 14 w 205"/>
                  <a:gd name="T15" fmla="*/ 1 h 79"/>
                  <a:gd name="T16" fmla="*/ 228 w 205"/>
                  <a:gd name="T17" fmla="*/ 67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79">
                    <a:moveTo>
                      <a:pt x="198" y="61"/>
                    </a:moveTo>
                    <a:cubicBezTo>
                      <a:pt x="202" y="63"/>
                      <a:pt x="205" y="67"/>
                      <a:pt x="204" y="72"/>
                    </a:cubicBezTo>
                    <a:cubicBezTo>
                      <a:pt x="204" y="72"/>
                      <a:pt x="204" y="72"/>
                      <a:pt x="204" y="72"/>
                    </a:cubicBezTo>
                    <a:cubicBezTo>
                      <a:pt x="202" y="77"/>
                      <a:pt x="198" y="79"/>
                      <a:pt x="193" y="7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2" y="27"/>
                      <a:pt x="0" y="20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5"/>
                      <a:pt x="10" y="0"/>
                      <a:pt x="14" y="1"/>
                    </a:cubicBezTo>
                    <a:lnTo>
                      <a:pt x="198" y="61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4" name="Freeform 1878">
                <a:extLst>
                  <a:ext uri="{FF2B5EF4-FFF2-40B4-BE49-F238E27FC236}">
                    <a16:creationId xmlns:a16="http://schemas.microsoft.com/office/drawing/2014/main" id="{91EE65F7-2437-413E-B0AD-10FDCA63C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403"/>
                <a:ext cx="185" cy="52"/>
              </a:xfrm>
              <a:custGeom>
                <a:avLst/>
                <a:gdLst>
                  <a:gd name="T0" fmla="*/ 0 w 182"/>
                  <a:gd name="T1" fmla="*/ 3 h 51"/>
                  <a:gd name="T2" fmla="*/ 200 w 182"/>
                  <a:gd name="T3" fmla="*/ 57 h 51"/>
                  <a:gd name="T4" fmla="*/ 0 w 182"/>
                  <a:gd name="T5" fmla="*/ 3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51">
                    <a:moveTo>
                      <a:pt x="0" y="3"/>
                    </a:moveTo>
                    <a:cubicBezTo>
                      <a:pt x="182" y="51"/>
                      <a:pt x="182" y="51"/>
                      <a:pt x="182" y="51"/>
                    </a:cubicBezTo>
                    <a:cubicBezTo>
                      <a:pt x="182" y="51"/>
                      <a:pt x="53" y="0"/>
                      <a:pt x="0" y="3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5" name="Freeform 1879">
                <a:extLst>
                  <a:ext uri="{FF2B5EF4-FFF2-40B4-BE49-F238E27FC236}">
                    <a16:creationId xmlns:a16="http://schemas.microsoft.com/office/drawing/2014/main" id="{EE6E67A4-7A9E-4ED3-805B-C2D1D68F6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382"/>
                <a:ext cx="16" cy="23"/>
              </a:xfrm>
              <a:custGeom>
                <a:avLst/>
                <a:gdLst>
                  <a:gd name="T0" fmla="*/ 0 w 15"/>
                  <a:gd name="T1" fmla="*/ 22 h 23"/>
                  <a:gd name="T2" fmla="*/ 6 w 15"/>
                  <a:gd name="T3" fmla="*/ 0 h 23"/>
                  <a:gd name="T4" fmla="*/ 18 w 15"/>
                  <a:gd name="T5" fmla="*/ 14 h 23"/>
                  <a:gd name="T6" fmla="*/ 1 w 15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0" y="22"/>
                    </a:moveTo>
                    <a:cubicBezTo>
                      <a:pt x="11" y="23"/>
                      <a:pt x="9" y="6"/>
                      <a:pt x="6" y="0"/>
                    </a:cubicBezTo>
                    <a:cubicBezTo>
                      <a:pt x="12" y="4"/>
                      <a:pt x="15" y="7"/>
                      <a:pt x="12" y="14"/>
                    </a:cubicBezTo>
                    <a:cubicBezTo>
                      <a:pt x="10" y="19"/>
                      <a:pt x="6" y="23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6" name="Freeform 1880">
                <a:extLst>
                  <a:ext uri="{FF2B5EF4-FFF2-40B4-BE49-F238E27FC236}">
                    <a16:creationId xmlns:a16="http://schemas.microsoft.com/office/drawing/2014/main" id="{CDB17353-DE3F-485F-9738-B0D52F1D9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384"/>
                <a:ext cx="180" cy="57"/>
              </a:xfrm>
              <a:custGeom>
                <a:avLst/>
                <a:gdLst>
                  <a:gd name="T0" fmla="*/ 0 w 177"/>
                  <a:gd name="T1" fmla="*/ 0 h 56"/>
                  <a:gd name="T2" fmla="*/ 195 w 177"/>
                  <a:gd name="T3" fmla="*/ 62 h 56"/>
                  <a:gd name="T4" fmla="*/ 0 w 177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56">
                    <a:moveTo>
                      <a:pt x="0" y="0"/>
                    </a:moveTo>
                    <a:cubicBezTo>
                      <a:pt x="177" y="56"/>
                      <a:pt x="177" y="56"/>
                      <a:pt x="177" y="56"/>
                    </a:cubicBezTo>
                    <a:cubicBezTo>
                      <a:pt x="177" y="56"/>
                      <a:pt x="7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7" name="Freeform 1881">
                <a:extLst>
                  <a:ext uri="{FF2B5EF4-FFF2-40B4-BE49-F238E27FC236}">
                    <a16:creationId xmlns:a16="http://schemas.microsoft.com/office/drawing/2014/main" id="{9683F9F3-E924-4B21-B043-396721991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379"/>
                <a:ext cx="211" cy="81"/>
              </a:xfrm>
              <a:custGeom>
                <a:avLst/>
                <a:gdLst>
                  <a:gd name="T0" fmla="*/ 228 w 206"/>
                  <a:gd name="T1" fmla="*/ 67 h 80"/>
                  <a:gd name="T2" fmla="*/ 235 w 206"/>
                  <a:gd name="T3" fmla="*/ 78 h 80"/>
                  <a:gd name="T4" fmla="*/ 235 w 206"/>
                  <a:gd name="T5" fmla="*/ 78 h 80"/>
                  <a:gd name="T6" fmla="*/ 224 w 206"/>
                  <a:gd name="T7" fmla="*/ 84 h 80"/>
                  <a:gd name="T8" fmla="*/ 7 w 206"/>
                  <a:gd name="T9" fmla="*/ 29 h 80"/>
                  <a:gd name="T10" fmla="*/ 3 w 206"/>
                  <a:gd name="T11" fmla="*/ 13 h 80"/>
                  <a:gd name="T12" fmla="*/ 3 w 206"/>
                  <a:gd name="T13" fmla="*/ 13 h 80"/>
                  <a:gd name="T14" fmla="*/ 15 w 206"/>
                  <a:gd name="T15" fmla="*/ 2 h 80"/>
                  <a:gd name="T16" fmla="*/ 228 w 206"/>
                  <a:gd name="T17" fmla="*/ 67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80">
                    <a:moveTo>
                      <a:pt x="198" y="61"/>
                    </a:moveTo>
                    <a:cubicBezTo>
                      <a:pt x="203" y="63"/>
                      <a:pt x="206" y="68"/>
                      <a:pt x="204" y="72"/>
                    </a:cubicBezTo>
                    <a:cubicBezTo>
                      <a:pt x="204" y="72"/>
                      <a:pt x="204" y="72"/>
                      <a:pt x="204" y="72"/>
                    </a:cubicBezTo>
                    <a:cubicBezTo>
                      <a:pt x="203" y="77"/>
                      <a:pt x="198" y="80"/>
                      <a:pt x="194" y="78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2" y="27"/>
                      <a:pt x="0" y="20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5" y="5"/>
                      <a:pt x="10" y="0"/>
                      <a:pt x="15" y="2"/>
                    </a:cubicBezTo>
                    <a:lnTo>
                      <a:pt x="198" y="6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8" name="Freeform 1882">
                <a:extLst>
                  <a:ext uri="{FF2B5EF4-FFF2-40B4-BE49-F238E27FC236}">
                    <a16:creationId xmlns:a16="http://schemas.microsoft.com/office/drawing/2014/main" id="{32CECE89-3CB0-4E53-9DDA-30EADA4F3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808"/>
                <a:ext cx="211" cy="76"/>
              </a:xfrm>
              <a:custGeom>
                <a:avLst/>
                <a:gdLst>
                  <a:gd name="T0" fmla="*/ 219 w 207"/>
                  <a:gd name="T1" fmla="*/ 2 h 75"/>
                  <a:gd name="T2" fmla="*/ 229 w 207"/>
                  <a:gd name="T3" fmla="*/ 8 h 75"/>
                  <a:gd name="T4" fmla="*/ 229 w 207"/>
                  <a:gd name="T5" fmla="*/ 8 h 75"/>
                  <a:gd name="T6" fmla="*/ 223 w 207"/>
                  <a:gd name="T7" fmla="*/ 19 h 75"/>
                  <a:gd name="T8" fmla="*/ 14 w 207"/>
                  <a:gd name="T9" fmla="*/ 80 h 75"/>
                  <a:gd name="T10" fmla="*/ 2 w 207"/>
                  <a:gd name="T11" fmla="*/ 68 h 75"/>
                  <a:gd name="T12" fmla="*/ 2 w 207"/>
                  <a:gd name="T13" fmla="*/ 68 h 75"/>
                  <a:gd name="T14" fmla="*/ 7 w 207"/>
                  <a:gd name="T15" fmla="*/ 52 h 75"/>
                  <a:gd name="T16" fmla="*/ 219 w 207"/>
                  <a:gd name="T17" fmla="*/ 2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5">
                    <a:moveTo>
                      <a:pt x="195" y="2"/>
                    </a:moveTo>
                    <a:cubicBezTo>
                      <a:pt x="199" y="0"/>
                      <a:pt x="204" y="3"/>
                      <a:pt x="205" y="8"/>
                    </a:cubicBezTo>
                    <a:cubicBezTo>
                      <a:pt x="205" y="8"/>
                      <a:pt x="205" y="8"/>
                      <a:pt x="205" y="8"/>
                    </a:cubicBezTo>
                    <a:cubicBezTo>
                      <a:pt x="207" y="13"/>
                      <a:pt x="204" y="17"/>
                      <a:pt x="199" y="19"/>
                    </a:cubicBezTo>
                    <a:cubicBezTo>
                      <a:pt x="14" y="74"/>
                      <a:pt x="14" y="74"/>
                      <a:pt x="14" y="74"/>
                    </a:cubicBezTo>
                    <a:cubicBezTo>
                      <a:pt x="10" y="75"/>
                      <a:pt x="4" y="70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5"/>
                      <a:pt x="2" y="48"/>
                      <a:pt x="7" y="46"/>
                    </a:cubicBezTo>
                    <a:lnTo>
                      <a:pt x="195" y="2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9" name="Freeform 1883">
                <a:extLst>
                  <a:ext uri="{FF2B5EF4-FFF2-40B4-BE49-F238E27FC236}">
                    <a16:creationId xmlns:a16="http://schemas.microsoft.com/office/drawing/2014/main" id="{4D7051A7-97C8-4DA1-86D0-B43A485E4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1824"/>
                <a:ext cx="183" cy="55"/>
              </a:xfrm>
              <a:custGeom>
                <a:avLst/>
                <a:gdLst>
                  <a:gd name="T0" fmla="*/ 0 w 179"/>
                  <a:gd name="T1" fmla="*/ 60 h 54"/>
                  <a:gd name="T2" fmla="*/ 203 w 179"/>
                  <a:gd name="T3" fmla="*/ 0 h 54"/>
                  <a:gd name="T4" fmla="*/ 0 w 179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54">
                    <a:moveTo>
                      <a:pt x="0" y="54"/>
                    </a:moveTo>
                    <a:cubicBezTo>
                      <a:pt x="179" y="0"/>
                      <a:pt x="179" y="0"/>
                      <a:pt x="179" y="0"/>
                    </a:cubicBezTo>
                    <a:cubicBezTo>
                      <a:pt x="179" y="0"/>
                      <a:pt x="43" y="24"/>
                      <a:pt x="0" y="54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0" name="Freeform 1884">
                <a:extLst>
                  <a:ext uri="{FF2B5EF4-FFF2-40B4-BE49-F238E27FC236}">
                    <a16:creationId xmlns:a16="http://schemas.microsoft.com/office/drawing/2014/main" id="{B53E8DA5-E4E9-4EBB-A388-D38893236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859"/>
                <a:ext cx="16" cy="22"/>
              </a:xfrm>
              <a:custGeom>
                <a:avLst/>
                <a:gdLst>
                  <a:gd name="T0" fmla="*/ 6 w 16"/>
                  <a:gd name="T1" fmla="*/ 22 h 22"/>
                  <a:gd name="T2" fmla="*/ 0 w 16"/>
                  <a:gd name="T3" fmla="*/ 0 h 22"/>
                  <a:gd name="T4" fmla="*/ 13 w 16"/>
                  <a:gd name="T5" fmla="*/ 9 h 22"/>
                  <a:gd name="T6" fmla="*/ 7 w 16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6" y="22"/>
                    </a:moveTo>
                    <a:cubicBezTo>
                      <a:pt x="16" y="17"/>
                      <a:pt x="5" y="3"/>
                      <a:pt x="0" y="0"/>
                    </a:cubicBezTo>
                    <a:cubicBezTo>
                      <a:pt x="7" y="0"/>
                      <a:pt x="11" y="2"/>
                      <a:pt x="13" y="9"/>
                    </a:cubicBezTo>
                    <a:cubicBezTo>
                      <a:pt x="14" y="14"/>
                      <a:pt x="12" y="20"/>
                      <a:pt x="7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1" name="Freeform 1885">
                <a:extLst>
                  <a:ext uri="{FF2B5EF4-FFF2-40B4-BE49-F238E27FC236}">
                    <a16:creationId xmlns:a16="http://schemas.microsoft.com/office/drawing/2014/main" id="{B49F6C5D-2CD8-4F93-81CD-3F4B0312A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810"/>
                <a:ext cx="184" cy="48"/>
              </a:xfrm>
              <a:custGeom>
                <a:avLst/>
                <a:gdLst>
                  <a:gd name="T0" fmla="*/ 0 w 180"/>
                  <a:gd name="T1" fmla="*/ 50 h 47"/>
                  <a:gd name="T2" fmla="*/ 204 w 180"/>
                  <a:gd name="T3" fmla="*/ 0 h 47"/>
                  <a:gd name="T4" fmla="*/ 0 w 180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47">
                    <a:moveTo>
                      <a:pt x="0" y="44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9" y="47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2" name="Freeform 1886">
                <a:extLst>
                  <a:ext uri="{FF2B5EF4-FFF2-40B4-BE49-F238E27FC236}">
                    <a16:creationId xmlns:a16="http://schemas.microsoft.com/office/drawing/2014/main" id="{12F8DC81-FB88-4288-99DE-149FA1427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809"/>
                <a:ext cx="210" cy="75"/>
              </a:xfrm>
              <a:custGeom>
                <a:avLst/>
                <a:gdLst>
                  <a:gd name="T0" fmla="*/ 218 w 206"/>
                  <a:gd name="T1" fmla="*/ 1 h 74"/>
                  <a:gd name="T2" fmla="*/ 229 w 206"/>
                  <a:gd name="T3" fmla="*/ 7 h 74"/>
                  <a:gd name="T4" fmla="*/ 229 w 206"/>
                  <a:gd name="T5" fmla="*/ 7 h 74"/>
                  <a:gd name="T6" fmla="*/ 223 w 206"/>
                  <a:gd name="T7" fmla="*/ 18 h 74"/>
                  <a:gd name="T8" fmla="*/ 14 w 206"/>
                  <a:gd name="T9" fmla="*/ 79 h 74"/>
                  <a:gd name="T10" fmla="*/ 2 w 206"/>
                  <a:gd name="T11" fmla="*/ 68 h 74"/>
                  <a:gd name="T12" fmla="*/ 2 w 206"/>
                  <a:gd name="T13" fmla="*/ 68 h 74"/>
                  <a:gd name="T14" fmla="*/ 7 w 206"/>
                  <a:gd name="T15" fmla="*/ 52 h 74"/>
                  <a:gd name="T16" fmla="*/ 218 w 206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4">
                    <a:moveTo>
                      <a:pt x="194" y="1"/>
                    </a:moveTo>
                    <a:cubicBezTo>
                      <a:pt x="199" y="0"/>
                      <a:pt x="204" y="3"/>
                      <a:pt x="205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6" y="12"/>
                      <a:pt x="204" y="17"/>
                      <a:pt x="199" y="18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9" y="74"/>
                      <a:pt x="4" y="69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4"/>
                      <a:pt x="2" y="47"/>
                      <a:pt x="7" y="46"/>
                    </a:cubicBezTo>
                    <a:lnTo>
                      <a:pt x="194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3" name="Freeform 1887">
                <a:extLst>
                  <a:ext uri="{FF2B5EF4-FFF2-40B4-BE49-F238E27FC236}">
                    <a16:creationId xmlns:a16="http://schemas.microsoft.com/office/drawing/2014/main" id="{7ED141B0-7760-4D98-942A-0F3C58073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983"/>
                <a:ext cx="147" cy="177"/>
              </a:xfrm>
              <a:custGeom>
                <a:avLst/>
                <a:gdLst>
                  <a:gd name="T0" fmla="*/ 3 w 144"/>
                  <a:gd name="T1" fmla="*/ 182 h 173"/>
                  <a:gd name="T2" fmla="*/ 5 w 144"/>
                  <a:gd name="T3" fmla="*/ 194 h 173"/>
                  <a:gd name="T4" fmla="*/ 5 w 144"/>
                  <a:gd name="T5" fmla="*/ 194 h 173"/>
                  <a:gd name="T6" fmla="*/ 17 w 144"/>
                  <a:gd name="T7" fmla="*/ 193 h 173"/>
                  <a:gd name="T8" fmla="*/ 159 w 144"/>
                  <a:gd name="T9" fmla="*/ 21 h 173"/>
                  <a:gd name="T10" fmla="*/ 154 w 144"/>
                  <a:gd name="T11" fmla="*/ 6 h 173"/>
                  <a:gd name="T12" fmla="*/ 154 w 144"/>
                  <a:gd name="T13" fmla="*/ 6 h 173"/>
                  <a:gd name="T14" fmla="*/ 136 w 144"/>
                  <a:gd name="T15" fmla="*/ 4 h 173"/>
                  <a:gd name="T16" fmla="*/ 3 w 144"/>
                  <a:gd name="T17" fmla="*/ 182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3" y="158"/>
                    </a:moveTo>
                    <a:cubicBezTo>
                      <a:pt x="0" y="162"/>
                      <a:pt x="1" y="167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8" y="173"/>
                      <a:pt x="14" y="173"/>
                      <a:pt x="17" y="169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4" y="18"/>
                      <a:pt x="142" y="11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0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4" name="Freeform 1888">
                <a:extLst>
                  <a:ext uri="{FF2B5EF4-FFF2-40B4-BE49-F238E27FC236}">
                    <a16:creationId xmlns:a16="http://schemas.microsoft.com/office/drawing/2014/main" id="{F7380EC6-0D1D-4A3D-9290-77E731EEC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007"/>
                <a:ext cx="125" cy="146"/>
              </a:xfrm>
              <a:custGeom>
                <a:avLst/>
                <a:gdLst>
                  <a:gd name="T0" fmla="*/ 140 w 122"/>
                  <a:gd name="T1" fmla="*/ 0 h 143"/>
                  <a:gd name="T2" fmla="*/ 0 w 122"/>
                  <a:gd name="T3" fmla="*/ 161 h 143"/>
                  <a:gd name="T4" fmla="*/ 140 w 122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43">
                    <a:moveTo>
                      <a:pt x="122" y="0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77" y="28"/>
                      <a:pt x="122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5" name="Freeform 1889">
                <a:extLst>
                  <a:ext uri="{FF2B5EF4-FFF2-40B4-BE49-F238E27FC236}">
                    <a16:creationId xmlns:a16="http://schemas.microsoft.com/office/drawing/2014/main" id="{B87582D5-EA2E-4C7E-95FA-86D768820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987"/>
                <a:ext cx="20" cy="21"/>
              </a:xfrm>
              <a:custGeom>
                <a:avLst/>
                <a:gdLst>
                  <a:gd name="T0" fmla="*/ 20 w 20"/>
                  <a:gd name="T1" fmla="*/ 14 h 21"/>
                  <a:gd name="T2" fmla="*/ 2 w 20"/>
                  <a:gd name="T3" fmla="*/ 0 h 21"/>
                  <a:gd name="T4" fmla="*/ 6 w 20"/>
                  <a:gd name="T5" fmla="*/ 15 h 21"/>
                  <a:gd name="T6" fmla="*/ 20 w 20"/>
                  <a:gd name="T7" fmla="*/ 1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20" y="14"/>
                    </a:moveTo>
                    <a:cubicBezTo>
                      <a:pt x="12" y="21"/>
                      <a:pt x="4" y="6"/>
                      <a:pt x="2" y="0"/>
                    </a:cubicBezTo>
                    <a:cubicBezTo>
                      <a:pt x="0" y="6"/>
                      <a:pt x="0" y="11"/>
                      <a:pt x="6" y="15"/>
                    </a:cubicBezTo>
                    <a:cubicBezTo>
                      <a:pt x="10" y="18"/>
                      <a:pt x="16" y="19"/>
                      <a:pt x="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6" name="Freeform 1890">
                <a:extLst>
                  <a:ext uri="{FF2B5EF4-FFF2-40B4-BE49-F238E27FC236}">
                    <a16:creationId xmlns:a16="http://schemas.microsoft.com/office/drawing/2014/main" id="{6BE9507C-BF9B-41B6-B100-603C0935B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995"/>
                <a:ext cx="115" cy="150"/>
              </a:xfrm>
              <a:custGeom>
                <a:avLst/>
                <a:gdLst>
                  <a:gd name="T0" fmla="*/ 125 w 113"/>
                  <a:gd name="T1" fmla="*/ 0 h 147"/>
                  <a:gd name="T2" fmla="*/ 0 w 113"/>
                  <a:gd name="T3" fmla="*/ 165 h 147"/>
                  <a:gd name="T4" fmla="*/ 125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113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112" y="9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7" name="Freeform 1891">
                <a:extLst>
                  <a:ext uri="{FF2B5EF4-FFF2-40B4-BE49-F238E27FC236}">
                    <a16:creationId xmlns:a16="http://schemas.microsoft.com/office/drawing/2014/main" id="{4FC79B8C-7369-4B0E-9DB0-F3F266FA0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983"/>
                <a:ext cx="147" cy="177"/>
              </a:xfrm>
              <a:custGeom>
                <a:avLst/>
                <a:gdLst>
                  <a:gd name="T0" fmla="*/ 3 w 144"/>
                  <a:gd name="T1" fmla="*/ 182 h 173"/>
                  <a:gd name="T2" fmla="*/ 4 w 144"/>
                  <a:gd name="T3" fmla="*/ 194 h 173"/>
                  <a:gd name="T4" fmla="*/ 4 w 144"/>
                  <a:gd name="T5" fmla="*/ 194 h 173"/>
                  <a:gd name="T6" fmla="*/ 16 w 144"/>
                  <a:gd name="T7" fmla="*/ 193 h 173"/>
                  <a:gd name="T8" fmla="*/ 159 w 144"/>
                  <a:gd name="T9" fmla="*/ 21 h 173"/>
                  <a:gd name="T10" fmla="*/ 153 w 144"/>
                  <a:gd name="T11" fmla="*/ 6 h 173"/>
                  <a:gd name="T12" fmla="*/ 153 w 144"/>
                  <a:gd name="T13" fmla="*/ 6 h 173"/>
                  <a:gd name="T14" fmla="*/ 136 w 144"/>
                  <a:gd name="T15" fmla="*/ 4 h 173"/>
                  <a:gd name="T16" fmla="*/ 3 w 144"/>
                  <a:gd name="T17" fmla="*/ 182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3" y="158"/>
                    </a:moveTo>
                    <a:cubicBezTo>
                      <a:pt x="0" y="162"/>
                      <a:pt x="0" y="167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8" y="173"/>
                      <a:pt x="13" y="173"/>
                      <a:pt x="16" y="169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4" y="18"/>
                      <a:pt x="141" y="11"/>
                      <a:pt x="135" y="6"/>
                    </a:cubicBezTo>
                    <a:cubicBezTo>
                      <a:pt x="135" y="6"/>
                      <a:pt x="135" y="6"/>
                      <a:pt x="135" y="6"/>
                    </a:cubicBezTo>
                    <a:cubicBezTo>
                      <a:pt x="129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8" name="Freeform 1892">
                <a:extLst>
                  <a:ext uri="{FF2B5EF4-FFF2-40B4-BE49-F238E27FC236}">
                    <a16:creationId xmlns:a16="http://schemas.microsoft.com/office/drawing/2014/main" id="{63E083E0-451A-4A65-8A42-AAA6288B3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309"/>
                <a:ext cx="205" cy="98"/>
              </a:xfrm>
              <a:custGeom>
                <a:avLst/>
                <a:gdLst>
                  <a:gd name="T0" fmla="*/ 7 w 201"/>
                  <a:gd name="T1" fmla="*/ 90 h 96"/>
                  <a:gd name="T2" fmla="*/ 2 w 201"/>
                  <a:gd name="T3" fmla="*/ 101 h 96"/>
                  <a:gd name="T4" fmla="*/ 2 w 201"/>
                  <a:gd name="T5" fmla="*/ 101 h 96"/>
                  <a:gd name="T6" fmla="*/ 14 w 201"/>
                  <a:gd name="T7" fmla="*/ 106 h 96"/>
                  <a:gd name="T8" fmla="*/ 219 w 201"/>
                  <a:gd name="T9" fmla="*/ 34 h 96"/>
                  <a:gd name="T10" fmla="*/ 222 w 201"/>
                  <a:gd name="T11" fmla="*/ 12 h 96"/>
                  <a:gd name="T12" fmla="*/ 222 w 201"/>
                  <a:gd name="T13" fmla="*/ 12 h 96"/>
                  <a:gd name="T14" fmla="*/ 209 w 201"/>
                  <a:gd name="T15" fmla="*/ 2 h 96"/>
                  <a:gd name="T16" fmla="*/ 7 w 201"/>
                  <a:gd name="T17" fmla="*/ 90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1" h="96">
                    <a:moveTo>
                      <a:pt x="7" y="78"/>
                    </a:moveTo>
                    <a:cubicBezTo>
                      <a:pt x="3" y="79"/>
                      <a:pt x="0" y="85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4" y="94"/>
                      <a:pt x="9" y="96"/>
                      <a:pt x="14" y="94"/>
                    </a:cubicBezTo>
                    <a:cubicBezTo>
                      <a:pt x="195" y="28"/>
                      <a:pt x="195" y="28"/>
                      <a:pt x="195" y="28"/>
                    </a:cubicBezTo>
                    <a:cubicBezTo>
                      <a:pt x="199" y="26"/>
                      <a:pt x="201" y="19"/>
                      <a:pt x="198" y="12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5" y="4"/>
                      <a:pt x="189" y="0"/>
                      <a:pt x="185" y="2"/>
                    </a:cubicBezTo>
                    <a:lnTo>
                      <a:pt x="7" y="78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9" name="Freeform 1893">
                <a:extLst>
                  <a:ext uri="{FF2B5EF4-FFF2-40B4-BE49-F238E27FC236}">
                    <a16:creationId xmlns:a16="http://schemas.microsoft.com/office/drawing/2014/main" id="{0B1526BB-5321-46A5-BE43-C82A678CB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337"/>
                <a:ext cx="181" cy="65"/>
              </a:xfrm>
              <a:custGeom>
                <a:avLst/>
                <a:gdLst>
                  <a:gd name="T0" fmla="*/ 201 w 177"/>
                  <a:gd name="T1" fmla="*/ 0 h 64"/>
                  <a:gd name="T2" fmla="*/ 0 w 177"/>
                  <a:gd name="T3" fmla="*/ 70 h 64"/>
                  <a:gd name="T4" fmla="*/ 201 w 177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64">
                    <a:moveTo>
                      <a:pt x="177" y="0"/>
                    </a:moveTo>
                    <a:cubicBezTo>
                      <a:pt x="0" y="64"/>
                      <a:pt x="0" y="64"/>
                      <a:pt x="0" y="64"/>
                    </a:cubicBezTo>
                    <a:cubicBezTo>
                      <a:pt x="0" y="64"/>
                      <a:pt x="124" y="2"/>
                      <a:pt x="177" y="0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0" name="Freeform 1894">
                <a:extLst>
                  <a:ext uri="{FF2B5EF4-FFF2-40B4-BE49-F238E27FC236}">
                    <a16:creationId xmlns:a16="http://schemas.microsoft.com/office/drawing/2014/main" id="{42CBA9E4-CC32-4042-8058-4CC7FA8F2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312"/>
                <a:ext cx="17" cy="24"/>
              </a:xfrm>
              <a:custGeom>
                <a:avLst/>
                <a:gdLst>
                  <a:gd name="T0" fmla="*/ 22 w 16"/>
                  <a:gd name="T1" fmla="*/ 27 h 23"/>
                  <a:gd name="T2" fmla="*/ 14 w 16"/>
                  <a:gd name="T3" fmla="*/ 0 h 23"/>
                  <a:gd name="T4" fmla="*/ 3 w 16"/>
                  <a:gd name="T5" fmla="*/ 21 h 23"/>
                  <a:gd name="T6" fmla="*/ 21 w 16"/>
                  <a:gd name="T7" fmla="*/ 2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16" y="21"/>
                    </a:moveTo>
                    <a:cubicBezTo>
                      <a:pt x="5" y="23"/>
                      <a:pt x="6" y="6"/>
                      <a:pt x="8" y="0"/>
                    </a:cubicBezTo>
                    <a:cubicBezTo>
                      <a:pt x="3" y="4"/>
                      <a:pt x="0" y="8"/>
                      <a:pt x="3" y="15"/>
                    </a:cubicBezTo>
                    <a:cubicBezTo>
                      <a:pt x="5" y="19"/>
                      <a:pt x="10" y="23"/>
                      <a:pt x="15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1" name="Freeform 1895">
                <a:extLst>
                  <a:ext uri="{FF2B5EF4-FFF2-40B4-BE49-F238E27FC236}">
                    <a16:creationId xmlns:a16="http://schemas.microsoft.com/office/drawing/2014/main" id="{0100F626-E856-43FB-BED7-412D21DB1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1315"/>
                <a:ext cx="174" cy="74"/>
              </a:xfrm>
              <a:custGeom>
                <a:avLst/>
                <a:gdLst>
                  <a:gd name="T0" fmla="*/ 189 w 171"/>
                  <a:gd name="T1" fmla="*/ 0 h 72"/>
                  <a:gd name="T2" fmla="*/ 0 w 171"/>
                  <a:gd name="T3" fmla="*/ 84 h 72"/>
                  <a:gd name="T4" fmla="*/ 189 w 171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1" h="72">
                    <a:moveTo>
                      <a:pt x="171" y="0"/>
                    </a:move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165" y="8"/>
                      <a:pt x="1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2" name="Freeform 1896">
                <a:extLst>
                  <a:ext uri="{FF2B5EF4-FFF2-40B4-BE49-F238E27FC236}">
                    <a16:creationId xmlns:a16="http://schemas.microsoft.com/office/drawing/2014/main" id="{F12B39FB-6F91-4787-8096-55B459976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1309"/>
                <a:ext cx="204" cy="98"/>
              </a:xfrm>
              <a:custGeom>
                <a:avLst/>
                <a:gdLst>
                  <a:gd name="T0" fmla="*/ 7 w 200"/>
                  <a:gd name="T1" fmla="*/ 90 h 96"/>
                  <a:gd name="T2" fmla="*/ 2 w 200"/>
                  <a:gd name="T3" fmla="*/ 101 h 96"/>
                  <a:gd name="T4" fmla="*/ 2 w 200"/>
                  <a:gd name="T5" fmla="*/ 101 h 96"/>
                  <a:gd name="T6" fmla="*/ 13 w 200"/>
                  <a:gd name="T7" fmla="*/ 106 h 96"/>
                  <a:gd name="T8" fmla="*/ 218 w 200"/>
                  <a:gd name="T9" fmla="*/ 34 h 96"/>
                  <a:gd name="T10" fmla="*/ 221 w 200"/>
                  <a:gd name="T11" fmla="*/ 12 h 96"/>
                  <a:gd name="T12" fmla="*/ 221 w 200"/>
                  <a:gd name="T13" fmla="*/ 12 h 96"/>
                  <a:gd name="T14" fmla="*/ 208 w 200"/>
                  <a:gd name="T15" fmla="*/ 2 h 96"/>
                  <a:gd name="T16" fmla="*/ 7 w 200"/>
                  <a:gd name="T17" fmla="*/ 90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96">
                    <a:moveTo>
                      <a:pt x="7" y="78"/>
                    </a:moveTo>
                    <a:cubicBezTo>
                      <a:pt x="2" y="80"/>
                      <a:pt x="0" y="85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3" y="94"/>
                      <a:pt x="8" y="96"/>
                      <a:pt x="13" y="94"/>
                    </a:cubicBezTo>
                    <a:cubicBezTo>
                      <a:pt x="194" y="28"/>
                      <a:pt x="194" y="28"/>
                      <a:pt x="194" y="28"/>
                    </a:cubicBezTo>
                    <a:cubicBezTo>
                      <a:pt x="199" y="26"/>
                      <a:pt x="200" y="19"/>
                      <a:pt x="197" y="12"/>
                    </a:cubicBezTo>
                    <a:cubicBezTo>
                      <a:pt x="197" y="12"/>
                      <a:pt x="197" y="12"/>
                      <a:pt x="197" y="12"/>
                    </a:cubicBezTo>
                    <a:cubicBezTo>
                      <a:pt x="194" y="5"/>
                      <a:pt x="188" y="0"/>
                      <a:pt x="184" y="2"/>
                    </a:cubicBezTo>
                    <a:lnTo>
                      <a:pt x="7" y="7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3" name="Freeform 1897">
                <a:extLst>
                  <a:ext uri="{FF2B5EF4-FFF2-40B4-BE49-F238E27FC236}">
                    <a16:creationId xmlns:a16="http://schemas.microsoft.com/office/drawing/2014/main" id="{A1320B2D-95C1-4BDC-9FD2-EE7EC621A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764"/>
                <a:ext cx="215" cy="42"/>
              </a:xfrm>
              <a:custGeom>
                <a:avLst/>
                <a:gdLst>
                  <a:gd name="T0" fmla="*/ 10 w 210"/>
                  <a:gd name="T1" fmla="*/ 0 h 41"/>
                  <a:gd name="T2" fmla="*/ 0 w 210"/>
                  <a:gd name="T3" fmla="*/ 8 h 41"/>
                  <a:gd name="T4" fmla="*/ 0 w 210"/>
                  <a:gd name="T5" fmla="*/ 8 h 41"/>
                  <a:gd name="T6" fmla="*/ 8 w 210"/>
                  <a:gd name="T7" fmla="*/ 18 h 41"/>
                  <a:gd name="T8" fmla="*/ 230 w 210"/>
                  <a:gd name="T9" fmla="*/ 46 h 41"/>
                  <a:gd name="T10" fmla="*/ 241 w 210"/>
                  <a:gd name="T11" fmla="*/ 33 h 41"/>
                  <a:gd name="T12" fmla="*/ 241 w 210"/>
                  <a:gd name="T13" fmla="*/ 33 h 41"/>
                  <a:gd name="T14" fmla="*/ 232 w 210"/>
                  <a:gd name="T15" fmla="*/ 12 h 41"/>
                  <a:gd name="T16" fmla="*/ 10 w 210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41">
                    <a:moveTo>
                      <a:pt x="10" y="0"/>
                    </a:moveTo>
                    <a:cubicBezTo>
                      <a:pt x="5" y="0"/>
                      <a:pt x="1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3"/>
                      <a:pt x="3" y="17"/>
                      <a:pt x="8" y="18"/>
                    </a:cubicBezTo>
                    <a:cubicBezTo>
                      <a:pt x="200" y="40"/>
                      <a:pt x="200" y="40"/>
                      <a:pt x="200" y="40"/>
                    </a:cubicBezTo>
                    <a:cubicBezTo>
                      <a:pt x="204" y="41"/>
                      <a:pt x="209" y="35"/>
                      <a:pt x="210" y="27"/>
                    </a:cubicBezTo>
                    <a:cubicBezTo>
                      <a:pt x="210" y="27"/>
                      <a:pt x="210" y="27"/>
                      <a:pt x="210" y="27"/>
                    </a:cubicBezTo>
                    <a:cubicBezTo>
                      <a:pt x="210" y="20"/>
                      <a:pt x="207" y="13"/>
                      <a:pt x="202" y="12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4" name="Freeform 1898">
                <a:extLst>
                  <a:ext uri="{FF2B5EF4-FFF2-40B4-BE49-F238E27FC236}">
                    <a16:creationId xmlns:a16="http://schemas.microsoft.com/office/drawing/2014/main" id="{4DF0A1C8-47A7-4F73-9EC7-CE2677FB9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779"/>
                <a:ext cx="191" cy="23"/>
              </a:xfrm>
              <a:custGeom>
                <a:avLst/>
                <a:gdLst>
                  <a:gd name="T0" fmla="*/ 211 w 187"/>
                  <a:gd name="T1" fmla="*/ 28 h 22"/>
                  <a:gd name="T2" fmla="*/ 0 w 187"/>
                  <a:gd name="T3" fmla="*/ 0 h 22"/>
                  <a:gd name="T4" fmla="*/ 211 w 187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7" h="22">
                    <a:moveTo>
                      <a:pt x="187" y="2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9" y="0"/>
                      <a:pt x="187" y="22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5" name="Freeform 1899">
                <a:extLst>
                  <a:ext uri="{FF2B5EF4-FFF2-40B4-BE49-F238E27FC236}">
                    <a16:creationId xmlns:a16="http://schemas.microsoft.com/office/drawing/2014/main" id="{7D1DD2BA-718E-413E-826B-B4FF8CAE9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779"/>
                <a:ext cx="13" cy="24"/>
              </a:xfrm>
              <a:custGeom>
                <a:avLst/>
                <a:gdLst>
                  <a:gd name="T0" fmla="*/ 11 w 13"/>
                  <a:gd name="T1" fmla="*/ 29 h 23"/>
                  <a:gd name="T2" fmla="*/ 13 w 13"/>
                  <a:gd name="T3" fmla="*/ 0 h 23"/>
                  <a:gd name="T4" fmla="*/ 3 w 13"/>
                  <a:gd name="T5" fmla="*/ 11 h 23"/>
                  <a:gd name="T6" fmla="*/ 10 w 13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11" y="23"/>
                    </a:moveTo>
                    <a:cubicBezTo>
                      <a:pt x="0" y="20"/>
                      <a:pt x="9" y="5"/>
                      <a:pt x="13" y="0"/>
                    </a:cubicBezTo>
                    <a:cubicBezTo>
                      <a:pt x="7" y="2"/>
                      <a:pt x="3" y="4"/>
                      <a:pt x="3" y="11"/>
                    </a:cubicBezTo>
                    <a:cubicBezTo>
                      <a:pt x="3" y="17"/>
                      <a:pt x="5" y="22"/>
                      <a:pt x="1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6" name="Freeform 1900">
                <a:extLst>
                  <a:ext uri="{FF2B5EF4-FFF2-40B4-BE49-F238E27FC236}">
                    <a16:creationId xmlns:a16="http://schemas.microsoft.com/office/drawing/2014/main" id="{2702A66F-5295-44D3-B161-D337CFBEC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764"/>
                <a:ext cx="188" cy="18"/>
              </a:xfrm>
              <a:custGeom>
                <a:avLst/>
                <a:gdLst>
                  <a:gd name="T0" fmla="*/ 208 w 184"/>
                  <a:gd name="T1" fmla="*/ 14 h 18"/>
                  <a:gd name="T2" fmla="*/ 0 w 184"/>
                  <a:gd name="T3" fmla="*/ 0 h 18"/>
                  <a:gd name="T4" fmla="*/ 208 w 184"/>
                  <a:gd name="T5" fmla="*/ 1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18">
                    <a:moveTo>
                      <a:pt x="184" y="1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76" y="18"/>
                      <a:pt x="18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7" name="Freeform 1901">
                <a:extLst>
                  <a:ext uri="{FF2B5EF4-FFF2-40B4-BE49-F238E27FC236}">
                    <a16:creationId xmlns:a16="http://schemas.microsoft.com/office/drawing/2014/main" id="{79410E9A-84C2-4031-94D8-090A97238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764"/>
                <a:ext cx="216" cy="42"/>
              </a:xfrm>
              <a:custGeom>
                <a:avLst/>
                <a:gdLst>
                  <a:gd name="T0" fmla="*/ 10 w 211"/>
                  <a:gd name="T1" fmla="*/ 1 h 41"/>
                  <a:gd name="T2" fmla="*/ 0 w 211"/>
                  <a:gd name="T3" fmla="*/ 9 h 41"/>
                  <a:gd name="T4" fmla="*/ 0 w 211"/>
                  <a:gd name="T5" fmla="*/ 9 h 41"/>
                  <a:gd name="T6" fmla="*/ 8 w 211"/>
                  <a:gd name="T7" fmla="*/ 18 h 41"/>
                  <a:gd name="T8" fmla="*/ 230 w 211"/>
                  <a:gd name="T9" fmla="*/ 47 h 41"/>
                  <a:gd name="T10" fmla="*/ 241 w 211"/>
                  <a:gd name="T11" fmla="*/ 34 h 41"/>
                  <a:gd name="T12" fmla="*/ 241 w 211"/>
                  <a:gd name="T13" fmla="*/ 34 h 41"/>
                  <a:gd name="T14" fmla="*/ 232 w 211"/>
                  <a:gd name="T15" fmla="*/ 13 h 41"/>
                  <a:gd name="T16" fmla="*/ 10 w 211"/>
                  <a:gd name="T17" fmla="*/ 1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41">
                    <a:moveTo>
                      <a:pt x="10" y="1"/>
                    </a:moveTo>
                    <a:cubicBezTo>
                      <a:pt x="5" y="0"/>
                      <a:pt x="1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3"/>
                      <a:pt x="3" y="18"/>
                      <a:pt x="8" y="18"/>
                    </a:cubicBezTo>
                    <a:cubicBezTo>
                      <a:pt x="200" y="41"/>
                      <a:pt x="200" y="41"/>
                      <a:pt x="200" y="41"/>
                    </a:cubicBezTo>
                    <a:cubicBezTo>
                      <a:pt x="205" y="41"/>
                      <a:pt x="209" y="35"/>
                      <a:pt x="210" y="28"/>
                    </a:cubicBezTo>
                    <a:cubicBezTo>
                      <a:pt x="210" y="28"/>
                      <a:pt x="210" y="28"/>
                      <a:pt x="210" y="28"/>
                    </a:cubicBezTo>
                    <a:cubicBezTo>
                      <a:pt x="211" y="20"/>
                      <a:pt x="207" y="13"/>
                      <a:pt x="202" y="13"/>
                    </a:cubicBezTo>
                    <a:lnTo>
                      <a:pt x="10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8" name="Freeform 1902">
                <a:extLst>
                  <a:ext uri="{FF2B5EF4-FFF2-40B4-BE49-F238E27FC236}">
                    <a16:creationId xmlns:a16="http://schemas.microsoft.com/office/drawing/2014/main" id="{C40CB293-7C42-420A-B2DD-3C21F7AB2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186"/>
                <a:ext cx="173" cy="152"/>
              </a:xfrm>
              <a:custGeom>
                <a:avLst/>
                <a:gdLst>
                  <a:gd name="T0" fmla="*/ 16 w 169"/>
                  <a:gd name="T1" fmla="*/ 3 h 149"/>
                  <a:gd name="T2" fmla="*/ 3 w 169"/>
                  <a:gd name="T3" fmla="*/ 4 h 149"/>
                  <a:gd name="T4" fmla="*/ 3 w 169"/>
                  <a:gd name="T5" fmla="*/ 4 h 149"/>
                  <a:gd name="T6" fmla="*/ 4 w 169"/>
                  <a:gd name="T7" fmla="*/ 17 h 149"/>
                  <a:gd name="T8" fmla="*/ 170 w 169"/>
                  <a:gd name="T9" fmla="*/ 164 h 149"/>
                  <a:gd name="T10" fmla="*/ 187 w 169"/>
                  <a:gd name="T11" fmla="*/ 159 h 149"/>
                  <a:gd name="T12" fmla="*/ 187 w 169"/>
                  <a:gd name="T13" fmla="*/ 159 h 149"/>
                  <a:gd name="T14" fmla="*/ 190 w 169"/>
                  <a:gd name="T15" fmla="*/ 143 h 149"/>
                  <a:gd name="T16" fmla="*/ 16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6" y="3"/>
                    </a:moveTo>
                    <a:cubicBezTo>
                      <a:pt x="12" y="0"/>
                      <a:pt x="7" y="1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8"/>
                      <a:pt x="1" y="13"/>
                      <a:pt x="4" y="17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1" y="149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5"/>
                      <a:pt x="169" y="128"/>
                      <a:pt x="166" y="125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D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9" name="Freeform 1903">
                <a:extLst>
                  <a:ext uri="{FF2B5EF4-FFF2-40B4-BE49-F238E27FC236}">
                    <a16:creationId xmlns:a16="http://schemas.microsoft.com/office/drawing/2014/main" id="{8510694D-0513-4FFB-95FD-B32FE5640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2201"/>
                <a:ext cx="142" cy="129"/>
              </a:xfrm>
              <a:custGeom>
                <a:avLst/>
                <a:gdLst>
                  <a:gd name="T0" fmla="*/ 157 w 139"/>
                  <a:gd name="T1" fmla="*/ 144 h 126"/>
                  <a:gd name="T2" fmla="*/ 0 w 139"/>
                  <a:gd name="T3" fmla="*/ 0 h 126"/>
                  <a:gd name="T4" fmla="*/ 157 w 139"/>
                  <a:gd name="T5" fmla="*/ 144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6">
                    <a:moveTo>
                      <a:pt x="139" y="12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2" y="81"/>
                      <a:pt x="139" y="126"/>
                    </a:cubicBezTo>
                    <a:close/>
                  </a:path>
                </a:pathLst>
              </a:custGeom>
              <a:solidFill>
                <a:srgbClr val="70B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0" name="Freeform 1904">
                <a:extLst>
                  <a:ext uri="{FF2B5EF4-FFF2-40B4-BE49-F238E27FC236}">
                    <a16:creationId xmlns:a16="http://schemas.microsoft.com/office/drawing/2014/main" id="{08826058-8092-4EDF-86BD-B58DB7935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314"/>
                <a:ext cx="23" cy="21"/>
              </a:xfrm>
              <a:custGeom>
                <a:avLst/>
                <a:gdLst>
                  <a:gd name="T0" fmla="*/ 7 w 22"/>
                  <a:gd name="T1" fmla="*/ 26 h 20"/>
                  <a:gd name="T2" fmla="*/ 28 w 22"/>
                  <a:gd name="T3" fmla="*/ 3 h 20"/>
                  <a:gd name="T4" fmla="*/ 6 w 22"/>
                  <a:gd name="T5" fmla="*/ 6 h 20"/>
                  <a:gd name="T6" fmla="*/ 6 w 22"/>
                  <a:gd name="T7" fmla="*/ 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7" y="20"/>
                    </a:moveTo>
                    <a:cubicBezTo>
                      <a:pt x="0" y="11"/>
                      <a:pt x="16" y="4"/>
                      <a:pt x="22" y="3"/>
                    </a:cubicBezTo>
                    <a:cubicBezTo>
                      <a:pt x="16" y="0"/>
                      <a:pt x="11" y="0"/>
                      <a:pt x="6" y="6"/>
                    </a:cubicBezTo>
                    <a:cubicBezTo>
                      <a:pt x="3" y="10"/>
                      <a:pt x="2" y="16"/>
                      <a:pt x="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1" name="Freeform 1905">
                <a:extLst>
                  <a:ext uri="{FF2B5EF4-FFF2-40B4-BE49-F238E27FC236}">
                    <a16:creationId xmlns:a16="http://schemas.microsoft.com/office/drawing/2014/main" id="{DA7824DA-CAF7-4737-9F05-727C8855A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189"/>
                <a:ext cx="146" cy="120"/>
              </a:xfrm>
              <a:custGeom>
                <a:avLst/>
                <a:gdLst>
                  <a:gd name="T0" fmla="*/ 161 w 143"/>
                  <a:gd name="T1" fmla="*/ 130 h 118"/>
                  <a:gd name="T2" fmla="*/ 0 w 143"/>
                  <a:gd name="T3" fmla="*/ 0 h 118"/>
                  <a:gd name="T4" fmla="*/ 161 w 143"/>
                  <a:gd name="T5" fmla="*/ 13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8">
                    <a:moveTo>
                      <a:pt x="143" y="11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3" y="116"/>
                      <a:pt x="143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2" name="Freeform 1906">
                <a:extLst>
                  <a:ext uri="{FF2B5EF4-FFF2-40B4-BE49-F238E27FC236}">
                    <a16:creationId xmlns:a16="http://schemas.microsoft.com/office/drawing/2014/main" id="{51778B6E-2545-402C-B5D9-3DA5DFE90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187"/>
                <a:ext cx="173" cy="152"/>
              </a:xfrm>
              <a:custGeom>
                <a:avLst/>
                <a:gdLst>
                  <a:gd name="T0" fmla="*/ 16 w 169"/>
                  <a:gd name="T1" fmla="*/ 3 h 149"/>
                  <a:gd name="T2" fmla="*/ 3 w 169"/>
                  <a:gd name="T3" fmla="*/ 4 h 149"/>
                  <a:gd name="T4" fmla="*/ 3 w 169"/>
                  <a:gd name="T5" fmla="*/ 4 h 149"/>
                  <a:gd name="T6" fmla="*/ 4 w 169"/>
                  <a:gd name="T7" fmla="*/ 16 h 149"/>
                  <a:gd name="T8" fmla="*/ 170 w 169"/>
                  <a:gd name="T9" fmla="*/ 163 h 149"/>
                  <a:gd name="T10" fmla="*/ 187 w 169"/>
                  <a:gd name="T11" fmla="*/ 159 h 149"/>
                  <a:gd name="T12" fmla="*/ 187 w 169"/>
                  <a:gd name="T13" fmla="*/ 159 h 149"/>
                  <a:gd name="T14" fmla="*/ 190 w 169"/>
                  <a:gd name="T15" fmla="*/ 141 h 149"/>
                  <a:gd name="T16" fmla="*/ 16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6" y="3"/>
                    </a:moveTo>
                    <a:cubicBezTo>
                      <a:pt x="12" y="0"/>
                      <a:pt x="7" y="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7"/>
                      <a:pt x="1" y="13"/>
                      <a:pt x="4" y="16"/>
                    </a:cubicBezTo>
                    <a:cubicBezTo>
                      <a:pt x="147" y="145"/>
                      <a:pt x="147" y="145"/>
                      <a:pt x="147" y="145"/>
                    </a:cubicBezTo>
                    <a:cubicBezTo>
                      <a:pt x="151" y="149"/>
                      <a:pt x="158" y="146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5"/>
                      <a:pt x="169" y="127"/>
                      <a:pt x="166" y="124"/>
                    </a:cubicBezTo>
                    <a:lnTo>
                      <a:pt x="16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3" name="Freeform 1907">
                <a:extLst>
                  <a:ext uri="{FF2B5EF4-FFF2-40B4-BE49-F238E27FC236}">
                    <a16:creationId xmlns:a16="http://schemas.microsoft.com/office/drawing/2014/main" id="{857ABA2A-B984-4066-B523-7663D96C8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972"/>
                <a:ext cx="120" cy="120"/>
              </a:xfrm>
              <a:custGeom>
                <a:avLst/>
                <a:gdLst>
                  <a:gd name="T0" fmla="*/ 127 w 118"/>
                  <a:gd name="T1" fmla="*/ 76 h 117"/>
                  <a:gd name="T2" fmla="*/ 60 w 118"/>
                  <a:gd name="T3" fmla="*/ 132 h 117"/>
                  <a:gd name="T4" fmla="*/ 3 w 118"/>
                  <a:gd name="T5" fmla="*/ 59 h 117"/>
                  <a:gd name="T6" fmla="*/ 70 w 118"/>
                  <a:gd name="T7" fmla="*/ 3 h 117"/>
                  <a:gd name="T8" fmla="*/ 127 w 118"/>
                  <a:gd name="T9" fmla="*/ 76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7">
                    <a:moveTo>
                      <a:pt x="115" y="64"/>
                    </a:moveTo>
                    <a:cubicBezTo>
                      <a:pt x="112" y="95"/>
                      <a:pt x="84" y="117"/>
                      <a:pt x="54" y="114"/>
                    </a:cubicBezTo>
                    <a:cubicBezTo>
                      <a:pt x="23" y="111"/>
                      <a:pt x="0" y="84"/>
                      <a:pt x="3" y="53"/>
                    </a:cubicBezTo>
                    <a:cubicBezTo>
                      <a:pt x="6" y="23"/>
                      <a:pt x="34" y="0"/>
                      <a:pt x="64" y="3"/>
                    </a:cubicBezTo>
                    <a:cubicBezTo>
                      <a:pt x="95" y="6"/>
                      <a:pt x="118" y="33"/>
                      <a:pt x="115" y="64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4" name="Freeform 1908">
                <a:extLst>
                  <a:ext uri="{FF2B5EF4-FFF2-40B4-BE49-F238E27FC236}">
                    <a16:creationId xmlns:a16="http://schemas.microsoft.com/office/drawing/2014/main" id="{4138BB7D-EE44-41ED-B40E-550CC31F7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972"/>
                <a:ext cx="120" cy="120"/>
              </a:xfrm>
              <a:custGeom>
                <a:avLst/>
                <a:gdLst>
                  <a:gd name="T0" fmla="*/ 127 w 118"/>
                  <a:gd name="T1" fmla="*/ 76 h 117"/>
                  <a:gd name="T2" fmla="*/ 60 w 118"/>
                  <a:gd name="T3" fmla="*/ 132 h 117"/>
                  <a:gd name="T4" fmla="*/ 3 w 118"/>
                  <a:gd name="T5" fmla="*/ 59 h 117"/>
                  <a:gd name="T6" fmla="*/ 70 w 118"/>
                  <a:gd name="T7" fmla="*/ 3 h 117"/>
                  <a:gd name="T8" fmla="*/ 127 w 118"/>
                  <a:gd name="T9" fmla="*/ 76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7">
                    <a:moveTo>
                      <a:pt x="115" y="64"/>
                    </a:moveTo>
                    <a:cubicBezTo>
                      <a:pt x="112" y="95"/>
                      <a:pt x="84" y="117"/>
                      <a:pt x="54" y="114"/>
                    </a:cubicBezTo>
                    <a:cubicBezTo>
                      <a:pt x="23" y="111"/>
                      <a:pt x="0" y="84"/>
                      <a:pt x="3" y="53"/>
                    </a:cubicBezTo>
                    <a:cubicBezTo>
                      <a:pt x="6" y="23"/>
                      <a:pt x="34" y="0"/>
                      <a:pt x="64" y="3"/>
                    </a:cubicBezTo>
                    <a:cubicBezTo>
                      <a:pt x="95" y="6"/>
                      <a:pt x="118" y="33"/>
                      <a:pt x="115" y="6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5" name="Freeform 1909">
                <a:extLst>
                  <a:ext uri="{FF2B5EF4-FFF2-40B4-BE49-F238E27FC236}">
                    <a16:creationId xmlns:a16="http://schemas.microsoft.com/office/drawing/2014/main" id="{50834634-C705-4FB2-9790-2353967B3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987"/>
                <a:ext cx="67" cy="67"/>
              </a:xfrm>
              <a:custGeom>
                <a:avLst/>
                <a:gdLst>
                  <a:gd name="T0" fmla="*/ 70 w 66"/>
                  <a:gd name="T1" fmla="*/ 42 h 66"/>
                  <a:gd name="T2" fmla="*/ 30 w 66"/>
                  <a:gd name="T3" fmla="*/ 70 h 66"/>
                  <a:gd name="T4" fmla="*/ 2 w 66"/>
                  <a:gd name="T5" fmla="*/ 30 h 66"/>
                  <a:gd name="T6" fmla="*/ 42 w 66"/>
                  <a:gd name="T7" fmla="*/ 2 h 66"/>
                  <a:gd name="T8" fmla="*/ 70 w 66"/>
                  <a:gd name="T9" fmla="*/ 42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6">
                    <a:moveTo>
                      <a:pt x="64" y="36"/>
                    </a:moveTo>
                    <a:cubicBezTo>
                      <a:pt x="63" y="53"/>
                      <a:pt x="47" y="66"/>
                      <a:pt x="30" y="64"/>
                    </a:cubicBezTo>
                    <a:cubicBezTo>
                      <a:pt x="13" y="62"/>
                      <a:pt x="0" y="47"/>
                      <a:pt x="2" y="30"/>
                    </a:cubicBezTo>
                    <a:cubicBezTo>
                      <a:pt x="4" y="13"/>
                      <a:pt x="19" y="0"/>
                      <a:pt x="36" y="2"/>
                    </a:cubicBezTo>
                    <a:cubicBezTo>
                      <a:pt x="53" y="3"/>
                      <a:pt x="66" y="19"/>
                      <a:pt x="64" y="36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6" name="Freeform 1910">
                <a:extLst>
                  <a:ext uri="{FF2B5EF4-FFF2-40B4-BE49-F238E27FC236}">
                    <a16:creationId xmlns:a16="http://schemas.microsoft.com/office/drawing/2014/main" id="{43CC4267-9E69-4922-AD55-696E45DBB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996"/>
                <a:ext cx="23" cy="22"/>
              </a:xfrm>
              <a:custGeom>
                <a:avLst/>
                <a:gdLst>
                  <a:gd name="T0" fmla="*/ 28 w 22"/>
                  <a:gd name="T1" fmla="*/ 12 h 22"/>
                  <a:gd name="T2" fmla="*/ 10 w 22"/>
                  <a:gd name="T3" fmla="*/ 21 h 22"/>
                  <a:gd name="T4" fmla="*/ 1 w 22"/>
                  <a:gd name="T5" fmla="*/ 10 h 22"/>
                  <a:gd name="T6" fmla="*/ 18 w 22"/>
                  <a:gd name="T7" fmla="*/ 0 h 22"/>
                  <a:gd name="T8" fmla="*/ 28 w 22"/>
                  <a:gd name="T9" fmla="*/ 1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2" y="12"/>
                    </a:moveTo>
                    <a:cubicBezTo>
                      <a:pt x="21" y="18"/>
                      <a:pt x="16" y="22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8" y="1"/>
                      <a:pt x="22" y="6"/>
                      <a:pt x="22" y="1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7" name="Freeform 1911">
                <a:extLst>
                  <a:ext uri="{FF2B5EF4-FFF2-40B4-BE49-F238E27FC236}">
                    <a16:creationId xmlns:a16="http://schemas.microsoft.com/office/drawing/2014/main" id="{5DAEFDDB-878C-4EDE-86FF-7070B5FF7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025"/>
                <a:ext cx="62" cy="64"/>
              </a:xfrm>
              <a:custGeom>
                <a:avLst/>
                <a:gdLst>
                  <a:gd name="T0" fmla="*/ 64 w 61"/>
                  <a:gd name="T1" fmla="*/ 0 h 62"/>
                  <a:gd name="T2" fmla="*/ 0 w 61"/>
                  <a:gd name="T3" fmla="*/ 71 h 62"/>
                  <a:gd name="T4" fmla="*/ 64 w 61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62">
                    <a:moveTo>
                      <a:pt x="58" y="0"/>
                    </a:moveTo>
                    <a:cubicBezTo>
                      <a:pt x="58" y="0"/>
                      <a:pt x="61" y="62"/>
                      <a:pt x="0" y="59"/>
                    </a:cubicBezTo>
                    <a:cubicBezTo>
                      <a:pt x="0" y="59"/>
                      <a:pt x="51" y="58"/>
                      <a:pt x="58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8" name="Freeform 1912">
                <a:extLst>
                  <a:ext uri="{FF2B5EF4-FFF2-40B4-BE49-F238E27FC236}">
                    <a16:creationId xmlns:a16="http://schemas.microsoft.com/office/drawing/2014/main" id="{65A80B9A-A000-41FC-AF7B-3A82EC44F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128"/>
                <a:ext cx="121" cy="122"/>
              </a:xfrm>
              <a:custGeom>
                <a:avLst/>
                <a:gdLst>
                  <a:gd name="T0" fmla="*/ 127 w 119"/>
                  <a:gd name="T1" fmla="*/ 59 h 119"/>
                  <a:gd name="T2" fmla="*/ 72 w 119"/>
                  <a:gd name="T3" fmla="*/ 133 h 119"/>
                  <a:gd name="T4" fmla="*/ 4 w 119"/>
                  <a:gd name="T5" fmla="*/ 78 h 119"/>
                  <a:gd name="T6" fmla="*/ 59 w 119"/>
                  <a:gd name="T7" fmla="*/ 4 h 119"/>
                  <a:gd name="T8" fmla="*/ 127 w 119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9">
                    <a:moveTo>
                      <a:pt x="115" y="53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6" y="119"/>
                      <a:pt x="8" y="97"/>
                      <a:pt x="4" y="66"/>
                    </a:cubicBezTo>
                    <a:cubicBezTo>
                      <a:pt x="0" y="35"/>
                      <a:pt x="22" y="8"/>
                      <a:pt x="53" y="4"/>
                    </a:cubicBezTo>
                    <a:cubicBezTo>
                      <a:pt x="84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9" name="Freeform 1913">
                <a:extLst>
                  <a:ext uri="{FF2B5EF4-FFF2-40B4-BE49-F238E27FC236}">
                    <a16:creationId xmlns:a16="http://schemas.microsoft.com/office/drawing/2014/main" id="{3B9D8E14-FFE7-404A-AA50-4A3E22D21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128"/>
                <a:ext cx="121" cy="122"/>
              </a:xfrm>
              <a:custGeom>
                <a:avLst/>
                <a:gdLst>
                  <a:gd name="T0" fmla="*/ 127 w 119"/>
                  <a:gd name="T1" fmla="*/ 59 h 119"/>
                  <a:gd name="T2" fmla="*/ 72 w 119"/>
                  <a:gd name="T3" fmla="*/ 133 h 119"/>
                  <a:gd name="T4" fmla="*/ 4 w 119"/>
                  <a:gd name="T5" fmla="*/ 78 h 119"/>
                  <a:gd name="T6" fmla="*/ 59 w 119"/>
                  <a:gd name="T7" fmla="*/ 4 h 119"/>
                  <a:gd name="T8" fmla="*/ 127 w 119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19">
                    <a:moveTo>
                      <a:pt x="115" y="53"/>
                    </a:moveTo>
                    <a:cubicBezTo>
                      <a:pt x="119" y="83"/>
                      <a:pt x="97" y="111"/>
                      <a:pt x="66" y="115"/>
                    </a:cubicBezTo>
                    <a:cubicBezTo>
                      <a:pt x="36" y="119"/>
                      <a:pt x="8" y="97"/>
                      <a:pt x="4" y="66"/>
                    </a:cubicBezTo>
                    <a:cubicBezTo>
                      <a:pt x="0" y="35"/>
                      <a:pt x="22" y="8"/>
                      <a:pt x="53" y="4"/>
                    </a:cubicBezTo>
                    <a:cubicBezTo>
                      <a:pt x="84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0" name="Freeform 1914">
                <a:extLst>
                  <a:ext uri="{FF2B5EF4-FFF2-40B4-BE49-F238E27FC236}">
                    <a16:creationId xmlns:a16="http://schemas.microsoft.com/office/drawing/2014/main" id="{AAE94F7E-482E-40D4-AC91-7DE8FB10B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146"/>
                <a:ext cx="68" cy="68"/>
              </a:xfrm>
              <a:custGeom>
                <a:avLst/>
                <a:gdLst>
                  <a:gd name="T0" fmla="*/ 71 w 67"/>
                  <a:gd name="T1" fmla="*/ 30 h 67"/>
                  <a:gd name="T2" fmla="*/ 43 w 67"/>
                  <a:gd name="T3" fmla="*/ 70 h 67"/>
                  <a:gd name="T4" fmla="*/ 2 w 67"/>
                  <a:gd name="T5" fmla="*/ 43 h 67"/>
                  <a:gd name="T6" fmla="*/ 30 w 67"/>
                  <a:gd name="T7" fmla="*/ 2 h 67"/>
                  <a:gd name="T8" fmla="*/ 71 w 67"/>
                  <a:gd name="T9" fmla="*/ 3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5" y="30"/>
                    </a:moveTo>
                    <a:cubicBezTo>
                      <a:pt x="67" y="47"/>
                      <a:pt x="55" y="62"/>
                      <a:pt x="37" y="64"/>
                    </a:cubicBezTo>
                    <a:cubicBezTo>
                      <a:pt x="20" y="67"/>
                      <a:pt x="5" y="54"/>
                      <a:pt x="2" y="37"/>
                    </a:cubicBezTo>
                    <a:cubicBezTo>
                      <a:pt x="0" y="20"/>
                      <a:pt x="13" y="4"/>
                      <a:pt x="30" y="2"/>
                    </a:cubicBezTo>
                    <a:cubicBezTo>
                      <a:pt x="47" y="0"/>
                      <a:pt x="63" y="12"/>
                      <a:pt x="65" y="30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1" name="Freeform 1915">
                <a:extLst>
                  <a:ext uri="{FF2B5EF4-FFF2-40B4-BE49-F238E27FC236}">
                    <a16:creationId xmlns:a16="http://schemas.microsoft.com/office/drawing/2014/main" id="{970437F7-430B-432B-8E29-DD989FE8F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158"/>
                <a:ext cx="22" cy="23"/>
              </a:xfrm>
              <a:custGeom>
                <a:avLst/>
                <a:gdLst>
                  <a:gd name="T0" fmla="*/ 22 w 22"/>
                  <a:gd name="T1" fmla="*/ 10 h 22"/>
                  <a:gd name="T2" fmla="*/ 12 w 22"/>
                  <a:gd name="T3" fmla="*/ 28 h 22"/>
                  <a:gd name="T4" fmla="*/ 1 w 22"/>
                  <a:gd name="T5" fmla="*/ 18 h 22"/>
                  <a:gd name="T6" fmla="*/ 10 w 22"/>
                  <a:gd name="T7" fmla="*/ 1 h 22"/>
                  <a:gd name="T8" fmla="*/ 22 w 22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2" y="10"/>
                    </a:moveTo>
                    <a:cubicBezTo>
                      <a:pt x="22" y="16"/>
                      <a:pt x="18" y="21"/>
                      <a:pt x="12" y="22"/>
                    </a:cubicBezTo>
                    <a:cubicBezTo>
                      <a:pt x="7" y="22"/>
                      <a:pt x="1" y="18"/>
                      <a:pt x="1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6" y="0"/>
                      <a:pt x="21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2" name="Freeform 1916">
                <a:extLst>
                  <a:ext uri="{FF2B5EF4-FFF2-40B4-BE49-F238E27FC236}">
                    <a16:creationId xmlns:a16="http://schemas.microsoft.com/office/drawing/2014/main" id="{09EFA5A8-60D7-4D1B-B1D8-5EE27FB9C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170"/>
                <a:ext cx="62" cy="72"/>
              </a:xfrm>
              <a:custGeom>
                <a:avLst/>
                <a:gdLst>
                  <a:gd name="T0" fmla="*/ 50 w 61"/>
                  <a:gd name="T1" fmla="*/ 0 h 70"/>
                  <a:gd name="T2" fmla="*/ 0 w 61"/>
                  <a:gd name="T3" fmla="*/ 82 h 70"/>
                  <a:gd name="T4" fmla="*/ 50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4" y="0"/>
                    </a:moveTo>
                    <a:cubicBezTo>
                      <a:pt x="44" y="0"/>
                      <a:pt x="61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3" name="Freeform 1917">
                <a:extLst>
                  <a:ext uri="{FF2B5EF4-FFF2-40B4-BE49-F238E27FC236}">
                    <a16:creationId xmlns:a16="http://schemas.microsoft.com/office/drawing/2014/main" id="{F5E1C11F-7B95-4EF9-AF80-854CB7AB7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146"/>
                <a:ext cx="120" cy="120"/>
              </a:xfrm>
              <a:custGeom>
                <a:avLst/>
                <a:gdLst>
                  <a:gd name="T0" fmla="*/ 127 w 118"/>
                  <a:gd name="T1" fmla="*/ 59 h 118"/>
                  <a:gd name="T2" fmla="*/ 72 w 118"/>
                  <a:gd name="T3" fmla="*/ 127 h 118"/>
                  <a:gd name="T4" fmla="*/ 4 w 118"/>
                  <a:gd name="T5" fmla="*/ 72 h 118"/>
                  <a:gd name="T6" fmla="*/ 59 w 118"/>
                  <a:gd name="T7" fmla="*/ 4 h 118"/>
                  <a:gd name="T8" fmla="*/ 127 w 118"/>
                  <a:gd name="T9" fmla="*/ 59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3"/>
                    </a:moveTo>
                    <a:cubicBezTo>
                      <a:pt x="118" y="83"/>
                      <a:pt x="96" y="111"/>
                      <a:pt x="66" y="115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4" name="Freeform 1918">
                <a:extLst>
                  <a:ext uri="{FF2B5EF4-FFF2-40B4-BE49-F238E27FC236}">
                    <a16:creationId xmlns:a16="http://schemas.microsoft.com/office/drawing/2014/main" id="{1A0FE82E-8278-46BA-8901-E42B2B3AB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146"/>
                <a:ext cx="120" cy="120"/>
              </a:xfrm>
              <a:custGeom>
                <a:avLst/>
                <a:gdLst>
                  <a:gd name="T0" fmla="*/ 127 w 118"/>
                  <a:gd name="T1" fmla="*/ 59 h 118"/>
                  <a:gd name="T2" fmla="*/ 72 w 118"/>
                  <a:gd name="T3" fmla="*/ 127 h 118"/>
                  <a:gd name="T4" fmla="*/ 4 w 118"/>
                  <a:gd name="T5" fmla="*/ 72 h 118"/>
                  <a:gd name="T6" fmla="*/ 59 w 118"/>
                  <a:gd name="T7" fmla="*/ 4 h 118"/>
                  <a:gd name="T8" fmla="*/ 127 w 118"/>
                  <a:gd name="T9" fmla="*/ 59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3"/>
                    </a:moveTo>
                    <a:cubicBezTo>
                      <a:pt x="118" y="83"/>
                      <a:pt x="96" y="111"/>
                      <a:pt x="66" y="115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3" y="4"/>
                    </a:cubicBezTo>
                    <a:cubicBezTo>
                      <a:pt x="83" y="0"/>
                      <a:pt x="111" y="22"/>
                      <a:pt x="115" y="5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5" name="Freeform 1919">
                <a:extLst>
                  <a:ext uri="{FF2B5EF4-FFF2-40B4-BE49-F238E27FC236}">
                    <a16:creationId xmlns:a16="http://schemas.microsoft.com/office/drawing/2014/main" id="{CEE85C11-1A88-4797-9C08-33236C4CD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163"/>
                <a:ext cx="67" cy="68"/>
              </a:xfrm>
              <a:custGeom>
                <a:avLst/>
                <a:gdLst>
                  <a:gd name="T0" fmla="*/ 70 w 66"/>
                  <a:gd name="T1" fmla="*/ 35 h 66"/>
                  <a:gd name="T2" fmla="*/ 43 w 66"/>
                  <a:gd name="T3" fmla="*/ 76 h 66"/>
                  <a:gd name="T4" fmla="*/ 2 w 66"/>
                  <a:gd name="T5" fmla="*/ 43 h 66"/>
                  <a:gd name="T6" fmla="*/ 29 w 66"/>
                  <a:gd name="T7" fmla="*/ 2 h 66"/>
                  <a:gd name="T8" fmla="*/ 70 w 66"/>
                  <a:gd name="T9" fmla="*/ 3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6">
                    <a:moveTo>
                      <a:pt x="64" y="29"/>
                    </a:moveTo>
                    <a:cubicBezTo>
                      <a:pt x="66" y="47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20"/>
                      <a:pt x="12" y="4"/>
                      <a:pt x="29" y="2"/>
                    </a:cubicBezTo>
                    <a:cubicBezTo>
                      <a:pt x="47" y="0"/>
                      <a:pt x="62" y="12"/>
                      <a:pt x="64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6" name="Freeform 1920">
                <a:extLst>
                  <a:ext uri="{FF2B5EF4-FFF2-40B4-BE49-F238E27FC236}">
                    <a16:creationId xmlns:a16="http://schemas.microsoft.com/office/drawing/2014/main" id="{4FC80EE8-B12E-4AD9-9FB0-9FB260655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175"/>
                <a:ext cx="24" cy="23"/>
              </a:xfrm>
              <a:custGeom>
                <a:avLst/>
                <a:gdLst>
                  <a:gd name="T0" fmla="*/ 28 w 23"/>
                  <a:gd name="T1" fmla="*/ 10 h 22"/>
                  <a:gd name="T2" fmla="*/ 19 w 23"/>
                  <a:gd name="T3" fmla="*/ 28 h 22"/>
                  <a:gd name="T4" fmla="*/ 1 w 23"/>
                  <a:gd name="T5" fmla="*/ 18 h 22"/>
                  <a:gd name="T6" fmla="*/ 10 w 23"/>
                  <a:gd name="T7" fmla="*/ 0 h 22"/>
                  <a:gd name="T8" fmla="*/ 28 w 23"/>
                  <a:gd name="T9" fmla="*/ 1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2" y="10"/>
                    </a:moveTo>
                    <a:cubicBezTo>
                      <a:pt x="23" y="16"/>
                      <a:pt x="19" y="21"/>
                      <a:pt x="13" y="22"/>
                    </a:cubicBezTo>
                    <a:cubicBezTo>
                      <a:pt x="7" y="22"/>
                      <a:pt x="2" y="18"/>
                      <a:pt x="1" y="12"/>
                    </a:cubicBezTo>
                    <a:cubicBezTo>
                      <a:pt x="0" y="6"/>
                      <a:pt x="5" y="1"/>
                      <a:pt x="10" y="0"/>
                    </a:cubicBezTo>
                    <a:cubicBezTo>
                      <a:pt x="16" y="0"/>
                      <a:pt x="22" y="4"/>
                      <a:pt x="22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7" name="Freeform 1921">
                <a:extLst>
                  <a:ext uri="{FF2B5EF4-FFF2-40B4-BE49-F238E27FC236}">
                    <a16:creationId xmlns:a16="http://schemas.microsoft.com/office/drawing/2014/main" id="{6CE9E0CF-E920-4611-B8D7-9E8D53FA6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188"/>
                <a:ext cx="62" cy="71"/>
              </a:xfrm>
              <a:custGeom>
                <a:avLst/>
                <a:gdLst>
                  <a:gd name="T0" fmla="*/ 51 w 61"/>
                  <a:gd name="T1" fmla="*/ 0 h 70"/>
                  <a:gd name="T2" fmla="*/ 0 w 61"/>
                  <a:gd name="T3" fmla="*/ 76 h 70"/>
                  <a:gd name="T4" fmla="*/ 51 w 6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0">
                    <a:moveTo>
                      <a:pt x="45" y="0"/>
                    </a:moveTo>
                    <a:cubicBezTo>
                      <a:pt x="45" y="0"/>
                      <a:pt x="61" y="60"/>
                      <a:pt x="0" y="70"/>
                    </a:cubicBezTo>
                    <a:cubicBezTo>
                      <a:pt x="0" y="70"/>
                      <a:pt x="50" y="59"/>
                      <a:pt x="45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8" name="Freeform 1922">
                <a:extLst>
                  <a:ext uri="{FF2B5EF4-FFF2-40B4-BE49-F238E27FC236}">
                    <a16:creationId xmlns:a16="http://schemas.microsoft.com/office/drawing/2014/main" id="{45A5BC04-2468-43D9-B31D-1BDD0B8AF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569"/>
                <a:ext cx="121" cy="120"/>
              </a:xfrm>
              <a:custGeom>
                <a:avLst/>
                <a:gdLst>
                  <a:gd name="T0" fmla="*/ 133 w 118"/>
                  <a:gd name="T1" fmla="*/ 58 h 118"/>
                  <a:gd name="T2" fmla="*/ 78 w 118"/>
                  <a:gd name="T3" fmla="*/ 126 h 118"/>
                  <a:gd name="T4" fmla="*/ 4 w 118"/>
                  <a:gd name="T5" fmla="*/ 72 h 118"/>
                  <a:gd name="T6" fmla="*/ 59 w 118"/>
                  <a:gd name="T7" fmla="*/ 3 h 118"/>
                  <a:gd name="T8" fmla="*/ 133 w 118"/>
                  <a:gd name="T9" fmla="*/ 5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7" y="111"/>
                      <a:pt x="66" y="114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3" y="3"/>
                    </a:cubicBezTo>
                    <a:cubicBezTo>
                      <a:pt x="83" y="0"/>
                      <a:pt x="111" y="22"/>
                      <a:pt x="115" y="52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9" name="Freeform 1923">
                <a:extLst>
                  <a:ext uri="{FF2B5EF4-FFF2-40B4-BE49-F238E27FC236}">
                    <a16:creationId xmlns:a16="http://schemas.microsoft.com/office/drawing/2014/main" id="{8094E825-B20E-411A-9830-91AC31719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569"/>
                <a:ext cx="121" cy="120"/>
              </a:xfrm>
              <a:custGeom>
                <a:avLst/>
                <a:gdLst>
                  <a:gd name="T0" fmla="*/ 133 w 118"/>
                  <a:gd name="T1" fmla="*/ 58 h 118"/>
                  <a:gd name="T2" fmla="*/ 78 w 118"/>
                  <a:gd name="T3" fmla="*/ 126 h 118"/>
                  <a:gd name="T4" fmla="*/ 4 w 118"/>
                  <a:gd name="T5" fmla="*/ 72 h 118"/>
                  <a:gd name="T6" fmla="*/ 59 w 118"/>
                  <a:gd name="T7" fmla="*/ 3 h 118"/>
                  <a:gd name="T8" fmla="*/ 133 w 118"/>
                  <a:gd name="T9" fmla="*/ 5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8">
                    <a:moveTo>
                      <a:pt x="115" y="52"/>
                    </a:moveTo>
                    <a:cubicBezTo>
                      <a:pt x="118" y="83"/>
                      <a:pt x="97" y="111"/>
                      <a:pt x="66" y="114"/>
                    </a:cubicBezTo>
                    <a:cubicBezTo>
                      <a:pt x="35" y="118"/>
                      <a:pt x="7" y="96"/>
                      <a:pt x="4" y="66"/>
                    </a:cubicBezTo>
                    <a:cubicBezTo>
                      <a:pt x="0" y="35"/>
                      <a:pt x="22" y="7"/>
                      <a:pt x="53" y="3"/>
                    </a:cubicBezTo>
                    <a:cubicBezTo>
                      <a:pt x="83" y="0"/>
                      <a:pt x="111" y="22"/>
                      <a:pt x="115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0" name="Freeform 1924">
                <a:extLst>
                  <a:ext uri="{FF2B5EF4-FFF2-40B4-BE49-F238E27FC236}">
                    <a16:creationId xmlns:a16="http://schemas.microsoft.com/office/drawing/2014/main" id="{3895552D-900A-4F7F-B783-572F879A1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586"/>
                <a:ext cx="69" cy="67"/>
              </a:xfrm>
              <a:custGeom>
                <a:avLst/>
                <a:gdLst>
                  <a:gd name="T0" fmla="*/ 76 w 67"/>
                  <a:gd name="T1" fmla="*/ 29 h 66"/>
                  <a:gd name="T2" fmla="*/ 43 w 67"/>
                  <a:gd name="T3" fmla="*/ 70 h 66"/>
                  <a:gd name="T4" fmla="*/ 2 w 67"/>
                  <a:gd name="T5" fmla="*/ 43 h 66"/>
                  <a:gd name="T6" fmla="*/ 36 w 67"/>
                  <a:gd name="T7" fmla="*/ 2 h 66"/>
                  <a:gd name="T8" fmla="*/ 76 w 67"/>
                  <a:gd name="T9" fmla="*/ 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4" y="29"/>
                    </a:moveTo>
                    <a:cubicBezTo>
                      <a:pt x="67" y="46"/>
                      <a:pt x="54" y="62"/>
                      <a:pt x="37" y="64"/>
                    </a:cubicBezTo>
                    <a:cubicBezTo>
                      <a:pt x="20" y="66"/>
                      <a:pt x="4" y="54"/>
                      <a:pt x="2" y="37"/>
                    </a:cubicBezTo>
                    <a:cubicBezTo>
                      <a:pt x="0" y="19"/>
                      <a:pt x="12" y="4"/>
                      <a:pt x="30" y="2"/>
                    </a:cubicBezTo>
                    <a:cubicBezTo>
                      <a:pt x="47" y="0"/>
                      <a:pt x="62" y="12"/>
                      <a:pt x="64" y="29"/>
                    </a:cubicBezTo>
                    <a:close/>
                  </a:path>
                </a:pathLst>
              </a:custGeom>
              <a:solidFill>
                <a:srgbClr val="E96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1" name="Freeform 1925">
                <a:extLst>
                  <a:ext uri="{FF2B5EF4-FFF2-40B4-BE49-F238E27FC236}">
                    <a16:creationId xmlns:a16="http://schemas.microsoft.com/office/drawing/2014/main" id="{1AEC9890-53E4-4923-8603-027573CEB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597"/>
                <a:ext cx="23" cy="24"/>
              </a:xfrm>
              <a:custGeom>
                <a:avLst/>
                <a:gdLst>
                  <a:gd name="T0" fmla="*/ 27 w 22"/>
                  <a:gd name="T1" fmla="*/ 10 h 23"/>
                  <a:gd name="T2" fmla="*/ 18 w 22"/>
                  <a:gd name="T3" fmla="*/ 28 h 23"/>
                  <a:gd name="T4" fmla="*/ 0 w 22"/>
                  <a:gd name="T5" fmla="*/ 19 h 23"/>
                  <a:gd name="T6" fmla="*/ 10 w 22"/>
                  <a:gd name="T7" fmla="*/ 1 h 23"/>
                  <a:gd name="T8" fmla="*/ 27 w 22"/>
                  <a:gd name="T9" fmla="*/ 1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1" y="10"/>
                    </a:moveTo>
                    <a:cubicBezTo>
                      <a:pt x="22" y="16"/>
                      <a:pt x="18" y="22"/>
                      <a:pt x="12" y="22"/>
                    </a:cubicBezTo>
                    <a:cubicBezTo>
                      <a:pt x="6" y="23"/>
                      <a:pt x="1" y="19"/>
                      <a:pt x="0" y="13"/>
                    </a:cubicBezTo>
                    <a:cubicBezTo>
                      <a:pt x="0" y="7"/>
                      <a:pt x="4" y="2"/>
                      <a:pt x="10" y="1"/>
                    </a:cubicBezTo>
                    <a:cubicBezTo>
                      <a:pt x="15" y="0"/>
                      <a:pt x="21" y="5"/>
                      <a:pt x="21" y="1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2" name="Freeform 1926">
                <a:extLst>
                  <a:ext uri="{FF2B5EF4-FFF2-40B4-BE49-F238E27FC236}">
                    <a16:creationId xmlns:a16="http://schemas.microsoft.com/office/drawing/2014/main" id="{FE5B0A54-ED97-4D0D-9D90-CF6A6E7BF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611"/>
                <a:ext cx="62" cy="71"/>
              </a:xfrm>
              <a:custGeom>
                <a:avLst/>
                <a:gdLst>
                  <a:gd name="T0" fmla="*/ 55 w 60"/>
                  <a:gd name="T1" fmla="*/ 0 h 70"/>
                  <a:gd name="T2" fmla="*/ 0 w 60"/>
                  <a:gd name="T3" fmla="*/ 76 h 70"/>
                  <a:gd name="T4" fmla="*/ 55 w 60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0">
                    <a:moveTo>
                      <a:pt x="44" y="0"/>
                    </a:moveTo>
                    <a:cubicBezTo>
                      <a:pt x="44" y="0"/>
                      <a:pt x="60" y="60"/>
                      <a:pt x="0" y="70"/>
                    </a:cubicBezTo>
                    <a:cubicBezTo>
                      <a:pt x="0" y="70"/>
                      <a:pt x="49" y="59"/>
                      <a:pt x="44" y="0"/>
                    </a:cubicBezTo>
                    <a:close/>
                  </a:path>
                </a:pathLst>
              </a:custGeom>
              <a:solidFill>
                <a:srgbClr val="A90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3" name="Freeform 1927">
                <a:extLst>
                  <a:ext uri="{FF2B5EF4-FFF2-40B4-BE49-F238E27FC236}">
                    <a16:creationId xmlns:a16="http://schemas.microsoft.com/office/drawing/2014/main" id="{633A5956-4C20-41E5-A7AB-2C6E41A43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621"/>
                <a:ext cx="120" cy="121"/>
              </a:xfrm>
              <a:custGeom>
                <a:avLst/>
                <a:gdLst>
                  <a:gd name="T0" fmla="*/ 126 w 118"/>
                  <a:gd name="T1" fmla="*/ 59 h 119"/>
                  <a:gd name="T2" fmla="*/ 72 w 118"/>
                  <a:gd name="T3" fmla="*/ 127 h 119"/>
                  <a:gd name="T4" fmla="*/ 3 w 118"/>
                  <a:gd name="T5" fmla="*/ 72 h 119"/>
                  <a:gd name="T6" fmla="*/ 58 w 118"/>
                  <a:gd name="T7" fmla="*/ 4 h 119"/>
                  <a:gd name="T8" fmla="*/ 126 w 118"/>
                  <a:gd name="T9" fmla="*/ 5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19">
                    <a:moveTo>
                      <a:pt x="114" y="53"/>
                    </a:moveTo>
                    <a:cubicBezTo>
                      <a:pt x="118" y="84"/>
                      <a:pt x="96" y="111"/>
                      <a:pt x="66" y="115"/>
                    </a:cubicBezTo>
                    <a:cubicBezTo>
                      <a:pt x="35" y="119"/>
                      <a:pt x="7" y="97"/>
                      <a:pt x="3" y="66"/>
                    </a:cubicBezTo>
                    <a:cubicBezTo>
                      <a:pt x="0" y="35"/>
                      <a:pt x="22" y="8"/>
                      <a:pt x="52" y="4"/>
                    </a:cubicBezTo>
                    <a:cubicBezTo>
                      <a:pt x="83" y="0"/>
                      <a:pt x="111" y="22"/>
                      <a:pt x="114" y="53"/>
                    </a:cubicBezTo>
                    <a:close/>
                  </a:path>
                </a:pathLst>
              </a:custGeom>
              <a:solidFill>
                <a:srgbClr val="E52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135" name="Freeform 1928">
              <a:extLst>
                <a:ext uri="{FF2B5EF4-FFF2-40B4-BE49-F238E27FC236}">
                  <a16:creationId xmlns:a16="http://schemas.microsoft.com/office/drawing/2014/main" id="{F3FD1A82-FA68-401C-88E0-B2010D328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621"/>
              <a:ext cx="120" cy="121"/>
            </a:xfrm>
            <a:custGeom>
              <a:avLst/>
              <a:gdLst>
                <a:gd name="T0" fmla="*/ 126 w 118"/>
                <a:gd name="T1" fmla="*/ 59 h 119"/>
                <a:gd name="T2" fmla="*/ 72 w 118"/>
                <a:gd name="T3" fmla="*/ 127 h 119"/>
                <a:gd name="T4" fmla="*/ 3 w 118"/>
                <a:gd name="T5" fmla="*/ 72 h 119"/>
                <a:gd name="T6" fmla="*/ 58 w 118"/>
                <a:gd name="T7" fmla="*/ 4 h 119"/>
                <a:gd name="T8" fmla="*/ 126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4"/>
                    <a:pt x="96" y="111"/>
                    <a:pt x="66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6" name="Freeform 1929">
              <a:extLst>
                <a:ext uri="{FF2B5EF4-FFF2-40B4-BE49-F238E27FC236}">
                  <a16:creationId xmlns:a16="http://schemas.microsoft.com/office/drawing/2014/main" id="{98B526C8-7006-41D8-AE49-785EC211B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638"/>
              <a:ext cx="67" cy="69"/>
            </a:xfrm>
            <a:custGeom>
              <a:avLst/>
              <a:gdLst>
                <a:gd name="T0" fmla="*/ 70 w 66"/>
                <a:gd name="T1" fmla="*/ 36 h 67"/>
                <a:gd name="T2" fmla="*/ 43 w 66"/>
                <a:gd name="T3" fmla="*/ 77 h 67"/>
                <a:gd name="T4" fmla="*/ 2 w 66"/>
                <a:gd name="T5" fmla="*/ 43 h 67"/>
                <a:gd name="T6" fmla="*/ 29 w 66"/>
                <a:gd name="T7" fmla="*/ 2 h 67"/>
                <a:gd name="T8" fmla="*/ 70 w 66"/>
                <a:gd name="T9" fmla="*/ 3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2"/>
                    <a:pt x="37" y="65"/>
                  </a:cubicBezTo>
                  <a:cubicBezTo>
                    <a:pt x="19" y="67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6" y="0"/>
                    <a:pt x="62" y="12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7" name="Freeform 1930">
              <a:extLst>
                <a:ext uri="{FF2B5EF4-FFF2-40B4-BE49-F238E27FC236}">
                  <a16:creationId xmlns:a16="http://schemas.microsoft.com/office/drawing/2014/main" id="{EE45FDAA-3BBC-4DCE-8274-427AE097C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650"/>
              <a:ext cx="24" cy="24"/>
            </a:xfrm>
            <a:custGeom>
              <a:avLst/>
              <a:gdLst>
                <a:gd name="T0" fmla="*/ 28 w 23"/>
                <a:gd name="T1" fmla="*/ 10 h 23"/>
                <a:gd name="T2" fmla="*/ 19 w 23"/>
                <a:gd name="T3" fmla="*/ 28 h 23"/>
                <a:gd name="T4" fmla="*/ 1 w 23"/>
                <a:gd name="T5" fmla="*/ 19 h 23"/>
                <a:gd name="T6" fmla="*/ 10 w 23"/>
                <a:gd name="T7" fmla="*/ 1 h 23"/>
                <a:gd name="T8" fmla="*/ 28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8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8" name="Freeform 1931">
              <a:extLst>
                <a:ext uri="{FF2B5EF4-FFF2-40B4-BE49-F238E27FC236}">
                  <a16:creationId xmlns:a16="http://schemas.microsoft.com/office/drawing/2014/main" id="{7FE04900-F6C5-447B-9437-DA3FE2B15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664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59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9" name="Freeform 1932">
              <a:extLst>
                <a:ext uri="{FF2B5EF4-FFF2-40B4-BE49-F238E27FC236}">
                  <a16:creationId xmlns:a16="http://schemas.microsoft.com/office/drawing/2014/main" id="{A32EF6B6-101D-4FE9-8E44-5C206A6D6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825"/>
              <a:ext cx="121" cy="122"/>
            </a:xfrm>
            <a:custGeom>
              <a:avLst/>
              <a:gdLst>
                <a:gd name="T0" fmla="*/ 133 w 118"/>
                <a:gd name="T1" fmla="*/ 59 h 119"/>
                <a:gd name="T2" fmla="*/ 78 w 118"/>
                <a:gd name="T3" fmla="*/ 133 h 119"/>
                <a:gd name="T4" fmla="*/ 4 w 118"/>
                <a:gd name="T5" fmla="*/ 78 h 119"/>
                <a:gd name="T6" fmla="*/ 59 w 118"/>
                <a:gd name="T7" fmla="*/ 4 h 119"/>
                <a:gd name="T8" fmla="*/ 133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3"/>
                    <a:pt x="97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0" name="Freeform 1933">
              <a:extLst>
                <a:ext uri="{FF2B5EF4-FFF2-40B4-BE49-F238E27FC236}">
                  <a16:creationId xmlns:a16="http://schemas.microsoft.com/office/drawing/2014/main" id="{6488F67A-D84A-49C6-9920-7D3A5C265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825"/>
              <a:ext cx="121" cy="122"/>
            </a:xfrm>
            <a:custGeom>
              <a:avLst/>
              <a:gdLst>
                <a:gd name="T0" fmla="*/ 133 w 118"/>
                <a:gd name="T1" fmla="*/ 59 h 119"/>
                <a:gd name="T2" fmla="*/ 78 w 118"/>
                <a:gd name="T3" fmla="*/ 133 h 119"/>
                <a:gd name="T4" fmla="*/ 4 w 118"/>
                <a:gd name="T5" fmla="*/ 78 h 119"/>
                <a:gd name="T6" fmla="*/ 59 w 118"/>
                <a:gd name="T7" fmla="*/ 4 h 119"/>
                <a:gd name="T8" fmla="*/ 133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3"/>
                    <a:pt x="97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1" name="Freeform 1934">
              <a:extLst>
                <a:ext uri="{FF2B5EF4-FFF2-40B4-BE49-F238E27FC236}">
                  <a16:creationId xmlns:a16="http://schemas.microsoft.com/office/drawing/2014/main" id="{62ADCFFE-471A-4A8E-AFD9-7A379FB06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842"/>
              <a:ext cx="68" cy="69"/>
            </a:xfrm>
            <a:custGeom>
              <a:avLst/>
              <a:gdLst>
                <a:gd name="T0" fmla="*/ 71 w 67"/>
                <a:gd name="T1" fmla="*/ 36 h 67"/>
                <a:gd name="T2" fmla="*/ 43 w 67"/>
                <a:gd name="T3" fmla="*/ 76 h 67"/>
                <a:gd name="T4" fmla="*/ 2 w 67"/>
                <a:gd name="T5" fmla="*/ 43 h 67"/>
                <a:gd name="T6" fmla="*/ 30 w 67"/>
                <a:gd name="T7" fmla="*/ 2 h 67"/>
                <a:gd name="T8" fmla="*/ 71 w 67"/>
                <a:gd name="T9" fmla="*/ 3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5" y="30"/>
                  </a:moveTo>
                  <a:cubicBezTo>
                    <a:pt x="67" y="47"/>
                    <a:pt x="54" y="62"/>
                    <a:pt x="37" y="64"/>
                  </a:cubicBezTo>
                  <a:cubicBezTo>
                    <a:pt x="20" y="67"/>
                    <a:pt x="4" y="54"/>
                    <a:pt x="2" y="37"/>
                  </a:cubicBezTo>
                  <a:cubicBezTo>
                    <a:pt x="0" y="20"/>
                    <a:pt x="12" y="4"/>
                    <a:pt x="30" y="2"/>
                  </a:cubicBezTo>
                  <a:cubicBezTo>
                    <a:pt x="47" y="0"/>
                    <a:pt x="62" y="12"/>
                    <a:pt x="65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2" name="Freeform 1935">
              <a:extLst>
                <a:ext uri="{FF2B5EF4-FFF2-40B4-BE49-F238E27FC236}">
                  <a16:creationId xmlns:a16="http://schemas.microsoft.com/office/drawing/2014/main" id="{694550E6-BEBE-4AA4-8358-33B329530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855"/>
              <a:ext cx="22" cy="22"/>
            </a:xfrm>
            <a:custGeom>
              <a:avLst/>
              <a:gdLst>
                <a:gd name="T0" fmla="*/ 22 w 22"/>
                <a:gd name="T1" fmla="*/ 10 h 22"/>
                <a:gd name="T2" fmla="*/ 12 w 22"/>
                <a:gd name="T3" fmla="*/ 22 h 22"/>
                <a:gd name="T4" fmla="*/ 0 w 22"/>
                <a:gd name="T5" fmla="*/ 12 h 22"/>
                <a:gd name="T6" fmla="*/ 10 w 22"/>
                <a:gd name="T7" fmla="*/ 1 h 22"/>
                <a:gd name="T8" fmla="*/ 22 w 22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2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6" y="22"/>
                    <a:pt x="1" y="18"/>
                    <a:pt x="0" y="12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3" name="Freeform 1936">
              <a:extLst>
                <a:ext uri="{FF2B5EF4-FFF2-40B4-BE49-F238E27FC236}">
                  <a16:creationId xmlns:a16="http://schemas.microsoft.com/office/drawing/2014/main" id="{674281B0-F077-494C-A9DB-025EDF750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867"/>
              <a:ext cx="61" cy="71"/>
            </a:xfrm>
            <a:custGeom>
              <a:avLst/>
              <a:gdLst>
                <a:gd name="T0" fmla="*/ 50 w 60"/>
                <a:gd name="T1" fmla="*/ 0 h 70"/>
                <a:gd name="T2" fmla="*/ 0 w 60"/>
                <a:gd name="T3" fmla="*/ 76 h 70"/>
                <a:gd name="T4" fmla="*/ 50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9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4" name="Freeform 1937">
              <a:extLst>
                <a:ext uri="{FF2B5EF4-FFF2-40B4-BE49-F238E27FC236}">
                  <a16:creationId xmlns:a16="http://schemas.microsoft.com/office/drawing/2014/main" id="{4735790A-9FAC-494A-B918-FC89B90C1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011"/>
              <a:ext cx="120" cy="120"/>
            </a:xfrm>
            <a:custGeom>
              <a:avLst/>
              <a:gdLst>
                <a:gd name="T0" fmla="*/ 127 w 118"/>
                <a:gd name="T1" fmla="*/ 59 h 118"/>
                <a:gd name="T2" fmla="*/ 72 w 118"/>
                <a:gd name="T3" fmla="*/ 127 h 118"/>
                <a:gd name="T4" fmla="*/ 4 w 118"/>
                <a:gd name="T5" fmla="*/ 72 h 118"/>
                <a:gd name="T6" fmla="*/ 58 w 118"/>
                <a:gd name="T7" fmla="*/ 4 h 118"/>
                <a:gd name="T8" fmla="*/ 127 w 118"/>
                <a:gd name="T9" fmla="*/ 59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7"/>
                    <a:pt x="4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5" name="Freeform 1938">
              <a:extLst>
                <a:ext uri="{FF2B5EF4-FFF2-40B4-BE49-F238E27FC236}">
                  <a16:creationId xmlns:a16="http://schemas.microsoft.com/office/drawing/2014/main" id="{77C38052-F8AD-4062-A2AD-4117D83AA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011"/>
              <a:ext cx="120" cy="120"/>
            </a:xfrm>
            <a:custGeom>
              <a:avLst/>
              <a:gdLst>
                <a:gd name="T0" fmla="*/ 127 w 118"/>
                <a:gd name="T1" fmla="*/ 59 h 118"/>
                <a:gd name="T2" fmla="*/ 72 w 118"/>
                <a:gd name="T3" fmla="*/ 127 h 118"/>
                <a:gd name="T4" fmla="*/ 4 w 118"/>
                <a:gd name="T5" fmla="*/ 72 h 118"/>
                <a:gd name="T6" fmla="*/ 58 w 118"/>
                <a:gd name="T7" fmla="*/ 4 h 118"/>
                <a:gd name="T8" fmla="*/ 127 w 118"/>
                <a:gd name="T9" fmla="*/ 59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7"/>
                    <a:pt x="4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6" name="Freeform 1939">
              <a:extLst>
                <a:ext uri="{FF2B5EF4-FFF2-40B4-BE49-F238E27FC236}">
                  <a16:creationId xmlns:a16="http://schemas.microsoft.com/office/drawing/2014/main" id="{3C9613CD-695E-447F-A41A-D5ECF9C09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028"/>
              <a:ext cx="67" cy="68"/>
            </a:xfrm>
            <a:custGeom>
              <a:avLst/>
              <a:gdLst>
                <a:gd name="T0" fmla="*/ 70 w 66"/>
                <a:gd name="T1" fmla="*/ 35 h 66"/>
                <a:gd name="T2" fmla="*/ 43 w 66"/>
                <a:gd name="T3" fmla="*/ 76 h 66"/>
                <a:gd name="T4" fmla="*/ 2 w 66"/>
                <a:gd name="T5" fmla="*/ 43 h 66"/>
                <a:gd name="T6" fmla="*/ 29 w 66"/>
                <a:gd name="T7" fmla="*/ 2 h 66"/>
                <a:gd name="T8" fmla="*/ 70 w 66"/>
                <a:gd name="T9" fmla="*/ 3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7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7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7" name="Freeform 1940">
              <a:extLst>
                <a:ext uri="{FF2B5EF4-FFF2-40B4-BE49-F238E27FC236}">
                  <a16:creationId xmlns:a16="http://schemas.microsoft.com/office/drawing/2014/main" id="{CD74A345-D4A7-41F1-9AF8-F395E0FF0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041"/>
              <a:ext cx="24" cy="22"/>
            </a:xfrm>
            <a:custGeom>
              <a:avLst/>
              <a:gdLst>
                <a:gd name="T0" fmla="*/ 28 w 23"/>
                <a:gd name="T1" fmla="*/ 10 h 22"/>
                <a:gd name="T2" fmla="*/ 19 w 23"/>
                <a:gd name="T3" fmla="*/ 22 h 22"/>
                <a:gd name="T4" fmla="*/ 1 w 23"/>
                <a:gd name="T5" fmla="*/ 12 h 22"/>
                <a:gd name="T6" fmla="*/ 10 w 23"/>
                <a:gd name="T7" fmla="*/ 0 h 22"/>
                <a:gd name="T8" fmla="*/ 28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2"/>
                    <a:pt x="2" y="18"/>
                    <a:pt x="1" y="12"/>
                  </a:cubicBezTo>
                  <a:cubicBezTo>
                    <a:pt x="0" y="6"/>
                    <a:pt x="5" y="1"/>
                    <a:pt x="10" y="0"/>
                  </a:cubicBezTo>
                  <a:cubicBezTo>
                    <a:pt x="16" y="0"/>
                    <a:pt x="22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8" name="Freeform 1941">
              <a:extLst>
                <a:ext uri="{FF2B5EF4-FFF2-40B4-BE49-F238E27FC236}">
                  <a16:creationId xmlns:a16="http://schemas.microsoft.com/office/drawing/2014/main" id="{E0620126-4E29-4750-8030-A2480C355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053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9" name="Freeform 1942">
              <a:extLst>
                <a:ext uri="{FF2B5EF4-FFF2-40B4-BE49-F238E27FC236}">
                  <a16:creationId xmlns:a16="http://schemas.microsoft.com/office/drawing/2014/main" id="{B21CE928-11BE-436E-90BA-BF40AE1C1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085"/>
              <a:ext cx="121" cy="121"/>
            </a:xfrm>
            <a:custGeom>
              <a:avLst/>
              <a:gdLst>
                <a:gd name="T0" fmla="*/ 133 w 118"/>
                <a:gd name="T1" fmla="*/ 58 h 118"/>
                <a:gd name="T2" fmla="*/ 78 w 118"/>
                <a:gd name="T3" fmla="*/ 132 h 118"/>
                <a:gd name="T4" fmla="*/ 4 w 118"/>
                <a:gd name="T5" fmla="*/ 78 h 118"/>
                <a:gd name="T6" fmla="*/ 58 w 118"/>
                <a:gd name="T7" fmla="*/ 3 h 118"/>
                <a:gd name="T8" fmla="*/ 133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0" name="Freeform 1943">
              <a:extLst>
                <a:ext uri="{FF2B5EF4-FFF2-40B4-BE49-F238E27FC236}">
                  <a16:creationId xmlns:a16="http://schemas.microsoft.com/office/drawing/2014/main" id="{D7B04CAA-8B58-473F-96E3-E93898FE1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085"/>
              <a:ext cx="121" cy="121"/>
            </a:xfrm>
            <a:custGeom>
              <a:avLst/>
              <a:gdLst>
                <a:gd name="T0" fmla="*/ 133 w 118"/>
                <a:gd name="T1" fmla="*/ 58 h 118"/>
                <a:gd name="T2" fmla="*/ 78 w 118"/>
                <a:gd name="T3" fmla="*/ 132 h 118"/>
                <a:gd name="T4" fmla="*/ 4 w 118"/>
                <a:gd name="T5" fmla="*/ 78 h 118"/>
                <a:gd name="T6" fmla="*/ 58 w 118"/>
                <a:gd name="T7" fmla="*/ 3 h 118"/>
                <a:gd name="T8" fmla="*/ 133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1" name="Freeform 1944">
              <a:extLst>
                <a:ext uri="{FF2B5EF4-FFF2-40B4-BE49-F238E27FC236}">
                  <a16:creationId xmlns:a16="http://schemas.microsoft.com/office/drawing/2014/main" id="{6804953F-C656-4090-B86C-40174A447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103"/>
              <a:ext cx="68" cy="67"/>
            </a:xfrm>
            <a:custGeom>
              <a:avLst/>
              <a:gdLst>
                <a:gd name="T0" fmla="*/ 76 w 66"/>
                <a:gd name="T1" fmla="*/ 29 h 66"/>
                <a:gd name="T2" fmla="*/ 43 w 66"/>
                <a:gd name="T3" fmla="*/ 70 h 66"/>
                <a:gd name="T4" fmla="*/ 2 w 66"/>
                <a:gd name="T5" fmla="*/ 43 h 66"/>
                <a:gd name="T6" fmla="*/ 35 w 66"/>
                <a:gd name="T7" fmla="*/ 2 h 66"/>
                <a:gd name="T8" fmla="*/ 76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19"/>
                    <a:pt x="12" y="4"/>
                    <a:pt x="29" y="2"/>
                  </a:cubicBezTo>
                  <a:cubicBezTo>
                    <a:pt x="47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2" name="Freeform 1945">
              <a:extLst>
                <a:ext uri="{FF2B5EF4-FFF2-40B4-BE49-F238E27FC236}">
                  <a16:creationId xmlns:a16="http://schemas.microsoft.com/office/drawing/2014/main" id="{4266881C-B1CC-46C0-90FD-43BDE1E6D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114"/>
              <a:ext cx="23" cy="24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8 h 23"/>
                <a:gd name="T4" fmla="*/ 1 w 23"/>
                <a:gd name="T5" fmla="*/ 19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2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5" y="2"/>
                    <a:pt x="10" y="1"/>
                  </a:cubicBezTo>
                  <a:cubicBezTo>
                    <a:pt x="16" y="0"/>
                    <a:pt x="22" y="5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3" name="Freeform 1946">
              <a:extLst>
                <a:ext uri="{FF2B5EF4-FFF2-40B4-BE49-F238E27FC236}">
                  <a16:creationId xmlns:a16="http://schemas.microsoft.com/office/drawing/2014/main" id="{4D674C34-DFB4-42B9-A501-D56EF294C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127"/>
              <a:ext cx="63" cy="72"/>
            </a:xfrm>
            <a:custGeom>
              <a:avLst/>
              <a:gdLst>
                <a:gd name="T0" fmla="*/ 56 w 61"/>
                <a:gd name="T1" fmla="*/ 0 h 70"/>
                <a:gd name="T2" fmla="*/ 0 w 61"/>
                <a:gd name="T3" fmla="*/ 82 h 70"/>
                <a:gd name="T4" fmla="*/ 56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4" name="Freeform 1947">
              <a:extLst>
                <a:ext uri="{FF2B5EF4-FFF2-40B4-BE49-F238E27FC236}">
                  <a16:creationId xmlns:a16="http://schemas.microsoft.com/office/drawing/2014/main" id="{B7987E66-B0CB-4DFE-A9A0-1A8447CE5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506"/>
              <a:ext cx="122" cy="122"/>
            </a:xfrm>
            <a:custGeom>
              <a:avLst/>
              <a:gdLst>
                <a:gd name="T0" fmla="*/ 133 w 119"/>
                <a:gd name="T1" fmla="*/ 59 h 119"/>
                <a:gd name="T2" fmla="*/ 78 w 119"/>
                <a:gd name="T3" fmla="*/ 133 h 119"/>
                <a:gd name="T4" fmla="*/ 4 w 119"/>
                <a:gd name="T5" fmla="*/ 78 h 119"/>
                <a:gd name="T6" fmla="*/ 59 w 119"/>
                <a:gd name="T7" fmla="*/ 4 h 119"/>
                <a:gd name="T8" fmla="*/ 133 w 119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9">
                  <a:moveTo>
                    <a:pt x="115" y="53"/>
                  </a:moveTo>
                  <a:cubicBezTo>
                    <a:pt x="119" y="84"/>
                    <a:pt x="97" y="111"/>
                    <a:pt x="66" y="115"/>
                  </a:cubicBezTo>
                  <a:cubicBezTo>
                    <a:pt x="36" y="119"/>
                    <a:pt x="8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4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5" name="Freeform 1948">
              <a:extLst>
                <a:ext uri="{FF2B5EF4-FFF2-40B4-BE49-F238E27FC236}">
                  <a16:creationId xmlns:a16="http://schemas.microsoft.com/office/drawing/2014/main" id="{614B44F0-D56D-478D-8DE2-DD568AF6C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506"/>
              <a:ext cx="122" cy="122"/>
            </a:xfrm>
            <a:custGeom>
              <a:avLst/>
              <a:gdLst>
                <a:gd name="T0" fmla="*/ 133 w 119"/>
                <a:gd name="T1" fmla="*/ 59 h 119"/>
                <a:gd name="T2" fmla="*/ 78 w 119"/>
                <a:gd name="T3" fmla="*/ 133 h 119"/>
                <a:gd name="T4" fmla="*/ 4 w 119"/>
                <a:gd name="T5" fmla="*/ 78 h 119"/>
                <a:gd name="T6" fmla="*/ 59 w 119"/>
                <a:gd name="T7" fmla="*/ 4 h 119"/>
                <a:gd name="T8" fmla="*/ 133 w 119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9">
                  <a:moveTo>
                    <a:pt x="115" y="53"/>
                  </a:moveTo>
                  <a:cubicBezTo>
                    <a:pt x="119" y="84"/>
                    <a:pt x="97" y="111"/>
                    <a:pt x="66" y="115"/>
                  </a:cubicBezTo>
                  <a:cubicBezTo>
                    <a:pt x="36" y="119"/>
                    <a:pt x="8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4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6" name="Freeform 1949">
              <a:extLst>
                <a:ext uri="{FF2B5EF4-FFF2-40B4-BE49-F238E27FC236}">
                  <a16:creationId xmlns:a16="http://schemas.microsoft.com/office/drawing/2014/main" id="{301963D4-48E5-4903-8720-CEAB44ABA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524"/>
              <a:ext cx="68" cy="68"/>
            </a:xfrm>
            <a:custGeom>
              <a:avLst/>
              <a:gdLst>
                <a:gd name="T0" fmla="*/ 71 w 67"/>
                <a:gd name="T1" fmla="*/ 30 h 67"/>
                <a:gd name="T2" fmla="*/ 43 w 67"/>
                <a:gd name="T3" fmla="*/ 71 h 67"/>
                <a:gd name="T4" fmla="*/ 3 w 67"/>
                <a:gd name="T5" fmla="*/ 43 h 67"/>
                <a:gd name="T6" fmla="*/ 30 w 67"/>
                <a:gd name="T7" fmla="*/ 2 h 67"/>
                <a:gd name="T8" fmla="*/ 71 w 67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5" y="30"/>
                  </a:moveTo>
                  <a:cubicBezTo>
                    <a:pt x="67" y="47"/>
                    <a:pt x="55" y="62"/>
                    <a:pt x="37" y="65"/>
                  </a:cubicBezTo>
                  <a:cubicBezTo>
                    <a:pt x="20" y="67"/>
                    <a:pt x="5" y="54"/>
                    <a:pt x="3" y="37"/>
                  </a:cubicBezTo>
                  <a:cubicBezTo>
                    <a:pt x="0" y="20"/>
                    <a:pt x="13" y="4"/>
                    <a:pt x="30" y="2"/>
                  </a:cubicBezTo>
                  <a:cubicBezTo>
                    <a:pt x="47" y="0"/>
                    <a:pt x="63" y="12"/>
                    <a:pt x="65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7" name="Freeform 1950">
              <a:extLst>
                <a:ext uri="{FF2B5EF4-FFF2-40B4-BE49-F238E27FC236}">
                  <a16:creationId xmlns:a16="http://schemas.microsoft.com/office/drawing/2014/main" id="{D8C9CACF-DD9B-4D61-AFEA-26969F147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536"/>
              <a:ext cx="23" cy="23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2 h 23"/>
                <a:gd name="T4" fmla="*/ 1 w 23"/>
                <a:gd name="T5" fmla="*/ 13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8" y="21"/>
                    <a:pt x="13" y="22"/>
                  </a:cubicBezTo>
                  <a:cubicBezTo>
                    <a:pt x="7" y="23"/>
                    <a:pt x="1" y="18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" name="Freeform 1951">
              <a:extLst>
                <a:ext uri="{FF2B5EF4-FFF2-40B4-BE49-F238E27FC236}">
                  <a16:creationId xmlns:a16="http://schemas.microsoft.com/office/drawing/2014/main" id="{600F7C28-1D0F-4620-B906-5447EB15A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548"/>
              <a:ext cx="62" cy="72"/>
            </a:xfrm>
            <a:custGeom>
              <a:avLst/>
              <a:gdLst>
                <a:gd name="T0" fmla="*/ 50 w 61"/>
                <a:gd name="T1" fmla="*/ 0 h 70"/>
                <a:gd name="T2" fmla="*/ 0 w 61"/>
                <a:gd name="T3" fmla="*/ 82 h 70"/>
                <a:gd name="T4" fmla="*/ 50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4" y="0"/>
                  </a:moveTo>
                  <a:cubicBezTo>
                    <a:pt x="44" y="0"/>
                    <a:pt x="61" y="60"/>
                    <a:pt x="0" y="70"/>
                  </a:cubicBezTo>
                  <a:cubicBezTo>
                    <a:pt x="0" y="70"/>
                    <a:pt x="49" y="59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9" name="Freeform 1952">
              <a:extLst>
                <a:ext uri="{FF2B5EF4-FFF2-40B4-BE49-F238E27FC236}">
                  <a16:creationId xmlns:a16="http://schemas.microsoft.com/office/drawing/2014/main" id="{25A17705-B955-492A-9F61-08E6A253F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493"/>
              <a:ext cx="121" cy="120"/>
            </a:xfrm>
            <a:custGeom>
              <a:avLst/>
              <a:gdLst>
                <a:gd name="T0" fmla="*/ 127 w 119"/>
                <a:gd name="T1" fmla="*/ 58 h 118"/>
                <a:gd name="T2" fmla="*/ 72 w 119"/>
                <a:gd name="T3" fmla="*/ 126 h 118"/>
                <a:gd name="T4" fmla="*/ 4 w 119"/>
                <a:gd name="T5" fmla="*/ 72 h 118"/>
                <a:gd name="T6" fmla="*/ 59 w 119"/>
                <a:gd name="T7" fmla="*/ 3 h 118"/>
                <a:gd name="T8" fmla="*/ 127 w 119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8">
                  <a:moveTo>
                    <a:pt x="115" y="52"/>
                  </a:moveTo>
                  <a:cubicBezTo>
                    <a:pt x="119" y="83"/>
                    <a:pt x="97" y="111"/>
                    <a:pt x="66" y="114"/>
                  </a:cubicBezTo>
                  <a:cubicBezTo>
                    <a:pt x="35" y="118"/>
                    <a:pt x="8" y="96"/>
                    <a:pt x="4" y="66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0" name="Freeform 1953">
              <a:extLst>
                <a:ext uri="{FF2B5EF4-FFF2-40B4-BE49-F238E27FC236}">
                  <a16:creationId xmlns:a16="http://schemas.microsoft.com/office/drawing/2014/main" id="{67AD704D-4517-4F80-A1FB-8EBE07FAC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493"/>
              <a:ext cx="121" cy="120"/>
            </a:xfrm>
            <a:custGeom>
              <a:avLst/>
              <a:gdLst>
                <a:gd name="T0" fmla="*/ 127 w 119"/>
                <a:gd name="T1" fmla="*/ 58 h 118"/>
                <a:gd name="T2" fmla="*/ 72 w 119"/>
                <a:gd name="T3" fmla="*/ 126 h 118"/>
                <a:gd name="T4" fmla="*/ 4 w 119"/>
                <a:gd name="T5" fmla="*/ 72 h 118"/>
                <a:gd name="T6" fmla="*/ 59 w 119"/>
                <a:gd name="T7" fmla="*/ 3 h 118"/>
                <a:gd name="T8" fmla="*/ 127 w 119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8">
                  <a:moveTo>
                    <a:pt x="115" y="52"/>
                  </a:moveTo>
                  <a:cubicBezTo>
                    <a:pt x="119" y="83"/>
                    <a:pt x="97" y="111"/>
                    <a:pt x="66" y="114"/>
                  </a:cubicBezTo>
                  <a:cubicBezTo>
                    <a:pt x="35" y="118"/>
                    <a:pt x="8" y="96"/>
                    <a:pt x="4" y="66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1" name="Freeform 1954">
              <a:extLst>
                <a:ext uri="{FF2B5EF4-FFF2-40B4-BE49-F238E27FC236}">
                  <a16:creationId xmlns:a16="http://schemas.microsoft.com/office/drawing/2014/main" id="{2EA79C4D-9967-44B3-8F0E-D0CE0390F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510"/>
              <a:ext cx="68" cy="68"/>
            </a:xfrm>
            <a:custGeom>
              <a:avLst/>
              <a:gdLst>
                <a:gd name="T0" fmla="*/ 71 w 67"/>
                <a:gd name="T1" fmla="*/ 35 h 66"/>
                <a:gd name="T2" fmla="*/ 43 w 67"/>
                <a:gd name="T3" fmla="*/ 76 h 66"/>
                <a:gd name="T4" fmla="*/ 2 w 67"/>
                <a:gd name="T5" fmla="*/ 43 h 66"/>
                <a:gd name="T6" fmla="*/ 30 w 67"/>
                <a:gd name="T7" fmla="*/ 2 h 66"/>
                <a:gd name="T8" fmla="*/ 71 w 67"/>
                <a:gd name="T9" fmla="*/ 3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6">
                  <a:moveTo>
                    <a:pt x="65" y="29"/>
                  </a:moveTo>
                  <a:cubicBezTo>
                    <a:pt x="67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19"/>
                    <a:pt x="13" y="4"/>
                    <a:pt x="30" y="2"/>
                  </a:cubicBezTo>
                  <a:cubicBezTo>
                    <a:pt x="47" y="0"/>
                    <a:pt x="63" y="12"/>
                    <a:pt x="65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" name="Freeform 1955">
              <a:extLst>
                <a:ext uri="{FF2B5EF4-FFF2-40B4-BE49-F238E27FC236}">
                  <a16:creationId xmlns:a16="http://schemas.microsoft.com/office/drawing/2014/main" id="{EDCEF149-6F7A-41E6-A9A2-04C0B8E3A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522"/>
              <a:ext cx="23" cy="23"/>
            </a:xfrm>
            <a:custGeom>
              <a:avLst/>
              <a:gdLst>
                <a:gd name="T0" fmla="*/ 28 w 22"/>
                <a:gd name="T1" fmla="*/ 10 h 23"/>
                <a:gd name="T2" fmla="*/ 18 w 22"/>
                <a:gd name="T3" fmla="*/ 22 h 23"/>
                <a:gd name="T4" fmla="*/ 0 w 22"/>
                <a:gd name="T5" fmla="*/ 13 h 23"/>
                <a:gd name="T6" fmla="*/ 10 w 22"/>
                <a:gd name="T7" fmla="*/ 1 h 23"/>
                <a:gd name="T8" fmla="*/ 28 w 22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2" y="10"/>
                  </a:moveTo>
                  <a:cubicBezTo>
                    <a:pt x="22" y="16"/>
                    <a:pt x="18" y="22"/>
                    <a:pt x="12" y="22"/>
                  </a:cubicBezTo>
                  <a:cubicBezTo>
                    <a:pt x="6" y="23"/>
                    <a:pt x="1" y="19"/>
                    <a:pt x="0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5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" name="Freeform 1956">
              <a:extLst>
                <a:ext uri="{FF2B5EF4-FFF2-40B4-BE49-F238E27FC236}">
                  <a16:creationId xmlns:a16="http://schemas.microsoft.com/office/drawing/2014/main" id="{A8F927ED-BA2B-40F7-9D43-4BDBD9289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535"/>
              <a:ext cx="61" cy="71"/>
            </a:xfrm>
            <a:custGeom>
              <a:avLst/>
              <a:gdLst>
                <a:gd name="T0" fmla="*/ 50 w 60"/>
                <a:gd name="T1" fmla="*/ 0 h 70"/>
                <a:gd name="T2" fmla="*/ 0 w 60"/>
                <a:gd name="T3" fmla="*/ 76 h 70"/>
                <a:gd name="T4" fmla="*/ 50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8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" name="Freeform 1957">
              <a:extLst>
                <a:ext uri="{FF2B5EF4-FFF2-40B4-BE49-F238E27FC236}">
                  <a16:creationId xmlns:a16="http://schemas.microsoft.com/office/drawing/2014/main" id="{5D54350D-621C-4ED3-A4C9-511AFC948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284"/>
              <a:ext cx="120" cy="120"/>
            </a:xfrm>
            <a:custGeom>
              <a:avLst/>
              <a:gdLst>
                <a:gd name="T0" fmla="*/ 126 w 118"/>
                <a:gd name="T1" fmla="*/ 58 h 118"/>
                <a:gd name="T2" fmla="*/ 72 w 118"/>
                <a:gd name="T3" fmla="*/ 126 h 118"/>
                <a:gd name="T4" fmla="*/ 3 w 118"/>
                <a:gd name="T5" fmla="*/ 71 h 118"/>
                <a:gd name="T6" fmla="*/ 58 w 118"/>
                <a:gd name="T7" fmla="*/ 3 h 118"/>
                <a:gd name="T8" fmla="*/ 126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3" y="65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5" name="Freeform 1958">
              <a:extLst>
                <a:ext uri="{FF2B5EF4-FFF2-40B4-BE49-F238E27FC236}">
                  <a16:creationId xmlns:a16="http://schemas.microsoft.com/office/drawing/2014/main" id="{ECD5DCD6-9264-436B-B10C-172B697F7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284"/>
              <a:ext cx="120" cy="120"/>
            </a:xfrm>
            <a:custGeom>
              <a:avLst/>
              <a:gdLst>
                <a:gd name="T0" fmla="*/ 126 w 118"/>
                <a:gd name="T1" fmla="*/ 58 h 118"/>
                <a:gd name="T2" fmla="*/ 72 w 118"/>
                <a:gd name="T3" fmla="*/ 126 h 118"/>
                <a:gd name="T4" fmla="*/ 3 w 118"/>
                <a:gd name="T5" fmla="*/ 71 h 118"/>
                <a:gd name="T6" fmla="*/ 58 w 118"/>
                <a:gd name="T7" fmla="*/ 3 h 118"/>
                <a:gd name="T8" fmla="*/ 126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3" y="65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6" name="Freeform 1959">
              <a:extLst>
                <a:ext uri="{FF2B5EF4-FFF2-40B4-BE49-F238E27FC236}">
                  <a16:creationId xmlns:a16="http://schemas.microsoft.com/office/drawing/2014/main" id="{B7A7F6C9-4CAD-4891-82D9-CB55B10F3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301"/>
              <a:ext cx="67" cy="67"/>
            </a:xfrm>
            <a:custGeom>
              <a:avLst/>
              <a:gdLst>
                <a:gd name="T0" fmla="*/ 70 w 66"/>
                <a:gd name="T1" fmla="*/ 29 h 66"/>
                <a:gd name="T2" fmla="*/ 43 w 66"/>
                <a:gd name="T3" fmla="*/ 70 h 66"/>
                <a:gd name="T4" fmla="*/ 2 w 66"/>
                <a:gd name="T5" fmla="*/ 42 h 66"/>
                <a:gd name="T6" fmla="*/ 29 w 66"/>
                <a:gd name="T7" fmla="*/ 2 h 66"/>
                <a:gd name="T8" fmla="*/ 70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6"/>
                  </a:cubicBezTo>
                  <a:cubicBezTo>
                    <a:pt x="0" y="19"/>
                    <a:pt x="12" y="4"/>
                    <a:pt x="29" y="2"/>
                  </a:cubicBezTo>
                  <a:cubicBezTo>
                    <a:pt x="46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7" name="Freeform 1960">
              <a:extLst>
                <a:ext uri="{FF2B5EF4-FFF2-40B4-BE49-F238E27FC236}">
                  <a16:creationId xmlns:a16="http://schemas.microsoft.com/office/drawing/2014/main" id="{53596AC1-1730-453C-9BD1-DEB19BF22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312"/>
              <a:ext cx="24" cy="24"/>
            </a:xfrm>
            <a:custGeom>
              <a:avLst/>
              <a:gdLst>
                <a:gd name="T0" fmla="*/ 28 w 23"/>
                <a:gd name="T1" fmla="*/ 10 h 23"/>
                <a:gd name="T2" fmla="*/ 19 w 23"/>
                <a:gd name="T3" fmla="*/ 28 h 23"/>
                <a:gd name="T4" fmla="*/ 1 w 23"/>
                <a:gd name="T5" fmla="*/ 19 h 23"/>
                <a:gd name="T6" fmla="*/ 10 w 23"/>
                <a:gd name="T7" fmla="*/ 1 h 23"/>
                <a:gd name="T8" fmla="*/ 28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2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5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8" name="Freeform 1961">
              <a:extLst>
                <a:ext uri="{FF2B5EF4-FFF2-40B4-BE49-F238E27FC236}">
                  <a16:creationId xmlns:a16="http://schemas.microsoft.com/office/drawing/2014/main" id="{D80B5816-A33C-4B6D-83CF-ED3F2C535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325"/>
              <a:ext cx="62" cy="72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82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9" name="Freeform 1962">
              <a:extLst>
                <a:ext uri="{FF2B5EF4-FFF2-40B4-BE49-F238E27FC236}">
                  <a16:creationId xmlns:a16="http://schemas.microsoft.com/office/drawing/2014/main" id="{C34E5EDD-783B-4006-9179-C61E4A223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773"/>
              <a:ext cx="122" cy="122"/>
            </a:xfrm>
            <a:custGeom>
              <a:avLst/>
              <a:gdLst>
                <a:gd name="T0" fmla="*/ 133 w 119"/>
                <a:gd name="T1" fmla="*/ 59 h 119"/>
                <a:gd name="T2" fmla="*/ 78 w 119"/>
                <a:gd name="T3" fmla="*/ 133 h 119"/>
                <a:gd name="T4" fmla="*/ 4 w 119"/>
                <a:gd name="T5" fmla="*/ 78 h 119"/>
                <a:gd name="T6" fmla="*/ 59 w 119"/>
                <a:gd name="T7" fmla="*/ 4 h 119"/>
                <a:gd name="T8" fmla="*/ 133 w 119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9">
                  <a:moveTo>
                    <a:pt x="115" y="53"/>
                  </a:moveTo>
                  <a:cubicBezTo>
                    <a:pt x="119" y="84"/>
                    <a:pt x="97" y="111"/>
                    <a:pt x="66" y="115"/>
                  </a:cubicBezTo>
                  <a:cubicBezTo>
                    <a:pt x="35" y="119"/>
                    <a:pt x="8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4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0" name="Freeform 1963">
              <a:extLst>
                <a:ext uri="{FF2B5EF4-FFF2-40B4-BE49-F238E27FC236}">
                  <a16:creationId xmlns:a16="http://schemas.microsoft.com/office/drawing/2014/main" id="{F3E128B5-D22E-40CD-AC5C-17F58C4DD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773"/>
              <a:ext cx="122" cy="122"/>
            </a:xfrm>
            <a:custGeom>
              <a:avLst/>
              <a:gdLst>
                <a:gd name="T0" fmla="*/ 133 w 119"/>
                <a:gd name="T1" fmla="*/ 59 h 119"/>
                <a:gd name="T2" fmla="*/ 78 w 119"/>
                <a:gd name="T3" fmla="*/ 133 h 119"/>
                <a:gd name="T4" fmla="*/ 4 w 119"/>
                <a:gd name="T5" fmla="*/ 78 h 119"/>
                <a:gd name="T6" fmla="*/ 59 w 119"/>
                <a:gd name="T7" fmla="*/ 4 h 119"/>
                <a:gd name="T8" fmla="*/ 133 w 119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9">
                  <a:moveTo>
                    <a:pt x="115" y="53"/>
                  </a:moveTo>
                  <a:cubicBezTo>
                    <a:pt x="119" y="84"/>
                    <a:pt x="97" y="111"/>
                    <a:pt x="66" y="115"/>
                  </a:cubicBezTo>
                  <a:cubicBezTo>
                    <a:pt x="35" y="119"/>
                    <a:pt x="8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4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1" name="Freeform 1964">
              <a:extLst>
                <a:ext uri="{FF2B5EF4-FFF2-40B4-BE49-F238E27FC236}">
                  <a16:creationId xmlns:a16="http://schemas.microsoft.com/office/drawing/2014/main" id="{414A7285-2AFD-44F5-A393-296B1B14A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790"/>
              <a:ext cx="68" cy="69"/>
            </a:xfrm>
            <a:custGeom>
              <a:avLst/>
              <a:gdLst>
                <a:gd name="T0" fmla="*/ 71 w 67"/>
                <a:gd name="T1" fmla="*/ 36 h 67"/>
                <a:gd name="T2" fmla="*/ 43 w 67"/>
                <a:gd name="T3" fmla="*/ 77 h 67"/>
                <a:gd name="T4" fmla="*/ 2 w 67"/>
                <a:gd name="T5" fmla="*/ 43 h 67"/>
                <a:gd name="T6" fmla="*/ 30 w 67"/>
                <a:gd name="T7" fmla="*/ 2 h 67"/>
                <a:gd name="T8" fmla="*/ 71 w 67"/>
                <a:gd name="T9" fmla="*/ 3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5" y="30"/>
                  </a:moveTo>
                  <a:cubicBezTo>
                    <a:pt x="67" y="47"/>
                    <a:pt x="54" y="62"/>
                    <a:pt x="37" y="65"/>
                  </a:cubicBezTo>
                  <a:cubicBezTo>
                    <a:pt x="20" y="67"/>
                    <a:pt x="4" y="54"/>
                    <a:pt x="2" y="37"/>
                  </a:cubicBezTo>
                  <a:cubicBezTo>
                    <a:pt x="0" y="20"/>
                    <a:pt x="13" y="4"/>
                    <a:pt x="30" y="2"/>
                  </a:cubicBezTo>
                  <a:cubicBezTo>
                    <a:pt x="47" y="0"/>
                    <a:pt x="63" y="12"/>
                    <a:pt x="65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2" name="Freeform 1965">
              <a:extLst>
                <a:ext uri="{FF2B5EF4-FFF2-40B4-BE49-F238E27FC236}">
                  <a16:creationId xmlns:a16="http://schemas.microsoft.com/office/drawing/2014/main" id="{E2833A9A-B990-4239-AA42-BC292C199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803"/>
              <a:ext cx="22" cy="23"/>
            </a:xfrm>
            <a:custGeom>
              <a:avLst/>
              <a:gdLst>
                <a:gd name="T0" fmla="*/ 22 w 22"/>
                <a:gd name="T1" fmla="*/ 10 h 23"/>
                <a:gd name="T2" fmla="*/ 12 w 22"/>
                <a:gd name="T3" fmla="*/ 22 h 23"/>
                <a:gd name="T4" fmla="*/ 1 w 22"/>
                <a:gd name="T5" fmla="*/ 13 h 23"/>
                <a:gd name="T6" fmla="*/ 10 w 22"/>
                <a:gd name="T7" fmla="*/ 1 h 23"/>
                <a:gd name="T8" fmla="*/ 22 w 22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2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7" y="23"/>
                    <a:pt x="1" y="18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3" name="Freeform 1966">
              <a:extLst>
                <a:ext uri="{FF2B5EF4-FFF2-40B4-BE49-F238E27FC236}">
                  <a16:creationId xmlns:a16="http://schemas.microsoft.com/office/drawing/2014/main" id="{52342A90-3317-42F6-9CDB-9E4507DA5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816"/>
              <a:ext cx="62" cy="71"/>
            </a:xfrm>
            <a:custGeom>
              <a:avLst/>
              <a:gdLst>
                <a:gd name="T0" fmla="*/ 50 w 61"/>
                <a:gd name="T1" fmla="*/ 0 h 70"/>
                <a:gd name="T2" fmla="*/ 0 w 61"/>
                <a:gd name="T3" fmla="*/ 76 h 70"/>
                <a:gd name="T4" fmla="*/ 50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4" y="0"/>
                  </a:moveTo>
                  <a:cubicBezTo>
                    <a:pt x="44" y="0"/>
                    <a:pt x="61" y="60"/>
                    <a:pt x="0" y="70"/>
                  </a:cubicBezTo>
                  <a:cubicBezTo>
                    <a:pt x="0" y="70"/>
                    <a:pt x="49" y="58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4" name="Freeform 1967">
              <a:extLst>
                <a:ext uri="{FF2B5EF4-FFF2-40B4-BE49-F238E27FC236}">
                  <a16:creationId xmlns:a16="http://schemas.microsoft.com/office/drawing/2014/main" id="{239A22F4-AC35-4D03-81DE-81174786C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821"/>
              <a:ext cx="121" cy="122"/>
            </a:xfrm>
            <a:custGeom>
              <a:avLst/>
              <a:gdLst>
                <a:gd name="T0" fmla="*/ 132 w 118"/>
                <a:gd name="T1" fmla="*/ 59 h 119"/>
                <a:gd name="T2" fmla="*/ 77 w 118"/>
                <a:gd name="T3" fmla="*/ 133 h 119"/>
                <a:gd name="T4" fmla="*/ 3 w 118"/>
                <a:gd name="T5" fmla="*/ 78 h 119"/>
                <a:gd name="T6" fmla="*/ 58 w 118"/>
                <a:gd name="T7" fmla="*/ 4 h 119"/>
                <a:gd name="T8" fmla="*/ 132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4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6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5" name="Freeform 1968">
              <a:extLst>
                <a:ext uri="{FF2B5EF4-FFF2-40B4-BE49-F238E27FC236}">
                  <a16:creationId xmlns:a16="http://schemas.microsoft.com/office/drawing/2014/main" id="{FEFEBE5D-079E-4AF3-A197-29F3F19BF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821"/>
              <a:ext cx="121" cy="122"/>
            </a:xfrm>
            <a:custGeom>
              <a:avLst/>
              <a:gdLst>
                <a:gd name="T0" fmla="*/ 132 w 118"/>
                <a:gd name="T1" fmla="*/ 59 h 119"/>
                <a:gd name="T2" fmla="*/ 77 w 118"/>
                <a:gd name="T3" fmla="*/ 133 h 119"/>
                <a:gd name="T4" fmla="*/ 3 w 118"/>
                <a:gd name="T5" fmla="*/ 78 h 119"/>
                <a:gd name="T6" fmla="*/ 58 w 118"/>
                <a:gd name="T7" fmla="*/ 4 h 119"/>
                <a:gd name="T8" fmla="*/ 132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4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6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6" name="Freeform 1969">
              <a:extLst>
                <a:ext uri="{FF2B5EF4-FFF2-40B4-BE49-F238E27FC236}">
                  <a16:creationId xmlns:a16="http://schemas.microsoft.com/office/drawing/2014/main" id="{EF3704D3-21C4-4A51-A719-F563CB03D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838"/>
              <a:ext cx="67" cy="69"/>
            </a:xfrm>
            <a:custGeom>
              <a:avLst/>
              <a:gdLst>
                <a:gd name="T0" fmla="*/ 70 w 66"/>
                <a:gd name="T1" fmla="*/ 36 h 67"/>
                <a:gd name="T2" fmla="*/ 43 w 66"/>
                <a:gd name="T3" fmla="*/ 77 h 67"/>
                <a:gd name="T4" fmla="*/ 2 w 66"/>
                <a:gd name="T5" fmla="*/ 43 h 67"/>
                <a:gd name="T6" fmla="*/ 29 w 66"/>
                <a:gd name="T7" fmla="*/ 2 h 67"/>
                <a:gd name="T8" fmla="*/ 70 w 66"/>
                <a:gd name="T9" fmla="*/ 3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3"/>
                    <a:pt x="37" y="65"/>
                  </a:cubicBezTo>
                  <a:cubicBezTo>
                    <a:pt x="19" y="67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6" y="0"/>
                    <a:pt x="62" y="13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7" name="Freeform 1970">
              <a:extLst>
                <a:ext uri="{FF2B5EF4-FFF2-40B4-BE49-F238E27FC236}">
                  <a16:creationId xmlns:a16="http://schemas.microsoft.com/office/drawing/2014/main" id="{EB74747A-15B4-4F5B-A2CE-AB8558E69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851"/>
              <a:ext cx="23" cy="23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2 h 23"/>
                <a:gd name="T4" fmla="*/ 1 w 23"/>
                <a:gd name="T5" fmla="*/ 13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8" name="Freeform 1971">
              <a:extLst>
                <a:ext uri="{FF2B5EF4-FFF2-40B4-BE49-F238E27FC236}">
                  <a16:creationId xmlns:a16="http://schemas.microsoft.com/office/drawing/2014/main" id="{F82AB5BC-0E4F-48E1-8660-D00FD39E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864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9" name="Freeform 1972">
              <a:extLst>
                <a:ext uri="{FF2B5EF4-FFF2-40B4-BE49-F238E27FC236}">
                  <a16:creationId xmlns:a16="http://schemas.microsoft.com/office/drawing/2014/main" id="{21314187-F0E3-47EA-B4E5-DF2596763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720"/>
              <a:ext cx="120" cy="120"/>
            </a:xfrm>
            <a:custGeom>
              <a:avLst/>
              <a:gdLst>
                <a:gd name="T0" fmla="*/ 126 w 118"/>
                <a:gd name="T1" fmla="*/ 58 h 118"/>
                <a:gd name="T2" fmla="*/ 71 w 118"/>
                <a:gd name="T3" fmla="*/ 126 h 118"/>
                <a:gd name="T4" fmla="*/ 3 w 118"/>
                <a:gd name="T5" fmla="*/ 72 h 118"/>
                <a:gd name="T6" fmla="*/ 58 w 118"/>
                <a:gd name="T7" fmla="*/ 3 h 118"/>
                <a:gd name="T8" fmla="*/ 126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4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0" name="Freeform 1973">
              <a:extLst>
                <a:ext uri="{FF2B5EF4-FFF2-40B4-BE49-F238E27FC236}">
                  <a16:creationId xmlns:a16="http://schemas.microsoft.com/office/drawing/2014/main" id="{00DC11A5-65E3-461C-BDA0-7896090A9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720"/>
              <a:ext cx="120" cy="120"/>
            </a:xfrm>
            <a:custGeom>
              <a:avLst/>
              <a:gdLst>
                <a:gd name="T0" fmla="*/ 126 w 118"/>
                <a:gd name="T1" fmla="*/ 58 h 118"/>
                <a:gd name="T2" fmla="*/ 71 w 118"/>
                <a:gd name="T3" fmla="*/ 126 h 118"/>
                <a:gd name="T4" fmla="*/ 3 w 118"/>
                <a:gd name="T5" fmla="*/ 72 h 118"/>
                <a:gd name="T6" fmla="*/ 58 w 118"/>
                <a:gd name="T7" fmla="*/ 3 h 118"/>
                <a:gd name="T8" fmla="*/ 126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4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1" name="Freeform 1974">
              <a:extLst>
                <a:ext uri="{FF2B5EF4-FFF2-40B4-BE49-F238E27FC236}">
                  <a16:creationId xmlns:a16="http://schemas.microsoft.com/office/drawing/2014/main" id="{AE8C43D2-C57B-41F0-88B0-9058B7AE3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737"/>
              <a:ext cx="68" cy="68"/>
            </a:xfrm>
            <a:custGeom>
              <a:avLst/>
              <a:gdLst>
                <a:gd name="T0" fmla="*/ 76 w 66"/>
                <a:gd name="T1" fmla="*/ 35 h 66"/>
                <a:gd name="T2" fmla="*/ 43 w 66"/>
                <a:gd name="T3" fmla="*/ 76 h 66"/>
                <a:gd name="T4" fmla="*/ 2 w 66"/>
                <a:gd name="T5" fmla="*/ 42 h 66"/>
                <a:gd name="T6" fmla="*/ 35 w 66"/>
                <a:gd name="T7" fmla="*/ 2 h 66"/>
                <a:gd name="T8" fmla="*/ 76 w 66"/>
                <a:gd name="T9" fmla="*/ 3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19" y="66"/>
                    <a:pt x="4" y="54"/>
                    <a:pt x="2" y="36"/>
                  </a:cubicBezTo>
                  <a:cubicBezTo>
                    <a:pt x="0" y="19"/>
                    <a:pt x="12" y="4"/>
                    <a:pt x="29" y="2"/>
                  </a:cubicBezTo>
                  <a:cubicBezTo>
                    <a:pt x="46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2" name="Freeform 1975">
              <a:extLst>
                <a:ext uri="{FF2B5EF4-FFF2-40B4-BE49-F238E27FC236}">
                  <a16:creationId xmlns:a16="http://schemas.microsoft.com/office/drawing/2014/main" id="{3CB95D42-35BA-4131-BC3A-1068FA02C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749"/>
              <a:ext cx="24" cy="23"/>
            </a:xfrm>
            <a:custGeom>
              <a:avLst/>
              <a:gdLst>
                <a:gd name="T0" fmla="*/ 28 w 23"/>
                <a:gd name="T1" fmla="*/ 10 h 23"/>
                <a:gd name="T2" fmla="*/ 19 w 23"/>
                <a:gd name="T3" fmla="*/ 22 h 23"/>
                <a:gd name="T4" fmla="*/ 1 w 23"/>
                <a:gd name="T5" fmla="*/ 13 h 23"/>
                <a:gd name="T6" fmla="*/ 10 w 23"/>
                <a:gd name="T7" fmla="*/ 1 h 23"/>
                <a:gd name="T8" fmla="*/ 28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2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5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3" name="Freeform 1976">
              <a:extLst>
                <a:ext uri="{FF2B5EF4-FFF2-40B4-BE49-F238E27FC236}">
                  <a16:creationId xmlns:a16="http://schemas.microsoft.com/office/drawing/2014/main" id="{DBA7E93E-34D4-453D-9B75-66C3F4549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762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4" name="Freeform 1977">
              <a:extLst>
                <a:ext uri="{FF2B5EF4-FFF2-40B4-BE49-F238E27FC236}">
                  <a16:creationId xmlns:a16="http://schemas.microsoft.com/office/drawing/2014/main" id="{2D1FA6E2-6EE9-4228-9BA0-119AB1565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951"/>
              <a:ext cx="120" cy="121"/>
            </a:xfrm>
            <a:custGeom>
              <a:avLst/>
              <a:gdLst>
                <a:gd name="T0" fmla="*/ 127 w 118"/>
                <a:gd name="T1" fmla="*/ 59 h 119"/>
                <a:gd name="T2" fmla="*/ 72 w 118"/>
                <a:gd name="T3" fmla="*/ 127 h 119"/>
                <a:gd name="T4" fmla="*/ 4 w 118"/>
                <a:gd name="T5" fmla="*/ 72 h 119"/>
                <a:gd name="T6" fmla="*/ 59 w 118"/>
                <a:gd name="T7" fmla="*/ 4 h 119"/>
                <a:gd name="T8" fmla="*/ 127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7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6"/>
                    <a:pt x="22" y="8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5" name="Freeform 1978">
              <a:extLst>
                <a:ext uri="{FF2B5EF4-FFF2-40B4-BE49-F238E27FC236}">
                  <a16:creationId xmlns:a16="http://schemas.microsoft.com/office/drawing/2014/main" id="{83329F26-E654-4BE6-B5E7-91FC671FA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951"/>
              <a:ext cx="120" cy="121"/>
            </a:xfrm>
            <a:custGeom>
              <a:avLst/>
              <a:gdLst>
                <a:gd name="T0" fmla="*/ 127 w 118"/>
                <a:gd name="T1" fmla="*/ 59 h 119"/>
                <a:gd name="T2" fmla="*/ 72 w 118"/>
                <a:gd name="T3" fmla="*/ 127 h 119"/>
                <a:gd name="T4" fmla="*/ 4 w 118"/>
                <a:gd name="T5" fmla="*/ 72 h 119"/>
                <a:gd name="T6" fmla="*/ 59 w 118"/>
                <a:gd name="T7" fmla="*/ 4 h 119"/>
                <a:gd name="T8" fmla="*/ 127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7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6"/>
                    <a:pt x="22" y="8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6" name="Freeform 1979">
              <a:extLst>
                <a:ext uri="{FF2B5EF4-FFF2-40B4-BE49-F238E27FC236}">
                  <a16:creationId xmlns:a16="http://schemas.microsoft.com/office/drawing/2014/main" id="{16A47839-C8E5-453B-8102-C78CDA72A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968"/>
              <a:ext cx="67" cy="69"/>
            </a:xfrm>
            <a:custGeom>
              <a:avLst/>
              <a:gdLst>
                <a:gd name="T0" fmla="*/ 70 w 66"/>
                <a:gd name="T1" fmla="*/ 36 h 67"/>
                <a:gd name="T2" fmla="*/ 43 w 66"/>
                <a:gd name="T3" fmla="*/ 77 h 67"/>
                <a:gd name="T4" fmla="*/ 2 w 66"/>
                <a:gd name="T5" fmla="*/ 43 h 67"/>
                <a:gd name="T6" fmla="*/ 30 w 66"/>
                <a:gd name="T7" fmla="*/ 2 h 67"/>
                <a:gd name="T8" fmla="*/ 70 w 66"/>
                <a:gd name="T9" fmla="*/ 3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3"/>
                    <a:pt x="37" y="65"/>
                  </a:cubicBezTo>
                  <a:cubicBezTo>
                    <a:pt x="20" y="67"/>
                    <a:pt x="4" y="54"/>
                    <a:pt x="2" y="37"/>
                  </a:cubicBezTo>
                  <a:cubicBezTo>
                    <a:pt x="0" y="20"/>
                    <a:pt x="12" y="4"/>
                    <a:pt x="30" y="2"/>
                  </a:cubicBezTo>
                  <a:cubicBezTo>
                    <a:pt x="47" y="0"/>
                    <a:pt x="62" y="13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7" name="Freeform 1980">
              <a:extLst>
                <a:ext uri="{FF2B5EF4-FFF2-40B4-BE49-F238E27FC236}">
                  <a16:creationId xmlns:a16="http://schemas.microsoft.com/office/drawing/2014/main" id="{CC4EAEF2-30A7-4065-8CC2-B647B1E51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980"/>
              <a:ext cx="23" cy="24"/>
            </a:xfrm>
            <a:custGeom>
              <a:avLst/>
              <a:gdLst>
                <a:gd name="T0" fmla="*/ 27 w 22"/>
                <a:gd name="T1" fmla="*/ 10 h 23"/>
                <a:gd name="T2" fmla="*/ 18 w 22"/>
                <a:gd name="T3" fmla="*/ 28 h 23"/>
                <a:gd name="T4" fmla="*/ 0 w 22"/>
                <a:gd name="T5" fmla="*/ 19 h 23"/>
                <a:gd name="T6" fmla="*/ 10 w 22"/>
                <a:gd name="T7" fmla="*/ 1 h 23"/>
                <a:gd name="T8" fmla="*/ 27 w 22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1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6" y="23"/>
                    <a:pt x="1" y="18"/>
                    <a:pt x="0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5" y="0"/>
                    <a:pt x="21" y="4"/>
                    <a:pt x="21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8" name="Freeform 1981">
              <a:extLst>
                <a:ext uri="{FF2B5EF4-FFF2-40B4-BE49-F238E27FC236}">
                  <a16:creationId xmlns:a16="http://schemas.microsoft.com/office/drawing/2014/main" id="{FEA33CEC-060F-4E22-99AD-93D964D7E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994"/>
              <a:ext cx="61" cy="71"/>
            </a:xfrm>
            <a:custGeom>
              <a:avLst/>
              <a:gdLst>
                <a:gd name="T0" fmla="*/ 50 w 60"/>
                <a:gd name="T1" fmla="*/ 0 h 70"/>
                <a:gd name="T2" fmla="*/ 0 w 60"/>
                <a:gd name="T3" fmla="*/ 76 h 70"/>
                <a:gd name="T4" fmla="*/ 50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8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9" name="Freeform 1982">
              <a:extLst>
                <a:ext uri="{FF2B5EF4-FFF2-40B4-BE49-F238E27FC236}">
                  <a16:creationId xmlns:a16="http://schemas.microsoft.com/office/drawing/2014/main" id="{2A8AA1BD-6C91-41E9-8DB7-486FE9F7D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919"/>
              <a:ext cx="120" cy="121"/>
            </a:xfrm>
            <a:custGeom>
              <a:avLst/>
              <a:gdLst>
                <a:gd name="T0" fmla="*/ 127 w 118"/>
                <a:gd name="T1" fmla="*/ 58 h 118"/>
                <a:gd name="T2" fmla="*/ 72 w 118"/>
                <a:gd name="T3" fmla="*/ 132 h 118"/>
                <a:gd name="T4" fmla="*/ 4 w 118"/>
                <a:gd name="T5" fmla="*/ 77 h 118"/>
                <a:gd name="T6" fmla="*/ 59 w 118"/>
                <a:gd name="T7" fmla="*/ 3 h 118"/>
                <a:gd name="T8" fmla="*/ 127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4" y="65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1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0" name="Freeform 1983">
              <a:extLst>
                <a:ext uri="{FF2B5EF4-FFF2-40B4-BE49-F238E27FC236}">
                  <a16:creationId xmlns:a16="http://schemas.microsoft.com/office/drawing/2014/main" id="{8096D490-9EDB-4CD4-927B-38BC86903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919"/>
              <a:ext cx="120" cy="121"/>
            </a:xfrm>
            <a:custGeom>
              <a:avLst/>
              <a:gdLst>
                <a:gd name="T0" fmla="*/ 127 w 118"/>
                <a:gd name="T1" fmla="*/ 58 h 118"/>
                <a:gd name="T2" fmla="*/ 72 w 118"/>
                <a:gd name="T3" fmla="*/ 132 h 118"/>
                <a:gd name="T4" fmla="*/ 4 w 118"/>
                <a:gd name="T5" fmla="*/ 77 h 118"/>
                <a:gd name="T6" fmla="*/ 59 w 118"/>
                <a:gd name="T7" fmla="*/ 3 h 118"/>
                <a:gd name="T8" fmla="*/ 127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4" y="65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1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1" name="Freeform 1984">
              <a:extLst>
                <a:ext uri="{FF2B5EF4-FFF2-40B4-BE49-F238E27FC236}">
                  <a16:creationId xmlns:a16="http://schemas.microsoft.com/office/drawing/2014/main" id="{9A1B8C24-B540-4ABC-95FD-03630D3F3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935"/>
              <a:ext cx="68" cy="69"/>
            </a:xfrm>
            <a:custGeom>
              <a:avLst/>
              <a:gdLst>
                <a:gd name="T0" fmla="*/ 76 w 66"/>
                <a:gd name="T1" fmla="*/ 36 h 67"/>
                <a:gd name="T2" fmla="*/ 43 w 66"/>
                <a:gd name="T3" fmla="*/ 77 h 67"/>
                <a:gd name="T4" fmla="*/ 2 w 66"/>
                <a:gd name="T5" fmla="*/ 43 h 67"/>
                <a:gd name="T6" fmla="*/ 35 w 66"/>
                <a:gd name="T7" fmla="*/ 2 h 67"/>
                <a:gd name="T8" fmla="*/ 76 w 66"/>
                <a:gd name="T9" fmla="*/ 3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3"/>
                    <a:pt x="37" y="65"/>
                  </a:cubicBezTo>
                  <a:cubicBezTo>
                    <a:pt x="20" y="67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7" y="0"/>
                    <a:pt x="62" y="13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2" name="Freeform 1985">
              <a:extLst>
                <a:ext uri="{FF2B5EF4-FFF2-40B4-BE49-F238E27FC236}">
                  <a16:creationId xmlns:a16="http://schemas.microsoft.com/office/drawing/2014/main" id="{0BE5F12A-CA2D-4F87-BC4E-4EBE8C5D5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948"/>
              <a:ext cx="24" cy="23"/>
            </a:xfrm>
            <a:custGeom>
              <a:avLst/>
              <a:gdLst>
                <a:gd name="T0" fmla="*/ 28 w 23"/>
                <a:gd name="T1" fmla="*/ 10 h 23"/>
                <a:gd name="T2" fmla="*/ 19 w 23"/>
                <a:gd name="T3" fmla="*/ 22 h 23"/>
                <a:gd name="T4" fmla="*/ 1 w 23"/>
                <a:gd name="T5" fmla="*/ 13 h 23"/>
                <a:gd name="T6" fmla="*/ 10 w 23"/>
                <a:gd name="T7" fmla="*/ 1 h 23"/>
                <a:gd name="T8" fmla="*/ 28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5" y="2"/>
                    <a:pt x="10" y="1"/>
                  </a:cubicBezTo>
                  <a:cubicBezTo>
                    <a:pt x="16" y="0"/>
                    <a:pt x="22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3" name="Freeform 1986">
              <a:extLst>
                <a:ext uri="{FF2B5EF4-FFF2-40B4-BE49-F238E27FC236}">
                  <a16:creationId xmlns:a16="http://schemas.microsoft.com/office/drawing/2014/main" id="{41EBFE39-9CE7-463E-AC56-9F78E3651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961"/>
              <a:ext cx="63" cy="71"/>
            </a:xfrm>
            <a:custGeom>
              <a:avLst/>
              <a:gdLst>
                <a:gd name="T0" fmla="*/ 56 w 61"/>
                <a:gd name="T1" fmla="*/ 0 h 70"/>
                <a:gd name="T2" fmla="*/ 0 w 61"/>
                <a:gd name="T3" fmla="*/ 76 h 70"/>
                <a:gd name="T4" fmla="*/ 56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4" name="Freeform 1987">
              <a:extLst>
                <a:ext uri="{FF2B5EF4-FFF2-40B4-BE49-F238E27FC236}">
                  <a16:creationId xmlns:a16="http://schemas.microsoft.com/office/drawing/2014/main" id="{4F66A38B-0EE8-4A64-BB5B-FE37E3405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974"/>
              <a:ext cx="121" cy="121"/>
            </a:xfrm>
            <a:custGeom>
              <a:avLst/>
              <a:gdLst>
                <a:gd name="T0" fmla="*/ 132 w 118"/>
                <a:gd name="T1" fmla="*/ 58 h 118"/>
                <a:gd name="T2" fmla="*/ 77 w 118"/>
                <a:gd name="T3" fmla="*/ 133 h 118"/>
                <a:gd name="T4" fmla="*/ 3 w 118"/>
                <a:gd name="T5" fmla="*/ 78 h 118"/>
                <a:gd name="T6" fmla="*/ 58 w 118"/>
                <a:gd name="T7" fmla="*/ 4 h 118"/>
                <a:gd name="T8" fmla="*/ 132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5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5" name="Freeform 1988">
              <a:extLst>
                <a:ext uri="{FF2B5EF4-FFF2-40B4-BE49-F238E27FC236}">
                  <a16:creationId xmlns:a16="http://schemas.microsoft.com/office/drawing/2014/main" id="{1420CC15-E7A1-4B31-A90B-538241DF2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974"/>
              <a:ext cx="121" cy="121"/>
            </a:xfrm>
            <a:custGeom>
              <a:avLst/>
              <a:gdLst>
                <a:gd name="T0" fmla="*/ 132 w 118"/>
                <a:gd name="T1" fmla="*/ 58 h 118"/>
                <a:gd name="T2" fmla="*/ 77 w 118"/>
                <a:gd name="T3" fmla="*/ 133 h 118"/>
                <a:gd name="T4" fmla="*/ 3 w 118"/>
                <a:gd name="T5" fmla="*/ 78 h 118"/>
                <a:gd name="T6" fmla="*/ 58 w 118"/>
                <a:gd name="T7" fmla="*/ 4 h 118"/>
                <a:gd name="T8" fmla="*/ 132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5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6" name="Freeform 1989">
              <a:extLst>
                <a:ext uri="{FF2B5EF4-FFF2-40B4-BE49-F238E27FC236}">
                  <a16:creationId xmlns:a16="http://schemas.microsoft.com/office/drawing/2014/main" id="{088CCCB5-33C7-4152-88F3-522252DF2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992"/>
              <a:ext cx="67" cy="67"/>
            </a:xfrm>
            <a:custGeom>
              <a:avLst/>
              <a:gdLst>
                <a:gd name="T0" fmla="*/ 70 w 66"/>
                <a:gd name="T1" fmla="*/ 29 h 66"/>
                <a:gd name="T2" fmla="*/ 43 w 66"/>
                <a:gd name="T3" fmla="*/ 70 h 66"/>
                <a:gd name="T4" fmla="*/ 2 w 66"/>
                <a:gd name="T5" fmla="*/ 43 h 66"/>
                <a:gd name="T6" fmla="*/ 29 w 66"/>
                <a:gd name="T7" fmla="*/ 2 h 66"/>
                <a:gd name="T8" fmla="*/ 70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19" y="66"/>
                    <a:pt x="4" y="54"/>
                    <a:pt x="2" y="37"/>
                  </a:cubicBezTo>
                  <a:cubicBezTo>
                    <a:pt x="0" y="19"/>
                    <a:pt x="12" y="4"/>
                    <a:pt x="29" y="2"/>
                  </a:cubicBezTo>
                  <a:cubicBezTo>
                    <a:pt x="46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7" name="Freeform 1990">
              <a:extLst>
                <a:ext uri="{FF2B5EF4-FFF2-40B4-BE49-F238E27FC236}">
                  <a16:creationId xmlns:a16="http://schemas.microsoft.com/office/drawing/2014/main" id="{51BFFF95-2ED4-43E6-B861-84C03B6B7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004"/>
              <a:ext cx="23" cy="22"/>
            </a:xfrm>
            <a:custGeom>
              <a:avLst/>
              <a:gdLst>
                <a:gd name="T0" fmla="*/ 22 w 23"/>
                <a:gd name="T1" fmla="*/ 10 h 22"/>
                <a:gd name="T2" fmla="*/ 13 w 23"/>
                <a:gd name="T3" fmla="*/ 21 h 22"/>
                <a:gd name="T4" fmla="*/ 1 w 23"/>
                <a:gd name="T5" fmla="*/ 12 h 22"/>
                <a:gd name="T6" fmla="*/ 10 w 23"/>
                <a:gd name="T7" fmla="*/ 0 h 22"/>
                <a:gd name="T8" fmla="*/ 22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0"/>
                  </a:moveTo>
                  <a:cubicBezTo>
                    <a:pt x="23" y="15"/>
                    <a:pt x="19" y="21"/>
                    <a:pt x="13" y="21"/>
                  </a:cubicBezTo>
                  <a:cubicBezTo>
                    <a:pt x="7" y="22"/>
                    <a:pt x="2" y="18"/>
                    <a:pt x="1" y="12"/>
                  </a:cubicBezTo>
                  <a:cubicBezTo>
                    <a:pt x="0" y="6"/>
                    <a:pt x="4" y="1"/>
                    <a:pt x="10" y="0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8" name="Freeform 1991">
              <a:extLst>
                <a:ext uri="{FF2B5EF4-FFF2-40B4-BE49-F238E27FC236}">
                  <a16:creationId xmlns:a16="http://schemas.microsoft.com/office/drawing/2014/main" id="{166A5783-12D9-471F-B9CB-CD71C0CBE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016"/>
              <a:ext cx="62" cy="72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82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9" name="Freeform 1992">
              <a:extLst>
                <a:ext uri="{FF2B5EF4-FFF2-40B4-BE49-F238E27FC236}">
                  <a16:creationId xmlns:a16="http://schemas.microsoft.com/office/drawing/2014/main" id="{4D90AD23-7FB5-43FC-B88F-11B031E0C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242"/>
              <a:ext cx="121" cy="120"/>
            </a:xfrm>
            <a:custGeom>
              <a:avLst/>
              <a:gdLst>
                <a:gd name="T0" fmla="*/ 133 w 118"/>
                <a:gd name="T1" fmla="*/ 59 h 118"/>
                <a:gd name="T2" fmla="*/ 78 w 118"/>
                <a:gd name="T3" fmla="*/ 127 h 118"/>
                <a:gd name="T4" fmla="*/ 4 w 118"/>
                <a:gd name="T5" fmla="*/ 72 h 118"/>
                <a:gd name="T6" fmla="*/ 59 w 118"/>
                <a:gd name="T7" fmla="*/ 4 h 118"/>
                <a:gd name="T8" fmla="*/ 133 w 118"/>
                <a:gd name="T9" fmla="*/ 59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0" name="Freeform 1993">
              <a:extLst>
                <a:ext uri="{FF2B5EF4-FFF2-40B4-BE49-F238E27FC236}">
                  <a16:creationId xmlns:a16="http://schemas.microsoft.com/office/drawing/2014/main" id="{BEF860FF-AE48-42C9-AB12-467077F9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242"/>
              <a:ext cx="121" cy="120"/>
            </a:xfrm>
            <a:custGeom>
              <a:avLst/>
              <a:gdLst>
                <a:gd name="T0" fmla="*/ 133 w 118"/>
                <a:gd name="T1" fmla="*/ 59 h 118"/>
                <a:gd name="T2" fmla="*/ 78 w 118"/>
                <a:gd name="T3" fmla="*/ 127 h 118"/>
                <a:gd name="T4" fmla="*/ 4 w 118"/>
                <a:gd name="T5" fmla="*/ 72 h 118"/>
                <a:gd name="T6" fmla="*/ 59 w 118"/>
                <a:gd name="T7" fmla="*/ 4 h 118"/>
                <a:gd name="T8" fmla="*/ 133 w 118"/>
                <a:gd name="T9" fmla="*/ 59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1" name="Freeform 1994">
              <a:extLst>
                <a:ext uri="{FF2B5EF4-FFF2-40B4-BE49-F238E27FC236}">
                  <a16:creationId xmlns:a16="http://schemas.microsoft.com/office/drawing/2014/main" id="{D6E82F41-12FB-4E84-AB4F-356064FE0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259"/>
              <a:ext cx="68" cy="68"/>
            </a:xfrm>
            <a:custGeom>
              <a:avLst/>
              <a:gdLst>
                <a:gd name="T0" fmla="*/ 76 w 66"/>
                <a:gd name="T1" fmla="*/ 35 h 66"/>
                <a:gd name="T2" fmla="*/ 43 w 66"/>
                <a:gd name="T3" fmla="*/ 76 h 66"/>
                <a:gd name="T4" fmla="*/ 2 w 66"/>
                <a:gd name="T5" fmla="*/ 43 h 66"/>
                <a:gd name="T6" fmla="*/ 36 w 66"/>
                <a:gd name="T7" fmla="*/ 2 h 66"/>
                <a:gd name="T8" fmla="*/ 76 w 66"/>
                <a:gd name="T9" fmla="*/ 3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7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20"/>
                    <a:pt x="12" y="4"/>
                    <a:pt x="30" y="2"/>
                  </a:cubicBezTo>
                  <a:cubicBezTo>
                    <a:pt x="47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2" name="Freeform 1995">
              <a:extLst>
                <a:ext uri="{FF2B5EF4-FFF2-40B4-BE49-F238E27FC236}">
                  <a16:creationId xmlns:a16="http://schemas.microsoft.com/office/drawing/2014/main" id="{9DB6EBE4-6381-4689-B691-9E6E983B2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271"/>
              <a:ext cx="22" cy="23"/>
            </a:xfrm>
            <a:custGeom>
              <a:avLst/>
              <a:gdLst>
                <a:gd name="T0" fmla="*/ 21 w 22"/>
                <a:gd name="T1" fmla="*/ 10 h 22"/>
                <a:gd name="T2" fmla="*/ 12 w 22"/>
                <a:gd name="T3" fmla="*/ 28 h 22"/>
                <a:gd name="T4" fmla="*/ 0 w 22"/>
                <a:gd name="T5" fmla="*/ 18 h 22"/>
                <a:gd name="T6" fmla="*/ 10 w 22"/>
                <a:gd name="T7" fmla="*/ 0 h 22"/>
                <a:gd name="T8" fmla="*/ 21 w 22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1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6" y="22"/>
                    <a:pt x="1" y="18"/>
                    <a:pt x="0" y="12"/>
                  </a:cubicBezTo>
                  <a:cubicBezTo>
                    <a:pt x="0" y="6"/>
                    <a:pt x="4" y="1"/>
                    <a:pt x="10" y="0"/>
                  </a:cubicBezTo>
                  <a:cubicBezTo>
                    <a:pt x="15" y="0"/>
                    <a:pt x="21" y="4"/>
                    <a:pt x="21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3" name="Freeform 1996">
              <a:extLst>
                <a:ext uri="{FF2B5EF4-FFF2-40B4-BE49-F238E27FC236}">
                  <a16:creationId xmlns:a16="http://schemas.microsoft.com/office/drawing/2014/main" id="{D056286E-464A-465E-B71D-81ECF89AD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284"/>
              <a:ext cx="63" cy="71"/>
            </a:xfrm>
            <a:custGeom>
              <a:avLst/>
              <a:gdLst>
                <a:gd name="T0" fmla="*/ 56 w 61"/>
                <a:gd name="T1" fmla="*/ 0 h 70"/>
                <a:gd name="T2" fmla="*/ 0 w 61"/>
                <a:gd name="T3" fmla="*/ 76 h 70"/>
                <a:gd name="T4" fmla="*/ 56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4" name="Freeform 1997">
              <a:extLst>
                <a:ext uri="{FF2B5EF4-FFF2-40B4-BE49-F238E27FC236}">
                  <a16:creationId xmlns:a16="http://schemas.microsoft.com/office/drawing/2014/main" id="{A65C70A7-0FB6-454E-A5C0-429DD1823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362"/>
              <a:ext cx="121" cy="121"/>
            </a:xfrm>
            <a:custGeom>
              <a:avLst/>
              <a:gdLst>
                <a:gd name="T0" fmla="*/ 132 w 118"/>
                <a:gd name="T1" fmla="*/ 58 h 118"/>
                <a:gd name="T2" fmla="*/ 77 w 118"/>
                <a:gd name="T3" fmla="*/ 133 h 118"/>
                <a:gd name="T4" fmla="*/ 3 w 118"/>
                <a:gd name="T5" fmla="*/ 78 h 118"/>
                <a:gd name="T6" fmla="*/ 58 w 118"/>
                <a:gd name="T7" fmla="*/ 4 h 118"/>
                <a:gd name="T8" fmla="*/ 132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5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5" name="Freeform 1998">
              <a:extLst>
                <a:ext uri="{FF2B5EF4-FFF2-40B4-BE49-F238E27FC236}">
                  <a16:creationId xmlns:a16="http://schemas.microsoft.com/office/drawing/2014/main" id="{24844ECD-5D54-44D8-A5F6-916ABD7D9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362"/>
              <a:ext cx="121" cy="121"/>
            </a:xfrm>
            <a:custGeom>
              <a:avLst/>
              <a:gdLst>
                <a:gd name="T0" fmla="*/ 132 w 118"/>
                <a:gd name="T1" fmla="*/ 58 h 118"/>
                <a:gd name="T2" fmla="*/ 77 w 118"/>
                <a:gd name="T3" fmla="*/ 133 h 118"/>
                <a:gd name="T4" fmla="*/ 3 w 118"/>
                <a:gd name="T5" fmla="*/ 78 h 118"/>
                <a:gd name="T6" fmla="*/ 58 w 118"/>
                <a:gd name="T7" fmla="*/ 4 h 118"/>
                <a:gd name="T8" fmla="*/ 132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5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6" name="Freeform 1999">
              <a:extLst>
                <a:ext uri="{FF2B5EF4-FFF2-40B4-BE49-F238E27FC236}">
                  <a16:creationId xmlns:a16="http://schemas.microsoft.com/office/drawing/2014/main" id="{21978760-6AD0-4545-8530-F1F841454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1380"/>
              <a:ext cx="68" cy="67"/>
            </a:xfrm>
            <a:custGeom>
              <a:avLst/>
              <a:gdLst>
                <a:gd name="T0" fmla="*/ 76 w 66"/>
                <a:gd name="T1" fmla="*/ 29 h 66"/>
                <a:gd name="T2" fmla="*/ 43 w 66"/>
                <a:gd name="T3" fmla="*/ 70 h 66"/>
                <a:gd name="T4" fmla="*/ 2 w 66"/>
                <a:gd name="T5" fmla="*/ 43 h 66"/>
                <a:gd name="T6" fmla="*/ 35 w 66"/>
                <a:gd name="T7" fmla="*/ 2 h 66"/>
                <a:gd name="T8" fmla="*/ 76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19" y="66"/>
                    <a:pt x="4" y="54"/>
                    <a:pt x="2" y="37"/>
                  </a:cubicBezTo>
                  <a:cubicBezTo>
                    <a:pt x="0" y="19"/>
                    <a:pt x="12" y="4"/>
                    <a:pt x="29" y="2"/>
                  </a:cubicBezTo>
                  <a:cubicBezTo>
                    <a:pt x="46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7" name="Freeform 2000">
              <a:extLst>
                <a:ext uri="{FF2B5EF4-FFF2-40B4-BE49-F238E27FC236}">
                  <a16:creationId xmlns:a16="http://schemas.microsoft.com/office/drawing/2014/main" id="{3E834697-D71B-4167-9A67-E2F32FA77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392"/>
              <a:ext cx="24" cy="22"/>
            </a:xfrm>
            <a:custGeom>
              <a:avLst/>
              <a:gdLst>
                <a:gd name="T0" fmla="*/ 28 w 23"/>
                <a:gd name="T1" fmla="*/ 10 h 22"/>
                <a:gd name="T2" fmla="*/ 19 w 23"/>
                <a:gd name="T3" fmla="*/ 21 h 22"/>
                <a:gd name="T4" fmla="*/ 1 w 23"/>
                <a:gd name="T5" fmla="*/ 12 h 22"/>
                <a:gd name="T6" fmla="*/ 10 w 23"/>
                <a:gd name="T7" fmla="*/ 0 h 22"/>
                <a:gd name="T8" fmla="*/ 28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0"/>
                  </a:moveTo>
                  <a:cubicBezTo>
                    <a:pt x="23" y="15"/>
                    <a:pt x="19" y="21"/>
                    <a:pt x="13" y="21"/>
                  </a:cubicBezTo>
                  <a:cubicBezTo>
                    <a:pt x="7" y="22"/>
                    <a:pt x="2" y="18"/>
                    <a:pt x="1" y="12"/>
                  </a:cubicBezTo>
                  <a:cubicBezTo>
                    <a:pt x="0" y="6"/>
                    <a:pt x="4" y="1"/>
                    <a:pt x="10" y="0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8" name="Freeform 2001">
              <a:extLst>
                <a:ext uri="{FF2B5EF4-FFF2-40B4-BE49-F238E27FC236}">
                  <a16:creationId xmlns:a16="http://schemas.microsoft.com/office/drawing/2014/main" id="{A6081764-E5FC-4796-AEAF-2F99B5FB5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404"/>
              <a:ext cx="63" cy="72"/>
            </a:xfrm>
            <a:custGeom>
              <a:avLst/>
              <a:gdLst>
                <a:gd name="T0" fmla="*/ 56 w 61"/>
                <a:gd name="T1" fmla="*/ 0 h 70"/>
                <a:gd name="T2" fmla="*/ 0 w 61"/>
                <a:gd name="T3" fmla="*/ 82 h 70"/>
                <a:gd name="T4" fmla="*/ 56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9" name="Freeform 2002">
              <a:extLst>
                <a:ext uri="{FF2B5EF4-FFF2-40B4-BE49-F238E27FC236}">
                  <a16:creationId xmlns:a16="http://schemas.microsoft.com/office/drawing/2014/main" id="{61C1AC53-65B7-4E4B-B3F2-C1F56798F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525"/>
              <a:ext cx="120" cy="121"/>
            </a:xfrm>
            <a:custGeom>
              <a:avLst/>
              <a:gdLst>
                <a:gd name="T0" fmla="*/ 127 w 118"/>
                <a:gd name="T1" fmla="*/ 59 h 119"/>
                <a:gd name="T2" fmla="*/ 72 w 118"/>
                <a:gd name="T3" fmla="*/ 127 h 119"/>
                <a:gd name="T4" fmla="*/ 4 w 118"/>
                <a:gd name="T5" fmla="*/ 72 h 119"/>
                <a:gd name="T6" fmla="*/ 58 w 118"/>
                <a:gd name="T7" fmla="*/ 4 h 119"/>
                <a:gd name="T8" fmla="*/ 127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6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0" name="Freeform 2003">
              <a:extLst>
                <a:ext uri="{FF2B5EF4-FFF2-40B4-BE49-F238E27FC236}">
                  <a16:creationId xmlns:a16="http://schemas.microsoft.com/office/drawing/2014/main" id="{7AD0D2B7-73A7-4D91-8DDD-5D2868022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525"/>
              <a:ext cx="120" cy="121"/>
            </a:xfrm>
            <a:custGeom>
              <a:avLst/>
              <a:gdLst>
                <a:gd name="T0" fmla="*/ 127 w 118"/>
                <a:gd name="T1" fmla="*/ 59 h 119"/>
                <a:gd name="T2" fmla="*/ 72 w 118"/>
                <a:gd name="T3" fmla="*/ 127 h 119"/>
                <a:gd name="T4" fmla="*/ 4 w 118"/>
                <a:gd name="T5" fmla="*/ 72 h 119"/>
                <a:gd name="T6" fmla="*/ 58 w 118"/>
                <a:gd name="T7" fmla="*/ 4 h 119"/>
                <a:gd name="T8" fmla="*/ 127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6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1" name="Freeform 2004">
              <a:extLst>
                <a:ext uri="{FF2B5EF4-FFF2-40B4-BE49-F238E27FC236}">
                  <a16:creationId xmlns:a16="http://schemas.microsoft.com/office/drawing/2014/main" id="{7CABF880-F6AF-4C08-9E38-656830A5E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542"/>
              <a:ext cx="67" cy="69"/>
            </a:xfrm>
            <a:custGeom>
              <a:avLst/>
              <a:gdLst>
                <a:gd name="T0" fmla="*/ 70 w 66"/>
                <a:gd name="T1" fmla="*/ 36 h 67"/>
                <a:gd name="T2" fmla="*/ 43 w 66"/>
                <a:gd name="T3" fmla="*/ 77 h 67"/>
                <a:gd name="T4" fmla="*/ 2 w 66"/>
                <a:gd name="T5" fmla="*/ 43 h 67"/>
                <a:gd name="T6" fmla="*/ 29 w 66"/>
                <a:gd name="T7" fmla="*/ 2 h 67"/>
                <a:gd name="T8" fmla="*/ 70 w 66"/>
                <a:gd name="T9" fmla="*/ 3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2"/>
                    <a:pt x="37" y="65"/>
                  </a:cubicBezTo>
                  <a:cubicBezTo>
                    <a:pt x="20" y="67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7" y="0"/>
                    <a:pt x="62" y="12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2" name="Freeform 2005">
              <a:extLst>
                <a:ext uri="{FF2B5EF4-FFF2-40B4-BE49-F238E27FC236}">
                  <a16:creationId xmlns:a16="http://schemas.microsoft.com/office/drawing/2014/main" id="{7568F97E-A597-4029-99C3-C6A7CE0FB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554"/>
              <a:ext cx="23" cy="24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8 h 23"/>
                <a:gd name="T4" fmla="*/ 1 w 23"/>
                <a:gd name="T5" fmla="*/ 19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8"/>
                    <a:pt x="1" y="13"/>
                  </a:cubicBezTo>
                  <a:cubicBezTo>
                    <a:pt x="0" y="7"/>
                    <a:pt x="5" y="1"/>
                    <a:pt x="10" y="1"/>
                  </a:cubicBezTo>
                  <a:cubicBezTo>
                    <a:pt x="16" y="0"/>
                    <a:pt x="22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3" name="Freeform 2006">
              <a:extLst>
                <a:ext uri="{FF2B5EF4-FFF2-40B4-BE49-F238E27FC236}">
                  <a16:creationId xmlns:a16="http://schemas.microsoft.com/office/drawing/2014/main" id="{E695296A-C441-473A-909C-EE0CE2F13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568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4" name="Freeform 2007">
              <a:extLst>
                <a:ext uri="{FF2B5EF4-FFF2-40B4-BE49-F238E27FC236}">
                  <a16:creationId xmlns:a16="http://schemas.microsoft.com/office/drawing/2014/main" id="{6E36ABDF-34F9-4348-88C0-A8055D3C2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910"/>
              <a:ext cx="120" cy="120"/>
            </a:xfrm>
            <a:custGeom>
              <a:avLst/>
              <a:gdLst>
                <a:gd name="T0" fmla="*/ 126 w 118"/>
                <a:gd name="T1" fmla="*/ 58 h 118"/>
                <a:gd name="T2" fmla="*/ 71 w 118"/>
                <a:gd name="T3" fmla="*/ 126 h 118"/>
                <a:gd name="T4" fmla="*/ 3 w 118"/>
                <a:gd name="T5" fmla="*/ 71 h 118"/>
                <a:gd name="T6" fmla="*/ 58 w 118"/>
                <a:gd name="T7" fmla="*/ 3 h 118"/>
                <a:gd name="T8" fmla="*/ 126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4"/>
                  </a:cubicBezTo>
                  <a:cubicBezTo>
                    <a:pt x="35" y="118"/>
                    <a:pt x="7" y="96"/>
                    <a:pt x="3" y="65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1"/>
                    <a:pt x="114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5" name="Freeform 2008">
              <a:extLst>
                <a:ext uri="{FF2B5EF4-FFF2-40B4-BE49-F238E27FC236}">
                  <a16:creationId xmlns:a16="http://schemas.microsoft.com/office/drawing/2014/main" id="{05352B1E-47FA-4290-9D43-0FCEB4C1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910"/>
              <a:ext cx="120" cy="120"/>
            </a:xfrm>
            <a:custGeom>
              <a:avLst/>
              <a:gdLst>
                <a:gd name="T0" fmla="*/ 126 w 118"/>
                <a:gd name="T1" fmla="*/ 58 h 118"/>
                <a:gd name="T2" fmla="*/ 71 w 118"/>
                <a:gd name="T3" fmla="*/ 126 h 118"/>
                <a:gd name="T4" fmla="*/ 3 w 118"/>
                <a:gd name="T5" fmla="*/ 71 h 118"/>
                <a:gd name="T6" fmla="*/ 58 w 118"/>
                <a:gd name="T7" fmla="*/ 3 h 118"/>
                <a:gd name="T8" fmla="*/ 126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4"/>
                  </a:cubicBezTo>
                  <a:cubicBezTo>
                    <a:pt x="35" y="118"/>
                    <a:pt x="7" y="96"/>
                    <a:pt x="3" y="65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1"/>
                    <a:pt x="114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6" name="Freeform 2009">
              <a:extLst>
                <a:ext uri="{FF2B5EF4-FFF2-40B4-BE49-F238E27FC236}">
                  <a16:creationId xmlns:a16="http://schemas.microsoft.com/office/drawing/2014/main" id="{7F8E6FB2-5C50-4943-9B88-85E5B6D93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926"/>
              <a:ext cx="67" cy="69"/>
            </a:xfrm>
            <a:custGeom>
              <a:avLst/>
              <a:gdLst>
                <a:gd name="T0" fmla="*/ 70 w 66"/>
                <a:gd name="T1" fmla="*/ 36 h 67"/>
                <a:gd name="T2" fmla="*/ 43 w 66"/>
                <a:gd name="T3" fmla="*/ 77 h 67"/>
                <a:gd name="T4" fmla="*/ 2 w 66"/>
                <a:gd name="T5" fmla="*/ 43 h 67"/>
                <a:gd name="T6" fmla="*/ 29 w 66"/>
                <a:gd name="T7" fmla="*/ 2 h 67"/>
                <a:gd name="T8" fmla="*/ 70 w 66"/>
                <a:gd name="T9" fmla="*/ 3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3"/>
                    <a:pt x="37" y="65"/>
                  </a:cubicBezTo>
                  <a:cubicBezTo>
                    <a:pt x="19" y="67"/>
                    <a:pt x="4" y="55"/>
                    <a:pt x="2" y="37"/>
                  </a:cubicBezTo>
                  <a:cubicBezTo>
                    <a:pt x="0" y="20"/>
                    <a:pt x="12" y="5"/>
                    <a:pt x="29" y="2"/>
                  </a:cubicBezTo>
                  <a:cubicBezTo>
                    <a:pt x="46" y="0"/>
                    <a:pt x="62" y="13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7" name="Freeform 2010">
              <a:extLst>
                <a:ext uri="{FF2B5EF4-FFF2-40B4-BE49-F238E27FC236}">
                  <a16:creationId xmlns:a16="http://schemas.microsoft.com/office/drawing/2014/main" id="{3411A0CF-BDA9-420D-8D37-BD8E78AE1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938"/>
              <a:ext cx="23" cy="24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8 h 23"/>
                <a:gd name="T4" fmla="*/ 1 w 23"/>
                <a:gd name="T5" fmla="*/ 19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8" y="21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8" name="Freeform 2011">
              <a:extLst>
                <a:ext uri="{FF2B5EF4-FFF2-40B4-BE49-F238E27FC236}">
                  <a16:creationId xmlns:a16="http://schemas.microsoft.com/office/drawing/2014/main" id="{EC7C1474-A9C6-437C-AF49-2E6423954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952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49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9" name="Freeform 2012">
              <a:extLst>
                <a:ext uri="{FF2B5EF4-FFF2-40B4-BE49-F238E27FC236}">
                  <a16:creationId xmlns:a16="http://schemas.microsoft.com/office/drawing/2014/main" id="{CD5978F4-464A-4933-BEF1-1520F0AD2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742"/>
              <a:ext cx="120" cy="122"/>
            </a:xfrm>
            <a:custGeom>
              <a:avLst/>
              <a:gdLst>
                <a:gd name="T0" fmla="*/ 127 w 118"/>
                <a:gd name="T1" fmla="*/ 59 h 119"/>
                <a:gd name="T2" fmla="*/ 72 w 118"/>
                <a:gd name="T3" fmla="*/ 133 h 119"/>
                <a:gd name="T4" fmla="*/ 4 w 118"/>
                <a:gd name="T5" fmla="*/ 78 h 119"/>
                <a:gd name="T6" fmla="*/ 59 w 118"/>
                <a:gd name="T7" fmla="*/ 4 h 119"/>
                <a:gd name="T8" fmla="*/ 127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6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6"/>
                    <a:pt x="22" y="8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0" name="Freeform 2013">
              <a:extLst>
                <a:ext uri="{FF2B5EF4-FFF2-40B4-BE49-F238E27FC236}">
                  <a16:creationId xmlns:a16="http://schemas.microsoft.com/office/drawing/2014/main" id="{E62B2068-8103-437A-9C09-211B706B9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742"/>
              <a:ext cx="120" cy="122"/>
            </a:xfrm>
            <a:custGeom>
              <a:avLst/>
              <a:gdLst>
                <a:gd name="T0" fmla="*/ 127 w 118"/>
                <a:gd name="T1" fmla="*/ 59 h 119"/>
                <a:gd name="T2" fmla="*/ 72 w 118"/>
                <a:gd name="T3" fmla="*/ 133 h 119"/>
                <a:gd name="T4" fmla="*/ 4 w 118"/>
                <a:gd name="T5" fmla="*/ 78 h 119"/>
                <a:gd name="T6" fmla="*/ 59 w 118"/>
                <a:gd name="T7" fmla="*/ 4 h 119"/>
                <a:gd name="T8" fmla="*/ 127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6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6"/>
                    <a:pt x="22" y="8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1" name="Freeform 2014">
              <a:extLst>
                <a:ext uri="{FF2B5EF4-FFF2-40B4-BE49-F238E27FC236}">
                  <a16:creationId xmlns:a16="http://schemas.microsoft.com/office/drawing/2014/main" id="{3CF4CFC2-B9FC-4DB0-BA04-078A7453F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760"/>
              <a:ext cx="67" cy="68"/>
            </a:xfrm>
            <a:custGeom>
              <a:avLst/>
              <a:gdLst>
                <a:gd name="T0" fmla="*/ 70 w 66"/>
                <a:gd name="T1" fmla="*/ 30 h 67"/>
                <a:gd name="T2" fmla="*/ 43 w 66"/>
                <a:gd name="T3" fmla="*/ 71 h 67"/>
                <a:gd name="T4" fmla="*/ 2 w 66"/>
                <a:gd name="T5" fmla="*/ 43 h 67"/>
                <a:gd name="T6" fmla="*/ 29 w 66"/>
                <a:gd name="T7" fmla="*/ 2 h 67"/>
                <a:gd name="T8" fmla="*/ 70 w 66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3"/>
                    <a:pt x="37" y="65"/>
                  </a:cubicBezTo>
                  <a:cubicBezTo>
                    <a:pt x="20" y="67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7" y="0"/>
                    <a:pt x="62" y="13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2" name="Freeform 2015">
              <a:extLst>
                <a:ext uri="{FF2B5EF4-FFF2-40B4-BE49-F238E27FC236}">
                  <a16:creationId xmlns:a16="http://schemas.microsoft.com/office/drawing/2014/main" id="{A231AE24-3FBD-4938-B022-039EBF176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772"/>
              <a:ext cx="24" cy="23"/>
            </a:xfrm>
            <a:custGeom>
              <a:avLst/>
              <a:gdLst>
                <a:gd name="T0" fmla="*/ 28 w 23"/>
                <a:gd name="T1" fmla="*/ 10 h 23"/>
                <a:gd name="T2" fmla="*/ 19 w 23"/>
                <a:gd name="T3" fmla="*/ 22 h 23"/>
                <a:gd name="T4" fmla="*/ 1 w 23"/>
                <a:gd name="T5" fmla="*/ 13 h 23"/>
                <a:gd name="T6" fmla="*/ 10 w 23"/>
                <a:gd name="T7" fmla="*/ 1 h 23"/>
                <a:gd name="T8" fmla="*/ 28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8"/>
                    <a:pt x="1" y="13"/>
                  </a:cubicBezTo>
                  <a:cubicBezTo>
                    <a:pt x="0" y="7"/>
                    <a:pt x="5" y="1"/>
                    <a:pt x="10" y="1"/>
                  </a:cubicBezTo>
                  <a:cubicBezTo>
                    <a:pt x="16" y="0"/>
                    <a:pt x="22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3" name="Freeform 2016">
              <a:extLst>
                <a:ext uri="{FF2B5EF4-FFF2-40B4-BE49-F238E27FC236}">
                  <a16:creationId xmlns:a16="http://schemas.microsoft.com/office/drawing/2014/main" id="{CCDDF2CA-98DE-4494-8E1E-A56BBDF39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785"/>
              <a:ext cx="62" cy="72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82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4" name="Freeform 2017">
              <a:extLst>
                <a:ext uri="{FF2B5EF4-FFF2-40B4-BE49-F238E27FC236}">
                  <a16:creationId xmlns:a16="http://schemas.microsoft.com/office/drawing/2014/main" id="{389C9267-5838-4980-880F-99A64C333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890"/>
              <a:ext cx="121" cy="121"/>
            </a:xfrm>
            <a:custGeom>
              <a:avLst/>
              <a:gdLst>
                <a:gd name="T0" fmla="*/ 133 w 118"/>
                <a:gd name="T1" fmla="*/ 58 h 118"/>
                <a:gd name="T2" fmla="*/ 78 w 118"/>
                <a:gd name="T3" fmla="*/ 132 h 118"/>
                <a:gd name="T4" fmla="*/ 4 w 118"/>
                <a:gd name="T5" fmla="*/ 77 h 118"/>
                <a:gd name="T6" fmla="*/ 59 w 118"/>
                <a:gd name="T7" fmla="*/ 3 h 118"/>
                <a:gd name="T8" fmla="*/ 133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7" y="111"/>
                    <a:pt x="66" y="114"/>
                  </a:cubicBezTo>
                  <a:cubicBezTo>
                    <a:pt x="35" y="118"/>
                    <a:pt x="7" y="96"/>
                    <a:pt x="4" y="65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5" name="Freeform 2018">
              <a:extLst>
                <a:ext uri="{FF2B5EF4-FFF2-40B4-BE49-F238E27FC236}">
                  <a16:creationId xmlns:a16="http://schemas.microsoft.com/office/drawing/2014/main" id="{28952698-0018-409D-AD26-737242C1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890"/>
              <a:ext cx="121" cy="121"/>
            </a:xfrm>
            <a:custGeom>
              <a:avLst/>
              <a:gdLst>
                <a:gd name="T0" fmla="*/ 133 w 118"/>
                <a:gd name="T1" fmla="*/ 58 h 118"/>
                <a:gd name="T2" fmla="*/ 78 w 118"/>
                <a:gd name="T3" fmla="*/ 132 h 118"/>
                <a:gd name="T4" fmla="*/ 4 w 118"/>
                <a:gd name="T5" fmla="*/ 77 h 118"/>
                <a:gd name="T6" fmla="*/ 59 w 118"/>
                <a:gd name="T7" fmla="*/ 3 h 118"/>
                <a:gd name="T8" fmla="*/ 133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7" y="111"/>
                    <a:pt x="66" y="114"/>
                  </a:cubicBezTo>
                  <a:cubicBezTo>
                    <a:pt x="35" y="118"/>
                    <a:pt x="7" y="96"/>
                    <a:pt x="4" y="65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6" name="Freeform 2019">
              <a:extLst>
                <a:ext uri="{FF2B5EF4-FFF2-40B4-BE49-F238E27FC236}">
                  <a16:creationId xmlns:a16="http://schemas.microsoft.com/office/drawing/2014/main" id="{915247D7-A7B4-4176-99A3-EA37812F0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08"/>
              <a:ext cx="69" cy="67"/>
            </a:xfrm>
            <a:custGeom>
              <a:avLst/>
              <a:gdLst>
                <a:gd name="T0" fmla="*/ 77 w 67"/>
                <a:gd name="T1" fmla="*/ 29 h 66"/>
                <a:gd name="T2" fmla="*/ 43 w 67"/>
                <a:gd name="T3" fmla="*/ 70 h 66"/>
                <a:gd name="T4" fmla="*/ 2 w 67"/>
                <a:gd name="T5" fmla="*/ 42 h 66"/>
                <a:gd name="T6" fmla="*/ 36 w 67"/>
                <a:gd name="T7" fmla="*/ 2 h 66"/>
                <a:gd name="T8" fmla="*/ 77 w 67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6">
                  <a:moveTo>
                    <a:pt x="65" y="29"/>
                  </a:moveTo>
                  <a:cubicBezTo>
                    <a:pt x="67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6"/>
                  </a:cubicBezTo>
                  <a:cubicBezTo>
                    <a:pt x="0" y="19"/>
                    <a:pt x="12" y="4"/>
                    <a:pt x="30" y="2"/>
                  </a:cubicBezTo>
                  <a:cubicBezTo>
                    <a:pt x="47" y="0"/>
                    <a:pt x="62" y="12"/>
                    <a:pt x="65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7" name="Freeform 2020">
              <a:extLst>
                <a:ext uri="{FF2B5EF4-FFF2-40B4-BE49-F238E27FC236}">
                  <a16:creationId xmlns:a16="http://schemas.microsoft.com/office/drawing/2014/main" id="{4AF2FDB0-6198-4F4B-B988-1B3DF07DE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919"/>
              <a:ext cx="22" cy="23"/>
            </a:xfrm>
            <a:custGeom>
              <a:avLst/>
              <a:gdLst>
                <a:gd name="T0" fmla="*/ 22 w 22"/>
                <a:gd name="T1" fmla="*/ 10 h 23"/>
                <a:gd name="T2" fmla="*/ 12 w 22"/>
                <a:gd name="T3" fmla="*/ 22 h 23"/>
                <a:gd name="T4" fmla="*/ 0 w 22"/>
                <a:gd name="T5" fmla="*/ 13 h 23"/>
                <a:gd name="T6" fmla="*/ 10 w 22"/>
                <a:gd name="T7" fmla="*/ 1 h 23"/>
                <a:gd name="T8" fmla="*/ 22 w 22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2" y="10"/>
                  </a:moveTo>
                  <a:cubicBezTo>
                    <a:pt x="22" y="16"/>
                    <a:pt x="18" y="22"/>
                    <a:pt x="12" y="22"/>
                  </a:cubicBezTo>
                  <a:cubicBezTo>
                    <a:pt x="6" y="23"/>
                    <a:pt x="1" y="19"/>
                    <a:pt x="0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5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8" name="Freeform 2021">
              <a:extLst>
                <a:ext uri="{FF2B5EF4-FFF2-40B4-BE49-F238E27FC236}">
                  <a16:creationId xmlns:a16="http://schemas.microsoft.com/office/drawing/2014/main" id="{C88819A3-E403-44FE-BAA1-5007F3DD6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932"/>
              <a:ext cx="61" cy="72"/>
            </a:xfrm>
            <a:custGeom>
              <a:avLst/>
              <a:gdLst>
                <a:gd name="T0" fmla="*/ 50 w 60"/>
                <a:gd name="T1" fmla="*/ 0 h 70"/>
                <a:gd name="T2" fmla="*/ 0 w 60"/>
                <a:gd name="T3" fmla="*/ 82 h 70"/>
                <a:gd name="T4" fmla="*/ 50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8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9" name="Freeform 2022">
              <a:extLst>
                <a:ext uri="{FF2B5EF4-FFF2-40B4-BE49-F238E27FC236}">
                  <a16:creationId xmlns:a16="http://schemas.microsoft.com/office/drawing/2014/main" id="{3C632B6E-1D06-4970-A75E-403CC3EA2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191"/>
              <a:ext cx="121" cy="121"/>
            </a:xfrm>
            <a:custGeom>
              <a:avLst/>
              <a:gdLst>
                <a:gd name="T0" fmla="*/ 132 w 118"/>
                <a:gd name="T1" fmla="*/ 59 h 119"/>
                <a:gd name="T2" fmla="*/ 77 w 118"/>
                <a:gd name="T3" fmla="*/ 127 h 119"/>
                <a:gd name="T4" fmla="*/ 3 w 118"/>
                <a:gd name="T5" fmla="*/ 72 h 119"/>
                <a:gd name="T6" fmla="*/ 58 w 118"/>
                <a:gd name="T7" fmla="*/ 4 h 119"/>
                <a:gd name="T8" fmla="*/ 132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4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0" name="Freeform 2023">
              <a:extLst>
                <a:ext uri="{FF2B5EF4-FFF2-40B4-BE49-F238E27FC236}">
                  <a16:creationId xmlns:a16="http://schemas.microsoft.com/office/drawing/2014/main" id="{0C90419D-FE30-4456-AC9C-3A84BEFE7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191"/>
              <a:ext cx="121" cy="121"/>
            </a:xfrm>
            <a:custGeom>
              <a:avLst/>
              <a:gdLst>
                <a:gd name="T0" fmla="*/ 132 w 118"/>
                <a:gd name="T1" fmla="*/ 59 h 119"/>
                <a:gd name="T2" fmla="*/ 77 w 118"/>
                <a:gd name="T3" fmla="*/ 127 h 119"/>
                <a:gd name="T4" fmla="*/ 3 w 118"/>
                <a:gd name="T5" fmla="*/ 72 h 119"/>
                <a:gd name="T6" fmla="*/ 58 w 118"/>
                <a:gd name="T7" fmla="*/ 4 h 119"/>
                <a:gd name="T8" fmla="*/ 132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4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1" name="Freeform 2024">
              <a:extLst>
                <a:ext uri="{FF2B5EF4-FFF2-40B4-BE49-F238E27FC236}">
                  <a16:creationId xmlns:a16="http://schemas.microsoft.com/office/drawing/2014/main" id="{A1135CBE-0F2F-452B-B249-90C1C8B1D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208"/>
              <a:ext cx="68" cy="68"/>
            </a:xfrm>
            <a:custGeom>
              <a:avLst/>
              <a:gdLst>
                <a:gd name="T0" fmla="*/ 76 w 66"/>
                <a:gd name="T1" fmla="*/ 30 h 67"/>
                <a:gd name="T2" fmla="*/ 43 w 66"/>
                <a:gd name="T3" fmla="*/ 71 h 67"/>
                <a:gd name="T4" fmla="*/ 2 w 66"/>
                <a:gd name="T5" fmla="*/ 43 h 67"/>
                <a:gd name="T6" fmla="*/ 35 w 66"/>
                <a:gd name="T7" fmla="*/ 2 h 67"/>
                <a:gd name="T8" fmla="*/ 76 w 66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2"/>
                    <a:pt x="37" y="65"/>
                  </a:cubicBezTo>
                  <a:cubicBezTo>
                    <a:pt x="19" y="67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6" y="0"/>
                    <a:pt x="62" y="12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2" name="Freeform 2025">
              <a:extLst>
                <a:ext uri="{FF2B5EF4-FFF2-40B4-BE49-F238E27FC236}">
                  <a16:creationId xmlns:a16="http://schemas.microsoft.com/office/drawing/2014/main" id="{E6389AEB-BABD-424C-B672-B69DFDD28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220"/>
              <a:ext cx="23" cy="24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8 h 23"/>
                <a:gd name="T4" fmla="*/ 1 w 23"/>
                <a:gd name="T5" fmla="*/ 19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8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3" name="Freeform 2026">
              <a:extLst>
                <a:ext uri="{FF2B5EF4-FFF2-40B4-BE49-F238E27FC236}">
                  <a16:creationId xmlns:a16="http://schemas.microsoft.com/office/drawing/2014/main" id="{E6D9B703-5EE0-4C19-8BB7-3BA252AB8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2234"/>
              <a:ext cx="63" cy="71"/>
            </a:xfrm>
            <a:custGeom>
              <a:avLst/>
              <a:gdLst>
                <a:gd name="T0" fmla="*/ 56 w 61"/>
                <a:gd name="T1" fmla="*/ 0 h 70"/>
                <a:gd name="T2" fmla="*/ 0 w 61"/>
                <a:gd name="T3" fmla="*/ 76 h 70"/>
                <a:gd name="T4" fmla="*/ 56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4" name="Freeform 2027">
              <a:extLst>
                <a:ext uri="{FF2B5EF4-FFF2-40B4-BE49-F238E27FC236}">
                  <a16:creationId xmlns:a16="http://schemas.microsoft.com/office/drawing/2014/main" id="{BBDA4FE7-C923-4590-9CBB-2B2194D3C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274"/>
              <a:ext cx="121" cy="121"/>
            </a:xfrm>
            <a:custGeom>
              <a:avLst/>
              <a:gdLst>
                <a:gd name="T0" fmla="*/ 133 w 118"/>
                <a:gd name="T1" fmla="*/ 58 h 118"/>
                <a:gd name="T2" fmla="*/ 78 w 118"/>
                <a:gd name="T3" fmla="*/ 133 h 118"/>
                <a:gd name="T4" fmla="*/ 4 w 118"/>
                <a:gd name="T5" fmla="*/ 78 h 118"/>
                <a:gd name="T6" fmla="*/ 58 w 118"/>
                <a:gd name="T7" fmla="*/ 4 h 118"/>
                <a:gd name="T8" fmla="*/ 133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5" name="Freeform 2028">
              <a:extLst>
                <a:ext uri="{FF2B5EF4-FFF2-40B4-BE49-F238E27FC236}">
                  <a16:creationId xmlns:a16="http://schemas.microsoft.com/office/drawing/2014/main" id="{74739AA2-1810-4240-8443-C71796028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274"/>
              <a:ext cx="121" cy="121"/>
            </a:xfrm>
            <a:custGeom>
              <a:avLst/>
              <a:gdLst>
                <a:gd name="T0" fmla="*/ 133 w 118"/>
                <a:gd name="T1" fmla="*/ 58 h 118"/>
                <a:gd name="T2" fmla="*/ 78 w 118"/>
                <a:gd name="T3" fmla="*/ 133 h 118"/>
                <a:gd name="T4" fmla="*/ 4 w 118"/>
                <a:gd name="T5" fmla="*/ 78 h 118"/>
                <a:gd name="T6" fmla="*/ 58 w 118"/>
                <a:gd name="T7" fmla="*/ 4 h 118"/>
                <a:gd name="T8" fmla="*/ 133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6" name="Freeform 2029">
              <a:extLst>
                <a:ext uri="{FF2B5EF4-FFF2-40B4-BE49-F238E27FC236}">
                  <a16:creationId xmlns:a16="http://schemas.microsoft.com/office/drawing/2014/main" id="{E332CF22-1EBF-4447-B71D-5DA26326F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292"/>
              <a:ext cx="67" cy="67"/>
            </a:xfrm>
            <a:custGeom>
              <a:avLst/>
              <a:gdLst>
                <a:gd name="T0" fmla="*/ 70 w 66"/>
                <a:gd name="T1" fmla="*/ 29 h 66"/>
                <a:gd name="T2" fmla="*/ 43 w 66"/>
                <a:gd name="T3" fmla="*/ 70 h 66"/>
                <a:gd name="T4" fmla="*/ 2 w 66"/>
                <a:gd name="T5" fmla="*/ 43 h 66"/>
                <a:gd name="T6" fmla="*/ 29 w 66"/>
                <a:gd name="T7" fmla="*/ 2 h 66"/>
                <a:gd name="T8" fmla="*/ 70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19"/>
                    <a:pt x="12" y="4"/>
                    <a:pt x="29" y="2"/>
                  </a:cubicBezTo>
                  <a:cubicBezTo>
                    <a:pt x="47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7" name="Freeform 2030">
              <a:extLst>
                <a:ext uri="{FF2B5EF4-FFF2-40B4-BE49-F238E27FC236}">
                  <a16:creationId xmlns:a16="http://schemas.microsoft.com/office/drawing/2014/main" id="{D475A72D-40A5-45E7-BA32-F096A1686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304"/>
              <a:ext cx="23" cy="22"/>
            </a:xfrm>
            <a:custGeom>
              <a:avLst/>
              <a:gdLst>
                <a:gd name="T0" fmla="*/ 22 w 23"/>
                <a:gd name="T1" fmla="*/ 10 h 22"/>
                <a:gd name="T2" fmla="*/ 13 w 23"/>
                <a:gd name="T3" fmla="*/ 21 h 22"/>
                <a:gd name="T4" fmla="*/ 1 w 23"/>
                <a:gd name="T5" fmla="*/ 12 h 22"/>
                <a:gd name="T6" fmla="*/ 10 w 23"/>
                <a:gd name="T7" fmla="*/ 0 h 22"/>
                <a:gd name="T8" fmla="*/ 22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0"/>
                  </a:moveTo>
                  <a:cubicBezTo>
                    <a:pt x="23" y="15"/>
                    <a:pt x="19" y="21"/>
                    <a:pt x="13" y="21"/>
                  </a:cubicBezTo>
                  <a:cubicBezTo>
                    <a:pt x="7" y="22"/>
                    <a:pt x="2" y="18"/>
                    <a:pt x="1" y="12"/>
                  </a:cubicBezTo>
                  <a:cubicBezTo>
                    <a:pt x="0" y="6"/>
                    <a:pt x="5" y="1"/>
                    <a:pt x="10" y="0"/>
                  </a:cubicBezTo>
                  <a:cubicBezTo>
                    <a:pt x="16" y="0"/>
                    <a:pt x="22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8" name="Freeform 2031">
              <a:extLst>
                <a:ext uri="{FF2B5EF4-FFF2-40B4-BE49-F238E27FC236}">
                  <a16:creationId xmlns:a16="http://schemas.microsoft.com/office/drawing/2014/main" id="{D250B8AB-ACA9-436A-9088-B61C4EF49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316"/>
              <a:ext cx="62" cy="72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82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9" name="Freeform 2032">
              <a:extLst>
                <a:ext uri="{FF2B5EF4-FFF2-40B4-BE49-F238E27FC236}">
                  <a16:creationId xmlns:a16="http://schemas.microsoft.com/office/drawing/2014/main" id="{DC1CB361-729C-4D32-8159-770BC374F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269"/>
              <a:ext cx="120" cy="122"/>
            </a:xfrm>
            <a:custGeom>
              <a:avLst/>
              <a:gdLst>
                <a:gd name="T0" fmla="*/ 126 w 118"/>
                <a:gd name="T1" fmla="*/ 59 h 119"/>
                <a:gd name="T2" fmla="*/ 71 w 118"/>
                <a:gd name="T3" fmla="*/ 133 h 119"/>
                <a:gd name="T4" fmla="*/ 3 w 118"/>
                <a:gd name="T5" fmla="*/ 78 h 119"/>
                <a:gd name="T6" fmla="*/ 58 w 118"/>
                <a:gd name="T7" fmla="*/ 4 h 119"/>
                <a:gd name="T8" fmla="*/ 126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4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6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0" name="Freeform 2033">
              <a:extLst>
                <a:ext uri="{FF2B5EF4-FFF2-40B4-BE49-F238E27FC236}">
                  <a16:creationId xmlns:a16="http://schemas.microsoft.com/office/drawing/2014/main" id="{7B0EBECA-7D11-4C45-A5F9-EECFA9596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269"/>
              <a:ext cx="120" cy="122"/>
            </a:xfrm>
            <a:custGeom>
              <a:avLst/>
              <a:gdLst>
                <a:gd name="T0" fmla="*/ 126 w 118"/>
                <a:gd name="T1" fmla="*/ 59 h 119"/>
                <a:gd name="T2" fmla="*/ 71 w 118"/>
                <a:gd name="T3" fmla="*/ 133 h 119"/>
                <a:gd name="T4" fmla="*/ 3 w 118"/>
                <a:gd name="T5" fmla="*/ 78 h 119"/>
                <a:gd name="T6" fmla="*/ 58 w 118"/>
                <a:gd name="T7" fmla="*/ 4 h 119"/>
                <a:gd name="T8" fmla="*/ 126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4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6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1" name="Freeform 2034">
              <a:extLst>
                <a:ext uri="{FF2B5EF4-FFF2-40B4-BE49-F238E27FC236}">
                  <a16:creationId xmlns:a16="http://schemas.microsoft.com/office/drawing/2014/main" id="{061A33D1-0466-4D75-862B-8FFAA4EC0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287"/>
              <a:ext cx="67" cy="68"/>
            </a:xfrm>
            <a:custGeom>
              <a:avLst/>
              <a:gdLst>
                <a:gd name="T0" fmla="*/ 70 w 66"/>
                <a:gd name="T1" fmla="*/ 30 h 67"/>
                <a:gd name="T2" fmla="*/ 43 w 66"/>
                <a:gd name="T3" fmla="*/ 71 h 67"/>
                <a:gd name="T4" fmla="*/ 2 w 66"/>
                <a:gd name="T5" fmla="*/ 43 h 67"/>
                <a:gd name="T6" fmla="*/ 29 w 66"/>
                <a:gd name="T7" fmla="*/ 2 h 67"/>
                <a:gd name="T8" fmla="*/ 70 w 66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3"/>
                    <a:pt x="37" y="65"/>
                  </a:cubicBezTo>
                  <a:cubicBezTo>
                    <a:pt x="19" y="67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6" y="0"/>
                    <a:pt x="62" y="13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2" name="Freeform 2035">
              <a:extLst>
                <a:ext uri="{FF2B5EF4-FFF2-40B4-BE49-F238E27FC236}">
                  <a16:creationId xmlns:a16="http://schemas.microsoft.com/office/drawing/2014/main" id="{E0B43553-E42C-40D3-9817-DCEBA6F0D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299"/>
              <a:ext cx="24" cy="23"/>
            </a:xfrm>
            <a:custGeom>
              <a:avLst/>
              <a:gdLst>
                <a:gd name="T0" fmla="*/ 28 w 23"/>
                <a:gd name="T1" fmla="*/ 10 h 23"/>
                <a:gd name="T2" fmla="*/ 19 w 23"/>
                <a:gd name="T3" fmla="*/ 22 h 23"/>
                <a:gd name="T4" fmla="*/ 1 w 23"/>
                <a:gd name="T5" fmla="*/ 13 h 23"/>
                <a:gd name="T6" fmla="*/ 10 w 23"/>
                <a:gd name="T7" fmla="*/ 1 h 23"/>
                <a:gd name="T8" fmla="*/ 28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8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3" name="Freeform 2036">
              <a:extLst>
                <a:ext uri="{FF2B5EF4-FFF2-40B4-BE49-F238E27FC236}">
                  <a16:creationId xmlns:a16="http://schemas.microsoft.com/office/drawing/2014/main" id="{D0EFB8A4-26E6-4935-AE3A-9FD4510B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312"/>
              <a:ext cx="62" cy="72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82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4" name="Freeform 2037">
              <a:extLst>
                <a:ext uri="{FF2B5EF4-FFF2-40B4-BE49-F238E27FC236}">
                  <a16:creationId xmlns:a16="http://schemas.microsoft.com/office/drawing/2014/main" id="{EFA5F31D-E67B-4F9F-A351-BE0A0DFEC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520"/>
              <a:ext cx="121" cy="121"/>
            </a:xfrm>
            <a:custGeom>
              <a:avLst/>
              <a:gdLst>
                <a:gd name="T0" fmla="*/ 132 w 118"/>
                <a:gd name="T1" fmla="*/ 59 h 119"/>
                <a:gd name="T2" fmla="*/ 78 w 118"/>
                <a:gd name="T3" fmla="*/ 127 h 119"/>
                <a:gd name="T4" fmla="*/ 3 w 118"/>
                <a:gd name="T5" fmla="*/ 72 h 119"/>
                <a:gd name="T6" fmla="*/ 58 w 118"/>
                <a:gd name="T7" fmla="*/ 4 h 119"/>
                <a:gd name="T8" fmla="*/ 132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5" name="Freeform 2038">
              <a:extLst>
                <a:ext uri="{FF2B5EF4-FFF2-40B4-BE49-F238E27FC236}">
                  <a16:creationId xmlns:a16="http://schemas.microsoft.com/office/drawing/2014/main" id="{DD0C010B-76BF-4DF1-9975-62F6DA503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520"/>
              <a:ext cx="121" cy="121"/>
            </a:xfrm>
            <a:custGeom>
              <a:avLst/>
              <a:gdLst>
                <a:gd name="T0" fmla="*/ 132 w 118"/>
                <a:gd name="T1" fmla="*/ 59 h 119"/>
                <a:gd name="T2" fmla="*/ 78 w 118"/>
                <a:gd name="T3" fmla="*/ 127 h 119"/>
                <a:gd name="T4" fmla="*/ 3 w 118"/>
                <a:gd name="T5" fmla="*/ 72 h 119"/>
                <a:gd name="T6" fmla="*/ 58 w 118"/>
                <a:gd name="T7" fmla="*/ 4 h 119"/>
                <a:gd name="T8" fmla="*/ 132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6" name="Freeform 2039">
              <a:extLst>
                <a:ext uri="{FF2B5EF4-FFF2-40B4-BE49-F238E27FC236}">
                  <a16:creationId xmlns:a16="http://schemas.microsoft.com/office/drawing/2014/main" id="{A8F52A9F-AC42-47A9-B9BF-F41E3B4DF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537"/>
              <a:ext cx="67" cy="67"/>
            </a:xfrm>
            <a:custGeom>
              <a:avLst/>
              <a:gdLst>
                <a:gd name="T0" fmla="*/ 70 w 66"/>
                <a:gd name="T1" fmla="*/ 30 h 66"/>
                <a:gd name="T2" fmla="*/ 43 w 66"/>
                <a:gd name="T3" fmla="*/ 70 h 66"/>
                <a:gd name="T4" fmla="*/ 2 w 66"/>
                <a:gd name="T5" fmla="*/ 43 h 66"/>
                <a:gd name="T6" fmla="*/ 29 w 66"/>
                <a:gd name="T7" fmla="*/ 2 h 66"/>
                <a:gd name="T8" fmla="*/ 70 w 66"/>
                <a:gd name="T9" fmla="*/ 3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30"/>
                  </a:moveTo>
                  <a:cubicBezTo>
                    <a:pt x="66" y="47"/>
                    <a:pt x="54" y="62"/>
                    <a:pt x="37" y="64"/>
                  </a:cubicBezTo>
                  <a:cubicBezTo>
                    <a:pt x="19" y="66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6" y="0"/>
                    <a:pt x="62" y="12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7" name="Freeform 2040">
              <a:extLst>
                <a:ext uri="{FF2B5EF4-FFF2-40B4-BE49-F238E27FC236}">
                  <a16:creationId xmlns:a16="http://schemas.microsoft.com/office/drawing/2014/main" id="{42E139B4-18CA-48E9-BC92-8D7847D1F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549"/>
              <a:ext cx="23" cy="23"/>
            </a:xfrm>
            <a:custGeom>
              <a:avLst/>
              <a:gdLst>
                <a:gd name="T0" fmla="*/ 22 w 23"/>
                <a:gd name="T1" fmla="*/ 10 h 22"/>
                <a:gd name="T2" fmla="*/ 13 w 23"/>
                <a:gd name="T3" fmla="*/ 28 h 22"/>
                <a:gd name="T4" fmla="*/ 1 w 23"/>
                <a:gd name="T5" fmla="*/ 18 h 22"/>
                <a:gd name="T6" fmla="*/ 10 w 23"/>
                <a:gd name="T7" fmla="*/ 1 h 22"/>
                <a:gd name="T8" fmla="*/ 22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2"/>
                    <a:pt x="2" y="18"/>
                    <a:pt x="1" y="12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8" name="Freeform 2041">
              <a:extLst>
                <a:ext uri="{FF2B5EF4-FFF2-40B4-BE49-F238E27FC236}">
                  <a16:creationId xmlns:a16="http://schemas.microsoft.com/office/drawing/2014/main" id="{D7492997-A4D1-4897-BA78-DECAC8AB9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561"/>
              <a:ext cx="62" cy="72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82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9" name="Freeform 2042">
              <a:extLst>
                <a:ext uri="{FF2B5EF4-FFF2-40B4-BE49-F238E27FC236}">
                  <a16:creationId xmlns:a16="http://schemas.microsoft.com/office/drawing/2014/main" id="{7A7A5E93-8994-4F41-9787-5B879190F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319"/>
              <a:ext cx="121" cy="121"/>
            </a:xfrm>
            <a:custGeom>
              <a:avLst/>
              <a:gdLst>
                <a:gd name="T0" fmla="*/ 127 w 119"/>
                <a:gd name="T1" fmla="*/ 59 h 118"/>
                <a:gd name="T2" fmla="*/ 72 w 119"/>
                <a:gd name="T3" fmla="*/ 133 h 118"/>
                <a:gd name="T4" fmla="*/ 4 w 119"/>
                <a:gd name="T5" fmla="*/ 78 h 118"/>
                <a:gd name="T6" fmla="*/ 59 w 119"/>
                <a:gd name="T7" fmla="*/ 4 h 118"/>
                <a:gd name="T8" fmla="*/ 127 w 119"/>
                <a:gd name="T9" fmla="*/ 59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8">
                  <a:moveTo>
                    <a:pt x="115" y="53"/>
                  </a:moveTo>
                  <a:cubicBezTo>
                    <a:pt x="119" y="83"/>
                    <a:pt x="97" y="111"/>
                    <a:pt x="66" y="115"/>
                  </a:cubicBezTo>
                  <a:cubicBezTo>
                    <a:pt x="35" y="118"/>
                    <a:pt x="8" y="97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0" name="Freeform 2043">
              <a:extLst>
                <a:ext uri="{FF2B5EF4-FFF2-40B4-BE49-F238E27FC236}">
                  <a16:creationId xmlns:a16="http://schemas.microsoft.com/office/drawing/2014/main" id="{866EE0A7-B40D-4E15-9638-872941664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319"/>
              <a:ext cx="121" cy="121"/>
            </a:xfrm>
            <a:custGeom>
              <a:avLst/>
              <a:gdLst>
                <a:gd name="T0" fmla="*/ 127 w 119"/>
                <a:gd name="T1" fmla="*/ 59 h 118"/>
                <a:gd name="T2" fmla="*/ 72 w 119"/>
                <a:gd name="T3" fmla="*/ 133 h 118"/>
                <a:gd name="T4" fmla="*/ 4 w 119"/>
                <a:gd name="T5" fmla="*/ 78 h 118"/>
                <a:gd name="T6" fmla="*/ 59 w 119"/>
                <a:gd name="T7" fmla="*/ 4 h 118"/>
                <a:gd name="T8" fmla="*/ 127 w 119"/>
                <a:gd name="T9" fmla="*/ 59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8">
                  <a:moveTo>
                    <a:pt x="115" y="53"/>
                  </a:moveTo>
                  <a:cubicBezTo>
                    <a:pt x="119" y="83"/>
                    <a:pt x="97" y="111"/>
                    <a:pt x="66" y="115"/>
                  </a:cubicBezTo>
                  <a:cubicBezTo>
                    <a:pt x="35" y="118"/>
                    <a:pt x="8" y="97"/>
                    <a:pt x="4" y="66"/>
                  </a:cubicBezTo>
                  <a:cubicBezTo>
                    <a:pt x="0" y="35"/>
                    <a:pt x="22" y="7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1" name="Freeform 2044">
              <a:extLst>
                <a:ext uri="{FF2B5EF4-FFF2-40B4-BE49-F238E27FC236}">
                  <a16:creationId xmlns:a16="http://schemas.microsoft.com/office/drawing/2014/main" id="{EE9E412F-F0CC-4988-A5C5-700A83141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337"/>
              <a:ext cx="68" cy="67"/>
            </a:xfrm>
            <a:custGeom>
              <a:avLst/>
              <a:gdLst>
                <a:gd name="T0" fmla="*/ 71 w 67"/>
                <a:gd name="T1" fmla="*/ 29 h 66"/>
                <a:gd name="T2" fmla="*/ 43 w 67"/>
                <a:gd name="T3" fmla="*/ 70 h 66"/>
                <a:gd name="T4" fmla="*/ 2 w 67"/>
                <a:gd name="T5" fmla="*/ 43 h 66"/>
                <a:gd name="T6" fmla="*/ 30 w 67"/>
                <a:gd name="T7" fmla="*/ 2 h 66"/>
                <a:gd name="T8" fmla="*/ 71 w 67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6">
                  <a:moveTo>
                    <a:pt x="65" y="29"/>
                  </a:moveTo>
                  <a:cubicBezTo>
                    <a:pt x="67" y="47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20"/>
                    <a:pt x="13" y="4"/>
                    <a:pt x="30" y="2"/>
                  </a:cubicBezTo>
                  <a:cubicBezTo>
                    <a:pt x="47" y="0"/>
                    <a:pt x="63" y="12"/>
                    <a:pt x="65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2" name="Freeform 2045">
              <a:extLst>
                <a:ext uri="{FF2B5EF4-FFF2-40B4-BE49-F238E27FC236}">
                  <a16:creationId xmlns:a16="http://schemas.microsoft.com/office/drawing/2014/main" id="{C2A0EB6B-3E36-4C0A-8483-124649B7F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349"/>
              <a:ext cx="22" cy="23"/>
            </a:xfrm>
            <a:custGeom>
              <a:avLst/>
              <a:gdLst>
                <a:gd name="T0" fmla="*/ 22 w 22"/>
                <a:gd name="T1" fmla="*/ 10 h 22"/>
                <a:gd name="T2" fmla="*/ 12 w 22"/>
                <a:gd name="T3" fmla="*/ 28 h 22"/>
                <a:gd name="T4" fmla="*/ 0 w 22"/>
                <a:gd name="T5" fmla="*/ 18 h 22"/>
                <a:gd name="T6" fmla="*/ 10 w 22"/>
                <a:gd name="T7" fmla="*/ 1 h 22"/>
                <a:gd name="T8" fmla="*/ 22 w 22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2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6" y="22"/>
                    <a:pt x="1" y="18"/>
                    <a:pt x="0" y="12"/>
                  </a:cubicBezTo>
                  <a:cubicBezTo>
                    <a:pt x="0" y="6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3" name="Freeform 2046">
              <a:extLst>
                <a:ext uri="{FF2B5EF4-FFF2-40B4-BE49-F238E27FC236}">
                  <a16:creationId xmlns:a16="http://schemas.microsoft.com/office/drawing/2014/main" id="{0D0919C4-F0A6-4018-B95B-D462E8D10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361"/>
              <a:ext cx="61" cy="72"/>
            </a:xfrm>
            <a:custGeom>
              <a:avLst/>
              <a:gdLst>
                <a:gd name="T0" fmla="*/ 50 w 60"/>
                <a:gd name="T1" fmla="*/ 0 h 70"/>
                <a:gd name="T2" fmla="*/ 0 w 60"/>
                <a:gd name="T3" fmla="*/ 82 h 70"/>
                <a:gd name="T4" fmla="*/ 50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9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9" name="Hepatitis-virus-structure-diagram">
            <a:extLst>
              <a:ext uri="{FF2B5EF4-FFF2-40B4-BE49-F238E27FC236}">
                <a16:creationId xmlns:a16="http://schemas.microsoft.com/office/drawing/2014/main" id="{E464AA03-FF06-4290-B512-E81B17831B3C}"/>
              </a:ext>
            </a:extLst>
          </p:cNvPr>
          <p:cNvGrpSpPr>
            <a:grpSpLocks/>
          </p:cNvGrpSpPr>
          <p:nvPr/>
        </p:nvGrpSpPr>
        <p:grpSpPr bwMode="auto">
          <a:xfrm>
            <a:off x="7939088" y="2871788"/>
            <a:ext cx="2079625" cy="2843212"/>
            <a:chOff x="4041" y="1809"/>
            <a:chExt cx="1310" cy="1791"/>
          </a:xfrm>
        </p:grpSpPr>
        <p:sp>
          <p:nvSpPr>
            <p:cNvPr id="31932" name="Freeform 2048">
              <a:extLst>
                <a:ext uri="{FF2B5EF4-FFF2-40B4-BE49-F238E27FC236}">
                  <a16:creationId xmlns:a16="http://schemas.microsoft.com/office/drawing/2014/main" id="{3910E497-4C57-404A-8382-9EDB07596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946"/>
              <a:ext cx="962" cy="1508"/>
            </a:xfrm>
            <a:custGeom>
              <a:avLst/>
              <a:gdLst>
                <a:gd name="T0" fmla="*/ 541 w 940"/>
                <a:gd name="T1" fmla="*/ 1668 h 1478"/>
                <a:gd name="T2" fmla="*/ 1081 w 940"/>
                <a:gd name="T3" fmla="*/ 821 h 1478"/>
                <a:gd name="T4" fmla="*/ 541 w 940"/>
                <a:gd name="T5" fmla="*/ 0 h 1478"/>
                <a:gd name="T6" fmla="*/ 540 w 940"/>
                <a:gd name="T7" fmla="*/ 0 h 1478"/>
                <a:gd name="T8" fmla="*/ 0 w 940"/>
                <a:gd name="T9" fmla="*/ 821 h 1478"/>
                <a:gd name="T10" fmla="*/ 540 w 940"/>
                <a:gd name="T11" fmla="*/ 1668 h 1478"/>
                <a:gd name="T12" fmla="*/ 541 w 940"/>
                <a:gd name="T13" fmla="*/ 1668 h 14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0" h="1478">
                  <a:moveTo>
                    <a:pt x="471" y="1478"/>
                  </a:moveTo>
                  <a:cubicBezTo>
                    <a:pt x="471" y="1478"/>
                    <a:pt x="940" y="1230"/>
                    <a:pt x="940" y="728"/>
                  </a:cubicBezTo>
                  <a:cubicBezTo>
                    <a:pt x="940" y="226"/>
                    <a:pt x="471" y="0"/>
                    <a:pt x="471" y="0"/>
                  </a:cubicBezTo>
                  <a:cubicBezTo>
                    <a:pt x="470" y="0"/>
                    <a:pt x="470" y="0"/>
                    <a:pt x="470" y="0"/>
                  </a:cubicBezTo>
                  <a:cubicBezTo>
                    <a:pt x="470" y="0"/>
                    <a:pt x="0" y="226"/>
                    <a:pt x="0" y="728"/>
                  </a:cubicBezTo>
                  <a:cubicBezTo>
                    <a:pt x="0" y="1230"/>
                    <a:pt x="470" y="1478"/>
                    <a:pt x="470" y="1478"/>
                  </a:cubicBezTo>
                  <a:lnTo>
                    <a:pt x="471" y="1478"/>
                  </a:lnTo>
                  <a:close/>
                </a:path>
              </a:pathLst>
            </a:custGeom>
            <a:solidFill>
              <a:srgbClr val="67B6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3" name="Freeform 2049">
              <a:extLst>
                <a:ext uri="{FF2B5EF4-FFF2-40B4-BE49-F238E27FC236}">
                  <a16:creationId xmlns:a16="http://schemas.microsoft.com/office/drawing/2014/main" id="{E6554E51-755B-49A2-A00C-F3E3D3F23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256"/>
              <a:ext cx="37" cy="61"/>
            </a:xfrm>
            <a:custGeom>
              <a:avLst/>
              <a:gdLst>
                <a:gd name="T0" fmla="*/ 40 w 36"/>
                <a:gd name="T1" fmla="*/ 52 h 60"/>
                <a:gd name="T2" fmla="*/ 36 w 36"/>
                <a:gd name="T3" fmla="*/ 64 h 60"/>
                <a:gd name="T4" fmla="*/ 36 w 36"/>
                <a:gd name="T5" fmla="*/ 64 h 60"/>
                <a:gd name="T6" fmla="*/ 24 w 36"/>
                <a:gd name="T7" fmla="*/ 59 h 60"/>
                <a:gd name="T8" fmla="*/ 2 w 36"/>
                <a:gd name="T9" fmla="*/ 17 h 60"/>
                <a:gd name="T10" fmla="*/ 11 w 36"/>
                <a:gd name="T11" fmla="*/ 3 h 60"/>
                <a:gd name="T12" fmla="*/ 11 w 36"/>
                <a:gd name="T13" fmla="*/ 3 h 60"/>
                <a:gd name="T14" fmla="*/ 34 w 36"/>
                <a:gd name="T15" fmla="*/ 5 h 60"/>
                <a:gd name="T16" fmla="*/ 40 w 36"/>
                <a:gd name="T17" fmla="*/ 52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60">
                  <a:moveTo>
                    <a:pt x="34" y="46"/>
                  </a:moveTo>
                  <a:cubicBezTo>
                    <a:pt x="36" y="50"/>
                    <a:pt x="34" y="56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25" y="60"/>
                    <a:pt x="20" y="58"/>
                    <a:pt x="18" y="53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0" y="12"/>
                    <a:pt x="4" y="6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8" y="0"/>
                    <a:pt x="26" y="1"/>
                    <a:pt x="28" y="5"/>
                  </a:cubicBezTo>
                  <a:lnTo>
                    <a:pt x="34" y="46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4" name="Freeform 2050">
              <a:extLst>
                <a:ext uri="{FF2B5EF4-FFF2-40B4-BE49-F238E27FC236}">
                  <a16:creationId xmlns:a16="http://schemas.microsoft.com/office/drawing/2014/main" id="{CA8C5610-59F9-4888-8626-662F70988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275"/>
              <a:ext cx="38" cy="40"/>
            </a:xfrm>
            <a:custGeom>
              <a:avLst/>
              <a:gdLst>
                <a:gd name="T0" fmla="*/ 0 w 37"/>
                <a:gd name="T1" fmla="*/ 0 h 39"/>
                <a:gd name="T2" fmla="*/ 14 w 37"/>
                <a:gd name="T3" fmla="*/ 38 h 39"/>
                <a:gd name="T4" fmla="*/ 0 w 37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9">
                  <a:moveTo>
                    <a:pt x="0" y="0"/>
                  </a:moveTo>
                  <a:cubicBezTo>
                    <a:pt x="14" y="32"/>
                    <a:pt x="14" y="32"/>
                    <a:pt x="14" y="32"/>
                  </a:cubicBezTo>
                  <a:cubicBezTo>
                    <a:pt x="14" y="32"/>
                    <a:pt x="37" y="39"/>
                    <a:pt x="0" y="0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5" name="Freeform 2051">
              <a:extLst>
                <a:ext uri="{FF2B5EF4-FFF2-40B4-BE49-F238E27FC236}">
                  <a16:creationId xmlns:a16="http://schemas.microsoft.com/office/drawing/2014/main" id="{0BC3F099-471A-4239-9F26-C29A92A77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259"/>
              <a:ext cx="23" cy="19"/>
            </a:xfrm>
            <a:custGeom>
              <a:avLst/>
              <a:gdLst>
                <a:gd name="T0" fmla="*/ 0 w 22"/>
                <a:gd name="T1" fmla="*/ 9 h 19"/>
                <a:gd name="T2" fmla="*/ 27 w 22"/>
                <a:gd name="T3" fmla="*/ 0 h 19"/>
                <a:gd name="T4" fmla="*/ 20 w 22"/>
                <a:gd name="T5" fmla="*/ 14 h 19"/>
                <a:gd name="T6" fmla="*/ 0 w 22"/>
                <a:gd name="T7" fmla="*/ 1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0" y="9"/>
                  </a:moveTo>
                  <a:cubicBezTo>
                    <a:pt x="6" y="19"/>
                    <a:pt x="18" y="5"/>
                    <a:pt x="21" y="0"/>
                  </a:cubicBezTo>
                  <a:cubicBezTo>
                    <a:pt x="22" y="7"/>
                    <a:pt x="21" y="11"/>
                    <a:pt x="14" y="14"/>
                  </a:cubicBezTo>
                  <a:cubicBezTo>
                    <a:pt x="9" y="16"/>
                    <a:pt x="3" y="15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6" name="Freeform 2052">
              <a:extLst>
                <a:ext uri="{FF2B5EF4-FFF2-40B4-BE49-F238E27FC236}">
                  <a16:creationId xmlns:a16="http://schemas.microsoft.com/office/drawing/2014/main" id="{B66CC52E-54F7-4892-B57B-AD03018F7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269"/>
              <a:ext cx="6" cy="34"/>
            </a:xfrm>
            <a:custGeom>
              <a:avLst/>
              <a:gdLst>
                <a:gd name="T0" fmla="*/ 1 w 6"/>
                <a:gd name="T1" fmla="*/ 0 h 33"/>
                <a:gd name="T2" fmla="*/ 6 w 6"/>
                <a:gd name="T3" fmla="*/ 39 h 33"/>
                <a:gd name="T4" fmla="*/ 1 w 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3">
                  <a:moveTo>
                    <a:pt x="1" y="0"/>
                  </a:move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7" name="Freeform 2053">
              <a:extLst>
                <a:ext uri="{FF2B5EF4-FFF2-40B4-BE49-F238E27FC236}">
                  <a16:creationId xmlns:a16="http://schemas.microsoft.com/office/drawing/2014/main" id="{3273E0A6-C1BE-4A54-8C44-E9113A40C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255"/>
              <a:ext cx="38" cy="62"/>
            </a:xfrm>
            <a:custGeom>
              <a:avLst/>
              <a:gdLst>
                <a:gd name="T0" fmla="*/ 41 w 37"/>
                <a:gd name="T1" fmla="*/ 53 h 61"/>
                <a:gd name="T2" fmla="*/ 36 w 37"/>
                <a:gd name="T3" fmla="*/ 65 h 61"/>
                <a:gd name="T4" fmla="*/ 36 w 37"/>
                <a:gd name="T5" fmla="*/ 65 h 61"/>
                <a:gd name="T6" fmla="*/ 18 w 37"/>
                <a:gd name="T7" fmla="*/ 60 h 61"/>
                <a:gd name="T8" fmla="*/ 2 w 37"/>
                <a:gd name="T9" fmla="*/ 17 h 61"/>
                <a:gd name="T10" fmla="*/ 12 w 37"/>
                <a:gd name="T11" fmla="*/ 4 h 61"/>
                <a:gd name="T12" fmla="*/ 12 w 37"/>
                <a:gd name="T13" fmla="*/ 4 h 61"/>
                <a:gd name="T14" fmla="*/ 34 w 37"/>
                <a:gd name="T15" fmla="*/ 6 h 61"/>
                <a:gd name="T16" fmla="*/ 41 w 37"/>
                <a:gd name="T17" fmla="*/ 53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61">
                  <a:moveTo>
                    <a:pt x="35" y="47"/>
                  </a:moveTo>
                  <a:cubicBezTo>
                    <a:pt x="37" y="51"/>
                    <a:pt x="35" y="57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26" y="61"/>
                    <a:pt x="20" y="59"/>
                    <a:pt x="18" y="54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0" y="13"/>
                    <a:pt x="4" y="7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9" y="0"/>
                    <a:pt x="26" y="1"/>
                    <a:pt x="28" y="6"/>
                  </a:cubicBezTo>
                  <a:lnTo>
                    <a:pt x="35" y="4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8" name="Freeform 2054">
              <a:extLst>
                <a:ext uri="{FF2B5EF4-FFF2-40B4-BE49-F238E27FC236}">
                  <a16:creationId xmlns:a16="http://schemas.microsoft.com/office/drawing/2014/main" id="{3BADF631-17F2-4568-BC59-336CB74EA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764"/>
              <a:ext cx="62" cy="33"/>
            </a:xfrm>
            <a:custGeom>
              <a:avLst/>
              <a:gdLst>
                <a:gd name="T0" fmla="*/ 13 w 61"/>
                <a:gd name="T1" fmla="*/ 1 h 32"/>
                <a:gd name="T2" fmla="*/ 2 w 61"/>
                <a:gd name="T3" fmla="*/ 7 h 32"/>
                <a:gd name="T4" fmla="*/ 2 w 61"/>
                <a:gd name="T5" fmla="*/ 7 h 32"/>
                <a:gd name="T6" fmla="*/ 8 w 61"/>
                <a:gd name="T7" fmla="*/ 24 h 32"/>
                <a:gd name="T8" fmla="*/ 52 w 61"/>
                <a:gd name="T9" fmla="*/ 36 h 32"/>
                <a:gd name="T10" fmla="*/ 65 w 61"/>
                <a:gd name="T11" fmla="*/ 25 h 32"/>
                <a:gd name="T12" fmla="*/ 65 w 61"/>
                <a:gd name="T13" fmla="*/ 25 h 32"/>
                <a:gd name="T14" fmla="*/ 60 w 61"/>
                <a:gd name="T15" fmla="*/ 3 h 32"/>
                <a:gd name="T16" fmla="*/ 13 w 61"/>
                <a:gd name="T17" fmla="*/ 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32">
                  <a:moveTo>
                    <a:pt x="13" y="1"/>
                  </a:moveTo>
                  <a:cubicBezTo>
                    <a:pt x="8" y="0"/>
                    <a:pt x="3" y="2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12"/>
                    <a:pt x="3" y="17"/>
                    <a:pt x="8" y="18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51" y="32"/>
                    <a:pt x="56" y="27"/>
                    <a:pt x="59" y="19"/>
                  </a:cubicBezTo>
                  <a:cubicBezTo>
                    <a:pt x="59" y="19"/>
                    <a:pt x="59" y="19"/>
                    <a:pt x="59" y="19"/>
                  </a:cubicBezTo>
                  <a:cubicBezTo>
                    <a:pt x="61" y="12"/>
                    <a:pt x="59" y="5"/>
                    <a:pt x="54" y="3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9" name="Freeform 2055">
              <a:extLst>
                <a:ext uri="{FF2B5EF4-FFF2-40B4-BE49-F238E27FC236}">
                  <a16:creationId xmlns:a16="http://schemas.microsoft.com/office/drawing/2014/main" id="{A91061A0-8B23-40F8-AD7C-C2008C48E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758"/>
              <a:ext cx="44" cy="33"/>
            </a:xfrm>
            <a:custGeom>
              <a:avLst/>
              <a:gdLst>
                <a:gd name="T0" fmla="*/ 49 w 43"/>
                <a:gd name="T1" fmla="*/ 38 h 32"/>
                <a:gd name="T2" fmla="*/ 9 w 43"/>
                <a:gd name="T3" fmla="*/ 28 h 32"/>
                <a:gd name="T4" fmla="*/ 49 w 43"/>
                <a:gd name="T5" fmla="*/ 3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2">
                  <a:moveTo>
                    <a:pt x="43" y="32"/>
                  </a:move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0" y="0"/>
                    <a:pt x="43" y="32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0" name="Freeform 2056">
              <a:extLst>
                <a:ext uri="{FF2B5EF4-FFF2-40B4-BE49-F238E27FC236}">
                  <a16:creationId xmlns:a16="http://schemas.microsoft.com/office/drawing/2014/main" id="{B79541C2-F871-4B19-86CC-2AD86D488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771"/>
              <a:ext cx="17" cy="23"/>
            </a:xfrm>
            <a:custGeom>
              <a:avLst/>
              <a:gdLst>
                <a:gd name="T0" fmla="*/ 10 w 17"/>
                <a:gd name="T1" fmla="*/ 27 h 22"/>
                <a:gd name="T2" fmla="*/ 17 w 17"/>
                <a:gd name="T3" fmla="*/ 0 h 22"/>
                <a:gd name="T4" fmla="*/ 4 w 17"/>
                <a:gd name="T5" fmla="*/ 8 h 22"/>
                <a:gd name="T6" fmla="*/ 9 w 17"/>
                <a:gd name="T7" fmla="*/ 2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2">
                  <a:moveTo>
                    <a:pt x="10" y="21"/>
                  </a:moveTo>
                  <a:cubicBezTo>
                    <a:pt x="0" y="16"/>
                    <a:pt x="12" y="3"/>
                    <a:pt x="17" y="0"/>
                  </a:cubicBezTo>
                  <a:cubicBezTo>
                    <a:pt x="10" y="0"/>
                    <a:pt x="6" y="1"/>
                    <a:pt x="4" y="8"/>
                  </a:cubicBezTo>
                  <a:cubicBezTo>
                    <a:pt x="3" y="13"/>
                    <a:pt x="4" y="19"/>
                    <a:pt x="9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1" name="Freeform 2057">
              <a:extLst>
                <a:ext uri="{FF2B5EF4-FFF2-40B4-BE49-F238E27FC236}">
                  <a16:creationId xmlns:a16="http://schemas.microsoft.com/office/drawing/2014/main" id="{57B2936D-23D6-44E1-9140-A0653BE6C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765"/>
              <a:ext cx="34" cy="4"/>
            </a:xfrm>
            <a:custGeom>
              <a:avLst/>
              <a:gdLst>
                <a:gd name="T0" fmla="*/ 39 w 33"/>
                <a:gd name="T1" fmla="*/ 1 h 4"/>
                <a:gd name="T2" fmla="*/ 0 w 33"/>
                <a:gd name="T3" fmla="*/ 0 h 4"/>
                <a:gd name="T4" fmla="*/ 39 w 33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">
                  <a:moveTo>
                    <a:pt x="33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4" y="4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2" name="Freeform 2058">
              <a:extLst>
                <a:ext uri="{FF2B5EF4-FFF2-40B4-BE49-F238E27FC236}">
                  <a16:creationId xmlns:a16="http://schemas.microsoft.com/office/drawing/2014/main" id="{00FC4276-F50D-42E7-8D7D-DC333CA1E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764"/>
              <a:ext cx="62" cy="33"/>
            </a:xfrm>
            <a:custGeom>
              <a:avLst/>
              <a:gdLst>
                <a:gd name="T0" fmla="*/ 13 w 61"/>
                <a:gd name="T1" fmla="*/ 2 h 32"/>
                <a:gd name="T2" fmla="*/ 2 w 61"/>
                <a:gd name="T3" fmla="*/ 8 h 32"/>
                <a:gd name="T4" fmla="*/ 2 w 61"/>
                <a:gd name="T5" fmla="*/ 8 h 32"/>
                <a:gd name="T6" fmla="*/ 8 w 61"/>
                <a:gd name="T7" fmla="*/ 25 h 32"/>
                <a:gd name="T8" fmla="*/ 52 w 61"/>
                <a:gd name="T9" fmla="*/ 37 h 32"/>
                <a:gd name="T10" fmla="*/ 65 w 61"/>
                <a:gd name="T11" fmla="*/ 26 h 32"/>
                <a:gd name="T12" fmla="*/ 65 w 61"/>
                <a:gd name="T13" fmla="*/ 26 h 32"/>
                <a:gd name="T14" fmla="*/ 61 w 61"/>
                <a:gd name="T15" fmla="*/ 4 h 32"/>
                <a:gd name="T16" fmla="*/ 13 w 61"/>
                <a:gd name="T17" fmla="*/ 2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32">
                  <a:moveTo>
                    <a:pt x="13" y="2"/>
                  </a:moveTo>
                  <a:cubicBezTo>
                    <a:pt x="8" y="0"/>
                    <a:pt x="3" y="3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0" y="12"/>
                    <a:pt x="3" y="17"/>
                    <a:pt x="8" y="19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51" y="32"/>
                    <a:pt x="56" y="27"/>
                    <a:pt x="59" y="20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61" y="12"/>
                    <a:pt x="59" y="5"/>
                    <a:pt x="55" y="4"/>
                  </a:cubicBezTo>
                  <a:lnTo>
                    <a:pt x="13" y="2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3" name="Freeform 2059">
              <a:extLst>
                <a:ext uri="{FF2B5EF4-FFF2-40B4-BE49-F238E27FC236}">
                  <a16:creationId xmlns:a16="http://schemas.microsoft.com/office/drawing/2014/main" id="{188E3E1C-62C7-4CC1-8B86-EE27281F4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603"/>
              <a:ext cx="59" cy="32"/>
            </a:xfrm>
            <a:custGeom>
              <a:avLst/>
              <a:gdLst>
                <a:gd name="T0" fmla="*/ 9 w 58"/>
                <a:gd name="T1" fmla="*/ 13 h 31"/>
                <a:gd name="T2" fmla="*/ 0 w 58"/>
                <a:gd name="T3" fmla="*/ 29 h 31"/>
                <a:gd name="T4" fmla="*/ 0 w 58"/>
                <a:gd name="T5" fmla="*/ 29 h 31"/>
                <a:gd name="T6" fmla="*/ 10 w 58"/>
                <a:gd name="T7" fmla="*/ 37 h 31"/>
                <a:gd name="T8" fmla="*/ 55 w 58"/>
                <a:gd name="T9" fmla="*/ 35 h 31"/>
                <a:gd name="T10" fmla="*/ 64 w 58"/>
                <a:gd name="T11" fmla="*/ 14 h 31"/>
                <a:gd name="T12" fmla="*/ 64 w 58"/>
                <a:gd name="T13" fmla="*/ 14 h 31"/>
                <a:gd name="T14" fmla="*/ 54 w 58"/>
                <a:gd name="T15" fmla="*/ 0 h 31"/>
                <a:gd name="T16" fmla="*/ 9 w 58"/>
                <a:gd name="T17" fmla="*/ 13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31">
                  <a:moveTo>
                    <a:pt x="9" y="13"/>
                  </a:moveTo>
                  <a:cubicBezTo>
                    <a:pt x="4" y="13"/>
                    <a:pt x="0" y="18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7"/>
                    <a:pt x="5" y="31"/>
                    <a:pt x="10" y="31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4" y="28"/>
                    <a:pt x="58" y="22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7" y="6"/>
                    <a:pt x="53" y="0"/>
                    <a:pt x="48" y="0"/>
                  </a:cubicBezTo>
                  <a:lnTo>
                    <a:pt x="9" y="13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4" name="Freeform 2060">
              <a:extLst>
                <a:ext uri="{FF2B5EF4-FFF2-40B4-BE49-F238E27FC236}">
                  <a16:creationId xmlns:a16="http://schemas.microsoft.com/office/drawing/2014/main" id="{E25A8141-F66A-47B2-9085-55088ADEE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2614"/>
              <a:ext cx="53" cy="18"/>
            </a:xfrm>
            <a:custGeom>
              <a:avLst/>
              <a:gdLst>
                <a:gd name="T0" fmla="*/ 63 w 51"/>
                <a:gd name="T1" fmla="*/ 21 h 17"/>
                <a:gd name="T2" fmla="*/ 22 w 51"/>
                <a:gd name="T3" fmla="*/ 23 h 17"/>
                <a:gd name="T4" fmla="*/ 63 w 51"/>
                <a:gd name="T5" fmla="*/ 2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7">
                  <a:moveTo>
                    <a:pt x="51" y="15"/>
                  </a:move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0" y="0"/>
                    <a:pt x="51" y="15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5" name="Freeform 2061">
              <a:extLst>
                <a:ext uri="{FF2B5EF4-FFF2-40B4-BE49-F238E27FC236}">
                  <a16:creationId xmlns:a16="http://schemas.microsoft.com/office/drawing/2014/main" id="{0B569A5B-69B2-48C0-9218-99F15F952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2606"/>
              <a:ext cx="13" cy="24"/>
            </a:xfrm>
            <a:custGeom>
              <a:avLst/>
              <a:gdLst>
                <a:gd name="T0" fmla="*/ 18 w 12"/>
                <a:gd name="T1" fmla="*/ 28 h 23"/>
                <a:gd name="T2" fmla="*/ 16 w 12"/>
                <a:gd name="T3" fmla="*/ 0 h 23"/>
                <a:gd name="T4" fmla="*/ 1 w 12"/>
                <a:gd name="T5" fmla="*/ 18 h 23"/>
                <a:gd name="T6" fmla="*/ 17 w 12"/>
                <a:gd name="T7" fmla="*/ 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3">
                  <a:moveTo>
                    <a:pt x="12" y="22"/>
                  </a:moveTo>
                  <a:cubicBezTo>
                    <a:pt x="0" y="21"/>
                    <a:pt x="7" y="5"/>
                    <a:pt x="10" y="0"/>
                  </a:cubicBezTo>
                  <a:cubicBezTo>
                    <a:pt x="4" y="2"/>
                    <a:pt x="0" y="5"/>
                    <a:pt x="1" y="12"/>
                  </a:cubicBezTo>
                  <a:cubicBezTo>
                    <a:pt x="2" y="18"/>
                    <a:pt x="5" y="23"/>
                    <a:pt x="11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6" name="Freeform 2062">
              <a:extLst>
                <a:ext uri="{FF2B5EF4-FFF2-40B4-BE49-F238E27FC236}">
                  <a16:creationId xmlns:a16="http://schemas.microsoft.com/office/drawing/2014/main" id="{B80C99CF-B195-43D0-9678-576021321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605"/>
              <a:ext cx="31" cy="11"/>
            </a:xfrm>
            <a:custGeom>
              <a:avLst/>
              <a:gdLst>
                <a:gd name="T0" fmla="*/ 31 w 31"/>
                <a:gd name="T1" fmla="*/ 0 h 11"/>
                <a:gd name="T2" fmla="*/ 0 w 31"/>
                <a:gd name="T3" fmla="*/ 11 h 11"/>
                <a:gd name="T4" fmla="*/ 31 w 3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1">
                  <a:moveTo>
                    <a:pt x="31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23" y="6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7" name="Freeform 2063">
              <a:extLst>
                <a:ext uri="{FF2B5EF4-FFF2-40B4-BE49-F238E27FC236}">
                  <a16:creationId xmlns:a16="http://schemas.microsoft.com/office/drawing/2014/main" id="{CDA12020-3381-4D10-883B-57CBD37E2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603"/>
              <a:ext cx="59" cy="33"/>
            </a:xfrm>
            <a:custGeom>
              <a:avLst/>
              <a:gdLst>
                <a:gd name="T0" fmla="*/ 9 w 58"/>
                <a:gd name="T1" fmla="*/ 14 h 32"/>
                <a:gd name="T2" fmla="*/ 0 w 58"/>
                <a:gd name="T3" fmla="*/ 29 h 32"/>
                <a:gd name="T4" fmla="*/ 0 w 58"/>
                <a:gd name="T5" fmla="*/ 29 h 32"/>
                <a:gd name="T6" fmla="*/ 10 w 58"/>
                <a:gd name="T7" fmla="*/ 37 h 32"/>
                <a:gd name="T8" fmla="*/ 56 w 58"/>
                <a:gd name="T9" fmla="*/ 35 h 32"/>
                <a:gd name="T10" fmla="*/ 64 w 58"/>
                <a:gd name="T11" fmla="*/ 14 h 32"/>
                <a:gd name="T12" fmla="*/ 64 w 58"/>
                <a:gd name="T13" fmla="*/ 14 h 32"/>
                <a:gd name="T14" fmla="*/ 54 w 58"/>
                <a:gd name="T15" fmla="*/ 1 h 32"/>
                <a:gd name="T16" fmla="*/ 9 w 58"/>
                <a:gd name="T17" fmla="*/ 1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32">
                  <a:moveTo>
                    <a:pt x="9" y="14"/>
                  </a:moveTo>
                  <a:cubicBezTo>
                    <a:pt x="4" y="14"/>
                    <a:pt x="0" y="18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28"/>
                    <a:pt x="5" y="32"/>
                    <a:pt x="10" y="31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5" y="29"/>
                    <a:pt x="58" y="22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7" y="6"/>
                    <a:pt x="53" y="0"/>
                    <a:pt x="48" y="1"/>
                  </a:cubicBezTo>
                  <a:lnTo>
                    <a:pt x="9" y="14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8" name="Freeform 2064">
              <a:extLst>
                <a:ext uri="{FF2B5EF4-FFF2-40B4-BE49-F238E27FC236}">
                  <a16:creationId xmlns:a16="http://schemas.microsoft.com/office/drawing/2014/main" id="{99265253-4D8F-425C-9723-CC85A91D1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3052"/>
              <a:ext cx="37" cy="59"/>
            </a:xfrm>
            <a:custGeom>
              <a:avLst/>
              <a:gdLst>
                <a:gd name="T0" fmla="*/ 25 w 36"/>
                <a:gd name="T1" fmla="*/ 9 h 58"/>
                <a:gd name="T2" fmla="*/ 9 w 36"/>
                <a:gd name="T3" fmla="*/ 1 h 58"/>
                <a:gd name="T4" fmla="*/ 9 w 36"/>
                <a:gd name="T5" fmla="*/ 1 h 58"/>
                <a:gd name="T6" fmla="*/ 1 w 36"/>
                <a:gd name="T7" fmla="*/ 11 h 58"/>
                <a:gd name="T8" fmla="*/ 7 w 36"/>
                <a:gd name="T9" fmla="*/ 56 h 58"/>
                <a:gd name="T10" fmla="*/ 28 w 36"/>
                <a:gd name="T11" fmla="*/ 63 h 58"/>
                <a:gd name="T12" fmla="*/ 28 w 36"/>
                <a:gd name="T13" fmla="*/ 63 h 58"/>
                <a:gd name="T14" fmla="*/ 41 w 36"/>
                <a:gd name="T15" fmla="*/ 53 h 58"/>
                <a:gd name="T16" fmla="*/ 25 w 36"/>
                <a:gd name="T17" fmla="*/ 9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8">
                  <a:moveTo>
                    <a:pt x="19" y="9"/>
                  </a:moveTo>
                  <a:cubicBezTo>
                    <a:pt x="18" y="4"/>
                    <a:pt x="14" y="0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4" y="2"/>
                    <a:pt x="0" y="6"/>
                    <a:pt x="1" y="11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5"/>
                    <a:pt x="14" y="58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30" y="56"/>
                    <a:pt x="36" y="52"/>
                    <a:pt x="35" y="47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9" name="Freeform 2065">
              <a:extLst>
                <a:ext uri="{FF2B5EF4-FFF2-40B4-BE49-F238E27FC236}">
                  <a16:creationId xmlns:a16="http://schemas.microsoft.com/office/drawing/2014/main" id="{E2DB80B4-6FBC-4092-B80D-6852D08EB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046"/>
              <a:ext cx="16" cy="53"/>
            </a:xfrm>
            <a:custGeom>
              <a:avLst/>
              <a:gdLst>
                <a:gd name="T0" fmla="*/ 5 w 16"/>
                <a:gd name="T1" fmla="*/ 58 h 52"/>
                <a:gd name="T2" fmla="*/ 0 w 16"/>
                <a:gd name="T3" fmla="*/ 17 h 52"/>
                <a:gd name="T4" fmla="*/ 5 w 16"/>
                <a:gd name="T5" fmla="*/ 58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2">
                  <a:moveTo>
                    <a:pt x="5" y="5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16" y="0"/>
                    <a:pt x="5" y="52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0" name="Freeform 2066">
              <a:extLst>
                <a:ext uri="{FF2B5EF4-FFF2-40B4-BE49-F238E27FC236}">
                  <a16:creationId xmlns:a16="http://schemas.microsoft.com/office/drawing/2014/main" id="{3788AE67-26CE-4DE8-8CEB-7C697E739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3094"/>
              <a:ext cx="25" cy="12"/>
            </a:xfrm>
            <a:custGeom>
              <a:avLst/>
              <a:gdLst>
                <a:gd name="T0" fmla="*/ 1 w 24"/>
                <a:gd name="T1" fmla="*/ 12 h 12"/>
                <a:gd name="T2" fmla="*/ 30 w 24"/>
                <a:gd name="T3" fmla="*/ 9 h 12"/>
                <a:gd name="T4" fmla="*/ 10 w 24"/>
                <a:gd name="T5" fmla="*/ 2 h 12"/>
                <a:gd name="T6" fmla="*/ 0 w 24"/>
                <a:gd name="T7" fmla="*/ 1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2">
                  <a:moveTo>
                    <a:pt x="1" y="12"/>
                  </a:moveTo>
                  <a:cubicBezTo>
                    <a:pt x="1" y="1"/>
                    <a:pt x="19" y="6"/>
                    <a:pt x="24" y="9"/>
                  </a:cubicBezTo>
                  <a:cubicBezTo>
                    <a:pt x="21" y="4"/>
                    <a:pt x="18" y="0"/>
                    <a:pt x="10" y="2"/>
                  </a:cubicBezTo>
                  <a:cubicBezTo>
                    <a:pt x="5" y="3"/>
                    <a:pt x="0" y="6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1" name="Freeform 2067">
              <a:extLst>
                <a:ext uri="{FF2B5EF4-FFF2-40B4-BE49-F238E27FC236}">
                  <a16:creationId xmlns:a16="http://schemas.microsoft.com/office/drawing/2014/main" id="{3DE3E0D7-1117-4088-8D04-80F673247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061"/>
              <a:ext cx="14" cy="31"/>
            </a:xfrm>
            <a:custGeom>
              <a:avLst/>
              <a:gdLst>
                <a:gd name="T0" fmla="*/ 19 w 13"/>
                <a:gd name="T1" fmla="*/ 36 h 30"/>
                <a:gd name="T2" fmla="*/ 0 w 13"/>
                <a:gd name="T3" fmla="*/ 0 h 30"/>
                <a:gd name="T4" fmla="*/ 19 w 13"/>
                <a:gd name="T5" fmla="*/ 3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0">
                  <a:moveTo>
                    <a:pt x="13" y="3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" y="23"/>
                    <a:pt x="13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" name="Freeform 2068">
              <a:extLst>
                <a:ext uri="{FF2B5EF4-FFF2-40B4-BE49-F238E27FC236}">
                  <a16:creationId xmlns:a16="http://schemas.microsoft.com/office/drawing/2014/main" id="{980F78CF-6906-4024-8BD3-58F76EC36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3053"/>
              <a:ext cx="36" cy="59"/>
            </a:xfrm>
            <a:custGeom>
              <a:avLst/>
              <a:gdLst>
                <a:gd name="T0" fmla="*/ 24 w 35"/>
                <a:gd name="T1" fmla="*/ 8 h 58"/>
                <a:gd name="T2" fmla="*/ 8 w 35"/>
                <a:gd name="T3" fmla="*/ 0 h 58"/>
                <a:gd name="T4" fmla="*/ 8 w 35"/>
                <a:gd name="T5" fmla="*/ 0 h 58"/>
                <a:gd name="T6" fmla="*/ 1 w 35"/>
                <a:gd name="T7" fmla="*/ 10 h 58"/>
                <a:gd name="T8" fmla="*/ 6 w 35"/>
                <a:gd name="T9" fmla="*/ 56 h 58"/>
                <a:gd name="T10" fmla="*/ 28 w 35"/>
                <a:gd name="T11" fmla="*/ 63 h 58"/>
                <a:gd name="T12" fmla="*/ 28 w 35"/>
                <a:gd name="T13" fmla="*/ 63 h 58"/>
                <a:gd name="T14" fmla="*/ 41 w 35"/>
                <a:gd name="T15" fmla="*/ 52 h 58"/>
                <a:gd name="T16" fmla="*/ 24 w 35"/>
                <a:gd name="T17" fmla="*/ 8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58">
                  <a:moveTo>
                    <a:pt x="18" y="8"/>
                  </a:moveTo>
                  <a:cubicBezTo>
                    <a:pt x="18" y="3"/>
                    <a:pt x="13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1"/>
                    <a:pt x="0" y="5"/>
                    <a:pt x="1" y="10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7" y="55"/>
                    <a:pt x="14" y="58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9" y="56"/>
                    <a:pt x="35" y="51"/>
                    <a:pt x="35" y="46"/>
                  </a:cubicBezTo>
                  <a:lnTo>
                    <a:pt x="18" y="8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" name="Freeform 2069">
              <a:extLst>
                <a:ext uri="{FF2B5EF4-FFF2-40B4-BE49-F238E27FC236}">
                  <a16:creationId xmlns:a16="http://schemas.microsoft.com/office/drawing/2014/main" id="{99740D32-A2F1-4644-A574-B5FF88E2A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327"/>
              <a:ext cx="99" cy="87"/>
            </a:xfrm>
            <a:custGeom>
              <a:avLst/>
              <a:gdLst>
                <a:gd name="T0" fmla="*/ 5 w 97"/>
                <a:gd name="T1" fmla="*/ 80 h 85"/>
                <a:gd name="T2" fmla="*/ 2 w 97"/>
                <a:gd name="T3" fmla="*/ 92 h 85"/>
                <a:gd name="T4" fmla="*/ 2 w 97"/>
                <a:gd name="T5" fmla="*/ 92 h 85"/>
                <a:gd name="T6" fmla="*/ 15 w 97"/>
                <a:gd name="T7" fmla="*/ 95 h 85"/>
                <a:gd name="T8" fmla="*/ 105 w 97"/>
                <a:gd name="T9" fmla="*/ 33 h 85"/>
                <a:gd name="T10" fmla="*/ 105 w 97"/>
                <a:gd name="T11" fmla="*/ 10 h 85"/>
                <a:gd name="T12" fmla="*/ 105 w 97"/>
                <a:gd name="T13" fmla="*/ 10 h 85"/>
                <a:gd name="T14" fmla="*/ 90 w 97"/>
                <a:gd name="T15" fmla="*/ 3 h 85"/>
                <a:gd name="T16" fmla="*/ 5 w 97"/>
                <a:gd name="T17" fmla="*/ 80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85">
                  <a:moveTo>
                    <a:pt x="5" y="68"/>
                  </a:moveTo>
                  <a:cubicBezTo>
                    <a:pt x="1" y="70"/>
                    <a:pt x="0" y="76"/>
                    <a:pt x="2" y="80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5" y="84"/>
                    <a:pt x="11" y="85"/>
                    <a:pt x="15" y="83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7" y="24"/>
                    <a:pt x="97" y="17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89" y="3"/>
                    <a:pt x="82" y="0"/>
                    <a:pt x="78" y="3"/>
                  </a:cubicBezTo>
                  <a:lnTo>
                    <a:pt x="5" y="68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" name="Freeform 2070">
              <a:extLst>
                <a:ext uri="{FF2B5EF4-FFF2-40B4-BE49-F238E27FC236}">
                  <a16:creationId xmlns:a16="http://schemas.microsoft.com/office/drawing/2014/main" id="{82D463C1-0A02-476D-B6E1-48F257243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355"/>
              <a:ext cx="76" cy="54"/>
            </a:xfrm>
            <a:custGeom>
              <a:avLst/>
              <a:gdLst>
                <a:gd name="T0" fmla="*/ 86 w 74"/>
                <a:gd name="T1" fmla="*/ 0 h 53"/>
                <a:gd name="T2" fmla="*/ 0 w 74"/>
                <a:gd name="T3" fmla="*/ 59 h 53"/>
                <a:gd name="T4" fmla="*/ 86 w 74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53">
                  <a:moveTo>
                    <a:pt x="74" y="0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22" y="12"/>
                    <a:pt x="74" y="0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" name="Freeform 2071">
              <a:extLst>
                <a:ext uri="{FF2B5EF4-FFF2-40B4-BE49-F238E27FC236}">
                  <a16:creationId xmlns:a16="http://schemas.microsoft.com/office/drawing/2014/main" id="{77970FAA-D8B0-4DFD-88DB-0D28C5F2F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2330"/>
              <a:ext cx="20" cy="25"/>
            </a:xfrm>
            <a:custGeom>
              <a:avLst/>
              <a:gdLst>
                <a:gd name="T0" fmla="*/ 25 w 19"/>
                <a:gd name="T1" fmla="*/ 25 h 24"/>
                <a:gd name="T2" fmla="*/ 6 w 19"/>
                <a:gd name="T3" fmla="*/ 0 h 24"/>
                <a:gd name="T4" fmla="*/ 5 w 19"/>
                <a:gd name="T5" fmla="*/ 22 h 24"/>
                <a:gd name="T6" fmla="*/ 24 w 19"/>
                <a:gd name="T7" fmla="*/ 2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19"/>
                  </a:moveTo>
                  <a:cubicBezTo>
                    <a:pt x="8" y="24"/>
                    <a:pt x="6" y="6"/>
                    <a:pt x="6" y="0"/>
                  </a:cubicBezTo>
                  <a:cubicBezTo>
                    <a:pt x="2" y="5"/>
                    <a:pt x="0" y="9"/>
                    <a:pt x="5" y="16"/>
                  </a:cubicBezTo>
                  <a:cubicBezTo>
                    <a:pt x="8" y="20"/>
                    <a:pt x="13" y="23"/>
                    <a:pt x="18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" name="Freeform 2072">
              <a:extLst>
                <a:ext uri="{FF2B5EF4-FFF2-40B4-BE49-F238E27FC236}">
                  <a16:creationId xmlns:a16="http://schemas.microsoft.com/office/drawing/2014/main" id="{9B69B3D2-58CD-4D01-9C81-FC922E56B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2337"/>
              <a:ext cx="68" cy="60"/>
            </a:xfrm>
            <a:custGeom>
              <a:avLst/>
              <a:gdLst>
                <a:gd name="T0" fmla="*/ 73 w 67"/>
                <a:gd name="T1" fmla="*/ 0 h 59"/>
                <a:gd name="T2" fmla="*/ 0 w 67"/>
                <a:gd name="T3" fmla="*/ 65 h 59"/>
                <a:gd name="T4" fmla="*/ 73 w 67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9">
                  <a:moveTo>
                    <a:pt x="67" y="0"/>
                  </a:move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63" y="8"/>
                    <a:pt x="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" name="Freeform 2073">
              <a:extLst>
                <a:ext uri="{FF2B5EF4-FFF2-40B4-BE49-F238E27FC236}">
                  <a16:creationId xmlns:a16="http://schemas.microsoft.com/office/drawing/2014/main" id="{29448978-0E48-4F5B-B75F-C5E36B80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327"/>
              <a:ext cx="100" cy="88"/>
            </a:xfrm>
            <a:custGeom>
              <a:avLst/>
              <a:gdLst>
                <a:gd name="T0" fmla="*/ 6 w 98"/>
                <a:gd name="T1" fmla="*/ 80 h 86"/>
                <a:gd name="T2" fmla="*/ 3 w 98"/>
                <a:gd name="T3" fmla="*/ 92 h 86"/>
                <a:gd name="T4" fmla="*/ 3 w 98"/>
                <a:gd name="T5" fmla="*/ 92 h 86"/>
                <a:gd name="T6" fmla="*/ 15 w 98"/>
                <a:gd name="T7" fmla="*/ 95 h 86"/>
                <a:gd name="T8" fmla="*/ 106 w 98"/>
                <a:gd name="T9" fmla="*/ 33 h 86"/>
                <a:gd name="T10" fmla="*/ 106 w 98"/>
                <a:gd name="T11" fmla="*/ 10 h 86"/>
                <a:gd name="T12" fmla="*/ 106 w 98"/>
                <a:gd name="T13" fmla="*/ 10 h 86"/>
                <a:gd name="T14" fmla="*/ 91 w 98"/>
                <a:gd name="T15" fmla="*/ 3 h 86"/>
                <a:gd name="T16" fmla="*/ 6 w 98"/>
                <a:gd name="T17" fmla="*/ 80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86">
                  <a:moveTo>
                    <a:pt x="6" y="68"/>
                  </a:moveTo>
                  <a:cubicBezTo>
                    <a:pt x="2" y="71"/>
                    <a:pt x="0" y="76"/>
                    <a:pt x="3" y="8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5" y="84"/>
                    <a:pt x="11" y="86"/>
                    <a:pt x="15" y="83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8" y="24"/>
                    <a:pt x="98" y="17"/>
                    <a:pt x="94" y="10"/>
                  </a:cubicBezTo>
                  <a:cubicBezTo>
                    <a:pt x="94" y="10"/>
                    <a:pt x="94" y="10"/>
                    <a:pt x="94" y="10"/>
                  </a:cubicBezTo>
                  <a:cubicBezTo>
                    <a:pt x="89" y="4"/>
                    <a:pt x="83" y="0"/>
                    <a:pt x="79" y="3"/>
                  </a:cubicBezTo>
                  <a:lnTo>
                    <a:pt x="6" y="68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" name="Freeform 2074">
              <a:extLst>
                <a:ext uri="{FF2B5EF4-FFF2-40B4-BE49-F238E27FC236}">
                  <a16:creationId xmlns:a16="http://schemas.microsoft.com/office/drawing/2014/main" id="{769D44B3-8109-497C-97AE-2152349C5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2882"/>
              <a:ext cx="116" cy="59"/>
            </a:xfrm>
            <a:custGeom>
              <a:avLst/>
              <a:gdLst>
                <a:gd name="T0" fmla="*/ 14 w 113"/>
                <a:gd name="T1" fmla="*/ 2 h 58"/>
                <a:gd name="T2" fmla="*/ 2 w 113"/>
                <a:gd name="T3" fmla="*/ 6 h 58"/>
                <a:gd name="T4" fmla="*/ 2 w 113"/>
                <a:gd name="T5" fmla="*/ 6 h 58"/>
                <a:gd name="T6" fmla="*/ 6 w 113"/>
                <a:gd name="T7" fmla="*/ 18 h 58"/>
                <a:gd name="T8" fmla="*/ 113 w 113"/>
                <a:gd name="T9" fmla="*/ 62 h 58"/>
                <a:gd name="T10" fmla="*/ 127 w 113"/>
                <a:gd name="T11" fmla="*/ 54 h 58"/>
                <a:gd name="T12" fmla="*/ 127 w 113"/>
                <a:gd name="T13" fmla="*/ 54 h 58"/>
                <a:gd name="T14" fmla="*/ 126 w 113"/>
                <a:gd name="T15" fmla="*/ 37 h 58"/>
                <a:gd name="T16" fmla="*/ 14 w 113"/>
                <a:gd name="T17" fmla="*/ 2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58">
                  <a:moveTo>
                    <a:pt x="14" y="2"/>
                  </a:moveTo>
                  <a:cubicBezTo>
                    <a:pt x="10" y="0"/>
                    <a:pt x="5" y="2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11"/>
                    <a:pt x="2" y="16"/>
                    <a:pt x="6" y="18"/>
                  </a:cubicBezTo>
                  <a:cubicBezTo>
                    <a:pt x="95" y="56"/>
                    <a:pt x="95" y="56"/>
                    <a:pt x="95" y="56"/>
                  </a:cubicBezTo>
                  <a:cubicBezTo>
                    <a:pt x="99" y="58"/>
                    <a:pt x="106" y="54"/>
                    <a:pt x="109" y="48"/>
                  </a:cubicBezTo>
                  <a:cubicBezTo>
                    <a:pt x="109" y="48"/>
                    <a:pt x="109" y="48"/>
                    <a:pt x="109" y="48"/>
                  </a:cubicBezTo>
                  <a:cubicBezTo>
                    <a:pt x="113" y="41"/>
                    <a:pt x="112" y="33"/>
                    <a:pt x="108" y="31"/>
                  </a:cubicBezTo>
                  <a:lnTo>
                    <a:pt x="14" y="2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9" name="Freeform 2075">
              <a:extLst>
                <a:ext uri="{FF2B5EF4-FFF2-40B4-BE49-F238E27FC236}">
                  <a16:creationId xmlns:a16="http://schemas.microsoft.com/office/drawing/2014/main" id="{192C2358-1752-4AD9-817B-A1A76B51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2895"/>
              <a:ext cx="86" cy="40"/>
            </a:xfrm>
            <a:custGeom>
              <a:avLst/>
              <a:gdLst>
                <a:gd name="T0" fmla="*/ 96 w 84"/>
                <a:gd name="T1" fmla="*/ 45 h 39"/>
                <a:gd name="T2" fmla="*/ 0 w 84"/>
                <a:gd name="T3" fmla="*/ 3 h 39"/>
                <a:gd name="T4" fmla="*/ 96 w 84"/>
                <a:gd name="T5" fmla="*/ 4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39">
                  <a:moveTo>
                    <a:pt x="84" y="39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47" y="0"/>
                    <a:pt x="84" y="39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0" name="Freeform 2076">
              <a:extLst>
                <a:ext uri="{FF2B5EF4-FFF2-40B4-BE49-F238E27FC236}">
                  <a16:creationId xmlns:a16="http://schemas.microsoft.com/office/drawing/2014/main" id="{89CF2C6B-67E8-41A4-B40E-79F776091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16"/>
              <a:ext cx="20" cy="22"/>
            </a:xfrm>
            <a:custGeom>
              <a:avLst/>
              <a:gdLst>
                <a:gd name="T0" fmla="*/ 9 w 20"/>
                <a:gd name="T1" fmla="*/ 27 h 21"/>
                <a:gd name="T2" fmla="*/ 20 w 20"/>
                <a:gd name="T3" fmla="*/ 1 h 21"/>
                <a:gd name="T4" fmla="*/ 5 w 20"/>
                <a:gd name="T5" fmla="*/ 7 h 21"/>
                <a:gd name="T6" fmla="*/ 8 w 20"/>
                <a:gd name="T7" fmla="*/ 2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9" y="21"/>
                  </a:moveTo>
                  <a:cubicBezTo>
                    <a:pt x="0" y="14"/>
                    <a:pt x="14" y="3"/>
                    <a:pt x="20" y="1"/>
                  </a:cubicBezTo>
                  <a:cubicBezTo>
                    <a:pt x="13" y="0"/>
                    <a:pt x="8" y="0"/>
                    <a:pt x="5" y="7"/>
                  </a:cubicBezTo>
                  <a:cubicBezTo>
                    <a:pt x="3" y="12"/>
                    <a:pt x="3" y="18"/>
                    <a:pt x="8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1" name="Freeform 2077">
              <a:extLst>
                <a:ext uri="{FF2B5EF4-FFF2-40B4-BE49-F238E27FC236}">
                  <a16:creationId xmlns:a16="http://schemas.microsoft.com/office/drawing/2014/main" id="{80470BA7-5E5C-403F-A37B-C6BCB6DA7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2884"/>
              <a:ext cx="88" cy="28"/>
            </a:xfrm>
            <a:custGeom>
              <a:avLst/>
              <a:gdLst>
                <a:gd name="T0" fmla="*/ 98 w 86"/>
                <a:gd name="T1" fmla="*/ 27 h 28"/>
                <a:gd name="T2" fmla="*/ 0 w 86"/>
                <a:gd name="T3" fmla="*/ 0 h 28"/>
                <a:gd name="T4" fmla="*/ 98 w 86"/>
                <a:gd name="T5" fmla="*/ 2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8">
                  <a:moveTo>
                    <a:pt x="86" y="2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6" y="28"/>
                    <a:pt x="86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2" name="Freeform 2078">
              <a:extLst>
                <a:ext uri="{FF2B5EF4-FFF2-40B4-BE49-F238E27FC236}">
                  <a16:creationId xmlns:a16="http://schemas.microsoft.com/office/drawing/2014/main" id="{250A3BAF-47DD-422A-A676-C642BB8CC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2883"/>
              <a:ext cx="116" cy="59"/>
            </a:xfrm>
            <a:custGeom>
              <a:avLst/>
              <a:gdLst>
                <a:gd name="T0" fmla="*/ 14 w 113"/>
                <a:gd name="T1" fmla="*/ 2 h 58"/>
                <a:gd name="T2" fmla="*/ 2 w 113"/>
                <a:gd name="T3" fmla="*/ 6 h 58"/>
                <a:gd name="T4" fmla="*/ 2 w 113"/>
                <a:gd name="T5" fmla="*/ 6 h 58"/>
                <a:gd name="T6" fmla="*/ 6 w 113"/>
                <a:gd name="T7" fmla="*/ 18 h 58"/>
                <a:gd name="T8" fmla="*/ 113 w 113"/>
                <a:gd name="T9" fmla="*/ 62 h 58"/>
                <a:gd name="T10" fmla="*/ 127 w 113"/>
                <a:gd name="T11" fmla="*/ 53 h 58"/>
                <a:gd name="T12" fmla="*/ 127 w 113"/>
                <a:gd name="T13" fmla="*/ 53 h 58"/>
                <a:gd name="T14" fmla="*/ 126 w 113"/>
                <a:gd name="T15" fmla="*/ 36 h 58"/>
                <a:gd name="T16" fmla="*/ 14 w 113"/>
                <a:gd name="T17" fmla="*/ 2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58">
                  <a:moveTo>
                    <a:pt x="14" y="2"/>
                  </a:moveTo>
                  <a:cubicBezTo>
                    <a:pt x="10" y="0"/>
                    <a:pt x="5" y="1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10"/>
                    <a:pt x="2" y="15"/>
                    <a:pt x="6" y="18"/>
                  </a:cubicBezTo>
                  <a:cubicBezTo>
                    <a:pt x="95" y="56"/>
                    <a:pt x="95" y="56"/>
                    <a:pt x="95" y="56"/>
                  </a:cubicBezTo>
                  <a:cubicBezTo>
                    <a:pt x="99" y="58"/>
                    <a:pt x="106" y="54"/>
                    <a:pt x="109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13" y="40"/>
                    <a:pt x="112" y="32"/>
                    <a:pt x="108" y="30"/>
                  </a:cubicBezTo>
                  <a:lnTo>
                    <a:pt x="14" y="2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3" name="Freeform 2079">
              <a:extLst>
                <a:ext uri="{FF2B5EF4-FFF2-40B4-BE49-F238E27FC236}">
                  <a16:creationId xmlns:a16="http://schemas.microsoft.com/office/drawing/2014/main" id="{E5B11864-F340-4134-AAEF-C036AFC57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489"/>
              <a:ext cx="113" cy="65"/>
            </a:xfrm>
            <a:custGeom>
              <a:avLst/>
              <a:gdLst>
                <a:gd name="T0" fmla="*/ 121 w 110"/>
                <a:gd name="T1" fmla="*/ 51 h 64"/>
                <a:gd name="T2" fmla="*/ 127 w 110"/>
                <a:gd name="T3" fmla="*/ 62 h 64"/>
                <a:gd name="T4" fmla="*/ 127 w 110"/>
                <a:gd name="T5" fmla="*/ 62 h 64"/>
                <a:gd name="T6" fmla="*/ 116 w 110"/>
                <a:gd name="T7" fmla="*/ 68 h 64"/>
                <a:gd name="T8" fmla="*/ 7 w 110"/>
                <a:gd name="T9" fmla="*/ 29 h 64"/>
                <a:gd name="T10" fmla="*/ 3 w 110"/>
                <a:gd name="T11" fmla="*/ 12 h 64"/>
                <a:gd name="T12" fmla="*/ 3 w 110"/>
                <a:gd name="T13" fmla="*/ 12 h 64"/>
                <a:gd name="T14" fmla="*/ 15 w 110"/>
                <a:gd name="T15" fmla="*/ 1 h 64"/>
                <a:gd name="T16" fmla="*/ 121 w 110"/>
                <a:gd name="T17" fmla="*/ 51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64">
                  <a:moveTo>
                    <a:pt x="103" y="45"/>
                  </a:moveTo>
                  <a:cubicBezTo>
                    <a:pt x="107" y="47"/>
                    <a:pt x="110" y="52"/>
                    <a:pt x="109" y="56"/>
                  </a:cubicBezTo>
                  <a:cubicBezTo>
                    <a:pt x="109" y="56"/>
                    <a:pt x="109" y="56"/>
                    <a:pt x="109" y="56"/>
                  </a:cubicBezTo>
                  <a:cubicBezTo>
                    <a:pt x="107" y="61"/>
                    <a:pt x="102" y="64"/>
                    <a:pt x="98" y="62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2" y="27"/>
                    <a:pt x="0" y="20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5" y="5"/>
                    <a:pt x="11" y="0"/>
                    <a:pt x="15" y="1"/>
                  </a:cubicBezTo>
                  <a:lnTo>
                    <a:pt x="103" y="45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4" name="Freeform 2080">
              <a:extLst>
                <a:ext uri="{FF2B5EF4-FFF2-40B4-BE49-F238E27FC236}">
                  <a16:creationId xmlns:a16="http://schemas.microsoft.com/office/drawing/2014/main" id="{75669C0E-0D26-470B-BB06-31A307AE3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514"/>
              <a:ext cx="88" cy="35"/>
            </a:xfrm>
            <a:custGeom>
              <a:avLst/>
              <a:gdLst>
                <a:gd name="T0" fmla="*/ 0 w 86"/>
                <a:gd name="T1" fmla="*/ 2 h 34"/>
                <a:gd name="T2" fmla="*/ 98 w 86"/>
                <a:gd name="T3" fmla="*/ 40 h 34"/>
                <a:gd name="T4" fmla="*/ 0 w 86"/>
                <a:gd name="T5" fmla="*/ 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34">
                  <a:moveTo>
                    <a:pt x="0" y="2"/>
                  </a:moveTo>
                  <a:cubicBezTo>
                    <a:pt x="86" y="34"/>
                    <a:pt x="86" y="34"/>
                    <a:pt x="86" y="34"/>
                  </a:cubicBezTo>
                  <a:cubicBezTo>
                    <a:pt x="86" y="34"/>
                    <a:pt x="53" y="0"/>
                    <a:pt x="0" y="2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5" name="Freeform 2081">
              <a:extLst>
                <a:ext uri="{FF2B5EF4-FFF2-40B4-BE49-F238E27FC236}">
                  <a16:creationId xmlns:a16="http://schemas.microsoft.com/office/drawing/2014/main" id="{A9BFDC5E-4675-4F6F-8ABA-BCF0A9A9A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492"/>
              <a:ext cx="16" cy="23"/>
            </a:xfrm>
            <a:custGeom>
              <a:avLst/>
              <a:gdLst>
                <a:gd name="T0" fmla="*/ 0 w 15"/>
                <a:gd name="T1" fmla="*/ 22 h 23"/>
                <a:gd name="T2" fmla="*/ 6 w 15"/>
                <a:gd name="T3" fmla="*/ 0 h 23"/>
                <a:gd name="T4" fmla="*/ 18 w 15"/>
                <a:gd name="T5" fmla="*/ 14 h 23"/>
                <a:gd name="T6" fmla="*/ 0 w 15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0" y="22"/>
                  </a:moveTo>
                  <a:cubicBezTo>
                    <a:pt x="11" y="23"/>
                    <a:pt x="8" y="6"/>
                    <a:pt x="6" y="0"/>
                  </a:cubicBezTo>
                  <a:cubicBezTo>
                    <a:pt x="12" y="4"/>
                    <a:pt x="15" y="7"/>
                    <a:pt x="12" y="14"/>
                  </a:cubicBezTo>
                  <a:cubicBezTo>
                    <a:pt x="10" y="19"/>
                    <a:pt x="6" y="23"/>
                    <a:pt x="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6" name="Freeform 2082">
              <a:extLst>
                <a:ext uri="{FF2B5EF4-FFF2-40B4-BE49-F238E27FC236}">
                  <a16:creationId xmlns:a16="http://schemas.microsoft.com/office/drawing/2014/main" id="{A5A13590-3E83-4F1A-8836-17EF5C7FE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494"/>
              <a:ext cx="82" cy="41"/>
            </a:xfrm>
            <a:custGeom>
              <a:avLst/>
              <a:gdLst>
                <a:gd name="T0" fmla="*/ 0 w 81"/>
                <a:gd name="T1" fmla="*/ 0 h 40"/>
                <a:gd name="T2" fmla="*/ 87 w 81"/>
                <a:gd name="T3" fmla="*/ 46 h 40"/>
                <a:gd name="T4" fmla="*/ 0 w 81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40">
                  <a:moveTo>
                    <a:pt x="0" y="0"/>
                  </a:moveTo>
                  <a:cubicBezTo>
                    <a:pt x="81" y="40"/>
                    <a:pt x="81" y="40"/>
                    <a:pt x="81" y="40"/>
                  </a:cubicBezTo>
                  <a:cubicBezTo>
                    <a:pt x="81" y="40"/>
                    <a:pt x="7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7" name="Freeform 2083">
              <a:extLst>
                <a:ext uri="{FF2B5EF4-FFF2-40B4-BE49-F238E27FC236}">
                  <a16:creationId xmlns:a16="http://schemas.microsoft.com/office/drawing/2014/main" id="{A657897A-6573-48EF-A411-2DF5463EC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489"/>
              <a:ext cx="113" cy="65"/>
            </a:xfrm>
            <a:custGeom>
              <a:avLst/>
              <a:gdLst>
                <a:gd name="T0" fmla="*/ 120 w 110"/>
                <a:gd name="T1" fmla="*/ 51 h 64"/>
                <a:gd name="T2" fmla="*/ 126 w 110"/>
                <a:gd name="T3" fmla="*/ 62 h 64"/>
                <a:gd name="T4" fmla="*/ 126 w 110"/>
                <a:gd name="T5" fmla="*/ 62 h 64"/>
                <a:gd name="T6" fmla="*/ 115 w 110"/>
                <a:gd name="T7" fmla="*/ 68 h 64"/>
                <a:gd name="T8" fmla="*/ 7 w 110"/>
                <a:gd name="T9" fmla="*/ 29 h 64"/>
                <a:gd name="T10" fmla="*/ 2 w 110"/>
                <a:gd name="T11" fmla="*/ 13 h 64"/>
                <a:gd name="T12" fmla="*/ 2 w 110"/>
                <a:gd name="T13" fmla="*/ 13 h 64"/>
                <a:gd name="T14" fmla="*/ 15 w 110"/>
                <a:gd name="T15" fmla="*/ 2 h 64"/>
                <a:gd name="T16" fmla="*/ 120 w 110"/>
                <a:gd name="T17" fmla="*/ 51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64">
                  <a:moveTo>
                    <a:pt x="102" y="45"/>
                  </a:moveTo>
                  <a:cubicBezTo>
                    <a:pt x="107" y="47"/>
                    <a:pt x="110" y="52"/>
                    <a:pt x="108" y="56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7" y="61"/>
                    <a:pt x="102" y="64"/>
                    <a:pt x="97" y="62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2" y="27"/>
                    <a:pt x="0" y="20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5" y="5"/>
                    <a:pt x="10" y="0"/>
                    <a:pt x="15" y="2"/>
                  </a:cubicBezTo>
                  <a:lnTo>
                    <a:pt x="102" y="45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8" name="Freeform 2084">
              <a:extLst>
                <a:ext uri="{FF2B5EF4-FFF2-40B4-BE49-F238E27FC236}">
                  <a16:creationId xmlns:a16="http://schemas.microsoft.com/office/drawing/2014/main" id="{0AD82920-1C73-4D2D-9B5E-A6C9711EA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800"/>
              <a:ext cx="120" cy="38"/>
            </a:xfrm>
            <a:custGeom>
              <a:avLst/>
              <a:gdLst>
                <a:gd name="T0" fmla="*/ 123 w 117"/>
                <a:gd name="T1" fmla="*/ 1 h 37"/>
                <a:gd name="T2" fmla="*/ 134 w 117"/>
                <a:gd name="T3" fmla="*/ 8 h 37"/>
                <a:gd name="T4" fmla="*/ 134 w 117"/>
                <a:gd name="T5" fmla="*/ 8 h 37"/>
                <a:gd name="T6" fmla="*/ 127 w 117"/>
                <a:gd name="T7" fmla="*/ 18 h 37"/>
                <a:gd name="T8" fmla="*/ 14 w 117"/>
                <a:gd name="T9" fmla="*/ 42 h 37"/>
                <a:gd name="T10" fmla="*/ 2 w 117"/>
                <a:gd name="T11" fmla="*/ 30 h 37"/>
                <a:gd name="T12" fmla="*/ 2 w 117"/>
                <a:gd name="T13" fmla="*/ 30 h 37"/>
                <a:gd name="T14" fmla="*/ 7 w 117"/>
                <a:gd name="T15" fmla="*/ 8 h 37"/>
                <a:gd name="T16" fmla="*/ 123 w 117"/>
                <a:gd name="T17" fmla="*/ 1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37">
                  <a:moveTo>
                    <a:pt x="105" y="1"/>
                  </a:moveTo>
                  <a:cubicBezTo>
                    <a:pt x="110" y="0"/>
                    <a:pt x="114" y="3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7" y="12"/>
                    <a:pt x="114" y="17"/>
                    <a:pt x="109" y="1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9" y="37"/>
                    <a:pt x="4" y="32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16"/>
                    <a:pt x="2" y="9"/>
                    <a:pt x="7" y="8"/>
                  </a:cubicBezTo>
                  <a:lnTo>
                    <a:pt x="105" y="1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9" name="Freeform 2085">
              <a:extLst>
                <a:ext uri="{FF2B5EF4-FFF2-40B4-BE49-F238E27FC236}">
                  <a16:creationId xmlns:a16="http://schemas.microsoft.com/office/drawing/2014/main" id="{28A4FA7D-040A-4894-AF28-CC4B71990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803"/>
              <a:ext cx="91" cy="30"/>
            </a:xfrm>
            <a:custGeom>
              <a:avLst/>
              <a:gdLst>
                <a:gd name="T0" fmla="*/ 0 w 89"/>
                <a:gd name="T1" fmla="*/ 35 h 29"/>
                <a:gd name="T2" fmla="*/ 101 w 89"/>
                <a:gd name="T3" fmla="*/ 12 h 29"/>
                <a:gd name="T4" fmla="*/ 0 w 89"/>
                <a:gd name="T5" fmla="*/ 3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29">
                  <a:moveTo>
                    <a:pt x="0" y="29"/>
                  </a:moveTo>
                  <a:cubicBezTo>
                    <a:pt x="89" y="12"/>
                    <a:pt x="89" y="12"/>
                    <a:pt x="89" y="12"/>
                  </a:cubicBezTo>
                  <a:cubicBezTo>
                    <a:pt x="89" y="12"/>
                    <a:pt x="44" y="0"/>
                    <a:pt x="0" y="29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0" name="Freeform 2086">
              <a:extLst>
                <a:ext uri="{FF2B5EF4-FFF2-40B4-BE49-F238E27FC236}">
                  <a16:creationId xmlns:a16="http://schemas.microsoft.com/office/drawing/2014/main" id="{009A191B-B5E5-4ADF-BD6A-026393BB0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811"/>
              <a:ext cx="15" cy="24"/>
            </a:xfrm>
            <a:custGeom>
              <a:avLst/>
              <a:gdLst>
                <a:gd name="T0" fmla="*/ 5 w 15"/>
                <a:gd name="T1" fmla="*/ 28 h 23"/>
                <a:gd name="T2" fmla="*/ 0 w 15"/>
                <a:gd name="T3" fmla="*/ 0 h 23"/>
                <a:gd name="T4" fmla="*/ 12 w 15"/>
                <a:gd name="T5" fmla="*/ 10 h 23"/>
                <a:gd name="T6" fmla="*/ 6 w 15"/>
                <a:gd name="T7" fmla="*/ 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5" y="22"/>
                  </a:moveTo>
                  <a:cubicBezTo>
                    <a:pt x="15" y="18"/>
                    <a:pt x="4" y="4"/>
                    <a:pt x="0" y="0"/>
                  </a:cubicBezTo>
                  <a:cubicBezTo>
                    <a:pt x="6" y="1"/>
                    <a:pt x="11" y="2"/>
                    <a:pt x="12" y="10"/>
                  </a:cubicBezTo>
                  <a:cubicBezTo>
                    <a:pt x="13" y="15"/>
                    <a:pt x="11" y="21"/>
                    <a:pt x="6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1" name="Freeform 2087">
              <a:extLst>
                <a:ext uri="{FF2B5EF4-FFF2-40B4-BE49-F238E27FC236}">
                  <a16:creationId xmlns:a16="http://schemas.microsoft.com/office/drawing/2014/main" id="{347E946A-5ABF-463E-B5DE-BFCE5AD59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801"/>
              <a:ext cx="92" cy="10"/>
            </a:xfrm>
            <a:custGeom>
              <a:avLst/>
              <a:gdLst>
                <a:gd name="T0" fmla="*/ 0 w 90"/>
                <a:gd name="T1" fmla="*/ 7 h 10"/>
                <a:gd name="T2" fmla="*/ 102 w 90"/>
                <a:gd name="T3" fmla="*/ 0 h 10"/>
                <a:gd name="T4" fmla="*/ 0 w 90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0">
                  <a:moveTo>
                    <a:pt x="0" y="7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90" y="0"/>
                    <a:pt x="9" y="1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2" name="Freeform 2088">
              <a:extLst>
                <a:ext uri="{FF2B5EF4-FFF2-40B4-BE49-F238E27FC236}">
                  <a16:creationId xmlns:a16="http://schemas.microsoft.com/office/drawing/2014/main" id="{9BE7F780-3E9B-437E-902E-FD8893236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800"/>
              <a:ext cx="120" cy="38"/>
            </a:xfrm>
            <a:custGeom>
              <a:avLst/>
              <a:gdLst>
                <a:gd name="T0" fmla="*/ 123 w 117"/>
                <a:gd name="T1" fmla="*/ 2 h 37"/>
                <a:gd name="T2" fmla="*/ 133 w 117"/>
                <a:gd name="T3" fmla="*/ 8 h 37"/>
                <a:gd name="T4" fmla="*/ 133 w 117"/>
                <a:gd name="T5" fmla="*/ 8 h 37"/>
                <a:gd name="T6" fmla="*/ 127 w 117"/>
                <a:gd name="T7" fmla="*/ 25 h 37"/>
                <a:gd name="T8" fmla="*/ 14 w 117"/>
                <a:gd name="T9" fmla="*/ 42 h 37"/>
                <a:gd name="T10" fmla="*/ 2 w 117"/>
                <a:gd name="T11" fmla="*/ 30 h 37"/>
                <a:gd name="T12" fmla="*/ 2 w 117"/>
                <a:gd name="T13" fmla="*/ 30 h 37"/>
                <a:gd name="T14" fmla="*/ 7 w 117"/>
                <a:gd name="T15" fmla="*/ 9 h 37"/>
                <a:gd name="T16" fmla="*/ 123 w 117"/>
                <a:gd name="T17" fmla="*/ 2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37">
                  <a:moveTo>
                    <a:pt x="105" y="2"/>
                  </a:moveTo>
                  <a:cubicBezTo>
                    <a:pt x="109" y="0"/>
                    <a:pt x="114" y="3"/>
                    <a:pt x="115" y="8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7" y="13"/>
                    <a:pt x="114" y="18"/>
                    <a:pt x="109" y="19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9" y="37"/>
                    <a:pt x="4" y="32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17"/>
                    <a:pt x="2" y="10"/>
                    <a:pt x="7" y="9"/>
                  </a:cubicBezTo>
                  <a:lnTo>
                    <a:pt x="105" y="2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3" name="Freeform 2089">
              <a:extLst>
                <a:ext uri="{FF2B5EF4-FFF2-40B4-BE49-F238E27FC236}">
                  <a16:creationId xmlns:a16="http://schemas.microsoft.com/office/drawing/2014/main" id="{46AA5A2E-43E7-4A16-80A6-20885C113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3103"/>
              <a:ext cx="70" cy="109"/>
            </a:xfrm>
            <a:custGeom>
              <a:avLst/>
              <a:gdLst>
                <a:gd name="T0" fmla="*/ 57 w 69"/>
                <a:gd name="T1" fmla="*/ 7 h 107"/>
                <a:gd name="T2" fmla="*/ 68 w 69"/>
                <a:gd name="T3" fmla="*/ 2 h 107"/>
                <a:gd name="T4" fmla="*/ 68 w 69"/>
                <a:gd name="T5" fmla="*/ 2 h 107"/>
                <a:gd name="T6" fmla="*/ 74 w 69"/>
                <a:gd name="T7" fmla="*/ 13 h 107"/>
                <a:gd name="T8" fmla="*/ 29 w 69"/>
                <a:gd name="T9" fmla="*/ 113 h 107"/>
                <a:gd name="T10" fmla="*/ 12 w 69"/>
                <a:gd name="T11" fmla="*/ 117 h 107"/>
                <a:gd name="T12" fmla="*/ 12 w 69"/>
                <a:gd name="T13" fmla="*/ 117 h 107"/>
                <a:gd name="T14" fmla="*/ 2 w 69"/>
                <a:gd name="T15" fmla="*/ 103 h 107"/>
                <a:gd name="T16" fmla="*/ 57 w 69"/>
                <a:gd name="T17" fmla="*/ 7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07">
                  <a:moveTo>
                    <a:pt x="51" y="7"/>
                  </a:moveTo>
                  <a:cubicBezTo>
                    <a:pt x="53" y="2"/>
                    <a:pt x="58" y="0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7" y="3"/>
                    <a:pt x="69" y="9"/>
                    <a:pt x="68" y="13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7" y="106"/>
                    <a:pt x="19" y="107"/>
                    <a:pt x="12" y="105"/>
                  </a:cubicBezTo>
                  <a:cubicBezTo>
                    <a:pt x="12" y="105"/>
                    <a:pt x="12" y="105"/>
                    <a:pt x="12" y="105"/>
                  </a:cubicBezTo>
                  <a:cubicBezTo>
                    <a:pt x="5" y="102"/>
                    <a:pt x="0" y="96"/>
                    <a:pt x="2" y="91"/>
                  </a:cubicBezTo>
                  <a:lnTo>
                    <a:pt x="51" y="7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4" name="Freeform 2090">
              <a:extLst>
                <a:ext uri="{FF2B5EF4-FFF2-40B4-BE49-F238E27FC236}">
                  <a16:creationId xmlns:a16="http://schemas.microsoft.com/office/drawing/2014/main" id="{0BF115F9-E055-4566-8113-9FF4C39A9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116"/>
              <a:ext cx="38" cy="85"/>
            </a:xfrm>
            <a:custGeom>
              <a:avLst/>
              <a:gdLst>
                <a:gd name="T0" fmla="*/ 0 w 37"/>
                <a:gd name="T1" fmla="*/ 95 h 83"/>
                <a:gd name="T2" fmla="*/ 43 w 37"/>
                <a:gd name="T3" fmla="*/ 0 h 83"/>
                <a:gd name="T4" fmla="*/ 0 w 37"/>
                <a:gd name="T5" fmla="*/ 95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3">
                  <a:moveTo>
                    <a:pt x="0" y="83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1" y="30"/>
                    <a:pt x="0" y="83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5" name="Freeform 2091">
              <a:extLst>
                <a:ext uri="{FF2B5EF4-FFF2-40B4-BE49-F238E27FC236}">
                  <a16:creationId xmlns:a16="http://schemas.microsoft.com/office/drawing/2014/main" id="{D9371B17-A44E-4028-8C1E-7B8D75E84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3192"/>
              <a:ext cx="24" cy="16"/>
            </a:xfrm>
            <a:custGeom>
              <a:avLst/>
              <a:gdLst>
                <a:gd name="T0" fmla="*/ 21 w 24"/>
                <a:gd name="T1" fmla="*/ 16 h 16"/>
                <a:gd name="T2" fmla="*/ 0 w 24"/>
                <a:gd name="T3" fmla="*/ 8 h 16"/>
                <a:gd name="T4" fmla="*/ 15 w 24"/>
                <a:gd name="T5" fmla="*/ 4 h 16"/>
                <a:gd name="T6" fmla="*/ 23 w 24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21" y="16"/>
                  </a:moveTo>
                  <a:cubicBezTo>
                    <a:pt x="24" y="5"/>
                    <a:pt x="6" y="7"/>
                    <a:pt x="0" y="8"/>
                  </a:cubicBezTo>
                  <a:cubicBezTo>
                    <a:pt x="4" y="3"/>
                    <a:pt x="8" y="0"/>
                    <a:pt x="15" y="4"/>
                  </a:cubicBezTo>
                  <a:cubicBezTo>
                    <a:pt x="20" y="6"/>
                    <a:pt x="24" y="10"/>
                    <a:pt x="2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6" name="Freeform 2092">
              <a:extLst>
                <a:ext uri="{FF2B5EF4-FFF2-40B4-BE49-F238E27FC236}">
                  <a16:creationId xmlns:a16="http://schemas.microsoft.com/office/drawing/2014/main" id="{F0F89D18-F0D6-4E32-86E7-56D701342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3110"/>
              <a:ext cx="46" cy="80"/>
            </a:xfrm>
            <a:custGeom>
              <a:avLst/>
              <a:gdLst>
                <a:gd name="T0" fmla="*/ 0 w 45"/>
                <a:gd name="T1" fmla="*/ 90 h 78"/>
                <a:gd name="T2" fmla="*/ 51 w 45"/>
                <a:gd name="T3" fmla="*/ 0 h 78"/>
                <a:gd name="T4" fmla="*/ 0 w 45"/>
                <a:gd name="T5" fmla="*/ 9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8">
                  <a:moveTo>
                    <a:pt x="0" y="78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8" y="72"/>
                    <a:pt x="0" y="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7" name="Freeform 2093">
              <a:extLst>
                <a:ext uri="{FF2B5EF4-FFF2-40B4-BE49-F238E27FC236}">
                  <a16:creationId xmlns:a16="http://schemas.microsoft.com/office/drawing/2014/main" id="{B528EEE8-DA24-4ACD-9812-196BBB656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3103"/>
              <a:ext cx="71" cy="110"/>
            </a:xfrm>
            <a:custGeom>
              <a:avLst/>
              <a:gdLst>
                <a:gd name="T0" fmla="*/ 57 w 70"/>
                <a:gd name="T1" fmla="*/ 7 h 108"/>
                <a:gd name="T2" fmla="*/ 69 w 70"/>
                <a:gd name="T3" fmla="*/ 2 h 108"/>
                <a:gd name="T4" fmla="*/ 69 w 70"/>
                <a:gd name="T5" fmla="*/ 2 h 108"/>
                <a:gd name="T6" fmla="*/ 74 w 70"/>
                <a:gd name="T7" fmla="*/ 13 h 108"/>
                <a:gd name="T8" fmla="*/ 29 w 70"/>
                <a:gd name="T9" fmla="*/ 113 h 108"/>
                <a:gd name="T10" fmla="*/ 12 w 70"/>
                <a:gd name="T11" fmla="*/ 117 h 108"/>
                <a:gd name="T12" fmla="*/ 12 w 70"/>
                <a:gd name="T13" fmla="*/ 117 h 108"/>
                <a:gd name="T14" fmla="*/ 2 w 70"/>
                <a:gd name="T15" fmla="*/ 104 h 108"/>
                <a:gd name="T16" fmla="*/ 57 w 70"/>
                <a:gd name="T17" fmla="*/ 7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08">
                  <a:moveTo>
                    <a:pt x="51" y="7"/>
                  </a:moveTo>
                  <a:cubicBezTo>
                    <a:pt x="53" y="3"/>
                    <a:pt x="58" y="0"/>
                    <a:pt x="63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7" y="4"/>
                    <a:pt x="70" y="9"/>
                    <a:pt x="68" y="13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7" y="106"/>
                    <a:pt x="20" y="108"/>
                    <a:pt x="12" y="105"/>
                  </a:cubicBezTo>
                  <a:cubicBezTo>
                    <a:pt x="12" y="105"/>
                    <a:pt x="12" y="105"/>
                    <a:pt x="12" y="105"/>
                  </a:cubicBezTo>
                  <a:cubicBezTo>
                    <a:pt x="5" y="102"/>
                    <a:pt x="0" y="96"/>
                    <a:pt x="2" y="92"/>
                  </a:cubicBezTo>
                  <a:lnTo>
                    <a:pt x="51" y="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8" name="Freeform 2094">
              <a:extLst>
                <a:ext uri="{FF2B5EF4-FFF2-40B4-BE49-F238E27FC236}">
                  <a16:creationId xmlns:a16="http://schemas.microsoft.com/office/drawing/2014/main" id="{0CC8897F-1556-4BEF-9C06-79763EDCF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884"/>
              <a:ext cx="66" cy="214"/>
            </a:xfrm>
            <a:custGeom>
              <a:avLst/>
              <a:gdLst>
                <a:gd name="T0" fmla="*/ 70 w 65"/>
                <a:gd name="T1" fmla="*/ 227 h 209"/>
                <a:gd name="T2" fmla="*/ 64 w 65"/>
                <a:gd name="T3" fmla="*/ 238 h 209"/>
                <a:gd name="T4" fmla="*/ 64 w 65"/>
                <a:gd name="T5" fmla="*/ 238 h 209"/>
                <a:gd name="T6" fmla="*/ 53 w 65"/>
                <a:gd name="T7" fmla="*/ 231 h 209"/>
                <a:gd name="T8" fmla="*/ 1 w 65"/>
                <a:gd name="T9" fmla="*/ 13 h 209"/>
                <a:gd name="T10" fmla="*/ 13 w 65"/>
                <a:gd name="T11" fmla="*/ 2 h 209"/>
                <a:gd name="T12" fmla="*/ 13 w 65"/>
                <a:gd name="T13" fmla="*/ 2 h 209"/>
                <a:gd name="T14" fmla="*/ 28 w 65"/>
                <a:gd name="T15" fmla="*/ 7 h 209"/>
                <a:gd name="T16" fmla="*/ 70 w 65"/>
                <a:gd name="T17" fmla="*/ 227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09">
                  <a:moveTo>
                    <a:pt x="64" y="197"/>
                  </a:moveTo>
                  <a:cubicBezTo>
                    <a:pt x="65" y="202"/>
                    <a:pt x="62" y="206"/>
                    <a:pt x="58" y="207"/>
                  </a:cubicBezTo>
                  <a:cubicBezTo>
                    <a:pt x="58" y="207"/>
                    <a:pt x="58" y="207"/>
                    <a:pt x="58" y="207"/>
                  </a:cubicBezTo>
                  <a:cubicBezTo>
                    <a:pt x="53" y="209"/>
                    <a:pt x="48" y="206"/>
                    <a:pt x="47" y="20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9"/>
                    <a:pt x="5" y="4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20" y="0"/>
                    <a:pt x="27" y="3"/>
                    <a:pt x="28" y="7"/>
                  </a:cubicBezTo>
                  <a:lnTo>
                    <a:pt x="64" y="197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9" name="Freeform 2095">
              <a:extLst>
                <a:ext uri="{FF2B5EF4-FFF2-40B4-BE49-F238E27FC236}">
                  <a16:creationId xmlns:a16="http://schemas.microsoft.com/office/drawing/2014/main" id="{705474FD-CD7B-4429-9435-1350E75DD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902"/>
              <a:ext cx="47" cy="186"/>
            </a:xfrm>
            <a:custGeom>
              <a:avLst/>
              <a:gdLst>
                <a:gd name="T0" fmla="*/ 0 w 46"/>
                <a:gd name="T1" fmla="*/ 0 h 182"/>
                <a:gd name="T2" fmla="*/ 52 w 46"/>
                <a:gd name="T3" fmla="*/ 206 h 182"/>
                <a:gd name="T4" fmla="*/ 0 w 46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82">
                  <a:moveTo>
                    <a:pt x="0" y="0"/>
                  </a:moveTo>
                  <a:cubicBezTo>
                    <a:pt x="46" y="182"/>
                    <a:pt x="46" y="182"/>
                    <a:pt x="46" y="182"/>
                  </a:cubicBezTo>
                  <a:cubicBezTo>
                    <a:pt x="46" y="182"/>
                    <a:pt x="28" y="45"/>
                    <a:pt x="0" y="0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0" name="Freeform 2096">
              <a:extLst>
                <a:ext uri="{FF2B5EF4-FFF2-40B4-BE49-F238E27FC236}">
                  <a16:creationId xmlns:a16="http://schemas.microsoft.com/office/drawing/2014/main" id="{D0216060-5CB3-471D-A8F8-BF5AFC2A7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890"/>
              <a:ext cx="22" cy="15"/>
            </a:xfrm>
            <a:custGeom>
              <a:avLst/>
              <a:gdLst>
                <a:gd name="T0" fmla="*/ 0 w 22"/>
                <a:gd name="T1" fmla="*/ 4 h 15"/>
                <a:gd name="T2" fmla="*/ 22 w 22"/>
                <a:gd name="T3" fmla="*/ 0 h 15"/>
                <a:gd name="T4" fmla="*/ 12 w 22"/>
                <a:gd name="T5" fmla="*/ 12 h 15"/>
                <a:gd name="T6" fmla="*/ 0 w 22"/>
                <a:gd name="T7" fmla="*/ 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5">
                  <a:moveTo>
                    <a:pt x="0" y="4"/>
                  </a:moveTo>
                  <a:cubicBezTo>
                    <a:pt x="4" y="15"/>
                    <a:pt x="18" y="4"/>
                    <a:pt x="22" y="0"/>
                  </a:cubicBezTo>
                  <a:cubicBezTo>
                    <a:pt x="21" y="6"/>
                    <a:pt x="20" y="11"/>
                    <a:pt x="12" y="12"/>
                  </a:cubicBezTo>
                  <a:cubicBezTo>
                    <a:pt x="7" y="12"/>
                    <a:pt x="2" y="11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1" name="Freeform 2097">
              <a:extLst>
                <a:ext uri="{FF2B5EF4-FFF2-40B4-BE49-F238E27FC236}">
                  <a16:creationId xmlns:a16="http://schemas.microsoft.com/office/drawing/2014/main" id="{B6D5D731-C0BF-40ED-83F0-4496D8830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900"/>
              <a:ext cx="40" cy="186"/>
            </a:xfrm>
            <a:custGeom>
              <a:avLst/>
              <a:gdLst>
                <a:gd name="T0" fmla="*/ 3 w 39"/>
                <a:gd name="T1" fmla="*/ 0 h 182"/>
                <a:gd name="T2" fmla="*/ 45 w 39"/>
                <a:gd name="T3" fmla="*/ 206 h 182"/>
                <a:gd name="T4" fmla="*/ 3 w 39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82">
                  <a:moveTo>
                    <a:pt x="3" y="0"/>
                  </a:moveTo>
                  <a:cubicBezTo>
                    <a:pt x="39" y="182"/>
                    <a:pt x="39" y="182"/>
                    <a:pt x="39" y="182"/>
                  </a:cubicBezTo>
                  <a:cubicBezTo>
                    <a:pt x="39" y="182"/>
                    <a:pt x="0" y="9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2" name="Freeform 2098">
              <a:extLst>
                <a:ext uri="{FF2B5EF4-FFF2-40B4-BE49-F238E27FC236}">
                  <a16:creationId xmlns:a16="http://schemas.microsoft.com/office/drawing/2014/main" id="{3870A736-D6A5-4584-9D6D-2A7A8DBDE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884"/>
              <a:ext cx="66" cy="213"/>
            </a:xfrm>
            <a:custGeom>
              <a:avLst/>
              <a:gdLst>
                <a:gd name="T0" fmla="*/ 70 w 65"/>
                <a:gd name="T1" fmla="*/ 227 h 208"/>
                <a:gd name="T2" fmla="*/ 63 w 65"/>
                <a:gd name="T3" fmla="*/ 238 h 208"/>
                <a:gd name="T4" fmla="*/ 63 w 65"/>
                <a:gd name="T5" fmla="*/ 238 h 208"/>
                <a:gd name="T6" fmla="*/ 53 w 65"/>
                <a:gd name="T7" fmla="*/ 231 h 208"/>
                <a:gd name="T8" fmla="*/ 1 w 65"/>
                <a:gd name="T9" fmla="*/ 13 h 208"/>
                <a:gd name="T10" fmla="*/ 12 w 65"/>
                <a:gd name="T11" fmla="*/ 2 h 208"/>
                <a:gd name="T12" fmla="*/ 12 w 65"/>
                <a:gd name="T13" fmla="*/ 2 h 208"/>
                <a:gd name="T14" fmla="*/ 28 w 65"/>
                <a:gd name="T15" fmla="*/ 7 h 208"/>
                <a:gd name="T16" fmla="*/ 70 w 65"/>
                <a:gd name="T17" fmla="*/ 227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08">
                  <a:moveTo>
                    <a:pt x="64" y="197"/>
                  </a:moveTo>
                  <a:cubicBezTo>
                    <a:pt x="65" y="202"/>
                    <a:pt x="62" y="206"/>
                    <a:pt x="57" y="207"/>
                  </a:cubicBezTo>
                  <a:cubicBezTo>
                    <a:pt x="57" y="207"/>
                    <a:pt x="57" y="207"/>
                    <a:pt x="57" y="207"/>
                  </a:cubicBezTo>
                  <a:cubicBezTo>
                    <a:pt x="53" y="208"/>
                    <a:pt x="48" y="205"/>
                    <a:pt x="47" y="20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9"/>
                    <a:pt x="5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20" y="0"/>
                    <a:pt x="27" y="2"/>
                    <a:pt x="28" y="7"/>
                  </a:cubicBezTo>
                  <a:lnTo>
                    <a:pt x="64" y="19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3" name="Freeform 2099">
              <a:extLst>
                <a:ext uri="{FF2B5EF4-FFF2-40B4-BE49-F238E27FC236}">
                  <a16:creationId xmlns:a16="http://schemas.microsoft.com/office/drawing/2014/main" id="{96BF34DA-3FB8-4901-BAA5-70BF81BC0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197"/>
              <a:ext cx="178" cy="146"/>
            </a:xfrm>
            <a:custGeom>
              <a:avLst/>
              <a:gdLst>
                <a:gd name="T0" fmla="*/ 193 w 174"/>
                <a:gd name="T1" fmla="*/ 144 h 143"/>
                <a:gd name="T2" fmla="*/ 195 w 174"/>
                <a:gd name="T3" fmla="*/ 156 h 143"/>
                <a:gd name="T4" fmla="*/ 195 w 174"/>
                <a:gd name="T5" fmla="*/ 156 h 143"/>
                <a:gd name="T6" fmla="*/ 183 w 174"/>
                <a:gd name="T7" fmla="*/ 158 h 143"/>
                <a:gd name="T8" fmla="*/ 4 w 174"/>
                <a:gd name="T9" fmla="*/ 31 h 143"/>
                <a:gd name="T10" fmla="*/ 6 w 174"/>
                <a:gd name="T11" fmla="*/ 8 h 143"/>
                <a:gd name="T12" fmla="*/ 6 w 174"/>
                <a:gd name="T13" fmla="*/ 8 h 143"/>
                <a:gd name="T14" fmla="*/ 21 w 174"/>
                <a:gd name="T15" fmla="*/ 3 h 143"/>
                <a:gd name="T16" fmla="*/ 193 w 174"/>
                <a:gd name="T17" fmla="*/ 144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43">
                  <a:moveTo>
                    <a:pt x="169" y="126"/>
                  </a:moveTo>
                  <a:cubicBezTo>
                    <a:pt x="173" y="129"/>
                    <a:pt x="174" y="135"/>
                    <a:pt x="171" y="138"/>
                  </a:cubicBezTo>
                  <a:cubicBezTo>
                    <a:pt x="171" y="138"/>
                    <a:pt x="171" y="138"/>
                    <a:pt x="171" y="138"/>
                  </a:cubicBezTo>
                  <a:cubicBezTo>
                    <a:pt x="168" y="142"/>
                    <a:pt x="162" y="143"/>
                    <a:pt x="159" y="14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2"/>
                    <a:pt x="1" y="14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10" y="2"/>
                    <a:pt x="17" y="0"/>
                    <a:pt x="21" y="3"/>
                  </a:cubicBezTo>
                  <a:lnTo>
                    <a:pt x="169" y="126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4" name="Freeform 2100">
              <a:extLst>
                <a:ext uri="{FF2B5EF4-FFF2-40B4-BE49-F238E27FC236}">
                  <a16:creationId xmlns:a16="http://schemas.microsoft.com/office/drawing/2014/main" id="{99E1DEFE-AF13-45F1-94B5-C2544E998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222"/>
              <a:ext cx="155" cy="115"/>
            </a:xfrm>
            <a:custGeom>
              <a:avLst/>
              <a:gdLst>
                <a:gd name="T0" fmla="*/ 0 w 151"/>
                <a:gd name="T1" fmla="*/ 0 h 112"/>
                <a:gd name="T2" fmla="*/ 176 w 151"/>
                <a:gd name="T3" fmla="*/ 130 h 112"/>
                <a:gd name="T4" fmla="*/ 0 w 151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112">
                  <a:moveTo>
                    <a:pt x="0" y="0"/>
                  </a:moveTo>
                  <a:cubicBezTo>
                    <a:pt x="151" y="112"/>
                    <a:pt x="151" y="112"/>
                    <a:pt x="151" y="112"/>
                  </a:cubicBezTo>
                  <a:cubicBezTo>
                    <a:pt x="151" y="112"/>
                    <a:pt x="50" y="17"/>
                    <a:pt x="0" y="0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5" name="Freeform 2101">
              <a:extLst>
                <a:ext uri="{FF2B5EF4-FFF2-40B4-BE49-F238E27FC236}">
                  <a16:creationId xmlns:a16="http://schemas.microsoft.com/office/drawing/2014/main" id="{CA846955-EFE6-491E-A1D4-D6EB9BA5F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200"/>
              <a:ext cx="20" cy="23"/>
            </a:xfrm>
            <a:custGeom>
              <a:avLst/>
              <a:gdLst>
                <a:gd name="T0" fmla="*/ 0 w 19"/>
                <a:gd name="T1" fmla="*/ 17 h 23"/>
                <a:gd name="T2" fmla="*/ 20 w 19"/>
                <a:gd name="T3" fmla="*/ 0 h 23"/>
                <a:gd name="T4" fmla="*/ 20 w 19"/>
                <a:gd name="T5" fmla="*/ 15 h 23"/>
                <a:gd name="T6" fmla="*/ 0 w 19"/>
                <a:gd name="T7" fmla="*/ 1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0" y="17"/>
                  </a:moveTo>
                  <a:cubicBezTo>
                    <a:pt x="10" y="23"/>
                    <a:pt x="14" y="5"/>
                    <a:pt x="14" y="0"/>
                  </a:cubicBezTo>
                  <a:cubicBezTo>
                    <a:pt x="17" y="5"/>
                    <a:pt x="19" y="9"/>
                    <a:pt x="14" y="15"/>
                  </a:cubicBezTo>
                  <a:cubicBezTo>
                    <a:pt x="10" y="19"/>
                    <a:pt x="5" y="21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6" name="Freeform 2102">
              <a:extLst>
                <a:ext uri="{FF2B5EF4-FFF2-40B4-BE49-F238E27FC236}">
                  <a16:creationId xmlns:a16="http://schemas.microsoft.com/office/drawing/2014/main" id="{8CCD2EDC-5145-4CAF-AE48-2C158988F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206"/>
              <a:ext cx="146" cy="119"/>
            </a:xfrm>
            <a:custGeom>
              <a:avLst/>
              <a:gdLst>
                <a:gd name="T0" fmla="*/ 0 w 143"/>
                <a:gd name="T1" fmla="*/ 0 h 117"/>
                <a:gd name="T2" fmla="*/ 161 w 143"/>
                <a:gd name="T3" fmla="*/ 129 h 117"/>
                <a:gd name="T4" fmla="*/ 0 w 143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17">
                  <a:moveTo>
                    <a:pt x="0" y="0"/>
                  </a:moveTo>
                  <a:cubicBezTo>
                    <a:pt x="143" y="117"/>
                    <a:pt x="143" y="117"/>
                    <a:pt x="143" y="117"/>
                  </a:cubicBezTo>
                  <a:cubicBezTo>
                    <a:pt x="143" y="117"/>
                    <a:pt x="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7" name="Freeform 2103">
              <a:extLst>
                <a:ext uri="{FF2B5EF4-FFF2-40B4-BE49-F238E27FC236}">
                  <a16:creationId xmlns:a16="http://schemas.microsoft.com/office/drawing/2014/main" id="{FD944023-09DE-4316-8483-3F44E4AB8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197"/>
              <a:ext cx="177" cy="146"/>
            </a:xfrm>
            <a:custGeom>
              <a:avLst/>
              <a:gdLst>
                <a:gd name="T0" fmla="*/ 193 w 173"/>
                <a:gd name="T1" fmla="*/ 144 h 143"/>
                <a:gd name="T2" fmla="*/ 194 w 173"/>
                <a:gd name="T3" fmla="*/ 157 h 143"/>
                <a:gd name="T4" fmla="*/ 194 w 173"/>
                <a:gd name="T5" fmla="*/ 157 h 143"/>
                <a:gd name="T6" fmla="*/ 182 w 173"/>
                <a:gd name="T7" fmla="*/ 158 h 143"/>
                <a:gd name="T8" fmla="*/ 3 w 173"/>
                <a:gd name="T9" fmla="*/ 31 h 143"/>
                <a:gd name="T10" fmla="*/ 5 w 173"/>
                <a:gd name="T11" fmla="*/ 8 h 143"/>
                <a:gd name="T12" fmla="*/ 5 w 173"/>
                <a:gd name="T13" fmla="*/ 8 h 143"/>
                <a:gd name="T14" fmla="*/ 21 w 173"/>
                <a:gd name="T15" fmla="*/ 3 h 143"/>
                <a:gd name="T16" fmla="*/ 193 w 173"/>
                <a:gd name="T17" fmla="*/ 144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3" h="143">
                  <a:moveTo>
                    <a:pt x="169" y="126"/>
                  </a:moveTo>
                  <a:cubicBezTo>
                    <a:pt x="173" y="129"/>
                    <a:pt x="173" y="135"/>
                    <a:pt x="170" y="139"/>
                  </a:cubicBezTo>
                  <a:cubicBezTo>
                    <a:pt x="170" y="139"/>
                    <a:pt x="170" y="139"/>
                    <a:pt x="170" y="139"/>
                  </a:cubicBezTo>
                  <a:cubicBezTo>
                    <a:pt x="167" y="142"/>
                    <a:pt x="162" y="143"/>
                    <a:pt x="158" y="140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0" y="22"/>
                    <a:pt x="0" y="14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10" y="2"/>
                    <a:pt x="17" y="0"/>
                    <a:pt x="21" y="3"/>
                  </a:cubicBezTo>
                  <a:lnTo>
                    <a:pt x="169" y="126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8" name="Freeform 2104">
              <a:extLst>
                <a:ext uri="{FF2B5EF4-FFF2-40B4-BE49-F238E27FC236}">
                  <a16:creationId xmlns:a16="http://schemas.microsoft.com/office/drawing/2014/main" id="{F7E041F5-D002-40DC-AC54-E6C7A7DBD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651"/>
              <a:ext cx="216" cy="30"/>
            </a:xfrm>
            <a:custGeom>
              <a:avLst/>
              <a:gdLst>
                <a:gd name="T0" fmla="*/ 232 w 211"/>
                <a:gd name="T1" fmla="*/ 11 h 29"/>
                <a:gd name="T2" fmla="*/ 242 w 211"/>
                <a:gd name="T3" fmla="*/ 26 h 29"/>
                <a:gd name="T4" fmla="*/ 242 w 211"/>
                <a:gd name="T5" fmla="*/ 26 h 29"/>
                <a:gd name="T6" fmla="*/ 232 w 211"/>
                <a:gd name="T7" fmla="*/ 35 h 29"/>
                <a:gd name="T8" fmla="*/ 9 w 211"/>
                <a:gd name="T9" fmla="*/ 35 h 29"/>
                <a:gd name="T10" fmla="*/ 0 w 211"/>
                <a:gd name="T11" fmla="*/ 14 h 29"/>
                <a:gd name="T12" fmla="*/ 0 w 211"/>
                <a:gd name="T13" fmla="*/ 14 h 29"/>
                <a:gd name="T14" fmla="*/ 9 w 211"/>
                <a:gd name="T15" fmla="*/ 0 h 29"/>
                <a:gd name="T16" fmla="*/ 232 w 211"/>
                <a:gd name="T17" fmla="*/ 11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29">
                  <a:moveTo>
                    <a:pt x="202" y="11"/>
                  </a:moveTo>
                  <a:cubicBezTo>
                    <a:pt x="207" y="11"/>
                    <a:pt x="211" y="15"/>
                    <a:pt x="211" y="20"/>
                  </a:cubicBezTo>
                  <a:cubicBezTo>
                    <a:pt x="211" y="20"/>
                    <a:pt x="211" y="20"/>
                    <a:pt x="211" y="20"/>
                  </a:cubicBezTo>
                  <a:cubicBezTo>
                    <a:pt x="210" y="25"/>
                    <a:pt x="206" y="29"/>
                    <a:pt x="202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4" y="29"/>
                    <a:pt x="0" y="22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7"/>
                    <a:pt x="4" y="0"/>
                    <a:pt x="9" y="0"/>
                  </a:cubicBezTo>
                  <a:lnTo>
                    <a:pt x="202" y="11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9" name="Freeform 2105">
              <a:extLst>
                <a:ext uri="{FF2B5EF4-FFF2-40B4-BE49-F238E27FC236}">
                  <a16:creationId xmlns:a16="http://schemas.microsoft.com/office/drawing/2014/main" id="{20A2F6B2-626F-442F-948C-B7F23A777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661"/>
              <a:ext cx="192" cy="17"/>
            </a:xfrm>
            <a:custGeom>
              <a:avLst/>
              <a:gdLst>
                <a:gd name="T0" fmla="*/ 0 w 188"/>
                <a:gd name="T1" fmla="*/ 22 h 16"/>
                <a:gd name="T2" fmla="*/ 212 w 188"/>
                <a:gd name="T3" fmla="*/ 21 h 16"/>
                <a:gd name="T4" fmla="*/ 0 w 188"/>
                <a:gd name="T5" fmla="*/ 2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16">
                  <a:moveTo>
                    <a:pt x="0" y="16"/>
                  </a:moveTo>
                  <a:cubicBezTo>
                    <a:pt x="188" y="15"/>
                    <a:pt x="188" y="15"/>
                    <a:pt x="188" y="15"/>
                  </a:cubicBezTo>
                  <a:cubicBezTo>
                    <a:pt x="188" y="15"/>
                    <a:pt x="50" y="0"/>
                    <a:pt x="0" y="16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0" name="Freeform 2106">
              <a:extLst>
                <a:ext uri="{FF2B5EF4-FFF2-40B4-BE49-F238E27FC236}">
                  <a16:creationId xmlns:a16="http://schemas.microsoft.com/office/drawing/2014/main" id="{B6EC5C1E-C8B6-426F-AF61-71042DC8B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654"/>
              <a:ext cx="11" cy="24"/>
            </a:xfrm>
            <a:custGeom>
              <a:avLst/>
              <a:gdLst>
                <a:gd name="T0" fmla="*/ 0 w 11"/>
                <a:gd name="T1" fmla="*/ 28 h 23"/>
                <a:gd name="T2" fmla="*/ 1 w 11"/>
                <a:gd name="T3" fmla="*/ 0 h 23"/>
                <a:gd name="T4" fmla="*/ 10 w 11"/>
                <a:gd name="T5" fmla="*/ 18 h 23"/>
                <a:gd name="T6" fmla="*/ 1 w 11"/>
                <a:gd name="T7" fmla="*/ 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0" y="22"/>
                  </a:moveTo>
                  <a:cubicBezTo>
                    <a:pt x="11" y="21"/>
                    <a:pt x="4" y="5"/>
                    <a:pt x="1" y="0"/>
                  </a:cubicBezTo>
                  <a:cubicBezTo>
                    <a:pt x="7" y="2"/>
                    <a:pt x="11" y="5"/>
                    <a:pt x="10" y="12"/>
                  </a:cubicBezTo>
                  <a:cubicBezTo>
                    <a:pt x="10" y="17"/>
                    <a:pt x="7" y="23"/>
                    <a:pt x="1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1" name="Freeform 2107">
              <a:extLst>
                <a:ext uri="{FF2B5EF4-FFF2-40B4-BE49-F238E27FC236}">
                  <a16:creationId xmlns:a16="http://schemas.microsoft.com/office/drawing/2014/main" id="{A55E2103-0035-4EA7-B75D-D294DF56C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654"/>
              <a:ext cx="189" cy="8"/>
            </a:xfrm>
            <a:custGeom>
              <a:avLst/>
              <a:gdLst>
                <a:gd name="T0" fmla="*/ 0 w 185"/>
                <a:gd name="T1" fmla="*/ 0 h 8"/>
                <a:gd name="T2" fmla="*/ 209 w 185"/>
                <a:gd name="T3" fmla="*/ 8 h 8"/>
                <a:gd name="T4" fmla="*/ 0 w 18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8">
                  <a:moveTo>
                    <a:pt x="0" y="0"/>
                  </a:moveTo>
                  <a:cubicBezTo>
                    <a:pt x="185" y="8"/>
                    <a:pt x="185" y="8"/>
                    <a:pt x="185" y="8"/>
                  </a:cubicBezTo>
                  <a:cubicBezTo>
                    <a:pt x="185" y="8"/>
                    <a:pt x="8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2" name="Freeform 2108">
              <a:extLst>
                <a:ext uri="{FF2B5EF4-FFF2-40B4-BE49-F238E27FC236}">
                  <a16:creationId xmlns:a16="http://schemas.microsoft.com/office/drawing/2014/main" id="{150FBD5C-B1A7-44E5-976C-76C1FD3C6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652"/>
              <a:ext cx="215" cy="29"/>
            </a:xfrm>
            <a:custGeom>
              <a:avLst/>
              <a:gdLst>
                <a:gd name="T0" fmla="*/ 232 w 210"/>
                <a:gd name="T1" fmla="*/ 10 h 28"/>
                <a:gd name="T2" fmla="*/ 241 w 210"/>
                <a:gd name="T3" fmla="*/ 25 h 28"/>
                <a:gd name="T4" fmla="*/ 241 w 210"/>
                <a:gd name="T5" fmla="*/ 25 h 28"/>
                <a:gd name="T6" fmla="*/ 231 w 210"/>
                <a:gd name="T7" fmla="*/ 34 h 28"/>
                <a:gd name="T8" fmla="*/ 8 w 210"/>
                <a:gd name="T9" fmla="*/ 34 h 28"/>
                <a:gd name="T10" fmla="*/ 0 w 210"/>
                <a:gd name="T11" fmla="*/ 20 h 28"/>
                <a:gd name="T12" fmla="*/ 0 w 210"/>
                <a:gd name="T13" fmla="*/ 20 h 28"/>
                <a:gd name="T14" fmla="*/ 9 w 210"/>
                <a:gd name="T15" fmla="*/ 0 h 28"/>
                <a:gd name="T16" fmla="*/ 232 w 210"/>
                <a:gd name="T17" fmla="*/ 1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0" h="28">
                  <a:moveTo>
                    <a:pt x="202" y="10"/>
                  </a:moveTo>
                  <a:cubicBezTo>
                    <a:pt x="207" y="11"/>
                    <a:pt x="210" y="15"/>
                    <a:pt x="210" y="19"/>
                  </a:cubicBezTo>
                  <a:cubicBezTo>
                    <a:pt x="210" y="19"/>
                    <a:pt x="210" y="19"/>
                    <a:pt x="210" y="19"/>
                  </a:cubicBezTo>
                  <a:cubicBezTo>
                    <a:pt x="210" y="24"/>
                    <a:pt x="206" y="28"/>
                    <a:pt x="201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3" y="28"/>
                    <a:pt x="0" y="21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4" y="0"/>
                    <a:pt x="9" y="0"/>
                  </a:cubicBezTo>
                  <a:lnTo>
                    <a:pt x="202" y="10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3" name="Freeform 2109">
              <a:extLst>
                <a:ext uri="{FF2B5EF4-FFF2-40B4-BE49-F238E27FC236}">
                  <a16:creationId xmlns:a16="http://schemas.microsoft.com/office/drawing/2014/main" id="{5948F766-F07E-41D9-9ADF-7B223C835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3003"/>
              <a:ext cx="190" cy="129"/>
            </a:xfrm>
            <a:custGeom>
              <a:avLst/>
              <a:gdLst>
                <a:gd name="T0" fmla="*/ 195 w 186"/>
                <a:gd name="T1" fmla="*/ 3 h 126"/>
                <a:gd name="T2" fmla="*/ 207 w 186"/>
                <a:gd name="T3" fmla="*/ 6 h 126"/>
                <a:gd name="T4" fmla="*/ 207 w 186"/>
                <a:gd name="T5" fmla="*/ 6 h 126"/>
                <a:gd name="T6" fmla="*/ 204 w 186"/>
                <a:gd name="T7" fmla="*/ 18 h 126"/>
                <a:gd name="T8" fmla="*/ 19 w 186"/>
                <a:gd name="T9" fmla="*/ 141 h 126"/>
                <a:gd name="T10" fmla="*/ 4 w 186"/>
                <a:gd name="T11" fmla="*/ 134 h 126"/>
                <a:gd name="T12" fmla="*/ 4 w 186"/>
                <a:gd name="T13" fmla="*/ 134 h 126"/>
                <a:gd name="T14" fmla="*/ 4 w 186"/>
                <a:gd name="T15" fmla="*/ 113 h 126"/>
                <a:gd name="T16" fmla="*/ 195 w 186"/>
                <a:gd name="T17" fmla="*/ 3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26">
                  <a:moveTo>
                    <a:pt x="171" y="3"/>
                  </a:moveTo>
                  <a:cubicBezTo>
                    <a:pt x="175" y="0"/>
                    <a:pt x="180" y="1"/>
                    <a:pt x="183" y="6"/>
                  </a:cubicBezTo>
                  <a:cubicBezTo>
                    <a:pt x="183" y="6"/>
                    <a:pt x="183" y="6"/>
                    <a:pt x="183" y="6"/>
                  </a:cubicBezTo>
                  <a:cubicBezTo>
                    <a:pt x="186" y="10"/>
                    <a:pt x="184" y="15"/>
                    <a:pt x="180" y="18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4" y="126"/>
                    <a:pt x="8" y="122"/>
                    <a:pt x="4" y="116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0" y="109"/>
                    <a:pt x="0" y="102"/>
                    <a:pt x="4" y="99"/>
                  </a:cubicBezTo>
                  <a:lnTo>
                    <a:pt x="171" y="3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4" name="Freeform 2110">
              <a:extLst>
                <a:ext uri="{FF2B5EF4-FFF2-40B4-BE49-F238E27FC236}">
                  <a16:creationId xmlns:a16="http://schemas.microsoft.com/office/drawing/2014/main" id="{EA76A312-5D25-432D-AA82-57DAC6DDB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3018"/>
              <a:ext cx="161" cy="107"/>
            </a:xfrm>
            <a:custGeom>
              <a:avLst/>
              <a:gdLst>
                <a:gd name="T0" fmla="*/ 0 w 157"/>
                <a:gd name="T1" fmla="*/ 122 h 104"/>
                <a:gd name="T2" fmla="*/ 182 w 157"/>
                <a:gd name="T3" fmla="*/ 0 h 104"/>
                <a:gd name="T4" fmla="*/ 0 w 157"/>
                <a:gd name="T5" fmla="*/ 122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04">
                  <a:moveTo>
                    <a:pt x="0" y="104"/>
                  </a:moveTo>
                  <a:cubicBezTo>
                    <a:pt x="157" y="0"/>
                    <a:pt x="157" y="0"/>
                    <a:pt x="157" y="0"/>
                  </a:cubicBezTo>
                  <a:cubicBezTo>
                    <a:pt x="157" y="0"/>
                    <a:pt x="33" y="63"/>
                    <a:pt x="0" y="104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5" name="Freeform 2111">
              <a:extLst>
                <a:ext uri="{FF2B5EF4-FFF2-40B4-BE49-F238E27FC236}">
                  <a16:creationId xmlns:a16="http://schemas.microsoft.com/office/drawing/2014/main" id="{AF1DD437-6F35-4453-93CB-B92EAB827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3107"/>
              <a:ext cx="21" cy="22"/>
            </a:xfrm>
            <a:custGeom>
              <a:avLst/>
              <a:gdLst>
                <a:gd name="T0" fmla="*/ 12 w 21"/>
                <a:gd name="T1" fmla="*/ 26 h 21"/>
                <a:gd name="T2" fmla="*/ 0 w 21"/>
                <a:gd name="T3" fmla="*/ 1 h 21"/>
                <a:gd name="T4" fmla="*/ 15 w 21"/>
                <a:gd name="T5" fmla="*/ 7 h 21"/>
                <a:gd name="T6" fmla="*/ 13 w 21"/>
                <a:gd name="T7" fmla="*/ 2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12" y="20"/>
                  </a:moveTo>
                  <a:cubicBezTo>
                    <a:pt x="21" y="13"/>
                    <a:pt x="6" y="3"/>
                    <a:pt x="0" y="1"/>
                  </a:cubicBezTo>
                  <a:cubicBezTo>
                    <a:pt x="7" y="0"/>
                    <a:pt x="11" y="0"/>
                    <a:pt x="15" y="7"/>
                  </a:cubicBezTo>
                  <a:cubicBezTo>
                    <a:pt x="17" y="11"/>
                    <a:pt x="18" y="17"/>
                    <a:pt x="1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6" name="Freeform 2112">
              <a:extLst>
                <a:ext uri="{FF2B5EF4-FFF2-40B4-BE49-F238E27FC236}">
                  <a16:creationId xmlns:a16="http://schemas.microsoft.com/office/drawing/2014/main" id="{10D1A63E-8DA0-49E5-8A29-13854A1F1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006"/>
              <a:ext cx="164" cy="96"/>
            </a:xfrm>
            <a:custGeom>
              <a:avLst/>
              <a:gdLst>
                <a:gd name="T0" fmla="*/ 0 w 160"/>
                <a:gd name="T1" fmla="*/ 106 h 94"/>
                <a:gd name="T2" fmla="*/ 184 w 160"/>
                <a:gd name="T3" fmla="*/ 0 h 94"/>
                <a:gd name="T4" fmla="*/ 0 w 160"/>
                <a:gd name="T5" fmla="*/ 106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94">
                  <a:moveTo>
                    <a:pt x="0" y="94"/>
                  </a:moveTo>
                  <a:cubicBezTo>
                    <a:pt x="160" y="0"/>
                    <a:pt x="160" y="0"/>
                    <a:pt x="160" y="0"/>
                  </a:cubicBezTo>
                  <a:cubicBezTo>
                    <a:pt x="160" y="0"/>
                    <a:pt x="10" y="94"/>
                    <a:pt x="0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7" name="Freeform 2113">
              <a:extLst>
                <a:ext uri="{FF2B5EF4-FFF2-40B4-BE49-F238E27FC236}">
                  <a16:creationId xmlns:a16="http://schemas.microsoft.com/office/drawing/2014/main" id="{2F9F3B57-7DE6-484E-A20F-79C849C78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3004"/>
              <a:ext cx="190" cy="128"/>
            </a:xfrm>
            <a:custGeom>
              <a:avLst/>
              <a:gdLst>
                <a:gd name="T0" fmla="*/ 195 w 186"/>
                <a:gd name="T1" fmla="*/ 2 h 125"/>
                <a:gd name="T2" fmla="*/ 207 w 186"/>
                <a:gd name="T3" fmla="*/ 5 h 125"/>
                <a:gd name="T4" fmla="*/ 207 w 186"/>
                <a:gd name="T5" fmla="*/ 5 h 125"/>
                <a:gd name="T6" fmla="*/ 204 w 186"/>
                <a:gd name="T7" fmla="*/ 17 h 125"/>
                <a:gd name="T8" fmla="*/ 19 w 186"/>
                <a:gd name="T9" fmla="*/ 141 h 125"/>
                <a:gd name="T10" fmla="*/ 4 w 186"/>
                <a:gd name="T11" fmla="*/ 133 h 125"/>
                <a:gd name="T12" fmla="*/ 4 w 186"/>
                <a:gd name="T13" fmla="*/ 133 h 125"/>
                <a:gd name="T14" fmla="*/ 4 w 186"/>
                <a:gd name="T15" fmla="*/ 114 h 125"/>
                <a:gd name="T16" fmla="*/ 195 w 186"/>
                <a:gd name="T17" fmla="*/ 2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25">
                  <a:moveTo>
                    <a:pt x="171" y="2"/>
                  </a:moveTo>
                  <a:cubicBezTo>
                    <a:pt x="175" y="0"/>
                    <a:pt x="180" y="1"/>
                    <a:pt x="183" y="5"/>
                  </a:cubicBezTo>
                  <a:cubicBezTo>
                    <a:pt x="183" y="5"/>
                    <a:pt x="183" y="5"/>
                    <a:pt x="183" y="5"/>
                  </a:cubicBezTo>
                  <a:cubicBezTo>
                    <a:pt x="186" y="9"/>
                    <a:pt x="184" y="15"/>
                    <a:pt x="180" y="17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4" y="125"/>
                    <a:pt x="8" y="122"/>
                    <a:pt x="4" y="115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0" y="109"/>
                    <a:pt x="0" y="101"/>
                    <a:pt x="4" y="99"/>
                  </a:cubicBezTo>
                  <a:lnTo>
                    <a:pt x="171" y="2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8" name="Freeform 2114">
              <a:extLst>
                <a:ext uri="{FF2B5EF4-FFF2-40B4-BE49-F238E27FC236}">
                  <a16:creationId xmlns:a16="http://schemas.microsoft.com/office/drawing/2014/main" id="{14790AEC-19CC-44AF-8BB6-4356FA26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3319"/>
              <a:ext cx="97" cy="206"/>
            </a:xfrm>
            <a:custGeom>
              <a:avLst/>
              <a:gdLst>
                <a:gd name="T0" fmla="*/ 89 w 95"/>
                <a:gd name="T1" fmla="*/ 7 h 201"/>
                <a:gd name="T2" fmla="*/ 100 w 95"/>
                <a:gd name="T3" fmla="*/ 2 h 201"/>
                <a:gd name="T4" fmla="*/ 100 w 95"/>
                <a:gd name="T5" fmla="*/ 2 h 201"/>
                <a:gd name="T6" fmla="*/ 105 w 95"/>
                <a:gd name="T7" fmla="*/ 13 h 201"/>
                <a:gd name="T8" fmla="*/ 34 w 95"/>
                <a:gd name="T9" fmla="*/ 225 h 201"/>
                <a:gd name="T10" fmla="*/ 12 w 95"/>
                <a:gd name="T11" fmla="*/ 229 h 201"/>
                <a:gd name="T12" fmla="*/ 12 w 95"/>
                <a:gd name="T13" fmla="*/ 229 h 201"/>
                <a:gd name="T14" fmla="*/ 2 w 95"/>
                <a:gd name="T15" fmla="*/ 215 h 201"/>
                <a:gd name="T16" fmla="*/ 89 w 95"/>
                <a:gd name="T17" fmla="*/ 7 h 2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01">
                  <a:moveTo>
                    <a:pt x="77" y="7"/>
                  </a:moveTo>
                  <a:cubicBezTo>
                    <a:pt x="79" y="2"/>
                    <a:pt x="84" y="0"/>
                    <a:pt x="88" y="2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3" y="4"/>
                    <a:pt x="95" y="9"/>
                    <a:pt x="93" y="13"/>
                  </a:cubicBezTo>
                  <a:cubicBezTo>
                    <a:pt x="28" y="195"/>
                    <a:pt x="28" y="195"/>
                    <a:pt x="28" y="195"/>
                  </a:cubicBezTo>
                  <a:cubicBezTo>
                    <a:pt x="27" y="199"/>
                    <a:pt x="19" y="201"/>
                    <a:pt x="12" y="198"/>
                  </a:cubicBezTo>
                  <a:cubicBezTo>
                    <a:pt x="12" y="198"/>
                    <a:pt x="12" y="198"/>
                    <a:pt x="12" y="198"/>
                  </a:cubicBezTo>
                  <a:cubicBezTo>
                    <a:pt x="5" y="195"/>
                    <a:pt x="0" y="189"/>
                    <a:pt x="2" y="185"/>
                  </a:cubicBezTo>
                  <a:lnTo>
                    <a:pt x="77" y="7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9" name="Freeform 2115">
              <a:extLst>
                <a:ext uri="{FF2B5EF4-FFF2-40B4-BE49-F238E27FC236}">
                  <a16:creationId xmlns:a16="http://schemas.microsoft.com/office/drawing/2014/main" id="{6B0F5FCB-ACAF-49E7-895D-A6AEC6034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3333"/>
              <a:ext cx="64" cy="180"/>
            </a:xfrm>
            <a:custGeom>
              <a:avLst/>
              <a:gdLst>
                <a:gd name="T0" fmla="*/ 0 w 63"/>
                <a:gd name="T1" fmla="*/ 195 h 177"/>
                <a:gd name="T2" fmla="*/ 69 w 63"/>
                <a:gd name="T3" fmla="*/ 0 h 177"/>
                <a:gd name="T4" fmla="*/ 0 w 63"/>
                <a:gd name="T5" fmla="*/ 195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77">
                  <a:moveTo>
                    <a:pt x="0" y="177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2" y="124"/>
                    <a:pt x="0" y="177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0" name="Freeform 2116">
              <a:extLst>
                <a:ext uri="{FF2B5EF4-FFF2-40B4-BE49-F238E27FC236}">
                  <a16:creationId xmlns:a16="http://schemas.microsoft.com/office/drawing/2014/main" id="{2CBFF259-8308-4401-A63B-39D6F0F21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504"/>
              <a:ext cx="25" cy="17"/>
            </a:xfrm>
            <a:custGeom>
              <a:avLst/>
              <a:gdLst>
                <a:gd name="T0" fmla="*/ 27 w 24"/>
                <a:gd name="T1" fmla="*/ 22 h 16"/>
                <a:gd name="T2" fmla="*/ 0 w 24"/>
                <a:gd name="T3" fmla="*/ 14 h 16"/>
                <a:gd name="T4" fmla="*/ 21 w 24"/>
                <a:gd name="T5" fmla="*/ 3 h 16"/>
                <a:gd name="T6" fmla="*/ 29 w 24"/>
                <a:gd name="T7" fmla="*/ 2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21" y="16"/>
                  </a:moveTo>
                  <a:cubicBezTo>
                    <a:pt x="24" y="5"/>
                    <a:pt x="6" y="6"/>
                    <a:pt x="0" y="8"/>
                  </a:cubicBezTo>
                  <a:cubicBezTo>
                    <a:pt x="5" y="3"/>
                    <a:pt x="8" y="0"/>
                    <a:pt x="15" y="3"/>
                  </a:cubicBezTo>
                  <a:cubicBezTo>
                    <a:pt x="20" y="5"/>
                    <a:pt x="24" y="10"/>
                    <a:pt x="23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1" name="Freeform 2117">
              <a:extLst>
                <a:ext uri="{FF2B5EF4-FFF2-40B4-BE49-F238E27FC236}">
                  <a16:creationId xmlns:a16="http://schemas.microsoft.com/office/drawing/2014/main" id="{AB0BA9D6-4A93-47D9-9C9A-44CC662A5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3327"/>
              <a:ext cx="72" cy="174"/>
            </a:xfrm>
            <a:custGeom>
              <a:avLst/>
              <a:gdLst>
                <a:gd name="T0" fmla="*/ 0 w 70"/>
                <a:gd name="T1" fmla="*/ 189 h 171"/>
                <a:gd name="T2" fmla="*/ 82 w 70"/>
                <a:gd name="T3" fmla="*/ 0 h 171"/>
                <a:gd name="T4" fmla="*/ 0 w 70"/>
                <a:gd name="T5" fmla="*/ 189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71">
                  <a:moveTo>
                    <a:pt x="0" y="171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" y="165"/>
                    <a:pt x="0" y="1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2" name="Freeform 2118">
              <a:extLst>
                <a:ext uri="{FF2B5EF4-FFF2-40B4-BE49-F238E27FC236}">
                  <a16:creationId xmlns:a16="http://schemas.microsoft.com/office/drawing/2014/main" id="{97209B8B-5E34-44AC-8D75-C7131FBFB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319"/>
              <a:ext cx="96" cy="206"/>
            </a:xfrm>
            <a:custGeom>
              <a:avLst/>
              <a:gdLst>
                <a:gd name="T0" fmla="*/ 88 w 94"/>
                <a:gd name="T1" fmla="*/ 7 h 201"/>
                <a:gd name="T2" fmla="*/ 100 w 94"/>
                <a:gd name="T3" fmla="*/ 2 h 201"/>
                <a:gd name="T4" fmla="*/ 100 w 94"/>
                <a:gd name="T5" fmla="*/ 2 h 201"/>
                <a:gd name="T6" fmla="*/ 105 w 94"/>
                <a:gd name="T7" fmla="*/ 14 h 201"/>
                <a:gd name="T8" fmla="*/ 34 w 94"/>
                <a:gd name="T9" fmla="*/ 225 h 201"/>
                <a:gd name="T10" fmla="*/ 11 w 94"/>
                <a:gd name="T11" fmla="*/ 229 h 201"/>
                <a:gd name="T12" fmla="*/ 11 w 94"/>
                <a:gd name="T13" fmla="*/ 229 h 201"/>
                <a:gd name="T14" fmla="*/ 1 w 94"/>
                <a:gd name="T15" fmla="*/ 215 h 201"/>
                <a:gd name="T16" fmla="*/ 88 w 94"/>
                <a:gd name="T17" fmla="*/ 7 h 2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201">
                  <a:moveTo>
                    <a:pt x="76" y="7"/>
                  </a:moveTo>
                  <a:cubicBezTo>
                    <a:pt x="78" y="3"/>
                    <a:pt x="83" y="0"/>
                    <a:pt x="88" y="2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2" y="4"/>
                    <a:pt x="94" y="9"/>
                    <a:pt x="93" y="14"/>
                  </a:cubicBezTo>
                  <a:cubicBezTo>
                    <a:pt x="28" y="195"/>
                    <a:pt x="28" y="195"/>
                    <a:pt x="28" y="195"/>
                  </a:cubicBezTo>
                  <a:cubicBezTo>
                    <a:pt x="26" y="200"/>
                    <a:pt x="19" y="201"/>
                    <a:pt x="11" y="198"/>
                  </a:cubicBezTo>
                  <a:cubicBezTo>
                    <a:pt x="11" y="198"/>
                    <a:pt x="11" y="198"/>
                    <a:pt x="11" y="198"/>
                  </a:cubicBezTo>
                  <a:cubicBezTo>
                    <a:pt x="4" y="196"/>
                    <a:pt x="0" y="190"/>
                    <a:pt x="1" y="185"/>
                  </a:cubicBezTo>
                  <a:lnTo>
                    <a:pt x="76" y="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3" name="Freeform 2119">
              <a:extLst>
                <a:ext uri="{FF2B5EF4-FFF2-40B4-BE49-F238E27FC236}">
                  <a16:creationId xmlns:a16="http://schemas.microsoft.com/office/drawing/2014/main" id="{BECA0363-D70F-4C93-9096-CBB7AA76D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017"/>
              <a:ext cx="148" cy="177"/>
            </a:xfrm>
            <a:custGeom>
              <a:avLst/>
              <a:gdLst>
                <a:gd name="T0" fmla="*/ 3 w 144"/>
                <a:gd name="T1" fmla="*/ 181 h 173"/>
                <a:gd name="T2" fmla="*/ 5 w 144"/>
                <a:gd name="T3" fmla="*/ 194 h 173"/>
                <a:gd name="T4" fmla="*/ 5 w 144"/>
                <a:gd name="T5" fmla="*/ 194 h 173"/>
                <a:gd name="T6" fmla="*/ 17 w 144"/>
                <a:gd name="T7" fmla="*/ 192 h 173"/>
                <a:gd name="T8" fmla="*/ 165 w 144"/>
                <a:gd name="T9" fmla="*/ 21 h 173"/>
                <a:gd name="T10" fmla="*/ 160 w 144"/>
                <a:gd name="T11" fmla="*/ 5 h 173"/>
                <a:gd name="T12" fmla="*/ 160 w 144"/>
                <a:gd name="T13" fmla="*/ 5 h 173"/>
                <a:gd name="T14" fmla="*/ 140 w 144"/>
                <a:gd name="T15" fmla="*/ 3 h 173"/>
                <a:gd name="T16" fmla="*/ 3 w 144"/>
                <a:gd name="T17" fmla="*/ 181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73">
                  <a:moveTo>
                    <a:pt x="3" y="157"/>
                  </a:moveTo>
                  <a:cubicBezTo>
                    <a:pt x="0" y="161"/>
                    <a:pt x="1" y="167"/>
                    <a:pt x="5" y="170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9" y="173"/>
                    <a:pt x="14" y="172"/>
                    <a:pt x="17" y="168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4" y="17"/>
                    <a:pt x="142" y="10"/>
                    <a:pt x="136" y="5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30" y="0"/>
                    <a:pt x="122" y="0"/>
                    <a:pt x="119" y="3"/>
                  </a:cubicBezTo>
                  <a:lnTo>
                    <a:pt x="3" y="157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4" name="Freeform 2120">
              <a:extLst>
                <a:ext uri="{FF2B5EF4-FFF2-40B4-BE49-F238E27FC236}">
                  <a16:creationId xmlns:a16="http://schemas.microsoft.com/office/drawing/2014/main" id="{25CE7662-5722-45C0-A57C-DE7C8A8B7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2041"/>
              <a:ext cx="125" cy="146"/>
            </a:xfrm>
            <a:custGeom>
              <a:avLst/>
              <a:gdLst>
                <a:gd name="T0" fmla="*/ 140 w 122"/>
                <a:gd name="T1" fmla="*/ 0 h 143"/>
                <a:gd name="T2" fmla="*/ 0 w 122"/>
                <a:gd name="T3" fmla="*/ 161 h 143"/>
                <a:gd name="T4" fmla="*/ 140 w 122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43">
                  <a:moveTo>
                    <a:pt x="122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0" y="143"/>
                    <a:pt x="77" y="28"/>
                    <a:pt x="122" y="0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5" name="Freeform 2121">
              <a:extLst>
                <a:ext uri="{FF2B5EF4-FFF2-40B4-BE49-F238E27FC236}">
                  <a16:creationId xmlns:a16="http://schemas.microsoft.com/office/drawing/2014/main" id="{68580901-867A-4D1F-B646-30E2AC741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019"/>
              <a:ext cx="21" cy="23"/>
            </a:xfrm>
            <a:custGeom>
              <a:avLst/>
              <a:gdLst>
                <a:gd name="T0" fmla="*/ 26 w 20"/>
                <a:gd name="T1" fmla="*/ 20 h 22"/>
                <a:gd name="T2" fmla="*/ 3 w 20"/>
                <a:gd name="T3" fmla="*/ 0 h 22"/>
                <a:gd name="T4" fmla="*/ 6 w 20"/>
                <a:gd name="T5" fmla="*/ 21 h 22"/>
                <a:gd name="T6" fmla="*/ 26 w 20"/>
                <a:gd name="T7" fmla="*/ 2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20" y="14"/>
                  </a:moveTo>
                  <a:cubicBezTo>
                    <a:pt x="12" y="22"/>
                    <a:pt x="4" y="6"/>
                    <a:pt x="3" y="0"/>
                  </a:cubicBezTo>
                  <a:cubicBezTo>
                    <a:pt x="0" y="6"/>
                    <a:pt x="0" y="11"/>
                    <a:pt x="6" y="15"/>
                  </a:cubicBezTo>
                  <a:cubicBezTo>
                    <a:pt x="10" y="18"/>
                    <a:pt x="16" y="19"/>
                    <a:pt x="2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6" name="Freeform 2122">
              <a:extLst>
                <a:ext uri="{FF2B5EF4-FFF2-40B4-BE49-F238E27FC236}">
                  <a16:creationId xmlns:a16="http://schemas.microsoft.com/office/drawing/2014/main" id="{B44D430F-F41E-47FD-8FC8-9E137159E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028"/>
              <a:ext cx="115" cy="149"/>
            </a:xfrm>
            <a:custGeom>
              <a:avLst/>
              <a:gdLst>
                <a:gd name="T0" fmla="*/ 125 w 113"/>
                <a:gd name="T1" fmla="*/ 0 h 146"/>
                <a:gd name="T2" fmla="*/ 0 w 113"/>
                <a:gd name="T3" fmla="*/ 164 h 146"/>
                <a:gd name="T4" fmla="*/ 125 w 113"/>
                <a:gd name="T5" fmla="*/ 0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146">
                  <a:moveTo>
                    <a:pt x="113" y="0"/>
                  </a:moveTo>
                  <a:cubicBezTo>
                    <a:pt x="0" y="146"/>
                    <a:pt x="0" y="146"/>
                    <a:pt x="0" y="146"/>
                  </a:cubicBezTo>
                  <a:cubicBezTo>
                    <a:pt x="0" y="146"/>
                    <a:pt x="112" y="9"/>
                    <a:pt x="1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7" name="Freeform 2123">
              <a:extLst>
                <a:ext uri="{FF2B5EF4-FFF2-40B4-BE49-F238E27FC236}">
                  <a16:creationId xmlns:a16="http://schemas.microsoft.com/office/drawing/2014/main" id="{88007A42-4036-4ADF-BD1D-C065958BF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017"/>
              <a:ext cx="148" cy="177"/>
            </a:xfrm>
            <a:custGeom>
              <a:avLst/>
              <a:gdLst>
                <a:gd name="T0" fmla="*/ 3 w 144"/>
                <a:gd name="T1" fmla="*/ 181 h 173"/>
                <a:gd name="T2" fmla="*/ 4 w 144"/>
                <a:gd name="T3" fmla="*/ 194 h 173"/>
                <a:gd name="T4" fmla="*/ 4 w 144"/>
                <a:gd name="T5" fmla="*/ 194 h 173"/>
                <a:gd name="T6" fmla="*/ 17 w 144"/>
                <a:gd name="T7" fmla="*/ 192 h 173"/>
                <a:gd name="T8" fmla="*/ 165 w 144"/>
                <a:gd name="T9" fmla="*/ 21 h 173"/>
                <a:gd name="T10" fmla="*/ 159 w 144"/>
                <a:gd name="T11" fmla="*/ 5 h 173"/>
                <a:gd name="T12" fmla="*/ 159 w 144"/>
                <a:gd name="T13" fmla="*/ 5 h 173"/>
                <a:gd name="T14" fmla="*/ 140 w 144"/>
                <a:gd name="T15" fmla="*/ 3 h 173"/>
                <a:gd name="T16" fmla="*/ 3 w 144"/>
                <a:gd name="T17" fmla="*/ 181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73">
                  <a:moveTo>
                    <a:pt x="3" y="157"/>
                  </a:moveTo>
                  <a:cubicBezTo>
                    <a:pt x="0" y="161"/>
                    <a:pt x="0" y="167"/>
                    <a:pt x="4" y="170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8" y="173"/>
                    <a:pt x="13" y="172"/>
                    <a:pt x="17" y="168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4" y="17"/>
                    <a:pt x="141" y="10"/>
                    <a:pt x="135" y="5"/>
                  </a:cubicBezTo>
                  <a:cubicBezTo>
                    <a:pt x="135" y="5"/>
                    <a:pt x="135" y="5"/>
                    <a:pt x="135" y="5"/>
                  </a:cubicBezTo>
                  <a:cubicBezTo>
                    <a:pt x="129" y="0"/>
                    <a:pt x="122" y="0"/>
                    <a:pt x="119" y="3"/>
                  </a:cubicBezTo>
                  <a:lnTo>
                    <a:pt x="3" y="15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8" name="Freeform 2124">
              <a:extLst>
                <a:ext uri="{FF2B5EF4-FFF2-40B4-BE49-F238E27FC236}">
                  <a16:creationId xmlns:a16="http://schemas.microsoft.com/office/drawing/2014/main" id="{A5F40DF4-10C0-4285-9EBE-A1A2499E1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399"/>
              <a:ext cx="210" cy="81"/>
            </a:xfrm>
            <a:custGeom>
              <a:avLst/>
              <a:gdLst>
                <a:gd name="T0" fmla="*/ 8 w 206"/>
                <a:gd name="T1" fmla="*/ 73 h 79"/>
                <a:gd name="T2" fmla="*/ 2 w 206"/>
                <a:gd name="T3" fmla="*/ 84 h 79"/>
                <a:gd name="T4" fmla="*/ 2 w 206"/>
                <a:gd name="T5" fmla="*/ 84 h 79"/>
                <a:gd name="T6" fmla="*/ 13 w 206"/>
                <a:gd name="T7" fmla="*/ 90 h 79"/>
                <a:gd name="T8" fmla="*/ 223 w 206"/>
                <a:gd name="T9" fmla="*/ 34 h 79"/>
                <a:gd name="T10" fmla="*/ 228 w 206"/>
                <a:gd name="T11" fmla="*/ 12 h 79"/>
                <a:gd name="T12" fmla="*/ 228 w 206"/>
                <a:gd name="T13" fmla="*/ 12 h 79"/>
                <a:gd name="T14" fmla="*/ 215 w 206"/>
                <a:gd name="T15" fmla="*/ 1 h 79"/>
                <a:gd name="T16" fmla="*/ 8 w 206"/>
                <a:gd name="T17" fmla="*/ 7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79">
                  <a:moveTo>
                    <a:pt x="8" y="61"/>
                  </a:moveTo>
                  <a:cubicBezTo>
                    <a:pt x="3" y="62"/>
                    <a:pt x="0" y="67"/>
                    <a:pt x="2" y="72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3" y="77"/>
                    <a:pt x="8" y="79"/>
                    <a:pt x="13" y="7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204" y="27"/>
                    <a:pt x="206" y="20"/>
                    <a:pt x="204" y="12"/>
                  </a:cubicBezTo>
                  <a:cubicBezTo>
                    <a:pt x="204" y="12"/>
                    <a:pt x="204" y="12"/>
                    <a:pt x="204" y="12"/>
                  </a:cubicBezTo>
                  <a:cubicBezTo>
                    <a:pt x="201" y="5"/>
                    <a:pt x="196" y="0"/>
                    <a:pt x="191" y="1"/>
                  </a:cubicBezTo>
                  <a:lnTo>
                    <a:pt x="8" y="61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9" name="Freeform 2125">
              <a:extLst>
                <a:ext uri="{FF2B5EF4-FFF2-40B4-BE49-F238E27FC236}">
                  <a16:creationId xmlns:a16="http://schemas.microsoft.com/office/drawing/2014/main" id="{E25D667A-CE4E-4D7A-A79C-FF2C269F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423"/>
              <a:ext cx="185" cy="52"/>
            </a:xfrm>
            <a:custGeom>
              <a:avLst/>
              <a:gdLst>
                <a:gd name="T0" fmla="*/ 205 w 181"/>
                <a:gd name="T1" fmla="*/ 3 h 51"/>
                <a:gd name="T2" fmla="*/ 0 w 181"/>
                <a:gd name="T3" fmla="*/ 57 h 51"/>
                <a:gd name="T4" fmla="*/ 205 w 181"/>
                <a:gd name="T5" fmla="*/ 3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51">
                  <a:moveTo>
                    <a:pt x="181" y="3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129" y="0"/>
                    <a:pt x="181" y="3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0" name="Freeform 2126">
              <a:extLst>
                <a:ext uri="{FF2B5EF4-FFF2-40B4-BE49-F238E27FC236}">
                  <a16:creationId xmlns:a16="http://schemas.microsoft.com/office/drawing/2014/main" id="{9FCA040A-2C84-48B8-924D-4D33DB11F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2402"/>
              <a:ext cx="14" cy="23"/>
            </a:xfrm>
            <a:custGeom>
              <a:avLst/>
              <a:gdLst>
                <a:gd name="T0" fmla="*/ 14 w 14"/>
                <a:gd name="T1" fmla="*/ 21 h 23"/>
                <a:gd name="T2" fmla="*/ 8 w 14"/>
                <a:gd name="T3" fmla="*/ 0 h 23"/>
                <a:gd name="T4" fmla="*/ 2 w 14"/>
                <a:gd name="T5" fmla="*/ 14 h 23"/>
                <a:gd name="T6" fmla="*/ 14 w 14"/>
                <a:gd name="T7" fmla="*/ 2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14" y="21"/>
                  </a:moveTo>
                  <a:cubicBezTo>
                    <a:pt x="3" y="23"/>
                    <a:pt x="6" y="5"/>
                    <a:pt x="8" y="0"/>
                  </a:cubicBezTo>
                  <a:cubicBezTo>
                    <a:pt x="3" y="4"/>
                    <a:pt x="0" y="7"/>
                    <a:pt x="2" y="14"/>
                  </a:cubicBezTo>
                  <a:cubicBezTo>
                    <a:pt x="4" y="19"/>
                    <a:pt x="8" y="23"/>
                    <a:pt x="14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1" name="Freeform 2127">
              <a:extLst>
                <a:ext uri="{FF2B5EF4-FFF2-40B4-BE49-F238E27FC236}">
                  <a16:creationId xmlns:a16="http://schemas.microsoft.com/office/drawing/2014/main" id="{E0E5C77D-8C27-48BB-B023-8F0092B27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404"/>
              <a:ext cx="180" cy="57"/>
            </a:xfrm>
            <a:custGeom>
              <a:avLst/>
              <a:gdLst>
                <a:gd name="T0" fmla="*/ 200 w 176"/>
                <a:gd name="T1" fmla="*/ 0 h 56"/>
                <a:gd name="T2" fmla="*/ 0 w 176"/>
                <a:gd name="T3" fmla="*/ 62 h 56"/>
                <a:gd name="T4" fmla="*/ 200 w 17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56">
                  <a:moveTo>
                    <a:pt x="176" y="0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170" y="7"/>
                    <a:pt x="1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2" name="Freeform 2128">
              <a:extLst>
                <a:ext uri="{FF2B5EF4-FFF2-40B4-BE49-F238E27FC236}">
                  <a16:creationId xmlns:a16="http://schemas.microsoft.com/office/drawing/2014/main" id="{6FB18039-73E9-4D0A-BA79-471FE395A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2399"/>
              <a:ext cx="209" cy="81"/>
            </a:xfrm>
            <a:custGeom>
              <a:avLst/>
              <a:gdLst>
                <a:gd name="T0" fmla="*/ 7 w 205"/>
                <a:gd name="T1" fmla="*/ 73 h 79"/>
                <a:gd name="T2" fmla="*/ 1 w 205"/>
                <a:gd name="T3" fmla="*/ 84 h 79"/>
                <a:gd name="T4" fmla="*/ 1 w 205"/>
                <a:gd name="T5" fmla="*/ 84 h 79"/>
                <a:gd name="T6" fmla="*/ 12 w 205"/>
                <a:gd name="T7" fmla="*/ 90 h 79"/>
                <a:gd name="T8" fmla="*/ 222 w 205"/>
                <a:gd name="T9" fmla="*/ 35 h 79"/>
                <a:gd name="T10" fmla="*/ 227 w 205"/>
                <a:gd name="T11" fmla="*/ 13 h 79"/>
                <a:gd name="T12" fmla="*/ 227 w 205"/>
                <a:gd name="T13" fmla="*/ 13 h 79"/>
                <a:gd name="T14" fmla="*/ 215 w 205"/>
                <a:gd name="T15" fmla="*/ 1 h 79"/>
                <a:gd name="T16" fmla="*/ 7 w 205"/>
                <a:gd name="T17" fmla="*/ 7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79">
                  <a:moveTo>
                    <a:pt x="7" y="61"/>
                  </a:moveTo>
                  <a:cubicBezTo>
                    <a:pt x="2" y="63"/>
                    <a:pt x="0" y="67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2" y="77"/>
                    <a:pt x="7" y="79"/>
                    <a:pt x="12" y="78"/>
                  </a:cubicBezTo>
                  <a:cubicBezTo>
                    <a:pt x="198" y="29"/>
                    <a:pt x="198" y="29"/>
                    <a:pt x="198" y="29"/>
                  </a:cubicBezTo>
                  <a:cubicBezTo>
                    <a:pt x="203" y="27"/>
                    <a:pt x="205" y="20"/>
                    <a:pt x="203" y="13"/>
                  </a:cubicBezTo>
                  <a:cubicBezTo>
                    <a:pt x="203" y="13"/>
                    <a:pt x="203" y="13"/>
                    <a:pt x="203" y="13"/>
                  </a:cubicBezTo>
                  <a:cubicBezTo>
                    <a:pt x="201" y="5"/>
                    <a:pt x="195" y="0"/>
                    <a:pt x="191" y="1"/>
                  </a:cubicBezTo>
                  <a:lnTo>
                    <a:pt x="7" y="6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3" name="Freeform 2129">
              <a:extLst>
                <a:ext uri="{FF2B5EF4-FFF2-40B4-BE49-F238E27FC236}">
                  <a16:creationId xmlns:a16="http://schemas.microsoft.com/office/drawing/2014/main" id="{F328BA6F-F621-45AC-A1F4-1BB42F6FC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865"/>
              <a:ext cx="211" cy="77"/>
            </a:xfrm>
            <a:custGeom>
              <a:avLst/>
              <a:gdLst>
                <a:gd name="T0" fmla="*/ 12 w 206"/>
                <a:gd name="T1" fmla="*/ 2 h 75"/>
                <a:gd name="T2" fmla="*/ 1 w 206"/>
                <a:gd name="T3" fmla="*/ 8 h 75"/>
                <a:gd name="T4" fmla="*/ 1 w 206"/>
                <a:gd name="T5" fmla="*/ 8 h 75"/>
                <a:gd name="T6" fmla="*/ 7 w 206"/>
                <a:gd name="T7" fmla="*/ 25 h 75"/>
                <a:gd name="T8" fmla="*/ 222 w 206"/>
                <a:gd name="T9" fmla="*/ 85 h 75"/>
                <a:gd name="T10" fmla="*/ 235 w 206"/>
                <a:gd name="T11" fmla="*/ 74 h 75"/>
                <a:gd name="T12" fmla="*/ 235 w 206"/>
                <a:gd name="T13" fmla="*/ 74 h 75"/>
                <a:gd name="T14" fmla="*/ 229 w 206"/>
                <a:gd name="T15" fmla="*/ 52 h 75"/>
                <a:gd name="T16" fmla="*/ 12 w 206"/>
                <a:gd name="T17" fmla="*/ 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75">
                  <a:moveTo>
                    <a:pt x="12" y="2"/>
                  </a:moveTo>
                  <a:cubicBezTo>
                    <a:pt x="7" y="0"/>
                    <a:pt x="2" y="3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12"/>
                    <a:pt x="2" y="17"/>
                    <a:pt x="7" y="19"/>
                  </a:cubicBezTo>
                  <a:cubicBezTo>
                    <a:pt x="192" y="73"/>
                    <a:pt x="192" y="73"/>
                    <a:pt x="192" y="73"/>
                  </a:cubicBezTo>
                  <a:cubicBezTo>
                    <a:pt x="197" y="75"/>
                    <a:pt x="202" y="70"/>
                    <a:pt x="204" y="62"/>
                  </a:cubicBezTo>
                  <a:cubicBezTo>
                    <a:pt x="204" y="62"/>
                    <a:pt x="204" y="62"/>
                    <a:pt x="204" y="62"/>
                  </a:cubicBezTo>
                  <a:cubicBezTo>
                    <a:pt x="206" y="55"/>
                    <a:pt x="204" y="48"/>
                    <a:pt x="199" y="46"/>
                  </a:cubicBezTo>
                  <a:lnTo>
                    <a:pt x="12" y="2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4" name="Freeform 2130">
              <a:extLst>
                <a:ext uri="{FF2B5EF4-FFF2-40B4-BE49-F238E27FC236}">
                  <a16:creationId xmlns:a16="http://schemas.microsoft.com/office/drawing/2014/main" id="{8929CD68-F2BE-4D8E-A224-EA87664FD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2882"/>
              <a:ext cx="184" cy="55"/>
            </a:xfrm>
            <a:custGeom>
              <a:avLst/>
              <a:gdLst>
                <a:gd name="T0" fmla="*/ 204 w 180"/>
                <a:gd name="T1" fmla="*/ 60 h 54"/>
                <a:gd name="T2" fmla="*/ 0 w 180"/>
                <a:gd name="T3" fmla="*/ 0 h 54"/>
                <a:gd name="T4" fmla="*/ 204 w 180"/>
                <a:gd name="T5" fmla="*/ 6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54">
                  <a:moveTo>
                    <a:pt x="180" y="5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36" y="24"/>
                    <a:pt x="180" y="54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5" name="Freeform 2131">
              <a:extLst>
                <a:ext uri="{FF2B5EF4-FFF2-40B4-BE49-F238E27FC236}">
                  <a16:creationId xmlns:a16="http://schemas.microsoft.com/office/drawing/2014/main" id="{99D57B22-81B9-4AFA-BF4F-9B92911D5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916"/>
              <a:ext cx="16" cy="23"/>
            </a:xfrm>
            <a:custGeom>
              <a:avLst/>
              <a:gdLst>
                <a:gd name="T0" fmla="*/ 10 w 16"/>
                <a:gd name="T1" fmla="*/ 27 h 22"/>
                <a:gd name="T2" fmla="*/ 16 w 16"/>
                <a:gd name="T3" fmla="*/ 0 h 22"/>
                <a:gd name="T4" fmla="*/ 4 w 16"/>
                <a:gd name="T5" fmla="*/ 9 h 22"/>
                <a:gd name="T6" fmla="*/ 9 w 16"/>
                <a:gd name="T7" fmla="*/ 2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10" y="21"/>
                  </a:moveTo>
                  <a:cubicBezTo>
                    <a:pt x="0" y="17"/>
                    <a:pt x="11" y="3"/>
                    <a:pt x="16" y="0"/>
                  </a:cubicBezTo>
                  <a:cubicBezTo>
                    <a:pt x="10" y="0"/>
                    <a:pt x="5" y="1"/>
                    <a:pt x="4" y="9"/>
                  </a:cubicBezTo>
                  <a:cubicBezTo>
                    <a:pt x="3" y="14"/>
                    <a:pt x="4" y="20"/>
                    <a:pt x="9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6" name="Freeform 2132">
              <a:extLst>
                <a:ext uri="{FF2B5EF4-FFF2-40B4-BE49-F238E27FC236}">
                  <a16:creationId xmlns:a16="http://schemas.microsoft.com/office/drawing/2014/main" id="{549B94D2-73A7-498A-8595-FD0955BEA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867"/>
              <a:ext cx="183" cy="48"/>
            </a:xfrm>
            <a:custGeom>
              <a:avLst/>
              <a:gdLst>
                <a:gd name="T0" fmla="*/ 203 w 179"/>
                <a:gd name="T1" fmla="*/ 50 h 47"/>
                <a:gd name="T2" fmla="*/ 0 w 179"/>
                <a:gd name="T3" fmla="*/ 0 h 47"/>
                <a:gd name="T4" fmla="*/ 203 w 179"/>
                <a:gd name="T5" fmla="*/ 5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47">
                  <a:moveTo>
                    <a:pt x="179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70" y="47"/>
                    <a:pt x="179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7" name="Freeform 2133">
              <a:extLst>
                <a:ext uri="{FF2B5EF4-FFF2-40B4-BE49-F238E27FC236}">
                  <a16:creationId xmlns:a16="http://schemas.microsoft.com/office/drawing/2014/main" id="{79A7B054-A7D5-4C25-A261-D0F57E35E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866"/>
              <a:ext cx="211" cy="76"/>
            </a:xfrm>
            <a:custGeom>
              <a:avLst/>
              <a:gdLst>
                <a:gd name="T0" fmla="*/ 12 w 206"/>
                <a:gd name="T1" fmla="*/ 1 h 74"/>
                <a:gd name="T2" fmla="*/ 1 w 206"/>
                <a:gd name="T3" fmla="*/ 7 h 74"/>
                <a:gd name="T4" fmla="*/ 1 w 206"/>
                <a:gd name="T5" fmla="*/ 7 h 74"/>
                <a:gd name="T6" fmla="*/ 7 w 206"/>
                <a:gd name="T7" fmla="*/ 18 h 74"/>
                <a:gd name="T8" fmla="*/ 222 w 206"/>
                <a:gd name="T9" fmla="*/ 85 h 74"/>
                <a:gd name="T10" fmla="*/ 235 w 206"/>
                <a:gd name="T11" fmla="*/ 74 h 74"/>
                <a:gd name="T12" fmla="*/ 235 w 206"/>
                <a:gd name="T13" fmla="*/ 74 h 74"/>
                <a:gd name="T14" fmla="*/ 230 w 206"/>
                <a:gd name="T15" fmla="*/ 52 h 74"/>
                <a:gd name="T16" fmla="*/ 12 w 206"/>
                <a:gd name="T17" fmla="*/ 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74">
                  <a:moveTo>
                    <a:pt x="12" y="1"/>
                  </a:moveTo>
                  <a:cubicBezTo>
                    <a:pt x="7" y="0"/>
                    <a:pt x="2" y="2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12"/>
                    <a:pt x="3" y="17"/>
                    <a:pt x="7" y="18"/>
                  </a:cubicBezTo>
                  <a:cubicBezTo>
                    <a:pt x="192" y="73"/>
                    <a:pt x="192" y="73"/>
                    <a:pt x="192" y="73"/>
                  </a:cubicBezTo>
                  <a:cubicBezTo>
                    <a:pt x="197" y="74"/>
                    <a:pt x="202" y="69"/>
                    <a:pt x="204" y="62"/>
                  </a:cubicBezTo>
                  <a:cubicBezTo>
                    <a:pt x="204" y="62"/>
                    <a:pt x="204" y="62"/>
                    <a:pt x="204" y="62"/>
                  </a:cubicBezTo>
                  <a:cubicBezTo>
                    <a:pt x="206" y="54"/>
                    <a:pt x="204" y="47"/>
                    <a:pt x="200" y="46"/>
                  </a:cubicBezTo>
                  <a:lnTo>
                    <a:pt x="12" y="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8" name="Freeform 2134">
              <a:extLst>
                <a:ext uri="{FF2B5EF4-FFF2-40B4-BE49-F238E27FC236}">
                  <a16:creationId xmlns:a16="http://schemas.microsoft.com/office/drawing/2014/main" id="{9F668A83-2350-4F53-BAE8-70AEC70CB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3163"/>
              <a:ext cx="174" cy="152"/>
            </a:xfrm>
            <a:custGeom>
              <a:avLst/>
              <a:gdLst>
                <a:gd name="T0" fmla="*/ 16 w 170"/>
                <a:gd name="T1" fmla="*/ 3 h 149"/>
                <a:gd name="T2" fmla="*/ 3 w 170"/>
                <a:gd name="T3" fmla="*/ 4 h 149"/>
                <a:gd name="T4" fmla="*/ 3 w 170"/>
                <a:gd name="T5" fmla="*/ 4 h 149"/>
                <a:gd name="T6" fmla="*/ 4 w 170"/>
                <a:gd name="T7" fmla="*/ 16 h 149"/>
                <a:gd name="T8" fmla="*/ 170 w 170"/>
                <a:gd name="T9" fmla="*/ 164 h 149"/>
                <a:gd name="T10" fmla="*/ 187 w 170"/>
                <a:gd name="T11" fmla="*/ 159 h 149"/>
                <a:gd name="T12" fmla="*/ 187 w 170"/>
                <a:gd name="T13" fmla="*/ 159 h 149"/>
                <a:gd name="T14" fmla="*/ 190 w 170"/>
                <a:gd name="T15" fmla="*/ 141 h 149"/>
                <a:gd name="T16" fmla="*/ 16 w 170"/>
                <a:gd name="T17" fmla="*/ 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149">
                  <a:moveTo>
                    <a:pt x="16" y="3"/>
                  </a:moveTo>
                  <a:cubicBezTo>
                    <a:pt x="12" y="0"/>
                    <a:pt x="7" y="0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0" y="8"/>
                    <a:pt x="1" y="13"/>
                    <a:pt x="4" y="1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51" y="149"/>
                    <a:pt x="158" y="147"/>
                    <a:pt x="163" y="141"/>
                  </a:cubicBezTo>
                  <a:cubicBezTo>
                    <a:pt x="163" y="141"/>
                    <a:pt x="163" y="141"/>
                    <a:pt x="163" y="141"/>
                  </a:cubicBezTo>
                  <a:cubicBezTo>
                    <a:pt x="168" y="135"/>
                    <a:pt x="170" y="128"/>
                    <a:pt x="166" y="124"/>
                  </a:cubicBezTo>
                  <a:lnTo>
                    <a:pt x="16" y="3"/>
                  </a:lnTo>
                  <a:close/>
                </a:path>
              </a:pathLst>
            </a:custGeom>
            <a:solidFill>
              <a:srgbClr val="ADD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9" name="Freeform 2135">
              <a:extLst>
                <a:ext uri="{FF2B5EF4-FFF2-40B4-BE49-F238E27FC236}">
                  <a16:creationId xmlns:a16="http://schemas.microsoft.com/office/drawing/2014/main" id="{6BCABF04-1BB4-41C3-8017-FFC06651F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3178"/>
              <a:ext cx="142" cy="129"/>
            </a:xfrm>
            <a:custGeom>
              <a:avLst/>
              <a:gdLst>
                <a:gd name="T0" fmla="*/ 157 w 139"/>
                <a:gd name="T1" fmla="*/ 139 h 127"/>
                <a:gd name="T2" fmla="*/ 0 w 139"/>
                <a:gd name="T3" fmla="*/ 0 h 127"/>
                <a:gd name="T4" fmla="*/ 157 w 139"/>
                <a:gd name="T5" fmla="*/ 139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127">
                  <a:moveTo>
                    <a:pt x="139" y="12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13" y="81"/>
                    <a:pt x="139" y="127"/>
                  </a:cubicBezTo>
                  <a:close/>
                </a:path>
              </a:pathLst>
            </a:custGeom>
            <a:solidFill>
              <a:srgbClr val="70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0" name="Freeform 2136">
              <a:extLst>
                <a:ext uri="{FF2B5EF4-FFF2-40B4-BE49-F238E27FC236}">
                  <a16:creationId xmlns:a16="http://schemas.microsoft.com/office/drawing/2014/main" id="{A9E8298F-9FF1-4594-9679-FF997CD8E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3291"/>
              <a:ext cx="23" cy="21"/>
            </a:xfrm>
            <a:custGeom>
              <a:avLst/>
              <a:gdLst>
                <a:gd name="T0" fmla="*/ 7 w 22"/>
                <a:gd name="T1" fmla="*/ 21 h 21"/>
                <a:gd name="T2" fmla="*/ 28 w 22"/>
                <a:gd name="T3" fmla="*/ 3 h 21"/>
                <a:gd name="T4" fmla="*/ 7 w 22"/>
                <a:gd name="T5" fmla="*/ 6 h 21"/>
                <a:gd name="T6" fmla="*/ 6 w 22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7" y="21"/>
                  </a:moveTo>
                  <a:cubicBezTo>
                    <a:pt x="0" y="12"/>
                    <a:pt x="16" y="5"/>
                    <a:pt x="22" y="3"/>
                  </a:cubicBezTo>
                  <a:cubicBezTo>
                    <a:pt x="16" y="1"/>
                    <a:pt x="11" y="0"/>
                    <a:pt x="7" y="6"/>
                  </a:cubicBezTo>
                  <a:cubicBezTo>
                    <a:pt x="4" y="11"/>
                    <a:pt x="2" y="16"/>
                    <a:pt x="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1" name="Freeform 2137">
              <a:extLst>
                <a:ext uri="{FF2B5EF4-FFF2-40B4-BE49-F238E27FC236}">
                  <a16:creationId xmlns:a16="http://schemas.microsoft.com/office/drawing/2014/main" id="{11D75C7A-C704-49B6-89AB-C0BA9A2A9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3166"/>
              <a:ext cx="147" cy="121"/>
            </a:xfrm>
            <a:custGeom>
              <a:avLst/>
              <a:gdLst>
                <a:gd name="T0" fmla="*/ 168 w 143"/>
                <a:gd name="T1" fmla="*/ 136 h 118"/>
                <a:gd name="T2" fmla="*/ 0 w 143"/>
                <a:gd name="T3" fmla="*/ 0 h 118"/>
                <a:gd name="T4" fmla="*/ 168 w 143"/>
                <a:gd name="T5" fmla="*/ 136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18">
                  <a:moveTo>
                    <a:pt x="143" y="11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34" y="116"/>
                    <a:pt x="143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2" name="Freeform 2138">
              <a:extLst>
                <a:ext uri="{FF2B5EF4-FFF2-40B4-BE49-F238E27FC236}">
                  <a16:creationId xmlns:a16="http://schemas.microsoft.com/office/drawing/2014/main" id="{786A0C8A-2038-49A0-AF8C-D94D7FDDC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3163"/>
              <a:ext cx="174" cy="152"/>
            </a:xfrm>
            <a:custGeom>
              <a:avLst/>
              <a:gdLst>
                <a:gd name="T0" fmla="*/ 16 w 170"/>
                <a:gd name="T1" fmla="*/ 3 h 149"/>
                <a:gd name="T2" fmla="*/ 3 w 170"/>
                <a:gd name="T3" fmla="*/ 4 h 149"/>
                <a:gd name="T4" fmla="*/ 3 w 170"/>
                <a:gd name="T5" fmla="*/ 4 h 149"/>
                <a:gd name="T6" fmla="*/ 4 w 170"/>
                <a:gd name="T7" fmla="*/ 17 h 149"/>
                <a:gd name="T8" fmla="*/ 170 w 170"/>
                <a:gd name="T9" fmla="*/ 164 h 149"/>
                <a:gd name="T10" fmla="*/ 187 w 170"/>
                <a:gd name="T11" fmla="*/ 159 h 149"/>
                <a:gd name="T12" fmla="*/ 187 w 170"/>
                <a:gd name="T13" fmla="*/ 159 h 149"/>
                <a:gd name="T14" fmla="*/ 190 w 170"/>
                <a:gd name="T15" fmla="*/ 143 h 149"/>
                <a:gd name="T16" fmla="*/ 16 w 170"/>
                <a:gd name="T17" fmla="*/ 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149">
                  <a:moveTo>
                    <a:pt x="16" y="3"/>
                  </a:moveTo>
                  <a:cubicBezTo>
                    <a:pt x="12" y="0"/>
                    <a:pt x="7" y="1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0" y="8"/>
                    <a:pt x="1" y="14"/>
                    <a:pt x="4" y="17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51" y="149"/>
                    <a:pt x="158" y="147"/>
                    <a:pt x="163" y="141"/>
                  </a:cubicBezTo>
                  <a:cubicBezTo>
                    <a:pt x="163" y="141"/>
                    <a:pt x="163" y="141"/>
                    <a:pt x="163" y="141"/>
                  </a:cubicBezTo>
                  <a:cubicBezTo>
                    <a:pt x="168" y="135"/>
                    <a:pt x="170" y="128"/>
                    <a:pt x="166" y="125"/>
                  </a:cubicBezTo>
                  <a:lnTo>
                    <a:pt x="16" y="3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3" name="Freeform 2139">
              <a:extLst>
                <a:ext uri="{FF2B5EF4-FFF2-40B4-BE49-F238E27FC236}">
                  <a16:creationId xmlns:a16="http://schemas.microsoft.com/office/drawing/2014/main" id="{BB39FC99-3214-406E-94AC-7659D1686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134"/>
              <a:ext cx="121" cy="120"/>
            </a:xfrm>
            <a:custGeom>
              <a:avLst/>
              <a:gdLst>
                <a:gd name="T0" fmla="*/ 133 w 118"/>
                <a:gd name="T1" fmla="*/ 58 h 118"/>
                <a:gd name="T2" fmla="*/ 78 w 118"/>
                <a:gd name="T3" fmla="*/ 127 h 118"/>
                <a:gd name="T4" fmla="*/ 4 w 118"/>
                <a:gd name="T5" fmla="*/ 72 h 118"/>
                <a:gd name="T6" fmla="*/ 58 w 118"/>
                <a:gd name="T7" fmla="*/ 4 h 118"/>
                <a:gd name="T8" fmla="*/ 133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4" name="Freeform 2140">
              <a:extLst>
                <a:ext uri="{FF2B5EF4-FFF2-40B4-BE49-F238E27FC236}">
                  <a16:creationId xmlns:a16="http://schemas.microsoft.com/office/drawing/2014/main" id="{BAF6C645-D597-4EB8-9EE2-684233795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134"/>
              <a:ext cx="121" cy="120"/>
            </a:xfrm>
            <a:custGeom>
              <a:avLst/>
              <a:gdLst>
                <a:gd name="T0" fmla="*/ 133 w 118"/>
                <a:gd name="T1" fmla="*/ 58 h 118"/>
                <a:gd name="T2" fmla="*/ 78 w 118"/>
                <a:gd name="T3" fmla="*/ 127 h 118"/>
                <a:gd name="T4" fmla="*/ 4 w 118"/>
                <a:gd name="T5" fmla="*/ 72 h 118"/>
                <a:gd name="T6" fmla="*/ 58 w 118"/>
                <a:gd name="T7" fmla="*/ 4 h 118"/>
                <a:gd name="T8" fmla="*/ 133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5" name="Freeform 2141">
              <a:extLst>
                <a:ext uri="{FF2B5EF4-FFF2-40B4-BE49-F238E27FC236}">
                  <a16:creationId xmlns:a16="http://schemas.microsoft.com/office/drawing/2014/main" id="{54F3EA95-6C42-497E-B855-7776718BC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151"/>
              <a:ext cx="67" cy="67"/>
            </a:xfrm>
            <a:custGeom>
              <a:avLst/>
              <a:gdLst>
                <a:gd name="T0" fmla="*/ 70 w 66"/>
                <a:gd name="T1" fmla="*/ 29 h 66"/>
                <a:gd name="T2" fmla="*/ 43 w 66"/>
                <a:gd name="T3" fmla="*/ 70 h 66"/>
                <a:gd name="T4" fmla="*/ 2 w 66"/>
                <a:gd name="T5" fmla="*/ 43 h 66"/>
                <a:gd name="T6" fmla="*/ 29 w 66"/>
                <a:gd name="T7" fmla="*/ 2 h 66"/>
                <a:gd name="T8" fmla="*/ 70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19"/>
                    <a:pt x="12" y="4"/>
                    <a:pt x="29" y="2"/>
                  </a:cubicBezTo>
                  <a:cubicBezTo>
                    <a:pt x="47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6" name="Freeform 2142">
              <a:extLst>
                <a:ext uri="{FF2B5EF4-FFF2-40B4-BE49-F238E27FC236}">
                  <a16:creationId xmlns:a16="http://schemas.microsoft.com/office/drawing/2014/main" id="{C29D127E-0D46-4E2D-8374-E4B07557A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163"/>
              <a:ext cx="23" cy="23"/>
            </a:xfrm>
            <a:custGeom>
              <a:avLst/>
              <a:gdLst>
                <a:gd name="T0" fmla="*/ 22 w 23"/>
                <a:gd name="T1" fmla="*/ 10 h 22"/>
                <a:gd name="T2" fmla="*/ 13 w 23"/>
                <a:gd name="T3" fmla="*/ 27 h 22"/>
                <a:gd name="T4" fmla="*/ 1 w 23"/>
                <a:gd name="T5" fmla="*/ 18 h 22"/>
                <a:gd name="T6" fmla="*/ 10 w 23"/>
                <a:gd name="T7" fmla="*/ 0 h 22"/>
                <a:gd name="T8" fmla="*/ 22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0"/>
                  </a:moveTo>
                  <a:cubicBezTo>
                    <a:pt x="23" y="15"/>
                    <a:pt x="19" y="21"/>
                    <a:pt x="13" y="21"/>
                  </a:cubicBezTo>
                  <a:cubicBezTo>
                    <a:pt x="7" y="22"/>
                    <a:pt x="2" y="18"/>
                    <a:pt x="1" y="12"/>
                  </a:cubicBezTo>
                  <a:cubicBezTo>
                    <a:pt x="0" y="6"/>
                    <a:pt x="5" y="1"/>
                    <a:pt x="10" y="0"/>
                  </a:cubicBezTo>
                  <a:cubicBezTo>
                    <a:pt x="16" y="0"/>
                    <a:pt x="22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7" name="Freeform 2143">
              <a:extLst>
                <a:ext uri="{FF2B5EF4-FFF2-40B4-BE49-F238E27FC236}">
                  <a16:creationId xmlns:a16="http://schemas.microsoft.com/office/drawing/2014/main" id="{A97DA425-C5B9-4F27-B42F-8D80053DE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175"/>
              <a:ext cx="62" cy="72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82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8" name="Freeform 2144">
              <a:extLst>
                <a:ext uri="{FF2B5EF4-FFF2-40B4-BE49-F238E27FC236}">
                  <a16:creationId xmlns:a16="http://schemas.microsoft.com/office/drawing/2014/main" id="{98E41F9A-BBD8-4AC3-9CD9-93E9EEC7E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608"/>
              <a:ext cx="121" cy="122"/>
            </a:xfrm>
            <a:custGeom>
              <a:avLst/>
              <a:gdLst>
                <a:gd name="T0" fmla="*/ 132 w 118"/>
                <a:gd name="T1" fmla="*/ 59 h 119"/>
                <a:gd name="T2" fmla="*/ 77 w 118"/>
                <a:gd name="T3" fmla="*/ 133 h 119"/>
                <a:gd name="T4" fmla="*/ 3 w 118"/>
                <a:gd name="T5" fmla="*/ 78 h 119"/>
                <a:gd name="T6" fmla="*/ 58 w 118"/>
                <a:gd name="T7" fmla="*/ 4 h 119"/>
                <a:gd name="T8" fmla="*/ 132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3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9" name="Freeform 2145">
              <a:extLst>
                <a:ext uri="{FF2B5EF4-FFF2-40B4-BE49-F238E27FC236}">
                  <a16:creationId xmlns:a16="http://schemas.microsoft.com/office/drawing/2014/main" id="{109FA64F-5953-4EF3-B002-F65C4828A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608"/>
              <a:ext cx="121" cy="122"/>
            </a:xfrm>
            <a:custGeom>
              <a:avLst/>
              <a:gdLst>
                <a:gd name="T0" fmla="*/ 132 w 118"/>
                <a:gd name="T1" fmla="*/ 59 h 119"/>
                <a:gd name="T2" fmla="*/ 77 w 118"/>
                <a:gd name="T3" fmla="*/ 133 h 119"/>
                <a:gd name="T4" fmla="*/ 3 w 118"/>
                <a:gd name="T5" fmla="*/ 78 h 119"/>
                <a:gd name="T6" fmla="*/ 58 w 118"/>
                <a:gd name="T7" fmla="*/ 4 h 119"/>
                <a:gd name="T8" fmla="*/ 132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3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0" name="Freeform 2146">
              <a:extLst>
                <a:ext uri="{FF2B5EF4-FFF2-40B4-BE49-F238E27FC236}">
                  <a16:creationId xmlns:a16="http://schemas.microsoft.com/office/drawing/2014/main" id="{EA24C758-8099-4333-BF71-789AC4821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625"/>
              <a:ext cx="68" cy="68"/>
            </a:xfrm>
            <a:custGeom>
              <a:avLst/>
              <a:gdLst>
                <a:gd name="T0" fmla="*/ 76 w 66"/>
                <a:gd name="T1" fmla="*/ 36 h 66"/>
                <a:gd name="T2" fmla="*/ 43 w 66"/>
                <a:gd name="T3" fmla="*/ 76 h 66"/>
                <a:gd name="T4" fmla="*/ 2 w 66"/>
                <a:gd name="T5" fmla="*/ 43 h 66"/>
                <a:gd name="T6" fmla="*/ 35 w 66"/>
                <a:gd name="T7" fmla="*/ 2 h 66"/>
                <a:gd name="T8" fmla="*/ 76 w 66"/>
                <a:gd name="T9" fmla="*/ 3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30"/>
                  </a:moveTo>
                  <a:cubicBezTo>
                    <a:pt x="66" y="47"/>
                    <a:pt x="54" y="62"/>
                    <a:pt x="37" y="64"/>
                  </a:cubicBezTo>
                  <a:cubicBezTo>
                    <a:pt x="19" y="66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6" y="0"/>
                    <a:pt x="62" y="12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1" name="Freeform 2147">
              <a:extLst>
                <a:ext uri="{FF2B5EF4-FFF2-40B4-BE49-F238E27FC236}">
                  <a16:creationId xmlns:a16="http://schemas.microsoft.com/office/drawing/2014/main" id="{2B44A3B3-5792-4D86-B933-D4FCDB520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638"/>
              <a:ext cx="24" cy="22"/>
            </a:xfrm>
            <a:custGeom>
              <a:avLst/>
              <a:gdLst>
                <a:gd name="T0" fmla="*/ 28 w 23"/>
                <a:gd name="T1" fmla="*/ 10 h 22"/>
                <a:gd name="T2" fmla="*/ 19 w 23"/>
                <a:gd name="T3" fmla="*/ 22 h 22"/>
                <a:gd name="T4" fmla="*/ 1 w 23"/>
                <a:gd name="T5" fmla="*/ 12 h 22"/>
                <a:gd name="T6" fmla="*/ 10 w 23"/>
                <a:gd name="T7" fmla="*/ 1 h 22"/>
                <a:gd name="T8" fmla="*/ 28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2"/>
                    <a:pt x="2" y="18"/>
                    <a:pt x="1" y="12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2" name="Freeform 2148">
              <a:extLst>
                <a:ext uri="{FF2B5EF4-FFF2-40B4-BE49-F238E27FC236}">
                  <a16:creationId xmlns:a16="http://schemas.microsoft.com/office/drawing/2014/main" id="{BA29C05A-8CD8-422F-A6CC-1400F99FC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650"/>
              <a:ext cx="63" cy="71"/>
            </a:xfrm>
            <a:custGeom>
              <a:avLst/>
              <a:gdLst>
                <a:gd name="T0" fmla="*/ 56 w 61"/>
                <a:gd name="T1" fmla="*/ 0 h 70"/>
                <a:gd name="T2" fmla="*/ 0 w 61"/>
                <a:gd name="T3" fmla="*/ 76 h 70"/>
                <a:gd name="T4" fmla="*/ 56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3" name="Freeform 2149">
              <a:extLst>
                <a:ext uri="{FF2B5EF4-FFF2-40B4-BE49-F238E27FC236}">
                  <a16:creationId xmlns:a16="http://schemas.microsoft.com/office/drawing/2014/main" id="{23EF8FF5-A04E-4F0D-A838-D8ECC58D0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3072"/>
              <a:ext cx="120" cy="121"/>
            </a:xfrm>
            <a:custGeom>
              <a:avLst/>
              <a:gdLst>
                <a:gd name="T0" fmla="*/ 127 w 118"/>
                <a:gd name="T1" fmla="*/ 58 h 118"/>
                <a:gd name="T2" fmla="*/ 72 w 118"/>
                <a:gd name="T3" fmla="*/ 132 h 118"/>
                <a:gd name="T4" fmla="*/ 4 w 118"/>
                <a:gd name="T5" fmla="*/ 77 h 118"/>
                <a:gd name="T6" fmla="*/ 58 w 118"/>
                <a:gd name="T7" fmla="*/ 3 h 118"/>
                <a:gd name="T8" fmla="*/ 127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4" y="65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4" name="Freeform 2150">
              <a:extLst>
                <a:ext uri="{FF2B5EF4-FFF2-40B4-BE49-F238E27FC236}">
                  <a16:creationId xmlns:a16="http://schemas.microsoft.com/office/drawing/2014/main" id="{238F1D42-545A-4FA4-BCFD-E3E37D6D8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3072"/>
              <a:ext cx="120" cy="121"/>
            </a:xfrm>
            <a:custGeom>
              <a:avLst/>
              <a:gdLst>
                <a:gd name="T0" fmla="*/ 127 w 118"/>
                <a:gd name="T1" fmla="*/ 58 h 118"/>
                <a:gd name="T2" fmla="*/ 72 w 118"/>
                <a:gd name="T3" fmla="*/ 132 h 118"/>
                <a:gd name="T4" fmla="*/ 4 w 118"/>
                <a:gd name="T5" fmla="*/ 77 h 118"/>
                <a:gd name="T6" fmla="*/ 58 w 118"/>
                <a:gd name="T7" fmla="*/ 3 h 118"/>
                <a:gd name="T8" fmla="*/ 127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4" y="65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5" name="Freeform 2151">
              <a:extLst>
                <a:ext uri="{FF2B5EF4-FFF2-40B4-BE49-F238E27FC236}">
                  <a16:creationId xmlns:a16="http://schemas.microsoft.com/office/drawing/2014/main" id="{41B6E372-4D02-46EF-B17A-718911393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3090"/>
              <a:ext cx="67" cy="67"/>
            </a:xfrm>
            <a:custGeom>
              <a:avLst/>
              <a:gdLst>
                <a:gd name="T0" fmla="*/ 70 w 66"/>
                <a:gd name="T1" fmla="*/ 29 h 66"/>
                <a:gd name="T2" fmla="*/ 43 w 66"/>
                <a:gd name="T3" fmla="*/ 70 h 66"/>
                <a:gd name="T4" fmla="*/ 2 w 66"/>
                <a:gd name="T5" fmla="*/ 42 h 66"/>
                <a:gd name="T6" fmla="*/ 29 w 66"/>
                <a:gd name="T7" fmla="*/ 2 h 66"/>
                <a:gd name="T8" fmla="*/ 70 w 66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6"/>
                  </a:cubicBezTo>
                  <a:cubicBezTo>
                    <a:pt x="0" y="19"/>
                    <a:pt x="12" y="4"/>
                    <a:pt x="29" y="2"/>
                  </a:cubicBezTo>
                  <a:cubicBezTo>
                    <a:pt x="47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6" name="Freeform 2152">
              <a:extLst>
                <a:ext uri="{FF2B5EF4-FFF2-40B4-BE49-F238E27FC236}">
                  <a16:creationId xmlns:a16="http://schemas.microsoft.com/office/drawing/2014/main" id="{EA00B403-2C0B-42CE-B806-AB140948D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101"/>
              <a:ext cx="24" cy="24"/>
            </a:xfrm>
            <a:custGeom>
              <a:avLst/>
              <a:gdLst>
                <a:gd name="T0" fmla="*/ 28 w 23"/>
                <a:gd name="T1" fmla="*/ 10 h 23"/>
                <a:gd name="T2" fmla="*/ 19 w 23"/>
                <a:gd name="T3" fmla="*/ 28 h 23"/>
                <a:gd name="T4" fmla="*/ 1 w 23"/>
                <a:gd name="T5" fmla="*/ 19 h 23"/>
                <a:gd name="T6" fmla="*/ 10 w 23"/>
                <a:gd name="T7" fmla="*/ 1 h 23"/>
                <a:gd name="T8" fmla="*/ 28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2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5" y="2"/>
                    <a:pt x="10" y="1"/>
                  </a:cubicBezTo>
                  <a:cubicBezTo>
                    <a:pt x="16" y="0"/>
                    <a:pt x="22" y="5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7" name="Freeform 2153">
              <a:extLst>
                <a:ext uri="{FF2B5EF4-FFF2-40B4-BE49-F238E27FC236}">
                  <a16:creationId xmlns:a16="http://schemas.microsoft.com/office/drawing/2014/main" id="{9DF99854-F20E-45D8-A7D2-9ADBE6D09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114"/>
              <a:ext cx="62" cy="72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82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8" name="Freeform 2154">
              <a:extLst>
                <a:ext uri="{FF2B5EF4-FFF2-40B4-BE49-F238E27FC236}">
                  <a16:creationId xmlns:a16="http://schemas.microsoft.com/office/drawing/2014/main" id="{C8C7B453-6CA6-4B33-A3B2-0FE4A724A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480"/>
              <a:ext cx="122" cy="120"/>
            </a:xfrm>
            <a:custGeom>
              <a:avLst/>
              <a:gdLst>
                <a:gd name="T0" fmla="*/ 133 w 119"/>
                <a:gd name="T1" fmla="*/ 58 h 118"/>
                <a:gd name="T2" fmla="*/ 78 w 119"/>
                <a:gd name="T3" fmla="*/ 126 h 118"/>
                <a:gd name="T4" fmla="*/ 4 w 119"/>
                <a:gd name="T5" fmla="*/ 71 h 118"/>
                <a:gd name="T6" fmla="*/ 59 w 119"/>
                <a:gd name="T7" fmla="*/ 3 h 118"/>
                <a:gd name="T8" fmla="*/ 133 w 119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8">
                  <a:moveTo>
                    <a:pt x="115" y="52"/>
                  </a:moveTo>
                  <a:cubicBezTo>
                    <a:pt x="119" y="83"/>
                    <a:pt x="97" y="111"/>
                    <a:pt x="66" y="114"/>
                  </a:cubicBezTo>
                  <a:cubicBezTo>
                    <a:pt x="35" y="118"/>
                    <a:pt x="8" y="96"/>
                    <a:pt x="4" y="65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9" name="Freeform 2155">
              <a:extLst>
                <a:ext uri="{FF2B5EF4-FFF2-40B4-BE49-F238E27FC236}">
                  <a16:creationId xmlns:a16="http://schemas.microsoft.com/office/drawing/2014/main" id="{5895B29A-C128-436A-A5EB-5596B5B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480"/>
              <a:ext cx="122" cy="120"/>
            </a:xfrm>
            <a:custGeom>
              <a:avLst/>
              <a:gdLst>
                <a:gd name="T0" fmla="*/ 133 w 119"/>
                <a:gd name="T1" fmla="*/ 58 h 118"/>
                <a:gd name="T2" fmla="*/ 78 w 119"/>
                <a:gd name="T3" fmla="*/ 126 h 118"/>
                <a:gd name="T4" fmla="*/ 4 w 119"/>
                <a:gd name="T5" fmla="*/ 71 h 118"/>
                <a:gd name="T6" fmla="*/ 59 w 119"/>
                <a:gd name="T7" fmla="*/ 3 h 118"/>
                <a:gd name="T8" fmla="*/ 133 w 119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8">
                  <a:moveTo>
                    <a:pt x="115" y="52"/>
                  </a:moveTo>
                  <a:cubicBezTo>
                    <a:pt x="119" y="83"/>
                    <a:pt x="97" y="111"/>
                    <a:pt x="66" y="114"/>
                  </a:cubicBezTo>
                  <a:cubicBezTo>
                    <a:pt x="35" y="118"/>
                    <a:pt x="8" y="96"/>
                    <a:pt x="4" y="65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0" name="Freeform 2156">
              <a:extLst>
                <a:ext uri="{FF2B5EF4-FFF2-40B4-BE49-F238E27FC236}">
                  <a16:creationId xmlns:a16="http://schemas.microsoft.com/office/drawing/2014/main" id="{21B0DD14-BBBB-441C-8E6A-F90A60185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3496"/>
              <a:ext cx="69" cy="68"/>
            </a:xfrm>
            <a:custGeom>
              <a:avLst/>
              <a:gdLst>
                <a:gd name="T0" fmla="*/ 77 w 67"/>
                <a:gd name="T1" fmla="*/ 30 h 67"/>
                <a:gd name="T2" fmla="*/ 43 w 67"/>
                <a:gd name="T3" fmla="*/ 71 h 67"/>
                <a:gd name="T4" fmla="*/ 2 w 67"/>
                <a:gd name="T5" fmla="*/ 43 h 67"/>
                <a:gd name="T6" fmla="*/ 36 w 67"/>
                <a:gd name="T7" fmla="*/ 3 h 67"/>
                <a:gd name="T8" fmla="*/ 77 w 67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5" y="30"/>
                  </a:moveTo>
                  <a:cubicBezTo>
                    <a:pt x="67" y="47"/>
                    <a:pt x="54" y="63"/>
                    <a:pt x="37" y="65"/>
                  </a:cubicBezTo>
                  <a:cubicBezTo>
                    <a:pt x="20" y="67"/>
                    <a:pt x="4" y="55"/>
                    <a:pt x="2" y="37"/>
                  </a:cubicBezTo>
                  <a:cubicBezTo>
                    <a:pt x="0" y="20"/>
                    <a:pt x="13" y="5"/>
                    <a:pt x="30" y="3"/>
                  </a:cubicBezTo>
                  <a:cubicBezTo>
                    <a:pt x="47" y="0"/>
                    <a:pt x="63" y="13"/>
                    <a:pt x="65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1" name="Freeform 2157">
              <a:extLst>
                <a:ext uri="{FF2B5EF4-FFF2-40B4-BE49-F238E27FC236}">
                  <a16:creationId xmlns:a16="http://schemas.microsoft.com/office/drawing/2014/main" id="{AB4C23D5-C095-4486-9E25-76770C56F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3508"/>
              <a:ext cx="23" cy="24"/>
            </a:xfrm>
            <a:custGeom>
              <a:avLst/>
              <a:gdLst>
                <a:gd name="T0" fmla="*/ 28 w 22"/>
                <a:gd name="T1" fmla="*/ 10 h 23"/>
                <a:gd name="T2" fmla="*/ 18 w 22"/>
                <a:gd name="T3" fmla="*/ 28 h 23"/>
                <a:gd name="T4" fmla="*/ 0 w 22"/>
                <a:gd name="T5" fmla="*/ 19 h 23"/>
                <a:gd name="T6" fmla="*/ 10 w 22"/>
                <a:gd name="T7" fmla="*/ 1 h 23"/>
                <a:gd name="T8" fmla="*/ 28 w 22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2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6" y="23"/>
                    <a:pt x="1" y="19"/>
                    <a:pt x="0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2" name="Freeform 2158">
              <a:extLst>
                <a:ext uri="{FF2B5EF4-FFF2-40B4-BE49-F238E27FC236}">
                  <a16:creationId xmlns:a16="http://schemas.microsoft.com/office/drawing/2014/main" id="{B42C150A-FDB8-4E2B-83DD-202DD7C2F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3522"/>
              <a:ext cx="62" cy="71"/>
            </a:xfrm>
            <a:custGeom>
              <a:avLst/>
              <a:gdLst>
                <a:gd name="T0" fmla="*/ 55 w 60"/>
                <a:gd name="T1" fmla="*/ 0 h 70"/>
                <a:gd name="T2" fmla="*/ 0 w 60"/>
                <a:gd name="T3" fmla="*/ 76 h 70"/>
                <a:gd name="T4" fmla="*/ 55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8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3" name="Freeform 2159">
              <a:extLst>
                <a:ext uri="{FF2B5EF4-FFF2-40B4-BE49-F238E27FC236}">
                  <a16:creationId xmlns:a16="http://schemas.microsoft.com/office/drawing/2014/main" id="{B555FEAA-F243-4F8B-99C2-B4D29F8F7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809"/>
              <a:ext cx="121" cy="121"/>
            </a:xfrm>
            <a:custGeom>
              <a:avLst/>
              <a:gdLst>
                <a:gd name="T0" fmla="*/ 132 w 118"/>
                <a:gd name="T1" fmla="*/ 59 h 119"/>
                <a:gd name="T2" fmla="*/ 77 w 118"/>
                <a:gd name="T3" fmla="*/ 127 h 119"/>
                <a:gd name="T4" fmla="*/ 3 w 118"/>
                <a:gd name="T5" fmla="*/ 72 h 119"/>
                <a:gd name="T6" fmla="*/ 58 w 118"/>
                <a:gd name="T7" fmla="*/ 4 h 119"/>
                <a:gd name="T8" fmla="*/ 132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4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6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4" name="Freeform 2160">
              <a:extLst>
                <a:ext uri="{FF2B5EF4-FFF2-40B4-BE49-F238E27FC236}">
                  <a16:creationId xmlns:a16="http://schemas.microsoft.com/office/drawing/2014/main" id="{77B561B4-BC37-45F4-BDE3-1A370D675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809"/>
              <a:ext cx="121" cy="121"/>
            </a:xfrm>
            <a:custGeom>
              <a:avLst/>
              <a:gdLst>
                <a:gd name="T0" fmla="*/ 132 w 118"/>
                <a:gd name="T1" fmla="*/ 59 h 119"/>
                <a:gd name="T2" fmla="*/ 77 w 118"/>
                <a:gd name="T3" fmla="*/ 127 h 119"/>
                <a:gd name="T4" fmla="*/ 3 w 118"/>
                <a:gd name="T5" fmla="*/ 72 h 119"/>
                <a:gd name="T6" fmla="*/ 58 w 118"/>
                <a:gd name="T7" fmla="*/ 4 h 119"/>
                <a:gd name="T8" fmla="*/ 132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4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6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5" name="Freeform 2161">
              <a:extLst>
                <a:ext uri="{FF2B5EF4-FFF2-40B4-BE49-F238E27FC236}">
                  <a16:creationId xmlns:a16="http://schemas.microsoft.com/office/drawing/2014/main" id="{FCDA3571-1500-439C-9A89-3F62CEBC5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826"/>
              <a:ext cx="67" cy="69"/>
            </a:xfrm>
            <a:custGeom>
              <a:avLst/>
              <a:gdLst>
                <a:gd name="T0" fmla="*/ 70 w 66"/>
                <a:gd name="T1" fmla="*/ 36 h 67"/>
                <a:gd name="T2" fmla="*/ 43 w 66"/>
                <a:gd name="T3" fmla="*/ 77 h 67"/>
                <a:gd name="T4" fmla="*/ 2 w 66"/>
                <a:gd name="T5" fmla="*/ 43 h 67"/>
                <a:gd name="T6" fmla="*/ 29 w 66"/>
                <a:gd name="T7" fmla="*/ 2 h 67"/>
                <a:gd name="T8" fmla="*/ 70 w 66"/>
                <a:gd name="T9" fmla="*/ 3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3"/>
                    <a:pt x="37" y="65"/>
                  </a:cubicBezTo>
                  <a:cubicBezTo>
                    <a:pt x="19" y="67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6" y="0"/>
                    <a:pt x="62" y="13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6" name="Freeform 2162">
              <a:extLst>
                <a:ext uri="{FF2B5EF4-FFF2-40B4-BE49-F238E27FC236}">
                  <a16:creationId xmlns:a16="http://schemas.microsoft.com/office/drawing/2014/main" id="{6D6825E9-39C6-454A-955E-85EE4832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839"/>
              <a:ext cx="23" cy="23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2 h 23"/>
                <a:gd name="T4" fmla="*/ 1 w 23"/>
                <a:gd name="T5" fmla="*/ 13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8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7" name="Freeform 2163">
              <a:extLst>
                <a:ext uri="{FF2B5EF4-FFF2-40B4-BE49-F238E27FC236}">
                  <a16:creationId xmlns:a16="http://schemas.microsoft.com/office/drawing/2014/main" id="{6ABFA49C-4AA4-4802-998F-2FD95CED8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852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8" name="Freeform 2164">
              <a:extLst>
                <a:ext uri="{FF2B5EF4-FFF2-40B4-BE49-F238E27FC236}">
                  <a16:creationId xmlns:a16="http://schemas.microsoft.com/office/drawing/2014/main" id="{480FD2F1-3F63-4CAB-A0AC-581E6AAF8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433"/>
              <a:ext cx="120" cy="121"/>
            </a:xfrm>
            <a:custGeom>
              <a:avLst/>
              <a:gdLst>
                <a:gd name="T0" fmla="*/ 127 w 118"/>
                <a:gd name="T1" fmla="*/ 59 h 119"/>
                <a:gd name="T2" fmla="*/ 72 w 118"/>
                <a:gd name="T3" fmla="*/ 127 h 119"/>
                <a:gd name="T4" fmla="*/ 4 w 118"/>
                <a:gd name="T5" fmla="*/ 72 h 119"/>
                <a:gd name="T6" fmla="*/ 59 w 118"/>
                <a:gd name="T7" fmla="*/ 4 h 119"/>
                <a:gd name="T8" fmla="*/ 127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7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9" name="Freeform 2165">
              <a:extLst>
                <a:ext uri="{FF2B5EF4-FFF2-40B4-BE49-F238E27FC236}">
                  <a16:creationId xmlns:a16="http://schemas.microsoft.com/office/drawing/2014/main" id="{1670565B-F198-4732-AC88-B6858E253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433"/>
              <a:ext cx="120" cy="121"/>
            </a:xfrm>
            <a:custGeom>
              <a:avLst/>
              <a:gdLst>
                <a:gd name="T0" fmla="*/ 127 w 118"/>
                <a:gd name="T1" fmla="*/ 59 h 119"/>
                <a:gd name="T2" fmla="*/ 72 w 118"/>
                <a:gd name="T3" fmla="*/ 127 h 119"/>
                <a:gd name="T4" fmla="*/ 4 w 118"/>
                <a:gd name="T5" fmla="*/ 72 h 119"/>
                <a:gd name="T6" fmla="*/ 59 w 118"/>
                <a:gd name="T7" fmla="*/ 4 h 119"/>
                <a:gd name="T8" fmla="*/ 127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7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0" name="Freeform 2166">
              <a:extLst>
                <a:ext uri="{FF2B5EF4-FFF2-40B4-BE49-F238E27FC236}">
                  <a16:creationId xmlns:a16="http://schemas.microsoft.com/office/drawing/2014/main" id="{E5D72EF2-D6AC-419E-ABAE-59B7D28B3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450"/>
              <a:ext cx="68" cy="68"/>
            </a:xfrm>
            <a:custGeom>
              <a:avLst/>
              <a:gdLst>
                <a:gd name="T0" fmla="*/ 70 w 67"/>
                <a:gd name="T1" fmla="*/ 30 h 67"/>
                <a:gd name="T2" fmla="*/ 43 w 67"/>
                <a:gd name="T3" fmla="*/ 71 h 67"/>
                <a:gd name="T4" fmla="*/ 2 w 67"/>
                <a:gd name="T5" fmla="*/ 43 h 67"/>
                <a:gd name="T6" fmla="*/ 30 w 67"/>
                <a:gd name="T7" fmla="*/ 2 h 67"/>
                <a:gd name="T8" fmla="*/ 70 w 67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4" y="30"/>
                  </a:moveTo>
                  <a:cubicBezTo>
                    <a:pt x="67" y="47"/>
                    <a:pt x="54" y="62"/>
                    <a:pt x="37" y="65"/>
                  </a:cubicBezTo>
                  <a:cubicBezTo>
                    <a:pt x="20" y="67"/>
                    <a:pt x="4" y="54"/>
                    <a:pt x="2" y="37"/>
                  </a:cubicBezTo>
                  <a:cubicBezTo>
                    <a:pt x="0" y="20"/>
                    <a:pt x="12" y="4"/>
                    <a:pt x="30" y="2"/>
                  </a:cubicBezTo>
                  <a:cubicBezTo>
                    <a:pt x="47" y="0"/>
                    <a:pt x="62" y="12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1" name="Freeform 2167">
              <a:extLst>
                <a:ext uri="{FF2B5EF4-FFF2-40B4-BE49-F238E27FC236}">
                  <a16:creationId xmlns:a16="http://schemas.microsoft.com/office/drawing/2014/main" id="{F6A34520-B54E-4FAD-9BC4-7D6A9A799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462"/>
              <a:ext cx="23" cy="24"/>
            </a:xfrm>
            <a:custGeom>
              <a:avLst/>
              <a:gdLst>
                <a:gd name="T0" fmla="*/ 27 w 22"/>
                <a:gd name="T1" fmla="*/ 10 h 23"/>
                <a:gd name="T2" fmla="*/ 18 w 22"/>
                <a:gd name="T3" fmla="*/ 28 h 23"/>
                <a:gd name="T4" fmla="*/ 0 w 22"/>
                <a:gd name="T5" fmla="*/ 19 h 23"/>
                <a:gd name="T6" fmla="*/ 10 w 22"/>
                <a:gd name="T7" fmla="*/ 1 h 23"/>
                <a:gd name="T8" fmla="*/ 27 w 22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1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6" y="23"/>
                    <a:pt x="1" y="18"/>
                    <a:pt x="0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5" y="0"/>
                    <a:pt x="21" y="4"/>
                    <a:pt x="21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2" name="Freeform 2168">
              <a:extLst>
                <a:ext uri="{FF2B5EF4-FFF2-40B4-BE49-F238E27FC236}">
                  <a16:creationId xmlns:a16="http://schemas.microsoft.com/office/drawing/2014/main" id="{01A00DCE-5DB7-4C81-90D0-A74924BE5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475"/>
              <a:ext cx="61" cy="72"/>
            </a:xfrm>
            <a:custGeom>
              <a:avLst/>
              <a:gdLst>
                <a:gd name="T0" fmla="*/ 50 w 60"/>
                <a:gd name="T1" fmla="*/ 0 h 70"/>
                <a:gd name="T2" fmla="*/ 0 w 60"/>
                <a:gd name="T3" fmla="*/ 82 h 70"/>
                <a:gd name="T4" fmla="*/ 50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8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3" name="Freeform 2169">
              <a:extLst>
                <a:ext uri="{FF2B5EF4-FFF2-40B4-BE49-F238E27FC236}">
                  <a16:creationId xmlns:a16="http://schemas.microsoft.com/office/drawing/2014/main" id="{75E1E5CB-8D85-4B73-A2F9-181B29E32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2265"/>
              <a:ext cx="122" cy="121"/>
            </a:xfrm>
            <a:custGeom>
              <a:avLst/>
              <a:gdLst>
                <a:gd name="T0" fmla="*/ 133 w 119"/>
                <a:gd name="T1" fmla="*/ 58 h 118"/>
                <a:gd name="T2" fmla="*/ 78 w 119"/>
                <a:gd name="T3" fmla="*/ 132 h 118"/>
                <a:gd name="T4" fmla="*/ 4 w 119"/>
                <a:gd name="T5" fmla="*/ 78 h 118"/>
                <a:gd name="T6" fmla="*/ 59 w 119"/>
                <a:gd name="T7" fmla="*/ 3 h 118"/>
                <a:gd name="T8" fmla="*/ 133 w 119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8">
                  <a:moveTo>
                    <a:pt x="115" y="52"/>
                  </a:moveTo>
                  <a:cubicBezTo>
                    <a:pt x="119" y="83"/>
                    <a:pt x="97" y="111"/>
                    <a:pt x="66" y="114"/>
                  </a:cubicBezTo>
                  <a:cubicBezTo>
                    <a:pt x="35" y="118"/>
                    <a:pt x="8" y="96"/>
                    <a:pt x="4" y="66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4" y="0"/>
                    <a:pt x="111" y="22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4" name="Freeform 2170">
              <a:extLst>
                <a:ext uri="{FF2B5EF4-FFF2-40B4-BE49-F238E27FC236}">
                  <a16:creationId xmlns:a16="http://schemas.microsoft.com/office/drawing/2014/main" id="{8AD16978-EE0C-4FDA-B3A5-32C707B47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2265"/>
              <a:ext cx="122" cy="121"/>
            </a:xfrm>
            <a:custGeom>
              <a:avLst/>
              <a:gdLst>
                <a:gd name="T0" fmla="*/ 133 w 119"/>
                <a:gd name="T1" fmla="*/ 58 h 118"/>
                <a:gd name="T2" fmla="*/ 78 w 119"/>
                <a:gd name="T3" fmla="*/ 132 h 118"/>
                <a:gd name="T4" fmla="*/ 4 w 119"/>
                <a:gd name="T5" fmla="*/ 78 h 118"/>
                <a:gd name="T6" fmla="*/ 59 w 119"/>
                <a:gd name="T7" fmla="*/ 3 h 118"/>
                <a:gd name="T8" fmla="*/ 133 w 119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8">
                  <a:moveTo>
                    <a:pt x="115" y="52"/>
                  </a:moveTo>
                  <a:cubicBezTo>
                    <a:pt x="119" y="83"/>
                    <a:pt x="97" y="111"/>
                    <a:pt x="66" y="114"/>
                  </a:cubicBezTo>
                  <a:cubicBezTo>
                    <a:pt x="35" y="118"/>
                    <a:pt x="8" y="96"/>
                    <a:pt x="4" y="66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4" y="0"/>
                    <a:pt x="111" y="22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5" name="Freeform 2171">
              <a:extLst>
                <a:ext uri="{FF2B5EF4-FFF2-40B4-BE49-F238E27FC236}">
                  <a16:creationId xmlns:a16="http://schemas.microsoft.com/office/drawing/2014/main" id="{80272978-4C29-41B4-A6DD-BB0E38AA9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2283"/>
              <a:ext cx="69" cy="67"/>
            </a:xfrm>
            <a:custGeom>
              <a:avLst/>
              <a:gdLst>
                <a:gd name="T0" fmla="*/ 77 w 67"/>
                <a:gd name="T1" fmla="*/ 29 h 66"/>
                <a:gd name="T2" fmla="*/ 43 w 67"/>
                <a:gd name="T3" fmla="*/ 70 h 66"/>
                <a:gd name="T4" fmla="*/ 2 w 67"/>
                <a:gd name="T5" fmla="*/ 42 h 66"/>
                <a:gd name="T6" fmla="*/ 36 w 67"/>
                <a:gd name="T7" fmla="*/ 2 h 66"/>
                <a:gd name="T8" fmla="*/ 77 w 67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6">
                  <a:moveTo>
                    <a:pt x="65" y="29"/>
                  </a:moveTo>
                  <a:cubicBezTo>
                    <a:pt x="67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6"/>
                  </a:cubicBezTo>
                  <a:cubicBezTo>
                    <a:pt x="0" y="19"/>
                    <a:pt x="13" y="4"/>
                    <a:pt x="30" y="2"/>
                  </a:cubicBezTo>
                  <a:cubicBezTo>
                    <a:pt x="47" y="0"/>
                    <a:pt x="63" y="12"/>
                    <a:pt x="65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" name="Freeform 2172">
              <a:extLst>
                <a:ext uri="{FF2B5EF4-FFF2-40B4-BE49-F238E27FC236}">
                  <a16:creationId xmlns:a16="http://schemas.microsoft.com/office/drawing/2014/main" id="{D2C7B5AB-F3A6-496C-AD02-AA451BDD7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294"/>
              <a:ext cx="23" cy="23"/>
            </a:xfrm>
            <a:custGeom>
              <a:avLst/>
              <a:gdLst>
                <a:gd name="T0" fmla="*/ 28 w 22"/>
                <a:gd name="T1" fmla="*/ 10 h 23"/>
                <a:gd name="T2" fmla="*/ 18 w 22"/>
                <a:gd name="T3" fmla="*/ 22 h 23"/>
                <a:gd name="T4" fmla="*/ 1 w 22"/>
                <a:gd name="T5" fmla="*/ 13 h 23"/>
                <a:gd name="T6" fmla="*/ 10 w 22"/>
                <a:gd name="T7" fmla="*/ 1 h 23"/>
                <a:gd name="T8" fmla="*/ 28 w 22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2" y="10"/>
                  </a:moveTo>
                  <a:cubicBezTo>
                    <a:pt x="22" y="16"/>
                    <a:pt x="18" y="22"/>
                    <a:pt x="12" y="22"/>
                  </a:cubicBezTo>
                  <a:cubicBezTo>
                    <a:pt x="7" y="23"/>
                    <a:pt x="1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5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7" name="Freeform 2173">
              <a:extLst>
                <a:ext uri="{FF2B5EF4-FFF2-40B4-BE49-F238E27FC236}">
                  <a16:creationId xmlns:a16="http://schemas.microsoft.com/office/drawing/2014/main" id="{ED717D8D-4D80-402F-BA46-A9F217A84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2307"/>
              <a:ext cx="62" cy="71"/>
            </a:xfrm>
            <a:custGeom>
              <a:avLst/>
              <a:gdLst>
                <a:gd name="T0" fmla="*/ 55 w 60"/>
                <a:gd name="T1" fmla="*/ 0 h 70"/>
                <a:gd name="T2" fmla="*/ 0 w 60"/>
                <a:gd name="T3" fmla="*/ 76 h 70"/>
                <a:gd name="T4" fmla="*/ 55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8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8" name="Freeform 2174">
              <a:extLst>
                <a:ext uri="{FF2B5EF4-FFF2-40B4-BE49-F238E27FC236}">
                  <a16:creationId xmlns:a16="http://schemas.microsoft.com/office/drawing/2014/main" id="{07E344FC-F96F-4B9D-B4AF-A758DEE9C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2882"/>
              <a:ext cx="121" cy="121"/>
            </a:xfrm>
            <a:custGeom>
              <a:avLst/>
              <a:gdLst>
                <a:gd name="T0" fmla="*/ 133 w 118"/>
                <a:gd name="T1" fmla="*/ 59 h 119"/>
                <a:gd name="T2" fmla="*/ 78 w 118"/>
                <a:gd name="T3" fmla="*/ 127 h 119"/>
                <a:gd name="T4" fmla="*/ 4 w 118"/>
                <a:gd name="T5" fmla="*/ 72 h 119"/>
                <a:gd name="T6" fmla="*/ 59 w 118"/>
                <a:gd name="T7" fmla="*/ 4 h 119"/>
                <a:gd name="T8" fmla="*/ 133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6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6"/>
                    <a:pt x="22" y="8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9" name="Freeform 2175">
              <a:extLst>
                <a:ext uri="{FF2B5EF4-FFF2-40B4-BE49-F238E27FC236}">
                  <a16:creationId xmlns:a16="http://schemas.microsoft.com/office/drawing/2014/main" id="{B6E794FC-AA4F-4F6E-A575-A17062C34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2882"/>
              <a:ext cx="121" cy="121"/>
            </a:xfrm>
            <a:custGeom>
              <a:avLst/>
              <a:gdLst>
                <a:gd name="T0" fmla="*/ 133 w 118"/>
                <a:gd name="T1" fmla="*/ 59 h 119"/>
                <a:gd name="T2" fmla="*/ 78 w 118"/>
                <a:gd name="T3" fmla="*/ 127 h 119"/>
                <a:gd name="T4" fmla="*/ 4 w 118"/>
                <a:gd name="T5" fmla="*/ 72 h 119"/>
                <a:gd name="T6" fmla="*/ 59 w 118"/>
                <a:gd name="T7" fmla="*/ 4 h 119"/>
                <a:gd name="T8" fmla="*/ 133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6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6"/>
                    <a:pt x="22" y="8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" name="Freeform 2176">
              <a:extLst>
                <a:ext uri="{FF2B5EF4-FFF2-40B4-BE49-F238E27FC236}">
                  <a16:creationId xmlns:a16="http://schemas.microsoft.com/office/drawing/2014/main" id="{C8ECCB1F-D296-4783-B9F8-32FB2A688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899"/>
              <a:ext cx="68" cy="68"/>
            </a:xfrm>
            <a:custGeom>
              <a:avLst/>
              <a:gdLst>
                <a:gd name="T0" fmla="*/ 76 w 66"/>
                <a:gd name="T1" fmla="*/ 30 h 67"/>
                <a:gd name="T2" fmla="*/ 43 w 66"/>
                <a:gd name="T3" fmla="*/ 71 h 67"/>
                <a:gd name="T4" fmla="*/ 2 w 66"/>
                <a:gd name="T5" fmla="*/ 43 h 67"/>
                <a:gd name="T6" fmla="*/ 36 w 66"/>
                <a:gd name="T7" fmla="*/ 2 h 67"/>
                <a:gd name="T8" fmla="*/ 76 w 66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3"/>
                    <a:pt x="37" y="65"/>
                  </a:cubicBezTo>
                  <a:cubicBezTo>
                    <a:pt x="20" y="67"/>
                    <a:pt x="4" y="54"/>
                    <a:pt x="2" y="37"/>
                  </a:cubicBezTo>
                  <a:cubicBezTo>
                    <a:pt x="0" y="20"/>
                    <a:pt x="12" y="4"/>
                    <a:pt x="30" y="2"/>
                  </a:cubicBezTo>
                  <a:cubicBezTo>
                    <a:pt x="47" y="0"/>
                    <a:pt x="62" y="13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" name="Freeform 2177">
              <a:extLst>
                <a:ext uri="{FF2B5EF4-FFF2-40B4-BE49-F238E27FC236}">
                  <a16:creationId xmlns:a16="http://schemas.microsoft.com/office/drawing/2014/main" id="{52D4BBD6-5C29-441D-97F9-8C5001AF9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11"/>
              <a:ext cx="22" cy="24"/>
            </a:xfrm>
            <a:custGeom>
              <a:avLst/>
              <a:gdLst>
                <a:gd name="T0" fmla="*/ 21 w 22"/>
                <a:gd name="T1" fmla="*/ 10 h 23"/>
                <a:gd name="T2" fmla="*/ 12 w 22"/>
                <a:gd name="T3" fmla="*/ 28 h 23"/>
                <a:gd name="T4" fmla="*/ 0 w 22"/>
                <a:gd name="T5" fmla="*/ 19 h 23"/>
                <a:gd name="T6" fmla="*/ 10 w 22"/>
                <a:gd name="T7" fmla="*/ 1 h 23"/>
                <a:gd name="T8" fmla="*/ 21 w 22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1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6" y="23"/>
                    <a:pt x="1" y="18"/>
                    <a:pt x="0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5" y="0"/>
                    <a:pt x="21" y="4"/>
                    <a:pt x="21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" name="Freeform 2178">
              <a:extLst>
                <a:ext uri="{FF2B5EF4-FFF2-40B4-BE49-F238E27FC236}">
                  <a16:creationId xmlns:a16="http://schemas.microsoft.com/office/drawing/2014/main" id="{D1F65608-24A4-4EFA-A61A-12CC55E51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2924"/>
              <a:ext cx="62" cy="72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82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3" name="Freeform 2179">
              <a:extLst>
                <a:ext uri="{FF2B5EF4-FFF2-40B4-BE49-F238E27FC236}">
                  <a16:creationId xmlns:a16="http://schemas.microsoft.com/office/drawing/2014/main" id="{9646A50B-AEF4-4758-9BC6-A9DC8BE68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3176"/>
              <a:ext cx="121" cy="120"/>
            </a:xfrm>
            <a:custGeom>
              <a:avLst/>
              <a:gdLst>
                <a:gd name="T0" fmla="*/ 132 w 118"/>
                <a:gd name="T1" fmla="*/ 58 h 118"/>
                <a:gd name="T2" fmla="*/ 77 w 118"/>
                <a:gd name="T3" fmla="*/ 126 h 118"/>
                <a:gd name="T4" fmla="*/ 3 w 118"/>
                <a:gd name="T5" fmla="*/ 71 h 118"/>
                <a:gd name="T6" fmla="*/ 58 w 118"/>
                <a:gd name="T7" fmla="*/ 3 h 118"/>
                <a:gd name="T8" fmla="*/ 132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4"/>
                  </a:cubicBezTo>
                  <a:cubicBezTo>
                    <a:pt x="35" y="118"/>
                    <a:pt x="7" y="96"/>
                    <a:pt x="3" y="65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1"/>
                    <a:pt x="114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4" name="Freeform 2180">
              <a:extLst>
                <a:ext uri="{FF2B5EF4-FFF2-40B4-BE49-F238E27FC236}">
                  <a16:creationId xmlns:a16="http://schemas.microsoft.com/office/drawing/2014/main" id="{9F9822AF-A5BF-4C6C-B8CA-424EE8CAA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3176"/>
              <a:ext cx="121" cy="120"/>
            </a:xfrm>
            <a:custGeom>
              <a:avLst/>
              <a:gdLst>
                <a:gd name="T0" fmla="*/ 132 w 118"/>
                <a:gd name="T1" fmla="*/ 58 h 118"/>
                <a:gd name="T2" fmla="*/ 77 w 118"/>
                <a:gd name="T3" fmla="*/ 126 h 118"/>
                <a:gd name="T4" fmla="*/ 3 w 118"/>
                <a:gd name="T5" fmla="*/ 71 h 118"/>
                <a:gd name="T6" fmla="*/ 58 w 118"/>
                <a:gd name="T7" fmla="*/ 3 h 118"/>
                <a:gd name="T8" fmla="*/ 132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4"/>
                  </a:cubicBezTo>
                  <a:cubicBezTo>
                    <a:pt x="35" y="118"/>
                    <a:pt x="7" y="96"/>
                    <a:pt x="3" y="65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1"/>
                    <a:pt x="114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5" name="Freeform 2181">
              <a:extLst>
                <a:ext uri="{FF2B5EF4-FFF2-40B4-BE49-F238E27FC236}">
                  <a16:creationId xmlns:a16="http://schemas.microsoft.com/office/drawing/2014/main" id="{46F65843-9853-4DD9-8188-A1AD97E9F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3192"/>
              <a:ext cx="67" cy="68"/>
            </a:xfrm>
            <a:custGeom>
              <a:avLst/>
              <a:gdLst>
                <a:gd name="T0" fmla="*/ 70 w 66"/>
                <a:gd name="T1" fmla="*/ 30 h 67"/>
                <a:gd name="T2" fmla="*/ 43 w 66"/>
                <a:gd name="T3" fmla="*/ 71 h 67"/>
                <a:gd name="T4" fmla="*/ 2 w 66"/>
                <a:gd name="T5" fmla="*/ 43 h 67"/>
                <a:gd name="T6" fmla="*/ 29 w 66"/>
                <a:gd name="T7" fmla="*/ 2 h 67"/>
                <a:gd name="T8" fmla="*/ 70 w 66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3"/>
                    <a:pt x="37" y="65"/>
                  </a:cubicBezTo>
                  <a:cubicBezTo>
                    <a:pt x="19" y="67"/>
                    <a:pt x="4" y="55"/>
                    <a:pt x="2" y="37"/>
                  </a:cubicBezTo>
                  <a:cubicBezTo>
                    <a:pt x="0" y="20"/>
                    <a:pt x="12" y="5"/>
                    <a:pt x="29" y="2"/>
                  </a:cubicBezTo>
                  <a:cubicBezTo>
                    <a:pt x="46" y="0"/>
                    <a:pt x="62" y="13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6" name="Freeform 2182">
              <a:extLst>
                <a:ext uri="{FF2B5EF4-FFF2-40B4-BE49-F238E27FC236}">
                  <a16:creationId xmlns:a16="http://schemas.microsoft.com/office/drawing/2014/main" id="{92745F22-D98D-4618-958B-7B97B9EAA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3204"/>
              <a:ext cx="23" cy="24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8 h 23"/>
                <a:gd name="T4" fmla="*/ 1 w 23"/>
                <a:gd name="T5" fmla="*/ 19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7" name="Freeform 2183">
              <a:extLst>
                <a:ext uri="{FF2B5EF4-FFF2-40B4-BE49-F238E27FC236}">
                  <a16:creationId xmlns:a16="http://schemas.microsoft.com/office/drawing/2014/main" id="{4BEE48AC-D369-4AC8-8FFB-10AA394F6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3217"/>
              <a:ext cx="62" cy="72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82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8" name="Freeform 2184">
              <a:extLst>
                <a:ext uri="{FF2B5EF4-FFF2-40B4-BE49-F238E27FC236}">
                  <a16:creationId xmlns:a16="http://schemas.microsoft.com/office/drawing/2014/main" id="{1450F9D5-91F8-45B6-BAB3-45E3728DD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774"/>
              <a:ext cx="121" cy="122"/>
            </a:xfrm>
            <a:custGeom>
              <a:avLst/>
              <a:gdLst>
                <a:gd name="T0" fmla="*/ 132 w 118"/>
                <a:gd name="T1" fmla="*/ 59 h 119"/>
                <a:gd name="T2" fmla="*/ 77 w 118"/>
                <a:gd name="T3" fmla="*/ 133 h 119"/>
                <a:gd name="T4" fmla="*/ 3 w 118"/>
                <a:gd name="T5" fmla="*/ 78 h 119"/>
                <a:gd name="T6" fmla="*/ 58 w 118"/>
                <a:gd name="T7" fmla="*/ 4 h 119"/>
                <a:gd name="T8" fmla="*/ 132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4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9" name="Freeform 2185">
              <a:extLst>
                <a:ext uri="{FF2B5EF4-FFF2-40B4-BE49-F238E27FC236}">
                  <a16:creationId xmlns:a16="http://schemas.microsoft.com/office/drawing/2014/main" id="{575FC1DC-FAA9-4790-82C5-FDE6D4CD9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774"/>
              <a:ext cx="121" cy="122"/>
            </a:xfrm>
            <a:custGeom>
              <a:avLst/>
              <a:gdLst>
                <a:gd name="T0" fmla="*/ 132 w 118"/>
                <a:gd name="T1" fmla="*/ 59 h 119"/>
                <a:gd name="T2" fmla="*/ 77 w 118"/>
                <a:gd name="T3" fmla="*/ 133 h 119"/>
                <a:gd name="T4" fmla="*/ 3 w 118"/>
                <a:gd name="T5" fmla="*/ 78 h 119"/>
                <a:gd name="T6" fmla="*/ 58 w 118"/>
                <a:gd name="T7" fmla="*/ 4 h 119"/>
                <a:gd name="T8" fmla="*/ 132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4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0" name="Freeform 2186">
              <a:extLst>
                <a:ext uri="{FF2B5EF4-FFF2-40B4-BE49-F238E27FC236}">
                  <a16:creationId xmlns:a16="http://schemas.microsoft.com/office/drawing/2014/main" id="{32E7A3C0-6865-4C8B-85B8-1E19482EA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792"/>
              <a:ext cx="68" cy="68"/>
            </a:xfrm>
            <a:custGeom>
              <a:avLst/>
              <a:gdLst>
                <a:gd name="T0" fmla="*/ 76 w 66"/>
                <a:gd name="T1" fmla="*/ 30 h 67"/>
                <a:gd name="T2" fmla="*/ 43 w 66"/>
                <a:gd name="T3" fmla="*/ 71 h 67"/>
                <a:gd name="T4" fmla="*/ 2 w 66"/>
                <a:gd name="T5" fmla="*/ 43 h 67"/>
                <a:gd name="T6" fmla="*/ 35 w 66"/>
                <a:gd name="T7" fmla="*/ 2 h 67"/>
                <a:gd name="T8" fmla="*/ 76 w 66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2"/>
                    <a:pt x="37" y="65"/>
                  </a:cubicBezTo>
                  <a:cubicBezTo>
                    <a:pt x="19" y="67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6" y="0"/>
                    <a:pt x="62" y="12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1" name="Freeform 2187">
              <a:extLst>
                <a:ext uri="{FF2B5EF4-FFF2-40B4-BE49-F238E27FC236}">
                  <a16:creationId xmlns:a16="http://schemas.microsoft.com/office/drawing/2014/main" id="{36B7A22B-E626-4561-9F0E-9BA358F3D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804"/>
              <a:ext cx="23" cy="24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8 h 23"/>
                <a:gd name="T4" fmla="*/ 1 w 23"/>
                <a:gd name="T5" fmla="*/ 19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8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2" name="Freeform 2188">
              <a:extLst>
                <a:ext uri="{FF2B5EF4-FFF2-40B4-BE49-F238E27FC236}">
                  <a16:creationId xmlns:a16="http://schemas.microsoft.com/office/drawing/2014/main" id="{83438A6D-9999-450E-9D30-30B68892E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817"/>
              <a:ext cx="62" cy="72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82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3" name="Freeform 2189">
              <a:extLst>
                <a:ext uri="{FF2B5EF4-FFF2-40B4-BE49-F238E27FC236}">
                  <a16:creationId xmlns:a16="http://schemas.microsoft.com/office/drawing/2014/main" id="{E508CB88-AEAC-4A4A-A5AE-14C07D9EE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3086"/>
              <a:ext cx="121" cy="121"/>
            </a:xfrm>
            <a:custGeom>
              <a:avLst/>
              <a:gdLst>
                <a:gd name="T0" fmla="*/ 132 w 118"/>
                <a:gd name="T1" fmla="*/ 59 h 119"/>
                <a:gd name="T2" fmla="*/ 77 w 118"/>
                <a:gd name="T3" fmla="*/ 127 h 119"/>
                <a:gd name="T4" fmla="*/ 3 w 118"/>
                <a:gd name="T5" fmla="*/ 72 h 119"/>
                <a:gd name="T6" fmla="*/ 58 w 118"/>
                <a:gd name="T7" fmla="*/ 4 h 119"/>
                <a:gd name="T8" fmla="*/ 132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3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4" name="Freeform 2190">
              <a:extLst>
                <a:ext uri="{FF2B5EF4-FFF2-40B4-BE49-F238E27FC236}">
                  <a16:creationId xmlns:a16="http://schemas.microsoft.com/office/drawing/2014/main" id="{3B2E6918-5AA7-47E3-8D6D-00FCA169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3086"/>
              <a:ext cx="121" cy="121"/>
            </a:xfrm>
            <a:custGeom>
              <a:avLst/>
              <a:gdLst>
                <a:gd name="T0" fmla="*/ 132 w 118"/>
                <a:gd name="T1" fmla="*/ 59 h 119"/>
                <a:gd name="T2" fmla="*/ 77 w 118"/>
                <a:gd name="T3" fmla="*/ 127 h 119"/>
                <a:gd name="T4" fmla="*/ 3 w 118"/>
                <a:gd name="T5" fmla="*/ 72 h 119"/>
                <a:gd name="T6" fmla="*/ 58 w 118"/>
                <a:gd name="T7" fmla="*/ 4 h 119"/>
                <a:gd name="T8" fmla="*/ 132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3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5" name="Freeform 2191">
              <a:extLst>
                <a:ext uri="{FF2B5EF4-FFF2-40B4-BE49-F238E27FC236}">
                  <a16:creationId xmlns:a16="http://schemas.microsoft.com/office/drawing/2014/main" id="{8DF20651-DA3B-454E-B272-15F9FCA4F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103"/>
              <a:ext cx="68" cy="67"/>
            </a:xfrm>
            <a:custGeom>
              <a:avLst/>
              <a:gdLst>
                <a:gd name="T0" fmla="*/ 76 w 66"/>
                <a:gd name="T1" fmla="*/ 30 h 66"/>
                <a:gd name="T2" fmla="*/ 43 w 66"/>
                <a:gd name="T3" fmla="*/ 70 h 66"/>
                <a:gd name="T4" fmla="*/ 2 w 66"/>
                <a:gd name="T5" fmla="*/ 43 h 66"/>
                <a:gd name="T6" fmla="*/ 35 w 66"/>
                <a:gd name="T7" fmla="*/ 2 h 66"/>
                <a:gd name="T8" fmla="*/ 76 w 66"/>
                <a:gd name="T9" fmla="*/ 3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30"/>
                  </a:moveTo>
                  <a:cubicBezTo>
                    <a:pt x="66" y="47"/>
                    <a:pt x="54" y="62"/>
                    <a:pt x="37" y="64"/>
                  </a:cubicBezTo>
                  <a:cubicBezTo>
                    <a:pt x="19" y="66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6" y="0"/>
                    <a:pt x="62" y="12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6" name="Freeform 2192">
              <a:extLst>
                <a:ext uri="{FF2B5EF4-FFF2-40B4-BE49-F238E27FC236}">
                  <a16:creationId xmlns:a16="http://schemas.microsoft.com/office/drawing/2014/main" id="{9DA80D2E-14AE-4D19-B04A-A22E39CAE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3115"/>
              <a:ext cx="23" cy="23"/>
            </a:xfrm>
            <a:custGeom>
              <a:avLst/>
              <a:gdLst>
                <a:gd name="T0" fmla="*/ 22 w 23"/>
                <a:gd name="T1" fmla="*/ 10 h 22"/>
                <a:gd name="T2" fmla="*/ 13 w 23"/>
                <a:gd name="T3" fmla="*/ 28 h 22"/>
                <a:gd name="T4" fmla="*/ 1 w 23"/>
                <a:gd name="T5" fmla="*/ 18 h 22"/>
                <a:gd name="T6" fmla="*/ 10 w 23"/>
                <a:gd name="T7" fmla="*/ 1 h 22"/>
                <a:gd name="T8" fmla="*/ 22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2"/>
                    <a:pt x="2" y="18"/>
                    <a:pt x="1" y="12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7" name="Freeform 2193">
              <a:extLst>
                <a:ext uri="{FF2B5EF4-FFF2-40B4-BE49-F238E27FC236}">
                  <a16:creationId xmlns:a16="http://schemas.microsoft.com/office/drawing/2014/main" id="{33432CA1-B538-4AFC-8352-B0A027853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128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8" name="Freeform 2194">
              <a:extLst>
                <a:ext uri="{FF2B5EF4-FFF2-40B4-BE49-F238E27FC236}">
                  <a16:creationId xmlns:a16="http://schemas.microsoft.com/office/drawing/2014/main" id="{DC04EF0D-AE27-4375-A282-D5E1E6E36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738"/>
              <a:ext cx="120" cy="121"/>
            </a:xfrm>
            <a:custGeom>
              <a:avLst/>
              <a:gdLst>
                <a:gd name="T0" fmla="*/ 127 w 118"/>
                <a:gd name="T1" fmla="*/ 59 h 119"/>
                <a:gd name="T2" fmla="*/ 72 w 118"/>
                <a:gd name="T3" fmla="*/ 127 h 119"/>
                <a:gd name="T4" fmla="*/ 4 w 118"/>
                <a:gd name="T5" fmla="*/ 72 h 119"/>
                <a:gd name="T6" fmla="*/ 58 w 118"/>
                <a:gd name="T7" fmla="*/ 4 h 119"/>
                <a:gd name="T8" fmla="*/ 127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6" y="112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6"/>
                    <a:pt x="22" y="8"/>
                    <a:pt x="52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9" name="Freeform 2195">
              <a:extLst>
                <a:ext uri="{FF2B5EF4-FFF2-40B4-BE49-F238E27FC236}">
                  <a16:creationId xmlns:a16="http://schemas.microsoft.com/office/drawing/2014/main" id="{583EF332-9853-4749-AFBB-B232C84BB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738"/>
              <a:ext cx="120" cy="121"/>
            </a:xfrm>
            <a:custGeom>
              <a:avLst/>
              <a:gdLst>
                <a:gd name="T0" fmla="*/ 127 w 118"/>
                <a:gd name="T1" fmla="*/ 59 h 119"/>
                <a:gd name="T2" fmla="*/ 72 w 118"/>
                <a:gd name="T3" fmla="*/ 127 h 119"/>
                <a:gd name="T4" fmla="*/ 4 w 118"/>
                <a:gd name="T5" fmla="*/ 72 h 119"/>
                <a:gd name="T6" fmla="*/ 58 w 118"/>
                <a:gd name="T7" fmla="*/ 4 h 119"/>
                <a:gd name="T8" fmla="*/ 127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6" y="112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6"/>
                    <a:pt x="22" y="8"/>
                    <a:pt x="52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0" name="Freeform 2196">
              <a:extLst>
                <a:ext uri="{FF2B5EF4-FFF2-40B4-BE49-F238E27FC236}">
                  <a16:creationId xmlns:a16="http://schemas.microsoft.com/office/drawing/2014/main" id="{60B81B99-5627-4C9B-8FDF-ABC795457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2755"/>
              <a:ext cx="67" cy="68"/>
            </a:xfrm>
            <a:custGeom>
              <a:avLst/>
              <a:gdLst>
                <a:gd name="T0" fmla="*/ 70 w 66"/>
                <a:gd name="T1" fmla="*/ 30 h 67"/>
                <a:gd name="T2" fmla="*/ 43 w 66"/>
                <a:gd name="T3" fmla="*/ 71 h 67"/>
                <a:gd name="T4" fmla="*/ 2 w 66"/>
                <a:gd name="T5" fmla="*/ 43 h 67"/>
                <a:gd name="T6" fmla="*/ 29 w 66"/>
                <a:gd name="T7" fmla="*/ 2 h 67"/>
                <a:gd name="T8" fmla="*/ 70 w 66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3"/>
                    <a:pt x="37" y="65"/>
                  </a:cubicBezTo>
                  <a:cubicBezTo>
                    <a:pt x="20" y="67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7" y="0"/>
                    <a:pt x="62" y="13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1" name="Freeform 2197">
              <a:extLst>
                <a:ext uri="{FF2B5EF4-FFF2-40B4-BE49-F238E27FC236}">
                  <a16:creationId xmlns:a16="http://schemas.microsoft.com/office/drawing/2014/main" id="{70DAACA9-DDC9-41F7-A52D-7C3CD872F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767"/>
              <a:ext cx="23" cy="24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8 h 23"/>
                <a:gd name="T4" fmla="*/ 1 w 23"/>
                <a:gd name="T5" fmla="*/ 19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5" y="2"/>
                    <a:pt x="10" y="1"/>
                  </a:cubicBezTo>
                  <a:cubicBezTo>
                    <a:pt x="16" y="0"/>
                    <a:pt x="22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2" name="Freeform 2198">
              <a:extLst>
                <a:ext uri="{FF2B5EF4-FFF2-40B4-BE49-F238E27FC236}">
                  <a16:creationId xmlns:a16="http://schemas.microsoft.com/office/drawing/2014/main" id="{F2598BC3-F0D5-40C0-9DA5-86DA58606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2781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3" name="Freeform 2199">
              <a:extLst>
                <a:ext uri="{FF2B5EF4-FFF2-40B4-BE49-F238E27FC236}">
                  <a16:creationId xmlns:a16="http://schemas.microsoft.com/office/drawing/2014/main" id="{2EEE7F64-4DA0-49A6-94A3-59CFD9B34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2555"/>
              <a:ext cx="120" cy="120"/>
            </a:xfrm>
            <a:custGeom>
              <a:avLst/>
              <a:gdLst>
                <a:gd name="T0" fmla="*/ 127 w 118"/>
                <a:gd name="T1" fmla="*/ 58 h 118"/>
                <a:gd name="T2" fmla="*/ 72 w 118"/>
                <a:gd name="T3" fmla="*/ 126 h 118"/>
                <a:gd name="T4" fmla="*/ 4 w 118"/>
                <a:gd name="T5" fmla="*/ 72 h 118"/>
                <a:gd name="T6" fmla="*/ 59 w 118"/>
                <a:gd name="T7" fmla="*/ 3 h 118"/>
                <a:gd name="T8" fmla="*/ 127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4" name="Freeform 2200">
              <a:extLst>
                <a:ext uri="{FF2B5EF4-FFF2-40B4-BE49-F238E27FC236}">
                  <a16:creationId xmlns:a16="http://schemas.microsoft.com/office/drawing/2014/main" id="{AEC8931C-41FE-4BD0-AD23-441436DDE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2555"/>
              <a:ext cx="120" cy="120"/>
            </a:xfrm>
            <a:custGeom>
              <a:avLst/>
              <a:gdLst>
                <a:gd name="T0" fmla="*/ 127 w 118"/>
                <a:gd name="T1" fmla="*/ 58 h 118"/>
                <a:gd name="T2" fmla="*/ 72 w 118"/>
                <a:gd name="T3" fmla="*/ 126 h 118"/>
                <a:gd name="T4" fmla="*/ 4 w 118"/>
                <a:gd name="T5" fmla="*/ 72 h 118"/>
                <a:gd name="T6" fmla="*/ 59 w 118"/>
                <a:gd name="T7" fmla="*/ 3 h 118"/>
                <a:gd name="T8" fmla="*/ 127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4" y="66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5" name="Freeform 2201">
              <a:extLst>
                <a:ext uri="{FF2B5EF4-FFF2-40B4-BE49-F238E27FC236}">
                  <a16:creationId xmlns:a16="http://schemas.microsoft.com/office/drawing/2014/main" id="{AF1A35CF-871D-4D8D-B706-D3521C36D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572"/>
              <a:ext cx="67" cy="68"/>
            </a:xfrm>
            <a:custGeom>
              <a:avLst/>
              <a:gdLst>
                <a:gd name="T0" fmla="*/ 70 w 66"/>
                <a:gd name="T1" fmla="*/ 35 h 66"/>
                <a:gd name="T2" fmla="*/ 43 w 66"/>
                <a:gd name="T3" fmla="*/ 76 h 66"/>
                <a:gd name="T4" fmla="*/ 2 w 66"/>
                <a:gd name="T5" fmla="*/ 43 h 66"/>
                <a:gd name="T6" fmla="*/ 30 w 66"/>
                <a:gd name="T7" fmla="*/ 2 h 66"/>
                <a:gd name="T8" fmla="*/ 70 w 66"/>
                <a:gd name="T9" fmla="*/ 3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19"/>
                    <a:pt x="12" y="4"/>
                    <a:pt x="30" y="2"/>
                  </a:cubicBezTo>
                  <a:cubicBezTo>
                    <a:pt x="47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6" name="Freeform 2202">
              <a:extLst>
                <a:ext uri="{FF2B5EF4-FFF2-40B4-BE49-F238E27FC236}">
                  <a16:creationId xmlns:a16="http://schemas.microsoft.com/office/drawing/2014/main" id="{B0F2A3F6-6BD9-4C9A-B2B2-A5D548137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84"/>
              <a:ext cx="22" cy="23"/>
            </a:xfrm>
            <a:custGeom>
              <a:avLst/>
              <a:gdLst>
                <a:gd name="T0" fmla="*/ 21 w 22"/>
                <a:gd name="T1" fmla="*/ 10 h 23"/>
                <a:gd name="T2" fmla="*/ 12 w 22"/>
                <a:gd name="T3" fmla="*/ 22 h 23"/>
                <a:gd name="T4" fmla="*/ 0 w 22"/>
                <a:gd name="T5" fmla="*/ 13 h 23"/>
                <a:gd name="T6" fmla="*/ 10 w 22"/>
                <a:gd name="T7" fmla="*/ 1 h 23"/>
                <a:gd name="T8" fmla="*/ 21 w 22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1" y="10"/>
                  </a:moveTo>
                  <a:cubicBezTo>
                    <a:pt x="22" y="16"/>
                    <a:pt x="18" y="22"/>
                    <a:pt x="12" y="22"/>
                  </a:cubicBezTo>
                  <a:cubicBezTo>
                    <a:pt x="6" y="23"/>
                    <a:pt x="1" y="19"/>
                    <a:pt x="0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5" y="0"/>
                    <a:pt x="21" y="5"/>
                    <a:pt x="21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7" name="Freeform 2203">
              <a:extLst>
                <a:ext uri="{FF2B5EF4-FFF2-40B4-BE49-F238E27FC236}">
                  <a16:creationId xmlns:a16="http://schemas.microsoft.com/office/drawing/2014/main" id="{E242136C-3EE5-41E7-90EA-CBDB2EEF2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2597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8" name="Freeform 2204">
              <a:extLst>
                <a:ext uri="{FF2B5EF4-FFF2-40B4-BE49-F238E27FC236}">
                  <a16:creationId xmlns:a16="http://schemas.microsoft.com/office/drawing/2014/main" id="{4B2FA900-4A46-4F3D-8613-266F7CB2C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847"/>
              <a:ext cx="121" cy="120"/>
            </a:xfrm>
            <a:custGeom>
              <a:avLst/>
              <a:gdLst>
                <a:gd name="T0" fmla="*/ 132 w 118"/>
                <a:gd name="T1" fmla="*/ 58 h 118"/>
                <a:gd name="T2" fmla="*/ 78 w 118"/>
                <a:gd name="T3" fmla="*/ 126 h 118"/>
                <a:gd name="T4" fmla="*/ 3 w 118"/>
                <a:gd name="T5" fmla="*/ 72 h 118"/>
                <a:gd name="T6" fmla="*/ 58 w 118"/>
                <a:gd name="T7" fmla="*/ 3 h 118"/>
                <a:gd name="T8" fmla="*/ 132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9" name="Freeform 2205">
              <a:extLst>
                <a:ext uri="{FF2B5EF4-FFF2-40B4-BE49-F238E27FC236}">
                  <a16:creationId xmlns:a16="http://schemas.microsoft.com/office/drawing/2014/main" id="{B21D85F0-CF0B-4806-AE33-5648368AD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847"/>
              <a:ext cx="121" cy="120"/>
            </a:xfrm>
            <a:custGeom>
              <a:avLst/>
              <a:gdLst>
                <a:gd name="T0" fmla="*/ 132 w 118"/>
                <a:gd name="T1" fmla="*/ 58 h 118"/>
                <a:gd name="T2" fmla="*/ 78 w 118"/>
                <a:gd name="T3" fmla="*/ 126 h 118"/>
                <a:gd name="T4" fmla="*/ 3 w 118"/>
                <a:gd name="T5" fmla="*/ 72 h 118"/>
                <a:gd name="T6" fmla="*/ 58 w 118"/>
                <a:gd name="T7" fmla="*/ 3 h 118"/>
                <a:gd name="T8" fmla="*/ 132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6" y="114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0" name="Freeform 2206">
              <a:extLst>
                <a:ext uri="{FF2B5EF4-FFF2-40B4-BE49-F238E27FC236}">
                  <a16:creationId xmlns:a16="http://schemas.microsoft.com/office/drawing/2014/main" id="{69D47D0B-17FF-4AB6-964C-0C25A5B63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2864"/>
              <a:ext cx="67" cy="68"/>
            </a:xfrm>
            <a:custGeom>
              <a:avLst/>
              <a:gdLst>
                <a:gd name="T0" fmla="*/ 70 w 66"/>
                <a:gd name="T1" fmla="*/ 35 h 66"/>
                <a:gd name="T2" fmla="*/ 43 w 66"/>
                <a:gd name="T3" fmla="*/ 76 h 66"/>
                <a:gd name="T4" fmla="*/ 2 w 66"/>
                <a:gd name="T5" fmla="*/ 43 h 66"/>
                <a:gd name="T6" fmla="*/ 29 w 66"/>
                <a:gd name="T7" fmla="*/ 2 h 66"/>
                <a:gd name="T8" fmla="*/ 70 w 66"/>
                <a:gd name="T9" fmla="*/ 3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19"/>
                    <a:pt x="12" y="4"/>
                    <a:pt x="29" y="2"/>
                  </a:cubicBezTo>
                  <a:cubicBezTo>
                    <a:pt x="47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1" name="Freeform 2207">
              <a:extLst>
                <a:ext uri="{FF2B5EF4-FFF2-40B4-BE49-F238E27FC236}">
                  <a16:creationId xmlns:a16="http://schemas.microsoft.com/office/drawing/2014/main" id="{846D3121-49C6-4453-88AE-FCCD96FE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2876"/>
              <a:ext cx="23" cy="23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2 h 23"/>
                <a:gd name="T4" fmla="*/ 1 w 23"/>
                <a:gd name="T5" fmla="*/ 13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2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5" y="2"/>
                    <a:pt x="10" y="1"/>
                  </a:cubicBezTo>
                  <a:cubicBezTo>
                    <a:pt x="16" y="0"/>
                    <a:pt x="22" y="5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2" name="Freeform 2208">
              <a:extLst>
                <a:ext uri="{FF2B5EF4-FFF2-40B4-BE49-F238E27FC236}">
                  <a16:creationId xmlns:a16="http://schemas.microsoft.com/office/drawing/2014/main" id="{EFBE7E60-B257-4193-B2AB-358841119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889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3" name="Freeform 2209">
              <a:extLst>
                <a:ext uri="{FF2B5EF4-FFF2-40B4-BE49-F238E27FC236}">
                  <a16:creationId xmlns:a16="http://schemas.microsoft.com/office/drawing/2014/main" id="{8CEC20B7-9CC8-41D7-A1DB-B0574BF31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545"/>
              <a:ext cx="120" cy="120"/>
            </a:xfrm>
            <a:custGeom>
              <a:avLst/>
              <a:gdLst>
                <a:gd name="T0" fmla="*/ 126 w 118"/>
                <a:gd name="T1" fmla="*/ 58 h 118"/>
                <a:gd name="T2" fmla="*/ 71 w 118"/>
                <a:gd name="T3" fmla="*/ 126 h 118"/>
                <a:gd name="T4" fmla="*/ 3 w 118"/>
                <a:gd name="T5" fmla="*/ 71 h 118"/>
                <a:gd name="T6" fmla="*/ 58 w 118"/>
                <a:gd name="T7" fmla="*/ 3 h 118"/>
                <a:gd name="T8" fmla="*/ 126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4"/>
                  </a:cubicBezTo>
                  <a:cubicBezTo>
                    <a:pt x="35" y="118"/>
                    <a:pt x="7" y="96"/>
                    <a:pt x="3" y="65"/>
                  </a:cubicBezTo>
                  <a:cubicBezTo>
                    <a:pt x="0" y="35"/>
                    <a:pt x="21" y="7"/>
                    <a:pt x="52" y="3"/>
                  </a:cubicBezTo>
                  <a:cubicBezTo>
                    <a:pt x="83" y="0"/>
                    <a:pt x="111" y="21"/>
                    <a:pt x="114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4" name="Freeform 2210">
              <a:extLst>
                <a:ext uri="{FF2B5EF4-FFF2-40B4-BE49-F238E27FC236}">
                  <a16:creationId xmlns:a16="http://schemas.microsoft.com/office/drawing/2014/main" id="{E6CBB777-7D70-4452-A6DA-AFE5305B7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545"/>
              <a:ext cx="120" cy="120"/>
            </a:xfrm>
            <a:custGeom>
              <a:avLst/>
              <a:gdLst>
                <a:gd name="T0" fmla="*/ 126 w 118"/>
                <a:gd name="T1" fmla="*/ 58 h 118"/>
                <a:gd name="T2" fmla="*/ 71 w 118"/>
                <a:gd name="T3" fmla="*/ 126 h 118"/>
                <a:gd name="T4" fmla="*/ 3 w 118"/>
                <a:gd name="T5" fmla="*/ 71 h 118"/>
                <a:gd name="T6" fmla="*/ 58 w 118"/>
                <a:gd name="T7" fmla="*/ 3 h 118"/>
                <a:gd name="T8" fmla="*/ 126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4"/>
                  </a:cubicBezTo>
                  <a:cubicBezTo>
                    <a:pt x="35" y="118"/>
                    <a:pt x="7" y="96"/>
                    <a:pt x="3" y="65"/>
                  </a:cubicBezTo>
                  <a:cubicBezTo>
                    <a:pt x="0" y="35"/>
                    <a:pt x="21" y="7"/>
                    <a:pt x="52" y="3"/>
                  </a:cubicBezTo>
                  <a:cubicBezTo>
                    <a:pt x="83" y="0"/>
                    <a:pt x="111" y="21"/>
                    <a:pt x="114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5" name="Freeform 2211">
              <a:extLst>
                <a:ext uri="{FF2B5EF4-FFF2-40B4-BE49-F238E27FC236}">
                  <a16:creationId xmlns:a16="http://schemas.microsoft.com/office/drawing/2014/main" id="{66E5FAB3-1091-432C-801C-361A266A6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2561"/>
              <a:ext cx="67" cy="69"/>
            </a:xfrm>
            <a:custGeom>
              <a:avLst/>
              <a:gdLst>
                <a:gd name="T0" fmla="*/ 70 w 66"/>
                <a:gd name="T1" fmla="*/ 36 h 67"/>
                <a:gd name="T2" fmla="*/ 42 w 66"/>
                <a:gd name="T3" fmla="*/ 77 h 67"/>
                <a:gd name="T4" fmla="*/ 2 w 66"/>
                <a:gd name="T5" fmla="*/ 43 h 67"/>
                <a:gd name="T6" fmla="*/ 29 w 66"/>
                <a:gd name="T7" fmla="*/ 2 h 67"/>
                <a:gd name="T8" fmla="*/ 70 w 66"/>
                <a:gd name="T9" fmla="*/ 3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3"/>
                    <a:pt x="36" y="65"/>
                  </a:cubicBezTo>
                  <a:cubicBezTo>
                    <a:pt x="19" y="67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6" y="0"/>
                    <a:pt x="62" y="13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6" name="Freeform 2212">
              <a:extLst>
                <a:ext uri="{FF2B5EF4-FFF2-40B4-BE49-F238E27FC236}">
                  <a16:creationId xmlns:a16="http://schemas.microsoft.com/office/drawing/2014/main" id="{AB8D91AC-85AF-4AE1-B61D-12B890BD3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573"/>
              <a:ext cx="24" cy="24"/>
            </a:xfrm>
            <a:custGeom>
              <a:avLst/>
              <a:gdLst>
                <a:gd name="T0" fmla="*/ 28 w 23"/>
                <a:gd name="T1" fmla="*/ 10 h 23"/>
                <a:gd name="T2" fmla="*/ 19 w 23"/>
                <a:gd name="T3" fmla="*/ 28 h 23"/>
                <a:gd name="T4" fmla="*/ 1 w 23"/>
                <a:gd name="T5" fmla="*/ 19 h 23"/>
                <a:gd name="T6" fmla="*/ 10 w 23"/>
                <a:gd name="T7" fmla="*/ 1 h 23"/>
                <a:gd name="T8" fmla="*/ 28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8" y="21"/>
                    <a:pt x="13" y="22"/>
                  </a:cubicBezTo>
                  <a:cubicBezTo>
                    <a:pt x="7" y="23"/>
                    <a:pt x="1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7" name="Freeform 2213">
              <a:extLst>
                <a:ext uri="{FF2B5EF4-FFF2-40B4-BE49-F238E27FC236}">
                  <a16:creationId xmlns:a16="http://schemas.microsoft.com/office/drawing/2014/main" id="{EF517E24-34C4-45F6-B549-C9516EE51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587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49" y="58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8" name="Freeform 2214">
              <a:extLst>
                <a:ext uri="{FF2B5EF4-FFF2-40B4-BE49-F238E27FC236}">
                  <a16:creationId xmlns:a16="http://schemas.microsoft.com/office/drawing/2014/main" id="{BD734A2D-EC1D-4DE5-B3A3-4FAA7B1C5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311"/>
              <a:ext cx="120" cy="121"/>
            </a:xfrm>
            <a:custGeom>
              <a:avLst/>
              <a:gdLst>
                <a:gd name="T0" fmla="*/ 126 w 118"/>
                <a:gd name="T1" fmla="*/ 59 h 118"/>
                <a:gd name="T2" fmla="*/ 72 w 118"/>
                <a:gd name="T3" fmla="*/ 133 h 118"/>
                <a:gd name="T4" fmla="*/ 3 w 118"/>
                <a:gd name="T5" fmla="*/ 78 h 118"/>
                <a:gd name="T6" fmla="*/ 58 w 118"/>
                <a:gd name="T7" fmla="*/ 4 h 118"/>
                <a:gd name="T8" fmla="*/ 126 w 118"/>
                <a:gd name="T9" fmla="*/ 59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7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9" name="Freeform 2215">
              <a:extLst>
                <a:ext uri="{FF2B5EF4-FFF2-40B4-BE49-F238E27FC236}">
                  <a16:creationId xmlns:a16="http://schemas.microsoft.com/office/drawing/2014/main" id="{AA8CA5C7-BCCF-4D9D-AA2C-C3D808216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311"/>
              <a:ext cx="120" cy="121"/>
            </a:xfrm>
            <a:custGeom>
              <a:avLst/>
              <a:gdLst>
                <a:gd name="T0" fmla="*/ 126 w 118"/>
                <a:gd name="T1" fmla="*/ 59 h 118"/>
                <a:gd name="T2" fmla="*/ 72 w 118"/>
                <a:gd name="T3" fmla="*/ 133 h 118"/>
                <a:gd name="T4" fmla="*/ 3 w 118"/>
                <a:gd name="T5" fmla="*/ 78 h 118"/>
                <a:gd name="T6" fmla="*/ 58 w 118"/>
                <a:gd name="T7" fmla="*/ 4 h 118"/>
                <a:gd name="T8" fmla="*/ 126 w 118"/>
                <a:gd name="T9" fmla="*/ 59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3"/>
                  </a:moveTo>
                  <a:cubicBezTo>
                    <a:pt x="118" y="83"/>
                    <a:pt x="96" y="111"/>
                    <a:pt x="66" y="115"/>
                  </a:cubicBezTo>
                  <a:cubicBezTo>
                    <a:pt x="35" y="118"/>
                    <a:pt x="7" y="97"/>
                    <a:pt x="3" y="66"/>
                  </a:cubicBezTo>
                  <a:cubicBezTo>
                    <a:pt x="0" y="35"/>
                    <a:pt x="22" y="7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0" name="Freeform 2216">
              <a:extLst>
                <a:ext uri="{FF2B5EF4-FFF2-40B4-BE49-F238E27FC236}">
                  <a16:creationId xmlns:a16="http://schemas.microsoft.com/office/drawing/2014/main" id="{420F4542-0D29-4B8D-B5F4-C78181293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328"/>
              <a:ext cx="67" cy="68"/>
            </a:xfrm>
            <a:custGeom>
              <a:avLst/>
              <a:gdLst>
                <a:gd name="T0" fmla="*/ 70 w 66"/>
                <a:gd name="T1" fmla="*/ 35 h 66"/>
                <a:gd name="T2" fmla="*/ 43 w 66"/>
                <a:gd name="T3" fmla="*/ 76 h 66"/>
                <a:gd name="T4" fmla="*/ 2 w 66"/>
                <a:gd name="T5" fmla="*/ 43 h 66"/>
                <a:gd name="T6" fmla="*/ 29 w 66"/>
                <a:gd name="T7" fmla="*/ 2 h 66"/>
                <a:gd name="T8" fmla="*/ 70 w 66"/>
                <a:gd name="T9" fmla="*/ 3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7"/>
                    <a:pt x="54" y="62"/>
                    <a:pt x="37" y="64"/>
                  </a:cubicBezTo>
                  <a:cubicBezTo>
                    <a:pt x="20" y="66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7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1" name="Freeform 2217">
              <a:extLst>
                <a:ext uri="{FF2B5EF4-FFF2-40B4-BE49-F238E27FC236}">
                  <a16:creationId xmlns:a16="http://schemas.microsoft.com/office/drawing/2014/main" id="{28ADD068-DBBF-4EAE-B5B4-59BF1EBFD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341"/>
              <a:ext cx="24" cy="22"/>
            </a:xfrm>
            <a:custGeom>
              <a:avLst/>
              <a:gdLst>
                <a:gd name="T0" fmla="*/ 28 w 23"/>
                <a:gd name="T1" fmla="*/ 10 h 22"/>
                <a:gd name="T2" fmla="*/ 19 w 23"/>
                <a:gd name="T3" fmla="*/ 22 h 22"/>
                <a:gd name="T4" fmla="*/ 1 w 23"/>
                <a:gd name="T5" fmla="*/ 12 h 22"/>
                <a:gd name="T6" fmla="*/ 10 w 23"/>
                <a:gd name="T7" fmla="*/ 0 h 22"/>
                <a:gd name="T8" fmla="*/ 28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2"/>
                    <a:pt x="2" y="18"/>
                    <a:pt x="1" y="12"/>
                  </a:cubicBezTo>
                  <a:cubicBezTo>
                    <a:pt x="0" y="6"/>
                    <a:pt x="5" y="1"/>
                    <a:pt x="10" y="0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2" name="Freeform 2218">
              <a:extLst>
                <a:ext uri="{FF2B5EF4-FFF2-40B4-BE49-F238E27FC236}">
                  <a16:creationId xmlns:a16="http://schemas.microsoft.com/office/drawing/2014/main" id="{6924D056-74CC-4FC2-8EBA-B22842FA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353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3" name="Freeform 2219">
              <a:extLst>
                <a:ext uri="{FF2B5EF4-FFF2-40B4-BE49-F238E27FC236}">
                  <a16:creationId xmlns:a16="http://schemas.microsoft.com/office/drawing/2014/main" id="{451B2492-3590-4965-84D2-FF44E71D0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164"/>
              <a:ext cx="120" cy="121"/>
            </a:xfrm>
            <a:custGeom>
              <a:avLst/>
              <a:gdLst>
                <a:gd name="T0" fmla="*/ 127 w 118"/>
                <a:gd name="T1" fmla="*/ 58 h 118"/>
                <a:gd name="T2" fmla="*/ 72 w 118"/>
                <a:gd name="T3" fmla="*/ 132 h 118"/>
                <a:gd name="T4" fmla="*/ 4 w 118"/>
                <a:gd name="T5" fmla="*/ 77 h 118"/>
                <a:gd name="T6" fmla="*/ 59 w 118"/>
                <a:gd name="T7" fmla="*/ 3 h 118"/>
                <a:gd name="T8" fmla="*/ 127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7" y="111"/>
                    <a:pt x="66" y="114"/>
                  </a:cubicBezTo>
                  <a:cubicBezTo>
                    <a:pt x="35" y="118"/>
                    <a:pt x="7" y="96"/>
                    <a:pt x="4" y="65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1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4" name="Freeform 2220">
              <a:extLst>
                <a:ext uri="{FF2B5EF4-FFF2-40B4-BE49-F238E27FC236}">
                  <a16:creationId xmlns:a16="http://schemas.microsoft.com/office/drawing/2014/main" id="{B4F1FCAB-3529-4FE8-894D-731B4BCDB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164"/>
              <a:ext cx="120" cy="121"/>
            </a:xfrm>
            <a:custGeom>
              <a:avLst/>
              <a:gdLst>
                <a:gd name="T0" fmla="*/ 127 w 118"/>
                <a:gd name="T1" fmla="*/ 58 h 118"/>
                <a:gd name="T2" fmla="*/ 72 w 118"/>
                <a:gd name="T3" fmla="*/ 132 h 118"/>
                <a:gd name="T4" fmla="*/ 4 w 118"/>
                <a:gd name="T5" fmla="*/ 77 h 118"/>
                <a:gd name="T6" fmla="*/ 59 w 118"/>
                <a:gd name="T7" fmla="*/ 3 h 118"/>
                <a:gd name="T8" fmla="*/ 127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7" y="111"/>
                    <a:pt x="66" y="114"/>
                  </a:cubicBezTo>
                  <a:cubicBezTo>
                    <a:pt x="35" y="118"/>
                    <a:pt x="7" y="96"/>
                    <a:pt x="4" y="65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1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5" name="Freeform 2221">
              <a:extLst>
                <a:ext uri="{FF2B5EF4-FFF2-40B4-BE49-F238E27FC236}">
                  <a16:creationId xmlns:a16="http://schemas.microsoft.com/office/drawing/2014/main" id="{CD51D4D2-729D-4F8A-B1A4-43EBD00AE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180"/>
              <a:ext cx="69" cy="69"/>
            </a:xfrm>
            <a:custGeom>
              <a:avLst/>
              <a:gdLst>
                <a:gd name="T0" fmla="*/ 77 w 67"/>
                <a:gd name="T1" fmla="*/ 36 h 67"/>
                <a:gd name="T2" fmla="*/ 43 w 67"/>
                <a:gd name="T3" fmla="*/ 77 h 67"/>
                <a:gd name="T4" fmla="*/ 2 w 67"/>
                <a:gd name="T5" fmla="*/ 43 h 67"/>
                <a:gd name="T6" fmla="*/ 36 w 67"/>
                <a:gd name="T7" fmla="*/ 2 h 67"/>
                <a:gd name="T8" fmla="*/ 77 w 67"/>
                <a:gd name="T9" fmla="*/ 3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5" y="30"/>
                  </a:moveTo>
                  <a:cubicBezTo>
                    <a:pt x="67" y="47"/>
                    <a:pt x="54" y="63"/>
                    <a:pt x="37" y="65"/>
                  </a:cubicBezTo>
                  <a:cubicBezTo>
                    <a:pt x="20" y="67"/>
                    <a:pt x="4" y="54"/>
                    <a:pt x="2" y="37"/>
                  </a:cubicBezTo>
                  <a:cubicBezTo>
                    <a:pt x="0" y="20"/>
                    <a:pt x="12" y="4"/>
                    <a:pt x="30" y="2"/>
                  </a:cubicBezTo>
                  <a:cubicBezTo>
                    <a:pt x="47" y="0"/>
                    <a:pt x="62" y="13"/>
                    <a:pt x="65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6" name="Freeform 2222">
              <a:extLst>
                <a:ext uri="{FF2B5EF4-FFF2-40B4-BE49-F238E27FC236}">
                  <a16:creationId xmlns:a16="http://schemas.microsoft.com/office/drawing/2014/main" id="{62784439-FFC7-42FE-9C7C-2830550E3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193"/>
              <a:ext cx="23" cy="23"/>
            </a:xfrm>
            <a:custGeom>
              <a:avLst/>
              <a:gdLst>
                <a:gd name="T0" fmla="*/ 28 w 22"/>
                <a:gd name="T1" fmla="*/ 10 h 23"/>
                <a:gd name="T2" fmla="*/ 18 w 22"/>
                <a:gd name="T3" fmla="*/ 22 h 23"/>
                <a:gd name="T4" fmla="*/ 0 w 22"/>
                <a:gd name="T5" fmla="*/ 13 h 23"/>
                <a:gd name="T6" fmla="*/ 10 w 22"/>
                <a:gd name="T7" fmla="*/ 1 h 23"/>
                <a:gd name="T8" fmla="*/ 28 w 22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2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6" y="23"/>
                    <a:pt x="1" y="19"/>
                    <a:pt x="0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7" name="Freeform 2223">
              <a:extLst>
                <a:ext uri="{FF2B5EF4-FFF2-40B4-BE49-F238E27FC236}">
                  <a16:creationId xmlns:a16="http://schemas.microsoft.com/office/drawing/2014/main" id="{341E19AC-2BEF-45BA-998E-2BE147552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206"/>
              <a:ext cx="62" cy="71"/>
            </a:xfrm>
            <a:custGeom>
              <a:avLst/>
              <a:gdLst>
                <a:gd name="T0" fmla="*/ 55 w 60"/>
                <a:gd name="T1" fmla="*/ 0 h 70"/>
                <a:gd name="T2" fmla="*/ 0 w 60"/>
                <a:gd name="T3" fmla="*/ 76 h 70"/>
                <a:gd name="T4" fmla="*/ 55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8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8" name="Freeform 2224">
              <a:extLst>
                <a:ext uri="{FF2B5EF4-FFF2-40B4-BE49-F238E27FC236}">
                  <a16:creationId xmlns:a16="http://schemas.microsoft.com/office/drawing/2014/main" id="{74940375-86D2-4FF5-8366-5590FC0B9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1939"/>
              <a:ext cx="121" cy="121"/>
            </a:xfrm>
            <a:custGeom>
              <a:avLst/>
              <a:gdLst>
                <a:gd name="T0" fmla="*/ 133 w 118"/>
                <a:gd name="T1" fmla="*/ 59 h 119"/>
                <a:gd name="T2" fmla="*/ 78 w 118"/>
                <a:gd name="T3" fmla="*/ 127 h 119"/>
                <a:gd name="T4" fmla="*/ 4 w 118"/>
                <a:gd name="T5" fmla="*/ 72 h 119"/>
                <a:gd name="T6" fmla="*/ 59 w 118"/>
                <a:gd name="T7" fmla="*/ 4 h 119"/>
                <a:gd name="T8" fmla="*/ 133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6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9" name="Freeform 2225">
              <a:extLst>
                <a:ext uri="{FF2B5EF4-FFF2-40B4-BE49-F238E27FC236}">
                  <a16:creationId xmlns:a16="http://schemas.microsoft.com/office/drawing/2014/main" id="{BEF0336C-C227-49CE-98AC-2D8E5E27F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1939"/>
              <a:ext cx="121" cy="121"/>
            </a:xfrm>
            <a:custGeom>
              <a:avLst/>
              <a:gdLst>
                <a:gd name="T0" fmla="*/ 133 w 118"/>
                <a:gd name="T1" fmla="*/ 59 h 119"/>
                <a:gd name="T2" fmla="*/ 78 w 118"/>
                <a:gd name="T3" fmla="*/ 127 h 119"/>
                <a:gd name="T4" fmla="*/ 4 w 118"/>
                <a:gd name="T5" fmla="*/ 72 h 119"/>
                <a:gd name="T6" fmla="*/ 59 w 118"/>
                <a:gd name="T7" fmla="*/ 4 h 119"/>
                <a:gd name="T8" fmla="*/ 133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5" y="53"/>
                  </a:moveTo>
                  <a:cubicBezTo>
                    <a:pt x="118" y="84"/>
                    <a:pt x="96" y="111"/>
                    <a:pt x="66" y="115"/>
                  </a:cubicBezTo>
                  <a:cubicBezTo>
                    <a:pt x="35" y="119"/>
                    <a:pt x="7" y="97"/>
                    <a:pt x="4" y="66"/>
                  </a:cubicBezTo>
                  <a:cubicBezTo>
                    <a:pt x="0" y="35"/>
                    <a:pt x="22" y="8"/>
                    <a:pt x="53" y="4"/>
                  </a:cubicBezTo>
                  <a:cubicBezTo>
                    <a:pt x="83" y="0"/>
                    <a:pt x="111" y="22"/>
                    <a:pt x="115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0" name="Freeform 2226">
              <a:extLst>
                <a:ext uri="{FF2B5EF4-FFF2-40B4-BE49-F238E27FC236}">
                  <a16:creationId xmlns:a16="http://schemas.microsoft.com/office/drawing/2014/main" id="{98DA7F9A-2984-404D-87E2-1C49A2308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1956"/>
              <a:ext cx="67" cy="68"/>
            </a:xfrm>
            <a:custGeom>
              <a:avLst/>
              <a:gdLst>
                <a:gd name="T0" fmla="*/ 70 w 66"/>
                <a:gd name="T1" fmla="*/ 30 h 67"/>
                <a:gd name="T2" fmla="*/ 43 w 66"/>
                <a:gd name="T3" fmla="*/ 70 h 67"/>
                <a:gd name="T4" fmla="*/ 2 w 66"/>
                <a:gd name="T5" fmla="*/ 43 h 67"/>
                <a:gd name="T6" fmla="*/ 30 w 66"/>
                <a:gd name="T7" fmla="*/ 2 h 67"/>
                <a:gd name="T8" fmla="*/ 70 w 66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2"/>
                    <a:pt x="37" y="64"/>
                  </a:cubicBezTo>
                  <a:cubicBezTo>
                    <a:pt x="20" y="67"/>
                    <a:pt x="4" y="54"/>
                    <a:pt x="2" y="37"/>
                  </a:cubicBezTo>
                  <a:cubicBezTo>
                    <a:pt x="0" y="20"/>
                    <a:pt x="12" y="4"/>
                    <a:pt x="30" y="2"/>
                  </a:cubicBezTo>
                  <a:cubicBezTo>
                    <a:pt x="47" y="0"/>
                    <a:pt x="62" y="12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1" name="Freeform 2227">
              <a:extLst>
                <a:ext uri="{FF2B5EF4-FFF2-40B4-BE49-F238E27FC236}">
                  <a16:creationId xmlns:a16="http://schemas.microsoft.com/office/drawing/2014/main" id="{BB405123-5EF4-40F3-B69C-188E3ADF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1968"/>
              <a:ext cx="22" cy="24"/>
            </a:xfrm>
            <a:custGeom>
              <a:avLst/>
              <a:gdLst>
                <a:gd name="T0" fmla="*/ 21 w 22"/>
                <a:gd name="T1" fmla="*/ 10 h 23"/>
                <a:gd name="T2" fmla="*/ 12 w 22"/>
                <a:gd name="T3" fmla="*/ 28 h 23"/>
                <a:gd name="T4" fmla="*/ 0 w 22"/>
                <a:gd name="T5" fmla="*/ 18 h 23"/>
                <a:gd name="T6" fmla="*/ 10 w 22"/>
                <a:gd name="T7" fmla="*/ 1 h 23"/>
                <a:gd name="T8" fmla="*/ 21 w 22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1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6" y="23"/>
                    <a:pt x="1" y="18"/>
                    <a:pt x="0" y="12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5" y="0"/>
                    <a:pt x="21" y="4"/>
                    <a:pt x="21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2" name="Freeform 2228">
              <a:extLst>
                <a:ext uri="{FF2B5EF4-FFF2-40B4-BE49-F238E27FC236}">
                  <a16:creationId xmlns:a16="http://schemas.microsoft.com/office/drawing/2014/main" id="{440592FB-AADB-4D74-8CE9-DD8AEC1F6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1980"/>
              <a:ext cx="61" cy="72"/>
            </a:xfrm>
            <a:custGeom>
              <a:avLst/>
              <a:gdLst>
                <a:gd name="T0" fmla="*/ 50 w 60"/>
                <a:gd name="T1" fmla="*/ 0 h 70"/>
                <a:gd name="T2" fmla="*/ 0 w 60"/>
                <a:gd name="T3" fmla="*/ 82 h 70"/>
                <a:gd name="T4" fmla="*/ 50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9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3" name="Freeform 2229">
              <a:extLst>
                <a:ext uri="{FF2B5EF4-FFF2-40B4-BE49-F238E27FC236}">
                  <a16:creationId xmlns:a16="http://schemas.microsoft.com/office/drawing/2014/main" id="{04AFC23C-7630-4FE9-8FB5-B1F6E2ADB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2350"/>
              <a:ext cx="121" cy="120"/>
            </a:xfrm>
            <a:custGeom>
              <a:avLst/>
              <a:gdLst>
                <a:gd name="T0" fmla="*/ 132 w 118"/>
                <a:gd name="T1" fmla="*/ 58 h 118"/>
                <a:gd name="T2" fmla="*/ 77 w 118"/>
                <a:gd name="T3" fmla="*/ 126 h 118"/>
                <a:gd name="T4" fmla="*/ 3 w 118"/>
                <a:gd name="T5" fmla="*/ 72 h 118"/>
                <a:gd name="T6" fmla="*/ 58 w 118"/>
                <a:gd name="T7" fmla="*/ 3 h 118"/>
                <a:gd name="T8" fmla="*/ 132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4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4" name="Freeform 2230">
              <a:extLst>
                <a:ext uri="{FF2B5EF4-FFF2-40B4-BE49-F238E27FC236}">
                  <a16:creationId xmlns:a16="http://schemas.microsoft.com/office/drawing/2014/main" id="{854984FE-A22D-4029-BF15-6FB1BD72C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2350"/>
              <a:ext cx="121" cy="120"/>
            </a:xfrm>
            <a:custGeom>
              <a:avLst/>
              <a:gdLst>
                <a:gd name="T0" fmla="*/ 132 w 118"/>
                <a:gd name="T1" fmla="*/ 58 h 118"/>
                <a:gd name="T2" fmla="*/ 77 w 118"/>
                <a:gd name="T3" fmla="*/ 126 h 118"/>
                <a:gd name="T4" fmla="*/ 3 w 118"/>
                <a:gd name="T5" fmla="*/ 72 h 118"/>
                <a:gd name="T6" fmla="*/ 58 w 118"/>
                <a:gd name="T7" fmla="*/ 3 h 118"/>
                <a:gd name="T8" fmla="*/ 132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4" y="52"/>
                  </a:moveTo>
                  <a:cubicBezTo>
                    <a:pt x="118" y="83"/>
                    <a:pt x="96" y="111"/>
                    <a:pt x="65" y="114"/>
                  </a:cubicBezTo>
                  <a:cubicBezTo>
                    <a:pt x="35" y="118"/>
                    <a:pt x="7" y="96"/>
                    <a:pt x="3" y="66"/>
                  </a:cubicBezTo>
                  <a:cubicBezTo>
                    <a:pt x="0" y="35"/>
                    <a:pt x="22" y="7"/>
                    <a:pt x="52" y="3"/>
                  </a:cubicBezTo>
                  <a:cubicBezTo>
                    <a:pt x="83" y="0"/>
                    <a:pt x="111" y="22"/>
                    <a:pt x="114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5" name="Freeform 2231">
              <a:extLst>
                <a:ext uri="{FF2B5EF4-FFF2-40B4-BE49-F238E27FC236}">
                  <a16:creationId xmlns:a16="http://schemas.microsoft.com/office/drawing/2014/main" id="{D6D2D940-07FA-4364-A224-98AFD7F32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367"/>
              <a:ext cx="67" cy="68"/>
            </a:xfrm>
            <a:custGeom>
              <a:avLst/>
              <a:gdLst>
                <a:gd name="T0" fmla="*/ 70 w 66"/>
                <a:gd name="T1" fmla="*/ 35 h 66"/>
                <a:gd name="T2" fmla="*/ 43 w 66"/>
                <a:gd name="T3" fmla="*/ 76 h 66"/>
                <a:gd name="T4" fmla="*/ 2 w 66"/>
                <a:gd name="T5" fmla="*/ 43 h 66"/>
                <a:gd name="T6" fmla="*/ 29 w 66"/>
                <a:gd name="T7" fmla="*/ 2 h 66"/>
                <a:gd name="T8" fmla="*/ 70 w 66"/>
                <a:gd name="T9" fmla="*/ 3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64" y="29"/>
                  </a:moveTo>
                  <a:cubicBezTo>
                    <a:pt x="66" y="46"/>
                    <a:pt x="54" y="62"/>
                    <a:pt x="37" y="64"/>
                  </a:cubicBezTo>
                  <a:cubicBezTo>
                    <a:pt x="19" y="66"/>
                    <a:pt x="4" y="54"/>
                    <a:pt x="2" y="37"/>
                  </a:cubicBezTo>
                  <a:cubicBezTo>
                    <a:pt x="0" y="19"/>
                    <a:pt x="12" y="4"/>
                    <a:pt x="29" y="2"/>
                  </a:cubicBezTo>
                  <a:cubicBezTo>
                    <a:pt x="46" y="0"/>
                    <a:pt x="62" y="12"/>
                    <a:pt x="64" y="29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6" name="Freeform 2232">
              <a:extLst>
                <a:ext uri="{FF2B5EF4-FFF2-40B4-BE49-F238E27FC236}">
                  <a16:creationId xmlns:a16="http://schemas.microsoft.com/office/drawing/2014/main" id="{61E4F846-907E-453F-8A9A-5087A13D2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2378"/>
              <a:ext cx="23" cy="24"/>
            </a:xfrm>
            <a:custGeom>
              <a:avLst/>
              <a:gdLst>
                <a:gd name="T0" fmla="*/ 22 w 23"/>
                <a:gd name="T1" fmla="*/ 10 h 23"/>
                <a:gd name="T2" fmla="*/ 13 w 23"/>
                <a:gd name="T3" fmla="*/ 28 h 23"/>
                <a:gd name="T4" fmla="*/ 1 w 23"/>
                <a:gd name="T5" fmla="*/ 19 h 23"/>
                <a:gd name="T6" fmla="*/ 10 w 23"/>
                <a:gd name="T7" fmla="*/ 1 h 23"/>
                <a:gd name="T8" fmla="*/ 22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8" y="22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5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7" name="Freeform 2233">
              <a:extLst>
                <a:ext uri="{FF2B5EF4-FFF2-40B4-BE49-F238E27FC236}">
                  <a16:creationId xmlns:a16="http://schemas.microsoft.com/office/drawing/2014/main" id="{9D0EE150-39A3-43AE-B307-631BD5346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5" y="2392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49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8" name="Freeform 2234">
              <a:extLst>
                <a:ext uri="{FF2B5EF4-FFF2-40B4-BE49-F238E27FC236}">
                  <a16:creationId xmlns:a16="http://schemas.microsoft.com/office/drawing/2014/main" id="{C2AA06FF-044E-487E-B1BB-2F0CEFF36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2878"/>
              <a:ext cx="121" cy="120"/>
            </a:xfrm>
            <a:custGeom>
              <a:avLst/>
              <a:gdLst>
                <a:gd name="T0" fmla="*/ 133 w 118"/>
                <a:gd name="T1" fmla="*/ 58 h 118"/>
                <a:gd name="T2" fmla="*/ 78 w 118"/>
                <a:gd name="T3" fmla="*/ 126 h 118"/>
                <a:gd name="T4" fmla="*/ 4 w 118"/>
                <a:gd name="T5" fmla="*/ 71 h 118"/>
                <a:gd name="T6" fmla="*/ 59 w 118"/>
                <a:gd name="T7" fmla="*/ 3 h 118"/>
                <a:gd name="T8" fmla="*/ 133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7" y="111"/>
                    <a:pt x="66" y="114"/>
                  </a:cubicBezTo>
                  <a:cubicBezTo>
                    <a:pt x="35" y="118"/>
                    <a:pt x="7" y="96"/>
                    <a:pt x="4" y="65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9" name="Freeform 2235">
              <a:extLst>
                <a:ext uri="{FF2B5EF4-FFF2-40B4-BE49-F238E27FC236}">
                  <a16:creationId xmlns:a16="http://schemas.microsoft.com/office/drawing/2014/main" id="{5AB1E81A-6B50-40AC-8E18-4F7AF88E5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2878"/>
              <a:ext cx="121" cy="120"/>
            </a:xfrm>
            <a:custGeom>
              <a:avLst/>
              <a:gdLst>
                <a:gd name="T0" fmla="*/ 133 w 118"/>
                <a:gd name="T1" fmla="*/ 58 h 118"/>
                <a:gd name="T2" fmla="*/ 78 w 118"/>
                <a:gd name="T3" fmla="*/ 126 h 118"/>
                <a:gd name="T4" fmla="*/ 4 w 118"/>
                <a:gd name="T5" fmla="*/ 71 h 118"/>
                <a:gd name="T6" fmla="*/ 59 w 118"/>
                <a:gd name="T7" fmla="*/ 3 h 118"/>
                <a:gd name="T8" fmla="*/ 133 w 118"/>
                <a:gd name="T9" fmla="*/ 5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8">
                  <a:moveTo>
                    <a:pt x="115" y="52"/>
                  </a:moveTo>
                  <a:cubicBezTo>
                    <a:pt x="118" y="83"/>
                    <a:pt x="97" y="111"/>
                    <a:pt x="66" y="114"/>
                  </a:cubicBezTo>
                  <a:cubicBezTo>
                    <a:pt x="35" y="118"/>
                    <a:pt x="7" y="96"/>
                    <a:pt x="4" y="65"/>
                  </a:cubicBezTo>
                  <a:cubicBezTo>
                    <a:pt x="0" y="35"/>
                    <a:pt x="22" y="7"/>
                    <a:pt x="53" y="3"/>
                  </a:cubicBezTo>
                  <a:cubicBezTo>
                    <a:pt x="83" y="0"/>
                    <a:pt x="111" y="22"/>
                    <a:pt x="115" y="5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0" name="Freeform 2236">
              <a:extLst>
                <a:ext uri="{FF2B5EF4-FFF2-40B4-BE49-F238E27FC236}">
                  <a16:creationId xmlns:a16="http://schemas.microsoft.com/office/drawing/2014/main" id="{9E54E99E-DDC9-483F-8594-D85D5D7D1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2894"/>
              <a:ext cx="68" cy="68"/>
            </a:xfrm>
            <a:custGeom>
              <a:avLst/>
              <a:gdLst>
                <a:gd name="T0" fmla="*/ 71 w 67"/>
                <a:gd name="T1" fmla="*/ 30 h 67"/>
                <a:gd name="T2" fmla="*/ 43 w 67"/>
                <a:gd name="T3" fmla="*/ 71 h 67"/>
                <a:gd name="T4" fmla="*/ 2 w 67"/>
                <a:gd name="T5" fmla="*/ 43 h 67"/>
                <a:gd name="T6" fmla="*/ 30 w 67"/>
                <a:gd name="T7" fmla="*/ 2 h 67"/>
                <a:gd name="T8" fmla="*/ 71 w 67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5" y="30"/>
                  </a:moveTo>
                  <a:cubicBezTo>
                    <a:pt x="67" y="47"/>
                    <a:pt x="54" y="63"/>
                    <a:pt x="37" y="65"/>
                  </a:cubicBezTo>
                  <a:cubicBezTo>
                    <a:pt x="20" y="67"/>
                    <a:pt x="4" y="55"/>
                    <a:pt x="2" y="37"/>
                  </a:cubicBezTo>
                  <a:cubicBezTo>
                    <a:pt x="0" y="20"/>
                    <a:pt x="12" y="5"/>
                    <a:pt x="30" y="2"/>
                  </a:cubicBezTo>
                  <a:cubicBezTo>
                    <a:pt x="47" y="0"/>
                    <a:pt x="62" y="13"/>
                    <a:pt x="65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1" name="Freeform 2237">
              <a:extLst>
                <a:ext uri="{FF2B5EF4-FFF2-40B4-BE49-F238E27FC236}">
                  <a16:creationId xmlns:a16="http://schemas.microsoft.com/office/drawing/2014/main" id="{BD75F03B-2661-49D5-9886-44F9F531F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2906"/>
              <a:ext cx="22" cy="24"/>
            </a:xfrm>
            <a:custGeom>
              <a:avLst/>
              <a:gdLst>
                <a:gd name="T0" fmla="*/ 22 w 22"/>
                <a:gd name="T1" fmla="*/ 10 h 23"/>
                <a:gd name="T2" fmla="*/ 12 w 22"/>
                <a:gd name="T3" fmla="*/ 28 h 23"/>
                <a:gd name="T4" fmla="*/ 0 w 22"/>
                <a:gd name="T5" fmla="*/ 19 h 23"/>
                <a:gd name="T6" fmla="*/ 10 w 22"/>
                <a:gd name="T7" fmla="*/ 1 h 23"/>
                <a:gd name="T8" fmla="*/ 22 w 22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2" y="10"/>
                  </a:moveTo>
                  <a:cubicBezTo>
                    <a:pt x="22" y="16"/>
                    <a:pt x="18" y="21"/>
                    <a:pt x="12" y="22"/>
                  </a:cubicBezTo>
                  <a:cubicBezTo>
                    <a:pt x="6" y="23"/>
                    <a:pt x="1" y="19"/>
                    <a:pt x="0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2" name="Freeform 2238">
              <a:extLst>
                <a:ext uri="{FF2B5EF4-FFF2-40B4-BE49-F238E27FC236}">
                  <a16:creationId xmlns:a16="http://schemas.microsoft.com/office/drawing/2014/main" id="{7FE4CAD7-543C-4307-896E-108E1669A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0" y="2919"/>
              <a:ext cx="61" cy="72"/>
            </a:xfrm>
            <a:custGeom>
              <a:avLst/>
              <a:gdLst>
                <a:gd name="T0" fmla="*/ 50 w 60"/>
                <a:gd name="T1" fmla="*/ 0 h 70"/>
                <a:gd name="T2" fmla="*/ 0 w 60"/>
                <a:gd name="T3" fmla="*/ 82 h 70"/>
                <a:gd name="T4" fmla="*/ 50 w 6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">
                  <a:moveTo>
                    <a:pt x="44" y="0"/>
                  </a:moveTo>
                  <a:cubicBezTo>
                    <a:pt x="44" y="0"/>
                    <a:pt x="60" y="60"/>
                    <a:pt x="0" y="70"/>
                  </a:cubicBezTo>
                  <a:cubicBezTo>
                    <a:pt x="0" y="70"/>
                    <a:pt x="49" y="58"/>
                    <a:pt x="44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3" name="Freeform 2239">
              <a:extLst>
                <a:ext uri="{FF2B5EF4-FFF2-40B4-BE49-F238E27FC236}">
                  <a16:creationId xmlns:a16="http://schemas.microsoft.com/office/drawing/2014/main" id="{9B3481A0-CFD6-4DAD-B06C-425A85909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3256"/>
              <a:ext cx="120" cy="122"/>
            </a:xfrm>
            <a:custGeom>
              <a:avLst/>
              <a:gdLst>
                <a:gd name="T0" fmla="*/ 126 w 118"/>
                <a:gd name="T1" fmla="*/ 59 h 119"/>
                <a:gd name="T2" fmla="*/ 71 w 118"/>
                <a:gd name="T3" fmla="*/ 133 h 119"/>
                <a:gd name="T4" fmla="*/ 3 w 118"/>
                <a:gd name="T5" fmla="*/ 78 h 119"/>
                <a:gd name="T6" fmla="*/ 58 w 118"/>
                <a:gd name="T7" fmla="*/ 4 h 119"/>
                <a:gd name="T8" fmla="*/ 126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4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solidFill>
              <a:srgbClr val="E52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4" name="Freeform 2240">
              <a:extLst>
                <a:ext uri="{FF2B5EF4-FFF2-40B4-BE49-F238E27FC236}">
                  <a16:creationId xmlns:a16="http://schemas.microsoft.com/office/drawing/2014/main" id="{747BBA53-8E7C-4242-B381-B4110DE46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3256"/>
              <a:ext cx="120" cy="122"/>
            </a:xfrm>
            <a:custGeom>
              <a:avLst/>
              <a:gdLst>
                <a:gd name="T0" fmla="*/ 126 w 118"/>
                <a:gd name="T1" fmla="*/ 59 h 119"/>
                <a:gd name="T2" fmla="*/ 71 w 118"/>
                <a:gd name="T3" fmla="*/ 133 h 119"/>
                <a:gd name="T4" fmla="*/ 3 w 118"/>
                <a:gd name="T5" fmla="*/ 78 h 119"/>
                <a:gd name="T6" fmla="*/ 58 w 118"/>
                <a:gd name="T7" fmla="*/ 4 h 119"/>
                <a:gd name="T8" fmla="*/ 126 w 118"/>
                <a:gd name="T9" fmla="*/ 59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19">
                  <a:moveTo>
                    <a:pt x="114" y="53"/>
                  </a:moveTo>
                  <a:cubicBezTo>
                    <a:pt x="118" y="84"/>
                    <a:pt x="96" y="111"/>
                    <a:pt x="65" y="115"/>
                  </a:cubicBezTo>
                  <a:cubicBezTo>
                    <a:pt x="35" y="119"/>
                    <a:pt x="7" y="97"/>
                    <a:pt x="3" y="66"/>
                  </a:cubicBezTo>
                  <a:cubicBezTo>
                    <a:pt x="0" y="35"/>
                    <a:pt x="22" y="8"/>
                    <a:pt x="52" y="4"/>
                  </a:cubicBezTo>
                  <a:cubicBezTo>
                    <a:pt x="83" y="0"/>
                    <a:pt x="111" y="22"/>
                    <a:pt x="114" y="5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5" name="Freeform 2241">
              <a:extLst>
                <a:ext uri="{FF2B5EF4-FFF2-40B4-BE49-F238E27FC236}">
                  <a16:creationId xmlns:a16="http://schemas.microsoft.com/office/drawing/2014/main" id="{44870B2A-26C7-4140-B5EC-0F51C82B2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3274"/>
              <a:ext cx="67" cy="68"/>
            </a:xfrm>
            <a:custGeom>
              <a:avLst/>
              <a:gdLst>
                <a:gd name="T0" fmla="*/ 70 w 66"/>
                <a:gd name="T1" fmla="*/ 30 h 67"/>
                <a:gd name="T2" fmla="*/ 43 w 66"/>
                <a:gd name="T3" fmla="*/ 71 h 67"/>
                <a:gd name="T4" fmla="*/ 2 w 66"/>
                <a:gd name="T5" fmla="*/ 43 h 67"/>
                <a:gd name="T6" fmla="*/ 29 w 66"/>
                <a:gd name="T7" fmla="*/ 2 h 67"/>
                <a:gd name="T8" fmla="*/ 70 w 66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64" y="30"/>
                  </a:moveTo>
                  <a:cubicBezTo>
                    <a:pt x="66" y="47"/>
                    <a:pt x="54" y="62"/>
                    <a:pt x="37" y="65"/>
                  </a:cubicBezTo>
                  <a:cubicBezTo>
                    <a:pt x="19" y="67"/>
                    <a:pt x="4" y="54"/>
                    <a:pt x="2" y="37"/>
                  </a:cubicBezTo>
                  <a:cubicBezTo>
                    <a:pt x="0" y="20"/>
                    <a:pt x="12" y="4"/>
                    <a:pt x="29" y="2"/>
                  </a:cubicBezTo>
                  <a:cubicBezTo>
                    <a:pt x="46" y="0"/>
                    <a:pt x="62" y="12"/>
                    <a:pt x="64" y="30"/>
                  </a:cubicBezTo>
                  <a:close/>
                </a:path>
              </a:pathLst>
            </a:custGeom>
            <a:solidFill>
              <a:srgbClr val="E9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6" name="Freeform 2242">
              <a:extLst>
                <a:ext uri="{FF2B5EF4-FFF2-40B4-BE49-F238E27FC236}">
                  <a16:creationId xmlns:a16="http://schemas.microsoft.com/office/drawing/2014/main" id="{6BD53716-E8B0-419B-9693-FBAF56B86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3286"/>
              <a:ext cx="24" cy="23"/>
            </a:xfrm>
            <a:custGeom>
              <a:avLst/>
              <a:gdLst>
                <a:gd name="T0" fmla="*/ 28 w 23"/>
                <a:gd name="T1" fmla="*/ 10 h 23"/>
                <a:gd name="T2" fmla="*/ 19 w 23"/>
                <a:gd name="T3" fmla="*/ 22 h 23"/>
                <a:gd name="T4" fmla="*/ 1 w 23"/>
                <a:gd name="T5" fmla="*/ 13 h 23"/>
                <a:gd name="T6" fmla="*/ 10 w 23"/>
                <a:gd name="T7" fmla="*/ 1 h 23"/>
                <a:gd name="T8" fmla="*/ 28 w 23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2" y="10"/>
                  </a:move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8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7" name="Freeform 2243">
              <a:extLst>
                <a:ext uri="{FF2B5EF4-FFF2-40B4-BE49-F238E27FC236}">
                  <a16:creationId xmlns:a16="http://schemas.microsoft.com/office/drawing/2014/main" id="{60140F43-50A8-4B9A-94D0-00742AA0F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" y="3298"/>
              <a:ext cx="62" cy="71"/>
            </a:xfrm>
            <a:custGeom>
              <a:avLst/>
              <a:gdLst>
                <a:gd name="T0" fmla="*/ 51 w 61"/>
                <a:gd name="T1" fmla="*/ 0 h 70"/>
                <a:gd name="T2" fmla="*/ 0 w 61"/>
                <a:gd name="T3" fmla="*/ 76 h 70"/>
                <a:gd name="T4" fmla="*/ 51 w 6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0">
                  <a:moveTo>
                    <a:pt x="45" y="0"/>
                  </a:moveTo>
                  <a:cubicBezTo>
                    <a:pt x="45" y="0"/>
                    <a:pt x="61" y="60"/>
                    <a:pt x="0" y="70"/>
                  </a:cubicBezTo>
                  <a:cubicBezTo>
                    <a:pt x="0" y="70"/>
                    <a:pt x="50" y="59"/>
                    <a:pt x="45" y="0"/>
                  </a:cubicBezTo>
                  <a:close/>
                </a:path>
              </a:pathLst>
            </a:custGeom>
            <a:solidFill>
              <a:srgbClr val="A90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50" name="Hepatitis-virus-capsid-protein-assembly">
            <a:extLst>
              <a:ext uri="{FF2B5EF4-FFF2-40B4-BE49-F238E27FC236}">
                <a16:creationId xmlns:a16="http://schemas.microsoft.com/office/drawing/2014/main" id="{04840155-BF0D-435D-9FAB-69A23072F4AC}"/>
              </a:ext>
            </a:extLst>
          </p:cNvPr>
          <p:cNvGrpSpPr>
            <a:grpSpLocks/>
          </p:cNvGrpSpPr>
          <p:nvPr/>
        </p:nvGrpSpPr>
        <p:grpSpPr bwMode="auto">
          <a:xfrm>
            <a:off x="6613525" y="4846638"/>
            <a:ext cx="860425" cy="815975"/>
            <a:chOff x="3206" y="3053"/>
            <a:chExt cx="542" cy="514"/>
          </a:xfrm>
        </p:grpSpPr>
        <p:sp>
          <p:nvSpPr>
            <p:cNvPr id="31751" name="Freeform 2245">
              <a:extLst>
                <a:ext uri="{FF2B5EF4-FFF2-40B4-BE49-F238E27FC236}">
                  <a16:creationId xmlns:a16="http://schemas.microsoft.com/office/drawing/2014/main" id="{04C6E21E-E2FC-445D-B42C-E19907B0E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3072"/>
              <a:ext cx="468" cy="449"/>
            </a:xfrm>
            <a:custGeom>
              <a:avLst/>
              <a:gdLst>
                <a:gd name="T0" fmla="*/ 235 w 468"/>
                <a:gd name="T1" fmla="*/ 0 h 449"/>
                <a:gd name="T2" fmla="*/ 468 w 468"/>
                <a:gd name="T3" fmla="*/ 449 h 449"/>
                <a:gd name="T4" fmla="*/ 0 w 468"/>
                <a:gd name="T5" fmla="*/ 449 h 449"/>
                <a:gd name="T6" fmla="*/ 235 w 468"/>
                <a:gd name="T7" fmla="*/ 0 h 4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8" h="449">
                  <a:moveTo>
                    <a:pt x="235" y="0"/>
                  </a:moveTo>
                  <a:lnTo>
                    <a:pt x="468" y="449"/>
                  </a:lnTo>
                  <a:lnTo>
                    <a:pt x="0" y="449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6A4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Oval 2246">
              <a:extLst>
                <a:ext uri="{FF2B5EF4-FFF2-40B4-BE49-F238E27FC236}">
                  <a16:creationId xmlns:a16="http://schemas.microsoft.com/office/drawing/2014/main" id="{8DF9B2DA-D0A8-4E16-B971-B81348996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3487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53" name="Oval 2247">
              <a:extLst>
                <a:ext uri="{FF2B5EF4-FFF2-40B4-BE49-F238E27FC236}">
                  <a16:creationId xmlns:a16="http://schemas.microsoft.com/office/drawing/2014/main" id="{0711AE55-32F0-41DF-B32A-869BD99BE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3487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54" name="Oval 2248">
              <a:extLst>
                <a:ext uri="{FF2B5EF4-FFF2-40B4-BE49-F238E27FC236}">
                  <a16:creationId xmlns:a16="http://schemas.microsoft.com/office/drawing/2014/main" id="{C2548C12-D1C4-4BD7-A8AC-739B5D0BC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3494"/>
              <a:ext cx="40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55" name="Oval 2249">
              <a:extLst>
                <a:ext uri="{FF2B5EF4-FFF2-40B4-BE49-F238E27FC236}">
                  <a16:creationId xmlns:a16="http://schemas.microsoft.com/office/drawing/2014/main" id="{2DEF69B7-75EC-4DAF-927D-BEF9BB1D9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50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56" name="Freeform 2250">
              <a:extLst>
                <a:ext uri="{FF2B5EF4-FFF2-40B4-BE49-F238E27FC236}">
                  <a16:creationId xmlns:a16="http://schemas.microsoft.com/office/drawing/2014/main" id="{6A3DD9D8-D6C1-4892-B16D-7D6112695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3504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3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Oval 2251">
              <a:extLst>
                <a:ext uri="{FF2B5EF4-FFF2-40B4-BE49-F238E27FC236}">
                  <a16:creationId xmlns:a16="http://schemas.microsoft.com/office/drawing/2014/main" id="{6523C0DA-92C5-46D1-AD5E-B3406BF59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3425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58" name="Oval 2252">
              <a:extLst>
                <a:ext uri="{FF2B5EF4-FFF2-40B4-BE49-F238E27FC236}">
                  <a16:creationId xmlns:a16="http://schemas.microsoft.com/office/drawing/2014/main" id="{34F01E2D-A372-4D31-B960-DFA960BA3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3425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59" name="Oval 2253">
              <a:extLst>
                <a:ext uri="{FF2B5EF4-FFF2-40B4-BE49-F238E27FC236}">
                  <a16:creationId xmlns:a16="http://schemas.microsoft.com/office/drawing/2014/main" id="{0152B945-D159-4BD8-AD84-0C379FD46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3432"/>
              <a:ext cx="41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0" name="Oval 2254">
              <a:extLst>
                <a:ext uri="{FF2B5EF4-FFF2-40B4-BE49-F238E27FC236}">
                  <a16:creationId xmlns:a16="http://schemas.microsoft.com/office/drawing/2014/main" id="{9873DDF1-F302-43F4-A4CF-4936A6560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343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1" name="Freeform 2255">
              <a:extLst>
                <a:ext uri="{FF2B5EF4-FFF2-40B4-BE49-F238E27FC236}">
                  <a16:creationId xmlns:a16="http://schemas.microsoft.com/office/drawing/2014/main" id="{77AA107A-8A6D-405D-80CB-13FC5387F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442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3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Oval 2256">
              <a:extLst>
                <a:ext uri="{FF2B5EF4-FFF2-40B4-BE49-F238E27FC236}">
                  <a16:creationId xmlns:a16="http://schemas.microsoft.com/office/drawing/2014/main" id="{6142C7CD-2081-4E92-BD86-7F4A1D802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3363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3" name="Oval 2257">
              <a:extLst>
                <a:ext uri="{FF2B5EF4-FFF2-40B4-BE49-F238E27FC236}">
                  <a16:creationId xmlns:a16="http://schemas.microsoft.com/office/drawing/2014/main" id="{46DAA6FE-5AD5-4300-9681-78B6D9709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3363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4" name="Oval 2258">
              <a:extLst>
                <a:ext uri="{FF2B5EF4-FFF2-40B4-BE49-F238E27FC236}">
                  <a16:creationId xmlns:a16="http://schemas.microsoft.com/office/drawing/2014/main" id="{549C3124-17C6-449D-8547-D809B049D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3370"/>
              <a:ext cx="40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5" name="Oval 2259">
              <a:extLst>
                <a:ext uri="{FF2B5EF4-FFF2-40B4-BE49-F238E27FC236}">
                  <a16:creationId xmlns:a16="http://schemas.microsoft.com/office/drawing/2014/main" id="{71C5718A-9696-433C-9AAF-820DA4FB3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337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6" name="Freeform 2260">
              <a:extLst>
                <a:ext uri="{FF2B5EF4-FFF2-40B4-BE49-F238E27FC236}">
                  <a16:creationId xmlns:a16="http://schemas.microsoft.com/office/drawing/2014/main" id="{9F5429B8-961B-4078-9809-2B4A6121F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380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5 w 58"/>
                <a:gd name="T3" fmla="*/ 50 h 60"/>
                <a:gd name="T4" fmla="*/ 36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3" y="60"/>
                    <a:pt x="41" y="38"/>
                  </a:cubicBezTo>
                  <a:cubicBezTo>
                    <a:pt x="58" y="18"/>
                    <a:pt x="42" y="0"/>
                    <a:pt x="42" y="0"/>
                  </a:cubicBezTo>
                  <a:cubicBezTo>
                    <a:pt x="42" y="0"/>
                    <a:pt x="51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Oval 2261">
              <a:extLst>
                <a:ext uri="{FF2B5EF4-FFF2-40B4-BE49-F238E27FC236}">
                  <a16:creationId xmlns:a16="http://schemas.microsoft.com/office/drawing/2014/main" id="{056B98C2-68CC-4FCF-9FD3-5E609E8BA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3301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8" name="Oval 2262">
              <a:extLst>
                <a:ext uri="{FF2B5EF4-FFF2-40B4-BE49-F238E27FC236}">
                  <a16:creationId xmlns:a16="http://schemas.microsoft.com/office/drawing/2014/main" id="{9D62A454-362D-4792-9EA8-C044BEA3A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3301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9" name="Oval 2263">
              <a:extLst>
                <a:ext uri="{FF2B5EF4-FFF2-40B4-BE49-F238E27FC236}">
                  <a16:creationId xmlns:a16="http://schemas.microsoft.com/office/drawing/2014/main" id="{AC6438F3-2D4C-479C-B11F-F5F4639B6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2" y="3308"/>
              <a:ext cx="40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0" name="Oval 2264">
              <a:extLst>
                <a:ext uri="{FF2B5EF4-FFF2-40B4-BE49-F238E27FC236}">
                  <a16:creationId xmlns:a16="http://schemas.microsoft.com/office/drawing/2014/main" id="{BED25E0C-6750-490A-BAE1-53E035F1B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331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1" name="Freeform 2265">
              <a:extLst>
                <a:ext uri="{FF2B5EF4-FFF2-40B4-BE49-F238E27FC236}">
                  <a16:creationId xmlns:a16="http://schemas.microsoft.com/office/drawing/2014/main" id="{A0ED9FD0-D8CC-4B73-9FAB-88CD1EDC6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318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6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4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Oval 2266">
              <a:extLst>
                <a:ext uri="{FF2B5EF4-FFF2-40B4-BE49-F238E27FC236}">
                  <a16:creationId xmlns:a16="http://schemas.microsoft.com/office/drawing/2014/main" id="{707D2DB3-31C3-4922-9290-4D2209FB2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3239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3" name="Oval 2267">
              <a:extLst>
                <a:ext uri="{FF2B5EF4-FFF2-40B4-BE49-F238E27FC236}">
                  <a16:creationId xmlns:a16="http://schemas.microsoft.com/office/drawing/2014/main" id="{7C7A6172-DE8C-488B-B0D7-658C3EEA2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3239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4" name="Oval 2268">
              <a:extLst>
                <a:ext uri="{FF2B5EF4-FFF2-40B4-BE49-F238E27FC236}">
                  <a16:creationId xmlns:a16="http://schemas.microsoft.com/office/drawing/2014/main" id="{D1144280-DA93-4911-90B2-748BB0FB0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3246"/>
              <a:ext cx="40" cy="43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5" name="Oval 2269">
              <a:extLst>
                <a:ext uri="{FF2B5EF4-FFF2-40B4-BE49-F238E27FC236}">
                  <a16:creationId xmlns:a16="http://schemas.microsoft.com/office/drawing/2014/main" id="{F91A2356-D8AC-4F98-9B08-4698A7490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3253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6" name="Freeform 2270">
              <a:extLst>
                <a:ext uri="{FF2B5EF4-FFF2-40B4-BE49-F238E27FC236}">
                  <a16:creationId xmlns:a16="http://schemas.microsoft.com/office/drawing/2014/main" id="{9EF92D6A-4C94-4E9C-9B7D-CA53AC11C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3256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3" y="60"/>
                    <a:pt x="42" y="38"/>
                  </a:cubicBezTo>
                  <a:cubicBezTo>
                    <a:pt x="58" y="19"/>
                    <a:pt x="43" y="0"/>
                    <a:pt x="43" y="0"/>
                  </a:cubicBezTo>
                  <a:cubicBezTo>
                    <a:pt x="43" y="0"/>
                    <a:pt x="51" y="21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Oval 2271">
              <a:extLst>
                <a:ext uri="{FF2B5EF4-FFF2-40B4-BE49-F238E27FC236}">
                  <a16:creationId xmlns:a16="http://schemas.microsoft.com/office/drawing/2014/main" id="{CA30F258-9C2F-4E55-A59A-C0B90DB7D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3177"/>
              <a:ext cx="67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8" name="Oval 2272">
              <a:extLst>
                <a:ext uri="{FF2B5EF4-FFF2-40B4-BE49-F238E27FC236}">
                  <a16:creationId xmlns:a16="http://schemas.microsoft.com/office/drawing/2014/main" id="{C3ABD199-FA15-42C0-8BEA-231FB3007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3177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9" name="Oval 2273">
              <a:extLst>
                <a:ext uri="{FF2B5EF4-FFF2-40B4-BE49-F238E27FC236}">
                  <a16:creationId xmlns:a16="http://schemas.microsoft.com/office/drawing/2014/main" id="{5562BADF-AB74-4A5F-AE9A-43432BC83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3183"/>
              <a:ext cx="40" cy="43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0" name="Oval 2274">
              <a:extLst>
                <a:ext uri="{FF2B5EF4-FFF2-40B4-BE49-F238E27FC236}">
                  <a16:creationId xmlns:a16="http://schemas.microsoft.com/office/drawing/2014/main" id="{96FBEB06-4DF2-476D-97D4-C0C0205B9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3191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1" name="Freeform 2275">
              <a:extLst>
                <a:ext uri="{FF2B5EF4-FFF2-40B4-BE49-F238E27FC236}">
                  <a16:creationId xmlns:a16="http://schemas.microsoft.com/office/drawing/2014/main" id="{9C50585F-5A6D-4C10-8F49-48A35ADD6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194"/>
              <a:ext cx="56" cy="63"/>
            </a:xfrm>
            <a:custGeom>
              <a:avLst/>
              <a:gdLst>
                <a:gd name="T0" fmla="*/ 0 w 57"/>
                <a:gd name="T1" fmla="*/ 57 h 60"/>
                <a:gd name="T2" fmla="*/ 35 w 57"/>
                <a:gd name="T3" fmla="*/ 50 h 60"/>
                <a:gd name="T4" fmla="*/ 36 w 57"/>
                <a:gd name="T5" fmla="*/ 0 h 60"/>
                <a:gd name="T6" fmla="*/ 31 w 57"/>
                <a:gd name="T7" fmla="*/ 47 h 60"/>
                <a:gd name="T8" fmla="*/ 0 w 57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0">
                  <a:moveTo>
                    <a:pt x="0" y="43"/>
                  </a:moveTo>
                  <a:cubicBezTo>
                    <a:pt x="0" y="43"/>
                    <a:pt x="23" y="60"/>
                    <a:pt x="41" y="38"/>
                  </a:cubicBezTo>
                  <a:cubicBezTo>
                    <a:pt x="57" y="19"/>
                    <a:pt x="42" y="0"/>
                    <a:pt x="42" y="0"/>
                  </a:cubicBezTo>
                  <a:cubicBezTo>
                    <a:pt x="42" y="0"/>
                    <a:pt x="51" y="20"/>
                    <a:pt x="37" y="35"/>
                  </a:cubicBezTo>
                  <a:cubicBezTo>
                    <a:pt x="22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Oval 2276">
              <a:extLst>
                <a:ext uri="{FF2B5EF4-FFF2-40B4-BE49-F238E27FC236}">
                  <a16:creationId xmlns:a16="http://schemas.microsoft.com/office/drawing/2014/main" id="{9C9A8590-24A6-414A-BF48-85992728E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3115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3" name="Oval 2277">
              <a:extLst>
                <a:ext uri="{FF2B5EF4-FFF2-40B4-BE49-F238E27FC236}">
                  <a16:creationId xmlns:a16="http://schemas.microsoft.com/office/drawing/2014/main" id="{F24361F1-2D9C-4603-97E2-671828BB6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3115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4" name="Oval 2278">
              <a:extLst>
                <a:ext uri="{FF2B5EF4-FFF2-40B4-BE49-F238E27FC236}">
                  <a16:creationId xmlns:a16="http://schemas.microsoft.com/office/drawing/2014/main" id="{2E46A02B-2D0A-4204-B4B5-5037975C3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3121"/>
              <a:ext cx="40" cy="43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5" name="Oval 2279">
              <a:extLst>
                <a:ext uri="{FF2B5EF4-FFF2-40B4-BE49-F238E27FC236}">
                  <a16:creationId xmlns:a16="http://schemas.microsoft.com/office/drawing/2014/main" id="{35B4AEE4-8B3F-4261-A0C9-A2DA2E0E7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3129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6" name="Freeform 2280">
              <a:extLst>
                <a:ext uri="{FF2B5EF4-FFF2-40B4-BE49-F238E27FC236}">
                  <a16:creationId xmlns:a16="http://schemas.microsoft.com/office/drawing/2014/main" id="{662784CE-0C9D-42BC-B535-2E3EB9172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132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5 w 58"/>
                <a:gd name="T3" fmla="*/ 50 h 60"/>
                <a:gd name="T4" fmla="*/ 36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3" y="60"/>
                    <a:pt x="41" y="38"/>
                  </a:cubicBezTo>
                  <a:cubicBezTo>
                    <a:pt x="58" y="19"/>
                    <a:pt x="42" y="0"/>
                    <a:pt x="42" y="0"/>
                  </a:cubicBezTo>
                  <a:cubicBezTo>
                    <a:pt x="42" y="0"/>
                    <a:pt x="51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Oval 2281">
              <a:extLst>
                <a:ext uri="{FF2B5EF4-FFF2-40B4-BE49-F238E27FC236}">
                  <a16:creationId xmlns:a16="http://schemas.microsoft.com/office/drawing/2014/main" id="{B1C8CA98-D6DE-452A-B06A-E21888577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3115"/>
              <a:ext cx="67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8" name="Oval 2282">
              <a:extLst>
                <a:ext uri="{FF2B5EF4-FFF2-40B4-BE49-F238E27FC236}">
                  <a16:creationId xmlns:a16="http://schemas.microsoft.com/office/drawing/2014/main" id="{F022BC63-360F-4331-87CF-B2CA322E4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3115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9" name="Oval 2283">
              <a:extLst>
                <a:ext uri="{FF2B5EF4-FFF2-40B4-BE49-F238E27FC236}">
                  <a16:creationId xmlns:a16="http://schemas.microsoft.com/office/drawing/2014/main" id="{8F0CA918-CD2B-4575-BCB7-CC57789B1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3121"/>
              <a:ext cx="39" cy="43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0" name="Oval 2284">
              <a:extLst>
                <a:ext uri="{FF2B5EF4-FFF2-40B4-BE49-F238E27FC236}">
                  <a16:creationId xmlns:a16="http://schemas.microsoft.com/office/drawing/2014/main" id="{E3134AE0-A521-4CE0-9986-877E87C67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312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1" name="Freeform 2285">
              <a:extLst>
                <a:ext uri="{FF2B5EF4-FFF2-40B4-BE49-F238E27FC236}">
                  <a16:creationId xmlns:a16="http://schemas.microsoft.com/office/drawing/2014/main" id="{5E7C5274-32EC-4B47-B99D-C45DEFB76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3132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9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Oval 2286">
              <a:extLst>
                <a:ext uri="{FF2B5EF4-FFF2-40B4-BE49-F238E27FC236}">
                  <a16:creationId xmlns:a16="http://schemas.microsoft.com/office/drawing/2014/main" id="{3E221B73-232F-4329-AEF8-FE4EF0F7A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" y="3053"/>
              <a:ext cx="67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3" name="Oval 2287">
              <a:extLst>
                <a:ext uri="{FF2B5EF4-FFF2-40B4-BE49-F238E27FC236}">
                  <a16:creationId xmlns:a16="http://schemas.microsoft.com/office/drawing/2014/main" id="{E69D4E4B-7D3C-470F-9650-4D2B593B9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" y="3053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4" name="Oval 2288">
              <a:extLst>
                <a:ext uri="{FF2B5EF4-FFF2-40B4-BE49-F238E27FC236}">
                  <a16:creationId xmlns:a16="http://schemas.microsoft.com/office/drawing/2014/main" id="{C1BA720F-CEB5-4C85-9DE6-710D3F4C7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3059"/>
              <a:ext cx="40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5" name="Oval 2289">
              <a:extLst>
                <a:ext uri="{FF2B5EF4-FFF2-40B4-BE49-F238E27FC236}">
                  <a16:creationId xmlns:a16="http://schemas.microsoft.com/office/drawing/2014/main" id="{5862F738-8F6D-4FF2-841B-5DF952CE9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3067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6" name="Freeform 2290">
              <a:extLst>
                <a:ext uri="{FF2B5EF4-FFF2-40B4-BE49-F238E27FC236}">
                  <a16:creationId xmlns:a16="http://schemas.microsoft.com/office/drawing/2014/main" id="{B9C31BEA-5338-4BBA-8E9B-33EC2988D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070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9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Oval 2291">
              <a:extLst>
                <a:ext uri="{FF2B5EF4-FFF2-40B4-BE49-F238E27FC236}">
                  <a16:creationId xmlns:a16="http://schemas.microsoft.com/office/drawing/2014/main" id="{6390C1B7-30EA-4342-A3D2-C8BD334C3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3177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8" name="Oval 2292">
              <a:extLst>
                <a:ext uri="{FF2B5EF4-FFF2-40B4-BE49-F238E27FC236}">
                  <a16:creationId xmlns:a16="http://schemas.microsoft.com/office/drawing/2014/main" id="{29C61DF9-3CC0-4941-9E1C-63A72D487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3177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9" name="Oval 2293">
              <a:extLst>
                <a:ext uri="{FF2B5EF4-FFF2-40B4-BE49-F238E27FC236}">
                  <a16:creationId xmlns:a16="http://schemas.microsoft.com/office/drawing/2014/main" id="{620D3BDC-2392-4656-926C-04BD02281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3183"/>
              <a:ext cx="41" cy="43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00" name="Oval 2294">
              <a:extLst>
                <a:ext uri="{FF2B5EF4-FFF2-40B4-BE49-F238E27FC236}">
                  <a16:creationId xmlns:a16="http://schemas.microsoft.com/office/drawing/2014/main" id="{841CF5B7-4CF7-4C2E-A5F6-8DF920EFB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3191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01" name="Freeform 2295">
              <a:extLst>
                <a:ext uri="{FF2B5EF4-FFF2-40B4-BE49-F238E27FC236}">
                  <a16:creationId xmlns:a16="http://schemas.microsoft.com/office/drawing/2014/main" id="{0BE9A641-F0A8-491B-A9D0-E9D2C4CA6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194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3" y="60"/>
                    <a:pt x="42" y="38"/>
                  </a:cubicBezTo>
                  <a:cubicBezTo>
                    <a:pt x="58" y="19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Oval 2296">
              <a:extLst>
                <a:ext uri="{FF2B5EF4-FFF2-40B4-BE49-F238E27FC236}">
                  <a16:creationId xmlns:a16="http://schemas.microsoft.com/office/drawing/2014/main" id="{0C994132-EBFD-43C4-B50B-99B687930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6" y="3177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03" name="Oval 2297">
              <a:extLst>
                <a:ext uri="{FF2B5EF4-FFF2-40B4-BE49-F238E27FC236}">
                  <a16:creationId xmlns:a16="http://schemas.microsoft.com/office/drawing/2014/main" id="{5DDC1222-091F-4E3E-A5E1-85819DF11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3177"/>
              <a:ext cx="67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04" name="Oval 2298">
              <a:extLst>
                <a:ext uri="{FF2B5EF4-FFF2-40B4-BE49-F238E27FC236}">
                  <a16:creationId xmlns:a16="http://schemas.microsoft.com/office/drawing/2014/main" id="{9AFBF794-1A53-4DC0-B7A9-6A563D2EC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1" y="3183"/>
              <a:ext cx="41" cy="43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05" name="Oval 2299">
              <a:extLst>
                <a:ext uri="{FF2B5EF4-FFF2-40B4-BE49-F238E27FC236}">
                  <a16:creationId xmlns:a16="http://schemas.microsoft.com/office/drawing/2014/main" id="{080062E6-689D-4527-8B37-DF6674738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19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06" name="Freeform 2300">
              <a:extLst>
                <a:ext uri="{FF2B5EF4-FFF2-40B4-BE49-F238E27FC236}">
                  <a16:creationId xmlns:a16="http://schemas.microsoft.com/office/drawing/2014/main" id="{DED37A7A-76FA-431A-8E69-C28EC4E4F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3194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5 w 58"/>
                <a:gd name="T3" fmla="*/ 50 h 60"/>
                <a:gd name="T4" fmla="*/ 36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3" y="60"/>
                    <a:pt x="41" y="38"/>
                  </a:cubicBezTo>
                  <a:cubicBezTo>
                    <a:pt x="58" y="19"/>
                    <a:pt x="42" y="0"/>
                    <a:pt x="42" y="0"/>
                  </a:cubicBezTo>
                  <a:cubicBezTo>
                    <a:pt x="42" y="0"/>
                    <a:pt x="51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Oval 2301">
              <a:extLst>
                <a:ext uri="{FF2B5EF4-FFF2-40B4-BE49-F238E27FC236}">
                  <a16:creationId xmlns:a16="http://schemas.microsoft.com/office/drawing/2014/main" id="{3D3C1840-21EB-4212-9FA9-68AC822EB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6" y="3239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08" name="Oval 2302">
              <a:extLst>
                <a:ext uri="{FF2B5EF4-FFF2-40B4-BE49-F238E27FC236}">
                  <a16:creationId xmlns:a16="http://schemas.microsoft.com/office/drawing/2014/main" id="{5CE976EE-EE63-4059-A969-37E15F872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3239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09" name="Oval 2303">
              <a:extLst>
                <a:ext uri="{FF2B5EF4-FFF2-40B4-BE49-F238E27FC236}">
                  <a16:creationId xmlns:a16="http://schemas.microsoft.com/office/drawing/2014/main" id="{E8D5816F-7F74-4EC0-ADA2-B0835C7F8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3246"/>
              <a:ext cx="39" cy="43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10" name="Oval 2304">
              <a:extLst>
                <a:ext uri="{FF2B5EF4-FFF2-40B4-BE49-F238E27FC236}">
                  <a16:creationId xmlns:a16="http://schemas.microsoft.com/office/drawing/2014/main" id="{84CBC9F7-873B-4B7F-8DDC-B4BA27F9E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3253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11" name="Freeform 2305">
              <a:extLst>
                <a:ext uri="{FF2B5EF4-FFF2-40B4-BE49-F238E27FC236}">
                  <a16:creationId xmlns:a16="http://schemas.microsoft.com/office/drawing/2014/main" id="{0765D862-358A-4E18-8E18-4EA7EEB8E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256"/>
              <a:ext cx="56" cy="63"/>
            </a:xfrm>
            <a:custGeom>
              <a:avLst/>
              <a:gdLst>
                <a:gd name="T0" fmla="*/ 0 w 57"/>
                <a:gd name="T1" fmla="*/ 57 h 60"/>
                <a:gd name="T2" fmla="*/ 35 w 57"/>
                <a:gd name="T3" fmla="*/ 50 h 60"/>
                <a:gd name="T4" fmla="*/ 36 w 57"/>
                <a:gd name="T5" fmla="*/ 0 h 60"/>
                <a:gd name="T6" fmla="*/ 31 w 57"/>
                <a:gd name="T7" fmla="*/ 47 h 60"/>
                <a:gd name="T8" fmla="*/ 0 w 57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0">
                  <a:moveTo>
                    <a:pt x="0" y="43"/>
                  </a:moveTo>
                  <a:cubicBezTo>
                    <a:pt x="0" y="43"/>
                    <a:pt x="23" y="60"/>
                    <a:pt x="41" y="38"/>
                  </a:cubicBezTo>
                  <a:cubicBezTo>
                    <a:pt x="57" y="19"/>
                    <a:pt x="42" y="0"/>
                    <a:pt x="42" y="0"/>
                  </a:cubicBezTo>
                  <a:cubicBezTo>
                    <a:pt x="42" y="0"/>
                    <a:pt x="51" y="21"/>
                    <a:pt x="37" y="35"/>
                  </a:cubicBezTo>
                  <a:cubicBezTo>
                    <a:pt x="22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Oval 2306">
              <a:extLst>
                <a:ext uri="{FF2B5EF4-FFF2-40B4-BE49-F238E27FC236}">
                  <a16:creationId xmlns:a16="http://schemas.microsoft.com/office/drawing/2014/main" id="{B6B07FFD-B29D-43C8-81B0-D9AF37B8B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3239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13" name="Oval 2307">
              <a:extLst>
                <a:ext uri="{FF2B5EF4-FFF2-40B4-BE49-F238E27FC236}">
                  <a16:creationId xmlns:a16="http://schemas.microsoft.com/office/drawing/2014/main" id="{20BF5BA6-A30F-4448-9989-710AD1EF7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3239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14" name="Oval 2308">
              <a:extLst>
                <a:ext uri="{FF2B5EF4-FFF2-40B4-BE49-F238E27FC236}">
                  <a16:creationId xmlns:a16="http://schemas.microsoft.com/office/drawing/2014/main" id="{05D0F3B1-28AB-4F3A-A382-3950527C4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3246"/>
              <a:ext cx="40" cy="43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15" name="Oval 2309">
              <a:extLst>
                <a:ext uri="{FF2B5EF4-FFF2-40B4-BE49-F238E27FC236}">
                  <a16:creationId xmlns:a16="http://schemas.microsoft.com/office/drawing/2014/main" id="{7C5DBD65-8751-466F-9792-7E51AF3C2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3253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16" name="Freeform 2310">
              <a:extLst>
                <a:ext uri="{FF2B5EF4-FFF2-40B4-BE49-F238E27FC236}">
                  <a16:creationId xmlns:a16="http://schemas.microsoft.com/office/drawing/2014/main" id="{22541F49-B8A2-4D11-8BD5-FDD5D1103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256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3" y="60"/>
                    <a:pt x="42" y="38"/>
                  </a:cubicBezTo>
                  <a:cubicBezTo>
                    <a:pt x="58" y="19"/>
                    <a:pt x="43" y="0"/>
                    <a:pt x="43" y="0"/>
                  </a:cubicBezTo>
                  <a:cubicBezTo>
                    <a:pt x="43" y="0"/>
                    <a:pt x="51" y="21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Oval 2311">
              <a:extLst>
                <a:ext uri="{FF2B5EF4-FFF2-40B4-BE49-F238E27FC236}">
                  <a16:creationId xmlns:a16="http://schemas.microsoft.com/office/drawing/2014/main" id="{6248CBF4-E819-4C3A-9EE4-1A8B3CD58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9" y="3239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18" name="Oval 2312">
              <a:extLst>
                <a:ext uri="{FF2B5EF4-FFF2-40B4-BE49-F238E27FC236}">
                  <a16:creationId xmlns:a16="http://schemas.microsoft.com/office/drawing/2014/main" id="{7EA3569A-E435-4D9C-B337-8A7D71AE0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" y="3239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19" name="Oval 2313">
              <a:extLst>
                <a:ext uri="{FF2B5EF4-FFF2-40B4-BE49-F238E27FC236}">
                  <a16:creationId xmlns:a16="http://schemas.microsoft.com/office/drawing/2014/main" id="{51FC0B58-5FCE-42DA-95C8-1110B7009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3246"/>
              <a:ext cx="39" cy="43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20" name="Oval 2314">
              <a:extLst>
                <a:ext uri="{FF2B5EF4-FFF2-40B4-BE49-F238E27FC236}">
                  <a16:creationId xmlns:a16="http://schemas.microsoft.com/office/drawing/2014/main" id="{66933D1B-06CB-4775-B21F-FA5B06D74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8" y="3253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21" name="Freeform 2315">
              <a:extLst>
                <a:ext uri="{FF2B5EF4-FFF2-40B4-BE49-F238E27FC236}">
                  <a16:creationId xmlns:a16="http://schemas.microsoft.com/office/drawing/2014/main" id="{FE5CD940-58F8-452D-AB4F-934F47FA5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256"/>
              <a:ext cx="56" cy="63"/>
            </a:xfrm>
            <a:custGeom>
              <a:avLst/>
              <a:gdLst>
                <a:gd name="T0" fmla="*/ 0 w 57"/>
                <a:gd name="T1" fmla="*/ 57 h 60"/>
                <a:gd name="T2" fmla="*/ 35 w 57"/>
                <a:gd name="T3" fmla="*/ 50 h 60"/>
                <a:gd name="T4" fmla="*/ 36 w 57"/>
                <a:gd name="T5" fmla="*/ 0 h 60"/>
                <a:gd name="T6" fmla="*/ 31 w 57"/>
                <a:gd name="T7" fmla="*/ 47 h 60"/>
                <a:gd name="T8" fmla="*/ 0 w 57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0">
                  <a:moveTo>
                    <a:pt x="0" y="43"/>
                  </a:moveTo>
                  <a:cubicBezTo>
                    <a:pt x="0" y="43"/>
                    <a:pt x="23" y="60"/>
                    <a:pt x="41" y="38"/>
                  </a:cubicBezTo>
                  <a:cubicBezTo>
                    <a:pt x="57" y="19"/>
                    <a:pt x="42" y="0"/>
                    <a:pt x="42" y="0"/>
                  </a:cubicBezTo>
                  <a:cubicBezTo>
                    <a:pt x="42" y="0"/>
                    <a:pt x="51" y="21"/>
                    <a:pt x="37" y="35"/>
                  </a:cubicBezTo>
                  <a:cubicBezTo>
                    <a:pt x="22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Oval 2316">
              <a:extLst>
                <a:ext uri="{FF2B5EF4-FFF2-40B4-BE49-F238E27FC236}">
                  <a16:creationId xmlns:a16="http://schemas.microsoft.com/office/drawing/2014/main" id="{F427F82E-71B5-4C35-9730-143872AE1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3301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23" name="Oval 2317">
              <a:extLst>
                <a:ext uri="{FF2B5EF4-FFF2-40B4-BE49-F238E27FC236}">
                  <a16:creationId xmlns:a16="http://schemas.microsoft.com/office/drawing/2014/main" id="{66D0FE94-A432-43E0-BCCC-42930229B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3301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24" name="Oval 2318">
              <a:extLst>
                <a:ext uri="{FF2B5EF4-FFF2-40B4-BE49-F238E27FC236}">
                  <a16:creationId xmlns:a16="http://schemas.microsoft.com/office/drawing/2014/main" id="{02DD4773-8245-4149-8412-D2515F778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3308"/>
              <a:ext cx="40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25" name="Oval 2319">
              <a:extLst>
                <a:ext uri="{FF2B5EF4-FFF2-40B4-BE49-F238E27FC236}">
                  <a16:creationId xmlns:a16="http://schemas.microsoft.com/office/drawing/2014/main" id="{297C1BBC-5740-45B7-BFA3-90A6C7426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2" y="331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26" name="Freeform 2320">
              <a:extLst>
                <a:ext uri="{FF2B5EF4-FFF2-40B4-BE49-F238E27FC236}">
                  <a16:creationId xmlns:a16="http://schemas.microsoft.com/office/drawing/2014/main" id="{8AB1DB1A-2400-43C4-A9F8-99FD50F2A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318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6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4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Oval 2321">
              <a:extLst>
                <a:ext uri="{FF2B5EF4-FFF2-40B4-BE49-F238E27FC236}">
                  <a16:creationId xmlns:a16="http://schemas.microsoft.com/office/drawing/2014/main" id="{62C048A3-B706-446F-8CB2-6E4E0AA6F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3301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28" name="Oval 2322">
              <a:extLst>
                <a:ext uri="{FF2B5EF4-FFF2-40B4-BE49-F238E27FC236}">
                  <a16:creationId xmlns:a16="http://schemas.microsoft.com/office/drawing/2014/main" id="{AF11CAFD-70E5-4D87-9719-D931E4141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3301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29" name="Oval 2323">
              <a:extLst>
                <a:ext uri="{FF2B5EF4-FFF2-40B4-BE49-F238E27FC236}">
                  <a16:creationId xmlns:a16="http://schemas.microsoft.com/office/drawing/2014/main" id="{DD3CB7D1-8344-4F8C-8214-9CD78BD8D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3308"/>
              <a:ext cx="40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30" name="Oval 2324">
              <a:extLst>
                <a:ext uri="{FF2B5EF4-FFF2-40B4-BE49-F238E27FC236}">
                  <a16:creationId xmlns:a16="http://schemas.microsoft.com/office/drawing/2014/main" id="{1D0AA9BC-5C3C-455C-B5DB-B88FA8317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31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31" name="Freeform 2325">
              <a:extLst>
                <a:ext uri="{FF2B5EF4-FFF2-40B4-BE49-F238E27FC236}">
                  <a16:creationId xmlns:a16="http://schemas.microsoft.com/office/drawing/2014/main" id="{7902DEBD-4C97-473F-931A-043F0E971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318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6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4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Oval 2326">
              <a:extLst>
                <a:ext uri="{FF2B5EF4-FFF2-40B4-BE49-F238E27FC236}">
                  <a16:creationId xmlns:a16="http://schemas.microsoft.com/office/drawing/2014/main" id="{BD0E351D-C114-4966-AC3B-858281E21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3301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33" name="Oval 2327">
              <a:extLst>
                <a:ext uri="{FF2B5EF4-FFF2-40B4-BE49-F238E27FC236}">
                  <a16:creationId xmlns:a16="http://schemas.microsoft.com/office/drawing/2014/main" id="{E46982DB-1BEC-4F28-8F9C-ECE0F4A1E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3301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34" name="Oval 2328">
              <a:extLst>
                <a:ext uri="{FF2B5EF4-FFF2-40B4-BE49-F238E27FC236}">
                  <a16:creationId xmlns:a16="http://schemas.microsoft.com/office/drawing/2014/main" id="{991EEC16-619C-4BF7-8E9B-6A98DE101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3" y="3308"/>
              <a:ext cx="40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35" name="Oval 2329">
              <a:extLst>
                <a:ext uri="{FF2B5EF4-FFF2-40B4-BE49-F238E27FC236}">
                  <a16:creationId xmlns:a16="http://schemas.microsoft.com/office/drawing/2014/main" id="{544A82CB-413E-4289-8670-767264C68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331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36" name="Freeform 2330">
              <a:extLst>
                <a:ext uri="{FF2B5EF4-FFF2-40B4-BE49-F238E27FC236}">
                  <a16:creationId xmlns:a16="http://schemas.microsoft.com/office/drawing/2014/main" id="{38A79CCD-FBBA-404E-8B5A-0C5463DC8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318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6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4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Oval 2331">
              <a:extLst>
                <a:ext uri="{FF2B5EF4-FFF2-40B4-BE49-F238E27FC236}">
                  <a16:creationId xmlns:a16="http://schemas.microsoft.com/office/drawing/2014/main" id="{FCB9A392-8AB4-4944-A90E-4DF8F2093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3301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38" name="Oval 2332">
              <a:extLst>
                <a:ext uri="{FF2B5EF4-FFF2-40B4-BE49-F238E27FC236}">
                  <a16:creationId xmlns:a16="http://schemas.microsoft.com/office/drawing/2014/main" id="{C3BCF59C-747F-429C-9E12-4353841D5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3301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39" name="Oval 2333">
              <a:extLst>
                <a:ext uri="{FF2B5EF4-FFF2-40B4-BE49-F238E27FC236}">
                  <a16:creationId xmlns:a16="http://schemas.microsoft.com/office/drawing/2014/main" id="{E91306DD-A338-48AC-8F68-62C08AF41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3308"/>
              <a:ext cx="40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40" name="Oval 2334">
              <a:extLst>
                <a:ext uri="{FF2B5EF4-FFF2-40B4-BE49-F238E27FC236}">
                  <a16:creationId xmlns:a16="http://schemas.microsoft.com/office/drawing/2014/main" id="{F03EFAB7-CF28-4915-BB3F-762E228BB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331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41" name="Freeform 2335">
              <a:extLst>
                <a:ext uri="{FF2B5EF4-FFF2-40B4-BE49-F238E27FC236}">
                  <a16:creationId xmlns:a16="http://schemas.microsoft.com/office/drawing/2014/main" id="{DFDA6112-08B8-40EE-BD0C-C17FA979F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318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6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4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Oval 2336">
              <a:extLst>
                <a:ext uri="{FF2B5EF4-FFF2-40B4-BE49-F238E27FC236}">
                  <a16:creationId xmlns:a16="http://schemas.microsoft.com/office/drawing/2014/main" id="{453B852C-06B7-4BA5-901A-37DF8D473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3363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43" name="Oval 2337">
              <a:extLst>
                <a:ext uri="{FF2B5EF4-FFF2-40B4-BE49-F238E27FC236}">
                  <a16:creationId xmlns:a16="http://schemas.microsoft.com/office/drawing/2014/main" id="{13D6B4C5-9022-42C6-A882-99E67B251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3363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44" name="Oval 2338">
              <a:extLst>
                <a:ext uri="{FF2B5EF4-FFF2-40B4-BE49-F238E27FC236}">
                  <a16:creationId xmlns:a16="http://schemas.microsoft.com/office/drawing/2014/main" id="{BF73E3AA-AB90-4A0E-98B6-0DB8CEAC5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3370"/>
              <a:ext cx="39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45" name="Oval 2339">
              <a:extLst>
                <a:ext uri="{FF2B5EF4-FFF2-40B4-BE49-F238E27FC236}">
                  <a16:creationId xmlns:a16="http://schemas.microsoft.com/office/drawing/2014/main" id="{2626431B-E358-4C44-8727-D98472998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337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46" name="Freeform 2340">
              <a:extLst>
                <a:ext uri="{FF2B5EF4-FFF2-40B4-BE49-F238E27FC236}">
                  <a16:creationId xmlns:a16="http://schemas.microsoft.com/office/drawing/2014/main" id="{4BAC3323-23BE-4E06-9335-C6AE6EFF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3380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Oval 2341">
              <a:extLst>
                <a:ext uri="{FF2B5EF4-FFF2-40B4-BE49-F238E27FC236}">
                  <a16:creationId xmlns:a16="http://schemas.microsoft.com/office/drawing/2014/main" id="{F7751D2D-F666-4AFA-A872-7F87771B1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6" y="3363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48" name="Oval 2342">
              <a:extLst>
                <a:ext uri="{FF2B5EF4-FFF2-40B4-BE49-F238E27FC236}">
                  <a16:creationId xmlns:a16="http://schemas.microsoft.com/office/drawing/2014/main" id="{F5CC5BF8-F675-42EB-9AC8-E865BF930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3363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49" name="Oval 2343">
              <a:extLst>
                <a:ext uri="{FF2B5EF4-FFF2-40B4-BE49-F238E27FC236}">
                  <a16:creationId xmlns:a16="http://schemas.microsoft.com/office/drawing/2014/main" id="{7335E63A-FDE5-4A04-931D-C096D7710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3370"/>
              <a:ext cx="39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0" name="Oval 2344">
              <a:extLst>
                <a:ext uri="{FF2B5EF4-FFF2-40B4-BE49-F238E27FC236}">
                  <a16:creationId xmlns:a16="http://schemas.microsoft.com/office/drawing/2014/main" id="{D8DCA28E-D4F8-4E88-9026-314479512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337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1" name="Freeform 2345">
              <a:extLst>
                <a:ext uri="{FF2B5EF4-FFF2-40B4-BE49-F238E27FC236}">
                  <a16:creationId xmlns:a16="http://schemas.microsoft.com/office/drawing/2014/main" id="{51B41533-5603-4A65-B5DC-BB450719C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380"/>
              <a:ext cx="56" cy="63"/>
            </a:xfrm>
            <a:custGeom>
              <a:avLst/>
              <a:gdLst>
                <a:gd name="T0" fmla="*/ 0 w 57"/>
                <a:gd name="T1" fmla="*/ 57 h 60"/>
                <a:gd name="T2" fmla="*/ 35 w 57"/>
                <a:gd name="T3" fmla="*/ 50 h 60"/>
                <a:gd name="T4" fmla="*/ 36 w 57"/>
                <a:gd name="T5" fmla="*/ 0 h 60"/>
                <a:gd name="T6" fmla="*/ 31 w 57"/>
                <a:gd name="T7" fmla="*/ 47 h 60"/>
                <a:gd name="T8" fmla="*/ 0 w 57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0">
                  <a:moveTo>
                    <a:pt x="0" y="43"/>
                  </a:moveTo>
                  <a:cubicBezTo>
                    <a:pt x="0" y="43"/>
                    <a:pt x="23" y="60"/>
                    <a:pt x="41" y="38"/>
                  </a:cubicBezTo>
                  <a:cubicBezTo>
                    <a:pt x="57" y="18"/>
                    <a:pt x="42" y="0"/>
                    <a:pt x="42" y="0"/>
                  </a:cubicBezTo>
                  <a:cubicBezTo>
                    <a:pt x="42" y="0"/>
                    <a:pt x="51" y="20"/>
                    <a:pt x="37" y="35"/>
                  </a:cubicBezTo>
                  <a:cubicBezTo>
                    <a:pt x="22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Oval 2346">
              <a:extLst>
                <a:ext uri="{FF2B5EF4-FFF2-40B4-BE49-F238E27FC236}">
                  <a16:creationId xmlns:a16="http://schemas.microsoft.com/office/drawing/2014/main" id="{3747F44A-FB73-4166-A18F-ECE3FFD73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3363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3" name="Oval 2347">
              <a:extLst>
                <a:ext uri="{FF2B5EF4-FFF2-40B4-BE49-F238E27FC236}">
                  <a16:creationId xmlns:a16="http://schemas.microsoft.com/office/drawing/2014/main" id="{36D3EB69-66FB-49D4-B970-45AD6D610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3363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4" name="Oval 2348">
              <a:extLst>
                <a:ext uri="{FF2B5EF4-FFF2-40B4-BE49-F238E27FC236}">
                  <a16:creationId xmlns:a16="http://schemas.microsoft.com/office/drawing/2014/main" id="{C4C14F13-462F-4E4F-81DE-F61099BD7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3370"/>
              <a:ext cx="40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5" name="Oval 2349">
              <a:extLst>
                <a:ext uri="{FF2B5EF4-FFF2-40B4-BE49-F238E27FC236}">
                  <a16:creationId xmlns:a16="http://schemas.microsoft.com/office/drawing/2014/main" id="{E31A370A-7BCD-46A3-ADBA-37FD41386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337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6" name="Freeform 2350">
              <a:extLst>
                <a:ext uri="{FF2B5EF4-FFF2-40B4-BE49-F238E27FC236}">
                  <a16:creationId xmlns:a16="http://schemas.microsoft.com/office/drawing/2014/main" id="{FAC366C5-823A-4A0E-BA58-592FCDFCF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380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5 w 58"/>
                <a:gd name="T3" fmla="*/ 50 h 60"/>
                <a:gd name="T4" fmla="*/ 36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3" y="60"/>
                    <a:pt x="41" y="38"/>
                  </a:cubicBezTo>
                  <a:cubicBezTo>
                    <a:pt x="58" y="18"/>
                    <a:pt x="42" y="0"/>
                    <a:pt x="42" y="0"/>
                  </a:cubicBezTo>
                  <a:cubicBezTo>
                    <a:pt x="42" y="0"/>
                    <a:pt x="51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Oval 2351">
              <a:extLst>
                <a:ext uri="{FF2B5EF4-FFF2-40B4-BE49-F238E27FC236}">
                  <a16:creationId xmlns:a16="http://schemas.microsoft.com/office/drawing/2014/main" id="{C5557925-EDE3-45E6-8FE9-377EA67D7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" y="3363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8" name="Oval 2352">
              <a:extLst>
                <a:ext uri="{FF2B5EF4-FFF2-40B4-BE49-F238E27FC236}">
                  <a16:creationId xmlns:a16="http://schemas.microsoft.com/office/drawing/2014/main" id="{F8690504-FB6F-4653-8D73-C891CB6B7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" y="3363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9" name="Oval 2353">
              <a:extLst>
                <a:ext uri="{FF2B5EF4-FFF2-40B4-BE49-F238E27FC236}">
                  <a16:creationId xmlns:a16="http://schemas.microsoft.com/office/drawing/2014/main" id="{375A915A-A5F8-4E3A-A1EB-5B1DD7CCA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3370"/>
              <a:ext cx="39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60" name="Oval 2354">
              <a:extLst>
                <a:ext uri="{FF2B5EF4-FFF2-40B4-BE49-F238E27FC236}">
                  <a16:creationId xmlns:a16="http://schemas.microsoft.com/office/drawing/2014/main" id="{6EFB4377-4EB9-4638-BCA1-03CF0595E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8" y="337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61" name="Freeform 2355">
              <a:extLst>
                <a:ext uri="{FF2B5EF4-FFF2-40B4-BE49-F238E27FC236}">
                  <a16:creationId xmlns:a16="http://schemas.microsoft.com/office/drawing/2014/main" id="{0D6E9EF1-C4DC-453B-A7AC-71CF07A01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380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Oval 2356">
              <a:extLst>
                <a:ext uri="{FF2B5EF4-FFF2-40B4-BE49-F238E27FC236}">
                  <a16:creationId xmlns:a16="http://schemas.microsoft.com/office/drawing/2014/main" id="{D5657701-A6BA-4707-BBA4-CF73C6EBC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3363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63" name="Oval 2357">
              <a:extLst>
                <a:ext uri="{FF2B5EF4-FFF2-40B4-BE49-F238E27FC236}">
                  <a16:creationId xmlns:a16="http://schemas.microsoft.com/office/drawing/2014/main" id="{49E85F06-9D2A-4F46-A178-9E56B773F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3363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64" name="Oval 2358">
              <a:extLst>
                <a:ext uri="{FF2B5EF4-FFF2-40B4-BE49-F238E27FC236}">
                  <a16:creationId xmlns:a16="http://schemas.microsoft.com/office/drawing/2014/main" id="{409001F2-FBEA-499B-A025-75450AFA9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3370"/>
              <a:ext cx="39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65" name="Oval 2359">
              <a:extLst>
                <a:ext uri="{FF2B5EF4-FFF2-40B4-BE49-F238E27FC236}">
                  <a16:creationId xmlns:a16="http://schemas.microsoft.com/office/drawing/2014/main" id="{E6AC937F-F33D-4F41-941A-CCC3A1FA3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337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66" name="Freeform 2360">
              <a:extLst>
                <a:ext uri="{FF2B5EF4-FFF2-40B4-BE49-F238E27FC236}">
                  <a16:creationId xmlns:a16="http://schemas.microsoft.com/office/drawing/2014/main" id="{46977FD6-8378-480B-9D01-0075352FB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380"/>
              <a:ext cx="56" cy="63"/>
            </a:xfrm>
            <a:custGeom>
              <a:avLst/>
              <a:gdLst>
                <a:gd name="T0" fmla="*/ 0 w 57"/>
                <a:gd name="T1" fmla="*/ 57 h 60"/>
                <a:gd name="T2" fmla="*/ 35 w 57"/>
                <a:gd name="T3" fmla="*/ 50 h 60"/>
                <a:gd name="T4" fmla="*/ 36 w 57"/>
                <a:gd name="T5" fmla="*/ 0 h 60"/>
                <a:gd name="T6" fmla="*/ 31 w 57"/>
                <a:gd name="T7" fmla="*/ 47 h 60"/>
                <a:gd name="T8" fmla="*/ 0 w 57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0">
                  <a:moveTo>
                    <a:pt x="0" y="43"/>
                  </a:moveTo>
                  <a:cubicBezTo>
                    <a:pt x="0" y="43"/>
                    <a:pt x="23" y="60"/>
                    <a:pt x="41" y="38"/>
                  </a:cubicBezTo>
                  <a:cubicBezTo>
                    <a:pt x="57" y="18"/>
                    <a:pt x="42" y="0"/>
                    <a:pt x="42" y="0"/>
                  </a:cubicBezTo>
                  <a:cubicBezTo>
                    <a:pt x="42" y="0"/>
                    <a:pt x="51" y="20"/>
                    <a:pt x="37" y="35"/>
                  </a:cubicBezTo>
                  <a:cubicBezTo>
                    <a:pt x="22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Oval 2361">
              <a:extLst>
                <a:ext uri="{FF2B5EF4-FFF2-40B4-BE49-F238E27FC236}">
                  <a16:creationId xmlns:a16="http://schemas.microsoft.com/office/drawing/2014/main" id="{89C81065-571E-4C2B-A595-DC5FF0411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3425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68" name="Oval 2362">
              <a:extLst>
                <a:ext uri="{FF2B5EF4-FFF2-40B4-BE49-F238E27FC236}">
                  <a16:creationId xmlns:a16="http://schemas.microsoft.com/office/drawing/2014/main" id="{6DEC9A9F-DCB4-4DF8-ABFC-E25E7F11C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3425"/>
              <a:ext cx="67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69" name="Oval 2363">
              <a:extLst>
                <a:ext uri="{FF2B5EF4-FFF2-40B4-BE49-F238E27FC236}">
                  <a16:creationId xmlns:a16="http://schemas.microsoft.com/office/drawing/2014/main" id="{53E26069-EFD4-41FD-9999-62C97693C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2" y="3432"/>
              <a:ext cx="41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70" name="Oval 2364">
              <a:extLst>
                <a:ext uri="{FF2B5EF4-FFF2-40B4-BE49-F238E27FC236}">
                  <a16:creationId xmlns:a16="http://schemas.microsoft.com/office/drawing/2014/main" id="{D3C69872-AF9F-473A-9101-CE2B93455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" y="343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71" name="Freeform 2365">
              <a:extLst>
                <a:ext uri="{FF2B5EF4-FFF2-40B4-BE49-F238E27FC236}">
                  <a16:creationId xmlns:a16="http://schemas.microsoft.com/office/drawing/2014/main" id="{ACF56D36-11A4-420E-8FAC-938FE47D8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3442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5 w 58"/>
                <a:gd name="T3" fmla="*/ 50 h 60"/>
                <a:gd name="T4" fmla="*/ 36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3" y="60"/>
                    <a:pt x="41" y="38"/>
                  </a:cubicBezTo>
                  <a:cubicBezTo>
                    <a:pt x="58" y="18"/>
                    <a:pt x="42" y="0"/>
                    <a:pt x="42" y="0"/>
                  </a:cubicBezTo>
                  <a:cubicBezTo>
                    <a:pt x="42" y="0"/>
                    <a:pt x="51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Oval 2366">
              <a:extLst>
                <a:ext uri="{FF2B5EF4-FFF2-40B4-BE49-F238E27FC236}">
                  <a16:creationId xmlns:a16="http://schemas.microsoft.com/office/drawing/2014/main" id="{7AAE99E3-DC7E-4967-9CDD-899F3F1D8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3425"/>
              <a:ext cx="67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73" name="Oval 2367">
              <a:extLst>
                <a:ext uri="{FF2B5EF4-FFF2-40B4-BE49-F238E27FC236}">
                  <a16:creationId xmlns:a16="http://schemas.microsoft.com/office/drawing/2014/main" id="{EBFC8DF5-B8E2-4E72-B9E4-A2FFC3562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3425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74" name="Oval 2368">
              <a:extLst>
                <a:ext uri="{FF2B5EF4-FFF2-40B4-BE49-F238E27FC236}">
                  <a16:creationId xmlns:a16="http://schemas.microsoft.com/office/drawing/2014/main" id="{EC880DD7-6832-409F-ABFB-0389AFC2F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3432"/>
              <a:ext cx="40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75" name="Oval 2369">
              <a:extLst>
                <a:ext uri="{FF2B5EF4-FFF2-40B4-BE49-F238E27FC236}">
                  <a16:creationId xmlns:a16="http://schemas.microsoft.com/office/drawing/2014/main" id="{C419A815-7FCA-4356-8E08-C587A9D83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2" y="343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76" name="Freeform 2370">
              <a:extLst>
                <a:ext uri="{FF2B5EF4-FFF2-40B4-BE49-F238E27FC236}">
                  <a16:creationId xmlns:a16="http://schemas.microsoft.com/office/drawing/2014/main" id="{FB2FB4FE-A4CF-4E50-97E7-D33E6E56D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442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2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8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Oval 2371">
              <a:extLst>
                <a:ext uri="{FF2B5EF4-FFF2-40B4-BE49-F238E27FC236}">
                  <a16:creationId xmlns:a16="http://schemas.microsoft.com/office/drawing/2014/main" id="{950900F1-A389-41EB-B28E-ADA9D454A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3425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78" name="Oval 2372">
              <a:extLst>
                <a:ext uri="{FF2B5EF4-FFF2-40B4-BE49-F238E27FC236}">
                  <a16:creationId xmlns:a16="http://schemas.microsoft.com/office/drawing/2014/main" id="{56524118-FA28-4E70-91D9-624D6CEBA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3425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79" name="Oval 2373">
              <a:extLst>
                <a:ext uri="{FF2B5EF4-FFF2-40B4-BE49-F238E27FC236}">
                  <a16:creationId xmlns:a16="http://schemas.microsoft.com/office/drawing/2014/main" id="{3544205B-F881-40C6-9E18-A76517045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3432"/>
              <a:ext cx="41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80" name="Oval 2374">
              <a:extLst>
                <a:ext uri="{FF2B5EF4-FFF2-40B4-BE49-F238E27FC236}">
                  <a16:creationId xmlns:a16="http://schemas.microsoft.com/office/drawing/2014/main" id="{23D58E12-CB0B-423F-A9B7-A8B4A8EFA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43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81" name="Freeform 2375">
              <a:extLst>
                <a:ext uri="{FF2B5EF4-FFF2-40B4-BE49-F238E27FC236}">
                  <a16:creationId xmlns:a16="http://schemas.microsoft.com/office/drawing/2014/main" id="{34987FEB-5489-4D93-8FFF-F916A5677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442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3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Oval 2376">
              <a:extLst>
                <a:ext uri="{FF2B5EF4-FFF2-40B4-BE49-F238E27FC236}">
                  <a16:creationId xmlns:a16="http://schemas.microsoft.com/office/drawing/2014/main" id="{1EE121A2-B35D-4F5D-94C3-2AA75FBCC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3425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83" name="Oval 2377">
              <a:extLst>
                <a:ext uri="{FF2B5EF4-FFF2-40B4-BE49-F238E27FC236}">
                  <a16:creationId xmlns:a16="http://schemas.microsoft.com/office/drawing/2014/main" id="{71B52D85-9E6E-452A-861A-16409DADB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6" y="3425"/>
              <a:ext cx="67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84" name="Oval 2378">
              <a:extLst>
                <a:ext uri="{FF2B5EF4-FFF2-40B4-BE49-F238E27FC236}">
                  <a16:creationId xmlns:a16="http://schemas.microsoft.com/office/drawing/2014/main" id="{9D44639F-9F35-40E2-9938-32491EFD8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3432"/>
              <a:ext cx="41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85" name="Oval 2379">
              <a:extLst>
                <a:ext uri="{FF2B5EF4-FFF2-40B4-BE49-F238E27FC236}">
                  <a16:creationId xmlns:a16="http://schemas.microsoft.com/office/drawing/2014/main" id="{62A1BE81-ADC5-4AEE-B4EB-0FD650D7F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343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86" name="Freeform 2380">
              <a:extLst>
                <a:ext uri="{FF2B5EF4-FFF2-40B4-BE49-F238E27FC236}">
                  <a16:creationId xmlns:a16="http://schemas.microsoft.com/office/drawing/2014/main" id="{A3F53261-AEBA-47E5-B93E-E09BA357B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442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5 w 58"/>
                <a:gd name="T3" fmla="*/ 50 h 60"/>
                <a:gd name="T4" fmla="*/ 36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3" y="60"/>
                    <a:pt x="41" y="38"/>
                  </a:cubicBezTo>
                  <a:cubicBezTo>
                    <a:pt x="58" y="18"/>
                    <a:pt x="42" y="0"/>
                    <a:pt x="42" y="0"/>
                  </a:cubicBezTo>
                  <a:cubicBezTo>
                    <a:pt x="42" y="0"/>
                    <a:pt x="51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Oval 2381">
              <a:extLst>
                <a:ext uri="{FF2B5EF4-FFF2-40B4-BE49-F238E27FC236}">
                  <a16:creationId xmlns:a16="http://schemas.microsoft.com/office/drawing/2014/main" id="{F9088759-74F7-44DD-A3DF-FDB8F6592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" y="3425"/>
              <a:ext cx="67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88" name="Oval 2382">
              <a:extLst>
                <a:ext uri="{FF2B5EF4-FFF2-40B4-BE49-F238E27FC236}">
                  <a16:creationId xmlns:a16="http://schemas.microsoft.com/office/drawing/2014/main" id="{CF4B6E06-151E-48D7-82A7-BA636A241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" y="3425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89" name="Oval 2383">
              <a:extLst>
                <a:ext uri="{FF2B5EF4-FFF2-40B4-BE49-F238E27FC236}">
                  <a16:creationId xmlns:a16="http://schemas.microsoft.com/office/drawing/2014/main" id="{A9879CAD-F139-4BA3-9D1E-AC11B8BBE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" y="3432"/>
              <a:ext cx="40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90" name="Oval 2384">
              <a:extLst>
                <a:ext uri="{FF2B5EF4-FFF2-40B4-BE49-F238E27FC236}">
                  <a16:creationId xmlns:a16="http://schemas.microsoft.com/office/drawing/2014/main" id="{F0106FBF-571F-484B-8F7D-56365C8DE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2" y="343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91" name="Freeform 2385">
              <a:extLst>
                <a:ext uri="{FF2B5EF4-FFF2-40B4-BE49-F238E27FC236}">
                  <a16:creationId xmlns:a16="http://schemas.microsoft.com/office/drawing/2014/main" id="{707B3C6D-50E8-447A-9E6D-6D79ED8D7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442"/>
              <a:ext cx="58" cy="63"/>
            </a:xfrm>
            <a:custGeom>
              <a:avLst/>
              <a:gdLst>
                <a:gd name="T0" fmla="*/ 0 w 58"/>
                <a:gd name="T1" fmla="*/ 57 h 60"/>
                <a:gd name="T2" fmla="*/ 42 w 58"/>
                <a:gd name="T3" fmla="*/ 50 h 60"/>
                <a:gd name="T4" fmla="*/ 43 w 58"/>
                <a:gd name="T5" fmla="*/ 0 h 60"/>
                <a:gd name="T6" fmla="*/ 38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8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Oval 2386">
              <a:extLst>
                <a:ext uri="{FF2B5EF4-FFF2-40B4-BE49-F238E27FC236}">
                  <a16:creationId xmlns:a16="http://schemas.microsoft.com/office/drawing/2014/main" id="{2EF52336-8523-4578-9BD8-EDF620C56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3425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93" name="Oval 2387">
              <a:extLst>
                <a:ext uri="{FF2B5EF4-FFF2-40B4-BE49-F238E27FC236}">
                  <a16:creationId xmlns:a16="http://schemas.microsoft.com/office/drawing/2014/main" id="{9FE1AB6F-5322-4B65-886A-BCCA003FB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3425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94" name="Oval 2388">
              <a:extLst>
                <a:ext uri="{FF2B5EF4-FFF2-40B4-BE49-F238E27FC236}">
                  <a16:creationId xmlns:a16="http://schemas.microsoft.com/office/drawing/2014/main" id="{411BA910-16F4-44B7-97D4-000D54F64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3432"/>
              <a:ext cx="40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95" name="Oval 2389">
              <a:extLst>
                <a:ext uri="{FF2B5EF4-FFF2-40B4-BE49-F238E27FC236}">
                  <a16:creationId xmlns:a16="http://schemas.microsoft.com/office/drawing/2014/main" id="{C7A61BB8-6E4C-4D7D-94DD-CFBAF409B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343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96" name="Freeform 2390">
              <a:extLst>
                <a:ext uri="{FF2B5EF4-FFF2-40B4-BE49-F238E27FC236}">
                  <a16:creationId xmlns:a16="http://schemas.microsoft.com/office/drawing/2014/main" id="{EE64A557-8AAC-4F74-8A50-7B11663AC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442"/>
              <a:ext cx="58" cy="63"/>
            </a:xfrm>
            <a:custGeom>
              <a:avLst/>
              <a:gdLst>
                <a:gd name="T0" fmla="*/ 0 w 58"/>
                <a:gd name="T1" fmla="*/ 57 h 60"/>
                <a:gd name="T2" fmla="*/ 42 w 58"/>
                <a:gd name="T3" fmla="*/ 50 h 60"/>
                <a:gd name="T4" fmla="*/ 43 w 58"/>
                <a:gd name="T5" fmla="*/ 0 h 60"/>
                <a:gd name="T6" fmla="*/ 37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3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7" name="Oval 2391">
              <a:extLst>
                <a:ext uri="{FF2B5EF4-FFF2-40B4-BE49-F238E27FC236}">
                  <a16:creationId xmlns:a16="http://schemas.microsoft.com/office/drawing/2014/main" id="{D2BBBE27-F248-44AE-BF9E-A078CB2D1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3487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98" name="Oval 2392">
              <a:extLst>
                <a:ext uri="{FF2B5EF4-FFF2-40B4-BE49-F238E27FC236}">
                  <a16:creationId xmlns:a16="http://schemas.microsoft.com/office/drawing/2014/main" id="{F67CFC12-0E9E-4854-92B1-410B92758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3487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99" name="Oval 2393">
              <a:extLst>
                <a:ext uri="{FF2B5EF4-FFF2-40B4-BE49-F238E27FC236}">
                  <a16:creationId xmlns:a16="http://schemas.microsoft.com/office/drawing/2014/main" id="{230E17FA-E77F-4F10-A614-E579BBCE6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3494"/>
              <a:ext cx="40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00" name="Oval 2394">
              <a:extLst>
                <a:ext uri="{FF2B5EF4-FFF2-40B4-BE49-F238E27FC236}">
                  <a16:creationId xmlns:a16="http://schemas.microsoft.com/office/drawing/2014/main" id="{8E76EDD4-886D-4E06-A9B1-6770686BE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350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01" name="Freeform 2395">
              <a:extLst>
                <a:ext uri="{FF2B5EF4-FFF2-40B4-BE49-F238E27FC236}">
                  <a16:creationId xmlns:a16="http://schemas.microsoft.com/office/drawing/2014/main" id="{C2FF47FB-AD8D-4242-B414-826174319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504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3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2" name="Oval 2396">
              <a:extLst>
                <a:ext uri="{FF2B5EF4-FFF2-40B4-BE49-F238E27FC236}">
                  <a16:creationId xmlns:a16="http://schemas.microsoft.com/office/drawing/2014/main" id="{CCC1F16E-1EF9-43E7-9899-BC4E6401C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3487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03" name="Oval 2397">
              <a:extLst>
                <a:ext uri="{FF2B5EF4-FFF2-40B4-BE49-F238E27FC236}">
                  <a16:creationId xmlns:a16="http://schemas.microsoft.com/office/drawing/2014/main" id="{5D5B6C2F-361D-4BAE-AA33-56F4DD46A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3487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04" name="Oval 2398">
              <a:extLst>
                <a:ext uri="{FF2B5EF4-FFF2-40B4-BE49-F238E27FC236}">
                  <a16:creationId xmlns:a16="http://schemas.microsoft.com/office/drawing/2014/main" id="{8B3A7D19-0965-41B6-9465-D21BA4D3E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3494"/>
              <a:ext cx="39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05" name="Oval 2399">
              <a:extLst>
                <a:ext uri="{FF2B5EF4-FFF2-40B4-BE49-F238E27FC236}">
                  <a16:creationId xmlns:a16="http://schemas.microsoft.com/office/drawing/2014/main" id="{B1EC1FAA-DE16-4748-832D-40B6AB63B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0" y="350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06" name="Freeform 2400">
              <a:extLst>
                <a:ext uri="{FF2B5EF4-FFF2-40B4-BE49-F238E27FC236}">
                  <a16:creationId xmlns:a16="http://schemas.microsoft.com/office/drawing/2014/main" id="{A4F09FA6-95BF-4189-A450-D47355FCE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504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3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7" name="Oval 2401">
              <a:extLst>
                <a:ext uri="{FF2B5EF4-FFF2-40B4-BE49-F238E27FC236}">
                  <a16:creationId xmlns:a16="http://schemas.microsoft.com/office/drawing/2014/main" id="{D09494B2-5EDF-4000-9853-D669EC6E4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3487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08" name="Oval 2402">
              <a:extLst>
                <a:ext uri="{FF2B5EF4-FFF2-40B4-BE49-F238E27FC236}">
                  <a16:creationId xmlns:a16="http://schemas.microsoft.com/office/drawing/2014/main" id="{B28959FA-45AD-40AE-96D4-AA40A1F80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3487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09" name="Oval 2403">
              <a:extLst>
                <a:ext uri="{FF2B5EF4-FFF2-40B4-BE49-F238E27FC236}">
                  <a16:creationId xmlns:a16="http://schemas.microsoft.com/office/drawing/2014/main" id="{362E1733-D819-4084-AB18-6EE64F252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3494"/>
              <a:ext cx="39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10" name="Oval 2404">
              <a:extLst>
                <a:ext uri="{FF2B5EF4-FFF2-40B4-BE49-F238E27FC236}">
                  <a16:creationId xmlns:a16="http://schemas.microsoft.com/office/drawing/2014/main" id="{CA200C59-AABD-49BD-A80A-DF7CA1F31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350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11" name="Freeform 2405">
              <a:extLst>
                <a:ext uri="{FF2B5EF4-FFF2-40B4-BE49-F238E27FC236}">
                  <a16:creationId xmlns:a16="http://schemas.microsoft.com/office/drawing/2014/main" id="{44FC01A1-8F16-4A6A-BBC3-68654EC00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504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2" name="Oval 2406">
              <a:extLst>
                <a:ext uri="{FF2B5EF4-FFF2-40B4-BE49-F238E27FC236}">
                  <a16:creationId xmlns:a16="http://schemas.microsoft.com/office/drawing/2014/main" id="{E8310336-A275-48EC-AEAE-E2248D375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3487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13" name="Oval 2407">
              <a:extLst>
                <a:ext uri="{FF2B5EF4-FFF2-40B4-BE49-F238E27FC236}">
                  <a16:creationId xmlns:a16="http://schemas.microsoft.com/office/drawing/2014/main" id="{4863987E-1579-4054-AC42-71962AA58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3487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14" name="Oval 2408">
              <a:extLst>
                <a:ext uri="{FF2B5EF4-FFF2-40B4-BE49-F238E27FC236}">
                  <a16:creationId xmlns:a16="http://schemas.microsoft.com/office/drawing/2014/main" id="{F294FCFA-5648-4DA1-9AB9-F3300084A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3494"/>
              <a:ext cx="39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15" name="Oval 2409">
              <a:extLst>
                <a:ext uri="{FF2B5EF4-FFF2-40B4-BE49-F238E27FC236}">
                  <a16:creationId xmlns:a16="http://schemas.microsoft.com/office/drawing/2014/main" id="{AD423C5B-A305-4FE6-A586-67FE7BC74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350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16" name="Freeform 2410">
              <a:extLst>
                <a:ext uri="{FF2B5EF4-FFF2-40B4-BE49-F238E27FC236}">
                  <a16:creationId xmlns:a16="http://schemas.microsoft.com/office/drawing/2014/main" id="{CCBE29BD-5A40-4E07-A715-C1D03BF8C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504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7" name="Oval 2411">
              <a:extLst>
                <a:ext uri="{FF2B5EF4-FFF2-40B4-BE49-F238E27FC236}">
                  <a16:creationId xmlns:a16="http://schemas.microsoft.com/office/drawing/2014/main" id="{4B5000EC-A077-4855-91EC-E8DE07001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3487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18" name="Oval 2412">
              <a:extLst>
                <a:ext uri="{FF2B5EF4-FFF2-40B4-BE49-F238E27FC236}">
                  <a16:creationId xmlns:a16="http://schemas.microsoft.com/office/drawing/2014/main" id="{6C9F9AD3-0747-4F57-B271-2F54AB89B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3487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19" name="Oval 2413">
              <a:extLst>
                <a:ext uri="{FF2B5EF4-FFF2-40B4-BE49-F238E27FC236}">
                  <a16:creationId xmlns:a16="http://schemas.microsoft.com/office/drawing/2014/main" id="{07883B1D-8220-4083-8A81-BC28DDCAB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8" y="3494"/>
              <a:ext cx="39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20" name="Oval 2414">
              <a:extLst>
                <a:ext uri="{FF2B5EF4-FFF2-40B4-BE49-F238E27FC236}">
                  <a16:creationId xmlns:a16="http://schemas.microsoft.com/office/drawing/2014/main" id="{B6686C41-FFC0-49AF-B600-EED1341A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350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21" name="Freeform 2415">
              <a:extLst>
                <a:ext uri="{FF2B5EF4-FFF2-40B4-BE49-F238E27FC236}">
                  <a16:creationId xmlns:a16="http://schemas.microsoft.com/office/drawing/2014/main" id="{57FE0CAE-0CE2-47A5-8C12-8E6D1D5D4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504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Oval 2416">
              <a:extLst>
                <a:ext uri="{FF2B5EF4-FFF2-40B4-BE49-F238E27FC236}">
                  <a16:creationId xmlns:a16="http://schemas.microsoft.com/office/drawing/2014/main" id="{F60E32E1-A340-4946-84AE-67A9318BA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3487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23" name="Oval 2417">
              <a:extLst>
                <a:ext uri="{FF2B5EF4-FFF2-40B4-BE49-F238E27FC236}">
                  <a16:creationId xmlns:a16="http://schemas.microsoft.com/office/drawing/2014/main" id="{BCAB4908-00EC-4A8B-9AF0-43D41CBC4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3487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24" name="Oval 2418">
              <a:extLst>
                <a:ext uri="{FF2B5EF4-FFF2-40B4-BE49-F238E27FC236}">
                  <a16:creationId xmlns:a16="http://schemas.microsoft.com/office/drawing/2014/main" id="{38D11EEE-5A15-4D59-BE5F-0C31F8F0B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3494"/>
              <a:ext cx="39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25" name="Oval 2419">
              <a:extLst>
                <a:ext uri="{FF2B5EF4-FFF2-40B4-BE49-F238E27FC236}">
                  <a16:creationId xmlns:a16="http://schemas.microsoft.com/office/drawing/2014/main" id="{6D06D039-F14A-44DF-AA3C-DAD26A3F0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350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26" name="Freeform 2420">
              <a:extLst>
                <a:ext uri="{FF2B5EF4-FFF2-40B4-BE49-F238E27FC236}">
                  <a16:creationId xmlns:a16="http://schemas.microsoft.com/office/drawing/2014/main" id="{CC684D9A-2BA1-4B8D-8046-3B29E475D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504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7" name="Oval 2421">
              <a:extLst>
                <a:ext uri="{FF2B5EF4-FFF2-40B4-BE49-F238E27FC236}">
                  <a16:creationId xmlns:a16="http://schemas.microsoft.com/office/drawing/2014/main" id="{DA7BB0DE-D6B5-4AA5-BBA5-05B454048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3487"/>
              <a:ext cx="66" cy="71"/>
            </a:xfrm>
            <a:prstGeom prst="ellipse">
              <a:avLst/>
            </a:prstGeom>
            <a:solidFill>
              <a:srgbClr val="98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28" name="Oval 2422">
              <a:extLst>
                <a:ext uri="{FF2B5EF4-FFF2-40B4-BE49-F238E27FC236}">
                  <a16:creationId xmlns:a16="http://schemas.microsoft.com/office/drawing/2014/main" id="{D676162B-1D31-4636-9472-E1C523642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3487"/>
              <a:ext cx="66" cy="7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29" name="Oval 2423">
              <a:extLst>
                <a:ext uri="{FF2B5EF4-FFF2-40B4-BE49-F238E27FC236}">
                  <a16:creationId xmlns:a16="http://schemas.microsoft.com/office/drawing/2014/main" id="{2A5C8D5A-B6B0-4B0B-A003-37D843370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2" y="3494"/>
              <a:ext cx="39" cy="42"/>
            </a:xfrm>
            <a:prstGeom prst="ellipse">
              <a:avLst/>
            </a:prstGeom>
            <a:solidFill>
              <a:srgbClr val="B1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30" name="Oval 2424">
              <a:extLst>
                <a:ext uri="{FF2B5EF4-FFF2-40B4-BE49-F238E27FC236}">
                  <a16:creationId xmlns:a16="http://schemas.microsoft.com/office/drawing/2014/main" id="{0C298814-9217-421A-A446-B9080DE9E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350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31" name="Freeform 2425">
              <a:extLst>
                <a:ext uri="{FF2B5EF4-FFF2-40B4-BE49-F238E27FC236}">
                  <a16:creationId xmlns:a16="http://schemas.microsoft.com/office/drawing/2014/main" id="{172FBB53-5D5A-4016-8067-41515ACEF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504"/>
              <a:ext cx="57" cy="63"/>
            </a:xfrm>
            <a:custGeom>
              <a:avLst/>
              <a:gdLst>
                <a:gd name="T0" fmla="*/ 0 w 58"/>
                <a:gd name="T1" fmla="*/ 57 h 60"/>
                <a:gd name="T2" fmla="*/ 36 w 58"/>
                <a:gd name="T3" fmla="*/ 50 h 60"/>
                <a:gd name="T4" fmla="*/ 37 w 58"/>
                <a:gd name="T5" fmla="*/ 0 h 60"/>
                <a:gd name="T6" fmla="*/ 31 w 58"/>
                <a:gd name="T7" fmla="*/ 47 h 60"/>
                <a:gd name="T8" fmla="*/ 0 w 58"/>
                <a:gd name="T9" fmla="*/ 5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0">
                  <a:moveTo>
                    <a:pt x="0" y="43"/>
                  </a:moveTo>
                  <a:cubicBezTo>
                    <a:pt x="0" y="43"/>
                    <a:pt x="24" y="60"/>
                    <a:pt x="42" y="38"/>
                  </a:cubicBezTo>
                  <a:cubicBezTo>
                    <a:pt x="58" y="18"/>
                    <a:pt x="43" y="0"/>
                    <a:pt x="43" y="0"/>
                  </a:cubicBezTo>
                  <a:cubicBezTo>
                    <a:pt x="43" y="0"/>
                    <a:pt x="52" y="20"/>
                    <a:pt x="37" y="35"/>
                  </a:cubicBezTo>
                  <a:cubicBezTo>
                    <a:pt x="23" y="49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7F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41875448-22DC-4C2F-A0BE-81A6CEA5777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Herpes Simplex Virus</a:t>
            </a:r>
          </a:p>
        </p:txBody>
      </p:sp>
      <p:grpSp>
        <p:nvGrpSpPr>
          <p:cNvPr id="34819" name="herpes-simplex-virus-structure-diagram">
            <a:extLst>
              <a:ext uri="{FF2B5EF4-FFF2-40B4-BE49-F238E27FC236}">
                <a16:creationId xmlns:a16="http://schemas.microsoft.com/office/drawing/2014/main" id="{C0866300-8514-4470-A6F4-017294EC6687}"/>
              </a:ext>
            </a:extLst>
          </p:cNvPr>
          <p:cNvGrpSpPr>
            <a:grpSpLocks/>
          </p:cNvGrpSpPr>
          <p:nvPr/>
        </p:nvGrpSpPr>
        <p:grpSpPr bwMode="auto">
          <a:xfrm>
            <a:off x="4764088" y="1222375"/>
            <a:ext cx="2759075" cy="2776538"/>
            <a:chOff x="2041" y="770"/>
            <a:chExt cx="1738" cy="1749"/>
          </a:xfrm>
        </p:grpSpPr>
        <p:grpSp>
          <p:nvGrpSpPr>
            <p:cNvPr id="35612" name="Group 4">
              <a:extLst>
                <a:ext uri="{FF2B5EF4-FFF2-40B4-BE49-F238E27FC236}">
                  <a16:creationId xmlns:a16="http://schemas.microsoft.com/office/drawing/2014/main" id="{A4E44538-8695-4399-BD3C-BD9493B43B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1" y="770"/>
              <a:ext cx="1738" cy="1749"/>
              <a:chOff x="2041" y="770"/>
              <a:chExt cx="1738" cy="1749"/>
            </a:xfrm>
          </p:grpSpPr>
          <p:sp>
            <p:nvSpPr>
              <p:cNvPr id="36146" name="Freeform 5">
                <a:extLst>
                  <a:ext uri="{FF2B5EF4-FFF2-40B4-BE49-F238E27FC236}">
                    <a16:creationId xmlns:a16="http://schemas.microsoft.com/office/drawing/2014/main" id="{1A38BAFD-E836-4674-BCB9-76248AB0F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962"/>
                <a:ext cx="148" cy="177"/>
              </a:xfrm>
              <a:custGeom>
                <a:avLst/>
                <a:gdLst>
                  <a:gd name="T0" fmla="*/ 3 w 144"/>
                  <a:gd name="T1" fmla="*/ 182 h 173"/>
                  <a:gd name="T2" fmla="*/ 4 w 144"/>
                  <a:gd name="T3" fmla="*/ 194 h 173"/>
                  <a:gd name="T4" fmla="*/ 4 w 144"/>
                  <a:gd name="T5" fmla="*/ 194 h 173"/>
                  <a:gd name="T6" fmla="*/ 16 w 144"/>
                  <a:gd name="T7" fmla="*/ 193 h 173"/>
                  <a:gd name="T8" fmla="*/ 165 w 144"/>
                  <a:gd name="T9" fmla="*/ 21 h 173"/>
                  <a:gd name="T10" fmla="*/ 159 w 144"/>
                  <a:gd name="T11" fmla="*/ 6 h 173"/>
                  <a:gd name="T12" fmla="*/ 159 w 144"/>
                  <a:gd name="T13" fmla="*/ 6 h 173"/>
                  <a:gd name="T14" fmla="*/ 140 w 144"/>
                  <a:gd name="T15" fmla="*/ 4 h 173"/>
                  <a:gd name="T16" fmla="*/ 3 w 144"/>
                  <a:gd name="T17" fmla="*/ 182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3" y="158"/>
                    </a:moveTo>
                    <a:cubicBezTo>
                      <a:pt x="0" y="162"/>
                      <a:pt x="0" y="167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8" y="173"/>
                      <a:pt x="13" y="173"/>
                      <a:pt x="16" y="169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4" y="18"/>
                      <a:pt x="141" y="11"/>
                      <a:pt x="135" y="6"/>
                    </a:cubicBezTo>
                    <a:cubicBezTo>
                      <a:pt x="135" y="6"/>
                      <a:pt x="135" y="6"/>
                      <a:pt x="135" y="6"/>
                    </a:cubicBezTo>
                    <a:cubicBezTo>
                      <a:pt x="129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7" name="Freeform 6">
                <a:extLst>
                  <a:ext uri="{FF2B5EF4-FFF2-40B4-BE49-F238E27FC236}">
                    <a16:creationId xmlns:a16="http://schemas.microsoft.com/office/drawing/2014/main" id="{E4876F43-2013-4A46-A42F-99ECA4A61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986"/>
                <a:ext cx="124" cy="146"/>
              </a:xfrm>
              <a:custGeom>
                <a:avLst/>
                <a:gdLst>
                  <a:gd name="T0" fmla="*/ 139 w 121"/>
                  <a:gd name="T1" fmla="*/ 0 h 143"/>
                  <a:gd name="T2" fmla="*/ 0 w 121"/>
                  <a:gd name="T3" fmla="*/ 161 h 143"/>
                  <a:gd name="T4" fmla="*/ 139 w 121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43">
                    <a:moveTo>
                      <a:pt x="121" y="0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76" y="28"/>
                      <a:pt x="121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8" name="Freeform 7">
                <a:extLst>
                  <a:ext uri="{FF2B5EF4-FFF2-40B4-BE49-F238E27FC236}">
                    <a16:creationId xmlns:a16="http://schemas.microsoft.com/office/drawing/2014/main" id="{C0976330-D81C-416E-BBDC-95B0C52C2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965"/>
                <a:ext cx="21" cy="22"/>
              </a:xfrm>
              <a:custGeom>
                <a:avLst/>
                <a:gdLst>
                  <a:gd name="T0" fmla="*/ 26 w 20"/>
                  <a:gd name="T1" fmla="*/ 20 h 21"/>
                  <a:gd name="T2" fmla="*/ 3 w 20"/>
                  <a:gd name="T3" fmla="*/ 0 h 21"/>
                  <a:gd name="T4" fmla="*/ 6 w 20"/>
                  <a:gd name="T5" fmla="*/ 21 h 21"/>
                  <a:gd name="T6" fmla="*/ 26 w 20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20" y="14"/>
                    </a:moveTo>
                    <a:cubicBezTo>
                      <a:pt x="12" y="21"/>
                      <a:pt x="4" y="6"/>
                      <a:pt x="3" y="0"/>
                    </a:cubicBezTo>
                    <a:cubicBezTo>
                      <a:pt x="1" y="6"/>
                      <a:pt x="0" y="11"/>
                      <a:pt x="6" y="15"/>
                    </a:cubicBezTo>
                    <a:cubicBezTo>
                      <a:pt x="11" y="18"/>
                      <a:pt x="16" y="19"/>
                      <a:pt x="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" name="Freeform 8">
                <a:extLst>
                  <a:ext uri="{FF2B5EF4-FFF2-40B4-BE49-F238E27FC236}">
                    <a16:creationId xmlns:a16="http://schemas.microsoft.com/office/drawing/2014/main" id="{27FDE5EB-8A7A-4A1D-A445-5EA16D6B4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974"/>
                <a:ext cx="115" cy="150"/>
              </a:xfrm>
              <a:custGeom>
                <a:avLst/>
                <a:gdLst>
                  <a:gd name="T0" fmla="*/ 130 w 112"/>
                  <a:gd name="T1" fmla="*/ 0 h 147"/>
                  <a:gd name="T2" fmla="*/ 0 w 112"/>
                  <a:gd name="T3" fmla="*/ 165 h 147"/>
                  <a:gd name="T4" fmla="*/ 130 w 112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47">
                    <a:moveTo>
                      <a:pt x="112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111" y="9"/>
                      <a:pt x="1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0" name="Freeform 9">
                <a:extLst>
                  <a:ext uri="{FF2B5EF4-FFF2-40B4-BE49-F238E27FC236}">
                    <a16:creationId xmlns:a16="http://schemas.microsoft.com/office/drawing/2014/main" id="{9A0825F2-7162-44E9-B2DD-DBA350E1D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962"/>
                <a:ext cx="148" cy="177"/>
              </a:xfrm>
              <a:custGeom>
                <a:avLst/>
                <a:gdLst>
                  <a:gd name="T0" fmla="*/ 3 w 144"/>
                  <a:gd name="T1" fmla="*/ 182 h 173"/>
                  <a:gd name="T2" fmla="*/ 5 w 144"/>
                  <a:gd name="T3" fmla="*/ 194 h 173"/>
                  <a:gd name="T4" fmla="*/ 5 w 144"/>
                  <a:gd name="T5" fmla="*/ 194 h 173"/>
                  <a:gd name="T6" fmla="*/ 17 w 144"/>
                  <a:gd name="T7" fmla="*/ 193 h 173"/>
                  <a:gd name="T8" fmla="*/ 165 w 144"/>
                  <a:gd name="T9" fmla="*/ 21 h 173"/>
                  <a:gd name="T10" fmla="*/ 160 w 144"/>
                  <a:gd name="T11" fmla="*/ 6 h 173"/>
                  <a:gd name="T12" fmla="*/ 160 w 144"/>
                  <a:gd name="T13" fmla="*/ 6 h 173"/>
                  <a:gd name="T14" fmla="*/ 140 w 144"/>
                  <a:gd name="T15" fmla="*/ 4 h 173"/>
                  <a:gd name="T16" fmla="*/ 3 w 144"/>
                  <a:gd name="T17" fmla="*/ 182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3" y="158"/>
                    </a:moveTo>
                    <a:cubicBezTo>
                      <a:pt x="0" y="162"/>
                      <a:pt x="1" y="167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8" y="173"/>
                      <a:pt x="14" y="173"/>
                      <a:pt x="17" y="169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4" y="18"/>
                      <a:pt x="142" y="11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0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1" name="Freeform 10">
                <a:extLst>
                  <a:ext uri="{FF2B5EF4-FFF2-40B4-BE49-F238E27FC236}">
                    <a16:creationId xmlns:a16="http://schemas.microsoft.com/office/drawing/2014/main" id="{CBE6D233-76A0-4BE3-B85E-3EBD49455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835"/>
                <a:ext cx="110" cy="199"/>
              </a:xfrm>
              <a:custGeom>
                <a:avLst/>
                <a:gdLst>
                  <a:gd name="T0" fmla="*/ 3 w 108"/>
                  <a:gd name="T1" fmla="*/ 205 h 195"/>
                  <a:gd name="T2" fmla="*/ 7 w 108"/>
                  <a:gd name="T3" fmla="*/ 217 h 195"/>
                  <a:gd name="T4" fmla="*/ 7 w 108"/>
                  <a:gd name="T5" fmla="*/ 217 h 195"/>
                  <a:gd name="T6" fmla="*/ 18 w 108"/>
                  <a:gd name="T7" fmla="*/ 213 h 195"/>
                  <a:gd name="T8" fmla="*/ 118 w 108"/>
                  <a:gd name="T9" fmla="*/ 17 h 195"/>
                  <a:gd name="T10" fmla="*/ 109 w 108"/>
                  <a:gd name="T11" fmla="*/ 3 h 195"/>
                  <a:gd name="T12" fmla="*/ 109 w 108"/>
                  <a:gd name="T13" fmla="*/ 3 h 195"/>
                  <a:gd name="T14" fmla="*/ 93 w 108"/>
                  <a:gd name="T15" fmla="*/ 5 h 195"/>
                  <a:gd name="T16" fmla="*/ 3 w 108"/>
                  <a:gd name="T17" fmla="*/ 205 h 1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5">
                    <a:moveTo>
                      <a:pt x="3" y="181"/>
                    </a:moveTo>
                    <a:cubicBezTo>
                      <a:pt x="0" y="186"/>
                      <a:pt x="2" y="191"/>
                      <a:pt x="7" y="193"/>
                    </a:cubicBezTo>
                    <a:cubicBezTo>
                      <a:pt x="7" y="193"/>
                      <a:pt x="7" y="193"/>
                      <a:pt x="7" y="193"/>
                    </a:cubicBezTo>
                    <a:cubicBezTo>
                      <a:pt x="11" y="195"/>
                      <a:pt x="16" y="193"/>
                      <a:pt x="18" y="18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04" y="6"/>
                      <a:pt x="97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0" y="0"/>
                      <a:pt x="83" y="0"/>
                      <a:pt x="81" y="5"/>
                    </a:cubicBezTo>
                    <a:lnTo>
                      <a:pt x="3" y="18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2" name="Freeform 11">
                <a:extLst>
                  <a:ext uri="{FF2B5EF4-FFF2-40B4-BE49-F238E27FC236}">
                    <a16:creationId xmlns:a16="http://schemas.microsoft.com/office/drawing/2014/main" id="{54F69440-4E12-4C99-AAB3-AC795F8F7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855"/>
                <a:ext cx="88" cy="171"/>
              </a:xfrm>
              <a:custGeom>
                <a:avLst/>
                <a:gdLst>
                  <a:gd name="T0" fmla="*/ 98 w 86"/>
                  <a:gd name="T1" fmla="*/ 0 h 167"/>
                  <a:gd name="T2" fmla="*/ 0 w 86"/>
                  <a:gd name="T3" fmla="*/ 191 h 167"/>
                  <a:gd name="T4" fmla="*/ 98 w 86"/>
                  <a:gd name="T5" fmla="*/ 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67">
                    <a:moveTo>
                      <a:pt x="86" y="0"/>
                    </a:move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49" y="37"/>
                      <a:pt x="86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3" name="Freeform 12">
                <a:extLst>
                  <a:ext uri="{FF2B5EF4-FFF2-40B4-BE49-F238E27FC236}">
                    <a16:creationId xmlns:a16="http://schemas.microsoft.com/office/drawing/2014/main" id="{22ED40FD-1AE4-4912-8E73-EEF772152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838"/>
                <a:ext cx="21" cy="19"/>
              </a:xfrm>
              <a:custGeom>
                <a:avLst/>
                <a:gdLst>
                  <a:gd name="T0" fmla="*/ 21 w 21"/>
                  <a:gd name="T1" fmla="*/ 9 h 19"/>
                  <a:gd name="T2" fmla="*/ 0 w 21"/>
                  <a:gd name="T3" fmla="*/ 0 h 19"/>
                  <a:gd name="T4" fmla="*/ 7 w 21"/>
                  <a:gd name="T5" fmla="*/ 14 h 19"/>
                  <a:gd name="T6" fmla="*/ 21 w 21"/>
                  <a:gd name="T7" fmla="*/ 1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21" y="9"/>
                    </a:moveTo>
                    <a:cubicBezTo>
                      <a:pt x="14" y="19"/>
                      <a:pt x="3" y="5"/>
                      <a:pt x="0" y="0"/>
                    </a:cubicBezTo>
                    <a:cubicBezTo>
                      <a:pt x="0" y="6"/>
                      <a:pt x="0" y="11"/>
                      <a:pt x="7" y="14"/>
                    </a:cubicBezTo>
                    <a:cubicBezTo>
                      <a:pt x="12" y="16"/>
                      <a:pt x="18" y="15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4" name="Freeform 13">
                <a:extLst>
                  <a:ext uri="{FF2B5EF4-FFF2-40B4-BE49-F238E27FC236}">
                    <a16:creationId xmlns:a16="http://schemas.microsoft.com/office/drawing/2014/main" id="{7705E1B3-9621-4380-9221-02CC83A49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848"/>
                <a:ext cx="79" cy="172"/>
              </a:xfrm>
              <a:custGeom>
                <a:avLst/>
                <a:gdLst>
                  <a:gd name="T0" fmla="*/ 88 w 77"/>
                  <a:gd name="T1" fmla="*/ 0 h 168"/>
                  <a:gd name="T2" fmla="*/ 0 w 77"/>
                  <a:gd name="T3" fmla="*/ 192 h 168"/>
                  <a:gd name="T4" fmla="*/ 88 w 77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68">
                    <a:moveTo>
                      <a:pt x="76" y="0"/>
                    </a:move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68"/>
                      <a:pt x="77" y="9"/>
                      <a:pt x="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5" name="Freeform 14">
                <a:extLst>
                  <a:ext uri="{FF2B5EF4-FFF2-40B4-BE49-F238E27FC236}">
                    <a16:creationId xmlns:a16="http://schemas.microsoft.com/office/drawing/2014/main" id="{400BEDCE-A8FE-45A4-AA7A-2C162EC2E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833"/>
                <a:ext cx="110" cy="201"/>
              </a:xfrm>
              <a:custGeom>
                <a:avLst/>
                <a:gdLst>
                  <a:gd name="T0" fmla="*/ 2 w 108"/>
                  <a:gd name="T1" fmla="*/ 212 h 196"/>
                  <a:gd name="T2" fmla="*/ 6 w 108"/>
                  <a:gd name="T3" fmla="*/ 225 h 196"/>
                  <a:gd name="T4" fmla="*/ 6 w 108"/>
                  <a:gd name="T5" fmla="*/ 225 h 196"/>
                  <a:gd name="T6" fmla="*/ 18 w 108"/>
                  <a:gd name="T7" fmla="*/ 220 h 196"/>
                  <a:gd name="T8" fmla="*/ 117 w 108"/>
                  <a:gd name="T9" fmla="*/ 18 h 196"/>
                  <a:gd name="T10" fmla="*/ 109 w 108"/>
                  <a:gd name="T11" fmla="*/ 4 h 196"/>
                  <a:gd name="T12" fmla="*/ 109 w 108"/>
                  <a:gd name="T13" fmla="*/ 4 h 196"/>
                  <a:gd name="T14" fmla="*/ 91 w 108"/>
                  <a:gd name="T15" fmla="*/ 6 h 196"/>
                  <a:gd name="T16" fmla="*/ 2 w 108"/>
                  <a:gd name="T17" fmla="*/ 212 h 1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6">
                    <a:moveTo>
                      <a:pt x="2" y="182"/>
                    </a:moveTo>
                    <a:cubicBezTo>
                      <a:pt x="0" y="186"/>
                      <a:pt x="2" y="192"/>
                      <a:pt x="6" y="194"/>
                    </a:cubicBezTo>
                    <a:cubicBezTo>
                      <a:pt x="6" y="194"/>
                      <a:pt x="6" y="194"/>
                      <a:pt x="6" y="194"/>
                    </a:cubicBezTo>
                    <a:cubicBezTo>
                      <a:pt x="10" y="196"/>
                      <a:pt x="16" y="194"/>
                      <a:pt x="18" y="190"/>
                    </a:cubicBezTo>
                    <a:cubicBezTo>
                      <a:pt x="105" y="18"/>
                      <a:pt x="105" y="18"/>
                      <a:pt x="105" y="18"/>
                    </a:cubicBezTo>
                    <a:cubicBezTo>
                      <a:pt x="108" y="13"/>
                      <a:pt x="104" y="7"/>
                      <a:pt x="97" y="4"/>
                    </a:cubicBezTo>
                    <a:cubicBezTo>
                      <a:pt x="97" y="4"/>
                      <a:pt x="97" y="4"/>
                      <a:pt x="97" y="4"/>
                    </a:cubicBezTo>
                    <a:cubicBezTo>
                      <a:pt x="89" y="0"/>
                      <a:pt x="82" y="1"/>
                      <a:pt x="80" y="6"/>
                    </a:cubicBezTo>
                    <a:lnTo>
                      <a:pt x="2" y="18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6" name="Freeform 15">
                <a:extLst>
                  <a:ext uri="{FF2B5EF4-FFF2-40B4-BE49-F238E27FC236}">
                    <a16:creationId xmlns:a16="http://schemas.microsoft.com/office/drawing/2014/main" id="{B38DB116-FF94-4FBA-B353-EF48A6CCB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092"/>
                <a:ext cx="178" cy="148"/>
              </a:xfrm>
              <a:custGeom>
                <a:avLst/>
                <a:gdLst>
                  <a:gd name="T0" fmla="*/ 4 w 174"/>
                  <a:gd name="T1" fmla="*/ 151 h 144"/>
                  <a:gd name="T2" fmla="*/ 3 w 174"/>
                  <a:gd name="T3" fmla="*/ 163 h 144"/>
                  <a:gd name="T4" fmla="*/ 3 w 174"/>
                  <a:gd name="T5" fmla="*/ 163 h 144"/>
                  <a:gd name="T6" fmla="*/ 15 w 174"/>
                  <a:gd name="T7" fmla="*/ 165 h 144"/>
                  <a:gd name="T8" fmla="*/ 194 w 174"/>
                  <a:gd name="T9" fmla="*/ 32 h 144"/>
                  <a:gd name="T10" fmla="*/ 192 w 174"/>
                  <a:gd name="T11" fmla="*/ 9 h 144"/>
                  <a:gd name="T12" fmla="*/ 192 w 174"/>
                  <a:gd name="T13" fmla="*/ 9 h 144"/>
                  <a:gd name="T14" fmla="*/ 177 w 174"/>
                  <a:gd name="T15" fmla="*/ 3 h 144"/>
                  <a:gd name="T16" fmla="*/ 4 w 174"/>
                  <a:gd name="T17" fmla="*/ 151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4">
                    <a:moveTo>
                      <a:pt x="4" y="127"/>
                    </a:moveTo>
                    <a:cubicBezTo>
                      <a:pt x="1" y="130"/>
                      <a:pt x="0" y="135"/>
                      <a:pt x="3" y="139"/>
                    </a:cubicBezTo>
                    <a:cubicBezTo>
                      <a:pt x="3" y="139"/>
                      <a:pt x="3" y="139"/>
                      <a:pt x="3" y="139"/>
                    </a:cubicBezTo>
                    <a:cubicBezTo>
                      <a:pt x="6" y="143"/>
                      <a:pt x="11" y="144"/>
                      <a:pt x="15" y="141"/>
                    </a:cubicBezTo>
                    <a:cubicBezTo>
                      <a:pt x="170" y="26"/>
                      <a:pt x="170" y="26"/>
                      <a:pt x="170" y="26"/>
                    </a:cubicBezTo>
                    <a:cubicBezTo>
                      <a:pt x="174" y="23"/>
                      <a:pt x="173" y="15"/>
                      <a:pt x="168" y="9"/>
                    </a:cubicBezTo>
                    <a:cubicBezTo>
                      <a:pt x="168" y="9"/>
                      <a:pt x="168" y="9"/>
                      <a:pt x="168" y="9"/>
                    </a:cubicBezTo>
                    <a:cubicBezTo>
                      <a:pt x="163" y="3"/>
                      <a:pt x="156" y="0"/>
                      <a:pt x="153" y="3"/>
                    </a:cubicBezTo>
                    <a:lnTo>
                      <a:pt x="4" y="12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7" name="Freeform 16">
                <a:extLst>
                  <a:ext uri="{FF2B5EF4-FFF2-40B4-BE49-F238E27FC236}">
                    <a16:creationId xmlns:a16="http://schemas.microsoft.com/office/drawing/2014/main" id="{F531DAEF-EE78-471C-A2E7-965A0D215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1119"/>
                <a:ext cx="155" cy="114"/>
              </a:xfrm>
              <a:custGeom>
                <a:avLst/>
                <a:gdLst>
                  <a:gd name="T0" fmla="*/ 176 w 151"/>
                  <a:gd name="T1" fmla="*/ 0 h 112"/>
                  <a:gd name="T2" fmla="*/ 0 w 151"/>
                  <a:gd name="T3" fmla="*/ 124 h 112"/>
                  <a:gd name="T4" fmla="*/ 176 w 151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2">
                    <a:moveTo>
                      <a:pt x="151" y="0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101" y="17"/>
                      <a:pt x="151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8" name="Freeform 17">
                <a:extLst>
                  <a:ext uri="{FF2B5EF4-FFF2-40B4-BE49-F238E27FC236}">
                    <a16:creationId xmlns:a16="http://schemas.microsoft.com/office/drawing/2014/main" id="{88C2F293-B8ED-4040-B502-AC7775182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095"/>
                <a:ext cx="19" cy="25"/>
              </a:xfrm>
              <a:custGeom>
                <a:avLst/>
                <a:gdLst>
                  <a:gd name="T0" fmla="*/ 19 w 19"/>
                  <a:gd name="T1" fmla="*/ 24 h 24"/>
                  <a:gd name="T2" fmla="*/ 5 w 19"/>
                  <a:gd name="T3" fmla="*/ 0 h 24"/>
                  <a:gd name="T4" fmla="*/ 5 w 19"/>
                  <a:gd name="T5" fmla="*/ 22 h 24"/>
                  <a:gd name="T6" fmla="*/ 18 w 19"/>
                  <a:gd name="T7" fmla="*/ 2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19" y="18"/>
                    </a:moveTo>
                    <a:cubicBezTo>
                      <a:pt x="9" y="24"/>
                      <a:pt x="5" y="6"/>
                      <a:pt x="5" y="0"/>
                    </a:cubicBezTo>
                    <a:cubicBezTo>
                      <a:pt x="1" y="6"/>
                      <a:pt x="0" y="10"/>
                      <a:pt x="5" y="16"/>
                    </a:cubicBezTo>
                    <a:cubicBezTo>
                      <a:pt x="8" y="20"/>
                      <a:pt x="14" y="22"/>
                      <a:pt x="18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9" name="Freeform 18">
                <a:extLst>
                  <a:ext uri="{FF2B5EF4-FFF2-40B4-BE49-F238E27FC236}">
                    <a16:creationId xmlns:a16="http://schemas.microsoft.com/office/drawing/2014/main" id="{39A6D3B4-345D-4B2A-AEC3-0060CCF56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1102"/>
                <a:ext cx="148" cy="120"/>
              </a:xfrm>
              <a:custGeom>
                <a:avLst/>
                <a:gdLst>
                  <a:gd name="T0" fmla="*/ 169 w 144"/>
                  <a:gd name="T1" fmla="*/ 0 h 117"/>
                  <a:gd name="T2" fmla="*/ 0 w 144"/>
                  <a:gd name="T3" fmla="*/ 135 h 117"/>
                  <a:gd name="T4" fmla="*/ 169 w 144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17">
                    <a:moveTo>
                      <a:pt x="144" y="0"/>
                    </a:moveTo>
                    <a:cubicBezTo>
                      <a:pt x="0" y="117"/>
                      <a:pt x="0" y="117"/>
                      <a:pt x="0" y="117"/>
                    </a:cubicBezTo>
                    <a:cubicBezTo>
                      <a:pt x="0" y="117"/>
                      <a:pt x="140" y="8"/>
                      <a:pt x="1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0" name="Freeform 19">
                <a:extLst>
                  <a:ext uri="{FF2B5EF4-FFF2-40B4-BE49-F238E27FC236}">
                    <a16:creationId xmlns:a16="http://schemas.microsoft.com/office/drawing/2014/main" id="{4ED2E27B-C7B4-4319-8E3A-C55B23A54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092"/>
                <a:ext cx="178" cy="148"/>
              </a:xfrm>
              <a:custGeom>
                <a:avLst/>
                <a:gdLst>
                  <a:gd name="T0" fmla="*/ 5 w 174"/>
                  <a:gd name="T1" fmla="*/ 151 h 144"/>
                  <a:gd name="T2" fmla="*/ 3 w 174"/>
                  <a:gd name="T3" fmla="*/ 163 h 144"/>
                  <a:gd name="T4" fmla="*/ 3 w 174"/>
                  <a:gd name="T5" fmla="*/ 163 h 144"/>
                  <a:gd name="T6" fmla="*/ 16 w 174"/>
                  <a:gd name="T7" fmla="*/ 165 h 144"/>
                  <a:gd name="T8" fmla="*/ 194 w 174"/>
                  <a:gd name="T9" fmla="*/ 32 h 144"/>
                  <a:gd name="T10" fmla="*/ 193 w 174"/>
                  <a:gd name="T11" fmla="*/ 9 h 144"/>
                  <a:gd name="T12" fmla="*/ 193 w 174"/>
                  <a:gd name="T13" fmla="*/ 9 h 144"/>
                  <a:gd name="T14" fmla="*/ 177 w 174"/>
                  <a:gd name="T15" fmla="*/ 3 h 144"/>
                  <a:gd name="T16" fmla="*/ 5 w 174"/>
                  <a:gd name="T17" fmla="*/ 151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4">
                    <a:moveTo>
                      <a:pt x="5" y="127"/>
                    </a:moveTo>
                    <a:cubicBezTo>
                      <a:pt x="1" y="130"/>
                      <a:pt x="0" y="135"/>
                      <a:pt x="3" y="139"/>
                    </a:cubicBezTo>
                    <a:cubicBezTo>
                      <a:pt x="3" y="139"/>
                      <a:pt x="3" y="139"/>
                      <a:pt x="3" y="139"/>
                    </a:cubicBezTo>
                    <a:cubicBezTo>
                      <a:pt x="6" y="143"/>
                      <a:pt x="12" y="144"/>
                      <a:pt x="16" y="141"/>
                    </a:cubicBezTo>
                    <a:cubicBezTo>
                      <a:pt x="170" y="26"/>
                      <a:pt x="170" y="26"/>
                      <a:pt x="170" y="26"/>
                    </a:cubicBezTo>
                    <a:cubicBezTo>
                      <a:pt x="174" y="23"/>
                      <a:pt x="173" y="15"/>
                      <a:pt x="169" y="9"/>
                    </a:cubicBezTo>
                    <a:cubicBezTo>
                      <a:pt x="169" y="9"/>
                      <a:pt x="169" y="9"/>
                      <a:pt x="169" y="9"/>
                    </a:cubicBezTo>
                    <a:cubicBezTo>
                      <a:pt x="164" y="3"/>
                      <a:pt x="157" y="0"/>
                      <a:pt x="153" y="3"/>
                    </a:cubicBezTo>
                    <a:lnTo>
                      <a:pt x="5" y="12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1" name="Freeform 20">
                <a:extLst>
                  <a:ext uri="{FF2B5EF4-FFF2-40B4-BE49-F238E27FC236}">
                    <a16:creationId xmlns:a16="http://schemas.microsoft.com/office/drawing/2014/main" id="{828C46D0-0BC5-44BA-9919-2DBFA6CA9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1333"/>
                <a:ext cx="210" cy="80"/>
              </a:xfrm>
              <a:custGeom>
                <a:avLst/>
                <a:gdLst>
                  <a:gd name="T0" fmla="*/ 7 w 205"/>
                  <a:gd name="T1" fmla="*/ 67 h 79"/>
                  <a:gd name="T2" fmla="*/ 1 w 205"/>
                  <a:gd name="T3" fmla="*/ 78 h 79"/>
                  <a:gd name="T4" fmla="*/ 1 w 205"/>
                  <a:gd name="T5" fmla="*/ 78 h 79"/>
                  <a:gd name="T6" fmla="*/ 12 w 205"/>
                  <a:gd name="T7" fmla="*/ 84 h 79"/>
                  <a:gd name="T8" fmla="*/ 229 w 205"/>
                  <a:gd name="T9" fmla="*/ 28 h 79"/>
                  <a:gd name="T10" fmla="*/ 234 w 205"/>
                  <a:gd name="T11" fmla="*/ 12 h 79"/>
                  <a:gd name="T12" fmla="*/ 234 w 205"/>
                  <a:gd name="T13" fmla="*/ 12 h 79"/>
                  <a:gd name="T14" fmla="*/ 221 w 205"/>
                  <a:gd name="T15" fmla="*/ 1 h 79"/>
                  <a:gd name="T16" fmla="*/ 7 w 205"/>
                  <a:gd name="T17" fmla="*/ 67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79">
                    <a:moveTo>
                      <a:pt x="7" y="61"/>
                    </a:moveTo>
                    <a:cubicBezTo>
                      <a:pt x="3" y="62"/>
                      <a:pt x="0" y="67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3" y="77"/>
                      <a:pt x="8" y="79"/>
                      <a:pt x="12" y="7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203" y="27"/>
                      <a:pt x="205" y="20"/>
                      <a:pt x="203" y="12"/>
                    </a:cubicBezTo>
                    <a:cubicBezTo>
                      <a:pt x="203" y="12"/>
                      <a:pt x="203" y="12"/>
                      <a:pt x="203" y="12"/>
                    </a:cubicBezTo>
                    <a:cubicBezTo>
                      <a:pt x="201" y="5"/>
                      <a:pt x="195" y="0"/>
                      <a:pt x="191" y="1"/>
                    </a:cubicBezTo>
                    <a:lnTo>
                      <a:pt x="7" y="6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2" name="Freeform 21">
                <a:extLst>
                  <a:ext uri="{FF2B5EF4-FFF2-40B4-BE49-F238E27FC236}">
                    <a16:creationId xmlns:a16="http://schemas.microsoft.com/office/drawing/2014/main" id="{3A3FB49F-DAB6-4702-ADB4-2BA2311C4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357"/>
                <a:ext cx="186" cy="52"/>
              </a:xfrm>
              <a:custGeom>
                <a:avLst/>
                <a:gdLst>
                  <a:gd name="T0" fmla="*/ 206 w 182"/>
                  <a:gd name="T1" fmla="*/ 3 h 51"/>
                  <a:gd name="T2" fmla="*/ 0 w 182"/>
                  <a:gd name="T3" fmla="*/ 57 h 51"/>
                  <a:gd name="T4" fmla="*/ 206 w 182"/>
                  <a:gd name="T5" fmla="*/ 3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51">
                    <a:moveTo>
                      <a:pt x="182" y="3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29" y="0"/>
                      <a:pt x="182" y="3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3" name="Freeform 22">
                <a:extLst>
                  <a:ext uri="{FF2B5EF4-FFF2-40B4-BE49-F238E27FC236}">
                    <a16:creationId xmlns:a16="http://schemas.microsoft.com/office/drawing/2014/main" id="{A96406C5-53E7-493F-8153-16A9222A1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336"/>
                <a:ext cx="15" cy="23"/>
              </a:xfrm>
              <a:custGeom>
                <a:avLst/>
                <a:gdLst>
                  <a:gd name="T0" fmla="*/ 15 w 15"/>
                  <a:gd name="T1" fmla="*/ 21 h 23"/>
                  <a:gd name="T2" fmla="*/ 9 w 15"/>
                  <a:gd name="T3" fmla="*/ 0 h 23"/>
                  <a:gd name="T4" fmla="*/ 3 w 15"/>
                  <a:gd name="T5" fmla="*/ 14 h 23"/>
                  <a:gd name="T6" fmla="*/ 14 w 15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15" y="21"/>
                    </a:moveTo>
                    <a:cubicBezTo>
                      <a:pt x="4" y="23"/>
                      <a:pt x="7" y="5"/>
                      <a:pt x="9" y="0"/>
                    </a:cubicBezTo>
                    <a:cubicBezTo>
                      <a:pt x="3" y="4"/>
                      <a:pt x="0" y="7"/>
                      <a:pt x="3" y="14"/>
                    </a:cubicBezTo>
                    <a:cubicBezTo>
                      <a:pt x="5" y="19"/>
                      <a:pt x="9" y="23"/>
                      <a:pt x="14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4" name="Freeform 23">
                <a:extLst>
                  <a:ext uri="{FF2B5EF4-FFF2-40B4-BE49-F238E27FC236}">
                    <a16:creationId xmlns:a16="http://schemas.microsoft.com/office/drawing/2014/main" id="{3AA0A7DA-9719-4ED4-828D-8E25FF72E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1338"/>
                <a:ext cx="181" cy="57"/>
              </a:xfrm>
              <a:custGeom>
                <a:avLst/>
                <a:gdLst>
                  <a:gd name="T0" fmla="*/ 201 w 177"/>
                  <a:gd name="T1" fmla="*/ 0 h 56"/>
                  <a:gd name="T2" fmla="*/ 0 w 177"/>
                  <a:gd name="T3" fmla="*/ 62 h 56"/>
                  <a:gd name="T4" fmla="*/ 201 w 177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56">
                    <a:moveTo>
                      <a:pt x="177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170" y="7"/>
                      <a:pt x="1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5" name="Freeform 24">
                <a:extLst>
                  <a:ext uri="{FF2B5EF4-FFF2-40B4-BE49-F238E27FC236}">
                    <a16:creationId xmlns:a16="http://schemas.microsoft.com/office/drawing/2014/main" id="{68A67911-66F7-4E52-9C83-E15402DEC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1333"/>
                <a:ext cx="211" cy="81"/>
              </a:xfrm>
              <a:custGeom>
                <a:avLst/>
                <a:gdLst>
                  <a:gd name="T0" fmla="*/ 8 w 206"/>
                  <a:gd name="T1" fmla="*/ 67 h 80"/>
                  <a:gd name="T2" fmla="*/ 2 w 206"/>
                  <a:gd name="T3" fmla="*/ 78 h 80"/>
                  <a:gd name="T4" fmla="*/ 2 w 206"/>
                  <a:gd name="T5" fmla="*/ 78 h 80"/>
                  <a:gd name="T6" fmla="*/ 13 w 206"/>
                  <a:gd name="T7" fmla="*/ 84 h 80"/>
                  <a:gd name="T8" fmla="*/ 229 w 206"/>
                  <a:gd name="T9" fmla="*/ 29 h 80"/>
                  <a:gd name="T10" fmla="*/ 235 w 206"/>
                  <a:gd name="T11" fmla="*/ 13 h 80"/>
                  <a:gd name="T12" fmla="*/ 235 w 206"/>
                  <a:gd name="T13" fmla="*/ 13 h 80"/>
                  <a:gd name="T14" fmla="*/ 221 w 206"/>
                  <a:gd name="T15" fmla="*/ 2 h 80"/>
                  <a:gd name="T16" fmla="*/ 8 w 206"/>
                  <a:gd name="T17" fmla="*/ 67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80">
                    <a:moveTo>
                      <a:pt x="8" y="61"/>
                    </a:moveTo>
                    <a:cubicBezTo>
                      <a:pt x="3" y="63"/>
                      <a:pt x="0" y="68"/>
                      <a:pt x="2" y="72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3" y="77"/>
                      <a:pt x="8" y="80"/>
                      <a:pt x="13" y="78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4" y="27"/>
                      <a:pt x="206" y="20"/>
                      <a:pt x="204" y="13"/>
                    </a:cubicBezTo>
                    <a:cubicBezTo>
                      <a:pt x="204" y="13"/>
                      <a:pt x="204" y="13"/>
                      <a:pt x="204" y="13"/>
                    </a:cubicBezTo>
                    <a:cubicBezTo>
                      <a:pt x="201" y="5"/>
                      <a:pt x="196" y="0"/>
                      <a:pt x="191" y="2"/>
                    </a:cubicBezTo>
                    <a:lnTo>
                      <a:pt x="8" y="6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6" name="Freeform 25">
                <a:extLst>
                  <a:ext uri="{FF2B5EF4-FFF2-40B4-BE49-F238E27FC236}">
                    <a16:creationId xmlns:a16="http://schemas.microsoft.com/office/drawing/2014/main" id="{288F81AE-3FB4-4C62-AE6F-DFC026436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597"/>
                <a:ext cx="216" cy="29"/>
              </a:xfrm>
              <a:custGeom>
                <a:avLst/>
                <a:gdLst>
                  <a:gd name="T0" fmla="*/ 9 w 211"/>
                  <a:gd name="T1" fmla="*/ 10 h 28"/>
                  <a:gd name="T2" fmla="*/ 0 w 211"/>
                  <a:gd name="T3" fmla="*/ 25 h 28"/>
                  <a:gd name="T4" fmla="*/ 0 w 211"/>
                  <a:gd name="T5" fmla="*/ 25 h 28"/>
                  <a:gd name="T6" fmla="*/ 9 w 211"/>
                  <a:gd name="T7" fmla="*/ 34 h 28"/>
                  <a:gd name="T8" fmla="*/ 232 w 211"/>
                  <a:gd name="T9" fmla="*/ 34 h 28"/>
                  <a:gd name="T10" fmla="*/ 241 w 211"/>
                  <a:gd name="T11" fmla="*/ 20 h 28"/>
                  <a:gd name="T12" fmla="*/ 241 w 211"/>
                  <a:gd name="T13" fmla="*/ 20 h 28"/>
                  <a:gd name="T14" fmla="*/ 231 w 211"/>
                  <a:gd name="T15" fmla="*/ 0 h 28"/>
                  <a:gd name="T16" fmla="*/ 9 w 211"/>
                  <a:gd name="T17" fmla="*/ 1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8">
                    <a:moveTo>
                      <a:pt x="9" y="10"/>
                    </a:moveTo>
                    <a:cubicBezTo>
                      <a:pt x="4" y="10"/>
                      <a:pt x="0" y="14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4"/>
                      <a:pt x="4" y="28"/>
                      <a:pt x="9" y="28"/>
                    </a:cubicBezTo>
                    <a:cubicBezTo>
                      <a:pt x="202" y="28"/>
                      <a:pt x="202" y="28"/>
                      <a:pt x="202" y="28"/>
                    </a:cubicBezTo>
                    <a:cubicBezTo>
                      <a:pt x="207" y="28"/>
                      <a:pt x="211" y="21"/>
                      <a:pt x="210" y="14"/>
                    </a:cubicBezTo>
                    <a:cubicBezTo>
                      <a:pt x="210" y="14"/>
                      <a:pt x="210" y="14"/>
                      <a:pt x="210" y="14"/>
                    </a:cubicBezTo>
                    <a:cubicBezTo>
                      <a:pt x="210" y="6"/>
                      <a:pt x="206" y="0"/>
                      <a:pt x="201" y="0"/>
                    </a:cubicBezTo>
                    <a:lnTo>
                      <a:pt x="9" y="10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7" name="Freeform 26">
                <a:extLst>
                  <a:ext uri="{FF2B5EF4-FFF2-40B4-BE49-F238E27FC236}">
                    <a16:creationId xmlns:a16="http://schemas.microsoft.com/office/drawing/2014/main" id="{5A0E9044-7DAD-4621-A31F-CB2478CB0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607"/>
                <a:ext cx="193" cy="16"/>
              </a:xfrm>
              <a:custGeom>
                <a:avLst/>
                <a:gdLst>
                  <a:gd name="T0" fmla="*/ 220 w 188"/>
                  <a:gd name="T1" fmla="*/ 16 h 16"/>
                  <a:gd name="T2" fmla="*/ 0 w 188"/>
                  <a:gd name="T3" fmla="*/ 16 h 16"/>
                  <a:gd name="T4" fmla="*/ 220 w 188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16">
                    <a:moveTo>
                      <a:pt x="188" y="16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138" y="0"/>
                      <a:pt x="188" y="1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8" name="Freeform 27">
                <a:extLst>
                  <a:ext uri="{FF2B5EF4-FFF2-40B4-BE49-F238E27FC236}">
                    <a16:creationId xmlns:a16="http://schemas.microsoft.com/office/drawing/2014/main" id="{50AF717D-4B66-430B-9735-D4142EB64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600"/>
                <a:ext cx="11" cy="24"/>
              </a:xfrm>
              <a:custGeom>
                <a:avLst/>
                <a:gdLst>
                  <a:gd name="T0" fmla="*/ 11 w 11"/>
                  <a:gd name="T1" fmla="*/ 23 h 24"/>
                  <a:gd name="T2" fmla="*/ 11 w 11"/>
                  <a:gd name="T3" fmla="*/ 0 h 24"/>
                  <a:gd name="T4" fmla="*/ 1 w 11"/>
                  <a:gd name="T5" fmla="*/ 13 h 24"/>
                  <a:gd name="T6" fmla="*/ 10 w 11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4">
                    <a:moveTo>
                      <a:pt x="11" y="23"/>
                    </a:moveTo>
                    <a:cubicBezTo>
                      <a:pt x="0" y="21"/>
                      <a:pt x="7" y="5"/>
                      <a:pt x="11" y="0"/>
                    </a:cubicBezTo>
                    <a:cubicBezTo>
                      <a:pt x="5" y="2"/>
                      <a:pt x="1" y="5"/>
                      <a:pt x="1" y="13"/>
                    </a:cubicBezTo>
                    <a:cubicBezTo>
                      <a:pt x="2" y="18"/>
                      <a:pt x="5" y="23"/>
                      <a:pt x="10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9" name="Freeform 28">
                <a:extLst>
                  <a:ext uri="{FF2B5EF4-FFF2-40B4-BE49-F238E27FC236}">
                    <a16:creationId xmlns:a16="http://schemas.microsoft.com/office/drawing/2014/main" id="{CF90F7E3-154A-482B-981D-71BE6BDC9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600"/>
                <a:ext cx="190" cy="8"/>
              </a:xfrm>
              <a:custGeom>
                <a:avLst/>
                <a:gdLst>
                  <a:gd name="T0" fmla="*/ 217 w 185"/>
                  <a:gd name="T1" fmla="*/ 0 h 8"/>
                  <a:gd name="T2" fmla="*/ 0 w 185"/>
                  <a:gd name="T3" fmla="*/ 8 h 8"/>
                  <a:gd name="T4" fmla="*/ 217 w 18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8">
                    <a:moveTo>
                      <a:pt x="185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77" y="5"/>
                      <a:pt x="1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0" name="Freeform 29">
                <a:extLst>
                  <a:ext uri="{FF2B5EF4-FFF2-40B4-BE49-F238E27FC236}">
                    <a16:creationId xmlns:a16="http://schemas.microsoft.com/office/drawing/2014/main" id="{99338B42-5260-46CD-AE22-8BE58979E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597"/>
                <a:ext cx="216" cy="29"/>
              </a:xfrm>
              <a:custGeom>
                <a:avLst/>
                <a:gdLst>
                  <a:gd name="T0" fmla="*/ 9 w 211"/>
                  <a:gd name="T1" fmla="*/ 11 h 28"/>
                  <a:gd name="T2" fmla="*/ 0 w 211"/>
                  <a:gd name="T3" fmla="*/ 26 h 28"/>
                  <a:gd name="T4" fmla="*/ 0 w 211"/>
                  <a:gd name="T5" fmla="*/ 26 h 28"/>
                  <a:gd name="T6" fmla="*/ 9 w 211"/>
                  <a:gd name="T7" fmla="*/ 34 h 28"/>
                  <a:gd name="T8" fmla="*/ 232 w 211"/>
                  <a:gd name="T9" fmla="*/ 34 h 28"/>
                  <a:gd name="T10" fmla="*/ 242 w 211"/>
                  <a:gd name="T11" fmla="*/ 20 h 28"/>
                  <a:gd name="T12" fmla="*/ 242 w 211"/>
                  <a:gd name="T13" fmla="*/ 20 h 28"/>
                  <a:gd name="T14" fmla="*/ 232 w 211"/>
                  <a:gd name="T15" fmla="*/ 0 h 28"/>
                  <a:gd name="T16" fmla="*/ 9 w 211"/>
                  <a:gd name="T17" fmla="*/ 11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8">
                    <a:moveTo>
                      <a:pt x="9" y="11"/>
                    </a:moveTo>
                    <a:cubicBezTo>
                      <a:pt x="4" y="11"/>
                      <a:pt x="0" y="15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"/>
                      <a:pt x="5" y="28"/>
                      <a:pt x="9" y="28"/>
                    </a:cubicBezTo>
                    <a:cubicBezTo>
                      <a:pt x="202" y="28"/>
                      <a:pt x="202" y="28"/>
                      <a:pt x="202" y="28"/>
                    </a:cubicBezTo>
                    <a:cubicBezTo>
                      <a:pt x="207" y="28"/>
                      <a:pt x="211" y="22"/>
                      <a:pt x="211" y="14"/>
                    </a:cubicBezTo>
                    <a:cubicBezTo>
                      <a:pt x="211" y="14"/>
                      <a:pt x="211" y="14"/>
                      <a:pt x="211" y="14"/>
                    </a:cubicBezTo>
                    <a:cubicBezTo>
                      <a:pt x="211" y="6"/>
                      <a:pt x="206" y="0"/>
                      <a:pt x="202" y="0"/>
                    </a:cubicBezTo>
                    <a:lnTo>
                      <a:pt x="9" y="1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1" name="Freeform 30">
                <a:extLst>
                  <a:ext uri="{FF2B5EF4-FFF2-40B4-BE49-F238E27FC236}">
                    <a16:creationId xmlns:a16="http://schemas.microsoft.com/office/drawing/2014/main" id="{83C8A32D-226E-4EE4-9D51-83BCC441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800"/>
                <a:ext cx="211" cy="77"/>
              </a:xfrm>
              <a:custGeom>
                <a:avLst/>
                <a:gdLst>
                  <a:gd name="T0" fmla="*/ 12 w 207"/>
                  <a:gd name="T1" fmla="*/ 2 h 75"/>
                  <a:gd name="T2" fmla="*/ 2 w 207"/>
                  <a:gd name="T3" fmla="*/ 8 h 75"/>
                  <a:gd name="T4" fmla="*/ 2 w 207"/>
                  <a:gd name="T5" fmla="*/ 8 h 75"/>
                  <a:gd name="T6" fmla="*/ 8 w 207"/>
                  <a:gd name="T7" fmla="*/ 25 h 75"/>
                  <a:gd name="T8" fmla="*/ 217 w 207"/>
                  <a:gd name="T9" fmla="*/ 86 h 75"/>
                  <a:gd name="T10" fmla="*/ 229 w 207"/>
                  <a:gd name="T11" fmla="*/ 74 h 75"/>
                  <a:gd name="T12" fmla="*/ 229 w 207"/>
                  <a:gd name="T13" fmla="*/ 74 h 75"/>
                  <a:gd name="T14" fmla="*/ 224 w 207"/>
                  <a:gd name="T15" fmla="*/ 52 h 75"/>
                  <a:gd name="T16" fmla="*/ 12 w 207"/>
                  <a:gd name="T17" fmla="*/ 2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5">
                    <a:moveTo>
                      <a:pt x="12" y="2"/>
                    </a:moveTo>
                    <a:cubicBezTo>
                      <a:pt x="8" y="0"/>
                      <a:pt x="3" y="3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3"/>
                      <a:pt x="3" y="17"/>
                      <a:pt x="8" y="19"/>
                    </a:cubicBezTo>
                    <a:cubicBezTo>
                      <a:pt x="193" y="74"/>
                      <a:pt x="193" y="74"/>
                      <a:pt x="193" y="74"/>
                    </a:cubicBezTo>
                    <a:cubicBezTo>
                      <a:pt x="197" y="75"/>
                      <a:pt x="203" y="70"/>
                      <a:pt x="205" y="62"/>
                    </a:cubicBezTo>
                    <a:cubicBezTo>
                      <a:pt x="205" y="62"/>
                      <a:pt x="205" y="62"/>
                      <a:pt x="205" y="62"/>
                    </a:cubicBezTo>
                    <a:cubicBezTo>
                      <a:pt x="207" y="55"/>
                      <a:pt x="205" y="48"/>
                      <a:pt x="200" y="46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2" name="Freeform 31">
                <a:extLst>
                  <a:ext uri="{FF2B5EF4-FFF2-40B4-BE49-F238E27FC236}">
                    <a16:creationId xmlns:a16="http://schemas.microsoft.com/office/drawing/2014/main" id="{8A706EF0-D209-4131-B2BF-CBF9D36D3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816"/>
                <a:ext cx="183" cy="56"/>
              </a:xfrm>
              <a:custGeom>
                <a:avLst/>
                <a:gdLst>
                  <a:gd name="T0" fmla="*/ 203 w 179"/>
                  <a:gd name="T1" fmla="*/ 66 h 54"/>
                  <a:gd name="T2" fmla="*/ 0 w 179"/>
                  <a:gd name="T3" fmla="*/ 0 h 54"/>
                  <a:gd name="T4" fmla="*/ 203 w 179"/>
                  <a:gd name="T5" fmla="*/ 66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54">
                    <a:moveTo>
                      <a:pt x="179" y="5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6" y="24"/>
                      <a:pt x="179" y="5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3" name="Freeform 32">
                <a:extLst>
                  <a:ext uri="{FF2B5EF4-FFF2-40B4-BE49-F238E27FC236}">
                    <a16:creationId xmlns:a16="http://schemas.microsoft.com/office/drawing/2014/main" id="{A7D036FA-3A68-4C53-9484-1D6DC3DF2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851"/>
                <a:ext cx="16" cy="23"/>
              </a:xfrm>
              <a:custGeom>
                <a:avLst/>
                <a:gdLst>
                  <a:gd name="T0" fmla="*/ 10 w 16"/>
                  <a:gd name="T1" fmla="*/ 27 h 22"/>
                  <a:gd name="T2" fmla="*/ 16 w 16"/>
                  <a:gd name="T3" fmla="*/ 0 h 22"/>
                  <a:gd name="T4" fmla="*/ 3 w 16"/>
                  <a:gd name="T5" fmla="*/ 9 h 22"/>
                  <a:gd name="T6" fmla="*/ 9 w 16"/>
                  <a:gd name="T7" fmla="*/ 2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0" y="21"/>
                    </a:moveTo>
                    <a:cubicBezTo>
                      <a:pt x="0" y="17"/>
                      <a:pt x="11" y="3"/>
                      <a:pt x="16" y="0"/>
                    </a:cubicBezTo>
                    <a:cubicBezTo>
                      <a:pt x="9" y="0"/>
                      <a:pt x="5" y="1"/>
                      <a:pt x="3" y="9"/>
                    </a:cubicBezTo>
                    <a:cubicBezTo>
                      <a:pt x="2" y="14"/>
                      <a:pt x="4" y="20"/>
                      <a:pt x="9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4" name="Freeform 33">
                <a:extLst>
                  <a:ext uri="{FF2B5EF4-FFF2-40B4-BE49-F238E27FC236}">
                    <a16:creationId xmlns:a16="http://schemas.microsoft.com/office/drawing/2014/main" id="{CD259E3A-654B-4210-BE37-7A9223C78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802"/>
                <a:ext cx="184" cy="48"/>
              </a:xfrm>
              <a:custGeom>
                <a:avLst/>
                <a:gdLst>
                  <a:gd name="T0" fmla="*/ 204 w 180"/>
                  <a:gd name="T1" fmla="*/ 50 h 47"/>
                  <a:gd name="T2" fmla="*/ 0 w 180"/>
                  <a:gd name="T3" fmla="*/ 0 h 47"/>
                  <a:gd name="T4" fmla="*/ 204 w 180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47">
                    <a:moveTo>
                      <a:pt x="18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71" y="47"/>
                      <a:pt x="18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5" name="Freeform 34">
                <a:extLst>
                  <a:ext uri="{FF2B5EF4-FFF2-40B4-BE49-F238E27FC236}">
                    <a16:creationId xmlns:a16="http://schemas.microsoft.com/office/drawing/2014/main" id="{4120EC72-3C6E-4B60-8385-C3E7220A3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801"/>
                <a:ext cx="211" cy="76"/>
              </a:xfrm>
              <a:custGeom>
                <a:avLst/>
                <a:gdLst>
                  <a:gd name="T0" fmla="*/ 13 w 207"/>
                  <a:gd name="T1" fmla="*/ 1 h 74"/>
                  <a:gd name="T2" fmla="*/ 2 w 207"/>
                  <a:gd name="T3" fmla="*/ 7 h 74"/>
                  <a:gd name="T4" fmla="*/ 2 w 207"/>
                  <a:gd name="T5" fmla="*/ 7 h 74"/>
                  <a:gd name="T6" fmla="*/ 8 w 207"/>
                  <a:gd name="T7" fmla="*/ 18 h 74"/>
                  <a:gd name="T8" fmla="*/ 217 w 207"/>
                  <a:gd name="T9" fmla="*/ 85 h 74"/>
                  <a:gd name="T10" fmla="*/ 229 w 207"/>
                  <a:gd name="T11" fmla="*/ 74 h 74"/>
                  <a:gd name="T12" fmla="*/ 229 w 207"/>
                  <a:gd name="T13" fmla="*/ 74 h 74"/>
                  <a:gd name="T14" fmla="*/ 224 w 207"/>
                  <a:gd name="T15" fmla="*/ 52 h 74"/>
                  <a:gd name="T16" fmla="*/ 13 w 207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4">
                    <a:moveTo>
                      <a:pt x="13" y="1"/>
                    </a:moveTo>
                    <a:cubicBezTo>
                      <a:pt x="8" y="0"/>
                      <a:pt x="3" y="3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2"/>
                      <a:pt x="3" y="17"/>
                      <a:pt x="8" y="18"/>
                    </a:cubicBezTo>
                    <a:cubicBezTo>
                      <a:pt x="193" y="73"/>
                      <a:pt x="193" y="73"/>
                      <a:pt x="193" y="73"/>
                    </a:cubicBezTo>
                    <a:cubicBezTo>
                      <a:pt x="198" y="74"/>
                      <a:pt x="203" y="69"/>
                      <a:pt x="205" y="62"/>
                    </a:cubicBezTo>
                    <a:cubicBezTo>
                      <a:pt x="205" y="62"/>
                      <a:pt x="205" y="62"/>
                      <a:pt x="205" y="62"/>
                    </a:cubicBezTo>
                    <a:cubicBezTo>
                      <a:pt x="207" y="54"/>
                      <a:pt x="205" y="47"/>
                      <a:pt x="200" y="46"/>
                    </a:cubicBezTo>
                    <a:lnTo>
                      <a:pt x="13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6" name="Freeform 35">
                <a:extLst>
                  <a:ext uri="{FF2B5EF4-FFF2-40B4-BE49-F238E27FC236}">
                    <a16:creationId xmlns:a16="http://schemas.microsoft.com/office/drawing/2014/main" id="{C9924D5D-B3A3-40C3-BB8F-FA72B53B0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962"/>
                <a:ext cx="190" cy="127"/>
              </a:xfrm>
              <a:custGeom>
                <a:avLst/>
                <a:gdLst>
                  <a:gd name="T0" fmla="*/ 15 w 186"/>
                  <a:gd name="T1" fmla="*/ 2 h 125"/>
                  <a:gd name="T2" fmla="*/ 2 w 186"/>
                  <a:gd name="T3" fmla="*/ 5 h 125"/>
                  <a:gd name="T4" fmla="*/ 2 w 186"/>
                  <a:gd name="T5" fmla="*/ 5 h 125"/>
                  <a:gd name="T6" fmla="*/ 5 w 186"/>
                  <a:gd name="T7" fmla="*/ 17 h 125"/>
                  <a:gd name="T8" fmla="*/ 191 w 186"/>
                  <a:gd name="T9" fmla="*/ 135 h 125"/>
                  <a:gd name="T10" fmla="*/ 206 w 186"/>
                  <a:gd name="T11" fmla="*/ 128 h 125"/>
                  <a:gd name="T12" fmla="*/ 206 w 186"/>
                  <a:gd name="T13" fmla="*/ 128 h 125"/>
                  <a:gd name="T14" fmla="*/ 206 w 186"/>
                  <a:gd name="T15" fmla="*/ 111 h 125"/>
                  <a:gd name="T16" fmla="*/ 15 w 186"/>
                  <a:gd name="T17" fmla="*/ 2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5">
                    <a:moveTo>
                      <a:pt x="15" y="2"/>
                    </a:moveTo>
                    <a:cubicBezTo>
                      <a:pt x="10" y="0"/>
                      <a:pt x="5" y="1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9"/>
                      <a:pt x="1" y="15"/>
                      <a:pt x="5" y="17"/>
                    </a:cubicBezTo>
                    <a:cubicBezTo>
                      <a:pt x="167" y="123"/>
                      <a:pt x="167" y="123"/>
                      <a:pt x="167" y="123"/>
                    </a:cubicBezTo>
                    <a:cubicBezTo>
                      <a:pt x="171" y="125"/>
                      <a:pt x="178" y="122"/>
                      <a:pt x="182" y="116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6" y="109"/>
                      <a:pt x="186" y="101"/>
                      <a:pt x="182" y="99"/>
                    </a:cubicBez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7" name="Freeform 36">
                <a:extLst>
                  <a:ext uri="{FF2B5EF4-FFF2-40B4-BE49-F238E27FC236}">
                    <a16:creationId xmlns:a16="http://schemas.microsoft.com/office/drawing/2014/main" id="{B9A12828-7483-42A7-A101-CF98E7A30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977"/>
                <a:ext cx="161" cy="105"/>
              </a:xfrm>
              <a:custGeom>
                <a:avLst/>
                <a:gdLst>
                  <a:gd name="T0" fmla="*/ 182 w 157"/>
                  <a:gd name="T1" fmla="*/ 115 h 103"/>
                  <a:gd name="T2" fmla="*/ 0 w 157"/>
                  <a:gd name="T3" fmla="*/ 0 h 103"/>
                  <a:gd name="T4" fmla="*/ 182 w 157"/>
                  <a:gd name="T5" fmla="*/ 115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103">
                    <a:moveTo>
                      <a:pt x="157" y="10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3" y="62"/>
                      <a:pt x="157" y="103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8" name="Freeform 37">
                <a:extLst>
                  <a:ext uri="{FF2B5EF4-FFF2-40B4-BE49-F238E27FC236}">
                    <a16:creationId xmlns:a16="http://schemas.microsoft.com/office/drawing/2014/main" id="{3A1464ED-80C5-4A38-9A41-D09A5557C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65"/>
                <a:ext cx="20" cy="21"/>
              </a:xfrm>
              <a:custGeom>
                <a:avLst/>
                <a:gdLst>
                  <a:gd name="T0" fmla="*/ 8 w 20"/>
                  <a:gd name="T1" fmla="*/ 21 h 21"/>
                  <a:gd name="T2" fmla="*/ 20 w 20"/>
                  <a:gd name="T3" fmla="*/ 2 h 21"/>
                  <a:gd name="T4" fmla="*/ 6 w 20"/>
                  <a:gd name="T5" fmla="*/ 7 h 21"/>
                  <a:gd name="T6" fmla="*/ 7 w 20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8" y="21"/>
                    </a:moveTo>
                    <a:cubicBezTo>
                      <a:pt x="0" y="14"/>
                      <a:pt x="14" y="4"/>
                      <a:pt x="20" y="2"/>
                    </a:cubicBezTo>
                    <a:cubicBezTo>
                      <a:pt x="14" y="0"/>
                      <a:pt x="9" y="0"/>
                      <a:pt x="6" y="7"/>
                    </a:cubicBezTo>
                    <a:cubicBezTo>
                      <a:pt x="3" y="12"/>
                      <a:pt x="3" y="18"/>
                      <a:pt x="7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9" name="Freeform 38">
                <a:extLst>
                  <a:ext uri="{FF2B5EF4-FFF2-40B4-BE49-F238E27FC236}">
                    <a16:creationId xmlns:a16="http://schemas.microsoft.com/office/drawing/2014/main" id="{0E804925-F512-43A5-8BE7-E7DF62BBA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964"/>
                <a:ext cx="163" cy="96"/>
              </a:xfrm>
              <a:custGeom>
                <a:avLst/>
                <a:gdLst>
                  <a:gd name="T0" fmla="*/ 184 w 159"/>
                  <a:gd name="T1" fmla="*/ 106 h 94"/>
                  <a:gd name="T2" fmla="*/ 0 w 159"/>
                  <a:gd name="T3" fmla="*/ 0 h 94"/>
                  <a:gd name="T4" fmla="*/ 184 w 159"/>
                  <a:gd name="T5" fmla="*/ 106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94">
                    <a:moveTo>
                      <a:pt x="159" y="9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50" y="94"/>
                      <a:pt x="159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0" name="Freeform 39">
                <a:extLst>
                  <a:ext uri="{FF2B5EF4-FFF2-40B4-BE49-F238E27FC236}">
                    <a16:creationId xmlns:a16="http://schemas.microsoft.com/office/drawing/2014/main" id="{250D8707-3A18-4572-82C1-54CD28C68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962"/>
                <a:ext cx="190" cy="128"/>
              </a:xfrm>
              <a:custGeom>
                <a:avLst/>
                <a:gdLst>
                  <a:gd name="T0" fmla="*/ 15 w 186"/>
                  <a:gd name="T1" fmla="*/ 3 h 126"/>
                  <a:gd name="T2" fmla="*/ 2 w 186"/>
                  <a:gd name="T3" fmla="*/ 6 h 126"/>
                  <a:gd name="T4" fmla="*/ 2 w 186"/>
                  <a:gd name="T5" fmla="*/ 6 h 126"/>
                  <a:gd name="T6" fmla="*/ 5 w 186"/>
                  <a:gd name="T7" fmla="*/ 18 h 126"/>
                  <a:gd name="T8" fmla="*/ 191 w 186"/>
                  <a:gd name="T9" fmla="*/ 135 h 126"/>
                  <a:gd name="T10" fmla="*/ 206 w 186"/>
                  <a:gd name="T11" fmla="*/ 128 h 126"/>
                  <a:gd name="T12" fmla="*/ 206 w 186"/>
                  <a:gd name="T13" fmla="*/ 128 h 126"/>
                  <a:gd name="T14" fmla="*/ 206 w 186"/>
                  <a:gd name="T15" fmla="*/ 111 h 126"/>
                  <a:gd name="T16" fmla="*/ 15 w 186"/>
                  <a:gd name="T17" fmla="*/ 3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6">
                    <a:moveTo>
                      <a:pt x="15" y="3"/>
                    </a:moveTo>
                    <a:cubicBezTo>
                      <a:pt x="10" y="0"/>
                      <a:pt x="5" y="2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0"/>
                      <a:pt x="1" y="15"/>
                      <a:pt x="5" y="18"/>
                    </a:cubicBezTo>
                    <a:cubicBezTo>
                      <a:pt x="167" y="123"/>
                      <a:pt x="167" y="123"/>
                      <a:pt x="167" y="123"/>
                    </a:cubicBezTo>
                    <a:cubicBezTo>
                      <a:pt x="171" y="126"/>
                      <a:pt x="178" y="123"/>
                      <a:pt x="182" y="116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6" y="109"/>
                      <a:pt x="186" y="102"/>
                      <a:pt x="182" y="99"/>
                    </a:cubicBezTo>
                    <a:lnTo>
                      <a:pt x="15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1" name="Freeform 40">
                <a:extLst>
                  <a:ext uri="{FF2B5EF4-FFF2-40B4-BE49-F238E27FC236}">
                    <a16:creationId xmlns:a16="http://schemas.microsoft.com/office/drawing/2014/main" id="{2D562EC7-995A-4522-BB47-DFA692A6C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099"/>
                <a:ext cx="173" cy="152"/>
              </a:xfrm>
              <a:custGeom>
                <a:avLst/>
                <a:gdLst>
                  <a:gd name="T0" fmla="*/ 16 w 169"/>
                  <a:gd name="T1" fmla="*/ 3 h 149"/>
                  <a:gd name="T2" fmla="*/ 3 w 169"/>
                  <a:gd name="T3" fmla="*/ 4 h 149"/>
                  <a:gd name="T4" fmla="*/ 3 w 169"/>
                  <a:gd name="T5" fmla="*/ 4 h 149"/>
                  <a:gd name="T6" fmla="*/ 4 w 169"/>
                  <a:gd name="T7" fmla="*/ 16 h 149"/>
                  <a:gd name="T8" fmla="*/ 170 w 169"/>
                  <a:gd name="T9" fmla="*/ 164 h 149"/>
                  <a:gd name="T10" fmla="*/ 187 w 169"/>
                  <a:gd name="T11" fmla="*/ 159 h 149"/>
                  <a:gd name="T12" fmla="*/ 187 w 169"/>
                  <a:gd name="T13" fmla="*/ 159 h 149"/>
                  <a:gd name="T14" fmla="*/ 189 w 169"/>
                  <a:gd name="T15" fmla="*/ 141 h 149"/>
                  <a:gd name="T16" fmla="*/ 16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6" y="3"/>
                    </a:moveTo>
                    <a:cubicBezTo>
                      <a:pt x="12" y="0"/>
                      <a:pt x="6" y="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8"/>
                      <a:pt x="0" y="13"/>
                      <a:pt x="4" y="16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1" y="149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5"/>
                      <a:pt x="169" y="128"/>
                      <a:pt x="165" y="12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2" name="Freeform 41">
                <a:extLst>
                  <a:ext uri="{FF2B5EF4-FFF2-40B4-BE49-F238E27FC236}">
                    <a16:creationId xmlns:a16="http://schemas.microsoft.com/office/drawing/2014/main" id="{106686DF-D714-4932-B488-2EF313A31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114"/>
                <a:ext cx="142" cy="129"/>
              </a:xfrm>
              <a:custGeom>
                <a:avLst/>
                <a:gdLst>
                  <a:gd name="T0" fmla="*/ 157 w 139"/>
                  <a:gd name="T1" fmla="*/ 144 h 126"/>
                  <a:gd name="T2" fmla="*/ 0 w 139"/>
                  <a:gd name="T3" fmla="*/ 0 h 126"/>
                  <a:gd name="T4" fmla="*/ 157 w 139"/>
                  <a:gd name="T5" fmla="*/ 144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6">
                    <a:moveTo>
                      <a:pt x="139" y="12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2" y="80"/>
                      <a:pt x="139" y="12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3" name="Freeform 42">
                <a:extLst>
                  <a:ext uri="{FF2B5EF4-FFF2-40B4-BE49-F238E27FC236}">
                    <a16:creationId xmlns:a16="http://schemas.microsoft.com/office/drawing/2014/main" id="{A4314F77-8DC3-47FF-8DF1-A2FA7F4E5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226"/>
                <a:ext cx="23" cy="22"/>
              </a:xfrm>
              <a:custGeom>
                <a:avLst/>
                <a:gdLst>
                  <a:gd name="T0" fmla="*/ 8 w 22"/>
                  <a:gd name="T1" fmla="*/ 27 h 21"/>
                  <a:gd name="T2" fmla="*/ 28 w 22"/>
                  <a:gd name="T3" fmla="*/ 4 h 21"/>
                  <a:gd name="T4" fmla="*/ 7 w 22"/>
                  <a:gd name="T5" fmla="*/ 7 h 21"/>
                  <a:gd name="T6" fmla="*/ 6 w 22"/>
                  <a:gd name="T7" fmla="*/ 2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1">
                    <a:moveTo>
                      <a:pt x="8" y="21"/>
                    </a:moveTo>
                    <a:cubicBezTo>
                      <a:pt x="0" y="12"/>
                      <a:pt x="16" y="5"/>
                      <a:pt x="22" y="4"/>
                    </a:cubicBezTo>
                    <a:cubicBezTo>
                      <a:pt x="16" y="1"/>
                      <a:pt x="12" y="0"/>
                      <a:pt x="7" y="7"/>
                    </a:cubicBezTo>
                    <a:cubicBezTo>
                      <a:pt x="4" y="11"/>
                      <a:pt x="3" y="16"/>
                      <a:pt x="6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4" name="Freeform 43">
                <a:extLst>
                  <a:ext uri="{FF2B5EF4-FFF2-40B4-BE49-F238E27FC236}">
                    <a16:creationId xmlns:a16="http://schemas.microsoft.com/office/drawing/2014/main" id="{BFD24BC2-C30B-4064-ADBB-09B6E8908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102"/>
                <a:ext cx="145" cy="120"/>
              </a:xfrm>
              <a:custGeom>
                <a:avLst/>
                <a:gdLst>
                  <a:gd name="T0" fmla="*/ 160 w 142"/>
                  <a:gd name="T1" fmla="*/ 130 h 118"/>
                  <a:gd name="T2" fmla="*/ 0 w 142"/>
                  <a:gd name="T3" fmla="*/ 0 h 118"/>
                  <a:gd name="T4" fmla="*/ 160 w 142"/>
                  <a:gd name="T5" fmla="*/ 13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118">
                    <a:moveTo>
                      <a:pt x="142" y="11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3" y="116"/>
                      <a:pt x="142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5" name="Freeform 44">
                <a:extLst>
                  <a:ext uri="{FF2B5EF4-FFF2-40B4-BE49-F238E27FC236}">
                    <a16:creationId xmlns:a16="http://schemas.microsoft.com/office/drawing/2014/main" id="{09940ECC-DDCC-4A30-9109-0C3B3CD57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099"/>
                <a:ext cx="173" cy="152"/>
              </a:xfrm>
              <a:custGeom>
                <a:avLst/>
                <a:gdLst>
                  <a:gd name="T0" fmla="*/ 15 w 169"/>
                  <a:gd name="T1" fmla="*/ 3 h 149"/>
                  <a:gd name="T2" fmla="*/ 3 w 169"/>
                  <a:gd name="T3" fmla="*/ 4 h 149"/>
                  <a:gd name="T4" fmla="*/ 3 w 169"/>
                  <a:gd name="T5" fmla="*/ 4 h 149"/>
                  <a:gd name="T6" fmla="*/ 4 w 169"/>
                  <a:gd name="T7" fmla="*/ 17 h 149"/>
                  <a:gd name="T8" fmla="*/ 170 w 169"/>
                  <a:gd name="T9" fmla="*/ 164 h 149"/>
                  <a:gd name="T10" fmla="*/ 187 w 169"/>
                  <a:gd name="T11" fmla="*/ 159 h 149"/>
                  <a:gd name="T12" fmla="*/ 187 w 169"/>
                  <a:gd name="T13" fmla="*/ 159 h 149"/>
                  <a:gd name="T14" fmla="*/ 189 w 169"/>
                  <a:gd name="T15" fmla="*/ 143 h 149"/>
                  <a:gd name="T16" fmla="*/ 15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" y="3"/>
                    </a:moveTo>
                    <a:cubicBezTo>
                      <a:pt x="12" y="0"/>
                      <a:pt x="6" y="1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8"/>
                      <a:pt x="0" y="14"/>
                      <a:pt x="4" y="17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1" y="149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5"/>
                      <a:pt x="169" y="128"/>
                      <a:pt x="165" y="125"/>
                    </a:cubicBezTo>
                    <a:lnTo>
                      <a:pt x="15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6" name="Freeform 45">
                <a:extLst>
                  <a:ext uri="{FF2B5EF4-FFF2-40B4-BE49-F238E27FC236}">
                    <a16:creationId xmlns:a16="http://schemas.microsoft.com/office/drawing/2014/main" id="{38AA8044-AF38-44D7-8D6D-9A99FCA64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222"/>
                <a:ext cx="152" cy="175"/>
              </a:xfrm>
              <a:custGeom>
                <a:avLst/>
                <a:gdLst>
                  <a:gd name="T0" fmla="*/ 17 w 148"/>
                  <a:gd name="T1" fmla="*/ 4 h 171"/>
                  <a:gd name="T2" fmla="*/ 5 w 148"/>
                  <a:gd name="T3" fmla="*/ 3 h 171"/>
                  <a:gd name="T4" fmla="*/ 5 w 148"/>
                  <a:gd name="T5" fmla="*/ 3 h 171"/>
                  <a:gd name="T6" fmla="*/ 4 w 148"/>
                  <a:gd name="T7" fmla="*/ 16 h 171"/>
                  <a:gd name="T8" fmla="*/ 144 w 148"/>
                  <a:gd name="T9" fmla="*/ 191 h 171"/>
                  <a:gd name="T10" fmla="*/ 164 w 148"/>
                  <a:gd name="T11" fmla="*/ 189 h 171"/>
                  <a:gd name="T12" fmla="*/ 164 w 148"/>
                  <a:gd name="T13" fmla="*/ 189 h 171"/>
                  <a:gd name="T14" fmla="*/ 169 w 148"/>
                  <a:gd name="T15" fmla="*/ 172 h 171"/>
                  <a:gd name="T16" fmla="*/ 17 w 148"/>
                  <a:gd name="T17" fmla="*/ 4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8" h="171">
                    <a:moveTo>
                      <a:pt x="17" y="4"/>
                    </a:moveTo>
                    <a:cubicBezTo>
                      <a:pt x="14" y="1"/>
                      <a:pt x="8" y="0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1" y="6"/>
                      <a:pt x="0" y="12"/>
                      <a:pt x="4" y="16"/>
                    </a:cubicBezTo>
                    <a:cubicBezTo>
                      <a:pt x="123" y="167"/>
                      <a:pt x="123" y="167"/>
                      <a:pt x="123" y="167"/>
                    </a:cubicBezTo>
                    <a:cubicBezTo>
                      <a:pt x="126" y="171"/>
                      <a:pt x="134" y="170"/>
                      <a:pt x="140" y="165"/>
                    </a:cubicBezTo>
                    <a:cubicBezTo>
                      <a:pt x="140" y="165"/>
                      <a:pt x="140" y="165"/>
                      <a:pt x="140" y="165"/>
                    </a:cubicBezTo>
                    <a:cubicBezTo>
                      <a:pt x="146" y="160"/>
                      <a:pt x="148" y="153"/>
                      <a:pt x="145" y="149"/>
                    </a:cubicBez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7" name="Freeform 46">
                <a:extLst>
                  <a:ext uri="{FF2B5EF4-FFF2-40B4-BE49-F238E27FC236}">
                    <a16:creationId xmlns:a16="http://schemas.microsoft.com/office/drawing/2014/main" id="{EBBC503D-0187-446C-9C62-EE3B8C922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237"/>
                <a:ext cx="118" cy="151"/>
              </a:xfrm>
              <a:custGeom>
                <a:avLst/>
                <a:gdLst>
                  <a:gd name="T0" fmla="*/ 128 w 116"/>
                  <a:gd name="T1" fmla="*/ 166 h 148"/>
                  <a:gd name="T2" fmla="*/ 0 w 116"/>
                  <a:gd name="T3" fmla="*/ 0 h 148"/>
                  <a:gd name="T4" fmla="*/ 128 w 116"/>
                  <a:gd name="T5" fmla="*/ 166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148">
                    <a:moveTo>
                      <a:pt x="116" y="14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7" y="99"/>
                      <a:pt x="116" y="148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8" name="Freeform 47">
                <a:extLst>
                  <a:ext uri="{FF2B5EF4-FFF2-40B4-BE49-F238E27FC236}">
                    <a16:creationId xmlns:a16="http://schemas.microsoft.com/office/drawing/2014/main" id="{F6410ECC-E8A0-4D0F-A1AD-1123A5649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374"/>
                <a:ext cx="24" cy="20"/>
              </a:xfrm>
              <a:custGeom>
                <a:avLst/>
                <a:gdLst>
                  <a:gd name="T0" fmla="*/ 6 w 23"/>
                  <a:gd name="T1" fmla="*/ 20 h 20"/>
                  <a:gd name="T2" fmla="*/ 29 w 23"/>
                  <a:gd name="T3" fmla="*/ 5 h 20"/>
                  <a:gd name="T4" fmla="*/ 8 w 23"/>
                  <a:gd name="T5" fmla="*/ 6 h 20"/>
                  <a:gd name="T6" fmla="*/ 4 w 23"/>
                  <a:gd name="T7" fmla="*/ 1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0">
                    <a:moveTo>
                      <a:pt x="6" y="20"/>
                    </a:moveTo>
                    <a:cubicBezTo>
                      <a:pt x="0" y="10"/>
                      <a:pt x="17" y="5"/>
                      <a:pt x="23" y="5"/>
                    </a:cubicBezTo>
                    <a:cubicBezTo>
                      <a:pt x="18" y="2"/>
                      <a:pt x="13" y="0"/>
                      <a:pt x="8" y="6"/>
                    </a:cubicBezTo>
                    <a:cubicBezTo>
                      <a:pt x="4" y="9"/>
                      <a:pt x="2" y="15"/>
                      <a:pt x="4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9" name="Freeform 48">
                <a:extLst>
                  <a:ext uri="{FF2B5EF4-FFF2-40B4-BE49-F238E27FC236}">
                    <a16:creationId xmlns:a16="http://schemas.microsoft.com/office/drawing/2014/main" id="{64515374-83CD-49A2-A34E-A171344C8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226"/>
                <a:ext cx="125" cy="144"/>
              </a:xfrm>
              <a:custGeom>
                <a:avLst/>
                <a:gdLst>
                  <a:gd name="T0" fmla="*/ 140 w 122"/>
                  <a:gd name="T1" fmla="*/ 165 h 140"/>
                  <a:gd name="T2" fmla="*/ 0 w 122"/>
                  <a:gd name="T3" fmla="*/ 0 h 140"/>
                  <a:gd name="T4" fmla="*/ 140 w 122"/>
                  <a:gd name="T5" fmla="*/ 165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40">
                    <a:moveTo>
                      <a:pt x="122" y="14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3" y="137"/>
                      <a:pt x="122" y="1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0" name="Freeform 49">
                <a:extLst>
                  <a:ext uri="{FF2B5EF4-FFF2-40B4-BE49-F238E27FC236}">
                    <a16:creationId xmlns:a16="http://schemas.microsoft.com/office/drawing/2014/main" id="{DA49F2CF-904D-47D5-BB87-DFCE6F36F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223"/>
                <a:ext cx="152" cy="174"/>
              </a:xfrm>
              <a:custGeom>
                <a:avLst/>
                <a:gdLst>
                  <a:gd name="T0" fmla="*/ 17 w 148"/>
                  <a:gd name="T1" fmla="*/ 4 h 170"/>
                  <a:gd name="T2" fmla="*/ 5 w 148"/>
                  <a:gd name="T3" fmla="*/ 3 h 170"/>
                  <a:gd name="T4" fmla="*/ 5 w 148"/>
                  <a:gd name="T5" fmla="*/ 3 h 170"/>
                  <a:gd name="T6" fmla="*/ 3 w 148"/>
                  <a:gd name="T7" fmla="*/ 15 h 170"/>
                  <a:gd name="T8" fmla="*/ 144 w 148"/>
                  <a:gd name="T9" fmla="*/ 190 h 170"/>
                  <a:gd name="T10" fmla="*/ 164 w 148"/>
                  <a:gd name="T11" fmla="*/ 188 h 170"/>
                  <a:gd name="T12" fmla="*/ 164 w 148"/>
                  <a:gd name="T13" fmla="*/ 188 h 170"/>
                  <a:gd name="T14" fmla="*/ 169 w 148"/>
                  <a:gd name="T15" fmla="*/ 171 h 170"/>
                  <a:gd name="T16" fmla="*/ 17 w 148"/>
                  <a:gd name="T17" fmla="*/ 4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8" h="170">
                    <a:moveTo>
                      <a:pt x="17" y="4"/>
                    </a:moveTo>
                    <a:cubicBezTo>
                      <a:pt x="14" y="0"/>
                      <a:pt x="8" y="0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1" y="6"/>
                      <a:pt x="0" y="11"/>
                      <a:pt x="3" y="15"/>
                    </a:cubicBezTo>
                    <a:cubicBezTo>
                      <a:pt x="123" y="166"/>
                      <a:pt x="123" y="166"/>
                      <a:pt x="123" y="166"/>
                    </a:cubicBezTo>
                    <a:cubicBezTo>
                      <a:pt x="126" y="170"/>
                      <a:pt x="134" y="169"/>
                      <a:pt x="140" y="164"/>
                    </a:cubicBezTo>
                    <a:cubicBezTo>
                      <a:pt x="140" y="164"/>
                      <a:pt x="140" y="164"/>
                      <a:pt x="140" y="164"/>
                    </a:cubicBezTo>
                    <a:cubicBezTo>
                      <a:pt x="146" y="159"/>
                      <a:pt x="148" y="152"/>
                      <a:pt x="145" y="148"/>
                    </a:cubicBezTo>
                    <a:lnTo>
                      <a:pt x="17" y="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1" name="Freeform 50">
                <a:extLst>
                  <a:ext uri="{FF2B5EF4-FFF2-40B4-BE49-F238E27FC236}">
                    <a16:creationId xmlns:a16="http://schemas.microsoft.com/office/drawing/2014/main" id="{5253FA7E-4175-4807-9F8A-7FF97716F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274"/>
                <a:ext cx="111" cy="199"/>
              </a:xfrm>
              <a:custGeom>
                <a:avLst/>
                <a:gdLst>
                  <a:gd name="T0" fmla="*/ 18 w 109"/>
                  <a:gd name="T1" fmla="*/ 6 h 195"/>
                  <a:gd name="T2" fmla="*/ 6 w 109"/>
                  <a:gd name="T3" fmla="*/ 2 h 195"/>
                  <a:gd name="T4" fmla="*/ 6 w 109"/>
                  <a:gd name="T5" fmla="*/ 2 h 195"/>
                  <a:gd name="T6" fmla="*/ 2 w 109"/>
                  <a:gd name="T7" fmla="*/ 14 h 195"/>
                  <a:gd name="T8" fmla="*/ 92 w 109"/>
                  <a:gd name="T9" fmla="*/ 214 h 195"/>
                  <a:gd name="T10" fmla="*/ 110 w 109"/>
                  <a:gd name="T11" fmla="*/ 215 h 195"/>
                  <a:gd name="T12" fmla="*/ 110 w 109"/>
                  <a:gd name="T13" fmla="*/ 215 h 195"/>
                  <a:gd name="T14" fmla="*/ 119 w 109"/>
                  <a:gd name="T15" fmla="*/ 201 h 195"/>
                  <a:gd name="T16" fmla="*/ 18 w 109"/>
                  <a:gd name="T17" fmla="*/ 6 h 1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95">
                    <a:moveTo>
                      <a:pt x="18" y="6"/>
                    </a:moveTo>
                    <a:cubicBezTo>
                      <a:pt x="15" y="2"/>
                      <a:pt x="10" y="0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1" y="4"/>
                      <a:pt x="0" y="9"/>
                      <a:pt x="2" y="14"/>
                    </a:cubicBezTo>
                    <a:cubicBezTo>
                      <a:pt x="81" y="190"/>
                      <a:pt x="81" y="190"/>
                      <a:pt x="81" y="190"/>
                    </a:cubicBezTo>
                    <a:cubicBezTo>
                      <a:pt x="83" y="194"/>
                      <a:pt x="91" y="195"/>
                      <a:pt x="98" y="191"/>
                    </a:cubicBezTo>
                    <a:cubicBezTo>
                      <a:pt x="98" y="191"/>
                      <a:pt x="98" y="191"/>
                      <a:pt x="98" y="191"/>
                    </a:cubicBezTo>
                    <a:cubicBezTo>
                      <a:pt x="105" y="188"/>
                      <a:pt x="109" y="182"/>
                      <a:pt x="107" y="177"/>
                    </a:cubicBezTo>
                    <a:lnTo>
                      <a:pt x="18" y="6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2" name="Freeform 51">
                <a:extLst>
                  <a:ext uri="{FF2B5EF4-FFF2-40B4-BE49-F238E27FC236}">
                    <a16:creationId xmlns:a16="http://schemas.microsoft.com/office/drawing/2014/main" id="{3082DD1E-3D54-41AF-998A-7904FBB97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287"/>
                <a:ext cx="78" cy="176"/>
              </a:xfrm>
              <a:custGeom>
                <a:avLst/>
                <a:gdLst>
                  <a:gd name="T0" fmla="*/ 83 w 77"/>
                  <a:gd name="T1" fmla="*/ 196 h 172"/>
                  <a:gd name="T2" fmla="*/ 0 w 77"/>
                  <a:gd name="T3" fmla="*/ 0 h 172"/>
                  <a:gd name="T4" fmla="*/ 83 w 77"/>
                  <a:gd name="T5" fmla="*/ 196 h 1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72">
                    <a:moveTo>
                      <a:pt x="77" y="17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71" y="119"/>
                      <a:pt x="77" y="172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3" name="Freeform 52">
                <a:extLst>
                  <a:ext uri="{FF2B5EF4-FFF2-40B4-BE49-F238E27FC236}">
                    <a16:creationId xmlns:a16="http://schemas.microsoft.com/office/drawing/2014/main" id="{958A12D9-7387-4B82-81BD-98ADAC3B2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451"/>
                <a:ext cx="25" cy="18"/>
              </a:xfrm>
              <a:custGeom>
                <a:avLst/>
                <a:gdLst>
                  <a:gd name="T0" fmla="*/ 4 w 24"/>
                  <a:gd name="T1" fmla="*/ 23 h 17"/>
                  <a:gd name="T2" fmla="*/ 30 w 24"/>
                  <a:gd name="T3" fmla="*/ 7 h 17"/>
                  <a:gd name="T4" fmla="*/ 9 w 24"/>
                  <a:gd name="T5" fmla="*/ 4 h 17"/>
                  <a:gd name="T6" fmla="*/ 2 w 24"/>
                  <a:gd name="T7" fmla="*/ 2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7">
                    <a:moveTo>
                      <a:pt x="4" y="17"/>
                    </a:moveTo>
                    <a:cubicBezTo>
                      <a:pt x="0" y="7"/>
                      <a:pt x="18" y="6"/>
                      <a:pt x="24" y="7"/>
                    </a:cubicBezTo>
                    <a:cubicBezTo>
                      <a:pt x="19" y="3"/>
                      <a:pt x="15" y="0"/>
                      <a:pt x="9" y="4"/>
                    </a:cubicBezTo>
                    <a:cubicBezTo>
                      <a:pt x="4" y="7"/>
                      <a:pt x="1" y="11"/>
                      <a:pt x="2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4" name="Freeform 53">
                <a:extLst>
                  <a:ext uri="{FF2B5EF4-FFF2-40B4-BE49-F238E27FC236}">
                    <a16:creationId xmlns:a16="http://schemas.microsoft.com/office/drawing/2014/main" id="{D0B66185-ABA3-4B49-A1E0-9AB5BC60C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280"/>
                <a:ext cx="86" cy="168"/>
              </a:xfrm>
              <a:custGeom>
                <a:avLst/>
                <a:gdLst>
                  <a:gd name="T0" fmla="*/ 96 w 84"/>
                  <a:gd name="T1" fmla="*/ 183 h 165"/>
                  <a:gd name="T2" fmla="*/ 0 w 84"/>
                  <a:gd name="T3" fmla="*/ 0 h 165"/>
                  <a:gd name="T4" fmla="*/ 96 w 84"/>
                  <a:gd name="T5" fmla="*/ 183 h 1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165">
                    <a:moveTo>
                      <a:pt x="84" y="16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76" y="160"/>
                      <a:pt x="84" y="1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5" name="Freeform 54">
                <a:extLst>
                  <a:ext uri="{FF2B5EF4-FFF2-40B4-BE49-F238E27FC236}">
                    <a16:creationId xmlns:a16="http://schemas.microsoft.com/office/drawing/2014/main" id="{3BC468AE-3B9A-4EC1-8025-F3BDFCB55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274"/>
                <a:ext cx="112" cy="199"/>
              </a:xfrm>
              <a:custGeom>
                <a:avLst/>
                <a:gdLst>
                  <a:gd name="T0" fmla="*/ 18 w 110"/>
                  <a:gd name="T1" fmla="*/ 7 h 195"/>
                  <a:gd name="T2" fmla="*/ 7 w 110"/>
                  <a:gd name="T3" fmla="*/ 2 h 195"/>
                  <a:gd name="T4" fmla="*/ 7 w 110"/>
                  <a:gd name="T5" fmla="*/ 2 h 195"/>
                  <a:gd name="T6" fmla="*/ 2 w 110"/>
                  <a:gd name="T7" fmla="*/ 14 h 195"/>
                  <a:gd name="T8" fmla="*/ 93 w 110"/>
                  <a:gd name="T9" fmla="*/ 214 h 195"/>
                  <a:gd name="T10" fmla="*/ 111 w 110"/>
                  <a:gd name="T11" fmla="*/ 216 h 195"/>
                  <a:gd name="T12" fmla="*/ 111 w 110"/>
                  <a:gd name="T13" fmla="*/ 216 h 195"/>
                  <a:gd name="T14" fmla="*/ 119 w 110"/>
                  <a:gd name="T15" fmla="*/ 202 h 195"/>
                  <a:gd name="T16" fmla="*/ 18 w 110"/>
                  <a:gd name="T17" fmla="*/ 7 h 1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195">
                    <a:moveTo>
                      <a:pt x="18" y="7"/>
                    </a:moveTo>
                    <a:cubicBezTo>
                      <a:pt x="16" y="2"/>
                      <a:pt x="11" y="0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2" y="5"/>
                      <a:pt x="0" y="10"/>
                      <a:pt x="2" y="14"/>
                    </a:cubicBezTo>
                    <a:cubicBezTo>
                      <a:pt x="82" y="190"/>
                      <a:pt x="82" y="190"/>
                      <a:pt x="82" y="190"/>
                    </a:cubicBezTo>
                    <a:cubicBezTo>
                      <a:pt x="84" y="194"/>
                      <a:pt x="92" y="195"/>
                      <a:pt x="99" y="192"/>
                    </a:cubicBezTo>
                    <a:cubicBezTo>
                      <a:pt x="99" y="192"/>
                      <a:pt x="99" y="192"/>
                      <a:pt x="99" y="192"/>
                    </a:cubicBezTo>
                    <a:cubicBezTo>
                      <a:pt x="106" y="188"/>
                      <a:pt x="110" y="182"/>
                      <a:pt x="107" y="178"/>
                    </a:cubicBezTo>
                    <a:lnTo>
                      <a:pt x="18" y="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6" name="Freeform 55">
                <a:extLst>
                  <a:ext uri="{FF2B5EF4-FFF2-40B4-BE49-F238E27FC236}">
                    <a16:creationId xmlns:a16="http://schemas.microsoft.com/office/drawing/2014/main" id="{15E63D42-796E-421A-AC28-58F351492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02"/>
                <a:ext cx="38" cy="216"/>
              </a:xfrm>
              <a:custGeom>
                <a:avLst/>
                <a:gdLst>
                  <a:gd name="T0" fmla="*/ 18 w 37"/>
                  <a:gd name="T1" fmla="*/ 9 h 211"/>
                  <a:gd name="T2" fmla="*/ 9 w 37"/>
                  <a:gd name="T3" fmla="*/ 1 h 211"/>
                  <a:gd name="T4" fmla="*/ 9 w 37"/>
                  <a:gd name="T5" fmla="*/ 1 h 211"/>
                  <a:gd name="T6" fmla="*/ 1 w 37"/>
                  <a:gd name="T7" fmla="*/ 10 h 211"/>
                  <a:gd name="T8" fmla="*/ 9 w 37"/>
                  <a:gd name="T9" fmla="*/ 233 h 211"/>
                  <a:gd name="T10" fmla="*/ 29 w 37"/>
                  <a:gd name="T11" fmla="*/ 242 h 211"/>
                  <a:gd name="T12" fmla="*/ 29 w 37"/>
                  <a:gd name="T13" fmla="*/ 242 h 211"/>
                  <a:gd name="T14" fmla="*/ 43 w 37"/>
                  <a:gd name="T15" fmla="*/ 231 h 211"/>
                  <a:gd name="T16" fmla="*/ 18 w 37"/>
                  <a:gd name="T17" fmla="*/ 9 h 2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11">
                    <a:moveTo>
                      <a:pt x="18" y="9"/>
                    </a:moveTo>
                    <a:cubicBezTo>
                      <a:pt x="18" y="4"/>
                      <a:pt x="14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4" y="1"/>
                      <a:pt x="0" y="5"/>
                      <a:pt x="1" y="10"/>
                    </a:cubicBezTo>
                    <a:cubicBezTo>
                      <a:pt x="9" y="203"/>
                      <a:pt x="9" y="203"/>
                      <a:pt x="9" y="203"/>
                    </a:cubicBezTo>
                    <a:cubicBezTo>
                      <a:pt x="9" y="208"/>
                      <a:pt x="16" y="211"/>
                      <a:pt x="23" y="211"/>
                    </a:cubicBezTo>
                    <a:cubicBezTo>
                      <a:pt x="23" y="211"/>
                      <a:pt x="23" y="211"/>
                      <a:pt x="23" y="211"/>
                    </a:cubicBezTo>
                    <a:cubicBezTo>
                      <a:pt x="31" y="210"/>
                      <a:pt x="37" y="206"/>
                      <a:pt x="37" y="201"/>
                    </a:cubicBezTo>
                    <a:lnTo>
                      <a:pt x="18" y="9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7" name="Freeform 56">
                <a:extLst>
                  <a:ext uri="{FF2B5EF4-FFF2-40B4-BE49-F238E27FC236}">
                    <a16:creationId xmlns:a16="http://schemas.microsoft.com/office/drawing/2014/main" id="{6F6D1EC1-B232-4E0F-8EEA-0B7A0BA3F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313"/>
                <a:ext cx="21" cy="193"/>
              </a:xfrm>
              <a:custGeom>
                <a:avLst/>
                <a:gdLst>
                  <a:gd name="T0" fmla="*/ 7 w 21"/>
                  <a:gd name="T1" fmla="*/ 220 h 188"/>
                  <a:gd name="T2" fmla="*/ 0 w 21"/>
                  <a:gd name="T3" fmla="*/ 0 h 188"/>
                  <a:gd name="T4" fmla="*/ 7 w 21"/>
                  <a:gd name="T5" fmla="*/ 220 h 1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8">
                    <a:moveTo>
                      <a:pt x="7" y="18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1" y="137"/>
                      <a:pt x="7" y="188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8" name="Freeform 57">
                <a:extLst>
                  <a:ext uri="{FF2B5EF4-FFF2-40B4-BE49-F238E27FC236}">
                    <a16:creationId xmlns:a16="http://schemas.microsoft.com/office/drawing/2014/main" id="{F399B44F-806E-4A69-877E-0C50F244B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502"/>
                <a:ext cx="23" cy="11"/>
              </a:xfrm>
              <a:custGeom>
                <a:avLst/>
                <a:gdLst>
                  <a:gd name="T0" fmla="*/ 1 w 23"/>
                  <a:gd name="T1" fmla="*/ 11 h 11"/>
                  <a:gd name="T2" fmla="*/ 23 w 23"/>
                  <a:gd name="T3" fmla="*/ 10 h 11"/>
                  <a:gd name="T4" fmla="*/ 11 w 23"/>
                  <a:gd name="T5" fmla="*/ 1 h 11"/>
                  <a:gd name="T6" fmla="*/ 0 w 23"/>
                  <a:gd name="T7" fmla="*/ 1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1">
                    <a:moveTo>
                      <a:pt x="1" y="11"/>
                    </a:moveTo>
                    <a:cubicBezTo>
                      <a:pt x="2" y="0"/>
                      <a:pt x="18" y="6"/>
                      <a:pt x="23" y="10"/>
                    </a:cubicBezTo>
                    <a:cubicBezTo>
                      <a:pt x="21" y="4"/>
                      <a:pt x="18" y="0"/>
                      <a:pt x="11" y="1"/>
                    </a:cubicBezTo>
                    <a:cubicBezTo>
                      <a:pt x="6" y="2"/>
                      <a:pt x="1" y="5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9" name="Freeform 58">
                <a:extLst>
                  <a:ext uri="{FF2B5EF4-FFF2-40B4-BE49-F238E27FC236}">
                    <a16:creationId xmlns:a16="http://schemas.microsoft.com/office/drawing/2014/main" id="{6B05B0BC-77CA-4497-B807-259B2FC11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311"/>
                <a:ext cx="16" cy="189"/>
              </a:xfrm>
              <a:custGeom>
                <a:avLst/>
                <a:gdLst>
                  <a:gd name="T0" fmla="*/ 16 w 16"/>
                  <a:gd name="T1" fmla="*/ 216 h 184"/>
                  <a:gd name="T2" fmla="*/ 0 w 16"/>
                  <a:gd name="T3" fmla="*/ 0 h 184"/>
                  <a:gd name="T4" fmla="*/ 16 w 16"/>
                  <a:gd name="T5" fmla="*/ 216 h 1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4">
                    <a:moveTo>
                      <a:pt x="16" y="18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" y="177"/>
                      <a:pt x="16" y="1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0" name="Freeform 59">
                <a:extLst>
                  <a:ext uri="{FF2B5EF4-FFF2-40B4-BE49-F238E27FC236}">
                    <a16:creationId xmlns:a16="http://schemas.microsoft.com/office/drawing/2014/main" id="{0025D944-6823-4EC8-9B53-BAEB4C8D1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03"/>
                <a:ext cx="38" cy="216"/>
              </a:xfrm>
              <a:custGeom>
                <a:avLst/>
                <a:gdLst>
                  <a:gd name="T0" fmla="*/ 18 w 37"/>
                  <a:gd name="T1" fmla="*/ 8 h 211"/>
                  <a:gd name="T2" fmla="*/ 9 w 37"/>
                  <a:gd name="T3" fmla="*/ 0 h 211"/>
                  <a:gd name="T4" fmla="*/ 9 w 37"/>
                  <a:gd name="T5" fmla="*/ 0 h 211"/>
                  <a:gd name="T6" fmla="*/ 0 w 37"/>
                  <a:gd name="T7" fmla="*/ 9 h 211"/>
                  <a:gd name="T8" fmla="*/ 8 w 37"/>
                  <a:gd name="T9" fmla="*/ 232 h 211"/>
                  <a:gd name="T10" fmla="*/ 29 w 37"/>
                  <a:gd name="T11" fmla="*/ 241 h 211"/>
                  <a:gd name="T12" fmla="*/ 29 w 37"/>
                  <a:gd name="T13" fmla="*/ 241 h 211"/>
                  <a:gd name="T14" fmla="*/ 42 w 37"/>
                  <a:gd name="T15" fmla="*/ 230 h 211"/>
                  <a:gd name="T16" fmla="*/ 18 w 37"/>
                  <a:gd name="T17" fmla="*/ 8 h 2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11">
                    <a:moveTo>
                      <a:pt x="18" y="8"/>
                    </a:moveTo>
                    <a:cubicBezTo>
                      <a:pt x="18" y="3"/>
                      <a:pt x="13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9"/>
                    </a:cubicBezTo>
                    <a:cubicBezTo>
                      <a:pt x="8" y="202"/>
                      <a:pt x="8" y="202"/>
                      <a:pt x="8" y="202"/>
                    </a:cubicBezTo>
                    <a:cubicBezTo>
                      <a:pt x="9" y="207"/>
                      <a:pt x="15" y="211"/>
                      <a:pt x="23" y="210"/>
                    </a:cubicBezTo>
                    <a:cubicBezTo>
                      <a:pt x="23" y="210"/>
                      <a:pt x="23" y="210"/>
                      <a:pt x="23" y="210"/>
                    </a:cubicBezTo>
                    <a:cubicBezTo>
                      <a:pt x="31" y="210"/>
                      <a:pt x="37" y="205"/>
                      <a:pt x="36" y="200"/>
                    </a:cubicBezTo>
                    <a:lnTo>
                      <a:pt x="18" y="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1" name="Freeform 60">
                <a:extLst>
                  <a:ext uri="{FF2B5EF4-FFF2-40B4-BE49-F238E27FC236}">
                    <a16:creationId xmlns:a16="http://schemas.microsoft.com/office/drawing/2014/main" id="{D8D059DF-DCF5-47A3-B895-AF102C3E2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986"/>
                <a:ext cx="147" cy="177"/>
              </a:xfrm>
              <a:custGeom>
                <a:avLst/>
                <a:gdLst>
                  <a:gd name="T0" fmla="*/ 159 w 144"/>
                  <a:gd name="T1" fmla="*/ 182 h 173"/>
                  <a:gd name="T2" fmla="*/ 158 w 144"/>
                  <a:gd name="T3" fmla="*/ 194 h 173"/>
                  <a:gd name="T4" fmla="*/ 158 w 144"/>
                  <a:gd name="T5" fmla="*/ 194 h 173"/>
                  <a:gd name="T6" fmla="*/ 146 w 144"/>
                  <a:gd name="T7" fmla="*/ 193 h 173"/>
                  <a:gd name="T8" fmla="*/ 3 w 144"/>
                  <a:gd name="T9" fmla="*/ 21 h 173"/>
                  <a:gd name="T10" fmla="*/ 9 w 144"/>
                  <a:gd name="T11" fmla="*/ 6 h 173"/>
                  <a:gd name="T12" fmla="*/ 9 w 144"/>
                  <a:gd name="T13" fmla="*/ 6 h 173"/>
                  <a:gd name="T14" fmla="*/ 31 w 144"/>
                  <a:gd name="T15" fmla="*/ 4 h 173"/>
                  <a:gd name="T16" fmla="*/ 159 w 144"/>
                  <a:gd name="T17" fmla="*/ 182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141" y="158"/>
                    </a:moveTo>
                    <a:cubicBezTo>
                      <a:pt x="144" y="162"/>
                      <a:pt x="144" y="167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36" y="173"/>
                      <a:pt x="131" y="173"/>
                      <a:pt x="128" y="16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17"/>
                      <a:pt x="3" y="10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5" y="1"/>
                      <a:pt x="22" y="0"/>
                      <a:pt x="25" y="4"/>
                    </a:cubicBezTo>
                    <a:lnTo>
                      <a:pt x="141" y="15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2" name="Freeform 61">
                <a:extLst>
                  <a:ext uri="{FF2B5EF4-FFF2-40B4-BE49-F238E27FC236}">
                    <a16:creationId xmlns:a16="http://schemas.microsoft.com/office/drawing/2014/main" id="{A49A25B0-3785-43B6-9883-EDF09AC82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009"/>
                <a:ext cx="124" cy="147"/>
              </a:xfrm>
              <a:custGeom>
                <a:avLst/>
                <a:gdLst>
                  <a:gd name="T0" fmla="*/ 0 w 121"/>
                  <a:gd name="T1" fmla="*/ 0 h 143"/>
                  <a:gd name="T2" fmla="*/ 139 w 121"/>
                  <a:gd name="T3" fmla="*/ 168 h 143"/>
                  <a:gd name="T4" fmla="*/ 0 w 121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43">
                    <a:moveTo>
                      <a:pt x="0" y="0"/>
                    </a:moveTo>
                    <a:cubicBezTo>
                      <a:pt x="121" y="143"/>
                      <a:pt x="121" y="143"/>
                      <a:pt x="121" y="143"/>
                    </a:cubicBezTo>
                    <a:cubicBezTo>
                      <a:pt x="121" y="143"/>
                      <a:pt x="45" y="28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3" name="Freeform 62">
                <a:extLst>
                  <a:ext uri="{FF2B5EF4-FFF2-40B4-BE49-F238E27FC236}">
                    <a16:creationId xmlns:a16="http://schemas.microsoft.com/office/drawing/2014/main" id="{5B4A9906-1C9B-4E73-B3E1-EBDF20D1F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989"/>
                <a:ext cx="20" cy="21"/>
              </a:xfrm>
              <a:custGeom>
                <a:avLst/>
                <a:gdLst>
                  <a:gd name="T0" fmla="*/ 0 w 20"/>
                  <a:gd name="T1" fmla="*/ 14 h 21"/>
                  <a:gd name="T2" fmla="*/ 17 w 20"/>
                  <a:gd name="T3" fmla="*/ 0 h 21"/>
                  <a:gd name="T4" fmla="*/ 14 w 20"/>
                  <a:gd name="T5" fmla="*/ 15 h 21"/>
                  <a:gd name="T6" fmla="*/ 0 w 20"/>
                  <a:gd name="T7" fmla="*/ 1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0" y="14"/>
                    </a:moveTo>
                    <a:cubicBezTo>
                      <a:pt x="8" y="21"/>
                      <a:pt x="16" y="5"/>
                      <a:pt x="17" y="0"/>
                    </a:cubicBezTo>
                    <a:cubicBezTo>
                      <a:pt x="19" y="6"/>
                      <a:pt x="20" y="10"/>
                      <a:pt x="14" y="15"/>
                    </a:cubicBezTo>
                    <a:cubicBezTo>
                      <a:pt x="9" y="18"/>
                      <a:pt x="4" y="19"/>
                      <a:pt x="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4" name="Freeform 63">
                <a:extLst>
                  <a:ext uri="{FF2B5EF4-FFF2-40B4-BE49-F238E27FC236}">
                    <a16:creationId xmlns:a16="http://schemas.microsoft.com/office/drawing/2014/main" id="{910D5D1C-DB72-428D-98BA-B434F3D3D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997"/>
                <a:ext cx="114" cy="150"/>
              </a:xfrm>
              <a:custGeom>
                <a:avLst/>
                <a:gdLst>
                  <a:gd name="T0" fmla="*/ 0 w 112"/>
                  <a:gd name="T1" fmla="*/ 0 h 147"/>
                  <a:gd name="T2" fmla="*/ 124 w 112"/>
                  <a:gd name="T3" fmla="*/ 165 h 147"/>
                  <a:gd name="T4" fmla="*/ 0 w 112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47">
                    <a:moveTo>
                      <a:pt x="0" y="0"/>
                    </a:moveTo>
                    <a:cubicBezTo>
                      <a:pt x="112" y="147"/>
                      <a:pt x="112" y="147"/>
                      <a:pt x="112" y="147"/>
                    </a:cubicBezTo>
                    <a:cubicBezTo>
                      <a:pt x="112" y="147"/>
                      <a:pt x="1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5" name="Freeform 64">
                <a:extLst>
                  <a:ext uri="{FF2B5EF4-FFF2-40B4-BE49-F238E27FC236}">
                    <a16:creationId xmlns:a16="http://schemas.microsoft.com/office/drawing/2014/main" id="{C08A0CAF-B78B-4BAE-BDBC-57ED9714D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986"/>
                <a:ext cx="147" cy="177"/>
              </a:xfrm>
              <a:custGeom>
                <a:avLst/>
                <a:gdLst>
                  <a:gd name="T0" fmla="*/ 159 w 144"/>
                  <a:gd name="T1" fmla="*/ 182 h 173"/>
                  <a:gd name="T2" fmla="*/ 158 w 144"/>
                  <a:gd name="T3" fmla="*/ 194 h 173"/>
                  <a:gd name="T4" fmla="*/ 158 w 144"/>
                  <a:gd name="T5" fmla="*/ 194 h 173"/>
                  <a:gd name="T6" fmla="*/ 145 w 144"/>
                  <a:gd name="T7" fmla="*/ 193 h 173"/>
                  <a:gd name="T8" fmla="*/ 3 w 144"/>
                  <a:gd name="T9" fmla="*/ 21 h 173"/>
                  <a:gd name="T10" fmla="*/ 8 w 144"/>
                  <a:gd name="T11" fmla="*/ 6 h 173"/>
                  <a:gd name="T12" fmla="*/ 8 w 144"/>
                  <a:gd name="T13" fmla="*/ 6 h 173"/>
                  <a:gd name="T14" fmla="*/ 31 w 144"/>
                  <a:gd name="T15" fmla="*/ 4 h 173"/>
                  <a:gd name="T16" fmla="*/ 159 w 144"/>
                  <a:gd name="T17" fmla="*/ 182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141" y="158"/>
                    </a:moveTo>
                    <a:cubicBezTo>
                      <a:pt x="144" y="162"/>
                      <a:pt x="143" y="167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36" y="173"/>
                      <a:pt x="130" y="173"/>
                      <a:pt x="127" y="16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17"/>
                      <a:pt x="2" y="10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4" y="1"/>
                      <a:pt x="22" y="0"/>
                      <a:pt x="25" y="4"/>
                    </a:cubicBezTo>
                    <a:lnTo>
                      <a:pt x="141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6" name="Freeform 65">
                <a:extLst>
                  <a:ext uri="{FF2B5EF4-FFF2-40B4-BE49-F238E27FC236}">
                    <a16:creationId xmlns:a16="http://schemas.microsoft.com/office/drawing/2014/main" id="{5A35DB4A-2A47-4B24-8B9B-A2F0633A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872"/>
                <a:ext cx="109" cy="200"/>
              </a:xfrm>
              <a:custGeom>
                <a:avLst/>
                <a:gdLst>
                  <a:gd name="T0" fmla="*/ 117 w 107"/>
                  <a:gd name="T1" fmla="*/ 211 h 195"/>
                  <a:gd name="T2" fmla="*/ 113 w 107"/>
                  <a:gd name="T3" fmla="*/ 224 h 195"/>
                  <a:gd name="T4" fmla="*/ 113 w 107"/>
                  <a:gd name="T5" fmla="*/ 224 h 195"/>
                  <a:gd name="T6" fmla="*/ 101 w 107"/>
                  <a:gd name="T7" fmla="*/ 219 h 195"/>
                  <a:gd name="T8" fmla="*/ 2 w 107"/>
                  <a:gd name="T9" fmla="*/ 17 h 195"/>
                  <a:gd name="T10" fmla="*/ 11 w 107"/>
                  <a:gd name="T11" fmla="*/ 3 h 195"/>
                  <a:gd name="T12" fmla="*/ 11 w 107"/>
                  <a:gd name="T13" fmla="*/ 3 h 195"/>
                  <a:gd name="T14" fmla="*/ 33 w 107"/>
                  <a:gd name="T15" fmla="*/ 5 h 195"/>
                  <a:gd name="T16" fmla="*/ 117 w 107"/>
                  <a:gd name="T17" fmla="*/ 211 h 1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7" h="195">
                    <a:moveTo>
                      <a:pt x="105" y="181"/>
                    </a:moveTo>
                    <a:cubicBezTo>
                      <a:pt x="107" y="186"/>
                      <a:pt x="106" y="191"/>
                      <a:pt x="101" y="193"/>
                    </a:cubicBezTo>
                    <a:cubicBezTo>
                      <a:pt x="101" y="193"/>
                      <a:pt x="101" y="193"/>
                      <a:pt x="101" y="193"/>
                    </a:cubicBezTo>
                    <a:cubicBezTo>
                      <a:pt x="97" y="195"/>
                      <a:pt x="92" y="193"/>
                      <a:pt x="89" y="189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0" y="13"/>
                      <a:pt x="4" y="6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8" y="0"/>
                      <a:pt x="25" y="1"/>
                      <a:pt x="27" y="5"/>
                    </a:cubicBezTo>
                    <a:lnTo>
                      <a:pt x="105" y="18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7" name="Freeform 66">
                <a:extLst>
                  <a:ext uri="{FF2B5EF4-FFF2-40B4-BE49-F238E27FC236}">
                    <a16:creationId xmlns:a16="http://schemas.microsoft.com/office/drawing/2014/main" id="{15C7F30F-DC5A-43D8-9B2E-4561034C3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893"/>
                <a:ext cx="88" cy="171"/>
              </a:xfrm>
              <a:custGeom>
                <a:avLst/>
                <a:gdLst>
                  <a:gd name="T0" fmla="*/ 0 w 86"/>
                  <a:gd name="T1" fmla="*/ 0 h 167"/>
                  <a:gd name="T2" fmla="*/ 98 w 86"/>
                  <a:gd name="T3" fmla="*/ 191 h 167"/>
                  <a:gd name="T4" fmla="*/ 0 w 86"/>
                  <a:gd name="T5" fmla="*/ 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67">
                    <a:moveTo>
                      <a:pt x="0" y="0"/>
                    </a:moveTo>
                    <a:cubicBezTo>
                      <a:pt x="86" y="167"/>
                      <a:pt x="86" y="167"/>
                      <a:pt x="86" y="167"/>
                    </a:cubicBezTo>
                    <a:cubicBezTo>
                      <a:pt x="86" y="167"/>
                      <a:pt x="37" y="37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8" name="Freeform 67">
                <a:extLst>
                  <a:ext uri="{FF2B5EF4-FFF2-40B4-BE49-F238E27FC236}">
                    <a16:creationId xmlns:a16="http://schemas.microsoft.com/office/drawing/2014/main" id="{EAB04349-53B5-4E30-AE82-5CE1BB3A6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875"/>
                <a:ext cx="21" cy="20"/>
              </a:xfrm>
              <a:custGeom>
                <a:avLst/>
                <a:gdLst>
                  <a:gd name="T0" fmla="*/ 0 w 21"/>
                  <a:gd name="T1" fmla="*/ 16 h 19"/>
                  <a:gd name="T2" fmla="*/ 21 w 21"/>
                  <a:gd name="T3" fmla="*/ 0 h 19"/>
                  <a:gd name="T4" fmla="*/ 14 w 21"/>
                  <a:gd name="T5" fmla="*/ 20 h 19"/>
                  <a:gd name="T6" fmla="*/ 0 w 21"/>
                  <a:gd name="T7" fmla="*/ 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0" y="10"/>
                    </a:moveTo>
                    <a:cubicBezTo>
                      <a:pt x="7" y="19"/>
                      <a:pt x="18" y="5"/>
                      <a:pt x="21" y="0"/>
                    </a:cubicBezTo>
                    <a:cubicBezTo>
                      <a:pt x="21" y="7"/>
                      <a:pt x="21" y="11"/>
                      <a:pt x="14" y="14"/>
                    </a:cubicBezTo>
                    <a:cubicBezTo>
                      <a:pt x="9" y="16"/>
                      <a:pt x="3" y="16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9" name="Freeform 68">
                <a:extLst>
                  <a:ext uri="{FF2B5EF4-FFF2-40B4-BE49-F238E27FC236}">
                    <a16:creationId xmlns:a16="http://schemas.microsoft.com/office/drawing/2014/main" id="{74708D4B-8086-4ECA-947C-FD89B01D2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886"/>
                <a:ext cx="79" cy="171"/>
              </a:xfrm>
              <a:custGeom>
                <a:avLst/>
                <a:gdLst>
                  <a:gd name="T0" fmla="*/ 1 w 77"/>
                  <a:gd name="T1" fmla="*/ 0 h 168"/>
                  <a:gd name="T2" fmla="*/ 89 w 77"/>
                  <a:gd name="T3" fmla="*/ 186 h 168"/>
                  <a:gd name="T4" fmla="*/ 1 w 77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68">
                    <a:moveTo>
                      <a:pt x="1" y="0"/>
                    </a:moveTo>
                    <a:cubicBezTo>
                      <a:pt x="77" y="168"/>
                      <a:pt x="77" y="168"/>
                      <a:pt x="77" y="168"/>
                    </a:cubicBezTo>
                    <a:cubicBezTo>
                      <a:pt x="77" y="168"/>
                      <a:pt x="0" y="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0" name="Freeform 69">
                <a:extLst>
                  <a:ext uri="{FF2B5EF4-FFF2-40B4-BE49-F238E27FC236}">
                    <a16:creationId xmlns:a16="http://schemas.microsoft.com/office/drawing/2014/main" id="{5DD6728B-3EDA-407D-9A40-AC8749F5F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872"/>
                <a:ext cx="110" cy="200"/>
              </a:xfrm>
              <a:custGeom>
                <a:avLst/>
                <a:gdLst>
                  <a:gd name="T0" fmla="*/ 118 w 108"/>
                  <a:gd name="T1" fmla="*/ 211 h 195"/>
                  <a:gd name="T2" fmla="*/ 114 w 108"/>
                  <a:gd name="T3" fmla="*/ 224 h 195"/>
                  <a:gd name="T4" fmla="*/ 114 w 108"/>
                  <a:gd name="T5" fmla="*/ 224 h 195"/>
                  <a:gd name="T6" fmla="*/ 102 w 108"/>
                  <a:gd name="T7" fmla="*/ 219 h 195"/>
                  <a:gd name="T8" fmla="*/ 3 w 108"/>
                  <a:gd name="T9" fmla="*/ 17 h 195"/>
                  <a:gd name="T10" fmla="*/ 11 w 108"/>
                  <a:gd name="T11" fmla="*/ 3 h 195"/>
                  <a:gd name="T12" fmla="*/ 11 w 108"/>
                  <a:gd name="T13" fmla="*/ 3 h 195"/>
                  <a:gd name="T14" fmla="*/ 34 w 108"/>
                  <a:gd name="T15" fmla="*/ 5 h 195"/>
                  <a:gd name="T16" fmla="*/ 118 w 108"/>
                  <a:gd name="T17" fmla="*/ 211 h 1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5">
                    <a:moveTo>
                      <a:pt x="106" y="181"/>
                    </a:moveTo>
                    <a:cubicBezTo>
                      <a:pt x="108" y="186"/>
                      <a:pt x="106" y="191"/>
                      <a:pt x="102" y="193"/>
                    </a:cubicBezTo>
                    <a:cubicBezTo>
                      <a:pt x="102" y="193"/>
                      <a:pt x="102" y="193"/>
                      <a:pt x="102" y="193"/>
                    </a:cubicBezTo>
                    <a:cubicBezTo>
                      <a:pt x="97" y="195"/>
                      <a:pt x="92" y="193"/>
                      <a:pt x="90" y="189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0" y="13"/>
                      <a:pt x="4" y="6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8" y="0"/>
                      <a:pt x="26" y="0"/>
                      <a:pt x="28" y="5"/>
                    </a:cubicBezTo>
                    <a:lnTo>
                      <a:pt x="106" y="18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1" name="Freeform 70">
                <a:extLst>
                  <a:ext uri="{FF2B5EF4-FFF2-40B4-BE49-F238E27FC236}">
                    <a16:creationId xmlns:a16="http://schemas.microsoft.com/office/drawing/2014/main" id="{A7651931-C62E-4FC0-BEF7-5744B6571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796"/>
                <a:ext cx="44" cy="214"/>
              </a:xfrm>
              <a:custGeom>
                <a:avLst/>
                <a:gdLst>
                  <a:gd name="T0" fmla="*/ 49 w 43"/>
                  <a:gd name="T1" fmla="*/ 224 h 210"/>
                  <a:gd name="T2" fmla="*/ 41 w 43"/>
                  <a:gd name="T3" fmla="*/ 234 h 210"/>
                  <a:gd name="T4" fmla="*/ 41 w 43"/>
                  <a:gd name="T5" fmla="*/ 234 h 210"/>
                  <a:gd name="T6" fmla="*/ 31 w 43"/>
                  <a:gd name="T7" fmla="*/ 226 h 210"/>
                  <a:gd name="T8" fmla="*/ 0 w 43"/>
                  <a:gd name="T9" fmla="*/ 11 h 210"/>
                  <a:gd name="T10" fmla="*/ 14 w 43"/>
                  <a:gd name="T11" fmla="*/ 0 h 210"/>
                  <a:gd name="T12" fmla="*/ 14 w 43"/>
                  <a:gd name="T13" fmla="*/ 0 h 210"/>
                  <a:gd name="T14" fmla="*/ 34 w 43"/>
                  <a:gd name="T15" fmla="*/ 8 h 210"/>
                  <a:gd name="T16" fmla="*/ 49 w 43"/>
                  <a:gd name="T17" fmla="*/ 224 h 2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210">
                    <a:moveTo>
                      <a:pt x="43" y="200"/>
                    </a:moveTo>
                    <a:cubicBezTo>
                      <a:pt x="43" y="205"/>
                      <a:pt x="40" y="209"/>
                      <a:pt x="35" y="210"/>
                    </a:cubicBezTo>
                    <a:cubicBezTo>
                      <a:pt x="35" y="210"/>
                      <a:pt x="35" y="210"/>
                      <a:pt x="35" y="210"/>
                    </a:cubicBezTo>
                    <a:cubicBezTo>
                      <a:pt x="30" y="210"/>
                      <a:pt x="26" y="207"/>
                      <a:pt x="25" y="20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6"/>
                      <a:pt x="6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8" y="3"/>
                      <a:pt x="28" y="8"/>
                    </a:cubicBezTo>
                    <a:lnTo>
                      <a:pt x="43" y="200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2" name="Freeform 71">
                <a:extLst>
                  <a:ext uri="{FF2B5EF4-FFF2-40B4-BE49-F238E27FC236}">
                    <a16:creationId xmlns:a16="http://schemas.microsoft.com/office/drawing/2014/main" id="{6FADD399-8BC2-486D-B3A3-7030F5B2D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811"/>
                <a:ext cx="25" cy="190"/>
              </a:xfrm>
              <a:custGeom>
                <a:avLst/>
                <a:gdLst>
                  <a:gd name="T0" fmla="*/ 0 w 25"/>
                  <a:gd name="T1" fmla="*/ 0 h 186"/>
                  <a:gd name="T2" fmla="*/ 25 w 25"/>
                  <a:gd name="T3" fmla="*/ 210 h 186"/>
                  <a:gd name="T4" fmla="*/ 0 w 25"/>
                  <a:gd name="T5" fmla="*/ 0 h 1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86">
                    <a:moveTo>
                      <a:pt x="0" y="0"/>
                    </a:moveTo>
                    <a:cubicBezTo>
                      <a:pt x="25" y="186"/>
                      <a:pt x="25" y="186"/>
                      <a:pt x="25" y="186"/>
                    </a:cubicBezTo>
                    <a:cubicBezTo>
                      <a:pt x="25" y="186"/>
                      <a:pt x="22" y="47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3" name="Freeform 72">
                <a:extLst>
                  <a:ext uri="{FF2B5EF4-FFF2-40B4-BE49-F238E27FC236}">
                    <a16:creationId xmlns:a16="http://schemas.microsoft.com/office/drawing/2014/main" id="{F3373D27-291D-4548-8B9F-BF111D3F9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801"/>
                <a:ext cx="24" cy="13"/>
              </a:xfrm>
              <a:custGeom>
                <a:avLst/>
                <a:gdLst>
                  <a:gd name="T0" fmla="*/ 1 w 24"/>
                  <a:gd name="T1" fmla="*/ 2 h 13"/>
                  <a:gd name="T2" fmla="*/ 24 w 24"/>
                  <a:gd name="T3" fmla="*/ 0 h 13"/>
                  <a:gd name="T4" fmla="*/ 12 w 24"/>
                  <a:gd name="T5" fmla="*/ 10 h 13"/>
                  <a:gd name="T6" fmla="*/ 0 w 24"/>
                  <a:gd name="T7" fmla="*/ 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3">
                    <a:moveTo>
                      <a:pt x="1" y="2"/>
                    </a:moveTo>
                    <a:cubicBezTo>
                      <a:pt x="4" y="13"/>
                      <a:pt x="19" y="4"/>
                      <a:pt x="24" y="0"/>
                    </a:cubicBezTo>
                    <a:cubicBezTo>
                      <a:pt x="22" y="6"/>
                      <a:pt x="20" y="10"/>
                      <a:pt x="12" y="10"/>
                    </a:cubicBezTo>
                    <a:cubicBezTo>
                      <a:pt x="7" y="11"/>
                      <a:pt x="2" y="8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4" name="Freeform 73">
                <a:extLst>
                  <a:ext uri="{FF2B5EF4-FFF2-40B4-BE49-F238E27FC236}">
                    <a16:creationId xmlns:a16="http://schemas.microsoft.com/office/drawing/2014/main" id="{4E8ED5E1-C76E-4539-9EE7-5728CF922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812"/>
                <a:ext cx="19" cy="188"/>
              </a:xfrm>
              <a:custGeom>
                <a:avLst/>
                <a:gdLst>
                  <a:gd name="T0" fmla="*/ 3 w 19"/>
                  <a:gd name="T1" fmla="*/ 0 h 184"/>
                  <a:gd name="T2" fmla="*/ 19 w 19"/>
                  <a:gd name="T3" fmla="*/ 208 h 184"/>
                  <a:gd name="T4" fmla="*/ 3 w 19"/>
                  <a:gd name="T5" fmla="*/ 0 h 1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84">
                    <a:moveTo>
                      <a:pt x="3" y="0"/>
                    </a:moveTo>
                    <a:cubicBezTo>
                      <a:pt x="19" y="184"/>
                      <a:pt x="19" y="184"/>
                      <a:pt x="19" y="184"/>
                    </a:cubicBezTo>
                    <a:cubicBezTo>
                      <a:pt x="19" y="184"/>
                      <a:pt x="0" y="8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5" name="Freeform 74">
                <a:extLst>
                  <a:ext uri="{FF2B5EF4-FFF2-40B4-BE49-F238E27FC236}">
                    <a16:creationId xmlns:a16="http://schemas.microsoft.com/office/drawing/2014/main" id="{2D5F25DA-403F-48EB-9410-08FA3D496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795"/>
                <a:ext cx="44" cy="215"/>
              </a:xfrm>
              <a:custGeom>
                <a:avLst/>
                <a:gdLst>
                  <a:gd name="T0" fmla="*/ 49 w 43"/>
                  <a:gd name="T1" fmla="*/ 225 h 211"/>
                  <a:gd name="T2" fmla="*/ 41 w 43"/>
                  <a:gd name="T3" fmla="*/ 235 h 211"/>
                  <a:gd name="T4" fmla="*/ 41 w 43"/>
                  <a:gd name="T5" fmla="*/ 235 h 211"/>
                  <a:gd name="T6" fmla="*/ 31 w 43"/>
                  <a:gd name="T7" fmla="*/ 227 h 211"/>
                  <a:gd name="T8" fmla="*/ 0 w 43"/>
                  <a:gd name="T9" fmla="*/ 11 h 211"/>
                  <a:gd name="T10" fmla="*/ 13 w 43"/>
                  <a:gd name="T11" fmla="*/ 1 h 211"/>
                  <a:gd name="T12" fmla="*/ 13 w 43"/>
                  <a:gd name="T13" fmla="*/ 1 h 211"/>
                  <a:gd name="T14" fmla="*/ 34 w 43"/>
                  <a:gd name="T15" fmla="*/ 9 h 211"/>
                  <a:gd name="T16" fmla="*/ 49 w 43"/>
                  <a:gd name="T17" fmla="*/ 225 h 2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211">
                    <a:moveTo>
                      <a:pt x="43" y="201"/>
                    </a:moveTo>
                    <a:cubicBezTo>
                      <a:pt x="43" y="206"/>
                      <a:pt x="40" y="210"/>
                      <a:pt x="35" y="211"/>
                    </a:cubicBezTo>
                    <a:cubicBezTo>
                      <a:pt x="35" y="211"/>
                      <a:pt x="35" y="211"/>
                      <a:pt x="35" y="211"/>
                    </a:cubicBezTo>
                    <a:cubicBezTo>
                      <a:pt x="30" y="211"/>
                      <a:pt x="26" y="208"/>
                      <a:pt x="25" y="20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7"/>
                      <a:pt x="5" y="2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21" y="0"/>
                      <a:pt x="28" y="4"/>
                      <a:pt x="28" y="9"/>
                    </a:cubicBezTo>
                    <a:lnTo>
                      <a:pt x="43" y="20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6" name="Freeform 75">
                <a:extLst>
                  <a:ext uri="{FF2B5EF4-FFF2-40B4-BE49-F238E27FC236}">
                    <a16:creationId xmlns:a16="http://schemas.microsoft.com/office/drawing/2014/main" id="{F2666664-8A09-41CE-8A8A-F3152E9D5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770"/>
                <a:ext cx="46" cy="216"/>
              </a:xfrm>
              <a:custGeom>
                <a:avLst/>
                <a:gdLst>
                  <a:gd name="T0" fmla="*/ 18 w 45"/>
                  <a:gd name="T1" fmla="*/ 232 h 211"/>
                  <a:gd name="T2" fmla="*/ 8 w 45"/>
                  <a:gd name="T3" fmla="*/ 241 h 211"/>
                  <a:gd name="T4" fmla="*/ 8 w 45"/>
                  <a:gd name="T5" fmla="*/ 241 h 211"/>
                  <a:gd name="T6" fmla="*/ 0 w 45"/>
                  <a:gd name="T7" fmla="*/ 230 h 211"/>
                  <a:gd name="T8" fmla="*/ 17 w 45"/>
                  <a:gd name="T9" fmla="*/ 8 h 211"/>
                  <a:gd name="T10" fmla="*/ 38 w 45"/>
                  <a:gd name="T11" fmla="*/ 1 h 211"/>
                  <a:gd name="T12" fmla="*/ 38 w 45"/>
                  <a:gd name="T13" fmla="*/ 1 h 211"/>
                  <a:gd name="T14" fmla="*/ 51 w 45"/>
                  <a:gd name="T15" fmla="*/ 11 h 211"/>
                  <a:gd name="T16" fmla="*/ 18 w 45"/>
                  <a:gd name="T17" fmla="*/ 232 h 2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11">
                    <a:moveTo>
                      <a:pt x="18" y="202"/>
                    </a:moveTo>
                    <a:cubicBezTo>
                      <a:pt x="17" y="207"/>
                      <a:pt x="13" y="211"/>
                      <a:pt x="8" y="210"/>
                    </a:cubicBezTo>
                    <a:cubicBezTo>
                      <a:pt x="8" y="210"/>
                      <a:pt x="8" y="210"/>
                      <a:pt x="8" y="210"/>
                    </a:cubicBezTo>
                    <a:cubicBezTo>
                      <a:pt x="3" y="209"/>
                      <a:pt x="0" y="205"/>
                      <a:pt x="0" y="200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3"/>
                      <a:pt x="24" y="0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9" y="2"/>
                      <a:pt x="45" y="6"/>
                      <a:pt x="45" y="11"/>
                    </a:cubicBezTo>
                    <a:lnTo>
                      <a:pt x="18" y="202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7" name="Freeform 76">
                <a:extLst>
                  <a:ext uri="{FF2B5EF4-FFF2-40B4-BE49-F238E27FC236}">
                    <a16:creationId xmlns:a16="http://schemas.microsoft.com/office/drawing/2014/main" id="{C2275292-2D67-4E3C-8C9E-676D1A3DE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782"/>
                <a:ext cx="27" cy="193"/>
              </a:xfrm>
              <a:custGeom>
                <a:avLst/>
                <a:gdLst>
                  <a:gd name="T0" fmla="*/ 15 w 27"/>
                  <a:gd name="T1" fmla="*/ 0 h 188"/>
                  <a:gd name="T2" fmla="*/ 0 w 27"/>
                  <a:gd name="T3" fmla="*/ 220 h 188"/>
                  <a:gd name="T4" fmla="*/ 15 w 27"/>
                  <a:gd name="T5" fmla="*/ 0 h 1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8">
                    <a:moveTo>
                      <a:pt x="15" y="0"/>
                    </a:moveTo>
                    <a:cubicBezTo>
                      <a:pt x="0" y="188"/>
                      <a:pt x="0" y="188"/>
                      <a:pt x="0" y="188"/>
                    </a:cubicBezTo>
                    <a:cubicBezTo>
                      <a:pt x="0" y="188"/>
                      <a:pt x="27" y="52"/>
                      <a:pt x="15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8" name="Freeform 77">
                <a:extLst>
                  <a:ext uri="{FF2B5EF4-FFF2-40B4-BE49-F238E27FC236}">
                    <a16:creationId xmlns:a16="http://schemas.microsoft.com/office/drawing/2014/main" id="{AE282462-BB8E-487A-8B76-521EB0227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775"/>
                <a:ext cx="24" cy="12"/>
              </a:xfrm>
              <a:custGeom>
                <a:avLst/>
                <a:gdLst>
                  <a:gd name="T0" fmla="*/ 1 w 23"/>
                  <a:gd name="T1" fmla="*/ 0 h 12"/>
                  <a:gd name="T2" fmla="*/ 29 w 23"/>
                  <a:gd name="T3" fmla="*/ 2 h 12"/>
                  <a:gd name="T4" fmla="*/ 10 w 23"/>
                  <a:gd name="T5" fmla="*/ 11 h 12"/>
                  <a:gd name="T6" fmla="*/ 0 w 23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2">
                    <a:moveTo>
                      <a:pt x="1" y="0"/>
                    </a:moveTo>
                    <a:cubicBezTo>
                      <a:pt x="1" y="11"/>
                      <a:pt x="18" y="6"/>
                      <a:pt x="23" y="2"/>
                    </a:cubicBezTo>
                    <a:cubicBezTo>
                      <a:pt x="21" y="8"/>
                      <a:pt x="18" y="12"/>
                      <a:pt x="10" y="11"/>
                    </a:cubicBezTo>
                    <a:cubicBezTo>
                      <a:pt x="5" y="10"/>
                      <a:pt x="0" y="6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9" name="Freeform 78">
                <a:extLst>
                  <a:ext uri="{FF2B5EF4-FFF2-40B4-BE49-F238E27FC236}">
                    <a16:creationId xmlns:a16="http://schemas.microsoft.com/office/drawing/2014/main" id="{93CB3014-200C-43C3-B7FF-F8C03149D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790"/>
                <a:ext cx="25" cy="187"/>
              </a:xfrm>
              <a:custGeom>
                <a:avLst/>
                <a:gdLst>
                  <a:gd name="T0" fmla="*/ 30 w 24"/>
                  <a:gd name="T1" fmla="*/ 0 h 183"/>
                  <a:gd name="T2" fmla="*/ 0 w 24"/>
                  <a:gd name="T3" fmla="*/ 207 h 183"/>
                  <a:gd name="T4" fmla="*/ 30 w 24"/>
                  <a:gd name="T5" fmla="*/ 0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83">
                    <a:moveTo>
                      <a:pt x="24" y="0"/>
                    </a:moveTo>
                    <a:cubicBezTo>
                      <a:pt x="0" y="183"/>
                      <a:pt x="0" y="183"/>
                      <a:pt x="0" y="183"/>
                    </a:cubicBezTo>
                    <a:cubicBezTo>
                      <a:pt x="0" y="183"/>
                      <a:pt x="18" y="7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0" name="Freeform 79">
                <a:extLst>
                  <a:ext uri="{FF2B5EF4-FFF2-40B4-BE49-F238E27FC236}">
                    <a16:creationId xmlns:a16="http://schemas.microsoft.com/office/drawing/2014/main" id="{0521DE5E-5689-4C86-8D88-6AEF08104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770"/>
                <a:ext cx="46" cy="215"/>
              </a:xfrm>
              <a:custGeom>
                <a:avLst/>
                <a:gdLst>
                  <a:gd name="T0" fmla="*/ 18 w 45"/>
                  <a:gd name="T1" fmla="*/ 232 h 210"/>
                  <a:gd name="T2" fmla="*/ 8 w 45"/>
                  <a:gd name="T3" fmla="*/ 241 h 210"/>
                  <a:gd name="T4" fmla="*/ 8 w 45"/>
                  <a:gd name="T5" fmla="*/ 241 h 210"/>
                  <a:gd name="T6" fmla="*/ 0 w 45"/>
                  <a:gd name="T7" fmla="*/ 230 h 210"/>
                  <a:gd name="T8" fmla="*/ 16 w 45"/>
                  <a:gd name="T9" fmla="*/ 8 h 210"/>
                  <a:gd name="T10" fmla="*/ 37 w 45"/>
                  <a:gd name="T11" fmla="*/ 1 h 210"/>
                  <a:gd name="T12" fmla="*/ 37 w 45"/>
                  <a:gd name="T13" fmla="*/ 1 h 210"/>
                  <a:gd name="T14" fmla="*/ 50 w 45"/>
                  <a:gd name="T15" fmla="*/ 11 h 210"/>
                  <a:gd name="T16" fmla="*/ 18 w 45"/>
                  <a:gd name="T17" fmla="*/ 232 h 2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10">
                    <a:moveTo>
                      <a:pt x="18" y="202"/>
                    </a:moveTo>
                    <a:cubicBezTo>
                      <a:pt x="17" y="207"/>
                      <a:pt x="13" y="210"/>
                      <a:pt x="8" y="210"/>
                    </a:cubicBezTo>
                    <a:cubicBezTo>
                      <a:pt x="8" y="210"/>
                      <a:pt x="8" y="210"/>
                      <a:pt x="8" y="210"/>
                    </a:cubicBezTo>
                    <a:cubicBezTo>
                      <a:pt x="3" y="209"/>
                      <a:pt x="0" y="205"/>
                      <a:pt x="0" y="20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3"/>
                      <a:pt x="23" y="0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9" y="1"/>
                      <a:pt x="45" y="6"/>
                      <a:pt x="44" y="11"/>
                    </a:cubicBezTo>
                    <a:lnTo>
                      <a:pt x="18" y="20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1" name="Freeform 80">
                <a:extLst>
                  <a:ext uri="{FF2B5EF4-FFF2-40B4-BE49-F238E27FC236}">
                    <a16:creationId xmlns:a16="http://schemas.microsoft.com/office/drawing/2014/main" id="{895B9AAD-70C5-4ABD-A122-0E6884880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189"/>
                <a:ext cx="178" cy="148"/>
              </a:xfrm>
              <a:custGeom>
                <a:avLst/>
                <a:gdLst>
                  <a:gd name="T0" fmla="*/ 194 w 174"/>
                  <a:gd name="T1" fmla="*/ 151 h 144"/>
                  <a:gd name="T2" fmla="*/ 195 w 174"/>
                  <a:gd name="T3" fmla="*/ 163 h 144"/>
                  <a:gd name="T4" fmla="*/ 195 w 174"/>
                  <a:gd name="T5" fmla="*/ 163 h 144"/>
                  <a:gd name="T6" fmla="*/ 183 w 174"/>
                  <a:gd name="T7" fmla="*/ 165 h 144"/>
                  <a:gd name="T8" fmla="*/ 4 w 174"/>
                  <a:gd name="T9" fmla="*/ 32 h 144"/>
                  <a:gd name="T10" fmla="*/ 6 w 174"/>
                  <a:gd name="T11" fmla="*/ 9 h 144"/>
                  <a:gd name="T12" fmla="*/ 6 w 174"/>
                  <a:gd name="T13" fmla="*/ 9 h 144"/>
                  <a:gd name="T14" fmla="*/ 28 w 174"/>
                  <a:gd name="T15" fmla="*/ 3 h 144"/>
                  <a:gd name="T16" fmla="*/ 194 w 174"/>
                  <a:gd name="T17" fmla="*/ 151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4">
                    <a:moveTo>
                      <a:pt x="170" y="127"/>
                    </a:moveTo>
                    <a:cubicBezTo>
                      <a:pt x="174" y="130"/>
                      <a:pt x="174" y="135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3"/>
                      <a:pt x="163" y="144"/>
                      <a:pt x="159" y="141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0" y="23"/>
                      <a:pt x="1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11" y="3"/>
                      <a:pt x="18" y="0"/>
                      <a:pt x="22" y="3"/>
                    </a:cubicBezTo>
                    <a:lnTo>
                      <a:pt x="170" y="12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2" name="Freeform 81">
                <a:extLst>
                  <a:ext uri="{FF2B5EF4-FFF2-40B4-BE49-F238E27FC236}">
                    <a16:creationId xmlns:a16="http://schemas.microsoft.com/office/drawing/2014/main" id="{6FDE986A-452A-4426-BAD3-AD27A82A4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216"/>
                <a:ext cx="155" cy="115"/>
              </a:xfrm>
              <a:custGeom>
                <a:avLst/>
                <a:gdLst>
                  <a:gd name="T0" fmla="*/ 0 w 151"/>
                  <a:gd name="T1" fmla="*/ 0 h 112"/>
                  <a:gd name="T2" fmla="*/ 176 w 151"/>
                  <a:gd name="T3" fmla="*/ 130 h 112"/>
                  <a:gd name="T4" fmla="*/ 0 w 151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2">
                    <a:moveTo>
                      <a:pt x="0" y="0"/>
                    </a:moveTo>
                    <a:cubicBezTo>
                      <a:pt x="151" y="112"/>
                      <a:pt x="151" y="112"/>
                      <a:pt x="151" y="112"/>
                    </a:cubicBezTo>
                    <a:cubicBezTo>
                      <a:pt x="151" y="112"/>
                      <a:pt x="50" y="17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3" name="Freeform 82">
                <a:extLst>
                  <a:ext uri="{FF2B5EF4-FFF2-40B4-BE49-F238E27FC236}">
                    <a16:creationId xmlns:a16="http://schemas.microsoft.com/office/drawing/2014/main" id="{3E40D174-7D9C-44EB-AF44-E8D89635A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192"/>
                <a:ext cx="21" cy="24"/>
              </a:xfrm>
              <a:custGeom>
                <a:avLst/>
                <a:gdLst>
                  <a:gd name="T0" fmla="*/ 0 w 20"/>
                  <a:gd name="T1" fmla="*/ 24 h 23"/>
                  <a:gd name="T2" fmla="*/ 20 w 20"/>
                  <a:gd name="T3" fmla="*/ 0 h 23"/>
                  <a:gd name="T4" fmla="*/ 20 w 20"/>
                  <a:gd name="T5" fmla="*/ 22 h 23"/>
                  <a:gd name="T6" fmla="*/ 1 w 20"/>
                  <a:gd name="T7" fmla="*/ 2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0" y="18"/>
                    </a:moveTo>
                    <a:cubicBezTo>
                      <a:pt x="10" y="23"/>
                      <a:pt x="14" y="6"/>
                      <a:pt x="14" y="0"/>
                    </a:cubicBezTo>
                    <a:cubicBezTo>
                      <a:pt x="18" y="6"/>
                      <a:pt x="20" y="10"/>
                      <a:pt x="14" y="16"/>
                    </a:cubicBezTo>
                    <a:cubicBezTo>
                      <a:pt x="11" y="20"/>
                      <a:pt x="6" y="22"/>
                      <a:pt x="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4" name="Freeform 83">
                <a:extLst>
                  <a:ext uri="{FF2B5EF4-FFF2-40B4-BE49-F238E27FC236}">
                    <a16:creationId xmlns:a16="http://schemas.microsoft.com/office/drawing/2014/main" id="{66E03A8B-7DF2-4B46-9C87-3DA98DCC8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200"/>
                <a:ext cx="146" cy="119"/>
              </a:xfrm>
              <a:custGeom>
                <a:avLst/>
                <a:gdLst>
                  <a:gd name="T0" fmla="*/ 0 w 143"/>
                  <a:gd name="T1" fmla="*/ 0 h 117"/>
                  <a:gd name="T2" fmla="*/ 161 w 143"/>
                  <a:gd name="T3" fmla="*/ 129 h 117"/>
                  <a:gd name="T4" fmla="*/ 0 w 143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7">
                    <a:moveTo>
                      <a:pt x="0" y="0"/>
                    </a:moveTo>
                    <a:cubicBezTo>
                      <a:pt x="143" y="117"/>
                      <a:pt x="143" y="117"/>
                      <a:pt x="143" y="117"/>
                    </a:cubicBezTo>
                    <a:cubicBezTo>
                      <a:pt x="143" y="117"/>
                      <a:pt x="3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5" name="Freeform 84">
                <a:extLst>
                  <a:ext uri="{FF2B5EF4-FFF2-40B4-BE49-F238E27FC236}">
                    <a16:creationId xmlns:a16="http://schemas.microsoft.com/office/drawing/2014/main" id="{CFB7897D-54F3-4B5F-BAB2-20B3AAC43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189"/>
                <a:ext cx="178" cy="148"/>
              </a:xfrm>
              <a:custGeom>
                <a:avLst/>
                <a:gdLst>
                  <a:gd name="T0" fmla="*/ 193 w 174"/>
                  <a:gd name="T1" fmla="*/ 151 h 144"/>
                  <a:gd name="T2" fmla="*/ 195 w 174"/>
                  <a:gd name="T3" fmla="*/ 163 h 144"/>
                  <a:gd name="T4" fmla="*/ 195 w 174"/>
                  <a:gd name="T5" fmla="*/ 163 h 144"/>
                  <a:gd name="T6" fmla="*/ 183 w 174"/>
                  <a:gd name="T7" fmla="*/ 165 h 144"/>
                  <a:gd name="T8" fmla="*/ 4 w 174"/>
                  <a:gd name="T9" fmla="*/ 32 h 144"/>
                  <a:gd name="T10" fmla="*/ 6 w 174"/>
                  <a:gd name="T11" fmla="*/ 9 h 144"/>
                  <a:gd name="T12" fmla="*/ 6 w 174"/>
                  <a:gd name="T13" fmla="*/ 9 h 144"/>
                  <a:gd name="T14" fmla="*/ 21 w 174"/>
                  <a:gd name="T15" fmla="*/ 3 h 144"/>
                  <a:gd name="T16" fmla="*/ 193 w 174"/>
                  <a:gd name="T17" fmla="*/ 151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4">
                    <a:moveTo>
                      <a:pt x="169" y="127"/>
                    </a:moveTo>
                    <a:cubicBezTo>
                      <a:pt x="173" y="130"/>
                      <a:pt x="174" y="135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3"/>
                      <a:pt x="162" y="144"/>
                      <a:pt x="159" y="141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0" y="23"/>
                      <a:pt x="1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10" y="3"/>
                      <a:pt x="17" y="0"/>
                      <a:pt x="21" y="3"/>
                    </a:cubicBezTo>
                    <a:lnTo>
                      <a:pt x="169" y="12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6" name="Freeform 85">
                <a:extLst>
                  <a:ext uri="{FF2B5EF4-FFF2-40B4-BE49-F238E27FC236}">
                    <a16:creationId xmlns:a16="http://schemas.microsoft.com/office/drawing/2014/main" id="{C7A24318-F8FA-442A-B209-15055CB61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406"/>
                <a:ext cx="213" cy="70"/>
              </a:xfrm>
              <a:custGeom>
                <a:avLst/>
                <a:gdLst>
                  <a:gd name="T0" fmla="*/ 230 w 208"/>
                  <a:gd name="T1" fmla="*/ 58 h 68"/>
                  <a:gd name="T2" fmla="*/ 238 w 208"/>
                  <a:gd name="T3" fmla="*/ 72 h 68"/>
                  <a:gd name="T4" fmla="*/ 238 w 208"/>
                  <a:gd name="T5" fmla="*/ 72 h 68"/>
                  <a:gd name="T6" fmla="*/ 227 w 208"/>
                  <a:gd name="T7" fmla="*/ 78 h 68"/>
                  <a:gd name="T8" fmla="*/ 7 w 208"/>
                  <a:gd name="T9" fmla="*/ 35 h 68"/>
                  <a:gd name="T10" fmla="*/ 2 w 208"/>
                  <a:gd name="T11" fmla="*/ 13 h 68"/>
                  <a:gd name="T12" fmla="*/ 2 w 208"/>
                  <a:gd name="T13" fmla="*/ 13 h 68"/>
                  <a:gd name="T14" fmla="*/ 14 w 208"/>
                  <a:gd name="T15" fmla="*/ 1 h 68"/>
                  <a:gd name="T16" fmla="*/ 230 w 208"/>
                  <a:gd name="T17" fmla="*/ 58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8" h="68">
                    <a:moveTo>
                      <a:pt x="200" y="49"/>
                    </a:moveTo>
                    <a:cubicBezTo>
                      <a:pt x="205" y="50"/>
                      <a:pt x="208" y="55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6" y="65"/>
                      <a:pt x="201" y="68"/>
                      <a:pt x="197" y="66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3" y="28"/>
                      <a:pt x="0" y="20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5"/>
                      <a:pt x="9" y="0"/>
                      <a:pt x="14" y="1"/>
                    </a:cubicBezTo>
                    <a:lnTo>
                      <a:pt x="200" y="49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7" name="Freeform 86">
                <a:extLst>
                  <a:ext uri="{FF2B5EF4-FFF2-40B4-BE49-F238E27FC236}">
                    <a16:creationId xmlns:a16="http://schemas.microsoft.com/office/drawing/2014/main" id="{C236F0BA-86C7-401E-9394-9EE0B2136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428"/>
                <a:ext cx="189" cy="43"/>
              </a:xfrm>
              <a:custGeom>
                <a:avLst/>
                <a:gdLst>
                  <a:gd name="T0" fmla="*/ 0 w 184"/>
                  <a:gd name="T1" fmla="*/ 6 h 42"/>
                  <a:gd name="T2" fmla="*/ 216 w 184"/>
                  <a:gd name="T3" fmla="*/ 48 h 42"/>
                  <a:gd name="T4" fmla="*/ 0 w 184"/>
                  <a:gd name="T5" fmla="*/ 6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42">
                    <a:moveTo>
                      <a:pt x="0" y="6"/>
                    </a:moveTo>
                    <a:cubicBezTo>
                      <a:pt x="184" y="42"/>
                      <a:pt x="184" y="42"/>
                      <a:pt x="184" y="42"/>
                    </a:cubicBezTo>
                    <a:cubicBezTo>
                      <a:pt x="184" y="42"/>
                      <a:pt x="52" y="0"/>
                      <a:pt x="0" y="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8" name="Freeform 87">
                <a:extLst>
                  <a:ext uri="{FF2B5EF4-FFF2-40B4-BE49-F238E27FC236}">
                    <a16:creationId xmlns:a16="http://schemas.microsoft.com/office/drawing/2014/main" id="{3653D50A-BA0B-4427-BFF4-A4951C6CA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1409"/>
                <a:ext cx="15" cy="24"/>
              </a:xfrm>
              <a:custGeom>
                <a:avLst/>
                <a:gdLst>
                  <a:gd name="T0" fmla="*/ 0 w 14"/>
                  <a:gd name="T1" fmla="*/ 28 h 23"/>
                  <a:gd name="T2" fmla="*/ 5 w 14"/>
                  <a:gd name="T3" fmla="*/ 0 h 23"/>
                  <a:gd name="T4" fmla="*/ 17 w 14"/>
                  <a:gd name="T5" fmla="*/ 20 h 23"/>
                  <a:gd name="T6" fmla="*/ 1 w 14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3">
                    <a:moveTo>
                      <a:pt x="0" y="22"/>
                    </a:moveTo>
                    <a:cubicBezTo>
                      <a:pt x="11" y="23"/>
                      <a:pt x="7" y="5"/>
                      <a:pt x="5" y="0"/>
                    </a:cubicBezTo>
                    <a:cubicBezTo>
                      <a:pt x="10" y="3"/>
                      <a:pt x="14" y="7"/>
                      <a:pt x="11" y="14"/>
                    </a:cubicBezTo>
                    <a:cubicBezTo>
                      <a:pt x="10" y="19"/>
                      <a:pt x="6" y="23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9" name="Freeform 88">
                <a:extLst>
                  <a:ext uri="{FF2B5EF4-FFF2-40B4-BE49-F238E27FC236}">
                    <a16:creationId xmlns:a16="http://schemas.microsoft.com/office/drawing/2014/main" id="{23122142-FAE4-4F96-A1D6-4F1FBBAE2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411"/>
                <a:ext cx="183" cy="45"/>
              </a:xfrm>
              <a:custGeom>
                <a:avLst/>
                <a:gdLst>
                  <a:gd name="T0" fmla="*/ 0 w 179"/>
                  <a:gd name="T1" fmla="*/ 0 h 44"/>
                  <a:gd name="T2" fmla="*/ 203 w 179"/>
                  <a:gd name="T3" fmla="*/ 50 h 44"/>
                  <a:gd name="T4" fmla="*/ 0 w 179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44">
                    <a:moveTo>
                      <a:pt x="0" y="0"/>
                    </a:moveTo>
                    <a:cubicBezTo>
                      <a:pt x="179" y="44"/>
                      <a:pt x="179" y="44"/>
                      <a:pt x="179" y="44"/>
                    </a:cubicBezTo>
                    <a:cubicBezTo>
                      <a:pt x="179" y="44"/>
                      <a:pt x="7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0" name="Freeform 89">
                <a:extLst>
                  <a:ext uri="{FF2B5EF4-FFF2-40B4-BE49-F238E27FC236}">
                    <a16:creationId xmlns:a16="http://schemas.microsoft.com/office/drawing/2014/main" id="{EF781465-EE2A-433C-981A-736C3B605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406"/>
                <a:ext cx="213" cy="70"/>
              </a:xfrm>
              <a:custGeom>
                <a:avLst/>
                <a:gdLst>
                  <a:gd name="T0" fmla="*/ 230 w 208"/>
                  <a:gd name="T1" fmla="*/ 60 h 68"/>
                  <a:gd name="T2" fmla="*/ 238 w 208"/>
                  <a:gd name="T3" fmla="*/ 72 h 68"/>
                  <a:gd name="T4" fmla="*/ 238 w 208"/>
                  <a:gd name="T5" fmla="*/ 72 h 68"/>
                  <a:gd name="T6" fmla="*/ 226 w 208"/>
                  <a:gd name="T7" fmla="*/ 79 h 68"/>
                  <a:gd name="T8" fmla="*/ 7 w 208"/>
                  <a:gd name="T9" fmla="*/ 35 h 68"/>
                  <a:gd name="T10" fmla="*/ 2 w 208"/>
                  <a:gd name="T11" fmla="*/ 13 h 68"/>
                  <a:gd name="T12" fmla="*/ 2 w 208"/>
                  <a:gd name="T13" fmla="*/ 13 h 68"/>
                  <a:gd name="T14" fmla="*/ 13 w 208"/>
                  <a:gd name="T15" fmla="*/ 1 h 68"/>
                  <a:gd name="T16" fmla="*/ 230 w 208"/>
                  <a:gd name="T17" fmla="*/ 60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8" h="68">
                    <a:moveTo>
                      <a:pt x="200" y="50"/>
                    </a:moveTo>
                    <a:cubicBezTo>
                      <a:pt x="205" y="51"/>
                      <a:pt x="208" y="55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6" y="65"/>
                      <a:pt x="201" y="68"/>
                      <a:pt x="196" y="67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2" y="28"/>
                      <a:pt x="0" y="21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6"/>
                      <a:pt x="8" y="0"/>
                      <a:pt x="13" y="1"/>
                    </a:cubicBezTo>
                    <a:lnTo>
                      <a:pt x="200" y="5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1" name="Freeform 90">
                <a:extLst>
                  <a:ext uri="{FF2B5EF4-FFF2-40B4-BE49-F238E27FC236}">
                    <a16:creationId xmlns:a16="http://schemas.microsoft.com/office/drawing/2014/main" id="{1E68CCA2-A6B4-4C59-B71D-ADFAF2B75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635"/>
                <a:ext cx="216" cy="30"/>
              </a:xfrm>
              <a:custGeom>
                <a:avLst/>
                <a:gdLst>
                  <a:gd name="T0" fmla="*/ 232 w 211"/>
                  <a:gd name="T1" fmla="*/ 11 h 29"/>
                  <a:gd name="T2" fmla="*/ 242 w 211"/>
                  <a:gd name="T3" fmla="*/ 26 h 29"/>
                  <a:gd name="T4" fmla="*/ 242 w 211"/>
                  <a:gd name="T5" fmla="*/ 26 h 29"/>
                  <a:gd name="T6" fmla="*/ 232 w 211"/>
                  <a:gd name="T7" fmla="*/ 35 h 29"/>
                  <a:gd name="T8" fmla="*/ 9 w 211"/>
                  <a:gd name="T9" fmla="*/ 35 h 29"/>
                  <a:gd name="T10" fmla="*/ 1 w 211"/>
                  <a:gd name="T11" fmla="*/ 14 h 29"/>
                  <a:gd name="T12" fmla="*/ 1 w 211"/>
                  <a:gd name="T13" fmla="*/ 14 h 29"/>
                  <a:gd name="T14" fmla="*/ 10 w 211"/>
                  <a:gd name="T15" fmla="*/ 1 h 29"/>
                  <a:gd name="T16" fmla="*/ 232 w 211"/>
                  <a:gd name="T17" fmla="*/ 1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9">
                    <a:moveTo>
                      <a:pt x="202" y="11"/>
                    </a:moveTo>
                    <a:cubicBezTo>
                      <a:pt x="207" y="11"/>
                      <a:pt x="211" y="15"/>
                      <a:pt x="211" y="20"/>
                    </a:cubicBezTo>
                    <a:cubicBezTo>
                      <a:pt x="211" y="20"/>
                      <a:pt x="211" y="20"/>
                      <a:pt x="211" y="20"/>
                    </a:cubicBezTo>
                    <a:cubicBezTo>
                      <a:pt x="211" y="25"/>
                      <a:pt x="207" y="29"/>
                      <a:pt x="202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4" y="29"/>
                      <a:pt x="0" y="22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7"/>
                      <a:pt x="5" y="0"/>
                      <a:pt x="10" y="1"/>
                    </a:cubicBezTo>
                    <a:lnTo>
                      <a:pt x="202" y="1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2" name="Freeform 91">
                <a:extLst>
                  <a:ext uri="{FF2B5EF4-FFF2-40B4-BE49-F238E27FC236}">
                    <a16:creationId xmlns:a16="http://schemas.microsoft.com/office/drawing/2014/main" id="{E173AF47-D665-497F-ACBE-FADDDE6A0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646"/>
                <a:ext cx="193" cy="16"/>
              </a:xfrm>
              <a:custGeom>
                <a:avLst/>
                <a:gdLst>
                  <a:gd name="T0" fmla="*/ 0 w 188"/>
                  <a:gd name="T1" fmla="*/ 16 h 16"/>
                  <a:gd name="T2" fmla="*/ 220 w 188"/>
                  <a:gd name="T3" fmla="*/ 16 h 16"/>
                  <a:gd name="T4" fmla="*/ 0 w 188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16">
                    <a:moveTo>
                      <a:pt x="0" y="16"/>
                    </a:moveTo>
                    <a:cubicBezTo>
                      <a:pt x="188" y="16"/>
                      <a:pt x="188" y="16"/>
                      <a:pt x="188" y="16"/>
                    </a:cubicBezTo>
                    <a:cubicBezTo>
                      <a:pt x="188" y="16"/>
                      <a:pt x="51" y="0"/>
                      <a:pt x="0" y="1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3" name="Freeform 92">
                <a:extLst>
                  <a:ext uri="{FF2B5EF4-FFF2-40B4-BE49-F238E27FC236}">
                    <a16:creationId xmlns:a16="http://schemas.microsoft.com/office/drawing/2014/main" id="{63510086-9825-427F-AE1E-F84FBF5A1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638"/>
                <a:ext cx="11" cy="24"/>
              </a:xfrm>
              <a:custGeom>
                <a:avLst/>
                <a:gdLst>
                  <a:gd name="T0" fmla="*/ 0 w 11"/>
                  <a:gd name="T1" fmla="*/ 28 h 23"/>
                  <a:gd name="T2" fmla="*/ 0 w 11"/>
                  <a:gd name="T3" fmla="*/ 0 h 23"/>
                  <a:gd name="T4" fmla="*/ 10 w 11"/>
                  <a:gd name="T5" fmla="*/ 18 h 23"/>
                  <a:gd name="T6" fmla="*/ 1 w 11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0" y="22"/>
                    </a:moveTo>
                    <a:cubicBezTo>
                      <a:pt x="11" y="21"/>
                      <a:pt x="4" y="5"/>
                      <a:pt x="0" y="0"/>
                    </a:cubicBezTo>
                    <a:cubicBezTo>
                      <a:pt x="6" y="2"/>
                      <a:pt x="10" y="5"/>
                      <a:pt x="10" y="12"/>
                    </a:cubicBezTo>
                    <a:cubicBezTo>
                      <a:pt x="9" y="18"/>
                      <a:pt x="6" y="23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4" name="Freeform 93">
                <a:extLst>
                  <a:ext uri="{FF2B5EF4-FFF2-40B4-BE49-F238E27FC236}">
                    <a16:creationId xmlns:a16="http://schemas.microsoft.com/office/drawing/2014/main" id="{4734CE46-4C55-4885-BCFA-611E583B8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638"/>
                <a:ext cx="190" cy="9"/>
              </a:xfrm>
              <a:custGeom>
                <a:avLst/>
                <a:gdLst>
                  <a:gd name="T0" fmla="*/ 0 w 185"/>
                  <a:gd name="T1" fmla="*/ 0 h 8"/>
                  <a:gd name="T2" fmla="*/ 217 w 185"/>
                  <a:gd name="T3" fmla="*/ 16 h 8"/>
                  <a:gd name="T4" fmla="*/ 0 w 18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8">
                    <a:moveTo>
                      <a:pt x="0" y="0"/>
                    </a:move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8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5" name="Freeform 94">
                <a:extLst>
                  <a:ext uri="{FF2B5EF4-FFF2-40B4-BE49-F238E27FC236}">
                    <a16:creationId xmlns:a16="http://schemas.microsoft.com/office/drawing/2014/main" id="{3C9F7C7B-4F26-42EE-B316-91A61B963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636"/>
                <a:ext cx="216" cy="29"/>
              </a:xfrm>
              <a:custGeom>
                <a:avLst/>
                <a:gdLst>
                  <a:gd name="T0" fmla="*/ 232 w 211"/>
                  <a:gd name="T1" fmla="*/ 10 h 28"/>
                  <a:gd name="T2" fmla="*/ 242 w 211"/>
                  <a:gd name="T3" fmla="*/ 25 h 28"/>
                  <a:gd name="T4" fmla="*/ 242 w 211"/>
                  <a:gd name="T5" fmla="*/ 25 h 28"/>
                  <a:gd name="T6" fmla="*/ 232 w 211"/>
                  <a:gd name="T7" fmla="*/ 34 h 28"/>
                  <a:gd name="T8" fmla="*/ 9 w 211"/>
                  <a:gd name="T9" fmla="*/ 34 h 28"/>
                  <a:gd name="T10" fmla="*/ 0 w 211"/>
                  <a:gd name="T11" fmla="*/ 20 h 28"/>
                  <a:gd name="T12" fmla="*/ 0 w 211"/>
                  <a:gd name="T13" fmla="*/ 20 h 28"/>
                  <a:gd name="T14" fmla="*/ 9 w 211"/>
                  <a:gd name="T15" fmla="*/ 0 h 28"/>
                  <a:gd name="T16" fmla="*/ 232 w 211"/>
                  <a:gd name="T17" fmla="*/ 1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8">
                    <a:moveTo>
                      <a:pt x="202" y="10"/>
                    </a:moveTo>
                    <a:cubicBezTo>
                      <a:pt x="207" y="11"/>
                      <a:pt x="211" y="15"/>
                      <a:pt x="211" y="19"/>
                    </a:cubicBezTo>
                    <a:cubicBezTo>
                      <a:pt x="211" y="19"/>
                      <a:pt x="211" y="19"/>
                      <a:pt x="211" y="19"/>
                    </a:cubicBezTo>
                    <a:cubicBezTo>
                      <a:pt x="211" y="24"/>
                      <a:pt x="207" y="28"/>
                      <a:pt x="202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4" y="28"/>
                      <a:pt x="0" y="2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6"/>
                      <a:pt x="5" y="0"/>
                      <a:pt x="9" y="0"/>
                    </a:cubicBezTo>
                    <a:lnTo>
                      <a:pt x="202" y="1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6" name="Freeform 95">
                <a:extLst>
                  <a:ext uri="{FF2B5EF4-FFF2-40B4-BE49-F238E27FC236}">
                    <a16:creationId xmlns:a16="http://schemas.microsoft.com/office/drawing/2014/main" id="{1CD9E2F5-F618-416E-9CD5-07D478F38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870"/>
                <a:ext cx="212" cy="75"/>
              </a:xfrm>
              <a:custGeom>
                <a:avLst/>
                <a:gdLst>
                  <a:gd name="T0" fmla="*/ 225 w 207"/>
                  <a:gd name="T1" fmla="*/ 1 h 74"/>
                  <a:gd name="T2" fmla="*/ 236 w 207"/>
                  <a:gd name="T3" fmla="*/ 7 h 74"/>
                  <a:gd name="T4" fmla="*/ 236 w 207"/>
                  <a:gd name="T5" fmla="*/ 7 h 74"/>
                  <a:gd name="T6" fmla="*/ 229 w 207"/>
                  <a:gd name="T7" fmla="*/ 18 h 74"/>
                  <a:gd name="T8" fmla="*/ 14 w 207"/>
                  <a:gd name="T9" fmla="*/ 79 h 74"/>
                  <a:gd name="T10" fmla="*/ 2 w 207"/>
                  <a:gd name="T11" fmla="*/ 67 h 74"/>
                  <a:gd name="T12" fmla="*/ 2 w 207"/>
                  <a:gd name="T13" fmla="*/ 67 h 74"/>
                  <a:gd name="T14" fmla="*/ 7 w 207"/>
                  <a:gd name="T15" fmla="*/ 52 h 74"/>
                  <a:gd name="T16" fmla="*/ 225 w 207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4">
                    <a:moveTo>
                      <a:pt x="195" y="1"/>
                    </a:moveTo>
                    <a:cubicBezTo>
                      <a:pt x="199" y="0"/>
                      <a:pt x="204" y="2"/>
                      <a:pt x="205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7" y="12"/>
                      <a:pt x="204" y="17"/>
                      <a:pt x="199" y="18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9" y="74"/>
                      <a:pt x="4" y="69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0" y="54"/>
                      <a:pt x="2" y="47"/>
                      <a:pt x="7" y="46"/>
                    </a:cubicBezTo>
                    <a:lnTo>
                      <a:pt x="195" y="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7" name="Freeform 96">
                <a:extLst>
                  <a:ext uri="{FF2B5EF4-FFF2-40B4-BE49-F238E27FC236}">
                    <a16:creationId xmlns:a16="http://schemas.microsoft.com/office/drawing/2014/main" id="{C5329F68-804B-47A4-91AF-CE07FA0CB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1885"/>
                <a:ext cx="183" cy="55"/>
              </a:xfrm>
              <a:custGeom>
                <a:avLst/>
                <a:gdLst>
                  <a:gd name="T0" fmla="*/ 0 w 179"/>
                  <a:gd name="T1" fmla="*/ 60 h 54"/>
                  <a:gd name="T2" fmla="*/ 203 w 179"/>
                  <a:gd name="T3" fmla="*/ 0 h 54"/>
                  <a:gd name="T4" fmla="*/ 0 w 179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54">
                    <a:moveTo>
                      <a:pt x="0" y="54"/>
                    </a:moveTo>
                    <a:cubicBezTo>
                      <a:pt x="179" y="0"/>
                      <a:pt x="179" y="0"/>
                      <a:pt x="179" y="0"/>
                    </a:cubicBezTo>
                    <a:cubicBezTo>
                      <a:pt x="179" y="0"/>
                      <a:pt x="43" y="24"/>
                      <a:pt x="0" y="5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8" name="Freeform 97">
                <a:extLst>
                  <a:ext uri="{FF2B5EF4-FFF2-40B4-BE49-F238E27FC236}">
                    <a16:creationId xmlns:a16="http://schemas.microsoft.com/office/drawing/2014/main" id="{356D8E2C-37C3-47F9-80FB-8154199C6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920"/>
                <a:ext cx="16" cy="22"/>
              </a:xfrm>
              <a:custGeom>
                <a:avLst/>
                <a:gdLst>
                  <a:gd name="T0" fmla="*/ 6 w 16"/>
                  <a:gd name="T1" fmla="*/ 22 h 22"/>
                  <a:gd name="T2" fmla="*/ 0 w 16"/>
                  <a:gd name="T3" fmla="*/ 0 h 22"/>
                  <a:gd name="T4" fmla="*/ 13 w 16"/>
                  <a:gd name="T5" fmla="*/ 9 h 22"/>
                  <a:gd name="T6" fmla="*/ 7 w 16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6" y="22"/>
                    </a:moveTo>
                    <a:cubicBezTo>
                      <a:pt x="16" y="17"/>
                      <a:pt x="5" y="4"/>
                      <a:pt x="0" y="0"/>
                    </a:cubicBezTo>
                    <a:cubicBezTo>
                      <a:pt x="7" y="0"/>
                      <a:pt x="11" y="2"/>
                      <a:pt x="13" y="9"/>
                    </a:cubicBezTo>
                    <a:cubicBezTo>
                      <a:pt x="14" y="14"/>
                      <a:pt x="12" y="20"/>
                      <a:pt x="7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9" name="Freeform 98">
                <a:extLst>
                  <a:ext uri="{FF2B5EF4-FFF2-40B4-BE49-F238E27FC236}">
                    <a16:creationId xmlns:a16="http://schemas.microsoft.com/office/drawing/2014/main" id="{1A41DD5D-A8B4-4133-AABE-3A03EB59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871"/>
                <a:ext cx="184" cy="48"/>
              </a:xfrm>
              <a:custGeom>
                <a:avLst/>
                <a:gdLst>
                  <a:gd name="T0" fmla="*/ 0 w 180"/>
                  <a:gd name="T1" fmla="*/ 50 h 47"/>
                  <a:gd name="T2" fmla="*/ 204 w 180"/>
                  <a:gd name="T3" fmla="*/ 0 h 47"/>
                  <a:gd name="T4" fmla="*/ 0 w 180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47">
                    <a:moveTo>
                      <a:pt x="0" y="44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9" y="47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0" name="Freeform 99">
                <a:extLst>
                  <a:ext uri="{FF2B5EF4-FFF2-40B4-BE49-F238E27FC236}">
                    <a16:creationId xmlns:a16="http://schemas.microsoft.com/office/drawing/2014/main" id="{4C40C368-3D89-4B21-ADF4-EBD344949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870"/>
                <a:ext cx="211" cy="75"/>
              </a:xfrm>
              <a:custGeom>
                <a:avLst/>
                <a:gdLst>
                  <a:gd name="T0" fmla="*/ 224 w 206"/>
                  <a:gd name="T1" fmla="*/ 1 h 74"/>
                  <a:gd name="T2" fmla="*/ 236 w 206"/>
                  <a:gd name="T3" fmla="*/ 7 h 74"/>
                  <a:gd name="T4" fmla="*/ 236 w 206"/>
                  <a:gd name="T5" fmla="*/ 7 h 74"/>
                  <a:gd name="T6" fmla="*/ 229 w 206"/>
                  <a:gd name="T7" fmla="*/ 18 h 74"/>
                  <a:gd name="T8" fmla="*/ 14 w 206"/>
                  <a:gd name="T9" fmla="*/ 79 h 74"/>
                  <a:gd name="T10" fmla="*/ 2 w 206"/>
                  <a:gd name="T11" fmla="*/ 68 h 74"/>
                  <a:gd name="T12" fmla="*/ 2 w 206"/>
                  <a:gd name="T13" fmla="*/ 68 h 74"/>
                  <a:gd name="T14" fmla="*/ 7 w 206"/>
                  <a:gd name="T15" fmla="*/ 52 h 74"/>
                  <a:gd name="T16" fmla="*/ 224 w 206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4">
                    <a:moveTo>
                      <a:pt x="194" y="1"/>
                    </a:moveTo>
                    <a:cubicBezTo>
                      <a:pt x="199" y="0"/>
                      <a:pt x="204" y="3"/>
                      <a:pt x="205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6" y="12"/>
                      <a:pt x="204" y="17"/>
                      <a:pt x="199" y="18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9" y="74"/>
                      <a:pt x="4" y="69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4"/>
                      <a:pt x="2" y="47"/>
                      <a:pt x="7" y="46"/>
                    </a:cubicBezTo>
                    <a:lnTo>
                      <a:pt x="194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1" name="Freeform 100">
                <a:extLst>
                  <a:ext uri="{FF2B5EF4-FFF2-40B4-BE49-F238E27FC236}">
                    <a16:creationId xmlns:a16="http://schemas.microsoft.com/office/drawing/2014/main" id="{0B02CC7D-785B-4A7A-955D-DC30507B8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980"/>
                <a:ext cx="190" cy="128"/>
              </a:xfrm>
              <a:custGeom>
                <a:avLst/>
                <a:gdLst>
                  <a:gd name="T0" fmla="*/ 195 w 186"/>
                  <a:gd name="T1" fmla="*/ 2 h 125"/>
                  <a:gd name="T2" fmla="*/ 208 w 186"/>
                  <a:gd name="T3" fmla="*/ 5 h 125"/>
                  <a:gd name="T4" fmla="*/ 208 w 186"/>
                  <a:gd name="T5" fmla="*/ 5 h 125"/>
                  <a:gd name="T6" fmla="*/ 205 w 186"/>
                  <a:gd name="T7" fmla="*/ 17 h 125"/>
                  <a:gd name="T8" fmla="*/ 19 w 186"/>
                  <a:gd name="T9" fmla="*/ 141 h 125"/>
                  <a:gd name="T10" fmla="*/ 4 w 186"/>
                  <a:gd name="T11" fmla="*/ 134 h 125"/>
                  <a:gd name="T12" fmla="*/ 4 w 186"/>
                  <a:gd name="T13" fmla="*/ 134 h 125"/>
                  <a:gd name="T14" fmla="*/ 4 w 186"/>
                  <a:gd name="T15" fmla="*/ 114 h 125"/>
                  <a:gd name="T16" fmla="*/ 195 w 186"/>
                  <a:gd name="T17" fmla="*/ 2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5">
                    <a:moveTo>
                      <a:pt x="171" y="2"/>
                    </a:moveTo>
                    <a:cubicBezTo>
                      <a:pt x="176" y="0"/>
                      <a:pt x="181" y="1"/>
                      <a:pt x="184" y="5"/>
                    </a:cubicBezTo>
                    <a:cubicBezTo>
                      <a:pt x="184" y="5"/>
                      <a:pt x="184" y="5"/>
                      <a:pt x="184" y="5"/>
                    </a:cubicBezTo>
                    <a:cubicBezTo>
                      <a:pt x="186" y="9"/>
                      <a:pt x="185" y="15"/>
                      <a:pt x="181" y="17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5" y="125"/>
                      <a:pt x="8" y="122"/>
                      <a:pt x="4" y="116"/>
                    </a:cubicBezTo>
                    <a:cubicBezTo>
                      <a:pt x="4" y="116"/>
                      <a:pt x="4" y="116"/>
                      <a:pt x="4" y="116"/>
                    </a:cubicBezTo>
                    <a:cubicBezTo>
                      <a:pt x="0" y="109"/>
                      <a:pt x="0" y="101"/>
                      <a:pt x="4" y="99"/>
                    </a:cubicBezTo>
                    <a:lnTo>
                      <a:pt x="171" y="2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2" name="Freeform 101">
                <a:extLst>
                  <a:ext uri="{FF2B5EF4-FFF2-40B4-BE49-F238E27FC236}">
                    <a16:creationId xmlns:a16="http://schemas.microsoft.com/office/drawing/2014/main" id="{DF651883-1642-44C1-8396-5C19520A6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995"/>
                <a:ext cx="160" cy="106"/>
              </a:xfrm>
              <a:custGeom>
                <a:avLst/>
                <a:gdLst>
                  <a:gd name="T0" fmla="*/ 0 w 157"/>
                  <a:gd name="T1" fmla="*/ 121 h 103"/>
                  <a:gd name="T2" fmla="*/ 175 w 157"/>
                  <a:gd name="T3" fmla="*/ 0 h 103"/>
                  <a:gd name="T4" fmla="*/ 0 w 157"/>
                  <a:gd name="T5" fmla="*/ 121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103">
                    <a:moveTo>
                      <a:pt x="0" y="103"/>
                    </a:moveTo>
                    <a:cubicBezTo>
                      <a:pt x="157" y="0"/>
                      <a:pt x="157" y="0"/>
                      <a:pt x="157" y="0"/>
                    </a:cubicBezTo>
                    <a:cubicBezTo>
                      <a:pt x="157" y="0"/>
                      <a:pt x="34" y="62"/>
                      <a:pt x="0" y="103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3" name="Freeform 102">
                <a:extLst>
                  <a:ext uri="{FF2B5EF4-FFF2-40B4-BE49-F238E27FC236}">
                    <a16:creationId xmlns:a16="http://schemas.microsoft.com/office/drawing/2014/main" id="{65BEF63A-CC95-4C8F-B95C-CD6F49184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083"/>
                <a:ext cx="21" cy="22"/>
              </a:xfrm>
              <a:custGeom>
                <a:avLst/>
                <a:gdLst>
                  <a:gd name="T0" fmla="*/ 18 w 20"/>
                  <a:gd name="T1" fmla="*/ 27 h 21"/>
                  <a:gd name="T2" fmla="*/ 0 w 20"/>
                  <a:gd name="T3" fmla="*/ 2 h 21"/>
                  <a:gd name="T4" fmla="*/ 20 w 20"/>
                  <a:gd name="T5" fmla="*/ 7 h 21"/>
                  <a:gd name="T6" fmla="*/ 19 w 20"/>
                  <a:gd name="T7" fmla="*/ 2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12" y="21"/>
                    </a:moveTo>
                    <a:cubicBezTo>
                      <a:pt x="20" y="14"/>
                      <a:pt x="6" y="4"/>
                      <a:pt x="0" y="2"/>
                    </a:cubicBezTo>
                    <a:cubicBezTo>
                      <a:pt x="6" y="0"/>
                      <a:pt x="11" y="0"/>
                      <a:pt x="14" y="7"/>
                    </a:cubicBezTo>
                    <a:cubicBezTo>
                      <a:pt x="17" y="12"/>
                      <a:pt x="17" y="18"/>
                      <a:pt x="13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4" name="Freeform 103">
                <a:extLst>
                  <a:ext uri="{FF2B5EF4-FFF2-40B4-BE49-F238E27FC236}">
                    <a16:creationId xmlns:a16="http://schemas.microsoft.com/office/drawing/2014/main" id="{B5FF8DDC-D360-46FE-8E80-E7B01B2E3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982"/>
                <a:ext cx="163" cy="96"/>
              </a:xfrm>
              <a:custGeom>
                <a:avLst/>
                <a:gdLst>
                  <a:gd name="T0" fmla="*/ 0 w 159"/>
                  <a:gd name="T1" fmla="*/ 106 h 94"/>
                  <a:gd name="T2" fmla="*/ 184 w 159"/>
                  <a:gd name="T3" fmla="*/ 0 h 94"/>
                  <a:gd name="T4" fmla="*/ 0 w 159"/>
                  <a:gd name="T5" fmla="*/ 106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94">
                    <a:moveTo>
                      <a:pt x="0" y="94"/>
                    </a:moveTo>
                    <a:cubicBezTo>
                      <a:pt x="159" y="0"/>
                      <a:pt x="159" y="0"/>
                      <a:pt x="159" y="0"/>
                    </a:cubicBezTo>
                    <a:cubicBezTo>
                      <a:pt x="159" y="0"/>
                      <a:pt x="9" y="94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5" name="Freeform 104">
                <a:extLst>
                  <a:ext uri="{FF2B5EF4-FFF2-40B4-BE49-F238E27FC236}">
                    <a16:creationId xmlns:a16="http://schemas.microsoft.com/office/drawing/2014/main" id="{BF191137-B9C4-4696-9C2A-989F104C6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980"/>
                <a:ext cx="190" cy="129"/>
              </a:xfrm>
              <a:custGeom>
                <a:avLst/>
                <a:gdLst>
                  <a:gd name="T0" fmla="*/ 195 w 186"/>
                  <a:gd name="T1" fmla="*/ 3 h 126"/>
                  <a:gd name="T2" fmla="*/ 208 w 186"/>
                  <a:gd name="T3" fmla="*/ 6 h 126"/>
                  <a:gd name="T4" fmla="*/ 208 w 186"/>
                  <a:gd name="T5" fmla="*/ 6 h 126"/>
                  <a:gd name="T6" fmla="*/ 205 w 186"/>
                  <a:gd name="T7" fmla="*/ 18 h 126"/>
                  <a:gd name="T8" fmla="*/ 19 w 186"/>
                  <a:gd name="T9" fmla="*/ 141 h 126"/>
                  <a:gd name="T10" fmla="*/ 4 w 186"/>
                  <a:gd name="T11" fmla="*/ 134 h 126"/>
                  <a:gd name="T12" fmla="*/ 4 w 186"/>
                  <a:gd name="T13" fmla="*/ 134 h 126"/>
                  <a:gd name="T14" fmla="*/ 4 w 186"/>
                  <a:gd name="T15" fmla="*/ 113 h 126"/>
                  <a:gd name="T16" fmla="*/ 195 w 186"/>
                  <a:gd name="T17" fmla="*/ 3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6">
                    <a:moveTo>
                      <a:pt x="171" y="3"/>
                    </a:moveTo>
                    <a:cubicBezTo>
                      <a:pt x="176" y="0"/>
                      <a:pt x="181" y="2"/>
                      <a:pt x="184" y="6"/>
                    </a:cubicBezTo>
                    <a:cubicBezTo>
                      <a:pt x="184" y="6"/>
                      <a:pt x="184" y="6"/>
                      <a:pt x="184" y="6"/>
                    </a:cubicBezTo>
                    <a:cubicBezTo>
                      <a:pt x="186" y="10"/>
                      <a:pt x="185" y="15"/>
                      <a:pt x="181" y="18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5" y="126"/>
                      <a:pt x="8" y="123"/>
                      <a:pt x="4" y="116"/>
                    </a:cubicBezTo>
                    <a:cubicBezTo>
                      <a:pt x="4" y="116"/>
                      <a:pt x="4" y="116"/>
                      <a:pt x="4" y="116"/>
                    </a:cubicBezTo>
                    <a:cubicBezTo>
                      <a:pt x="0" y="109"/>
                      <a:pt x="0" y="102"/>
                      <a:pt x="4" y="99"/>
                    </a:cubicBezTo>
                    <a:lnTo>
                      <a:pt x="171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6" name="Freeform 105">
                <a:extLst>
                  <a:ext uri="{FF2B5EF4-FFF2-40B4-BE49-F238E27FC236}">
                    <a16:creationId xmlns:a16="http://schemas.microsoft.com/office/drawing/2014/main" id="{BE49A0EE-FA93-416E-8386-A365C3B19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084"/>
                <a:ext cx="173" cy="153"/>
              </a:xfrm>
              <a:custGeom>
                <a:avLst/>
                <a:gdLst>
                  <a:gd name="T0" fmla="*/ 177 w 169"/>
                  <a:gd name="T1" fmla="*/ 4 h 149"/>
                  <a:gd name="T2" fmla="*/ 190 w 169"/>
                  <a:gd name="T3" fmla="*/ 4 h 149"/>
                  <a:gd name="T4" fmla="*/ 190 w 169"/>
                  <a:gd name="T5" fmla="*/ 4 h 149"/>
                  <a:gd name="T6" fmla="*/ 189 w 169"/>
                  <a:gd name="T7" fmla="*/ 17 h 149"/>
                  <a:gd name="T8" fmla="*/ 28 w 169"/>
                  <a:gd name="T9" fmla="*/ 170 h 149"/>
                  <a:gd name="T10" fmla="*/ 6 w 169"/>
                  <a:gd name="T11" fmla="*/ 165 h 149"/>
                  <a:gd name="T12" fmla="*/ 6 w 169"/>
                  <a:gd name="T13" fmla="*/ 165 h 149"/>
                  <a:gd name="T14" fmla="*/ 3 w 169"/>
                  <a:gd name="T15" fmla="*/ 147 h 149"/>
                  <a:gd name="T16" fmla="*/ 177 w 169"/>
                  <a:gd name="T17" fmla="*/ 4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3" y="4"/>
                    </a:moveTo>
                    <a:cubicBezTo>
                      <a:pt x="157" y="0"/>
                      <a:pt x="163" y="1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9" y="8"/>
                      <a:pt x="168" y="14"/>
                      <a:pt x="165" y="17"/>
                    </a:cubicBezTo>
                    <a:cubicBezTo>
                      <a:pt x="22" y="146"/>
                      <a:pt x="22" y="146"/>
                      <a:pt x="22" y="146"/>
                    </a:cubicBezTo>
                    <a:cubicBezTo>
                      <a:pt x="18" y="149"/>
                      <a:pt x="11" y="147"/>
                      <a:pt x="6" y="141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" y="135"/>
                      <a:pt x="0" y="128"/>
                      <a:pt x="3" y="125"/>
                    </a:cubicBezTo>
                    <a:lnTo>
                      <a:pt x="153" y="4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7" name="Freeform 106">
                <a:extLst>
                  <a:ext uri="{FF2B5EF4-FFF2-40B4-BE49-F238E27FC236}">
                    <a16:creationId xmlns:a16="http://schemas.microsoft.com/office/drawing/2014/main" id="{59C3069E-7BBC-46B5-AB1B-3AB62AFB1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100"/>
                <a:ext cx="143" cy="130"/>
              </a:xfrm>
              <a:custGeom>
                <a:avLst/>
                <a:gdLst>
                  <a:gd name="T0" fmla="*/ 0 w 139"/>
                  <a:gd name="T1" fmla="*/ 145 h 127"/>
                  <a:gd name="T2" fmla="*/ 164 w 139"/>
                  <a:gd name="T3" fmla="*/ 0 h 127"/>
                  <a:gd name="T4" fmla="*/ 0 w 139"/>
                  <a:gd name="T5" fmla="*/ 145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7">
                    <a:moveTo>
                      <a:pt x="0" y="127"/>
                    </a:move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27" y="81"/>
                      <a:pt x="0" y="127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8" name="Freeform 107">
                <a:extLst>
                  <a:ext uri="{FF2B5EF4-FFF2-40B4-BE49-F238E27FC236}">
                    <a16:creationId xmlns:a16="http://schemas.microsoft.com/office/drawing/2014/main" id="{D6218B2B-1232-4F9E-860C-4A04EF91F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213"/>
                <a:ext cx="22" cy="21"/>
              </a:xfrm>
              <a:custGeom>
                <a:avLst/>
                <a:gdLst>
                  <a:gd name="T0" fmla="*/ 15 w 22"/>
                  <a:gd name="T1" fmla="*/ 26 h 20"/>
                  <a:gd name="T2" fmla="*/ 0 w 22"/>
                  <a:gd name="T3" fmla="*/ 3 h 20"/>
                  <a:gd name="T4" fmla="*/ 16 w 22"/>
                  <a:gd name="T5" fmla="*/ 6 h 20"/>
                  <a:gd name="T6" fmla="*/ 16 w 22"/>
                  <a:gd name="T7" fmla="*/ 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15" y="20"/>
                    </a:moveTo>
                    <a:cubicBezTo>
                      <a:pt x="22" y="12"/>
                      <a:pt x="6" y="4"/>
                      <a:pt x="0" y="3"/>
                    </a:cubicBezTo>
                    <a:cubicBezTo>
                      <a:pt x="7" y="1"/>
                      <a:pt x="11" y="0"/>
                      <a:pt x="16" y="6"/>
                    </a:cubicBezTo>
                    <a:cubicBezTo>
                      <a:pt x="19" y="10"/>
                      <a:pt x="20" y="16"/>
                      <a:pt x="1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9" name="Freeform 108">
                <a:extLst>
                  <a:ext uri="{FF2B5EF4-FFF2-40B4-BE49-F238E27FC236}">
                    <a16:creationId xmlns:a16="http://schemas.microsoft.com/office/drawing/2014/main" id="{80167F1E-4338-453B-9036-B39DE27FF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088"/>
                <a:ext cx="146" cy="120"/>
              </a:xfrm>
              <a:custGeom>
                <a:avLst/>
                <a:gdLst>
                  <a:gd name="T0" fmla="*/ 0 w 143"/>
                  <a:gd name="T1" fmla="*/ 135 h 117"/>
                  <a:gd name="T2" fmla="*/ 161 w 143"/>
                  <a:gd name="T3" fmla="*/ 0 h 117"/>
                  <a:gd name="T4" fmla="*/ 0 w 143"/>
                  <a:gd name="T5" fmla="*/ 135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7">
                    <a:moveTo>
                      <a:pt x="0" y="117"/>
                    </a:move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0" y="116"/>
                      <a:pt x="0" y="1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0" name="Freeform 109">
                <a:extLst>
                  <a:ext uri="{FF2B5EF4-FFF2-40B4-BE49-F238E27FC236}">
                    <a16:creationId xmlns:a16="http://schemas.microsoft.com/office/drawing/2014/main" id="{CD9B5C4C-3E23-4827-A879-3F040C74C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085"/>
                <a:ext cx="173" cy="153"/>
              </a:xfrm>
              <a:custGeom>
                <a:avLst/>
                <a:gdLst>
                  <a:gd name="T0" fmla="*/ 177 w 169"/>
                  <a:gd name="T1" fmla="*/ 3 h 149"/>
                  <a:gd name="T2" fmla="*/ 190 w 169"/>
                  <a:gd name="T3" fmla="*/ 4 h 149"/>
                  <a:gd name="T4" fmla="*/ 190 w 169"/>
                  <a:gd name="T5" fmla="*/ 4 h 149"/>
                  <a:gd name="T6" fmla="*/ 189 w 169"/>
                  <a:gd name="T7" fmla="*/ 16 h 149"/>
                  <a:gd name="T8" fmla="*/ 28 w 169"/>
                  <a:gd name="T9" fmla="*/ 170 h 149"/>
                  <a:gd name="T10" fmla="*/ 6 w 169"/>
                  <a:gd name="T11" fmla="*/ 165 h 149"/>
                  <a:gd name="T12" fmla="*/ 6 w 169"/>
                  <a:gd name="T13" fmla="*/ 165 h 149"/>
                  <a:gd name="T14" fmla="*/ 3 w 169"/>
                  <a:gd name="T15" fmla="*/ 145 h 149"/>
                  <a:gd name="T16" fmla="*/ 177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3" y="3"/>
                    </a:moveTo>
                    <a:cubicBezTo>
                      <a:pt x="157" y="0"/>
                      <a:pt x="163" y="0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9" y="8"/>
                      <a:pt x="168" y="13"/>
                      <a:pt x="165" y="16"/>
                    </a:cubicBezTo>
                    <a:cubicBezTo>
                      <a:pt x="22" y="146"/>
                      <a:pt x="22" y="146"/>
                      <a:pt x="22" y="146"/>
                    </a:cubicBezTo>
                    <a:cubicBezTo>
                      <a:pt x="18" y="149"/>
                      <a:pt x="11" y="147"/>
                      <a:pt x="6" y="141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" y="135"/>
                      <a:pt x="0" y="128"/>
                      <a:pt x="3" y="124"/>
                    </a:cubicBezTo>
                    <a:lnTo>
                      <a:pt x="153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1" name="Freeform 110">
                <a:extLst>
                  <a:ext uri="{FF2B5EF4-FFF2-40B4-BE49-F238E27FC236}">
                    <a16:creationId xmlns:a16="http://schemas.microsoft.com/office/drawing/2014/main" id="{6E1C0311-B6AB-4ACF-9497-F3D0E6F29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216"/>
                <a:ext cx="151" cy="174"/>
              </a:xfrm>
              <a:custGeom>
                <a:avLst/>
                <a:gdLst>
                  <a:gd name="T0" fmla="*/ 154 w 147"/>
                  <a:gd name="T1" fmla="*/ 4 h 170"/>
                  <a:gd name="T2" fmla="*/ 167 w 147"/>
                  <a:gd name="T3" fmla="*/ 3 h 170"/>
                  <a:gd name="T4" fmla="*/ 167 w 147"/>
                  <a:gd name="T5" fmla="*/ 3 h 170"/>
                  <a:gd name="T6" fmla="*/ 168 w 147"/>
                  <a:gd name="T7" fmla="*/ 15 h 170"/>
                  <a:gd name="T8" fmla="*/ 30 w 147"/>
                  <a:gd name="T9" fmla="*/ 191 h 170"/>
                  <a:gd name="T10" fmla="*/ 8 w 147"/>
                  <a:gd name="T11" fmla="*/ 189 h 170"/>
                  <a:gd name="T12" fmla="*/ 8 w 147"/>
                  <a:gd name="T13" fmla="*/ 189 h 170"/>
                  <a:gd name="T14" fmla="*/ 3 w 147"/>
                  <a:gd name="T15" fmla="*/ 173 h 170"/>
                  <a:gd name="T16" fmla="*/ 154 w 147"/>
                  <a:gd name="T17" fmla="*/ 4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170">
                    <a:moveTo>
                      <a:pt x="130" y="4"/>
                    </a:moveTo>
                    <a:cubicBezTo>
                      <a:pt x="134" y="0"/>
                      <a:pt x="139" y="0"/>
                      <a:pt x="143" y="3"/>
                    </a:cubicBezTo>
                    <a:cubicBezTo>
                      <a:pt x="143" y="3"/>
                      <a:pt x="143" y="3"/>
                      <a:pt x="143" y="3"/>
                    </a:cubicBezTo>
                    <a:cubicBezTo>
                      <a:pt x="147" y="6"/>
                      <a:pt x="147" y="12"/>
                      <a:pt x="144" y="15"/>
                    </a:cubicBezTo>
                    <a:cubicBezTo>
                      <a:pt x="24" y="167"/>
                      <a:pt x="24" y="167"/>
                      <a:pt x="24" y="167"/>
                    </a:cubicBezTo>
                    <a:cubicBezTo>
                      <a:pt x="21" y="170"/>
                      <a:pt x="14" y="169"/>
                      <a:pt x="8" y="165"/>
                    </a:cubicBezTo>
                    <a:cubicBezTo>
                      <a:pt x="8" y="165"/>
                      <a:pt x="8" y="165"/>
                      <a:pt x="8" y="165"/>
                    </a:cubicBezTo>
                    <a:cubicBezTo>
                      <a:pt x="2" y="160"/>
                      <a:pt x="0" y="152"/>
                      <a:pt x="3" y="149"/>
                    </a:cubicBezTo>
                    <a:lnTo>
                      <a:pt x="130" y="4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2" name="Freeform 111">
                <a:extLst>
                  <a:ext uri="{FF2B5EF4-FFF2-40B4-BE49-F238E27FC236}">
                    <a16:creationId xmlns:a16="http://schemas.microsoft.com/office/drawing/2014/main" id="{A646DCF1-E514-4E10-8466-2C671BEDD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2231"/>
                <a:ext cx="118" cy="151"/>
              </a:xfrm>
              <a:custGeom>
                <a:avLst/>
                <a:gdLst>
                  <a:gd name="T0" fmla="*/ 0 w 116"/>
                  <a:gd name="T1" fmla="*/ 166 h 148"/>
                  <a:gd name="T2" fmla="*/ 128 w 116"/>
                  <a:gd name="T3" fmla="*/ 0 h 148"/>
                  <a:gd name="T4" fmla="*/ 0 w 116"/>
                  <a:gd name="T5" fmla="*/ 166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148">
                    <a:moveTo>
                      <a:pt x="0" y="148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16" y="0"/>
                      <a:pt x="18" y="98"/>
                      <a:pt x="0" y="148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3" name="Freeform 112">
                <a:extLst>
                  <a:ext uri="{FF2B5EF4-FFF2-40B4-BE49-F238E27FC236}">
                    <a16:creationId xmlns:a16="http://schemas.microsoft.com/office/drawing/2014/main" id="{D5506DF8-F34D-458E-A94D-19B53F525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368"/>
                <a:ext cx="25" cy="19"/>
              </a:xfrm>
              <a:custGeom>
                <a:avLst/>
                <a:gdLst>
                  <a:gd name="T0" fmla="*/ 24 w 24"/>
                  <a:gd name="T1" fmla="*/ 19 h 19"/>
                  <a:gd name="T2" fmla="*/ 0 w 24"/>
                  <a:gd name="T3" fmla="*/ 5 h 19"/>
                  <a:gd name="T4" fmla="*/ 22 w 24"/>
                  <a:gd name="T5" fmla="*/ 5 h 19"/>
                  <a:gd name="T6" fmla="*/ 25 w 24"/>
                  <a:gd name="T7" fmla="*/ 1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9">
                    <a:moveTo>
                      <a:pt x="18" y="19"/>
                    </a:moveTo>
                    <a:cubicBezTo>
                      <a:pt x="24" y="10"/>
                      <a:pt x="6" y="5"/>
                      <a:pt x="0" y="5"/>
                    </a:cubicBezTo>
                    <a:cubicBezTo>
                      <a:pt x="6" y="2"/>
                      <a:pt x="10" y="0"/>
                      <a:pt x="16" y="5"/>
                    </a:cubicBezTo>
                    <a:cubicBezTo>
                      <a:pt x="20" y="9"/>
                      <a:pt x="22" y="14"/>
                      <a:pt x="19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4" name="Freeform 113">
                <a:extLst>
                  <a:ext uri="{FF2B5EF4-FFF2-40B4-BE49-F238E27FC236}">
                    <a16:creationId xmlns:a16="http://schemas.microsoft.com/office/drawing/2014/main" id="{F0737BAA-8705-4A7F-92A6-C95471D72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220"/>
                <a:ext cx="124" cy="144"/>
              </a:xfrm>
              <a:custGeom>
                <a:avLst/>
                <a:gdLst>
                  <a:gd name="T0" fmla="*/ 0 w 121"/>
                  <a:gd name="T1" fmla="*/ 165 h 140"/>
                  <a:gd name="T2" fmla="*/ 139 w 121"/>
                  <a:gd name="T3" fmla="*/ 0 h 140"/>
                  <a:gd name="T4" fmla="*/ 0 w 121"/>
                  <a:gd name="T5" fmla="*/ 165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40">
                    <a:moveTo>
                      <a:pt x="0" y="140"/>
                    </a:moveTo>
                    <a:cubicBezTo>
                      <a:pt x="121" y="0"/>
                      <a:pt x="121" y="0"/>
                      <a:pt x="121" y="0"/>
                    </a:cubicBezTo>
                    <a:cubicBezTo>
                      <a:pt x="121" y="0"/>
                      <a:pt x="9" y="137"/>
                      <a:pt x="0" y="1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5" name="Freeform 114">
                <a:extLst>
                  <a:ext uri="{FF2B5EF4-FFF2-40B4-BE49-F238E27FC236}">
                    <a16:creationId xmlns:a16="http://schemas.microsoft.com/office/drawing/2014/main" id="{AF37D7FF-94C4-466B-ACAF-C45C1DB89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216"/>
                <a:ext cx="151" cy="175"/>
              </a:xfrm>
              <a:custGeom>
                <a:avLst/>
                <a:gdLst>
                  <a:gd name="T0" fmla="*/ 155 w 147"/>
                  <a:gd name="T1" fmla="*/ 5 h 171"/>
                  <a:gd name="T2" fmla="*/ 167 w 147"/>
                  <a:gd name="T3" fmla="*/ 3 h 171"/>
                  <a:gd name="T4" fmla="*/ 167 w 147"/>
                  <a:gd name="T5" fmla="*/ 3 h 171"/>
                  <a:gd name="T6" fmla="*/ 168 w 147"/>
                  <a:gd name="T7" fmla="*/ 16 h 171"/>
                  <a:gd name="T8" fmla="*/ 30 w 147"/>
                  <a:gd name="T9" fmla="*/ 191 h 171"/>
                  <a:gd name="T10" fmla="*/ 8 w 147"/>
                  <a:gd name="T11" fmla="*/ 189 h 171"/>
                  <a:gd name="T12" fmla="*/ 8 w 147"/>
                  <a:gd name="T13" fmla="*/ 189 h 171"/>
                  <a:gd name="T14" fmla="*/ 3 w 147"/>
                  <a:gd name="T15" fmla="*/ 172 h 171"/>
                  <a:gd name="T16" fmla="*/ 155 w 147"/>
                  <a:gd name="T17" fmla="*/ 5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171">
                    <a:moveTo>
                      <a:pt x="131" y="5"/>
                    </a:moveTo>
                    <a:cubicBezTo>
                      <a:pt x="134" y="1"/>
                      <a:pt x="139" y="0"/>
                      <a:pt x="143" y="3"/>
                    </a:cubicBezTo>
                    <a:cubicBezTo>
                      <a:pt x="143" y="3"/>
                      <a:pt x="143" y="3"/>
                      <a:pt x="143" y="3"/>
                    </a:cubicBezTo>
                    <a:cubicBezTo>
                      <a:pt x="147" y="7"/>
                      <a:pt x="147" y="12"/>
                      <a:pt x="144" y="16"/>
                    </a:cubicBezTo>
                    <a:cubicBezTo>
                      <a:pt x="24" y="167"/>
                      <a:pt x="24" y="167"/>
                      <a:pt x="24" y="167"/>
                    </a:cubicBezTo>
                    <a:cubicBezTo>
                      <a:pt x="21" y="171"/>
                      <a:pt x="14" y="170"/>
                      <a:pt x="8" y="165"/>
                    </a:cubicBezTo>
                    <a:cubicBezTo>
                      <a:pt x="8" y="165"/>
                      <a:pt x="8" y="165"/>
                      <a:pt x="8" y="165"/>
                    </a:cubicBezTo>
                    <a:cubicBezTo>
                      <a:pt x="2" y="160"/>
                      <a:pt x="0" y="153"/>
                      <a:pt x="3" y="149"/>
                    </a:cubicBezTo>
                    <a:lnTo>
                      <a:pt x="131" y="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6" name="Freeform 115">
                <a:extLst>
                  <a:ext uri="{FF2B5EF4-FFF2-40B4-BE49-F238E27FC236}">
                    <a16:creationId xmlns:a16="http://schemas.microsoft.com/office/drawing/2014/main" id="{1F39BE6D-24B2-4B06-98B2-149B96456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294"/>
                <a:ext cx="65" cy="214"/>
              </a:xfrm>
              <a:custGeom>
                <a:avLst/>
                <a:gdLst>
                  <a:gd name="T0" fmla="*/ 51 w 64"/>
                  <a:gd name="T1" fmla="*/ 8 h 209"/>
                  <a:gd name="T2" fmla="*/ 62 w 64"/>
                  <a:gd name="T3" fmla="*/ 1 h 209"/>
                  <a:gd name="T4" fmla="*/ 62 w 64"/>
                  <a:gd name="T5" fmla="*/ 1 h 209"/>
                  <a:gd name="T6" fmla="*/ 69 w 64"/>
                  <a:gd name="T7" fmla="*/ 11 h 209"/>
                  <a:gd name="T8" fmla="*/ 28 w 64"/>
                  <a:gd name="T9" fmla="*/ 231 h 209"/>
                  <a:gd name="T10" fmla="*/ 13 w 64"/>
                  <a:gd name="T11" fmla="*/ 238 h 209"/>
                  <a:gd name="T12" fmla="*/ 13 w 64"/>
                  <a:gd name="T13" fmla="*/ 238 h 209"/>
                  <a:gd name="T14" fmla="*/ 1 w 64"/>
                  <a:gd name="T15" fmla="*/ 226 h 209"/>
                  <a:gd name="T16" fmla="*/ 51 w 64"/>
                  <a:gd name="T17" fmla="*/ 8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209">
                    <a:moveTo>
                      <a:pt x="45" y="8"/>
                    </a:moveTo>
                    <a:cubicBezTo>
                      <a:pt x="46" y="3"/>
                      <a:pt x="51" y="0"/>
                      <a:pt x="56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61" y="2"/>
                      <a:pt x="64" y="7"/>
                      <a:pt x="63" y="11"/>
                    </a:cubicBezTo>
                    <a:cubicBezTo>
                      <a:pt x="28" y="201"/>
                      <a:pt x="28" y="201"/>
                      <a:pt x="28" y="201"/>
                    </a:cubicBezTo>
                    <a:cubicBezTo>
                      <a:pt x="27" y="206"/>
                      <a:pt x="20" y="209"/>
                      <a:pt x="13" y="207"/>
                    </a:cubicBezTo>
                    <a:cubicBezTo>
                      <a:pt x="13" y="207"/>
                      <a:pt x="13" y="207"/>
                      <a:pt x="13" y="207"/>
                    </a:cubicBezTo>
                    <a:cubicBezTo>
                      <a:pt x="5" y="205"/>
                      <a:pt x="0" y="200"/>
                      <a:pt x="1" y="196"/>
                    </a:cubicBezTo>
                    <a:lnTo>
                      <a:pt x="45" y="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7" name="Freeform 116">
                <a:extLst>
                  <a:ext uri="{FF2B5EF4-FFF2-40B4-BE49-F238E27FC236}">
                    <a16:creationId xmlns:a16="http://schemas.microsoft.com/office/drawing/2014/main" id="{8DDF0B7E-6013-44C1-8DFC-E72DDA9A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306"/>
                <a:ext cx="40" cy="189"/>
              </a:xfrm>
              <a:custGeom>
                <a:avLst/>
                <a:gdLst>
                  <a:gd name="T0" fmla="*/ 7 w 39"/>
                  <a:gd name="T1" fmla="*/ 209 h 185"/>
                  <a:gd name="T2" fmla="*/ 45 w 39"/>
                  <a:gd name="T3" fmla="*/ 0 h 185"/>
                  <a:gd name="T4" fmla="*/ 7 w 39"/>
                  <a:gd name="T5" fmla="*/ 209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85">
                    <a:moveTo>
                      <a:pt x="7" y="185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0" y="132"/>
                      <a:pt x="7" y="185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8" name="Freeform 117">
                <a:extLst>
                  <a:ext uri="{FF2B5EF4-FFF2-40B4-BE49-F238E27FC236}">
                    <a16:creationId xmlns:a16="http://schemas.microsoft.com/office/drawing/2014/main" id="{B89637B6-5FAA-4FB1-A15C-A1717ED82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488"/>
                <a:ext cx="23" cy="15"/>
              </a:xfrm>
              <a:custGeom>
                <a:avLst/>
                <a:gdLst>
                  <a:gd name="T0" fmla="*/ 22 w 23"/>
                  <a:gd name="T1" fmla="*/ 20 h 14"/>
                  <a:gd name="T2" fmla="*/ 0 w 23"/>
                  <a:gd name="T3" fmla="*/ 15 h 14"/>
                  <a:gd name="T4" fmla="*/ 13 w 23"/>
                  <a:gd name="T5" fmla="*/ 2 h 14"/>
                  <a:gd name="T6" fmla="*/ 23 w 23"/>
                  <a:gd name="T7" fmla="*/ 1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4">
                    <a:moveTo>
                      <a:pt x="22" y="14"/>
                    </a:moveTo>
                    <a:cubicBezTo>
                      <a:pt x="22" y="3"/>
                      <a:pt x="5" y="7"/>
                      <a:pt x="0" y="9"/>
                    </a:cubicBezTo>
                    <a:cubicBezTo>
                      <a:pt x="3" y="4"/>
                      <a:pt x="6" y="0"/>
                      <a:pt x="13" y="2"/>
                    </a:cubicBezTo>
                    <a:cubicBezTo>
                      <a:pt x="18" y="4"/>
                      <a:pt x="23" y="8"/>
                      <a:pt x="2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9" name="Freeform 118">
                <a:extLst>
                  <a:ext uri="{FF2B5EF4-FFF2-40B4-BE49-F238E27FC236}">
                    <a16:creationId xmlns:a16="http://schemas.microsoft.com/office/drawing/2014/main" id="{4E848FEF-8B22-4AB0-AF2D-E6AB6120C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302"/>
                <a:ext cx="42" cy="184"/>
              </a:xfrm>
              <a:custGeom>
                <a:avLst/>
                <a:gdLst>
                  <a:gd name="T0" fmla="*/ 0 w 41"/>
                  <a:gd name="T1" fmla="*/ 204 h 180"/>
                  <a:gd name="T2" fmla="*/ 47 w 41"/>
                  <a:gd name="T3" fmla="*/ 0 h 180"/>
                  <a:gd name="T4" fmla="*/ 0 w 41"/>
                  <a:gd name="T5" fmla="*/ 204 h 1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80">
                    <a:moveTo>
                      <a:pt x="0" y="18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6" y="173"/>
                      <a:pt x="0" y="1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0" name="Freeform 119">
                <a:extLst>
                  <a:ext uri="{FF2B5EF4-FFF2-40B4-BE49-F238E27FC236}">
                    <a16:creationId xmlns:a16="http://schemas.microsoft.com/office/drawing/2014/main" id="{1B454493-9948-458B-AF29-E922C3DDF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294"/>
                <a:ext cx="65" cy="214"/>
              </a:xfrm>
              <a:custGeom>
                <a:avLst/>
                <a:gdLst>
                  <a:gd name="T0" fmla="*/ 52 w 64"/>
                  <a:gd name="T1" fmla="*/ 8 h 209"/>
                  <a:gd name="T2" fmla="*/ 62 w 64"/>
                  <a:gd name="T3" fmla="*/ 1 h 209"/>
                  <a:gd name="T4" fmla="*/ 62 w 64"/>
                  <a:gd name="T5" fmla="*/ 1 h 209"/>
                  <a:gd name="T6" fmla="*/ 69 w 64"/>
                  <a:gd name="T7" fmla="*/ 12 h 209"/>
                  <a:gd name="T8" fmla="*/ 29 w 64"/>
                  <a:gd name="T9" fmla="*/ 232 h 209"/>
                  <a:gd name="T10" fmla="*/ 13 w 64"/>
                  <a:gd name="T11" fmla="*/ 238 h 209"/>
                  <a:gd name="T12" fmla="*/ 13 w 64"/>
                  <a:gd name="T13" fmla="*/ 238 h 209"/>
                  <a:gd name="T14" fmla="*/ 1 w 64"/>
                  <a:gd name="T15" fmla="*/ 226 h 209"/>
                  <a:gd name="T16" fmla="*/ 52 w 64"/>
                  <a:gd name="T17" fmla="*/ 8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209">
                    <a:moveTo>
                      <a:pt x="46" y="8"/>
                    </a:moveTo>
                    <a:cubicBezTo>
                      <a:pt x="47" y="3"/>
                      <a:pt x="51" y="0"/>
                      <a:pt x="56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61" y="2"/>
                      <a:pt x="64" y="7"/>
                      <a:pt x="63" y="12"/>
                    </a:cubicBezTo>
                    <a:cubicBezTo>
                      <a:pt x="29" y="202"/>
                      <a:pt x="29" y="202"/>
                      <a:pt x="29" y="202"/>
                    </a:cubicBezTo>
                    <a:cubicBezTo>
                      <a:pt x="28" y="206"/>
                      <a:pt x="21" y="209"/>
                      <a:pt x="13" y="207"/>
                    </a:cubicBezTo>
                    <a:cubicBezTo>
                      <a:pt x="13" y="207"/>
                      <a:pt x="13" y="207"/>
                      <a:pt x="13" y="207"/>
                    </a:cubicBezTo>
                    <a:cubicBezTo>
                      <a:pt x="5" y="206"/>
                      <a:pt x="0" y="201"/>
                      <a:pt x="1" y="196"/>
                    </a:cubicBezTo>
                    <a:lnTo>
                      <a:pt x="46" y="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1" name="Oval 120">
                <a:extLst>
                  <a:ext uri="{FF2B5EF4-FFF2-40B4-BE49-F238E27FC236}">
                    <a16:creationId xmlns:a16="http://schemas.microsoft.com/office/drawing/2014/main" id="{86D1937C-ED45-4CA3-9B73-249F3369A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894"/>
                <a:ext cx="1508" cy="1508"/>
              </a:xfrm>
              <a:prstGeom prst="ellipse">
                <a:avLst/>
              </a:prstGeom>
              <a:solidFill>
                <a:srgbClr val="F49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2" name="Freeform 121">
                <a:extLst>
                  <a:ext uri="{FF2B5EF4-FFF2-40B4-BE49-F238E27FC236}">
                    <a16:creationId xmlns:a16="http://schemas.microsoft.com/office/drawing/2014/main" id="{2AC670FF-8D91-4A5D-9938-B1CC00FB6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900"/>
                <a:ext cx="949" cy="1500"/>
              </a:xfrm>
              <a:custGeom>
                <a:avLst/>
                <a:gdLst>
                  <a:gd name="T0" fmla="*/ 531 w 928"/>
                  <a:gd name="T1" fmla="*/ 1677 h 1467"/>
                  <a:gd name="T2" fmla="*/ 1060 w 928"/>
                  <a:gd name="T3" fmla="*/ 825 h 1467"/>
                  <a:gd name="T4" fmla="*/ 531 w 928"/>
                  <a:gd name="T5" fmla="*/ 0 h 1467"/>
                  <a:gd name="T6" fmla="*/ 529 w 928"/>
                  <a:gd name="T7" fmla="*/ 0 h 1467"/>
                  <a:gd name="T8" fmla="*/ 0 w 928"/>
                  <a:gd name="T9" fmla="*/ 825 h 1467"/>
                  <a:gd name="T10" fmla="*/ 529 w 928"/>
                  <a:gd name="T11" fmla="*/ 1677 h 1467"/>
                  <a:gd name="T12" fmla="*/ 531 w 928"/>
                  <a:gd name="T13" fmla="*/ 1677 h 14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8" h="1467">
                    <a:moveTo>
                      <a:pt x="464" y="1467"/>
                    </a:moveTo>
                    <a:cubicBezTo>
                      <a:pt x="464" y="1467"/>
                      <a:pt x="928" y="1221"/>
                      <a:pt x="928" y="722"/>
                    </a:cubicBezTo>
                    <a:cubicBezTo>
                      <a:pt x="928" y="224"/>
                      <a:pt x="464" y="0"/>
                      <a:pt x="464" y="0"/>
                    </a:cubicBezTo>
                    <a:cubicBezTo>
                      <a:pt x="463" y="0"/>
                      <a:pt x="463" y="0"/>
                      <a:pt x="463" y="0"/>
                    </a:cubicBezTo>
                    <a:cubicBezTo>
                      <a:pt x="463" y="0"/>
                      <a:pt x="0" y="224"/>
                      <a:pt x="0" y="722"/>
                    </a:cubicBezTo>
                    <a:cubicBezTo>
                      <a:pt x="0" y="1221"/>
                      <a:pt x="463" y="1467"/>
                      <a:pt x="463" y="1467"/>
                    </a:cubicBezTo>
                    <a:lnTo>
                      <a:pt x="464" y="1467"/>
                    </a:lnTo>
                    <a:close/>
                  </a:path>
                </a:pathLst>
              </a:custGeom>
              <a:solidFill>
                <a:srgbClr val="8B4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3" name="Freeform 122">
                <a:extLst>
                  <a:ext uri="{FF2B5EF4-FFF2-40B4-BE49-F238E27FC236}">
                    <a16:creationId xmlns:a16="http://schemas.microsoft.com/office/drawing/2014/main" id="{C62A3090-9A8F-49F8-8DC7-297A8F89D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114"/>
                <a:ext cx="537" cy="537"/>
              </a:xfrm>
              <a:custGeom>
                <a:avLst/>
                <a:gdLst>
                  <a:gd name="T0" fmla="*/ 267 w 537"/>
                  <a:gd name="T1" fmla="*/ 0 h 537"/>
                  <a:gd name="T2" fmla="*/ 537 w 537"/>
                  <a:gd name="T3" fmla="*/ 537 h 537"/>
                  <a:gd name="T4" fmla="*/ 0 w 537"/>
                  <a:gd name="T5" fmla="*/ 537 h 537"/>
                  <a:gd name="T6" fmla="*/ 267 w 537"/>
                  <a:gd name="T7" fmla="*/ 0 h 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7" h="537">
                    <a:moveTo>
                      <a:pt x="267" y="0"/>
                    </a:moveTo>
                    <a:lnTo>
                      <a:pt x="537" y="537"/>
                    </a:lnTo>
                    <a:lnTo>
                      <a:pt x="0" y="537"/>
                    </a:lnTo>
                    <a:lnTo>
                      <a:pt x="267" y="0"/>
                    </a:lnTo>
                    <a:close/>
                  </a:path>
                </a:pathLst>
              </a:custGeom>
              <a:solidFill>
                <a:srgbClr val="0E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4" name="Freeform 123">
                <a:extLst>
                  <a:ext uri="{FF2B5EF4-FFF2-40B4-BE49-F238E27FC236}">
                    <a16:creationId xmlns:a16="http://schemas.microsoft.com/office/drawing/2014/main" id="{D72D8844-BAB1-47A3-8F5D-73C90F178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331"/>
                <a:ext cx="34" cy="46"/>
              </a:xfrm>
              <a:custGeom>
                <a:avLst/>
                <a:gdLst>
                  <a:gd name="T0" fmla="*/ 39 w 33"/>
                  <a:gd name="T1" fmla="*/ 0 h 45"/>
                  <a:gd name="T2" fmla="*/ 36 w 33"/>
                  <a:gd name="T3" fmla="*/ 29 h 45"/>
                  <a:gd name="T4" fmla="*/ 29 w 33"/>
                  <a:gd name="T5" fmla="*/ 45 h 45"/>
                  <a:gd name="T6" fmla="*/ 12 w 33"/>
                  <a:gd name="T7" fmla="*/ 49 h 45"/>
                  <a:gd name="T8" fmla="*/ 0 w 33"/>
                  <a:gd name="T9" fmla="*/ 51 h 45"/>
                  <a:gd name="T10" fmla="*/ 12 w 33"/>
                  <a:gd name="T11" fmla="*/ 15 h 45"/>
                  <a:gd name="T12" fmla="*/ 13 w 33"/>
                  <a:gd name="T13" fmla="*/ 11 h 45"/>
                  <a:gd name="T14" fmla="*/ 25 w 33"/>
                  <a:gd name="T15" fmla="*/ 8 h 45"/>
                  <a:gd name="T16" fmla="*/ 38 w 33"/>
                  <a:gd name="T17" fmla="*/ 1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33" y="0"/>
                    </a:moveTo>
                    <a:cubicBezTo>
                      <a:pt x="33" y="8"/>
                      <a:pt x="32" y="15"/>
                      <a:pt x="30" y="23"/>
                    </a:cubicBezTo>
                    <a:cubicBezTo>
                      <a:pt x="28" y="28"/>
                      <a:pt x="25" y="33"/>
                      <a:pt x="23" y="39"/>
                    </a:cubicBezTo>
                    <a:cubicBezTo>
                      <a:pt x="19" y="41"/>
                      <a:pt x="16" y="42"/>
                      <a:pt x="12" y="43"/>
                    </a:cubicBezTo>
                    <a:cubicBezTo>
                      <a:pt x="8" y="43"/>
                      <a:pt x="4" y="45"/>
                      <a:pt x="0" y="45"/>
                    </a:cubicBezTo>
                    <a:cubicBezTo>
                      <a:pt x="8" y="37"/>
                      <a:pt x="11" y="25"/>
                      <a:pt x="12" y="15"/>
                    </a:cubicBezTo>
                    <a:cubicBezTo>
                      <a:pt x="12" y="13"/>
                      <a:pt x="12" y="13"/>
                      <a:pt x="13" y="11"/>
                    </a:cubicBezTo>
                    <a:cubicBezTo>
                      <a:pt x="14" y="10"/>
                      <a:pt x="17" y="9"/>
                      <a:pt x="19" y="8"/>
                    </a:cubicBezTo>
                    <a:cubicBezTo>
                      <a:pt x="23" y="6"/>
                      <a:pt x="28" y="4"/>
                      <a:pt x="32" y="1"/>
                    </a:cubicBezTo>
                  </a:path>
                </a:pathLst>
              </a:custGeom>
              <a:solidFill>
                <a:srgbClr val="6F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5" name="Freeform 124">
                <a:extLst>
                  <a:ext uri="{FF2B5EF4-FFF2-40B4-BE49-F238E27FC236}">
                    <a16:creationId xmlns:a16="http://schemas.microsoft.com/office/drawing/2014/main" id="{6210A9F3-FE23-46CC-85B6-B9AE9BF78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347"/>
                <a:ext cx="36" cy="35"/>
              </a:xfrm>
              <a:custGeom>
                <a:avLst/>
                <a:gdLst>
                  <a:gd name="T0" fmla="*/ 40 w 35"/>
                  <a:gd name="T1" fmla="*/ 0 h 34"/>
                  <a:gd name="T2" fmla="*/ 39 w 35"/>
                  <a:gd name="T3" fmla="*/ 8 h 34"/>
                  <a:gd name="T4" fmla="*/ 35 w 35"/>
                  <a:gd name="T5" fmla="*/ 26 h 34"/>
                  <a:gd name="T6" fmla="*/ 28 w 35"/>
                  <a:gd name="T7" fmla="*/ 38 h 34"/>
                  <a:gd name="T8" fmla="*/ 11 w 35"/>
                  <a:gd name="T9" fmla="*/ 39 h 34"/>
                  <a:gd name="T10" fmla="*/ 0 w 35"/>
                  <a:gd name="T11" fmla="*/ 36 h 34"/>
                  <a:gd name="T12" fmla="*/ 12 w 35"/>
                  <a:gd name="T13" fmla="*/ 13 h 34"/>
                  <a:gd name="T14" fmla="*/ 13 w 35"/>
                  <a:gd name="T15" fmla="*/ 1 h 34"/>
                  <a:gd name="T16" fmla="*/ 38 w 35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34">
                    <a:moveTo>
                      <a:pt x="34" y="0"/>
                    </a:moveTo>
                    <a:cubicBezTo>
                      <a:pt x="35" y="2"/>
                      <a:pt x="33" y="6"/>
                      <a:pt x="33" y="8"/>
                    </a:cubicBezTo>
                    <a:cubicBezTo>
                      <a:pt x="32" y="13"/>
                      <a:pt x="30" y="16"/>
                      <a:pt x="29" y="20"/>
                    </a:cubicBezTo>
                    <a:cubicBezTo>
                      <a:pt x="27" y="24"/>
                      <a:pt x="25" y="29"/>
                      <a:pt x="22" y="32"/>
                    </a:cubicBezTo>
                    <a:cubicBezTo>
                      <a:pt x="19" y="34"/>
                      <a:pt x="14" y="34"/>
                      <a:pt x="11" y="33"/>
                    </a:cubicBezTo>
                    <a:cubicBezTo>
                      <a:pt x="7" y="33"/>
                      <a:pt x="3" y="31"/>
                      <a:pt x="0" y="30"/>
                    </a:cubicBezTo>
                    <a:cubicBezTo>
                      <a:pt x="6" y="28"/>
                      <a:pt x="11" y="18"/>
                      <a:pt x="12" y="13"/>
                    </a:cubicBezTo>
                    <a:cubicBezTo>
                      <a:pt x="13" y="9"/>
                      <a:pt x="16" y="4"/>
                      <a:pt x="13" y="1"/>
                    </a:cubicBezTo>
                    <a:cubicBezTo>
                      <a:pt x="19" y="1"/>
                      <a:pt x="27" y="2"/>
                      <a:pt x="32" y="0"/>
                    </a:cubicBezTo>
                  </a:path>
                </a:pathLst>
              </a:custGeom>
              <a:solidFill>
                <a:srgbClr val="6F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6" name="Freeform 125">
                <a:extLst>
                  <a:ext uri="{FF2B5EF4-FFF2-40B4-BE49-F238E27FC236}">
                    <a16:creationId xmlns:a16="http://schemas.microsoft.com/office/drawing/2014/main" id="{29724E45-3F59-4F10-A265-E9ED8EBF3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338"/>
                <a:ext cx="42" cy="29"/>
              </a:xfrm>
              <a:custGeom>
                <a:avLst/>
                <a:gdLst>
                  <a:gd name="T0" fmla="*/ 46 w 41"/>
                  <a:gd name="T1" fmla="*/ 6 h 29"/>
                  <a:gd name="T2" fmla="*/ 39 w 41"/>
                  <a:gd name="T3" fmla="*/ 22 h 29"/>
                  <a:gd name="T4" fmla="*/ 18 w 41"/>
                  <a:gd name="T5" fmla="*/ 27 h 29"/>
                  <a:gd name="T6" fmla="*/ 9 w 41"/>
                  <a:gd name="T7" fmla="*/ 26 h 29"/>
                  <a:gd name="T8" fmla="*/ 0 w 41"/>
                  <a:gd name="T9" fmla="*/ 22 h 29"/>
                  <a:gd name="T10" fmla="*/ 27 w 41"/>
                  <a:gd name="T11" fmla="*/ 13 h 29"/>
                  <a:gd name="T12" fmla="*/ 29 w 41"/>
                  <a:gd name="T13" fmla="*/ 0 h 29"/>
                  <a:gd name="T14" fmla="*/ 33 w 41"/>
                  <a:gd name="T15" fmla="*/ 3 h 29"/>
                  <a:gd name="T16" fmla="*/ 39 w 41"/>
                  <a:gd name="T17" fmla="*/ 5 h 29"/>
                  <a:gd name="T18" fmla="*/ 45 w 41"/>
                  <a:gd name="T19" fmla="*/ 8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29">
                    <a:moveTo>
                      <a:pt x="40" y="6"/>
                    </a:moveTo>
                    <a:cubicBezTo>
                      <a:pt x="41" y="11"/>
                      <a:pt x="36" y="19"/>
                      <a:pt x="33" y="22"/>
                    </a:cubicBezTo>
                    <a:cubicBezTo>
                      <a:pt x="29" y="25"/>
                      <a:pt x="22" y="25"/>
                      <a:pt x="18" y="27"/>
                    </a:cubicBezTo>
                    <a:cubicBezTo>
                      <a:pt x="15" y="29"/>
                      <a:pt x="12" y="27"/>
                      <a:pt x="9" y="26"/>
                    </a:cubicBezTo>
                    <a:cubicBezTo>
                      <a:pt x="6" y="24"/>
                      <a:pt x="3" y="24"/>
                      <a:pt x="0" y="22"/>
                    </a:cubicBezTo>
                    <a:cubicBezTo>
                      <a:pt x="6" y="18"/>
                      <a:pt x="17" y="19"/>
                      <a:pt x="21" y="13"/>
                    </a:cubicBezTo>
                    <a:cubicBezTo>
                      <a:pt x="24" y="9"/>
                      <a:pt x="24" y="5"/>
                      <a:pt x="23" y="0"/>
                    </a:cubicBezTo>
                    <a:cubicBezTo>
                      <a:pt x="25" y="1"/>
                      <a:pt x="26" y="2"/>
                      <a:pt x="27" y="3"/>
                    </a:cubicBezTo>
                    <a:cubicBezTo>
                      <a:pt x="29" y="4"/>
                      <a:pt x="31" y="4"/>
                      <a:pt x="33" y="5"/>
                    </a:cubicBezTo>
                    <a:cubicBezTo>
                      <a:pt x="34" y="5"/>
                      <a:pt x="39" y="7"/>
                      <a:pt x="39" y="8"/>
                    </a:cubicBezTo>
                  </a:path>
                </a:pathLst>
              </a:custGeom>
              <a:solidFill>
                <a:srgbClr val="6F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7" name="Freeform 126">
                <a:extLst>
                  <a:ext uri="{FF2B5EF4-FFF2-40B4-BE49-F238E27FC236}">
                    <a16:creationId xmlns:a16="http://schemas.microsoft.com/office/drawing/2014/main" id="{2DAE9736-2070-487B-87A1-2491BCD45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325"/>
                <a:ext cx="41" cy="27"/>
              </a:xfrm>
              <a:custGeom>
                <a:avLst/>
                <a:gdLst>
                  <a:gd name="T0" fmla="*/ 31 w 40"/>
                  <a:gd name="T1" fmla="*/ 0 h 26"/>
                  <a:gd name="T2" fmla="*/ 30 w 40"/>
                  <a:gd name="T3" fmla="*/ 5 h 26"/>
                  <a:gd name="T4" fmla="*/ 26 w 40"/>
                  <a:gd name="T5" fmla="*/ 10 h 26"/>
                  <a:gd name="T6" fmla="*/ 11 w 40"/>
                  <a:gd name="T7" fmla="*/ 22 h 26"/>
                  <a:gd name="T8" fmla="*/ 0 w 40"/>
                  <a:gd name="T9" fmla="*/ 28 h 26"/>
                  <a:gd name="T10" fmla="*/ 11 w 40"/>
                  <a:gd name="T11" fmla="*/ 30 h 26"/>
                  <a:gd name="T12" fmla="*/ 16 w 40"/>
                  <a:gd name="T13" fmla="*/ 32 h 26"/>
                  <a:gd name="T14" fmla="*/ 38 w 40"/>
                  <a:gd name="T15" fmla="*/ 24 h 26"/>
                  <a:gd name="T16" fmla="*/ 46 w 40"/>
                  <a:gd name="T17" fmla="*/ 5 h 26"/>
                  <a:gd name="T18" fmla="*/ 31 w 40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26">
                    <a:moveTo>
                      <a:pt x="25" y="0"/>
                    </a:moveTo>
                    <a:cubicBezTo>
                      <a:pt x="25" y="0"/>
                      <a:pt x="25" y="4"/>
                      <a:pt x="24" y="5"/>
                    </a:cubicBezTo>
                    <a:cubicBezTo>
                      <a:pt x="23" y="6"/>
                      <a:pt x="22" y="9"/>
                      <a:pt x="20" y="10"/>
                    </a:cubicBezTo>
                    <a:cubicBezTo>
                      <a:pt x="18" y="13"/>
                      <a:pt x="14" y="14"/>
                      <a:pt x="11" y="16"/>
                    </a:cubicBezTo>
                    <a:cubicBezTo>
                      <a:pt x="8" y="19"/>
                      <a:pt x="2" y="20"/>
                      <a:pt x="0" y="22"/>
                    </a:cubicBezTo>
                    <a:cubicBezTo>
                      <a:pt x="3" y="22"/>
                      <a:pt x="8" y="23"/>
                      <a:pt x="11" y="24"/>
                    </a:cubicBezTo>
                    <a:cubicBezTo>
                      <a:pt x="13" y="25"/>
                      <a:pt x="15" y="26"/>
                      <a:pt x="16" y="26"/>
                    </a:cubicBezTo>
                    <a:cubicBezTo>
                      <a:pt x="18" y="26"/>
                      <a:pt x="30" y="20"/>
                      <a:pt x="32" y="18"/>
                    </a:cubicBezTo>
                    <a:cubicBezTo>
                      <a:pt x="38" y="12"/>
                      <a:pt x="36" y="13"/>
                      <a:pt x="40" y="5"/>
                    </a:cubicBezTo>
                    <a:cubicBezTo>
                      <a:pt x="35" y="4"/>
                      <a:pt x="30" y="1"/>
                      <a:pt x="25" y="0"/>
                    </a:cubicBezTo>
                  </a:path>
                </a:pathLst>
              </a:custGeom>
              <a:solidFill>
                <a:srgbClr val="6F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8" name="Freeform 127">
                <a:extLst>
                  <a:ext uri="{FF2B5EF4-FFF2-40B4-BE49-F238E27FC236}">
                    <a16:creationId xmlns:a16="http://schemas.microsoft.com/office/drawing/2014/main" id="{7CFFE16E-AD4E-4D62-AC67-5BFCD054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318"/>
                <a:ext cx="21" cy="33"/>
              </a:xfrm>
              <a:custGeom>
                <a:avLst/>
                <a:gdLst>
                  <a:gd name="T0" fmla="*/ 21 w 21"/>
                  <a:gd name="T1" fmla="*/ 1 h 32"/>
                  <a:gd name="T2" fmla="*/ 19 w 21"/>
                  <a:gd name="T3" fmla="*/ 23 h 32"/>
                  <a:gd name="T4" fmla="*/ 15 w 21"/>
                  <a:gd name="T5" fmla="*/ 35 h 32"/>
                  <a:gd name="T6" fmla="*/ 7 w 21"/>
                  <a:gd name="T7" fmla="*/ 37 h 32"/>
                  <a:gd name="T8" fmla="*/ 0 w 21"/>
                  <a:gd name="T9" fmla="*/ 38 h 32"/>
                  <a:gd name="T10" fmla="*/ 4 w 21"/>
                  <a:gd name="T11" fmla="*/ 32 h 32"/>
                  <a:gd name="T12" fmla="*/ 4 w 21"/>
                  <a:gd name="T13" fmla="*/ 15 h 32"/>
                  <a:gd name="T14" fmla="*/ 0 w 21"/>
                  <a:gd name="T15" fmla="*/ 1 h 32"/>
                  <a:gd name="T16" fmla="*/ 20 w 21"/>
                  <a:gd name="T17" fmla="*/ 0 h 32"/>
                  <a:gd name="T18" fmla="*/ 21 w 21"/>
                  <a:gd name="T19" fmla="*/ 1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32">
                    <a:moveTo>
                      <a:pt x="21" y="1"/>
                    </a:moveTo>
                    <a:cubicBezTo>
                      <a:pt x="21" y="6"/>
                      <a:pt x="21" y="11"/>
                      <a:pt x="19" y="17"/>
                    </a:cubicBezTo>
                    <a:cubicBezTo>
                      <a:pt x="18" y="20"/>
                      <a:pt x="18" y="26"/>
                      <a:pt x="15" y="29"/>
                    </a:cubicBezTo>
                    <a:cubicBezTo>
                      <a:pt x="13" y="30"/>
                      <a:pt x="9" y="30"/>
                      <a:pt x="7" y="31"/>
                    </a:cubicBezTo>
                    <a:cubicBezTo>
                      <a:pt x="4" y="32"/>
                      <a:pt x="3" y="32"/>
                      <a:pt x="0" y="32"/>
                    </a:cubicBezTo>
                    <a:cubicBezTo>
                      <a:pt x="2" y="30"/>
                      <a:pt x="3" y="28"/>
                      <a:pt x="4" y="26"/>
                    </a:cubicBezTo>
                    <a:cubicBezTo>
                      <a:pt x="4" y="22"/>
                      <a:pt x="4" y="18"/>
                      <a:pt x="4" y="15"/>
                    </a:cubicBezTo>
                    <a:cubicBezTo>
                      <a:pt x="4" y="10"/>
                      <a:pt x="3" y="5"/>
                      <a:pt x="0" y="1"/>
                    </a:cubicBezTo>
                    <a:cubicBezTo>
                      <a:pt x="7" y="1"/>
                      <a:pt x="14" y="0"/>
                      <a:pt x="20" y="0"/>
                    </a:cubicBezTo>
                    <a:cubicBezTo>
                      <a:pt x="21" y="0"/>
                      <a:pt x="21" y="1"/>
                      <a:pt x="21" y="1"/>
                    </a:cubicBezTo>
                  </a:path>
                </a:pathLst>
              </a:custGeom>
              <a:solidFill>
                <a:srgbClr val="6F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9" name="Freeform 128">
                <a:extLst>
                  <a:ext uri="{FF2B5EF4-FFF2-40B4-BE49-F238E27FC236}">
                    <a16:creationId xmlns:a16="http://schemas.microsoft.com/office/drawing/2014/main" id="{194F6026-0811-433B-BBA7-B156FCE74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323"/>
                <a:ext cx="18" cy="46"/>
              </a:xfrm>
              <a:custGeom>
                <a:avLst/>
                <a:gdLst>
                  <a:gd name="T0" fmla="*/ 18 w 18"/>
                  <a:gd name="T1" fmla="*/ 0 h 45"/>
                  <a:gd name="T2" fmla="*/ 17 w 18"/>
                  <a:gd name="T3" fmla="*/ 7 h 45"/>
                  <a:gd name="T4" fmla="*/ 17 w 18"/>
                  <a:gd name="T5" fmla="*/ 19 h 45"/>
                  <a:gd name="T6" fmla="*/ 14 w 18"/>
                  <a:gd name="T7" fmla="*/ 39 h 45"/>
                  <a:gd name="T8" fmla="*/ 9 w 18"/>
                  <a:gd name="T9" fmla="*/ 45 h 45"/>
                  <a:gd name="T10" fmla="*/ 1 w 18"/>
                  <a:gd name="T11" fmla="*/ 51 h 45"/>
                  <a:gd name="T12" fmla="*/ 2 w 18"/>
                  <a:gd name="T13" fmla="*/ 43 h 45"/>
                  <a:gd name="T14" fmla="*/ 4 w 18"/>
                  <a:gd name="T15" fmla="*/ 30 h 45"/>
                  <a:gd name="T16" fmla="*/ 0 w 18"/>
                  <a:gd name="T17" fmla="*/ 7 h 45"/>
                  <a:gd name="T18" fmla="*/ 16 w 18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45">
                    <a:moveTo>
                      <a:pt x="18" y="0"/>
                    </a:moveTo>
                    <a:cubicBezTo>
                      <a:pt x="17" y="1"/>
                      <a:pt x="17" y="5"/>
                      <a:pt x="17" y="7"/>
                    </a:cubicBezTo>
                    <a:cubicBezTo>
                      <a:pt x="17" y="11"/>
                      <a:pt x="17" y="15"/>
                      <a:pt x="17" y="19"/>
                    </a:cubicBezTo>
                    <a:cubicBezTo>
                      <a:pt x="16" y="23"/>
                      <a:pt x="15" y="28"/>
                      <a:pt x="14" y="33"/>
                    </a:cubicBezTo>
                    <a:cubicBezTo>
                      <a:pt x="13" y="36"/>
                      <a:pt x="12" y="37"/>
                      <a:pt x="9" y="39"/>
                    </a:cubicBezTo>
                    <a:cubicBezTo>
                      <a:pt x="6" y="41"/>
                      <a:pt x="4" y="44"/>
                      <a:pt x="1" y="45"/>
                    </a:cubicBezTo>
                    <a:cubicBezTo>
                      <a:pt x="2" y="43"/>
                      <a:pt x="2" y="40"/>
                      <a:pt x="2" y="37"/>
                    </a:cubicBezTo>
                    <a:cubicBezTo>
                      <a:pt x="4" y="33"/>
                      <a:pt x="4" y="29"/>
                      <a:pt x="4" y="24"/>
                    </a:cubicBezTo>
                    <a:cubicBezTo>
                      <a:pt x="4" y="19"/>
                      <a:pt x="4" y="10"/>
                      <a:pt x="0" y="7"/>
                    </a:cubicBezTo>
                    <a:cubicBezTo>
                      <a:pt x="5" y="4"/>
                      <a:pt x="11" y="3"/>
                      <a:pt x="16" y="0"/>
                    </a:cubicBezTo>
                  </a:path>
                </a:pathLst>
              </a:custGeom>
              <a:solidFill>
                <a:srgbClr val="6F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0" name="Freeform 129">
                <a:extLst>
                  <a:ext uri="{FF2B5EF4-FFF2-40B4-BE49-F238E27FC236}">
                    <a16:creationId xmlns:a16="http://schemas.microsoft.com/office/drawing/2014/main" id="{6B3087BB-DFB9-4C88-8CF2-43078CBC4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347"/>
                <a:ext cx="25" cy="48"/>
              </a:xfrm>
              <a:custGeom>
                <a:avLst/>
                <a:gdLst>
                  <a:gd name="T0" fmla="*/ 11 w 24"/>
                  <a:gd name="T1" fmla="*/ 0 h 47"/>
                  <a:gd name="T2" fmla="*/ 30 w 24"/>
                  <a:gd name="T3" fmla="*/ 41 h 47"/>
                  <a:gd name="T4" fmla="*/ 28 w 24"/>
                  <a:gd name="T5" fmla="*/ 46 h 47"/>
                  <a:gd name="T6" fmla="*/ 22 w 24"/>
                  <a:gd name="T7" fmla="*/ 53 h 47"/>
                  <a:gd name="T8" fmla="*/ 18 w 24"/>
                  <a:gd name="T9" fmla="*/ 41 h 47"/>
                  <a:gd name="T10" fmla="*/ 5 w 24"/>
                  <a:gd name="T11" fmla="*/ 17 h 47"/>
                  <a:gd name="T12" fmla="*/ 2 w 24"/>
                  <a:gd name="T13" fmla="*/ 10 h 47"/>
                  <a:gd name="T14" fmla="*/ 7 w 24"/>
                  <a:gd name="T15" fmla="*/ 4 h 47"/>
                  <a:gd name="T16" fmla="*/ 11 w 24"/>
                  <a:gd name="T17" fmla="*/ 1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7">
                    <a:moveTo>
                      <a:pt x="11" y="0"/>
                    </a:moveTo>
                    <a:cubicBezTo>
                      <a:pt x="20" y="7"/>
                      <a:pt x="23" y="24"/>
                      <a:pt x="24" y="35"/>
                    </a:cubicBezTo>
                    <a:cubicBezTo>
                      <a:pt x="24" y="37"/>
                      <a:pt x="24" y="38"/>
                      <a:pt x="22" y="40"/>
                    </a:cubicBezTo>
                    <a:cubicBezTo>
                      <a:pt x="20" y="42"/>
                      <a:pt x="18" y="45"/>
                      <a:pt x="16" y="47"/>
                    </a:cubicBezTo>
                    <a:cubicBezTo>
                      <a:pt x="14" y="46"/>
                      <a:pt x="13" y="38"/>
                      <a:pt x="12" y="35"/>
                    </a:cubicBezTo>
                    <a:cubicBezTo>
                      <a:pt x="10" y="29"/>
                      <a:pt x="8" y="23"/>
                      <a:pt x="5" y="17"/>
                    </a:cubicBezTo>
                    <a:cubicBezTo>
                      <a:pt x="3" y="14"/>
                      <a:pt x="0" y="13"/>
                      <a:pt x="2" y="10"/>
                    </a:cubicBezTo>
                    <a:cubicBezTo>
                      <a:pt x="4" y="8"/>
                      <a:pt x="5" y="6"/>
                      <a:pt x="7" y="4"/>
                    </a:cubicBezTo>
                    <a:cubicBezTo>
                      <a:pt x="8" y="3"/>
                      <a:pt x="10" y="2"/>
                      <a:pt x="11" y="1"/>
                    </a:cubicBezTo>
                  </a:path>
                </a:pathLst>
              </a:custGeom>
              <a:solidFill>
                <a:srgbClr val="6F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1" name="Freeform 130">
                <a:extLst>
                  <a:ext uri="{FF2B5EF4-FFF2-40B4-BE49-F238E27FC236}">
                    <a16:creationId xmlns:a16="http://schemas.microsoft.com/office/drawing/2014/main" id="{8E94BECC-96BD-42F7-ADC4-93CB71E5D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346"/>
                <a:ext cx="57" cy="31"/>
              </a:xfrm>
              <a:custGeom>
                <a:avLst/>
                <a:gdLst>
                  <a:gd name="T0" fmla="*/ 0 w 55"/>
                  <a:gd name="T1" fmla="*/ 3 h 30"/>
                  <a:gd name="T2" fmla="*/ 11 w 55"/>
                  <a:gd name="T3" fmla="*/ 6 h 30"/>
                  <a:gd name="T4" fmla="*/ 28 w 55"/>
                  <a:gd name="T5" fmla="*/ 14 h 30"/>
                  <a:gd name="T6" fmla="*/ 34 w 55"/>
                  <a:gd name="T7" fmla="*/ 29 h 30"/>
                  <a:gd name="T8" fmla="*/ 37 w 55"/>
                  <a:gd name="T9" fmla="*/ 36 h 30"/>
                  <a:gd name="T10" fmla="*/ 56 w 55"/>
                  <a:gd name="T11" fmla="*/ 34 h 30"/>
                  <a:gd name="T12" fmla="*/ 67 w 55"/>
                  <a:gd name="T13" fmla="*/ 30 h 30"/>
                  <a:gd name="T14" fmla="*/ 52 w 55"/>
                  <a:gd name="T15" fmla="*/ 8 h 30"/>
                  <a:gd name="T16" fmla="*/ 31 w 55"/>
                  <a:gd name="T17" fmla="*/ 1 h 30"/>
                  <a:gd name="T18" fmla="*/ 1 w 55"/>
                  <a:gd name="T19" fmla="*/ 2 h 30"/>
                  <a:gd name="T20" fmla="*/ 1 w 55"/>
                  <a:gd name="T21" fmla="*/ 2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30">
                    <a:moveTo>
                      <a:pt x="0" y="3"/>
                    </a:moveTo>
                    <a:cubicBezTo>
                      <a:pt x="3" y="1"/>
                      <a:pt x="8" y="4"/>
                      <a:pt x="11" y="6"/>
                    </a:cubicBezTo>
                    <a:cubicBezTo>
                      <a:pt x="15" y="8"/>
                      <a:pt x="19" y="11"/>
                      <a:pt x="22" y="14"/>
                    </a:cubicBezTo>
                    <a:cubicBezTo>
                      <a:pt x="25" y="17"/>
                      <a:pt x="27" y="20"/>
                      <a:pt x="28" y="23"/>
                    </a:cubicBezTo>
                    <a:cubicBezTo>
                      <a:pt x="30" y="25"/>
                      <a:pt x="31" y="27"/>
                      <a:pt x="31" y="30"/>
                    </a:cubicBezTo>
                    <a:cubicBezTo>
                      <a:pt x="36" y="30"/>
                      <a:pt x="39" y="28"/>
                      <a:pt x="44" y="28"/>
                    </a:cubicBezTo>
                    <a:cubicBezTo>
                      <a:pt x="48" y="28"/>
                      <a:pt x="51" y="26"/>
                      <a:pt x="55" y="24"/>
                    </a:cubicBezTo>
                    <a:cubicBezTo>
                      <a:pt x="53" y="17"/>
                      <a:pt x="47" y="12"/>
                      <a:pt x="41" y="8"/>
                    </a:cubicBezTo>
                    <a:cubicBezTo>
                      <a:pt x="36" y="4"/>
                      <a:pt x="31" y="1"/>
                      <a:pt x="25" y="1"/>
                    </a:cubicBezTo>
                    <a:cubicBezTo>
                      <a:pt x="17" y="0"/>
                      <a:pt x="9" y="4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A2D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2" name="Freeform 131">
                <a:extLst>
                  <a:ext uri="{FF2B5EF4-FFF2-40B4-BE49-F238E27FC236}">
                    <a16:creationId xmlns:a16="http://schemas.microsoft.com/office/drawing/2014/main" id="{EFEC7D09-EC50-4649-B2AD-110F9BAB8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338"/>
                <a:ext cx="47" cy="44"/>
              </a:xfrm>
              <a:custGeom>
                <a:avLst/>
                <a:gdLst>
                  <a:gd name="T0" fmla="*/ 52 w 46"/>
                  <a:gd name="T1" fmla="*/ 48 h 43"/>
                  <a:gd name="T2" fmla="*/ 38 w 46"/>
                  <a:gd name="T3" fmla="*/ 18 h 43"/>
                  <a:gd name="T4" fmla="*/ 21 w 46"/>
                  <a:gd name="T5" fmla="*/ 9 h 43"/>
                  <a:gd name="T6" fmla="*/ 8 w 46"/>
                  <a:gd name="T7" fmla="*/ 3 h 43"/>
                  <a:gd name="T8" fmla="*/ 0 w 46"/>
                  <a:gd name="T9" fmla="*/ 0 h 43"/>
                  <a:gd name="T10" fmla="*/ 31 w 46"/>
                  <a:gd name="T11" fmla="*/ 37 h 43"/>
                  <a:gd name="T12" fmla="*/ 33 w 46"/>
                  <a:gd name="T13" fmla="*/ 43 h 43"/>
                  <a:gd name="T14" fmla="*/ 36 w 46"/>
                  <a:gd name="T15" fmla="*/ 46 h 43"/>
                  <a:gd name="T16" fmla="*/ 44 w 46"/>
                  <a:gd name="T17" fmla="*/ 48 h 43"/>
                  <a:gd name="T18" fmla="*/ 50 w 46"/>
                  <a:gd name="T19" fmla="*/ 48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43">
                    <a:moveTo>
                      <a:pt x="46" y="42"/>
                    </a:moveTo>
                    <a:cubicBezTo>
                      <a:pt x="41" y="33"/>
                      <a:pt x="39" y="25"/>
                      <a:pt x="32" y="18"/>
                    </a:cubicBezTo>
                    <a:cubicBezTo>
                      <a:pt x="28" y="14"/>
                      <a:pt x="25" y="11"/>
                      <a:pt x="21" y="9"/>
                    </a:cubicBezTo>
                    <a:cubicBezTo>
                      <a:pt x="17" y="7"/>
                      <a:pt x="12" y="5"/>
                      <a:pt x="8" y="3"/>
                    </a:cubicBezTo>
                    <a:cubicBezTo>
                      <a:pt x="6" y="2"/>
                      <a:pt x="3" y="0"/>
                      <a:pt x="0" y="0"/>
                    </a:cubicBezTo>
                    <a:cubicBezTo>
                      <a:pt x="7" y="11"/>
                      <a:pt x="19" y="18"/>
                      <a:pt x="25" y="31"/>
                    </a:cubicBezTo>
                    <a:cubicBezTo>
                      <a:pt x="26" y="33"/>
                      <a:pt x="26" y="35"/>
                      <a:pt x="27" y="37"/>
                    </a:cubicBezTo>
                    <a:cubicBezTo>
                      <a:pt x="27" y="39"/>
                      <a:pt x="27" y="40"/>
                      <a:pt x="30" y="40"/>
                    </a:cubicBezTo>
                    <a:cubicBezTo>
                      <a:pt x="33" y="40"/>
                      <a:pt x="35" y="41"/>
                      <a:pt x="38" y="42"/>
                    </a:cubicBezTo>
                    <a:cubicBezTo>
                      <a:pt x="39" y="42"/>
                      <a:pt x="43" y="43"/>
                      <a:pt x="44" y="42"/>
                    </a:cubicBezTo>
                  </a:path>
                </a:pathLst>
              </a:custGeom>
              <a:solidFill>
                <a:srgbClr val="A2D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3" name="Freeform 132">
                <a:extLst>
                  <a:ext uri="{FF2B5EF4-FFF2-40B4-BE49-F238E27FC236}">
                    <a16:creationId xmlns:a16="http://schemas.microsoft.com/office/drawing/2014/main" id="{0A6ADD42-C1FE-434A-8022-38C85AAC5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325"/>
                <a:ext cx="29" cy="42"/>
              </a:xfrm>
              <a:custGeom>
                <a:avLst/>
                <a:gdLst>
                  <a:gd name="T0" fmla="*/ 13 w 28"/>
                  <a:gd name="T1" fmla="*/ 5 h 41"/>
                  <a:gd name="T2" fmla="*/ 28 w 28"/>
                  <a:gd name="T3" fmla="*/ 47 h 41"/>
                  <a:gd name="T4" fmla="*/ 8 w 28"/>
                  <a:gd name="T5" fmla="*/ 39 h 41"/>
                  <a:gd name="T6" fmla="*/ 9 w 28"/>
                  <a:gd name="T7" fmla="*/ 13 h 41"/>
                  <a:gd name="T8" fmla="*/ 0 w 28"/>
                  <a:gd name="T9" fmla="*/ 0 h 41"/>
                  <a:gd name="T10" fmla="*/ 8 w 28"/>
                  <a:gd name="T11" fmla="*/ 2 h 41"/>
                  <a:gd name="T12" fmla="*/ 21 w 28"/>
                  <a:gd name="T13" fmla="*/ 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1">
                    <a:moveTo>
                      <a:pt x="13" y="5"/>
                    </a:moveTo>
                    <a:cubicBezTo>
                      <a:pt x="23" y="12"/>
                      <a:pt x="28" y="30"/>
                      <a:pt x="22" y="41"/>
                    </a:cubicBezTo>
                    <a:cubicBezTo>
                      <a:pt x="18" y="37"/>
                      <a:pt x="12" y="37"/>
                      <a:pt x="8" y="33"/>
                    </a:cubicBezTo>
                    <a:cubicBezTo>
                      <a:pt x="12" y="28"/>
                      <a:pt x="11" y="19"/>
                      <a:pt x="9" y="13"/>
                    </a:cubicBezTo>
                    <a:cubicBezTo>
                      <a:pt x="7" y="8"/>
                      <a:pt x="4" y="5"/>
                      <a:pt x="0" y="0"/>
                    </a:cubicBezTo>
                    <a:cubicBezTo>
                      <a:pt x="2" y="0"/>
                      <a:pt x="6" y="1"/>
                      <a:pt x="8" y="2"/>
                    </a:cubicBezTo>
                    <a:cubicBezTo>
                      <a:pt x="10" y="3"/>
                      <a:pt x="14" y="6"/>
                      <a:pt x="15" y="5"/>
                    </a:cubicBezTo>
                  </a:path>
                </a:pathLst>
              </a:custGeom>
              <a:solidFill>
                <a:srgbClr val="A2D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4" name="Freeform 133">
                <a:extLst>
                  <a:ext uri="{FF2B5EF4-FFF2-40B4-BE49-F238E27FC236}">
                    <a16:creationId xmlns:a16="http://schemas.microsoft.com/office/drawing/2014/main" id="{66E3D455-3AB2-43DB-B9CF-D1EF6101E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17"/>
                <a:ext cx="50" cy="35"/>
              </a:xfrm>
              <a:custGeom>
                <a:avLst/>
                <a:gdLst>
                  <a:gd name="T0" fmla="*/ 2 w 49"/>
                  <a:gd name="T1" fmla="*/ 2 h 34"/>
                  <a:gd name="T2" fmla="*/ 7 w 49"/>
                  <a:gd name="T3" fmla="*/ 2 h 34"/>
                  <a:gd name="T4" fmla="*/ 14 w 49"/>
                  <a:gd name="T5" fmla="*/ 1 h 34"/>
                  <a:gd name="T6" fmla="*/ 37 w 49"/>
                  <a:gd name="T7" fmla="*/ 5 h 34"/>
                  <a:gd name="T8" fmla="*/ 51 w 49"/>
                  <a:gd name="T9" fmla="*/ 26 h 34"/>
                  <a:gd name="T10" fmla="*/ 54 w 49"/>
                  <a:gd name="T11" fmla="*/ 34 h 34"/>
                  <a:gd name="T12" fmla="*/ 55 w 49"/>
                  <a:gd name="T13" fmla="*/ 40 h 34"/>
                  <a:gd name="T14" fmla="*/ 44 w 49"/>
                  <a:gd name="T15" fmla="*/ 36 h 34"/>
                  <a:gd name="T16" fmla="*/ 38 w 49"/>
                  <a:gd name="T17" fmla="*/ 35 h 34"/>
                  <a:gd name="T18" fmla="*/ 34 w 49"/>
                  <a:gd name="T19" fmla="*/ 31 h 34"/>
                  <a:gd name="T20" fmla="*/ 14 w 49"/>
                  <a:gd name="T21" fmla="*/ 10 h 34"/>
                  <a:gd name="T22" fmla="*/ 0 w 49"/>
                  <a:gd name="T23" fmla="*/ 3 h 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34">
                    <a:moveTo>
                      <a:pt x="2" y="2"/>
                    </a:moveTo>
                    <a:cubicBezTo>
                      <a:pt x="2" y="2"/>
                      <a:pt x="6" y="2"/>
                      <a:pt x="7" y="2"/>
                    </a:cubicBezTo>
                    <a:cubicBezTo>
                      <a:pt x="10" y="2"/>
                      <a:pt x="12" y="1"/>
                      <a:pt x="14" y="1"/>
                    </a:cubicBezTo>
                    <a:cubicBezTo>
                      <a:pt x="21" y="0"/>
                      <a:pt x="26" y="2"/>
                      <a:pt x="31" y="5"/>
                    </a:cubicBezTo>
                    <a:cubicBezTo>
                      <a:pt x="37" y="9"/>
                      <a:pt x="43" y="13"/>
                      <a:pt x="45" y="20"/>
                    </a:cubicBezTo>
                    <a:cubicBezTo>
                      <a:pt x="46" y="22"/>
                      <a:pt x="48" y="25"/>
                      <a:pt x="48" y="28"/>
                    </a:cubicBezTo>
                    <a:cubicBezTo>
                      <a:pt x="49" y="30"/>
                      <a:pt x="48" y="33"/>
                      <a:pt x="49" y="34"/>
                    </a:cubicBezTo>
                    <a:cubicBezTo>
                      <a:pt x="46" y="33"/>
                      <a:pt x="41" y="31"/>
                      <a:pt x="38" y="30"/>
                    </a:cubicBezTo>
                    <a:cubicBezTo>
                      <a:pt x="36" y="30"/>
                      <a:pt x="34" y="29"/>
                      <a:pt x="32" y="29"/>
                    </a:cubicBezTo>
                    <a:cubicBezTo>
                      <a:pt x="28" y="28"/>
                      <a:pt x="29" y="29"/>
                      <a:pt x="28" y="25"/>
                    </a:cubicBezTo>
                    <a:cubicBezTo>
                      <a:pt x="26" y="19"/>
                      <a:pt x="20" y="14"/>
                      <a:pt x="14" y="10"/>
                    </a:cubicBezTo>
                    <a:cubicBezTo>
                      <a:pt x="10" y="8"/>
                      <a:pt x="5" y="4"/>
                      <a:pt x="0" y="3"/>
                    </a:cubicBezTo>
                  </a:path>
                </a:pathLst>
              </a:custGeom>
              <a:solidFill>
                <a:srgbClr val="A2D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5" name="Freeform 134">
                <a:extLst>
                  <a:ext uri="{FF2B5EF4-FFF2-40B4-BE49-F238E27FC236}">
                    <a16:creationId xmlns:a16="http://schemas.microsoft.com/office/drawing/2014/main" id="{085F885D-7710-46FB-8DAE-541CF0408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322"/>
                <a:ext cx="52" cy="29"/>
              </a:xfrm>
              <a:custGeom>
                <a:avLst/>
                <a:gdLst>
                  <a:gd name="T0" fmla="*/ 55 w 51"/>
                  <a:gd name="T1" fmla="*/ 30 h 28"/>
                  <a:gd name="T2" fmla="*/ 44 w 51"/>
                  <a:gd name="T3" fmla="*/ 11 h 28"/>
                  <a:gd name="T4" fmla="*/ 21 w 51"/>
                  <a:gd name="T5" fmla="*/ 1 h 28"/>
                  <a:gd name="T6" fmla="*/ 16 w 51"/>
                  <a:gd name="T7" fmla="*/ 1 h 28"/>
                  <a:gd name="T8" fmla="*/ 9 w 51"/>
                  <a:gd name="T9" fmla="*/ 5 h 28"/>
                  <a:gd name="T10" fmla="*/ 0 w 51"/>
                  <a:gd name="T11" fmla="*/ 8 h 28"/>
                  <a:gd name="T12" fmla="*/ 36 w 51"/>
                  <a:gd name="T13" fmla="*/ 20 h 28"/>
                  <a:gd name="T14" fmla="*/ 41 w 51"/>
                  <a:gd name="T15" fmla="*/ 34 h 28"/>
                  <a:gd name="T16" fmla="*/ 55 w 51"/>
                  <a:gd name="T17" fmla="*/ 32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8">
                    <a:moveTo>
                      <a:pt x="49" y="24"/>
                    </a:moveTo>
                    <a:cubicBezTo>
                      <a:pt x="51" y="20"/>
                      <a:pt x="41" y="13"/>
                      <a:pt x="38" y="11"/>
                    </a:cubicBezTo>
                    <a:cubicBezTo>
                      <a:pt x="33" y="6"/>
                      <a:pt x="28" y="2"/>
                      <a:pt x="21" y="1"/>
                    </a:cubicBezTo>
                    <a:cubicBezTo>
                      <a:pt x="19" y="1"/>
                      <a:pt x="18" y="0"/>
                      <a:pt x="16" y="1"/>
                    </a:cubicBezTo>
                    <a:cubicBezTo>
                      <a:pt x="14" y="2"/>
                      <a:pt x="11" y="4"/>
                      <a:pt x="9" y="5"/>
                    </a:cubicBezTo>
                    <a:cubicBezTo>
                      <a:pt x="6" y="6"/>
                      <a:pt x="2" y="7"/>
                      <a:pt x="0" y="8"/>
                    </a:cubicBezTo>
                    <a:cubicBezTo>
                      <a:pt x="10" y="7"/>
                      <a:pt x="21" y="8"/>
                      <a:pt x="30" y="14"/>
                    </a:cubicBezTo>
                    <a:cubicBezTo>
                      <a:pt x="34" y="17"/>
                      <a:pt x="37" y="22"/>
                      <a:pt x="35" y="28"/>
                    </a:cubicBezTo>
                    <a:cubicBezTo>
                      <a:pt x="37" y="28"/>
                      <a:pt x="49" y="28"/>
                      <a:pt x="49" y="26"/>
                    </a:cubicBezTo>
                  </a:path>
                </a:pathLst>
              </a:custGeom>
              <a:solidFill>
                <a:srgbClr val="A2D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6" name="Freeform 135">
                <a:extLst>
                  <a:ext uri="{FF2B5EF4-FFF2-40B4-BE49-F238E27FC236}">
                    <a16:creationId xmlns:a16="http://schemas.microsoft.com/office/drawing/2014/main" id="{28E2DD90-A139-4225-8907-63EB71379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344"/>
                <a:ext cx="51" cy="26"/>
              </a:xfrm>
              <a:custGeom>
                <a:avLst/>
                <a:gdLst>
                  <a:gd name="T0" fmla="*/ 11 w 50"/>
                  <a:gd name="T1" fmla="*/ 3 h 26"/>
                  <a:gd name="T2" fmla="*/ 54 w 50"/>
                  <a:gd name="T3" fmla="*/ 13 h 26"/>
                  <a:gd name="T4" fmla="*/ 55 w 50"/>
                  <a:gd name="T5" fmla="*/ 17 h 26"/>
                  <a:gd name="T6" fmla="*/ 50 w 50"/>
                  <a:gd name="T7" fmla="*/ 20 h 26"/>
                  <a:gd name="T8" fmla="*/ 42 w 50"/>
                  <a:gd name="T9" fmla="*/ 26 h 26"/>
                  <a:gd name="T10" fmla="*/ 34 w 50"/>
                  <a:gd name="T11" fmla="*/ 18 h 26"/>
                  <a:gd name="T12" fmla="*/ 17 w 50"/>
                  <a:gd name="T13" fmla="*/ 14 h 26"/>
                  <a:gd name="T14" fmla="*/ 7 w 50"/>
                  <a:gd name="T15" fmla="*/ 14 h 26"/>
                  <a:gd name="T16" fmla="*/ 0 w 50"/>
                  <a:gd name="T17" fmla="*/ 16 h 26"/>
                  <a:gd name="T18" fmla="*/ 7 w 50"/>
                  <a:gd name="T19" fmla="*/ 8 h 26"/>
                  <a:gd name="T20" fmla="*/ 11 w 50"/>
                  <a:gd name="T21" fmla="*/ 4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26">
                    <a:moveTo>
                      <a:pt x="11" y="3"/>
                    </a:moveTo>
                    <a:cubicBezTo>
                      <a:pt x="24" y="0"/>
                      <a:pt x="40" y="1"/>
                      <a:pt x="48" y="13"/>
                    </a:cubicBezTo>
                    <a:cubicBezTo>
                      <a:pt x="49" y="14"/>
                      <a:pt x="50" y="15"/>
                      <a:pt x="49" y="17"/>
                    </a:cubicBezTo>
                    <a:cubicBezTo>
                      <a:pt x="48" y="18"/>
                      <a:pt x="46" y="19"/>
                      <a:pt x="44" y="20"/>
                    </a:cubicBezTo>
                    <a:cubicBezTo>
                      <a:pt x="42" y="22"/>
                      <a:pt x="39" y="25"/>
                      <a:pt x="36" y="26"/>
                    </a:cubicBezTo>
                    <a:cubicBezTo>
                      <a:pt x="33" y="23"/>
                      <a:pt x="32" y="20"/>
                      <a:pt x="28" y="18"/>
                    </a:cubicBezTo>
                    <a:cubicBezTo>
                      <a:pt x="25" y="16"/>
                      <a:pt x="21" y="15"/>
                      <a:pt x="17" y="14"/>
                    </a:cubicBezTo>
                    <a:cubicBezTo>
                      <a:pt x="13" y="13"/>
                      <a:pt x="11" y="13"/>
                      <a:pt x="7" y="14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2" y="13"/>
                      <a:pt x="5" y="10"/>
                      <a:pt x="7" y="8"/>
                    </a:cubicBezTo>
                    <a:cubicBezTo>
                      <a:pt x="8" y="7"/>
                      <a:pt x="11" y="5"/>
                      <a:pt x="11" y="4"/>
                    </a:cubicBezTo>
                  </a:path>
                </a:pathLst>
              </a:custGeom>
              <a:solidFill>
                <a:srgbClr val="A2D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7" name="Freeform 136">
                <a:extLst>
                  <a:ext uri="{FF2B5EF4-FFF2-40B4-BE49-F238E27FC236}">
                    <a16:creationId xmlns:a16="http://schemas.microsoft.com/office/drawing/2014/main" id="{E13E6E76-6160-404E-9166-C17A7716F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1393"/>
                <a:ext cx="32" cy="37"/>
              </a:xfrm>
              <a:custGeom>
                <a:avLst/>
                <a:gdLst>
                  <a:gd name="T0" fmla="*/ 30 w 32"/>
                  <a:gd name="T1" fmla="*/ 27 h 36"/>
                  <a:gd name="T2" fmla="*/ 25 w 32"/>
                  <a:gd name="T3" fmla="*/ 10 h 36"/>
                  <a:gd name="T4" fmla="*/ 17 w 32"/>
                  <a:gd name="T5" fmla="*/ 3 h 36"/>
                  <a:gd name="T6" fmla="*/ 0 w 32"/>
                  <a:gd name="T7" fmla="*/ 4 h 36"/>
                  <a:gd name="T8" fmla="*/ 0 w 32"/>
                  <a:gd name="T9" fmla="*/ 28 h 36"/>
                  <a:gd name="T10" fmla="*/ 19 w 32"/>
                  <a:gd name="T11" fmla="*/ 29 h 36"/>
                  <a:gd name="T12" fmla="*/ 30 w 32"/>
                  <a:gd name="T13" fmla="*/ 42 h 36"/>
                  <a:gd name="T14" fmla="*/ 30 w 32"/>
                  <a:gd name="T15" fmla="*/ 34 h 36"/>
                  <a:gd name="T16" fmla="*/ 30 w 32"/>
                  <a:gd name="T17" fmla="*/ 27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36">
                    <a:moveTo>
                      <a:pt x="30" y="21"/>
                    </a:moveTo>
                    <a:cubicBezTo>
                      <a:pt x="32" y="20"/>
                      <a:pt x="27" y="11"/>
                      <a:pt x="25" y="10"/>
                    </a:cubicBezTo>
                    <a:cubicBezTo>
                      <a:pt x="23" y="7"/>
                      <a:pt x="20" y="4"/>
                      <a:pt x="17" y="3"/>
                    </a:cubicBezTo>
                    <a:cubicBezTo>
                      <a:pt x="12" y="2"/>
                      <a:pt x="4" y="0"/>
                      <a:pt x="0" y="4"/>
                    </a:cubicBezTo>
                    <a:cubicBezTo>
                      <a:pt x="2" y="9"/>
                      <a:pt x="0" y="16"/>
                      <a:pt x="0" y="22"/>
                    </a:cubicBezTo>
                    <a:cubicBezTo>
                      <a:pt x="7" y="18"/>
                      <a:pt x="12" y="19"/>
                      <a:pt x="19" y="23"/>
                    </a:cubicBezTo>
                    <a:cubicBezTo>
                      <a:pt x="23" y="26"/>
                      <a:pt x="30" y="30"/>
                      <a:pt x="30" y="36"/>
                    </a:cubicBezTo>
                    <a:cubicBezTo>
                      <a:pt x="30" y="33"/>
                      <a:pt x="29" y="31"/>
                      <a:pt x="30" y="28"/>
                    </a:cubicBezTo>
                    <a:cubicBezTo>
                      <a:pt x="30" y="26"/>
                      <a:pt x="31" y="23"/>
                      <a:pt x="30" y="21"/>
                    </a:cubicBezTo>
                  </a:path>
                </a:pathLst>
              </a:custGeom>
              <a:solidFill>
                <a:srgbClr val="6F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8" name="Freeform 137">
                <a:extLst>
                  <a:ext uri="{FF2B5EF4-FFF2-40B4-BE49-F238E27FC236}">
                    <a16:creationId xmlns:a16="http://schemas.microsoft.com/office/drawing/2014/main" id="{236C9571-5080-4422-812D-5A0706E25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434"/>
                <a:ext cx="42" cy="39"/>
              </a:xfrm>
              <a:custGeom>
                <a:avLst/>
                <a:gdLst>
                  <a:gd name="T0" fmla="*/ 41 w 41"/>
                  <a:gd name="T1" fmla="*/ 18 h 38"/>
                  <a:gd name="T2" fmla="*/ 20 w 41"/>
                  <a:gd name="T3" fmla="*/ 3 h 38"/>
                  <a:gd name="T4" fmla="*/ 0 w 41"/>
                  <a:gd name="T5" fmla="*/ 4 h 38"/>
                  <a:gd name="T6" fmla="*/ 2 w 41"/>
                  <a:gd name="T7" fmla="*/ 25 h 38"/>
                  <a:gd name="T8" fmla="*/ 5 w 41"/>
                  <a:gd name="T9" fmla="*/ 27 h 38"/>
                  <a:gd name="T10" fmla="*/ 16 w 41"/>
                  <a:gd name="T11" fmla="*/ 27 h 38"/>
                  <a:gd name="T12" fmla="*/ 47 w 41"/>
                  <a:gd name="T13" fmla="*/ 44 h 38"/>
                  <a:gd name="T14" fmla="*/ 40 w 41"/>
                  <a:gd name="T15" fmla="*/ 1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8">
                    <a:moveTo>
                      <a:pt x="35" y="18"/>
                    </a:moveTo>
                    <a:cubicBezTo>
                      <a:pt x="37" y="13"/>
                      <a:pt x="24" y="5"/>
                      <a:pt x="20" y="3"/>
                    </a:cubicBezTo>
                    <a:cubicBezTo>
                      <a:pt x="15" y="2"/>
                      <a:pt x="4" y="0"/>
                      <a:pt x="0" y="4"/>
                    </a:cubicBezTo>
                    <a:cubicBezTo>
                      <a:pt x="2" y="9"/>
                      <a:pt x="1" y="14"/>
                      <a:pt x="2" y="19"/>
                    </a:cubicBezTo>
                    <a:cubicBezTo>
                      <a:pt x="3" y="22"/>
                      <a:pt x="2" y="21"/>
                      <a:pt x="5" y="21"/>
                    </a:cubicBezTo>
                    <a:cubicBezTo>
                      <a:pt x="9" y="21"/>
                      <a:pt x="12" y="21"/>
                      <a:pt x="16" y="21"/>
                    </a:cubicBezTo>
                    <a:cubicBezTo>
                      <a:pt x="26" y="23"/>
                      <a:pt x="36" y="29"/>
                      <a:pt x="41" y="38"/>
                    </a:cubicBezTo>
                    <a:cubicBezTo>
                      <a:pt x="38" y="32"/>
                      <a:pt x="37" y="25"/>
                      <a:pt x="34" y="18"/>
                    </a:cubicBezTo>
                  </a:path>
                </a:pathLst>
              </a:custGeom>
              <a:solidFill>
                <a:srgbClr val="6F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9" name="Freeform 138">
                <a:extLst>
                  <a:ext uri="{FF2B5EF4-FFF2-40B4-BE49-F238E27FC236}">
                    <a16:creationId xmlns:a16="http://schemas.microsoft.com/office/drawing/2014/main" id="{B775F41E-43C8-4EDF-BF3D-DC386B3C4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476"/>
                <a:ext cx="53" cy="33"/>
              </a:xfrm>
              <a:custGeom>
                <a:avLst/>
                <a:gdLst>
                  <a:gd name="T0" fmla="*/ 48 w 52"/>
                  <a:gd name="T1" fmla="*/ 13 h 32"/>
                  <a:gd name="T2" fmla="*/ 44 w 52"/>
                  <a:gd name="T3" fmla="*/ 7 h 32"/>
                  <a:gd name="T4" fmla="*/ 34 w 52"/>
                  <a:gd name="T5" fmla="*/ 2 h 32"/>
                  <a:gd name="T6" fmla="*/ 8 w 52"/>
                  <a:gd name="T7" fmla="*/ 2 h 32"/>
                  <a:gd name="T8" fmla="*/ 2 w 52"/>
                  <a:gd name="T9" fmla="*/ 9 h 32"/>
                  <a:gd name="T10" fmla="*/ 8 w 52"/>
                  <a:gd name="T11" fmla="*/ 34 h 32"/>
                  <a:gd name="T12" fmla="*/ 15 w 52"/>
                  <a:gd name="T13" fmla="*/ 29 h 32"/>
                  <a:gd name="T14" fmla="*/ 40 w 52"/>
                  <a:gd name="T15" fmla="*/ 29 h 32"/>
                  <a:gd name="T16" fmla="*/ 58 w 52"/>
                  <a:gd name="T17" fmla="*/ 38 h 32"/>
                  <a:gd name="T18" fmla="*/ 51 w 52"/>
                  <a:gd name="T19" fmla="*/ 26 h 32"/>
                  <a:gd name="T20" fmla="*/ 46 w 52"/>
                  <a:gd name="T21" fmla="*/ 12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32">
                    <a:moveTo>
                      <a:pt x="42" y="13"/>
                    </a:moveTo>
                    <a:cubicBezTo>
                      <a:pt x="42" y="13"/>
                      <a:pt x="39" y="9"/>
                      <a:pt x="38" y="7"/>
                    </a:cubicBezTo>
                    <a:cubicBezTo>
                      <a:pt x="35" y="5"/>
                      <a:pt x="32" y="3"/>
                      <a:pt x="28" y="2"/>
                    </a:cubicBezTo>
                    <a:cubicBezTo>
                      <a:pt x="22" y="1"/>
                      <a:pt x="14" y="0"/>
                      <a:pt x="8" y="2"/>
                    </a:cubicBezTo>
                    <a:cubicBezTo>
                      <a:pt x="3" y="3"/>
                      <a:pt x="0" y="4"/>
                      <a:pt x="2" y="9"/>
                    </a:cubicBezTo>
                    <a:cubicBezTo>
                      <a:pt x="4" y="14"/>
                      <a:pt x="4" y="23"/>
                      <a:pt x="8" y="28"/>
                    </a:cubicBezTo>
                    <a:cubicBezTo>
                      <a:pt x="8" y="24"/>
                      <a:pt x="12" y="24"/>
                      <a:pt x="15" y="23"/>
                    </a:cubicBezTo>
                    <a:cubicBezTo>
                      <a:pt x="21" y="22"/>
                      <a:pt x="28" y="22"/>
                      <a:pt x="34" y="23"/>
                    </a:cubicBezTo>
                    <a:cubicBezTo>
                      <a:pt x="41" y="24"/>
                      <a:pt x="47" y="28"/>
                      <a:pt x="52" y="32"/>
                    </a:cubicBezTo>
                    <a:cubicBezTo>
                      <a:pt x="50" y="28"/>
                      <a:pt x="47" y="25"/>
                      <a:pt x="45" y="20"/>
                    </a:cubicBezTo>
                    <a:cubicBezTo>
                      <a:pt x="44" y="18"/>
                      <a:pt x="42" y="14"/>
                      <a:pt x="40" y="12"/>
                    </a:cubicBezTo>
                  </a:path>
                </a:pathLst>
              </a:custGeom>
              <a:solidFill>
                <a:srgbClr val="6F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0" name="Freeform 139">
                <a:extLst>
                  <a:ext uri="{FF2B5EF4-FFF2-40B4-BE49-F238E27FC236}">
                    <a16:creationId xmlns:a16="http://schemas.microsoft.com/office/drawing/2014/main" id="{4CB74D07-FF26-400D-8C81-AB9733D81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513"/>
                <a:ext cx="54" cy="28"/>
              </a:xfrm>
              <a:custGeom>
                <a:avLst/>
                <a:gdLst>
                  <a:gd name="T0" fmla="*/ 50 w 53"/>
                  <a:gd name="T1" fmla="*/ 12 h 28"/>
                  <a:gd name="T2" fmla="*/ 41 w 53"/>
                  <a:gd name="T3" fmla="*/ 3 h 28"/>
                  <a:gd name="T4" fmla="*/ 17 w 53"/>
                  <a:gd name="T5" fmla="*/ 1 h 28"/>
                  <a:gd name="T6" fmla="*/ 0 w 53"/>
                  <a:gd name="T7" fmla="*/ 11 h 28"/>
                  <a:gd name="T8" fmla="*/ 7 w 53"/>
                  <a:gd name="T9" fmla="*/ 21 h 28"/>
                  <a:gd name="T10" fmla="*/ 12 w 53"/>
                  <a:gd name="T11" fmla="*/ 28 h 28"/>
                  <a:gd name="T12" fmla="*/ 43 w 53"/>
                  <a:gd name="T13" fmla="*/ 18 h 28"/>
                  <a:gd name="T14" fmla="*/ 59 w 53"/>
                  <a:gd name="T15" fmla="*/ 24 h 28"/>
                  <a:gd name="T16" fmla="*/ 50 w 53"/>
                  <a:gd name="T17" fmla="*/ 11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28">
                    <a:moveTo>
                      <a:pt x="44" y="12"/>
                    </a:moveTo>
                    <a:cubicBezTo>
                      <a:pt x="44" y="8"/>
                      <a:pt x="38" y="4"/>
                      <a:pt x="35" y="3"/>
                    </a:cubicBezTo>
                    <a:cubicBezTo>
                      <a:pt x="30" y="1"/>
                      <a:pt x="22" y="0"/>
                      <a:pt x="17" y="1"/>
                    </a:cubicBezTo>
                    <a:cubicBezTo>
                      <a:pt x="11" y="2"/>
                      <a:pt x="2" y="5"/>
                      <a:pt x="0" y="11"/>
                    </a:cubicBezTo>
                    <a:cubicBezTo>
                      <a:pt x="3" y="13"/>
                      <a:pt x="5" y="18"/>
                      <a:pt x="7" y="21"/>
                    </a:cubicBezTo>
                    <a:cubicBezTo>
                      <a:pt x="9" y="24"/>
                      <a:pt x="11" y="26"/>
                      <a:pt x="12" y="28"/>
                    </a:cubicBezTo>
                    <a:cubicBezTo>
                      <a:pt x="18" y="21"/>
                      <a:pt x="29" y="18"/>
                      <a:pt x="37" y="18"/>
                    </a:cubicBezTo>
                    <a:cubicBezTo>
                      <a:pt x="43" y="18"/>
                      <a:pt x="48" y="21"/>
                      <a:pt x="53" y="24"/>
                    </a:cubicBezTo>
                    <a:cubicBezTo>
                      <a:pt x="49" y="20"/>
                      <a:pt x="45" y="15"/>
                      <a:pt x="44" y="11"/>
                    </a:cubicBezTo>
                  </a:path>
                </a:pathLst>
              </a:custGeom>
              <a:solidFill>
                <a:srgbClr val="6F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1" name="Freeform 140">
                <a:extLst>
                  <a:ext uri="{FF2B5EF4-FFF2-40B4-BE49-F238E27FC236}">
                    <a16:creationId xmlns:a16="http://schemas.microsoft.com/office/drawing/2014/main" id="{43E0A0F9-D3F1-4D24-A4F9-BED8B11E7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544"/>
                <a:ext cx="54" cy="33"/>
              </a:xfrm>
              <a:custGeom>
                <a:avLst/>
                <a:gdLst>
                  <a:gd name="T0" fmla="*/ 45 w 53"/>
                  <a:gd name="T1" fmla="*/ 5 h 32"/>
                  <a:gd name="T2" fmla="*/ 4 w 53"/>
                  <a:gd name="T3" fmla="*/ 10 h 32"/>
                  <a:gd name="T4" fmla="*/ 3 w 53"/>
                  <a:gd name="T5" fmla="*/ 25 h 32"/>
                  <a:gd name="T6" fmla="*/ 15 w 53"/>
                  <a:gd name="T7" fmla="*/ 38 h 32"/>
                  <a:gd name="T8" fmla="*/ 42 w 53"/>
                  <a:gd name="T9" fmla="*/ 27 h 32"/>
                  <a:gd name="T10" fmla="*/ 59 w 53"/>
                  <a:gd name="T11" fmla="*/ 29 h 32"/>
                  <a:gd name="T12" fmla="*/ 44 w 53"/>
                  <a:gd name="T13" fmla="*/ 7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2">
                    <a:moveTo>
                      <a:pt x="39" y="5"/>
                    </a:moveTo>
                    <a:cubicBezTo>
                      <a:pt x="29" y="0"/>
                      <a:pt x="11" y="2"/>
                      <a:pt x="4" y="10"/>
                    </a:cubicBezTo>
                    <a:cubicBezTo>
                      <a:pt x="1" y="14"/>
                      <a:pt x="0" y="16"/>
                      <a:pt x="3" y="19"/>
                    </a:cubicBezTo>
                    <a:cubicBezTo>
                      <a:pt x="6" y="24"/>
                      <a:pt x="11" y="28"/>
                      <a:pt x="15" y="32"/>
                    </a:cubicBezTo>
                    <a:cubicBezTo>
                      <a:pt x="16" y="25"/>
                      <a:pt x="31" y="22"/>
                      <a:pt x="36" y="21"/>
                    </a:cubicBezTo>
                    <a:cubicBezTo>
                      <a:pt x="42" y="19"/>
                      <a:pt x="47" y="20"/>
                      <a:pt x="53" y="23"/>
                    </a:cubicBezTo>
                    <a:cubicBezTo>
                      <a:pt x="48" y="17"/>
                      <a:pt x="43" y="12"/>
                      <a:pt x="38" y="7"/>
                    </a:cubicBezTo>
                  </a:path>
                </a:pathLst>
              </a:custGeom>
              <a:solidFill>
                <a:srgbClr val="6F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2" name="Freeform 141">
                <a:extLst>
                  <a:ext uri="{FF2B5EF4-FFF2-40B4-BE49-F238E27FC236}">
                    <a16:creationId xmlns:a16="http://schemas.microsoft.com/office/drawing/2014/main" id="{2DD2C797-0AC2-4214-92B7-44B5E52BD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579"/>
                <a:ext cx="57" cy="26"/>
              </a:xfrm>
              <a:custGeom>
                <a:avLst/>
                <a:gdLst>
                  <a:gd name="T0" fmla="*/ 46 w 56"/>
                  <a:gd name="T1" fmla="*/ 4 h 25"/>
                  <a:gd name="T2" fmla="*/ 35 w 56"/>
                  <a:gd name="T3" fmla="*/ 0 h 25"/>
                  <a:gd name="T4" fmla="*/ 12 w 56"/>
                  <a:gd name="T5" fmla="*/ 1 h 25"/>
                  <a:gd name="T6" fmla="*/ 0 w 56"/>
                  <a:gd name="T7" fmla="*/ 11 h 25"/>
                  <a:gd name="T8" fmla="*/ 14 w 56"/>
                  <a:gd name="T9" fmla="*/ 31 h 25"/>
                  <a:gd name="T10" fmla="*/ 46 w 56"/>
                  <a:gd name="T11" fmla="*/ 23 h 25"/>
                  <a:gd name="T12" fmla="*/ 62 w 56"/>
                  <a:gd name="T13" fmla="*/ 28 h 25"/>
                  <a:gd name="T14" fmla="*/ 46 w 56"/>
                  <a:gd name="T15" fmla="*/ 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25">
                    <a:moveTo>
                      <a:pt x="40" y="4"/>
                    </a:moveTo>
                    <a:cubicBezTo>
                      <a:pt x="37" y="2"/>
                      <a:pt x="34" y="0"/>
                      <a:pt x="29" y="0"/>
                    </a:cubicBezTo>
                    <a:cubicBezTo>
                      <a:pt x="24" y="0"/>
                      <a:pt x="18" y="0"/>
                      <a:pt x="12" y="1"/>
                    </a:cubicBezTo>
                    <a:cubicBezTo>
                      <a:pt x="6" y="3"/>
                      <a:pt x="3" y="6"/>
                      <a:pt x="0" y="11"/>
                    </a:cubicBezTo>
                    <a:cubicBezTo>
                      <a:pt x="6" y="14"/>
                      <a:pt x="9" y="21"/>
                      <a:pt x="14" y="25"/>
                    </a:cubicBezTo>
                    <a:cubicBezTo>
                      <a:pt x="18" y="17"/>
                      <a:pt x="32" y="15"/>
                      <a:pt x="40" y="17"/>
                    </a:cubicBezTo>
                    <a:cubicBezTo>
                      <a:pt x="46" y="17"/>
                      <a:pt x="50" y="20"/>
                      <a:pt x="56" y="22"/>
                    </a:cubicBezTo>
                    <a:cubicBezTo>
                      <a:pt x="50" y="17"/>
                      <a:pt x="46" y="9"/>
                      <a:pt x="40" y="5"/>
                    </a:cubicBezTo>
                  </a:path>
                </a:pathLst>
              </a:custGeom>
              <a:solidFill>
                <a:srgbClr val="6F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3" name="Freeform 142">
                <a:extLst>
                  <a:ext uri="{FF2B5EF4-FFF2-40B4-BE49-F238E27FC236}">
                    <a16:creationId xmlns:a16="http://schemas.microsoft.com/office/drawing/2014/main" id="{50D29F26-2A50-4031-832E-97AD411EB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615"/>
                <a:ext cx="49" cy="44"/>
              </a:xfrm>
              <a:custGeom>
                <a:avLst/>
                <a:gdLst>
                  <a:gd name="T0" fmla="*/ 48 w 48"/>
                  <a:gd name="T1" fmla="*/ 12 h 43"/>
                  <a:gd name="T2" fmla="*/ 39 w 48"/>
                  <a:gd name="T3" fmla="*/ 6 h 43"/>
                  <a:gd name="T4" fmla="*/ 19 w 48"/>
                  <a:gd name="T5" fmla="*/ 2 h 43"/>
                  <a:gd name="T6" fmla="*/ 0 w 48"/>
                  <a:gd name="T7" fmla="*/ 2 h 43"/>
                  <a:gd name="T8" fmla="*/ 7 w 48"/>
                  <a:gd name="T9" fmla="*/ 11 h 43"/>
                  <a:gd name="T10" fmla="*/ 10 w 48"/>
                  <a:gd name="T11" fmla="*/ 21 h 43"/>
                  <a:gd name="T12" fmla="*/ 54 w 48"/>
                  <a:gd name="T13" fmla="*/ 49 h 43"/>
                  <a:gd name="T14" fmla="*/ 48 w 48"/>
                  <a:gd name="T15" fmla="*/ 14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3">
                    <a:moveTo>
                      <a:pt x="42" y="12"/>
                    </a:moveTo>
                    <a:cubicBezTo>
                      <a:pt x="39" y="11"/>
                      <a:pt x="36" y="7"/>
                      <a:pt x="33" y="6"/>
                    </a:cubicBezTo>
                    <a:cubicBezTo>
                      <a:pt x="28" y="4"/>
                      <a:pt x="23" y="3"/>
                      <a:pt x="19" y="2"/>
                    </a:cubicBezTo>
                    <a:cubicBezTo>
                      <a:pt x="13" y="1"/>
                      <a:pt x="5" y="0"/>
                      <a:pt x="0" y="2"/>
                    </a:cubicBezTo>
                    <a:cubicBezTo>
                      <a:pt x="2" y="6"/>
                      <a:pt x="5" y="7"/>
                      <a:pt x="7" y="11"/>
                    </a:cubicBezTo>
                    <a:cubicBezTo>
                      <a:pt x="9" y="14"/>
                      <a:pt x="10" y="18"/>
                      <a:pt x="10" y="21"/>
                    </a:cubicBezTo>
                    <a:cubicBezTo>
                      <a:pt x="27" y="22"/>
                      <a:pt x="38" y="31"/>
                      <a:pt x="48" y="43"/>
                    </a:cubicBezTo>
                    <a:cubicBezTo>
                      <a:pt x="46" y="34"/>
                      <a:pt x="45" y="24"/>
                      <a:pt x="42" y="14"/>
                    </a:cubicBezTo>
                  </a:path>
                </a:pathLst>
              </a:custGeom>
              <a:solidFill>
                <a:srgbClr val="6F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4" name="Freeform 143">
                <a:extLst>
                  <a:ext uri="{FF2B5EF4-FFF2-40B4-BE49-F238E27FC236}">
                    <a16:creationId xmlns:a16="http://schemas.microsoft.com/office/drawing/2014/main" id="{334B92CF-7161-4ED7-A9FF-2B9840C3D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376"/>
                <a:ext cx="44" cy="39"/>
              </a:xfrm>
              <a:custGeom>
                <a:avLst/>
                <a:gdLst>
                  <a:gd name="T0" fmla="*/ 3 w 43"/>
                  <a:gd name="T1" fmla="*/ 22 h 39"/>
                  <a:gd name="T2" fmla="*/ 21 w 43"/>
                  <a:gd name="T3" fmla="*/ 2 h 39"/>
                  <a:gd name="T4" fmla="*/ 45 w 43"/>
                  <a:gd name="T5" fmla="*/ 5 h 39"/>
                  <a:gd name="T6" fmla="*/ 48 w 43"/>
                  <a:gd name="T7" fmla="*/ 12 h 39"/>
                  <a:gd name="T8" fmla="*/ 45 w 43"/>
                  <a:gd name="T9" fmla="*/ 19 h 39"/>
                  <a:gd name="T10" fmla="*/ 43 w 43"/>
                  <a:gd name="T11" fmla="*/ 21 h 39"/>
                  <a:gd name="T12" fmla="*/ 38 w 43"/>
                  <a:gd name="T13" fmla="*/ 20 h 39"/>
                  <a:gd name="T14" fmla="*/ 18 w 43"/>
                  <a:gd name="T15" fmla="*/ 24 h 39"/>
                  <a:gd name="T16" fmla="*/ 9 w 43"/>
                  <a:gd name="T17" fmla="*/ 31 h 39"/>
                  <a:gd name="T18" fmla="*/ 2 w 43"/>
                  <a:gd name="T19" fmla="*/ 39 h 39"/>
                  <a:gd name="T20" fmla="*/ 4 w 43"/>
                  <a:gd name="T21" fmla="*/ 20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39">
                    <a:moveTo>
                      <a:pt x="3" y="22"/>
                    </a:moveTo>
                    <a:cubicBezTo>
                      <a:pt x="2" y="13"/>
                      <a:pt x="14" y="5"/>
                      <a:pt x="21" y="2"/>
                    </a:cubicBezTo>
                    <a:cubicBezTo>
                      <a:pt x="28" y="0"/>
                      <a:pt x="34" y="1"/>
                      <a:pt x="39" y="5"/>
                    </a:cubicBezTo>
                    <a:cubicBezTo>
                      <a:pt x="42" y="7"/>
                      <a:pt x="43" y="9"/>
                      <a:pt x="42" y="12"/>
                    </a:cubicBezTo>
                    <a:cubicBezTo>
                      <a:pt x="41" y="14"/>
                      <a:pt x="40" y="17"/>
                      <a:pt x="39" y="19"/>
                    </a:cubicBezTo>
                    <a:cubicBezTo>
                      <a:pt x="37" y="21"/>
                      <a:pt x="39" y="20"/>
                      <a:pt x="37" y="21"/>
                    </a:cubicBezTo>
                    <a:cubicBezTo>
                      <a:pt x="35" y="21"/>
                      <a:pt x="33" y="20"/>
                      <a:pt x="32" y="20"/>
                    </a:cubicBezTo>
                    <a:cubicBezTo>
                      <a:pt x="27" y="20"/>
                      <a:pt x="23" y="22"/>
                      <a:pt x="18" y="24"/>
                    </a:cubicBezTo>
                    <a:cubicBezTo>
                      <a:pt x="14" y="26"/>
                      <a:pt x="11" y="28"/>
                      <a:pt x="9" y="31"/>
                    </a:cubicBezTo>
                    <a:cubicBezTo>
                      <a:pt x="7" y="33"/>
                      <a:pt x="4" y="37"/>
                      <a:pt x="2" y="39"/>
                    </a:cubicBezTo>
                    <a:cubicBezTo>
                      <a:pt x="0" y="34"/>
                      <a:pt x="4" y="25"/>
                      <a:pt x="4" y="20"/>
                    </a:cubicBezTo>
                  </a:path>
                </a:pathLst>
              </a:custGeom>
              <a:solidFill>
                <a:srgbClr val="A2D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5" name="Freeform 144">
                <a:extLst>
                  <a:ext uri="{FF2B5EF4-FFF2-40B4-BE49-F238E27FC236}">
                    <a16:creationId xmlns:a16="http://schemas.microsoft.com/office/drawing/2014/main" id="{2DC464E1-AA9D-41C0-931B-733422960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410"/>
                <a:ext cx="34" cy="47"/>
              </a:xfrm>
              <a:custGeom>
                <a:avLst/>
                <a:gdLst>
                  <a:gd name="T0" fmla="*/ 34 w 34"/>
                  <a:gd name="T1" fmla="*/ 3 h 46"/>
                  <a:gd name="T2" fmla="*/ 4 w 34"/>
                  <a:gd name="T3" fmla="*/ 20 h 46"/>
                  <a:gd name="T4" fmla="*/ 1 w 34"/>
                  <a:gd name="T5" fmla="*/ 38 h 46"/>
                  <a:gd name="T6" fmla="*/ 4 w 34"/>
                  <a:gd name="T7" fmla="*/ 52 h 46"/>
                  <a:gd name="T8" fmla="*/ 8 w 34"/>
                  <a:gd name="T9" fmla="*/ 43 h 46"/>
                  <a:gd name="T10" fmla="*/ 17 w 34"/>
                  <a:gd name="T11" fmla="*/ 32 h 46"/>
                  <a:gd name="T12" fmla="*/ 33 w 34"/>
                  <a:gd name="T13" fmla="*/ 29 h 46"/>
                  <a:gd name="T14" fmla="*/ 33 w 34"/>
                  <a:gd name="T15" fmla="*/ 12 h 46"/>
                  <a:gd name="T16" fmla="*/ 34 w 34"/>
                  <a:gd name="T17" fmla="*/ 4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6">
                    <a:moveTo>
                      <a:pt x="34" y="3"/>
                    </a:moveTo>
                    <a:cubicBezTo>
                      <a:pt x="21" y="0"/>
                      <a:pt x="10" y="10"/>
                      <a:pt x="4" y="20"/>
                    </a:cubicBezTo>
                    <a:cubicBezTo>
                      <a:pt x="2" y="24"/>
                      <a:pt x="1" y="27"/>
                      <a:pt x="1" y="32"/>
                    </a:cubicBezTo>
                    <a:cubicBezTo>
                      <a:pt x="1" y="36"/>
                      <a:pt x="0" y="43"/>
                      <a:pt x="4" y="46"/>
                    </a:cubicBezTo>
                    <a:cubicBezTo>
                      <a:pt x="6" y="44"/>
                      <a:pt x="7" y="40"/>
                      <a:pt x="8" y="37"/>
                    </a:cubicBezTo>
                    <a:cubicBezTo>
                      <a:pt x="10" y="33"/>
                      <a:pt x="13" y="29"/>
                      <a:pt x="17" y="26"/>
                    </a:cubicBezTo>
                    <a:cubicBezTo>
                      <a:pt x="22" y="22"/>
                      <a:pt x="27" y="23"/>
                      <a:pt x="33" y="23"/>
                    </a:cubicBezTo>
                    <a:cubicBezTo>
                      <a:pt x="34" y="19"/>
                      <a:pt x="33" y="16"/>
                      <a:pt x="33" y="12"/>
                    </a:cubicBezTo>
                    <a:cubicBezTo>
                      <a:pt x="34" y="10"/>
                      <a:pt x="34" y="4"/>
                      <a:pt x="34" y="4"/>
                    </a:cubicBezTo>
                  </a:path>
                </a:pathLst>
              </a:custGeom>
              <a:solidFill>
                <a:srgbClr val="A2D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6" name="Freeform 145">
                <a:extLst>
                  <a:ext uri="{FF2B5EF4-FFF2-40B4-BE49-F238E27FC236}">
                    <a16:creationId xmlns:a16="http://schemas.microsoft.com/office/drawing/2014/main" id="{DF1E99B6-62AB-47B9-B762-6A7FE4455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47"/>
                <a:ext cx="35" cy="55"/>
              </a:xfrm>
              <a:custGeom>
                <a:avLst/>
                <a:gdLst>
                  <a:gd name="T0" fmla="*/ 34 w 34"/>
                  <a:gd name="T1" fmla="*/ 2 h 54"/>
                  <a:gd name="T2" fmla="*/ 9 w 34"/>
                  <a:gd name="T3" fmla="*/ 12 h 54"/>
                  <a:gd name="T4" fmla="*/ 2 w 34"/>
                  <a:gd name="T5" fmla="*/ 26 h 54"/>
                  <a:gd name="T6" fmla="*/ 6 w 34"/>
                  <a:gd name="T7" fmla="*/ 60 h 54"/>
                  <a:gd name="T8" fmla="*/ 9 w 34"/>
                  <a:gd name="T9" fmla="*/ 52 h 54"/>
                  <a:gd name="T10" fmla="*/ 24 w 34"/>
                  <a:gd name="T11" fmla="*/ 39 h 54"/>
                  <a:gd name="T12" fmla="*/ 40 w 34"/>
                  <a:gd name="T13" fmla="*/ 23 h 54"/>
                  <a:gd name="T14" fmla="*/ 35 w 34"/>
                  <a:gd name="T15" fmla="*/ 3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54">
                    <a:moveTo>
                      <a:pt x="28" y="2"/>
                    </a:moveTo>
                    <a:cubicBezTo>
                      <a:pt x="23" y="0"/>
                      <a:pt x="12" y="8"/>
                      <a:pt x="9" y="12"/>
                    </a:cubicBezTo>
                    <a:cubicBezTo>
                      <a:pt x="5" y="16"/>
                      <a:pt x="3" y="21"/>
                      <a:pt x="2" y="26"/>
                    </a:cubicBezTo>
                    <a:cubicBezTo>
                      <a:pt x="0" y="36"/>
                      <a:pt x="2" y="46"/>
                      <a:pt x="6" y="54"/>
                    </a:cubicBezTo>
                    <a:cubicBezTo>
                      <a:pt x="6" y="51"/>
                      <a:pt x="8" y="48"/>
                      <a:pt x="9" y="46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21" y="30"/>
                      <a:pt x="29" y="21"/>
                      <a:pt x="34" y="23"/>
                    </a:cubicBezTo>
                    <a:cubicBezTo>
                      <a:pt x="31" y="17"/>
                      <a:pt x="33" y="9"/>
                      <a:pt x="29" y="3"/>
                    </a:cubicBezTo>
                  </a:path>
                </a:pathLst>
              </a:custGeom>
              <a:solidFill>
                <a:srgbClr val="A2D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7" name="Freeform 146">
                <a:extLst>
                  <a:ext uri="{FF2B5EF4-FFF2-40B4-BE49-F238E27FC236}">
                    <a16:creationId xmlns:a16="http://schemas.microsoft.com/office/drawing/2014/main" id="{78029B33-78A1-4358-BADB-D8B5EF628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488"/>
                <a:ext cx="38" cy="55"/>
              </a:xfrm>
              <a:custGeom>
                <a:avLst/>
                <a:gdLst>
                  <a:gd name="T0" fmla="*/ 31 w 37"/>
                  <a:gd name="T1" fmla="*/ 0 h 54"/>
                  <a:gd name="T2" fmla="*/ 32 w 37"/>
                  <a:gd name="T3" fmla="*/ 0 h 54"/>
                  <a:gd name="T4" fmla="*/ 1 w 37"/>
                  <a:gd name="T5" fmla="*/ 34 h 54"/>
                  <a:gd name="T6" fmla="*/ 5 w 37"/>
                  <a:gd name="T7" fmla="*/ 48 h 54"/>
                  <a:gd name="T8" fmla="*/ 11 w 37"/>
                  <a:gd name="T9" fmla="*/ 60 h 54"/>
                  <a:gd name="T10" fmla="*/ 27 w 37"/>
                  <a:gd name="T11" fmla="*/ 35 h 54"/>
                  <a:gd name="T12" fmla="*/ 43 w 37"/>
                  <a:gd name="T13" fmla="*/ 19 h 54"/>
                  <a:gd name="T14" fmla="*/ 37 w 37"/>
                  <a:gd name="T15" fmla="*/ 9 h 54"/>
                  <a:gd name="T16" fmla="*/ 32 w 37"/>
                  <a:gd name="T17" fmla="*/ 1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54">
                    <a:moveTo>
                      <a:pt x="25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12" y="2"/>
                      <a:pt x="3" y="14"/>
                      <a:pt x="1" y="28"/>
                    </a:cubicBezTo>
                    <a:cubicBezTo>
                      <a:pt x="0" y="34"/>
                      <a:pt x="2" y="37"/>
                      <a:pt x="5" y="42"/>
                    </a:cubicBezTo>
                    <a:cubicBezTo>
                      <a:pt x="7" y="46"/>
                      <a:pt x="9" y="51"/>
                      <a:pt x="11" y="54"/>
                    </a:cubicBezTo>
                    <a:cubicBezTo>
                      <a:pt x="10" y="46"/>
                      <a:pt x="16" y="35"/>
                      <a:pt x="21" y="29"/>
                    </a:cubicBezTo>
                    <a:cubicBezTo>
                      <a:pt x="24" y="25"/>
                      <a:pt x="31" y="17"/>
                      <a:pt x="37" y="19"/>
                    </a:cubicBezTo>
                    <a:cubicBezTo>
                      <a:pt x="37" y="16"/>
                      <a:pt x="32" y="11"/>
                      <a:pt x="31" y="9"/>
                    </a:cubicBezTo>
                    <a:cubicBezTo>
                      <a:pt x="29" y="6"/>
                      <a:pt x="28" y="4"/>
                      <a:pt x="26" y="1"/>
                    </a:cubicBezTo>
                  </a:path>
                </a:pathLst>
              </a:custGeom>
              <a:solidFill>
                <a:srgbClr val="A2D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8" name="Freeform 147">
                <a:extLst>
                  <a:ext uri="{FF2B5EF4-FFF2-40B4-BE49-F238E27FC236}">
                    <a16:creationId xmlns:a16="http://schemas.microsoft.com/office/drawing/2014/main" id="{19A7C9BD-233A-4465-8165-A50177ADC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523"/>
                <a:ext cx="32" cy="55"/>
              </a:xfrm>
              <a:custGeom>
                <a:avLst/>
                <a:gdLst>
                  <a:gd name="T0" fmla="*/ 20 w 32"/>
                  <a:gd name="T1" fmla="*/ 0 h 54"/>
                  <a:gd name="T2" fmla="*/ 1 w 32"/>
                  <a:gd name="T3" fmla="*/ 37 h 54"/>
                  <a:gd name="T4" fmla="*/ 14 w 32"/>
                  <a:gd name="T5" fmla="*/ 60 h 54"/>
                  <a:gd name="T6" fmla="*/ 19 w 32"/>
                  <a:gd name="T7" fmla="*/ 35 h 54"/>
                  <a:gd name="T8" fmla="*/ 32 w 32"/>
                  <a:gd name="T9" fmla="*/ 17 h 54"/>
                  <a:gd name="T10" fmla="*/ 25 w 32"/>
                  <a:gd name="T11" fmla="*/ 8 h 54"/>
                  <a:gd name="T12" fmla="*/ 20 w 32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4">
                    <a:moveTo>
                      <a:pt x="20" y="0"/>
                    </a:moveTo>
                    <a:cubicBezTo>
                      <a:pt x="7" y="1"/>
                      <a:pt x="1" y="20"/>
                      <a:pt x="1" y="31"/>
                    </a:cubicBezTo>
                    <a:cubicBezTo>
                      <a:pt x="0" y="42"/>
                      <a:pt x="9" y="46"/>
                      <a:pt x="14" y="54"/>
                    </a:cubicBezTo>
                    <a:cubicBezTo>
                      <a:pt x="11" y="48"/>
                      <a:pt x="16" y="35"/>
                      <a:pt x="19" y="29"/>
                    </a:cubicBezTo>
                    <a:cubicBezTo>
                      <a:pt x="22" y="23"/>
                      <a:pt x="25" y="19"/>
                      <a:pt x="32" y="17"/>
                    </a:cubicBezTo>
                    <a:cubicBezTo>
                      <a:pt x="31" y="14"/>
                      <a:pt x="27" y="11"/>
                      <a:pt x="25" y="8"/>
                    </a:cubicBezTo>
                    <a:cubicBezTo>
                      <a:pt x="23" y="6"/>
                      <a:pt x="21" y="3"/>
                      <a:pt x="20" y="0"/>
                    </a:cubicBezTo>
                  </a:path>
                </a:pathLst>
              </a:custGeom>
              <a:solidFill>
                <a:srgbClr val="A2D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9" name="Freeform 148">
                <a:extLst>
                  <a:ext uri="{FF2B5EF4-FFF2-40B4-BE49-F238E27FC236}">
                    <a16:creationId xmlns:a16="http://schemas.microsoft.com/office/drawing/2014/main" id="{ED0402C9-000E-4EDC-AF33-FF36C4F1A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549"/>
                <a:ext cx="30" cy="55"/>
              </a:xfrm>
              <a:custGeom>
                <a:avLst/>
                <a:gdLst>
                  <a:gd name="T0" fmla="*/ 14 w 29"/>
                  <a:gd name="T1" fmla="*/ 1 h 53"/>
                  <a:gd name="T2" fmla="*/ 0 w 29"/>
                  <a:gd name="T3" fmla="*/ 40 h 53"/>
                  <a:gd name="T4" fmla="*/ 21 w 29"/>
                  <a:gd name="T5" fmla="*/ 65 h 53"/>
                  <a:gd name="T6" fmla="*/ 35 w 29"/>
                  <a:gd name="T7" fmla="*/ 25 h 53"/>
                  <a:gd name="T8" fmla="*/ 26 w 29"/>
                  <a:gd name="T9" fmla="*/ 9 h 53"/>
                  <a:gd name="T10" fmla="*/ 14 w 29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53">
                    <a:moveTo>
                      <a:pt x="14" y="1"/>
                    </a:moveTo>
                    <a:cubicBezTo>
                      <a:pt x="2" y="7"/>
                      <a:pt x="0" y="22"/>
                      <a:pt x="0" y="34"/>
                    </a:cubicBezTo>
                    <a:cubicBezTo>
                      <a:pt x="1" y="42"/>
                      <a:pt x="10" y="47"/>
                      <a:pt x="15" y="53"/>
                    </a:cubicBezTo>
                    <a:cubicBezTo>
                      <a:pt x="12" y="41"/>
                      <a:pt x="15" y="22"/>
                      <a:pt x="29" y="19"/>
                    </a:cubicBezTo>
                    <a:cubicBezTo>
                      <a:pt x="27" y="16"/>
                      <a:pt x="23" y="13"/>
                      <a:pt x="20" y="9"/>
                    </a:cubicBezTo>
                    <a:cubicBezTo>
                      <a:pt x="18" y="6"/>
                      <a:pt x="17" y="2"/>
                      <a:pt x="14" y="0"/>
                    </a:cubicBezTo>
                  </a:path>
                </a:pathLst>
              </a:custGeom>
              <a:solidFill>
                <a:srgbClr val="A2D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0" name="Freeform 149">
                <a:extLst>
                  <a:ext uri="{FF2B5EF4-FFF2-40B4-BE49-F238E27FC236}">
                    <a16:creationId xmlns:a16="http://schemas.microsoft.com/office/drawing/2014/main" id="{BF9DBD7F-499B-4493-9352-86E5B7652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582"/>
                <a:ext cx="32" cy="55"/>
              </a:xfrm>
              <a:custGeom>
                <a:avLst/>
                <a:gdLst>
                  <a:gd name="T0" fmla="*/ 16 w 32"/>
                  <a:gd name="T1" fmla="*/ 1 h 54"/>
                  <a:gd name="T2" fmla="*/ 1 w 32"/>
                  <a:gd name="T3" fmla="*/ 35 h 54"/>
                  <a:gd name="T4" fmla="*/ 2 w 32"/>
                  <a:gd name="T5" fmla="*/ 41 h 54"/>
                  <a:gd name="T6" fmla="*/ 7 w 32"/>
                  <a:gd name="T7" fmla="*/ 48 h 54"/>
                  <a:gd name="T8" fmla="*/ 12 w 32"/>
                  <a:gd name="T9" fmla="*/ 60 h 54"/>
                  <a:gd name="T10" fmla="*/ 31 w 32"/>
                  <a:gd name="T11" fmla="*/ 21 h 54"/>
                  <a:gd name="T12" fmla="*/ 14 w 32"/>
                  <a:gd name="T13" fmla="*/ 1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4">
                    <a:moveTo>
                      <a:pt x="16" y="1"/>
                    </a:moveTo>
                    <a:cubicBezTo>
                      <a:pt x="4" y="0"/>
                      <a:pt x="0" y="20"/>
                      <a:pt x="1" y="29"/>
                    </a:cubicBezTo>
                    <a:cubicBezTo>
                      <a:pt x="1" y="31"/>
                      <a:pt x="1" y="33"/>
                      <a:pt x="2" y="35"/>
                    </a:cubicBezTo>
                    <a:cubicBezTo>
                      <a:pt x="3" y="38"/>
                      <a:pt x="6" y="40"/>
                      <a:pt x="7" y="42"/>
                    </a:cubicBezTo>
                    <a:cubicBezTo>
                      <a:pt x="9" y="46"/>
                      <a:pt x="10" y="51"/>
                      <a:pt x="12" y="54"/>
                    </a:cubicBezTo>
                    <a:cubicBezTo>
                      <a:pt x="13" y="42"/>
                      <a:pt x="17" y="23"/>
                      <a:pt x="31" y="21"/>
                    </a:cubicBezTo>
                    <a:cubicBezTo>
                      <a:pt x="32" y="14"/>
                      <a:pt x="19" y="4"/>
                      <a:pt x="14" y="1"/>
                    </a:cubicBezTo>
                  </a:path>
                </a:pathLst>
              </a:custGeom>
              <a:solidFill>
                <a:srgbClr val="A2D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1" name="Freeform 150">
                <a:extLst>
                  <a:ext uri="{FF2B5EF4-FFF2-40B4-BE49-F238E27FC236}">
                    <a16:creationId xmlns:a16="http://schemas.microsoft.com/office/drawing/2014/main" id="{C4D369D9-B2C4-4201-B9B4-A369FA27A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1658"/>
                <a:ext cx="39" cy="47"/>
              </a:xfrm>
              <a:custGeom>
                <a:avLst/>
                <a:gdLst>
                  <a:gd name="T0" fmla="*/ 1 w 38"/>
                  <a:gd name="T1" fmla="*/ 1 h 46"/>
                  <a:gd name="T2" fmla="*/ 8 w 38"/>
                  <a:gd name="T3" fmla="*/ 0 h 46"/>
                  <a:gd name="T4" fmla="*/ 27 w 38"/>
                  <a:gd name="T5" fmla="*/ 4 h 46"/>
                  <a:gd name="T6" fmla="*/ 41 w 38"/>
                  <a:gd name="T7" fmla="*/ 17 h 46"/>
                  <a:gd name="T8" fmla="*/ 44 w 38"/>
                  <a:gd name="T9" fmla="*/ 33 h 46"/>
                  <a:gd name="T10" fmla="*/ 44 w 38"/>
                  <a:gd name="T11" fmla="*/ 52 h 46"/>
                  <a:gd name="T12" fmla="*/ 38 w 38"/>
                  <a:gd name="T13" fmla="*/ 41 h 46"/>
                  <a:gd name="T14" fmla="*/ 28 w 38"/>
                  <a:gd name="T15" fmla="*/ 33 h 46"/>
                  <a:gd name="T16" fmla="*/ 1 w 38"/>
                  <a:gd name="T17" fmla="*/ 22 h 46"/>
                  <a:gd name="T18" fmla="*/ 0 w 38"/>
                  <a:gd name="T19" fmla="*/ 2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46">
                    <a:moveTo>
                      <a:pt x="1" y="1"/>
                    </a:moveTo>
                    <a:cubicBezTo>
                      <a:pt x="0" y="0"/>
                      <a:pt x="7" y="0"/>
                      <a:pt x="8" y="0"/>
                    </a:cubicBezTo>
                    <a:cubicBezTo>
                      <a:pt x="12" y="1"/>
                      <a:pt x="17" y="2"/>
                      <a:pt x="21" y="4"/>
                    </a:cubicBezTo>
                    <a:cubicBezTo>
                      <a:pt x="27" y="7"/>
                      <a:pt x="32" y="11"/>
                      <a:pt x="35" y="17"/>
                    </a:cubicBezTo>
                    <a:cubicBezTo>
                      <a:pt x="37" y="21"/>
                      <a:pt x="38" y="23"/>
                      <a:pt x="38" y="27"/>
                    </a:cubicBezTo>
                    <a:cubicBezTo>
                      <a:pt x="38" y="33"/>
                      <a:pt x="38" y="40"/>
                      <a:pt x="38" y="46"/>
                    </a:cubicBezTo>
                    <a:cubicBezTo>
                      <a:pt x="35" y="42"/>
                      <a:pt x="35" y="38"/>
                      <a:pt x="32" y="35"/>
                    </a:cubicBezTo>
                    <a:cubicBezTo>
                      <a:pt x="29" y="31"/>
                      <a:pt x="26" y="29"/>
                      <a:pt x="22" y="27"/>
                    </a:cubicBezTo>
                    <a:cubicBezTo>
                      <a:pt x="15" y="23"/>
                      <a:pt x="9" y="22"/>
                      <a:pt x="1" y="22"/>
                    </a:cubicBezTo>
                    <a:cubicBezTo>
                      <a:pt x="1" y="15"/>
                      <a:pt x="0" y="9"/>
                      <a:pt x="0" y="2"/>
                    </a:cubicBezTo>
                  </a:path>
                </a:pathLst>
              </a:custGeom>
              <a:solidFill>
                <a:srgbClr val="6F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2" name="Freeform 151">
                <a:extLst>
                  <a:ext uri="{FF2B5EF4-FFF2-40B4-BE49-F238E27FC236}">
                    <a16:creationId xmlns:a16="http://schemas.microsoft.com/office/drawing/2014/main" id="{84BCB127-C1B3-4FFC-8D2D-5767509B7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627"/>
                <a:ext cx="37" cy="54"/>
              </a:xfrm>
              <a:custGeom>
                <a:avLst/>
                <a:gdLst>
                  <a:gd name="T0" fmla="*/ 38 w 36"/>
                  <a:gd name="T1" fmla="*/ 1 h 53"/>
                  <a:gd name="T2" fmla="*/ 14 w 36"/>
                  <a:gd name="T3" fmla="*/ 11 h 53"/>
                  <a:gd name="T4" fmla="*/ 2 w 36"/>
                  <a:gd name="T5" fmla="*/ 26 h 53"/>
                  <a:gd name="T6" fmla="*/ 1 w 36"/>
                  <a:gd name="T7" fmla="*/ 47 h 53"/>
                  <a:gd name="T8" fmla="*/ 3 w 36"/>
                  <a:gd name="T9" fmla="*/ 59 h 53"/>
                  <a:gd name="T10" fmla="*/ 27 w 36"/>
                  <a:gd name="T11" fmla="*/ 36 h 53"/>
                  <a:gd name="T12" fmla="*/ 42 w 36"/>
                  <a:gd name="T13" fmla="*/ 37 h 53"/>
                  <a:gd name="T14" fmla="*/ 38 w 36"/>
                  <a:gd name="T15" fmla="*/ 15 h 53"/>
                  <a:gd name="T16" fmla="*/ 36 w 36"/>
                  <a:gd name="T17" fmla="*/ 6 h 53"/>
                  <a:gd name="T18" fmla="*/ 36 w 36"/>
                  <a:gd name="T19" fmla="*/ 3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53">
                    <a:moveTo>
                      <a:pt x="32" y="1"/>
                    </a:moveTo>
                    <a:cubicBezTo>
                      <a:pt x="25" y="0"/>
                      <a:pt x="19" y="6"/>
                      <a:pt x="14" y="11"/>
                    </a:cubicBezTo>
                    <a:cubicBezTo>
                      <a:pt x="9" y="15"/>
                      <a:pt x="5" y="19"/>
                      <a:pt x="2" y="26"/>
                    </a:cubicBezTo>
                    <a:cubicBezTo>
                      <a:pt x="0" y="31"/>
                      <a:pt x="1" y="36"/>
                      <a:pt x="1" y="41"/>
                    </a:cubicBezTo>
                    <a:cubicBezTo>
                      <a:pt x="2" y="45"/>
                      <a:pt x="1" y="51"/>
                      <a:pt x="3" y="53"/>
                    </a:cubicBezTo>
                    <a:cubicBezTo>
                      <a:pt x="7" y="44"/>
                      <a:pt x="11" y="34"/>
                      <a:pt x="21" y="30"/>
                    </a:cubicBezTo>
                    <a:cubicBezTo>
                      <a:pt x="26" y="27"/>
                      <a:pt x="31" y="28"/>
                      <a:pt x="36" y="31"/>
                    </a:cubicBezTo>
                    <a:cubicBezTo>
                      <a:pt x="34" y="25"/>
                      <a:pt x="33" y="20"/>
                      <a:pt x="32" y="15"/>
                    </a:cubicBezTo>
                    <a:cubicBezTo>
                      <a:pt x="32" y="12"/>
                      <a:pt x="31" y="9"/>
                      <a:pt x="30" y="6"/>
                    </a:cubicBezTo>
                    <a:cubicBezTo>
                      <a:pt x="30" y="5"/>
                      <a:pt x="31" y="4"/>
                      <a:pt x="30" y="3"/>
                    </a:cubicBezTo>
                  </a:path>
                </a:pathLst>
              </a:custGeom>
              <a:solidFill>
                <a:srgbClr val="A2D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3" name="Freeform 152">
                <a:extLst>
                  <a:ext uri="{FF2B5EF4-FFF2-40B4-BE49-F238E27FC236}">
                    <a16:creationId xmlns:a16="http://schemas.microsoft.com/office/drawing/2014/main" id="{5C05C1DA-295D-453B-AE39-46236E423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421"/>
                <a:ext cx="55" cy="45"/>
              </a:xfrm>
              <a:custGeom>
                <a:avLst/>
                <a:gdLst>
                  <a:gd name="T0" fmla="*/ 0 w 54"/>
                  <a:gd name="T1" fmla="*/ 0 h 44"/>
                  <a:gd name="T2" fmla="*/ 47 w 54"/>
                  <a:gd name="T3" fmla="*/ 13 h 44"/>
                  <a:gd name="T4" fmla="*/ 50 w 54"/>
                  <a:gd name="T5" fmla="*/ 11 h 44"/>
                  <a:gd name="T6" fmla="*/ 55 w 54"/>
                  <a:gd name="T7" fmla="*/ 32 h 44"/>
                  <a:gd name="T8" fmla="*/ 59 w 54"/>
                  <a:gd name="T9" fmla="*/ 43 h 44"/>
                  <a:gd name="T10" fmla="*/ 33 w 54"/>
                  <a:gd name="T11" fmla="*/ 49 h 44"/>
                  <a:gd name="T12" fmla="*/ 11 w 54"/>
                  <a:gd name="T13" fmla="*/ 36 h 44"/>
                  <a:gd name="T14" fmla="*/ 0 w 54"/>
                  <a:gd name="T15" fmla="*/ 5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44">
                    <a:moveTo>
                      <a:pt x="0" y="0"/>
                    </a:moveTo>
                    <a:cubicBezTo>
                      <a:pt x="6" y="17"/>
                      <a:pt x="28" y="18"/>
                      <a:pt x="41" y="13"/>
                    </a:cubicBezTo>
                    <a:cubicBezTo>
                      <a:pt x="42" y="12"/>
                      <a:pt x="43" y="12"/>
                      <a:pt x="44" y="11"/>
                    </a:cubicBezTo>
                    <a:cubicBezTo>
                      <a:pt x="45" y="16"/>
                      <a:pt x="48" y="21"/>
                      <a:pt x="49" y="26"/>
                    </a:cubicBezTo>
                    <a:cubicBezTo>
                      <a:pt x="50" y="28"/>
                      <a:pt x="54" y="35"/>
                      <a:pt x="53" y="37"/>
                    </a:cubicBezTo>
                    <a:cubicBezTo>
                      <a:pt x="51" y="43"/>
                      <a:pt x="32" y="44"/>
                      <a:pt x="27" y="43"/>
                    </a:cubicBezTo>
                    <a:cubicBezTo>
                      <a:pt x="17" y="43"/>
                      <a:pt x="15" y="39"/>
                      <a:pt x="11" y="30"/>
                    </a:cubicBezTo>
                    <a:cubicBezTo>
                      <a:pt x="8" y="21"/>
                      <a:pt x="4" y="12"/>
                      <a:pt x="0" y="5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4" name="Freeform 153">
                <a:extLst>
                  <a:ext uri="{FF2B5EF4-FFF2-40B4-BE49-F238E27FC236}">
                    <a16:creationId xmlns:a16="http://schemas.microsoft.com/office/drawing/2014/main" id="{C8A473BE-F3F7-4EC6-8876-42476340C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476"/>
                <a:ext cx="50" cy="34"/>
              </a:xfrm>
              <a:custGeom>
                <a:avLst/>
                <a:gdLst>
                  <a:gd name="T0" fmla="*/ 0 w 49"/>
                  <a:gd name="T1" fmla="*/ 2 h 33"/>
                  <a:gd name="T2" fmla="*/ 45 w 49"/>
                  <a:gd name="T3" fmla="*/ 0 h 33"/>
                  <a:gd name="T4" fmla="*/ 53 w 49"/>
                  <a:gd name="T5" fmla="*/ 27 h 33"/>
                  <a:gd name="T6" fmla="*/ 39 w 49"/>
                  <a:gd name="T7" fmla="*/ 37 h 33"/>
                  <a:gd name="T8" fmla="*/ 9 w 49"/>
                  <a:gd name="T9" fmla="*/ 33 h 33"/>
                  <a:gd name="T10" fmla="*/ 4 w 49"/>
                  <a:gd name="T11" fmla="*/ 15 h 33"/>
                  <a:gd name="T12" fmla="*/ 0 w 49"/>
                  <a:gd name="T13" fmla="*/ 4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3">
                    <a:moveTo>
                      <a:pt x="0" y="2"/>
                    </a:moveTo>
                    <a:cubicBezTo>
                      <a:pt x="8" y="9"/>
                      <a:pt x="36" y="13"/>
                      <a:pt x="39" y="0"/>
                    </a:cubicBezTo>
                    <a:cubicBezTo>
                      <a:pt x="42" y="7"/>
                      <a:pt x="46" y="14"/>
                      <a:pt x="47" y="21"/>
                    </a:cubicBezTo>
                    <a:cubicBezTo>
                      <a:pt x="49" y="29"/>
                      <a:pt x="41" y="30"/>
                      <a:pt x="33" y="31"/>
                    </a:cubicBezTo>
                    <a:cubicBezTo>
                      <a:pt x="26" y="32"/>
                      <a:pt x="13" y="33"/>
                      <a:pt x="9" y="27"/>
                    </a:cubicBezTo>
                    <a:cubicBezTo>
                      <a:pt x="7" y="24"/>
                      <a:pt x="5" y="18"/>
                      <a:pt x="4" y="15"/>
                    </a:cubicBezTo>
                    <a:cubicBezTo>
                      <a:pt x="2" y="11"/>
                      <a:pt x="1" y="8"/>
                      <a:pt x="0" y="4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5" name="Freeform 154">
                <a:extLst>
                  <a:ext uri="{FF2B5EF4-FFF2-40B4-BE49-F238E27FC236}">
                    <a16:creationId xmlns:a16="http://schemas.microsoft.com/office/drawing/2014/main" id="{65CDF35D-1839-4BEC-9EF4-82F7D885B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516"/>
                <a:ext cx="56" cy="33"/>
              </a:xfrm>
              <a:custGeom>
                <a:avLst/>
                <a:gdLst>
                  <a:gd name="T0" fmla="*/ 1 w 55"/>
                  <a:gd name="T1" fmla="*/ 7 h 33"/>
                  <a:gd name="T2" fmla="*/ 0 w 55"/>
                  <a:gd name="T3" fmla="*/ 7 h 33"/>
                  <a:gd name="T4" fmla="*/ 46 w 55"/>
                  <a:gd name="T5" fmla="*/ 0 h 33"/>
                  <a:gd name="T6" fmla="*/ 61 w 55"/>
                  <a:gd name="T7" fmla="*/ 25 h 33"/>
                  <a:gd name="T8" fmla="*/ 25 w 55"/>
                  <a:gd name="T9" fmla="*/ 33 h 33"/>
                  <a:gd name="T10" fmla="*/ 1 w 55"/>
                  <a:gd name="T11" fmla="*/ 1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33">
                    <a:moveTo>
                      <a:pt x="1" y="7"/>
                    </a:moveTo>
                    <a:cubicBezTo>
                      <a:pt x="1" y="7"/>
                      <a:pt x="0" y="7"/>
                      <a:pt x="0" y="7"/>
                    </a:cubicBezTo>
                    <a:cubicBezTo>
                      <a:pt x="8" y="18"/>
                      <a:pt x="33" y="10"/>
                      <a:pt x="40" y="0"/>
                    </a:cubicBezTo>
                    <a:cubicBezTo>
                      <a:pt x="44" y="9"/>
                      <a:pt x="51" y="16"/>
                      <a:pt x="55" y="25"/>
                    </a:cubicBezTo>
                    <a:cubicBezTo>
                      <a:pt x="50" y="33"/>
                      <a:pt x="33" y="33"/>
                      <a:pt x="25" y="33"/>
                    </a:cubicBezTo>
                    <a:cubicBezTo>
                      <a:pt x="10" y="33"/>
                      <a:pt x="7" y="23"/>
                      <a:pt x="1" y="11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6" name="Freeform 155">
                <a:extLst>
                  <a:ext uri="{FF2B5EF4-FFF2-40B4-BE49-F238E27FC236}">
                    <a16:creationId xmlns:a16="http://schemas.microsoft.com/office/drawing/2014/main" id="{AF10F345-23E8-4742-91B0-82D4294B0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555"/>
                <a:ext cx="62" cy="40"/>
              </a:xfrm>
              <a:custGeom>
                <a:avLst/>
                <a:gdLst>
                  <a:gd name="T0" fmla="*/ 0 w 60"/>
                  <a:gd name="T1" fmla="*/ 11 h 40"/>
                  <a:gd name="T2" fmla="*/ 13 w 60"/>
                  <a:gd name="T3" fmla="*/ 16 h 40"/>
                  <a:gd name="T4" fmla="*/ 37 w 60"/>
                  <a:gd name="T5" fmla="*/ 12 h 40"/>
                  <a:gd name="T6" fmla="*/ 55 w 60"/>
                  <a:gd name="T7" fmla="*/ 0 h 40"/>
                  <a:gd name="T8" fmla="*/ 71 w 60"/>
                  <a:gd name="T9" fmla="*/ 17 h 40"/>
                  <a:gd name="T10" fmla="*/ 51 w 60"/>
                  <a:gd name="T11" fmla="*/ 35 h 40"/>
                  <a:gd name="T12" fmla="*/ 28 w 60"/>
                  <a:gd name="T13" fmla="*/ 38 h 40"/>
                  <a:gd name="T14" fmla="*/ 2 w 60"/>
                  <a:gd name="T15" fmla="*/ 1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40">
                    <a:moveTo>
                      <a:pt x="0" y="11"/>
                    </a:moveTo>
                    <a:cubicBezTo>
                      <a:pt x="4" y="12"/>
                      <a:pt x="8" y="16"/>
                      <a:pt x="13" y="16"/>
                    </a:cubicBezTo>
                    <a:cubicBezTo>
                      <a:pt x="20" y="17"/>
                      <a:pt x="25" y="15"/>
                      <a:pt x="31" y="12"/>
                    </a:cubicBezTo>
                    <a:cubicBezTo>
                      <a:pt x="37" y="9"/>
                      <a:pt x="42" y="7"/>
                      <a:pt x="44" y="0"/>
                    </a:cubicBezTo>
                    <a:cubicBezTo>
                      <a:pt x="47" y="4"/>
                      <a:pt x="58" y="13"/>
                      <a:pt x="59" y="17"/>
                    </a:cubicBezTo>
                    <a:cubicBezTo>
                      <a:pt x="60" y="23"/>
                      <a:pt x="47" y="32"/>
                      <a:pt x="42" y="35"/>
                    </a:cubicBezTo>
                    <a:cubicBezTo>
                      <a:pt x="37" y="38"/>
                      <a:pt x="28" y="40"/>
                      <a:pt x="22" y="38"/>
                    </a:cubicBezTo>
                    <a:cubicBezTo>
                      <a:pt x="15" y="34"/>
                      <a:pt x="5" y="22"/>
                      <a:pt x="2" y="15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7" name="Freeform 156">
                <a:extLst>
                  <a:ext uri="{FF2B5EF4-FFF2-40B4-BE49-F238E27FC236}">
                    <a16:creationId xmlns:a16="http://schemas.microsoft.com/office/drawing/2014/main" id="{2EE075DC-5553-455F-A0F8-459FFDD0C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585"/>
                <a:ext cx="68" cy="44"/>
              </a:xfrm>
              <a:custGeom>
                <a:avLst/>
                <a:gdLst>
                  <a:gd name="T0" fmla="*/ 1 w 66"/>
                  <a:gd name="T1" fmla="*/ 18 h 43"/>
                  <a:gd name="T2" fmla="*/ 34 w 66"/>
                  <a:gd name="T3" fmla="*/ 15 h 43"/>
                  <a:gd name="T4" fmla="*/ 47 w 66"/>
                  <a:gd name="T5" fmla="*/ 0 h 43"/>
                  <a:gd name="T6" fmla="*/ 77 w 66"/>
                  <a:gd name="T7" fmla="*/ 7 h 43"/>
                  <a:gd name="T8" fmla="*/ 47 w 66"/>
                  <a:gd name="T9" fmla="*/ 46 h 43"/>
                  <a:gd name="T10" fmla="*/ 28 w 66"/>
                  <a:gd name="T11" fmla="*/ 39 h 43"/>
                  <a:gd name="T12" fmla="*/ 0 w 66"/>
                  <a:gd name="T13" fmla="*/ 2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3">
                    <a:moveTo>
                      <a:pt x="1" y="18"/>
                    </a:moveTo>
                    <a:cubicBezTo>
                      <a:pt x="6" y="24"/>
                      <a:pt x="22" y="18"/>
                      <a:pt x="28" y="15"/>
                    </a:cubicBezTo>
                    <a:cubicBezTo>
                      <a:pt x="35" y="11"/>
                      <a:pt x="39" y="7"/>
                      <a:pt x="41" y="0"/>
                    </a:cubicBezTo>
                    <a:cubicBezTo>
                      <a:pt x="49" y="2"/>
                      <a:pt x="57" y="7"/>
                      <a:pt x="65" y="7"/>
                    </a:cubicBezTo>
                    <a:cubicBezTo>
                      <a:pt x="66" y="21"/>
                      <a:pt x="54" y="35"/>
                      <a:pt x="41" y="40"/>
                    </a:cubicBezTo>
                    <a:cubicBezTo>
                      <a:pt x="34" y="43"/>
                      <a:pt x="28" y="37"/>
                      <a:pt x="22" y="33"/>
                    </a:cubicBezTo>
                    <a:cubicBezTo>
                      <a:pt x="15" y="29"/>
                      <a:pt x="5" y="27"/>
                      <a:pt x="0" y="21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8" name="Freeform 157">
                <a:extLst>
                  <a:ext uri="{FF2B5EF4-FFF2-40B4-BE49-F238E27FC236}">
                    <a16:creationId xmlns:a16="http://schemas.microsoft.com/office/drawing/2014/main" id="{6E808996-EDD9-495F-8241-5F4C7D20E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581"/>
                <a:ext cx="52" cy="57"/>
              </a:xfrm>
              <a:custGeom>
                <a:avLst/>
                <a:gdLst>
                  <a:gd name="T0" fmla="*/ 30 w 50"/>
                  <a:gd name="T1" fmla="*/ 12 h 56"/>
                  <a:gd name="T2" fmla="*/ 0 w 50"/>
                  <a:gd name="T3" fmla="*/ 58 h 56"/>
                  <a:gd name="T4" fmla="*/ 50 w 50"/>
                  <a:gd name="T5" fmla="*/ 55 h 56"/>
                  <a:gd name="T6" fmla="*/ 61 w 50"/>
                  <a:gd name="T7" fmla="*/ 21 h 56"/>
                  <a:gd name="T8" fmla="*/ 61 w 50"/>
                  <a:gd name="T9" fmla="*/ 0 h 56"/>
                  <a:gd name="T10" fmla="*/ 44 w 50"/>
                  <a:gd name="T11" fmla="*/ 8 h 56"/>
                  <a:gd name="T12" fmla="*/ 28 w 50"/>
                  <a:gd name="T13" fmla="*/ 16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56">
                    <a:moveTo>
                      <a:pt x="24" y="12"/>
                    </a:moveTo>
                    <a:cubicBezTo>
                      <a:pt x="25" y="25"/>
                      <a:pt x="14" y="49"/>
                      <a:pt x="0" y="52"/>
                    </a:cubicBezTo>
                    <a:cubicBezTo>
                      <a:pt x="5" y="56"/>
                      <a:pt x="33" y="53"/>
                      <a:pt x="38" y="49"/>
                    </a:cubicBezTo>
                    <a:cubicBezTo>
                      <a:pt x="45" y="45"/>
                      <a:pt x="48" y="29"/>
                      <a:pt x="49" y="21"/>
                    </a:cubicBezTo>
                    <a:cubicBezTo>
                      <a:pt x="50" y="14"/>
                      <a:pt x="50" y="8"/>
                      <a:pt x="49" y="0"/>
                    </a:cubicBezTo>
                    <a:cubicBezTo>
                      <a:pt x="44" y="1"/>
                      <a:pt x="39" y="6"/>
                      <a:pt x="35" y="8"/>
                    </a:cubicBezTo>
                    <a:cubicBezTo>
                      <a:pt x="31" y="11"/>
                      <a:pt x="26" y="13"/>
                      <a:pt x="22" y="16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9" name="Freeform 158">
                <a:extLst>
                  <a:ext uri="{FF2B5EF4-FFF2-40B4-BE49-F238E27FC236}">
                    <a16:creationId xmlns:a16="http://schemas.microsoft.com/office/drawing/2014/main" id="{53557016-59AE-460D-9DAA-14A97FA32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537"/>
                <a:ext cx="32" cy="81"/>
              </a:xfrm>
              <a:custGeom>
                <a:avLst/>
                <a:gdLst>
                  <a:gd name="T0" fmla="*/ 0 w 31"/>
                  <a:gd name="T1" fmla="*/ 28 h 79"/>
                  <a:gd name="T2" fmla="*/ 6 w 31"/>
                  <a:gd name="T3" fmla="*/ 40 h 79"/>
                  <a:gd name="T4" fmla="*/ 10 w 31"/>
                  <a:gd name="T5" fmla="*/ 56 h 79"/>
                  <a:gd name="T6" fmla="*/ 10 w 31"/>
                  <a:gd name="T7" fmla="*/ 91 h 79"/>
                  <a:gd name="T8" fmla="*/ 32 w 31"/>
                  <a:gd name="T9" fmla="*/ 74 h 79"/>
                  <a:gd name="T10" fmla="*/ 36 w 31"/>
                  <a:gd name="T11" fmla="*/ 49 h 79"/>
                  <a:gd name="T12" fmla="*/ 12 w 31"/>
                  <a:gd name="T13" fmla="*/ 0 h 79"/>
                  <a:gd name="T14" fmla="*/ 0 w 31"/>
                  <a:gd name="T15" fmla="*/ 30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79">
                    <a:moveTo>
                      <a:pt x="0" y="22"/>
                    </a:moveTo>
                    <a:cubicBezTo>
                      <a:pt x="0" y="25"/>
                      <a:pt x="5" y="30"/>
                      <a:pt x="6" y="34"/>
                    </a:cubicBezTo>
                    <a:cubicBezTo>
                      <a:pt x="8" y="39"/>
                      <a:pt x="9" y="45"/>
                      <a:pt x="10" y="50"/>
                    </a:cubicBezTo>
                    <a:cubicBezTo>
                      <a:pt x="11" y="58"/>
                      <a:pt x="13" y="71"/>
                      <a:pt x="10" y="79"/>
                    </a:cubicBezTo>
                    <a:cubicBezTo>
                      <a:pt x="16" y="73"/>
                      <a:pt x="22" y="69"/>
                      <a:pt x="26" y="62"/>
                    </a:cubicBezTo>
                    <a:cubicBezTo>
                      <a:pt x="30" y="55"/>
                      <a:pt x="31" y="50"/>
                      <a:pt x="30" y="43"/>
                    </a:cubicBezTo>
                    <a:cubicBezTo>
                      <a:pt x="28" y="29"/>
                      <a:pt x="23" y="8"/>
                      <a:pt x="12" y="0"/>
                    </a:cubicBezTo>
                    <a:cubicBezTo>
                      <a:pt x="10" y="9"/>
                      <a:pt x="3" y="15"/>
                      <a:pt x="0" y="24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0" name="Freeform 159">
                <a:extLst>
                  <a:ext uri="{FF2B5EF4-FFF2-40B4-BE49-F238E27FC236}">
                    <a16:creationId xmlns:a16="http://schemas.microsoft.com/office/drawing/2014/main" id="{7DC77865-ADDD-4CF6-8337-CBC1668AF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469"/>
                <a:ext cx="32" cy="70"/>
              </a:xfrm>
              <a:custGeom>
                <a:avLst/>
                <a:gdLst>
                  <a:gd name="T0" fmla="*/ 1 w 32"/>
                  <a:gd name="T1" fmla="*/ 28 h 69"/>
                  <a:gd name="T2" fmla="*/ 13 w 32"/>
                  <a:gd name="T3" fmla="*/ 57 h 69"/>
                  <a:gd name="T4" fmla="*/ 17 w 32"/>
                  <a:gd name="T5" fmla="*/ 75 h 69"/>
                  <a:gd name="T6" fmla="*/ 30 w 32"/>
                  <a:gd name="T7" fmla="*/ 33 h 69"/>
                  <a:gd name="T8" fmla="*/ 17 w 32"/>
                  <a:gd name="T9" fmla="*/ 0 h 69"/>
                  <a:gd name="T10" fmla="*/ 0 w 32"/>
                  <a:gd name="T11" fmla="*/ 3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69">
                    <a:moveTo>
                      <a:pt x="1" y="28"/>
                    </a:moveTo>
                    <a:cubicBezTo>
                      <a:pt x="1" y="31"/>
                      <a:pt x="11" y="46"/>
                      <a:pt x="13" y="51"/>
                    </a:cubicBezTo>
                    <a:cubicBezTo>
                      <a:pt x="15" y="57"/>
                      <a:pt x="17" y="63"/>
                      <a:pt x="17" y="69"/>
                    </a:cubicBezTo>
                    <a:cubicBezTo>
                      <a:pt x="23" y="58"/>
                      <a:pt x="32" y="46"/>
                      <a:pt x="30" y="33"/>
                    </a:cubicBezTo>
                    <a:cubicBezTo>
                      <a:pt x="28" y="22"/>
                      <a:pt x="25" y="7"/>
                      <a:pt x="17" y="0"/>
                    </a:cubicBezTo>
                    <a:cubicBezTo>
                      <a:pt x="12" y="9"/>
                      <a:pt x="2" y="19"/>
                      <a:pt x="0" y="30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1" name="Freeform 160">
                <a:extLst>
                  <a:ext uri="{FF2B5EF4-FFF2-40B4-BE49-F238E27FC236}">
                    <a16:creationId xmlns:a16="http://schemas.microsoft.com/office/drawing/2014/main" id="{F7324892-75AB-4833-95FE-52907B44A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428"/>
                <a:ext cx="35" cy="62"/>
              </a:xfrm>
              <a:custGeom>
                <a:avLst/>
                <a:gdLst>
                  <a:gd name="T0" fmla="*/ 1 w 34"/>
                  <a:gd name="T1" fmla="*/ 17 h 61"/>
                  <a:gd name="T2" fmla="*/ 9 w 34"/>
                  <a:gd name="T3" fmla="*/ 67 h 61"/>
                  <a:gd name="T4" fmla="*/ 27 w 34"/>
                  <a:gd name="T5" fmla="*/ 52 h 61"/>
                  <a:gd name="T6" fmla="*/ 37 w 34"/>
                  <a:gd name="T7" fmla="*/ 44 h 61"/>
                  <a:gd name="T8" fmla="*/ 35 w 34"/>
                  <a:gd name="T9" fmla="*/ 17 h 61"/>
                  <a:gd name="T10" fmla="*/ 30 w 34"/>
                  <a:gd name="T11" fmla="*/ 0 h 61"/>
                  <a:gd name="T12" fmla="*/ 0 w 34"/>
                  <a:gd name="T13" fmla="*/ 18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1">
                    <a:moveTo>
                      <a:pt x="1" y="17"/>
                    </a:moveTo>
                    <a:cubicBezTo>
                      <a:pt x="5" y="31"/>
                      <a:pt x="13" y="46"/>
                      <a:pt x="9" y="61"/>
                    </a:cubicBezTo>
                    <a:cubicBezTo>
                      <a:pt x="12" y="56"/>
                      <a:pt x="17" y="51"/>
                      <a:pt x="21" y="46"/>
                    </a:cubicBezTo>
                    <a:cubicBezTo>
                      <a:pt x="24" y="43"/>
                      <a:pt x="30" y="41"/>
                      <a:pt x="31" y="38"/>
                    </a:cubicBezTo>
                    <a:cubicBezTo>
                      <a:pt x="34" y="32"/>
                      <a:pt x="30" y="22"/>
                      <a:pt x="29" y="17"/>
                    </a:cubicBezTo>
                    <a:cubicBezTo>
                      <a:pt x="28" y="11"/>
                      <a:pt x="26" y="5"/>
                      <a:pt x="24" y="0"/>
                    </a:cubicBezTo>
                    <a:cubicBezTo>
                      <a:pt x="16" y="1"/>
                      <a:pt x="8" y="13"/>
                      <a:pt x="0" y="18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2" name="Freeform 161">
                <a:extLst>
                  <a:ext uri="{FF2B5EF4-FFF2-40B4-BE49-F238E27FC236}">
                    <a16:creationId xmlns:a16="http://schemas.microsoft.com/office/drawing/2014/main" id="{8C32CB68-EF7B-4DA5-ABDE-EA8B2515B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416"/>
                <a:ext cx="37" cy="44"/>
              </a:xfrm>
              <a:custGeom>
                <a:avLst/>
                <a:gdLst>
                  <a:gd name="T0" fmla="*/ 2 w 36"/>
                  <a:gd name="T1" fmla="*/ 4 h 43"/>
                  <a:gd name="T2" fmla="*/ 0 w 36"/>
                  <a:gd name="T3" fmla="*/ 49 h 43"/>
                  <a:gd name="T4" fmla="*/ 27 w 36"/>
                  <a:gd name="T5" fmla="*/ 48 h 43"/>
                  <a:gd name="T6" fmla="*/ 40 w 36"/>
                  <a:gd name="T7" fmla="*/ 28 h 43"/>
                  <a:gd name="T8" fmla="*/ 41 w 36"/>
                  <a:gd name="T9" fmla="*/ 6 h 43"/>
                  <a:gd name="T10" fmla="*/ 36 w 36"/>
                  <a:gd name="T11" fmla="*/ 2 h 43"/>
                  <a:gd name="T12" fmla="*/ 4 w 36"/>
                  <a:gd name="T13" fmla="*/ 3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43">
                    <a:moveTo>
                      <a:pt x="2" y="4"/>
                    </a:moveTo>
                    <a:cubicBezTo>
                      <a:pt x="7" y="13"/>
                      <a:pt x="6" y="36"/>
                      <a:pt x="0" y="43"/>
                    </a:cubicBezTo>
                    <a:cubicBezTo>
                      <a:pt x="7" y="42"/>
                      <a:pt x="14" y="43"/>
                      <a:pt x="21" y="42"/>
                    </a:cubicBezTo>
                    <a:cubicBezTo>
                      <a:pt x="29" y="41"/>
                      <a:pt x="32" y="30"/>
                      <a:pt x="34" y="22"/>
                    </a:cubicBezTo>
                    <a:cubicBezTo>
                      <a:pt x="35" y="18"/>
                      <a:pt x="36" y="11"/>
                      <a:pt x="35" y="6"/>
                    </a:cubicBezTo>
                    <a:cubicBezTo>
                      <a:pt x="34" y="2"/>
                      <a:pt x="35" y="3"/>
                      <a:pt x="30" y="2"/>
                    </a:cubicBezTo>
                    <a:cubicBezTo>
                      <a:pt x="22" y="0"/>
                      <a:pt x="12" y="4"/>
                      <a:pt x="4" y="3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3" name="Freeform 162">
                <a:extLst>
                  <a:ext uri="{FF2B5EF4-FFF2-40B4-BE49-F238E27FC236}">
                    <a16:creationId xmlns:a16="http://schemas.microsoft.com/office/drawing/2014/main" id="{DE91B52C-5685-4388-BCDF-8286808A3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424"/>
                <a:ext cx="60" cy="43"/>
              </a:xfrm>
              <a:custGeom>
                <a:avLst/>
                <a:gdLst>
                  <a:gd name="T0" fmla="*/ 0 w 58"/>
                  <a:gd name="T1" fmla="*/ 39 h 42"/>
                  <a:gd name="T2" fmla="*/ 35 w 58"/>
                  <a:gd name="T3" fmla="*/ 5 h 42"/>
                  <a:gd name="T4" fmla="*/ 39 w 58"/>
                  <a:gd name="T5" fmla="*/ 0 h 42"/>
                  <a:gd name="T6" fmla="*/ 50 w 58"/>
                  <a:gd name="T7" fmla="*/ 5 h 42"/>
                  <a:gd name="T8" fmla="*/ 67 w 58"/>
                  <a:gd name="T9" fmla="*/ 11 h 42"/>
                  <a:gd name="T10" fmla="*/ 57 w 58"/>
                  <a:gd name="T11" fmla="*/ 32 h 42"/>
                  <a:gd name="T12" fmla="*/ 37 w 58"/>
                  <a:gd name="T13" fmla="*/ 45 h 42"/>
                  <a:gd name="T14" fmla="*/ 23 w 58"/>
                  <a:gd name="T15" fmla="*/ 44 h 42"/>
                  <a:gd name="T16" fmla="*/ 1 w 58"/>
                  <a:gd name="T17" fmla="*/ 38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42">
                    <a:moveTo>
                      <a:pt x="0" y="33"/>
                    </a:moveTo>
                    <a:cubicBezTo>
                      <a:pt x="13" y="29"/>
                      <a:pt x="22" y="16"/>
                      <a:pt x="29" y="5"/>
                    </a:cubicBezTo>
                    <a:cubicBezTo>
                      <a:pt x="30" y="2"/>
                      <a:pt x="30" y="0"/>
                      <a:pt x="33" y="0"/>
                    </a:cubicBezTo>
                    <a:cubicBezTo>
                      <a:pt x="34" y="0"/>
                      <a:pt x="39" y="4"/>
                      <a:pt x="41" y="5"/>
                    </a:cubicBezTo>
                    <a:cubicBezTo>
                      <a:pt x="45" y="6"/>
                      <a:pt x="53" y="7"/>
                      <a:pt x="55" y="11"/>
                    </a:cubicBezTo>
                    <a:cubicBezTo>
                      <a:pt x="58" y="17"/>
                      <a:pt x="49" y="22"/>
                      <a:pt x="45" y="26"/>
                    </a:cubicBezTo>
                    <a:cubicBezTo>
                      <a:pt x="41" y="30"/>
                      <a:pt x="37" y="36"/>
                      <a:pt x="31" y="39"/>
                    </a:cubicBezTo>
                    <a:cubicBezTo>
                      <a:pt x="25" y="42"/>
                      <a:pt x="23" y="40"/>
                      <a:pt x="17" y="38"/>
                    </a:cubicBezTo>
                    <a:cubicBezTo>
                      <a:pt x="12" y="35"/>
                      <a:pt x="6" y="35"/>
                      <a:pt x="1" y="32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4" name="Freeform 163">
                <a:extLst>
                  <a:ext uri="{FF2B5EF4-FFF2-40B4-BE49-F238E27FC236}">
                    <a16:creationId xmlns:a16="http://schemas.microsoft.com/office/drawing/2014/main" id="{3F41B198-6CCF-4BC3-A126-38F403D1D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460"/>
                <a:ext cx="57" cy="38"/>
              </a:xfrm>
              <a:custGeom>
                <a:avLst/>
                <a:gdLst>
                  <a:gd name="T0" fmla="*/ 0 w 56"/>
                  <a:gd name="T1" fmla="*/ 14 h 37"/>
                  <a:gd name="T2" fmla="*/ 16 w 56"/>
                  <a:gd name="T3" fmla="*/ 14 h 37"/>
                  <a:gd name="T4" fmla="*/ 36 w 56"/>
                  <a:gd name="T5" fmla="*/ 9 h 37"/>
                  <a:gd name="T6" fmla="*/ 48 w 56"/>
                  <a:gd name="T7" fmla="*/ 0 h 37"/>
                  <a:gd name="T8" fmla="*/ 59 w 56"/>
                  <a:gd name="T9" fmla="*/ 25 h 37"/>
                  <a:gd name="T10" fmla="*/ 61 w 56"/>
                  <a:gd name="T11" fmla="*/ 35 h 37"/>
                  <a:gd name="T12" fmla="*/ 51 w 56"/>
                  <a:gd name="T13" fmla="*/ 38 h 37"/>
                  <a:gd name="T14" fmla="*/ 20 w 56"/>
                  <a:gd name="T15" fmla="*/ 39 h 37"/>
                  <a:gd name="T16" fmla="*/ 3 w 56"/>
                  <a:gd name="T17" fmla="*/ 14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37">
                    <a:moveTo>
                      <a:pt x="0" y="14"/>
                    </a:moveTo>
                    <a:cubicBezTo>
                      <a:pt x="6" y="14"/>
                      <a:pt x="11" y="16"/>
                      <a:pt x="16" y="14"/>
                    </a:cubicBezTo>
                    <a:cubicBezTo>
                      <a:pt x="21" y="13"/>
                      <a:pt x="26" y="11"/>
                      <a:pt x="30" y="9"/>
                    </a:cubicBezTo>
                    <a:cubicBezTo>
                      <a:pt x="34" y="7"/>
                      <a:pt x="39" y="4"/>
                      <a:pt x="42" y="0"/>
                    </a:cubicBezTo>
                    <a:cubicBezTo>
                      <a:pt x="47" y="4"/>
                      <a:pt x="52" y="12"/>
                      <a:pt x="53" y="19"/>
                    </a:cubicBezTo>
                    <a:cubicBezTo>
                      <a:pt x="54" y="21"/>
                      <a:pt x="56" y="27"/>
                      <a:pt x="55" y="29"/>
                    </a:cubicBezTo>
                    <a:cubicBezTo>
                      <a:pt x="54" y="31"/>
                      <a:pt x="47" y="32"/>
                      <a:pt x="45" y="32"/>
                    </a:cubicBezTo>
                    <a:cubicBezTo>
                      <a:pt x="38" y="34"/>
                      <a:pt x="27" y="37"/>
                      <a:pt x="20" y="33"/>
                    </a:cubicBezTo>
                    <a:cubicBezTo>
                      <a:pt x="17" y="31"/>
                      <a:pt x="3" y="16"/>
                      <a:pt x="3" y="14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5" name="Freeform 164">
                <a:extLst>
                  <a:ext uri="{FF2B5EF4-FFF2-40B4-BE49-F238E27FC236}">
                    <a16:creationId xmlns:a16="http://schemas.microsoft.com/office/drawing/2014/main" id="{450B0FED-E845-4CFE-92A8-16C475E1F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1509"/>
                <a:ext cx="36" cy="47"/>
              </a:xfrm>
              <a:custGeom>
                <a:avLst/>
                <a:gdLst>
                  <a:gd name="T0" fmla="*/ 0 w 35"/>
                  <a:gd name="T1" fmla="*/ 1 h 46"/>
                  <a:gd name="T2" fmla="*/ 39 w 35"/>
                  <a:gd name="T3" fmla="*/ 8 h 46"/>
                  <a:gd name="T4" fmla="*/ 40 w 35"/>
                  <a:gd name="T5" fmla="*/ 49 h 46"/>
                  <a:gd name="T6" fmla="*/ 8 w 35"/>
                  <a:gd name="T7" fmla="*/ 40 h 46"/>
                  <a:gd name="T8" fmla="*/ 0 w 35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6">
                    <a:moveTo>
                      <a:pt x="0" y="1"/>
                    </a:moveTo>
                    <a:cubicBezTo>
                      <a:pt x="6" y="9"/>
                      <a:pt x="25" y="15"/>
                      <a:pt x="33" y="8"/>
                    </a:cubicBezTo>
                    <a:cubicBezTo>
                      <a:pt x="35" y="19"/>
                      <a:pt x="34" y="32"/>
                      <a:pt x="34" y="43"/>
                    </a:cubicBezTo>
                    <a:cubicBezTo>
                      <a:pt x="25" y="46"/>
                      <a:pt x="14" y="41"/>
                      <a:pt x="8" y="34"/>
                    </a:cubicBezTo>
                    <a:cubicBezTo>
                      <a:pt x="1" y="25"/>
                      <a:pt x="4" y="10"/>
                      <a:pt x="0" y="0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6" name="Freeform 165">
                <a:extLst>
                  <a:ext uri="{FF2B5EF4-FFF2-40B4-BE49-F238E27FC236}">
                    <a16:creationId xmlns:a16="http://schemas.microsoft.com/office/drawing/2014/main" id="{BC42E483-F90A-40C1-A5C4-167155D34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559"/>
                <a:ext cx="39" cy="46"/>
              </a:xfrm>
              <a:custGeom>
                <a:avLst/>
                <a:gdLst>
                  <a:gd name="T0" fmla="*/ 6 w 38"/>
                  <a:gd name="T1" fmla="*/ 0 h 45"/>
                  <a:gd name="T2" fmla="*/ 29 w 38"/>
                  <a:gd name="T3" fmla="*/ 16 h 45"/>
                  <a:gd name="T4" fmla="*/ 43 w 38"/>
                  <a:gd name="T5" fmla="*/ 20 h 45"/>
                  <a:gd name="T6" fmla="*/ 36 w 38"/>
                  <a:gd name="T7" fmla="*/ 50 h 45"/>
                  <a:gd name="T8" fmla="*/ 5 w 38"/>
                  <a:gd name="T9" fmla="*/ 36 h 45"/>
                  <a:gd name="T10" fmla="*/ 5 w 38"/>
                  <a:gd name="T11" fmla="*/ 3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5">
                    <a:moveTo>
                      <a:pt x="6" y="0"/>
                    </a:moveTo>
                    <a:cubicBezTo>
                      <a:pt x="12" y="5"/>
                      <a:pt x="15" y="12"/>
                      <a:pt x="23" y="16"/>
                    </a:cubicBezTo>
                    <a:cubicBezTo>
                      <a:pt x="27" y="18"/>
                      <a:pt x="32" y="19"/>
                      <a:pt x="37" y="20"/>
                    </a:cubicBezTo>
                    <a:cubicBezTo>
                      <a:pt x="38" y="27"/>
                      <a:pt x="34" y="38"/>
                      <a:pt x="30" y="44"/>
                    </a:cubicBezTo>
                    <a:cubicBezTo>
                      <a:pt x="20" y="45"/>
                      <a:pt x="12" y="37"/>
                      <a:pt x="5" y="30"/>
                    </a:cubicBezTo>
                    <a:cubicBezTo>
                      <a:pt x="0" y="24"/>
                      <a:pt x="2" y="11"/>
                      <a:pt x="5" y="3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7" name="Freeform 166">
                <a:extLst>
                  <a:ext uri="{FF2B5EF4-FFF2-40B4-BE49-F238E27FC236}">
                    <a16:creationId xmlns:a16="http://schemas.microsoft.com/office/drawing/2014/main" id="{BEC6DF01-DB15-44C7-BCF5-6013529D7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597"/>
                <a:ext cx="35" cy="62"/>
              </a:xfrm>
              <a:custGeom>
                <a:avLst/>
                <a:gdLst>
                  <a:gd name="T0" fmla="*/ 9 w 35"/>
                  <a:gd name="T1" fmla="*/ 0 h 60"/>
                  <a:gd name="T2" fmla="*/ 18 w 35"/>
                  <a:gd name="T3" fmla="*/ 28 h 60"/>
                  <a:gd name="T4" fmla="*/ 32 w 35"/>
                  <a:gd name="T5" fmla="*/ 39 h 60"/>
                  <a:gd name="T6" fmla="*/ 32 w 35"/>
                  <a:gd name="T7" fmla="*/ 57 h 60"/>
                  <a:gd name="T8" fmla="*/ 27 w 35"/>
                  <a:gd name="T9" fmla="*/ 69 h 60"/>
                  <a:gd name="T10" fmla="*/ 4 w 35"/>
                  <a:gd name="T11" fmla="*/ 42 h 60"/>
                  <a:gd name="T12" fmla="*/ 8 w 35"/>
                  <a:gd name="T13" fmla="*/ 4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0">
                    <a:moveTo>
                      <a:pt x="9" y="0"/>
                    </a:moveTo>
                    <a:cubicBezTo>
                      <a:pt x="6" y="8"/>
                      <a:pt x="13" y="17"/>
                      <a:pt x="18" y="22"/>
                    </a:cubicBezTo>
                    <a:cubicBezTo>
                      <a:pt x="22" y="27"/>
                      <a:pt x="28" y="29"/>
                      <a:pt x="32" y="33"/>
                    </a:cubicBezTo>
                    <a:cubicBezTo>
                      <a:pt x="35" y="36"/>
                      <a:pt x="34" y="40"/>
                      <a:pt x="32" y="45"/>
                    </a:cubicBezTo>
                    <a:cubicBezTo>
                      <a:pt x="31" y="47"/>
                      <a:pt x="29" y="56"/>
                      <a:pt x="27" y="57"/>
                    </a:cubicBezTo>
                    <a:cubicBezTo>
                      <a:pt x="20" y="60"/>
                      <a:pt x="6" y="42"/>
                      <a:pt x="4" y="36"/>
                    </a:cubicBezTo>
                    <a:cubicBezTo>
                      <a:pt x="0" y="27"/>
                      <a:pt x="3" y="12"/>
                      <a:pt x="8" y="4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8" name="Freeform 167">
                <a:extLst>
                  <a:ext uri="{FF2B5EF4-FFF2-40B4-BE49-F238E27FC236}">
                    <a16:creationId xmlns:a16="http://schemas.microsoft.com/office/drawing/2014/main" id="{6A3FA834-8044-49F8-964E-6C889732F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646"/>
                <a:ext cx="40" cy="57"/>
              </a:xfrm>
              <a:custGeom>
                <a:avLst/>
                <a:gdLst>
                  <a:gd name="T0" fmla="*/ 12 w 39"/>
                  <a:gd name="T1" fmla="*/ 0 h 56"/>
                  <a:gd name="T2" fmla="*/ 45 w 39"/>
                  <a:gd name="T3" fmla="*/ 37 h 56"/>
                  <a:gd name="T4" fmla="*/ 33 w 39"/>
                  <a:gd name="T5" fmla="*/ 59 h 56"/>
                  <a:gd name="T6" fmla="*/ 31 w 39"/>
                  <a:gd name="T7" fmla="*/ 58 h 56"/>
                  <a:gd name="T8" fmla="*/ 30 w 39"/>
                  <a:gd name="T9" fmla="*/ 62 h 56"/>
                  <a:gd name="T10" fmla="*/ 4 w 39"/>
                  <a:gd name="T11" fmla="*/ 37 h 56"/>
                  <a:gd name="T12" fmla="*/ 12 w 39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6">
                    <a:moveTo>
                      <a:pt x="12" y="0"/>
                    </a:moveTo>
                    <a:cubicBezTo>
                      <a:pt x="12" y="15"/>
                      <a:pt x="26" y="27"/>
                      <a:pt x="39" y="31"/>
                    </a:cubicBezTo>
                    <a:cubicBezTo>
                      <a:pt x="34" y="37"/>
                      <a:pt x="30" y="46"/>
                      <a:pt x="27" y="53"/>
                    </a:cubicBezTo>
                    <a:cubicBezTo>
                      <a:pt x="26" y="53"/>
                      <a:pt x="26" y="52"/>
                      <a:pt x="25" y="52"/>
                    </a:cubicBezTo>
                    <a:cubicBezTo>
                      <a:pt x="26" y="54"/>
                      <a:pt x="25" y="54"/>
                      <a:pt x="24" y="56"/>
                    </a:cubicBezTo>
                    <a:cubicBezTo>
                      <a:pt x="14" y="51"/>
                      <a:pt x="8" y="42"/>
                      <a:pt x="4" y="31"/>
                    </a:cubicBezTo>
                    <a:cubicBezTo>
                      <a:pt x="0" y="18"/>
                      <a:pt x="10" y="12"/>
                      <a:pt x="12" y="0"/>
                    </a:cubicBezTo>
                  </a:path>
                </a:pathLst>
              </a:custGeom>
              <a:solidFill>
                <a:srgbClr val="A3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9" name="Freeform 168">
                <a:extLst>
                  <a:ext uri="{FF2B5EF4-FFF2-40B4-BE49-F238E27FC236}">
                    <a16:creationId xmlns:a16="http://schemas.microsoft.com/office/drawing/2014/main" id="{8C053FF8-64B9-4E40-B828-97A601244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433"/>
                <a:ext cx="34" cy="73"/>
              </a:xfrm>
              <a:custGeom>
                <a:avLst/>
                <a:gdLst>
                  <a:gd name="T0" fmla="*/ 30 w 33"/>
                  <a:gd name="T1" fmla="*/ 1 h 72"/>
                  <a:gd name="T2" fmla="*/ 2 w 33"/>
                  <a:gd name="T3" fmla="*/ 44 h 72"/>
                  <a:gd name="T4" fmla="*/ 6 w 33"/>
                  <a:gd name="T5" fmla="*/ 62 h 72"/>
                  <a:gd name="T6" fmla="*/ 14 w 33"/>
                  <a:gd name="T7" fmla="*/ 78 h 72"/>
                  <a:gd name="T8" fmla="*/ 23 w 33"/>
                  <a:gd name="T9" fmla="*/ 47 h 72"/>
                  <a:gd name="T10" fmla="*/ 39 w 33"/>
                  <a:gd name="T11" fmla="*/ 24 h 72"/>
                  <a:gd name="T12" fmla="*/ 30 w 33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72">
                    <a:moveTo>
                      <a:pt x="24" y="1"/>
                    </a:moveTo>
                    <a:cubicBezTo>
                      <a:pt x="9" y="8"/>
                      <a:pt x="4" y="22"/>
                      <a:pt x="2" y="38"/>
                    </a:cubicBezTo>
                    <a:cubicBezTo>
                      <a:pt x="0" y="45"/>
                      <a:pt x="3" y="50"/>
                      <a:pt x="6" y="56"/>
                    </a:cubicBezTo>
                    <a:cubicBezTo>
                      <a:pt x="8" y="62"/>
                      <a:pt x="12" y="67"/>
                      <a:pt x="14" y="72"/>
                    </a:cubicBezTo>
                    <a:cubicBezTo>
                      <a:pt x="10" y="64"/>
                      <a:pt x="14" y="49"/>
                      <a:pt x="17" y="41"/>
                    </a:cubicBezTo>
                    <a:cubicBezTo>
                      <a:pt x="20" y="33"/>
                      <a:pt x="24" y="27"/>
                      <a:pt x="33" y="24"/>
                    </a:cubicBezTo>
                    <a:cubicBezTo>
                      <a:pt x="30" y="17"/>
                      <a:pt x="27" y="8"/>
                      <a:pt x="24" y="0"/>
                    </a:cubicBezTo>
                  </a:path>
                </a:pathLst>
              </a:custGeom>
              <a:solidFill>
                <a:srgbClr val="CE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0" name="Freeform 169">
                <a:extLst>
                  <a:ext uri="{FF2B5EF4-FFF2-40B4-BE49-F238E27FC236}">
                    <a16:creationId xmlns:a16="http://schemas.microsoft.com/office/drawing/2014/main" id="{3B23E057-5E3C-45F0-8D74-91E0E4D0F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476"/>
                <a:ext cx="31" cy="70"/>
              </a:xfrm>
              <a:custGeom>
                <a:avLst/>
                <a:gdLst>
                  <a:gd name="T0" fmla="*/ 2 w 31"/>
                  <a:gd name="T1" fmla="*/ 56 h 69"/>
                  <a:gd name="T2" fmla="*/ 8 w 31"/>
                  <a:gd name="T3" fmla="*/ 20 h 69"/>
                  <a:gd name="T4" fmla="*/ 24 w 31"/>
                  <a:gd name="T5" fmla="*/ 0 h 69"/>
                  <a:gd name="T6" fmla="*/ 29 w 31"/>
                  <a:gd name="T7" fmla="*/ 17 h 69"/>
                  <a:gd name="T8" fmla="*/ 31 w 31"/>
                  <a:gd name="T9" fmla="*/ 24 h 69"/>
                  <a:gd name="T10" fmla="*/ 24 w 31"/>
                  <a:gd name="T11" fmla="*/ 30 h 69"/>
                  <a:gd name="T12" fmla="*/ 14 w 31"/>
                  <a:gd name="T13" fmla="*/ 75 h 69"/>
                  <a:gd name="T14" fmla="*/ 1 w 31"/>
                  <a:gd name="T15" fmla="*/ 55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69">
                    <a:moveTo>
                      <a:pt x="2" y="50"/>
                    </a:moveTo>
                    <a:cubicBezTo>
                      <a:pt x="0" y="40"/>
                      <a:pt x="3" y="30"/>
                      <a:pt x="8" y="20"/>
                    </a:cubicBezTo>
                    <a:cubicBezTo>
                      <a:pt x="11" y="14"/>
                      <a:pt x="17" y="3"/>
                      <a:pt x="24" y="0"/>
                    </a:cubicBezTo>
                    <a:cubicBezTo>
                      <a:pt x="23" y="4"/>
                      <a:pt x="28" y="12"/>
                      <a:pt x="29" y="17"/>
                    </a:cubicBezTo>
                    <a:cubicBezTo>
                      <a:pt x="30" y="19"/>
                      <a:pt x="31" y="23"/>
                      <a:pt x="31" y="24"/>
                    </a:cubicBezTo>
                    <a:cubicBezTo>
                      <a:pt x="30" y="27"/>
                      <a:pt x="26" y="28"/>
                      <a:pt x="24" y="30"/>
                    </a:cubicBezTo>
                    <a:cubicBezTo>
                      <a:pt x="15" y="38"/>
                      <a:pt x="8" y="58"/>
                      <a:pt x="14" y="69"/>
                    </a:cubicBezTo>
                    <a:cubicBezTo>
                      <a:pt x="8" y="67"/>
                      <a:pt x="0" y="55"/>
                      <a:pt x="1" y="49"/>
                    </a:cubicBezTo>
                  </a:path>
                </a:pathLst>
              </a:custGeom>
              <a:solidFill>
                <a:srgbClr val="CE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1" name="Freeform 170">
                <a:extLst>
                  <a:ext uri="{FF2B5EF4-FFF2-40B4-BE49-F238E27FC236}">
                    <a16:creationId xmlns:a16="http://schemas.microsoft.com/office/drawing/2014/main" id="{9F7D9FEF-89C4-4D87-A4A7-2BAFEA7F0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516"/>
                <a:ext cx="33" cy="78"/>
              </a:xfrm>
              <a:custGeom>
                <a:avLst/>
                <a:gdLst>
                  <a:gd name="T0" fmla="*/ 22 w 32"/>
                  <a:gd name="T1" fmla="*/ 2 h 77"/>
                  <a:gd name="T2" fmla="*/ 3 w 32"/>
                  <a:gd name="T3" fmla="*/ 23 h 77"/>
                  <a:gd name="T4" fmla="*/ 1 w 32"/>
                  <a:gd name="T5" fmla="*/ 51 h 77"/>
                  <a:gd name="T6" fmla="*/ 33 w 32"/>
                  <a:gd name="T7" fmla="*/ 83 h 77"/>
                  <a:gd name="T8" fmla="*/ 38 w 32"/>
                  <a:gd name="T9" fmla="*/ 26 h 77"/>
                  <a:gd name="T10" fmla="*/ 15 w 32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77">
                    <a:moveTo>
                      <a:pt x="16" y="2"/>
                    </a:moveTo>
                    <a:cubicBezTo>
                      <a:pt x="9" y="2"/>
                      <a:pt x="4" y="17"/>
                      <a:pt x="3" y="23"/>
                    </a:cubicBezTo>
                    <a:cubicBezTo>
                      <a:pt x="1" y="31"/>
                      <a:pt x="0" y="38"/>
                      <a:pt x="1" y="45"/>
                    </a:cubicBezTo>
                    <a:cubicBezTo>
                      <a:pt x="4" y="60"/>
                      <a:pt x="16" y="70"/>
                      <a:pt x="27" y="77"/>
                    </a:cubicBezTo>
                    <a:cubicBezTo>
                      <a:pt x="17" y="66"/>
                      <a:pt x="18" y="34"/>
                      <a:pt x="32" y="26"/>
                    </a:cubicBezTo>
                    <a:cubicBezTo>
                      <a:pt x="27" y="18"/>
                      <a:pt x="19" y="10"/>
                      <a:pt x="15" y="0"/>
                    </a:cubicBezTo>
                  </a:path>
                </a:pathLst>
              </a:custGeom>
              <a:solidFill>
                <a:srgbClr val="CE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2" name="Freeform 171">
                <a:extLst>
                  <a:ext uri="{FF2B5EF4-FFF2-40B4-BE49-F238E27FC236}">
                    <a16:creationId xmlns:a16="http://schemas.microsoft.com/office/drawing/2014/main" id="{49A9257C-984A-41D8-B979-4469505E6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556"/>
                <a:ext cx="48" cy="73"/>
              </a:xfrm>
              <a:custGeom>
                <a:avLst/>
                <a:gdLst>
                  <a:gd name="T0" fmla="*/ 14 w 47"/>
                  <a:gd name="T1" fmla="*/ 1 h 72"/>
                  <a:gd name="T2" fmla="*/ 6 w 47"/>
                  <a:gd name="T3" fmla="*/ 50 h 72"/>
                  <a:gd name="T4" fmla="*/ 31 w 47"/>
                  <a:gd name="T5" fmla="*/ 68 h 72"/>
                  <a:gd name="T6" fmla="*/ 53 w 47"/>
                  <a:gd name="T7" fmla="*/ 78 h 72"/>
                  <a:gd name="T8" fmla="*/ 39 w 47"/>
                  <a:gd name="T9" fmla="*/ 17 h 72"/>
                  <a:gd name="T10" fmla="*/ 16 w 47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72">
                    <a:moveTo>
                      <a:pt x="14" y="1"/>
                    </a:moveTo>
                    <a:cubicBezTo>
                      <a:pt x="0" y="8"/>
                      <a:pt x="2" y="32"/>
                      <a:pt x="6" y="44"/>
                    </a:cubicBezTo>
                    <a:cubicBezTo>
                      <a:pt x="10" y="54"/>
                      <a:pt x="17" y="56"/>
                      <a:pt x="25" y="62"/>
                    </a:cubicBezTo>
                    <a:cubicBezTo>
                      <a:pt x="32" y="66"/>
                      <a:pt x="39" y="68"/>
                      <a:pt x="47" y="72"/>
                    </a:cubicBezTo>
                    <a:cubicBezTo>
                      <a:pt x="31" y="61"/>
                      <a:pt x="22" y="33"/>
                      <a:pt x="33" y="17"/>
                    </a:cubicBezTo>
                    <a:cubicBezTo>
                      <a:pt x="26" y="13"/>
                      <a:pt x="21" y="6"/>
                      <a:pt x="16" y="0"/>
                    </a:cubicBezTo>
                  </a:path>
                </a:pathLst>
              </a:custGeom>
              <a:solidFill>
                <a:srgbClr val="CE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3" name="Freeform 172">
                <a:extLst>
                  <a:ext uri="{FF2B5EF4-FFF2-40B4-BE49-F238E27FC236}">
                    <a16:creationId xmlns:a16="http://schemas.microsoft.com/office/drawing/2014/main" id="{CDF3335C-34B9-45B4-9F2F-C2AE186D5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586"/>
                <a:ext cx="70" cy="55"/>
              </a:xfrm>
              <a:custGeom>
                <a:avLst/>
                <a:gdLst>
                  <a:gd name="T0" fmla="*/ 12 w 69"/>
                  <a:gd name="T1" fmla="*/ 0 h 54"/>
                  <a:gd name="T2" fmla="*/ 27 w 69"/>
                  <a:gd name="T3" fmla="*/ 52 h 54"/>
                  <a:gd name="T4" fmla="*/ 75 w 69"/>
                  <a:gd name="T5" fmla="*/ 50 h 54"/>
                  <a:gd name="T6" fmla="*/ 42 w 69"/>
                  <a:gd name="T7" fmla="*/ 10 h 54"/>
                  <a:gd name="T8" fmla="*/ 11 w 69"/>
                  <a:gd name="T9" fmla="*/ 0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54">
                    <a:moveTo>
                      <a:pt x="12" y="0"/>
                    </a:moveTo>
                    <a:cubicBezTo>
                      <a:pt x="0" y="11"/>
                      <a:pt x="17" y="39"/>
                      <a:pt x="27" y="46"/>
                    </a:cubicBezTo>
                    <a:cubicBezTo>
                      <a:pt x="37" y="54"/>
                      <a:pt x="58" y="47"/>
                      <a:pt x="69" y="44"/>
                    </a:cubicBezTo>
                    <a:cubicBezTo>
                      <a:pt x="50" y="43"/>
                      <a:pt x="32" y="31"/>
                      <a:pt x="36" y="10"/>
                    </a:cubicBezTo>
                    <a:cubicBezTo>
                      <a:pt x="26" y="10"/>
                      <a:pt x="19" y="4"/>
                      <a:pt x="11" y="0"/>
                    </a:cubicBezTo>
                  </a:path>
                </a:pathLst>
              </a:custGeom>
              <a:solidFill>
                <a:srgbClr val="CE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4" name="Freeform 173">
                <a:extLst>
                  <a:ext uri="{FF2B5EF4-FFF2-40B4-BE49-F238E27FC236}">
                    <a16:creationId xmlns:a16="http://schemas.microsoft.com/office/drawing/2014/main" id="{DD0BC7B9-6CEE-4CBC-9DC3-4E3BC6F05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581"/>
                <a:ext cx="73" cy="39"/>
              </a:xfrm>
              <a:custGeom>
                <a:avLst/>
                <a:gdLst>
                  <a:gd name="T0" fmla="*/ 2 w 71"/>
                  <a:gd name="T1" fmla="*/ 13 h 38"/>
                  <a:gd name="T2" fmla="*/ 46 w 71"/>
                  <a:gd name="T3" fmla="*/ 43 h 38"/>
                  <a:gd name="T4" fmla="*/ 58 w 71"/>
                  <a:gd name="T5" fmla="*/ 42 h 38"/>
                  <a:gd name="T6" fmla="*/ 70 w 71"/>
                  <a:gd name="T7" fmla="*/ 35 h 38"/>
                  <a:gd name="T8" fmla="*/ 83 w 71"/>
                  <a:gd name="T9" fmla="*/ 10 h 38"/>
                  <a:gd name="T10" fmla="*/ 35 w 71"/>
                  <a:gd name="T11" fmla="*/ 8 h 38"/>
                  <a:gd name="T12" fmla="*/ 32 w 71"/>
                  <a:gd name="T13" fmla="*/ 1 h 38"/>
                  <a:gd name="T14" fmla="*/ 17 w 71"/>
                  <a:gd name="T15" fmla="*/ 5 h 38"/>
                  <a:gd name="T16" fmla="*/ 0 w 71"/>
                  <a:gd name="T17" fmla="*/ 11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38">
                    <a:moveTo>
                      <a:pt x="2" y="13"/>
                    </a:moveTo>
                    <a:cubicBezTo>
                      <a:pt x="0" y="30"/>
                      <a:pt x="28" y="38"/>
                      <a:pt x="40" y="37"/>
                    </a:cubicBezTo>
                    <a:cubicBezTo>
                      <a:pt x="43" y="37"/>
                      <a:pt x="47" y="37"/>
                      <a:pt x="50" y="36"/>
                    </a:cubicBezTo>
                    <a:cubicBezTo>
                      <a:pt x="53" y="35"/>
                      <a:pt x="55" y="31"/>
                      <a:pt x="58" y="29"/>
                    </a:cubicBezTo>
                    <a:cubicBezTo>
                      <a:pt x="63" y="24"/>
                      <a:pt x="69" y="17"/>
                      <a:pt x="71" y="10"/>
                    </a:cubicBezTo>
                    <a:cubicBezTo>
                      <a:pt x="61" y="16"/>
                      <a:pt x="37" y="19"/>
                      <a:pt x="29" y="8"/>
                    </a:cubicBezTo>
                    <a:cubicBezTo>
                      <a:pt x="28" y="7"/>
                      <a:pt x="27" y="1"/>
                      <a:pt x="26" y="1"/>
                    </a:cubicBezTo>
                    <a:cubicBezTo>
                      <a:pt x="23" y="0"/>
                      <a:pt x="19" y="4"/>
                      <a:pt x="17" y="5"/>
                    </a:cubicBezTo>
                    <a:cubicBezTo>
                      <a:pt x="12" y="7"/>
                      <a:pt x="4" y="7"/>
                      <a:pt x="0" y="11"/>
                    </a:cubicBezTo>
                  </a:path>
                </a:pathLst>
              </a:custGeom>
              <a:solidFill>
                <a:srgbClr val="CE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5" name="Freeform 174">
                <a:extLst>
                  <a:ext uri="{FF2B5EF4-FFF2-40B4-BE49-F238E27FC236}">
                    <a16:creationId xmlns:a16="http://schemas.microsoft.com/office/drawing/2014/main" id="{30F29508-DFAF-4C94-BA33-C90EB8687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511"/>
                <a:ext cx="64" cy="61"/>
              </a:xfrm>
              <a:custGeom>
                <a:avLst/>
                <a:gdLst>
                  <a:gd name="T0" fmla="*/ 2 w 63"/>
                  <a:gd name="T1" fmla="*/ 54 h 60"/>
                  <a:gd name="T2" fmla="*/ 46 w 63"/>
                  <a:gd name="T3" fmla="*/ 45 h 60"/>
                  <a:gd name="T4" fmla="*/ 56 w 63"/>
                  <a:gd name="T5" fmla="*/ 24 h 60"/>
                  <a:gd name="T6" fmla="*/ 69 w 63"/>
                  <a:gd name="T7" fmla="*/ 0 h 60"/>
                  <a:gd name="T8" fmla="*/ 60 w 63"/>
                  <a:gd name="T9" fmla="*/ 8 h 60"/>
                  <a:gd name="T10" fmla="*/ 45 w 63"/>
                  <a:gd name="T11" fmla="*/ 17 h 60"/>
                  <a:gd name="T12" fmla="*/ 18 w 63"/>
                  <a:gd name="T13" fmla="*/ 20 h 60"/>
                  <a:gd name="T14" fmla="*/ 0 w 63"/>
                  <a:gd name="T15" fmla="*/ 54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0">
                    <a:moveTo>
                      <a:pt x="2" y="48"/>
                    </a:moveTo>
                    <a:cubicBezTo>
                      <a:pt x="12" y="60"/>
                      <a:pt x="32" y="50"/>
                      <a:pt x="40" y="39"/>
                    </a:cubicBezTo>
                    <a:cubicBezTo>
                      <a:pt x="44" y="35"/>
                      <a:pt x="47" y="29"/>
                      <a:pt x="50" y="24"/>
                    </a:cubicBezTo>
                    <a:cubicBezTo>
                      <a:pt x="55" y="16"/>
                      <a:pt x="60" y="9"/>
                      <a:pt x="63" y="0"/>
                    </a:cubicBezTo>
                    <a:cubicBezTo>
                      <a:pt x="60" y="1"/>
                      <a:pt x="57" y="6"/>
                      <a:pt x="54" y="8"/>
                    </a:cubicBezTo>
                    <a:cubicBezTo>
                      <a:pt x="50" y="12"/>
                      <a:pt x="44" y="15"/>
                      <a:pt x="39" y="17"/>
                    </a:cubicBezTo>
                    <a:cubicBezTo>
                      <a:pt x="33" y="20"/>
                      <a:pt x="24" y="22"/>
                      <a:pt x="18" y="20"/>
                    </a:cubicBezTo>
                    <a:cubicBezTo>
                      <a:pt x="14" y="30"/>
                      <a:pt x="6" y="39"/>
                      <a:pt x="0" y="48"/>
                    </a:cubicBezTo>
                  </a:path>
                </a:pathLst>
              </a:custGeom>
              <a:solidFill>
                <a:srgbClr val="CE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6" name="Freeform 175">
                <a:extLst>
                  <a:ext uri="{FF2B5EF4-FFF2-40B4-BE49-F238E27FC236}">
                    <a16:creationId xmlns:a16="http://schemas.microsoft.com/office/drawing/2014/main" id="{55A6A2BF-B7C5-42CA-887E-410FD73A6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463"/>
                <a:ext cx="68" cy="42"/>
              </a:xfrm>
              <a:custGeom>
                <a:avLst/>
                <a:gdLst>
                  <a:gd name="T0" fmla="*/ 1 w 67"/>
                  <a:gd name="T1" fmla="*/ 37 h 41"/>
                  <a:gd name="T2" fmla="*/ 24 w 67"/>
                  <a:gd name="T3" fmla="*/ 40 h 41"/>
                  <a:gd name="T4" fmla="*/ 50 w 67"/>
                  <a:gd name="T5" fmla="*/ 20 h 41"/>
                  <a:gd name="T6" fmla="*/ 73 w 67"/>
                  <a:gd name="T7" fmla="*/ 0 h 41"/>
                  <a:gd name="T8" fmla="*/ 28 w 67"/>
                  <a:gd name="T9" fmla="*/ 5 h 41"/>
                  <a:gd name="T10" fmla="*/ 17 w 67"/>
                  <a:gd name="T11" fmla="*/ 6 h 41"/>
                  <a:gd name="T12" fmla="*/ 0 w 67"/>
                  <a:gd name="T13" fmla="*/ 3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41">
                    <a:moveTo>
                      <a:pt x="1" y="31"/>
                    </a:moveTo>
                    <a:cubicBezTo>
                      <a:pt x="1" y="41"/>
                      <a:pt x="20" y="37"/>
                      <a:pt x="24" y="34"/>
                    </a:cubicBezTo>
                    <a:cubicBezTo>
                      <a:pt x="30" y="30"/>
                      <a:pt x="40" y="26"/>
                      <a:pt x="44" y="20"/>
                    </a:cubicBezTo>
                    <a:cubicBezTo>
                      <a:pt x="49" y="20"/>
                      <a:pt x="67" y="6"/>
                      <a:pt x="67" y="0"/>
                    </a:cubicBezTo>
                    <a:cubicBezTo>
                      <a:pt x="54" y="4"/>
                      <a:pt x="42" y="12"/>
                      <a:pt x="28" y="5"/>
                    </a:cubicBezTo>
                    <a:cubicBezTo>
                      <a:pt x="22" y="3"/>
                      <a:pt x="21" y="0"/>
                      <a:pt x="17" y="6"/>
                    </a:cubicBezTo>
                    <a:cubicBezTo>
                      <a:pt x="12" y="14"/>
                      <a:pt x="5" y="22"/>
                      <a:pt x="0" y="29"/>
                    </a:cubicBezTo>
                  </a:path>
                </a:pathLst>
              </a:custGeom>
              <a:solidFill>
                <a:srgbClr val="CE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7" name="Freeform 176">
                <a:extLst>
                  <a:ext uri="{FF2B5EF4-FFF2-40B4-BE49-F238E27FC236}">
                    <a16:creationId xmlns:a16="http://schemas.microsoft.com/office/drawing/2014/main" id="{BC7385CE-0CF3-473D-B4CD-0D3B7B9FF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428"/>
                <a:ext cx="72" cy="33"/>
              </a:xfrm>
              <a:custGeom>
                <a:avLst/>
                <a:gdLst>
                  <a:gd name="T0" fmla="*/ 1 w 70"/>
                  <a:gd name="T1" fmla="*/ 18 h 33"/>
                  <a:gd name="T2" fmla="*/ 1 w 70"/>
                  <a:gd name="T3" fmla="*/ 17 h 33"/>
                  <a:gd name="T4" fmla="*/ 30 w 70"/>
                  <a:gd name="T5" fmla="*/ 29 h 33"/>
                  <a:gd name="T6" fmla="*/ 50 w 70"/>
                  <a:gd name="T7" fmla="*/ 30 h 33"/>
                  <a:gd name="T8" fmla="*/ 82 w 70"/>
                  <a:gd name="T9" fmla="*/ 30 h 33"/>
                  <a:gd name="T10" fmla="*/ 74 w 70"/>
                  <a:gd name="T11" fmla="*/ 27 h 33"/>
                  <a:gd name="T12" fmla="*/ 53 w 70"/>
                  <a:gd name="T13" fmla="*/ 21 h 33"/>
                  <a:gd name="T14" fmla="*/ 30 w 70"/>
                  <a:gd name="T15" fmla="*/ 0 h 33"/>
                  <a:gd name="T16" fmla="*/ 14 w 70"/>
                  <a:gd name="T17" fmla="*/ 6 h 33"/>
                  <a:gd name="T18" fmla="*/ 0 w 70"/>
                  <a:gd name="T19" fmla="*/ 14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33">
                    <a:moveTo>
                      <a:pt x="1" y="18"/>
                    </a:moveTo>
                    <a:cubicBezTo>
                      <a:pt x="0" y="18"/>
                      <a:pt x="0" y="17"/>
                      <a:pt x="1" y="17"/>
                    </a:cubicBezTo>
                    <a:cubicBezTo>
                      <a:pt x="8" y="21"/>
                      <a:pt x="15" y="27"/>
                      <a:pt x="24" y="29"/>
                    </a:cubicBezTo>
                    <a:cubicBezTo>
                      <a:pt x="31" y="31"/>
                      <a:pt x="37" y="31"/>
                      <a:pt x="44" y="30"/>
                    </a:cubicBezTo>
                    <a:cubicBezTo>
                      <a:pt x="52" y="29"/>
                      <a:pt x="61" y="33"/>
                      <a:pt x="70" y="30"/>
                    </a:cubicBezTo>
                    <a:cubicBezTo>
                      <a:pt x="69" y="28"/>
                      <a:pt x="65" y="28"/>
                      <a:pt x="62" y="27"/>
                    </a:cubicBezTo>
                    <a:cubicBezTo>
                      <a:pt x="57" y="26"/>
                      <a:pt x="52" y="24"/>
                      <a:pt x="47" y="21"/>
                    </a:cubicBezTo>
                    <a:cubicBezTo>
                      <a:pt x="38" y="17"/>
                      <a:pt x="26" y="10"/>
                      <a:pt x="24" y="0"/>
                    </a:cubicBezTo>
                    <a:cubicBezTo>
                      <a:pt x="21" y="2"/>
                      <a:pt x="18" y="4"/>
                      <a:pt x="14" y="6"/>
                    </a:cubicBezTo>
                    <a:cubicBezTo>
                      <a:pt x="10" y="9"/>
                      <a:pt x="5" y="15"/>
                      <a:pt x="0" y="14"/>
                    </a:cubicBezTo>
                  </a:path>
                </a:pathLst>
              </a:custGeom>
              <a:solidFill>
                <a:srgbClr val="CE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8" name="Freeform 177">
                <a:extLst>
                  <a:ext uri="{FF2B5EF4-FFF2-40B4-BE49-F238E27FC236}">
                    <a16:creationId xmlns:a16="http://schemas.microsoft.com/office/drawing/2014/main" id="{ABA17299-05EF-4009-BDCB-F5E4DE734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418"/>
                <a:ext cx="72" cy="49"/>
              </a:xfrm>
              <a:custGeom>
                <a:avLst/>
                <a:gdLst>
                  <a:gd name="T0" fmla="*/ 6 w 70"/>
                  <a:gd name="T1" fmla="*/ 1 h 47"/>
                  <a:gd name="T2" fmla="*/ 44 w 70"/>
                  <a:gd name="T3" fmla="*/ 46 h 47"/>
                  <a:gd name="T4" fmla="*/ 82 w 70"/>
                  <a:gd name="T5" fmla="*/ 59 h 47"/>
                  <a:gd name="T6" fmla="*/ 71 w 70"/>
                  <a:gd name="T7" fmla="*/ 48 h 47"/>
                  <a:gd name="T8" fmla="*/ 48 w 70"/>
                  <a:gd name="T9" fmla="*/ 19 h 47"/>
                  <a:gd name="T10" fmla="*/ 45 w 70"/>
                  <a:gd name="T11" fmla="*/ 2 h 47"/>
                  <a:gd name="T12" fmla="*/ 39 w 70"/>
                  <a:gd name="T13" fmla="*/ 1 h 47"/>
                  <a:gd name="T14" fmla="*/ 24 w 70"/>
                  <a:gd name="T15" fmla="*/ 3 h 47"/>
                  <a:gd name="T16" fmla="*/ 8 w 70"/>
                  <a:gd name="T17" fmla="*/ 1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7">
                    <a:moveTo>
                      <a:pt x="6" y="1"/>
                    </a:moveTo>
                    <a:cubicBezTo>
                      <a:pt x="0" y="16"/>
                      <a:pt x="28" y="30"/>
                      <a:pt x="38" y="35"/>
                    </a:cubicBezTo>
                    <a:cubicBezTo>
                      <a:pt x="48" y="40"/>
                      <a:pt x="60" y="44"/>
                      <a:pt x="70" y="47"/>
                    </a:cubicBezTo>
                    <a:cubicBezTo>
                      <a:pt x="66" y="44"/>
                      <a:pt x="62" y="40"/>
                      <a:pt x="59" y="36"/>
                    </a:cubicBezTo>
                    <a:cubicBezTo>
                      <a:pt x="53" y="29"/>
                      <a:pt x="46" y="22"/>
                      <a:pt x="42" y="13"/>
                    </a:cubicBezTo>
                    <a:cubicBezTo>
                      <a:pt x="41" y="10"/>
                      <a:pt x="41" y="4"/>
                      <a:pt x="39" y="2"/>
                    </a:cubicBezTo>
                    <a:cubicBezTo>
                      <a:pt x="38" y="0"/>
                      <a:pt x="36" y="1"/>
                      <a:pt x="33" y="1"/>
                    </a:cubicBezTo>
                    <a:cubicBezTo>
                      <a:pt x="28" y="2"/>
                      <a:pt x="23" y="3"/>
                      <a:pt x="18" y="3"/>
                    </a:cubicBezTo>
                    <a:cubicBezTo>
                      <a:pt x="15" y="2"/>
                      <a:pt x="11" y="1"/>
                      <a:pt x="8" y="1"/>
                    </a:cubicBezTo>
                  </a:path>
                </a:pathLst>
              </a:custGeom>
              <a:solidFill>
                <a:srgbClr val="CE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9" name="Freeform 178">
                <a:extLst>
                  <a:ext uri="{FF2B5EF4-FFF2-40B4-BE49-F238E27FC236}">
                    <a16:creationId xmlns:a16="http://schemas.microsoft.com/office/drawing/2014/main" id="{9630917E-6AD2-4BA3-9068-BBED3E754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424"/>
                <a:ext cx="41" cy="76"/>
              </a:xfrm>
              <a:custGeom>
                <a:avLst/>
                <a:gdLst>
                  <a:gd name="T0" fmla="*/ 7 w 40"/>
                  <a:gd name="T1" fmla="*/ 0 h 75"/>
                  <a:gd name="T2" fmla="*/ 6 w 40"/>
                  <a:gd name="T3" fmla="*/ 26 h 75"/>
                  <a:gd name="T4" fmla="*/ 15 w 40"/>
                  <a:gd name="T5" fmla="*/ 55 h 75"/>
                  <a:gd name="T6" fmla="*/ 46 w 40"/>
                  <a:gd name="T7" fmla="*/ 81 h 75"/>
                  <a:gd name="T8" fmla="*/ 37 w 40"/>
                  <a:gd name="T9" fmla="*/ 53 h 75"/>
                  <a:gd name="T10" fmla="*/ 36 w 40"/>
                  <a:gd name="T11" fmla="*/ 28 h 75"/>
                  <a:gd name="T12" fmla="*/ 39 w 40"/>
                  <a:gd name="T13" fmla="*/ 16 h 75"/>
                  <a:gd name="T14" fmla="*/ 6 w 40"/>
                  <a:gd name="T15" fmla="*/ 0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75">
                    <a:moveTo>
                      <a:pt x="7" y="0"/>
                    </a:moveTo>
                    <a:cubicBezTo>
                      <a:pt x="0" y="4"/>
                      <a:pt x="4" y="21"/>
                      <a:pt x="6" y="26"/>
                    </a:cubicBezTo>
                    <a:cubicBezTo>
                      <a:pt x="8" y="34"/>
                      <a:pt x="11" y="42"/>
                      <a:pt x="15" y="49"/>
                    </a:cubicBezTo>
                    <a:cubicBezTo>
                      <a:pt x="20" y="59"/>
                      <a:pt x="31" y="69"/>
                      <a:pt x="40" y="75"/>
                    </a:cubicBezTo>
                    <a:cubicBezTo>
                      <a:pt x="36" y="67"/>
                      <a:pt x="33" y="57"/>
                      <a:pt x="31" y="47"/>
                    </a:cubicBezTo>
                    <a:cubicBezTo>
                      <a:pt x="30" y="41"/>
                      <a:pt x="30" y="34"/>
                      <a:pt x="30" y="28"/>
                    </a:cubicBezTo>
                    <a:cubicBezTo>
                      <a:pt x="31" y="24"/>
                      <a:pt x="33" y="20"/>
                      <a:pt x="33" y="16"/>
                    </a:cubicBezTo>
                    <a:cubicBezTo>
                      <a:pt x="28" y="14"/>
                      <a:pt x="7" y="4"/>
                      <a:pt x="6" y="0"/>
                    </a:cubicBezTo>
                  </a:path>
                </a:pathLst>
              </a:custGeom>
              <a:solidFill>
                <a:srgbClr val="CE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0" name="Freeform 179">
                <a:extLst>
                  <a:ext uri="{FF2B5EF4-FFF2-40B4-BE49-F238E27FC236}">
                    <a16:creationId xmlns:a16="http://schemas.microsoft.com/office/drawing/2014/main" id="{83DC8A09-273A-4FFC-807C-00B8F55C4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461"/>
                <a:ext cx="31" cy="83"/>
              </a:xfrm>
              <a:custGeom>
                <a:avLst/>
                <a:gdLst>
                  <a:gd name="T0" fmla="*/ 19 w 31"/>
                  <a:gd name="T1" fmla="*/ 0 h 81"/>
                  <a:gd name="T2" fmla="*/ 2 w 31"/>
                  <a:gd name="T3" fmla="*/ 50 h 81"/>
                  <a:gd name="T4" fmla="*/ 9 w 31"/>
                  <a:gd name="T5" fmla="*/ 93 h 81"/>
                  <a:gd name="T6" fmla="*/ 25 w 31"/>
                  <a:gd name="T7" fmla="*/ 42 h 81"/>
                  <a:gd name="T8" fmla="*/ 30 w 31"/>
                  <a:gd name="T9" fmla="*/ 38 h 81"/>
                  <a:gd name="T10" fmla="*/ 27 w 31"/>
                  <a:gd name="T11" fmla="*/ 28 h 81"/>
                  <a:gd name="T12" fmla="*/ 19 w 31"/>
                  <a:gd name="T13" fmla="*/ 1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1">
                    <a:moveTo>
                      <a:pt x="19" y="0"/>
                    </a:moveTo>
                    <a:cubicBezTo>
                      <a:pt x="9" y="11"/>
                      <a:pt x="5" y="30"/>
                      <a:pt x="2" y="44"/>
                    </a:cubicBezTo>
                    <a:cubicBezTo>
                      <a:pt x="0" y="56"/>
                      <a:pt x="7" y="70"/>
                      <a:pt x="9" y="81"/>
                    </a:cubicBezTo>
                    <a:cubicBezTo>
                      <a:pt x="9" y="65"/>
                      <a:pt x="12" y="46"/>
                      <a:pt x="25" y="36"/>
                    </a:cubicBezTo>
                    <a:cubicBezTo>
                      <a:pt x="27" y="34"/>
                      <a:pt x="29" y="34"/>
                      <a:pt x="30" y="32"/>
                    </a:cubicBezTo>
                    <a:cubicBezTo>
                      <a:pt x="31" y="30"/>
                      <a:pt x="28" y="25"/>
                      <a:pt x="27" y="22"/>
                    </a:cubicBezTo>
                    <a:cubicBezTo>
                      <a:pt x="25" y="15"/>
                      <a:pt x="22" y="7"/>
                      <a:pt x="19" y="1"/>
                    </a:cubicBezTo>
                  </a:path>
                </a:pathLst>
              </a:custGeom>
              <a:solidFill>
                <a:srgbClr val="CE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1" name="Freeform 180">
                <a:extLst>
                  <a:ext uri="{FF2B5EF4-FFF2-40B4-BE49-F238E27FC236}">
                    <a16:creationId xmlns:a16="http://schemas.microsoft.com/office/drawing/2014/main" id="{BB2C9A86-5059-4D64-BEDF-CFF344B61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17"/>
                <a:ext cx="39" cy="70"/>
              </a:xfrm>
              <a:custGeom>
                <a:avLst/>
                <a:gdLst>
                  <a:gd name="T0" fmla="*/ 42 w 38"/>
                  <a:gd name="T1" fmla="*/ 3 h 69"/>
                  <a:gd name="T2" fmla="*/ 3 w 38"/>
                  <a:gd name="T3" fmla="*/ 43 h 69"/>
                  <a:gd name="T4" fmla="*/ 1 w 38"/>
                  <a:gd name="T5" fmla="*/ 75 h 69"/>
                  <a:gd name="T6" fmla="*/ 13 w 38"/>
                  <a:gd name="T7" fmla="*/ 55 h 69"/>
                  <a:gd name="T8" fmla="*/ 42 w 38"/>
                  <a:gd name="T9" fmla="*/ 43 h 69"/>
                  <a:gd name="T10" fmla="*/ 44 w 38"/>
                  <a:gd name="T11" fmla="*/ 5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9">
                    <a:moveTo>
                      <a:pt x="36" y="3"/>
                    </a:moveTo>
                    <a:cubicBezTo>
                      <a:pt x="22" y="0"/>
                      <a:pt x="8" y="26"/>
                      <a:pt x="3" y="37"/>
                    </a:cubicBezTo>
                    <a:cubicBezTo>
                      <a:pt x="0" y="46"/>
                      <a:pt x="1" y="59"/>
                      <a:pt x="1" y="69"/>
                    </a:cubicBezTo>
                    <a:cubicBezTo>
                      <a:pt x="5" y="62"/>
                      <a:pt x="7" y="55"/>
                      <a:pt x="13" y="49"/>
                    </a:cubicBezTo>
                    <a:cubicBezTo>
                      <a:pt x="20" y="41"/>
                      <a:pt x="27" y="39"/>
                      <a:pt x="36" y="37"/>
                    </a:cubicBezTo>
                    <a:cubicBezTo>
                      <a:pt x="36" y="27"/>
                      <a:pt x="36" y="16"/>
                      <a:pt x="38" y="5"/>
                    </a:cubicBezTo>
                  </a:path>
                </a:pathLst>
              </a:custGeom>
              <a:solidFill>
                <a:srgbClr val="CE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2" name="Freeform 181">
                <a:extLst>
                  <a:ext uri="{FF2B5EF4-FFF2-40B4-BE49-F238E27FC236}">
                    <a16:creationId xmlns:a16="http://schemas.microsoft.com/office/drawing/2014/main" id="{6721BDE5-848B-4A80-BB3C-1909D92F4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580"/>
                <a:ext cx="48" cy="47"/>
              </a:xfrm>
              <a:custGeom>
                <a:avLst/>
                <a:gdLst>
                  <a:gd name="T0" fmla="*/ 52 w 47"/>
                  <a:gd name="T1" fmla="*/ 2 h 46"/>
                  <a:gd name="T2" fmla="*/ 32 w 47"/>
                  <a:gd name="T3" fmla="*/ 6 h 46"/>
                  <a:gd name="T4" fmla="*/ 8 w 47"/>
                  <a:gd name="T5" fmla="*/ 15 h 46"/>
                  <a:gd name="T6" fmla="*/ 3 w 47"/>
                  <a:gd name="T7" fmla="*/ 36 h 46"/>
                  <a:gd name="T8" fmla="*/ 0 w 47"/>
                  <a:gd name="T9" fmla="*/ 52 h 46"/>
                  <a:gd name="T10" fmla="*/ 40 w 47"/>
                  <a:gd name="T11" fmla="*/ 31 h 46"/>
                  <a:gd name="T12" fmla="*/ 48 w 47"/>
                  <a:gd name="T13" fmla="*/ 20 h 46"/>
                  <a:gd name="T14" fmla="*/ 53 w 47"/>
                  <a:gd name="T15" fmla="*/ 1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46">
                    <a:moveTo>
                      <a:pt x="46" y="2"/>
                    </a:moveTo>
                    <a:cubicBezTo>
                      <a:pt x="41" y="0"/>
                      <a:pt x="31" y="4"/>
                      <a:pt x="26" y="6"/>
                    </a:cubicBezTo>
                    <a:cubicBezTo>
                      <a:pt x="20" y="8"/>
                      <a:pt x="13" y="11"/>
                      <a:pt x="8" y="15"/>
                    </a:cubicBezTo>
                    <a:cubicBezTo>
                      <a:pt x="3" y="19"/>
                      <a:pt x="4" y="23"/>
                      <a:pt x="3" y="30"/>
                    </a:cubicBezTo>
                    <a:cubicBezTo>
                      <a:pt x="2" y="35"/>
                      <a:pt x="1" y="40"/>
                      <a:pt x="0" y="46"/>
                    </a:cubicBezTo>
                    <a:cubicBezTo>
                      <a:pt x="3" y="35"/>
                      <a:pt x="23" y="26"/>
                      <a:pt x="34" y="25"/>
                    </a:cubicBezTo>
                    <a:cubicBezTo>
                      <a:pt x="39" y="25"/>
                      <a:pt x="40" y="25"/>
                      <a:pt x="42" y="20"/>
                    </a:cubicBezTo>
                    <a:cubicBezTo>
                      <a:pt x="45" y="14"/>
                      <a:pt x="47" y="7"/>
                      <a:pt x="47" y="1"/>
                    </a:cubicBezTo>
                  </a:path>
                </a:pathLst>
              </a:custGeom>
              <a:solidFill>
                <a:srgbClr val="CE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3" name="Freeform 182">
                <a:extLst>
                  <a:ext uri="{FF2B5EF4-FFF2-40B4-BE49-F238E27FC236}">
                    <a16:creationId xmlns:a16="http://schemas.microsoft.com/office/drawing/2014/main" id="{32F5EF4D-CF4C-4E4C-9BA9-EED715DD3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632"/>
                <a:ext cx="56" cy="43"/>
              </a:xfrm>
              <a:custGeom>
                <a:avLst/>
                <a:gdLst>
                  <a:gd name="T0" fmla="*/ 59 w 55"/>
                  <a:gd name="T1" fmla="*/ 3 h 42"/>
                  <a:gd name="T2" fmla="*/ 36 w 55"/>
                  <a:gd name="T3" fmla="*/ 5 h 42"/>
                  <a:gd name="T4" fmla="*/ 12 w 55"/>
                  <a:gd name="T5" fmla="*/ 15 h 42"/>
                  <a:gd name="T6" fmla="*/ 0 w 55"/>
                  <a:gd name="T7" fmla="*/ 48 h 42"/>
                  <a:gd name="T8" fmla="*/ 37 w 55"/>
                  <a:gd name="T9" fmla="*/ 34 h 42"/>
                  <a:gd name="T10" fmla="*/ 52 w 55"/>
                  <a:gd name="T11" fmla="*/ 36 h 42"/>
                  <a:gd name="T12" fmla="*/ 61 w 55"/>
                  <a:gd name="T13" fmla="*/ 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2">
                    <a:moveTo>
                      <a:pt x="53" y="3"/>
                    </a:moveTo>
                    <a:cubicBezTo>
                      <a:pt x="49" y="0"/>
                      <a:pt x="35" y="3"/>
                      <a:pt x="30" y="5"/>
                    </a:cubicBezTo>
                    <a:cubicBezTo>
                      <a:pt x="24" y="7"/>
                      <a:pt x="17" y="10"/>
                      <a:pt x="12" y="15"/>
                    </a:cubicBezTo>
                    <a:cubicBezTo>
                      <a:pt x="6" y="21"/>
                      <a:pt x="1" y="34"/>
                      <a:pt x="0" y="42"/>
                    </a:cubicBezTo>
                    <a:cubicBezTo>
                      <a:pt x="8" y="35"/>
                      <a:pt x="21" y="30"/>
                      <a:pt x="31" y="28"/>
                    </a:cubicBezTo>
                    <a:cubicBezTo>
                      <a:pt x="36" y="26"/>
                      <a:pt x="42" y="25"/>
                      <a:pt x="46" y="30"/>
                    </a:cubicBezTo>
                    <a:cubicBezTo>
                      <a:pt x="49" y="21"/>
                      <a:pt x="50" y="10"/>
                      <a:pt x="55" y="2"/>
                    </a:cubicBezTo>
                  </a:path>
                </a:pathLst>
              </a:custGeom>
              <a:solidFill>
                <a:srgbClr val="CE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4" name="Freeform 183">
                <a:extLst>
                  <a:ext uri="{FF2B5EF4-FFF2-40B4-BE49-F238E27FC236}">
                    <a16:creationId xmlns:a16="http://schemas.microsoft.com/office/drawing/2014/main" id="{19C00EA3-4DDE-414A-A1C8-3FF410BFD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347"/>
                <a:ext cx="21" cy="28"/>
              </a:xfrm>
              <a:custGeom>
                <a:avLst/>
                <a:gdLst>
                  <a:gd name="T0" fmla="*/ 0 w 21"/>
                  <a:gd name="T1" fmla="*/ 1 h 27"/>
                  <a:gd name="T2" fmla="*/ 16 w 21"/>
                  <a:gd name="T3" fmla="*/ 12 h 27"/>
                  <a:gd name="T4" fmla="*/ 20 w 21"/>
                  <a:gd name="T5" fmla="*/ 33 h 27"/>
                  <a:gd name="T6" fmla="*/ 12 w 21"/>
                  <a:gd name="T7" fmla="*/ 20 h 27"/>
                  <a:gd name="T8" fmla="*/ 0 w 21"/>
                  <a:gd name="T9" fmla="*/ 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0" y="1"/>
                    </a:moveTo>
                    <a:cubicBezTo>
                      <a:pt x="4" y="0"/>
                      <a:pt x="13" y="9"/>
                      <a:pt x="16" y="12"/>
                    </a:cubicBezTo>
                    <a:cubicBezTo>
                      <a:pt x="19" y="15"/>
                      <a:pt x="21" y="22"/>
                      <a:pt x="20" y="27"/>
                    </a:cubicBezTo>
                    <a:cubicBezTo>
                      <a:pt x="16" y="24"/>
                      <a:pt x="15" y="18"/>
                      <a:pt x="12" y="14"/>
                    </a:cubicBezTo>
                    <a:cubicBezTo>
                      <a:pt x="8" y="10"/>
                      <a:pt x="4" y="6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5" name="Freeform 184">
                <a:extLst>
                  <a:ext uri="{FF2B5EF4-FFF2-40B4-BE49-F238E27FC236}">
                    <a16:creationId xmlns:a16="http://schemas.microsoft.com/office/drawing/2014/main" id="{D06347CB-C5CF-480B-A4B8-64BEFDEC0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333"/>
                <a:ext cx="14" cy="27"/>
              </a:xfrm>
              <a:custGeom>
                <a:avLst/>
                <a:gdLst>
                  <a:gd name="T0" fmla="*/ 0 w 14"/>
                  <a:gd name="T1" fmla="*/ 0 h 27"/>
                  <a:gd name="T2" fmla="*/ 7 w 14"/>
                  <a:gd name="T3" fmla="*/ 27 h 27"/>
                  <a:gd name="T4" fmla="*/ 7 w 14"/>
                  <a:gd name="T5" fmla="*/ 17 h 27"/>
                  <a:gd name="T6" fmla="*/ 1 w 14"/>
                  <a:gd name="T7" fmla="*/ 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7">
                    <a:moveTo>
                      <a:pt x="0" y="0"/>
                    </a:moveTo>
                    <a:cubicBezTo>
                      <a:pt x="5" y="2"/>
                      <a:pt x="14" y="27"/>
                      <a:pt x="7" y="27"/>
                    </a:cubicBezTo>
                    <a:cubicBezTo>
                      <a:pt x="7" y="24"/>
                      <a:pt x="8" y="21"/>
                      <a:pt x="7" y="17"/>
                    </a:cubicBezTo>
                    <a:cubicBezTo>
                      <a:pt x="7" y="11"/>
                      <a:pt x="3" y="6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6" name="Freeform 185">
                <a:extLst>
                  <a:ext uri="{FF2B5EF4-FFF2-40B4-BE49-F238E27FC236}">
                    <a16:creationId xmlns:a16="http://schemas.microsoft.com/office/drawing/2014/main" id="{1252502F-FC9D-473E-8B5C-2FDE76F65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323"/>
                <a:ext cx="23" cy="22"/>
              </a:xfrm>
              <a:custGeom>
                <a:avLst/>
                <a:gdLst>
                  <a:gd name="T0" fmla="*/ 1 w 22"/>
                  <a:gd name="T1" fmla="*/ 1 h 21"/>
                  <a:gd name="T2" fmla="*/ 0 w 22"/>
                  <a:gd name="T3" fmla="*/ 0 h 21"/>
                  <a:gd name="T4" fmla="*/ 27 w 22"/>
                  <a:gd name="T5" fmla="*/ 27 h 21"/>
                  <a:gd name="T6" fmla="*/ 23 w 22"/>
                  <a:gd name="T7" fmla="*/ 20 h 21"/>
                  <a:gd name="T8" fmla="*/ 1 w 22"/>
                  <a:gd name="T9" fmla="*/ 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9" y="0"/>
                      <a:pt x="22" y="11"/>
                      <a:pt x="21" y="21"/>
                    </a:cubicBezTo>
                    <a:cubicBezTo>
                      <a:pt x="19" y="20"/>
                      <a:pt x="18" y="16"/>
                      <a:pt x="17" y="14"/>
                    </a:cubicBezTo>
                    <a:cubicBezTo>
                      <a:pt x="14" y="8"/>
                      <a:pt x="8" y="3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7" name="Freeform 186">
                <a:extLst>
                  <a:ext uri="{FF2B5EF4-FFF2-40B4-BE49-F238E27FC236}">
                    <a16:creationId xmlns:a16="http://schemas.microsoft.com/office/drawing/2014/main" id="{A13AAAFA-5A7E-415E-B3CD-B541A9F38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326"/>
                <a:ext cx="28" cy="21"/>
              </a:xfrm>
              <a:custGeom>
                <a:avLst/>
                <a:gdLst>
                  <a:gd name="T0" fmla="*/ 0 w 27"/>
                  <a:gd name="T1" fmla="*/ 0 h 20"/>
                  <a:gd name="T2" fmla="*/ 32 w 27"/>
                  <a:gd name="T3" fmla="*/ 26 h 20"/>
                  <a:gd name="T4" fmla="*/ 4 w 27"/>
                  <a:gd name="T5" fmla="*/ 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0" y="0"/>
                    </a:moveTo>
                    <a:cubicBezTo>
                      <a:pt x="7" y="5"/>
                      <a:pt x="27" y="7"/>
                      <a:pt x="26" y="20"/>
                    </a:cubicBezTo>
                    <a:cubicBezTo>
                      <a:pt x="22" y="12"/>
                      <a:pt x="12" y="4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8" name="Freeform 187">
                <a:extLst>
                  <a:ext uri="{FF2B5EF4-FFF2-40B4-BE49-F238E27FC236}">
                    <a16:creationId xmlns:a16="http://schemas.microsoft.com/office/drawing/2014/main" id="{983E4B5E-601C-4408-B3F7-3649C5F3F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348"/>
                <a:ext cx="28" cy="9"/>
              </a:xfrm>
              <a:custGeom>
                <a:avLst/>
                <a:gdLst>
                  <a:gd name="T0" fmla="*/ 0 w 27"/>
                  <a:gd name="T1" fmla="*/ 2 h 9"/>
                  <a:gd name="T2" fmla="*/ 33 w 27"/>
                  <a:gd name="T3" fmla="*/ 9 h 9"/>
                  <a:gd name="T4" fmla="*/ 24 w 27"/>
                  <a:gd name="T5" fmla="*/ 5 h 9"/>
                  <a:gd name="T6" fmla="*/ 5 w 27"/>
                  <a:gd name="T7" fmla="*/ 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9">
                    <a:moveTo>
                      <a:pt x="0" y="2"/>
                    </a:moveTo>
                    <a:cubicBezTo>
                      <a:pt x="9" y="0"/>
                      <a:pt x="21" y="2"/>
                      <a:pt x="27" y="9"/>
                    </a:cubicBezTo>
                    <a:cubicBezTo>
                      <a:pt x="25" y="9"/>
                      <a:pt x="21" y="6"/>
                      <a:pt x="18" y="5"/>
                    </a:cubicBezTo>
                    <a:cubicBezTo>
                      <a:pt x="13" y="4"/>
                      <a:pt x="10" y="3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9" name="Freeform 188">
                <a:extLst>
                  <a:ext uri="{FF2B5EF4-FFF2-40B4-BE49-F238E27FC236}">
                    <a16:creationId xmlns:a16="http://schemas.microsoft.com/office/drawing/2014/main" id="{A018F221-C26C-4FE0-A813-0EFBBFD19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383"/>
                <a:ext cx="23" cy="12"/>
              </a:xfrm>
              <a:custGeom>
                <a:avLst/>
                <a:gdLst>
                  <a:gd name="T0" fmla="*/ 0 w 23"/>
                  <a:gd name="T1" fmla="*/ 12 h 12"/>
                  <a:gd name="T2" fmla="*/ 1 w 23"/>
                  <a:gd name="T3" fmla="*/ 9 h 12"/>
                  <a:gd name="T4" fmla="*/ 8 w 23"/>
                  <a:gd name="T5" fmla="*/ 2 h 12"/>
                  <a:gd name="T6" fmla="*/ 23 w 23"/>
                  <a:gd name="T7" fmla="*/ 1 h 12"/>
                  <a:gd name="T8" fmla="*/ 14 w 23"/>
                  <a:gd name="T9" fmla="*/ 2 h 12"/>
                  <a:gd name="T10" fmla="*/ 3 w 23"/>
                  <a:gd name="T11" fmla="*/ 11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">
                    <a:moveTo>
                      <a:pt x="0" y="12"/>
                    </a:moveTo>
                    <a:cubicBezTo>
                      <a:pt x="0" y="12"/>
                      <a:pt x="0" y="11"/>
                      <a:pt x="1" y="9"/>
                    </a:cubicBezTo>
                    <a:cubicBezTo>
                      <a:pt x="3" y="6"/>
                      <a:pt x="5" y="4"/>
                      <a:pt x="8" y="2"/>
                    </a:cubicBezTo>
                    <a:cubicBezTo>
                      <a:pt x="13" y="0"/>
                      <a:pt x="18" y="1"/>
                      <a:pt x="23" y="1"/>
                    </a:cubicBezTo>
                    <a:cubicBezTo>
                      <a:pt x="20" y="2"/>
                      <a:pt x="17" y="1"/>
                      <a:pt x="14" y="2"/>
                    </a:cubicBezTo>
                    <a:cubicBezTo>
                      <a:pt x="10" y="3"/>
                      <a:pt x="4" y="8"/>
                      <a:pt x="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0" name="Freeform 189">
                <a:extLst>
                  <a:ext uri="{FF2B5EF4-FFF2-40B4-BE49-F238E27FC236}">
                    <a16:creationId xmlns:a16="http://schemas.microsoft.com/office/drawing/2014/main" id="{9DDDBE29-875C-47F3-A026-24C969D9F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416"/>
                <a:ext cx="25" cy="23"/>
              </a:xfrm>
              <a:custGeom>
                <a:avLst/>
                <a:gdLst>
                  <a:gd name="T0" fmla="*/ 0 w 25"/>
                  <a:gd name="T1" fmla="*/ 27 h 22"/>
                  <a:gd name="T2" fmla="*/ 0 w 25"/>
                  <a:gd name="T3" fmla="*/ 28 h 22"/>
                  <a:gd name="T4" fmla="*/ 2 w 25"/>
                  <a:gd name="T5" fmla="*/ 23 h 22"/>
                  <a:gd name="T6" fmla="*/ 9 w 25"/>
                  <a:gd name="T7" fmla="*/ 7 h 22"/>
                  <a:gd name="T8" fmla="*/ 25 w 25"/>
                  <a:gd name="T9" fmla="*/ 3 h 22"/>
                  <a:gd name="T10" fmla="*/ 16 w 25"/>
                  <a:gd name="T11" fmla="*/ 6 h 22"/>
                  <a:gd name="T12" fmla="*/ 3 w 25"/>
                  <a:gd name="T13" fmla="*/ 2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2">
                    <a:moveTo>
                      <a:pt x="0" y="21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1" y="21"/>
                      <a:pt x="1" y="19"/>
                      <a:pt x="2" y="17"/>
                    </a:cubicBezTo>
                    <a:cubicBezTo>
                      <a:pt x="4" y="13"/>
                      <a:pt x="6" y="9"/>
                      <a:pt x="9" y="7"/>
                    </a:cubicBezTo>
                    <a:cubicBezTo>
                      <a:pt x="13" y="3"/>
                      <a:pt x="20" y="0"/>
                      <a:pt x="25" y="3"/>
                    </a:cubicBezTo>
                    <a:cubicBezTo>
                      <a:pt x="21" y="4"/>
                      <a:pt x="19" y="4"/>
                      <a:pt x="16" y="6"/>
                    </a:cubicBezTo>
                    <a:cubicBezTo>
                      <a:pt x="12" y="8"/>
                      <a:pt x="3" y="14"/>
                      <a:pt x="3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1" name="Freeform 190">
                <a:extLst>
                  <a:ext uri="{FF2B5EF4-FFF2-40B4-BE49-F238E27FC236}">
                    <a16:creationId xmlns:a16="http://schemas.microsoft.com/office/drawing/2014/main" id="{B98FCB81-5A61-45C6-BF0E-F08D47624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56"/>
                <a:ext cx="23" cy="26"/>
              </a:xfrm>
              <a:custGeom>
                <a:avLst/>
                <a:gdLst>
                  <a:gd name="T0" fmla="*/ 0 w 23"/>
                  <a:gd name="T1" fmla="*/ 31 h 25"/>
                  <a:gd name="T2" fmla="*/ 6 w 23"/>
                  <a:gd name="T3" fmla="*/ 12 h 25"/>
                  <a:gd name="T4" fmla="*/ 23 w 23"/>
                  <a:gd name="T5" fmla="*/ 0 h 25"/>
                  <a:gd name="T6" fmla="*/ 14 w 23"/>
                  <a:gd name="T7" fmla="*/ 7 h 25"/>
                  <a:gd name="T8" fmla="*/ 0 w 23"/>
                  <a:gd name="T9" fmla="*/ 3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5">
                    <a:moveTo>
                      <a:pt x="0" y="25"/>
                    </a:moveTo>
                    <a:cubicBezTo>
                      <a:pt x="2" y="21"/>
                      <a:pt x="3" y="16"/>
                      <a:pt x="6" y="12"/>
                    </a:cubicBezTo>
                    <a:cubicBezTo>
                      <a:pt x="10" y="6"/>
                      <a:pt x="15" y="0"/>
                      <a:pt x="23" y="0"/>
                    </a:cubicBezTo>
                    <a:cubicBezTo>
                      <a:pt x="20" y="1"/>
                      <a:pt x="16" y="5"/>
                      <a:pt x="14" y="7"/>
                    </a:cubicBezTo>
                    <a:cubicBezTo>
                      <a:pt x="8" y="12"/>
                      <a:pt x="3" y="17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2" name="Freeform 191">
                <a:extLst>
                  <a:ext uri="{FF2B5EF4-FFF2-40B4-BE49-F238E27FC236}">
                    <a16:creationId xmlns:a16="http://schemas.microsoft.com/office/drawing/2014/main" id="{8175E32A-98F9-413E-841E-FD071571F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499"/>
                <a:ext cx="18" cy="23"/>
              </a:xfrm>
              <a:custGeom>
                <a:avLst/>
                <a:gdLst>
                  <a:gd name="T0" fmla="*/ 3 w 17"/>
                  <a:gd name="T1" fmla="*/ 27 h 22"/>
                  <a:gd name="T2" fmla="*/ 23 w 17"/>
                  <a:gd name="T3" fmla="*/ 0 h 22"/>
                  <a:gd name="T4" fmla="*/ 3 w 17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2">
                    <a:moveTo>
                      <a:pt x="3" y="21"/>
                    </a:moveTo>
                    <a:cubicBezTo>
                      <a:pt x="0" y="14"/>
                      <a:pt x="11" y="2"/>
                      <a:pt x="17" y="0"/>
                    </a:cubicBezTo>
                    <a:cubicBezTo>
                      <a:pt x="11" y="7"/>
                      <a:pt x="5" y="14"/>
                      <a:pt x="3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3" name="Freeform 192">
                <a:extLst>
                  <a:ext uri="{FF2B5EF4-FFF2-40B4-BE49-F238E27FC236}">
                    <a16:creationId xmlns:a16="http://schemas.microsoft.com/office/drawing/2014/main" id="{82FC4685-5B66-4589-8C8F-3CC244878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540"/>
                <a:ext cx="15" cy="27"/>
              </a:xfrm>
              <a:custGeom>
                <a:avLst/>
                <a:gdLst>
                  <a:gd name="T0" fmla="*/ 15 w 15"/>
                  <a:gd name="T1" fmla="*/ 0 h 26"/>
                  <a:gd name="T2" fmla="*/ 7 w 15"/>
                  <a:gd name="T3" fmla="*/ 10 h 26"/>
                  <a:gd name="T4" fmla="*/ 1 w 15"/>
                  <a:gd name="T5" fmla="*/ 32 h 26"/>
                  <a:gd name="T6" fmla="*/ 14 w 15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11" y="1"/>
                      <a:pt x="8" y="7"/>
                      <a:pt x="7" y="10"/>
                    </a:cubicBezTo>
                    <a:cubicBezTo>
                      <a:pt x="5" y="14"/>
                      <a:pt x="0" y="22"/>
                      <a:pt x="1" y="26"/>
                    </a:cubicBezTo>
                    <a:cubicBezTo>
                      <a:pt x="2" y="16"/>
                      <a:pt x="5" y="7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4" name="Freeform 193">
                <a:extLst>
                  <a:ext uri="{FF2B5EF4-FFF2-40B4-BE49-F238E27FC236}">
                    <a16:creationId xmlns:a16="http://schemas.microsoft.com/office/drawing/2014/main" id="{1AB6C13E-C4F3-4A28-8932-3EB56F331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560"/>
                <a:ext cx="13" cy="28"/>
              </a:xfrm>
              <a:custGeom>
                <a:avLst/>
                <a:gdLst>
                  <a:gd name="T0" fmla="*/ 18 w 12"/>
                  <a:gd name="T1" fmla="*/ 3 h 28"/>
                  <a:gd name="T2" fmla="*/ 18 w 12"/>
                  <a:gd name="T3" fmla="*/ 2 h 28"/>
                  <a:gd name="T4" fmla="*/ 3 w 12"/>
                  <a:gd name="T5" fmla="*/ 28 h 28"/>
                  <a:gd name="T6" fmla="*/ 1 w 12"/>
                  <a:gd name="T7" fmla="*/ 19 h 28"/>
                  <a:gd name="T8" fmla="*/ 16 w 12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12" y="3"/>
                    </a:moveTo>
                    <a:cubicBezTo>
                      <a:pt x="12" y="3"/>
                      <a:pt x="12" y="2"/>
                      <a:pt x="12" y="2"/>
                    </a:cubicBezTo>
                    <a:cubicBezTo>
                      <a:pt x="3" y="8"/>
                      <a:pt x="4" y="19"/>
                      <a:pt x="3" y="28"/>
                    </a:cubicBezTo>
                    <a:cubicBezTo>
                      <a:pt x="0" y="28"/>
                      <a:pt x="1" y="21"/>
                      <a:pt x="1" y="19"/>
                    </a:cubicBezTo>
                    <a:cubicBezTo>
                      <a:pt x="1" y="13"/>
                      <a:pt x="5" y="4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5" name="Freeform 194">
                <a:extLst>
                  <a:ext uri="{FF2B5EF4-FFF2-40B4-BE49-F238E27FC236}">
                    <a16:creationId xmlns:a16="http://schemas.microsoft.com/office/drawing/2014/main" id="{A4078500-3829-4863-A8C5-AE399052D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589"/>
                <a:ext cx="18" cy="24"/>
              </a:xfrm>
              <a:custGeom>
                <a:avLst/>
                <a:gdLst>
                  <a:gd name="T0" fmla="*/ 18 w 18"/>
                  <a:gd name="T1" fmla="*/ 3 h 23"/>
                  <a:gd name="T2" fmla="*/ 6 w 18"/>
                  <a:gd name="T3" fmla="*/ 29 h 23"/>
                  <a:gd name="T4" fmla="*/ 16 w 18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18" y="3"/>
                    </a:moveTo>
                    <a:cubicBezTo>
                      <a:pt x="9" y="5"/>
                      <a:pt x="7" y="15"/>
                      <a:pt x="6" y="23"/>
                    </a:cubicBezTo>
                    <a:cubicBezTo>
                      <a:pt x="0" y="17"/>
                      <a:pt x="8" y="0"/>
                      <a:pt x="1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6" name="Freeform 195">
                <a:extLst>
                  <a:ext uri="{FF2B5EF4-FFF2-40B4-BE49-F238E27FC236}">
                    <a16:creationId xmlns:a16="http://schemas.microsoft.com/office/drawing/2014/main" id="{2E528C5B-CF30-4085-A9ED-F17C3AC12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641"/>
                <a:ext cx="22" cy="18"/>
              </a:xfrm>
              <a:custGeom>
                <a:avLst/>
                <a:gdLst>
                  <a:gd name="T0" fmla="*/ 25 w 21"/>
                  <a:gd name="T1" fmla="*/ 2 h 17"/>
                  <a:gd name="T2" fmla="*/ 0 w 21"/>
                  <a:gd name="T3" fmla="*/ 23 h 17"/>
                  <a:gd name="T4" fmla="*/ 6 w 21"/>
                  <a:gd name="T5" fmla="*/ 6 h 17"/>
                  <a:gd name="T6" fmla="*/ 27 w 2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7">
                    <a:moveTo>
                      <a:pt x="19" y="2"/>
                    </a:moveTo>
                    <a:cubicBezTo>
                      <a:pt x="12" y="0"/>
                      <a:pt x="2" y="11"/>
                      <a:pt x="0" y="17"/>
                    </a:cubicBezTo>
                    <a:cubicBezTo>
                      <a:pt x="3" y="14"/>
                      <a:pt x="3" y="9"/>
                      <a:pt x="6" y="6"/>
                    </a:cubicBezTo>
                    <a:cubicBezTo>
                      <a:pt x="11" y="2"/>
                      <a:pt x="16" y="2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7" name="Freeform 196">
                <a:extLst>
                  <a:ext uri="{FF2B5EF4-FFF2-40B4-BE49-F238E27FC236}">
                    <a16:creationId xmlns:a16="http://schemas.microsoft.com/office/drawing/2014/main" id="{D1E11919-437C-402B-9878-C7F8A3E1C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1641"/>
                <a:ext cx="27" cy="12"/>
              </a:xfrm>
              <a:custGeom>
                <a:avLst/>
                <a:gdLst>
                  <a:gd name="T0" fmla="*/ 0 w 26"/>
                  <a:gd name="T1" fmla="*/ 17 h 11"/>
                  <a:gd name="T2" fmla="*/ 32 w 26"/>
                  <a:gd name="T3" fmla="*/ 12 h 11"/>
                  <a:gd name="T4" fmla="*/ 26 w 26"/>
                  <a:gd name="T5" fmla="*/ 2 h 11"/>
                  <a:gd name="T6" fmla="*/ 5 w 26"/>
                  <a:gd name="T7" fmla="*/ 1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1">
                    <a:moveTo>
                      <a:pt x="0" y="11"/>
                    </a:moveTo>
                    <a:cubicBezTo>
                      <a:pt x="5" y="4"/>
                      <a:pt x="19" y="5"/>
                      <a:pt x="26" y="6"/>
                    </a:cubicBezTo>
                    <a:cubicBezTo>
                      <a:pt x="24" y="5"/>
                      <a:pt x="23" y="2"/>
                      <a:pt x="20" y="2"/>
                    </a:cubicBezTo>
                    <a:cubicBezTo>
                      <a:pt x="15" y="0"/>
                      <a:pt x="9" y="6"/>
                      <a:pt x="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8" name="Freeform 197">
                <a:extLst>
                  <a:ext uri="{FF2B5EF4-FFF2-40B4-BE49-F238E27FC236}">
                    <a16:creationId xmlns:a16="http://schemas.microsoft.com/office/drawing/2014/main" id="{25F99DB4-8DCA-4E25-83A7-3744D9727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592"/>
                <a:ext cx="26" cy="13"/>
              </a:xfrm>
              <a:custGeom>
                <a:avLst/>
                <a:gdLst>
                  <a:gd name="T0" fmla="*/ 1 w 26"/>
                  <a:gd name="T1" fmla="*/ 18 h 12"/>
                  <a:gd name="T2" fmla="*/ 12 w 26"/>
                  <a:gd name="T3" fmla="*/ 5 h 12"/>
                  <a:gd name="T4" fmla="*/ 26 w 26"/>
                  <a:gd name="T5" fmla="*/ 3 h 12"/>
                  <a:gd name="T6" fmla="*/ 19 w 26"/>
                  <a:gd name="T7" fmla="*/ 2 h 12"/>
                  <a:gd name="T8" fmla="*/ 1 w 26"/>
                  <a:gd name="T9" fmla="*/ 1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2">
                    <a:moveTo>
                      <a:pt x="1" y="12"/>
                    </a:moveTo>
                    <a:cubicBezTo>
                      <a:pt x="0" y="9"/>
                      <a:pt x="10" y="5"/>
                      <a:pt x="12" y="5"/>
                    </a:cubicBezTo>
                    <a:cubicBezTo>
                      <a:pt x="14" y="4"/>
                      <a:pt x="26" y="4"/>
                      <a:pt x="26" y="3"/>
                    </a:cubicBezTo>
                    <a:cubicBezTo>
                      <a:pt x="26" y="0"/>
                      <a:pt x="20" y="2"/>
                      <a:pt x="19" y="2"/>
                    </a:cubicBezTo>
                    <a:cubicBezTo>
                      <a:pt x="13" y="3"/>
                      <a:pt x="5" y="7"/>
                      <a:pt x="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9" name="Freeform 198">
                <a:extLst>
                  <a:ext uri="{FF2B5EF4-FFF2-40B4-BE49-F238E27FC236}">
                    <a16:creationId xmlns:a16="http://schemas.microsoft.com/office/drawing/2014/main" id="{480868F3-51D5-45A5-9B7C-7CD71BEBE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532"/>
                <a:ext cx="25" cy="33"/>
              </a:xfrm>
              <a:custGeom>
                <a:avLst/>
                <a:gdLst>
                  <a:gd name="T0" fmla="*/ 4 w 25"/>
                  <a:gd name="T1" fmla="*/ 38 h 32"/>
                  <a:gd name="T2" fmla="*/ 16 w 25"/>
                  <a:gd name="T3" fmla="*/ 13 h 32"/>
                  <a:gd name="T4" fmla="*/ 24 w 25"/>
                  <a:gd name="T5" fmla="*/ 0 h 32"/>
                  <a:gd name="T6" fmla="*/ 16 w 25"/>
                  <a:gd name="T7" fmla="*/ 6 h 32"/>
                  <a:gd name="T8" fmla="*/ 3 w 25"/>
                  <a:gd name="T9" fmla="*/ 3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2">
                    <a:moveTo>
                      <a:pt x="4" y="32"/>
                    </a:moveTo>
                    <a:cubicBezTo>
                      <a:pt x="0" y="30"/>
                      <a:pt x="14" y="15"/>
                      <a:pt x="16" y="13"/>
                    </a:cubicBezTo>
                    <a:cubicBezTo>
                      <a:pt x="18" y="10"/>
                      <a:pt x="25" y="4"/>
                      <a:pt x="24" y="0"/>
                    </a:cubicBezTo>
                    <a:cubicBezTo>
                      <a:pt x="21" y="0"/>
                      <a:pt x="18" y="3"/>
                      <a:pt x="16" y="6"/>
                    </a:cubicBezTo>
                    <a:cubicBezTo>
                      <a:pt x="11" y="12"/>
                      <a:pt x="6" y="19"/>
                      <a:pt x="3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0" name="Freeform 199">
                <a:extLst>
                  <a:ext uri="{FF2B5EF4-FFF2-40B4-BE49-F238E27FC236}">
                    <a16:creationId xmlns:a16="http://schemas.microsoft.com/office/drawing/2014/main" id="{18ECB9A4-11D5-4167-83BB-B71C7440C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473"/>
                <a:ext cx="13" cy="39"/>
              </a:xfrm>
              <a:custGeom>
                <a:avLst/>
                <a:gdLst>
                  <a:gd name="T0" fmla="*/ 13 w 13"/>
                  <a:gd name="T1" fmla="*/ 7 h 38"/>
                  <a:gd name="T2" fmla="*/ 7 w 13"/>
                  <a:gd name="T3" fmla="*/ 16 h 38"/>
                  <a:gd name="T4" fmla="*/ 2 w 13"/>
                  <a:gd name="T5" fmla="*/ 44 h 38"/>
                  <a:gd name="T6" fmla="*/ 1 w 13"/>
                  <a:gd name="T7" fmla="*/ 31 h 38"/>
                  <a:gd name="T8" fmla="*/ 9 w 13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8">
                    <a:moveTo>
                      <a:pt x="13" y="7"/>
                    </a:moveTo>
                    <a:cubicBezTo>
                      <a:pt x="10" y="9"/>
                      <a:pt x="8" y="13"/>
                      <a:pt x="7" y="16"/>
                    </a:cubicBezTo>
                    <a:cubicBezTo>
                      <a:pt x="4" y="23"/>
                      <a:pt x="2" y="31"/>
                      <a:pt x="2" y="38"/>
                    </a:cubicBezTo>
                    <a:cubicBezTo>
                      <a:pt x="2" y="34"/>
                      <a:pt x="0" y="30"/>
                      <a:pt x="1" y="25"/>
                    </a:cubicBezTo>
                    <a:cubicBezTo>
                      <a:pt x="2" y="15"/>
                      <a:pt x="6" y="8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1" name="Freeform 200">
                <a:extLst>
                  <a:ext uri="{FF2B5EF4-FFF2-40B4-BE49-F238E27FC236}">
                    <a16:creationId xmlns:a16="http://schemas.microsoft.com/office/drawing/2014/main" id="{12B2651C-54F8-4585-BE47-F218E9448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437"/>
                <a:ext cx="15" cy="41"/>
              </a:xfrm>
              <a:custGeom>
                <a:avLst/>
                <a:gdLst>
                  <a:gd name="T0" fmla="*/ 3 w 15"/>
                  <a:gd name="T1" fmla="*/ 0 h 40"/>
                  <a:gd name="T2" fmla="*/ 7 w 15"/>
                  <a:gd name="T3" fmla="*/ 28 h 40"/>
                  <a:gd name="T4" fmla="*/ 15 w 15"/>
                  <a:gd name="T5" fmla="*/ 46 h 40"/>
                  <a:gd name="T6" fmla="*/ 4 w 15"/>
                  <a:gd name="T7" fmla="*/ 31 h 40"/>
                  <a:gd name="T8" fmla="*/ 2 w 15"/>
                  <a:gd name="T9" fmla="*/ 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3" y="0"/>
                    </a:moveTo>
                    <a:cubicBezTo>
                      <a:pt x="2" y="6"/>
                      <a:pt x="5" y="16"/>
                      <a:pt x="7" y="22"/>
                    </a:cubicBezTo>
                    <a:cubicBezTo>
                      <a:pt x="9" y="28"/>
                      <a:pt x="13" y="34"/>
                      <a:pt x="15" y="40"/>
                    </a:cubicBezTo>
                    <a:cubicBezTo>
                      <a:pt x="10" y="36"/>
                      <a:pt x="6" y="30"/>
                      <a:pt x="4" y="25"/>
                    </a:cubicBezTo>
                    <a:cubicBezTo>
                      <a:pt x="2" y="19"/>
                      <a:pt x="0" y="11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2" name="Freeform 201">
                <a:extLst>
                  <a:ext uri="{FF2B5EF4-FFF2-40B4-BE49-F238E27FC236}">
                    <a16:creationId xmlns:a16="http://schemas.microsoft.com/office/drawing/2014/main" id="{91F0F10A-C41A-4AF3-AE23-8D7D0B83B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429"/>
                <a:ext cx="32" cy="23"/>
              </a:xfrm>
              <a:custGeom>
                <a:avLst/>
                <a:gdLst>
                  <a:gd name="T0" fmla="*/ 1 w 32"/>
                  <a:gd name="T1" fmla="*/ 0 h 23"/>
                  <a:gd name="T2" fmla="*/ 11 w 32"/>
                  <a:gd name="T3" fmla="*/ 12 h 23"/>
                  <a:gd name="T4" fmla="*/ 32 w 32"/>
                  <a:gd name="T5" fmla="*/ 23 h 23"/>
                  <a:gd name="T6" fmla="*/ 17 w 32"/>
                  <a:gd name="T7" fmla="*/ 18 h 23"/>
                  <a:gd name="T8" fmla="*/ 1 w 32"/>
                  <a:gd name="T9" fmla="*/ 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3">
                    <a:moveTo>
                      <a:pt x="1" y="0"/>
                    </a:moveTo>
                    <a:cubicBezTo>
                      <a:pt x="0" y="1"/>
                      <a:pt x="9" y="10"/>
                      <a:pt x="11" y="12"/>
                    </a:cubicBezTo>
                    <a:cubicBezTo>
                      <a:pt x="18" y="18"/>
                      <a:pt x="24" y="20"/>
                      <a:pt x="32" y="23"/>
                    </a:cubicBezTo>
                    <a:cubicBezTo>
                      <a:pt x="27" y="22"/>
                      <a:pt x="22" y="20"/>
                      <a:pt x="17" y="18"/>
                    </a:cubicBezTo>
                    <a:cubicBezTo>
                      <a:pt x="11" y="15"/>
                      <a:pt x="0" y="11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3" name="Freeform 202">
                <a:extLst>
                  <a:ext uri="{FF2B5EF4-FFF2-40B4-BE49-F238E27FC236}">
                    <a16:creationId xmlns:a16="http://schemas.microsoft.com/office/drawing/2014/main" id="{723DE4F5-3549-4F9D-8387-AFC987970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433"/>
                <a:ext cx="15" cy="12"/>
              </a:xfrm>
              <a:custGeom>
                <a:avLst/>
                <a:gdLst>
                  <a:gd name="T0" fmla="*/ 1 w 15"/>
                  <a:gd name="T1" fmla="*/ 11 h 12"/>
                  <a:gd name="T2" fmla="*/ 13 w 15"/>
                  <a:gd name="T3" fmla="*/ 0 h 12"/>
                  <a:gd name="T4" fmla="*/ 15 w 15"/>
                  <a:gd name="T5" fmla="*/ 6 h 12"/>
                  <a:gd name="T6" fmla="*/ 0 w 15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" y="11"/>
                    </a:moveTo>
                    <a:cubicBezTo>
                      <a:pt x="3" y="11"/>
                      <a:pt x="9" y="3"/>
                      <a:pt x="13" y="0"/>
                    </a:cubicBezTo>
                    <a:cubicBezTo>
                      <a:pt x="14" y="2"/>
                      <a:pt x="14" y="4"/>
                      <a:pt x="15" y="6"/>
                    </a:cubicBezTo>
                    <a:cubicBezTo>
                      <a:pt x="10" y="8"/>
                      <a:pt x="5" y="8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4" name="Freeform 203">
                <a:extLst>
                  <a:ext uri="{FF2B5EF4-FFF2-40B4-BE49-F238E27FC236}">
                    <a16:creationId xmlns:a16="http://schemas.microsoft.com/office/drawing/2014/main" id="{A3AC25DF-B0C1-466E-8BAC-382C9D0AB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472"/>
                <a:ext cx="38" cy="20"/>
              </a:xfrm>
              <a:custGeom>
                <a:avLst/>
                <a:gdLst>
                  <a:gd name="T0" fmla="*/ 1 w 37"/>
                  <a:gd name="T1" fmla="*/ 18 h 20"/>
                  <a:gd name="T2" fmla="*/ 1 w 37"/>
                  <a:gd name="T3" fmla="*/ 18 h 20"/>
                  <a:gd name="T4" fmla="*/ 3 w 37"/>
                  <a:gd name="T5" fmla="*/ 16 h 20"/>
                  <a:gd name="T6" fmla="*/ 10 w 37"/>
                  <a:gd name="T7" fmla="*/ 6 h 20"/>
                  <a:gd name="T8" fmla="*/ 13 w 37"/>
                  <a:gd name="T9" fmla="*/ 1 h 20"/>
                  <a:gd name="T10" fmla="*/ 29 w 37"/>
                  <a:gd name="T11" fmla="*/ 2 h 20"/>
                  <a:gd name="T12" fmla="*/ 43 w 37"/>
                  <a:gd name="T13" fmla="*/ 1 h 20"/>
                  <a:gd name="T14" fmla="*/ 36 w 37"/>
                  <a:gd name="T15" fmla="*/ 4 h 20"/>
                  <a:gd name="T16" fmla="*/ 18 w 37"/>
                  <a:gd name="T17" fmla="*/ 5 h 20"/>
                  <a:gd name="T18" fmla="*/ 3 w 37"/>
                  <a:gd name="T19" fmla="*/ 2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20">
                    <a:moveTo>
                      <a:pt x="1" y="18"/>
                    </a:moveTo>
                    <a:cubicBezTo>
                      <a:pt x="1" y="18"/>
                      <a:pt x="0" y="19"/>
                      <a:pt x="1" y="18"/>
                    </a:cubicBezTo>
                    <a:cubicBezTo>
                      <a:pt x="1" y="17"/>
                      <a:pt x="2" y="17"/>
                      <a:pt x="3" y="16"/>
                    </a:cubicBezTo>
                    <a:cubicBezTo>
                      <a:pt x="5" y="13"/>
                      <a:pt x="7" y="9"/>
                      <a:pt x="10" y="6"/>
                    </a:cubicBezTo>
                    <a:cubicBezTo>
                      <a:pt x="11" y="5"/>
                      <a:pt x="12" y="2"/>
                      <a:pt x="13" y="1"/>
                    </a:cubicBezTo>
                    <a:cubicBezTo>
                      <a:pt x="15" y="0"/>
                      <a:pt x="20" y="2"/>
                      <a:pt x="23" y="2"/>
                    </a:cubicBezTo>
                    <a:cubicBezTo>
                      <a:pt x="27" y="3"/>
                      <a:pt x="33" y="3"/>
                      <a:pt x="37" y="1"/>
                    </a:cubicBezTo>
                    <a:cubicBezTo>
                      <a:pt x="35" y="1"/>
                      <a:pt x="32" y="3"/>
                      <a:pt x="30" y="4"/>
                    </a:cubicBezTo>
                    <a:cubicBezTo>
                      <a:pt x="26" y="4"/>
                      <a:pt x="22" y="4"/>
                      <a:pt x="18" y="5"/>
                    </a:cubicBezTo>
                    <a:cubicBezTo>
                      <a:pt x="11" y="7"/>
                      <a:pt x="7" y="14"/>
                      <a:pt x="3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5" name="Freeform 204">
                <a:extLst>
                  <a:ext uri="{FF2B5EF4-FFF2-40B4-BE49-F238E27FC236}">
                    <a16:creationId xmlns:a16="http://schemas.microsoft.com/office/drawing/2014/main" id="{C6679674-2E2B-4E6E-ACCC-F94AE4DF9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530"/>
                <a:ext cx="31" cy="10"/>
              </a:xfrm>
              <a:custGeom>
                <a:avLst/>
                <a:gdLst>
                  <a:gd name="T0" fmla="*/ 2 w 30"/>
                  <a:gd name="T1" fmla="*/ 5 h 10"/>
                  <a:gd name="T2" fmla="*/ 0 w 30"/>
                  <a:gd name="T3" fmla="*/ 5 h 10"/>
                  <a:gd name="T4" fmla="*/ 23 w 30"/>
                  <a:gd name="T5" fmla="*/ 5 h 10"/>
                  <a:gd name="T6" fmla="*/ 36 w 30"/>
                  <a:gd name="T7" fmla="*/ 0 h 10"/>
                  <a:gd name="T8" fmla="*/ 24 w 30"/>
                  <a:gd name="T9" fmla="*/ 7 h 10"/>
                  <a:gd name="T10" fmla="*/ 1 w 30"/>
                  <a:gd name="T11" fmla="*/ 6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0">
                    <a:moveTo>
                      <a:pt x="2" y="5"/>
                    </a:moveTo>
                    <a:cubicBezTo>
                      <a:pt x="1" y="5"/>
                      <a:pt x="0" y="6"/>
                      <a:pt x="0" y="5"/>
                    </a:cubicBezTo>
                    <a:cubicBezTo>
                      <a:pt x="6" y="7"/>
                      <a:pt x="11" y="7"/>
                      <a:pt x="17" y="5"/>
                    </a:cubicBezTo>
                    <a:cubicBezTo>
                      <a:pt x="20" y="4"/>
                      <a:pt x="28" y="3"/>
                      <a:pt x="30" y="0"/>
                    </a:cubicBezTo>
                    <a:cubicBezTo>
                      <a:pt x="26" y="2"/>
                      <a:pt x="22" y="5"/>
                      <a:pt x="18" y="7"/>
                    </a:cubicBezTo>
                    <a:cubicBezTo>
                      <a:pt x="12" y="10"/>
                      <a:pt x="8" y="9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613" name="Group 205">
              <a:extLst>
                <a:ext uri="{FF2B5EF4-FFF2-40B4-BE49-F238E27FC236}">
                  <a16:creationId xmlns:a16="http://schemas.microsoft.com/office/drawing/2014/main" id="{6D3AE4DF-D617-459D-906F-488FE6E8BB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65" y="1094"/>
              <a:ext cx="1483" cy="1123"/>
              <a:chOff x="2165" y="1094"/>
              <a:chExt cx="1483" cy="1123"/>
            </a:xfrm>
          </p:grpSpPr>
          <p:sp>
            <p:nvSpPr>
              <p:cNvPr id="35946" name="Freeform 206">
                <a:extLst>
                  <a:ext uri="{FF2B5EF4-FFF2-40B4-BE49-F238E27FC236}">
                    <a16:creationId xmlns:a16="http://schemas.microsoft.com/office/drawing/2014/main" id="{A99106F0-B03D-474C-868C-E59DCD755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587"/>
                <a:ext cx="39" cy="17"/>
              </a:xfrm>
              <a:custGeom>
                <a:avLst/>
                <a:gdLst>
                  <a:gd name="T0" fmla="*/ 1 w 38"/>
                  <a:gd name="T1" fmla="*/ 5 h 16"/>
                  <a:gd name="T2" fmla="*/ 1 w 38"/>
                  <a:gd name="T3" fmla="*/ 6 h 16"/>
                  <a:gd name="T4" fmla="*/ 13 w 38"/>
                  <a:gd name="T5" fmla="*/ 0 h 16"/>
                  <a:gd name="T6" fmla="*/ 28 w 38"/>
                  <a:gd name="T7" fmla="*/ 15 h 16"/>
                  <a:gd name="T8" fmla="*/ 44 w 38"/>
                  <a:gd name="T9" fmla="*/ 17 h 16"/>
                  <a:gd name="T10" fmla="*/ 16 w 38"/>
                  <a:gd name="T11" fmla="*/ 7 h 16"/>
                  <a:gd name="T12" fmla="*/ 0 w 38"/>
                  <a:gd name="T13" fmla="*/ 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6">
                    <a:moveTo>
                      <a:pt x="1" y="5"/>
                    </a:moveTo>
                    <a:cubicBezTo>
                      <a:pt x="1" y="5"/>
                      <a:pt x="0" y="5"/>
                      <a:pt x="1" y="6"/>
                    </a:cubicBezTo>
                    <a:cubicBezTo>
                      <a:pt x="5" y="5"/>
                      <a:pt x="9" y="1"/>
                      <a:pt x="13" y="0"/>
                    </a:cubicBezTo>
                    <a:cubicBezTo>
                      <a:pt x="14" y="4"/>
                      <a:pt x="19" y="7"/>
                      <a:pt x="22" y="9"/>
                    </a:cubicBezTo>
                    <a:cubicBezTo>
                      <a:pt x="26" y="11"/>
                      <a:pt x="34" y="13"/>
                      <a:pt x="38" y="11"/>
                    </a:cubicBezTo>
                    <a:cubicBezTo>
                      <a:pt x="33" y="16"/>
                      <a:pt x="20" y="11"/>
                      <a:pt x="16" y="7"/>
                    </a:cubicBezTo>
                    <a:cubicBezTo>
                      <a:pt x="11" y="3"/>
                      <a:pt x="6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7" name="Freeform 207">
                <a:extLst>
                  <a:ext uri="{FF2B5EF4-FFF2-40B4-BE49-F238E27FC236}">
                    <a16:creationId xmlns:a16="http://schemas.microsoft.com/office/drawing/2014/main" id="{D5AE17B5-DC7D-474D-9AD9-D45BD0EFB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592"/>
                <a:ext cx="19" cy="17"/>
              </a:xfrm>
              <a:custGeom>
                <a:avLst/>
                <a:gdLst>
                  <a:gd name="T0" fmla="*/ 2 w 19"/>
                  <a:gd name="T1" fmla="*/ 0 h 16"/>
                  <a:gd name="T2" fmla="*/ 19 w 19"/>
                  <a:gd name="T3" fmla="*/ 6 h 16"/>
                  <a:gd name="T4" fmla="*/ 18 w 19"/>
                  <a:gd name="T5" fmla="*/ 22 h 16"/>
                  <a:gd name="T6" fmla="*/ 2 w 19"/>
                  <a:gd name="T7" fmla="*/ 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6">
                    <a:moveTo>
                      <a:pt x="2" y="0"/>
                    </a:moveTo>
                    <a:cubicBezTo>
                      <a:pt x="7" y="2"/>
                      <a:pt x="13" y="7"/>
                      <a:pt x="19" y="6"/>
                    </a:cubicBezTo>
                    <a:cubicBezTo>
                      <a:pt x="18" y="9"/>
                      <a:pt x="19" y="13"/>
                      <a:pt x="18" y="16"/>
                    </a:cubicBezTo>
                    <a:cubicBezTo>
                      <a:pt x="15" y="14"/>
                      <a:pt x="0" y="8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8" name="Freeform 208">
                <a:extLst>
                  <a:ext uri="{FF2B5EF4-FFF2-40B4-BE49-F238E27FC236}">
                    <a16:creationId xmlns:a16="http://schemas.microsoft.com/office/drawing/2014/main" id="{E4491C99-2E2F-468E-9F99-341536913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66"/>
                <a:ext cx="13" cy="43"/>
              </a:xfrm>
              <a:custGeom>
                <a:avLst/>
                <a:gdLst>
                  <a:gd name="T0" fmla="*/ 13 w 13"/>
                  <a:gd name="T1" fmla="*/ 1 h 42"/>
                  <a:gd name="T2" fmla="*/ 10 w 13"/>
                  <a:gd name="T3" fmla="*/ 48 h 42"/>
                  <a:gd name="T4" fmla="*/ 1 w 13"/>
                  <a:gd name="T5" fmla="*/ 31 h 42"/>
                  <a:gd name="T6" fmla="*/ 9 w 13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2">
                    <a:moveTo>
                      <a:pt x="13" y="1"/>
                    </a:moveTo>
                    <a:cubicBezTo>
                      <a:pt x="2" y="8"/>
                      <a:pt x="5" y="33"/>
                      <a:pt x="10" y="42"/>
                    </a:cubicBezTo>
                    <a:cubicBezTo>
                      <a:pt x="6" y="36"/>
                      <a:pt x="2" y="32"/>
                      <a:pt x="1" y="25"/>
                    </a:cubicBezTo>
                    <a:cubicBezTo>
                      <a:pt x="0" y="16"/>
                      <a:pt x="2" y="6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9" name="Freeform 209">
                <a:extLst>
                  <a:ext uri="{FF2B5EF4-FFF2-40B4-BE49-F238E27FC236}">
                    <a16:creationId xmlns:a16="http://schemas.microsoft.com/office/drawing/2014/main" id="{6FE0C57A-D2E9-42DC-8FF7-4E478F7EC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533"/>
                <a:ext cx="17" cy="34"/>
              </a:xfrm>
              <a:custGeom>
                <a:avLst/>
                <a:gdLst>
                  <a:gd name="T0" fmla="*/ 22 w 16"/>
                  <a:gd name="T1" fmla="*/ 5 h 33"/>
                  <a:gd name="T2" fmla="*/ 7 w 16"/>
                  <a:gd name="T3" fmla="*/ 39 h 33"/>
                  <a:gd name="T4" fmla="*/ 19 w 16"/>
                  <a:gd name="T5" fmla="*/ 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3">
                    <a:moveTo>
                      <a:pt x="16" y="5"/>
                    </a:moveTo>
                    <a:cubicBezTo>
                      <a:pt x="9" y="0"/>
                      <a:pt x="6" y="29"/>
                      <a:pt x="7" y="33"/>
                    </a:cubicBezTo>
                    <a:cubicBezTo>
                      <a:pt x="0" y="29"/>
                      <a:pt x="9" y="7"/>
                      <a:pt x="1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0" name="Freeform 210">
                <a:extLst>
                  <a:ext uri="{FF2B5EF4-FFF2-40B4-BE49-F238E27FC236}">
                    <a16:creationId xmlns:a16="http://schemas.microsoft.com/office/drawing/2014/main" id="{4EFB1D56-6AE1-4EF9-8B69-04BD077DB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489"/>
                <a:ext cx="21" cy="33"/>
              </a:xfrm>
              <a:custGeom>
                <a:avLst/>
                <a:gdLst>
                  <a:gd name="T0" fmla="*/ 21 w 21"/>
                  <a:gd name="T1" fmla="*/ 2 h 32"/>
                  <a:gd name="T2" fmla="*/ 3 w 21"/>
                  <a:gd name="T3" fmla="*/ 38 h 32"/>
                  <a:gd name="T4" fmla="*/ 18 w 2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2">
                    <a:moveTo>
                      <a:pt x="21" y="2"/>
                    </a:moveTo>
                    <a:cubicBezTo>
                      <a:pt x="13" y="5"/>
                      <a:pt x="2" y="24"/>
                      <a:pt x="3" y="32"/>
                    </a:cubicBezTo>
                    <a:cubicBezTo>
                      <a:pt x="0" y="21"/>
                      <a:pt x="11" y="7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1" name="Freeform 211">
                <a:extLst>
                  <a:ext uri="{FF2B5EF4-FFF2-40B4-BE49-F238E27FC236}">
                    <a16:creationId xmlns:a16="http://schemas.microsoft.com/office/drawing/2014/main" id="{D8799DD1-042C-4F9A-95FD-4A88AEB85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445"/>
                <a:ext cx="21" cy="33"/>
              </a:xfrm>
              <a:custGeom>
                <a:avLst/>
                <a:gdLst>
                  <a:gd name="T0" fmla="*/ 26 w 20"/>
                  <a:gd name="T1" fmla="*/ 1 h 32"/>
                  <a:gd name="T2" fmla="*/ 6 w 20"/>
                  <a:gd name="T3" fmla="*/ 38 h 32"/>
                  <a:gd name="T4" fmla="*/ 26 w 2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2">
                    <a:moveTo>
                      <a:pt x="20" y="1"/>
                    </a:moveTo>
                    <a:cubicBezTo>
                      <a:pt x="7" y="4"/>
                      <a:pt x="7" y="22"/>
                      <a:pt x="6" y="32"/>
                    </a:cubicBezTo>
                    <a:cubicBezTo>
                      <a:pt x="0" y="21"/>
                      <a:pt x="9" y="5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2" name="Freeform 212">
                <a:extLst>
                  <a:ext uri="{FF2B5EF4-FFF2-40B4-BE49-F238E27FC236}">
                    <a16:creationId xmlns:a16="http://schemas.microsoft.com/office/drawing/2014/main" id="{B43DEAF8-7ED4-4F83-98FB-BA25231AC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650"/>
                <a:ext cx="542" cy="542"/>
              </a:xfrm>
              <a:custGeom>
                <a:avLst/>
                <a:gdLst>
                  <a:gd name="T0" fmla="*/ 272 w 542"/>
                  <a:gd name="T1" fmla="*/ 542 h 542"/>
                  <a:gd name="T2" fmla="*/ 0 w 542"/>
                  <a:gd name="T3" fmla="*/ 0 h 542"/>
                  <a:gd name="T4" fmla="*/ 542 w 542"/>
                  <a:gd name="T5" fmla="*/ 0 h 542"/>
                  <a:gd name="T6" fmla="*/ 272 w 542"/>
                  <a:gd name="T7" fmla="*/ 542 h 5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2" h="542">
                    <a:moveTo>
                      <a:pt x="272" y="542"/>
                    </a:moveTo>
                    <a:lnTo>
                      <a:pt x="0" y="0"/>
                    </a:lnTo>
                    <a:lnTo>
                      <a:pt x="542" y="0"/>
                    </a:lnTo>
                    <a:lnTo>
                      <a:pt x="272" y="542"/>
                    </a:lnTo>
                    <a:close/>
                  </a:path>
                </a:pathLst>
              </a:custGeom>
              <a:solidFill>
                <a:srgbClr val="9DD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3" name="Freeform 213">
                <a:extLst>
                  <a:ext uri="{FF2B5EF4-FFF2-40B4-BE49-F238E27FC236}">
                    <a16:creationId xmlns:a16="http://schemas.microsoft.com/office/drawing/2014/main" id="{600FCC18-1CA1-408D-A617-487244970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114"/>
                <a:ext cx="427" cy="538"/>
              </a:xfrm>
              <a:custGeom>
                <a:avLst/>
                <a:gdLst>
                  <a:gd name="T0" fmla="*/ 427 w 427"/>
                  <a:gd name="T1" fmla="*/ 0 h 538"/>
                  <a:gd name="T2" fmla="*/ 158 w 427"/>
                  <a:gd name="T3" fmla="*/ 538 h 538"/>
                  <a:gd name="T4" fmla="*/ 0 w 427"/>
                  <a:gd name="T5" fmla="*/ 287 h 538"/>
                  <a:gd name="T6" fmla="*/ 427 w 427"/>
                  <a:gd name="T7" fmla="*/ 0 h 5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7" h="538">
                    <a:moveTo>
                      <a:pt x="427" y="0"/>
                    </a:moveTo>
                    <a:lnTo>
                      <a:pt x="158" y="538"/>
                    </a:lnTo>
                    <a:lnTo>
                      <a:pt x="0" y="287"/>
                    </a:lnTo>
                    <a:lnTo>
                      <a:pt x="427" y="0"/>
                    </a:lnTo>
                    <a:close/>
                  </a:path>
                </a:pathLst>
              </a:custGeom>
              <a:solidFill>
                <a:srgbClr val="C8E5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4" name="Freeform 214">
                <a:extLst>
                  <a:ext uri="{FF2B5EF4-FFF2-40B4-BE49-F238E27FC236}">
                    <a16:creationId xmlns:a16="http://schemas.microsoft.com/office/drawing/2014/main" id="{144B2088-8F0E-4FB2-A7F7-FC556AC3B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654"/>
                <a:ext cx="427" cy="538"/>
              </a:xfrm>
              <a:custGeom>
                <a:avLst/>
                <a:gdLst>
                  <a:gd name="T0" fmla="*/ 427 w 427"/>
                  <a:gd name="T1" fmla="*/ 538 h 538"/>
                  <a:gd name="T2" fmla="*/ 158 w 427"/>
                  <a:gd name="T3" fmla="*/ 0 h 538"/>
                  <a:gd name="T4" fmla="*/ 0 w 427"/>
                  <a:gd name="T5" fmla="*/ 251 h 538"/>
                  <a:gd name="T6" fmla="*/ 427 w 427"/>
                  <a:gd name="T7" fmla="*/ 538 h 5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7" h="538">
                    <a:moveTo>
                      <a:pt x="427" y="538"/>
                    </a:moveTo>
                    <a:lnTo>
                      <a:pt x="158" y="0"/>
                    </a:lnTo>
                    <a:lnTo>
                      <a:pt x="0" y="251"/>
                    </a:lnTo>
                    <a:lnTo>
                      <a:pt x="427" y="538"/>
                    </a:lnTo>
                    <a:close/>
                  </a:path>
                </a:pathLst>
              </a:custGeom>
              <a:solidFill>
                <a:srgbClr val="99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5" name="Freeform 215">
                <a:extLst>
                  <a:ext uri="{FF2B5EF4-FFF2-40B4-BE49-F238E27FC236}">
                    <a16:creationId xmlns:a16="http://schemas.microsoft.com/office/drawing/2014/main" id="{69F83AAE-CE08-4BA8-A863-726875165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114"/>
                <a:ext cx="427" cy="539"/>
              </a:xfrm>
              <a:custGeom>
                <a:avLst/>
                <a:gdLst>
                  <a:gd name="T0" fmla="*/ 0 w 427"/>
                  <a:gd name="T1" fmla="*/ 0 h 539"/>
                  <a:gd name="T2" fmla="*/ 269 w 427"/>
                  <a:gd name="T3" fmla="*/ 539 h 539"/>
                  <a:gd name="T4" fmla="*/ 427 w 427"/>
                  <a:gd name="T5" fmla="*/ 287 h 539"/>
                  <a:gd name="T6" fmla="*/ 0 w 427"/>
                  <a:gd name="T7" fmla="*/ 0 h 5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7" h="539">
                    <a:moveTo>
                      <a:pt x="0" y="0"/>
                    </a:moveTo>
                    <a:lnTo>
                      <a:pt x="269" y="539"/>
                    </a:lnTo>
                    <a:lnTo>
                      <a:pt x="427" y="2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6" name="Freeform 216">
                <a:extLst>
                  <a:ext uri="{FF2B5EF4-FFF2-40B4-BE49-F238E27FC236}">
                    <a16:creationId xmlns:a16="http://schemas.microsoft.com/office/drawing/2014/main" id="{E45F98C6-1419-4118-BFDA-63BB7D3EE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651"/>
                <a:ext cx="428" cy="542"/>
              </a:xfrm>
              <a:custGeom>
                <a:avLst/>
                <a:gdLst>
                  <a:gd name="T0" fmla="*/ 0 w 428"/>
                  <a:gd name="T1" fmla="*/ 542 h 542"/>
                  <a:gd name="T2" fmla="*/ 270 w 428"/>
                  <a:gd name="T3" fmla="*/ 0 h 542"/>
                  <a:gd name="T4" fmla="*/ 428 w 428"/>
                  <a:gd name="T5" fmla="*/ 254 h 542"/>
                  <a:gd name="T6" fmla="*/ 0 w 428"/>
                  <a:gd name="T7" fmla="*/ 542 h 5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8" h="542">
                    <a:moveTo>
                      <a:pt x="0" y="542"/>
                    </a:moveTo>
                    <a:lnTo>
                      <a:pt x="270" y="0"/>
                    </a:lnTo>
                    <a:lnTo>
                      <a:pt x="428" y="254"/>
                    </a:lnTo>
                    <a:lnTo>
                      <a:pt x="0" y="542"/>
                    </a:lnTo>
                    <a:close/>
                  </a:path>
                </a:pathLst>
              </a:custGeom>
              <a:solidFill>
                <a:srgbClr val="68B7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7" name="Freeform 217">
                <a:extLst>
                  <a:ext uri="{FF2B5EF4-FFF2-40B4-BE49-F238E27FC236}">
                    <a16:creationId xmlns:a16="http://schemas.microsoft.com/office/drawing/2014/main" id="{118A7B18-DDEB-4873-BA00-8BCF6827B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401"/>
                <a:ext cx="159" cy="504"/>
              </a:xfrm>
              <a:custGeom>
                <a:avLst/>
                <a:gdLst>
                  <a:gd name="T0" fmla="*/ 158 w 159"/>
                  <a:gd name="T1" fmla="*/ 0 h 504"/>
                  <a:gd name="T2" fmla="*/ 0 w 159"/>
                  <a:gd name="T3" fmla="*/ 251 h 504"/>
                  <a:gd name="T4" fmla="*/ 159 w 159"/>
                  <a:gd name="T5" fmla="*/ 504 h 504"/>
                  <a:gd name="T6" fmla="*/ 158 w 159"/>
                  <a:gd name="T7" fmla="*/ 0 h 5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9" h="504">
                    <a:moveTo>
                      <a:pt x="158" y="0"/>
                    </a:moveTo>
                    <a:lnTo>
                      <a:pt x="0" y="251"/>
                    </a:lnTo>
                    <a:lnTo>
                      <a:pt x="159" y="504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86C7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8" name="Freeform 218">
                <a:extLst>
                  <a:ext uri="{FF2B5EF4-FFF2-40B4-BE49-F238E27FC236}">
                    <a16:creationId xmlns:a16="http://schemas.microsoft.com/office/drawing/2014/main" id="{C9FADFAF-3015-4DEF-8CA5-1AC9380DF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401"/>
                <a:ext cx="157" cy="504"/>
              </a:xfrm>
              <a:custGeom>
                <a:avLst/>
                <a:gdLst>
                  <a:gd name="T0" fmla="*/ 1 w 157"/>
                  <a:gd name="T1" fmla="*/ 0 h 504"/>
                  <a:gd name="T2" fmla="*/ 157 w 157"/>
                  <a:gd name="T3" fmla="*/ 253 h 504"/>
                  <a:gd name="T4" fmla="*/ 0 w 157"/>
                  <a:gd name="T5" fmla="*/ 504 h 504"/>
                  <a:gd name="T6" fmla="*/ 1 w 157"/>
                  <a:gd name="T7" fmla="*/ 0 h 5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7" h="504">
                    <a:moveTo>
                      <a:pt x="1" y="0"/>
                    </a:moveTo>
                    <a:lnTo>
                      <a:pt x="157" y="253"/>
                    </a:lnTo>
                    <a:lnTo>
                      <a:pt x="0" y="50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E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9" name="Freeform 219">
                <a:extLst>
                  <a:ext uri="{FF2B5EF4-FFF2-40B4-BE49-F238E27FC236}">
                    <a16:creationId xmlns:a16="http://schemas.microsoft.com/office/drawing/2014/main" id="{479A00F5-A383-408A-B8EC-F2D8BB528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650"/>
                <a:ext cx="542" cy="542"/>
              </a:xfrm>
              <a:custGeom>
                <a:avLst/>
                <a:gdLst>
                  <a:gd name="T0" fmla="*/ 272 w 542"/>
                  <a:gd name="T1" fmla="*/ 542 h 542"/>
                  <a:gd name="T2" fmla="*/ 0 w 542"/>
                  <a:gd name="T3" fmla="*/ 0 h 542"/>
                  <a:gd name="T4" fmla="*/ 542 w 542"/>
                  <a:gd name="T5" fmla="*/ 0 h 542"/>
                  <a:gd name="T6" fmla="*/ 272 w 542"/>
                  <a:gd name="T7" fmla="*/ 542 h 5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2" h="542">
                    <a:moveTo>
                      <a:pt x="272" y="542"/>
                    </a:moveTo>
                    <a:lnTo>
                      <a:pt x="0" y="0"/>
                    </a:lnTo>
                    <a:lnTo>
                      <a:pt x="542" y="0"/>
                    </a:lnTo>
                    <a:lnTo>
                      <a:pt x="272" y="542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0" name="Freeform 220">
                <a:extLst>
                  <a:ext uri="{FF2B5EF4-FFF2-40B4-BE49-F238E27FC236}">
                    <a16:creationId xmlns:a16="http://schemas.microsoft.com/office/drawing/2014/main" id="{1A6FB7F3-B780-4008-8A02-640335010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114"/>
                <a:ext cx="427" cy="539"/>
              </a:xfrm>
              <a:custGeom>
                <a:avLst/>
                <a:gdLst>
                  <a:gd name="T0" fmla="*/ 427 w 427"/>
                  <a:gd name="T1" fmla="*/ 0 h 539"/>
                  <a:gd name="T2" fmla="*/ 158 w 427"/>
                  <a:gd name="T3" fmla="*/ 539 h 539"/>
                  <a:gd name="T4" fmla="*/ 0 w 427"/>
                  <a:gd name="T5" fmla="*/ 287 h 539"/>
                  <a:gd name="T6" fmla="*/ 427 w 427"/>
                  <a:gd name="T7" fmla="*/ 0 h 5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7" h="539">
                    <a:moveTo>
                      <a:pt x="427" y="0"/>
                    </a:moveTo>
                    <a:lnTo>
                      <a:pt x="158" y="539"/>
                    </a:lnTo>
                    <a:lnTo>
                      <a:pt x="0" y="287"/>
                    </a:lnTo>
                    <a:lnTo>
                      <a:pt x="427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1" name="Freeform 221">
                <a:extLst>
                  <a:ext uri="{FF2B5EF4-FFF2-40B4-BE49-F238E27FC236}">
                    <a16:creationId xmlns:a16="http://schemas.microsoft.com/office/drawing/2014/main" id="{3B990A34-64F1-4B93-ABF1-BB55E1A9E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654"/>
                <a:ext cx="427" cy="539"/>
              </a:xfrm>
              <a:custGeom>
                <a:avLst/>
                <a:gdLst>
                  <a:gd name="T0" fmla="*/ 427 w 427"/>
                  <a:gd name="T1" fmla="*/ 539 h 539"/>
                  <a:gd name="T2" fmla="*/ 158 w 427"/>
                  <a:gd name="T3" fmla="*/ 0 h 539"/>
                  <a:gd name="T4" fmla="*/ 0 w 427"/>
                  <a:gd name="T5" fmla="*/ 251 h 539"/>
                  <a:gd name="T6" fmla="*/ 427 w 427"/>
                  <a:gd name="T7" fmla="*/ 539 h 5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7" h="539">
                    <a:moveTo>
                      <a:pt x="427" y="539"/>
                    </a:moveTo>
                    <a:lnTo>
                      <a:pt x="158" y="0"/>
                    </a:lnTo>
                    <a:lnTo>
                      <a:pt x="0" y="251"/>
                    </a:lnTo>
                    <a:lnTo>
                      <a:pt x="427" y="53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2" name="Freeform 222">
                <a:extLst>
                  <a:ext uri="{FF2B5EF4-FFF2-40B4-BE49-F238E27FC236}">
                    <a16:creationId xmlns:a16="http://schemas.microsoft.com/office/drawing/2014/main" id="{D8926556-003D-4F64-AFDC-274208964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114"/>
                <a:ext cx="428" cy="539"/>
              </a:xfrm>
              <a:custGeom>
                <a:avLst/>
                <a:gdLst>
                  <a:gd name="T0" fmla="*/ 0 w 428"/>
                  <a:gd name="T1" fmla="*/ 0 h 539"/>
                  <a:gd name="T2" fmla="*/ 270 w 428"/>
                  <a:gd name="T3" fmla="*/ 539 h 539"/>
                  <a:gd name="T4" fmla="*/ 428 w 428"/>
                  <a:gd name="T5" fmla="*/ 287 h 539"/>
                  <a:gd name="T6" fmla="*/ 0 w 428"/>
                  <a:gd name="T7" fmla="*/ 0 h 5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8" h="539">
                    <a:moveTo>
                      <a:pt x="0" y="0"/>
                    </a:moveTo>
                    <a:lnTo>
                      <a:pt x="270" y="539"/>
                    </a:lnTo>
                    <a:lnTo>
                      <a:pt x="428" y="287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3" name="Freeform 223">
                <a:extLst>
                  <a:ext uri="{FF2B5EF4-FFF2-40B4-BE49-F238E27FC236}">
                    <a16:creationId xmlns:a16="http://schemas.microsoft.com/office/drawing/2014/main" id="{A60CA417-CF89-4683-806E-C373EDAAA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651"/>
                <a:ext cx="427" cy="542"/>
              </a:xfrm>
              <a:custGeom>
                <a:avLst/>
                <a:gdLst>
                  <a:gd name="T0" fmla="*/ 0 w 427"/>
                  <a:gd name="T1" fmla="*/ 542 h 542"/>
                  <a:gd name="T2" fmla="*/ 269 w 427"/>
                  <a:gd name="T3" fmla="*/ 0 h 542"/>
                  <a:gd name="T4" fmla="*/ 427 w 427"/>
                  <a:gd name="T5" fmla="*/ 254 h 542"/>
                  <a:gd name="T6" fmla="*/ 0 w 427"/>
                  <a:gd name="T7" fmla="*/ 542 h 5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7" h="542">
                    <a:moveTo>
                      <a:pt x="0" y="542"/>
                    </a:moveTo>
                    <a:lnTo>
                      <a:pt x="269" y="0"/>
                    </a:lnTo>
                    <a:lnTo>
                      <a:pt x="427" y="254"/>
                    </a:lnTo>
                    <a:lnTo>
                      <a:pt x="0" y="542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4" name="Freeform 224">
                <a:extLst>
                  <a:ext uri="{FF2B5EF4-FFF2-40B4-BE49-F238E27FC236}">
                    <a16:creationId xmlns:a16="http://schemas.microsoft.com/office/drawing/2014/main" id="{19D680A0-E65A-437C-8E19-8563C7824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401"/>
                <a:ext cx="158" cy="504"/>
              </a:xfrm>
              <a:custGeom>
                <a:avLst/>
                <a:gdLst>
                  <a:gd name="T0" fmla="*/ 158 w 158"/>
                  <a:gd name="T1" fmla="*/ 0 h 504"/>
                  <a:gd name="T2" fmla="*/ 0 w 158"/>
                  <a:gd name="T3" fmla="*/ 251 h 504"/>
                  <a:gd name="T4" fmla="*/ 158 w 158"/>
                  <a:gd name="T5" fmla="*/ 504 h 504"/>
                  <a:gd name="T6" fmla="*/ 158 w 158"/>
                  <a:gd name="T7" fmla="*/ 0 h 5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504">
                    <a:moveTo>
                      <a:pt x="158" y="0"/>
                    </a:moveTo>
                    <a:lnTo>
                      <a:pt x="0" y="251"/>
                    </a:lnTo>
                    <a:lnTo>
                      <a:pt x="158" y="504"/>
                    </a:lnTo>
                    <a:lnTo>
                      <a:pt x="158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5" name="Freeform 225">
                <a:extLst>
                  <a:ext uri="{FF2B5EF4-FFF2-40B4-BE49-F238E27FC236}">
                    <a16:creationId xmlns:a16="http://schemas.microsoft.com/office/drawing/2014/main" id="{86210DF4-8758-4811-AD80-E0A4122AE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401"/>
                <a:ext cx="157" cy="504"/>
              </a:xfrm>
              <a:custGeom>
                <a:avLst/>
                <a:gdLst>
                  <a:gd name="T0" fmla="*/ 0 w 157"/>
                  <a:gd name="T1" fmla="*/ 0 h 504"/>
                  <a:gd name="T2" fmla="*/ 157 w 157"/>
                  <a:gd name="T3" fmla="*/ 253 h 504"/>
                  <a:gd name="T4" fmla="*/ 0 w 157"/>
                  <a:gd name="T5" fmla="*/ 504 h 504"/>
                  <a:gd name="T6" fmla="*/ 0 w 157"/>
                  <a:gd name="T7" fmla="*/ 0 h 5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7" h="504">
                    <a:moveTo>
                      <a:pt x="0" y="0"/>
                    </a:moveTo>
                    <a:lnTo>
                      <a:pt x="157" y="253"/>
                    </a:lnTo>
                    <a:lnTo>
                      <a:pt x="0" y="504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6" name="Freeform 226">
                <a:extLst>
                  <a:ext uri="{FF2B5EF4-FFF2-40B4-BE49-F238E27FC236}">
                    <a16:creationId xmlns:a16="http://schemas.microsoft.com/office/drawing/2014/main" id="{563774AC-E3F6-4495-92FA-9441BD098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102"/>
                <a:ext cx="274" cy="1115"/>
              </a:xfrm>
              <a:custGeom>
                <a:avLst/>
                <a:gdLst>
                  <a:gd name="T0" fmla="*/ 306 w 268"/>
                  <a:gd name="T1" fmla="*/ 1249 h 1090"/>
                  <a:gd name="T2" fmla="*/ 9 w 268"/>
                  <a:gd name="T3" fmla="*/ 638 h 1090"/>
                  <a:gd name="T4" fmla="*/ 303 w 268"/>
                  <a:gd name="T5" fmla="*/ 2 h 1090"/>
                  <a:gd name="T6" fmla="*/ 306 w 268"/>
                  <a:gd name="T7" fmla="*/ 0 h 1090"/>
                  <a:gd name="T8" fmla="*/ 63 w 268"/>
                  <a:gd name="T9" fmla="*/ 629 h 1090"/>
                  <a:gd name="T10" fmla="*/ 306 w 268"/>
                  <a:gd name="T11" fmla="*/ 1249 h 10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8" h="1090">
                    <a:moveTo>
                      <a:pt x="268" y="1090"/>
                    </a:moveTo>
                    <a:cubicBezTo>
                      <a:pt x="268" y="1090"/>
                      <a:pt x="17" y="885"/>
                      <a:pt x="9" y="557"/>
                    </a:cubicBezTo>
                    <a:cubicBezTo>
                      <a:pt x="0" y="215"/>
                      <a:pt x="238" y="23"/>
                      <a:pt x="266" y="2"/>
                    </a:cubicBezTo>
                    <a:cubicBezTo>
                      <a:pt x="267" y="0"/>
                      <a:pt x="268" y="0"/>
                      <a:pt x="268" y="0"/>
                    </a:cubicBezTo>
                    <a:cubicBezTo>
                      <a:pt x="268" y="0"/>
                      <a:pt x="57" y="232"/>
                      <a:pt x="57" y="549"/>
                    </a:cubicBezTo>
                    <a:cubicBezTo>
                      <a:pt x="57" y="866"/>
                      <a:pt x="268" y="1090"/>
                      <a:pt x="268" y="1090"/>
                    </a:cubicBezTo>
                    <a:close/>
                  </a:path>
                </a:pathLst>
              </a:custGeom>
              <a:solidFill>
                <a:srgbClr val="FBD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7" name="Freeform 227">
                <a:extLst>
                  <a:ext uri="{FF2B5EF4-FFF2-40B4-BE49-F238E27FC236}">
                    <a16:creationId xmlns:a16="http://schemas.microsoft.com/office/drawing/2014/main" id="{11BB9C7C-AFD5-4A8B-8749-847F6CBCD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094"/>
                <a:ext cx="274" cy="1115"/>
              </a:xfrm>
              <a:custGeom>
                <a:avLst/>
                <a:gdLst>
                  <a:gd name="T0" fmla="*/ 0 w 268"/>
                  <a:gd name="T1" fmla="*/ 1249 h 1090"/>
                  <a:gd name="T2" fmla="*/ 296 w 268"/>
                  <a:gd name="T3" fmla="*/ 638 h 1090"/>
                  <a:gd name="T4" fmla="*/ 2 w 268"/>
                  <a:gd name="T5" fmla="*/ 2 h 1090"/>
                  <a:gd name="T6" fmla="*/ 0 w 268"/>
                  <a:gd name="T7" fmla="*/ 0 h 1090"/>
                  <a:gd name="T8" fmla="*/ 242 w 268"/>
                  <a:gd name="T9" fmla="*/ 629 h 1090"/>
                  <a:gd name="T10" fmla="*/ 0 w 268"/>
                  <a:gd name="T11" fmla="*/ 1249 h 10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8" h="1090">
                    <a:moveTo>
                      <a:pt x="0" y="1090"/>
                    </a:moveTo>
                    <a:cubicBezTo>
                      <a:pt x="0" y="1090"/>
                      <a:pt x="252" y="885"/>
                      <a:pt x="260" y="557"/>
                    </a:cubicBezTo>
                    <a:cubicBezTo>
                      <a:pt x="268" y="215"/>
                      <a:pt x="30" y="2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212" y="232"/>
                      <a:pt x="212" y="549"/>
                    </a:cubicBezTo>
                    <a:cubicBezTo>
                      <a:pt x="212" y="866"/>
                      <a:pt x="0" y="1090"/>
                      <a:pt x="0" y="1090"/>
                    </a:cubicBezTo>
                    <a:close/>
                  </a:path>
                </a:pathLst>
              </a:custGeom>
              <a:solidFill>
                <a:srgbClr val="E275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8" name="Freeform 228">
                <a:extLst>
                  <a:ext uri="{FF2B5EF4-FFF2-40B4-BE49-F238E27FC236}">
                    <a16:creationId xmlns:a16="http://schemas.microsoft.com/office/drawing/2014/main" id="{D5942F61-C229-4B6A-BFBF-DE6900D35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666"/>
                <a:ext cx="134" cy="134"/>
              </a:xfrm>
              <a:custGeom>
                <a:avLst/>
                <a:gdLst>
                  <a:gd name="T0" fmla="*/ 149 w 131"/>
                  <a:gd name="T1" fmla="*/ 76 h 131"/>
                  <a:gd name="T2" fmla="*/ 76 w 131"/>
                  <a:gd name="T3" fmla="*/ 149 h 131"/>
                  <a:gd name="T4" fmla="*/ 0 w 131"/>
                  <a:gd name="T5" fmla="*/ 78 h 131"/>
                  <a:gd name="T6" fmla="*/ 76 w 131"/>
                  <a:gd name="T7" fmla="*/ 0 h 131"/>
                  <a:gd name="T8" fmla="*/ 149 w 131"/>
                  <a:gd name="T9" fmla="*/ 76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1">
                    <a:moveTo>
                      <a:pt x="131" y="65"/>
                    </a:moveTo>
                    <a:cubicBezTo>
                      <a:pt x="131" y="101"/>
                      <a:pt x="102" y="131"/>
                      <a:pt x="65" y="131"/>
                    </a:cubicBezTo>
                    <a:cubicBezTo>
                      <a:pt x="29" y="131"/>
                      <a:pt x="0" y="102"/>
                      <a:pt x="0" y="66"/>
                    </a:cubicBezTo>
                    <a:cubicBezTo>
                      <a:pt x="0" y="30"/>
                      <a:pt x="29" y="0"/>
                      <a:pt x="65" y="0"/>
                    </a:cubicBezTo>
                    <a:cubicBezTo>
                      <a:pt x="101" y="0"/>
                      <a:pt x="130" y="29"/>
                      <a:pt x="131" y="65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9" name="Freeform 229">
                <a:extLst>
                  <a:ext uri="{FF2B5EF4-FFF2-40B4-BE49-F238E27FC236}">
                    <a16:creationId xmlns:a16="http://schemas.microsoft.com/office/drawing/2014/main" id="{6FDC85BC-D964-4319-8890-9FB8EB342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690"/>
                <a:ext cx="88" cy="87"/>
              </a:xfrm>
              <a:custGeom>
                <a:avLst/>
                <a:gdLst>
                  <a:gd name="T0" fmla="*/ 98 w 86"/>
                  <a:gd name="T1" fmla="*/ 42 h 86"/>
                  <a:gd name="T2" fmla="*/ 49 w 86"/>
                  <a:gd name="T3" fmla="*/ 91 h 86"/>
                  <a:gd name="T4" fmla="*/ 0 w 86"/>
                  <a:gd name="T5" fmla="*/ 49 h 86"/>
                  <a:gd name="T6" fmla="*/ 49 w 86"/>
                  <a:gd name="T7" fmla="*/ 0 h 86"/>
                  <a:gd name="T8" fmla="*/ 98 w 86"/>
                  <a:gd name="T9" fmla="*/ 42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6">
                    <a:moveTo>
                      <a:pt x="86" y="42"/>
                    </a:moveTo>
                    <a:cubicBezTo>
                      <a:pt x="86" y="66"/>
                      <a:pt x="67" y="85"/>
                      <a:pt x="43" y="85"/>
                    </a:cubicBezTo>
                    <a:cubicBezTo>
                      <a:pt x="20" y="86"/>
                      <a:pt x="0" y="66"/>
                      <a:pt x="0" y="43"/>
                    </a:cubicBezTo>
                    <a:cubicBezTo>
                      <a:pt x="0" y="19"/>
                      <a:pt x="19" y="0"/>
                      <a:pt x="43" y="0"/>
                    </a:cubicBezTo>
                    <a:cubicBezTo>
                      <a:pt x="67" y="0"/>
                      <a:pt x="86" y="19"/>
                      <a:pt x="86" y="42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0" name="Freeform 230">
                <a:extLst>
                  <a:ext uri="{FF2B5EF4-FFF2-40B4-BE49-F238E27FC236}">
                    <a16:creationId xmlns:a16="http://schemas.microsoft.com/office/drawing/2014/main" id="{49DDD916-9D1C-44BF-BE7B-49BF1F7E6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675"/>
                <a:ext cx="47" cy="121"/>
              </a:xfrm>
              <a:custGeom>
                <a:avLst/>
                <a:gdLst>
                  <a:gd name="T0" fmla="*/ 43 w 46"/>
                  <a:gd name="T1" fmla="*/ 0 h 118"/>
                  <a:gd name="T2" fmla="*/ 0 w 46"/>
                  <a:gd name="T3" fmla="*/ 68 h 118"/>
                  <a:gd name="T4" fmla="*/ 52 w 46"/>
                  <a:gd name="T5" fmla="*/ 136 h 118"/>
                  <a:gd name="T6" fmla="*/ 6 w 46"/>
                  <a:gd name="T7" fmla="*/ 70 h 118"/>
                  <a:gd name="T8" fmla="*/ 43 w 46"/>
                  <a:gd name="T9" fmla="*/ 0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18">
                    <a:moveTo>
                      <a:pt x="37" y="0"/>
                    </a:moveTo>
                    <a:cubicBezTo>
                      <a:pt x="37" y="0"/>
                      <a:pt x="0" y="19"/>
                      <a:pt x="0" y="58"/>
                    </a:cubicBezTo>
                    <a:cubicBezTo>
                      <a:pt x="0" y="96"/>
                      <a:pt x="46" y="118"/>
                      <a:pt x="46" y="118"/>
                    </a:cubicBezTo>
                    <a:cubicBezTo>
                      <a:pt x="46" y="118"/>
                      <a:pt x="6" y="92"/>
                      <a:pt x="6" y="59"/>
                    </a:cubicBezTo>
                    <a:cubicBezTo>
                      <a:pt x="6" y="26"/>
                      <a:pt x="37" y="0"/>
                      <a:pt x="37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1" name="Freeform 231">
                <a:extLst>
                  <a:ext uri="{FF2B5EF4-FFF2-40B4-BE49-F238E27FC236}">
                    <a16:creationId xmlns:a16="http://schemas.microsoft.com/office/drawing/2014/main" id="{12A3D247-69DE-485B-9F41-326CAEFD4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703"/>
                <a:ext cx="33" cy="66"/>
              </a:xfrm>
              <a:custGeom>
                <a:avLst/>
                <a:gdLst>
                  <a:gd name="T0" fmla="*/ 34 w 32"/>
                  <a:gd name="T1" fmla="*/ 0 h 65"/>
                  <a:gd name="T2" fmla="*/ 38 w 32"/>
                  <a:gd name="T3" fmla="*/ 71 h 65"/>
                  <a:gd name="T4" fmla="*/ 34 w 32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5">
                    <a:moveTo>
                      <a:pt x="28" y="0"/>
                    </a:moveTo>
                    <a:cubicBezTo>
                      <a:pt x="28" y="0"/>
                      <a:pt x="0" y="33"/>
                      <a:pt x="32" y="65"/>
                    </a:cubicBezTo>
                    <a:cubicBezTo>
                      <a:pt x="32" y="65"/>
                      <a:pt x="6" y="39"/>
                      <a:pt x="28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2" name="Freeform 232">
                <a:extLst>
                  <a:ext uri="{FF2B5EF4-FFF2-40B4-BE49-F238E27FC236}">
                    <a16:creationId xmlns:a16="http://schemas.microsoft.com/office/drawing/2014/main" id="{2422C4BE-9242-4F4B-9D15-E2053C975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690"/>
                <a:ext cx="66" cy="81"/>
              </a:xfrm>
              <a:custGeom>
                <a:avLst/>
                <a:gdLst>
                  <a:gd name="T0" fmla="*/ 72 w 64"/>
                  <a:gd name="T1" fmla="*/ 53 h 80"/>
                  <a:gd name="T2" fmla="*/ 30 w 64"/>
                  <a:gd name="T3" fmla="*/ 82 h 80"/>
                  <a:gd name="T4" fmla="*/ 4 w 64"/>
                  <a:gd name="T5" fmla="*/ 31 h 80"/>
                  <a:gd name="T6" fmla="*/ 52 w 64"/>
                  <a:gd name="T7" fmla="*/ 4 h 80"/>
                  <a:gd name="T8" fmla="*/ 72 w 64"/>
                  <a:gd name="T9" fmla="*/ 53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80">
                    <a:moveTo>
                      <a:pt x="60" y="47"/>
                    </a:moveTo>
                    <a:cubicBezTo>
                      <a:pt x="56" y="63"/>
                      <a:pt x="40" y="80"/>
                      <a:pt x="24" y="76"/>
                    </a:cubicBezTo>
                    <a:cubicBezTo>
                      <a:pt x="9" y="71"/>
                      <a:pt x="0" y="47"/>
                      <a:pt x="4" y="31"/>
                    </a:cubicBezTo>
                    <a:cubicBezTo>
                      <a:pt x="8" y="16"/>
                      <a:pt x="29" y="0"/>
                      <a:pt x="44" y="4"/>
                    </a:cubicBezTo>
                    <a:cubicBezTo>
                      <a:pt x="60" y="9"/>
                      <a:pt x="64" y="31"/>
                      <a:pt x="60" y="47"/>
                    </a:cubicBezTo>
                    <a:close/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3" name="Freeform 233">
                <a:extLst>
                  <a:ext uri="{FF2B5EF4-FFF2-40B4-BE49-F238E27FC236}">
                    <a16:creationId xmlns:a16="http://schemas.microsoft.com/office/drawing/2014/main" id="{22B22653-ED2B-444A-BCB1-206ED6E68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695"/>
                <a:ext cx="45" cy="70"/>
              </a:xfrm>
              <a:custGeom>
                <a:avLst/>
                <a:gdLst>
                  <a:gd name="T0" fmla="*/ 0 w 44"/>
                  <a:gd name="T1" fmla="*/ 0 h 69"/>
                  <a:gd name="T2" fmla="*/ 6 w 44"/>
                  <a:gd name="T3" fmla="*/ 75 h 69"/>
                  <a:gd name="T4" fmla="*/ 0 w 44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9">
                    <a:moveTo>
                      <a:pt x="0" y="0"/>
                    </a:moveTo>
                    <a:cubicBezTo>
                      <a:pt x="0" y="0"/>
                      <a:pt x="33" y="32"/>
                      <a:pt x="6" y="69"/>
                    </a:cubicBezTo>
                    <a:cubicBezTo>
                      <a:pt x="6" y="69"/>
                      <a:pt x="44" y="34"/>
                      <a:pt x="0" y="0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4" name="Freeform 234">
                <a:extLst>
                  <a:ext uri="{FF2B5EF4-FFF2-40B4-BE49-F238E27FC236}">
                    <a16:creationId xmlns:a16="http://schemas.microsoft.com/office/drawing/2014/main" id="{43470EFE-530C-4052-BAE8-B1016CE78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694"/>
                <a:ext cx="28" cy="40"/>
              </a:xfrm>
              <a:custGeom>
                <a:avLst/>
                <a:gdLst>
                  <a:gd name="T0" fmla="*/ 0 w 27"/>
                  <a:gd name="T1" fmla="*/ 0 h 39"/>
                  <a:gd name="T2" fmla="*/ 33 w 27"/>
                  <a:gd name="T3" fmla="*/ 45 h 39"/>
                  <a:gd name="T4" fmla="*/ 0 w 27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9">
                    <a:moveTo>
                      <a:pt x="0" y="0"/>
                    </a:moveTo>
                    <a:cubicBezTo>
                      <a:pt x="0" y="0"/>
                      <a:pt x="25" y="6"/>
                      <a:pt x="27" y="39"/>
                    </a:cubicBezTo>
                    <a:cubicBezTo>
                      <a:pt x="27" y="39"/>
                      <a:pt x="23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5" name="Freeform 235">
                <a:extLst>
                  <a:ext uri="{FF2B5EF4-FFF2-40B4-BE49-F238E27FC236}">
                    <a16:creationId xmlns:a16="http://schemas.microsoft.com/office/drawing/2014/main" id="{D85ED7BA-97FA-4F2D-9E15-A776A27DF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666"/>
                <a:ext cx="134" cy="134"/>
              </a:xfrm>
              <a:custGeom>
                <a:avLst/>
                <a:gdLst>
                  <a:gd name="T0" fmla="*/ 149 w 131"/>
                  <a:gd name="T1" fmla="*/ 76 h 131"/>
                  <a:gd name="T2" fmla="*/ 76 w 131"/>
                  <a:gd name="T3" fmla="*/ 149 h 131"/>
                  <a:gd name="T4" fmla="*/ 0 w 131"/>
                  <a:gd name="T5" fmla="*/ 78 h 131"/>
                  <a:gd name="T6" fmla="*/ 76 w 131"/>
                  <a:gd name="T7" fmla="*/ 0 h 131"/>
                  <a:gd name="T8" fmla="*/ 149 w 131"/>
                  <a:gd name="T9" fmla="*/ 76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1">
                    <a:moveTo>
                      <a:pt x="131" y="65"/>
                    </a:moveTo>
                    <a:cubicBezTo>
                      <a:pt x="131" y="101"/>
                      <a:pt x="102" y="131"/>
                      <a:pt x="65" y="131"/>
                    </a:cubicBezTo>
                    <a:cubicBezTo>
                      <a:pt x="29" y="131"/>
                      <a:pt x="0" y="102"/>
                      <a:pt x="0" y="66"/>
                    </a:cubicBezTo>
                    <a:cubicBezTo>
                      <a:pt x="0" y="30"/>
                      <a:pt x="29" y="0"/>
                      <a:pt x="65" y="0"/>
                    </a:cubicBezTo>
                    <a:cubicBezTo>
                      <a:pt x="101" y="0"/>
                      <a:pt x="130" y="29"/>
                      <a:pt x="131" y="6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6" name="Freeform 236">
                <a:extLst>
                  <a:ext uri="{FF2B5EF4-FFF2-40B4-BE49-F238E27FC236}">
                    <a16:creationId xmlns:a16="http://schemas.microsoft.com/office/drawing/2014/main" id="{866CA731-8D24-4B33-A9E2-9F6124945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690"/>
                <a:ext cx="88" cy="87"/>
              </a:xfrm>
              <a:custGeom>
                <a:avLst/>
                <a:gdLst>
                  <a:gd name="T0" fmla="*/ 98 w 86"/>
                  <a:gd name="T1" fmla="*/ 42 h 86"/>
                  <a:gd name="T2" fmla="*/ 49 w 86"/>
                  <a:gd name="T3" fmla="*/ 91 h 86"/>
                  <a:gd name="T4" fmla="*/ 0 w 86"/>
                  <a:gd name="T5" fmla="*/ 49 h 86"/>
                  <a:gd name="T6" fmla="*/ 49 w 86"/>
                  <a:gd name="T7" fmla="*/ 0 h 86"/>
                  <a:gd name="T8" fmla="*/ 98 w 86"/>
                  <a:gd name="T9" fmla="*/ 42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6">
                    <a:moveTo>
                      <a:pt x="86" y="42"/>
                    </a:moveTo>
                    <a:cubicBezTo>
                      <a:pt x="86" y="66"/>
                      <a:pt x="67" y="85"/>
                      <a:pt x="43" y="85"/>
                    </a:cubicBezTo>
                    <a:cubicBezTo>
                      <a:pt x="20" y="86"/>
                      <a:pt x="0" y="66"/>
                      <a:pt x="0" y="43"/>
                    </a:cubicBezTo>
                    <a:cubicBezTo>
                      <a:pt x="0" y="19"/>
                      <a:pt x="19" y="0"/>
                      <a:pt x="43" y="0"/>
                    </a:cubicBezTo>
                    <a:cubicBezTo>
                      <a:pt x="67" y="0"/>
                      <a:pt x="86" y="19"/>
                      <a:pt x="86" y="4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7" name="Freeform 237">
                <a:extLst>
                  <a:ext uri="{FF2B5EF4-FFF2-40B4-BE49-F238E27FC236}">
                    <a16:creationId xmlns:a16="http://schemas.microsoft.com/office/drawing/2014/main" id="{7C7EC8C0-02B9-4D84-BA78-56612390B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796"/>
                <a:ext cx="134" cy="134"/>
              </a:xfrm>
              <a:custGeom>
                <a:avLst/>
                <a:gdLst>
                  <a:gd name="T0" fmla="*/ 149 w 131"/>
                  <a:gd name="T1" fmla="*/ 78 h 131"/>
                  <a:gd name="T2" fmla="*/ 78 w 131"/>
                  <a:gd name="T3" fmla="*/ 149 h 131"/>
                  <a:gd name="T4" fmla="*/ 0 w 131"/>
                  <a:gd name="T5" fmla="*/ 78 h 131"/>
                  <a:gd name="T6" fmla="*/ 76 w 131"/>
                  <a:gd name="T7" fmla="*/ 1 h 131"/>
                  <a:gd name="T8" fmla="*/ 149 w 131"/>
                  <a:gd name="T9" fmla="*/ 78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1">
                    <a:moveTo>
                      <a:pt x="131" y="66"/>
                    </a:moveTo>
                    <a:cubicBezTo>
                      <a:pt x="131" y="102"/>
                      <a:pt x="102" y="131"/>
                      <a:pt x="66" y="131"/>
                    </a:cubicBezTo>
                    <a:cubicBezTo>
                      <a:pt x="30" y="131"/>
                      <a:pt x="1" y="102"/>
                      <a:pt x="0" y="66"/>
                    </a:cubicBezTo>
                    <a:cubicBezTo>
                      <a:pt x="0" y="30"/>
                      <a:pt x="29" y="1"/>
                      <a:pt x="65" y="1"/>
                    </a:cubicBezTo>
                    <a:cubicBezTo>
                      <a:pt x="102" y="0"/>
                      <a:pt x="131" y="30"/>
                      <a:pt x="131" y="66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8" name="Freeform 238">
                <a:extLst>
                  <a:ext uri="{FF2B5EF4-FFF2-40B4-BE49-F238E27FC236}">
                    <a16:creationId xmlns:a16="http://schemas.microsoft.com/office/drawing/2014/main" id="{88B49C36-D996-40FD-925F-B1B1BDC6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19"/>
                <a:ext cx="88" cy="88"/>
              </a:xfrm>
              <a:custGeom>
                <a:avLst/>
                <a:gdLst>
                  <a:gd name="T0" fmla="*/ 98 w 86"/>
                  <a:gd name="T1" fmla="*/ 49 h 86"/>
                  <a:gd name="T2" fmla="*/ 49 w 86"/>
                  <a:gd name="T3" fmla="*/ 98 h 86"/>
                  <a:gd name="T4" fmla="*/ 0 w 86"/>
                  <a:gd name="T5" fmla="*/ 49 h 86"/>
                  <a:gd name="T6" fmla="*/ 49 w 86"/>
                  <a:gd name="T7" fmla="*/ 0 h 86"/>
                  <a:gd name="T8" fmla="*/ 98 w 86"/>
                  <a:gd name="T9" fmla="*/ 49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6">
                    <a:moveTo>
                      <a:pt x="86" y="43"/>
                    </a:moveTo>
                    <a:cubicBezTo>
                      <a:pt x="86" y="66"/>
                      <a:pt x="67" y="86"/>
                      <a:pt x="43" y="86"/>
                    </a:cubicBezTo>
                    <a:cubicBezTo>
                      <a:pt x="19" y="86"/>
                      <a:pt x="0" y="67"/>
                      <a:pt x="0" y="43"/>
                    </a:cubicBezTo>
                    <a:cubicBezTo>
                      <a:pt x="0" y="19"/>
                      <a:pt x="19" y="0"/>
                      <a:pt x="43" y="0"/>
                    </a:cubicBezTo>
                    <a:cubicBezTo>
                      <a:pt x="66" y="0"/>
                      <a:pt x="85" y="19"/>
                      <a:pt x="86" y="43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9" name="Freeform 239">
                <a:extLst>
                  <a:ext uri="{FF2B5EF4-FFF2-40B4-BE49-F238E27FC236}">
                    <a16:creationId xmlns:a16="http://schemas.microsoft.com/office/drawing/2014/main" id="{0DF52484-8104-4726-86E7-12D167A75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805"/>
                <a:ext cx="48" cy="121"/>
              </a:xfrm>
              <a:custGeom>
                <a:avLst/>
                <a:gdLst>
                  <a:gd name="T0" fmla="*/ 43 w 47"/>
                  <a:gd name="T1" fmla="*/ 0 h 118"/>
                  <a:gd name="T2" fmla="*/ 0 w 47"/>
                  <a:gd name="T3" fmla="*/ 68 h 118"/>
                  <a:gd name="T4" fmla="*/ 53 w 47"/>
                  <a:gd name="T5" fmla="*/ 136 h 118"/>
                  <a:gd name="T6" fmla="*/ 6 w 47"/>
                  <a:gd name="T7" fmla="*/ 70 h 118"/>
                  <a:gd name="T8" fmla="*/ 43 w 47"/>
                  <a:gd name="T9" fmla="*/ 0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18">
                    <a:moveTo>
                      <a:pt x="37" y="0"/>
                    </a:moveTo>
                    <a:cubicBezTo>
                      <a:pt x="37" y="0"/>
                      <a:pt x="0" y="20"/>
                      <a:pt x="0" y="58"/>
                    </a:cubicBezTo>
                    <a:cubicBezTo>
                      <a:pt x="0" y="96"/>
                      <a:pt x="47" y="118"/>
                      <a:pt x="47" y="118"/>
                    </a:cubicBezTo>
                    <a:cubicBezTo>
                      <a:pt x="47" y="118"/>
                      <a:pt x="6" y="92"/>
                      <a:pt x="6" y="59"/>
                    </a:cubicBezTo>
                    <a:cubicBezTo>
                      <a:pt x="6" y="26"/>
                      <a:pt x="37" y="0"/>
                      <a:pt x="37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0" name="Freeform 240">
                <a:extLst>
                  <a:ext uri="{FF2B5EF4-FFF2-40B4-BE49-F238E27FC236}">
                    <a16:creationId xmlns:a16="http://schemas.microsoft.com/office/drawing/2014/main" id="{9359EA20-1581-4754-AE21-E2B7F451A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833"/>
                <a:ext cx="33" cy="66"/>
              </a:xfrm>
              <a:custGeom>
                <a:avLst/>
                <a:gdLst>
                  <a:gd name="T0" fmla="*/ 34 w 32"/>
                  <a:gd name="T1" fmla="*/ 0 h 65"/>
                  <a:gd name="T2" fmla="*/ 38 w 32"/>
                  <a:gd name="T3" fmla="*/ 71 h 65"/>
                  <a:gd name="T4" fmla="*/ 34 w 32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5">
                    <a:moveTo>
                      <a:pt x="28" y="0"/>
                    </a:moveTo>
                    <a:cubicBezTo>
                      <a:pt x="28" y="0"/>
                      <a:pt x="0" y="33"/>
                      <a:pt x="32" y="65"/>
                    </a:cubicBezTo>
                    <a:cubicBezTo>
                      <a:pt x="32" y="65"/>
                      <a:pt x="7" y="39"/>
                      <a:pt x="28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1" name="Freeform 241">
                <a:extLst>
                  <a:ext uri="{FF2B5EF4-FFF2-40B4-BE49-F238E27FC236}">
                    <a16:creationId xmlns:a16="http://schemas.microsoft.com/office/drawing/2014/main" id="{F8A35F50-F095-46FE-ABE4-DA6464B7F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20"/>
                <a:ext cx="66" cy="81"/>
              </a:xfrm>
              <a:custGeom>
                <a:avLst/>
                <a:gdLst>
                  <a:gd name="T0" fmla="*/ 67 w 65"/>
                  <a:gd name="T1" fmla="*/ 52 h 79"/>
                  <a:gd name="T2" fmla="*/ 25 w 65"/>
                  <a:gd name="T3" fmla="*/ 87 h 79"/>
                  <a:gd name="T4" fmla="*/ 4 w 65"/>
                  <a:gd name="T5" fmla="*/ 37 h 79"/>
                  <a:gd name="T6" fmla="*/ 51 w 65"/>
                  <a:gd name="T7" fmla="*/ 4 h 79"/>
                  <a:gd name="T8" fmla="*/ 67 w 65"/>
                  <a:gd name="T9" fmla="*/ 52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9">
                    <a:moveTo>
                      <a:pt x="61" y="46"/>
                    </a:moveTo>
                    <a:cubicBezTo>
                      <a:pt x="56" y="62"/>
                      <a:pt x="40" y="79"/>
                      <a:pt x="25" y="75"/>
                    </a:cubicBezTo>
                    <a:cubicBezTo>
                      <a:pt x="9" y="71"/>
                      <a:pt x="0" y="47"/>
                      <a:pt x="4" y="31"/>
                    </a:cubicBezTo>
                    <a:cubicBezTo>
                      <a:pt x="9" y="15"/>
                      <a:pt x="29" y="0"/>
                      <a:pt x="45" y="4"/>
                    </a:cubicBezTo>
                    <a:cubicBezTo>
                      <a:pt x="60" y="8"/>
                      <a:pt x="65" y="30"/>
                      <a:pt x="61" y="46"/>
                    </a:cubicBezTo>
                    <a:close/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2" name="Freeform 242">
                <a:extLst>
                  <a:ext uri="{FF2B5EF4-FFF2-40B4-BE49-F238E27FC236}">
                    <a16:creationId xmlns:a16="http://schemas.microsoft.com/office/drawing/2014/main" id="{5A1DC22F-1911-4F36-B209-60C1B92B7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1825"/>
                <a:ext cx="45" cy="70"/>
              </a:xfrm>
              <a:custGeom>
                <a:avLst/>
                <a:gdLst>
                  <a:gd name="T0" fmla="*/ 0 w 44"/>
                  <a:gd name="T1" fmla="*/ 0 h 69"/>
                  <a:gd name="T2" fmla="*/ 5 w 44"/>
                  <a:gd name="T3" fmla="*/ 75 h 69"/>
                  <a:gd name="T4" fmla="*/ 0 w 44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9">
                    <a:moveTo>
                      <a:pt x="0" y="0"/>
                    </a:moveTo>
                    <a:cubicBezTo>
                      <a:pt x="0" y="0"/>
                      <a:pt x="32" y="32"/>
                      <a:pt x="5" y="69"/>
                    </a:cubicBezTo>
                    <a:cubicBezTo>
                      <a:pt x="5" y="69"/>
                      <a:pt x="44" y="35"/>
                      <a:pt x="0" y="0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3" name="Freeform 243">
                <a:extLst>
                  <a:ext uri="{FF2B5EF4-FFF2-40B4-BE49-F238E27FC236}">
                    <a16:creationId xmlns:a16="http://schemas.microsoft.com/office/drawing/2014/main" id="{CD6F1F2C-25CF-4562-BCD1-86DA2823D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825"/>
                <a:ext cx="29" cy="38"/>
              </a:xfrm>
              <a:custGeom>
                <a:avLst/>
                <a:gdLst>
                  <a:gd name="T0" fmla="*/ 0 w 28"/>
                  <a:gd name="T1" fmla="*/ 0 h 38"/>
                  <a:gd name="T2" fmla="*/ 34 w 28"/>
                  <a:gd name="T3" fmla="*/ 38 h 38"/>
                  <a:gd name="T4" fmla="*/ 0 w 28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8">
                    <a:moveTo>
                      <a:pt x="0" y="0"/>
                    </a:moveTo>
                    <a:cubicBezTo>
                      <a:pt x="0" y="0"/>
                      <a:pt x="25" y="5"/>
                      <a:pt x="28" y="38"/>
                    </a:cubicBezTo>
                    <a:cubicBezTo>
                      <a:pt x="28" y="38"/>
                      <a:pt x="24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4" name="Freeform 244">
                <a:extLst>
                  <a:ext uri="{FF2B5EF4-FFF2-40B4-BE49-F238E27FC236}">
                    <a16:creationId xmlns:a16="http://schemas.microsoft.com/office/drawing/2014/main" id="{16E82DA8-0522-4783-BF30-D84B9BE9F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796"/>
                <a:ext cx="134" cy="134"/>
              </a:xfrm>
              <a:custGeom>
                <a:avLst/>
                <a:gdLst>
                  <a:gd name="T0" fmla="*/ 149 w 131"/>
                  <a:gd name="T1" fmla="*/ 78 h 131"/>
                  <a:gd name="T2" fmla="*/ 78 w 131"/>
                  <a:gd name="T3" fmla="*/ 149 h 131"/>
                  <a:gd name="T4" fmla="*/ 0 w 131"/>
                  <a:gd name="T5" fmla="*/ 78 h 131"/>
                  <a:gd name="T6" fmla="*/ 76 w 131"/>
                  <a:gd name="T7" fmla="*/ 1 h 131"/>
                  <a:gd name="T8" fmla="*/ 149 w 131"/>
                  <a:gd name="T9" fmla="*/ 78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1">
                    <a:moveTo>
                      <a:pt x="131" y="66"/>
                    </a:moveTo>
                    <a:cubicBezTo>
                      <a:pt x="131" y="102"/>
                      <a:pt x="102" y="131"/>
                      <a:pt x="66" y="131"/>
                    </a:cubicBezTo>
                    <a:cubicBezTo>
                      <a:pt x="30" y="131"/>
                      <a:pt x="1" y="102"/>
                      <a:pt x="0" y="66"/>
                    </a:cubicBezTo>
                    <a:cubicBezTo>
                      <a:pt x="0" y="30"/>
                      <a:pt x="29" y="1"/>
                      <a:pt x="65" y="1"/>
                    </a:cubicBezTo>
                    <a:cubicBezTo>
                      <a:pt x="102" y="0"/>
                      <a:pt x="131" y="30"/>
                      <a:pt x="131" y="6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5" name="Freeform 245">
                <a:extLst>
                  <a:ext uri="{FF2B5EF4-FFF2-40B4-BE49-F238E27FC236}">
                    <a16:creationId xmlns:a16="http://schemas.microsoft.com/office/drawing/2014/main" id="{EA690C45-CDBE-4CF4-8C1B-858433337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19"/>
                <a:ext cx="88" cy="88"/>
              </a:xfrm>
              <a:custGeom>
                <a:avLst/>
                <a:gdLst>
                  <a:gd name="T0" fmla="*/ 98 w 86"/>
                  <a:gd name="T1" fmla="*/ 49 h 86"/>
                  <a:gd name="T2" fmla="*/ 49 w 86"/>
                  <a:gd name="T3" fmla="*/ 98 h 86"/>
                  <a:gd name="T4" fmla="*/ 0 w 86"/>
                  <a:gd name="T5" fmla="*/ 49 h 86"/>
                  <a:gd name="T6" fmla="*/ 49 w 86"/>
                  <a:gd name="T7" fmla="*/ 0 h 86"/>
                  <a:gd name="T8" fmla="*/ 98 w 86"/>
                  <a:gd name="T9" fmla="*/ 49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6">
                    <a:moveTo>
                      <a:pt x="86" y="43"/>
                    </a:moveTo>
                    <a:cubicBezTo>
                      <a:pt x="86" y="66"/>
                      <a:pt x="67" y="86"/>
                      <a:pt x="43" y="86"/>
                    </a:cubicBezTo>
                    <a:cubicBezTo>
                      <a:pt x="19" y="86"/>
                      <a:pt x="0" y="67"/>
                      <a:pt x="0" y="43"/>
                    </a:cubicBezTo>
                    <a:cubicBezTo>
                      <a:pt x="0" y="19"/>
                      <a:pt x="19" y="0"/>
                      <a:pt x="43" y="0"/>
                    </a:cubicBezTo>
                    <a:cubicBezTo>
                      <a:pt x="66" y="0"/>
                      <a:pt x="85" y="19"/>
                      <a:pt x="86" y="4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6" name="Freeform 246">
                <a:extLst>
                  <a:ext uri="{FF2B5EF4-FFF2-40B4-BE49-F238E27FC236}">
                    <a16:creationId xmlns:a16="http://schemas.microsoft.com/office/drawing/2014/main" id="{0CD0AF92-7521-4A4E-A0FC-EF1F53606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796"/>
                <a:ext cx="134" cy="134"/>
              </a:xfrm>
              <a:custGeom>
                <a:avLst/>
                <a:gdLst>
                  <a:gd name="T0" fmla="*/ 149 w 131"/>
                  <a:gd name="T1" fmla="*/ 78 h 131"/>
                  <a:gd name="T2" fmla="*/ 76 w 131"/>
                  <a:gd name="T3" fmla="*/ 149 h 131"/>
                  <a:gd name="T4" fmla="*/ 0 w 131"/>
                  <a:gd name="T5" fmla="*/ 78 h 131"/>
                  <a:gd name="T6" fmla="*/ 76 w 131"/>
                  <a:gd name="T7" fmla="*/ 1 h 131"/>
                  <a:gd name="T8" fmla="*/ 149 w 131"/>
                  <a:gd name="T9" fmla="*/ 78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1">
                    <a:moveTo>
                      <a:pt x="131" y="66"/>
                    </a:moveTo>
                    <a:cubicBezTo>
                      <a:pt x="131" y="102"/>
                      <a:pt x="101" y="131"/>
                      <a:pt x="65" y="131"/>
                    </a:cubicBezTo>
                    <a:cubicBezTo>
                      <a:pt x="29" y="131"/>
                      <a:pt x="0" y="102"/>
                      <a:pt x="0" y="66"/>
                    </a:cubicBezTo>
                    <a:cubicBezTo>
                      <a:pt x="0" y="30"/>
                      <a:pt x="29" y="1"/>
                      <a:pt x="65" y="1"/>
                    </a:cubicBezTo>
                    <a:cubicBezTo>
                      <a:pt x="101" y="0"/>
                      <a:pt x="130" y="30"/>
                      <a:pt x="131" y="66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7" name="Freeform 247">
                <a:extLst>
                  <a:ext uri="{FF2B5EF4-FFF2-40B4-BE49-F238E27FC236}">
                    <a16:creationId xmlns:a16="http://schemas.microsoft.com/office/drawing/2014/main" id="{4B317666-2D00-477B-AA41-22DC3F494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819"/>
                <a:ext cx="88" cy="88"/>
              </a:xfrm>
              <a:custGeom>
                <a:avLst/>
                <a:gdLst>
                  <a:gd name="T0" fmla="*/ 98 w 86"/>
                  <a:gd name="T1" fmla="*/ 49 h 86"/>
                  <a:gd name="T2" fmla="*/ 49 w 86"/>
                  <a:gd name="T3" fmla="*/ 98 h 86"/>
                  <a:gd name="T4" fmla="*/ 0 w 86"/>
                  <a:gd name="T5" fmla="*/ 49 h 86"/>
                  <a:gd name="T6" fmla="*/ 49 w 86"/>
                  <a:gd name="T7" fmla="*/ 0 h 86"/>
                  <a:gd name="T8" fmla="*/ 98 w 86"/>
                  <a:gd name="T9" fmla="*/ 49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6">
                    <a:moveTo>
                      <a:pt x="86" y="43"/>
                    </a:moveTo>
                    <a:cubicBezTo>
                      <a:pt x="86" y="66"/>
                      <a:pt x="67" y="86"/>
                      <a:pt x="43" y="86"/>
                    </a:cubicBezTo>
                    <a:cubicBezTo>
                      <a:pt x="20" y="86"/>
                      <a:pt x="0" y="67"/>
                      <a:pt x="0" y="43"/>
                    </a:cubicBezTo>
                    <a:cubicBezTo>
                      <a:pt x="0" y="19"/>
                      <a:pt x="19" y="0"/>
                      <a:pt x="43" y="0"/>
                    </a:cubicBezTo>
                    <a:cubicBezTo>
                      <a:pt x="67" y="0"/>
                      <a:pt x="86" y="19"/>
                      <a:pt x="86" y="43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8" name="Freeform 248">
                <a:extLst>
                  <a:ext uri="{FF2B5EF4-FFF2-40B4-BE49-F238E27FC236}">
                    <a16:creationId xmlns:a16="http://schemas.microsoft.com/office/drawing/2014/main" id="{B044E920-A6DD-4EA3-869D-2F6659A1D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805"/>
                <a:ext cx="48" cy="121"/>
              </a:xfrm>
              <a:custGeom>
                <a:avLst/>
                <a:gdLst>
                  <a:gd name="T0" fmla="*/ 44 w 47"/>
                  <a:gd name="T1" fmla="*/ 0 h 118"/>
                  <a:gd name="T2" fmla="*/ 1 w 47"/>
                  <a:gd name="T3" fmla="*/ 68 h 118"/>
                  <a:gd name="T4" fmla="*/ 53 w 47"/>
                  <a:gd name="T5" fmla="*/ 136 h 118"/>
                  <a:gd name="T6" fmla="*/ 7 w 47"/>
                  <a:gd name="T7" fmla="*/ 70 h 118"/>
                  <a:gd name="T8" fmla="*/ 44 w 47"/>
                  <a:gd name="T9" fmla="*/ 0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18">
                    <a:moveTo>
                      <a:pt x="38" y="0"/>
                    </a:moveTo>
                    <a:cubicBezTo>
                      <a:pt x="38" y="0"/>
                      <a:pt x="0" y="20"/>
                      <a:pt x="1" y="58"/>
                    </a:cubicBezTo>
                    <a:cubicBezTo>
                      <a:pt x="1" y="96"/>
                      <a:pt x="47" y="118"/>
                      <a:pt x="47" y="118"/>
                    </a:cubicBezTo>
                    <a:cubicBezTo>
                      <a:pt x="47" y="118"/>
                      <a:pt x="7" y="92"/>
                      <a:pt x="7" y="59"/>
                    </a:cubicBezTo>
                    <a:cubicBezTo>
                      <a:pt x="7" y="26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9" name="Freeform 249">
                <a:extLst>
                  <a:ext uri="{FF2B5EF4-FFF2-40B4-BE49-F238E27FC236}">
                    <a16:creationId xmlns:a16="http://schemas.microsoft.com/office/drawing/2014/main" id="{8A77F885-0922-49FB-937E-145A41EEA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833"/>
                <a:ext cx="33" cy="66"/>
              </a:xfrm>
              <a:custGeom>
                <a:avLst/>
                <a:gdLst>
                  <a:gd name="T0" fmla="*/ 34 w 32"/>
                  <a:gd name="T1" fmla="*/ 0 h 65"/>
                  <a:gd name="T2" fmla="*/ 38 w 32"/>
                  <a:gd name="T3" fmla="*/ 71 h 65"/>
                  <a:gd name="T4" fmla="*/ 34 w 32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5">
                    <a:moveTo>
                      <a:pt x="28" y="0"/>
                    </a:moveTo>
                    <a:cubicBezTo>
                      <a:pt x="28" y="0"/>
                      <a:pt x="0" y="33"/>
                      <a:pt x="32" y="65"/>
                    </a:cubicBezTo>
                    <a:cubicBezTo>
                      <a:pt x="32" y="65"/>
                      <a:pt x="6" y="39"/>
                      <a:pt x="28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0" name="Freeform 250">
                <a:extLst>
                  <a:ext uri="{FF2B5EF4-FFF2-40B4-BE49-F238E27FC236}">
                    <a16:creationId xmlns:a16="http://schemas.microsoft.com/office/drawing/2014/main" id="{CF50CE2B-4576-4761-8002-FC533715C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820"/>
                <a:ext cx="66" cy="81"/>
              </a:xfrm>
              <a:custGeom>
                <a:avLst/>
                <a:gdLst>
                  <a:gd name="T0" fmla="*/ 72 w 64"/>
                  <a:gd name="T1" fmla="*/ 52 h 79"/>
                  <a:gd name="T2" fmla="*/ 30 w 64"/>
                  <a:gd name="T3" fmla="*/ 87 h 79"/>
                  <a:gd name="T4" fmla="*/ 4 w 64"/>
                  <a:gd name="T5" fmla="*/ 37 h 79"/>
                  <a:gd name="T6" fmla="*/ 52 w 64"/>
                  <a:gd name="T7" fmla="*/ 4 h 79"/>
                  <a:gd name="T8" fmla="*/ 72 w 64"/>
                  <a:gd name="T9" fmla="*/ 52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79">
                    <a:moveTo>
                      <a:pt x="60" y="46"/>
                    </a:moveTo>
                    <a:cubicBezTo>
                      <a:pt x="56" y="62"/>
                      <a:pt x="40" y="79"/>
                      <a:pt x="24" y="75"/>
                    </a:cubicBezTo>
                    <a:cubicBezTo>
                      <a:pt x="9" y="71"/>
                      <a:pt x="0" y="47"/>
                      <a:pt x="4" y="31"/>
                    </a:cubicBezTo>
                    <a:cubicBezTo>
                      <a:pt x="8" y="15"/>
                      <a:pt x="29" y="0"/>
                      <a:pt x="44" y="4"/>
                    </a:cubicBezTo>
                    <a:cubicBezTo>
                      <a:pt x="60" y="8"/>
                      <a:pt x="64" y="30"/>
                      <a:pt x="60" y="46"/>
                    </a:cubicBezTo>
                    <a:close/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1" name="Freeform 251">
                <a:extLst>
                  <a:ext uri="{FF2B5EF4-FFF2-40B4-BE49-F238E27FC236}">
                    <a16:creationId xmlns:a16="http://schemas.microsoft.com/office/drawing/2014/main" id="{63E81C0C-D7DD-4B22-A4B1-39B4D33A6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825"/>
                <a:ext cx="45" cy="70"/>
              </a:xfrm>
              <a:custGeom>
                <a:avLst/>
                <a:gdLst>
                  <a:gd name="T0" fmla="*/ 0 w 44"/>
                  <a:gd name="T1" fmla="*/ 0 h 69"/>
                  <a:gd name="T2" fmla="*/ 6 w 44"/>
                  <a:gd name="T3" fmla="*/ 75 h 69"/>
                  <a:gd name="T4" fmla="*/ 0 w 44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9">
                    <a:moveTo>
                      <a:pt x="0" y="0"/>
                    </a:moveTo>
                    <a:cubicBezTo>
                      <a:pt x="0" y="0"/>
                      <a:pt x="33" y="32"/>
                      <a:pt x="6" y="69"/>
                    </a:cubicBezTo>
                    <a:cubicBezTo>
                      <a:pt x="6" y="69"/>
                      <a:pt x="44" y="35"/>
                      <a:pt x="0" y="0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2" name="Freeform 252">
                <a:extLst>
                  <a:ext uri="{FF2B5EF4-FFF2-40B4-BE49-F238E27FC236}">
                    <a16:creationId xmlns:a16="http://schemas.microsoft.com/office/drawing/2014/main" id="{896B0902-85C9-43D0-BF00-8F9714CAE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825"/>
                <a:ext cx="28" cy="38"/>
              </a:xfrm>
              <a:custGeom>
                <a:avLst/>
                <a:gdLst>
                  <a:gd name="T0" fmla="*/ 0 w 27"/>
                  <a:gd name="T1" fmla="*/ 0 h 38"/>
                  <a:gd name="T2" fmla="*/ 33 w 27"/>
                  <a:gd name="T3" fmla="*/ 38 h 38"/>
                  <a:gd name="T4" fmla="*/ 0 w 27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8">
                    <a:moveTo>
                      <a:pt x="0" y="0"/>
                    </a:moveTo>
                    <a:cubicBezTo>
                      <a:pt x="0" y="0"/>
                      <a:pt x="24" y="5"/>
                      <a:pt x="27" y="38"/>
                    </a:cubicBezTo>
                    <a:cubicBezTo>
                      <a:pt x="27" y="38"/>
                      <a:pt x="23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3" name="Freeform 253">
                <a:extLst>
                  <a:ext uri="{FF2B5EF4-FFF2-40B4-BE49-F238E27FC236}">
                    <a16:creationId xmlns:a16="http://schemas.microsoft.com/office/drawing/2014/main" id="{1ACECC05-4A87-4055-B4B9-5D3D8F0C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796"/>
                <a:ext cx="134" cy="134"/>
              </a:xfrm>
              <a:custGeom>
                <a:avLst/>
                <a:gdLst>
                  <a:gd name="T0" fmla="*/ 149 w 131"/>
                  <a:gd name="T1" fmla="*/ 78 h 131"/>
                  <a:gd name="T2" fmla="*/ 76 w 131"/>
                  <a:gd name="T3" fmla="*/ 149 h 131"/>
                  <a:gd name="T4" fmla="*/ 0 w 131"/>
                  <a:gd name="T5" fmla="*/ 78 h 131"/>
                  <a:gd name="T6" fmla="*/ 76 w 131"/>
                  <a:gd name="T7" fmla="*/ 1 h 131"/>
                  <a:gd name="T8" fmla="*/ 149 w 131"/>
                  <a:gd name="T9" fmla="*/ 78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1">
                    <a:moveTo>
                      <a:pt x="131" y="66"/>
                    </a:moveTo>
                    <a:cubicBezTo>
                      <a:pt x="131" y="102"/>
                      <a:pt x="101" y="131"/>
                      <a:pt x="65" y="131"/>
                    </a:cubicBezTo>
                    <a:cubicBezTo>
                      <a:pt x="29" y="131"/>
                      <a:pt x="0" y="102"/>
                      <a:pt x="0" y="66"/>
                    </a:cubicBezTo>
                    <a:cubicBezTo>
                      <a:pt x="0" y="30"/>
                      <a:pt x="29" y="1"/>
                      <a:pt x="65" y="1"/>
                    </a:cubicBezTo>
                    <a:cubicBezTo>
                      <a:pt x="101" y="0"/>
                      <a:pt x="130" y="30"/>
                      <a:pt x="131" y="6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4" name="Freeform 254">
                <a:extLst>
                  <a:ext uri="{FF2B5EF4-FFF2-40B4-BE49-F238E27FC236}">
                    <a16:creationId xmlns:a16="http://schemas.microsoft.com/office/drawing/2014/main" id="{6E42DC1C-FD01-4E44-BEAB-D4D9EF836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819"/>
                <a:ext cx="88" cy="88"/>
              </a:xfrm>
              <a:custGeom>
                <a:avLst/>
                <a:gdLst>
                  <a:gd name="T0" fmla="*/ 98 w 86"/>
                  <a:gd name="T1" fmla="*/ 49 h 86"/>
                  <a:gd name="T2" fmla="*/ 49 w 86"/>
                  <a:gd name="T3" fmla="*/ 98 h 86"/>
                  <a:gd name="T4" fmla="*/ 0 w 86"/>
                  <a:gd name="T5" fmla="*/ 49 h 86"/>
                  <a:gd name="T6" fmla="*/ 49 w 86"/>
                  <a:gd name="T7" fmla="*/ 0 h 86"/>
                  <a:gd name="T8" fmla="*/ 98 w 86"/>
                  <a:gd name="T9" fmla="*/ 49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6">
                    <a:moveTo>
                      <a:pt x="86" y="43"/>
                    </a:moveTo>
                    <a:cubicBezTo>
                      <a:pt x="86" y="66"/>
                      <a:pt x="67" y="86"/>
                      <a:pt x="43" y="86"/>
                    </a:cubicBezTo>
                    <a:cubicBezTo>
                      <a:pt x="20" y="86"/>
                      <a:pt x="0" y="67"/>
                      <a:pt x="0" y="43"/>
                    </a:cubicBezTo>
                    <a:cubicBezTo>
                      <a:pt x="0" y="19"/>
                      <a:pt x="19" y="0"/>
                      <a:pt x="43" y="0"/>
                    </a:cubicBezTo>
                    <a:cubicBezTo>
                      <a:pt x="67" y="0"/>
                      <a:pt x="86" y="19"/>
                      <a:pt x="86" y="4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5" name="Freeform 255">
                <a:extLst>
                  <a:ext uri="{FF2B5EF4-FFF2-40B4-BE49-F238E27FC236}">
                    <a16:creationId xmlns:a16="http://schemas.microsoft.com/office/drawing/2014/main" id="{F2342AD5-1153-4E0B-8DE5-E45DD260A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940"/>
                <a:ext cx="134" cy="134"/>
              </a:xfrm>
              <a:custGeom>
                <a:avLst/>
                <a:gdLst>
                  <a:gd name="T0" fmla="*/ 149 w 131"/>
                  <a:gd name="T1" fmla="*/ 76 h 131"/>
                  <a:gd name="T2" fmla="*/ 78 w 131"/>
                  <a:gd name="T3" fmla="*/ 149 h 131"/>
                  <a:gd name="T4" fmla="*/ 0 w 131"/>
                  <a:gd name="T5" fmla="*/ 78 h 131"/>
                  <a:gd name="T6" fmla="*/ 76 w 131"/>
                  <a:gd name="T7" fmla="*/ 0 h 131"/>
                  <a:gd name="T8" fmla="*/ 149 w 131"/>
                  <a:gd name="T9" fmla="*/ 76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1">
                    <a:moveTo>
                      <a:pt x="131" y="65"/>
                    </a:moveTo>
                    <a:cubicBezTo>
                      <a:pt x="131" y="101"/>
                      <a:pt x="102" y="131"/>
                      <a:pt x="66" y="131"/>
                    </a:cubicBezTo>
                    <a:cubicBezTo>
                      <a:pt x="30" y="131"/>
                      <a:pt x="0" y="102"/>
                      <a:pt x="0" y="66"/>
                    </a:cubicBezTo>
                    <a:cubicBezTo>
                      <a:pt x="0" y="30"/>
                      <a:pt x="29" y="0"/>
                      <a:pt x="65" y="0"/>
                    </a:cubicBezTo>
                    <a:cubicBezTo>
                      <a:pt x="101" y="0"/>
                      <a:pt x="131" y="29"/>
                      <a:pt x="131" y="65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6" name="Freeform 256">
                <a:extLst>
                  <a:ext uri="{FF2B5EF4-FFF2-40B4-BE49-F238E27FC236}">
                    <a16:creationId xmlns:a16="http://schemas.microsoft.com/office/drawing/2014/main" id="{6AFB32BC-B94D-4F08-949B-7F61E6327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964"/>
                <a:ext cx="88" cy="88"/>
              </a:xfrm>
              <a:custGeom>
                <a:avLst/>
                <a:gdLst>
                  <a:gd name="T0" fmla="*/ 97 w 86"/>
                  <a:gd name="T1" fmla="*/ 48 h 86"/>
                  <a:gd name="T2" fmla="*/ 49 w 86"/>
                  <a:gd name="T3" fmla="*/ 97 h 86"/>
                  <a:gd name="T4" fmla="*/ 0 w 86"/>
                  <a:gd name="T5" fmla="*/ 49 h 86"/>
                  <a:gd name="T6" fmla="*/ 48 w 86"/>
                  <a:gd name="T7" fmla="*/ 0 h 86"/>
                  <a:gd name="T8" fmla="*/ 97 w 86"/>
                  <a:gd name="T9" fmla="*/ 4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6">
                    <a:moveTo>
                      <a:pt x="85" y="42"/>
                    </a:moveTo>
                    <a:cubicBezTo>
                      <a:pt x="86" y="66"/>
                      <a:pt x="66" y="85"/>
                      <a:pt x="43" y="85"/>
                    </a:cubicBezTo>
                    <a:cubicBezTo>
                      <a:pt x="19" y="86"/>
                      <a:pt x="0" y="66"/>
                      <a:pt x="0" y="43"/>
                    </a:cubicBezTo>
                    <a:cubicBezTo>
                      <a:pt x="0" y="19"/>
                      <a:pt x="19" y="0"/>
                      <a:pt x="42" y="0"/>
                    </a:cubicBezTo>
                    <a:cubicBezTo>
                      <a:pt x="66" y="0"/>
                      <a:pt x="85" y="19"/>
                      <a:pt x="85" y="42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7" name="Freeform 257">
                <a:extLst>
                  <a:ext uri="{FF2B5EF4-FFF2-40B4-BE49-F238E27FC236}">
                    <a16:creationId xmlns:a16="http://schemas.microsoft.com/office/drawing/2014/main" id="{0F5B3A99-F35B-45D3-A001-76A3478A6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949"/>
                <a:ext cx="48" cy="121"/>
              </a:xfrm>
              <a:custGeom>
                <a:avLst/>
                <a:gdLst>
                  <a:gd name="T0" fmla="*/ 43 w 47"/>
                  <a:gd name="T1" fmla="*/ 0 h 118"/>
                  <a:gd name="T2" fmla="*/ 0 w 47"/>
                  <a:gd name="T3" fmla="*/ 68 h 118"/>
                  <a:gd name="T4" fmla="*/ 53 w 47"/>
                  <a:gd name="T5" fmla="*/ 136 h 118"/>
                  <a:gd name="T6" fmla="*/ 6 w 47"/>
                  <a:gd name="T7" fmla="*/ 70 h 118"/>
                  <a:gd name="T8" fmla="*/ 43 w 47"/>
                  <a:gd name="T9" fmla="*/ 0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18">
                    <a:moveTo>
                      <a:pt x="37" y="0"/>
                    </a:moveTo>
                    <a:cubicBezTo>
                      <a:pt x="37" y="0"/>
                      <a:pt x="0" y="19"/>
                      <a:pt x="0" y="58"/>
                    </a:cubicBezTo>
                    <a:cubicBezTo>
                      <a:pt x="0" y="96"/>
                      <a:pt x="47" y="118"/>
                      <a:pt x="47" y="118"/>
                    </a:cubicBezTo>
                    <a:cubicBezTo>
                      <a:pt x="47" y="118"/>
                      <a:pt x="6" y="92"/>
                      <a:pt x="6" y="59"/>
                    </a:cubicBezTo>
                    <a:cubicBezTo>
                      <a:pt x="6" y="26"/>
                      <a:pt x="37" y="0"/>
                      <a:pt x="37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8" name="Freeform 258">
                <a:extLst>
                  <a:ext uri="{FF2B5EF4-FFF2-40B4-BE49-F238E27FC236}">
                    <a16:creationId xmlns:a16="http://schemas.microsoft.com/office/drawing/2014/main" id="{375954E4-AFE6-4CD4-8CC8-D220C6D25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977"/>
                <a:ext cx="32" cy="66"/>
              </a:xfrm>
              <a:custGeom>
                <a:avLst/>
                <a:gdLst>
                  <a:gd name="T0" fmla="*/ 28 w 32"/>
                  <a:gd name="T1" fmla="*/ 0 h 65"/>
                  <a:gd name="T2" fmla="*/ 32 w 32"/>
                  <a:gd name="T3" fmla="*/ 71 h 65"/>
                  <a:gd name="T4" fmla="*/ 28 w 32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5">
                    <a:moveTo>
                      <a:pt x="28" y="0"/>
                    </a:moveTo>
                    <a:cubicBezTo>
                      <a:pt x="28" y="0"/>
                      <a:pt x="0" y="33"/>
                      <a:pt x="32" y="65"/>
                    </a:cubicBezTo>
                    <a:cubicBezTo>
                      <a:pt x="32" y="65"/>
                      <a:pt x="7" y="39"/>
                      <a:pt x="28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9" name="Freeform 259">
                <a:extLst>
                  <a:ext uri="{FF2B5EF4-FFF2-40B4-BE49-F238E27FC236}">
                    <a16:creationId xmlns:a16="http://schemas.microsoft.com/office/drawing/2014/main" id="{A544FC8A-B275-4B63-B039-22DE4EAE1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964"/>
                <a:ext cx="67" cy="81"/>
              </a:xfrm>
              <a:custGeom>
                <a:avLst/>
                <a:gdLst>
                  <a:gd name="T0" fmla="*/ 72 w 65"/>
                  <a:gd name="T1" fmla="*/ 53 h 80"/>
                  <a:gd name="T2" fmla="*/ 31 w 65"/>
                  <a:gd name="T3" fmla="*/ 82 h 80"/>
                  <a:gd name="T4" fmla="*/ 4 w 65"/>
                  <a:gd name="T5" fmla="*/ 31 h 80"/>
                  <a:gd name="T6" fmla="*/ 53 w 65"/>
                  <a:gd name="T7" fmla="*/ 4 h 80"/>
                  <a:gd name="T8" fmla="*/ 72 w 65"/>
                  <a:gd name="T9" fmla="*/ 53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80">
                    <a:moveTo>
                      <a:pt x="60" y="47"/>
                    </a:moveTo>
                    <a:cubicBezTo>
                      <a:pt x="56" y="63"/>
                      <a:pt x="40" y="80"/>
                      <a:pt x="25" y="76"/>
                    </a:cubicBezTo>
                    <a:cubicBezTo>
                      <a:pt x="9" y="71"/>
                      <a:pt x="0" y="47"/>
                      <a:pt x="4" y="31"/>
                    </a:cubicBezTo>
                    <a:cubicBezTo>
                      <a:pt x="9" y="16"/>
                      <a:pt x="29" y="0"/>
                      <a:pt x="45" y="4"/>
                    </a:cubicBezTo>
                    <a:cubicBezTo>
                      <a:pt x="60" y="9"/>
                      <a:pt x="65" y="31"/>
                      <a:pt x="60" y="47"/>
                    </a:cubicBezTo>
                    <a:close/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0" name="Freeform 260">
                <a:extLst>
                  <a:ext uri="{FF2B5EF4-FFF2-40B4-BE49-F238E27FC236}">
                    <a16:creationId xmlns:a16="http://schemas.microsoft.com/office/drawing/2014/main" id="{86D01C2C-8223-4CD0-86B1-8EA1C012C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969"/>
                <a:ext cx="45" cy="70"/>
              </a:xfrm>
              <a:custGeom>
                <a:avLst/>
                <a:gdLst>
                  <a:gd name="T0" fmla="*/ 0 w 44"/>
                  <a:gd name="T1" fmla="*/ 0 h 69"/>
                  <a:gd name="T2" fmla="*/ 5 w 44"/>
                  <a:gd name="T3" fmla="*/ 75 h 69"/>
                  <a:gd name="T4" fmla="*/ 0 w 44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9">
                    <a:moveTo>
                      <a:pt x="0" y="0"/>
                    </a:moveTo>
                    <a:cubicBezTo>
                      <a:pt x="0" y="0"/>
                      <a:pt x="32" y="32"/>
                      <a:pt x="5" y="69"/>
                    </a:cubicBezTo>
                    <a:cubicBezTo>
                      <a:pt x="5" y="69"/>
                      <a:pt x="44" y="34"/>
                      <a:pt x="0" y="0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1" name="Freeform 261">
                <a:extLst>
                  <a:ext uri="{FF2B5EF4-FFF2-40B4-BE49-F238E27FC236}">
                    <a16:creationId xmlns:a16="http://schemas.microsoft.com/office/drawing/2014/main" id="{949BEAF2-944D-42DB-99ED-852237080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968"/>
                <a:ext cx="28" cy="40"/>
              </a:xfrm>
              <a:custGeom>
                <a:avLst/>
                <a:gdLst>
                  <a:gd name="T0" fmla="*/ 0 w 28"/>
                  <a:gd name="T1" fmla="*/ 0 h 39"/>
                  <a:gd name="T2" fmla="*/ 28 w 28"/>
                  <a:gd name="T3" fmla="*/ 45 h 39"/>
                  <a:gd name="T4" fmla="*/ 0 w 28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9">
                    <a:moveTo>
                      <a:pt x="0" y="0"/>
                    </a:moveTo>
                    <a:cubicBezTo>
                      <a:pt x="0" y="0"/>
                      <a:pt x="25" y="6"/>
                      <a:pt x="28" y="39"/>
                    </a:cubicBezTo>
                    <a:cubicBezTo>
                      <a:pt x="28" y="39"/>
                      <a:pt x="24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2" name="Freeform 262">
                <a:extLst>
                  <a:ext uri="{FF2B5EF4-FFF2-40B4-BE49-F238E27FC236}">
                    <a16:creationId xmlns:a16="http://schemas.microsoft.com/office/drawing/2014/main" id="{95C7C5FF-A237-4019-A644-102B4E657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940"/>
                <a:ext cx="134" cy="134"/>
              </a:xfrm>
              <a:custGeom>
                <a:avLst/>
                <a:gdLst>
                  <a:gd name="T0" fmla="*/ 149 w 131"/>
                  <a:gd name="T1" fmla="*/ 76 h 131"/>
                  <a:gd name="T2" fmla="*/ 78 w 131"/>
                  <a:gd name="T3" fmla="*/ 149 h 131"/>
                  <a:gd name="T4" fmla="*/ 0 w 131"/>
                  <a:gd name="T5" fmla="*/ 78 h 131"/>
                  <a:gd name="T6" fmla="*/ 76 w 131"/>
                  <a:gd name="T7" fmla="*/ 0 h 131"/>
                  <a:gd name="T8" fmla="*/ 149 w 131"/>
                  <a:gd name="T9" fmla="*/ 76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1">
                    <a:moveTo>
                      <a:pt x="131" y="65"/>
                    </a:moveTo>
                    <a:cubicBezTo>
                      <a:pt x="131" y="101"/>
                      <a:pt x="102" y="131"/>
                      <a:pt x="66" y="131"/>
                    </a:cubicBezTo>
                    <a:cubicBezTo>
                      <a:pt x="30" y="131"/>
                      <a:pt x="0" y="102"/>
                      <a:pt x="0" y="66"/>
                    </a:cubicBezTo>
                    <a:cubicBezTo>
                      <a:pt x="0" y="30"/>
                      <a:pt x="29" y="0"/>
                      <a:pt x="65" y="0"/>
                    </a:cubicBezTo>
                    <a:cubicBezTo>
                      <a:pt x="101" y="0"/>
                      <a:pt x="131" y="29"/>
                      <a:pt x="131" y="6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3" name="Freeform 263">
                <a:extLst>
                  <a:ext uri="{FF2B5EF4-FFF2-40B4-BE49-F238E27FC236}">
                    <a16:creationId xmlns:a16="http://schemas.microsoft.com/office/drawing/2014/main" id="{AF1CB239-BFA1-4577-9ADC-72B6C5BC3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964"/>
                <a:ext cx="88" cy="88"/>
              </a:xfrm>
              <a:custGeom>
                <a:avLst/>
                <a:gdLst>
                  <a:gd name="T0" fmla="*/ 97 w 86"/>
                  <a:gd name="T1" fmla="*/ 48 h 86"/>
                  <a:gd name="T2" fmla="*/ 49 w 86"/>
                  <a:gd name="T3" fmla="*/ 97 h 86"/>
                  <a:gd name="T4" fmla="*/ 0 w 86"/>
                  <a:gd name="T5" fmla="*/ 49 h 86"/>
                  <a:gd name="T6" fmla="*/ 48 w 86"/>
                  <a:gd name="T7" fmla="*/ 0 h 86"/>
                  <a:gd name="T8" fmla="*/ 97 w 86"/>
                  <a:gd name="T9" fmla="*/ 4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6">
                    <a:moveTo>
                      <a:pt x="85" y="42"/>
                    </a:moveTo>
                    <a:cubicBezTo>
                      <a:pt x="86" y="66"/>
                      <a:pt x="66" y="85"/>
                      <a:pt x="43" y="85"/>
                    </a:cubicBezTo>
                    <a:cubicBezTo>
                      <a:pt x="19" y="86"/>
                      <a:pt x="0" y="66"/>
                      <a:pt x="0" y="43"/>
                    </a:cubicBezTo>
                    <a:cubicBezTo>
                      <a:pt x="0" y="19"/>
                      <a:pt x="19" y="0"/>
                      <a:pt x="42" y="0"/>
                    </a:cubicBezTo>
                    <a:cubicBezTo>
                      <a:pt x="66" y="0"/>
                      <a:pt x="85" y="19"/>
                      <a:pt x="85" y="4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4" name="Freeform 264">
                <a:extLst>
                  <a:ext uri="{FF2B5EF4-FFF2-40B4-BE49-F238E27FC236}">
                    <a16:creationId xmlns:a16="http://schemas.microsoft.com/office/drawing/2014/main" id="{ECD8A1F2-70F2-4F67-AB43-472C51E46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666"/>
                <a:ext cx="134" cy="134"/>
              </a:xfrm>
              <a:custGeom>
                <a:avLst/>
                <a:gdLst>
                  <a:gd name="T0" fmla="*/ 149 w 131"/>
                  <a:gd name="T1" fmla="*/ 76 h 131"/>
                  <a:gd name="T2" fmla="*/ 78 w 131"/>
                  <a:gd name="T3" fmla="*/ 149 h 131"/>
                  <a:gd name="T4" fmla="*/ 0 w 131"/>
                  <a:gd name="T5" fmla="*/ 78 h 131"/>
                  <a:gd name="T6" fmla="*/ 76 w 131"/>
                  <a:gd name="T7" fmla="*/ 0 h 131"/>
                  <a:gd name="T8" fmla="*/ 149 w 131"/>
                  <a:gd name="T9" fmla="*/ 76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1">
                    <a:moveTo>
                      <a:pt x="131" y="65"/>
                    </a:moveTo>
                    <a:cubicBezTo>
                      <a:pt x="131" y="101"/>
                      <a:pt x="102" y="131"/>
                      <a:pt x="66" y="131"/>
                    </a:cubicBezTo>
                    <a:cubicBezTo>
                      <a:pt x="30" y="131"/>
                      <a:pt x="0" y="102"/>
                      <a:pt x="0" y="66"/>
                    </a:cubicBezTo>
                    <a:cubicBezTo>
                      <a:pt x="0" y="30"/>
                      <a:pt x="29" y="0"/>
                      <a:pt x="65" y="0"/>
                    </a:cubicBezTo>
                    <a:cubicBezTo>
                      <a:pt x="101" y="0"/>
                      <a:pt x="131" y="29"/>
                      <a:pt x="131" y="65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5" name="Freeform 265">
                <a:extLst>
                  <a:ext uri="{FF2B5EF4-FFF2-40B4-BE49-F238E27FC236}">
                    <a16:creationId xmlns:a16="http://schemas.microsoft.com/office/drawing/2014/main" id="{0D2BEEAE-66D9-4A07-B272-56C0C7A6E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690"/>
                <a:ext cx="88" cy="87"/>
              </a:xfrm>
              <a:custGeom>
                <a:avLst/>
                <a:gdLst>
                  <a:gd name="T0" fmla="*/ 98 w 86"/>
                  <a:gd name="T1" fmla="*/ 42 h 86"/>
                  <a:gd name="T2" fmla="*/ 50 w 86"/>
                  <a:gd name="T3" fmla="*/ 91 h 86"/>
                  <a:gd name="T4" fmla="*/ 1 w 86"/>
                  <a:gd name="T5" fmla="*/ 49 h 86"/>
                  <a:gd name="T6" fmla="*/ 49 w 86"/>
                  <a:gd name="T7" fmla="*/ 0 h 86"/>
                  <a:gd name="T8" fmla="*/ 98 w 86"/>
                  <a:gd name="T9" fmla="*/ 42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6">
                    <a:moveTo>
                      <a:pt x="86" y="42"/>
                    </a:moveTo>
                    <a:cubicBezTo>
                      <a:pt x="86" y="66"/>
                      <a:pt x="67" y="85"/>
                      <a:pt x="44" y="85"/>
                    </a:cubicBezTo>
                    <a:cubicBezTo>
                      <a:pt x="20" y="86"/>
                      <a:pt x="1" y="66"/>
                      <a:pt x="1" y="43"/>
                    </a:cubicBezTo>
                    <a:cubicBezTo>
                      <a:pt x="0" y="19"/>
                      <a:pt x="20" y="0"/>
                      <a:pt x="43" y="0"/>
                    </a:cubicBezTo>
                    <a:cubicBezTo>
                      <a:pt x="67" y="0"/>
                      <a:pt x="86" y="19"/>
                      <a:pt x="86" y="42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6" name="Freeform 266">
                <a:extLst>
                  <a:ext uri="{FF2B5EF4-FFF2-40B4-BE49-F238E27FC236}">
                    <a16:creationId xmlns:a16="http://schemas.microsoft.com/office/drawing/2014/main" id="{999282CE-5D91-4A60-8D58-D76AC3778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1675"/>
                <a:ext cx="48" cy="121"/>
              </a:xfrm>
              <a:custGeom>
                <a:avLst/>
                <a:gdLst>
                  <a:gd name="T0" fmla="*/ 43 w 47"/>
                  <a:gd name="T1" fmla="*/ 0 h 118"/>
                  <a:gd name="T2" fmla="*/ 0 w 47"/>
                  <a:gd name="T3" fmla="*/ 68 h 118"/>
                  <a:gd name="T4" fmla="*/ 53 w 47"/>
                  <a:gd name="T5" fmla="*/ 136 h 118"/>
                  <a:gd name="T6" fmla="*/ 6 w 47"/>
                  <a:gd name="T7" fmla="*/ 70 h 118"/>
                  <a:gd name="T8" fmla="*/ 43 w 47"/>
                  <a:gd name="T9" fmla="*/ 0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18">
                    <a:moveTo>
                      <a:pt x="37" y="0"/>
                    </a:moveTo>
                    <a:cubicBezTo>
                      <a:pt x="37" y="0"/>
                      <a:pt x="0" y="19"/>
                      <a:pt x="0" y="58"/>
                    </a:cubicBezTo>
                    <a:cubicBezTo>
                      <a:pt x="0" y="96"/>
                      <a:pt x="47" y="118"/>
                      <a:pt x="47" y="118"/>
                    </a:cubicBezTo>
                    <a:cubicBezTo>
                      <a:pt x="47" y="118"/>
                      <a:pt x="6" y="92"/>
                      <a:pt x="6" y="59"/>
                    </a:cubicBezTo>
                    <a:cubicBezTo>
                      <a:pt x="6" y="26"/>
                      <a:pt x="37" y="0"/>
                      <a:pt x="37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7" name="Freeform 267">
                <a:extLst>
                  <a:ext uri="{FF2B5EF4-FFF2-40B4-BE49-F238E27FC236}">
                    <a16:creationId xmlns:a16="http://schemas.microsoft.com/office/drawing/2014/main" id="{FC117380-9576-45E6-914E-4A5D33844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703"/>
                <a:ext cx="32" cy="66"/>
              </a:xfrm>
              <a:custGeom>
                <a:avLst/>
                <a:gdLst>
                  <a:gd name="T0" fmla="*/ 28 w 32"/>
                  <a:gd name="T1" fmla="*/ 0 h 65"/>
                  <a:gd name="T2" fmla="*/ 32 w 32"/>
                  <a:gd name="T3" fmla="*/ 71 h 65"/>
                  <a:gd name="T4" fmla="*/ 28 w 32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5">
                    <a:moveTo>
                      <a:pt x="28" y="0"/>
                    </a:moveTo>
                    <a:cubicBezTo>
                      <a:pt x="28" y="0"/>
                      <a:pt x="0" y="33"/>
                      <a:pt x="32" y="65"/>
                    </a:cubicBezTo>
                    <a:cubicBezTo>
                      <a:pt x="32" y="65"/>
                      <a:pt x="6" y="39"/>
                      <a:pt x="28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8" name="Freeform 268">
                <a:extLst>
                  <a:ext uri="{FF2B5EF4-FFF2-40B4-BE49-F238E27FC236}">
                    <a16:creationId xmlns:a16="http://schemas.microsoft.com/office/drawing/2014/main" id="{810FD66E-7A85-4F4A-86C5-444A91D38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690"/>
                <a:ext cx="67" cy="81"/>
              </a:xfrm>
              <a:custGeom>
                <a:avLst/>
                <a:gdLst>
                  <a:gd name="T0" fmla="*/ 72 w 65"/>
                  <a:gd name="T1" fmla="*/ 53 h 80"/>
                  <a:gd name="T2" fmla="*/ 30 w 65"/>
                  <a:gd name="T3" fmla="*/ 82 h 80"/>
                  <a:gd name="T4" fmla="*/ 4 w 65"/>
                  <a:gd name="T5" fmla="*/ 31 h 80"/>
                  <a:gd name="T6" fmla="*/ 53 w 65"/>
                  <a:gd name="T7" fmla="*/ 4 h 80"/>
                  <a:gd name="T8" fmla="*/ 72 w 65"/>
                  <a:gd name="T9" fmla="*/ 53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80">
                    <a:moveTo>
                      <a:pt x="60" y="47"/>
                    </a:moveTo>
                    <a:cubicBezTo>
                      <a:pt x="56" y="63"/>
                      <a:pt x="40" y="80"/>
                      <a:pt x="24" y="76"/>
                    </a:cubicBezTo>
                    <a:cubicBezTo>
                      <a:pt x="9" y="71"/>
                      <a:pt x="0" y="47"/>
                      <a:pt x="4" y="31"/>
                    </a:cubicBezTo>
                    <a:cubicBezTo>
                      <a:pt x="8" y="16"/>
                      <a:pt x="29" y="0"/>
                      <a:pt x="45" y="4"/>
                    </a:cubicBezTo>
                    <a:cubicBezTo>
                      <a:pt x="60" y="9"/>
                      <a:pt x="65" y="31"/>
                      <a:pt x="60" y="47"/>
                    </a:cubicBezTo>
                    <a:close/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9" name="Freeform 269">
                <a:extLst>
                  <a:ext uri="{FF2B5EF4-FFF2-40B4-BE49-F238E27FC236}">
                    <a16:creationId xmlns:a16="http://schemas.microsoft.com/office/drawing/2014/main" id="{8CC35456-4C9B-4B49-BDF8-F7770BEE5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1695"/>
                <a:ext cx="45" cy="70"/>
              </a:xfrm>
              <a:custGeom>
                <a:avLst/>
                <a:gdLst>
                  <a:gd name="T0" fmla="*/ 0 w 44"/>
                  <a:gd name="T1" fmla="*/ 0 h 69"/>
                  <a:gd name="T2" fmla="*/ 5 w 44"/>
                  <a:gd name="T3" fmla="*/ 75 h 69"/>
                  <a:gd name="T4" fmla="*/ 0 w 44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9">
                    <a:moveTo>
                      <a:pt x="0" y="0"/>
                    </a:moveTo>
                    <a:cubicBezTo>
                      <a:pt x="0" y="0"/>
                      <a:pt x="32" y="32"/>
                      <a:pt x="5" y="69"/>
                    </a:cubicBezTo>
                    <a:cubicBezTo>
                      <a:pt x="5" y="69"/>
                      <a:pt x="44" y="34"/>
                      <a:pt x="0" y="0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0" name="Freeform 270">
                <a:extLst>
                  <a:ext uri="{FF2B5EF4-FFF2-40B4-BE49-F238E27FC236}">
                    <a16:creationId xmlns:a16="http://schemas.microsoft.com/office/drawing/2014/main" id="{34C91939-40AE-4D56-BB27-DA9354E05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694"/>
                <a:ext cx="28" cy="40"/>
              </a:xfrm>
              <a:custGeom>
                <a:avLst/>
                <a:gdLst>
                  <a:gd name="T0" fmla="*/ 0 w 28"/>
                  <a:gd name="T1" fmla="*/ 0 h 39"/>
                  <a:gd name="T2" fmla="*/ 28 w 28"/>
                  <a:gd name="T3" fmla="*/ 45 h 39"/>
                  <a:gd name="T4" fmla="*/ 0 w 28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9">
                    <a:moveTo>
                      <a:pt x="0" y="0"/>
                    </a:moveTo>
                    <a:cubicBezTo>
                      <a:pt x="0" y="0"/>
                      <a:pt x="25" y="6"/>
                      <a:pt x="28" y="39"/>
                    </a:cubicBezTo>
                    <a:cubicBezTo>
                      <a:pt x="28" y="39"/>
                      <a:pt x="24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1" name="Freeform 271">
                <a:extLst>
                  <a:ext uri="{FF2B5EF4-FFF2-40B4-BE49-F238E27FC236}">
                    <a16:creationId xmlns:a16="http://schemas.microsoft.com/office/drawing/2014/main" id="{AFE5B026-3ECF-44F1-902E-DAF330563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666"/>
                <a:ext cx="134" cy="134"/>
              </a:xfrm>
              <a:custGeom>
                <a:avLst/>
                <a:gdLst>
                  <a:gd name="T0" fmla="*/ 149 w 131"/>
                  <a:gd name="T1" fmla="*/ 76 h 131"/>
                  <a:gd name="T2" fmla="*/ 78 w 131"/>
                  <a:gd name="T3" fmla="*/ 149 h 131"/>
                  <a:gd name="T4" fmla="*/ 0 w 131"/>
                  <a:gd name="T5" fmla="*/ 78 h 131"/>
                  <a:gd name="T6" fmla="*/ 76 w 131"/>
                  <a:gd name="T7" fmla="*/ 0 h 131"/>
                  <a:gd name="T8" fmla="*/ 149 w 131"/>
                  <a:gd name="T9" fmla="*/ 76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1">
                    <a:moveTo>
                      <a:pt x="131" y="65"/>
                    </a:moveTo>
                    <a:cubicBezTo>
                      <a:pt x="131" y="101"/>
                      <a:pt x="102" y="131"/>
                      <a:pt x="66" y="131"/>
                    </a:cubicBezTo>
                    <a:cubicBezTo>
                      <a:pt x="30" y="131"/>
                      <a:pt x="0" y="102"/>
                      <a:pt x="0" y="66"/>
                    </a:cubicBezTo>
                    <a:cubicBezTo>
                      <a:pt x="0" y="30"/>
                      <a:pt x="29" y="0"/>
                      <a:pt x="65" y="0"/>
                    </a:cubicBezTo>
                    <a:cubicBezTo>
                      <a:pt x="101" y="0"/>
                      <a:pt x="131" y="29"/>
                      <a:pt x="131" y="6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2" name="Freeform 272">
                <a:extLst>
                  <a:ext uri="{FF2B5EF4-FFF2-40B4-BE49-F238E27FC236}">
                    <a16:creationId xmlns:a16="http://schemas.microsoft.com/office/drawing/2014/main" id="{643E785A-EFE4-4AEA-A486-F1F8D808C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690"/>
                <a:ext cx="88" cy="87"/>
              </a:xfrm>
              <a:custGeom>
                <a:avLst/>
                <a:gdLst>
                  <a:gd name="T0" fmla="*/ 98 w 86"/>
                  <a:gd name="T1" fmla="*/ 42 h 86"/>
                  <a:gd name="T2" fmla="*/ 50 w 86"/>
                  <a:gd name="T3" fmla="*/ 91 h 86"/>
                  <a:gd name="T4" fmla="*/ 1 w 86"/>
                  <a:gd name="T5" fmla="*/ 49 h 86"/>
                  <a:gd name="T6" fmla="*/ 49 w 86"/>
                  <a:gd name="T7" fmla="*/ 0 h 86"/>
                  <a:gd name="T8" fmla="*/ 98 w 86"/>
                  <a:gd name="T9" fmla="*/ 42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6">
                    <a:moveTo>
                      <a:pt x="86" y="42"/>
                    </a:moveTo>
                    <a:cubicBezTo>
                      <a:pt x="86" y="66"/>
                      <a:pt x="67" y="85"/>
                      <a:pt x="44" y="85"/>
                    </a:cubicBezTo>
                    <a:cubicBezTo>
                      <a:pt x="20" y="86"/>
                      <a:pt x="1" y="66"/>
                      <a:pt x="1" y="43"/>
                    </a:cubicBezTo>
                    <a:cubicBezTo>
                      <a:pt x="0" y="19"/>
                      <a:pt x="20" y="0"/>
                      <a:pt x="43" y="0"/>
                    </a:cubicBezTo>
                    <a:cubicBezTo>
                      <a:pt x="67" y="0"/>
                      <a:pt x="86" y="19"/>
                      <a:pt x="86" y="4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3" name="Freeform 273">
                <a:extLst>
                  <a:ext uri="{FF2B5EF4-FFF2-40B4-BE49-F238E27FC236}">
                    <a16:creationId xmlns:a16="http://schemas.microsoft.com/office/drawing/2014/main" id="{A86F9165-2532-400C-883E-629EB71ED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666"/>
                <a:ext cx="134" cy="134"/>
              </a:xfrm>
              <a:custGeom>
                <a:avLst/>
                <a:gdLst>
                  <a:gd name="T0" fmla="*/ 149 w 131"/>
                  <a:gd name="T1" fmla="*/ 76 h 131"/>
                  <a:gd name="T2" fmla="*/ 78 w 131"/>
                  <a:gd name="T3" fmla="*/ 149 h 131"/>
                  <a:gd name="T4" fmla="*/ 1 w 131"/>
                  <a:gd name="T5" fmla="*/ 78 h 131"/>
                  <a:gd name="T6" fmla="*/ 78 w 131"/>
                  <a:gd name="T7" fmla="*/ 0 h 131"/>
                  <a:gd name="T8" fmla="*/ 149 w 131"/>
                  <a:gd name="T9" fmla="*/ 76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1">
                    <a:moveTo>
                      <a:pt x="131" y="65"/>
                    </a:moveTo>
                    <a:cubicBezTo>
                      <a:pt x="131" y="101"/>
                      <a:pt x="102" y="131"/>
                      <a:pt x="66" y="131"/>
                    </a:cubicBezTo>
                    <a:cubicBezTo>
                      <a:pt x="30" y="131"/>
                      <a:pt x="1" y="102"/>
                      <a:pt x="1" y="66"/>
                    </a:cubicBezTo>
                    <a:cubicBezTo>
                      <a:pt x="0" y="30"/>
                      <a:pt x="30" y="0"/>
                      <a:pt x="66" y="0"/>
                    </a:cubicBezTo>
                    <a:cubicBezTo>
                      <a:pt x="102" y="0"/>
                      <a:pt x="131" y="29"/>
                      <a:pt x="131" y="65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4" name="Freeform 274">
                <a:extLst>
                  <a:ext uri="{FF2B5EF4-FFF2-40B4-BE49-F238E27FC236}">
                    <a16:creationId xmlns:a16="http://schemas.microsoft.com/office/drawing/2014/main" id="{A22CB900-6EB5-4330-A668-4A4486DB3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690"/>
                <a:ext cx="88" cy="87"/>
              </a:xfrm>
              <a:custGeom>
                <a:avLst/>
                <a:gdLst>
                  <a:gd name="T0" fmla="*/ 98 w 86"/>
                  <a:gd name="T1" fmla="*/ 42 h 86"/>
                  <a:gd name="T2" fmla="*/ 49 w 86"/>
                  <a:gd name="T3" fmla="*/ 91 h 86"/>
                  <a:gd name="T4" fmla="*/ 0 w 86"/>
                  <a:gd name="T5" fmla="*/ 49 h 86"/>
                  <a:gd name="T6" fmla="*/ 49 w 86"/>
                  <a:gd name="T7" fmla="*/ 0 h 86"/>
                  <a:gd name="T8" fmla="*/ 98 w 86"/>
                  <a:gd name="T9" fmla="*/ 42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6">
                    <a:moveTo>
                      <a:pt x="86" y="42"/>
                    </a:moveTo>
                    <a:cubicBezTo>
                      <a:pt x="86" y="66"/>
                      <a:pt x="67" y="85"/>
                      <a:pt x="43" y="85"/>
                    </a:cubicBezTo>
                    <a:cubicBezTo>
                      <a:pt x="19" y="86"/>
                      <a:pt x="0" y="66"/>
                      <a:pt x="0" y="43"/>
                    </a:cubicBezTo>
                    <a:cubicBezTo>
                      <a:pt x="0" y="19"/>
                      <a:pt x="19" y="0"/>
                      <a:pt x="43" y="0"/>
                    </a:cubicBezTo>
                    <a:cubicBezTo>
                      <a:pt x="66" y="0"/>
                      <a:pt x="86" y="19"/>
                      <a:pt x="86" y="42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5" name="Freeform 275">
                <a:extLst>
                  <a:ext uri="{FF2B5EF4-FFF2-40B4-BE49-F238E27FC236}">
                    <a16:creationId xmlns:a16="http://schemas.microsoft.com/office/drawing/2014/main" id="{73CCE3B2-A606-4B2D-A3C9-9ACBDFCD5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675"/>
                <a:ext cx="48" cy="121"/>
              </a:xfrm>
              <a:custGeom>
                <a:avLst/>
                <a:gdLst>
                  <a:gd name="T0" fmla="*/ 43 w 47"/>
                  <a:gd name="T1" fmla="*/ 0 h 118"/>
                  <a:gd name="T2" fmla="*/ 0 w 47"/>
                  <a:gd name="T3" fmla="*/ 68 h 118"/>
                  <a:gd name="T4" fmla="*/ 53 w 47"/>
                  <a:gd name="T5" fmla="*/ 136 h 118"/>
                  <a:gd name="T6" fmla="*/ 6 w 47"/>
                  <a:gd name="T7" fmla="*/ 70 h 118"/>
                  <a:gd name="T8" fmla="*/ 43 w 47"/>
                  <a:gd name="T9" fmla="*/ 0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18">
                    <a:moveTo>
                      <a:pt x="37" y="0"/>
                    </a:moveTo>
                    <a:cubicBezTo>
                      <a:pt x="37" y="0"/>
                      <a:pt x="0" y="19"/>
                      <a:pt x="0" y="58"/>
                    </a:cubicBezTo>
                    <a:cubicBezTo>
                      <a:pt x="1" y="96"/>
                      <a:pt x="47" y="118"/>
                      <a:pt x="47" y="118"/>
                    </a:cubicBezTo>
                    <a:cubicBezTo>
                      <a:pt x="47" y="118"/>
                      <a:pt x="7" y="92"/>
                      <a:pt x="6" y="59"/>
                    </a:cubicBezTo>
                    <a:cubicBezTo>
                      <a:pt x="6" y="26"/>
                      <a:pt x="37" y="0"/>
                      <a:pt x="37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6" name="Freeform 276">
                <a:extLst>
                  <a:ext uri="{FF2B5EF4-FFF2-40B4-BE49-F238E27FC236}">
                    <a16:creationId xmlns:a16="http://schemas.microsoft.com/office/drawing/2014/main" id="{3EA1668D-4086-468A-88DB-C8601C63D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703"/>
                <a:ext cx="33" cy="66"/>
              </a:xfrm>
              <a:custGeom>
                <a:avLst/>
                <a:gdLst>
                  <a:gd name="T0" fmla="*/ 34 w 32"/>
                  <a:gd name="T1" fmla="*/ 0 h 65"/>
                  <a:gd name="T2" fmla="*/ 38 w 32"/>
                  <a:gd name="T3" fmla="*/ 71 h 65"/>
                  <a:gd name="T4" fmla="*/ 34 w 32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5">
                    <a:moveTo>
                      <a:pt x="28" y="0"/>
                    </a:moveTo>
                    <a:cubicBezTo>
                      <a:pt x="28" y="0"/>
                      <a:pt x="0" y="33"/>
                      <a:pt x="32" y="65"/>
                    </a:cubicBezTo>
                    <a:cubicBezTo>
                      <a:pt x="32" y="65"/>
                      <a:pt x="7" y="39"/>
                      <a:pt x="28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7" name="Freeform 277">
                <a:extLst>
                  <a:ext uri="{FF2B5EF4-FFF2-40B4-BE49-F238E27FC236}">
                    <a16:creationId xmlns:a16="http://schemas.microsoft.com/office/drawing/2014/main" id="{9C045A7D-3D58-41E0-B134-590B7E2D9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690"/>
                <a:ext cx="66" cy="81"/>
              </a:xfrm>
              <a:custGeom>
                <a:avLst/>
                <a:gdLst>
                  <a:gd name="T0" fmla="*/ 67 w 65"/>
                  <a:gd name="T1" fmla="*/ 53 h 80"/>
                  <a:gd name="T2" fmla="*/ 25 w 65"/>
                  <a:gd name="T3" fmla="*/ 82 h 80"/>
                  <a:gd name="T4" fmla="*/ 5 w 65"/>
                  <a:gd name="T5" fmla="*/ 31 h 80"/>
                  <a:gd name="T6" fmla="*/ 51 w 65"/>
                  <a:gd name="T7" fmla="*/ 4 h 80"/>
                  <a:gd name="T8" fmla="*/ 67 w 65"/>
                  <a:gd name="T9" fmla="*/ 53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80">
                    <a:moveTo>
                      <a:pt x="61" y="47"/>
                    </a:moveTo>
                    <a:cubicBezTo>
                      <a:pt x="56" y="63"/>
                      <a:pt x="40" y="80"/>
                      <a:pt x="25" y="76"/>
                    </a:cubicBezTo>
                    <a:cubicBezTo>
                      <a:pt x="9" y="71"/>
                      <a:pt x="0" y="47"/>
                      <a:pt x="5" y="31"/>
                    </a:cubicBezTo>
                    <a:cubicBezTo>
                      <a:pt x="9" y="16"/>
                      <a:pt x="30" y="0"/>
                      <a:pt x="45" y="4"/>
                    </a:cubicBezTo>
                    <a:cubicBezTo>
                      <a:pt x="61" y="9"/>
                      <a:pt x="65" y="31"/>
                      <a:pt x="61" y="47"/>
                    </a:cubicBezTo>
                    <a:close/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8" name="Freeform 278">
                <a:extLst>
                  <a:ext uri="{FF2B5EF4-FFF2-40B4-BE49-F238E27FC236}">
                    <a16:creationId xmlns:a16="http://schemas.microsoft.com/office/drawing/2014/main" id="{9326DE85-3302-4921-8EC4-9355B6B17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695"/>
                <a:ext cx="45" cy="70"/>
              </a:xfrm>
              <a:custGeom>
                <a:avLst/>
                <a:gdLst>
                  <a:gd name="T0" fmla="*/ 0 w 44"/>
                  <a:gd name="T1" fmla="*/ 0 h 69"/>
                  <a:gd name="T2" fmla="*/ 6 w 44"/>
                  <a:gd name="T3" fmla="*/ 75 h 69"/>
                  <a:gd name="T4" fmla="*/ 0 w 44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9">
                    <a:moveTo>
                      <a:pt x="0" y="0"/>
                    </a:moveTo>
                    <a:cubicBezTo>
                      <a:pt x="0" y="0"/>
                      <a:pt x="33" y="32"/>
                      <a:pt x="6" y="69"/>
                    </a:cubicBezTo>
                    <a:cubicBezTo>
                      <a:pt x="6" y="69"/>
                      <a:pt x="44" y="34"/>
                      <a:pt x="0" y="0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9" name="Freeform 279">
                <a:extLst>
                  <a:ext uri="{FF2B5EF4-FFF2-40B4-BE49-F238E27FC236}">
                    <a16:creationId xmlns:a16="http://schemas.microsoft.com/office/drawing/2014/main" id="{0B9B0176-E224-4860-BFF6-75CCE44E4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1694"/>
                <a:ext cx="27" cy="40"/>
              </a:xfrm>
              <a:custGeom>
                <a:avLst/>
                <a:gdLst>
                  <a:gd name="T0" fmla="*/ 0 w 27"/>
                  <a:gd name="T1" fmla="*/ 0 h 39"/>
                  <a:gd name="T2" fmla="*/ 27 w 27"/>
                  <a:gd name="T3" fmla="*/ 45 h 39"/>
                  <a:gd name="T4" fmla="*/ 0 w 27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9">
                    <a:moveTo>
                      <a:pt x="0" y="0"/>
                    </a:moveTo>
                    <a:cubicBezTo>
                      <a:pt x="0" y="0"/>
                      <a:pt x="24" y="6"/>
                      <a:pt x="27" y="39"/>
                    </a:cubicBezTo>
                    <a:cubicBezTo>
                      <a:pt x="27" y="39"/>
                      <a:pt x="23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0" name="Freeform 280">
                <a:extLst>
                  <a:ext uri="{FF2B5EF4-FFF2-40B4-BE49-F238E27FC236}">
                    <a16:creationId xmlns:a16="http://schemas.microsoft.com/office/drawing/2014/main" id="{C2861D63-2044-4B6F-9B9D-78B7C0371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666"/>
                <a:ext cx="134" cy="134"/>
              </a:xfrm>
              <a:custGeom>
                <a:avLst/>
                <a:gdLst>
                  <a:gd name="T0" fmla="*/ 149 w 131"/>
                  <a:gd name="T1" fmla="*/ 76 h 131"/>
                  <a:gd name="T2" fmla="*/ 78 w 131"/>
                  <a:gd name="T3" fmla="*/ 149 h 131"/>
                  <a:gd name="T4" fmla="*/ 1 w 131"/>
                  <a:gd name="T5" fmla="*/ 78 h 131"/>
                  <a:gd name="T6" fmla="*/ 78 w 131"/>
                  <a:gd name="T7" fmla="*/ 0 h 131"/>
                  <a:gd name="T8" fmla="*/ 149 w 131"/>
                  <a:gd name="T9" fmla="*/ 76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1">
                    <a:moveTo>
                      <a:pt x="131" y="65"/>
                    </a:moveTo>
                    <a:cubicBezTo>
                      <a:pt x="131" y="101"/>
                      <a:pt x="102" y="131"/>
                      <a:pt x="66" y="131"/>
                    </a:cubicBezTo>
                    <a:cubicBezTo>
                      <a:pt x="30" y="131"/>
                      <a:pt x="1" y="102"/>
                      <a:pt x="1" y="66"/>
                    </a:cubicBezTo>
                    <a:cubicBezTo>
                      <a:pt x="0" y="30"/>
                      <a:pt x="30" y="0"/>
                      <a:pt x="66" y="0"/>
                    </a:cubicBezTo>
                    <a:cubicBezTo>
                      <a:pt x="102" y="0"/>
                      <a:pt x="131" y="29"/>
                      <a:pt x="131" y="6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1" name="Freeform 281">
                <a:extLst>
                  <a:ext uri="{FF2B5EF4-FFF2-40B4-BE49-F238E27FC236}">
                    <a16:creationId xmlns:a16="http://schemas.microsoft.com/office/drawing/2014/main" id="{73C8A51E-5E0E-451E-87E3-BEF950EA9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690"/>
                <a:ext cx="88" cy="87"/>
              </a:xfrm>
              <a:custGeom>
                <a:avLst/>
                <a:gdLst>
                  <a:gd name="T0" fmla="*/ 98 w 86"/>
                  <a:gd name="T1" fmla="*/ 42 h 86"/>
                  <a:gd name="T2" fmla="*/ 49 w 86"/>
                  <a:gd name="T3" fmla="*/ 91 h 86"/>
                  <a:gd name="T4" fmla="*/ 0 w 86"/>
                  <a:gd name="T5" fmla="*/ 49 h 86"/>
                  <a:gd name="T6" fmla="*/ 49 w 86"/>
                  <a:gd name="T7" fmla="*/ 0 h 86"/>
                  <a:gd name="T8" fmla="*/ 98 w 86"/>
                  <a:gd name="T9" fmla="*/ 42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6">
                    <a:moveTo>
                      <a:pt x="86" y="42"/>
                    </a:moveTo>
                    <a:cubicBezTo>
                      <a:pt x="86" y="66"/>
                      <a:pt x="67" y="85"/>
                      <a:pt x="43" y="85"/>
                    </a:cubicBezTo>
                    <a:cubicBezTo>
                      <a:pt x="19" y="86"/>
                      <a:pt x="0" y="66"/>
                      <a:pt x="0" y="43"/>
                    </a:cubicBezTo>
                    <a:cubicBezTo>
                      <a:pt x="0" y="19"/>
                      <a:pt x="19" y="0"/>
                      <a:pt x="43" y="0"/>
                    </a:cubicBezTo>
                    <a:cubicBezTo>
                      <a:pt x="66" y="0"/>
                      <a:pt x="86" y="19"/>
                      <a:pt x="86" y="4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2" name="Freeform 282">
                <a:extLst>
                  <a:ext uri="{FF2B5EF4-FFF2-40B4-BE49-F238E27FC236}">
                    <a16:creationId xmlns:a16="http://schemas.microsoft.com/office/drawing/2014/main" id="{F68B369B-59ED-45E3-9E5E-C9C93596A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319"/>
                <a:ext cx="93" cy="113"/>
              </a:xfrm>
              <a:custGeom>
                <a:avLst/>
                <a:gdLst>
                  <a:gd name="T0" fmla="*/ 91 w 91"/>
                  <a:gd name="T1" fmla="*/ 46 h 110"/>
                  <a:gd name="T2" fmla="*/ 75 w 91"/>
                  <a:gd name="T3" fmla="*/ 120 h 110"/>
                  <a:gd name="T4" fmla="*/ 12 w 91"/>
                  <a:gd name="T5" fmla="*/ 82 h 110"/>
                  <a:gd name="T6" fmla="*/ 31 w 91"/>
                  <a:gd name="T7" fmla="*/ 8 h 110"/>
                  <a:gd name="T8" fmla="*/ 91 w 91"/>
                  <a:gd name="T9" fmla="*/ 46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10">
                    <a:moveTo>
                      <a:pt x="79" y="40"/>
                    </a:moveTo>
                    <a:cubicBezTo>
                      <a:pt x="91" y="66"/>
                      <a:pt x="85" y="94"/>
                      <a:pt x="66" y="102"/>
                    </a:cubicBezTo>
                    <a:cubicBezTo>
                      <a:pt x="47" y="110"/>
                      <a:pt x="23" y="96"/>
                      <a:pt x="12" y="70"/>
                    </a:cubicBezTo>
                    <a:cubicBezTo>
                      <a:pt x="0" y="44"/>
                      <a:pt x="6" y="16"/>
                      <a:pt x="25" y="8"/>
                    </a:cubicBezTo>
                    <a:cubicBezTo>
                      <a:pt x="44" y="0"/>
                      <a:pt x="68" y="15"/>
                      <a:pt x="79" y="40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3" name="Freeform 283">
                <a:extLst>
                  <a:ext uri="{FF2B5EF4-FFF2-40B4-BE49-F238E27FC236}">
                    <a16:creationId xmlns:a16="http://schemas.microsoft.com/office/drawing/2014/main" id="{1216973D-817D-4BDA-90D9-A0581A9C2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1339"/>
                <a:ext cx="60" cy="73"/>
              </a:xfrm>
              <a:custGeom>
                <a:avLst/>
                <a:gdLst>
                  <a:gd name="T0" fmla="*/ 58 w 59"/>
                  <a:gd name="T1" fmla="*/ 26 h 72"/>
                  <a:gd name="T2" fmla="*/ 49 w 59"/>
                  <a:gd name="T3" fmla="*/ 73 h 72"/>
                  <a:gd name="T4" fmla="*/ 7 w 59"/>
                  <a:gd name="T5" fmla="*/ 52 h 72"/>
                  <a:gd name="T6" fmla="*/ 16 w 59"/>
                  <a:gd name="T7" fmla="*/ 5 h 72"/>
                  <a:gd name="T8" fmla="*/ 58 w 59"/>
                  <a:gd name="T9" fmla="*/ 2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2">
                    <a:moveTo>
                      <a:pt x="52" y="26"/>
                    </a:moveTo>
                    <a:cubicBezTo>
                      <a:pt x="59" y="43"/>
                      <a:pt x="55" y="61"/>
                      <a:pt x="43" y="67"/>
                    </a:cubicBezTo>
                    <a:cubicBezTo>
                      <a:pt x="31" y="72"/>
                      <a:pt x="15" y="63"/>
                      <a:pt x="7" y="46"/>
                    </a:cubicBezTo>
                    <a:cubicBezTo>
                      <a:pt x="0" y="29"/>
                      <a:pt x="4" y="11"/>
                      <a:pt x="16" y="5"/>
                    </a:cubicBezTo>
                    <a:cubicBezTo>
                      <a:pt x="28" y="0"/>
                      <a:pt x="44" y="9"/>
                      <a:pt x="52" y="26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4" name="Freeform 284">
                <a:extLst>
                  <a:ext uri="{FF2B5EF4-FFF2-40B4-BE49-F238E27FC236}">
                    <a16:creationId xmlns:a16="http://schemas.microsoft.com/office/drawing/2014/main" id="{CF480E29-880A-4CDE-9F41-11359544E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341"/>
                <a:ext cx="53" cy="79"/>
              </a:xfrm>
              <a:custGeom>
                <a:avLst/>
                <a:gdLst>
                  <a:gd name="T0" fmla="*/ 12 w 52"/>
                  <a:gd name="T1" fmla="*/ 0 h 77"/>
                  <a:gd name="T2" fmla="*/ 11 w 52"/>
                  <a:gd name="T3" fmla="*/ 54 h 77"/>
                  <a:gd name="T4" fmla="*/ 58 w 52"/>
                  <a:gd name="T5" fmla="*/ 89 h 77"/>
                  <a:gd name="T6" fmla="*/ 16 w 52"/>
                  <a:gd name="T7" fmla="*/ 53 h 77"/>
                  <a:gd name="T8" fmla="*/ 12 w 52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77">
                    <a:moveTo>
                      <a:pt x="12" y="0"/>
                    </a:moveTo>
                    <a:cubicBezTo>
                      <a:pt x="12" y="0"/>
                      <a:pt x="0" y="23"/>
                      <a:pt x="11" y="48"/>
                    </a:cubicBezTo>
                    <a:cubicBezTo>
                      <a:pt x="22" y="73"/>
                      <a:pt x="52" y="77"/>
                      <a:pt x="52" y="77"/>
                    </a:cubicBezTo>
                    <a:cubicBezTo>
                      <a:pt x="52" y="77"/>
                      <a:pt x="25" y="68"/>
                      <a:pt x="16" y="47"/>
                    </a:cubicBezTo>
                    <a:cubicBezTo>
                      <a:pt x="6" y="25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5" name="Freeform 285">
                <a:extLst>
                  <a:ext uri="{FF2B5EF4-FFF2-40B4-BE49-F238E27FC236}">
                    <a16:creationId xmlns:a16="http://schemas.microsoft.com/office/drawing/2014/main" id="{074D8286-FB3C-4FE9-BC93-5585AC8CE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360"/>
                <a:ext cx="29" cy="51"/>
              </a:xfrm>
              <a:custGeom>
                <a:avLst/>
                <a:gdLst>
                  <a:gd name="T0" fmla="*/ 4 w 29"/>
                  <a:gd name="T1" fmla="*/ 0 h 50"/>
                  <a:gd name="T2" fmla="*/ 29 w 29"/>
                  <a:gd name="T3" fmla="*/ 56 h 50"/>
                  <a:gd name="T4" fmla="*/ 4 w 29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0">
                    <a:moveTo>
                      <a:pt x="4" y="0"/>
                    </a:moveTo>
                    <a:cubicBezTo>
                      <a:pt x="4" y="0"/>
                      <a:pt x="0" y="35"/>
                      <a:pt x="29" y="50"/>
                    </a:cubicBezTo>
                    <a:cubicBezTo>
                      <a:pt x="29" y="50"/>
                      <a:pt x="5" y="37"/>
                      <a:pt x="4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6" name="Freeform 286">
                <a:extLst>
                  <a:ext uri="{FF2B5EF4-FFF2-40B4-BE49-F238E27FC236}">
                    <a16:creationId xmlns:a16="http://schemas.microsoft.com/office/drawing/2014/main" id="{D2591A7C-1E0E-43EB-B978-B89F7947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331"/>
                <a:ext cx="57" cy="78"/>
              </a:xfrm>
              <a:custGeom>
                <a:avLst/>
                <a:gdLst>
                  <a:gd name="T0" fmla="*/ 0 w 55"/>
                  <a:gd name="T1" fmla="*/ 10 h 77"/>
                  <a:gd name="T2" fmla="*/ 46 w 55"/>
                  <a:gd name="T3" fmla="*/ 34 h 77"/>
                  <a:gd name="T4" fmla="*/ 35 w 55"/>
                  <a:gd name="T5" fmla="*/ 83 h 77"/>
                  <a:gd name="T6" fmla="*/ 52 w 55"/>
                  <a:gd name="T7" fmla="*/ 33 h 77"/>
                  <a:gd name="T8" fmla="*/ 0 w 55"/>
                  <a:gd name="T9" fmla="*/ 1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7">
                    <a:moveTo>
                      <a:pt x="0" y="10"/>
                    </a:moveTo>
                    <a:cubicBezTo>
                      <a:pt x="0" y="10"/>
                      <a:pt x="24" y="4"/>
                      <a:pt x="38" y="34"/>
                    </a:cubicBezTo>
                    <a:cubicBezTo>
                      <a:pt x="51" y="64"/>
                      <a:pt x="29" y="77"/>
                      <a:pt x="29" y="77"/>
                    </a:cubicBezTo>
                    <a:cubicBezTo>
                      <a:pt x="29" y="77"/>
                      <a:pt x="55" y="67"/>
                      <a:pt x="41" y="33"/>
                    </a:cubicBezTo>
                    <a:cubicBezTo>
                      <a:pt x="26" y="0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7" name="Freeform 287">
                <a:extLst>
                  <a:ext uri="{FF2B5EF4-FFF2-40B4-BE49-F238E27FC236}">
                    <a16:creationId xmlns:a16="http://schemas.microsoft.com/office/drawing/2014/main" id="{B4AA5437-085F-46FC-9920-C00C7D41F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348"/>
                <a:ext cx="40" cy="56"/>
              </a:xfrm>
              <a:custGeom>
                <a:avLst/>
                <a:gdLst>
                  <a:gd name="T0" fmla="*/ 12 w 39"/>
                  <a:gd name="T1" fmla="*/ 1 h 55"/>
                  <a:gd name="T2" fmla="*/ 3 w 39"/>
                  <a:gd name="T3" fmla="*/ 38 h 55"/>
                  <a:gd name="T4" fmla="*/ 12 w 39"/>
                  <a:gd name="T5" fmla="*/ 52 h 55"/>
                  <a:gd name="T6" fmla="*/ 32 w 39"/>
                  <a:gd name="T7" fmla="*/ 61 h 55"/>
                  <a:gd name="T8" fmla="*/ 45 w 39"/>
                  <a:gd name="T9" fmla="*/ 51 h 55"/>
                  <a:gd name="T10" fmla="*/ 43 w 39"/>
                  <a:gd name="T11" fmla="*/ 40 h 55"/>
                  <a:gd name="T12" fmla="*/ 34 w 39"/>
                  <a:gd name="T13" fmla="*/ 26 h 55"/>
                  <a:gd name="T14" fmla="*/ 29 w 39"/>
                  <a:gd name="T15" fmla="*/ 6 h 55"/>
                  <a:gd name="T16" fmla="*/ 12 w 39"/>
                  <a:gd name="T17" fmla="*/ 1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55">
                    <a:moveTo>
                      <a:pt x="12" y="1"/>
                    </a:moveTo>
                    <a:cubicBezTo>
                      <a:pt x="0" y="5"/>
                      <a:pt x="0" y="22"/>
                      <a:pt x="3" y="32"/>
                    </a:cubicBezTo>
                    <a:cubicBezTo>
                      <a:pt x="5" y="37"/>
                      <a:pt x="7" y="42"/>
                      <a:pt x="12" y="46"/>
                    </a:cubicBezTo>
                    <a:cubicBezTo>
                      <a:pt x="16" y="50"/>
                      <a:pt x="20" y="55"/>
                      <a:pt x="26" y="55"/>
                    </a:cubicBezTo>
                    <a:cubicBezTo>
                      <a:pt x="32" y="54"/>
                      <a:pt x="39" y="52"/>
                      <a:pt x="39" y="45"/>
                    </a:cubicBezTo>
                    <a:cubicBezTo>
                      <a:pt x="39" y="41"/>
                      <a:pt x="38" y="37"/>
                      <a:pt x="37" y="34"/>
                    </a:cubicBezTo>
                    <a:cubicBezTo>
                      <a:pt x="34" y="30"/>
                      <a:pt x="31" y="29"/>
                      <a:pt x="28" y="26"/>
                    </a:cubicBezTo>
                    <a:cubicBezTo>
                      <a:pt x="22" y="21"/>
                      <a:pt x="26" y="12"/>
                      <a:pt x="23" y="6"/>
                    </a:cubicBezTo>
                    <a:cubicBezTo>
                      <a:pt x="21" y="2"/>
                      <a:pt x="16" y="0"/>
                      <a:pt x="12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8" name="Freeform 288">
                <a:extLst>
                  <a:ext uri="{FF2B5EF4-FFF2-40B4-BE49-F238E27FC236}">
                    <a16:creationId xmlns:a16="http://schemas.microsoft.com/office/drawing/2014/main" id="{962E5CBE-863A-4755-A2B2-52281535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345"/>
                <a:ext cx="28" cy="22"/>
              </a:xfrm>
              <a:custGeom>
                <a:avLst/>
                <a:gdLst>
                  <a:gd name="T0" fmla="*/ 0 w 27"/>
                  <a:gd name="T1" fmla="*/ 0 h 22"/>
                  <a:gd name="T2" fmla="*/ 33 w 27"/>
                  <a:gd name="T3" fmla="*/ 22 h 22"/>
                  <a:gd name="T4" fmla="*/ 21 w 27"/>
                  <a:gd name="T5" fmla="*/ 8 h 22"/>
                  <a:gd name="T6" fmla="*/ 7 w 27"/>
                  <a:gd name="T7" fmla="*/ 3 h 22"/>
                  <a:gd name="T8" fmla="*/ 0 w 27"/>
                  <a:gd name="T9" fmla="*/ 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2">
                    <a:moveTo>
                      <a:pt x="0" y="0"/>
                    </a:moveTo>
                    <a:cubicBezTo>
                      <a:pt x="13" y="0"/>
                      <a:pt x="23" y="11"/>
                      <a:pt x="27" y="22"/>
                    </a:cubicBezTo>
                    <a:cubicBezTo>
                      <a:pt x="23" y="18"/>
                      <a:pt x="20" y="11"/>
                      <a:pt x="15" y="8"/>
                    </a:cubicBezTo>
                    <a:cubicBezTo>
                      <a:pt x="12" y="6"/>
                      <a:pt x="10" y="4"/>
                      <a:pt x="7" y="3"/>
                    </a:cubicBezTo>
                    <a:cubicBezTo>
                      <a:pt x="5" y="2"/>
                      <a:pt x="1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9" name="Freeform 289">
                <a:extLst>
                  <a:ext uri="{FF2B5EF4-FFF2-40B4-BE49-F238E27FC236}">
                    <a16:creationId xmlns:a16="http://schemas.microsoft.com/office/drawing/2014/main" id="{969004B2-E04F-457D-831F-3BF0CCABB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19"/>
                <a:ext cx="92" cy="113"/>
              </a:xfrm>
              <a:custGeom>
                <a:avLst/>
                <a:gdLst>
                  <a:gd name="T0" fmla="*/ 91 w 90"/>
                  <a:gd name="T1" fmla="*/ 46 h 110"/>
                  <a:gd name="T2" fmla="*/ 74 w 90"/>
                  <a:gd name="T3" fmla="*/ 120 h 110"/>
                  <a:gd name="T4" fmla="*/ 11 w 90"/>
                  <a:gd name="T5" fmla="*/ 82 h 110"/>
                  <a:gd name="T6" fmla="*/ 30 w 90"/>
                  <a:gd name="T7" fmla="*/ 8 h 110"/>
                  <a:gd name="T8" fmla="*/ 91 w 90"/>
                  <a:gd name="T9" fmla="*/ 46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10">
                    <a:moveTo>
                      <a:pt x="79" y="40"/>
                    </a:moveTo>
                    <a:cubicBezTo>
                      <a:pt x="90" y="66"/>
                      <a:pt x="84" y="94"/>
                      <a:pt x="65" y="102"/>
                    </a:cubicBezTo>
                    <a:cubicBezTo>
                      <a:pt x="46" y="110"/>
                      <a:pt x="22" y="96"/>
                      <a:pt x="11" y="70"/>
                    </a:cubicBezTo>
                    <a:cubicBezTo>
                      <a:pt x="0" y="44"/>
                      <a:pt x="6" y="16"/>
                      <a:pt x="24" y="8"/>
                    </a:cubicBezTo>
                    <a:cubicBezTo>
                      <a:pt x="43" y="0"/>
                      <a:pt x="68" y="15"/>
                      <a:pt x="79" y="4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0" name="Freeform 290">
                <a:extLst>
                  <a:ext uri="{FF2B5EF4-FFF2-40B4-BE49-F238E27FC236}">
                    <a16:creationId xmlns:a16="http://schemas.microsoft.com/office/drawing/2014/main" id="{09A998B3-447B-4304-8A54-A676D2D88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1339"/>
                <a:ext cx="60" cy="73"/>
              </a:xfrm>
              <a:custGeom>
                <a:avLst/>
                <a:gdLst>
                  <a:gd name="T0" fmla="*/ 58 w 59"/>
                  <a:gd name="T1" fmla="*/ 26 h 72"/>
                  <a:gd name="T2" fmla="*/ 49 w 59"/>
                  <a:gd name="T3" fmla="*/ 73 h 72"/>
                  <a:gd name="T4" fmla="*/ 8 w 59"/>
                  <a:gd name="T5" fmla="*/ 52 h 72"/>
                  <a:gd name="T6" fmla="*/ 16 w 59"/>
                  <a:gd name="T7" fmla="*/ 5 h 72"/>
                  <a:gd name="T8" fmla="*/ 58 w 59"/>
                  <a:gd name="T9" fmla="*/ 2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2">
                    <a:moveTo>
                      <a:pt x="52" y="26"/>
                    </a:moveTo>
                    <a:cubicBezTo>
                      <a:pt x="59" y="43"/>
                      <a:pt x="55" y="61"/>
                      <a:pt x="43" y="67"/>
                    </a:cubicBezTo>
                    <a:cubicBezTo>
                      <a:pt x="31" y="72"/>
                      <a:pt x="15" y="63"/>
                      <a:pt x="8" y="46"/>
                    </a:cubicBezTo>
                    <a:cubicBezTo>
                      <a:pt x="0" y="29"/>
                      <a:pt x="4" y="11"/>
                      <a:pt x="16" y="5"/>
                    </a:cubicBezTo>
                    <a:cubicBezTo>
                      <a:pt x="29" y="0"/>
                      <a:pt x="45" y="9"/>
                      <a:pt x="52" y="2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1" name="Freeform 291">
                <a:extLst>
                  <a:ext uri="{FF2B5EF4-FFF2-40B4-BE49-F238E27FC236}">
                    <a16:creationId xmlns:a16="http://schemas.microsoft.com/office/drawing/2014/main" id="{1BF8408D-1932-4478-97C7-D084A5B22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385"/>
                <a:ext cx="103" cy="125"/>
              </a:xfrm>
              <a:custGeom>
                <a:avLst/>
                <a:gdLst>
                  <a:gd name="T0" fmla="*/ 105 w 100"/>
                  <a:gd name="T1" fmla="*/ 51 h 122"/>
                  <a:gd name="T2" fmla="*/ 84 w 100"/>
                  <a:gd name="T3" fmla="*/ 131 h 122"/>
                  <a:gd name="T4" fmla="*/ 12 w 100"/>
                  <a:gd name="T5" fmla="*/ 89 h 122"/>
                  <a:gd name="T6" fmla="*/ 33 w 100"/>
                  <a:gd name="T7" fmla="*/ 9 h 122"/>
                  <a:gd name="T8" fmla="*/ 105 w 100"/>
                  <a:gd name="T9" fmla="*/ 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87" y="45"/>
                    </a:moveTo>
                    <a:cubicBezTo>
                      <a:pt x="100" y="73"/>
                      <a:pt x="93" y="104"/>
                      <a:pt x="72" y="113"/>
                    </a:cubicBezTo>
                    <a:cubicBezTo>
                      <a:pt x="51" y="122"/>
                      <a:pt x="24" y="106"/>
                      <a:pt x="12" y="77"/>
                    </a:cubicBezTo>
                    <a:cubicBezTo>
                      <a:pt x="0" y="49"/>
                      <a:pt x="6" y="18"/>
                      <a:pt x="27" y="9"/>
                    </a:cubicBezTo>
                    <a:cubicBezTo>
                      <a:pt x="48" y="0"/>
                      <a:pt x="75" y="16"/>
                      <a:pt x="87" y="45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2" name="Freeform 292">
                <a:extLst>
                  <a:ext uri="{FF2B5EF4-FFF2-40B4-BE49-F238E27FC236}">
                    <a16:creationId xmlns:a16="http://schemas.microsoft.com/office/drawing/2014/main" id="{6441A78F-E7E0-4300-95AD-5D606BB67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406"/>
                <a:ext cx="66" cy="82"/>
              </a:xfrm>
              <a:custGeom>
                <a:avLst/>
                <a:gdLst>
                  <a:gd name="T0" fmla="*/ 63 w 65"/>
                  <a:gd name="T1" fmla="*/ 35 h 80"/>
                  <a:gd name="T2" fmla="*/ 53 w 65"/>
                  <a:gd name="T3" fmla="*/ 86 h 80"/>
                  <a:gd name="T4" fmla="*/ 8 w 65"/>
                  <a:gd name="T5" fmla="*/ 57 h 80"/>
                  <a:gd name="T6" fmla="*/ 18 w 65"/>
                  <a:gd name="T7" fmla="*/ 6 h 80"/>
                  <a:gd name="T8" fmla="*/ 63 w 65"/>
                  <a:gd name="T9" fmla="*/ 35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80">
                    <a:moveTo>
                      <a:pt x="57" y="29"/>
                    </a:moveTo>
                    <a:cubicBezTo>
                      <a:pt x="65" y="48"/>
                      <a:pt x="61" y="68"/>
                      <a:pt x="47" y="74"/>
                    </a:cubicBezTo>
                    <a:cubicBezTo>
                      <a:pt x="34" y="80"/>
                      <a:pt x="16" y="69"/>
                      <a:pt x="8" y="51"/>
                    </a:cubicBezTo>
                    <a:cubicBezTo>
                      <a:pt x="0" y="32"/>
                      <a:pt x="4" y="12"/>
                      <a:pt x="18" y="6"/>
                    </a:cubicBezTo>
                    <a:cubicBezTo>
                      <a:pt x="31" y="0"/>
                      <a:pt x="49" y="10"/>
                      <a:pt x="57" y="29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3" name="Freeform 293">
                <a:extLst>
                  <a:ext uri="{FF2B5EF4-FFF2-40B4-BE49-F238E27FC236}">
                    <a16:creationId xmlns:a16="http://schemas.microsoft.com/office/drawing/2014/main" id="{460B4581-270C-48CA-A475-1613B0E3F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408"/>
                <a:ext cx="59" cy="88"/>
              </a:xfrm>
              <a:custGeom>
                <a:avLst/>
                <a:gdLst>
                  <a:gd name="T0" fmla="*/ 13 w 58"/>
                  <a:gd name="T1" fmla="*/ 0 h 86"/>
                  <a:gd name="T2" fmla="*/ 12 w 58"/>
                  <a:gd name="T3" fmla="*/ 60 h 86"/>
                  <a:gd name="T4" fmla="*/ 64 w 58"/>
                  <a:gd name="T5" fmla="*/ 98 h 86"/>
                  <a:gd name="T6" fmla="*/ 17 w 58"/>
                  <a:gd name="T7" fmla="*/ 58 h 86"/>
                  <a:gd name="T8" fmla="*/ 13 w 58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6">
                    <a:moveTo>
                      <a:pt x="13" y="0"/>
                    </a:moveTo>
                    <a:cubicBezTo>
                      <a:pt x="13" y="0"/>
                      <a:pt x="0" y="26"/>
                      <a:pt x="12" y="54"/>
                    </a:cubicBezTo>
                    <a:cubicBezTo>
                      <a:pt x="24" y="82"/>
                      <a:pt x="58" y="86"/>
                      <a:pt x="58" y="86"/>
                    </a:cubicBezTo>
                    <a:cubicBezTo>
                      <a:pt x="58" y="86"/>
                      <a:pt x="27" y="76"/>
                      <a:pt x="17" y="52"/>
                    </a:cubicBezTo>
                    <a:cubicBezTo>
                      <a:pt x="6" y="27"/>
                      <a:pt x="13" y="0"/>
                      <a:pt x="13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4" name="Freeform 294">
                <a:extLst>
                  <a:ext uri="{FF2B5EF4-FFF2-40B4-BE49-F238E27FC236}">
                    <a16:creationId xmlns:a16="http://schemas.microsoft.com/office/drawing/2014/main" id="{2388065E-DD7B-4075-A2D4-6020C6F05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430"/>
                <a:ext cx="32" cy="57"/>
              </a:xfrm>
              <a:custGeom>
                <a:avLst/>
                <a:gdLst>
                  <a:gd name="T0" fmla="*/ 4 w 32"/>
                  <a:gd name="T1" fmla="*/ 0 h 56"/>
                  <a:gd name="T2" fmla="*/ 32 w 32"/>
                  <a:gd name="T3" fmla="*/ 62 h 56"/>
                  <a:gd name="T4" fmla="*/ 4 w 3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56">
                    <a:moveTo>
                      <a:pt x="4" y="0"/>
                    </a:moveTo>
                    <a:cubicBezTo>
                      <a:pt x="4" y="0"/>
                      <a:pt x="0" y="39"/>
                      <a:pt x="32" y="56"/>
                    </a:cubicBezTo>
                    <a:cubicBezTo>
                      <a:pt x="32" y="56"/>
                      <a:pt x="6" y="41"/>
                      <a:pt x="4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5" name="Freeform 295">
                <a:extLst>
                  <a:ext uri="{FF2B5EF4-FFF2-40B4-BE49-F238E27FC236}">
                    <a16:creationId xmlns:a16="http://schemas.microsoft.com/office/drawing/2014/main" id="{F6183DF4-0BEB-4DB2-88C6-004816050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397"/>
                <a:ext cx="63" cy="87"/>
              </a:xfrm>
              <a:custGeom>
                <a:avLst/>
                <a:gdLst>
                  <a:gd name="T0" fmla="*/ 0 w 61"/>
                  <a:gd name="T1" fmla="*/ 11 h 85"/>
                  <a:gd name="T2" fmla="*/ 48 w 61"/>
                  <a:gd name="T3" fmla="*/ 44 h 85"/>
                  <a:gd name="T4" fmla="*/ 38 w 61"/>
                  <a:gd name="T5" fmla="*/ 97 h 85"/>
                  <a:gd name="T6" fmla="*/ 56 w 61"/>
                  <a:gd name="T7" fmla="*/ 43 h 85"/>
                  <a:gd name="T8" fmla="*/ 0 w 61"/>
                  <a:gd name="T9" fmla="*/ 11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85">
                    <a:moveTo>
                      <a:pt x="0" y="11"/>
                    </a:moveTo>
                    <a:cubicBezTo>
                      <a:pt x="0" y="11"/>
                      <a:pt x="27" y="4"/>
                      <a:pt x="41" y="38"/>
                    </a:cubicBezTo>
                    <a:cubicBezTo>
                      <a:pt x="56" y="71"/>
                      <a:pt x="32" y="85"/>
                      <a:pt x="32" y="85"/>
                    </a:cubicBezTo>
                    <a:cubicBezTo>
                      <a:pt x="32" y="85"/>
                      <a:pt x="61" y="74"/>
                      <a:pt x="45" y="37"/>
                    </a:cubicBezTo>
                    <a:cubicBezTo>
                      <a:pt x="28" y="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6" name="Freeform 296">
                <a:extLst>
                  <a:ext uri="{FF2B5EF4-FFF2-40B4-BE49-F238E27FC236}">
                    <a16:creationId xmlns:a16="http://schemas.microsoft.com/office/drawing/2014/main" id="{49B963C2-D70E-4E91-848C-DC3C191A9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416"/>
                <a:ext cx="45" cy="63"/>
              </a:xfrm>
              <a:custGeom>
                <a:avLst/>
                <a:gdLst>
                  <a:gd name="T0" fmla="*/ 14 w 44"/>
                  <a:gd name="T1" fmla="*/ 1 h 61"/>
                  <a:gd name="T2" fmla="*/ 4 w 44"/>
                  <a:gd name="T3" fmla="*/ 41 h 61"/>
                  <a:gd name="T4" fmla="*/ 13 w 44"/>
                  <a:gd name="T5" fmla="*/ 63 h 61"/>
                  <a:gd name="T6" fmla="*/ 36 w 44"/>
                  <a:gd name="T7" fmla="*/ 72 h 61"/>
                  <a:gd name="T8" fmla="*/ 50 w 44"/>
                  <a:gd name="T9" fmla="*/ 61 h 61"/>
                  <a:gd name="T10" fmla="*/ 47 w 44"/>
                  <a:gd name="T11" fmla="*/ 44 h 61"/>
                  <a:gd name="T12" fmla="*/ 37 w 44"/>
                  <a:gd name="T13" fmla="*/ 34 h 61"/>
                  <a:gd name="T14" fmla="*/ 32 w 44"/>
                  <a:gd name="T15" fmla="*/ 6 h 61"/>
                  <a:gd name="T16" fmla="*/ 14 w 44"/>
                  <a:gd name="T17" fmla="*/ 1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61">
                    <a:moveTo>
                      <a:pt x="14" y="1"/>
                    </a:moveTo>
                    <a:cubicBezTo>
                      <a:pt x="0" y="5"/>
                      <a:pt x="1" y="24"/>
                      <a:pt x="4" y="35"/>
                    </a:cubicBezTo>
                    <a:cubicBezTo>
                      <a:pt x="6" y="41"/>
                      <a:pt x="9" y="46"/>
                      <a:pt x="13" y="51"/>
                    </a:cubicBezTo>
                    <a:cubicBezTo>
                      <a:pt x="18" y="55"/>
                      <a:pt x="23" y="61"/>
                      <a:pt x="30" y="60"/>
                    </a:cubicBezTo>
                    <a:cubicBezTo>
                      <a:pt x="36" y="59"/>
                      <a:pt x="44" y="57"/>
                      <a:pt x="44" y="49"/>
                    </a:cubicBezTo>
                    <a:cubicBezTo>
                      <a:pt x="44" y="45"/>
                      <a:pt x="43" y="41"/>
                      <a:pt x="41" y="38"/>
                    </a:cubicBezTo>
                    <a:cubicBezTo>
                      <a:pt x="39" y="33"/>
                      <a:pt x="34" y="32"/>
                      <a:pt x="31" y="28"/>
                    </a:cubicBezTo>
                    <a:cubicBezTo>
                      <a:pt x="25" y="23"/>
                      <a:pt x="30" y="13"/>
                      <a:pt x="26" y="6"/>
                    </a:cubicBezTo>
                    <a:cubicBezTo>
                      <a:pt x="24" y="2"/>
                      <a:pt x="18" y="0"/>
                      <a:pt x="14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7" name="Freeform 297">
                <a:extLst>
                  <a:ext uri="{FF2B5EF4-FFF2-40B4-BE49-F238E27FC236}">
                    <a16:creationId xmlns:a16="http://schemas.microsoft.com/office/drawing/2014/main" id="{326DA466-FA99-46A3-955B-9A9CC7B03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412"/>
                <a:ext cx="31" cy="27"/>
              </a:xfrm>
              <a:custGeom>
                <a:avLst/>
                <a:gdLst>
                  <a:gd name="T0" fmla="*/ 0 w 30"/>
                  <a:gd name="T1" fmla="*/ 1 h 26"/>
                  <a:gd name="T2" fmla="*/ 36 w 30"/>
                  <a:gd name="T3" fmla="*/ 32 h 26"/>
                  <a:gd name="T4" fmla="*/ 23 w 30"/>
                  <a:gd name="T5" fmla="*/ 9 h 26"/>
                  <a:gd name="T6" fmla="*/ 8 w 30"/>
                  <a:gd name="T7" fmla="*/ 4 h 26"/>
                  <a:gd name="T8" fmla="*/ 0 w 30"/>
                  <a:gd name="T9" fmla="*/ 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0" y="1"/>
                    </a:moveTo>
                    <a:cubicBezTo>
                      <a:pt x="14" y="0"/>
                      <a:pt x="26" y="13"/>
                      <a:pt x="30" y="26"/>
                    </a:cubicBezTo>
                    <a:cubicBezTo>
                      <a:pt x="26" y="20"/>
                      <a:pt x="22" y="13"/>
                      <a:pt x="17" y="9"/>
                    </a:cubicBezTo>
                    <a:cubicBezTo>
                      <a:pt x="14" y="7"/>
                      <a:pt x="11" y="5"/>
                      <a:pt x="8" y="4"/>
                    </a:cubicBezTo>
                    <a:cubicBezTo>
                      <a:pt x="6" y="3"/>
                      <a:pt x="2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8" name="Freeform 298">
                <a:extLst>
                  <a:ext uri="{FF2B5EF4-FFF2-40B4-BE49-F238E27FC236}">
                    <a16:creationId xmlns:a16="http://schemas.microsoft.com/office/drawing/2014/main" id="{35B711F9-489E-4E2E-93DE-20F10B9B1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385"/>
                <a:ext cx="103" cy="125"/>
              </a:xfrm>
              <a:custGeom>
                <a:avLst/>
                <a:gdLst>
                  <a:gd name="T0" fmla="*/ 106 w 100"/>
                  <a:gd name="T1" fmla="*/ 51 h 122"/>
                  <a:gd name="T2" fmla="*/ 84 w 100"/>
                  <a:gd name="T3" fmla="*/ 131 h 122"/>
                  <a:gd name="T4" fmla="*/ 12 w 100"/>
                  <a:gd name="T5" fmla="*/ 89 h 122"/>
                  <a:gd name="T6" fmla="*/ 33 w 100"/>
                  <a:gd name="T7" fmla="*/ 9 h 122"/>
                  <a:gd name="T8" fmla="*/ 106 w 100"/>
                  <a:gd name="T9" fmla="*/ 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88" y="45"/>
                    </a:moveTo>
                    <a:cubicBezTo>
                      <a:pt x="100" y="73"/>
                      <a:pt x="93" y="104"/>
                      <a:pt x="72" y="113"/>
                    </a:cubicBezTo>
                    <a:cubicBezTo>
                      <a:pt x="52" y="122"/>
                      <a:pt x="25" y="106"/>
                      <a:pt x="12" y="77"/>
                    </a:cubicBezTo>
                    <a:cubicBezTo>
                      <a:pt x="0" y="49"/>
                      <a:pt x="7" y="18"/>
                      <a:pt x="27" y="9"/>
                    </a:cubicBezTo>
                    <a:cubicBezTo>
                      <a:pt x="48" y="0"/>
                      <a:pt x="75" y="16"/>
                      <a:pt x="88" y="4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9" name="Freeform 299">
                <a:extLst>
                  <a:ext uri="{FF2B5EF4-FFF2-40B4-BE49-F238E27FC236}">
                    <a16:creationId xmlns:a16="http://schemas.microsoft.com/office/drawing/2014/main" id="{4812694F-D151-4409-AFF3-610DD15D8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406"/>
                <a:ext cx="67" cy="82"/>
              </a:xfrm>
              <a:custGeom>
                <a:avLst/>
                <a:gdLst>
                  <a:gd name="T0" fmla="*/ 64 w 66"/>
                  <a:gd name="T1" fmla="*/ 35 h 80"/>
                  <a:gd name="T2" fmla="*/ 54 w 66"/>
                  <a:gd name="T3" fmla="*/ 86 h 80"/>
                  <a:gd name="T4" fmla="*/ 8 w 66"/>
                  <a:gd name="T5" fmla="*/ 57 h 80"/>
                  <a:gd name="T6" fmla="*/ 18 w 66"/>
                  <a:gd name="T7" fmla="*/ 6 h 80"/>
                  <a:gd name="T8" fmla="*/ 64 w 66"/>
                  <a:gd name="T9" fmla="*/ 35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0">
                    <a:moveTo>
                      <a:pt x="58" y="29"/>
                    </a:moveTo>
                    <a:cubicBezTo>
                      <a:pt x="66" y="48"/>
                      <a:pt x="61" y="68"/>
                      <a:pt x="48" y="74"/>
                    </a:cubicBezTo>
                    <a:cubicBezTo>
                      <a:pt x="34" y="80"/>
                      <a:pt x="16" y="69"/>
                      <a:pt x="8" y="51"/>
                    </a:cubicBezTo>
                    <a:cubicBezTo>
                      <a:pt x="0" y="32"/>
                      <a:pt x="4" y="12"/>
                      <a:pt x="18" y="6"/>
                    </a:cubicBezTo>
                    <a:cubicBezTo>
                      <a:pt x="32" y="0"/>
                      <a:pt x="49" y="10"/>
                      <a:pt x="58" y="2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0" name="Freeform 300">
                <a:extLst>
                  <a:ext uri="{FF2B5EF4-FFF2-40B4-BE49-F238E27FC236}">
                    <a16:creationId xmlns:a16="http://schemas.microsoft.com/office/drawing/2014/main" id="{20909D4A-5DAE-4E06-BA08-0FAA249EE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263"/>
                <a:ext cx="102" cy="125"/>
              </a:xfrm>
              <a:custGeom>
                <a:avLst/>
                <a:gdLst>
                  <a:gd name="T0" fmla="*/ 100 w 100"/>
                  <a:gd name="T1" fmla="*/ 50 h 122"/>
                  <a:gd name="T2" fmla="*/ 81 w 100"/>
                  <a:gd name="T3" fmla="*/ 131 h 122"/>
                  <a:gd name="T4" fmla="*/ 12 w 100"/>
                  <a:gd name="T5" fmla="*/ 89 h 122"/>
                  <a:gd name="T6" fmla="*/ 33 w 100"/>
                  <a:gd name="T7" fmla="*/ 9 h 122"/>
                  <a:gd name="T8" fmla="*/ 100 w 100"/>
                  <a:gd name="T9" fmla="*/ 50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88" y="44"/>
                    </a:moveTo>
                    <a:cubicBezTo>
                      <a:pt x="100" y="73"/>
                      <a:pt x="93" y="104"/>
                      <a:pt x="72" y="113"/>
                    </a:cubicBezTo>
                    <a:cubicBezTo>
                      <a:pt x="52" y="122"/>
                      <a:pt x="25" y="106"/>
                      <a:pt x="12" y="77"/>
                    </a:cubicBezTo>
                    <a:cubicBezTo>
                      <a:pt x="0" y="49"/>
                      <a:pt x="7" y="18"/>
                      <a:pt x="27" y="9"/>
                    </a:cubicBezTo>
                    <a:cubicBezTo>
                      <a:pt x="48" y="0"/>
                      <a:pt x="75" y="16"/>
                      <a:pt x="88" y="44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1" name="Freeform 301">
                <a:extLst>
                  <a:ext uri="{FF2B5EF4-FFF2-40B4-BE49-F238E27FC236}">
                    <a16:creationId xmlns:a16="http://schemas.microsoft.com/office/drawing/2014/main" id="{C71151CA-FAEE-4DF6-8CE3-87E85B63D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285"/>
                <a:ext cx="68" cy="81"/>
              </a:xfrm>
              <a:custGeom>
                <a:avLst/>
                <a:gdLst>
                  <a:gd name="T0" fmla="*/ 70 w 66"/>
                  <a:gd name="T1" fmla="*/ 29 h 80"/>
                  <a:gd name="T2" fmla="*/ 58 w 66"/>
                  <a:gd name="T3" fmla="*/ 80 h 80"/>
                  <a:gd name="T4" fmla="*/ 8 w 66"/>
                  <a:gd name="T5" fmla="*/ 57 h 80"/>
                  <a:gd name="T6" fmla="*/ 24 w 66"/>
                  <a:gd name="T7" fmla="*/ 6 h 80"/>
                  <a:gd name="T8" fmla="*/ 70 w 66"/>
                  <a:gd name="T9" fmla="*/ 2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0">
                    <a:moveTo>
                      <a:pt x="58" y="29"/>
                    </a:moveTo>
                    <a:cubicBezTo>
                      <a:pt x="66" y="48"/>
                      <a:pt x="61" y="68"/>
                      <a:pt x="48" y="74"/>
                    </a:cubicBezTo>
                    <a:cubicBezTo>
                      <a:pt x="34" y="80"/>
                      <a:pt x="16" y="69"/>
                      <a:pt x="8" y="51"/>
                    </a:cubicBezTo>
                    <a:cubicBezTo>
                      <a:pt x="0" y="32"/>
                      <a:pt x="5" y="12"/>
                      <a:pt x="18" y="6"/>
                    </a:cubicBezTo>
                    <a:cubicBezTo>
                      <a:pt x="32" y="0"/>
                      <a:pt x="49" y="10"/>
                      <a:pt x="58" y="29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2" name="Freeform 302">
                <a:extLst>
                  <a:ext uri="{FF2B5EF4-FFF2-40B4-BE49-F238E27FC236}">
                    <a16:creationId xmlns:a16="http://schemas.microsoft.com/office/drawing/2014/main" id="{0B14968E-A5AB-4C3F-B330-66D9EA568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287"/>
                <a:ext cx="59" cy="88"/>
              </a:xfrm>
              <a:custGeom>
                <a:avLst/>
                <a:gdLst>
                  <a:gd name="T0" fmla="*/ 14 w 58"/>
                  <a:gd name="T1" fmla="*/ 0 h 86"/>
                  <a:gd name="T2" fmla="*/ 12 w 58"/>
                  <a:gd name="T3" fmla="*/ 59 h 86"/>
                  <a:gd name="T4" fmla="*/ 64 w 58"/>
                  <a:gd name="T5" fmla="*/ 98 h 86"/>
                  <a:gd name="T6" fmla="*/ 17 w 58"/>
                  <a:gd name="T7" fmla="*/ 58 h 86"/>
                  <a:gd name="T8" fmla="*/ 14 w 58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6">
                    <a:moveTo>
                      <a:pt x="14" y="0"/>
                    </a:moveTo>
                    <a:cubicBezTo>
                      <a:pt x="14" y="0"/>
                      <a:pt x="0" y="26"/>
                      <a:pt x="12" y="53"/>
                    </a:cubicBezTo>
                    <a:cubicBezTo>
                      <a:pt x="24" y="81"/>
                      <a:pt x="58" y="86"/>
                      <a:pt x="58" y="86"/>
                    </a:cubicBezTo>
                    <a:cubicBezTo>
                      <a:pt x="58" y="86"/>
                      <a:pt x="28" y="76"/>
                      <a:pt x="17" y="52"/>
                    </a:cubicBezTo>
                    <a:cubicBezTo>
                      <a:pt x="7" y="27"/>
                      <a:pt x="14" y="0"/>
                      <a:pt x="14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3" name="Freeform 303">
                <a:extLst>
                  <a:ext uri="{FF2B5EF4-FFF2-40B4-BE49-F238E27FC236}">
                    <a16:creationId xmlns:a16="http://schemas.microsoft.com/office/drawing/2014/main" id="{FDEA22FC-2E49-40D3-85AD-A9367E6E1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1308"/>
                <a:ext cx="33" cy="57"/>
              </a:xfrm>
              <a:custGeom>
                <a:avLst/>
                <a:gdLst>
                  <a:gd name="T0" fmla="*/ 5 w 32"/>
                  <a:gd name="T1" fmla="*/ 0 h 56"/>
                  <a:gd name="T2" fmla="*/ 38 w 32"/>
                  <a:gd name="T3" fmla="*/ 62 h 56"/>
                  <a:gd name="T4" fmla="*/ 5 w 3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56">
                    <a:moveTo>
                      <a:pt x="5" y="0"/>
                    </a:moveTo>
                    <a:cubicBezTo>
                      <a:pt x="5" y="0"/>
                      <a:pt x="0" y="39"/>
                      <a:pt x="32" y="56"/>
                    </a:cubicBezTo>
                    <a:cubicBezTo>
                      <a:pt x="32" y="56"/>
                      <a:pt x="6" y="41"/>
                      <a:pt x="5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4" name="Freeform 304">
                <a:extLst>
                  <a:ext uri="{FF2B5EF4-FFF2-40B4-BE49-F238E27FC236}">
                    <a16:creationId xmlns:a16="http://schemas.microsoft.com/office/drawing/2014/main" id="{33CE88F4-12F8-4125-B4A5-1BA30A6C5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274"/>
                <a:ext cx="62" cy="88"/>
              </a:xfrm>
              <a:custGeom>
                <a:avLst/>
                <a:gdLst>
                  <a:gd name="T0" fmla="*/ 0 w 61"/>
                  <a:gd name="T1" fmla="*/ 12 h 86"/>
                  <a:gd name="T2" fmla="*/ 48 w 61"/>
                  <a:gd name="T3" fmla="*/ 44 h 86"/>
                  <a:gd name="T4" fmla="*/ 38 w 61"/>
                  <a:gd name="T5" fmla="*/ 98 h 86"/>
                  <a:gd name="T6" fmla="*/ 51 w 61"/>
                  <a:gd name="T7" fmla="*/ 44 h 86"/>
                  <a:gd name="T8" fmla="*/ 0 w 61"/>
                  <a:gd name="T9" fmla="*/ 12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86">
                    <a:moveTo>
                      <a:pt x="0" y="12"/>
                    </a:moveTo>
                    <a:cubicBezTo>
                      <a:pt x="0" y="12"/>
                      <a:pt x="27" y="5"/>
                      <a:pt x="42" y="38"/>
                    </a:cubicBezTo>
                    <a:cubicBezTo>
                      <a:pt x="56" y="72"/>
                      <a:pt x="32" y="86"/>
                      <a:pt x="32" y="86"/>
                    </a:cubicBezTo>
                    <a:cubicBezTo>
                      <a:pt x="32" y="86"/>
                      <a:pt x="61" y="75"/>
                      <a:pt x="45" y="38"/>
                    </a:cubicBezTo>
                    <a:cubicBezTo>
                      <a:pt x="29" y="0"/>
                      <a:pt x="0" y="12"/>
                      <a:pt x="0" y="12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5" name="Freeform 305">
                <a:extLst>
                  <a:ext uri="{FF2B5EF4-FFF2-40B4-BE49-F238E27FC236}">
                    <a16:creationId xmlns:a16="http://schemas.microsoft.com/office/drawing/2014/main" id="{41527425-2E1D-46CD-8513-18F91CC18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295"/>
                <a:ext cx="45" cy="62"/>
              </a:xfrm>
              <a:custGeom>
                <a:avLst/>
                <a:gdLst>
                  <a:gd name="T0" fmla="*/ 14 w 44"/>
                  <a:gd name="T1" fmla="*/ 1 h 61"/>
                  <a:gd name="T2" fmla="*/ 4 w 44"/>
                  <a:gd name="T3" fmla="*/ 41 h 61"/>
                  <a:gd name="T4" fmla="*/ 14 w 44"/>
                  <a:gd name="T5" fmla="*/ 57 h 61"/>
                  <a:gd name="T6" fmla="*/ 36 w 44"/>
                  <a:gd name="T7" fmla="*/ 66 h 61"/>
                  <a:gd name="T8" fmla="*/ 50 w 44"/>
                  <a:gd name="T9" fmla="*/ 55 h 61"/>
                  <a:gd name="T10" fmla="*/ 47 w 44"/>
                  <a:gd name="T11" fmla="*/ 44 h 61"/>
                  <a:gd name="T12" fmla="*/ 37 w 44"/>
                  <a:gd name="T13" fmla="*/ 28 h 61"/>
                  <a:gd name="T14" fmla="*/ 32 w 44"/>
                  <a:gd name="T15" fmla="*/ 6 h 61"/>
                  <a:gd name="T16" fmla="*/ 14 w 44"/>
                  <a:gd name="T17" fmla="*/ 1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61">
                    <a:moveTo>
                      <a:pt x="14" y="1"/>
                    </a:moveTo>
                    <a:cubicBezTo>
                      <a:pt x="0" y="5"/>
                      <a:pt x="1" y="24"/>
                      <a:pt x="4" y="35"/>
                    </a:cubicBezTo>
                    <a:cubicBezTo>
                      <a:pt x="6" y="41"/>
                      <a:pt x="9" y="46"/>
                      <a:pt x="14" y="51"/>
                    </a:cubicBezTo>
                    <a:cubicBezTo>
                      <a:pt x="18" y="55"/>
                      <a:pt x="23" y="61"/>
                      <a:pt x="30" y="60"/>
                    </a:cubicBezTo>
                    <a:cubicBezTo>
                      <a:pt x="36" y="59"/>
                      <a:pt x="44" y="57"/>
                      <a:pt x="44" y="49"/>
                    </a:cubicBezTo>
                    <a:cubicBezTo>
                      <a:pt x="44" y="45"/>
                      <a:pt x="43" y="41"/>
                      <a:pt x="41" y="38"/>
                    </a:cubicBezTo>
                    <a:cubicBezTo>
                      <a:pt x="39" y="33"/>
                      <a:pt x="35" y="31"/>
                      <a:pt x="31" y="28"/>
                    </a:cubicBezTo>
                    <a:cubicBezTo>
                      <a:pt x="25" y="23"/>
                      <a:pt x="30" y="13"/>
                      <a:pt x="26" y="6"/>
                    </a:cubicBezTo>
                    <a:cubicBezTo>
                      <a:pt x="24" y="2"/>
                      <a:pt x="18" y="0"/>
                      <a:pt x="14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" name="Freeform 306">
                <a:extLst>
                  <a:ext uri="{FF2B5EF4-FFF2-40B4-BE49-F238E27FC236}">
                    <a16:creationId xmlns:a16="http://schemas.microsoft.com/office/drawing/2014/main" id="{4C8231F2-079C-49BE-9F0D-CB7C04AEC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1291"/>
                <a:ext cx="31" cy="25"/>
              </a:xfrm>
              <a:custGeom>
                <a:avLst/>
                <a:gdLst>
                  <a:gd name="T0" fmla="*/ 1 w 30"/>
                  <a:gd name="T1" fmla="*/ 1 h 25"/>
                  <a:gd name="T2" fmla="*/ 36 w 30"/>
                  <a:gd name="T3" fmla="*/ 25 h 25"/>
                  <a:gd name="T4" fmla="*/ 23 w 30"/>
                  <a:gd name="T5" fmla="*/ 9 h 25"/>
                  <a:gd name="T6" fmla="*/ 9 w 30"/>
                  <a:gd name="T7" fmla="*/ 4 h 25"/>
                  <a:gd name="T8" fmla="*/ 0 w 30"/>
                  <a:gd name="T9" fmla="*/ 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1" y="1"/>
                    </a:moveTo>
                    <a:cubicBezTo>
                      <a:pt x="15" y="0"/>
                      <a:pt x="26" y="13"/>
                      <a:pt x="30" y="25"/>
                    </a:cubicBezTo>
                    <a:cubicBezTo>
                      <a:pt x="26" y="20"/>
                      <a:pt x="23" y="13"/>
                      <a:pt x="17" y="9"/>
                    </a:cubicBezTo>
                    <a:cubicBezTo>
                      <a:pt x="14" y="7"/>
                      <a:pt x="11" y="5"/>
                      <a:pt x="9" y="4"/>
                    </a:cubicBezTo>
                    <a:cubicBezTo>
                      <a:pt x="6" y="2"/>
                      <a:pt x="2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7" name="Freeform 307">
                <a:extLst>
                  <a:ext uri="{FF2B5EF4-FFF2-40B4-BE49-F238E27FC236}">
                    <a16:creationId xmlns:a16="http://schemas.microsoft.com/office/drawing/2014/main" id="{62CFC044-23AC-46A8-B7AF-925572355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263"/>
                <a:ext cx="102" cy="125"/>
              </a:xfrm>
              <a:custGeom>
                <a:avLst/>
                <a:gdLst>
                  <a:gd name="T0" fmla="*/ 100 w 100"/>
                  <a:gd name="T1" fmla="*/ 50 h 122"/>
                  <a:gd name="T2" fmla="*/ 83 w 100"/>
                  <a:gd name="T3" fmla="*/ 131 h 122"/>
                  <a:gd name="T4" fmla="*/ 13 w 100"/>
                  <a:gd name="T5" fmla="*/ 89 h 122"/>
                  <a:gd name="T6" fmla="*/ 34 w 100"/>
                  <a:gd name="T7" fmla="*/ 9 h 122"/>
                  <a:gd name="T8" fmla="*/ 100 w 100"/>
                  <a:gd name="T9" fmla="*/ 50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88" y="44"/>
                    </a:moveTo>
                    <a:cubicBezTo>
                      <a:pt x="100" y="73"/>
                      <a:pt x="94" y="104"/>
                      <a:pt x="73" y="113"/>
                    </a:cubicBezTo>
                    <a:cubicBezTo>
                      <a:pt x="52" y="122"/>
                      <a:pt x="25" y="106"/>
                      <a:pt x="13" y="77"/>
                    </a:cubicBezTo>
                    <a:cubicBezTo>
                      <a:pt x="0" y="49"/>
                      <a:pt x="7" y="18"/>
                      <a:pt x="28" y="9"/>
                    </a:cubicBezTo>
                    <a:cubicBezTo>
                      <a:pt x="49" y="0"/>
                      <a:pt x="75" y="16"/>
                      <a:pt x="88" y="4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8" name="Freeform 308">
                <a:extLst>
                  <a:ext uri="{FF2B5EF4-FFF2-40B4-BE49-F238E27FC236}">
                    <a16:creationId xmlns:a16="http://schemas.microsoft.com/office/drawing/2014/main" id="{C69CB4BC-6761-4F6A-8033-3AF4151D5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285"/>
                <a:ext cx="68" cy="81"/>
              </a:xfrm>
              <a:custGeom>
                <a:avLst/>
                <a:gdLst>
                  <a:gd name="T0" fmla="*/ 70 w 66"/>
                  <a:gd name="T1" fmla="*/ 29 h 80"/>
                  <a:gd name="T2" fmla="*/ 58 w 66"/>
                  <a:gd name="T3" fmla="*/ 80 h 80"/>
                  <a:gd name="T4" fmla="*/ 9 w 66"/>
                  <a:gd name="T5" fmla="*/ 57 h 80"/>
                  <a:gd name="T6" fmla="*/ 25 w 66"/>
                  <a:gd name="T7" fmla="*/ 6 h 80"/>
                  <a:gd name="T8" fmla="*/ 70 w 66"/>
                  <a:gd name="T9" fmla="*/ 2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0">
                    <a:moveTo>
                      <a:pt x="58" y="29"/>
                    </a:moveTo>
                    <a:cubicBezTo>
                      <a:pt x="66" y="48"/>
                      <a:pt x="62" y="68"/>
                      <a:pt x="48" y="74"/>
                    </a:cubicBezTo>
                    <a:cubicBezTo>
                      <a:pt x="34" y="80"/>
                      <a:pt x="17" y="69"/>
                      <a:pt x="9" y="51"/>
                    </a:cubicBezTo>
                    <a:cubicBezTo>
                      <a:pt x="0" y="32"/>
                      <a:pt x="5" y="12"/>
                      <a:pt x="19" y="6"/>
                    </a:cubicBezTo>
                    <a:cubicBezTo>
                      <a:pt x="32" y="0"/>
                      <a:pt x="50" y="10"/>
                      <a:pt x="58" y="2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9" name="Freeform 309">
                <a:extLst>
                  <a:ext uri="{FF2B5EF4-FFF2-40B4-BE49-F238E27FC236}">
                    <a16:creationId xmlns:a16="http://schemas.microsoft.com/office/drawing/2014/main" id="{F795BB98-B479-49EC-BEDB-B1EFCD407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465"/>
                <a:ext cx="119" cy="144"/>
              </a:xfrm>
              <a:custGeom>
                <a:avLst/>
                <a:gdLst>
                  <a:gd name="T0" fmla="*/ 120 w 116"/>
                  <a:gd name="T1" fmla="*/ 58 h 141"/>
                  <a:gd name="T2" fmla="*/ 96 w 116"/>
                  <a:gd name="T3" fmla="*/ 149 h 141"/>
                  <a:gd name="T4" fmla="*/ 15 w 116"/>
                  <a:gd name="T5" fmla="*/ 102 h 141"/>
                  <a:gd name="T6" fmla="*/ 38 w 116"/>
                  <a:gd name="T7" fmla="*/ 11 h 141"/>
                  <a:gd name="T8" fmla="*/ 120 w 116"/>
                  <a:gd name="T9" fmla="*/ 58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1">
                    <a:moveTo>
                      <a:pt x="102" y="52"/>
                    </a:moveTo>
                    <a:cubicBezTo>
                      <a:pt x="116" y="85"/>
                      <a:pt x="108" y="120"/>
                      <a:pt x="84" y="131"/>
                    </a:cubicBezTo>
                    <a:cubicBezTo>
                      <a:pt x="60" y="141"/>
                      <a:pt x="29" y="123"/>
                      <a:pt x="15" y="90"/>
                    </a:cubicBezTo>
                    <a:cubicBezTo>
                      <a:pt x="0" y="57"/>
                      <a:pt x="8" y="21"/>
                      <a:pt x="32" y="11"/>
                    </a:cubicBezTo>
                    <a:cubicBezTo>
                      <a:pt x="56" y="0"/>
                      <a:pt x="87" y="19"/>
                      <a:pt x="102" y="52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0" name="Freeform 310">
                <a:extLst>
                  <a:ext uri="{FF2B5EF4-FFF2-40B4-BE49-F238E27FC236}">
                    <a16:creationId xmlns:a16="http://schemas.microsoft.com/office/drawing/2014/main" id="{6E0833EC-A389-4B13-929E-F7034CAB3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490"/>
                <a:ext cx="77" cy="94"/>
              </a:xfrm>
              <a:custGeom>
                <a:avLst/>
                <a:gdLst>
                  <a:gd name="T0" fmla="*/ 73 w 76"/>
                  <a:gd name="T1" fmla="*/ 39 h 92"/>
                  <a:gd name="T2" fmla="*/ 61 w 76"/>
                  <a:gd name="T3" fmla="*/ 97 h 92"/>
                  <a:gd name="T4" fmla="*/ 10 w 76"/>
                  <a:gd name="T5" fmla="*/ 64 h 92"/>
                  <a:gd name="T6" fmla="*/ 21 w 76"/>
                  <a:gd name="T7" fmla="*/ 6 h 92"/>
                  <a:gd name="T8" fmla="*/ 73 w 76"/>
                  <a:gd name="T9" fmla="*/ 39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67" y="33"/>
                    </a:moveTo>
                    <a:cubicBezTo>
                      <a:pt x="76" y="55"/>
                      <a:pt x="71" y="78"/>
                      <a:pt x="55" y="85"/>
                    </a:cubicBezTo>
                    <a:cubicBezTo>
                      <a:pt x="40" y="92"/>
                      <a:pt x="19" y="80"/>
                      <a:pt x="10" y="58"/>
                    </a:cubicBezTo>
                    <a:cubicBezTo>
                      <a:pt x="0" y="36"/>
                      <a:pt x="6" y="13"/>
                      <a:pt x="21" y="6"/>
                    </a:cubicBezTo>
                    <a:cubicBezTo>
                      <a:pt x="37" y="0"/>
                      <a:pt x="57" y="12"/>
                      <a:pt x="67" y="33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1" name="Freeform 311">
                <a:extLst>
                  <a:ext uri="{FF2B5EF4-FFF2-40B4-BE49-F238E27FC236}">
                    <a16:creationId xmlns:a16="http://schemas.microsoft.com/office/drawing/2014/main" id="{A54A0B9B-BDD3-430E-9F36-AD7F70CE2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492"/>
                <a:ext cx="69" cy="101"/>
              </a:xfrm>
              <a:custGeom>
                <a:avLst/>
                <a:gdLst>
                  <a:gd name="T0" fmla="*/ 16 w 67"/>
                  <a:gd name="T1" fmla="*/ 0 h 99"/>
                  <a:gd name="T2" fmla="*/ 14 w 67"/>
                  <a:gd name="T3" fmla="*/ 68 h 99"/>
                  <a:gd name="T4" fmla="*/ 79 w 67"/>
                  <a:gd name="T5" fmla="*/ 111 h 99"/>
                  <a:gd name="T6" fmla="*/ 26 w 67"/>
                  <a:gd name="T7" fmla="*/ 66 h 99"/>
                  <a:gd name="T8" fmla="*/ 16 w 67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99">
                    <a:moveTo>
                      <a:pt x="16" y="0"/>
                    </a:moveTo>
                    <a:cubicBezTo>
                      <a:pt x="16" y="0"/>
                      <a:pt x="0" y="30"/>
                      <a:pt x="14" y="62"/>
                    </a:cubicBezTo>
                    <a:cubicBezTo>
                      <a:pt x="28" y="94"/>
                      <a:pt x="67" y="99"/>
                      <a:pt x="67" y="99"/>
                    </a:cubicBezTo>
                    <a:cubicBezTo>
                      <a:pt x="67" y="99"/>
                      <a:pt x="32" y="88"/>
                      <a:pt x="20" y="60"/>
                    </a:cubicBezTo>
                    <a:cubicBezTo>
                      <a:pt x="8" y="32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2" name="Freeform 312">
                <a:extLst>
                  <a:ext uri="{FF2B5EF4-FFF2-40B4-BE49-F238E27FC236}">
                    <a16:creationId xmlns:a16="http://schemas.microsoft.com/office/drawing/2014/main" id="{60263A6E-4E0F-456D-9AF8-5E387A1BF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517"/>
                <a:ext cx="37" cy="66"/>
              </a:xfrm>
              <a:custGeom>
                <a:avLst/>
                <a:gdLst>
                  <a:gd name="T0" fmla="*/ 5 w 37"/>
                  <a:gd name="T1" fmla="*/ 0 h 65"/>
                  <a:gd name="T2" fmla="*/ 37 w 37"/>
                  <a:gd name="T3" fmla="*/ 71 h 65"/>
                  <a:gd name="T4" fmla="*/ 5 w 37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65">
                    <a:moveTo>
                      <a:pt x="5" y="0"/>
                    </a:moveTo>
                    <a:cubicBezTo>
                      <a:pt x="5" y="0"/>
                      <a:pt x="0" y="45"/>
                      <a:pt x="37" y="65"/>
                    </a:cubicBezTo>
                    <a:cubicBezTo>
                      <a:pt x="37" y="65"/>
                      <a:pt x="7" y="48"/>
                      <a:pt x="5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3" name="Freeform 313">
                <a:extLst>
                  <a:ext uri="{FF2B5EF4-FFF2-40B4-BE49-F238E27FC236}">
                    <a16:creationId xmlns:a16="http://schemas.microsoft.com/office/drawing/2014/main" id="{61FE5955-3191-4DC9-B386-504509F5C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479"/>
                <a:ext cx="73" cy="101"/>
              </a:xfrm>
              <a:custGeom>
                <a:avLst/>
                <a:gdLst>
                  <a:gd name="T0" fmla="*/ 0 w 71"/>
                  <a:gd name="T1" fmla="*/ 12 h 99"/>
                  <a:gd name="T2" fmla="*/ 54 w 71"/>
                  <a:gd name="T3" fmla="*/ 50 h 99"/>
                  <a:gd name="T4" fmla="*/ 43 w 71"/>
                  <a:gd name="T5" fmla="*/ 111 h 99"/>
                  <a:gd name="T6" fmla="*/ 62 w 71"/>
                  <a:gd name="T7" fmla="*/ 49 h 99"/>
                  <a:gd name="T8" fmla="*/ 0 w 71"/>
                  <a:gd name="T9" fmla="*/ 12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99">
                    <a:moveTo>
                      <a:pt x="0" y="12"/>
                    </a:moveTo>
                    <a:cubicBezTo>
                      <a:pt x="0" y="12"/>
                      <a:pt x="32" y="5"/>
                      <a:pt x="48" y="44"/>
                    </a:cubicBezTo>
                    <a:cubicBezTo>
                      <a:pt x="65" y="82"/>
                      <a:pt x="37" y="99"/>
                      <a:pt x="37" y="99"/>
                    </a:cubicBezTo>
                    <a:cubicBezTo>
                      <a:pt x="37" y="99"/>
                      <a:pt x="71" y="86"/>
                      <a:pt x="52" y="43"/>
                    </a:cubicBezTo>
                    <a:cubicBezTo>
                      <a:pt x="34" y="0"/>
                      <a:pt x="0" y="12"/>
                      <a:pt x="0" y="12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4" name="Freeform 314">
                <a:extLst>
                  <a:ext uri="{FF2B5EF4-FFF2-40B4-BE49-F238E27FC236}">
                    <a16:creationId xmlns:a16="http://schemas.microsoft.com/office/drawing/2014/main" id="{DFA08491-9694-4F4B-B18D-4BD9482FA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501"/>
                <a:ext cx="51" cy="73"/>
              </a:xfrm>
              <a:custGeom>
                <a:avLst/>
                <a:gdLst>
                  <a:gd name="T0" fmla="*/ 15 w 50"/>
                  <a:gd name="T1" fmla="*/ 1 h 71"/>
                  <a:gd name="T2" fmla="*/ 4 w 50"/>
                  <a:gd name="T3" fmla="*/ 47 h 71"/>
                  <a:gd name="T4" fmla="*/ 15 w 50"/>
                  <a:gd name="T5" fmla="*/ 71 h 71"/>
                  <a:gd name="T6" fmla="*/ 40 w 50"/>
                  <a:gd name="T7" fmla="*/ 82 h 71"/>
                  <a:gd name="T8" fmla="*/ 56 w 50"/>
                  <a:gd name="T9" fmla="*/ 69 h 71"/>
                  <a:gd name="T10" fmla="*/ 53 w 50"/>
                  <a:gd name="T11" fmla="*/ 50 h 71"/>
                  <a:gd name="T12" fmla="*/ 41 w 50"/>
                  <a:gd name="T13" fmla="*/ 39 h 71"/>
                  <a:gd name="T14" fmla="*/ 35 w 50"/>
                  <a:gd name="T15" fmla="*/ 7 h 71"/>
                  <a:gd name="T16" fmla="*/ 15 w 50"/>
                  <a:gd name="T17" fmla="*/ 1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71">
                    <a:moveTo>
                      <a:pt x="15" y="1"/>
                    </a:moveTo>
                    <a:cubicBezTo>
                      <a:pt x="0" y="6"/>
                      <a:pt x="0" y="28"/>
                      <a:pt x="4" y="41"/>
                    </a:cubicBezTo>
                    <a:cubicBezTo>
                      <a:pt x="6" y="48"/>
                      <a:pt x="9" y="54"/>
                      <a:pt x="15" y="59"/>
                    </a:cubicBezTo>
                    <a:cubicBezTo>
                      <a:pt x="20" y="64"/>
                      <a:pt x="26" y="71"/>
                      <a:pt x="34" y="70"/>
                    </a:cubicBezTo>
                    <a:cubicBezTo>
                      <a:pt x="41" y="69"/>
                      <a:pt x="50" y="66"/>
                      <a:pt x="50" y="57"/>
                    </a:cubicBezTo>
                    <a:cubicBezTo>
                      <a:pt x="50" y="52"/>
                      <a:pt x="49" y="48"/>
                      <a:pt x="47" y="44"/>
                    </a:cubicBezTo>
                    <a:cubicBezTo>
                      <a:pt x="44" y="39"/>
                      <a:pt x="39" y="37"/>
                      <a:pt x="35" y="33"/>
                    </a:cubicBezTo>
                    <a:cubicBezTo>
                      <a:pt x="28" y="27"/>
                      <a:pt x="34" y="15"/>
                      <a:pt x="29" y="7"/>
                    </a:cubicBezTo>
                    <a:cubicBezTo>
                      <a:pt x="27" y="3"/>
                      <a:pt x="20" y="0"/>
                      <a:pt x="15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5" name="Freeform 315">
                <a:extLst>
                  <a:ext uri="{FF2B5EF4-FFF2-40B4-BE49-F238E27FC236}">
                    <a16:creationId xmlns:a16="http://schemas.microsoft.com/office/drawing/2014/main" id="{62397426-82D0-4C77-84EE-F14DC8016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497"/>
                <a:ext cx="35" cy="30"/>
              </a:xfrm>
              <a:custGeom>
                <a:avLst/>
                <a:gdLst>
                  <a:gd name="T0" fmla="*/ 0 w 34"/>
                  <a:gd name="T1" fmla="*/ 1 h 29"/>
                  <a:gd name="T2" fmla="*/ 40 w 34"/>
                  <a:gd name="T3" fmla="*/ 35 h 29"/>
                  <a:gd name="T4" fmla="*/ 25 w 34"/>
                  <a:gd name="T5" fmla="*/ 10 h 29"/>
                  <a:gd name="T6" fmla="*/ 9 w 34"/>
                  <a:gd name="T7" fmla="*/ 4 h 29"/>
                  <a:gd name="T8" fmla="*/ 0 w 34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9">
                    <a:moveTo>
                      <a:pt x="0" y="1"/>
                    </a:moveTo>
                    <a:cubicBezTo>
                      <a:pt x="16" y="0"/>
                      <a:pt x="29" y="15"/>
                      <a:pt x="34" y="29"/>
                    </a:cubicBezTo>
                    <a:cubicBezTo>
                      <a:pt x="30" y="23"/>
                      <a:pt x="25" y="14"/>
                      <a:pt x="19" y="10"/>
                    </a:cubicBezTo>
                    <a:cubicBezTo>
                      <a:pt x="16" y="8"/>
                      <a:pt x="12" y="6"/>
                      <a:pt x="9" y="4"/>
                    </a:cubicBezTo>
                    <a:cubicBezTo>
                      <a:pt x="6" y="3"/>
                      <a:pt x="2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6" name="Freeform 316">
                <a:extLst>
                  <a:ext uri="{FF2B5EF4-FFF2-40B4-BE49-F238E27FC236}">
                    <a16:creationId xmlns:a16="http://schemas.microsoft.com/office/drawing/2014/main" id="{FCBAF696-0860-4142-8DA1-01AA94DC6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465"/>
                <a:ext cx="119" cy="144"/>
              </a:xfrm>
              <a:custGeom>
                <a:avLst/>
                <a:gdLst>
                  <a:gd name="T0" fmla="*/ 119 w 116"/>
                  <a:gd name="T1" fmla="*/ 58 h 141"/>
                  <a:gd name="T2" fmla="*/ 96 w 116"/>
                  <a:gd name="T3" fmla="*/ 149 h 141"/>
                  <a:gd name="T4" fmla="*/ 14 w 116"/>
                  <a:gd name="T5" fmla="*/ 102 h 141"/>
                  <a:gd name="T6" fmla="*/ 38 w 116"/>
                  <a:gd name="T7" fmla="*/ 11 h 141"/>
                  <a:gd name="T8" fmla="*/ 119 w 116"/>
                  <a:gd name="T9" fmla="*/ 58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1">
                    <a:moveTo>
                      <a:pt x="101" y="52"/>
                    </a:moveTo>
                    <a:cubicBezTo>
                      <a:pt x="116" y="85"/>
                      <a:pt x="108" y="120"/>
                      <a:pt x="84" y="131"/>
                    </a:cubicBezTo>
                    <a:cubicBezTo>
                      <a:pt x="60" y="141"/>
                      <a:pt x="29" y="123"/>
                      <a:pt x="14" y="90"/>
                    </a:cubicBezTo>
                    <a:cubicBezTo>
                      <a:pt x="0" y="57"/>
                      <a:pt x="8" y="21"/>
                      <a:pt x="32" y="11"/>
                    </a:cubicBezTo>
                    <a:cubicBezTo>
                      <a:pt x="56" y="0"/>
                      <a:pt x="87" y="19"/>
                      <a:pt x="101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7" name="Freeform 317">
                <a:extLst>
                  <a:ext uri="{FF2B5EF4-FFF2-40B4-BE49-F238E27FC236}">
                    <a16:creationId xmlns:a16="http://schemas.microsoft.com/office/drawing/2014/main" id="{63354D71-9DFE-4094-A9A0-F0A6F6FE0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1490"/>
                <a:ext cx="77" cy="94"/>
              </a:xfrm>
              <a:custGeom>
                <a:avLst/>
                <a:gdLst>
                  <a:gd name="T0" fmla="*/ 72 w 76"/>
                  <a:gd name="T1" fmla="*/ 39 h 92"/>
                  <a:gd name="T2" fmla="*/ 61 w 76"/>
                  <a:gd name="T3" fmla="*/ 97 h 92"/>
                  <a:gd name="T4" fmla="*/ 9 w 76"/>
                  <a:gd name="T5" fmla="*/ 64 h 92"/>
                  <a:gd name="T6" fmla="*/ 21 w 76"/>
                  <a:gd name="T7" fmla="*/ 6 h 92"/>
                  <a:gd name="T8" fmla="*/ 72 w 76"/>
                  <a:gd name="T9" fmla="*/ 39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66" y="33"/>
                    </a:moveTo>
                    <a:cubicBezTo>
                      <a:pt x="76" y="55"/>
                      <a:pt x="71" y="78"/>
                      <a:pt x="55" y="85"/>
                    </a:cubicBezTo>
                    <a:cubicBezTo>
                      <a:pt x="39" y="92"/>
                      <a:pt x="19" y="80"/>
                      <a:pt x="9" y="58"/>
                    </a:cubicBezTo>
                    <a:cubicBezTo>
                      <a:pt x="0" y="36"/>
                      <a:pt x="5" y="13"/>
                      <a:pt x="21" y="6"/>
                    </a:cubicBezTo>
                    <a:cubicBezTo>
                      <a:pt x="36" y="0"/>
                      <a:pt x="57" y="12"/>
                      <a:pt x="66" y="3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8" name="Freeform 318">
                <a:extLst>
                  <a:ext uri="{FF2B5EF4-FFF2-40B4-BE49-F238E27FC236}">
                    <a16:creationId xmlns:a16="http://schemas.microsoft.com/office/drawing/2014/main" id="{75927EF0-3591-448E-A11A-69D175811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318"/>
                <a:ext cx="119" cy="144"/>
              </a:xfrm>
              <a:custGeom>
                <a:avLst/>
                <a:gdLst>
                  <a:gd name="T0" fmla="*/ 119 w 116"/>
                  <a:gd name="T1" fmla="*/ 58 h 141"/>
                  <a:gd name="T2" fmla="*/ 96 w 116"/>
                  <a:gd name="T3" fmla="*/ 149 h 141"/>
                  <a:gd name="T4" fmla="*/ 14 w 116"/>
                  <a:gd name="T5" fmla="*/ 102 h 141"/>
                  <a:gd name="T6" fmla="*/ 38 w 116"/>
                  <a:gd name="T7" fmla="*/ 11 h 141"/>
                  <a:gd name="T8" fmla="*/ 119 w 116"/>
                  <a:gd name="T9" fmla="*/ 58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1">
                    <a:moveTo>
                      <a:pt x="101" y="52"/>
                    </a:moveTo>
                    <a:cubicBezTo>
                      <a:pt x="116" y="85"/>
                      <a:pt x="108" y="120"/>
                      <a:pt x="84" y="131"/>
                    </a:cubicBezTo>
                    <a:cubicBezTo>
                      <a:pt x="60" y="141"/>
                      <a:pt x="29" y="123"/>
                      <a:pt x="14" y="90"/>
                    </a:cubicBezTo>
                    <a:cubicBezTo>
                      <a:pt x="0" y="57"/>
                      <a:pt x="8" y="21"/>
                      <a:pt x="32" y="11"/>
                    </a:cubicBezTo>
                    <a:cubicBezTo>
                      <a:pt x="56" y="0"/>
                      <a:pt x="87" y="19"/>
                      <a:pt x="101" y="52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9" name="Freeform 319">
                <a:extLst>
                  <a:ext uri="{FF2B5EF4-FFF2-40B4-BE49-F238E27FC236}">
                    <a16:creationId xmlns:a16="http://schemas.microsoft.com/office/drawing/2014/main" id="{FF132E2E-80F7-4D7B-A14D-476C9FBD3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344"/>
                <a:ext cx="78" cy="94"/>
              </a:xfrm>
              <a:custGeom>
                <a:avLst/>
                <a:gdLst>
                  <a:gd name="T0" fmla="*/ 78 w 76"/>
                  <a:gd name="T1" fmla="*/ 39 h 92"/>
                  <a:gd name="T2" fmla="*/ 65 w 76"/>
                  <a:gd name="T3" fmla="*/ 97 h 92"/>
                  <a:gd name="T4" fmla="*/ 9 w 76"/>
                  <a:gd name="T5" fmla="*/ 64 h 92"/>
                  <a:gd name="T6" fmla="*/ 27 w 76"/>
                  <a:gd name="T7" fmla="*/ 6 h 92"/>
                  <a:gd name="T8" fmla="*/ 78 w 76"/>
                  <a:gd name="T9" fmla="*/ 39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66" y="33"/>
                    </a:moveTo>
                    <a:cubicBezTo>
                      <a:pt x="76" y="55"/>
                      <a:pt x="71" y="78"/>
                      <a:pt x="55" y="85"/>
                    </a:cubicBezTo>
                    <a:cubicBezTo>
                      <a:pt x="39" y="92"/>
                      <a:pt x="19" y="80"/>
                      <a:pt x="9" y="58"/>
                    </a:cubicBezTo>
                    <a:cubicBezTo>
                      <a:pt x="0" y="36"/>
                      <a:pt x="5" y="13"/>
                      <a:pt x="21" y="6"/>
                    </a:cubicBezTo>
                    <a:cubicBezTo>
                      <a:pt x="36" y="0"/>
                      <a:pt x="57" y="12"/>
                      <a:pt x="66" y="33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0" name="Freeform 320">
                <a:extLst>
                  <a:ext uri="{FF2B5EF4-FFF2-40B4-BE49-F238E27FC236}">
                    <a16:creationId xmlns:a16="http://schemas.microsoft.com/office/drawing/2014/main" id="{F95471AB-7DE5-4F90-B16B-B689213A6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346"/>
                <a:ext cx="68" cy="101"/>
              </a:xfrm>
              <a:custGeom>
                <a:avLst/>
                <a:gdLst>
                  <a:gd name="T0" fmla="*/ 16 w 67"/>
                  <a:gd name="T1" fmla="*/ 0 h 99"/>
                  <a:gd name="T2" fmla="*/ 14 w 67"/>
                  <a:gd name="T3" fmla="*/ 68 h 99"/>
                  <a:gd name="T4" fmla="*/ 73 w 67"/>
                  <a:gd name="T5" fmla="*/ 111 h 99"/>
                  <a:gd name="T6" fmla="*/ 20 w 67"/>
                  <a:gd name="T7" fmla="*/ 66 h 99"/>
                  <a:gd name="T8" fmla="*/ 16 w 67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99">
                    <a:moveTo>
                      <a:pt x="16" y="0"/>
                    </a:moveTo>
                    <a:cubicBezTo>
                      <a:pt x="16" y="0"/>
                      <a:pt x="0" y="30"/>
                      <a:pt x="14" y="62"/>
                    </a:cubicBezTo>
                    <a:cubicBezTo>
                      <a:pt x="28" y="94"/>
                      <a:pt x="67" y="99"/>
                      <a:pt x="67" y="99"/>
                    </a:cubicBezTo>
                    <a:cubicBezTo>
                      <a:pt x="67" y="99"/>
                      <a:pt x="32" y="88"/>
                      <a:pt x="20" y="60"/>
                    </a:cubicBezTo>
                    <a:cubicBezTo>
                      <a:pt x="7" y="32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1" name="Freeform 321">
                <a:extLst>
                  <a:ext uri="{FF2B5EF4-FFF2-40B4-BE49-F238E27FC236}">
                    <a16:creationId xmlns:a16="http://schemas.microsoft.com/office/drawing/2014/main" id="{E5268024-8F23-4F17-B013-D4F8C7E6C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370"/>
                <a:ext cx="38" cy="67"/>
              </a:xfrm>
              <a:custGeom>
                <a:avLst/>
                <a:gdLst>
                  <a:gd name="T0" fmla="*/ 5 w 37"/>
                  <a:gd name="T1" fmla="*/ 0 h 65"/>
                  <a:gd name="T2" fmla="*/ 43 w 37"/>
                  <a:gd name="T3" fmla="*/ 77 h 65"/>
                  <a:gd name="T4" fmla="*/ 5 w 37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65">
                    <a:moveTo>
                      <a:pt x="5" y="0"/>
                    </a:moveTo>
                    <a:cubicBezTo>
                      <a:pt x="5" y="0"/>
                      <a:pt x="0" y="45"/>
                      <a:pt x="37" y="65"/>
                    </a:cubicBezTo>
                    <a:cubicBezTo>
                      <a:pt x="37" y="65"/>
                      <a:pt x="7" y="48"/>
                      <a:pt x="5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2" name="Freeform 322">
                <a:extLst>
                  <a:ext uri="{FF2B5EF4-FFF2-40B4-BE49-F238E27FC236}">
                    <a16:creationId xmlns:a16="http://schemas.microsoft.com/office/drawing/2014/main" id="{068DE658-BBAB-4292-A8A2-447E167D1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333"/>
                <a:ext cx="72" cy="101"/>
              </a:xfrm>
              <a:custGeom>
                <a:avLst/>
                <a:gdLst>
                  <a:gd name="T0" fmla="*/ 0 w 70"/>
                  <a:gd name="T1" fmla="*/ 13 h 99"/>
                  <a:gd name="T2" fmla="*/ 55 w 70"/>
                  <a:gd name="T3" fmla="*/ 50 h 99"/>
                  <a:gd name="T4" fmla="*/ 43 w 70"/>
                  <a:gd name="T5" fmla="*/ 111 h 99"/>
                  <a:gd name="T6" fmla="*/ 63 w 70"/>
                  <a:gd name="T7" fmla="*/ 49 h 99"/>
                  <a:gd name="T8" fmla="*/ 0 w 70"/>
                  <a:gd name="T9" fmla="*/ 13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99">
                    <a:moveTo>
                      <a:pt x="0" y="13"/>
                    </a:moveTo>
                    <a:cubicBezTo>
                      <a:pt x="0" y="13"/>
                      <a:pt x="31" y="5"/>
                      <a:pt x="48" y="44"/>
                    </a:cubicBezTo>
                    <a:cubicBezTo>
                      <a:pt x="65" y="82"/>
                      <a:pt x="37" y="99"/>
                      <a:pt x="37" y="99"/>
                    </a:cubicBezTo>
                    <a:cubicBezTo>
                      <a:pt x="37" y="99"/>
                      <a:pt x="70" y="86"/>
                      <a:pt x="52" y="43"/>
                    </a:cubicBezTo>
                    <a:cubicBezTo>
                      <a:pt x="33" y="0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3" name="Freeform 323">
                <a:extLst>
                  <a:ext uri="{FF2B5EF4-FFF2-40B4-BE49-F238E27FC236}">
                    <a16:creationId xmlns:a16="http://schemas.microsoft.com/office/drawing/2014/main" id="{61C2F390-1C6F-45A9-A03D-2345FA654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355"/>
                <a:ext cx="51" cy="73"/>
              </a:xfrm>
              <a:custGeom>
                <a:avLst/>
                <a:gdLst>
                  <a:gd name="T0" fmla="*/ 16 w 50"/>
                  <a:gd name="T1" fmla="*/ 1 h 71"/>
                  <a:gd name="T2" fmla="*/ 5 w 50"/>
                  <a:gd name="T3" fmla="*/ 47 h 71"/>
                  <a:gd name="T4" fmla="*/ 15 w 50"/>
                  <a:gd name="T5" fmla="*/ 71 h 71"/>
                  <a:gd name="T6" fmla="*/ 40 w 50"/>
                  <a:gd name="T7" fmla="*/ 82 h 71"/>
                  <a:gd name="T8" fmla="*/ 56 w 50"/>
                  <a:gd name="T9" fmla="*/ 69 h 71"/>
                  <a:gd name="T10" fmla="*/ 53 w 50"/>
                  <a:gd name="T11" fmla="*/ 50 h 71"/>
                  <a:gd name="T12" fmla="*/ 42 w 50"/>
                  <a:gd name="T13" fmla="*/ 39 h 71"/>
                  <a:gd name="T14" fmla="*/ 36 w 50"/>
                  <a:gd name="T15" fmla="*/ 7 h 71"/>
                  <a:gd name="T16" fmla="*/ 16 w 50"/>
                  <a:gd name="T17" fmla="*/ 1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71">
                    <a:moveTo>
                      <a:pt x="16" y="1"/>
                    </a:moveTo>
                    <a:cubicBezTo>
                      <a:pt x="0" y="6"/>
                      <a:pt x="1" y="28"/>
                      <a:pt x="5" y="41"/>
                    </a:cubicBezTo>
                    <a:cubicBezTo>
                      <a:pt x="7" y="48"/>
                      <a:pt x="10" y="54"/>
                      <a:pt x="15" y="59"/>
                    </a:cubicBezTo>
                    <a:cubicBezTo>
                      <a:pt x="20" y="64"/>
                      <a:pt x="26" y="71"/>
                      <a:pt x="34" y="70"/>
                    </a:cubicBezTo>
                    <a:cubicBezTo>
                      <a:pt x="42" y="69"/>
                      <a:pt x="50" y="66"/>
                      <a:pt x="50" y="57"/>
                    </a:cubicBezTo>
                    <a:cubicBezTo>
                      <a:pt x="50" y="52"/>
                      <a:pt x="50" y="48"/>
                      <a:pt x="47" y="44"/>
                    </a:cubicBezTo>
                    <a:cubicBezTo>
                      <a:pt x="44" y="39"/>
                      <a:pt x="40" y="37"/>
                      <a:pt x="36" y="33"/>
                    </a:cubicBezTo>
                    <a:cubicBezTo>
                      <a:pt x="29" y="27"/>
                      <a:pt x="34" y="15"/>
                      <a:pt x="30" y="7"/>
                    </a:cubicBezTo>
                    <a:cubicBezTo>
                      <a:pt x="27" y="3"/>
                      <a:pt x="21" y="0"/>
                      <a:pt x="16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4" name="Freeform 324">
                <a:extLst>
                  <a:ext uri="{FF2B5EF4-FFF2-40B4-BE49-F238E27FC236}">
                    <a16:creationId xmlns:a16="http://schemas.microsoft.com/office/drawing/2014/main" id="{D65FCC5D-6733-4212-8E47-7A95BAF7E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351"/>
                <a:ext cx="35" cy="30"/>
              </a:xfrm>
              <a:custGeom>
                <a:avLst/>
                <a:gdLst>
                  <a:gd name="T0" fmla="*/ 0 w 35"/>
                  <a:gd name="T1" fmla="*/ 1 h 29"/>
                  <a:gd name="T2" fmla="*/ 35 w 35"/>
                  <a:gd name="T3" fmla="*/ 35 h 29"/>
                  <a:gd name="T4" fmla="*/ 19 w 35"/>
                  <a:gd name="T5" fmla="*/ 10 h 29"/>
                  <a:gd name="T6" fmla="*/ 10 w 35"/>
                  <a:gd name="T7" fmla="*/ 4 h 29"/>
                  <a:gd name="T8" fmla="*/ 0 w 3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9">
                    <a:moveTo>
                      <a:pt x="0" y="1"/>
                    </a:moveTo>
                    <a:cubicBezTo>
                      <a:pt x="17" y="0"/>
                      <a:pt x="30" y="15"/>
                      <a:pt x="35" y="29"/>
                    </a:cubicBezTo>
                    <a:cubicBezTo>
                      <a:pt x="30" y="23"/>
                      <a:pt x="26" y="14"/>
                      <a:pt x="19" y="10"/>
                    </a:cubicBezTo>
                    <a:cubicBezTo>
                      <a:pt x="16" y="8"/>
                      <a:pt x="13" y="6"/>
                      <a:pt x="10" y="4"/>
                    </a:cubicBezTo>
                    <a:cubicBezTo>
                      <a:pt x="7" y="3"/>
                      <a:pt x="2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5" name="Freeform 325">
                <a:extLst>
                  <a:ext uri="{FF2B5EF4-FFF2-40B4-BE49-F238E27FC236}">
                    <a16:creationId xmlns:a16="http://schemas.microsoft.com/office/drawing/2014/main" id="{D00AEAD5-6749-426B-BC90-32005ED2F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318"/>
                <a:ext cx="119" cy="144"/>
              </a:xfrm>
              <a:custGeom>
                <a:avLst/>
                <a:gdLst>
                  <a:gd name="T0" fmla="*/ 120 w 116"/>
                  <a:gd name="T1" fmla="*/ 58 h 141"/>
                  <a:gd name="T2" fmla="*/ 96 w 116"/>
                  <a:gd name="T3" fmla="*/ 149 h 141"/>
                  <a:gd name="T4" fmla="*/ 15 w 116"/>
                  <a:gd name="T5" fmla="*/ 102 h 141"/>
                  <a:gd name="T6" fmla="*/ 38 w 116"/>
                  <a:gd name="T7" fmla="*/ 11 h 141"/>
                  <a:gd name="T8" fmla="*/ 120 w 116"/>
                  <a:gd name="T9" fmla="*/ 58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1">
                    <a:moveTo>
                      <a:pt x="102" y="52"/>
                    </a:moveTo>
                    <a:cubicBezTo>
                      <a:pt x="116" y="85"/>
                      <a:pt x="108" y="120"/>
                      <a:pt x="84" y="131"/>
                    </a:cubicBezTo>
                    <a:cubicBezTo>
                      <a:pt x="60" y="141"/>
                      <a:pt x="29" y="123"/>
                      <a:pt x="15" y="90"/>
                    </a:cubicBezTo>
                    <a:cubicBezTo>
                      <a:pt x="0" y="57"/>
                      <a:pt x="8" y="21"/>
                      <a:pt x="32" y="11"/>
                    </a:cubicBezTo>
                    <a:cubicBezTo>
                      <a:pt x="56" y="0"/>
                      <a:pt x="87" y="19"/>
                      <a:pt x="102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6" name="Freeform 326">
                <a:extLst>
                  <a:ext uri="{FF2B5EF4-FFF2-40B4-BE49-F238E27FC236}">
                    <a16:creationId xmlns:a16="http://schemas.microsoft.com/office/drawing/2014/main" id="{6927423E-0078-4223-8161-213646D20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344"/>
                <a:ext cx="78" cy="94"/>
              </a:xfrm>
              <a:custGeom>
                <a:avLst/>
                <a:gdLst>
                  <a:gd name="T0" fmla="*/ 79 w 76"/>
                  <a:gd name="T1" fmla="*/ 39 h 92"/>
                  <a:gd name="T2" fmla="*/ 65 w 76"/>
                  <a:gd name="T3" fmla="*/ 97 h 92"/>
                  <a:gd name="T4" fmla="*/ 10 w 76"/>
                  <a:gd name="T5" fmla="*/ 64 h 92"/>
                  <a:gd name="T6" fmla="*/ 27 w 76"/>
                  <a:gd name="T7" fmla="*/ 6 h 92"/>
                  <a:gd name="T8" fmla="*/ 79 w 76"/>
                  <a:gd name="T9" fmla="*/ 39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67" y="33"/>
                    </a:moveTo>
                    <a:cubicBezTo>
                      <a:pt x="76" y="55"/>
                      <a:pt x="71" y="78"/>
                      <a:pt x="55" y="85"/>
                    </a:cubicBezTo>
                    <a:cubicBezTo>
                      <a:pt x="39" y="92"/>
                      <a:pt x="19" y="80"/>
                      <a:pt x="10" y="58"/>
                    </a:cubicBezTo>
                    <a:cubicBezTo>
                      <a:pt x="0" y="36"/>
                      <a:pt x="5" y="13"/>
                      <a:pt x="21" y="6"/>
                    </a:cubicBezTo>
                    <a:cubicBezTo>
                      <a:pt x="37" y="0"/>
                      <a:pt x="57" y="12"/>
                      <a:pt x="67" y="3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7" name="Freeform 327">
                <a:extLst>
                  <a:ext uri="{FF2B5EF4-FFF2-40B4-BE49-F238E27FC236}">
                    <a16:creationId xmlns:a16="http://schemas.microsoft.com/office/drawing/2014/main" id="{0FC10745-3AFE-49FC-9B14-B551940AB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175"/>
                <a:ext cx="118" cy="144"/>
              </a:xfrm>
              <a:custGeom>
                <a:avLst/>
                <a:gdLst>
                  <a:gd name="T0" fmla="*/ 119 w 115"/>
                  <a:gd name="T1" fmla="*/ 58 h 141"/>
                  <a:gd name="T2" fmla="*/ 96 w 115"/>
                  <a:gd name="T3" fmla="*/ 149 h 141"/>
                  <a:gd name="T4" fmla="*/ 14 w 115"/>
                  <a:gd name="T5" fmla="*/ 101 h 141"/>
                  <a:gd name="T6" fmla="*/ 38 w 115"/>
                  <a:gd name="T7" fmla="*/ 11 h 141"/>
                  <a:gd name="T8" fmla="*/ 119 w 115"/>
                  <a:gd name="T9" fmla="*/ 58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41">
                    <a:moveTo>
                      <a:pt x="101" y="52"/>
                    </a:moveTo>
                    <a:cubicBezTo>
                      <a:pt x="115" y="85"/>
                      <a:pt x="108" y="120"/>
                      <a:pt x="84" y="131"/>
                    </a:cubicBezTo>
                    <a:cubicBezTo>
                      <a:pt x="60" y="141"/>
                      <a:pt x="28" y="123"/>
                      <a:pt x="14" y="89"/>
                    </a:cubicBezTo>
                    <a:cubicBezTo>
                      <a:pt x="0" y="56"/>
                      <a:pt x="8" y="21"/>
                      <a:pt x="32" y="11"/>
                    </a:cubicBezTo>
                    <a:cubicBezTo>
                      <a:pt x="56" y="0"/>
                      <a:pt x="87" y="19"/>
                      <a:pt x="101" y="52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8" name="Freeform 328">
                <a:extLst>
                  <a:ext uri="{FF2B5EF4-FFF2-40B4-BE49-F238E27FC236}">
                    <a16:creationId xmlns:a16="http://schemas.microsoft.com/office/drawing/2014/main" id="{3BF596E4-82FC-4C93-AC59-7A894E438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200"/>
                <a:ext cx="77" cy="95"/>
              </a:xfrm>
              <a:custGeom>
                <a:avLst/>
                <a:gdLst>
                  <a:gd name="T0" fmla="*/ 72 w 76"/>
                  <a:gd name="T1" fmla="*/ 40 h 93"/>
                  <a:gd name="T2" fmla="*/ 61 w 76"/>
                  <a:gd name="T3" fmla="*/ 98 h 93"/>
                  <a:gd name="T4" fmla="*/ 9 w 76"/>
                  <a:gd name="T5" fmla="*/ 65 h 93"/>
                  <a:gd name="T6" fmla="*/ 20 w 76"/>
                  <a:gd name="T7" fmla="*/ 7 h 93"/>
                  <a:gd name="T8" fmla="*/ 72 w 76"/>
                  <a:gd name="T9" fmla="*/ 4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3">
                    <a:moveTo>
                      <a:pt x="66" y="34"/>
                    </a:moveTo>
                    <a:cubicBezTo>
                      <a:pt x="76" y="56"/>
                      <a:pt x="70" y="79"/>
                      <a:pt x="55" y="86"/>
                    </a:cubicBezTo>
                    <a:cubicBezTo>
                      <a:pt x="39" y="93"/>
                      <a:pt x="18" y="81"/>
                      <a:pt x="9" y="59"/>
                    </a:cubicBezTo>
                    <a:cubicBezTo>
                      <a:pt x="0" y="37"/>
                      <a:pt x="5" y="14"/>
                      <a:pt x="20" y="7"/>
                    </a:cubicBezTo>
                    <a:cubicBezTo>
                      <a:pt x="36" y="0"/>
                      <a:pt x="57" y="13"/>
                      <a:pt x="66" y="34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9" name="Freeform 329">
                <a:extLst>
                  <a:ext uri="{FF2B5EF4-FFF2-40B4-BE49-F238E27FC236}">
                    <a16:creationId xmlns:a16="http://schemas.microsoft.com/office/drawing/2014/main" id="{13C3A1B2-49B0-4B21-B58E-4205C7544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203"/>
                <a:ext cx="69" cy="101"/>
              </a:xfrm>
              <a:custGeom>
                <a:avLst/>
                <a:gdLst>
                  <a:gd name="T0" fmla="*/ 16 w 67"/>
                  <a:gd name="T1" fmla="*/ 0 h 99"/>
                  <a:gd name="T2" fmla="*/ 14 w 67"/>
                  <a:gd name="T3" fmla="*/ 68 h 99"/>
                  <a:gd name="T4" fmla="*/ 79 w 67"/>
                  <a:gd name="T5" fmla="*/ 111 h 99"/>
                  <a:gd name="T6" fmla="*/ 26 w 67"/>
                  <a:gd name="T7" fmla="*/ 66 h 99"/>
                  <a:gd name="T8" fmla="*/ 16 w 67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99">
                    <a:moveTo>
                      <a:pt x="16" y="0"/>
                    </a:moveTo>
                    <a:cubicBezTo>
                      <a:pt x="16" y="0"/>
                      <a:pt x="0" y="29"/>
                      <a:pt x="14" y="62"/>
                    </a:cubicBezTo>
                    <a:cubicBezTo>
                      <a:pt x="28" y="94"/>
                      <a:pt x="67" y="99"/>
                      <a:pt x="67" y="99"/>
                    </a:cubicBezTo>
                    <a:cubicBezTo>
                      <a:pt x="67" y="99"/>
                      <a:pt x="33" y="88"/>
                      <a:pt x="20" y="60"/>
                    </a:cubicBezTo>
                    <a:cubicBezTo>
                      <a:pt x="8" y="31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0" name="Freeform 330">
                <a:extLst>
                  <a:ext uri="{FF2B5EF4-FFF2-40B4-BE49-F238E27FC236}">
                    <a16:creationId xmlns:a16="http://schemas.microsoft.com/office/drawing/2014/main" id="{796D4C5B-69D5-44D4-A693-75AB415E6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227"/>
                <a:ext cx="37" cy="67"/>
              </a:xfrm>
              <a:custGeom>
                <a:avLst/>
                <a:gdLst>
                  <a:gd name="T0" fmla="*/ 5 w 36"/>
                  <a:gd name="T1" fmla="*/ 0 h 65"/>
                  <a:gd name="T2" fmla="*/ 42 w 36"/>
                  <a:gd name="T3" fmla="*/ 77 h 65"/>
                  <a:gd name="T4" fmla="*/ 5 w 36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65">
                    <a:moveTo>
                      <a:pt x="5" y="0"/>
                    </a:moveTo>
                    <a:cubicBezTo>
                      <a:pt x="5" y="0"/>
                      <a:pt x="0" y="45"/>
                      <a:pt x="36" y="65"/>
                    </a:cubicBezTo>
                    <a:cubicBezTo>
                      <a:pt x="36" y="65"/>
                      <a:pt x="6" y="47"/>
                      <a:pt x="5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1" name="Freeform 331">
                <a:extLst>
                  <a:ext uri="{FF2B5EF4-FFF2-40B4-BE49-F238E27FC236}">
                    <a16:creationId xmlns:a16="http://schemas.microsoft.com/office/drawing/2014/main" id="{9A052D13-B050-4997-99C6-F7FCDB7C4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188"/>
                <a:ext cx="72" cy="103"/>
              </a:xfrm>
              <a:custGeom>
                <a:avLst/>
                <a:gdLst>
                  <a:gd name="T0" fmla="*/ 0 w 70"/>
                  <a:gd name="T1" fmla="*/ 13 h 100"/>
                  <a:gd name="T2" fmla="*/ 55 w 70"/>
                  <a:gd name="T3" fmla="*/ 50 h 100"/>
                  <a:gd name="T4" fmla="*/ 42 w 70"/>
                  <a:gd name="T5" fmla="*/ 118 h 100"/>
                  <a:gd name="T6" fmla="*/ 63 w 70"/>
                  <a:gd name="T7" fmla="*/ 50 h 100"/>
                  <a:gd name="T8" fmla="*/ 0 w 70"/>
                  <a:gd name="T9" fmla="*/ 13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00">
                    <a:moveTo>
                      <a:pt x="0" y="13"/>
                    </a:moveTo>
                    <a:cubicBezTo>
                      <a:pt x="0" y="13"/>
                      <a:pt x="31" y="6"/>
                      <a:pt x="48" y="44"/>
                    </a:cubicBezTo>
                    <a:cubicBezTo>
                      <a:pt x="64" y="83"/>
                      <a:pt x="36" y="100"/>
                      <a:pt x="36" y="100"/>
                    </a:cubicBezTo>
                    <a:cubicBezTo>
                      <a:pt x="36" y="100"/>
                      <a:pt x="70" y="87"/>
                      <a:pt x="52" y="44"/>
                    </a:cubicBezTo>
                    <a:cubicBezTo>
                      <a:pt x="33" y="0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2" name="Freeform 332">
                <a:extLst>
                  <a:ext uri="{FF2B5EF4-FFF2-40B4-BE49-F238E27FC236}">
                    <a16:creationId xmlns:a16="http://schemas.microsoft.com/office/drawing/2014/main" id="{5A7E7EF0-5D8A-4BD4-813A-F72E2491E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212"/>
                <a:ext cx="51" cy="73"/>
              </a:xfrm>
              <a:custGeom>
                <a:avLst/>
                <a:gdLst>
                  <a:gd name="T0" fmla="*/ 16 w 50"/>
                  <a:gd name="T1" fmla="*/ 1 h 71"/>
                  <a:gd name="T2" fmla="*/ 4 w 50"/>
                  <a:gd name="T3" fmla="*/ 47 h 71"/>
                  <a:gd name="T4" fmla="*/ 15 w 50"/>
                  <a:gd name="T5" fmla="*/ 71 h 71"/>
                  <a:gd name="T6" fmla="*/ 40 w 50"/>
                  <a:gd name="T7" fmla="*/ 82 h 71"/>
                  <a:gd name="T8" fmla="*/ 56 w 50"/>
                  <a:gd name="T9" fmla="*/ 69 h 71"/>
                  <a:gd name="T10" fmla="*/ 53 w 50"/>
                  <a:gd name="T11" fmla="*/ 50 h 71"/>
                  <a:gd name="T12" fmla="*/ 41 w 50"/>
                  <a:gd name="T13" fmla="*/ 39 h 71"/>
                  <a:gd name="T14" fmla="*/ 36 w 50"/>
                  <a:gd name="T15" fmla="*/ 7 h 71"/>
                  <a:gd name="T16" fmla="*/ 15 w 50"/>
                  <a:gd name="T17" fmla="*/ 1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71">
                    <a:moveTo>
                      <a:pt x="16" y="1"/>
                    </a:moveTo>
                    <a:cubicBezTo>
                      <a:pt x="0" y="6"/>
                      <a:pt x="0" y="28"/>
                      <a:pt x="4" y="41"/>
                    </a:cubicBezTo>
                    <a:cubicBezTo>
                      <a:pt x="7" y="48"/>
                      <a:pt x="10" y="53"/>
                      <a:pt x="15" y="59"/>
                    </a:cubicBezTo>
                    <a:cubicBezTo>
                      <a:pt x="20" y="64"/>
                      <a:pt x="26" y="71"/>
                      <a:pt x="34" y="70"/>
                    </a:cubicBezTo>
                    <a:cubicBezTo>
                      <a:pt x="41" y="69"/>
                      <a:pt x="50" y="66"/>
                      <a:pt x="50" y="57"/>
                    </a:cubicBezTo>
                    <a:cubicBezTo>
                      <a:pt x="50" y="52"/>
                      <a:pt x="49" y="48"/>
                      <a:pt x="47" y="44"/>
                    </a:cubicBezTo>
                    <a:cubicBezTo>
                      <a:pt x="44" y="38"/>
                      <a:pt x="40" y="37"/>
                      <a:pt x="35" y="33"/>
                    </a:cubicBezTo>
                    <a:cubicBezTo>
                      <a:pt x="29" y="26"/>
                      <a:pt x="34" y="15"/>
                      <a:pt x="30" y="7"/>
                    </a:cubicBezTo>
                    <a:cubicBezTo>
                      <a:pt x="27" y="2"/>
                      <a:pt x="20" y="0"/>
                      <a:pt x="15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3" name="Freeform 333">
                <a:extLst>
                  <a:ext uri="{FF2B5EF4-FFF2-40B4-BE49-F238E27FC236}">
                    <a16:creationId xmlns:a16="http://schemas.microsoft.com/office/drawing/2014/main" id="{5F052566-9AA9-42FD-8EF1-93BEA6F9C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208"/>
                <a:ext cx="35" cy="29"/>
              </a:xfrm>
              <a:custGeom>
                <a:avLst/>
                <a:gdLst>
                  <a:gd name="T0" fmla="*/ 0 w 34"/>
                  <a:gd name="T1" fmla="*/ 1 h 29"/>
                  <a:gd name="T2" fmla="*/ 40 w 34"/>
                  <a:gd name="T3" fmla="*/ 29 h 29"/>
                  <a:gd name="T4" fmla="*/ 25 w 34"/>
                  <a:gd name="T5" fmla="*/ 10 h 29"/>
                  <a:gd name="T6" fmla="*/ 9 w 34"/>
                  <a:gd name="T7" fmla="*/ 4 h 29"/>
                  <a:gd name="T8" fmla="*/ 0 w 34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9">
                    <a:moveTo>
                      <a:pt x="0" y="1"/>
                    </a:moveTo>
                    <a:cubicBezTo>
                      <a:pt x="16" y="0"/>
                      <a:pt x="30" y="14"/>
                      <a:pt x="34" y="29"/>
                    </a:cubicBezTo>
                    <a:cubicBezTo>
                      <a:pt x="30" y="23"/>
                      <a:pt x="25" y="14"/>
                      <a:pt x="19" y="10"/>
                    </a:cubicBezTo>
                    <a:cubicBezTo>
                      <a:pt x="16" y="8"/>
                      <a:pt x="12" y="6"/>
                      <a:pt x="9" y="4"/>
                    </a:cubicBezTo>
                    <a:cubicBezTo>
                      <a:pt x="7" y="2"/>
                      <a:pt x="2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4" name="Freeform 334">
                <a:extLst>
                  <a:ext uri="{FF2B5EF4-FFF2-40B4-BE49-F238E27FC236}">
                    <a16:creationId xmlns:a16="http://schemas.microsoft.com/office/drawing/2014/main" id="{1134A0C3-D846-4DB9-BF72-A74E13240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175"/>
                <a:ext cx="119" cy="144"/>
              </a:xfrm>
              <a:custGeom>
                <a:avLst/>
                <a:gdLst>
                  <a:gd name="T0" fmla="*/ 119 w 116"/>
                  <a:gd name="T1" fmla="*/ 58 h 141"/>
                  <a:gd name="T2" fmla="*/ 96 w 116"/>
                  <a:gd name="T3" fmla="*/ 149 h 141"/>
                  <a:gd name="T4" fmla="*/ 14 w 116"/>
                  <a:gd name="T5" fmla="*/ 102 h 141"/>
                  <a:gd name="T6" fmla="*/ 38 w 116"/>
                  <a:gd name="T7" fmla="*/ 11 h 141"/>
                  <a:gd name="T8" fmla="*/ 119 w 116"/>
                  <a:gd name="T9" fmla="*/ 58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1">
                    <a:moveTo>
                      <a:pt x="101" y="52"/>
                    </a:moveTo>
                    <a:cubicBezTo>
                      <a:pt x="116" y="85"/>
                      <a:pt x="108" y="120"/>
                      <a:pt x="84" y="131"/>
                    </a:cubicBezTo>
                    <a:cubicBezTo>
                      <a:pt x="60" y="141"/>
                      <a:pt x="29" y="123"/>
                      <a:pt x="14" y="90"/>
                    </a:cubicBezTo>
                    <a:cubicBezTo>
                      <a:pt x="0" y="56"/>
                      <a:pt x="8" y="21"/>
                      <a:pt x="32" y="11"/>
                    </a:cubicBezTo>
                    <a:cubicBezTo>
                      <a:pt x="56" y="0"/>
                      <a:pt x="87" y="19"/>
                      <a:pt x="101" y="5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5" name="Freeform 335">
                <a:extLst>
                  <a:ext uri="{FF2B5EF4-FFF2-40B4-BE49-F238E27FC236}">
                    <a16:creationId xmlns:a16="http://schemas.microsoft.com/office/drawing/2014/main" id="{0FC5C079-EFBD-4305-B6EF-226FF1371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200"/>
                <a:ext cx="77" cy="95"/>
              </a:xfrm>
              <a:custGeom>
                <a:avLst/>
                <a:gdLst>
                  <a:gd name="T0" fmla="*/ 72 w 76"/>
                  <a:gd name="T1" fmla="*/ 40 h 93"/>
                  <a:gd name="T2" fmla="*/ 61 w 76"/>
                  <a:gd name="T3" fmla="*/ 98 h 93"/>
                  <a:gd name="T4" fmla="*/ 9 w 76"/>
                  <a:gd name="T5" fmla="*/ 65 h 93"/>
                  <a:gd name="T6" fmla="*/ 21 w 76"/>
                  <a:gd name="T7" fmla="*/ 7 h 93"/>
                  <a:gd name="T8" fmla="*/ 72 w 76"/>
                  <a:gd name="T9" fmla="*/ 4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3">
                    <a:moveTo>
                      <a:pt x="66" y="34"/>
                    </a:moveTo>
                    <a:cubicBezTo>
                      <a:pt x="76" y="56"/>
                      <a:pt x="71" y="79"/>
                      <a:pt x="55" y="86"/>
                    </a:cubicBezTo>
                    <a:cubicBezTo>
                      <a:pt x="39" y="93"/>
                      <a:pt x="19" y="81"/>
                      <a:pt x="9" y="59"/>
                    </a:cubicBezTo>
                    <a:cubicBezTo>
                      <a:pt x="0" y="37"/>
                      <a:pt x="5" y="14"/>
                      <a:pt x="21" y="7"/>
                    </a:cubicBezTo>
                    <a:cubicBezTo>
                      <a:pt x="37" y="0"/>
                      <a:pt x="57" y="13"/>
                      <a:pt x="66" y="3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6" name="Freeform 336">
                <a:extLst>
                  <a:ext uri="{FF2B5EF4-FFF2-40B4-BE49-F238E27FC236}">
                    <a16:creationId xmlns:a16="http://schemas.microsoft.com/office/drawing/2014/main" id="{EFCE4E61-4AF2-49AD-B85D-A3FF1BAF1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586"/>
                <a:ext cx="93" cy="128"/>
              </a:xfrm>
              <a:custGeom>
                <a:avLst/>
                <a:gdLst>
                  <a:gd name="T0" fmla="*/ 103 w 91"/>
                  <a:gd name="T1" fmla="*/ 73 h 125"/>
                  <a:gd name="T2" fmla="*/ 52 w 91"/>
                  <a:gd name="T3" fmla="*/ 143 h 125"/>
                  <a:gd name="T4" fmla="*/ 0 w 91"/>
                  <a:gd name="T5" fmla="*/ 75 h 125"/>
                  <a:gd name="T6" fmla="*/ 51 w 91"/>
                  <a:gd name="T7" fmla="*/ 0 h 125"/>
                  <a:gd name="T8" fmla="*/ 103 w 91"/>
                  <a:gd name="T9" fmla="*/ 73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25">
                    <a:moveTo>
                      <a:pt x="91" y="62"/>
                    </a:moveTo>
                    <a:cubicBezTo>
                      <a:pt x="91" y="97"/>
                      <a:pt x="71" y="125"/>
                      <a:pt x="46" y="125"/>
                    </a:cubicBezTo>
                    <a:cubicBezTo>
                      <a:pt x="21" y="125"/>
                      <a:pt x="0" y="98"/>
                      <a:pt x="0" y="63"/>
                    </a:cubicBezTo>
                    <a:cubicBezTo>
                      <a:pt x="0" y="28"/>
                      <a:pt x="20" y="0"/>
                      <a:pt x="45" y="0"/>
                    </a:cubicBezTo>
                    <a:cubicBezTo>
                      <a:pt x="70" y="0"/>
                      <a:pt x="91" y="27"/>
                      <a:pt x="91" y="62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7" name="Freeform 337">
                <a:extLst>
                  <a:ext uri="{FF2B5EF4-FFF2-40B4-BE49-F238E27FC236}">
                    <a16:creationId xmlns:a16="http://schemas.microsoft.com/office/drawing/2014/main" id="{5F1E420A-A206-4780-B77F-3947889A2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608"/>
                <a:ext cx="63" cy="85"/>
              </a:xfrm>
              <a:custGeom>
                <a:avLst/>
                <a:gdLst>
                  <a:gd name="T0" fmla="*/ 72 w 61"/>
                  <a:gd name="T1" fmla="*/ 47 h 83"/>
                  <a:gd name="T2" fmla="*/ 37 w 61"/>
                  <a:gd name="T3" fmla="*/ 95 h 83"/>
                  <a:gd name="T4" fmla="*/ 1 w 61"/>
                  <a:gd name="T5" fmla="*/ 48 h 83"/>
                  <a:gd name="T6" fmla="*/ 36 w 61"/>
                  <a:gd name="T7" fmla="*/ 0 h 83"/>
                  <a:gd name="T8" fmla="*/ 72 w 61"/>
                  <a:gd name="T9" fmla="*/ 47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83">
                    <a:moveTo>
                      <a:pt x="60" y="41"/>
                    </a:moveTo>
                    <a:cubicBezTo>
                      <a:pt x="61" y="64"/>
                      <a:pt x="47" y="82"/>
                      <a:pt x="31" y="83"/>
                    </a:cubicBezTo>
                    <a:cubicBezTo>
                      <a:pt x="15" y="83"/>
                      <a:pt x="1" y="65"/>
                      <a:pt x="1" y="42"/>
                    </a:cubicBezTo>
                    <a:cubicBezTo>
                      <a:pt x="0" y="19"/>
                      <a:pt x="14" y="1"/>
                      <a:pt x="30" y="0"/>
                    </a:cubicBezTo>
                    <a:cubicBezTo>
                      <a:pt x="46" y="0"/>
                      <a:pt x="60" y="19"/>
                      <a:pt x="60" y="41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8" name="Freeform 338">
                <a:extLst>
                  <a:ext uri="{FF2B5EF4-FFF2-40B4-BE49-F238E27FC236}">
                    <a16:creationId xmlns:a16="http://schemas.microsoft.com/office/drawing/2014/main" id="{8FD260B0-9FF9-4300-8018-74E38E2B6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596"/>
                <a:ext cx="34" cy="110"/>
              </a:xfrm>
              <a:custGeom>
                <a:avLst/>
                <a:gdLst>
                  <a:gd name="T0" fmla="*/ 31 w 33"/>
                  <a:gd name="T1" fmla="*/ 0 h 107"/>
                  <a:gd name="T2" fmla="*/ 0 w 33"/>
                  <a:gd name="T3" fmla="*/ 66 h 107"/>
                  <a:gd name="T4" fmla="*/ 39 w 33"/>
                  <a:gd name="T5" fmla="*/ 125 h 107"/>
                  <a:gd name="T6" fmla="*/ 6 w 33"/>
                  <a:gd name="T7" fmla="*/ 66 h 107"/>
                  <a:gd name="T8" fmla="*/ 31 w 33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07">
                    <a:moveTo>
                      <a:pt x="25" y="0"/>
                    </a:moveTo>
                    <a:cubicBezTo>
                      <a:pt x="25" y="0"/>
                      <a:pt x="0" y="20"/>
                      <a:pt x="0" y="54"/>
                    </a:cubicBezTo>
                    <a:cubicBezTo>
                      <a:pt x="1" y="88"/>
                      <a:pt x="33" y="107"/>
                      <a:pt x="33" y="107"/>
                    </a:cubicBezTo>
                    <a:cubicBezTo>
                      <a:pt x="33" y="107"/>
                      <a:pt x="7" y="84"/>
                      <a:pt x="6" y="54"/>
                    </a:cubicBezTo>
                    <a:cubicBezTo>
                      <a:pt x="6" y="25"/>
                      <a:pt x="25" y="0"/>
                      <a:pt x="25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9" name="Freeform 339">
                <a:extLst>
                  <a:ext uri="{FF2B5EF4-FFF2-40B4-BE49-F238E27FC236}">
                    <a16:creationId xmlns:a16="http://schemas.microsoft.com/office/drawing/2014/main" id="{238D2A76-A652-4C98-B0EF-163F4D14F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617"/>
                <a:ext cx="25" cy="69"/>
              </a:xfrm>
              <a:custGeom>
                <a:avLst/>
                <a:gdLst>
                  <a:gd name="T0" fmla="*/ 21 w 25"/>
                  <a:gd name="T1" fmla="*/ 0 h 68"/>
                  <a:gd name="T2" fmla="*/ 25 w 25"/>
                  <a:gd name="T3" fmla="*/ 74 h 68"/>
                  <a:gd name="T4" fmla="*/ 21 w 25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8">
                    <a:moveTo>
                      <a:pt x="21" y="0"/>
                    </a:moveTo>
                    <a:cubicBezTo>
                      <a:pt x="21" y="0"/>
                      <a:pt x="0" y="37"/>
                      <a:pt x="25" y="68"/>
                    </a:cubicBezTo>
                    <a:cubicBezTo>
                      <a:pt x="25" y="68"/>
                      <a:pt x="5" y="42"/>
                      <a:pt x="21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0" name="Freeform 340">
                <a:extLst>
                  <a:ext uri="{FF2B5EF4-FFF2-40B4-BE49-F238E27FC236}">
                    <a16:creationId xmlns:a16="http://schemas.microsoft.com/office/drawing/2014/main" id="{37B3B38A-6676-4DDF-BFCC-52A10C197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605"/>
                <a:ext cx="36" cy="92"/>
              </a:xfrm>
              <a:custGeom>
                <a:avLst/>
                <a:gdLst>
                  <a:gd name="T0" fmla="*/ 0 w 35"/>
                  <a:gd name="T1" fmla="*/ 0 h 90"/>
                  <a:gd name="T2" fmla="*/ 37 w 35"/>
                  <a:gd name="T3" fmla="*/ 51 h 90"/>
                  <a:gd name="T4" fmla="*/ 0 w 35"/>
                  <a:gd name="T5" fmla="*/ 101 h 90"/>
                  <a:gd name="T6" fmla="*/ 40 w 35"/>
                  <a:gd name="T7" fmla="*/ 51 h 90"/>
                  <a:gd name="T8" fmla="*/ 0 w 35"/>
                  <a:gd name="T9" fmla="*/ 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90">
                    <a:moveTo>
                      <a:pt x="0" y="0"/>
                    </a:moveTo>
                    <a:cubicBezTo>
                      <a:pt x="0" y="0"/>
                      <a:pt x="30" y="4"/>
                      <a:pt x="31" y="45"/>
                    </a:cubicBezTo>
                    <a:cubicBezTo>
                      <a:pt x="31" y="85"/>
                      <a:pt x="0" y="89"/>
                      <a:pt x="0" y="89"/>
                    </a:cubicBezTo>
                    <a:cubicBezTo>
                      <a:pt x="0" y="89"/>
                      <a:pt x="35" y="90"/>
                      <a:pt x="34" y="45"/>
                    </a:cubicBezTo>
                    <a:cubicBezTo>
                      <a:pt x="34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1" name="Freeform 341">
                <a:extLst>
                  <a:ext uri="{FF2B5EF4-FFF2-40B4-BE49-F238E27FC236}">
                    <a16:creationId xmlns:a16="http://schemas.microsoft.com/office/drawing/2014/main" id="{DBD40059-0546-493A-A7B4-AD81FEBC7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1613"/>
                <a:ext cx="38" cy="72"/>
              </a:xfrm>
              <a:custGeom>
                <a:avLst/>
                <a:gdLst>
                  <a:gd name="T0" fmla="*/ 31 w 37"/>
                  <a:gd name="T1" fmla="*/ 1 h 71"/>
                  <a:gd name="T2" fmla="*/ 0 w 37"/>
                  <a:gd name="T3" fmla="*/ 32 h 71"/>
                  <a:gd name="T4" fmla="*/ 3 w 37"/>
                  <a:gd name="T5" fmla="*/ 58 h 71"/>
                  <a:gd name="T6" fmla="*/ 15 w 37"/>
                  <a:gd name="T7" fmla="*/ 74 h 71"/>
                  <a:gd name="T8" fmla="*/ 40 w 37"/>
                  <a:gd name="T9" fmla="*/ 69 h 71"/>
                  <a:gd name="T10" fmla="*/ 43 w 37"/>
                  <a:gd name="T11" fmla="*/ 56 h 71"/>
                  <a:gd name="T12" fmla="*/ 37 w 37"/>
                  <a:gd name="T13" fmla="*/ 42 h 71"/>
                  <a:gd name="T14" fmla="*/ 41 w 37"/>
                  <a:gd name="T15" fmla="*/ 12 h 71"/>
                  <a:gd name="T16" fmla="*/ 31 w 37"/>
                  <a:gd name="T17" fmla="*/ 1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71">
                    <a:moveTo>
                      <a:pt x="25" y="1"/>
                    </a:moveTo>
                    <a:cubicBezTo>
                      <a:pt x="9" y="0"/>
                      <a:pt x="1" y="19"/>
                      <a:pt x="0" y="32"/>
                    </a:cubicBezTo>
                    <a:cubicBezTo>
                      <a:pt x="0" y="39"/>
                      <a:pt x="0" y="45"/>
                      <a:pt x="3" y="52"/>
                    </a:cubicBezTo>
                    <a:cubicBezTo>
                      <a:pt x="5" y="58"/>
                      <a:pt x="8" y="67"/>
                      <a:pt x="15" y="68"/>
                    </a:cubicBezTo>
                    <a:cubicBezTo>
                      <a:pt x="23" y="70"/>
                      <a:pt x="31" y="71"/>
                      <a:pt x="34" y="63"/>
                    </a:cubicBezTo>
                    <a:cubicBezTo>
                      <a:pt x="36" y="59"/>
                      <a:pt x="37" y="55"/>
                      <a:pt x="37" y="50"/>
                    </a:cubicBezTo>
                    <a:cubicBezTo>
                      <a:pt x="36" y="45"/>
                      <a:pt x="33" y="41"/>
                      <a:pt x="31" y="36"/>
                    </a:cubicBezTo>
                    <a:cubicBezTo>
                      <a:pt x="27" y="28"/>
                      <a:pt x="36" y="20"/>
                      <a:pt x="35" y="12"/>
                    </a:cubicBezTo>
                    <a:cubicBezTo>
                      <a:pt x="34" y="6"/>
                      <a:pt x="29" y="2"/>
                      <a:pt x="25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2" name="Freeform 342">
                <a:extLst>
                  <a:ext uri="{FF2B5EF4-FFF2-40B4-BE49-F238E27FC236}">
                    <a16:creationId xmlns:a16="http://schemas.microsoft.com/office/drawing/2014/main" id="{FCAF6689-E110-433D-9B7A-6D2FE2192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613"/>
                <a:ext cx="22" cy="39"/>
              </a:xfrm>
              <a:custGeom>
                <a:avLst/>
                <a:gdLst>
                  <a:gd name="T0" fmla="*/ 0 w 21"/>
                  <a:gd name="T1" fmla="*/ 0 h 38"/>
                  <a:gd name="T2" fmla="*/ 26 w 21"/>
                  <a:gd name="T3" fmla="*/ 44 h 38"/>
                  <a:gd name="T4" fmla="*/ 19 w 21"/>
                  <a:gd name="T5" fmla="*/ 15 h 38"/>
                  <a:gd name="T6" fmla="*/ 7 w 21"/>
                  <a:gd name="T7" fmla="*/ 6 h 38"/>
                  <a:gd name="T8" fmla="*/ 0 w 21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8">
                    <a:moveTo>
                      <a:pt x="0" y="0"/>
                    </a:moveTo>
                    <a:cubicBezTo>
                      <a:pt x="15" y="5"/>
                      <a:pt x="21" y="23"/>
                      <a:pt x="20" y="38"/>
                    </a:cubicBezTo>
                    <a:cubicBezTo>
                      <a:pt x="18" y="30"/>
                      <a:pt x="18" y="21"/>
                      <a:pt x="13" y="15"/>
                    </a:cubicBezTo>
                    <a:cubicBezTo>
                      <a:pt x="12" y="12"/>
                      <a:pt x="9" y="9"/>
                      <a:pt x="7" y="6"/>
                    </a:cubicBezTo>
                    <a:cubicBezTo>
                      <a:pt x="5" y="4"/>
                      <a:pt x="1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3" name="Freeform 343">
                <a:extLst>
                  <a:ext uri="{FF2B5EF4-FFF2-40B4-BE49-F238E27FC236}">
                    <a16:creationId xmlns:a16="http://schemas.microsoft.com/office/drawing/2014/main" id="{1C9C4FD5-0D4D-46F0-A64E-EE4FE91ED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586"/>
                <a:ext cx="94" cy="129"/>
              </a:xfrm>
              <a:custGeom>
                <a:avLst/>
                <a:gdLst>
                  <a:gd name="T0" fmla="*/ 103 w 92"/>
                  <a:gd name="T1" fmla="*/ 73 h 126"/>
                  <a:gd name="T2" fmla="*/ 53 w 92"/>
                  <a:gd name="T3" fmla="*/ 143 h 126"/>
                  <a:gd name="T4" fmla="*/ 0 w 92"/>
                  <a:gd name="T5" fmla="*/ 75 h 126"/>
                  <a:gd name="T6" fmla="*/ 51 w 92"/>
                  <a:gd name="T7" fmla="*/ 0 h 126"/>
                  <a:gd name="T8" fmla="*/ 103 w 92"/>
                  <a:gd name="T9" fmla="*/ 73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26">
                    <a:moveTo>
                      <a:pt x="91" y="62"/>
                    </a:moveTo>
                    <a:cubicBezTo>
                      <a:pt x="92" y="97"/>
                      <a:pt x="72" y="125"/>
                      <a:pt x="47" y="125"/>
                    </a:cubicBezTo>
                    <a:cubicBezTo>
                      <a:pt x="21" y="126"/>
                      <a:pt x="1" y="98"/>
                      <a:pt x="0" y="63"/>
                    </a:cubicBezTo>
                    <a:cubicBezTo>
                      <a:pt x="0" y="29"/>
                      <a:pt x="20" y="0"/>
                      <a:pt x="45" y="0"/>
                    </a:cubicBezTo>
                    <a:cubicBezTo>
                      <a:pt x="70" y="0"/>
                      <a:pt x="91" y="28"/>
                      <a:pt x="91" y="6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4" name="Freeform 344">
                <a:extLst>
                  <a:ext uri="{FF2B5EF4-FFF2-40B4-BE49-F238E27FC236}">
                    <a16:creationId xmlns:a16="http://schemas.microsoft.com/office/drawing/2014/main" id="{250DF9CE-1BB1-4249-9AEE-3D0D862F4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1608"/>
                <a:ext cx="62" cy="85"/>
              </a:xfrm>
              <a:custGeom>
                <a:avLst/>
                <a:gdLst>
                  <a:gd name="T0" fmla="*/ 72 w 60"/>
                  <a:gd name="T1" fmla="*/ 47 h 83"/>
                  <a:gd name="T2" fmla="*/ 36 w 60"/>
                  <a:gd name="T3" fmla="*/ 95 h 83"/>
                  <a:gd name="T4" fmla="*/ 0 w 60"/>
                  <a:gd name="T5" fmla="*/ 48 h 83"/>
                  <a:gd name="T6" fmla="*/ 35 w 60"/>
                  <a:gd name="T7" fmla="*/ 1 h 83"/>
                  <a:gd name="T8" fmla="*/ 72 w 60"/>
                  <a:gd name="T9" fmla="*/ 47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83">
                    <a:moveTo>
                      <a:pt x="60" y="41"/>
                    </a:moveTo>
                    <a:cubicBezTo>
                      <a:pt x="60" y="64"/>
                      <a:pt x="47" y="83"/>
                      <a:pt x="30" y="83"/>
                    </a:cubicBezTo>
                    <a:cubicBezTo>
                      <a:pt x="14" y="83"/>
                      <a:pt x="0" y="65"/>
                      <a:pt x="0" y="42"/>
                    </a:cubicBezTo>
                    <a:cubicBezTo>
                      <a:pt x="0" y="19"/>
                      <a:pt x="13" y="1"/>
                      <a:pt x="29" y="1"/>
                    </a:cubicBezTo>
                    <a:cubicBezTo>
                      <a:pt x="46" y="0"/>
                      <a:pt x="59" y="19"/>
                      <a:pt x="60" y="41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5" name="Freeform 345">
                <a:extLst>
                  <a:ext uri="{FF2B5EF4-FFF2-40B4-BE49-F238E27FC236}">
                    <a16:creationId xmlns:a16="http://schemas.microsoft.com/office/drawing/2014/main" id="{2AE31F94-52C0-46FF-A16B-9193E1056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485"/>
                <a:ext cx="87" cy="119"/>
              </a:xfrm>
              <a:custGeom>
                <a:avLst/>
                <a:gdLst>
                  <a:gd name="T0" fmla="*/ 96 w 85"/>
                  <a:gd name="T1" fmla="*/ 68 h 116"/>
                  <a:gd name="T2" fmla="*/ 49 w 85"/>
                  <a:gd name="T3" fmla="*/ 133 h 116"/>
                  <a:gd name="T4" fmla="*/ 1 w 85"/>
                  <a:gd name="T5" fmla="*/ 70 h 116"/>
                  <a:gd name="T6" fmla="*/ 48 w 85"/>
                  <a:gd name="T7" fmla="*/ 0 h 116"/>
                  <a:gd name="T8" fmla="*/ 96 w 85"/>
                  <a:gd name="T9" fmla="*/ 68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16">
                    <a:moveTo>
                      <a:pt x="84" y="57"/>
                    </a:moveTo>
                    <a:cubicBezTo>
                      <a:pt x="85" y="89"/>
                      <a:pt x="66" y="115"/>
                      <a:pt x="43" y="115"/>
                    </a:cubicBezTo>
                    <a:cubicBezTo>
                      <a:pt x="20" y="116"/>
                      <a:pt x="1" y="90"/>
                      <a:pt x="1" y="58"/>
                    </a:cubicBezTo>
                    <a:cubicBezTo>
                      <a:pt x="0" y="26"/>
                      <a:pt x="19" y="0"/>
                      <a:pt x="42" y="0"/>
                    </a:cubicBezTo>
                    <a:cubicBezTo>
                      <a:pt x="65" y="0"/>
                      <a:pt x="84" y="26"/>
                      <a:pt x="84" y="57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6" name="Freeform 346">
                <a:extLst>
                  <a:ext uri="{FF2B5EF4-FFF2-40B4-BE49-F238E27FC236}">
                    <a16:creationId xmlns:a16="http://schemas.microsoft.com/office/drawing/2014/main" id="{AF68887B-B716-41AE-9C6A-1E91A1325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505"/>
                <a:ext cx="56" cy="78"/>
              </a:xfrm>
              <a:custGeom>
                <a:avLst/>
                <a:gdLst>
                  <a:gd name="T0" fmla="*/ 61 w 55"/>
                  <a:gd name="T1" fmla="*/ 44 h 76"/>
                  <a:gd name="T2" fmla="*/ 34 w 55"/>
                  <a:gd name="T3" fmla="*/ 88 h 76"/>
                  <a:gd name="T4" fmla="*/ 0 w 55"/>
                  <a:gd name="T5" fmla="*/ 44 h 76"/>
                  <a:gd name="T6" fmla="*/ 27 w 55"/>
                  <a:gd name="T7" fmla="*/ 0 h 76"/>
                  <a:gd name="T8" fmla="*/ 61 w 55"/>
                  <a:gd name="T9" fmla="*/ 4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6">
                    <a:moveTo>
                      <a:pt x="55" y="38"/>
                    </a:moveTo>
                    <a:cubicBezTo>
                      <a:pt x="55" y="58"/>
                      <a:pt x="43" y="75"/>
                      <a:pt x="28" y="76"/>
                    </a:cubicBezTo>
                    <a:cubicBezTo>
                      <a:pt x="13" y="76"/>
                      <a:pt x="0" y="59"/>
                      <a:pt x="0" y="38"/>
                    </a:cubicBezTo>
                    <a:cubicBezTo>
                      <a:pt x="0" y="17"/>
                      <a:pt x="12" y="0"/>
                      <a:pt x="27" y="0"/>
                    </a:cubicBezTo>
                    <a:cubicBezTo>
                      <a:pt x="42" y="0"/>
                      <a:pt x="55" y="17"/>
                      <a:pt x="55" y="38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7" name="Freeform 347">
                <a:extLst>
                  <a:ext uri="{FF2B5EF4-FFF2-40B4-BE49-F238E27FC236}">
                    <a16:creationId xmlns:a16="http://schemas.microsoft.com/office/drawing/2014/main" id="{B063CDDB-7C0E-41E0-93E7-B28D3ABE8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495"/>
                <a:ext cx="32" cy="100"/>
              </a:xfrm>
              <a:custGeom>
                <a:avLst/>
                <a:gdLst>
                  <a:gd name="T0" fmla="*/ 29 w 31"/>
                  <a:gd name="T1" fmla="*/ 0 h 98"/>
                  <a:gd name="T2" fmla="*/ 0 w 31"/>
                  <a:gd name="T3" fmla="*/ 55 h 98"/>
                  <a:gd name="T4" fmla="*/ 37 w 31"/>
                  <a:gd name="T5" fmla="*/ 110 h 98"/>
                  <a:gd name="T6" fmla="*/ 6 w 31"/>
                  <a:gd name="T7" fmla="*/ 55 h 98"/>
                  <a:gd name="T8" fmla="*/ 29 w 31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98">
                    <a:moveTo>
                      <a:pt x="23" y="0"/>
                    </a:moveTo>
                    <a:cubicBezTo>
                      <a:pt x="23" y="0"/>
                      <a:pt x="0" y="18"/>
                      <a:pt x="0" y="49"/>
                    </a:cubicBezTo>
                    <a:cubicBezTo>
                      <a:pt x="1" y="80"/>
                      <a:pt x="31" y="98"/>
                      <a:pt x="31" y="98"/>
                    </a:cubicBezTo>
                    <a:cubicBezTo>
                      <a:pt x="31" y="98"/>
                      <a:pt x="6" y="76"/>
                      <a:pt x="6" y="49"/>
                    </a:cubicBezTo>
                    <a:cubicBezTo>
                      <a:pt x="6" y="22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8" name="Freeform 348">
                <a:extLst>
                  <a:ext uri="{FF2B5EF4-FFF2-40B4-BE49-F238E27FC236}">
                    <a16:creationId xmlns:a16="http://schemas.microsoft.com/office/drawing/2014/main" id="{A57A72EE-D470-4B20-A674-7934F780D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513"/>
                <a:ext cx="23" cy="65"/>
              </a:xfrm>
              <a:custGeom>
                <a:avLst/>
                <a:gdLst>
                  <a:gd name="T0" fmla="*/ 19 w 23"/>
                  <a:gd name="T1" fmla="*/ 0 h 64"/>
                  <a:gd name="T2" fmla="*/ 23 w 23"/>
                  <a:gd name="T3" fmla="*/ 70 h 64"/>
                  <a:gd name="T4" fmla="*/ 19 w 23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4">
                    <a:moveTo>
                      <a:pt x="19" y="0"/>
                    </a:moveTo>
                    <a:cubicBezTo>
                      <a:pt x="19" y="0"/>
                      <a:pt x="0" y="35"/>
                      <a:pt x="23" y="64"/>
                    </a:cubicBezTo>
                    <a:cubicBezTo>
                      <a:pt x="23" y="64"/>
                      <a:pt x="5" y="39"/>
                      <a:pt x="19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9" name="Freeform 349">
                <a:extLst>
                  <a:ext uri="{FF2B5EF4-FFF2-40B4-BE49-F238E27FC236}">
                    <a16:creationId xmlns:a16="http://schemas.microsoft.com/office/drawing/2014/main" id="{9B125499-58D4-474B-A482-3669DA148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501"/>
                <a:ext cx="33" cy="86"/>
              </a:xfrm>
              <a:custGeom>
                <a:avLst/>
                <a:gdLst>
                  <a:gd name="T0" fmla="*/ 0 w 32"/>
                  <a:gd name="T1" fmla="*/ 0 h 84"/>
                  <a:gd name="T2" fmla="*/ 34 w 32"/>
                  <a:gd name="T3" fmla="*/ 48 h 84"/>
                  <a:gd name="T4" fmla="*/ 0 w 32"/>
                  <a:gd name="T5" fmla="*/ 95 h 84"/>
                  <a:gd name="T6" fmla="*/ 38 w 32"/>
                  <a:gd name="T7" fmla="*/ 49 h 84"/>
                  <a:gd name="T8" fmla="*/ 0 w 32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84">
                    <a:moveTo>
                      <a:pt x="0" y="0"/>
                    </a:moveTo>
                    <a:cubicBezTo>
                      <a:pt x="0" y="0"/>
                      <a:pt x="28" y="5"/>
                      <a:pt x="28" y="42"/>
                    </a:cubicBezTo>
                    <a:cubicBezTo>
                      <a:pt x="29" y="79"/>
                      <a:pt x="0" y="83"/>
                      <a:pt x="0" y="83"/>
                    </a:cubicBezTo>
                    <a:cubicBezTo>
                      <a:pt x="0" y="83"/>
                      <a:pt x="32" y="84"/>
                      <a:pt x="32" y="43"/>
                    </a:cubicBezTo>
                    <a:cubicBezTo>
                      <a:pt x="3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0" name="Freeform 350">
                <a:extLst>
                  <a:ext uri="{FF2B5EF4-FFF2-40B4-BE49-F238E27FC236}">
                    <a16:creationId xmlns:a16="http://schemas.microsoft.com/office/drawing/2014/main" id="{7F3678E6-7D4E-460D-A5CB-DC34D2FDA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510"/>
                <a:ext cx="36" cy="67"/>
              </a:xfrm>
              <a:custGeom>
                <a:avLst/>
                <a:gdLst>
                  <a:gd name="T0" fmla="*/ 29 w 35"/>
                  <a:gd name="T1" fmla="*/ 1 h 66"/>
                  <a:gd name="T2" fmla="*/ 0 w 35"/>
                  <a:gd name="T3" fmla="*/ 29 h 66"/>
                  <a:gd name="T4" fmla="*/ 3 w 35"/>
                  <a:gd name="T5" fmla="*/ 54 h 66"/>
                  <a:gd name="T6" fmla="*/ 14 w 35"/>
                  <a:gd name="T7" fmla="*/ 69 h 66"/>
                  <a:gd name="T8" fmla="*/ 38 w 35"/>
                  <a:gd name="T9" fmla="*/ 64 h 66"/>
                  <a:gd name="T10" fmla="*/ 40 w 35"/>
                  <a:gd name="T11" fmla="*/ 52 h 66"/>
                  <a:gd name="T12" fmla="*/ 34 w 35"/>
                  <a:gd name="T13" fmla="*/ 40 h 66"/>
                  <a:gd name="T14" fmla="*/ 38 w 35"/>
                  <a:gd name="T15" fmla="*/ 11 h 66"/>
                  <a:gd name="T16" fmla="*/ 29 w 35"/>
                  <a:gd name="T17" fmla="*/ 1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66">
                    <a:moveTo>
                      <a:pt x="23" y="1"/>
                    </a:moveTo>
                    <a:cubicBezTo>
                      <a:pt x="8" y="0"/>
                      <a:pt x="1" y="18"/>
                      <a:pt x="0" y="29"/>
                    </a:cubicBezTo>
                    <a:cubicBezTo>
                      <a:pt x="0" y="36"/>
                      <a:pt x="0" y="42"/>
                      <a:pt x="3" y="48"/>
                    </a:cubicBezTo>
                    <a:cubicBezTo>
                      <a:pt x="5" y="54"/>
                      <a:pt x="8" y="62"/>
                      <a:pt x="14" y="63"/>
                    </a:cubicBezTo>
                    <a:cubicBezTo>
                      <a:pt x="21" y="65"/>
                      <a:pt x="29" y="66"/>
                      <a:pt x="32" y="58"/>
                    </a:cubicBezTo>
                    <a:cubicBezTo>
                      <a:pt x="33" y="55"/>
                      <a:pt x="35" y="51"/>
                      <a:pt x="34" y="46"/>
                    </a:cubicBezTo>
                    <a:cubicBezTo>
                      <a:pt x="34" y="41"/>
                      <a:pt x="30" y="38"/>
                      <a:pt x="28" y="34"/>
                    </a:cubicBezTo>
                    <a:cubicBezTo>
                      <a:pt x="25" y="26"/>
                      <a:pt x="33" y="19"/>
                      <a:pt x="32" y="11"/>
                    </a:cubicBezTo>
                    <a:cubicBezTo>
                      <a:pt x="32" y="6"/>
                      <a:pt x="27" y="2"/>
                      <a:pt x="23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1" name="Freeform 351">
                <a:extLst>
                  <a:ext uri="{FF2B5EF4-FFF2-40B4-BE49-F238E27FC236}">
                    <a16:creationId xmlns:a16="http://schemas.microsoft.com/office/drawing/2014/main" id="{09E30316-7663-43A4-98A5-587E238FB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1510"/>
                <a:ext cx="20" cy="35"/>
              </a:xfrm>
              <a:custGeom>
                <a:avLst/>
                <a:gdLst>
                  <a:gd name="T0" fmla="*/ 1 w 20"/>
                  <a:gd name="T1" fmla="*/ 0 h 35"/>
                  <a:gd name="T2" fmla="*/ 19 w 20"/>
                  <a:gd name="T3" fmla="*/ 35 h 35"/>
                  <a:gd name="T4" fmla="*/ 13 w 20"/>
                  <a:gd name="T5" fmla="*/ 14 h 35"/>
                  <a:gd name="T6" fmla="*/ 7 w 20"/>
                  <a:gd name="T7" fmla="*/ 6 h 35"/>
                  <a:gd name="T8" fmla="*/ 0 w 2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1" y="0"/>
                    </a:moveTo>
                    <a:cubicBezTo>
                      <a:pt x="14" y="5"/>
                      <a:pt x="20" y="21"/>
                      <a:pt x="19" y="35"/>
                    </a:cubicBezTo>
                    <a:cubicBezTo>
                      <a:pt x="17" y="28"/>
                      <a:pt x="17" y="20"/>
                      <a:pt x="13" y="14"/>
                    </a:cubicBezTo>
                    <a:cubicBezTo>
                      <a:pt x="11" y="11"/>
                      <a:pt x="9" y="8"/>
                      <a:pt x="7" y="6"/>
                    </a:cubicBez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2" name="Freeform 352">
                <a:extLst>
                  <a:ext uri="{FF2B5EF4-FFF2-40B4-BE49-F238E27FC236}">
                    <a16:creationId xmlns:a16="http://schemas.microsoft.com/office/drawing/2014/main" id="{4427B637-6B25-4F95-B792-FF657F6FA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485"/>
                <a:ext cx="86" cy="119"/>
              </a:xfrm>
              <a:custGeom>
                <a:avLst/>
                <a:gdLst>
                  <a:gd name="T0" fmla="*/ 96 w 84"/>
                  <a:gd name="T1" fmla="*/ 68 h 116"/>
                  <a:gd name="T2" fmla="*/ 49 w 84"/>
                  <a:gd name="T3" fmla="*/ 134 h 116"/>
                  <a:gd name="T4" fmla="*/ 0 w 84"/>
                  <a:gd name="T5" fmla="*/ 70 h 116"/>
                  <a:gd name="T6" fmla="*/ 47 w 84"/>
                  <a:gd name="T7" fmla="*/ 0 h 116"/>
                  <a:gd name="T8" fmla="*/ 96 w 84"/>
                  <a:gd name="T9" fmla="*/ 68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16">
                    <a:moveTo>
                      <a:pt x="84" y="57"/>
                    </a:moveTo>
                    <a:cubicBezTo>
                      <a:pt x="84" y="89"/>
                      <a:pt x="66" y="115"/>
                      <a:pt x="43" y="116"/>
                    </a:cubicBezTo>
                    <a:cubicBezTo>
                      <a:pt x="19" y="116"/>
                      <a:pt x="0" y="90"/>
                      <a:pt x="0" y="58"/>
                    </a:cubicBezTo>
                    <a:cubicBezTo>
                      <a:pt x="0" y="27"/>
                      <a:pt x="18" y="1"/>
                      <a:pt x="41" y="0"/>
                    </a:cubicBezTo>
                    <a:cubicBezTo>
                      <a:pt x="64" y="0"/>
                      <a:pt x="83" y="26"/>
                      <a:pt x="84" y="57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3" name="Freeform 353">
                <a:extLst>
                  <a:ext uri="{FF2B5EF4-FFF2-40B4-BE49-F238E27FC236}">
                    <a16:creationId xmlns:a16="http://schemas.microsoft.com/office/drawing/2014/main" id="{9D68C2A4-1C52-4560-A9D1-FC41A38B5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505"/>
                <a:ext cx="57" cy="78"/>
              </a:xfrm>
              <a:custGeom>
                <a:avLst/>
                <a:gdLst>
                  <a:gd name="T0" fmla="*/ 61 w 56"/>
                  <a:gd name="T1" fmla="*/ 44 h 76"/>
                  <a:gd name="T2" fmla="*/ 34 w 56"/>
                  <a:gd name="T3" fmla="*/ 88 h 76"/>
                  <a:gd name="T4" fmla="*/ 0 w 56"/>
                  <a:gd name="T5" fmla="*/ 44 h 76"/>
                  <a:gd name="T6" fmla="*/ 27 w 56"/>
                  <a:gd name="T7" fmla="*/ 0 h 76"/>
                  <a:gd name="T8" fmla="*/ 61 w 56"/>
                  <a:gd name="T9" fmla="*/ 4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6">
                    <a:moveTo>
                      <a:pt x="55" y="38"/>
                    </a:moveTo>
                    <a:cubicBezTo>
                      <a:pt x="56" y="59"/>
                      <a:pt x="43" y="76"/>
                      <a:pt x="28" y="76"/>
                    </a:cubicBezTo>
                    <a:cubicBezTo>
                      <a:pt x="13" y="76"/>
                      <a:pt x="1" y="59"/>
                      <a:pt x="0" y="38"/>
                    </a:cubicBezTo>
                    <a:cubicBezTo>
                      <a:pt x="0" y="17"/>
                      <a:pt x="12" y="0"/>
                      <a:pt x="27" y="0"/>
                    </a:cubicBezTo>
                    <a:cubicBezTo>
                      <a:pt x="43" y="0"/>
                      <a:pt x="55" y="17"/>
                      <a:pt x="55" y="3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4" name="Freeform 354">
                <a:extLst>
                  <a:ext uri="{FF2B5EF4-FFF2-40B4-BE49-F238E27FC236}">
                    <a16:creationId xmlns:a16="http://schemas.microsoft.com/office/drawing/2014/main" id="{AC1B1821-724F-43A9-92F7-32793B32F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693"/>
                <a:ext cx="86" cy="118"/>
              </a:xfrm>
              <a:custGeom>
                <a:avLst/>
                <a:gdLst>
                  <a:gd name="T0" fmla="*/ 96 w 84"/>
                  <a:gd name="T1" fmla="*/ 63 h 116"/>
                  <a:gd name="T2" fmla="*/ 48 w 84"/>
                  <a:gd name="T3" fmla="*/ 127 h 116"/>
                  <a:gd name="T4" fmla="*/ 0 w 84"/>
                  <a:gd name="T5" fmla="*/ 64 h 116"/>
                  <a:gd name="T6" fmla="*/ 47 w 84"/>
                  <a:gd name="T7" fmla="*/ 0 h 116"/>
                  <a:gd name="T8" fmla="*/ 96 w 84"/>
                  <a:gd name="T9" fmla="*/ 63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16">
                    <a:moveTo>
                      <a:pt x="84" y="57"/>
                    </a:moveTo>
                    <a:cubicBezTo>
                      <a:pt x="84" y="89"/>
                      <a:pt x="66" y="115"/>
                      <a:pt x="42" y="115"/>
                    </a:cubicBezTo>
                    <a:cubicBezTo>
                      <a:pt x="19" y="116"/>
                      <a:pt x="0" y="90"/>
                      <a:pt x="0" y="58"/>
                    </a:cubicBezTo>
                    <a:cubicBezTo>
                      <a:pt x="0" y="26"/>
                      <a:pt x="18" y="0"/>
                      <a:pt x="41" y="0"/>
                    </a:cubicBezTo>
                    <a:cubicBezTo>
                      <a:pt x="64" y="0"/>
                      <a:pt x="83" y="25"/>
                      <a:pt x="84" y="57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5" name="Freeform 355">
                <a:extLst>
                  <a:ext uri="{FF2B5EF4-FFF2-40B4-BE49-F238E27FC236}">
                    <a16:creationId xmlns:a16="http://schemas.microsoft.com/office/drawing/2014/main" id="{238A2D17-8DBA-4104-ABD9-694B25771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713"/>
                <a:ext cx="56" cy="78"/>
              </a:xfrm>
              <a:custGeom>
                <a:avLst/>
                <a:gdLst>
                  <a:gd name="T0" fmla="*/ 61 w 55"/>
                  <a:gd name="T1" fmla="*/ 43 h 76"/>
                  <a:gd name="T2" fmla="*/ 34 w 55"/>
                  <a:gd name="T3" fmla="*/ 88 h 76"/>
                  <a:gd name="T4" fmla="*/ 0 w 55"/>
                  <a:gd name="T5" fmla="*/ 44 h 76"/>
                  <a:gd name="T6" fmla="*/ 27 w 55"/>
                  <a:gd name="T7" fmla="*/ 0 h 76"/>
                  <a:gd name="T8" fmla="*/ 61 w 55"/>
                  <a:gd name="T9" fmla="*/ 43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6">
                    <a:moveTo>
                      <a:pt x="55" y="37"/>
                    </a:moveTo>
                    <a:cubicBezTo>
                      <a:pt x="55" y="58"/>
                      <a:pt x="43" y="75"/>
                      <a:pt x="28" y="76"/>
                    </a:cubicBezTo>
                    <a:cubicBezTo>
                      <a:pt x="13" y="76"/>
                      <a:pt x="1" y="59"/>
                      <a:pt x="0" y="38"/>
                    </a:cubicBezTo>
                    <a:cubicBezTo>
                      <a:pt x="0" y="17"/>
                      <a:pt x="12" y="0"/>
                      <a:pt x="27" y="0"/>
                    </a:cubicBezTo>
                    <a:cubicBezTo>
                      <a:pt x="42" y="0"/>
                      <a:pt x="55" y="16"/>
                      <a:pt x="55" y="37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6" name="Freeform 356">
                <a:extLst>
                  <a:ext uri="{FF2B5EF4-FFF2-40B4-BE49-F238E27FC236}">
                    <a16:creationId xmlns:a16="http://schemas.microsoft.com/office/drawing/2014/main" id="{5B3BD822-353A-4DCB-BBA6-D470161EB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703"/>
                <a:ext cx="32" cy="100"/>
              </a:xfrm>
              <a:custGeom>
                <a:avLst/>
                <a:gdLst>
                  <a:gd name="T0" fmla="*/ 29 w 31"/>
                  <a:gd name="T1" fmla="*/ 0 h 98"/>
                  <a:gd name="T2" fmla="*/ 1 w 31"/>
                  <a:gd name="T3" fmla="*/ 55 h 98"/>
                  <a:gd name="T4" fmla="*/ 37 w 31"/>
                  <a:gd name="T5" fmla="*/ 110 h 98"/>
                  <a:gd name="T6" fmla="*/ 6 w 31"/>
                  <a:gd name="T7" fmla="*/ 55 h 98"/>
                  <a:gd name="T8" fmla="*/ 29 w 31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98">
                    <a:moveTo>
                      <a:pt x="23" y="0"/>
                    </a:moveTo>
                    <a:cubicBezTo>
                      <a:pt x="23" y="0"/>
                      <a:pt x="0" y="18"/>
                      <a:pt x="1" y="49"/>
                    </a:cubicBezTo>
                    <a:cubicBezTo>
                      <a:pt x="1" y="80"/>
                      <a:pt x="31" y="98"/>
                      <a:pt x="31" y="98"/>
                    </a:cubicBezTo>
                    <a:cubicBezTo>
                      <a:pt x="31" y="98"/>
                      <a:pt x="7" y="76"/>
                      <a:pt x="6" y="49"/>
                    </a:cubicBezTo>
                    <a:cubicBezTo>
                      <a:pt x="6" y="22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7" name="Freeform 357">
                <a:extLst>
                  <a:ext uri="{FF2B5EF4-FFF2-40B4-BE49-F238E27FC236}">
                    <a16:creationId xmlns:a16="http://schemas.microsoft.com/office/drawing/2014/main" id="{9B0FC5EE-81AE-4FD3-A4CF-0A3E915C9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1720"/>
                <a:ext cx="23" cy="66"/>
              </a:xfrm>
              <a:custGeom>
                <a:avLst/>
                <a:gdLst>
                  <a:gd name="T0" fmla="*/ 19 w 23"/>
                  <a:gd name="T1" fmla="*/ 0 h 64"/>
                  <a:gd name="T2" fmla="*/ 23 w 23"/>
                  <a:gd name="T3" fmla="*/ 76 h 64"/>
                  <a:gd name="T4" fmla="*/ 19 w 23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4">
                    <a:moveTo>
                      <a:pt x="19" y="0"/>
                    </a:moveTo>
                    <a:cubicBezTo>
                      <a:pt x="19" y="0"/>
                      <a:pt x="0" y="35"/>
                      <a:pt x="23" y="64"/>
                    </a:cubicBezTo>
                    <a:cubicBezTo>
                      <a:pt x="23" y="64"/>
                      <a:pt x="5" y="39"/>
                      <a:pt x="19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8" name="Freeform 358">
                <a:extLst>
                  <a:ext uri="{FF2B5EF4-FFF2-40B4-BE49-F238E27FC236}">
                    <a16:creationId xmlns:a16="http://schemas.microsoft.com/office/drawing/2014/main" id="{33B0A982-3236-4534-AC09-A572DBE0E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709"/>
                <a:ext cx="32" cy="86"/>
              </a:xfrm>
              <a:custGeom>
                <a:avLst/>
                <a:gdLst>
                  <a:gd name="T0" fmla="*/ 0 w 32"/>
                  <a:gd name="T1" fmla="*/ 0 h 84"/>
                  <a:gd name="T2" fmla="*/ 28 w 32"/>
                  <a:gd name="T3" fmla="*/ 48 h 84"/>
                  <a:gd name="T4" fmla="*/ 0 w 32"/>
                  <a:gd name="T5" fmla="*/ 95 h 84"/>
                  <a:gd name="T6" fmla="*/ 32 w 32"/>
                  <a:gd name="T7" fmla="*/ 49 h 84"/>
                  <a:gd name="T8" fmla="*/ 0 w 32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84">
                    <a:moveTo>
                      <a:pt x="0" y="0"/>
                    </a:moveTo>
                    <a:cubicBezTo>
                      <a:pt x="0" y="0"/>
                      <a:pt x="28" y="5"/>
                      <a:pt x="28" y="42"/>
                    </a:cubicBezTo>
                    <a:cubicBezTo>
                      <a:pt x="29" y="79"/>
                      <a:pt x="0" y="83"/>
                      <a:pt x="0" y="83"/>
                    </a:cubicBezTo>
                    <a:cubicBezTo>
                      <a:pt x="0" y="83"/>
                      <a:pt x="32" y="84"/>
                      <a:pt x="32" y="43"/>
                    </a:cubicBezTo>
                    <a:cubicBezTo>
                      <a:pt x="3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9" name="Freeform 359">
                <a:extLst>
                  <a:ext uri="{FF2B5EF4-FFF2-40B4-BE49-F238E27FC236}">
                    <a16:creationId xmlns:a16="http://schemas.microsoft.com/office/drawing/2014/main" id="{B86A3285-C3B1-40FC-A107-AB356C192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717"/>
                <a:ext cx="36" cy="68"/>
              </a:xfrm>
              <a:custGeom>
                <a:avLst/>
                <a:gdLst>
                  <a:gd name="T0" fmla="*/ 29 w 35"/>
                  <a:gd name="T1" fmla="*/ 1 h 66"/>
                  <a:gd name="T2" fmla="*/ 1 w 35"/>
                  <a:gd name="T3" fmla="*/ 35 h 66"/>
                  <a:gd name="T4" fmla="*/ 3 w 35"/>
                  <a:gd name="T5" fmla="*/ 58 h 66"/>
                  <a:gd name="T6" fmla="*/ 15 w 35"/>
                  <a:gd name="T7" fmla="*/ 75 h 66"/>
                  <a:gd name="T8" fmla="*/ 38 w 35"/>
                  <a:gd name="T9" fmla="*/ 70 h 66"/>
                  <a:gd name="T10" fmla="*/ 40 w 35"/>
                  <a:gd name="T11" fmla="*/ 54 h 66"/>
                  <a:gd name="T12" fmla="*/ 35 w 35"/>
                  <a:gd name="T13" fmla="*/ 39 h 66"/>
                  <a:gd name="T14" fmla="*/ 39 w 35"/>
                  <a:gd name="T15" fmla="*/ 11 h 66"/>
                  <a:gd name="T16" fmla="*/ 29 w 35"/>
                  <a:gd name="T17" fmla="*/ 1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66">
                    <a:moveTo>
                      <a:pt x="23" y="1"/>
                    </a:moveTo>
                    <a:cubicBezTo>
                      <a:pt x="9" y="0"/>
                      <a:pt x="2" y="18"/>
                      <a:pt x="1" y="29"/>
                    </a:cubicBezTo>
                    <a:cubicBezTo>
                      <a:pt x="0" y="36"/>
                      <a:pt x="0" y="41"/>
                      <a:pt x="3" y="48"/>
                    </a:cubicBezTo>
                    <a:cubicBezTo>
                      <a:pt x="5" y="54"/>
                      <a:pt x="8" y="61"/>
                      <a:pt x="15" y="63"/>
                    </a:cubicBezTo>
                    <a:cubicBezTo>
                      <a:pt x="21" y="65"/>
                      <a:pt x="29" y="66"/>
                      <a:pt x="32" y="58"/>
                    </a:cubicBezTo>
                    <a:cubicBezTo>
                      <a:pt x="34" y="54"/>
                      <a:pt x="35" y="50"/>
                      <a:pt x="34" y="46"/>
                    </a:cubicBezTo>
                    <a:cubicBezTo>
                      <a:pt x="34" y="41"/>
                      <a:pt x="31" y="38"/>
                      <a:pt x="29" y="33"/>
                    </a:cubicBezTo>
                    <a:cubicBezTo>
                      <a:pt x="25" y="26"/>
                      <a:pt x="33" y="18"/>
                      <a:pt x="33" y="11"/>
                    </a:cubicBezTo>
                    <a:cubicBezTo>
                      <a:pt x="32" y="6"/>
                      <a:pt x="27" y="2"/>
                      <a:pt x="23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0" name="Freeform 360">
                <a:extLst>
                  <a:ext uri="{FF2B5EF4-FFF2-40B4-BE49-F238E27FC236}">
                    <a16:creationId xmlns:a16="http://schemas.microsoft.com/office/drawing/2014/main" id="{FE4A7BCE-93B8-44E0-8626-835F1004A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1717"/>
                <a:ext cx="19" cy="36"/>
              </a:xfrm>
              <a:custGeom>
                <a:avLst/>
                <a:gdLst>
                  <a:gd name="T0" fmla="*/ 0 w 19"/>
                  <a:gd name="T1" fmla="*/ 0 h 35"/>
                  <a:gd name="T2" fmla="*/ 18 w 19"/>
                  <a:gd name="T3" fmla="*/ 41 h 35"/>
                  <a:gd name="T4" fmla="*/ 12 w 19"/>
                  <a:gd name="T5" fmla="*/ 14 h 35"/>
                  <a:gd name="T6" fmla="*/ 6 w 19"/>
                  <a:gd name="T7" fmla="*/ 6 h 35"/>
                  <a:gd name="T8" fmla="*/ 0 w 19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5">
                    <a:moveTo>
                      <a:pt x="0" y="0"/>
                    </a:moveTo>
                    <a:cubicBezTo>
                      <a:pt x="13" y="5"/>
                      <a:pt x="19" y="21"/>
                      <a:pt x="18" y="35"/>
                    </a:cubicBezTo>
                    <a:cubicBezTo>
                      <a:pt x="17" y="28"/>
                      <a:pt x="16" y="20"/>
                      <a:pt x="12" y="14"/>
                    </a:cubicBezTo>
                    <a:cubicBezTo>
                      <a:pt x="10" y="11"/>
                      <a:pt x="8" y="8"/>
                      <a:pt x="6" y="6"/>
                    </a:cubicBezTo>
                    <a:cubicBezTo>
                      <a:pt x="5" y="4"/>
                      <a:pt x="1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1" name="Freeform 361">
                <a:extLst>
                  <a:ext uri="{FF2B5EF4-FFF2-40B4-BE49-F238E27FC236}">
                    <a16:creationId xmlns:a16="http://schemas.microsoft.com/office/drawing/2014/main" id="{9DC6EBCC-FF6C-4DCD-94D5-D184FA05D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693"/>
                <a:ext cx="86" cy="118"/>
              </a:xfrm>
              <a:custGeom>
                <a:avLst/>
                <a:gdLst>
                  <a:gd name="T0" fmla="*/ 96 w 84"/>
                  <a:gd name="T1" fmla="*/ 63 h 116"/>
                  <a:gd name="T2" fmla="*/ 49 w 84"/>
                  <a:gd name="T3" fmla="*/ 127 h 116"/>
                  <a:gd name="T4" fmla="*/ 0 w 84"/>
                  <a:gd name="T5" fmla="*/ 64 h 116"/>
                  <a:gd name="T6" fmla="*/ 47 w 84"/>
                  <a:gd name="T7" fmla="*/ 0 h 116"/>
                  <a:gd name="T8" fmla="*/ 96 w 84"/>
                  <a:gd name="T9" fmla="*/ 63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16">
                    <a:moveTo>
                      <a:pt x="84" y="57"/>
                    </a:moveTo>
                    <a:cubicBezTo>
                      <a:pt x="84" y="89"/>
                      <a:pt x="66" y="115"/>
                      <a:pt x="43" y="115"/>
                    </a:cubicBezTo>
                    <a:cubicBezTo>
                      <a:pt x="20" y="116"/>
                      <a:pt x="1" y="90"/>
                      <a:pt x="0" y="58"/>
                    </a:cubicBezTo>
                    <a:cubicBezTo>
                      <a:pt x="0" y="26"/>
                      <a:pt x="18" y="0"/>
                      <a:pt x="41" y="0"/>
                    </a:cubicBezTo>
                    <a:cubicBezTo>
                      <a:pt x="65" y="0"/>
                      <a:pt x="84" y="26"/>
                      <a:pt x="84" y="57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2" name="Freeform 362">
                <a:extLst>
                  <a:ext uri="{FF2B5EF4-FFF2-40B4-BE49-F238E27FC236}">
                    <a16:creationId xmlns:a16="http://schemas.microsoft.com/office/drawing/2014/main" id="{99C6CDC3-5000-4641-B1D6-E270F7501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713"/>
                <a:ext cx="57" cy="78"/>
              </a:xfrm>
              <a:custGeom>
                <a:avLst/>
                <a:gdLst>
                  <a:gd name="T0" fmla="*/ 61 w 56"/>
                  <a:gd name="T1" fmla="*/ 44 h 76"/>
                  <a:gd name="T2" fmla="*/ 34 w 56"/>
                  <a:gd name="T3" fmla="*/ 88 h 76"/>
                  <a:gd name="T4" fmla="*/ 1 w 56"/>
                  <a:gd name="T5" fmla="*/ 44 h 76"/>
                  <a:gd name="T6" fmla="*/ 34 w 56"/>
                  <a:gd name="T7" fmla="*/ 0 h 76"/>
                  <a:gd name="T8" fmla="*/ 61 w 56"/>
                  <a:gd name="T9" fmla="*/ 4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6">
                    <a:moveTo>
                      <a:pt x="55" y="38"/>
                    </a:moveTo>
                    <a:cubicBezTo>
                      <a:pt x="56" y="58"/>
                      <a:pt x="44" y="75"/>
                      <a:pt x="28" y="76"/>
                    </a:cubicBezTo>
                    <a:cubicBezTo>
                      <a:pt x="13" y="76"/>
                      <a:pt x="1" y="59"/>
                      <a:pt x="1" y="38"/>
                    </a:cubicBezTo>
                    <a:cubicBezTo>
                      <a:pt x="0" y="17"/>
                      <a:pt x="12" y="0"/>
                      <a:pt x="28" y="0"/>
                    </a:cubicBezTo>
                    <a:cubicBezTo>
                      <a:pt x="43" y="0"/>
                      <a:pt x="55" y="17"/>
                      <a:pt x="55" y="3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3" name="Freeform 363">
                <a:extLst>
                  <a:ext uri="{FF2B5EF4-FFF2-40B4-BE49-F238E27FC236}">
                    <a16:creationId xmlns:a16="http://schemas.microsoft.com/office/drawing/2014/main" id="{7D2554B3-4D61-4410-97B1-A4E70D534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593"/>
                <a:ext cx="94" cy="129"/>
              </a:xfrm>
              <a:custGeom>
                <a:avLst/>
                <a:gdLst>
                  <a:gd name="T0" fmla="*/ 1 w 92"/>
                  <a:gd name="T1" fmla="*/ 73 h 126"/>
                  <a:gd name="T2" fmla="*/ 51 w 92"/>
                  <a:gd name="T3" fmla="*/ 143 h 126"/>
                  <a:gd name="T4" fmla="*/ 104 w 92"/>
                  <a:gd name="T5" fmla="*/ 75 h 126"/>
                  <a:gd name="T6" fmla="*/ 53 w 92"/>
                  <a:gd name="T7" fmla="*/ 0 h 126"/>
                  <a:gd name="T8" fmla="*/ 1 w 92"/>
                  <a:gd name="T9" fmla="*/ 73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26">
                    <a:moveTo>
                      <a:pt x="1" y="62"/>
                    </a:moveTo>
                    <a:cubicBezTo>
                      <a:pt x="0" y="97"/>
                      <a:pt x="20" y="125"/>
                      <a:pt x="45" y="125"/>
                    </a:cubicBezTo>
                    <a:cubicBezTo>
                      <a:pt x="70" y="126"/>
                      <a:pt x="91" y="98"/>
                      <a:pt x="92" y="63"/>
                    </a:cubicBezTo>
                    <a:cubicBezTo>
                      <a:pt x="92" y="29"/>
                      <a:pt x="72" y="1"/>
                      <a:pt x="47" y="0"/>
                    </a:cubicBezTo>
                    <a:cubicBezTo>
                      <a:pt x="22" y="0"/>
                      <a:pt x="1" y="28"/>
                      <a:pt x="1" y="62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4" name="Freeform 364">
                <a:extLst>
                  <a:ext uri="{FF2B5EF4-FFF2-40B4-BE49-F238E27FC236}">
                    <a16:creationId xmlns:a16="http://schemas.microsoft.com/office/drawing/2014/main" id="{4D1F73AC-DCD4-4A44-8A0C-B893BABC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616"/>
                <a:ext cx="62" cy="84"/>
              </a:xfrm>
              <a:custGeom>
                <a:avLst/>
                <a:gdLst>
                  <a:gd name="T0" fmla="*/ 0 w 60"/>
                  <a:gd name="T1" fmla="*/ 46 h 82"/>
                  <a:gd name="T2" fmla="*/ 36 w 60"/>
                  <a:gd name="T3" fmla="*/ 94 h 82"/>
                  <a:gd name="T4" fmla="*/ 72 w 60"/>
                  <a:gd name="T5" fmla="*/ 47 h 82"/>
                  <a:gd name="T6" fmla="*/ 37 w 60"/>
                  <a:gd name="T7" fmla="*/ 0 h 82"/>
                  <a:gd name="T8" fmla="*/ 0 w 60"/>
                  <a:gd name="T9" fmla="*/ 46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82">
                    <a:moveTo>
                      <a:pt x="0" y="40"/>
                    </a:moveTo>
                    <a:cubicBezTo>
                      <a:pt x="0" y="63"/>
                      <a:pt x="13" y="82"/>
                      <a:pt x="30" y="82"/>
                    </a:cubicBezTo>
                    <a:cubicBezTo>
                      <a:pt x="46" y="82"/>
                      <a:pt x="60" y="64"/>
                      <a:pt x="60" y="41"/>
                    </a:cubicBezTo>
                    <a:cubicBezTo>
                      <a:pt x="60" y="18"/>
                      <a:pt x="47" y="0"/>
                      <a:pt x="31" y="0"/>
                    </a:cubicBezTo>
                    <a:cubicBezTo>
                      <a:pt x="14" y="0"/>
                      <a:pt x="1" y="18"/>
                      <a:pt x="0" y="40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5" name="Freeform 365">
                <a:extLst>
                  <a:ext uri="{FF2B5EF4-FFF2-40B4-BE49-F238E27FC236}">
                    <a16:creationId xmlns:a16="http://schemas.microsoft.com/office/drawing/2014/main" id="{1CF7EB19-01CA-458A-9B87-6E5C5C567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605"/>
                <a:ext cx="35" cy="108"/>
              </a:xfrm>
              <a:custGeom>
                <a:avLst/>
                <a:gdLst>
                  <a:gd name="T0" fmla="*/ 9 w 34"/>
                  <a:gd name="T1" fmla="*/ 0 h 106"/>
                  <a:gd name="T2" fmla="*/ 39 w 34"/>
                  <a:gd name="T3" fmla="*/ 59 h 106"/>
                  <a:gd name="T4" fmla="*/ 0 w 34"/>
                  <a:gd name="T5" fmla="*/ 118 h 106"/>
                  <a:gd name="T6" fmla="*/ 33 w 34"/>
                  <a:gd name="T7" fmla="*/ 60 h 106"/>
                  <a:gd name="T8" fmla="*/ 9 w 34"/>
                  <a:gd name="T9" fmla="*/ 0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06">
                    <a:moveTo>
                      <a:pt x="9" y="0"/>
                    </a:moveTo>
                    <a:cubicBezTo>
                      <a:pt x="9" y="0"/>
                      <a:pt x="34" y="20"/>
                      <a:pt x="33" y="53"/>
                    </a:cubicBezTo>
                    <a:cubicBezTo>
                      <a:pt x="33" y="87"/>
                      <a:pt x="0" y="106"/>
                      <a:pt x="0" y="106"/>
                    </a:cubicBezTo>
                    <a:cubicBezTo>
                      <a:pt x="0" y="106"/>
                      <a:pt x="27" y="83"/>
                      <a:pt x="27" y="54"/>
                    </a:cubicBezTo>
                    <a:cubicBezTo>
                      <a:pt x="28" y="24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6" name="Freeform 366">
                <a:extLst>
                  <a:ext uri="{FF2B5EF4-FFF2-40B4-BE49-F238E27FC236}">
                    <a16:creationId xmlns:a16="http://schemas.microsoft.com/office/drawing/2014/main" id="{AF795FB4-4E60-469F-9694-EA1176E8F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624"/>
                <a:ext cx="25" cy="71"/>
              </a:xfrm>
              <a:custGeom>
                <a:avLst/>
                <a:gdLst>
                  <a:gd name="T0" fmla="*/ 4 w 25"/>
                  <a:gd name="T1" fmla="*/ 0 h 69"/>
                  <a:gd name="T2" fmla="*/ 0 w 25"/>
                  <a:gd name="T3" fmla="*/ 81 h 69"/>
                  <a:gd name="T4" fmla="*/ 4 w 25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9">
                    <a:moveTo>
                      <a:pt x="4" y="0"/>
                    </a:moveTo>
                    <a:cubicBezTo>
                      <a:pt x="4" y="0"/>
                      <a:pt x="25" y="37"/>
                      <a:pt x="0" y="69"/>
                    </a:cubicBezTo>
                    <a:cubicBezTo>
                      <a:pt x="0" y="69"/>
                      <a:pt x="20" y="42"/>
                      <a:pt x="4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7" name="Freeform 367">
                <a:extLst>
                  <a:ext uri="{FF2B5EF4-FFF2-40B4-BE49-F238E27FC236}">
                    <a16:creationId xmlns:a16="http://schemas.microsoft.com/office/drawing/2014/main" id="{B1DD9BDC-677D-443D-93DC-9901E16F0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612"/>
                <a:ext cx="36" cy="93"/>
              </a:xfrm>
              <a:custGeom>
                <a:avLst/>
                <a:gdLst>
                  <a:gd name="T0" fmla="*/ 41 w 35"/>
                  <a:gd name="T1" fmla="*/ 0 h 91"/>
                  <a:gd name="T2" fmla="*/ 4 w 35"/>
                  <a:gd name="T3" fmla="*/ 51 h 91"/>
                  <a:gd name="T4" fmla="*/ 40 w 35"/>
                  <a:gd name="T5" fmla="*/ 102 h 91"/>
                  <a:gd name="T6" fmla="*/ 0 w 35"/>
                  <a:gd name="T7" fmla="*/ 52 h 91"/>
                  <a:gd name="T8" fmla="*/ 41 w 35"/>
                  <a:gd name="T9" fmla="*/ 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91">
                    <a:moveTo>
                      <a:pt x="35" y="0"/>
                    </a:moveTo>
                    <a:cubicBezTo>
                      <a:pt x="35" y="0"/>
                      <a:pt x="4" y="5"/>
                      <a:pt x="4" y="45"/>
                    </a:cubicBezTo>
                    <a:cubicBezTo>
                      <a:pt x="3" y="86"/>
                      <a:pt x="34" y="90"/>
                      <a:pt x="34" y="90"/>
                    </a:cubicBezTo>
                    <a:cubicBezTo>
                      <a:pt x="34" y="90"/>
                      <a:pt x="0" y="91"/>
                      <a:pt x="0" y="46"/>
                    </a:cubicBezTo>
                    <a:cubicBezTo>
                      <a:pt x="1" y="1"/>
                      <a:pt x="35" y="0"/>
                      <a:pt x="35" y="0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8" name="Freeform 368">
                <a:extLst>
                  <a:ext uri="{FF2B5EF4-FFF2-40B4-BE49-F238E27FC236}">
                    <a16:creationId xmlns:a16="http://schemas.microsoft.com/office/drawing/2014/main" id="{E0CB1E92-3654-43CA-A44D-06EE3444F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1620"/>
                <a:ext cx="39" cy="74"/>
              </a:xfrm>
              <a:custGeom>
                <a:avLst/>
                <a:gdLst>
                  <a:gd name="T0" fmla="*/ 13 w 38"/>
                  <a:gd name="T1" fmla="*/ 1 h 72"/>
                  <a:gd name="T2" fmla="*/ 43 w 38"/>
                  <a:gd name="T3" fmla="*/ 38 h 72"/>
                  <a:gd name="T4" fmla="*/ 41 w 38"/>
                  <a:gd name="T5" fmla="*/ 61 h 72"/>
                  <a:gd name="T6" fmla="*/ 28 w 38"/>
                  <a:gd name="T7" fmla="*/ 81 h 72"/>
                  <a:gd name="T8" fmla="*/ 3 w 38"/>
                  <a:gd name="T9" fmla="*/ 76 h 72"/>
                  <a:gd name="T10" fmla="*/ 1 w 38"/>
                  <a:gd name="T11" fmla="*/ 57 h 72"/>
                  <a:gd name="T12" fmla="*/ 7 w 38"/>
                  <a:gd name="T13" fmla="*/ 43 h 72"/>
                  <a:gd name="T14" fmla="*/ 3 w 38"/>
                  <a:gd name="T15" fmla="*/ 12 h 72"/>
                  <a:gd name="T16" fmla="*/ 13 w 38"/>
                  <a:gd name="T17" fmla="*/ 1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72">
                    <a:moveTo>
                      <a:pt x="13" y="1"/>
                    </a:moveTo>
                    <a:cubicBezTo>
                      <a:pt x="29" y="0"/>
                      <a:pt x="36" y="19"/>
                      <a:pt x="37" y="32"/>
                    </a:cubicBezTo>
                    <a:cubicBezTo>
                      <a:pt x="38" y="39"/>
                      <a:pt x="38" y="45"/>
                      <a:pt x="35" y="52"/>
                    </a:cubicBezTo>
                    <a:cubicBezTo>
                      <a:pt x="32" y="59"/>
                      <a:pt x="29" y="67"/>
                      <a:pt x="22" y="69"/>
                    </a:cubicBezTo>
                    <a:cubicBezTo>
                      <a:pt x="15" y="70"/>
                      <a:pt x="6" y="72"/>
                      <a:pt x="3" y="64"/>
                    </a:cubicBezTo>
                    <a:cubicBezTo>
                      <a:pt x="1" y="59"/>
                      <a:pt x="0" y="55"/>
                      <a:pt x="1" y="50"/>
                    </a:cubicBezTo>
                    <a:cubicBezTo>
                      <a:pt x="1" y="45"/>
                      <a:pt x="5" y="41"/>
                      <a:pt x="7" y="37"/>
                    </a:cubicBezTo>
                    <a:cubicBezTo>
                      <a:pt x="11" y="29"/>
                      <a:pt x="2" y="20"/>
                      <a:pt x="3" y="12"/>
                    </a:cubicBezTo>
                    <a:cubicBezTo>
                      <a:pt x="3" y="7"/>
                      <a:pt x="8" y="2"/>
                      <a:pt x="13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9" name="Freeform 369">
                <a:extLst>
                  <a:ext uri="{FF2B5EF4-FFF2-40B4-BE49-F238E27FC236}">
                    <a16:creationId xmlns:a16="http://schemas.microsoft.com/office/drawing/2014/main" id="{D12AF8A3-F01F-4666-BC27-9FD33DD23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620"/>
                <a:ext cx="22" cy="39"/>
              </a:xfrm>
              <a:custGeom>
                <a:avLst/>
                <a:gdLst>
                  <a:gd name="T0" fmla="*/ 26 w 21"/>
                  <a:gd name="T1" fmla="*/ 0 h 38"/>
                  <a:gd name="T2" fmla="*/ 1 w 21"/>
                  <a:gd name="T3" fmla="*/ 44 h 38"/>
                  <a:gd name="T4" fmla="*/ 7 w 21"/>
                  <a:gd name="T5" fmla="*/ 15 h 38"/>
                  <a:gd name="T6" fmla="*/ 19 w 21"/>
                  <a:gd name="T7" fmla="*/ 6 h 38"/>
                  <a:gd name="T8" fmla="*/ 27 w 21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8">
                    <a:moveTo>
                      <a:pt x="20" y="0"/>
                    </a:moveTo>
                    <a:cubicBezTo>
                      <a:pt x="6" y="5"/>
                      <a:pt x="0" y="23"/>
                      <a:pt x="1" y="38"/>
                    </a:cubicBezTo>
                    <a:cubicBezTo>
                      <a:pt x="2" y="31"/>
                      <a:pt x="3" y="21"/>
                      <a:pt x="7" y="15"/>
                    </a:cubicBezTo>
                    <a:cubicBezTo>
                      <a:pt x="9" y="12"/>
                      <a:pt x="11" y="9"/>
                      <a:pt x="13" y="6"/>
                    </a:cubicBezTo>
                    <a:cubicBezTo>
                      <a:pt x="15" y="4"/>
                      <a:pt x="19" y="2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0" name="Freeform 370">
                <a:extLst>
                  <a:ext uri="{FF2B5EF4-FFF2-40B4-BE49-F238E27FC236}">
                    <a16:creationId xmlns:a16="http://schemas.microsoft.com/office/drawing/2014/main" id="{8EC44A16-FCC6-4DFE-B359-CE282E734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593"/>
                <a:ext cx="94" cy="129"/>
              </a:xfrm>
              <a:custGeom>
                <a:avLst/>
                <a:gdLst>
                  <a:gd name="T0" fmla="*/ 0 w 92"/>
                  <a:gd name="T1" fmla="*/ 73 h 126"/>
                  <a:gd name="T2" fmla="*/ 51 w 92"/>
                  <a:gd name="T3" fmla="*/ 144 h 126"/>
                  <a:gd name="T4" fmla="*/ 103 w 92"/>
                  <a:gd name="T5" fmla="*/ 75 h 126"/>
                  <a:gd name="T6" fmla="*/ 52 w 92"/>
                  <a:gd name="T7" fmla="*/ 0 h 126"/>
                  <a:gd name="T8" fmla="*/ 0 w 92"/>
                  <a:gd name="T9" fmla="*/ 73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26">
                    <a:moveTo>
                      <a:pt x="0" y="62"/>
                    </a:moveTo>
                    <a:cubicBezTo>
                      <a:pt x="0" y="97"/>
                      <a:pt x="20" y="125"/>
                      <a:pt x="45" y="126"/>
                    </a:cubicBezTo>
                    <a:cubicBezTo>
                      <a:pt x="70" y="126"/>
                      <a:pt x="91" y="98"/>
                      <a:pt x="91" y="63"/>
                    </a:cubicBezTo>
                    <a:cubicBezTo>
                      <a:pt x="92" y="29"/>
                      <a:pt x="72" y="1"/>
                      <a:pt x="46" y="0"/>
                    </a:cubicBezTo>
                    <a:cubicBezTo>
                      <a:pt x="21" y="0"/>
                      <a:pt x="1" y="28"/>
                      <a:pt x="0" y="6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1" name="Freeform 371">
                <a:extLst>
                  <a:ext uri="{FF2B5EF4-FFF2-40B4-BE49-F238E27FC236}">
                    <a16:creationId xmlns:a16="http://schemas.microsoft.com/office/drawing/2014/main" id="{C3F02AAD-08AF-435B-9103-5D44F27B7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616"/>
                <a:ext cx="62" cy="84"/>
              </a:xfrm>
              <a:custGeom>
                <a:avLst/>
                <a:gdLst>
                  <a:gd name="T0" fmla="*/ 0 w 60"/>
                  <a:gd name="T1" fmla="*/ 47 h 82"/>
                  <a:gd name="T2" fmla="*/ 35 w 60"/>
                  <a:gd name="T3" fmla="*/ 94 h 82"/>
                  <a:gd name="T4" fmla="*/ 72 w 60"/>
                  <a:gd name="T5" fmla="*/ 47 h 82"/>
                  <a:gd name="T6" fmla="*/ 36 w 60"/>
                  <a:gd name="T7" fmla="*/ 0 h 82"/>
                  <a:gd name="T8" fmla="*/ 0 w 60"/>
                  <a:gd name="T9" fmla="*/ 47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82">
                    <a:moveTo>
                      <a:pt x="0" y="41"/>
                    </a:moveTo>
                    <a:cubicBezTo>
                      <a:pt x="0" y="63"/>
                      <a:pt x="13" y="82"/>
                      <a:pt x="29" y="82"/>
                    </a:cubicBezTo>
                    <a:cubicBezTo>
                      <a:pt x="46" y="82"/>
                      <a:pt x="59" y="64"/>
                      <a:pt x="60" y="41"/>
                    </a:cubicBezTo>
                    <a:cubicBezTo>
                      <a:pt x="60" y="19"/>
                      <a:pt x="47" y="0"/>
                      <a:pt x="30" y="0"/>
                    </a:cubicBezTo>
                    <a:cubicBezTo>
                      <a:pt x="14" y="0"/>
                      <a:pt x="0" y="18"/>
                      <a:pt x="0" y="41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2" name="Freeform 372">
                <a:extLst>
                  <a:ext uri="{FF2B5EF4-FFF2-40B4-BE49-F238E27FC236}">
                    <a16:creationId xmlns:a16="http://schemas.microsoft.com/office/drawing/2014/main" id="{BB2C6AC3-6E71-47C8-9174-B5D864CE1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492"/>
                <a:ext cx="86" cy="119"/>
              </a:xfrm>
              <a:custGeom>
                <a:avLst/>
                <a:gdLst>
                  <a:gd name="T0" fmla="*/ 0 w 84"/>
                  <a:gd name="T1" fmla="*/ 70 h 116"/>
                  <a:gd name="T2" fmla="*/ 47 w 84"/>
                  <a:gd name="T3" fmla="*/ 134 h 116"/>
                  <a:gd name="T4" fmla="*/ 96 w 84"/>
                  <a:gd name="T5" fmla="*/ 71 h 116"/>
                  <a:gd name="T6" fmla="*/ 49 w 84"/>
                  <a:gd name="T7" fmla="*/ 0 h 116"/>
                  <a:gd name="T8" fmla="*/ 0 w 84"/>
                  <a:gd name="T9" fmla="*/ 7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16">
                    <a:moveTo>
                      <a:pt x="0" y="58"/>
                    </a:moveTo>
                    <a:cubicBezTo>
                      <a:pt x="0" y="89"/>
                      <a:pt x="18" y="116"/>
                      <a:pt x="41" y="116"/>
                    </a:cubicBezTo>
                    <a:cubicBezTo>
                      <a:pt x="64" y="116"/>
                      <a:pt x="84" y="90"/>
                      <a:pt x="84" y="59"/>
                    </a:cubicBezTo>
                    <a:cubicBezTo>
                      <a:pt x="84" y="27"/>
                      <a:pt x="66" y="1"/>
                      <a:pt x="43" y="0"/>
                    </a:cubicBezTo>
                    <a:cubicBezTo>
                      <a:pt x="20" y="0"/>
                      <a:pt x="1" y="26"/>
                      <a:pt x="0" y="58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3" name="Freeform 373">
                <a:extLst>
                  <a:ext uri="{FF2B5EF4-FFF2-40B4-BE49-F238E27FC236}">
                    <a16:creationId xmlns:a16="http://schemas.microsoft.com/office/drawing/2014/main" id="{FB23DDBC-3ABA-44D0-878F-71F045A6B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513"/>
                <a:ext cx="57" cy="77"/>
              </a:xfrm>
              <a:custGeom>
                <a:avLst/>
                <a:gdLst>
                  <a:gd name="T0" fmla="*/ 1 w 56"/>
                  <a:gd name="T1" fmla="*/ 44 h 76"/>
                  <a:gd name="T2" fmla="*/ 34 w 56"/>
                  <a:gd name="T3" fmla="*/ 82 h 76"/>
                  <a:gd name="T4" fmla="*/ 61 w 56"/>
                  <a:gd name="T5" fmla="*/ 44 h 76"/>
                  <a:gd name="T6" fmla="*/ 34 w 56"/>
                  <a:gd name="T7" fmla="*/ 0 h 76"/>
                  <a:gd name="T8" fmla="*/ 1 w 56"/>
                  <a:gd name="T9" fmla="*/ 4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6">
                    <a:moveTo>
                      <a:pt x="1" y="38"/>
                    </a:moveTo>
                    <a:cubicBezTo>
                      <a:pt x="0" y="59"/>
                      <a:pt x="12" y="76"/>
                      <a:pt x="28" y="76"/>
                    </a:cubicBezTo>
                    <a:cubicBezTo>
                      <a:pt x="43" y="76"/>
                      <a:pt x="55" y="59"/>
                      <a:pt x="55" y="38"/>
                    </a:cubicBezTo>
                    <a:cubicBezTo>
                      <a:pt x="56" y="18"/>
                      <a:pt x="44" y="0"/>
                      <a:pt x="28" y="0"/>
                    </a:cubicBezTo>
                    <a:cubicBezTo>
                      <a:pt x="13" y="0"/>
                      <a:pt x="1" y="17"/>
                      <a:pt x="1" y="38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4" name="Freeform 374">
                <a:extLst>
                  <a:ext uri="{FF2B5EF4-FFF2-40B4-BE49-F238E27FC236}">
                    <a16:creationId xmlns:a16="http://schemas.microsoft.com/office/drawing/2014/main" id="{B2E853DD-5761-4674-B94C-55FF2097A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502"/>
                <a:ext cx="31" cy="101"/>
              </a:xfrm>
              <a:custGeom>
                <a:avLst/>
                <a:gdLst>
                  <a:gd name="T0" fmla="*/ 7 w 30"/>
                  <a:gd name="T1" fmla="*/ 0 h 98"/>
                  <a:gd name="T2" fmla="*/ 36 w 30"/>
                  <a:gd name="T3" fmla="*/ 60 h 98"/>
                  <a:gd name="T4" fmla="*/ 0 w 30"/>
                  <a:gd name="T5" fmla="*/ 116 h 98"/>
                  <a:gd name="T6" fmla="*/ 30 w 30"/>
                  <a:gd name="T7" fmla="*/ 62 h 98"/>
                  <a:gd name="T8" fmla="*/ 7 w 30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98">
                    <a:moveTo>
                      <a:pt x="7" y="0"/>
                    </a:moveTo>
                    <a:cubicBezTo>
                      <a:pt x="7" y="0"/>
                      <a:pt x="30" y="18"/>
                      <a:pt x="30" y="49"/>
                    </a:cubicBezTo>
                    <a:cubicBezTo>
                      <a:pt x="30" y="80"/>
                      <a:pt x="0" y="98"/>
                      <a:pt x="0" y="98"/>
                    </a:cubicBezTo>
                    <a:cubicBezTo>
                      <a:pt x="0" y="98"/>
                      <a:pt x="24" y="77"/>
                      <a:pt x="24" y="50"/>
                    </a:cubicBezTo>
                    <a:cubicBezTo>
                      <a:pt x="25" y="23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5" name="Freeform 375">
                <a:extLst>
                  <a:ext uri="{FF2B5EF4-FFF2-40B4-BE49-F238E27FC236}">
                    <a16:creationId xmlns:a16="http://schemas.microsoft.com/office/drawing/2014/main" id="{BC53CC89-2D28-4B97-A2A4-D0F9E0FC6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521"/>
                <a:ext cx="23" cy="64"/>
              </a:xfrm>
              <a:custGeom>
                <a:avLst/>
                <a:gdLst>
                  <a:gd name="T0" fmla="*/ 3 w 23"/>
                  <a:gd name="T1" fmla="*/ 0 h 63"/>
                  <a:gd name="T2" fmla="*/ 0 w 23"/>
                  <a:gd name="T3" fmla="*/ 69 h 63"/>
                  <a:gd name="T4" fmla="*/ 3 w 23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3">
                    <a:moveTo>
                      <a:pt x="3" y="0"/>
                    </a:moveTo>
                    <a:cubicBezTo>
                      <a:pt x="3" y="0"/>
                      <a:pt x="23" y="34"/>
                      <a:pt x="0" y="63"/>
                    </a:cubicBezTo>
                    <a:cubicBezTo>
                      <a:pt x="0" y="63"/>
                      <a:pt x="18" y="39"/>
                      <a:pt x="3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6" name="Freeform 376">
                <a:extLst>
                  <a:ext uri="{FF2B5EF4-FFF2-40B4-BE49-F238E27FC236}">
                    <a16:creationId xmlns:a16="http://schemas.microsoft.com/office/drawing/2014/main" id="{70F56F7E-0194-48C7-A0EE-DDE78BD7D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510"/>
                <a:ext cx="33" cy="84"/>
              </a:xfrm>
              <a:custGeom>
                <a:avLst/>
                <a:gdLst>
                  <a:gd name="T0" fmla="*/ 38 w 32"/>
                  <a:gd name="T1" fmla="*/ 0 h 83"/>
                  <a:gd name="T2" fmla="*/ 3 w 32"/>
                  <a:gd name="T3" fmla="*/ 41 h 83"/>
                  <a:gd name="T4" fmla="*/ 38 w 32"/>
                  <a:gd name="T5" fmla="*/ 88 h 83"/>
                  <a:gd name="T6" fmla="*/ 0 w 32"/>
                  <a:gd name="T7" fmla="*/ 48 h 83"/>
                  <a:gd name="T8" fmla="*/ 38 w 32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83">
                    <a:moveTo>
                      <a:pt x="32" y="0"/>
                    </a:moveTo>
                    <a:cubicBezTo>
                      <a:pt x="32" y="0"/>
                      <a:pt x="4" y="4"/>
                      <a:pt x="3" y="41"/>
                    </a:cubicBezTo>
                    <a:cubicBezTo>
                      <a:pt x="3" y="79"/>
                      <a:pt x="32" y="82"/>
                      <a:pt x="32" y="82"/>
                    </a:cubicBezTo>
                    <a:cubicBezTo>
                      <a:pt x="32" y="82"/>
                      <a:pt x="0" y="83"/>
                      <a:pt x="0" y="42"/>
                    </a:cubicBezTo>
                    <a:cubicBezTo>
                      <a:pt x="0" y="1"/>
                      <a:pt x="32" y="0"/>
                      <a:pt x="32" y="0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7" name="Freeform 377">
                <a:extLst>
                  <a:ext uri="{FF2B5EF4-FFF2-40B4-BE49-F238E27FC236}">
                    <a16:creationId xmlns:a16="http://schemas.microsoft.com/office/drawing/2014/main" id="{99DCC828-2F79-4E08-8583-425D928CD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517"/>
                <a:ext cx="36" cy="67"/>
              </a:xfrm>
              <a:custGeom>
                <a:avLst/>
                <a:gdLst>
                  <a:gd name="T0" fmla="*/ 11 w 35"/>
                  <a:gd name="T1" fmla="*/ 1 h 66"/>
                  <a:gd name="T2" fmla="*/ 40 w 35"/>
                  <a:gd name="T3" fmla="*/ 30 h 66"/>
                  <a:gd name="T4" fmla="*/ 38 w 35"/>
                  <a:gd name="T5" fmla="*/ 54 h 66"/>
                  <a:gd name="T6" fmla="*/ 26 w 35"/>
                  <a:gd name="T7" fmla="*/ 69 h 66"/>
                  <a:gd name="T8" fmla="*/ 3 w 35"/>
                  <a:gd name="T9" fmla="*/ 65 h 66"/>
                  <a:gd name="T10" fmla="*/ 0 w 35"/>
                  <a:gd name="T11" fmla="*/ 53 h 66"/>
                  <a:gd name="T12" fmla="*/ 6 w 35"/>
                  <a:gd name="T13" fmla="*/ 40 h 66"/>
                  <a:gd name="T14" fmla="*/ 2 w 35"/>
                  <a:gd name="T15" fmla="*/ 11 h 66"/>
                  <a:gd name="T16" fmla="*/ 12 w 35"/>
                  <a:gd name="T17" fmla="*/ 1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66">
                    <a:moveTo>
                      <a:pt x="11" y="1"/>
                    </a:moveTo>
                    <a:cubicBezTo>
                      <a:pt x="26" y="0"/>
                      <a:pt x="33" y="18"/>
                      <a:pt x="34" y="30"/>
                    </a:cubicBezTo>
                    <a:cubicBezTo>
                      <a:pt x="35" y="36"/>
                      <a:pt x="34" y="42"/>
                      <a:pt x="32" y="48"/>
                    </a:cubicBezTo>
                    <a:cubicBezTo>
                      <a:pt x="29" y="54"/>
                      <a:pt x="27" y="62"/>
                      <a:pt x="20" y="63"/>
                    </a:cubicBezTo>
                    <a:cubicBezTo>
                      <a:pt x="14" y="65"/>
                      <a:pt x="6" y="66"/>
                      <a:pt x="3" y="59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1" y="42"/>
                      <a:pt x="4" y="38"/>
                      <a:pt x="6" y="34"/>
                    </a:cubicBezTo>
                    <a:cubicBezTo>
                      <a:pt x="10" y="26"/>
                      <a:pt x="1" y="19"/>
                      <a:pt x="2" y="11"/>
                    </a:cubicBezTo>
                    <a:cubicBezTo>
                      <a:pt x="3" y="6"/>
                      <a:pt x="7" y="2"/>
                      <a:pt x="12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8" name="Freeform 378">
                <a:extLst>
                  <a:ext uri="{FF2B5EF4-FFF2-40B4-BE49-F238E27FC236}">
                    <a16:creationId xmlns:a16="http://schemas.microsoft.com/office/drawing/2014/main" id="{4B9964B3-A555-4285-8758-17DE046D2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517"/>
                <a:ext cx="19" cy="35"/>
              </a:xfrm>
              <a:custGeom>
                <a:avLst/>
                <a:gdLst>
                  <a:gd name="T0" fmla="*/ 19 w 19"/>
                  <a:gd name="T1" fmla="*/ 0 h 35"/>
                  <a:gd name="T2" fmla="*/ 1 w 19"/>
                  <a:gd name="T3" fmla="*/ 35 h 35"/>
                  <a:gd name="T4" fmla="*/ 7 w 19"/>
                  <a:gd name="T5" fmla="*/ 14 h 35"/>
                  <a:gd name="T6" fmla="*/ 12 w 19"/>
                  <a:gd name="T7" fmla="*/ 6 h 35"/>
                  <a:gd name="T8" fmla="*/ 19 w 19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5">
                    <a:moveTo>
                      <a:pt x="19" y="0"/>
                    </a:moveTo>
                    <a:cubicBezTo>
                      <a:pt x="5" y="5"/>
                      <a:pt x="0" y="22"/>
                      <a:pt x="1" y="35"/>
                    </a:cubicBezTo>
                    <a:cubicBezTo>
                      <a:pt x="2" y="28"/>
                      <a:pt x="3" y="20"/>
                      <a:pt x="7" y="14"/>
                    </a:cubicBezTo>
                    <a:cubicBezTo>
                      <a:pt x="8" y="12"/>
                      <a:pt x="11" y="9"/>
                      <a:pt x="12" y="6"/>
                    </a:cubicBezTo>
                    <a:cubicBezTo>
                      <a:pt x="14" y="4"/>
                      <a:pt x="18" y="2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9" name="Freeform 379">
                <a:extLst>
                  <a:ext uri="{FF2B5EF4-FFF2-40B4-BE49-F238E27FC236}">
                    <a16:creationId xmlns:a16="http://schemas.microsoft.com/office/drawing/2014/main" id="{4E523DC8-8E46-4FED-AEBE-1FB1F5B5A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492"/>
                <a:ext cx="86" cy="119"/>
              </a:xfrm>
              <a:custGeom>
                <a:avLst/>
                <a:gdLst>
                  <a:gd name="T0" fmla="*/ 0 w 84"/>
                  <a:gd name="T1" fmla="*/ 70 h 116"/>
                  <a:gd name="T2" fmla="*/ 47 w 84"/>
                  <a:gd name="T3" fmla="*/ 134 h 116"/>
                  <a:gd name="T4" fmla="*/ 96 w 84"/>
                  <a:gd name="T5" fmla="*/ 71 h 116"/>
                  <a:gd name="T6" fmla="*/ 48 w 84"/>
                  <a:gd name="T7" fmla="*/ 1 h 116"/>
                  <a:gd name="T8" fmla="*/ 0 w 84"/>
                  <a:gd name="T9" fmla="*/ 7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16">
                    <a:moveTo>
                      <a:pt x="0" y="58"/>
                    </a:moveTo>
                    <a:cubicBezTo>
                      <a:pt x="0" y="90"/>
                      <a:pt x="18" y="116"/>
                      <a:pt x="41" y="116"/>
                    </a:cubicBezTo>
                    <a:cubicBezTo>
                      <a:pt x="64" y="116"/>
                      <a:pt x="83" y="91"/>
                      <a:pt x="84" y="59"/>
                    </a:cubicBezTo>
                    <a:cubicBezTo>
                      <a:pt x="84" y="27"/>
                      <a:pt x="66" y="1"/>
                      <a:pt x="42" y="1"/>
                    </a:cubicBezTo>
                    <a:cubicBezTo>
                      <a:pt x="19" y="0"/>
                      <a:pt x="0" y="26"/>
                      <a:pt x="0" y="5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0" name="Freeform 380">
                <a:extLst>
                  <a:ext uri="{FF2B5EF4-FFF2-40B4-BE49-F238E27FC236}">
                    <a16:creationId xmlns:a16="http://schemas.microsoft.com/office/drawing/2014/main" id="{8424942E-44B1-4736-89B2-801C1A047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513"/>
                <a:ext cx="56" cy="77"/>
              </a:xfrm>
              <a:custGeom>
                <a:avLst/>
                <a:gdLst>
                  <a:gd name="T0" fmla="*/ 0 w 55"/>
                  <a:gd name="T1" fmla="*/ 44 h 76"/>
                  <a:gd name="T2" fmla="*/ 27 w 55"/>
                  <a:gd name="T3" fmla="*/ 82 h 76"/>
                  <a:gd name="T4" fmla="*/ 61 w 55"/>
                  <a:gd name="T5" fmla="*/ 45 h 76"/>
                  <a:gd name="T6" fmla="*/ 34 w 55"/>
                  <a:gd name="T7" fmla="*/ 0 h 76"/>
                  <a:gd name="T8" fmla="*/ 0 w 55"/>
                  <a:gd name="T9" fmla="*/ 4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6">
                    <a:moveTo>
                      <a:pt x="0" y="38"/>
                    </a:moveTo>
                    <a:cubicBezTo>
                      <a:pt x="0" y="59"/>
                      <a:pt x="12" y="76"/>
                      <a:pt x="27" y="76"/>
                    </a:cubicBezTo>
                    <a:cubicBezTo>
                      <a:pt x="42" y="76"/>
                      <a:pt x="55" y="59"/>
                      <a:pt x="55" y="39"/>
                    </a:cubicBezTo>
                    <a:cubicBezTo>
                      <a:pt x="55" y="18"/>
                      <a:pt x="43" y="1"/>
                      <a:pt x="28" y="0"/>
                    </a:cubicBezTo>
                    <a:cubicBezTo>
                      <a:pt x="13" y="0"/>
                      <a:pt x="1" y="17"/>
                      <a:pt x="0" y="3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1" name="Freeform 381">
                <a:extLst>
                  <a:ext uri="{FF2B5EF4-FFF2-40B4-BE49-F238E27FC236}">
                    <a16:creationId xmlns:a16="http://schemas.microsoft.com/office/drawing/2014/main" id="{E28D3BB9-CCE3-4F16-9EE2-54F8A9E35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700"/>
                <a:ext cx="86" cy="118"/>
              </a:xfrm>
              <a:custGeom>
                <a:avLst/>
                <a:gdLst>
                  <a:gd name="T0" fmla="*/ 0 w 84"/>
                  <a:gd name="T1" fmla="*/ 63 h 116"/>
                  <a:gd name="T2" fmla="*/ 47 w 84"/>
                  <a:gd name="T3" fmla="*/ 128 h 116"/>
                  <a:gd name="T4" fmla="*/ 96 w 84"/>
                  <a:gd name="T5" fmla="*/ 64 h 116"/>
                  <a:gd name="T6" fmla="*/ 48 w 84"/>
                  <a:gd name="T7" fmla="*/ 0 h 116"/>
                  <a:gd name="T8" fmla="*/ 0 w 84"/>
                  <a:gd name="T9" fmla="*/ 63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16">
                    <a:moveTo>
                      <a:pt x="0" y="57"/>
                    </a:moveTo>
                    <a:cubicBezTo>
                      <a:pt x="0" y="89"/>
                      <a:pt x="18" y="115"/>
                      <a:pt x="41" y="116"/>
                    </a:cubicBezTo>
                    <a:cubicBezTo>
                      <a:pt x="64" y="116"/>
                      <a:pt x="83" y="90"/>
                      <a:pt x="84" y="58"/>
                    </a:cubicBezTo>
                    <a:cubicBezTo>
                      <a:pt x="84" y="27"/>
                      <a:pt x="66" y="1"/>
                      <a:pt x="42" y="0"/>
                    </a:cubicBezTo>
                    <a:cubicBezTo>
                      <a:pt x="19" y="0"/>
                      <a:pt x="0" y="26"/>
                      <a:pt x="0" y="57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2" name="Freeform 382">
                <a:extLst>
                  <a:ext uri="{FF2B5EF4-FFF2-40B4-BE49-F238E27FC236}">
                    <a16:creationId xmlns:a16="http://schemas.microsoft.com/office/drawing/2014/main" id="{97EAD9B6-ABC9-4813-9C7D-5F6083FA7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720"/>
                <a:ext cx="57" cy="78"/>
              </a:xfrm>
              <a:custGeom>
                <a:avLst/>
                <a:gdLst>
                  <a:gd name="T0" fmla="*/ 0 w 56"/>
                  <a:gd name="T1" fmla="*/ 44 h 76"/>
                  <a:gd name="T2" fmla="*/ 27 w 56"/>
                  <a:gd name="T3" fmla="*/ 88 h 76"/>
                  <a:gd name="T4" fmla="*/ 61 w 56"/>
                  <a:gd name="T5" fmla="*/ 44 h 76"/>
                  <a:gd name="T6" fmla="*/ 34 w 56"/>
                  <a:gd name="T7" fmla="*/ 0 h 76"/>
                  <a:gd name="T8" fmla="*/ 0 w 56"/>
                  <a:gd name="T9" fmla="*/ 4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6">
                    <a:moveTo>
                      <a:pt x="0" y="38"/>
                    </a:moveTo>
                    <a:cubicBezTo>
                      <a:pt x="0" y="59"/>
                      <a:pt x="12" y="76"/>
                      <a:pt x="27" y="76"/>
                    </a:cubicBezTo>
                    <a:cubicBezTo>
                      <a:pt x="43" y="76"/>
                      <a:pt x="55" y="59"/>
                      <a:pt x="55" y="38"/>
                    </a:cubicBezTo>
                    <a:cubicBezTo>
                      <a:pt x="56" y="17"/>
                      <a:pt x="43" y="0"/>
                      <a:pt x="28" y="0"/>
                    </a:cubicBezTo>
                    <a:cubicBezTo>
                      <a:pt x="13" y="0"/>
                      <a:pt x="1" y="17"/>
                      <a:pt x="0" y="38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3" name="Freeform 383">
                <a:extLst>
                  <a:ext uri="{FF2B5EF4-FFF2-40B4-BE49-F238E27FC236}">
                    <a16:creationId xmlns:a16="http://schemas.microsoft.com/office/drawing/2014/main" id="{18CD084E-740C-440B-8AB7-A697FD5C1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710"/>
                <a:ext cx="31" cy="100"/>
              </a:xfrm>
              <a:custGeom>
                <a:avLst/>
                <a:gdLst>
                  <a:gd name="T0" fmla="*/ 7 w 30"/>
                  <a:gd name="T1" fmla="*/ 0 h 98"/>
                  <a:gd name="T2" fmla="*/ 36 w 30"/>
                  <a:gd name="T3" fmla="*/ 55 h 98"/>
                  <a:gd name="T4" fmla="*/ 0 w 30"/>
                  <a:gd name="T5" fmla="*/ 110 h 98"/>
                  <a:gd name="T6" fmla="*/ 30 w 30"/>
                  <a:gd name="T7" fmla="*/ 56 h 98"/>
                  <a:gd name="T8" fmla="*/ 7 w 30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98">
                    <a:moveTo>
                      <a:pt x="7" y="0"/>
                    </a:moveTo>
                    <a:cubicBezTo>
                      <a:pt x="7" y="0"/>
                      <a:pt x="30" y="18"/>
                      <a:pt x="30" y="49"/>
                    </a:cubicBezTo>
                    <a:cubicBezTo>
                      <a:pt x="30" y="80"/>
                      <a:pt x="0" y="98"/>
                      <a:pt x="0" y="98"/>
                    </a:cubicBezTo>
                    <a:cubicBezTo>
                      <a:pt x="0" y="98"/>
                      <a:pt x="24" y="77"/>
                      <a:pt x="24" y="50"/>
                    </a:cubicBezTo>
                    <a:cubicBezTo>
                      <a:pt x="25" y="23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4" name="Freeform 384">
                <a:extLst>
                  <a:ext uri="{FF2B5EF4-FFF2-40B4-BE49-F238E27FC236}">
                    <a16:creationId xmlns:a16="http://schemas.microsoft.com/office/drawing/2014/main" id="{B3E9EF34-1FDD-4AAA-8FD7-E105790D1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728"/>
                <a:ext cx="24" cy="65"/>
              </a:xfrm>
              <a:custGeom>
                <a:avLst/>
                <a:gdLst>
                  <a:gd name="T0" fmla="*/ 4 w 24"/>
                  <a:gd name="T1" fmla="*/ 0 h 63"/>
                  <a:gd name="T2" fmla="*/ 0 w 24"/>
                  <a:gd name="T3" fmla="*/ 75 h 63"/>
                  <a:gd name="T4" fmla="*/ 4 w 24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63">
                    <a:moveTo>
                      <a:pt x="4" y="0"/>
                    </a:moveTo>
                    <a:cubicBezTo>
                      <a:pt x="4" y="0"/>
                      <a:pt x="24" y="34"/>
                      <a:pt x="0" y="63"/>
                    </a:cubicBezTo>
                    <a:cubicBezTo>
                      <a:pt x="0" y="63"/>
                      <a:pt x="19" y="39"/>
                      <a:pt x="4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5" name="Freeform 385">
                <a:extLst>
                  <a:ext uri="{FF2B5EF4-FFF2-40B4-BE49-F238E27FC236}">
                    <a16:creationId xmlns:a16="http://schemas.microsoft.com/office/drawing/2014/main" id="{D2720D5B-1BF0-48A3-A783-597B23F78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717"/>
                <a:ext cx="34" cy="85"/>
              </a:xfrm>
              <a:custGeom>
                <a:avLst/>
                <a:gdLst>
                  <a:gd name="T0" fmla="*/ 39 w 33"/>
                  <a:gd name="T1" fmla="*/ 0 h 83"/>
                  <a:gd name="T2" fmla="*/ 4 w 33"/>
                  <a:gd name="T3" fmla="*/ 47 h 83"/>
                  <a:gd name="T4" fmla="*/ 38 w 33"/>
                  <a:gd name="T5" fmla="*/ 94 h 83"/>
                  <a:gd name="T6" fmla="*/ 1 w 33"/>
                  <a:gd name="T7" fmla="*/ 48 h 83"/>
                  <a:gd name="T8" fmla="*/ 39 w 33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83">
                    <a:moveTo>
                      <a:pt x="33" y="0"/>
                    </a:moveTo>
                    <a:cubicBezTo>
                      <a:pt x="33" y="0"/>
                      <a:pt x="5" y="4"/>
                      <a:pt x="4" y="41"/>
                    </a:cubicBezTo>
                    <a:cubicBezTo>
                      <a:pt x="4" y="79"/>
                      <a:pt x="32" y="82"/>
                      <a:pt x="32" y="82"/>
                    </a:cubicBezTo>
                    <a:cubicBezTo>
                      <a:pt x="32" y="82"/>
                      <a:pt x="0" y="83"/>
                      <a:pt x="1" y="42"/>
                    </a:cubicBezTo>
                    <a:cubicBezTo>
                      <a:pt x="1" y="0"/>
                      <a:pt x="33" y="0"/>
                      <a:pt x="33" y="0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6" name="Freeform 386">
                <a:extLst>
                  <a:ext uri="{FF2B5EF4-FFF2-40B4-BE49-F238E27FC236}">
                    <a16:creationId xmlns:a16="http://schemas.microsoft.com/office/drawing/2014/main" id="{00A94AE8-CF4D-4582-A974-A85679603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724"/>
                <a:ext cx="36" cy="68"/>
              </a:xfrm>
              <a:custGeom>
                <a:avLst/>
                <a:gdLst>
                  <a:gd name="T0" fmla="*/ 11 w 35"/>
                  <a:gd name="T1" fmla="*/ 1 h 66"/>
                  <a:gd name="T2" fmla="*/ 40 w 35"/>
                  <a:gd name="T3" fmla="*/ 35 h 66"/>
                  <a:gd name="T4" fmla="*/ 38 w 35"/>
                  <a:gd name="T5" fmla="*/ 58 h 66"/>
                  <a:gd name="T6" fmla="*/ 26 w 35"/>
                  <a:gd name="T7" fmla="*/ 75 h 66"/>
                  <a:gd name="T8" fmla="*/ 2 w 35"/>
                  <a:gd name="T9" fmla="*/ 71 h 66"/>
                  <a:gd name="T10" fmla="*/ 0 w 35"/>
                  <a:gd name="T11" fmla="*/ 56 h 66"/>
                  <a:gd name="T12" fmla="*/ 6 w 35"/>
                  <a:gd name="T13" fmla="*/ 40 h 66"/>
                  <a:gd name="T14" fmla="*/ 2 w 35"/>
                  <a:gd name="T15" fmla="*/ 11 h 66"/>
                  <a:gd name="T16" fmla="*/ 12 w 35"/>
                  <a:gd name="T17" fmla="*/ 1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66">
                    <a:moveTo>
                      <a:pt x="11" y="1"/>
                    </a:moveTo>
                    <a:cubicBezTo>
                      <a:pt x="26" y="0"/>
                      <a:pt x="33" y="18"/>
                      <a:pt x="34" y="29"/>
                    </a:cubicBezTo>
                    <a:cubicBezTo>
                      <a:pt x="35" y="36"/>
                      <a:pt x="34" y="42"/>
                      <a:pt x="32" y="48"/>
                    </a:cubicBezTo>
                    <a:cubicBezTo>
                      <a:pt x="29" y="54"/>
                      <a:pt x="27" y="62"/>
                      <a:pt x="20" y="63"/>
                    </a:cubicBezTo>
                    <a:cubicBezTo>
                      <a:pt x="14" y="65"/>
                      <a:pt x="6" y="66"/>
                      <a:pt x="2" y="59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1" y="41"/>
                      <a:pt x="4" y="38"/>
                      <a:pt x="6" y="34"/>
                    </a:cubicBezTo>
                    <a:cubicBezTo>
                      <a:pt x="9" y="26"/>
                      <a:pt x="1" y="19"/>
                      <a:pt x="2" y="11"/>
                    </a:cubicBezTo>
                    <a:cubicBezTo>
                      <a:pt x="3" y="6"/>
                      <a:pt x="7" y="2"/>
                      <a:pt x="12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7" name="Freeform 387">
                <a:extLst>
                  <a:ext uri="{FF2B5EF4-FFF2-40B4-BE49-F238E27FC236}">
                    <a16:creationId xmlns:a16="http://schemas.microsoft.com/office/drawing/2014/main" id="{1BA2F569-0B82-41F0-BE84-F12BEE870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724"/>
                <a:ext cx="20" cy="36"/>
              </a:xfrm>
              <a:custGeom>
                <a:avLst/>
                <a:gdLst>
                  <a:gd name="T0" fmla="*/ 20 w 20"/>
                  <a:gd name="T1" fmla="*/ 0 h 35"/>
                  <a:gd name="T2" fmla="*/ 1 w 20"/>
                  <a:gd name="T3" fmla="*/ 41 h 35"/>
                  <a:gd name="T4" fmla="*/ 8 w 20"/>
                  <a:gd name="T5" fmla="*/ 14 h 35"/>
                  <a:gd name="T6" fmla="*/ 13 w 20"/>
                  <a:gd name="T7" fmla="*/ 6 h 35"/>
                  <a:gd name="T8" fmla="*/ 20 w 2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20" y="0"/>
                    </a:moveTo>
                    <a:cubicBezTo>
                      <a:pt x="6" y="5"/>
                      <a:pt x="0" y="22"/>
                      <a:pt x="1" y="35"/>
                    </a:cubicBezTo>
                    <a:cubicBezTo>
                      <a:pt x="3" y="28"/>
                      <a:pt x="4" y="20"/>
                      <a:pt x="8" y="14"/>
                    </a:cubicBezTo>
                    <a:cubicBezTo>
                      <a:pt x="9" y="11"/>
                      <a:pt x="11" y="8"/>
                      <a:pt x="13" y="6"/>
                    </a:cubicBezTo>
                    <a:cubicBezTo>
                      <a:pt x="15" y="4"/>
                      <a:pt x="19" y="2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8" name="Freeform 388">
                <a:extLst>
                  <a:ext uri="{FF2B5EF4-FFF2-40B4-BE49-F238E27FC236}">
                    <a16:creationId xmlns:a16="http://schemas.microsoft.com/office/drawing/2014/main" id="{FB712FB1-B36A-4296-892C-D8E51C5C3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700"/>
                <a:ext cx="87" cy="118"/>
              </a:xfrm>
              <a:custGeom>
                <a:avLst/>
                <a:gdLst>
                  <a:gd name="T0" fmla="*/ 1 w 85"/>
                  <a:gd name="T1" fmla="*/ 64 h 116"/>
                  <a:gd name="T2" fmla="*/ 48 w 85"/>
                  <a:gd name="T3" fmla="*/ 128 h 116"/>
                  <a:gd name="T4" fmla="*/ 96 w 85"/>
                  <a:gd name="T5" fmla="*/ 65 h 116"/>
                  <a:gd name="T6" fmla="*/ 49 w 85"/>
                  <a:gd name="T7" fmla="*/ 0 h 116"/>
                  <a:gd name="T8" fmla="*/ 1 w 85"/>
                  <a:gd name="T9" fmla="*/ 64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16">
                    <a:moveTo>
                      <a:pt x="1" y="58"/>
                    </a:moveTo>
                    <a:cubicBezTo>
                      <a:pt x="0" y="89"/>
                      <a:pt x="19" y="116"/>
                      <a:pt x="42" y="116"/>
                    </a:cubicBezTo>
                    <a:cubicBezTo>
                      <a:pt x="65" y="116"/>
                      <a:pt x="84" y="90"/>
                      <a:pt x="84" y="59"/>
                    </a:cubicBezTo>
                    <a:cubicBezTo>
                      <a:pt x="85" y="27"/>
                      <a:pt x="66" y="1"/>
                      <a:pt x="43" y="0"/>
                    </a:cubicBezTo>
                    <a:cubicBezTo>
                      <a:pt x="20" y="0"/>
                      <a:pt x="1" y="26"/>
                      <a:pt x="1" y="5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9" name="Freeform 389">
                <a:extLst>
                  <a:ext uri="{FF2B5EF4-FFF2-40B4-BE49-F238E27FC236}">
                    <a16:creationId xmlns:a16="http://schemas.microsoft.com/office/drawing/2014/main" id="{A7B9C917-9425-40CE-AEBC-F4FEC6C08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720"/>
                <a:ext cx="56" cy="78"/>
              </a:xfrm>
              <a:custGeom>
                <a:avLst/>
                <a:gdLst>
                  <a:gd name="T0" fmla="*/ 0 w 55"/>
                  <a:gd name="T1" fmla="*/ 44 h 76"/>
                  <a:gd name="T2" fmla="*/ 27 w 55"/>
                  <a:gd name="T3" fmla="*/ 88 h 76"/>
                  <a:gd name="T4" fmla="*/ 61 w 55"/>
                  <a:gd name="T5" fmla="*/ 44 h 76"/>
                  <a:gd name="T6" fmla="*/ 34 w 55"/>
                  <a:gd name="T7" fmla="*/ 0 h 76"/>
                  <a:gd name="T8" fmla="*/ 0 w 55"/>
                  <a:gd name="T9" fmla="*/ 4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6">
                    <a:moveTo>
                      <a:pt x="0" y="38"/>
                    </a:moveTo>
                    <a:cubicBezTo>
                      <a:pt x="0" y="59"/>
                      <a:pt x="12" y="76"/>
                      <a:pt x="27" y="76"/>
                    </a:cubicBezTo>
                    <a:cubicBezTo>
                      <a:pt x="42" y="76"/>
                      <a:pt x="55" y="59"/>
                      <a:pt x="55" y="38"/>
                    </a:cubicBezTo>
                    <a:cubicBezTo>
                      <a:pt x="55" y="18"/>
                      <a:pt x="43" y="0"/>
                      <a:pt x="28" y="0"/>
                    </a:cubicBezTo>
                    <a:cubicBezTo>
                      <a:pt x="13" y="0"/>
                      <a:pt x="0" y="17"/>
                      <a:pt x="0" y="3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0" name="Freeform 390">
                <a:extLst>
                  <a:ext uri="{FF2B5EF4-FFF2-40B4-BE49-F238E27FC236}">
                    <a16:creationId xmlns:a16="http://schemas.microsoft.com/office/drawing/2014/main" id="{6E3604CD-C63C-4338-900A-D1B9FAB21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313"/>
                <a:ext cx="92" cy="112"/>
              </a:xfrm>
              <a:custGeom>
                <a:avLst/>
                <a:gdLst>
                  <a:gd name="T0" fmla="*/ 11 w 90"/>
                  <a:gd name="T1" fmla="*/ 46 h 109"/>
                  <a:gd name="T2" fmla="*/ 31 w 90"/>
                  <a:gd name="T3" fmla="*/ 119 h 109"/>
                  <a:gd name="T4" fmla="*/ 91 w 90"/>
                  <a:gd name="T5" fmla="*/ 81 h 109"/>
                  <a:gd name="T6" fmla="*/ 74 w 90"/>
                  <a:gd name="T7" fmla="*/ 8 h 109"/>
                  <a:gd name="T8" fmla="*/ 11 w 90"/>
                  <a:gd name="T9" fmla="*/ 46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11" y="40"/>
                    </a:moveTo>
                    <a:cubicBezTo>
                      <a:pt x="0" y="66"/>
                      <a:pt x="6" y="93"/>
                      <a:pt x="25" y="101"/>
                    </a:cubicBezTo>
                    <a:cubicBezTo>
                      <a:pt x="44" y="109"/>
                      <a:pt x="68" y="95"/>
                      <a:pt x="79" y="69"/>
                    </a:cubicBezTo>
                    <a:cubicBezTo>
                      <a:pt x="90" y="43"/>
                      <a:pt x="84" y="16"/>
                      <a:pt x="65" y="8"/>
                    </a:cubicBezTo>
                    <a:cubicBezTo>
                      <a:pt x="47" y="0"/>
                      <a:pt x="22" y="14"/>
                      <a:pt x="11" y="40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1" name="Freeform 391">
                <a:extLst>
                  <a:ext uri="{FF2B5EF4-FFF2-40B4-BE49-F238E27FC236}">
                    <a16:creationId xmlns:a16="http://schemas.microsoft.com/office/drawing/2014/main" id="{15EA0A95-B701-45D0-80ED-437E1601C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332"/>
                <a:ext cx="60" cy="73"/>
              </a:xfrm>
              <a:custGeom>
                <a:avLst/>
                <a:gdLst>
                  <a:gd name="T0" fmla="*/ 7 w 59"/>
                  <a:gd name="T1" fmla="*/ 27 h 72"/>
                  <a:gd name="T2" fmla="*/ 16 w 59"/>
                  <a:gd name="T3" fmla="*/ 73 h 72"/>
                  <a:gd name="T4" fmla="*/ 57 w 59"/>
                  <a:gd name="T5" fmla="*/ 52 h 72"/>
                  <a:gd name="T6" fmla="*/ 48 w 59"/>
                  <a:gd name="T7" fmla="*/ 6 h 72"/>
                  <a:gd name="T8" fmla="*/ 7 w 59"/>
                  <a:gd name="T9" fmla="*/ 27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2">
                    <a:moveTo>
                      <a:pt x="7" y="27"/>
                    </a:moveTo>
                    <a:cubicBezTo>
                      <a:pt x="0" y="44"/>
                      <a:pt x="4" y="62"/>
                      <a:pt x="16" y="67"/>
                    </a:cubicBezTo>
                    <a:cubicBezTo>
                      <a:pt x="28" y="72"/>
                      <a:pt x="44" y="63"/>
                      <a:pt x="51" y="46"/>
                    </a:cubicBezTo>
                    <a:cubicBezTo>
                      <a:pt x="59" y="29"/>
                      <a:pt x="55" y="11"/>
                      <a:pt x="42" y="6"/>
                    </a:cubicBezTo>
                    <a:cubicBezTo>
                      <a:pt x="30" y="0"/>
                      <a:pt x="14" y="10"/>
                      <a:pt x="7" y="27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2" name="Freeform 392">
                <a:extLst>
                  <a:ext uri="{FF2B5EF4-FFF2-40B4-BE49-F238E27FC236}">
                    <a16:creationId xmlns:a16="http://schemas.microsoft.com/office/drawing/2014/main" id="{665A481F-ED69-40DA-BA4A-58F2FBADD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335"/>
                <a:ext cx="54" cy="78"/>
              </a:xfrm>
              <a:custGeom>
                <a:avLst/>
                <a:gdLst>
                  <a:gd name="T0" fmla="*/ 46 w 53"/>
                  <a:gd name="T1" fmla="*/ 0 h 77"/>
                  <a:gd name="T2" fmla="*/ 48 w 53"/>
                  <a:gd name="T3" fmla="*/ 54 h 77"/>
                  <a:gd name="T4" fmla="*/ 0 w 53"/>
                  <a:gd name="T5" fmla="*/ 83 h 77"/>
                  <a:gd name="T6" fmla="*/ 43 w 53"/>
                  <a:gd name="T7" fmla="*/ 52 h 77"/>
                  <a:gd name="T8" fmla="*/ 46 w 53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77">
                    <a:moveTo>
                      <a:pt x="40" y="0"/>
                    </a:moveTo>
                    <a:cubicBezTo>
                      <a:pt x="40" y="0"/>
                      <a:pt x="53" y="22"/>
                      <a:pt x="42" y="48"/>
                    </a:cubicBezTo>
                    <a:cubicBezTo>
                      <a:pt x="31" y="73"/>
                      <a:pt x="0" y="77"/>
                      <a:pt x="0" y="77"/>
                    </a:cubicBezTo>
                    <a:cubicBezTo>
                      <a:pt x="0" y="77"/>
                      <a:pt x="28" y="68"/>
                      <a:pt x="37" y="46"/>
                    </a:cubicBezTo>
                    <a:cubicBezTo>
                      <a:pt x="47" y="24"/>
                      <a:pt x="40" y="0"/>
                      <a:pt x="40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3" name="Freeform 393">
                <a:extLst>
                  <a:ext uri="{FF2B5EF4-FFF2-40B4-BE49-F238E27FC236}">
                    <a16:creationId xmlns:a16="http://schemas.microsoft.com/office/drawing/2014/main" id="{69D2C173-7661-4D0C-A47C-F5302BA4F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353"/>
                <a:ext cx="30" cy="52"/>
              </a:xfrm>
              <a:custGeom>
                <a:avLst/>
                <a:gdLst>
                  <a:gd name="T0" fmla="*/ 31 w 29"/>
                  <a:gd name="T1" fmla="*/ 0 h 51"/>
                  <a:gd name="T2" fmla="*/ 0 w 29"/>
                  <a:gd name="T3" fmla="*/ 57 h 51"/>
                  <a:gd name="T4" fmla="*/ 31 w 29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1">
                    <a:moveTo>
                      <a:pt x="25" y="0"/>
                    </a:moveTo>
                    <a:cubicBezTo>
                      <a:pt x="25" y="0"/>
                      <a:pt x="29" y="35"/>
                      <a:pt x="0" y="51"/>
                    </a:cubicBezTo>
                    <a:cubicBezTo>
                      <a:pt x="0" y="51"/>
                      <a:pt x="23" y="37"/>
                      <a:pt x="25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4" name="Freeform 394">
                <a:extLst>
                  <a:ext uri="{FF2B5EF4-FFF2-40B4-BE49-F238E27FC236}">
                    <a16:creationId xmlns:a16="http://schemas.microsoft.com/office/drawing/2014/main" id="{CD4CF640-1C58-4F0F-9821-C47EC8160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323"/>
                <a:ext cx="57" cy="79"/>
              </a:xfrm>
              <a:custGeom>
                <a:avLst/>
                <a:gdLst>
                  <a:gd name="T0" fmla="*/ 67 w 55"/>
                  <a:gd name="T1" fmla="*/ 10 h 77"/>
                  <a:gd name="T2" fmla="*/ 23 w 55"/>
                  <a:gd name="T3" fmla="*/ 40 h 77"/>
                  <a:gd name="T4" fmla="*/ 32 w 55"/>
                  <a:gd name="T5" fmla="*/ 89 h 77"/>
                  <a:gd name="T6" fmla="*/ 20 w 55"/>
                  <a:gd name="T7" fmla="*/ 39 h 77"/>
                  <a:gd name="T8" fmla="*/ 67 w 55"/>
                  <a:gd name="T9" fmla="*/ 1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7">
                    <a:moveTo>
                      <a:pt x="55" y="10"/>
                    </a:moveTo>
                    <a:cubicBezTo>
                      <a:pt x="55" y="10"/>
                      <a:pt x="30" y="4"/>
                      <a:pt x="17" y="34"/>
                    </a:cubicBezTo>
                    <a:cubicBezTo>
                      <a:pt x="4" y="64"/>
                      <a:pt x="26" y="77"/>
                      <a:pt x="26" y="77"/>
                    </a:cubicBezTo>
                    <a:cubicBezTo>
                      <a:pt x="26" y="77"/>
                      <a:pt x="0" y="67"/>
                      <a:pt x="14" y="33"/>
                    </a:cubicBezTo>
                    <a:cubicBezTo>
                      <a:pt x="29" y="0"/>
                      <a:pt x="55" y="10"/>
                      <a:pt x="55" y="10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5" name="Freeform 395">
                <a:extLst>
                  <a:ext uri="{FF2B5EF4-FFF2-40B4-BE49-F238E27FC236}">
                    <a16:creationId xmlns:a16="http://schemas.microsoft.com/office/drawing/2014/main" id="{A690FC8D-7E92-4D3D-8817-A0DABBB8A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342"/>
                <a:ext cx="40" cy="56"/>
              </a:xfrm>
              <a:custGeom>
                <a:avLst/>
                <a:gdLst>
                  <a:gd name="T0" fmla="*/ 33 w 39"/>
                  <a:gd name="T1" fmla="*/ 0 h 55"/>
                  <a:gd name="T2" fmla="*/ 41 w 39"/>
                  <a:gd name="T3" fmla="*/ 37 h 55"/>
                  <a:gd name="T4" fmla="*/ 33 w 39"/>
                  <a:gd name="T5" fmla="*/ 51 h 55"/>
                  <a:gd name="T6" fmla="*/ 12 w 39"/>
                  <a:gd name="T7" fmla="*/ 60 h 55"/>
                  <a:gd name="T8" fmla="*/ 0 w 39"/>
                  <a:gd name="T9" fmla="*/ 50 h 55"/>
                  <a:gd name="T10" fmla="*/ 2 w 39"/>
                  <a:gd name="T11" fmla="*/ 39 h 55"/>
                  <a:gd name="T12" fmla="*/ 11 w 39"/>
                  <a:gd name="T13" fmla="*/ 25 h 55"/>
                  <a:gd name="T14" fmla="*/ 16 w 39"/>
                  <a:gd name="T15" fmla="*/ 5 h 55"/>
                  <a:gd name="T16" fmla="*/ 33 w 39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55">
                    <a:moveTo>
                      <a:pt x="27" y="0"/>
                    </a:moveTo>
                    <a:cubicBezTo>
                      <a:pt x="39" y="4"/>
                      <a:pt x="38" y="21"/>
                      <a:pt x="35" y="31"/>
                    </a:cubicBezTo>
                    <a:cubicBezTo>
                      <a:pt x="34" y="37"/>
                      <a:pt x="31" y="41"/>
                      <a:pt x="27" y="45"/>
                    </a:cubicBezTo>
                    <a:cubicBezTo>
                      <a:pt x="23" y="49"/>
                      <a:pt x="18" y="55"/>
                      <a:pt x="12" y="54"/>
                    </a:cubicBezTo>
                    <a:cubicBezTo>
                      <a:pt x="7" y="53"/>
                      <a:pt x="0" y="51"/>
                      <a:pt x="0" y="44"/>
                    </a:cubicBezTo>
                    <a:cubicBezTo>
                      <a:pt x="0" y="40"/>
                      <a:pt x="0" y="37"/>
                      <a:pt x="2" y="33"/>
                    </a:cubicBezTo>
                    <a:cubicBezTo>
                      <a:pt x="4" y="29"/>
                      <a:pt x="8" y="28"/>
                      <a:pt x="11" y="25"/>
                    </a:cubicBezTo>
                    <a:cubicBezTo>
                      <a:pt x="16" y="20"/>
                      <a:pt x="12" y="11"/>
                      <a:pt x="16" y="5"/>
                    </a:cubicBezTo>
                    <a:cubicBezTo>
                      <a:pt x="18" y="1"/>
                      <a:pt x="23" y="0"/>
                      <a:pt x="27" y="0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6" name="Freeform 396">
                <a:extLst>
                  <a:ext uri="{FF2B5EF4-FFF2-40B4-BE49-F238E27FC236}">
                    <a16:creationId xmlns:a16="http://schemas.microsoft.com/office/drawing/2014/main" id="{CFAB90B9-EFD4-4AFD-AA6A-D2F6E3C13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1338"/>
                <a:ext cx="27" cy="23"/>
              </a:xfrm>
              <a:custGeom>
                <a:avLst/>
                <a:gdLst>
                  <a:gd name="T0" fmla="*/ 27 w 27"/>
                  <a:gd name="T1" fmla="*/ 1 h 23"/>
                  <a:gd name="T2" fmla="*/ 0 w 27"/>
                  <a:gd name="T3" fmla="*/ 23 h 23"/>
                  <a:gd name="T4" fmla="*/ 12 w 27"/>
                  <a:gd name="T5" fmla="*/ 8 h 23"/>
                  <a:gd name="T6" fmla="*/ 20 w 27"/>
                  <a:gd name="T7" fmla="*/ 3 h 23"/>
                  <a:gd name="T8" fmla="*/ 27 w 27"/>
                  <a:gd name="T9" fmla="*/ 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27" y="1"/>
                    </a:moveTo>
                    <a:cubicBezTo>
                      <a:pt x="14" y="0"/>
                      <a:pt x="4" y="12"/>
                      <a:pt x="0" y="23"/>
                    </a:cubicBezTo>
                    <a:cubicBezTo>
                      <a:pt x="3" y="18"/>
                      <a:pt x="7" y="11"/>
                      <a:pt x="12" y="8"/>
                    </a:cubicBezTo>
                    <a:cubicBezTo>
                      <a:pt x="14" y="6"/>
                      <a:pt x="17" y="5"/>
                      <a:pt x="20" y="3"/>
                    </a:cubicBezTo>
                    <a:cubicBezTo>
                      <a:pt x="22" y="2"/>
                      <a:pt x="25" y="2"/>
                      <a:pt x="2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7" name="Freeform 397">
                <a:extLst>
                  <a:ext uri="{FF2B5EF4-FFF2-40B4-BE49-F238E27FC236}">
                    <a16:creationId xmlns:a16="http://schemas.microsoft.com/office/drawing/2014/main" id="{7FCFD51C-21AC-49E7-9109-A3C39CAB8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313"/>
                <a:ext cx="92" cy="112"/>
              </a:xfrm>
              <a:custGeom>
                <a:avLst/>
                <a:gdLst>
                  <a:gd name="T0" fmla="*/ 11 w 90"/>
                  <a:gd name="T1" fmla="*/ 46 h 109"/>
                  <a:gd name="T2" fmla="*/ 31 w 90"/>
                  <a:gd name="T3" fmla="*/ 119 h 109"/>
                  <a:gd name="T4" fmla="*/ 91 w 90"/>
                  <a:gd name="T5" fmla="*/ 81 h 109"/>
                  <a:gd name="T6" fmla="*/ 74 w 90"/>
                  <a:gd name="T7" fmla="*/ 8 h 109"/>
                  <a:gd name="T8" fmla="*/ 11 w 90"/>
                  <a:gd name="T9" fmla="*/ 46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9">
                    <a:moveTo>
                      <a:pt x="11" y="40"/>
                    </a:moveTo>
                    <a:cubicBezTo>
                      <a:pt x="0" y="66"/>
                      <a:pt x="6" y="93"/>
                      <a:pt x="25" y="101"/>
                    </a:cubicBezTo>
                    <a:cubicBezTo>
                      <a:pt x="43" y="109"/>
                      <a:pt x="68" y="95"/>
                      <a:pt x="79" y="69"/>
                    </a:cubicBezTo>
                    <a:cubicBezTo>
                      <a:pt x="90" y="43"/>
                      <a:pt x="84" y="16"/>
                      <a:pt x="65" y="8"/>
                    </a:cubicBezTo>
                    <a:cubicBezTo>
                      <a:pt x="46" y="0"/>
                      <a:pt x="22" y="14"/>
                      <a:pt x="11" y="4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8" name="Freeform 398">
                <a:extLst>
                  <a:ext uri="{FF2B5EF4-FFF2-40B4-BE49-F238E27FC236}">
                    <a16:creationId xmlns:a16="http://schemas.microsoft.com/office/drawing/2014/main" id="{D0329A6C-A7AB-499F-BA89-624DE017D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332"/>
                <a:ext cx="60" cy="73"/>
              </a:xfrm>
              <a:custGeom>
                <a:avLst/>
                <a:gdLst>
                  <a:gd name="T0" fmla="*/ 8 w 59"/>
                  <a:gd name="T1" fmla="*/ 27 h 72"/>
                  <a:gd name="T2" fmla="*/ 17 w 59"/>
                  <a:gd name="T3" fmla="*/ 73 h 72"/>
                  <a:gd name="T4" fmla="*/ 58 w 59"/>
                  <a:gd name="T5" fmla="*/ 52 h 72"/>
                  <a:gd name="T6" fmla="*/ 49 w 59"/>
                  <a:gd name="T7" fmla="*/ 6 h 72"/>
                  <a:gd name="T8" fmla="*/ 8 w 59"/>
                  <a:gd name="T9" fmla="*/ 27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2">
                    <a:moveTo>
                      <a:pt x="8" y="27"/>
                    </a:moveTo>
                    <a:cubicBezTo>
                      <a:pt x="0" y="44"/>
                      <a:pt x="4" y="62"/>
                      <a:pt x="17" y="67"/>
                    </a:cubicBezTo>
                    <a:cubicBezTo>
                      <a:pt x="29" y="72"/>
                      <a:pt x="45" y="63"/>
                      <a:pt x="52" y="46"/>
                    </a:cubicBezTo>
                    <a:cubicBezTo>
                      <a:pt x="59" y="29"/>
                      <a:pt x="55" y="11"/>
                      <a:pt x="43" y="6"/>
                    </a:cubicBezTo>
                    <a:cubicBezTo>
                      <a:pt x="31" y="0"/>
                      <a:pt x="15" y="10"/>
                      <a:pt x="8" y="27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9" name="Freeform 399">
                <a:extLst>
                  <a:ext uri="{FF2B5EF4-FFF2-40B4-BE49-F238E27FC236}">
                    <a16:creationId xmlns:a16="http://schemas.microsoft.com/office/drawing/2014/main" id="{2C1003C0-B510-4181-B8D3-E2EACCA78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378"/>
                <a:ext cx="102" cy="124"/>
              </a:xfrm>
              <a:custGeom>
                <a:avLst/>
                <a:gdLst>
                  <a:gd name="T0" fmla="*/ 13 w 100"/>
                  <a:gd name="T1" fmla="*/ 51 h 122"/>
                  <a:gd name="T2" fmla="*/ 34 w 100"/>
                  <a:gd name="T3" fmla="*/ 125 h 122"/>
                  <a:gd name="T4" fmla="*/ 100 w 100"/>
                  <a:gd name="T5" fmla="*/ 84 h 122"/>
                  <a:gd name="T6" fmla="*/ 83 w 100"/>
                  <a:gd name="T7" fmla="*/ 9 h 122"/>
                  <a:gd name="T8" fmla="*/ 13 w 100"/>
                  <a:gd name="T9" fmla="*/ 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13" y="45"/>
                    </a:moveTo>
                    <a:cubicBezTo>
                      <a:pt x="0" y="74"/>
                      <a:pt x="7" y="104"/>
                      <a:pt x="28" y="113"/>
                    </a:cubicBezTo>
                    <a:cubicBezTo>
                      <a:pt x="48" y="122"/>
                      <a:pt x="75" y="106"/>
                      <a:pt x="88" y="78"/>
                    </a:cubicBezTo>
                    <a:cubicBezTo>
                      <a:pt x="100" y="49"/>
                      <a:pt x="93" y="18"/>
                      <a:pt x="73" y="9"/>
                    </a:cubicBezTo>
                    <a:cubicBezTo>
                      <a:pt x="52" y="0"/>
                      <a:pt x="25" y="16"/>
                      <a:pt x="13" y="45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0" name="Freeform 400">
                <a:extLst>
                  <a:ext uri="{FF2B5EF4-FFF2-40B4-BE49-F238E27FC236}">
                    <a16:creationId xmlns:a16="http://schemas.microsoft.com/office/drawing/2014/main" id="{C0647155-DF1D-4A83-B637-A38D7D264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399"/>
                <a:ext cx="67" cy="82"/>
              </a:xfrm>
              <a:custGeom>
                <a:avLst/>
                <a:gdLst>
                  <a:gd name="T0" fmla="*/ 8 w 66"/>
                  <a:gd name="T1" fmla="*/ 36 h 80"/>
                  <a:gd name="T2" fmla="*/ 18 w 66"/>
                  <a:gd name="T3" fmla="*/ 86 h 80"/>
                  <a:gd name="T4" fmla="*/ 64 w 66"/>
                  <a:gd name="T5" fmla="*/ 57 h 80"/>
                  <a:gd name="T6" fmla="*/ 54 w 66"/>
                  <a:gd name="T7" fmla="*/ 6 h 80"/>
                  <a:gd name="T8" fmla="*/ 8 w 66"/>
                  <a:gd name="T9" fmla="*/ 36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0">
                    <a:moveTo>
                      <a:pt x="8" y="30"/>
                    </a:moveTo>
                    <a:cubicBezTo>
                      <a:pt x="0" y="48"/>
                      <a:pt x="5" y="68"/>
                      <a:pt x="18" y="74"/>
                    </a:cubicBezTo>
                    <a:cubicBezTo>
                      <a:pt x="32" y="80"/>
                      <a:pt x="50" y="70"/>
                      <a:pt x="58" y="51"/>
                    </a:cubicBezTo>
                    <a:cubicBezTo>
                      <a:pt x="66" y="32"/>
                      <a:pt x="62" y="12"/>
                      <a:pt x="48" y="6"/>
                    </a:cubicBezTo>
                    <a:cubicBezTo>
                      <a:pt x="34" y="0"/>
                      <a:pt x="17" y="11"/>
                      <a:pt x="8" y="30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1" name="Freeform 401">
                <a:extLst>
                  <a:ext uri="{FF2B5EF4-FFF2-40B4-BE49-F238E27FC236}">
                    <a16:creationId xmlns:a16="http://schemas.microsoft.com/office/drawing/2014/main" id="{C927022C-1BC1-42B2-84A3-019558CD6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402"/>
                <a:ext cx="59" cy="87"/>
              </a:xfrm>
              <a:custGeom>
                <a:avLst/>
                <a:gdLst>
                  <a:gd name="T0" fmla="*/ 50 w 58"/>
                  <a:gd name="T1" fmla="*/ 0 h 85"/>
                  <a:gd name="T2" fmla="*/ 52 w 58"/>
                  <a:gd name="T3" fmla="*/ 59 h 85"/>
                  <a:gd name="T4" fmla="*/ 0 w 58"/>
                  <a:gd name="T5" fmla="*/ 97 h 85"/>
                  <a:gd name="T6" fmla="*/ 47 w 58"/>
                  <a:gd name="T7" fmla="*/ 57 h 85"/>
                  <a:gd name="T8" fmla="*/ 50 w 58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5">
                    <a:moveTo>
                      <a:pt x="44" y="0"/>
                    </a:moveTo>
                    <a:cubicBezTo>
                      <a:pt x="44" y="0"/>
                      <a:pt x="58" y="25"/>
                      <a:pt x="46" y="53"/>
                    </a:cubicBezTo>
                    <a:cubicBezTo>
                      <a:pt x="34" y="81"/>
                      <a:pt x="0" y="85"/>
                      <a:pt x="0" y="85"/>
                    </a:cubicBezTo>
                    <a:cubicBezTo>
                      <a:pt x="0" y="85"/>
                      <a:pt x="30" y="75"/>
                      <a:pt x="41" y="51"/>
                    </a:cubicBezTo>
                    <a:cubicBezTo>
                      <a:pt x="51" y="27"/>
                      <a:pt x="44" y="0"/>
                      <a:pt x="44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2" name="Freeform 402">
                <a:extLst>
                  <a:ext uri="{FF2B5EF4-FFF2-40B4-BE49-F238E27FC236}">
                    <a16:creationId xmlns:a16="http://schemas.microsoft.com/office/drawing/2014/main" id="{019466AF-FDA4-4E57-9941-D96BFF61D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424"/>
                <a:ext cx="32" cy="56"/>
              </a:xfrm>
              <a:custGeom>
                <a:avLst/>
                <a:gdLst>
                  <a:gd name="T0" fmla="*/ 27 w 32"/>
                  <a:gd name="T1" fmla="*/ 0 h 55"/>
                  <a:gd name="T2" fmla="*/ 0 w 32"/>
                  <a:gd name="T3" fmla="*/ 61 h 55"/>
                  <a:gd name="T4" fmla="*/ 27 w 32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55">
                    <a:moveTo>
                      <a:pt x="27" y="0"/>
                    </a:moveTo>
                    <a:cubicBezTo>
                      <a:pt x="27" y="0"/>
                      <a:pt x="32" y="38"/>
                      <a:pt x="0" y="55"/>
                    </a:cubicBezTo>
                    <a:cubicBezTo>
                      <a:pt x="0" y="55"/>
                      <a:pt x="26" y="40"/>
                      <a:pt x="27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3" name="Freeform 403">
                <a:extLst>
                  <a:ext uri="{FF2B5EF4-FFF2-40B4-BE49-F238E27FC236}">
                    <a16:creationId xmlns:a16="http://schemas.microsoft.com/office/drawing/2014/main" id="{45A32953-C21C-443F-831E-ADFE656F5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390"/>
                <a:ext cx="63" cy="88"/>
              </a:xfrm>
              <a:custGeom>
                <a:avLst/>
                <a:gdLst>
                  <a:gd name="T0" fmla="*/ 73 w 61"/>
                  <a:gd name="T1" fmla="*/ 11 h 86"/>
                  <a:gd name="T2" fmla="*/ 25 w 61"/>
                  <a:gd name="T3" fmla="*/ 44 h 86"/>
                  <a:gd name="T4" fmla="*/ 35 w 61"/>
                  <a:gd name="T5" fmla="*/ 98 h 86"/>
                  <a:gd name="T6" fmla="*/ 22 w 61"/>
                  <a:gd name="T7" fmla="*/ 43 h 86"/>
                  <a:gd name="T8" fmla="*/ 73 w 61"/>
                  <a:gd name="T9" fmla="*/ 11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86">
                    <a:moveTo>
                      <a:pt x="61" y="11"/>
                    </a:moveTo>
                    <a:cubicBezTo>
                      <a:pt x="61" y="11"/>
                      <a:pt x="34" y="4"/>
                      <a:pt x="19" y="38"/>
                    </a:cubicBezTo>
                    <a:cubicBezTo>
                      <a:pt x="5" y="71"/>
                      <a:pt x="29" y="86"/>
                      <a:pt x="29" y="86"/>
                    </a:cubicBezTo>
                    <a:cubicBezTo>
                      <a:pt x="29" y="86"/>
                      <a:pt x="0" y="74"/>
                      <a:pt x="16" y="37"/>
                    </a:cubicBezTo>
                    <a:cubicBezTo>
                      <a:pt x="32" y="0"/>
                      <a:pt x="61" y="11"/>
                      <a:pt x="61" y="11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4" name="Freeform 404">
                <a:extLst>
                  <a:ext uri="{FF2B5EF4-FFF2-40B4-BE49-F238E27FC236}">
                    <a16:creationId xmlns:a16="http://schemas.microsoft.com/office/drawing/2014/main" id="{0DF9914C-D026-4F39-B239-8352FDBF7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1409"/>
                <a:ext cx="45" cy="64"/>
              </a:xfrm>
              <a:custGeom>
                <a:avLst/>
                <a:gdLst>
                  <a:gd name="T0" fmla="*/ 36 w 44"/>
                  <a:gd name="T1" fmla="*/ 1 h 62"/>
                  <a:gd name="T2" fmla="*/ 46 w 44"/>
                  <a:gd name="T3" fmla="*/ 41 h 62"/>
                  <a:gd name="T4" fmla="*/ 36 w 44"/>
                  <a:gd name="T5" fmla="*/ 63 h 62"/>
                  <a:gd name="T6" fmla="*/ 14 w 44"/>
                  <a:gd name="T7" fmla="*/ 73 h 62"/>
                  <a:gd name="T8" fmla="*/ 0 w 44"/>
                  <a:gd name="T9" fmla="*/ 62 h 62"/>
                  <a:gd name="T10" fmla="*/ 3 w 44"/>
                  <a:gd name="T11" fmla="*/ 44 h 62"/>
                  <a:gd name="T12" fmla="*/ 13 w 44"/>
                  <a:gd name="T13" fmla="*/ 35 h 62"/>
                  <a:gd name="T14" fmla="*/ 18 w 44"/>
                  <a:gd name="T15" fmla="*/ 7 h 62"/>
                  <a:gd name="T16" fmla="*/ 36 w 44"/>
                  <a:gd name="T17" fmla="*/ 1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62">
                    <a:moveTo>
                      <a:pt x="30" y="1"/>
                    </a:moveTo>
                    <a:cubicBezTo>
                      <a:pt x="44" y="6"/>
                      <a:pt x="43" y="25"/>
                      <a:pt x="40" y="35"/>
                    </a:cubicBezTo>
                    <a:cubicBezTo>
                      <a:pt x="38" y="42"/>
                      <a:pt x="35" y="47"/>
                      <a:pt x="30" y="51"/>
                    </a:cubicBezTo>
                    <a:cubicBezTo>
                      <a:pt x="26" y="56"/>
                      <a:pt x="21" y="62"/>
                      <a:pt x="14" y="61"/>
                    </a:cubicBezTo>
                    <a:cubicBezTo>
                      <a:pt x="8" y="60"/>
                      <a:pt x="0" y="58"/>
                      <a:pt x="0" y="50"/>
                    </a:cubicBezTo>
                    <a:cubicBezTo>
                      <a:pt x="0" y="46"/>
                      <a:pt x="1" y="42"/>
                      <a:pt x="3" y="38"/>
                    </a:cubicBezTo>
                    <a:cubicBezTo>
                      <a:pt x="5" y="34"/>
                      <a:pt x="9" y="32"/>
                      <a:pt x="13" y="29"/>
                    </a:cubicBezTo>
                    <a:cubicBezTo>
                      <a:pt x="19" y="23"/>
                      <a:pt x="14" y="13"/>
                      <a:pt x="18" y="7"/>
                    </a:cubicBezTo>
                    <a:cubicBezTo>
                      <a:pt x="20" y="2"/>
                      <a:pt x="26" y="0"/>
                      <a:pt x="30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5" name="Freeform 405">
                <a:extLst>
                  <a:ext uri="{FF2B5EF4-FFF2-40B4-BE49-F238E27FC236}">
                    <a16:creationId xmlns:a16="http://schemas.microsoft.com/office/drawing/2014/main" id="{26C83FAC-8269-4C0F-8742-83BD9837A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406"/>
                <a:ext cx="30" cy="26"/>
              </a:xfrm>
              <a:custGeom>
                <a:avLst/>
                <a:gdLst>
                  <a:gd name="T0" fmla="*/ 29 w 30"/>
                  <a:gd name="T1" fmla="*/ 0 h 25"/>
                  <a:gd name="T2" fmla="*/ 0 w 30"/>
                  <a:gd name="T3" fmla="*/ 31 h 25"/>
                  <a:gd name="T4" fmla="*/ 13 w 30"/>
                  <a:gd name="T5" fmla="*/ 8 h 25"/>
                  <a:gd name="T6" fmla="*/ 21 w 30"/>
                  <a:gd name="T7" fmla="*/ 3 h 25"/>
                  <a:gd name="T8" fmla="*/ 30 w 30"/>
                  <a:gd name="T9" fmla="*/ 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29" y="0"/>
                    </a:moveTo>
                    <a:cubicBezTo>
                      <a:pt x="15" y="0"/>
                      <a:pt x="4" y="12"/>
                      <a:pt x="0" y="25"/>
                    </a:cubicBezTo>
                    <a:cubicBezTo>
                      <a:pt x="4" y="19"/>
                      <a:pt x="8" y="12"/>
                      <a:pt x="13" y="8"/>
                    </a:cubicBezTo>
                    <a:cubicBezTo>
                      <a:pt x="16" y="7"/>
                      <a:pt x="19" y="5"/>
                      <a:pt x="21" y="3"/>
                    </a:cubicBezTo>
                    <a:cubicBezTo>
                      <a:pt x="24" y="2"/>
                      <a:pt x="28" y="2"/>
                      <a:pt x="3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614" name="Group 406">
              <a:extLst>
                <a:ext uri="{FF2B5EF4-FFF2-40B4-BE49-F238E27FC236}">
                  <a16:creationId xmlns:a16="http://schemas.microsoft.com/office/drawing/2014/main" id="{E07E4942-F86E-4188-AD79-3141F365F7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3" y="832"/>
              <a:ext cx="1508" cy="1644"/>
              <a:chOff x="2153" y="832"/>
              <a:chExt cx="1508" cy="1644"/>
            </a:xfrm>
          </p:grpSpPr>
          <p:sp>
            <p:nvSpPr>
              <p:cNvPr id="35746" name="Freeform 407">
                <a:extLst>
                  <a:ext uri="{FF2B5EF4-FFF2-40B4-BE49-F238E27FC236}">
                    <a16:creationId xmlns:a16="http://schemas.microsoft.com/office/drawing/2014/main" id="{BD07125E-6320-4EEE-8667-2315A31AC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378"/>
                <a:ext cx="102" cy="124"/>
              </a:xfrm>
              <a:custGeom>
                <a:avLst/>
                <a:gdLst>
                  <a:gd name="T0" fmla="*/ 12 w 100"/>
                  <a:gd name="T1" fmla="*/ 51 h 122"/>
                  <a:gd name="T2" fmla="*/ 33 w 100"/>
                  <a:gd name="T3" fmla="*/ 125 h 122"/>
                  <a:gd name="T4" fmla="*/ 99 w 100"/>
                  <a:gd name="T5" fmla="*/ 84 h 122"/>
                  <a:gd name="T6" fmla="*/ 81 w 100"/>
                  <a:gd name="T7" fmla="*/ 9 h 122"/>
                  <a:gd name="T8" fmla="*/ 12 w 100"/>
                  <a:gd name="T9" fmla="*/ 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12" y="45"/>
                    </a:moveTo>
                    <a:cubicBezTo>
                      <a:pt x="0" y="74"/>
                      <a:pt x="6" y="104"/>
                      <a:pt x="27" y="113"/>
                    </a:cubicBezTo>
                    <a:cubicBezTo>
                      <a:pt x="48" y="122"/>
                      <a:pt x="75" y="106"/>
                      <a:pt x="87" y="78"/>
                    </a:cubicBezTo>
                    <a:cubicBezTo>
                      <a:pt x="100" y="49"/>
                      <a:pt x="93" y="19"/>
                      <a:pt x="72" y="9"/>
                    </a:cubicBezTo>
                    <a:cubicBezTo>
                      <a:pt x="52" y="0"/>
                      <a:pt x="25" y="16"/>
                      <a:pt x="12" y="4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7" name="Freeform 408">
                <a:extLst>
                  <a:ext uri="{FF2B5EF4-FFF2-40B4-BE49-F238E27FC236}">
                    <a16:creationId xmlns:a16="http://schemas.microsoft.com/office/drawing/2014/main" id="{1077FEFA-17A4-4FFA-B8E9-1BF6373AB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399"/>
                <a:ext cx="67" cy="82"/>
              </a:xfrm>
              <a:custGeom>
                <a:avLst/>
                <a:gdLst>
                  <a:gd name="T0" fmla="*/ 8 w 66"/>
                  <a:gd name="T1" fmla="*/ 36 h 80"/>
                  <a:gd name="T2" fmla="*/ 18 w 66"/>
                  <a:gd name="T3" fmla="*/ 86 h 80"/>
                  <a:gd name="T4" fmla="*/ 63 w 66"/>
                  <a:gd name="T5" fmla="*/ 57 h 80"/>
                  <a:gd name="T6" fmla="*/ 54 w 66"/>
                  <a:gd name="T7" fmla="*/ 6 h 80"/>
                  <a:gd name="T8" fmla="*/ 8 w 66"/>
                  <a:gd name="T9" fmla="*/ 36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0">
                    <a:moveTo>
                      <a:pt x="8" y="30"/>
                    </a:moveTo>
                    <a:cubicBezTo>
                      <a:pt x="0" y="48"/>
                      <a:pt x="4" y="68"/>
                      <a:pt x="18" y="74"/>
                    </a:cubicBezTo>
                    <a:cubicBezTo>
                      <a:pt x="32" y="80"/>
                      <a:pt x="49" y="70"/>
                      <a:pt x="57" y="51"/>
                    </a:cubicBezTo>
                    <a:cubicBezTo>
                      <a:pt x="66" y="32"/>
                      <a:pt x="61" y="12"/>
                      <a:pt x="48" y="6"/>
                    </a:cubicBezTo>
                    <a:cubicBezTo>
                      <a:pt x="34" y="0"/>
                      <a:pt x="16" y="11"/>
                      <a:pt x="8" y="3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8" name="Freeform 409">
                <a:extLst>
                  <a:ext uri="{FF2B5EF4-FFF2-40B4-BE49-F238E27FC236}">
                    <a16:creationId xmlns:a16="http://schemas.microsoft.com/office/drawing/2014/main" id="{3513BEDD-7CE2-43D5-B463-DACB8101D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256"/>
                <a:ext cx="102" cy="125"/>
              </a:xfrm>
              <a:custGeom>
                <a:avLst/>
                <a:gdLst>
                  <a:gd name="T0" fmla="*/ 12 w 100"/>
                  <a:gd name="T1" fmla="*/ 51 h 122"/>
                  <a:gd name="T2" fmla="*/ 33 w 100"/>
                  <a:gd name="T3" fmla="*/ 131 h 122"/>
                  <a:gd name="T4" fmla="*/ 99 w 100"/>
                  <a:gd name="T5" fmla="*/ 90 h 122"/>
                  <a:gd name="T6" fmla="*/ 81 w 100"/>
                  <a:gd name="T7" fmla="*/ 9 h 122"/>
                  <a:gd name="T8" fmla="*/ 12 w 100"/>
                  <a:gd name="T9" fmla="*/ 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12" y="45"/>
                    </a:moveTo>
                    <a:cubicBezTo>
                      <a:pt x="0" y="73"/>
                      <a:pt x="6" y="104"/>
                      <a:pt x="27" y="113"/>
                    </a:cubicBezTo>
                    <a:cubicBezTo>
                      <a:pt x="48" y="122"/>
                      <a:pt x="75" y="106"/>
                      <a:pt x="87" y="78"/>
                    </a:cubicBezTo>
                    <a:cubicBezTo>
                      <a:pt x="100" y="49"/>
                      <a:pt x="93" y="18"/>
                      <a:pt x="72" y="9"/>
                    </a:cubicBezTo>
                    <a:cubicBezTo>
                      <a:pt x="51" y="0"/>
                      <a:pt x="25" y="16"/>
                      <a:pt x="12" y="45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49" name="Freeform 410">
                <a:extLst>
                  <a:ext uri="{FF2B5EF4-FFF2-40B4-BE49-F238E27FC236}">
                    <a16:creationId xmlns:a16="http://schemas.microsoft.com/office/drawing/2014/main" id="{FC47EB4F-9FE2-49E3-AAAC-CB28D3BB2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277"/>
                <a:ext cx="67" cy="82"/>
              </a:xfrm>
              <a:custGeom>
                <a:avLst/>
                <a:gdLst>
                  <a:gd name="T0" fmla="*/ 8 w 66"/>
                  <a:gd name="T1" fmla="*/ 35 h 80"/>
                  <a:gd name="T2" fmla="*/ 18 w 66"/>
                  <a:gd name="T3" fmla="*/ 86 h 80"/>
                  <a:gd name="T4" fmla="*/ 63 w 66"/>
                  <a:gd name="T5" fmla="*/ 57 h 80"/>
                  <a:gd name="T6" fmla="*/ 54 w 66"/>
                  <a:gd name="T7" fmla="*/ 6 h 80"/>
                  <a:gd name="T8" fmla="*/ 8 w 66"/>
                  <a:gd name="T9" fmla="*/ 35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0">
                    <a:moveTo>
                      <a:pt x="8" y="29"/>
                    </a:moveTo>
                    <a:cubicBezTo>
                      <a:pt x="0" y="48"/>
                      <a:pt x="4" y="68"/>
                      <a:pt x="18" y="74"/>
                    </a:cubicBezTo>
                    <a:cubicBezTo>
                      <a:pt x="32" y="80"/>
                      <a:pt x="49" y="70"/>
                      <a:pt x="57" y="51"/>
                    </a:cubicBezTo>
                    <a:cubicBezTo>
                      <a:pt x="66" y="32"/>
                      <a:pt x="61" y="12"/>
                      <a:pt x="48" y="6"/>
                    </a:cubicBezTo>
                    <a:cubicBezTo>
                      <a:pt x="34" y="0"/>
                      <a:pt x="16" y="11"/>
                      <a:pt x="8" y="29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0" name="Freeform 411">
                <a:extLst>
                  <a:ext uri="{FF2B5EF4-FFF2-40B4-BE49-F238E27FC236}">
                    <a16:creationId xmlns:a16="http://schemas.microsoft.com/office/drawing/2014/main" id="{5EF49E54-0D93-4A38-81EC-F9F1F1DEE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280"/>
                <a:ext cx="60" cy="87"/>
              </a:xfrm>
              <a:custGeom>
                <a:avLst/>
                <a:gdLst>
                  <a:gd name="T0" fmla="*/ 56 w 58"/>
                  <a:gd name="T1" fmla="*/ 0 h 85"/>
                  <a:gd name="T2" fmla="*/ 58 w 58"/>
                  <a:gd name="T3" fmla="*/ 59 h 85"/>
                  <a:gd name="T4" fmla="*/ 0 w 58"/>
                  <a:gd name="T5" fmla="*/ 97 h 85"/>
                  <a:gd name="T6" fmla="*/ 48 w 58"/>
                  <a:gd name="T7" fmla="*/ 57 h 85"/>
                  <a:gd name="T8" fmla="*/ 56 w 58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5">
                    <a:moveTo>
                      <a:pt x="44" y="0"/>
                    </a:moveTo>
                    <a:cubicBezTo>
                      <a:pt x="44" y="0"/>
                      <a:pt x="58" y="25"/>
                      <a:pt x="46" y="53"/>
                    </a:cubicBezTo>
                    <a:cubicBezTo>
                      <a:pt x="33" y="81"/>
                      <a:pt x="0" y="85"/>
                      <a:pt x="0" y="85"/>
                    </a:cubicBezTo>
                    <a:cubicBezTo>
                      <a:pt x="0" y="85"/>
                      <a:pt x="30" y="75"/>
                      <a:pt x="40" y="51"/>
                    </a:cubicBezTo>
                    <a:cubicBezTo>
                      <a:pt x="51" y="27"/>
                      <a:pt x="44" y="0"/>
                      <a:pt x="44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1" name="Freeform 412">
                <a:extLst>
                  <a:ext uri="{FF2B5EF4-FFF2-40B4-BE49-F238E27FC236}">
                    <a16:creationId xmlns:a16="http://schemas.microsoft.com/office/drawing/2014/main" id="{CF59AE98-1A16-457C-BF40-59A05023A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301"/>
                <a:ext cx="33" cy="57"/>
              </a:xfrm>
              <a:custGeom>
                <a:avLst/>
                <a:gdLst>
                  <a:gd name="T0" fmla="*/ 34 w 32"/>
                  <a:gd name="T1" fmla="*/ 0 h 56"/>
                  <a:gd name="T2" fmla="*/ 0 w 32"/>
                  <a:gd name="T3" fmla="*/ 62 h 56"/>
                  <a:gd name="T4" fmla="*/ 34 w 3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56">
                    <a:moveTo>
                      <a:pt x="28" y="0"/>
                    </a:moveTo>
                    <a:cubicBezTo>
                      <a:pt x="28" y="0"/>
                      <a:pt x="32" y="39"/>
                      <a:pt x="0" y="56"/>
                    </a:cubicBezTo>
                    <a:cubicBezTo>
                      <a:pt x="0" y="56"/>
                      <a:pt x="26" y="41"/>
                      <a:pt x="28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2" name="Freeform 413">
                <a:extLst>
                  <a:ext uri="{FF2B5EF4-FFF2-40B4-BE49-F238E27FC236}">
                    <a16:creationId xmlns:a16="http://schemas.microsoft.com/office/drawing/2014/main" id="{E409F960-331A-4947-A181-639002ABF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268"/>
                <a:ext cx="62" cy="88"/>
              </a:xfrm>
              <a:custGeom>
                <a:avLst/>
                <a:gdLst>
                  <a:gd name="T0" fmla="*/ 67 w 61"/>
                  <a:gd name="T1" fmla="*/ 11 h 86"/>
                  <a:gd name="T2" fmla="*/ 20 w 61"/>
                  <a:gd name="T3" fmla="*/ 44 h 86"/>
                  <a:gd name="T4" fmla="*/ 30 w 61"/>
                  <a:gd name="T5" fmla="*/ 98 h 86"/>
                  <a:gd name="T6" fmla="*/ 17 w 61"/>
                  <a:gd name="T7" fmla="*/ 43 h 86"/>
                  <a:gd name="T8" fmla="*/ 67 w 61"/>
                  <a:gd name="T9" fmla="*/ 11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86">
                    <a:moveTo>
                      <a:pt x="61" y="11"/>
                    </a:moveTo>
                    <a:cubicBezTo>
                      <a:pt x="61" y="11"/>
                      <a:pt x="35" y="4"/>
                      <a:pt x="20" y="38"/>
                    </a:cubicBezTo>
                    <a:cubicBezTo>
                      <a:pt x="5" y="71"/>
                      <a:pt x="30" y="86"/>
                      <a:pt x="30" y="86"/>
                    </a:cubicBezTo>
                    <a:cubicBezTo>
                      <a:pt x="30" y="86"/>
                      <a:pt x="0" y="74"/>
                      <a:pt x="17" y="37"/>
                    </a:cubicBezTo>
                    <a:cubicBezTo>
                      <a:pt x="33" y="0"/>
                      <a:pt x="61" y="11"/>
                      <a:pt x="61" y="11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3" name="Freeform 414">
                <a:extLst>
                  <a:ext uri="{FF2B5EF4-FFF2-40B4-BE49-F238E27FC236}">
                    <a16:creationId xmlns:a16="http://schemas.microsoft.com/office/drawing/2014/main" id="{912EE1DF-280A-407F-9E29-893128100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288"/>
                <a:ext cx="44" cy="63"/>
              </a:xfrm>
              <a:custGeom>
                <a:avLst/>
                <a:gdLst>
                  <a:gd name="T0" fmla="*/ 35 w 43"/>
                  <a:gd name="T1" fmla="*/ 1 h 62"/>
                  <a:gd name="T2" fmla="*/ 45 w 43"/>
                  <a:gd name="T3" fmla="*/ 41 h 62"/>
                  <a:gd name="T4" fmla="*/ 36 w 43"/>
                  <a:gd name="T5" fmla="*/ 57 h 62"/>
                  <a:gd name="T6" fmla="*/ 14 w 43"/>
                  <a:gd name="T7" fmla="*/ 67 h 62"/>
                  <a:gd name="T8" fmla="*/ 0 w 43"/>
                  <a:gd name="T9" fmla="*/ 56 h 62"/>
                  <a:gd name="T10" fmla="*/ 2 w 43"/>
                  <a:gd name="T11" fmla="*/ 44 h 62"/>
                  <a:gd name="T12" fmla="*/ 12 w 43"/>
                  <a:gd name="T13" fmla="*/ 29 h 62"/>
                  <a:gd name="T14" fmla="*/ 17 w 43"/>
                  <a:gd name="T15" fmla="*/ 6 h 62"/>
                  <a:gd name="T16" fmla="*/ 36 w 43"/>
                  <a:gd name="T17" fmla="*/ 1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62">
                    <a:moveTo>
                      <a:pt x="29" y="1"/>
                    </a:moveTo>
                    <a:cubicBezTo>
                      <a:pt x="43" y="6"/>
                      <a:pt x="43" y="24"/>
                      <a:pt x="39" y="35"/>
                    </a:cubicBezTo>
                    <a:cubicBezTo>
                      <a:pt x="37" y="42"/>
                      <a:pt x="35" y="46"/>
                      <a:pt x="30" y="51"/>
                    </a:cubicBezTo>
                    <a:cubicBezTo>
                      <a:pt x="26" y="56"/>
                      <a:pt x="20" y="62"/>
                      <a:pt x="14" y="61"/>
                    </a:cubicBezTo>
                    <a:cubicBezTo>
                      <a:pt x="7" y="60"/>
                      <a:pt x="0" y="58"/>
                      <a:pt x="0" y="50"/>
                    </a:cubicBezTo>
                    <a:cubicBezTo>
                      <a:pt x="0" y="45"/>
                      <a:pt x="0" y="42"/>
                      <a:pt x="2" y="38"/>
                    </a:cubicBezTo>
                    <a:cubicBezTo>
                      <a:pt x="5" y="33"/>
                      <a:pt x="9" y="32"/>
                      <a:pt x="12" y="29"/>
                    </a:cubicBezTo>
                    <a:cubicBezTo>
                      <a:pt x="18" y="23"/>
                      <a:pt x="14" y="13"/>
                      <a:pt x="17" y="6"/>
                    </a:cubicBezTo>
                    <a:cubicBezTo>
                      <a:pt x="20" y="2"/>
                      <a:pt x="25" y="0"/>
                      <a:pt x="30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4" name="Freeform 415">
                <a:extLst>
                  <a:ext uri="{FF2B5EF4-FFF2-40B4-BE49-F238E27FC236}">
                    <a16:creationId xmlns:a16="http://schemas.microsoft.com/office/drawing/2014/main" id="{2FFE7CE0-E965-4AC3-ABC1-62ABA6E5F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283"/>
                <a:ext cx="31" cy="27"/>
              </a:xfrm>
              <a:custGeom>
                <a:avLst/>
                <a:gdLst>
                  <a:gd name="T0" fmla="*/ 36 w 30"/>
                  <a:gd name="T1" fmla="*/ 1 h 26"/>
                  <a:gd name="T2" fmla="*/ 0 w 30"/>
                  <a:gd name="T3" fmla="*/ 32 h 26"/>
                  <a:gd name="T4" fmla="*/ 14 w 30"/>
                  <a:gd name="T5" fmla="*/ 9 h 26"/>
                  <a:gd name="T6" fmla="*/ 28 w 30"/>
                  <a:gd name="T7" fmla="*/ 4 h 26"/>
                  <a:gd name="T8" fmla="*/ 36 w 30"/>
                  <a:gd name="T9" fmla="*/ 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30" y="1"/>
                    </a:moveTo>
                    <a:cubicBezTo>
                      <a:pt x="16" y="0"/>
                      <a:pt x="5" y="13"/>
                      <a:pt x="0" y="26"/>
                    </a:cubicBezTo>
                    <a:cubicBezTo>
                      <a:pt x="4" y="20"/>
                      <a:pt x="8" y="13"/>
                      <a:pt x="14" y="9"/>
                    </a:cubicBezTo>
                    <a:cubicBezTo>
                      <a:pt x="16" y="7"/>
                      <a:pt x="19" y="6"/>
                      <a:pt x="22" y="4"/>
                    </a:cubicBezTo>
                    <a:cubicBezTo>
                      <a:pt x="24" y="3"/>
                      <a:pt x="28" y="3"/>
                      <a:pt x="3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5" name="Freeform 416">
                <a:extLst>
                  <a:ext uri="{FF2B5EF4-FFF2-40B4-BE49-F238E27FC236}">
                    <a16:creationId xmlns:a16="http://schemas.microsoft.com/office/drawing/2014/main" id="{690F948C-FB59-427E-AFDE-D730C22F0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256"/>
                <a:ext cx="102" cy="125"/>
              </a:xfrm>
              <a:custGeom>
                <a:avLst/>
                <a:gdLst>
                  <a:gd name="T0" fmla="*/ 13 w 100"/>
                  <a:gd name="T1" fmla="*/ 51 h 122"/>
                  <a:gd name="T2" fmla="*/ 34 w 100"/>
                  <a:gd name="T3" fmla="*/ 131 h 122"/>
                  <a:gd name="T4" fmla="*/ 100 w 100"/>
                  <a:gd name="T5" fmla="*/ 90 h 122"/>
                  <a:gd name="T6" fmla="*/ 83 w 100"/>
                  <a:gd name="T7" fmla="*/ 9 h 122"/>
                  <a:gd name="T8" fmla="*/ 13 w 100"/>
                  <a:gd name="T9" fmla="*/ 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13" y="45"/>
                    </a:moveTo>
                    <a:cubicBezTo>
                      <a:pt x="0" y="73"/>
                      <a:pt x="7" y="104"/>
                      <a:pt x="28" y="113"/>
                    </a:cubicBezTo>
                    <a:cubicBezTo>
                      <a:pt x="49" y="122"/>
                      <a:pt x="76" y="106"/>
                      <a:pt x="88" y="78"/>
                    </a:cubicBezTo>
                    <a:cubicBezTo>
                      <a:pt x="100" y="49"/>
                      <a:pt x="94" y="18"/>
                      <a:pt x="73" y="9"/>
                    </a:cubicBezTo>
                    <a:cubicBezTo>
                      <a:pt x="52" y="0"/>
                      <a:pt x="25" y="16"/>
                      <a:pt x="13" y="4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6" name="Freeform 417">
                <a:extLst>
                  <a:ext uri="{FF2B5EF4-FFF2-40B4-BE49-F238E27FC236}">
                    <a16:creationId xmlns:a16="http://schemas.microsoft.com/office/drawing/2014/main" id="{494669D5-8429-4E26-B88A-D942AA3FE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277"/>
                <a:ext cx="66" cy="82"/>
              </a:xfrm>
              <a:custGeom>
                <a:avLst/>
                <a:gdLst>
                  <a:gd name="T0" fmla="*/ 8 w 65"/>
                  <a:gd name="T1" fmla="*/ 35 h 80"/>
                  <a:gd name="T2" fmla="*/ 18 w 65"/>
                  <a:gd name="T3" fmla="*/ 86 h 80"/>
                  <a:gd name="T4" fmla="*/ 63 w 65"/>
                  <a:gd name="T5" fmla="*/ 57 h 80"/>
                  <a:gd name="T6" fmla="*/ 53 w 65"/>
                  <a:gd name="T7" fmla="*/ 6 h 80"/>
                  <a:gd name="T8" fmla="*/ 8 w 65"/>
                  <a:gd name="T9" fmla="*/ 35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80">
                    <a:moveTo>
                      <a:pt x="8" y="29"/>
                    </a:moveTo>
                    <a:cubicBezTo>
                      <a:pt x="0" y="48"/>
                      <a:pt x="4" y="68"/>
                      <a:pt x="18" y="74"/>
                    </a:cubicBezTo>
                    <a:cubicBezTo>
                      <a:pt x="31" y="80"/>
                      <a:pt x="49" y="70"/>
                      <a:pt x="57" y="51"/>
                    </a:cubicBezTo>
                    <a:cubicBezTo>
                      <a:pt x="65" y="32"/>
                      <a:pt x="61" y="12"/>
                      <a:pt x="47" y="6"/>
                    </a:cubicBezTo>
                    <a:cubicBezTo>
                      <a:pt x="34" y="0"/>
                      <a:pt x="16" y="11"/>
                      <a:pt x="8" y="2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7" name="Freeform 418">
                <a:extLst>
                  <a:ext uri="{FF2B5EF4-FFF2-40B4-BE49-F238E27FC236}">
                    <a16:creationId xmlns:a16="http://schemas.microsoft.com/office/drawing/2014/main" id="{55599B17-3C69-44F4-9453-245B004F0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458"/>
                <a:ext cx="119" cy="144"/>
              </a:xfrm>
              <a:custGeom>
                <a:avLst/>
                <a:gdLst>
                  <a:gd name="T0" fmla="*/ 15 w 116"/>
                  <a:gd name="T1" fmla="*/ 61 h 140"/>
                  <a:gd name="T2" fmla="*/ 38 w 116"/>
                  <a:gd name="T3" fmla="*/ 154 h 140"/>
                  <a:gd name="T4" fmla="*/ 120 w 116"/>
                  <a:gd name="T5" fmla="*/ 107 h 140"/>
                  <a:gd name="T6" fmla="*/ 96 w 116"/>
                  <a:gd name="T7" fmla="*/ 10 h 140"/>
                  <a:gd name="T8" fmla="*/ 15 w 116"/>
                  <a:gd name="T9" fmla="*/ 61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0">
                    <a:moveTo>
                      <a:pt x="15" y="51"/>
                    </a:moveTo>
                    <a:cubicBezTo>
                      <a:pt x="0" y="84"/>
                      <a:pt x="8" y="120"/>
                      <a:pt x="32" y="130"/>
                    </a:cubicBezTo>
                    <a:cubicBezTo>
                      <a:pt x="56" y="140"/>
                      <a:pt x="87" y="122"/>
                      <a:pt x="102" y="89"/>
                    </a:cubicBezTo>
                    <a:cubicBezTo>
                      <a:pt x="116" y="56"/>
                      <a:pt x="108" y="21"/>
                      <a:pt x="84" y="10"/>
                    </a:cubicBezTo>
                    <a:cubicBezTo>
                      <a:pt x="60" y="0"/>
                      <a:pt x="29" y="18"/>
                      <a:pt x="15" y="51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8" name="Freeform 419">
                <a:extLst>
                  <a:ext uri="{FF2B5EF4-FFF2-40B4-BE49-F238E27FC236}">
                    <a16:creationId xmlns:a16="http://schemas.microsoft.com/office/drawing/2014/main" id="{CF48FE87-7C1B-4742-BE7B-A6426C304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483"/>
                <a:ext cx="78" cy="94"/>
              </a:xfrm>
              <a:custGeom>
                <a:avLst/>
                <a:gdLst>
                  <a:gd name="T0" fmla="*/ 10 w 76"/>
                  <a:gd name="T1" fmla="*/ 40 h 92"/>
                  <a:gd name="T2" fmla="*/ 27 w 76"/>
                  <a:gd name="T3" fmla="*/ 97 h 92"/>
                  <a:gd name="T4" fmla="*/ 79 w 76"/>
                  <a:gd name="T5" fmla="*/ 65 h 92"/>
                  <a:gd name="T6" fmla="*/ 65 w 76"/>
                  <a:gd name="T7" fmla="*/ 7 h 92"/>
                  <a:gd name="T8" fmla="*/ 10 w 76"/>
                  <a:gd name="T9" fmla="*/ 4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10" y="34"/>
                    </a:moveTo>
                    <a:cubicBezTo>
                      <a:pt x="0" y="55"/>
                      <a:pt x="6" y="79"/>
                      <a:pt x="21" y="85"/>
                    </a:cubicBezTo>
                    <a:cubicBezTo>
                      <a:pt x="37" y="92"/>
                      <a:pt x="57" y="80"/>
                      <a:pt x="67" y="59"/>
                    </a:cubicBezTo>
                    <a:cubicBezTo>
                      <a:pt x="76" y="37"/>
                      <a:pt x="71" y="14"/>
                      <a:pt x="55" y="7"/>
                    </a:cubicBezTo>
                    <a:cubicBezTo>
                      <a:pt x="40" y="0"/>
                      <a:pt x="19" y="12"/>
                      <a:pt x="10" y="34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9" name="Freeform 420">
                <a:extLst>
                  <a:ext uri="{FF2B5EF4-FFF2-40B4-BE49-F238E27FC236}">
                    <a16:creationId xmlns:a16="http://schemas.microsoft.com/office/drawing/2014/main" id="{A9FF836B-B74A-4FE3-9FFF-ED7B0A1C7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486"/>
                <a:ext cx="69" cy="101"/>
              </a:xfrm>
              <a:custGeom>
                <a:avLst/>
                <a:gdLst>
                  <a:gd name="T0" fmla="*/ 58 w 68"/>
                  <a:gd name="T1" fmla="*/ 0 h 99"/>
                  <a:gd name="T2" fmla="*/ 59 w 68"/>
                  <a:gd name="T3" fmla="*/ 67 h 99"/>
                  <a:gd name="T4" fmla="*/ 0 w 68"/>
                  <a:gd name="T5" fmla="*/ 111 h 99"/>
                  <a:gd name="T6" fmla="*/ 53 w 68"/>
                  <a:gd name="T7" fmla="*/ 65 h 99"/>
                  <a:gd name="T8" fmla="*/ 58 w 68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99">
                    <a:moveTo>
                      <a:pt x="52" y="0"/>
                    </a:moveTo>
                    <a:cubicBezTo>
                      <a:pt x="52" y="0"/>
                      <a:pt x="68" y="29"/>
                      <a:pt x="53" y="61"/>
                    </a:cubicBezTo>
                    <a:cubicBezTo>
                      <a:pt x="39" y="94"/>
                      <a:pt x="0" y="99"/>
                      <a:pt x="0" y="99"/>
                    </a:cubicBezTo>
                    <a:cubicBezTo>
                      <a:pt x="0" y="99"/>
                      <a:pt x="35" y="87"/>
                      <a:pt x="47" y="59"/>
                    </a:cubicBezTo>
                    <a:cubicBezTo>
                      <a:pt x="60" y="31"/>
                      <a:pt x="52" y="0"/>
                      <a:pt x="52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0" name="Freeform 421">
                <a:extLst>
                  <a:ext uri="{FF2B5EF4-FFF2-40B4-BE49-F238E27FC236}">
                    <a16:creationId xmlns:a16="http://schemas.microsoft.com/office/drawing/2014/main" id="{6473DFC8-234E-42A7-BA46-8A561C79C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511"/>
                <a:ext cx="36" cy="65"/>
              </a:xfrm>
              <a:custGeom>
                <a:avLst/>
                <a:gdLst>
                  <a:gd name="T0" fmla="*/ 31 w 36"/>
                  <a:gd name="T1" fmla="*/ 0 h 64"/>
                  <a:gd name="T2" fmla="*/ 0 w 36"/>
                  <a:gd name="T3" fmla="*/ 70 h 64"/>
                  <a:gd name="T4" fmla="*/ 31 w 36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64">
                    <a:moveTo>
                      <a:pt x="31" y="0"/>
                    </a:moveTo>
                    <a:cubicBezTo>
                      <a:pt x="31" y="0"/>
                      <a:pt x="36" y="45"/>
                      <a:pt x="0" y="64"/>
                    </a:cubicBezTo>
                    <a:cubicBezTo>
                      <a:pt x="0" y="64"/>
                      <a:pt x="29" y="47"/>
                      <a:pt x="31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1" name="Freeform 422">
                <a:extLst>
                  <a:ext uri="{FF2B5EF4-FFF2-40B4-BE49-F238E27FC236}">
                    <a16:creationId xmlns:a16="http://schemas.microsoft.com/office/drawing/2014/main" id="{A4E8B17C-929E-4364-BC03-19B301021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472"/>
                <a:ext cx="72" cy="101"/>
              </a:xfrm>
              <a:custGeom>
                <a:avLst/>
                <a:gdLst>
                  <a:gd name="T0" fmla="*/ 82 w 70"/>
                  <a:gd name="T1" fmla="*/ 13 h 99"/>
                  <a:gd name="T2" fmla="*/ 28 w 70"/>
                  <a:gd name="T3" fmla="*/ 50 h 99"/>
                  <a:gd name="T4" fmla="*/ 40 w 70"/>
                  <a:gd name="T5" fmla="*/ 111 h 99"/>
                  <a:gd name="T6" fmla="*/ 24 w 70"/>
                  <a:gd name="T7" fmla="*/ 49 h 99"/>
                  <a:gd name="T8" fmla="*/ 82 w 70"/>
                  <a:gd name="T9" fmla="*/ 13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99">
                    <a:moveTo>
                      <a:pt x="70" y="13"/>
                    </a:moveTo>
                    <a:cubicBezTo>
                      <a:pt x="70" y="13"/>
                      <a:pt x="39" y="5"/>
                      <a:pt x="22" y="44"/>
                    </a:cubicBezTo>
                    <a:cubicBezTo>
                      <a:pt x="5" y="83"/>
                      <a:pt x="34" y="99"/>
                      <a:pt x="34" y="99"/>
                    </a:cubicBezTo>
                    <a:cubicBezTo>
                      <a:pt x="34" y="99"/>
                      <a:pt x="0" y="86"/>
                      <a:pt x="18" y="43"/>
                    </a:cubicBezTo>
                    <a:cubicBezTo>
                      <a:pt x="37" y="0"/>
                      <a:pt x="70" y="13"/>
                      <a:pt x="70" y="13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2" name="Freeform 423">
                <a:extLst>
                  <a:ext uri="{FF2B5EF4-FFF2-40B4-BE49-F238E27FC236}">
                    <a16:creationId xmlns:a16="http://schemas.microsoft.com/office/drawing/2014/main" id="{92A8C5F1-2E49-476E-B219-D288F88D5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1495"/>
                <a:ext cx="51" cy="73"/>
              </a:xfrm>
              <a:custGeom>
                <a:avLst/>
                <a:gdLst>
                  <a:gd name="T0" fmla="*/ 40 w 50"/>
                  <a:gd name="T1" fmla="*/ 1 h 71"/>
                  <a:gd name="T2" fmla="*/ 52 w 50"/>
                  <a:gd name="T3" fmla="*/ 46 h 71"/>
                  <a:gd name="T4" fmla="*/ 41 w 50"/>
                  <a:gd name="T5" fmla="*/ 70 h 71"/>
                  <a:gd name="T6" fmla="*/ 16 w 50"/>
                  <a:gd name="T7" fmla="*/ 81 h 71"/>
                  <a:gd name="T8" fmla="*/ 0 w 50"/>
                  <a:gd name="T9" fmla="*/ 69 h 71"/>
                  <a:gd name="T10" fmla="*/ 3 w 50"/>
                  <a:gd name="T11" fmla="*/ 49 h 71"/>
                  <a:gd name="T12" fmla="*/ 14 w 50"/>
                  <a:gd name="T13" fmla="*/ 38 h 71"/>
                  <a:gd name="T14" fmla="*/ 20 w 50"/>
                  <a:gd name="T15" fmla="*/ 7 h 71"/>
                  <a:gd name="T16" fmla="*/ 41 w 50"/>
                  <a:gd name="T17" fmla="*/ 1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71">
                    <a:moveTo>
                      <a:pt x="34" y="1"/>
                    </a:moveTo>
                    <a:cubicBezTo>
                      <a:pt x="50" y="6"/>
                      <a:pt x="49" y="27"/>
                      <a:pt x="46" y="40"/>
                    </a:cubicBezTo>
                    <a:cubicBezTo>
                      <a:pt x="43" y="47"/>
                      <a:pt x="40" y="53"/>
                      <a:pt x="35" y="58"/>
                    </a:cubicBezTo>
                    <a:cubicBezTo>
                      <a:pt x="30" y="64"/>
                      <a:pt x="24" y="71"/>
                      <a:pt x="16" y="69"/>
                    </a:cubicBezTo>
                    <a:cubicBezTo>
                      <a:pt x="9" y="68"/>
                      <a:pt x="0" y="66"/>
                      <a:pt x="0" y="57"/>
                    </a:cubicBezTo>
                    <a:cubicBezTo>
                      <a:pt x="0" y="52"/>
                      <a:pt x="0" y="47"/>
                      <a:pt x="3" y="43"/>
                    </a:cubicBezTo>
                    <a:cubicBezTo>
                      <a:pt x="6" y="38"/>
                      <a:pt x="10" y="36"/>
                      <a:pt x="14" y="32"/>
                    </a:cubicBezTo>
                    <a:cubicBezTo>
                      <a:pt x="21" y="26"/>
                      <a:pt x="16" y="14"/>
                      <a:pt x="20" y="7"/>
                    </a:cubicBezTo>
                    <a:cubicBezTo>
                      <a:pt x="23" y="2"/>
                      <a:pt x="30" y="0"/>
                      <a:pt x="35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3" name="Freeform 424">
                <a:extLst>
                  <a:ext uri="{FF2B5EF4-FFF2-40B4-BE49-F238E27FC236}">
                    <a16:creationId xmlns:a16="http://schemas.microsoft.com/office/drawing/2014/main" id="{77B2A270-0F16-4446-8E16-451CC38F6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1490"/>
                <a:ext cx="35" cy="30"/>
              </a:xfrm>
              <a:custGeom>
                <a:avLst/>
                <a:gdLst>
                  <a:gd name="T0" fmla="*/ 35 w 35"/>
                  <a:gd name="T1" fmla="*/ 1 h 29"/>
                  <a:gd name="T2" fmla="*/ 0 w 35"/>
                  <a:gd name="T3" fmla="*/ 35 h 29"/>
                  <a:gd name="T4" fmla="*/ 16 w 35"/>
                  <a:gd name="T5" fmla="*/ 10 h 29"/>
                  <a:gd name="T6" fmla="*/ 26 w 35"/>
                  <a:gd name="T7" fmla="*/ 4 h 29"/>
                  <a:gd name="T8" fmla="*/ 35 w 3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9">
                    <a:moveTo>
                      <a:pt x="35" y="1"/>
                    </a:moveTo>
                    <a:cubicBezTo>
                      <a:pt x="19" y="0"/>
                      <a:pt x="5" y="15"/>
                      <a:pt x="0" y="29"/>
                    </a:cubicBezTo>
                    <a:cubicBezTo>
                      <a:pt x="5" y="23"/>
                      <a:pt x="9" y="15"/>
                      <a:pt x="16" y="10"/>
                    </a:cubicBezTo>
                    <a:cubicBezTo>
                      <a:pt x="19" y="8"/>
                      <a:pt x="22" y="6"/>
                      <a:pt x="26" y="4"/>
                    </a:cubicBezTo>
                    <a:cubicBezTo>
                      <a:pt x="28" y="3"/>
                      <a:pt x="33" y="3"/>
                      <a:pt x="3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4" name="Freeform 425">
                <a:extLst>
                  <a:ext uri="{FF2B5EF4-FFF2-40B4-BE49-F238E27FC236}">
                    <a16:creationId xmlns:a16="http://schemas.microsoft.com/office/drawing/2014/main" id="{5B31E4A7-A67E-420B-A12D-BA58F3DF0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458"/>
                <a:ext cx="119" cy="144"/>
              </a:xfrm>
              <a:custGeom>
                <a:avLst/>
                <a:gdLst>
                  <a:gd name="T0" fmla="*/ 14 w 116"/>
                  <a:gd name="T1" fmla="*/ 61 h 140"/>
                  <a:gd name="T2" fmla="*/ 38 w 116"/>
                  <a:gd name="T3" fmla="*/ 154 h 140"/>
                  <a:gd name="T4" fmla="*/ 119 w 116"/>
                  <a:gd name="T5" fmla="*/ 107 h 140"/>
                  <a:gd name="T6" fmla="*/ 96 w 116"/>
                  <a:gd name="T7" fmla="*/ 10 h 140"/>
                  <a:gd name="T8" fmla="*/ 14 w 116"/>
                  <a:gd name="T9" fmla="*/ 61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0">
                    <a:moveTo>
                      <a:pt x="14" y="51"/>
                    </a:moveTo>
                    <a:cubicBezTo>
                      <a:pt x="0" y="84"/>
                      <a:pt x="8" y="120"/>
                      <a:pt x="32" y="130"/>
                    </a:cubicBezTo>
                    <a:cubicBezTo>
                      <a:pt x="56" y="140"/>
                      <a:pt x="87" y="122"/>
                      <a:pt x="101" y="89"/>
                    </a:cubicBezTo>
                    <a:cubicBezTo>
                      <a:pt x="116" y="56"/>
                      <a:pt x="108" y="21"/>
                      <a:pt x="84" y="10"/>
                    </a:cubicBezTo>
                    <a:cubicBezTo>
                      <a:pt x="60" y="0"/>
                      <a:pt x="29" y="18"/>
                      <a:pt x="14" y="51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5" name="Freeform 426">
                <a:extLst>
                  <a:ext uri="{FF2B5EF4-FFF2-40B4-BE49-F238E27FC236}">
                    <a16:creationId xmlns:a16="http://schemas.microsoft.com/office/drawing/2014/main" id="{1FFD0401-C868-4356-947F-39484D1B2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483"/>
                <a:ext cx="78" cy="94"/>
              </a:xfrm>
              <a:custGeom>
                <a:avLst/>
                <a:gdLst>
                  <a:gd name="T0" fmla="*/ 9 w 76"/>
                  <a:gd name="T1" fmla="*/ 40 h 92"/>
                  <a:gd name="T2" fmla="*/ 27 w 76"/>
                  <a:gd name="T3" fmla="*/ 97 h 92"/>
                  <a:gd name="T4" fmla="*/ 78 w 76"/>
                  <a:gd name="T5" fmla="*/ 65 h 92"/>
                  <a:gd name="T6" fmla="*/ 65 w 76"/>
                  <a:gd name="T7" fmla="*/ 7 h 92"/>
                  <a:gd name="T8" fmla="*/ 9 w 76"/>
                  <a:gd name="T9" fmla="*/ 4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9" y="34"/>
                    </a:moveTo>
                    <a:cubicBezTo>
                      <a:pt x="0" y="55"/>
                      <a:pt x="5" y="79"/>
                      <a:pt x="21" y="85"/>
                    </a:cubicBezTo>
                    <a:cubicBezTo>
                      <a:pt x="37" y="92"/>
                      <a:pt x="57" y="80"/>
                      <a:pt x="66" y="59"/>
                    </a:cubicBezTo>
                    <a:cubicBezTo>
                      <a:pt x="76" y="37"/>
                      <a:pt x="71" y="14"/>
                      <a:pt x="55" y="7"/>
                    </a:cubicBezTo>
                    <a:cubicBezTo>
                      <a:pt x="39" y="0"/>
                      <a:pt x="19" y="12"/>
                      <a:pt x="9" y="3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6" name="Freeform 427">
                <a:extLst>
                  <a:ext uri="{FF2B5EF4-FFF2-40B4-BE49-F238E27FC236}">
                    <a16:creationId xmlns:a16="http://schemas.microsoft.com/office/drawing/2014/main" id="{25786D5B-5F1C-48C1-9B4E-E3547FCC6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312"/>
                <a:ext cx="118" cy="144"/>
              </a:xfrm>
              <a:custGeom>
                <a:avLst/>
                <a:gdLst>
                  <a:gd name="T0" fmla="*/ 14 w 116"/>
                  <a:gd name="T1" fmla="*/ 57 h 141"/>
                  <a:gd name="T2" fmla="*/ 38 w 116"/>
                  <a:gd name="T3" fmla="*/ 148 h 141"/>
                  <a:gd name="T4" fmla="*/ 113 w 116"/>
                  <a:gd name="T5" fmla="*/ 101 h 141"/>
                  <a:gd name="T6" fmla="*/ 93 w 116"/>
                  <a:gd name="T7" fmla="*/ 10 h 141"/>
                  <a:gd name="T8" fmla="*/ 14 w 116"/>
                  <a:gd name="T9" fmla="*/ 57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1">
                    <a:moveTo>
                      <a:pt x="14" y="51"/>
                    </a:moveTo>
                    <a:cubicBezTo>
                      <a:pt x="0" y="84"/>
                      <a:pt x="8" y="120"/>
                      <a:pt x="32" y="130"/>
                    </a:cubicBezTo>
                    <a:cubicBezTo>
                      <a:pt x="56" y="141"/>
                      <a:pt x="87" y="122"/>
                      <a:pt x="101" y="89"/>
                    </a:cubicBezTo>
                    <a:cubicBezTo>
                      <a:pt x="116" y="56"/>
                      <a:pt x="108" y="21"/>
                      <a:pt x="84" y="10"/>
                    </a:cubicBezTo>
                    <a:cubicBezTo>
                      <a:pt x="60" y="0"/>
                      <a:pt x="29" y="18"/>
                      <a:pt x="14" y="51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7" name="Freeform 428">
                <a:extLst>
                  <a:ext uri="{FF2B5EF4-FFF2-40B4-BE49-F238E27FC236}">
                    <a16:creationId xmlns:a16="http://schemas.microsoft.com/office/drawing/2014/main" id="{12E2D970-E29A-4D0F-AD4B-C5570BF83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337"/>
                <a:ext cx="78" cy="94"/>
              </a:xfrm>
              <a:custGeom>
                <a:avLst/>
                <a:gdLst>
                  <a:gd name="T0" fmla="*/ 9 w 76"/>
                  <a:gd name="T1" fmla="*/ 40 h 92"/>
                  <a:gd name="T2" fmla="*/ 27 w 76"/>
                  <a:gd name="T3" fmla="*/ 97 h 92"/>
                  <a:gd name="T4" fmla="*/ 78 w 76"/>
                  <a:gd name="T5" fmla="*/ 65 h 92"/>
                  <a:gd name="T6" fmla="*/ 65 w 76"/>
                  <a:gd name="T7" fmla="*/ 7 h 92"/>
                  <a:gd name="T8" fmla="*/ 9 w 76"/>
                  <a:gd name="T9" fmla="*/ 4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9" y="34"/>
                    </a:moveTo>
                    <a:cubicBezTo>
                      <a:pt x="0" y="55"/>
                      <a:pt x="5" y="79"/>
                      <a:pt x="21" y="85"/>
                    </a:cubicBezTo>
                    <a:cubicBezTo>
                      <a:pt x="37" y="92"/>
                      <a:pt x="57" y="80"/>
                      <a:pt x="66" y="59"/>
                    </a:cubicBezTo>
                    <a:cubicBezTo>
                      <a:pt x="76" y="37"/>
                      <a:pt x="71" y="14"/>
                      <a:pt x="55" y="7"/>
                    </a:cubicBezTo>
                    <a:cubicBezTo>
                      <a:pt x="39" y="0"/>
                      <a:pt x="19" y="12"/>
                      <a:pt x="9" y="34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8" name="Freeform 429">
                <a:extLst>
                  <a:ext uri="{FF2B5EF4-FFF2-40B4-BE49-F238E27FC236}">
                    <a16:creationId xmlns:a16="http://schemas.microsoft.com/office/drawing/2014/main" id="{AF11087F-E2B6-4BE4-8D80-1B4B02A5C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340"/>
                <a:ext cx="68" cy="101"/>
              </a:xfrm>
              <a:custGeom>
                <a:avLst/>
                <a:gdLst>
                  <a:gd name="T0" fmla="*/ 57 w 67"/>
                  <a:gd name="T1" fmla="*/ 0 h 99"/>
                  <a:gd name="T2" fmla="*/ 59 w 67"/>
                  <a:gd name="T3" fmla="*/ 67 h 99"/>
                  <a:gd name="T4" fmla="*/ 0 w 67"/>
                  <a:gd name="T5" fmla="*/ 111 h 99"/>
                  <a:gd name="T6" fmla="*/ 53 w 67"/>
                  <a:gd name="T7" fmla="*/ 65 h 99"/>
                  <a:gd name="T8" fmla="*/ 57 w 67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99">
                    <a:moveTo>
                      <a:pt x="51" y="0"/>
                    </a:moveTo>
                    <a:cubicBezTo>
                      <a:pt x="51" y="0"/>
                      <a:pt x="67" y="29"/>
                      <a:pt x="53" y="61"/>
                    </a:cubicBezTo>
                    <a:cubicBezTo>
                      <a:pt x="39" y="94"/>
                      <a:pt x="0" y="99"/>
                      <a:pt x="0" y="99"/>
                    </a:cubicBezTo>
                    <a:cubicBezTo>
                      <a:pt x="0" y="99"/>
                      <a:pt x="35" y="87"/>
                      <a:pt x="47" y="59"/>
                    </a:cubicBezTo>
                    <a:cubicBezTo>
                      <a:pt x="59" y="31"/>
                      <a:pt x="51" y="0"/>
                      <a:pt x="51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69" name="Freeform 430">
                <a:extLst>
                  <a:ext uri="{FF2B5EF4-FFF2-40B4-BE49-F238E27FC236}">
                    <a16:creationId xmlns:a16="http://schemas.microsoft.com/office/drawing/2014/main" id="{BA4CA30D-2AD4-4DE1-9A2A-A411DB903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364"/>
                <a:ext cx="38" cy="66"/>
              </a:xfrm>
              <a:custGeom>
                <a:avLst/>
                <a:gdLst>
                  <a:gd name="T0" fmla="*/ 38 w 37"/>
                  <a:gd name="T1" fmla="*/ 0 h 64"/>
                  <a:gd name="T2" fmla="*/ 0 w 37"/>
                  <a:gd name="T3" fmla="*/ 76 h 64"/>
                  <a:gd name="T4" fmla="*/ 38 w 37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64">
                    <a:moveTo>
                      <a:pt x="32" y="0"/>
                    </a:moveTo>
                    <a:cubicBezTo>
                      <a:pt x="32" y="0"/>
                      <a:pt x="37" y="45"/>
                      <a:pt x="0" y="64"/>
                    </a:cubicBezTo>
                    <a:cubicBezTo>
                      <a:pt x="0" y="64"/>
                      <a:pt x="30" y="47"/>
                      <a:pt x="32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0" name="Freeform 431">
                <a:extLst>
                  <a:ext uri="{FF2B5EF4-FFF2-40B4-BE49-F238E27FC236}">
                    <a16:creationId xmlns:a16="http://schemas.microsoft.com/office/drawing/2014/main" id="{A61F56F6-8463-4854-B309-117944283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325"/>
                <a:ext cx="72" cy="102"/>
              </a:xfrm>
              <a:custGeom>
                <a:avLst/>
                <a:gdLst>
                  <a:gd name="T0" fmla="*/ 77 w 71"/>
                  <a:gd name="T1" fmla="*/ 13 h 99"/>
                  <a:gd name="T2" fmla="*/ 23 w 71"/>
                  <a:gd name="T3" fmla="*/ 50 h 99"/>
                  <a:gd name="T4" fmla="*/ 34 w 71"/>
                  <a:gd name="T5" fmla="*/ 117 h 99"/>
                  <a:gd name="T6" fmla="*/ 19 w 71"/>
                  <a:gd name="T7" fmla="*/ 49 h 99"/>
                  <a:gd name="T8" fmla="*/ 77 w 71"/>
                  <a:gd name="T9" fmla="*/ 13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99">
                    <a:moveTo>
                      <a:pt x="71" y="13"/>
                    </a:moveTo>
                    <a:cubicBezTo>
                      <a:pt x="71" y="13"/>
                      <a:pt x="40" y="5"/>
                      <a:pt x="23" y="44"/>
                    </a:cubicBezTo>
                    <a:cubicBezTo>
                      <a:pt x="6" y="83"/>
                      <a:pt x="34" y="99"/>
                      <a:pt x="34" y="99"/>
                    </a:cubicBezTo>
                    <a:cubicBezTo>
                      <a:pt x="34" y="99"/>
                      <a:pt x="0" y="86"/>
                      <a:pt x="19" y="43"/>
                    </a:cubicBezTo>
                    <a:cubicBezTo>
                      <a:pt x="38" y="0"/>
                      <a:pt x="71" y="13"/>
                      <a:pt x="71" y="13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1" name="Freeform 432">
                <a:extLst>
                  <a:ext uri="{FF2B5EF4-FFF2-40B4-BE49-F238E27FC236}">
                    <a16:creationId xmlns:a16="http://schemas.microsoft.com/office/drawing/2014/main" id="{BE50CCFA-B29A-478C-A23B-483F7D1AF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349"/>
                <a:ext cx="52" cy="73"/>
              </a:xfrm>
              <a:custGeom>
                <a:avLst/>
                <a:gdLst>
                  <a:gd name="T0" fmla="*/ 41 w 51"/>
                  <a:gd name="T1" fmla="*/ 1 h 71"/>
                  <a:gd name="T2" fmla="*/ 52 w 51"/>
                  <a:gd name="T3" fmla="*/ 46 h 71"/>
                  <a:gd name="T4" fmla="*/ 41 w 51"/>
                  <a:gd name="T5" fmla="*/ 70 h 71"/>
                  <a:gd name="T6" fmla="*/ 17 w 51"/>
                  <a:gd name="T7" fmla="*/ 81 h 71"/>
                  <a:gd name="T8" fmla="*/ 0 w 51"/>
                  <a:gd name="T9" fmla="*/ 69 h 71"/>
                  <a:gd name="T10" fmla="*/ 3 w 51"/>
                  <a:gd name="T11" fmla="*/ 49 h 71"/>
                  <a:gd name="T12" fmla="*/ 15 w 51"/>
                  <a:gd name="T13" fmla="*/ 38 h 71"/>
                  <a:gd name="T14" fmla="*/ 21 w 51"/>
                  <a:gd name="T15" fmla="*/ 7 h 71"/>
                  <a:gd name="T16" fmla="*/ 41 w 51"/>
                  <a:gd name="T17" fmla="*/ 1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71">
                    <a:moveTo>
                      <a:pt x="35" y="1"/>
                    </a:moveTo>
                    <a:cubicBezTo>
                      <a:pt x="51" y="6"/>
                      <a:pt x="50" y="27"/>
                      <a:pt x="46" y="40"/>
                    </a:cubicBezTo>
                    <a:cubicBezTo>
                      <a:pt x="44" y="47"/>
                      <a:pt x="41" y="53"/>
                      <a:pt x="35" y="58"/>
                    </a:cubicBezTo>
                    <a:cubicBezTo>
                      <a:pt x="30" y="64"/>
                      <a:pt x="24" y="71"/>
                      <a:pt x="17" y="69"/>
                    </a:cubicBezTo>
                    <a:cubicBezTo>
                      <a:pt x="9" y="68"/>
                      <a:pt x="0" y="66"/>
                      <a:pt x="0" y="57"/>
                    </a:cubicBezTo>
                    <a:cubicBezTo>
                      <a:pt x="0" y="52"/>
                      <a:pt x="1" y="47"/>
                      <a:pt x="3" y="43"/>
                    </a:cubicBezTo>
                    <a:cubicBezTo>
                      <a:pt x="6" y="38"/>
                      <a:pt x="11" y="36"/>
                      <a:pt x="15" y="32"/>
                    </a:cubicBezTo>
                    <a:cubicBezTo>
                      <a:pt x="22" y="26"/>
                      <a:pt x="16" y="14"/>
                      <a:pt x="21" y="7"/>
                    </a:cubicBezTo>
                    <a:cubicBezTo>
                      <a:pt x="24" y="2"/>
                      <a:pt x="30" y="0"/>
                      <a:pt x="35" y="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2" name="Freeform 433">
                <a:extLst>
                  <a:ext uri="{FF2B5EF4-FFF2-40B4-BE49-F238E27FC236}">
                    <a16:creationId xmlns:a16="http://schemas.microsoft.com/office/drawing/2014/main" id="{EA883247-C803-406E-A88C-444E4471E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344"/>
                <a:ext cx="36" cy="29"/>
              </a:xfrm>
              <a:custGeom>
                <a:avLst/>
                <a:gdLst>
                  <a:gd name="T0" fmla="*/ 40 w 35"/>
                  <a:gd name="T1" fmla="*/ 1 h 29"/>
                  <a:gd name="T2" fmla="*/ 0 w 35"/>
                  <a:gd name="T3" fmla="*/ 29 h 29"/>
                  <a:gd name="T4" fmla="*/ 16 w 35"/>
                  <a:gd name="T5" fmla="*/ 10 h 29"/>
                  <a:gd name="T6" fmla="*/ 31 w 35"/>
                  <a:gd name="T7" fmla="*/ 4 h 29"/>
                  <a:gd name="T8" fmla="*/ 41 w 3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9">
                    <a:moveTo>
                      <a:pt x="34" y="1"/>
                    </a:moveTo>
                    <a:cubicBezTo>
                      <a:pt x="18" y="0"/>
                      <a:pt x="5" y="15"/>
                      <a:pt x="0" y="29"/>
                    </a:cubicBezTo>
                    <a:cubicBezTo>
                      <a:pt x="4" y="23"/>
                      <a:pt x="9" y="15"/>
                      <a:pt x="16" y="10"/>
                    </a:cubicBezTo>
                    <a:cubicBezTo>
                      <a:pt x="18" y="8"/>
                      <a:pt x="22" y="6"/>
                      <a:pt x="25" y="4"/>
                    </a:cubicBezTo>
                    <a:cubicBezTo>
                      <a:pt x="28" y="3"/>
                      <a:pt x="32" y="3"/>
                      <a:pt x="3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3" name="Freeform 434">
                <a:extLst>
                  <a:ext uri="{FF2B5EF4-FFF2-40B4-BE49-F238E27FC236}">
                    <a16:creationId xmlns:a16="http://schemas.microsoft.com/office/drawing/2014/main" id="{0361CEE0-FEA6-4A9F-BEB1-48867F0E4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312"/>
                <a:ext cx="117" cy="144"/>
              </a:xfrm>
              <a:custGeom>
                <a:avLst/>
                <a:gdLst>
                  <a:gd name="T0" fmla="*/ 14 w 115"/>
                  <a:gd name="T1" fmla="*/ 57 h 141"/>
                  <a:gd name="T2" fmla="*/ 37 w 115"/>
                  <a:gd name="T3" fmla="*/ 148 h 141"/>
                  <a:gd name="T4" fmla="*/ 113 w 115"/>
                  <a:gd name="T5" fmla="*/ 101 h 141"/>
                  <a:gd name="T6" fmla="*/ 93 w 115"/>
                  <a:gd name="T7" fmla="*/ 10 h 141"/>
                  <a:gd name="T8" fmla="*/ 14 w 115"/>
                  <a:gd name="T9" fmla="*/ 57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41">
                    <a:moveTo>
                      <a:pt x="14" y="51"/>
                    </a:moveTo>
                    <a:cubicBezTo>
                      <a:pt x="0" y="84"/>
                      <a:pt x="7" y="120"/>
                      <a:pt x="31" y="130"/>
                    </a:cubicBezTo>
                    <a:cubicBezTo>
                      <a:pt x="55" y="141"/>
                      <a:pt x="87" y="122"/>
                      <a:pt x="101" y="89"/>
                    </a:cubicBezTo>
                    <a:cubicBezTo>
                      <a:pt x="115" y="56"/>
                      <a:pt x="108" y="21"/>
                      <a:pt x="84" y="10"/>
                    </a:cubicBezTo>
                    <a:cubicBezTo>
                      <a:pt x="60" y="0"/>
                      <a:pt x="28" y="18"/>
                      <a:pt x="14" y="51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4" name="Freeform 435">
                <a:extLst>
                  <a:ext uri="{FF2B5EF4-FFF2-40B4-BE49-F238E27FC236}">
                    <a16:creationId xmlns:a16="http://schemas.microsoft.com/office/drawing/2014/main" id="{31EB142B-1BD0-452E-A4BE-9B815D759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337"/>
                <a:ext cx="77" cy="94"/>
              </a:xfrm>
              <a:custGeom>
                <a:avLst/>
                <a:gdLst>
                  <a:gd name="T0" fmla="*/ 9 w 75"/>
                  <a:gd name="T1" fmla="*/ 40 h 92"/>
                  <a:gd name="T2" fmla="*/ 26 w 75"/>
                  <a:gd name="T3" fmla="*/ 97 h 92"/>
                  <a:gd name="T4" fmla="*/ 78 w 75"/>
                  <a:gd name="T5" fmla="*/ 65 h 92"/>
                  <a:gd name="T6" fmla="*/ 65 w 75"/>
                  <a:gd name="T7" fmla="*/ 7 h 92"/>
                  <a:gd name="T8" fmla="*/ 9 w 75"/>
                  <a:gd name="T9" fmla="*/ 4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92">
                    <a:moveTo>
                      <a:pt x="9" y="34"/>
                    </a:moveTo>
                    <a:cubicBezTo>
                      <a:pt x="0" y="55"/>
                      <a:pt x="5" y="79"/>
                      <a:pt x="20" y="85"/>
                    </a:cubicBezTo>
                    <a:cubicBezTo>
                      <a:pt x="36" y="92"/>
                      <a:pt x="57" y="80"/>
                      <a:pt x="66" y="59"/>
                    </a:cubicBezTo>
                    <a:cubicBezTo>
                      <a:pt x="75" y="37"/>
                      <a:pt x="70" y="14"/>
                      <a:pt x="55" y="7"/>
                    </a:cubicBezTo>
                    <a:cubicBezTo>
                      <a:pt x="39" y="0"/>
                      <a:pt x="18" y="12"/>
                      <a:pt x="9" y="3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5" name="Freeform 436">
                <a:extLst>
                  <a:ext uri="{FF2B5EF4-FFF2-40B4-BE49-F238E27FC236}">
                    <a16:creationId xmlns:a16="http://schemas.microsoft.com/office/drawing/2014/main" id="{F841AFAC-9B14-4D13-8F02-9F637718E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169"/>
                <a:ext cx="119" cy="143"/>
              </a:xfrm>
              <a:custGeom>
                <a:avLst/>
                <a:gdLst>
                  <a:gd name="T0" fmla="*/ 15 w 116"/>
                  <a:gd name="T1" fmla="*/ 57 h 140"/>
                  <a:gd name="T2" fmla="*/ 38 w 116"/>
                  <a:gd name="T3" fmla="*/ 148 h 140"/>
                  <a:gd name="T4" fmla="*/ 120 w 116"/>
                  <a:gd name="T5" fmla="*/ 101 h 140"/>
                  <a:gd name="T6" fmla="*/ 96 w 116"/>
                  <a:gd name="T7" fmla="*/ 10 h 140"/>
                  <a:gd name="T8" fmla="*/ 15 w 116"/>
                  <a:gd name="T9" fmla="*/ 57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0">
                    <a:moveTo>
                      <a:pt x="15" y="51"/>
                    </a:moveTo>
                    <a:cubicBezTo>
                      <a:pt x="0" y="84"/>
                      <a:pt x="8" y="119"/>
                      <a:pt x="32" y="130"/>
                    </a:cubicBezTo>
                    <a:cubicBezTo>
                      <a:pt x="56" y="140"/>
                      <a:pt x="87" y="122"/>
                      <a:pt x="102" y="89"/>
                    </a:cubicBezTo>
                    <a:cubicBezTo>
                      <a:pt x="116" y="56"/>
                      <a:pt x="108" y="20"/>
                      <a:pt x="84" y="10"/>
                    </a:cubicBezTo>
                    <a:cubicBezTo>
                      <a:pt x="60" y="0"/>
                      <a:pt x="29" y="18"/>
                      <a:pt x="15" y="51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6" name="Freeform 437">
                <a:extLst>
                  <a:ext uri="{FF2B5EF4-FFF2-40B4-BE49-F238E27FC236}">
                    <a16:creationId xmlns:a16="http://schemas.microsoft.com/office/drawing/2014/main" id="{5E65571D-5913-4358-BD96-40D85A412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193"/>
                <a:ext cx="77" cy="95"/>
              </a:xfrm>
              <a:custGeom>
                <a:avLst/>
                <a:gdLst>
                  <a:gd name="T0" fmla="*/ 10 w 76"/>
                  <a:gd name="T1" fmla="*/ 40 h 92"/>
                  <a:gd name="T2" fmla="*/ 21 w 76"/>
                  <a:gd name="T3" fmla="*/ 103 h 92"/>
                  <a:gd name="T4" fmla="*/ 73 w 76"/>
                  <a:gd name="T5" fmla="*/ 70 h 92"/>
                  <a:gd name="T6" fmla="*/ 61 w 76"/>
                  <a:gd name="T7" fmla="*/ 7 h 92"/>
                  <a:gd name="T8" fmla="*/ 10 w 76"/>
                  <a:gd name="T9" fmla="*/ 4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10" y="34"/>
                    </a:moveTo>
                    <a:cubicBezTo>
                      <a:pt x="0" y="55"/>
                      <a:pt x="5" y="78"/>
                      <a:pt x="21" y="85"/>
                    </a:cubicBezTo>
                    <a:cubicBezTo>
                      <a:pt x="37" y="92"/>
                      <a:pt x="57" y="80"/>
                      <a:pt x="67" y="58"/>
                    </a:cubicBezTo>
                    <a:cubicBezTo>
                      <a:pt x="76" y="37"/>
                      <a:pt x="71" y="14"/>
                      <a:pt x="55" y="7"/>
                    </a:cubicBezTo>
                    <a:cubicBezTo>
                      <a:pt x="39" y="0"/>
                      <a:pt x="19" y="12"/>
                      <a:pt x="10" y="34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7" name="Freeform 438">
                <a:extLst>
                  <a:ext uri="{FF2B5EF4-FFF2-40B4-BE49-F238E27FC236}">
                    <a16:creationId xmlns:a16="http://schemas.microsoft.com/office/drawing/2014/main" id="{0ADDE48D-C976-4BAC-A29F-ACCB8C7D4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196"/>
                <a:ext cx="69" cy="101"/>
              </a:xfrm>
              <a:custGeom>
                <a:avLst/>
                <a:gdLst>
                  <a:gd name="T0" fmla="*/ 63 w 67"/>
                  <a:gd name="T1" fmla="*/ 0 h 99"/>
                  <a:gd name="T2" fmla="*/ 65 w 67"/>
                  <a:gd name="T3" fmla="*/ 68 h 99"/>
                  <a:gd name="T4" fmla="*/ 0 w 67"/>
                  <a:gd name="T5" fmla="*/ 111 h 99"/>
                  <a:gd name="T6" fmla="*/ 55 w 67"/>
                  <a:gd name="T7" fmla="*/ 66 h 99"/>
                  <a:gd name="T8" fmla="*/ 63 w 67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99">
                    <a:moveTo>
                      <a:pt x="51" y="0"/>
                    </a:moveTo>
                    <a:cubicBezTo>
                      <a:pt x="51" y="0"/>
                      <a:pt x="67" y="30"/>
                      <a:pt x="53" y="62"/>
                    </a:cubicBezTo>
                    <a:cubicBezTo>
                      <a:pt x="39" y="94"/>
                      <a:pt x="0" y="99"/>
                      <a:pt x="0" y="99"/>
                    </a:cubicBezTo>
                    <a:cubicBezTo>
                      <a:pt x="0" y="99"/>
                      <a:pt x="35" y="88"/>
                      <a:pt x="47" y="60"/>
                    </a:cubicBezTo>
                    <a:cubicBezTo>
                      <a:pt x="59" y="32"/>
                      <a:pt x="51" y="0"/>
                      <a:pt x="51" y="0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8" name="Freeform 439">
                <a:extLst>
                  <a:ext uri="{FF2B5EF4-FFF2-40B4-BE49-F238E27FC236}">
                    <a16:creationId xmlns:a16="http://schemas.microsoft.com/office/drawing/2014/main" id="{7E938262-F9C8-4C4F-BCCF-AC88B7504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21"/>
                <a:ext cx="37" cy="66"/>
              </a:xfrm>
              <a:custGeom>
                <a:avLst/>
                <a:gdLst>
                  <a:gd name="T0" fmla="*/ 32 w 37"/>
                  <a:gd name="T1" fmla="*/ 0 h 64"/>
                  <a:gd name="T2" fmla="*/ 0 w 37"/>
                  <a:gd name="T3" fmla="*/ 76 h 64"/>
                  <a:gd name="T4" fmla="*/ 32 w 37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64">
                    <a:moveTo>
                      <a:pt x="32" y="0"/>
                    </a:moveTo>
                    <a:cubicBezTo>
                      <a:pt x="32" y="0"/>
                      <a:pt x="37" y="44"/>
                      <a:pt x="0" y="64"/>
                    </a:cubicBezTo>
                    <a:cubicBezTo>
                      <a:pt x="0" y="64"/>
                      <a:pt x="30" y="47"/>
                      <a:pt x="32" y="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79" name="Freeform 440">
                <a:extLst>
                  <a:ext uri="{FF2B5EF4-FFF2-40B4-BE49-F238E27FC236}">
                    <a16:creationId xmlns:a16="http://schemas.microsoft.com/office/drawing/2014/main" id="{D45FD35C-0607-405D-9C13-B5E2E5506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182"/>
                <a:ext cx="73" cy="101"/>
              </a:xfrm>
              <a:custGeom>
                <a:avLst/>
                <a:gdLst>
                  <a:gd name="T0" fmla="*/ 83 w 71"/>
                  <a:gd name="T1" fmla="*/ 13 h 99"/>
                  <a:gd name="T2" fmla="*/ 29 w 71"/>
                  <a:gd name="T3" fmla="*/ 50 h 99"/>
                  <a:gd name="T4" fmla="*/ 40 w 71"/>
                  <a:gd name="T5" fmla="*/ 111 h 99"/>
                  <a:gd name="T6" fmla="*/ 25 w 71"/>
                  <a:gd name="T7" fmla="*/ 49 h 99"/>
                  <a:gd name="T8" fmla="*/ 83 w 71"/>
                  <a:gd name="T9" fmla="*/ 13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99">
                    <a:moveTo>
                      <a:pt x="71" y="13"/>
                    </a:moveTo>
                    <a:cubicBezTo>
                      <a:pt x="71" y="13"/>
                      <a:pt x="40" y="5"/>
                      <a:pt x="23" y="44"/>
                    </a:cubicBezTo>
                    <a:cubicBezTo>
                      <a:pt x="6" y="83"/>
                      <a:pt x="34" y="99"/>
                      <a:pt x="34" y="99"/>
                    </a:cubicBezTo>
                    <a:cubicBezTo>
                      <a:pt x="34" y="99"/>
                      <a:pt x="0" y="86"/>
                      <a:pt x="19" y="43"/>
                    </a:cubicBezTo>
                    <a:cubicBezTo>
                      <a:pt x="38" y="0"/>
                      <a:pt x="71" y="13"/>
                      <a:pt x="71" y="13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0" name="Freeform 441">
                <a:extLst>
                  <a:ext uri="{FF2B5EF4-FFF2-40B4-BE49-F238E27FC236}">
                    <a16:creationId xmlns:a16="http://schemas.microsoft.com/office/drawing/2014/main" id="{058C0ACB-ACF7-4152-8240-24AD80AA6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205"/>
                <a:ext cx="52" cy="72"/>
              </a:xfrm>
              <a:custGeom>
                <a:avLst/>
                <a:gdLst>
                  <a:gd name="T0" fmla="*/ 41 w 51"/>
                  <a:gd name="T1" fmla="*/ 1 h 71"/>
                  <a:gd name="T2" fmla="*/ 52 w 51"/>
                  <a:gd name="T3" fmla="*/ 47 h 71"/>
                  <a:gd name="T4" fmla="*/ 42 w 51"/>
                  <a:gd name="T5" fmla="*/ 65 h 71"/>
                  <a:gd name="T6" fmla="*/ 17 w 51"/>
                  <a:gd name="T7" fmla="*/ 76 h 71"/>
                  <a:gd name="T8" fmla="*/ 1 w 51"/>
                  <a:gd name="T9" fmla="*/ 63 h 71"/>
                  <a:gd name="T10" fmla="*/ 4 w 51"/>
                  <a:gd name="T11" fmla="*/ 50 h 71"/>
                  <a:gd name="T12" fmla="*/ 15 w 51"/>
                  <a:gd name="T13" fmla="*/ 33 h 71"/>
                  <a:gd name="T14" fmla="*/ 21 w 51"/>
                  <a:gd name="T15" fmla="*/ 7 h 71"/>
                  <a:gd name="T16" fmla="*/ 41 w 51"/>
                  <a:gd name="T17" fmla="*/ 2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71">
                    <a:moveTo>
                      <a:pt x="35" y="1"/>
                    </a:moveTo>
                    <a:cubicBezTo>
                      <a:pt x="51" y="7"/>
                      <a:pt x="50" y="28"/>
                      <a:pt x="46" y="41"/>
                    </a:cubicBezTo>
                    <a:cubicBezTo>
                      <a:pt x="44" y="48"/>
                      <a:pt x="41" y="54"/>
                      <a:pt x="36" y="59"/>
                    </a:cubicBezTo>
                    <a:cubicBezTo>
                      <a:pt x="31" y="64"/>
                      <a:pt x="24" y="71"/>
                      <a:pt x="17" y="70"/>
                    </a:cubicBezTo>
                    <a:cubicBezTo>
                      <a:pt x="9" y="69"/>
                      <a:pt x="0" y="67"/>
                      <a:pt x="1" y="57"/>
                    </a:cubicBezTo>
                    <a:cubicBezTo>
                      <a:pt x="1" y="53"/>
                      <a:pt x="1" y="48"/>
                      <a:pt x="4" y="44"/>
                    </a:cubicBezTo>
                    <a:cubicBezTo>
                      <a:pt x="6" y="39"/>
                      <a:pt x="11" y="37"/>
                      <a:pt x="15" y="33"/>
                    </a:cubicBezTo>
                    <a:cubicBezTo>
                      <a:pt x="22" y="27"/>
                      <a:pt x="17" y="15"/>
                      <a:pt x="21" y="7"/>
                    </a:cubicBezTo>
                    <a:cubicBezTo>
                      <a:pt x="24" y="3"/>
                      <a:pt x="30" y="0"/>
                      <a:pt x="35" y="2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1" name="Freeform 442">
                <a:extLst>
                  <a:ext uri="{FF2B5EF4-FFF2-40B4-BE49-F238E27FC236}">
                    <a16:creationId xmlns:a16="http://schemas.microsoft.com/office/drawing/2014/main" id="{1459A9FE-F842-4C57-88EE-00B12A41C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201"/>
                <a:ext cx="36" cy="29"/>
              </a:xfrm>
              <a:custGeom>
                <a:avLst/>
                <a:gdLst>
                  <a:gd name="T0" fmla="*/ 40 w 35"/>
                  <a:gd name="T1" fmla="*/ 1 h 29"/>
                  <a:gd name="T2" fmla="*/ 0 w 35"/>
                  <a:gd name="T3" fmla="*/ 29 h 29"/>
                  <a:gd name="T4" fmla="*/ 16 w 35"/>
                  <a:gd name="T5" fmla="*/ 10 h 29"/>
                  <a:gd name="T6" fmla="*/ 31 w 35"/>
                  <a:gd name="T7" fmla="*/ 4 h 29"/>
                  <a:gd name="T8" fmla="*/ 41 w 3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9">
                    <a:moveTo>
                      <a:pt x="34" y="1"/>
                    </a:moveTo>
                    <a:cubicBezTo>
                      <a:pt x="18" y="0"/>
                      <a:pt x="5" y="15"/>
                      <a:pt x="0" y="29"/>
                    </a:cubicBezTo>
                    <a:cubicBezTo>
                      <a:pt x="5" y="23"/>
                      <a:pt x="9" y="14"/>
                      <a:pt x="16" y="10"/>
                    </a:cubicBezTo>
                    <a:cubicBezTo>
                      <a:pt x="19" y="8"/>
                      <a:pt x="22" y="6"/>
                      <a:pt x="25" y="4"/>
                    </a:cubicBezTo>
                    <a:cubicBezTo>
                      <a:pt x="28" y="3"/>
                      <a:pt x="33" y="2"/>
                      <a:pt x="3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2" name="Freeform 443">
                <a:extLst>
                  <a:ext uri="{FF2B5EF4-FFF2-40B4-BE49-F238E27FC236}">
                    <a16:creationId xmlns:a16="http://schemas.microsoft.com/office/drawing/2014/main" id="{990AC0B1-2916-411E-84A6-002DD0245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169"/>
                <a:ext cx="119" cy="143"/>
              </a:xfrm>
              <a:custGeom>
                <a:avLst/>
                <a:gdLst>
                  <a:gd name="T0" fmla="*/ 14 w 116"/>
                  <a:gd name="T1" fmla="*/ 57 h 140"/>
                  <a:gd name="T2" fmla="*/ 38 w 116"/>
                  <a:gd name="T3" fmla="*/ 148 h 140"/>
                  <a:gd name="T4" fmla="*/ 119 w 116"/>
                  <a:gd name="T5" fmla="*/ 101 h 140"/>
                  <a:gd name="T6" fmla="*/ 96 w 116"/>
                  <a:gd name="T7" fmla="*/ 10 h 140"/>
                  <a:gd name="T8" fmla="*/ 14 w 116"/>
                  <a:gd name="T9" fmla="*/ 57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0">
                    <a:moveTo>
                      <a:pt x="14" y="51"/>
                    </a:moveTo>
                    <a:cubicBezTo>
                      <a:pt x="0" y="84"/>
                      <a:pt x="8" y="119"/>
                      <a:pt x="32" y="130"/>
                    </a:cubicBezTo>
                    <a:cubicBezTo>
                      <a:pt x="56" y="140"/>
                      <a:pt x="87" y="122"/>
                      <a:pt x="101" y="89"/>
                    </a:cubicBezTo>
                    <a:cubicBezTo>
                      <a:pt x="116" y="56"/>
                      <a:pt x="108" y="21"/>
                      <a:pt x="84" y="10"/>
                    </a:cubicBezTo>
                    <a:cubicBezTo>
                      <a:pt x="60" y="0"/>
                      <a:pt x="29" y="18"/>
                      <a:pt x="14" y="51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3" name="Freeform 444">
                <a:extLst>
                  <a:ext uri="{FF2B5EF4-FFF2-40B4-BE49-F238E27FC236}">
                    <a16:creationId xmlns:a16="http://schemas.microsoft.com/office/drawing/2014/main" id="{1F464D7E-D517-4EA3-9A6E-0C7306CC5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193"/>
                <a:ext cx="77" cy="95"/>
              </a:xfrm>
              <a:custGeom>
                <a:avLst/>
                <a:gdLst>
                  <a:gd name="T0" fmla="*/ 9 w 76"/>
                  <a:gd name="T1" fmla="*/ 40 h 92"/>
                  <a:gd name="T2" fmla="*/ 21 w 76"/>
                  <a:gd name="T3" fmla="*/ 103 h 92"/>
                  <a:gd name="T4" fmla="*/ 72 w 76"/>
                  <a:gd name="T5" fmla="*/ 70 h 92"/>
                  <a:gd name="T6" fmla="*/ 61 w 76"/>
                  <a:gd name="T7" fmla="*/ 7 h 92"/>
                  <a:gd name="T8" fmla="*/ 9 w 76"/>
                  <a:gd name="T9" fmla="*/ 4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9" y="34"/>
                    </a:moveTo>
                    <a:cubicBezTo>
                      <a:pt x="0" y="55"/>
                      <a:pt x="5" y="78"/>
                      <a:pt x="21" y="85"/>
                    </a:cubicBezTo>
                    <a:cubicBezTo>
                      <a:pt x="36" y="92"/>
                      <a:pt x="57" y="80"/>
                      <a:pt x="66" y="58"/>
                    </a:cubicBezTo>
                    <a:cubicBezTo>
                      <a:pt x="76" y="37"/>
                      <a:pt x="71" y="14"/>
                      <a:pt x="55" y="7"/>
                    </a:cubicBezTo>
                    <a:cubicBezTo>
                      <a:pt x="39" y="0"/>
                      <a:pt x="19" y="12"/>
                      <a:pt x="9" y="3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4" name="Freeform 445">
                <a:extLst>
                  <a:ext uri="{FF2B5EF4-FFF2-40B4-BE49-F238E27FC236}">
                    <a16:creationId xmlns:a16="http://schemas.microsoft.com/office/drawing/2014/main" id="{2DFDB896-CD29-4E13-ADFB-E3EF0057A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876"/>
                <a:ext cx="92" cy="112"/>
              </a:xfrm>
              <a:custGeom>
                <a:avLst/>
                <a:gdLst>
                  <a:gd name="T0" fmla="*/ 11 w 90"/>
                  <a:gd name="T1" fmla="*/ 75 h 110"/>
                  <a:gd name="T2" fmla="*/ 31 w 90"/>
                  <a:gd name="T3" fmla="*/ 8 h 110"/>
                  <a:gd name="T4" fmla="*/ 91 w 90"/>
                  <a:gd name="T5" fmla="*/ 46 h 110"/>
                  <a:gd name="T6" fmla="*/ 76 w 90"/>
                  <a:gd name="T7" fmla="*/ 113 h 110"/>
                  <a:gd name="T8" fmla="*/ 11 w 90"/>
                  <a:gd name="T9" fmla="*/ 75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10">
                    <a:moveTo>
                      <a:pt x="11" y="69"/>
                    </a:moveTo>
                    <a:cubicBezTo>
                      <a:pt x="0" y="44"/>
                      <a:pt x="6" y="16"/>
                      <a:pt x="25" y="8"/>
                    </a:cubicBezTo>
                    <a:cubicBezTo>
                      <a:pt x="44" y="0"/>
                      <a:pt x="68" y="14"/>
                      <a:pt x="79" y="40"/>
                    </a:cubicBezTo>
                    <a:cubicBezTo>
                      <a:pt x="90" y="66"/>
                      <a:pt x="84" y="93"/>
                      <a:pt x="66" y="101"/>
                    </a:cubicBezTo>
                    <a:cubicBezTo>
                      <a:pt x="47" y="110"/>
                      <a:pt x="22" y="95"/>
                      <a:pt x="11" y="69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5" name="Freeform 446">
                <a:extLst>
                  <a:ext uri="{FF2B5EF4-FFF2-40B4-BE49-F238E27FC236}">
                    <a16:creationId xmlns:a16="http://schemas.microsoft.com/office/drawing/2014/main" id="{67B944C5-1799-4944-982A-9C56E781A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895"/>
                <a:ext cx="60" cy="74"/>
              </a:xfrm>
              <a:custGeom>
                <a:avLst/>
                <a:gdLst>
                  <a:gd name="T0" fmla="*/ 7 w 59"/>
                  <a:gd name="T1" fmla="*/ 51 h 72"/>
                  <a:gd name="T2" fmla="*/ 16 w 59"/>
                  <a:gd name="T3" fmla="*/ 5 h 72"/>
                  <a:gd name="T4" fmla="*/ 57 w 59"/>
                  <a:gd name="T5" fmla="*/ 32 h 72"/>
                  <a:gd name="T6" fmla="*/ 49 w 59"/>
                  <a:gd name="T7" fmla="*/ 78 h 72"/>
                  <a:gd name="T8" fmla="*/ 7 w 59"/>
                  <a:gd name="T9" fmla="*/ 51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2">
                    <a:moveTo>
                      <a:pt x="7" y="45"/>
                    </a:moveTo>
                    <a:cubicBezTo>
                      <a:pt x="0" y="28"/>
                      <a:pt x="4" y="10"/>
                      <a:pt x="16" y="5"/>
                    </a:cubicBezTo>
                    <a:cubicBezTo>
                      <a:pt x="28" y="0"/>
                      <a:pt x="44" y="9"/>
                      <a:pt x="51" y="26"/>
                    </a:cubicBezTo>
                    <a:cubicBezTo>
                      <a:pt x="59" y="43"/>
                      <a:pt x="55" y="61"/>
                      <a:pt x="43" y="66"/>
                    </a:cubicBezTo>
                    <a:cubicBezTo>
                      <a:pt x="30" y="72"/>
                      <a:pt x="14" y="62"/>
                      <a:pt x="7" y="45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6" name="Freeform 447">
                <a:extLst>
                  <a:ext uri="{FF2B5EF4-FFF2-40B4-BE49-F238E27FC236}">
                    <a16:creationId xmlns:a16="http://schemas.microsoft.com/office/drawing/2014/main" id="{0606BD2A-847F-425C-BF68-46CA89A65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887"/>
                <a:ext cx="54" cy="80"/>
              </a:xfrm>
              <a:custGeom>
                <a:avLst/>
                <a:gdLst>
                  <a:gd name="T0" fmla="*/ 46 w 53"/>
                  <a:gd name="T1" fmla="*/ 90 h 78"/>
                  <a:gd name="T2" fmla="*/ 48 w 53"/>
                  <a:gd name="T3" fmla="*/ 35 h 78"/>
                  <a:gd name="T4" fmla="*/ 0 w 53"/>
                  <a:gd name="T5" fmla="*/ 0 h 78"/>
                  <a:gd name="T6" fmla="*/ 43 w 53"/>
                  <a:gd name="T7" fmla="*/ 37 h 78"/>
                  <a:gd name="T8" fmla="*/ 46 w 53"/>
                  <a:gd name="T9" fmla="*/ 9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78">
                    <a:moveTo>
                      <a:pt x="40" y="78"/>
                    </a:moveTo>
                    <a:cubicBezTo>
                      <a:pt x="40" y="78"/>
                      <a:pt x="53" y="55"/>
                      <a:pt x="42" y="29"/>
                    </a:cubicBezTo>
                    <a:cubicBezTo>
                      <a:pt x="31" y="4"/>
                      <a:pt x="0" y="0"/>
                      <a:pt x="0" y="0"/>
                    </a:cubicBezTo>
                    <a:cubicBezTo>
                      <a:pt x="0" y="0"/>
                      <a:pt x="28" y="9"/>
                      <a:pt x="37" y="31"/>
                    </a:cubicBezTo>
                    <a:cubicBezTo>
                      <a:pt x="47" y="53"/>
                      <a:pt x="40" y="78"/>
                      <a:pt x="40" y="78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7" name="Freeform 448">
                <a:extLst>
                  <a:ext uri="{FF2B5EF4-FFF2-40B4-BE49-F238E27FC236}">
                    <a16:creationId xmlns:a16="http://schemas.microsoft.com/office/drawing/2014/main" id="{4BBC49DF-9CD2-4FD4-BC0F-E5361E628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895"/>
                <a:ext cx="29" cy="52"/>
              </a:xfrm>
              <a:custGeom>
                <a:avLst/>
                <a:gdLst>
                  <a:gd name="T0" fmla="*/ 25 w 29"/>
                  <a:gd name="T1" fmla="*/ 57 h 51"/>
                  <a:gd name="T2" fmla="*/ 0 w 29"/>
                  <a:gd name="T3" fmla="*/ 0 h 51"/>
                  <a:gd name="T4" fmla="*/ 25 w 29"/>
                  <a:gd name="T5" fmla="*/ 57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1">
                    <a:moveTo>
                      <a:pt x="25" y="51"/>
                    </a:moveTo>
                    <a:cubicBezTo>
                      <a:pt x="25" y="51"/>
                      <a:pt x="29" y="16"/>
                      <a:pt x="0" y="0"/>
                    </a:cubicBezTo>
                    <a:cubicBezTo>
                      <a:pt x="0" y="0"/>
                      <a:pt x="23" y="14"/>
                      <a:pt x="25" y="51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8" name="Freeform 449">
                <a:extLst>
                  <a:ext uri="{FF2B5EF4-FFF2-40B4-BE49-F238E27FC236}">
                    <a16:creationId xmlns:a16="http://schemas.microsoft.com/office/drawing/2014/main" id="{CD44A2BB-1D61-44BD-9790-2C821370E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898"/>
                <a:ext cx="57" cy="79"/>
              </a:xfrm>
              <a:custGeom>
                <a:avLst/>
                <a:gdLst>
                  <a:gd name="T0" fmla="*/ 67 w 55"/>
                  <a:gd name="T1" fmla="*/ 79 h 77"/>
                  <a:gd name="T2" fmla="*/ 23 w 55"/>
                  <a:gd name="T3" fmla="*/ 49 h 77"/>
                  <a:gd name="T4" fmla="*/ 32 w 55"/>
                  <a:gd name="T5" fmla="*/ 0 h 77"/>
                  <a:gd name="T6" fmla="*/ 20 w 55"/>
                  <a:gd name="T7" fmla="*/ 50 h 77"/>
                  <a:gd name="T8" fmla="*/ 67 w 55"/>
                  <a:gd name="T9" fmla="*/ 7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7">
                    <a:moveTo>
                      <a:pt x="55" y="67"/>
                    </a:moveTo>
                    <a:cubicBezTo>
                      <a:pt x="55" y="67"/>
                      <a:pt x="30" y="73"/>
                      <a:pt x="17" y="43"/>
                    </a:cubicBezTo>
                    <a:cubicBezTo>
                      <a:pt x="4" y="13"/>
                      <a:pt x="26" y="0"/>
                      <a:pt x="26" y="0"/>
                    </a:cubicBezTo>
                    <a:cubicBezTo>
                      <a:pt x="26" y="0"/>
                      <a:pt x="0" y="10"/>
                      <a:pt x="14" y="44"/>
                    </a:cubicBezTo>
                    <a:cubicBezTo>
                      <a:pt x="29" y="77"/>
                      <a:pt x="55" y="67"/>
                      <a:pt x="55" y="67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89" name="Freeform 450">
                <a:extLst>
                  <a:ext uri="{FF2B5EF4-FFF2-40B4-BE49-F238E27FC236}">
                    <a16:creationId xmlns:a16="http://schemas.microsoft.com/office/drawing/2014/main" id="{E9CBDF64-A6B5-4EE2-BF52-5CBB25E19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902"/>
                <a:ext cx="40" cy="58"/>
              </a:xfrm>
              <a:custGeom>
                <a:avLst/>
                <a:gdLst>
                  <a:gd name="T0" fmla="*/ 33 w 39"/>
                  <a:gd name="T1" fmla="*/ 67 h 56"/>
                  <a:gd name="T2" fmla="*/ 41 w 39"/>
                  <a:gd name="T3" fmla="*/ 30 h 56"/>
                  <a:gd name="T4" fmla="*/ 33 w 39"/>
                  <a:gd name="T5" fmla="*/ 10 h 56"/>
                  <a:gd name="T6" fmla="*/ 12 w 39"/>
                  <a:gd name="T7" fmla="*/ 1 h 56"/>
                  <a:gd name="T8" fmla="*/ 0 w 39"/>
                  <a:gd name="T9" fmla="*/ 11 h 56"/>
                  <a:gd name="T10" fmla="*/ 2 w 39"/>
                  <a:gd name="T11" fmla="*/ 28 h 56"/>
                  <a:gd name="T12" fmla="*/ 11 w 39"/>
                  <a:gd name="T13" fmla="*/ 36 h 56"/>
                  <a:gd name="T14" fmla="*/ 16 w 39"/>
                  <a:gd name="T15" fmla="*/ 62 h 56"/>
                  <a:gd name="T16" fmla="*/ 33 w 39"/>
                  <a:gd name="T17" fmla="*/ 67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56">
                    <a:moveTo>
                      <a:pt x="27" y="55"/>
                    </a:moveTo>
                    <a:cubicBezTo>
                      <a:pt x="39" y="51"/>
                      <a:pt x="39" y="34"/>
                      <a:pt x="35" y="24"/>
                    </a:cubicBezTo>
                    <a:cubicBezTo>
                      <a:pt x="34" y="18"/>
                      <a:pt x="31" y="14"/>
                      <a:pt x="27" y="10"/>
                    </a:cubicBezTo>
                    <a:cubicBezTo>
                      <a:pt x="23" y="6"/>
                      <a:pt x="18" y="0"/>
                      <a:pt x="12" y="1"/>
                    </a:cubicBezTo>
                    <a:cubicBezTo>
                      <a:pt x="7" y="2"/>
                      <a:pt x="0" y="4"/>
                      <a:pt x="0" y="11"/>
                    </a:cubicBezTo>
                    <a:cubicBezTo>
                      <a:pt x="0" y="15"/>
                      <a:pt x="0" y="18"/>
                      <a:pt x="2" y="22"/>
                    </a:cubicBezTo>
                    <a:cubicBezTo>
                      <a:pt x="4" y="26"/>
                      <a:pt x="8" y="27"/>
                      <a:pt x="11" y="30"/>
                    </a:cubicBezTo>
                    <a:cubicBezTo>
                      <a:pt x="16" y="35"/>
                      <a:pt x="12" y="44"/>
                      <a:pt x="16" y="50"/>
                    </a:cubicBezTo>
                    <a:cubicBezTo>
                      <a:pt x="18" y="54"/>
                      <a:pt x="23" y="56"/>
                      <a:pt x="27" y="55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0" name="Freeform 451">
                <a:extLst>
                  <a:ext uri="{FF2B5EF4-FFF2-40B4-BE49-F238E27FC236}">
                    <a16:creationId xmlns:a16="http://schemas.microsoft.com/office/drawing/2014/main" id="{961E8D22-119B-49AA-9777-0786F8740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939"/>
                <a:ext cx="28" cy="24"/>
              </a:xfrm>
              <a:custGeom>
                <a:avLst/>
                <a:gdLst>
                  <a:gd name="T0" fmla="*/ 33 w 27"/>
                  <a:gd name="T1" fmla="*/ 28 h 23"/>
                  <a:gd name="T2" fmla="*/ 0 w 27"/>
                  <a:gd name="T3" fmla="*/ 0 h 23"/>
                  <a:gd name="T4" fmla="*/ 12 w 27"/>
                  <a:gd name="T5" fmla="*/ 21 h 23"/>
                  <a:gd name="T6" fmla="*/ 26 w 27"/>
                  <a:gd name="T7" fmla="*/ 26 h 23"/>
                  <a:gd name="T8" fmla="*/ 33 w 27"/>
                  <a:gd name="T9" fmla="*/ 2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27" y="22"/>
                    </a:moveTo>
                    <a:cubicBezTo>
                      <a:pt x="14" y="23"/>
                      <a:pt x="4" y="11"/>
                      <a:pt x="0" y="0"/>
                    </a:cubicBezTo>
                    <a:cubicBezTo>
                      <a:pt x="3" y="5"/>
                      <a:pt x="7" y="12"/>
                      <a:pt x="12" y="15"/>
                    </a:cubicBezTo>
                    <a:cubicBezTo>
                      <a:pt x="14" y="17"/>
                      <a:pt x="17" y="18"/>
                      <a:pt x="20" y="20"/>
                    </a:cubicBezTo>
                    <a:cubicBezTo>
                      <a:pt x="22" y="21"/>
                      <a:pt x="25" y="21"/>
                      <a:pt x="27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1" name="Freeform 452">
                <a:extLst>
                  <a:ext uri="{FF2B5EF4-FFF2-40B4-BE49-F238E27FC236}">
                    <a16:creationId xmlns:a16="http://schemas.microsoft.com/office/drawing/2014/main" id="{42201C75-ABA9-4481-A48D-7798BD939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876"/>
                <a:ext cx="92" cy="112"/>
              </a:xfrm>
              <a:custGeom>
                <a:avLst/>
                <a:gdLst>
                  <a:gd name="T0" fmla="*/ 11 w 90"/>
                  <a:gd name="T1" fmla="*/ 75 h 110"/>
                  <a:gd name="T2" fmla="*/ 31 w 90"/>
                  <a:gd name="T3" fmla="*/ 8 h 110"/>
                  <a:gd name="T4" fmla="*/ 91 w 90"/>
                  <a:gd name="T5" fmla="*/ 46 h 110"/>
                  <a:gd name="T6" fmla="*/ 74 w 90"/>
                  <a:gd name="T7" fmla="*/ 113 h 110"/>
                  <a:gd name="T8" fmla="*/ 11 w 90"/>
                  <a:gd name="T9" fmla="*/ 75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10">
                    <a:moveTo>
                      <a:pt x="11" y="69"/>
                    </a:moveTo>
                    <a:cubicBezTo>
                      <a:pt x="0" y="44"/>
                      <a:pt x="6" y="16"/>
                      <a:pt x="25" y="8"/>
                    </a:cubicBezTo>
                    <a:cubicBezTo>
                      <a:pt x="43" y="0"/>
                      <a:pt x="68" y="14"/>
                      <a:pt x="79" y="40"/>
                    </a:cubicBezTo>
                    <a:cubicBezTo>
                      <a:pt x="90" y="66"/>
                      <a:pt x="84" y="93"/>
                      <a:pt x="65" y="101"/>
                    </a:cubicBezTo>
                    <a:cubicBezTo>
                      <a:pt x="46" y="110"/>
                      <a:pt x="22" y="95"/>
                      <a:pt x="11" y="6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2" name="Freeform 453">
                <a:extLst>
                  <a:ext uri="{FF2B5EF4-FFF2-40B4-BE49-F238E27FC236}">
                    <a16:creationId xmlns:a16="http://schemas.microsoft.com/office/drawing/2014/main" id="{EDB283EE-424D-4C95-BE59-8C58D350E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895"/>
                <a:ext cx="61" cy="74"/>
              </a:xfrm>
              <a:custGeom>
                <a:avLst/>
                <a:gdLst>
                  <a:gd name="T0" fmla="*/ 8 w 60"/>
                  <a:gd name="T1" fmla="*/ 51 h 72"/>
                  <a:gd name="T2" fmla="*/ 17 w 60"/>
                  <a:gd name="T3" fmla="*/ 5 h 72"/>
                  <a:gd name="T4" fmla="*/ 58 w 60"/>
                  <a:gd name="T5" fmla="*/ 32 h 72"/>
                  <a:gd name="T6" fmla="*/ 49 w 60"/>
                  <a:gd name="T7" fmla="*/ 78 h 72"/>
                  <a:gd name="T8" fmla="*/ 8 w 60"/>
                  <a:gd name="T9" fmla="*/ 51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72">
                    <a:moveTo>
                      <a:pt x="8" y="45"/>
                    </a:moveTo>
                    <a:cubicBezTo>
                      <a:pt x="0" y="28"/>
                      <a:pt x="4" y="10"/>
                      <a:pt x="17" y="5"/>
                    </a:cubicBezTo>
                    <a:cubicBezTo>
                      <a:pt x="29" y="0"/>
                      <a:pt x="45" y="9"/>
                      <a:pt x="52" y="26"/>
                    </a:cubicBezTo>
                    <a:cubicBezTo>
                      <a:pt x="60" y="43"/>
                      <a:pt x="56" y="61"/>
                      <a:pt x="43" y="66"/>
                    </a:cubicBezTo>
                    <a:cubicBezTo>
                      <a:pt x="31" y="72"/>
                      <a:pt x="15" y="62"/>
                      <a:pt x="8" y="4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3" name="Freeform 454">
                <a:extLst>
                  <a:ext uri="{FF2B5EF4-FFF2-40B4-BE49-F238E27FC236}">
                    <a16:creationId xmlns:a16="http://schemas.microsoft.com/office/drawing/2014/main" id="{979F6487-4548-4D32-A556-913FB86E4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798"/>
                <a:ext cx="103" cy="125"/>
              </a:xfrm>
              <a:custGeom>
                <a:avLst/>
                <a:gdLst>
                  <a:gd name="T0" fmla="*/ 13 w 100"/>
                  <a:gd name="T1" fmla="*/ 89 h 122"/>
                  <a:gd name="T2" fmla="*/ 34 w 100"/>
                  <a:gd name="T3" fmla="*/ 9 h 122"/>
                  <a:gd name="T4" fmla="*/ 106 w 100"/>
                  <a:gd name="T5" fmla="*/ 50 h 122"/>
                  <a:gd name="T6" fmla="*/ 85 w 100"/>
                  <a:gd name="T7" fmla="*/ 131 h 122"/>
                  <a:gd name="T8" fmla="*/ 13 w 100"/>
                  <a:gd name="T9" fmla="*/ 8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13" y="77"/>
                    </a:moveTo>
                    <a:cubicBezTo>
                      <a:pt x="0" y="48"/>
                      <a:pt x="7" y="18"/>
                      <a:pt x="28" y="9"/>
                    </a:cubicBezTo>
                    <a:cubicBezTo>
                      <a:pt x="48" y="0"/>
                      <a:pt x="75" y="16"/>
                      <a:pt x="88" y="44"/>
                    </a:cubicBezTo>
                    <a:cubicBezTo>
                      <a:pt x="100" y="73"/>
                      <a:pt x="93" y="104"/>
                      <a:pt x="73" y="113"/>
                    </a:cubicBezTo>
                    <a:cubicBezTo>
                      <a:pt x="52" y="122"/>
                      <a:pt x="25" y="106"/>
                      <a:pt x="13" y="77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4" name="Freeform 455">
                <a:extLst>
                  <a:ext uri="{FF2B5EF4-FFF2-40B4-BE49-F238E27FC236}">
                    <a16:creationId xmlns:a16="http://schemas.microsoft.com/office/drawing/2014/main" id="{A786DFB9-2C37-443F-9B27-14FC63DD2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819"/>
                <a:ext cx="67" cy="82"/>
              </a:xfrm>
              <a:custGeom>
                <a:avLst/>
                <a:gdLst>
                  <a:gd name="T0" fmla="*/ 8 w 66"/>
                  <a:gd name="T1" fmla="*/ 56 h 80"/>
                  <a:gd name="T2" fmla="*/ 18 w 66"/>
                  <a:gd name="T3" fmla="*/ 6 h 80"/>
                  <a:gd name="T4" fmla="*/ 64 w 66"/>
                  <a:gd name="T5" fmla="*/ 35 h 80"/>
                  <a:gd name="T6" fmla="*/ 54 w 66"/>
                  <a:gd name="T7" fmla="*/ 86 h 80"/>
                  <a:gd name="T8" fmla="*/ 8 w 66"/>
                  <a:gd name="T9" fmla="*/ 56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0">
                    <a:moveTo>
                      <a:pt x="8" y="50"/>
                    </a:moveTo>
                    <a:cubicBezTo>
                      <a:pt x="0" y="32"/>
                      <a:pt x="5" y="12"/>
                      <a:pt x="18" y="6"/>
                    </a:cubicBezTo>
                    <a:cubicBezTo>
                      <a:pt x="32" y="0"/>
                      <a:pt x="50" y="10"/>
                      <a:pt x="58" y="29"/>
                    </a:cubicBezTo>
                    <a:cubicBezTo>
                      <a:pt x="66" y="48"/>
                      <a:pt x="62" y="68"/>
                      <a:pt x="48" y="74"/>
                    </a:cubicBezTo>
                    <a:cubicBezTo>
                      <a:pt x="34" y="80"/>
                      <a:pt x="17" y="69"/>
                      <a:pt x="8" y="50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5" name="Freeform 456">
                <a:extLst>
                  <a:ext uri="{FF2B5EF4-FFF2-40B4-BE49-F238E27FC236}">
                    <a16:creationId xmlns:a16="http://schemas.microsoft.com/office/drawing/2014/main" id="{2BF9E507-A63C-4E52-96D2-110DE9568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811"/>
                <a:ext cx="59" cy="87"/>
              </a:xfrm>
              <a:custGeom>
                <a:avLst/>
                <a:gdLst>
                  <a:gd name="T0" fmla="*/ 50 w 58"/>
                  <a:gd name="T1" fmla="*/ 97 h 85"/>
                  <a:gd name="T2" fmla="*/ 52 w 58"/>
                  <a:gd name="T3" fmla="*/ 38 h 85"/>
                  <a:gd name="T4" fmla="*/ 0 w 58"/>
                  <a:gd name="T5" fmla="*/ 0 h 85"/>
                  <a:gd name="T6" fmla="*/ 47 w 58"/>
                  <a:gd name="T7" fmla="*/ 40 h 85"/>
                  <a:gd name="T8" fmla="*/ 50 w 58"/>
                  <a:gd name="T9" fmla="*/ 9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5">
                    <a:moveTo>
                      <a:pt x="44" y="85"/>
                    </a:moveTo>
                    <a:cubicBezTo>
                      <a:pt x="44" y="85"/>
                      <a:pt x="58" y="60"/>
                      <a:pt x="46" y="32"/>
                    </a:cubicBezTo>
                    <a:cubicBezTo>
                      <a:pt x="34" y="4"/>
                      <a:pt x="0" y="0"/>
                      <a:pt x="0" y="0"/>
                    </a:cubicBezTo>
                    <a:cubicBezTo>
                      <a:pt x="0" y="0"/>
                      <a:pt x="30" y="10"/>
                      <a:pt x="41" y="34"/>
                    </a:cubicBezTo>
                    <a:cubicBezTo>
                      <a:pt x="51" y="58"/>
                      <a:pt x="44" y="85"/>
                      <a:pt x="44" y="85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6" name="Freeform 457">
                <a:extLst>
                  <a:ext uri="{FF2B5EF4-FFF2-40B4-BE49-F238E27FC236}">
                    <a16:creationId xmlns:a16="http://schemas.microsoft.com/office/drawing/2014/main" id="{DA654633-3143-4891-967A-5BD7EEDA7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1820"/>
                <a:ext cx="32" cy="57"/>
              </a:xfrm>
              <a:custGeom>
                <a:avLst/>
                <a:gdLst>
                  <a:gd name="T0" fmla="*/ 27 w 32"/>
                  <a:gd name="T1" fmla="*/ 67 h 55"/>
                  <a:gd name="T2" fmla="*/ 0 w 32"/>
                  <a:gd name="T3" fmla="*/ 0 h 55"/>
                  <a:gd name="T4" fmla="*/ 27 w 32"/>
                  <a:gd name="T5" fmla="*/ 67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55">
                    <a:moveTo>
                      <a:pt x="27" y="55"/>
                    </a:moveTo>
                    <a:cubicBezTo>
                      <a:pt x="27" y="55"/>
                      <a:pt x="32" y="17"/>
                      <a:pt x="0" y="0"/>
                    </a:cubicBezTo>
                    <a:cubicBezTo>
                      <a:pt x="0" y="0"/>
                      <a:pt x="26" y="15"/>
                      <a:pt x="27" y="55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7" name="Freeform 458">
                <a:extLst>
                  <a:ext uri="{FF2B5EF4-FFF2-40B4-BE49-F238E27FC236}">
                    <a16:creationId xmlns:a16="http://schemas.microsoft.com/office/drawing/2014/main" id="{9671A619-6381-4339-8F6C-08860716D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822"/>
                <a:ext cx="63" cy="88"/>
              </a:xfrm>
              <a:custGeom>
                <a:avLst/>
                <a:gdLst>
                  <a:gd name="T0" fmla="*/ 73 w 61"/>
                  <a:gd name="T1" fmla="*/ 87 h 86"/>
                  <a:gd name="T2" fmla="*/ 25 w 61"/>
                  <a:gd name="T3" fmla="*/ 54 h 86"/>
                  <a:gd name="T4" fmla="*/ 35 w 61"/>
                  <a:gd name="T5" fmla="*/ 0 h 86"/>
                  <a:gd name="T6" fmla="*/ 22 w 61"/>
                  <a:gd name="T7" fmla="*/ 55 h 86"/>
                  <a:gd name="T8" fmla="*/ 73 w 61"/>
                  <a:gd name="T9" fmla="*/ 87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86">
                    <a:moveTo>
                      <a:pt x="61" y="75"/>
                    </a:moveTo>
                    <a:cubicBezTo>
                      <a:pt x="61" y="75"/>
                      <a:pt x="34" y="82"/>
                      <a:pt x="19" y="48"/>
                    </a:cubicBezTo>
                    <a:cubicBezTo>
                      <a:pt x="5" y="15"/>
                      <a:pt x="29" y="0"/>
                      <a:pt x="29" y="0"/>
                    </a:cubicBezTo>
                    <a:cubicBezTo>
                      <a:pt x="29" y="0"/>
                      <a:pt x="0" y="12"/>
                      <a:pt x="16" y="49"/>
                    </a:cubicBezTo>
                    <a:cubicBezTo>
                      <a:pt x="32" y="86"/>
                      <a:pt x="61" y="75"/>
                      <a:pt x="61" y="75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8" name="Freeform 459">
                <a:extLst>
                  <a:ext uri="{FF2B5EF4-FFF2-40B4-BE49-F238E27FC236}">
                    <a16:creationId xmlns:a16="http://schemas.microsoft.com/office/drawing/2014/main" id="{1A8D0897-A0AC-424E-B011-92207A9E5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828"/>
                <a:ext cx="45" cy="63"/>
              </a:xfrm>
              <a:custGeom>
                <a:avLst/>
                <a:gdLst>
                  <a:gd name="T0" fmla="*/ 36 w 44"/>
                  <a:gd name="T1" fmla="*/ 67 h 62"/>
                  <a:gd name="T2" fmla="*/ 46 w 44"/>
                  <a:gd name="T3" fmla="*/ 27 h 62"/>
                  <a:gd name="T4" fmla="*/ 36 w 44"/>
                  <a:gd name="T5" fmla="*/ 11 h 62"/>
                  <a:gd name="T6" fmla="*/ 14 w 44"/>
                  <a:gd name="T7" fmla="*/ 1 h 62"/>
                  <a:gd name="T8" fmla="*/ 0 w 44"/>
                  <a:gd name="T9" fmla="*/ 12 h 62"/>
                  <a:gd name="T10" fmla="*/ 3 w 44"/>
                  <a:gd name="T11" fmla="*/ 24 h 62"/>
                  <a:gd name="T12" fmla="*/ 13 w 44"/>
                  <a:gd name="T13" fmla="*/ 39 h 62"/>
                  <a:gd name="T14" fmla="*/ 18 w 44"/>
                  <a:gd name="T15" fmla="*/ 62 h 62"/>
                  <a:gd name="T16" fmla="*/ 36 w 44"/>
                  <a:gd name="T17" fmla="*/ 67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62">
                    <a:moveTo>
                      <a:pt x="30" y="61"/>
                    </a:moveTo>
                    <a:cubicBezTo>
                      <a:pt x="44" y="56"/>
                      <a:pt x="43" y="38"/>
                      <a:pt x="40" y="27"/>
                    </a:cubicBezTo>
                    <a:cubicBezTo>
                      <a:pt x="38" y="20"/>
                      <a:pt x="35" y="15"/>
                      <a:pt x="30" y="11"/>
                    </a:cubicBezTo>
                    <a:cubicBezTo>
                      <a:pt x="26" y="6"/>
                      <a:pt x="21" y="0"/>
                      <a:pt x="14" y="1"/>
                    </a:cubicBezTo>
                    <a:cubicBezTo>
                      <a:pt x="8" y="2"/>
                      <a:pt x="0" y="4"/>
                      <a:pt x="0" y="12"/>
                    </a:cubicBezTo>
                    <a:cubicBezTo>
                      <a:pt x="0" y="16"/>
                      <a:pt x="1" y="20"/>
                      <a:pt x="3" y="24"/>
                    </a:cubicBezTo>
                    <a:cubicBezTo>
                      <a:pt x="5" y="28"/>
                      <a:pt x="9" y="30"/>
                      <a:pt x="13" y="33"/>
                    </a:cubicBezTo>
                    <a:cubicBezTo>
                      <a:pt x="19" y="39"/>
                      <a:pt x="14" y="49"/>
                      <a:pt x="18" y="56"/>
                    </a:cubicBezTo>
                    <a:cubicBezTo>
                      <a:pt x="20" y="60"/>
                      <a:pt x="26" y="62"/>
                      <a:pt x="30" y="6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99" name="Freeform 460">
                <a:extLst>
                  <a:ext uri="{FF2B5EF4-FFF2-40B4-BE49-F238E27FC236}">
                    <a16:creationId xmlns:a16="http://schemas.microsoft.com/office/drawing/2014/main" id="{0A57FE67-ABAA-4E70-A601-09D5BAC86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869"/>
                <a:ext cx="31" cy="26"/>
              </a:xfrm>
              <a:custGeom>
                <a:avLst/>
                <a:gdLst>
                  <a:gd name="T0" fmla="*/ 35 w 30"/>
                  <a:gd name="T1" fmla="*/ 25 h 26"/>
                  <a:gd name="T2" fmla="*/ 0 w 30"/>
                  <a:gd name="T3" fmla="*/ 0 h 26"/>
                  <a:gd name="T4" fmla="*/ 13 w 30"/>
                  <a:gd name="T5" fmla="*/ 17 h 26"/>
                  <a:gd name="T6" fmla="*/ 27 w 30"/>
                  <a:gd name="T7" fmla="*/ 22 h 26"/>
                  <a:gd name="T8" fmla="*/ 36 w 30"/>
                  <a:gd name="T9" fmla="*/ 2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29" y="25"/>
                    </a:moveTo>
                    <a:cubicBezTo>
                      <a:pt x="15" y="26"/>
                      <a:pt x="4" y="13"/>
                      <a:pt x="0" y="0"/>
                    </a:cubicBezTo>
                    <a:cubicBezTo>
                      <a:pt x="4" y="6"/>
                      <a:pt x="8" y="13"/>
                      <a:pt x="13" y="17"/>
                    </a:cubicBezTo>
                    <a:cubicBezTo>
                      <a:pt x="16" y="18"/>
                      <a:pt x="19" y="20"/>
                      <a:pt x="21" y="22"/>
                    </a:cubicBezTo>
                    <a:cubicBezTo>
                      <a:pt x="24" y="23"/>
                      <a:pt x="28" y="23"/>
                      <a:pt x="3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0" name="Freeform 461">
                <a:extLst>
                  <a:ext uri="{FF2B5EF4-FFF2-40B4-BE49-F238E27FC236}">
                    <a16:creationId xmlns:a16="http://schemas.microsoft.com/office/drawing/2014/main" id="{FE537367-48A0-4A4D-A2DB-B1D18F118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798"/>
                <a:ext cx="103" cy="125"/>
              </a:xfrm>
              <a:custGeom>
                <a:avLst/>
                <a:gdLst>
                  <a:gd name="T0" fmla="*/ 12 w 100"/>
                  <a:gd name="T1" fmla="*/ 89 h 122"/>
                  <a:gd name="T2" fmla="*/ 33 w 100"/>
                  <a:gd name="T3" fmla="*/ 9 h 122"/>
                  <a:gd name="T4" fmla="*/ 105 w 100"/>
                  <a:gd name="T5" fmla="*/ 50 h 122"/>
                  <a:gd name="T6" fmla="*/ 84 w 100"/>
                  <a:gd name="T7" fmla="*/ 131 h 122"/>
                  <a:gd name="T8" fmla="*/ 12 w 100"/>
                  <a:gd name="T9" fmla="*/ 8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12" y="77"/>
                    </a:moveTo>
                    <a:cubicBezTo>
                      <a:pt x="0" y="48"/>
                      <a:pt x="7" y="18"/>
                      <a:pt x="27" y="9"/>
                    </a:cubicBezTo>
                    <a:cubicBezTo>
                      <a:pt x="48" y="0"/>
                      <a:pt x="75" y="16"/>
                      <a:pt x="87" y="44"/>
                    </a:cubicBezTo>
                    <a:cubicBezTo>
                      <a:pt x="100" y="73"/>
                      <a:pt x="93" y="104"/>
                      <a:pt x="72" y="113"/>
                    </a:cubicBezTo>
                    <a:cubicBezTo>
                      <a:pt x="52" y="122"/>
                      <a:pt x="25" y="106"/>
                      <a:pt x="12" y="77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1" name="Freeform 462">
                <a:extLst>
                  <a:ext uri="{FF2B5EF4-FFF2-40B4-BE49-F238E27FC236}">
                    <a16:creationId xmlns:a16="http://schemas.microsoft.com/office/drawing/2014/main" id="{872FC220-328B-43B6-AB7D-75CD7413C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819"/>
                <a:ext cx="67" cy="82"/>
              </a:xfrm>
              <a:custGeom>
                <a:avLst/>
                <a:gdLst>
                  <a:gd name="T0" fmla="*/ 8 w 66"/>
                  <a:gd name="T1" fmla="*/ 56 h 80"/>
                  <a:gd name="T2" fmla="*/ 18 w 66"/>
                  <a:gd name="T3" fmla="*/ 6 h 80"/>
                  <a:gd name="T4" fmla="*/ 63 w 66"/>
                  <a:gd name="T5" fmla="*/ 35 h 80"/>
                  <a:gd name="T6" fmla="*/ 54 w 66"/>
                  <a:gd name="T7" fmla="*/ 86 h 80"/>
                  <a:gd name="T8" fmla="*/ 8 w 66"/>
                  <a:gd name="T9" fmla="*/ 56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0">
                    <a:moveTo>
                      <a:pt x="8" y="50"/>
                    </a:moveTo>
                    <a:cubicBezTo>
                      <a:pt x="0" y="32"/>
                      <a:pt x="4" y="12"/>
                      <a:pt x="18" y="6"/>
                    </a:cubicBezTo>
                    <a:cubicBezTo>
                      <a:pt x="32" y="0"/>
                      <a:pt x="49" y="10"/>
                      <a:pt x="57" y="29"/>
                    </a:cubicBezTo>
                    <a:cubicBezTo>
                      <a:pt x="66" y="48"/>
                      <a:pt x="61" y="68"/>
                      <a:pt x="48" y="74"/>
                    </a:cubicBezTo>
                    <a:cubicBezTo>
                      <a:pt x="34" y="80"/>
                      <a:pt x="16" y="69"/>
                      <a:pt x="8" y="5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2" name="Freeform 463">
                <a:extLst>
                  <a:ext uri="{FF2B5EF4-FFF2-40B4-BE49-F238E27FC236}">
                    <a16:creationId xmlns:a16="http://schemas.microsoft.com/office/drawing/2014/main" id="{6A96E597-F07F-45D1-8B6F-49E1B97BD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20"/>
                <a:ext cx="102" cy="124"/>
              </a:xfrm>
              <a:custGeom>
                <a:avLst/>
                <a:gdLst>
                  <a:gd name="T0" fmla="*/ 12 w 100"/>
                  <a:gd name="T1" fmla="*/ 83 h 122"/>
                  <a:gd name="T2" fmla="*/ 33 w 100"/>
                  <a:gd name="T3" fmla="*/ 9 h 122"/>
                  <a:gd name="T4" fmla="*/ 99 w 100"/>
                  <a:gd name="T5" fmla="*/ 51 h 122"/>
                  <a:gd name="T6" fmla="*/ 81 w 100"/>
                  <a:gd name="T7" fmla="*/ 125 h 122"/>
                  <a:gd name="T8" fmla="*/ 12 w 100"/>
                  <a:gd name="T9" fmla="*/ 83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12" y="77"/>
                    </a:moveTo>
                    <a:cubicBezTo>
                      <a:pt x="0" y="49"/>
                      <a:pt x="6" y="18"/>
                      <a:pt x="27" y="9"/>
                    </a:cubicBezTo>
                    <a:cubicBezTo>
                      <a:pt x="48" y="0"/>
                      <a:pt x="75" y="16"/>
                      <a:pt x="87" y="45"/>
                    </a:cubicBezTo>
                    <a:cubicBezTo>
                      <a:pt x="100" y="73"/>
                      <a:pt x="93" y="104"/>
                      <a:pt x="72" y="113"/>
                    </a:cubicBezTo>
                    <a:cubicBezTo>
                      <a:pt x="52" y="122"/>
                      <a:pt x="25" y="106"/>
                      <a:pt x="12" y="77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3" name="Freeform 464">
                <a:extLst>
                  <a:ext uri="{FF2B5EF4-FFF2-40B4-BE49-F238E27FC236}">
                    <a16:creationId xmlns:a16="http://schemas.microsoft.com/office/drawing/2014/main" id="{C743A663-8B94-4189-9029-E85A63A78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941"/>
                <a:ext cx="68" cy="82"/>
              </a:xfrm>
              <a:custGeom>
                <a:avLst/>
                <a:gdLst>
                  <a:gd name="T0" fmla="*/ 8 w 66"/>
                  <a:gd name="T1" fmla="*/ 57 h 80"/>
                  <a:gd name="T2" fmla="*/ 24 w 66"/>
                  <a:gd name="T3" fmla="*/ 6 h 80"/>
                  <a:gd name="T4" fmla="*/ 69 w 66"/>
                  <a:gd name="T5" fmla="*/ 35 h 80"/>
                  <a:gd name="T6" fmla="*/ 58 w 66"/>
                  <a:gd name="T7" fmla="*/ 86 h 80"/>
                  <a:gd name="T8" fmla="*/ 8 w 66"/>
                  <a:gd name="T9" fmla="*/ 57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0">
                    <a:moveTo>
                      <a:pt x="8" y="51"/>
                    </a:moveTo>
                    <a:cubicBezTo>
                      <a:pt x="0" y="32"/>
                      <a:pt x="4" y="12"/>
                      <a:pt x="18" y="6"/>
                    </a:cubicBezTo>
                    <a:cubicBezTo>
                      <a:pt x="32" y="0"/>
                      <a:pt x="49" y="10"/>
                      <a:pt x="57" y="29"/>
                    </a:cubicBezTo>
                    <a:cubicBezTo>
                      <a:pt x="66" y="48"/>
                      <a:pt x="61" y="68"/>
                      <a:pt x="48" y="74"/>
                    </a:cubicBezTo>
                    <a:cubicBezTo>
                      <a:pt x="34" y="80"/>
                      <a:pt x="16" y="69"/>
                      <a:pt x="8" y="51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4" name="Freeform 465">
                <a:extLst>
                  <a:ext uri="{FF2B5EF4-FFF2-40B4-BE49-F238E27FC236}">
                    <a16:creationId xmlns:a16="http://schemas.microsoft.com/office/drawing/2014/main" id="{BE9B5E5A-1771-462E-9BE7-8E796A642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933"/>
                <a:ext cx="59" cy="88"/>
              </a:xfrm>
              <a:custGeom>
                <a:avLst/>
                <a:gdLst>
                  <a:gd name="T0" fmla="*/ 50 w 58"/>
                  <a:gd name="T1" fmla="*/ 98 h 86"/>
                  <a:gd name="T2" fmla="*/ 52 w 58"/>
                  <a:gd name="T3" fmla="*/ 38 h 86"/>
                  <a:gd name="T4" fmla="*/ 0 w 58"/>
                  <a:gd name="T5" fmla="*/ 0 h 86"/>
                  <a:gd name="T6" fmla="*/ 46 w 58"/>
                  <a:gd name="T7" fmla="*/ 40 h 86"/>
                  <a:gd name="T8" fmla="*/ 50 w 58"/>
                  <a:gd name="T9" fmla="*/ 9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6">
                    <a:moveTo>
                      <a:pt x="44" y="86"/>
                    </a:moveTo>
                    <a:cubicBezTo>
                      <a:pt x="44" y="86"/>
                      <a:pt x="58" y="60"/>
                      <a:pt x="46" y="32"/>
                    </a:cubicBezTo>
                    <a:cubicBezTo>
                      <a:pt x="33" y="4"/>
                      <a:pt x="0" y="0"/>
                      <a:pt x="0" y="0"/>
                    </a:cubicBezTo>
                    <a:cubicBezTo>
                      <a:pt x="0" y="0"/>
                      <a:pt x="30" y="10"/>
                      <a:pt x="40" y="34"/>
                    </a:cubicBezTo>
                    <a:cubicBezTo>
                      <a:pt x="51" y="58"/>
                      <a:pt x="44" y="86"/>
                      <a:pt x="44" y="86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5" name="Freeform 466">
                <a:extLst>
                  <a:ext uri="{FF2B5EF4-FFF2-40B4-BE49-F238E27FC236}">
                    <a16:creationId xmlns:a16="http://schemas.microsoft.com/office/drawing/2014/main" id="{19BBFD0A-CB39-443B-A039-C996E54A0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942"/>
                <a:ext cx="33" cy="57"/>
              </a:xfrm>
              <a:custGeom>
                <a:avLst/>
                <a:gdLst>
                  <a:gd name="T0" fmla="*/ 34 w 32"/>
                  <a:gd name="T1" fmla="*/ 62 h 56"/>
                  <a:gd name="T2" fmla="*/ 0 w 32"/>
                  <a:gd name="T3" fmla="*/ 0 h 56"/>
                  <a:gd name="T4" fmla="*/ 34 w 32"/>
                  <a:gd name="T5" fmla="*/ 62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56">
                    <a:moveTo>
                      <a:pt x="28" y="56"/>
                    </a:moveTo>
                    <a:cubicBezTo>
                      <a:pt x="28" y="56"/>
                      <a:pt x="32" y="17"/>
                      <a:pt x="0" y="0"/>
                    </a:cubicBezTo>
                    <a:cubicBezTo>
                      <a:pt x="0" y="0"/>
                      <a:pt x="26" y="15"/>
                      <a:pt x="28" y="56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6" name="Freeform 467">
                <a:extLst>
                  <a:ext uri="{FF2B5EF4-FFF2-40B4-BE49-F238E27FC236}">
                    <a16:creationId xmlns:a16="http://schemas.microsoft.com/office/drawing/2014/main" id="{913351DA-0AAA-4A86-8C3D-0FA53BFAC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945"/>
                <a:ext cx="63" cy="87"/>
              </a:xfrm>
              <a:custGeom>
                <a:avLst/>
                <a:gdLst>
                  <a:gd name="T0" fmla="*/ 68 w 62"/>
                  <a:gd name="T1" fmla="*/ 86 h 85"/>
                  <a:gd name="T2" fmla="*/ 20 w 62"/>
                  <a:gd name="T3" fmla="*/ 53 h 85"/>
                  <a:gd name="T4" fmla="*/ 30 w 62"/>
                  <a:gd name="T5" fmla="*/ 0 h 85"/>
                  <a:gd name="T6" fmla="*/ 17 w 62"/>
                  <a:gd name="T7" fmla="*/ 54 h 85"/>
                  <a:gd name="T8" fmla="*/ 68 w 62"/>
                  <a:gd name="T9" fmla="*/ 86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85">
                    <a:moveTo>
                      <a:pt x="62" y="74"/>
                    </a:moveTo>
                    <a:cubicBezTo>
                      <a:pt x="62" y="74"/>
                      <a:pt x="35" y="81"/>
                      <a:pt x="20" y="47"/>
                    </a:cubicBezTo>
                    <a:cubicBezTo>
                      <a:pt x="5" y="14"/>
                      <a:pt x="30" y="0"/>
                      <a:pt x="30" y="0"/>
                    </a:cubicBezTo>
                    <a:cubicBezTo>
                      <a:pt x="30" y="0"/>
                      <a:pt x="0" y="11"/>
                      <a:pt x="17" y="48"/>
                    </a:cubicBezTo>
                    <a:cubicBezTo>
                      <a:pt x="33" y="85"/>
                      <a:pt x="62" y="74"/>
                      <a:pt x="62" y="74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7" name="Freeform 468">
                <a:extLst>
                  <a:ext uri="{FF2B5EF4-FFF2-40B4-BE49-F238E27FC236}">
                    <a16:creationId xmlns:a16="http://schemas.microsoft.com/office/drawing/2014/main" id="{40A55AEF-5C73-4FBC-9D21-64ABEBC7B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1949"/>
                <a:ext cx="44" cy="64"/>
              </a:xfrm>
              <a:custGeom>
                <a:avLst/>
                <a:gdLst>
                  <a:gd name="T0" fmla="*/ 35 w 43"/>
                  <a:gd name="T1" fmla="*/ 73 h 62"/>
                  <a:gd name="T2" fmla="*/ 45 w 43"/>
                  <a:gd name="T3" fmla="*/ 33 h 62"/>
                  <a:gd name="T4" fmla="*/ 36 w 43"/>
                  <a:gd name="T5" fmla="*/ 11 h 62"/>
                  <a:gd name="T6" fmla="*/ 14 w 43"/>
                  <a:gd name="T7" fmla="*/ 1 h 62"/>
                  <a:gd name="T8" fmla="*/ 0 w 43"/>
                  <a:gd name="T9" fmla="*/ 12 h 62"/>
                  <a:gd name="T10" fmla="*/ 2 w 43"/>
                  <a:gd name="T11" fmla="*/ 30 h 62"/>
                  <a:gd name="T12" fmla="*/ 12 w 43"/>
                  <a:gd name="T13" fmla="*/ 40 h 62"/>
                  <a:gd name="T14" fmla="*/ 17 w 43"/>
                  <a:gd name="T15" fmla="*/ 68 h 62"/>
                  <a:gd name="T16" fmla="*/ 36 w 43"/>
                  <a:gd name="T17" fmla="*/ 73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62">
                    <a:moveTo>
                      <a:pt x="29" y="61"/>
                    </a:moveTo>
                    <a:cubicBezTo>
                      <a:pt x="43" y="56"/>
                      <a:pt x="43" y="38"/>
                      <a:pt x="39" y="27"/>
                    </a:cubicBezTo>
                    <a:cubicBezTo>
                      <a:pt x="37" y="20"/>
                      <a:pt x="35" y="16"/>
                      <a:pt x="30" y="11"/>
                    </a:cubicBezTo>
                    <a:cubicBezTo>
                      <a:pt x="26" y="6"/>
                      <a:pt x="20" y="0"/>
                      <a:pt x="14" y="1"/>
                    </a:cubicBezTo>
                    <a:cubicBezTo>
                      <a:pt x="7" y="3"/>
                      <a:pt x="0" y="5"/>
                      <a:pt x="0" y="12"/>
                    </a:cubicBezTo>
                    <a:cubicBezTo>
                      <a:pt x="0" y="17"/>
                      <a:pt x="0" y="21"/>
                      <a:pt x="2" y="24"/>
                    </a:cubicBezTo>
                    <a:cubicBezTo>
                      <a:pt x="5" y="29"/>
                      <a:pt x="9" y="30"/>
                      <a:pt x="12" y="34"/>
                    </a:cubicBezTo>
                    <a:cubicBezTo>
                      <a:pt x="18" y="39"/>
                      <a:pt x="14" y="49"/>
                      <a:pt x="17" y="56"/>
                    </a:cubicBezTo>
                    <a:cubicBezTo>
                      <a:pt x="20" y="60"/>
                      <a:pt x="25" y="62"/>
                      <a:pt x="30" y="61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8" name="Freeform 469">
                <a:extLst>
                  <a:ext uri="{FF2B5EF4-FFF2-40B4-BE49-F238E27FC236}">
                    <a16:creationId xmlns:a16="http://schemas.microsoft.com/office/drawing/2014/main" id="{C5508E5B-A0D0-4BE5-8D05-C7B6C0485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990"/>
                <a:ext cx="31" cy="27"/>
              </a:xfrm>
              <a:custGeom>
                <a:avLst/>
                <a:gdLst>
                  <a:gd name="T0" fmla="*/ 36 w 30"/>
                  <a:gd name="T1" fmla="*/ 31 h 26"/>
                  <a:gd name="T2" fmla="*/ 0 w 30"/>
                  <a:gd name="T3" fmla="*/ 0 h 26"/>
                  <a:gd name="T4" fmla="*/ 14 w 30"/>
                  <a:gd name="T5" fmla="*/ 23 h 26"/>
                  <a:gd name="T6" fmla="*/ 28 w 30"/>
                  <a:gd name="T7" fmla="*/ 28 h 26"/>
                  <a:gd name="T8" fmla="*/ 36 w 30"/>
                  <a:gd name="T9" fmla="*/ 3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30" y="25"/>
                    </a:moveTo>
                    <a:cubicBezTo>
                      <a:pt x="16" y="26"/>
                      <a:pt x="5" y="13"/>
                      <a:pt x="0" y="0"/>
                    </a:cubicBezTo>
                    <a:cubicBezTo>
                      <a:pt x="4" y="6"/>
                      <a:pt x="8" y="13"/>
                      <a:pt x="14" y="17"/>
                    </a:cubicBezTo>
                    <a:cubicBezTo>
                      <a:pt x="16" y="19"/>
                      <a:pt x="19" y="20"/>
                      <a:pt x="22" y="22"/>
                    </a:cubicBezTo>
                    <a:cubicBezTo>
                      <a:pt x="24" y="23"/>
                      <a:pt x="28" y="24"/>
                      <a:pt x="3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09" name="Freeform 470">
                <a:extLst>
                  <a:ext uri="{FF2B5EF4-FFF2-40B4-BE49-F238E27FC236}">
                    <a16:creationId xmlns:a16="http://schemas.microsoft.com/office/drawing/2014/main" id="{DC0D2C85-20C8-44CD-8A36-D3D96BABF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1920"/>
                <a:ext cx="102" cy="124"/>
              </a:xfrm>
              <a:custGeom>
                <a:avLst/>
                <a:gdLst>
                  <a:gd name="T0" fmla="*/ 13 w 100"/>
                  <a:gd name="T1" fmla="*/ 83 h 122"/>
                  <a:gd name="T2" fmla="*/ 34 w 100"/>
                  <a:gd name="T3" fmla="*/ 9 h 122"/>
                  <a:gd name="T4" fmla="*/ 100 w 100"/>
                  <a:gd name="T5" fmla="*/ 51 h 122"/>
                  <a:gd name="T6" fmla="*/ 83 w 100"/>
                  <a:gd name="T7" fmla="*/ 125 h 122"/>
                  <a:gd name="T8" fmla="*/ 13 w 100"/>
                  <a:gd name="T9" fmla="*/ 83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13" y="77"/>
                    </a:moveTo>
                    <a:cubicBezTo>
                      <a:pt x="0" y="49"/>
                      <a:pt x="7" y="18"/>
                      <a:pt x="28" y="9"/>
                    </a:cubicBezTo>
                    <a:cubicBezTo>
                      <a:pt x="49" y="0"/>
                      <a:pt x="76" y="16"/>
                      <a:pt x="88" y="45"/>
                    </a:cubicBezTo>
                    <a:cubicBezTo>
                      <a:pt x="100" y="73"/>
                      <a:pt x="94" y="104"/>
                      <a:pt x="73" y="113"/>
                    </a:cubicBezTo>
                    <a:cubicBezTo>
                      <a:pt x="52" y="122"/>
                      <a:pt x="25" y="106"/>
                      <a:pt x="13" y="77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0" name="Freeform 471">
                <a:extLst>
                  <a:ext uri="{FF2B5EF4-FFF2-40B4-BE49-F238E27FC236}">
                    <a16:creationId xmlns:a16="http://schemas.microsoft.com/office/drawing/2014/main" id="{7210C5C3-8017-4898-B911-314780A0E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941"/>
                <a:ext cx="67" cy="82"/>
              </a:xfrm>
              <a:custGeom>
                <a:avLst/>
                <a:gdLst>
                  <a:gd name="T0" fmla="*/ 8 w 65"/>
                  <a:gd name="T1" fmla="*/ 57 h 80"/>
                  <a:gd name="T2" fmla="*/ 24 w 65"/>
                  <a:gd name="T3" fmla="*/ 6 h 80"/>
                  <a:gd name="T4" fmla="*/ 69 w 65"/>
                  <a:gd name="T5" fmla="*/ 35 h 80"/>
                  <a:gd name="T6" fmla="*/ 57 w 65"/>
                  <a:gd name="T7" fmla="*/ 86 h 80"/>
                  <a:gd name="T8" fmla="*/ 8 w 65"/>
                  <a:gd name="T9" fmla="*/ 57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80">
                    <a:moveTo>
                      <a:pt x="8" y="51"/>
                    </a:moveTo>
                    <a:cubicBezTo>
                      <a:pt x="0" y="32"/>
                      <a:pt x="4" y="12"/>
                      <a:pt x="18" y="6"/>
                    </a:cubicBezTo>
                    <a:cubicBezTo>
                      <a:pt x="31" y="0"/>
                      <a:pt x="49" y="10"/>
                      <a:pt x="57" y="29"/>
                    </a:cubicBezTo>
                    <a:cubicBezTo>
                      <a:pt x="65" y="48"/>
                      <a:pt x="61" y="68"/>
                      <a:pt x="47" y="74"/>
                    </a:cubicBezTo>
                    <a:cubicBezTo>
                      <a:pt x="34" y="80"/>
                      <a:pt x="16" y="69"/>
                      <a:pt x="8" y="51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1" name="Freeform 472">
                <a:extLst>
                  <a:ext uri="{FF2B5EF4-FFF2-40B4-BE49-F238E27FC236}">
                    <a16:creationId xmlns:a16="http://schemas.microsoft.com/office/drawing/2014/main" id="{44469446-6D10-4422-836E-47D72B0BD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699"/>
                <a:ext cx="118" cy="143"/>
              </a:xfrm>
              <a:custGeom>
                <a:avLst/>
                <a:gdLst>
                  <a:gd name="T0" fmla="*/ 14 w 115"/>
                  <a:gd name="T1" fmla="*/ 101 h 140"/>
                  <a:gd name="T2" fmla="*/ 37 w 115"/>
                  <a:gd name="T3" fmla="*/ 10 h 140"/>
                  <a:gd name="T4" fmla="*/ 119 w 115"/>
                  <a:gd name="T5" fmla="*/ 57 h 140"/>
                  <a:gd name="T6" fmla="*/ 95 w 115"/>
                  <a:gd name="T7" fmla="*/ 148 h 140"/>
                  <a:gd name="T8" fmla="*/ 14 w 115"/>
                  <a:gd name="T9" fmla="*/ 101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40">
                    <a:moveTo>
                      <a:pt x="14" y="89"/>
                    </a:moveTo>
                    <a:cubicBezTo>
                      <a:pt x="0" y="56"/>
                      <a:pt x="7" y="20"/>
                      <a:pt x="31" y="10"/>
                    </a:cubicBezTo>
                    <a:cubicBezTo>
                      <a:pt x="55" y="0"/>
                      <a:pt x="86" y="18"/>
                      <a:pt x="101" y="51"/>
                    </a:cubicBezTo>
                    <a:cubicBezTo>
                      <a:pt x="115" y="84"/>
                      <a:pt x="107" y="119"/>
                      <a:pt x="83" y="130"/>
                    </a:cubicBezTo>
                    <a:cubicBezTo>
                      <a:pt x="59" y="140"/>
                      <a:pt x="28" y="122"/>
                      <a:pt x="14" y="89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2" name="Freeform 473">
                <a:extLst>
                  <a:ext uri="{FF2B5EF4-FFF2-40B4-BE49-F238E27FC236}">
                    <a16:creationId xmlns:a16="http://schemas.microsoft.com/office/drawing/2014/main" id="{F0A0308A-27AC-4FB0-B401-22F0B7B21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723"/>
                <a:ext cx="78" cy="94"/>
              </a:xfrm>
              <a:custGeom>
                <a:avLst/>
                <a:gdLst>
                  <a:gd name="T0" fmla="*/ 10 w 76"/>
                  <a:gd name="T1" fmla="*/ 64 h 92"/>
                  <a:gd name="T2" fmla="*/ 27 w 76"/>
                  <a:gd name="T3" fmla="*/ 7 h 92"/>
                  <a:gd name="T4" fmla="*/ 79 w 76"/>
                  <a:gd name="T5" fmla="*/ 40 h 92"/>
                  <a:gd name="T6" fmla="*/ 65 w 76"/>
                  <a:gd name="T7" fmla="*/ 97 h 92"/>
                  <a:gd name="T8" fmla="*/ 10 w 76"/>
                  <a:gd name="T9" fmla="*/ 64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10" y="58"/>
                    </a:moveTo>
                    <a:cubicBezTo>
                      <a:pt x="0" y="37"/>
                      <a:pt x="6" y="13"/>
                      <a:pt x="21" y="7"/>
                    </a:cubicBezTo>
                    <a:cubicBezTo>
                      <a:pt x="37" y="0"/>
                      <a:pt x="57" y="12"/>
                      <a:pt x="67" y="34"/>
                    </a:cubicBezTo>
                    <a:cubicBezTo>
                      <a:pt x="76" y="55"/>
                      <a:pt x="71" y="78"/>
                      <a:pt x="55" y="85"/>
                    </a:cubicBezTo>
                    <a:cubicBezTo>
                      <a:pt x="40" y="92"/>
                      <a:pt x="19" y="80"/>
                      <a:pt x="10" y="58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3" name="Freeform 474">
                <a:extLst>
                  <a:ext uri="{FF2B5EF4-FFF2-40B4-BE49-F238E27FC236}">
                    <a16:creationId xmlns:a16="http://schemas.microsoft.com/office/drawing/2014/main" id="{15883442-EB08-431C-BCD9-2A8CB8213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13"/>
                <a:ext cx="70" cy="101"/>
              </a:xfrm>
              <a:custGeom>
                <a:avLst/>
                <a:gdLst>
                  <a:gd name="T0" fmla="*/ 64 w 68"/>
                  <a:gd name="T1" fmla="*/ 111 h 99"/>
                  <a:gd name="T2" fmla="*/ 66 w 68"/>
                  <a:gd name="T3" fmla="*/ 44 h 99"/>
                  <a:gd name="T4" fmla="*/ 0 w 68"/>
                  <a:gd name="T5" fmla="*/ 0 h 99"/>
                  <a:gd name="T6" fmla="*/ 56 w 68"/>
                  <a:gd name="T7" fmla="*/ 46 h 99"/>
                  <a:gd name="T8" fmla="*/ 64 w 68"/>
                  <a:gd name="T9" fmla="*/ 111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99">
                    <a:moveTo>
                      <a:pt x="52" y="99"/>
                    </a:moveTo>
                    <a:cubicBezTo>
                      <a:pt x="52" y="99"/>
                      <a:pt x="68" y="70"/>
                      <a:pt x="54" y="38"/>
                    </a:cubicBezTo>
                    <a:cubicBezTo>
                      <a:pt x="39" y="6"/>
                      <a:pt x="0" y="0"/>
                      <a:pt x="0" y="0"/>
                    </a:cubicBezTo>
                    <a:cubicBezTo>
                      <a:pt x="0" y="0"/>
                      <a:pt x="35" y="12"/>
                      <a:pt x="48" y="40"/>
                    </a:cubicBezTo>
                    <a:cubicBezTo>
                      <a:pt x="60" y="68"/>
                      <a:pt x="52" y="99"/>
                      <a:pt x="52" y="99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4" name="Freeform 475">
                <a:extLst>
                  <a:ext uri="{FF2B5EF4-FFF2-40B4-BE49-F238E27FC236}">
                    <a16:creationId xmlns:a16="http://schemas.microsoft.com/office/drawing/2014/main" id="{55E986CF-7A97-4FCD-83A6-1CDCFB9DB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724"/>
                <a:ext cx="36" cy="66"/>
              </a:xfrm>
              <a:custGeom>
                <a:avLst/>
                <a:gdLst>
                  <a:gd name="T0" fmla="*/ 31 w 36"/>
                  <a:gd name="T1" fmla="*/ 76 h 64"/>
                  <a:gd name="T2" fmla="*/ 0 w 36"/>
                  <a:gd name="T3" fmla="*/ 0 h 64"/>
                  <a:gd name="T4" fmla="*/ 31 w 36"/>
                  <a:gd name="T5" fmla="*/ 76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64">
                    <a:moveTo>
                      <a:pt x="31" y="64"/>
                    </a:moveTo>
                    <a:cubicBezTo>
                      <a:pt x="31" y="64"/>
                      <a:pt x="36" y="19"/>
                      <a:pt x="0" y="0"/>
                    </a:cubicBezTo>
                    <a:cubicBezTo>
                      <a:pt x="0" y="0"/>
                      <a:pt x="29" y="17"/>
                      <a:pt x="31" y="64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5" name="Freeform 476">
                <a:extLst>
                  <a:ext uri="{FF2B5EF4-FFF2-40B4-BE49-F238E27FC236}">
                    <a16:creationId xmlns:a16="http://schemas.microsoft.com/office/drawing/2014/main" id="{48D7E11A-5FD4-4A16-8E09-23DD2550C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727"/>
                <a:ext cx="72" cy="102"/>
              </a:xfrm>
              <a:custGeom>
                <a:avLst/>
                <a:gdLst>
                  <a:gd name="T0" fmla="*/ 82 w 70"/>
                  <a:gd name="T1" fmla="*/ 104 h 99"/>
                  <a:gd name="T2" fmla="*/ 28 w 70"/>
                  <a:gd name="T3" fmla="*/ 67 h 99"/>
                  <a:gd name="T4" fmla="*/ 40 w 70"/>
                  <a:gd name="T5" fmla="*/ 0 h 99"/>
                  <a:gd name="T6" fmla="*/ 24 w 70"/>
                  <a:gd name="T7" fmla="*/ 68 h 99"/>
                  <a:gd name="T8" fmla="*/ 82 w 70"/>
                  <a:gd name="T9" fmla="*/ 104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99">
                    <a:moveTo>
                      <a:pt x="70" y="86"/>
                    </a:moveTo>
                    <a:cubicBezTo>
                      <a:pt x="70" y="86"/>
                      <a:pt x="39" y="94"/>
                      <a:pt x="22" y="55"/>
                    </a:cubicBezTo>
                    <a:cubicBezTo>
                      <a:pt x="5" y="16"/>
                      <a:pt x="34" y="0"/>
                      <a:pt x="34" y="0"/>
                    </a:cubicBezTo>
                    <a:cubicBezTo>
                      <a:pt x="34" y="0"/>
                      <a:pt x="0" y="13"/>
                      <a:pt x="18" y="56"/>
                    </a:cubicBezTo>
                    <a:cubicBezTo>
                      <a:pt x="37" y="99"/>
                      <a:pt x="70" y="86"/>
                      <a:pt x="70" y="86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6" name="Freeform 477">
                <a:extLst>
                  <a:ext uri="{FF2B5EF4-FFF2-40B4-BE49-F238E27FC236}">
                    <a16:creationId xmlns:a16="http://schemas.microsoft.com/office/drawing/2014/main" id="{FF9F31C0-C037-4856-AB0A-58F7C291C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734"/>
                <a:ext cx="51" cy="71"/>
              </a:xfrm>
              <a:custGeom>
                <a:avLst/>
                <a:gdLst>
                  <a:gd name="T0" fmla="*/ 40 w 50"/>
                  <a:gd name="T1" fmla="*/ 75 h 70"/>
                  <a:gd name="T2" fmla="*/ 52 w 50"/>
                  <a:gd name="T3" fmla="*/ 30 h 70"/>
                  <a:gd name="T4" fmla="*/ 41 w 50"/>
                  <a:gd name="T5" fmla="*/ 12 h 70"/>
                  <a:gd name="T6" fmla="*/ 16 w 50"/>
                  <a:gd name="T7" fmla="*/ 1 h 70"/>
                  <a:gd name="T8" fmla="*/ 0 w 50"/>
                  <a:gd name="T9" fmla="*/ 14 h 70"/>
                  <a:gd name="T10" fmla="*/ 3 w 50"/>
                  <a:gd name="T11" fmla="*/ 27 h 70"/>
                  <a:gd name="T12" fmla="*/ 14 w 50"/>
                  <a:gd name="T13" fmla="*/ 44 h 70"/>
                  <a:gd name="T14" fmla="*/ 20 w 50"/>
                  <a:gd name="T15" fmla="*/ 69 h 70"/>
                  <a:gd name="T16" fmla="*/ 41 w 50"/>
                  <a:gd name="T17" fmla="*/ 75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70">
                    <a:moveTo>
                      <a:pt x="34" y="69"/>
                    </a:moveTo>
                    <a:cubicBezTo>
                      <a:pt x="50" y="64"/>
                      <a:pt x="50" y="43"/>
                      <a:pt x="46" y="30"/>
                    </a:cubicBezTo>
                    <a:cubicBezTo>
                      <a:pt x="43" y="23"/>
                      <a:pt x="40" y="17"/>
                      <a:pt x="35" y="12"/>
                    </a:cubicBezTo>
                    <a:cubicBezTo>
                      <a:pt x="30" y="7"/>
                      <a:pt x="24" y="0"/>
                      <a:pt x="16" y="1"/>
                    </a:cubicBezTo>
                    <a:cubicBezTo>
                      <a:pt x="9" y="2"/>
                      <a:pt x="0" y="4"/>
                      <a:pt x="0" y="14"/>
                    </a:cubicBezTo>
                    <a:cubicBezTo>
                      <a:pt x="0" y="18"/>
                      <a:pt x="0" y="23"/>
                      <a:pt x="3" y="27"/>
                    </a:cubicBezTo>
                    <a:cubicBezTo>
                      <a:pt x="6" y="32"/>
                      <a:pt x="10" y="34"/>
                      <a:pt x="14" y="38"/>
                    </a:cubicBezTo>
                    <a:cubicBezTo>
                      <a:pt x="21" y="44"/>
                      <a:pt x="16" y="56"/>
                      <a:pt x="20" y="63"/>
                    </a:cubicBezTo>
                    <a:cubicBezTo>
                      <a:pt x="23" y="68"/>
                      <a:pt x="30" y="70"/>
                      <a:pt x="35" y="69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7" name="Freeform 478">
                <a:extLst>
                  <a:ext uri="{FF2B5EF4-FFF2-40B4-BE49-F238E27FC236}">
                    <a16:creationId xmlns:a16="http://schemas.microsoft.com/office/drawing/2014/main" id="{0168A486-C9AA-499B-BF3B-1E484E49E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781"/>
                <a:ext cx="36" cy="29"/>
              </a:xfrm>
              <a:custGeom>
                <a:avLst/>
                <a:gdLst>
                  <a:gd name="T0" fmla="*/ 41 w 35"/>
                  <a:gd name="T1" fmla="*/ 28 h 29"/>
                  <a:gd name="T2" fmla="*/ 0 w 35"/>
                  <a:gd name="T3" fmla="*/ 0 h 29"/>
                  <a:gd name="T4" fmla="*/ 16 w 35"/>
                  <a:gd name="T5" fmla="*/ 19 h 29"/>
                  <a:gd name="T6" fmla="*/ 32 w 35"/>
                  <a:gd name="T7" fmla="*/ 25 h 29"/>
                  <a:gd name="T8" fmla="*/ 41 w 35"/>
                  <a:gd name="T9" fmla="*/ 2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9">
                    <a:moveTo>
                      <a:pt x="35" y="28"/>
                    </a:moveTo>
                    <a:cubicBezTo>
                      <a:pt x="19" y="29"/>
                      <a:pt x="5" y="14"/>
                      <a:pt x="0" y="0"/>
                    </a:cubicBezTo>
                    <a:cubicBezTo>
                      <a:pt x="5" y="6"/>
                      <a:pt x="9" y="14"/>
                      <a:pt x="16" y="19"/>
                    </a:cubicBezTo>
                    <a:cubicBezTo>
                      <a:pt x="19" y="21"/>
                      <a:pt x="22" y="23"/>
                      <a:pt x="26" y="25"/>
                    </a:cubicBezTo>
                    <a:cubicBezTo>
                      <a:pt x="28" y="26"/>
                      <a:pt x="33" y="26"/>
                      <a:pt x="3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8" name="Freeform 479">
                <a:extLst>
                  <a:ext uri="{FF2B5EF4-FFF2-40B4-BE49-F238E27FC236}">
                    <a16:creationId xmlns:a16="http://schemas.microsoft.com/office/drawing/2014/main" id="{3B1DE789-2FF5-44C0-BDD6-972942DC7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699"/>
                <a:ext cx="119" cy="143"/>
              </a:xfrm>
              <a:custGeom>
                <a:avLst/>
                <a:gdLst>
                  <a:gd name="T0" fmla="*/ 15 w 116"/>
                  <a:gd name="T1" fmla="*/ 101 h 140"/>
                  <a:gd name="T2" fmla="*/ 38 w 116"/>
                  <a:gd name="T3" fmla="*/ 10 h 140"/>
                  <a:gd name="T4" fmla="*/ 119 w 116"/>
                  <a:gd name="T5" fmla="*/ 57 h 140"/>
                  <a:gd name="T6" fmla="*/ 96 w 116"/>
                  <a:gd name="T7" fmla="*/ 148 h 140"/>
                  <a:gd name="T8" fmla="*/ 15 w 116"/>
                  <a:gd name="T9" fmla="*/ 101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0">
                    <a:moveTo>
                      <a:pt x="15" y="89"/>
                    </a:moveTo>
                    <a:cubicBezTo>
                      <a:pt x="0" y="56"/>
                      <a:pt x="8" y="20"/>
                      <a:pt x="32" y="10"/>
                    </a:cubicBezTo>
                    <a:cubicBezTo>
                      <a:pt x="56" y="0"/>
                      <a:pt x="87" y="18"/>
                      <a:pt x="101" y="51"/>
                    </a:cubicBezTo>
                    <a:cubicBezTo>
                      <a:pt x="116" y="84"/>
                      <a:pt x="108" y="119"/>
                      <a:pt x="84" y="130"/>
                    </a:cubicBezTo>
                    <a:cubicBezTo>
                      <a:pt x="60" y="140"/>
                      <a:pt x="29" y="122"/>
                      <a:pt x="15" y="8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19" name="Freeform 480">
                <a:extLst>
                  <a:ext uri="{FF2B5EF4-FFF2-40B4-BE49-F238E27FC236}">
                    <a16:creationId xmlns:a16="http://schemas.microsoft.com/office/drawing/2014/main" id="{51EEAFC3-CE04-4034-AF87-03BFC5B98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723"/>
                <a:ext cx="78" cy="94"/>
              </a:xfrm>
              <a:custGeom>
                <a:avLst/>
                <a:gdLst>
                  <a:gd name="T0" fmla="*/ 9 w 76"/>
                  <a:gd name="T1" fmla="*/ 64 h 92"/>
                  <a:gd name="T2" fmla="*/ 27 w 76"/>
                  <a:gd name="T3" fmla="*/ 7 h 92"/>
                  <a:gd name="T4" fmla="*/ 78 w 76"/>
                  <a:gd name="T5" fmla="*/ 40 h 92"/>
                  <a:gd name="T6" fmla="*/ 65 w 76"/>
                  <a:gd name="T7" fmla="*/ 97 h 92"/>
                  <a:gd name="T8" fmla="*/ 9 w 76"/>
                  <a:gd name="T9" fmla="*/ 64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9" y="58"/>
                    </a:moveTo>
                    <a:cubicBezTo>
                      <a:pt x="0" y="37"/>
                      <a:pt x="5" y="13"/>
                      <a:pt x="21" y="7"/>
                    </a:cubicBezTo>
                    <a:cubicBezTo>
                      <a:pt x="37" y="0"/>
                      <a:pt x="57" y="12"/>
                      <a:pt x="66" y="34"/>
                    </a:cubicBezTo>
                    <a:cubicBezTo>
                      <a:pt x="76" y="55"/>
                      <a:pt x="71" y="78"/>
                      <a:pt x="55" y="85"/>
                    </a:cubicBezTo>
                    <a:cubicBezTo>
                      <a:pt x="39" y="92"/>
                      <a:pt x="19" y="80"/>
                      <a:pt x="9" y="5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0" name="Freeform 481">
                <a:extLst>
                  <a:ext uri="{FF2B5EF4-FFF2-40B4-BE49-F238E27FC236}">
                    <a16:creationId xmlns:a16="http://schemas.microsoft.com/office/drawing/2014/main" id="{450B0DD2-A92A-427E-8986-3C92BA65C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845"/>
                <a:ext cx="119" cy="143"/>
              </a:xfrm>
              <a:custGeom>
                <a:avLst/>
                <a:gdLst>
                  <a:gd name="T0" fmla="*/ 14 w 116"/>
                  <a:gd name="T1" fmla="*/ 101 h 140"/>
                  <a:gd name="T2" fmla="*/ 38 w 116"/>
                  <a:gd name="T3" fmla="*/ 10 h 140"/>
                  <a:gd name="T4" fmla="*/ 119 w 116"/>
                  <a:gd name="T5" fmla="*/ 57 h 140"/>
                  <a:gd name="T6" fmla="*/ 96 w 116"/>
                  <a:gd name="T7" fmla="*/ 148 h 140"/>
                  <a:gd name="T8" fmla="*/ 14 w 116"/>
                  <a:gd name="T9" fmla="*/ 101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0">
                    <a:moveTo>
                      <a:pt x="14" y="89"/>
                    </a:moveTo>
                    <a:cubicBezTo>
                      <a:pt x="0" y="56"/>
                      <a:pt x="8" y="20"/>
                      <a:pt x="32" y="10"/>
                    </a:cubicBezTo>
                    <a:cubicBezTo>
                      <a:pt x="56" y="0"/>
                      <a:pt x="87" y="18"/>
                      <a:pt x="101" y="51"/>
                    </a:cubicBezTo>
                    <a:cubicBezTo>
                      <a:pt x="116" y="84"/>
                      <a:pt x="108" y="119"/>
                      <a:pt x="84" y="130"/>
                    </a:cubicBezTo>
                    <a:cubicBezTo>
                      <a:pt x="60" y="140"/>
                      <a:pt x="29" y="122"/>
                      <a:pt x="14" y="89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1" name="Freeform 482">
                <a:extLst>
                  <a:ext uri="{FF2B5EF4-FFF2-40B4-BE49-F238E27FC236}">
                    <a16:creationId xmlns:a16="http://schemas.microsoft.com/office/drawing/2014/main" id="{E0216CDF-A15B-4542-9C56-1E302C5C7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870"/>
                <a:ext cx="78" cy="94"/>
              </a:xfrm>
              <a:custGeom>
                <a:avLst/>
                <a:gdLst>
                  <a:gd name="T0" fmla="*/ 9 w 76"/>
                  <a:gd name="T1" fmla="*/ 64 h 92"/>
                  <a:gd name="T2" fmla="*/ 27 w 76"/>
                  <a:gd name="T3" fmla="*/ 7 h 92"/>
                  <a:gd name="T4" fmla="*/ 78 w 76"/>
                  <a:gd name="T5" fmla="*/ 40 h 92"/>
                  <a:gd name="T6" fmla="*/ 65 w 76"/>
                  <a:gd name="T7" fmla="*/ 97 h 92"/>
                  <a:gd name="T8" fmla="*/ 9 w 76"/>
                  <a:gd name="T9" fmla="*/ 64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9" y="58"/>
                    </a:moveTo>
                    <a:cubicBezTo>
                      <a:pt x="0" y="37"/>
                      <a:pt x="5" y="13"/>
                      <a:pt x="21" y="7"/>
                    </a:cubicBezTo>
                    <a:cubicBezTo>
                      <a:pt x="37" y="0"/>
                      <a:pt x="57" y="12"/>
                      <a:pt x="66" y="34"/>
                    </a:cubicBezTo>
                    <a:cubicBezTo>
                      <a:pt x="76" y="55"/>
                      <a:pt x="71" y="78"/>
                      <a:pt x="55" y="85"/>
                    </a:cubicBezTo>
                    <a:cubicBezTo>
                      <a:pt x="39" y="92"/>
                      <a:pt x="19" y="80"/>
                      <a:pt x="9" y="58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2" name="Freeform 483">
                <a:extLst>
                  <a:ext uri="{FF2B5EF4-FFF2-40B4-BE49-F238E27FC236}">
                    <a16:creationId xmlns:a16="http://schemas.microsoft.com/office/drawing/2014/main" id="{3508BC28-74CD-41C2-BBD4-3EC399A9B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859"/>
                <a:ext cx="68" cy="102"/>
              </a:xfrm>
              <a:custGeom>
                <a:avLst/>
                <a:gdLst>
                  <a:gd name="T0" fmla="*/ 57 w 67"/>
                  <a:gd name="T1" fmla="*/ 117 h 99"/>
                  <a:gd name="T2" fmla="*/ 59 w 67"/>
                  <a:gd name="T3" fmla="*/ 44 h 99"/>
                  <a:gd name="T4" fmla="*/ 0 w 67"/>
                  <a:gd name="T5" fmla="*/ 0 h 99"/>
                  <a:gd name="T6" fmla="*/ 53 w 67"/>
                  <a:gd name="T7" fmla="*/ 46 h 99"/>
                  <a:gd name="T8" fmla="*/ 57 w 67"/>
                  <a:gd name="T9" fmla="*/ 117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99">
                    <a:moveTo>
                      <a:pt x="51" y="99"/>
                    </a:moveTo>
                    <a:cubicBezTo>
                      <a:pt x="51" y="99"/>
                      <a:pt x="67" y="70"/>
                      <a:pt x="53" y="38"/>
                    </a:cubicBezTo>
                    <a:cubicBezTo>
                      <a:pt x="39" y="6"/>
                      <a:pt x="0" y="0"/>
                      <a:pt x="0" y="0"/>
                    </a:cubicBezTo>
                    <a:cubicBezTo>
                      <a:pt x="0" y="0"/>
                      <a:pt x="35" y="12"/>
                      <a:pt x="47" y="40"/>
                    </a:cubicBezTo>
                    <a:cubicBezTo>
                      <a:pt x="59" y="68"/>
                      <a:pt x="51" y="99"/>
                      <a:pt x="51" y="99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3" name="Freeform 484">
                <a:extLst>
                  <a:ext uri="{FF2B5EF4-FFF2-40B4-BE49-F238E27FC236}">
                    <a16:creationId xmlns:a16="http://schemas.microsoft.com/office/drawing/2014/main" id="{F662FD22-F88D-44AA-9BFB-6065E97AB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871"/>
                <a:ext cx="38" cy="65"/>
              </a:xfrm>
              <a:custGeom>
                <a:avLst/>
                <a:gdLst>
                  <a:gd name="T0" fmla="*/ 38 w 37"/>
                  <a:gd name="T1" fmla="*/ 70 h 64"/>
                  <a:gd name="T2" fmla="*/ 0 w 37"/>
                  <a:gd name="T3" fmla="*/ 0 h 64"/>
                  <a:gd name="T4" fmla="*/ 38 w 37"/>
                  <a:gd name="T5" fmla="*/ 7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64">
                    <a:moveTo>
                      <a:pt x="32" y="64"/>
                    </a:moveTo>
                    <a:cubicBezTo>
                      <a:pt x="32" y="64"/>
                      <a:pt x="37" y="19"/>
                      <a:pt x="0" y="0"/>
                    </a:cubicBezTo>
                    <a:cubicBezTo>
                      <a:pt x="0" y="0"/>
                      <a:pt x="30" y="17"/>
                      <a:pt x="32" y="64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4" name="Freeform 485">
                <a:extLst>
                  <a:ext uri="{FF2B5EF4-FFF2-40B4-BE49-F238E27FC236}">
                    <a16:creationId xmlns:a16="http://schemas.microsoft.com/office/drawing/2014/main" id="{40F696DD-331C-4ED2-AECD-2EA6ACE14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874"/>
                <a:ext cx="73" cy="101"/>
              </a:xfrm>
              <a:custGeom>
                <a:avLst/>
                <a:gdLst>
                  <a:gd name="T0" fmla="*/ 83 w 71"/>
                  <a:gd name="T1" fmla="*/ 98 h 99"/>
                  <a:gd name="T2" fmla="*/ 29 w 71"/>
                  <a:gd name="T3" fmla="*/ 61 h 99"/>
                  <a:gd name="T4" fmla="*/ 40 w 71"/>
                  <a:gd name="T5" fmla="*/ 0 h 99"/>
                  <a:gd name="T6" fmla="*/ 25 w 71"/>
                  <a:gd name="T7" fmla="*/ 62 h 99"/>
                  <a:gd name="T8" fmla="*/ 83 w 71"/>
                  <a:gd name="T9" fmla="*/ 9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99">
                    <a:moveTo>
                      <a:pt x="71" y="86"/>
                    </a:moveTo>
                    <a:cubicBezTo>
                      <a:pt x="71" y="86"/>
                      <a:pt x="40" y="94"/>
                      <a:pt x="23" y="55"/>
                    </a:cubicBezTo>
                    <a:cubicBezTo>
                      <a:pt x="6" y="16"/>
                      <a:pt x="34" y="0"/>
                      <a:pt x="34" y="0"/>
                    </a:cubicBezTo>
                    <a:cubicBezTo>
                      <a:pt x="34" y="0"/>
                      <a:pt x="0" y="13"/>
                      <a:pt x="19" y="56"/>
                    </a:cubicBezTo>
                    <a:cubicBezTo>
                      <a:pt x="38" y="99"/>
                      <a:pt x="71" y="86"/>
                      <a:pt x="71" y="86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5" name="Freeform 486">
                <a:extLst>
                  <a:ext uri="{FF2B5EF4-FFF2-40B4-BE49-F238E27FC236}">
                    <a16:creationId xmlns:a16="http://schemas.microsoft.com/office/drawing/2014/main" id="{350A4854-21D9-430B-8990-40B303ABA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880"/>
                <a:ext cx="52" cy="71"/>
              </a:xfrm>
              <a:custGeom>
                <a:avLst/>
                <a:gdLst>
                  <a:gd name="T0" fmla="*/ 41 w 51"/>
                  <a:gd name="T1" fmla="*/ 75 h 70"/>
                  <a:gd name="T2" fmla="*/ 52 w 51"/>
                  <a:gd name="T3" fmla="*/ 30 h 70"/>
                  <a:gd name="T4" fmla="*/ 41 w 51"/>
                  <a:gd name="T5" fmla="*/ 12 h 70"/>
                  <a:gd name="T6" fmla="*/ 17 w 51"/>
                  <a:gd name="T7" fmla="*/ 1 h 70"/>
                  <a:gd name="T8" fmla="*/ 0 w 51"/>
                  <a:gd name="T9" fmla="*/ 13 h 70"/>
                  <a:gd name="T10" fmla="*/ 3 w 51"/>
                  <a:gd name="T11" fmla="*/ 27 h 70"/>
                  <a:gd name="T12" fmla="*/ 15 w 51"/>
                  <a:gd name="T13" fmla="*/ 44 h 70"/>
                  <a:gd name="T14" fmla="*/ 21 w 51"/>
                  <a:gd name="T15" fmla="*/ 69 h 70"/>
                  <a:gd name="T16" fmla="*/ 41 w 51"/>
                  <a:gd name="T17" fmla="*/ 75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70">
                    <a:moveTo>
                      <a:pt x="35" y="69"/>
                    </a:moveTo>
                    <a:cubicBezTo>
                      <a:pt x="51" y="64"/>
                      <a:pt x="50" y="43"/>
                      <a:pt x="46" y="30"/>
                    </a:cubicBezTo>
                    <a:cubicBezTo>
                      <a:pt x="44" y="23"/>
                      <a:pt x="41" y="17"/>
                      <a:pt x="35" y="12"/>
                    </a:cubicBezTo>
                    <a:cubicBezTo>
                      <a:pt x="30" y="7"/>
                      <a:pt x="24" y="0"/>
                      <a:pt x="17" y="1"/>
                    </a:cubicBezTo>
                    <a:cubicBezTo>
                      <a:pt x="9" y="2"/>
                      <a:pt x="0" y="4"/>
                      <a:pt x="0" y="13"/>
                    </a:cubicBezTo>
                    <a:cubicBezTo>
                      <a:pt x="0" y="18"/>
                      <a:pt x="1" y="23"/>
                      <a:pt x="3" y="27"/>
                    </a:cubicBezTo>
                    <a:cubicBezTo>
                      <a:pt x="6" y="32"/>
                      <a:pt x="11" y="34"/>
                      <a:pt x="15" y="38"/>
                    </a:cubicBezTo>
                    <a:cubicBezTo>
                      <a:pt x="22" y="44"/>
                      <a:pt x="16" y="56"/>
                      <a:pt x="21" y="63"/>
                    </a:cubicBezTo>
                    <a:cubicBezTo>
                      <a:pt x="24" y="68"/>
                      <a:pt x="30" y="70"/>
                      <a:pt x="35" y="69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6" name="Freeform 487">
                <a:extLst>
                  <a:ext uri="{FF2B5EF4-FFF2-40B4-BE49-F238E27FC236}">
                    <a16:creationId xmlns:a16="http://schemas.microsoft.com/office/drawing/2014/main" id="{B090A818-1885-4E5E-80BD-57D4DC4C3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927"/>
                <a:ext cx="35" cy="29"/>
              </a:xfrm>
              <a:custGeom>
                <a:avLst/>
                <a:gdLst>
                  <a:gd name="T0" fmla="*/ 34 w 35"/>
                  <a:gd name="T1" fmla="*/ 28 h 29"/>
                  <a:gd name="T2" fmla="*/ 0 w 35"/>
                  <a:gd name="T3" fmla="*/ 0 h 29"/>
                  <a:gd name="T4" fmla="*/ 16 w 35"/>
                  <a:gd name="T5" fmla="*/ 19 h 29"/>
                  <a:gd name="T6" fmla="*/ 25 w 35"/>
                  <a:gd name="T7" fmla="*/ 25 h 29"/>
                  <a:gd name="T8" fmla="*/ 35 w 35"/>
                  <a:gd name="T9" fmla="*/ 2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9">
                    <a:moveTo>
                      <a:pt x="34" y="28"/>
                    </a:moveTo>
                    <a:cubicBezTo>
                      <a:pt x="18" y="29"/>
                      <a:pt x="5" y="14"/>
                      <a:pt x="0" y="0"/>
                    </a:cubicBezTo>
                    <a:cubicBezTo>
                      <a:pt x="5" y="6"/>
                      <a:pt x="9" y="14"/>
                      <a:pt x="16" y="19"/>
                    </a:cubicBezTo>
                    <a:cubicBezTo>
                      <a:pt x="18" y="21"/>
                      <a:pt x="22" y="23"/>
                      <a:pt x="25" y="25"/>
                    </a:cubicBezTo>
                    <a:cubicBezTo>
                      <a:pt x="28" y="26"/>
                      <a:pt x="32" y="26"/>
                      <a:pt x="3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7" name="Freeform 488">
                <a:extLst>
                  <a:ext uri="{FF2B5EF4-FFF2-40B4-BE49-F238E27FC236}">
                    <a16:creationId xmlns:a16="http://schemas.microsoft.com/office/drawing/2014/main" id="{6AB2DDED-73C5-4BE6-A02C-220EC1D64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845"/>
                <a:ext cx="118" cy="143"/>
              </a:xfrm>
              <a:custGeom>
                <a:avLst/>
                <a:gdLst>
                  <a:gd name="T0" fmla="*/ 14 w 115"/>
                  <a:gd name="T1" fmla="*/ 101 h 140"/>
                  <a:gd name="T2" fmla="*/ 38 w 115"/>
                  <a:gd name="T3" fmla="*/ 10 h 140"/>
                  <a:gd name="T4" fmla="*/ 119 w 115"/>
                  <a:gd name="T5" fmla="*/ 57 h 140"/>
                  <a:gd name="T6" fmla="*/ 96 w 115"/>
                  <a:gd name="T7" fmla="*/ 148 h 140"/>
                  <a:gd name="T8" fmla="*/ 14 w 115"/>
                  <a:gd name="T9" fmla="*/ 101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40">
                    <a:moveTo>
                      <a:pt x="14" y="89"/>
                    </a:moveTo>
                    <a:cubicBezTo>
                      <a:pt x="0" y="56"/>
                      <a:pt x="7" y="20"/>
                      <a:pt x="32" y="10"/>
                    </a:cubicBezTo>
                    <a:cubicBezTo>
                      <a:pt x="56" y="0"/>
                      <a:pt x="87" y="18"/>
                      <a:pt x="101" y="51"/>
                    </a:cubicBezTo>
                    <a:cubicBezTo>
                      <a:pt x="115" y="84"/>
                      <a:pt x="108" y="119"/>
                      <a:pt x="84" y="130"/>
                    </a:cubicBezTo>
                    <a:cubicBezTo>
                      <a:pt x="60" y="140"/>
                      <a:pt x="28" y="122"/>
                      <a:pt x="14" y="8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8" name="Freeform 489">
                <a:extLst>
                  <a:ext uri="{FF2B5EF4-FFF2-40B4-BE49-F238E27FC236}">
                    <a16:creationId xmlns:a16="http://schemas.microsoft.com/office/drawing/2014/main" id="{763CA717-D67D-4F51-89E0-9DCF7E5BA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870"/>
                <a:ext cx="77" cy="94"/>
              </a:xfrm>
              <a:custGeom>
                <a:avLst/>
                <a:gdLst>
                  <a:gd name="T0" fmla="*/ 9 w 75"/>
                  <a:gd name="T1" fmla="*/ 64 h 92"/>
                  <a:gd name="T2" fmla="*/ 26 w 75"/>
                  <a:gd name="T3" fmla="*/ 7 h 92"/>
                  <a:gd name="T4" fmla="*/ 78 w 75"/>
                  <a:gd name="T5" fmla="*/ 40 h 92"/>
                  <a:gd name="T6" fmla="*/ 65 w 75"/>
                  <a:gd name="T7" fmla="*/ 97 h 92"/>
                  <a:gd name="T8" fmla="*/ 9 w 75"/>
                  <a:gd name="T9" fmla="*/ 64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92">
                    <a:moveTo>
                      <a:pt x="9" y="58"/>
                    </a:moveTo>
                    <a:cubicBezTo>
                      <a:pt x="0" y="37"/>
                      <a:pt x="5" y="13"/>
                      <a:pt x="20" y="7"/>
                    </a:cubicBezTo>
                    <a:cubicBezTo>
                      <a:pt x="36" y="0"/>
                      <a:pt x="57" y="12"/>
                      <a:pt x="66" y="34"/>
                    </a:cubicBezTo>
                    <a:cubicBezTo>
                      <a:pt x="75" y="55"/>
                      <a:pt x="70" y="78"/>
                      <a:pt x="55" y="85"/>
                    </a:cubicBezTo>
                    <a:cubicBezTo>
                      <a:pt x="39" y="92"/>
                      <a:pt x="18" y="80"/>
                      <a:pt x="9" y="5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29" name="Freeform 490">
                <a:extLst>
                  <a:ext uri="{FF2B5EF4-FFF2-40B4-BE49-F238E27FC236}">
                    <a16:creationId xmlns:a16="http://schemas.microsoft.com/office/drawing/2014/main" id="{A9751D91-B310-4E29-A712-CDFA62022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988"/>
                <a:ext cx="119" cy="143"/>
              </a:xfrm>
              <a:custGeom>
                <a:avLst/>
                <a:gdLst>
                  <a:gd name="T0" fmla="*/ 15 w 116"/>
                  <a:gd name="T1" fmla="*/ 101 h 140"/>
                  <a:gd name="T2" fmla="*/ 38 w 116"/>
                  <a:gd name="T3" fmla="*/ 10 h 140"/>
                  <a:gd name="T4" fmla="*/ 120 w 116"/>
                  <a:gd name="T5" fmla="*/ 57 h 140"/>
                  <a:gd name="T6" fmla="*/ 96 w 116"/>
                  <a:gd name="T7" fmla="*/ 148 h 140"/>
                  <a:gd name="T8" fmla="*/ 15 w 116"/>
                  <a:gd name="T9" fmla="*/ 101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0">
                    <a:moveTo>
                      <a:pt x="15" y="89"/>
                    </a:moveTo>
                    <a:cubicBezTo>
                      <a:pt x="0" y="56"/>
                      <a:pt x="8" y="21"/>
                      <a:pt x="32" y="10"/>
                    </a:cubicBezTo>
                    <a:cubicBezTo>
                      <a:pt x="56" y="0"/>
                      <a:pt x="87" y="18"/>
                      <a:pt x="102" y="51"/>
                    </a:cubicBezTo>
                    <a:cubicBezTo>
                      <a:pt x="116" y="84"/>
                      <a:pt x="108" y="120"/>
                      <a:pt x="84" y="130"/>
                    </a:cubicBezTo>
                    <a:cubicBezTo>
                      <a:pt x="60" y="140"/>
                      <a:pt x="29" y="122"/>
                      <a:pt x="15" y="89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0" name="Freeform 491">
                <a:extLst>
                  <a:ext uri="{FF2B5EF4-FFF2-40B4-BE49-F238E27FC236}">
                    <a16:creationId xmlns:a16="http://schemas.microsoft.com/office/drawing/2014/main" id="{5B7DE343-98FF-4B81-B75E-E575EEB24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013"/>
                <a:ext cx="77" cy="94"/>
              </a:xfrm>
              <a:custGeom>
                <a:avLst/>
                <a:gdLst>
                  <a:gd name="T0" fmla="*/ 10 w 76"/>
                  <a:gd name="T1" fmla="*/ 64 h 92"/>
                  <a:gd name="T2" fmla="*/ 21 w 76"/>
                  <a:gd name="T3" fmla="*/ 7 h 92"/>
                  <a:gd name="T4" fmla="*/ 73 w 76"/>
                  <a:gd name="T5" fmla="*/ 40 h 92"/>
                  <a:gd name="T6" fmla="*/ 61 w 76"/>
                  <a:gd name="T7" fmla="*/ 97 h 92"/>
                  <a:gd name="T8" fmla="*/ 10 w 76"/>
                  <a:gd name="T9" fmla="*/ 64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10" y="58"/>
                    </a:moveTo>
                    <a:cubicBezTo>
                      <a:pt x="0" y="37"/>
                      <a:pt x="5" y="14"/>
                      <a:pt x="21" y="7"/>
                    </a:cubicBezTo>
                    <a:cubicBezTo>
                      <a:pt x="37" y="0"/>
                      <a:pt x="57" y="12"/>
                      <a:pt x="67" y="34"/>
                    </a:cubicBezTo>
                    <a:cubicBezTo>
                      <a:pt x="76" y="55"/>
                      <a:pt x="71" y="79"/>
                      <a:pt x="55" y="85"/>
                    </a:cubicBezTo>
                    <a:cubicBezTo>
                      <a:pt x="39" y="92"/>
                      <a:pt x="19" y="80"/>
                      <a:pt x="10" y="58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1" name="Freeform 492">
                <a:extLst>
                  <a:ext uri="{FF2B5EF4-FFF2-40B4-BE49-F238E27FC236}">
                    <a16:creationId xmlns:a16="http://schemas.microsoft.com/office/drawing/2014/main" id="{9823C554-6DB1-4F9D-BD4B-72F0FDB89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004"/>
                <a:ext cx="69" cy="101"/>
              </a:xfrm>
              <a:custGeom>
                <a:avLst/>
                <a:gdLst>
                  <a:gd name="T0" fmla="*/ 63 w 67"/>
                  <a:gd name="T1" fmla="*/ 111 h 99"/>
                  <a:gd name="T2" fmla="*/ 65 w 67"/>
                  <a:gd name="T3" fmla="*/ 43 h 99"/>
                  <a:gd name="T4" fmla="*/ 0 w 67"/>
                  <a:gd name="T5" fmla="*/ 0 h 99"/>
                  <a:gd name="T6" fmla="*/ 55 w 67"/>
                  <a:gd name="T7" fmla="*/ 45 h 99"/>
                  <a:gd name="T8" fmla="*/ 63 w 67"/>
                  <a:gd name="T9" fmla="*/ 111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99">
                    <a:moveTo>
                      <a:pt x="51" y="99"/>
                    </a:moveTo>
                    <a:cubicBezTo>
                      <a:pt x="51" y="99"/>
                      <a:pt x="67" y="69"/>
                      <a:pt x="53" y="37"/>
                    </a:cubicBezTo>
                    <a:cubicBezTo>
                      <a:pt x="39" y="5"/>
                      <a:pt x="0" y="0"/>
                      <a:pt x="0" y="0"/>
                    </a:cubicBezTo>
                    <a:cubicBezTo>
                      <a:pt x="0" y="0"/>
                      <a:pt x="35" y="11"/>
                      <a:pt x="47" y="39"/>
                    </a:cubicBezTo>
                    <a:cubicBezTo>
                      <a:pt x="59" y="67"/>
                      <a:pt x="51" y="99"/>
                      <a:pt x="51" y="99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2" name="Freeform 493">
                <a:extLst>
                  <a:ext uri="{FF2B5EF4-FFF2-40B4-BE49-F238E27FC236}">
                    <a16:creationId xmlns:a16="http://schemas.microsoft.com/office/drawing/2014/main" id="{701F1706-3C22-46FA-8A7B-AF8531DF5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014"/>
                <a:ext cx="38" cy="65"/>
              </a:xfrm>
              <a:custGeom>
                <a:avLst/>
                <a:gdLst>
                  <a:gd name="T0" fmla="*/ 38 w 37"/>
                  <a:gd name="T1" fmla="*/ 70 h 64"/>
                  <a:gd name="T2" fmla="*/ 0 w 37"/>
                  <a:gd name="T3" fmla="*/ 0 h 64"/>
                  <a:gd name="T4" fmla="*/ 38 w 37"/>
                  <a:gd name="T5" fmla="*/ 7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64">
                    <a:moveTo>
                      <a:pt x="32" y="64"/>
                    </a:moveTo>
                    <a:cubicBezTo>
                      <a:pt x="32" y="64"/>
                      <a:pt x="37" y="20"/>
                      <a:pt x="0" y="0"/>
                    </a:cubicBezTo>
                    <a:cubicBezTo>
                      <a:pt x="0" y="0"/>
                      <a:pt x="30" y="17"/>
                      <a:pt x="32" y="64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3" name="Freeform 494">
                <a:extLst>
                  <a:ext uri="{FF2B5EF4-FFF2-40B4-BE49-F238E27FC236}">
                    <a16:creationId xmlns:a16="http://schemas.microsoft.com/office/drawing/2014/main" id="{1B797A27-8EA2-4982-A397-2CE5B324E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017"/>
                <a:ext cx="73" cy="101"/>
              </a:xfrm>
              <a:custGeom>
                <a:avLst/>
                <a:gdLst>
                  <a:gd name="T0" fmla="*/ 83 w 71"/>
                  <a:gd name="T1" fmla="*/ 98 h 99"/>
                  <a:gd name="T2" fmla="*/ 29 w 71"/>
                  <a:gd name="T3" fmla="*/ 61 h 99"/>
                  <a:gd name="T4" fmla="*/ 40 w 71"/>
                  <a:gd name="T5" fmla="*/ 0 h 99"/>
                  <a:gd name="T6" fmla="*/ 25 w 71"/>
                  <a:gd name="T7" fmla="*/ 62 h 99"/>
                  <a:gd name="T8" fmla="*/ 83 w 71"/>
                  <a:gd name="T9" fmla="*/ 9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99">
                    <a:moveTo>
                      <a:pt x="71" y="86"/>
                    </a:moveTo>
                    <a:cubicBezTo>
                      <a:pt x="71" y="86"/>
                      <a:pt x="40" y="94"/>
                      <a:pt x="23" y="55"/>
                    </a:cubicBezTo>
                    <a:cubicBezTo>
                      <a:pt x="6" y="17"/>
                      <a:pt x="34" y="0"/>
                      <a:pt x="34" y="0"/>
                    </a:cubicBezTo>
                    <a:cubicBezTo>
                      <a:pt x="34" y="0"/>
                      <a:pt x="0" y="13"/>
                      <a:pt x="19" y="56"/>
                    </a:cubicBezTo>
                    <a:cubicBezTo>
                      <a:pt x="38" y="99"/>
                      <a:pt x="71" y="86"/>
                      <a:pt x="71" y="86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4" name="Freeform 495">
                <a:extLst>
                  <a:ext uri="{FF2B5EF4-FFF2-40B4-BE49-F238E27FC236}">
                    <a16:creationId xmlns:a16="http://schemas.microsoft.com/office/drawing/2014/main" id="{7460E574-E667-4767-AA93-FC611DA5A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023"/>
                <a:ext cx="52" cy="73"/>
              </a:xfrm>
              <a:custGeom>
                <a:avLst/>
                <a:gdLst>
                  <a:gd name="T0" fmla="*/ 41 w 51"/>
                  <a:gd name="T1" fmla="*/ 82 h 71"/>
                  <a:gd name="T2" fmla="*/ 52 w 51"/>
                  <a:gd name="T3" fmla="*/ 36 h 71"/>
                  <a:gd name="T4" fmla="*/ 42 w 51"/>
                  <a:gd name="T5" fmla="*/ 12 h 71"/>
                  <a:gd name="T6" fmla="*/ 17 w 51"/>
                  <a:gd name="T7" fmla="*/ 1 h 71"/>
                  <a:gd name="T8" fmla="*/ 1 w 51"/>
                  <a:gd name="T9" fmla="*/ 14 h 71"/>
                  <a:gd name="T10" fmla="*/ 4 w 51"/>
                  <a:gd name="T11" fmla="*/ 33 h 71"/>
                  <a:gd name="T12" fmla="*/ 15 w 51"/>
                  <a:gd name="T13" fmla="*/ 44 h 71"/>
                  <a:gd name="T14" fmla="*/ 21 w 51"/>
                  <a:gd name="T15" fmla="*/ 76 h 71"/>
                  <a:gd name="T16" fmla="*/ 41 w 51"/>
                  <a:gd name="T17" fmla="*/ 81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71">
                    <a:moveTo>
                      <a:pt x="35" y="70"/>
                    </a:moveTo>
                    <a:cubicBezTo>
                      <a:pt x="51" y="64"/>
                      <a:pt x="50" y="43"/>
                      <a:pt x="46" y="30"/>
                    </a:cubicBezTo>
                    <a:cubicBezTo>
                      <a:pt x="44" y="23"/>
                      <a:pt x="41" y="17"/>
                      <a:pt x="36" y="12"/>
                    </a:cubicBezTo>
                    <a:cubicBezTo>
                      <a:pt x="31" y="7"/>
                      <a:pt x="25" y="0"/>
                      <a:pt x="17" y="1"/>
                    </a:cubicBezTo>
                    <a:cubicBezTo>
                      <a:pt x="9" y="2"/>
                      <a:pt x="0" y="5"/>
                      <a:pt x="1" y="14"/>
                    </a:cubicBezTo>
                    <a:cubicBezTo>
                      <a:pt x="1" y="18"/>
                      <a:pt x="1" y="23"/>
                      <a:pt x="4" y="27"/>
                    </a:cubicBezTo>
                    <a:cubicBezTo>
                      <a:pt x="6" y="32"/>
                      <a:pt x="11" y="34"/>
                      <a:pt x="15" y="38"/>
                    </a:cubicBezTo>
                    <a:cubicBezTo>
                      <a:pt x="22" y="44"/>
                      <a:pt x="17" y="56"/>
                      <a:pt x="21" y="64"/>
                    </a:cubicBezTo>
                    <a:cubicBezTo>
                      <a:pt x="24" y="68"/>
                      <a:pt x="30" y="71"/>
                      <a:pt x="35" y="69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5" name="Freeform 496">
                <a:extLst>
                  <a:ext uri="{FF2B5EF4-FFF2-40B4-BE49-F238E27FC236}">
                    <a16:creationId xmlns:a16="http://schemas.microsoft.com/office/drawing/2014/main" id="{F217A30F-8EB1-439F-AA28-2B50FEAD6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070"/>
                <a:ext cx="36" cy="30"/>
              </a:xfrm>
              <a:custGeom>
                <a:avLst/>
                <a:gdLst>
                  <a:gd name="T0" fmla="*/ 40 w 35"/>
                  <a:gd name="T1" fmla="*/ 34 h 29"/>
                  <a:gd name="T2" fmla="*/ 0 w 35"/>
                  <a:gd name="T3" fmla="*/ 0 h 29"/>
                  <a:gd name="T4" fmla="*/ 16 w 35"/>
                  <a:gd name="T5" fmla="*/ 25 h 29"/>
                  <a:gd name="T6" fmla="*/ 31 w 35"/>
                  <a:gd name="T7" fmla="*/ 31 h 29"/>
                  <a:gd name="T8" fmla="*/ 41 w 35"/>
                  <a:gd name="T9" fmla="*/ 34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9">
                    <a:moveTo>
                      <a:pt x="34" y="28"/>
                    </a:moveTo>
                    <a:cubicBezTo>
                      <a:pt x="18" y="29"/>
                      <a:pt x="5" y="14"/>
                      <a:pt x="0" y="0"/>
                    </a:cubicBezTo>
                    <a:cubicBezTo>
                      <a:pt x="5" y="6"/>
                      <a:pt x="9" y="15"/>
                      <a:pt x="16" y="19"/>
                    </a:cubicBezTo>
                    <a:cubicBezTo>
                      <a:pt x="19" y="21"/>
                      <a:pt x="22" y="23"/>
                      <a:pt x="25" y="25"/>
                    </a:cubicBezTo>
                    <a:cubicBezTo>
                      <a:pt x="28" y="26"/>
                      <a:pt x="33" y="27"/>
                      <a:pt x="3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6" name="Freeform 497">
                <a:extLst>
                  <a:ext uri="{FF2B5EF4-FFF2-40B4-BE49-F238E27FC236}">
                    <a16:creationId xmlns:a16="http://schemas.microsoft.com/office/drawing/2014/main" id="{9DC86495-63B4-48FF-BEC9-77A134664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988"/>
                <a:ext cx="119" cy="143"/>
              </a:xfrm>
              <a:custGeom>
                <a:avLst/>
                <a:gdLst>
                  <a:gd name="T0" fmla="*/ 14 w 116"/>
                  <a:gd name="T1" fmla="*/ 101 h 140"/>
                  <a:gd name="T2" fmla="*/ 38 w 116"/>
                  <a:gd name="T3" fmla="*/ 10 h 140"/>
                  <a:gd name="T4" fmla="*/ 119 w 116"/>
                  <a:gd name="T5" fmla="*/ 57 h 140"/>
                  <a:gd name="T6" fmla="*/ 96 w 116"/>
                  <a:gd name="T7" fmla="*/ 148 h 140"/>
                  <a:gd name="T8" fmla="*/ 14 w 116"/>
                  <a:gd name="T9" fmla="*/ 101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0">
                    <a:moveTo>
                      <a:pt x="14" y="89"/>
                    </a:moveTo>
                    <a:cubicBezTo>
                      <a:pt x="0" y="56"/>
                      <a:pt x="8" y="21"/>
                      <a:pt x="32" y="10"/>
                    </a:cubicBezTo>
                    <a:cubicBezTo>
                      <a:pt x="56" y="0"/>
                      <a:pt x="87" y="18"/>
                      <a:pt x="101" y="51"/>
                    </a:cubicBezTo>
                    <a:cubicBezTo>
                      <a:pt x="116" y="84"/>
                      <a:pt x="108" y="120"/>
                      <a:pt x="84" y="130"/>
                    </a:cubicBezTo>
                    <a:cubicBezTo>
                      <a:pt x="60" y="140"/>
                      <a:pt x="29" y="122"/>
                      <a:pt x="14" y="8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7" name="Freeform 498">
                <a:extLst>
                  <a:ext uri="{FF2B5EF4-FFF2-40B4-BE49-F238E27FC236}">
                    <a16:creationId xmlns:a16="http://schemas.microsoft.com/office/drawing/2014/main" id="{3CE08D83-77F0-4DFB-915D-4615BCDE3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013"/>
                <a:ext cx="77" cy="94"/>
              </a:xfrm>
              <a:custGeom>
                <a:avLst/>
                <a:gdLst>
                  <a:gd name="T0" fmla="*/ 9 w 76"/>
                  <a:gd name="T1" fmla="*/ 64 h 92"/>
                  <a:gd name="T2" fmla="*/ 21 w 76"/>
                  <a:gd name="T3" fmla="*/ 7 h 92"/>
                  <a:gd name="T4" fmla="*/ 72 w 76"/>
                  <a:gd name="T5" fmla="*/ 40 h 92"/>
                  <a:gd name="T6" fmla="*/ 61 w 76"/>
                  <a:gd name="T7" fmla="*/ 97 h 92"/>
                  <a:gd name="T8" fmla="*/ 9 w 76"/>
                  <a:gd name="T9" fmla="*/ 64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9" y="58"/>
                    </a:moveTo>
                    <a:cubicBezTo>
                      <a:pt x="0" y="37"/>
                      <a:pt x="5" y="14"/>
                      <a:pt x="21" y="7"/>
                    </a:cubicBezTo>
                    <a:cubicBezTo>
                      <a:pt x="36" y="0"/>
                      <a:pt x="57" y="12"/>
                      <a:pt x="66" y="34"/>
                    </a:cubicBezTo>
                    <a:cubicBezTo>
                      <a:pt x="76" y="55"/>
                      <a:pt x="71" y="79"/>
                      <a:pt x="55" y="85"/>
                    </a:cubicBezTo>
                    <a:cubicBezTo>
                      <a:pt x="39" y="92"/>
                      <a:pt x="19" y="80"/>
                      <a:pt x="9" y="5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8" name="Freeform 499">
                <a:extLst>
                  <a:ext uri="{FF2B5EF4-FFF2-40B4-BE49-F238E27FC236}">
                    <a16:creationId xmlns:a16="http://schemas.microsoft.com/office/drawing/2014/main" id="{CD62AC80-DE4E-4F3D-863C-E986FAA57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1873"/>
                <a:ext cx="92" cy="112"/>
              </a:xfrm>
              <a:custGeom>
                <a:avLst/>
                <a:gdLst>
                  <a:gd name="T0" fmla="*/ 91 w 90"/>
                  <a:gd name="T1" fmla="*/ 76 h 110"/>
                  <a:gd name="T2" fmla="*/ 74 w 90"/>
                  <a:gd name="T3" fmla="*/ 8 h 110"/>
                  <a:gd name="T4" fmla="*/ 11 w 90"/>
                  <a:gd name="T5" fmla="*/ 46 h 110"/>
                  <a:gd name="T6" fmla="*/ 31 w 90"/>
                  <a:gd name="T7" fmla="*/ 114 h 110"/>
                  <a:gd name="T8" fmla="*/ 91 w 90"/>
                  <a:gd name="T9" fmla="*/ 76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10">
                    <a:moveTo>
                      <a:pt x="79" y="70"/>
                    </a:moveTo>
                    <a:cubicBezTo>
                      <a:pt x="90" y="44"/>
                      <a:pt x="84" y="16"/>
                      <a:pt x="65" y="8"/>
                    </a:cubicBezTo>
                    <a:cubicBezTo>
                      <a:pt x="46" y="0"/>
                      <a:pt x="22" y="14"/>
                      <a:pt x="11" y="40"/>
                    </a:cubicBezTo>
                    <a:cubicBezTo>
                      <a:pt x="0" y="66"/>
                      <a:pt x="6" y="93"/>
                      <a:pt x="25" y="102"/>
                    </a:cubicBezTo>
                    <a:cubicBezTo>
                      <a:pt x="43" y="110"/>
                      <a:pt x="68" y="95"/>
                      <a:pt x="79" y="70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39" name="Freeform 500">
                <a:extLst>
                  <a:ext uri="{FF2B5EF4-FFF2-40B4-BE49-F238E27FC236}">
                    <a16:creationId xmlns:a16="http://schemas.microsoft.com/office/drawing/2014/main" id="{5367189B-8B6B-41F9-AD12-7F6B9FA6C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892"/>
                <a:ext cx="61" cy="74"/>
              </a:xfrm>
              <a:custGeom>
                <a:avLst/>
                <a:gdLst>
                  <a:gd name="T0" fmla="*/ 58 w 60"/>
                  <a:gd name="T1" fmla="*/ 52 h 72"/>
                  <a:gd name="T2" fmla="*/ 49 w 60"/>
                  <a:gd name="T3" fmla="*/ 5 h 72"/>
                  <a:gd name="T4" fmla="*/ 8 w 60"/>
                  <a:gd name="T5" fmla="*/ 32 h 72"/>
                  <a:gd name="T6" fmla="*/ 17 w 60"/>
                  <a:gd name="T7" fmla="*/ 79 h 72"/>
                  <a:gd name="T8" fmla="*/ 58 w 60"/>
                  <a:gd name="T9" fmla="*/ 52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72">
                    <a:moveTo>
                      <a:pt x="52" y="46"/>
                    </a:moveTo>
                    <a:cubicBezTo>
                      <a:pt x="60" y="29"/>
                      <a:pt x="56" y="11"/>
                      <a:pt x="43" y="5"/>
                    </a:cubicBezTo>
                    <a:cubicBezTo>
                      <a:pt x="31" y="0"/>
                      <a:pt x="15" y="9"/>
                      <a:pt x="8" y="26"/>
                    </a:cubicBezTo>
                    <a:cubicBezTo>
                      <a:pt x="0" y="43"/>
                      <a:pt x="4" y="61"/>
                      <a:pt x="17" y="67"/>
                    </a:cubicBezTo>
                    <a:cubicBezTo>
                      <a:pt x="29" y="72"/>
                      <a:pt x="45" y="62"/>
                      <a:pt x="52" y="46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0" name="Freeform 501">
                <a:extLst>
                  <a:ext uri="{FF2B5EF4-FFF2-40B4-BE49-F238E27FC236}">
                    <a16:creationId xmlns:a16="http://schemas.microsoft.com/office/drawing/2014/main" id="{E1C142AD-0835-4387-89D1-2BD31FC53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885"/>
                <a:ext cx="55" cy="79"/>
              </a:xfrm>
              <a:custGeom>
                <a:avLst/>
                <a:gdLst>
                  <a:gd name="T0" fmla="*/ 13 w 53"/>
                  <a:gd name="T1" fmla="*/ 89 h 77"/>
                  <a:gd name="T2" fmla="*/ 11 w 53"/>
                  <a:gd name="T3" fmla="*/ 35 h 77"/>
                  <a:gd name="T4" fmla="*/ 65 w 53"/>
                  <a:gd name="T5" fmla="*/ 0 h 77"/>
                  <a:gd name="T6" fmla="*/ 22 w 53"/>
                  <a:gd name="T7" fmla="*/ 36 h 77"/>
                  <a:gd name="T8" fmla="*/ 13 w 53"/>
                  <a:gd name="T9" fmla="*/ 8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77">
                    <a:moveTo>
                      <a:pt x="13" y="77"/>
                    </a:moveTo>
                    <a:cubicBezTo>
                      <a:pt x="13" y="77"/>
                      <a:pt x="0" y="54"/>
                      <a:pt x="11" y="29"/>
                    </a:cubicBezTo>
                    <a:cubicBezTo>
                      <a:pt x="22" y="4"/>
                      <a:pt x="53" y="0"/>
                      <a:pt x="53" y="0"/>
                    </a:cubicBezTo>
                    <a:cubicBezTo>
                      <a:pt x="53" y="0"/>
                      <a:pt x="26" y="9"/>
                      <a:pt x="16" y="30"/>
                    </a:cubicBezTo>
                    <a:cubicBezTo>
                      <a:pt x="7" y="52"/>
                      <a:pt x="13" y="77"/>
                      <a:pt x="13" y="77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1" name="Freeform 502">
                <a:extLst>
                  <a:ext uri="{FF2B5EF4-FFF2-40B4-BE49-F238E27FC236}">
                    <a16:creationId xmlns:a16="http://schemas.microsoft.com/office/drawing/2014/main" id="{90F35299-FD10-49DE-8F22-06CF67848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893"/>
                <a:ext cx="30" cy="51"/>
              </a:xfrm>
              <a:custGeom>
                <a:avLst/>
                <a:gdLst>
                  <a:gd name="T0" fmla="*/ 4 w 29"/>
                  <a:gd name="T1" fmla="*/ 56 h 50"/>
                  <a:gd name="T2" fmla="*/ 35 w 29"/>
                  <a:gd name="T3" fmla="*/ 0 h 50"/>
                  <a:gd name="T4" fmla="*/ 4 w 29"/>
                  <a:gd name="T5" fmla="*/ 56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0">
                    <a:moveTo>
                      <a:pt x="4" y="50"/>
                    </a:moveTo>
                    <a:cubicBezTo>
                      <a:pt x="4" y="50"/>
                      <a:pt x="0" y="15"/>
                      <a:pt x="29" y="0"/>
                    </a:cubicBezTo>
                    <a:cubicBezTo>
                      <a:pt x="29" y="0"/>
                      <a:pt x="6" y="13"/>
                      <a:pt x="4" y="50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2" name="Freeform 503">
                <a:extLst>
                  <a:ext uri="{FF2B5EF4-FFF2-40B4-BE49-F238E27FC236}">
                    <a16:creationId xmlns:a16="http://schemas.microsoft.com/office/drawing/2014/main" id="{EDA248E1-0D60-4EA2-935B-0612DC7D3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895"/>
                <a:ext cx="57" cy="79"/>
              </a:xfrm>
              <a:custGeom>
                <a:avLst/>
                <a:gdLst>
                  <a:gd name="T0" fmla="*/ 0 w 56"/>
                  <a:gd name="T1" fmla="*/ 79 h 77"/>
                  <a:gd name="T2" fmla="*/ 44 w 56"/>
                  <a:gd name="T3" fmla="*/ 49 h 77"/>
                  <a:gd name="T4" fmla="*/ 35 w 56"/>
                  <a:gd name="T5" fmla="*/ 0 h 77"/>
                  <a:gd name="T6" fmla="*/ 47 w 56"/>
                  <a:gd name="T7" fmla="*/ 50 h 77"/>
                  <a:gd name="T8" fmla="*/ 0 w 56"/>
                  <a:gd name="T9" fmla="*/ 7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7">
                    <a:moveTo>
                      <a:pt x="0" y="67"/>
                    </a:moveTo>
                    <a:cubicBezTo>
                      <a:pt x="0" y="67"/>
                      <a:pt x="25" y="73"/>
                      <a:pt x="38" y="43"/>
                    </a:cubicBezTo>
                    <a:cubicBezTo>
                      <a:pt x="51" y="13"/>
                      <a:pt x="29" y="0"/>
                      <a:pt x="29" y="0"/>
                    </a:cubicBezTo>
                    <a:cubicBezTo>
                      <a:pt x="29" y="0"/>
                      <a:pt x="56" y="10"/>
                      <a:pt x="41" y="44"/>
                    </a:cubicBezTo>
                    <a:cubicBezTo>
                      <a:pt x="26" y="77"/>
                      <a:pt x="0" y="67"/>
                      <a:pt x="0" y="67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3" name="Freeform 504">
                <a:extLst>
                  <a:ext uri="{FF2B5EF4-FFF2-40B4-BE49-F238E27FC236}">
                    <a16:creationId xmlns:a16="http://schemas.microsoft.com/office/drawing/2014/main" id="{CD23B7DA-816E-411B-994E-B44378083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899"/>
                <a:ext cx="40" cy="57"/>
              </a:xfrm>
              <a:custGeom>
                <a:avLst/>
                <a:gdLst>
                  <a:gd name="T0" fmla="*/ 13 w 39"/>
                  <a:gd name="T1" fmla="*/ 61 h 56"/>
                  <a:gd name="T2" fmla="*/ 4 w 39"/>
                  <a:gd name="T3" fmla="*/ 24 h 56"/>
                  <a:gd name="T4" fmla="*/ 12 w 39"/>
                  <a:gd name="T5" fmla="*/ 10 h 56"/>
                  <a:gd name="T6" fmla="*/ 33 w 39"/>
                  <a:gd name="T7" fmla="*/ 1 h 56"/>
                  <a:gd name="T8" fmla="*/ 45 w 39"/>
                  <a:gd name="T9" fmla="*/ 11 h 56"/>
                  <a:gd name="T10" fmla="*/ 43 w 39"/>
                  <a:gd name="T11" fmla="*/ 22 h 56"/>
                  <a:gd name="T12" fmla="*/ 34 w 39"/>
                  <a:gd name="T13" fmla="*/ 36 h 56"/>
                  <a:gd name="T14" fmla="*/ 29 w 39"/>
                  <a:gd name="T15" fmla="*/ 56 h 56"/>
                  <a:gd name="T16" fmla="*/ 12 w 39"/>
                  <a:gd name="T17" fmla="*/ 61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56">
                    <a:moveTo>
                      <a:pt x="13" y="55"/>
                    </a:moveTo>
                    <a:cubicBezTo>
                      <a:pt x="0" y="51"/>
                      <a:pt x="1" y="34"/>
                      <a:pt x="4" y="24"/>
                    </a:cubicBezTo>
                    <a:cubicBezTo>
                      <a:pt x="5" y="19"/>
                      <a:pt x="8" y="14"/>
                      <a:pt x="12" y="10"/>
                    </a:cubicBezTo>
                    <a:cubicBezTo>
                      <a:pt x="16" y="6"/>
                      <a:pt x="21" y="0"/>
                      <a:pt x="27" y="1"/>
                    </a:cubicBezTo>
                    <a:cubicBezTo>
                      <a:pt x="33" y="2"/>
                      <a:pt x="39" y="4"/>
                      <a:pt x="39" y="11"/>
                    </a:cubicBezTo>
                    <a:cubicBezTo>
                      <a:pt x="39" y="15"/>
                      <a:pt x="39" y="19"/>
                      <a:pt x="37" y="22"/>
                    </a:cubicBezTo>
                    <a:cubicBezTo>
                      <a:pt x="35" y="26"/>
                      <a:pt x="31" y="27"/>
                      <a:pt x="28" y="30"/>
                    </a:cubicBezTo>
                    <a:cubicBezTo>
                      <a:pt x="23" y="35"/>
                      <a:pt x="27" y="44"/>
                      <a:pt x="23" y="50"/>
                    </a:cubicBezTo>
                    <a:cubicBezTo>
                      <a:pt x="21" y="54"/>
                      <a:pt x="16" y="56"/>
                      <a:pt x="12" y="55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4" name="Freeform 505">
                <a:extLst>
                  <a:ext uri="{FF2B5EF4-FFF2-40B4-BE49-F238E27FC236}">
                    <a16:creationId xmlns:a16="http://schemas.microsoft.com/office/drawing/2014/main" id="{2CE58A6C-2078-4DD7-A946-387C0221D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936"/>
                <a:ext cx="28" cy="24"/>
              </a:xfrm>
              <a:custGeom>
                <a:avLst/>
                <a:gdLst>
                  <a:gd name="T0" fmla="*/ 0 w 27"/>
                  <a:gd name="T1" fmla="*/ 29 h 23"/>
                  <a:gd name="T2" fmla="*/ 33 w 27"/>
                  <a:gd name="T3" fmla="*/ 0 h 23"/>
                  <a:gd name="T4" fmla="*/ 21 w 27"/>
                  <a:gd name="T5" fmla="*/ 21 h 23"/>
                  <a:gd name="T6" fmla="*/ 8 w 27"/>
                  <a:gd name="T7" fmla="*/ 26 h 23"/>
                  <a:gd name="T8" fmla="*/ 0 w 27"/>
                  <a:gd name="T9" fmla="*/ 2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0" y="23"/>
                    </a:moveTo>
                    <a:cubicBezTo>
                      <a:pt x="13" y="23"/>
                      <a:pt x="23" y="12"/>
                      <a:pt x="27" y="0"/>
                    </a:cubicBezTo>
                    <a:cubicBezTo>
                      <a:pt x="24" y="5"/>
                      <a:pt x="20" y="12"/>
                      <a:pt x="15" y="15"/>
                    </a:cubicBezTo>
                    <a:cubicBezTo>
                      <a:pt x="13" y="17"/>
                      <a:pt x="10" y="19"/>
                      <a:pt x="8" y="20"/>
                    </a:cubicBezTo>
                    <a:cubicBezTo>
                      <a:pt x="5" y="21"/>
                      <a:pt x="2" y="21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5" name="Freeform 506">
                <a:extLst>
                  <a:ext uri="{FF2B5EF4-FFF2-40B4-BE49-F238E27FC236}">
                    <a16:creationId xmlns:a16="http://schemas.microsoft.com/office/drawing/2014/main" id="{F79F9F9D-57D3-47CD-A4D8-781301408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1873"/>
                <a:ext cx="92" cy="112"/>
              </a:xfrm>
              <a:custGeom>
                <a:avLst/>
                <a:gdLst>
                  <a:gd name="T0" fmla="*/ 91 w 90"/>
                  <a:gd name="T1" fmla="*/ 76 h 110"/>
                  <a:gd name="T2" fmla="*/ 76 w 90"/>
                  <a:gd name="T3" fmla="*/ 8 h 110"/>
                  <a:gd name="T4" fmla="*/ 11 w 90"/>
                  <a:gd name="T5" fmla="*/ 46 h 110"/>
                  <a:gd name="T6" fmla="*/ 31 w 90"/>
                  <a:gd name="T7" fmla="*/ 114 h 110"/>
                  <a:gd name="T8" fmla="*/ 91 w 90"/>
                  <a:gd name="T9" fmla="*/ 76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10">
                    <a:moveTo>
                      <a:pt x="79" y="70"/>
                    </a:moveTo>
                    <a:cubicBezTo>
                      <a:pt x="90" y="44"/>
                      <a:pt x="84" y="16"/>
                      <a:pt x="66" y="8"/>
                    </a:cubicBezTo>
                    <a:cubicBezTo>
                      <a:pt x="47" y="0"/>
                      <a:pt x="22" y="14"/>
                      <a:pt x="11" y="40"/>
                    </a:cubicBezTo>
                    <a:cubicBezTo>
                      <a:pt x="0" y="66"/>
                      <a:pt x="6" y="93"/>
                      <a:pt x="25" y="102"/>
                    </a:cubicBezTo>
                    <a:cubicBezTo>
                      <a:pt x="44" y="110"/>
                      <a:pt x="68" y="95"/>
                      <a:pt x="79" y="7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6" name="Freeform 507">
                <a:extLst>
                  <a:ext uri="{FF2B5EF4-FFF2-40B4-BE49-F238E27FC236}">
                    <a16:creationId xmlns:a16="http://schemas.microsoft.com/office/drawing/2014/main" id="{2CF1BADB-91FF-45BA-82F8-3666A0CF7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892"/>
                <a:ext cx="60" cy="74"/>
              </a:xfrm>
              <a:custGeom>
                <a:avLst/>
                <a:gdLst>
                  <a:gd name="T0" fmla="*/ 57 w 59"/>
                  <a:gd name="T1" fmla="*/ 52 h 72"/>
                  <a:gd name="T2" fmla="*/ 49 w 59"/>
                  <a:gd name="T3" fmla="*/ 5 h 72"/>
                  <a:gd name="T4" fmla="*/ 7 w 59"/>
                  <a:gd name="T5" fmla="*/ 32 h 72"/>
                  <a:gd name="T6" fmla="*/ 16 w 59"/>
                  <a:gd name="T7" fmla="*/ 79 h 72"/>
                  <a:gd name="T8" fmla="*/ 57 w 59"/>
                  <a:gd name="T9" fmla="*/ 52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2">
                    <a:moveTo>
                      <a:pt x="51" y="46"/>
                    </a:moveTo>
                    <a:cubicBezTo>
                      <a:pt x="59" y="29"/>
                      <a:pt x="55" y="11"/>
                      <a:pt x="43" y="5"/>
                    </a:cubicBezTo>
                    <a:cubicBezTo>
                      <a:pt x="30" y="0"/>
                      <a:pt x="14" y="9"/>
                      <a:pt x="7" y="26"/>
                    </a:cubicBezTo>
                    <a:cubicBezTo>
                      <a:pt x="0" y="43"/>
                      <a:pt x="4" y="61"/>
                      <a:pt x="16" y="67"/>
                    </a:cubicBezTo>
                    <a:cubicBezTo>
                      <a:pt x="28" y="72"/>
                      <a:pt x="44" y="62"/>
                      <a:pt x="51" y="4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7" name="Freeform 508">
                <a:extLst>
                  <a:ext uri="{FF2B5EF4-FFF2-40B4-BE49-F238E27FC236}">
                    <a16:creationId xmlns:a16="http://schemas.microsoft.com/office/drawing/2014/main" id="{CA09A88D-0DDE-4B2F-80B6-FEBDAA75B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795"/>
                <a:ext cx="102" cy="125"/>
              </a:xfrm>
              <a:custGeom>
                <a:avLst/>
                <a:gdLst>
                  <a:gd name="T0" fmla="*/ 100 w 100"/>
                  <a:gd name="T1" fmla="*/ 89 h 122"/>
                  <a:gd name="T2" fmla="*/ 81 w 100"/>
                  <a:gd name="T3" fmla="*/ 9 h 122"/>
                  <a:gd name="T4" fmla="*/ 12 w 100"/>
                  <a:gd name="T5" fmla="*/ 51 h 122"/>
                  <a:gd name="T6" fmla="*/ 33 w 100"/>
                  <a:gd name="T7" fmla="*/ 131 h 122"/>
                  <a:gd name="T8" fmla="*/ 100 w 100"/>
                  <a:gd name="T9" fmla="*/ 8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88" y="77"/>
                    </a:moveTo>
                    <a:cubicBezTo>
                      <a:pt x="100" y="49"/>
                      <a:pt x="93" y="18"/>
                      <a:pt x="72" y="9"/>
                    </a:cubicBezTo>
                    <a:cubicBezTo>
                      <a:pt x="52" y="0"/>
                      <a:pt x="25" y="16"/>
                      <a:pt x="12" y="45"/>
                    </a:cubicBezTo>
                    <a:cubicBezTo>
                      <a:pt x="0" y="73"/>
                      <a:pt x="7" y="104"/>
                      <a:pt x="27" y="113"/>
                    </a:cubicBezTo>
                    <a:cubicBezTo>
                      <a:pt x="48" y="122"/>
                      <a:pt x="75" y="106"/>
                      <a:pt x="88" y="77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8" name="Freeform 509">
                <a:extLst>
                  <a:ext uri="{FF2B5EF4-FFF2-40B4-BE49-F238E27FC236}">
                    <a16:creationId xmlns:a16="http://schemas.microsoft.com/office/drawing/2014/main" id="{36FCBFE9-131E-4E4E-84F9-777DBCE2A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816"/>
                <a:ext cx="67" cy="82"/>
              </a:xfrm>
              <a:custGeom>
                <a:avLst/>
                <a:gdLst>
                  <a:gd name="T0" fmla="*/ 64 w 66"/>
                  <a:gd name="T1" fmla="*/ 57 h 80"/>
                  <a:gd name="T2" fmla="*/ 54 w 66"/>
                  <a:gd name="T3" fmla="*/ 6 h 80"/>
                  <a:gd name="T4" fmla="*/ 8 w 66"/>
                  <a:gd name="T5" fmla="*/ 35 h 80"/>
                  <a:gd name="T6" fmla="*/ 18 w 66"/>
                  <a:gd name="T7" fmla="*/ 86 h 80"/>
                  <a:gd name="T8" fmla="*/ 64 w 66"/>
                  <a:gd name="T9" fmla="*/ 57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0">
                    <a:moveTo>
                      <a:pt x="58" y="51"/>
                    </a:moveTo>
                    <a:cubicBezTo>
                      <a:pt x="66" y="32"/>
                      <a:pt x="61" y="12"/>
                      <a:pt x="48" y="6"/>
                    </a:cubicBezTo>
                    <a:cubicBezTo>
                      <a:pt x="34" y="0"/>
                      <a:pt x="16" y="11"/>
                      <a:pt x="8" y="29"/>
                    </a:cubicBezTo>
                    <a:cubicBezTo>
                      <a:pt x="0" y="48"/>
                      <a:pt x="5" y="68"/>
                      <a:pt x="18" y="74"/>
                    </a:cubicBezTo>
                    <a:cubicBezTo>
                      <a:pt x="32" y="80"/>
                      <a:pt x="49" y="70"/>
                      <a:pt x="58" y="51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49" name="Freeform 510">
                <a:extLst>
                  <a:ext uri="{FF2B5EF4-FFF2-40B4-BE49-F238E27FC236}">
                    <a16:creationId xmlns:a16="http://schemas.microsoft.com/office/drawing/2014/main" id="{D4F7FA36-5BD0-4E2C-BEE6-337A412B9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808"/>
                <a:ext cx="60" cy="88"/>
              </a:xfrm>
              <a:custGeom>
                <a:avLst/>
                <a:gdLst>
                  <a:gd name="T0" fmla="*/ 14 w 58"/>
                  <a:gd name="T1" fmla="*/ 98 h 86"/>
                  <a:gd name="T2" fmla="*/ 12 w 58"/>
                  <a:gd name="T3" fmla="*/ 38 h 86"/>
                  <a:gd name="T4" fmla="*/ 70 w 58"/>
                  <a:gd name="T5" fmla="*/ 0 h 86"/>
                  <a:gd name="T6" fmla="*/ 23 w 58"/>
                  <a:gd name="T7" fmla="*/ 40 h 86"/>
                  <a:gd name="T8" fmla="*/ 14 w 58"/>
                  <a:gd name="T9" fmla="*/ 9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6">
                    <a:moveTo>
                      <a:pt x="14" y="86"/>
                    </a:moveTo>
                    <a:cubicBezTo>
                      <a:pt x="14" y="86"/>
                      <a:pt x="0" y="60"/>
                      <a:pt x="12" y="32"/>
                    </a:cubicBezTo>
                    <a:cubicBezTo>
                      <a:pt x="24" y="4"/>
                      <a:pt x="58" y="0"/>
                      <a:pt x="58" y="0"/>
                    </a:cubicBezTo>
                    <a:cubicBezTo>
                      <a:pt x="58" y="0"/>
                      <a:pt x="28" y="10"/>
                      <a:pt x="17" y="34"/>
                    </a:cubicBezTo>
                    <a:cubicBezTo>
                      <a:pt x="7" y="58"/>
                      <a:pt x="14" y="86"/>
                      <a:pt x="14" y="86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50" name="Freeform 511">
                <a:extLst>
                  <a:ext uri="{FF2B5EF4-FFF2-40B4-BE49-F238E27FC236}">
                    <a16:creationId xmlns:a16="http://schemas.microsoft.com/office/drawing/2014/main" id="{9105FE66-214B-4E0B-AE85-AAA02DCA6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817"/>
                <a:ext cx="33" cy="58"/>
              </a:xfrm>
              <a:custGeom>
                <a:avLst/>
                <a:gdLst>
                  <a:gd name="T0" fmla="*/ 5 w 32"/>
                  <a:gd name="T1" fmla="*/ 68 h 56"/>
                  <a:gd name="T2" fmla="*/ 38 w 32"/>
                  <a:gd name="T3" fmla="*/ 0 h 56"/>
                  <a:gd name="T4" fmla="*/ 5 w 32"/>
                  <a:gd name="T5" fmla="*/ 6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56">
                    <a:moveTo>
                      <a:pt x="5" y="56"/>
                    </a:moveTo>
                    <a:cubicBezTo>
                      <a:pt x="5" y="56"/>
                      <a:pt x="0" y="17"/>
                      <a:pt x="32" y="0"/>
                    </a:cubicBezTo>
                    <a:cubicBezTo>
                      <a:pt x="32" y="0"/>
                      <a:pt x="6" y="15"/>
                      <a:pt x="5" y="56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51" name="Freeform 512">
                <a:extLst>
                  <a:ext uri="{FF2B5EF4-FFF2-40B4-BE49-F238E27FC236}">
                    <a16:creationId xmlns:a16="http://schemas.microsoft.com/office/drawing/2014/main" id="{417BFF1E-1636-4381-806C-FA3D97F34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820"/>
                <a:ext cx="62" cy="87"/>
              </a:xfrm>
              <a:custGeom>
                <a:avLst/>
                <a:gdLst>
                  <a:gd name="T0" fmla="*/ 0 w 61"/>
                  <a:gd name="T1" fmla="*/ 86 h 85"/>
                  <a:gd name="T2" fmla="*/ 48 w 61"/>
                  <a:gd name="T3" fmla="*/ 53 h 85"/>
                  <a:gd name="T4" fmla="*/ 38 w 61"/>
                  <a:gd name="T5" fmla="*/ 0 h 85"/>
                  <a:gd name="T6" fmla="*/ 51 w 61"/>
                  <a:gd name="T7" fmla="*/ 54 h 85"/>
                  <a:gd name="T8" fmla="*/ 0 w 61"/>
                  <a:gd name="T9" fmla="*/ 86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85">
                    <a:moveTo>
                      <a:pt x="0" y="74"/>
                    </a:moveTo>
                    <a:cubicBezTo>
                      <a:pt x="0" y="74"/>
                      <a:pt x="27" y="81"/>
                      <a:pt x="42" y="47"/>
                    </a:cubicBezTo>
                    <a:cubicBezTo>
                      <a:pt x="56" y="14"/>
                      <a:pt x="32" y="0"/>
                      <a:pt x="32" y="0"/>
                    </a:cubicBezTo>
                    <a:cubicBezTo>
                      <a:pt x="32" y="0"/>
                      <a:pt x="61" y="11"/>
                      <a:pt x="45" y="48"/>
                    </a:cubicBezTo>
                    <a:cubicBezTo>
                      <a:pt x="29" y="85"/>
                      <a:pt x="0" y="74"/>
                      <a:pt x="0" y="74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52" name="Freeform 513">
                <a:extLst>
                  <a:ext uri="{FF2B5EF4-FFF2-40B4-BE49-F238E27FC236}">
                    <a16:creationId xmlns:a16="http://schemas.microsoft.com/office/drawing/2014/main" id="{5248C8E0-A0FB-4219-931B-99A6D84C8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1826"/>
                <a:ext cx="45" cy="62"/>
              </a:xfrm>
              <a:custGeom>
                <a:avLst/>
                <a:gdLst>
                  <a:gd name="T0" fmla="*/ 14 w 44"/>
                  <a:gd name="T1" fmla="*/ 66 h 61"/>
                  <a:gd name="T2" fmla="*/ 4 w 44"/>
                  <a:gd name="T3" fmla="*/ 26 h 61"/>
                  <a:gd name="T4" fmla="*/ 14 w 44"/>
                  <a:gd name="T5" fmla="*/ 10 h 61"/>
                  <a:gd name="T6" fmla="*/ 36 w 44"/>
                  <a:gd name="T7" fmla="*/ 1 h 61"/>
                  <a:gd name="T8" fmla="*/ 50 w 44"/>
                  <a:gd name="T9" fmla="*/ 12 h 61"/>
                  <a:gd name="T10" fmla="*/ 47 w 44"/>
                  <a:gd name="T11" fmla="*/ 23 h 61"/>
                  <a:gd name="T12" fmla="*/ 37 w 44"/>
                  <a:gd name="T13" fmla="*/ 39 h 61"/>
                  <a:gd name="T14" fmla="*/ 32 w 44"/>
                  <a:gd name="T15" fmla="*/ 61 h 61"/>
                  <a:gd name="T16" fmla="*/ 14 w 44"/>
                  <a:gd name="T17" fmla="*/ 66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61">
                    <a:moveTo>
                      <a:pt x="14" y="60"/>
                    </a:moveTo>
                    <a:cubicBezTo>
                      <a:pt x="0" y="56"/>
                      <a:pt x="1" y="37"/>
                      <a:pt x="4" y="26"/>
                    </a:cubicBezTo>
                    <a:cubicBezTo>
                      <a:pt x="6" y="20"/>
                      <a:pt x="9" y="15"/>
                      <a:pt x="14" y="10"/>
                    </a:cubicBezTo>
                    <a:cubicBezTo>
                      <a:pt x="18" y="6"/>
                      <a:pt x="23" y="0"/>
                      <a:pt x="30" y="1"/>
                    </a:cubicBezTo>
                    <a:cubicBezTo>
                      <a:pt x="36" y="2"/>
                      <a:pt x="44" y="4"/>
                      <a:pt x="44" y="12"/>
                    </a:cubicBezTo>
                    <a:cubicBezTo>
                      <a:pt x="44" y="16"/>
                      <a:pt x="43" y="20"/>
                      <a:pt x="41" y="23"/>
                    </a:cubicBezTo>
                    <a:cubicBezTo>
                      <a:pt x="39" y="28"/>
                      <a:pt x="35" y="29"/>
                      <a:pt x="31" y="33"/>
                    </a:cubicBezTo>
                    <a:cubicBezTo>
                      <a:pt x="25" y="38"/>
                      <a:pt x="30" y="48"/>
                      <a:pt x="26" y="55"/>
                    </a:cubicBezTo>
                    <a:cubicBezTo>
                      <a:pt x="24" y="59"/>
                      <a:pt x="18" y="61"/>
                      <a:pt x="14" y="60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53" name="Freeform 514">
                <a:extLst>
                  <a:ext uri="{FF2B5EF4-FFF2-40B4-BE49-F238E27FC236}">
                    <a16:creationId xmlns:a16="http://schemas.microsoft.com/office/drawing/2014/main" id="{331BBA39-AAC9-41CA-B57D-CBD9F259C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865"/>
                <a:ext cx="31" cy="27"/>
              </a:xfrm>
              <a:custGeom>
                <a:avLst/>
                <a:gdLst>
                  <a:gd name="T0" fmla="*/ 1 w 30"/>
                  <a:gd name="T1" fmla="*/ 31 h 26"/>
                  <a:gd name="T2" fmla="*/ 36 w 30"/>
                  <a:gd name="T3" fmla="*/ 0 h 26"/>
                  <a:gd name="T4" fmla="*/ 23 w 30"/>
                  <a:gd name="T5" fmla="*/ 23 h 26"/>
                  <a:gd name="T6" fmla="*/ 9 w 30"/>
                  <a:gd name="T7" fmla="*/ 28 h 26"/>
                  <a:gd name="T8" fmla="*/ 0 w 30"/>
                  <a:gd name="T9" fmla="*/ 3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1" y="25"/>
                    </a:moveTo>
                    <a:cubicBezTo>
                      <a:pt x="15" y="26"/>
                      <a:pt x="26" y="13"/>
                      <a:pt x="30" y="0"/>
                    </a:cubicBezTo>
                    <a:cubicBezTo>
                      <a:pt x="26" y="6"/>
                      <a:pt x="23" y="13"/>
                      <a:pt x="17" y="17"/>
                    </a:cubicBezTo>
                    <a:cubicBezTo>
                      <a:pt x="14" y="19"/>
                      <a:pt x="11" y="21"/>
                      <a:pt x="9" y="22"/>
                    </a:cubicBezTo>
                    <a:cubicBezTo>
                      <a:pt x="6" y="23"/>
                      <a:pt x="2" y="24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54" name="Freeform 515">
                <a:extLst>
                  <a:ext uri="{FF2B5EF4-FFF2-40B4-BE49-F238E27FC236}">
                    <a16:creationId xmlns:a16="http://schemas.microsoft.com/office/drawing/2014/main" id="{FC85AB88-9AF0-41A2-9AC0-811987077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795"/>
                <a:ext cx="102" cy="125"/>
              </a:xfrm>
              <a:custGeom>
                <a:avLst/>
                <a:gdLst>
                  <a:gd name="T0" fmla="*/ 100 w 100"/>
                  <a:gd name="T1" fmla="*/ 89 h 122"/>
                  <a:gd name="T2" fmla="*/ 83 w 100"/>
                  <a:gd name="T3" fmla="*/ 9 h 122"/>
                  <a:gd name="T4" fmla="*/ 13 w 100"/>
                  <a:gd name="T5" fmla="*/ 51 h 122"/>
                  <a:gd name="T6" fmla="*/ 34 w 100"/>
                  <a:gd name="T7" fmla="*/ 131 h 122"/>
                  <a:gd name="T8" fmla="*/ 100 w 100"/>
                  <a:gd name="T9" fmla="*/ 8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88" y="77"/>
                    </a:moveTo>
                    <a:cubicBezTo>
                      <a:pt x="100" y="49"/>
                      <a:pt x="94" y="18"/>
                      <a:pt x="73" y="9"/>
                    </a:cubicBezTo>
                    <a:cubicBezTo>
                      <a:pt x="52" y="0"/>
                      <a:pt x="25" y="16"/>
                      <a:pt x="13" y="45"/>
                    </a:cubicBezTo>
                    <a:cubicBezTo>
                      <a:pt x="0" y="73"/>
                      <a:pt x="7" y="104"/>
                      <a:pt x="28" y="113"/>
                    </a:cubicBezTo>
                    <a:cubicBezTo>
                      <a:pt x="49" y="122"/>
                      <a:pt x="75" y="106"/>
                      <a:pt x="88" y="77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55" name="Freeform 516">
                <a:extLst>
                  <a:ext uri="{FF2B5EF4-FFF2-40B4-BE49-F238E27FC236}">
                    <a16:creationId xmlns:a16="http://schemas.microsoft.com/office/drawing/2014/main" id="{3E82F875-3869-4911-A8B4-A657A5282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816"/>
                <a:ext cx="67" cy="82"/>
              </a:xfrm>
              <a:custGeom>
                <a:avLst/>
                <a:gdLst>
                  <a:gd name="T0" fmla="*/ 64 w 66"/>
                  <a:gd name="T1" fmla="*/ 57 h 80"/>
                  <a:gd name="T2" fmla="*/ 54 w 66"/>
                  <a:gd name="T3" fmla="*/ 6 h 80"/>
                  <a:gd name="T4" fmla="*/ 9 w 66"/>
                  <a:gd name="T5" fmla="*/ 35 h 80"/>
                  <a:gd name="T6" fmla="*/ 19 w 66"/>
                  <a:gd name="T7" fmla="*/ 86 h 80"/>
                  <a:gd name="T8" fmla="*/ 64 w 66"/>
                  <a:gd name="T9" fmla="*/ 57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0">
                    <a:moveTo>
                      <a:pt x="58" y="51"/>
                    </a:moveTo>
                    <a:cubicBezTo>
                      <a:pt x="66" y="32"/>
                      <a:pt x="62" y="12"/>
                      <a:pt x="48" y="6"/>
                    </a:cubicBezTo>
                    <a:cubicBezTo>
                      <a:pt x="34" y="0"/>
                      <a:pt x="17" y="11"/>
                      <a:pt x="9" y="29"/>
                    </a:cubicBezTo>
                    <a:cubicBezTo>
                      <a:pt x="0" y="48"/>
                      <a:pt x="5" y="68"/>
                      <a:pt x="19" y="74"/>
                    </a:cubicBezTo>
                    <a:cubicBezTo>
                      <a:pt x="32" y="80"/>
                      <a:pt x="50" y="70"/>
                      <a:pt x="58" y="51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56" name="Freeform 517">
                <a:extLst>
                  <a:ext uri="{FF2B5EF4-FFF2-40B4-BE49-F238E27FC236}">
                    <a16:creationId xmlns:a16="http://schemas.microsoft.com/office/drawing/2014/main" id="{7BA62B4D-E9CF-4477-822F-BD5FDE54D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917"/>
                <a:ext cx="102" cy="124"/>
              </a:xfrm>
              <a:custGeom>
                <a:avLst/>
                <a:gdLst>
                  <a:gd name="T0" fmla="*/ 100 w 100"/>
                  <a:gd name="T1" fmla="*/ 83 h 122"/>
                  <a:gd name="T2" fmla="*/ 83 w 100"/>
                  <a:gd name="T3" fmla="*/ 9 h 122"/>
                  <a:gd name="T4" fmla="*/ 13 w 100"/>
                  <a:gd name="T5" fmla="*/ 51 h 122"/>
                  <a:gd name="T6" fmla="*/ 34 w 100"/>
                  <a:gd name="T7" fmla="*/ 125 h 122"/>
                  <a:gd name="T8" fmla="*/ 100 w 100"/>
                  <a:gd name="T9" fmla="*/ 83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88" y="77"/>
                    </a:moveTo>
                    <a:cubicBezTo>
                      <a:pt x="100" y="49"/>
                      <a:pt x="94" y="18"/>
                      <a:pt x="73" y="9"/>
                    </a:cubicBezTo>
                    <a:cubicBezTo>
                      <a:pt x="52" y="0"/>
                      <a:pt x="25" y="16"/>
                      <a:pt x="13" y="45"/>
                    </a:cubicBezTo>
                    <a:cubicBezTo>
                      <a:pt x="0" y="73"/>
                      <a:pt x="7" y="104"/>
                      <a:pt x="28" y="113"/>
                    </a:cubicBezTo>
                    <a:cubicBezTo>
                      <a:pt x="49" y="122"/>
                      <a:pt x="76" y="106"/>
                      <a:pt x="88" y="77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57" name="Freeform 518">
                <a:extLst>
                  <a:ext uri="{FF2B5EF4-FFF2-40B4-BE49-F238E27FC236}">
                    <a16:creationId xmlns:a16="http://schemas.microsoft.com/office/drawing/2014/main" id="{F73522BE-39F9-4CC7-9592-C739EDE57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1938"/>
                <a:ext cx="67" cy="82"/>
              </a:xfrm>
              <a:custGeom>
                <a:avLst/>
                <a:gdLst>
                  <a:gd name="T0" fmla="*/ 69 w 65"/>
                  <a:gd name="T1" fmla="*/ 57 h 80"/>
                  <a:gd name="T2" fmla="*/ 57 w 65"/>
                  <a:gd name="T3" fmla="*/ 6 h 80"/>
                  <a:gd name="T4" fmla="*/ 8 w 65"/>
                  <a:gd name="T5" fmla="*/ 35 h 80"/>
                  <a:gd name="T6" fmla="*/ 24 w 65"/>
                  <a:gd name="T7" fmla="*/ 86 h 80"/>
                  <a:gd name="T8" fmla="*/ 69 w 65"/>
                  <a:gd name="T9" fmla="*/ 57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80">
                    <a:moveTo>
                      <a:pt x="57" y="51"/>
                    </a:moveTo>
                    <a:cubicBezTo>
                      <a:pt x="65" y="32"/>
                      <a:pt x="61" y="12"/>
                      <a:pt x="47" y="6"/>
                    </a:cubicBezTo>
                    <a:cubicBezTo>
                      <a:pt x="33" y="0"/>
                      <a:pt x="16" y="11"/>
                      <a:pt x="8" y="29"/>
                    </a:cubicBezTo>
                    <a:cubicBezTo>
                      <a:pt x="0" y="48"/>
                      <a:pt x="4" y="68"/>
                      <a:pt x="18" y="74"/>
                    </a:cubicBezTo>
                    <a:cubicBezTo>
                      <a:pt x="31" y="80"/>
                      <a:pt x="49" y="70"/>
                      <a:pt x="57" y="51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58" name="Freeform 519">
                <a:extLst>
                  <a:ext uri="{FF2B5EF4-FFF2-40B4-BE49-F238E27FC236}">
                    <a16:creationId xmlns:a16="http://schemas.microsoft.com/office/drawing/2014/main" id="{8026E440-5EB9-4CD2-87C7-98A08406C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930"/>
                <a:ext cx="59" cy="88"/>
              </a:xfrm>
              <a:custGeom>
                <a:avLst/>
                <a:gdLst>
                  <a:gd name="T0" fmla="*/ 14 w 58"/>
                  <a:gd name="T1" fmla="*/ 98 h 86"/>
                  <a:gd name="T2" fmla="*/ 12 w 58"/>
                  <a:gd name="T3" fmla="*/ 38 h 86"/>
                  <a:gd name="T4" fmla="*/ 64 w 58"/>
                  <a:gd name="T5" fmla="*/ 0 h 86"/>
                  <a:gd name="T6" fmla="*/ 18 w 58"/>
                  <a:gd name="T7" fmla="*/ 40 h 86"/>
                  <a:gd name="T8" fmla="*/ 14 w 58"/>
                  <a:gd name="T9" fmla="*/ 9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6">
                    <a:moveTo>
                      <a:pt x="14" y="86"/>
                    </a:moveTo>
                    <a:cubicBezTo>
                      <a:pt x="14" y="86"/>
                      <a:pt x="0" y="60"/>
                      <a:pt x="12" y="32"/>
                    </a:cubicBezTo>
                    <a:cubicBezTo>
                      <a:pt x="25" y="5"/>
                      <a:pt x="58" y="0"/>
                      <a:pt x="58" y="0"/>
                    </a:cubicBezTo>
                    <a:cubicBezTo>
                      <a:pt x="58" y="0"/>
                      <a:pt x="28" y="10"/>
                      <a:pt x="18" y="34"/>
                    </a:cubicBezTo>
                    <a:cubicBezTo>
                      <a:pt x="7" y="59"/>
                      <a:pt x="14" y="86"/>
                      <a:pt x="14" y="86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59" name="Freeform 520">
                <a:extLst>
                  <a:ext uri="{FF2B5EF4-FFF2-40B4-BE49-F238E27FC236}">
                    <a16:creationId xmlns:a16="http://schemas.microsoft.com/office/drawing/2014/main" id="{9E142F7D-ED3C-4CEB-9B59-71ABE03E4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939"/>
                <a:ext cx="33" cy="57"/>
              </a:xfrm>
              <a:custGeom>
                <a:avLst/>
                <a:gdLst>
                  <a:gd name="T0" fmla="*/ 4 w 32"/>
                  <a:gd name="T1" fmla="*/ 62 h 56"/>
                  <a:gd name="T2" fmla="*/ 38 w 32"/>
                  <a:gd name="T3" fmla="*/ 0 h 56"/>
                  <a:gd name="T4" fmla="*/ 4 w 32"/>
                  <a:gd name="T5" fmla="*/ 62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56">
                    <a:moveTo>
                      <a:pt x="4" y="56"/>
                    </a:moveTo>
                    <a:cubicBezTo>
                      <a:pt x="4" y="56"/>
                      <a:pt x="0" y="17"/>
                      <a:pt x="32" y="0"/>
                    </a:cubicBezTo>
                    <a:cubicBezTo>
                      <a:pt x="32" y="0"/>
                      <a:pt x="6" y="15"/>
                      <a:pt x="4" y="56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60" name="Freeform 521">
                <a:extLst>
                  <a:ext uri="{FF2B5EF4-FFF2-40B4-BE49-F238E27FC236}">
                    <a16:creationId xmlns:a16="http://schemas.microsoft.com/office/drawing/2014/main" id="{2962497D-A41D-4EB2-A342-E26DC9A74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942"/>
                <a:ext cx="62" cy="88"/>
              </a:xfrm>
              <a:custGeom>
                <a:avLst/>
                <a:gdLst>
                  <a:gd name="T0" fmla="*/ 0 w 61"/>
                  <a:gd name="T1" fmla="*/ 86 h 86"/>
                  <a:gd name="T2" fmla="*/ 47 w 61"/>
                  <a:gd name="T3" fmla="*/ 54 h 86"/>
                  <a:gd name="T4" fmla="*/ 37 w 61"/>
                  <a:gd name="T5" fmla="*/ 0 h 86"/>
                  <a:gd name="T6" fmla="*/ 50 w 61"/>
                  <a:gd name="T7" fmla="*/ 54 h 86"/>
                  <a:gd name="T8" fmla="*/ 0 w 61"/>
                  <a:gd name="T9" fmla="*/ 8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86">
                    <a:moveTo>
                      <a:pt x="0" y="74"/>
                    </a:moveTo>
                    <a:cubicBezTo>
                      <a:pt x="0" y="74"/>
                      <a:pt x="27" y="81"/>
                      <a:pt x="41" y="48"/>
                    </a:cubicBezTo>
                    <a:cubicBezTo>
                      <a:pt x="56" y="14"/>
                      <a:pt x="31" y="0"/>
                      <a:pt x="31" y="0"/>
                    </a:cubicBezTo>
                    <a:cubicBezTo>
                      <a:pt x="31" y="0"/>
                      <a:pt x="61" y="11"/>
                      <a:pt x="44" y="48"/>
                    </a:cubicBezTo>
                    <a:cubicBezTo>
                      <a:pt x="28" y="86"/>
                      <a:pt x="0" y="74"/>
                      <a:pt x="0" y="74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61" name="Freeform 522">
                <a:extLst>
                  <a:ext uri="{FF2B5EF4-FFF2-40B4-BE49-F238E27FC236}">
                    <a16:creationId xmlns:a16="http://schemas.microsoft.com/office/drawing/2014/main" id="{FD94018E-98B7-442D-92A5-3DD741484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947"/>
                <a:ext cx="44" cy="63"/>
              </a:xfrm>
              <a:custGeom>
                <a:avLst/>
                <a:gdLst>
                  <a:gd name="T0" fmla="*/ 14 w 43"/>
                  <a:gd name="T1" fmla="*/ 72 h 61"/>
                  <a:gd name="T2" fmla="*/ 4 w 43"/>
                  <a:gd name="T3" fmla="*/ 32 h 61"/>
                  <a:gd name="T4" fmla="*/ 13 w 43"/>
                  <a:gd name="T5" fmla="*/ 10 h 61"/>
                  <a:gd name="T6" fmla="*/ 35 w 43"/>
                  <a:gd name="T7" fmla="*/ 1 h 61"/>
                  <a:gd name="T8" fmla="*/ 49 w 43"/>
                  <a:gd name="T9" fmla="*/ 12 h 61"/>
                  <a:gd name="T10" fmla="*/ 47 w 43"/>
                  <a:gd name="T11" fmla="*/ 29 h 61"/>
                  <a:gd name="T12" fmla="*/ 37 w 43"/>
                  <a:gd name="T13" fmla="*/ 39 h 61"/>
                  <a:gd name="T14" fmla="*/ 32 w 43"/>
                  <a:gd name="T15" fmla="*/ 67 h 61"/>
                  <a:gd name="T16" fmla="*/ 13 w 43"/>
                  <a:gd name="T17" fmla="*/ 72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61">
                    <a:moveTo>
                      <a:pt x="14" y="60"/>
                    </a:moveTo>
                    <a:cubicBezTo>
                      <a:pt x="0" y="56"/>
                      <a:pt x="0" y="37"/>
                      <a:pt x="4" y="26"/>
                    </a:cubicBezTo>
                    <a:cubicBezTo>
                      <a:pt x="6" y="20"/>
                      <a:pt x="8" y="15"/>
                      <a:pt x="13" y="10"/>
                    </a:cubicBezTo>
                    <a:cubicBezTo>
                      <a:pt x="17" y="6"/>
                      <a:pt x="23" y="0"/>
                      <a:pt x="29" y="1"/>
                    </a:cubicBezTo>
                    <a:cubicBezTo>
                      <a:pt x="36" y="2"/>
                      <a:pt x="43" y="4"/>
                      <a:pt x="43" y="12"/>
                    </a:cubicBezTo>
                    <a:cubicBezTo>
                      <a:pt x="43" y="16"/>
                      <a:pt x="43" y="20"/>
                      <a:pt x="41" y="23"/>
                    </a:cubicBezTo>
                    <a:cubicBezTo>
                      <a:pt x="38" y="28"/>
                      <a:pt x="34" y="30"/>
                      <a:pt x="31" y="33"/>
                    </a:cubicBezTo>
                    <a:cubicBezTo>
                      <a:pt x="25" y="38"/>
                      <a:pt x="29" y="48"/>
                      <a:pt x="26" y="55"/>
                    </a:cubicBezTo>
                    <a:cubicBezTo>
                      <a:pt x="23" y="59"/>
                      <a:pt x="18" y="61"/>
                      <a:pt x="13" y="60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62" name="Freeform 523">
                <a:extLst>
                  <a:ext uri="{FF2B5EF4-FFF2-40B4-BE49-F238E27FC236}">
                    <a16:creationId xmlns:a16="http://schemas.microsoft.com/office/drawing/2014/main" id="{5CA9AA6B-D1CB-401B-900A-69A166ED0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1988"/>
                <a:ext cx="30" cy="26"/>
              </a:xfrm>
              <a:custGeom>
                <a:avLst/>
                <a:gdLst>
                  <a:gd name="T0" fmla="*/ 0 w 30"/>
                  <a:gd name="T1" fmla="*/ 30 h 25"/>
                  <a:gd name="T2" fmla="*/ 30 w 30"/>
                  <a:gd name="T3" fmla="*/ 0 h 25"/>
                  <a:gd name="T4" fmla="*/ 16 w 30"/>
                  <a:gd name="T5" fmla="*/ 22 h 25"/>
                  <a:gd name="T6" fmla="*/ 8 w 30"/>
                  <a:gd name="T7" fmla="*/ 27 h 25"/>
                  <a:gd name="T8" fmla="*/ 0 w 30"/>
                  <a:gd name="T9" fmla="*/ 3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0" y="24"/>
                    </a:moveTo>
                    <a:cubicBezTo>
                      <a:pt x="14" y="25"/>
                      <a:pt x="26" y="12"/>
                      <a:pt x="30" y="0"/>
                    </a:cubicBezTo>
                    <a:cubicBezTo>
                      <a:pt x="26" y="5"/>
                      <a:pt x="22" y="12"/>
                      <a:pt x="16" y="16"/>
                    </a:cubicBezTo>
                    <a:cubicBezTo>
                      <a:pt x="14" y="18"/>
                      <a:pt x="11" y="20"/>
                      <a:pt x="8" y="21"/>
                    </a:cubicBezTo>
                    <a:cubicBezTo>
                      <a:pt x="6" y="23"/>
                      <a:pt x="2" y="23"/>
                      <a:pt x="0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63" name="Freeform 524">
                <a:extLst>
                  <a:ext uri="{FF2B5EF4-FFF2-40B4-BE49-F238E27FC236}">
                    <a16:creationId xmlns:a16="http://schemas.microsoft.com/office/drawing/2014/main" id="{C41C57DC-CE38-4736-8BC3-9A4E2DD80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917"/>
                <a:ext cx="102" cy="124"/>
              </a:xfrm>
              <a:custGeom>
                <a:avLst/>
                <a:gdLst>
                  <a:gd name="T0" fmla="*/ 99 w 100"/>
                  <a:gd name="T1" fmla="*/ 83 h 122"/>
                  <a:gd name="T2" fmla="*/ 81 w 100"/>
                  <a:gd name="T3" fmla="*/ 9 h 122"/>
                  <a:gd name="T4" fmla="*/ 12 w 100"/>
                  <a:gd name="T5" fmla="*/ 51 h 122"/>
                  <a:gd name="T6" fmla="*/ 33 w 100"/>
                  <a:gd name="T7" fmla="*/ 125 h 122"/>
                  <a:gd name="T8" fmla="*/ 99 w 100"/>
                  <a:gd name="T9" fmla="*/ 83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2">
                    <a:moveTo>
                      <a:pt x="87" y="77"/>
                    </a:moveTo>
                    <a:cubicBezTo>
                      <a:pt x="100" y="49"/>
                      <a:pt x="93" y="18"/>
                      <a:pt x="72" y="9"/>
                    </a:cubicBezTo>
                    <a:cubicBezTo>
                      <a:pt x="51" y="0"/>
                      <a:pt x="25" y="16"/>
                      <a:pt x="12" y="45"/>
                    </a:cubicBezTo>
                    <a:cubicBezTo>
                      <a:pt x="0" y="73"/>
                      <a:pt x="6" y="104"/>
                      <a:pt x="27" y="113"/>
                    </a:cubicBezTo>
                    <a:cubicBezTo>
                      <a:pt x="48" y="122"/>
                      <a:pt x="75" y="106"/>
                      <a:pt x="87" y="77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64" name="Freeform 525">
                <a:extLst>
                  <a:ext uri="{FF2B5EF4-FFF2-40B4-BE49-F238E27FC236}">
                    <a16:creationId xmlns:a16="http://schemas.microsoft.com/office/drawing/2014/main" id="{3D039E8E-87A2-410B-9411-8FF184AE6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1938"/>
                <a:ext cx="68" cy="82"/>
              </a:xfrm>
              <a:custGeom>
                <a:avLst/>
                <a:gdLst>
                  <a:gd name="T0" fmla="*/ 69 w 66"/>
                  <a:gd name="T1" fmla="*/ 57 h 80"/>
                  <a:gd name="T2" fmla="*/ 56 w 66"/>
                  <a:gd name="T3" fmla="*/ 6 h 80"/>
                  <a:gd name="T4" fmla="*/ 8 w 66"/>
                  <a:gd name="T5" fmla="*/ 35 h 80"/>
                  <a:gd name="T6" fmla="*/ 24 w 66"/>
                  <a:gd name="T7" fmla="*/ 86 h 80"/>
                  <a:gd name="T8" fmla="*/ 69 w 66"/>
                  <a:gd name="T9" fmla="*/ 57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0">
                    <a:moveTo>
                      <a:pt x="57" y="51"/>
                    </a:moveTo>
                    <a:cubicBezTo>
                      <a:pt x="66" y="32"/>
                      <a:pt x="61" y="12"/>
                      <a:pt x="47" y="6"/>
                    </a:cubicBezTo>
                    <a:cubicBezTo>
                      <a:pt x="34" y="0"/>
                      <a:pt x="16" y="11"/>
                      <a:pt x="8" y="29"/>
                    </a:cubicBezTo>
                    <a:cubicBezTo>
                      <a:pt x="0" y="48"/>
                      <a:pt x="4" y="68"/>
                      <a:pt x="18" y="74"/>
                    </a:cubicBezTo>
                    <a:cubicBezTo>
                      <a:pt x="32" y="80"/>
                      <a:pt x="49" y="70"/>
                      <a:pt x="57" y="51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65" name="Freeform 526">
                <a:extLst>
                  <a:ext uri="{FF2B5EF4-FFF2-40B4-BE49-F238E27FC236}">
                    <a16:creationId xmlns:a16="http://schemas.microsoft.com/office/drawing/2014/main" id="{14DBE187-0634-4241-8869-80D6AEB61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696"/>
                <a:ext cx="119" cy="144"/>
              </a:xfrm>
              <a:custGeom>
                <a:avLst/>
                <a:gdLst>
                  <a:gd name="T0" fmla="*/ 119 w 116"/>
                  <a:gd name="T1" fmla="*/ 101 h 141"/>
                  <a:gd name="T2" fmla="*/ 96 w 116"/>
                  <a:gd name="T3" fmla="*/ 10 h 141"/>
                  <a:gd name="T4" fmla="*/ 14 w 116"/>
                  <a:gd name="T5" fmla="*/ 57 h 141"/>
                  <a:gd name="T6" fmla="*/ 38 w 116"/>
                  <a:gd name="T7" fmla="*/ 148 h 141"/>
                  <a:gd name="T8" fmla="*/ 119 w 116"/>
                  <a:gd name="T9" fmla="*/ 101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1">
                    <a:moveTo>
                      <a:pt x="101" y="89"/>
                    </a:moveTo>
                    <a:cubicBezTo>
                      <a:pt x="116" y="56"/>
                      <a:pt x="108" y="21"/>
                      <a:pt x="84" y="10"/>
                    </a:cubicBezTo>
                    <a:cubicBezTo>
                      <a:pt x="60" y="0"/>
                      <a:pt x="29" y="18"/>
                      <a:pt x="14" y="51"/>
                    </a:cubicBezTo>
                    <a:cubicBezTo>
                      <a:pt x="0" y="84"/>
                      <a:pt x="8" y="120"/>
                      <a:pt x="32" y="130"/>
                    </a:cubicBezTo>
                    <a:cubicBezTo>
                      <a:pt x="56" y="141"/>
                      <a:pt x="87" y="122"/>
                      <a:pt x="101" y="89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66" name="Freeform 527">
                <a:extLst>
                  <a:ext uri="{FF2B5EF4-FFF2-40B4-BE49-F238E27FC236}">
                    <a16:creationId xmlns:a16="http://schemas.microsoft.com/office/drawing/2014/main" id="{8026EF1E-400D-4D9C-869B-B91C84C1E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720"/>
                <a:ext cx="77" cy="94"/>
              </a:xfrm>
              <a:custGeom>
                <a:avLst/>
                <a:gdLst>
                  <a:gd name="T0" fmla="*/ 72 w 76"/>
                  <a:gd name="T1" fmla="*/ 65 h 92"/>
                  <a:gd name="T2" fmla="*/ 61 w 76"/>
                  <a:gd name="T3" fmla="*/ 7 h 92"/>
                  <a:gd name="T4" fmla="*/ 9 w 76"/>
                  <a:gd name="T5" fmla="*/ 40 h 92"/>
                  <a:gd name="T6" fmla="*/ 21 w 76"/>
                  <a:gd name="T7" fmla="*/ 98 h 92"/>
                  <a:gd name="T8" fmla="*/ 72 w 76"/>
                  <a:gd name="T9" fmla="*/ 6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66" y="59"/>
                    </a:moveTo>
                    <a:cubicBezTo>
                      <a:pt x="76" y="37"/>
                      <a:pt x="71" y="14"/>
                      <a:pt x="55" y="7"/>
                    </a:cubicBezTo>
                    <a:cubicBezTo>
                      <a:pt x="39" y="0"/>
                      <a:pt x="19" y="12"/>
                      <a:pt x="9" y="34"/>
                    </a:cubicBezTo>
                    <a:cubicBezTo>
                      <a:pt x="0" y="56"/>
                      <a:pt x="5" y="79"/>
                      <a:pt x="21" y="86"/>
                    </a:cubicBezTo>
                    <a:cubicBezTo>
                      <a:pt x="36" y="92"/>
                      <a:pt x="57" y="80"/>
                      <a:pt x="66" y="59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67" name="Freeform 528">
                <a:extLst>
                  <a:ext uri="{FF2B5EF4-FFF2-40B4-BE49-F238E27FC236}">
                    <a16:creationId xmlns:a16="http://schemas.microsoft.com/office/drawing/2014/main" id="{2C7DBC0A-EB86-4AAB-96F1-FA6C196B7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711"/>
                <a:ext cx="69" cy="101"/>
              </a:xfrm>
              <a:custGeom>
                <a:avLst/>
                <a:gdLst>
                  <a:gd name="T0" fmla="*/ 15 w 67"/>
                  <a:gd name="T1" fmla="*/ 111 h 99"/>
                  <a:gd name="T2" fmla="*/ 14 w 67"/>
                  <a:gd name="T3" fmla="*/ 43 h 99"/>
                  <a:gd name="T4" fmla="*/ 79 w 67"/>
                  <a:gd name="T5" fmla="*/ 0 h 99"/>
                  <a:gd name="T6" fmla="*/ 26 w 67"/>
                  <a:gd name="T7" fmla="*/ 45 h 99"/>
                  <a:gd name="T8" fmla="*/ 15 w 67"/>
                  <a:gd name="T9" fmla="*/ 111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99">
                    <a:moveTo>
                      <a:pt x="15" y="99"/>
                    </a:moveTo>
                    <a:cubicBezTo>
                      <a:pt x="15" y="99"/>
                      <a:pt x="0" y="69"/>
                      <a:pt x="14" y="37"/>
                    </a:cubicBezTo>
                    <a:cubicBezTo>
                      <a:pt x="28" y="5"/>
                      <a:pt x="67" y="0"/>
                      <a:pt x="67" y="0"/>
                    </a:cubicBezTo>
                    <a:cubicBezTo>
                      <a:pt x="67" y="0"/>
                      <a:pt x="32" y="11"/>
                      <a:pt x="20" y="39"/>
                    </a:cubicBezTo>
                    <a:cubicBezTo>
                      <a:pt x="7" y="67"/>
                      <a:pt x="15" y="99"/>
                      <a:pt x="15" y="99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68" name="Freeform 529">
                <a:extLst>
                  <a:ext uri="{FF2B5EF4-FFF2-40B4-BE49-F238E27FC236}">
                    <a16:creationId xmlns:a16="http://schemas.microsoft.com/office/drawing/2014/main" id="{D123B7BE-E501-4C62-B5DF-88559B401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721"/>
                <a:ext cx="38" cy="67"/>
              </a:xfrm>
              <a:custGeom>
                <a:avLst/>
                <a:gdLst>
                  <a:gd name="T0" fmla="*/ 5 w 37"/>
                  <a:gd name="T1" fmla="*/ 77 h 65"/>
                  <a:gd name="T2" fmla="*/ 43 w 37"/>
                  <a:gd name="T3" fmla="*/ 0 h 65"/>
                  <a:gd name="T4" fmla="*/ 5 w 37"/>
                  <a:gd name="T5" fmla="*/ 77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65">
                    <a:moveTo>
                      <a:pt x="5" y="65"/>
                    </a:moveTo>
                    <a:cubicBezTo>
                      <a:pt x="5" y="65"/>
                      <a:pt x="0" y="20"/>
                      <a:pt x="37" y="0"/>
                    </a:cubicBezTo>
                    <a:cubicBezTo>
                      <a:pt x="37" y="0"/>
                      <a:pt x="7" y="17"/>
                      <a:pt x="5" y="65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69" name="Freeform 530">
                <a:extLst>
                  <a:ext uri="{FF2B5EF4-FFF2-40B4-BE49-F238E27FC236}">
                    <a16:creationId xmlns:a16="http://schemas.microsoft.com/office/drawing/2014/main" id="{4596894C-AA77-45C9-9872-1391D4095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1724"/>
                <a:ext cx="72" cy="102"/>
              </a:xfrm>
              <a:custGeom>
                <a:avLst/>
                <a:gdLst>
                  <a:gd name="T0" fmla="*/ 0 w 70"/>
                  <a:gd name="T1" fmla="*/ 104 h 99"/>
                  <a:gd name="T2" fmla="*/ 55 w 70"/>
                  <a:gd name="T3" fmla="*/ 67 h 99"/>
                  <a:gd name="T4" fmla="*/ 43 w 70"/>
                  <a:gd name="T5" fmla="*/ 0 h 99"/>
                  <a:gd name="T6" fmla="*/ 63 w 70"/>
                  <a:gd name="T7" fmla="*/ 68 h 99"/>
                  <a:gd name="T8" fmla="*/ 0 w 70"/>
                  <a:gd name="T9" fmla="*/ 104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99">
                    <a:moveTo>
                      <a:pt x="0" y="86"/>
                    </a:moveTo>
                    <a:cubicBezTo>
                      <a:pt x="0" y="86"/>
                      <a:pt x="31" y="94"/>
                      <a:pt x="48" y="55"/>
                    </a:cubicBezTo>
                    <a:cubicBezTo>
                      <a:pt x="65" y="17"/>
                      <a:pt x="37" y="0"/>
                      <a:pt x="37" y="0"/>
                    </a:cubicBezTo>
                    <a:cubicBezTo>
                      <a:pt x="37" y="0"/>
                      <a:pt x="70" y="13"/>
                      <a:pt x="52" y="56"/>
                    </a:cubicBezTo>
                    <a:cubicBezTo>
                      <a:pt x="33" y="99"/>
                      <a:pt x="0" y="86"/>
                      <a:pt x="0" y="86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0" name="Freeform 531">
                <a:extLst>
                  <a:ext uri="{FF2B5EF4-FFF2-40B4-BE49-F238E27FC236}">
                    <a16:creationId xmlns:a16="http://schemas.microsoft.com/office/drawing/2014/main" id="{ABFF21C1-6F37-4519-8127-E107E6D8F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730"/>
                <a:ext cx="51" cy="73"/>
              </a:xfrm>
              <a:custGeom>
                <a:avLst/>
                <a:gdLst>
                  <a:gd name="T0" fmla="*/ 16 w 50"/>
                  <a:gd name="T1" fmla="*/ 82 h 71"/>
                  <a:gd name="T2" fmla="*/ 5 w 50"/>
                  <a:gd name="T3" fmla="*/ 36 h 71"/>
                  <a:gd name="T4" fmla="*/ 15 w 50"/>
                  <a:gd name="T5" fmla="*/ 12 h 71"/>
                  <a:gd name="T6" fmla="*/ 40 w 50"/>
                  <a:gd name="T7" fmla="*/ 1 h 71"/>
                  <a:gd name="T8" fmla="*/ 56 w 50"/>
                  <a:gd name="T9" fmla="*/ 14 h 71"/>
                  <a:gd name="T10" fmla="*/ 53 w 50"/>
                  <a:gd name="T11" fmla="*/ 33 h 71"/>
                  <a:gd name="T12" fmla="*/ 42 w 50"/>
                  <a:gd name="T13" fmla="*/ 44 h 71"/>
                  <a:gd name="T14" fmla="*/ 36 w 50"/>
                  <a:gd name="T15" fmla="*/ 76 h 71"/>
                  <a:gd name="T16" fmla="*/ 16 w 50"/>
                  <a:gd name="T17" fmla="*/ 82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71">
                    <a:moveTo>
                      <a:pt x="16" y="70"/>
                    </a:moveTo>
                    <a:cubicBezTo>
                      <a:pt x="0" y="65"/>
                      <a:pt x="1" y="43"/>
                      <a:pt x="5" y="30"/>
                    </a:cubicBezTo>
                    <a:cubicBezTo>
                      <a:pt x="7" y="23"/>
                      <a:pt x="10" y="17"/>
                      <a:pt x="15" y="12"/>
                    </a:cubicBezTo>
                    <a:cubicBezTo>
                      <a:pt x="20" y="7"/>
                      <a:pt x="26" y="0"/>
                      <a:pt x="34" y="1"/>
                    </a:cubicBezTo>
                    <a:cubicBezTo>
                      <a:pt x="42" y="2"/>
                      <a:pt x="50" y="5"/>
                      <a:pt x="50" y="14"/>
                    </a:cubicBezTo>
                    <a:cubicBezTo>
                      <a:pt x="50" y="19"/>
                      <a:pt x="50" y="23"/>
                      <a:pt x="47" y="27"/>
                    </a:cubicBezTo>
                    <a:cubicBezTo>
                      <a:pt x="44" y="32"/>
                      <a:pt x="40" y="34"/>
                      <a:pt x="36" y="38"/>
                    </a:cubicBezTo>
                    <a:cubicBezTo>
                      <a:pt x="29" y="44"/>
                      <a:pt x="34" y="56"/>
                      <a:pt x="30" y="64"/>
                    </a:cubicBezTo>
                    <a:cubicBezTo>
                      <a:pt x="27" y="68"/>
                      <a:pt x="20" y="71"/>
                      <a:pt x="16" y="70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1" name="Freeform 532">
                <a:extLst>
                  <a:ext uri="{FF2B5EF4-FFF2-40B4-BE49-F238E27FC236}">
                    <a16:creationId xmlns:a16="http://schemas.microsoft.com/office/drawing/2014/main" id="{ED03CC30-0CBF-4002-8809-3B82F9243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777"/>
                <a:ext cx="36" cy="30"/>
              </a:xfrm>
              <a:custGeom>
                <a:avLst/>
                <a:gdLst>
                  <a:gd name="T0" fmla="*/ 0 w 35"/>
                  <a:gd name="T1" fmla="*/ 34 h 29"/>
                  <a:gd name="T2" fmla="*/ 41 w 35"/>
                  <a:gd name="T3" fmla="*/ 0 h 29"/>
                  <a:gd name="T4" fmla="*/ 25 w 35"/>
                  <a:gd name="T5" fmla="*/ 25 h 29"/>
                  <a:gd name="T6" fmla="*/ 10 w 35"/>
                  <a:gd name="T7" fmla="*/ 31 h 29"/>
                  <a:gd name="T8" fmla="*/ 0 w 35"/>
                  <a:gd name="T9" fmla="*/ 34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9">
                    <a:moveTo>
                      <a:pt x="0" y="28"/>
                    </a:moveTo>
                    <a:cubicBezTo>
                      <a:pt x="17" y="29"/>
                      <a:pt x="30" y="14"/>
                      <a:pt x="35" y="0"/>
                    </a:cubicBezTo>
                    <a:cubicBezTo>
                      <a:pt x="30" y="6"/>
                      <a:pt x="26" y="15"/>
                      <a:pt x="19" y="19"/>
                    </a:cubicBezTo>
                    <a:cubicBezTo>
                      <a:pt x="16" y="21"/>
                      <a:pt x="13" y="23"/>
                      <a:pt x="10" y="25"/>
                    </a:cubicBezTo>
                    <a:cubicBezTo>
                      <a:pt x="7" y="26"/>
                      <a:pt x="2" y="27"/>
                      <a:pt x="0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2" name="Freeform 533">
                <a:extLst>
                  <a:ext uri="{FF2B5EF4-FFF2-40B4-BE49-F238E27FC236}">
                    <a16:creationId xmlns:a16="http://schemas.microsoft.com/office/drawing/2014/main" id="{36BAF097-298E-4788-BA65-3D8977E00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696"/>
                <a:ext cx="119" cy="144"/>
              </a:xfrm>
              <a:custGeom>
                <a:avLst/>
                <a:gdLst>
                  <a:gd name="T0" fmla="*/ 120 w 116"/>
                  <a:gd name="T1" fmla="*/ 101 h 141"/>
                  <a:gd name="T2" fmla="*/ 96 w 116"/>
                  <a:gd name="T3" fmla="*/ 10 h 141"/>
                  <a:gd name="T4" fmla="*/ 15 w 116"/>
                  <a:gd name="T5" fmla="*/ 57 h 141"/>
                  <a:gd name="T6" fmla="*/ 38 w 116"/>
                  <a:gd name="T7" fmla="*/ 148 h 141"/>
                  <a:gd name="T8" fmla="*/ 120 w 116"/>
                  <a:gd name="T9" fmla="*/ 101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1">
                    <a:moveTo>
                      <a:pt x="102" y="89"/>
                    </a:moveTo>
                    <a:cubicBezTo>
                      <a:pt x="116" y="56"/>
                      <a:pt x="108" y="21"/>
                      <a:pt x="84" y="10"/>
                    </a:cubicBezTo>
                    <a:cubicBezTo>
                      <a:pt x="60" y="0"/>
                      <a:pt x="29" y="18"/>
                      <a:pt x="15" y="51"/>
                    </a:cubicBezTo>
                    <a:cubicBezTo>
                      <a:pt x="0" y="84"/>
                      <a:pt x="8" y="120"/>
                      <a:pt x="32" y="130"/>
                    </a:cubicBezTo>
                    <a:cubicBezTo>
                      <a:pt x="56" y="141"/>
                      <a:pt x="87" y="122"/>
                      <a:pt x="102" y="8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3" name="Freeform 534">
                <a:extLst>
                  <a:ext uri="{FF2B5EF4-FFF2-40B4-BE49-F238E27FC236}">
                    <a16:creationId xmlns:a16="http://schemas.microsoft.com/office/drawing/2014/main" id="{2B6DFCB4-063A-4C26-BD7E-E01BB3E34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720"/>
                <a:ext cx="77" cy="94"/>
              </a:xfrm>
              <a:custGeom>
                <a:avLst/>
                <a:gdLst>
                  <a:gd name="T0" fmla="*/ 73 w 76"/>
                  <a:gd name="T1" fmla="*/ 65 h 92"/>
                  <a:gd name="T2" fmla="*/ 61 w 76"/>
                  <a:gd name="T3" fmla="*/ 7 h 92"/>
                  <a:gd name="T4" fmla="*/ 10 w 76"/>
                  <a:gd name="T5" fmla="*/ 40 h 92"/>
                  <a:gd name="T6" fmla="*/ 21 w 76"/>
                  <a:gd name="T7" fmla="*/ 97 h 92"/>
                  <a:gd name="T8" fmla="*/ 73 w 76"/>
                  <a:gd name="T9" fmla="*/ 6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67" y="59"/>
                    </a:moveTo>
                    <a:cubicBezTo>
                      <a:pt x="76" y="37"/>
                      <a:pt x="71" y="14"/>
                      <a:pt x="55" y="7"/>
                    </a:cubicBezTo>
                    <a:cubicBezTo>
                      <a:pt x="39" y="0"/>
                      <a:pt x="19" y="12"/>
                      <a:pt x="10" y="34"/>
                    </a:cubicBezTo>
                    <a:cubicBezTo>
                      <a:pt x="0" y="56"/>
                      <a:pt x="5" y="79"/>
                      <a:pt x="21" y="85"/>
                    </a:cubicBezTo>
                    <a:cubicBezTo>
                      <a:pt x="37" y="92"/>
                      <a:pt x="57" y="80"/>
                      <a:pt x="67" y="5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4" name="Freeform 535">
                <a:extLst>
                  <a:ext uri="{FF2B5EF4-FFF2-40B4-BE49-F238E27FC236}">
                    <a16:creationId xmlns:a16="http://schemas.microsoft.com/office/drawing/2014/main" id="{3585E246-62FB-4D00-8D18-2D7001421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842"/>
                <a:ext cx="119" cy="144"/>
              </a:xfrm>
              <a:custGeom>
                <a:avLst/>
                <a:gdLst>
                  <a:gd name="T0" fmla="*/ 120 w 116"/>
                  <a:gd name="T1" fmla="*/ 101 h 141"/>
                  <a:gd name="T2" fmla="*/ 96 w 116"/>
                  <a:gd name="T3" fmla="*/ 10 h 141"/>
                  <a:gd name="T4" fmla="*/ 15 w 116"/>
                  <a:gd name="T5" fmla="*/ 57 h 141"/>
                  <a:gd name="T6" fmla="*/ 38 w 116"/>
                  <a:gd name="T7" fmla="*/ 148 h 141"/>
                  <a:gd name="T8" fmla="*/ 120 w 116"/>
                  <a:gd name="T9" fmla="*/ 101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1">
                    <a:moveTo>
                      <a:pt x="102" y="89"/>
                    </a:moveTo>
                    <a:cubicBezTo>
                      <a:pt x="116" y="56"/>
                      <a:pt x="108" y="21"/>
                      <a:pt x="84" y="10"/>
                    </a:cubicBezTo>
                    <a:cubicBezTo>
                      <a:pt x="60" y="0"/>
                      <a:pt x="29" y="18"/>
                      <a:pt x="15" y="51"/>
                    </a:cubicBezTo>
                    <a:cubicBezTo>
                      <a:pt x="0" y="84"/>
                      <a:pt x="8" y="120"/>
                      <a:pt x="32" y="130"/>
                    </a:cubicBezTo>
                    <a:cubicBezTo>
                      <a:pt x="56" y="141"/>
                      <a:pt x="87" y="122"/>
                      <a:pt x="102" y="89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5" name="Freeform 536">
                <a:extLst>
                  <a:ext uri="{FF2B5EF4-FFF2-40B4-BE49-F238E27FC236}">
                    <a16:creationId xmlns:a16="http://schemas.microsoft.com/office/drawing/2014/main" id="{C87FA980-5EEB-402F-BC88-1067432B6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866"/>
                <a:ext cx="77" cy="95"/>
              </a:xfrm>
              <a:custGeom>
                <a:avLst/>
                <a:gdLst>
                  <a:gd name="T0" fmla="*/ 73 w 76"/>
                  <a:gd name="T1" fmla="*/ 71 h 92"/>
                  <a:gd name="T2" fmla="*/ 61 w 76"/>
                  <a:gd name="T3" fmla="*/ 7 h 92"/>
                  <a:gd name="T4" fmla="*/ 10 w 76"/>
                  <a:gd name="T5" fmla="*/ 40 h 92"/>
                  <a:gd name="T6" fmla="*/ 21 w 76"/>
                  <a:gd name="T7" fmla="*/ 103 h 92"/>
                  <a:gd name="T8" fmla="*/ 73 w 76"/>
                  <a:gd name="T9" fmla="*/ 71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67" y="59"/>
                    </a:moveTo>
                    <a:cubicBezTo>
                      <a:pt x="76" y="37"/>
                      <a:pt x="71" y="14"/>
                      <a:pt x="55" y="7"/>
                    </a:cubicBezTo>
                    <a:cubicBezTo>
                      <a:pt x="40" y="0"/>
                      <a:pt x="19" y="12"/>
                      <a:pt x="10" y="34"/>
                    </a:cubicBezTo>
                    <a:cubicBezTo>
                      <a:pt x="0" y="55"/>
                      <a:pt x="5" y="79"/>
                      <a:pt x="21" y="85"/>
                    </a:cubicBezTo>
                    <a:cubicBezTo>
                      <a:pt x="37" y="92"/>
                      <a:pt x="57" y="80"/>
                      <a:pt x="67" y="59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6" name="Freeform 537">
                <a:extLst>
                  <a:ext uri="{FF2B5EF4-FFF2-40B4-BE49-F238E27FC236}">
                    <a16:creationId xmlns:a16="http://schemas.microsoft.com/office/drawing/2014/main" id="{54163905-466C-4C4F-8F94-7604D0067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857"/>
                <a:ext cx="69" cy="102"/>
              </a:xfrm>
              <a:custGeom>
                <a:avLst/>
                <a:gdLst>
                  <a:gd name="T0" fmla="*/ 16 w 67"/>
                  <a:gd name="T1" fmla="*/ 117 h 99"/>
                  <a:gd name="T2" fmla="*/ 14 w 67"/>
                  <a:gd name="T3" fmla="*/ 43 h 99"/>
                  <a:gd name="T4" fmla="*/ 79 w 67"/>
                  <a:gd name="T5" fmla="*/ 0 h 99"/>
                  <a:gd name="T6" fmla="*/ 26 w 67"/>
                  <a:gd name="T7" fmla="*/ 45 h 99"/>
                  <a:gd name="T8" fmla="*/ 16 w 67"/>
                  <a:gd name="T9" fmla="*/ 117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99">
                    <a:moveTo>
                      <a:pt x="16" y="99"/>
                    </a:moveTo>
                    <a:cubicBezTo>
                      <a:pt x="16" y="99"/>
                      <a:pt x="0" y="69"/>
                      <a:pt x="14" y="37"/>
                    </a:cubicBezTo>
                    <a:cubicBezTo>
                      <a:pt x="28" y="5"/>
                      <a:pt x="67" y="0"/>
                      <a:pt x="67" y="0"/>
                    </a:cubicBezTo>
                    <a:cubicBezTo>
                      <a:pt x="67" y="0"/>
                      <a:pt x="32" y="11"/>
                      <a:pt x="20" y="39"/>
                    </a:cubicBezTo>
                    <a:cubicBezTo>
                      <a:pt x="8" y="67"/>
                      <a:pt x="16" y="99"/>
                      <a:pt x="16" y="99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7" name="Freeform 538">
                <a:extLst>
                  <a:ext uri="{FF2B5EF4-FFF2-40B4-BE49-F238E27FC236}">
                    <a16:creationId xmlns:a16="http://schemas.microsoft.com/office/drawing/2014/main" id="{25B861D8-A9F0-4017-9391-83CB2DEC8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867"/>
                <a:ext cx="38" cy="66"/>
              </a:xfrm>
              <a:custGeom>
                <a:avLst/>
                <a:gdLst>
                  <a:gd name="T0" fmla="*/ 5 w 37"/>
                  <a:gd name="T1" fmla="*/ 76 h 64"/>
                  <a:gd name="T2" fmla="*/ 43 w 37"/>
                  <a:gd name="T3" fmla="*/ 0 h 64"/>
                  <a:gd name="T4" fmla="*/ 5 w 37"/>
                  <a:gd name="T5" fmla="*/ 76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64">
                    <a:moveTo>
                      <a:pt x="5" y="64"/>
                    </a:moveTo>
                    <a:cubicBezTo>
                      <a:pt x="5" y="64"/>
                      <a:pt x="0" y="20"/>
                      <a:pt x="37" y="0"/>
                    </a:cubicBezTo>
                    <a:cubicBezTo>
                      <a:pt x="37" y="0"/>
                      <a:pt x="7" y="17"/>
                      <a:pt x="5" y="64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8" name="Freeform 539">
                <a:extLst>
                  <a:ext uri="{FF2B5EF4-FFF2-40B4-BE49-F238E27FC236}">
                    <a16:creationId xmlns:a16="http://schemas.microsoft.com/office/drawing/2014/main" id="{271534D2-EA6A-47CC-B7E6-0AC2CE642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871"/>
                <a:ext cx="73" cy="101"/>
              </a:xfrm>
              <a:custGeom>
                <a:avLst/>
                <a:gdLst>
                  <a:gd name="T0" fmla="*/ 0 w 71"/>
                  <a:gd name="T1" fmla="*/ 98 h 99"/>
                  <a:gd name="T2" fmla="*/ 54 w 71"/>
                  <a:gd name="T3" fmla="*/ 61 h 99"/>
                  <a:gd name="T4" fmla="*/ 43 w 71"/>
                  <a:gd name="T5" fmla="*/ 0 h 99"/>
                  <a:gd name="T6" fmla="*/ 62 w 71"/>
                  <a:gd name="T7" fmla="*/ 62 h 99"/>
                  <a:gd name="T8" fmla="*/ 0 w 71"/>
                  <a:gd name="T9" fmla="*/ 9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99">
                    <a:moveTo>
                      <a:pt x="0" y="86"/>
                    </a:moveTo>
                    <a:cubicBezTo>
                      <a:pt x="0" y="86"/>
                      <a:pt x="31" y="94"/>
                      <a:pt x="48" y="55"/>
                    </a:cubicBezTo>
                    <a:cubicBezTo>
                      <a:pt x="65" y="17"/>
                      <a:pt x="37" y="0"/>
                      <a:pt x="37" y="0"/>
                    </a:cubicBezTo>
                    <a:cubicBezTo>
                      <a:pt x="37" y="0"/>
                      <a:pt x="71" y="13"/>
                      <a:pt x="52" y="56"/>
                    </a:cubicBezTo>
                    <a:cubicBezTo>
                      <a:pt x="33" y="99"/>
                      <a:pt x="0" y="86"/>
                      <a:pt x="0" y="86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9" name="Freeform 540">
                <a:extLst>
                  <a:ext uri="{FF2B5EF4-FFF2-40B4-BE49-F238E27FC236}">
                    <a16:creationId xmlns:a16="http://schemas.microsoft.com/office/drawing/2014/main" id="{ADFADACB-8001-4C3F-9806-9AB875EBD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877"/>
                <a:ext cx="52" cy="72"/>
              </a:xfrm>
              <a:custGeom>
                <a:avLst/>
                <a:gdLst>
                  <a:gd name="T0" fmla="*/ 16 w 51"/>
                  <a:gd name="T1" fmla="*/ 76 h 71"/>
                  <a:gd name="T2" fmla="*/ 5 w 51"/>
                  <a:gd name="T3" fmla="*/ 30 h 71"/>
                  <a:gd name="T4" fmla="*/ 16 w 51"/>
                  <a:gd name="T5" fmla="*/ 12 h 71"/>
                  <a:gd name="T6" fmla="*/ 40 w 51"/>
                  <a:gd name="T7" fmla="*/ 1 h 71"/>
                  <a:gd name="T8" fmla="*/ 57 w 51"/>
                  <a:gd name="T9" fmla="*/ 14 h 71"/>
                  <a:gd name="T10" fmla="*/ 54 w 51"/>
                  <a:gd name="T11" fmla="*/ 27 h 71"/>
                  <a:gd name="T12" fmla="*/ 42 w 51"/>
                  <a:gd name="T13" fmla="*/ 44 h 71"/>
                  <a:gd name="T14" fmla="*/ 36 w 51"/>
                  <a:gd name="T15" fmla="*/ 70 h 71"/>
                  <a:gd name="T16" fmla="*/ 16 w 51"/>
                  <a:gd name="T17" fmla="*/ 76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71">
                    <a:moveTo>
                      <a:pt x="16" y="70"/>
                    </a:moveTo>
                    <a:cubicBezTo>
                      <a:pt x="0" y="65"/>
                      <a:pt x="1" y="43"/>
                      <a:pt x="5" y="30"/>
                    </a:cubicBezTo>
                    <a:cubicBezTo>
                      <a:pt x="7" y="23"/>
                      <a:pt x="10" y="17"/>
                      <a:pt x="16" y="12"/>
                    </a:cubicBezTo>
                    <a:cubicBezTo>
                      <a:pt x="21" y="7"/>
                      <a:pt x="27" y="0"/>
                      <a:pt x="34" y="1"/>
                    </a:cubicBezTo>
                    <a:cubicBezTo>
                      <a:pt x="42" y="2"/>
                      <a:pt x="51" y="5"/>
                      <a:pt x="51" y="14"/>
                    </a:cubicBezTo>
                    <a:cubicBezTo>
                      <a:pt x="51" y="18"/>
                      <a:pt x="50" y="23"/>
                      <a:pt x="48" y="27"/>
                    </a:cubicBezTo>
                    <a:cubicBezTo>
                      <a:pt x="45" y="32"/>
                      <a:pt x="40" y="34"/>
                      <a:pt x="36" y="38"/>
                    </a:cubicBezTo>
                    <a:cubicBezTo>
                      <a:pt x="29" y="44"/>
                      <a:pt x="35" y="56"/>
                      <a:pt x="30" y="64"/>
                    </a:cubicBezTo>
                    <a:cubicBezTo>
                      <a:pt x="28" y="68"/>
                      <a:pt x="21" y="71"/>
                      <a:pt x="16" y="70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0" name="Freeform 541">
                <a:extLst>
                  <a:ext uri="{FF2B5EF4-FFF2-40B4-BE49-F238E27FC236}">
                    <a16:creationId xmlns:a16="http://schemas.microsoft.com/office/drawing/2014/main" id="{BABCF83F-B9F1-438A-BA07-EA742DC37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924"/>
                <a:ext cx="36" cy="29"/>
              </a:xfrm>
              <a:custGeom>
                <a:avLst/>
                <a:gdLst>
                  <a:gd name="T0" fmla="*/ 1 w 35"/>
                  <a:gd name="T1" fmla="*/ 28 h 29"/>
                  <a:gd name="T2" fmla="*/ 41 w 35"/>
                  <a:gd name="T3" fmla="*/ 0 h 29"/>
                  <a:gd name="T4" fmla="*/ 26 w 35"/>
                  <a:gd name="T5" fmla="*/ 19 h 29"/>
                  <a:gd name="T6" fmla="*/ 10 w 35"/>
                  <a:gd name="T7" fmla="*/ 25 h 29"/>
                  <a:gd name="T8" fmla="*/ 0 w 35"/>
                  <a:gd name="T9" fmla="*/ 2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9">
                    <a:moveTo>
                      <a:pt x="1" y="28"/>
                    </a:moveTo>
                    <a:cubicBezTo>
                      <a:pt x="17" y="29"/>
                      <a:pt x="30" y="14"/>
                      <a:pt x="35" y="0"/>
                    </a:cubicBezTo>
                    <a:cubicBezTo>
                      <a:pt x="31" y="6"/>
                      <a:pt x="26" y="15"/>
                      <a:pt x="20" y="19"/>
                    </a:cubicBezTo>
                    <a:cubicBezTo>
                      <a:pt x="17" y="21"/>
                      <a:pt x="13" y="23"/>
                      <a:pt x="10" y="25"/>
                    </a:cubicBezTo>
                    <a:cubicBezTo>
                      <a:pt x="7" y="26"/>
                      <a:pt x="3" y="27"/>
                      <a:pt x="0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1" name="Freeform 542">
                <a:extLst>
                  <a:ext uri="{FF2B5EF4-FFF2-40B4-BE49-F238E27FC236}">
                    <a16:creationId xmlns:a16="http://schemas.microsoft.com/office/drawing/2014/main" id="{95C76F2C-94FC-4278-897E-5679B885A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842"/>
                <a:ext cx="118" cy="144"/>
              </a:xfrm>
              <a:custGeom>
                <a:avLst/>
                <a:gdLst>
                  <a:gd name="T0" fmla="*/ 119 w 115"/>
                  <a:gd name="T1" fmla="*/ 101 h 141"/>
                  <a:gd name="T2" fmla="*/ 96 w 115"/>
                  <a:gd name="T3" fmla="*/ 10 h 141"/>
                  <a:gd name="T4" fmla="*/ 14 w 115"/>
                  <a:gd name="T5" fmla="*/ 57 h 141"/>
                  <a:gd name="T6" fmla="*/ 38 w 115"/>
                  <a:gd name="T7" fmla="*/ 148 h 141"/>
                  <a:gd name="T8" fmla="*/ 119 w 115"/>
                  <a:gd name="T9" fmla="*/ 101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41">
                    <a:moveTo>
                      <a:pt x="101" y="89"/>
                    </a:moveTo>
                    <a:cubicBezTo>
                      <a:pt x="115" y="56"/>
                      <a:pt x="108" y="21"/>
                      <a:pt x="84" y="10"/>
                    </a:cubicBezTo>
                    <a:cubicBezTo>
                      <a:pt x="60" y="0"/>
                      <a:pt x="28" y="18"/>
                      <a:pt x="14" y="51"/>
                    </a:cubicBezTo>
                    <a:cubicBezTo>
                      <a:pt x="0" y="84"/>
                      <a:pt x="8" y="120"/>
                      <a:pt x="32" y="130"/>
                    </a:cubicBezTo>
                    <a:cubicBezTo>
                      <a:pt x="56" y="141"/>
                      <a:pt x="87" y="122"/>
                      <a:pt x="101" y="8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2" name="Freeform 543">
                <a:extLst>
                  <a:ext uri="{FF2B5EF4-FFF2-40B4-BE49-F238E27FC236}">
                    <a16:creationId xmlns:a16="http://schemas.microsoft.com/office/drawing/2014/main" id="{AFD3CCD3-518F-428E-B28D-38D4D0669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866"/>
                <a:ext cx="76" cy="95"/>
              </a:xfrm>
              <a:custGeom>
                <a:avLst/>
                <a:gdLst>
                  <a:gd name="T0" fmla="*/ 72 w 75"/>
                  <a:gd name="T1" fmla="*/ 71 h 92"/>
                  <a:gd name="T2" fmla="*/ 61 w 75"/>
                  <a:gd name="T3" fmla="*/ 7 h 92"/>
                  <a:gd name="T4" fmla="*/ 9 w 75"/>
                  <a:gd name="T5" fmla="*/ 40 h 92"/>
                  <a:gd name="T6" fmla="*/ 20 w 75"/>
                  <a:gd name="T7" fmla="*/ 103 h 92"/>
                  <a:gd name="T8" fmla="*/ 72 w 75"/>
                  <a:gd name="T9" fmla="*/ 71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92">
                    <a:moveTo>
                      <a:pt x="66" y="59"/>
                    </a:moveTo>
                    <a:cubicBezTo>
                      <a:pt x="75" y="37"/>
                      <a:pt x="70" y="14"/>
                      <a:pt x="55" y="7"/>
                    </a:cubicBezTo>
                    <a:cubicBezTo>
                      <a:pt x="39" y="0"/>
                      <a:pt x="18" y="12"/>
                      <a:pt x="9" y="34"/>
                    </a:cubicBezTo>
                    <a:cubicBezTo>
                      <a:pt x="0" y="55"/>
                      <a:pt x="5" y="79"/>
                      <a:pt x="20" y="85"/>
                    </a:cubicBezTo>
                    <a:cubicBezTo>
                      <a:pt x="36" y="92"/>
                      <a:pt x="57" y="80"/>
                      <a:pt x="66" y="5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3" name="Freeform 544">
                <a:extLst>
                  <a:ext uri="{FF2B5EF4-FFF2-40B4-BE49-F238E27FC236}">
                    <a16:creationId xmlns:a16="http://schemas.microsoft.com/office/drawing/2014/main" id="{C5E6AAA7-F44E-4119-9CBD-734A3E8F2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985"/>
                <a:ext cx="119" cy="144"/>
              </a:xfrm>
              <a:custGeom>
                <a:avLst/>
                <a:gdLst>
                  <a:gd name="T0" fmla="*/ 119 w 116"/>
                  <a:gd name="T1" fmla="*/ 101 h 141"/>
                  <a:gd name="T2" fmla="*/ 96 w 116"/>
                  <a:gd name="T3" fmla="*/ 10 h 141"/>
                  <a:gd name="T4" fmla="*/ 14 w 116"/>
                  <a:gd name="T5" fmla="*/ 57 h 141"/>
                  <a:gd name="T6" fmla="*/ 38 w 116"/>
                  <a:gd name="T7" fmla="*/ 148 h 141"/>
                  <a:gd name="T8" fmla="*/ 119 w 116"/>
                  <a:gd name="T9" fmla="*/ 101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1">
                    <a:moveTo>
                      <a:pt x="101" y="89"/>
                    </a:moveTo>
                    <a:cubicBezTo>
                      <a:pt x="116" y="56"/>
                      <a:pt x="108" y="21"/>
                      <a:pt x="84" y="10"/>
                    </a:cubicBezTo>
                    <a:cubicBezTo>
                      <a:pt x="60" y="0"/>
                      <a:pt x="29" y="18"/>
                      <a:pt x="14" y="51"/>
                    </a:cubicBezTo>
                    <a:cubicBezTo>
                      <a:pt x="0" y="85"/>
                      <a:pt x="8" y="120"/>
                      <a:pt x="32" y="130"/>
                    </a:cubicBezTo>
                    <a:cubicBezTo>
                      <a:pt x="56" y="141"/>
                      <a:pt x="87" y="122"/>
                      <a:pt x="101" y="89"/>
                    </a:cubicBezTo>
                    <a:close/>
                  </a:path>
                </a:pathLst>
              </a:custGeom>
              <a:solidFill>
                <a:srgbClr val="8D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4" name="Freeform 545">
                <a:extLst>
                  <a:ext uri="{FF2B5EF4-FFF2-40B4-BE49-F238E27FC236}">
                    <a16:creationId xmlns:a16="http://schemas.microsoft.com/office/drawing/2014/main" id="{0B278DBE-9835-4D2F-A68E-E6B1F5454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010"/>
                <a:ext cx="78" cy="95"/>
              </a:xfrm>
              <a:custGeom>
                <a:avLst/>
                <a:gdLst>
                  <a:gd name="T0" fmla="*/ 78 w 76"/>
                  <a:gd name="T1" fmla="*/ 65 h 93"/>
                  <a:gd name="T2" fmla="*/ 65 w 76"/>
                  <a:gd name="T3" fmla="*/ 7 h 93"/>
                  <a:gd name="T4" fmla="*/ 9 w 76"/>
                  <a:gd name="T5" fmla="*/ 40 h 93"/>
                  <a:gd name="T6" fmla="*/ 27 w 76"/>
                  <a:gd name="T7" fmla="*/ 98 h 93"/>
                  <a:gd name="T8" fmla="*/ 78 w 76"/>
                  <a:gd name="T9" fmla="*/ 65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3">
                    <a:moveTo>
                      <a:pt x="66" y="59"/>
                    </a:moveTo>
                    <a:cubicBezTo>
                      <a:pt x="76" y="37"/>
                      <a:pt x="71" y="14"/>
                      <a:pt x="55" y="7"/>
                    </a:cubicBezTo>
                    <a:cubicBezTo>
                      <a:pt x="39" y="0"/>
                      <a:pt x="19" y="12"/>
                      <a:pt x="9" y="34"/>
                    </a:cubicBezTo>
                    <a:cubicBezTo>
                      <a:pt x="0" y="56"/>
                      <a:pt x="5" y="79"/>
                      <a:pt x="21" y="86"/>
                    </a:cubicBezTo>
                    <a:cubicBezTo>
                      <a:pt x="37" y="93"/>
                      <a:pt x="57" y="80"/>
                      <a:pt x="66" y="59"/>
                    </a:cubicBezTo>
                    <a:close/>
                  </a:path>
                </a:pathLst>
              </a:custGeom>
              <a:solidFill>
                <a:srgbClr val="2C9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5" name="Freeform 546">
                <a:extLst>
                  <a:ext uri="{FF2B5EF4-FFF2-40B4-BE49-F238E27FC236}">
                    <a16:creationId xmlns:a16="http://schemas.microsoft.com/office/drawing/2014/main" id="{47F07A67-CD63-47B8-8B74-525C9C449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000"/>
                <a:ext cx="69" cy="102"/>
              </a:xfrm>
              <a:custGeom>
                <a:avLst/>
                <a:gdLst>
                  <a:gd name="T0" fmla="*/ 16 w 67"/>
                  <a:gd name="T1" fmla="*/ 117 h 99"/>
                  <a:gd name="T2" fmla="*/ 14 w 67"/>
                  <a:gd name="T3" fmla="*/ 43 h 99"/>
                  <a:gd name="T4" fmla="*/ 79 w 67"/>
                  <a:gd name="T5" fmla="*/ 0 h 99"/>
                  <a:gd name="T6" fmla="*/ 26 w 67"/>
                  <a:gd name="T7" fmla="*/ 45 h 99"/>
                  <a:gd name="T8" fmla="*/ 16 w 67"/>
                  <a:gd name="T9" fmla="*/ 117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99">
                    <a:moveTo>
                      <a:pt x="16" y="99"/>
                    </a:moveTo>
                    <a:cubicBezTo>
                      <a:pt x="16" y="99"/>
                      <a:pt x="0" y="69"/>
                      <a:pt x="14" y="37"/>
                    </a:cubicBezTo>
                    <a:cubicBezTo>
                      <a:pt x="28" y="5"/>
                      <a:pt x="67" y="0"/>
                      <a:pt x="67" y="0"/>
                    </a:cubicBezTo>
                    <a:cubicBezTo>
                      <a:pt x="67" y="0"/>
                      <a:pt x="32" y="11"/>
                      <a:pt x="20" y="39"/>
                    </a:cubicBezTo>
                    <a:cubicBezTo>
                      <a:pt x="8" y="67"/>
                      <a:pt x="16" y="99"/>
                      <a:pt x="16" y="99"/>
                    </a:cubicBezTo>
                    <a:close/>
                  </a:path>
                </a:pathLst>
              </a:custGeom>
              <a:solidFill>
                <a:srgbClr val="C5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6" name="Freeform 547">
                <a:extLst>
                  <a:ext uri="{FF2B5EF4-FFF2-40B4-BE49-F238E27FC236}">
                    <a16:creationId xmlns:a16="http://schemas.microsoft.com/office/drawing/2014/main" id="{C12F512B-CF4F-47E6-BB03-67C5C0991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011"/>
                <a:ext cx="38" cy="66"/>
              </a:xfrm>
              <a:custGeom>
                <a:avLst/>
                <a:gdLst>
                  <a:gd name="T0" fmla="*/ 5 w 37"/>
                  <a:gd name="T1" fmla="*/ 71 h 65"/>
                  <a:gd name="T2" fmla="*/ 43 w 37"/>
                  <a:gd name="T3" fmla="*/ 0 h 65"/>
                  <a:gd name="T4" fmla="*/ 5 w 37"/>
                  <a:gd name="T5" fmla="*/ 7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65">
                    <a:moveTo>
                      <a:pt x="5" y="65"/>
                    </a:moveTo>
                    <a:cubicBezTo>
                      <a:pt x="5" y="65"/>
                      <a:pt x="0" y="20"/>
                      <a:pt x="37" y="0"/>
                    </a:cubicBezTo>
                    <a:cubicBezTo>
                      <a:pt x="37" y="0"/>
                      <a:pt x="7" y="17"/>
                      <a:pt x="5" y="65"/>
                    </a:cubicBezTo>
                    <a:close/>
                  </a:path>
                </a:pathLst>
              </a:custGeom>
              <a:solidFill>
                <a:srgbClr val="FB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7" name="Freeform 548">
                <a:extLst>
                  <a:ext uri="{FF2B5EF4-FFF2-40B4-BE49-F238E27FC236}">
                    <a16:creationId xmlns:a16="http://schemas.microsoft.com/office/drawing/2014/main" id="{83229710-E4B4-4682-8318-D44C00AA9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014"/>
                <a:ext cx="72" cy="101"/>
              </a:xfrm>
              <a:custGeom>
                <a:avLst/>
                <a:gdLst>
                  <a:gd name="T0" fmla="*/ 0 w 71"/>
                  <a:gd name="T1" fmla="*/ 99 h 99"/>
                  <a:gd name="T2" fmla="*/ 54 w 71"/>
                  <a:gd name="T3" fmla="*/ 62 h 99"/>
                  <a:gd name="T4" fmla="*/ 43 w 71"/>
                  <a:gd name="T5" fmla="*/ 0 h 99"/>
                  <a:gd name="T6" fmla="*/ 58 w 71"/>
                  <a:gd name="T7" fmla="*/ 62 h 99"/>
                  <a:gd name="T8" fmla="*/ 0 w 71"/>
                  <a:gd name="T9" fmla="*/ 9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99">
                    <a:moveTo>
                      <a:pt x="0" y="87"/>
                    </a:moveTo>
                    <a:cubicBezTo>
                      <a:pt x="0" y="87"/>
                      <a:pt x="31" y="94"/>
                      <a:pt x="48" y="56"/>
                    </a:cubicBezTo>
                    <a:cubicBezTo>
                      <a:pt x="65" y="17"/>
                      <a:pt x="37" y="0"/>
                      <a:pt x="37" y="0"/>
                    </a:cubicBezTo>
                    <a:cubicBezTo>
                      <a:pt x="37" y="0"/>
                      <a:pt x="71" y="13"/>
                      <a:pt x="52" y="56"/>
                    </a:cubicBezTo>
                    <a:cubicBezTo>
                      <a:pt x="33" y="99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6DB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8" name="Freeform 549">
                <a:extLst>
                  <a:ext uri="{FF2B5EF4-FFF2-40B4-BE49-F238E27FC236}">
                    <a16:creationId xmlns:a16="http://schemas.microsoft.com/office/drawing/2014/main" id="{B3637482-D169-4893-B0BF-8B6CC7C26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020"/>
                <a:ext cx="52" cy="72"/>
              </a:xfrm>
              <a:custGeom>
                <a:avLst/>
                <a:gdLst>
                  <a:gd name="T0" fmla="*/ 16 w 51"/>
                  <a:gd name="T1" fmla="*/ 76 h 71"/>
                  <a:gd name="T2" fmla="*/ 5 w 51"/>
                  <a:gd name="T3" fmla="*/ 30 h 71"/>
                  <a:gd name="T4" fmla="*/ 15 w 51"/>
                  <a:gd name="T5" fmla="*/ 12 h 71"/>
                  <a:gd name="T6" fmla="*/ 40 w 51"/>
                  <a:gd name="T7" fmla="*/ 1 h 71"/>
                  <a:gd name="T8" fmla="*/ 56 w 51"/>
                  <a:gd name="T9" fmla="*/ 14 h 71"/>
                  <a:gd name="T10" fmla="*/ 54 w 51"/>
                  <a:gd name="T11" fmla="*/ 27 h 71"/>
                  <a:gd name="T12" fmla="*/ 42 w 51"/>
                  <a:gd name="T13" fmla="*/ 44 h 71"/>
                  <a:gd name="T14" fmla="*/ 36 w 51"/>
                  <a:gd name="T15" fmla="*/ 70 h 71"/>
                  <a:gd name="T16" fmla="*/ 16 w 51"/>
                  <a:gd name="T17" fmla="*/ 76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71">
                    <a:moveTo>
                      <a:pt x="16" y="70"/>
                    </a:moveTo>
                    <a:cubicBezTo>
                      <a:pt x="0" y="65"/>
                      <a:pt x="1" y="43"/>
                      <a:pt x="5" y="30"/>
                    </a:cubicBezTo>
                    <a:cubicBezTo>
                      <a:pt x="7" y="23"/>
                      <a:pt x="10" y="18"/>
                      <a:pt x="15" y="12"/>
                    </a:cubicBezTo>
                    <a:cubicBezTo>
                      <a:pt x="21" y="7"/>
                      <a:pt x="27" y="0"/>
                      <a:pt x="34" y="1"/>
                    </a:cubicBezTo>
                    <a:cubicBezTo>
                      <a:pt x="42" y="2"/>
                      <a:pt x="51" y="5"/>
                      <a:pt x="50" y="14"/>
                    </a:cubicBezTo>
                    <a:cubicBezTo>
                      <a:pt x="50" y="19"/>
                      <a:pt x="50" y="23"/>
                      <a:pt x="48" y="27"/>
                    </a:cubicBezTo>
                    <a:cubicBezTo>
                      <a:pt x="45" y="33"/>
                      <a:pt x="40" y="34"/>
                      <a:pt x="36" y="38"/>
                    </a:cubicBezTo>
                    <a:cubicBezTo>
                      <a:pt x="29" y="45"/>
                      <a:pt x="34" y="56"/>
                      <a:pt x="30" y="64"/>
                    </a:cubicBezTo>
                    <a:cubicBezTo>
                      <a:pt x="27" y="69"/>
                      <a:pt x="21" y="71"/>
                      <a:pt x="16" y="70"/>
                    </a:cubicBezTo>
                  </a:path>
                </a:pathLst>
              </a:custGeom>
              <a:solidFill>
                <a:srgbClr val="18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9" name="Freeform 550">
                <a:extLst>
                  <a:ext uri="{FF2B5EF4-FFF2-40B4-BE49-F238E27FC236}">
                    <a16:creationId xmlns:a16="http://schemas.microsoft.com/office/drawing/2014/main" id="{706F0AE9-6DAA-4921-844C-894E7E303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067"/>
                <a:ext cx="36" cy="30"/>
              </a:xfrm>
              <a:custGeom>
                <a:avLst/>
                <a:gdLst>
                  <a:gd name="T0" fmla="*/ 1 w 35"/>
                  <a:gd name="T1" fmla="*/ 34 h 29"/>
                  <a:gd name="T2" fmla="*/ 41 w 35"/>
                  <a:gd name="T3" fmla="*/ 0 h 29"/>
                  <a:gd name="T4" fmla="*/ 25 w 35"/>
                  <a:gd name="T5" fmla="*/ 25 h 29"/>
                  <a:gd name="T6" fmla="*/ 10 w 35"/>
                  <a:gd name="T7" fmla="*/ 31 h 29"/>
                  <a:gd name="T8" fmla="*/ 0 w 35"/>
                  <a:gd name="T9" fmla="*/ 34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9">
                    <a:moveTo>
                      <a:pt x="1" y="28"/>
                    </a:moveTo>
                    <a:cubicBezTo>
                      <a:pt x="17" y="29"/>
                      <a:pt x="30" y="14"/>
                      <a:pt x="35" y="0"/>
                    </a:cubicBezTo>
                    <a:cubicBezTo>
                      <a:pt x="30" y="6"/>
                      <a:pt x="26" y="15"/>
                      <a:pt x="19" y="19"/>
                    </a:cubicBezTo>
                    <a:cubicBezTo>
                      <a:pt x="16" y="21"/>
                      <a:pt x="13" y="23"/>
                      <a:pt x="10" y="25"/>
                    </a:cubicBezTo>
                    <a:cubicBezTo>
                      <a:pt x="7" y="27"/>
                      <a:pt x="2" y="27"/>
                      <a:pt x="0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90" name="Freeform 551">
                <a:extLst>
                  <a:ext uri="{FF2B5EF4-FFF2-40B4-BE49-F238E27FC236}">
                    <a16:creationId xmlns:a16="http://schemas.microsoft.com/office/drawing/2014/main" id="{8513E8AA-912E-4C37-BF0D-E18130A50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985"/>
                <a:ext cx="119" cy="144"/>
              </a:xfrm>
              <a:custGeom>
                <a:avLst/>
                <a:gdLst>
                  <a:gd name="T0" fmla="*/ 120 w 116"/>
                  <a:gd name="T1" fmla="*/ 101 h 141"/>
                  <a:gd name="T2" fmla="*/ 96 w 116"/>
                  <a:gd name="T3" fmla="*/ 10 h 141"/>
                  <a:gd name="T4" fmla="*/ 15 w 116"/>
                  <a:gd name="T5" fmla="*/ 57 h 141"/>
                  <a:gd name="T6" fmla="*/ 38 w 116"/>
                  <a:gd name="T7" fmla="*/ 148 h 141"/>
                  <a:gd name="T8" fmla="*/ 120 w 116"/>
                  <a:gd name="T9" fmla="*/ 101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41">
                    <a:moveTo>
                      <a:pt x="102" y="89"/>
                    </a:moveTo>
                    <a:cubicBezTo>
                      <a:pt x="116" y="56"/>
                      <a:pt x="108" y="21"/>
                      <a:pt x="84" y="10"/>
                    </a:cubicBezTo>
                    <a:cubicBezTo>
                      <a:pt x="60" y="0"/>
                      <a:pt x="29" y="18"/>
                      <a:pt x="15" y="51"/>
                    </a:cubicBezTo>
                    <a:cubicBezTo>
                      <a:pt x="0" y="85"/>
                      <a:pt x="8" y="120"/>
                      <a:pt x="32" y="130"/>
                    </a:cubicBezTo>
                    <a:cubicBezTo>
                      <a:pt x="56" y="141"/>
                      <a:pt x="87" y="122"/>
                      <a:pt x="102" y="8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91" name="Freeform 552">
                <a:extLst>
                  <a:ext uri="{FF2B5EF4-FFF2-40B4-BE49-F238E27FC236}">
                    <a16:creationId xmlns:a16="http://schemas.microsoft.com/office/drawing/2014/main" id="{409BFDAC-AD25-40DB-AD89-C25AE7E98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010"/>
                <a:ext cx="78" cy="94"/>
              </a:xfrm>
              <a:custGeom>
                <a:avLst/>
                <a:gdLst>
                  <a:gd name="T0" fmla="*/ 79 w 76"/>
                  <a:gd name="T1" fmla="*/ 65 h 92"/>
                  <a:gd name="T2" fmla="*/ 65 w 76"/>
                  <a:gd name="T3" fmla="*/ 7 h 92"/>
                  <a:gd name="T4" fmla="*/ 10 w 76"/>
                  <a:gd name="T5" fmla="*/ 40 h 92"/>
                  <a:gd name="T6" fmla="*/ 27 w 76"/>
                  <a:gd name="T7" fmla="*/ 98 h 92"/>
                  <a:gd name="T8" fmla="*/ 79 w 76"/>
                  <a:gd name="T9" fmla="*/ 6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67" y="59"/>
                    </a:moveTo>
                    <a:cubicBezTo>
                      <a:pt x="76" y="37"/>
                      <a:pt x="71" y="14"/>
                      <a:pt x="55" y="7"/>
                    </a:cubicBezTo>
                    <a:cubicBezTo>
                      <a:pt x="40" y="0"/>
                      <a:pt x="19" y="12"/>
                      <a:pt x="10" y="34"/>
                    </a:cubicBezTo>
                    <a:cubicBezTo>
                      <a:pt x="0" y="56"/>
                      <a:pt x="6" y="79"/>
                      <a:pt x="21" y="86"/>
                    </a:cubicBezTo>
                    <a:cubicBezTo>
                      <a:pt x="37" y="92"/>
                      <a:pt x="57" y="80"/>
                      <a:pt x="67" y="5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92" name="Freeform 553">
                <a:extLst>
                  <a:ext uri="{FF2B5EF4-FFF2-40B4-BE49-F238E27FC236}">
                    <a16:creationId xmlns:a16="http://schemas.microsoft.com/office/drawing/2014/main" id="{68746A7E-6112-4D2E-80B0-2B7A9B014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898"/>
                <a:ext cx="473" cy="1500"/>
              </a:xfrm>
              <a:custGeom>
                <a:avLst/>
                <a:gdLst>
                  <a:gd name="T0" fmla="*/ 526 w 463"/>
                  <a:gd name="T1" fmla="*/ 0 h 1467"/>
                  <a:gd name="T2" fmla="*/ 526 w 463"/>
                  <a:gd name="T3" fmla="*/ 108 h 1467"/>
                  <a:gd name="T4" fmla="*/ 95 w 463"/>
                  <a:gd name="T5" fmla="*/ 819 h 1467"/>
                  <a:gd name="T6" fmla="*/ 526 w 463"/>
                  <a:gd name="T7" fmla="*/ 1590 h 1467"/>
                  <a:gd name="T8" fmla="*/ 526 w 463"/>
                  <a:gd name="T9" fmla="*/ 1677 h 1467"/>
                  <a:gd name="T10" fmla="*/ 0 w 463"/>
                  <a:gd name="T11" fmla="*/ 825 h 1467"/>
                  <a:gd name="T12" fmla="*/ 526 w 463"/>
                  <a:gd name="T13" fmla="*/ 0 h 14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3" h="1467">
                    <a:moveTo>
                      <a:pt x="463" y="0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96"/>
                      <a:pt x="83" y="345"/>
                      <a:pt x="83" y="717"/>
                    </a:cubicBezTo>
                    <a:cubicBezTo>
                      <a:pt x="83" y="1090"/>
                      <a:pt x="463" y="1392"/>
                      <a:pt x="463" y="1392"/>
                    </a:cubicBezTo>
                    <a:cubicBezTo>
                      <a:pt x="463" y="1467"/>
                      <a:pt x="463" y="1467"/>
                      <a:pt x="463" y="1467"/>
                    </a:cubicBezTo>
                    <a:cubicBezTo>
                      <a:pt x="463" y="1467"/>
                      <a:pt x="0" y="1221"/>
                      <a:pt x="0" y="722"/>
                    </a:cubicBezTo>
                    <a:cubicBezTo>
                      <a:pt x="0" y="224"/>
                      <a:pt x="463" y="0"/>
                      <a:pt x="463" y="0"/>
                    </a:cubicBezTo>
                    <a:close/>
                  </a:path>
                </a:pathLst>
              </a:custGeom>
              <a:solidFill>
                <a:srgbClr val="E275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93" name="Freeform 554">
                <a:extLst>
                  <a:ext uri="{FF2B5EF4-FFF2-40B4-BE49-F238E27FC236}">
                    <a16:creationId xmlns:a16="http://schemas.microsoft.com/office/drawing/2014/main" id="{5B13938A-25BD-45FD-9879-4AE30481E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898"/>
                <a:ext cx="475" cy="1500"/>
              </a:xfrm>
              <a:custGeom>
                <a:avLst/>
                <a:gdLst>
                  <a:gd name="T0" fmla="*/ 0 w 464"/>
                  <a:gd name="T1" fmla="*/ 0 h 1467"/>
                  <a:gd name="T2" fmla="*/ 0 w 464"/>
                  <a:gd name="T3" fmla="*/ 108 h 1467"/>
                  <a:gd name="T4" fmla="*/ 438 w 464"/>
                  <a:gd name="T5" fmla="*/ 819 h 1467"/>
                  <a:gd name="T6" fmla="*/ 0 w 464"/>
                  <a:gd name="T7" fmla="*/ 1590 h 1467"/>
                  <a:gd name="T8" fmla="*/ 0 w 464"/>
                  <a:gd name="T9" fmla="*/ 1677 h 1467"/>
                  <a:gd name="T10" fmla="*/ 534 w 464"/>
                  <a:gd name="T11" fmla="*/ 825 h 1467"/>
                  <a:gd name="T12" fmla="*/ 0 w 464"/>
                  <a:gd name="T13" fmla="*/ 0 h 14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4" h="1467">
                    <a:moveTo>
                      <a:pt x="0" y="0"/>
                    </a:move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381" y="345"/>
                      <a:pt x="381" y="717"/>
                    </a:cubicBezTo>
                    <a:cubicBezTo>
                      <a:pt x="381" y="1090"/>
                      <a:pt x="0" y="1392"/>
                      <a:pt x="0" y="1392"/>
                    </a:cubicBezTo>
                    <a:cubicBezTo>
                      <a:pt x="0" y="1467"/>
                      <a:pt x="0" y="1467"/>
                      <a:pt x="0" y="1467"/>
                    </a:cubicBezTo>
                    <a:cubicBezTo>
                      <a:pt x="0" y="1467"/>
                      <a:pt x="464" y="1221"/>
                      <a:pt x="464" y="722"/>
                    </a:cubicBezTo>
                    <a:cubicBezTo>
                      <a:pt x="464" y="2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BD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94" name="Oval 555">
                <a:extLst>
                  <a:ext uri="{FF2B5EF4-FFF2-40B4-BE49-F238E27FC236}">
                    <a16:creationId xmlns:a16="http://schemas.microsoft.com/office/drawing/2014/main" id="{53A99CC2-745E-4E50-929F-4227EB974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3" y="894"/>
                <a:ext cx="1508" cy="1508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895" name="Freeform 556">
                <a:extLst>
                  <a:ext uri="{FF2B5EF4-FFF2-40B4-BE49-F238E27FC236}">
                    <a16:creationId xmlns:a16="http://schemas.microsoft.com/office/drawing/2014/main" id="{32C1BBBF-187E-40CC-9D14-4DC68FE31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996"/>
                <a:ext cx="388" cy="1326"/>
              </a:xfrm>
              <a:custGeom>
                <a:avLst/>
                <a:gdLst>
                  <a:gd name="T0" fmla="*/ 431 w 380"/>
                  <a:gd name="T1" fmla="*/ 0 h 1296"/>
                  <a:gd name="T2" fmla="*/ 0 w 380"/>
                  <a:gd name="T3" fmla="*/ 712 h 1296"/>
                  <a:gd name="T4" fmla="*/ 431 w 380"/>
                  <a:gd name="T5" fmla="*/ 1487 h 12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0" h="1296">
                    <a:moveTo>
                      <a:pt x="380" y="0"/>
                    </a:moveTo>
                    <a:cubicBezTo>
                      <a:pt x="380" y="0"/>
                      <a:pt x="0" y="249"/>
                      <a:pt x="0" y="621"/>
                    </a:cubicBezTo>
                    <a:cubicBezTo>
                      <a:pt x="0" y="994"/>
                      <a:pt x="380" y="1296"/>
                      <a:pt x="380" y="129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96" name="Freeform 557">
                <a:extLst>
                  <a:ext uri="{FF2B5EF4-FFF2-40B4-BE49-F238E27FC236}">
                    <a16:creationId xmlns:a16="http://schemas.microsoft.com/office/drawing/2014/main" id="{B38B45C6-7D8B-4A9E-BD18-3D0F5E9B5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996"/>
                <a:ext cx="389" cy="1326"/>
              </a:xfrm>
              <a:custGeom>
                <a:avLst/>
                <a:gdLst>
                  <a:gd name="T0" fmla="*/ 0 w 380"/>
                  <a:gd name="T1" fmla="*/ 0 h 1296"/>
                  <a:gd name="T2" fmla="*/ 437 w 380"/>
                  <a:gd name="T3" fmla="*/ 712 h 1296"/>
                  <a:gd name="T4" fmla="*/ 0 w 380"/>
                  <a:gd name="T5" fmla="*/ 1487 h 12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0" h="1296">
                    <a:moveTo>
                      <a:pt x="0" y="0"/>
                    </a:moveTo>
                    <a:cubicBezTo>
                      <a:pt x="0" y="0"/>
                      <a:pt x="380" y="249"/>
                      <a:pt x="380" y="621"/>
                    </a:cubicBezTo>
                    <a:cubicBezTo>
                      <a:pt x="380" y="994"/>
                      <a:pt x="0" y="1296"/>
                      <a:pt x="0" y="129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97" name="Freeform 558">
                <a:extLst>
                  <a:ext uri="{FF2B5EF4-FFF2-40B4-BE49-F238E27FC236}">
                    <a16:creationId xmlns:a16="http://schemas.microsoft.com/office/drawing/2014/main" id="{434A7522-65B6-40CD-B66F-4434FCF80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978"/>
                <a:ext cx="147" cy="178"/>
              </a:xfrm>
              <a:custGeom>
                <a:avLst/>
                <a:gdLst>
                  <a:gd name="T0" fmla="*/ 159 w 144"/>
                  <a:gd name="T1" fmla="*/ 182 h 174"/>
                  <a:gd name="T2" fmla="*/ 157 w 144"/>
                  <a:gd name="T3" fmla="*/ 195 h 174"/>
                  <a:gd name="T4" fmla="*/ 157 w 144"/>
                  <a:gd name="T5" fmla="*/ 195 h 174"/>
                  <a:gd name="T6" fmla="*/ 145 w 144"/>
                  <a:gd name="T7" fmla="*/ 193 h 174"/>
                  <a:gd name="T8" fmla="*/ 3 w 144"/>
                  <a:gd name="T9" fmla="*/ 28 h 174"/>
                  <a:gd name="T10" fmla="*/ 8 w 144"/>
                  <a:gd name="T11" fmla="*/ 6 h 174"/>
                  <a:gd name="T12" fmla="*/ 8 w 144"/>
                  <a:gd name="T13" fmla="*/ 6 h 174"/>
                  <a:gd name="T14" fmla="*/ 31 w 144"/>
                  <a:gd name="T15" fmla="*/ 4 h 174"/>
                  <a:gd name="T16" fmla="*/ 159 w 144"/>
                  <a:gd name="T17" fmla="*/ 182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4">
                    <a:moveTo>
                      <a:pt x="141" y="158"/>
                    </a:moveTo>
                    <a:cubicBezTo>
                      <a:pt x="144" y="162"/>
                      <a:pt x="143" y="168"/>
                      <a:pt x="139" y="171"/>
                    </a:cubicBezTo>
                    <a:cubicBezTo>
                      <a:pt x="139" y="171"/>
                      <a:pt x="139" y="171"/>
                      <a:pt x="139" y="171"/>
                    </a:cubicBezTo>
                    <a:cubicBezTo>
                      <a:pt x="136" y="174"/>
                      <a:pt x="130" y="173"/>
                      <a:pt x="127" y="169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0" y="18"/>
                      <a:pt x="2" y="11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4" y="1"/>
                      <a:pt x="22" y="0"/>
                      <a:pt x="25" y="4"/>
                    </a:cubicBezTo>
                    <a:lnTo>
                      <a:pt x="141" y="15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98" name="Freeform 559">
                <a:extLst>
                  <a:ext uri="{FF2B5EF4-FFF2-40B4-BE49-F238E27FC236}">
                    <a16:creationId xmlns:a16="http://schemas.microsoft.com/office/drawing/2014/main" id="{E37326C6-50C5-4C01-8C58-9E4DE8D33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001"/>
                <a:ext cx="125" cy="147"/>
              </a:xfrm>
              <a:custGeom>
                <a:avLst/>
                <a:gdLst>
                  <a:gd name="T0" fmla="*/ 0 w 122"/>
                  <a:gd name="T1" fmla="*/ 0 h 144"/>
                  <a:gd name="T2" fmla="*/ 140 w 122"/>
                  <a:gd name="T3" fmla="*/ 162 h 144"/>
                  <a:gd name="T4" fmla="*/ 0 w 12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44">
                    <a:moveTo>
                      <a:pt x="0" y="0"/>
                    </a:moveTo>
                    <a:cubicBezTo>
                      <a:pt x="122" y="144"/>
                      <a:pt x="122" y="144"/>
                      <a:pt x="122" y="144"/>
                    </a:cubicBezTo>
                    <a:cubicBezTo>
                      <a:pt x="122" y="144"/>
                      <a:pt x="45" y="28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99" name="Freeform 560">
                <a:extLst>
                  <a:ext uri="{FF2B5EF4-FFF2-40B4-BE49-F238E27FC236}">
                    <a16:creationId xmlns:a16="http://schemas.microsoft.com/office/drawing/2014/main" id="{F120900F-4B29-4759-96F8-91E90404E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981"/>
                <a:ext cx="20" cy="22"/>
              </a:xfrm>
              <a:custGeom>
                <a:avLst/>
                <a:gdLst>
                  <a:gd name="T0" fmla="*/ 0 w 20"/>
                  <a:gd name="T1" fmla="*/ 14 h 22"/>
                  <a:gd name="T2" fmla="*/ 18 w 20"/>
                  <a:gd name="T3" fmla="*/ 0 h 22"/>
                  <a:gd name="T4" fmla="*/ 14 w 20"/>
                  <a:gd name="T5" fmla="*/ 15 h 22"/>
                  <a:gd name="T6" fmla="*/ 0 w 20"/>
                  <a:gd name="T7" fmla="*/ 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0" y="14"/>
                    </a:moveTo>
                    <a:cubicBezTo>
                      <a:pt x="8" y="22"/>
                      <a:pt x="16" y="6"/>
                      <a:pt x="18" y="0"/>
                    </a:cubicBezTo>
                    <a:cubicBezTo>
                      <a:pt x="20" y="6"/>
                      <a:pt x="20" y="11"/>
                      <a:pt x="14" y="15"/>
                    </a:cubicBezTo>
                    <a:cubicBezTo>
                      <a:pt x="10" y="18"/>
                      <a:pt x="4" y="19"/>
                      <a:pt x="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0" name="Freeform 561">
                <a:extLst>
                  <a:ext uri="{FF2B5EF4-FFF2-40B4-BE49-F238E27FC236}">
                    <a16:creationId xmlns:a16="http://schemas.microsoft.com/office/drawing/2014/main" id="{FC4B5ADB-F9E9-4A06-8679-0491815E1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989"/>
                <a:ext cx="116" cy="150"/>
              </a:xfrm>
              <a:custGeom>
                <a:avLst/>
                <a:gdLst>
                  <a:gd name="T0" fmla="*/ 0 w 113"/>
                  <a:gd name="T1" fmla="*/ 0 h 147"/>
                  <a:gd name="T2" fmla="*/ 131 w 113"/>
                  <a:gd name="T3" fmla="*/ 165 h 147"/>
                  <a:gd name="T4" fmla="*/ 0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0" y="0"/>
                    </a:moveTo>
                    <a:cubicBezTo>
                      <a:pt x="113" y="147"/>
                      <a:pt x="113" y="147"/>
                      <a:pt x="113" y="147"/>
                    </a:cubicBezTo>
                    <a:cubicBezTo>
                      <a:pt x="113" y="147"/>
                      <a:pt x="1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1" name="Freeform 562">
                <a:extLst>
                  <a:ext uri="{FF2B5EF4-FFF2-40B4-BE49-F238E27FC236}">
                    <a16:creationId xmlns:a16="http://schemas.microsoft.com/office/drawing/2014/main" id="{ADEF0831-5B4A-451B-B5D9-EDDD78151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978"/>
                <a:ext cx="147" cy="178"/>
              </a:xfrm>
              <a:custGeom>
                <a:avLst/>
                <a:gdLst>
                  <a:gd name="T0" fmla="*/ 159 w 144"/>
                  <a:gd name="T1" fmla="*/ 182 h 174"/>
                  <a:gd name="T2" fmla="*/ 158 w 144"/>
                  <a:gd name="T3" fmla="*/ 195 h 174"/>
                  <a:gd name="T4" fmla="*/ 158 w 144"/>
                  <a:gd name="T5" fmla="*/ 195 h 174"/>
                  <a:gd name="T6" fmla="*/ 146 w 144"/>
                  <a:gd name="T7" fmla="*/ 193 h 174"/>
                  <a:gd name="T8" fmla="*/ 3 w 144"/>
                  <a:gd name="T9" fmla="*/ 28 h 174"/>
                  <a:gd name="T10" fmla="*/ 9 w 144"/>
                  <a:gd name="T11" fmla="*/ 6 h 174"/>
                  <a:gd name="T12" fmla="*/ 9 w 144"/>
                  <a:gd name="T13" fmla="*/ 6 h 174"/>
                  <a:gd name="T14" fmla="*/ 31 w 144"/>
                  <a:gd name="T15" fmla="*/ 4 h 174"/>
                  <a:gd name="T16" fmla="*/ 159 w 144"/>
                  <a:gd name="T17" fmla="*/ 182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4">
                    <a:moveTo>
                      <a:pt x="141" y="158"/>
                    </a:moveTo>
                    <a:cubicBezTo>
                      <a:pt x="144" y="162"/>
                      <a:pt x="144" y="168"/>
                      <a:pt x="140" y="171"/>
                    </a:cubicBezTo>
                    <a:cubicBezTo>
                      <a:pt x="140" y="171"/>
                      <a:pt x="140" y="171"/>
                      <a:pt x="140" y="171"/>
                    </a:cubicBezTo>
                    <a:cubicBezTo>
                      <a:pt x="136" y="174"/>
                      <a:pt x="131" y="173"/>
                      <a:pt x="128" y="169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0" y="18"/>
                      <a:pt x="3" y="11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5" y="1"/>
                      <a:pt x="22" y="0"/>
                      <a:pt x="25" y="4"/>
                    </a:cubicBezTo>
                    <a:lnTo>
                      <a:pt x="141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2" name="Freeform 563">
                <a:extLst>
                  <a:ext uri="{FF2B5EF4-FFF2-40B4-BE49-F238E27FC236}">
                    <a16:creationId xmlns:a16="http://schemas.microsoft.com/office/drawing/2014/main" id="{4E726FD1-C774-458B-B9DE-45352CB34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832"/>
                <a:ext cx="66" cy="214"/>
              </a:xfrm>
              <a:custGeom>
                <a:avLst/>
                <a:gdLst>
                  <a:gd name="T0" fmla="*/ 70 w 65"/>
                  <a:gd name="T1" fmla="*/ 227 h 209"/>
                  <a:gd name="T2" fmla="*/ 63 w 65"/>
                  <a:gd name="T3" fmla="*/ 239 h 209"/>
                  <a:gd name="T4" fmla="*/ 63 w 65"/>
                  <a:gd name="T5" fmla="*/ 239 h 209"/>
                  <a:gd name="T6" fmla="*/ 53 w 65"/>
                  <a:gd name="T7" fmla="*/ 231 h 209"/>
                  <a:gd name="T8" fmla="*/ 1 w 65"/>
                  <a:gd name="T9" fmla="*/ 14 h 209"/>
                  <a:gd name="T10" fmla="*/ 13 w 65"/>
                  <a:gd name="T11" fmla="*/ 2 h 209"/>
                  <a:gd name="T12" fmla="*/ 13 w 65"/>
                  <a:gd name="T13" fmla="*/ 2 h 209"/>
                  <a:gd name="T14" fmla="*/ 28 w 65"/>
                  <a:gd name="T15" fmla="*/ 7 h 209"/>
                  <a:gd name="T16" fmla="*/ 70 w 65"/>
                  <a:gd name="T17" fmla="*/ 227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209">
                    <a:moveTo>
                      <a:pt x="64" y="197"/>
                    </a:moveTo>
                    <a:cubicBezTo>
                      <a:pt x="65" y="202"/>
                      <a:pt x="62" y="207"/>
                      <a:pt x="57" y="208"/>
                    </a:cubicBezTo>
                    <a:cubicBezTo>
                      <a:pt x="57" y="208"/>
                      <a:pt x="57" y="208"/>
                      <a:pt x="57" y="208"/>
                    </a:cubicBezTo>
                    <a:cubicBezTo>
                      <a:pt x="53" y="209"/>
                      <a:pt x="48" y="206"/>
                      <a:pt x="47" y="201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9"/>
                      <a:pt x="5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0" y="0"/>
                      <a:pt x="27" y="3"/>
                      <a:pt x="28" y="7"/>
                    </a:cubicBezTo>
                    <a:lnTo>
                      <a:pt x="64" y="19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3" name="Freeform 564">
                <a:extLst>
                  <a:ext uri="{FF2B5EF4-FFF2-40B4-BE49-F238E27FC236}">
                    <a16:creationId xmlns:a16="http://schemas.microsoft.com/office/drawing/2014/main" id="{06001DE5-1F85-4FEE-8A89-9FB9114A8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850"/>
                <a:ext cx="47" cy="186"/>
              </a:xfrm>
              <a:custGeom>
                <a:avLst/>
                <a:gdLst>
                  <a:gd name="T0" fmla="*/ 0 w 46"/>
                  <a:gd name="T1" fmla="*/ 0 h 182"/>
                  <a:gd name="T2" fmla="*/ 52 w 46"/>
                  <a:gd name="T3" fmla="*/ 206 h 182"/>
                  <a:gd name="T4" fmla="*/ 0 w 46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82">
                    <a:moveTo>
                      <a:pt x="0" y="0"/>
                    </a:moveTo>
                    <a:cubicBezTo>
                      <a:pt x="46" y="182"/>
                      <a:pt x="46" y="182"/>
                      <a:pt x="46" y="182"/>
                    </a:cubicBezTo>
                    <a:cubicBezTo>
                      <a:pt x="46" y="182"/>
                      <a:pt x="28" y="45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4" name="Freeform 565">
                <a:extLst>
                  <a:ext uri="{FF2B5EF4-FFF2-40B4-BE49-F238E27FC236}">
                    <a16:creationId xmlns:a16="http://schemas.microsoft.com/office/drawing/2014/main" id="{A0591298-EAED-4ABE-A236-F89AE954A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838"/>
                <a:ext cx="23" cy="15"/>
              </a:xfrm>
              <a:custGeom>
                <a:avLst/>
                <a:gdLst>
                  <a:gd name="T0" fmla="*/ 1 w 23"/>
                  <a:gd name="T1" fmla="*/ 5 h 15"/>
                  <a:gd name="T2" fmla="*/ 23 w 23"/>
                  <a:gd name="T3" fmla="*/ 0 h 15"/>
                  <a:gd name="T4" fmla="*/ 13 w 23"/>
                  <a:gd name="T5" fmla="*/ 12 h 15"/>
                  <a:gd name="T6" fmla="*/ 0 w 23"/>
                  <a:gd name="T7" fmla="*/ 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5">
                    <a:moveTo>
                      <a:pt x="1" y="5"/>
                    </a:moveTo>
                    <a:cubicBezTo>
                      <a:pt x="5" y="15"/>
                      <a:pt x="19" y="4"/>
                      <a:pt x="23" y="0"/>
                    </a:cubicBezTo>
                    <a:cubicBezTo>
                      <a:pt x="22" y="6"/>
                      <a:pt x="21" y="11"/>
                      <a:pt x="13" y="12"/>
                    </a:cubicBezTo>
                    <a:cubicBezTo>
                      <a:pt x="8" y="12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5" name="Freeform 566">
                <a:extLst>
                  <a:ext uri="{FF2B5EF4-FFF2-40B4-BE49-F238E27FC236}">
                    <a16:creationId xmlns:a16="http://schemas.microsoft.com/office/drawing/2014/main" id="{7C85AA2B-874E-474A-97B9-4AFAB43A1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848"/>
                <a:ext cx="40" cy="186"/>
              </a:xfrm>
              <a:custGeom>
                <a:avLst/>
                <a:gdLst>
                  <a:gd name="T0" fmla="*/ 3 w 39"/>
                  <a:gd name="T1" fmla="*/ 0 h 182"/>
                  <a:gd name="T2" fmla="*/ 45 w 39"/>
                  <a:gd name="T3" fmla="*/ 206 h 182"/>
                  <a:gd name="T4" fmla="*/ 3 w 39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82">
                    <a:moveTo>
                      <a:pt x="3" y="0"/>
                    </a:moveTo>
                    <a:cubicBezTo>
                      <a:pt x="39" y="182"/>
                      <a:pt x="39" y="182"/>
                      <a:pt x="39" y="182"/>
                    </a:cubicBezTo>
                    <a:cubicBezTo>
                      <a:pt x="39" y="182"/>
                      <a:pt x="0" y="9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6" name="Freeform 567">
                <a:extLst>
                  <a:ext uri="{FF2B5EF4-FFF2-40B4-BE49-F238E27FC236}">
                    <a16:creationId xmlns:a16="http://schemas.microsoft.com/office/drawing/2014/main" id="{B809F3AB-83E2-45FE-A63E-12AD7FACF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832"/>
                <a:ext cx="67" cy="213"/>
              </a:xfrm>
              <a:custGeom>
                <a:avLst/>
                <a:gdLst>
                  <a:gd name="T0" fmla="*/ 71 w 66"/>
                  <a:gd name="T1" fmla="*/ 227 h 208"/>
                  <a:gd name="T2" fmla="*/ 64 w 66"/>
                  <a:gd name="T3" fmla="*/ 238 h 208"/>
                  <a:gd name="T4" fmla="*/ 64 w 66"/>
                  <a:gd name="T5" fmla="*/ 238 h 208"/>
                  <a:gd name="T6" fmla="*/ 53 w 66"/>
                  <a:gd name="T7" fmla="*/ 231 h 208"/>
                  <a:gd name="T8" fmla="*/ 1 w 66"/>
                  <a:gd name="T9" fmla="*/ 13 h 208"/>
                  <a:gd name="T10" fmla="*/ 13 w 66"/>
                  <a:gd name="T11" fmla="*/ 2 h 208"/>
                  <a:gd name="T12" fmla="*/ 13 w 66"/>
                  <a:gd name="T13" fmla="*/ 2 h 208"/>
                  <a:gd name="T14" fmla="*/ 29 w 66"/>
                  <a:gd name="T15" fmla="*/ 7 h 208"/>
                  <a:gd name="T16" fmla="*/ 71 w 66"/>
                  <a:gd name="T17" fmla="*/ 227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208">
                    <a:moveTo>
                      <a:pt x="65" y="197"/>
                    </a:moveTo>
                    <a:cubicBezTo>
                      <a:pt x="66" y="202"/>
                      <a:pt x="63" y="206"/>
                      <a:pt x="58" y="207"/>
                    </a:cubicBezTo>
                    <a:cubicBezTo>
                      <a:pt x="58" y="207"/>
                      <a:pt x="58" y="207"/>
                      <a:pt x="58" y="207"/>
                    </a:cubicBezTo>
                    <a:cubicBezTo>
                      <a:pt x="53" y="208"/>
                      <a:pt x="49" y="205"/>
                      <a:pt x="47" y="201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9"/>
                      <a:pt x="6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1" y="0"/>
                      <a:pt x="28" y="3"/>
                      <a:pt x="29" y="7"/>
                    </a:cubicBezTo>
                    <a:lnTo>
                      <a:pt x="65" y="19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7" name="Freeform 568">
                <a:extLst>
                  <a:ext uri="{FF2B5EF4-FFF2-40B4-BE49-F238E27FC236}">
                    <a16:creationId xmlns:a16="http://schemas.microsoft.com/office/drawing/2014/main" id="{E2C5BD32-BCDE-4596-AD84-B7DE098C8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145"/>
                <a:ext cx="178" cy="147"/>
              </a:xfrm>
              <a:custGeom>
                <a:avLst/>
                <a:gdLst>
                  <a:gd name="T0" fmla="*/ 193 w 174"/>
                  <a:gd name="T1" fmla="*/ 150 h 143"/>
                  <a:gd name="T2" fmla="*/ 195 w 174"/>
                  <a:gd name="T3" fmla="*/ 163 h 143"/>
                  <a:gd name="T4" fmla="*/ 195 w 174"/>
                  <a:gd name="T5" fmla="*/ 163 h 143"/>
                  <a:gd name="T6" fmla="*/ 182 w 174"/>
                  <a:gd name="T7" fmla="*/ 164 h 143"/>
                  <a:gd name="T8" fmla="*/ 3 w 174"/>
                  <a:gd name="T9" fmla="*/ 31 h 143"/>
                  <a:gd name="T10" fmla="*/ 5 w 174"/>
                  <a:gd name="T11" fmla="*/ 8 h 143"/>
                  <a:gd name="T12" fmla="*/ 5 w 174"/>
                  <a:gd name="T13" fmla="*/ 8 h 143"/>
                  <a:gd name="T14" fmla="*/ 21 w 174"/>
                  <a:gd name="T15" fmla="*/ 3 h 143"/>
                  <a:gd name="T16" fmla="*/ 193 w 174"/>
                  <a:gd name="T17" fmla="*/ 150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169" y="126"/>
                    </a:moveTo>
                    <a:cubicBezTo>
                      <a:pt x="173" y="129"/>
                      <a:pt x="174" y="135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2"/>
                      <a:pt x="162" y="143"/>
                      <a:pt x="158" y="140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0" y="22"/>
                      <a:pt x="0" y="14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10" y="2"/>
                      <a:pt x="17" y="0"/>
                      <a:pt x="21" y="3"/>
                    </a:cubicBezTo>
                    <a:lnTo>
                      <a:pt x="169" y="126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8" name="Freeform 569">
                <a:extLst>
                  <a:ext uri="{FF2B5EF4-FFF2-40B4-BE49-F238E27FC236}">
                    <a16:creationId xmlns:a16="http://schemas.microsoft.com/office/drawing/2014/main" id="{89606060-0FD8-4236-BF37-28CF53E94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1171"/>
                <a:ext cx="155" cy="115"/>
              </a:xfrm>
              <a:custGeom>
                <a:avLst/>
                <a:gdLst>
                  <a:gd name="T0" fmla="*/ 0 w 151"/>
                  <a:gd name="T1" fmla="*/ 0 h 112"/>
                  <a:gd name="T2" fmla="*/ 176 w 151"/>
                  <a:gd name="T3" fmla="*/ 130 h 112"/>
                  <a:gd name="T4" fmla="*/ 0 w 151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2">
                    <a:moveTo>
                      <a:pt x="0" y="0"/>
                    </a:moveTo>
                    <a:cubicBezTo>
                      <a:pt x="151" y="112"/>
                      <a:pt x="151" y="112"/>
                      <a:pt x="151" y="112"/>
                    </a:cubicBezTo>
                    <a:cubicBezTo>
                      <a:pt x="151" y="112"/>
                      <a:pt x="50" y="17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9" name="Freeform 570">
                <a:extLst>
                  <a:ext uri="{FF2B5EF4-FFF2-40B4-BE49-F238E27FC236}">
                    <a16:creationId xmlns:a16="http://schemas.microsoft.com/office/drawing/2014/main" id="{C597586A-5B85-4EF7-989B-B8B325B8A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148"/>
                <a:ext cx="20" cy="24"/>
              </a:xfrm>
              <a:custGeom>
                <a:avLst/>
                <a:gdLst>
                  <a:gd name="T0" fmla="*/ 0 w 19"/>
                  <a:gd name="T1" fmla="*/ 23 h 23"/>
                  <a:gd name="T2" fmla="*/ 20 w 19"/>
                  <a:gd name="T3" fmla="*/ 0 h 23"/>
                  <a:gd name="T4" fmla="*/ 20 w 19"/>
                  <a:gd name="T5" fmla="*/ 21 h 23"/>
                  <a:gd name="T6" fmla="*/ 0 w 19"/>
                  <a:gd name="T7" fmla="*/ 2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17"/>
                    </a:moveTo>
                    <a:cubicBezTo>
                      <a:pt x="9" y="23"/>
                      <a:pt x="14" y="6"/>
                      <a:pt x="14" y="0"/>
                    </a:cubicBezTo>
                    <a:cubicBezTo>
                      <a:pt x="17" y="5"/>
                      <a:pt x="19" y="9"/>
                      <a:pt x="14" y="15"/>
                    </a:cubicBezTo>
                    <a:cubicBezTo>
                      <a:pt x="10" y="19"/>
                      <a:pt x="5" y="21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0" name="Freeform 571">
                <a:extLst>
                  <a:ext uri="{FF2B5EF4-FFF2-40B4-BE49-F238E27FC236}">
                    <a16:creationId xmlns:a16="http://schemas.microsoft.com/office/drawing/2014/main" id="{6AA0DFEF-00CD-4F58-A9D2-5EC37D943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155"/>
                <a:ext cx="146" cy="119"/>
              </a:xfrm>
              <a:custGeom>
                <a:avLst/>
                <a:gdLst>
                  <a:gd name="T0" fmla="*/ 0 w 143"/>
                  <a:gd name="T1" fmla="*/ 0 h 117"/>
                  <a:gd name="T2" fmla="*/ 161 w 143"/>
                  <a:gd name="T3" fmla="*/ 129 h 117"/>
                  <a:gd name="T4" fmla="*/ 0 w 143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7">
                    <a:moveTo>
                      <a:pt x="0" y="0"/>
                    </a:moveTo>
                    <a:cubicBezTo>
                      <a:pt x="143" y="117"/>
                      <a:pt x="143" y="117"/>
                      <a:pt x="143" y="117"/>
                    </a:cubicBezTo>
                    <a:cubicBezTo>
                      <a:pt x="143" y="117"/>
                      <a:pt x="3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1" name="Freeform 572">
                <a:extLst>
                  <a:ext uri="{FF2B5EF4-FFF2-40B4-BE49-F238E27FC236}">
                    <a16:creationId xmlns:a16="http://schemas.microsoft.com/office/drawing/2014/main" id="{3B91E7B5-34DE-4CBC-92B1-5DD7D28AC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1145"/>
                <a:ext cx="178" cy="147"/>
              </a:xfrm>
              <a:custGeom>
                <a:avLst/>
                <a:gdLst>
                  <a:gd name="T0" fmla="*/ 194 w 174"/>
                  <a:gd name="T1" fmla="*/ 150 h 143"/>
                  <a:gd name="T2" fmla="*/ 195 w 174"/>
                  <a:gd name="T3" fmla="*/ 163 h 143"/>
                  <a:gd name="T4" fmla="*/ 195 w 174"/>
                  <a:gd name="T5" fmla="*/ 163 h 143"/>
                  <a:gd name="T6" fmla="*/ 183 w 174"/>
                  <a:gd name="T7" fmla="*/ 164 h 143"/>
                  <a:gd name="T8" fmla="*/ 4 w 174"/>
                  <a:gd name="T9" fmla="*/ 31 h 143"/>
                  <a:gd name="T10" fmla="*/ 6 w 174"/>
                  <a:gd name="T11" fmla="*/ 8 h 143"/>
                  <a:gd name="T12" fmla="*/ 6 w 174"/>
                  <a:gd name="T13" fmla="*/ 8 h 143"/>
                  <a:gd name="T14" fmla="*/ 21 w 174"/>
                  <a:gd name="T15" fmla="*/ 3 h 143"/>
                  <a:gd name="T16" fmla="*/ 194 w 174"/>
                  <a:gd name="T17" fmla="*/ 150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170" y="126"/>
                    </a:moveTo>
                    <a:cubicBezTo>
                      <a:pt x="173" y="129"/>
                      <a:pt x="174" y="135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2"/>
                      <a:pt x="163" y="143"/>
                      <a:pt x="159" y="14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0" y="22"/>
                      <a:pt x="1" y="15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1" y="2"/>
                      <a:pt x="18" y="0"/>
                      <a:pt x="21" y="3"/>
                    </a:cubicBezTo>
                    <a:lnTo>
                      <a:pt x="170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2" name="Freeform 573">
                <a:extLst>
                  <a:ext uri="{FF2B5EF4-FFF2-40B4-BE49-F238E27FC236}">
                    <a16:creationId xmlns:a16="http://schemas.microsoft.com/office/drawing/2014/main" id="{373D42F8-3D8C-40B2-8194-10A2CECEA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348"/>
                <a:ext cx="211" cy="82"/>
              </a:xfrm>
              <a:custGeom>
                <a:avLst/>
                <a:gdLst>
                  <a:gd name="T0" fmla="*/ 228 w 206"/>
                  <a:gd name="T1" fmla="*/ 73 h 80"/>
                  <a:gd name="T2" fmla="*/ 235 w 206"/>
                  <a:gd name="T3" fmla="*/ 84 h 80"/>
                  <a:gd name="T4" fmla="*/ 235 w 206"/>
                  <a:gd name="T5" fmla="*/ 84 h 80"/>
                  <a:gd name="T6" fmla="*/ 223 w 206"/>
                  <a:gd name="T7" fmla="*/ 90 h 80"/>
                  <a:gd name="T8" fmla="*/ 7 w 206"/>
                  <a:gd name="T9" fmla="*/ 35 h 80"/>
                  <a:gd name="T10" fmla="*/ 2 w 206"/>
                  <a:gd name="T11" fmla="*/ 13 h 80"/>
                  <a:gd name="T12" fmla="*/ 2 w 206"/>
                  <a:gd name="T13" fmla="*/ 13 h 80"/>
                  <a:gd name="T14" fmla="*/ 15 w 206"/>
                  <a:gd name="T15" fmla="*/ 2 h 80"/>
                  <a:gd name="T16" fmla="*/ 228 w 206"/>
                  <a:gd name="T17" fmla="*/ 73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80">
                    <a:moveTo>
                      <a:pt x="198" y="61"/>
                    </a:moveTo>
                    <a:cubicBezTo>
                      <a:pt x="203" y="63"/>
                      <a:pt x="206" y="68"/>
                      <a:pt x="204" y="72"/>
                    </a:cubicBezTo>
                    <a:cubicBezTo>
                      <a:pt x="204" y="72"/>
                      <a:pt x="204" y="72"/>
                      <a:pt x="204" y="72"/>
                    </a:cubicBezTo>
                    <a:cubicBezTo>
                      <a:pt x="203" y="77"/>
                      <a:pt x="198" y="80"/>
                      <a:pt x="193" y="78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2" y="27"/>
                      <a:pt x="0" y="20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5"/>
                      <a:pt x="10" y="0"/>
                      <a:pt x="15" y="2"/>
                    </a:cubicBezTo>
                    <a:lnTo>
                      <a:pt x="198" y="6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3" name="Freeform 574">
                <a:extLst>
                  <a:ext uri="{FF2B5EF4-FFF2-40B4-BE49-F238E27FC236}">
                    <a16:creationId xmlns:a16="http://schemas.microsoft.com/office/drawing/2014/main" id="{C1F5C912-1540-43E8-B47A-7ECD82F77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373"/>
                <a:ext cx="186" cy="52"/>
              </a:xfrm>
              <a:custGeom>
                <a:avLst/>
                <a:gdLst>
                  <a:gd name="T0" fmla="*/ 0 w 181"/>
                  <a:gd name="T1" fmla="*/ 2 h 50"/>
                  <a:gd name="T2" fmla="*/ 213 w 181"/>
                  <a:gd name="T3" fmla="*/ 62 h 50"/>
                  <a:gd name="T4" fmla="*/ 0 w 181"/>
                  <a:gd name="T5" fmla="*/ 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" h="50">
                    <a:moveTo>
                      <a:pt x="0" y="2"/>
                    </a:moveTo>
                    <a:cubicBezTo>
                      <a:pt x="181" y="50"/>
                      <a:pt x="181" y="50"/>
                      <a:pt x="181" y="50"/>
                    </a:cubicBezTo>
                    <a:cubicBezTo>
                      <a:pt x="181" y="50"/>
                      <a:pt x="52" y="0"/>
                      <a:pt x="0" y="2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4" name="Freeform 575">
                <a:extLst>
                  <a:ext uri="{FF2B5EF4-FFF2-40B4-BE49-F238E27FC236}">
                    <a16:creationId xmlns:a16="http://schemas.microsoft.com/office/drawing/2014/main" id="{A8D35286-EFDF-4FC2-8A86-F59737469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1351"/>
                <a:ext cx="16" cy="24"/>
              </a:xfrm>
              <a:custGeom>
                <a:avLst/>
                <a:gdLst>
                  <a:gd name="T0" fmla="*/ 0 w 15"/>
                  <a:gd name="T1" fmla="*/ 28 h 23"/>
                  <a:gd name="T2" fmla="*/ 7 w 15"/>
                  <a:gd name="T3" fmla="*/ 0 h 23"/>
                  <a:gd name="T4" fmla="*/ 19 w 15"/>
                  <a:gd name="T5" fmla="*/ 20 h 23"/>
                  <a:gd name="T6" fmla="*/ 1 w 15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0" y="22"/>
                    </a:moveTo>
                    <a:cubicBezTo>
                      <a:pt x="12" y="23"/>
                      <a:pt x="9" y="6"/>
                      <a:pt x="7" y="0"/>
                    </a:cubicBezTo>
                    <a:cubicBezTo>
                      <a:pt x="12" y="4"/>
                      <a:pt x="15" y="7"/>
                      <a:pt x="13" y="14"/>
                    </a:cubicBezTo>
                    <a:cubicBezTo>
                      <a:pt x="11" y="19"/>
                      <a:pt x="7" y="23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5" name="Freeform 576">
                <a:extLst>
                  <a:ext uri="{FF2B5EF4-FFF2-40B4-BE49-F238E27FC236}">
                    <a16:creationId xmlns:a16="http://schemas.microsoft.com/office/drawing/2014/main" id="{A01B82BB-1E63-44A6-9D0E-0916A7F80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354"/>
                <a:ext cx="180" cy="56"/>
              </a:xfrm>
              <a:custGeom>
                <a:avLst/>
                <a:gdLst>
                  <a:gd name="T0" fmla="*/ 0 w 176"/>
                  <a:gd name="T1" fmla="*/ 0 h 55"/>
                  <a:gd name="T2" fmla="*/ 200 w 176"/>
                  <a:gd name="T3" fmla="*/ 61 h 55"/>
                  <a:gd name="T4" fmla="*/ 0 w 17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55">
                    <a:moveTo>
                      <a:pt x="0" y="0"/>
                    </a:moveTo>
                    <a:cubicBezTo>
                      <a:pt x="176" y="55"/>
                      <a:pt x="176" y="55"/>
                      <a:pt x="176" y="55"/>
                    </a:cubicBezTo>
                    <a:cubicBezTo>
                      <a:pt x="176" y="55"/>
                      <a:pt x="6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6" name="Freeform 577">
                <a:extLst>
                  <a:ext uri="{FF2B5EF4-FFF2-40B4-BE49-F238E27FC236}">
                    <a16:creationId xmlns:a16="http://schemas.microsoft.com/office/drawing/2014/main" id="{20C86FFE-DAFC-420D-A1F0-FA97EA5CF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348"/>
                <a:ext cx="210" cy="82"/>
              </a:xfrm>
              <a:custGeom>
                <a:avLst/>
                <a:gdLst>
                  <a:gd name="T0" fmla="*/ 228 w 205"/>
                  <a:gd name="T1" fmla="*/ 74 h 80"/>
                  <a:gd name="T2" fmla="*/ 235 w 205"/>
                  <a:gd name="T3" fmla="*/ 84 h 80"/>
                  <a:gd name="T4" fmla="*/ 235 w 205"/>
                  <a:gd name="T5" fmla="*/ 84 h 80"/>
                  <a:gd name="T6" fmla="*/ 223 w 205"/>
                  <a:gd name="T7" fmla="*/ 90 h 80"/>
                  <a:gd name="T8" fmla="*/ 6 w 205"/>
                  <a:gd name="T9" fmla="*/ 35 h 80"/>
                  <a:gd name="T10" fmla="*/ 2 w 205"/>
                  <a:gd name="T11" fmla="*/ 13 h 80"/>
                  <a:gd name="T12" fmla="*/ 2 w 205"/>
                  <a:gd name="T13" fmla="*/ 13 h 80"/>
                  <a:gd name="T14" fmla="*/ 14 w 205"/>
                  <a:gd name="T15" fmla="*/ 2 h 80"/>
                  <a:gd name="T16" fmla="*/ 228 w 205"/>
                  <a:gd name="T17" fmla="*/ 74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80">
                    <a:moveTo>
                      <a:pt x="198" y="62"/>
                    </a:moveTo>
                    <a:cubicBezTo>
                      <a:pt x="203" y="63"/>
                      <a:pt x="205" y="68"/>
                      <a:pt x="204" y="72"/>
                    </a:cubicBezTo>
                    <a:cubicBezTo>
                      <a:pt x="204" y="72"/>
                      <a:pt x="204" y="72"/>
                      <a:pt x="204" y="72"/>
                    </a:cubicBezTo>
                    <a:cubicBezTo>
                      <a:pt x="202" y="77"/>
                      <a:pt x="198" y="80"/>
                      <a:pt x="193" y="7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2" y="28"/>
                      <a:pt x="0" y="20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5"/>
                      <a:pt x="10" y="0"/>
                      <a:pt x="14" y="2"/>
                    </a:cubicBezTo>
                    <a:lnTo>
                      <a:pt x="198" y="6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7" name="Freeform 578">
                <a:extLst>
                  <a:ext uri="{FF2B5EF4-FFF2-40B4-BE49-F238E27FC236}">
                    <a16:creationId xmlns:a16="http://schemas.microsoft.com/office/drawing/2014/main" id="{93BBD828-BD42-4847-8894-DC2EAD873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601"/>
                <a:ext cx="215" cy="29"/>
              </a:xfrm>
              <a:custGeom>
                <a:avLst/>
                <a:gdLst>
                  <a:gd name="T0" fmla="*/ 232 w 210"/>
                  <a:gd name="T1" fmla="*/ 11 h 29"/>
                  <a:gd name="T2" fmla="*/ 241 w 210"/>
                  <a:gd name="T3" fmla="*/ 20 h 29"/>
                  <a:gd name="T4" fmla="*/ 241 w 210"/>
                  <a:gd name="T5" fmla="*/ 20 h 29"/>
                  <a:gd name="T6" fmla="*/ 231 w 210"/>
                  <a:gd name="T7" fmla="*/ 29 h 29"/>
                  <a:gd name="T8" fmla="*/ 8 w 210"/>
                  <a:gd name="T9" fmla="*/ 29 h 29"/>
                  <a:gd name="T10" fmla="*/ 0 w 210"/>
                  <a:gd name="T11" fmla="*/ 14 h 29"/>
                  <a:gd name="T12" fmla="*/ 0 w 210"/>
                  <a:gd name="T13" fmla="*/ 14 h 29"/>
                  <a:gd name="T14" fmla="*/ 9 w 210"/>
                  <a:gd name="T15" fmla="*/ 1 h 29"/>
                  <a:gd name="T16" fmla="*/ 232 w 210"/>
                  <a:gd name="T17" fmla="*/ 1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9">
                    <a:moveTo>
                      <a:pt x="202" y="11"/>
                    </a:moveTo>
                    <a:cubicBezTo>
                      <a:pt x="207" y="11"/>
                      <a:pt x="210" y="15"/>
                      <a:pt x="210" y="20"/>
                    </a:cubicBezTo>
                    <a:cubicBezTo>
                      <a:pt x="210" y="20"/>
                      <a:pt x="210" y="20"/>
                      <a:pt x="210" y="20"/>
                    </a:cubicBezTo>
                    <a:cubicBezTo>
                      <a:pt x="210" y="25"/>
                      <a:pt x="206" y="29"/>
                      <a:pt x="201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3" y="29"/>
                      <a:pt x="0" y="2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4" y="0"/>
                      <a:pt x="9" y="1"/>
                    </a:cubicBezTo>
                    <a:lnTo>
                      <a:pt x="202" y="1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8" name="Freeform 579">
                <a:extLst>
                  <a:ext uri="{FF2B5EF4-FFF2-40B4-BE49-F238E27FC236}">
                    <a16:creationId xmlns:a16="http://schemas.microsoft.com/office/drawing/2014/main" id="{426C656D-05C4-41B7-B894-4D631D79F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1611"/>
                <a:ext cx="192" cy="16"/>
              </a:xfrm>
              <a:custGeom>
                <a:avLst/>
                <a:gdLst>
                  <a:gd name="T0" fmla="*/ 0 w 187"/>
                  <a:gd name="T1" fmla="*/ 16 h 16"/>
                  <a:gd name="T2" fmla="*/ 219 w 187"/>
                  <a:gd name="T3" fmla="*/ 16 h 16"/>
                  <a:gd name="T4" fmla="*/ 0 w 187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7" h="16">
                    <a:moveTo>
                      <a:pt x="0" y="16"/>
                    </a:moveTo>
                    <a:cubicBezTo>
                      <a:pt x="187" y="16"/>
                      <a:pt x="187" y="16"/>
                      <a:pt x="187" y="16"/>
                    </a:cubicBezTo>
                    <a:cubicBezTo>
                      <a:pt x="187" y="16"/>
                      <a:pt x="50" y="0"/>
                      <a:pt x="0" y="1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9" name="Freeform 580">
                <a:extLst>
                  <a:ext uri="{FF2B5EF4-FFF2-40B4-BE49-F238E27FC236}">
                    <a16:creationId xmlns:a16="http://schemas.microsoft.com/office/drawing/2014/main" id="{F84BC90F-938A-422C-A044-AF0EAEDAF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604"/>
                <a:ext cx="11" cy="23"/>
              </a:xfrm>
              <a:custGeom>
                <a:avLst/>
                <a:gdLst>
                  <a:gd name="T0" fmla="*/ 0 w 11"/>
                  <a:gd name="T1" fmla="*/ 23 h 23"/>
                  <a:gd name="T2" fmla="*/ 1 w 11"/>
                  <a:gd name="T3" fmla="*/ 0 h 23"/>
                  <a:gd name="T4" fmla="*/ 10 w 11"/>
                  <a:gd name="T5" fmla="*/ 12 h 23"/>
                  <a:gd name="T6" fmla="*/ 1 w 11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0" y="23"/>
                    </a:moveTo>
                    <a:cubicBezTo>
                      <a:pt x="11" y="21"/>
                      <a:pt x="4" y="5"/>
                      <a:pt x="1" y="0"/>
                    </a:cubicBezTo>
                    <a:cubicBezTo>
                      <a:pt x="7" y="2"/>
                      <a:pt x="11" y="5"/>
                      <a:pt x="10" y="12"/>
                    </a:cubicBezTo>
                    <a:cubicBezTo>
                      <a:pt x="9" y="18"/>
                      <a:pt x="6" y="23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0" name="Freeform 581">
                <a:extLst>
                  <a:ext uri="{FF2B5EF4-FFF2-40B4-BE49-F238E27FC236}">
                    <a16:creationId xmlns:a16="http://schemas.microsoft.com/office/drawing/2014/main" id="{21AC0C6E-54F5-450A-918E-4F0EB1EC7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1604"/>
                <a:ext cx="190" cy="8"/>
              </a:xfrm>
              <a:custGeom>
                <a:avLst/>
                <a:gdLst>
                  <a:gd name="T0" fmla="*/ 0 w 185"/>
                  <a:gd name="T1" fmla="*/ 0 h 8"/>
                  <a:gd name="T2" fmla="*/ 217 w 185"/>
                  <a:gd name="T3" fmla="*/ 8 h 8"/>
                  <a:gd name="T4" fmla="*/ 0 w 18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8">
                    <a:moveTo>
                      <a:pt x="0" y="0"/>
                    </a:move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8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1" name="Freeform 582">
                <a:extLst>
                  <a:ext uri="{FF2B5EF4-FFF2-40B4-BE49-F238E27FC236}">
                    <a16:creationId xmlns:a16="http://schemas.microsoft.com/office/drawing/2014/main" id="{8D1B8067-FB65-426C-A360-E9C5F8F99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602"/>
                <a:ext cx="216" cy="28"/>
              </a:xfrm>
              <a:custGeom>
                <a:avLst/>
                <a:gdLst>
                  <a:gd name="T0" fmla="*/ 232 w 211"/>
                  <a:gd name="T1" fmla="*/ 11 h 28"/>
                  <a:gd name="T2" fmla="*/ 242 w 211"/>
                  <a:gd name="T3" fmla="*/ 20 h 28"/>
                  <a:gd name="T4" fmla="*/ 242 w 211"/>
                  <a:gd name="T5" fmla="*/ 20 h 28"/>
                  <a:gd name="T6" fmla="*/ 232 w 211"/>
                  <a:gd name="T7" fmla="*/ 28 h 28"/>
                  <a:gd name="T8" fmla="*/ 9 w 211"/>
                  <a:gd name="T9" fmla="*/ 28 h 28"/>
                  <a:gd name="T10" fmla="*/ 1 w 211"/>
                  <a:gd name="T11" fmla="*/ 14 h 28"/>
                  <a:gd name="T12" fmla="*/ 1 w 211"/>
                  <a:gd name="T13" fmla="*/ 14 h 28"/>
                  <a:gd name="T14" fmla="*/ 10 w 211"/>
                  <a:gd name="T15" fmla="*/ 0 h 28"/>
                  <a:gd name="T16" fmla="*/ 232 w 211"/>
                  <a:gd name="T17" fmla="*/ 11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8">
                    <a:moveTo>
                      <a:pt x="202" y="11"/>
                    </a:moveTo>
                    <a:cubicBezTo>
                      <a:pt x="207" y="11"/>
                      <a:pt x="211" y="15"/>
                      <a:pt x="211" y="20"/>
                    </a:cubicBezTo>
                    <a:cubicBezTo>
                      <a:pt x="211" y="20"/>
                      <a:pt x="211" y="20"/>
                      <a:pt x="211" y="20"/>
                    </a:cubicBezTo>
                    <a:cubicBezTo>
                      <a:pt x="211" y="24"/>
                      <a:pt x="207" y="28"/>
                      <a:pt x="202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4" y="28"/>
                      <a:pt x="0" y="22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6"/>
                      <a:pt x="5" y="0"/>
                      <a:pt x="10" y="0"/>
                    </a:cubicBezTo>
                    <a:lnTo>
                      <a:pt x="202" y="1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2" name="Freeform 583">
                <a:extLst>
                  <a:ext uri="{FF2B5EF4-FFF2-40B4-BE49-F238E27FC236}">
                    <a16:creationId xmlns:a16="http://schemas.microsoft.com/office/drawing/2014/main" id="{4416ECA9-2E08-49E7-98EF-18226E1F5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816"/>
                <a:ext cx="211" cy="76"/>
              </a:xfrm>
              <a:custGeom>
                <a:avLst/>
                <a:gdLst>
                  <a:gd name="T0" fmla="*/ 224 w 206"/>
                  <a:gd name="T1" fmla="*/ 1 h 74"/>
                  <a:gd name="T2" fmla="*/ 236 w 206"/>
                  <a:gd name="T3" fmla="*/ 7 h 74"/>
                  <a:gd name="T4" fmla="*/ 236 w 206"/>
                  <a:gd name="T5" fmla="*/ 7 h 74"/>
                  <a:gd name="T6" fmla="*/ 229 w 206"/>
                  <a:gd name="T7" fmla="*/ 18 h 74"/>
                  <a:gd name="T8" fmla="*/ 14 w 206"/>
                  <a:gd name="T9" fmla="*/ 85 h 74"/>
                  <a:gd name="T10" fmla="*/ 2 w 206"/>
                  <a:gd name="T11" fmla="*/ 74 h 74"/>
                  <a:gd name="T12" fmla="*/ 2 w 206"/>
                  <a:gd name="T13" fmla="*/ 74 h 74"/>
                  <a:gd name="T14" fmla="*/ 6 w 206"/>
                  <a:gd name="T15" fmla="*/ 52 h 74"/>
                  <a:gd name="T16" fmla="*/ 224 w 206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4">
                    <a:moveTo>
                      <a:pt x="194" y="1"/>
                    </a:moveTo>
                    <a:cubicBezTo>
                      <a:pt x="199" y="0"/>
                      <a:pt x="204" y="2"/>
                      <a:pt x="205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6" y="12"/>
                      <a:pt x="203" y="17"/>
                      <a:pt x="199" y="18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9" y="74"/>
                      <a:pt x="4" y="69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4"/>
                      <a:pt x="2" y="47"/>
                      <a:pt x="6" y="46"/>
                    </a:cubicBezTo>
                    <a:lnTo>
                      <a:pt x="194" y="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3" name="Freeform 584">
                <a:extLst>
                  <a:ext uri="{FF2B5EF4-FFF2-40B4-BE49-F238E27FC236}">
                    <a16:creationId xmlns:a16="http://schemas.microsoft.com/office/drawing/2014/main" id="{550217A8-D94F-4E65-8948-528C4D37D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832"/>
                <a:ext cx="184" cy="55"/>
              </a:xfrm>
              <a:custGeom>
                <a:avLst/>
                <a:gdLst>
                  <a:gd name="T0" fmla="*/ 0 w 180"/>
                  <a:gd name="T1" fmla="*/ 60 h 54"/>
                  <a:gd name="T2" fmla="*/ 204 w 180"/>
                  <a:gd name="T3" fmla="*/ 0 h 54"/>
                  <a:gd name="T4" fmla="*/ 0 w 180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4">
                    <a:moveTo>
                      <a:pt x="0" y="54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44" y="24"/>
                      <a:pt x="0" y="5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4" name="Freeform 585">
                <a:extLst>
                  <a:ext uri="{FF2B5EF4-FFF2-40B4-BE49-F238E27FC236}">
                    <a16:creationId xmlns:a16="http://schemas.microsoft.com/office/drawing/2014/main" id="{778F2EE0-521E-4E31-AC2D-40E5A8DC6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1866"/>
                <a:ext cx="16" cy="23"/>
              </a:xfrm>
              <a:custGeom>
                <a:avLst/>
                <a:gdLst>
                  <a:gd name="T0" fmla="*/ 6 w 16"/>
                  <a:gd name="T1" fmla="*/ 28 h 22"/>
                  <a:gd name="T2" fmla="*/ 0 w 16"/>
                  <a:gd name="T3" fmla="*/ 0 h 22"/>
                  <a:gd name="T4" fmla="*/ 12 w 16"/>
                  <a:gd name="T5" fmla="*/ 9 h 22"/>
                  <a:gd name="T6" fmla="*/ 7 w 16"/>
                  <a:gd name="T7" fmla="*/ 2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6" y="22"/>
                    </a:moveTo>
                    <a:cubicBezTo>
                      <a:pt x="16" y="17"/>
                      <a:pt x="5" y="4"/>
                      <a:pt x="0" y="0"/>
                    </a:cubicBezTo>
                    <a:cubicBezTo>
                      <a:pt x="6" y="0"/>
                      <a:pt x="11" y="2"/>
                      <a:pt x="12" y="9"/>
                    </a:cubicBezTo>
                    <a:cubicBezTo>
                      <a:pt x="13" y="14"/>
                      <a:pt x="12" y="20"/>
                      <a:pt x="7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5" name="Freeform 586">
                <a:extLst>
                  <a:ext uri="{FF2B5EF4-FFF2-40B4-BE49-F238E27FC236}">
                    <a16:creationId xmlns:a16="http://schemas.microsoft.com/office/drawing/2014/main" id="{3393B35F-B303-4FE3-8CFA-AC72C2B17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1817"/>
                <a:ext cx="184" cy="48"/>
              </a:xfrm>
              <a:custGeom>
                <a:avLst/>
                <a:gdLst>
                  <a:gd name="T0" fmla="*/ 0 w 180"/>
                  <a:gd name="T1" fmla="*/ 50 h 47"/>
                  <a:gd name="T2" fmla="*/ 204 w 180"/>
                  <a:gd name="T3" fmla="*/ 0 h 47"/>
                  <a:gd name="T4" fmla="*/ 0 w 180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47">
                    <a:moveTo>
                      <a:pt x="0" y="44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9" y="47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6" name="Freeform 587">
                <a:extLst>
                  <a:ext uri="{FF2B5EF4-FFF2-40B4-BE49-F238E27FC236}">
                    <a16:creationId xmlns:a16="http://schemas.microsoft.com/office/drawing/2014/main" id="{C171FF4B-E8F0-431D-AF9A-AA986667C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816"/>
                <a:ext cx="212" cy="77"/>
              </a:xfrm>
              <a:custGeom>
                <a:avLst/>
                <a:gdLst>
                  <a:gd name="T0" fmla="*/ 225 w 207"/>
                  <a:gd name="T1" fmla="*/ 1 h 75"/>
                  <a:gd name="T2" fmla="*/ 237 w 207"/>
                  <a:gd name="T3" fmla="*/ 8 h 75"/>
                  <a:gd name="T4" fmla="*/ 237 w 207"/>
                  <a:gd name="T5" fmla="*/ 8 h 75"/>
                  <a:gd name="T6" fmla="*/ 230 w 207"/>
                  <a:gd name="T7" fmla="*/ 18 h 75"/>
                  <a:gd name="T8" fmla="*/ 15 w 207"/>
                  <a:gd name="T9" fmla="*/ 85 h 75"/>
                  <a:gd name="T10" fmla="*/ 2 w 207"/>
                  <a:gd name="T11" fmla="*/ 74 h 75"/>
                  <a:gd name="T12" fmla="*/ 2 w 207"/>
                  <a:gd name="T13" fmla="*/ 74 h 75"/>
                  <a:gd name="T14" fmla="*/ 7 w 207"/>
                  <a:gd name="T15" fmla="*/ 52 h 75"/>
                  <a:gd name="T16" fmla="*/ 225 w 207"/>
                  <a:gd name="T17" fmla="*/ 1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5">
                    <a:moveTo>
                      <a:pt x="195" y="1"/>
                    </a:moveTo>
                    <a:cubicBezTo>
                      <a:pt x="200" y="0"/>
                      <a:pt x="204" y="3"/>
                      <a:pt x="206" y="8"/>
                    </a:cubicBezTo>
                    <a:cubicBezTo>
                      <a:pt x="206" y="8"/>
                      <a:pt x="206" y="8"/>
                      <a:pt x="206" y="8"/>
                    </a:cubicBezTo>
                    <a:cubicBezTo>
                      <a:pt x="207" y="12"/>
                      <a:pt x="204" y="17"/>
                      <a:pt x="200" y="18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0" y="75"/>
                      <a:pt x="4" y="69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4"/>
                      <a:pt x="3" y="47"/>
                      <a:pt x="7" y="46"/>
                    </a:cubicBezTo>
                    <a:lnTo>
                      <a:pt x="195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7" name="Freeform 588">
                <a:extLst>
                  <a:ext uri="{FF2B5EF4-FFF2-40B4-BE49-F238E27FC236}">
                    <a16:creationId xmlns:a16="http://schemas.microsoft.com/office/drawing/2014/main" id="{A8EC4CF3-5ABD-48D6-9088-D5BFA0A59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953"/>
                <a:ext cx="190" cy="129"/>
              </a:xfrm>
              <a:custGeom>
                <a:avLst/>
                <a:gdLst>
                  <a:gd name="T0" fmla="*/ 196 w 186"/>
                  <a:gd name="T1" fmla="*/ 3 h 126"/>
                  <a:gd name="T2" fmla="*/ 208 w 186"/>
                  <a:gd name="T3" fmla="*/ 6 h 126"/>
                  <a:gd name="T4" fmla="*/ 208 w 186"/>
                  <a:gd name="T5" fmla="*/ 6 h 126"/>
                  <a:gd name="T6" fmla="*/ 205 w 186"/>
                  <a:gd name="T7" fmla="*/ 18 h 126"/>
                  <a:gd name="T8" fmla="*/ 19 w 186"/>
                  <a:gd name="T9" fmla="*/ 141 h 126"/>
                  <a:gd name="T10" fmla="*/ 4 w 186"/>
                  <a:gd name="T11" fmla="*/ 134 h 126"/>
                  <a:gd name="T12" fmla="*/ 4 w 186"/>
                  <a:gd name="T13" fmla="*/ 134 h 126"/>
                  <a:gd name="T14" fmla="*/ 4 w 186"/>
                  <a:gd name="T15" fmla="*/ 113 h 126"/>
                  <a:gd name="T16" fmla="*/ 196 w 186"/>
                  <a:gd name="T17" fmla="*/ 3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6">
                    <a:moveTo>
                      <a:pt x="172" y="3"/>
                    </a:moveTo>
                    <a:cubicBezTo>
                      <a:pt x="176" y="0"/>
                      <a:pt x="181" y="2"/>
                      <a:pt x="184" y="6"/>
                    </a:cubicBezTo>
                    <a:cubicBezTo>
                      <a:pt x="184" y="6"/>
                      <a:pt x="184" y="6"/>
                      <a:pt x="184" y="6"/>
                    </a:cubicBezTo>
                    <a:cubicBezTo>
                      <a:pt x="186" y="10"/>
                      <a:pt x="185" y="15"/>
                      <a:pt x="181" y="18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5" y="126"/>
                      <a:pt x="9" y="123"/>
                      <a:pt x="4" y="116"/>
                    </a:cubicBezTo>
                    <a:cubicBezTo>
                      <a:pt x="4" y="116"/>
                      <a:pt x="4" y="116"/>
                      <a:pt x="4" y="116"/>
                    </a:cubicBezTo>
                    <a:cubicBezTo>
                      <a:pt x="0" y="109"/>
                      <a:pt x="0" y="102"/>
                      <a:pt x="4" y="99"/>
                    </a:cubicBezTo>
                    <a:lnTo>
                      <a:pt x="172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8" name="Freeform 589">
                <a:extLst>
                  <a:ext uri="{FF2B5EF4-FFF2-40B4-BE49-F238E27FC236}">
                    <a16:creationId xmlns:a16="http://schemas.microsoft.com/office/drawing/2014/main" id="{54403B8C-A3C2-410A-BE70-C381D58E6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970"/>
                <a:ext cx="161" cy="105"/>
              </a:xfrm>
              <a:custGeom>
                <a:avLst/>
                <a:gdLst>
                  <a:gd name="T0" fmla="*/ 0 w 157"/>
                  <a:gd name="T1" fmla="*/ 115 h 103"/>
                  <a:gd name="T2" fmla="*/ 182 w 157"/>
                  <a:gd name="T3" fmla="*/ 0 h 103"/>
                  <a:gd name="T4" fmla="*/ 0 w 157"/>
                  <a:gd name="T5" fmla="*/ 115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103">
                    <a:moveTo>
                      <a:pt x="0" y="103"/>
                    </a:moveTo>
                    <a:cubicBezTo>
                      <a:pt x="157" y="0"/>
                      <a:pt x="157" y="0"/>
                      <a:pt x="157" y="0"/>
                    </a:cubicBezTo>
                    <a:cubicBezTo>
                      <a:pt x="157" y="0"/>
                      <a:pt x="34" y="62"/>
                      <a:pt x="0" y="103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9" name="Freeform 590">
                <a:extLst>
                  <a:ext uri="{FF2B5EF4-FFF2-40B4-BE49-F238E27FC236}">
                    <a16:creationId xmlns:a16="http://schemas.microsoft.com/office/drawing/2014/main" id="{559D6976-6204-47B0-BED7-47AB051C6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058"/>
                <a:ext cx="20" cy="21"/>
              </a:xfrm>
              <a:custGeom>
                <a:avLst/>
                <a:gdLst>
                  <a:gd name="T0" fmla="*/ 12 w 20"/>
                  <a:gd name="T1" fmla="*/ 20 h 21"/>
                  <a:gd name="T2" fmla="*/ 0 w 20"/>
                  <a:gd name="T3" fmla="*/ 1 h 21"/>
                  <a:gd name="T4" fmla="*/ 14 w 20"/>
                  <a:gd name="T5" fmla="*/ 7 h 21"/>
                  <a:gd name="T6" fmla="*/ 13 w 20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12" y="20"/>
                    </a:moveTo>
                    <a:cubicBezTo>
                      <a:pt x="20" y="13"/>
                      <a:pt x="6" y="3"/>
                      <a:pt x="0" y="1"/>
                    </a:cubicBezTo>
                    <a:cubicBezTo>
                      <a:pt x="6" y="0"/>
                      <a:pt x="11" y="0"/>
                      <a:pt x="14" y="7"/>
                    </a:cubicBezTo>
                    <a:cubicBezTo>
                      <a:pt x="17" y="11"/>
                      <a:pt x="17" y="17"/>
                      <a:pt x="13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0" name="Freeform 591">
                <a:extLst>
                  <a:ext uri="{FF2B5EF4-FFF2-40B4-BE49-F238E27FC236}">
                    <a16:creationId xmlns:a16="http://schemas.microsoft.com/office/drawing/2014/main" id="{414C0F94-31F4-4AAF-8DE8-0E92C6D9F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956"/>
                <a:ext cx="164" cy="97"/>
              </a:xfrm>
              <a:custGeom>
                <a:avLst/>
                <a:gdLst>
                  <a:gd name="T0" fmla="*/ 0 w 160"/>
                  <a:gd name="T1" fmla="*/ 112 h 94"/>
                  <a:gd name="T2" fmla="*/ 184 w 160"/>
                  <a:gd name="T3" fmla="*/ 0 h 94"/>
                  <a:gd name="T4" fmla="*/ 0 w 160"/>
                  <a:gd name="T5" fmla="*/ 112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94">
                    <a:moveTo>
                      <a:pt x="0" y="94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9" y="94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1" name="Freeform 592">
                <a:extLst>
                  <a:ext uri="{FF2B5EF4-FFF2-40B4-BE49-F238E27FC236}">
                    <a16:creationId xmlns:a16="http://schemas.microsoft.com/office/drawing/2014/main" id="{F77E16B4-F698-4AFC-A9EF-0E4081CA8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954"/>
                <a:ext cx="190" cy="128"/>
              </a:xfrm>
              <a:custGeom>
                <a:avLst/>
                <a:gdLst>
                  <a:gd name="T0" fmla="*/ 195 w 186"/>
                  <a:gd name="T1" fmla="*/ 2 h 125"/>
                  <a:gd name="T2" fmla="*/ 208 w 186"/>
                  <a:gd name="T3" fmla="*/ 5 h 125"/>
                  <a:gd name="T4" fmla="*/ 208 w 186"/>
                  <a:gd name="T5" fmla="*/ 5 h 125"/>
                  <a:gd name="T6" fmla="*/ 205 w 186"/>
                  <a:gd name="T7" fmla="*/ 17 h 125"/>
                  <a:gd name="T8" fmla="*/ 19 w 186"/>
                  <a:gd name="T9" fmla="*/ 141 h 125"/>
                  <a:gd name="T10" fmla="*/ 4 w 186"/>
                  <a:gd name="T11" fmla="*/ 133 h 125"/>
                  <a:gd name="T12" fmla="*/ 4 w 186"/>
                  <a:gd name="T13" fmla="*/ 133 h 125"/>
                  <a:gd name="T14" fmla="*/ 4 w 186"/>
                  <a:gd name="T15" fmla="*/ 114 h 125"/>
                  <a:gd name="T16" fmla="*/ 195 w 186"/>
                  <a:gd name="T17" fmla="*/ 2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5">
                    <a:moveTo>
                      <a:pt x="171" y="2"/>
                    </a:moveTo>
                    <a:cubicBezTo>
                      <a:pt x="176" y="0"/>
                      <a:pt x="181" y="1"/>
                      <a:pt x="184" y="5"/>
                    </a:cubicBezTo>
                    <a:cubicBezTo>
                      <a:pt x="184" y="5"/>
                      <a:pt x="184" y="5"/>
                      <a:pt x="184" y="5"/>
                    </a:cubicBezTo>
                    <a:cubicBezTo>
                      <a:pt x="186" y="9"/>
                      <a:pt x="185" y="15"/>
                      <a:pt x="181" y="17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5" y="125"/>
                      <a:pt x="8" y="122"/>
                      <a:pt x="4" y="115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0" y="109"/>
                      <a:pt x="0" y="101"/>
                      <a:pt x="4" y="99"/>
                    </a:cubicBezTo>
                    <a:lnTo>
                      <a:pt x="171" y="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2" name="Freeform 593">
                <a:extLst>
                  <a:ext uri="{FF2B5EF4-FFF2-40B4-BE49-F238E27FC236}">
                    <a16:creationId xmlns:a16="http://schemas.microsoft.com/office/drawing/2014/main" id="{C574F720-B6D2-4376-9B38-3C87393DA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114"/>
                <a:ext cx="173" cy="152"/>
              </a:xfrm>
              <a:custGeom>
                <a:avLst/>
                <a:gdLst>
                  <a:gd name="T0" fmla="*/ 172 w 170"/>
                  <a:gd name="T1" fmla="*/ 3 h 149"/>
                  <a:gd name="T2" fmla="*/ 184 w 170"/>
                  <a:gd name="T3" fmla="*/ 4 h 149"/>
                  <a:gd name="T4" fmla="*/ 184 w 170"/>
                  <a:gd name="T5" fmla="*/ 4 h 149"/>
                  <a:gd name="T6" fmla="*/ 183 w 170"/>
                  <a:gd name="T7" fmla="*/ 17 h 149"/>
                  <a:gd name="T8" fmla="*/ 22 w 170"/>
                  <a:gd name="T9" fmla="*/ 164 h 149"/>
                  <a:gd name="T10" fmla="*/ 7 w 170"/>
                  <a:gd name="T11" fmla="*/ 159 h 149"/>
                  <a:gd name="T12" fmla="*/ 7 w 170"/>
                  <a:gd name="T13" fmla="*/ 159 h 149"/>
                  <a:gd name="T14" fmla="*/ 4 w 170"/>
                  <a:gd name="T15" fmla="*/ 143 h 149"/>
                  <a:gd name="T16" fmla="*/ 172 w 170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0" h="149">
                    <a:moveTo>
                      <a:pt x="154" y="3"/>
                    </a:moveTo>
                    <a:cubicBezTo>
                      <a:pt x="158" y="0"/>
                      <a:pt x="163" y="1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70" y="8"/>
                      <a:pt x="169" y="13"/>
                      <a:pt x="165" y="17"/>
                    </a:cubicBezTo>
                    <a:cubicBezTo>
                      <a:pt x="22" y="146"/>
                      <a:pt x="22" y="146"/>
                      <a:pt x="22" y="146"/>
                    </a:cubicBezTo>
                    <a:cubicBezTo>
                      <a:pt x="19" y="149"/>
                      <a:pt x="12" y="147"/>
                      <a:pt x="7" y="141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1" y="135"/>
                      <a:pt x="0" y="128"/>
                      <a:pt x="4" y="125"/>
                    </a:cubicBez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3" name="Freeform 594">
                <a:extLst>
                  <a:ext uri="{FF2B5EF4-FFF2-40B4-BE49-F238E27FC236}">
                    <a16:creationId xmlns:a16="http://schemas.microsoft.com/office/drawing/2014/main" id="{C923CBD1-F9E2-43F4-A1F2-4A4DBD9DA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29"/>
                <a:ext cx="142" cy="129"/>
              </a:xfrm>
              <a:custGeom>
                <a:avLst/>
                <a:gdLst>
                  <a:gd name="T0" fmla="*/ 0 w 139"/>
                  <a:gd name="T1" fmla="*/ 144 h 126"/>
                  <a:gd name="T2" fmla="*/ 157 w 139"/>
                  <a:gd name="T3" fmla="*/ 0 h 126"/>
                  <a:gd name="T4" fmla="*/ 0 w 139"/>
                  <a:gd name="T5" fmla="*/ 144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6">
                    <a:moveTo>
                      <a:pt x="0" y="126"/>
                    </a:move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26" y="81"/>
                      <a:pt x="0" y="12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4" name="Freeform 595">
                <a:extLst>
                  <a:ext uri="{FF2B5EF4-FFF2-40B4-BE49-F238E27FC236}">
                    <a16:creationId xmlns:a16="http://schemas.microsoft.com/office/drawing/2014/main" id="{973C8631-E77C-466C-A28F-EB05F7D6F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243"/>
                <a:ext cx="22" cy="20"/>
              </a:xfrm>
              <a:custGeom>
                <a:avLst/>
                <a:gdLst>
                  <a:gd name="T0" fmla="*/ 15 w 22"/>
                  <a:gd name="T1" fmla="*/ 20 h 20"/>
                  <a:gd name="T2" fmla="*/ 0 w 22"/>
                  <a:gd name="T3" fmla="*/ 3 h 20"/>
                  <a:gd name="T4" fmla="*/ 15 w 22"/>
                  <a:gd name="T5" fmla="*/ 6 h 20"/>
                  <a:gd name="T6" fmla="*/ 16 w 22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15" y="20"/>
                    </a:moveTo>
                    <a:cubicBezTo>
                      <a:pt x="22" y="11"/>
                      <a:pt x="6" y="4"/>
                      <a:pt x="0" y="3"/>
                    </a:cubicBezTo>
                    <a:cubicBezTo>
                      <a:pt x="6" y="0"/>
                      <a:pt x="11" y="0"/>
                      <a:pt x="15" y="6"/>
                    </a:cubicBezTo>
                    <a:cubicBezTo>
                      <a:pt x="18" y="10"/>
                      <a:pt x="20" y="16"/>
                      <a:pt x="1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5" name="Freeform 596">
                <a:extLst>
                  <a:ext uri="{FF2B5EF4-FFF2-40B4-BE49-F238E27FC236}">
                    <a16:creationId xmlns:a16="http://schemas.microsoft.com/office/drawing/2014/main" id="{8E12DC58-70BD-47CB-8D3E-53FC2E63C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117"/>
                <a:ext cx="146" cy="121"/>
              </a:xfrm>
              <a:custGeom>
                <a:avLst/>
                <a:gdLst>
                  <a:gd name="T0" fmla="*/ 0 w 143"/>
                  <a:gd name="T1" fmla="*/ 136 h 118"/>
                  <a:gd name="T2" fmla="*/ 161 w 143"/>
                  <a:gd name="T3" fmla="*/ 0 h 118"/>
                  <a:gd name="T4" fmla="*/ 0 w 143"/>
                  <a:gd name="T5" fmla="*/ 136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8">
                    <a:moveTo>
                      <a:pt x="0" y="118"/>
                    </a:move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9" y="116"/>
                      <a:pt x="0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6" name="Freeform 597">
                <a:extLst>
                  <a:ext uri="{FF2B5EF4-FFF2-40B4-BE49-F238E27FC236}">
                    <a16:creationId xmlns:a16="http://schemas.microsoft.com/office/drawing/2014/main" id="{4BCFF7E3-0B39-467D-A630-FAD39B29F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115"/>
                <a:ext cx="173" cy="152"/>
              </a:xfrm>
              <a:custGeom>
                <a:avLst/>
                <a:gdLst>
                  <a:gd name="T0" fmla="*/ 172 w 170"/>
                  <a:gd name="T1" fmla="*/ 3 h 149"/>
                  <a:gd name="T2" fmla="*/ 184 w 170"/>
                  <a:gd name="T3" fmla="*/ 4 h 149"/>
                  <a:gd name="T4" fmla="*/ 184 w 170"/>
                  <a:gd name="T5" fmla="*/ 4 h 149"/>
                  <a:gd name="T6" fmla="*/ 183 w 170"/>
                  <a:gd name="T7" fmla="*/ 16 h 149"/>
                  <a:gd name="T8" fmla="*/ 22 w 170"/>
                  <a:gd name="T9" fmla="*/ 163 h 149"/>
                  <a:gd name="T10" fmla="*/ 7 w 170"/>
                  <a:gd name="T11" fmla="*/ 159 h 149"/>
                  <a:gd name="T12" fmla="*/ 7 w 170"/>
                  <a:gd name="T13" fmla="*/ 159 h 149"/>
                  <a:gd name="T14" fmla="*/ 4 w 170"/>
                  <a:gd name="T15" fmla="*/ 141 h 149"/>
                  <a:gd name="T16" fmla="*/ 172 w 170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0" h="149">
                    <a:moveTo>
                      <a:pt x="154" y="3"/>
                    </a:moveTo>
                    <a:cubicBezTo>
                      <a:pt x="158" y="0"/>
                      <a:pt x="163" y="0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70" y="7"/>
                      <a:pt x="169" y="13"/>
                      <a:pt x="165" y="16"/>
                    </a:cubicBezTo>
                    <a:cubicBezTo>
                      <a:pt x="22" y="145"/>
                      <a:pt x="22" y="145"/>
                      <a:pt x="22" y="145"/>
                    </a:cubicBezTo>
                    <a:cubicBezTo>
                      <a:pt x="19" y="149"/>
                      <a:pt x="12" y="146"/>
                      <a:pt x="7" y="141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1" y="135"/>
                      <a:pt x="0" y="127"/>
                      <a:pt x="4" y="124"/>
                    </a:cubicBezTo>
                    <a:lnTo>
                      <a:pt x="154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7" name="Freeform 598">
                <a:extLst>
                  <a:ext uri="{FF2B5EF4-FFF2-40B4-BE49-F238E27FC236}">
                    <a16:creationId xmlns:a16="http://schemas.microsoft.com/office/drawing/2014/main" id="{D46BED74-3668-4857-A7DF-30CC53E03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2270"/>
                <a:ext cx="98" cy="206"/>
              </a:xfrm>
              <a:custGeom>
                <a:avLst/>
                <a:gdLst>
                  <a:gd name="T0" fmla="*/ 93 w 95"/>
                  <a:gd name="T1" fmla="*/ 7 h 201"/>
                  <a:gd name="T2" fmla="*/ 106 w 95"/>
                  <a:gd name="T3" fmla="*/ 2 h 201"/>
                  <a:gd name="T4" fmla="*/ 106 w 95"/>
                  <a:gd name="T5" fmla="*/ 2 h 201"/>
                  <a:gd name="T6" fmla="*/ 111 w 95"/>
                  <a:gd name="T7" fmla="*/ 13 h 201"/>
                  <a:gd name="T8" fmla="*/ 34 w 95"/>
                  <a:gd name="T9" fmla="*/ 225 h 201"/>
                  <a:gd name="T10" fmla="*/ 11 w 95"/>
                  <a:gd name="T11" fmla="*/ 229 h 201"/>
                  <a:gd name="T12" fmla="*/ 11 w 95"/>
                  <a:gd name="T13" fmla="*/ 229 h 201"/>
                  <a:gd name="T14" fmla="*/ 1 w 95"/>
                  <a:gd name="T15" fmla="*/ 215 h 201"/>
                  <a:gd name="T16" fmla="*/ 93 w 95"/>
                  <a:gd name="T17" fmla="*/ 7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01">
                    <a:moveTo>
                      <a:pt x="77" y="7"/>
                    </a:moveTo>
                    <a:cubicBezTo>
                      <a:pt x="78" y="2"/>
                      <a:pt x="83" y="0"/>
                      <a:pt x="88" y="2"/>
                    </a:cubicBezTo>
                    <a:cubicBezTo>
                      <a:pt x="88" y="2"/>
                      <a:pt x="88" y="2"/>
                      <a:pt x="88" y="2"/>
                    </a:cubicBezTo>
                    <a:cubicBezTo>
                      <a:pt x="92" y="4"/>
                      <a:pt x="95" y="9"/>
                      <a:pt x="93" y="13"/>
                    </a:cubicBezTo>
                    <a:cubicBezTo>
                      <a:pt x="28" y="195"/>
                      <a:pt x="28" y="195"/>
                      <a:pt x="28" y="195"/>
                    </a:cubicBezTo>
                    <a:cubicBezTo>
                      <a:pt x="26" y="199"/>
                      <a:pt x="19" y="201"/>
                      <a:pt x="11" y="198"/>
                    </a:cubicBezTo>
                    <a:cubicBezTo>
                      <a:pt x="11" y="198"/>
                      <a:pt x="11" y="198"/>
                      <a:pt x="11" y="198"/>
                    </a:cubicBezTo>
                    <a:cubicBezTo>
                      <a:pt x="4" y="195"/>
                      <a:pt x="0" y="189"/>
                      <a:pt x="1" y="185"/>
                    </a:cubicBezTo>
                    <a:lnTo>
                      <a:pt x="77" y="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8" name="Freeform 599">
                <a:extLst>
                  <a:ext uri="{FF2B5EF4-FFF2-40B4-BE49-F238E27FC236}">
                    <a16:creationId xmlns:a16="http://schemas.microsoft.com/office/drawing/2014/main" id="{4092D522-BA6B-40D4-B1DC-4AB7B211F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284"/>
                <a:ext cx="65" cy="181"/>
              </a:xfrm>
              <a:custGeom>
                <a:avLst/>
                <a:gdLst>
                  <a:gd name="T0" fmla="*/ 0 w 63"/>
                  <a:gd name="T1" fmla="*/ 201 h 177"/>
                  <a:gd name="T2" fmla="*/ 75 w 63"/>
                  <a:gd name="T3" fmla="*/ 0 h 177"/>
                  <a:gd name="T4" fmla="*/ 0 w 63"/>
                  <a:gd name="T5" fmla="*/ 201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77">
                    <a:moveTo>
                      <a:pt x="0" y="177"/>
                    </a:moveTo>
                    <a:cubicBezTo>
                      <a:pt x="63" y="0"/>
                      <a:pt x="63" y="0"/>
                      <a:pt x="63" y="0"/>
                    </a:cubicBezTo>
                    <a:cubicBezTo>
                      <a:pt x="63" y="0"/>
                      <a:pt x="2" y="124"/>
                      <a:pt x="0" y="177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9" name="Freeform 600">
                <a:extLst>
                  <a:ext uri="{FF2B5EF4-FFF2-40B4-BE49-F238E27FC236}">
                    <a16:creationId xmlns:a16="http://schemas.microsoft.com/office/drawing/2014/main" id="{89D492B9-B5A1-4D81-BA34-E8CB29BD7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456"/>
                <a:ext cx="23" cy="16"/>
              </a:xfrm>
              <a:custGeom>
                <a:avLst/>
                <a:gdLst>
                  <a:gd name="T0" fmla="*/ 21 w 23"/>
                  <a:gd name="T1" fmla="*/ 16 h 16"/>
                  <a:gd name="T2" fmla="*/ 0 w 23"/>
                  <a:gd name="T3" fmla="*/ 8 h 16"/>
                  <a:gd name="T4" fmla="*/ 14 w 23"/>
                  <a:gd name="T5" fmla="*/ 3 h 16"/>
                  <a:gd name="T6" fmla="*/ 22 w 23"/>
                  <a:gd name="T7" fmla="*/ 1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6">
                    <a:moveTo>
                      <a:pt x="21" y="16"/>
                    </a:moveTo>
                    <a:cubicBezTo>
                      <a:pt x="23" y="5"/>
                      <a:pt x="5" y="6"/>
                      <a:pt x="0" y="8"/>
                    </a:cubicBezTo>
                    <a:cubicBezTo>
                      <a:pt x="4" y="3"/>
                      <a:pt x="8" y="0"/>
                      <a:pt x="14" y="3"/>
                    </a:cubicBezTo>
                    <a:cubicBezTo>
                      <a:pt x="19" y="5"/>
                      <a:pt x="23" y="10"/>
                      <a:pt x="22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0" name="Freeform 601">
                <a:extLst>
                  <a:ext uri="{FF2B5EF4-FFF2-40B4-BE49-F238E27FC236}">
                    <a16:creationId xmlns:a16="http://schemas.microsoft.com/office/drawing/2014/main" id="{BB20C97D-C755-4600-B654-7FA61AB93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278"/>
                <a:ext cx="72" cy="175"/>
              </a:xfrm>
              <a:custGeom>
                <a:avLst/>
                <a:gdLst>
                  <a:gd name="T0" fmla="*/ 0 w 71"/>
                  <a:gd name="T1" fmla="*/ 195 h 171"/>
                  <a:gd name="T2" fmla="*/ 77 w 71"/>
                  <a:gd name="T3" fmla="*/ 0 h 171"/>
                  <a:gd name="T4" fmla="*/ 0 w 71"/>
                  <a:gd name="T5" fmla="*/ 195 h 1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71">
                    <a:moveTo>
                      <a:pt x="0" y="171"/>
                    </a:move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" y="165"/>
                      <a:pt x="0" y="1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1" name="Freeform 602">
                <a:extLst>
                  <a:ext uri="{FF2B5EF4-FFF2-40B4-BE49-F238E27FC236}">
                    <a16:creationId xmlns:a16="http://schemas.microsoft.com/office/drawing/2014/main" id="{6A3816BC-69F1-45B8-8A7D-0289E6F8D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2270"/>
                <a:ext cx="98" cy="206"/>
              </a:xfrm>
              <a:custGeom>
                <a:avLst/>
                <a:gdLst>
                  <a:gd name="T0" fmla="*/ 93 w 95"/>
                  <a:gd name="T1" fmla="*/ 7 h 201"/>
                  <a:gd name="T2" fmla="*/ 106 w 95"/>
                  <a:gd name="T3" fmla="*/ 2 h 201"/>
                  <a:gd name="T4" fmla="*/ 106 w 95"/>
                  <a:gd name="T5" fmla="*/ 2 h 201"/>
                  <a:gd name="T6" fmla="*/ 111 w 95"/>
                  <a:gd name="T7" fmla="*/ 14 h 201"/>
                  <a:gd name="T8" fmla="*/ 34 w 95"/>
                  <a:gd name="T9" fmla="*/ 225 h 201"/>
                  <a:gd name="T10" fmla="*/ 12 w 95"/>
                  <a:gd name="T11" fmla="*/ 229 h 201"/>
                  <a:gd name="T12" fmla="*/ 12 w 95"/>
                  <a:gd name="T13" fmla="*/ 229 h 201"/>
                  <a:gd name="T14" fmla="*/ 2 w 95"/>
                  <a:gd name="T15" fmla="*/ 215 h 201"/>
                  <a:gd name="T16" fmla="*/ 93 w 95"/>
                  <a:gd name="T17" fmla="*/ 7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01">
                    <a:moveTo>
                      <a:pt x="77" y="7"/>
                    </a:moveTo>
                    <a:cubicBezTo>
                      <a:pt x="79" y="3"/>
                      <a:pt x="84" y="0"/>
                      <a:pt x="88" y="2"/>
                    </a:cubicBezTo>
                    <a:cubicBezTo>
                      <a:pt x="88" y="2"/>
                      <a:pt x="88" y="2"/>
                      <a:pt x="88" y="2"/>
                    </a:cubicBezTo>
                    <a:cubicBezTo>
                      <a:pt x="93" y="4"/>
                      <a:pt x="95" y="9"/>
                      <a:pt x="93" y="14"/>
                    </a:cubicBezTo>
                    <a:cubicBezTo>
                      <a:pt x="28" y="195"/>
                      <a:pt x="28" y="195"/>
                      <a:pt x="28" y="195"/>
                    </a:cubicBezTo>
                    <a:cubicBezTo>
                      <a:pt x="26" y="200"/>
                      <a:pt x="19" y="201"/>
                      <a:pt x="12" y="198"/>
                    </a:cubicBezTo>
                    <a:cubicBezTo>
                      <a:pt x="12" y="198"/>
                      <a:pt x="12" y="198"/>
                      <a:pt x="12" y="198"/>
                    </a:cubicBezTo>
                    <a:cubicBezTo>
                      <a:pt x="4" y="195"/>
                      <a:pt x="0" y="190"/>
                      <a:pt x="2" y="185"/>
                    </a:cubicBezTo>
                    <a:lnTo>
                      <a:pt x="77" y="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2" name="Freeform 603">
                <a:extLst>
                  <a:ext uri="{FF2B5EF4-FFF2-40B4-BE49-F238E27FC236}">
                    <a16:creationId xmlns:a16="http://schemas.microsoft.com/office/drawing/2014/main" id="{F80852C1-3DFE-4193-8EC7-02BE1AE32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965"/>
                <a:ext cx="147" cy="177"/>
              </a:xfrm>
              <a:custGeom>
                <a:avLst/>
                <a:gdLst>
                  <a:gd name="T0" fmla="*/ 3 w 144"/>
                  <a:gd name="T1" fmla="*/ 182 h 173"/>
                  <a:gd name="T2" fmla="*/ 4 w 144"/>
                  <a:gd name="T3" fmla="*/ 194 h 173"/>
                  <a:gd name="T4" fmla="*/ 4 w 144"/>
                  <a:gd name="T5" fmla="*/ 194 h 173"/>
                  <a:gd name="T6" fmla="*/ 16 w 144"/>
                  <a:gd name="T7" fmla="*/ 193 h 173"/>
                  <a:gd name="T8" fmla="*/ 159 w 144"/>
                  <a:gd name="T9" fmla="*/ 21 h 173"/>
                  <a:gd name="T10" fmla="*/ 153 w 144"/>
                  <a:gd name="T11" fmla="*/ 6 h 173"/>
                  <a:gd name="T12" fmla="*/ 153 w 144"/>
                  <a:gd name="T13" fmla="*/ 6 h 173"/>
                  <a:gd name="T14" fmla="*/ 136 w 144"/>
                  <a:gd name="T15" fmla="*/ 4 h 173"/>
                  <a:gd name="T16" fmla="*/ 3 w 144"/>
                  <a:gd name="T17" fmla="*/ 182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3" y="158"/>
                    </a:moveTo>
                    <a:cubicBezTo>
                      <a:pt x="0" y="162"/>
                      <a:pt x="0" y="167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8" y="173"/>
                      <a:pt x="13" y="173"/>
                      <a:pt x="16" y="169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4" y="18"/>
                      <a:pt x="141" y="11"/>
                      <a:pt x="135" y="6"/>
                    </a:cubicBezTo>
                    <a:cubicBezTo>
                      <a:pt x="135" y="6"/>
                      <a:pt x="135" y="6"/>
                      <a:pt x="135" y="6"/>
                    </a:cubicBezTo>
                    <a:cubicBezTo>
                      <a:pt x="129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3" name="Freeform 604">
                <a:extLst>
                  <a:ext uri="{FF2B5EF4-FFF2-40B4-BE49-F238E27FC236}">
                    <a16:creationId xmlns:a16="http://schemas.microsoft.com/office/drawing/2014/main" id="{939A8727-9316-4A27-ACF5-7CBD53294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989"/>
                <a:ext cx="124" cy="146"/>
              </a:xfrm>
              <a:custGeom>
                <a:avLst/>
                <a:gdLst>
                  <a:gd name="T0" fmla="*/ 139 w 121"/>
                  <a:gd name="T1" fmla="*/ 0 h 143"/>
                  <a:gd name="T2" fmla="*/ 0 w 121"/>
                  <a:gd name="T3" fmla="*/ 161 h 143"/>
                  <a:gd name="T4" fmla="*/ 139 w 121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43">
                    <a:moveTo>
                      <a:pt x="121" y="0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76" y="28"/>
                      <a:pt x="121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4" name="Freeform 605">
                <a:extLst>
                  <a:ext uri="{FF2B5EF4-FFF2-40B4-BE49-F238E27FC236}">
                    <a16:creationId xmlns:a16="http://schemas.microsoft.com/office/drawing/2014/main" id="{A33FEB39-71E3-41D7-936D-E2410B2F4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968"/>
                <a:ext cx="20" cy="22"/>
              </a:xfrm>
              <a:custGeom>
                <a:avLst/>
                <a:gdLst>
                  <a:gd name="T0" fmla="*/ 20 w 20"/>
                  <a:gd name="T1" fmla="*/ 20 h 21"/>
                  <a:gd name="T2" fmla="*/ 3 w 20"/>
                  <a:gd name="T3" fmla="*/ 0 h 21"/>
                  <a:gd name="T4" fmla="*/ 6 w 20"/>
                  <a:gd name="T5" fmla="*/ 21 h 21"/>
                  <a:gd name="T6" fmla="*/ 20 w 20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20" y="14"/>
                    </a:moveTo>
                    <a:cubicBezTo>
                      <a:pt x="12" y="21"/>
                      <a:pt x="4" y="6"/>
                      <a:pt x="3" y="0"/>
                    </a:cubicBezTo>
                    <a:cubicBezTo>
                      <a:pt x="1" y="6"/>
                      <a:pt x="0" y="10"/>
                      <a:pt x="6" y="15"/>
                    </a:cubicBezTo>
                    <a:cubicBezTo>
                      <a:pt x="11" y="18"/>
                      <a:pt x="16" y="19"/>
                      <a:pt x="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5" name="Freeform 606">
                <a:extLst>
                  <a:ext uri="{FF2B5EF4-FFF2-40B4-BE49-F238E27FC236}">
                    <a16:creationId xmlns:a16="http://schemas.microsoft.com/office/drawing/2014/main" id="{BDA0C251-1D0C-43D9-9A46-1A2566984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977"/>
                <a:ext cx="114" cy="150"/>
              </a:xfrm>
              <a:custGeom>
                <a:avLst/>
                <a:gdLst>
                  <a:gd name="T0" fmla="*/ 124 w 112"/>
                  <a:gd name="T1" fmla="*/ 0 h 147"/>
                  <a:gd name="T2" fmla="*/ 0 w 112"/>
                  <a:gd name="T3" fmla="*/ 165 h 147"/>
                  <a:gd name="T4" fmla="*/ 124 w 112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47">
                    <a:moveTo>
                      <a:pt x="112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111" y="9"/>
                      <a:pt x="1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615" name="Freeform 607">
              <a:extLst>
                <a:ext uri="{FF2B5EF4-FFF2-40B4-BE49-F238E27FC236}">
                  <a16:creationId xmlns:a16="http://schemas.microsoft.com/office/drawing/2014/main" id="{EEC4BFDB-A8D9-4A25-8007-AED2E759F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965"/>
              <a:ext cx="147" cy="177"/>
            </a:xfrm>
            <a:custGeom>
              <a:avLst/>
              <a:gdLst>
                <a:gd name="T0" fmla="*/ 3 w 144"/>
                <a:gd name="T1" fmla="*/ 182 h 173"/>
                <a:gd name="T2" fmla="*/ 4 w 144"/>
                <a:gd name="T3" fmla="*/ 194 h 173"/>
                <a:gd name="T4" fmla="*/ 4 w 144"/>
                <a:gd name="T5" fmla="*/ 194 h 173"/>
                <a:gd name="T6" fmla="*/ 17 w 144"/>
                <a:gd name="T7" fmla="*/ 193 h 173"/>
                <a:gd name="T8" fmla="*/ 159 w 144"/>
                <a:gd name="T9" fmla="*/ 21 h 173"/>
                <a:gd name="T10" fmla="*/ 154 w 144"/>
                <a:gd name="T11" fmla="*/ 6 h 173"/>
                <a:gd name="T12" fmla="*/ 154 w 144"/>
                <a:gd name="T13" fmla="*/ 6 h 173"/>
                <a:gd name="T14" fmla="*/ 136 w 144"/>
                <a:gd name="T15" fmla="*/ 4 h 173"/>
                <a:gd name="T16" fmla="*/ 3 w 144"/>
                <a:gd name="T17" fmla="*/ 182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73">
                  <a:moveTo>
                    <a:pt x="3" y="158"/>
                  </a:moveTo>
                  <a:cubicBezTo>
                    <a:pt x="0" y="162"/>
                    <a:pt x="1" y="167"/>
                    <a:pt x="4" y="170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8" y="173"/>
                    <a:pt x="14" y="173"/>
                    <a:pt x="17" y="169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4" y="18"/>
                    <a:pt x="142" y="11"/>
                    <a:pt x="136" y="6"/>
                  </a:cubicBezTo>
                  <a:cubicBezTo>
                    <a:pt x="136" y="6"/>
                    <a:pt x="136" y="6"/>
                    <a:pt x="136" y="6"/>
                  </a:cubicBezTo>
                  <a:cubicBezTo>
                    <a:pt x="130" y="1"/>
                    <a:pt x="122" y="0"/>
                    <a:pt x="119" y="4"/>
                  </a:cubicBezTo>
                  <a:lnTo>
                    <a:pt x="3" y="158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6" name="Freeform 608">
              <a:extLst>
                <a:ext uri="{FF2B5EF4-FFF2-40B4-BE49-F238E27FC236}">
                  <a16:creationId xmlns:a16="http://schemas.microsoft.com/office/drawing/2014/main" id="{54209723-7593-4A32-8826-1B62BE073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817"/>
              <a:ext cx="70" cy="213"/>
            </a:xfrm>
            <a:custGeom>
              <a:avLst/>
              <a:gdLst>
                <a:gd name="T0" fmla="*/ 1 w 68"/>
                <a:gd name="T1" fmla="*/ 226 h 208"/>
                <a:gd name="T2" fmla="*/ 8 w 68"/>
                <a:gd name="T3" fmla="*/ 238 h 208"/>
                <a:gd name="T4" fmla="*/ 8 w 68"/>
                <a:gd name="T5" fmla="*/ 238 h 208"/>
                <a:gd name="T6" fmla="*/ 25 w 68"/>
                <a:gd name="T7" fmla="*/ 230 h 208"/>
                <a:gd name="T8" fmla="*/ 79 w 68"/>
                <a:gd name="T9" fmla="*/ 13 h 208"/>
                <a:gd name="T10" fmla="*/ 67 w 68"/>
                <a:gd name="T11" fmla="*/ 2 h 208"/>
                <a:gd name="T12" fmla="*/ 67 w 68"/>
                <a:gd name="T13" fmla="*/ 2 h 208"/>
                <a:gd name="T14" fmla="*/ 45 w 68"/>
                <a:gd name="T15" fmla="*/ 7 h 208"/>
                <a:gd name="T16" fmla="*/ 1 w 68"/>
                <a:gd name="T17" fmla="*/ 226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08">
                  <a:moveTo>
                    <a:pt x="1" y="196"/>
                  </a:moveTo>
                  <a:cubicBezTo>
                    <a:pt x="0" y="201"/>
                    <a:pt x="3" y="206"/>
                    <a:pt x="8" y="207"/>
                  </a:cubicBezTo>
                  <a:cubicBezTo>
                    <a:pt x="8" y="207"/>
                    <a:pt x="8" y="207"/>
                    <a:pt x="8" y="207"/>
                  </a:cubicBezTo>
                  <a:cubicBezTo>
                    <a:pt x="13" y="208"/>
                    <a:pt x="18" y="205"/>
                    <a:pt x="19" y="200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8" y="9"/>
                    <a:pt x="62" y="3"/>
                    <a:pt x="55" y="2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47" y="0"/>
                    <a:pt x="40" y="2"/>
                    <a:pt x="39" y="7"/>
                  </a:cubicBezTo>
                  <a:lnTo>
                    <a:pt x="1" y="196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7" name="Freeform 609">
              <a:extLst>
                <a:ext uri="{FF2B5EF4-FFF2-40B4-BE49-F238E27FC236}">
                  <a16:creationId xmlns:a16="http://schemas.microsoft.com/office/drawing/2014/main" id="{BC4500C6-7CB8-4570-AC0B-EBB2D97E2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835"/>
              <a:ext cx="48" cy="186"/>
            </a:xfrm>
            <a:custGeom>
              <a:avLst/>
              <a:gdLst>
                <a:gd name="T0" fmla="*/ 53 w 47"/>
                <a:gd name="T1" fmla="*/ 0 h 182"/>
                <a:gd name="T2" fmla="*/ 0 w 47"/>
                <a:gd name="T3" fmla="*/ 206 h 182"/>
                <a:gd name="T4" fmla="*/ 53 w 47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82">
                  <a:moveTo>
                    <a:pt x="47" y="0"/>
                  </a:moveTo>
                  <a:cubicBezTo>
                    <a:pt x="0" y="182"/>
                    <a:pt x="0" y="182"/>
                    <a:pt x="0" y="182"/>
                  </a:cubicBezTo>
                  <a:cubicBezTo>
                    <a:pt x="0" y="182"/>
                    <a:pt x="19" y="45"/>
                    <a:pt x="47" y="0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8" name="Freeform 610">
              <a:extLst>
                <a:ext uri="{FF2B5EF4-FFF2-40B4-BE49-F238E27FC236}">
                  <a16:creationId xmlns:a16="http://schemas.microsoft.com/office/drawing/2014/main" id="{E6550B88-570B-437F-A13F-4173754F0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21"/>
              <a:ext cx="23" cy="17"/>
            </a:xfrm>
            <a:custGeom>
              <a:avLst/>
              <a:gdLst>
                <a:gd name="T0" fmla="*/ 22 w 23"/>
                <a:gd name="T1" fmla="*/ 5 h 16"/>
                <a:gd name="T2" fmla="*/ 0 w 23"/>
                <a:gd name="T3" fmla="*/ 0 h 16"/>
                <a:gd name="T4" fmla="*/ 10 w 23"/>
                <a:gd name="T5" fmla="*/ 18 h 16"/>
                <a:gd name="T6" fmla="*/ 23 w 23"/>
                <a:gd name="T7" fmla="*/ 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6">
                  <a:moveTo>
                    <a:pt x="22" y="5"/>
                  </a:moveTo>
                  <a:cubicBezTo>
                    <a:pt x="18" y="16"/>
                    <a:pt x="4" y="5"/>
                    <a:pt x="0" y="0"/>
                  </a:cubicBezTo>
                  <a:cubicBezTo>
                    <a:pt x="1" y="7"/>
                    <a:pt x="3" y="11"/>
                    <a:pt x="10" y="12"/>
                  </a:cubicBezTo>
                  <a:cubicBezTo>
                    <a:pt x="15" y="13"/>
                    <a:pt x="21" y="12"/>
                    <a:pt x="2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9" name="Freeform 611">
              <a:extLst>
                <a:ext uri="{FF2B5EF4-FFF2-40B4-BE49-F238E27FC236}">
                  <a16:creationId xmlns:a16="http://schemas.microsoft.com/office/drawing/2014/main" id="{449E3BD5-0AFD-4B65-9B91-A22B5025B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832"/>
              <a:ext cx="42" cy="186"/>
            </a:xfrm>
            <a:custGeom>
              <a:avLst/>
              <a:gdLst>
                <a:gd name="T0" fmla="*/ 44 w 41"/>
                <a:gd name="T1" fmla="*/ 0 h 181"/>
                <a:gd name="T2" fmla="*/ 0 w 41"/>
                <a:gd name="T3" fmla="*/ 213 h 181"/>
                <a:gd name="T4" fmla="*/ 44 w 41"/>
                <a:gd name="T5" fmla="*/ 0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1">
                  <a:moveTo>
                    <a:pt x="38" y="0"/>
                  </a:moveTo>
                  <a:cubicBezTo>
                    <a:pt x="0" y="181"/>
                    <a:pt x="0" y="181"/>
                    <a:pt x="0" y="181"/>
                  </a:cubicBezTo>
                  <a:cubicBezTo>
                    <a:pt x="0" y="181"/>
                    <a:pt x="41" y="9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0" name="Freeform 612">
              <a:extLst>
                <a:ext uri="{FF2B5EF4-FFF2-40B4-BE49-F238E27FC236}">
                  <a16:creationId xmlns:a16="http://schemas.microsoft.com/office/drawing/2014/main" id="{0A49B318-60DC-4DF5-9A14-C212F18DB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817"/>
              <a:ext cx="69" cy="213"/>
            </a:xfrm>
            <a:custGeom>
              <a:avLst/>
              <a:gdLst>
                <a:gd name="T0" fmla="*/ 1 w 67"/>
                <a:gd name="T1" fmla="*/ 226 h 208"/>
                <a:gd name="T2" fmla="*/ 7 w 67"/>
                <a:gd name="T3" fmla="*/ 238 h 208"/>
                <a:gd name="T4" fmla="*/ 7 w 67"/>
                <a:gd name="T5" fmla="*/ 238 h 208"/>
                <a:gd name="T6" fmla="*/ 24 w 67"/>
                <a:gd name="T7" fmla="*/ 230 h 208"/>
                <a:gd name="T8" fmla="*/ 78 w 67"/>
                <a:gd name="T9" fmla="*/ 13 h 208"/>
                <a:gd name="T10" fmla="*/ 66 w 67"/>
                <a:gd name="T11" fmla="*/ 1 h 208"/>
                <a:gd name="T12" fmla="*/ 66 w 67"/>
                <a:gd name="T13" fmla="*/ 1 h 208"/>
                <a:gd name="T14" fmla="*/ 45 w 67"/>
                <a:gd name="T15" fmla="*/ 7 h 208"/>
                <a:gd name="T16" fmla="*/ 1 w 67"/>
                <a:gd name="T17" fmla="*/ 226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08">
                  <a:moveTo>
                    <a:pt x="1" y="196"/>
                  </a:moveTo>
                  <a:cubicBezTo>
                    <a:pt x="0" y="201"/>
                    <a:pt x="3" y="206"/>
                    <a:pt x="7" y="207"/>
                  </a:cubicBezTo>
                  <a:cubicBezTo>
                    <a:pt x="7" y="207"/>
                    <a:pt x="7" y="207"/>
                    <a:pt x="7" y="207"/>
                  </a:cubicBezTo>
                  <a:cubicBezTo>
                    <a:pt x="12" y="208"/>
                    <a:pt x="17" y="205"/>
                    <a:pt x="18" y="200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7" y="8"/>
                    <a:pt x="62" y="3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7" y="0"/>
                    <a:pt x="40" y="2"/>
                    <a:pt x="39" y="7"/>
                  </a:cubicBezTo>
                  <a:lnTo>
                    <a:pt x="1" y="196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1" name="Freeform 613">
              <a:extLst>
                <a:ext uri="{FF2B5EF4-FFF2-40B4-BE49-F238E27FC236}">
                  <a16:creationId xmlns:a16="http://schemas.microsoft.com/office/drawing/2014/main" id="{4317B6D3-99AC-41AD-B6ED-C8B807BC7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144"/>
              <a:ext cx="178" cy="148"/>
            </a:xfrm>
            <a:custGeom>
              <a:avLst/>
              <a:gdLst>
                <a:gd name="T0" fmla="*/ 4 w 174"/>
                <a:gd name="T1" fmla="*/ 151 h 144"/>
                <a:gd name="T2" fmla="*/ 3 w 174"/>
                <a:gd name="T3" fmla="*/ 163 h 144"/>
                <a:gd name="T4" fmla="*/ 3 w 174"/>
                <a:gd name="T5" fmla="*/ 163 h 144"/>
                <a:gd name="T6" fmla="*/ 15 w 174"/>
                <a:gd name="T7" fmla="*/ 165 h 144"/>
                <a:gd name="T8" fmla="*/ 194 w 174"/>
                <a:gd name="T9" fmla="*/ 32 h 144"/>
                <a:gd name="T10" fmla="*/ 192 w 174"/>
                <a:gd name="T11" fmla="*/ 9 h 144"/>
                <a:gd name="T12" fmla="*/ 192 w 174"/>
                <a:gd name="T13" fmla="*/ 9 h 144"/>
                <a:gd name="T14" fmla="*/ 177 w 174"/>
                <a:gd name="T15" fmla="*/ 3 h 144"/>
                <a:gd name="T16" fmla="*/ 4 w 174"/>
                <a:gd name="T17" fmla="*/ 151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44">
                  <a:moveTo>
                    <a:pt x="4" y="127"/>
                  </a:moveTo>
                  <a:cubicBezTo>
                    <a:pt x="1" y="130"/>
                    <a:pt x="0" y="135"/>
                    <a:pt x="3" y="139"/>
                  </a:cubicBezTo>
                  <a:cubicBezTo>
                    <a:pt x="3" y="139"/>
                    <a:pt x="3" y="139"/>
                    <a:pt x="3" y="139"/>
                  </a:cubicBezTo>
                  <a:cubicBezTo>
                    <a:pt x="6" y="143"/>
                    <a:pt x="12" y="144"/>
                    <a:pt x="15" y="141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4" y="23"/>
                    <a:pt x="173" y="15"/>
                    <a:pt x="168" y="9"/>
                  </a:cubicBezTo>
                  <a:cubicBezTo>
                    <a:pt x="168" y="9"/>
                    <a:pt x="168" y="9"/>
                    <a:pt x="168" y="9"/>
                  </a:cubicBezTo>
                  <a:cubicBezTo>
                    <a:pt x="164" y="3"/>
                    <a:pt x="157" y="0"/>
                    <a:pt x="153" y="3"/>
                  </a:cubicBezTo>
                  <a:lnTo>
                    <a:pt x="4" y="127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2" name="Freeform 614">
              <a:extLst>
                <a:ext uri="{FF2B5EF4-FFF2-40B4-BE49-F238E27FC236}">
                  <a16:creationId xmlns:a16="http://schemas.microsoft.com/office/drawing/2014/main" id="{7874057C-B35D-4DD4-8429-A2798FD83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171"/>
              <a:ext cx="154" cy="115"/>
            </a:xfrm>
            <a:custGeom>
              <a:avLst/>
              <a:gdLst>
                <a:gd name="T0" fmla="*/ 169 w 151"/>
                <a:gd name="T1" fmla="*/ 0 h 112"/>
                <a:gd name="T2" fmla="*/ 0 w 151"/>
                <a:gd name="T3" fmla="*/ 130 h 112"/>
                <a:gd name="T4" fmla="*/ 169 w 151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112">
                  <a:moveTo>
                    <a:pt x="151" y="0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101" y="17"/>
                    <a:pt x="151" y="0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3" name="Freeform 615">
              <a:extLst>
                <a:ext uri="{FF2B5EF4-FFF2-40B4-BE49-F238E27FC236}">
                  <a16:creationId xmlns:a16="http://schemas.microsoft.com/office/drawing/2014/main" id="{78AD6E52-1A16-4D4A-B82E-39CA62B67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147"/>
              <a:ext cx="19" cy="25"/>
            </a:xfrm>
            <a:custGeom>
              <a:avLst/>
              <a:gdLst>
                <a:gd name="T0" fmla="*/ 19 w 19"/>
                <a:gd name="T1" fmla="*/ 24 h 24"/>
                <a:gd name="T2" fmla="*/ 5 w 19"/>
                <a:gd name="T3" fmla="*/ 0 h 24"/>
                <a:gd name="T4" fmla="*/ 5 w 19"/>
                <a:gd name="T5" fmla="*/ 22 h 24"/>
                <a:gd name="T6" fmla="*/ 19 w 19"/>
                <a:gd name="T7" fmla="*/ 2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18"/>
                  </a:moveTo>
                  <a:cubicBezTo>
                    <a:pt x="9" y="24"/>
                    <a:pt x="5" y="6"/>
                    <a:pt x="5" y="0"/>
                  </a:cubicBezTo>
                  <a:cubicBezTo>
                    <a:pt x="1" y="6"/>
                    <a:pt x="0" y="10"/>
                    <a:pt x="5" y="16"/>
                  </a:cubicBezTo>
                  <a:cubicBezTo>
                    <a:pt x="8" y="20"/>
                    <a:pt x="14" y="22"/>
                    <a:pt x="19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4" name="Freeform 616">
              <a:extLst>
                <a:ext uri="{FF2B5EF4-FFF2-40B4-BE49-F238E27FC236}">
                  <a16:creationId xmlns:a16="http://schemas.microsoft.com/office/drawing/2014/main" id="{D9D81B42-4E0B-4E30-90B8-684DD3574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155"/>
              <a:ext cx="147" cy="119"/>
            </a:xfrm>
            <a:custGeom>
              <a:avLst/>
              <a:gdLst>
                <a:gd name="T0" fmla="*/ 162 w 144"/>
                <a:gd name="T1" fmla="*/ 0 h 117"/>
                <a:gd name="T2" fmla="*/ 0 w 144"/>
                <a:gd name="T3" fmla="*/ 129 h 117"/>
                <a:gd name="T4" fmla="*/ 162 w 144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17">
                  <a:moveTo>
                    <a:pt x="144" y="0"/>
                  </a:moveTo>
                  <a:cubicBezTo>
                    <a:pt x="0" y="117"/>
                    <a:pt x="0" y="117"/>
                    <a:pt x="0" y="117"/>
                  </a:cubicBezTo>
                  <a:cubicBezTo>
                    <a:pt x="0" y="117"/>
                    <a:pt x="140" y="8"/>
                    <a:pt x="1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5" name="Freeform 617">
              <a:extLst>
                <a:ext uri="{FF2B5EF4-FFF2-40B4-BE49-F238E27FC236}">
                  <a16:creationId xmlns:a16="http://schemas.microsoft.com/office/drawing/2014/main" id="{FB4F01D3-0314-4807-99E7-ADA751750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144"/>
              <a:ext cx="178" cy="148"/>
            </a:xfrm>
            <a:custGeom>
              <a:avLst/>
              <a:gdLst>
                <a:gd name="T0" fmla="*/ 5 w 174"/>
                <a:gd name="T1" fmla="*/ 151 h 144"/>
                <a:gd name="T2" fmla="*/ 3 w 174"/>
                <a:gd name="T3" fmla="*/ 163 h 144"/>
                <a:gd name="T4" fmla="*/ 3 w 174"/>
                <a:gd name="T5" fmla="*/ 163 h 144"/>
                <a:gd name="T6" fmla="*/ 16 w 174"/>
                <a:gd name="T7" fmla="*/ 165 h 144"/>
                <a:gd name="T8" fmla="*/ 195 w 174"/>
                <a:gd name="T9" fmla="*/ 32 h 144"/>
                <a:gd name="T10" fmla="*/ 193 w 174"/>
                <a:gd name="T11" fmla="*/ 9 h 144"/>
                <a:gd name="T12" fmla="*/ 193 w 174"/>
                <a:gd name="T13" fmla="*/ 9 h 144"/>
                <a:gd name="T14" fmla="*/ 177 w 174"/>
                <a:gd name="T15" fmla="*/ 3 h 144"/>
                <a:gd name="T16" fmla="*/ 5 w 174"/>
                <a:gd name="T17" fmla="*/ 151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44">
                  <a:moveTo>
                    <a:pt x="5" y="127"/>
                  </a:moveTo>
                  <a:cubicBezTo>
                    <a:pt x="1" y="130"/>
                    <a:pt x="0" y="135"/>
                    <a:pt x="3" y="139"/>
                  </a:cubicBezTo>
                  <a:cubicBezTo>
                    <a:pt x="3" y="139"/>
                    <a:pt x="3" y="139"/>
                    <a:pt x="3" y="139"/>
                  </a:cubicBezTo>
                  <a:cubicBezTo>
                    <a:pt x="6" y="143"/>
                    <a:pt x="12" y="144"/>
                    <a:pt x="16" y="141"/>
                  </a:cubicBezTo>
                  <a:cubicBezTo>
                    <a:pt x="171" y="26"/>
                    <a:pt x="171" y="26"/>
                    <a:pt x="171" y="26"/>
                  </a:cubicBezTo>
                  <a:cubicBezTo>
                    <a:pt x="174" y="23"/>
                    <a:pt x="174" y="15"/>
                    <a:pt x="169" y="9"/>
                  </a:cubicBezTo>
                  <a:cubicBezTo>
                    <a:pt x="169" y="9"/>
                    <a:pt x="169" y="9"/>
                    <a:pt x="169" y="9"/>
                  </a:cubicBezTo>
                  <a:cubicBezTo>
                    <a:pt x="164" y="3"/>
                    <a:pt x="157" y="0"/>
                    <a:pt x="153" y="3"/>
                  </a:cubicBezTo>
                  <a:lnTo>
                    <a:pt x="5" y="12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6" name="Freeform 618">
              <a:extLst>
                <a:ext uri="{FF2B5EF4-FFF2-40B4-BE49-F238E27FC236}">
                  <a16:creationId xmlns:a16="http://schemas.microsoft.com/office/drawing/2014/main" id="{B03A7E0E-4A1A-4D92-9378-F4D8AAA67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348"/>
              <a:ext cx="210" cy="81"/>
            </a:xfrm>
            <a:custGeom>
              <a:avLst/>
              <a:gdLst>
                <a:gd name="T0" fmla="*/ 7 w 205"/>
                <a:gd name="T1" fmla="*/ 73 h 79"/>
                <a:gd name="T2" fmla="*/ 1 w 205"/>
                <a:gd name="T3" fmla="*/ 84 h 79"/>
                <a:gd name="T4" fmla="*/ 1 w 205"/>
                <a:gd name="T5" fmla="*/ 84 h 79"/>
                <a:gd name="T6" fmla="*/ 12 w 205"/>
                <a:gd name="T7" fmla="*/ 90 h 79"/>
                <a:gd name="T8" fmla="*/ 229 w 205"/>
                <a:gd name="T9" fmla="*/ 34 h 79"/>
                <a:gd name="T10" fmla="*/ 234 w 205"/>
                <a:gd name="T11" fmla="*/ 12 h 79"/>
                <a:gd name="T12" fmla="*/ 234 w 205"/>
                <a:gd name="T13" fmla="*/ 12 h 79"/>
                <a:gd name="T14" fmla="*/ 221 w 205"/>
                <a:gd name="T15" fmla="*/ 1 h 79"/>
                <a:gd name="T16" fmla="*/ 7 w 205"/>
                <a:gd name="T17" fmla="*/ 7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79">
                  <a:moveTo>
                    <a:pt x="7" y="61"/>
                  </a:moveTo>
                  <a:cubicBezTo>
                    <a:pt x="3" y="62"/>
                    <a:pt x="0" y="67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3" y="77"/>
                    <a:pt x="8" y="79"/>
                    <a:pt x="12" y="7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203" y="27"/>
                    <a:pt x="205" y="20"/>
                    <a:pt x="203" y="12"/>
                  </a:cubicBezTo>
                  <a:cubicBezTo>
                    <a:pt x="203" y="12"/>
                    <a:pt x="203" y="12"/>
                    <a:pt x="203" y="12"/>
                  </a:cubicBezTo>
                  <a:cubicBezTo>
                    <a:pt x="201" y="5"/>
                    <a:pt x="195" y="0"/>
                    <a:pt x="191" y="1"/>
                  </a:cubicBezTo>
                  <a:lnTo>
                    <a:pt x="7" y="61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7" name="Freeform 619">
              <a:extLst>
                <a:ext uri="{FF2B5EF4-FFF2-40B4-BE49-F238E27FC236}">
                  <a16:creationId xmlns:a16="http://schemas.microsoft.com/office/drawing/2014/main" id="{B2F4267A-3220-472B-BEAC-45F7D1B9E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372"/>
              <a:ext cx="186" cy="53"/>
            </a:xfrm>
            <a:custGeom>
              <a:avLst/>
              <a:gdLst>
                <a:gd name="T0" fmla="*/ 206 w 182"/>
                <a:gd name="T1" fmla="*/ 3 h 51"/>
                <a:gd name="T2" fmla="*/ 0 w 182"/>
                <a:gd name="T3" fmla="*/ 63 h 51"/>
                <a:gd name="T4" fmla="*/ 206 w 182"/>
                <a:gd name="T5" fmla="*/ 3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2" h="51">
                  <a:moveTo>
                    <a:pt x="182" y="3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129" y="0"/>
                    <a:pt x="182" y="3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8" name="Freeform 620">
              <a:extLst>
                <a:ext uri="{FF2B5EF4-FFF2-40B4-BE49-F238E27FC236}">
                  <a16:creationId xmlns:a16="http://schemas.microsoft.com/office/drawing/2014/main" id="{91A0CB02-E504-428D-B7D8-BCD4E9F67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351"/>
              <a:ext cx="16" cy="24"/>
            </a:xfrm>
            <a:custGeom>
              <a:avLst/>
              <a:gdLst>
                <a:gd name="T0" fmla="*/ 21 w 15"/>
                <a:gd name="T1" fmla="*/ 27 h 23"/>
                <a:gd name="T2" fmla="*/ 15 w 15"/>
                <a:gd name="T3" fmla="*/ 0 h 23"/>
                <a:gd name="T4" fmla="*/ 3 w 15"/>
                <a:gd name="T5" fmla="*/ 20 h 23"/>
                <a:gd name="T6" fmla="*/ 20 w 15"/>
                <a:gd name="T7" fmla="*/ 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15" y="21"/>
                  </a:moveTo>
                  <a:cubicBezTo>
                    <a:pt x="4" y="23"/>
                    <a:pt x="7" y="5"/>
                    <a:pt x="9" y="0"/>
                  </a:cubicBezTo>
                  <a:cubicBezTo>
                    <a:pt x="3" y="4"/>
                    <a:pt x="0" y="7"/>
                    <a:pt x="3" y="14"/>
                  </a:cubicBezTo>
                  <a:cubicBezTo>
                    <a:pt x="5" y="19"/>
                    <a:pt x="9" y="23"/>
                    <a:pt x="14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9" name="Freeform 621">
              <a:extLst>
                <a:ext uri="{FF2B5EF4-FFF2-40B4-BE49-F238E27FC236}">
                  <a16:creationId xmlns:a16="http://schemas.microsoft.com/office/drawing/2014/main" id="{24229C1E-59C9-4F7A-827E-A4A818FF6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353"/>
              <a:ext cx="181" cy="57"/>
            </a:xfrm>
            <a:custGeom>
              <a:avLst/>
              <a:gdLst>
                <a:gd name="T0" fmla="*/ 201 w 177"/>
                <a:gd name="T1" fmla="*/ 0 h 56"/>
                <a:gd name="T2" fmla="*/ 0 w 177"/>
                <a:gd name="T3" fmla="*/ 62 h 56"/>
                <a:gd name="T4" fmla="*/ 201 w 177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56">
                  <a:moveTo>
                    <a:pt x="177" y="0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170" y="7"/>
                    <a:pt x="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0" name="Freeform 622">
              <a:extLst>
                <a:ext uri="{FF2B5EF4-FFF2-40B4-BE49-F238E27FC236}">
                  <a16:creationId xmlns:a16="http://schemas.microsoft.com/office/drawing/2014/main" id="{F1B85343-93B7-4440-93DE-3CAFE6840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348"/>
              <a:ext cx="211" cy="82"/>
            </a:xfrm>
            <a:custGeom>
              <a:avLst/>
              <a:gdLst>
                <a:gd name="T0" fmla="*/ 8 w 206"/>
                <a:gd name="T1" fmla="*/ 73 h 80"/>
                <a:gd name="T2" fmla="*/ 2 w 206"/>
                <a:gd name="T3" fmla="*/ 84 h 80"/>
                <a:gd name="T4" fmla="*/ 2 w 206"/>
                <a:gd name="T5" fmla="*/ 84 h 80"/>
                <a:gd name="T6" fmla="*/ 13 w 206"/>
                <a:gd name="T7" fmla="*/ 90 h 80"/>
                <a:gd name="T8" fmla="*/ 229 w 206"/>
                <a:gd name="T9" fmla="*/ 35 h 80"/>
                <a:gd name="T10" fmla="*/ 235 w 206"/>
                <a:gd name="T11" fmla="*/ 13 h 80"/>
                <a:gd name="T12" fmla="*/ 235 w 206"/>
                <a:gd name="T13" fmla="*/ 13 h 80"/>
                <a:gd name="T14" fmla="*/ 221 w 206"/>
                <a:gd name="T15" fmla="*/ 2 h 80"/>
                <a:gd name="T16" fmla="*/ 8 w 206"/>
                <a:gd name="T17" fmla="*/ 73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80">
                  <a:moveTo>
                    <a:pt x="8" y="61"/>
                  </a:moveTo>
                  <a:cubicBezTo>
                    <a:pt x="3" y="63"/>
                    <a:pt x="0" y="68"/>
                    <a:pt x="2" y="72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3" y="77"/>
                    <a:pt x="8" y="80"/>
                    <a:pt x="13" y="7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204" y="27"/>
                    <a:pt x="206" y="20"/>
                    <a:pt x="204" y="13"/>
                  </a:cubicBezTo>
                  <a:cubicBezTo>
                    <a:pt x="204" y="13"/>
                    <a:pt x="204" y="13"/>
                    <a:pt x="204" y="13"/>
                  </a:cubicBezTo>
                  <a:cubicBezTo>
                    <a:pt x="201" y="5"/>
                    <a:pt x="196" y="0"/>
                    <a:pt x="191" y="2"/>
                  </a:cubicBezTo>
                  <a:lnTo>
                    <a:pt x="8" y="6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1" name="Freeform 623">
              <a:extLst>
                <a:ext uri="{FF2B5EF4-FFF2-40B4-BE49-F238E27FC236}">
                  <a16:creationId xmlns:a16="http://schemas.microsoft.com/office/drawing/2014/main" id="{FF209DAC-688B-4EB2-A145-35172E586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601"/>
              <a:ext cx="216" cy="29"/>
            </a:xfrm>
            <a:custGeom>
              <a:avLst/>
              <a:gdLst>
                <a:gd name="T0" fmla="*/ 9 w 211"/>
                <a:gd name="T1" fmla="*/ 11 h 29"/>
                <a:gd name="T2" fmla="*/ 0 w 211"/>
                <a:gd name="T3" fmla="*/ 20 h 29"/>
                <a:gd name="T4" fmla="*/ 0 w 211"/>
                <a:gd name="T5" fmla="*/ 20 h 29"/>
                <a:gd name="T6" fmla="*/ 9 w 211"/>
                <a:gd name="T7" fmla="*/ 29 h 29"/>
                <a:gd name="T8" fmla="*/ 232 w 211"/>
                <a:gd name="T9" fmla="*/ 28 h 29"/>
                <a:gd name="T10" fmla="*/ 242 w 211"/>
                <a:gd name="T11" fmla="*/ 14 h 29"/>
                <a:gd name="T12" fmla="*/ 242 w 211"/>
                <a:gd name="T13" fmla="*/ 14 h 29"/>
                <a:gd name="T14" fmla="*/ 232 w 211"/>
                <a:gd name="T15" fmla="*/ 0 h 29"/>
                <a:gd name="T16" fmla="*/ 9 w 211"/>
                <a:gd name="T17" fmla="*/ 11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29">
                  <a:moveTo>
                    <a:pt x="9" y="11"/>
                  </a:moveTo>
                  <a:cubicBezTo>
                    <a:pt x="4" y="11"/>
                    <a:pt x="0" y="15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"/>
                    <a:pt x="4" y="29"/>
                    <a:pt x="9" y="29"/>
                  </a:cubicBezTo>
                  <a:cubicBezTo>
                    <a:pt x="202" y="28"/>
                    <a:pt x="202" y="28"/>
                    <a:pt x="202" y="28"/>
                  </a:cubicBezTo>
                  <a:cubicBezTo>
                    <a:pt x="207" y="28"/>
                    <a:pt x="211" y="22"/>
                    <a:pt x="211" y="14"/>
                  </a:cubicBezTo>
                  <a:cubicBezTo>
                    <a:pt x="211" y="14"/>
                    <a:pt x="211" y="14"/>
                    <a:pt x="211" y="14"/>
                  </a:cubicBezTo>
                  <a:cubicBezTo>
                    <a:pt x="211" y="6"/>
                    <a:pt x="206" y="0"/>
                    <a:pt x="202" y="0"/>
                  </a:cubicBezTo>
                  <a:lnTo>
                    <a:pt x="9" y="11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2" name="Freeform 624">
              <a:extLst>
                <a:ext uri="{FF2B5EF4-FFF2-40B4-BE49-F238E27FC236}">
                  <a16:creationId xmlns:a16="http://schemas.microsoft.com/office/drawing/2014/main" id="{02F81804-FCF7-4F06-91D0-9E085F2E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1"/>
              <a:ext cx="192" cy="16"/>
            </a:xfrm>
            <a:custGeom>
              <a:avLst/>
              <a:gdLst>
                <a:gd name="T0" fmla="*/ 212 w 188"/>
                <a:gd name="T1" fmla="*/ 16 h 16"/>
                <a:gd name="T2" fmla="*/ 0 w 188"/>
                <a:gd name="T3" fmla="*/ 15 h 16"/>
                <a:gd name="T4" fmla="*/ 212 w 188"/>
                <a:gd name="T5" fmla="*/ 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16">
                  <a:moveTo>
                    <a:pt x="188" y="16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38" y="0"/>
                    <a:pt x="188" y="16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3" name="Freeform 625">
              <a:extLst>
                <a:ext uri="{FF2B5EF4-FFF2-40B4-BE49-F238E27FC236}">
                  <a16:creationId xmlns:a16="http://schemas.microsoft.com/office/drawing/2014/main" id="{286B8EDD-A420-4173-8631-B5740F194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04"/>
              <a:ext cx="13" cy="23"/>
            </a:xfrm>
            <a:custGeom>
              <a:avLst/>
              <a:gdLst>
                <a:gd name="T0" fmla="*/ 18 w 12"/>
                <a:gd name="T1" fmla="*/ 22 h 23"/>
                <a:gd name="T2" fmla="*/ 17 w 12"/>
                <a:gd name="T3" fmla="*/ 0 h 23"/>
                <a:gd name="T4" fmla="*/ 2 w 12"/>
                <a:gd name="T5" fmla="*/ 12 h 23"/>
                <a:gd name="T6" fmla="*/ 17 w 12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3">
                  <a:moveTo>
                    <a:pt x="12" y="22"/>
                  </a:moveTo>
                  <a:cubicBezTo>
                    <a:pt x="0" y="21"/>
                    <a:pt x="7" y="5"/>
                    <a:pt x="11" y="0"/>
                  </a:cubicBezTo>
                  <a:cubicBezTo>
                    <a:pt x="5" y="2"/>
                    <a:pt x="1" y="5"/>
                    <a:pt x="2" y="12"/>
                  </a:cubicBezTo>
                  <a:cubicBezTo>
                    <a:pt x="2" y="17"/>
                    <a:pt x="5" y="22"/>
                    <a:pt x="11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4" name="Freeform 626">
              <a:extLst>
                <a:ext uri="{FF2B5EF4-FFF2-40B4-BE49-F238E27FC236}">
                  <a16:creationId xmlns:a16="http://schemas.microsoft.com/office/drawing/2014/main" id="{9BA317A8-91D9-4724-AD76-49EFA3CEF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603"/>
              <a:ext cx="189" cy="9"/>
            </a:xfrm>
            <a:custGeom>
              <a:avLst/>
              <a:gdLst>
                <a:gd name="T0" fmla="*/ 209 w 185"/>
                <a:gd name="T1" fmla="*/ 0 h 9"/>
                <a:gd name="T2" fmla="*/ 0 w 185"/>
                <a:gd name="T3" fmla="*/ 9 h 9"/>
                <a:gd name="T4" fmla="*/ 209 w 18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9">
                  <a:moveTo>
                    <a:pt x="185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77" y="5"/>
                    <a:pt x="1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5" name="Freeform 627">
              <a:extLst>
                <a:ext uri="{FF2B5EF4-FFF2-40B4-BE49-F238E27FC236}">
                  <a16:creationId xmlns:a16="http://schemas.microsoft.com/office/drawing/2014/main" id="{C3531963-A13C-4E28-88FC-55D0B9985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601"/>
              <a:ext cx="216" cy="29"/>
            </a:xfrm>
            <a:custGeom>
              <a:avLst/>
              <a:gdLst>
                <a:gd name="T0" fmla="*/ 9 w 211"/>
                <a:gd name="T1" fmla="*/ 11 h 29"/>
                <a:gd name="T2" fmla="*/ 1 w 211"/>
                <a:gd name="T3" fmla="*/ 20 h 29"/>
                <a:gd name="T4" fmla="*/ 1 w 211"/>
                <a:gd name="T5" fmla="*/ 20 h 29"/>
                <a:gd name="T6" fmla="*/ 10 w 211"/>
                <a:gd name="T7" fmla="*/ 29 h 29"/>
                <a:gd name="T8" fmla="*/ 233 w 211"/>
                <a:gd name="T9" fmla="*/ 29 h 29"/>
                <a:gd name="T10" fmla="*/ 242 w 211"/>
                <a:gd name="T11" fmla="*/ 14 h 29"/>
                <a:gd name="T12" fmla="*/ 242 w 211"/>
                <a:gd name="T13" fmla="*/ 14 h 29"/>
                <a:gd name="T14" fmla="*/ 232 w 211"/>
                <a:gd name="T15" fmla="*/ 1 h 29"/>
                <a:gd name="T16" fmla="*/ 9 w 211"/>
                <a:gd name="T17" fmla="*/ 11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29">
                  <a:moveTo>
                    <a:pt x="9" y="11"/>
                  </a:moveTo>
                  <a:cubicBezTo>
                    <a:pt x="4" y="11"/>
                    <a:pt x="0" y="15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5"/>
                    <a:pt x="5" y="29"/>
                    <a:pt x="10" y="29"/>
                  </a:cubicBezTo>
                  <a:cubicBezTo>
                    <a:pt x="203" y="29"/>
                    <a:pt x="203" y="29"/>
                    <a:pt x="203" y="29"/>
                  </a:cubicBezTo>
                  <a:cubicBezTo>
                    <a:pt x="207" y="29"/>
                    <a:pt x="211" y="22"/>
                    <a:pt x="211" y="14"/>
                  </a:cubicBezTo>
                  <a:cubicBezTo>
                    <a:pt x="211" y="14"/>
                    <a:pt x="211" y="14"/>
                    <a:pt x="211" y="14"/>
                  </a:cubicBezTo>
                  <a:cubicBezTo>
                    <a:pt x="211" y="7"/>
                    <a:pt x="207" y="0"/>
                    <a:pt x="202" y="1"/>
                  </a:cubicBezTo>
                  <a:lnTo>
                    <a:pt x="9" y="1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6" name="Freeform 628">
              <a:extLst>
                <a:ext uri="{FF2B5EF4-FFF2-40B4-BE49-F238E27FC236}">
                  <a16:creationId xmlns:a16="http://schemas.microsoft.com/office/drawing/2014/main" id="{68AF2515-A109-46BE-82D5-242F00418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815"/>
              <a:ext cx="212" cy="77"/>
            </a:xfrm>
            <a:custGeom>
              <a:avLst/>
              <a:gdLst>
                <a:gd name="T0" fmla="*/ 12 w 207"/>
                <a:gd name="T1" fmla="*/ 2 h 75"/>
                <a:gd name="T2" fmla="*/ 2 w 207"/>
                <a:gd name="T3" fmla="*/ 8 h 75"/>
                <a:gd name="T4" fmla="*/ 2 w 207"/>
                <a:gd name="T5" fmla="*/ 8 h 75"/>
                <a:gd name="T6" fmla="*/ 8 w 207"/>
                <a:gd name="T7" fmla="*/ 25 h 75"/>
                <a:gd name="T8" fmla="*/ 223 w 207"/>
                <a:gd name="T9" fmla="*/ 86 h 75"/>
                <a:gd name="T10" fmla="*/ 236 w 207"/>
                <a:gd name="T11" fmla="*/ 74 h 75"/>
                <a:gd name="T12" fmla="*/ 236 w 207"/>
                <a:gd name="T13" fmla="*/ 74 h 75"/>
                <a:gd name="T14" fmla="*/ 230 w 207"/>
                <a:gd name="T15" fmla="*/ 52 h 75"/>
                <a:gd name="T16" fmla="*/ 12 w 207"/>
                <a:gd name="T17" fmla="*/ 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75">
                  <a:moveTo>
                    <a:pt x="12" y="2"/>
                  </a:moveTo>
                  <a:cubicBezTo>
                    <a:pt x="8" y="0"/>
                    <a:pt x="3" y="3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0" y="13"/>
                    <a:pt x="3" y="17"/>
                    <a:pt x="8" y="19"/>
                  </a:cubicBezTo>
                  <a:cubicBezTo>
                    <a:pt x="193" y="74"/>
                    <a:pt x="193" y="74"/>
                    <a:pt x="193" y="74"/>
                  </a:cubicBezTo>
                  <a:cubicBezTo>
                    <a:pt x="197" y="75"/>
                    <a:pt x="203" y="70"/>
                    <a:pt x="205" y="62"/>
                  </a:cubicBezTo>
                  <a:cubicBezTo>
                    <a:pt x="205" y="62"/>
                    <a:pt x="205" y="62"/>
                    <a:pt x="205" y="62"/>
                  </a:cubicBezTo>
                  <a:cubicBezTo>
                    <a:pt x="207" y="55"/>
                    <a:pt x="205" y="48"/>
                    <a:pt x="200" y="46"/>
                  </a:cubicBezTo>
                  <a:lnTo>
                    <a:pt x="12" y="2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7" name="Freeform 629">
              <a:extLst>
                <a:ext uri="{FF2B5EF4-FFF2-40B4-BE49-F238E27FC236}">
                  <a16:creationId xmlns:a16="http://schemas.microsoft.com/office/drawing/2014/main" id="{5FD1A521-83EF-4C6B-9CE1-D420F0345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832"/>
              <a:ext cx="183" cy="55"/>
            </a:xfrm>
            <a:custGeom>
              <a:avLst/>
              <a:gdLst>
                <a:gd name="T0" fmla="*/ 203 w 179"/>
                <a:gd name="T1" fmla="*/ 60 h 54"/>
                <a:gd name="T2" fmla="*/ 0 w 179"/>
                <a:gd name="T3" fmla="*/ 0 h 54"/>
                <a:gd name="T4" fmla="*/ 203 w 179"/>
                <a:gd name="T5" fmla="*/ 6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54">
                  <a:moveTo>
                    <a:pt x="179" y="5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36" y="24"/>
                    <a:pt x="179" y="54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8" name="Freeform 630">
              <a:extLst>
                <a:ext uri="{FF2B5EF4-FFF2-40B4-BE49-F238E27FC236}">
                  <a16:creationId xmlns:a16="http://schemas.microsoft.com/office/drawing/2014/main" id="{C5B9BA39-9D10-4FFE-ABA0-FA9B1D1D4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866"/>
              <a:ext cx="17" cy="23"/>
            </a:xfrm>
            <a:custGeom>
              <a:avLst/>
              <a:gdLst>
                <a:gd name="T0" fmla="*/ 16 w 16"/>
                <a:gd name="T1" fmla="*/ 27 h 22"/>
                <a:gd name="T2" fmla="*/ 22 w 16"/>
                <a:gd name="T3" fmla="*/ 0 h 22"/>
                <a:gd name="T4" fmla="*/ 3 w 16"/>
                <a:gd name="T5" fmla="*/ 9 h 22"/>
                <a:gd name="T6" fmla="*/ 15 w 16"/>
                <a:gd name="T7" fmla="*/ 2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10" y="21"/>
                  </a:moveTo>
                  <a:cubicBezTo>
                    <a:pt x="0" y="17"/>
                    <a:pt x="11" y="3"/>
                    <a:pt x="16" y="0"/>
                  </a:cubicBezTo>
                  <a:cubicBezTo>
                    <a:pt x="9" y="0"/>
                    <a:pt x="5" y="1"/>
                    <a:pt x="3" y="9"/>
                  </a:cubicBezTo>
                  <a:cubicBezTo>
                    <a:pt x="2" y="14"/>
                    <a:pt x="4" y="20"/>
                    <a:pt x="9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9" name="Freeform 631">
              <a:extLst>
                <a:ext uri="{FF2B5EF4-FFF2-40B4-BE49-F238E27FC236}">
                  <a16:creationId xmlns:a16="http://schemas.microsoft.com/office/drawing/2014/main" id="{AC9DAC05-2E2F-467B-BD6C-DC35B800F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817"/>
              <a:ext cx="185" cy="48"/>
            </a:xfrm>
            <a:custGeom>
              <a:avLst/>
              <a:gdLst>
                <a:gd name="T0" fmla="*/ 212 w 180"/>
                <a:gd name="T1" fmla="*/ 50 h 47"/>
                <a:gd name="T2" fmla="*/ 0 w 180"/>
                <a:gd name="T3" fmla="*/ 0 h 47"/>
                <a:gd name="T4" fmla="*/ 212 w 180"/>
                <a:gd name="T5" fmla="*/ 5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47">
                  <a:moveTo>
                    <a:pt x="18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71" y="47"/>
                    <a:pt x="18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0" name="Freeform 632">
              <a:extLst>
                <a:ext uri="{FF2B5EF4-FFF2-40B4-BE49-F238E27FC236}">
                  <a16:creationId xmlns:a16="http://schemas.microsoft.com/office/drawing/2014/main" id="{BE133E1C-9BEB-43E5-84C7-2B164D78D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816"/>
              <a:ext cx="211" cy="76"/>
            </a:xfrm>
            <a:custGeom>
              <a:avLst/>
              <a:gdLst>
                <a:gd name="T0" fmla="*/ 12 w 206"/>
                <a:gd name="T1" fmla="*/ 1 h 74"/>
                <a:gd name="T2" fmla="*/ 1 w 206"/>
                <a:gd name="T3" fmla="*/ 7 h 74"/>
                <a:gd name="T4" fmla="*/ 1 w 206"/>
                <a:gd name="T5" fmla="*/ 7 h 74"/>
                <a:gd name="T6" fmla="*/ 7 w 206"/>
                <a:gd name="T7" fmla="*/ 18 h 74"/>
                <a:gd name="T8" fmla="*/ 222 w 206"/>
                <a:gd name="T9" fmla="*/ 85 h 74"/>
                <a:gd name="T10" fmla="*/ 235 w 206"/>
                <a:gd name="T11" fmla="*/ 74 h 74"/>
                <a:gd name="T12" fmla="*/ 235 w 206"/>
                <a:gd name="T13" fmla="*/ 74 h 74"/>
                <a:gd name="T14" fmla="*/ 229 w 206"/>
                <a:gd name="T15" fmla="*/ 52 h 74"/>
                <a:gd name="T16" fmla="*/ 12 w 206"/>
                <a:gd name="T17" fmla="*/ 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74">
                  <a:moveTo>
                    <a:pt x="12" y="1"/>
                  </a:moveTo>
                  <a:cubicBezTo>
                    <a:pt x="7" y="0"/>
                    <a:pt x="2" y="3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12"/>
                    <a:pt x="2" y="17"/>
                    <a:pt x="7" y="18"/>
                  </a:cubicBezTo>
                  <a:cubicBezTo>
                    <a:pt x="192" y="73"/>
                    <a:pt x="192" y="73"/>
                    <a:pt x="192" y="73"/>
                  </a:cubicBezTo>
                  <a:cubicBezTo>
                    <a:pt x="197" y="74"/>
                    <a:pt x="202" y="69"/>
                    <a:pt x="204" y="62"/>
                  </a:cubicBezTo>
                  <a:cubicBezTo>
                    <a:pt x="204" y="62"/>
                    <a:pt x="204" y="62"/>
                    <a:pt x="204" y="62"/>
                  </a:cubicBezTo>
                  <a:cubicBezTo>
                    <a:pt x="206" y="54"/>
                    <a:pt x="204" y="47"/>
                    <a:pt x="199" y="46"/>
                  </a:cubicBezTo>
                  <a:lnTo>
                    <a:pt x="12" y="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1" name="Freeform 633">
              <a:extLst>
                <a:ext uri="{FF2B5EF4-FFF2-40B4-BE49-F238E27FC236}">
                  <a16:creationId xmlns:a16="http://schemas.microsoft.com/office/drawing/2014/main" id="{D69FD911-A569-4497-AEAB-975FFC460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953"/>
              <a:ext cx="190" cy="129"/>
            </a:xfrm>
            <a:custGeom>
              <a:avLst/>
              <a:gdLst>
                <a:gd name="T0" fmla="*/ 15 w 186"/>
                <a:gd name="T1" fmla="*/ 3 h 126"/>
                <a:gd name="T2" fmla="*/ 3 w 186"/>
                <a:gd name="T3" fmla="*/ 5 h 126"/>
                <a:gd name="T4" fmla="*/ 3 w 186"/>
                <a:gd name="T5" fmla="*/ 5 h 126"/>
                <a:gd name="T6" fmla="*/ 6 w 186"/>
                <a:gd name="T7" fmla="*/ 17 h 126"/>
                <a:gd name="T8" fmla="*/ 191 w 186"/>
                <a:gd name="T9" fmla="*/ 141 h 126"/>
                <a:gd name="T10" fmla="*/ 206 w 186"/>
                <a:gd name="T11" fmla="*/ 134 h 126"/>
                <a:gd name="T12" fmla="*/ 206 w 186"/>
                <a:gd name="T13" fmla="*/ 134 h 126"/>
                <a:gd name="T14" fmla="*/ 206 w 186"/>
                <a:gd name="T15" fmla="*/ 113 h 126"/>
                <a:gd name="T16" fmla="*/ 15 w 186"/>
                <a:gd name="T17" fmla="*/ 3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26">
                  <a:moveTo>
                    <a:pt x="15" y="3"/>
                  </a:moveTo>
                  <a:cubicBezTo>
                    <a:pt x="11" y="0"/>
                    <a:pt x="5" y="1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10"/>
                    <a:pt x="2" y="15"/>
                    <a:pt x="6" y="17"/>
                  </a:cubicBezTo>
                  <a:cubicBezTo>
                    <a:pt x="167" y="123"/>
                    <a:pt x="167" y="123"/>
                    <a:pt x="167" y="123"/>
                  </a:cubicBezTo>
                  <a:cubicBezTo>
                    <a:pt x="171" y="126"/>
                    <a:pt x="178" y="122"/>
                    <a:pt x="182" y="116"/>
                  </a:cubicBezTo>
                  <a:cubicBezTo>
                    <a:pt x="182" y="116"/>
                    <a:pt x="182" y="116"/>
                    <a:pt x="182" y="116"/>
                  </a:cubicBezTo>
                  <a:cubicBezTo>
                    <a:pt x="186" y="109"/>
                    <a:pt x="186" y="102"/>
                    <a:pt x="182" y="99"/>
                  </a:cubicBezTo>
                  <a:lnTo>
                    <a:pt x="15" y="3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2" name="Freeform 634">
              <a:extLst>
                <a:ext uri="{FF2B5EF4-FFF2-40B4-BE49-F238E27FC236}">
                  <a16:creationId xmlns:a16="http://schemas.microsoft.com/office/drawing/2014/main" id="{979E6E73-737E-47F7-80CD-7DCCBB962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969"/>
              <a:ext cx="160" cy="106"/>
            </a:xfrm>
            <a:custGeom>
              <a:avLst/>
              <a:gdLst>
                <a:gd name="T0" fmla="*/ 175 w 157"/>
                <a:gd name="T1" fmla="*/ 116 h 104"/>
                <a:gd name="T2" fmla="*/ 0 w 157"/>
                <a:gd name="T3" fmla="*/ 0 h 104"/>
                <a:gd name="T4" fmla="*/ 175 w 157"/>
                <a:gd name="T5" fmla="*/ 116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04">
                  <a:moveTo>
                    <a:pt x="157" y="10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4" y="63"/>
                    <a:pt x="157" y="104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3" name="Freeform 635">
              <a:extLst>
                <a:ext uri="{FF2B5EF4-FFF2-40B4-BE49-F238E27FC236}">
                  <a16:creationId xmlns:a16="http://schemas.microsoft.com/office/drawing/2014/main" id="{E7F6E9B2-509C-4163-94D1-11D81365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058"/>
              <a:ext cx="22" cy="20"/>
            </a:xfrm>
            <a:custGeom>
              <a:avLst/>
              <a:gdLst>
                <a:gd name="T0" fmla="*/ 9 w 21"/>
                <a:gd name="T1" fmla="*/ 20 h 20"/>
                <a:gd name="T2" fmla="*/ 27 w 21"/>
                <a:gd name="T3" fmla="*/ 1 h 20"/>
                <a:gd name="T4" fmla="*/ 6 w 21"/>
                <a:gd name="T5" fmla="*/ 6 h 20"/>
                <a:gd name="T6" fmla="*/ 7 w 21"/>
                <a:gd name="T7" fmla="*/ 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9" y="20"/>
                  </a:moveTo>
                  <a:cubicBezTo>
                    <a:pt x="0" y="13"/>
                    <a:pt x="15" y="3"/>
                    <a:pt x="21" y="1"/>
                  </a:cubicBezTo>
                  <a:cubicBezTo>
                    <a:pt x="14" y="0"/>
                    <a:pt x="10" y="0"/>
                    <a:pt x="6" y="6"/>
                  </a:cubicBezTo>
                  <a:cubicBezTo>
                    <a:pt x="4" y="11"/>
                    <a:pt x="3" y="17"/>
                    <a:pt x="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4" name="Freeform 636">
              <a:extLst>
                <a:ext uri="{FF2B5EF4-FFF2-40B4-BE49-F238E27FC236}">
                  <a16:creationId xmlns:a16="http://schemas.microsoft.com/office/drawing/2014/main" id="{8F8AFE66-F904-4888-AEAF-DC0623286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956"/>
              <a:ext cx="163" cy="97"/>
            </a:xfrm>
            <a:custGeom>
              <a:avLst/>
              <a:gdLst>
                <a:gd name="T0" fmla="*/ 184 w 159"/>
                <a:gd name="T1" fmla="*/ 112 h 94"/>
                <a:gd name="T2" fmla="*/ 0 w 159"/>
                <a:gd name="T3" fmla="*/ 0 h 94"/>
                <a:gd name="T4" fmla="*/ 184 w 159"/>
                <a:gd name="T5" fmla="*/ 112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94">
                  <a:moveTo>
                    <a:pt x="159" y="9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50" y="93"/>
                    <a:pt x="159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5" name="Freeform 637">
              <a:extLst>
                <a:ext uri="{FF2B5EF4-FFF2-40B4-BE49-F238E27FC236}">
                  <a16:creationId xmlns:a16="http://schemas.microsoft.com/office/drawing/2014/main" id="{E57A4C33-CFC6-426D-9465-C8244D92E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953"/>
              <a:ext cx="190" cy="129"/>
            </a:xfrm>
            <a:custGeom>
              <a:avLst/>
              <a:gdLst>
                <a:gd name="T0" fmla="*/ 15 w 186"/>
                <a:gd name="T1" fmla="*/ 3 h 126"/>
                <a:gd name="T2" fmla="*/ 3 w 186"/>
                <a:gd name="T3" fmla="*/ 6 h 126"/>
                <a:gd name="T4" fmla="*/ 3 w 186"/>
                <a:gd name="T5" fmla="*/ 6 h 126"/>
                <a:gd name="T6" fmla="*/ 6 w 186"/>
                <a:gd name="T7" fmla="*/ 18 h 126"/>
                <a:gd name="T8" fmla="*/ 191 w 186"/>
                <a:gd name="T9" fmla="*/ 141 h 126"/>
                <a:gd name="T10" fmla="*/ 206 w 186"/>
                <a:gd name="T11" fmla="*/ 134 h 126"/>
                <a:gd name="T12" fmla="*/ 206 w 186"/>
                <a:gd name="T13" fmla="*/ 134 h 126"/>
                <a:gd name="T14" fmla="*/ 206 w 186"/>
                <a:gd name="T15" fmla="*/ 113 h 126"/>
                <a:gd name="T16" fmla="*/ 15 w 186"/>
                <a:gd name="T17" fmla="*/ 3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26">
                  <a:moveTo>
                    <a:pt x="15" y="3"/>
                  </a:moveTo>
                  <a:cubicBezTo>
                    <a:pt x="11" y="0"/>
                    <a:pt x="5" y="2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10"/>
                    <a:pt x="2" y="15"/>
                    <a:pt x="6" y="18"/>
                  </a:cubicBezTo>
                  <a:cubicBezTo>
                    <a:pt x="167" y="123"/>
                    <a:pt x="167" y="123"/>
                    <a:pt x="167" y="123"/>
                  </a:cubicBezTo>
                  <a:cubicBezTo>
                    <a:pt x="171" y="126"/>
                    <a:pt x="178" y="123"/>
                    <a:pt x="182" y="116"/>
                  </a:cubicBezTo>
                  <a:cubicBezTo>
                    <a:pt x="182" y="116"/>
                    <a:pt x="182" y="116"/>
                    <a:pt x="182" y="116"/>
                  </a:cubicBezTo>
                  <a:cubicBezTo>
                    <a:pt x="186" y="109"/>
                    <a:pt x="186" y="102"/>
                    <a:pt x="182" y="99"/>
                  </a:cubicBezTo>
                  <a:lnTo>
                    <a:pt x="15" y="3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6" name="Freeform 638">
              <a:extLst>
                <a:ext uri="{FF2B5EF4-FFF2-40B4-BE49-F238E27FC236}">
                  <a16:creationId xmlns:a16="http://schemas.microsoft.com/office/drawing/2014/main" id="{49EF6666-3668-4202-A4F2-0FD26FE00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114"/>
              <a:ext cx="173" cy="152"/>
            </a:xfrm>
            <a:custGeom>
              <a:avLst/>
              <a:gdLst>
                <a:gd name="T0" fmla="*/ 16 w 169"/>
                <a:gd name="T1" fmla="*/ 3 h 149"/>
                <a:gd name="T2" fmla="*/ 3 w 169"/>
                <a:gd name="T3" fmla="*/ 4 h 149"/>
                <a:gd name="T4" fmla="*/ 3 w 169"/>
                <a:gd name="T5" fmla="*/ 4 h 149"/>
                <a:gd name="T6" fmla="*/ 4 w 169"/>
                <a:gd name="T7" fmla="*/ 16 h 149"/>
                <a:gd name="T8" fmla="*/ 170 w 169"/>
                <a:gd name="T9" fmla="*/ 164 h 149"/>
                <a:gd name="T10" fmla="*/ 187 w 169"/>
                <a:gd name="T11" fmla="*/ 159 h 149"/>
                <a:gd name="T12" fmla="*/ 187 w 169"/>
                <a:gd name="T13" fmla="*/ 159 h 149"/>
                <a:gd name="T14" fmla="*/ 190 w 169"/>
                <a:gd name="T15" fmla="*/ 141 h 149"/>
                <a:gd name="T16" fmla="*/ 16 w 169"/>
                <a:gd name="T17" fmla="*/ 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9" h="149">
                  <a:moveTo>
                    <a:pt x="16" y="3"/>
                  </a:moveTo>
                  <a:cubicBezTo>
                    <a:pt x="12" y="0"/>
                    <a:pt x="6" y="0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0" y="8"/>
                    <a:pt x="0" y="13"/>
                    <a:pt x="4" y="1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51" y="149"/>
                    <a:pt x="158" y="147"/>
                    <a:pt x="163" y="141"/>
                  </a:cubicBezTo>
                  <a:cubicBezTo>
                    <a:pt x="163" y="141"/>
                    <a:pt x="163" y="141"/>
                    <a:pt x="163" y="141"/>
                  </a:cubicBezTo>
                  <a:cubicBezTo>
                    <a:pt x="168" y="135"/>
                    <a:pt x="169" y="128"/>
                    <a:pt x="166" y="124"/>
                  </a:cubicBezTo>
                  <a:lnTo>
                    <a:pt x="16" y="3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7" name="Freeform 639">
              <a:extLst>
                <a:ext uri="{FF2B5EF4-FFF2-40B4-BE49-F238E27FC236}">
                  <a16:creationId xmlns:a16="http://schemas.microsoft.com/office/drawing/2014/main" id="{F6873A71-7070-4333-9B95-C60A8796E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129"/>
              <a:ext cx="143" cy="129"/>
            </a:xfrm>
            <a:custGeom>
              <a:avLst/>
              <a:gdLst>
                <a:gd name="T0" fmla="*/ 164 w 139"/>
                <a:gd name="T1" fmla="*/ 144 h 126"/>
                <a:gd name="T2" fmla="*/ 0 w 139"/>
                <a:gd name="T3" fmla="*/ 0 h 126"/>
                <a:gd name="T4" fmla="*/ 164 w 139"/>
                <a:gd name="T5" fmla="*/ 144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126">
                  <a:moveTo>
                    <a:pt x="139" y="12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12" y="80"/>
                    <a:pt x="139" y="126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8" name="Freeform 640">
              <a:extLst>
                <a:ext uri="{FF2B5EF4-FFF2-40B4-BE49-F238E27FC236}">
                  <a16:creationId xmlns:a16="http://schemas.microsoft.com/office/drawing/2014/main" id="{4D36172E-6E52-4273-9706-C11789A62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242"/>
              <a:ext cx="22" cy="21"/>
            </a:xfrm>
            <a:custGeom>
              <a:avLst/>
              <a:gdLst>
                <a:gd name="T0" fmla="*/ 8 w 22"/>
                <a:gd name="T1" fmla="*/ 21 h 21"/>
                <a:gd name="T2" fmla="*/ 22 w 22"/>
                <a:gd name="T3" fmla="*/ 4 h 21"/>
                <a:gd name="T4" fmla="*/ 7 w 22"/>
                <a:gd name="T5" fmla="*/ 7 h 21"/>
                <a:gd name="T6" fmla="*/ 6 w 22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8" y="21"/>
                  </a:moveTo>
                  <a:cubicBezTo>
                    <a:pt x="0" y="12"/>
                    <a:pt x="17" y="5"/>
                    <a:pt x="22" y="4"/>
                  </a:cubicBezTo>
                  <a:cubicBezTo>
                    <a:pt x="16" y="1"/>
                    <a:pt x="12" y="0"/>
                    <a:pt x="7" y="7"/>
                  </a:cubicBezTo>
                  <a:cubicBezTo>
                    <a:pt x="4" y="11"/>
                    <a:pt x="3" y="16"/>
                    <a:pt x="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9" name="Freeform 641">
              <a:extLst>
                <a:ext uri="{FF2B5EF4-FFF2-40B4-BE49-F238E27FC236}">
                  <a16:creationId xmlns:a16="http://schemas.microsoft.com/office/drawing/2014/main" id="{0056C9DA-B993-4A49-AFEA-7AD90F983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117"/>
              <a:ext cx="145" cy="121"/>
            </a:xfrm>
            <a:custGeom>
              <a:avLst/>
              <a:gdLst>
                <a:gd name="T0" fmla="*/ 160 w 142"/>
                <a:gd name="T1" fmla="*/ 136 h 118"/>
                <a:gd name="T2" fmla="*/ 0 w 142"/>
                <a:gd name="T3" fmla="*/ 0 h 118"/>
                <a:gd name="T4" fmla="*/ 160 w 142"/>
                <a:gd name="T5" fmla="*/ 136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118">
                  <a:moveTo>
                    <a:pt x="142" y="11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33" y="116"/>
                    <a:pt x="142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50" name="Freeform 642">
              <a:extLst>
                <a:ext uri="{FF2B5EF4-FFF2-40B4-BE49-F238E27FC236}">
                  <a16:creationId xmlns:a16="http://schemas.microsoft.com/office/drawing/2014/main" id="{E9075BEE-96BA-4D7B-8C4F-0E8E2F380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114"/>
              <a:ext cx="173" cy="152"/>
            </a:xfrm>
            <a:custGeom>
              <a:avLst/>
              <a:gdLst>
                <a:gd name="T0" fmla="*/ 16 w 169"/>
                <a:gd name="T1" fmla="*/ 3 h 149"/>
                <a:gd name="T2" fmla="*/ 3 w 169"/>
                <a:gd name="T3" fmla="*/ 4 h 149"/>
                <a:gd name="T4" fmla="*/ 3 w 169"/>
                <a:gd name="T5" fmla="*/ 4 h 149"/>
                <a:gd name="T6" fmla="*/ 4 w 169"/>
                <a:gd name="T7" fmla="*/ 17 h 149"/>
                <a:gd name="T8" fmla="*/ 170 w 169"/>
                <a:gd name="T9" fmla="*/ 164 h 149"/>
                <a:gd name="T10" fmla="*/ 187 w 169"/>
                <a:gd name="T11" fmla="*/ 159 h 149"/>
                <a:gd name="T12" fmla="*/ 187 w 169"/>
                <a:gd name="T13" fmla="*/ 159 h 149"/>
                <a:gd name="T14" fmla="*/ 190 w 169"/>
                <a:gd name="T15" fmla="*/ 143 h 149"/>
                <a:gd name="T16" fmla="*/ 16 w 169"/>
                <a:gd name="T17" fmla="*/ 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9" h="149">
                  <a:moveTo>
                    <a:pt x="16" y="3"/>
                  </a:moveTo>
                  <a:cubicBezTo>
                    <a:pt x="12" y="0"/>
                    <a:pt x="6" y="1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0" y="8"/>
                    <a:pt x="0" y="14"/>
                    <a:pt x="4" y="17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51" y="149"/>
                    <a:pt x="158" y="147"/>
                    <a:pt x="163" y="141"/>
                  </a:cubicBezTo>
                  <a:cubicBezTo>
                    <a:pt x="163" y="141"/>
                    <a:pt x="163" y="141"/>
                    <a:pt x="163" y="141"/>
                  </a:cubicBezTo>
                  <a:cubicBezTo>
                    <a:pt x="168" y="135"/>
                    <a:pt x="169" y="128"/>
                    <a:pt x="166" y="125"/>
                  </a:cubicBezTo>
                  <a:lnTo>
                    <a:pt x="16" y="3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51" name="Freeform 643">
              <a:extLst>
                <a:ext uri="{FF2B5EF4-FFF2-40B4-BE49-F238E27FC236}">
                  <a16:creationId xmlns:a16="http://schemas.microsoft.com/office/drawing/2014/main" id="{0BE03B51-B8CA-40F4-AC6C-47DE1CE4B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265"/>
              <a:ext cx="73" cy="213"/>
            </a:xfrm>
            <a:custGeom>
              <a:avLst/>
              <a:gdLst>
                <a:gd name="T0" fmla="*/ 25 w 71"/>
                <a:gd name="T1" fmla="*/ 8 h 208"/>
                <a:gd name="T2" fmla="*/ 8 w 71"/>
                <a:gd name="T3" fmla="*/ 2 h 208"/>
                <a:gd name="T4" fmla="*/ 8 w 71"/>
                <a:gd name="T5" fmla="*/ 2 h 208"/>
                <a:gd name="T6" fmla="*/ 2 w 71"/>
                <a:gd name="T7" fmla="*/ 12 h 208"/>
                <a:gd name="T8" fmla="*/ 48 w 71"/>
                <a:gd name="T9" fmla="*/ 231 h 208"/>
                <a:gd name="T10" fmla="*/ 70 w 71"/>
                <a:gd name="T11" fmla="*/ 237 h 208"/>
                <a:gd name="T12" fmla="*/ 70 w 71"/>
                <a:gd name="T13" fmla="*/ 237 h 208"/>
                <a:gd name="T14" fmla="*/ 82 w 71"/>
                <a:gd name="T15" fmla="*/ 224 h 208"/>
                <a:gd name="T16" fmla="*/ 25 w 71"/>
                <a:gd name="T17" fmla="*/ 8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208">
                  <a:moveTo>
                    <a:pt x="19" y="8"/>
                  </a:moveTo>
                  <a:cubicBezTo>
                    <a:pt x="18" y="3"/>
                    <a:pt x="13" y="0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3" y="3"/>
                    <a:pt x="0" y="7"/>
                    <a:pt x="2" y="12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43" y="205"/>
                    <a:pt x="50" y="208"/>
                    <a:pt x="58" y="206"/>
                  </a:cubicBezTo>
                  <a:cubicBezTo>
                    <a:pt x="58" y="206"/>
                    <a:pt x="58" y="206"/>
                    <a:pt x="58" y="206"/>
                  </a:cubicBezTo>
                  <a:cubicBezTo>
                    <a:pt x="66" y="204"/>
                    <a:pt x="71" y="199"/>
                    <a:pt x="70" y="194"/>
                  </a:cubicBezTo>
                  <a:lnTo>
                    <a:pt x="19" y="8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52" name="Freeform 644">
              <a:extLst>
                <a:ext uri="{FF2B5EF4-FFF2-40B4-BE49-F238E27FC236}">
                  <a16:creationId xmlns:a16="http://schemas.microsoft.com/office/drawing/2014/main" id="{9DBF5D84-9A69-4075-8FE1-3D79C560C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278"/>
              <a:ext cx="45" cy="188"/>
            </a:xfrm>
            <a:custGeom>
              <a:avLst/>
              <a:gdLst>
                <a:gd name="T0" fmla="*/ 45 w 44"/>
                <a:gd name="T1" fmla="*/ 208 h 184"/>
                <a:gd name="T2" fmla="*/ 0 w 44"/>
                <a:gd name="T3" fmla="*/ 0 h 184"/>
                <a:gd name="T4" fmla="*/ 45 w 44"/>
                <a:gd name="T5" fmla="*/ 208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84">
                  <a:moveTo>
                    <a:pt x="39" y="18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4" y="132"/>
                    <a:pt x="39" y="184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53" name="Freeform 645">
              <a:extLst>
                <a:ext uri="{FF2B5EF4-FFF2-40B4-BE49-F238E27FC236}">
                  <a16:creationId xmlns:a16="http://schemas.microsoft.com/office/drawing/2014/main" id="{6236DC49-8C84-4DD4-90BF-D32F0EBF9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459"/>
              <a:ext cx="24" cy="14"/>
            </a:xfrm>
            <a:custGeom>
              <a:avLst/>
              <a:gdLst>
                <a:gd name="T0" fmla="*/ 1 w 23"/>
                <a:gd name="T1" fmla="*/ 14 h 14"/>
                <a:gd name="T2" fmla="*/ 29 w 23"/>
                <a:gd name="T3" fmla="*/ 9 h 14"/>
                <a:gd name="T4" fmla="*/ 9 w 23"/>
                <a:gd name="T5" fmla="*/ 3 h 14"/>
                <a:gd name="T6" fmla="*/ 0 w 2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4">
                  <a:moveTo>
                    <a:pt x="1" y="14"/>
                  </a:moveTo>
                  <a:cubicBezTo>
                    <a:pt x="0" y="3"/>
                    <a:pt x="17" y="7"/>
                    <a:pt x="23" y="9"/>
                  </a:cubicBezTo>
                  <a:cubicBezTo>
                    <a:pt x="19" y="4"/>
                    <a:pt x="16" y="0"/>
                    <a:pt x="9" y="3"/>
                  </a:cubicBezTo>
                  <a:cubicBezTo>
                    <a:pt x="4" y="4"/>
                    <a:pt x="0" y="8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54" name="Freeform 646">
              <a:extLst>
                <a:ext uri="{FF2B5EF4-FFF2-40B4-BE49-F238E27FC236}">
                  <a16:creationId xmlns:a16="http://schemas.microsoft.com/office/drawing/2014/main" id="{31CF72E8-4459-4D58-BDA3-586686820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274"/>
              <a:ext cx="49" cy="183"/>
            </a:xfrm>
            <a:custGeom>
              <a:avLst/>
              <a:gdLst>
                <a:gd name="T0" fmla="*/ 59 w 47"/>
                <a:gd name="T1" fmla="*/ 203 h 179"/>
                <a:gd name="T2" fmla="*/ 0 w 47"/>
                <a:gd name="T3" fmla="*/ 0 h 179"/>
                <a:gd name="T4" fmla="*/ 59 w 47"/>
                <a:gd name="T5" fmla="*/ 203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79">
                  <a:moveTo>
                    <a:pt x="47" y="17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0" y="172"/>
                    <a:pt x="47" y="1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55" name="Freeform 647">
              <a:extLst>
                <a:ext uri="{FF2B5EF4-FFF2-40B4-BE49-F238E27FC236}">
                  <a16:creationId xmlns:a16="http://schemas.microsoft.com/office/drawing/2014/main" id="{FF3BD239-2E2D-4123-84F3-F81324E3E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266"/>
              <a:ext cx="72" cy="212"/>
            </a:xfrm>
            <a:custGeom>
              <a:avLst/>
              <a:gdLst>
                <a:gd name="T0" fmla="*/ 24 w 70"/>
                <a:gd name="T1" fmla="*/ 7 h 207"/>
                <a:gd name="T2" fmla="*/ 8 w 70"/>
                <a:gd name="T3" fmla="*/ 1 h 207"/>
                <a:gd name="T4" fmla="*/ 8 w 70"/>
                <a:gd name="T5" fmla="*/ 1 h 207"/>
                <a:gd name="T6" fmla="*/ 1 w 70"/>
                <a:gd name="T7" fmla="*/ 12 h 207"/>
                <a:gd name="T8" fmla="*/ 48 w 70"/>
                <a:gd name="T9" fmla="*/ 230 h 207"/>
                <a:gd name="T10" fmla="*/ 70 w 70"/>
                <a:gd name="T11" fmla="*/ 236 h 207"/>
                <a:gd name="T12" fmla="*/ 70 w 70"/>
                <a:gd name="T13" fmla="*/ 236 h 207"/>
                <a:gd name="T14" fmla="*/ 81 w 70"/>
                <a:gd name="T15" fmla="*/ 223 h 207"/>
                <a:gd name="T16" fmla="*/ 24 w 70"/>
                <a:gd name="T17" fmla="*/ 7 h 2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207">
                  <a:moveTo>
                    <a:pt x="18" y="7"/>
                  </a:moveTo>
                  <a:cubicBezTo>
                    <a:pt x="17" y="3"/>
                    <a:pt x="12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2"/>
                    <a:pt x="0" y="7"/>
                    <a:pt x="1" y="12"/>
                  </a:cubicBezTo>
                  <a:cubicBezTo>
                    <a:pt x="42" y="200"/>
                    <a:pt x="42" y="200"/>
                    <a:pt x="42" y="200"/>
                  </a:cubicBezTo>
                  <a:cubicBezTo>
                    <a:pt x="43" y="205"/>
                    <a:pt x="50" y="207"/>
                    <a:pt x="58" y="205"/>
                  </a:cubicBezTo>
                  <a:cubicBezTo>
                    <a:pt x="58" y="205"/>
                    <a:pt x="58" y="205"/>
                    <a:pt x="58" y="205"/>
                  </a:cubicBezTo>
                  <a:cubicBezTo>
                    <a:pt x="65" y="204"/>
                    <a:pt x="70" y="198"/>
                    <a:pt x="69" y="193"/>
                  </a:cubicBezTo>
                  <a:lnTo>
                    <a:pt x="18" y="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56" name="Freeform 648">
              <a:extLst>
                <a:ext uri="{FF2B5EF4-FFF2-40B4-BE49-F238E27FC236}">
                  <a16:creationId xmlns:a16="http://schemas.microsoft.com/office/drawing/2014/main" id="{5EC610B2-61C7-4236-806C-B934E171A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923"/>
              <a:ext cx="128" cy="192"/>
            </a:xfrm>
            <a:custGeom>
              <a:avLst/>
              <a:gdLst>
                <a:gd name="T0" fmla="*/ 140 w 125"/>
                <a:gd name="T1" fmla="*/ 202 h 187"/>
                <a:gd name="T2" fmla="*/ 137 w 125"/>
                <a:gd name="T3" fmla="*/ 215 h 187"/>
                <a:gd name="T4" fmla="*/ 137 w 125"/>
                <a:gd name="T5" fmla="*/ 215 h 187"/>
                <a:gd name="T6" fmla="*/ 125 w 125"/>
                <a:gd name="T7" fmla="*/ 212 h 187"/>
                <a:gd name="T8" fmla="*/ 2 w 125"/>
                <a:gd name="T9" fmla="*/ 25 h 187"/>
                <a:gd name="T10" fmla="*/ 10 w 125"/>
                <a:gd name="T11" fmla="*/ 4 h 187"/>
                <a:gd name="T12" fmla="*/ 10 w 125"/>
                <a:gd name="T13" fmla="*/ 4 h 187"/>
                <a:gd name="T14" fmla="*/ 32 w 125"/>
                <a:gd name="T15" fmla="*/ 4 h 187"/>
                <a:gd name="T16" fmla="*/ 140 w 125"/>
                <a:gd name="T17" fmla="*/ 202 h 1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187">
                  <a:moveTo>
                    <a:pt x="122" y="172"/>
                  </a:moveTo>
                  <a:cubicBezTo>
                    <a:pt x="125" y="176"/>
                    <a:pt x="123" y="181"/>
                    <a:pt x="119" y="184"/>
                  </a:cubicBezTo>
                  <a:cubicBezTo>
                    <a:pt x="119" y="184"/>
                    <a:pt x="119" y="184"/>
                    <a:pt x="119" y="184"/>
                  </a:cubicBezTo>
                  <a:cubicBezTo>
                    <a:pt x="115" y="187"/>
                    <a:pt x="110" y="185"/>
                    <a:pt x="107" y="18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15"/>
                    <a:pt x="3" y="8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6" y="0"/>
                    <a:pt x="24" y="0"/>
                    <a:pt x="26" y="4"/>
                  </a:cubicBezTo>
                  <a:lnTo>
                    <a:pt x="122" y="172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57" name="Freeform 649">
              <a:extLst>
                <a:ext uri="{FF2B5EF4-FFF2-40B4-BE49-F238E27FC236}">
                  <a16:creationId xmlns:a16="http://schemas.microsoft.com/office/drawing/2014/main" id="{66F48EBC-7892-4D62-A0B9-45078BB23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945"/>
              <a:ext cx="104" cy="162"/>
            </a:xfrm>
            <a:custGeom>
              <a:avLst/>
              <a:gdLst>
                <a:gd name="T0" fmla="*/ 0 w 102"/>
                <a:gd name="T1" fmla="*/ 0 h 158"/>
                <a:gd name="T2" fmla="*/ 114 w 102"/>
                <a:gd name="T3" fmla="*/ 183 h 158"/>
                <a:gd name="T4" fmla="*/ 0 w 102"/>
                <a:gd name="T5" fmla="*/ 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158">
                  <a:moveTo>
                    <a:pt x="0" y="0"/>
                  </a:moveTo>
                  <a:cubicBezTo>
                    <a:pt x="102" y="158"/>
                    <a:pt x="102" y="158"/>
                    <a:pt x="102" y="158"/>
                  </a:cubicBezTo>
                  <a:cubicBezTo>
                    <a:pt x="102" y="158"/>
                    <a:pt x="41" y="34"/>
                    <a:pt x="0" y="0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58" name="Freeform 650">
              <a:extLst>
                <a:ext uri="{FF2B5EF4-FFF2-40B4-BE49-F238E27FC236}">
                  <a16:creationId xmlns:a16="http://schemas.microsoft.com/office/drawing/2014/main" id="{908B4D8A-1445-4014-BE9E-07E6F8D4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927"/>
              <a:ext cx="22" cy="20"/>
            </a:xfrm>
            <a:custGeom>
              <a:avLst/>
              <a:gdLst>
                <a:gd name="T0" fmla="*/ 0 w 21"/>
                <a:gd name="T1" fmla="*/ 12 h 20"/>
                <a:gd name="T2" fmla="*/ 25 w 21"/>
                <a:gd name="T3" fmla="*/ 0 h 20"/>
                <a:gd name="T4" fmla="*/ 20 w 21"/>
                <a:gd name="T5" fmla="*/ 14 h 20"/>
                <a:gd name="T6" fmla="*/ 0 w 21"/>
                <a:gd name="T7" fmla="*/ 1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0" y="12"/>
                  </a:moveTo>
                  <a:cubicBezTo>
                    <a:pt x="7" y="20"/>
                    <a:pt x="17" y="6"/>
                    <a:pt x="19" y="0"/>
                  </a:cubicBezTo>
                  <a:cubicBezTo>
                    <a:pt x="21" y="6"/>
                    <a:pt x="21" y="11"/>
                    <a:pt x="14" y="14"/>
                  </a:cubicBezTo>
                  <a:cubicBezTo>
                    <a:pt x="9" y="17"/>
                    <a:pt x="4" y="17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59" name="Freeform 651">
              <a:extLst>
                <a:ext uri="{FF2B5EF4-FFF2-40B4-BE49-F238E27FC236}">
                  <a16:creationId xmlns:a16="http://schemas.microsoft.com/office/drawing/2014/main" id="{0EA0B05C-2782-4DD8-A2F5-2D276037B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936"/>
              <a:ext cx="95" cy="163"/>
            </a:xfrm>
            <a:custGeom>
              <a:avLst/>
              <a:gdLst>
                <a:gd name="T0" fmla="*/ 0 w 93"/>
                <a:gd name="T1" fmla="*/ 0 h 160"/>
                <a:gd name="T2" fmla="*/ 105 w 93"/>
                <a:gd name="T3" fmla="*/ 178 h 160"/>
                <a:gd name="T4" fmla="*/ 0 w 93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60">
                  <a:moveTo>
                    <a:pt x="0" y="0"/>
                  </a:moveTo>
                  <a:cubicBezTo>
                    <a:pt x="93" y="160"/>
                    <a:pt x="93" y="160"/>
                    <a:pt x="93" y="160"/>
                  </a:cubicBezTo>
                  <a:cubicBezTo>
                    <a:pt x="93" y="160"/>
                    <a:pt x="0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60" name="Freeform 652">
              <a:extLst>
                <a:ext uri="{FF2B5EF4-FFF2-40B4-BE49-F238E27FC236}">
                  <a16:creationId xmlns:a16="http://schemas.microsoft.com/office/drawing/2014/main" id="{EDEF7BA3-387A-45A5-A1F2-42B8B1FD1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923"/>
              <a:ext cx="128" cy="191"/>
            </a:xfrm>
            <a:custGeom>
              <a:avLst/>
              <a:gdLst>
                <a:gd name="T0" fmla="*/ 141 w 125"/>
                <a:gd name="T1" fmla="*/ 202 h 186"/>
                <a:gd name="T2" fmla="*/ 138 w 125"/>
                <a:gd name="T3" fmla="*/ 215 h 186"/>
                <a:gd name="T4" fmla="*/ 138 w 125"/>
                <a:gd name="T5" fmla="*/ 215 h 186"/>
                <a:gd name="T6" fmla="*/ 126 w 125"/>
                <a:gd name="T7" fmla="*/ 212 h 186"/>
                <a:gd name="T8" fmla="*/ 3 w 125"/>
                <a:gd name="T9" fmla="*/ 25 h 186"/>
                <a:gd name="T10" fmla="*/ 10 w 125"/>
                <a:gd name="T11" fmla="*/ 4 h 186"/>
                <a:gd name="T12" fmla="*/ 10 w 125"/>
                <a:gd name="T13" fmla="*/ 4 h 186"/>
                <a:gd name="T14" fmla="*/ 33 w 125"/>
                <a:gd name="T15" fmla="*/ 4 h 186"/>
                <a:gd name="T16" fmla="*/ 141 w 125"/>
                <a:gd name="T17" fmla="*/ 202 h 1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186">
                  <a:moveTo>
                    <a:pt x="123" y="172"/>
                  </a:moveTo>
                  <a:cubicBezTo>
                    <a:pt x="125" y="176"/>
                    <a:pt x="124" y="181"/>
                    <a:pt x="120" y="184"/>
                  </a:cubicBezTo>
                  <a:cubicBezTo>
                    <a:pt x="120" y="184"/>
                    <a:pt x="120" y="184"/>
                    <a:pt x="120" y="184"/>
                  </a:cubicBezTo>
                  <a:cubicBezTo>
                    <a:pt x="116" y="186"/>
                    <a:pt x="110" y="185"/>
                    <a:pt x="108" y="181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15"/>
                    <a:pt x="4" y="8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7" y="0"/>
                    <a:pt x="24" y="0"/>
                    <a:pt x="27" y="4"/>
                  </a:cubicBezTo>
                  <a:lnTo>
                    <a:pt x="123" y="172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61" name="Freeform 653">
              <a:extLst>
                <a:ext uri="{FF2B5EF4-FFF2-40B4-BE49-F238E27FC236}">
                  <a16:creationId xmlns:a16="http://schemas.microsoft.com/office/drawing/2014/main" id="{120090C2-9FF8-46F3-BBB9-EEDBF2897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790"/>
              <a:ext cx="83" cy="209"/>
            </a:xfrm>
            <a:custGeom>
              <a:avLst/>
              <a:gdLst>
                <a:gd name="T0" fmla="*/ 92 w 81"/>
                <a:gd name="T1" fmla="*/ 216 h 205"/>
                <a:gd name="T2" fmla="*/ 86 w 81"/>
                <a:gd name="T3" fmla="*/ 227 h 205"/>
                <a:gd name="T4" fmla="*/ 86 w 81"/>
                <a:gd name="T5" fmla="*/ 227 h 205"/>
                <a:gd name="T6" fmla="*/ 75 w 81"/>
                <a:gd name="T7" fmla="*/ 222 h 205"/>
                <a:gd name="T8" fmla="*/ 1 w 81"/>
                <a:gd name="T9" fmla="*/ 15 h 205"/>
                <a:gd name="T10" fmla="*/ 12 w 81"/>
                <a:gd name="T11" fmla="*/ 2 h 205"/>
                <a:gd name="T12" fmla="*/ 12 w 81"/>
                <a:gd name="T13" fmla="*/ 2 h 205"/>
                <a:gd name="T14" fmla="*/ 34 w 81"/>
                <a:gd name="T15" fmla="*/ 7 h 205"/>
                <a:gd name="T16" fmla="*/ 92 w 81"/>
                <a:gd name="T17" fmla="*/ 216 h 2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205">
                  <a:moveTo>
                    <a:pt x="80" y="192"/>
                  </a:moveTo>
                  <a:cubicBezTo>
                    <a:pt x="81" y="197"/>
                    <a:pt x="79" y="202"/>
                    <a:pt x="74" y="203"/>
                  </a:cubicBezTo>
                  <a:cubicBezTo>
                    <a:pt x="74" y="203"/>
                    <a:pt x="74" y="203"/>
                    <a:pt x="74" y="203"/>
                  </a:cubicBezTo>
                  <a:cubicBezTo>
                    <a:pt x="69" y="205"/>
                    <a:pt x="64" y="202"/>
                    <a:pt x="63" y="198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0"/>
                    <a:pt x="4" y="5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9" y="0"/>
                    <a:pt x="26" y="2"/>
                    <a:pt x="28" y="7"/>
                  </a:cubicBezTo>
                  <a:lnTo>
                    <a:pt x="80" y="192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62" name="Freeform 654">
              <a:extLst>
                <a:ext uri="{FF2B5EF4-FFF2-40B4-BE49-F238E27FC236}">
                  <a16:creationId xmlns:a16="http://schemas.microsoft.com/office/drawing/2014/main" id="{FF595434-380E-4F47-B9EB-55257011C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808"/>
              <a:ext cx="62" cy="182"/>
            </a:xfrm>
            <a:custGeom>
              <a:avLst/>
              <a:gdLst>
                <a:gd name="T0" fmla="*/ 0 w 61"/>
                <a:gd name="T1" fmla="*/ 0 h 178"/>
                <a:gd name="T2" fmla="*/ 67 w 61"/>
                <a:gd name="T3" fmla="*/ 202 h 178"/>
                <a:gd name="T4" fmla="*/ 0 w 61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78">
                  <a:moveTo>
                    <a:pt x="0" y="0"/>
                  </a:moveTo>
                  <a:cubicBezTo>
                    <a:pt x="61" y="178"/>
                    <a:pt x="61" y="178"/>
                    <a:pt x="61" y="178"/>
                  </a:cubicBezTo>
                  <a:cubicBezTo>
                    <a:pt x="61" y="178"/>
                    <a:pt x="31" y="43"/>
                    <a:pt x="0" y="0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63" name="Freeform 655">
              <a:extLst>
                <a:ext uri="{FF2B5EF4-FFF2-40B4-BE49-F238E27FC236}">
                  <a16:creationId xmlns:a16="http://schemas.microsoft.com/office/drawing/2014/main" id="{17EDA39B-5220-4541-8A15-477254F47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794"/>
              <a:ext cx="22" cy="17"/>
            </a:xfrm>
            <a:custGeom>
              <a:avLst/>
              <a:gdLst>
                <a:gd name="T0" fmla="*/ 1 w 22"/>
                <a:gd name="T1" fmla="*/ 7 h 17"/>
                <a:gd name="T2" fmla="*/ 22 w 22"/>
                <a:gd name="T3" fmla="*/ 0 h 17"/>
                <a:gd name="T4" fmla="*/ 14 w 22"/>
                <a:gd name="T5" fmla="*/ 13 h 17"/>
                <a:gd name="T6" fmla="*/ 0 w 22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7">
                  <a:moveTo>
                    <a:pt x="1" y="7"/>
                  </a:moveTo>
                  <a:cubicBezTo>
                    <a:pt x="6" y="17"/>
                    <a:pt x="19" y="5"/>
                    <a:pt x="22" y="0"/>
                  </a:cubicBezTo>
                  <a:cubicBezTo>
                    <a:pt x="22" y="7"/>
                    <a:pt x="21" y="11"/>
                    <a:pt x="14" y="13"/>
                  </a:cubicBezTo>
                  <a:cubicBezTo>
                    <a:pt x="9" y="14"/>
                    <a:pt x="3" y="13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64" name="Freeform 656">
              <a:extLst>
                <a:ext uri="{FF2B5EF4-FFF2-40B4-BE49-F238E27FC236}">
                  <a16:creationId xmlns:a16="http://schemas.microsoft.com/office/drawing/2014/main" id="{B7244A36-91B4-4326-AE2E-E13073705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804"/>
              <a:ext cx="55" cy="182"/>
            </a:xfrm>
            <a:custGeom>
              <a:avLst/>
              <a:gdLst>
                <a:gd name="T0" fmla="*/ 2 w 54"/>
                <a:gd name="T1" fmla="*/ 0 h 178"/>
                <a:gd name="T2" fmla="*/ 60 w 54"/>
                <a:gd name="T3" fmla="*/ 202 h 178"/>
                <a:gd name="T4" fmla="*/ 2 w 54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78">
                  <a:moveTo>
                    <a:pt x="2" y="0"/>
                  </a:moveTo>
                  <a:cubicBezTo>
                    <a:pt x="54" y="178"/>
                    <a:pt x="54" y="178"/>
                    <a:pt x="54" y="178"/>
                  </a:cubicBezTo>
                  <a:cubicBezTo>
                    <a:pt x="54" y="178"/>
                    <a:pt x="0" y="1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65" name="Freeform 657">
              <a:extLst>
                <a:ext uri="{FF2B5EF4-FFF2-40B4-BE49-F238E27FC236}">
                  <a16:creationId xmlns:a16="http://schemas.microsoft.com/office/drawing/2014/main" id="{DC824E4F-ED4B-455D-85B4-5D36CE997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790"/>
              <a:ext cx="84" cy="209"/>
            </a:xfrm>
            <a:custGeom>
              <a:avLst/>
              <a:gdLst>
                <a:gd name="T0" fmla="*/ 92 w 82"/>
                <a:gd name="T1" fmla="*/ 216 h 205"/>
                <a:gd name="T2" fmla="*/ 87 w 82"/>
                <a:gd name="T3" fmla="*/ 227 h 205"/>
                <a:gd name="T4" fmla="*/ 87 w 82"/>
                <a:gd name="T5" fmla="*/ 227 h 205"/>
                <a:gd name="T6" fmla="*/ 76 w 82"/>
                <a:gd name="T7" fmla="*/ 221 h 205"/>
                <a:gd name="T8" fmla="*/ 2 w 82"/>
                <a:gd name="T9" fmla="*/ 15 h 205"/>
                <a:gd name="T10" fmla="*/ 12 w 82"/>
                <a:gd name="T11" fmla="*/ 2 h 205"/>
                <a:gd name="T12" fmla="*/ 12 w 82"/>
                <a:gd name="T13" fmla="*/ 2 h 205"/>
                <a:gd name="T14" fmla="*/ 35 w 82"/>
                <a:gd name="T15" fmla="*/ 6 h 205"/>
                <a:gd name="T16" fmla="*/ 92 w 82"/>
                <a:gd name="T17" fmla="*/ 216 h 2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205">
                  <a:moveTo>
                    <a:pt x="80" y="192"/>
                  </a:moveTo>
                  <a:cubicBezTo>
                    <a:pt x="82" y="197"/>
                    <a:pt x="79" y="202"/>
                    <a:pt x="75" y="203"/>
                  </a:cubicBezTo>
                  <a:cubicBezTo>
                    <a:pt x="75" y="203"/>
                    <a:pt x="75" y="203"/>
                    <a:pt x="75" y="203"/>
                  </a:cubicBezTo>
                  <a:cubicBezTo>
                    <a:pt x="70" y="205"/>
                    <a:pt x="65" y="202"/>
                    <a:pt x="64" y="197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0" y="10"/>
                    <a:pt x="5" y="4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20" y="0"/>
                    <a:pt x="27" y="2"/>
                    <a:pt x="29" y="6"/>
                  </a:cubicBezTo>
                  <a:lnTo>
                    <a:pt x="80" y="192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66" name="Freeform 658">
              <a:extLst>
                <a:ext uri="{FF2B5EF4-FFF2-40B4-BE49-F238E27FC236}">
                  <a16:creationId xmlns:a16="http://schemas.microsoft.com/office/drawing/2014/main" id="{CEE17CCE-420E-4358-A7D5-02ABB8998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133"/>
              <a:ext cx="178" cy="147"/>
            </a:xfrm>
            <a:custGeom>
              <a:avLst/>
              <a:gdLst>
                <a:gd name="T0" fmla="*/ 194 w 174"/>
                <a:gd name="T1" fmla="*/ 145 h 144"/>
                <a:gd name="T2" fmla="*/ 195 w 174"/>
                <a:gd name="T3" fmla="*/ 157 h 144"/>
                <a:gd name="T4" fmla="*/ 195 w 174"/>
                <a:gd name="T5" fmla="*/ 157 h 144"/>
                <a:gd name="T6" fmla="*/ 183 w 174"/>
                <a:gd name="T7" fmla="*/ 159 h 144"/>
                <a:gd name="T8" fmla="*/ 4 w 174"/>
                <a:gd name="T9" fmla="*/ 32 h 144"/>
                <a:gd name="T10" fmla="*/ 6 w 174"/>
                <a:gd name="T11" fmla="*/ 9 h 144"/>
                <a:gd name="T12" fmla="*/ 6 w 174"/>
                <a:gd name="T13" fmla="*/ 9 h 144"/>
                <a:gd name="T14" fmla="*/ 28 w 174"/>
                <a:gd name="T15" fmla="*/ 3 h 144"/>
                <a:gd name="T16" fmla="*/ 194 w 174"/>
                <a:gd name="T17" fmla="*/ 14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44">
                  <a:moveTo>
                    <a:pt x="170" y="127"/>
                  </a:moveTo>
                  <a:cubicBezTo>
                    <a:pt x="174" y="130"/>
                    <a:pt x="174" y="135"/>
                    <a:pt x="171" y="139"/>
                  </a:cubicBezTo>
                  <a:cubicBezTo>
                    <a:pt x="171" y="139"/>
                    <a:pt x="171" y="139"/>
                    <a:pt x="171" y="139"/>
                  </a:cubicBezTo>
                  <a:cubicBezTo>
                    <a:pt x="168" y="143"/>
                    <a:pt x="163" y="144"/>
                    <a:pt x="159" y="141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0" y="23"/>
                    <a:pt x="1" y="15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11" y="3"/>
                    <a:pt x="18" y="0"/>
                    <a:pt x="22" y="3"/>
                  </a:cubicBezTo>
                  <a:lnTo>
                    <a:pt x="170" y="127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67" name="Freeform 659">
              <a:extLst>
                <a:ext uri="{FF2B5EF4-FFF2-40B4-BE49-F238E27FC236}">
                  <a16:creationId xmlns:a16="http://schemas.microsoft.com/office/drawing/2014/main" id="{BAD9F115-9684-40D4-9221-FF9FE3A19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160"/>
              <a:ext cx="154" cy="114"/>
            </a:xfrm>
            <a:custGeom>
              <a:avLst/>
              <a:gdLst>
                <a:gd name="T0" fmla="*/ 0 w 151"/>
                <a:gd name="T1" fmla="*/ 0 h 112"/>
                <a:gd name="T2" fmla="*/ 169 w 151"/>
                <a:gd name="T3" fmla="*/ 124 h 112"/>
                <a:gd name="T4" fmla="*/ 0 w 151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112">
                  <a:moveTo>
                    <a:pt x="0" y="0"/>
                  </a:moveTo>
                  <a:cubicBezTo>
                    <a:pt x="151" y="112"/>
                    <a:pt x="151" y="112"/>
                    <a:pt x="151" y="112"/>
                  </a:cubicBezTo>
                  <a:cubicBezTo>
                    <a:pt x="151" y="112"/>
                    <a:pt x="50" y="17"/>
                    <a:pt x="0" y="0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68" name="Freeform 660">
              <a:extLst>
                <a:ext uri="{FF2B5EF4-FFF2-40B4-BE49-F238E27FC236}">
                  <a16:creationId xmlns:a16="http://schemas.microsoft.com/office/drawing/2014/main" id="{BD0EDCB0-CC9B-446F-83EC-60C5662D6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136"/>
              <a:ext cx="19" cy="25"/>
            </a:xfrm>
            <a:custGeom>
              <a:avLst/>
              <a:gdLst>
                <a:gd name="T0" fmla="*/ 0 w 19"/>
                <a:gd name="T1" fmla="*/ 24 h 24"/>
                <a:gd name="T2" fmla="*/ 14 w 19"/>
                <a:gd name="T3" fmla="*/ 0 h 24"/>
                <a:gd name="T4" fmla="*/ 14 w 19"/>
                <a:gd name="T5" fmla="*/ 22 h 24"/>
                <a:gd name="T6" fmla="*/ 1 w 19"/>
                <a:gd name="T7" fmla="*/ 2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0" y="18"/>
                  </a:moveTo>
                  <a:cubicBezTo>
                    <a:pt x="10" y="24"/>
                    <a:pt x="14" y="6"/>
                    <a:pt x="14" y="0"/>
                  </a:cubicBezTo>
                  <a:cubicBezTo>
                    <a:pt x="18" y="6"/>
                    <a:pt x="19" y="10"/>
                    <a:pt x="14" y="16"/>
                  </a:cubicBezTo>
                  <a:cubicBezTo>
                    <a:pt x="11" y="20"/>
                    <a:pt x="6" y="22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69" name="Freeform 661">
              <a:extLst>
                <a:ext uri="{FF2B5EF4-FFF2-40B4-BE49-F238E27FC236}">
                  <a16:creationId xmlns:a16="http://schemas.microsoft.com/office/drawing/2014/main" id="{A56917B1-2777-4BF3-9130-DBCDEA6A4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143"/>
              <a:ext cx="148" cy="120"/>
            </a:xfrm>
            <a:custGeom>
              <a:avLst/>
              <a:gdLst>
                <a:gd name="T0" fmla="*/ 0 w 144"/>
                <a:gd name="T1" fmla="*/ 0 h 117"/>
                <a:gd name="T2" fmla="*/ 169 w 144"/>
                <a:gd name="T3" fmla="*/ 135 h 117"/>
                <a:gd name="T4" fmla="*/ 0 w 144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17">
                  <a:moveTo>
                    <a:pt x="0" y="0"/>
                  </a:moveTo>
                  <a:cubicBezTo>
                    <a:pt x="144" y="117"/>
                    <a:pt x="144" y="117"/>
                    <a:pt x="144" y="117"/>
                  </a:cubicBezTo>
                  <a:cubicBezTo>
                    <a:pt x="144" y="117"/>
                    <a:pt x="4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70" name="Freeform 662">
              <a:extLst>
                <a:ext uri="{FF2B5EF4-FFF2-40B4-BE49-F238E27FC236}">
                  <a16:creationId xmlns:a16="http://schemas.microsoft.com/office/drawing/2014/main" id="{9C7AA8AF-F909-489A-B5FA-F1828FC19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134"/>
              <a:ext cx="178" cy="146"/>
            </a:xfrm>
            <a:custGeom>
              <a:avLst/>
              <a:gdLst>
                <a:gd name="T0" fmla="*/ 193 w 174"/>
                <a:gd name="T1" fmla="*/ 144 h 143"/>
                <a:gd name="T2" fmla="*/ 195 w 174"/>
                <a:gd name="T3" fmla="*/ 156 h 143"/>
                <a:gd name="T4" fmla="*/ 195 w 174"/>
                <a:gd name="T5" fmla="*/ 156 h 143"/>
                <a:gd name="T6" fmla="*/ 182 w 174"/>
                <a:gd name="T7" fmla="*/ 158 h 143"/>
                <a:gd name="T8" fmla="*/ 4 w 174"/>
                <a:gd name="T9" fmla="*/ 31 h 143"/>
                <a:gd name="T10" fmla="*/ 5 w 174"/>
                <a:gd name="T11" fmla="*/ 8 h 143"/>
                <a:gd name="T12" fmla="*/ 5 w 174"/>
                <a:gd name="T13" fmla="*/ 8 h 143"/>
                <a:gd name="T14" fmla="*/ 21 w 174"/>
                <a:gd name="T15" fmla="*/ 3 h 143"/>
                <a:gd name="T16" fmla="*/ 193 w 174"/>
                <a:gd name="T17" fmla="*/ 144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43">
                  <a:moveTo>
                    <a:pt x="169" y="126"/>
                  </a:moveTo>
                  <a:cubicBezTo>
                    <a:pt x="173" y="129"/>
                    <a:pt x="174" y="135"/>
                    <a:pt x="171" y="138"/>
                  </a:cubicBezTo>
                  <a:cubicBezTo>
                    <a:pt x="171" y="138"/>
                    <a:pt x="171" y="138"/>
                    <a:pt x="171" y="138"/>
                  </a:cubicBezTo>
                  <a:cubicBezTo>
                    <a:pt x="168" y="142"/>
                    <a:pt x="162" y="143"/>
                    <a:pt x="158" y="14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2"/>
                    <a:pt x="1" y="14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10" y="2"/>
                    <a:pt x="17" y="0"/>
                    <a:pt x="21" y="3"/>
                  </a:cubicBezTo>
                  <a:lnTo>
                    <a:pt x="169" y="126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71" name="Freeform 663">
              <a:extLst>
                <a:ext uri="{FF2B5EF4-FFF2-40B4-BE49-F238E27FC236}">
                  <a16:creationId xmlns:a16="http://schemas.microsoft.com/office/drawing/2014/main" id="{152515DC-B32F-4758-9E12-CB1D0E520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315"/>
              <a:ext cx="210" cy="82"/>
            </a:xfrm>
            <a:custGeom>
              <a:avLst/>
              <a:gdLst>
                <a:gd name="T0" fmla="*/ 222 w 206"/>
                <a:gd name="T1" fmla="*/ 73 h 80"/>
                <a:gd name="T2" fmla="*/ 228 w 206"/>
                <a:gd name="T3" fmla="*/ 84 h 80"/>
                <a:gd name="T4" fmla="*/ 228 w 206"/>
                <a:gd name="T5" fmla="*/ 84 h 80"/>
                <a:gd name="T6" fmla="*/ 217 w 206"/>
                <a:gd name="T7" fmla="*/ 90 h 80"/>
                <a:gd name="T8" fmla="*/ 7 w 206"/>
                <a:gd name="T9" fmla="*/ 35 h 80"/>
                <a:gd name="T10" fmla="*/ 2 w 206"/>
                <a:gd name="T11" fmla="*/ 13 h 80"/>
                <a:gd name="T12" fmla="*/ 2 w 206"/>
                <a:gd name="T13" fmla="*/ 13 h 80"/>
                <a:gd name="T14" fmla="*/ 15 w 206"/>
                <a:gd name="T15" fmla="*/ 2 h 80"/>
                <a:gd name="T16" fmla="*/ 222 w 206"/>
                <a:gd name="T17" fmla="*/ 73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80">
                  <a:moveTo>
                    <a:pt x="198" y="61"/>
                  </a:moveTo>
                  <a:cubicBezTo>
                    <a:pt x="203" y="63"/>
                    <a:pt x="206" y="67"/>
                    <a:pt x="204" y="72"/>
                  </a:cubicBezTo>
                  <a:cubicBezTo>
                    <a:pt x="204" y="72"/>
                    <a:pt x="204" y="72"/>
                    <a:pt x="204" y="72"/>
                  </a:cubicBezTo>
                  <a:cubicBezTo>
                    <a:pt x="203" y="77"/>
                    <a:pt x="198" y="80"/>
                    <a:pt x="193" y="78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2" y="27"/>
                    <a:pt x="0" y="20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5" y="5"/>
                    <a:pt x="10" y="0"/>
                    <a:pt x="15" y="2"/>
                  </a:cubicBezTo>
                  <a:lnTo>
                    <a:pt x="198" y="61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72" name="Freeform 664">
              <a:extLst>
                <a:ext uri="{FF2B5EF4-FFF2-40B4-BE49-F238E27FC236}">
                  <a16:creationId xmlns:a16="http://schemas.microsoft.com/office/drawing/2014/main" id="{FFAC3907-C311-43D2-B71E-2E92048A5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1340"/>
              <a:ext cx="185" cy="52"/>
            </a:xfrm>
            <a:custGeom>
              <a:avLst/>
              <a:gdLst>
                <a:gd name="T0" fmla="*/ 0 w 181"/>
                <a:gd name="T1" fmla="*/ 3 h 51"/>
                <a:gd name="T2" fmla="*/ 205 w 181"/>
                <a:gd name="T3" fmla="*/ 57 h 51"/>
                <a:gd name="T4" fmla="*/ 0 w 181"/>
                <a:gd name="T5" fmla="*/ 3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51">
                  <a:moveTo>
                    <a:pt x="0" y="3"/>
                  </a:moveTo>
                  <a:cubicBezTo>
                    <a:pt x="181" y="51"/>
                    <a:pt x="181" y="51"/>
                    <a:pt x="181" y="51"/>
                  </a:cubicBezTo>
                  <a:cubicBezTo>
                    <a:pt x="181" y="51"/>
                    <a:pt x="52" y="0"/>
                    <a:pt x="0" y="3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73" name="Freeform 665">
              <a:extLst>
                <a:ext uri="{FF2B5EF4-FFF2-40B4-BE49-F238E27FC236}">
                  <a16:creationId xmlns:a16="http://schemas.microsoft.com/office/drawing/2014/main" id="{19F79E3C-FE0D-4C8A-B231-0F0F7BD88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318"/>
              <a:ext cx="15" cy="24"/>
            </a:xfrm>
            <a:custGeom>
              <a:avLst/>
              <a:gdLst>
                <a:gd name="T0" fmla="*/ 0 w 15"/>
                <a:gd name="T1" fmla="*/ 28 h 23"/>
                <a:gd name="T2" fmla="*/ 7 w 15"/>
                <a:gd name="T3" fmla="*/ 0 h 23"/>
                <a:gd name="T4" fmla="*/ 13 w 15"/>
                <a:gd name="T5" fmla="*/ 20 h 23"/>
                <a:gd name="T6" fmla="*/ 1 w 15"/>
                <a:gd name="T7" fmla="*/ 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0" y="22"/>
                  </a:moveTo>
                  <a:cubicBezTo>
                    <a:pt x="12" y="23"/>
                    <a:pt x="9" y="6"/>
                    <a:pt x="7" y="0"/>
                  </a:cubicBezTo>
                  <a:cubicBezTo>
                    <a:pt x="12" y="4"/>
                    <a:pt x="15" y="7"/>
                    <a:pt x="13" y="14"/>
                  </a:cubicBezTo>
                  <a:cubicBezTo>
                    <a:pt x="11" y="19"/>
                    <a:pt x="7" y="23"/>
                    <a:pt x="1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74" name="Freeform 666">
              <a:extLst>
                <a:ext uri="{FF2B5EF4-FFF2-40B4-BE49-F238E27FC236}">
                  <a16:creationId xmlns:a16="http://schemas.microsoft.com/office/drawing/2014/main" id="{FB91536A-9D9D-4CB1-BF1F-AEB3E9BD3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320"/>
              <a:ext cx="180" cy="58"/>
            </a:xfrm>
            <a:custGeom>
              <a:avLst/>
              <a:gdLst>
                <a:gd name="T0" fmla="*/ 0 w 176"/>
                <a:gd name="T1" fmla="*/ 0 h 56"/>
                <a:gd name="T2" fmla="*/ 200 w 176"/>
                <a:gd name="T3" fmla="*/ 68 h 56"/>
                <a:gd name="T4" fmla="*/ 0 w 17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56">
                  <a:moveTo>
                    <a:pt x="0" y="0"/>
                  </a:moveTo>
                  <a:cubicBezTo>
                    <a:pt x="176" y="56"/>
                    <a:pt x="176" y="56"/>
                    <a:pt x="176" y="56"/>
                  </a:cubicBezTo>
                  <a:cubicBezTo>
                    <a:pt x="176" y="56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75" name="Freeform 667">
              <a:extLst>
                <a:ext uri="{FF2B5EF4-FFF2-40B4-BE49-F238E27FC236}">
                  <a16:creationId xmlns:a16="http://schemas.microsoft.com/office/drawing/2014/main" id="{12407BCF-B225-4F4C-9A72-ECDB1EB9B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315"/>
              <a:ext cx="209" cy="82"/>
            </a:xfrm>
            <a:custGeom>
              <a:avLst/>
              <a:gdLst>
                <a:gd name="T0" fmla="*/ 222 w 205"/>
                <a:gd name="T1" fmla="*/ 73 h 80"/>
                <a:gd name="T2" fmla="*/ 228 w 205"/>
                <a:gd name="T3" fmla="*/ 84 h 80"/>
                <a:gd name="T4" fmla="*/ 228 w 205"/>
                <a:gd name="T5" fmla="*/ 84 h 80"/>
                <a:gd name="T6" fmla="*/ 217 w 205"/>
                <a:gd name="T7" fmla="*/ 90 h 80"/>
                <a:gd name="T8" fmla="*/ 7 w 205"/>
                <a:gd name="T9" fmla="*/ 35 h 80"/>
                <a:gd name="T10" fmla="*/ 2 w 205"/>
                <a:gd name="T11" fmla="*/ 13 h 80"/>
                <a:gd name="T12" fmla="*/ 2 w 205"/>
                <a:gd name="T13" fmla="*/ 13 h 80"/>
                <a:gd name="T14" fmla="*/ 14 w 205"/>
                <a:gd name="T15" fmla="*/ 2 h 80"/>
                <a:gd name="T16" fmla="*/ 222 w 205"/>
                <a:gd name="T17" fmla="*/ 73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80">
                  <a:moveTo>
                    <a:pt x="198" y="61"/>
                  </a:moveTo>
                  <a:cubicBezTo>
                    <a:pt x="203" y="63"/>
                    <a:pt x="205" y="68"/>
                    <a:pt x="204" y="72"/>
                  </a:cubicBezTo>
                  <a:cubicBezTo>
                    <a:pt x="204" y="72"/>
                    <a:pt x="204" y="72"/>
                    <a:pt x="204" y="72"/>
                  </a:cubicBezTo>
                  <a:cubicBezTo>
                    <a:pt x="203" y="77"/>
                    <a:pt x="198" y="80"/>
                    <a:pt x="193" y="78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2" y="27"/>
                    <a:pt x="0" y="20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4" y="5"/>
                    <a:pt x="10" y="0"/>
                    <a:pt x="14" y="2"/>
                  </a:cubicBezTo>
                  <a:lnTo>
                    <a:pt x="198" y="6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76" name="Freeform 668">
              <a:extLst>
                <a:ext uri="{FF2B5EF4-FFF2-40B4-BE49-F238E27FC236}">
                  <a16:creationId xmlns:a16="http://schemas.microsoft.com/office/drawing/2014/main" id="{BFF02DE1-5A56-4408-89F7-7871BDD11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530"/>
              <a:ext cx="216" cy="30"/>
            </a:xfrm>
            <a:custGeom>
              <a:avLst/>
              <a:gdLst>
                <a:gd name="T0" fmla="*/ 232 w 211"/>
                <a:gd name="T1" fmla="*/ 11 h 29"/>
                <a:gd name="T2" fmla="*/ 242 w 211"/>
                <a:gd name="T3" fmla="*/ 26 h 29"/>
                <a:gd name="T4" fmla="*/ 242 w 211"/>
                <a:gd name="T5" fmla="*/ 26 h 29"/>
                <a:gd name="T6" fmla="*/ 232 w 211"/>
                <a:gd name="T7" fmla="*/ 34 h 29"/>
                <a:gd name="T8" fmla="*/ 9 w 211"/>
                <a:gd name="T9" fmla="*/ 34 h 29"/>
                <a:gd name="T10" fmla="*/ 0 w 211"/>
                <a:gd name="T11" fmla="*/ 14 h 29"/>
                <a:gd name="T12" fmla="*/ 0 w 211"/>
                <a:gd name="T13" fmla="*/ 14 h 29"/>
                <a:gd name="T14" fmla="*/ 10 w 211"/>
                <a:gd name="T15" fmla="*/ 0 h 29"/>
                <a:gd name="T16" fmla="*/ 232 w 211"/>
                <a:gd name="T17" fmla="*/ 11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29">
                  <a:moveTo>
                    <a:pt x="202" y="11"/>
                  </a:moveTo>
                  <a:cubicBezTo>
                    <a:pt x="207" y="11"/>
                    <a:pt x="211" y="15"/>
                    <a:pt x="211" y="20"/>
                  </a:cubicBezTo>
                  <a:cubicBezTo>
                    <a:pt x="211" y="20"/>
                    <a:pt x="211" y="20"/>
                    <a:pt x="211" y="20"/>
                  </a:cubicBezTo>
                  <a:cubicBezTo>
                    <a:pt x="211" y="25"/>
                    <a:pt x="207" y="29"/>
                    <a:pt x="202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4" y="28"/>
                    <a:pt x="0" y="22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6"/>
                    <a:pt x="5" y="0"/>
                    <a:pt x="10" y="0"/>
                  </a:cubicBezTo>
                  <a:lnTo>
                    <a:pt x="202" y="11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77" name="Freeform 669">
              <a:extLst>
                <a:ext uri="{FF2B5EF4-FFF2-40B4-BE49-F238E27FC236}">
                  <a16:creationId xmlns:a16="http://schemas.microsoft.com/office/drawing/2014/main" id="{111AE2E5-B36A-4AEC-990E-6AF661227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1540"/>
              <a:ext cx="193" cy="17"/>
            </a:xfrm>
            <a:custGeom>
              <a:avLst/>
              <a:gdLst>
                <a:gd name="T0" fmla="*/ 0 w 188"/>
                <a:gd name="T1" fmla="*/ 22 h 16"/>
                <a:gd name="T2" fmla="*/ 220 w 188"/>
                <a:gd name="T3" fmla="*/ 21 h 16"/>
                <a:gd name="T4" fmla="*/ 0 w 188"/>
                <a:gd name="T5" fmla="*/ 2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16">
                  <a:moveTo>
                    <a:pt x="0" y="16"/>
                  </a:moveTo>
                  <a:cubicBezTo>
                    <a:pt x="188" y="15"/>
                    <a:pt x="188" y="15"/>
                    <a:pt x="188" y="15"/>
                  </a:cubicBezTo>
                  <a:cubicBezTo>
                    <a:pt x="188" y="15"/>
                    <a:pt x="50" y="0"/>
                    <a:pt x="0" y="16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78" name="Freeform 670">
              <a:extLst>
                <a:ext uri="{FF2B5EF4-FFF2-40B4-BE49-F238E27FC236}">
                  <a16:creationId xmlns:a16="http://schemas.microsoft.com/office/drawing/2014/main" id="{27852A3B-A65C-47D5-A1FC-1F9E7AFBF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533"/>
              <a:ext cx="12" cy="24"/>
            </a:xfrm>
            <a:custGeom>
              <a:avLst/>
              <a:gdLst>
                <a:gd name="T0" fmla="*/ 0 w 12"/>
                <a:gd name="T1" fmla="*/ 28 h 23"/>
                <a:gd name="T2" fmla="*/ 1 w 12"/>
                <a:gd name="T3" fmla="*/ 0 h 23"/>
                <a:gd name="T4" fmla="*/ 10 w 12"/>
                <a:gd name="T5" fmla="*/ 18 h 23"/>
                <a:gd name="T6" fmla="*/ 2 w 12"/>
                <a:gd name="T7" fmla="*/ 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3">
                  <a:moveTo>
                    <a:pt x="0" y="22"/>
                  </a:moveTo>
                  <a:cubicBezTo>
                    <a:pt x="12" y="21"/>
                    <a:pt x="5" y="5"/>
                    <a:pt x="1" y="0"/>
                  </a:cubicBezTo>
                  <a:cubicBezTo>
                    <a:pt x="7" y="2"/>
                    <a:pt x="11" y="4"/>
                    <a:pt x="10" y="12"/>
                  </a:cubicBezTo>
                  <a:cubicBezTo>
                    <a:pt x="10" y="17"/>
                    <a:pt x="7" y="22"/>
                    <a:pt x="2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79" name="Freeform 671">
              <a:extLst>
                <a:ext uri="{FF2B5EF4-FFF2-40B4-BE49-F238E27FC236}">
                  <a16:creationId xmlns:a16="http://schemas.microsoft.com/office/drawing/2014/main" id="{1346CF9A-3C22-448B-BF78-BD2DAFC5E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532"/>
              <a:ext cx="190" cy="9"/>
            </a:xfrm>
            <a:custGeom>
              <a:avLst/>
              <a:gdLst>
                <a:gd name="T0" fmla="*/ 0 w 185"/>
                <a:gd name="T1" fmla="*/ 0 h 9"/>
                <a:gd name="T2" fmla="*/ 217 w 185"/>
                <a:gd name="T3" fmla="*/ 9 h 9"/>
                <a:gd name="T4" fmla="*/ 0 w 18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9">
                  <a:moveTo>
                    <a:pt x="0" y="0"/>
                  </a:moveTo>
                  <a:cubicBezTo>
                    <a:pt x="185" y="9"/>
                    <a:pt x="185" y="9"/>
                    <a:pt x="185" y="9"/>
                  </a:cubicBezTo>
                  <a:cubicBezTo>
                    <a:pt x="185" y="9"/>
                    <a:pt x="8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80" name="Freeform 672">
              <a:extLst>
                <a:ext uri="{FF2B5EF4-FFF2-40B4-BE49-F238E27FC236}">
                  <a16:creationId xmlns:a16="http://schemas.microsoft.com/office/drawing/2014/main" id="{FDFC7FD8-A6EC-452B-8A80-B0893E397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530"/>
              <a:ext cx="216" cy="30"/>
            </a:xfrm>
            <a:custGeom>
              <a:avLst/>
              <a:gdLst>
                <a:gd name="T0" fmla="*/ 232 w 211"/>
                <a:gd name="T1" fmla="*/ 11 h 29"/>
                <a:gd name="T2" fmla="*/ 241 w 211"/>
                <a:gd name="T3" fmla="*/ 26 h 29"/>
                <a:gd name="T4" fmla="*/ 241 w 211"/>
                <a:gd name="T5" fmla="*/ 26 h 29"/>
                <a:gd name="T6" fmla="*/ 231 w 211"/>
                <a:gd name="T7" fmla="*/ 35 h 29"/>
                <a:gd name="T8" fmla="*/ 9 w 211"/>
                <a:gd name="T9" fmla="*/ 35 h 29"/>
                <a:gd name="T10" fmla="*/ 0 w 211"/>
                <a:gd name="T11" fmla="*/ 14 h 29"/>
                <a:gd name="T12" fmla="*/ 0 w 211"/>
                <a:gd name="T13" fmla="*/ 14 h 29"/>
                <a:gd name="T14" fmla="*/ 9 w 211"/>
                <a:gd name="T15" fmla="*/ 0 h 29"/>
                <a:gd name="T16" fmla="*/ 232 w 211"/>
                <a:gd name="T17" fmla="*/ 11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29">
                  <a:moveTo>
                    <a:pt x="202" y="11"/>
                  </a:moveTo>
                  <a:cubicBezTo>
                    <a:pt x="207" y="11"/>
                    <a:pt x="211" y="15"/>
                    <a:pt x="210" y="20"/>
                  </a:cubicBezTo>
                  <a:cubicBezTo>
                    <a:pt x="210" y="20"/>
                    <a:pt x="210" y="20"/>
                    <a:pt x="210" y="20"/>
                  </a:cubicBezTo>
                  <a:cubicBezTo>
                    <a:pt x="210" y="25"/>
                    <a:pt x="206" y="29"/>
                    <a:pt x="201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4" y="29"/>
                    <a:pt x="0" y="22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7"/>
                    <a:pt x="4" y="0"/>
                    <a:pt x="9" y="0"/>
                  </a:cubicBezTo>
                  <a:lnTo>
                    <a:pt x="202" y="1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81" name="Freeform 673">
              <a:extLst>
                <a:ext uri="{FF2B5EF4-FFF2-40B4-BE49-F238E27FC236}">
                  <a16:creationId xmlns:a16="http://schemas.microsoft.com/office/drawing/2014/main" id="{3408FA0A-91E4-4D8F-B0A5-657D2072F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745"/>
              <a:ext cx="212" cy="76"/>
            </a:xfrm>
            <a:custGeom>
              <a:avLst/>
              <a:gdLst>
                <a:gd name="T0" fmla="*/ 225 w 207"/>
                <a:gd name="T1" fmla="*/ 2 h 75"/>
                <a:gd name="T2" fmla="*/ 237 w 207"/>
                <a:gd name="T3" fmla="*/ 8 h 75"/>
                <a:gd name="T4" fmla="*/ 237 w 207"/>
                <a:gd name="T5" fmla="*/ 8 h 75"/>
                <a:gd name="T6" fmla="*/ 230 w 207"/>
                <a:gd name="T7" fmla="*/ 19 h 75"/>
                <a:gd name="T8" fmla="*/ 15 w 207"/>
                <a:gd name="T9" fmla="*/ 80 h 75"/>
                <a:gd name="T10" fmla="*/ 3 w 207"/>
                <a:gd name="T11" fmla="*/ 68 h 75"/>
                <a:gd name="T12" fmla="*/ 3 w 207"/>
                <a:gd name="T13" fmla="*/ 68 h 75"/>
                <a:gd name="T14" fmla="*/ 7 w 207"/>
                <a:gd name="T15" fmla="*/ 52 h 75"/>
                <a:gd name="T16" fmla="*/ 225 w 207"/>
                <a:gd name="T17" fmla="*/ 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75">
                  <a:moveTo>
                    <a:pt x="195" y="2"/>
                  </a:moveTo>
                  <a:cubicBezTo>
                    <a:pt x="200" y="0"/>
                    <a:pt x="205" y="3"/>
                    <a:pt x="206" y="8"/>
                  </a:cubicBezTo>
                  <a:cubicBezTo>
                    <a:pt x="206" y="8"/>
                    <a:pt x="206" y="8"/>
                    <a:pt x="206" y="8"/>
                  </a:cubicBezTo>
                  <a:cubicBezTo>
                    <a:pt x="207" y="13"/>
                    <a:pt x="204" y="17"/>
                    <a:pt x="200" y="19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0" y="75"/>
                    <a:pt x="5" y="70"/>
                    <a:pt x="3" y="62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0" y="55"/>
                    <a:pt x="3" y="48"/>
                    <a:pt x="7" y="46"/>
                  </a:cubicBezTo>
                  <a:lnTo>
                    <a:pt x="195" y="2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82" name="Freeform 674">
              <a:extLst>
                <a:ext uri="{FF2B5EF4-FFF2-40B4-BE49-F238E27FC236}">
                  <a16:creationId xmlns:a16="http://schemas.microsoft.com/office/drawing/2014/main" id="{A8D39C11-1795-4298-9D38-93BAAE63B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761"/>
              <a:ext cx="184" cy="55"/>
            </a:xfrm>
            <a:custGeom>
              <a:avLst/>
              <a:gdLst>
                <a:gd name="T0" fmla="*/ 0 w 180"/>
                <a:gd name="T1" fmla="*/ 60 h 54"/>
                <a:gd name="T2" fmla="*/ 204 w 180"/>
                <a:gd name="T3" fmla="*/ 0 h 54"/>
                <a:gd name="T4" fmla="*/ 0 w 180"/>
                <a:gd name="T5" fmla="*/ 6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54">
                  <a:moveTo>
                    <a:pt x="0" y="54"/>
                  </a:move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44" y="24"/>
                    <a:pt x="0" y="54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83" name="Freeform 675">
              <a:extLst>
                <a:ext uri="{FF2B5EF4-FFF2-40B4-BE49-F238E27FC236}">
                  <a16:creationId xmlns:a16="http://schemas.microsoft.com/office/drawing/2014/main" id="{97CC96BE-CE25-45C0-8227-2F8288152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796"/>
              <a:ext cx="16" cy="22"/>
            </a:xfrm>
            <a:custGeom>
              <a:avLst/>
              <a:gdLst>
                <a:gd name="T0" fmla="*/ 6 w 16"/>
                <a:gd name="T1" fmla="*/ 22 h 22"/>
                <a:gd name="T2" fmla="*/ 0 w 16"/>
                <a:gd name="T3" fmla="*/ 0 h 22"/>
                <a:gd name="T4" fmla="*/ 12 w 16"/>
                <a:gd name="T5" fmla="*/ 9 h 22"/>
                <a:gd name="T6" fmla="*/ 7 w 16"/>
                <a:gd name="T7" fmla="*/ 2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6" y="22"/>
                  </a:moveTo>
                  <a:cubicBezTo>
                    <a:pt x="16" y="17"/>
                    <a:pt x="5" y="3"/>
                    <a:pt x="0" y="0"/>
                  </a:cubicBezTo>
                  <a:cubicBezTo>
                    <a:pt x="6" y="0"/>
                    <a:pt x="11" y="2"/>
                    <a:pt x="12" y="9"/>
                  </a:cubicBezTo>
                  <a:cubicBezTo>
                    <a:pt x="13" y="14"/>
                    <a:pt x="12" y="20"/>
                    <a:pt x="7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84" name="Freeform 676">
              <a:extLst>
                <a:ext uri="{FF2B5EF4-FFF2-40B4-BE49-F238E27FC236}">
                  <a16:creationId xmlns:a16="http://schemas.microsoft.com/office/drawing/2014/main" id="{395ECBCF-0B13-4A5A-A543-5492151DC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747"/>
              <a:ext cx="184" cy="48"/>
            </a:xfrm>
            <a:custGeom>
              <a:avLst/>
              <a:gdLst>
                <a:gd name="T0" fmla="*/ 0 w 180"/>
                <a:gd name="T1" fmla="*/ 50 h 47"/>
                <a:gd name="T2" fmla="*/ 204 w 180"/>
                <a:gd name="T3" fmla="*/ 0 h 47"/>
                <a:gd name="T4" fmla="*/ 0 w 180"/>
                <a:gd name="T5" fmla="*/ 5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47">
                  <a:moveTo>
                    <a:pt x="0" y="44"/>
                  </a:move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9" y="47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85" name="Freeform 677">
              <a:extLst>
                <a:ext uri="{FF2B5EF4-FFF2-40B4-BE49-F238E27FC236}">
                  <a16:creationId xmlns:a16="http://schemas.microsoft.com/office/drawing/2014/main" id="{ED564833-DDF7-4D93-A29D-75B347ECE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746"/>
              <a:ext cx="212" cy="75"/>
            </a:xfrm>
            <a:custGeom>
              <a:avLst/>
              <a:gdLst>
                <a:gd name="T0" fmla="*/ 225 w 207"/>
                <a:gd name="T1" fmla="*/ 1 h 74"/>
                <a:gd name="T2" fmla="*/ 237 w 207"/>
                <a:gd name="T3" fmla="*/ 7 h 74"/>
                <a:gd name="T4" fmla="*/ 237 w 207"/>
                <a:gd name="T5" fmla="*/ 7 h 74"/>
                <a:gd name="T6" fmla="*/ 229 w 207"/>
                <a:gd name="T7" fmla="*/ 18 h 74"/>
                <a:gd name="T8" fmla="*/ 15 w 207"/>
                <a:gd name="T9" fmla="*/ 79 h 74"/>
                <a:gd name="T10" fmla="*/ 2 w 207"/>
                <a:gd name="T11" fmla="*/ 68 h 74"/>
                <a:gd name="T12" fmla="*/ 2 w 207"/>
                <a:gd name="T13" fmla="*/ 68 h 74"/>
                <a:gd name="T14" fmla="*/ 7 w 207"/>
                <a:gd name="T15" fmla="*/ 52 h 74"/>
                <a:gd name="T16" fmla="*/ 225 w 207"/>
                <a:gd name="T17" fmla="*/ 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74">
                  <a:moveTo>
                    <a:pt x="195" y="1"/>
                  </a:moveTo>
                  <a:cubicBezTo>
                    <a:pt x="200" y="0"/>
                    <a:pt x="204" y="3"/>
                    <a:pt x="206" y="7"/>
                  </a:cubicBezTo>
                  <a:cubicBezTo>
                    <a:pt x="206" y="7"/>
                    <a:pt x="206" y="7"/>
                    <a:pt x="206" y="7"/>
                  </a:cubicBezTo>
                  <a:cubicBezTo>
                    <a:pt x="207" y="12"/>
                    <a:pt x="204" y="17"/>
                    <a:pt x="199" y="18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0" y="74"/>
                    <a:pt x="4" y="69"/>
                    <a:pt x="2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0" y="54"/>
                    <a:pt x="2" y="47"/>
                    <a:pt x="7" y="46"/>
                  </a:cubicBezTo>
                  <a:lnTo>
                    <a:pt x="195" y="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86" name="Freeform 678">
              <a:extLst>
                <a:ext uri="{FF2B5EF4-FFF2-40B4-BE49-F238E27FC236}">
                  <a16:creationId xmlns:a16="http://schemas.microsoft.com/office/drawing/2014/main" id="{7C60CD28-B8AC-41DB-8727-CF55DDDF7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968"/>
              <a:ext cx="191" cy="129"/>
            </a:xfrm>
            <a:custGeom>
              <a:avLst/>
              <a:gdLst>
                <a:gd name="T0" fmla="*/ 201 w 186"/>
                <a:gd name="T1" fmla="*/ 3 h 126"/>
                <a:gd name="T2" fmla="*/ 215 w 186"/>
                <a:gd name="T3" fmla="*/ 6 h 126"/>
                <a:gd name="T4" fmla="*/ 215 w 186"/>
                <a:gd name="T5" fmla="*/ 6 h 126"/>
                <a:gd name="T6" fmla="*/ 212 w 186"/>
                <a:gd name="T7" fmla="*/ 18 h 126"/>
                <a:gd name="T8" fmla="*/ 25 w 186"/>
                <a:gd name="T9" fmla="*/ 141 h 126"/>
                <a:gd name="T10" fmla="*/ 4 w 186"/>
                <a:gd name="T11" fmla="*/ 134 h 126"/>
                <a:gd name="T12" fmla="*/ 4 w 186"/>
                <a:gd name="T13" fmla="*/ 134 h 126"/>
                <a:gd name="T14" fmla="*/ 4 w 186"/>
                <a:gd name="T15" fmla="*/ 113 h 126"/>
                <a:gd name="T16" fmla="*/ 201 w 186"/>
                <a:gd name="T17" fmla="*/ 3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26">
                  <a:moveTo>
                    <a:pt x="171" y="3"/>
                  </a:moveTo>
                  <a:cubicBezTo>
                    <a:pt x="176" y="0"/>
                    <a:pt x="181" y="2"/>
                    <a:pt x="184" y="6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6" y="10"/>
                    <a:pt x="185" y="15"/>
                    <a:pt x="181" y="18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5" y="126"/>
                    <a:pt x="8" y="123"/>
                    <a:pt x="4" y="116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0" y="109"/>
                    <a:pt x="0" y="102"/>
                    <a:pt x="4" y="99"/>
                  </a:cubicBezTo>
                  <a:lnTo>
                    <a:pt x="171" y="3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87" name="Freeform 679">
              <a:extLst>
                <a:ext uri="{FF2B5EF4-FFF2-40B4-BE49-F238E27FC236}">
                  <a16:creationId xmlns:a16="http://schemas.microsoft.com/office/drawing/2014/main" id="{78A15153-3774-4AD4-8F7E-7F611CA70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984"/>
              <a:ext cx="161" cy="105"/>
            </a:xfrm>
            <a:custGeom>
              <a:avLst/>
              <a:gdLst>
                <a:gd name="T0" fmla="*/ 0 w 157"/>
                <a:gd name="T1" fmla="*/ 115 h 103"/>
                <a:gd name="T2" fmla="*/ 182 w 157"/>
                <a:gd name="T3" fmla="*/ 0 h 103"/>
                <a:gd name="T4" fmla="*/ 0 w 157"/>
                <a:gd name="T5" fmla="*/ 115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03">
                  <a:moveTo>
                    <a:pt x="0" y="103"/>
                  </a:moveTo>
                  <a:cubicBezTo>
                    <a:pt x="157" y="0"/>
                    <a:pt x="157" y="0"/>
                    <a:pt x="157" y="0"/>
                  </a:cubicBezTo>
                  <a:cubicBezTo>
                    <a:pt x="157" y="0"/>
                    <a:pt x="34" y="62"/>
                    <a:pt x="0" y="103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88" name="Freeform 680">
              <a:extLst>
                <a:ext uri="{FF2B5EF4-FFF2-40B4-BE49-F238E27FC236}">
                  <a16:creationId xmlns:a16="http://schemas.microsoft.com/office/drawing/2014/main" id="{32C44FCF-7C94-44AC-A43A-E7912EB82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072"/>
              <a:ext cx="20" cy="22"/>
            </a:xfrm>
            <a:custGeom>
              <a:avLst/>
              <a:gdLst>
                <a:gd name="T0" fmla="*/ 12 w 20"/>
                <a:gd name="T1" fmla="*/ 27 h 21"/>
                <a:gd name="T2" fmla="*/ 0 w 20"/>
                <a:gd name="T3" fmla="*/ 1 h 21"/>
                <a:gd name="T4" fmla="*/ 14 w 20"/>
                <a:gd name="T5" fmla="*/ 7 h 21"/>
                <a:gd name="T6" fmla="*/ 13 w 20"/>
                <a:gd name="T7" fmla="*/ 2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12" y="21"/>
                  </a:moveTo>
                  <a:cubicBezTo>
                    <a:pt x="20" y="13"/>
                    <a:pt x="6" y="4"/>
                    <a:pt x="0" y="1"/>
                  </a:cubicBezTo>
                  <a:cubicBezTo>
                    <a:pt x="6" y="0"/>
                    <a:pt x="11" y="0"/>
                    <a:pt x="14" y="7"/>
                  </a:cubicBezTo>
                  <a:cubicBezTo>
                    <a:pt x="17" y="11"/>
                    <a:pt x="17" y="17"/>
                    <a:pt x="1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89" name="Freeform 681">
              <a:extLst>
                <a:ext uri="{FF2B5EF4-FFF2-40B4-BE49-F238E27FC236}">
                  <a16:creationId xmlns:a16="http://schemas.microsoft.com/office/drawing/2014/main" id="{9288E6B2-2626-450C-950D-A6773341F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971"/>
              <a:ext cx="162" cy="96"/>
            </a:xfrm>
            <a:custGeom>
              <a:avLst/>
              <a:gdLst>
                <a:gd name="T0" fmla="*/ 0 w 159"/>
                <a:gd name="T1" fmla="*/ 106 h 94"/>
                <a:gd name="T2" fmla="*/ 177 w 159"/>
                <a:gd name="T3" fmla="*/ 0 h 94"/>
                <a:gd name="T4" fmla="*/ 0 w 159"/>
                <a:gd name="T5" fmla="*/ 106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94">
                  <a:moveTo>
                    <a:pt x="0" y="94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59" y="0"/>
                    <a:pt x="9" y="94"/>
                    <a:pt x="0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90" name="Freeform 682">
              <a:extLst>
                <a:ext uri="{FF2B5EF4-FFF2-40B4-BE49-F238E27FC236}">
                  <a16:creationId xmlns:a16="http://schemas.microsoft.com/office/drawing/2014/main" id="{967EB161-4A11-4066-B027-FC5B11C71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969"/>
              <a:ext cx="191" cy="128"/>
            </a:xfrm>
            <a:custGeom>
              <a:avLst/>
              <a:gdLst>
                <a:gd name="T0" fmla="*/ 201 w 186"/>
                <a:gd name="T1" fmla="*/ 2 h 125"/>
                <a:gd name="T2" fmla="*/ 215 w 186"/>
                <a:gd name="T3" fmla="*/ 5 h 125"/>
                <a:gd name="T4" fmla="*/ 215 w 186"/>
                <a:gd name="T5" fmla="*/ 5 h 125"/>
                <a:gd name="T6" fmla="*/ 212 w 186"/>
                <a:gd name="T7" fmla="*/ 17 h 125"/>
                <a:gd name="T8" fmla="*/ 25 w 186"/>
                <a:gd name="T9" fmla="*/ 141 h 125"/>
                <a:gd name="T10" fmla="*/ 4 w 186"/>
                <a:gd name="T11" fmla="*/ 134 h 125"/>
                <a:gd name="T12" fmla="*/ 4 w 186"/>
                <a:gd name="T13" fmla="*/ 134 h 125"/>
                <a:gd name="T14" fmla="*/ 4 w 186"/>
                <a:gd name="T15" fmla="*/ 114 h 125"/>
                <a:gd name="T16" fmla="*/ 201 w 186"/>
                <a:gd name="T17" fmla="*/ 2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25">
                  <a:moveTo>
                    <a:pt x="171" y="2"/>
                  </a:moveTo>
                  <a:cubicBezTo>
                    <a:pt x="176" y="0"/>
                    <a:pt x="181" y="1"/>
                    <a:pt x="184" y="5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86" y="9"/>
                    <a:pt x="185" y="15"/>
                    <a:pt x="181" y="17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5" y="125"/>
                    <a:pt x="8" y="122"/>
                    <a:pt x="4" y="116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0" y="109"/>
                    <a:pt x="0" y="101"/>
                    <a:pt x="4" y="99"/>
                  </a:cubicBezTo>
                  <a:lnTo>
                    <a:pt x="171" y="2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91" name="Freeform 683">
              <a:extLst>
                <a:ext uri="{FF2B5EF4-FFF2-40B4-BE49-F238E27FC236}">
                  <a16:creationId xmlns:a16="http://schemas.microsoft.com/office/drawing/2014/main" id="{5E6955D8-19CC-49DC-88E5-0C69ED62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105"/>
              <a:ext cx="174" cy="152"/>
            </a:xfrm>
            <a:custGeom>
              <a:avLst/>
              <a:gdLst>
                <a:gd name="T0" fmla="*/ 178 w 170"/>
                <a:gd name="T1" fmla="*/ 3 h 149"/>
                <a:gd name="T2" fmla="*/ 191 w 170"/>
                <a:gd name="T3" fmla="*/ 4 h 149"/>
                <a:gd name="T4" fmla="*/ 191 w 170"/>
                <a:gd name="T5" fmla="*/ 4 h 149"/>
                <a:gd name="T6" fmla="*/ 190 w 170"/>
                <a:gd name="T7" fmla="*/ 17 h 149"/>
                <a:gd name="T8" fmla="*/ 29 w 170"/>
                <a:gd name="T9" fmla="*/ 164 h 149"/>
                <a:gd name="T10" fmla="*/ 7 w 170"/>
                <a:gd name="T11" fmla="*/ 159 h 149"/>
                <a:gd name="T12" fmla="*/ 7 w 170"/>
                <a:gd name="T13" fmla="*/ 159 h 149"/>
                <a:gd name="T14" fmla="*/ 4 w 170"/>
                <a:gd name="T15" fmla="*/ 143 h 149"/>
                <a:gd name="T16" fmla="*/ 178 w 170"/>
                <a:gd name="T17" fmla="*/ 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149">
                  <a:moveTo>
                    <a:pt x="154" y="3"/>
                  </a:moveTo>
                  <a:cubicBezTo>
                    <a:pt x="158" y="0"/>
                    <a:pt x="163" y="1"/>
                    <a:pt x="167" y="4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70" y="8"/>
                    <a:pt x="169" y="14"/>
                    <a:pt x="166" y="17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19" y="149"/>
                    <a:pt x="12" y="147"/>
                    <a:pt x="7" y="141"/>
                  </a:cubicBezTo>
                  <a:cubicBezTo>
                    <a:pt x="7" y="141"/>
                    <a:pt x="7" y="141"/>
                    <a:pt x="7" y="141"/>
                  </a:cubicBezTo>
                  <a:cubicBezTo>
                    <a:pt x="2" y="135"/>
                    <a:pt x="0" y="128"/>
                    <a:pt x="4" y="125"/>
                  </a:cubicBezTo>
                  <a:lnTo>
                    <a:pt x="154" y="3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92" name="Freeform 684">
              <a:extLst>
                <a:ext uri="{FF2B5EF4-FFF2-40B4-BE49-F238E27FC236}">
                  <a16:creationId xmlns:a16="http://schemas.microsoft.com/office/drawing/2014/main" id="{FC3185C8-EEBF-4E68-8F63-3C2BB2884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120"/>
              <a:ext cx="142" cy="129"/>
            </a:xfrm>
            <a:custGeom>
              <a:avLst/>
              <a:gdLst>
                <a:gd name="T0" fmla="*/ 0 w 139"/>
                <a:gd name="T1" fmla="*/ 144 h 126"/>
                <a:gd name="T2" fmla="*/ 157 w 139"/>
                <a:gd name="T3" fmla="*/ 0 h 126"/>
                <a:gd name="T4" fmla="*/ 0 w 139"/>
                <a:gd name="T5" fmla="*/ 144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126">
                  <a:moveTo>
                    <a:pt x="0" y="126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39" y="0"/>
                    <a:pt x="26" y="81"/>
                    <a:pt x="0" y="126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93" name="Freeform 685">
              <a:extLst>
                <a:ext uri="{FF2B5EF4-FFF2-40B4-BE49-F238E27FC236}">
                  <a16:creationId xmlns:a16="http://schemas.microsoft.com/office/drawing/2014/main" id="{FB4EC2E5-811E-4EA5-B3B6-E68FC891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234"/>
              <a:ext cx="22" cy="20"/>
            </a:xfrm>
            <a:custGeom>
              <a:avLst/>
              <a:gdLst>
                <a:gd name="T0" fmla="*/ 15 w 22"/>
                <a:gd name="T1" fmla="*/ 20 h 20"/>
                <a:gd name="T2" fmla="*/ 0 w 22"/>
                <a:gd name="T3" fmla="*/ 3 h 20"/>
                <a:gd name="T4" fmla="*/ 15 w 22"/>
                <a:gd name="T5" fmla="*/ 6 h 20"/>
                <a:gd name="T6" fmla="*/ 16 w 22"/>
                <a:gd name="T7" fmla="*/ 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15" y="20"/>
                  </a:moveTo>
                  <a:cubicBezTo>
                    <a:pt x="22" y="12"/>
                    <a:pt x="6" y="4"/>
                    <a:pt x="0" y="3"/>
                  </a:cubicBezTo>
                  <a:cubicBezTo>
                    <a:pt x="6" y="1"/>
                    <a:pt x="11" y="0"/>
                    <a:pt x="15" y="6"/>
                  </a:cubicBezTo>
                  <a:cubicBezTo>
                    <a:pt x="19" y="10"/>
                    <a:pt x="20" y="16"/>
                    <a:pt x="16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94" name="Freeform 686">
              <a:extLst>
                <a:ext uri="{FF2B5EF4-FFF2-40B4-BE49-F238E27FC236}">
                  <a16:creationId xmlns:a16="http://schemas.microsoft.com/office/drawing/2014/main" id="{269A3F31-9EF8-4F3F-89DB-F7F82F66F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108"/>
              <a:ext cx="146" cy="121"/>
            </a:xfrm>
            <a:custGeom>
              <a:avLst/>
              <a:gdLst>
                <a:gd name="T0" fmla="*/ 0 w 143"/>
                <a:gd name="T1" fmla="*/ 136 h 118"/>
                <a:gd name="T2" fmla="*/ 161 w 143"/>
                <a:gd name="T3" fmla="*/ 0 h 118"/>
                <a:gd name="T4" fmla="*/ 0 w 143"/>
                <a:gd name="T5" fmla="*/ 136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18">
                  <a:moveTo>
                    <a:pt x="0" y="118"/>
                  </a:moveTo>
                  <a:cubicBezTo>
                    <a:pt x="143" y="0"/>
                    <a:pt x="143" y="0"/>
                    <a:pt x="143" y="0"/>
                  </a:cubicBezTo>
                  <a:cubicBezTo>
                    <a:pt x="143" y="0"/>
                    <a:pt x="10" y="116"/>
                    <a:pt x="0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95" name="Freeform 687">
              <a:extLst>
                <a:ext uri="{FF2B5EF4-FFF2-40B4-BE49-F238E27FC236}">
                  <a16:creationId xmlns:a16="http://schemas.microsoft.com/office/drawing/2014/main" id="{905FCC83-4FAA-45E7-B183-8396B5248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106"/>
              <a:ext cx="173" cy="152"/>
            </a:xfrm>
            <a:custGeom>
              <a:avLst/>
              <a:gdLst>
                <a:gd name="T0" fmla="*/ 177 w 169"/>
                <a:gd name="T1" fmla="*/ 3 h 149"/>
                <a:gd name="T2" fmla="*/ 190 w 169"/>
                <a:gd name="T3" fmla="*/ 4 h 149"/>
                <a:gd name="T4" fmla="*/ 190 w 169"/>
                <a:gd name="T5" fmla="*/ 4 h 149"/>
                <a:gd name="T6" fmla="*/ 189 w 169"/>
                <a:gd name="T7" fmla="*/ 16 h 149"/>
                <a:gd name="T8" fmla="*/ 28 w 169"/>
                <a:gd name="T9" fmla="*/ 164 h 149"/>
                <a:gd name="T10" fmla="*/ 6 w 169"/>
                <a:gd name="T11" fmla="*/ 159 h 149"/>
                <a:gd name="T12" fmla="*/ 6 w 169"/>
                <a:gd name="T13" fmla="*/ 159 h 149"/>
                <a:gd name="T14" fmla="*/ 3 w 169"/>
                <a:gd name="T15" fmla="*/ 141 h 149"/>
                <a:gd name="T16" fmla="*/ 177 w 169"/>
                <a:gd name="T17" fmla="*/ 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9" h="149">
                  <a:moveTo>
                    <a:pt x="153" y="3"/>
                  </a:moveTo>
                  <a:cubicBezTo>
                    <a:pt x="157" y="0"/>
                    <a:pt x="162" y="0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9" y="7"/>
                    <a:pt x="168" y="13"/>
                    <a:pt x="165" y="16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18" y="149"/>
                    <a:pt x="11" y="147"/>
                    <a:pt x="6" y="141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1" y="135"/>
                    <a:pt x="0" y="127"/>
                    <a:pt x="3" y="124"/>
                  </a:cubicBezTo>
                  <a:lnTo>
                    <a:pt x="153" y="3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96" name="Freeform 688">
              <a:extLst>
                <a:ext uri="{FF2B5EF4-FFF2-40B4-BE49-F238E27FC236}">
                  <a16:creationId xmlns:a16="http://schemas.microsoft.com/office/drawing/2014/main" id="{245E658C-8DB1-4FFA-A2E3-D87789D23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263"/>
              <a:ext cx="151" cy="175"/>
            </a:xfrm>
            <a:custGeom>
              <a:avLst/>
              <a:gdLst>
                <a:gd name="T0" fmla="*/ 149 w 148"/>
                <a:gd name="T1" fmla="*/ 5 h 171"/>
                <a:gd name="T2" fmla="*/ 162 w 148"/>
                <a:gd name="T3" fmla="*/ 4 h 171"/>
                <a:gd name="T4" fmla="*/ 162 w 148"/>
                <a:gd name="T5" fmla="*/ 4 h 171"/>
                <a:gd name="T6" fmla="*/ 163 w 148"/>
                <a:gd name="T7" fmla="*/ 16 h 171"/>
                <a:gd name="T8" fmla="*/ 31 w 148"/>
                <a:gd name="T9" fmla="*/ 191 h 171"/>
                <a:gd name="T10" fmla="*/ 9 w 148"/>
                <a:gd name="T11" fmla="*/ 189 h 171"/>
                <a:gd name="T12" fmla="*/ 9 w 148"/>
                <a:gd name="T13" fmla="*/ 189 h 171"/>
                <a:gd name="T14" fmla="*/ 3 w 148"/>
                <a:gd name="T15" fmla="*/ 172 h 171"/>
                <a:gd name="T16" fmla="*/ 149 w 148"/>
                <a:gd name="T17" fmla="*/ 5 h 1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171">
                  <a:moveTo>
                    <a:pt x="131" y="5"/>
                  </a:moveTo>
                  <a:cubicBezTo>
                    <a:pt x="134" y="1"/>
                    <a:pt x="140" y="0"/>
                    <a:pt x="144" y="4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7" y="7"/>
                    <a:pt x="148" y="12"/>
                    <a:pt x="145" y="16"/>
                  </a:cubicBezTo>
                  <a:cubicBezTo>
                    <a:pt x="25" y="167"/>
                    <a:pt x="25" y="167"/>
                    <a:pt x="25" y="167"/>
                  </a:cubicBezTo>
                  <a:cubicBezTo>
                    <a:pt x="22" y="171"/>
                    <a:pt x="15" y="170"/>
                    <a:pt x="9" y="165"/>
                  </a:cubicBezTo>
                  <a:cubicBezTo>
                    <a:pt x="9" y="165"/>
                    <a:pt x="9" y="165"/>
                    <a:pt x="9" y="165"/>
                  </a:cubicBezTo>
                  <a:cubicBezTo>
                    <a:pt x="3" y="160"/>
                    <a:pt x="0" y="153"/>
                    <a:pt x="3" y="149"/>
                  </a:cubicBezTo>
                  <a:lnTo>
                    <a:pt x="131" y="5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97" name="Freeform 689">
              <a:extLst>
                <a:ext uri="{FF2B5EF4-FFF2-40B4-BE49-F238E27FC236}">
                  <a16:creationId xmlns:a16="http://schemas.microsoft.com/office/drawing/2014/main" id="{0D7F5C7F-C630-4063-9423-E782454F6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279"/>
              <a:ext cx="119" cy="150"/>
            </a:xfrm>
            <a:custGeom>
              <a:avLst/>
              <a:gdLst>
                <a:gd name="T0" fmla="*/ 0 w 116"/>
                <a:gd name="T1" fmla="*/ 165 h 147"/>
                <a:gd name="T2" fmla="*/ 134 w 116"/>
                <a:gd name="T3" fmla="*/ 0 h 147"/>
                <a:gd name="T4" fmla="*/ 0 w 116"/>
                <a:gd name="T5" fmla="*/ 165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147">
                  <a:moveTo>
                    <a:pt x="0" y="147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8" y="98"/>
                    <a:pt x="0" y="147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98" name="Freeform 690">
              <a:extLst>
                <a:ext uri="{FF2B5EF4-FFF2-40B4-BE49-F238E27FC236}">
                  <a16:creationId xmlns:a16="http://schemas.microsoft.com/office/drawing/2014/main" id="{2F504070-BC41-40A2-BB14-159DA992F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416"/>
              <a:ext cx="23" cy="19"/>
            </a:xfrm>
            <a:custGeom>
              <a:avLst/>
              <a:gdLst>
                <a:gd name="T0" fmla="*/ 18 w 23"/>
                <a:gd name="T1" fmla="*/ 19 h 19"/>
                <a:gd name="T2" fmla="*/ 0 w 23"/>
                <a:gd name="T3" fmla="*/ 4 h 19"/>
                <a:gd name="T4" fmla="*/ 16 w 23"/>
                <a:gd name="T5" fmla="*/ 5 h 19"/>
                <a:gd name="T6" fmla="*/ 19 w 23"/>
                <a:gd name="T7" fmla="*/ 1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9">
                  <a:moveTo>
                    <a:pt x="18" y="19"/>
                  </a:moveTo>
                  <a:cubicBezTo>
                    <a:pt x="23" y="9"/>
                    <a:pt x="6" y="5"/>
                    <a:pt x="0" y="4"/>
                  </a:cubicBezTo>
                  <a:cubicBezTo>
                    <a:pt x="6" y="1"/>
                    <a:pt x="10" y="0"/>
                    <a:pt x="16" y="5"/>
                  </a:cubicBezTo>
                  <a:cubicBezTo>
                    <a:pt x="19" y="9"/>
                    <a:pt x="22" y="14"/>
                    <a:pt x="19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99" name="Freeform 691">
              <a:extLst>
                <a:ext uri="{FF2B5EF4-FFF2-40B4-BE49-F238E27FC236}">
                  <a16:creationId xmlns:a16="http://schemas.microsoft.com/office/drawing/2014/main" id="{4320D252-87A8-4559-94E6-ED5B4F54E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268"/>
              <a:ext cx="124" cy="143"/>
            </a:xfrm>
            <a:custGeom>
              <a:avLst/>
              <a:gdLst>
                <a:gd name="T0" fmla="*/ 0 w 121"/>
                <a:gd name="T1" fmla="*/ 164 h 139"/>
                <a:gd name="T2" fmla="*/ 139 w 121"/>
                <a:gd name="T3" fmla="*/ 0 h 139"/>
                <a:gd name="T4" fmla="*/ 0 w 121"/>
                <a:gd name="T5" fmla="*/ 164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39">
                  <a:moveTo>
                    <a:pt x="0" y="139"/>
                  </a:moveTo>
                  <a:cubicBezTo>
                    <a:pt x="121" y="0"/>
                    <a:pt x="121" y="0"/>
                    <a:pt x="121" y="0"/>
                  </a:cubicBezTo>
                  <a:cubicBezTo>
                    <a:pt x="121" y="0"/>
                    <a:pt x="9" y="136"/>
                    <a:pt x="0" y="1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00" name="Freeform 692">
              <a:extLst>
                <a:ext uri="{FF2B5EF4-FFF2-40B4-BE49-F238E27FC236}">
                  <a16:creationId xmlns:a16="http://schemas.microsoft.com/office/drawing/2014/main" id="{6FB7620A-0EE7-45E0-8E2D-AD3856CD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264"/>
              <a:ext cx="151" cy="174"/>
            </a:xfrm>
            <a:custGeom>
              <a:avLst/>
              <a:gdLst>
                <a:gd name="T0" fmla="*/ 149 w 148"/>
                <a:gd name="T1" fmla="*/ 4 h 170"/>
                <a:gd name="T2" fmla="*/ 162 w 148"/>
                <a:gd name="T3" fmla="*/ 3 h 170"/>
                <a:gd name="T4" fmla="*/ 162 w 148"/>
                <a:gd name="T5" fmla="*/ 3 h 170"/>
                <a:gd name="T6" fmla="*/ 163 w 148"/>
                <a:gd name="T7" fmla="*/ 15 h 170"/>
                <a:gd name="T8" fmla="*/ 31 w 148"/>
                <a:gd name="T9" fmla="*/ 191 h 170"/>
                <a:gd name="T10" fmla="*/ 9 w 148"/>
                <a:gd name="T11" fmla="*/ 188 h 170"/>
                <a:gd name="T12" fmla="*/ 9 w 148"/>
                <a:gd name="T13" fmla="*/ 188 h 170"/>
                <a:gd name="T14" fmla="*/ 4 w 148"/>
                <a:gd name="T15" fmla="*/ 173 h 170"/>
                <a:gd name="T16" fmla="*/ 149 w 148"/>
                <a:gd name="T17" fmla="*/ 4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170">
                  <a:moveTo>
                    <a:pt x="131" y="4"/>
                  </a:moveTo>
                  <a:cubicBezTo>
                    <a:pt x="134" y="0"/>
                    <a:pt x="140" y="0"/>
                    <a:pt x="144" y="3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48" y="6"/>
                    <a:pt x="148" y="12"/>
                    <a:pt x="145" y="15"/>
                  </a:cubicBezTo>
                  <a:cubicBezTo>
                    <a:pt x="25" y="167"/>
                    <a:pt x="25" y="167"/>
                    <a:pt x="25" y="167"/>
                  </a:cubicBezTo>
                  <a:cubicBezTo>
                    <a:pt x="22" y="170"/>
                    <a:pt x="15" y="169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3" y="159"/>
                    <a:pt x="0" y="152"/>
                    <a:pt x="4" y="149"/>
                  </a:cubicBezTo>
                  <a:lnTo>
                    <a:pt x="131" y="4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01" name="Freeform 693">
              <a:extLst>
                <a:ext uri="{FF2B5EF4-FFF2-40B4-BE49-F238E27FC236}">
                  <a16:creationId xmlns:a16="http://schemas.microsoft.com/office/drawing/2014/main" id="{A9E7F095-0A0A-4812-ABCB-20340C766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919"/>
              <a:ext cx="148" cy="177"/>
            </a:xfrm>
            <a:custGeom>
              <a:avLst/>
              <a:gdLst>
                <a:gd name="T0" fmla="*/ 3 w 144"/>
                <a:gd name="T1" fmla="*/ 182 h 173"/>
                <a:gd name="T2" fmla="*/ 4 w 144"/>
                <a:gd name="T3" fmla="*/ 194 h 173"/>
                <a:gd name="T4" fmla="*/ 4 w 144"/>
                <a:gd name="T5" fmla="*/ 194 h 173"/>
                <a:gd name="T6" fmla="*/ 16 w 144"/>
                <a:gd name="T7" fmla="*/ 193 h 173"/>
                <a:gd name="T8" fmla="*/ 165 w 144"/>
                <a:gd name="T9" fmla="*/ 21 h 173"/>
                <a:gd name="T10" fmla="*/ 159 w 144"/>
                <a:gd name="T11" fmla="*/ 6 h 173"/>
                <a:gd name="T12" fmla="*/ 159 w 144"/>
                <a:gd name="T13" fmla="*/ 6 h 173"/>
                <a:gd name="T14" fmla="*/ 140 w 144"/>
                <a:gd name="T15" fmla="*/ 4 h 173"/>
                <a:gd name="T16" fmla="*/ 3 w 144"/>
                <a:gd name="T17" fmla="*/ 182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73">
                  <a:moveTo>
                    <a:pt x="3" y="158"/>
                  </a:moveTo>
                  <a:cubicBezTo>
                    <a:pt x="0" y="162"/>
                    <a:pt x="0" y="167"/>
                    <a:pt x="4" y="170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8" y="173"/>
                    <a:pt x="13" y="173"/>
                    <a:pt x="16" y="169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4" y="18"/>
                    <a:pt x="141" y="11"/>
                    <a:pt x="135" y="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29" y="1"/>
                    <a:pt x="122" y="0"/>
                    <a:pt x="119" y="4"/>
                  </a:cubicBezTo>
                  <a:lnTo>
                    <a:pt x="3" y="158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02" name="Freeform 694">
              <a:extLst>
                <a:ext uri="{FF2B5EF4-FFF2-40B4-BE49-F238E27FC236}">
                  <a16:creationId xmlns:a16="http://schemas.microsoft.com/office/drawing/2014/main" id="{F22AEE3E-D4AC-4A96-A254-639F0B361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943"/>
              <a:ext cx="123" cy="146"/>
            </a:xfrm>
            <a:custGeom>
              <a:avLst/>
              <a:gdLst>
                <a:gd name="T0" fmla="*/ 133 w 121"/>
                <a:gd name="T1" fmla="*/ 0 h 143"/>
                <a:gd name="T2" fmla="*/ 0 w 121"/>
                <a:gd name="T3" fmla="*/ 161 h 143"/>
                <a:gd name="T4" fmla="*/ 133 w 121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43">
                  <a:moveTo>
                    <a:pt x="121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0" y="143"/>
                    <a:pt x="76" y="28"/>
                    <a:pt x="121" y="0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03" name="Freeform 695">
              <a:extLst>
                <a:ext uri="{FF2B5EF4-FFF2-40B4-BE49-F238E27FC236}">
                  <a16:creationId xmlns:a16="http://schemas.microsoft.com/office/drawing/2014/main" id="{D07A70FC-59C8-45A6-8C7A-D321CB531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922"/>
              <a:ext cx="20" cy="22"/>
            </a:xfrm>
            <a:custGeom>
              <a:avLst/>
              <a:gdLst>
                <a:gd name="T0" fmla="*/ 20 w 20"/>
                <a:gd name="T1" fmla="*/ 20 h 21"/>
                <a:gd name="T2" fmla="*/ 3 w 20"/>
                <a:gd name="T3" fmla="*/ 0 h 21"/>
                <a:gd name="T4" fmla="*/ 6 w 20"/>
                <a:gd name="T5" fmla="*/ 21 h 21"/>
                <a:gd name="T6" fmla="*/ 20 w 20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20" y="14"/>
                  </a:moveTo>
                  <a:cubicBezTo>
                    <a:pt x="12" y="21"/>
                    <a:pt x="4" y="6"/>
                    <a:pt x="3" y="0"/>
                  </a:cubicBezTo>
                  <a:cubicBezTo>
                    <a:pt x="1" y="6"/>
                    <a:pt x="0" y="11"/>
                    <a:pt x="6" y="15"/>
                  </a:cubicBezTo>
                  <a:cubicBezTo>
                    <a:pt x="11" y="18"/>
                    <a:pt x="16" y="19"/>
                    <a:pt x="2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04" name="Freeform 696">
              <a:extLst>
                <a:ext uri="{FF2B5EF4-FFF2-40B4-BE49-F238E27FC236}">
                  <a16:creationId xmlns:a16="http://schemas.microsoft.com/office/drawing/2014/main" id="{E50D7DA6-08D8-4BCC-A442-A1462DDF3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931"/>
              <a:ext cx="115" cy="150"/>
            </a:xfrm>
            <a:custGeom>
              <a:avLst/>
              <a:gdLst>
                <a:gd name="T0" fmla="*/ 130 w 112"/>
                <a:gd name="T1" fmla="*/ 0 h 147"/>
                <a:gd name="T2" fmla="*/ 0 w 112"/>
                <a:gd name="T3" fmla="*/ 165 h 147"/>
                <a:gd name="T4" fmla="*/ 130 w 112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47">
                  <a:moveTo>
                    <a:pt x="112" y="0"/>
                  </a:moveTo>
                  <a:cubicBezTo>
                    <a:pt x="0" y="147"/>
                    <a:pt x="0" y="147"/>
                    <a:pt x="0" y="147"/>
                  </a:cubicBezTo>
                  <a:cubicBezTo>
                    <a:pt x="0" y="147"/>
                    <a:pt x="111" y="9"/>
                    <a:pt x="1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05" name="Freeform 697">
              <a:extLst>
                <a:ext uri="{FF2B5EF4-FFF2-40B4-BE49-F238E27FC236}">
                  <a16:creationId xmlns:a16="http://schemas.microsoft.com/office/drawing/2014/main" id="{4376F085-AA49-4703-9A99-ED2C4FDD4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919"/>
              <a:ext cx="148" cy="177"/>
            </a:xfrm>
            <a:custGeom>
              <a:avLst/>
              <a:gdLst>
                <a:gd name="T0" fmla="*/ 3 w 144"/>
                <a:gd name="T1" fmla="*/ 182 h 173"/>
                <a:gd name="T2" fmla="*/ 5 w 144"/>
                <a:gd name="T3" fmla="*/ 194 h 173"/>
                <a:gd name="T4" fmla="*/ 5 w 144"/>
                <a:gd name="T5" fmla="*/ 194 h 173"/>
                <a:gd name="T6" fmla="*/ 17 w 144"/>
                <a:gd name="T7" fmla="*/ 193 h 173"/>
                <a:gd name="T8" fmla="*/ 165 w 144"/>
                <a:gd name="T9" fmla="*/ 21 h 173"/>
                <a:gd name="T10" fmla="*/ 160 w 144"/>
                <a:gd name="T11" fmla="*/ 6 h 173"/>
                <a:gd name="T12" fmla="*/ 160 w 144"/>
                <a:gd name="T13" fmla="*/ 6 h 173"/>
                <a:gd name="T14" fmla="*/ 140 w 144"/>
                <a:gd name="T15" fmla="*/ 4 h 173"/>
                <a:gd name="T16" fmla="*/ 3 w 144"/>
                <a:gd name="T17" fmla="*/ 182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73">
                  <a:moveTo>
                    <a:pt x="3" y="158"/>
                  </a:moveTo>
                  <a:cubicBezTo>
                    <a:pt x="0" y="162"/>
                    <a:pt x="1" y="167"/>
                    <a:pt x="5" y="170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8" y="173"/>
                    <a:pt x="14" y="173"/>
                    <a:pt x="17" y="169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4" y="18"/>
                    <a:pt x="142" y="11"/>
                    <a:pt x="136" y="6"/>
                  </a:cubicBezTo>
                  <a:cubicBezTo>
                    <a:pt x="136" y="6"/>
                    <a:pt x="136" y="6"/>
                    <a:pt x="136" y="6"/>
                  </a:cubicBezTo>
                  <a:cubicBezTo>
                    <a:pt x="130" y="1"/>
                    <a:pt x="122" y="0"/>
                    <a:pt x="119" y="4"/>
                  </a:cubicBezTo>
                  <a:lnTo>
                    <a:pt x="3" y="158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06" name="Freeform 698">
              <a:extLst>
                <a:ext uri="{FF2B5EF4-FFF2-40B4-BE49-F238E27FC236}">
                  <a16:creationId xmlns:a16="http://schemas.microsoft.com/office/drawing/2014/main" id="{6C451B95-C60B-4A7C-BE19-E371D961D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792"/>
              <a:ext cx="110" cy="199"/>
            </a:xfrm>
            <a:custGeom>
              <a:avLst/>
              <a:gdLst>
                <a:gd name="T0" fmla="*/ 3 w 108"/>
                <a:gd name="T1" fmla="*/ 205 h 195"/>
                <a:gd name="T2" fmla="*/ 7 w 108"/>
                <a:gd name="T3" fmla="*/ 217 h 195"/>
                <a:gd name="T4" fmla="*/ 7 w 108"/>
                <a:gd name="T5" fmla="*/ 217 h 195"/>
                <a:gd name="T6" fmla="*/ 18 w 108"/>
                <a:gd name="T7" fmla="*/ 213 h 195"/>
                <a:gd name="T8" fmla="*/ 118 w 108"/>
                <a:gd name="T9" fmla="*/ 17 h 195"/>
                <a:gd name="T10" fmla="*/ 109 w 108"/>
                <a:gd name="T11" fmla="*/ 3 h 195"/>
                <a:gd name="T12" fmla="*/ 109 w 108"/>
                <a:gd name="T13" fmla="*/ 3 h 195"/>
                <a:gd name="T14" fmla="*/ 93 w 108"/>
                <a:gd name="T15" fmla="*/ 5 h 195"/>
                <a:gd name="T16" fmla="*/ 3 w 108"/>
                <a:gd name="T17" fmla="*/ 205 h 1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195">
                  <a:moveTo>
                    <a:pt x="3" y="181"/>
                  </a:moveTo>
                  <a:cubicBezTo>
                    <a:pt x="0" y="186"/>
                    <a:pt x="2" y="191"/>
                    <a:pt x="7" y="193"/>
                  </a:cubicBezTo>
                  <a:cubicBezTo>
                    <a:pt x="7" y="193"/>
                    <a:pt x="7" y="193"/>
                    <a:pt x="7" y="193"/>
                  </a:cubicBezTo>
                  <a:cubicBezTo>
                    <a:pt x="11" y="195"/>
                    <a:pt x="16" y="193"/>
                    <a:pt x="18" y="189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8" y="13"/>
                    <a:pt x="104" y="6"/>
                    <a:pt x="97" y="3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0" y="0"/>
                    <a:pt x="83" y="0"/>
                    <a:pt x="81" y="5"/>
                  </a:cubicBezTo>
                  <a:lnTo>
                    <a:pt x="3" y="181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07" name="Freeform 699">
              <a:extLst>
                <a:ext uri="{FF2B5EF4-FFF2-40B4-BE49-F238E27FC236}">
                  <a16:creationId xmlns:a16="http://schemas.microsoft.com/office/drawing/2014/main" id="{003A032D-B2E7-48CA-9892-E590F4FFA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812"/>
              <a:ext cx="88" cy="171"/>
            </a:xfrm>
            <a:custGeom>
              <a:avLst/>
              <a:gdLst>
                <a:gd name="T0" fmla="*/ 98 w 86"/>
                <a:gd name="T1" fmla="*/ 0 h 167"/>
                <a:gd name="T2" fmla="*/ 0 w 86"/>
                <a:gd name="T3" fmla="*/ 191 h 167"/>
                <a:gd name="T4" fmla="*/ 98 w 86"/>
                <a:gd name="T5" fmla="*/ 0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67">
                  <a:moveTo>
                    <a:pt x="86" y="0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67"/>
                    <a:pt x="49" y="37"/>
                    <a:pt x="86" y="0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08" name="Freeform 700">
              <a:extLst>
                <a:ext uri="{FF2B5EF4-FFF2-40B4-BE49-F238E27FC236}">
                  <a16:creationId xmlns:a16="http://schemas.microsoft.com/office/drawing/2014/main" id="{87C552E4-9542-4881-8FCD-6ACC86541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795"/>
              <a:ext cx="22" cy="19"/>
            </a:xfrm>
            <a:custGeom>
              <a:avLst/>
              <a:gdLst>
                <a:gd name="T0" fmla="*/ 27 w 21"/>
                <a:gd name="T1" fmla="*/ 9 h 19"/>
                <a:gd name="T2" fmla="*/ 0 w 21"/>
                <a:gd name="T3" fmla="*/ 0 h 19"/>
                <a:gd name="T4" fmla="*/ 7 w 21"/>
                <a:gd name="T5" fmla="*/ 14 h 19"/>
                <a:gd name="T6" fmla="*/ 27 w 21"/>
                <a:gd name="T7" fmla="*/ 1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21" y="9"/>
                  </a:moveTo>
                  <a:cubicBezTo>
                    <a:pt x="14" y="19"/>
                    <a:pt x="3" y="5"/>
                    <a:pt x="0" y="0"/>
                  </a:cubicBezTo>
                  <a:cubicBezTo>
                    <a:pt x="0" y="6"/>
                    <a:pt x="0" y="11"/>
                    <a:pt x="7" y="14"/>
                  </a:cubicBezTo>
                  <a:cubicBezTo>
                    <a:pt x="12" y="16"/>
                    <a:pt x="18" y="15"/>
                    <a:pt x="2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09" name="Freeform 701">
              <a:extLst>
                <a:ext uri="{FF2B5EF4-FFF2-40B4-BE49-F238E27FC236}">
                  <a16:creationId xmlns:a16="http://schemas.microsoft.com/office/drawing/2014/main" id="{AEE904EB-7F72-4576-A0F2-38E16C77A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805"/>
              <a:ext cx="78" cy="172"/>
            </a:xfrm>
            <a:custGeom>
              <a:avLst/>
              <a:gdLst>
                <a:gd name="T0" fmla="*/ 82 w 77"/>
                <a:gd name="T1" fmla="*/ 0 h 168"/>
                <a:gd name="T2" fmla="*/ 0 w 77"/>
                <a:gd name="T3" fmla="*/ 192 h 168"/>
                <a:gd name="T4" fmla="*/ 82 w 77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68">
                  <a:moveTo>
                    <a:pt x="76" y="0"/>
                  </a:moveTo>
                  <a:cubicBezTo>
                    <a:pt x="0" y="168"/>
                    <a:pt x="0" y="168"/>
                    <a:pt x="0" y="168"/>
                  </a:cubicBezTo>
                  <a:cubicBezTo>
                    <a:pt x="0" y="168"/>
                    <a:pt x="77" y="9"/>
                    <a:pt x="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10" name="Freeform 702">
              <a:extLst>
                <a:ext uri="{FF2B5EF4-FFF2-40B4-BE49-F238E27FC236}">
                  <a16:creationId xmlns:a16="http://schemas.microsoft.com/office/drawing/2014/main" id="{FD3C704E-DE38-45C4-9522-BDDA27218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791"/>
              <a:ext cx="110" cy="200"/>
            </a:xfrm>
            <a:custGeom>
              <a:avLst/>
              <a:gdLst>
                <a:gd name="T0" fmla="*/ 2 w 108"/>
                <a:gd name="T1" fmla="*/ 206 h 196"/>
                <a:gd name="T2" fmla="*/ 6 w 108"/>
                <a:gd name="T3" fmla="*/ 218 h 196"/>
                <a:gd name="T4" fmla="*/ 6 w 108"/>
                <a:gd name="T5" fmla="*/ 218 h 196"/>
                <a:gd name="T6" fmla="*/ 18 w 108"/>
                <a:gd name="T7" fmla="*/ 214 h 196"/>
                <a:gd name="T8" fmla="*/ 117 w 108"/>
                <a:gd name="T9" fmla="*/ 18 h 196"/>
                <a:gd name="T10" fmla="*/ 109 w 108"/>
                <a:gd name="T11" fmla="*/ 4 h 196"/>
                <a:gd name="T12" fmla="*/ 109 w 108"/>
                <a:gd name="T13" fmla="*/ 4 h 196"/>
                <a:gd name="T14" fmla="*/ 91 w 108"/>
                <a:gd name="T15" fmla="*/ 6 h 196"/>
                <a:gd name="T16" fmla="*/ 2 w 108"/>
                <a:gd name="T17" fmla="*/ 206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196">
                  <a:moveTo>
                    <a:pt x="2" y="182"/>
                  </a:moveTo>
                  <a:cubicBezTo>
                    <a:pt x="0" y="186"/>
                    <a:pt x="2" y="192"/>
                    <a:pt x="6" y="194"/>
                  </a:cubicBezTo>
                  <a:cubicBezTo>
                    <a:pt x="6" y="194"/>
                    <a:pt x="6" y="194"/>
                    <a:pt x="6" y="194"/>
                  </a:cubicBezTo>
                  <a:cubicBezTo>
                    <a:pt x="10" y="196"/>
                    <a:pt x="16" y="194"/>
                    <a:pt x="18" y="190"/>
                  </a:cubicBezTo>
                  <a:cubicBezTo>
                    <a:pt x="105" y="18"/>
                    <a:pt x="105" y="18"/>
                    <a:pt x="105" y="18"/>
                  </a:cubicBezTo>
                  <a:cubicBezTo>
                    <a:pt x="108" y="13"/>
                    <a:pt x="104" y="7"/>
                    <a:pt x="97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89" y="0"/>
                    <a:pt x="82" y="1"/>
                    <a:pt x="80" y="6"/>
                  </a:cubicBezTo>
                  <a:lnTo>
                    <a:pt x="2" y="182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11" name="Freeform 703">
              <a:extLst>
                <a:ext uri="{FF2B5EF4-FFF2-40B4-BE49-F238E27FC236}">
                  <a16:creationId xmlns:a16="http://schemas.microsoft.com/office/drawing/2014/main" id="{F48FAEF2-3988-4BCA-BEB5-261260608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096"/>
              <a:ext cx="178" cy="147"/>
            </a:xfrm>
            <a:custGeom>
              <a:avLst/>
              <a:gdLst>
                <a:gd name="T0" fmla="*/ 5 w 174"/>
                <a:gd name="T1" fmla="*/ 150 h 143"/>
                <a:gd name="T2" fmla="*/ 3 w 174"/>
                <a:gd name="T3" fmla="*/ 163 h 143"/>
                <a:gd name="T4" fmla="*/ 3 w 174"/>
                <a:gd name="T5" fmla="*/ 163 h 143"/>
                <a:gd name="T6" fmla="*/ 16 w 174"/>
                <a:gd name="T7" fmla="*/ 164 h 143"/>
                <a:gd name="T8" fmla="*/ 194 w 174"/>
                <a:gd name="T9" fmla="*/ 31 h 143"/>
                <a:gd name="T10" fmla="*/ 193 w 174"/>
                <a:gd name="T11" fmla="*/ 8 h 143"/>
                <a:gd name="T12" fmla="*/ 193 w 174"/>
                <a:gd name="T13" fmla="*/ 8 h 143"/>
                <a:gd name="T14" fmla="*/ 177 w 174"/>
                <a:gd name="T15" fmla="*/ 3 h 143"/>
                <a:gd name="T16" fmla="*/ 5 w 174"/>
                <a:gd name="T17" fmla="*/ 150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43">
                  <a:moveTo>
                    <a:pt x="5" y="126"/>
                  </a:moveTo>
                  <a:cubicBezTo>
                    <a:pt x="1" y="129"/>
                    <a:pt x="0" y="135"/>
                    <a:pt x="3" y="139"/>
                  </a:cubicBezTo>
                  <a:cubicBezTo>
                    <a:pt x="3" y="139"/>
                    <a:pt x="3" y="139"/>
                    <a:pt x="3" y="139"/>
                  </a:cubicBezTo>
                  <a:cubicBezTo>
                    <a:pt x="6" y="143"/>
                    <a:pt x="12" y="143"/>
                    <a:pt x="16" y="140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74" y="22"/>
                    <a:pt x="173" y="15"/>
                    <a:pt x="169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4" y="2"/>
                    <a:pt x="157" y="0"/>
                    <a:pt x="153" y="3"/>
                  </a:cubicBezTo>
                  <a:lnTo>
                    <a:pt x="5" y="126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12" name="Freeform 704">
              <a:extLst>
                <a:ext uri="{FF2B5EF4-FFF2-40B4-BE49-F238E27FC236}">
                  <a16:creationId xmlns:a16="http://schemas.microsoft.com/office/drawing/2014/main" id="{ADE7E527-FCA5-4DCC-A5BA-E680FE030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1122"/>
              <a:ext cx="155" cy="114"/>
            </a:xfrm>
            <a:custGeom>
              <a:avLst/>
              <a:gdLst>
                <a:gd name="T0" fmla="*/ 170 w 152"/>
                <a:gd name="T1" fmla="*/ 0 h 112"/>
                <a:gd name="T2" fmla="*/ 0 w 152"/>
                <a:gd name="T3" fmla="*/ 124 h 112"/>
                <a:gd name="T4" fmla="*/ 170 w 152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112">
                  <a:moveTo>
                    <a:pt x="152" y="0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102" y="18"/>
                    <a:pt x="152" y="0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13" name="Freeform 705">
              <a:extLst>
                <a:ext uri="{FF2B5EF4-FFF2-40B4-BE49-F238E27FC236}">
                  <a16:creationId xmlns:a16="http://schemas.microsoft.com/office/drawing/2014/main" id="{39D7BD20-933E-4C5E-845B-C1B013B8F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099"/>
              <a:ext cx="19" cy="24"/>
            </a:xfrm>
            <a:custGeom>
              <a:avLst/>
              <a:gdLst>
                <a:gd name="T0" fmla="*/ 19 w 19"/>
                <a:gd name="T1" fmla="*/ 23 h 23"/>
                <a:gd name="T2" fmla="*/ 5 w 19"/>
                <a:gd name="T3" fmla="*/ 0 h 23"/>
                <a:gd name="T4" fmla="*/ 5 w 19"/>
                <a:gd name="T5" fmla="*/ 21 h 23"/>
                <a:gd name="T6" fmla="*/ 19 w 19"/>
                <a:gd name="T7" fmla="*/ 2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19" y="17"/>
                  </a:moveTo>
                  <a:cubicBezTo>
                    <a:pt x="9" y="23"/>
                    <a:pt x="5" y="6"/>
                    <a:pt x="5" y="0"/>
                  </a:cubicBezTo>
                  <a:cubicBezTo>
                    <a:pt x="2" y="5"/>
                    <a:pt x="0" y="10"/>
                    <a:pt x="5" y="15"/>
                  </a:cubicBezTo>
                  <a:cubicBezTo>
                    <a:pt x="9" y="19"/>
                    <a:pt x="14" y="21"/>
                    <a:pt x="19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14" name="Freeform 706">
              <a:extLst>
                <a:ext uri="{FF2B5EF4-FFF2-40B4-BE49-F238E27FC236}">
                  <a16:creationId xmlns:a16="http://schemas.microsoft.com/office/drawing/2014/main" id="{3BADD3F3-0EE5-4861-9CB0-647156ED8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1106"/>
              <a:ext cx="146" cy="119"/>
            </a:xfrm>
            <a:custGeom>
              <a:avLst/>
              <a:gdLst>
                <a:gd name="T0" fmla="*/ 161 w 143"/>
                <a:gd name="T1" fmla="*/ 0 h 117"/>
                <a:gd name="T2" fmla="*/ 0 w 143"/>
                <a:gd name="T3" fmla="*/ 129 h 117"/>
                <a:gd name="T4" fmla="*/ 161 w 143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17">
                  <a:moveTo>
                    <a:pt x="143" y="0"/>
                  </a:moveTo>
                  <a:cubicBezTo>
                    <a:pt x="0" y="117"/>
                    <a:pt x="0" y="117"/>
                    <a:pt x="0" y="117"/>
                  </a:cubicBezTo>
                  <a:cubicBezTo>
                    <a:pt x="0" y="117"/>
                    <a:pt x="140" y="9"/>
                    <a:pt x="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15" name="Freeform 707">
              <a:extLst>
                <a:ext uri="{FF2B5EF4-FFF2-40B4-BE49-F238E27FC236}">
                  <a16:creationId xmlns:a16="http://schemas.microsoft.com/office/drawing/2014/main" id="{DA26F952-08D7-4C48-B63B-5457A410C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096"/>
              <a:ext cx="178" cy="147"/>
            </a:xfrm>
            <a:custGeom>
              <a:avLst/>
              <a:gdLst>
                <a:gd name="T0" fmla="*/ 4 w 174"/>
                <a:gd name="T1" fmla="*/ 150 h 143"/>
                <a:gd name="T2" fmla="*/ 3 w 174"/>
                <a:gd name="T3" fmla="*/ 163 h 143"/>
                <a:gd name="T4" fmla="*/ 3 w 174"/>
                <a:gd name="T5" fmla="*/ 163 h 143"/>
                <a:gd name="T6" fmla="*/ 15 w 174"/>
                <a:gd name="T7" fmla="*/ 164 h 143"/>
                <a:gd name="T8" fmla="*/ 194 w 174"/>
                <a:gd name="T9" fmla="*/ 31 h 143"/>
                <a:gd name="T10" fmla="*/ 192 w 174"/>
                <a:gd name="T11" fmla="*/ 9 h 143"/>
                <a:gd name="T12" fmla="*/ 192 w 174"/>
                <a:gd name="T13" fmla="*/ 9 h 143"/>
                <a:gd name="T14" fmla="*/ 175 w 174"/>
                <a:gd name="T15" fmla="*/ 3 h 143"/>
                <a:gd name="T16" fmla="*/ 4 w 174"/>
                <a:gd name="T17" fmla="*/ 150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43">
                  <a:moveTo>
                    <a:pt x="4" y="126"/>
                  </a:moveTo>
                  <a:cubicBezTo>
                    <a:pt x="0" y="129"/>
                    <a:pt x="0" y="135"/>
                    <a:pt x="3" y="139"/>
                  </a:cubicBezTo>
                  <a:cubicBezTo>
                    <a:pt x="3" y="139"/>
                    <a:pt x="3" y="139"/>
                    <a:pt x="3" y="139"/>
                  </a:cubicBezTo>
                  <a:cubicBezTo>
                    <a:pt x="6" y="143"/>
                    <a:pt x="11" y="143"/>
                    <a:pt x="15" y="140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74" y="22"/>
                    <a:pt x="173" y="15"/>
                    <a:pt x="168" y="9"/>
                  </a:cubicBezTo>
                  <a:cubicBezTo>
                    <a:pt x="168" y="9"/>
                    <a:pt x="168" y="9"/>
                    <a:pt x="168" y="9"/>
                  </a:cubicBezTo>
                  <a:cubicBezTo>
                    <a:pt x="163" y="2"/>
                    <a:pt x="156" y="0"/>
                    <a:pt x="152" y="3"/>
                  </a:cubicBezTo>
                  <a:lnTo>
                    <a:pt x="4" y="126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16" name="Freeform 708">
              <a:extLst>
                <a:ext uri="{FF2B5EF4-FFF2-40B4-BE49-F238E27FC236}">
                  <a16:creationId xmlns:a16="http://schemas.microsoft.com/office/drawing/2014/main" id="{CE96F352-6523-4610-91E4-1FABC89AE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246"/>
              <a:ext cx="205" cy="98"/>
            </a:xfrm>
            <a:custGeom>
              <a:avLst/>
              <a:gdLst>
                <a:gd name="T0" fmla="*/ 7 w 200"/>
                <a:gd name="T1" fmla="*/ 90 h 96"/>
                <a:gd name="T2" fmla="*/ 2 w 200"/>
                <a:gd name="T3" fmla="*/ 101 h 96"/>
                <a:gd name="T4" fmla="*/ 2 w 200"/>
                <a:gd name="T5" fmla="*/ 101 h 96"/>
                <a:gd name="T6" fmla="*/ 13 w 200"/>
                <a:gd name="T7" fmla="*/ 106 h 96"/>
                <a:gd name="T8" fmla="*/ 224 w 200"/>
                <a:gd name="T9" fmla="*/ 34 h 96"/>
                <a:gd name="T10" fmla="*/ 228 w 200"/>
                <a:gd name="T11" fmla="*/ 12 h 96"/>
                <a:gd name="T12" fmla="*/ 228 w 200"/>
                <a:gd name="T13" fmla="*/ 12 h 96"/>
                <a:gd name="T14" fmla="*/ 214 w 200"/>
                <a:gd name="T15" fmla="*/ 2 h 96"/>
                <a:gd name="T16" fmla="*/ 7 w 200"/>
                <a:gd name="T17" fmla="*/ 9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96">
                  <a:moveTo>
                    <a:pt x="7" y="78"/>
                  </a:moveTo>
                  <a:cubicBezTo>
                    <a:pt x="2" y="80"/>
                    <a:pt x="0" y="85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3" y="94"/>
                    <a:pt x="9" y="96"/>
                    <a:pt x="13" y="94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9" y="26"/>
                    <a:pt x="200" y="19"/>
                    <a:pt x="197" y="12"/>
                  </a:cubicBezTo>
                  <a:cubicBezTo>
                    <a:pt x="197" y="12"/>
                    <a:pt x="197" y="12"/>
                    <a:pt x="197" y="12"/>
                  </a:cubicBezTo>
                  <a:cubicBezTo>
                    <a:pt x="195" y="4"/>
                    <a:pt x="189" y="0"/>
                    <a:pt x="184" y="2"/>
                  </a:cubicBezTo>
                  <a:lnTo>
                    <a:pt x="7" y="78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17" name="Freeform 709">
              <a:extLst>
                <a:ext uri="{FF2B5EF4-FFF2-40B4-BE49-F238E27FC236}">
                  <a16:creationId xmlns:a16="http://schemas.microsoft.com/office/drawing/2014/main" id="{F485633F-589C-4CE1-AF46-03BC811AE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273"/>
              <a:ext cx="180" cy="66"/>
            </a:xfrm>
            <a:custGeom>
              <a:avLst/>
              <a:gdLst>
                <a:gd name="T0" fmla="*/ 200 w 176"/>
                <a:gd name="T1" fmla="*/ 0 h 64"/>
                <a:gd name="T2" fmla="*/ 0 w 176"/>
                <a:gd name="T3" fmla="*/ 76 h 64"/>
                <a:gd name="T4" fmla="*/ 200 w 176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64">
                  <a:moveTo>
                    <a:pt x="176" y="0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0" y="64"/>
                    <a:pt x="124" y="2"/>
                    <a:pt x="176" y="0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18" name="Freeform 710">
              <a:extLst>
                <a:ext uri="{FF2B5EF4-FFF2-40B4-BE49-F238E27FC236}">
                  <a16:creationId xmlns:a16="http://schemas.microsoft.com/office/drawing/2014/main" id="{3227C826-8E9C-4F98-B25B-1BF676E7E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249"/>
              <a:ext cx="17" cy="23"/>
            </a:xfrm>
            <a:custGeom>
              <a:avLst/>
              <a:gdLst>
                <a:gd name="T0" fmla="*/ 22 w 16"/>
                <a:gd name="T1" fmla="*/ 21 h 23"/>
                <a:gd name="T2" fmla="*/ 14 w 16"/>
                <a:gd name="T3" fmla="*/ 0 h 23"/>
                <a:gd name="T4" fmla="*/ 4 w 16"/>
                <a:gd name="T5" fmla="*/ 15 h 23"/>
                <a:gd name="T6" fmla="*/ 22 w 16"/>
                <a:gd name="T7" fmla="*/ 2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6" y="21"/>
                  </a:moveTo>
                  <a:cubicBezTo>
                    <a:pt x="5" y="23"/>
                    <a:pt x="6" y="6"/>
                    <a:pt x="8" y="0"/>
                  </a:cubicBezTo>
                  <a:cubicBezTo>
                    <a:pt x="3" y="4"/>
                    <a:pt x="0" y="8"/>
                    <a:pt x="4" y="15"/>
                  </a:cubicBezTo>
                  <a:cubicBezTo>
                    <a:pt x="6" y="19"/>
                    <a:pt x="10" y="23"/>
                    <a:pt x="1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19" name="Freeform 711">
              <a:extLst>
                <a:ext uri="{FF2B5EF4-FFF2-40B4-BE49-F238E27FC236}">
                  <a16:creationId xmlns:a16="http://schemas.microsoft.com/office/drawing/2014/main" id="{0C6FEE78-7385-40A4-BE49-C0AA55627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252"/>
              <a:ext cx="174" cy="73"/>
            </a:xfrm>
            <a:custGeom>
              <a:avLst/>
              <a:gdLst>
                <a:gd name="T0" fmla="*/ 194 w 170"/>
                <a:gd name="T1" fmla="*/ 0 h 72"/>
                <a:gd name="T2" fmla="*/ 0 w 170"/>
                <a:gd name="T3" fmla="*/ 78 h 72"/>
                <a:gd name="T4" fmla="*/ 194 w 170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72">
                  <a:moveTo>
                    <a:pt x="170" y="0"/>
                  </a:move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165" y="8"/>
                    <a:pt x="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0" name="Freeform 712">
              <a:extLst>
                <a:ext uri="{FF2B5EF4-FFF2-40B4-BE49-F238E27FC236}">
                  <a16:creationId xmlns:a16="http://schemas.microsoft.com/office/drawing/2014/main" id="{F01964B1-15E1-4030-AF8E-325D3F8D6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246"/>
              <a:ext cx="206" cy="98"/>
            </a:xfrm>
            <a:custGeom>
              <a:avLst/>
              <a:gdLst>
                <a:gd name="T0" fmla="*/ 7 w 201"/>
                <a:gd name="T1" fmla="*/ 90 h 96"/>
                <a:gd name="T2" fmla="*/ 2 w 201"/>
                <a:gd name="T3" fmla="*/ 101 h 96"/>
                <a:gd name="T4" fmla="*/ 2 w 201"/>
                <a:gd name="T5" fmla="*/ 101 h 96"/>
                <a:gd name="T6" fmla="*/ 13 w 201"/>
                <a:gd name="T7" fmla="*/ 106 h 96"/>
                <a:gd name="T8" fmla="*/ 225 w 201"/>
                <a:gd name="T9" fmla="*/ 34 h 96"/>
                <a:gd name="T10" fmla="*/ 229 w 201"/>
                <a:gd name="T11" fmla="*/ 12 h 96"/>
                <a:gd name="T12" fmla="*/ 229 w 201"/>
                <a:gd name="T13" fmla="*/ 12 h 96"/>
                <a:gd name="T14" fmla="*/ 214 w 201"/>
                <a:gd name="T15" fmla="*/ 2 h 96"/>
                <a:gd name="T16" fmla="*/ 7 w 201"/>
                <a:gd name="T17" fmla="*/ 9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1" h="96">
                  <a:moveTo>
                    <a:pt x="7" y="78"/>
                  </a:moveTo>
                  <a:cubicBezTo>
                    <a:pt x="2" y="80"/>
                    <a:pt x="0" y="85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4" y="94"/>
                    <a:pt x="9" y="96"/>
                    <a:pt x="13" y="94"/>
                  </a:cubicBezTo>
                  <a:cubicBezTo>
                    <a:pt x="195" y="28"/>
                    <a:pt x="195" y="28"/>
                    <a:pt x="195" y="28"/>
                  </a:cubicBezTo>
                  <a:cubicBezTo>
                    <a:pt x="199" y="26"/>
                    <a:pt x="201" y="19"/>
                    <a:pt x="198" y="12"/>
                  </a:cubicBezTo>
                  <a:cubicBezTo>
                    <a:pt x="198" y="12"/>
                    <a:pt x="198" y="12"/>
                    <a:pt x="198" y="12"/>
                  </a:cubicBezTo>
                  <a:cubicBezTo>
                    <a:pt x="195" y="5"/>
                    <a:pt x="189" y="0"/>
                    <a:pt x="184" y="2"/>
                  </a:cubicBezTo>
                  <a:lnTo>
                    <a:pt x="7" y="78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1" name="Freeform 713">
              <a:extLst>
                <a:ext uri="{FF2B5EF4-FFF2-40B4-BE49-F238E27FC236}">
                  <a16:creationId xmlns:a16="http://schemas.microsoft.com/office/drawing/2014/main" id="{B03A0FC8-04A5-4468-8AFC-4E30112C8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500"/>
              <a:ext cx="215" cy="30"/>
            </a:xfrm>
            <a:custGeom>
              <a:avLst/>
              <a:gdLst>
                <a:gd name="T0" fmla="*/ 8 w 210"/>
                <a:gd name="T1" fmla="*/ 11 h 29"/>
                <a:gd name="T2" fmla="*/ 0 w 210"/>
                <a:gd name="T3" fmla="*/ 26 h 29"/>
                <a:gd name="T4" fmla="*/ 0 w 210"/>
                <a:gd name="T5" fmla="*/ 26 h 29"/>
                <a:gd name="T6" fmla="*/ 9 w 210"/>
                <a:gd name="T7" fmla="*/ 34 h 29"/>
                <a:gd name="T8" fmla="*/ 232 w 210"/>
                <a:gd name="T9" fmla="*/ 34 h 29"/>
                <a:gd name="T10" fmla="*/ 241 w 210"/>
                <a:gd name="T11" fmla="*/ 14 h 29"/>
                <a:gd name="T12" fmla="*/ 241 w 210"/>
                <a:gd name="T13" fmla="*/ 14 h 29"/>
                <a:gd name="T14" fmla="*/ 231 w 210"/>
                <a:gd name="T15" fmla="*/ 0 h 29"/>
                <a:gd name="T16" fmla="*/ 8 w 210"/>
                <a:gd name="T17" fmla="*/ 11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0" h="29">
                  <a:moveTo>
                    <a:pt x="8" y="11"/>
                  </a:moveTo>
                  <a:cubicBezTo>
                    <a:pt x="4" y="11"/>
                    <a:pt x="0" y="15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"/>
                    <a:pt x="4" y="29"/>
                    <a:pt x="9" y="28"/>
                  </a:cubicBezTo>
                  <a:cubicBezTo>
                    <a:pt x="202" y="28"/>
                    <a:pt x="202" y="28"/>
                    <a:pt x="202" y="28"/>
                  </a:cubicBezTo>
                  <a:cubicBezTo>
                    <a:pt x="207" y="28"/>
                    <a:pt x="210" y="22"/>
                    <a:pt x="210" y="14"/>
                  </a:cubicBezTo>
                  <a:cubicBezTo>
                    <a:pt x="210" y="14"/>
                    <a:pt x="210" y="14"/>
                    <a:pt x="210" y="14"/>
                  </a:cubicBezTo>
                  <a:cubicBezTo>
                    <a:pt x="210" y="6"/>
                    <a:pt x="206" y="0"/>
                    <a:pt x="201" y="0"/>
                  </a:cubicBezTo>
                  <a:lnTo>
                    <a:pt x="8" y="11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2" name="Freeform 714">
              <a:extLst>
                <a:ext uri="{FF2B5EF4-FFF2-40B4-BE49-F238E27FC236}">
                  <a16:creationId xmlns:a16="http://schemas.microsoft.com/office/drawing/2014/main" id="{9D6D41E5-5502-4DBF-ACEC-BFD4403DB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511"/>
              <a:ext cx="192" cy="16"/>
            </a:xfrm>
            <a:custGeom>
              <a:avLst/>
              <a:gdLst>
                <a:gd name="T0" fmla="*/ 212 w 188"/>
                <a:gd name="T1" fmla="*/ 16 h 16"/>
                <a:gd name="T2" fmla="*/ 0 w 188"/>
                <a:gd name="T3" fmla="*/ 15 h 16"/>
                <a:gd name="T4" fmla="*/ 212 w 188"/>
                <a:gd name="T5" fmla="*/ 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16">
                  <a:moveTo>
                    <a:pt x="188" y="16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37" y="0"/>
                    <a:pt x="188" y="16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3" name="Freeform 715">
              <a:extLst>
                <a:ext uri="{FF2B5EF4-FFF2-40B4-BE49-F238E27FC236}">
                  <a16:creationId xmlns:a16="http://schemas.microsoft.com/office/drawing/2014/main" id="{822F76C0-BE61-4463-9BA4-B4E71B8AB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503"/>
              <a:ext cx="12" cy="24"/>
            </a:xfrm>
            <a:custGeom>
              <a:avLst/>
              <a:gdLst>
                <a:gd name="T0" fmla="*/ 17 w 11"/>
                <a:gd name="T1" fmla="*/ 28 h 23"/>
                <a:gd name="T2" fmla="*/ 16 w 11"/>
                <a:gd name="T3" fmla="*/ 0 h 23"/>
                <a:gd name="T4" fmla="*/ 1 w 11"/>
                <a:gd name="T5" fmla="*/ 18 h 23"/>
                <a:gd name="T6" fmla="*/ 16 w 11"/>
                <a:gd name="T7" fmla="*/ 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11" y="22"/>
                  </a:moveTo>
                  <a:cubicBezTo>
                    <a:pt x="0" y="21"/>
                    <a:pt x="7" y="5"/>
                    <a:pt x="10" y="0"/>
                  </a:cubicBezTo>
                  <a:cubicBezTo>
                    <a:pt x="4" y="2"/>
                    <a:pt x="0" y="5"/>
                    <a:pt x="1" y="12"/>
                  </a:cubicBezTo>
                  <a:cubicBezTo>
                    <a:pt x="2" y="17"/>
                    <a:pt x="5" y="22"/>
                    <a:pt x="1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4" name="Freeform 716">
              <a:extLst>
                <a:ext uri="{FF2B5EF4-FFF2-40B4-BE49-F238E27FC236}">
                  <a16:creationId xmlns:a16="http://schemas.microsoft.com/office/drawing/2014/main" id="{966BE3C0-FFB1-4BD1-8C9C-DECCF36B5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502"/>
              <a:ext cx="189" cy="10"/>
            </a:xfrm>
            <a:custGeom>
              <a:avLst/>
              <a:gdLst>
                <a:gd name="T0" fmla="*/ 209 w 185"/>
                <a:gd name="T1" fmla="*/ 0 h 9"/>
                <a:gd name="T2" fmla="*/ 0 w 185"/>
                <a:gd name="T3" fmla="*/ 16 h 9"/>
                <a:gd name="T4" fmla="*/ 209 w 18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9">
                  <a:moveTo>
                    <a:pt x="185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77" y="5"/>
                    <a:pt x="1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5" name="Freeform 717">
              <a:extLst>
                <a:ext uri="{FF2B5EF4-FFF2-40B4-BE49-F238E27FC236}">
                  <a16:creationId xmlns:a16="http://schemas.microsoft.com/office/drawing/2014/main" id="{4DEAA855-8A7F-4DCF-A3BD-34551ABAB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500"/>
              <a:ext cx="216" cy="30"/>
            </a:xfrm>
            <a:custGeom>
              <a:avLst/>
              <a:gdLst>
                <a:gd name="T0" fmla="*/ 9 w 211"/>
                <a:gd name="T1" fmla="*/ 11 h 29"/>
                <a:gd name="T2" fmla="*/ 0 w 211"/>
                <a:gd name="T3" fmla="*/ 26 h 29"/>
                <a:gd name="T4" fmla="*/ 0 w 211"/>
                <a:gd name="T5" fmla="*/ 26 h 29"/>
                <a:gd name="T6" fmla="*/ 9 w 211"/>
                <a:gd name="T7" fmla="*/ 35 h 29"/>
                <a:gd name="T8" fmla="*/ 232 w 211"/>
                <a:gd name="T9" fmla="*/ 35 h 29"/>
                <a:gd name="T10" fmla="*/ 241 w 211"/>
                <a:gd name="T11" fmla="*/ 14 h 29"/>
                <a:gd name="T12" fmla="*/ 241 w 211"/>
                <a:gd name="T13" fmla="*/ 14 h 29"/>
                <a:gd name="T14" fmla="*/ 231 w 211"/>
                <a:gd name="T15" fmla="*/ 1 h 29"/>
                <a:gd name="T16" fmla="*/ 9 w 211"/>
                <a:gd name="T17" fmla="*/ 11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29">
                  <a:moveTo>
                    <a:pt x="9" y="11"/>
                  </a:moveTo>
                  <a:cubicBezTo>
                    <a:pt x="4" y="11"/>
                    <a:pt x="0" y="15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"/>
                    <a:pt x="4" y="29"/>
                    <a:pt x="9" y="29"/>
                  </a:cubicBezTo>
                  <a:cubicBezTo>
                    <a:pt x="202" y="29"/>
                    <a:pt x="202" y="29"/>
                    <a:pt x="202" y="29"/>
                  </a:cubicBezTo>
                  <a:cubicBezTo>
                    <a:pt x="207" y="29"/>
                    <a:pt x="211" y="22"/>
                    <a:pt x="210" y="14"/>
                  </a:cubicBezTo>
                  <a:cubicBezTo>
                    <a:pt x="210" y="14"/>
                    <a:pt x="210" y="14"/>
                    <a:pt x="210" y="14"/>
                  </a:cubicBezTo>
                  <a:cubicBezTo>
                    <a:pt x="210" y="7"/>
                    <a:pt x="206" y="0"/>
                    <a:pt x="201" y="1"/>
                  </a:cubicBezTo>
                  <a:lnTo>
                    <a:pt x="9" y="1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6" name="Freeform 718">
              <a:extLst>
                <a:ext uri="{FF2B5EF4-FFF2-40B4-BE49-F238E27FC236}">
                  <a16:creationId xmlns:a16="http://schemas.microsoft.com/office/drawing/2014/main" id="{F6F3E0F5-9AC2-4CB6-B719-62DF3942B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757"/>
              <a:ext cx="212" cy="77"/>
            </a:xfrm>
            <a:custGeom>
              <a:avLst/>
              <a:gdLst>
                <a:gd name="T0" fmla="*/ 12 w 207"/>
                <a:gd name="T1" fmla="*/ 2 h 75"/>
                <a:gd name="T2" fmla="*/ 2 w 207"/>
                <a:gd name="T3" fmla="*/ 8 h 75"/>
                <a:gd name="T4" fmla="*/ 2 w 207"/>
                <a:gd name="T5" fmla="*/ 8 h 75"/>
                <a:gd name="T6" fmla="*/ 8 w 207"/>
                <a:gd name="T7" fmla="*/ 25 h 75"/>
                <a:gd name="T8" fmla="*/ 223 w 207"/>
                <a:gd name="T9" fmla="*/ 86 h 75"/>
                <a:gd name="T10" fmla="*/ 236 w 207"/>
                <a:gd name="T11" fmla="*/ 74 h 75"/>
                <a:gd name="T12" fmla="*/ 236 w 207"/>
                <a:gd name="T13" fmla="*/ 74 h 75"/>
                <a:gd name="T14" fmla="*/ 230 w 207"/>
                <a:gd name="T15" fmla="*/ 52 h 75"/>
                <a:gd name="T16" fmla="*/ 12 w 207"/>
                <a:gd name="T17" fmla="*/ 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75">
                  <a:moveTo>
                    <a:pt x="12" y="2"/>
                  </a:moveTo>
                  <a:cubicBezTo>
                    <a:pt x="8" y="0"/>
                    <a:pt x="3" y="3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0" y="13"/>
                    <a:pt x="3" y="17"/>
                    <a:pt x="8" y="19"/>
                  </a:cubicBezTo>
                  <a:cubicBezTo>
                    <a:pt x="193" y="74"/>
                    <a:pt x="193" y="74"/>
                    <a:pt x="193" y="74"/>
                  </a:cubicBezTo>
                  <a:cubicBezTo>
                    <a:pt x="197" y="75"/>
                    <a:pt x="203" y="70"/>
                    <a:pt x="205" y="62"/>
                  </a:cubicBezTo>
                  <a:cubicBezTo>
                    <a:pt x="205" y="62"/>
                    <a:pt x="205" y="62"/>
                    <a:pt x="205" y="62"/>
                  </a:cubicBezTo>
                  <a:cubicBezTo>
                    <a:pt x="207" y="55"/>
                    <a:pt x="205" y="48"/>
                    <a:pt x="200" y="46"/>
                  </a:cubicBezTo>
                  <a:lnTo>
                    <a:pt x="12" y="2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7" name="Freeform 719">
              <a:extLst>
                <a:ext uri="{FF2B5EF4-FFF2-40B4-BE49-F238E27FC236}">
                  <a16:creationId xmlns:a16="http://schemas.microsoft.com/office/drawing/2014/main" id="{A707CA05-6BF0-4415-9C60-B2AAB85EB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773"/>
              <a:ext cx="183" cy="56"/>
            </a:xfrm>
            <a:custGeom>
              <a:avLst/>
              <a:gdLst>
                <a:gd name="T0" fmla="*/ 203 w 179"/>
                <a:gd name="T1" fmla="*/ 66 h 54"/>
                <a:gd name="T2" fmla="*/ 0 w 179"/>
                <a:gd name="T3" fmla="*/ 0 h 54"/>
                <a:gd name="T4" fmla="*/ 203 w 179"/>
                <a:gd name="T5" fmla="*/ 6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54">
                  <a:moveTo>
                    <a:pt x="179" y="5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36" y="24"/>
                    <a:pt x="179" y="54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8" name="Freeform 720">
              <a:extLst>
                <a:ext uri="{FF2B5EF4-FFF2-40B4-BE49-F238E27FC236}">
                  <a16:creationId xmlns:a16="http://schemas.microsoft.com/office/drawing/2014/main" id="{EEC8FF47-9A4F-466E-AA6A-6A21545A6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808"/>
              <a:ext cx="16" cy="23"/>
            </a:xfrm>
            <a:custGeom>
              <a:avLst/>
              <a:gdLst>
                <a:gd name="T0" fmla="*/ 10 w 16"/>
                <a:gd name="T1" fmla="*/ 27 h 22"/>
                <a:gd name="T2" fmla="*/ 16 w 16"/>
                <a:gd name="T3" fmla="*/ 0 h 22"/>
                <a:gd name="T4" fmla="*/ 3 w 16"/>
                <a:gd name="T5" fmla="*/ 9 h 22"/>
                <a:gd name="T6" fmla="*/ 9 w 16"/>
                <a:gd name="T7" fmla="*/ 2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10" y="21"/>
                  </a:moveTo>
                  <a:cubicBezTo>
                    <a:pt x="0" y="17"/>
                    <a:pt x="11" y="3"/>
                    <a:pt x="16" y="0"/>
                  </a:cubicBezTo>
                  <a:cubicBezTo>
                    <a:pt x="9" y="0"/>
                    <a:pt x="5" y="1"/>
                    <a:pt x="3" y="9"/>
                  </a:cubicBezTo>
                  <a:cubicBezTo>
                    <a:pt x="2" y="14"/>
                    <a:pt x="4" y="20"/>
                    <a:pt x="9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9" name="Freeform 721">
              <a:extLst>
                <a:ext uri="{FF2B5EF4-FFF2-40B4-BE49-F238E27FC236}">
                  <a16:creationId xmlns:a16="http://schemas.microsoft.com/office/drawing/2014/main" id="{DA6EE67A-A246-48B2-BB83-75CDA6154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759"/>
              <a:ext cx="184" cy="48"/>
            </a:xfrm>
            <a:custGeom>
              <a:avLst/>
              <a:gdLst>
                <a:gd name="T0" fmla="*/ 204 w 180"/>
                <a:gd name="T1" fmla="*/ 50 h 47"/>
                <a:gd name="T2" fmla="*/ 0 w 180"/>
                <a:gd name="T3" fmla="*/ 0 h 47"/>
                <a:gd name="T4" fmla="*/ 204 w 180"/>
                <a:gd name="T5" fmla="*/ 5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47">
                  <a:moveTo>
                    <a:pt x="18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71" y="47"/>
                    <a:pt x="18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0" name="Freeform 722">
              <a:extLst>
                <a:ext uri="{FF2B5EF4-FFF2-40B4-BE49-F238E27FC236}">
                  <a16:creationId xmlns:a16="http://schemas.microsoft.com/office/drawing/2014/main" id="{2495FBD0-6260-4DD1-AABC-9FE724392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758"/>
              <a:ext cx="212" cy="76"/>
            </a:xfrm>
            <a:custGeom>
              <a:avLst/>
              <a:gdLst>
                <a:gd name="T0" fmla="*/ 13 w 207"/>
                <a:gd name="T1" fmla="*/ 1 h 74"/>
                <a:gd name="T2" fmla="*/ 2 w 207"/>
                <a:gd name="T3" fmla="*/ 7 h 74"/>
                <a:gd name="T4" fmla="*/ 2 w 207"/>
                <a:gd name="T5" fmla="*/ 7 h 74"/>
                <a:gd name="T6" fmla="*/ 8 w 207"/>
                <a:gd name="T7" fmla="*/ 18 h 74"/>
                <a:gd name="T8" fmla="*/ 223 w 207"/>
                <a:gd name="T9" fmla="*/ 85 h 74"/>
                <a:gd name="T10" fmla="*/ 236 w 207"/>
                <a:gd name="T11" fmla="*/ 74 h 74"/>
                <a:gd name="T12" fmla="*/ 236 w 207"/>
                <a:gd name="T13" fmla="*/ 74 h 74"/>
                <a:gd name="T14" fmla="*/ 230 w 207"/>
                <a:gd name="T15" fmla="*/ 52 h 74"/>
                <a:gd name="T16" fmla="*/ 13 w 207"/>
                <a:gd name="T17" fmla="*/ 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74">
                  <a:moveTo>
                    <a:pt x="13" y="1"/>
                  </a:moveTo>
                  <a:cubicBezTo>
                    <a:pt x="8" y="0"/>
                    <a:pt x="3" y="3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12"/>
                    <a:pt x="3" y="17"/>
                    <a:pt x="8" y="18"/>
                  </a:cubicBezTo>
                  <a:cubicBezTo>
                    <a:pt x="193" y="73"/>
                    <a:pt x="193" y="73"/>
                    <a:pt x="193" y="73"/>
                  </a:cubicBezTo>
                  <a:cubicBezTo>
                    <a:pt x="198" y="74"/>
                    <a:pt x="203" y="69"/>
                    <a:pt x="205" y="62"/>
                  </a:cubicBezTo>
                  <a:cubicBezTo>
                    <a:pt x="205" y="62"/>
                    <a:pt x="205" y="62"/>
                    <a:pt x="205" y="62"/>
                  </a:cubicBezTo>
                  <a:cubicBezTo>
                    <a:pt x="207" y="54"/>
                    <a:pt x="205" y="47"/>
                    <a:pt x="200" y="46"/>
                  </a:cubicBezTo>
                  <a:lnTo>
                    <a:pt x="13" y="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1" name="Freeform 723">
              <a:extLst>
                <a:ext uri="{FF2B5EF4-FFF2-40B4-BE49-F238E27FC236}">
                  <a16:creationId xmlns:a16="http://schemas.microsoft.com/office/drawing/2014/main" id="{0CAC33EB-C01D-48CB-8663-4D6CBD516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963"/>
              <a:ext cx="190" cy="128"/>
            </a:xfrm>
            <a:custGeom>
              <a:avLst/>
              <a:gdLst>
                <a:gd name="T0" fmla="*/ 14 w 186"/>
                <a:gd name="T1" fmla="*/ 3 h 126"/>
                <a:gd name="T2" fmla="*/ 2 w 186"/>
                <a:gd name="T3" fmla="*/ 6 h 126"/>
                <a:gd name="T4" fmla="*/ 2 w 186"/>
                <a:gd name="T5" fmla="*/ 6 h 126"/>
                <a:gd name="T6" fmla="*/ 5 w 186"/>
                <a:gd name="T7" fmla="*/ 18 h 126"/>
                <a:gd name="T8" fmla="*/ 191 w 186"/>
                <a:gd name="T9" fmla="*/ 135 h 126"/>
                <a:gd name="T10" fmla="*/ 205 w 186"/>
                <a:gd name="T11" fmla="*/ 128 h 126"/>
                <a:gd name="T12" fmla="*/ 205 w 186"/>
                <a:gd name="T13" fmla="*/ 128 h 126"/>
                <a:gd name="T14" fmla="*/ 205 w 186"/>
                <a:gd name="T15" fmla="*/ 111 h 126"/>
                <a:gd name="T16" fmla="*/ 14 w 186"/>
                <a:gd name="T17" fmla="*/ 3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26">
                  <a:moveTo>
                    <a:pt x="14" y="3"/>
                  </a:moveTo>
                  <a:cubicBezTo>
                    <a:pt x="10" y="0"/>
                    <a:pt x="5" y="2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10"/>
                    <a:pt x="1" y="15"/>
                    <a:pt x="5" y="18"/>
                  </a:cubicBezTo>
                  <a:cubicBezTo>
                    <a:pt x="167" y="123"/>
                    <a:pt x="167" y="123"/>
                    <a:pt x="167" y="123"/>
                  </a:cubicBezTo>
                  <a:cubicBezTo>
                    <a:pt x="171" y="126"/>
                    <a:pt x="177" y="123"/>
                    <a:pt x="181" y="116"/>
                  </a:cubicBezTo>
                  <a:cubicBezTo>
                    <a:pt x="181" y="116"/>
                    <a:pt x="181" y="116"/>
                    <a:pt x="181" y="116"/>
                  </a:cubicBezTo>
                  <a:cubicBezTo>
                    <a:pt x="186" y="109"/>
                    <a:pt x="186" y="102"/>
                    <a:pt x="181" y="99"/>
                  </a:cubicBezTo>
                  <a:lnTo>
                    <a:pt x="14" y="3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2" name="Freeform 724">
              <a:extLst>
                <a:ext uri="{FF2B5EF4-FFF2-40B4-BE49-F238E27FC236}">
                  <a16:creationId xmlns:a16="http://schemas.microsoft.com/office/drawing/2014/main" id="{8CD0EDAA-59B1-4F6D-A673-7E985A4CA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979"/>
              <a:ext cx="159" cy="105"/>
            </a:xfrm>
            <a:custGeom>
              <a:avLst/>
              <a:gdLst>
                <a:gd name="T0" fmla="*/ 174 w 156"/>
                <a:gd name="T1" fmla="*/ 115 h 103"/>
                <a:gd name="T2" fmla="*/ 0 w 156"/>
                <a:gd name="T3" fmla="*/ 0 h 103"/>
                <a:gd name="T4" fmla="*/ 174 w 156"/>
                <a:gd name="T5" fmla="*/ 115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103">
                  <a:moveTo>
                    <a:pt x="156" y="10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3" y="62"/>
                    <a:pt x="156" y="103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3" name="Freeform 725">
              <a:extLst>
                <a:ext uri="{FF2B5EF4-FFF2-40B4-BE49-F238E27FC236}">
                  <a16:creationId xmlns:a16="http://schemas.microsoft.com/office/drawing/2014/main" id="{8A7C6FE4-6843-48D0-889F-4ABF8564E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067"/>
              <a:ext cx="21" cy="21"/>
            </a:xfrm>
            <a:custGeom>
              <a:avLst/>
              <a:gdLst>
                <a:gd name="T0" fmla="*/ 8 w 20"/>
                <a:gd name="T1" fmla="*/ 20 h 21"/>
                <a:gd name="T2" fmla="*/ 26 w 20"/>
                <a:gd name="T3" fmla="*/ 1 h 21"/>
                <a:gd name="T4" fmla="*/ 5 w 20"/>
                <a:gd name="T5" fmla="*/ 7 h 21"/>
                <a:gd name="T6" fmla="*/ 7 w 20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8" y="20"/>
                  </a:moveTo>
                  <a:cubicBezTo>
                    <a:pt x="0" y="13"/>
                    <a:pt x="14" y="3"/>
                    <a:pt x="20" y="1"/>
                  </a:cubicBezTo>
                  <a:cubicBezTo>
                    <a:pt x="14" y="0"/>
                    <a:pt x="9" y="0"/>
                    <a:pt x="5" y="7"/>
                  </a:cubicBezTo>
                  <a:cubicBezTo>
                    <a:pt x="3" y="11"/>
                    <a:pt x="3" y="17"/>
                    <a:pt x="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4" name="Freeform 726">
              <a:extLst>
                <a:ext uri="{FF2B5EF4-FFF2-40B4-BE49-F238E27FC236}">
                  <a16:creationId xmlns:a16="http://schemas.microsoft.com/office/drawing/2014/main" id="{642A91D8-4A87-47F1-A6E0-6BA33C730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966"/>
              <a:ext cx="164" cy="96"/>
            </a:xfrm>
            <a:custGeom>
              <a:avLst/>
              <a:gdLst>
                <a:gd name="T0" fmla="*/ 184 w 160"/>
                <a:gd name="T1" fmla="*/ 106 h 94"/>
                <a:gd name="T2" fmla="*/ 0 w 160"/>
                <a:gd name="T3" fmla="*/ 0 h 94"/>
                <a:gd name="T4" fmla="*/ 184 w 160"/>
                <a:gd name="T5" fmla="*/ 106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94">
                  <a:moveTo>
                    <a:pt x="160" y="9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50" y="94"/>
                    <a:pt x="160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5" name="Freeform 727">
              <a:extLst>
                <a:ext uri="{FF2B5EF4-FFF2-40B4-BE49-F238E27FC236}">
                  <a16:creationId xmlns:a16="http://schemas.microsoft.com/office/drawing/2014/main" id="{669F2D2E-5076-4666-884B-1917E910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964"/>
              <a:ext cx="190" cy="127"/>
            </a:xfrm>
            <a:custGeom>
              <a:avLst/>
              <a:gdLst>
                <a:gd name="T0" fmla="*/ 14 w 186"/>
                <a:gd name="T1" fmla="*/ 2 h 125"/>
                <a:gd name="T2" fmla="*/ 2 w 186"/>
                <a:gd name="T3" fmla="*/ 5 h 125"/>
                <a:gd name="T4" fmla="*/ 2 w 186"/>
                <a:gd name="T5" fmla="*/ 5 h 125"/>
                <a:gd name="T6" fmla="*/ 5 w 186"/>
                <a:gd name="T7" fmla="*/ 17 h 125"/>
                <a:gd name="T8" fmla="*/ 191 w 186"/>
                <a:gd name="T9" fmla="*/ 135 h 125"/>
                <a:gd name="T10" fmla="*/ 206 w 186"/>
                <a:gd name="T11" fmla="*/ 127 h 125"/>
                <a:gd name="T12" fmla="*/ 206 w 186"/>
                <a:gd name="T13" fmla="*/ 127 h 125"/>
                <a:gd name="T14" fmla="*/ 205 w 186"/>
                <a:gd name="T15" fmla="*/ 111 h 125"/>
                <a:gd name="T16" fmla="*/ 14 w 186"/>
                <a:gd name="T17" fmla="*/ 2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25">
                  <a:moveTo>
                    <a:pt x="14" y="2"/>
                  </a:moveTo>
                  <a:cubicBezTo>
                    <a:pt x="10" y="0"/>
                    <a:pt x="5" y="1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9"/>
                    <a:pt x="1" y="15"/>
                    <a:pt x="5" y="17"/>
                  </a:cubicBezTo>
                  <a:cubicBezTo>
                    <a:pt x="167" y="123"/>
                    <a:pt x="167" y="123"/>
                    <a:pt x="167" y="123"/>
                  </a:cubicBezTo>
                  <a:cubicBezTo>
                    <a:pt x="171" y="125"/>
                    <a:pt x="177" y="122"/>
                    <a:pt x="182" y="115"/>
                  </a:cubicBezTo>
                  <a:cubicBezTo>
                    <a:pt x="182" y="115"/>
                    <a:pt x="182" y="115"/>
                    <a:pt x="182" y="115"/>
                  </a:cubicBezTo>
                  <a:cubicBezTo>
                    <a:pt x="186" y="109"/>
                    <a:pt x="186" y="101"/>
                    <a:pt x="181" y="99"/>
                  </a:cubicBezTo>
                  <a:lnTo>
                    <a:pt x="14" y="2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6" name="Freeform 728">
              <a:extLst>
                <a:ext uri="{FF2B5EF4-FFF2-40B4-BE49-F238E27FC236}">
                  <a16:creationId xmlns:a16="http://schemas.microsoft.com/office/drawing/2014/main" id="{BE3F00F1-9320-430E-80BD-DD6A22555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117"/>
              <a:ext cx="174" cy="152"/>
            </a:xfrm>
            <a:custGeom>
              <a:avLst/>
              <a:gdLst>
                <a:gd name="T0" fmla="*/ 16 w 170"/>
                <a:gd name="T1" fmla="*/ 3 h 149"/>
                <a:gd name="T2" fmla="*/ 4 w 170"/>
                <a:gd name="T3" fmla="*/ 4 h 149"/>
                <a:gd name="T4" fmla="*/ 4 w 170"/>
                <a:gd name="T5" fmla="*/ 4 h 149"/>
                <a:gd name="T6" fmla="*/ 5 w 170"/>
                <a:gd name="T7" fmla="*/ 16 h 149"/>
                <a:gd name="T8" fmla="*/ 171 w 170"/>
                <a:gd name="T9" fmla="*/ 164 h 149"/>
                <a:gd name="T10" fmla="*/ 188 w 170"/>
                <a:gd name="T11" fmla="*/ 159 h 149"/>
                <a:gd name="T12" fmla="*/ 188 w 170"/>
                <a:gd name="T13" fmla="*/ 159 h 149"/>
                <a:gd name="T14" fmla="*/ 190 w 170"/>
                <a:gd name="T15" fmla="*/ 141 h 149"/>
                <a:gd name="T16" fmla="*/ 16 w 170"/>
                <a:gd name="T17" fmla="*/ 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149">
                  <a:moveTo>
                    <a:pt x="16" y="3"/>
                  </a:moveTo>
                  <a:cubicBezTo>
                    <a:pt x="12" y="0"/>
                    <a:pt x="7" y="0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8"/>
                    <a:pt x="1" y="13"/>
                    <a:pt x="5" y="16"/>
                  </a:cubicBezTo>
                  <a:cubicBezTo>
                    <a:pt x="148" y="146"/>
                    <a:pt x="148" y="146"/>
                    <a:pt x="148" y="146"/>
                  </a:cubicBezTo>
                  <a:cubicBezTo>
                    <a:pt x="151" y="149"/>
                    <a:pt x="158" y="147"/>
                    <a:pt x="164" y="141"/>
                  </a:cubicBezTo>
                  <a:cubicBezTo>
                    <a:pt x="164" y="141"/>
                    <a:pt x="164" y="141"/>
                    <a:pt x="164" y="141"/>
                  </a:cubicBezTo>
                  <a:cubicBezTo>
                    <a:pt x="169" y="135"/>
                    <a:pt x="170" y="128"/>
                    <a:pt x="166" y="124"/>
                  </a:cubicBezTo>
                  <a:lnTo>
                    <a:pt x="16" y="3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7" name="Freeform 729">
              <a:extLst>
                <a:ext uri="{FF2B5EF4-FFF2-40B4-BE49-F238E27FC236}">
                  <a16:creationId xmlns:a16="http://schemas.microsoft.com/office/drawing/2014/main" id="{B9D9B270-535A-438C-B713-D424362A1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132"/>
              <a:ext cx="142" cy="129"/>
            </a:xfrm>
            <a:custGeom>
              <a:avLst/>
              <a:gdLst>
                <a:gd name="T0" fmla="*/ 157 w 139"/>
                <a:gd name="T1" fmla="*/ 144 h 126"/>
                <a:gd name="T2" fmla="*/ 0 w 139"/>
                <a:gd name="T3" fmla="*/ 0 h 126"/>
                <a:gd name="T4" fmla="*/ 157 w 139"/>
                <a:gd name="T5" fmla="*/ 144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126">
                  <a:moveTo>
                    <a:pt x="139" y="12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13" y="80"/>
                    <a:pt x="139" y="126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8" name="Freeform 730">
              <a:extLst>
                <a:ext uri="{FF2B5EF4-FFF2-40B4-BE49-F238E27FC236}">
                  <a16:creationId xmlns:a16="http://schemas.microsoft.com/office/drawing/2014/main" id="{7A7A1364-0503-468B-8770-0BCD1C7F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245"/>
              <a:ext cx="22" cy="21"/>
            </a:xfrm>
            <a:custGeom>
              <a:avLst/>
              <a:gdLst>
                <a:gd name="T0" fmla="*/ 7 w 22"/>
                <a:gd name="T1" fmla="*/ 21 h 21"/>
                <a:gd name="T2" fmla="*/ 22 w 22"/>
                <a:gd name="T3" fmla="*/ 4 h 21"/>
                <a:gd name="T4" fmla="*/ 7 w 22"/>
                <a:gd name="T5" fmla="*/ 7 h 21"/>
                <a:gd name="T6" fmla="*/ 6 w 22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7" y="21"/>
                  </a:moveTo>
                  <a:cubicBezTo>
                    <a:pt x="0" y="12"/>
                    <a:pt x="16" y="5"/>
                    <a:pt x="22" y="4"/>
                  </a:cubicBezTo>
                  <a:cubicBezTo>
                    <a:pt x="16" y="1"/>
                    <a:pt x="11" y="0"/>
                    <a:pt x="7" y="7"/>
                  </a:cubicBezTo>
                  <a:cubicBezTo>
                    <a:pt x="4" y="11"/>
                    <a:pt x="2" y="16"/>
                    <a:pt x="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9" name="Freeform 731">
              <a:extLst>
                <a:ext uri="{FF2B5EF4-FFF2-40B4-BE49-F238E27FC236}">
                  <a16:creationId xmlns:a16="http://schemas.microsoft.com/office/drawing/2014/main" id="{53BF87F6-096F-4462-BD6A-90B527EE5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120"/>
              <a:ext cx="146" cy="121"/>
            </a:xfrm>
            <a:custGeom>
              <a:avLst/>
              <a:gdLst>
                <a:gd name="T0" fmla="*/ 161 w 143"/>
                <a:gd name="T1" fmla="*/ 136 h 118"/>
                <a:gd name="T2" fmla="*/ 0 w 143"/>
                <a:gd name="T3" fmla="*/ 0 h 118"/>
                <a:gd name="T4" fmla="*/ 161 w 143"/>
                <a:gd name="T5" fmla="*/ 136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18">
                  <a:moveTo>
                    <a:pt x="143" y="11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34" y="116"/>
                    <a:pt x="143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0" name="Freeform 732">
              <a:extLst>
                <a:ext uri="{FF2B5EF4-FFF2-40B4-BE49-F238E27FC236}">
                  <a16:creationId xmlns:a16="http://schemas.microsoft.com/office/drawing/2014/main" id="{08C540D6-40D5-4CC2-B094-2A8F64726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117"/>
              <a:ext cx="174" cy="152"/>
            </a:xfrm>
            <a:custGeom>
              <a:avLst/>
              <a:gdLst>
                <a:gd name="T0" fmla="*/ 16 w 170"/>
                <a:gd name="T1" fmla="*/ 3 h 149"/>
                <a:gd name="T2" fmla="*/ 4 w 170"/>
                <a:gd name="T3" fmla="*/ 4 h 149"/>
                <a:gd name="T4" fmla="*/ 4 w 170"/>
                <a:gd name="T5" fmla="*/ 4 h 149"/>
                <a:gd name="T6" fmla="*/ 5 w 170"/>
                <a:gd name="T7" fmla="*/ 17 h 149"/>
                <a:gd name="T8" fmla="*/ 171 w 170"/>
                <a:gd name="T9" fmla="*/ 164 h 149"/>
                <a:gd name="T10" fmla="*/ 188 w 170"/>
                <a:gd name="T11" fmla="*/ 159 h 149"/>
                <a:gd name="T12" fmla="*/ 188 w 170"/>
                <a:gd name="T13" fmla="*/ 159 h 149"/>
                <a:gd name="T14" fmla="*/ 190 w 170"/>
                <a:gd name="T15" fmla="*/ 143 h 149"/>
                <a:gd name="T16" fmla="*/ 16 w 170"/>
                <a:gd name="T17" fmla="*/ 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149">
                  <a:moveTo>
                    <a:pt x="16" y="3"/>
                  </a:moveTo>
                  <a:cubicBezTo>
                    <a:pt x="12" y="0"/>
                    <a:pt x="7" y="1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8"/>
                    <a:pt x="1" y="14"/>
                    <a:pt x="5" y="17"/>
                  </a:cubicBezTo>
                  <a:cubicBezTo>
                    <a:pt x="148" y="146"/>
                    <a:pt x="148" y="146"/>
                    <a:pt x="148" y="146"/>
                  </a:cubicBezTo>
                  <a:cubicBezTo>
                    <a:pt x="151" y="149"/>
                    <a:pt x="158" y="147"/>
                    <a:pt x="164" y="141"/>
                  </a:cubicBezTo>
                  <a:cubicBezTo>
                    <a:pt x="164" y="141"/>
                    <a:pt x="164" y="141"/>
                    <a:pt x="164" y="141"/>
                  </a:cubicBezTo>
                  <a:cubicBezTo>
                    <a:pt x="169" y="135"/>
                    <a:pt x="170" y="128"/>
                    <a:pt x="166" y="125"/>
                  </a:cubicBezTo>
                  <a:lnTo>
                    <a:pt x="16" y="3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1" name="Freeform 733">
              <a:extLst>
                <a:ext uri="{FF2B5EF4-FFF2-40B4-BE49-F238E27FC236}">
                  <a16:creationId xmlns:a16="http://schemas.microsoft.com/office/drawing/2014/main" id="{80383B4A-0F7D-408D-8CA3-928C0D2AA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240"/>
              <a:ext cx="135" cy="186"/>
            </a:xfrm>
            <a:custGeom>
              <a:avLst/>
              <a:gdLst>
                <a:gd name="T0" fmla="*/ 17 w 132"/>
                <a:gd name="T1" fmla="*/ 5 h 182"/>
                <a:gd name="T2" fmla="*/ 5 w 132"/>
                <a:gd name="T3" fmla="*/ 3 h 182"/>
                <a:gd name="T4" fmla="*/ 5 w 132"/>
                <a:gd name="T5" fmla="*/ 3 h 182"/>
                <a:gd name="T6" fmla="*/ 2 w 132"/>
                <a:gd name="T7" fmla="*/ 15 h 182"/>
                <a:gd name="T8" fmla="*/ 122 w 132"/>
                <a:gd name="T9" fmla="*/ 202 h 182"/>
                <a:gd name="T10" fmla="*/ 141 w 132"/>
                <a:gd name="T11" fmla="*/ 201 h 182"/>
                <a:gd name="T12" fmla="*/ 141 w 132"/>
                <a:gd name="T13" fmla="*/ 201 h 182"/>
                <a:gd name="T14" fmla="*/ 147 w 132"/>
                <a:gd name="T15" fmla="*/ 186 h 182"/>
                <a:gd name="T16" fmla="*/ 17 w 132"/>
                <a:gd name="T17" fmla="*/ 5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182">
                  <a:moveTo>
                    <a:pt x="17" y="5"/>
                  </a:moveTo>
                  <a:cubicBezTo>
                    <a:pt x="14" y="1"/>
                    <a:pt x="9" y="0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1" y="5"/>
                    <a:pt x="0" y="11"/>
                    <a:pt x="2" y="15"/>
                  </a:cubicBezTo>
                  <a:cubicBezTo>
                    <a:pt x="106" y="178"/>
                    <a:pt x="106" y="178"/>
                    <a:pt x="106" y="178"/>
                  </a:cubicBezTo>
                  <a:cubicBezTo>
                    <a:pt x="109" y="182"/>
                    <a:pt x="116" y="181"/>
                    <a:pt x="123" y="177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9" y="173"/>
                    <a:pt x="132" y="166"/>
                    <a:pt x="129" y="162"/>
                  </a:cubicBezTo>
                  <a:lnTo>
                    <a:pt x="17" y="5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2" name="Freeform 734">
              <a:extLst>
                <a:ext uri="{FF2B5EF4-FFF2-40B4-BE49-F238E27FC236}">
                  <a16:creationId xmlns:a16="http://schemas.microsoft.com/office/drawing/2014/main" id="{2CA081D8-D0BB-4181-9F4A-FCCE74275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254"/>
              <a:ext cx="102" cy="163"/>
            </a:xfrm>
            <a:custGeom>
              <a:avLst/>
              <a:gdLst>
                <a:gd name="T0" fmla="*/ 112 w 100"/>
                <a:gd name="T1" fmla="*/ 184 h 159"/>
                <a:gd name="T2" fmla="*/ 0 w 100"/>
                <a:gd name="T3" fmla="*/ 0 h 159"/>
                <a:gd name="T4" fmla="*/ 112 w 100"/>
                <a:gd name="T5" fmla="*/ 184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59">
                  <a:moveTo>
                    <a:pt x="100" y="15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6" y="108"/>
                    <a:pt x="100" y="159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3" name="Freeform 735">
              <a:extLst>
                <a:ext uri="{FF2B5EF4-FFF2-40B4-BE49-F238E27FC236}">
                  <a16:creationId xmlns:a16="http://schemas.microsoft.com/office/drawing/2014/main" id="{646FD209-CCB2-4912-B228-95F2639BB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403"/>
              <a:ext cx="24" cy="20"/>
            </a:xfrm>
            <a:custGeom>
              <a:avLst/>
              <a:gdLst>
                <a:gd name="T0" fmla="*/ 5 w 23"/>
                <a:gd name="T1" fmla="*/ 25 h 19"/>
                <a:gd name="T2" fmla="*/ 29 w 23"/>
                <a:gd name="T3" fmla="*/ 6 h 19"/>
                <a:gd name="T4" fmla="*/ 8 w 23"/>
                <a:gd name="T5" fmla="*/ 5 h 19"/>
                <a:gd name="T6" fmla="*/ 3 w 23"/>
                <a:gd name="T7" fmla="*/ 2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9">
                  <a:moveTo>
                    <a:pt x="5" y="19"/>
                  </a:moveTo>
                  <a:cubicBezTo>
                    <a:pt x="0" y="9"/>
                    <a:pt x="17" y="6"/>
                    <a:pt x="23" y="6"/>
                  </a:cubicBezTo>
                  <a:cubicBezTo>
                    <a:pt x="18" y="2"/>
                    <a:pt x="14" y="0"/>
                    <a:pt x="8" y="5"/>
                  </a:cubicBezTo>
                  <a:cubicBezTo>
                    <a:pt x="4" y="8"/>
                    <a:pt x="1" y="13"/>
                    <a:pt x="3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4" name="Freeform 736">
              <a:extLst>
                <a:ext uri="{FF2B5EF4-FFF2-40B4-BE49-F238E27FC236}">
                  <a16:creationId xmlns:a16="http://schemas.microsoft.com/office/drawing/2014/main" id="{2A9EDC4E-5AC5-415D-8A17-BF0C4F7F0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245"/>
              <a:ext cx="110" cy="154"/>
            </a:xfrm>
            <a:custGeom>
              <a:avLst/>
              <a:gdLst>
                <a:gd name="T0" fmla="*/ 125 w 107"/>
                <a:gd name="T1" fmla="*/ 169 h 151"/>
                <a:gd name="T2" fmla="*/ 0 w 107"/>
                <a:gd name="T3" fmla="*/ 0 h 151"/>
                <a:gd name="T4" fmla="*/ 125 w 107"/>
                <a:gd name="T5" fmla="*/ 169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51">
                  <a:moveTo>
                    <a:pt x="107" y="15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8" y="147"/>
                    <a:pt x="107" y="1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5" name="Freeform 737">
              <a:extLst>
                <a:ext uri="{FF2B5EF4-FFF2-40B4-BE49-F238E27FC236}">
                  <a16:creationId xmlns:a16="http://schemas.microsoft.com/office/drawing/2014/main" id="{F618605F-8951-402B-8D4D-68D464C26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240"/>
              <a:ext cx="136" cy="186"/>
            </a:xfrm>
            <a:custGeom>
              <a:avLst/>
              <a:gdLst>
                <a:gd name="T0" fmla="*/ 18 w 133"/>
                <a:gd name="T1" fmla="*/ 5 h 182"/>
                <a:gd name="T2" fmla="*/ 6 w 133"/>
                <a:gd name="T3" fmla="*/ 3 h 182"/>
                <a:gd name="T4" fmla="*/ 6 w 133"/>
                <a:gd name="T5" fmla="*/ 3 h 182"/>
                <a:gd name="T6" fmla="*/ 3 w 133"/>
                <a:gd name="T7" fmla="*/ 15 h 182"/>
                <a:gd name="T8" fmla="*/ 123 w 133"/>
                <a:gd name="T9" fmla="*/ 202 h 182"/>
                <a:gd name="T10" fmla="*/ 141 w 133"/>
                <a:gd name="T11" fmla="*/ 201 h 182"/>
                <a:gd name="T12" fmla="*/ 141 w 133"/>
                <a:gd name="T13" fmla="*/ 201 h 182"/>
                <a:gd name="T14" fmla="*/ 148 w 133"/>
                <a:gd name="T15" fmla="*/ 186 h 182"/>
                <a:gd name="T16" fmla="*/ 18 w 133"/>
                <a:gd name="T17" fmla="*/ 5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182">
                  <a:moveTo>
                    <a:pt x="18" y="5"/>
                  </a:moveTo>
                  <a:cubicBezTo>
                    <a:pt x="15" y="1"/>
                    <a:pt x="10" y="0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2" y="6"/>
                    <a:pt x="0" y="11"/>
                    <a:pt x="3" y="15"/>
                  </a:cubicBezTo>
                  <a:cubicBezTo>
                    <a:pt x="107" y="178"/>
                    <a:pt x="107" y="178"/>
                    <a:pt x="107" y="178"/>
                  </a:cubicBezTo>
                  <a:cubicBezTo>
                    <a:pt x="110" y="182"/>
                    <a:pt x="117" y="182"/>
                    <a:pt x="123" y="177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30" y="173"/>
                    <a:pt x="133" y="166"/>
                    <a:pt x="130" y="162"/>
                  </a:cubicBezTo>
                  <a:lnTo>
                    <a:pt x="18" y="5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herpes-simplex-virus-particle-illustration">
            <a:extLst>
              <a:ext uri="{FF2B5EF4-FFF2-40B4-BE49-F238E27FC236}">
                <a16:creationId xmlns:a16="http://schemas.microsoft.com/office/drawing/2014/main" id="{C770ED05-24D0-4376-BE54-BD4AD279D759}"/>
              </a:ext>
            </a:extLst>
          </p:cNvPr>
          <p:cNvGrpSpPr>
            <a:grpSpLocks/>
          </p:cNvGrpSpPr>
          <p:nvPr/>
        </p:nvGrpSpPr>
        <p:grpSpPr bwMode="auto">
          <a:xfrm>
            <a:off x="2189163" y="3278188"/>
            <a:ext cx="2835275" cy="2782887"/>
            <a:chOff x="419" y="2065"/>
            <a:chExt cx="1786" cy="1753"/>
          </a:xfrm>
        </p:grpSpPr>
        <p:grpSp>
          <p:nvGrpSpPr>
            <p:cNvPr id="35096" name="Group 739">
              <a:extLst>
                <a:ext uri="{FF2B5EF4-FFF2-40B4-BE49-F238E27FC236}">
                  <a16:creationId xmlns:a16="http://schemas.microsoft.com/office/drawing/2014/main" id="{442D9E90-C011-4460-982E-C4FC812C2D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" y="2065"/>
              <a:ext cx="1786" cy="1753"/>
              <a:chOff x="419" y="2065"/>
              <a:chExt cx="1786" cy="1753"/>
            </a:xfrm>
          </p:grpSpPr>
          <p:sp>
            <p:nvSpPr>
              <p:cNvPr id="35412" name="Freeform 740">
                <a:extLst>
                  <a:ext uri="{FF2B5EF4-FFF2-40B4-BE49-F238E27FC236}">
                    <a16:creationId xmlns:a16="http://schemas.microsoft.com/office/drawing/2014/main" id="{B06DCFA7-41C3-4002-AE0C-D9166BC37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257"/>
                <a:ext cx="147" cy="178"/>
              </a:xfrm>
              <a:custGeom>
                <a:avLst/>
                <a:gdLst>
                  <a:gd name="T0" fmla="*/ 3 w 144"/>
                  <a:gd name="T1" fmla="*/ 182 h 174"/>
                  <a:gd name="T2" fmla="*/ 4 w 144"/>
                  <a:gd name="T3" fmla="*/ 195 h 174"/>
                  <a:gd name="T4" fmla="*/ 4 w 144"/>
                  <a:gd name="T5" fmla="*/ 195 h 174"/>
                  <a:gd name="T6" fmla="*/ 17 w 144"/>
                  <a:gd name="T7" fmla="*/ 193 h 174"/>
                  <a:gd name="T8" fmla="*/ 159 w 144"/>
                  <a:gd name="T9" fmla="*/ 28 h 174"/>
                  <a:gd name="T10" fmla="*/ 154 w 144"/>
                  <a:gd name="T11" fmla="*/ 6 h 174"/>
                  <a:gd name="T12" fmla="*/ 154 w 144"/>
                  <a:gd name="T13" fmla="*/ 6 h 174"/>
                  <a:gd name="T14" fmla="*/ 136 w 144"/>
                  <a:gd name="T15" fmla="*/ 4 h 174"/>
                  <a:gd name="T16" fmla="*/ 3 w 144"/>
                  <a:gd name="T17" fmla="*/ 182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4">
                    <a:moveTo>
                      <a:pt x="3" y="158"/>
                    </a:moveTo>
                    <a:cubicBezTo>
                      <a:pt x="0" y="162"/>
                      <a:pt x="1" y="168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8" y="174"/>
                      <a:pt x="14" y="173"/>
                      <a:pt x="17" y="169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44" y="18"/>
                      <a:pt x="142" y="11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0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3" name="Freeform 741">
                <a:extLst>
                  <a:ext uri="{FF2B5EF4-FFF2-40B4-BE49-F238E27FC236}">
                    <a16:creationId xmlns:a16="http://schemas.microsoft.com/office/drawing/2014/main" id="{EBBB9CB7-324A-4770-8B6C-C2F059A32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281"/>
                <a:ext cx="124" cy="146"/>
              </a:xfrm>
              <a:custGeom>
                <a:avLst/>
                <a:gdLst>
                  <a:gd name="T0" fmla="*/ 139 w 121"/>
                  <a:gd name="T1" fmla="*/ 0 h 143"/>
                  <a:gd name="T2" fmla="*/ 0 w 121"/>
                  <a:gd name="T3" fmla="*/ 161 h 143"/>
                  <a:gd name="T4" fmla="*/ 139 w 121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43">
                    <a:moveTo>
                      <a:pt x="121" y="0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77" y="28"/>
                      <a:pt x="121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4" name="Freeform 742">
                <a:extLst>
                  <a:ext uri="{FF2B5EF4-FFF2-40B4-BE49-F238E27FC236}">
                    <a16:creationId xmlns:a16="http://schemas.microsoft.com/office/drawing/2014/main" id="{7CCFA9D4-EA47-48AF-9344-65BA5002A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260"/>
                <a:ext cx="22" cy="23"/>
              </a:xfrm>
              <a:custGeom>
                <a:avLst/>
                <a:gdLst>
                  <a:gd name="T0" fmla="*/ 27 w 21"/>
                  <a:gd name="T1" fmla="*/ 20 h 22"/>
                  <a:gd name="T2" fmla="*/ 3 w 21"/>
                  <a:gd name="T3" fmla="*/ 0 h 22"/>
                  <a:gd name="T4" fmla="*/ 7 w 21"/>
                  <a:gd name="T5" fmla="*/ 21 h 22"/>
                  <a:gd name="T6" fmla="*/ 27 w 21"/>
                  <a:gd name="T7" fmla="*/ 2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21" y="14"/>
                    </a:moveTo>
                    <a:cubicBezTo>
                      <a:pt x="13" y="22"/>
                      <a:pt x="5" y="6"/>
                      <a:pt x="3" y="0"/>
                    </a:cubicBezTo>
                    <a:cubicBezTo>
                      <a:pt x="1" y="6"/>
                      <a:pt x="0" y="11"/>
                      <a:pt x="7" y="15"/>
                    </a:cubicBezTo>
                    <a:cubicBezTo>
                      <a:pt x="11" y="18"/>
                      <a:pt x="17" y="19"/>
                      <a:pt x="2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5" name="Freeform 743">
                <a:extLst>
                  <a:ext uri="{FF2B5EF4-FFF2-40B4-BE49-F238E27FC236}">
                    <a16:creationId xmlns:a16="http://schemas.microsoft.com/office/drawing/2014/main" id="{72B0A2E9-A91B-448D-8D10-4900D1780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269"/>
                <a:ext cx="115" cy="150"/>
              </a:xfrm>
              <a:custGeom>
                <a:avLst/>
                <a:gdLst>
                  <a:gd name="T0" fmla="*/ 125 w 113"/>
                  <a:gd name="T1" fmla="*/ 0 h 147"/>
                  <a:gd name="T2" fmla="*/ 0 w 113"/>
                  <a:gd name="T3" fmla="*/ 165 h 147"/>
                  <a:gd name="T4" fmla="*/ 125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113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111" y="10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6" name="Freeform 744">
                <a:extLst>
                  <a:ext uri="{FF2B5EF4-FFF2-40B4-BE49-F238E27FC236}">
                    <a16:creationId xmlns:a16="http://schemas.microsoft.com/office/drawing/2014/main" id="{CFE62887-671A-496E-9966-05300E320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257"/>
                <a:ext cx="148" cy="178"/>
              </a:xfrm>
              <a:custGeom>
                <a:avLst/>
                <a:gdLst>
                  <a:gd name="T0" fmla="*/ 3 w 145"/>
                  <a:gd name="T1" fmla="*/ 182 h 174"/>
                  <a:gd name="T2" fmla="*/ 5 w 145"/>
                  <a:gd name="T3" fmla="*/ 195 h 174"/>
                  <a:gd name="T4" fmla="*/ 5 w 145"/>
                  <a:gd name="T5" fmla="*/ 195 h 174"/>
                  <a:gd name="T6" fmla="*/ 17 w 145"/>
                  <a:gd name="T7" fmla="*/ 193 h 174"/>
                  <a:gd name="T8" fmla="*/ 160 w 145"/>
                  <a:gd name="T9" fmla="*/ 28 h 174"/>
                  <a:gd name="T10" fmla="*/ 154 w 145"/>
                  <a:gd name="T11" fmla="*/ 6 h 174"/>
                  <a:gd name="T12" fmla="*/ 154 w 145"/>
                  <a:gd name="T13" fmla="*/ 6 h 174"/>
                  <a:gd name="T14" fmla="*/ 137 w 145"/>
                  <a:gd name="T15" fmla="*/ 4 h 174"/>
                  <a:gd name="T16" fmla="*/ 3 w 145"/>
                  <a:gd name="T17" fmla="*/ 182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5" h="174">
                    <a:moveTo>
                      <a:pt x="3" y="158"/>
                    </a:moveTo>
                    <a:cubicBezTo>
                      <a:pt x="0" y="162"/>
                      <a:pt x="1" y="168"/>
                      <a:pt x="5" y="171"/>
                    </a:cubicBezTo>
                    <a:cubicBezTo>
                      <a:pt x="5" y="171"/>
                      <a:pt x="5" y="171"/>
                      <a:pt x="5" y="171"/>
                    </a:cubicBezTo>
                    <a:cubicBezTo>
                      <a:pt x="9" y="174"/>
                      <a:pt x="14" y="173"/>
                      <a:pt x="17" y="169"/>
                    </a:cubicBezTo>
                    <a:cubicBezTo>
                      <a:pt x="142" y="22"/>
                      <a:pt x="142" y="22"/>
                      <a:pt x="142" y="22"/>
                    </a:cubicBezTo>
                    <a:cubicBezTo>
                      <a:pt x="145" y="18"/>
                      <a:pt x="142" y="11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0" y="1"/>
                      <a:pt x="123" y="0"/>
                      <a:pt x="120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7" name="Freeform 745">
                <a:extLst>
                  <a:ext uri="{FF2B5EF4-FFF2-40B4-BE49-F238E27FC236}">
                    <a16:creationId xmlns:a16="http://schemas.microsoft.com/office/drawing/2014/main" id="{D1095068-4949-4A7A-B7DD-DC4333EE0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129"/>
                <a:ext cx="110" cy="200"/>
              </a:xfrm>
              <a:custGeom>
                <a:avLst/>
                <a:gdLst>
                  <a:gd name="T0" fmla="*/ 2 w 107"/>
                  <a:gd name="T1" fmla="*/ 211 h 195"/>
                  <a:gd name="T2" fmla="*/ 6 w 107"/>
                  <a:gd name="T3" fmla="*/ 224 h 195"/>
                  <a:gd name="T4" fmla="*/ 6 w 107"/>
                  <a:gd name="T5" fmla="*/ 224 h 195"/>
                  <a:gd name="T6" fmla="*/ 24 w 107"/>
                  <a:gd name="T7" fmla="*/ 219 h 195"/>
                  <a:gd name="T8" fmla="*/ 123 w 107"/>
                  <a:gd name="T9" fmla="*/ 17 h 195"/>
                  <a:gd name="T10" fmla="*/ 114 w 107"/>
                  <a:gd name="T11" fmla="*/ 3 h 195"/>
                  <a:gd name="T12" fmla="*/ 114 w 107"/>
                  <a:gd name="T13" fmla="*/ 3 h 195"/>
                  <a:gd name="T14" fmla="*/ 93 w 107"/>
                  <a:gd name="T15" fmla="*/ 5 h 195"/>
                  <a:gd name="T16" fmla="*/ 2 w 107"/>
                  <a:gd name="T17" fmla="*/ 211 h 1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7" h="195">
                    <a:moveTo>
                      <a:pt x="2" y="181"/>
                    </a:moveTo>
                    <a:cubicBezTo>
                      <a:pt x="0" y="186"/>
                      <a:pt x="2" y="191"/>
                      <a:pt x="6" y="193"/>
                    </a:cubicBezTo>
                    <a:cubicBezTo>
                      <a:pt x="6" y="193"/>
                      <a:pt x="6" y="193"/>
                      <a:pt x="6" y="193"/>
                    </a:cubicBezTo>
                    <a:cubicBezTo>
                      <a:pt x="10" y="195"/>
                      <a:pt x="16" y="193"/>
                      <a:pt x="18" y="189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7" y="13"/>
                      <a:pt x="103" y="6"/>
                      <a:pt x="96" y="3"/>
                    </a:cubicBezTo>
                    <a:cubicBezTo>
                      <a:pt x="96" y="3"/>
                      <a:pt x="96" y="3"/>
                      <a:pt x="96" y="3"/>
                    </a:cubicBezTo>
                    <a:cubicBezTo>
                      <a:pt x="89" y="0"/>
                      <a:pt x="82" y="1"/>
                      <a:pt x="80" y="5"/>
                    </a:cubicBezTo>
                    <a:lnTo>
                      <a:pt x="2" y="18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8" name="Freeform 746">
                <a:extLst>
                  <a:ext uri="{FF2B5EF4-FFF2-40B4-BE49-F238E27FC236}">
                    <a16:creationId xmlns:a16="http://schemas.microsoft.com/office/drawing/2014/main" id="{8E671878-023F-4B47-BFC6-976DCECDB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150"/>
                <a:ext cx="87" cy="171"/>
              </a:xfrm>
              <a:custGeom>
                <a:avLst/>
                <a:gdLst>
                  <a:gd name="T0" fmla="*/ 92 w 86"/>
                  <a:gd name="T1" fmla="*/ 0 h 167"/>
                  <a:gd name="T2" fmla="*/ 0 w 86"/>
                  <a:gd name="T3" fmla="*/ 191 h 167"/>
                  <a:gd name="T4" fmla="*/ 92 w 86"/>
                  <a:gd name="T5" fmla="*/ 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67">
                    <a:moveTo>
                      <a:pt x="86" y="0"/>
                    </a:move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49" y="37"/>
                      <a:pt x="86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9" name="Freeform 747">
                <a:extLst>
                  <a:ext uri="{FF2B5EF4-FFF2-40B4-BE49-F238E27FC236}">
                    <a16:creationId xmlns:a16="http://schemas.microsoft.com/office/drawing/2014/main" id="{A9C6DD96-A2BD-4EAC-B412-B63620307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2133"/>
                <a:ext cx="21" cy="19"/>
              </a:xfrm>
              <a:custGeom>
                <a:avLst/>
                <a:gdLst>
                  <a:gd name="T0" fmla="*/ 21 w 21"/>
                  <a:gd name="T1" fmla="*/ 10 h 19"/>
                  <a:gd name="T2" fmla="*/ 1 w 21"/>
                  <a:gd name="T3" fmla="*/ 0 h 19"/>
                  <a:gd name="T4" fmla="*/ 8 w 21"/>
                  <a:gd name="T5" fmla="*/ 14 h 19"/>
                  <a:gd name="T6" fmla="*/ 21 w 21"/>
                  <a:gd name="T7" fmla="*/ 1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21" y="10"/>
                    </a:moveTo>
                    <a:cubicBezTo>
                      <a:pt x="15" y="19"/>
                      <a:pt x="3" y="5"/>
                      <a:pt x="1" y="0"/>
                    </a:cubicBezTo>
                    <a:cubicBezTo>
                      <a:pt x="0" y="6"/>
                      <a:pt x="0" y="11"/>
                      <a:pt x="8" y="14"/>
                    </a:cubicBezTo>
                    <a:cubicBezTo>
                      <a:pt x="12" y="16"/>
                      <a:pt x="18" y="15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0" name="Freeform 748">
                <a:extLst>
                  <a:ext uri="{FF2B5EF4-FFF2-40B4-BE49-F238E27FC236}">
                    <a16:creationId xmlns:a16="http://schemas.microsoft.com/office/drawing/2014/main" id="{02A04B6D-E1DF-4225-89F3-4FB40A845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143"/>
                <a:ext cx="79" cy="172"/>
              </a:xfrm>
              <a:custGeom>
                <a:avLst/>
                <a:gdLst>
                  <a:gd name="T0" fmla="*/ 88 w 77"/>
                  <a:gd name="T1" fmla="*/ 0 h 168"/>
                  <a:gd name="T2" fmla="*/ 0 w 77"/>
                  <a:gd name="T3" fmla="*/ 192 h 168"/>
                  <a:gd name="T4" fmla="*/ 88 w 77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68">
                    <a:moveTo>
                      <a:pt x="76" y="0"/>
                    </a:move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68"/>
                      <a:pt x="77" y="9"/>
                      <a:pt x="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1" name="Freeform 749">
                <a:extLst>
                  <a:ext uri="{FF2B5EF4-FFF2-40B4-BE49-F238E27FC236}">
                    <a16:creationId xmlns:a16="http://schemas.microsoft.com/office/drawing/2014/main" id="{C623949F-7F10-4EA9-9F63-9FC75F398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129"/>
                <a:ext cx="111" cy="200"/>
              </a:xfrm>
              <a:custGeom>
                <a:avLst/>
                <a:gdLst>
                  <a:gd name="T0" fmla="*/ 2 w 108"/>
                  <a:gd name="T1" fmla="*/ 211 h 195"/>
                  <a:gd name="T2" fmla="*/ 6 w 108"/>
                  <a:gd name="T3" fmla="*/ 224 h 195"/>
                  <a:gd name="T4" fmla="*/ 6 w 108"/>
                  <a:gd name="T5" fmla="*/ 224 h 195"/>
                  <a:gd name="T6" fmla="*/ 24 w 108"/>
                  <a:gd name="T7" fmla="*/ 219 h 195"/>
                  <a:gd name="T8" fmla="*/ 124 w 108"/>
                  <a:gd name="T9" fmla="*/ 17 h 195"/>
                  <a:gd name="T10" fmla="*/ 115 w 108"/>
                  <a:gd name="T11" fmla="*/ 3 h 195"/>
                  <a:gd name="T12" fmla="*/ 115 w 108"/>
                  <a:gd name="T13" fmla="*/ 3 h 195"/>
                  <a:gd name="T14" fmla="*/ 92 w 108"/>
                  <a:gd name="T15" fmla="*/ 5 h 195"/>
                  <a:gd name="T16" fmla="*/ 2 w 108"/>
                  <a:gd name="T17" fmla="*/ 211 h 1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5">
                    <a:moveTo>
                      <a:pt x="2" y="181"/>
                    </a:moveTo>
                    <a:cubicBezTo>
                      <a:pt x="0" y="186"/>
                      <a:pt x="2" y="191"/>
                      <a:pt x="6" y="193"/>
                    </a:cubicBezTo>
                    <a:cubicBezTo>
                      <a:pt x="6" y="193"/>
                      <a:pt x="6" y="193"/>
                      <a:pt x="6" y="193"/>
                    </a:cubicBezTo>
                    <a:cubicBezTo>
                      <a:pt x="11" y="195"/>
                      <a:pt x="16" y="193"/>
                      <a:pt x="18" y="18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04" y="6"/>
                      <a:pt x="97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0" y="0"/>
                      <a:pt x="82" y="0"/>
                      <a:pt x="80" y="5"/>
                    </a:cubicBezTo>
                    <a:lnTo>
                      <a:pt x="2" y="18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2" name="Freeform 750">
                <a:extLst>
                  <a:ext uri="{FF2B5EF4-FFF2-40B4-BE49-F238E27FC236}">
                    <a16:creationId xmlns:a16="http://schemas.microsoft.com/office/drawing/2014/main" id="{7E1B8F1C-1551-44F1-96E6-AB8BD4AE6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388"/>
                <a:ext cx="178" cy="146"/>
              </a:xfrm>
              <a:custGeom>
                <a:avLst/>
                <a:gdLst>
                  <a:gd name="T0" fmla="*/ 5 w 174"/>
                  <a:gd name="T1" fmla="*/ 144 h 143"/>
                  <a:gd name="T2" fmla="*/ 3 w 174"/>
                  <a:gd name="T3" fmla="*/ 156 h 143"/>
                  <a:gd name="T4" fmla="*/ 3 w 174"/>
                  <a:gd name="T5" fmla="*/ 156 h 143"/>
                  <a:gd name="T6" fmla="*/ 16 w 174"/>
                  <a:gd name="T7" fmla="*/ 158 h 143"/>
                  <a:gd name="T8" fmla="*/ 194 w 174"/>
                  <a:gd name="T9" fmla="*/ 31 h 143"/>
                  <a:gd name="T10" fmla="*/ 193 w 174"/>
                  <a:gd name="T11" fmla="*/ 8 h 143"/>
                  <a:gd name="T12" fmla="*/ 193 w 174"/>
                  <a:gd name="T13" fmla="*/ 8 h 143"/>
                  <a:gd name="T14" fmla="*/ 177 w 174"/>
                  <a:gd name="T15" fmla="*/ 3 h 143"/>
                  <a:gd name="T16" fmla="*/ 5 w 174"/>
                  <a:gd name="T17" fmla="*/ 144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5" y="126"/>
                    </a:moveTo>
                    <a:cubicBezTo>
                      <a:pt x="1" y="129"/>
                      <a:pt x="0" y="135"/>
                      <a:pt x="3" y="138"/>
                    </a:cubicBezTo>
                    <a:cubicBezTo>
                      <a:pt x="3" y="138"/>
                      <a:pt x="3" y="138"/>
                      <a:pt x="3" y="138"/>
                    </a:cubicBezTo>
                    <a:cubicBezTo>
                      <a:pt x="6" y="142"/>
                      <a:pt x="12" y="143"/>
                      <a:pt x="16" y="140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4" y="22"/>
                      <a:pt x="173" y="14"/>
                      <a:pt x="169" y="8"/>
                    </a:cubicBezTo>
                    <a:cubicBezTo>
                      <a:pt x="169" y="8"/>
                      <a:pt x="169" y="8"/>
                      <a:pt x="169" y="8"/>
                    </a:cubicBezTo>
                    <a:cubicBezTo>
                      <a:pt x="164" y="2"/>
                      <a:pt x="157" y="0"/>
                      <a:pt x="153" y="3"/>
                    </a:cubicBezTo>
                    <a:lnTo>
                      <a:pt x="5" y="126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3" name="Freeform 751">
                <a:extLst>
                  <a:ext uri="{FF2B5EF4-FFF2-40B4-BE49-F238E27FC236}">
                    <a16:creationId xmlns:a16="http://schemas.microsoft.com/office/drawing/2014/main" id="{6C362309-210B-49E9-A4E0-72F4A70DB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414"/>
                <a:ext cx="154" cy="114"/>
              </a:xfrm>
              <a:custGeom>
                <a:avLst/>
                <a:gdLst>
                  <a:gd name="T0" fmla="*/ 169 w 151"/>
                  <a:gd name="T1" fmla="*/ 0 h 112"/>
                  <a:gd name="T2" fmla="*/ 0 w 151"/>
                  <a:gd name="T3" fmla="*/ 124 h 112"/>
                  <a:gd name="T4" fmla="*/ 169 w 151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2">
                    <a:moveTo>
                      <a:pt x="151" y="0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101" y="17"/>
                      <a:pt x="151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4" name="Freeform 752">
                <a:extLst>
                  <a:ext uri="{FF2B5EF4-FFF2-40B4-BE49-F238E27FC236}">
                    <a16:creationId xmlns:a16="http://schemas.microsoft.com/office/drawing/2014/main" id="{857A163A-497F-4346-B08E-5E85B5661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391"/>
                <a:ext cx="19" cy="24"/>
              </a:xfrm>
              <a:custGeom>
                <a:avLst/>
                <a:gdLst>
                  <a:gd name="T0" fmla="*/ 19 w 19"/>
                  <a:gd name="T1" fmla="*/ 23 h 23"/>
                  <a:gd name="T2" fmla="*/ 5 w 19"/>
                  <a:gd name="T3" fmla="*/ 0 h 23"/>
                  <a:gd name="T4" fmla="*/ 5 w 19"/>
                  <a:gd name="T5" fmla="*/ 21 h 23"/>
                  <a:gd name="T6" fmla="*/ 19 w 19"/>
                  <a:gd name="T7" fmla="*/ 2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9" y="17"/>
                    </a:moveTo>
                    <a:cubicBezTo>
                      <a:pt x="9" y="23"/>
                      <a:pt x="5" y="6"/>
                      <a:pt x="5" y="0"/>
                    </a:cubicBezTo>
                    <a:cubicBezTo>
                      <a:pt x="2" y="5"/>
                      <a:pt x="0" y="9"/>
                      <a:pt x="5" y="15"/>
                    </a:cubicBezTo>
                    <a:cubicBezTo>
                      <a:pt x="9" y="19"/>
                      <a:pt x="14" y="21"/>
                      <a:pt x="19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5" name="Freeform 753">
                <a:extLst>
                  <a:ext uri="{FF2B5EF4-FFF2-40B4-BE49-F238E27FC236}">
                    <a16:creationId xmlns:a16="http://schemas.microsoft.com/office/drawing/2014/main" id="{E807DB16-2176-4652-AFC4-B9C952B6F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397"/>
                <a:ext cx="147" cy="120"/>
              </a:xfrm>
              <a:custGeom>
                <a:avLst/>
                <a:gdLst>
                  <a:gd name="T0" fmla="*/ 168 w 143"/>
                  <a:gd name="T1" fmla="*/ 0 h 117"/>
                  <a:gd name="T2" fmla="*/ 0 w 143"/>
                  <a:gd name="T3" fmla="*/ 135 h 117"/>
                  <a:gd name="T4" fmla="*/ 168 w 143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7">
                    <a:moveTo>
                      <a:pt x="143" y="0"/>
                    </a:moveTo>
                    <a:cubicBezTo>
                      <a:pt x="0" y="117"/>
                      <a:pt x="0" y="117"/>
                      <a:pt x="0" y="117"/>
                    </a:cubicBezTo>
                    <a:cubicBezTo>
                      <a:pt x="0" y="117"/>
                      <a:pt x="140" y="9"/>
                      <a:pt x="1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6" name="Freeform 754">
                <a:extLst>
                  <a:ext uri="{FF2B5EF4-FFF2-40B4-BE49-F238E27FC236}">
                    <a16:creationId xmlns:a16="http://schemas.microsoft.com/office/drawing/2014/main" id="{973E7AFD-8FA9-465C-82C6-5155FE306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388"/>
                <a:ext cx="178" cy="146"/>
              </a:xfrm>
              <a:custGeom>
                <a:avLst/>
                <a:gdLst>
                  <a:gd name="T0" fmla="*/ 4 w 174"/>
                  <a:gd name="T1" fmla="*/ 144 h 143"/>
                  <a:gd name="T2" fmla="*/ 3 w 174"/>
                  <a:gd name="T3" fmla="*/ 157 h 143"/>
                  <a:gd name="T4" fmla="*/ 3 w 174"/>
                  <a:gd name="T5" fmla="*/ 157 h 143"/>
                  <a:gd name="T6" fmla="*/ 15 w 174"/>
                  <a:gd name="T7" fmla="*/ 158 h 143"/>
                  <a:gd name="T8" fmla="*/ 194 w 174"/>
                  <a:gd name="T9" fmla="*/ 31 h 143"/>
                  <a:gd name="T10" fmla="*/ 192 w 174"/>
                  <a:gd name="T11" fmla="*/ 8 h 143"/>
                  <a:gd name="T12" fmla="*/ 192 w 174"/>
                  <a:gd name="T13" fmla="*/ 8 h 143"/>
                  <a:gd name="T14" fmla="*/ 175 w 174"/>
                  <a:gd name="T15" fmla="*/ 3 h 143"/>
                  <a:gd name="T16" fmla="*/ 4 w 174"/>
                  <a:gd name="T17" fmla="*/ 144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4" y="126"/>
                    </a:moveTo>
                    <a:cubicBezTo>
                      <a:pt x="0" y="129"/>
                      <a:pt x="0" y="135"/>
                      <a:pt x="3" y="139"/>
                    </a:cubicBezTo>
                    <a:cubicBezTo>
                      <a:pt x="3" y="139"/>
                      <a:pt x="3" y="139"/>
                      <a:pt x="3" y="139"/>
                    </a:cubicBezTo>
                    <a:cubicBezTo>
                      <a:pt x="6" y="142"/>
                      <a:pt x="11" y="143"/>
                      <a:pt x="15" y="140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4" y="22"/>
                      <a:pt x="173" y="14"/>
                      <a:pt x="168" y="8"/>
                    </a:cubicBezTo>
                    <a:cubicBezTo>
                      <a:pt x="168" y="8"/>
                      <a:pt x="168" y="8"/>
                      <a:pt x="168" y="8"/>
                    </a:cubicBezTo>
                    <a:cubicBezTo>
                      <a:pt x="163" y="2"/>
                      <a:pt x="156" y="0"/>
                      <a:pt x="152" y="3"/>
                    </a:cubicBezTo>
                    <a:lnTo>
                      <a:pt x="4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7" name="Freeform 755">
                <a:extLst>
                  <a:ext uri="{FF2B5EF4-FFF2-40B4-BE49-F238E27FC236}">
                    <a16:creationId xmlns:a16="http://schemas.microsoft.com/office/drawing/2014/main" id="{EEF703FE-C53C-404B-B4DB-A26788AEB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628"/>
                <a:ext cx="210" cy="80"/>
              </a:xfrm>
              <a:custGeom>
                <a:avLst/>
                <a:gdLst>
                  <a:gd name="T0" fmla="*/ 8 w 206"/>
                  <a:gd name="T1" fmla="*/ 67 h 79"/>
                  <a:gd name="T2" fmla="*/ 2 w 206"/>
                  <a:gd name="T3" fmla="*/ 78 h 79"/>
                  <a:gd name="T4" fmla="*/ 2 w 206"/>
                  <a:gd name="T5" fmla="*/ 78 h 79"/>
                  <a:gd name="T6" fmla="*/ 13 w 206"/>
                  <a:gd name="T7" fmla="*/ 84 h 79"/>
                  <a:gd name="T8" fmla="*/ 223 w 206"/>
                  <a:gd name="T9" fmla="*/ 29 h 79"/>
                  <a:gd name="T10" fmla="*/ 228 w 206"/>
                  <a:gd name="T11" fmla="*/ 13 h 79"/>
                  <a:gd name="T12" fmla="*/ 228 w 206"/>
                  <a:gd name="T13" fmla="*/ 13 h 79"/>
                  <a:gd name="T14" fmla="*/ 215 w 206"/>
                  <a:gd name="T15" fmla="*/ 2 h 79"/>
                  <a:gd name="T16" fmla="*/ 8 w 206"/>
                  <a:gd name="T17" fmla="*/ 67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9">
                    <a:moveTo>
                      <a:pt x="8" y="61"/>
                    </a:moveTo>
                    <a:cubicBezTo>
                      <a:pt x="3" y="63"/>
                      <a:pt x="0" y="67"/>
                      <a:pt x="2" y="72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3" y="77"/>
                      <a:pt x="8" y="79"/>
                      <a:pt x="13" y="78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4" y="27"/>
                      <a:pt x="206" y="20"/>
                      <a:pt x="204" y="13"/>
                    </a:cubicBezTo>
                    <a:cubicBezTo>
                      <a:pt x="204" y="13"/>
                      <a:pt x="204" y="13"/>
                      <a:pt x="204" y="13"/>
                    </a:cubicBezTo>
                    <a:cubicBezTo>
                      <a:pt x="201" y="5"/>
                      <a:pt x="196" y="0"/>
                      <a:pt x="191" y="2"/>
                    </a:cubicBezTo>
                    <a:lnTo>
                      <a:pt x="8" y="6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8" name="Freeform 756">
                <a:extLst>
                  <a:ext uri="{FF2B5EF4-FFF2-40B4-BE49-F238E27FC236}">
                    <a16:creationId xmlns:a16="http://schemas.microsoft.com/office/drawing/2014/main" id="{1B238842-B3CD-4069-99C4-5B0E3E312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652"/>
                <a:ext cx="185" cy="52"/>
              </a:xfrm>
              <a:custGeom>
                <a:avLst/>
                <a:gdLst>
                  <a:gd name="T0" fmla="*/ 205 w 181"/>
                  <a:gd name="T1" fmla="*/ 3 h 51"/>
                  <a:gd name="T2" fmla="*/ 0 w 181"/>
                  <a:gd name="T3" fmla="*/ 57 h 51"/>
                  <a:gd name="T4" fmla="*/ 205 w 181"/>
                  <a:gd name="T5" fmla="*/ 3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" h="51">
                    <a:moveTo>
                      <a:pt x="181" y="3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29" y="0"/>
                      <a:pt x="181" y="3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9" name="Freeform 757">
                <a:extLst>
                  <a:ext uri="{FF2B5EF4-FFF2-40B4-BE49-F238E27FC236}">
                    <a16:creationId xmlns:a16="http://schemas.microsoft.com/office/drawing/2014/main" id="{6EB8D835-6428-41AF-90A0-F2A788A50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631"/>
                <a:ext cx="14" cy="23"/>
              </a:xfrm>
              <a:custGeom>
                <a:avLst/>
                <a:gdLst>
                  <a:gd name="T0" fmla="*/ 14 w 14"/>
                  <a:gd name="T1" fmla="*/ 22 h 23"/>
                  <a:gd name="T2" fmla="*/ 8 w 14"/>
                  <a:gd name="T3" fmla="*/ 0 h 23"/>
                  <a:gd name="T4" fmla="*/ 2 w 14"/>
                  <a:gd name="T5" fmla="*/ 14 h 23"/>
                  <a:gd name="T6" fmla="*/ 14 w 14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3">
                    <a:moveTo>
                      <a:pt x="14" y="22"/>
                    </a:moveTo>
                    <a:cubicBezTo>
                      <a:pt x="3" y="23"/>
                      <a:pt x="6" y="6"/>
                      <a:pt x="8" y="0"/>
                    </a:cubicBezTo>
                    <a:cubicBezTo>
                      <a:pt x="3" y="4"/>
                      <a:pt x="0" y="7"/>
                      <a:pt x="2" y="14"/>
                    </a:cubicBezTo>
                    <a:cubicBezTo>
                      <a:pt x="4" y="19"/>
                      <a:pt x="8" y="23"/>
                      <a:pt x="14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0" name="Freeform 758">
                <a:extLst>
                  <a:ext uri="{FF2B5EF4-FFF2-40B4-BE49-F238E27FC236}">
                    <a16:creationId xmlns:a16="http://schemas.microsoft.com/office/drawing/2014/main" id="{9818ED11-CFBD-4682-BC5E-602D42AA9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633"/>
                <a:ext cx="180" cy="57"/>
              </a:xfrm>
              <a:custGeom>
                <a:avLst/>
                <a:gdLst>
                  <a:gd name="T0" fmla="*/ 200 w 176"/>
                  <a:gd name="T1" fmla="*/ 0 h 56"/>
                  <a:gd name="T2" fmla="*/ 0 w 176"/>
                  <a:gd name="T3" fmla="*/ 62 h 56"/>
                  <a:gd name="T4" fmla="*/ 200 w 17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56">
                    <a:moveTo>
                      <a:pt x="176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170" y="7"/>
                      <a:pt x="1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1" name="Freeform 759">
                <a:extLst>
                  <a:ext uri="{FF2B5EF4-FFF2-40B4-BE49-F238E27FC236}">
                    <a16:creationId xmlns:a16="http://schemas.microsoft.com/office/drawing/2014/main" id="{3D49C1B9-9463-4CC1-80AF-90AF599AC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628"/>
                <a:ext cx="209" cy="81"/>
              </a:xfrm>
              <a:custGeom>
                <a:avLst/>
                <a:gdLst>
                  <a:gd name="T0" fmla="*/ 7 w 205"/>
                  <a:gd name="T1" fmla="*/ 67 h 80"/>
                  <a:gd name="T2" fmla="*/ 1 w 205"/>
                  <a:gd name="T3" fmla="*/ 78 h 80"/>
                  <a:gd name="T4" fmla="*/ 1 w 205"/>
                  <a:gd name="T5" fmla="*/ 78 h 80"/>
                  <a:gd name="T6" fmla="*/ 12 w 205"/>
                  <a:gd name="T7" fmla="*/ 84 h 80"/>
                  <a:gd name="T8" fmla="*/ 222 w 205"/>
                  <a:gd name="T9" fmla="*/ 29 h 80"/>
                  <a:gd name="T10" fmla="*/ 227 w 205"/>
                  <a:gd name="T11" fmla="*/ 13 h 80"/>
                  <a:gd name="T12" fmla="*/ 227 w 205"/>
                  <a:gd name="T13" fmla="*/ 13 h 80"/>
                  <a:gd name="T14" fmla="*/ 214 w 205"/>
                  <a:gd name="T15" fmla="*/ 2 h 80"/>
                  <a:gd name="T16" fmla="*/ 7 w 205"/>
                  <a:gd name="T17" fmla="*/ 67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80">
                    <a:moveTo>
                      <a:pt x="7" y="61"/>
                    </a:moveTo>
                    <a:cubicBezTo>
                      <a:pt x="2" y="63"/>
                      <a:pt x="0" y="68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7"/>
                      <a:pt x="7" y="80"/>
                      <a:pt x="12" y="78"/>
                    </a:cubicBezTo>
                    <a:cubicBezTo>
                      <a:pt x="198" y="29"/>
                      <a:pt x="198" y="29"/>
                      <a:pt x="198" y="29"/>
                    </a:cubicBezTo>
                    <a:cubicBezTo>
                      <a:pt x="203" y="27"/>
                      <a:pt x="205" y="20"/>
                      <a:pt x="203" y="13"/>
                    </a:cubicBezTo>
                    <a:cubicBezTo>
                      <a:pt x="203" y="13"/>
                      <a:pt x="203" y="13"/>
                      <a:pt x="203" y="13"/>
                    </a:cubicBezTo>
                    <a:cubicBezTo>
                      <a:pt x="201" y="5"/>
                      <a:pt x="195" y="0"/>
                      <a:pt x="190" y="2"/>
                    </a:cubicBezTo>
                    <a:lnTo>
                      <a:pt x="7" y="6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2" name="Freeform 760">
                <a:extLst>
                  <a:ext uri="{FF2B5EF4-FFF2-40B4-BE49-F238E27FC236}">
                    <a16:creationId xmlns:a16="http://schemas.microsoft.com/office/drawing/2014/main" id="{7211AF23-5F9D-42A8-90A0-72FAAB4B2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892"/>
                <a:ext cx="216" cy="29"/>
              </a:xfrm>
              <a:custGeom>
                <a:avLst/>
                <a:gdLst>
                  <a:gd name="T0" fmla="*/ 9 w 211"/>
                  <a:gd name="T1" fmla="*/ 11 h 28"/>
                  <a:gd name="T2" fmla="*/ 0 w 211"/>
                  <a:gd name="T3" fmla="*/ 26 h 28"/>
                  <a:gd name="T4" fmla="*/ 0 w 211"/>
                  <a:gd name="T5" fmla="*/ 26 h 28"/>
                  <a:gd name="T6" fmla="*/ 9 w 211"/>
                  <a:gd name="T7" fmla="*/ 34 h 28"/>
                  <a:gd name="T8" fmla="*/ 232 w 211"/>
                  <a:gd name="T9" fmla="*/ 34 h 28"/>
                  <a:gd name="T10" fmla="*/ 242 w 211"/>
                  <a:gd name="T11" fmla="*/ 20 h 28"/>
                  <a:gd name="T12" fmla="*/ 242 w 211"/>
                  <a:gd name="T13" fmla="*/ 20 h 28"/>
                  <a:gd name="T14" fmla="*/ 232 w 211"/>
                  <a:gd name="T15" fmla="*/ 0 h 28"/>
                  <a:gd name="T16" fmla="*/ 9 w 211"/>
                  <a:gd name="T17" fmla="*/ 11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8">
                    <a:moveTo>
                      <a:pt x="9" y="11"/>
                    </a:moveTo>
                    <a:cubicBezTo>
                      <a:pt x="4" y="11"/>
                      <a:pt x="0" y="15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4"/>
                      <a:pt x="5" y="28"/>
                      <a:pt x="9" y="28"/>
                    </a:cubicBezTo>
                    <a:cubicBezTo>
                      <a:pt x="202" y="28"/>
                      <a:pt x="202" y="28"/>
                      <a:pt x="202" y="28"/>
                    </a:cubicBezTo>
                    <a:cubicBezTo>
                      <a:pt x="207" y="28"/>
                      <a:pt x="211" y="22"/>
                      <a:pt x="211" y="14"/>
                    </a:cubicBezTo>
                    <a:cubicBezTo>
                      <a:pt x="211" y="14"/>
                      <a:pt x="211" y="14"/>
                      <a:pt x="211" y="14"/>
                    </a:cubicBezTo>
                    <a:cubicBezTo>
                      <a:pt x="211" y="6"/>
                      <a:pt x="207" y="0"/>
                      <a:pt x="202" y="0"/>
                    </a:cubicBez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3" name="Freeform 761">
                <a:extLst>
                  <a:ext uri="{FF2B5EF4-FFF2-40B4-BE49-F238E27FC236}">
                    <a16:creationId xmlns:a16="http://schemas.microsoft.com/office/drawing/2014/main" id="{9ABE69C9-23ED-4743-858F-0F3413E8F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902"/>
                <a:ext cx="192" cy="16"/>
              </a:xfrm>
              <a:custGeom>
                <a:avLst/>
                <a:gdLst>
                  <a:gd name="T0" fmla="*/ 212 w 188"/>
                  <a:gd name="T1" fmla="*/ 16 h 16"/>
                  <a:gd name="T2" fmla="*/ 0 w 188"/>
                  <a:gd name="T3" fmla="*/ 16 h 16"/>
                  <a:gd name="T4" fmla="*/ 212 w 188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16">
                    <a:moveTo>
                      <a:pt x="188" y="16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138" y="0"/>
                      <a:pt x="188" y="1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4" name="Freeform 762">
                <a:extLst>
                  <a:ext uri="{FF2B5EF4-FFF2-40B4-BE49-F238E27FC236}">
                    <a16:creationId xmlns:a16="http://schemas.microsoft.com/office/drawing/2014/main" id="{68E6493A-F44D-4F0B-B739-5BBF6FF48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894"/>
                <a:ext cx="11" cy="25"/>
              </a:xfrm>
              <a:custGeom>
                <a:avLst/>
                <a:gdLst>
                  <a:gd name="T0" fmla="*/ 11 w 11"/>
                  <a:gd name="T1" fmla="*/ 29 h 24"/>
                  <a:gd name="T2" fmla="*/ 10 w 11"/>
                  <a:gd name="T3" fmla="*/ 0 h 24"/>
                  <a:gd name="T4" fmla="*/ 1 w 11"/>
                  <a:gd name="T5" fmla="*/ 19 h 24"/>
                  <a:gd name="T6" fmla="*/ 10 w 11"/>
                  <a:gd name="T7" fmla="*/ 3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4">
                    <a:moveTo>
                      <a:pt x="11" y="23"/>
                    </a:moveTo>
                    <a:cubicBezTo>
                      <a:pt x="0" y="21"/>
                      <a:pt x="7" y="5"/>
                      <a:pt x="10" y="0"/>
                    </a:cubicBezTo>
                    <a:cubicBezTo>
                      <a:pt x="4" y="3"/>
                      <a:pt x="0" y="5"/>
                      <a:pt x="1" y="13"/>
                    </a:cubicBezTo>
                    <a:cubicBezTo>
                      <a:pt x="1" y="18"/>
                      <a:pt x="4" y="23"/>
                      <a:pt x="10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5" name="Freeform 763">
                <a:extLst>
                  <a:ext uri="{FF2B5EF4-FFF2-40B4-BE49-F238E27FC236}">
                    <a16:creationId xmlns:a16="http://schemas.microsoft.com/office/drawing/2014/main" id="{57577A70-AEDB-42DD-B0CE-4726B22EB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894"/>
                <a:ext cx="189" cy="10"/>
              </a:xfrm>
              <a:custGeom>
                <a:avLst/>
                <a:gdLst>
                  <a:gd name="T0" fmla="*/ 209 w 185"/>
                  <a:gd name="T1" fmla="*/ 0 h 9"/>
                  <a:gd name="T2" fmla="*/ 0 w 185"/>
                  <a:gd name="T3" fmla="*/ 16 h 9"/>
                  <a:gd name="T4" fmla="*/ 209 w 18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9">
                    <a:moveTo>
                      <a:pt x="185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77" y="5"/>
                      <a:pt x="1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6" name="Freeform 764">
                <a:extLst>
                  <a:ext uri="{FF2B5EF4-FFF2-40B4-BE49-F238E27FC236}">
                    <a16:creationId xmlns:a16="http://schemas.microsoft.com/office/drawing/2014/main" id="{63BB56F6-2451-436C-85EF-E7FCF1734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892"/>
                <a:ext cx="215" cy="30"/>
              </a:xfrm>
              <a:custGeom>
                <a:avLst/>
                <a:gdLst>
                  <a:gd name="T0" fmla="*/ 8 w 210"/>
                  <a:gd name="T1" fmla="*/ 11 h 29"/>
                  <a:gd name="T2" fmla="*/ 0 w 210"/>
                  <a:gd name="T3" fmla="*/ 26 h 29"/>
                  <a:gd name="T4" fmla="*/ 0 w 210"/>
                  <a:gd name="T5" fmla="*/ 26 h 29"/>
                  <a:gd name="T6" fmla="*/ 9 w 210"/>
                  <a:gd name="T7" fmla="*/ 34 h 29"/>
                  <a:gd name="T8" fmla="*/ 232 w 210"/>
                  <a:gd name="T9" fmla="*/ 34 h 29"/>
                  <a:gd name="T10" fmla="*/ 241 w 210"/>
                  <a:gd name="T11" fmla="*/ 14 h 29"/>
                  <a:gd name="T12" fmla="*/ 241 w 210"/>
                  <a:gd name="T13" fmla="*/ 14 h 29"/>
                  <a:gd name="T14" fmla="*/ 231 w 210"/>
                  <a:gd name="T15" fmla="*/ 0 h 29"/>
                  <a:gd name="T16" fmla="*/ 8 w 210"/>
                  <a:gd name="T17" fmla="*/ 1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9">
                    <a:moveTo>
                      <a:pt x="8" y="11"/>
                    </a:moveTo>
                    <a:cubicBezTo>
                      <a:pt x="3" y="11"/>
                      <a:pt x="0" y="15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"/>
                      <a:pt x="4" y="29"/>
                      <a:pt x="9" y="28"/>
                    </a:cubicBezTo>
                    <a:cubicBezTo>
                      <a:pt x="202" y="28"/>
                      <a:pt x="202" y="28"/>
                      <a:pt x="202" y="28"/>
                    </a:cubicBezTo>
                    <a:cubicBezTo>
                      <a:pt x="206" y="28"/>
                      <a:pt x="210" y="22"/>
                      <a:pt x="210" y="14"/>
                    </a:cubicBezTo>
                    <a:cubicBezTo>
                      <a:pt x="210" y="14"/>
                      <a:pt x="210" y="14"/>
                      <a:pt x="210" y="14"/>
                    </a:cubicBezTo>
                    <a:cubicBezTo>
                      <a:pt x="210" y="6"/>
                      <a:pt x="206" y="0"/>
                      <a:pt x="201" y="0"/>
                    </a:cubicBezTo>
                    <a:lnTo>
                      <a:pt x="8" y="1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7" name="Freeform 765">
                <a:extLst>
                  <a:ext uri="{FF2B5EF4-FFF2-40B4-BE49-F238E27FC236}">
                    <a16:creationId xmlns:a16="http://schemas.microsoft.com/office/drawing/2014/main" id="{582A8335-AF83-4409-99D0-7E2C61D16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096"/>
                <a:ext cx="211" cy="76"/>
              </a:xfrm>
              <a:custGeom>
                <a:avLst/>
                <a:gdLst>
                  <a:gd name="T0" fmla="*/ 12 w 206"/>
                  <a:gd name="T1" fmla="*/ 1 h 74"/>
                  <a:gd name="T2" fmla="*/ 1 w 206"/>
                  <a:gd name="T3" fmla="*/ 7 h 74"/>
                  <a:gd name="T4" fmla="*/ 1 w 206"/>
                  <a:gd name="T5" fmla="*/ 7 h 74"/>
                  <a:gd name="T6" fmla="*/ 7 w 206"/>
                  <a:gd name="T7" fmla="*/ 18 h 74"/>
                  <a:gd name="T8" fmla="*/ 222 w 206"/>
                  <a:gd name="T9" fmla="*/ 85 h 74"/>
                  <a:gd name="T10" fmla="*/ 235 w 206"/>
                  <a:gd name="T11" fmla="*/ 73 h 74"/>
                  <a:gd name="T12" fmla="*/ 235 w 206"/>
                  <a:gd name="T13" fmla="*/ 73 h 74"/>
                  <a:gd name="T14" fmla="*/ 229 w 206"/>
                  <a:gd name="T15" fmla="*/ 52 h 74"/>
                  <a:gd name="T16" fmla="*/ 12 w 206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4">
                    <a:moveTo>
                      <a:pt x="12" y="1"/>
                    </a:moveTo>
                    <a:cubicBezTo>
                      <a:pt x="7" y="0"/>
                      <a:pt x="2" y="2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2"/>
                      <a:pt x="2" y="17"/>
                      <a:pt x="7" y="18"/>
                    </a:cubicBezTo>
                    <a:cubicBezTo>
                      <a:pt x="192" y="73"/>
                      <a:pt x="192" y="73"/>
                      <a:pt x="192" y="73"/>
                    </a:cubicBezTo>
                    <a:cubicBezTo>
                      <a:pt x="197" y="74"/>
                      <a:pt x="202" y="69"/>
                      <a:pt x="204" y="61"/>
                    </a:cubicBezTo>
                    <a:cubicBezTo>
                      <a:pt x="204" y="61"/>
                      <a:pt x="204" y="61"/>
                      <a:pt x="204" y="61"/>
                    </a:cubicBezTo>
                    <a:cubicBezTo>
                      <a:pt x="206" y="54"/>
                      <a:pt x="204" y="47"/>
                      <a:pt x="199" y="46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8" name="Freeform 766">
                <a:extLst>
                  <a:ext uri="{FF2B5EF4-FFF2-40B4-BE49-F238E27FC236}">
                    <a16:creationId xmlns:a16="http://schemas.microsoft.com/office/drawing/2014/main" id="{9D74CB69-548F-4F9F-B4E7-77AD68FED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3111"/>
                <a:ext cx="184" cy="56"/>
              </a:xfrm>
              <a:custGeom>
                <a:avLst/>
                <a:gdLst>
                  <a:gd name="T0" fmla="*/ 204 w 180"/>
                  <a:gd name="T1" fmla="*/ 66 h 54"/>
                  <a:gd name="T2" fmla="*/ 0 w 180"/>
                  <a:gd name="T3" fmla="*/ 0 h 54"/>
                  <a:gd name="T4" fmla="*/ 204 w 180"/>
                  <a:gd name="T5" fmla="*/ 66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4">
                    <a:moveTo>
                      <a:pt x="180" y="5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6" y="24"/>
                      <a:pt x="180" y="5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9" name="Freeform 767">
                <a:extLst>
                  <a:ext uri="{FF2B5EF4-FFF2-40B4-BE49-F238E27FC236}">
                    <a16:creationId xmlns:a16="http://schemas.microsoft.com/office/drawing/2014/main" id="{EA6B4B5E-99D2-4572-B7DA-9833F918B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3146"/>
                <a:ext cx="16" cy="23"/>
              </a:xfrm>
              <a:custGeom>
                <a:avLst/>
                <a:gdLst>
                  <a:gd name="T0" fmla="*/ 10 w 16"/>
                  <a:gd name="T1" fmla="*/ 28 h 22"/>
                  <a:gd name="T2" fmla="*/ 16 w 16"/>
                  <a:gd name="T3" fmla="*/ 0 h 22"/>
                  <a:gd name="T4" fmla="*/ 4 w 16"/>
                  <a:gd name="T5" fmla="*/ 9 h 22"/>
                  <a:gd name="T6" fmla="*/ 9 w 16"/>
                  <a:gd name="T7" fmla="*/ 2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0" y="22"/>
                    </a:moveTo>
                    <a:cubicBezTo>
                      <a:pt x="0" y="17"/>
                      <a:pt x="11" y="4"/>
                      <a:pt x="16" y="0"/>
                    </a:cubicBezTo>
                    <a:cubicBezTo>
                      <a:pt x="9" y="0"/>
                      <a:pt x="5" y="2"/>
                      <a:pt x="4" y="9"/>
                    </a:cubicBezTo>
                    <a:cubicBezTo>
                      <a:pt x="3" y="14"/>
                      <a:pt x="4" y="20"/>
                      <a:pt x="9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0" name="Freeform 768">
                <a:extLst>
                  <a:ext uri="{FF2B5EF4-FFF2-40B4-BE49-F238E27FC236}">
                    <a16:creationId xmlns:a16="http://schemas.microsoft.com/office/drawing/2014/main" id="{0A917960-FF63-4CF5-8E3E-FBA04E8E0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3097"/>
                <a:ext cx="183" cy="48"/>
              </a:xfrm>
              <a:custGeom>
                <a:avLst/>
                <a:gdLst>
                  <a:gd name="T0" fmla="*/ 203 w 179"/>
                  <a:gd name="T1" fmla="*/ 50 h 47"/>
                  <a:gd name="T2" fmla="*/ 0 w 179"/>
                  <a:gd name="T3" fmla="*/ 0 h 47"/>
                  <a:gd name="T4" fmla="*/ 203 w 179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47">
                    <a:moveTo>
                      <a:pt x="179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70" y="47"/>
                      <a:pt x="179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1" name="Freeform 769">
                <a:extLst>
                  <a:ext uri="{FF2B5EF4-FFF2-40B4-BE49-F238E27FC236}">
                    <a16:creationId xmlns:a16="http://schemas.microsoft.com/office/drawing/2014/main" id="{A8AC5BC4-ABE5-4E3D-8058-DE229B9F9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096"/>
                <a:ext cx="211" cy="76"/>
              </a:xfrm>
              <a:custGeom>
                <a:avLst/>
                <a:gdLst>
                  <a:gd name="T0" fmla="*/ 12 w 206"/>
                  <a:gd name="T1" fmla="*/ 1 h 74"/>
                  <a:gd name="T2" fmla="*/ 1 w 206"/>
                  <a:gd name="T3" fmla="*/ 7 h 74"/>
                  <a:gd name="T4" fmla="*/ 1 w 206"/>
                  <a:gd name="T5" fmla="*/ 7 h 74"/>
                  <a:gd name="T6" fmla="*/ 7 w 206"/>
                  <a:gd name="T7" fmla="*/ 18 h 74"/>
                  <a:gd name="T8" fmla="*/ 222 w 206"/>
                  <a:gd name="T9" fmla="*/ 85 h 74"/>
                  <a:gd name="T10" fmla="*/ 235 w 206"/>
                  <a:gd name="T11" fmla="*/ 74 h 74"/>
                  <a:gd name="T12" fmla="*/ 235 w 206"/>
                  <a:gd name="T13" fmla="*/ 74 h 74"/>
                  <a:gd name="T14" fmla="*/ 230 w 206"/>
                  <a:gd name="T15" fmla="*/ 52 h 74"/>
                  <a:gd name="T16" fmla="*/ 12 w 206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4">
                    <a:moveTo>
                      <a:pt x="12" y="1"/>
                    </a:moveTo>
                    <a:cubicBezTo>
                      <a:pt x="7" y="0"/>
                      <a:pt x="2" y="3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2"/>
                      <a:pt x="3" y="17"/>
                      <a:pt x="7" y="18"/>
                    </a:cubicBezTo>
                    <a:cubicBezTo>
                      <a:pt x="192" y="73"/>
                      <a:pt x="192" y="73"/>
                      <a:pt x="192" y="73"/>
                    </a:cubicBezTo>
                    <a:cubicBezTo>
                      <a:pt x="197" y="74"/>
                      <a:pt x="202" y="69"/>
                      <a:pt x="204" y="62"/>
                    </a:cubicBezTo>
                    <a:cubicBezTo>
                      <a:pt x="204" y="62"/>
                      <a:pt x="204" y="62"/>
                      <a:pt x="204" y="62"/>
                    </a:cubicBezTo>
                    <a:cubicBezTo>
                      <a:pt x="206" y="54"/>
                      <a:pt x="204" y="47"/>
                      <a:pt x="200" y="46"/>
                    </a:cubicBezTo>
                    <a:lnTo>
                      <a:pt x="12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2" name="Freeform 770">
                <a:extLst>
                  <a:ext uri="{FF2B5EF4-FFF2-40B4-BE49-F238E27FC236}">
                    <a16:creationId xmlns:a16="http://schemas.microsoft.com/office/drawing/2014/main" id="{E7682CA3-00FB-4854-A115-1FE965502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257"/>
                <a:ext cx="190" cy="128"/>
              </a:xfrm>
              <a:custGeom>
                <a:avLst/>
                <a:gdLst>
                  <a:gd name="T0" fmla="*/ 15 w 186"/>
                  <a:gd name="T1" fmla="*/ 3 h 126"/>
                  <a:gd name="T2" fmla="*/ 3 w 186"/>
                  <a:gd name="T3" fmla="*/ 5 h 126"/>
                  <a:gd name="T4" fmla="*/ 3 w 186"/>
                  <a:gd name="T5" fmla="*/ 5 h 126"/>
                  <a:gd name="T6" fmla="*/ 6 w 186"/>
                  <a:gd name="T7" fmla="*/ 18 h 126"/>
                  <a:gd name="T8" fmla="*/ 191 w 186"/>
                  <a:gd name="T9" fmla="*/ 135 h 126"/>
                  <a:gd name="T10" fmla="*/ 206 w 186"/>
                  <a:gd name="T11" fmla="*/ 128 h 126"/>
                  <a:gd name="T12" fmla="*/ 206 w 186"/>
                  <a:gd name="T13" fmla="*/ 128 h 126"/>
                  <a:gd name="T14" fmla="*/ 206 w 186"/>
                  <a:gd name="T15" fmla="*/ 111 h 126"/>
                  <a:gd name="T16" fmla="*/ 15 w 186"/>
                  <a:gd name="T17" fmla="*/ 3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6">
                    <a:moveTo>
                      <a:pt x="15" y="3"/>
                    </a:moveTo>
                    <a:cubicBezTo>
                      <a:pt x="11" y="0"/>
                      <a:pt x="5" y="1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10"/>
                      <a:pt x="1" y="15"/>
                      <a:pt x="6" y="18"/>
                    </a:cubicBezTo>
                    <a:cubicBezTo>
                      <a:pt x="167" y="123"/>
                      <a:pt x="167" y="123"/>
                      <a:pt x="167" y="123"/>
                    </a:cubicBezTo>
                    <a:cubicBezTo>
                      <a:pt x="171" y="126"/>
                      <a:pt x="178" y="122"/>
                      <a:pt x="182" y="116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6" y="109"/>
                      <a:pt x="186" y="102"/>
                      <a:pt x="182" y="99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3" name="Freeform 771">
                <a:extLst>
                  <a:ext uri="{FF2B5EF4-FFF2-40B4-BE49-F238E27FC236}">
                    <a16:creationId xmlns:a16="http://schemas.microsoft.com/office/drawing/2014/main" id="{EFFB245F-E978-434A-AB18-E177A6882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3272"/>
                <a:ext cx="161" cy="106"/>
              </a:xfrm>
              <a:custGeom>
                <a:avLst/>
                <a:gdLst>
                  <a:gd name="T0" fmla="*/ 182 w 157"/>
                  <a:gd name="T1" fmla="*/ 116 h 104"/>
                  <a:gd name="T2" fmla="*/ 0 w 157"/>
                  <a:gd name="T3" fmla="*/ 0 h 104"/>
                  <a:gd name="T4" fmla="*/ 182 w 157"/>
                  <a:gd name="T5" fmla="*/ 116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104">
                    <a:moveTo>
                      <a:pt x="157" y="10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4" y="63"/>
                      <a:pt x="157" y="10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4" name="Freeform 772">
                <a:extLst>
                  <a:ext uri="{FF2B5EF4-FFF2-40B4-BE49-F238E27FC236}">
                    <a16:creationId xmlns:a16="http://schemas.microsoft.com/office/drawing/2014/main" id="{EA7FE50B-F86E-4628-83D3-1B8060065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361"/>
                <a:ext cx="20" cy="20"/>
              </a:xfrm>
              <a:custGeom>
                <a:avLst/>
                <a:gdLst>
                  <a:gd name="T0" fmla="*/ 9 w 20"/>
                  <a:gd name="T1" fmla="*/ 20 h 20"/>
                  <a:gd name="T2" fmla="*/ 20 w 20"/>
                  <a:gd name="T3" fmla="*/ 1 h 20"/>
                  <a:gd name="T4" fmla="*/ 6 w 20"/>
                  <a:gd name="T5" fmla="*/ 6 h 20"/>
                  <a:gd name="T6" fmla="*/ 7 w 20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9" y="20"/>
                    </a:moveTo>
                    <a:cubicBezTo>
                      <a:pt x="0" y="13"/>
                      <a:pt x="15" y="3"/>
                      <a:pt x="20" y="1"/>
                    </a:cubicBezTo>
                    <a:cubicBezTo>
                      <a:pt x="14" y="0"/>
                      <a:pt x="9" y="0"/>
                      <a:pt x="6" y="6"/>
                    </a:cubicBezTo>
                    <a:cubicBezTo>
                      <a:pt x="4" y="11"/>
                      <a:pt x="3" y="17"/>
                      <a:pt x="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5" name="Freeform 773">
                <a:extLst>
                  <a:ext uri="{FF2B5EF4-FFF2-40B4-BE49-F238E27FC236}">
                    <a16:creationId xmlns:a16="http://schemas.microsoft.com/office/drawing/2014/main" id="{0040EB95-FC3C-4D46-85A7-73FDB7D8A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3260"/>
                <a:ext cx="162" cy="96"/>
              </a:xfrm>
              <a:custGeom>
                <a:avLst/>
                <a:gdLst>
                  <a:gd name="T0" fmla="*/ 177 w 159"/>
                  <a:gd name="T1" fmla="*/ 106 h 94"/>
                  <a:gd name="T2" fmla="*/ 0 w 159"/>
                  <a:gd name="T3" fmla="*/ 0 h 94"/>
                  <a:gd name="T4" fmla="*/ 177 w 159"/>
                  <a:gd name="T5" fmla="*/ 106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94">
                    <a:moveTo>
                      <a:pt x="159" y="9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50" y="93"/>
                      <a:pt x="159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6" name="Freeform 774">
                <a:extLst>
                  <a:ext uri="{FF2B5EF4-FFF2-40B4-BE49-F238E27FC236}">
                    <a16:creationId xmlns:a16="http://schemas.microsoft.com/office/drawing/2014/main" id="{9E8915BA-D9C3-41F5-8CA6-82A16CB7C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257"/>
                <a:ext cx="190" cy="128"/>
              </a:xfrm>
              <a:custGeom>
                <a:avLst/>
                <a:gdLst>
                  <a:gd name="T0" fmla="*/ 15 w 186"/>
                  <a:gd name="T1" fmla="*/ 3 h 126"/>
                  <a:gd name="T2" fmla="*/ 3 w 186"/>
                  <a:gd name="T3" fmla="*/ 6 h 126"/>
                  <a:gd name="T4" fmla="*/ 3 w 186"/>
                  <a:gd name="T5" fmla="*/ 6 h 126"/>
                  <a:gd name="T6" fmla="*/ 6 w 186"/>
                  <a:gd name="T7" fmla="*/ 18 h 126"/>
                  <a:gd name="T8" fmla="*/ 191 w 186"/>
                  <a:gd name="T9" fmla="*/ 135 h 126"/>
                  <a:gd name="T10" fmla="*/ 206 w 186"/>
                  <a:gd name="T11" fmla="*/ 128 h 126"/>
                  <a:gd name="T12" fmla="*/ 206 w 186"/>
                  <a:gd name="T13" fmla="*/ 128 h 126"/>
                  <a:gd name="T14" fmla="*/ 206 w 186"/>
                  <a:gd name="T15" fmla="*/ 112 h 126"/>
                  <a:gd name="T16" fmla="*/ 15 w 186"/>
                  <a:gd name="T17" fmla="*/ 3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6">
                    <a:moveTo>
                      <a:pt x="15" y="3"/>
                    </a:moveTo>
                    <a:cubicBezTo>
                      <a:pt x="11" y="0"/>
                      <a:pt x="5" y="2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10"/>
                      <a:pt x="1" y="15"/>
                      <a:pt x="6" y="18"/>
                    </a:cubicBezTo>
                    <a:cubicBezTo>
                      <a:pt x="167" y="123"/>
                      <a:pt x="167" y="123"/>
                      <a:pt x="167" y="123"/>
                    </a:cubicBezTo>
                    <a:cubicBezTo>
                      <a:pt x="171" y="126"/>
                      <a:pt x="178" y="123"/>
                      <a:pt x="182" y="116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6" y="110"/>
                      <a:pt x="186" y="102"/>
                      <a:pt x="182" y="100"/>
                    </a:cubicBezTo>
                    <a:lnTo>
                      <a:pt x="15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7" name="Freeform 775">
                <a:extLst>
                  <a:ext uri="{FF2B5EF4-FFF2-40B4-BE49-F238E27FC236}">
                    <a16:creationId xmlns:a16="http://schemas.microsoft.com/office/drawing/2014/main" id="{315468D1-A1F4-4BB0-B699-4F1BFE15A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3394"/>
                <a:ext cx="174" cy="152"/>
              </a:xfrm>
              <a:custGeom>
                <a:avLst/>
                <a:gdLst>
                  <a:gd name="T0" fmla="*/ 16 w 170"/>
                  <a:gd name="T1" fmla="*/ 3 h 149"/>
                  <a:gd name="T2" fmla="*/ 3 w 170"/>
                  <a:gd name="T3" fmla="*/ 4 h 149"/>
                  <a:gd name="T4" fmla="*/ 3 w 170"/>
                  <a:gd name="T5" fmla="*/ 4 h 149"/>
                  <a:gd name="T6" fmla="*/ 4 w 170"/>
                  <a:gd name="T7" fmla="*/ 17 h 149"/>
                  <a:gd name="T8" fmla="*/ 170 w 170"/>
                  <a:gd name="T9" fmla="*/ 164 h 149"/>
                  <a:gd name="T10" fmla="*/ 187 w 170"/>
                  <a:gd name="T11" fmla="*/ 159 h 149"/>
                  <a:gd name="T12" fmla="*/ 187 w 170"/>
                  <a:gd name="T13" fmla="*/ 159 h 149"/>
                  <a:gd name="T14" fmla="*/ 190 w 170"/>
                  <a:gd name="T15" fmla="*/ 143 h 149"/>
                  <a:gd name="T16" fmla="*/ 16 w 170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0" h="149">
                    <a:moveTo>
                      <a:pt x="16" y="3"/>
                    </a:moveTo>
                    <a:cubicBezTo>
                      <a:pt x="12" y="0"/>
                      <a:pt x="7" y="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8"/>
                      <a:pt x="1" y="13"/>
                      <a:pt x="4" y="17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1" y="149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5"/>
                      <a:pt x="170" y="128"/>
                      <a:pt x="166" y="125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8" name="Freeform 776">
                <a:extLst>
                  <a:ext uri="{FF2B5EF4-FFF2-40B4-BE49-F238E27FC236}">
                    <a16:creationId xmlns:a16="http://schemas.microsoft.com/office/drawing/2014/main" id="{1ADD2796-671A-4236-AC1B-8DDF87A25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3409"/>
                <a:ext cx="142" cy="129"/>
              </a:xfrm>
              <a:custGeom>
                <a:avLst/>
                <a:gdLst>
                  <a:gd name="T0" fmla="*/ 157 w 139"/>
                  <a:gd name="T1" fmla="*/ 144 h 126"/>
                  <a:gd name="T2" fmla="*/ 0 w 139"/>
                  <a:gd name="T3" fmla="*/ 0 h 126"/>
                  <a:gd name="T4" fmla="*/ 157 w 139"/>
                  <a:gd name="T5" fmla="*/ 144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6">
                    <a:moveTo>
                      <a:pt x="139" y="12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3" y="81"/>
                      <a:pt x="139" y="12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9" name="Freeform 777">
                <a:extLst>
                  <a:ext uri="{FF2B5EF4-FFF2-40B4-BE49-F238E27FC236}">
                    <a16:creationId xmlns:a16="http://schemas.microsoft.com/office/drawing/2014/main" id="{F4950787-1DDB-488A-ABDB-852652737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3522"/>
                <a:ext cx="23" cy="21"/>
              </a:xfrm>
              <a:custGeom>
                <a:avLst/>
                <a:gdLst>
                  <a:gd name="T0" fmla="*/ 7 w 22"/>
                  <a:gd name="T1" fmla="*/ 26 h 20"/>
                  <a:gd name="T2" fmla="*/ 28 w 22"/>
                  <a:gd name="T3" fmla="*/ 3 h 20"/>
                  <a:gd name="T4" fmla="*/ 7 w 22"/>
                  <a:gd name="T5" fmla="*/ 6 h 20"/>
                  <a:gd name="T6" fmla="*/ 6 w 22"/>
                  <a:gd name="T7" fmla="*/ 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7" y="20"/>
                    </a:moveTo>
                    <a:cubicBezTo>
                      <a:pt x="0" y="11"/>
                      <a:pt x="16" y="4"/>
                      <a:pt x="22" y="3"/>
                    </a:cubicBezTo>
                    <a:cubicBezTo>
                      <a:pt x="16" y="0"/>
                      <a:pt x="11" y="0"/>
                      <a:pt x="7" y="6"/>
                    </a:cubicBezTo>
                    <a:cubicBezTo>
                      <a:pt x="3" y="10"/>
                      <a:pt x="2" y="16"/>
                      <a:pt x="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0" name="Freeform 778">
                <a:extLst>
                  <a:ext uri="{FF2B5EF4-FFF2-40B4-BE49-F238E27FC236}">
                    <a16:creationId xmlns:a16="http://schemas.microsoft.com/office/drawing/2014/main" id="{26327BF7-F5C4-4C08-85DB-2B701590F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3397"/>
                <a:ext cx="146" cy="120"/>
              </a:xfrm>
              <a:custGeom>
                <a:avLst/>
                <a:gdLst>
                  <a:gd name="T0" fmla="*/ 161 w 143"/>
                  <a:gd name="T1" fmla="*/ 130 h 118"/>
                  <a:gd name="T2" fmla="*/ 0 w 143"/>
                  <a:gd name="T3" fmla="*/ 0 h 118"/>
                  <a:gd name="T4" fmla="*/ 161 w 143"/>
                  <a:gd name="T5" fmla="*/ 13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8">
                    <a:moveTo>
                      <a:pt x="143" y="11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3" y="116"/>
                      <a:pt x="143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1" name="Freeform 779">
                <a:extLst>
                  <a:ext uri="{FF2B5EF4-FFF2-40B4-BE49-F238E27FC236}">
                    <a16:creationId xmlns:a16="http://schemas.microsoft.com/office/drawing/2014/main" id="{2BE8BB52-345F-4AC2-B1ED-722811DB5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3394"/>
                <a:ext cx="173" cy="153"/>
              </a:xfrm>
              <a:custGeom>
                <a:avLst/>
                <a:gdLst>
                  <a:gd name="T0" fmla="*/ 16 w 169"/>
                  <a:gd name="T1" fmla="*/ 4 h 150"/>
                  <a:gd name="T2" fmla="*/ 3 w 169"/>
                  <a:gd name="T3" fmla="*/ 5 h 150"/>
                  <a:gd name="T4" fmla="*/ 3 w 169"/>
                  <a:gd name="T5" fmla="*/ 5 h 150"/>
                  <a:gd name="T6" fmla="*/ 4 w 169"/>
                  <a:gd name="T7" fmla="*/ 17 h 150"/>
                  <a:gd name="T8" fmla="*/ 170 w 169"/>
                  <a:gd name="T9" fmla="*/ 164 h 150"/>
                  <a:gd name="T10" fmla="*/ 187 w 169"/>
                  <a:gd name="T11" fmla="*/ 159 h 150"/>
                  <a:gd name="T12" fmla="*/ 187 w 169"/>
                  <a:gd name="T13" fmla="*/ 159 h 150"/>
                  <a:gd name="T14" fmla="*/ 190 w 169"/>
                  <a:gd name="T15" fmla="*/ 143 h 150"/>
                  <a:gd name="T16" fmla="*/ 16 w 169"/>
                  <a:gd name="T17" fmla="*/ 4 h 1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50">
                    <a:moveTo>
                      <a:pt x="16" y="4"/>
                    </a:moveTo>
                    <a:cubicBezTo>
                      <a:pt x="12" y="0"/>
                      <a:pt x="7" y="1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8"/>
                      <a:pt x="1" y="14"/>
                      <a:pt x="4" y="17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1" y="150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6"/>
                      <a:pt x="169" y="128"/>
                      <a:pt x="166" y="125"/>
                    </a:cubicBezTo>
                    <a:lnTo>
                      <a:pt x="16" y="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2" name="Freeform 780">
                <a:extLst>
                  <a:ext uri="{FF2B5EF4-FFF2-40B4-BE49-F238E27FC236}">
                    <a16:creationId xmlns:a16="http://schemas.microsoft.com/office/drawing/2014/main" id="{4C078DE3-7F25-4FE6-9FBB-B5E27CEAD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3517"/>
                <a:ext cx="150" cy="175"/>
              </a:xfrm>
              <a:custGeom>
                <a:avLst/>
                <a:gdLst>
                  <a:gd name="T0" fmla="*/ 16 w 147"/>
                  <a:gd name="T1" fmla="*/ 5 h 171"/>
                  <a:gd name="T2" fmla="*/ 4 w 147"/>
                  <a:gd name="T3" fmla="*/ 4 h 171"/>
                  <a:gd name="T4" fmla="*/ 4 w 147"/>
                  <a:gd name="T5" fmla="*/ 4 h 171"/>
                  <a:gd name="T6" fmla="*/ 3 w 147"/>
                  <a:gd name="T7" fmla="*/ 16 h 171"/>
                  <a:gd name="T8" fmla="*/ 141 w 147"/>
                  <a:gd name="T9" fmla="*/ 191 h 171"/>
                  <a:gd name="T10" fmla="*/ 157 w 147"/>
                  <a:gd name="T11" fmla="*/ 189 h 171"/>
                  <a:gd name="T12" fmla="*/ 157 w 147"/>
                  <a:gd name="T13" fmla="*/ 189 h 171"/>
                  <a:gd name="T14" fmla="*/ 162 w 147"/>
                  <a:gd name="T15" fmla="*/ 172 h 171"/>
                  <a:gd name="T16" fmla="*/ 16 w 147"/>
                  <a:gd name="T17" fmla="*/ 5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171">
                    <a:moveTo>
                      <a:pt x="16" y="5"/>
                    </a:moveTo>
                    <a:cubicBezTo>
                      <a:pt x="13" y="1"/>
                      <a:pt x="8" y="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7"/>
                      <a:pt x="0" y="12"/>
                      <a:pt x="3" y="16"/>
                    </a:cubicBezTo>
                    <a:cubicBezTo>
                      <a:pt x="123" y="167"/>
                      <a:pt x="123" y="167"/>
                      <a:pt x="123" y="167"/>
                    </a:cubicBezTo>
                    <a:cubicBezTo>
                      <a:pt x="126" y="171"/>
                      <a:pt x="133" y="170"/>
                      <a:pt x="139" y="165"/>
                    </a:cubicBezTo>
                    <a:cubicBezTo>
                      <a:pt x="139" y="165"/>
                      <a:pt x="139" y="165"/>
                      <a:pt x="139" y="165"/>
                    </a:cubicBezTo>
                    <a:cubicBezTo>
                      <a:pt x="145" y="160"/>
                      <a:pt x="147" y="153"/>
                      <a:pt x="144" y="149"/>
                    </a:cubicBezTo>
                    <a:lnTo>
                      <a:pt x="16" y="5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3" name="Freeform 781">
                <a:extLst>
                  <a:ext uri="{FF2B5EF4-FFF2-40B4-BE49-F238E27FC236}">
                    <a16:creationId xmlns:a16="http://schemas.microsoft.com/office/drawing/2014/main" id="{D2B8791F-9DC5-4F02-9A2B-49953AEAC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3533"/>
                <a:ext cx="119" cy="150"/>
              </a:xfrm>
              <a:custGeom>
                <a:avLst/>
                <a:gdLst>
                  <a:gd name="T0" fmla="*/ 134 w 116"/>
                  <a:gd name="T1" fmla="*/ 165 h 147"/>
                  <a:gd name="T2" fmla="*/ 0 w 116"/>
                  <a:gd name="T3" fmla="*/ 0 h 147"/>
                  <a:gd name="T4" fmla="*/ 134 w 116"/>
                  <a:gd name="T5" fmla="*/ 165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147">
                    <a:moveTo>
                      <a:pt x="116" y="147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7" y="98"/>
                      <a:pt x="116" y="147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4" name="Freeform 782">
                <a:extLst>
                  <a:ext uri="{FF2B5EF4-FFF2-40B4-BE49-F238E27FC236}">
                    <a16:creationId xmlns:a16="http://schemas.microsoft.com/office/drawing/2014/main" id="{227F8FBE-6B66-4192-BF37-3B3E1A521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3670"/>
                <a:ext cx="24" cy="19"/>
              </a:xfrm>
              <a:custGeom>
                <a:avLst/>
                <a:gdLst>
                  <a:gd name="T0" fmla="*/ 6 w 23"/>
                  <a:gd name="T1" fmla="*/ 19 h 19"/>
                  <a:gd name="T2" fmla="*/ 29 w 23"/>
                  <a:gd name="T3" fmla="*/ 4 h 19"/>
                  <a:gd name="T4" fmla="*/ 8 w 23"/>
                  <a:gd name="T5" fmla="*/ 5 h 19"/>
                  <a:gd name="T6" fmla="*/ 5 w 23"/>
                  <a:gd name="T7" fmla="*/ 1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6" y="19"/>
                    </a:moveTo>
                    <a:cubicBezTo>
                      <a:pt x="0" y="9"/>
                      <a:pt x="17" y="5"/>
                      <a:pt x="23" y="4"/>
                    </a:cubicBezTo>
                    <a:cubicBezTo>
                      <a:pt x="18" y="1"/>
                      <a:pt x="13" y="0"/>
                      <a:pt x="8" y="5"/>
                    </a:cubicBezTo>
                    <a:cubicBezTo>
                      <a:pt x="4" y="8"/>
                      <a:pt x="2" y="14"/>
                      <a:pt x="5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5" name="Freeform 783">
                <a:extLst>
                  <a:ext uri="{FF2B5EF4-FFF2-40B4-BE49-F238E27FC236}">
                    <a16:creationId xmlns:a16="http://schemas.microsoft.com/office/drawing/2014/main" id="{ADC84788-A7FF-423A-B7D7-AB15019D9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3522"/>
                <a:ext cx="125" cy="143"/>
              </a:xfrm>
              <a:custGeom>
                <a:avLst/>
                <a:gdLst>
                  <a:gd name="T0" fmla="*/ 140 w 122"/>
                  <a:gd name="T1" fmla="*/ 164 h 139"/>
                  <a:gd name="T2" fmla="*/ 0 w 122"/>
                  <a:gd name="T3" fmla="*/ 0 h 139"/>
                  <a:gd name="T4" fmla="*/ 140 w 122"/>
                  <a:gd name="T5" fmla="*/ 164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39">
                    <a:moveTo>
                      <a:pt x="122" y="13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3" y="136"/>
                      <a:pt x="122" y="1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6" name="Freeform 784">
                <a:extLst>
                  <a:ext uri="{FF2B5EF4-FFF2-40B4-BE49-F238E27FC236}">
                    <a16:creationId xmlns:a16="http://schemas.microsoft.com/office/drawing/2014/main" id="{2CD8EAE5-F01F-460F-AD26-46CC2203B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3518"/>
                <a:ext cx="150" cy="174"/>
              </a:xfrm>
              <a:custGeom>
                <a:avLst/>
                <a:gdLst>
                  <a:gd name="T0" fmla="*/ 16 w 147"/>
                  <a:gd name="T1" fmla="*/ 4 h 170"/>
                  <a:gd name="T2" fmla="*/ 4 w 147"/>
                  <a:gd name="T3" fmla="*/ 3 h 170"/>
                  <a:gd name="T4" fmla="*/ 4 w 147"/>
                  <a:gd name="T5" fmla="*/ 3 h 170"/>
                  <a:gd name="T6" fmla="*/ 3 w 147"/>
                  <a:gd name="T7" fmla="*/ 15 h 170"/>
                  <a:gd name="T8" fmla="*/ 141 w 147"/>
                  <a:gd name="T9" fmla="*/ 191 h 170"/>
                  <a:gd name="T10" fmla="*/ 157 w 147"/>
                  <a:gd name="T11" fmla="*/ 188 h 170"/>
                  <a:gd name="T12" fmla="*/ 157 w 147"/>
                  <a:gd name="T13" fmla="*/ 188 h 170"/>
                  <a:gd name="T14" fmla="*/ 162 w 147"/>
                  <a:gd name="T15" fmla="*/ 173 h 170"/>
                  <a:gd name="T16" fmla="*/ 16 w 147"/>
                  <a:gd name="T17" fmla="*/ 4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170">
                    <a:moveTo>
                      <a:pt x="16" y="4"/>
                    </a:moveTo>
                    <a:cubicBezTo>
                      <a:pt x="13" y="0"/>
                      <a:pt x="8" y="0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6"/>
                      <a:pt x="0" y="12"/>
                      <a:pt x="3" y="15"/>
                    </a:cubicBezTo>
                    <a:cubicBezTo>
                      <a:pt x="123" y="167"/>
                      <a:pt x="123" y="167"/>
                      <a:pt x="123" y="167"/>
                    </a:cubicBezTo>
                    <a:cubicBezTo>
                      <a:pt x="126" y="170"/>
                      <a:pt x="133" y="169"/>
                      <a:pt x="139" y="164"/>
                    </a:cubicBezTo>
                    <a:cubicBezTo>
                      <a:pt x="139" y="164"/>
                      <a:pt x="139" y="164"/>
                      <a:pt x="139" y="164"/>
                    </a:cubicBezTo>
                    <a:cubicBezTo>
                      <a:pt x="145" y="159"/>
                      <a:pt x="147" y="152"/>
                      <a:pt x="144" y="149"/>
                    </a:cubicBezTo>
                    <a:lnTo>
                      <a:pt x="16" y="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7" name="Freeform 785">
                <a:extLst>
                  <a:ext uri="{FF2B5EF4-FFF2-40B4-BE49-F238E27FC236}">
                    <a16:creationId xmlns:a16="http://schemas.microsoft.com/office/drawing/2014/main" id="{D284B3D0-5445-46FE-90EA-46DE5A353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3568"/>
                <a:ext cx="111" cy="200"/>
              </a:xfrm>
              <a:custGeom>
                <a:avLst/>
                <a:gdLst>
                  <a:gd name="T0" fmla="*/ 18 w 109"/>
                  <a:gd name="T1" fmla="*/ 6 h 195"/>
                  <a:gd name="T2" fmla="*/ 6 w 109"/>
                  <a:gd name="T3" fmla="*/ 2 h 195"/>
                  <a:gd name="T4" fmla="*/ 6 w 109"/>
                  <a:gd name="T5" fmla="*/ 2 h 195"/>
                  <a:gd name="T6" fmla="*/ 2 w 109"/>
                  <a:gd name="T7" fmla="*/ 14 h 195"/>
                  <a:gd name="T8" fmla="*/ 94 w 109"/>
                  <a:gd name="T9" fmla="*/ 221 h 195"/>
                  <a:gd name="T10" fmla="*/ 110 w 109"/>
                  <a:gd name="T11" fmla="*/ 223 h 195"/>
                  <a:gd name="T12" fmla="*/ 110 w 109"/>
                  <a:gd name="T13" fmla="*/ 223 h 195"/>
                  <a:gd name="T14" fmla="*/ 119 w 109"/>
                  <a:gd name="T15" fmla="*/ 208 h 195"/>
                  <a:gd name="T16" fmla="*/ 18 w 109"/>
                  <a:gd name="T17" fmla="*/ 6 h 1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95">
                    <a:moveTo>
                      <a:pt x="18" y="6"/>
                    </a:moveTo>
                    <a:cubicBezTo>
                      <a:pt x="16" y="2"/>
                      <a:pt x="10" y="0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2" y="4"/>
                      <a:pt x="0" y="10"/>
                      <a:pt x="2" y="14"/>
                    </a:cubicBezTo>
                    <a:cubicBezTo>
                      <a:pt x="82" y="190"/>
                      <a:pt x="82" y="190"/>
                      <a:pt x="82" y="190"/>
                    </a:cubicBezTo>
                    <a:cubicBezTo>
                      <a:pt x="84" y="194"/>
                      <a:pt x="91" y="195"/>
                      <a:pt x="98" y="192"/>
                    </a:cubicBezTo>
                    <a:cubicBezTo>
                      <a:pt x="98" y="192"/>
                      <a:pt x="98" y="192"/>
                      <a:pt x="98" y="192"/>
                    </a:cubicBezTo>
                    <a:cubicBezTo>
                      <a:pt x="105" y="188"/>
                      <a:pt x="109" y="182"/>
                      <a:pt x="107" y="178"/>
                    </a:cubicBezTo>
                    <a:lnTo>
                      <a:pt x="18" y="6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8" name="Freeform 786">
                <a:extLst>
                  <a:ext uri="{FF2B5EF4-FFF2-40B4-BE49-F238E27FC236}">
                    <a16:creationId xmlns:a16="http://schemas.microsoft.com/office/drawing/2014/main" id="{746DCDC8-6F31-427C-8415-2147FA2CE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3582"/>
                <a:ext cx="79" cy="176"/>
              </a:xfrm>
              <a:custGeom>
                <a:avLst/>
                <a:gdLst>
                  <a:gd name="T0" fmla="*/ 89 w 77"/>
                  <a:gd name="T1" fmla="*/ 196 h 172"/>
                  <a:gd name="T2" fmla="*/ 0 w 77"/>
                  <a:gd name="T3" fmla="*/ 0 h 172"/>
                  <a:gd name="T4" fmla="*/ 89 w 77"/>
                  <a:gd name="T5" fmla="*/ 196 h 1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72">
                    <a:moveTo>
                      <a:pt x="77" y="17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71" y="119"/>
                      <a:pt x="77" y="172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9" name="Freeform 787">
                <a:extLst>
                  <a:ext uri="{FF2B5EF4-FFF2-40B4-BE49-F238E27FC236}">
                    <a16:creationId xmlns:a16="http://schemas.microsoft.com/office/drawing/2014/main" id="{3ABF6775-00E6-48E6-9321-D1E51E10A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746"/>
                <a:ext cx="23" cy="18"/>
              </a:xfrm>
              <a:custGeom>
                <a:avLst/>
                <a:gdLst>
                  <a:gd name="T0" fmla="*/ 3 w 23"/>
                  <a:gd name="T1" fmla="*/ 23 h 17"/>
                  <a:gd name="T2" fmla="*/ 23 w 23"/>
                  <a:gd name="T3" fmla="*/ 8 h 17"/>
                  <a:gd name="T4" fmla="*/ 8 w 23"/>
                  <a:gd name="T5" fmla="*/ 4 h 17"/>
                  <a:gd name="T6" fmla="*/ 2 w 23"/>
                  <a:gd name="T7" fmla="*/ 2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3" y="17"/>
                    </a:moveTo>
                    <a:cubicBezTo>
                      <a:pt x="0" y="7"/>
                      <a:pt x="17" y="6"/>
                      <a:pt x="23" y="8"/>
                    </a:cubicBezTo>
                    <a:cubicBezTo>
                      <a:pt x="18" y="3"/>
                      <a:pt x="15" y="0"/>
                      <a:pt x="8" y="4"/>
                    </a:cubicBezTo>
                    <a:cubicBezTo>
                      <a:pt x="4" y="7"/>
                      <a:pt x="0" y="12"/>
                      <a:pt x="2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0" name="Freeform 788">
                <a:extLst>
                  <a:ext uri="{FF2B5EF4-FFF2-40B4-BE49-F238E27FC236}">
                    <a16:creationId xmlns:a16="http://schemas.microsoft.com/office/drawing/2014/main" id="{52A580A4-74F4-449E-BD10-A916B7FF5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3575"/>
                <a:ext cx="86" cy="168"/>
              </a:xfrm>
              <a:custGeom>
                <a:avLst/>
                <a:gdLst>
                  <a:gd name="T0" fmla="*/ 96 w 84"/>
                  <a:gd name="T1" fmla="*/ 183 h 165"/>
                  <a:gd name="T2" fmla="*/ 0 w 84"/>
                  <a:gd name="T3" fmla="*/ 0 h 165"/>
                  <a:gd name="T4" fmla="*/ 96 w 84"/>
                  <a:gd name="T5" fmla="*/ 183 h 1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165">
                    <a:moveTo>
                      <a:pt x="84" y="16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76" y="160"/>
                      <a:pt x="84" y="1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1" name="Freeform 789">
                <a:extLst>
                  <a:ext uri="{FF2B5EF4-FFF2-40B4-BE49-F238E27FC236}">
                    <a16:creationId xmlns:a16="http://schemas.microsoft.com/office/drawing/2014/main" id="{51027F04-9517-4A8E-A186-3043A7479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3569"/>
                <a:ext cx="111" cy="199"/>
              </a:xfrm>
              <a:custGeom>
                <a:avLst/>
                <a:gdLst>
                  <a:gd name="T0" fmla="*/ 18 w 109"/>
                  <a:gd name="T1" fmla="*/ 6 h 194"/>
                  <a:gd name="T2" fmla="*/ 6 w 109"/>
                  <a:gd name="T3" fmla="*/ 2 h 194"/>
                  <a:gd name="T4" fmla="*/ 6 w 109"/>
                  <a:gd name="T5" fmla="*/ 2 h 194"/>
                  <a:gd name="T6" fmla="*/ 2 w 109"/>
                  <a:gd name="T7" fmla="*/ 13 h 194"/>
                  <a:gd name="T8" fmla="*/ 92 w 109"/>
                  <a:gd name="T9" fmla="*/ 220 h 194"/>
                  <a:gd name="T10" fmla="*/ 110 w 109"/>
                  <a:gd name="T11" fmla="*/ 222 h 194"/>
                  <a:gd name="T12" fmla="*/ 110 w 109"/>
                  <a:gd name="T13" fmla="*/ 222 h 194"/>
                  <a:gd name="T14" fmla="*/ 119 w 109"/>
                  <a:gd name="T15" fmla="*/ 207 h 194"/>
                  <a:gd name="T16" fmla="*/ 18 w 109"/>
                  <a:gd name="T17" fmla="*/ 6 h 1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94">
                    <a:moveTo>
                      <a:pt x="18" y="6"/>
                    </a:moveTo>
                    <a:cubicBezTo>
                      <a:pt x="16" y="1"/>
                      <a:pt x="10" y="0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2" y="4"/>
                      <a:pt x="0" y="9"/>
                      <a:pt x="2" y="13"/>
                    </a:cubicBezTo>
                    <a:cubicBezTo>
                      <a:pt x="81" y="189"/>
                      <a:pt x="81" y="189"/>
                      <a:pt x="81" y="189"/>
                    </a:cubicBezTo>
                    <a:cubicBezTo>
                      <a:pt x="84" y="194"/>
                      <a:pt x="91" y="194"/>
                      <a:pt x="98" y="191"/>
                    </a:cubicBezTo>
                    <a:cubicBezTo>
                      <a:pt x="98" y="191"/>
                      <a:pt x="98" y="191"/>
                      <a:pt x="98" y="191"/>
                    </a:cubicBezTo>
                    <a:cubicBezTo>
                      <a:pt x="105" y="188"/>
                      <a:pt x="109" y="181"/>
                      <a:pt x="107" y="177"/>
                    </a:cubicBezTo>
                    <a:lnTo>
                      <a:pt x="18" y="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2" name="Freeform 790">
                <a:extLst>
                  <a:ext uri="{FF2B5EF4-FFF2-40B4-BE49-F238E27FC236}">
                    <a16:creationId xmlns:a16="http://schemas.microsoft.com/office/drawing/2014/main" id="{155CB8B4-A19D-43EC-8812-85AF8522E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580"/>
                <a:ext cx="67" cy="213"/>
              </a:xfrm>
              <a:custGeom>
                <a:avLst/>
                <a:gdLst>
                  <a:gd name="T0" fmla="*/ 24 w 65"/>
                  <a:gd name="T1" fmla="*/ 8 h 209"/>
                  <a:gd name="T2" fmla="*/ 8 w 65"/>
                  <a:gd name="T3" fmla="*/ 1 h 209"/>
                  <a:gd name="T4" fmla="*/ 8 w 65"/>
                  <a:gd name="T5" fmla="*/ 1 h 209"/>
                  <a:gd name="T6" fmla="*/ 1 w 65"/>
                  <a:gd name="T7" fmla="*/ 12 h 209"/>
                  <a:gd name="T8" fmla="*/ 42 w 65"/>
                  <a:gd name="T9" fmla="*/ 225 h 209"/>
                  <a:gd name="T10" fmla="*/ 64 w 65"/>
                  <a:gd name="T11" fmla="*/ 231 h 209"/>
                  <a:gd name="T12" fmla="*/ 64 w 65"/>
                  <a:gd name="T13" fmla="*/ 231 h 209"/>
                  <a:gd name="T14" fmla="*/ 76 w 65"/>
                  <a:gd name="T15" fmla="*/ 220 h 209"/>
                  <a:gd name="T16" fmla="*/ 24 w 65"/>
                  <a:gd name="T17" fmla="*/ 8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209">
                    <a:moveTo>
                      <a:pt x="18" y="8"/>
                    </a:moveTo>
                    <a:cubicBezTo>
                      <a:pt x="17" y="3"/>
                      <a:pt x="12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2"/>
                      <a:pt x="0" y="7"/>
                      <a:pt x="1" y="12"/>
                    </a:cubicBezTo>
                    <a:cubicBezTo>
                      <a:pt x="36" y="201"/>
                      <a:pt x="36" y="201"/>
                      <a:pt x="36" y="201"/>
                    </a:cubicBezTo>
                    <a:cubicBezTo>
                      <a:pt x="37" y="206"/>
                      <a:pt x="44" y="209"/>
                      <a:pt x="52" y="207"/>
                    </a:cubicBezTo>
                    <a:cubicBezTo>
                      <a:pt x="52" y="207"/>
                      <a:pt x="52" y="207"/>
                      <a:pt x="52" y="207"/>
                    </a:cubicBezTo>
                    <a:cubicBezTo>
                      <a:pt x="60" y="206"/>
                      <a:pt x="65" y="200"/>
                      <a:pt x="64" y="196"/>
                    </a:cubicBezTo>
                    <a:lnTo>
                      <a:pt x="18" y="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3" name="Freeform 791">
                <a:extLst>
                  <a:ext uri="{FF2B5EF4-FFF2-40B4-BE49-F238E27FC236}">
                    <a16:creationId xmlns:a16="http://schemas.microsoft.com/office/drawing/2014/main" id="{9797F862-018B-4FF4-86A7-C929B96F1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3592"/>
                <a:ext cx="42" cy="189"/>
              </a:xfrm>
              <a:custGeom>
                <a:avLst/>
                <a:gdLst>
                  <a:gd name="T0" fmla="*/ 40 w 41"/>
                  <a:gd name="T1" fmla="*/ 209 h 185"/>
                  <a:gd name="T2" fmla="*/ 0 w 41"/>
                  <a:gd name="T3" fmla="*/ 0 h 185"/>
                  <a:gd name="T4" fmla="*/ 40 w 41"/>
                  <a:gd name="T5" fmla="*/ 209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85">
                    <a:moveTo>
                      <a:pt x="34" y="18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1" y="132"/>
                      <a:pt x="34" y="185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4" name="Freeform 792">
                <a:extLst>
                  <a:ext uri="{FF2B5EF4-FFF2-40B4-BE49-F238E27FC236}">
                    <a16:creationId xmlns:a16="http://schemas.microsoft.com/office/drawing/2014/main" id="{E792B03E-28F6-4D2C-AE56-188647136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3774"/>
                <a:ext cx="24" cy="14"/>
              </a:xfrm>
              <a:custGeom>
                <a:avLst/>
                <a:gdLst>
                  <a:gd name="T0" fmla="*/ 1 w 23"/>
                  <a:gd name="T1" fmla="*/ 14 h 14"/>
                  <a:gd name="T2" fmla="*/ 29 w 23"/>
                  <a:gd name="T3" fmla="*/ 9 h 14"/>
                  <a:gd name="T4" fmla="*/ 9 w 23"/>
                  <a:gd name="T5" fmla="*/ 3 h 14"/>
                  <a:gd name="T6" fmla="*/ 0 w 23"/>
                  <a:gd name="T7" fmla="*/ 1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4">
                    <a:moveTo>
                      <a:pt x="1" y="14"/>
                    </a:moveTo>
                    <a:cubicBezTo>
                      <a:pt x="0" y="3"/>
                      <a:pt x="18" y="7"/>
                      <a:pt x="23" y="9"/>
                    </a:cubicBezTo>
                    <a:cubicBezTo>
                      <a:pt x="20" y="4"/>
                      <a:pt x="17" y="0"/>
                      <a:pt x="9" y="3"/>
                    </a:cubicBezTo>
                    <a:cubicBezTo>
                      <a:pt x="4" y="4"/>
                      <a:pt x="0" y="8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5" name="Freeform 793">
                <a:extLst>
                  <a:ext uri="{FF2B5EF4-FFF2-40B4-BE49-F238E27FC236}">
                    <a16:creationId xmlns:a16="http://schemas.microsoft.com/office/drawing/2014/main" id="{9DEDEF00-2A6F-4FF4-9DD9-5F4B4AD19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3588"/>
                <a:ext cx="44" cy="184"/>
              </a:xfrm>
              <a:custGeom>
                <a:avLst/>
                <a:gdLst>
                  <a:gd name="T0" fmla="*/ 49 w 43"/>
                  <a:gd name="T1" fmla="*/ 204 h 180"/>
                  <a:gd name="T2" fmla="*/ 0 w 43"/>
                  <a:gd name="T3" fmla="*/ 0 h 180"/>
                  <a:gd name="T4" fmla="*/ 49 w 43"/>
                  <a:gd name="T5" fmla="*/ 204 h 1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80">
                    <a:moveTo>
                      <a:pt x="43" y="18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6" y="173"/>
                      <a:pt x="43" y="1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6" name="Freeform 794">
                <a:extLst>
                  <a:ext uri="{FF2B5EF4-FFF2-40B4-BE49-F238E27FC236}">
                    <a16:creationId xmlns:a16="http://schemas.microsoft.com/office/drawing/2014/main" id="{2BEE2B23-E998-449C-922F-15F314AD2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581"/>
                <a:ext cx="67" cy="212"/>
              </a:xfrm>
              <a:custGeom>
                <a:avLst/>
                <a:gdLst>
                  <a:gd name="T0" fmla="*/ 24 w 65"/>
                  <a:gd name="T1" fmla="*/ 8 h 208"/>
                  <a:gd name="T2" fmla="*/ 7 w 65"/>
                  <a:gd name="T3" fmla="*/ 1 h 208"/>
                  <a:gd name="T4" fmla="*/ 7 w 65"/>
                  <a:gd name="T5" fmla="*/ 1 h 208"/>
                  <a:gd name="T6" fmla="*/ 1 w 65"/>
                  <a:gd name="T7" fmla="*/ 11 h 208"/>
                  <a:gd name="T8" fmla="*/ 42 w 65"/>
                  <a:gd name="T9" fmla="*/ 225 h 208"/>
                  <a:gd name="T10" fmla="*/ 64 w 65"/>
                  <a:gd name="T11" fmla="*/ 230 h 208"/>
                  <a:gd name="T12" fmla="*/ 64 w 65"/>
                  <a:gd name="T13" fmla="*/ 230 h 208"/>
                  <a:gd name="T14" fmla="*/ 76 w 65"/>
                  <a:gd name="T15" fmla="*/ 219 h 208"/>
                  <a:gd name="T16" fmla="*/ 24 w 65"/>
                  <a:gd name="T17" fmla="*/ 8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208">
                    <a:moveTo>
                      <a:pt x="18" y="8"/>
                    </a:moveTo>
                    <a:cubicBezTo>
                      <a:pt x="17" y="3"/>
                      <a:pt x="12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3" y="2"/>
                      <a:pt x="0" y="6"/>
                      <a:pt x="1" y="11"/>
                    </a:cubicBezTo>
                    <a:cubicBezTo>
                      <a:pt x="36" y="201"/>
                      <a:pt x="36" y="201"/>
                      <a:pt x="36" y="201"/>
                    </a:cubicBezTo>
                    <a:cubicBezTo>
                      <a:pt x="37" y="206"/>
                      <a:pt x="44" y="208"/>
                      <a:pt x="52" y="206"/>
                    </a:cubicBezTo>
                    <a:cubicBezTo>
                      <a:pt x="52" y="206"/>
                      <a:pt x="52" y="206"/>
                      <a:pt x="52" y="206"/>
                    </a:cubicBezTo>
                    <a:cubicBezTo>
                      <a:pt x="59" y="205"/>
                      <a:pt x="65" y="200"/>
                      <a:pt x="64" y="195"/>
                    </a:cubicBezTo>
                    <a:lnTo>
                      <a:pt x="18" y="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7" name="Freeform 795">
                <a:extLst>
                  <a:ext uri="{FF2B5EF4-FFF2-40B4-BE49-F238E27FC236}">
                    <a16:creationId xmlns:a16="http://schemas.microsoft.com/office/drawing/2014/main" id="{7181125A-243D-472F-AB93-7149272E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281"/>
                <a:ext cx="147" cy="177"/>
              </a:xfrm>
              <a:custGeom>
                <a:avLst/>
                <a:gdLst>
                  <a:gd name="T0" fmla="*/ 159 w 144"/>
                  <a:gd name="T1" fmla="*/ 182 h 173"/>
                  <a:gd name="T2" fmla="*/ 157 w 144"/>
                  <a:gd name="T3" fmla="*/ 194 h 173"/>
                  <a:gd name="T4" fmla="*/ 157 w 144"/>
                  <a:gd name="T5" fmla="*/ 194 h 173"/>
                  <a:gd name="T6" fmla="*/ 145 w 144"/>
                  <a:gd name="T7" fmla="*/ 193 h 173"/>
                  <a:gd name="T8" fmla="*/ 3 w 144"/>
                  <a:gd name="T9" fmla="*/ 21 h 173"/>
                  <a:gd name="T10" fmla="*/ 8 w 144"/>
                  <a:gd name="T11" fmla="*/ 6 h 173"/>
                  <a:gd name="T12" fmla="*/ 8 w 144"/>
                  <a:gd name="T13" fmla="*/ 6 h 173"/>
                  <a:gd name="T14" fmla="*/ 31 w 144"/>
                  <a:gd name="T15" fmla="*/ 4 h 173"/>
                  <a:gd name="T16" fmla="*/ 159 w 144"/>
                  <a:gd name="T17" fmla="*/ 182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141" y="158"/>
                    </a:moveTo>
                    <a:cubicBezTo>
                      <a:pt x="144" y="162"/>
                      <a:pt x="143" y="167"/>
                      <a:pt x="139" y="170"/>
                    </a:cubicBezTo>
                    <a:cubicBezTo>
                      <a:pt x="139" y="170"/>
                      <a:pt x="139" y="170"/>
                      <a:pt x="139" y="170"/>
                    </a:cubicBezTo>
                    <a:cubicBezTo>
                      <a:pt x="135" y="173"/>
                      <a:pt x="130" y="173"/>
                      <a:pt x="127" y="16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18"/>
                      <a:pt x="2" y="11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4" y="1"/>
                      <a:pt x="22" y="0"/>
                      <a:pt x="25" y="4"/>
                    </a:cubicBezTo>
                    <a:lnTo>
                      <a:pt x="141" y="15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8" name="Freeform 796">
                <a:extLst>
                  <a:ext uri="{FF2B5EF4-FFF2-40B4-BE49-F238E27FC236}">
                    <a16:creationId xmlns:a16="http://schemas.microsoft.com/office/drawing/2014/main" id="{811FEC89-0123-44F2-B286-921C78D95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2304"/>
                <a:ext cx="125" cy="147"/>
              </a:xfrm>
              <a:custGeom>
                <a:avLst/>
                <a:gdLst>
                  <a:gd name="T0" fmla="*/ 0 w 122"/>
                  <a:gd name="T1" fmla="*/ 0 h 143"/>
                  <a:gd name="T2" fmla="*/ 140 w 122"/>
                  <a:gd name="T3" fmla="*/ 168 h 143"/>
                  <a:gd name="T4" fmla="*/ 0 w 122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43">
                    <a:moveTo>
                      <a:pt x="0" y="0"/>
                    </a:moveTo>
                    <a:cubicBezTo>
                      <a:pt x="122" y="143"/>
                      <a:pt x="122" y="143"/>
                      <a:pt x="122" y="143"/>
                    </a:cubicBezTo>
                    <a:cubicBezTo>
                      <a:pt x="122" y="143"/>
                      <a:pt x="45" y="28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69" name="Freeform 797">
                <a:extLst>
                  <a:ext uri="{FF2B5EF4-FFF2-40B4-BE49-F238E27FC236}">
                    <a16:creationId xmlns:a16="http://schemas.microsoft.com/office/drawing/2014/main" id="{3FF04E77-1473-4451-AA9F-2F6D4CCA2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" y="2284"/>
                <a:ext cx="20" cy="21"/>
              </a:xfrm>
              <a:custGeom>
                <a:avLst/>
                <a:gdLst>
                  <a:gd name="T0" fmla="*/ 0 w 20"/>
                  <a:gd name="T1" fmla="*/ 14 h 21"/>
                  <a:gd name="T2" fmla="*/ 18 w 20"/>
                  <a:gd name="T3" fmla="*/ 0 h 21"/>
                  <a:gd name="T4" fmla="*/ 14 w 20"/>
                  <a:gd name="T5" fmla="*/ 15 h 21"/>
                  <a:gd name="T6" fmla="*/ 0 w 20"/>
                  <a:gd name="T7" fmla="*/ 1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0" y="14"/>
                    </a:moveTo>
                    <a:cubicBezTo>
                      <a:pt x="8" y="21"/>
                      <a:pt x="16" y="6"/>
                      <a:pt x="18" y="0"/>
                    </a:cubicBezTo>
                    <a:cubicBezTo>
                      <a:pt x="20" y="6"/>
                      <a:pt x="20" y="11"/>
                      <a:pt x="14" y="15"/>
                    </a:cubicBezTo>
                    <a:cubicBezTo>
                      <a:pt x="10" y="18"/>
                      <a:pt x="4" y="19"/>
                      <a:pt x="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0" name="Freeform 798">
                <a:extLst>
                  <a:ext uri="{FF2B5EF4-FFF2-40B4-BE49-F238E27FC236}">
                    <a16:creationId xmlns:a16="http://schemas.microsoft.com/office/drawing/2014/main" id="{BD627C63-9451-4870-A1D5-C7C313E37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292"/>
                <a:ext cx="116" cy="150"/>
              </a:xfrm>
              <a:custGeom>
                <a:avLst/>
                <a:gdLst>
                  <a:gd name="T0" fmla="*/ 0 w 113"/>
                  <a:gd name="T1" fmla="*/ 0 h 147"/>
                  <a:gd name="T2" fmla="*/ 131 w 113"/>
                  <a:gd name="T3" fmla="*/ 165 h 147"/>
                  <a:gd name="T4" fmla="*/ 0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0" y="0"/>
                    </a:moveTo>
                    <a:cubicBezTo>
                      <a:pt x="113" y="147"/>
                      <a:pt x="113" y="147"/>
                      <a:pt x="113" y="147"/>
                    </a:cubicBezTo>
                    <a:cubicBezTo>
                      <a:pt x="113" y="147"/>
                      <a:pt x="1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1" name="Freeform 799">
                <a:extLst>
                  <a:ext uri="{FF2B5EF4-FFF2-40B4-BE49-F238E27FC236}">
                    <a16:creationId xmlns:a16="http://schemas.microsoft.com/office/drawing/2014/main" id="{4CA34D0D-0A34-4ED7-AB57-958422DA8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281"/>
                <a:ext cx="147" cy="177"/>
              </a:xfrm>
              <a:custGeom>
                <a:avLst/>
                <a:gdLst>
                  <a:gd name="T0" fmla="*/ 159 w 144"/>
                  <a:gd name="T1" fmla="*/ 182 h 173"/>
                  <a:gd name="T2" fmla="*/ 158 w 144"/>
                  <a:gd name="T3" fmla="*/ 194 h 173"/>
                  <a:gd name="T4" fmla="*/ 158 w 144"/>
                  <a:gd name="T5" fmla="*/ 194 h 173"/>
                  <a:gd name="T6" fmla="*/ 145 w 144"/>
                  <a:gd name="T7" fmla="*/ 193 h 173"/>
                  <a:gd name="T8" fmla="*/ 3 w 144"/>
                  <a:gd name="T9" fmla="*/ 21 h 173"/>
                  <a:gd name="T10" fmla="*/ 9 w 144"/>
                  <a:gd name="T11" fmla="*/ 6 h 173"/>
                  <a:gd name="T12" fmla="*/ 9 w 144"/>
                  <a:gd name="T13" fmla="*/ 6 h 173"/>
                  <a:gd name="T14" fmla="*/ 31 w 144"/>
                  <a:gd name="T15" fmla="*/ 4 h 173"/>
                  <a:gd name="T16" fmla="*/ 159 w 144"/>
                  <a:gd name="T17" fmla="*/ 182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141" y="158"/>
                    </a:moveTo>
                    <a:cubicBezTo>
                      <a:pt x="144" y="162"/>
                      <a:pt x="144" y="167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36" y="173"/>
                      <a:pt x="131" y="173"/>
                      <a:pt x="127" y="16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18"/>
                      <a:pt x="3" y="11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5" y="1"/>
                      <a:pt x="22" y="0"/>
                      <a:pt x="25" y="4"/>
                    </a:cubicBezTo>
                    <a:lnTo>
                      <a:pt x="141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2" name="Freeform 800">
                <a:extLst>
                  <a:ext uri="{FF2B5EF4-FFF2-40B4-BE49-F238E27FC236}">
                    <a16:creationId xmlns:a16="http://schemas.microsoft.com/office/drawing/2014/main" id="{1E01AC71-8647-4EB0-8DB2-86C19CDAA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167"/>
                <a:ext cx="111" cy="200"/>
              </a:xfrm>
              <a:custGeom>
                <a:avLst/>
                <a:gdLst>
                  <a:gd name="T0" fmla="*/ 124 w 108"/>
                  <a:gd name="T1" fmla="*/ 212 h 195"/>
                  <a:gd name="T2" fmla="*/ 120 w 108"/>
                  <a:gd name="T3" fmla="*/ 224 h 195"/>
                  <a:gd name="T4" fmla="*/ 120 w 108"/>
                  <a:gd name="T5" fmla="*/ 224 h 195"/>
                  <a:gd name="T6" fmla="*/ 107 w 108"/>
                  <a:gd name="T7" fmla="*/ 219 h 195"/>
                  <a:gd name="T8" fmla="*/ 2 w 108"/>
                  <a:gd name="T9" fmla="*/ 17 h 195"/>
                  <a:gd name="T10" fmla="*/ 11 w 108"/>
                  <a:gd name="T11" fmla="*/ 3 h 195"/>
                  <a:gd name="T12" fmla="*/ 11 w 108"/>
                  <a:gd name="T13" fmla="*/ 3 h 195"/>
                  <a:gd name="T14" fmla="*/ 34 w 108"/>
                  <a:gd name="T15" fmla="*/ 5 h 195"/>
                  <a:gd name="T16" fmla="*/ 124 w 108"/>
                  <a:gd name="T17" fmla="*/ 212 h 1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5">
                    <a:moveTo>
                      <a:pt x="106" y="182"/>
                    </a:moveTo>
                    <a:cubicBezTo>
                      <a:pt x="108" y="186"/>
                      <a:pt x="106" y="191"/>
                      <a:pt x="102" y="193"/>
                    </a:cubicBezTo>
                    <a:cubicBezTo>
                      <a:pt x="102" y="193"/>
                      <a:pt x="102" y="193"/>
                      <a:pt x="102" y="193"/>
                    </a:cubicBezTo>
                    <a:cubicBezTo>
                      <a:pt x="97" y="195"/>
                      <a:pt x="92" y="194"/>
                      <a:pt x="90" y="189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0" y="13"/>
                      <a:pt x="4" y="7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8" y="0"/>
                      <a:pt x="26" y="1"/>
                      <a:pt x="28" y="5"/>
                    </a:cubicBezTo>
                    <a:lnTo>
                      <a:pt x="106" y="182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3" name="Freeform 801">
                <a:extLst>
                  <a:ext uri="{FF2B5EF4-FFF2-40B4-BE49-F238E27FC236}">
                    <a16:creationId xmlns:a16="http://schemas.microsoft.com/office/drawing/2014/main" id="{2C273194-FEC4-4E1E-8042-7AD0D6375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2188"/>
                <a:ext cx="88" cy="171"/>
              </a:xfrm>
              <a:custGeom>
                <a:avLst/>
                <a:gdLst>
                  <a:gd name="T0" fmla="*/ 0 w 86"/>
                  <a:gd name="T1" fmla="*/ 0 h 167"/>
                  <a:gd name="T2" fmla="*/ 98 w 86"/>
                  <a:gd name="T3" fmla="*/ 191 h 167"/>
                  <a:gd name="T4" fmla="*/ 0 w 86"/>
                  <a:gd name="T5" fmla="*/ 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67">
                    <a:moveTo>
                      <a:pt x="0" y="0"/>
                    </a:moveTo>
                    <a:cubicBezTo>
                      <a:pt x="86" y="167"/>
                      <a:pt x="86" y="167"/>
                      <a:pt x="86" y="167"/>
                    </a:cubicBezTo>
                    <a:cubicBezTo>
                      <a:pt x="86" y="167"/>
                      <a:pt x="38" y="37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4" name="Freeform 802">
                <a:extLst>
                  <a:ext uri="{FF2B5EF4-FFF2-40B4-BE49-F238E27FC236}">
                    <a16:creationId xmlns:a16="http://schemas.microsoft.com/office/drawing/2014/main" id="{F3ED937E-CAAE-4C71-9AB2-BCAA1642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170"/>
                <a:ext cx="22" cy="20"/>
              </a:xfrm>
              <a:custGeom>
                <a:avLst/>
                <a:gdLst>
                  <a:gd name="T0" fmla="*/ 1 w 22"/>
                  <a:gd name="T1" fmla="*/ 16 h 19"/>
                  <a:gd name="T2" fmla="*/ 21 w 22"/>
                  <a:gd name="T3" fmla="*/ 0 h 19"/>
                  <a:gd name="T4" fmla="*/ 14 w 22"/>
                  <a:gd name="T5" fmla="*/ 20 h 19"/>
                  <a:gd name="T6" fmla="*/ 0 w 22"/>
                  <a:gd name="T7" fmla="*/ 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9">
                    <a:moveTo>
                      <a:pt x="1" y="10"/>
                    </a:moveTo>
                    <a:cubicBezTo>
                      <a:pt x="7" y="19"/>
                      <a:pt x="18" y="6"/>
                      <a:pt x="21" y="0"/>
                    </a:cubicBezTo>
                    <a:cubicBezTo>
                      <a:pt x="22" y="7"/>
                      <a:pt x="21" y="11"/>
                      <a:pt x="14" y="14"/>
                    </a:cubicBezTo>
                    <a:cubicBezTo>
                      <a:pt x="9" y="16"/>
                      <a:pt x="3" y="16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5" name="Freeform 803">
                <a:extLst>
                  <a:ext uri="{FF2B5EF4-FFF2-40B4-BE49-F238E27FC236}">
                    <a16:creationId xmlns:a16="http://schemas.microsoft.com/office/drawing/2014/main" id="{35E701BB-E960-4339-AD16-B497F64A5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181"/>
                <a:ext cx="79" cy="172"/>
              </a:xfrm>
              <a:custGeom>
                <a:avLst/>
                <a:gdLst>
                  <a:gd name="T0" fmla="*/ 0 w 77"/>
                  <a:gd name="T1" fmla="*/ 0 h 169"/>
                  <a:gd name="T2" fmla="*/ 89 w 77"/>
                  <a:gd name="T3" fmla="*/ 187 h 169"/>
                  <a:gd name="T4" fmla="*/ 0 w 77"/>
                  <a:gd name="T5" fmla="*/ 0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69">
                    <a:moveTo>
                      <a:pt x="0" y="0"/>
                    </a:moveTo>
                    <a:cubicBezTo>
                      <a:pt x="77" y="169"/>
                      <a:pt x="77" y="169"/>
                      <a:pt x="77" y="169"/>
                    </a:cubicBezTo>
                    <a:cubicBezTo>
                      <a:pt x="77" y="169"/>
                      <a:pt x="0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6" name="Freeform 804">
                <a:extLst>
                  <a:ext uri="{FF2B5EF4-FFF2-40B4-BE49-F238E27FC236}">
                    <a16:creationId xmlns:a16="http://schemas.microsoft.com/office/drawing/2014/main" id="{76AFA5F9-1BBC-4D58-96F0-5C0008F1D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167"/>
                <a:ext cx="110" cy="200"/>
              </a:xfrm>
              <a:custGeom>
                <a:avLst/>
                <a:gdLst>
                  <a:gd name="T0" fmla="*/ 123 w 107"/>
                  <a:gd name="T1" fmla="*/ 212 h 195"/>
                  <a:gd name="T2" fmla="*/ 119 w 107"/>
                  <a:gd name="T3" fmla="*/ 224 h 195"/>
                  <a:gd name="T4" fmla="*/ 119 w 107"/>
                  <a:gd name="T5" fmla="*/ 224 h 195"/>
                  <a:gd name="T6" fmla="*/ 106 w 107"/>
                  <a:gd name="T7" fmla="*/ 219 h 195"/>
                  <a:gd name="T8" fmla="*/ 2 w 107"/>
                  <a:gd name="T9" fmla="*/ 17 h 195"/>
                  <a:gd name="T10" fmla="*/ 11 w 107"/>
                  <a:gd name="T11" fmla="*/ 3 h 195"/>
                  <a:gd name="T12" fmla="*/ 11 w 107"/>
                  <a:gd name="T13" fmla="*/ 3 h 195"/>
                  <a:gd name="T14" fmla="*/ 33 w 107"/>
                  <a:gd name="T15" fmla="*/ 5 h 195"/>
                  <a:gd name="T16" fmla="*/ 123 w 107"/>
                  <a:gd name="T17" fmla="*/ 212 h 1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7" h="195">
                    <a:moveTo>
                      <a:pt x="105" y="182"/>
                    </a:moveTo>
                    <a:cubicBezTo>
                      <a:pt x="107" y="186"/>
                      <a:pt x="106" y="191"/>
                      <a:pt x="101" y="193"/>
                    </a:cubicBezTo>
                    <a:cubicBezTo>
                      <a:pt x="101" y="193"/>
                      <a:pt x="101" y="193"/>
                      <a:pt x="101" y="193"/>
                    </a:cubicBezTo>
                    <a:cubicBezTo>
                      <a:pt x="97" y="195"/>
                      <a:pt x="92" y="194"/>
                      <a:pt x="89" y="189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0" y="13"/>
                      <a:pt x="4" y="7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8" y="0"/>
                      <a:pt x="25" y="1"/>
                      <a:pt x="27" y="5"/>
                    </a:cubicBezTo>
                    <a:lnTo>
                      <a:pt x="105" y="18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7" name="Freeform 805">
                <a:extLst>
                  <a:ext uri="{FF2B5EF4-FFF2-40B4-BE49-F238E27FC236}">
                    <a16:creationId xmlns:a16="http://schemas.microsoft.com/office/drawing/2014/main" id="{340C9AE6-A5DE-4A65-92A7-8F633F7F1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091"/>
                <a:ext cx="45" cy="215"/>
              </a:xfrm>
              <a:custGeom>
                <a:avLst/>
                <a:gdLst>
                  <a:gd name="T0" fmla="*/ 49 w 44"/>
                  <a:gd name="T1" fmla="*/ 224 h 211"/>
                  <a:gd name="T2" fmla="*/ 41 w 44"/>
                  <a:gd name="T3" fmla="*/ 234 h 211"/>
                  <a:gd name="T4" fmla="*/ 41 w 44"/>
                  <a:gd name="T5" fmla="*/ 234 h 211"/>
                  <a:gd name="T6" fmla="*/ 32 w 44"/>
                  <a:gd name="T7" fmla="*/ 226 h 211"/>
                  <a:gd name="T8" fmla="*/ 1 w 44"/>
                  <a:gd name="T9" fmla="*/ 11 h 211"/>
                  <a:gd name="T10" fmla="*/ 14 w 44"/>
                  <a:gd name="T11" fmla="*/ 1 h 211"/>
                  <a:gd name="T12" fmla="*/ 14 w 44"/>
                  <a:gd name="T13" fmla="*/ 1 h 211"/>
                  <a:gd name="T14" fmla="*/ 35 w 44"/>
                  <a:gd name="T15" fmla="*/ 8 h 211"/>
                  <a:gd name="T16" fmla="*/ 49 w 44"/>
                  <a:gd name="T17" fmla="*/ 224 h 2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11">
                    <a:moveTo>
                      <a:pt x="43" y="200"/>
                    </a:moveTo>
                    <a:cubicBezTo>
                      <a:pt x="44" y="205"/>
                      <a:pt x="40" y="210"/>
                      <a:pt x="35" y="210"/>
                    </a:cubicBezTo>
                    <a:cubicBezTo>
                      <a:pt x="35" y="210"/>
                      <a:pt x="35" y="210"/>
                      <a:pt x="35" y="210"/>
                    </a:cubicBezTo>
                    <a:cubicBezTo>
                      <a:pt x="31" y="211"/>
                      <a:pt x="26" y="207"/>
                      <a:pt x="26" y="20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6"/>
                      <a:pt x="6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22" y="0"/>
                      <a:pt x="28" y="3"/>
                      <a:pt x="29" y="8"/>
                    </a:cubicBezTo>
                    <a:lnTo>
                      <a:pt x="43" y="200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8" name="Freeform 806">
                <a:extLst>
                  <a:ext uri="{FF2B5EF4-FFF2-40B4-BE49-F238E27FC236}">
                    <a16:creationId xmlns:a16="http://schemas.microsoft.com/office/drawing/2014/main" id="{9D7D477C-5BAC-4D28-A0D7-182F8B56B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106"/>
                <a:ext cx="26" cy="190"/>
              </a:xfrm>
              <a:custGeom>
                <a:avLst/>
                <a:gdLst>
                  <a:gd name="T0" fmla="*/ 0 w 25"/>
                  <a:gd name="T1" fmla="*/ 0 h 186"/>
                  <a:gd name="T2" fmla="*/ 31 w 25"/>
                  <a:gd name="T3" fmla="*/ 210 h 186"/>
                  <a:gd name="T4" fmla="*/ 0 w 25"/>
                  <a:gd name="T5" fmla="*/ 0 h 1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86">
                    <a:moveTo>
                      <a:pt x="0" y="0"/>
                    </a:moveTo>
                    <a:cubicBezTo>
                      <a:pt x="25" y="186"/>
                      <a:pt x="25" y="186"/>
                      <a:pt x="25" y="186"/>
                    </a:cubicBezTo>
                    <a:cubicBezTo>
                      <a:pt x="25" y="186"/>
                      <a:pt x="22" y="48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79" name="Freeform 807">
                <a:extLst>
                  <a:ext uri="{FF2B5EF4-FFF2-40B4-BE49-F238E27FC236}">
                    <a16:creationId xmlns:a16="http://schemas.microsoft.com/office/drawing/2014/main" id="{02B29AAB-2334-41FE-9447-FEC167B75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096"/>
                <a:ext cx="24" cy="13"/>
              </a:xfrm>
              <a:custGeom>
                <a:avLst/>
                <a:gdLst>
                  <a:gd name="T0" fmla="*/ 1 w 23"/>
                  <a:gd name="T1" fmla="*/ 2 h 13"/>
                  <a:gd name="T2" fmla="*/ 29 w 23"/>
                  <a:gd name="T3" fmla="*/ 0 h 13"/>
                  <a:gd name="T4" fmla="*/ 18 w 23"/>
                  <a:gd name="T5" fmla="*/ 11 h 13"/>
                  <a:gd name="T6" fmla="*/ 0 w 23"/>
                  <a:gd name="T7" fmla="*/ 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3">
                    <a:moveTo>
                      <a:pt x="1" y="2"/>
                    </a:moveTo>
                    <a:cubicBezTo>
                      <a:pt x="3" y="13"/>
                      <a:pt x="19" y="4"/>
                      <a:pt x="23" y="0"/>
                    </a:cubicBezTo>
                    <a:cubicBezTo>
                      <a:pt x="21" y="6"/>
                      <a:pt x="19" y="10"/>
                      <a:pt x="12" y="11"/>
                    </a:cubicBezTo>
                    <a:cubicBezTo>
                      <a:pt x="7" y="11"/>
                      <a:pt x="1" y="9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0" name="Freeform 808">
                <a:extLst>
                  <a:ext uri="{FF2B5EF4-FFF2-40B4-BE49-F238E27FC236}">
                    <a16:creationId xmlns:a16="http://schemas.microsoft.com/office/drawing/2014/main" id="{1DBF0535-287E-4227-9E50-13711F743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107"/>
                <a:ext cx="19" cy="188"/>
              </a:xfrm>
              <a:custGeom>
                <a:avLst/>
                <a:gdLst>
                  <a:gd name="T0" fmla="*/ 4 w 19"/>
                  <a:gd name="T1" fmla="*/ 0 h 184"/>
                  <a:gd name="T2" fmla="*/ 19 w 19"/>
                  <a:gd name="T3" fmla="*/ 208 h 184"/>
                  <a:gd name="T4" fmla="*/ 4 w 19"/>
                  <a:gd name="T5" fmla="*/ 0 h 1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84">
                    <a:moveTo>
                      <a:pt x="4" y="0"/>
                    </a:moveTo>
                    <a:cubicBezTo>
                      <a:pt x="19" y="184"/>
                      <a:pt x="19" y="184"/>
                      <a:pt x="19" y="184"/>
                    </a:cubicBezTo>
                    <a:cubicBezTo>
                      <a:pt x="19" y="184"/>
                      <a:pt x="0" y="8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1" name="Freeform 809">
                <a:extLst>
                  <a:ext uri="{FF2B5EF4-FFF2-40B4-BE49-F238E27FC236}">
                    <a16:creationId xmlns:a16="http://schemas.microsoft.com/office/drawing/2014/main" id="{5F1098E7-F00B-4675-9251-4CEEEE050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091"/>
                <a:ext cx="44" cy="214"/>
              </a:xfrm>
              <a:custGeom>
                <a:avLst/>
                <a:gdLst>
                  <a:gd name="T0" fmla="*/ 49 w 43"/>
                  <a:gd name="T1" fmla="*/ 224 h 210"/>
                  <a:gd name="T2" fmla="*/ 41 w 43"/>
                  <a:gd name="T3" fmla="*/ 234 h 210"/>
                  <a:gd name="T4" fmla="*/ 41 w 43"/>
                  <a:gd name="T5" fmla="*/ 234 h 210"/>
                  <a:gd name="T6" fmla="*/ 31 w 43"/>
                  <a:gd name="T7" fmla="*/ 226 h 210"/>
                  <a:gd name="T8" fmla="*/ 0 w 43"/>
                  <a:gd name="T9" fmla="*/ 11 h 210"/>
                  <a:gd name="T10" fmla="*/ 14 w 43"/>
                  <a:gd name="T11" fmla="*/ 0 h 210"/>
                  <a:gd name="T12" fmla="*/ 14 w 43"/>
                  <a:gd name="T13" fmla="*/ 0 h 210"/>
                  <a:gd name="T14" fmla="*/ 34 w 43"/>
                  <a:gd name="T15" fmla="*/ 8 h 210"/>
                  <a:gd name="T16" fmla="*/ 49 w 43"/>
                  <a:gd name="T17" fmla="*/ 224 h 2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210">
                    <a:moveTo>
                      <a:pt x="43" y="200"/>
                    </a:moveTo>
                    <a:cubicBezTo>
                      <a:pt x="43" y="205"/>
                      <a:pt x="40" y="209"/>
                      <a:pt x="35" y="210"/>
                    </a:cubicBezTo>
                    <a:cubicBezTo>
                      <a:pt x="35" y="210"/>
                      <a:pt x="35" y="210"/>
                      <a:pt x="35" y="210"/>
                    </a:cubicBezTo>
                    <a:cubicBezTo>
                      <a:pt x="30" y="210"/>
                      <a:pt x="26" y="207"/>
                      <a:pt x="25" y="20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6"/>
                      <a:pt x="6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1" y="0"/>
                      <a:pt x="28" y="3"/>
                      <a:pt x="28" y="8"/>
                    </a:cubicBezTo>
                    <a:lnTo>
                      <a:pt x="43" y="20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2" name="Freeform 810">
                <a:extLst>
                  <a:ext uri="{FF2B5EF4-FFF2-40B4-BE49-F238E27FC236}">
                    <a16:creationId xmlns:a16="http://schemas.microsoft.com/office/drawing/2014/main" id="{E14349B5-920A-43F9-AFC9-12AA74CD8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065"/>
                <a:ext cx="46" cy="216"/>
              </a:xfrm>
              <a:custGeom>
                <a:avLst/>
                <a:gdLst>
                  <a:gd name="T0" fmla="*/ 18 w 45"/>
                  <a:gd name="T1" fmla="*/ 232 h 211"/>
                  <a:gd name="T2" fmla="*/ 9 w 45"/>
                  <a:gd name="T3" fmla="*/ 241 h 211"/>
                  <a:gd name="T4" fmla="*/ 9 w 45"/>
                  <a:gd name="T5" fmla="*/ 241 h 211"/>
                  <a:gd name="T6" fmla="*/ 1 w 45"/>
                  <a:gd name="T7" fmla="*/ 230 h 211"/>
                  <a:gd name="T8" fmla="*/ 17 w 45"/>
                  <a:gd name="T9" fmla="*/ 8 h 211"/>
                  <a:gd name="T10" fmla="*/ 38 w 45"/>
                  <a:gd name="T11" fmla="*/ 1 h 211"/>
                  <a:gd name="T12" fmla="*/ 38 w 45"/>
                  <a:gd name="T13" fmla="*/ 1 h 211"/>
                  <a:gd name="T14" fmla="*/ 51 w 45"/>
                  <a:gd name="T15" fmla="*/ 11 h 211"/>
                  <a:gd name="T16" fmla="*/ 18 w 45"/>
                  <a:gd name="T17" fmla="*/ 232 h 2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11">
                    <a:moveTo>
                      <a:pt x="18" y="202"/>
                    </a:moveTo>
                    <a:cubicBezTo>
                      <a:pt x="18" y="207"/>
                      <a:pt x="13" y="211"/>
                      <a:pt x="9" y="210"/>
                    </a:cubicBezTo>
                    <a:cubicBezTo>
                      <a:pt x="9" y="210"/>
                      <a:pt x="9" y="210"/>
                      <a:pt x="9" y="210"/>
                    </a:cubicBezTo>
                    <a:cubicBezTo>
                      <a:pt x="4" y="210"/>
                      <a:pt x="0" y="205"/>
                      <a:pt x="1" y="200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3"/>
                      <a:pt x="24" y="0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40" y="2"/>
                      <a:pt x="45" y="6"/>
                      <a:pt x="45" y="11"/>
                    </a:cubicBezTo>
                    <a:lnTo>
                      <a:pt x="18" y="202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3" name="Freeform 811">
                <a:extLst>
                  <a:ext uri="{FF2B5EF4-FFF2-40B4-BE49-F238E27FC236}">
                    <a16:creationId xmlns:a16="http://schemas.microsoft.com/office/drawing/2014/main" id="{7C600B50-0990-499F-88C2-8F139E482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078"/>
                <a:ext cx="28" cy="192"/>
              </a:xfrm>
              <a:custGeom>
                <a:avLst/>
                <a:gdLst>
                  <a:gd name="T0" fmla="*/ 21 w 27"/>
                  <a:gd name="T1" fmla="*/ 0 h 187"/>
                  <a:gd name="T2" fmla="*/ 0 w 27"/>
                  <a:gd name="T3" fmla="*/ 219 h 187"/>
                  <a:gd name="T4" fmla="*/ 21 w 27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7">
                    <a:moveTo>
                      <a:pt x="15" y="0"/>
                    </a:moveTo>
                    <a:cubicBezTo>
                      <a:pt x="0" y="187"/>
                      <a:pt x="0" y="187"/>
                      <a:pt x="0" y="187"/>
                    </a:cubicBezTo>
                    <a:cubicBezTo>
                      <a:pt x="0" y="187"/>
                      <a:pt x="27" y="51"/>
                      <a:pt x="15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4" name="Freeform 812">
                <a:extLst>
                  <a:ext uri="{FF2B5EF4-FFF2-40B4-BE49-F238E27FC236}">
                    <a16:creationId xmlns:a16="http://schemas.microsoft.com/office/drawing/2014/main" id="{CE032832-4271-4476-96F2-3A287A882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070"/>
                <a:ext cx="24" cy="12"/>
              </a:xfrm>
              <a:custGeom>
                <a:avLst/>
                <a:gdLst>
                  <a:gd name="T0" fmla="*/ 1 w 24"/>
                  <a:gd name="T1" fmla="*/ 0 h 12"/>
                  <a:gd name="T2" fmla="*/ 24 w 24"/>
                  <a:gd name="T3" fmla="*/ 3 h 12"/>
                  <a:gd name="T4" fmla="*/ 11 w 24"/>
                  <a:gd name="T5" fmla="*/ 11 h 12"/>
                  <a:gd name="T6" fmla="*/ 0 w 24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1" y="0"/>
                    </a:moveTo>
                    <a:cubicBezTo>
                      <a:pt x="2" y="11"/>
                      <a:pt x="19" y="6"/>
                      <a:pt x="24" y="3"/>
                    </a:cubicBezTo>
                    <a:cubicBezTo>
                      <a:pt x="21" y="9"/>
                      <a:pt x="18" y="12"/>
                      <a:pt x="11" y="11"/>
                    </a:cubicBezTo>
                    <a:cubicBezTo>
                      <a:pt x="6" y="10"/>
                      <a:pt x="1" y="7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5" name="Freeform 813">
                <a:extLst>
                  <a:ext uri="{FF2B5EF4-FFF2-40B4-BE49-F238E27FC236}">
                    <a16:creationId xmlns:a16="http://schemas.microsoft.com/office/drawing/2014/main" id="{FD7E158B-55D3-49C2-BFE9-DCE38F7A4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084"/>
                <a:ext cx="24" cy="188"/>
              </a:xfrm>
              <a:custGeom>
                <a:avLst/>
                <a:gdLst>
                  <a:gd name="T0" fmla="*/ 24 w 24"/>
                  <a:gd name="T1" fmla="*/ 0 h 183"/>
                  <a:gd name="T2" fmla="*/ 0 w 24"/>
                  <a:gd name="T3" fmla="*/ 215 h 183"/>
                  <a:gd name="T4" fmla="*/ 24 w 24"/>
                  <a:gd name="T5" fmla="*/ 0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83">
                    <a:moveTo>
                      <a:pt x="24" y="0"/>
                    </a:moveTo>
                    <a:cubicBezTo>
                      <a:pt x="0" y="183"/>
                      <a:pt x="0" y="183"/>
                      <a:pt x="0" y="183"/>
                    </a:cubicBezTo>
                    <a:cubicBezTo>
                      <a:pt x="0" y="183"/>
                      <a:pt x="19" y="7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6" name="Freeform 814">
                <a:extLst>
                  <a:ext uri="{FF2B5EF4-FFF2-40B4-BE49-F238E27FC236}">
                    <a16:creationId xmlns:a16="http://schemas.microsoft.com/office/drawing/2014/main" id="{75032581-5F1C-4A7E-8399-C1CD3E342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065"/>
                <a:ext cx="46" cy="215"/>
              </a:xfrm>
              <a:custGeom>
                <a:avLst/>
                <a:gdLst>
                  <a:gd name="T0" fmla="*/ 18 w 45"/>
                  <a:gd name="T1" fmla="*/ 232 h 210"/>
                  <a:gd name="T2" fmla="*/ 8 w 45"/>
                  <a:gd name="T3" fmla="*/ 241 h 210"/>
                  <a:gd name="T4" fmla="*/ 8 w 45"/>
                  <a:gd name="T5" fmla="*/ 241 h 210"/>
                  <a:gd name="T6" fmla="*/ 1 w 45"/>
                  <a:gd name="T7" fmla="*/ 230 h 210"/>
                  <a:gd name="T8" fmla="*/ 17 w 45"/>
                  <a:gd name="T9" fmla="*/ 8 h 210"/>
                  <a:gd name="T10" fmla="*/ 38 w 45"/>
                  <a:gd name="T11" fmla="*/ 1 h 210"/>
                  <a:gd name="T12" fmla="*/ 38 w 45"/>
                  <a:gd name="T13" fmla="*/ 1 h 210"/>
                  <a:gd name="T14" fmla="*/ 51 w 45"/>
                  <a:gd name="T15" fmla="*/ 11 h 210"/>
                  <a:gd name="T16" fmla="*/ 18 w 45"/>
                  <a:gd name="T17" fmla="*/ 232 h 2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10">
                    <a:moveTo>
                      <a:pt x="18" y="202"/>
                    </a:moveTo>
                    <a:cubicBezTo>
                      <a:pt x="18" y="207"/>
                      <a:pt x="13" y="210"/>
                      <a:pt x="8" y="210"/>
                    </a:cubicBezTo>
                    <a:cubicBezTo>
                      <a:pt x="8" y="210"/>
                      <a:pt x="8" y="210"/>
                      <a:pt x="8" y="210"/>
                    </a:cubicBezTo>
                    <a:cubicBezTo>
                      <a:pt x="3" y="209"/>
                      <a:pt x="0" y="205"/>
                      <a:pt x="1" y="200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3"/>
                      <a:pt x="24" y="0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9" y="2"/>
                      <a:pt x="45" y="6"/>
                      <a:pt x="45" y="11"/>
                    </a:cubicBezTo>
                    <a:lnTo>
                      <a:pt x="18" y="20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7" name="Freeform 815">
                <a:extLst>
                  <a:ext uri="{FF2B5EF4-FFF2-40B4-BE49-F238E27FC236}">
                    <a16:creationId xmlns:a16="http://schemas.microsoft.com/office/drawing/2014/main" id="{CF706D02-8013-4BE7-B349-009CAB59B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2485"/>
                <a:ext cx="178" cy="147"/>
              </a:xfrm>
              <a:custGeom>
                <a:avLst/>
                <a:gdLst>
                  <a:gd name="T0" fmla="*/ 193 w 174"/>
                  <a:gd name="T1" fmla="*/ 150 h 143"/>
                  <a:gd name="T2" fmla="*/ 195 w 174"/>
                  <a:gd name="T3" fmla="*/ 162 h 143"/>
                  <a:gd name="T4" fmla="*/ 195 w 174"/>
                  <a:gd name="T5" fmla="*/ 162 h 143"/>
                  <a:gd name="T6" fmla="*/ 182 w 174"/>
                  <a:gd name="T7" fmla="*/ 164 h 143"/>
                  <a:gd name="T8" fmla="*/ 4 w 174"/>
                  <a:gd name="T9" fmla="*/ 31 h 143"/>
                  <a:gd name="T10" fmla="*/ 5 w 174"/>
                  <a:gd name="T11" fmla="*/ 8 h 143"/>
                  <a:gd name="T12" fmla="*/ 5 w 174"/>
                  <a:gd name="T13" fmla="*/ 8 h 143"/>
                  <a:gd name="T14" fmla="*/ 21 w 174"/>
                  <a:gd name="T15" fmla="*/ 3 h 143"/>
                  <a:gd name="T16" fmla="*/ 193 w 174"/>
                  <a:gd name="T17" fmla="*/ 150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169" y="126"/>
                    </a:moveTo>
                    <a:cubicBezTo>
                      <a:pt x="173" y="129"/>
                      <a:pt x="174" y="135"/>
                      <a:pt x="171" y="138"/>
                    </a:cubicBezTo>
                    <a:cubicBezTo>
                      <a:pt x="171" y="138"/>
                      <a:pt x="171" y="138"/>
                      <a:pt x="171" y="138"/>
                    </a:cubicBezTo>
                    <a:cubicBezTo>
                      <a:pt x="168" y="142"/>
                      <a:pt x="162" y="143"/>
                      <a:pt x="158" y="14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0" y="22"/>
                      <a:pt x="1" y="14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10" y="2"/>
                      <a:pt x="17" y="0"/>
                      <a:pt x="21" y="3"/>
                    </a:cubicBezTo>
                    <a:lnTo>
                      <a:pt x="169" y="126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8" name="Freeform 816">
                <a:extLst>
                  <a:ext uri="{FF2B5EF4-FFF2-40B4-BE49-F238E27FC236}">
                    <a16:creationId xmlns:a16="http://schemas.microsoft.com/office/drawing/2014/main" id="{1B31E8E9-1F19-4B46-BAF6-EA81BEA50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" y="2511"/>
                <a:ext cx="155" cy="115"/>
              </a:xfrm>
              <a:custGeom>
                <a:avLst/>
                <a:gdLst>
                  <a:gd name="T0" fmla="*/ 0 w 151"/>
                  <a:gd name="T1" fmla="*/ 0 h 112"/>
                  <a:gd name="T2" fmla="*/ 176 w 151"/>
                  <a:gd name="T3" fmla="*/ 130 h 112"/>
                  <a:gd name="T4" fmla="*/ 0 w 151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2">
                    <a:moveTo>
                      <a:pt x="0" y="0"/>
                    </a:moveTo>
                    <a:cubicBezTo>
                      <a:pt x="151" y="112"/>
                      <a:pt x="151" y="112"/>
                      <a:pt x="151" y="112"/>
                    </a:cubicBezTo>
                    <a:cubicBezTo>
                      <a:pt x="151" y="112"/>
                      <a:pt x="50" y="17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89" name="Freeform 817">
                <a:extLst>
                  <a:ext uri="{FF2B5EF4-FFF2-40B4-BE49-F238E27FC236}">
                    <a16:creationId xmlns:a16="http://schemas.microsoft.com/office/drawing/2014/main" id="{8A55AE11-38B4-492A-9BAC-E4C13671F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" y="2488"/>
                <a:ext cx="20" cy="24"/>
              </a:xfrm>
              <a:custGeom>
                <a:avLst/>
                <a:gdLst>
                  <a:gd name="T0" fmla="*/ 0 w 19"/>
                  <a:gd name="T1" fmla="*/ 23 h 23"/>
                  <a:gd name="T2" fmla="*/ 20 w 19"/>
                  <a:gd name="T3" fmla="*/ 0 h 23"/>
                  <a:gd name="T4" fmla="*/ 20 w 19"/>
                  <a:gd name="T5" fmla="*/ 21 h 23"/>
                  <a:gd name="T6" fmla="*/ 0 w 19"/>
                  <a:gd name="T7" fmla="*/ 2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17"/>
                    </a:moveTo>
                    <a:cubicBezTo>
                      <a:pt x="10" y="23"/>
                      <a:pt x="14" y="5"/>
                      <a:pt x="14" y="0"/>
                    </a:cubicBezTo>
                    <a:cubicBezTo>
                      <a:pt x="17" y="5"/>
                      <a:pt x="19" y="9"/>
                      <a:pt x="14" y="15"/>
                    </a:cubicBezTo>
                    <a:cubicBezTo>
                      <a:pt x="10" y="19"/>
                      <a:pt x="5" y="21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0" name="Freeform 818">
                <a:extLst>
                  <a:ext uri="{FF2B5EF4-FFF2-40B4-BE49-F238E27FC236}">
                    <a16:creationId xmlns:a16="http://schemas.microsoft.com/office/drawing/2014/main" id="{A3A05FD2-5056-44C3-8539-B3480E901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2495"/>
                <a:ext cx="146" cy="119"/>
              </a:xfrm>
              <a:custGeom>
                <a:avLst/>
                <a:gdLst>
                  <a:gd name="T0" fmla="*/ 0 w 143"/>
                  <a:gd name="T1" fmla="*/ 0 h 117"/>
                  <a:gd name="T2" fmla="*/ 161 w 143"/>
                  <a:gd name="T3" fmla="*/ 129 h 117"/>
                  <a:gd name="T4" fmla="*/ 0 w 143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7">
                    <a:moveTo>
                      <a:pt x="0" y="0"/>
                    </a:moveTo>
                    <a:cubicBezTo>
                      <a:pt x="143" y="117"/>
                      <a:pt x="143" y="117"/>
                      <a:pt x="143" y="117"/>
                    </a:cubicBezTo>
                    <a:cubicBezTo>
                      <a:pt x="143" y="117"/>
                      <a:pt x="3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1" name="Freeform 819">
                <a:extLst>
                  <a:ext uri="{FF2B5EF4-FFF2-40B4-BE49-F238E27FC236}">
                    <a16:creationId xmlns:a16="http://schemas.microsoft.com/office/drawing/2014/main" id="{B88D2787-7512-4E06-AEDB-C7E53D0A7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2485"/>
                <a:ext cx="178" cy="147"/>
              </a:xfrm>
              <a:custGeom>
                <a:avLst/>
                <a:gdLst>
                  <a:gd name="T0" fmla="*/ 194 w 174"/>
                  <a:gd name="T1" fmla="*/ 150 h 143"/>
                  <a:gd name="T2" fmla="*/ 195 w 174"/>
                  <a:gd name="T3" fmla="*/ 163 h 143"/>
                  <a:gd name="T4" fmla="*/ 195 w 174"/>
                  <a:gd name="T5" fmla="*/ 163 h 143"/>
                  <a:gd name="T6" fmla="*/ 183 w 174"/>
                  <a:gd name="T7" fmla="*/ 164 h 143"/>
                  <a:gd name="T8" fmla="*/ 4 w 174"/>
                  <a:gd name="T9" fmla="*/ 31 h 143"/>
                  <a:gd name="T10" fmla="*/ 6 w 174"/>
                  <a:gd name="T11" fmla="*/ 8 h 143"/>
                  <a:gd name="T12" fmla="*/ 6 w 174"/>
                  <a:gd name="T13" fmla="*/ 8 h 143"/>
                  <a:gd name="T14" fmla="*/ 28 w 174"/>
                  <a:gd name="T15" fmla="*/ 3 h 143"/>
                  <a:gd name="T16" fmla="*/ 194 w 174"/>
                  <a:gd name="T17" fmla="*/ 150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170" y="126"/>
                    </a:moveTo>
                    <a:cubicBezTo>
                      <a:pt x="174" y="129"/>
                      <a:pt x="174" y="135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2"/>
                      <a:pt x="163" y="143"/>
                      <a:pt x="159" y="14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0" y="22"/>
                      <a:pt x="1" y="14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1" y="2"/>
                      <a:pt x="18" y="0"/>
                      <a:pt x="22" y="3"/>
                    </a:cubicBezTo>
                    <a:lnTo>
                      <a:pt x="170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2" name="Freeform 820">
                <a:extLst>
                  <a:ext uri="{FF2B5EF4-FFF2-40B4-BE49-F238E27FC236}">
                    <a16:creationId xmlns:a16="http://schemas.microsoft.com/office/drawing/2014/main" id="{2610F4A9-2743-4A38-A64C-515B0A8E9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2701"/>
                <a:ext cx="212" cy="70"/>
              </a:xfrm>
              <a:custGeom>
                <a:avLst/>
                <a:gdLst>
                  <a:gd name="T0" fmla="*/ 230 w 207"/>
                  <a:gd name="T1" fmla="*/ 58 h 68"/>
                  <a:gd name="T2" fmla="*/ 237 w 207"/>
                  <a:gd name="T3" fmla="*/ 72 h 68"/>
                  <a:gd name="T4" fmla="*/ 237 w 207"/>
                  <a:gd name="T5" fmla="*/ 72 h 68"/>
                  <a:gd name="T6" fmla="*/ 226 w 207"/>
                  <a:gd name="T7" fmla="*/ 79 h 68"/>
                  <a:gd name="T8" fmla="*/ 7 w 207"/>
                  <a:gd name="T9" fmla="*/ 35 h 68"/>
                  <a:gd name="T10" fmla="*/ 1 w 207"/>
                  <a:gd name="T11" fmla="*/ 13 h 68"/>
                  <a:gd name="T12" fmla="*/ 1 w 207"/>
                  <a:gd name="T13" fmla="*/ 13 h 68"/>
                  <a:gd name="T14" fmla="*/ 13 w 207"/>
                  <a:gd name="T15" fmla="*/ 1 h 68"/>
                  <a:gd name="T16" fmla="*/ 230 w 207"/>
                  <a:gd name="T17" fmla="*/ 58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68">
                    <a:moveTo>
                      <a:pt x="200" y="49"/>
                    </a:moveTo>
                    <a:cubicBezTo>
                      <a:pt x="204" y="51"/>
                      <a:pt x="207" y="55"/>
                      <a:pt x="206" y="60"/>
                    </a:cubicBezTo>
                    <a:cubicBezTo>
                      <a:pt x="206" y="60"/>
                      <a:pt x="206" y="60"/>
                      <a:pt x="206" y="60"/>
                    </a:cubicBezTo>
                    <a:cubicBezTo>
                      <a:pt x="205" y="65"/>
                      <a:pt x="201" y="68"/>
                      <a:pt x="196" y="67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2" y="28"/>
                      <a:pt x="0" y="21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3" y="6"/>
                      <a:pt x="8" y="0"/>
                      <a:pt x="13" y="1"/>
                    </a:cubicBezTo>
                    <a:lnTo>
                      <a:pt x="200" y="49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3" name="Freeform 821">
                <a:extLst>
                  <a:ext uri="{FF2B5EF4-FFF2-40B4-BE49-F238E27FC236}">
                    <a16:creationId xmlns:a16="http://schemas.microsoft.com/office/drawing/2014/main" id="{88EA83DF-F27A-43B6-B171-825747067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2723"/>
                <a:ext cx="190" cy="43"/>
              </a:xfrm>
              <a:custGeom>
                <a:avLst/>
                <a:gdLst>
                  <a:gd name="T0" fmla="*/ 0 w 185"/>
                  <a:gd name="T1" fmla="*/ 6 h 42"/>
                  <a:gd name="T2" fmla="*/ 217 w 185"/>
                  <a:gd name="T3" fmla="*/ 48 h 42"/>
                  <a:gd name="T4" fmla="*/ 0 w 185"/>
                  <a:gd name="T5" fmla="*/ 6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42">
                    <a:moveTo>
                      <a:pt x="0" y="6"/>
                    </a:move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53" y="0"/>
                      <a:pt x="0" y="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4" name="Freeform 822">
                <a:extLst>
                  <a:ext uri="{FF2B5EF4-FFF2-40B4-BE49-F238E27FC236}">
                    <a16:creationId xmlns:a16="http://schemas.microsoft.com/office/drawing/2014/main" id="{10EF5891-3590-4C4E-A221-6B2716C6F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2704"/>
                <a:ext cx="15" cy="24"/>
              </a:xfrm>
              <a:custGeom>
                <a:avLst/>
                <a:gdLst>
                  <a:gd name="T0" fmla="*/ 0 w 14"/>
                  <a:gd name="T1" fmla="*/ 28 h 23"/>
                  <a:gd name="T2" fmla="*/ 5 w 14"/>
                  <a:gd name="T3" fmla="*/ 0 h 23"/>
                  <a:gd name="T4" fmla="*/ 18 w 14"/>
                  <a:gd name="T5" fmla="*/ 20 h 23"/>
                  <a:gd name="T6" fmla="*/ 1 w 14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3">
                    <a:moveTo>
                      <a:pt x="0" y="22"/>
                    </a:moveTo>
                    <a:cubicBezTo>
                      <a:pt x="11" y="23"/>
                      <a:pt x="8" y="6"/>
                      <a:pt x="5" y="0"/>
                    </a:cubicBezTo>
                    <a:cubicBezTo>
                      <a:pt x="11" y="4"/>
                      <a:pt x="14" y="7"/>
                      <a:pt x="12" y="14"/>
                    </a:cubicBezTo>
                    <a:cubicBezTo>
                      <a:pt x="10" y="19"/>
                      <a:pt x="6" y="23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5" name="Freeform 823">
                <a:extLst>
                  <a:ext uri="{FF2B5EF4-FFF2-40B4-BE49-F238E27FC236}">
                    <a16:creationId xmlns:a16="http://schemas.microsoft.com/office/drawing/2014/main" id="{CC1D55E8-EE0C-45A0-A0B2-D7B03CAD7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706"/>
                <a:ext cx="184" cy="45"/>
              </a:xfrm>
              <a:custGeom>
                <a:avLst/>
                <a:gdLst>
                  <a:gd name="T0" fmla="*/ 0 w 180"/>
                  <a:gd name="T1" fmla="*/ 0 h 44"/>
                  <a:gd name="T2" fmla="*/ 204 w 180"/>
                  <a:gd name="T3" fmla="*/ 50 h 44"/>
                  <a:gd name="T4" fmla="*/ 0 w 180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44">
                    <a:moveTo>
                      <a:pt x="0" y="0"/>
                    </a:moveTo>
                    <a:cubicBezTo>
                      <a:pt x="180" y="44"/>
                      <a:pt x="180" y="44"/>
                      <a:pt x="180" y="44"/>
                    </a:cubicBezTo>
                    <a:cubicBezTo>
                      <a:pt x="180" y="44"/>
                      <a:pt x="7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6" name="Freeform 824">
                <a:extLst>
                  <a:ext uri="{FF2B5EF4-FFF2-40B4-BE49-F238E27FC236}">
                    <a16:creationId xmlns:a16="http://schemas.microsoft.com/office/drawing/2014/main" id="{E615A4DD-4CDD-46DE-8ACB-60D9EC7C7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2701"/>
                <a:ext cx="213" cy="70"/>
              </a:xfrm>
              <a:custGeom>
                <a:avLst/>
                <a:gdLst>
                  <a:gd name="T0" fmla="*/ 230 w 208"/>
                  <a:gd name="T1" fmla="*/ 60 h 68"/>
                  <a:gd name="T2" fmla="*/ 238 w 208"/>
                  <a:gd name="T3" fmla="*/ 72 h 68"/>
                  <a:gd name="T4" fmla="*/ 238 w 208"/>
                  <a:gd name="T5" fmla="*/ 72 h 68"/>
                  <a:gd name="T6" fmla="*/ 227 w 208"/>
                  <a:gd name="T7" fmla="*/ 79 h 68"/>
                  <a:gd name="T8" fmla="*/ 7 w 208"/>
                  <a:gd name="T9" fmla="*/ 35 h 68"/>
                  <a:gd name="T10" fmla="*/ 2 w 208"/>
                  <a:gd name="T11" fmla="*/ 13 h 68"/>
                  <a:gd name="T12" fmla="*/ 2 w 208"/>
                  <a:gd name="T13" fmla="*/ 13 h 68"/>
                  <a:gd name="T14" fmla="*/ 14 w 208"/>
                  <a:gd name="T15" fmla="*/ 2 h 68"/>
                  <a:gd name="T16" fmla="*/ 230 w 208"/>
                  <a:gd name="T17" fmla="*/ 60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8" h="68">
                    <a:moveTo>
                      <a:pt x="200" y="50"/>
                    </a:moveTo>
                    <a:cubicBezTo>
                      <a:pt x="205" y="51"/>
                      <a:pt x="208" y="56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6" y="65"/>
                      <a:pt x="201" y="68"/>
                      <a:pt x="197" y="67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3" y="28"/>
                      <a:pt x="0" y="21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6"/>
                      <a:pt x="9" y="0"/>
                      <a:pt x="14" y="2"/>
                    </a:cubicBezTo>
                    <a:lnTo>
                      <a:pt x="200" y="5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7" name="Freeform 825">
                <a:extLst>
                  <a:ext uri="{FF2B5EF4-FFF2-40B4-BE49-F238E27FC236}">
                    <a16:creationId xmlns:a16="http://schemas.microsoft.com/office/drawing/2014/main" id="{E8089EBA-E6CF-4A34-A2FD-7E80DCBB9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931"/>
                <a:ext cx="215" cy="29"/>
              </a:xfrm>
              <a:custGeom>
                <a:avLst/>
                <a:gdLst>
                  <a:gd name="T0" fmla="*/ 232 w 210"/>
                  <a:gd name="T1" fmla="*/ 10 h 28"/>
                  <a:gd name="T2" fmla="*/ 241 w 210"/>
                  <a:gd name="T3" fmla="*/ 25 h 28"/>
                  <a:gd name="T4" fmla="*/ 241 w 210"/>
                  <a:gd name="T5" fmla="*/ 25 h 28"/>
                  <a:gd name="T6" fmla="*/ 231 w 210"/>
                  <a:gd name="T7" fmla="*/ 34 h 28"/>
                  <a:gd name="T8" fmla="*/ 8 w 210"/>
                  <a:gd name="T9" fmla="*/ 34 h 28"/>
                  <a:gd name="T10" fmla="*/ 0 w 210"/>
                  <a:gd name="T11" fmla="*/ 20 h 28"/>
                  <a:gd name="T12" fmla="*/ 0 w 210"/>
                  <a:gd name="T13" fmla="*/ 20 h 28"/>
                  <a:gd name="T14" fmla="*/ 9 w 210"/>
                  <a:gd name="T15" fmla="*/ 0 h 28"/>
                  <a:gd name="T16" fmla="*/ 232 w 210"/>
                  <a:gd name="T17" fmla="*/ 1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8">
                    <a:moveTo>
                      <a:pt x="202" y="10"/>
                    </a:moveTo>
                    <a:cubicBezTo>
                      <a:pt x="207" y="10"/>
                      <a:pt x="210" y="14"/>
                      <a:pt x="210" y="19"/>
                    </a:cubicBezTo>
                    <a:cubicBezTo>
                      <a:pt x="210" y="19"/>
                      <a:pt x="210" y="19"/>
                      <a:pt x="210" y="19"/>
                    </a:cubicBezTo>
                    <a:cubicBezTo>
                      <a:pt x="210" y="24"/>
                      <a:pt x="206" y="28"/>
                      <a:pt x="201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4" y="28"/>
                      <a:pt x="0" y="2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4" y="0"/>
                      <a:pt x="9" y="0"/>
                    </a:cubicBezTo>
                    <a:lnTo>
                      <a:pt x="202" y="10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8" name="Freeform 826">
                <a:extLst>
                  <a:ext uri="{FF2B5EF4-FFF2-40B4-BE49-F238E27FC236}">
                    <a16:creationId xmlns:a16="http://schemas.microsoft.com/office/drawing/2014/main" id="{C9E03EDD-9275-43C6-AC2D-0A25579D5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" y="2941"/>
                <a:ext cx="191" cy="16"/>
              </a:xfrm>
              <a:custGeom>
                <a:avLst/>
                <a:gdLst>
                  <a:gd name="T0" fmla="*/ 0 w 187"/>
                  <a:gd name="T1" fmla="*/ 16 h 16"/>
                  <a:gd name="T2" fmla="*/ 211 w 187"/>
                  <a:gd name="T3" fmla="*/ 16 h 16"/>
                  <a:gd name="T4" fmla="*/ 0 w 187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7" h="16">
                    <a:moveTo>
                      <a:pt x="0" y="16"/>
                    </a:moveTo>
                    <a:cubicBezTo>
                      <a:pt x="187" y="16"/>
                      <a:pt x="187" y="16"/>
                      <a:pt x="187" y="16"/>
                    </a:cubicBezTo>
                    <a:cubicBezTo>
                      <a:pt x="187" y="16"/>
                      <a:pt x="50" y="0"/>
                      <a:pt x="0" y="1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99" name="Freeform 827">
                <a:extLst>
                  <a:ext uri="{FF2B5EF4-FFF2-40B4-BE49-F238E27FC236}">
                    <a16:creationId xmlns:a16="http://schemas.microsoft.com/office/drawing/2014/main" id="{FB846893-35E6-40E3-B5D8-60B9899F1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" y="2933"/>
                <a:ext cx="11" cy="25"/>
              </a:xfrm>
              <a:custGeom>
                <a:avLst/>
                <a:gdLst>
                  <a:gd name="T0" fmla="*/ 0 w 11"/>
                  <a:gd name="T1" fmla="*/ 29 h 24"/>
                  <a:gd name="T2" fmla="*/ 1 w 11"/>
                  <a:gd name="T3" fmla="*/ 0 h 24"/>
                  <a:gd name="T4" fmla="*/ 10 w 11"/>
                  <a:gd name="T5" fmla="*/ 19 h 24"/>
                  <a:gd name="T6" fmla="*/ 1 w 11"/>
                  <a:gd name="T7" fmla="*/ 3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4">
                    <a:moveTo>
                      <a:pt x="0" y="23"/>
                    </a:moveTo>
                    <a:cubicBezTo>
                      <a:pt x="11" y="21"/>
                      <a:pt x="4" y="5"/>
                      <a:pt x="1" y="0"/>
                    </a:cubicBezTo>
                    <a:cubicBezTo>
                      <a:pt x="7" y="2"/>
                      <a:pt x="11" y="5"/>
                      <a:pt x="10" y="13"/>
                    </a:cubicBezTo>
                    <a:cubicBezTo>
                      <a:pt x="9" y="18"/>
                      <a:pt x="7" y="23"/>
                      <a:pt x="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0" name="Freeform 828">
                <a:extLst>
                  <a:ext uri="{FF2B5EF4-FFF2-40B4-BE49-F238E27FC236}">
                    <a16:creationId xmlns:a16="http://schemas.microsoft.com/office/drawing/2014/main" id="{AFBA2B17-DC3E-4E8C-8307-B46634BCD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" y="2933"/>
                <a:ext cx="190" cy="9"/>
              </a:xfrm>
              <a:custGeom>
                <a:avLst/>
                <a:gdLst>
                  <a:gd name="T0" fmla="*/ 0 w 185"/>
                  <a:gd name="T1" fmla="*/ 0 h 8"/>
                  <a:gd name="T2" fmla="*/ 217 w 185"/>
                  <a:gd name="T3" fmla="*/ 16 h 8"/>
                  <a:gd name="T4" fmla="*/ 0 w 18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8">
                    <a:moveTo>
                      <a:pt x="0" y="0"/>
                    </a:move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8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1" name="Freeform 829">
                <a:extLst>
                  <a:ext uri="{FF2B5EF4-FFF2-40B4-BE49-F238E27FC236}">
                    <a16:creationId xmlns:a16="http://schemas.microsoft.com/office/drawing/2014/main" id="{03493A8F-21F5-4785-B323-0A690E6DC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2931"/>
                <a:ext cx="216" cy="29"/>
              </a:xfrm>
              <a:custGeom>
                <a:avLst/>
                <a:gdLst>
                  <a:gd name="T0" fmla="*/ 232 w 211"/>
                  <a:gd name="T1" fmla="*/ 11 h 28"/>
                  <a:gd name="T2" fmla="*/ 242 w 211"/>
                  <a:gd name="T3" fmla="*/ 26 h 28"/>
                  <a:gd name="T4" fmla="*/ 242 w 211"/>
                  <a:gd name="T5" fmla="*/ 26 h 28"/>
                  <a:gd name="T6" fmla="*/ 232 w 211"/>
                  <a:gd name="T7" fmla="*/ 34 h 28"/>
                  <a:gd name="T8" fmla="*/ 9 w 211"/>
                  <a:gd name="T9" fmla="*/ 34 h 28"/>
                  <a:gd name="T10" fmla="*/ 1 w 211"/>
                  <a:gd name="T11" fmla="*/ 20 h 28"/>
                  <a:gd name="T12" fmla="*/ 1 w 211"/>
                  <a:gd name="T13" fmla="*/ 20 h 28"/>
                  <a:gd name="T14" fmla="*/ 10 w 211"/>
                  <a:gd name="T15" fmla="*/ 0 h 28"/>
                  <a:gd name="T16" fmla="*/ 232 w 211"/>
                  <a:gd name="T17" fmla="*/ 11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8">
                    <a:moveTo>
                      <a:pt x="202" y="11"/>
                    </a:moveTo>
                    <a:cubicBezTo>
                      <a:pt x="207" y="11"/>
                      <a:pt x="211" y="15"/>
                      <a:pt x="211" y="20"/>
                    </a:cubicBezTo>
                    <a:cubicBezTo>
                      <a:pt x="211" y="20"/>
                      <a:pt x="211" y="20"/>
                      <a:pt x="211" y="20"/>
                    </a:cubicBezTo>
                    <a:cubicBezTo>
                      <a:pt x="211" y="25"/>
                      <a:pt x="207" y="28"/>
                      <a:pt x="202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4" y="28"/>
                      <a:pt x="0" y="22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6"/>
                      <a:pt x="5" y="0"/>
                      <a:pt x="10" y="0"/>
                    </a:cubicBezTo>
                    <a:lnTo>
                      <a:pt x="202" y="1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2" name="Freeform 830">
                <a:extLst>
                  <a:ext uri="{FF2B5EF4-FFF2-40B4-BE49-F238E27FC236}">
                    <a16:creationId xmlns:a16="http://schemas.microsoft.com/office/drawing/2014/main" id="{7989F2E4-0541-4D09-9236-5E1A5D8FF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3164"/>
                <a:ext cx="211" cy="76"/>
              </a:xfrm>
              <a:custGeom>
                <a:avLst/>
                <a:gdLst>
                  <a:gd name="T0" fmla="*/ 219 w 207"/>
                  <a:gd name="T1" fmla="*/ 1 h 74"/>
                  <a:gd name="T2" fmla="*/ 230 w 207"/>
                  <a:gd name="T3" fmla="*/ 7 h 74"/>
                  <a:gd name="T4" fmla="*/ 230 w 207"/>
                  <a:gd name="T5" fmla="*/ 7 h 74"/>
                  <a:gd name="T6" fmla="*/ 223 w 207"/>
                  <a:gd name="T7" fmla="*/ 18 h 74"/>
                  <a:gd name="T8" fmla="*/ 15 w 207"/>
                  <a:gd name="T9" fmla="*/ 85 h 74"/>
                  <a:gd name="T10" fmla="*/ 2 w 207"/>
                  <a:gd name="T11" fmla="*/ 74 h 74"/>
                  <a:gd name="T12" fmla="*/ 2 w 207"/>
                  <a:gd name="T13" fmla="*/ 74 h 74"/>
                  <a:gd name="T14" fmla="*/ 7 w 207"/>
                  <a:gd name="T15" fmla="*/ 52 h 74"/>
                  <a:gd name="T16" fmla="*/ 219 w 207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4">
                    <a:moveTo>
                      <a:pt x="195" y="1"/>
                    </a:moveTo>
                    <a:cubicBezTo>
                      <a:pt x="200" y="0"/>
                      <a:pt x="204" y="3"/>
                      <a:pt x="206" y="7"/>
                    </a:cubicBezTo>
                    <a:cubicBezTo>
                      <a:pt x="206" y="7"/>
                      <a:pt x="206" y="7"/>
                      <a:pt x="206" y="7"/>
                    </a:cubicBezTo>
                    <a:cubicBezTo>
                      <a:pt x="207" y="12"/>
                      <a:pt x="204" y="17"/>
                      <a:pt x="199" y="18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0" y="74"/>
                      <a:pt x="4" y="69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4"/>
                      <a:pt x="2" y="47"/>
                      <a:pt x="7" y="46"/>
                    </a:cubicBezTo>
                    <a:lnTo>
                      <a:pt x="195" y="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3" name="Freeform 831">
                <a:extLst>
                  <a:ext uri="{FF2B5EF4-FFF2-40B4-BE49-F238E27FC236}">
                    <a16:creationId xmlns:a16="http://schemas.microsoft.com/office/drawing/2014/main" id="{5FDA5389-95CA-4592-9EDB-23D67F0E2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3180"/>
                <a:ext cx="184" cy="55"/>
              </a:xfrm>
              <a:custGeom>
                <a:avLst/>
                <a:gdLst>
                  <a:gd name="T0" fmla="*/ 0 w 180"/>
                  <a:gd name="T1" fmla="*/ 60 h 54"/>
                  <a:gd name="T2" fmla="*/ 204 w 180"/>
                  <a:gd name="T3" fmla="*/ 0 h 54"/>
                  <a:gd name="T4" fmla="*/ 0 w 180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4">
                    <a:moveTo>
                      <a:pt x="0" y="54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43" y="25"/>
                      <a:pt x="0" y="5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4" name="Freeform 832">
                <a:extLst>
                  <a:ext uri="{FF2B5EF4-FFF2-40B4-BE49-F238E27FC236}">
                    <a16:creationId xmlns:a16="http://schemas.microsoft.com/office/drawing/2014/main" id="{85AD41A5-AC73-4879-B2D4-18D8B5D26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" y="3215"/>
                <a:ext cx="16" cy="22"/>
              </a:xfrm>
              <a:custGeom>
                <a:avLst/>
                <a:gdLst>
                  <a:gd name="T0" fmla="*/ 5 w 16"/>
                  <a:gd name="T1" fmla="*/ 22 h 22"/>
                  <a:gd name="T2" fmla="*/ 0 w 16"/>
                  <a:gd name="T3" fmla="*/ 0 h 22"/>
                  <a:gd name="T4" fmla="*/ 12 w 16"/>
                  <a:gd name="T5" fmla="*/ 9 h 22"/>
                  <a:gd name="T6" fmla="*/ 7 w 16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5" y="22"/>
                    </a:moveTo>
                    <a:cubicBezTo>
                      <a:pt x="16" y="17"/>
                      <a:pt x="4" y="4"/>
                      <a:pt x="0" y="0"/>
                    </a:cubicBezTo>
                    <a:cubicBezTo>
                      <a:pt x="6" y="1"/>
                      <a:pt x="11" y="2"/>
                      <a:pt x="12" y="9"/>
                    </a:cubicBezTo>
                    <a:cubicBezTo>
                      <a:pt x="13" y="14"/>
                      <a:pt x="12" y="20"/>
                      <a:pt x="7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5" name="Freeform 833">
                <a:extLst>
                  <a:ext uri="{FF2B5EF4-FFF2-40B4-BE49-F238E27FC236}">
                    <a16:creationId xmlns:a16="http://schemas.microsoft.com/office/drawing/2014/main" id="{B41FCB56-D1D4-4AE5-B301-CF06795DC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" y="3166"/>
                <a:ext cx="184" cy="48"/>
              </a:xfrm>
              <a:custGeom>
                <a:avLst/>
                <a:gdLst>
                  <a:gd name="T0" fmla="*/ 0 w 180"/>
                  <a:gd name="T1" fmla="*/ 51 h 47"/>
                  <a:gd name="T2" fmla="*/ 204 w 180"/>
                  <a:gd name="T3" fmla="*/ 0 h 47"/>
                  <a:gd name="T4" fmla="*/ 0 w 180"/>
                  <a:gd name="T5" fmla="*/ 51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47">
                    <a:moveTo>
                      <a:pt x="0" y="45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9" y="47"/>
                      <a:pt x="0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6" name="Freeform 834">
                <a:extLst>
                  <a:ext uri="{FF2B5EF4-FFF2-40B4-BE49-F238E27FC236}">
                    <a16:creationId xmlns:a16="http://schemas.microsoft.com/office/drawing/2014/main" id="{B2C32965-4D95-4D85-956F-871378D78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3164"/>
                <a:ext cx="211" cy="77"/>
              </a:xfrm>
              <a:custGeom>
                <a:avLst/>
                <a:gdLst>
                  <a:gd name="T0" fmla="*/ 219 w 207"/>
                  <a:gd name="T1" fmla="*/ 1 h 75"/>
                  <a:gd name="T2" fmla="*/ 229 w 207"/>
                  <a:gd name="T3" fmla="*/ 8 h 75"/>
                  <a:gd name="T4" fmla="*/ 229 w 207"/>
                  <a:gd name="T5" fmla="*/ 8 h 75"/>
                  <a:gd name="T6" fmla="*/ 223 w 207"/>
                  <a:gd name="T7" fmla="*/ 18 h 75"/>
                  <a:gd name="T8" fmla="*/ 14 w 207"/>
                  <a:gd name="T9" fmla="*/ 85 h 75"/>
                  <a:gd name="T10" fmla="*/ 2 w 207"/>
                  <a:gd name="T11" fmla="*/ 74 h 75"/>
                  <a:gd name="T12" fmla="*/ 2 w 207"/>
                  <a:gd name="T13" fmla="*/ 74 h 75"/>
                  <a:gd name="T14" fmla="*/ 7 w 207"/>
                  <a:gd name="T15" fmla="*/ 52 h 75"/>
                  <a:gd name="T16" fmla="*/ 219 w 207"/>
                  <a:gd name="T17" fmla="*/ 1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5">
                    <a:moveTo>
                      <a:pt x="195" y="1"/>
                    </a:moveTo>
                    <a:cubicBezTo>
                      <a:pt x="199" y="0"/>
                      <a:pt x="204" y="3"/>
                      <a:pt x="205" y="8"/>
                    </a:cubicBezTo>
                    <a:cubicBezTo>
                      <a:pt x="205" y="8"/>
                      <a:pt x="205" y="8"/>
                      <a:pt x="205" y="8"/>
                    </a:cubicBezTo>
                    <a:cubicBezTo>
                      <a:pt x="207" y="12"/>
                      <a:pt x="204" y="17"/>
                      <a:pt x="199" y="18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10" y="75"/>
                      <a:pt x="4" y="70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5"/>
                      <a:pt x="2" y="47"/>
                      <a:pt x="7" y="46"/>
                    </a:cubicBezTo>
                    <a:lnTo>
                      <a:pt x="195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7" name="Freeform 835">
                <a:extLst>
                  <a:ext uri="{FF2B5EF4-FFF2-40B4-BE49-F238E27FC236}">
                    <a16:creationId xmlns:a16="http://schemas.microsoft.com/office/drawing/2014/main" id="{7DE6B130-F39A-48C2-B9AB-923923A76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3275"/>
                <a:ext cx="190" cy="129"/>
              </a:xfrm>
              <a:custGeom>
                <a:avLst/>
                <a:gdLst>
                  <a:gd name="T0" fmla="*/ 195 w 186"/>
                  <a:gd name="T1" fmla="*/ 3 h 126"/>
                  <a:gd name="T2" fmla="*/ 207 w 186"/>
                  <a:gd name="T3" fmla="*/ 5 h 126"/>
                  <a:gd name="T4" fmla="*/ 207 w 186"/>
                  <a:gd name="T5" fmla="*/ 5 h 126"/>
                  <a:gd name="T6" fmla="*/ 204 w 186"/>
                  <a:gd name="T7" fmla="*/ 18 h 126"/>
                  <a:gd name="T8" fmla="*/ 19 w 186"/>
                  <a:gd name="T9" fmla="*/ 141 h 126"/>
                  <a:gd name="T10" fmla="*/ 4 w 186"/>
                  <a:gd name="T11" fmla="*/ 134 h 126"/>
                  <a:gd name="T12" fmla="*/ 4 w 186"/>
                  <a:gd name="T13" fmla="*/ 134 h 126"/>
                  <a:gd name="T14" fmla="*/ 4 w 186"/>
                  <a:gd name="T15" fmla="*/ 113 h 126"/>
                  <a:gd name="T16" fmla="*/ 195 w 186"/>
                  <a:gd name="T17" fmla="*/ 3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6">
                    <a:moveTo>
                      <a:pt x="171" y="3"/>
                    </a:moveTo>
                    <a:cubicBezTo>
                      <a:pt x="175" y="0"/>
                      <a:pt x="180" y="1"/>
                      <a:pt x="183" y="5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6" y="10"/>
                      <a:pt x="184" y="15"/>
                      <a:pt x="180" y="18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4" y="126"/>
                      <a:pt x="8" y="122"/>
                      <a:pt x="4" y="116"/>
                    </a:cubicBezTo>
                    <a:cubicBezTo>
                      <a:pt x="4" y="116"/>
                      <a:pt x="4" y="116"/>
                      <a:pt x="4" y="116"/>
                    </a:cubicBezTo>
                    <a:cubicBezTo>
                      <a:pt x="0" y="109"/>
                      <a:pt x="0" y="102"/>
                      <a:pt x="4" y="99"/>
                    </a:cubicBezTo>
                    <a:lnTo>
                      <a:pt x="171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8" name="Freeform 836">
                <a:extLst>
                  <a:ext uri="{FF2B5EF4-FFF2-40B4-BE49-F238E27FC236}">
                    <a16:creationId xmlns:a16="http://schemas.microsoft.com/office/drawing/2014/main" id="{B52DF981-411F-45D2-A697-0A786F45D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3290"/>
                <a:ext cx="160" cy="107"/>
              </a:xfrm>
              <a:custGeom>
                <a:avLst/>
                <a:gdLst>
                  <a:gd name="T0" fmla="*/ 0 w 157"/>
                  <a:gd name="T1" fmla="*/ 122 h 104"/>
                  <a:gd name="T2" fmla="*/ 175 w 157"/>
                  <a:gd name="T3" fmla="*/ 0 h 104"/>
                  <a:gd name="T4" fmla="*/ 0 w 157"/>
                  <a:gd name="T5" fmla="*/ 122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104">
                    <a:moveTo>
                      <a:pt x="0" y="104"/>
                    </a:moveTo>
                    <a:cubicBezTo>
                      <a:pt x="157" y="0"/>
                      <a:pt x="157" y="0"/>
                      <a:pt x="157" y="0"/>
                    </a:cubicBezTo>
                    <a:cubicBezTo>
                      <a:pt x="157" y="0"/>
                      <a:pt x="33" y="63"/>
                      <a:pt x="0" y="10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09" name="Freeform 837">
                <a:extLst>
                  <a:ext uri="{FF2B5EF4-FFF2-40B4-BE49-F238E27FC236}">
                    <a16:creationId xmlns:a16="http://schemas.microsoft.com/office/drawing/2014/main" id="{CFD1893C-5834-4376-8DC9-6DB9CFFB7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3379"/>
                <a:ext cx="22" cy="21"/>
              </a:xfrm>
              <a:custGeom>
                <a:avLst/>
                <a:gdLst>
                  <a:gd name="T0" fmla="*/ 18 w 21"/>
                  <a:gd name="T1" fmla="*/ 26 h 20"/>
                  <a:gd name="T2" fmla="*/ 0 w 21"/>
                  <a:gd name="T3" fmla="*/ 1 h 20"/>
                  <a:gd name="T4" fmla="*/ 21 w 21"/>
                  <a:gd name="T5" fmla="*/ 6 h 20"/>
                  <a:gd name="T6" fmla="*/ 19 w 21"/>
                  <a:gd name="T7" fmla="*/ 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2" y="20"/>
                    </a:moveTo>
                    <a:cubicBezTo>
                      <a:pt x="21" y="13"/>
                      <a:pt x="6" y="3"/>
                      <a:pt x="0" y="1"/>
                    </a:cubicBezTo>
                    <a:cubicBezTo>
                      <a:pt x="7" y="0"/>
                      <a:pt x="11" y="0"/>
                      <a:pt x="15" y="6"/>
                    </a:cubicBezTo>
                    <a:cubicBezTo>
                      <a:pt x="17" y="11"/>
                      <a:pt x="18" y="17"/>
                      <a:pt x="13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0" name="Freeform 838">
                <a:extLst>
                  <a:ext uri="{FF2B5EF4-FFF2-40B4-BE49-F238E27FC236}">
                    <a16:creationId xmlns:a16="http://schemas.microsoft.com/office/drawing/2014/main" id="{11805BC9-50B5-4C4A-B580-1AD03DA87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3278"/>
                <a:ext cx="164" cy="96"/>
              </a:xfrm>
              <a:custGeom>
                <a:avLst/>
                <a:gdLst>
                  <a:gd name="T0" fmla="*/ 0 w 160"/>
                  <a:gd name="T1" fmla="*/ 106 h 94"/>
                  <a:gd name="T2" fmla="*/ 184 w 160"/>
                  <a:gd name="T3" fmla="*/ 0 h 94"/>
                  <a:gd name="T4" fmla="*/ 0 w 160"/>
                  <a:gd name="T5" fmla="*/ 106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94">
                    <a:moveTo>
                      <a:pt x="0" y="94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0" y="93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1" name="Freeform 839">
                <a:extLst>
                  <a:ext uri="{FF2B5EF4-FFF2-40B4-BE49-F238E27FC236}">
                    <a16:creationId xmlns:a16="http://schemas.microsoft.com/office/drawing/2014/main" id="{65ABDF04-C3F5-46C3-96A1-87BA8F653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3275"/>
                <a:ext cx="189" cy="129"/>
              </a:xfrm>
              <a:custGeom>
                <a:avLst/>
                <a:gdLst>
                  <a:gd name="T0" fmla="*/ 195 w 185"/>
                  <a:gd name="T1" fmla="*/ 3 h 126"/>
                  <a:gd name="T2" fmla="*/ 207 w 185"/>
                  <a:gd name="T3" fmla="*/ 6 h 126"/>
                  <a:gd name="T4" fmla="*/ 207 w 185"/>
                  <a:gd name="T5" fmla="*/ 6 h 126"/>
                  <a:gd name="T6" fmla="*/ 204 w 185"/>
                  <a:gd name="T7" fmla="*/ 18 h 126"/>
                  <a:gd name="T8" fmla="*/ 19 w 185"/>
                  <a:gd name="T9" fmla="*/ 141 h 126"/>
                  <a:gd name="T10" fmla="*/ 4 w 185"/>
                  <a:gd name="T11" fmla="*/ 134 h 126"/>
                  <a:gd name="T12" fmla="*/ 4 w 185"/>
                  <a:gd name="T13" fmla="*/ 134 h 126"/>
                  <a:gd name="T14" fmla="*/ 4 w 185"/>
                  <a:gd name="T15" fmla="*/ 115 h 126"/>
                  <a:gd name="T16" fmla="*/ 195 w 185"/>
                  <a:gd name="T17" fmla="*/ 3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5" h="126">
                    <a:moveTo>
                      <a:pt x="171" y="3"/>
                    </a:moveTo>
                    <a:cubicBezTo>
                      <a:pt x="175" y="0"/>
                      <a:pt x="180" y="2"/>
                      <a:pt x="183" y="6"/>
                    </a:cubicBezTo>
                    <a:cubicBezTo>
                      <a:pt x="183" y="6"/>
                      <a:pt x="183" y="6"/>
                      <a:pt x="183" y="6"/>
                    </a:cubicBezTo>
                    <a:cubicBezTo>
                      <a:pt x="185" y="10"/>
                      <a:pt x="184" y="15"/>
                      <a:pt x="180" y="18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4" y="126"/>
                      <a:pt x="8" y="123"/>
                      <a:pt x="4" y="116"/>
                    </a:cubicBezTo>
                    <a:cubicBezTo>
                      <a:pt x="4" y="116"/>
                      <a:pt x="4" y="116"/>
                      <a:pt x="4" y="116"/>
                    </a:cubicBezTo>
                    <a:cubicBezTo>
                      <a:pt x="0" y="110"/>
                      <a:pt x="0" y="102"/>
                      <a:pt x="4" y="100"/>
                    </a:cubicBezTo>
                    <a:lnTo>
                      <a:pt x="171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2" name="Freeform 840">
                <a:extLst>
                  <a:ext uri="{FF2B5EF4-FFF2-40B4-BE49-F238E27FC236}">
                    <a16:creationId xmlns:a16="http://schemas.microsoft.com/office/drawing/2014/main" id="{7D985EDE-268B-4698-BD6E-35351BB7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3380"/>
                <a:ext cx="172" cy="153"/>
              </a:xfrm>
              <a:custGeom>
                <a:avLst/>
                <a:gdLst>
                  <a:gd name="T0" fmla="*/ 172 w 169"/>
                  <a:gd name="T1" fmla="*/ 3 h 149"/>
                  <a:gd name="T2" fmla="*/ 184 w 169"/>
                  <a:gd name="T3" fmla="*/ 4 h 149"/>
                  <a:gd name="T4" fmla="*/ 184 w 169"/>
                  <a:gd name="T5" fmla="*/ 4 h 149"/>
                  <a:gd name="T6" fmla="*/ 183 w 169"/>
                  <a:gd name="T7" fmla="*/ 16 h 149"/>
                  <a:gd name="T8" fmla="*/ 22 w 169"/>
                  <a:gd name="T9" fmla="*/ 169 h 149"/>
                  <a:gd name="T10" fmla="*/ 6 w 169"/>
                  <a:gd name="T11" fmla="*/ 165 h 149"/>
                  <a:gd name="T12" fmla="*/ 6 w 169"/>
                  <a:gd name="T13" fmla="*/ 165 h 149"/>
                  <a:gd name="T14" fmla="*/ 4 w 169"/>
                  <a:gd name="T15" fmla="*/ 145 h 149"/>
                  <a:gd name="T16" fmla="*/ 172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4" y="3"/>
                    </a:moveTo>
                    <a:cubicBezTo>
                      <a:pt x="157" y="0"/>
                      <a:pt x="163" y="0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9" y="7"/>
                      <a:pt x="169" y="13"/>
                      <a:pt x="165" y="16"/>
                    </a:cubicBezTo>
                    <a:cubicBezTo>
                      <a:pt x="22" y="145"/>
                      <a:pt x="22" y="145"/>
                      <a:pt x="22" y="145"/>
                    </a:cubicBezTo>
                    <a:cubicBezTo>
                      <a:pt x="18" y="149"/>
                      <a:pt x="11" y="146"/>
                      <a:pt x="6" y="141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" y="135"/>
                      <a:pt x="0" y="127"/>
                      <a:pt x="4" y="124"/>
                    </a:cubicBez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3" name="Freeform 841">
                <a:extLst>
                  <a:ext uri="{FF2B5EF4-FFF2-40B4-BE49-F238E27FC236}">
                    <a16:creationId xmlns:a16="http://schemas.microsoft.com/office/drawing/2014/main" id="{061B048C-30B1-44EA-951D-2A11D2DB4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3395"/>
                <a:ext cx="142" cy="129"/>
              </a:xfrm>
              <a:custGeom>
                <a:avLst/>
                <a:gdLst>
                  <a:gd name="T0" fmla="*/ 0 w 139"/>
                  <a:gd name="T1" fmla="*/ 139 h 127"/>
                  <a:gd name="T2" fmla="*/ 157 w 139"/>
                  <a:gd name="T3" fmla="*/ 0 h 127"/>
                  <a:gd name="T4" fmla="*/ 0 w 139"/>
                  <a:gd name="T5" fmla="*/ 139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7">
                    <a:moveTo>
                      <a:pt x="0" y="127"/>
                    </a:move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27" y="81"/>
                      <a:pt x="0" y="127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4" name="Freeform 842">
                <a:extLst>
                  <a:ext uri="{FF2B5EF4-FFF2-40B4-BE49-F238E27FC236}">
                    <a16:creationId xmlns:a16="http://schemas.microsoft.com/office/drawing/2014/main" id="{72C197CF-DD89-4945-91DE-76FEA4448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3508"/>
                <a:ext cx="22" cy="21"/>
              </a:xfrm>
              <a:custGeom>
                <a:avLst/>
                <a:gdLst>
                  <a:gd name="T0" fmla="*/ 14 w 22"/>
                  <a:gd name="T1" fmla="*/ 26 h 20"/>
                  <a:gd name="T2" fmla="*/ 0 w 22"/>
                  <a:gd name="T3" fmla="*/ 3 h 20"/>
                  <a:gd name="T4" fmla="*/ 15 w 22"/>
                  <a:gd name="T5" fmla="*/ 6 h 20"/>
                  <a:gd name="T6" fmla="*/ 16 w 22"/>
                  <a:gd name="T7" fmla="*/ 2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14" y="20"/>
                    </a:moveTo>
                    <a:cubicBezTo>
                      <a:pt x="22" y="12"/>
                      <a:pt x="6" y="4"/>
                      <a:pt x="0" y="3"/>
                    </a:cubicBezTo>
                    <a:cubicBezTo>
                      <a:pt x="6" y="1"/>
                      <a:pt x="10" y="0"/>
                      <a:pt x="15" y="6"/>
                    </a:cubicBezTo>
                    <a:cubicBezTo>
                      <a:pt x="18" y="10"/>
                      <a:pt x="19" y="16"/>
                      <a:pt x="1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5" name="Freeform 843">
                <a:extLst>
                  <a:ext uri="{FF2B5EF4-FFF2-40B4-BE49-F238E27FC236}">
                    <a16:creationId xmlns:a16="http://schemas.microsoft.com/office/drawing/2014/main" id="{28EB3358-5616-4B54-8423-042924017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3383"/>
                <a:ext cx="146" cy="120"/>
              </a:xfrm>
              <a:custGeom>
                <a:avLst/>
                <a:gdLst>
                  <a:gd name="T0" fmla="*/ 0 w 143"/>
                  <a:gd name="T1" fmla="*/ 135 h 117"/>
                  <a:gd name="T2" fmla="*/ 161 w 143"/>
                  <a:gd name="T3" fmla="*/ 0 h 117"/>
                  <a:gd name="T4" fmla="*/ 0 w 143"/>
                  <a:gd name="T5" fmla="*/ 135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7">
                    <a:moveTo>
                      <a:pt x="0" y="117"/>
                    </a:move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9" y="116"/>
                      <a:pt x="0" y="1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6" name="Freeform 844">
                <a:extLst>
                  <a:ext uri="{FF2B5EF4-FFF2-40B4-BE49-F238E27FC236}">
                    <a16:creationId xmlns:a16="http://schemas.microsoft.com/office/drawing/2014/main" id="{2E9EAFD4-241B-42C3-806A-E1604F15F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3380"/>
                <a:ext cx="172" cy="153"/>
              </a:xfrm>
              <a:custGeom>
                <a:avLst/>
                <a:gdLst>
                  <a:gd name="T0" fmla="*/ 172 w 169"/>
                  <a:gd name="T1" fmla="*/ 3 h 149"/>
                  <a:gd name="T2" fmla="*/ 184 w 169"/>
                  <a:gd name="T3" fmla="*/ 4 h 149"/>
                  <a:gd name="T4" fmla="*/ 184 w 169"/>
                  <a:gd name="T5" fmla="*/ 4 h 149"/>
                  <a:gd name="T6" fmla="*/ 183 w 169"/>
                  <a:gd name="T7" fmla="*/ 17 h 149"/>
                  <a:gd name="T8" fmla="*/ 22 w 169"/>
                  <a:gd name="T9" fmla="*/ 170 h 149"/>
                  <a:gd name="T10" fmla="*/ 6 w 169"/>
                  <a:gd name="T11" fmla="*/ 165 h 149"/>
                  <a:gd name="T12" fmla="*/ 6 w 169"/>
                  <a:gd name="T13" fmla="*/ 165 h 149"/>
                  <a:gd name="T14" fmla="*/ 4 w 169"/>
                  <a:gd name="T15" fmla="*/ 147 h 149"/>
                  <a:gd name="T16" fmla="*/ 172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4" y="3"/>
                    </a:moveTo>
                    <a:cubicBezTo>
                      <a:pt x="157" y="0"/>
                      <a:pt x="163" y="0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9" y="8"/>
                      <a:pt x="169" y="13"/>
                      <a:pt x="165" y="17"/>
                    </a:cubicBezTo>
                    <a:cubicBezTo>
                      <a:pt x="22" y="146"/>
                      <a:pt x="22" y="146"/>
                      <a:pt x="22" y="146"/>
                    </a:cubicBezTo>
                    <a:cubicBezTo>
                      <a:pt x="18" y="149"/>
                      <a:pt x="11" y="147"/>
                      <a:pt x="6" y="141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" y="135"/>
                      <a:pt x="0" y="128"/>
                      <a:pt x="4" y="125"/>
                    </a:cubicBezTo>
                    <a:lnTo>
                      <a:pt x="154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7" name="Freeform 845">
                <a:extLst>
                  <a:ext uri="{FF2B5EF4-FFF2-40B4-BE49-F238E27FC236}">
                    <a16:creationId xmlns:a16="http://schemas.microsoft.com/office/drawing/2014/main" id="{3F40CC00-CDB6-486B-A899-2B0DE749B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3511"/>
                <a:ext cx="150" cy="175"/>
              </a:xfrm>
              <a:custGeom>
                <a:avLst/>
                <a:gdLst>
                  <a:gd name="T0" fmla="*/ 149 w 147"/>
                  <a:gd name="T1" fmla="*/ 4 h 171"/>
                  <a:gd name="T2" fmla="*/ 161 w 147"/>
                  <a:gd name="T3" fmla="*/ 3 h 171"/>
                  <a:gd name="T4" fmla="*/ 161 w 147"/>
                  <a:gd name="T5" fmla="*/ 3 h 171"/>
                  <a:gd name="T6" fmla="*/ 162 w 147"/>
                  <a:gd name="T7" fmla="*/ 16 h 171"/>
                  <a:gd name="T8" fmla="*/ 31 w 147"/>
                  <a:gd name="T9" fmla="*/ 191 h 171"/>
                  <a:gd name="T10" fmla="*/ 8 w 147"/>
                  <a:gd name="T11" fmla="*/ 189 h 171"/>
                  <a:gd name="T12" fmla="*/ 8 w 147"/>
                  <a:gd name="T13" fmla="*/ 189 h 171"/>
                  <a:gd name="T14" fmla="*/ 3 w 147"/>
                  <a:gd name="T15" fmla="*/ 172 h 171"/>
                  <a:gd name="T16" fmla="*/ 149 w 147"/>
                  <a:gd name="T17" fmla="*/ 4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171">
                    <a:moveTo>
                      <a:pt x="131" y="4"/>
                    </a:moveTo>
                    <a:cubicBezTo>
                      <a:pt x="134" y="1"/>
                      <a:pt x="139" y="0"/>
                      <a:pt x="143" y="3"/>
                    </a:cubicBezTo>
                    <a:cubicBezTo>
                      <a:pt x="143" y="3"/>
                      <a:pt x="143" y="3"/>
                      <a:pt x="143" y="3"/>
                    </a:cubicBezTo>
                    <a:cubicBezTo>
                      <a:pt x="147" y="6"/>
                      <a:pt x="147" y="12"/>
                      <a:pt x="144" y="16"/>
                    </a:cubicBezTo>
                    <a:cubicBezTo>
                      <a:pt x="25" y="167"/>
                      <a:pt x="25" y="167"/>
                      <a:pt x="25" y="167"/>
                    </a:cubicBezTo>
                    <a:cubicBezTo>
                      <a:pt x="22" y="171"/>
                      <a:pt x="14" y="170"/>
                      <a:pt x="8" y="165"/>
                    </a:cubicBezTo>
                    <a:cubicBezTo>
                      <a:pt x="8" y="165"/>
                      <a:pt x="8" y="165"/>
                      <a:pt x="8" y="165"/>
                    </a:cubicBezTo>
                    <a:cubicBezTo>
                      <a:pt x="2" y="160"/>
                      <a:pt x="0" y="153"/>
                      <a:pt x="3" y="149"/>
                    </a:cubicBezTo>
                    <a:lnTo>
                      <a:pt x="131" y="4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8" name="Freeform 846">
                <a:extLst>
                  <a:ext uri="{FF2B5EF4-FFF2-40B4-BE49-F238E27FC236}">
                    <a16:creationId xmlns:a16="http://schemas.microsoft.com/office/drawing/2014/main" id="{909A039E-D8D8-4B64-A1CB-6AB9DEAD8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3526"/>
                <a:ext cx="118" cy="151"/>
              </a:xfrm>
              <a:custGeom>
                <a:avLst/>
                <a:gdLst>
                  <a:gd name="T0" fmla="*/ 0 w 116"/>
                  <a:gd name="T1" fmla="*/ 166 h 148"/>
                  <a:gd name="T2" fmla="*/ 128 w 116"/>
                  <a:gd name="T3" fmla="*/ 0 h 148"/>
                  <a:gd name="T4" fmla="*/ 0 w 116"/>
                  <a:gd name="T5" fmla="*/ 166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148">
                    <a:moveTo>
                      <a:pt x="0" y="148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16" y="0"/>
                      <a:pt x="19" y="99"/>
                      <a:pt x="0" y="148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19" name="Freeform 847">
                <a:extLst>
                  <a:ext uri="{FF2B5EF4-FFF2-40B4-BE49-F238E27FC236}">
                    <a16:creationId xmlns:a16="http://schemas.microsoft.com/office/drawing/2014/main" id="{55F72F6B-6984-4119-B4D3-8BDED3914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3663"/>
                <a:ext cx="24" cy="20"/>
              </a:xfrm>
              <a:custGeom>
                <a:avLst/>
                <a:gdLst>
                  <a:gd name="T0" fmla="*/ 23 w 23"/>
                  <a:gd name="T1" fmla="*/ 20 h 20"/>
                  <a:gd name="T2" fmla="*/ 0 w 23"/>
                  <a:gd name="T3" fmla="*/ 5 h 20"/>
                  <a:gd name="T4" fmla="*/ 21 w 23"/>
                  <a:gd name="T5" fmla="*/ 6 h 20"/>
                  <a:gd name="T6" fmla="*/ 24 w 23"/>
                  <a:gd name="T7" fmla="*/ 1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0">
                    <a:moveTo>
                      <a:pt x="17" y="20"/>
                    </a:moveTo>
                    <a:cubicBezTo>
                      <a:pt x="23" y="10"/>
                      <a:pt x="6" y="5"/>
                      <a:pt x="0" y="5"/>
                    </a:cubicBezTo>
                    <a:cubicBezTo>
                      <a:pt x="5" y="2"/>
                      <a:pt x="10" y="0"/>
                      <a:pt x="15" y="6"/>
                    </a:cubicBezTo>
                    <a:cubicBezTo>
                      <a:pt x="19" y="9"/>
                      <a:pt x="21" y="15"/>
                      <a:pt x="18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0" name="Freeform 848">
                <a:extLst>
                  <a:ext uri="{FF2B5EF4-FFF2-40B4-BE49-F238E27FC236}">
                    <a16:creationId xmlns:a16="http://schemas.microsoft.com/office/drawing/2014/main" id="{64DECB6E-6DAA-41F8-9339-ACED0D2A6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3515"/>
                <a:ext cx="125" cy="143"/>
              </a:xfrm>
              <a:custGeom>
                <a:avLst/>
                <a:gdLst>
                  <a:gd name="T0" fmla="*/ 0 w 122"/>
                  <a:gd name="T1" fmla="*/ 158 h 140"/>
                  <a:gd name="T2" fmla="*/ 140 w 122"/>
                  <a:gd name="T3" fmla="*/ 0 h 140"/>
                  <a:gd name="T4" fmla="*/ 0 w 122"/>
                  <a:gd name="T5" fmla="*/ 158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40">
                    <a:moveTo>
                      <a:pt x="0" y="140"/>
                    </a:moveTo>
                    <a:cubicBezTo>
                      <a:pt x="122" y="0"/>
                      <a:pt x="122" y="0"/>
                      <a:pt x="122" y="0"/>
                    </a:cubicBezTo>
                    <a:cubicBezTo>
                      <a:pt x="122" y="0"/>
                      <a:pt x="9" y="137"/>
                      <a:pt x="0" y="1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1" name="Freeform 849">
                <a:extLst>
                  <a:ext uri="{FF2B5EF4-FFF2-40B4-BE49-F238E27FC236}">
                    <a16:creationId xmlns:a16="http://schemas.microsoft.com/office/drawing/2014/main" id="{B6532E01-C0FB-4B01-BADA-DA2DFFB22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3512"/>
                <a:ext cx="151" cy="174"/>
              </a:xfrm>
              <a:custGeom>
                <a:avLst/>
                <a:gdLst>
                  <a:gd name="T0" fmla="*/ 149 w 148"/>
                  <a:gd name="T1" fmla="*/ 4 h 170"/>
                  <a:gd name="T2" fmla="*/ 161 w 148"/>
                  <a:gd name="T3" fmla="*/ 3 h 170"/>
                  <a:gd name="T4" fmla="*/ 161 w 148"/>
                  <a:gd name="T5" fmla="*/ 3 h 170"/>
                  <a:gd name="T6" fmla="*/ 162 w 148"/>
                  <a:gd name="T7" fmla="*/ 15 h 170"/>
                  <a:gd name="T8" fmla="*/ 31 w 148"/>
                  <a:gd name="T9" fmla="*/ 190 h 170"/>
                  <a:gd name="T10" fmla="*/ 8 w 148"/>
                  <a:gd name="T11" fmla="*/ 188 h 170"/>
                  <a:gd name="T12" fmla="*/ 8 w 148"/>
                  <a:gd name="T13" fmla="*/ 188 h 170"/>
                  <a:gd name="T14" fmla="*/ 3 w 148"/>
                  <a:gd name="T15" fmla="*/ 171 h 170"/>
                  <a:gd name="T16" fmla="*/ 149 w 148"/>
                  <a:gd name="T17" fmla="*/ 4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8" h="170">
                    <a:moveTo>
                      <a:pt x="131" y="4"/>
                    </a:moveTo>
                    <a:cubicBezTo>
                      <a:pt x="134" y="0"/>
                      <a:pt x="140" y="0"/>
                      <a:pt x="143" y="3"/>
                    </a:cubicBezTo>
                    <a:cubicBezTo>
                      <a:pt x="143" y="3"/>
                      <a:pt x="143" y="3"/>
                      <a:pt x="143" y="3"/>
                    </a:cubicBezTo>
                    <a:cubicBezTo>
                      <a:pt x="147" y="6"/>
                      <a:pt x="148" y="11"/>
                      <a:pt x="144" y="15"/>
                    </a:cubicBezTo>
                    <a:cubicBezTo>
                      <a:pt x="25" y="166"/>
                      <a:pt x="25" y="166"/>
                      <a:pt x="25" y="166"/>
                    </a:cubicBezTo>
                    <a:cubicBezTo>
                      <a:pt x="22" y="170"/>
                      <a:pt x="14" y="169"/>
                      <a:pt x="8" y="164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2" y="159"/>
                      <a:pt x="0" y="152"/>
                      <a:pt x="3" y="148"/>
                    </a:cubicBezTo>
                    <a:lnTo>
                      <a:pt x="131" y="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2" name="Freeform 850">
                <a:extLst>
                  <a:ext uri="{FF2B5EF4-FFF2-40B4-BE49-F238E27FC236}">
                    <a16:creationId xmlns:a16="http://schemas.microsoft.com/office/drawing/2014/main" id="{34544A39-CA0C-487C-A02F-429FF481D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3613"/>
                <a:ext cx="100" cy="205"/>
              </a:xfrm>
              <a:custGeom>
                <a:avLst/>
                <a:gdLst>
                  <a:gd name="T0" fmla="*/ 96 w 97"/>
                  <a:gd name="T1" fmla="*/ 7 h 200"/>
                  <a:gd name="T2" fmla="*/ 108 w 97"/>
                  <a:gd name="T3" fmla="*/ 2 h 200"/>
                  <a:gd name="T4" fmla="*/ 108 w 97"/>
                  <a:gd name="T5" fmla="*/ 2 h 200"/>
                  <a:gd name="T6" fmla="*/ 113 w 97"/>
                  <a:gd name="T7" fmla="*/ 14 h 200"/>
                  <a:gd name="T8" fmla="*/ 34 w 97"/>
                  <a:gd name="T9" fmla="*/ 224 h 200"/>
                  <a:gd name="T10" fmla="*/ 11 w 97"/>
                  <a:gd name="T11" fmla="*/ 228 h 200"/>
                  <a:gd name="T12" fmla="*/ 11 w 97"/>
                  <a:gd name="T13" fmla="*/ 228 h 200"/>
                  <a:gd name="T14" fmla="*/ 1 w 97"/>
                  <a:gd name="T15" fmla="*/ 214 h 200"/>
                  <a:gd name="T16" fmla="*/ 96 w 97"/>
                  <a:gd name="T17" fmla="*/ 7 h 2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200">
                    <a:moveTo>
                      <a:pt x="79" y="7"/>
                    </a:moveTo>
                    <a:cubicBezTo>
                      <a:pt x="81" y="3"/>
                      <a:pt x="86" y="0"/>
                      <a:pt x="90" y="2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95" y="4"/>
                      <a:pt x="97" y="9"/>
                      <a:pt x="95" y="14"/>
                    </a:cubicBezTo>
                    <a:cubicBezTo>
                      <a:pt x="28" y="194"/>
                      <a:pt x="28" y="194"/>
                      <a:pt x="28" y="194"/>
                    </a:cubicBezTo>
                    <a:cubicBezTo>
                      <a:pt x="26" y="199"/>
                      <a:pt x="18" y="200"/>
                      <a:pt x="11" y="197"/>
                    </a:cubicBezTo>
                    <a:cubicBezTo>
                      <a:pt x="11" y="197"/>
                      <a:pt x="11" y="197"/>
                      <a:pt x="11" y="197"/>
                    </a:cubicBezTo>
                    <a:cubicBezTo>
                      <a:pt x="4" y="194"/>
                      <a:pt x="0" y="188"/>
                      <a:pt x="1" y="184"/>
                    </a:cubicBezTo>
                    <a:lnTo>
                      <a:pt x="79" y="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3" name="Freeform 851">
                <a:extLst>
                  <a:ext uri="{FF2B5EF4-FFF2-40B4-BE49-F238E27FC236}">
                    <a16:creationId xmlns:a16="http://schemas.microsoft.com/office/drawing/2014/main" id="{C8F75EA6-497E-427B-A657-619A372EB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3627"/>
                <a:ext cx="66" cy="180"/>
              </a:xfrm>
              <a:custGeom>
                <a:avLst/>
                <a:gdLst>
                  <a:gd name="T0" fmla="*/ 0 w 65"/>
                  <a:gd name="T1" fmla="*/ 200 h 176"/>
                  <a:gd name="T2" fmla="*/ 71 w 65"/>
                  <a:gd name="T3" fmla="*/ 0 h 176"/>
                  <a:gd name="T4" fmla="*/ 0 w 65"/>
                  <a:gd name="T5" fmla="*/ 200 h 1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176">
                    <a:moveTo>
                      <a:pt x="0" y="176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2" y="124"/>
                      <a:pt x="0" y="17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4" name="Freeform 852">
                <a:extLst>
                  <a:ext uri="{FF2B5EF4-FFF2-40B4-BE49-F238E27FC236}">
                    <a16:creationId xmlns:a16="http://schemas.microsoft.com/office/drawing/2014/main" id="{3E9119CE-D303-46DD-BE20-D60569AB9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3798"/>
                <a:ext cx="24" cy="16"/>
              </a:xfrm>
              <a:custGeom>
                <a:avLst/>
                <a:gdLst>
                  <a:gd name="T0" fmla="*/ 26 w 23"/>
                  <a:gd name="T1" fmla="*/ 16 h 16"/>
                  <a:gd name="T2" fmla="*/ 0 w 23"/>
                  <a:gd name="T3" fmla="*/ 8 h 16"/>
                  <a:gd name="T4" fmla="*/ 20 w 23"/>
                  <a:gd name="T5" fmla="*/ 3 h 16"/>
                  <a:gd name="T6" fmla="*/ 28 w 23"/>
                  <a:gd name="T7" fmla="*/ 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6">
                    <a:moveTo>
                      <a:pt x="20" y="16"/>
                    </a:moveTo>
                    <a:cubicBezTo>
                      <a:pt x="23" y="5"/>
                      <a:pt x="5" y="6"/>
                      <a:pt x="0" y="8"/>
                    </a:cubicBezTo>
                    <a:cubicBezTo>
                      <a:pt x="4" y="3"/>
                      <a:pt x="8" y="0"/>
                      <a:pt x="14" y="3"/>
                    </a:cubicBezTo>
                    <a:cubicBezTo>
                      <a:pt x="19" y="6"/>
                      <a:pt x="23" y="10"/>
                      <a:pt x="22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5" name="Freeform 853">
                <a:extLst>
                  <a:ext uri="{FF2B5EF4-FFF2-40B4-BE49-F238E27FC236}">
                    <a16:creationId xmlns:a16="http://schemas.microsoft.com/office/drawing/2014/main" id="{F37E8EA4-F5C8-4133-B690-A40EE8E62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3621"/>
                <a:ext cx="75" cy="173"/>
              </a:xfrm>
              <a:custGeom>
                <a:avLst/>
                <a:gdLst>
                  <a:gd name="T0" fmla="*/ 0 w 73"/>
                  <a:gd name="T1" fmla="*/ 188 h 170"/>
                  <a:gd name="T2" fmla="*/ 85 w 73"/>
                  <a:gd name="T3" fmla="*/ 0 h 170"/>
                  <a:gd name="T4" fmla="*/ 0 w 73"/>
                  <a:gd name="T5" fmla="*/ 188 h 1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70">
                    <a:moveTo>
                      <a:pt x="0" y="170"/>
                    </a:moveTo>
                    <a:cubicBezTo>
                      <a:pt x="73" y="0"/>
                      <a:pt x="73" y="0"/>
                      <a:pt x="73" y="0"/>
                    </a:cubicBezTo>
                    <a:cubicBezTo>
                      <a:pt x="73" y="0"/>
                      <a:pt x="8" y="164"/>
                      <a:pt x="0" y="1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6" name="Freeform 854">
                <a:extLst>
                  <a:ext uri="{FF2B5EF4-FFF2-40B4-BE49-F238E27FC236}">
                    <a16:creationId xmlns:a16="http://schemas.microsoft.com/office/drawing/2014/main" id="{8F7BD573-9B80-481A-950D-E518BE689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3614"/>
                <a:ext cx="100" cy="204"/>
              </a:xfrm>
              <a:custGeom>
                <a:avLst/>
                <a:gdLst>
                  <a:gd name="T0" fmla="*/ 96 w 97"/>
                  <a:gd name="T1" fmla="*/ 6 h 199"/>
                  <a:gd name="T2" fmla="*/ 109 w 97"/>
                  <a:gd name="T3" fmla="*/ 2 h 199"/>
                  <a:gd name="T4" fmla="*/ 109 w 97"/>
                  <a:gd name="T5" fmla="*/ 2 h 199"/>
                  <a:gd name="T6" fmla="*/ 113 w 97"/>
                  <a:gd name="T7" fmla="*/ 13 h 199"/>
                  <a:gd name="T8" fmla="*/ 34 w 97"/>
                  <a:gd name="T9" fmla="*/ 225 h 199"/>
                  <a:gd name="T10" fmla="*/ 11 w 97"/>
                  <a:gd name="T11" fmla="*/ 228 h 199"/>
                  <a:gd name="T12" fmla="*/ 11 w 97"/>
                  <a:gd name="T13" fmla="*/ 228 h 199"/>
                  <a:gd name="T14" fmla="*/ 2 w 97"/>
                  <a:gd name="T15" fmla="*/ 213 h 199"/>
                  <a:gd name="T16" fmla="*/ 96 w 97"/>
                  <a:gd name="T17" fmla="*/ 6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199">
                    <a:moveTo>
                      <a:pt x="79" y="6"/>
                    </a:moveTo>
                    <a:cubicBezTo>
                      <a:pt x="81" y="2"/>
                      <a:pt x="86" y="0"/>
                      <a:pt x="91" y="2"/>
                    </a:cubicBezTo>
                    <a:cubicBezTo>
                      <a:pt x="91" y="2"/>
                      <a:pt x="91" y="2"/>
                      <a:pt x="91" y="2"/>
                    </a:cubicBezTo>
                    <a:cubicBezTo>
                      <a:pt x="95" y="3"/>
                      <a:pt x="97" y="8"/>
                      <a:pt x="95" y="13"/>
                    </a:cubicBezTo>
                    <a:cubicBezTo>
                      <a:pt x="28" y="194"/>
                      <a:pt x="28" y="194"/>
                      <a:pt x="28" y="194"/>
                    </a:cubicBezTo>
                    <a:cubicBezTo>
                      <a:pt x="26" y="198"/>
                      <a:pt x="19" y="199"/>
                      <a:pt x="11" y="197"/>
                    </a:cubicBezTo>
                    <a:cubicBezTo>
                      <a:pt x="11" y="197"/>
                      <a:pt x="11" y="197"/>
                      <a:pt x="11" y="197"/>
                    </a:cubicBezTo>
                    <a:cubicBezTo>
                      <a:pt x="4" y="194"/>
                      <a:pt x="0" y="188"/>
                      <a:pt x="2" y="183"/>
                    </a:cubicBezTo>
                    <a:lnTo>
                      <a:pt x="79" y="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7" name="Oval 855">
                <a:extLst>
                  <a:ext uri="{FF2B5EF4-FFF2-40B4-BE49-F238E27FC236}">
                    <a16:creationId xmlns:a16="http://schemas.microsoft.com/office/drawing/2014/main" id="{F79A2938-EE58-4F59-9314-9A8F25880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8" y="2189"/>
                <a:ext cx="1508" cy="1508"/>
              </a:xfrm>
              <a:prstGeom prst="ellipse">
                <a:avLst/>
              </a:prstGeom>
              <a:solidFill>
                <a:srgbClr val="F49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28" name="Freeform 856">
                <a:extLst>
                  <a:ext uri="{FF2B5EF4-FFF2-40B4-BE49-F238E27FC236}">
                    <a16:creationId xmlns:a16="http://schemas.microsoft.com/office/drawing/2014/main" id="{6D276CCA-1860-4CA1-8639-26638E6EE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2397"/>
                <a:ext cx="274" cy="1115"/>
              </a:xfrm>
              <a:custGeom>
                <a:avLst/>
                <a:gdLst>
                  <a:gd name="T0" fmla="*/ 306 w 268"/>
                  <a:gd name="T1" fmla="*/ 1249 h 1090"/>
                  <a:gd name="T2" fmla="*/ 8 w 268"/>
                  <a:gd name="T3" fmla="*/ 638 h 1090"/>
                  <a:gd name="T4" fmla="*/ 302 w 268"/>
                  <a:gd name="T5" fmla="*/ 2 h 1090"/>
                  <a:gd name="T6" fmla="*/ 306 w 268"/>
                  <a:gd name="T7" fmla="*/ 0 h 1090"/>
                  <a:gd name="T8" fmla="*/ 62 w 268"/>
                  <a:gd name="T9" fmla="*/ 629 h 1090"/>
                  <a:gd name="T10" fmla="*/ 306 w 268"/>
                  <a:gd name="T11" fmla="*/ 1249 h 10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8" h="1090">
                    <a:moveTo>
                      <a:pt x="268" y="1090"/>
                    </a:moveTo>
                    <a:cubicBezTo>
                      <a:pt x="268" y="1090"/>
                      <a:pt x="16" y="885"/>
                      <a:pt x="8" y="557"/>
                    </a:cubicBezTo>
                    <a:cubicBezTo>
                      <a:pt x="0" y="216"/>
                      <a:pt x="238" y="23"/>
                      <a:pt x="265" y="2"/>
                    </a:cubicBezTo>
                    <a:cubicBezTo>
                      <a:pt x="267" y="0"/>
                      <a:pt x="268" y="0"/>
                      <a:pt x="268" y="0"/>
                    </a:cubicBezTo>
                    <a:cubicBezTo>
                      <a:pt x="268" y="0"/>
                      <a:pt x="56" y="232"/>
                      <a:pt x="56" y="549"/>
                    </a:cubicBezTo>
                    <a:cubicBezTo>
                      <a:pt x="56" y="867"/>
                      <a:pt x="268" y="1090"/>
                      <a:pt x="268" y="1090"/>
                    </a:cubicBezTo>
                    <a:close/>
                  </a:path>
                </a:pathLst>
              </a:custGeom>
              <a:solidFill>
                <a:srgbClr val="FBD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9" name="Freeform 857">
                <a:extLst>
                  <a:ext uri="{FF2B5EF4-FFF2-40B4-BE49-F238E27FC236}">
                    <a16:creationId xmlns:a16="http://schemas.microsoft.com/office/drawing/2014/main" id="{D046A897-58C7-4C2C-B0AF-A71D6A7D0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389"/>
                <a:ext cx="274" cy="1115"/>
              </a:xfrm>
              <a:custGeom>
                <a:avLst/>
                <a:gdLst>
                  <a:gd name="T0" fmla="*/ 0 w 268"/>
                  <a:gd name="T1" fmla="*/ 1249 h 1090"/>
                  <a:gd name="T2" fmla="*/ 296 w 268"/>
                  <a:gd name="T3" fmla="*/ 638 h 1090"/>
                  <a:gd name="T4" fmla="*/ 3 w 268"/>
                  <a:gd name="T5" fmla="*/ 2 h 1090"/>
                  <a:gd name="T6" fmla="*/ 0 w 268"/>
                  <a:gd name="T7" fmla="*/ 0 h 1090"/>
                  <a:gd name="T8" fmla="*/ 242 w 268"/>
                  <a:gd name="T9" fmla="*/ 629 h 1090"/>
                  <a:gd name="T10" fmla="*/ 0 w 268"/>
                  <a:gd name="T11" fmla="*/ 1249 h 10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8" h="1090">
                    <a:moveTo>
                      <a:pt x="0" y="1090"/>
                    </a:moveTo>
                    <a:cubicBezTo>
                      <a:pt x="0" y="1090"/>
                      <a:pt x="252" y="885"/>
                      <a:pt x="260" y="557"/>
                    </a:cubicBezTo>
                    <a:cubicBezTo>
                      <a:pt x="268" y="216"/>
                      <a:pt x="30" y="23"/>
                      <a:pt x="3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212" y="232"/>
                      <a:pt x="212" y="549"/>
                    </a:cubicBezTo>
                    <a:cubicBezTo>
                      <a:pt x="212" y="867"/>
                      <a:pt x="0" y="1090"/>
                      <a:pt x="0" y="1090"/>
                    </a:cubicBezTo>
                    <a:close/>
                  </a:path>
                </a:pathLst>
              </a:custGeom>
              <a:solidFill>
                <a:srgbClr val="E275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0" name="Oval 858">
                <a:extLst>
                  <a:ext uri="{FF2B5EF4-FFF2-40B4-BE49-F238E27FC236}">
                    <a16:creationId xmlns:a16="http://schemas.microsoft.com/office/drawing/2014/main" id="{ACA82205-6F94-4CFB-9434-40C0BAEAF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9" y="2189"/>
                <a:ext cx="1508" cy="1508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31" name="Freeform 859">
                <a:extLst>
                  <a:ext uri="{FF2B5EF4-FFF2-40B4-BE49-F238E27FC236}">
                    <a16:creationId xmlns:a16="http://schemas.microsoft.com/office/drawing/2014/main" id="{D8A769DB-36FF-43F0-9A7D-7285453D4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274"/>
                <a:ext cx="147" cy="177"/>
              </a:xfrm>
              <a:custGeom>
                <a:avLst/>
                <a:gdLst>
                  <a:gd name="T0" fmla="*/ 159 w 144"/>
                  <a:gd name="T1" fmla="*/ 181 h 173"/>
                  <a:gd name="T2" fmla="*/ 158 w 144"/>
                  <a:gd name="T3" fmla="*/ 194 h 173"/>
                  <a:gd name="T4" fmla="*/ 158 w 144"/>
                  <a:gd name="T5" fmla="*/ 194 h 173"/>
                  <a:gd name="T6" fmla="*/ 145 w 144"/>
                  <a:gd name="T7" fmla="*/ 192 h 173"/>
                  <a:gd name="T8" fmla="*/ 3 w 144"/>
                  <a:gd name="T9" fmla="*/ 21 h 173"/>
                  <a:gd name="T10" fmla="*/ 9 w 144"/>
                  <a:gd name="T11" fmla="*/ 5 h 173"/>
                  <a:gd name="T12" fmla="*/ 9 w 144"/>
                  <a:gd name="T13" fmla="*/ 5 h 173"/>
                  <a:gd name="T14" fmla="*/ 31 w 144"/>
                  <a:gd name="T15" fmla="*/ 3 h 173"/>
                  <a:gd name="T16" fmla="*/ 159 w 144"/>
                  <a:gd name="T17" fmla="*/ 181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141" y="157"/>
                    </a:moveTo>
                    <a:cubicBezTo>
                      <a:pt x="144" y="161"/>
                      <a:pt x="144" y="167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36" y="173"/>
                      <a:pt x="130" y="172"/>
                      <a:pt x="127" y="168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17"/>
                      <a:pt x="2" y="10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5" y="0"/>
                      <a:pt x="22" y="0"/>
                      <a:pt x="25" y="3"/>
                    </a:cubicBezTo>
                    <a:lnTo>
                      <a:pt x="141" y="15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2" name="Freeform 860">
                <a:extLst>
                  <a:ext uri="{FF2B5EF4-FFF2-40B4-BE49-F238E27FC236}">
                    <a16:creationId xmlns:a16="http://schemas.microsoft.com/office/drawing/2014/main" id="{884A4465-E3A2-41EE-80C4-B430EE591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2297"/>
                <a:ext cx="124" cy="146"/>
              </a:xfrm>
              <a:custGeom>
                <a:avLst/>
                <a:gdLst>
                  <a:gd name="T0" fmla="*/ 0 w 121"/>
                  <a:gd name="T1" fmla="*/ 0 h 143"/>
                  <a:gd name="T2" fmla="*/ 139 w 121"/>
                  <a:gd name="T3" fmla="*/ 161 h 143"/>
                  <a:gd name="T4" fmla="*/ 0 w 121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43">
                    <a:moveTo>
                      <a:pt x="0" y="0"/>
                    </a:moveTo>
                    <a:cubicBezTo>
                      <a:pt x="121" y="143"/>
                      <a:pt x="121" y="143"/>
                      <a:pt x="121" y="143"/>
                    </a:cubicBezTo>
                    <a:cubicBezTo>
                      <a:pt x="121" y="143"/>
                      <a:pt x="44" y="28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3" name="Freeform 861">
                <a:extLst>
                  <a:ext uri="{FF2B5EF4-FFF2-40B4-BE49-F238E27FC236}">
                    <a16:creationId xmlns:a16="http://schemas.microsoft.com/office/drawing/2014/main" id="{460E46F6-C65A-40C3-843F-7B0143AAB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276"/>
                <a:ext cx="22" cy="22"/>
              </a:xfrm>
              <a:custGeom>
                <a:avLst/>
                <a:gdLst>
                  <a:gd name="T0" fmla="*/ 0 w 21"/>
                  <a:gd name="T1" fmla="*/ 14 h 22"/>
                  <a:gd name="T2" fmla="*/ 24 w 21"/>
                  <a:gd name="T3" fmla="*/ 0 h 22"/>
                  <a:gd name="T4" fmla="*/ 20 w 21"/>
                  <a:gd name="T5" fmla="*/ 15 h 22"/>
                  <a:gd name="T6" fmla="*/ 0 w 21"/>
                  <a:gd name="T7" fmla="*/ 16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0" y="14"/>
                    </a:moveTo>
                    <a:cubicBezTo>
                      <a:pt x="9" y="22"/>
                      <a:pt x="17" y="6"/>
                      <a:pt x="18" y="0"/>
                    </a:cubicBezTo>
                    <a:cubicBezTo>
                      <a:pt x="20" y="6"/>
                      <a:pt x="21" y="11"/>
                      <a:pt x="14" y="15"/>
                    </a:cubicBezTo>
                    <a:cubicBezTo>
                      <a:pt x="10" y="18"/>
                      <a:pt x="4" y="19"/>
                      <a:pt x="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4" name="Freeform 862">
                <a:extLst>
                  <a:ext uri="{FF2B5EF4-FFF2-40B4-BE49-F238E27FC236}">
                    <a16:creationId xmlns:a16="http://schemas.microsoft.com/office/drawing/2014/main" id="{B46392B2-B40C-4703-A1F8-E13E2DE81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284"/>
                <a:ext cx="115" cy="150"/>
              </a:xfrm>
              <a:custGeom>
                <a:avLst/>
                <a:gdLst>
                  <a:gd name="T0" fmla="*/ 0 w 113"/>
                  <a:gd name="T1" fmla="*/ 0 h 147"/>
                  <a:gd name="T2" fmla="*/ 125 w 113"/>
                  <a:gd name="T3" fmla="*/ 165 h 147"/>
                  <a:gd name="T4" fmla="*/ 0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0" y="0"/>
                    </a:moveTo>
                    <a:cubicBezTo>
                      <a:pt x="113" y="147"/>
                      <a:pt x="113" y="147"/>
                      <a:pt x="113" y="147"/>
                    </a:cubicBezTo>
                    <a:cubicBezTo>
                      <a:pt x="113" y="147"/>
                      <a:pt x="2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5" name="Freeform 863">
                <a:extLst>
                  <a:ext uri="{FF2B5EF4-FFF2-40B4-BE49-F238E27FC236}">
                    <a16:creationId xmlns:a16="http://schemas.microsoft.com/office/drawing/2014/main" id="{6C6ACC57-3CFA-49DA-94F2-DD1A9CD6B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274"/>
                <a:ext cx="147" cy="177"/>
              </a:xfrm>
              <a:custGeom>
                <a:avLst/>
                <a:gdLst>
                  <a:gd name="T0" fmla="*/ 159 w 144"/>
                  <a:gd name="T1" fmla="*/ 181 h 173"/>
                  <a:gd name="T2" fmla="*/ 157 w 144"/>
                  <a:gd name="T3" fmla="*/ 194 h 173"/>
                  <a:gd name="T4" fmla="*/ 157 w 144"/>
                  <a:gd name="T5" fmla="*/ 194 h 173"/>
                  <a:gd name="T6" fmla="*/ 145 w 144"/>
                  <a:gd name="T7" fmla="*/ 192 h 173"/>
                  <a:gd name="T8" fmla="*/ 3 w 144"/>
                  <a:gd name="T9" fmla="*/ 21 h 173"/>
                  <a:gd name="T10" fmla="*/ 8 w 144"/>
                  <a:gd name="T11" fmla="*/ 5 h 173"/>
                  <a:gd name="T12" fmla="*/ 8 w 144"/>
                  <a:gd name="T13" fmla="*/ 5 h 173"/>
                  <a:gd name="T14" fmla="*/ 31 w 144"/>
                  <a:gd name="T15" fmla="*/ 3 h 173"/>
                  <a:gd name="T16" fmla="*/ 159 w 144"/>
                  <a:gd name="T17" fmla="*/ 181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141" y="157"/>
                    </a:moveTo>
                    <a:cubicBezTo>
                      <a:pt x="144" y="161"/>
                      <a:pt x="143" y="167"/>
                      <a:pt x="139" y="170"/>
                    </a:cubicBezTo>
                    <a:cubicBezTo>
                      <a:pt x="139" y="170"/>
                      <a:pt x="139" y="170"/>
                      <a:pt x="139" y="170"/>
                    </a:cubicBezTo>
                    <a:cubicBezTo>
                      <a:pt x="136" y="173"/>
                      <a:pt x="130" y="172"/>
                      <a:pt x="127" y="168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17"/>
                      <a:pt x="2" y="10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4" y="0"/>
                      <a:pt x="22" y="0"/>
                      <a:pt x="25" y="3"/>
                    </a:cubicBezTo>
                    <a:lnTo>
                      <a:pt x="141" y="15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6" name="Freeform 864">
                <a:extLst>
                  <a:ext uri="{FF2B5EF4-FFF2-40B4-BE49-F238E27FC236}">
                    <a16:creationId xmlns:a16="http://schemas.microsoft.com/office/drawing/2014/main" id="{830592FB-6BCC-40C3-A4DA-D71A63139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106"/>
                <a:ext cx="67" cy="214"/>
              </a:xfrm>
              <a:custGeom>
                <a:avLst/>
                <a:gdLst>
                  <a:gd name="T0" fmla="*/ 76 w 65"/>
                  <a:gd name="T1" fmla="*/ 227 h 209"/>
                  <a:gd name="T2" fmla="*/ 70 w 65"/>
                  <a:gd name="T3" fmla="*/ 238 h 209"/>
                  <a:gd name="T4" fmla="*/ 70 w 65"/>
                  <a:gd name="T5" fmla="*/ 238 h 209"/>
                  <a:gd name="T6" fmla="*/ 57 w 65"/>
                  <a:gd name="T7" fmla="*/ 231 h 209"/>
                  <a:gd name="T8" fmla="*/ 1 w 65"/>
                  <a:gd name="T9" fmla="*/ 13 h 209"/>
                  <a:gd name="T10" fmla="*/ 13 w 65"/>
                  <a:gd name="T11" fmla="*/ 2 h 209"/>
                  <a:gd name="T12" fmla="*/ 13 w 65"/>
                  <a:gd name="T13" fmla="*/ 2 h 209"/>
                  <a:gd name="T14" fmla="*/ 34 w 65"/>
                  <a:gd name="T15" fmla="*/ 7 h 209"/>
                  <a:gd name="T16" fmla="*/ 76 w 65"/>
                  <a:gd name="T17" fmla="*/ 227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209">
                    <a:moveTo>
                      <a:pt x="64" y="197"/>
                    </a:moveTo>
                    <a:cubicBezTo>
                      <a:pt x="65" y="202"/>
                      <a:pt x="62" y="206"/>
                      <a:pt x="58" y="207"/>
                    </a:cubicBezTo>
                    <a:cubicBezTo>
                      <a:pt x="58" y="207"/>
                      <a:pt x="58" y="207"/>
                      <a:pt x="58" y="207"/>
                    </a:cubicBezTo>
                    <a:cubicBezTo>
                      <a:pt x="53" y="209"/>
                      <a:pt x="48" y="206"/>
                      <a:pt x="47" y="201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9"/>
                      <a:pt x="5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0" y="0"/>
                      <a:pt x="27" y="3"/>
                      <a:pt x="28" y="7"/>
                    </a:cubicBezTo>
                    <a:lnTo>
                      <a:pt x="64" y="19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7" name="Freeform 865">
                <a:extLst>
                  <a:ext uri="{FF2B5EF4-FFF2-40B4-BE49-F238E27FC236}">
                    <a16:creationId xmlns:a16="http://schemas.microsoft.com/office/drawing/2014/main" id="{EBC18F25-53EA-4D2F-997B-3AD29B783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123"/>
                <a:ext cx="47" cy="186"/>
              </a:xfrm>
              <a:custGeom>
                <a:avLst/>
                <a:gdLst>
                  <a:gd name="T0" fmla="*/ 0 w 46"/>
                  <a:gd name="T1" fmla="*/ 0 h 182"/>
                  <a:gd name="T2" fmla="*/ 52 w 46"/>
                  <a:gd name="T3" fmla="*/ 206 h 182"/>
                  <a:gd name="T4" fmla="*/ 0 w 46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82">
                    <a:moveTo>
                      <a:pt x="0" y="0"/>
                    </a:moveTo>
                    <a:cubicBezTo>
                      <a:pt x="46" y="182"/>
                      <a:pt x="46" y="182"/>
                      <a:pt x="46" y="182"/>
                    </a:cubicBezTo>
                    <a:cubicBezTo>
                      <a:pt x="46" y="182"/>
                      <a:pt x="28" y="45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8" name="Freeform 866">
                <a:extLst>
                  <a:ext uri="{FF2B5EF4-FFF2-40B4-BE49-F238E27FC236}">
                    <a16:creationId xmlns:a16="http://schemas.microsoft.com/office/drawing/2014/main" id="{59E8F214-68D8-4647-9DDA-8D427FEA1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111"/>
                <a:ext cx="23" cy="15"/>
              </a:xfrm>
              <a:custGeom>
                <a:avLst/>
                <a:gdLst>
                  <a:gd name="T0" fmla="*/ 0 w 22"/>
                  <a:gd name="T1" fmla="*/ 4 h 15"/>
                  <a:gd name="T2" fmla="*/ 28 w 22"/>
                  <a:gd name="T3" fmla="*/ 0 h 15"/>
                  <a:gd name="T4" fmla="*/ 18 w 22"/>
                  <a:gd name="T5" fmla="*/ 12 h 15"/>
                  <a:gd name="T6" fmla="*/ 0 w 22"/>
                  <a:gd name="T7" fmla="*/ 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5">
                    <a:moveTo>
                      <a:pt x="0" y="4"/>
                    </a:moveTo>
                    <a:cubicBezTo>
                      <a:pt x="4" y="15"/>
                      <a:pt x="18" y="4"/>
                      <a:pt x="22" y="0"/>
                    </a:cubicBezTo>
                    <a:cubicBezTo>
                      <a:pt x="21" y="6"/>
                      <a:pt x="20" y="11"/>
                      <a:pt x="12" y="12"/>
                    </a:cubicBezTo>
                    <a:cubicBezTo>
                      <a:pt x="7" y="12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9" name="Freeform 867">
                <a:extLst>
                  <a:ext uri="{FF2B5EF4-FFF2-40B4-BE49-F238E27FC236}">
                    <a16:creationId xmlns:a16="http://schemas.microsoft.com/office/drawing/2014/main" id="{AC6C1704-4F2F-4F3C-9B33-62D7C58DB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121"/>
                <a:ext cx="40" cy="186"/>
              </a:xfrm>
              <a:custGeom>
                <a:avLst/>
                <a:gdLst>
                  <a:gd name="T0" fmla="*/ 3 w 39"/>
                  <a:gd name="T1" fmla="*/ 0 h 182"/>
                  <a:gd name="T2" fmla="*/ 45 w 39"/>
                  <a:gd name="T3" fmla="*/ 206 h 182"/>
                  <a:gd name="T4" fmla="*/ 3 w 39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82">
                    <a:moveTo>
                      <a:pt x="3" y="0"/>
                    </a:moveTo>
                    <a:cubicBezTo>
                      <a:pt x="39" y="182"/>
                      <a:pt x="39" y="182"/>
                      <a:pt x="39" y="182"/>
                    </a:cubicBezTo>
                    <a:cubicBezTo>
                      <a:pt x="39" y="182"/>
                      <a:pt x="0" y="9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0" name="Freeform 868">
                <a:extLst>
                  <a:ext uri="{FF2B5EF4-FFF2-40B4-BE49-F238E27FC236}">
                    <a16:creationId xmlns:a16="http://schemas.microsoft.com/office/drawing/2014/main" id="{3C97CF9D-A78A-486F-A690-F7765DAEC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106"/>
                <a:ext cx="68" cy="213"/>
              </a:xfrm>
              <a:custGeom>
                <a:avLst/>
                <a:gdLst>
                  <a:gd name="T0" fmla="*/ 77 w 66"/>
                  <a:gd name="T1" fmla="*/ 227 h 208"/>
                  <a:gd name="T2" fmla="*/ 70 w 66"/>
                  <a:gd name="T3" fmla="*/ 238 h 208"/>
                  <a:gd name="T4" fmla="*/ 70 w 66"/>
                  <a:gd name="T5" fmla="*/ 238 h 208"/>
                  <a:gd name="T6" fmla="*/ 58 w 66"/>
                  <a:gd name="T7" fmla="*/ 231 h 208"/>
                  <a:gd name="T8" fmla="*/ 2 w 66"/>
                  <a:gd name="T9" fmla="*/ 13 h 208"/>
                  <a:gd name="T10" fmla="*/ 13 w 66"/>
                  <a:gd name="T11" fmla="*/ 2 h 208"/>
                  <a:gd name="T12" fmla="*/ 13 w 66"/>
                  <a:gd name="T13" fmla="*/ 2 h 208"/>
                  <a:gd name="T14" fmla="*/ 35 w 66"/>
                  <a:gd name="T15" fmla="*/ 7 h 208"/>
                  <a:gd name="T16" fmla="*/ 77 w 66"/>
                  <a:gd name="T17" fmla="*/ 227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208">
                    <a:moveTo>
                      <a:pt x="65" y="197"/>
                    </a:moveTo>
                    <a:cubicBezTo>
                      <a:pt x="66" y="202"/>
                      <a:pt x="63" y="206"/>
                      <a:pt x="58" y="207"/>
                    </a:cubicBezTo>
                    <a:cubicBezTo>
                      <a:pt x="58" y="207"/>
                      <a:pt x="58" y="207"/>
                      <a:pt x="58" y="207"/>
                    </a:cubicBezTo>
                    <a:cubicBezTo>
                      <a:pt x="53" y="208"/>
                      <a:pt x="49" y="205"/>
                      <a:pt x="48" y="201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9"/>
                      <a:pt x="6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1" y="0"/>
                      <a:pt x="28" y="2"/>
                      <a:pt x="29" y="7"/>
                    </a:cubicBezTo>
                    <a:lnTo>
                      <a:pt x="65" y="19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1" name="Freeform 869">
                <a:extLst>
                  <a:ext uri="{FF2B5EF4-FFF2-40B4-BE49-F238E27FC236}">
                    <a16:creationId xmlns:a16="http://schemas.microsoft.com/office/drawing/2014/main" id="{7F440AD4-9DBA-4F10-9763-01F3D0E43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440"/>
                <a:ext cx="178" cy="147"/>
              </a:xfrm>
              <a:custGeom>
                <a:avLst/>
                <a:gdLst>
                  <a:gd name="T0" fmla="*/ 193 w 174"/>
                  <a:gd name="T1" fmla="*/ 150 h 143"/>
                  <a:gd name="T2" fmla="*/ 195 w 174"/>
                  <a:gd name="T3" fmla="*/ 163 h 143"/>
                  <a:gd name="T4" fmla="*/ 195 w 174"/>
                  <a:gd name="T5" fmla="*/ 163 h 143"/>
                  <a:gd name="T6" fmla="*/ 183 w 174"/>
                  <a:gd name="T7" fmla="*/ 164 h 143"/>
                  <a:gd name="T8" fmla="*/ 4 w 174"/>
                  <a:gd name="T9" fmla="*/ 31 h 143"/>
                  <a:gd name="T10" fmla="*/ 6 w 174"/>
                  <a:gd name="T11" fmla="*/ 8 h 143"/>
                  <a:gd name="T12" fmla="*/ 6 w 174"/>
                  <a:gd name="T13" fmla="*/ 8 h 143"/>
                  <a:gd name="T14" fmla="*/ 21 w 174"/>
                  <a:gd name="T15" fmla="*/ 3 h 143"/>
                  <a:gd name="T16" fmla="*/ 193 w 174"/>
                  <a:gd name="T17" fmla="*/ 150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169" y="126"/>
                    </a:moveTo>
                    <a:cubicBezTo>
                      <a:pt x="173" y="129"/>
                      <a:pt x="174" y="135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3"/>
                      <a:pt x="162" y="143"/>
                      <a:pt x="159" y="14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0" y="22"/>
                      <a:pt x="1" y="15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0" y="2"/>
                      <a:pt x="17" y="0"/>
                      <a:pt x="21" y="3"/>
                    </a:cubicBezTo>
                    <a:lnTo>
                      <a:pt x="169" y="126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2" name="Freeform 870">
                <a:extLst>
                  <a:ext uri="{FF2B5EF4-FFF2-40B4-BE49-F238E27FC236}">
                    <a16:creationId xmlns:a16="http://schemas.microsoft.com/office/drawing/2014/main" id="{E776A1A7-F51E-44A0-88F0-B86536EA8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467"/>
                <a:ext cx="155" cy="114"/>
              </a:xfrm>
              <a:custGeom>
                <a:avLst/>
                <a:gdLst>
                  <a:gd name="T0" fmla="*/ 0 w 151"/>
                  <a:gd name="T1" fmla="*/ 0 h 111"/>
                  <a:gd name="T2" fmla="*/ 176 w 151"/>
                  <a:gd name="T3" fmla="*/ 129 h 111"/>
                  <a:gd name="T4" fmla="*/ 0 w 151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1">
                    <a:moveTo>
                      <a:pt x="0" y="0"/>
                    </a:moveTo>
                    <a:cubicBezTo>
                      <a:pt x="151" y="111"/>
                      <a:pt x="151" y="111"/>
                      <a:pt x="151" y="111"/>
                    </a:cubicBezTo>
                    <a:cubicBezTo>
                      <a:pt x="151" y="111"/>
                      <a:pt x="50" y="17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3" name="Freeform 871">
                <a:extLst>
                  <a:ext uri="{FF2B5EF4-FFF2-40B4-BE49-F238E27FC236}">
                    <a16:creationId xmlns:a16="http://schemas.microsoft.com/office/drawing/2014/main" id="{FE3A5388-3C46-4E10-8678-60D6D3CA3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443"/>
                <a:ext cx="20" cy="24"/>
              </a:xfrm>
              <a:custGeom>
                <a:avLst/>
                <a:gdLst>
                  <a:gd name="T0" fmla="*/ 0 w 19"/>
                  <a:gd name="T1" fmla="*/ 23 h 23"/>
                  <a:gd name="T2" fmla="*/ 20 w 19"/>
                  <a:gd name="T3" fmla="*/ 0 h 23"/>
                  <a:gd name="T4" fmla="*/ 20 w 19"/>
                  <a:gd name="T5" fmla="*/ 21 h 23"/>
                  <a:gd name="T6" fmla="*/ 0 w 19"/>
                  <a:gd name="T7" fmla="*/ 2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17"/>
                    </a:moveTo>
                    <a:cubicBezTo>
                      <a:pt x="10" y="23"/>
                      <a:pt x="14" y="6"/>
                      <a:pt x="14" y="0"/>
                    </a:cubicBezTo>
                    <a:cubicBezTo>
                      <a:pt x="17" y="5"/>
                      <a:pt x="19" y="10"/>
                      <a:pt x="14" y="15"/>
                    </a:cubicBezTo>
                    <a:cubicBezTo>
                      <a:pt x="10" y="19"/>
                      <a:pt x="5" y="21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4" name="Freeform 872">
                <a:extLst>
                  <a:ext uri="{FF2B5EF4-FFF2-40B4-BE49-F238E27FC236}">
                    <a16:creationId xmlns:a16="http://schemas.microsoft.com/office/drawing/2014/main" id="{E35B21C0-27F0-40F7-A549-F5ED74604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450"/>
                <a:ext cx="146" cy="119"/>
              </a:xfrm>
              <a:custGeom>
                <a:avLst/>
                <a:gdLst>
                  <a:gd name="T0" fmla="*/ 0 w 143"/>
                  <a:gd name="T1" fmla="*/ 0 h 117"/>
                  <a:gd name="T2" fmla="*/ 161 w 143"/>
                  <a:gd name="T3" fmla="*/ 129 h 117"/>
                  <a:gd name="T4" fmla="*/ 0 w 143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7">
                    <a:moveTo>
                      <a:pt x="0" y="0"/>
                    </a:moveTo>
                    <a:cubicBezTo>
                      <a:pt x="143" y="117"/>
                      <a:pt x="143" y="117"/>
                      <a:pt x="143" y="117"/>
                    </a:cubicBezTo>
                    <a:cubicBezTo>
                      <a:pt x="143" y="117"/>
                      <a:pt x="4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5" name="Freeform 873">
                <a:extLst>
                  <a:ext uri="{FF2B5EF4-FFF2-40B4-BE49-F238E27FC236}">
                    <a16:creationId xmlns:a16="http://schemas.microsoft.com/office/drawing/2014/main" id="{69B4D790-C2AC-4EED-88EF-D8DA2B3B3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440"/>
                <a:ext cx="177" cy="147"/>
              </a:xfrm>
              <a:custGeom>
                <a:avLst/>
                <a:gdLst>
                  <a:gd name="T0" fmla="*/ 193 w 173"/>
                  <a:gd name="T1" fmla="*/ 150 h 143"/>
                  <a:gd name="T2" fmla="*/ 194 w 173"/>
                  <a:gd name="T3" fmla="*/ 163 h 143"/>
                  <a:gd name="T4" fmla="*/ 194 w 173"/>
                  <a:gd name="T5" fmla="*/ 163 h 143"/>
                  <a:gd name="T6" fmla="*/ 182 w 173"/>
                  <a:gd name="T7" fmla="*/ 164 h 143"/>
                  <a:gd name="T8" fmla="*/ 3 w 173"/>
                  <a:gd name="T9" fmla="*/ 31 h 143"/>
                  <a:gd name="T10" fmla="*/ 5 w 173"/>
                  <a:gd name="T11" fmla="*/ 9 h 143"/>
                  <a:gd name="T12" fmla="*/ 5 w 173"/>
                  <a:gd name="T13" fmla="*/ 9 h 143"/>
                  <a:gd name="T14" fmla="*/ 21 w 173"/>
                  <a:gd name="T15" fmla="*/ 3 h 143"/>
                  <a:gd name="T16" fmla="*/ 193 w 173"/>
                  <a:gd name="T17" fmla="*/ 150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3" h="143">
                    <a:moveTo>
                      <a:pt x="169" y="126"/>
                    </a:moveTo>
                    <a:cubicBezTo>
                      <a:pt x="173" y="129"/>
                      <a:pt x="173" y="135"/>
                      <a:pt x="170" y="139"/>
                    </a:cubicBezTo>
                    <a:cubicBezTo>
                      <a:pt x="170" y="139"/>
                      <a:pt x="170" y="139"/>
                      <a:pt x="170" y="139"/>
                    </a:cubicBezTo>
                    <a:cubicBezTo>
                      <a:pt x="167" y="143"/>
                      <a:pt x="162" y="143"/>
                      <a:pt x="158" y="140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0" y="22"/>
                      <a:pt x="0" y="15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2"/>
                      <a:pt x="17" y="0"/>
                      <a:pt x="21" y="3"/>
                    </a:cubicBezTo>
                    <a:lnTo>
                      <a:pt x="16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6" name="Freeform 874">
                <a:extLst>
                  <a:ext uri="{FF2B5EF4-FFF2-40B4-BE49-F238E27FC236}">
                    <a16:creationId xmlns:a16="http://schemas.microsoft.com/office/drawing/2014/main" id="{38711E57-8FD0-4D6F-9D9E-332F04210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2643"/>
                <a:ext cx="211" cy="82"/>
              </a:xfrm>
              <a:custGeom>
                <a:avLst/>
                <a:gdLst>
                  <a:gd name="T0" fmla="*/ 229 w 206"/>
                  <a:gd name="T1" fmla="*/ 74 h 80"/>
                  <a:gd name="T2" fmla="*/ 236 w 206"/>
                  <a:gd name="T3" fmla="*/ 84 h 80"/>
                  <a:gd name="T4" fmla="*/ 236 w 206"/>
                  <a:gd name="T5" fmla="*/ 84 h 80"/>
                  <a:gd name="T6" fmla="*/ 224 w 206"/>
                  <a:gd name="T7" fmla="*/ 90 h 80"/>
                  <a:gd name="T8" fmla="*/ 7 w 206"/>
                  <a:gd name="T9" fmla="*/ 35 h 80"/>
                  <a:gd name="T10" fmla="*/ 3 w 206"/>
                  <a:gd name="T11" fmla="*/ 13 h 80"/>
                  <a:gd name="T12" fmla="*/ 3 w 206"/>
                  <a:gd name="T13" fmla="*/ 13 h 80"/>
                  <a:gd name="T14" fmla="*/ 15 w 206"/>
                  <a:gd name="T15" fmla="*/ 2 h 80"/>
                  <a:gd name="T16" fmla="*/ 229 w 206"/>
                  <a:gd name="T17" fmla="*/ 74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80">
                    <a:moveTo>
                      <a:pt x="199" y="62"/>
                    </a:moveTo>
                    <a:cubicBezTo>
                      <a:pt x="203" y="63"/>
                      <a:pt x="206" y="68"/>
                      <a:pt x="205" y="72"/>
                    </a:cubicBezTo>
                    <a:cubicBezTo>
                      <a:pt x="205" y="72"/>
                      <a:pt x="205" y="72"/>
                      <a:pt x="205" y="72"/>
                    </a:cubicBezTo>
                    <a:cubicBezTo>
                      <a:pt x="203" y="77"/>
                      <a:pt x="198" y="80"/>
                      <a:pt x="194" y="78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2" y="27"/>
                      <a:pt x="0" y="20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5" y="5"/>
                      <a:pt x="10" y="0"/>
                      <a:pt x="15" y="2"/>
                    </a:cubicBezTo>
                    <a:lnTo>
                      <a:pt x="199" y="62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7" name="Freeform 875">
                <a:extLst>
                  <a:ext uri="{FF2B5EF4-FFF2-40B4-BE49-F238E27FC236}">
                    <a16:creationId xmlns:a16="http://schemas.microsoft.com/office/drawing/2014/main" id="{7E4E1DE0-A864-4721-B327-5DD973ABC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668"/>
                <a:ext cx="186" cy="52"/>
              </a:xfrm>
              <a:custGeom>
                <a:avLst/>
                <a:gdLst>
                  <a:gd name="T0" fmla="*/ 0 w 182"/>
                  <a:gd name="T1" fmla="*/ 2 h 50"/>
                  <a:gd name="T2" fmla="*/ 206 w 182"/>
                  <a:gd name="T3" fmla="*/ 62 h 50"/>
                  <a:gd name="T4" fmla="*/ 0 w 182"/>
                  <a:gd name="T5" fmla="*/ 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50">
                    <a:moveTo>
                      <a:pt x="0" y="2"/>
                    </a:moveTo>
                    <a:cubicBezTo>
                      <a:pt x="182" y="50"/>
                      <a:pt x="182" y="50"/>
                      <a:pt x="182" y="50"/>
                    </a:cubicBezTo>
                    <a:cubicBezTo>
                      <a:pt x="182" y="50"/>
                      <a:pt x="53" y="0"/>
                      <a:pt x="0" y="2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8" name="Freeform 876">
                <a:extLst>
                  <a:ext uri="{FF2B5EF4-FFF2-40B4-BE49-F238E27FC236}">
                    <a16:creationId xmlns:a16="http://schemas.microsoft.com/office/drawing/2014/main" id="{F8E08F18-18A9-47C6-841E-880F39BAB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646"/>
                <a:ext cx="15" cy="25"/>
              </a:xfrm>
              <a:custGeom>
                <a:avLst/>
                <a:gdLst>
                  <a:gd name="T0" fmla="*/ 0 w 15"/>
                  <a:gd name="T1" fmla="*/ 28 h 24"/>
                  <a:gd name="T2" fmla="*/ 6 w 15"/>
                  <a:gd name="T3" fmla="*/ 0 h 24"/>
                  <a:gd name="T4" fmla="*/ 12 w 15"/>
                  <a:gd name="T5" fmla="*/ 21 h 24"/>
                  <a:gd name="T6" fmla="*/ 1 w 15"/>
                  <a:gd name="T7" fmla="*/ 29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4">
                    <a:moveTo>
                      <a:pt x="0" y="22"/>
                    </a:moveTo>
                    <a:cubicBezTo>
                      <a:pt x="11" y="23"/>
                      <a:pt x="8" y="6"/>
                      <a:pt x="6" y="0"/>
                    </a:cubicBezTo>
                    <a:cubicBezTo>
                      <a:pt x="11" y="4"/>
                      <a:pt x="15" y="8"/>
                      <a:pt x="12" y="15"/>
                    </a:cubicBezTo>
                    <a:cubicBezTo>
                      <a:pt x="10" y="20"/>
                      <a:pt x="6" y="24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9" name="Freeform 877">
                <a:extLst>
                  <a:ext uri="{FF2B5EF4-FFF2-40B4-BE49-F238E27FC236}">
                    <a16:creationId xmlns:a16="http://schemas.microsoft.com/office/drawing/2014/main" id="{23B0B614-81C7-4331-BB52-2FA8059E7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2649"/>
                <a:ext cx="181" cy="57"/>
              </a:xfrm>
              <a:custGeom>
                <a:avLst/>
                <a:gdLst>
                  <a:gd name="T0" fmla="*/ 0 w 177"/>
                  <a:gd name="T1" fmla="*/ 0 h 56"/>
                  <a:gd name="T2" fmla="*/ 201 w 177"/>
                  <a:gd name="T3" fmla="*/ 62 h 56"/>
                  <a:gd name="T4" fmla="*/ 0 w 177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56">
                    <a:moveTo>
                      <a:pt x="0" y="0"/>
                    </a:moveTo>
                    <a:cubicBezTo>
                      <a:pt x="177" y="56"/>
                      <a:pt x="177" y="56"/>
                      <a:pt x="177" y="56"/>
                    </a:cubicBezTo>
                    <a:cubicBezTo>
                      <a:pt x="177" y="56"/>
                      <a:pt x="6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0" name="Freeform 878">
                <a:extLst>
                  <a:ext uri="{FF2B5EF4-FFF2-40B4-BE49-F238E27FC236}">
                    <a16:creationId xmlns:a16="http://schemas.microsoft.com/office/drawing/2014/main" id="{0B73FD1D-ADE4-47CA-BA2E-3C0591865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2644"/>
                <a:ext cx="211" cy="81"/>
              </a:xfrm>
              <a:custGeom>
                <a:avLst/>
                <a:gdLst>
                  <a:gd name="T0" fmla="*/ 228 w 206"/>
                  <a:gd name="T1" fmla="*/ 73 h 79"/>
                  <a:gd name="T2" fmla="*/ 235 w 206"/>
                  <a:gd name="T3" fmla="*/ 84 h 79"/>
                  <a:gd name="T4" fmla="*/ 235 w 206"/>
                  <a:gd name="T5" fmla="*/ 84 h 79"/>
                  <a:gd name="T6" fmla="*/ 223 w 206"/>
                  <a:gd name="T7" fmla="*/ 90 h 79"/>
                  <a:gd name="T8" fmla="*/ 7 w 206"/>
                  <a:gd name="T9" fmla="*/ 34 h 79"/>
                  <a:gd name="T10" fmla="*/ 2 w 206"/>
                  <a:gd name="T11" fmla="*/ 12 h 79"/>
                  <a:gd name="T12" fmla="*/ 2 w 206"/>
                  <a:gd name="T13" fmla="*/ 12 h 79"/>
                  <a:gd name="T14" fmla="*/ 15 w 206"/>
                  <a:gd name="T15" fmla="*/ 1 h 79"/>
                  <a:gd name="T16" fmla="*/ 228 w 206"/>
                  <a:gd name="T17" fmla="*/ 73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9">
                    <a:moveTo>
                      <a:pt x="198" y="61"/>
                    </a:moveTo>
                    <a:cubicBezTo>
                      <a:pt x="203" y="62"/>
                      <a:pt x="206" y="67"/>
                      <a:pt x="204" y="72"/>
                    </a:cubicBezTo>
                    <a:cubicBezTo>
                      <a:pt x="204" y="72"/>
                      <a:pt x="204" y="72"/>
                      <a:pt x="204" y="72"/>
                    </a:cubicBezTo>
                    <a:cubicBezTo>
                      <a:pt x="203" y="76"/>
                      <a:pt x="198" y="79"/>
                      <a:pt x="193" y="7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2" y="27"/>
                      <a:pt x="0" y="20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5"/>
                      <a:pt x="10" y="0"/>
                      <a:pt x="15" y="1"/>
                    </a:cubicBezTo>
                    <a:lnTo>
                      <a:pt x="198" y="6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1" name="Freeform 879">
                <a:extLst>
                  <a:ext uri="{FF2B5EF4-FFF2-40B4-BE49-F238E27FC236}">
                    <a16:creationId xmlns:a16="http://schemas.microsoft.com/office/drawing/2014/main" id="{5353AA57-C557-48E2-B96A-5FB7E6F5B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2897"/>
                <a:ext cx="216" cy="28"/>
              </a:xfrm>
              <a:custGeom>
                <a:avLst/>
                <a:gdLst>
                  <a:gd name="T0" fmla="*/ 232 w 211"/>
                  <a:gd name="T1" fmla="*/ 10 h 28"/>
                  <a:gd name="T2" fmla="*/ 242 w 211"/>
                  <a:gd name="T3" fmla="*/ 19 h 28"/>
                  <a:gd name="T4" fmla="*/ 242 w 211"/>
                  <a:gd name="T5" fmla="*/ 19 h 28"/>
                  <a:gd name="T6" fmla="*/ 232 w 211"/>
                  <a:gd name="T7" fmla="*/ 28 h 28"/>
                  <a:gd name="T8" fmla="*/ 9 w 211"/>
                  <a:gd name="T9" fmla="*/ 28 h 28"/>
                  <a:gd name="T10" fmla="*/ 0 w 211"/>
                  <a:gd name="T11" fmla="*/ 14 h 28"/>
                  <a:gd name="T12" fmla="*/ 0 w 211"/>
                  <a:gd name="T13" fmla="*/ 14 h 28"/>
                  <a:gd name="T14" fmla="*/ 9 w 211"/>
                  <a:gd name="T15" fmla="*/ 0 h 28"/>
                  <a:gd name="T16" fmla="*/ 232 w 211"/>
                  <a:gd name="T17" fmla="*/ 1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8">
                    <a:moveTo>
                      <a:pt x="202" y="10"/>
                    </a:moveTo>
                    <a:cubicBezTo>
                      <a:pt x="207" y="11"/>
                      <a:pt x="211" y="15"/>
                      <a:pt x="211" y="19"/>
                    </a:cubicBezTo>
                    <a:cubicBezTo>
                      <a:pt x="211" y="19"/>
                      <a:pt x="211" y="19"/>
                      <a:pt x="211" y="19"/>
                    </a:cubicBezTo>
                    <a:cubicBezTo>
                      <a:pt x="210" y="24"/>
                      <a:pt x="206" y="28"/>
                      <a:pt x="202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4" y="28"/>
                      <a:pt x="0" y="2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4" y="0"/>
                      <a:pt x="9" y="0"/>
                    </a:cubicBezTo>
                    <a:lnTo>
                      <a:pt x="202" y="10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2" name="Freeform 880">
                <a:extLst>
                  <a:ext uri="{FF2B5EF4-FFF2-40B4-BE49-F238E27FC236}">
                    <a16:creationId xmlns:a16="http://schemas.microsoft.com/office/drawing/2014/main" id="{432CC617-FC01-4031-A423-2C1FE63BD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2906"/>
                <a:ext cx="192" cy="16"/>
              </a:xfrm>
              <a:custGeom>
                <a:avLst/>
                <a:gdLst>
                  <a:gd name="T0" fmla="*/ 0 w 188"/>
                  <a:gd name="T1" fmla="*/ 16 h 16"/>
                  <a:gd name="T2" fmla="*/ 212 w 188"/>
                  <a:gd name="T3" fmla="*/ 16 h 16"/>
                  <a:gd name="T4" fmla="*/ 0 w 188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16">
                    <a:moveTo>
                      <a:pt x="0" y="16"/>
                    </a:moveTo>
                    <a:cubicBezTo>
                      <a:pt x="188" y="16"/>
                      <a:pt x="188" y="16"/>
                      <a:pt x="188" y="16"/>
                    </a:cubicBezTo>
                    <a:cubicBezTo>
                      <a:pt x="188" y="16"/>
                      <a:pt x="50" y="0"/>
                      <a:pt x="0" y="1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3" name="Freeform 881">
                <a:extLst>
                  <a:ext uri="{FF2B5EF4-FFF2-40B4-BE49-F238E27FC236}">
                    <a16:creationId xmlns:a16="http://schemas.microsoft.com/office/drawing/2014/main" id="{2F9038F3-B9AF-4017-8EFE-2F7BD2296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899"/>
                <a:ext cx="11" cy="24"/>
              </a:xfrm>
              <a:custGeom>
                <a:avLst/>
                <a:gdLst>
                  <a:gd name="T0" fmla="*/ 0 w 11"/>
                  <a:gd name="T1" fmla="*/ 23 h 24"/>
                  <a:gd name="T2" fmla="*/ 1 w 11"/>
                  <a:gd name="T3" fmla="*/ 0 h 24"/>
                  <a:gd name="T4" fmla="*/ 10 w 11"/>
                  <a:gd name="T5" fmla="*/ 13 h 24"/>
                  <a:gd name="T6" fmla="*/ 1 w 11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4">
                    <a:moveTo>
                      <a:pt x="0" y="23"/>
                    </a:moveTo>
                    <a:cubicBezTo>
                      <a:pt x="11" y="21"/>
                      <a:pt x="4" y="5"/>
                      <a:pt x="1" y="0"/>
                    </a:cubicBezTo>
                    <a:cubicBezTo>
                      <a:pt x="7" y="3"/>
                      <a:pt x="11" y="5"/>
                      <a:pt x="10" y="13"/>
                    </a:cubicBezTo>
                    <a:cubicBezTo>
                      <a:pt x="10" y="18"/>
                      <a:pt x="7" y="23"/>
                      <a:pt x="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4" name="Freeform 882">
                <a:extLst>
                  <a:ext uri="{FF2B5EF4-FFF2-40B4-BE49-F238E27FC236}">
                    <a16:creationId xmlns:a16="http://schemas.microsoft.com/office/drawing/2014/main" id="{641E9E85-CADA-43C0-A2A4-5BDCB3B04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899"/>
                <a:ext cx="189" cy="8"/>
              </a:xfrm>
              <a:custGeom>
                <a:avLst/>
                <a:gdLst>
                  <a:gd name="T0" fmla="*/ 0 w 185"/>
                  <a:gd name="T1" fmla="*/ 0 h 8"/>
                  <a:gd name="T2" fmla="*/ 209 w 185"/>
                  <a:gd name="T3" fmla="*/ 8 h 8"/>
                  <a:gd name="T4" fmla="*/ 0 w 18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8">
                    <a:moveTo>
                      <a:pt x="0" y="0"/>
                    </a:move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8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5" name="Freeform 883">
                <a:extLst>
                  <a:ext uri="{FF2B5EF4-FFF2-40B4-BE49-F238E27FC236}">
                    <a16:creationId xmlns:a16="http://schemas.microsoft.com/office/drawing/2014/main" id="{DD6DDFD0-F468-4C62-8B5D-5DD14036F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2897"/>
                <a:ext cx="215" cy="28"/>
              </a:xfrm>
              <a:custGeom>
                <a:avLst/>
                <a:gdLst>
                  <a:gd name="T0" fmla="*/ 232 w 210"/>
                  <a:gd name="T1" fmla="*/ 11 h 28"/>
                  <a:gd name="T2" fmla="*/ 241 w 210"/>
                  <a:gd name="T3" fmla="*/ 20 h 28"/>
                  <a:gd name="T4" fmla="*/ 241 w 210"/>
                  <a:gd name="T5" fmla="*/ 20 h 28"/>
                  <a:gd name="T6" fmla="*/ 231 w 210"/>
                  <a:gd name="T7" fmla="*/ 28 h 28"/>
                  <a:gd name="T8" fmla="*/ 8 w 210"/>
                  <a:gd name="T9" fmla="*/ 28 h 28"/>
                  <a:gd name="T10" fmla="*/ 0 w 210"/>
                  <a:gd name="T11" fmla="*/ 14 h 28"/>
                  <a:gd name="T12" fmla="*/ 0 w 210"/>
                  <a:gd name="T13" fmla="*/ 14 h 28"/>
                  <a:gd name="T14" fmla="*/ 9 w 210"/>
                  <a:gd name="T15" fmla="*/ 0 h 28"/>
                  <a:gd name="T16" fmla="*/ 232 w 210"/>
                  <a:gd name="T17" fmla="*/ 11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8">
                    <a:moveTo>
                      <a:pt x="202" y="11"/>
                    </a:moveTo>
                    <a:cubicBezTo>
                      <a:pt x="207" y="11"/>
                      <a:pt x="210" y="15"/>
                      <a:pt x="210" y="20"/>
                    </a:cubicBezTo>
                    <a:cubicBezTo>
                      <a:pt x="210" y="20"/>
                      <a:pt x="210" y="20"/>
                      <a:pt x="210" y="20"/>
                    </a:cubicBezTo>
                    <a:cubicBezTo>
                      <a:pt x="210" y="25"/>
                      <a:pt x="206" y="28"/>
                      <a:pt x="201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3" y="28"/>
                      <a:pt x="0" y="2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4" y="0"/>
                      <a:pt x="9" y="0"/>
                    </a:cubicBezTo>
                    <a:lnTo>
                      <a:pt x="202" y="1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6" name="Freeform 884">
                <a:extLst>
                  <a:ext uri="{FF2B5EF4-FFF2-40B4-BE49-F238E27FC236}">
                    <a16:creationId xmlns:a16="http://schemas.microsoft.com/office/drawing/2014/main" id="{51076B97-FC6F-417A-9237-A9E819F63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3111"/>
                <a:ext cx="211" cy="76"/>
              </a:xfrm>
              <a:custGeom>
                <a:avLst/>
                <a:gdLst>
                  <a:gd name="T0" fmla="*/ 218 w 207"/>
                  <a:gd name="T1" fmla="*/ 1 h 74"/>
                  <a:gd name="T2" fmla="*/ 229 w 207"/>
                  <a:gd name="T3" fmla="*/ 7 h 74"/>
                  <a:gd name="T4" fmla="*/ 229 w 207"/>
                  <a:gd name="T5" fmla="*/ 7 h 74"/>
                  <a:gd name="T6" fmla="*/ 223 w 207"/>
                  <a:gd name="T7" fmla="*/ 18 h 74"/>
                  <a:gd name="T8" fmla="*/ 14 w 207"/>
                  <a:gd name="T9" fmla="*/ 85 h 74"/>
                  <a:gd name="T10" fmla="*/ 2 w 207"/>
                  <a:gd name="T11" fmla="*/ 74 h 74"/>
                  <a:gd name="T12" fmla="*/ 2 w 207"/>
                  <a:gd name="T13" fmla="*/ 74 h 74"/>
                  <a:gd name="T14" fmla="*/ 7 w 207"/>
                  <a:gd name="T15" fmla="*/ 52 h 74"/>
                  <a:gd name="T16" fmla="*/ 218 w 207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4">
                    <a:moveTo>
                      <a:pt x="194" y="1"/>
                    </a:moveTo>
                    <a:cubicBezTo>
                      <a:pt x="199" y="0"/>
                      <a:pt x="204" y="3"/>
                      <a:pt x="205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7" y="12"/>
                      <a:pt x="204" y="17"/>
                      <a:pt x="199" y="18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9" y="74"/>
                      <a:pt x="4" y="69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4"/>
                      <a:pt x="2" y="47"/>
                      <a:pt x="7" y="46"/>
                    </a:cubicBezTo>
                    <a:lnTo>
                      <a:pt x="194" y="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7" name="Freeform 885">
                <a:extLst>
                  <a:ext uri="{FF2B5EF4-FFF2-40B4-BE49-F238E27FC236}">
                    <a16:creationId xmlns:a16="http://schemas.microsoft.com/office/drawing/2014/main" id="{8A9DEAF5-9092-4329-9BB5-59DE3FA5C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3127"/>
                <a:ext cx="184" cy="55"/>
              </a:xfrm>
              <a:custGeom>
                <a:avLst/>
                <a:gdLst>
                  <a:gd name="T0" fmla="*/ 0 w 180"/>
                  <a:gd name="T1" fmla="*/ 60 h 54"/>
                  <a:gd name="T2" fmla="*/ 204 w 180"/>
                  <a:gd name="T3" fmla="*/ 0 h 54"/>
                  <a:gd name="T4" fmla="*/ 0 w 180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4">
                    <a:moveTo>
                      <a:pt x="0" y="54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44" y="25"/>
                      <a:pt x="0" y="5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8" name="Freeform 886">
                <a:extLst>
                  <a:ext uri="{FF2B5EF4-FFF2-40B4-BE49-F238E27FC236}">
                    <a16:creationId xmlns:a16="http://schemas.microsoft.com/office/drawing/2014/main" id="{AB90C500-EA33-4614-870E-0CC7721AC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" y="3161"/>
                <a:ext cx="16" cy="24"/>
              </a:xfrm>
              <a:custGeom>
                <a:avLst/>
                <a:gdLst>
                  <a:gd name="T0" fmla="*/ 6 w 16"/>
                  <a:gd name="T1" fmla="*/ 28 h 23"/>
                  <a:gd name="T2" fmla="*/ 0 w 16"/>
                  <a:gd name="T3" fmla="*/ 0 h 23"/>
                  <a:gd name="T4" fmla="*/ 13 w 16"/>
                  <a:gd name="T5" fmla="*/ 9 h 23"/>
                  <a:gd name="T6" fmla="*/ 7 w 16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6" y="22"/>
                    </a:moveTo>
                    <a:cubicBezTo>
                      <a:pt x="16" y="17"/>
                      <a:pt x="5" y="4"/>
                      <a:pt x="0" y="0"/>
                    </a:cubicBezTo>
                    <a:cubicBezTo>
                      <a:pt x="7" y="1"/>
                      <a:pt x="11" y="2"/>
                      <a:pt x="13" y="9"/>
                    </a:cubicBezTo>
                    <a:cubicBezTo>
                      <a:pt x="14" y="15"/>
                      <a:pt x="12" y="20"/>
                      <a:pt x="7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9" name="Freeform 887">
                <a:extLst>
                  <a:ext uri="{FF2B5EF4-FFF2-40B4-BE49-F238E27FC236}">
                    <a16:creationId xmlns:a16="http://schemas.microsoft.com/office/drawing/2014/main" id="{D3CBDB04-73F1-4ABC-AD10-9AD750D94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3112"/>
                <a:ext cx="183" cy="48"/>
              </a:xfrm>
              <a:custGeom>
                <a:avLst/>
                <a:gdLst>
                  <a:gd name="T0" fmla="*/ 0 w 179"/>
                  <a:gd name="T1" fmla="*/ 51 h 47"/>
                  <a:gd name="T2" fmla="*/ 203 w 179"/>
                  <a:gd name="T3" fmla="*/ 0 h 47"/>
                  <a:gd name="T4" fmla="*/ 0 w 179"/>
                  <a:gd name="T5" fmla="*/ 51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47">
                    <a:moveTo>
                      <a:pt x="0" y="45"/>
                    </a:moveTo>
                    <a:cubicBezTo>
                      <a:pt x="179" y="0"/>
                      <a:pt x="179" y="0"/>
                      <a:pt x="179" y="0"/>
                    </a:cubicBezTo>
                    <a:cubicBezTo>
                      <a:pt x="179" y="0"/>
                      <a:pt x="9" y="47"/>
                      <a:pt x="0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0" name="Freeform 888">
                <a:extLst>
                  <a:ext uri="{FF2B5EF4-FFF2-40B4-BE49-F238E27FC236}">
                    <a16:creationId xmlns:a16="http://schemas.microsoft.com/office/drawing/2014/main" id="{0234D356-C4E1-449B-9F3E-4E4A84DCB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3111"/>
                <a:ext cx="210" cy="77"/>
              </a:xfrm>
              <a:custGeom>
                <a:avLst/>
                <a:gdLst>
                  <a:gd name="T0" fmla="*/ 218 w 206"/>
                  <a:gd name="T1" fmla="*/ 2 h 75"/>
                  <a:gd name="T2" fmla="*/ 229 w 206"/>
                  <a:gd name="T3" fmla="*/ 8 h 75"/>
                  <a:gd name="T4" fmla="*/ 229 w 206"/>
                  <a:gd name="T5" fmla="*/ 8 h 75"/>
                  <a:gd name="T6" fmla="*/ 223 w 206"/>
                  <a:gd name="T7" fmla="*/ 25 h 75"/>
                  <a:gd name="T8" fmla="*/ 14 w 206"/>
                  <a:gd name="T9" fmla="*/ 85 h 75"/>
                  <a:gd name="T10" fmla="*/ 2 w 206"/>
                  <a:gd name="T11" fmla="*/ 74 h 75"/>
                  <a:gd name="T12" fmla="*/ 2 w 206"/>
                  <a:gd name="T13" fmla="*/ 74 h 75"/>
                  <a:gd name="T14" fmla="*/ 7 w 206"/>
                  <a:gd name="T15" fmla="*/ 52 h 75"/>
                  <a:gd name="T16" fmla="*/ 218 w 206"/>
                  <a:gd name="T17" fmla="*/ 2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5">
                    <a:moveTo>
                      <a:pt x="194" y="2"/>
                    </a:moveTo>
                    <a:cubicBezTo>
                      <a:pt x="199" y="0"/>
                      <a:pt x="204" y="3"/>
                      <a:pt x="205" y="8"/>
                    </a:cubicBezTo>
                    <a:cubicBezTo>
                      <a:pt x="205" y="8"/>
                      <a:pt x="205" y="8"/>
                      <a:pt x="205" y="8"/>
                    </a:cubicBezTo>
                    <a:cubicBezTo>
                      <a:pt x="206" y="12"/>
                      <a:pt x="204" y="17"/>
                      <a:pt x="199" y="19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9" y="75"/>
                      <a:pt x="4" y="70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5"/>
                      <a:pt x="2" y="48"/>
                      <a:pt x="7" y="46"/>
                    </a:cubicBezTo>
                    <a:lnTo>
                      <a:pt x="194" y="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1" name="Freeform 889">
                <a:extLst>
                  <a:ext uri="{FF2B5EF4-FFF2-40B4-BE49-F238E27FC236}">
                    <a16:creationId xmlns:a16="http://schemas.microsoft.com/office/drawing/2014/main" id="{B1D21162-B3B0-41E2-92CA-B4D037B97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248"/>
                <a:ext cx="190" cy="129"/>
              </a:xfrm>
              <a:custGeom>
                <a:avLst/>
                <a:gdLst>
                  <a:gd name="T0" fmla="*/ 195 w 186"/>
                  <a:gd name="T1" fmla="*/ 3 h 126"/>
                  <a:gd name="T2" fmla="*/ 207 w 186"/>
                  <a:gd name="T3" fmla="*/ 6 h 126"/>
                  <a:gd name="T4" fmla="*/ 207 w 186"/>
                  <a:gd name="T5" fmla="*/ 6 h 126"/>
                  <a:gd name="T6" fmla="*/ 204 w 186"/>
                  <a:gd name="T7" fmla="*/ 18 h 126"/>
                  <a:gd name="T8" fmla="*/ 19 w 186"/>
                  <a:gd name="T9" fmla="*/ 141 h 126"/>
                  <a:gd name="T10" fmla="*/ 4 w 186"/>
                  <a:gd name="T11" fmla="*/ 134 h 126"/>
                  <a:gd name="T12" fmla="*/ 4 w 186"/>
                  <a:gd name="T13" fmla="*/ 134 h 126"/>
                  <a:gd name="T14" fmla="*/ 4 w 186"/>
                  <a:gd name="T15" fmla="*/ 115 h 126"/>
                  <a:gd name="T16" fmla="*/ 195 w 186"/>
                  <a:gd name="T17" fmla="*/ 3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6">
                    <a:moveTo>
                      <a:pt x="171" y="3"/>
                    </a:moveTo>
                    <a:cubicBezTo>
                      <a:pt x="175" y="0"/>
                      <a:pt x="180" y="2"/>
                      <a:pt x="183" y="6"/>
                    </a:cubicBezTo>
                    <a:cubicBezTo>
                      <a:pt x="183" y="6"/>
                      <a:pt x="183" y="6"/>
                      <a:pt x="183" y="6"/>
                    </a:cubicBezTo>
                    <a:cubicBezTo>
                      <a:pt x="186" y="10"/>
                      <a:pt x="184" y="15"/>
                      <a:pt x="180" y="18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5" y="126"/>
                      <a:pt x="8" y="123"/>
                      <a:pt x="4" y="116"/>
                    </a:cubicBezTo>
                    <a:cubicBezTo>
                      <a:pt x="4" y="116"/>
                      <a:pt x="4" y="116"/>
                      <a:pt x="4" y="116"/>
                    </a:cubicBezTo>
                    <a:cubicBezTo>
                      <a:pt x="0" y="110"/>
                      <a:pt x="0" y="102"/>
                      <a:pt x="4" y="100"/>
                    </a:cubicBezTo>
                    <a:lnTo>
                      <a:pt x="171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2" name="Freeform 890">
                <a:extLst>
                  <a:ext uri="{FF2B5EF4-FFF2-40B4-BE49-F238E27FC236}">
                    <a16:creationId xmlns:a16="http://schemas.microsoft.com/office/drawing/2014/main" id="{4A2CF6C5-E4CC-4A03-91B3-AE8258C3F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3265"/>
                <a:ext cx="161" cy="105"/>
              </a:xfrm>
              <a:custGeom>
                <a:avLst/>
                <a:gdLst>
                  <a:gd name="T0" fmla="*/ 0 w 157"/>
                  <a:gd name="T1" fmla="*/ 115 h 103"/>
                  <a:gd name="T2" fmla="*/ 182 w 157"/>
                  <a:gd name="T3" fmla="*/ 0 h 103"/>
                  <a:gd name="T4" fmla="*/ 0 w 157"/>
                  <a:gd name="T5" fmla="*/ 115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103">
                    <a:moveTo>
                      <a:pt x="0" y="103"/>
                    </a:moveTo>
                    <a:cubicBezTo>
                      <a:pt x="157" y="0"/>
                      <a:pt x="157" y="0"/>
                      <a:pt x="157" y="0"/>
                    </a:cubicBezTo>
                    <a:cubicBezTo>
                      <a:pt x="157" y="0"/>
                      <a:pt x="33" y="62"/>
                      <a:pt x="0" y="103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3" name="Freeform 891">
                <a:extLst>
                  <a:ext uri="{FF2B5EF4-FFF2-40B4-BE49-F238E27FC236}">
                    <a16:creationId xmlns:a16="http://schemas.microsoft.com/office/drawing/2014/main" id="{BE190B8F-D542-4AFD-A576-61D0DAEDD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353"/>
                <a:ext cx="21" cy="21"/>
              </a:xfrm>
              <a:custGeom>
                <a:avLst/>
                <a:gdLst>
                  <a:gd name="T0" fmla="*/ 12 w 21"/>
                  <a:gd name="T1" fmla="*/ 21 h 21"/>
                  <a:gd name="T2" fmla="*/ 0 w 21"/>
                  <a:gd name="T3" fmla="*/ 1 h 21"/>
                  <a:gd name="T4" fmla="*/ 15 w 21"/>
                  <a:gd name="T5" fmla="*/ 7 h 21"/>
                  <a:gd name="T6" fmla="*/ 13 w 21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2" y="21"/>
                    </a:moveTo>
                    <a:cubicBezTo>
                      <a:pt x="21" y="13"/>
                      <a:pt x="6" y="4"/>
                      <a:pt x="0" y="1"/>
                    </a:cubicBezTo>
                    <a:cubicBezTo>
                      <a:pt x="7" y="0"/>
                      <a:pt x="11" y="0"/>
                      <a:pt x="15" y="7"/>
                    </a:cubicBezTo>
                    <a:cubicBezTo>
                      <a:pt x="17" y="11"/>
                      <a:pt x="18" y="17"/>
                      <a:pt x="13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4" name="Freeform 892">
                <a:extLst>
                  <a:ext uri="{FF2B5EF4-FFF2-40B4-BE49-F238E27FC236}">
                    <a16:creationId xmlns:a16="http://schemas.microsoft.com/office/drawing/2014/main" id="{0CE35B4D-0FD0-41B3-80C5-AC1148386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3251"/>
                <a:ext cx="163" cy="97"/>
              </a:xfrm>
              <a:custGeom>
                <a:avLst/>
                <a:gdLst>
                  <a:gd name="T0" fmla="*/ 0 w 160"/>
                  <a:gd name="T1" fmla="*/ 112 h 94"/>
                  <a:gd name="T2" fmla="*/ 178 w 160"/>
                  <a:gd name="T3" fmla="*/ 0 h 94"/>
                  <a:gd name="T4" fmla="*/ 0 w 160"/>
                  <a:gd name="T5" fmla="*/ 112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94">
                    <a:moveTo>
                      <a:pt x="0" y="94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0" y="94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5" name="Freeform 893">
                <a:extLst>
                  <a:ext uri="{FF2B5EF4-FFF2-40B4-BE49-F238E27FC236}">
                    <a16:creationId xmlns:a16="http://schemas.microsoft.com/office/drawing/2014/main" id="{2029AADE-0AC7-4336-9DFD-4750128AF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249"/>
                <a:ext cx="190" cy="128"/>
              </a:xfrm>
              <a:custGeom>
                <a:avLst/>
                <a:gdLst>
                  <a:gd name="T0" fmla="*/ 195 w 186"/>
                  <a:gd name="T1" fmla="*/ 2 h 125"/>
                  <a:gd name="T2" fmla="*/ 207 w 186"/>
                  <a:gd name="T3" fmla="*/ 5 h 125"/>
                  <a:gd name="T4" fmla="*/ 207 w 186"/>
                  <a:gd name="T5" fmla="*/ 5 h 125"/>
                  <a:gd name="T6" fmla="*/ 204 w 186"/>
                  <a:gd name="T7" fmla="*/ 17 h 125"/>
                  <a:gd name="T8" fmla="*/ 19 w 186"/>
                  <a:gd name="T9" fmla="*/ 141 h 125"/>
                  <a:gd name="T10" fmla="*/ 4 w 186"/>
                  <a:gd name="T11" fmla="*/ 134 h 125"/>
                  <a:gd name="T12" fmla="*/ 4 w 186"/>
                  <a:gd name="T13" fmla="*/ 134 h 125"/>
                  <a:gd name="T14" fmla="*/ 4 w 186"/>
                  <a:gd name="T15" fmla="*/ 114 h 125"/>
                  <a:gd name="T16" fmla="*/ 195 w 186"/>
                  <a:gd name="T17" fmla="*/ 2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5">
                    <a:moveTo>
                      <a:pt x="171" y="2"/>
                    </a:moveTo>
                    <a:cubicBezTo>
                      <a:pt x="175" y="0"/>
                      <a:pt x="180" y="1"/>
                      <a:pt x="183" y="5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6" y="9"/>
                      <a:pt x="184" y="15"/>
                      <a:pt x="180" y="17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4" y="125"/>
                      <a:pt x="8" y="122"/>
                      <a:pt x="4" y="116"/>
                    </a:cubicBezTo>
                    <a:cubicBezTo>
                      <a:pt x="4" y="116"/>
                      <a:pt x="4" y="116"/>
                      <a:pt x="4" y="116"/>
                    </a:cubicBezTo>
                    <a:cubicBezTo>
                      <a:pt x="0" y="109"/>
                      <a:pt x="0" y="102"/>
                      <a:pt x="4" y="99"/>
                    </a:cubicBezTo>
                    <a:lnTo>
                      <a:pt x="171" y="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6" name="Freeform 894">
                <a:extLst>
                  <a:ext uri="{FF2B5EF4-FFF2-40B4-BE49-F238E27FC236}">
                    <a16:creationId xmlns:a16="http://schemas.microsoft.com/office/drawing/2014/main" id="{F8A292D5-5197-4B9C-9AB5-7BD799C3A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3409"/>
                <a:ext cx="173" cy="152"/>
              </a:xfrm>
              <a:custGeom>
                <a:avLst/>
                <a:gdLst>
                  <a:gd name="T0" fmla="*/ 177 w 169"/>
                  <a:gd name="T1" fmla="*/ 4 h 149"/>
                  <a:gd name="T2" fmla="*/ 190 w 169"/>
                  <a:gd name="T3" fmla="*/ 4 h 149"/>
                  <a:gd name="T4" fmla="*/ 190 w 169"/>
                  <a:gd name="T5" fmla="*/ 4 h 149"/>
                  <a:gd name="T6" fmla="*/ 189 w 169"/>
                  <a:gd name="T7" fmla="*/ 17 h 149"/>
                  <a:gd name="T8" fmla="*/ 28 w 169"/>
                  <a:gd name="T9" fmla="*/ 164 h 149"/>
                  <a:gd name="T10" fmla="*/ 6 w 169"/>
                  <a:gd name="T11" fmla="*/ 159 h 149"/>
                  <a:gd name="T12" fmla="*/ 6 w 169"/>
                  <a:gd name="T13" fmla="*/ 159 h 149"/>
                  <a:gd name="T14" fmla="*/ 3 w 169"/>
                  <a:gd name="T15" fmla="*/ 143 h 149"/>
                  <a:gd name="T16" fmla="*/ 177 w 169"/>
                  <a:gd name="T17" fmla="*/ 4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3" y="4"/>
                    </a:moveTo>
                    <a:cubicBezTo>
                      <a:pt x="157" y="0"/>
                      <a:pt x="163" y="1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9" y="8"/>
                      <a:pt x="168" y="14"/>
                      <a:pt x="165" y="17"/>
                    </a:cubicBezTo>
                    <a:cubicBezTo>
                      <a:pt x="22" y="146"/>
                      <a:pt x="22" y="146"/>
                      <a:pt x="22" y="146"/>
                    </a:cubicBezTo>
                    <a:cubicBezTo>
                      <a:pt x="18" y="149"/>
                      <a:pt x="11" y="147"/>
                      <a:pt x="6" y="141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" y="135"/>
                      <a:pt x="0" y="128"/>
                      <a:pt x="3" y="125"/>
                    </a:cubicBezTo>
                    <a:lnTo>
                      <a:pt x="153" y="4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7" name="Freeform 895">
                <a:extLst>
                  <a:ext uri="{FF2B5EF4-FFF2-40B4-BE49-F238E27FC236}">
                    <a16:creationId xmlns:a16="http://schemas.microsoft.com/office/drawing/2014/main" id="{15737B88-2218-4CCD-BB22-C67AB70F5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3424"/>
                <a:ext cx="142" cy="130"/>
              </a:xfrm>
              <a:custGeom>
                <a:avLst/>
                <a:gdLst>
                  <a:gd name="T0" fmla="*/ 0 w 139"/>
                  <a:gd name="T1" fmla="*/ 145 h 127"/>
                  <a:gd name="T2" fmla="*/ 157 w 139"/>
                  <a:gd name="T3" fmla="*/ 0 h 127"/>
                  <a:gd name="T4" fmla="*/ 0 w 139"/>
                  <a:gd name="T5" fmla="*/ 145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7">
                    <a:moveTo>
                      <a:pt x="0" y="127"/>
                    </a:move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27" y="81"/>
                      <a:pt x="0" y="127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8" name="Freeform 896">
                <a:extLst>
                  <a:ext uri="{FF2B5EF4-FFF2-40B4-BE49-F238E27FC236}">
                    <a16:creationId xmlns:a16="http://schemas.microsoft.com/office/drawing/2014/main" id="{72F00759-3ACC-4D0F-8C52-4B96D778D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3538"/>
                <a:ext cx="23" cy="20"/>
              </a:xfrm>
              <a:custGeom>
                <a:avLst/>
                <a:gdLst>
                  <a:gd name="T0" fmla="*/ 21 w 22"/>
                  <a:gd name="T1" fmla="*/ 20 h 20"/>
                  <a:gd name="T2" fmla="*/ 0 w 22"/>
                  <a:gd name="T3" fmla="*/ 3 h 20"/>
                  <a:gd name="T4" fmla="*/ 22 w 22"/>
                  <a:gd name="T5" fmla="*/ 6 h 20"/>
                  <a:gd name="T6" fmla="*/ 22 w 22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15" y="20"/>
                    </a:moveTo>
                    <a:cubicBezTo>
                      <a:pt x="22" y="12"/>
                      <a:pt x="6" y="4"/>
                      <a:pt x="0" y="3"/>
                    </a:cubicBezTo>
                    <a:cubicBezTo>
                      <a:pt x="7" y="1"/>
                      <a:pt x="11" y="0"/>
                      <a:pt x="16" y="6"/>
                    </a:cubicBezTo>
                    <a:cubicBezTo>
                      <a:pt x="19" y="10"/>
                      <a:pt x="20" y="16"/>
                      <a:pt x="1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9" name="Freeform 897">
                <a:extLst>
                  <a:ext uri="{FF2B5EF4-FFF2-40B4-BE49-F238E27FC236}">
                    <a16:creationId xmlns:a16="http://schemas.microsoft.com/office/drawing/2014/main" id="{CC5CB496-ECCE-497F-94F9-E428A70A0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3413"/>
                <a:ext cx="146" cy="120"/>
              </a:xfrm>
              <a:custGeom>
                <a:avLst/>
                <a:gdLst>
                  <a:gd name="T0" fmla="*/ 0 w 143"/>
                  <a:gd name="T1" fmla="*/ 135 h 117"/>
                  <a:gd name="T2" fmla="*/ 161 w 143"/>
                  <a:gd name="T3" fmla="*/ 0 h 117"/>
                  <a:gd name="T4" fmla="*/ 0 w 143"/>
                  <a:gd name="T5" fmla="*/ 135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7">
                    <a:moveTo>
                      <a:pt x="0" y="117"/>
                    </a:move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0" y="116"/>
                      <a:pt x="0" y="1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0" name="Freeform 898">
                <a:extLst>
                  <a:ext uri="{FF2B5EF4-FFF2-40B4-BE49-F238E27FC236}">
                    <a16:creationId xmlns:a16="http://schemas.microsoft.com/office/drawing/2014/main" id="{FE056FFB-19D5-4709-9EBF-BB585764F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3410"/>
                <a:ext cx="173" cy="152"/>
              </a:xfrm>
              <a:custGeom>
                <a:avLst/>
                <a:gdLst>
                  <a:gd name="T0" fmla="*/ 177 w 169"/>
                  <a:gd name="T1" fmla="*/ 3 h 149"/>
                  <a:gd name="T2" fmla="*/ 190 w 169"/>
                  <a:gd name="T3" fmla="*/ 4 h 149"/>
                  <a:gd name="T4" fmla="*/ 190 w 169"/>
                  <a:gd name="T5" fmla="*/ 4 h 149"/>
                  <a:gd name="T6" fmla="*/ 189 w 169"/>
                  <a:gd name="T7" fmla="*/ 16 h 149"/>
                  <a:gd name="T8" fmla="*/ 28 w 169"/>
                  <a:gd name="T9" fmla="*/ 164 h 149"/>
                  <a:gd name="T10" fmla="*/ 6 w 169"/>
                  <a:gd name="T11" fmla="*/ 159 h 149"/>
                  <a:gd name="T12" fmla="*/ 6 w 169"/>
                  <a:gd name="T13" fmla="*/ 159 h 149"/>
                  <a:gd name="T14" fmla="*/ 3 w 169"/>
                  <a:gd name="T15" fmla="*/ 141 h 149"/>
                  <a:gd name="T16" fmla="*/ 177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3" y="3"/>
                    </a:moveTo>
                    <a:cubicBezTo>
                      <a:pt x="157" y="0"/>
                      <a:pt x="163" y="0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9" y="8"/>
                      <a:pt x="169" y="13"/>
                      <a:pt x="165" y="16"/>
                    </a:cubicBezTo>
                    <a:cubicBezTo>
                      <a:pt x="22" y="146"/>
                      <a:pt x="22" y="146"/>
                      <a:pt x="22" y="146"/>
                    </a:cubicBezTo>
                    <a:cubicBezTo>
                      <a:pt x="18" y="149"/>
                      <a:pt x="11" y="147"/>
                      <a:pt x="6" y="141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" y="135"/>
                      <a:pt x="0" y="128"/>
                      <a:pt x="3" y="124"/>
                    </a:cubicBezTo>
                    <a:lnTo>
                      <a:pt x="153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1" name="Freeform 899">
                <a:extLst>
                  <a:ext uri="{FF2B5EF4-FFF2-40B4-BE49-F238E27FC236}">
                    <a16:creationId xmlns:a16="http://schemas.microsoft.com/office/drawing/2014/main" id="{FEDEA90F-C1C6-4D35-A231-37CC78DEC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574"/>
                <a:ext cx="97" cy="205"/>
              </a:xfrm>
              <a:custGeom>
                <a:avLst/>
                <a:gdLst>
                  <a:gd name="T0" fmla="*/ 89 w 95"/>
                  <a:gd name="T1" fmla="*/ 7 h 201"/>
                  <a:gd name="T2" fmla="*/ 100 w 95"/>
                  <a:gd name="T3" fmla="*/ 2 h 201"/>
                  <a:gd name="T4" fmla="*/ 100 w 95"/>
                  <a:gd name="T5" fmla="*/ 2 h 201"/>
                  <a:gd name="T6" fmla="*/ 105 w 95"/>
                  <a:gd name="T7" fmla="*/ 13 h 201"/>
                  <a:gd name="T8" fmla="*/ 34 w 95"/>
                  <a:gd name="T9" fmla="*/ 219 h 201"/>
                  <a:gd name="T10" fmla="*/ 11 w 95"/>
                  <a:gd name="T11" fmla="*/ 222 h 201"/>
                  <a:gd name="T12" fmla="*/ 11 w 95"/>
                  <a:gd name="T13" fmla="*/ 222 h 201"/>
                  <a:gd name="T14" fmla="*/ 2 w 95"/>
                  <a:gd name="T15" fmla="*/ 208 h 201"/>
                  <a:gd name="T16" fmla="*/ 89 w 95"/>
                  <a:gd name="T17" fmla="*/ 7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01">
                    <a:moveTo>
                      <a:pt x="77" y="7"/>
                    </a:moveTo>
                    <a:cubicBezTo>
                      <a:pt x="78" y="2"/>
                      <a:pt x="83" y="0"/>
                      <a:pt x="88" y="2"/>
                    </a:cubicBezTo>
                    <a:cubicBezTo>
                      <a:pt x="88" y="2"/>
                      <a:pt x="88" y="2"/>
                      <a:pt x="88" y="2"/>
                    </a:cubicBezTo>
                    <a:cubicBezTo>
                      <a:pt x="92" y="3"/>
                      <a:pt x="95" y="8"/>
                      <a:pt x="93" y="13"/>
                    </a:cubicBezTo>
                    <a:cubicBezTo>
                      <a:pt x="28" y="195"/>
                      <a:pt x="28" y="195"/>
                      <a:pt x="28" y="195"/>
                    </a:cubicBezTo>
                    <a:cubicBezTo>
                      <a:pt x="26" y="199"/>
                      <a:pt x="19" y="201"/>
                      <a:pt x="11" y="198"/>
                    </a:cubicBezTo>
                    <a:cubicBezTo>
                      <a:pt x="11" y="198"/>
                      <a:pt x="11" y="198"/>
                      <a:pt x="11" y="198"/>
                    </a:cubicBezTo>
                    <a:cubicBezTo>
                      <a:pt x="4" y="195"/>
                      <a:pt x="0" y="189"/>
                      <a:pt x="2" y="184"/>
                    </a:cubicBezTo>
                    <a:lnTo>
                      <a:pt x="77" y="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2" name="Freeform 900">
                <a:extLst>
                  <a:ext uri="{FF2B5EF4-FFF2-40B4-BE49-F238E27FC236}">
                    <a16:creationId xmlns:a16="http://schemas.microsoft.com/office/drawing/2014/main" id="{A4C926C6-B9FA-48B1-A81B-956A65F07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3587"/>
                <a:ext cx="64" cy="181"/>
              </a:xfrm>
              <a:custGeom>
                <a:avLst/>
                <a:gdLst>
                  <a:gd name="T0" fmla="*/ 0 w 63"/>
                  <a:gd name="T1" fmla="*/ 201 h 177"/>
                  <a:gd name="T2" fmla="*/ 69 w 63"/>
                  <a:gd name="T3" fmla="*/ 0 h 177"/>
                  <a:gd name="T4" fmla="*/ 0 w 63"/>
                  <a:gd name="T5" fmla="*/ 201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77">
                    <a:moveTo>
                      <a:pt x="0" y="177"/>
                    </a:moveTo>
                    <a:cubicBezTo>
                      <a:pt x="63" y="0"/>
                      <a:pt x="63" y="0"/>
                      <a:pt x="63" y="0"/>
                    </a:cubicBezTo>
                    <a:cubicBezTo>
                      <a:pt x="63" y="0"/>
                      <a:pt x="2" y="124"/>
                      <a:pt x="0" y="177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3" name="Freeform 901">
                <a:extLst>
                  <a:ext uri="{FF2B5EF4-FFF2-40B4-BE49-F238E27FC236}">
                    <a16:creationId xmlns:a16="http://schemas.microsoft.com/office/drawing/2014/main" id="{DC4F6ADB-0058-41B8-B564-C8E054A87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59"/>
                <a:ext cx="24" cy="16"/>
              </a:xfrm>
              <a:custGeom>
                <a:avLst/>
                <a:gdLst>
                  <a:gd name="T0" fmla="*/ 27 w 23"/>
                  <a:gd name="T1" fmla="*/ 16 h 16"/>
                  <a:gd name="T2" fmla="*/ 0 w 23"/>
                  <a:gd name="T3" fmla="*/ 7 h 16"/>
                  <a:gd name="T4" fmla="*/ 20 w 23"/>
                  <a:gd name="T5" fmla="*/ 3 h 16"/>
                  <a:gd name="T6" fmla="*/ 28 w 23"/>
                  <a:gd name="T7" fmla="*/ 1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6">
                    <a:moveTo>
                      <a:pt x="21" y="16"/>
                    </a:moveTo>
                    <a:cubicBezTo>
                      <a:pt x="23" y="5"/>
                      <a:pt x="5" y="6"/>
                      <a:pt x="0" y="7"/>
                    </a:cubicBezTo>
                    <a:cubicBezTo>
                      <a:pt x="4" y="2"/>
                      <a:pt x="8" y="0"/>
                      <a:pt x="14" y="3"/>
                    </a:cubicBezTo>
                    <a:cubicBezTo>
                      <a:pt x="19" y="5"/>
                      <a:pt x="23" y="10"/>
                      <a:pt x="22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4" name="Freeform 902">
                <a:extLst>
                  <a:ext uri="{FF2B5EF4-FFF2-40B4-BE49-F238E27FC236}">
                    <a16:creationId xmlns:a16="http://schemas.microsoft.com/office/drawing/2014/main" id="{53045C46-2CC0-48C5-AC0B-AFD2D47FC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3581"/>
                <a:ext cx="73" cy="175"/>
              </a:xfrm>
              <a:custGeom>
                <a:avLst/>
                <a:gdLst>
                  <a:gd name="T0" fmla="*/ 0 w 71"/>
                  <a:gd name="T1" fmla="*/ 195 h 171"/>
                  <a:gd name="T2" fmla="*/ 83 w 71"/>
                  <a:gd name="T3" fmla="*/ 0 h 171"/>
                  <a:gd name="T4" fmla="*/ 0 w 71"/>
                  <a:gd name="T5" fmla="*/ 195 h 1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71">
                    <a:moveTo>
                      <a:pt x="0" y="171"/>
                    </a:move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" y="165"/>
                      <a:pt x="0" y="1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5" name="Freeform 903">
                <a:extLst>
                  <a:ext uri="{FF2B5EF4-FFF2-40B4-BE49-F238E27FC236}">
                    <a16:creationId xmlns:a16="http://schemas.microsoft.com/office/drawing/2014/main" id="{17CBFA76-8ED9-4FDD-A2A2-E69E48BC6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574"/>
                <a:ext cx="97" cy="205"/>
              </a:xfrm>
              <a:custGeom>
                <a:avLst/>
                <a:gdLst>
                  <a:gd name="T0" fmla="*/ 89 w 95"/>
                  <a:gd name="T1" fmla="*/ 7 h 201"/>
                  <a:gd name="T2" fmla="*/ 100 w 95"/>
                  <a:gd name="T3" fmla="*/ 2 h 201"/>
                  <a:gd name="T4" fmla="*/ 100 w 95"/>
                  <a:gd name="T5" fmla="*/ 2 h 201"/>
                  <a:gd name="T6" fmla="*/ 105 w 95"/>
                  <a:gd name="T7" fmla="*/ 13 h 201"/>
                  <a:gd name="T8" fmla="*/ 34 w 95"/>
                  <a:gd name="T9" fmla="*/ 219 h 201"/>
                  <a:gd name="T10" fmla="*/ 12 w 95"/>
                  <a:gd name="T11" fmla="*/ 222 h 201"/>
                  <a:gd name="T12" fmla="*/ 12 w 95"/>
                  <a:gd name="T13" fmla="*/ 222 h 201"/>
                  <a:gd name="T14" fmla="*/ 2 w 95"/>
                  <a:gd name="T15" fmla="*/ 209 h 201"/>
                  <a:gd name="T16" fmla="*/ 89 w 95"/>
                  <a:gd name="T17" fmla="*/ 7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01">
                    <a:moveTo>
                      <a:pt x="77" y="7"/>
                    </a:moveTo>
                    <a:cubicBezTo>
                      <a:pt x="79" y="2"/>
                      <a:pt x="84" y="0"/>
                      <a:pt x="88" y="2"/>
                    </a:cubicBezTo>
                    <a:cubicBezTo>
                      <a:pt x="88" y="2"/>
                      <a:pt x="88" y="2"/>
                      <a:pt x="88" y="2"/>
                    </a:cubicBezTo>
                    <a:cubicBezTo>
                      <a:pt x="93" y="4"/>
                      <a:pt x="95" y="9"/>
                      <a:pt x="93" y="13"/>
                    </a:cubicBezTo>
                    <a:cubicBezTo>
                      <a:pt x="28" y="195"/>
                      <a:pt x="28" y="195"/>
                      <a:pt x="28" y="195"/>
                    </a:cubicBezTo>
                    <a:cubicBezTo>
                      <a:pt x="26" y="199"/>
                      <a:pt x="19" y="201"/>
                      <a:pt x="12" y="198"/>
                    </a:cubicBezTo>
                    <a:cubicBezTo>
                      <a:pt x="12" y="198"/>
                      <a:pt x="12" y="198"/>
                      <a:pt x="12" y="198"/>
                    </a:cubicBezTo>
                    <a:cubicBezTo>
                      <a:pt x="4" y="195"/>
                      <a:pt x="0" y="189"/>
                      <a:pt x="2" y="185"/>
                    </a:cubicBezTo>
                    <a:lnTo>
                      <a:pt x="77" y="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6" name="Freeform 904">
                <a:extLst>
                  <a:ext uri="{FF2B5EF4-FFF2-40B4-BE49-F238E27FC236}">
                    <a16:creationId xmlns:a16="http://schemas.microsoft.com/office/drawing/2014/main" id="{AF26E336-0C8F-4F2F-B1C0-51412E089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252"/>
                <a:ext cx="148" cy="177"/>
              </a:xfrm>
              <a:custGeom>
                <a:avLst/>
                <a:gdLst>
                  <a:gd name="T0" fmla="*/ 3 w 144"/>
                  <a:gd name="T1" fmla="*/ 182 h 173"/>
                  <a:gd name="T2" fmla="*/ 4 w 144"/>
                  <a:gd name="T3" fmla="*/ 194 h 173"/>
                  <a:gd name="T4" fmla="*/ 4 w 144"/>
                  <a:gd name="T5" fmla="*/ 194 h 173"/>
                  <a:gd name="T6" fmla="*/ 17 w 144"/>
                  <a:gd name="T7" fmla="*/ 193 h 173"/>
                  <a:gd name="T8" fmla="*/ 165 w 144"/>
                  <a:gd name="T9" fmla="*/ 21 h 173"/>
                  <a:gd name="T10" fmla="*/ 160 w 144"/>
                  <a:gd name="T11" fmla="*/ 6 h 173"/>
                  <a:gd name="T12" fmla="*/ 160 w 144"/>
                  <a:gd name="T13" fmla="*/ 6 h 173"/>
                  <a:gd name="T14" fmla="*/ 140 w 144"/>
                  <a:gd name="T15" fmla="*/ 4 h 173"/>
                  <a:gd name="T16" fmla="*/ 3 w 144"/>
                  <a:gd name="T17" fmla="*/ 182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3" y="158"/>
                    </a:moveTo>
                    <a:cubicBezTo>
                      <a:pt x="0" y="162"/>
                      <a:pt x="1" y="167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8" y="173"/>
                      <a:pt x="14" y="173"/>
                      <a:pt x="17" y="169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4" y="18"/>
                      <a:pt x="142" y="11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0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7" name="Freeform 905">
                <a:extLst>
                  <a:ext uri="{FF2B5EF4-FFF2-40B4-BE49-F238E27FC236}">
                    <a16:creationId xmlns:a16="http://schemas.microsoft.com/office/drawing/2014/main" id="{F0ED7806-F016-4ADD-A3BF-5DE8D2F58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276"/>
                <a:ext cx="123" cy="146"/>
              </a:xfrm>
              <a:custGeom>
                <a:avLst/>
                <a:gdLst>
                  <a:gd name="T0" fmla="*/ 133 w 121"/>
                  <a:gd name="T1" fmla="*/ 0 h 143"/>
                  <a:gd name="T2" fmla="*/ 0 w 121"/>
                  <a:gd name="T3" fmla="*/ 161 h 143"/>
                  <a:gd name="T4" fmla="*/ 133 w 121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43">
                    <a:moveTo>
                      <a:pt x="121" y="0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77" y="28"/>
                      <a:pt x="121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8" name="Freeform 906">
                <a:extLst>
                  <a:ext uri="{FF2B5EF4-FFF2-40B4-BE49-F238E27FC236}">
                    <a16:creationId xmlns:a16="http://schemas.microsoft.com/office/drawing/2014/main" id="{2D4F9DEB-7846-4D78-990D-4E793B2CE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255"/>
                <a:ext cx="22" cy="22"/>
              </a:xfrm>
              <a:custGeom>
                <a:avLst/>
                <a:gdLst>
                  <a:gd name="T0" fmla="*/ 27 w 21"/>
                  <a:gd name="T1" fmla="*/ 20 h 21"/>
                  <a:gd name="T2" fmla="*/ 3 w 21"/>
                  <a:gd name="T3" fmla="*/ 0 h 21"/>
                  <a:gd name="T4" fmla="*/ 7 w 21"/>
                  <a:gd name="T5" fmla="*/ 21 h 21"/>
                  <a:gd name="T6" fmla="*/ 27 w 21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14"/>
                    </a:moveTo>
                    <a:cubicBezTo>
                      <a:pt x="13" y="21"/>
                      <a:pt x="5" y="6"/>
                      <a:pt x="3" y="0"/>
                    </a:cubicBezTo>
                    <a:cubicBezTo>
                      <a:pt x="1" y="6"/>
                      <a:pt x="0" y="11"/>
                      <a:pt x="7" y="15"/>
                    </a:cubicBezTo>
                    <a:cubicBezTo>
                      <a:pt x="11" y="18"/>
                      <a:pt x="17" y="19"/>
                      <a:pt x="2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9" name="Freeform 907">
                <a:extLst>
                  <a:ext uri="{FF2B5EF4-FFF2-40B4-BE49-F238E27FC236}">
                    <a16:creationId xmlns:a16="http://schemas.microsoft.com/office/drawing/2014/main" id="{8890A6D7-179A-4511-9E76-FA7063A60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263"/>
                <a:ext cx="116" cy="151"/>
              </a:xfrm>
              <a:custGeom>
                <a:avLst/>
                <a:gdLst>
                  <a:gd name="T0" fmla="*/ 131 w 113"/>
                  <a:gd name="T1" fmla="*/ 0 h 147"/>
                  <a:gd name="T2" fmla="*/ 0 w 113"/>
                  <a:gd name="T3" fmla="*/ 172 h 147"/>
                  <a:gd name="T4" fmla="*/ 131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113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111" y="9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0" name="Freeform 908">
                <a:extLst>
                  <a:ext uri="{FF2B5EF4-FFF2-40B4-BE49-F238E27FC236}">
                    <a16:creationId xmlns:a16="http://schemas.microsoft.com/office/drawing/2014/main" id="{501C816D-BC93-435B-A355-BAFBC008D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252"/>
                <a:ext cx="148" cy="177"/>
              </a:xfrm>
              <a:custGeom>
                <a:avLst/>
                <a:gdLst>
                  <a:gd name="T0" fmla="*/ 3 w 144"/>
                  <a:gd name="T1" fmla="*/ 182 h 173"/>
                  <a:gd name="T2" fmla="*/ 4 w 144"/>
                  <a:gd name="T3" fmla="*/ 194 h 173"/>
                  <a:gd name="T4" fmla="*/ 4 w 144"/>
                  <a:gd name="T5" fmla="*/ 194 h 173"/>
                  <a:gd name="T6" fmla="*/ 16 w 144"/>
                  <a:gd name="T7" fmla="*/ 193 h 173"/>
                  <a:gd name="T8" fmla="*/ 165 w 144"/>
                  <a:gd name="T9" fmla="*/ 21 h 173"/>
                  <a:gd name="T10" fmla="*/ 159 w 144"/>
                  <a:gd name="T11" fmla="*/ 6 h 173"/>
                  <a:gd name="T12" fmla="*/ 159 w 144"/>
                  <a:gd name="T13" fmla="*/ 6 h 173"/>
                  <a:gd name="T14" fmla="*/ 140 w 144"/>
                  <a:gd name="T15" fmla="*/ 4 h 173"/>
                  <a:gd name="T16" fmla="*/ 3 w 144"/>
                  <a:gd name="T17" fmla="*/ 182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3" y="158"/>
                    </a:moveTo>
                    <a:cubicBezTo>
                      <a:pt x="0" y="162"/>
                      <a:pt x="0" y="167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8" y="173"/>
                      <a:pt x="13" y="173"/>
                      <a:pt x="16" y="169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4" y="18"/>
                      <a:pt x="141" y="11"/>
                      <a:pt x="135" y="6"/>
                    </a:cubicBezTo>
                    <a:cubicBezTo>
                      <a:pt x="135" y="6"/>
                      <a:pt x="135" y="6"/>
                      <a:pt x="135" y="6"/>
                    </a:cubicBezTo>
                    <a:cubicBezTo>
                      <a:pt x="129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1" name="Freeform 909">
                <a:extLst>
                  <a:ext uri="{FF2B5EF4-FFF2-40B4-BE49-F238E27FC236}">
                    <a16:creationId xmlns:a16="http://schemas.microsoft.com/office/drawing/2014/main" id="{C4738430-4B88-463A-8D36-D456BDB0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104"/>
                <a:ext cx="68" cy="213"/>
              </a:xfrm>
              <a:custGeom>
                <a:avLst/>
                <a:gdLst>
                  <a:gd name="T0" fmla="*/ 1 w 67"/>
                  <a:gd name="T1" fmla="*/ 226 h 208"/>
                  <a:gd name="T2" fmla="*/ 7 w 67"/>
                  <a:gd name="T3" fmla="*/ 238 h 208"/>
                  <a:gd name="T4" fmla="*/ 7 w 67"/>
                  <a:gd name="T5" fmla="*/ 238 h 208"/>
                  <a:gd name="T6" fmla="*/ 18 w 67"/>
                  <a:gd name="T7" fmla="*/ 230 h 208"/>
                  <a:gd name="T8" fmla="*/ 72 w 67"/>
                  <a:gd name="T9" fmla="*/ 13 h 208"/>
                  <a:gd name="T10" fmla="*/ 60 w 67"/>
                  <a:gd name="T11" fmla="*/ 2 h 208"/>
                  <a:gd name="T12" fmla="*/ 60 w 67"/>
                  <a:gd name="T13" fmla="*/ 2 h 208"/>
                  <a:gd name="T14" fmla="*/ 45 w 67"/>
                  <a:gd name="T15" fmla="*/ 7 h 208"/>
                  <a:gd name="T16" fmla="*/ 1 w 67"/>
                  <a:gd name="T17" fmla="*/ 226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08">
                    <a:moveTo>
                      <a:pt x="1" y="196"/>
                    </a:moveTo>
                    <a:cubicBezTo>
                      <a:pt x="0" y="201"/>
                      <a:pt x="3" y="206"/>
                      <a:pt x="7" y="207"/>
                    </a:cubicBezTo>
                    <a:cubicBezTo>
                      <a:pt x="7" y="207"/>
                      <a:pt x="7" y="207"/>
                      <a:pt x="7" y="207"/>
                    </a:cubicBezTo>
                    <a:cubicBezTo>
                      <a:pt x="12" y="208"/>
                      <a:pt x="17" y="205"/>
                      <a:pt x="18" y="200"/>
                    </a:cubicBezTo>
                    <a:cubicBezTo>
                      <a:pt x="66" y="13"/>
                      <a:pt x="66" y="13"/>
                      <a:pt x="66" y="13"/>
                    </a:cubicBezTo>
                    <a:cubicBezTo>
                      <a:pt x="67" y="9"/>
                      <a:pt x="62" y="3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47" y="0"/>
                      <a:pt x="40" y="2"/>
                      <a:pt x="39" y="7"/>
                    </a:cubicBezTo>
                    <a:lnTo>
                      <a:pt x="1" y="196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2" name="Freeform 910">
                <a:extLst>
                  <a:ext uri="{FF2B5EF4-FFF2-40B4-BE49-F238E27FC236}">
                    <a16:creationId xmlns:a16="http://schemas.microsoft.com/office/drawing/2014/main" id="{775B5EBC-B0DB-42D7-A200-03AE457FF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121"/>
                <a:ext cx="48" cy="186"/>
              </a:xfrm>
              <a:custGeom>
                <a:avLst/>
                <a:gdLst>
                  <a:gd name="T0" fmla="*/ 53 w 47"/>
                  <a:gd name="T1" fmla="*/ 0 h 182"/>
                  <a:gd name="T2" fmla="*/ 0 w 47"/>
                  <a:gd name="T3" fmla="*/ 206 h 182"/>
                  <a:gd name="T4" fmla="*/ 53 w 47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82">
                    <a:moveTo>
                      <a:pt x="47" y="0"/>
                    </a:move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2"/>
                      <a:pt x="19" y="45"/>
                      <a:pt x="47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3" name="Freeform 911">
                <a:extLst>
                  <a:ext uri="{FF2B5EF4-FFF2-40B4-BE49-F238E27FC236}">
                    <a16:creationId xmlns:a16="http://schemas.microsoft.com/office/drawing/2014/main" id="{B006A993-63BE-405F-A1E2-09D44213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108"/>
                <a:ext cx="23" cy="16"/>
              </a:xfrm>
              <a:custGeom>
                <a:avLst/>
                <a:gdLst>
                  <a:gd name="T0" fmla="*/ 28 w 22"/>
                  <a:gd name="T1" fmla="*/ 5 h 16"/>
                  <a:gd name="T2" fmla="*/ 0 w 22"/>
                  <a:gd name="T3" fmla="*/ 0 h 16"/>
                  <a:gd name="T4" fmla="*/ 9 w 22"/>
                  <a:gd name="T5" fmla="*/ 12 h 16"/>
                  <a:gd name="T6" fmla="*/ 28 w 22"/>
                  <a:gd name="T7" fmla="*/ 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22" y="5"/>
                    </a:moveTo>
                    <a:cubicBezTo>
                      <a:pt x="18" y="16"/>
                      <a:pt x="4" y="5"/>
                      <a:pt x="0" y="0"/>
                    </a:cubicBezTo>
                    <a:cubicBezTo>
                      <a:pt x="0" y="7"/>
                      <a:pt x="2" y="11"/>
                      <a:pt x="9" y="12"/>
                    </a:cubicBezTo>
                    <a:cubicBezTo>
                      <a:pt x="15" y="13"/>
                      <a:pt x="20" y="12"/>
                      <a:pt x="2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4" name="Freeform 912">
                <a:extLst>
                  <a:ext uri="{FF2B5EF4-FFF2-40B4-BE49-F238E27FC236}">
                    <a16:creationId xmlns:a16="http://schemas.microsoft.com/office/drawing/2014/main" id="{FB89B88C-F358-4C2E-8CB6-7E86C1F8B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119"/>
                <a:ext cx="40" cy="185"/>
              </a:xfrm>
              <a:custGeom>
                <a:avLst/>
                <a:gdLst>
                  <a:gd name="T0" fmla="*/ 38 w 40"/>
                  <a:gd name="T1" fmla="*/ 0 h 181"/>
                  <a:gd name="T2" fmla="*/ 0 w 40"/>
                  <a:gd name="T3" fmla="*/ 205 h 181"/>
                  <a:gd name="T4" fmla="*/ 38 w 40"/>
                  <a:gd name="T5" fmla="*/ 0 h 1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81">
                    <a:moveTo>
                      <a:pt x="38" y="0"/>
                    </a:moveTo>
                    <a:cubicBezTo>
                      <a:pt x="0" y="181"/>
                      <a:pt x="0" y="181"/>
                      <a:pt x="0" y="181"/>
                    </a:cubicBezTo>
                    <a:cubicBezTo>
                      <a:pt x="0" y="181"/>
                      <a:pt x="40" y="9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5" name="Freeform 913">
                <a:extLst>
                  <a:ext uri="{FF2B5EF4-FFF2-40B4-BE49-F238E27FC236}">
                    <a16:creationId xmlns:a16="http://schemas.microsoft.com/office/drawing/2014/main" id="{6395A682-181C-437F-BA24-663B80635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104"/>
                <a:ext cx="68" cy="213"/>
              </a:xfrm>
              <a:custGeom>
                <a:avLst/>
                <a:gdLst>
                  <a:gd name="T0" fmla="*/ 1 w 67"/>
                  <a:gd name="T1" fmla="*/ 226 h 208"/>
                  <a:gd name="T2" fmla="*/ 8 w 67"/>
                  <a:gd name="T3" fmla="*/ 238 h 208"/>
                  <a:gd name="T4" fmla="*/ 8 w 67"/>
                  <a:gd name="T5" fmla="*/ 238 h 208"/>
                  <a:gd name="T6" fmla="*/ 18 w 67"/>
                  <a:gd name="T7" fmla="*/ 230 h 208"/>
                  <a:gd name="T8" fmla="*/ 72 w 67"/>
                  <a:gd name="T9" fmla="*/ 13 h 208"/>
                  <a:gd name="T10" fmla="*/ 61 w 67"/>
                  <a:gd name="T11" fmla="*/ 2 h 208"/>
                  <a:gd name="T12" fmla="*/ 61 w 67"/>
                  <a:gd name="T13" fmla="*/ 2 h 208"/>
                  <a:gd name="T14" fmla="*/ 45 w 67"/>
                  <a:gd name="T15" fmla="*/ 7 h 208"/>
                  <a:gd name="T16" fmla="*/ 1 w 67"/>
                  <a:gd name="T17" fmla="*/ 226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08">
                    <a:moveTo>
                      <a:pt x="1" y="196"/>
                    </a:moveTo>
                    <a:cubicBezTo>
                      <a:pt x="0" y="201"/>
                      <a:pt x="3" y="206"/>
                      <a:pt x="8" y="207"/>
                    </a:cubicBezTo>
                    <a:cubicBezTo>
                      <a:pt x="8" y="207"/>
                      <a:pt x="8" y="207"/>
                      <a:pt x="8" y="207"/>
                    </a:cubicBezTo>
                    <a:cubicBezTo>
                      <a:pt x="13" y="208"/>
                      <a:pt x="17" y="205"/>
                      <a:pt x="18" y="200"/>
                    </a:cubicBezTo>
                    <a:cubicBezTo>
                      <a:pt x="66" y="13"/>
                      <a:pt x="66" y="13"/>
                      <a:pt x="66" y="13"/>
                    </a:cubicBezTo>
                    <a:cubicBezTo>
                      <a:pt x="67" y="9"/>
                      <a:pt x="62" y="3"/>
                      <a:pt x="55" y="2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47" y="0"/>
                      <a:pt x="40" y="2"/>
                      <a:pt x="39" y="7"/>
                    </a:cubicBezTo>
                    <a:lnTo>
                      <a:pt x="1" y="19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6" name="Freeform 914">
                <a:extLst>
                  <a:ext uri="{FF2B5EF4-FFF2-40B4-BE49-F238E27FC236}">
                    <a16:creationId xmlns:a16="http://schemas.microsoft.com/office/drawing/2014/main" id="{CEA3A18B-92B8-4AF3-9F68-AFE6672A9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440"/>
                <a:ext cx="178" cy="147"/>
              </a:xfrm>
              <a:custGeom>
                <a:avLst/>
                <a:gdLst>
                  <a:gd name="T0" fmla="*/ 5 w 174"/>
                  <a:gd name="T1" fmla="*/ 150 h 143"/>
                  <a:gd name="T2" fmla="*/ 3 w 174"/>
                  <a:gd name="T3" fmla="*/ 162 h 143"/>
                  <a:gd name="T4" fmla="*/ 3 w 174"/>
                  <a:gd name="T5" fmla="*/ 162 h 143"/>
                  <a:gd name="T6" fmla="*/ 16 w 174"/>
                  <a:gd name="T7" fmla="*/ 164 h 143"/>
                  <a:gd name="T8" fmla="*/ 194 w 174"/>
                  <a:gd name="T9" fmla="*/ 31 h 143"/>
                  <a:gd name="T10" fmla="*/ 193 w 174"/>
                  <a:gd name="T11" fmla="*/ 8 h 143"/>
                  <a:gd name="T12" fmla="*/ 193 w 174"/>
                  <a:gd name="T13" fmla="*/ 8 h 143"/>
                  <a:gd name="T14" fmla="*/ 177 w 174"/>
                  <a:gd name="T15" fmla="*/ 3 h 143"/>
                  <a:gd name="T16" fmla="*/ 5 w 174"/>
                  <a:gd name="T17" fmla="*/ 150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5" y="126"/>
                    </a:moveTo>
                    <a:cubicBezTo>
                      <a:pt x="1" y="129"/>
                      <a:pt x="0" y="135"/>
                      <a:pt x="3" y="138"/>
                    </a:cubicBezTo>
                    <a:cubicBezTo>
                      <a:pt x="3" y="138"/>
                      <a:pt x="3" y="138"/>
                      <a:pt x="3" y="138"/>
                    </a:cubicBezTo>
                    <a:cubicBezTo>
                      <a:pt x="6" y="142"/>
                      <a:pt x="12" y="143"/>
                      <a:pt x="16" y="140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4" y="22"/>
                      <a:pt x="173" y="14"/>
                      <a:pt x="169" y="8"/>
                    </a:cubicBezTo>
                    <a:cubicBezTo>
                      <a:pt x="169" y="8"/>
                      <a:pt x="169" y="8"/>
                      <a:pt x="169" y="8"/>
                    </a:cubicBezTo>
                    <a:cubicBezTo>
                      <a:pt x="164" y="2"/>
                      <a:pt x="157" y="0"/>
                      <a:pt x="153" y="3"/>
                    </a:cubicBezTo>
                    <a:lnTo>
                      <a:pt x="5" y="126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7" name="Freeform 915">
                <a:extLst>
                  <a:ext uri="{FF2B5EF4-FFF2-40B4-BE49-F238E27FC236}">
                    <a16:creationId xmlns:a16="http://schemas.microsoft.com/office/drawing/2014/main" id="{3A64E08D-1CAE-4974-BD24-6599EBD81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466"/>
                <a:ext cx="155" cy="115"/>
              </a:xfrm>
              <a:custGeom>
                <a:avLst/>
                <a:gdLst>
                  <a:gd name="T0" fmla="*/ 176 w 151"/>
                  <a:gd name="T1" fmla="*/ 0 h 112"/>
                  <a:gd name="T2" fmla="*/ 0 w 151"/>
                  <a:gd name="T3" fmla="*/ 130 h 112"/>
                  <a:gd name="T4" fmla="*/ 176 w 151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2">
                    <a:moveTo>
                      <a:pt x="151" y="0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102" y="17"/>
                      <a:pt x="151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8" name="Freeform 916">
                <a:extLst>
                  <a:ext uri="{FF2B5EF4-FFF2-40B4-BE49-F238E27FC236}">
                    <a16:creationId xmlns:a16="http://schemas.microsoft.com/office/drawing/2014/main" id="{5693BFB8-C4B8-4643-ACBD-E7F8115E2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443"/>
                <a:ext cx="20" cy="24"/>
              </a:xfrm>
              <a:custGeom>
                <a:avLst/>
                <a:gdLst>
                  <a:gd name="T0" fmla="*/ 25 w 19"/>
                  <a:gd name="T1" fmla="*/ 23 h 23"/>
                  <a:gd name="T2" fmla="*/ 5 w 19"/>
                  <a:gd name="T3" fmla="*/ 0 h 23"/>
                  <a:gd name="T4" fmla="*/ 5 w 19"/>
                  <a:gd name="T5" fmla="*/ 21 h 23"/>
                  <a:gd name="T6" fmla="*/ 25 w 19"/>
                  <a:gd name="T7" fmla="*/ 2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9" y="17"/>
                    </a:moveTo>
                    <a:cubicBezTo>
                      <a:pt x="9" y="23"/>
                      <a:pt x="5" y="6"/>
                      <a:pt x="5" y="0"/>
                    </a:cubicBezTo>
                    <a:cubicBezTo>
                      <a:pt x="2" y="5"/>
                      <a:pt x="0" y="9"/>
                      <a:pt x="5" y="15"/>
                    </a:cubicBezTo>
                    <a:cubicBezTo>
                      <a:pt x="9" y="19"/>
                      <a:pt x="14" y="21"/>
                      <a:pt x="19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9" name="Freeform 917">
                <a:extLst>
                  <a:ext uri="{FF2B5EF4-FFF2-40B4-BE49-F238E27FC236}">
                    <a16:creationId xmlns:a16="http://schemas.microsoft.com/office/drawing/2014/main" id="{423C6C28-C71A-4C29-A088-93BEDF83A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450"/>
                <a:ext cx="146" cy="119"/>
              </a:xfrm>
              <a:custGeom>
                <a:avLst/>
                <a:gdLst>
                  <a:gd name="T0" fmla="*/ 161 w 143"/>
                  <a:gd name="T1" fmla="*/ 0 h 117"/>
                  <a:gd name="T2" fmla="*/ 0 w 143"/>
                  <a:gd name="T3" fmla="*/ 129 h 117"/>
                  <a:gd name="T4" fmla="*/ 161 w 143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7">
                    <a:moveTo>
                      <a:pt x="143" y="0"/>
                    </a:moveTo>
                    <a:cubicBezTo>
                      <a:pt x="0" y="117"/>
                      <a:pt x="0" y="117"/>
                      <a:pt x="0" y="117"/>
                    </a:cubicBezTo>
                    <a:cubicBezTo>
                      <a:pt x="0" y="117"/>
                      <a:pt x="140" y="9"/>
                      <a:pt x="1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0" name="Freeform 918">
                <a:extLst>
                  <a:ext uri="{FF2B5EF4-FFF2-40B4-BE49-F238E27FC236}">
                    <a16:creationId xmlns:a16="http://schemas.microsoft.com/office/drawing/2014/main" id="{742D21C6-004E-49E1-8BB3-72DC5EB07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440"/>
                <a:ext cx="178" cy="147"/>
              </a:xfrm>
              <a:custGeom>
                <a:avLst/>
                <a:gdLst>
                  <a:gd name="T0" fmla="*/ 4 w 174"/>
                  <a:gd name="T1" fmla="*/ 150 h 143"/>
                  <a:gd name="T2" fmla="*/ 3 w 174"/>
                  <a:gd name="T3" fmla="*/ 163 h 143"/>
                  <a:gd name="T4" fmla="*/ 3 w 174"/>
                  <a:gd name="T5" fmla="*/ 163 h 143"/>
                  <a:gd name="T6" fmla="*/ 15 w 174"/>
                  <a:gd name="T7" fmla="*/ 164 h 143"/>
                  <a:gd name="T8" fmla="*/ 194 w 174"/>
                  <a:gd name="T9" fmla="*/ 31 h 143"/>
                  <a:gd name="T10" fmla="*/ 192 w 174"/>
                  <a:gd name="T11" fmla="*/ 8 h 143"/>
                  <a:gd name="T12" fmla="*/ 192 w 174"/>
                  <a:gd name="T13" fmla="*/ 8 h 143"/>
                  <a:gd name="T14" fmla="*/ 175 w 174"/>
                  <a:gd name="T15" fmla="*/ 3 h 143"/>
                  <a:gd name="T16" fmla="*/ 4 w 174"/>
                  <a:gd name="T17" fmla="*/ 150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4" y="126"/>
                    </a:moveTo>
                    <a:cubicBezTo>
                      <a:pt x="0" y="129"/>
                      <a:pt x="0" y="135"/>
                      <a:pt x="3" y="139"/>
                    </a:cubicBezTo>
                    <a:cubicBezTo>
                      <a:pt x="3" y="139"/>
                      <a:pt x="3" y="139"/>
                      <a:pt x="3" y="139"/>
                    </a:cubicBezTo>
                    <a:cubicBezTo>
                      <a:pt x="6" y="142"/>
                      <a:pt x="11" y="143"/>
                      <a:pt x="15" y="140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4" y="22"/>
                      <a:pt x="173" y="14"/>
                      <a:pt x="168" y="8"/>
                    </a:cubicBezTo>
                    <a:cubicBezTo>
                      <a:pt x="168" y="8"/>
                      <a:pt x="168" y="8"/>
                      <a:pt x="168" y="8"/>
                    </a:cubicBezTo>
                    <a:cubicBezTo>
                      <a:pt x="163" y="2"/>
                      <a:pt x="156" y="0"/>
                      <a:pt x="152" y="3"/>
                    </a:cubicBezTo>
                    <a:lnTo>
                      <a:pt x="4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1" name="Freeform 919">
                <a:extLst>
                  <a:ext uri="{FF2B5EF4-FFF2-40B4-BE49-F238E27FC236}">
                    <a16:creationId xmlns:a16="http://schemas.microsoft.com/office/drawing/2014/main" id="{0A2AFA89-2817-462A-A152-C2ADA9A0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643"/>
                <a:ext cx="211" cy="82"/>
              </a:xfrm>
              <a:custGeom>
                <a:avLst/>
                <a:gdLst>
                  <a:gd name="T0" fmla="*/ 8 w 206"/>
                  <a:gd name="T1" fmla="*/ 73 h 80"/>
                  <a:gd name="T2" fmla="*/ 2 w 206"/>
                  <a:gd name="T3" fmla="*/ 84 h 80"/>
                  <a:gd name="T4" fmla="*/ 2 w 206"/>
                  <a:gd name="T5" fmla="*/ 84 h 80"/>
                  <a:gd name="T6" fmla="*/ 13 w 206"/>
                  <a:gd name="T7" fmla="*/ 90 h 80"/>
                  <a:gd name="T8" fmla="*/ 229 w 206"/>
                  <a:gd name="T9" fmla="*/ 35 h 80"/>
                  <a:gd name="T10" fmla="*/ 235 w 206"/>
                  <a:gd name="T11" fmla="*/ 13 h 80"/>
                  <a:gd name="T12" fmla="*/ 235 w 206"/>
                  <a:gd name="T13" fmla="*/ 13 h 80"/>
                  <a:gd name="T14" fmla="*/ 221 w 206"/>
                  <a:gd name="T15" fmla="*/ 2 h 80"/>
                  <a:gd name="T16" fmla="*/ 8 w 206"/>
                  <a:gd name="T17" fmla="*/ 73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80">
                    <a:moveTo>
                      <a:pt x="8" y="61"/>
                    </a:moveTo>
                    <a:cubicBezTo>
                      <a:pt x="3" y="63"/>
                      <a:pt x="0" y="67"/>
                      <a:pt x="2" y="72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3" y="77"/>
                      <a:pt x="8" y="80"/>
                      <a:pt x="13" y="78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4" y="27"/>
                      <a:pt x="206" y="20"/>
                      <a:pt x="204" y="13"/>
                    </a:cubicBezTo>
                    <a:cubicBezTo>
                      <a:pt x="204" y="13"/>
                      <a:pt x="204" y="13"/>
                      <a:pt x="204" y="13"/>
                    </a:cubicBezTo>
                    <a:cubicBezTo>
                      <a:pt x="201" y="5"/>
                      <a:pt x="196" y="0"/>
                      <a:pt x="191" y="2"/>
                    </a:cubicBezTo>
                    <a:lnTo>
                      <a:pt x="8" y="6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2" name="Freeform 920">
                <a:extLst>
                  <a:ext uri="{FF2B5EF4-FFF2-40B4-BE49-F238E27FC236}">
                    <a16:creationId xmlns:a16="http://schemas.microsoft.com/office/drawing/2014/main" id="{7BFFD959-B6F7-4134-8C97-4325F277D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667"/>
                <a:ext cx="185" cy="53"/>
              </a:xfrm>
              <a:custGeom>
                <a:avLst/>
                <a:gdLst>
                  <a:gd name="T0" fmla="*/ 205 w 181"/>
                  <a:gd name="T1" fmla="*/ 3 h 51"/>
                  <a:gd name="T2" fmla="*/ 0 w 181"/>
                  <a:gd name="T3" fmla="*/ 63 h 51"/>
                  <a:gd name="T4" fmla="*/ 205 w 181"/>
                  <a:gd name="T5" fmla="*/ 3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" h="51">
                    <a:moveTo>
                      <a:pt x="181" y="3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29" y="0"/>
                      <a:pt x="181" y="3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3" name="Freeform 921">
                <a:extLst>
                  <a:ext uri="{FF2B5EF4-FFF2-40B4-BE49-F238E27FC236}">
                    <a16:creationId xmlns:a16="http://schemas.microsoft.com/office/drawing/2014/main" id="{36630D33-1E53-43E2-9491-E2C21F886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646"/>
                <a:ext cx="16" cy="23"/>
              </a:xfrm>
              <a:custGeom>
                <a:avLst/>
                <a:gdLst>
                  <a:gd name="T0" fmla="*/ 21 w 15"/>
                  <a:gd name="T1" fmla="*/ 22 h 23"/>
                  <a:gd name="T2" fmla="*/ 14 w 15"/>
                  <a:gd name="T3" fmla="*/ 0 h 23"/>
                  <a:gd name="T4" fmla="*/ 2 w 15"/>
                  <a:gd name="T5" fmla="*/ 14 h 23"/>
                  <a:gd name="T6" fmla="*/ 20 w 15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15" y="22"/>
                    </a:moveTo>
                    <a:cubicBezTo>
                      <a:pt x="3" y="23"/>
                      <a:pt x="6" y="6"/>
                      <a:pt x="8" y="0"/>
                    </a:cubicBezTo>
                    <a:cubicBezTo>
                      <a:pt x="3" y="4"/>
                      <a:pt x="0" y="7"/>
                      <a:pt x="2" y="14"/>
                    </a:cubicBezTo>
                    <a:cubicBezTo>
                      <a:pt x="4" y="19"/>
                      <a:pt x="8" y="23"/>
                      <a:pt x="14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4" name="Freeform 922">
                <a:extLst>
                  <a:ext uri="{FF2B5EF4-FFF2-40B4-BE49-F238E27FC236}">
                    <a16:creationId xmlns:a16="http://schemas.microsoft.com/office/drawing/2014/main" id="{3B233B63-A566-4693-9B78-F5EDD5A7C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648"/>
                <a:ext cx="180" cy="57"/>
              </a:xfrm>
              <a:custGeom>
                <a:avLst/>
                <a:gdLst>
                  <a:gd name="T0" fmla="*/ 200 w 176"/>
                  <a:gd name="T1" fmla="*/ 0 h 56"/>
                  <a:gd name="T2" fmla="*/ 0 w 176"/>
                  <a:gd name="T3" fmla="*/ 62 h 56"/>
                  <a:gd name="T4" fmla="*/ 200 w 17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56">
                    <a:moveTo>
                      <a:pt x="176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170" y="7"/>
                      <a:pt x="1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5" name="Freeform 923">
                <a:extLst>
                  <a:ext uri="{FF2B5EF4-FFF2-40B4-BE49-F238E27FC236}">
                    <a16:creationId xmlns:a16="http://schemas.microsoft.com/office/drawing/2014/main" id="{B6E0B5D1-A016-4E13-A92A-4E13F7AB6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643"/>
                <a:ext cx="210" cy="82"/>
              </a:xfrm>
              <a:custGeom>
                <a:avLst/>
                <a:gdLst>
                  <a:gd name="T0" fmla="*/ 7 w 205"/>
                  <a:gd name="T1" fmla="*/ 73 h 80"/>
                  <a:gd name="T2" fmla="*/ 1 w 205"/>
                  <a:gd name="T3" fmla="*/ 84 h 80"/>
                  <a:gd name="T4" fmla="*/ 1 w 205"/>
                  <a:gd name="T5" fmla="*/ 84 h 80"/>
                  <a:gd name="T6" fmla="*/ 12 w 205"/>
                  <a:gd name="T7" fmla="*/ 90 h 80"/>
                  <a:gd name="T8" fmla="*/ 228 w 205"/>
                  <a:gd name="T9" fmla="*/ 35 h 80"/>
                  <a:gd name="T10" fmla="*/ 234 w 205"/>
                  <a:gd name="T11" fmla="*/ 13 h 80"/>
                  <a:gd name="T12" fmla="*/ 234 w 205"/>
                  <a:gd name="T13" fmla="*/ 13 h 80"/>
                  <a:gd name="T14" fmla="*/ 221 w 205"/>
                  <a:gd name="T15" fmla="*/ 2 h 80"/>
                  <a:gd name="T16" fmla="*/ 7 w 205"/>
                  <a:gd name="T17" fmla="*/ 73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80">
                    <a:moveTo>
                      <a:pt x="7" y="61"/>
                    </a:moveTo>
                    <a:cubicBezTo>
                      <a:pt x="2" y="63"/>
                      <a:pt x="0" y="68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7"/>
                      <a:pt x="7" y="80"/>
                      <a:pt x="12" y="78"/>
                    </a:cubicBezTo>
                    <a:cubicBezTo>
                      <a:pt x="198" y="29"/>
                      <a:pt x="198" y="29"/>
                      <a:pt x="198" y="29"/>
                    </a:cubicBezTo>
                    <a:cubicBezTo>
                      <a:pt x="203" y="27"/>
                      <a:pt x="205" y="20"/>
                      <a:pt x="203" y="13"/>
                    </a:cubicBezTo>
                    <a:cubicBezTo>
                      <a:pt x="203" y="13"/>
                      <a:pt x="203" y="13"/>
                      <a:pt x="203" y="13"/>
                    </a:cubicBezTo>
                    <a:cubicBezTo>
                      <a:pt x="201" y="5"/>
                      <a:pt x="195" y="0"/>
                      <a:pt x="191" y="2"/>
                    </a:cubicBezTo>
                    <a:lnTo>
                      <a:pt x="7" y="6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6" name="Freeform 924">
                <a:extLst>
                  <a:ext uri="{FF2B5EF4-FFF2-40B4-BE49-F238E27FC236}">
                    <a16:creationId xmlns:a16="http://schemas.microsoft.com/office/drawing/2014/main" id="{D89635C8-72FB-48D9-A88D-CDF8C5E31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896"/>
                <a:ext cx="215" cy="29"/>
              </a:xfrm>
              <a:custGeom>
                <a:avLst/>
                <a:gdLst>
                  <a:gd name="T0" fmla="*/ 8 w 210"/>
                  <a:gd name="T1" fmla="*/ 11 h 29"/>
                  <a:gd name="T2" fmla="*/ 0 w 210"/>
                  <a:gd name="T3" fmla="*/ 20 h 29"/>
                  <a:gd name="T4" fmla="*/ 0 w 210"/>
                  <a:gd name="T5" fmla="*/ 20 h 29"/>
                  <a:gd name="T6" fmla="*/ 9 w 210"/>
                  <a:gd name="T7" fmla="*/ 29 h 29"/>
                  <a:gd name="T8" fmla="*/ 232 w 210"/>
                  <a:gd name="T9" fmla="*/ 29 h 29"/>
                  <a:gd name="T10" fmla="*/ 241 w 210"/>
                  <a:gd name="T11" fmla="*/ 14 h 29"/>
                  <a:gd name="T12" fmla="*/ 241 w 210"/>
                  <a:gd name="T13" fmla="*/ 14 h 29"/>
                  <a:gd name="T14" fmla="*/ 231 w 210"/>
                  <a:gd name="T15" fmla="*/ 0 h 29"/>
                  <a:gd name="T16" fmla="*/ 8 w 210"/>
                  <a:gd name="T17" fmla="*/ 1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9">
                    <a:moveTo>
                      <a:pt x="8" y="11"/>
                    </a:moveTo>
                    <a:cubicBezTo>
                      <a:pt x="3" y="11"/>
                      <a:pt x="0" y="15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"/>
                      <a:pt x="4" y="29"/>
                      <a:pt x="9" y="29"/>
                    </a:cubicBezTo>
                    <a:cubicBezTo>
                      <a:pt x="202" y="29"/>
                      <a:pt x="202" y="29"/>
                      <a:pt x="202" y="29"/>
                    </a:cubicBezTo>
                    <a:cubicBezTo>
                      <a:pt x="206" y="29"/>
                      <a:pt x="210" y="22"/>
                      <a:pt x="210" y="14"/>
                    </a:cubicBezTo>
                    <a:cubicBezTo>
                      <a:pt x="210" y="14"/>
                      <a:pt x="210" y="14"/>
                      <a:pt x="210" y="14"/>
                    </a:cubicBezTo>
                    <a:cubicBezTo>
                      <a:pt x="210" y="7"/>
                      <a:pt x="206" y="0"/>
                      <a:pt x="201" y="0"/>
                    </a:cubicBezTo>
                    <a:lnTo>
                      <a:pt x="8" y="1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7" name="Freeform 925">
                <a:extLst>
                  <a:ext uri="{FF2B5EF4-FFF2-40B4-BE49-F238E27FC236}">
                    <a16:creationId xmlns:a16="http://schemas.microsoft.com/office/drawing/2014/main" id="{EE7E3024-EA3B-49ED-ABC4-EC599302C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906"/>
                <a:ext cx="192" cy="16"/>
              </a:xfrm>
              <a:custGeom>
                <a:avLst/>
                <a:gdLst>
                  <a:gd name="T0" fmla="*/ 219 w 187"/>
                  <a:gd name="T1" fmla="*/ 16 h 16"/>
                  <a:gd name="T2" fmla="*/ 0 w 187"/>
                  <a:gd name="T3" fmla="*/ 15 h 16"/>
                  <a:gd name="T4" fmla="*/ 219 w 187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7" h="16">
                    <a:moveTo>
                      <a:pt x="187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37" y="0"/>
                      <a:pt x="187" y="1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8" name="Freeform 926">
                <a:extLst>
                  <a:ext uri="{FF2B5EF4-FFF2-40B4-BE49-F238E27FC236}">
                    <a16:creationId xmlns:a16="http://schemas.microsoft.com/office/drawing/2014/main" id="{194298E6-F7FB-4EC5-A947-169D5D997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899"/>
                <a:ext cx="11" cy="23"/>
              </a:xfrm>
              <a:custGeom>
                <a:avLst/>
                <a:gdLst>
                  <a:gd name="T0" fmla="*/ 11 w 11"/>
                  <a:gd name="T1" fmla="*/ 22 h 23"/>
                  <a:gd name="T2" fmla="*/ 10 w 11"/>
                  <a:gd name="T3" fmla="*/ 0 h 23"/>
                  <a:gd name="T4" fmla="*/ 1 w 11"/>
                  <a:gd name="T5" fmla="*/ 12 h 23"/>
                  <a:gd name="T6" fmla="*/ 10 w 11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11" y="22"/>
                    </a:moveTo>
                    <a:cubicBezTo>
                      <a:pt x="0" y="21"/>
                      <a:pt x="7" y="5"/>
                      <a:pt x="10" y="0"/>
                    </a:cubicBezTo>
                    <a:cubicBezTo>
                      <a:pt x="4" y="2"/>
                      <a:pt x="0" y="5"/>
                      <a:pt x="1" y="12"/>
                    </a:cubicBezTo>
                    <a:cubicBezTo>
                      <a:pt x="2" y="18"/>
                      <a:pt x="4" y="23"/>
                      <a:pt x="1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9" name="Freeform 927">
                <a:extLst>
                  <a:ext uri="{FF2B5EF4-FFF2-40B4-BE49-F238E27FC236}">
                    <a16:creationId xmlns:a16="http://schemas.microsoft.com/office/drawing/2014/main" id="{B2081928-3A82-45EF-A459-09BA7CCBC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899"/>
                <a:ext cx="190" cy="8"/>
              </a:xfrm>
              <a:custGeom>
                <a:avLst/>
                <a:gdLst>
                  <a:gd name="T0" fmla="*/ 217 w 185"/>
                  <a:gd name="T1" fmla="*/ 0 h 8"/>
                  <a:gd name="T2" fmla="*/ 0 w 185"/>
                  <a:gd name="T3" fmla="*/ 8 h 8"/>
                  <a:gd name="T4" fmla="*/ 217 w 18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8">
                    <a:moveTo>
                      <a:pt x="185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77" y="5"/>
                      <a:pt x="1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0" name="Freeform 928">
                <a:extLst>
                  <a:ext uri="{FF2B5EF4-FFF2-40B4-BE49-F238E27FC236}">
                    <a16:creationId xmlns:a16="http://schemas.microsoft.com/office/drawing/2014/main" id="{F97F3341-9400-4732-B124-CAD7FD326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897"/>
                <a:ext cx="216" cy="28"/>
              </a:xfrm>
              <a:custGeom>
                <a:avLst/>
                <a:gdLst>
                  <a:gd name="T0" fmla="*/ 9 w 211"/>
                  <a:gd name="T1" fmla="*/ 10 h 28"/>
                  <a:gd name="T2" fmla="*/ 0 w 211"/>
                  <a:gd name="T3" fmla="*/ 19 h 28"/>
                  <a:gd name="T4" fmla="*/ 0 w 211"/>
                  <a:gd name="T5" fmla="*/ 19 h 28"/>
                  <a:gd name="T6" fmla="*/ 9 w 211"/>
                  <a:gd name="T7" fmla="*/ 28 h 28"/>
                  <a:gd name="T8" fmla="*/ 232 w 211"/>
                  <a:gd name="T9" fmla="*/ 28 h 28"/>
                  <a:gd name="T10" fmla="*/ 241 w 211"/>
                  <a:gd name="T11" fmla="*/ 14 h 28"/>
                  <a:gd name="T12" fmla="*/ 241 w 211"/>
                  <a:gd name="T13" fmla="*/ 14 h 28"/>
                  <a:gd name="T14" fmla="*/ 231 w 211"/>
                  <a:gd name="T15" fmla="*/ 0 h 28"/>
                  <a:gd name="T16" fmla="*/ 9 w 211"/>
                  <a:gd name="T17" fmla="*/ 1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8">
                    <a:moveTo>
                      <a:pt x="9" y="10"/>
                    </a:moveTo>
                    <a:cubicBezTo>
                      <a:pt x="4" y="11"/>
                      <a:pt x="0" y="15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4"/>
                      <a:pt x="4" y="28"/>
                      <a:pt x="9" y="28"/>
                    </a:cubicBezTo>
                    <a:cubicBezTo>
                      <a:pt x="202" y="28"/>
                      <a:pt x="202" y="28"/>
                      <a:pt x="202" y="28"/>
                    </a:cubicBezTo>
                    <a:cubicBezTo>
                      <a:pt x="207" y="28"/>
                      <a:pt x="211" y="21"/>
                      <a:pt x="210" y="14"/>
                    </a:cubicBezTo>
                    <a:cubicBezTo>
                      <a:pt x="210" y="14"/>
                      <a:pt x="210" y="14"/>
                      <a:pt x="210" y="14"/>
                    </a:cubicBezTo>
                    <a:cubicBezTo>
                      <a:pt x="210" y="6"/>
                      <a:pt x="206" y="0"/>
                      <a:pt x="201" y="0"/>
                    </a:cubicBezTo>
                    <a:lnTo>
                      <a:pt x="9" y="1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1" name="Freeform 929">
                <a:extLst>
                  <a:ext uri="{FF2B5EF4-FFF2-40B4-BE49-F238E27FC236}">
                    <a16:creationId xmlns:a16="http://schemas.microsoft.com/office/drawing/2014/main" id="{EAF768A5-67A7-416A-952D-3E77441B0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3111"/>
                <a:ext cx="210" cy="76"/>
              </a:xfrm>
              <a:custGeom>
                <a:avLst/>
                <a:gdLst>
                  <a:gd name="T0" fmla="*/ 12 w 206"/>
                  <a:gd name="T1" fmla="*/ 1 h 74"/>
                  <a:gd name="T2" fmla="*/ 1 w 206"/>
                  <a:gd name="T3" fmla="*/ 7 h 74"/>
                  <a:gd name="T4" fmla="*/ 1 w 206"/>
                  <a:gd name="T5" fmla="*/ 7 h 74"/>
                  <a:gd name="T6" fmla="*/ 7 w 206"/>
                  <a:gd name="T7" fmla="*/ 18 h 74"/>
                  <a:gd name="T8" fmla="*/ 216 w 206"/>
                  <a:gd name="T9" fmla="*/ 85 h 74"/>
                  <a:gd name="T10" fmla="*/ 228 w 206"/>
                  <a:gd name="T11" fmla="*/ 73 h 74"/>
                  <a:gd name="T12" fmla="*/ 228 w 206"/>
                  <a:gd name="T13" fmla="*/ 73 h 74"/>
                  <a:gd name="T14" fmla="*/ 223 w 206"/>
                  <a:gd name="T15" fmla="*/ 52 h 74"/>
                  <a:gd name="T16" fmla="*/ 12 w 206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4">
                    <a:moveTo>
                      <a:pt x="12" y="1"/>
                    </a:moveTo>
                    <a:cubicBezTo>
                      <a:pt x="7" y="0"/>
                      <a:pt x="2" y="2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2"/>
                      <a:pt x="2" y="17"/>
                      <a:pt x="7" y="18"/>
                    </a:cubicBezTo>
                    <a:cubicBezTo>
                      <a:pt x="192" y="73"/>
                      <a:pt x="192" y="73"/>
                      <a:pt x="192" y="73"/>
                    </a:cubicBezTo>
                    <a:cubicBezTo>
                      <a:pt x="197" y="74"/>
                      <a:pt x="202" y="69"/>
                      <a:pt x="204" y="61"/>
                    </a:cubicBezTo>
                    <a:cubicBezTo>
                      <a:pt x="204" y="61"/>
                      <a:pt x="204" y="61"/>
                      <a:pt x="204" y="61"/>
                    </a:cubicBezTo>
                    <a:cubicBezTo>
                      <a:pt x="206" y="54"/>
                      <a:pt x="204" y="47"/>
                      <a:pt x="199" y="46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2" name="Freeform 930">
                <a:extLst>
                  <a:ext uri="{FF2B5EF4-FFF2-40B4-BE49-F238E27FC236}">
                    <a16:creationId xmlns:a16="http://schemas.microsoft.com/office/drawing/2014/main" id="{296C961A-3693-4E91-BEB8-1522EE420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3127"/>
                <a:ext cx="184" cy="55"/>
              </a:xfrm>
              <a:custGeom>
                <a:avLst/>
                <a:gdLst>
                  <a:gd name="T0" fmla="*/ 204 w 180"/>
                  <a:gd name="T1" fmla="*/ 60 h 54"/>
                  <a:gd name="T2" fmla="*/ 0 w 180"/>
                  <a:gd name="T3" fmla="*/ 0 h 54"/>
                  <a:gd name="T4" fmla="*/ 204 w 180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4">
                    <a:moveTo>
                      <a:pt x="180" y="5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6" y="24"/>
                      <a:pt x="180" y="5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3" name="Freeform 931">
                <a:extLst>
                  <a:ext uri="{FF2B5EF4-FFF2-40B4-BE49-F238E27FC236}">
                    <a16:creationId xmlns:a16="http://schemas.microsoft.com/office/drawing/2014/main" id="{99B28C67-AA67-4C57-AF15-CFA8F38C9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3161"/>
                <a:ext cx="16" cy="23"/>
              </a:xfrm>
              <a:custGeom>
                <a:avLst/>
                <a:gdLst>
                  <a:gd name="T0" fmla="*/ 10 w 16"/>
                  <a:gd name="T1" fmla="*/ 28 h 22"/>
                  <a:gd name="T2" fmla="*/ 16 w 16"/>
                  <a:gd name="T3" fmla="*/ 0 h 22"/>
                  <a:gd name="T4" fmla="*/ 4 w 16"/>
                  <a:gd name="T5" fmla="*/ 9 h 22"/>
                  <a:gd name="T6" fmla="*/ 9 w 16"/>
                  <a:gd name="T7" fmla="*/ 2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0" y="22"/>
                    </a:moveTo>
                    <a:cubicBezTo>
                      <a:pt x="0" y="17"/>
                      <a:pt x="11" y="4"/>
                      <a:pt x="16" y="0"/>
                    </a:cubicBezTo>
                    <a:cubicBezTo>
                      <a:pt x="10" y="0"/>
                      <a:pt x="5" y="2"/>
                      <a:pt x="4" y="9"/>
                    </a:cubicBezTo>
                    <a:cubicBezTo>
                      <a:pt x="3" y="14"/>
                      <a:pt x="4" y="20"/>
                      <a:pt x="9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4" name="Freeform 932">
                <a:extLst>
                  <a:ext uri="{FF2B5EF4-FFF2-40B4-BE49-F238E27FC236}">
                    <a16:creationId xmlns:a16="http://schemas.microsoft.com/office/drawing/2014/main" id="{EA565ACC-1667-4765-91DB-760F32019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112"/>
                <a:ext cx="184" cy="48"/>
              </a:xfrm>
              <a:custGeom>
                <a:avLst/>
                <a:gdLst>
                  <a:gd name="T0" fmla="*/ 204 w 180"/>
                  <a:gd name="T1" fmla="*/ 50 h 47"/>
                  <a:gd name="T2" fmla="*/ 0 w 180"/>
                  <a:gd name="T3" fmla="*/ 0 h 47"/>
                  <a:gd name="T4" fmla="*/ 204 w 180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47">
                    <a:moveTo>
                      <a:pt x="18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70" y="47"/>
                      <a:pt x="18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5" name="Freeform 933">
                <a:extLst>
                  <a:ext uri="{FF2B5EF4-FFF2-40B4-BE49-F238E27FC236}">
                    <a16:creationId xmlns:a16="http://schemas.microsoft.com/office/drawing/2014/main" id="{9109B09A-6AD9-4739-B0CB-392C61EFD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3111"/>
                <a:ext cx="210" cy="76"/>
              </a:xfrm>
              <a:custGeom>
                <a:avLst/>
                <a:gdLst>
                  <a:gd name="T0" fmla="*/ 12 w 206"/>
                  <a:gd name="T1" fmla="*/ 1 h 74"/>
                  <a:gd name="T2" fmla="*/ 1 w 206"/>
                  <a:gd name="T3" fmla="*/ 7 h 74"/>
                  <a:gd name="T4" fmla="*/ 1 w 206"/>
                  <a:gd name="T5" fmla="*/ 7 h 74"/>
                  <a:gd name="T6" fmla="*/ 7 w 206"/>
                  <a:gd name="T7" fmla="*/ 18 h 74"/>
                  <a:gd name="T8" fmla="*/ 216 w 206"/>
                  <a:gd name="T9" fmla="*/ 85 h 74"/>
                  <a:gd name="T10" fmla="*/ 228 w 206"/>
                  <a:gd name="T11" fmla="*/ 74 h 74"/>
                  <a:gd name="T12" fmla="*/ 228 w 206"/>
                  <a:gd name="T13" fmla="*/ 74 h 74"/>
                  <a:gd name="T14" fmla="*/ 224 w 206"/>
                  <a:gd name="T15" fmla="*/ 52 h 74"/>
                  <a:gd name="T16" fmla="*/ 12 w 206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4">
                    <a:moveTo>
                      <a:pt x="12" y="1"/>
                    </a:moveTo>
                    <a:cubicBezTo>
                      <a:pt x="7" y="0"/>
                      <a:pt x="2" y="3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2"/>
                      <a:pt x="3" y="17"/>
                      <a:pt x="7" y="18"/>
                    </a:cubicBezTo>
                    <a:cubicBezTo>
                      <a:pt x="192" y="73"/>
                      <a:pt x="192" y="73"/>
                      <a:pt x="192" y="73"/>
                    </a:cubicBezTo>
                    <a:cubicBezTo>
                      <a:pt x="197" y="74"/>
                      <a:pt x="202" y="69"/>
                      <a:pt x="204" y="62"/>
                    </a:cubicBezTo>
                    <a:cubicBezTo>
                      <a:pt x="204" y="62"/>
                      <a:pt x="204" y="62"/>
                      <a:pt x="204" y="62"/>
                    </a:cubicBezTo>
                    <a:cubicBezTo>
                      <a:pt x="206" y="54"/>
                      <a:pt x="204" y="47"/>
                      <a:pt x="200" y="46"/>
                    </a:cubicBezTo>
                    <a:lnTo>
                      <a:pt x="12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6" name="Freeform 934">
                <a:extLst>
                  <a:ext uri="{FF2B5EF4-FFF2-40B4-BE49-F238E27FC236}">
                    <a16:creationId xmlns:a16="http://schemas.microsoft.com/office/drawing/2014/main" id="{9F811CAD-F2B7-4C20-AA70-169F6BA37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3248"/>
                <a:ext cx="190" cy="129"/>
              </a:xfrm>
              <a:custGeom>
                <a:avLst/>
                <a:gdLst>
                  <a:gd name="T0" fmla="*/ 14 w 186"/>
                  <a:gd name="T1" fmla="*/ 3 h 126"/>
                  <a:gd name="T2" fmla="*/ 2 w 186"/>
                  <a:gd name="T3" fmla="*/ 6 h 126"/>
                  <a:gd name="T4" fmla="*/ 2 w 186"/>
                  <a:gd name="T5" fmla="*/ 6 h 126"/>
                  <a:gd name="T6" fmla="*/ 5 w 186"/>
                  <a:gd name="T7" fmla="*/ 18 h 126"/>
                  <a:gd name="T8" fmla="*/ 191 w 186"/>
                  <a:gd name="T9" fmla="*/ 141 h 126"/>
                  <a:gd name="T10" fmla="*/ 205 w 186"/>
                  <a:gd name="T11" fmla="*/ 134 h 126"/>
                  <a:gd name="T12" fmla="*/ 205 w 186"/>
                  <a:gd name="T13" fmla="*/ 134 h 126"/>
                  <a:gd name="T14" fmla="*/ 205 w 186"/>
                  <a:gd name="T15" fmla="*/ 113 h 126"/>
                  <a:gd name="T16" fmla="*/ 14 w 186"/>
                  <a:gd name="T17" fmla="*/ 3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6">
                    <a:moveTo>
                      <a:pt x="14" y="3"/>
                    </a:moveTo>
                    <a:cubicBezTo>
                      <a:pt x="10" y="0"/>
                      <a:pt x="5" y="1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0"/>
                      <a:pt x="1" y="15"/>
                      <a:pt x="5" y="18"/>
                    </a:cubicBezTo>
                    <a:cubicBezTo>
                      <a:pt x="167" y="123"/>
                      <a:pt x="167" y="123"/>
                      <a:pt x="167" y="123"/>
                    </a:cubicBezTo>
                    <a:cubicBezTo>
                      <a:pt x="171" y="126"/>
                      <a:pt x="177" y="122"/>
                      <a:pt x="181" y="116"/>
                    </a:cubicBezTo>
                    <a:cubicBezTo>
                      <a:pt x="181" y="116"/>
                      <a:pt x="181" y="116"/>
                      <a:pt x="181" y="116"/>
                    </a:cubicBezTo>
                    <a:cubicBezTo>
                      <a:pt x="186" y="109"/>
                      <a:pt x="186" y="102"/>
                      <a:pt x="181" y="99"/>
                    </a:cubicBez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7" name="Freeform 935">
                <a:extLst>
                  <a:ext uri="{FF2B5EF4-FFF2-40B4-BE49-F238E27FC236}">
                    <a16:creationId xmlns:a16="http://schemas.microsoft.com/office/drawing/2014/main" id="{8D53387D-0F76-4697-9FFC-D94E08A43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3264"/>
                <a:ext cx="160" cy="106"/>
              </a:xfrm>
              <a:custGeom>
                <a:avLst/>
                <a:gdLst>
                  <a:gd name="T0" fmla="*/ 181 w 156"/>
                  <a:gd name="T1" fmla="*/ 116 h 104"/>
                  <a:gd name="T2" fmla="*/ 0 w 156"/>
                  <a:gd name="T3" fmla="*/ 0 h 104"/>
                  <a:gd name="T4" fmla="*/ 181 w 156"/>
                  <a:gd name="T5" fmla="*/ 116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6" h="104">
                    <a:moveTo>
                      <a:pt x="156" y="10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3" y="63"/>
                      <a:pt x="156" y="10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8" name="Freeform 936">
                <a:extLst>
                  <a:ext uri="{FF2B5EF4-FFF2-40B4-BE49-F238E27FC236}">
                    <a16:creationId xmlns:a16="http://schemas.microsoft.com/office/drawing/2014/main" id="{6D5C7469-B292-409F-B7B5-08802962E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3353"/>
                <a:ext cx="20" cy="21"/>
              </a:xfrm>
              <a:custGeom>
                <a:avLst/>
                <a:gdLst>
                  <a:gd name="T0" fmla="*/ 8 w 20"/>
                  <a:gd name="T1" fmla="*/ 20 h 21"/>
                  <a:gd name="T2" fmla="*/ 20 w 20"/>
                  <a:gd name="T3" fmla="*/ 1 h 21"/>
                  <a:gd name="T4" fmla="*/ 5 w 20"/>
                  <a:gd name="T5" fmla="*/ 7 h 21"/>
                  <a:gd name="T6" fmla="*/ 7 w 20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8" y="20"/>
                    </a:moveTo>
                    <a:cubicBezTo>
                      <a:pt x="0" y="13"/>
                      <a:pt x="14" y="3"/>
                      <a:pt x="20" y="1"/>
                    </a:cubicBezTo>
                    <a:cubicBezTo>
                      <a:pt x="14" y="0"/>
                      <a:pt x="9" y="0"/>
                      <a:pt x="5" y="7"/>
                    </a:cubicBezTo>
                    <a:cubicBezTo>
                      <a:pt x="3" y="11"/>
                      <a:pt x="3" y="17"/>
                      <a:pt x="7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9" name="Freeform 937">
                <a:extLst>
                  <a:ext uri="{FF2B5EF4-FFF2-40B4-BE49-F238E27FC236}">
                    <a16:creationId xmlns:a16="http://schemas.microsoft.com/office/drawing/2014/main" id="{12297C11-3247-43E6-8CE3-A5E992FD1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3251"/>
                <a:ext cx="164" cy="97"/>
              </a:xfrm>
              <a:custGeom>
                <a:avLst/>
                <a:gdLst>
                  <a:gd name="T0" fmla="*/ 184 w 160"/>
                  <a:gd name="T1" fmla="*/ 112 h 94"/>
                  <a:gd name="T2" fmla="*/ 0 w 160"/>
                  <a:gd name="T3" fmla="*/ 0 h 94"/>
                  <a:gd name="T4" fmla="*/ 184 w 160"/>
                  <a:gd name="T5" fmla="*/ 112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94">
                    <a:moveTo>
                      <a:pt x="160" y="9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50" y="94"/>
                      <a:pt x="16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0" name="Freeform 938">
                <a:extLst>
                  <a:ext uri="{FF2B5EF4-FFF2-40B4-BE49-F238E27FC236}">
                    <a16:creationId xmlns:a16="http://schemas.microsoft.com/office/drawing/2014/main" id="{2CB10D57-11D0-4C03-BAC5-F7A498C35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3249"/>
                <a:ext cx="190" cy="128"/>
              </a:xfrm>
              <a:custGeom>
                <a:avLst/>
                <a:gdLst>
                  <a:gd name="T0" fmla="*/ 14 w 186"/>
                  <a:gd name="T1" fmla="*/ 2 h 125"/>
                  <a:gd name="T2" fmla="*/ 2 w 186"/>
                  <a:gd name="T3" fmla="*/ 5 h 125"/>
                  <a:gd name="T4" fmla="*/ 2 w 186"/>
                  <a:gd name="T5" fmla="*/ 5 h 125"/>
                  <a:gd name="T6" fmla="*/ 5 w 186"/>
                  <a:gd name="T7" fmla="*/ 17 h 125"/>
                  <a:gd name="T8" fmla="*/ 191 w 186"/>
                  <a:gd name="T9" fmla="*/ 141 h 125"/>
                  <a:gd name="T10" fmla="*/ 206 w 186"/>
                  <a:gd name="T11" fmla="*/ 133 h 125"/>
                  <a:gd name="T12" fmla="*/ 206 w 186"/>
                  <a:gd name="T13" fmla="*/ 133 h 125"/>
                  <a:gd name="T14" fmla="*/ 205 w 186"/>
                  <a:gd name="T15" fmla="*/ 114 h 125"/>
                  <a:gd name="T16" fmla="*/ 14 w 186"/>
                  <a:gd name="T17" fmla="*/ 2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5">
                    <a:moveTo>
                      <a:pt x="14" y="2"/>
                    </a:moveTo>
                    <a:cubicBezTo>
                      <a:pt x="10" y="0"/>
                      <a:pt x="5" y="1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9"/>
                      <a:pt x="1" y="15"/>
                      <a:pt x="5" y="17"/>
                    </a:cubicBezTo>
                    <a:cubicBezTo>
                      <a:pt x="167" y="123"/>
                      <a:pt x="167" y="123"/>
                      <a:pt x="167" y="123"/>
                    </a:cubicBezTo>
                    <a:cubicBezTo>
                      <a:pt x="171" y="125"/>
                      <a:pt x="177" y="122"/>
                      <a:pt x="182" y="115"/>
                    </a:cubicBezTo>
                    <a:cubicBezTo>
                      <a:pt x="182" y="115"/>
                      <a:pt x="182" y="115"/>
                      <a:pt x="182" y="115"/>
                    </a:cubicBezTo>
                    <a:cubicBezTo>
                      <a:pt x="186" y="109"/>
                      <a:pt x="186" y="101"/>
                      <a:pt x="181" y="99"/>
                    </a:cubicBezTo>
                    <a:lnTo>
                      <a:pt x="14" y="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1" name="Freeform 939">
                <a:extLst>
                  <a:ext uri="{FF2B5EF4-FFF2-40B4-BE49-F238E27FC236}">
                    <a16:creationId xmlns:a16="http://schemas.microsoft.com/office/drawing/2014/main" id="{52E07AF9-1D50-4FFD-9727-610E0B922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409"/>
                <a:ext cx="174" cy="152"/>
              </a:xfrm>
              <a:custGeom>
                <a:avLst/>
                <a:gdLst>
                  <a:gd name="T0" fmla="*/ 16 w 170"/>
                  <a:gd name="T1" fmla="*/ 3 h 149"/>
                  <a:gd name="T2" fmla="*/ 3 w 170"/>
                  <a:gd name="T3" fmla="*/ 4 h 149"/>
                  <a:gd name="T4" fmla="*/ 3 w 170"/>
                  <a:gd name="T5" fmla="*/ 4 h 149"/>
                  <a:gd name="T6" fmla="*/ 4 w 170"/>
                  <a:gd name="T7" fmla="*/ 17 h 149"/>
                  <a:gd name="T8" fmla="*/ 171 w 170"/>
                  <a:gd name="T9" fmla="*/ 164 h 149"/>
                  <a:gd name="T10" fmla="*/ 187 w 170"/>
                  <a:gd name="T11" fmla="*/ 159 h 149"/>
                  <a:gd name="T12" fmla="*/ 187 w 170"/>
                  <a:gd name="T13" fmla="*/ 159 h 149"/>
                  <a:gd name="T14" fmla="*/ 190 w 170"/>
                  <a:gd name="T15" fmla="*/ 143 h 149"/>
                  <a:gd name="T16" fmla="*/ 16 w 170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0" h="149">
                    <a:moveTo>
                      <a:pt x="16" y="3"/>
                    </a:moveTo>
                    <a:cubicBezTo>
                      <a:pt x="12" y="0"/>
                      <a:pt x="7" y="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8"/>
                      <a:pt x="1" y="13"/>
                      <a:pt x="4" y="17"/>
                    </a:cubicBezTo>
                    <a:cubicBezTo>
                      <a:pt x="148" y="146"/>
                      <a:pt x="148" y="146"/>
                      <a:pt x="148" y="146"/>
                    </a:cubicBezTo>
                    <a:cubicBezTo>
                      <a:pt x="151" y="149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5"/>
                      <a:pt x="170" y="128"/>
                      <a:pt x="166" y="125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097" name="Group 940">
              <a:extLst>
                <a:ext uri="{FF2B5EF4-FFF2-40B4-BE49-F238E27FC236}">
                  <a16:creationId xmlns:a16="http://schemas.microsoft.com/office/drawing/2014/main" id="{43AA889B-FCDB-4A55-A30B-B115B10EFE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1" y="2084"/>
              <a:ext cx="1565" cy="1689"/>
              <a:chOff x="541" y="2084"/>
              <a:chExt cx="1565" cy="1689"/>
            </a:xfrm>
          </p:grpSpPr>
          <p:sp>
            <p:nvSpPr>
              <p:cNvPr id="35212" name="Freeform 941">
                <a:extLst>
                  <a:ext uri="{FF2B5EF4-FFF2-40B4-BE49-F238E27FC236}">
                    <a16:creationId xmlns:a16="http://schemas.microsoft.com/office/drawing/2014/main" id="{997886DA-D27A-4BAD-8723-562091E61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3424"/>
                <a:ext cx="142" cy="129"/>
              </a:xfrm>
              <a:custGeom>
                <a:avLst/>
                <a:gdLst>
                  <a:gd name="T0" fmla="*/ 157 w 139"/>
                  <a:gd name="T1" fmla="*/ 144 h 126"/>
                  <a:gd name="T2" fmla="*/ 0 w 139"/>
                  <a:gd name="T3" fmla="*/ 0 h 126"/>
                  <a:gd name="T4" fmla="*/ 157 w 139"/>
                  <a:gd name="T5" fmla="*/ 144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6">
                    <a:moveTo>
                      <a:pt x="139" y="12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3" y="81"/>
                      <a:pt x="139" y="12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3" name="Freeform 942">
                <a:extLst>
                  <a:ext uri="{FF2B5EF4-FFF2-40B4-BE49-F238E27FC236}">
                    <a16:creationId xmlns:a16="http://schemas.microsoft.com/office/drawing/2014/main" id="{80562A74-C114-429E-B1BE-F4821CC70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3538"/>
                <a:ext cx="23" cy="20"/>
              </a:xfrm>
              <a:custGeom>
                <a:avLst/>
                <a:gdLst>
                  <a:gd name="T0" fmla="*/ 7 w 22"/>
                  <a:gd name="T1" fmla="*/ 20 h 20"/>
                  <a:gd name="T2" fmla="*/ 28 w 22"/>
                  <a:gd name="T3" fmla="*/ 3 h 20"/>
                  <a:gd name="T4" fmla="*/ 7 w 22"/>
                  <a:gd name="T5" fmla="*/ 6 h 20"/>
                  <a:gd name="T6" fmla="*/ 6 w 22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7" y="20"/>
                    </a:moveTo>
                    <a:cubicBezTo>
                      <a:pt x="0" y="11"/>
                      <a:pt x="16" y="4"/>
                      <a:pt x="22" y="3"/>
                    </a:cubicBezTo>
                    <a:cubicBezTo>
                      <a:pt x="16" y="0"/>
                      <a:pt x="11" y="0"/>
                      <a:pt x="7" y="6"/>
                    </a:cubicBezTo>
                    <a:cubicBezTo>
                      <a:pt x="4" y="10"/>
                      <a:pt x="2" y="16"/>
                      <a:pt x="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4" name="Freeform 943">
                <a:extLst>
                  <a:ext uri="{FF2B5EF4-FFF2-40B4-BE49-F238E27FC236}">
                    <a16:creationId xmlns:a16="http://schemas.microsoft.com/office/drawing/2014/main" id="{78E438E1-2DB1-4F2F-884C-EB2D834B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3412"/>
                <a:ext cx="146" cy="121"/>
              </a:xfrm>
              <a:custGeom>
                <a:avLst/>
                <a:gdLst>
                  <a:gd name="T0" fmla="*/ 161 w 143"/>
                  <a:gd name="T1" fmla="*/ 136 h 118"/>
                  <a:gd name="T2" fmla="*/ 0 w 143"/>
                  <a:gd name="T3" fmla="*/ 0 h 118"/>
                  <a:gd name="T4" fmla="*/ 161 w 143"/>
                  <a:gd name="T5" fmla="*/ 136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8">
                    <a:moveTo>
                      <a:pt x="143" y="11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4" y="116"/>
                      <a:pt x="143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5" name="Freeform 944">
                <a:extLst>
                  <a:ext uri="{FF2B5EF4-FFF2-40B4-BE49-F238E27FC236}">
                    <a16:creationId xmlns:a16="http://schemas.microsoft.com/office/drawing/2014/main" id="{28259E67-DBB4-4B3E-8C22-A58C0CD46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409"/>
                <a:ext cx="174" cy="153"/>
              </a:xfrm>
              <a:custGeom>
                <a:avLst/>
                <a:gdLst>
                  <a:gd name="T0" fmla="*/ 16 w 170"/>
                  <a:gd name="T1" fmla="*/ 4 h 150"/>
                  <a:gd name="T2" fmla="*/ 3 w 170"/>
                  <a:gd name="T3" fmla="*/ 5 h 150"/>
                  <a:gd name="T4" fmla="*/ 3 w 170"/>
                  <a:gd name="T5" fmla="*/ 5 h 150"/>
                  <a:gd name="T6" fmla="*/ 4 w 170"/>
                  <a:gd name="T7" fmla="*/ 17 h 150"/>
                  <a:gd name="T8" fmla="*/ 170 w 170"/>
                  <a:gd name="T9" fmla="*/ 164 h 150"/>
                  <a:gd name="T10" fmla="*/ 187 w 170"/>
                  <a:gd name="T11" fmla="*/ 159 h 150"/>
                  <a:gd name="T12" fmla="*/ 187 w 170"/>
                  <a:gd name="T13" fmla="*/ 159 h 150"/>
                  <a:gd name="T14" fmla="*/ 190 w 170"/>
                  <a:gd name="T15" fmla="*/ 143 h 150"/>
                  <a:gd name="T16" fmla="*/ 16 w 170"/>
                  <a:gd name="T17" fmla="*/ 4 h 1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0" h="150">
                    <a:moveTo>
                      <a:pt x="16" y="4"/>
                    </a:moveTo>
                    <a:cubicBezTo>
                      <a:pt x="12" y="0"/>
                      <a:pt x="7" y="1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8"/>
                      <a:pt x="1" y="14"/>
                      <a:pt x="4" y="17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1" y="150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6"/>
                      <a:pt x="170" y="128"/>
                      <a:pt x="166" y="125"/>
                    </a:cubicBezTo>
                    <a:lnTo>
                      <a:pt x="16" y="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6" name="Freeform 945">
                <a:extLst>
                  <a:ext uri="{FF2B5EF4-FFF2-40B4-BE49-F238E27FC236}">
                    <a16:creationId xmlns:a16="http://schemas.microsoft.com/office/drawing/2014/main" id="{04337842-5A9C-40AC-A900-DBE0D49E6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3561"/>
                <a:ext cx="71" cy="212"/>
              </a:xfrm>
              <a:custGeom>
                <a:avLst/>
                <a:gdLst>
                  <a:gd name="T0" fmla="*/ 18 w 70"/>
                  <a:gd name="T1" fmla="*/ 7 h 207"/>
                  <a:gd name="T2" fmla="*/ 7 w 70"/>
                  <a:gd name="T3" fmla="*/ 1 h 207"/>
                  <a:gd name="T4" fmla="*/ 7 w 70"/>
                  <a:gd name="T5" fmla="*/ 1 h 207"/>
                  <a:gd name="T6" fmla="*/ 1 w 70"/>
                  <a:gd name="T7" fmla="*/ 11 h 207"/>
                  <a:gd name="T8" fmla="*/ 48 w 70"/>
                  <a:gd name="T9" fmla="*/ 230 h 207"/>
                  <a:gd name="T10" fmla="*/ 63 w 70"/>
                  <a:gd name="T11" fmla="*/ 236 h 207"/>
                  <a:gd name="T12" fmla="*/ 63 w 70"/>
                  <a:gd name="T13" fmla="*/ 236 h 207"/>
                  <a:gd name="T14" fmla="*/ 75 w 70"/>
                  <a:gd name="T15" fmla="*/ 223 h 207"/>
                  <a:gd name="T16" fmla="*/ 18 w 70"/>
                  <a:gd name="T17" fmla="*/ 7 h 2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07">
                    <a:moveTo>
                      <a:pt x="18" y="7"/>
                    </a:moveTo>
                    <a:cubicBezTo>
                      <a:pt x="17" y="3"/>
                      <a:pt x="12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3" y="2"/>
                      <a:pt x="0" y="7"/>
                      <a:pt x="1" y="11"/>
                    </a:cubicBezTo>
                    <a:cubicBezTo>
                      <a:pt x="42" y="200"/>
                      <a:pt x="42" y="200"/>
                      <a:pt x="42" y="200"/>
                    </a:cubicBezTo>
                    <a:cubicBezTo>
                      <a:pt x="43" y="205"/>
                      <a:pt x="50" y="207"/>
                      <a:pt x="57" y="205"/>
                    </a:cubicBezTo>
                    <a:cubicBezTo>
                      <a:pt x="57" y="205"/>
                      <a:pt x="57" y="205"/>
                      <a:pt x="57" y="205"/>
                    </a:cubicBezTo>
                    <a:cubicBezTo>
                      <a:pt x="65" y="203"/>
                      <a:pt x="70" y="198"/>
                      <a:pt x="69" y="193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7" name="Freeform 946">
                <a:extLst>
                  <a:ext uri="{FF2B5EF4-FFF2-40B4-BE49-F238E27FC236}">
                    <a16:creationId xmlns:a16="http://schemas.microsoft.com/office/drawing/2014/main" id="{4E2BC361-D60B-4DD8-955A-0C82D3CD1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3574"/>
                <a:ext cx="45" cy="187"/>
              </a:xfrm>
              <a:custGeom>
                <a:avLst/>
                <a:gdLst>
                  <a:gd name="T0" fmla="*/ 45 w 44"/>
                  <a:gd name="T1" fmla="*/ 207 h 183"/>
                  <a:gd name="T2" fmla="*/ 0 w 44"/>
                  <a:gd name="T3" fmla="*/ 0 h 183"/>
                  <a:gd name="T4" fmla="*/ 45 w 44"/>
                  <a:gd name="T5" fmla="*/ 207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83">
                    <a:moveTo>
                      <a:pt x="39" y="18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4" y="131"/>
                      <a:pt x="39" y="183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8" name="Freeform 947">
                <a:extLst>
                  <a:ext uri="{FF2B5EF4-FFF2-40B4-BE49-F238E27FC236}">
                    <a16:creationId xmlns:a16="http://schemas.microsoft.com/office/drawing/2014/main" id="{EFF4D8E6-0BF7-4E03-BD7F-FFD1190E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3754"/>
                <a:ext cx="23" cy="15"/>
              </a:xfrm>
              <a:custGeom>
                <a:avLst/>
                <a:gdLst>
                  <a:gd name="T0" fmla="*/ 1 w 23"/>
                  <a:gd name="T1" fmla="*/ 15 h 15"/>
                  <a:gd name="T2" fmla="*/ 23 w 23"/>
                  <a:gd name="T3" fmla="*/ 9 h 15"/>
                  <a:gd name="T4" fmla="*/ 9 w 23"/>
                  <a:gd name="T5" fmla="*/ 3 h 15"/>
                  <a:gd name="T6" fmla="*/ 0 w 23"/>
                  <a:gd name="T7" fmla="*/ 1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5">
                    <a:moveTo>
                      <a:pt x="1" y="15"/>
                    </a:moveTo>
                    <a:cubicBezTo>
                      <a:pt x="0" y="3"/>
                      <a:pt x="18" y="7"/>
                      <a:pt x="23" y="9"/>
                    </a:cubicBezTo>
                    <a:cubicBezTo>
                      <a:pt x="20" y="4"/>
                      <a:pt x="16" y="0"/>
                      <a:pt x="9" y="3"/>
                    </a:cubicBezTo>
                    <a:cubicBezTo>
                      <a:pt x="4" y="4"/>
                      <a:pt x="0" y="8"/>
                      <a:pt x="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9" name="Freeform 948">
                <a:extLst>
                  <a:ext uri="{FF2B5EF4-FFF2-40B4-BE49-F238E27FC236}">
                    <a16:creationId xmlns:a16="http://schemas.microsoft.com/office/drawing/2014/main" id="{671C4203-A1D9-42CD-91F0-819B52C58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568"/>
                <a:ext cx="48" cy="184"/>
              </a:xfrm>
              <a:custGeom>
                <a:avLst/>
                <a:gdLst>
                  <a:gd name="T0" fmla="*/ 53 w 47"/>
                  <a:gd name="T1" fmla="*/ 211 h 179"/>
                  <a:gd name="T2" fmla="*/ 0 w 47"/>
                  <a:gd name="T3" fmla="*/ 0 h 179"/>
                  <a:gd name="T4" fmla="*/ 53 w 47"/>
                  <a:gd name="T5" fmla="*/ 211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79">
                    <a:moveTo>
                      <a:pt x="47" y="17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1" y="172"/>
                      <a:pt x="47" y="1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0" name="Freeform 949">
                <a:extLst>
                  <a:ext uri="{FF2B5EF4-FFF2-40B4-BE49-F238E27FC236}">
                    <a16:creationId xmlns:a16="http://schemas.microsoft.com/office/drawing/2014/main" id="{4CC3E99F-5A90-42D1-9CC9-137556490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561"/>
                <a:ext cx="72" cy="212"/>
              </a:xfrm>
              <a:custGeom>
                <a:avLst/>
                <a:gdLst>
                  <a:gd name="T0" fmla="*/ 19 w 71"/>
                  <a:gd name="T1" fmla="*/ 8 h 207"/>
                  <a:gd name="T2" fmla="*/ 8 w 71"/>
                  <a:gd name="T3" fmla="*/ 1 h 207"/>
                  <a:gd name="T4" fmla="*/ 8 w 71"/>
                  <a:gd name="T5" fmla="*/ 1 h 207"/>
                  <a:gd name="T6" fmla="*/ 2 w 71"/>
                  <a:gd name="T7" fmla="*/ 12 h 207"/>
                  <a:gd name="T8" fmla="*/ 48 w 71"/>
                  <a:gd name="T9" fmla="*/ 230 h 207"/>
                  <a:gd name="T10" fmla="*/ 64 w 71"/>
                  <a:gd name="T11" fmla="*/ 237 h 207"/>
                  <a:gd name="T12" fmla="*/ 64 w 71"/>
                  <a:gd name="T13" fmla="*/ 237 h 207"/>
                  <a:gd name="T14" fmla="*/ 76 w 71"/>
                  <a:gd name="T15" fmla="*/ 224 h 207"/>
                  <a:gd name="T16" fmla="*/ 19 w 71"/>
                  <a:gd name="T17" fmla="*/ 8 h 2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207">
                    <a:moveTo>
                      <a:pt x="19" y="8"/>
                    </a:moveTo>
                    <a:cubicBezTo>
                      <a:pt x="18" y="3"/>
                      <a:pt x="13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2"/>
                      <a:pt x="0" y="7"/>
                      <a:pt x="2" y="12"/>
                    </a:cubicBezTo>
                    <a:cubicBezTo>
                      <a:pt x="42" y="200"/>
                      <a:pt x="42" y="200"/>
                      <a:pt x="42" y="200"/>
                    </a:cubicBezTo>
                    <a:cubicBezTo>
                      <a:pt x="43" y="205"/>
                      <a:pt x="50" y="207"/>
                      <a:pt x="58" y="206"/>
                    </a:cubicBezTo>
                    <a:cubicBezTo>
                      <a:pt x="58" y="206"/>
                      <a:pt x="58" y="206"/>
                      <a:pt x="58" y="206"/>
                    </a:cubicBezTo>
                    <a:cubicBezTo>
                      <a:pt x="66" y="204"/>
                      <a:pt x="71" y="198"/>
                      <a:pt x="70" y="194"/>
                    </a:cubicBezTo>
                    <a:lnTo>
                      <a:pt x="19" y="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1" name="Freeform 950">
                <a:extLst>
                  <a:ext uri="{FF2B5EF4-FFF2-40B4-BE49-F238E27FC236}">
                    <a16:creationId xmlns:a16="http://schemas.microsoft.com/office/drawing/2014/main" id="{07C83DA8-5C59-4AE4-BB80-2DFC65F5D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2218"/>
                <a:ext cx="128" cy="192"/>
              </a:xfrm>
              <a:custGeom>
                <a:avLst/>
                <a:gdLst>
                  <a:gd name="T0" fmla="*/ 141 w 125"/>
                  <a:gd name="T1" fmla="*/ 202 h 187"/>
                  <a:gd name="T2" fmla="*/ 138 w 125"/>
                  <a:gd name="T3" fmla="*/ 215 h 187"/>
                  <a:gd name="T4" fmla="*/ 138 w 125"/>
                  <a:gd name="T5" fmla="*/ 215 h 187"/>
                  <a:gd name="T6" fmla="*/ 126 w 125"/>
                  <a:gd name="T7" fmla="*/ 212 h 187"/>
                  <a:gd name="T8" fmla="*/ 3 w 125"/>
                  <a:gd name="T9" fmla="*/ 25 h 187"/>
                  <a:gd name="T10" fmla="*/ 10 w 125"/>
                  <a:gd name="T11" fmla="*/ 5 h 187"/>
                  <a:gd name="T12" fmla="*/ 10 w 125"/>
                  <a:gd name="T13" fmla="*/ 5 h 187"/>
                  <a:gd name="T14" fmla="*/ 33 w 125"/>
                  <a:gd name="T15" fmla="*/ 5 h 187"/>
                  <a:gd name="T16" fmla="*/ 141 w 125"/>
                  <a:gd name="T17" fmla="*/ 202 h 1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" h="187">
                    <a:moveTo>
                      <a:pt x="123" y="172"/>
                    </a:moveTo>
                    <a:cubicBezTo>
                      <a:pt x="125" y="176"/>
                      <a:pt x="124" y="182"/>
                      <a:pt x="120" y="184"/>
                    </a:cubicBezTo>
                    <a:cubicBezTo>
                      <a:pt x="120" y="184"/>
                      <a:pt x="120" y="184"/>
                      <a:pt x="120" y="184"/>
                    </a:cubicBezTo>
                    <a:cubicBezTo>
                      <a:pt x="116" y="187"/>
                      <a:pt x="110" y="185"/>
                      <a:pt x="108" y="181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5"/>
                      <a:pt x="3" y="9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7" y="0"/>
                      <a:pt x="24" y="1"/>
                      <a:pt x="27" y="5"/>
                    </a:cubicBezTo>
                    <a:lnTo>
                      <a:pt x="123" y="172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2" name="Freeform 951">
                <a:extLst>
                  <a:ext uri="{FF2B5EF4-FFF2-40B4-BE49-F238E27FC236}">
                    <a16:creationId xmlns:a16="http://schemas.microsoft.com/office/drawing/2014/main" id="{CCC14789-7F32-4E07-9CEE-485C7B72D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2241"/>
                <a:ext cx="106" cy="161"/>
              </a:xfrm>
              <a:custGeom>
                <a:avLst/>
                <a:gdLst>
                  <a:gd name="T0" fmla="*/ 0 w 103"/>
                  <a:gd name="T1" fmla="*/ 0 h 157"/>
                  <a:gd name="T2" fmla="*/ 121 w 103"/>
                  <a:gd name="T3" fmla="*/ 182 h 157"/>
                  <a:gd name="T4" fmla="*/ 0 w 103"/>
                  <a:gd name="T5" fmla="*/ 0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57">
                    <a:moveTo>
                      <a:pt x="0" y="0"/>
                    </a:moveTo>
                    <a:cubicBezTo>
                      <a:pt x="103" y="157"/>
                      <a:pt x="103" y="157"/>
                      <a:pt x="103" y="157"/>
                    </a:cubicBezTo>
                    <a:cubicBezTo>
                      <a:pt x="103" y="157"/>
                      <a:pt x="41" y="33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3" name="Freeform 952">
                <a:extLst>
                  <a:ext uri="{FF2B5EF4-FFF2-40B4-BE49-F238E27FC236}">
                    <a16:creationId xmlns:a16="http://schemas.microsoft.com/office/drawing/2014/main" id="{9C721A0B-48C0-41E7-8903-90BD4D60C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222"/>
                <a:ext cx="22" cy="20"/>
              </a:xfrm>
              <a:custGeom>
                <a:avLst/>
                <a:gdLst>
                  <a:gd name="T0" fmla="*/ 1 w 21"/>
                  <a:gd name="T1" fmla="*/ 12 h 20"/>
                  <a:gd name="T2" fmla="*/ 26 w 21"/>
                  <a:gd name="T3" fmla="*/ 0 h 20"/>
                  <a:gd name="T4" fmla="*/ 20 w 21"/>
                  <a:gd name="T5" fmla="*/ 15 h 20"/>
                  <a:gd name="T6" fmla="*/ 0 w 21"/>
                  <a:gd name="T7" fmla="*/ 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" y="12"/>
                    </a:moveTo>
                    <a:cubicBezTo>
                      <a:pt x="8" y="20"/>
                      <a:pt x="18" y="6"/>
                      <a:pt x="20" y="0"/>
                    </a:cubicBezTo>
                    <a:cubicBezTo>
                      <a:pt x="21" y="7"/>
                      <a:pt x="21" y="11"/>
                      <a:pt x="14" y="15"/>
                    </a:cubicBezTo>
                    <a:cubicBezTo>
                      <a:pt x="10" y="17"/>
                      <a:pt x="4" y="17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4" name="Freeform 953">
                <a:extLst>
                  <a:ext uri="{FF2B5EF4-FFF2-40B4-BE49-F238E27FC236}">
                    <a16:creationId xmlns:a16="http://schemas.microsoft.com/office/drawing/2014/main" id="{CAD5EAB5-F4DA-42F6-8BB9-B85249B19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2231"/>
                <a:ext cx="96" cy="163"/>
              </a:xfrm>
              <a:custGeom>
                <a:avLst/>
                <a:gdLst>
                  <a:gd name="T0" fmla="*/ 0 w 94"/>
                  <a:gd name="T1" fmla="*/ 0 h 160"/>
                  <a:gd name="T2" fmla="*/ 106 w 94"/>
                  <a:gd name="T3" fmla="*/ 178 h 160"/>
                  <a:gd name="T4" fmla="*/ 0 w 94"/>
                  <a:gd name="T5" fmla="*/ 0 h 1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60">
                    <a:moveTo>
                      <a:pt x="0" y="0"/>
                    </a:moveTo>
                    <a:cubicBezTo>
                      <a:pt x="94" y="160"/>
                      <a:pt x="94" y="160"/>
                      <a:pt x="94" y="160"/>
                    </a:cubicBezTo>
                    <a:cubicBezTo>
                      <a:pt x="94" y="160"/>
                      <a:pt x="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5" name="Freeform 954">
                <a:extLst>
                  <a:ext uri="{FF2B5EF4-FFF2-40B4-BE49-F238E27FC236}">
                    <a16:creationId xmlns:a16="http://schemas.microsoft.com/office/drawing/2014/main" id="{EE4CB30F-E99B-42CA-A4D3-99559E129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2218"/>
                <a:ext cx="128" cy="192"/>
              </a:xfrm>
              <a:custGeom>
                <a:avLst/>
                <a:gdLst>
                  <a:gd name="T0" fmla="*/ 140 w 125"/>
                  <a:gd name="T1" fmla="*/ 202 h 187"/>
                  <a:gd name="T2" fmla="*/ 137 w 125"/>
                  <a:gd name="T3" fmla="*/ 215 h 187"/>
                  <a:gd name="T4" fmla="*/ 137 w 125"/>
                  <a:gd name="T5" fmla="*/ 215 h 187"/>
                  <a:gd name="T6" fmla="*/ 125 w 125"/>
                  <a:gd name="T7" fmla="*/ 212 h 187"/>
                  <a:gd name="T8" fmla="*/ 2 w 125"/>
                  <a:gd name="T9" fmla="*/ 25 h 187"/>
                  <a:gd name="T10" fmla="*/ 10 w 125"/>
                  <a:gd name="T11" fmla="*/ 4 h 187"/>
                  <a:gd name="T12" fmla="*/ 10 w 125"/>
                  <a:gd name="T13" fmla="*/ 4 h 187"/>
                  <a:gd name="T14" fmla="*/ 32 w 125"/>
                  <a:gd name="T15" fmla="*/ 5 h 187"/>
                  <a:gd name="T16" fmla="*/ 140 w 125"/>
                  <a:gd name="T17" fmla="*/ 202 h 1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" h="187">
                    <a:moveTo>
                      <a:pt x="122" y="172"/>
                    </a:moveTo>
                    <a:cubicBezTo>
                      <a:pt x="125" y="176"/>
                      <a:pt x="123" y="182"/>
                      <a:pt x="119" y="184"/>
                    </a:cubicBezTo>
                    <a:cubicBezTo>
                      <a:pt x="119" y="184"/>
                      <a:pt x="119" y="184"/>
                      <a:pt x="119" y="184"/>
                    </a:cubicBezTo>
                    <a:cubicBezTo>
                      <a:pt x="115" y="187"/>
                      <a:pt x="110" y="185"/>
                      <a:pt x="107" y="181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0" y="15"/>
                      <a:pt x="3" y="9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6" y="0"/>
                      <a:pt x="24" y="0"/>
                      <a:pt x="26" y="5"/>
                    </a:cubicBezTo>
                    <a:lnTo>
                      <a:pt x="122" y="17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6" name="Freeform 955">
                <a:extLst>
                  <a:ext uri="{FF2B5EF4-FFF2-40B4-BE49-F238E27FC236}">
                    <a16:creationId xmlns:a16="http://schemas.microsoft.com/office/drawing/2014/main" id="{1D324345-4EB6-4179-BB19-9DAB0AC66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2084"/>
                <a:ext cx="83" cy="210"/>
              </a:xfrm>
              <a:custGeom>
                <a:avLst/>
                <a:gdLst>
                  <a:gd name="T0" fmla="*/ 86 w 82"/>
                  <a:gd name="T1" fmla="*/ 223 h 205"/>
                  <a:gd name="T2" fmla="*/ 80 w 82"/>
                  <a:gd name="T3" fmla="*/ 235 h 205"/>
                  <a:gd name="T4" fmla="*/ 80 w 82"/>
                  <a:gd name="T5" fmla="*/ 235 h 205"/>
                  <a:gd name="T6" fmla="*/ 69 w 82"/>
                  <a:gd name="T7" fmla="*/ 228 h 205"/>
                  <a:gd name="T8" fmla="*/ 1 w 82"/>
                  <a:gd name="T9" fmla="*/ 15 h 205"/>
                  <a:gd name="T10" fmla="*/ 12 w 82"/>
                  <a:gd name="T11" fmla="*/ 3 h 205"/>
                  <a:gd name="T12" fmla="*/ 12 w 82"/>
                  <a:gd name="T13" fmla="*/ 3 h 205"/>
                  <a:gd name="T14" fmla="*/ 28 w 82"/>
                  <a:gd name="T15" fmla="*/ 7 h 205"/>
                  <a:gd name="T16" fmla="*/ 86 w 82"/>
                  <a:gd name="T17" fmla="*/ 223 h 2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205">
                    <a:moveTo>
                      <a:pt x="80" y="193"/>
                    </a:moveTo>
                    <a:cubicBezTo>
                      <a:pt x="82" y="197"/>
                      <a:pt x="79" y="202"/>
                      <a:pt x="74" y="204"/>
                    </a:cubicBezTo>
                    <a:cubicBezTo>
                      <a:pt x="74" y="204"/>
                      <a:pt x="74" y="204"/>
                      <a:pt x="74" y="204"/>
                    </a:cubicBezTo>
                    <a:cubicBezTo>
                      <a:pt x="70" y="205"/>
                      <a:pt x="65" y="202"/>
                      <a:pt x="63" y="19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0"/>
                      <a:pt x="5" y="5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20" y="0"/>
                      <a:pt x="27" y="2"/>
                      <a:pt x="28" y="7"/>
                    </a:cubicBezTo>
                    <a:lnTo>
                      <a:pt x="80" y="19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7" name="Freeform 956">
                <a:extLst>
                  <a:ext uri="{FF2B5EF4-FFF2-40B4-BE49-F238E27FC236}">
                    <a16:creationId xmlns:a16="http://schemas.microsoft.com/office/drawing/2014/main" id="{86DF29B6-1A5A-4D86-B52A-7492FC15E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2103"/>
                <a:ext cx="62" cy="182"/>
              </a:xfrm>
              <a:custGeom>
                <a:avLst/>
                <a:gdLst>
                  <a:gd name="T0" fmla="*/ 0 w 61"/>
                  <a:gd name="T1" fmla="*/ 0 h 178"/>
                  <a:gd name="T2" fmla="*/ 67 w 61"/>
                  <a:gd name="T3" fmla="*/ 202 h 178"/>
                  <a:gd name="T4" fmla="*/ 0 w 61"/>
                  <a:gd name="T5" fmla="*/ 0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78">
                    <a:moveTo>
                      <a:pt x="0" y="0"/>
                    </a:moveTo>
                    <a:cubicBezTo>
                      <a:pt x="61" y="178"/>
                      <a:pt x="61" y="178"/>
                      <a:pt x="61" y="178"/>
                    </a:cubicBezTo>
                    <a:cubicBezTo>
                      <a:pt x="61" y="178"/>
                      <a:pt x="32" y="43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8" name="Freeform 957">
                <a:extLst>
                  <a:ext uri="{FF2B5EF4-FFF2-40B4-BE49-F238E27FC236}">
                    <a16:creationId xmlns:a16="http://schemas.microsoft.com/office/drawing/2014/main" id="{99842066-6851-4B92-B201-2D0F0BFB4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089"/>
                <a:ext cx="22" cy="17"/>
              </a:xfrm>
              <a:custGeom>
                <a:avLst/>
                <a:gdLst>
                  <a:gd name="T0" fmla="*/ 0 w 22"/>
                  <a:gd name="T1" fmla="*/ 7 h 17"/>
                  <a:gd name="T2" fmla="*/ 22 w 22"/>
                  <a:gd name="T3" fmla="*/ 0 h 17"/>
                  <a:gd name="T4" fmla="*/ 13 w 22"/>
                  <a:gd name="T5" fmla="*/ 13 h 17"/>
                  <a:gd name="T6" fmla="*/ 0 w 22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7">
                    <a:moveTo>
                      <a:pt x="0" y="7"/>
                    </a:moveTo>
                    <a:cubicBezTo>
                      <a:pt x="5" y="17"/>
                      <a:pt x="18" y="5"/>
                      <a:pt x="22" y="0"/>
                    </a:cubicBezTo>
                    <a:cubicBezTo>
                      <a:pt x="22" y="7"/>
                      <a:pt x="21" y="11"/>
                      <a:pt x="13" y="13"/>
                    </a:cubicBezTo>
                    <a:cubicBezTo>
                      <a:pt x="8" y="14"/>
                      <a:pt x="2" y="13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9" name="Freeform 958">
                <a:extLst>
                  <a:ext uri="{FF2B5EF4-FFF2-40B4-BE49-F238E27FC236}">
                    <a16:creationId xmlns:a16="http://schemas.microsoft.com/office/drawing/2014/main" id="{0C4FE94C-93AE-4092-8B07-C0BCD940A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100"/>
                <a:ext cx="54" cy="182"/>
              </a:xfrm>
              <a:custGeom>
                <a:avLst/>
                <a:gdLst>
                  <a:gd name="T0" fmla="*/ 2 w 53"/>
                  <a:gd name="T1" fmla="*/ 0 h 178"/>
                  <a:gd name="T2" fmla="*/ 59 w 53"/>
                  <a:gd name="T3" fmla="*/ 202 h 178"/>
                  <a:gd name="T4" fmla="*/ 2 w 53"/>
                  <a:gd name="T5" fmla="*/ 0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78">
                    <a:moveTo>
                      <a:pt x="2" y="0"/>
                    </a:moveTo>
                    <a:cubicBezTo>
                      <a:pt x="53" y="178"/>
                      <a:pt x="53" y="178"/>
                      <a:pt x="53" y="178"/>
                    </a:cubicBezTo>
                    <a:cubicBezTo>
                      <a:pt x="53" y="178"/>
                      <a:pt x="0" y="9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" name="Freeform 959">
                <a:extLst>
                  <a:ext uri="{FF2B5EF4-FFF2-40B4-BE49-F238E27FC236}">
                    <a16:creationId xmlns:a16="http://schemas.microsoft.com/office/drawing/2014/main" id="{216CA63A-9A99-4843-B2A2-1AD4F5D9C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2084"/>
                <a:ext cx="82" cy="210"/>
              </a:xfrm>
              <a:custGeom>
                <a:avLst/>
                <a:gdLst>
                  <a:gd name="T0" fmla="*/ 86 w 81"/>
                  <a:gd name="T1" fmla="*/ 222 h 205"/>
                  <a:gd name="T2" fmla="*/ 80 w 81"/>
                  <a:gd name="T3" fmla="*/ 234 h 205"/>
                  <a:gd name="T4" fmla="*/ 80 w 81"/>
                  <a:gd name="T5" fmla="*/ 234 h 205"/>
                  <a:gd name="T6" fmla="*/ 69 w 81"/>
                  <a:gd name="T7" fmla="*/ 228 h 205"/>
                  <a:gd name="T8" fmla="*/ 1 w 81"/>
                  <a:gd name="T9" fmla="*/ 15 h 205"/>
                  <a:gd name="T10" fmla="*/ 12 w 81"/>
                  <a:gd name="T11" fmla="*/ 2 h 205"/>
                  <a:gd name="T12" fmla="*/ 12 w 81"/>
                  <a:gd name="T13" fmla="*/ 2 h 205"/>
                  <a:gd name="T14" fmla="*/ 28 w 81"/>
                  <a:gd name="T15" fmla="*/ 7 h 205"/>
                  <a:gd name="T16" fmla="*/ 86 w 81"/>
                  <a:gd name="T17" fmla="*/ 222 h 2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205">
                    <a:moveTo>
                      <a:pt x="80" y="192"/>
                    </a:moveTo>
                    <a:cubicBezTo>
                      <a:pt x="81" y="197"/>
                      <a:pt x="79" y="202"/>
                      <a:pt x="74" y="203"/>
                    </a:cubicBezTo>
                    <a:cubicBezTo>
                      <a:pt x="74" y="203"/>
                      <a:pt x="74" y="203"/>
                      <a:pt x="74" y="203"/>
                    </a:cubicBezTo>
                    <a:cubicBezTo>
                      <a:pt x="69" y="205"/>
                      <a:pt x="64" y="202"/>
                      <a:pt x="63" y="19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0"/>
                      <a:pt x="4" y="5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9" y="0"/>
                      <a:pt x="26" y="2"/>
                      <a:pt x="28" y="7"/>
                    </a:cubicBezTo>
                    <a:lnTo>
                      <a:pt x="80" y="19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1" name="Freeform 960">
                <a:extLst>
                  <a:ext uri="{FF2B5EF4-FFF2-40B4-BE49-F238E27FC236}">
                    <a16:creationId xmlns:a16="http://schemas.microsoft.com/office/drawing/2014/main" id="{D228FF67-7A67-4449-A810-2A1086CF9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429"/>
                <a:ext cx="177" cy="146"/>
              </a:xfrm>
              <a:custGeom>
                <a:avLst/>
                <a:gdLst>
                  <a:gd name="T0" fmla="*/ 187 w 174"/>
                  <a:gd name="T1" fmla="*/ 144 h 143"/>
                  <a:gd name="T2" fmla="*/ 189 w 174"/>
                  <a:gd name="T3" fmla="*/ 156 h 143"/>
                  <a:gd name="T4" fmla="*/ 189 w 174"/>
                  <a:gd name="T5" fmla="*/ 156 h 143"/>
                  <a:gd name="T6" fmla="*/ 176 w 174"/>
                  <a:gd name="T7" fmla="*/ 158 h 143"/>
                  <a:gd name="T8" fmla="*/ 3 w 174"/>
                  <a:gd name="T9" fmla="*/ 31 h 143"/>
                  <a:gd name="T10" fmla="*/ 5 w 174"/>
                  <a:gd name="T11" fmla="*/ 8 h 143"/>
                  <a:gd name="T12" fmla="*/ 5 w 174"/>
                  <a:gd name="T13" fmla="*/ 8 h 143"/>
                  <a:gd name="T14" fmla="*/ 21 w 174"/>
                  <a:gd name="T15" fmla="*/ 3 h 143"/>
                  <a:gd name="T16" fmla="*/ 187 w 174"/>
                  <a:gd name="T17" fmla="*/ 144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169" y="126"/>
                    </a:moveTo>
                    <a:cubicBezTo>
                      <a:pt x="173" y="129"/>
                      <a:pt x="174" y="135"/>
                      <a:pt x="171" y="138"/>
                    </a:cubicBezTo>
                    <a:cubicBezTo>
                      <a:pt x="171" y="138"/>
                      <a:pt x="171" y="138"/>
                      <a:pt x="171" y="138"/>
                    </a:cubicBezTo>
                    <a:cubicBezTo>
                      <a:pt x="168" y="142"/>
                      <a:pt x="162" y="143"/>
                      <a:pt x="158" y="140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0" y="22"/>
                      <a:pt x="0" y="14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10" y="2"/>
                      <a:pt x="17" y="0"/>
                      <a:pt x="21" y="3"/>
                    </a:cubicBezTo>
                    <a:lnTo>
                      <a:pt x="169" y="126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2" name="Freeform 961">
                <a:extLst>
                  <a:ext uri="{FF2B5EF4-FFF2-40B4-BE49-F238E27FC236}">
                    <a16:creationId xmlns:a16="http://schemas.microsoft.com/office/drawing/2014/main" id="{10605ADF-D36D-4BB8-8F30-B6BA79313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455"/>
                <a:ext cx="154" cy="114"/>
              </a:xfrm>
              <a:custGeom>
                <a:avLst/>
                <a:gdLst>
                  <a:gd name="T0" fmla="*/ 0 w 151"/>
                  <a:gd name="T1" fmla="*/ 0 h 112"/>
                  <a:gd name="T2" fmla="*/ 169 w 151"/>
                  <a:gd name="T3" fmla="*/ 124 h 112"/>
                  <a:gd name="T4" fmla="*/ 0 w 151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2">
                    <a:moveTo>
                      <a:pt x="0" y="0"/>
                    </a:moveTo>
                    <a:cubicBezTo>
                      <a:pt x="151" y="112"/>
                      <a:pt x="151" y="112"/>
                      <a:pt x="151" y="112"/>
                    </a:cubicBezTo>
                    <a:cubicBezTo>
                      <a:pt x="151" y="112"/>
                      <a:pt x="50" y="17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3" name="Freeform 962">
                <a:extLst>
                  <a:ext uri="{FF2B5EF4-FFF2-40B4-BE49-F238E27FC236}">
                    <a16:creationId xmlns:a16="http://schemas.microsoft.com/office/drawing/2014/main" id="{09855459-EF2C-4D72-B095-ACD65CF5B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2432"/>
                <a:ext cx="19" cy="24"/>
              </a:xfrm>
              <a:custGeom>
                <a:avLst/>
                <a:gdLst>
                  <a:gd name="T0" fmla="*/ 0 w 19"/>
                  <a:gd name="T1" fmla="*/ 23 h 23"/>
                  <a:gd name="T2" fmla="*/ 14 w 19"/>
                  <a:gd name="T3" fmla="*/ 0 h 23"/>
                  <a:gd name="T4" fmla="*/ 14 w 19"/>
                  <a:gd name="T5" fmla="*/ 21 h 23"/>
                  <a:gd name="T6" fmla="*/ 0 w 19"/>
                  <a:gd name="T7" fmla="*/ 2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17"/>
                    </a:moveTo>
                    <a:cubicBezTo>
                      <a:pt x="9" y="23"/>
                      <a:pt x="14" y="6"/>
                      <a:pt x="14" y="0"/>
                    </a:cubicBezTo>
                    <a:cubicBezTo>
                      <a:pt x="17" y="5"/>
                      <a:pt x="19" y="9"/>
                      <a:pt x="14" y="15"/>
                    </a:cubicBezTo>
                    <a:cubicBezTo>
                      <a:pt x="10" y="19"/>
                      <a:pt x="5" y="21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4" name="Freeform 963">
                <a:extLst>
                  <a:ext uri="{FF2B5EF4-FFF2-40B4-BE49-F238E27FC236}">
                    <a16:creationId xmlns:a16="http://schemas.microsoft.com/office/drawing/2014/main" id="{42BBC392-3599-4E6B-B289-16921E9C0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438"/>
                <a:ext cx="146" cy="120"/>
              </a:xfrm>
              <a:custGeom>
                <a:avLst/>
                <a:gdLst>
                  <a:gd name="T0" fmla="*/ 0 w 143"/>
                  <a:gd name="T1" fmla="*/ 0 h 117"/>
                  <a:gd name="T2" fmla="*/ 161 w 143"/>
                  <a:gd name="T3" fmla="*/ 135 h 117"/>
                  <a:gd name="T4" fmla="*/ 0 w 143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7">
                    <a:moveTo>
                      <a:pt x="0" y="0"/>
                    </a:moveTo>
                    <a:cubicBezTo>
                      <a:pt x="143" y="117"/>
                      <a:pt x="143" y="117"/>
                      <a:pt x="143" y="117"/>
                    </a:cubicBezTo>
                    <a:cubicBezTo>
                      <a:pt x="143" y="117"/>
                      <a:pt x="3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5" name="Freeform 964">
                <a:extLst>
                  <a:ext uri="{FF2B5EF4-FFF2-40B4-BE49-F238E27FC236}">
                    <a16:creationId xmlns:a16="http://schemas.microsoft.com/office/drawing/2014/main" id="{79D05392-7FBC-4ABF-B4FD-B466388AE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429"/>
                <a:ext cx="177" cy="146"/>
              </a:xfrm>
              <a:custGeom>
                <a:avLst/>
                <a:gdLst>
                  <a:gd name="T0" fmla="*/ 188 w 174"/>
                  <a:gd name="T1" fmla="*/ 144 h 143"/>
                  <a:gd name="T2" fmla="*/ 189 w 174"/>
                  <a:gd name="T3" fmla="*/ 157 h 143"/>
                  <a:gd name="T4" fmla="*/ 189 w 174"/>
                  <a:gd name="T5" fmla="*/ 157 h 143"/>
                  <a:gd name="T6" fmla="*/ 177 w 174"/>
                  <a:gd name="T7" fmla="*/ 158 h 143"/>
                  <a:gd name="T8" fmla="*/ 4 w 174"/>
                  <a:gd name="T9" fmla="*/ 31 h 143"/>
                  <a:gd name="T10" fmla="*/ 6 w 174"/>
                  <a:gd name="T11" fmla="*/ 8 h 143"/>
                  <a:gd name="T12" fmla="*/ 6 w 174"/>
                  <a:gd name="T13" fmla="*/ 8 h 143"/>
                  <a:gd name="T14" fmla="*/ 21 w 174"/>
                  <a:gd name="T15" fmla="*/ 3 h 143"/>
                  <a:gd name="T16" fmla="*/ 188 w 174"/>
                  <a:gd name="T17" fmla="*/ 144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170" y="126"/>
                    </a:moveTo>
                    <a:cubicBezTo>
                      <a:pt x="174" y="129"/>
                      <a:pt x="174" y="135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2"/>
                      <a:pt x="163" y="143"/>
                      <a:pt x="159" y="14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0" y="22"/>
                      <a:pt x="1" y="15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1" y="2"/>
                      <a:pt x="18" y="0"/>
                      <a:pt x="21" y="3"/>
                    </a:cubicBezTo>
                    <a:lnTo>
                      <a:pt x="170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6" name="Freeform 965">
                <a:extLst>
                  <a:ext uri="{FF2B5EF4-FFF2-40B4-BE49-F238E27FC236}">
                    <a16:creationId xmlns:a16="http://schemas.microsoft.com/office/drawing/2014/main" id="{918767C2-D0C5-4E0B-B709-BA5CD76BE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2610"/>
                <a:ext cx="209" cy="82"/>
              </a:xfrm>
              <a:custGeom>
                <a:avLst/>
                <a:gdLst>
                  <a:gd name="T0" fmla="*/ 222 w 205"/>
                  <a:gd name="T1" fmla="*/ 73 h 80"/>
                  <a:gd name="T2" fmla="*/ 228 w 205"/>
                  <a:gd name="T3" fmla="*/ 84 h 80"/>
                  <a:gd name="T4" fmla="*/ 228 w 205"/>
                  <a:gd name="T5" fmla="*/ 84 h 80"/>
                  <a:gd name="T6" fmla="*/ 217 w 205"/>
                  <a:gd name="T7" fmla="*/ 90 h 80"/>
                  <a:gd name="T8" fmla="*/ 6 w 205"/>
                  <a:gd name="T9" fmla="*/ 35 h 80"/>
                  <a:gd name="T10" fmla="*/ 2 w 205"/>
                  <a:gd name="T11" fmla="*/ 13 h 80"/>
                  <a:gd name="T12" fmla="*/ 2 w 205"/>
                  <a:gd name="T13" fmla="*/ 13 h 80"/>
                  <a:gd name="T14" fmla="*/ 14 w 205"/>
                  <a:gd name="T15" fmla="*/ 2 h 80"/>
                  <a:gd name="T16" fmla="*/ 222 w 205"/>
                  <a:gd name="T17" fmla="*/ 73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80">
                    <a:moveTo>
                      <a:pt x="198" y="61"/>
                    </a:moveTo>
                    <a:cubicBezTo>
                      <a:pt x="202" y="63"/>
                      <a:pt x="205" y="68"/>
                      <a:pt x="204" y="72"/>
                    </a:cubicBezTo>
                    <a:cubicBezTo>
                      <a:pt x="204" y="72"/>
                      <a:pt x="204" y="72"/>
                      <a:pt x="204" y="72"/>
                    </a:cubicBezTo>
                    <a:cubicBezTo>
                      <a:pt x="202" y="77"/>
                      <a:pt x="197" y="80"/>
                      <a:pt x="193" y="7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2" y="27"/>
                      <a:pt x="0" y="20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5"/>
                      <a:pt x="9" y="0"/>
                      <a:pt x="14" y="2"/>
                    </a:cubicBezTo>
                    <a:lnTo>
                      <a:pt x="198" y="6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7" name="Freeform 966">
                <a:extLst>
                  <a:ext uri="{FF2B5EF4-FFF2-40B4-BE49-F238E27FC236}">
                    <a16:creationId xmlns:a16="http://schemas.microsoft.com/office/drawing/2014/main" id="{246872C4-EB62-4EAD-A566-7C9A164EE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2636"/>
                <a:ext cx="186" cy="51"/>
              </a:xfrm>
              <a:custGeom>
                <a:avLst/>
                <a:gdLst>
                  <a:gd name="T0" fmla="*/ 0 w 182"/>
                  <a:gd name="T1" fmla="*/ 2 h 50"/>
                  <a:gd name="T2" fmla="*/ 206 w 182"/>
                  <a:gd name="T3" fmla="*/ 56 h 50"/>
                  <a:gd name="T4" fmla="*/ 0 w 182"/>
                  <a:gd name="T5" fmla="*/ 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50">
                    <a:moveTo>
                      <a:pt x="0" y="2"/>
                    </a:moveTo>
                    <a:cubicBezTo>
                      <a:pt x="182" y="50"/>
                      <a:pt x="182" y="50"/>
                      <a:pt x="182" y="50"/>
                    </a:cubicBezTo>
                    <a:cubicBezTo>
                      <a:pt x="182" y="50"/>
                      <a:pt x="53" y="0"/>
                      <a:pt x="0" y="2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8" name="Freeform 967">
                <a:extLst>
                  <a:ext uri="{FF2B5EF4-FFF2-40B4-BE49-F238E27FC236}">
                    <a16:creationId xmlns:a16="http://schemas.microsoft.com/office/drawing/2014/main" id="{8BAAB27B-2F18-4D1D-8B3C-2F8D4475F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613"/>
                <a:ext cx="15" cy="25"/>
              </a:xfrm>
              <a:custGeom>
                <a:avLst/>
                <a:gdLst>
                  <a:gd name="T0" fmla="*/ 0 w 15"/>
                  <a:gd name="T1" fmla="*/ 28 h 24"/>
                  <a:gd name="T2" fmla="*/ 6 w 15"/>
                  <a:gd name="T3" fmla="*/ 0 h 24"/>
                  <a:gd name="T4" fmla="*/ 12 w 15"/>
                  <a:gd name="T5" fmla="*/ 21 h 24"/>
                  <a:gd name="T6" fmla="*/ 1 w 15"/>
                  <a:gd name="T7" fmla="*/ 29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4">
                    <a:moveTo>
                      <a:pt x="0" y="22"/>
                    </a:moveTo>
                    <a:cubicBezTo>
                      <a:pt x="11" y="23"/>
                      <a:pt x="8" y="6"/>
                      <a:pt x="6" y="0"/>
                    </a:cubicBezTo>
                    <a:cubicBezTo>
                      <a:pt x="11" y="4"/>
                      <a:pt x="15" y="7"/>
                      <a:pt x="12" y="15"/>
                    </a:cubicBezTo>
                    <a:cubicBezTo>
                      <a:pt x="10" y="19"/>
                      <a:pt x="6" y="24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9" name="Freeform 968">
                <a:extLst>
                  <a:ext uri="{FF2B5EF4-FFF2-40B4-BE49-F238E27FC236}">
                    <a16:creationId xmlns:a16="http://schemas.microsoft.com/office/drawing/2014/main" id="{28F031E9-4955-4282-8879-D5D873066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2616"/>
                <a:ext cx="181" cy="57"/>
              </a:xfrm>
              <a:custGeom>
                <a:avLst/>
                <a:gdLst>
                  <a:gd name="T0" fmla="*/ 0 w 177"/>
                  <a:gd name="T1" fmla="*/ 0 h 55"/>
                  <a:gd name="T2" fmla="*/ 201 w 177"/>
                  <a:gd name="T3" fmla="*/ 67 h 55"/>
                  <a:gd name="T4" fmla="*/ 0 w 177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55">
                    <a:moveTo>
                      <a:pt x="0" y="0"/>
                    </a:moveTo>
                    <a:cubicBezTo>
                      <a:pt x="177" y="55"/>
                      <a:pt x="177" y="55"/>
                      <a:pt x="177" y="55"/>
                    </a:cubicBezTo>
                    <a:cubicBezTo>
                      <a:pt x="177" y="55"/>
                      <a:pt x="6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0" name="Freeform 969">
                <a:extLst>
                  <a:ext uri="{FF2B5EF4-FFF2-40B4-BE49-F238E27FC236}">
                    <a16:creationId xmlns:a16="http://schemas.microsoft.com/office/drawing/2014/main" id="{C3EC4CF5-48E2-41B9-9D3B-5FBAB561B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611"/>
                <a:ext cx="210" cy="81"/>
              </a:xfrm>
              <a:custGeom>
                <a:avLst/>
                <a:gdLst>
                  <a:gd name="T0" fmla="*/ 222 w 206"/>
                  <a:gd name="T1" fmla="*/ 73 h 79"/>
                  <a:gd name="T2" fmla="*/ 228 w 206"/>
                  <a:gd name="T3" fmla="*/ 84 h 79"/>
                  <a:gd name="T4" fmla="*/ 228 w 206"/>
                  <a:gd name="T5" fmla="*/ 84 h 79"/>
                  <a:gd name="T6" fmla="*/ 217 w 206"/>
                  <a:gd name="T7" fmla="*/ 90 h 79"/>
                  <a:gd name="T8" fmla="*/ 7 w 206"/>
                  <a:gd name="T9" fmla="*/ 34 h 79"/>
                  <a:gd name="T10" fmla="*/ 2 w 206"/>
                  <a:gd name="T11" fmla="*/ 12 h 79"/>
                  <a:gd name="T12" fmla="*/ 2 w 206"/>
                  <a:gd name="T13" fmla="*/ 12 h 79"/>
                  <a:gd name="T14" fmla="*/ 15 w 206"/>
                  <a:gd name="T15" fmla="*/ 1 h 79"/>
                  <a:gd name="T16" fmla="*/ 222 w 206"/>
                  <a:gd name="T17" fmla="*/ 73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9">
                    <a:moveTo>
                      <a:pt x="198" y="61"/>
                    </a:moveTo>
                    <a:cubicBezTo>
                      <a:pt x="203" y="62"/>
                      <a:pt x="206" y="67"/>
                      <a:pt x="204" y="72"/>
                    </a:cubicBezTo>
                    <a:cubicBezTo>
                      <a:pt x="204" y="72"/>
                      <a:pt x="204" y="72"/>
                      <a:pt x="204" y="72"/>
                    </a:cubicBezTo>
                    <a:cubicBezTo>
                      <a:pt x="203" y="76"/>
                      <a:pt x="198" y="79"/>
                      <a:pt x="193" y="7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2" y="27"/>
                      <a:pt x="0" y="1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5" y="5"/>
                      <a:pt x="10" y="0"/>
                      <a:pt x="15" y="1"/>
                    </a:cubicBezTo>
                    <a:lnTo>
                      <a:pt x="198" y="6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1" name="Freeform 970">
                <a:extLst>
                  <a:ext uri="{FF2B5EF4-FFF2-40B4-BE49-F238E27FC236}">
                    <a16:creationId xmlns:a16="http://schemas.microsoft.com/office/drawing/2014/main" id="{9D610371-2B46-44B2-8865-44056BA91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2825"/>
                <a:ext cx="215" cy="30"/>
              </a:xfrm>
              <a:custGeom>
                <a:avLst/>
                <a:gdLst>
                  <a:gd name="T0" fmla="*/ 232 w 210"/>
                  <a:gd name="T1" fmla="*/ 11 h 29"/>
                  <a:gd name="T2" fmla="*/ 241 w 210"/>
                  <a:gd name="T3" fmla="*/ 26 h 29"/>
                  <a:gd name="T4" fmla="*/ 241 w 210"/>
                  <a:gd name="T5" fmla="*/ 26 h 29"/>
                  <a:gd name="T6" fmla="*/ 231 w 210"/>
                  <a:gd name="T7" fmla="*/ 35 h 29"/>
                  <a:gd name="T8" fmla="*/ 8 w 210"/>
                  <a:gd name="T9" fmla="*/ 35 h 29"/>
                  <a:gd name="T10" fmla="*/ 0 w 210"/>
                  <a:gd name="T11" fmla="*/ 14 h 29"/>
                  <a:gd name="T12" fmla="*/ 0 w 210"/>
                  <a:gd name="T13" fmla="*/ 14 h 29"/>
                  <a:gd name="T14" fmla="*/ 9 w 210"/>
                  <a:gd name="T15" fmla="*/ 0 h 29"/>
                  <a:gd name="T16" fmla="*/ 232 w 210"/>
                  <a:gd name="T17" fmla="*/ 1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9">
                    <a:moveTo>
                      <a:pt x="202" y="11"/>
                    </a:moveTo>
                    <a:cubicBezTo>
                      <a:pt x="206" y="11"/>
                      <a:pt x="210" y="15"/>
                      <a:pt x="210" y="20"/>
                    </a:cubicBezTo>
                    <a:cubicBezTo>
                      <a:pt x="210" y="20"/>
                      <a:pt x="210" y="20"/>
                      <a:pt x="210" y="20"/>
                    </a:cubicBezTo>
                    <a:cubicBezTo>
                      <a:pt x="210" y="25"/>
                      <a:pt x="206" y="29"/>
                      <a:pt x="201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3" y="28"/>
                      <a:pt x="0" y="2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4" y="0"/>
                      <a:pt x="9" y="0"/>
                    </a:cubicBezTo>
                    <a:lnTo>
                      <a:pt x="202" y="1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2" name="Freeform 971">
                <a:extLst>
                  <a:ext uri="{FF2B5EF4-FFF2-40B4-BE49-F238E27FC236}">
                    <a16:creationId xmlns:a16="http://schemas.microsoft.com/office/drawing/2014/main" id="{BDE4999A-EC71-4604-9302-A171A5A98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2835"/>
                <a:ext cx="193" cy="17"/>
              </a:xfrm>
              <a:custGeom>
                <a:avLst/>
                <a:gdLst>
                  <a:gd name="T0" fmla="*/ 0 w 188"/>
                  <a:gd name="T1" fmla="*/ 22 h 16"/>
                  <a:gd name="T2" fmla="*/ 220 w 188"/>
                  <a:gd name="T3" fmla="*/ 21 h 16"/>
                  <a:gd name="T4" fmla="*/ 0 w 188"/>
                  <a:gd name="T5" fmla="*/ 2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16">
                    <a:moveTo>
                      <a:pt x="0" y="16"/>
                    </a:moveTo>
                    <a:cubicBezTo>
                      <a:pt x="188" y="15"/>
                      <a:pt x="188" y="15"/>
                      <a:pt x="188" y="15"/>
                    </a:cubicBezTo>
                    <a:cubicBezTo>
                      <a:pt x="188" y="15"/>
                      <a:pt x="51" y="0"/>
                      <a:pt x="0" y="1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3" name="Freeform 972">
                <a:extLst>
                  <a:ext uri="{FF2B5EF4-FFF2-40B4-BE49-F238E27FC236}">
                    <a16:creationId xmlns:a16="http://schemas.microsoft.com/office/drawing/2014/main" id="{23A16539-F4A0-4C50-8D58-A73D71F38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2828"/>
                <a:ext cx="11" cy="24"/>
              </a:xfrm>
              <a:custGeom>
                <a:avLst/>
                <a:gdLst>
                  <a:gd name="T0" fmla="*/ 0 w 11"/>
                  <a:gd name="T1" fmla="*/ 28 h 23"/>
                  <a:gd name="T2" fmla="*/ 0 w 11"/>
                  <a:gd name="T3" fmla="*/ 0 h 23"/>
                  <a:gd name="T4" fmla="*/ 10 w 11"/>
                  <a:gd name="T5" fmla="*/ 18 h 23"/>
                  <a:gd name="T6" fmla="*/ 1 w 11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0" y="22"/>
                    </a:moveTo>
                    <a:cubicBezTo>
                      <a:pt x="11" y="21"/>
                      <a:pt x="4" y="5"/>
                      <a:pt x="0" y="0"/>
                    </a:cubicBezTo>
                    <a:cubicBezTo>
                      <a:pt x="7" y="2"/>
                      <a:pt x="10" y="5"/>
                      <a:pt x="10" y="12"/>
                    </a:cubicBezTo>
                    <a:cubicBezTo>
                      <a:pt x="9" y="17"/>
                      <a:pt x="6" y="22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4" name="Freeform 973">
                <a:extLst>
                  <a:ext uri="{FF2B5EF4-FFF2-40B4-BE49-F238E27FC236}">
                    <a16:creationId xmlns:a16="http://schemas.microsoft.com/office/drawing/2014/main" id="{A3A33FF4-2E76-41E4-9847-60F0542BA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2827"/>
                <a:ext cx="190" cy="9"/>
              </a:xfrm>
              <a:custGeom>
                <a:avLst/>
                <a:gdLst>
                  <a:gd name="T0" fmla="*/ 0 w 185"/>
                  <a:gd name="T1" fmla="*/ 0 h 9"/>
                  <a:gd name="T2" fmla="*/ 217 w 185"/>
                  <a:gd name="T3" fmla="*/ 9 h 9"/>
                  <a:gd name="T4" fmla="*/ 0 w 18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9">
                    <a:moveTo>
                      <a:pt x="0" y="0"/>
                    </a:moveTo>
                    <a:cubicBezTo>
                      <a:pt x="185" y="9"/>
                      <a:pt x="185" y="9"/>
                      <a:pt x="185" y="9"/>
                    </a:cubicBezTo>
                    <a:cubicBezTo>
                      <a:pt x="185" y="9"/>
                      <a:pt x="8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5" name="Freeform 974">
                <a:extLst>
                  <a:ext uri="{FF2B5EF4-FFF2-40B4-BE49-F238E27FC236}">
                    <a16:creationId xmlns:a16="http://schemas.microsoft.com/office/drawing/2014/main" id="{AAC21FFA-3FBC-4A24-B684-B301F2F1D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2826"/>
                <a:ext cx="216" cy="29"/>
              </a:xfrm>
              <a:custGeom>
                <a:avLst/>
                <a:gdLst>
                  <a:gd name="T0" fmla="*/ 232 w 211"/>
                  <a:gd name="T1" fmla="*/ 10 h 28"/>
                  <a:gd name="T2" fmla="*/ 242 w 211"/>
                  <a:gd name="T3" fmla="*/ 25 h 28"/>
                  <a:gd name="T4" fmla="*/ 242 w 211"/>
                  <a:gd name="T5" fmla="*/ 25 h 28"/>
                  <a:gd name="T6" fmla="*/ 232 w 211"/>
                  <a:gd name="T7" fmla="*/ 34 h 28"/>
                  <a:gd name="T8" fmla="*/ 9 w 211"/>
                  <a:gd name="T9" fmla="*/ 34 h 28"/>
                  <a:gd name="T10" fmla="*/ 0 w 211"/>
                  <a:gd name="T11" fmla="*/ 20 h 28"/>
                  <a:gd name="T12" fmla="*/ 0 w 211"/>
                  <a:gd name="T13" fmla="*/ 20 h 28"/>
                  <a:gd name="T14" fmla="*/ 10 w 211"/>
                  <a:gd name="T15" fmla="*/ 0 h 28"/>
                  <a:gd name="T16" fmla="*/ 232 w 211"/>
                  <a:gd name="T17" fmla="*/ 1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8">
                    <a:moveTo>
                      <a:pt x="202" y="10"/>
                    </a:moveTo>
                    <a:cubicBezTo>
                      <a:pt x="207" y="10"/>
                      <a:pt x="211" y="14"/>
                      <a:pt x="211" y="19"/>
                    </a:cubicBezTo>
                    <a:cubicBezTo>
                      <a:pt x="211" y="19"/>
                      <a:pt x="211" y="19"/>
                      <a:pt x="211" y="19"/>
                    </a:cubicBezTo>
                    <a:cubicBezTo>
                      <a:pt x="211" y="24"/>
                      <a:pt x="207" y="28"/>
                      <a:pt x="202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4" y="28"/>
                      <a:pt x="0" y="2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6"/>
                      <a:pt x="5" y="0"/>
                      <a:pt x="10" y="0"/>
                    </a:cubicBezTo>
                    <a:lnTo>
                      <a:pt x="202" y="1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6" name="Freeform 975">
                <a:extLst>
                  <a:ext uri="{FF2B5EF4-FFF2-40B4-BE49-F238E27FC236}">
                    <a16:creationId xmlns:a16="http://schemas.microsoft.com/office/drawing/2014/main" id="{269F5FFE-6764-4A79-8BDD-2EDBAC3A3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3041"/>
                <a:ext cx="211" cy="75"/>
              </a:xfrm>
              <a:custGeom>
                <a:avLst/>
                <a:gdLst>
                  <a:gd name="T0" fmla="*/ 224 w 206"/>
                  <a:gd name="T1" fmla="*/ 1 h 74"/>
                  <a:gd name="T2" fmla="*/ 236 w 206"/>
                  <a:gd name="T3" fmla="*/ 7 h 74"/>
                  <a:gd name="T4" fmla="*/ 236 w 206"/>
                  <a:gd name="T5" fmla="*/ 7 h 74"/>
                  <a:gd name="T6" fmla="*/ 229 w 206"/>
                  <a:gd name="T7" fmla="*/ 18 h 74"/>
                  <a:gd name="T8" fmla="*/ 14 w 206"/>
                  <a:gd name="T9" fmla="*/ 79 h 74"/>
                  <a:gd name="T10" fmla="*/ 2 w 206"/>
                  <a:gd name="T11" fmla="*/ 68 h 74"/>
                  <a:gd name="T12" fmla="*/ 2 w 206"/>
                  <a:gd name="T13" fmla="*/ 68 h 74"/>
                  <a:gd name="T14" fmla="*/ 7 w 206"/>
                  <a:gd name="T15" fmla="*/ 52 h 74"/>
                  <a:gd name="T16" fmla="*/ 224 w 206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4">
                    <a:moveTo>
                      <a:pt x="194" y="1"/>
                    </a:moveTo>
                    <a:cubicBezTo>
                      <a:pt x="199" y="0"/>
                      <a:pt x="204" y="2"/>
                      <a:pt x="205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6" y="12"/>
                      <a:pt x="204" y="17"/>
                      <a:pt x="199" y="18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9" y="74"/>
                      <a:pt x="4" y="69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4"/>
                      <a:pt x="2" y="47"/>
                      <a:pt x="7" y="46"/>
                    </a:cubicBezTo>
                    <a:lnTo>
                      <a:pt x="194" y="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7" name="Freeform 976">
                <a:extLst>
                  <a:ext uri="{FF2B5EF4-FFF2-40B4-BE49-F238E27FC236}">
                    <a16:creationId xmlns:a16="http://schemas.microsoft.com/office/drawing/2014/main" id="{CB9CF21F-1E7F-4089-8F64-18D706732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3056"/>
                <a:ext cx="184" cy="55"/>
              </a:xfrm>
              <a:custGeom>
                <a:avLst/>
                <a:gdLst>
                  <a:gd name="T0" fmla="*/ 0 w 180"/>
                  <a:gd name="T1" fmla="*/ 60 h 54"/>
                  <a:gd name="T2" fmla="*/ 204 w 180"/>
                  <a:gd name="T3" fmla="*/ 0 h 54"/>
                  <a:gd name="T4" fmla="*/ 0 w 180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4">
                    <a:moveTo>
                      <a:pt x="0" y="54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44" y="24"/>
                      <a:pt x="0" y="5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8" name="Freeform 977">
                <a:extLst>
                  <a:ext uri="{FF2B5EF4-FFF2-40B4-BE49-F238E27FC236}">
                    <a16:creationId xmlns:a16="http://schemas.microsoft.com/office/drawing/2014/main" id="{837325D4-4964-4D78-86C2-69BAA1D19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" y="3091"/>
                <a:ext cx="16" cy="22"/>
              </a:xfrm>
              <a:custGeom>
                <a:avLst/>
                <a:gdLst>
                  <a:gd name="T0" fmla="*/ 6 w 16"/>
                  <a:gd name="T1" fmla="*/ 22 h 22"/>
                  <a:gd name="T2" fmla="*/ 0 w 16"/>
                  <a:gd name="T3" fmla="*/ 0 h 22"/>
                  <a:gd name="T4" fmla="*/ 13 w 16"/>
                  <a:gd name="T5" fmla="*/ 9 h 22"/>
                  <a:gd name="T6" fmla="*/ 7 w 16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6" y="22"/>
                    </a:moveTo>
                    <a:cubicBezTo>
                      <a:pt x="16" y="17"/>
                      <a:pt x="5" y="4"/>
                      <a:pt x="0" y="0"/>
                    </a:cubicBezTo>
                    <a:cubicBezTo>
                      <a:pt x="7" y="1"/>
                      <a:pt x="11" y="2"/>
                      <a:pt x="13" y="9"/>
                    </a:cubicBezTo>
                    <a:cubicBezTo>
                      <a:pt x="13" y="14"/>
                      <a:pt x="12" y="20"/>
                      <a:pt x="7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9" name="Freeform 978">
                <a:extLst>
                  <a:ext uri="{FF2B5EF4-FFF2-40B4-BE49-F238E27FC236}">
                    <a16:creationId xmlns:a16="http://schemas.microsoft.com/office/drawing/2014/main" id="{A0D553F1-99B5-4C68-A30C-3B62D440F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3042"/>
                <a:ext cx="183" cy="48"/>
              </a:xfrm>
              <a:custGeom>
                <a:avLst/>
                <a:gdLst>
                  <a:gd name="T0" fmla="*/ 0 w 179"/>
                  <a:gd name="T1" fmla="*/ 50 h 47"/>
                  <a:gd name="T2" fmla="*/ 203 w 179"/>
                  <a:gd name="T3" fmla="*/ 0 h 47"/>
                  <a:gd name="T4" fmla="*/ 0 w 179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47">
                    <a:moveTo>
                      <a:pt x="0" y="44"/>
                    </a:moveTo>
                    <a:cubicBezTo>
                      <a:pt x="179" y="0"/>
                      <a:pt x="179" y="0"/>
                      <a:pt x="179" y="0"/>
                    </a:cubicBezTo>
                    <a:cubicBezTo>
                      <a:pt x="179" y="0"/>
                      <a:pt x="9" y="47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0" name="Freeform 979">
                <a:extLst>
                  <a:ext uri="{FF2B5EF4-FFF2-40B4-BE49-F238E27FC236}">
                    <a16:creationId xmlns:a16="http://schemas.microsoft.com/office/drawing/2014/main" id="{DA0BD684-E838-4905-BB11-0CCD19D68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3041"/>
                <a:ext cx="211" cy="76"/>
              </a:xfrm>
              <a:custGeom>
                <a:avLst/>
                <a:gdLst>
                  <a:gd name="T0" fmla="*/ 224 w 206"/>
                  <a:gd name="T1" fmla="*/ 1 h 75"/>
                  <a:gd name="T2" fmla="*/ 236 w 206"/>
                  <a:gd name="T3" fmla="*/ 8 h 75"/>
                  <a:gd name="T4" fmla="*/ 236 w 206"/>
                  <a:gd name="T5" fmla="*/ 8 h 75"/>
                  <a:gd name="T6" fmla="*/ 229 w 206"/>
                  <a:gd name="T7" fmla="*/ 18 h 75"/>
                  <a:gd name="T8" fmla="*/ 14 w 206"/>
                  <a:gd name="T9" fmla="*/ 79 h 75"/>
                  <a:gd name="T10" fmla="*/ 2 w 206"/>
                  <a:gd name="T11" fmla="*/ 68 h 75"/>
                  <a:gd name="T12" fmla="*/ 2 w 206"/>
                  <a:gd name="T13" fmla="*/ 68 h 75"/>
                  <a:gd name="T14" fmla="*/ 7 w 206"/>
                  <a:gd name="T15" fmla="*/ 52 h 75"/>
                  <a:gd name="T16" fmla="*/ 224 w 206"/>
                  <a:gd name="T17" fmla="*/ 1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5">
                    <a:moveTo>
                      <a:pt x="194" y="1"/>
                    </a:moveTo>
                    <a:cubicBezTo>
                      <a:pt x="199" y="0"/>
                      <a:pt x="204" y="3"/>
                      <a:pt x="205" y="8"/>
                    </a:cubicBezTo>
                    <a:cubicBezTo>
                      <a:pt x="205" y="8"/>
                      <a:pt x="205" y="8"/>
                      <a:pt x="205" y="8"/>
                    </a:cubicBezTo>
                    <a:cubicBezTo>
                      <a:pt x="206" y="12"/>
                      <a:pt x="204" y="17"/>
                      <a:pt x="199" y="18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9" y="75"/>
                      <a:pt x="4" y="69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4"/>
                      <a:pt x="2" y="47"/>
                      <a:pt x="7" y="46"/>
                    </a:cubicBezTo>
                    <a:lnTo>
                      <a:pt x="194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1" name="Freeform 980">
                <a:extLst>
                  <a:ext uri="{FF2B5EF4-FFF2-40B4-BE49-F238E27FC236}">
                    <a16:creationId xmlns:a16="http://schemas.microsoft.com/office/drawing/2014/main" id="{9CFA4CCA-1E71-443C-9674-06EC63330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3264"/>
                <a:ext cx="191" cy="128"/>
              </a:xfrm>
              <a:custGeom>
                <a:avLst/>
                <a:gdLst>
                  <a:gd name="T0" fmla="*/ 201 w 186"/>
                  <a:gd name="T1" fmla="*/ 2 h 125"/>
                  <a:gd name="T2" fmla="*/ 214 w 186"/>
                  <a:gd name="T3" fmla="*/ 5 h 125"/>
                  <a:gd name="T4" fmla="*/ 214 w 186"/>
                  <a:gd name="T5" fmla="*/ 5 h 125"/>
                  <a:gd name="T6" fmla="*/ 211 w 186"/>
                  <a:gd name="T7" fmla="*/ 17 h 125"/>
                  <a:gd name="T8" fmla="*/ 25 w 186"/>
                  <a:gd name="T9" fmla="*/ 141 h 125"/>
                  <a:gd name="T10" fmla="*/ 4 w 186"/>
                  <a:gd name="T11" fmla="*/ 133 h 125"/>
                  <a:gd name="T12" fmla="*/ 4 w 186"/>
                  <a:gd name="T13" fmla="*/ 133 h 125"/>
                  <a:gd name="T14" fmla="*/ 4 w 186"/>
                  <a:gd name="T15" fmla="*/ 114 h 125"/>
                  <a:gd name="T16" fmla="*/ 201 w 186"/>
                  <a:gd name="T17" fmla="*/ 2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5">
                    <a:moveTo>
                      <a:pt x="171" y="2"/>
                    </a:moveTo>
                    <a:cubicBezTo>
                      <a:pt x="175" y="0"/>
                      <a:pt x="180" y="1"/>
                      <a:pt x="183" y="5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6" y="9"/>
                      <a:pt x="184" y="15"/>
                      <a:pt x="180" y="17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4" y="125"/>
                      <a:pt x="8" y="122"/>
                      <a:pt x="4" y="115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0" y="109"/>
                      <a:pt x="0" y="101"/>
                      <a:pt x="4" y="99"/>
                    </a:cubicBezTo>
                    <a:lnTo>
                      <a:pt x="171" y="2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2" name="Freeform 981">
                <a:extLst>
                  <a:ext uri="{FF2B5EF4-FFF2-40B4-BE49-F238E27FC236}">
                    <a16:creationId xmlns:a16="http://schemas.microsoft.com/office/drawing/2014/main" id="{B8AADDC1-66DD-462F-85EF-00FAA683F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3279"/>
                <a:ext cx="160" cy="105"/>
              </a:xfrm>
              <a:custGeom>
                <a:avLst/>
                <a:gdLst>
                  <a:gd name="T0" fmla="*/ 0 w 157"/>
                  <a:gd name="T1" fmla="*/ 115 h 103"/>
                  <a:gd name="T2" fmla="*/ 175 w 157"/>
                  <a:gd name="T3" fmla="*/ 0 h 103"/>
                  <a:gd name="T4" fmla="*/ 0 w 157"/>
                  <a:gd name="T5" fmla="*/ 115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103">
                    <a:moveTo>
                      <a:pt x="0" y="103"/>
                    </a:moveTo>
                    <a:cubicBezTo>
                      <a:pt x="157" y="0"/>
                      <a:pt x="157" y="0"/>
                      <a:pt x="157" y="0"/>
                    </a:cubicBezTo>
                    <a:cubicBezTo>
                      <a:pt x="157" y="0"/>
                      <a:pt x="33" y="62"/>
                      <a:pt x="0" y="103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3" name="Freeform 982">
                <a:extLst>
                  <a:ext uri="{FF2B5EF4-FFF2-40B4-BE49-F238E27FC236}">
                    <a16:creationId xmlns:a16="http://schemas.microsoft.com/office/drawing/2014/main" id="{83CA6093-152A-49F7-9C10-F3B747DB6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3367"/>
                <a:ext cx="22" cy="21"/>
              </a:xfrm>
              <a:custGeom>
                <a:avLst/>
                <a:gdLst>
                  <a:gd name="T0" fmla="*/ 18 w 21"/>
                  <a:gd name="T1" fmla="*/ 21 h 21"/>
                  <a:gd name="T2" fmla="*/ 0 w 21"/>
                  <a:gd name="T3" fmla="*/ 2 h 21"/>
                  <a:gd name="T4" fmla="*/ 21 w 21"/>
                  <a:gd name="T5" fmla="*/ 7 h 21"/>
                  <a:gd name="T6" fmla="*/ 19 w 21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2" y="21"/>
                    </a:moveTo>
                    <a:cubicBezTo>
                      <a:pt x="21" y="14"/>
                      <a:pt x="6" y="4"/>
                      <a:pt x="0" y="2"/>
                    </a:cubicBezTo>
                    <a:cubicBezTo>
                      <a:pt x="7" y="0"/>
                      <a:pt x="11" y="0"/>
                      <a:pt x="15" y="7"/>
                    </a:cubicBezTo>
                    <a:cubicBezTo>
                      <a:pt x="17" y="12"/>
                      <a:pt x="18" y="17"/>
                      <a:pt x="13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4" name="Freeform 983">
                <a:extLst>
                  <a:ext uri="{FF2B5EF4-FFF2-40B4-BE49-F238E27FC236}">
                    <a16:creationId xmlns:a16="http://schemas.microsoft.com/office/drawing/2014/main" id="{60367255-0BF5-420C-85DE-FA3E39E67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3266"/>
                <a:ext cx="163" cy="96"/>
              </a:xfrm>
              <a:custGeom>
                <a:avLst/>
                <a:gdLst>
                  <a:gd name="T0" fmla="*/ 0 w 160"/>
                  <a:gd name="T1" fmla="*/ 106 h 94"/>
                  <a:gd name="T2" fmla="*/ 178 w 160"/>
                  <a:gd name="T3" fmla="*/ 0 h 94"/>
                  <a:gd name="T4" fmla="*/ 0 w 160"/>
                  <a:gd name="T5" fmla="*/ 106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94">
                    <a:moveTo>
                      <a:pt x="0" y="94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0" y="94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5" name="Freeform 984">
                <a:extLst>
                  <a:ext uri="{FF2B5EF4-FFF2-40B4-BE49-F238E27FC236}">
                    <a16:creationId xmlns:a16="http://schemas.microsoft.com/office/drawing/2014/main" id="{C77688EE-2858-406B-94AC-44F7B19F7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3264"/>
                <a:ext cx="189" cy="129"/>
              </a:xfrm>
              <a:custGeom>
                <a:avLst/>
                <a:gdLst>
                  <a:gd name="T0" fmla="*/ 195 w 185"/>
                  <a:gd name="T1" fmla="*/ 3 h 126"/>
                  <a:gd name="T2" fmla="*/ 207 w 185"/>
                  <a:gd name="T3" fmla="*/ 5 h 126"/>
                  <a:gd name="T4" fmla="*/ 207 w 185"/>
                  <a:gd name="T5" fmla="*/ 5 h 126"/>
                  <a:gd name="T6" fmla="*/ 204 w 185"/>
                  <a:gd name="T7" fmla="*/ 18 h 126"/>
                  <a:gd name="T8" fmla="*/ 19 w 185"/>
                  <a:gd name="T9" fmla="*/ 141 h 126"/>
                  <a:gd name="T10" fmla="*/ 4 w 185"/>
                  <a:gd name="T11" fmla="*/ 134 h 126"/>
                  <a:gd name="T12" fmla="*/ 4 w 185"/>
                  <a:gd name="T13" fmla="*/ 134 h 126"/>
                  <a:gd name="T14" fmla="*/ 4 w 185"/>
                  <a:gd name="T15" fmla="*/ 113 h 126"/>
                  <a:gd name="T16" fmla="*/ 195 w 185"/>
                  <a:gd name="T17" fmla="*/ 3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5" h="126">
                    <a:moveTo>
                      <a:pt x="171" y="3"/>
                    </a:moveTo>
                    <a:cubicBezTo>
                      <a:pt x="175" y="0"/>
                      <a:pt x="180" y="1"/>
                      <a:pt x="183" y="5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5" y="10"/>
                      <a:pt x="184" y="15"/>
                      <a:pt x="180" y="18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4" y="126"/>
                      <a:pt x="8" y="122"/>
                      <a:pt x="4" y="116"/>
                    </a:cubicBezTo>
                    <a:cubicBezTo>
                      <a:pt x="4" y="116"/>
                      <a:pt x="4" y="116"/>
                      <a:pt x="4" y="116"/>
                    </a:cubicBezTo>
                    <a:cubicBezTo>
                      <a:pt x="0" y="109"/>
                      <a:pt x="0" y="102"/>
                      <a:pt x="4" y="99"/>
                    </a:cubicBezTo>
                    <a:lnTo>
                      <a:pt x="171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6" name="Freeform 985">
                <a:extLst>
                  <a:ext uri="{FF2B5EF4-FFF2-40B4-BE49-F238E27FC236}">
                    <a16:creationId xmlns:a16="http://schemas.microsoft.com/office/drawing/2014/main" id="{01B23DB3-67F9-41C9-BDEB-B2F6AFD14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400"/>
                <a:ext cx="172" cy="153"/>
              </a:xfrm>
              <a:custGeom>
                <a:avLst/>
                <a:gdLst>
                  <a:gd name="T0" fmla="*/ 172 w 169"/>
                  <a:gd name="T1" fmla="*/ 4 h 150"/>
                  <a:gd name="T2" fmla="*/ 184 w 169"/>
                  <a:gd name="T3" fmla="*/ 5 h 150"/>
                  <a:gd name="T4" fmla="*/ 184 w 169"/>
                  <a:gd name="T5" fmla="*/ 5 h 150"/>
                  <a:gd name="T6" fmla="*/ 183 w 169"/>
                  <a:gd name="T7" fmla="*/ 17 h 150"/>
                  <a:gd name="T8" fmla="*/ 22 w 169"/>
                  <a:gd name="T9" fmla="*/ 164 h 150"/>
                  <a:gd name="T10" fmla="*/ 6 w 169"/>
                  <a:gd name="T11" fmla="*/ 159 h 150"/>
                  <a:gd name="T12" fmla="*/ 6 w 169"/>
                  <a:gd name="T13" fmla="*/ 159 h 150"/>
                  <a:gd name="T14" fmla="*/ 4 w 169"/>
                  <a:gd name="T15" fmla="*/ 143 h 150"/>
                  <a:gd name="T16" fmla="*/ 172 w 169"/>
                  <a:gd name="T17" fmla="*/ 4 h 1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50">
                    <a:moveTo>
                      <a:pt x="154" y="4"/>
                    </a:moveTo>
                    <a:cubicBezTo>
                      <a:pt x="157" y="0"/>
                      <a:pt x="163" y="1"/>
                      <a:pt x="166" y="5"/>
                    </a:cubicBezTo>
                    <a:cubicBezTo>
                      <a:pt x="166" y="5"/>
                      <a:pt x="166" y="5"/>
                      <a:pt x="166" y="5"/>
                    </a:cubicBezTo>
                    <a:cubicBezTo>
                      <a:pt x="169" y="8"/>
                      <a:pt x="169" y="14"/>
                      <a:pt x="165" y="17"/>
                    </a:cubicBezTo>
                    <a:cubicBezTo>
                      <a:pt x="22" y="146"/>
                      <a:pt x="22" y="146"/>
                      <a:pt x="22" y="146"/>
                    </a:cubicBezTo>
                    <a:cubicBezTo>
                      <a:pt x="18" y="150"/>
                      <a:pt x="11" y="147"/>
                      <a:pt x="6" y="141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" y="136"/>
                      <a:pt x="0" y="128"/>
                      <a:pt x="4" y="125"/>
                    </a:cubicBezTo>
                    <a:lnTo>
                      <a:pt x="154" y="4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7" name="Freeform 986">
                <a:extLst>
                  <a:ext uri="{FF2B5EF4-FFF2-40B4-BE49-F238E27FC236}">
                    <a16:creationId xmlns:a16="http://schemas.microsoft.com/office/drawing/2014/main" id="{4F8446F7-AC91-4574-92DD-462AD523F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3415"/>
                <a:ext cx="142" cy="130"/>
              </a:xfrm>
              <a:custGeom>
                <a:avLst/>
                <a:gdLst>
                  <a:gd name="T0" fmla="*/ 0 w 139"/>
                  <a:gd name="T1" fmla="*/ 145 h 127"/>
                  <a:gd name="T2" fmla="*/ 157 w 139"/>
                  <a:gd name="T3" fmla="*/ 0 h 127"/>
                  <a:gd name="T4" fmla="*/ 0 w 139"/>
                  <a:gd name="T5" fmla="*/ 145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7">
                    <a:moveTo>
                      <a:pt x="0" y="127"/>
                    </a:move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27" y="81"/>
                      <a:pt x="0" y="127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8" name="Freeform 987">
                <a:extLst>
                  <a:ext uri="{FF2B5EF4-FFF2-40B4-BE49-F238E27FC236}">
                    <a16:creationId xmlns:a16="http://schemas.microsoft.com/office/drawing/2014/main" id="{EE9FA420-5E01-42C0-8F17-AB0240B57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3529"/>
                <a:ext cx="22" cy="20"/>
              </a:xfrm>
              <a:custGeom>
                <a:avLst/>
                <a:gdLst>
                  <a:gd name="T0" fmla="*/ 14 w 22"/>
                  <a:gd name="T1" fmla="*/ 20 h 20"/>
                  <a:gd name="T2" fmla="*/ 0 w 22"/>
                  <a:gd name="T3" fmla="*/ 3 h 20"/>
                  <a:gd name="T4" fmla="*/ 15 w 22"/>
                  <a:gd name="T5" fmla="*/ 6 h 20"/>
                  <a:gd name="T6" fmla="*/ 16 w 22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14" y="20"/>
                    </a:moveTo>
                    <a:cubicBezTo>
                      <a:pt x="22" y="12"/>
                      <a:pt x="6" y="4"/>
                      <a:pt x="0" y="3"/>
                    </a:cubicBezTo>
                    <a:cubicBezTo>
                      <a:pt x="6" y="1"/>
                      <a:pt x="10" y="0"/>
                      <a:pt x="15" y="6"/>
                    </a:cubicBezTo>
                    <a:cubicBezTo>
                      <a:pt x="18" y="10"/>
                      <a:pt x="19" y="16"/>
                      <a:pt x="1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9" name="Freeform 988">
                <a:extLst>
                  <a:ext uri="{FF2B5EF4-FFF2-40B4-BE49-F238E27FC236}">
                    <a16:creationId xmlns:a16="http://schemas.microsoft.com/office/drawing/2014/main" id="{449AFFE9-F26D-4DE2-96F9-D72B414C5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3404"/>
                <a:ext cx="146" cy="119"/>
              </a:xfrm>
              <a:custGeom>
                <a:avLst/>
                <a:gdLst>
                  <a:gd name="T0" fmla="*/ 0 w 143"/>
                  <a:gd name="T1" fmla="*/ 129 h 117"/>
                  <a:gd name="T2" fmla="*/ 161 w 143"/>
                  <a:gd name="T3" fmla="*/ 0 h 117"/>
                  <a:gd name="T4" fmla="*/ 0 w 143"/>
                  <a:gd name="T5" fmla="*/ 129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7">
                    <a:moveTo>
                      <a:pt x="0" y="117"/>
                    </a:move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9" y="116"/>
                      <a:pt x="0" y="1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0" name="Freeform 989">
                <a:extLst>
                  <a:ext uri="{FF2B5EF4-FFF2-40B4-BE49-F238E27FC236}">
                    <a16:creationId xmlns:a16="http://schemas.microsoft.com/office/drawing/2014/main" id="{16DA9113-D816-4241-B206-9321D65EC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401"/>
                <a:ext cx="172" cy="152"/>
              </a:xfrm>
              <a:custGeom>
                <a:avLst/>
                <a:gdLst>
                  <a:gd name="T0" fmla="*/ 172 w 169"/>
                  <a:gd name="T1" fmla="*/ 3 h 149"/>
                  <a:gd name="T2" fmla="*/ 184 w 169"/>
                  <a:gd name="T3" fmla="*/ 4 h 149"/>
                  <a:gd name="T4" fmla="*/ 184 w 169"/>
                  <a:gd name="T5" fmla="*/ 4 h 149"/>
                  <a:gd name="T6" fmla="*/ 183 w 169"/>
                  <a:gd name="T7" fmla="*/ 16 h 149"/>
                  <a:gd name="T8" fmla="*/ 22 w 169"/>
                  <a:gd name="T9" fmla="*/ 164 h 149"/>
                  <a:gd name="T10" fmla="*/ 6 w 169"/>
                  <a:gd name="T11" fmla="*/ 159 h 149"/>
                  <a:gd name="T12" fmla="*/ 6 w 169"/>
                  <a:gd name="T13" fmla="*/ 159 h 149"/>
                  <a:gd name="T14" fmla="*/ 4 w 169"/>
                  <a:gd name="T15" fmla="*/ 141 h 149"/>
                  <a:gd name="T16" fmla="*/ 172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4" y="3"/>
                    </a:moveTo>
                    <a:cubicBezTo>
                      <a:pt x="157" y="0"/>
                      <a:pt x="163" y="0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9" y="8"/>
                      <a:pt x="169" y="13"/>
                      <a:pt x="165" y="16"/>
                    </a:cubicBezTo>
                    <a:cubicBezTo>
                      <a:pt x="22" y="146"/>
                      <a:pt x="22" y="146"/>
                      <a:pt x="22" y="146"/>
                    </a:cubicBezTo>
                    <a:cubicBezTo>
                      <a:pt x="18" y="149"/>
                      <a:pt x="11" y="147"/>
                      <a:pt x="6" y="141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" y="135"/>
                      <a:pt x="0" y="128"/>
                      <a:pt x="4" y="124"/>
                    </a:cubicBezTo>
                    <a:lnTo>
                      <a:pt x="154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1" name="Freeform 990">
                <a:extLst>
                  <a:ext uri="{FF2B5EF4-FFF2-40B4-BE49-F238E27FC236}">
                    <a16:creationId xmlns:a16="http://schemas.microsoft.com/office/drawing/2014/main" id="{D34414C9-4AAB-46FD-B347-D81885FFF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3559"/>
                <a:ext cx="150" cy="174"/>
              </a:xfrm>
              <a:custGeom>
                <a:avLst/>
                <a:gdLst>
                  <a:gd name="T0" fmla="*/ 149 w 147"/>
                  <a:gd name="T1" fmla="*/ 4 h 170"/>
                  <a:gd name="T2" fmla="*/ 161 w 147"/>
                  <a:gd name="T3" fmla="*/ 3 h 170"/>
                  <a:gd name="T4" fmla="*/ 161 w 147"/>
                  <a:gd name="T5" fmla="*/ 3 h 170"/>
                  <a:gd name="T6" fmla="*/ 162 w 147"/>
                  <a:gd name="T7" fmla="*/ 15 h 170"/>
                  <a:gd name="T8" fmla="*/ 24 w 147"/>
                  <a:gd name="T9" fmla="*/ 190 h 170"/>
                  <a:gd name="T10" fmla="*/ 8 w 147"/>
                  <a:gd name="T11" fmla="*/ 188 h 170"/>
                  <a:gd name="T12" fmla="*/ 8 w 147"/>
                  <a:gd name="T13" fmla="*/ 188 h 170"/>
                  <a:gd name="T14" fmla="*/ 3 w 147"/>
                  <a:gd name="T15" fmla="*/ 171 h 170"/>
                  <a:gd name="T16" fmla="*/ 149 w 147"/>
                  <a:gd name="T17" fmla="*/ 4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170">
                    <a:moveTo>
                      <a:pt x="131" y="4"/>
                    </a:moveTo>
                    <a:cubicBezTo>
                      <a:pt x="134" y="0"/>
                      <a:pt x="139" y="0"/>
                      <a:pt x="143" y="3"/>
                    </a:cubicBezTo>
                    <a:cubicBezTo>
                      <a:pt x="143" y="3"/>
                      <a:pt x="143" y="3"/>
                      <a:pt x="143" y="3"/>
                    </a:cubicBezTo>
                    <a:cubicBezTo>
                      <a:pt x="147" y="6"/>
                      <a:pt x="147" y="11"/>
                      <a:pt x="144" y="15"/>
                    </a:cubicBezTo>
                    <a:cubicBezTo>
                      <a:pt x="24" y="166"/>
                      <a:pt x="24" y="166"/>
                      <a:pt x="24" y="166"/>
                    </a:cubicBezTo>
                    <a:cubicBezTo>
                      <a:pt x="21" y="170"/>
                      <a:pt x="14" y="169"/>
                      <a:pt x="8" y="164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2" y="159"/>
                      <a:pt x="0" y="152"/>
                      <a:pt x="3" y="148"/>
                    </a:cubicBezTo>
                    <a:lnTo>
                      <a:pt x="131" y="4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2" name="Freeform 991">
                <a:extLst>
                  <a:ext uri="{FF2B5EF4-FFF2-40B4-BE49-F238E27FC236}">
                    <a16:creationId xmlns:a16="http://schemas.microsoft.com/office/drawing/2014/main" id="{29DF7DE8-227D-453E-959C-4556BBE0E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3574"/>
                <a:ext cx="119" cy="151"/>
              </a:xfrm>
              <a:custGeom>
                <a:avLst/>
                <a:gdLst>
                  <a:gd name="T0" fmla="*/ 0 w 116"/>
                  <a:gd name="T1" fmla="*/ 166 h 148"/>
                  <a:gd name="T2" fmla="*/ 134 w 116"/>
                  <a:gd name="T3" fmla="*/ 0 h 148"/>
                  <a:gd name="T4" fmla="*/ 0 w 116"/>
                  <a:gd name="T5" fmla="*/ 166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148">
                    <a:moveTo>
                      <a:pt x="0" y="148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16" y="0"/>
                      <a:pt x="19" y="98"/>
                      <a:pt x="0" y="148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3" name="Freeform 992">
                <a:extLst>
                  <a:ext uri="{FF2B5EF4-FFF2-40B4-BE49-F238E27FC236}">
                    <a16:creationId xmlns:a16="http://schemas.microsoft.com/office/drawing/2014/main" id="{F5716F1E-6953-48E4-9AE4-088284B8C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711"/>
                <a:ext cx="23" cy="19"/>
              </a:xfrm>
              <a:custGeom>
                <a:avLst/>
                <a:gdLst>
                  <a:gd name="T0" fmla="*/ 17 w 23"/>
                  <a:gd name="T1" fmla="*/ 19 h 19"/>
                  <a:gd name="T2" fmla="*/ 0 w 23"/>
                  <a:gd name="T3" fmla="*/ 5 h 19"/>
                  <a:gd name="T4" fmla="*/ 15 w 23"/>
                  <a:gd name="T5" fmla="*/ 5 h 19"/>
                  <a:gd name="T6" fmla="*/ 18 w 23"/>
                  <a:gd name="T7" fmla="*/ 1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17" y="19"/>
                    </a:moveTo>
                    <a:cubicBezTo>
                      <a:pt x="23" y="10"/>
                      <a:pt x="6" y="5"/>
                      <a:pt x="0" y="5"/>
                    </a:cubicBezTo>
                    <a:cubicBezTo>
                      <a:pt x="5" y="1"/>
                      <a:pt x="10" y="0"/>
                      <a:pt x="15" y="5"/>
                    </a:cubicBezTo>
                    <a:cubicBezTo>
                      <a:pt x="19" y="9"/>
                      <a:pt x="21" y="14"/>
                      <a:pt x="18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4" name="Freeform 993">
                <a:extLst>
                  <a:ext uri="{FF2B5EF4-FFF2-40B4-BE49-F238E27FC236}">
                    <a16:creationId xmlns:a16="http://schemas.microsoft.com/office/drawing/2014/main" id="{AB4A5FC6-4C73-4A1F-8F9D-56F2FBB9D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3563"/>
                <a:ext cx="124" cy="144"/>
              </a:xfrm>
              <a:custGeom>
                <a:avLst/>
                <a:gdLst>
                  <a:gd name="T0" fmla="*/ 0 w 122"/>
                  <a:gd name="T1" fmla="*/ 165 h 140"/>
                  <a:gd name="T2" fmla="*/ 134 w 122"/>
                  <a:gd name="T3" fmla="*/ 0 h 140"/>
                  <a:gd name="T4" fmla="*/ 0 w 122"/>
                  <a:gd name="T5" fmla="*/ 165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40">
                    <a:moveTo>
                      <a:pt x="0" y="140"/>
                    </a:moveTo>
                    <a:cubicBezTo>
                      <a:pt x="122" y="0"/>
                      <a:pt x="122" y="0"/>
                      <a:pt x="122" y="0"/>
                    </a:cubicBezTo>
                    <a:cubicBezTo>
                      <a:pt x="122" y="0"/>
                      <a:pt x="9" y="137"/>
                      <a:pt x="0" y="1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5" name="Freeform 994">
                <a:extLst>
                  <a:ext uri="{FF2B5EF4-FFF2-40B4-BE49-F238E27FC236}">
                    <a16:creationId xmlns:a16="http://schemas.microsoft.com/office/drawing/2014/main" id="{435F1FAA-DC14-468C-A4BC-067B3F512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3559"/>
                <a:ext cx="150" cy="175"/>
              </a:xfrm>
              <a:custGeom>
                <a:avLst/>
                <a:gdLst>
                  <a:gd name="T0" fmla="*/ 149 w 147"/>
                  <a:gd name="T1" fmla="*/ 4 h 171"/>
                  <a:gd name="T2" fmla="*/ 161 w 147"/>
                  <a:gd name="T3" fmla="*/ 3 h 171"/>
                  <a:gd name="T4" fmla="*/ 161 w 147"/>
                  <a:gd name="T5" fmla="*/ 3 h 171"/>
                  <a:gd name="T6" fmla="*/ 162 w 147"/>
                  <a:gd name="T7" fmla="*/ 16 h 171"/>
                  <a:gd name="T8" fmla="*/ 31 w 147"/>
                  <a:gd name="T9" fmla="*/ 191 h 171"/>
                  <a:gd name="T10" fmla="*/ 8 w 147"/>
                  <a:gd name="T11" fmla="*/ 189 h 171"/>
                  <a:gd name="T12" fmla="*/ 8 w 147"/>
                  <a:gd name="T13" fmla="*/ 189 h 171"/>
                  <a:gd name="T14" fmla="*/ 3 w 147"/>
                  <a:gd name="T15" fmla="*/ 172 h 171"/>
                  <a:gd name="T16" fmla="*/ 149 w 147"/>
                  <a:gd name="T17" fmla="*/ 4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171">
                    <a:moveTo>
                      <a:pt x="131" y="4"/>
                    </a:moveTo>
                    <a:cubicBezTo>
                      <a:pt x="134" y="1"/>
                      <a:pt x="139" y="0"/>
                      <a:pt x="143" y="3"/>
                    </a:cubicBezTo>
                    <a:cubicBezTo>
                      <a:pt x="143" y="3"/>
                      <a:pt x="143" y="3"/>
                      <a:pt x="143" y="3"/>
                    </a:cubicBezTo>
                    <a:cubicBezTo>
                      <a:pt x="147" y="6"/>
                      <a:pt x="147" y="12"/>
                      <a:pt x="144" y="16"/>
                    </a:cubicBezTo>
                    <a:cubicBezTo>
                      <a:pt x="25" y="167"/>
                      <a:pt x="25" y="167"/>
                      <a:pt x="25" y="167"/>
                    </a:cubicBezTo>
                    <a:cubicBezTo>
                      <a:pt x="21" y="171"/>
                      <a:pt x="14" y="170"/>
                      <a:pt x="8" y="165"/>
                    </a:cubicBezTo>
                    <a:cubicBezTo>
                      <a:pt x="8" y="165"/>
                      <a:pt x="8" y="165"/>
                      <a:pt x="8" y="165"/>
                    </a:cubicBezTo>
                    <a:cubicBezTo>
                      <a:pt x="2" y="160"/>
                      <a:pt x="0" y="153"/>
                      <a:pt x="3" y="149"/>
                    </a:cubicBezTo>
                    <a:lnTo>
                      <a:pt x="131" y="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6" name="Freeform 995">
                <a:extLst>
                  <a:ext uri="{FF2B5EF4-FFF2-40B4-BE49-F238E27FC236}">
                    <a16:creationId xmlns:a16="http://schemas.microsoft.com/office/drawing/2014/main" id="{98D54E2C-6491-48EE-8AC5-F65EDCB81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214"/>
                <a:ext cx="147" cy="178"/>
              </a:xfrm>
              <a:custGeom>
                <a:avLst/>
                <a:gdLst>
                  <a:gd name="T0" fmla="*/ 3 w 144"/>
                  <a:gd name="T1" fmla="*/ 182 h 174"/>
                  <a:gd name="T2" fmla="*/ 4 w 144"/>
                  <a:gd name="T3" fmla="*/ 195 h 174"/>
                  <a:gd name="T4" fmla="*/ 4 w 144"/>
                  <a:gd name="T5" fmla="*/ 195 h 174"/>
                  <a:gd name="T6" fmla="*/ 17 w 144"/>
                  <a:gd name="T7" fmla="*/ 193 h 174"/>
                  <a:gd name="T8" fmla="*/ 159 w 144"/>
                  <a:gd name="T9" fmla="*/ 28 h 174"/>
                  <a:gd name="T10" fmla="*/ 154 w 144"/>
                  <a:gd name="T11" fmla="*/ 6 h 174"/>
                  <a:gd name="T12" fmla="*/ 154 w 144"/>
                  <a:gd name="T13" fmla="*/ 6 h 174"/>
                  <a:gd name="T14" fmla="*/ 136 w 144"/>
                  <a:gd name="T15" fmla="*/ 4 h 174"/>
                  <a:gd name="T16" fmla="*/ 3 w 144"/>
                  <a:gd name="T17" fmla="*/ 182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4">
                    <a:moveTo>
                      <a:pt x="3" y="158"/>
                    </a:moveTo>
                    <a:cubicBezTo>
                      <a:pt x="0" y="162"/>
                      <a:pt x="1" y="168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8" y="174"/>
                      <a:pt x="14" y="173"/>
                      <a:pt x="17" y="169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44" y="18"/>
                      <a:pt x="142" y="11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0" y="1"/>
                      <a:pt x="122" y="0"/>
                      <a:pt x="119" y="4"/>
                    </a:cubicBezTo>
                    <a:lnTo>
                      <a:pt x="3" y="15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7" name="Freeform 996">
                <a:extLst>
                  <a:ext uri="{FF2B5EF4-FFF2-40B4-BE49-F238E27FC236}">
                    <a16:creationId xmlns:a16="http://schemas.microsoft.com/office/drawing/2014/main" id="{DDC094A4-738F-4ADD-ACDF-64C3B4AA8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238"/>
                <a:ext cx="124" cy="146"/>
              </a:xfrm>
              <a:custGeom>
                <a:avLst/>
                <a:gdLst>
                  <a:gd name="T0" fmla="*/ 139 w 121"/>
                  <a:gd name="T1" fmla="*/ 0 h 143"/>
                  <a:gd name="T2" fmla="*/ 0 w 121"/>
                  <a:gd name="T3" fmla="*/ 161 h 143"/>
                  <a:gd name="T4" fmla="*/ 139 w 121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43">
                    <a:moveTo>
                      <a:pt x="121" y="0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77" y="28"/>
                      <a:pt x="121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8" name="Freeform 997">
                <a:extLst>
                  <a:ext uri="{FF2B5EF4-FFF2-40B4-BE49-F238E27FC236}">
                    <a16:creationId xmlns:a16="http://schemas.microsoft.com/office/drawing/2014/main" id="{6869CB4B-3B59-440B-AD4F-375C4B323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217"/>
                <a:ext cx="22" cy="23"/>
              </a:xfrm>
              <a:custGeom>
                <a:avLst/>
                <a:gdLst>
                  <a:gd name="T0" fmla="*/ 27 w 21"/>
                  <a:gd name="T1" fmla="*/ 20 h 22"/>
                  <a:gd name="T2" fmla="*/ 3 w 21"/>
                  <a:gd name="T3" fmla="*/ 0 h 22"/>
                  <a:gd name="T4" fmla="*/ 7 w 21"/>
                  <a:gd name="T5" fmla="*/ 21 h 22"/>
                  <a:gd name="T6" fmla="*/ 27 w 21"/>
                  <a:gd name="T7" fmla="*/ 2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21" y="14"/>
                    </a:moveTo>
                    <a:cubicBezTo>
                      <a:pt x="13" y="22"/>
                      <a:pt x="5" y="6"/>
                      <a:pt x="3" y="0"/>
                    </a:cubicBezTo>
                    <a:cubicBezTo>
                      <a:pt x="1" y="6"/>
                      <a:pt x="0" y="11"/>
                      <a:pt x="7" y="15"/>
                    </a:cubicBezTo>
                    <a:cubicBezTo>
                      <a:pt x="11" y="18"/>
                      <a:pt x="17" y="19"/>
                      <a:pt x="2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9" name="Freeform 998">
                <a:extLst>
                  <a:ext uri="{FF2B5EF4-FFF2-40B4-BE49-F238E27FC236}">
                    <a16:creationId xmlns:a16="http://schemas.microsoft.com/office/drawing/2014/main" id="{790F073C-DBAB-433C-9078-D45B7438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226"/>
                <a:ext cx="115" cy="150"/>
              </a:xfrm>
              <a:custGeom>
                <a:avLst/>
                <a:gdLst>
                  <a:gd name="T0" fmla="*/ 125 w 113"/>
                  <a:gd name="T1" fmla="*/ 0 h 147"/>
                  <a:gd name="T2" fmla="*/ 0 w 113"/>
                  <a:gd name="T3" fmla="*/ 165 h 147"/>
                  <a:gd name="T4" fmla="*/ 125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113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111" y="10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0" name="Freeform 999">
                <a:extLst>
                  <a:ext uri="{FF2B5EF4-FFF2-40B4-BE49-F238E27FC236}">
                    <a16:creationId xmlns:a16="http://schemas.microsoft.com/office/drawing/2014/main" id="{7AEF4E65-E1AE-49D2-AAB2-AC0F7337A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214"/>
                <a:ext cx="148" cy="178"/>
              </a:xfrm>
              <a:custGeom>
                <a:avLst/>
                <a:gdLst>
                  <a:gd name="T0" fmla="*/ 4 w 145"/>
                  <a:gd name="T1" fmla="*/ 182 h 174"/>
                  <a:gd name="T2" fmla="*/ 5 w 145"/>
                  <a:gd name="T3" fmla="*/ 195 h 174"/>
                  <a:gd name="T4" fmla="*/ 5 w 145"/>
                  <a:gd name="T5" fmla="*/ 195 h 174"/>
                  <a:gd name="T6" fmla="*/ 17 w 145"/>
                  <a:gd name="T7" fmla="*/ 193 h 174"/>
                  <a:gd name="T8" fmla="*/ 160 w 145"/>
                  <a:gd name="T9" fmla="*/ 28 h 174"/>
                  <a:gd name="T10" fmla="*/ 154 w 145"/>
                  <a:gd name="T11" fmla="*/ 6 h 174"/>
                  <a:gd name="T12" fmla="*/ 154 w 145"/>
                  <a:gd name="T13" fmla="*/ 6 h 174"/>
                  <a:gd name="T14" fmla="*/ 137 w 145"/>
                  <a:gd name="T15" fmla="*/ 4 h 174"/>
                  <a:gd name="T16" fmla="*/ 4 w 145"/>
                  <a:gd name="T17" fmla="*/ 182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5" h="174">
                    <a:moveTo>
                      <a:pt x="4" y="158"/>
                    </a:moveTo>
                    <a:cubicBezTo>
                      <a:pt x="0" y="162"/>
                      <a:pt x="1" y="168"/>
                      <a:pt x="5" y="171"/>
                    </a:cubicBezTo>
                    <a:cubicBezTo>
                      <a:pt x="5" y="171"/>
                      <a:pt x="5" y="171"/>
                      <a:pt x="5" y="171"/>
                    </a:cubicBezTo>
                    <a:cubicBezTo>
                      <a:pt x="9" y="174"/>
                      <a:pt x="14" y="173"/>
                      <a:pt x="17" y="169"/>
                    </a:cubicBezTo>
                    <a:cubicBezTo>
                      <a:pt x="142" y="22"/>
                      <a:pt x="142" y="22"/>
                      <a:pt x="142" y="22"/>
                    </a:cubicBezTo>
                    <a:cubicBezTo>
                      <a:pt x="145" y="18"/>
                      <a:pt x="142" y="11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0" y="1"/>
                      <a:pt x="123" y="0"/>
                      <a:pt x="120" y="4"/>
                    </a:cubicBezTo>
                    <a:lnTo>
                      <a:pt x="4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1" name="Freeform 1000">
                <a:extLst>
                  <a:ext uri="{FF2B5EF4-FFF2-40B4-BE49-F238E27FC236}">
                    <a16:creationId xmlns:a16="http://schemas.microsoft.com/office/drawing/2014/main" id="{660A4BD6-A260-43B0-BB36-2C3CD4A9C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087"/>
                <a:ext cx="109" cy="199"/>
              </a:xfrm>
              <a:custGeom>
                <a:avLst/>
                <a:gdLst>
                  <a:gd name="T0" fmla="*/ 2 w 107"/>
                  <a:gd name="T1" fmla="*/ 205 h 195"/>
                  <a:gd name="T2" fmla="*/ 6 w 107"/>
                  <a:gd name="T3" fmla="*/ 217 h 195"/>
                  <a:gd name="T4" fmla="*/ 6 w 107"/>
                  <a:gd name="T5" fmla="*/ 217 h 195"/>
                  <a:gd name="T6" fmla="*/ 18 w 107"/>
                  <a:gd name="T7" fmla="*/ 213 h 195"/>
                  <a:gd name="T8" fmla="*/ 117 w 107"/>
                  <a:gd name="T9" fmla="*/ 17 h 195"/>
                  <a:gd name="T10" fmla="*/ 108 w 107"/>
                  <a:gd name="T11" fmla="*/ 3 h 195"/>
                  <a:gd name="T12" fmla="*/ 108 w 107"/>
                  <a:gd name="T13" fmla="*/ 3 h 195"/>
                  <a:gd name="T14" fmla="*/ 91 w 107"/>
                  <a:gd name="T15" fmla="*/ 5 h 195"/>
                  <a:gd name="T16" fmla="*/ 2 w 107"/>
                  <a:gd name="T17" fmla="*/ 205 h 1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7" h="195">
                    <a:moveTo>
                      <a:pt x="2" y="181"/>
                    </a:moveTo>
                    <a:cubicBezTo>
                      <a:pt x="0" y="186"/>
                      <a:pt x="2" y="191"/>
                      <a:pt x="6" y="193"/>
                    </a:cubicBezTo>
                    <a:cubicBezTo>
                      <a:pt x="6" y="193"/>
                      <a:pt x="6" y="193"/>
                      <a:pt x="6" y="193"/>
                    </a:cubicBezTo>
                    <a:cubicBezTo>
                      <a:pt x="10" y="195"/>
                      <a:pt x="16" y="193"/>
                      <a:pt x="18" y="189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7" y="13"/>
                      <a:pt x="103" y="6"/>
                      <a:pt x="96" y="3"/>
                    </a:cubicBezTo>
                    <a:cubicBezTo>
                      <a:pt x="96" y="3"/>
                      <a:pt x="96" y="3"/>
                      <a:pt x="96" y="3"/>
                    </a:cubicBezTo>
                    <a:cubicBezTo>
                      <a:pt x="89" y="0"/>
                      <a:pt x="82" y="1"/>
                      <a:pt x="80" y="5"/>
                    </a:cubicBezTo>
                    <a:lnTo>
                      <a:pt x="2" y="18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2" name="Freeform 1001">
                <a:extLst>
                  <a:ext uri="{FF2B5EF4-FFF2-40B4-BE49-F238E27FC236}">
                    <a16:creationId xmlns:a16="http://schemas.microsoft.com/office/drawing/2014/main" id="{2D89468B-CC36-46B1-82FA-23ECA3454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107"/>
                <a:ext cx="88" cy="171"/>
              </a:xfrm>
              <a:custGeom>
                <a:avLst/>
                <a:gdLst>
                  <a:gd name="T0" fmla="*/ 98 w 86"/>
                  <a:gd name="T1" fmla="*/ 0 h 167"/>
                  <a:gd name="T2" fmla="*/ 0 w 86"/>
                  <a:gd name="T3" fmla="*/ 191 h 167"/>
                  <a:gd name="T4" fmla="*/ 98 w 86"/>
                  <a:gd name="T5" fmla="*/ 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67">
                    <a:moveTo>
                      <a:pt x="86" y="0"/>
                    </a:move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49" y="37"/>
                      <a:pt x="86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3" name="Freeform 1002">
                <a:extLst>
                  <a:ext uri="{FF2B5EF4-FFF2-40B4-BE49-F238E27FC236}">
                    <a16:creationId xmlns:a16="http://schemas.microsoft.com/office/drawing/2014/main" id="{31AA96FF-E6F6-49A5-89F3-5FF011D69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090"/>
                <a:ext cx="21" cy="19"/>
              </a:xfrm>
              <a:custGeom>
                <a:avLst/>
                <a:gdLst>
                  <a:gd name="T0" fmla="*/ 21 w 21"/>
                  <a:gd name="T1" fmla="*/ 10 h 19"/>
                  <a:gd name="T2" fmla="*/ 1 w 21"/>
                  <a:gd name="T3" fmla="*/ 0 h 19"/>
                  <a:gd name="T4" fmla="*/ 8 w 21"/>
                  <a:gd name="T5" fmla="*/ 14 h 19"/>
                  <a:gd name="T6" fmla="*/ 21 w 21"/>
                  <a:gd name="T7" fmla="*/ 1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21" y="10"/>
                    </a:moveTo>
                    <a:cubicBezTo>
                      <a:pt x="15" y="19"/>
                      <a:pt x="3" y="5"/>
                      <a:pt x="1" y="0"/>
                    </a:cubicBezTo>
                    <a:cubicBezTo>
                      <a:pt x="0" y="6"/>
                      <a:pt x="0" y="11"/>
                      <a:pt x="8" y="14"/>
                    </a:cubicBezTo>
                    <a:cubicBezTo>
                      <a:pt x="12" y="16"/>
                      <a:pt x="18" y="15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4" name="Freeform 1003">
                <a:extLst>
                  <a:ext uri="{FF2B5EF4-FFF2-40B4-BE49-F238E27FC236}">
                    <a16:creationId xmlns:a16="http://schemas.microsoft.com/office/drawing/2014/main" id="{E7CEE989-B3B0-4290-A870-EB4462C9D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100"/>
                <a:ext cx="79" cy="172"/>
              </a:xfrm>
              <a:custGeom>
                <a:avLst/>
                <a:gdLst>
                  <a:gd name="T0" fmla="*/ 88 w 77"/>
                  <a:gd name="T1" fmla="*/ 0 h 168"/>
                  <a:gd name="T2" fmla="*/ 0 w 77"/>
                  <a:gd name="T3" fmla="*/ 192 h 168"/>
                  <a:gd name="T4" fmla="*/ 88 w 77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68">
                    <a:moveTo>
                      <a:pt x="76" y="0"/>
                    </a:move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68"/>
                      <a:pt x="77" y="9"/>
                      <a:pt x="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5" name="Freeform 1004">
                <a:extLst>
                  <a:ext uri="{FF2B5EF4-FFF2-40B4-BE49-F238E27FC236}">
                    <a16:creationId xmlns:a16="http://schemas.microsoft.com/office/drawing/2014/main" id="{710903D9-9068-48D8-A4F3-9445434AF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087"/>
                <a:ext cx="110" cy="199"/>
              </a:xfrm>
              <a:custGeom>
                <a:avLst/>
                <a:gdLst>
                  <a:gd name="T0" fmla="*/ 2 w 108"/>
                  <a:gd name="T1" fmla="*/ 205 h 195"/>
                  <a:gd name="T2" fmla="*/ 6 w 108"/>
                  <a:gd name="T3" fmla="*/ 217 h 195"/>
                  <a:gd name="T4" fmla="*/ 6 w 108"/>
                  <a:gd name="T5" fmla="*/ 217 h 195"/>
                  <a:gd name="T6" fmla="*/ 18 w 108"/>
                  <a:gd name="T7" fmla="*/ 213 h 195"/>
                  <a:gd name="T8" fmla="*/ 118 w 108"/>
                  <a:gd name="T9" fmla="*/ 17 h 195"/>
                  <a:gd name="T10" fmla="*/ 109 w 108"/>
                  <a:gd name="T11" fmla="*/ 3 h 195"/>
                  <a:gd name="T12" fmla="*/ 109 w 108"/>
                  <a:gd name="T13" fmla="*/ 3 h 195"/>
                  <a:gd name="T14" fmla="*/ 91 w 108"/>
                  <a:gd name="T15" fmla="*/ 5 h 195"/>
                  <a:gd name="T16" fmla="*/ 2 w 108"/>
                  <a:gd name="T17" fmla="*/ 205 h 1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5">
                    <a:moveTo>
                      <a:pt x="2" y="181"/>
                    </a:moveTo>
                    <a:cubicBezTo>
                      <a:pt x="0" y="186"/>
                      <a:pt x="2" y="191"/>
                      <a:pt x="6" y="193"/>
                    </a:cubicBezTo>
                    <a:cubicBezTo>
                      <a:pt x="6" y="193"/>
                      <a:pt x="6" y="193"/>
                      <a:pt x="6" y="193"/>
                    </a:cubicBezTo>
                    <a:cubicBezTo>
                      <a:pt x="11" y="195"/>
                      <a:pt x="16" y="193"/>
                      <a:pt x="18" y="18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04" y="6"/>
                      <a:pt x="97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0" y="0"/>
                      <a:pt x="82" y="0"/>
                      <a:pt x="80" y="5"/>
                    </a:cubicBezTo>
                    <a:lnTo>
                      <a:pt x="2" y="18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6" name="Freeform 1005">
                <a:extLst>
                  <a:ext uri="{FF2B5EF4-FFF2-40B4-BE49-F238E27FC236}">
                    <a16:creationId xmlns:a16="http://schemas.microsoft.com/office/drawing/2014/main" id="{1FFD18C3-B459-4781-9608-118858995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391"/>
                <a:ext cx="178" cy="147"/>
              </a:xfrm>
              <a:custGeom>
                <a:avLst/>
                <a:gdLst>
                  <a:gd name="T0" fmla="*/ 4 w 174"/>
                  <a:gd name="T1" fmla="*/ 151 h 143"/>
                  <a:gd name="T2" fmla="*/ 3 w 174"/>
                  <a:gd name="T3" fmla="*/ 163 h 143"/>
                  <a:gd name="T4" fmla="*/ 3 w 174"/>
                  <a:gd name="T5" fmla="*/ 163 h 143"/>
                  <a:gd name="T6" fmla="*/ 15 w 174"/>
                  <a:gd name="T7" fmla="*/ 164 h 143"/>
                  <a:gd name="T8" fmla="*/ 194 w 174"/>
                  <a:gd name="T9" fmla="*/ 31 h 143"/>
                  <a:gd name="T10" fmla="*/ 192 w 174"/>
                  <a:gd name="T11" fmla="*/ 9 h 143"/>
                  <a:gd name="T12" fmla="*/ 192 w 174"/>
                  <a:gd name="T13" fmla="*/ 9 h 143"/>
                  <a:gd name="T14" fmla="*/ 175 w 174"/>
                  <a:gd name="T15" fmla="*/ 3 h 143"/>
                  <a:gd name="T16" fmla="*/ 4 w 174"/>
                  <a:gd name="T17" fmla="*/ 151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4" y="127"/>
                    </a:moveTo>
                    <a:cubicBezTo>
                      <a:pt x="0" y="130"/>
                      <a:pt x="0" y="135"/>
                      <a:pt x="3" y="139"/>
                    </a:cubicBezTo>
                    <a:cubicBezTo>
                      <a:pt x="3" y="139"/>
                      <a:pt x="3" y="139"/>
                      <a:pt x="3" y="139"/>
                    </a:cubicBezTo>
                    <a:cubicBezTo>
                      <a:pt x="6" y="143"/>
                      <a:pt x="11" y="143"/>
                      <a:pt x="15" y="140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4" y="22"/>
                      <a:pt x="173" y="15"/>
                      <a:pt x="168" y="9"/>
                    </a:cubicBezTo>
                    <a:cubicBezTo>
                      <a:pt x="168" y="9"/>
                      <a:pt x="168" y="9"/>
                      <a:pt x="168" y="9"/>
                    </a:cubicBezTo>
                    <a:cubicBezTo>
                      <a:pt x="163" y="3"/>
                      <a:pt x="156" y="0"/>
                      <a:pt x="152" y="3"/>
                    </a:cubicBezTo>
                    <a:lnTo>
                      <a:pt x="4" y="12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7" name="Freeform 1006">
                <a:extLst>
                  <a:ext uri="{FF2B5EF4-FFF2-40B4-BE49-F238E27FC236}">
                    <a16:creationId xmlns:a16="http://schemas.microsoft.com/office/drawing/2014/main" id="{ECD8EAEF-980B-48B9-8122-1A4151B3B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2418"/>
                <a:ext cx="154" cy="113"/>
              </a:xfrm>
              <a:custGeom>
                <a:avLst/>
                <a:gdLst>
                  <a:gd name="T0" fmla="*/ 169 w 151"/>
                  <a:gd name="T1" fmla="*/ 0 h 111"/>
                  <a:gd name="T2" fmla="*/ 0 w 151"/>
                  <a:gd name="T3" fmla="*/ 123 h 111"/>
                  <a:gd name="T4" fmla="*/ 169 w 151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1">
                    <a:moveTo>
                      <a:pt x="151" y="0"/>
                    </a:move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101" y="17"/>
                      <a:pt x="151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8" name="Freeform 1007">
                <a:extLst>
                  <a:ext uri="{FF2B5EF4-FFF2-40B4-BE49-F238E27FC236}">
                    <a16:creationId xmlns:a16="http://schemas.microsoft.com/office/drawing/2014/main" id="{FA50F3E7-3CFE-41A4-A604-5D4FEEF54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394"/>
                <a:ext cx="21" cy="24"/>
              </a:xfrm>
              <a:custGeom>
                <a:avLst/>
                <a:gdLst>
                  <a:gd name="T0" fmla="*/ 26 w 20"/>
                  <a:gd name="T1" fmla="*/ 24 h 23"/>
                  <a:gd name="T2" fmla="*/ 6 w 20"/>
                  <a:gd name="T3" fmla="*/ 0 h 23"/>
                  <a:gd name="T4" fmla="*/ 6 w 20"/>
                  <a:gd name="T5" fmla="*/ 21 h 23"/>
                  <a:gd name="T6" fmla="*/ 25 w 20"/>
                  <a:gd name="T7" fmla="*/ 2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20" y="18"/>
                    </a:moveTo>
                    <a:cubicBezTo>
                      <a:pt x="10" y="23"/>
                      <a:pt x="6" y="6"/>
                      <a:pt x="6" y="0"/>
                    </a:cubicBezTo>
                    <a:cubicBezTo>
                      <a:pt x="2" y="5"/>
                      <a:pt x="0" y="10"/>
                      <a:pt x="6" y="15"/>
                    </a:cubicBezTo>
                    <a:cubicBezTo>
                      <a:pt x="9" y="19"/>
                      <a:pt x="14" y="22"/>
                      <a:pt x="19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9" name="Freeform 1008">
                <a:extLst>
                  <a:ext uri="{FF2B5EF4-FFF2-40B4-BE49-F238E27FC236}">
                    <a16:creationId xmlns:a16="http://schemas.microsoft.com/office/drawing/2014/main" id="{45FF46BD-9F55-4B46-B3F2-8CDFE47DD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401"/>
                <a:ext cx="146" cy="120"/>
              </a:xfrm>
              <a:custGeom>
                <a:avLst/>
                <a:gdLst>
                  <a:gd name="T0" fmla="*/ 161 w 143"/>
                  <a:gd name="T1" fmla="*/ 0 h 118"/>
                  <a:gd name="T2" fmla="*/ 0 w 143"/>
                  <a:gd name="T3" fmla="*/ 130 h 118"/>
                  <a:gd name="T4" fmla="*/ 161 w 143"/>
                  <a:gd name="T5" fmla="*/ 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8">
                    <a:moveTo>
                      <a:pt x="143" y="0"/>
                    </a:moveTo>
                    <a:cubicBezTo>
                      <a:pt x="0" y="118"/>
                      <a:pt x="0" y="118"/>
                      <a:pt x="0" y="118"/>
                    </a:cubicBezTo>
                    <a:cubicBezTo>
                      <a:pt x="0" y="118"/>
                      <a:pt x="140" y="9"/>
                      <a:pt x="1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0" name="Freeform 1009">
                <a:extLst>
                  <a:ext uri="{FF2B5EF4-FFF2-40B4-BE49-F238E27FC236}">
                    <a16:creationId xmlns:a16="http://schemas.microsoft.com/office/drawing/2014/main" id="{A8883AFB-883D-4F5C-9735-145103BCA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391"/>
                <a:ext cx="178" cy="147"/>
              </a:xfrm>
              <a:custGeom>
                <a:avLst/>
                <a:gdLst>
                  <a:gd name="T0" fmla="*/ 5 w 174"/>
                  <a:gd name="T1" fmla="*/ 151 h 143"/>
                  <a:gd name="T2" fmla="*/ 3 w 174"/>
                  <a:gd name="T3" fmla="*/ 163 h 143"/>
                  <a:gd name="T4" fmla="*/ 3 w 174"/>
                  <a:gd name="T5" fmla="*/ 163 h 143"/>
                  <a:gd name="T6" fmla="*/ 15 w 174"/>
                  <a:gd name="T7" fmla="*/ 164 h 143"/>
                  <a:gd name="T8" fmla="*/ 194 w 174"/>
                  <a:gd name="T9" fmla="*/ 31 h 143"/>
                  <a:gd name="T10" fmla="*/ 192 w 174"/>
                  <a:gd name="T11" fmla="*/ 9 h 143"/>
                  <a:gd name="T12" fmla="*/ 192 w 174"/>
                  <a:gd name="T13" fmla="*/ 9 h 143"/>
                  <a:gd name="T14" fmla="*/ 177 w 174"/>
                  <a:gd name="T15" fmla="*/ 3 h 143"/>
                  <a:gd name="T16" fmla="*/ 5 w 174"/>
                  <a:gd name="T17" fmla="*/ 151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5" y="127"/>
                    </a:moveTo>
                    <a:cubicBezTo>
                      <a:pt x="1" y="130"/>
                      <a:pt x="0" y="135"/>
                      <a:pt x="3" y="139"/>
                    </a:cubicBezTo>
                    <a:cubicBezTo>
                      <a:pt x="3" y="139"/>
                      <a:pt x="3" y="139"/>
                      <a:pt x="3" y="139"/>
                    </a:cubicBezTo>
                    <a:cubicBezTo>
                      <a:pt x="6" y="143"/>
                      <a:pt x="12" y="143"/>
                      <a:pt x="15" y="140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4" y="22"/>
                      <a:pt x="173" y="15"/>
                      <a:pt x="168" y="9"/>
                    </a:cubicBezTo>
                    <a:cubicBezTo>
                      <a:pt x="168" y="9"/>
                      <a:pt x="168" y="9"/>
                      <a:pt x="168" y="9"/>
                    </a:cubicBezTo>
                    <a:cubicBezTo>
                      <a:pt x="164" y="3"/>
                      <a:pt x="157" y="0"/>
                      <a:pt x="153" y="3"/>
                    </a:cubicBezTo>
                    <a:lnTo>
                      <a:pt x="5" y="12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1" name="Freeform 1010">
                <a:extLst>
                  <a:ext uri="{FF2B5EF4-FFF2-40B4-BE49-F238E27FC236}">
                    <a16:creationId xmlns:a16="http://schemas.microsoft.com/office/drawing/2014/main" id="{51103F71-0B3E-4C86-8C5B-F8302186B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541"/>
                <a:ext cx="205" cy="98"/>
              </a:xfrm>
              <a:custGeom>
                <a:avLst/>
                <a:gdLst>
                  <a:gd name="T0" fmla="*/ 7 w 201"/>
                  <a:gd name="T1" fmla="*/ 90 h 96"/>
                  <a:gd name="T2" fmla="*/ 2 w 201"/>
                  <a:gd name="T3" fmla="*/ 101 h 96"/>
                  <a:gd name="T4" fmla="*/ 2 w 201"/>
                  <a:gd name="T5" fmla="*/ 101 h 96"/>
                  <a:gd name="T6" fmla="*/ 13 w 201"/>
                  <a:gd name="T7" fmla="*/ 106 h 96"/>
                  <a:gd name="T8" fmla="*/ 219 w 201"/>
                  <a:gd name="T9" fmla="*/ 34 h 96"/>
                  <a:gd name="T10" fmla="*/ 222 w 201"/>
                  <a:gd name="T11" fmla="*/ 12 h 96"/>
                  <a:gd name="T12" fmla="*/ 222 w 201"/>
                  <a:gd name="T13" fmla="*/ 12 h 96"/>
                  <a:gd name="T14" fmla="*/ 208 w 201"/>
                  <a:gd name="T15" fmla="*/ 2 h 96"/>
                  <a:gd name="T16" fmla="*/ 7 w 201"/>
                  <a:gd name="T17" fmla="*/ 90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1" h="96">
                    <a:moveTo>
                      <a:pt x="7" y="78"/>
                    </a:moveTo>
                    <a:cubicBezTo>
                      <a:pt x="2" y="80"/>
                      <a:pt x="0" y="85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4" y="94"/>
                      <a:pt x="9" y="96"/>
                      <a:pt x="13" y="94"/>
                    </a:cubicBezTo>
                    <a:cubicBezTo>
                      <a:pt x="195" y="28"/>
                      <a:pt x="195" y="28"/>
                      <a:pt x="195" y="28"/>
                    </a:cubicBezTo>
                    <a:cubicBezTo>
                      <a:pt x="199" y="26"/>
                      <a:pt x="201" y="19"/>
                      <a:pt x="198" y="12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5" y="5"/>
                      <a:pt x="189" y="0"/>
                      <a:pt x="184" y="2"/>
                    </a:cubicBezTo>
                    <a:lnTo>
                      <a:pt x="7" y="7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2" name="Freeform 1011">
                <a:extLst>
                  <a:ext uri="{FF2B5EF4-FFF2-40B4-BE49-F238E27FC236}">
                    <a16:creationId xmlns:a16="http://schemas.microsoft.com/office/drawing/2014/main" id="{1F3B42FC-9F52-459E-8829-6F7D2D324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568"/>
                <a:ext cx="181" cy="66"/>
              </a:xfrm>
              <a:custGeom>
                <a:avLst/>
                <a:gdLst>
                  <a:gd name="T0" fmla="*/ 201 w 177"/>
                  <a:gd name="T1" fmla="*/ 0 h 64"/>
                  <a:gd name="T2" fmla="*/ 0 w 177"/>
                  <a:gd name="T3" fmla="*/ 76 h 64"/>
                  <a:gd name="T4" fmla="*/ 201 w 177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64">
                    <a:moveTo>
                      <a:pt x="177" y="0"/>
                    </a:moveTo>
                    <a:cubicBezTo>
                      <a:pt x="0" y="64"/>
                      <a:pt x="0" y="64"/>
                      <a:pt x="0" y="64"/>
                    </a:cubicBezTo>
                    <a:cubicBezTo>
                      <a:pt x="0" y="64"/>
                      <a:pt x="124" y="2"/>
                      <a:pt x="177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3" name="Freeform 1012">
                <a:extLst>
                  <a:ext uri="{FF2B5EF4-FFF2-40B4-BE49-F238E27FC236}">
                    <a16:creationId xmlns:a16="http://schemas.microsoft.com/office/drawing/2014/main" id="{00DD7118-FABE-486B-8DC7-AFC25C9C0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544"/>
                <a:ext cx="16" cy="24"/>
              </a:xfrm>
              <a:custGeom>
                <a:avLst/>
                <a:gdLst>
                  <a:gd name="T0" fmla="*/ 16 w 16"/>
                  <a:gd name="T1" fmla="*/ 21 h 24"/>
                  <a:gd name="T2" fmla="*/ 7 w 16"/>
                  <a:gd name="T3" fmla="*/ 0 h 24"/>
                  <a:gd name="T4" fmla="*/ 3 w 16"/>
                  <a:gd name="T5" fmla="*/ 15 h 24"/>
                  <a:gd name="T6" fmla="*/ 15 w 16"/>
                  <a:gd name="T7" fmla="*/ 2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4">
                    <a:moveTo>
                      <a:pt x="16" y="21"/>
                    </a:moveTo>
                    <a:cubicBezTo>
                      <a:pt x="5" y="24"/>
                      <a:pt x="6" y="6"/>
                      <a:pt x="7" y="0"/>
                    </a:cubicBezTo>
                    <a:cubicBezTo>
                      <a:pt x="2" y="4"/>
                      <a:pt x="0" y="8"/>
                      <a:pt x="3" y="15"/>
                    </a:cubicBezTo>
                    <a:cubicBezTo>
                      <a:pt x="5" y="20"/>
                      <a:pt x="10" y="23"/>
                      <a:pt x="15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4" name="Freeform 1013">
                <a:extLst>
                  <a:ext uri="{FF2B5EF4-FFF2-40B4-BE49-F238E27FC236}">
                    <a16:creationId xmlns:a16="http://schemas.microsoft.com/office/drawing/2014/main" id="{8AE8A1BE-A01C-4262-907C-6D6C0E3D6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2548"/>
                <a:ext cx="174" cy="72"/>
              </a:xfrm>
              <a:custGeom>
                <a:avLst/>
                <a:gdLst>
                  <a:gd name="T0" fmla="*/ 189 w 171"/>
                  <a:gd name="T1" fmla="*/ 0 h 71"/>
                  <a:gd name="T2" fmla="*/ 0 w 171"/>
                  <a:gd name="T3" fmla="*/ 77 h 71"/>
                  <a:gd name="T4" fmla="*/ 189 w 171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1" h="71">
                    <a:moveTo>
                      <a:pt x="171" y="0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165" y="7"/>
                      <a:pt x="1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5" name="Freeform 1014">
                <a:extLst>
                  <a:ext uri="{FF2B5EF4-FFF2-40B4-BE49-F238E27FC236}">
                    <a16:creationId xmlns:a16="http://schemas.microsoft.com/office/drawing/2014/main" id="{A347233F-ADB2-4B88-ADEF-702D89FCB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541"/>
                <a:ext cx="204" cy="98"/>
              </a:xfrm>
              <a:custGeom>
                <a:avLst/>
                <a:gdLst>
                  <a:gd name="T0" fmla="*/ 6 w 200"/>
                  <a:gd name="T1" fmla="*/ 90 h 96"/>
                  <a:gd name="T2" fmla="*/ 1 w 200"/>
                  <a:gd name="T3" fmla="*/ 102 h 96"/>
                  <a:gd name="T4" fmla="*/ 1 w 200"/>
                  <a:gd name="T5" fmla="*/ 102 h 96"/>
                  <a:gd name="T6" fmla="*/ 13 w 200"/>
                  <a:gd name="T7" fmla="*/ 107 h 96"/>
                  <a:gd name="T8" fmla="*/ 218 w 200"/>
                  <a:gd name="T9" fmla="*/ 34 h 96"/>
                  <a:gd name="T10" fmla="*/ 221 w 200"/>
                  <a:gd name="T11" fmla="*/ 12 h 96"/>
                  <a:gd name="T12" fmla="*/ 221 w 200"/>
                  <a:gd name="T13" fmla="*/ 12 h 96"/>
                  <a:gd name="T14" fmla="*/ 208 w 200"/>
                  <a:gd name="T15" fmla="*/ 2 h 96"/>
                  <a:gd name="T16" fmla="*/ 6 w 200"/>
                  <a:gd name="T17" fmla="*/ 90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96">
                    <a:moveTo>
                      <a:pt x="6" y="78"/>
                    </a:moveTo>
                    <a:cubicBezTo>
                      <a:pt x="2" y="80"/>
                      <a:pt x="0" y="85"/>
                      <a:pt x="1" y="90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3" y="94"/>
                      <a:pt x="8" y="96"/>
                      <a:pt x="13" y="95"/>
                    </a:cubicBezTo>
                    <a:cubicBezTo>
                      <a:pt x="194" y="28"/>
                      <a:pt x="194" y="28"/>
                      <a:pt x="194" y="28"/>
                    </a:cubicBezTo>
                    <a:cubicBezTo>
                      <a:pt x="199" y="27"/>
                      <a:pt x="200" y="19"/>
                      <a:pt x="197" y="12"/>
                    </a:cubicBezTo>
                    <a:cubicBezTo>
                      <a:pt x="197" y="12"/>
                      <a:pt x="197" y="12"/>
                      <a:pt x="197" y="12"/>
                    </a:cubicBezTo>
                    <a:cubicBezTo>
                      <a:pt x="194" y="5"/>
                      <a:pt x="188" y="0"/>
                      <a:pt x="184" y="2"/>
                    </a:cubicBezTo>
                    <a:lnTo>
                      <a:pt x="6" y="7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6" name="Freeform 1015">
                <a:extLst>
                  <a:ext uri="{FF2B5EF4-FFF2-40B4-BE49-F238E27FC236}">
                    <a16:creationId xmlns:a16="http://schemas.microsoft.com/office/drawing/2014/main" id="{4E555B63-384D-42B1-B8DA-B1A2DF271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795"/>
                <a:ext cx="216" cy="30"/>
              </a:xfrm>
              <a:custGeom>
                <a:avLst/>
                <a:gdLst>
                  <a:gd name="T0" fmla="*/ 9 w 211"/>
                  <a:gd name="T1" fmla="*/ 11 h 29"/>
                  <a:gd name="T2" fmla="*/ 0 w 211"/>
                  <a:gd name="T3" fmla="*/ 26 h 29"/>
                  <a:gd name="T4" fmla="*/ 0 w 211"/>
                  <a:gd name="T5" fmla="*/ 26 h 29"/>
                  <a:gd name="T6" fmla="*/ 9 w 211"/>
                  <a:gd name="T7" fmla="*/ 35 h 29"/>
                  <a:gd name="T8" fmla="*/ 232 w 211"/>
                  <a:gd name="T9" fmla="*/ 35 h 29"/>
                  <a:gd name="T10" fmla="*/ 242 w 211"/>
                  <a:gd name="T11" fmla="*/ 14 h 29"/>
                  <a:gd name="T12" fmla="*/ 242 w 211"/>
                  <a:gd name="T13" fmla="*/ 14 h 29"/>
                  <a:gd name="T14" fmla="*/ 231 w 211"/>
                  <a:gd name="T15" fmla="*/ 0 h 29"/>
                  <a:gd name="T16" fmla="*/ 9 w 211"/>
                  <a:gd name="T17" fmla="*/ 1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9">
                    <a:moveTo>
                      <a:pt x="9" y="11"/>
                    </a:moveTo>
                    <a:cubicBezTo>
                      <a:pt x="4" y="11"/>
                      <a:pt x="0" y="15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"/>
                      <a:pt x="4" y="29"/>
                      <a:pt x="9" y="29"/>
                    </a:cubicBezTo>
                    <a:cubicBezTo>
                      <a:pt x="202" y="29"/>
                      <a:pt x="202" y="29"/>
                      <a:pt x="202" y="29"/>
                    </a:cubicBezTo>
                    <a:cubicBezTo>
                      <a:pt x="207" y="28"/>
                      <a:pt x="211" y="22"/>
                      <a:pt x="211" y="14"/>
                    </a:cubicBezTo>
                    <a:cubicBezTo>
                      <a:pt x="211" y="14"/>
                      <a:pt x="211" y="14"/>
                      <a:pt x="211" y="14"/>
                    </a:cubicBezTo>
                    <a:cubicBezTo>
                      <a:pt x="210" y="7"/>
                      <a:pt x="206" y="0"/>
                      <a:pt x="201" y="0"/>
                    </a:cubicBez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7" name="Freeform 1016">
                <a:extLst>
                  <a:ext uri="{FF2B5EF4-FFF2-40B4-BE49-F238E27FC236}">
                    <a16:creationId xmlns:a16="http://schemas.microsoft.com/office/drawing/2014/main" id="{E926F0BA-C727-4515-9A9B-1F90C4306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806"/>
                <a:ext cx="193" cy="16"/>
              </a:xfrm>
              <a:custGeom>
                <a:avLst/>
                <a:gdLst>
                  <a:gd name="T0" fmla="*/ 220 w 188"/>
                  <a:gd name="T1" fmla="*/ 16 h 16"/>
                  <a:gd name="T2" fmla="*/ 0 w 188"/>
                  <a:gd name="T3" fmla="*/ 15 h 16"/>
                  <a:gd name="T4" fmla="*/ 220 w 188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16">
                    <a:moveTo>
                      <a:pt x="188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38" y="0"/>
                      <a:pt x="188" y="1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8" name="Freeform 1017">
                <a:extLst>
                  <a:ext uri="{FF2B5EF4-FFF2-40B4-BE49-F238E27FC236}">
                    <a16:creationId xmlns:a16="http://schemas.microsoft.com/office/drawing/2014/main" id="{65308F52-DB7A-497C-ABF5-A705FE960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798"/>
                <a:ext cx="12" cy="24"/>
              </a:xfrm>
              <a:custGeom>
                <a:avLst/>
                <a:gdLst>
                  <a:gd name="T0" fmla="*/ 17 w 11"/>
                  <a:gd name="T1" fmla="*/ 28 h 23"/>
                  <a:gd name="T2" fmla="*/ 17 w 11"/>
                  <a:gd name="T3" fmla="*/ 0 h 23"/>
                  <a:gd name="T4" fmla="*/ 2 w 11"/>
                  <a:gd name="T5" fmla="*/ 18 h 23"/>
                  <a:gd name="T6" fmla="*/ 16 w 11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11" y="22"/>
                    </a:moveTo>
                    <a:cubicBezTo>
                      <a:pt x="0" y="21"/>
                      <a:pt x="7" y="5"/>
                      <a:pt x="11" y="0"/>
                    </a:cubicBezTo>
                    <a:cubicBezTo>
                      <a:pt x="5" y="2"/>
                      <a:pt x="1" y="5"/>
                      <a:pt x="2" y="12"/>
                    </a:cubicBezTo>
                    <a:cubicBezTo>
                      <a:pt x="2" y="17"/>
                      <a:pt x="5" y="23"/>
                      <a:pt x="1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9" name="Freeform 1018">
                <a:extLst>
                  <a:ext uri="{FF2B5EF4-FFF2-40B4-BE49-F238E27FC236}">
                    <a16:creationId xmlns:a16="http://schemas.microsoft.com/office/drawing/2014/main" id="{941961BD-6AA8-4413-8CB9-D10F60F15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797"/>
                <a:ext cx="189" cy="10"/>
              </a:xfrm>
              <a:custGeom>
                <a:avLst/>
                <a:gdLst>
                  <a:gd name="T0" fmla="*/ 209 w 185"/>
                  <a:gd name="T1" fmla="*/ 0 h 9"/>
                  <a:gd name="T2" fmla="*/ 0 w 185"/>
                  <a:gd name="T3" fmla="*/ 16 h 9"/>
                  <a:gd name="T4" fmla="*/ 209 w 18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9">
                    <a:moveTo>
                      <a:pt x="185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77" y="5"/>
                      <a:pt x="1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0" name="Freeform 1019">
                <a:extLst>
                  <a:ext uri="{FF2B5EF4-FFF2-40B4-BE49-F238E27FC236}">
                    <a16:creationId xmlns:a16="http://schemas.microsoft.com/office/drawing/2014/main" id="{12919C7D-F195-49FF-88EC-0B0C229D0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796"/>
                <a:ext cx="216" cy="29"/>
              </a:xfrm>
              <a:custGeom>
                <a:avLst/>
                <a:gdLst>
                  <a:gd name="T0" fmla="*/ 9 w 211"/>
                  <a:gd name="T1" fmla="*/ 10 h 28"/>
                  <a:gd name="T2" fmla="*/ 0 w 211"/>
                  <a:gd name="T3" fmla="*/ 25 h 28"/>
                  <a:gd name="T4" fmla="*/ 0 w 211"/>
                  <a:gd name="T5" fmla="*/ 25 h 28"/>
                  <a:gd name="T6" fmla="*/ 9 w 211"/>
                  <a:gd name="T7" fmla="*/ 34 h 28"/>
                  <a:gd name="T8" fmla="*/ 232 w 211"/>
                  <a:gd name="T9" fmla="*/ 34 h 28"/>
                  <a:gd name="T10" fmla="*/ 242 w 211"/>
                  <a:gd name="T11" fmla="*/ 20 h 28"/>
                  <a:gd name="T12" fmla="*/ 242 w 211"/>
                  <a:gd name="T13" fmla="*/ 20 h 28"/>
                  <a:gd name="T14" fmla="*/ 232 w 211"/>
                  <a:gd name="T15" fmla="*/ 0 h 28"/>
                  <a:gd name="T16" fmla="*/ 9 w 211"/>
                  <a:gd name="T17" fmla="*/ 1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8">
                    <a:moveTo>
                      <a:pt x="9" y="10"/>
                    </a:moveTo>
                    <a:cubicBezTo>
                      <a:pt x="4" y="11"/>
                      <a:pt x="0" y="15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4"/>
                      <a:pt x="5" y="28"/>
                      <a:pt x="9" y="28"/>
                    </a:cubicBezTo>
                    <a:cubicBezTo>
                      <a:pt x="202" y="28"/>
                      <a:pt x="202" y="28"/>
                      <a:pt x="202" y="28"/>
                    </a:cubicBezTo>
                    <a:cubicBezTo>
                      <a:pt x="207" y="28"/>
                      <a:pt x="211" y="21"/>
                      <a:pt x="211" y="14"/>
                    </a:cubicBezTo>
                    <a:cubicBezTo>
                      <a:pt x="211" y="14"/>
                      <a:pt x="211" y="14"/>
                      <a:pt x="211" y="14"/>
                    </a:cubicBezTo>
                    <a:cubicBezTo>
                      <a:pt x="211" y="6"/>
                      <a:pt x="207" y="0"/>
                      <a:pt x="202" y="0"/>
                    </a:cubicBezTo>
                    <a:lnTo>
                      <a:pt x="9" y="1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1" name="Freeform 1020">
                <a:extLst>
                  <a:ext uri="{FF2B5EF4-FFF2-40B4-BE49-F238E27FC236}">
                    <a16:creationId xmlns:a16="http://schemas.microsoft.com/office/drawing/2014/main" id="{DEC6A1A8-13AC-490F-9E4B-65BA27E4A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3053"/>
                <a:ext cx="210" cy="76"/>
              </a:xfrm>
              <a:custGeom>
                <a:avLst/>
                <a:gdLst>
                  <a:gd name="T0" fmla="*/ 12 w 206"/>
                  <a:gd name="T1" fmla="*/ 1 h 74"/>
                  <a:gd name="T2" fmla="*/ 1 w 206"/>
                  <a:gd name="T3" fmla="*/ 7 h 74"/>
                  <a:gd name="T4" fmla="*/ 1 w 206"/>
                  <a:gd name="T5" fmla="*/ 7 h 74"/>
                  <a:gd name="T6" fmla="*/ 7 w 206"/>
                  <a:gd name="T7" fmla="*/ 18 h 74"/>
                  <a:gd name="T8" fmla="*/ 216 w 206"/>
                  <a:gd name="T9" fmla="*/ 85 h 74"/>
                  <a:gd name="T10" fmla="*/ 228 w 206"/>
                  <a:gd name="T11" fmla="*/ 73 h 74"/>
                  <a:gd name="T12" fmla="*/ 228 w 206"/>
                  <a:gd name="T13" fmla="*/ 73 h 74"/>
                  <a:gd name="T14" fmla="*/ 223 w 206"/>
                  <a:gd name="T15" fmla="*/ 52 h 74"/>
                  <a:gd name="T16" fmla="*/ 12 w 206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4">
                    <a:moveTo>
                      <a:pt x="12" y="1"/>
                    </a:moveTo>
                    <a:cubicBezTo>
                      <a:pt x="7" y="0"/>
                      <a:pt x="2" y="2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2"/>
                      <a:pt x="2" y="17"/>
                      <a:pt x="7" y="18"/>
                    </a:cubicBezTo>
                    <a:cubicBezTo>
                      <a:pt x="192" y="73"/>
                      <a:pt x="192" y="73"/>
                      <a:pt x="192" y="73"/>
                    </a:cubicBezTo>
                    <a:cubicBezTo>
                      <a:pt x="197" y="74"/>
                      <a:pt x="202" y="69"/>
                      <a:pt x="204" y="61"/>
                    </a:cubicBezTo>
                    <a:cubicBezTo>
                      <a:pt x="204" y="61"/>
                      <a:pt x="204" y="61"/>
                      <a:pt x="204" y="61"/>
                    </a:cubicBezTo>
                    <a:cubicBezTo>
                      <a:pt x="206" y="54"/>
                      <a:pt x="204" y="47"/>
                      <a:pt x="199" y="46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2" name="Freeform 1021">
                <a:extLst>
                  <a:ext uri="{FF2B5EF4-FFF2-40B4-BE49-F238E27FC236}">
                    <a16:creationId xmlns:a16="http://schemas.microsoft.com/office/drawing/2014/main" id="{CC1D967B-F741-48DF-AB9C-A18B62C55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3068"/>
                <a:ext cx="184" cy="56"/>
              </a:xfrm>
              <a:custGeom>
                <a:avLst/>
                <a:gdLst>
                  <a:gd name="T0" fmla="*/ 204 w 180"/>
                  <a:gd name="T1" fmla="*/ 66 h 54"/>
                  <a:gd name="T2" fmla="*/ 0 w 180"/>
                  <a:gd name="T3" fmla="*/ 0 h 54"/>
                  <a:gd name="T4" fmla="*/ 204 w 180"/>
                  <a:gd name="T5" fmla="*/ 66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4">
                    <a:moveTo>
                      <a:pt x="180" y="5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6" y="24"/>
                      <a:pt x="180" y="5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3" name="Freeform 1022">
                <a:extLst>
                  <a:ext uri="{FF2B5EF4-FFF2-40B4-BE49-F238E27FC236}">
                    <a16:creationId xmlns:a16="http://schemas.microsoft.com/office/drawing/2014/main" id="{326FB141-B08A-43D9-8414-2F8A6BC3A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3103"/>
                <a:ext cx="16" cy="23"/>
              </a:xfrm>
              <a:custGeom>
                <a:avLst/>
                <a:gdLst>
                  <a:gd name="T0" fmla="*/ 10 w 16"/>
                  <a:gd name="T1" fmla="*/ 28 h 22"/>
                  <a:gd name="T2" fmla="*/ 16 w 16"/>
                  <a:gd name="T3" fmla="*/ 0 h 22"/>
                  <a:gd name="T4" fmla="*/ 4 w 16"/>
                  <a:gd name="T5" fmla="*/ 9 h 22"/>
                  <a:gd name="T6" fmla="*/ 9 w 16"/>
                  <a:gd name="T7" fmla="*/ 2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0" y="22"/>
                    </a:moveTo>
                    <a:cubicBezTo>
                      <a:pt x="0" y="17"/>
                      <a:pt x="11" y="4"/>
                      <a:pt x="16" y="0"/>
                    </a:cubicBezTo>
                    <a:cubicBezTo>
                      <a:pt x="9" y="0"/>
                      <a:pt x="5" y="2"/>
                      <a:pt x="4" y="9"/>
                    </a:cubicBezTo>
                    <a:cubicBezTo>
                      <a:pt x="3" y="14"/>
                      <a:pt x="4" y="20"/>
                      <a:pt x="9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4" name="Freeform 1023">
                <a:extLst>
                  <a:ext uri="{FF2B5EF4-FFF2-40B4-BE49-F238E27FC236}">
                    <a16:creationId xmlns:a16="http://schemas.microsoft.com/office/drawing/2014/main" id="{0EE09F64-34BD-45A2-90E1-CC4160284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3054"/>
                <a:ext cx="183" cy="48"/>
              </a:xfrm>
              <a:custGeom>
                <a:avLst/>
                <a:gdLst>
                  <a:gd name="T0" fmla="*/ 203 w 179"/>
                  <a:gd name="T1" fmla="*/ 50 h 47"/>
                  <a:gd name="T2" fmla="*/ 0 w 179"/>
                  <a:gd name="T3" fmla="*/ 0 h 47"/>
                  <a:gd name="T4" fmla="*/ 203 w 179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47">
                    <a:moveTo>
                      <a:pt x="179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70" y="47"/>
                      <a:pt x="179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5" name="Freeform 1024">
                <a:extLst>
                  <a:ext uri="{FF2B5EF4-FFF2-40B4-BE49-F238E27FC236}">
                    <a16:creationId xmlns:a16="http://schemas.microsoft.com/office/drawing/2014/main" id="{A40D8126-8C35-4530-8212-AFEF02CB2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3053"/>
                <a:ext cx="210" cy="76"/>
              </a:xfrm>
              <a:custGeom>
                <a:avLst/>
                <a:gdLst>
                  <a:gd name="T0" fmla="*/ 12 w 206"/>
                  <a:gd name="T1" fmla="*/ 1 h 74"/>
                  <a:gd name="T2" fmla="*/ 1 w 206"/>
                  <a:gd name="T3" fmla="*/ 7 h 74"/>
                  <a:gd name="T4" fmla="*/ 1 w 206"/>
                  <a:gd name="T5" fmla="*/ 7 h 74"/>
                  <a:gd name="T6" fmla="*/ 7 w 206"/>
                  <a:gd name="T7" fmla="*/ 18 h 74"/>
                  <a:gd name="T8" fmla="*/ 216 w 206"/>
                  <a:gd name="T9" fmla="*/ 85 h 74"/>
                  <a:gd name="T10" fmla="*/ 228 w 206"/>
                  <a:gd name="T11" fmla="*/ 74 h 74"/>
                  <a:gd name="T12" fmla="*/ 228 w 206"/>
                  <a:gd name="T13" fmla="*/ 74 h 74"/>
                  <a:gd name="T14" fmla="*/ 224 w 206"/>
                  <a:gd name="T15" fmla="*/ 52 h 74"/>
                  <a:gd name="T16" fmla="*/ 12 w 206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4">
                    <a:moveTo>
                      <a:pt x="12" y="1"/>
                    </a:moveTo>
                    <a:cubicBezTo>
                      <a:pt x="7" y="0"/>
                      <a:pt x="2" y="3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2"/>
                      <a:pt x="3" y="17"/>
                      <a:pt x="7" y="18"/>
                    </a:cubicBezTo>
                    <a:cubicBezTo>
                      <a:pt x="192" y="73"/>
                      <a:pt x="192" y="73"/>
                      <a:pt x="192" y="73"/>
                    </a:cubicBezTo>
                    <a:cubicBezTo>
                      <a:pt x="197" y="74"/>
                      <a:pt x="202" y="69"/>
                      <a:pt x="204" y="62"/>
                    </a:cubicBezTo>
                    <a:cubicBezTo>
                      <a:pt x="204" y="62"/>
                      <a:pt x="204" y="62"/>
                      <a:pt x="204" y="62"/>
                    </a:cubicBezTo>
                    <a:cubicBezTo>
                      <a:pt x="206" y="54"/>
                      <a:pt x="204" y="47"/>
                      <a:pt x="200" y="46"/>
                    </a:cubicBezTo>
                    <a:lnTo>
                      <a:pt x="12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6" name="Freeform 1025">
                <a:extLst>
                  <a:ext uri="{FF2B5EF4-FFF2-40B4-BE49-F238E27FC236}">
                    <a16:creationId xmlns:a16="http://schemas.microsoft.com/office/drawing/2014/main" id="{E8F3EAF5-8DFE-48F8-9490-C00F5CFAB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3258"/>
                <a:ext cx="190" cy="128"/>
              </a:xfrm>
              <a:custGeom>
                <a:avLst/>
                <a:gdLst>
                  <a:gd name="T0" fmla="*/ 15 w 186"/>
                  <a:gd name="T1" fmla="*/ 3 h 126"/>
                  <a:gd name="T2" fmla="*/ 3 w 186"/>
                  <a:gd name="T3" fmla="*/ 6 h 126"/>
                  <a:gd name="T4" fmla="*/ 3 w 186"/>
                  <a:gd name="T5" fmla="*/ 6 h 126"/>
                  <a:gd name="T6" fmla="*/ 5 w 186"/>
                  <a:gd name="T7" fmla="*/ 18 h 126"/>
                  <a:gd name="T8" fmla="*/ 191 w 186"/>
                  <a:gd name="T9" fmla="*/ 135 h 126"/>
                  <a:gd name="T10" fmla="*/ 206 w 186"/>
                  <a:gd name="T11" fmla="*/ 128 h 126"/>
                  <a:gd name="T12" fmla="*/ 206 w 186"/>
                  <a:gd name="T13" fmla="*/ 128 h 126"/>
                  <a:gd name="T14" fmla="*/ 206 w 186"/>
                  <a:gd name="T15" fmla="*/ 112 h 126"/>
                  <a:gd name="T16" fmla="*/ 15 w 186"/>
                  <a:gd name="T17" fmla="*/ 3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6">
                    <a:moveTo>
                      <a:pt x="15" y="3"/>
                    </a:moveTo>
                    <a:cubicBezTo>
                      <a:pt x="11" y="0"/>
                      <a:pt x="5" y="2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10"/>
                      <a:pt x="1" y="15"/>
                      <a:pt x="5" y="18"/>
                    </a:cubicBezTo>
                    <a:cubicBezTo>
                      <a:pt x="167" y="123"/>
                      <a:pt x="167" y="123"/>
                      <a:pt x="167" y="123"/>
                    </a:cubicBezTo>
                    <a:cubicBezTo>
                      <a:pt x="171" y="126"/>
                      <a:pt x="178" y="123"/>
                      <a:pt x="182" y="116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6" y="110"/>
                      <a:pt x="186" y="102"/>
                      <a:pt x="182" y="100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7" name="Freeform 1026">
                <a:extLst>
                  <a:ext uri="{FF2B5EF4-FFF2-40B4-BE49-F238E27FC236}">
                    <a16:creationId xmlns:a16="http://schemas.microsoft.com/office/drawing/2014/main" id="{1AC1CDFE-FB4D-4E73-B29E-A7B91DC32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3274"/>
                <a:ext cx="161" cy="105"/>
              </a:xfrm>
              <a:custGeom>
                <a:avLst/>
                <a:gdLst>
                  <a:gd name="T0" fmla="*/ 182 w 157"/>
                  <a:gd name="T1" fmla="*/ 115 h 103"/>
                  <a:gd name="T2" fmla="*/ 0 w 157"/>
                  <a:gd name="T3" fmla="*/ 0 h 103"/>
                  <a:gd name="T4" fmla="*/ 182 w 157"/>
                  <a:gd name="T5" fmla="*/ 115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103">
                    <a:moveTo>
                      <a:pt x="157" y="10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4" y="62"/>
                      <a:pt x="157" y="103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8" name="Freeform 1027">
                <a:extLst>
                  <a:ext uri="{FF2B5EF4-FFF2-40B4-BE49-F238E27FC236}">
                    <a16:creationId xmlns:a16="http://schemas.microsoft.com/office/drawing/2014/main" id="{A52B069B-237F-4AE9-B383-08507F932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3362"/>
                <a:ext cx="20" cy="21"/>
              </a:xfrm>
              <a:custGeom>
                <a:avLst/>
                <a:gdLst>
                  <a:gd name="T0" fmla="*/ 8 w 20"/>
                  <a:gd name="T1" fmla="*/ 21 h 21"/>
                  <a:gd name="T2" fmla="*/ 20 w 20"/>
                  <a:gd name="T3" fmla="*/ 2 h 21"/>
                  <a:gd name="T4" fmla="*/ 6 w 20"/>
                  <a:gd name="T5" fmla="*/ 7 h 21"/>
                  <a:gd name="T6" fmla="*/ 7 w 20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8" y="21"/>
                    </a:moveTo>
                    <a:cubicBezTo>
                      <a:pt x="0" y="13"/>
                      <a:pt x="15" y="4"/>
                      <a:pt x="20" y="2"/>
                    </a:cubicBezTo>
                    <a:cubicBezTo>
                      <a:pt x="14" y="0"/>
                      <a:pt x="9" y="0"/>
                      <a:pt x="6" y="7"/>
                    </a:cubicBezTo>
                    <a:cubicBezTo>
                      <a:pt x="3" y="11"/>
                      <a:pt x="3" y="17"/>
                      <a:pt x="7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9" name="Freeform 1028">
                <a:extLst>
                  <a:ext uri="{FF2B5EF4-FFF2-40B4-BE49-F238E27FC236}">
                    <a16:creationId xmlns:a16="http://schemas.microsoft.com/office/drawing/2014/main" id="{F8CC1C3F-4438-4912-9222-6F6AACC2B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3261"/>
                <a:ext cx="163" cy="96"/>
              </a:xfrm>
              <a:custGeom>
                <a:avLst/>
                <a:gdLst>
                  <a:gd name="T0" fmla="*/ 184 w 159"/>
                  <a:gd name="T1" fmla="*/ 106 h 94"/>
                  <a:gd name="T2" fmla="*/ 0 w 159"/>
                  <a:gd name="T3" fmla="*/ 0 h 94"/>
                  <a:gd name="T4" fmla="*/ 184 w 159"/>
                  <a:gd name="T5" fmla="*/ 106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94">
                    <a:moveTo>
                      <a:pt x="159" y="9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50" y="94"/>
                      <a:pt x="159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0" name="Freeform 1029">
                <a:extLst>
                  <a:ext uri="{FF2B5EF4-FFF2-40B4-BE49-F238E27FC236}">
                    <a16:creationId xmlns:a16="http://schemas.microsoft.com/office/drawing/2014/main" id="{D4C8330D-B012-4C60-AABF-7395265F1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3259"/>
                <a:ext cx="190" cy="127"/>
              </a:xfrm>
              <a:custGeom>
                <a:avLst/>
                <a:gdLst>
                  <a:gd name="T0" fmla="*/ 15 w 186"/>
                  <a:gd name="T1" fmla="*/ 2 h 125"/>
                  <a:gd name="T2" fmla="*/ 3 w 186"/>
                  <a:gd name="T3" fmla="*/ 5 h 125"/>
                  <a:gd name="T4" fmla="*/ 3 w 186"/>
                  <a:gd name="T5" fmla="*/ 5 h 125"/>
                  <a:gd name="T6" fmla="*/ 5 w 186"/>
                  <a:gd name="T7" fmla="*/ 17 h 125"/>
                  <a:gd name="T8" fmla="*/ 191 w 186"/>
                  <a:gd name="T9" fmla="*/ 135 h 125"/>
                  <a:gd name="T10" fmla="*/ 206 w 186"/>
                  <a:gd name="T11" fmla="*/ 128 h 125"/>
                  <a:gd name="T12" fmla="*/ 206 w 186"/>
                  <a:gd name="T13" fmla="*/ 128 h 125"/>
                  <a:gd name="T14" fmla="*/ 206 w 186"/>
                  <a:gd name="T15" fmla="*/ 111 h 125"/>
                  <a:gd name="T16" fmla="*/ 15 w 186"/>
                  <a:gd name="T17" fmla="*/ 2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5">
                    <a:moveTo>
                      <a:pt x="15" y="2"/>
                    </a:moveTo>
                    <a:cubicBezTo>
                      <a:pt x="11" y="0"/>
                      <a:pt x="5" y="1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9"/>
                      <a:pt x="1" y="15"/>
                      <a:pt x="5" y="17"/>
                    </a:cubicBezTo>
                    <a:cubicBezTo>
                      <a:pt x="167" y="123"/>
                      <a:pt x="167" y="123"/>
                      <a:pt x="167" y="123"/>
                    </a:cubicBezTo>
                    <a:cubicBezTo>
                      <a:pt x="171" y="125"/>
                      <a:pt x="178" y="122"/>
                      <a:pt x="182" y="116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6" y="109"/>
                      <a:pt x="186" y="102"/>
                      <a:pt x="182" y="99"/>
                    </a:cubicBezTo>
                    <a:lnTo>
                      <a:pt x="15" y="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1" name="Freeform 1030">
                <a:extLst>
                  <a:ext uri="{FF2B5EF4-FFF2-40B4-BE49-F238E27FC236}">
                    <a16:creationId xmlns:a16="http://schemas.microsoft.com/office/drawing/2014/main" id="{6470CD2F-0E07-4338-82A5-7E78B37DA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3412"/>
                <a:ext cx="172" cy="152"/>
              </a:xfrm>
              <a:custGeom>
                <a:avLst/>
                <a:gdLst>
                  <a:gd name="T0" fmla="*/ 15 w 169"/>
                  <a:gd name="T1" fmla="*/ 3 h 149"/>
                  <a:gd name="T2" fmla="*/ 3 w 169"/>
                  <a:gd name="T3" fmla="*/ 4 h 149"/>
                  <a:gd name="T4" fmla="*/ 3 w 169"/>
                  <a:gd name="T5" fmla="*/ 4 h 149"/>
                  <a:gd name="T6" fmla="*/ 4 w 169"/>
                  <a:gd name="T7" fmla="*/ 17 h 149"/>
                  <a:gd name="T8" fmla="*/ 165 w 169"/>
                  <a:gd name="T9" fmla="*/ 164 h 149"/>
                  <a:gd name="T10" fmla="*/ 181 w 169"/>
                  <a:gd name="T11" fmla="*/ 159 h 149"/>
                  <a:gd name="T12" fmla="*/ 181 w 169"/>
                  <a:gd name="T13" fmla="*/ 159 h 149"/>
                  <a:gd name="T14" fmla="*/ 183 w 169"/>
                  <a:gd name="T15" fmla="*/ 143 h 149"/>
                  <a:gd name="T16" fmla="*/ 15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" y="3"/>
                    </a:moveTo>
                    <a:cubicBezTo>
                      <a:pt x="12" y="0"/>
                      <a:pt x="6" y="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8"/>
                      <a:pt x="0" y="13"/>
                      <a:pt x="4" y="17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1" y="149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5"/>
                      <a:pt x="169" y="128"/>
                      <a:pt x="165" y="125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2" name="Freeform 1031">
                <a:extLst>
                  <a:ext uri="{FF2B5EF4-FFF2-40B4-BE49-F238E27FC236}">
                    <a16:creationId xmlns:a16="http://schemas.microsoft.com/office/drawing/2014/main" id="{93FC78FD-9040-47BB-8CA6-40254003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3427"/>
                <a:ext cx="142" cy="129"/>
              </a:xfrm>
              <a:custGeom>
                <a:avLst/>
                <a:gdLst>
                  <a:gd name="T0" fmla="*/ 157 w 139"/>
                  <a:gd name="T1" fmla="*/ 144 h 126"/>
                  <a:gd name="T2" fmla="*/ 0 w 139"/>
                  <a:gd name="T3" fmla="*/ 0 h 126"/>
                  <a:gd name="T4" fmla="*/ 157 w 139"/>
                  <a:gd name="T5" fmla="*/ 144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6">
                    <a:moveTo>
                      <a:pt x="139" y="12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2" y="81"/>
                      <a:pt x="139" y="12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3" name="Freeform 1032">
                <a:extLst>
                  <a:ext uri="{FF2B5EF4-FFF2-40B4-BE49-F238E27FC236}">
                    <a16:creationId xmlns:a16="http://schemas.microsoft.com/office/drawing/2014/main" id="{4B4976B9-9D97-4A91-9E2F-D5EE5D4B8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3541"/>
                <a:ext cx="22" cy="20"/>
              </a:xfrm>
              <a:custGeom>
                <a:avLst/>
                <a:gdLst>
                  <a:gd name="T0" fmla="*/ 8 w 22"/>
                  <a:gd name="T1" fmla="*/ 20 h 20"/>
                  <a:gd name="T2" fmla="*/ 22 w 22"/>
                  <a:gd name="T3" fmla="*/ 3 h 20"/>
                  <a:gd name="T4" fmla="*/ 7 w 22"/>
                  <a:gd name="T5" fmla="*/ 6 h 20"/>
                  <a:gd name="T6" fmla="*/ 6 w 22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8" y="20"/>
                    </a:moveTo>
                    <a:cubicBezTo>
                      <a:pt x="0" y="11"/>
                      <a:pt x="16" y="4"/>
                      <a:pt x="22" y="3"/>
                    </a:cubicBezTo>
                    <a:cubicBezTo>
                      <a:pt x="16" y="0"/>
                      <a:pt x="12" y="0"/>
                      <a:pt x="7" y="6"/>
                    </a:cubicBezTo>
                    <a:cubicBezTo>
                      <a:pt x="4" y="10"/>
                      <a:pt x="3" y="16"/>
                      <a:pt x="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4" name="Freeform 1033">
                <a:extLst>
                  <a:ext uri="{FF2B5EF4-FFF2-40B4-BE49-F238E27FC236}">
                    <a16:creationId xmlns:a16="http://schemas.microsoft.com/office/drawing/2014/main" id="{F3B2D17A-AF14-4C0E-91B1-BBDD3A947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3415"/>
                <a:ext cx="146" cy="121"/>
              </a:xfrm>
              <a:custGeom>
                <a:avLst/>
                <a:gdLst>
                  <a:gd name="T0" fmla="*/ 161 w 143"/>
                  <a:gd name="T1" fmla="*/ 136 h 118"/>
                  <a:gd name="T2" fmla="*/ 0 w 143"/>
                  <a:gd name="T3" fmla="*/ 0 h 118"/>
                  <a:gd name="T4" fmla="*/ 161 w 143"/>
                  <a:gd name="T5" fmla="*/ 136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8">
                    <a:moveTo>
                      <a:pt x="143" y="11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4" y="116"/>
                      <a:pt x="143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5" name="Freeform 1034">
                <a:extLst>
                  <a:ext uri="{FF2B5EF4-FFF2-40B4-BE49-F238E27FC236}">
                    <a16:creationId xmlns:a16="http://schemas.microsoft.com/office/drawing/2014/main" id="{005B5829-7DC8-4BC2-A07A-F12007ECB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3412"/>
                <a:ext cx="172" cy="153"/>
              </a:xfrm>
              <a:custGeom>
                <a:avLst/>
                <a:gdLst>
                  <a:gd name="T0" fmla="*/ 15 w 169"/>
                  <a:gd name="T1" fmla="*/ 4 h 150"/>
                  <a:gd name="T2" fmla="*/ 3 w 169"/>
                  <a:gd name="T3" fmla="*/ 5 h 150"/>
                  <a:gd name="T4" fmla="*/ 3 w 169"/>
                  <a:gd name="T5" fmla="*/ 5 h 150"/>
                  <a:gd name="T6" fmla="*/ 4 w 169"/>
                  <a:gd name="T7" fmla="*/ 17 h 150"/>
                  <a:gd name="T8" fmla="*/ 165 w 169"/>
                  <a:gd name="T9" fmla="*/ 164 h 150"/>
                  <a:gd name="T10" fmla="*/ 181 w 169"/>
                  <a:gd name="T11" fmla="*/ 159 h 150"/>
                  <a:gd name="T12" fmla="*/ 181 w 169"/>
                  <a:gd name="T13" fmla="*/ 159 h 150"/>
                  <a:gd name="T14" fmla="*/ 183 w 169"/>
                  <a:gd name="T15" fmla="*/ 143 h 150"/>
                  <a:gd name="T16" fmla="*/ 15 w 169"/>
                  <a:gd name="T17" fmla="*/ 4 h 1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50">
                    <a:moveTo>
                      <a:pt x="15" y="4"/>
                    </a:moveTo>
                    <a:cubicBezTo>
                      <a:pt x="12" y="0"/>
                      <a:pt x="6" y="1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8"/>
                      <a:pt x="0" y="14"/>
                      <a:pt x="4" y="17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1" y="150"/>
                      <a:pt x="158" y="147"/>
                      <a:pt x="163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8" y="136"/>
                      <a:pt x="169" y="128"/>
                      <a:pt x="165" y="125"/>
                    </a:cubicBezTo>
                    <a:lnTo>
                      <a:pt x="15" y="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6" name="Freeform 1035">
                <a:extLst>
                  <a:ext uri="{FF2B5EF4-FFF2-40B4-BE49-F238E27FC236}">
                    <a16:creationId xmlns:a16="http://schemas.microsoft.com/office/drawing/2014/main" id="{82D14BD8-1B98-4B71-B295-2459824B9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3535"/>
                <a:ext cx="135" cy="186"/>
              </a:xfrm>
              <a:custGeom>
                <a:avLst/>
                <a:gdLst>
                  <a:gd name="T0" fmla="*/ 17 w 132"/>
                  <a:gd name="T1" fmla="*/ 5 h 182"/>
                  <a:gd name="T2" fmla="*/ 5 w 132"/>
                  <a:gd name="T3" fmla="*/ 3 h 182"/>
                  <a:gd name="T4" fmla="*/ 5 w 132"/>
                  <a:gd name="T5" fmla="*/ 3 h 182"/>
                  <a:gd name="T6" fmla="*/ 3 w 132"/>
                  <a:gd name="T7" fmla="*/ 15 h 182"/>
                  <a:gd name="T8" fmla="*/ 122 w 132"/>
                  <a:gd name="T9" fmla="*/ 202 h 182"/>
                  <a:gd name="T10" fmla="*/ 141 w 132"/>
                  <a:gd name="T11" fmla="*/ 201 h 182"/>
                  <a:gd name="T12" fmla="*/ 141 w 132"/>
                  <a:gd name="T13" fmla="*/ 201 h 182"/>
                  <a:gd name="T14" fmla="*/ 148 w 132"/>
                  <a:gd name="T15" fmla="*/ 186 h 182"/>
                  <a:gd name="T16" fmla="*/ 17 w 132"/>
                  <a:gd name="T17" fmla="*/ 5 h 1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2" h="182">
                    <a:moveTo>
                      <a:pt x="17" y="5"/>
                    </a:moveTo>
                    <a:cubicBezTo>
                      <a:pt x="15" y="1"/>
                      <a:pt x="9" y="0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1" y="6"/>
                      <a:pt x="0" y="11"/>
                      <a:pt x="3" y="15"/>
                    </a:cubicBezTo>
                    <a:cubicBezTo>
                      <a:pt x="106" y="178"/>
                      <a:pt x="106" y="178"/>
                      <a:pt x="106" y="178"/>
                    </a:cubicBezTo>
                    <a:cubicBezTo>
                      <a:pt x="109" y="182"/>
                      <a:pt x="116" y="182"/>
                      <a:pt x="123" y="177"/>
                    </a:cubicBezTo>
                    <a:cubicBezTo>
                      <a:pt x="123" y="177"/>
                      <a:pt x="123" y="177"/>
                      <a:pt x="123" y="177"/>
                    </a:cubicBezTo>
                    <a:cubicBezTo>
                      <a:pt x="129" y="173"/>
                      <a:pt x="132" y="166"/>
                      <a:pt x="130" y="162"/>
                    </a:cubicBezTo>
                    <a:lnTo>
                      <a:pt x="17" y="5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7" name="Freeform 1036">
                <a:extLst>
                  <a:ext uri="{FF2B5EF4-FFF2-40B4-BE49-F238E27FC236}">
                    <a16:creationId xmlns:a16="http://schemas.microsoft.com/office/drawing/2014/main" id="{74B3C268-D52C-4BCA-9169-714233E81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549"/>
                <a:ext cx="102" cy="163"/>
              </a:xfrm>
              <a:custGeom>
                <a:avLst/>
                <a:gdLst>
                  <a:gd name="T0" fmla="*/ 112 w 100"/>
                  <a:gd name="T1" fmla="*/ 184 h 159"/>
                  <a:gd name="T2" fmla="*/ 0 w 100"/>
                  <a:gd name="T3" fmla="*/ 0 h 159"/>
                  <a:gd name="T4" fmla="*/ 112 w 100"/>
                  <a:gd name="T5" fmla="*/ 184 h 1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159">
                    <a:moveTo>
                      <a:pt x="100" y="15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87" y="108"/>
                      <a:pt x="100" y="159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8" name="Freeform 1037">
                <a:extLst>
                  <a:ext uri="{FF2B5EF4-FFF2-40B4-BE49-F238E27FC236}">
                    <a16:creationId xmlns:a16="http://schemas.microsoft.com/office/drawing/2014/main" id="{0EF23068-CB49-45AF-86D8-4B36E25C0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3698"/>
                <a:ext cx="23" cy="20"/>
              </a:xfrm>
              <a:custGeom>
                <a:avLst/>
                <a:gdLst>
                  <a:gd name="T0" fmla="*/ 5 w 23"/>
                  <a:gd name="T1" fmla="*/ 25 h 19"/>
                  <a:gd name="T2" fmla="*/ 23 w 23"/>
                  <a:gd name="T3" fmla="*/ 6 h 19"/>
                  <a:gd name="T4" fmla="*/ 8 w 23"/>
                  <a:gd name="T5" fmla="*/ 5 h 19"/>
                  <a:gd name="T6" fmla="*/ 4 w 23"/>
                  <a:gd name="T7" fmla="*/ 2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5" y="19"/>
                    </a:moveTo>
                    <a:cubicBezTo>
                      <a:pt x="0" y="9"/>
                      <a:pt x="17" y="6"/>
                      <a:pt x="23" y="6"/>
                    </a:cubicBezTo>
                    <a:cubicBezTo>
                      <a:pt x="18" y="2"/>
                      <a:pt x="14" y="0"/>
                      <a:pt x="8" y="5"/>
                    </a:cubicBezTo>
                    <a:cubicBezTo>
                      <a:pt x="4" y="8"/>
                      <a:pt x="1" y="13"/>
                      <a:pt x="4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9" name="Freeform 1038">
                <a:extLst>
                  <a:ext uri="{FF2B5EF4-FFF2-40B4-BE49-F238E27FC236}">
                    <a16:creationId xmlns:a16="http://schemas.microsoft.com/office/drawing/2014/main" id="{7D2F3E9D-AB3F-4DC7-A6BA-3F02B3029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3540"/>
                <a:ext cx="109" cy="155"/>
              </a:xfrm>
              <a:custGeom>
                <a:avLst/>
                <a:gdLst>
                  <a:gd name="T0" fmla="*/ 119 w 107"/>
                  <a:gd name="T1" fmla="*/ 170 h 152"/>
                  <a:gd name="T2" fmla="*/ 0 w 107"/>
                  <a:gd name="T3" fmla="*/ 0 h 152"/>
                  <a:gd name="T4" fmla="*/ 119 w 107"/>
                  <a:gd name="T5" fmla="*/ 170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52">
                    <a:moveTo>
                      <a:pt x="107" y="15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8" y="148"/>
                      <a:pt x="107" y="1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0" name="Freeform 1039">
                <a:extLst>
                  <a:ext uri="{FF2B5EF4-FFF2-40B4-BE49-F238E27FC236}">
                    <a16:creationId xmlns:a16="http://schemas.microsoft.com/office/drawing/2014/main" id="{3A20CBD4-7B6F-4C22-932D-4B867B0E8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3536"/>
                <a:ext cx="135" cy="185"/>
              </a:xfrm>
              <a:custGeom>
                <a:avLst/>
                <a:gdLst>
                  <a:gd name="T0" fmla="*/ 17 w 132"/>
                  <a:gd name="T1" fmla="*/ 5 h 181"/>
                  <a:gd name="T2" fmla="*/ 5 w 132"/>
                  <a:gd name="T3" fmla="*/ 2 h 181"/>
                  <a:gd name="T4" fmla="*/ 5 w 132"/>
                  <a:gd name="T5" fmla="*/ 2 h 181"/>
                  <a:gd name="T6" fmla="*/ 3 w 132"/>
                  <a:gd name="T7" fmla="*/ 15 h 181"/>
                  <a:gd name="T8" fmla="*/ 122 w 132"/>
                  <a:gd name="T9" fmla="*/ 201 h 181"/>
                  <a:gd name="T10" fmla="*/ 141 w 132"/>
                  <a:gd name="T11" fmla="*/ 201 h 181"/>
                  <a:gd name="T12" fmla="*/ 141 w 132"/>
                  <a:gd name="T13" fmla="*/ 201 h 181"/>
                  <a:gd name="T14" fmla="*/ 148 w 132"/>
                  <a:gd name="T15" fmla="*/ 185 h 181"/>
                  <a:gd name="T16" fmla="*/ 17 w 132"/>
                  <a:gd name="T17" fmla="*/ 5 h 1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2" h="181">
                    <a:moveTo>
                      <a:pt x="17" y="5"/>
                    </a:moveTo>
                    <a:cubicBezTo>
                      <a:pt x="14" y="1"/>
                      <a:pt x="9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1" y="5"/>
                      <a:pt x="0" y="10"/>
                      <a:pt x="3" y="15"/>
                    </a:cubicBezTo>
                    <a:cubicBezTo>
                      <a:pt x="106" y="177"/>
                      <a:pt x="106" y="177"/>
                      <a:pt x="106" y="177"/>
                    </a:cubicBezTo>
                    <a:cubicBezTo>
                      <a:pt x="109" y="181"/>
                      <a:pt x="116" y="181"/>
                      <a:pt x="123" y="177"/>
                    </a:cubicBezTo>
                    <a:cubicBezTo>
                      <a:pt x="123" y="177"/>
                      <a:pt x="123" y="177"/>
                      <a:pt x="123" y="177"/>
                    </a:cubicBezTo>
                    <a:cubicBezTo>
                      <a:pt x="129" y="172"/>
                      <a:pt x="132" y="166"/>
                      <a:pt x="130" y="161"/>
                    </a:cubicBezTo>
                    <a:lnTo>
                      <a:pt x="17" y="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1" name="Freeform 1040">
                <a:extLst>
                  <a:ext uri="{FF2B5EF4-FFF2-40B4-BE49-F238E27FC236}">
                    <a16:creationId xmlns:a16="http://schemas.microsoft.com/office/drawing/2014/main" id="{761EFC3F-C201-4210-8337-30121076F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816"/>
                <a:ext cx="59" cy="43"/>
              </a:xfrm>
              <a:custGeom>
                <a:avLst/>
                <a:gdLst>
                  <a:gd name="T0" fmla="*/ 56 w 58"/>
                  <a:gd name="T1" fmla="*/ 29 h 42"/>
                  <a:gd name="T2" fmla="*/ 62 w 58"/>
                  <a:gd name="T3" fmla="*/ 40 h 42"/>
                  <a:gd name="T4" fmla="*/ 62 w 58"/>
                  <a:gd name="T5" fmla="*/ 40 h 42"/>
                  <a:gd name="T6" fmla="*/ 51 w 58"/>
                  <a:gd name="T7" fmla="*/ 46 h 42"/>
                  <a:gd name="T8" fmla="*/ 7 w 58"/>
                  <a:gd name="T9" fmla="*/ 34 h 42"/>
                  <a:gd name="T10" fmla="*/ 2 w 58"/>
                  <a:gd name="T11" fmla="*/ 12 h 42"/>
                  <a:gd name="T12" fmla="*/ 2 w 58"/>
                  <a:gd name="T13" fmla="*/ 12 h 42"/>
                  <a:gd name="T14" fmla="*/ 15 w 58"/>
                  <a:gd name="T15" fmla="*/ 1 h 42"/>
                  <a:gd name="T16" fmla="*/ 56 w 58"/>
                  <a:gd name="T17" fmla="*/ 29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42">
                    <a:moveTo>
                      <a:pt x="50" y="23"/>
                    </a:moveTo>
                    <a:cubicBezTo>
                      <a:pt x="55" y="25"/>
                      <a:pt x="58" y="30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5" y="39"/>
                      <a:pt x="50" y="42"/>
                      <a:pt x="45" y="4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2" y="27"/>
                      <a:pt x="0" y="20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5" y="5"/>
                      <a:pt x="10" y="0"/>
                      <a:pt x="15" y="1"/>
                    </a:cubicBezTo>
                    <a:lnTo>
                      <a:pt x="50" y="2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2" name="Freeform 1041">
                <a:extLst>
                  <a:ext uri="{FF2B5EF4-FFF2-40B4-BE49-F238E27FC236}">
                    <a16:creationId xmlns:a16="http://schemas.microsoft.com/office/drawing/2014/main" id="{C157FF94-54E5-43FC-A2BF-50855CEBA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841"/>
                <a:ext cx="54" cy="13"/>
              </a:xfrm>
              <a:custGeom>
                <a:avLst/>
                <a:gdLst>
                  <a:gd name="T0" fmla="*/ 0 w 53"/>
                  <a:gd name="T1" fmla="*/ 2 h 12"/>
                  <a:gd name="T2" fmla="*/ 39 w 53"/>
                  <a:gd name="T3" fmla="*/ 18 h 12"/>
                  <a:gd name="T4" fmla="*/ 0 w 53"/>
                  <a:gd name="T5" fmla="*/ 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2">
                    <a:moveTo>
                      <a:pt x="0" y="2"/>
                    </a:moveTo>
                    <a:cubicBezTo>
                      <a:pt x="33" y="12"/>
                      <a:pt x="33" y="12"/>
                      <a:pt x="33" y="12"/>
                    </a:cubicBezTo>
                    <a:cubicBezTo>
                      <a:pt x="33" y="12"/>
                      <a:pt x="53" y="0"/>
                      <a:pt x="0" y="2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3" name="Freeform 1042">
                <a:extLst>
                  <a:ext uri="{FF2B5EF4-FFF2-40B4-BE49-F238E27FC236}">
                    <a16:creationId xmlns:a16="http://schemas.microsoft.com/office/drawing/2014/main" id="{C76C68C0-BFD0-4CD2-BA5C-53EDFDDE5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819"/>
                <a:ext cx="16" cy="23"/>
              </a:xfrm>
              <a:custGeom>
                <a:avLst/>
                <a:gdLst>
                  <a:gd name="T0" fmla="*/ 0 w 16"/>
                  <a:gd name="T1" fmla="*/ 21 h 23"/>
                  <a:gd name="T2" fmla="*/ 7 w 16"/>
                  <a:gd name="T3" fmla="*/ 0 h 23"/>
                  <a:gd name="T4" fmla="*/ 13 w 16"/>
                  <a:gd name="T5" fmla="*/ 14 h 23"/>
                  <a:gd name="T6" fmla="*/ 1 w 16"/>
                  <a:gd name="T7" fmla="*/ 2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0" y="21"/>
                    </a:moveTo>
                    <a:cubicBezTo>
                      <a:pt x="12" y="23"/>
                      <a:pt x="9" y="5"/>
                      <a:pt x="7" y="0"/>
                    </a:cubicBezTo>
                    <a:cubicBezTo>
                      <a:pt x="12" y="3"/>
                      <a:pt x="16" y="7"/>
                      <a:pt x="13" y="14"/>
                    </a:cubicBezTo>
                    <a:cubicBezTo>
                      <a:pt x="11" y="19"/>
                      <a:pt x="7" y="23"/>
                      <a:pt x="1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4" name="Freeform 1043">
                <a:extLst>
                  <a:ext uri="{FF2B5EF4-FFF2-40B4-BE49-F238E27FC236}">
                    <a16:creationId xmlns:a16="http://schemas.microsoft.com/office/drawing/2014/main" id="{82244B8F-3478-4CFB-A0D1-1B8A726D3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821"/>
                <a:ext cx="29" cy="18"/>
              </a:xfrm>
              <a:custGeom>
                <a:avLst/>
                <a:gdLst>
                  <a:gd name="T0" fmla="*/ 0 w 28"/>
                  <a:gd name="T1" fmla="*/ 0 h 18"/>
                  <a:gd name="T2" fmla="*/ 34 w 28"/>
                  <a:gd name="T3" fmla="*/ 18 h 18"/>
                  <a:gd name="T4" fmla="*/ 0 w 2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7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5" name="Freeform 1044">
                <a:extLst>
                  <a:ext uri="{FF2B5EF4-FFF2-40B4-BE49-F238E27FC236}">
                    <a16:creationId xmlns:a16="http://schemas.microsoft.com/office/drawing/2014/main" id="{81DC4E1E-74AF-4265-8358-5240E647E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816"/>
                <a:ext cx="58" cy="43"/>
              </a:xfrm>
              <a:custGeom>
                <a:avLst/>
                <a:gdLst>
                  <a:gd name="T0" fmla="*/ 56 w 57"/>
                  <a:gd name="T1" fmla="*/ 29 h 42"/>
                  <a:gd name="T2" fmla="*/ 62 w 57"/>
                  <a:gd name="T3" fmla="*/ 40 h 42"/>
                  <a:gd name="T4" fmla="*/ 62 w 57"/>
                  <a:gd name="T5" fmla="*/ 40 h 42"/>
                  <a:gd name="T6" fmla="*/ 51 w 57"/>
                  <a:gd name="T7" fmla="*/ 46 h 42"/>
                  <a:gd name="T8" fmla="*/ 6 w 57"/>
                  <a:gd name="T9" fmla="*/ 34 h 42"/>
                  <a:gd name="T10" fmla="*/ 2 w 57"/>
                  <a:gd name="T11" fmla="*/ 12 h 42"/>
                  <a:gd name="T12" fmla="*/ 2 w 57"/>
                  <a:gd name="T13" fmla="*/ 12 h 42"/>
                  <a:gd name="T14" fmla="*/ 15 w 57"/>
                  <a:gd name="T15" fmla="*/ 1 h 42"/>
                  <a:gd name="T16" fmla="*/ 56 w 57"/>
                  <a:gd name="T17" fmla="*/ 29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42">
                    <a:moveTo>
                      <a:pt x="50" y="23"/>
                    </a:moveTo>
                    <a:cubicBezTo>
                      <a:pt x="55" y="25"/>
                      <a:pt x="57" y="30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4" y="39"/>
                      <a:pt x="49" y="42"/>
                      <a:pt x="45" y="40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2" y="27"/>
                      <a:pt x="0" y="20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5"/>
                      <a:pt x="10" y="0"/>
                      <a:pt x="15" y="1"/>
                    </a:cubicBezTo>
                    <a:lnTo>
                      <a:pt x="50" y="2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6" name="Freeform 1045">
                <a:extLst>
                  <a:ext uri="{FF2B5EF4-FFF2-40B4-BE49-F238E27FC236}">
                    <a16:creationId xmlns:a16="http://schemas.microsoft.com/office/drawing/2014/main" id="{C79A5B9B-D5D4-4F91-B335-DCC0537FD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582"/>
                <a:ext cx="51" cy="55"/>
              </a:xfrm>
              <a:custGeom>
                <a:avLst/>
                <a:gdLst>
                  <a:gd name="T0" fmla="*/ 57 w 49"/>
                  <a:gd name="T1" fmla="*/ 44 h 54"/>
                  <a:gd name="T2" fmla="*/ 58 w 49"/>
                  <a:gd name="T3" fmla="*/ 56 h 54"/>
                  <a:gd name="T4" fmla="*/ 58 w 49"/>
                  <a:gd name="T5" fmla="*/ 56 h 54"/>
                  <a:gd name="T6" fmla="*/ 41 w 49"/>
                  <a:gd name="T7" fmla="*/ 57 h 54"/>
                  <a:gd name="T8" fmla="*/ 3 w 49"/>
                  <a:gd name="T9" fmla="*/ 24 h 54"/>
                  <a:gd name="T10" fmla="*/ 6 w 49"/>
                  <a:gd name="T11" fmla="*/ 8 h 54"/>
                  <a:gd name="T12" fmla="*/ 6 w 49"/>
                  <a:gd name="T13" fmla="*/ 8 h 54"/>
                  <a:gd name="T14" fmla="*/ 29 w 49"/>
                  <a:gd name="T15" fmla="*/ 3 h 54"/>
                  <a:gd name="T16" fmla="*/ 57 w 49"/>
                  <a:gd name="T17" fmla="*/ 44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4">
                    <a:moveTo>
                      <a:pt x="45" y="38"/>
                    </a:moveTo>
                    <a:cubicBezTo>
                      <a:pt x="49" y="41"/>
                      <a:pt x="49" y="47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2" y="54"/>
                      <a:pt x="37" y="54"/>
                      <a:pt x="33" y="51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0" y="21"/>
                      <a:pt x="1" y="13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2" y="2"/>
                      <a:pt x="19" y="0"/>
                      <a:pt x="23" y="3"/>
                    </a:cubicBezTo>
                    <a:lnTo>
                      <a:pt x="45" y="3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7" name="Freeform 1046">
                <a:extLst>
                  <a:ext uri="{FF2B5EF4-FFF2-40B4-BE49-F238E27FC236}">
                    <a16:creationId xmlns:a16="http://schemas.microsoft.com/office/drawing/2014/main" id="{80B6851D-4F9F-41C4-9805-83272FE42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607"/>
                <a:ext cx="51" cy="24"/>
              </a:xfrm>
              <a:custGeom>
                <a:avLst/>
                <a:gdLst>
                  <a:gd name="T0" fmla="*/ 0 w 50"/>
                  <a:gd name="T1" fmla="*/ 0 h 23"/>
                  <a:gd name="T2" fmla="*/ 32 w 50"/>
                  <a:gd name="T3" fmla="*/ 29 h 23"/>
                  <a:gd name="T4" fmla="*/ 0 w 5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3">
                    <a:moveTo>
                      <a:pt x="0" y="0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50" y="21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8" name="Freeform 1047">
                <a:extLst>
                  <a:ext uri="{FF2B5EF4-FFF2-40B4-BE49-F238E27FC236}">
                    <a16:creationId xmlns:a16="http://schemas.microsoft.com/office/drawing/2014/main" id="{7980C26A-3E3D-494D-B4F6-CE92F515E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2585"/>
                <a:ext cx="20" cy="23"/>
              </a:xfrm>
              <a:custGeom>
                <a:avLst/>
                <a:gdLst>
                  <a:gd name="T0" fmla="*/ 0 w 20"/>
                  <a:gd name="T1" fmla="*/ 16 h 23"/>
                  <a:gd name="T2" fmla="*/ 15 w 20"/>
                  <a:gd name="T3" fmla="*/ 0 h 23"/>
                  <a:gd name="T4" fmla="*/ 14 w 20"/>
                  <a:gd name="T5" fmla="*/ 15 h 23"/>
                  <a:gd name="T6" fmla="*/ 0 w 20"/>
                  <a:gd name="T7" fmla="*/ 1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0" y="16"/>
                    </a:moveTo>
                    <a:cubicBezTo>
                      <a:pt x="9" y="23"/>
                      <a:pt x="15" y="6"/>
                      <a:pt x="15" y="0"/>
                    </a:cubicBezTo>
                    <a:cubicBezTo>
                      <a:pt x="19" y="5"/>
                      <a:pt x="20" y="10"/>
                      <a:pt x="14" y="15"/>
                    </a:cubicBezTo>
                    <a:cubicBezTo>
                      <a:pt x="10" y="19"/>
                      <a:pt x="5" y="21"/>
                      <a:pt x="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9" name="Freeform 1048">
                <a:extLst>
                  <a:ext uri="{FF2B5EF4-FFF2-40B4-BE49-F238E27FC236}">
                    <a16:creationId xmlns:a16="http://schemas.microsoft.com/office/drawing/2014/main" id="{FB152ABD-CDE4-4D52-AE8D-D82EFFD95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592"/>
                <a:ext cx="18" cy="28"/>
              </a:xfrm>
              <a:custGeom>
                <a:avLst/>
                <a:gdLst>
                  <a:gd name="T0" fmla="*/ 0 w 18"/>
                  <a:gd name="T1" fmla="*/ 0 h 28"/>
                  <a:gd name="T2" fmla="*/ 18 w 18"/>
                  <a:gd name="T3" fmla="*/ 28 h 28"/>
                  <a:gd name="T4" fmla="*/ 0 w 18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3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0" name="Freeform 1049">
                <a:extLst>
                  <a:ext uri="{FF2B5EF4-FFF2-40B4-BE49-F238E27FC236}">
                    <a16:creationId xmlns:a16="http://schemas.microsoft.com/office/drawing/2014/main" id="{542161DA-CEB7-4196-B3CC-488C8295D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582"/>
                <a:ext cx="51" cy="55"/>
              </a:xfrm>
              <a:custGeom>
                <a:avLst/>
                <a:gdLst>
                  <a:gd name="T0" fmla="*/ 57 w 49"/>
                  <a:gd name="T1" fmla="*/ 44 h 54"/>
                  <a:gd name="T2" fmla="*/ 58 w 49"/>
                  <a:gd name="T3" fmla="*/ 56 h 54"/>
                  <a:gd name="T4" fmla="*/ 58 w 49"/>
                  <a:gd name="T5" fmla="*/ 56 h 54"/>
                  <a:gd name="T6" fmla="*/ 43 w 49"/>
                  <a:gd name="T7" fmla="*/ 57 h 54"/>
                  <a:gd name="T8" fmla="*/ 4 w 49"/>
                  <a:gd name="T9" fmla="*/ 24 h 54"/>
                  <a:gd name="T10" fmla="*/ 7 w 49"/>
                  <a:gd name="T11" fmla="*/ 8 h 54"/>
                  <a:gd name="T12" fmla="*/ 7 w 49"/>
                  <a:gd name="T13" fmla="*/ 8 h 54"/>
                  <a:gd name="T14" fmla="*/ 29 w 49"/>
                  <a:gd name="T15" fmla="*/ 3 h 54"/>
                  <a:gd name="T16" fmla="*/ 57 w 49"/>
                  <a:gd name="T17" fmla="*/ 44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4">
                    <a:moveTo>
                      <a:pt x="45" y="38"/>
                    </a:moveTo>
                    <a:cubicBezTo>
                      <a:pt x="49" y="41"/>
                      <a:pt x="49" y="47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3" y="54"/>
                      <a:pt x="37" y="54"/>
                      <a:pt x="34" y="51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0" y="21"/>
                      <a:pt x="2" y="13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2"/>
                      <a:pt x="20" y="0"/>
                      <a:pt x="23" y="3"/>
                    </a:cubicBezTo>
                    <a:lnTo>
                      <a:pt x="45" y="3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1" name="Freeform 1050">
                <a:extLst>
                  <a:ext uri="{FF2B5EF4-FFF2-40B4-BE49-F238E27FC236}">
                    <a16:creationId xmlns:a16="http://schemas.microsoft.com/office/drawing/2014/main" id="{BB282D88-80F3-4857-A5E5-EB2764DE0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3051"/>
                <a:ext cx="61" cy="29"/>
              </a:xfrm>
              <a:custGeom>
                <a:avLst/>
                <a:gdLst>
                  <a:gd name="T0" fmla="*/ 61 w 59"/>
                  <a:gd name="T1" fmla="*/ 9 h 28"/>
                  <a:gd name="T2" fmla="*/ 71 w 59"/>
                  <a:gd name="T3" fmla="*/ 23 h 28"/>
                  <a:gd name="T4" fmla="*/ 71 w 59"/>
                  <a:gd name="T5" fmla="*/ 23 h 28"/>
                  <a:gd name="T6" fmla="*/ 62 w 59"/>
                  <a:gd name="T7" fmla="*/ 33 h 28"/>
                  <a:gd name="T8" fmla="*/ 10 w 59"/>
                  <a:gd name="T9" fmla="*/ 34 h 28"/>
                  <a:gd name="T10" fmla="*/ 1 w 59"/>
                  <a:gd name="T11" fmla="*/ 21 h 28"/>
                  <a:gd name="T12" fmla="*/ 1 w 59"/>
                  <a:gd name="T13" fmla="*/ 21 h 28"/>
                  <a:gd name="T14" fmla="*/ 9 w 59"/>
                  <a:gd name="T15" fmla="*/ 0 h 28"/>
                  <a:gd name="T16" fmla="*/ 61 w 59"/>
                  <a:gd name="T17" fmla="*/ 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28">
                    <a:moveTo>
                      <a:pt x="49" y="9"/>
                    </a:moveTo>
                    <a:cubicBezTo>
                      <a:pt x="54" y="9"/>
                      <a:pt x="58" y="13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22"/>
                      <a:pt x="55" y="26"/>
                      <a:pt x="50" y="27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5" y="28"/>
                      <a:pt x="1" y="22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7"/>
                      <a:pt x="4" y="0"/>
                      <a:pt x="9" y="0"/>
                    </a:cubicBezTo>
                    <a:lnTo>
                      <a:pt x="49" y="9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2" name="Freeform 1051">
                <a:extLst>
                  <a:ext uri="{FF2B5EF4-FFF2-40B4-BE49-F238E27FC236}">
                    <a16:creationId xmlns:a16="http://schemas.microsoft.com/office/drawing/2014/main" id="{B1FC26BD-D33B-44F1-BDD5-2A4A206D7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3056"/>
                <a:ext cx="51" cy="21"/>
              </a:xfrm>
              <a:custGeom>
                <a:avLst/>
                <a:gdLst>
                  <a:gd name="T0" fmla="*/ 0 w 50"/>
                  <a:gd name="T1" fmla="*/ 26 h 20"/>
                  <a:gd name="T2" fmla="*/ 41 w 50"/>
                  <a:gd name="T3" fmla="*/ 24 h 20"/>
                  <a:gd name="T4" fmla="*/ 0 w 50"/>
                  <a:gd name="T5" fmla="*/ 2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0">
                    <a:moveTo>
                      <a:pt x="0" y="20"/>
                    </a:move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8"/>
                      <a:pt x="50" y="0"/>
                      <a:pt x="0" y="2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3" name="Freeform 1052">
                <a:extLst>
                  <a:ext uri="{FF2B5EF4-FFF2-40B4-BE49-F238E27FC236}">
                    <a16:creationId xmlns:a16="http://schemas.microsoft.com/office/drawing/2014/main" id="{520E3F29-A034-4D3F-A3FB-8159FE414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3054"/>
                <a:ext cx="14" cy="24"/>
              </a:xfrm>
              <a:custGeom>
                <a:avLst/>
                <a:gdLst>
                  <a:gd name="T0" fmla="*/ 2 w 13"/>
                  <a:gd name="T1" fmla="*/ 28 h 23"/>
                  <a:gd name="T2" fmla="*/ 0 w 13"/>
                  <a:gd name="T3" fmla="*/ 0 h 23"/>
                  <a:gd name="T4" fmla="*/ 17 w 13"/>
                  <a:gd name="T5" fmla="*/ 11 h 23"/>
                  <a:gd name="T6" fmla="*/ 3 w 13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2" y="22"/>
                    </a:moveTo>
                    <a:cubicBezTo>
                      <a:pt x="13" y="20"/>
                      <a:pt x="4" y="4"/>
                      <a:pt x="0" y="0"/>
                    </a:cubicBezTo>
                    <a:cubicBezTo>
                      <a:pt x="7" y="2"/>
                      <a:pt x="11" y="4"/>
                      <a:pt x="11" y="11"/>
                    </a:cubicBezTo>
                    <a:cubicBezTo>
                      <a:pt x="11" y="17"/>
                      <a:pt x="8" y="22"/>
                      <a:pt x="3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4" name="Freeform 1053">
                <a:extLst>
                  <a:ext uri="{FF2B5EF4-FFF2-40B4-BE49-F238E27FC236}">
                    <a16:creationId xmlns:a16="http://schemas.microsoft.com/office/drawing/2014/main" id="{A79DFBE4-C39D-4B36-B084-0A7EA19CC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3052"/>
                <a:ext cx="32" cy="8"/>
              </a:xfrm>
              <a:custGeom>
                <a:avLst/>
                <a:gdLst>
                  <a:gd name="T0" fmla="*/ 0 w 32"/>
                  <a:gd name="T1" fmla="*/ 0 h 8"/>
                  <a:gd name="T2" fmla="*/ 32 w 32"/>
                  <a:gd name="T3" fmla="*/ 8 h 8"/>
                  <a:gd name="T4" fmla="*/ 0 w 32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8">
                    <a:moveTo>
                      <a:pt x="0" y="0"/>
                    </a:move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8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5" name="Freeform 1054">
                <a:extLst>
                  <a:ext uri="{FF2B5EF4-FFF2-40B4-BE49-F238E27FC236}">
                    <a16:creationId xmlns:a16="http://schemas.microsoft.com/office/drawing/2014/main" id="{8448C355-92A9-41FD-92A0-ED50D704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3051"/>
                <a:ext cx="61" cy="30"/>
              </a:xfrm>
              <a:custGeom>
                <a:avLst/>
                <a:gdLst>
                  <a:gd name="T0" fmla="*/ 61 w 59"/>
                  <a:gd name="T1" fmla="*/ 9 h 29"/>
                  <a:gd name="T2" fmla="*/ 70 w 59"/>
                  <a:gd name="T3" fmla="*/ 24 h 29"/>
                  <a:gd name="T4" fmla="*/ 70 w 59"/>
                  <a:gd name="T5" fmla="*/ 24 h 29"/>
                  <a:gd name="T6" fmla="*/ 62 w 59"/>
                  <a:gd name="T7" fmla="*/ 33 h 29"/>
                  <a:gd name="T8" fmla="*/ 10 w 59"/>
                  <a:gd name="T9" fmla="*/ 35 h 29"/>
                  <a:gd name="T10" fmla="*/ 0 w 59"/>
                  <a:gd name="T11" fmla="*/ 21 h 29"/>
                  <a:gd name="T12" fmla="*/ 0 w 59"/>
                  <a:gd name="T13" fmla="*/ 21 h 29"/>
                  <a:gd name="T14" fmla="*/ 8 w 59"/>
                  <a:gd name="T15" fmla="*/ 0 h 29"/>
                  <a:gd name="T16" fmla="*/ 61 w 59"/>
                  <a:gd name="T17" fmla="*/ 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29">
                    <a:moveTo>
                      <a:pt x="49" y="9"/>
                    </a:moveTo>
                    <a:cubicBezTo>
                      <a:pt x="54" y="9"/>
                      <a:pt x="58" y="13"/>
                      <a:pt x="58" y="18"/>
                    </a:cubicBezTo>
                    <a:cubicBezTo>
                      <a:pt x="58" y="18"/>
                      <a:pt x="58" y="18"/>
                      <a:pt x="58" y="18"/>
                    </a:cubicBezTo>
                    <a:cubicBezTo>
                      <a:pt x="59" y="23"/>
                      <a:pt x="55" y="27"/>
                      <a:pt x="50" y="27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5" y="29"/>
                      <a:pt x="1" y="2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4" y="1"/>
                      <a:pt x="8" y="0"/>
                    </a:cubicBezTo>
                    <a:lnTo>
                      <a:pt x="49" y="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6" name="Freeform 1055">
                <a:extLst>
                  <a:ext uri="{FF2B5EF4-FFF2-40B4-BE49-F238E27FC236}">
                    <a16:creationId xmlns:a16="http://schemas.microsoft.com/office/drawing/2014/main" id="{38E3A423-DC7A-4BBC-AB62-065D75CEA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3242"/>
                <a:ext cx="61" cy="39"/>
              </a:xfrm>
              <a:custGeom>
                <a:avLst/>
                <a:gdLst>
                  <a:gd name="T0" fmla="*/ 52 w 60"/>
                  <a:gd name="T1" fmla="*/ 2 h 38"/>
                  <a:gd name="T2" fmla="*/ 64 w 60"/>
                  <a:gd name="T3" fmla="*/ 6 h 38"/>
                  <a:gd name="T4" fmla="*/ 64 w 60"/>
                  <a:gd name="T5" fmla="*/ 6 h 38"/>
                  <a:gd name="T6" fmla="*/ 60 w 60"/>
                  <a:gd name="T7" fmla="*/ 18 h 38"/>
                  <a:gd name="T8" fmla="*/ 19 w 60"/>
                  <a:gd name="T9" fmla="*/ 42 h 38"/>
                  <a:gd name="T10" fmla="*/ 4 w 60"/>
                  <a:gd name="T11" fmla="*/ 33 h 38"/>
                  <a:gd name="T12" fmla="*/ 4 w 60"/>
                  <a:gd name="T13" fmla="*/ 33 h 38"/>
                  <a:gd name="T14" fmla="*/ 5 w 60"/>
                  <a:gd name="T15" fmla="*/ 10 h 38"/>
                  <a:gd name="T16" fmla="*/ 52 w 60"/>
                  <a:gd name="T17" fmla="*/ 2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38">
                    <a:moveTo>
                      <a:pt x="46" y="2"/>
                    </a:moveTo>
                    <a:cubicBezTo>
                      <a:pt x="51" y="0"/>
                      <a:pt x="56" y="1"/>
                      <a:pt x="58" y="6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60" y="10"/>
                      <a:pt x="59" y="15"/>
                      <a:pt x="54" y="18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4" y="38"/>
                      <a:pt x="8" y="34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0" y="20"/>
                      <a:pt x="1" y="13"/>
                      <a:pt x="5" y="10"/>
                    </a:cubicBezTo>
                    <a:lnTo>
                      <a:pt x="46" y="2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7" name="Freeform 1056">
                <a:extLst>
                  <a:ext uri="{FF2B5EF4-FFF2-40B4-BE49-F238E27FC236}">
                    <a16:creationId xmlns:a16="http://schemas.microsoft.com/office/drawing/2014/main" id="{0A2E2D80-BE47-4428-8733-89D81683D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235"/>
                <a:ext cx="38" cy="39"/>
              </a:xfrm>
              <a:custGeom>
                <a:avLst/>
                <a:gdLst>
                  <a:gd name="T0" fmla="*/ 0 w 37"/>
                  <a:gd name="T1" fmla="*/ 44 h 38"/>
                  <a:gd name="T2" fmla="*/ 37 w 37"/>
                  <a:gd name="T3" fmla="*/ 28 h 38"/>
                  <a:gd name="T4" fmla="*/ 0 w 37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8">
                    <a:moveTo>
                      <a:pt x="0" y="38"/>
                    </a:move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7" y="0"/>
                      <a:pt x="0" y="38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8" name="Freeform 1057">
                <a:extLst>
                  <a:ext uri="{FF2B5EF4-FFF2-40B4-BE49-F238E27FC236}">
                    <a16:creationId xmlns:a16="http://schemas.microsoft.com/office/drawing/2014/main" id="{AFAC56CC-4E6D-41AE-B8C5-2F96186F3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3256"/>
                <a:ext cx="19" cy="22"/>
              </a:xfrm>
              <a:custGeom>
                <a:avLst/>
                <a:gdLst>
                  <a:gd name="T0" fmla="*/ 10 w 19"/>
                  <a:gd name="T1" fmla="*/ 21 h 22"/>
                  <a:gd name="T2" fmla="*/ 0 w 19"/>
                  <a:gd name="T3" fmla="*/ 1 h 22"/>
                  <a:gd name="T4" fmla="*/ 14 w 19"/>
                  <a:gd name="T5" fmla="*/ 8 h 22"/>
                  <a:gd name="T6" fmla="*/ 11 w 19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2">
                    <a:moveTo>
                      <a:pt x="10" y="21"/>
                    </a:moveTo>
                    <a:cubicBezTo>
                      <a:pt x="19" y="15"/>
                      <a:pt x="5" y="4"/>
                      <a:pt x="0" y="1"/>
                    </a:cubicBezTo>
                    <a:cubicBezTo>
                      <a:pt x="6" y="0"/>
                      <a:pt x="11" y="1"/>
                      <a:pt x="14" y="8"/>
                    </a:cubicBezTo>
                    <a:cubicBezTo>
                      <a:pt x="16" y="13"/>
                      <a:pt x="16" y="18"/>
                      <a:pt x="11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9" name="Freeform 1058">
                <a:extLst>
                  <a:ext uri="{FF2B5EF4-FFF2-40B4-BE49-F238E27FC236}">
                    <a16:creationId xmlns:a16="http://schemas.microsoft.com/office/drawing/2014/main" id="{2C2F46AA-8D76-4953-80E8-5FF9389CD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3244"/>
                <a:ext cx="34" cy="7"/>
              </a:xfrm>
              <a:custGeom>
                <a:avLst/>
                <a:gdLst>
                  <a:gd name="T0" fmla="*/ 0 w 33"/>
                  <a:gd name="T1" fmla="*/ 6 h 7"/>
                  <a:gd name="T2" fmla="*/ 39 w 33"/>
                  <a:gd name="T3" fmla="*/ 0 h 7"/>
                  <a:gd name="T4" fmla="*/ 0 w 33"/>
                  <a:gd name="T5" fmla="*/ 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">
                    <a:moveTo>
                      <a:pt x="0" y="6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10" y="7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0" name="Freeform 1059">
                <a:extLst>
                  <a:ext uri="{FF2B5EF4-FFF2-40B4-BE49-F238E27FC236}">
                    <a16:creationId xmlns:a16="http://schemas.microsoft.com/office/drawing/2014/main" id="{5B3727CD-9934-405B-8F51-3A062B699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3242"/>
                <a:ext cx="61" cy="39"/>
              </a:xfrm>
              <a:custGeom>
                <a:avLst/>
                <a:gdLst>
                  <a:gd name="T0" fmla="*/ 52 w 60"/>
                  <a:gd name="T1" fmla="*/ 2 h 38"/>
                  <a:gd name="T2" fmla="*/ 64 w 60"/>
                  <a:gd name="T3" fmla="*/ 6 h 38"/>
                  <a:gd name="T4" fmla="*/ 64 w 60"/>
                  <a:gd name="T5" fmla="*/ 6 h 38"/>
                  <a:gd name="T6" fmla="*/ 60 w 60"/>
                  <a:gd name="T7" fmla="*/ 18 h 38"/>
                  <a:gd name="T8" fmla="*/ 18 w 60"/>
                  <a:gd name="T9" fmla="*/ 42 h 38"/>
                  <a:gd name="T10" fmla="*/ 4 w 60"/>
                  <a:gd name="T11" fmla="*/ 34 h 38"/>
                  <a:gd name="T12" fmla="*/ 4 w 60"/>
                  <a:gd name="T13" fmla="*/ 34 h 38"/>
                  <a:gd name="T14" fmla="*/ 5 w 60"/>
                  <a:gd name="T15" fmla="*/ 11 h 38"/>
                  <a:gd name="T16" fmla="*/ 52 w 60"/>
                  <a:gd name="T17" fmla="*/ 2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38">
                    <a:moveTo>
                      <a:pt x="46" y="2"/>
                    </a:moveTo>
                    <a:cubicBezTo>
                      <a:pt x="50" y="0"/>
                      <a:pt x="56" y="2"/>
                      <a:pt x="58" y="6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60" y="10"/>
                      <a:pt x="59" y="16"/>
                      <a:pt x="54" y="1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8"/>
                      <a:pt x="8" y="34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0" y="21"/>
                      <a:pt x="1" y="13"/>
                      <a:pt x="5" y="11"/>
                    </a:cubicBezTo>
                    <a:lnTo>
                      <a:pt x="46" y="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1" name="Freeform 1060">
                <a:extLst>
                  <a:ext uri="{FF2B5EF4-FFF2-40B4-BE49-F238E27FC236}">
                    <a16:creationId xmlns:a16="http://schemas.microsoft.com/office/drawing/2014/main" id="{EA2045E2-C6E6-48F9-95A2-93D6F1E17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998"/>
                <a:ext cx="59" cy="33"/>
              </a:xfrm>
              <a:custGeom>
                <a:avLst/>
                <a:gdLst>
                  <a:gd name="T0" fmla="*/ 9 w 58"/>
                  <a:gd name="T1" fmla="*/ 14 h 32"/>
                  <a:gd name="T2" fmla="*/ 1 w 58"/>
                  <a:gd name="T3" fmla="*/ 29 h 32"/>
                  <a:gd name="T4" fmla="*/ 1 w 58"/>
                  <a:gd name="T5" fmla="*/ 29 h 32"/>
                  <a:gd name="T6" fmla="*/ 10 w 58"/>
                  <a:gd name="T7" fmla="*/ 37 h 32"/>
                  <a:gd name="T8" fmla="*/ 56 w 58"/>
                  <a:gd name="T9" fmla="*/ 34 h 32"/>
                  <a:gd name="T10" fmla="*/ 64 w 58"/>
                  <a:gd name="T11" fmla="*/ 13 h 32"/>
                  <a:gd name="T12" fmla="*/ 64 w 58"/>
                  <a:gd name="T13" fmla="*/ 13 h 32"/>
                  <a:gd name="T14" fmla="*/ 54 w 58"/>
                  <a:gd name="T15" fmla="*/ 0 h 32"/>
                  <a:gd name="T16" fmla="*/ 9 w 58"/>
                  <a:gd name="T17" fmla="*/ 1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2">
                    <a:moveTo>
                      <a:pt x="9" y="14"/>
                    </a:moveTo>
                    <a:cubicBezTo>
                      <a:pt x="4" y="14"/>
                      <a:pt x="0" y="18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8"/>
                      <a:pt x="5" y="32"/>
                      <a:pt x="10" y="31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5" y="28"/>
                      <a:pt x="58" y="21"/>
                      <a:pt x="58" y="13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57" y="6"/>
                      <a:pt x="53" y="0"/>
                      <a:pt x="48" y="0"/>
                    </a:cubicBezTo>
                    <a:lnTo>
                      <a:pt x="9" y="14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2" name="Freeform 1061">
                <a:extLst>
                  <a:ext uri="{FF2B5EF4-FFF2-40B4-BE49-F238E27FC236}">
                    <a16:creationId xmlns:a16="http://schemas.microsoft.com/office/drawing/2014/main" id="{44CBD3CC-8912-4C8E-A86E-DEAF90221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010"/>
                <a:ext cx="53" cy="16"/>
              </a:xfrm>
              <a:custGeom>
                <a:avLst/>
                <a:gdLst>
                  <a:gd name="T0" fmla="*/ 58 w 52"/>
                  <a:gd name="T1" fmla="*/ 14 h 16"/>
                  <a:gd name="T2" fmla="*/ 17 w 52"/>
                  <a:gd name="T3" fmla="*/ 16 h 16"/>
                  <a:gd name="T4" fmla="*/ 58 w 52"/>
                  <a:gd name="T5" fmla="*/ 1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6">
                    <a:moveTo>
                      <a:pt x="52" y="14"/>
                    </a:move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6"/>
                      <a:pt x="0" y="0"/>
                      <a:pt x="52" y="1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3" name="Freeform 1062">
                <a:extLst>
                  <a:ext uri="{FF2B5EF4-FFF2-40B4-BE49-F238E27FC236}">
                    <a16:creationId xmlns:a16="http://schemas.microsoft.com/office/drawing/2014/main" id="{7A17D1D5-6EFC-4B65-81B8-5C7A53F01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3000"/>
                <a:ext cx="11" cy="24"/>
              </a:xfrm>
              <a:custGeom>
                <a:avLst/>
                <a:gdLst>
                  <a:gd name="T0" fmla="*/ 11 w 11"/>
                  <a:gd name="T1" fmla="*/ 23 h 24"/>
                  <a:gd name="T2" fmla="*/ 10 w 11"/>
                  <a:gd name="T3" fmla="*/ 0 h 24"/>
                  <a:gd name="T4" fmla="*/ 1 w 11"/>
                  <a:gd name="T5" fmla="*/ 13 h 24"/>
                  <a:gd name="T6" fmla="*/ 10 w 11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4">
                    <a:moveTo>
                      <a:pt x="11" y="23"/>
                    </a:moveTo>
                    <a:cubicBezTo>
                      <a:pt x="0" y="22"/>
                      <a:pt x="6" y="5"/>
                      <a:pt x="10" y="0"/>
                    </a:cubicBezTo>
                    <a:cubicBezTo>
                      <a:pt x="4" y="3"/>
                      <a:pt x="0" y="5"/>
                      <a:pt x="1" y="13"/>
                    </a:cubicBezTo>
                    <a:cubicBezTo>
                      <a:pt x="2" y="18"/>
                      <a:pt x="5" y="23"/>
                      <a:pt x="10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4" name="Freeform 1063">
                <a:extLst>
                  <a:ext uri="{FF2B5EF4-FFF2-40B4-BE49-F238E27FC236}">
                    <a16:creationId xmlns:a16="http://schemas.microsoft.com/office/drawing/2014/main" id="{A8219ECC-CB09-476C-AFDB-F4017FF67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3000"/>
                <a:ext cx="32" cy="12"/>
              </a:xfrm>
              <a:custGeom>
                <a:avLst/>
                <a:gdLst>
                  <a:gd name="T0" fmla="*/ 37 w 31"/>
                  <a:gd name="T1" fmla="*/ 0 h 12"/>
                  <a:gd name="T2" fmla="*/ 0 w 31"/>
                  <a:gd name="T3" fmla="*/ 12 h 12"/>
                  <a:gd name="T4" fmla="*/ 37 w 3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2">
                    <a:moveTo>
                      <a:pt x="31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3" y="6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5" name="Freeform 1064">
                <a:extLst>
                  <a:ext uri="{FF2B5EF4-FFF2-40B4-BE49-F238E27FC236}">
                    <a16:creationId xmlns:a16="http://schemas.microsoft.com/office/drawing/2014/main" id="{05B2C839-B2D9-4297-9D47-93A3E1AB5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998"/>
                <a:ext cx="59" cy="33"/>
              </a:xfrm>
              <a:custGeom>
                <a:avLst/>
                <a:gdLst>
                  <a:gd name="T0" fmla="*/ 8 w 58"/>
                  <a:gd name="T1" fmla="*/ 14 h 32"/>
                  <a:gd name="T2" fmla="*/ 0 w 58"/>
                  <a:gd name="T3" fmla="*/ 29 h 32"/>
                  <a:gd name="T4" fmla="*/ 0 w 58"/>
                  <a:gd name="T5" fmla="*/ 29 h 32"/>
                  <a:gd name="T6" fmla="*/ 9 w 58"/>
                  <a:gd name="T7" fmla="*/ 38 h 32"/>
                  <a:gd name="T8" fmla="*/ 55 w 58"/>
                  <a:gd name="T9" fmla="*/ 35 h 32"/>
                  <a:gd name="T10" fmla="*/ 63 w 58"/>
                  <a:gd name="T11" fmla="*/ 14 h 32"/>
                  <a:gd name="T12" fmla="*/ 63 w 58"/>
                  <a:gd name="T13" fmla="*/ 14 h 32"/>
                  <a:gd name="T14" fmla="*/ 53 w 58"/>
                  <a:gd name="T15" fmla="*/ 0 h 32"/>
                  <a:gd name="T16" fmla="*/ 8 w 58"/>
                  <a:gd name="T17" fmla="*/ 1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2">
                    <a:moveTo>
                      <a:pt x="8" y="14"/>
                    </a:moveTo>
                    <a:cubicBezTo>
                      <a:pt x="3" y="14"/>
                      <a:pt x="0" y="18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8"/>
                      <a:pt x="4" y="32"/>
                      <a:pt x="9" y="32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54" y="28"/>
                      <a:pt x="58" y="22"/>
                      <a:pt x="57" y="14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7" y="6"/>
                      <a:pt x="52" y="0"/>
                      <a:pt x="47" y="0"/>
                    </a:cubicBezTo>
                    <a:lnTo>
                      <a:pt x="8" y="1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6" name="Freeform 1065">
                <a:extLst>
                  <a:ext uri="{FF2B5EF4-FFF2-40B4-BE49-F238E27FC236}">
                    <a16:creationId xmlns:a16="http://schemas.microsoft.com/office/drawing/2014/main" id="{DEBF2C8C-574C-4F78-8E05-F5A797F3D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791"/>
                <a:ext cx="59" cy="32"/>
              </a:xfrm>
              <a:custGeom>
                <a:avLst/>
                <a:gdLst>
                  <a:gd name="T0" fmla="*/ 8 w 58"/>
                  <a:gd name="T1" fmla="*/ 13 h 31"/>
                  <a:gd name="T2" fmla="*/ 0 w 58"/>
                  <a:gd name="T3" fmla="*/ 28 h 31"/>
                  <a:gd name="T4" fmla="*/ 0 w 58"/>
                  <a:gd name="T5" fmla="*/ 28 h 31"/>
                  <a:gd name="T6" fmla="*/ 9 w 58"/>
                  <a:gd name="T7" fmla="*/ 37 h 31"/>
                  <a:gd name="T8" fmla="*/ 55 w 58"/>
                  <a:gd name="T9" fmla="*/ 35 h 31"/>
                  <a:gd name="T10" fmla="*/ 63 w 58"/>
                  <a:gd name="T11" fmla="*/ 14 h 31"/>
                  <a:gd name="T12" fmla="*/ 63 w 58"/>
                  <a:gd name="T13" fmla="*/ 14 h 31"/>
                  <a:gd name="T14" fmla="*/ 54 w 58"/>
                  <a:gd name="T15" fmla="*/ 0 h 31"/>
                  <a:gd name="T16" fmla="*/ 8 w 58"/>
                  <a:gd name="T17" fmla="*/ 13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1">
                    <a:moveTo>
                      <a:pt x="8" y="13"/>
                    </a:moveTo>
                    <a:cubicBezTo>
                      <a:pt x="3" y="13"/>
                      <a:pt x="0" y="18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54" y="28"/>
                      <a:pt x="58" y="22"/>
                      <a:pt x="57" y="14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7" y="6"/>
                      <a:pt x="53" y="0"/>
                      <a:pt x="48" y="0"/>
                    </a:cubicBez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7" name="Freeform 1066">
                <a:extLst>
                  <a:ext uri="{FF2B5EF4-FFF2-40B4-BE49-F238E27FC236}">
                    <a16:creationId xmlns:a16="http://schemas.microsoft.com/office/drawing/2014/main" id="{53CF796D-7656-4B6B-9783-659148117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802"/>
                <a:ext cx="52" cy="18"/>
              </a:xfrm>
              <a:custGeom>
                <a:avLst/>
                <a:gdLst>
                  <a:gd name="T0" fmla="*/ 57 w 51"/>
                  <a:gd name="T1" fmla="*/ 21 h 17"/>
                  <a:gd name="T2" fmla="*/ 16 w 51"/>
                  <a:gd name="T3" fmla="*/ 23 h 17"/>
                  <a:gd name="T4" fmla="*/ 57 w 51"/>
                  <a:gd name="T5" fmla="*/ 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7">
                    <a:moveTo>
                      <a:pt x="51" y="15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0" y="0"/>
                      <a:pt x="51" y="15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8" name="Freeform 1067">
                <a:extLst>
                  <a:ext uri="{FF2B5EF4-FFF2-40B4-BE49-F238E27FC236}">
                    <a16:creationId xmlns:a16="http://schemas.microsoft.com/office/drawing/2014/main" id="{8F85D2EE-BF12-439A-9B49-BEED522B4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794"/>
                <a:ext cx="12" cy="24"/>
              </a:xfrm>
              <a:custGeom>
                <a:avLst/>
                <a:gdLst>
                  <a:gd name="T0" fmla="*/ 12 w 12"/>
                  <a:gd name="T1" fmla="*/ 28 h 23"/>
                  <a:gd name="T2" fmla="*/ 10 w 12"/>
                  <a:gd name="T3" fmla="*/ 0 h 23"/>
                  <a:gd name="T4" fmla="*/ 1 w 12"/>
                  <a:gd name="T5" fmla="*/ 18 h 23"/>
                  <a:gd name="T6" fmla="*/ 11 w 12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12" y="22"/>
                    </a:moveTo>
                    <a:cubicBezTo>
                      <a:pt x="0" y="21"/>
                      <a:pt x="7" y="5"/>
                      <a:pt x="10" y="0"/>
                    </a:cubicBezTo>
                    <a:cubicBezTo>
                      <a:pt x="4" y="2"/>
                      <a:pt x="0" y="5"/>
                      <a:pt x="1" y="12"/>
                    </a:cubicBezTo>
                    <a:cubicBezTo>
                      <a:pt x="2" y="17"/>
                      <a:pt x="5" y="23"/>
                      <a:pt x="1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9" name="Freeform 1068">
                <a:extLst>
                  <a:ext uri="{FF2B5EF4-FFF2-40B4-BE49-F238E27FC236}">
                    <a16:creationId xmlns:a16="http://schemas.microsoft.com/office/drawing/2014/main" id="{DDB1F14F-C65B-4D95-9998-DCA373668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793"/>
                <a:ext cx="33" cy="11"/>
              </a:xfrm>
              <a:custGeom>
                <a:avLst/>
                <a:gdLst>
                  <a:gd name="T0" fmla="*/ 38 w 32"/>
                  <a:gd name="T1" fmla="*/ 0 h 11"/>
                  <a:gd name="T2" fmla="*/ 0 w 32"/>
                  <a:gd name="T3" fmla="*/ 11 h 11"/>
                  <a:gd name="T4" fmla="*/ 38 w 32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">
                    <a:moveTo>
                      <a:pt x="32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4" y="6"/>
                      <a:pt x="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0" name="Freeform 1069">
                <a:extLst>
                  <a:ext uri="{FF2B5EF4-FFF2-40B4-BE49-F238E27FC236}">
                    <a16:creationId xmlns:a16="http://schemas.microsoft.com/office/drawing/2014/main" id="{0C0643D8-5A4A-45F9-AA26-5E69B4A7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791"/>
                <a:ext cx="59" cy="32"/>
              </a:xfrm>
              <a:custGeom>
                <a:avLst/>
                <a:gdLst>
                  <a:gd name="T0" fmla="*/ 9 w 58"/>
                  <a:gd name="T1" fmla="*/ 13 h 31"/>
                  <a:gd name="T2" fmla="*/ 0 w 58"/>
                  <a:gd name="T3" fmla="*/ 29 h 31"/>
                  <a:gd name="T4" fmla="*/ 0 w 58"/>
                  <a:gd name="T5" fmla="*/ 29 h 31"/>
                  <a:gd name="T6" fmla="*/ 10 w 58"/>
                  <a:gd name="T7" fmla="*/ 37 h 31"/>
                  <a:gd name="T8" fmla="*/ 56 w 58"/>
                  <a:gd name="T9" fmla="*/ 35 h 31"/>
                  <a:gd name="T10" fmla="*/ 64 w 58"/>
                  <a:gd name="T11" fmla="*/ 14 h 31"/>
                  <a:gd name="T12" fmla="*/ 64 w 58"/>
                  <a:gd name="T13" fmla="*/ 14 h 31"/>
                  <a:gd name="T14" fmla="*/ 54 w 58"/>
                  <a:gd name="T15" fmla="*/ 0 h 31"/>
                  <a:gd name="T16" fmla="*/ 9 w 58"/>
                  <a:gd name="T17" fmla="*/ 13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1">
                    <a:moveTo>
                      <a:pt x="9" y="13"/>
                    </a:moveTo>
                    <a:cubicBezTo>
                      <a:pt x="4" y="14"/>
                      <a:pt x="0" y="18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8"/>
                      <a:pt x="5" y="31"/>
                      <a:pt x="10" y="31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4" y="29"/>
                      <a:pt x="58" y="22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7" y="6"/>
                      <a:pt x="53" y="0"/>
                      <a:pt x="48" y="0"/>
                    </a:cubicBezTo>
                    <a:lnTo>
                      <a:pt x="9" y="1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1" name="Freeform 1070">
                <a:extLst>
                  <a:ext uri="{FF2B5EF4-FFF2-40B4-BE49-F238E27FC236}">
                    <a16:creationId xmlns:a16="http://schemas.microsoft.com/office/drawing/2014/main" id="{CE1C809B-A1DB-4118-8D06-A10ED937A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647"/>
                <a:ext cx="53" cy="54"/>
              </a:xfrm>
              <a:custGeom>
                <a:avLst/>
                <a:gdLst>
                  <a:gd name="T0" fmla="*/ 5 w 52"/>
                  <a:gd name="T1" fmla="*/ 41 h 53"/>
                  <a:gd name="T2" fmla="*/ 3 w 52"/>
                  <a:gd name="T3" fmla="*/ 54 h 53"/>
                  <a:gd name="T4" fmla="*/ 3 w 52"/>
                  <a:gd name="T5" fmla="*/ 54 h 53"/>
                  <a:gd name="T6" fmla="*/ 16 w 52"/>
                  <a:gd name="T7" fmla="*/ 56 h 53"/>
                  <a:gd name="T8" fmla="*/ 54 w 52"/>
                  <a:gd name="T9" fmla="*/ 26 h 53"/>
                  <a:gd name="T10" fmla="*/ 52 w 52"/>
                  <a:gd name="T11" fmla="*/ 9 h 53"/>
                  <a:gd name="T12" fmla="*/ 52 w 52"/>
                  <a:gd name="T13" fmla="*/ 9 h 53"/>
                  <a:gd name="T14" fmla="*/ 37 w 52"/>
                  <a:gd name="T15" fmla="*/ 3 h 53"/>
                  <a:gd name="T16" fmla="*/ 5 w 52"/>
                  <a:gd name="T17" fmla="*/ 41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53">
                    <a:moveTo>
                      <a:pt x="5" y="35"/>
                    </a:moveTo>
                    <a:cubicBezTo>
                      <a:pt x="1" y="38"/>
                      <a:pt x="0" y="44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6" y="52"/>
                      <a:pt x="12" y="53"/>
                      <a:pt x="16" y="50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52" y="23"/>
                      <a:pt x="51" y="15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2" y="3"/>
                      <a:pt x="34" y="0"/>
                      <a:pt x="31" y="3"/>
                    </a:cubicBez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2" name="Freeform 1071">
                <a:extLst>
                  <a:ext uri="{FF2B5EF4-FFF2-40B4-BE49-F238E27FC236}">
                    <a16:creationId xmlns:a16="http://schemas.microsoft.com/office/drawing/2014/main" id="{701DFA11-5C2F-49D2-A952-3C79CC6BA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674"/>
                <a:ext cx="52" cy="20"/>
              </a:xfrm>
              <a:custGeom>
                <a:avLst/>
                <a:gdLst>
                  <a:gd name="T0" fmla="*/ 57 w 51"/>
                  <a:gd name="T1" fmla="*/ 0 h 20"/>
                  <a:gd name="T2" fmla="*/ 23 w 51"/>
                  <a:gd name="T3" fmla="*/ 20 h 20"/>
                  <a:gd name="T4" fmla="*/ 57 w 5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0">
                    <a:moveTo>
                      <a:pt x="51" y="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0" y="16"/>
                      <a:pt x="51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3" name="Freeform 1072">
                <a:extLst>
                  <a:ext uri="{FF2B5EF4-FFF2-40B4-BE49-F238E27FC236}">
                    <a16:creationId xmlns:a16="http://schemas.microsoft.com/office/drawing/2014/main" id="{E9234FF8-9E1B-47B5-83A3-288C76DD8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650"/>
                <a:ext cx="20" cy="24"/>
              </a:xfrm>
              <a:custGeom>
                <a:avLst/>
                <a:gdLst>
                  <a:gd name="T0" fmla="*/ 20 w 20"/>
                  <a:gd name="T1" fmla="*/ 24 h 23"/>
                  <a:gd name="T2" fmla="*/ 6 w 20"/>
                  <a:gd name="T3" fmla="*/ 0 h 23"/>
                  <a:gd name="T4" fmla="*/ 5 w 20"/>
                  <a:gd name="T5" fmla="*/ 21 h 23"/>
                  <a:gd name="T6" fmla="*/ 19 w 20"/>
                  <a:gd name="T7" fmla="*/ 2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20" y="18"/>
                    </a:moveTo>
                    <a:cubicBezTo>
                      <a:pt x="10" y="23"/>
                      <a:pt x="6" y="6"/>
                      <a:pt x="6" y="0"/>
                    </a:cubicBezTo>
                    <a:cubicBezTo>
                      <a:pt x="2" y="5"/>
                      <a:pt x="0" y="10"/>
                      <a:pt x="5" y="15"/>
                    </a:cubicBezTo>
                    <a:cubicBezTo>
                      <a:pt x="9" y="19"/>
                      <a:pt x="14" y="22"/>
                      <a:pt x="19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4" name="Freeform 1073">
                <a:extLst>
                  <a:ext uri="{FF2B5EF4-FFF2-40B4-BE49-F238E27FC236}">
                    <a16:creationId xmlns:a16="http://schemas.microsoft.com/office/drawing/2014/main" id="{B838EE1C-0C06-4B34-A1E6-204D1DE9A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656"/>
                <a:ext cx="20" cy="27"/>
              </a:xfrm>
              <a:custGeom>
                <a:avLst/>
                <a:gdLst>
                  <a:gd name="T0" fmla="*/ 20 w 20"/>
                  <a:gd name="T1" fmla="*/ 0 h 26"/>
                  <a:gd name="T2" fmla="*/ 0 w 20"/>
                  <a:gd name="T3" fmla="*/ 32 h 26"/>
                  <a:gd name="T4" fmla="*/ 20 w 2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20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17" y="9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5" name="Freeform 1074">
                <a:extLst>
                  <a:ext uri="{FF2B5EF4-FFF2-40B4-BE49-F238E27FC236}">
                    <a16:creationId xmlns:a16="http://schemas.microsoft.com/office/drawing/2014/main" id="{28064CEE-ED70-441A-A5F3-05C05AEDC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647"/>
                <a:ext cx="52" cy="54"/>
              </a:xfrm>
              <a:custGeom>
                <a:avLst/>
                <a:gdLst>
                  <a:gd name="T0" fmla="*/ 5 w 51"/>
                  <a:gd name="T1" fmla="*/ 42 h 53"/>
                  <a:gd name="T2" fmla="*/ 3 w 51"/>
                  <a:gd name="T3" fmla="*/ 54 h 53"/>
                  <a:gd name="T4" fmla="*/ 3 w 51"/>
                  <a:gd name="T5" fmla="*/ 54 h 53"/>
                  <a:gd name="T6" fmla="*/ 15 w 51"/>
                  <a:gd name="T7" fmla="*/ 56 h 53"/>
                  <a:gd name="T8" fmla="*/ 53 w 51"/>
                  <a:gd name="T9" fmla="*/ 26 h 53"/>
                  <a:gd name="T10" fmla="*/ 52 w 51"/>
                  <a:gd name="T11" fmla="*/ 9 h 53"/>
                  <a:gd name="T12" fmla="*/ 52 w 51"/>
                  <a:gd name="T13" fmla="*/ 9 h 53"/>
                  <a:gd name="T14" fmla="*/ 36 w 51"/>
                  <a:gd name="T15" fmla="*/ 3 h 53"/>
                  <a:gd name="T16" fmla="*/ 5 w 51"/>
                  <a:gd name="T17" fmla="*/ 42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53">
                    <a:moveTo>
                      <a:pt x="5" y="36"/>
                    </a:moveTo>
                    <a:cubicBezTo>
                      <a:pt x="1" y="38"/>
                      <a:pt x="0" y="44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6" y="52"/>
                      <a:pt x="11" y="53"/>
                      <a:pt x="15" y="5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1" y="23"/>
                      <a:pt x="50" y="15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1" y="3"/>
                      <a:pt x="34" y="0"/>
                      <a:pt x="30" y="3"/>
                    </a:cubicBezTo>
                    <a:lnTo>
                      <a:pt x="5" y="3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6" name="Freeform 1075">
                <a:extLst>
                  <a:ext uri="{FF2B5EF4-FFF2-40B4-BE49-F238E27FC236}">
                    <a16:creationId xmlns:a16="http://schemas.microsoft.com/office/drawing/2014/main" id="{F146A4F8-F188-453C-A001-738AADD56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181"/>
                <a:ext cx="62" cy="40"/>
              </a:xfrm>
              <a:custGeom>
                <a:avLst/>
                <a:gdLst>
                  <a:gd name="T0" fmla="*/ 14 w 60"/>
                  <a:gd name="T1" fmla="*/ 3 h 39"/>
                  <a:gd name="T2" fmla="*/ 2 w 60"/>
                  <a:gd name="T3" fmla="*/ 6 h 39"/>
                  <a:gd name="T4" fmla="*/ 2 w 60"/>
                  <a:gd name="T5" fmla="*/ 6 h 39"/>
                  <a:gd name="T6" fmla="*/ 6 w 60"/>
                  <a:gd name="T7" fmla="*/ 18 h 39"/>
                  <a:gd name="T8" fmla="*/ 51 w 60"/>
                  <a:gd name="T9" fmla="*/ 42 h 39"/>
                  <a:gd name="T10" fmla="*/ 68 w 60"/>
                  <a:gd name="T11" fmla="*/ 34 h 39"/>
                  <a:gd name="T12" fmla="*/ 68 w 60"/>
                  <a:gd name="T13" fmla="*/ 34 h 39"/>
                  <a:gd name="T14" fmla="*/ 67 w 60"/>
                  <a:gd name="T15" fmla="*/ 11 h 39"/>
                  <a:gd name="T16" fmla="*/ 14 w 60"/>
                  <a:gd name="T17" fmla="*/ 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39">
                    <a:moveTo>
                      <a:pt x="14" y="3"/>
                    </a:moveTo>
                    <a:cubicBezTo>
                      <a:pt x="10" y="0"/>
                      <a:pt x="4" y="2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1"/>
                      <a:pt x="2" y="16"/>
                      <a:pt x="6" y="18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46" y="39"/>
                      <a:pt x="53" y="35"/>
                      <a:pt x="56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60" y="21"/>
                      <a:pt x="59" y="13"/>
                      <a:pt x="55" y="11"/>
                    </a:cubicBez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7" name="Freeform 1076">
                <a:extLst>
                  <a:ext uri="{FF2B5EF4-FFF2-40B4-BE49-F238E27FC236}">
                    <a16:creationId xmlns:a16="http://schemas.microsoft.com/office/drawing/2014/main" id="{83C726B7-9CCD-4F75-B132-D588A7D8C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174"/>
                <a:ext cx="37" cy="40"/>
              </a:xfrm>
              <a:custGeom>
                <a:avLst/>
                <a:gdLst>
                  <a:gd name="T0" fmla="*/ 42 w 36"/>
                  <a:gd name="T1" fmla="*/ 45 h 39"/>
                  <a:gd name="T2" fmla="*/ 5 w 36"/>
                  <a:gd name="T3" fmla="*/ 29 h 39"/>
                  <a:gd name="T4" fmla="*/ 42 w 36"/>
                  <a:gd name="T5" fmla="*/ 45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9">
                    <a:moveTo>
                      <a:pt x="36" y="39"/>
                    </a:move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0" y="0"/>
                      <a:pt x="36" y="39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8" name="Freeform 1077">
                <a:extLst>
                  <a:ext uri="{FF2B5EF4-FFF2-40B4-BE49-F238E27FC236}">
                    <a16:creationId xmlns:a16="http://schemas.microsoft.com/office/drawing/2014/main" id="{8983A7CA-C202-418E-AE72-927C93E06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3195"/>
                <a:ext cx="21" cy="22"/>
              </a:xfrm>
              <a:custGeom>
                <a:avLst/>
                <a:gdLst>
                  <a:gd name="T0" fmla="*/ 9 w 20"/>
                  <a:gd name="T1" fmla="*/ 27 h 21"/>
                  <a:gd name="T2" fmla="*/ 26 w 20"/>
                  <a:gd name="T3" fmla="*/ 1 h 21"/>
                  <a:gd name="T4" fmla="*/ 5 w 20"/>
                  <a:gd name="T5" fmla="*/ 7 h 21"/>
                  <a:gd name="T6" fmla="*/ 8 w 20"/>
                  <a:gd name="T7" fmla="*/ 2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9" y="21"/>
                    </a:moveTo>
                    <a:cubicBezTo>
                      <a:pt x="0" y="15"/>
                      <a:pt x="14" y="4"/>
                      <a:pt x="20" y="1"/>
                    </a:cubicBezTo>
                    <a:cubicBezTo>
                      <a:pt x="13" y="0"/>
                      <a:pt x="9" y="0"/>
                      <a:pt x="5" y="7"/>
                    </a:cubicBezTo>
                    <a:cubicBezTo>
                      <a:pt x="3" y="12"/>
                      <a:pt x="3" y="18"/>
                      <a:pt x="8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9" name="Freeform 1078">
                <a:extLst>
                  <a:ext uri="{FF2B5EF4-FFF2-40B4-BE49-F238E27FC236}">
                    <a16:creationId xmlns:a16="http://schemas.microsoft.com/office/drawing/2014/main" id="{359C3C85-3DBF-4910-BB09-935FECF2F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3184"/>
                <a:ext cx="33" cy="7"/>
              </a:xfrm>
              <a:custGeom>
                <a:avLst/>
                <a:gdLst>
                  <a:gd name="T0" fmla="*/ 33 w 33"/>
                  <a:gd name="T1" fmla="*/ 6 h 7"/>
                  <a:gd name="T2" fmla="*/ 0 w 33"/>
                  <a:gd name="T3" fmla="*/ 0 h 7"/>
                  <a:gd name="T4" fmla="*/ 33 w 33"/>
                  <a:gd name="T5" fmla="*/ 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">
                    <a:moveTo>
                      <a:pt x="33" y="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4" y="7"/>
                      <a:pt x="3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0" name="Freeform 1079">
                <a:extLst>
                  <a:ext uri="{FF2B5EF4-FFF2-40B4-BE49-F238E27FC236}">
                    <a16:creationId xmlns:a16="http://schemas.microsoft.com/office/drawing/2014/main" id="{041E8464-3433-425B-924E-3BF915BF3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182"/>
                <a:ext cx="62" cy="39"/>
              </a:xfrm>
              <a:custGeom>
                <a:avLst/>
                <a:gdLst>
                  <a:gd name="T0" fmla="*/ 14 w 60"/>
                  <a:gd name="T1" fmla="*/ 2 h 38"/>
                  <a:gd name="T2" fmla="*/ 2 w 60"/>
                  <a:gd name="T3" fmla="*/ 6 h 38"/>
                  <a:gd name="T4" fmla="*/ 2 w 60"/>
                  <a:gd name="T5" fmla="*/ 6 h 38"/>
                  <a:gd name="T6" fmla="*/ 6 w 60"/>
                  <a:gd name="T7" fmla="*/ 18 h 38"/>
                  <a:gd name="T8" fmla="*/ 51 w 60"/>
                  <a:gd name="T9" fmla="*/ 42 h 38"/>
                  <a:gd name="T10" fmla="*/ 68 w 60"/>
                  <a:gd name="T11" fmla="*/ 33 h 38"/>
                  <a:gd name="T12" fmla="*/ 68 w 60"/>
                  <a:gd name="T13" fmla="*/ 33 h 38"/>
                  <a:gd name="T14" fmla="*/ 67 w 60"/>
                  <a:gd name="T15" fmla="*/ 11 h 38"/>
                  <a:gd name="T16" fmla="*/ 14 w 60"/>
                  <a:gd name="T17" fmla="*/ 2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38">
                    <a:moveTo>
                      <a:pt x="14" y="2"/>
                    </a:moveTo>
                    <a:cubicBezTo>
                      <a:pt x="10" y="0"/>
                      <a:pt x="5" y="1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0"/>
                      <a:pt x="2" y="16"/>
                      <a:pt x="6" y="18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46" y="38"/>
                      <a:pt x="53" y="34"/>
                      <a:pt x="56" y="27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60" y="20"/>
                      <a:pt x="59" y="13"/>
                      <a:pt x="55" y="11"/>
                    </a:cubicBezTo>
                    <a:lnTo>
                      <a:pt x="14" y="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1" name="Freeform 1080">
                <a:extLst>
                  <a:ext uri="{FF2B5EF4-FFF2-40B4-BE49-F238E27FC236}">
                    <a16:creationId xmlns:a16="http://schemas.microsoft.com/office/drawing/2014/main" id="{BFF1CB7D-96BE-4F25-9FA0-1DC7A3500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3287"/>
                <a:ext cx="36" cy="60"/>
              </a:xfrm>
              <a:custGeom>
                <a:avLst/>
                <a:gdLst>
                  <a:gd name="T0" fmla="*/ 24 w 35"/>
                  <a:gd name="T1" fmla="*/ 8 h 58"/>
                  <a:gd name="T2" fmla="*/ 8 w 35"/>
                  <a:gd name="T3" fmla="*/ 0 h 58"/>
                  <a:gd name="T4" fmla="*/ 8 w 35"/>
                  <a:gd name="T5" fmla="*/ 0 h 58"/>
                  <a:gd name="T6" fmla="*/ 0 w 35"/>
                  <a:gd name="T7" fmla="*/ 10 h 58"/>
                  <a:gd name="T8" fmla="*/ 6 w 35"/>
                  <a:gd name="T9" fmla="*/ 62 h 58"/>
                  <a:gd name="T10" fmla="*/ 27 w 35"/>
                  <a:gd name="T11" fmla="*/ 69 h 58"/>
                  <a:gd name="T12" fmla="*/ 27 w 35"/>
                  <a:gd name="T13" fmla="*/ 69 h 58"/>
                  <a:gd name="T14" fmla="*/ 40 w 35"/>
                  <a:gd name="T15" fmla="*/ 58 h 58"/>
                  <a:gd name="T16" fmla="*/ 24 w 35"/>
                  <a:gd name="T17" fmla="*/ 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58">
                    <a:moveTo>
                      <a:pt x="18" y="8"/>
                    </a:moveTo>
                    <a:cubicBezTo>
                      <a:pt x="17" y="3"/>
                      <a:pt x="13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1"/>
                      <a:pt x="0" y="5"/>
                      <a:pt x="0" y="1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7" y="55"/>
                      <a:pt x="13" y="58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9" y="56"/>
                      <a:pt x="35" y="51"/>
                      <a:pt x="34" y="46"/>
                    </a:cubicBezTo>
                    <a:lnTo>
                      <a:pt x="18" y="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2" name="Freeform 1081">
                <a:extLst>
                  <a:ext uri="{FF2B5EF4-FFF2-40B4-BE49-F238E27FC236}">
                    <a16:creationId xmlns:a16="http://schemas.microsoft.com/office/drawing/2014/main" id="{647703F7-2BAE-4263-8054-A1531460C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3280"/>
                <a:ext cx="16" cy="53"/>
              </a:xfrm>
              <a:custGeom>
                <a:avLst/>
                <a:gdLst>
                  <a:gd name="T0" fmla="*/ 4 w 15"/>
                  <a:gd name="T1" fmla="*/ 58 h 52"/>
                  <a:gd name="T2" fmla="*/ 0 w 15"/>
                  <a:gd name="T3" fmla="*/ 18 h 52"/>
                  <a:gd name="T4" fmla="*/ 4 w 15"/>
                  <a:gd name="T5" fmla="*/ 5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2">
                    <a:moveTo>
                      <a:pt x="4" y="52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15" y="0"/>
                      <a:pt x="4" y="52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3" name="Freeform 1082">
                <a:extLst>
                  <a:ext uri="{FF2B5EF4-FFF2-40B4-BE49-F238E27FC236}">
                    <a16:creationId xmlns:a16="http://schemas.microsoft.com/office/drawing/2014/main" id="{E13C3B5F-8319-4B7F-803F-BABA4F0CD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3328"/>
                <a:ext cx="24" cy="13"/>
              </a:xfrm>
              <a:custGeom>
                <a:avLst/>
                <a:gdLst>
                  <a:gd name="T0" fmla="*/ 1 w 24"/>
                  <a:gd name="T1" fmla="*/ 13 h 13"/>
                  <a:gd name="T2" fmla="*/ 24 w 24"/>
                  <a:gd name="T3" fmla="*/ 10 h 13"/>
                  <a:gd name="T4" fmla="*/ 11 w 24"/>
                  <a:gd name="T5" fmla="*/ 2 h 13"/>
                  <a:gd name="T6" fmla="*/ 0 w 24"/>
                  <a:gd name="T7" fmla="*/ 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3">
                    <a:moveTo>
                      <a:pt x="1" y="13"/>
                    </a:moveTo>
                    <a:cubicBezTo>
                      <a:pt x="2" y="1"/>
                      <a:pt x="19" y="7"/>
                      <a:pt x="24" y="10"/>
                    </a:cubicBezTo>
                    <a:cubicBezTo>
                      <a:pt x="21" y="4"/>
                      <a:pt x="18" y="0"/>
                      <a:pt x="11" y="2"/>
                    </a:cubicBezTo>
                    <a:cubicBezTo>
                      <a:pt x="5" y="3"/>
                      <a:pt x="1" y="6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4" name="Freeform 1083">
                <a:extLst>
                  <a:ext uri="{FF2B5EF4-FFF2-40B4-BE49-F238E27FC236}">
                    <a16:creationId xmlns:a16="http://schemas.microsoft.com/office/drawing/2014/main" id="{E495D822-96DE-45A2-B64E-8A936E35F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295"/>
                <a:ext cx="13" cy="32"/>
              </a:xfrm>
              <a:custGeom>
                <a:avLst/>
                <a:gdLst>
                  <a:gd name="T0" fmla="*/ 13 w 13"/>
                  <a:gd name="T1" fmla="*/ 37 h 31"/>
                  <a:gd name="T2" fmla="*/ 0 w 13"/>
                  <a:gd name="T3" fmla="*/ 0 h 31"/>
                  <a:gd name="T4" fmla="*/ 13 w 13"/>
                  <a:gd name="T5" fmla="*/ 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1">
                    <a:moveTo>
                      <a:pt x="13" y="3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7" y="23"/>
                      <a:pt x="13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5" name="Freeform 1084">
                <a:extLst>
                  <a:ext uri="{FF2B5EF4-FFF2-40B4-BE49-F238E27FC236}">
                    <a16:creationId xmlns:a16="http://schemas.microsoft.com/office/drawing/2014/main" id="{4975A6DC-70F9-4EC2-8E60-B794596EA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3287"/>
                <a:ext cx="36" cy="60"/>
              </a:xfrm>
              <a:custGeom>
                <a:avLst/>
                <a:gdLst>
                  <a:gd name="T0" fmla="*/ 25 w 35"/>
                  <a:gd name="T1" fmla="*/ 8 h 58"/>
                  <a:gd name="T2" fmla="*/ 9 w 35"/>
                  <a:gd name="T3" fmla="*/ 1 h 58"/>
                  <a:gd name="T4" fmla="*/ 9 w 35"/>
                  <a:gd name="T5" fmla="*/ 1 h 58"/>
                  <a:gd name="T6" fmla="*/ 1 w 35"/>
                  <a:gd name="T7" fmla="*/ 10 h 58"/>
                  <a:gd name="T8" fmla="*/ 7 w 35"/>
                  <a:gd name="T9" fmla="*/ 62 h 58"/>
                  <a:gd name="T10" fmla="*/ 28 w 35"/>
                  <a:gd name="T11" fmla="*/ 69 h 58"/>
                  <a:gd name="T12" fmla="*/ 28 w 35"/>
                  <a:gd name="T13" fmla="*/ 69 h 58"/>
                  <a:gd name="T14" fmla="*/ 41 w 35"/>
                  <a:gd name="T15" fmla="*/ 58 h 58"/>
                  <a:gd name="T16" fmla="*/ 25 w 35"/>
                  <a:gd name="T17" fmla="*/ 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58">
                    <a:moveTo>
                      <a:pt x="19" y="8"/>
                    </a:moveTo>
                    <a:cubicBezTo>
                      <a:pt x="18" y="3"/>
                      <a:pt x="13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4" y="1"/>
                      <a:pt x="0" y="6"/>
                      <a:pt x="1" y="1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55"/>
                      <a:pt x="14" y="58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30" y="56"/>
                      <a:pt x="35" y="51"/>
                      <a:pt x="35" y="46"/>
                    </a:cubicBezTo>
                    <a:lnTo>
                      <a:pt x="19" y="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6" name="Freeform 1085">
                <a:extLst>
                  <a:ext uri="{FF2B5EF4-FFF2-40B4-BE49-F238E27FC236}">
                    <a16:creationId xmlns:a16="http://schemas.microsoft.com/office/drawing/2014/main" id="{C9FBD304-2897-4693-88F1-7F89ADEEF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67"/>
                <a:ext cx="76" cy="106"/>
              </a:xfrm>
              <a:custGeom>
                <a:avLst/>
                <a:gdLst>
                  <a:gd name="T0" fmla="*/ 3 w 75"/>
                  <a:gd name="T1" fmla="*/ 101 h 104"/>
                  <a:gd name="T2" fmla="*/ 4 w 75"/>
                  <a:gd name="T3" fmla="*/ 113 h 104"/>
                  <a:gd name="T4" fmla="*/ 4 w 75"/>
                  <a:gd name="T5" fmla="*/ 113 h 104"/>
                  <a:gd name="T6" fmla="*/ 17 w 75"/>
                  <a:gd name="T7" fmla="*/ 112 h 104"/>
                  <a:gd name="T8" fmla="*/ 78 w 75"/>
                  <a:gd name="T9" fmla="*/ 21 h 104"/>
                  <a:gd name="T10" fmla="*/ 73 w 75"/>
                  <a:gd name="T11" fmla="*/ 6 h 104"/>
                  <a:gd name="T12" fmla="*/ 73 w 75"/>
                  <a:gd name="T13" fmla="*/ 6 h 104"/>
                  <a:gd name="T14" fmla="*/ 56 w 75"/>
                  <a:gd name="T15" fmla="*/ 4 h 104"/>
                  <a:gd name="T16" fmla="*/ 3 w 75"/>
                  <a:gd name="T17" fmla="*/ 101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104">
                    <a:moveTo>
                      <a:pt x="3" y="89"/>
                    </a:moveTo>
                    <a:cubicBezTo>
                      <a:pt x="0" y="93"/>
                      <a:pt x="0" y="98"/>
                      <a:pt x="4" y="101"/>
                    </a:cubicBezTo>
                    <a:cubicBezTo>
                      <a:pt x="4" y="101"/>
                      <a:pt x="4" y="101"/>
                      <a:pt x="4" y="101"/>
                    </a:cubicBezTo>
                    <a:cubicBezTo>
                      <a:pt x="8" y="104"/>
                      <a:pt x="14" y="104"/>
                      <a:pt x="17" y="100"/>
                    </a:cubicBezTo>
                    <a:cubicBezTo>
                      <a:pt x="72" y="21"/>
                      <a:pt x="72" y="21"/>
                      <a:pt x="72" y="21"/>
                    </a:cubicBezTo>
                    <a:cubicBezTo>
                      <a:pt x="75" y="18"/>
                      <a:pt x="73" y="11"/>
                      <a:pt x="67" y="6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0" y="1"/>
                      <a:pt x="53" y="0"/>
                      <a:pt x="50" y="4"/>
                    </a:cubicBezTo>
                    <a:lnTo>
                      <a:pt x="3" y="89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7" name="Freeform 1086">
                <a:extLst>
                  <a:ext uri="{FF2B5EF4-FFF2-40B4-BE49-F238E27FC236}">
                    <a16:creationId xmlns:a16="http://schemas.microsoft.com/office/drawing/2014/main" id="{F1F6C8C6-7B75-4F91-BFCF-9D391480B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491"/>
                <a:ext cx="53" cy="75"/>
              </a:xfrm>
              <a:custGeom>
                <a:avLst/>
                <a:gdLst>
                  <a:gd name="T0" fmla="*/ 58 w 52"/>
                  <a:gd name="T1" fmla="*/ 0 h 74"/>
                  <a:gd name="T2" fmla="*/ 0 w 52"/>
                  <a:gd name="T3" fmla="*/ 80 h 74"/>
                  <a:gd name="T4" fmla="*/ 58 w 52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74">
                    <a:moveTo>
                      <a:pt x="52" y="0"/>
                    </a:move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7" y="28"/>
                      <a:pt x="52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8" name="Freeform 1087">
                <a:extLst>
                  <a:ext uri="{FF2B5EF4-FFF2-40B4-BE49-F238E27FC236}">
                    <a16:creationId xmlns:a16="http://schemas.microsoft.com/office/drawing/2014/main" id="{6F5A7F3F-54BE-4CF2-A5B6-08D430756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470"/>
                <a:ext cx="21" cy="22"/>
              </a:xfrm>
              <a:custGeom>
                <a:avLst/>
                <a:gdLst>
                  <a:gd name="T0" fmla="*/ 21 w 21"/>
                  <a:gd name="T1" fmla="*/ 20 h 21"/>
                  <a:gd name="T2" fmla="*/ 3 w 21"/>
                  <a:gd name="T3" fmla="*/ 0 h 21"/>
                  <a:gd name="T4" fmla="*/ 7 w 21"/>
                  <a:gd name="T5" fmla="*/ 21 h 21"/>
                  <a:gd name="T6" fmla="*/ 21 w 21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14"/>
                    </a:moveTo>
                    <a:cubicBezTo>
                      <a:pt x="13" y="21"/>
                      <a:pt x="4" y="6"/>
                      <a:pt x="3" y="0"/>
                    </a:cubicBezTo>
                    <a:cubicBezTo>
                      <a:pt x="1" y="6"/>
                      <a:pt x="0" y="10"/>
                      <a:pt x="7" y="15"/>
                    </a:cubicBezTo>
                    <a:cubicBezTo>
                      <a:pt x="11" y="18"/>
                      <a:pt x="17" y="19"/>
                      <a:pt x="2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9" name="Freeform 1088">
                <a:extLst>
                  <a:ext uri="{FF2B5EF4-FFF2-40B4-BE49-F238E27FC236}">
                    <a16:creationId xmlns:a16="http://schemas.microsoft.com/office/drawing/2014/main" id="{249FDCA1-C1C4-4674-AA27-D2A3A7140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478"/>
                <a:ext cx="44" cy="80"/>
              </a:xfrm>
              <a:custGeom>
                <a:avLst/>
                <a:gdLst>
                  <a:gd name="T0" fmla="*/ 49 w 43"/>
                  <a:gd name="T1" fmla="*/ 0 h 78"/>
                  <a:gd name="T2" fmla="*/ 0 w 43"/>
                  <a:gd name="T3" fmla="*/ 90 h 78"/>
                  <a:gd name="T4" fmla="*/ 49 w 43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8">
                    <a:moveTo>
                      <a:pt x="43" y="0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42" y="9"/>
                      <a:pt x="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0" name="Freeform 1089">
                <a:extLst>
                  <a:ext uri="{FF2B5EF4-FFF2-40B4-BE49-F238E27FC236}">
                    <a16:creationId xmlns:a16="http://schemas.microsoft.com/office/drawing/2014/main" id="{6C2B585E-8025-403B-9D88-84039C4C1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67"/>
                <a:ext cx="77" cy="106"/>
              </a:xfrm>
              <a:custGeom>
                <a:avLst/>
                <a:gdLst>
                  <a:gd name="T0" fmla="*/ 3 w 76"/>
                  <a:gd name="T1" fmla="*/ 101 h 104"/>
                  <a:gd name="T2" fmla="*/ 5 w 76"/>
                  <a:gd name="T3" fmla="*/ 113 h 104"/>
                  <a:gd name="T4" fmla="*/ 5 w 76"/>
                  <a:gd name="T5" fmla="*/ 113 h 104"/>
                  <a:gd name="T6" fmla="*/ 17 w 76"/>
                  <a:gd name="T7" fmla="*/ 112 h 104"/>
                  <a:gd name="T8" fmla="*/ 79 w 76"/>
                  <a:gd name="T9" fmla="*/ 21 h 104"/>
                  <a:gd name="T10" fmla="*/ 73 w 76"/>
                  <a:gd name="T11" fmla="*/ 6 h 104"/>
                  <a:gd name="T12" fmla="*/ 73 w 76"/>
                  <a:gd name="T13" fmla="*/ 6 h 104"/>
                  <a:gd name="T14" fmla="*/ 56 w 76"/>
                  <a:gd name="T15" fmla="*/ 4 h 104"/>
                  <a:gd name="T16" fmla="*/ 3 w 76"/>
                  <a:gd name="T17" fmla="*/ 101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104">
                    <a:moveTo>
                      <a:pt x="3" y="89"/>
                    </a:moveTo>
                    <a:cubicBezTo>
                      <a:pt x="0" y="93"/>
                      <a:pt x="1" y="98"/>
                      <a:pt x="5" y="101"/>
                    </a:cubicBezTo>
                    <a:cubicBezTo>
                      <a:pt x="5" y="101"/>
                      <a:pt x="5" y="101"/>
                      <a:pt x="5" y="101"/>
                    </a:cubicBezTo>
                    <a:cubicBezTo>
                      <a:pt x="8" y="104"/>
                      <a:pt x="14" y="104"/>
                      <a:pt x="17" y="100"/>
                    </a:cubicBezTo>
                    <a:cubicBezTo>
                      <a:pt x="73" y="21"/>
                      <a:pt x="73" y="21"/>
                      <a:pt x="73" y="21"/>
                    </a:cubicBezTo>
                    <a:cubicBezTo>
                      <a:pt x="76" y="18"/>
                      <a:pt x="73" y="11"/>
                      <a:pt x="67" y="6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1" y="1"/>
                      <a:pt x="53" y="0"/>
                      <a:pt x="50" y="4"/>
                    </a:cubicBezTo>
                    <a:lnTo>
                      <a:pt x="3" y="8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1" name="Freeform 1090">
                <a:extLst>
                  <a:ext uri="{FF2B5EF4-FFF2-40B4-BE49-F238E27FC236}">
                    <a16:creationId xmlns:a16="http://schemas.microsoft.com/office/drawing/2014/main" id="{D9551EF3-E3EC-4F81-834A-C1CBFB9F4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650"/>
                <a:ext cx="100" cy="88"/>
              </a:xfrm>
              <a:custGeom>
                <a:avLst/>
                <a:gdLst>
                  <a:gd name="T0" fmla="*/ 6 w 98"/>
                  <a:gd name="T1" fmla="*/ 80 h 86"/>
                  <a:gd name="T2" fmla="*/ 3 w 98"/>
                  <a:gd name="T3" fmla="*/ 92 h 86"/>
                  <a:gd name="T4" fmla="*/ 3 w 98"/>
                  <a:gd name="T5" fmla="*/ 92 h 86"/>
                  <a:gd name="T6" fmla="*/ 15 w 98"/>
                  <a:gd name="T7" fmla="*/ 95 h 86"/>
                  <a:gd name="T8" fmla="*/ 106 w 98"/>
                  <a:gd name="T9" fmla="*/ 33 h 86"/>
                  <a:gd name="T10" fmla="*/ 106 w 98"/>
                  <a:gd name="T11" fmla="*/ 10 h 86"/>
                  <a:gd name="T12" fmla="*/ 106 w 98"/>
                  <a:gd name="T13" fmla="*/ 10 h 86"/>
                  <a:gd name="T14" fmla="*/ 91 w 98"/>
                  <a:gd name="T15" fmla="*/ 3 h 86"/>
                  <a:gd name="T16" fmla="*/ 6 w 98"/>
                  <a:gd name="T17" fmla="*/ 80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86">
                    <a:moveTo>
                      <a:pt x="6" y="68"/>
                    </a:moveTo>
                    <a:cubicBezTo>
                      <a:pt x="2" y="71"/>
                      <a:pt x="0" y="76"/>
                      <a:pt x="3" y="80"/>
                    </a:cubicBezTo>
                    <a:cubicBezTo>
                      <a:pt x="3" y="80"/>
                      <a:pt x="3" y="80"/>
                      <a:pt x="3" y="80"/>
                    </a:cubicBezTo>
                    <a:cubicBezTo>
                      <a:pt x="6" y="84"/>
                      <a:pt x="11" y="86"/>
                      <a:pt x="15" y="83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8" y="25"/>
                      <a:pt x="98" y="17"/>
                      <a:pt x="94" y="10"/>
                    </a:cubicBezTo>
                    <a:cubicBezTo>
                      <a:pt x="94" y="10"/>
                      <a:pt x="94" y="10"/>
                      <a:pt x="94" y="10"/>
                    </a:cubicBezTo>
                    <a:cubicBezTo>
                      <a:pt x="90" y="4"/>
                      <a:pt x="83" y="0"/>
                      <a:pt x="79" y="3"/>
                    </a:cubicBezTo>
                    <a:lnTo>
                      <a:pt x="6" y="6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2" name="Freeform 1091">
                <a:extLst>
                  <a:ext uri="{FF2B5EF4-FFF2-40B4-BE49-F238E27FC236}">
                    <a16:creationId xmlns:a16="http://schemas.microsoft.com/office/drawing/2014/main" id="{8FECCE5D-0A74-4801-85F2-CDBFBC588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678"/>
                <a:ext cx="77" cy="54"/>
              </a:xfrm>
              <a:custGeom>
                <a:avLst/>
                <a:gdLst>
                  <a:gd name="T0" fmla="*/ 87 w 75"/>
                  <a:gd name="T1" fmla="*/ 0 h 53"/>
                  <a:gd name="T2" fmla="*/ 0 w 75"/>
                  <a:gd name="T3" fmla="*/ 59 h 53"/>
                  <a:gd name="T4" fmla="*/ 87 w 75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53">
                    <a:moveTo>
                      <a:pt x="75" y="0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53"/>
                      <a:pt x="23" y="12"/>
                      <a:pt x="75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3" name="Freeform 1092">
                <a:extLst>
                  <a:ext uri="{FF2B5EF4-FFF2-40B4-BE49-F238E27FC236}">
                    <a16:creationId xmlns:a16="http://schemas.microsoft.com/office/drawing/2014/main" id="{B7F87AA6-CAD0-429A-B5CB-4BAD3CF4E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654"/>
                <a:ext cx="18" cy="24"/>
              </a:xfrm>
              <a:custGeom>
                <a:avLst/>
                <a:gdLst>
                  <a:gd name="T0" fmla="*/ 18 w 18"/>
                  <a:gd name="T1" fmla="*/ 25 h 23"/>
                  <a:gd name="T2" fmla="*/ 6 w 18"/>
                  <a:gd name="T3" fmla="*/ 0 h 23"/>
                  <a:gd name="T4" fmla="*/ 4 w 18"/>
                  <a:gd name="T5" fmla="*/ 21 h 23"/>
                  <a:gd name="T6" fmla="*/ 18 w 18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3">
                    <a:moveTo>
                      <a:pt x="18" y="19"/>
                    </a:moveTo>
                    <a:cubicBezTo>
                      <a:pt x="8" y="23"/>
                      <a:pt x="5" y="5"/>
                      <a:pt x="6" y="0"/>
                    </a:cubicBezTo>
                    <a:cubicBezTo>
                      <a:pt x="2" y="5"/>
                      <a:pt x="0" y="9"/>
                      <a:pt x="4" y="15"/>
                    </a:cubicBezTo>
                    <a:cubicBezTo>
                      <a:pt x="7" y="19"/>
                      <a:pt x="12" y="22"/>
                      <a:pt x="18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4" name="Freeform 1093">
                <a:extLst>
                  <a:ext uri="{FF2B5EF4-FFF2-40B4-BE49-F238E27FC236}">
                    <a16:creationId xmlns:a16="http://schemas.microsoft.com/office/drawing/2014/main" id="{53F6DE4C-5F6B-4BDE-8FEC-1B20E8C2D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659"/>
                <a:ext cx="69" cy="61"/>
              </a:xfrm>
              <a:custGeom>
                <a:avLst/>
                <a:gdLst>
                  <a:gd name="T0" fmla="*/ 79 w 67"/>
                  <a:gd name="T1" fmla="*/ 0 h 59"/>
                  <a:gd name="T2" fmla="*/ 0 w 67"/>
                  <a:gd name="T3" fmla="*/ 71 h 59"/>
                  <a:gd name="T4" fmla="*/ 79 w 67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59">
                    <a:moveTo>
                      <a:pt x="67" y="0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63" y="8"/>
                      <a:pt x="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5" name="Freeform 1094">
                <a:extLst>
                  <a:ext uri="{FF2B5EF4-FFF2-40B4-BE49-F238E27FC236}">
                    <a16:creationId xmlns:a16="http://schemas.microsoft.com/office/drawing/2014/main" id="{4A0C9C54-DE82-4E33-AF64-747ADE33D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2651"/>
                <a:ext cx="99" cy="87"/>
              </a:xfrm>
              <a:custGeom>
                <a:avLst/>
                <a:gdLst>
                  <a:gd name="T0" fmla="*/ 5 w 97"/>
                  <a:gd name="T1" fmla="*/ 79 h 85"/>
                  <a:gd name="T2" fmla="*/ 2 w 97"/>
                  <a:gd name="T3" fmla="*/ 91 h 85"/>
                  <a:gd name="T4" fmla="*/ 2 w 97"/>
                  <a:gd name="T5" fmla="*/ 91 h 85"/>
                  <a:gd name="T6" fmla="*/ 15 w 97"/>
                  <a:gd name="T7" fmla="*/ 94 h 85"/>
                  <a:gd name="T8" fmla="*/ 105 w 97"/>
                  <a:gd name="T9" fmla="*/ 32 h 85"/>
                  <a:gd name="T10" fmla="*/ 105 w 97"/>
                  <a:gd name="T11" fmla="*/ 10 h 85"/>
                  <a:gd name="T12" fmla="*/ 105 w 97"/>
                  <a:gd name="T13" fmla="*/ 10 h 85"/>
                  <a:gd name="T14" fmla="*/ 90 w 97"/>
                  <a:gd name="T15" fmla="*/ 2 h 85"/>
                  <a:gd name="T16" fmla="*/ 5 w 97"/>
                  <a:gd name="T17" fmla="*/ 79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85">
                    <a:moveTo>
                      <a:pt x="5" y="67"/>
                    </a:moveTo>
                    <a:cubicBezTo>
                      <a:pt x="1" y="70"/>
                      <a:pt x="0" y="75"/>
                      <a:pt x="2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5" y="84"/>
                      <a:pt x="11" y="85"/>
                      <a:pt x="15" y="82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7" y="24"/>
                      <a:pt x="97" y="16"/>
                      <a:pt x="93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89" y="3"/>
                      <a:pt x="82" y="0"/>
                      <a:pt x="78" y="2"/>
                    </a:cubicBezTo>
                    <a:lnTo>
                      <a:pt x="5" y="6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6" name="Freeform 1095">
                <a:extLst>
                  <a:ext uri="{FF2B5EF4-FFF2-40B4-BE49-F238E27FC236}">
                    <a16:creationId xmlns:a16="http://schemas.microsoft.com/office/drawing/2014/main" id="{9286DFC5-AE48-450D-B78A-07A2001AD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829"/>
                <a:ext cx="117" cy="50"/>
              </a:xfrm>
              <a:custGeom>
                <a:avLst/>
                <a:gdLst>
                  <a:gd name="T0" fmla="*/ 9 w 114"/>
                  <a:gd name="T1" fmla="*/ 36 h 49"/>
                  <a:gd name="T2" fmla="*/ 1 w 114"/>
                  <a:gd name="T3" fmla="*/ 46 h 49"/>
                  <a:gd name="T4" fmla="*/ 1 w 114"/>
                  <a:gd name="T5" fmla="*/ 46 h 49"/>
                  <a:gd name="T6" fmla="*/ 11 w 114"/>
                  <a:gd name="T7" fmla="*/ 54 h 49"/>
                  <a:gd name="T8" fmla="*/ 124 w 114"/>
                  <a:gd name="T9" fmla="*/ 35 h 49"/>
                  <a:gd name="T10" fmla="*/ 130 w 114"/>
                  <a:gd name="T11" fmla="*/ 14 h 49"/>
                  <a:gd name="T12" fmla="*/ 130 w 114"/>
                  <a:gd name="T13" fmla="*/ 14 h 49"/>
                  <a:gd name="T14" fmla="*/ 120 w 114"/>
                  <a:gd name="T15" fmla="*/ 1 h 49"/>
                  <a:gd name="T16" fmla="*/ 9 w 114"/>
                  <a:gd name="T17" fmla="*/ 36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49">
                    <a:moveTo>
                      <a:pt x="9" y="30"/>
                    </a:moveTo>
                    <a:cubicBezTo>
                      <a:pt x="4" y="31"/>
                      <a:pt x="0" y="36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2" y="45"/>
                      <a:pt x="6" y="49"/>
                      <a:pt x="11" y="48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10" y="28"/>
                      <a:pt x="114" y="22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6"/>
                      <a:pt x="107" y="0"/>
                      <a:pt x="102" y="1"/>
                    </a:cubicBezTo>
                    <a:lnTo>
                      <a:pt x="9" y="30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7" name="Freeform 1096">
                <a:extLst>
                  <a:ext uri="{FF2B5EF4-FFF2-40B4-BE49-F238E27FC236}">
                    <a16:creationId xmlns:a16="http://schemas.microsoft.com/office/drawing/2014/main" id="{4D481727-34DA-4C2F-B923-FBA1C55B4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845"/>
                <a:ext cx="92" cy="30"/>
              </a:xfrm>
              <a:custGeom>
                <a:avLst/>
                <a:gdLst>
                  <a:gd name="T0" fmla="*/ 102 w 90"/>
                  <a:gd name="T1" fmla="*/ 11 h 29"/>
                  <a:gd name="T2" fmla="*/ 0 w 90"/>
                  <a:gd name="T3" fmla="*/ 35 h 29"/>
                  <a:gd name="T4" fmla="*/ 102 w 90"/>
                  <a:gd name="T5" fmla="*/ 1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29">
                    <a:moveTo>
                      <a:pt x="90" y="11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38" y="0"/>
                      <a:pt x="90" y="11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8" name="Freeform 1097">
                <a:extLst>
                  <a:ext uri="{FF2B5EF4-FFF2-40B4-BE49-F238E27FC236}">
                    <a16:creationId xmlns:a16="http://schemas.microsoft.com/office/drawing/2014/main" id="{E4E48F6A-D22F-4925-9D2C-1F84503A1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832"/>
                <a:ext cx="13" cy="24"/>
              </a:xfrm>
              <a:custGeom>
                <a:avLst/>
                <a:gdLst>
                  <a:gd name="T0" fmla="*/ 13 w 13"/>
                  <a:gd name="T1" fmla="*/ 28 h 23"/>
                  <a:gd name="T2" fmla="*/ 9 w 13"/>
                  <a:gd name="T3" fmla="*/ 0 h 23"/>
                  <a:gd name="T4" fmla="*/ 2 w 13"/>
                  <a:gd name="T5" fmla="*/ 19 h 23"/>
                  <a:gd name="T6" fmla="*/ 12 w 13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13" y="22"/>
                    </a:moveTo>
                    <a:cubicBezTo>
                      <a:pt x="1" y="22"/>
                      <a:pt x="6" y="5"/>
                      <a:pt x="9" y="0"/>
                    </a:cubicBezTo>
                    <a:cubicBezTo>
                      <a:pt x="4" y="3"/>
                      <a:pt x="0" y="6"/>
                      <a:pt x="2" y="13"/>
                    </a:cubicBezTo>
                    <a:cubicBezTo>
                      <a:pt x="3" y="19"/>
                      <a:pt x="6" y="23"/>
                      <a:pt x="12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9" name="Freeform 1098">
                <a:extLst>
                  <a:ext uri="{FF2B5EF4-FFF2-40B4-BE49-F238E27FC236}">
                    <a16:creationId xmlns:a16="http://schemas.microsoft.com/office/drawing/2014/main" id="{8417AAD9-A39E-459A-9517-DE5306D0A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833"/>
                <a:ext cx="86" cy="27"/>
              </a:xfrm>
              <a:custGeom>
                <a:avLst/>
                <a:gdLst>
                  <a:gd name="T0" fmla="*/ 91 w 85"/>
                  <a:gd name="T1" fmla="*/ 0 h 26"/>
                  <a:gd name="T2" fmla="*/ 0 w 85"/>
                  <a:gd name="T3" fmla="*/ 32 h 26"/>
                  <a:gd name="T4" fmla="*/ 91 w 8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26">
                    <a:moveTo>
                      <a:pt x="8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78" y="6"/>
                      <a:pt x="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0" name="Freeform 1099">
                <a:extLst>
                  <a:ext uri="{FF2B5EF4-FFF2-40B4-BE49-F238E27FC236}">
                    <a16:creationId xmlns:a16="http://schemas.microsoft.com/office/drawing/2014/main" id="{D24B09B8-4B89-4763-BFEF-546BDCB3B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830"/>
                <a:ext cx="116" cy="49"/>
              </a:xfrm>
              <a:custGeom>
                <a:avLst/>
                <a:gdLst>
                  <a:gd name="T0" fmla="*/ 8 w 113"/>
                  <a:gd name="T1" fmla="*/ 36 h 48"/>
                  <a:gd name="T2" fmla="*/ 0 w 113"/>
                  <a:gd name="T3" fmla="*/ 46 h 48"/>
                  <a:gd name="T4" fmla="*/ 0 w 113"/>
                  <a:gd name="T5" fmla="*/ 46 h 48"/>
                  <a:gd name="T6" fmla="*/ 10 w 113"/>
                  <a:gd name="T7" fmla="*/ 53 h 48"/>
                  <a:gd name="T8" fmla="*/ 123 w 113"/>
                  <a:gd name="T9" fmla="*/ 34 h 48"/>
                  <a:gd name="T10" fmla="*/ 130 w 113"/>
                  <a:gd name="T11" fmla="*/ 13 h 48"/>
                  <a:gd name="T12" fmla="*/ 130 w 113"/>
                  <a:gd name="T13" fmla="*/ 13 h 48"/>
                  <a:gd name="T14" fmla="*/ 119 w 113"/>
                  <a:gd name="T15" fmla="*/ 0 h 48"/>
                  <a:gd name="T16" fmla="*/ 8 w 113"/>
                  <a:gd name="T17" fmla="*/ 36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48">
                    <a:moveTo>
                      <a:pt x="8" y="30"/>
                    </a:moveTo>
                    <a:cubicBezTo>
                      <a:pt x="3" y="30"/>
                      <a:pt x="0" y="35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1" y="45"/>
                      <a:pt x="5" y="48"/>
                      <a:pt x="10" y="47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10" y="28"/>
                      <a:pt x="113" y="21"/>
                      <a:pt x="112" y="13"/>
                    </a:cubicBezTo>
                    <a:cubicBezTo>
                      <a:pt x="112" y="13"/>
                      <a:pt x="112" y="13"/>
                      <a:pt x="112" y="13"/>
                    </a:cubicBezTo>
                    <a:cubicBezTo>
                      <a:pt x="111" y="5"/>
                      <a:pt x="106" y="0"/>
                      <a:pt x="101" y="0"/>
                    </a:cubicBezTo>
                    <a:lnTo>
                      <a:pt x="8" y="3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1" name="Freeform 1100">
                <a:extLst>
                  <a:ext uri="{FF2B5EF4-FFF2-40B4-BE49-F238E27FC236}">
                    <a16:creationId xmlns:a16="http://schemas.microsoft.com/office/drawing/2014/main" id="{3DADEA1E-58BE-4DE0-B181-31210B756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950"/>
                <a:ext cx="117" cy="31"/>
              </a:xfrm>
              <a:custGeom>
                <a:avLst/>
                <a:gdLst>
                  <a:gd name="T0" fmla="*/ 10 w 115"/>
                  <a:gd name="T1" fmla="*/ 14 h 31"/>
                  <a:gd name="T2" fmla="*/ 0 w 115"/>
                  <a:gd name="T3" fmla="*/ 22 h 31"/>
                  <a:gd name="T4" fmla="*/ 0 w 115"/>
                  <a:gd name="T5" fmla="*/ 22 h 31"/>
                  <a:gd name="T6" fmla="*/ 9 w 115"/>
                  <a:gd name="T7" fmla="*/ 31 h 31"/>
                  <a:gd name="T8" fmla="*/ 117 w 115"/>
                  <a:gd name="T9" fmla="*/ 28 h 31"/>
                  <a:gd name="T10" fmla="*/ 127 w 115"/>
                  <a:gd name="T11" fmla="*/ 14 h 31"/>
                  <a:gd name="T12" fmla="*/ 127 w 115"/>
                  <a:gd name="T13" fmla="*/ 14 h 31"/>
                  <a:gd name="T14" fmla="*/ 118 w 115"/>
                  <a:gd name="T15" fmla="*/ 0 h 31"/>
                  <a:gd name="T16" fmla="*/ 10 w 115"/>
                  <a:gd name="T17" fmla="*/ 14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" h="31">
                    <a:moveTo>
                      <a:pt x="10" y="14"/>
                    </a:moveTo>
                    <a:cubicBezTo>
                      <a:pt x="5" y="14"/>
                      <a:pt x="1" y="17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10" y="28"/>
                      <a:pt x="115" y="22"/>
                      <a:pt x="115" y="14"/>
                    </a:cubicBezTo>
                    <a:cubicBezTo>
                      <a:pt x="115" y="14"/>
                      <a:pt x="115" y="14"/>
                      <a:pt x="115" y="14"/>
                    </a:cubicBezTo>
                    <a:cubicBezTo>
                      <a:pt x="115" y="7"/>
                      <a:pt x="111" y="0"/>
                      <a:pt x="106" y="0"/>
                    </a:cubicBez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2" name="Freeform 1101">
                <a:extLst>
                  <a:ext uri="{FF2B5EF4-FFF2-40B4-BE49-F238E27FC236}">
                    <a16:creationId xmlns:a16="http://schemas.microsoft.com/office/drawing/2014/main" id="{C87AE281-B126-4DF1-87A9-91A421460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956"/>
                <a:ext cx="93" cy="22"/>
              </a:xfrm>
              <a:custGeom>
                <a:avLst/>
                <a:gdLst>
                  <a:gd name="T0" fmla="*/ 103 w 91"/>
                  <a:gd name="T1" fmla="*/ 20 h 22"/>
                  <a:gd name="T2" fmla="*/ 0 w 91"/>
                  <a:gd name="T3" fmla="*/ 22 h 22"/>
                  <a:gd name="T4" fmla="*/ 103 w 91"/>
                  <a:gd name="T5" fmla="*/ 2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22">
                    <a:moveTo>
                      <a:pt x="91" y="2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42" y="0"/>
                      <a:pt x="91" y="2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3" name="Freeform 1102">
                <a:extLst>
                  <a:ext uri="{FF2B5EF4-FFF2-40B4-BE49-F238E27FC236}">
                    <a16:creationId xmlns:a16="http://schemas.microsoft.com/office/drawing/2014/main" id="{F856FB1B-E9B9-495A-9834-27AF7269F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953"/>
                <a:ext cx="12" cy="23"/>
              </a:xfrm>
              <a:custGeom>
                <a:avLst/>
                <a:gdLst>
                  <a:gd name="T0" fmla="*/ 11 w 12"/>
                  <a:gd name="T1" fmla="*/ 22 h 23"/>
                  <a:gd name="T2" fmla="*/ 12 w 12"/>
                  <a:gd name="T3" fmla="*/ 0 h 23"/>
                  <a:gd name="T4" fmla="*/ 2 w 12"/>
                  <a:gd name="T5" fmla="*/ 12 h 23"/>
                  <a:gd name="T6" fmla="*/ 10 w 12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11" y="22"/>
                    </a:moveTo>
                    <a:cubicBezTo>
                      <a:pt x="0" y="20"/>
                      <a:pt x="8" y="4"/>
                      <a:pt x="12" y="0"/>
                    </a:cubicBezTo>
                    <a:cubicBezTo>
                      <a:pt x="5" y="2"/>
                      <a:pt x="1" y="4"/>
                      <a:pt x="2" y="12"/>
                    </a:cubicBezTo>
                    <a:cubicBezTo>
                      <a:pt x="2" y="17"/>
                      <a:pt x="4" y="22"/>
                      <a:pt x="1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4" name="Freeform 1103">
                <a:extLst>
                  <a:ext uri="{FF2B5EF4-FFF2-40B4-BE49-F238E27FC236}">
                    <a16:creationId xmlns:a16="http://schemas.microsoft.com/office/drawing/2014/main" id="{3E681C01-0DEB-4D5F-A416-B6DF1B8BE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952"/>
                <a:ext cx="91" cy="12"/>
              </a:xfrm>
              <a:custGeom>
                <a:avLst/>
                <a:gdLst>
                  <a:gd name="T0" fmla="*/ 101 w 89"/>
                  <a:gd name="T1" fmla="*/ 0 h 12"/>
                  <a:gd name="T2" fmla="*/ 0 w 89"/>
                  <a:gd name="T3" fmla="*/ 12 h 12"/>
                  <a:gd name="T4" fmla="*/ 101 w 8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2">
                    <a:moveTo>
                      <a:pt x="89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80" y="4"/>
                      <a:pt x="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5" name="Freeform 1104">
                <a:extLst>
                  <a:ext uri="{FF2B5EF4-FFF2-40B4-BE49-F238E27FC236}">
                    <a16:creationId xmlns:a16="http://schemas.microsoft.com/office/drawing/2014/main" id="{1E2C8955-7911-4BAB-B578-59041CE00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950"/>
                <a:ext cx="117" cy="32"/>
              </a:xfrm>
              <a:custGeom>
                <a:avLst/>
                <a:gdLst>
                  <a:gd name="T0" fmla="*/ 10 w 115"/>
                  <a:gd name="T1" fmla="*/ 14 h 32"/>
                  <a:gd name="T2" fmla="*/ 1 w 115"/>
                  <a:gd name="T3" fmla="*/ 23 h 32"/>
                  <a:gd name="T4" fmla="*/ 1 w 115"/>
                  <a:gd name="T5" fmla="*/ 23 h 32"/>
                  <a:gd name="T6" fmla="*/ 9 w 115"/>
                  <a:gd name="T7" fmla="*/ 32 h 32"/>
                  <a:gd name="T8" fmla="*/ 118 w 115"/>
                  <a:gd name="T9" fmla="*/ 29 h 32"/>
                  <a:gd name="T10" fmla="*/ 127 w 115"/>
                  <a:gd name="T11" fmla="*/ 15 h 32"/>
                  <a:gd name="T12" fmla="*/ 127 w 115"/>
                  <a:gd name="T13" fmla="*/ 15 h 32"/>
                  <a:gd name="T14" fmla="*/ 119 w 115"/>
                  <a:gd name="T15" fmla="*/ 0 h 32"/>
                  <a:gd name="T16" fmla="*/ 10 w 115"/>
                  <a:gd name="T17" fmla="*/ 1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" h="32">
                    <a:moveTo>
                      <a:pt x="10" y="14"/>
                    </a:moveTo>
                    <a:cubicBezTo>
                      <a:pt x="5" y="14"/>
                      <a:pt x="1" y="18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8"/>
                      <a:pt x="4" y="32"/>
                      <a:pt x="9" y="32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11" y="29"/>
                      <a:pt x="115" y="23"/>
                      <a:pt x="115" y="15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15" y="7"/>
                      <a:pt x="112" y="0"/>
                      <a:pt x="107" y="0"/>
                    </a:cubicBezTo>
                    <a:lnTo>
                      <a:pt x="10" y="1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6" name="Freeform 1105">
                <a:extLst>
                  <a:ext uri="{FF2B5EF4-FFF2-40B4-BE49-F238E27FC236}">
                    <a16:creationId xmlns:a16="http://schemas.microsoft.com/office/drawing/2014/main" id="{68C5FDA3-5B34-4ABD-AADF-6C6505FA7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127"/>
                <a:ext cx="115" cy="59"/>
              </a:xfrm>
              <a:custGeom>
                <a:avLst/>
                <a:gdLst>
                  <a:gd name="T0" fmla="*/ 14 w 112"/>
                  <a:gd name="T1" fmla="*/ 2 h 58"/>
                  <a:gd name="T2" fmla="*/ 2 w 112"/>
                  <a:gd name="T3" fmla="*/ 6 h 58"/>
                  <a:gd name="T4" fmla="*/ 2 w 112"/>
                  <a:gd name="T5" fmla="*/ 6 h 58"/>
                  <a:gd name="T6" fmla="*/ 6 w 112"/>
                  <a:gd name="T7" fmla="*/ 18 h 58"/>
                  <a:gd name="T8" fmla="*/ 112 w 112"/>
                  <a:gd name="T9" fmla="*/ 62 h 58"/>
                  <a:gd name="T10" fmla="*/ 127 w 112"/>
                  <a:gd name="T11" fmla="*/ 53 h 58"/>
                  <a:gd name="T12" fmla="*/ 127 w 112"/>
                  <a:gd name="T13" fmla="*/ 53 h 58"/>
                  <a:gd name="T14" fmla="*/ 125 w 112"/>
                  <a:gd name="T15" fmla="*/ 37 h 58"/>
                  <a:gd name="T16" fmla="*/ 14 w 112"/>
                  <a:gd name="T17" fmla="*/ 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58">
                    <a:moveTo>
                      <a:pt x="14" y="2"/>
                    </a:moveTo>
                    <a:cubicBezTo>
                      <a:pt x="9" y="0"/>
                      <a:pt x="4" y="2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1"/>
                      <a:pt x="1" y="16"/>
                      <a:pt x="6" y="18"/>
                    </a:cubicBezTo>
                    <a:cubicBezTo>
                      <a:pt x="94" y="56"/>
                      <a:pt x="94" y="56"/>
                      <a:pt x="94" y="56"/>
                    </a:cubicBezTo>
                    <a:cubicBezTo>
                      <a:pt x="99" y="58"/>
                      <a:pt x="105" y="54"/>
                      <a:pt x="109" y="47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12" y="40"/>
                      <a:pt x="112" y="33"/>
                      <a:pt x="107" y="31"/>
                    </a:cubicBez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7" name="Freeform 1106">
                <a:extLst>
                  <a:ext uri="{FF2B5EF4-FFF2-40B4-BE49-F238E27FC236}">
                    <a16:creationId xmlns:a16="http://schemas.microsoft.com/office/drawing/2014/main" id="{3FB8AD03-8F38-417C-A305-BE5F39279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3140"/>
                <a:ext cx="86" cy="40"/>
              </a:xfrm>
              <a:custGeom>
                <a:avLst/>
                <a:gdLst>
                  <a:gd name="T0" fmla="*/ 96 w 84"/>
                  <a:gd name="T1" fmla="*/ 45 h 39"/>
                  <a:gd name="T2" fmla="*/ 0 w 84"/>
                  <a:gd name="T3" fmla="*/ 3 h 39"/>
                  <a:gd name="T4" fmla="*/ 96 w 84"/>
                  <a:gd name="T5" fmla="*/ 45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39">
                    <a:moveTo>
                      <a:pt x="84" y="39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47" y="0"/>
                      <a:pt x="84" y="39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8" name="Freeform 1107">
                <a:extLst>
                  <a:ext uri="{FF2B5EF4-FFF2-40B4-BE49-F238E27FC236}">
                    <a16:creationId xmlns:a16="http://schemas.microsoft.com/office/drawing/2014/main" id="{E614D788-2037-414D-A76D-C81002005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3161"/>
                <a:ext cx="21" cy="22"/>
              </a:xfrm>
              <a:custGeom>
                <a:avLst/>
                <a:gdLst>
                  <a:gd name="T0" fmla="*/ 16 w 20"/>
                  <a:gd name="T1" fmla="*/ 27 h 21"/>
                  <a:gd name="T2" fmla="*/ 26 w 20"/>
                  <a:gd name="T3" fmla="*/ 1 h 21"/>
                  <a:gd name="T4" fmla="*/ 6 w 20"/>
                  <a:gd name="T5" fmla="*/ 7 h 21"/>
                  <a:gd name="T6" fmla="*/ 8 w 20"/>
                  <a:gd name="T7" fmla="*/ 2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10" y="21"/>
                    </a:moveTo>
                    <a:cubicBezTo>
                      <a:pt x="0" y="14"/>
                      <a:pt x="15" y="3"/>
                      <a:pt x="20" y="1"/>
                    </a:cubicBezTo>
                    <a:cubicBezTo>
                      <a:pt x="14" y="0"/>
                      <a:pt x="9" y="0"/>
                      <a:pt x="6" y="7"/>
                    </a:cubicBezTo>
                    <a:cubicBezTo>
                      <a:pt x="4" y="12"/>
                      <a:pt x="4" y="18"/>
                      <a:pt x="8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9" name="Freeform 1108">
                <a:extLst>
                  <a:ext uri="{FF2B5EF4-FFF2-40B4-BE49-F238E27FC236}">
                    <a16:creationId xmlns:a16="http://schemas.microsoft.com/office/drawing/2014/main" id="{A2097174-8CBE-46F8-996E-A12C8552A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3129"/>
                <a:ext cx="86" cy="28"/>
              </a:xfrm>
              <a:custGeom>
                <a:avLst/>
                <a:gdLst>
                  <a:gd name="T0" fmla="*/ 91 w 85"/>
                  <a:gd name="T1" fmla="*/ 27 h 28"/>
                  <a:gd name="T2" fmla="*/ 0 w 85"/>
                  <a:gd name="T3" fmla="*/ 0 h 28"/>
                  <a:gd name="T4" fmla="*/ 91 w 85"/>
                  <a:gd name="T5" fmla="*/ 2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28">
                    <a:moveTo>
                      <a:pt x="85" y="27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76" y="28"/>
                      <a:pt x="85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0" name="Freeform 1109">
                <a:extLst>
                  <a:ext uri="{FF2B5EF4-FFF2-40B4-BE49-F238E27FC236}">
                    <a16:creationId xmlns:a16="http://schemas.microsoft.com/office/drawing/2014/main" id="{E3A7113E-2FF8-4E06-A8B9-1CDAB3130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127"/>
                <a:ext cx="115" cy="60"/>
              </a:xfrm>
              <a:custGeom>
                <a:avLst/>
                <a:gdLst>
                  <a:gd name="T0" fmla="*/ 14 w 112"/>
                  <a:gd name="T1" fmla="*/ 3 h 59"/>
                  <a:gd name="T2" fmla="*/ 2 w 112"/>
                  <a:gd name="T3" fmla="*/ 7 h 59"/>
                  <a:gd name="T4" fmla="*/ 2 w 112"/>
                  <a:gd name="T5" fmla="*/ 7 h 59"/>
                  <a:gd name="T6" fmla="*/ 6 w 112"/>
                  <a:gd name="T7" fmla="*/ 18 h 59"/>
                  <a:gd name="T8" fmla="*/ 112 w 112"/>
                  <a:gd name="T9" fmla="*/ 62 h 59"/>
                  <a:gd name="T10" fmla="*/ 127 w 112"/>
                  <a:gd name="T11" fmla="*/ 54 h 59"/>
                  <a:gd name="T12" fmla="*/ 127 w 112"/>
                  <a:gd name="T13" fmla="*/ 54 h 59"/>
                  <a:gd name="T14" fmla="*/ 125 w 112"/>
                  <a:gd name="T15" fmla="*/ 37 h 59"/>
                  <a:gd name="T16" fmla="*/ 14 w 112"/>
                  <a:gd name="T17" fmla="*/ 3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59">
                    <a:moveTo>
                      <a:pt x="14" y="3"/>
                    </a:moveTo>
                    <a:cubicBezTo>
                      <a:pt x="10" y="0"/>
                      <a:pt x="4" y="2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1"/>
                      <a:pt x="1" y="16"/>
                      <a:pt x="6" y="18"/>
                    </a:cubicBezTo>
                    <a:cubicBezTo>
                      <a:pt x="94" y="56"/>
                      <a:pt x="94" y="56"/>
                      <a:pt x="94" y="56"/>
                    </a:cubicBezTo>
                    <a:cubicBezTo>
                      <a:pt x="99" y="59"/>
                      <a:pt x="105" y="55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12" y="41"/>
                      <a:pt x="112" y="33"/>
                      <a:pt x="107" y="31"/>
                    </a:cubicBezTo>
                    <a:lnTo>
                      <a:pt x="14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1" name="Freeform 1110">
                <a:extLst>
                  <a:ext uri="{FF2B5EF4-FFF2-40B4-BE49-F238E27FC236}">
                    <a16:creationId xmlns:a16="http://schemas.microsoft.com/office/drawing/2014/main" id="{53EDB4DF-C853-4E38-A1E1-88310A330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287"/>
                <a:ext cx="96" cy="92"/>
              </a:xfrm>
              <a:custGeom>
                <a:avLst/>
                <a:gdLst>
                  <a:gd name="T0" fmla="*/ 17 w 94"/>
                  <a:gd name="T1" fmla="*/ 4 h 90"/>
                  <a:gd name="T2" fmla="*/ 4 w 94"/>
                  <a:gd name="T3" fmla="*/ 3 h 90"/>
                  <a:gd name="T4" fmla="*/ 4 w 94"/>
                  <a:gd name="T5" fmla="*/ 3 h 90"/>
                  <a:gd name="T6" fmla="*/ 3 w 94"/>
                  <a:gd name="T7" fmla="*/ 15 h 90"/>
                  <a:gd name="T8" fmla="*/ 77 w 94"/>
                  <a:gd name="T9" fmla="*/ 98 h 90"/>
                  <a:gd name="T10" fmla="*/ 97 w 94"/>
                  <a:gd name="T11" fmla="*/ 96 h 90"/>
                  <a:gd name="T12" fmla="*/ 97 w 94"/>
                  <a:gd name="T13" fmla="*/ 96 h 90"/>
                  <a:gd name="T14" fmla="*/ 103 w 94"/>
                  <a:gd name="T15" fmla="*/ 80 h 90"/>
                  <a:gd name="T16" fmla="*/ 17 w 94"/>
                  <a:gd name="T17" fmla="*/ 4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90">
                    <a:moveTo>
                      <a:pt x="17" y="4"/>
                    </a:moveTo>
                    <a:cubicBezTo>
                      <a:pt x="14" y="0"/>
                      <a:pt x="8" y="0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6"/>
                      <a:pt x="0" y="11"/>
                      <a:pt x="3" y="15"/>
                    </a:cubicBezTo>
                    <a:cubicBezTo>
                      <a:pt x="68" y="86"/>
                      <a:pt x="68" y="86"/>
                      <a:pt x="68" y="86"/>
                    </a:cubicBezTo>
                    <a:cubicBezTo>
                      <a:pt x="72" y="90"/>
                      <a:pt x="79" y="89"/>
                      <a:pt x="85" y="84"/>
                    </a:cubicBezTo>
                    <a:cubicBezTo>
                      <a:pt x="85" y="84"/>
                      <a:pt x="85" y="84"/>
                      <a:pt x="85" y="84"/>
                    </a:cubicBezTo>
                    <a:cubicBezTo>
                      <a:pt x="91" y="79"/>
                      <a:pt x="94" y="72"/>
                      <a:pt x="91" y="68"/>
                    </a:cubicBez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2" name="Freeform 1111">
                <a:extLst>
                  <a:ext uri="{FF2B5EF4-FFF2-40B4-BE49-F238E27FC236}">
                    <a16:creationId xmlns:a16="http://schemas.microsoft.com/office/drawing/2014/main" id="{CEED7583-DEF6-4E36-9A9D-8C730CF8A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3302"/>
                <a:ext cx="64" cy="68"/>
              </a:xfrm>
              <a:custGeom>
                <a:avLst/>
                <a:gdLst>
                  <a:gd name="T0" fmla="*/ 74 w 62"/>
                  <a:gd name="T1" fmla="*/ 73 h 67"/>
                  <a:gd name="T2" fmla="*/ 0 w 62"/>
                  <a:gd name="T3" fmla="*/ 0 h 67"/>
                  <a:gd name="T4" fmla="*/ 74 w 62"/>
                  <a:gd name="T5" fmla="*/ 73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67">
                    <a:moveTo>
                      <a:pt x="62" y="67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4" y="17"/>
                      <a:pt x="62" y="67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3" name="Freeform 1112">
                <a:extLst>
                  <a:ext uri="{FF2B5EF4-FFF2-40B4-BE49-F238E27FC236}">
                    <a16:creationId xmlns:a16="http://schemas.microsoft.com/office/drawing/2014/main" id="{C24EFA22-F3A0-47DE-8E28-39A73DDEE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356"/>
                <a:ext cx="24" cy="20"/>
              </a:xfrm>
              <a:custGeom>
                <a:avLst/>
                <a:gdLst>
                  <a:gd name="T0" fmla="*/ 6 w 24"/>
                  <a:gd name="T1" fmla="*/ 20 h 20"/>
                  <a:gd name="T2" fmla="*/ 24 w 24"/>
                  <a:gd name="T3" fmla="*/ 5 h 20"/>
                  <a:gd name="T4" fmla="*/ 8 w 24"/>
                  <a:gd name="T5" fmla="*/ 5 h 20"/>
                  <a:gd name="T6" fmla="*/ 5 w 24"/>
                  <a:gd name="T7" fmla="*/ 1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0">
                    <a:moveTo>
                      <a:pt x="6" y="20"/>
                    </a:moveTo>
                    <a:cubicBezTo>
                      <a:pt x="0" y="10"/>
                      <a:pt x="18" y="5"/>
                      <a:pt x="24" y="5"/>
                    </a:cubicBezTo>
                    <a:cubicBezTo>
                      <a:pt x="18" y="2"/>
                      <a:pt x="14" y="0"/>
                      <a:pt x="8" y="5"/>
                    </a:cubicBezTo>
                    <a:cubicBezTo>
                      <a:pt x="4" y="9"/>
                      <a:pt x="2" y="14"/>
                      <a:pt x="5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4" name="Freeform 1113">
                <a:extLst>
                  <a:ext uri="{FF2B5EF4-FFF2-40B4-BE49-F238E27FC236}">
                    <a16:creationId xmlns:a16="http://schemas.microsoft.com/office/drawing/2014/main" id="{E0079173-1599-4A73-8ACF-16685F2A9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3291"/>
                <a:ext cx="68" cy="61"/>
              </a:xfrm>
              <a:custGeom>
                <a:avLst/>
                <a:gdLst>
                  <a:gd name="T0" fmla="*/ 73 w 67"/>
                  <a:gd name="T1" fmla="*/ 71 h 59"/>
                  <a:gd name="T2" fmla="*/ 0 w 67"/>
                  <a:gd name="T3" fmla="*/ 0 h 59"/>
                  <a:gd name="T4" fmla="*/ 73 w 67"/>
                  <a:gd name="T5" fmla="*/ 7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59">
                    <a:moveTo>
                      <a:pt x="67" y="5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58" y="56"/>
                      <a:pt x="67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5" name="Freeform 1114">
                <a:extLst>
                  <a:ext uri="{FF2B5EF4-FFF2-40B4-BE49-F238E27FC236}">
                    <a16:creationId xmlns:a16="http://schemas.microsoft.com/office/drawing/2014/main" id="{F3DE0467-8055-465A-BF89-4703E0572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287"/>
                <a:ext cx="96" cy="92"/>
              </a:xfrm>
              <a:custGeom>
                <a:avLst/>
                <a:gdLst>
                  <a:gd name="T0" fmla="*/ 17 w 94"/>
                  <a:gd name="T1" fmla="*/ 4 h 90"/>
                  <a:gd name="T2" fmla="*/ 4 w 94"/>
                  <a:gd name="T3" fmla="*/ 3 h 90"/>
                  <a:gd name="T4" fmla="*/ 4 w 94"/>
                  <a:gd name="T5" fmla="*/ 3 h 90"/>
                  <a:gd name="T6" fmla="*/ 3 w 94"/>
                  <a:gd name="T7" fmla="*/ 16 h 90"/>
                  <a:gd name="T8" fmla="*/ 77 w 94"/>
                  <a:gd name="T9" fmla="*/ 98 h 90"/>
                  <a:gd name="T10" fmla="*/ 97 w 94"/>
                  <a:gd name="T11" fmla="*/ 96 h 90"/>
                  <a:gd name="T12" fmla="*/ 97 w 94"/>
                  <a:gd name="T13" fmla="*/ 96 h 90"/>
                  <a:gd name="T14" fmla="*/ 103 w 94"/>
                  <a:gd name="T15" fmla="*/ 80 h 90"/>
                  <a:gd name="T16" fmla="*/ 17 w 94"/>
                  <a:gd name="T17" fmla="*/ 4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90">
                    <a:moveTo>
                      <a:pt x="17" y="4"/>
                    </a:moveTo>
                    <a:cubicBezTo>
                      <a:pt x="14" y="1"/>
                      <a:pt x="8" y="0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6"/>
                      <a:pt x="0" y="12"/>
                      <a:pt x="3" y="16"/>
                    </a:cubicBezTo>
                    <a:cubicBezTo>
                      <a:pt x="68" y="86"/>
                      <a:pt x="68" y="86"/>
                      <a:pt x="68" y="86"/>
                    </a:cubicBezTo>
                    <a:cubicBezTo>
                      <a:pt x="71" y="90"/>
                      <a:pt x="79" y="89"/>
                      <a:pt x="85" y="84"/>
                    </a:cubicBezTo>
                    <a:cubicBezTo>
                      <a:pt x="85" y="84"/>
                      <a:pt x="85" y="84"/>
                      <a:pt x="85" y="84"/>
                    </a:cubicBezTo>
                    <a:cubicBezTo>
                      <a:pt x="91" y="79"/>
                      <a:pt x="94" y="72"/>
                      <a:pt x="91" y="68"/>
                    </a:cubicBezTo>
                    <a:lnTo>
                      <a:pt x="17" y="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6" name="Freeform 1115">
                <a:extLst>
                  <a:ext uri="{FF2B5EF4-FFF2-40B4-BE49-F238E27FC236}">
                    <a16:creationId xmlns:a16="http://schemas.microsoft.com/office/drawing/2014/main" id="{F901FE54-0200-4CB9-B4C8-415DDFF9A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427"/>
                <a:ext cx="85" cy="102"/>
              </a:xfrm>
              <a:custGeom>
                <a:avLst/>
                <a:gdLst>
                  <a:gd name="T0" fmla="*/ 18 w 83"/>
                  <a:gd name="T1" fmla="*/ 6 h 99"/>
                  <a:gd name="T2" fmla="*/ 6 w 83"/>
                  <a:gd name="T3" fmla="*/ 2 h 99"/>
                  <a:gd name="T4" fmla="*/ 6 w 83"/>
                  <a:gd name="T5" fmla="*/ 2 h 99"/>
                  <a:gd name="T6" fmla="*/ 3 w 83"/>
                  <a:gd name="T7" fmla="*/ 14 h 99"/>
                  <a:gd name="T8" fmla="*/ 62 w 83"/>
                  <a:gd name="T9" fmla="*/ 113 h 99"/>
                  <a:gd name="T10" fmla="*/ 84 w 83"/>
                  <a:gd name="T11" fmla="*/ 114 h 99"/>
                  <a:gd name="T12" fmla="*/ 84 w 83"/>
                  <a:gd name="T13" fmla="*/ 114 h 99"/>
                  <a:gd name="T14" fmla="*/ 92 w 83"/>
                  <a:gd name="T15" fmla="*/ 98 h 99"/>
                  <a:gd name="T16" fmla="*/ 18 w 83"/>
                  <a:gd name="T17" fmla="*/ 6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99">
                    <a:moveTo>
                      <a:pt x="18" y="6"/>
                    </a:moveTo>
                    <a:cubicBezTo>
                      <a:pt x="16" y="1"/>
                      <a:pt x="11" y="0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2" y="5"/>
                      <a:pt x="0" y="10"/>
                      <a:pt x="3" y="14"/>
                    </a:cubicBezTo>
                    <a:cubicBezTo>
                      <a:pt x="56" y="95"/>
                      <a:pt x="56" y="95"/>
                      <a:pt x="56" y="95"/>
                    </a:cubicBezTo>
                    <a:cubicBezTo>
                      <a:pt x="58" y="99"/>
                      <a:pt x="66" y="99"/>
                      <a:pt x="72" y="96"/>
                    </a:cubicBezTo>
                    <a:cubicBezTo>
                      <a:pt x="72" y="96"/>
                      <a:pt x="72" y="96"/>
                      <a:pt x="72" y="96"/>
                    </a:cubicBezTo>
                    <a:cubicBezTo>
                      <a:pt x="79" y="92"/>
                      <a:pt x="83" y="85"/>
                      <a:pt x="80" y="81"/>
                    </a:cubicBezTo>
                    <a:lnTo>
                      <a:pt x="18" y="6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7" name="Freeform 1116">
                <a:extLst>
                  <a:ext uri="{FF2B5EF4-FFF2-40B4-BE49-F238E27FC236}">
                    <a16:creationId xmlns:a16="http://schemas.microsoft.com/office/drawing/2014/main" id="{ED6C9424-B3F9-4BD6-8F1C-07E773C57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3442"/>
                <a:ext cx="52" cy="77"/>
              </a:xfrm>
              <a:custGeom>
                <a:avLst/>
                <a:gdLst>
                  <a:gd name="T0" fmla="*/ 62 w 50"/>
                  <a:gd name="T1" fmla="*/ 82 h 76"/>
                  <a:gd name="T2" fmla="*/ 0 w 50"/>
                  <a:gd name="T3" fmla="*/ 0 h 76"/>
                  <a:gd name="T4" fmla="*/ 62 w 50"/>
                  <a:gd name="T5" fmla="*/ 82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76">
                    <a:moveTo>
                      <a:pt x="50" y="7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0" y="24"/>
                      <a:pt x="50" y="7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8" name="Freeform 1117">
                <a:extLst>
                  <a:ext uri="{FF2B5EF4-FFF2-40B4-BE49-F238E27FC236}">
                    <a16:creationId xmlns:a16="http://schemas.microsoft.com/office/drawing/2014/main" id="{2477720D-7C68-46D3-A52F-9255B1108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3507"/>
                <a:ext cx="24" cy="19"/>
              </a:xfrm>
              <a:custGeom>
                <a:avLst/>
                <a:gdLst>
                  <a:gd name="T0" fmla="*/ 4 w 24"/>
                  <a:gd name="T1" fmla="*/ 24 h 18"/>
                  <a:gd name="T2" fmla="*/ 24 w 24"/>
                  <a:gd name="T3" fmla="*/ 7 h 18"/>
                  <a:gd name="T4" fmla="*/ 8 w 24"/>
                  <a:gd name="T5" fmla="*/ 5 h 18"/>
                  <a:gd name="T6" fmla="*/ 3 w 24"/>
                  <a:gd name="T7" fmla="*/ 2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8">
                    <a:moveTo>
                      <a:pt x="4" y="18"/>
                    </a:moveTo>
                    <a:cubicBezTo>
                      <a:pt x="0" y="8"/>
                      <a:pt x="18" y="6"/>
                      <a:pt x="24" y="7"/>
                    </a:cubicBezTo>
                    <a:cubicBezTo>
                      <a:pt x="19" y="3"/>
                      <a:pt x="15" y="0"/>
                      <a:pt x="8" y="5"/>
                    </a:cubicBezTo>
                    <a:cubicBezTo>
                      <a:pt x="4" y="8"/>
                      <a:pt x="1" y="13"/>
                      <a:pt x="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9" name="Freeform 1118">
                <a:extLst>
                  <a:ext uri="{FF2B5EF4-FFF2-40B4-BE49-F238E27FC236}">
                    <a16:creationId xmlns:a16="http://schemas.microsoft.com/office/drawing/2014/main" id="{7F5C8FC8-2149-45F0-886A-6E67F9BD5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3433"/>
                <a:ext cx="58" cy="71"/>
              </a:xfrm>
              <a:custGeom>
                <a:avLst/>
                <a:gdLst>
                  <a:gd name="T0" fmla="*/ 63 w 57"/>
                  <a:gd name="T1" fmla="*/ 81 h 69"/>
                  <a:gd name="T2" fmla="*/ 0 w 57"/>
                  <a:gd name="T3" fmla="*/ 0 h 69"/>
                  <a:gd name="T4" fmla="*/ 63 w 57"/>
                  <a:gd name="T5" fmla="*/ 81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9">
                    <a:moveTo>
                      <a:pt x="57" y="6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9" y="64"/>
                      <a:pt x="57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0" name="Freeform 1119">
                <a:extLst>
                  <a:ext uri="{FF2B5EF4-FFF2-40B4-BE49-F238E27FC236}">
                    <a16:creationId xmlns:a16="http://schemas.microsoft.com/office/drawing/2014/main" id="{CAA04A5B-61A1-4F1C-BC60-046BD2340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427"/>
                <a:ext cx="85" cy="103"/>
              </a:xfrm>
              <a:custGeom>
                <a:avLst/>
                <a:gdLst>
                  <a:gd name="T0" fmla="*/ 18 w 83"/>
                  <a:gd name="T1" fmla="*/ 6 h 100"/>
                  <a:gd name="T2" fmla="*/ 6 w 83"/>
                  <a:gd name="T3" fmla="*/ 3 h 100"/>
                  <a:gd name="T4" fmla="*/ 6 w 83"/>
                  <a:gd name="T5" fmla="*/ 3 h 100"/>
                  <a:gd name="T6" fmla="*/ 3 w 83"/>
                  <a:gd name="T7" fmla="*/ 15 h 100"/>
                  <a:gd name="T8" fmla="*/ 61 w 83"/>
                  <a:gd name="T9" fmla="*/ 113 h 100"/>
                  <a:gd name="T10" fmla="*/ 84 w 83"/>
                  <a:gd name="T11" fmla="*/ 114 h 100"/>
                  <a:gd name="T12" fmla="*/ 84 w 83"/>
                  <a:gd name="T13" fmla="*/ 114 h 100"/>
                  <a:gd name="T14" fmla="*/ 92 w 83"/>
                  <a:gd name="T15" fmla="*/ 97 h 100"/>
                  <a:gd name="T16" fmla="*/ 18 w 83"/>
                  <a:gd name="T17" fmla="*/ 6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100">
                    <a:moveTo>
                      <a:pt x="18" y="6"/>
                    </a:moveTo>
                    <a:cubicBezTo>
                      <a:pt x="16" y="2"/>
                      <a:pt x="10" y="0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2" y="5"/>
                      <a:pt x="0" y="11"/>
                      <a:pt x="3" y="15"/>
                    </a:cubicBezTo>
                    <a:cubicBezTo>
                      <a:pt x="55" y="95"/>
                      <a:pt x="55" y="95"/>
                      <a:pt x="55" y="95"/>
                    </a:cubicBezTo>
                    <a:cubicBezTo>
                      <a:pt x="58" y="99"/>
                      <a:pt x="65" y="100"/>
                      <a:pt x="72" y="96"/>
                    </a:cubicBezTo>
                    <a:cubicBezTo>
                      <a:pt x="72" y="96"/>
                      <a:pt x="72" y="96"/>
                      <a:pt x="72" y="96"/>
                    </a:cubicBezTo>
                    <a:cubicBezTo>
                      <a:pt x="79" y="92"/>
                      <a:pt x="83" y="86"/>
                      <a:pt x="80" y="81"/>
                    </a:cubicBezTo>
                    <a:lnTo>
                      <a:pt x="18" y="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1" name="Freeform 1120">
                <a:extLst>
                  <a:ext uri="{FF2B5EF4-FFF2-40B4-BE49-F238E27FC236}">
                    <a16:creationId xmlns:a16="http://schemas.microsoft.com/office/drawing/2014/main" id="{C835F79D-1C81-44EC-9D3F-27ED59EB8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393"/>
                <a:ext cx="62" cy="114"/>
              </a:xfrm>
              <a:custGeom>
                <a:avLst/>
                <a:gdLst>
                  <a:gd name="T0" fmla="*/ 65 w 61"/>
                  <a:gd name="T1" fmla="*/ 115 h 111"/>
                  <a:gd name="T2" fmla="*/ 61 w 61"/>
                  <a:gd name="T3" fmla="*/ 127 h 111"/>
                  <a:gd name="T4" fmla="*/ 61 w 61"/>
                  <a:gd name="T5" fmla="*/ 127 h 111"/>
                  <a:gd name="T6" fmla="*/ 49 w 61"/>
                  <a:gd name="T7" fmla="*/ 123 h 111"/>
                  <a:gd name="T8" fmla="*/ 3 w 61"/>
                  <a:gd name="T9" fmla="*/ 18 h 111"/>
                  <a:gd name="T10" fmla="*/ 11 w 61"/>
                  <a:gd name="T11" fmla="*/ 3 h 111"/>
                  <a:gd name="T12" fmla="*/ 11 w 61"/>
                  <a:gd name="T13" fmla="*/ 3 h 111"/>
                  <a:gd name="T14" fmla="*/ 28 w 61"/>
                  <a:gd name="T15" fmla="*/ 5 h 111"/>
                  <a:gd name="T16" fmla="*/ 65 w 61"/>
                  <a:gd name="T17" fmla="*/ 115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111">
                    <a:moveTo>
                      <a:pt x="59" y="97"/>
                    </a:moveTo>
                    <a:cubicBezTo>
                      <a:pt x="61" y="101"/>
                      <a:pt x="59" y="107"/>
                      <a:pt x="55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1" y="111"/>
                      <a:pt x="45" y="110"/>
                      <a:pt x="43" y="10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0" y="14"/>
                      <a:pt x="4" y="7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8" y="0"/>
                      <a:pt x="26" y="0"/>
                      <a:pt x="28" y="5"/>
                    </a:cubicBezTo>
                    <a:lnTo>
                      <a:pt x="59" y="9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2" name="Freeform 1121">
                <a:extLst>
                  <a:ext uri="{FF2B5EF4-FFF2-40B4-BE49-F238E27FC236}">
                    <a16:creationId xmlns:a16="http://schemas.microsoft.com/office/drawing/2014/main" id="{F0EC4566-7009-4361-82CA-F9E140D82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414"/>
                <a:ext cx="41" cy="85"/>
              </a:xfrm>
              <a:custGeom>
                <a:avLst/>
                <a:gdLst>
                  <a:gd name="T0" fmla="*/ 0 w 40"/>
                  <a:gd name="T1" fmla="*/ 0 h 83"/>
                  <a:gd name="T2" fmla="*/ 44 w 40"/>
                  <a:gd name="T3" fmla="*/ 95 h 83"/>
                  <a:gd name="T4" fmla="*/ 0 w 40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83">
                    <a:moveTo>
                      <a:pt x="0" y="0"/>
                    </a:moveTo>
                    <a:cubicBezTo>
                      <a:pt x="38" y="83"/>
                      <a:pt x="38" y="83"/>
                      <a:pt x="38" y="83"/>
                    </a:cubicBezTo>
                    <a:cubicBezTo>
                      <a:pt x="38" y="83"/>
                      <a:pt x="40" y="36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3" name="Freeform 1122">
                <a:extLst>
                  <a:ext uri="{FF2B5EF4-FFF2-40B4-BE49-F238E27FC236}">
                    <a16:creationId xmlns:a16="http://schemas.microsoft.com/office/drawing/2014/main" id="{B4E8D955-6AC7-482C-86B0-41E4273F0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396"/>
                <a:ext cx="21" cy="21"/>
              </a:xfrm>
              <a:custGeom>
                <a:avLst/>
                <a:gdLst>
                  <a:gd name="T0" fmla="*/ 0 w 21"/>
                  <a:gd name="T1" fmla="*/ 16 h 20"/>
                  <a:gd name="T2" fmla="*/ 20 w 21"/>
                  <a:gd name="T3" fmla="*/ 0 h 20"/>
                  <a:gd name="T4" fmla="*/ 14 w 21"/>
                  <a:gd name="T5" fmla="*/ 20 h 20"/>
                  <a:gd name="T6" fmla="*/ 0 w 21"/>
                  <a:gd name="T7" fmla="*/ 1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0" y="10"/>
                    </a:moveTo>
                    <a:cubicBezTo>
                      <a:pt x="7" y="20"/>
                      <a:pt x="18" y="5"/>
                      <a:pt x="20" y="0"/>
                    </a:cubicBezTo>
                    <a:cubicBezTo>
                      <a:pt x="21" y="6"/>
                      <a:pt x="21" y="11"/>
                      <a:pt x="14" y="14"/>
                    </a:cubicBezTo>
                    <a:cubicBezTo>
                      <a:pt x="9" y="16"/>
                      <a:pt x="3" y="16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4" name="Freeform 1123">
                <a:extLst>
                  <a:ext uri="{FF2B5EF4-FFF2-40B4-BE49-F238E27FC236}">
                    <a16:creationId xmlns:a16="http://schemas.microsoft.com/office/drawing/2014/main" id="{C4C632E2-2411-4BBF-A53F-44A218038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406"/>
                <a:ext cx="30" cy="87"/>
              </a:xfrm>
              <a:custGeom>
                <a:avLst/>
                <a:gdLst>
                  <a:gd name="T0" fmla="*/ 0 w 29"/>
                  <a:gd name="T1" fmla="*/ 0 h 85"/>
                  <a:gd name="T2" fmla="*/ 35 w 29"/>
                  <a:gd name="T3" fmla="*/ 97 h 85"/>
                  <a:gd name="T4" fmla="*/ 0 w 29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85">
                    <a:moveTo>
                      <a:pt x="0" y="0"/>
                    </a:moveTo>
                    <a:cubicBezTo>
                      <a:pt x="29" y="85"/>
                      <a:pt x="29" y="85"/>
                      <a:pt x="29" y="85"/>
                    </a:cubicBezTo>
                    <a:cubicBezTo>
                      <a:pt x="29" y="85"/>
                      <a:pt x="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5" name="Freeform 1124">
                <a:extLst>
                  <a:ext uri="{FF2B5EF4-FFF2-40B4-BE49-F238E27FC236}">
                    <a16:creationId xmlns:a16="http://schemas.microsoft.com/office/drawing/2014/main" id="{A3D4BDA4-A571-423B-A4B6-D931DFD96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393"/>
                <a:ext cx="62" cy="114"/>
              </a:xfrm>
              <a:custGeom>
                <a:avLst/>
                <a:gdLst>
                  <a:gd name="T0" fmla="*/ 64 w 61"/>
                  <a:gd name="T1" fmla="*/ 115 h 111"/>
                  <a:gd name="T2" fmla="*/ 61 w 61"/>
                  <a:gd name="T3" fmla="*/ 127 h 111"/>
                  <a:gd name="T4" fmla="*/ 61 w 61"/>
                  <a:gd name="T5" fmla="*/ 127 h 111"/>
                  <a:gd name="T6" fmla="*/ 49 w 61"/>
                  <a:gd name="T7" fmla="*/ 123 h 111"/>
                  <a:gd name="T8" fmla="*/ 2 w 61"/>
                  <a:gd name="T9" fmla="*/ 18 h 111"/>
                  <a:gd name="T10" fmla="*/ 11 w 61"/>
                  <a:gd name="T11" fmla="*/ 3 h 111"/>
                  <a:gd name="T12" fmla="*/ 11 w 61"/>
                  <a:gd name="T13" fmla="*/ 3 h 111"/>
                  <a:gd name="T14" fmla="*/ 28 w 61"/>
                  <a:gd name="T15" fmla="*/ 4 h 111"/>
                  <a:gd name="T16" fmla="*/ 64 w 61"/>
                  <a:gd name="T17" fmla="*/ 115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111">
                    <a:moveTo>
                      <a:pt x="58" y="97"/>
                    </a:moveTo>
                    <a:cubicBezTo>
                      <a:pt x="61" y="101"/>
                      <a:pt x="59" y="106"/>
                      <a:pt x="55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0" y="111"/>
                      <a:pt x="45" y="109"/>
                      <a:pt x="43" y="10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4"/>
                      <a:pt x="4" y="7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8" y="0"/>
                      <a:pt x="25" y="0"/>
                      <a:pt x="28" y="4"/>
                    </a:cubicBezTo>
                    <a:lnTo>
                      <a:pt x="58" y="9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6" name="Freeform 1125">
                <a:extLst>
                  <a:ext uri="{FF2B5EF4-FFF2-40B4-BE49-F238E27FC236}">
                    <a16:creationId xmlns:a16="http://schemas.microsoft.com/office/drawing/2014/main" id="{15D01D73-9AFB-478D-9E22-D547293C8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638"/>
                <a:ext cx="99" cy="87"/>
              </a:xfrm>
              <a:custGeom>
                <a:avLst/>
                <a:gdLst>
                  <a:gd name="T0" fmla="*/ 104 w 97"/>
                  <a:gd name="T1" fmla="*/ 79 h 85"/>
                  <a:gd name="T2" fmla="*/ 106 w 97"/>
                  <a:gd name="T3" fmla="*/ 92 h 85"/>
                  <a:gd name="T4" fmla="*/ 106 w 97"/>
                  <a:gd name="T5" fmla="*/ 92 h 85"/>
                  <a:gd name="T6" fmla="*/ 94 w 97"/>
                  <a:gd name="T7" fmla="*/ 94 h 85"/>
                  <a:gd name="T8" fmla="*/ 4 w 97"/>
                  <a:gd name="T9" fmla="*/ 32 h 85"/>
                  <a:gd name="T10" fmla="*/ 4 w 97"/>
                  <a:gd name="T11" fmla="*/ 10 h 85"/>
                  <a:gd name="T12" fmla="*/ 4 w 97"/>
                  <a:gd name="T13" fmla="*/ 10 h 85"/>
                  <a:gd name="T14" fmla="*/ 19 w 97"/>
                  <a:gd name="T15" fmla="*/ 2 h 85"/>
                  <a:gd name="T16" fmla="*/ 104 w 97"/>
                  <a:gd name="T17" fmla="*/ 79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85">
                    <a:moveTo>
                      <a:pt x="92" y="67"/>
                    </a:moveTo>
                    <a:cubicBezTo>
                      <a:pt x="96" y="70"/>
                      <a:pt x="97" y="75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2" y="84"/>
                      <a:pt x="86" y="85"/>
                      <a:pt x="82" y="82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0" y="24"/>
                      <a:pt x="0" y="16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8" y="3"/>
                      <a:pt x="15" y="0"/>
                      <a:pt x="19" y="2"/>
                    </a:cubicBezTo>
                    <a:lnTo>
                      <a:pt x="92" y="6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7" name="Freeform 1126">
                <a:extLst>
                  <a:ext uri="{FF2B5EF4-FFF2-40B4-BE49-F238E27FC236}">
                    <a16:creationId xmlns:a16="http://schemas.microsoft.com/office/drawing/2014/main" id="{6CC62E6E-BD0D-47AA-BC80-AE12E8D7E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664"/>
                <a:ext cx="76" cy="55"/>
              </a:xfrm>
              <a:custGeom>
                <a:avLst/>
                <a:gdLst>
                  <a:gd name="T0" fmla="*/ 0 w 74"/>
                  <a:gd name="T1" fmla="*/ 0 h 53"/>
                  <a:gd name="T2" fmla="*/ 86 w 74"/>
                  <a:gd name="T3" fmla="*/ 65 h 53"/>
                  <a:gd name="T4" fmla="*/ 0 w 74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53">
                    <a:moveTo>
                      <a:pt x="0" y="0"/>
                    </a:moveTo>
                    <a:cubicBezTo>
                      <a:pt x="74" y="53"/>
                      <a:pt x="74" y="53"/>
                      <a:pt x="74" y="53"/>
                    </a:cubicBezTo>
                    <a:cubicBezTo>
                      <a:pt x="74" y="53"/>
                      <a:pt x="52" y="12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8" name="Freeform 1127">
                <a:extLst>
                  <a:ext uri="{FF2B5EF4-FFF2-40B4-BE49-F238E27FC236}">
                    <a16:creationId xmlns:a16="http://schemas.microsoft.com/office/drawing/2014/main" id="{370BE104-D078-45E7-A57F-455D04ACF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641"/>
                <a:ext cx="19" cy="23"/>
              </a:xfrm>
              <a:custGeom>
                <a:avLst/>
                <a:gdLst>
                  <a:gd name="T0" fmla="*/ 0 w 19"/>
                  <a:gd name="T1" fmla="*/ 19 h 23"/>
                  <a:gd name="T2" fmla="*/ 13 w 19"/>
                  <a:gd name="T3" fmla="*/ 0 h 23"/>
                  <a:gd name="T4" fmla="*/ 14 w 19"/>
                  <a:gd name="T5" fmla="*/ 15 h 23"/>
                  <a:gd name="T6" fmla="*/ 1 w 19"/>
                  <a:gd name="T7" fmla="*/ 2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19"/>
                    </a:moveTo>
                    <a:cubicBezTo>
                      <a:pt x="11" y="23"/>
                      <a:pt x="13" y="6"/>
                      <a:pt x="13" y="0"/>
                    </a:cubicBezTo>
                    <a:cubicBezTo>
                      <a:pt x="17" y="5"/>
                      <a:pt x="19" y="9"/>
                      <a:pt x="14" y="15"/>
                    </a:cubicBezTo>
                    <a:cubicBezTo>
                      <a:pt x="11" y="19"/>
                      <a:pt x="6" y="22"/>
                      <a:pt x="1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9" name="Freeform 1128">
                <a:extLst>
                  <a:ext uri="{FF2B5EF4-FFF2-40B4-BE49-F238E27FC236}">
                    <a16:creationId xmlns:a16="http://schemas.microsoft.com/office/drawing/2014/main" id="{2CAB2034-6FC0-408C-A2AD-6A24B0C0B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646"/>
                <a:ext cx="69" cy="60"/>
              </a:xfrm>
              <a:custGeom>
                <a:avLst/>
                <a:gdLst>
                  <a:gd name="T0" fmla="*/ 0 w 67"/>
                  <a:gd name="T1" fmla="*/ 0 h 59"/>
                  <a:gd name="T2" fmla="*/ 79 w 67"/>
                  <a:gd name="T3" fmla="*/ 65 h 59"/>
                  <a:gd name="T4" fmla="*/ 0 w 67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59">
                    <a:moveTo>
                      <a:pt x="0" y="0"/>
                    </a:moveTo>
                    <a:cubicBezTo>
                      <a:pt x="67" y="59"/>
                      <a:pt x="67" y="59"/>
                      <a:pt x="67" y="59"/>
                    </a:cubicBezTo>
                    <a:cubicBezTo>
                      <a:pt x="67" y="59"/>
                      <a:pt x="4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0" name="Freeform 1129">
                <a:extLst>
                  <a:ext uri="{FF2B5EF4-FFF2-40B4-BE49-F238E27FC236}">
                    <a16:creationId xmlns:a16="http://schemas.microsoft.com/office/drawing/2014/main" id="{2F57CF86-6FA4-47BC-AD18-CE1B5B53D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638"/>
                <a:ext cx="100" cy="87"/>
              </a:xfrm>
              <a:custGeom>
                <a:avLst/>
                <a:gdLst>
                  <a:gd name="T0" fmla="*/ 104 w 98"/>
                  <a:gd name="T1" fmla="*/ 79 h 85"/>
                  <a:gd name="T2" fmla="*/ 107 w 98"/>
                  <a:gd name="T3" fmla="*/ 92 h 85"/>
                  <a:gd name="T4" fmla="*/ 107 w 98"/>
                  <a:gd name="T5" fmla="*/ 92 h 85"/>
                  <a:gd name="T6" fmla="*/ 95 w 98"/>
                  <a:gd name="T7" fmla="*/ 95 h 85"/>
                  <a:gd name="T8" fmla="*/ 4 w 98"/>
                  <a:gd name="T9" fmla="*/ 33 h 85"/>
                  <a:gd name="T10" fmla="*/ 4 w 98"/>
                  <a:gd name="T11" fmla="*/ 10 h 85"/>
                  <a:gd name="T12" fmla="*/ 4 w 98"/>
                  <a:gd name="T13" fmla="*/ 10 h 85"/>
                  <a:gd name="T14" fmla="*/ 19 w 98"/>
                  <a:gd name="T15" fmla="*/ 3 h 85"/>
                  <a:gd name="T16" fmla="*/ 104 w 98"/>
                  <a:gd name="T17" fmla="*/ 79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85">
                    <a:moveTo>
                      <a:pt x="92" y="67"/>
                    </a:moveTo>
                    <a:cubicBezTo>
                      <a:pt x="96" y="70"/>
                      <a:pt x="98" y="76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2" y="84"/>
                      <a:pt x="87" y="85"/>
                      <a:pt x="83" y="83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0" y="24"/>
                      <a:pt x="0" y="16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8" y="3"/>
                      <a:pt x="15" y="0"/>
                      <a:pt x="19" y="3"/>
                    </a:cubicBezTo>
                    <a:lnTo>
                      <a:pt x="92" y="6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1" name="Freeform 1130">
                <a:extLst>
                  <a:ext uri="{FF2B5EF4-FFF2-40B4-BE49-F238E27FC236}">
                    <a16:creationId xmlns:a16="http://schemas.microsoft.com/office/drawing/2014/main" id="{A383B64B-4553-4B9D-8B9F-086ACBA41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795"/>
                <a:ext cx="112" cy="66"/>
              </a:xfrm>
              <a:custGeom>
                <a:avLst/>
                <a:gdLst>
                  <a:gd name="T0" fmla="*/ 115 w 110"/>
                  <a:gd name="T1" fmla="*/ 54 h 64"/>
                  <a:gd name="T2" fmla="*/ 121 w 110"/>
                  <a:gd name="T3" fmla="*/ 68 h 64"/>
                  <a:gd name="T4" fmla="*/ 121 w 110"/>
                  <a:gd name="T5" fmla="*/ 68 h 64"/>
                  <a:gd name="T6" fmla="*/ 109 w 110"/>
                  <a:gd name="T7" fmla="*/ 74 h 64"/>
                  <a:gd name="T8" fmla="*/ 7 w 110"/>
                  <a:gd name="T9" fmla="*/ 35 h 64"/>
                  <a:gd name="T10" fmla="*/ 3 w 110"/>
                  <a:gd name="T11" fmla="*/ 13 h 64"/>
                  <a:gd name="T12" fmla="*/ 3 w 110"/>
                  <a:gd name="T13" fmla="*/ 13 h 64"/>
                  <a:gd name="T14" fmla="*/ 15 w 110"/>
                  <a:gd name="T15" fmla="*/ 2 h 64"/>
                  <a:gd name="T16" fmla="*/ 115 w 110"/>
                  <a:gd name="T17" fmla="*/ 54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64">
                    <a:moveTo>
                      <a:pt x="103" y="45"/>
                    </a:moveTo>
                    <a:cubicBezTo>
                      <a:pt x="107" y="47"/>
                      <a:pt x="110" y="52"/>
                      <a:pt x="109" y="56"/>
                    </a:cubicBezTo>
                    <a:cubicBezTo>
                      <a:pt x="109" y="56"/>
                      <a:pt x="109" y="56"/>
                      <a:pt x="109" y="56"/>
                    </a:cubicBezTo>
                    <a:cubicBezTo>
                      <a:pt x="107" y="61"/>
                      <a:pt x="102" y="64"/>
                      <a:pt x="97" y="62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2" y="27"/>
                      <a:pt x="0" y="20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5" y="5"/>
                      <a:pt x="10" y="0"/>
                      <a:pt x="15" y="2"/>
                    </a:cubicBezTo>
                    <a:lnTo>
                      <a:pt x="103" y="45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2" name="Freeform 1131">
                <a:extLst>
                  <a:ext uri="{FF2B5EF4-FFF2-40B4-BE49-F238E27FC236}">
                    <a16:creationId xmlns:a16="http://schemas.microsoft.com/office/drawing/2014/main" id="{BDBE276C-4954-46F6-986A-3A139286A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2821"/>
                <a:ext cx="87" cy="35"/>
              </a:xfrm>
              <a:custGeom>
                <a:avLst/>
                <a:gdLst>
                  <a:gd name="T0" fmla="*/ 0 w 85"/>
                  <a:gd name="T1" fmla="*/ 2 h 34"/>
                  <a:gd name="T2" fmla="*/ 97 w 85"/>
                  <a:gd name="T3" fmla="*/ 40 h 34"/>
                  <a:gd name="T4" fmla="*/ 0 w 85"/>
                  <a:gd name="T5" fmla="*/ 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34">
                    <a:moveTo>
                      <a:pt x="0" y="2"/>
                    </a:moveTo>
                    <a:cubicBezTo>
                      <a:pt x="85" y="34"/>
                      <a:pt x="85" y="34"/>
                      <a:pt x="85" y="34"/>
                    </a:cubicBezTo>
                    <a:cubicBezTo>
                      <a:pt x="85" y="34"/>
                      <a:pt x="53" y="0"/>
                      <a:pt x="0" y="2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3" name="Freeform 1132">
                <a:extLst>
                  <a:ext uri="{FF2B5EF4-FFF2-40B4-BE49-F238E27FC236}">
                    <a16:creationId xmlns:a16="http://schemas.microsoft.com/office/drawing/2014/main" id="{A1A729CB-54E8-452B-8083-FB3A5B7C5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798"/>
                <a:ext cx="15" cy="25"/>
              </a:xfrm>
              <a:custGeom>
                <a:avLst/>
                <a:gdLst>
                  <a:gd name="T0" fmla="*/ 0 w 15"/>
                  <a:gd name="T1" fmla="*/ 28 h 24"/>
                  <a:gd name="T2" fmla="*/ 6 w 15"/>
                  <a:gd name="T3" fmla="*/ 0 h 24"/>
                  <a:gd name="T4" fmla="*/ 12 w 15"/>
                  <a:gd name="T5" fmla="*/ 21 h 24"/>
                  <a:gd name="T6" fmla="*/ 0 w 15"/>
                  <a:gd name="T7" fmla="*/ 29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4">
                    <a:moveTo>
                      <a:pt x="0" y="22"/>
                    </a:moveTo>
                    <a:cubicBezTo>
                      <a:pt x="11" y="23"/>
                      <a:pt x="8" y="6"/>
                      <a:pt x="6" y="0"/>
                    </a:cubicBezTo>
                    <a:cubicBezTo>
                      <a:pt x="12" y="4"/>
                      <a:pt x="15" y="8"/>
                      <a:pt x="12" y="15"/>
                    </a:cubicBezTo>
                    <a:cubicBezTo>
                      <a:pt x="10" y="20"/>
                      <a:pt x="6" y="24"/>
                      <a:pt x="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4" name="Freeform 1133">
                <a:extLst>
                  <a:ext uri="{FF2B5EF4-FFF2-40B4-BE49-F238E27FC236}">
                    <a16:creationId xmlns:a16="http://schemas.microsoft.com/office/drawing/2014/main" id="{87E3CB39-70A4-4FEC-BA54-4B87B4386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801"/>
                <a:ext cx="82" cy="40"/>
              </a:xfrm>
              <a:custGeom>
                <a:avLst/>
                <a:gdLst>
                  <a:gd name="T0" fmla="*/ 0 w 81"/>
                  <a:gd name="T1" fmla="*/ 0 h 39"/>
                  <a:gd name="T2" fmla="*/ 87 w 81"/>
                  <a:gd name="T3" fmla="*/ 45 h 39"/>
                  <a:gd name="T4" fmla="*/ 0 w 81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39">
                    <a:moveTo>
                      <a:pt x="0" y="0"/>
                    </a:move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39"/>
                      <a:pt x="7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5" name="Freeform 1134">
                <a:extLst>
                  <a:ext uri="{FF2B5EF4-FFF2-40B4-BE49-F238E27FC236}">
                    <a16:creationId xmlns:a16="http://schemas.microsoft.com/office/drawing/2014/main" id="{5FC7845A-3A89-4B3A-AF3D-F1CDEC9DF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796"/>
                <a:ext cx="112" cy="65"/>
              </a:xfrm>
              <a:custGeom>
                <a:avLst/>
                <a:gdLst>
                  <a:gd name="T0" fmla="*/ 114 w 110"/>
                  <a:gd name="T1" fmla="*/ 54 h 63"/>
                  <a:gd name="T2" fmla="*/ 120 w 110"/>
                  <a:gd name="T3" fmla="*/ 68 h 63"/>
                  <a:gd name="T4" fmla="*/ 120 w 110"/>
                  <a:gd name="T5" fmla="*/ 68 h 63"/>
                  <a:gd name="T6" fmla="*/ 109 w 110"/>
                  <a:gd name="T7" fmla="*/ 74 h 63"/>
                  <a:gd name="T8" fmla="*/ 7 w 110"/>
                  <a:gd name="T9" fmla="*/ 34 h 63"/>
                  <a:gd name="T10" fmla="*/ 2 w 110"/>
                  <a:gd name="T11" fmla="*/ 12 h 63"/>
                  <a:gd name="T12" fmla="*/ 2 w 110"/>
                  <a:gd name="T13" fmla="*/ 12 h 63"/>
                  <a:gd name="T14" fmla="*/ 15 w 110"/>
                  <a:gd name="T15" fmla="*/ 1 h 63"/>
                  <a:gd name="T16" fmla="*/ 114 w 110"/>
                  <a:gd name="T17" fmla="*/ 54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63">
                    <a:moveTo>
                      <a:pt x="102" y="45"/>
                    </a:moveTo>
                    <a:cubicBezTo>
                      <a:pt x="107" y="46"/>
                      <a:pt x="110" y="51"/>
                      <a:pt x="108" y="56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7" y="60"/>
                      <a:pt x="102" y="63"/>
                      <a:pt x="97" y="62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2" y="27"/>
                      <a:pt x="0" y="1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4"/>
                      <a:pt x="10" y="0"/>
                      <a:pt x="15" y="1"/>
                    </a:cubicBezTo>
                    <a:lnTo>
                      <a:pt x="102" y="4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6" name="Freeform 1135">
                <a:extLst>
                  <a:ext uri="{FF2B5EF4-FFF2-40B4-BE49-F238E27FC236}">
                    <a16:creationId xmlns:a16="http://schemas.microsoft.com/office/drawing/2014/main" id="{30D80739-3ED0-4194-A651-FC0C1FFF0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3022"/>
                <a:ext cx="120" cy="38"/>
              </a:xfrm>
              <a:custGeom>
                <a:avLst/>
                <a:gdLst>
                  <a:gd name="T0" fmla="*/ 123 w 117"/>
                  <a:gd name="T1" fmla="*/ 1 h 37"/>
                  <a:gd name="T2" fmla="*/ 134 w 117"/>
                  <a:gd name="T3" fmla="*/ 7 h 37"/>
                  <a:gd name="T4" fmla="*/ 134 w 117"/>
                  <a:gd name="T5" fmla="*/ 7 h 37"/>
                  <a:gd name="T6" fmla="*/ 127 w 117"/>
                  <a:gd name="T7" fmla="*/ 18 h 37"/>
                  <a:gd name="T8" fmla="*/ 14 w 117"/>
                  <a:gd name="T9" fmla="*/ 41 h 37"/>
                  <a:gd name="T10" fmla="*/ 2 w 117"/>
                  <a:gd name="T11" fmla="*/ 30 h 37"/>
                  <a:gd name="T12" fmla="*/ 2 w 117"/>
                  <a:gd name="T13" fmla="*/ 30 h 37"/>
                  <a:gd name="T14" fmla="*/ 7 w 117"/>
                  <a:gd name="T15" fmla="*/ 8 h 37"/>
                  <a:gd name="T16" fmla="*/ 123 w 117"/>
                  <a:gd name="T17" fmla="*/ 1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7" h="37">
                    <a:moveTo>
                      <a:pt x="105" y="1"/>
                    </a:moveTo>
                    <a:cubicBezTo>
                      <a:pt x="110" y="0"/>
                      <a:pt x="115" y="3"/>
                      <a:pt x="116" y="7"/>
                    </a:cubicBezTo>
                    <a:cubicBezTo>
                      <a:pt x="116" y="7"/>
                      <a:pt x="116" y="7"/>
                      <a:pt x="116" y="7"/>
                    </a:cubicBezTo>
                    <a:cubicBezTo>
                      <a:pt x="117" y="12"/>
                      <a:pt x="114" y="17"/>
                      <a:pt x="109" y="18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0" y="37"/>
                      <a:pt x="4" y="31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0" y="16"/>
                      <a:pt x="3" y="9"/>
                      <a:pt x="7" y="8"/>
                    </a:cubicBezTo>
                    <a:lnTo>
                      <a:pt x="105" y="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7" name="Freeform 1136">
                <a:extLst>
                  <a:ext uri="{FF2B5EF4-FFF2-40B4-BE49-F238E27FC236}">
                    <a16:creationId xmlns:a16="http://schemas.microsoft.com/office/drawing/2014/main" id="{ADB0EF74-346A-4B3C-8BA1-FC5161F94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3025"/>
                <a:ext cx="92" cy="30"/>
              </a:xfrm>
              <a:custGeom>
                <a:avLst/>
                <a:gdLst>
                  <a:gd name="T0" fmla="*/ 0 w 90"/>
                  <a:gd name="T1" fmla="*/ 35 h 29"/>
                  <a:gd name="T2" fmla="*/ 102 w 90"/>
                  <a:gd name="T3" fmla="*/ 12 h 29"/>
                  <a:gd name="T4" fmla="*/ 0 w 90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29">
                    <a:moveTo>
                      <a:pt x="0" y="29"/>
                    </a:moveTo>
                    <a:cubicBezTo>
                      <a:pt x="90" y="12"/>
                      <a:pt x="90" y="12"/>
                      <a:pt x="90" y="12"/>
                    </a:cubicBezTo>
                    <a:cubicBezTo>
                      <a:pt x="90" y="12"/>
                      <a:pt x="44" y="0"/>
                      <a:pt x="0" y="29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8" name="Freeform 1137">
                <a:extLst>
                  <a:ext uri="{FF2B5EF4-FFF2-40B4-BE49-F238E27FC236}">
                    <a16:creationId xmlns:a16="http://schemas.microsoft.com/office/drawing/2014/main" id="{98F14F59-3E06-44C7-BA2B-F3E182217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3034"/>
                <a:ext cx="16" cy="23"/>
              </a:xfrm>
              <a:custGeom>
                <a:avLst/>
                <a:gdLst>
                  <a:gd name="T0" fmla="*/ 5 w 16"/>
                  <a:gd name="T1" fmla="*/ 22 h 23"/>
                  <a:gd name="T2" fmla="*/ 0 w 16"/>
                  <a:gd name="T3" fmla="*/ 0 h 23"/>
                  <a:gd name="T4" fmla="*/ 12 w 16"/>
                  <a:gd name="T5" fmla="*/ 10 h 23"/>
                  <a:gd name="T6" fmla="*/ 6 w 16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5" y="22"/>
                    </a:moveTo>
                    <a:cubicBezTo>
                      <a:pt x="16" y="18"/>
                      <a:pt x="4" y="4"/>
                      <a:pt x="0" y="0"/>
                    </a:cubicBezTo>
                    <a:cubicBezTo>
                      <a:pt x="6" y="1"/>
                      <a:pt x="11" y="2"/>
                      <a:pt x="12" y="10"/>
                    </a:cubicBezTo>
                    <a:cubicBezTo>
                      <a:pt x="13" y="15"/>
                      <a:pt x="12" y="20"/>
                      <a:pt x="6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9" name="Freeform 1138">
                <a:extLst>
                  <a:ext uri="{FF2B5EF4-FFF2-40B4-BE49-F238E27FC236}">
                    <a16:creationId xmlns:a16="http://schemas.microsoft.com/office/drawing/2014/main" id="{4C16BA1F-2A60-4CF6-8FF5-1F74AD7DB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3023"/>
                <a:ext cx="92" cy="10"/>
              </a:xfrm>
              <a:custGeom>
                <a:avLst/>
                <a:gdLst>
                  <a:gd name="T0" fmla="*/ 0 w 90"/>
                  <a:gd name="T1" fmla="*/ 13 h 9"/>
                  <a:gd name="T2" fmla="*/ 102 w 90"/>
                  <a:gd name="T3" fmla="*/ 0 h 9"/>
                  <a:gd name="T4" fmla="*/ 0 w 90"/>
                  <a:gd name="T5" fmla="*/ 1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9">
                    <a:moveTo>
                      <a:pt x="0" y="7"/>
                    </a:moveTo>
                    <a:cubicBezTo>
                      <a:pt x="90" y="0"/>
                      <a:pt x="90" y="0"/>
                      <a:pt x="90" y="0"/>
                    </a:cubicBezTo>
                    <a:cubicBezTo>
                      <a:pt x="90" y="0"/>
                      <a:pt x="10" y="9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0" name="Freeform 1139">
                <a:extLst>
                  <a:ext uri="{FF2B5EF4-FFF2-40B4-BE49-F238E27FC236}">
                    <a16:creationId xmlns:a16="http://schemas.microsoft.com/office/drawing/2014/main" id="{A57D09EC-EF79-42F6-9352-AFB769CC7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3022"/>
                <a:ext cx="120" cy="38"/>
              </a:xfrm>
              <a:custGeom>
                <a:avLst/>
                <a:gdLst>
                  <a:gd name="T0" fmla="*/ 123 w 117"/>
                  <a:gd name="T1" fmla="*/ 1 h 37"/>
                  <a:gd name="T2" fmla="*/ 134 w 117"/>
                  <a:gd name="T3" fmla="*/ 8 h 37"/>
                  <a:gd name="T4" fmla="*/ 134 w 117"/>
                  <a:gd name="T5" fmla="*/ 8 h 37"/>
                  <a:gd name="T6" fmla="*/ 127 w 117"/>
                  <a:gd name="T7" fmla="*/ 18 h 37"/>
                  <a:gd name="T8" fmla="*/ 14 w 117"/>
                  <a:gd name="T9" fmla="*/ 42 h 37"/>
                  <a:gd name="T10" fmla="*/ 2 w 117"/>
                  <a:gd name="T11" fmla="*/ 30 h 37"/>
                  <a:gd name="T12" fmla="*/ 2 w 117"/>
                  <a:gd name="T13" fmla="*/ 30 h 37"/>
                  <a:gd name="T14" fmla="*/ 7 w 117"/>
                  <a:gd name="T15" fmla="*/ 8 h 37"/>
                  <a:gd name="T16" fmla="*/ 123 w 117"/>
                  <a:gd name="T17" fmla="*/ 1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7" h="37">
                    <a:moveTo>
                      <a:pt x="105" y="1"/>
                    </a:moveTo>
                    <a:cubicBezTo>
                      <a:pt x="110" y="0"/>
                      <a:pt x="114" y="3"/>
                      <a:pt x="116" y="8"/>
                    </a:cubicBezTo>
                    <a:cubicBezTo>
                      <a:pt x="116" y="8"/>
                      <a:pt x="116" y="8"/>
                      <a:pt x="116" y="8"/>
                    </a:cubicBezTo>
                    <a:cubicBezTo>
                      <a:pt x="117" y="12"/>
                      <a:pt x="114" y="17"/>
                      <a:pt x="109" y="18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9" y="37"/>
                      <a:pt x="4" y="32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0" y="17"/>
                      <a:pt x="2" y="9"/>
                      <a:pt x="7" y="8"/>
                    </a:cubicBezTo>
                    <a:lnTo>
                      <a:pt x="105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1" name="Freeform 1140">
                <a:extLst>
                  <a:ext uri="{FF2B5EF4-FFF2-40B4-BE49-F238E27FC236}">
                    <a16:creationId xmlns:a16="http://schemas.microsoft.com/office/drawing/2014/main" id="{B026A077-C439-42D4-A46D-682846C02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3257"/>
                <a:ext cx="104" cy="81"/>
              </a:xfrm>
              <a:custGeom>
                <a:avLst/>
                <a:gdLst>
                  <a:gd name="T0" fmla="*/ 98 w 102"/>
                  <a:gd name="T1" fmla="*/ 4 h 80"/>
                  <a:gd name="T2" fmla="*/ 110 w 102"/>
                  <a:gd name="T3" fmla="*/ 4 h 80"/>
                  <a:gd name="T4" fmla="*/ 110 w 102"/>
                  <a:gd name="T5" fmla="*/ 4 h 80"/>
                  <a:gd name="T6" fmla="*/ 110 w 102"/>
                  <a:gd name="T7" fmla="*/ 17 h 80"/>
                  <a:gd name="T8" fmla="*/ 23 w 102"/>
                  <a:gd name="T9" fmla="*/ 83 h 80"/>
                  <a:gd name="T10" fmla="*/ 6 w 102"/>
                  <a:gd name="T11" fmla="*/ 78 h 80"/>
                  <a:gd name="T12" fmla="*/ 6 w 102"/>
                  <a:gd name="T13" fmla="*/ 78 h 80"/>
                  <a:gd name="T14" fmla="*/ 3 w 102"/>
                  <a:gd name="T15" fmla="*/ 62 h 80"/>
                  <a:gd name="T16" fmla="*/ 98 w 102"/>
                  <a:gd name="T17" fmla="*/ 4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80">
                    <a:moveTo>
                      <a:pt x="86" y="4"/>
                    </a:moveTo>
                    <a:cubicBezTo>
                      <a:pt x="90" y="0"/>
                      <a:pt x="95" y="0"/>
                      <a:pt x="98" y="4"/>
                    </a:cubicBezTo>
                    <a:cubicBezTo>
                      <a:pt x="98" y="4"/>
                      <a:pt x="98" y="4"/>
                      <a:pt x="98" y="4"/>
                    </a:cubicBezTo>
                    <a:cubicBezTo>
                      <a:pt x="102" y="8"/>
                      <a:pt x="102" y="13"/>
                      <a:pt x="98" y="1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19" y="80"/>
                      <a:pt x="12" y="78"/>
                      <a:pt x="6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1" y="66"/>
                      <a:pt x="0" y="59"/>
                      <a:pt x="3" y="56"/>
                    </a:cubicBez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098" name="Freeform 1141">
              <a:extLst>
                <a:ext uri="{FF2B5EF4-FFF2-40B4-BE49-F238E27FC236}">
                  <a16:creationId xmlns:a16="http://schemas.microsoft.com/office/drawing/2014/main" id="{5DCFD414-809A-43F8-BD17-420C60648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3272"/>
              <a:ext cx="73" cy="58"/>
            </a:xfrm>
            <a:custGeom>
              <a:avLst/>
              <a:gdLst>
                <a:gd name="T0" fmla="*/ 0 w 71"/>
                <a:gd name="T1" fmla="*/ 63 h 57"/>
                <a:gd name="T2" fmla="*/ 83 w 71"/>
                <a:gd name="T3" fmla="*/ 0 h 57"/>
                <a:gd name="T4" fmla="*/ 0 w 71"/>
                <a:gd name="T5" fmla="*/ 6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7">
                  <a:moveTo>
                    <a:pt x="0" y="57"/>
                  </a:moveTo>
                  <a:cubicBezTo>
                    <a:pt x="71" y="0"/>
                    <a:pt x="71" y="0"/>
                    <a:pt x="71" y="0"/>
                  </a:cubicBezTo>
                  <a:cubicBezTo>
                    <a:pt x="71" y="0"/>
                    <a:pt x="25" y="10"/>
                    <a:pt x="0" y="57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9" name="Freeform 1142">
              <a:extLst>
                <a:ext uri="{FF2B5EF4-FFF2-40B4-BE49-F238E27FC236}">
                  <a16:creationId xmlns:a16="http://schemas.microsoft.com/office/drawing/2014/main" id="{6409CC5F-0C11-470E-9AF3-4F0ECEEE5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3314"/>
              <a:ext cx="22" cy="21"/>
            </a:xfrm>
            <a:custGeom>
              <a:avLst/>
              <a:gdLst>
                <a:gd name="T0" fmla="*/ 15 w 22"/>
                <a:gd name="T1" fmla="*/ 21 h 21"/>
                <a:gd name="T2" fmla="*/ 0 w 22"/>
                <a:gd name="T3" fmla="*/ 4 h 21"/>
                <a:gd name="T4" fmla="*/ 15 w 22"/>
                <a:gd name="T5" fmla="*/ 7 h 21"/>
                <a:gd name="T6" fmla="*/ 16 w 22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15" y="21"/>
                  </a:moveTo>
                  <a:cubicBezTo>
                    <a:pt x="22" y="12"/>
                    <a:pt x="6" y="5"/>
                    <a:pt x="0" y="4"/>
                  </a:cubicBezTo>
                  <a:cubicBezTo>
                    <a:pt x="6" y="1"/>
                    <a:pt x="10" y="0"/>
                    <a:pt x="15" y="7"/>
                  </a:cubicBezTo>
                  <a:cubicBezTo>
                    <a:pt x="18" y="11"/>
                    <a:pt x="20" y="16"/>
                    <a:pt x="1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0" name="Freeform 1143">
              <a:extLst>
                <a:ext uri="{FF2B5EF4-FFF2-40B4-BE49-F238E27FC236}">
                  <a16:creationId xmlns:a16="http://schemas.microsoft.com/office/drawing/2014/main" id="{78E624D1-833A-4C4B-A9E7-8DDC6A7AD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3261"/>
              <a:ext cx="78" cy="49"/>
            </a:xfrm>
            <a:custGeom>
              <a:avLst/>
              <a:gdLst>
                <a:gd name="T0" fmla="*/ 0 w 76"/>
                <a:gd name="T1" fmla="*/ 54 h 48"/>
                <a:gd name="T2" fmla="*/ 88 w 76"/>
                <a:gd name="T3" fmla="*/ 0 h 48"/>
                <a:gd name="T4" fmla="*/ 0 w 76"/>
                <a:gd name="T5" fmla="*/ 5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8">
                  <a:moveTo>
                    <a:pt x="0" y="48"/>
                  </a:move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10" y="46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1" name="Freeform 1144">
              <a:extLst>
                <a:ext uri="{FF2B5EF4-FFF2-40B4-BE49-F238E27FC236}">
                  <a16:creationId xmlns:a16="http://schemas.microsoft.com/office/drawing/2014/main" id="{295231FF-5B46-40C9-A65F-C2438916E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3258"/>
              <a:ext cx="104" cy="80"/>
            </a:xfrm>
            <a:custGeom>
              <a:avLst/>
              <a:gdLst>
                <a:gd name="T0" fmla="*/ 98 w 102"/>
                <a:gd name="T1" fmla="*/ 3 h 79"/>
                <a:gd name="T2" fmla="*/ 111 w 102"/>
                <a:gd name="T3" fmla="*/ 4 h 79"/>
                <a:gd name="T4" fmla="*/ 111 w 102"/>
                <a:gd name="T5" fmla="*/ 4 h 79"/>
                <a:gd name="T6" fmla="*/ 110 w 102"/>
                <a:gd name="T7" fmla="*/ 16 h 79"/>
                <a:gd name="T8" fmla="*/ 23 w 102"/>
                <a:gd name="T9" fmla="*/ 82 h 79"/>
                <a:gd name="T10" fmla="*/ 6 w 102"/>
                <a:gd name="T11" fmla="*/ 78 h 79"/>
                <a:gd name="T12" fmla="*/ 6 w 102"/>
                <a:gd name="T13" fmla="*/ 78 h 79"/>
                <a:gd name="T14" fmla="*/ 3 w 102"/>
                <a:gd name="T15" fmla="*/ 61 h 79"/>
                <a:gd name="T16" fmla="*/ 98 w 102"/>
                <a:gd name="T17" fmla="*/ 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79">
                  <a:moveTo>
                    <a:pt x="86" y="3"/>
                  </a:moveTo>
                  <a:cubicBezTo>
                    <a:pt x="90" y="0"/>
                    <a:pt x="95" y="0"/>
                    <a:pt x="99" y="4"/>
                  </a:cubicBezTo>
                  <a:cubicBezTo>
                    <a:pt x="99" y="4"/>
                    <a:pt x="99" y="4"/>
                    <a:pt x="99" y="4"/>
                  </a:cubicBezTo>
                  <a:cubicBezTo>
                    <a:pt x="102" y="7"/>
                    <a:pt x="102" y="13"/>
                    <a:pt x="98" y="16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19" y="79"/>
                    <a:pt x="12" y="77"/>
                    <a:pt x="6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1" y="66"/>
                    <a:pt x="0" y="59"/>
                    <a:pt x="3" y="55"/>
                  </a:cubicBezTo>
                  <a:lnTo>
                    <a:pt x="86" y="3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2" name="Freeform 1145">
              <a:extLst>
                <a:ext uri="{FF2B5EF4-FFF2-40B4-BE49-F238E27FC236}">
                  <a16:creationId xmlns:a16="http://schemas.microsoft.com/office/drawing/2014/main" id="{C46F8862-7836-425C-B4AB-2370498CD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379"/>
              <a:ext cx="72" cy="110"/>
            </a:xfrm>
            <a:custGeom>
              <a:avLst/>
              <a:gdLst>
                <a:gd name="T0" fmla="*/ 61 w 70"/>
                <a:gd name="T1" fmla="*/ 7 h 107"/>
                <a:gd name="T2" fmla="*/ 75 w 70"/>
                <a:gd name="T3" fmla="*/ 2 h 107"/>
                <a:gd name="T4" fmla="*/ 75 w 70"/>
                <a:gd name="T5" fmla="*/ 2 h 107"/>
                <a:gd name="T6" fmla="*/ 80 w 70"/>
                <a:gd name="T7" fmla="*/ 13 h 107"/>
                <a:gd name="T8" fmla="*/ 35 w 70"/>
                <a:gd name="T9" fmla="*/ 119 h 107"/>
                <a:gd name="T10" fmla="*/ 12 w 70"/>
                <a:gd name="T11" fmla="*/ 122 h 107"/>
                <a:gd name="T12" fmla="*/ 12 w 70"/>
                <a:gd name="T13" fmla="*/ 122 h 107"/>
                <a:gd name="T14" fmla="*/ 2 w 70"/>
                <a:gd name="T15" fmla="*/ 109 h 107"/>
                <a:gd name="T16" fmla="*/ 61 w 70"/>
                <a:gd name="T17" fmla="*/ 7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07">
                  <a:moveTo>
                    <a:pt x="51" y="7"/>
                  </a:moveTo>
                  <a:cubicBezTo>
                    <a:pt x="53" y="2"/>
                    <a:pt x="58" y="0"/>
                    <a:pt x="63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7" y="3"/>
                    <a:pt x="70" y="8"/>
                    <a:pt x="68" y="13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7" y="106"/>
                    <a:pt x="20" y="107"/>
                    <a:pt x="12" y="104"/>
                  </a:cubicBezTo>
                  <a:cubicBezTo>
                    <a:pt x="12" y="104"/>
                    <a:pt x="12" y="104"/>
                    <a:pt x="12" y="104"/>
                  </a:cubicBezTo>
                  <a:cubicBezTo>
                    <a:pt x="5" y="102"/>
                    <a:pt x="0" y="96"/>
                    <a:pt x="2" y="91"/>
                  </a:cubicBezTo>
                  <a:lnTo>
                    <a:pt x="51" y="7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3" name="Freeform 1146">
              <a:extLst>
                <a:ext uri="{FF2B5EF4-FFF2-40B4-BE49-F238E27FC236}">
                  <a16:creationId xmlns:a16="http://schemas.microsoft.com/office/drawing/2014/main" id="{891D9F1C-8DE8-4090-AF17-320E7BF52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393"/>
              <a:ext cx="38" cy="84"/>
            </a:xfrm>
            <a:custGeom>
              <a:avLst/>
              <a:gdLst>
                <a:gd name="T0" fmla="*/ 0 w 37"/>
                <a:gd name="T1" fmla="*/ 89 h 83"/>
                <a:gd name="T2" fmla="*/ 43 w 37"/>
                <a:gd name="T3" fmla="*/ 0 h 83"/>
                <a:gd name="T4" fmla="*/ 0 w 37"/>
                <a:gd name="T5" fmla="*/ 89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3">
                  <a:moveTo>
                    <a:pt x="0" y="83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1" y="30"/>
                    <a:pt x="0" y="83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4" name="Freeform 1147">
              <a:extLst>
                <a:ext uri="{FF2B5EF4-FFF2-40B4-BE49-F238E27FC236}">
                  <a16:creationId xmlns:a16="http://schemas.microsoft.com/office/drawing/2014/main" id="{73B32B6F-DAEA-46F4-89F9-9F47CBFF2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3468"/>
              <a:ext cx="25" cy="17"/>
            </a:xfrm>
            <a:custGeom>
              <a:avLst/>
              <a:gdLst>
                <a:gd name="T0" fmla="*/ 28 w 24"/>
                <a:gd name="T1" fmla="*/ 22 h 16"/>
                <a:gd name="T2" fmla="*/ 0 w 24"/>
                <a:gd name="T3" fmla="*/ 14 h 16"/>
                <a:gd name="T4" fmla="*/ 21 w 24"/>
                <a:gd name="T5" fmla="*/ 3 h 16"/>
                <a:gd name="T6" fmla="*/ 29 w 24"/>
                <a:gd name="T7" fmla="*/ 2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22" y="16"/>
                  </a:moveTo>
                  <a:cubicBezTo>
                    <a:pt x="24" y="5"/>
                    <a:pt x="6" y="7"/>
                    <a:pt x="0" y="8"/>
                  </a:cubicBezTo>
                  <a:cubicBezTo>
                    <a:pt x="5" y="3"/>
                    <a:pt x="8" y="0"/>
                    <a:pt x="15" y="3"/>
                  </a:cubicBezTo>
                  <a:cubicBezTo>
                    <a:pt x="20" y="6"/>
                    <a:pt x="24" y="10"/>
                    <a:pt x="23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5" name="Freeform 1148">
              <a:extLst>
                <a:ext uri="{FF2B5EF4-FFF2-40B4-BE49-F238E27FC236}">
                  <a16:creationId xmlns:a16="http://schemas.microsoft.com/office/drawing/2014/main" id="{06E703D6-CCED-4FA7-8A0A-B01DEF86C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386"/>
              <a:ext cx="45" cy="80"/>
            </a:xfrm>
            <a:custGeom>
              <a:avLst/>
              <a:gdLst>
                <a:gd name="T0" fmla="*/ 0 w 44"/>
                <a:gd name="T1" fmla="*/ 90 h 78"/>
                <a:gd name="T2" fmla="*/ 50 w 44"/>
                <a:gd name="T3" fmla="*/ 0 h 78"/>
                <a:gd name="T4" fmla="*/ 0 w 44"/>
                <a:gd name="T5" fmla="*/ 9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78">
                  <a:moveTo>
                    <a:pt x="0" y="78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7" y="72"/>
                    <a:pt x="0" y="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6" name="Freeform 1149">
              <a:extLst>
                <a:ext uri="{FF2B5EF4-FFF2-40B4-BE49-F238E27FC236}">
                  <a16:creationId xmlns:a16="http://schemas.microsoft.com/office/drawing/2014/main" id="{910D8CA0-8A01-4B8D-8A4A-22639B822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3379"/>
              <a:ext cx="71" cy="111"/>
            </a:xfrm>
            <a:custGeom>
              <a:avLst/>
              <a:gdLst>
                <a:gd name="T0" fmla="*/ 60 w 69"/>
                <a:gd name="T1" fmla="*/ 7 h 108"/>
                <a:gd name="T2" fmla="*/ 74 w 69"/>
                <a:gd name="T3" fmla="*/ 2 h 108"/>
                <a:gd name="T4" fmla="*/ 74 w 69"/>
                <a:gd name="T5" fmla="*/ 2 h 108"/>
                <a:gd name="T6" fmla="*/ 79 w 69"/>
                <a:gd name="T7" fmla="*/ 13 h 108"/>
                <a:gd name="T8" fmla="*/ 34 w 69"/>
                <a:gd name="T9" fmla="*/ 119 h 108"/>
                <a:gd name="T10" fmla="*/ 12 w 69"/>
                <a:gd name="T11" fmla="*/ 123 h 108"/>
                <a:gd name="T12" fmla="*/ 12 w 69"/>
                <a:gd name="T13" fmla="*/ 123 h 108"/>
                <a:gd name="T14" fmla="*/ 1 w 69"/>
                <a:gd name="T15" fmla="*/ 110 h 108"/>
                <a:gd name="T16" fmla="*/ 60 w 69"/>
                <a:gd name="T17" fmla="*/ 7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08">
                  <a:moveTo>
                    <a:pt x="50" y="7"/>
                  </a:moveTo>
                  <a:cubicBezTo>
                    <a:pt x="52" y="3"/>
                    <a:pt x="57" y="0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7" y="4"/>
                    <a:pt x="69" y="9"/>
                    <a:pt x="67" y="13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6" y="106"/>
                    <a:pt x="19" y="108"/>
                    <a:pt x="12" y="105"/>
                  </a:cubicBezTo>
                  <a:cubicBezTo>
                    <a:pt x="12" y="105"/>
                    <a:pt x="12" y="105"/>
                    <a:pt x="12" y="105"/>
                  </a:cubicBezTo>
                  <a:cubicBezTo>
                    <a:pt x="4" y="102"/>
                    <a:pt x="0" y="96"/>
                    <a:pt x="1" y="92"/>
                  </a:cubicBezTo>
                  <a:lnTo>
                    <a:pt x="50" y="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7" name="Oval 1150">
              <a:extLst>
                <a:ext uri="{FF2B5EF4-FFF2-40B4-BE49-F238E27FC236}">
                  <a16:creationId xmlns:a16="http://schemas.microsoft.com/office/drawing/2014/main" id="{EA4C4A6D-BB23-47AD-9D63-B0C0B177B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2694"/>
              <a:ext cx="32" cy="33"/>
            </a:xfrm>
            <a:prstGeom prst="ellipse">
              <a:avLst/>
            </a:pr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8" name="Oval 1151">
              <a:extLst>
                <a:ext uri="{FF2B5EF4-FFF2-40B4-BE49-F238E27FC236}">
                  <a16:creationId xmlns:a16="http://schemas.microsoft.com/office/drawing/2014/main" id="{B8093B2F-2485-463A-9988-6A046174C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9" y="2694"/>
              <a:ext cx="33" cy="32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9" name="Freeform 1152">
              <a:extLst>
                <a:ext uri="{FF2B5EF4-FFF2-40B4-BE49-F238E27FC236}">
                  <a16:creationId xmlns:a16="http://schemas.microsoft.com/office/drawing/2014/main" id="{6D3C4B30-EFFC-47F9-951E-F9B84EAAB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698"/>
              <a:ext cx="16" cy="25"/>
            </a:xfrm>
            <a:custGeom>
              <a:avLst/>
              <a:gdLst>
                <a:gd name="T0" fmla="*/ 8 w 16"/>
                <a:gd name="T1" fmla="*/ 0 h 24"/>
                <a:gd name="T2" fmla="*/ 0 w 16"/>
                <a:gd name="T3" fmla="*/ 11 h 24"/>
                <a:gd name="T4" fmla="*/ 10 w 16"/>
                <a:gd name="T5" fmla="*/ 29 h 24"/>
                <a:gd name="T6" fmla="*/ 9 w 16"/>
                <a:gd name="T7" fmla="*/ 23 h 24"/>
                <a:gd name="T8" fmla="*/ 9 w 16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8" y="0"/>
                  </a:moveTo>
                  <a:cubicBezTo>
                    <a:pt x="3" y="2"/>
                    <a:pt x="1" y="6"/>
                    <a:pt x="0" y="11"/>
                  </a:cubicBezTo>
                  <a:cubicBezTo>
                    <a:pt x="0" y="17"/>
                    <a:pt x="5" y="22"/>
                    <a:pt x="10" y="23"/>
                  </a:cubicBezTo>
                  <a:cubicBezTo>
                    <a:pt x="16" y="24"/>
                    <a:pt x="10" y="18"/>
                    <a:pt x="9" y="17"/>
                  </a:cubicBezTo>
                  <a:cubicBezTo>
                    <a:pt x="5" y="12"/>
                    <a:pt x="6" y="7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0" name="Oval 1153">
              <a:extLst>
                <a:ext uri="{FF2B5EF4-FFF2-40B4-BE49-F238E27FC236}">
                  <a16:creationId xmlns:a16="http://schemas.microsoft.com/office/drawing/2014/main" id="{EFC0ADE9-1EC9-4A8C-B965-7814721C0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2846"/>
              <a:ext cx="32" cy="32"/>
            </a:xfrm>
            <a:prstGeom prst="ellipse">
              <a:avLst/>
            </a:pr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1" name="Oval 1154">
              <a:extLst>
                <a:ext uri="{FF2B5EF4-FFF2-40B4-BE49-F238E27FC236}">
                  <a16:creationId xmlns:a16="http://schemas.microsoft.com/office/drawing/2014/main" id="{441E452B-6CA9-442B-B03C-5AEB98433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2845"/>
              <a:ext cx="31" cy="33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2" name="Freeform 1155">
              <a:extLst>
                <a:ext uri="{FF2B5EF4-FFF2-40B4-BE49-F238E27FC236}">
                  <a16:creationId xmlns:a16="http://schemas.microsoft.com/office/drawing/2014/main" id="{CC9E97E6-47F0-4173-A4B0-24F26D465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851"/>
              <a:ext cx="16" cy="24"/>
            </a:xfrm>
            <a:custGeom>
              <a:avLst/>
              <a:gdLst>
                <a:gd name="T0" fmla="*/ 8 w 16"/>
                <a:gd name="T1" fmla="*/ 0 h 24"/>
                <a:gd name="T2" fmla="*/ 0 w 16"/>
                <a:gd name="T3" fmla="*/ 11 h 24"/>
                <a:gd name="T4" fmla="*/ 10 w 16"/>
                <a:gd name="T5" fmla="*/ 23 h 24"/>
                <a:gd name="T6" fmla="*/ 8 w 16"/>
                <a:gd name="T7" fmla="*/ 16 h 24"/>
                <a:gd name="T8" fmla="*/ 8 w 16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8" y="0"/>
                  </a:moveTo>
                  <a:cubicBezTo>
                    <a:pt x="3" y="1"/>
                    <a:pt x="0" y="6"/>
                    <a:pt x="0" y="11"/>
                  </a:cubicBezTo>
                  <a:cubicBezTo>
                    <a:pt x="0" y="16"/>
                    <a:pt x="4" y="22"/>
                    <a:pt x="10" y="23"/>
                  </a:cubicBezTo>
                  <a:cubicBezTo>
                    <a:pt x="16" y="24"/>
                    <a:pt x="9" y="17"/>
                    <a:pt x="8" y="16"/>
                  </a:cubicBezTo>
                  <a:cubicBezTo>
                    <a:pt x="5" y="12"/>
                    <a:pt x="6" y="7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3" name="Oval 1156">
              <a:extLst>
                <a:ext uri="{FF2B5EF4-FFF2-40B4-BE49-F238E27FC236}">
                  <a16:creationId xmlns:a16="http://schemas.microsoft.com/office/drawing/2014/main" id="{2CC62558-5267-4A19-B983-5BF36B56F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2929"/>
              <a:ext cx="33" cy="32"/>
            </a:xfrm>
            <a:prstGeom prst="ellipse">
              <a:avLst/>
            </a:pr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4" name="Oval 1157">
              <a:extLst>
                <a:ext uri="{FF2B5EF4-FFF2-40B4-BE49-F238E27FC236}">
                  <a16:creationId xmlns:a16="http://schemas.microsoft.com/office/drawing/2014/main" id="{6376A6F9-15B4-45B8-B46A-26E52FD6F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2928"/>
              <a:ext cx="32" cy="33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5" name="Freeform 1158">
              <a:extLst>
                <a:ext uri="{FF2B5EF4-FFF2-40B4-BE49-F238E27FC236}">
                  <a16:creationId xmlns:a16="http://schemas.microsoft.com/office/drawing/2014/main" id="{8B605B9A-8992-47E5-888B-6FF5A311C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933"/>
              <a:ext cx="16" cy="25"/>
            </a:xfrm>
            <a:custGeom>
              <a:avLst/>
              <a:gdLst>
                <a:gd name="T0" fmla="*/ 8 w 16"/>
                <a:gd name="T1" fmla="*/ 0 h 24"/>
                <a:gd name="T2" fmla="*/ 0 w 16"/>
                <a:gd name="T3" fmla="*/ 11 h 24"/>
                <a:gd name="T4" fmla="*/ 10 w 16"/>
                <a:gd name="T5" fmla="*/ 29 h 24"/>
                <a:gd name="T6" fmla="*/ 8 w 16"/>
                <a:gd name="T7" fmla="*/ 22 h 24"/>
                <a:gd name="T8" fmla="*/ 8 w 16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8" y="0"/>
                  </a:moveTo>
                  <a:cubicBezTo>
                    <a:pt x="3" y="1"/>
                    <a:pt x="0" y="6"/>
                    <a:pt x="0" y="11"/>
                  </a:cubicBezTo>
                  <a:cubicBezTo>
                    <a:pt x="0" y="16"/>
                    <a:pt x="5" y="22"/>
                    <a:pt x="10" y="23"/>
                  </a:cubicBezTo>
                  <a:cubicBezTo>
                    <a:pt x="16" y="24"/>
                    <a:pt x="9" y="17"/>
                    <a:pt x="8" y="16"/>
                  </a:cubicBezTo>
                  <a:cubicBezTo>
                    <a:pt x="5" y="12"/>
                    <a:pt x="6" y="7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6" name="Oval 1159">
              <a:extLst>
                <a:ext uri="{FF2B5EF4-FFF2-40B4-BE49-F238E27FC236}">
                  <a16:creationId xmlns:a16="http://schemas.microsoft.com/office/drawing/2014/main" id="{A958CC60-6F88-4026-94FA-D5040AD9A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0" y="3044"/>
              <a:ext cx="33" cy="33"/>
            </a:xfrm>
            <a:prstGeom prst="ellipse">
              <a:avLst/>
            </a:pr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7" name="Oval 1160">
              <a:extLst>
                <a:ext uri="{FF2B5EF4-FFF2-40B4-BE49-F238E27FC236}">
                  <a16:creationId xmlns:a16="http://schemas.microsoft.com/office/drawing/2014/main" id="{E08069DA-9584-4ED2-9210-B73A58420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0" y="3044"/>
              <a:ext cx="32" cy="32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8" name="Freeform 1161">
              <a:extLst>
                <a:ext uri="{FF2B5EF4-FFF2-40B4-BE49-F238E27FC236}">
                  <a16:creationId xmlns:a16="http://schemas.microsoft.com/office/drawing/2014/main" id="{7BA2976A-E46D-45E1-B876-5D3C9CF3E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3048"/>
              <a:ext cx="17" cy="24"/>
            </a:xfrm>
            <a:custGeom>
              <a:avLst/>
              <a:gdLst>
                <a:gd name="T0" fmla="*/ 14 w 16"/>
                <a:gd name="T1" fmla="*/ 0 h 24"/>
                <a:gd name="T2" fmla="*/ 0 w 16"/>
                <a:gd name="T3" fmla="*/ 12 h 24"/>
                <a:gd name="T4" fmla="*/ 16 w 16"/>
                <a:gd name="T5" fmla="*/ 24 h 24"/>
                <a:gd name="T6" fmla="*/ 14 w 16"/>
                <a:gd name="T7" fmla="*/ 17 h 24"/>
                <a:gd name="T8" fmla="*/ 14 w 16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8" y="0"/>
                  </a:moveTo>
                  <a:cubicBezTo>
                    <a:pt x="3" y="2"/>
                    <a:pt x="0" y="7"/>
                    <a:pt x="0" y="12"/>
                  </a:cubicBezTo>
                  <a:cubicBezTo>
                    <a:pt x="0" y="17"/>
                    <a:pt x="5" y="23"/>
                    <a:pt x="10" y="24"/>
                  </a:cubicBezTo>
                  <a:cubicBezTo>
                    <a:pt x="16" y="24"/>
                    <a:pt x="9" y="18"/>
                    <a:pt x="8" y="17"/>
                  </a:cubicBezTo>
                  <a:cubicBezTo>
                    <a:pt x="5" y="13"/>
                    <a:pt x="6" y="8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9" name="Oval 1162">
              <a:extLst>
                <a:ext uri="{FF2B5EF4-FFF2-40B4-BE49-F238E27FC236}">
                  <a16:creationId xmlns:a16="http://schemas.microsoft.com/office/drawing/2014/main" id="{C1A65140-41A5-4479-9BA6-AF71CCA97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2" y="3177"/>
              <a:ext cx="32" cy="32"/>
            </a:xfrm>
            <a:prstGeom prst="ellipse">
              <a:avLst/>
            </a:pr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0" name="Oval 1163">
              <a:extLst>
                <a:ext uri="{FF2B5EF4-FFF2-40B4-BE49-F238E27FC236}">
                  <a16:creationId xmlns:a16="http://schemas.microsoft.com/office/drawing/2014/main" id="{E7B22569-F1C5-40EC-BAED-81315E548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2" y="3177"/>
              <a:ext cx="31" cy="3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1" name="Freeform 1164">
              <a:extLst>
                <a:ext uri="{FF2B5EF4-FFF2-40B4-BE49-F238E27FC236}">
                  <a16:creationId xmlns:a16="http://schemas.microsoft.com/office/drawing/2014/main" id="{16A6CC19-4FA9-4D1B-B853-4897FD821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3181"/>
              <a:ext cx="16" cy="24"/>
            </a:xfrm>
            <a:custGeom>
              <a:avLst/>
              <a:gdLst>
                <a:gd name="T0" fmla="*/ 8 w 16"/>
                <a:gd name="T1" fmla="*/ 0 h 24"/>
                <a:gd name="T2" fmla="*/ 0 w 16"/>
                <a:gd name="T3" fmla="*/ 11 h 24"/>
                <a:gd name="T4" fmla="*/ 10 w 16"/>
                <a:gd name="T5" fmla="*/ 23 h 24"/>
                <a:gd name="T6" fmla="*/ 8 w 16"/>
                <a:gd name="T7" fmla="*/ 17 h 24"/>
                <a:gd name="T8" fmla="*/ 8 w 16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8" y="0"/>
                  </a:moveTo>
                  <a:cubicBezTo>
                    <a:pt x="3" y="2"/>
                    <a:pt x="0" y="6"/>
                    <a:pt x="0" y="11"/>
                  </a:cubicBezTo>
                  <a:cubicBezTo>
                    <a:pt x="0" y="17"/>
                    <a:pt x="4" y="22"/>
                    <a:pt x="10" y="23"/>
                  </a:cubicBezTo>
                  <a:cubicBezTo>
                    <a:pt x="16" y="24"/>
                    <a:pt x="9" y="18"/>
                    <a:pt x="8" y="17"/>
                  </a:cubicBezTo>
                  <a:cubicBezTo>
                    <a:pt x="5" y="12"/>
                    <a:pt x="6" y="7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2" name="Freeform 1165">
              <a:extLst>
                <a:ext uri="{FF2B5EF4-FFF2-40B4-BE49-F238E27FC236}">
                  <a16:creationId xmlns:a16="http://schemas.microsoft.com/office/drawing/2014/main" id="{E003EFC0-B9ED-46F8-AF8F-90449F97A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273"/>
              <a:ext cx="147" cy="178"/>
            </a:xfrm>
            <a:custGeom>
              <a:avLst/>
              <a:gdLst>
                <a:gd name="T0" fmla="*/ 159 w 144"/>
                <a:gd name="T1" fmla="*/ 182 h 174"/>
                <a:gd name="T2" fmla="*/ 157 w 144"/>
                <a:gd name="T3" fmla="*/ 194 h 174"/>
                <a:gd name="T4" fmla="*/ 157 w 144"/>
                <a:gd name="T5" fmla="*/ 194 h 174"/>
                <a:gd name="T6" fmla="*/ 145 w 144"/>
                <a:gd name="T7" fmla="*/ 193 h 174"/>
                <a:gd name="T8" fmla="*/ 3 w 144"/>
                <a:gd name="T9" fmla="*/ 28 h 174"/>
                <a:gd name="T10" fmla="*/ 8 w 144"/>
                <a:gd name="T11" fmla="*/ 6 h 174"/>
                <a:gd name="T12" fmla="*/ 8 w 144"/>
                <a:gd name="T13" fmla="*/ 6 h 174"/>
                <a:gd name="T14" fmla="*/ 31 w 144"/>
                <a:gd name="T15" fmla="*/ 4 h 174"/>
                <a:gd name="T16" fmla="*/ 159 w 144"/>
                <a:gd name="T17" fmla="*/ 182 h 1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74">
                  <a:moveTo>
                    <a:pt x="141" y="158"/>
                  </a:moveTo>
                  <a:cubicBezTo>
                    <a:pt x="144" y="162"/>
                    <a:pt x="143" y="167"/>
                    <a:pt x="139" y="170"/>
                  </a:cubicBezTo>
                  <a:cubicBezTo>
                    <a:pt x="139" y="170"/>
                    <a:pt x="139" y="170"/>
                    <a:pt x="139" y="170"/>
                  </a:cubicBezTo>
                  <a:cubicBezTo>
                    <a:pt x="135" y="174"/>
                    <a:pt x="130" y="173"/>
                    <a:pt x="127" y="16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0" y="18"/>
                    <a:pt x="2" y="11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4" y="1"/>
                    <a:pt x="22" y="0"/>
                    <a:pt x="25" y="4"/>
                  </a:cubicBezTo>
                  <a:lnTo>
                    <a:pt x="141" y="158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3" name="Freeform 1166">
              <a:extLst>
                <a:ext uri="{FF2B5EF4-FFF2-40B4-BE49-F238E27FC236}">
                  <a16:creationId xmlns:a16="http://schemas.microsoft.com/office/drawing/2014/main" id="{46BD7F26-9DC8-48F6-8333-578A87F8B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296"/>
              <a:ext cx="125" cy="146"/>
            </a:xfrm>
            <a:custGeom>
              <a:avLst/>
              <a:gdLst>
                <a:gd name="T0" fmla="*/ 0 w 122"/>
                <a:gd name="T1" fmla="*/ 0 h 143"/>
                <a:gd name="T2" fmla="*/ 140 w 122"/>
                <a:gd name="T3" fmla="*/ 161 h 143"/>
                <a:gd name="T4" fmla="*/ 0 w 122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43">
                  <a:moveTo>
                    <a:pt x="0" y="0"/>
                  </a:moveTo>
                  <a:cubicBezTo>
                    <a:pt x="122" y="143"/>
                    <a:pt x="122" y="143"/>
                    <a:pt x="122" y="143"/>
                  </a:cubicBezTo>
                  <a:cubicBezTo>
                    <a:pt x="122" y="143"/>
                    <a:pt x="45" y="28"/>
                    <a:pt x="0" y="0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4" name="Freeform 1167">
              <a:extLst>
                <a:ext uri="{FF2B5EF4-FFF2-40B4-BE49-F238E27FC236}">
                  <a16:creationId xmlns:a16="http://schemas.microsoft.com/office/drawing/2014/main" id="{8C01BEA2-87E6-4AC9-8909-44CC74688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276"/>
              <a:ext cx="21" cy="22"/>
            </a:xfrm>
            <a:custGeom>
              <a:avLst/>
              <a:gdLst>
                <a:gd name="T0" fmla="*/ 0 w 20"/>
                <a:gd name="T1" fmla="*/ 14 h 22"/>
                <a:gd name="T2" fmla="*/ 23 w 20"/>
                <a:gd name="T3" fmla="*/ 0 h 22"/>
                <a:gd name="T4" fmla="*/ 20 w 20"/>
                <a:gd name="T5" fmla="*/ 15 h 22"/>
                <a:gd name="T6" fmla="*/ 0 w 20"/>
                <a:gd name="T7" fmla="*/ 1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0" y="14"/>
                  </a:moveTo>
                  <a:cubicBezTo>
                    <a:pt x="8" y="22"/>
                    <a:pt x="16" y="6"/>
                    <a:pt x="17" y="0"/>
                  </a:cubicBezTo>
                  <a:cubicBezTo>
                    <a:pt x="20" y="6"/>
                    <a:pt x="20" y="11"/>
                    <a:pt x="14" y="15"/>
                  </a:cubicBezTo>
                  <a:cubicBezTo>
                    <a:pt x="10" y="18"/>
                    <a:pt x="4" y="19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5" name="Freeform 1168">
              <a:extLst>
                <a:ext uri="{FF2B5EF4-FFF2-40B4-BE49-F238E27FC236}">
                  <a16:creationId xmlns:a16="http://schemas.microsoft.com/office/drawing/2014/main" id="{4916484D-DB2C-4643-9740-B4B3DE837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284"/>
              <a:ext cx="115" cy="150"/>
            </a:xfrm>
            <a:custGeom>
              <a:avLst/>
              <a:gdLst>
                <a:gd name="T0" fmla="*/ 0 w 113"/>
                <a:gd name="T1" fmla="*/ 0 h 147"/>
                <a:gd name="T2" fmla="*/ 125 w 113"/>
                <a:gd name="T3" fmla="*/ 165 h 147"/>
                <a:gd name="T4" fmla="*/ 0 w 113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147">
                  <a:moveTo>
                    <a:pt x="0" y="0"/>
                  </a:moveTo>
                  <a:cubicBezTo>
                    <a:pt x="113" y="147"/>
                    <a:pt x="113" y="147"/>
                    <a:pt x="113" y="147"/>
                  </a:cubicBezTo>
                  <a:cubicBezTo>
                    <a:pt x="113" y="147"/>
                    <a:pt x="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6" name="Freeform 1169">
              <a:extLst>
                <a:ext uri="{FF2B5EF4-FFF2-40B4-BE49-F238E27FC236}">
                  <a16:creationId xmlns:a16="http://schemas.microsoft.com/office/drawing/2014/main" id="{37CAA2FB-AC72-492B-BC5A-CBF16C698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273"/>
              <a:ext cx="147" cy="178"/>
            </a:xfrm>
            <a:custGeom>
              <a:avLst/>
              <a:gdLst>
                <a:gd name="T0" fmla="*/ 159 w 144"/>
                <a:gd name="T1" fmla="*/ 182 h 174"/>
                <a:gd name="T2" fmla="*/ 158 w 144"/>
                <a:gd name="T3" fmla="*/ 194 h 174"/>
                <a:gd name="T4" fmla="*/ 158 w 144"/>
                <a:gd name="T5" fmla="*/ 194 h 174"/>
                <a:gd name="T6" fmla="*/ 145 w 144"/>
                <a:gd name="T7" fmla="*/ 193 h 174"/>
                <a:gd name="T8" fmla="*/ 3 w 144"/>
                <a:gd name="T9" fmla="*/ 28 h 174"/>
                <a:gd name="T10" fmla="*/ 9 w 144"/>
                <a:gd name="T11" fmla="*/ 6 h 174"/>
                <a:gd name="T12" fmla="*/ 9 w 144"/>
                <a:gd name="T13" fmla="*/ 6 h 174"/>
                <a:gd name="T14" fmla="*/ 31 w 144"/>
                <a:gd name="T15" fmla="*/ 4 h 174"/>
                <a:gd name="T16" fmla="*/ 159 w 144"/>
                <a:gd name="T17" fmla="*/ 182 h 1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74">
                  <a:moveTo>
                    <a:pt x="141" y="158"/>
                  </a:moveTo>
                  <a:cubicBezTo>
                    <a:pt x="144" y="162"/>
                    <a:pt x="144" y="167"/>
                    <a:pt x="140" y="170"/>
                  </a:cubicBezTo>
                  <a:cubicBezTo>
                    <a:pt x="140" y="170"/>
                    <a:pt x="140" y="170"/>
                    <a:pt x="140" y="170"/>
                  </a:cubicBezTo>
                  <a:cubicBezTo>
                    <a:pt x="136" y="174"/>
                    <a:pt x="130" y="173"/>
                    <a:pt x="127" y="16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0" y="18"/>
                    <a:pt x="3" y="11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1"/>
                    <a:pt x="22" y="0"/>
                    <a:pt x="25" y="4"/>
                  </a:cubicBezTo>
                  <a:lnTo>
                    <a:pt x="141" y="158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7" name="Freeform 1170">
              <a:extLst>
                <a:ext uri="{FF2B5EF4-FFF2-40B4-BE49-F238E27FC236}">
                  <a16:creationId xmlns:a16="http://schemas.microsoft.com/office/drawing/2014/main" id="{8AB22500-EFA3-412F-ABC9-8309E7727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106"/>
              <a:ext cx="68" cy="213"/>
            </a:xfrm>
            <a:custGeom>
              <a:avLst/>
              <a:gdLst>
                <a:gd name="T0" fmla="*/ 77 w 66"/>
                <a:gd name="T1" fmla="*/ 227 h 208"/>
                <a:gd name="T2" fmla="*/ 70 w 66"/>
                <a:gd name="T3" fmla="*/ 238 h 208"/>
                <a:gd name="T4" fmla="*/ 70 w 66"/>
                <a:gd name="T5" fmla="*/ 238 h 208"/>
                <a:gd name="T6" fmla="*/ 56 w 66"/>
                <a:gd name="T7" fmla="*/ 231 h 208"/>
                <a:gd name="T8" fmla="*/ 1 w 66"/>
                <a:gd name="T9" fmla="*/ 13 h 208"/>
                <a:gd name="T10" fmla="*/ 13 w 66"/>
                <a:gd name="T11" fmla="*/ 2 h 208"/>
                <a:gd name="T12" fmla="*/ 13 w 66"/>
                <a:gd name="T13" fmla="*/ 2 h 208"/>
                <a:gd name="T14" fmla="*/ 35 w 66"/>
                <a:gd name="T15" fmla="*/ 7 h 208"/>
                <a:gd name="T16" fmla="*/ 77 w 66"/>
                <a:gd name="T17" fmla="*/ 227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208">
                  <a:moveTo>
                    <a:pt x="65" y="197"/>
                  </a:moveTo>
                  <a:cubicBezTo>
                    <a:pt x="66" y="202"/>
                    <a:pt x="63" y="206"/>
                    <a:pt x="58" y="207"/>
                  </a:cubicBezTo>
                  <a:cubicBezTo>
                    <a:pt x="58" y="207"/>
                    <a:pt x="58" y="207"/>
                    <a:pt x="58" y="207"/>
                  </a:cubicBezTo>
                  <a:cubicBezTo>
                    <a:pt x="53" y="208"/>
                    <a:pt x="48" y="205"/>
                    <a:pt x="47" y="20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9"/>
                    <a:pt x="5" y="3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21" y="0"/>
                    <a:pt x="28" y="3"/>
                    <a:pt x="29" y="7"/>
                  </a:cubicBezTo>
                  <a:lnTo>
                    <a:pt x="65" y="197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8" name="Freeform 1171">
              <a:extLst>
                <a:ext uri="{FF2B5EF4-FFF2-40B4-BE49-F238E27FC236}">
                  <a16:creationId xmlns:a16="http://schemas.microsoft.com/office/drawing/2014/main" id="{07420181-008E-458E-A6DD-0E9B4073A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123"/>
              <a:ext cx="46" cy="186"/>
            </a:xfrm>
            <a:custGeom>
              <a:avLst/>
              <a:gdLst>
                <a:gd name="T0" fmla="*/ 0 w 45"/>
                <a:gd name="T1" fmla="*/ 0 h 182"/>
                <a:gd name="T2" fmla="*/ 51 w 45"/>
                <a:gd name="T3" fmla="*/ 206 h 182"/>
                <a:gd name="T4" fmla="*/ 0 w 45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82">
                  <a:moveTo>
                    <a:pt x="0" y="0"/>
                  </a:moveTo>
                  <a:cubicBezTo>
                    <a:pt x="45" y="182"/>
                    <a:pt x="45" y="182"/>
                    <a:pt x="45" y="182"/>
                  </a:cubicBezTo>
                  <a:cubicBezTo>
                    <a:pt x="45" y="182"/>
                    <a:pt x="27" y="45"/>
                    <a:pt x="0" y="0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9" name="Freeform 1172">
              <a:extLst>
                <a:ext uri="{FF2B5EF4-FFF2-40B4-BE49-F238E27FC236}">
                  <a16:creationId xmlns:a16="http://schemas.microsoft.com/office/drawing/2014/main" id="{50A0A894-A37C-4A32-BFF1-1BDEC8572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111"/>
              <a:ext cx="23" cy="15"/>
            </a:xfrm>
            <a:custGeom>
              <a:avLst/>
              <a:gdLst>
                <a:gd name="T0" fmla="*/ 0 w 22"/>
                <a:gd name="T1" fmla="*/ 4 h 15"/>
                <a:gd name="T2" fmla="*/ 28 w 22"/>
                <a:gd name="T3" fmla="*/ 0 h 15"/>
                <a:gd name="T4" fmla="*/ 19 w 22"/>
                <a:gd name="T5" fmla="*/ 12 h 15"/>
                <a:gd name="T6" fmla="*/ 0 w 22"/>
                <a:gd name="T7" fmla="*/ 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5">
                  <a:moveTo>
                    <a:pt x="0" y="4"/>
                  </a:moveTo>
                  <a:cubicBezTo>
                    <a:pt x="4" y="15"/>
                    <a:pt x="19" y="4"/>
                    <a:pt x="22" y="0"/>
                  </a:cubicBezTo>
                  <a:cubicBezTo>
                    <a:pt x="22" y="6"/>
                    <a:pt x="20" y="11"/>
                    <a:pt x="13" y="12"/>
                  </a:cubicBezTo>
                  <a:cubicBezTo>
                    <a:pt x="7" y="12"/>
                    <a:pt x="2" y="11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0" name="Freeform 1173">
              <a:extLst>
                <a:ext uri="{FF2B5EF4-FFF2-40B4-BE49-F238E27FC236}">
                  <a16:creationId xmlns:a16="http://schemas.microsoft.com/office/drawing/2014/main" id="{D3742BF5-4E13-46CE-B329-36528788A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121"/>
              <a:ext cx="40" cy="186"/>
            </a:xfrm>
            <a:custGeom>
              <a:avLst/>
              <a:gdLst>
                <a:gd name="T0" fmla="*/ 2 w 39"/>
                <a:gd name="T1" fmla="*/ 0 h 182"/>
                <a:gd name="T2" fmla="*/ 45 w 39"/>
                <a:gd name="T3" fmla="*/ 206 h 182"/>
                <a:gd name="T4" fmla="*/ 2 w 39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82">
                  <a:moveTo>
                    <a:pt x="2" y="0"/>
                  </a:moveTo>
                  <a:cubicBezTo>
                    <a:pt x="39" y="182"/>
                    <a:pt x="39" y="182"/>
                    <a:pt x="39" y="182"/>
                  </a:cubicBezTo>
                  <a:cubicBezTo>
                    <a:pt x="39" y="182"/>
                    <a:pt x="0" y="9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1" name="Freeform 1174">
              <a:extLst>
                <a:ext uri="{FF2B5EF4-FFF2-40B4-BE49-F238E27FC236}">
                  <a16:creationId xmlns:a16="http://schemas.microsoft.com/office/drawing/2014/main" id="{9F770BBE-8BB4-446D-8DA5-CF7E33727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106"/>
              <a:ext cx="67" cy="213"/>
            </a:xfrm>
            <a:custGeom>
              <a:avLst/>
              <a:gdLst>
                <a:gd name="T0" fmla="*/ 76 w 65"/>
                <a:gd name="T1" fmla="*/ 227 h 208"/>
                <a:gd name="T2" fmla="*/ 69 w 65"/>
                <a:gd name="T3" fmla="*/ 238 h 208"/>
                <a:gd name="T4" fmla="*/ 69 w 65"/>
                <a:gd name="T5" fmla="*/ 238 h 208"/>
                <a:gd name="T6" fmla="*/ 57 w 65"/>
                <a:gd name="T7" fmla="*/ 231 h 208"/>
                <a:gd name="T8" fmla="*/ 1 w 65"/>
                <a:gd name="T9" fmla="*/ 13 h 208"/>
                <a:gd name="T10" fmla="*/ 13 w 65"/>
                <a:gd name="T11" fmla="*/ 2 h 208"/>
                <a:gd name="T12" fmla="*/ 13 w 65"/>
                <a:gd name="T13" fmla="*/ 2 h 208"/>
                <a:gd name="T14" fmla="*/ 34 w 65"/>
                <a:gd name="T15" fmla="*/ 7 h 208"/>
                <a:gd name="T16" fmla="*/ 76 w 65"/>
                <a:gd name="T17" fmla="*/ 227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08">
                  <a:moveTo>
                    <a:pt x="64" y="197"/>
                  </a:moveTo>
                  <a:cubicBezTo>
                    <a:pt x="65" y="202"/>
                    <a:pt x="62" y="206"/>
                    <a:pt x="57" y="207"/>
                  </a:cubicBezTo>
                  <a:cubicBezTo>
                    <a:pt x="57" y="207"/>
                    <a:pt x="57" y="207"/>
                    <a:pt x="57" y="207"/>
                  </a:cubicBezTo>
                  <a:cubicBezTo>
                    <a:pt x="53" y="208"/>
                    <a:pt x="48" y="205"/>
                    <a:pt x="47" y="20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9"/>
                    <a:pt x="5" y="3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20" y="0"/>
                    <a:pt x="27" y="2"/>
                    <a:pt x="28" y="7"/>
                  </a:cubicBezTo>
                  <a:lnTo>
                    <a:pt x="64" y="19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2" name="Freeform 1175">
              <a:extLst>
                <a:ext uri="{FF2B5EF4-FFF2-40B4-BE49-F238E27FC236}">
                  <a16:creationId xmlns:a16="http://schemas.microsoft.com/office/drawing/2014/main" id="{B502D78C-8F70-4176-8C7A-6A7AF0454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439"/>
              <a:ext cx="177" cy="148"/>
            </a:xfrm>
            <a:custGeom>
              <a:avLst/>
              <a:gdLst>
                <a:gd name="T0" fmla="*/ 193 w 173"/>
                <a:gd name="T1" fmla="*/ 151 h 144"/>
                <a:gd name="T2" fmla="*/ 194 w 173"/>
                <a:gd name="T3" fmla="*/ 163 h 144"/>
                <a:gd name="T4" fmla="*/ 194 w 173"/>
                <a:gd name="T5" fmla="*/ 163 h 144"/>
                <a:gd name="T6" fmla="*/ 182 w 173"/>
                <a:gd name="T7" fmla="*/ 165 h 144"/>
                <a:gd name="T8" fmla="*/ 3 w 173"/>
                <a:gd name="T9" fmla="*/ 32 h 144"/>
                <a:gd name="T10" fmla="*/ 5 w 173"/>
                <a:gd name="T11" fmla="*/ 9 h 144"/>
                <a:gd name="T12" fmla="*/ 5 w 173"/>
                <a:gd name="T13" fmla="*/ 9 h 144"/>
                <a:gd name="T14" fmla="*/ 21 w 173"/>
                <a:gd name="T15" fmla="*/ 3 h 144"/>
                <a:gd name="T16" fmla="*/ 193 w 173"/>
                <a:gd name="T17" fmla="*/ 151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3" h="144">
                  <a:moveTo>
                    <a:pt x="169" y="127"/>
                  </a:moveTo>
                  <a:cubicBezTo>
                    <a:pt x="173" y="130"/>
                    <a:pt x="173" y="136"/>
                    <a:pt x="170" y="139"/>
                  </a:cubicBezTo>
                  <a:cubicBezTo>
                    <a:pt x="170" y="139"/>
                    <a:pt x="170" y="139"/>
                    <a:pt x="170" y="139"/>
                  </a:cubicBezTo>
                  <a:cubicBezTo>
                    <a:pt x="167" y="143"/>
                    <a:pt x="162" y="144"/>
                    <a:pt x="158" y="141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0" y="23"/>
                    <a:pt x="0" y="15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10" y="3"/>
                    <a:pt x="17" y="0"/>
                    <a:pt x="21" y="3"/>
                  </a:cubicBezTo>
                  <a:lnTo>
                    <a:pt x="169" y="127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3" name="Freeform 1176">
              <a:extLst>
                <a:ext uri="{FF2B5EF4-FFF2-40B4-BE49-F238E27FC236}">
                  <a16:creationId xmlns:a16="http://schemas.microsoft.com/office/drawing/2014/main" id="{F4890BED-53D6-426D-93F3-49F128A01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466"/>
              <a:ext cx="155" cy="115"/>
            </a:xfrm>
            <a:custGeom>
              <a:avLst/>
              <a:gdLst>
                <a:gd name="T0" fmla="*/ 0 w 151"/>
                <a:gd name="T1" fmla="*/ 0 h 112"/>
                <a:gd name="T2" fmla="*/ 176 w 151"/>
                <a:gd name="T3" fmla="*/ 130 h 112"/>
                <a:gd name="T4" fmla="*/ 0 w 151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112">
                  <a:moveTo>
                    <a:pt x="0" y="0"/>
                  </a:moveTo>
                  <a:cubicBezTo>
                    <a:pt x="151" y="112"/>
                    <a:pt x="151" y="112"/>
                    <a:pt x="151" y="112"/>
                  </a:cubicBezTo>
                  <a:cubicBezTo>
                    <a:pt x="151" y="112"/>
                    <a:pt x="50" y="17"/>
                    <a:pt x="0" y="0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4" name="Freeform 1177">
              <a:extLst>
                <a:ext uri="{FF2B5EF4-FFF2-40B4-BE49-F238E27FC236}">
                  <a16:creationId xmlns:a16="http://schemas.microsoft.com/office/drawing/2014/main" id="{6AC44755-272B-4C1D-9C6F-77D351C1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442"/>
              <a:ext cx="20" cy="25"/>
            </a:xfrm>
            <a:custGeom>
              <a:avLst/>
              <a:gdLst>
                <a:gd name="T0" fmla="*/ 0 w 19"/>
                <a:gd name="T1" fmla="*/ 24 h 24"/>
                <a:gd name="T2" fmla="*/ 19 w 19"/>
                <a:gd name="T3" fmla="*/ 0 h 24"/>
                <a:gd name="T4" fmla="*/ 19 w 19"/>
                <a:gd name="T5" fmla="*/ 22 h 24"/>
                <a:gd name="T6" fmla="*/ 0 w 19"/>
                <a:gd name="T7" fmla="*/ 2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0" y="18"/>
                  </a:moveTo>
                  <a:cubicBezTo>
                    <a:pt x="9" y="24"/>
                    <a:pt x="13" y="6"/>
                    <a:pt x="13" y="0"/>
                  </a:cubicBezTo>
                  <a:cubicBezTo>
                    <a:pt x="17" y="6"/>
                    <a:pt x="19" y="10"/>
                    <a:pt x="13" y="16"/>
                  </a:cubicBezTo>
                  <a:cubicBezTo>
                    <a:pt x="10" y="20"/>
                    <a:pt x="5" y="22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5" name="Freeform 1178">
              <a:extLst>
                <a:ext uri="{FF2B5EF4-FFF2-40B4-BE49-F238E27FC236}">
                  <a16:creationId xmlns:a16="http://schemas.microsoft.com/office/drawing/2014/main" id="{20501AA8-3E28-4A92-8D06-96D7D8EAE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450"/>
              <a:ext cx="146" cy="119"/>
            </a:xfrm>
            <a:custGeom>
              <a:avLst/>
              <a:gdLst>
                <a:gd name="T0" fmla="*/ 0 w 143"/>
                <a:gd name="T1" fmla="*/ 0 h 117"/>
                <a:gd name="T2" fmla="*/ 161 w 143"/>
                <a:gd name="T3" fmla="*/ 129 h 117"/>
                <a:gd name="T4" fmla="*/ 0 w 143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17">
                  <a:moveTo>
                    <a:pt x="0" y="0"/>
                  </a:moveTo>
                  <a:cubicBezTo>
                    <a:pt x="143" y="117"/>
                    <a:pt x="143" y="117"/>
                    <a:pt x="143" y="117"/>
                  </a:cubicBezTo>
                  <a:cubicBezTo>
                    <a:pt x="143" y="117"/>
                    <a:pt x="3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6" name="Freeform 1179">
              <a:extLst>
                <a:ext uri="{FF2B5EF4-FFF2-40B4-BE49-F238E27FC236}">
                  <a16:creationId xmlns:a16="http://schemas.microsoft.com/office/drawing/2014/main" id="{E6E01B25-C8AE-48FB-A8F6-45D5BA5C2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440"/>
              <a:ext cx="178" cy="147"/>
            </a:xfrm>
            <a:custGeom>
              <a:avLst/>
              <a:gdLst>
                <a:gd name="T0" fmla="*/ 194 w 174"/>
                <a:gd name="T1" fmla="*/ 150 h 143"/>
                <a:gd name="T2" fmla="*/ 195 w 174"/>
                <a:gd name="T3" fmla="*/ 162 h 143"/>
                <a:gd name="T4" fmla="*/ 195 w 174"/>
                <a:gd name="T5" fmla="*/ 162 h 143"/>
                <a:gd name="T6" fmla="*/ 183 w 174"/>
                <a:gd name="T7" fmla="*/ 164 h 143"/>
                <a:gd name="T8" fmla="*/ 4 w 174"/>
                <a:gd name="T9" fmla="*/ 31 h 143"/>
                <a:gd name="T10" fmla="*/ 6 w 174"/>
                <a:gd name="T11" fmla="*/ 8 h 143"/>
                <a:gd name="T12" fmla="*/ 6 w 174"/>
                <a:gd name="T13" fmla="*/ 8 h 143"/>
                <a:gd name="T14" fmla="*/ 21 w 174"/>
                <a:gd name="T15" fmla="*/ 3 h 143"/>
                <a:gd name="T16" fmla="*/ 194 w 174"/>
                <a:gd name="T17" fmla="*/ 150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43">
                  <a:moveTo>
                    <a:pt x="170" y="126"/>
                  </a:moveTo>
                  <a:cubicBezTo>
                    <a:pt x="173" y="129"/>
                    <a:pt x="174" y="135"/>
                    <a:pt x="171" y="138"/>
                  </a:cubicBezTo>
                  <a:cubicBezTo>
                    <a:pt x="171" y="138"/>
                    <a:pt x="171" y="138"/>
                    <a:pt x="171" y="138"/>
                  </a:cubicBezTo>
                  <a:cubicBezTo>
                    <a:pt x="168" y="142"/>
                    <a:pt x="162" y="143"/>
                    <a:pt x="159" y="14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2"/>
                    <a:pt x="1" y="14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10" y="2"/>
                    <a:pt x="17" y="0"/>
                    <a:pt x="21" y="3"/>
                  </a:cubicBezTo>
                  <a:lnTo>
                    <a:pt x="170" y="126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7" name="Freeform 1180">
              <a:extLst>
                <a:ext uri="{FF2B5EF4-FFF2-40B4-BE49-F238E27FC236}">
                  <a16:creationId xmlns:a16="http://schemas.microsoft.com/office/drawing/2014/main" id="{CBC5136B-EAFE-4CAD-9333-753242CDD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643"/>
              <a:ext cx="210" cy="81"/>
            </a:xfrm>
            <a:custGeom>
              <a:avLst/>
              <a:gdLst>
                <a:gd name="T0" fmla="*/ 228 w 205"/>
                <a:gd name="T1" fmla="*/ 73 h 79"/>
                <a:gd name="T2" fmla="*/ 235 w 205"/>
                <a:gd name="T3" fmla="*/ 84 h 79"/>
                <a:gd name="T4" fmla="*/ 235 w 205"/>
                <a:gd name="T5" fmla="*/ 84 h 79"/>
                <a:gd name="T6" fmla="*/ 223 w 205"/>
                <a:gd name="T7" fmla="*/ 90 h 79"/>
                <a:gd name="T8" fmla="*/ 7 w 205"/>
                <a:gd name="T9" fmla="*/ 34 h 79"/>
                <a:gd name="T10" fmla="*/ 2 w 205"/>
                <a:gd name="T11" fmla="*/ 12 h 79"/>
                <a:gd name="T12" fmla="*/ 2 w 205"/>
                <a:gd name="T13" fmla="*/ 12 h 79"/>
                <a:gd name="T14" fmla="*/ 15 w 205"/>
                <a:gd name="T15" fmla="*/ 1 h 79"/>
                <a:gd name="T16" fmla="*/ 228 w 205"/>
                <a:gd name="T17" fmla="*/ 7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79">
                  <a:moveTo>
                    <a:pt x="198" y="61"/>
                  </a:moveTo>
                  <a:cubicBezTo>
                    <a:pt x="203" y="63"/>
                    <a:pt x="205" y="67"/>
                    <a:pt x="204" y="72"/>
                  </a:cubicBezTo>
                  <a:cubicBezTo>
                    <a:pt x="204" y="72"/>
                    <a:pt x="204" y="72"/>
                    <a:pt x="204" y="72"/>
                  </a:cubicBezTo>
                  <a:cubicBezTo>
                    <a:pt x="203" y="77"/>
                    <a:pt x="198" y="79"/>
                    <a:pt x="193" y="7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2" y="27"/>
                    <a:pt x="0" y="20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4" y="5"/>
                    <a:pt x="10" y="0"/>
                    <a:pt x="15" y="1"/>
                  </a:cubicBezTo>
                  <a:lnTo>
                    <a:pt x="198" y="61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8" name="Freeform 1181">
              <a:extLst>
                <a:ext uri="{FF2B5EF4-FFF2-40B4-BE49-F238E27FC236}">
                  <a16:creationId xmlns:a16="http://schemas.microsoft.com/office/drawing/2014/main" id="{14E25BE1-F8A8-4881-8C58-8EF6351C9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667"/>
              <a:ext cx="186" cy="53"/>
            </a:xfrm>
            <a:custGeom>
              <a:avLst/>
              <a:gdLst>
                <a:gd name="T0" fmla="*/ 0 w 182"/>
                <a:gd name="T1" fmla="*/ 3 h 51"/>
                <a:gd name="T2" fmla="*/ 206 w 182"/>
                <a:gd name="T3" fmla="*/ 63 h 51"/>
                <a:gd name="T4" fmla="*/ 0 w 182"/>
                <a:gd name="T5" fmla="*/ 3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2" h="51">
                  <a:moveTo>
                    <a:pt x="0" y="3"/>
                  </a:moveTo>
                  <a:cubicBezTo>
                    <a:pt x="182" y="51"/>
                    <a:pt x="182" y="51"/>
                    <a:pt x="182" y="51"/>
                  </a:cubicBezTo>
                  <a:cubicBezTo>
                    <a:pt x="182" y="51"/>
                    <a:pt x="53" y="0"/>
                    <a:pt x="0" y="3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9" name="Freeform 1182">
              <a:extLst>
                <a:ext uri="{FF2B5EF4-FFF2-40B4-BE49-F238E27FC236}">
                  <a16:creationId xmlns:a16="http://schemas.microsoft.com/office/drawing/2014/main" id="{6FCBB8C4-35FB-464B-9AF3-EDBC72E16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646"/>
              <a:ext cx="15" cy="23"/>
            </a:xfrm>
            <a:custGeom>
              <a:avLst/>
              <a:gdLst>
                <a:gd name="T0" fmla="*/ 0 w 15"/>
                <a:gd name="T1" fmla="*/ 22 h 23"/>
                <a:gd name="T2" fmla="*/ 7 w 15"/>
                <a:gd name="T3" fmla="*/ 0 h 23"/>
                <a:gd name="T4" fmla="*/ 12 w 15"/>
                <a:gd name="T5" fmla="*/ 14 h 23"/>
                <a:gd name="T6" fmla="*/ 1 w 15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0" y="22"/>
                  </a:moveTo>
                  <a:cubicBezTo>
                    <a:pt x="11" y="23"/>
                    <a:pt x="9" y="6"/>
                    <a:pt x="7" y="0"/>
                  </a:cubicBezTo>
                  <a:cubicBezTo>
                    <a:pt x="12" y="4"/>
                    <a:pt x="15" y="7"/>
                    <a:pt x="12" y="14"/>
                  </a:cubicBezTo>
                  <a:cubicBezTo>
                    <a:pt x="11" y="19"/>
                    <a:pt x="7" y="23"/>
                    <a:pt x="1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0" name="Freeform 1183">
              <a:extLst>
                <a:ext uri="{FF2B5EF4-FFF2-40B4-BE49-F238E27FC236}">
                  <a16:creationId xmlns:a16="http://schemas.microsoft.com/office/drawing/2014/main" id="{5CFD19B1-4E64-4DC4-92CC-69FF2C828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648"/>
              <a:ext cx="180" cy="57"/>
            </a:xfrm>
            <a:custGeom>
              <a:avLst/>
              <a:gdLst>
                <a:gd name="T0" fmla="*/ 0 w 176"/>
                <a:gd name="T1" fmla="*/ 0 h 56"/>
                <a:gd name="T2" fmla="*/ 200 w 176"/>
                <a:gd name="T3" fmla="*/ 62 h 56"/>
                <a:gd name="T4" fmla="*/ 0 w 17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56">
                  <a:moveTo>
                    <a:pt x="0" y="0"/>
                  </a:moveTo>
                  <a:cubicBezTo>
                    <a:pt x="176" y="56"/>
                    <a:pt x="176" y="56"/>
                    <a:pt x="176" y="56"/>
                  </a:cubicBezTo>
                  <a:cubicBezTo>
                    <a:pt x="176" y="56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1" name="Freeform 1184">
              <a:extLst>
                <a:ext uri="{FF2B5EF4-FFF2-40B4-BE49-F238E27FC236}">
                  <a16:creationId xmlns:a16="http://schemas.microsoft.com/office/drawing/2014/main" id="{A5054F59-BF18-4035-BCF8-EF4BB34DD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643"/>
              <a:ext cx="210" cy="82"/>
            </a:xfrm>
            <a:custGeom>
              <a:avLst/>
              <a:gdLst>
                <a:gd name="T0" fmla="*/ 228 w 205"/>
                <a:gd name="T1" fmla="*/ 73 h 80"/>
                <a:gd name="T2" fmla="*/ 235 w 205"/>
                <a:gd name="T3" fmla="*/ 84 h 80"/>
                <a:gd name="T4" fmla="*/ 235 w 205"/>
                <a:gd name="T5" fmla="*/ 84 h 80"/>
                <a:gd name="T6" fmla="*/ 223 w 205"/>
                <a:gd name="T7" fmla="*/ 90 h 80"/>
                <a:gd name="T8" fmla="*/ 6 w 205"/>
                <a:gd name="T9" fmla="*/ 35 h 80"/>
                <a:gd name="T10" fmla="*/ 2 w 205"/>
                <a:gd name="T11" fmla="*/ 13 h 80"/>
                <a:gd name="T12" fmla="*/ 2 w 205"/>
                <a:gd name="T13" fmla="*/ 13 h 80"/>
                <a:gd name="T14" fmla="*/ 14 w 205"/>
                <a:gd name="T15" fmla="*/ 2 h 80"/>
                <a:gd name="T16" fmla="*/ 228 w 205"/>
                <a:gd name="T17" fmla="*/ 73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80">
                  <a:moveTo>
                    <a:pt x="198" y="61"/>
                  </a:moveTo>
                  <a:cubicBezTo>
                    <a:pt x="202" y="63"/>
                    <a:pt x="205" y="68"/>
                    <a:pt x="204" y="72"/>
                  </a:cubicBezTo>
                  <a:cubicBezTo>
                    <a:pt x="204" y="72"/>
                    <a:pt x="204" y="72"/>
                    <a:pt x="204" y="72"/>
                  </a:cubicBezTo>
                  <a:cubicBezTo>
                    <a:pt x="202" y="77"/>
                    <a:pt x="197" y="80"/>
                    <a:pt x="193" y="78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2" y="27"/>
                    <a:pt x="0" y="20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4" y="5"/>
                    <a:pt x="10" y="0"/>
                    <a:pt x="14" y="2"/>
                  </a:cubicBezTo>
                  <a:lnTo>
                    <a:pt x="198" y="6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2" name="Freeform 1185">
              <a:extLst>
                <a:ext uri="{FF2B5EF4-FFF2-40B4-BE49-F238E27FC236}">
                  <a16:creationId xmlns:a16="http://schemas.microsoft.com/office/drawing/2014/main" id="{058B11C4-3B05-45C6-A200-A02F43922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896"/>
              <a:ext cx="215" cy="29"/>
            </a:xfrm>
            <a:custGeom>
              <a:avLst/>
              <a:gdLst>
                <a:gd name="T0" fmla="*/ 232 w 210"/>
                <a:gd name="T1" fmla="*/ 11 h 29"/>
                <a:gd name="T2" fmla="*/ 241 w 210"/>
                <a:gd name="T3" fmla="*/ 20 h 29"/>
                <a:gd name="T4" fmla="*/ 241 w 210"/>
                <a:gd name="T5" fmla="*/ 20 h 29"/>
                <a:gd name="T6" fmla="*/ 231 w 210"/>
                <a:gd name="T7" fmla="*/ 29 h 29"/>
                <a:gd name="T8" fmla="*/ 8 w 210"/>
                <a:gd name="T9" fmla="*/ 29 h 29"/>
                <a:gd name="T10" fmla="*/ 0 w 210"/>
                <a:gd name="T11" fmla="*/ 14 h 29"/>
                <a:gd name="T12" fmla="*/ 0 w 210"/>
                <a:gd name="T13" fmla="*/ 14 h 29"/>
                <a:gd name="T14" fmla="*/ 9 w 210"/>
                <a:gd name="T15" fmla="*/ 0 h 29"/>
                <a:gd name="T16" fmla="*/ 232 w 210"/>
                <a:gd name="T17" fmla="*/ 11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0" h="29">
                  <a:moveTo>
                    <a:pt x="202" y="11"/>
                  </a:moveTo>
                  <a:cubicBezTo>
                    <a:pt x="206" y="11"/>
                    <a:pt x="210" y="15"/>
                    <a:pt x="210" y="20"/>
                  </a:cubicBezTo>
                  <a:cubicBezTo>
                    <a:pt x="210" y="20"/>
                    <a:pt x="210" y="20"/>
                    <a:pt x="210" y="20"/>
                  </a:cubicBezTo>
                  <a:cubicBezTo>
                    <a:pt x="210" y="25"/>
                    <a:pt x="206" y="29"/>
                    <a:pt x="20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3" y="28"/>
                    <a:pt x="0" y="22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4" y="0"/>
                    <a:pt x="9" y="0"/>
                  </a:cubicBezTo>
                  <a:lnTo>
                    <a:pt x="202" y="11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3" name="Freeform 1186">
              <a:extLst>
                <a:ext uri="{FF2B5EF4-FFF2-40B4-BE49-F238E27FC236}">
                  <a16:creationId xmlns:a16="http://schemas.microsoft.com/office/drawing/2014/main" id="{9CF91B54-DC64-4922-BAFC-ACD6C20BE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2906"/>
              <a:ext cx="192" cy="16"/>
            </a:xfrm>
            <a:custGeom>
              <a:avLst/>
              <a:gdLst>
                <a:gd name="T0" fmla="*/ 0 w 188"/>
                <a:gd name="T1" fmla="*/ 16 h 16"/>
                <a:gd name="T2" fmla="*/ 212 w 188"/>
                <a:gd name="T3" fmla="*/ 15 h 16"/>
                <a:gd name="T4" fmla="*/ 0 w 188"/>
                <a:gd name="T5" fmla="*/ 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16">
                  <a:moveTo>
                    <a:pt x="0" y="16"/>
                  </a:moveTo>
                  <a:cubicBezTo>
                    <a:pt x="188" y="15"/>
                    <a:pt x="188" y="15"/>
                    <a:pt x="188" y="15"/>
                  </a:cubicBezTo>
                  <a:cubicBezTo>
                    <a:pt x="188" y="15"/>
                    <a:pt x="51" y="0"/>
                    <a:pt x="0" y="16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4" name="Freeform 1187">
              <a:extLst>
                <a:ext uri="{FF2B5EF4-FFF2-40B4-BE49-F238E27FC236}">
                  <a16:creationId xmlns:a16="http://schemas.microsoft.com/office/drawing/2014/main" id="{347A44B2-8B54-4580-8B9C-70683D430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899"/>
              <a:ext cx="11" cy="23"/>
            </a:xfrm>
            <a:custGeom>
              <a:avLst/>
              <a:gdLst>
                <a:gd name="T0" fmla="*/ 0 w 11"/>
                <a:gd name="T1" fmla="*/ 22 h 23"/>
                <a:gd name="T2" fmla="*/ 0 w 11"/>
                <a:gd name="T3" fmla="*/ 0 h 23"/>
                <a:gd name="T4" fmla="*/ 10 w 11"/>
                <a:gd name="T5" fmla="*/ 12 h 23"/>
                <a:gd name="T6" fmla="*/ 1 w 11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0" y="22"/>
                  </a:moveTo>
                  <a:cubicBezTo>
                    <a:pt x="11" y="21"/>
                    <a:pt x="4" y="5"/>
                    <a:pt x="0" y="0"/>
                  </a:cubicBezTo>
                  <a:cubicBezTo>
                    <a:pt x="7" y="2"/>
                    <a:pt x="10" y="5"/>
                    <a:pt x="10" y="12"/>
                  </a:cubicBezTo>
                  <a:cubicBezTo>
                    <a:pt x="9" y="17"/>
                    <a:pt x="6" y="22"/>
                    <a:pt x="1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5" name="Freeform 1188">
              <a:extLst>
                <a:ext uri="{FF2B5EF4-FFF2-40B4-BE49-F238E27FC236}">
                  <a16:creationId xmlns:a16="http://schemas.microsoft.com/office/drawing/2014/main" id="{50266027-848A-4E8B-AF6A-5A53D7D41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898"/>
              <a:ext cx="189" cy="9"/>
            </a:xfrm>
            <a:custGeom>
              <a:avLst/>
              <a:gdLst>
                <a:gd name="T0" fmla="*/ 0 w 185"/>
                <a:gd name="T1" fmla="*/ 0 h 9"/>
                <a:gd name="T2" fmla="*/ 209 w 185"/>
                <a:gd name="T3" fmla="*/ 9 h 9"/>
                <a:gd name="T4" fmla="*/ 0 w 18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9">
                  <a:moveTo>
                    <a:pt x="0" y="0"/>
                  </a:moveTo>
                  <a:cubicBezTo>
                    <a:pt x="185" y="9"/>
                    <a:pt x="185" y="9"/>
                    <a:pt x="185" y="9"/>
                  </a:cubicBezTo>
                  <a:cubicBezTo>
                    <a:pt x="185" y="9"/>
                    <a:pt x="8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6" name="Freeform 1189">
              <a:extLst>
                <a:ext uri="{FF2B5EF4-FFF2-40B4-BE49-F238E27FC236}">
                  <a16:creationId xmlns:a16="http://schemas.microsoft.com/office/drawing/2014/main" id="{B0C3005E-437A-4280-A873-3C81AF641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2897"/>
              <a:ext cx="216" cy="28"/>
            </a:xfrm>
            <a:custGeom>
              <a:avLst/>
              <a:gdLst>
                <a:gd name="T0" fmla="*/ 232 w 211"/>
                <a:gd name="T1" fmla="*/ 10 h 28"/>
                <a:gd name="T2" fmla="*/ 242 w 211"/>
                <a:gd name="T3" fmla="*/ 19 h 28"/>
                <a:gd name="T4" fmla="*/ 242 w 211"/>
                <a:gd name="T5" fmla="*/ 19 h 28"/>
                <a:gd name="T6" fmla="*/ 232 w 211"/>
                <a:gd name="T7" fmla="*/ 28 h 28"/>
                <a:gd name="T8" fmla="*/ 9 w 211"/>
                <a:gd name="T9" fmla="*/ 28 h 28"/>
                <a:gd name="T10" fmla="*/ 0 w 211"/>
                <a:gd name="T11" fmla="*/ 14 h 28"/>
                <a:gd name="T12" fmla="*/ 0 w 211"/>
                <a:gd name="T13" fmla="*/ 14 h 28"/>
                <a:gd name="T14" fmla="*/ 10 w 211"/>
                <a:gd name="T15" fmla="*/ 0 h 28"/>
                <a:gd name="T16" fmla="*/ 232 w 211"/>
                <a:gd name="T17" fmla="*/ 1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28">
                  <a:moveTo>
                    <a:pt x="202" y="10"/>
                  </a:moveTo>
                  <a:cubicBezTo>
                    <a:pt x="207" y="10"/>
                    <a:pt x="211" y="15"/>
                    <a:pt x="211" y="19"/>
                  </a:cubicBezTo>
                  <a:cubicBezTo>
                    <a:pt x="211" y="19"/>
                    <a:pt x="211" y="19"/>
                    <a:pt x="211" y="19"/>
                  </a:cubicBezTo>
                  <a:cubicBezTo>
                    <a:pt x="211" y="24"/>
                    <a:pt x="207" y="28"/>
                    <a:pt x="202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4" y="28"/>
                    <a:pt x="0" y="21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6"/>
                    <a:pt x="5" y="0"/>
                    <a:pt x="10" y="0"/>
                  </a:cubicBezTo>
                  <a:lnTo>
                    <a:pt x="202" y="10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7" name="Freeform 1190">
              <a:extLst>
                <a:ext uri="{FF2B5EF4-FFF2-40B4-BE49-F238E27FC236}">
                  <a16:creationId xmlns:a16="http://schemas.microsoft.com/office/drawing/2014/main" id="{EE15F0C7-61A6-4700-BA7C-EBE5FA65B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3111"/>
              <a:ext cx="211" cy="76"/>
            </a:xfrm>
            <a:custGeom>
              <a:avLst/>
              <a:gdLst>
                <a:gd name="T0" fmla="*/ 219 w 207"/>
                <a:gd name="T1" fmla="*/ 1 h 74"/>
                <a:gd name="T2" fmla="*/ 230 w 207"/>
                <a:gd name="T3" fmla="*/ 7 h 74"/>
                <a:gd name="T4" fmla="*/ 230 w 207"/>
                <a:gd name="T5" fmla="*/ 7 h 74"/>
                <a:gd name="T6" fmla="*/ 224 w 207"/>
                <a:gd name="T7" fmla="*/ 18 h 74"/>
                <a:gd name="T8" fmla="*/ 15 w 207"/>
                <a:gd name="T9" fmla="*/ 85 h 74"/>
                <a:gd name="T10" fmla="*/ 2 w 207"/>
                <a:gd name="T11" fmla="*/ 73 h 74"/>
                <a:gd name="T12" fmla="*/ 2 w 207"/>
                <a:gd name="T13" fmla="*/ 73 h 74"/>
                <a:gd name="T14" fmla="*/ 7 w 207"/>
                <a:gd name="T15" fmla="*/ 52 h 74"/>
                <a:gd name="T16" fmla="*/ 219 w 207"/>
                <a:gd name="T17" fmla="*/ 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74">
                  <a:moveTo>
                    <a:pt x="195" y="1"/>
                  </a:moveTo>
                  <a:cubicBezTo>
                    <a:pt x="200" y="0"/>
                    <a:pt x="205" y="2"/>
                    <a:pt x="206" y="7"/>
                  </a:cubicBezTo>
                  <a:cubicBezTo>
                    <a:pt x="206" y="7"/>
                    <a:pt x="206" y="7"/>
                    <a:pt x="206" y="7"/>
                  </a:cubicBezTo>
                  <a:cubicBezTo>
                    <a:pt x="207" y="12"/>
                    <a:pt x="204" y="17"/>
                    <a:pt x="200" y="18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0" y="74"/>
                    <a:pt x="5" y="69"/>
                    <a:pt x="2" y="61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0" y="54"/>
                    <a:pt x="3" y="47"/>
                    <a:pt x="7" y="46"/>
                  </a:cubicBezTo>
                  <a:lnTo>
                    <a:pt x="195" y="1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8" name="Freeform 1191">
              <a:extLst>
                <a:ext uri="{FF2B5EF4-FFF2-40B4-BE49-F238E27FC236}">
                  <a16:creationId xmlns:a16="http://schemas.microsoft.com/office/drawing/2014/main" id="{0B63789F-DA61-445D-8A1B-ABC45E787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3127"/>
              <a:ext cx="184" cy="55"/>
            </a:xfrm>
            <a:custGeom>
              <a:avLst/>
              <a:gdLst>
                <a:gd name="T0" fmla="*/ 0 w 180"/>
                <a:gd name="T1" fmla="*/ 60 h 54"/>
                <a:gd name="T2" fmla="*/ 204 w 180"/>
                <a:gd name="T3" fmla="*/ 0 h 54"/>
                <a:gd name="T4" fmla="*/ 0 w 180"/>
                <a:gd name="T5" fmla="*/ 6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54">
                  <a:moveTo>
                    <a:pt x="0" y="54"/>
                  </a:move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44" y="24"/>
                    <a:pt x="0" y="54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9" name="Freeform 1192">
              <a:extLst>
                <a:ext uri="{FF2B5EF4-FFF2-40B4-BE49-F238E27FC236}">
                  <a16:creationId xmlns:a16="http://schemas.microsoft.com/office/drawing/2014/main" id="{38C943C7-D4C4-4FE3-8920-31A875141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3161"/>
              <a:ext cx="16" cy="23"/>
            </a:xfrm>
            <a:custGeom>
              <a:avLst/>
              <a:gdLst>
                <a:gd name="T0" fmla="*/ 6 w 16"/>
                <a:gd name="T1" fmla="*/ 28 h 22"/>
                <a:gd name="T2" fmla="*/ 0 w 16"/>
                <a:gd name="T3" fmla="*/ 0 h 22"/>
                <a:gd name="T4" fmla="*/ 12 w 16"/>
                <a:gd name="T5" fmla="*/ 9 h 22"/>
                <a:gd name="T6" fmla="*/ 7 w 16"/>
                <a:gd name="T7" fmla="*/ 2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6" y="22"/>
                  </a:moveTo>
                  <a:cubicBezTo>
                    <a:pt x="16" y="17"/>
                    <a:pt x="4" y="4"/>
                    <a:pt x="0" y="0"/>
                  </a:cubicBezTo>
                  <a:cubicBezTo>
                    <a:pt x="6" y="0"/>
                    <a:pt x="11" y="2"/>
                    <a:pt x="12" y="9"/>
                  </a:cubicBezTo>
                  <a:cubicBezTo>
                    <a:pt x="13" y="14"/>
                    <a:pt x="12" y="20"/>
                    <a:pt x="7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0" name="Freeform 1193">
              <a:extLst>
                <a:ext uri="{FF2B5EF4-FFF2-40B4-BE49-F238E27FC236}">
                  <a16:creationId xmlns:a16="http://schemas.microsoft.com/office/drawing/2014/main" id="{D6BFA5FE-0E9E-49A7-B34E-0CEC92B51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3112"/>
              <a:ext cx="184" cy="48"/>
            </a:xfrm>
            <a:custGeom>
              <a:avLst/>
              <a:gdLst>
                <a:gd name="T0" fmla="*/ 0 w 180"/>
                <a:gd name="T1" fmla="*/ 50 h 47"/>
                <a:gd name="T2" fmla="*/ 204 w 180"/>
                <a:gd name="T3" fmla="*/ 0 h 47"/>
                <a:gd name="T4" fmla="*/ 0 w 180"/>
                <a:gd name="T5" fmla="*/ 5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47">
                  <a:moveTo>
                    <a:pt x="0" y="44"/>
                  </a:move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9" y="47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1" name="Freeform 1194">
              <a:extLst>
                <a:ext uri="{FF2B5EF4-FFF2-40B4-BE49-F238E27FC236}">
                  <a16:creationId xmlns:a16="http://schemas.microsoft.com/office/drawing/2014/main" id="{1531A64B-80A7-4A9F-81F2-C2C09DEA6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3111"/>
              <a:ext cx="211" cy="76"/>
            </a:xfrm>
            <a:custGeom>
              <a:avLst/>
              <a:gdLst>
                <a:gd name="T0" fmla="*/ 219 w 207"/>
                <a:gd name="T1" fmla="*/ 1 h 74"/>
                <a:gd name="T2" fmla="*/ 230 w 207"/>
                <a:gd name="T3" fmla="*/ 7 h 74"/>
                <a:gd name="T4" fmla="*/ 230 w 207"/>
                <a:gd name="T5" fmla="*/ 7 h 74"/>
                <a:gd name="T6" fmla="*/ 223 w 207"/>
                <a:gd name="T7" fmla="*/ 18 h 74"/>
                <a:gd name="T8" fmla="*/ 14 w 207"/>
                <a:gd name="T9" fmla="*/ 85 h 74"/>
                <a:gd name="T10" fmla="*/ 2 w 207"/>
                <a:gd name="T11" fmla="*/ 74 h 74"/>
                <a:gd name="T12" fmla="*/ 2 w 207"/>
                <a:gd name="T13" fmla="*/ 74 h 74"/>
                <a:gd name="T14" fmla="*/ 7 w 207"/>
                <a:gd name="T15" fmla="*/ 52 h 74"/>
                <a:gd name="T16" fmla="*/ 219 w 207"/>
                <a:gd name="T17" fmla="*/ 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74">
                  <a:moveTo>
                    <a:pt x="195" y="1"/>
                  </a:moveTo>
                  <a:cubicBezTo>
                    <a:pt x="200" y="0"/>
                    <a:pt x="204" y="3"/>
                    <a:pt x="206" y="7"/>
                  </a:cubicBezTo>
                  <a:cubicBezTo>
                    <a:pt x="206" y="7"/>
                    <a:pt x="206" y="7"/>
                    <a:pt x="206" y="7"/>
                  </a:cubicBezTo>
                  <a:cubicBezTo>
                    <a:pt x="207" y="12"/>
                    <a:pt x="204" y="17"/>
                    <a:pt x="199" y="18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0" y="74"/>
                    <a:pt x="4" y="69"/>
                    <a:pt x="2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0" y="54"/>
                    <a:pt x="2" y="47"/>
                    <a:pt x="7" y="46"/>
                  </a:cubicBezTo>
                  <a:lnTo>
                    <a:pt x="195" y="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2" name="Freeform 1195">
              <a:extLst>
                <a:ext uri="{FF2B5EF4-FFF2-40B4-BE49-F238E27FC236}">
                  <a16:creationId xmlns:a16="http://schemas.microsoft.com/office/drawing/2014/main" id="{1441BB98-DDAB-4283-9104-840E9ABD3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3248"/>
              <a:ext cx="190" cy="129"/>
            </a:xfrm>
            <a:custGeom>
              <a:avLst/>
              <a:gdLst>
                <a:gd name="T0" fmla="*/ 195 w 186"/>
                <a:gd name="T1" fmla="*/ 3 h 126"/>
                <a:gd name="T2" fmla="*/ 208 w 186"/>
                <a:gd name="T3" fmla="*/ 6 h 126"/>
                <a:gd name="T4" fmla="*/ 208 w 186"/>
                <a:gd name="T5" fmla="*/ 6 h 126"/>
                <a:gd name="T6" fmla="*/ 205 w 186"/>
                <a:gd name="T7" fmla="*/ 18 h 126"/>
                <a:gd name="T8" fmla="*/ 19 w 186"/>
                <a:gd name="T9" fmla="*/ 141 h 126"/>
                <a:gd name="T10" fmla="*/ 4 w 186"/>
                <a:gd name="T11" fmla="*/ 134 h 126"/>
                <a:gd name="T12" fmla="*/ 4 w 186"/>
                <a:gd name="T13" fmla="*/ 134 h 126"/>
                <a:gd name="T14" fmla="*/ 4 w 186"/>
                <a:gd name="T15" fmla="*/ 113 h 126"/>
                <a:gd name="T16" fmla="*/ 195 w 186"/>
                <a:gd name="T17" fmla="*/ 3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26">
                  <a:moveTo>
                    <a:pt x="171" y="3"/>
                  </a:moveTo>
                  <a:cubicBezTo>
                    <a:pt x="176" y="0"/>
                    <a:pt x="181" y="1"/>
                    <a:pt x="184" y="6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6" y="10"/>
                    <a:pt x="185" y="15"/>
                    <a:pt x="181" y="18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5" y="126"/>
                    <a:pt x="8" y="122"/>
                    <a:pt x="4" y="116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0" y="109"/>
                    <a:pt x="0" y="102"/>
                    <a:pt x="4" y="99"/>
                  </a:cubicBezTo>
                  <a:lnTo>
                    <a:pt x="171" y="3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3" name="Freeform 1196">
              <a:extLst>
                <a:ext uri="{FF2B5EF4-FFF2-40B4-BE49-F238E27FC236}">
                  <a16:creationId xmlns:a16="http://schemas.microsoft.com/office/drawing/2014/main" id="{996C3423-20DC-4FFB-A539-1ABCEAEBF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264"/>
              <a:ext cx="161" cy="106"/>
            </a:xfrm>
            <a:custGeom>
              <a:avLst/>
              <a:gdLst>
                <a:gd name="T0" fmla="*/ 0 w 157"/>
                <a:gd name="T1" fmla="*/ 116 h 104"/>
                <a:gd name="T2" fmla="*/ 182 w 157"/>
                <a:gd name="T3" fmla="*/ 0 h 104"/>
                <a:gd name="T4" fmla="*/ 0 w 157"/>
                <a:gd name="T5" fmla="*/ 116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04">
                  <a:moveTo>
                    <a:pt x="0" y="104"/>
                  </a:moveTo>
                  <a:cubicBezTo>
                    <a:pt x="157" y="0"/>
                    <a:pt x="157" y="0"/>
                    <a:pt x="157" y="0"/>
                  </a:cubicBezTo>
                  <a:cubicBezTo>
                    <a:pt x="157" y="0"/>
                    <a:pt x="34" y="63"/>
                    <a:pt x="0" y="104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4" name="Freeform 1197">
              <a:extLst>
                <a:ext uri="{FF2B5EF4-FFF2-40B4-BE49-F238E27FC236}">
                  <a16:creationId xmlns:a16="http://schemas.microsoft.com/office/drawing/2014/main" id="{CC43C57D-27F9-4275-8506-13F76766D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353"/>
              <a:ext cx="20" cy="20"/>
            </a:xfrm>
            <a:custGeom>
              <a:avLst/>
              <a:gdLst>
                <a:gd name="T0" fmla="*/ 12 w 20"/>
                <a:gd name="T1" fmla="*/ 20 h 20"/>
                <a:gd name="T2" fmla="*/ 0 w 20"/>
                <a:gd name="T3" fmla="*/ 1 h 20"/>
                <a:gd name="T4" fmla="*/ 14 w 20"/>
                <a:gd name="T5" fmla="*/ 6 h 20"/>
                <a:gd name="T6" fmla="*/ 13 w 20"/>
                <a:gd name="T7" fmla="*/ 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0">
                  <a:moveTo>
                    <a:pt x="12" y="20"/>
                  </a:moveTo>
                  <a:cubicBezTo>
                    <a:pt x="20" y="13"/>
                    <a:pt x="5" y="3"/>
                    <a:pt x="0" y="1"/>
                  </a:cubicBezTo>
                  <a:cubicBezTo>
                    <a:pt x="6" y="0"/>
                    <a:pt x="11" y="0"/>
                    <a:pt x="14" y="6"/>
                  </a:cubicBezTo>
                  <a:cubicBezTo>
                    <a:pt x="17" y="11"/>
                    <a:pt x="17" y="17"/>
                    <a:pt x="13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5" name="Freeform 1198">
              <a:extLst>
                <a:ext uri="{FF2B5EF4-FFF2-40B4-BE49-F238E27FC236}">
                  <a16:creationId xmlns:a16="http://schemas.microsoft.com/office/drawing/2014/main" id="{4D914BB3-5358-4844-8A06-CB09CA081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251"/>
              <a:ext cx="162" cy="97"/>
            </a:xfrm>
            <a:custGeom>
              <a:avLst/>
              <a:gdLst>
                <a:gd name="T0" fmla="*/ 0 w 159"/>
                <a:gd name="T1" fmla="*/ 112 h 94"/>
                <a:gd name="T2" fmla="*/ 177 w 159"/>
                <a:gd name="T3" fmla="*/ 0 h 94"/>
                <a:gd name="T4" fmla="*/ 0 w 159"/>
                <a:gd name="T5" fmla="*/ 112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94">
                  <a:moveTo>
                    <a:pt x="0" y="94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59" y="0"/>
                    <a:pt x="9" y="93"/>
                    <a:pt x="0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6" name="Freeform 1199">
              <a:extLst>
                <a:ext uri="{FF2B5EF4-FFF2-40B4-BE49-F238E27FC236}">
                  <a16:creationId xmlns:a16="http://schemas.microsoft.com/office/drawing/2014/main" id="{17FCD45B-39E8-4B16-A465-1D5DC8F75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3249"/>
              <a:ext cx="190" cy="128"/>
            </a:xfrm>
            <a:custGeom>
              <a:avLst/>
              <a:gdLst>
                <a:gd name="T0" fmla="*/ 195 w 186"/>
                <a:gd name="T1" fmla="*/ 2 h 125"/>
                <a:gd name="T2" fmla="*/ 207 w 186"/>
                <a:gd name="T3" fmla="*/ 5 h 125"/>
                <a:gd name="T4" fmla="*/ 207 w 186"/>
                <a:gd name="T5" fmla="*/ 5 h 125"/>
                <a:gd name="T6" fmla="*/ 205 w 186"/>
                <a:gd name="T7" fmla="*/ 17 h 125"/>
                <a:gd name="T8" fmla="*/ 19 w 186"/>
                <a:gd name="T9" fmla="*/ 141 h 125"/>
                <a:gd name="T10" fmla="*/ 4 w 186"/>
                <a:gd name="T11" fmla="*/ 133 h 125"/>
                <a:gd name="T12" fmla="*/ 4 w 186"/>
                <a:gd name="T13" fmla="*/ 133 h 125"/>
                <a:gd name="T14" fmla="*/ 4 w 186"/>
                <a:gd name="T15" fmla="*/ 114 h 125"/>
                <a:gd name="T16" fmla="*/ 195 w 186"/>
                <a:gd name="T17" fmla="*/ 2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25">
                  <a:moveTo>
                    <a:pt x="171" y="2"/>
                  </a:moveTo>
                  <a:cubicBezTo>
                    <a:pt x="176" y="0"/>
                    <a:pt x="181" y="1"/>
                    <a:pt x="183" y="5"/>
                  </a:cubicBezTo>
                  <a:cubicBezTo>
                    <a:pt x="183" y="5"/>
                    <a:pt x="183" y="5"/>
                    <a:pt x="183" y="5"/>
                  </a:cubicBezTo>
                  <a:cubicBezTo>
                    <a:pt x="186" y="9"/>
                    <a:pt x="185" y="14"/>
                    <a:pt x="181" y="17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5" y="125"/>
                    <a:pt x="8" y="122"/>
                    <a:pt x="4" y="115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0" y="109"/>
                    <a:pt x="0" y="101"/>
                    <a:pt x="4" y="99"/>
                  </a:cubicBezTo>
                  <a:lnTo>
                    <a:pt x="171" y="2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7" name="Freeform 1200">
              <a:extLst>
                <a:ext uri="{FF2B5EF4-FFF2-40B4-BE49-F238E27FC236}">
                  <a16:creationId xmlns:a16="http://schemas.microsoft.com/office/drawing/2014/main" id="{67023926-4577-45E6-B6F3-8FAD08B6F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3409"/>
              <a:ext cx="173" cy="152"/>
            </a:xfrm>
            <a:custGeom>
              <a:avLst/>
              <a:gdLst>
                <a:gd name="T0" fmla="*/ 178 w 169"/>
                <a:gd name="T1" fmla="*/ 3 h 149"/>
                <a:gd name="T2" fmla="*/ 190 w 169"/>
                <a:gd name="T3" fmla="*/ 4 h 149"/>
                <a:gd name="T4" fmla="*/ 190 w 169"/>
                <a:gd name="T5" fmla="*/ 4 h 149"/>
                <a:gd name="T6" fmla="*/ 189 w 169"/>
                <a:gd name="T7" fmla="*/ 17 h 149"/>
                <a:gd name="T8" fmla="*/ 28 w 169"/>
                <a:gd name="T9" fmla="*/ 164 h 149"/>
                <a:gd name="T10" fmla="*/ 6 w 169"/>
                <a:gd name="T11" fmla="*/ 159 h 149"/>
                <a:gd name="T12" fmla="*/ 6 w 169"/>
                <a:gd name="T13" fmla="*/ 159 h 149"/>
                <a:gd name="T14" fmla="*/ 4 w 169"/>
                <a:gd name="T15" fmla="*/ 143 h 149"/>
                <a:gd name="T16" fmla="*/ 178 w 169"/>
                <a:gd name="T17" fmla="*/ 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9" h="149">
                  <a:moveTo>
                    <a:pt x="154" y="3"/>
                  </a:moveTo>
                  <a:cubicBezTo>
                    <a:pt x="158" y="0"/>
                    <a:pt x="163" y="0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9" y="8"/>
                    <a:pt x="169" y="13"/>
                    <a:pt x="165" y="17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19" y="149"/>
                    <a:pt x="11" y="147"/>
                    <a:pt x="6" y="141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1" y="135"/>
                    <a:pt x="0" y="128"/>
                    <a:pt x="4" y="125"/>
                  </a:cubicBezTo>
                  <a:lnTo>
                    <a:pt x="154" y="3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8" name="Freeform 1201">
              <a:extLst>
                <a:ext uri="{FF2B5EF4-FFF2-40B4-BE49-F238E27FC236}">
                  <a16:creationId xmlns:a16="http://schemas.microsoft.com/office/drawing/2014/main" id="{4D77E23E-DD12-40E3-B342-DCC5F040E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424"/>
              <a:ext cx="142" cy="129"/>
            </a:xfrm>
            <a:custGeom>
              <a:avLst/>
              <a:gdLst>
                <a:gd name="T0" fmla="*/ 0 w 139"/>
                <a:gd name="T1" fmla="*/ 144 h 126"/>
                <a:gd name="T2" fmla="*/ 157 w 139"/>
                <a:gd name="T3" fmla="*/ 0 h 126"/>
                <a:gd name="T4" fmla="*/ 0 w 139"/>
                <a:gd name="T5" fmla="*/ 144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126">
                  <a:moveTo>
                    <a:pt x="0" y="126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39" y="0"/>
                    <a:pt x="26" y="80"/>
                    <a:pt x="0" y="126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9" name="Freeform 1202">
              <a:extLst>
                <a:ext uri="{FF2B5EF4-FFF2-40B4-BE49-F238E27FC236}">
                  <a16:creationId xmlns:a16="http://schemas.microsoft.com/office/drawing/2014/main" id="{0DD9D72B-7289-44AD-872B-52B07116E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3538"/>
              <a:ext cx="23" cy="20"/>
            </a:xfrm>
            <a:custGeom>
              <a:avLst/>
              <a:gdLst>
                <a:gd name="T0" fmla="*/ 21 w 22"/>
                <a:gd name="T1" fmla="*/ 20 h 20"/>
                <a:gd name="T2" fmla="*/ 0 w 22"/>
                <a:gd name="T3" fmla="*/ 3 h 20"/>
                <a:gd name="T4" fmla="*/ 21 w 22"/>
                <a:gd name="T5" fmla="*/ 6 h 20"/>
                <a:gd name="T6" fmla="*/ 22 w 22"/>
                <a:gd name="T7" fmla="*/ 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15" y="20"/>
                  </a:moveTo>
                  <a:cubicBezTo>
                    <a:pt x="22" y="11"/>
                    <a:pt x="6" y="4"/>
                    <a:pt x="0" y="3"/>
                  </a:cubicBezTo>
                  <a:cubicBezTo>
                    <a:pt x="6" y="0"/>
                    <a:pt x="11" y="0"/>
                    <a:pt x="15" y="6"/>
                  </a:cubicBezTo>
                  <a:cubicBezTo>
                    <a:pt x="18" y="10"/>
                    <a:pt x="20" y="16"/>
                    <a:pt x="16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0" name="Freeform 1203">
              <a:extLst>
                <a:ext uri="{FF2B5EF4-FFF2-40B4-BE49-F238E27FC236}">
                  <a16:creationId xmlns:a16="http://schemas.microsoft.com/office/drawing/2014/main" id="{0A706407-AB5F-4B3A-BD3D-20497179D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3412"/>
              <a:ext cx="146" cy="121"/>
            </a:xfrm>
            <a:custGeom>
              <a:avLst/>
              <a:gdLst>
                <a:gd name="T0" fmla="*/ 0 w 143"/>
                <a:gd name="T1" fmla="*/ 136 h 118"/>
                <a:gd name="T2" fmla="*/ 161 w 143"/>
                <a:gd name="T3" fmla="*/ 0 h 118"/>
                <a:gd name="T4" fmla="*/ 0 w 143"/>
                <a:gd name="T5" fmla="*/ 136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18">
                  <a:moveTo>
                    <a:pt x="0" y="118"/>
                  </a:moveTo>
                  <a:cubicBezTo>
                    <a:pt x="143" y="0"/>
                    <a:pt x="143" y="0"/>
                    <a:pt x="143" y="0"/>
                  </a:cubicBezTo>
                  <a:cubicBezTo>
                    <a:pt x="143" y="0"/>
                    <a:pt x="9" y="116"/>
                    <a:pt x="0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1" name="Freeform 1204">
              <a:extLst>
                <a:ext uri="{FF2B5EF4-FFF2-40B4-BE49-F238E27FC236}">
                  <a16:creationId xmlns:a16="http://schemas.microsoft.com/office/drawing/2014/main" id="{AC8679E2-B6DE-4900-968C-1D2CC318B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3409"/>
              <a:ext cx="173" cy="153"/>
            </a:xfrm>
            <a:custGeom>
              <a:avLst/>
              <a:gdLst>
                <a:gd name="T0" fmla="*/ 178 w 169"/>
                <a:gd name="T1" fmla="*/ 4 h 150"/>
                <a:gd name="T2" fmla="*/ 190 w 169"/>
                <a:gd name="T3" fmla="*/ 5 h 150"/>
                <a:gd name="T4" fmla="*/ 190 w 169"/>
                <a:gd name="T5" fmla="*/ 5 h 150"/>
                <a:gd name="T6" fmla="*/ 189 w 169"/>
                <a:gd name="T7" fmla="*/ 17 h 150"/>
                <a:gd name="T8" fmla="*/ 28 w 169"/>
                <a:gd name="T9" fmla="*/ 164 h 150"/>
                <a:gd name="T10" fmla="*/ 6 w 169"/>
                <a:gd name="T11" fmla="*/ 159 h 150"/>
                <a:gd name="T12" fmla="*/ 6 w 169"/>
                <a:gd name="T13" fmla="*/ 159 h 150"/>
                <a:gd name="T14" fmla="*/ 4 w 169"/>
                <a:gd name="T15" fmla="*/ 143 h 150"/>
                <a:gd name="T16" fmla="*/ 178 w 169"/>
                <a:gd name="T17" fmla="*/ 4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9" h="150">
                  <a:moveTo>
                    <a:pt x="154" y="4"/>
                  </a:moveTo>
                  <a:cubicBezTo>
                    <a:pt x="158" y="0"/>
                    <a:pt x="163" y="1"/>
                    <a:pt x="166" y="5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9" y="8"/>
                    <a:pt x="169" y="14"/>
                    <a:pt x="165" y="17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19" y="150"/>
                    <a:pt x="11" y="147"/>
                    <a:pt x="6" y="141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1" y="136"/>
                    <a:pt x="0" y="128"/>
                    <a:pt x="4" y="125"/>
                  </a:cubicBezTo>
                  <a:lnTo>
                    <a:pt x="154" y="4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2" name="Freeform 1205">
              <a:extLst>
                <a:ext uri="{FF2B5EF4-FFF2-40B4-BE49-F238E27FC236}">
                  <a16:creationId xmlns:a16="http://schemas.microsoft.com/office/drawing/2014/main" id="{CD76F152-DE88-4291-8031-69FB6DE7E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3574"/>
              <a:ext cx="96" cy="204"/>
            </a:xfrm>
            <a:custGeom>
              <a:avLst/>
              <a:gdLst>
                <a:gd name="T0" fmla="*/ 88 w 94"/>
                <a:gd name="T1" fmla="*/ 7 h 200"/>
                <a:gd name="T2" fmla="*/ 100 w 94"/>
                <a:gd name="T3" fmla="*/ 1 h 200"/>
                <a:gd name="T4" fmla="*/ 100 w 94"/>
                <a:gd name="T5" fmla="*/ 1 h 200"/>
                <a:gd name="T6" fmla="*/ 105 w 94"/>
                <a:gd name="T7" fmla="*/ 13 h 200"/>
                <a:gd name="T8" fmla="*/ 34 w 94"/>
                <a:gd name="T9" fmla="*/ 219 h 200"/>
                <a:gd name="T10" fmla="*/ 11 w 94"/>
                <a:gd name="T11" fmla="*/ 222 h 200"/>
                <a:gd name="T12" fmla="*/ 11 w 94"/>
                <a:gd name="T13" fmla="*/ 222 h 200"/>
                <a:gd name="T14" fmla="*/ 1 w 94"/>
                <a:gd name="T15" fmla="*/ 208 h 200"/>
                <a:gd name="T16" fmla="*/ 88 w 94"/>
                <a:gd name="T17" fmla="*/ 7 h 2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200">
                  <a:moveTo>
                    <a:pt x="76" y="7"/>
                  </a:moveTo>
                  <a:cubicBezTo>
                    <a:pt x="78" y="2"/>
                    <a:pt x="83" y="0"/>
                    <a:pt x="88" y="1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92" y="3"/>
                    <a:pt x="94" y="8"/>
                    <a:pt x="93" y="13"/>
                  </a:cubicBezTo>
                  <a:cubicBezTo>
                    <a:pt x="28" y="195"/>
                    <a:pt x="28" y="195"/>
                    <a:pt x="28" y="195"/>
                  </a:cubicBezTo>
                  <a:cubicBezTo>
                    <a:pt x="26" y="199"/>
                    <a:pt x="19" y="200"/>
                    <a:pt x="11" y="198"/>
                  </a:cubicBezTo>
                  <a:cubicBezTo>
                    <a:pt x="11" y="198"/>
                    <a:pt x="11" y="198"/>
                    <a:pt x="11" y="198"/>
                  </a:cubicBezTo>
                  <a:cubicBezTo>
                    <a:pt x="4" y="195"/>
                    <a:pt x="0" y="189"/>
                    <a:pt x="1" y="184"/>
                  </a:cubicBezTo>
                  <a:lnTo>
                    <a:pt x="76" y="7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3" name="Freeform 1206">
              <a:extLst>
                <a:ext uri="{FF2B5EF4-FFF2-40B4-BE49-F238E27FC236}">
                  <a16:creationId xmlns:a16="http://schemas.microsoft.com/office/drawing/2014/main" id="{D6C69EB9-C58A-466D-A344-594B9973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3587"/>
              <a:ext cx="63" cy="181"/>
            </a:xfrm>
            <a:custGeom>
              <a:avLst/>
              <a:gdLst>
                <a:gd name="T0" fmla="*/ 0 w 62"/>
                <a:gd name="T1" fmla="*/ 201 h 177"/>
                <a:gd name="T2" fmla="*/ 68 w 62"/>
                <a:gd name="T3" fmla="*/ 0 h 177"/>
                <a:gd name="T4" fmla="*/ 0 w 62"/>
                <a:gd name="T5" fmla="*/ 201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77">
                  <a:moveTo>
                    <a:pt x="0" y="177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62" y="0"/>
                    <a:pt x="2" y="124"/>
                    <a:pt x="0" y="177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4" name="Freeform 1207">
              <a:extLst>
                <a:ext uri="{FF2B5EF4-FFF2-40B4-BE49-F238E27FC236}">
                  <a16:creationId xmlns:a16="http://schemas.microsoft.com/office/drawing/2014/main" id="{842C99E6-C40A-475D-A18E-6087CDBB4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759"/>
              <a:ext cx="24" cy="16"/>
            </a:xfrm>
            <a:custGeom>
              <a:avLst/>
              <a:gdLst>
                <a:gd name="T0" fmla="*/ 27 w 23"/>
                <a:gd name="T1" fmla="*/ 16 h 16"/>
                <a:gd name="T2" fmla="*/ 0 w 23"/>
                <a:gd name="T3" fmla="*/ 7 h 16"/>
                <a:gd name="T4" fmla="*/ 20 w 23"/>
                <a:gd name="T5" fmla="*/ 3 h 16"/>
                <a:gd name="T6" fmla="*/ 28 w 23"/>
                <a:gd name="T7" fmla="*/ 1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6">
                  <a:moveTo>
                    <a:pt x="21" y="16"/>
                  </a:moveTo>
                  <a:cubicBezTo>
                    <a:pt x="23" y="5"/>
                    <a:pt x="5" y="6"/>
                    <a:pt x="0" y="7"/>
                  </a:cubicBezTo>
                  <a:cubicBezTo>
                    <a:pt x="4" y="2"/>
                    <a:pt x="8" y="0"/>
                    <a:pt x="14" y="3"/>
                  </a:cubicBezTo>
                  <a:cubicBezTo>
                    <a:pt x="19" y="5"/>
                    <a:pt x="23" y="10"/>
                    <a:pt x="22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5" name="Freeform 1208">
              <a:extLst>
                <a:ext uri="{FF2B5EF4-FFF2-40B4-BE49-F238E27FC236}">
                  <a16:creationId xmlns:a16="http://schemas.microsoft.com/office/drawing/2014/main" id="{8030ADC1-8754-486D-B1D8-C6DD46C48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3581"/>
              <a:ext cx="72" cy="175"/>
            </a:xfrm>
            <a:custGeom>
              <a:avLst/>
              <a:gdLst>
                <a:gd name="T0" fmla="*/ 0 w 70"/>
                <a:gd name="T1" fmla="*/ 195 h 171"/>
                <a:gd name="T2" fmla="*/ 82 w 70"/>
                <a:gd name="T3" fmla="*/ 0 h 171"/>
                <a:gd name="T4" fmla="*/ 0 w 70"/>
                <a:gd name="T5" fmla="*/ 195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71">
                  <a:moveTo>
                    <a:pt x="0" y="171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" y="165"/>
                    <a:pt x="0" y="1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6" name="Freeform 1209">
              <a:extLst>
                <a:ext uri="{FF2B5EF4-FFF2-40B4-BE49-F238E27FC236}">
                  <a16:creationId xmlns:a16="http://schemas.microsoft.com/office/drawing/2014/main" id="{D5187B98-5EFC-4B61-914B-B22E63A55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3574"/>
              <a:ext cx="97" cy="205"/>
            </a:xfrm>
            <a:custGeom>
              <a:avLst/>
              <a:gdLst>
                <a:gd name="T0" fmla="*/ 89 w 95"/>
                <a:gd name="T1" fmla="*/ 7 h 201"/>
                <a:gd name="T2" fmla="*/ 100 w 95"/>
                <a:gd name="T3" fmla="*/ 2 h 201"/>
                <a:gd name="T4" fmla="*/ 100 w 95"/>
                <a:gd name="T5" fmla="*/ 2 h 201"/>
                <a:gd name="T6" fmla="*/ 105 w 95"/>
                <a:gd name="T7" fmla="*/ 13 h 201"/>
                <a:gd name="T8" fmla="*/ 34 w 95"/>
                <a:gd name="T9" fmla="*/ 219 h 201"/>
                <a:gd name="T10" fmla="*/ 12 w 95"/>
                <a:gd name="T11" fmla="*/ 222 h 201"/>
                <a:gd name="T12" fmla="*/ 12 w 95"/>
                <a:gd name="T13" fmla="*/ 222 h 201"/>
                <a:gd name="T14" fmla="*/ 2 w 95"/>
                <a:gd name="T15" fmla="*/ 209 h 201"/>
                <a:gd name="T16" fmla="*/ 89 w 95"/>
                <a:gd name="T17" fmla="*/ 7 h 2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01">
                  <a:moveTo>
                    <a:pt x="77" y="7"/>
                  </a:moveTo>
                  <a:cubicBezTo>
                    <a:pt x="78" y="2"/>
                    <a:pt x="83" y="0"/>
                    <a:pt x="88" y="2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2" y="4"/>
                    <a:pt x="95" y="9"/>
                    <a:pt x="93" y="13"/>
                  </a:cubicBezTo>
                  <a:cubicBezTo>
                    <a:pt x="28" y="195"/>
                    <a:pt x="28" y="195"/>
                    <a:pt x="28" y="195"/>
                  </a:cubicBezTo>
                  <a:cubicBezTo>
                    <a:pt x="26" y="199"/>
                    <a:pt x="19" y="201"/>
                    <a:pt x="12" y="198"/>
                  </a:cubicBezTo>
                  <a:cubicBezTo>
                    <a:pt x="12" y="198"/>
                    <a:pt x="12" y="198"/>
                    <a:pt x="12" y="198"/>
                  </a:cubicBezTo>
                  <a:cubicBezTo>
                    <a:pt x="4" y="195"/>
                    <a:pt x="0" y="189"/>
                    <a:pt x="2" y="185"/>
                  </a:cubicBezTo>
                  <a:lnTo>
                    <a:pt x="77" y="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7" name="Freeform 1210">
              <a:extLst>
                <a:ext uri="{FF2B5EF4-FFF2-40B4-BE49-F238E27FC236}">
                  <a16:creationId xmlns:a16="http://schemas.microsoft.com/office/drawing/2014/main" id="{1D84975A-56AC-4CEE-AA3F-9297E6CE6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252"/>
              <a:ext cx="148" cy="177"/>
            </a:xfrm>
            <a:custGeom>
              <a:avLst/>
              <a:gdLst>
                <a:gd name="T0" fmla="*/ 3 w 144"/>
                <a:gd name="T1" fmla="*/ 182 h 173"/>
                <a:gd name="T2" fmla="*/ 4 w 144"/>
                <a:gd name="T3" fmla="*/ 194 h 173"/>
                <a:gd name="T4" fmla="*/ 4 w 144"/>
                <a:gd name="T5" fmla="*/ 194 h 173"/>
                <a:gd name="T6" fmla="*/ 16 w 144"/>
                <a:gd name="T7" fmla="*/ 193 h 173"/>
                <a:gd name="T8" fmla="*/ 165 w 144"/>
                <a:gd name="T9" fmla="*/ 21 h 173"/>
                <a:gd name="T10" fmla="*/ 159 w 144"/>
                <a:gd name="T11" fmla="*/ 6 h 173"/>
                <a:gd name="T12" fmla="*/ 159 w 144"/>
                <a:gd name="T13" fmla="*/ 6 h 173"/>
                <a:gd name="T14" fmla="*/ 140 w 144"/>
                <a:gd name="T15" fmla="*/ 4 h 173"/>
                <a:gd name="T16" fmla="*/ 3 w 144"/>
                <a:gd name="T17" fmla="*/ 182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73">
                  <a:moveTo>
                    <a:pt x="3" y="158"/>
                  </a:moveTo>
                  <a:cubicBezTo>
                    <a:pt x="0" y="162"/>
                    <a:pt x="0" y="167"/>
                    <a:pt x="4" y="170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8" y="173"/>
                    <a:pt x="13" y="173"/>
                    <a:pt x="16" y="169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4" y="17"/>
                    <a:pt x="141" y="10"/>
                    <a:pt x="135" y="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29" y="1"/>
                    <a:pt x="122" y="0"/>
                    <a:pt x="119" y="4"/>
                  </a:cubicBezTo>
                  <a:lnTo>
                    <a:pt x="3" y="158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8" name="Freeform 1211">
              <a:extLst>
                <a:ext uri="{FF2B5EF4-FFF2-40B4-BE49-F238E27FC236}">
                  <a16:creationId xmlns:a16="http://schemas.microsoft.com/office/drawing/2014/main" id="{94EAE5D7-0601-4C08-AE60-9DA5AF954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276"/>
              <a:ext cx="124" cy="146"/>
            </a:xfrm>
            <a:custGeom>
              <a:avLst/>
              <a:gdLst>
                <a:gd name="T0" fmla="*/ 134 w 122"/>
                <a:gd name="T1" fmla="*/ 0 h 143"/>
                <a:gd name="T2" fmla="*/ 0 w 122"/>
                <a:gd name="T3" fmla="*/ 161 h 143"/>
                <a:gd name="T4" fmla="*/ 134 w 122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43">
                  <a:moveTo>
                    <a:pt x="122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0" y="143"/>
                    <a:pt x="77" y="28"/>
                    <a:pt x="122" y="0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9" name="Freeform 1212">
              <a:extLst>
                <a:ext uri="{FF2B5EF4-FFF2-40B4-BE49-F238E27FC236}">
                  <a16:creationId xmlns:a16="http://schemas.microsoft.com/office/drawing/2014/main" id="{FEE6F6E6-4457-46DE-BB04-974DB615E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255"/>
              <a:ext cx="21" cy="22"/>
            </a:xfrm>
            <a:custGeom>
              <a:avLst/>
              <a:gdLst>
                <a:gd name="T0" fmla="*/ 26 w 20"/>
                <a:gd name="T1" fmla="*/ 20 h 21"/>
                <a:gd name="T2" fmla="*/ 3 w 20"/>
                <a:gd name="T3" fmla="*/ 0 h 21"/>
                <a:gd name="T4" fmla="*/ 6 w 20"/>
                <a:gd name="T5" fmla="*/ 21 h 21"/>
                <a:gd name="T6" fmla="*/ 26 w 20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20" y="14"/>
                  </a:moveTo>
                  <a:cubicBezTo>
                    <a:pt x="12" y="21"/>
                    <a:pt x="4" y="5"/>
                    <a:pt x="3" y="0"/>
                  </a:cubicBezTo>
                  <a:cubicBezTo>
                    <a:pt x="1" y="6"/>
                    <a:pt x="0" y="10"/>
                    <a:pt x="6" y="15"/>
                  </a:cubicBezTo>
                  <a:cubicBezTo>
                    <a:pt x="11" y="18"/>
                    <a:pt x="16" y="19"/>
                    <a:pt x="2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0" name="Freeform 1213">
              <a:extLst>
                <a:ext uri="{FF2B5EF4-FFF2-40B4-BE49-F238E27FC236}">
                  <a16:creationId xmlns:a16="http://schemas.microsoft.com/office/drawing/2014/main" id="{A5255CBD-B347-411F-88E2-09222E2DB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263"/>
              <a:ext cx="115" cy="151"/>
            </a:xfrm>
            <a:custGeom>
              <a:avLst/>
              <a:gdLst>
                <a:gd name="T0" fmla="*/ 130 w 112"/>
                <a:gd name="T1" fmla="*/ 0 h 147"/>
                <a:gd name="T2" fmla="*/ 0 w 112"/>
                <a:gd name="T3" fmla="*/ 172 h 147"/>
                <a:gd name="T4" fmla="*/ 130 w 112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47">
                  <a:moveTo>
                    <a:pt x="112" y="0"/>
                  </a:moveTo>
                  <a:cubicBezTo>
                    <a:pt x="0" y="147"/>
                    <a:pt x="0" y="147"/>
                    <a:pt x="0" y="147"/>
                  </a:cubicBezTo>
                  <a:cubicBezTo>
                    <a:pt x="0" y="147"/>
                    <a:pt x="111" y="9"/>
                    <a:pt x="1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1" name="Freeform 1214">
              <a:extLst>
                <a:ext uri="{FF2B5EF4-FFF2-40B4-BE49-F238E27FC236}">
                  <a16:creationId xmlns:a16="http://schemas.microsoft.com/office/drawing/2014/main" id="{09DA8347-6737-4548-BA56-989137963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252"/>
              <a:ext cx="148" cy="177"/>
            </a:xfrm>
            <a:custGeom>
              <a:avLst/>
              <a:gdLst>
                <a:gd name="T0" fmla="*/ 3 w 144"/>
                <a:gd name="T1" fmla="*/ 182 h 173"/>
                <a:gd name="T2" fmla="*/ 4 w 144"/>
                <a:gd name="T3" fmla="*/ 194 h 173"/>
                <a:gd name="T4" fmla="*/ 4 w 144"/>
                <a:gd name="T5" fmla="*/ 194 h 173"/>
                <a:gd name="T6" fmla="*/ 17 w 144"/>
                <a:gd name="T7" fmla="*/ 193 h 173"/>
                <a:gd name="T8" fmla="*/ 165 w 144"/>
                <a:gd name="T9" fmla="*/ 21 h 173"/>
                <a:gd name="T10" fmla="*/ 160 w 144"/>
                <a:gd name="T11" fmla="*/ 6 h 173"/>
                <a:gd name="T12" fmla="*/ 160 w 144"/>
                <a:gd name="T13" fmla="*/ 6 h 173"/>
                <a:gd name="T14" fmla="*/ 140 w 144"/>
                <a:gd name="T15" fmla="*/ 4 h 173"/>
                <a:gd name="T16" fmla="*/ 3 w 144"/>
                <a:gd name="T17" fmla="*/ 182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73">
                  <a:moveTo>
                    <a:pt x="3" y="158"/>
                  </a:moveTo>
                  <a:cubicBezTo>
                    <a:pt x="0" y="162"/>
                    <a:pt x="1" y="167"/>
                    <a:pt x="4" y="170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8" y="173"/>
                    <a:pt x="14" y="173"/>
                    <a:pt x="17" y="169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4" y="17"/>
                    <a:pt x="142" y="10"/>
                    <a:pt x="136" y="6"/>
                  </a:cubicBezTo>
                  <a:cubicBezTo>
                    <a:pt x="136" y="6"/>
                    <a:pt x="136" y="6"/>
                    <a:pt x="136" y="6"/>
                  </a:cubicBezTo>
                  <a:cubicBezTo>
                    <a:pt x="130" y="1"/>
                    <a:pt x="122" y="0"/>
                    <a:pt x="119" y="4"/>
                  </a:cubicBezTo>
                  <a:lnTo>
                    <a:pt x="3" y="158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2" name="Freeform 1215">
              <a:extLst>
                <a:ext uri="{FF2B5EF4-FFF2-40B4-BE49-F238E27FC236}">
                  <a16:creationId xmlns:a16="http://schemas.microsoft.com/office/drawing/2014/main" id="{9F3E82AE-9195-4E61-BC7B-1A1EC14DE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104"/>
              <a:ext cx="70" cy="213"/>
            </a:xfrm>
            <a:custGeom>
              <a:avLst/>
              <a:gdLst>
                <a:gd name="T0" fmla="*/ 1 w 68"/>
                <a:gd name="T1" fmla="*/ 226 h 208"/>
                <a:gd name="T2" fmla="*/ 8 w 68"/>
                <a:gd name="T3" fmla="*/ 238 h 208"/>
                <a:gd name="T4" fmla="*/ 8 w 68"/>
                <a:gd name="T5" fmla="*/ 238 h 208"/>
                <a:gd name="T6" fmla="*/ 25 w 68"/>
                <a:gd name="T7" fmla="*/ 230 h 208"/>
                <a:gd name="T8" fmla="*/ 79 w 68"/>
                <a:gd name="T9" fmla="*/ 13 h 208"/>
                <a:gd name="T10" fmla="*/ 67 w 68"/>
                <a:gd name="T11" fmla="*/ 2 h 208"/>
                <a:gd name="T12" fmla="*/ 67 w 68"/>
                <a:gd name="T13" fmla="*/ 2 h 208"/>
                <a:gd name="T14" fmla="*/ 46 w 68"/>
                <a:gd name="T15" fmla="*/ 7 h 208"/>
                <a:gd name="T16" fmla="*/ 1 w 68"/>
                <a:gd name="T17" fmla="*/ 226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08">
                  <a:moveTo>
                    <a:pt x="1" y="196"/>
                  </a:moveTo>
                  <a:cubicBezTo>
                    <a:pt x="0" y="201"/>
                    <a:pt x="3" y="206"/>
                    <a:pt x="8" y="207"/>
                  </a:cubicBezTo>
                  <a:cubicBezTo>
                    <a:pt x="8" y="207"/>
                    <a:pt x="8" y="207"/>
                    <a:pt x="8" y="207"/>
                  </a:cubicBezTo>
                  <a:cubicBezTo>
                    <a:pt x="13" y="208"/>
                    <a:pt x="17" y="205"/>
                    <a:pt x="19" y="200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8" y="9"/>
                    <a:pt x="63" y="3"/>
                    <a:pt x="55" y="2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48" y="0"/>
                    <a:pt x="41" y="2"/>
                    <a:pt x="40" y="7"/>
                  </a:cubicBezTo>
                  <a:lnTo>
                    <a:pt x="1" y="196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3" name="Freeform 1216">
              <a:extLst>
                <a:ext uri="{FF2B5EF4-FFF2-40B4-BE49-F238E27FC236}">
                  <a16:creationId xmlns:a16="http://schemas.microsoft.com/office/drawing/2014/main" id="{F2424E5C-29AE-46A7-82C9-710A6B360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121"/>
              <a:ext cx="48" cy="186"/>
            </a:xfrm>
            <a:custGeom>
              <a:avLst/>
              <a:gdLst>
                <a:gd name="T0" fmla="*/ 53 w 47"/>
                <a:gd name="T1" fmla="*/ 0 h 182"/>
                <a:gd name="T2" fmla="*/ 0 w 47"/>
                <a:gd name="T3" fmla="*/ 206 h 182"/>
                <a:gd name="T4" fmla="*/ 53 w 47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82">
                  <a:moveTo>
                    <a:pt x="47" y="0"/>
                  </a:moveTo>
                  <a:cubicBezTo>
                    <a:pt x="0" y="182"/>
                    <a:pt x="0" y="182"/>
                    <a:pt x="0" y="182"/>
                  </a:cubicBezTo>
                  <a:cubicBezTo>
                    <a:pt x="0" y="182"/>
                    <a:pt x="19" y="45"/>
                    <a:pt x="47" y="0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4" name="Freeform 1217">
              <a:extLst>
                <a:ext uri="{FF2B5EF4-FFF2-40B4-BE49-F238E27FC236}">
                  <a16:creationId xmlns:a16="http://schemas.microsoft.com/office/drawing/2014/main" id="{CF8B1EC7-29B3-4834-BD3A-90550E8AF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108"/>
              <a:ext cx="23" cy="16"/>
            </a:xfrm>
            <a:custGeom>
              <a:avLst/>
              <a:gdLst>
                <a:gd name="T0" fmla="*/ 28 w 22"/>
                <a:gd name="T1" fmla="*/ 5 h 16"/>
                <a:gd name="T2" fmla="*/ 0 w 22"/>
                <a:gd name="T3" fmla="*/ 0 h 16"/>
                <a:gd name="T4" fmla="*/ 9 w 22"/>
                <a:gd name="T5" fmla="*/ 12 h 16"/>
                <a:gd name="T6" fmla="*/ 28 w 22"/>
                <a:gd name="T7" fmla="*/ 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2" y="5"/>
                  </a:moveTo>
                  <a:cubicBezTo>
                    <a:pt x="18" y="16"/>
                    <a:pt x="4" y="5"/>
                    <a:pt x="0" y="0"/>
                  </a:cubicBezTo>
                  <a:cubicBezTo>
                    <a:pt x="0" y="7"/>
                    <a:pt x="2" y="11"/>
                    <a:pt x="9" y="12"/>
                  </a:cubicBezTo>
                  <a:cubicBezTo>
                    <a:pt x="15" y="13"/>
                    <a:pt x="20" y="12"/>
                    <a:pt x="2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5" name="Freeform 1218">
              <a:extLst>
                <a:ext uri="{FF2B5EF4-FFF2-40B4-BE49-F238E27FC236}">
                  <a16:creationId xmlns:a16="http://schemas.microsoft.com/office/drawing/2014/main" id="{9045BBD4-1BD7-44CB-B521-9C02A0C07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119"/>
              <a:ext cx="41" cy="185"/>
            </a:xfrm>
            <a:custGeom>
              <a:avLst/>
              <a:gdLst>
                <a:gd name="T0" fmla="*/ 39 w 41"/>
                <a:gd name="T1" fmla="*/ 0 h 181"/>
                <a:gd name="T2" fmla="*/ 0 w 41"/>
                <a:gd name="T3" fmla="*/ 205 h 181"/>
                <a:gd name="T4" fmla="*/ 39 w 41"/>
                <a:gd name="T5" fmla="*/ 0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1">
                  <a:moveTo>
                    <a:pt x="39" y="0"/>
                  </a:moveTo>
                  <a:cubicBezTo>
                    <a:pt x="0" y="181"/>
                    <a:pt x="0" y="181"/>
                    <a:pt x="0" y="181"/>
                  </a:cubicBezTo>
                  <a:cubicBezTo>
                    <a:pt x="0" y="181"/>
                    <a:pt x="41" y="9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6" name="Freeform 1219">
              <a:extLst>
                <a:ext uri="{FF2B5EF4-FFF2-40B4-BE49-F238E27FC236}">
                  <a16:creationId xmlns:a16="http://schemas.microsoft.com/office/drawing/2014/main" id="{791452F5-BE12-465A-9AC6-C65427474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104"/>
              <a:ext cx="68" cy="213"/>
            </a:xfrm>
            <a:custGeom>
              <a:avLst/>
              <a:gdLst>
                <a:gd name="T0" fmla="*/ 1 w 67"/>
                <a:gd name="T1" fmla="*/ 226 h 208"/>
                <a:gd name="T2" fmla="*/ 7 w 67"/>
                <a:gd name="T3" fmla="*/ 238 h 208"/>
                <a:gd name="T4" fmla="*/ 7 w 67"/>
                <a:gd name="T5" fmla="*/ 238 h 208"/>
                <a:gd name="T6" fmla="*/ 18 w 67"/>
                <a:gd name="T7" fmla="*/ 230 h 208"/>
                <a:gd name="T8" fmla="*/ 72 w 67"/>
                <a:gd name="T9" fmla="*/ 13 h 208"/>
                <a:gd name="T10" fmla="*/ 61 w 67"/>
                <a:gd name="T11" fmla="*/ 1 h 208"/>
                <a:gd name="T12" fmla="*/ 61 w 67"/>
                <a:gd name="T13" fmla="*/ 1 h 208"/>
                <a:gd name="T14" fmla="*/ 45 w 67"/>
                <a:gd name="T15" fmla="*/ 7 h 208"/>
                <a:gd name="T16" fmla="*/ 1 w 67"/>
                <a:gd name="T17" fmla="*/ 226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08">
                  <a:moveTo>
                    <a:pt x="1" y="196"/>
                  </a:moveTo>
                  <a:cubicBezTo>
                    <a:pt x="0" y="201"/>
                    <a:pt x="3" y="206"/>
                    <a:pt x="7" y="207"/>
                  </a:cubicBezTo>
                  <a:cubicBezTo>
                    <a:pt x="7" y="207"/>
                    <a:pt x="7" y="207"/>
                    <a:pt x="7" y="207"/>
                  </a:cubicBezTo>
                  <a:cubicBezTo>
                    <a:pt x="12" y="208"/>
                    <a:pt x="17" y="205"/>
                    <a:pt x="18" y="200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7" y="9"/>
                    <a:pt x="62" y="3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47" y="0"/>
                    <a:pt x="40" y="2"/>
                    <a:pt x="39" y="7"/>
                  </a:cubicBezTo>
                  <a:lnTo>
                    <a:pt x="1" y="196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7" name="Freeform 1220">
              <a:extLst>
                <a:ext uri="{FF2B5EF4-FFF2-40B4-BE49-F238E27FC236}">
                  <a16:creationId xmlns:a16="http://schemas.microsoft.com/office/drawing/2014/main" id="{F9619F75-085C-4F94-850D-EA9B139E6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439"/>
              <a:ext cx="178" cy="148"/>
            </a:xfrm>
            <a:custGeom>
              <a:avLst/>
              <a:gdLst>
                <a:gd name="T0" fmla="*/ 4 w 174"/>
                <a:gd name="T1" fmla="*/ 151 h 144"/>
                <a:gd name="T2" fmla="*/ 3 w 174"/>
                <a:gd name="T3" fmla="*/ 163 h 144"/>
                <a:gd name="T4" fmla="*/ 3 w 174"/>
                <a:gd name="T5" fmla="*/ 163 h 144"/>
                <a:gd name="T6" fmla="*/ 15 w 174"/>
                <a:gd name="T7" fmla="*/ 165 h 144"/>
                <a:gd name="T8" fmla="*/ 194 w 174"/>
                <a:gd name="T9" fmla="*/ 31 h 144"/>
                <a:gd name="T10" fmla="*/ 192 w 174"/>
                <a:gd name="T11" fmla="*/ 9 h 144"/>
                <a:gd name="T12" fmla="*/ 192 w 174"/>
                <a:gd name="T13" fmla="*/ 9 h 144"/>
                <a:gd name="T14" fmla="*/ 177 w 174"/>
                <a:gd name="T15" fmla="*/ 3 h 144"/>
                <a:gd name="T16" fmla="*/ 4 w 174"/>
                <a:gd name="T17" fmla="*/ 151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44">
                  <a:moveTo>
                    <a:pt x="4" y="127"/>
                  </a:moveTo>
                  <a:cubicBezTo>
                    <a:pt x="1" y="130"/>
                    <a:pt x="0" y="135"/>
                    <a:pt x="3" y="139"/>
                  </a:cubicBezTo>
                  <a:cubicBezTo>
                    <a:pt x="3" y="139"/>
                    <a:pt x="3" y="139"/>
                    <a:pt x="3" y="139"/>
                  </a:cubicBezTo>
                  <a:cubicBezTo>
                    <a:pt x="6" y="143"/>
                    <a:pt x="11" y="144"/>
                    <a:pt x="15" y="141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74" y="22"/>
                    <a:pt x="173" y="15"/>
                    <a:pt x="168" y="9"/>
                  </a:cubicBezTo>
                  <a:cubicBezTo>
                    <a:pt x="168" y="9"/>
                    <a:pt x="168" y="9"/>
                    <a:pt x="168" y="9"/>
                  </a:cubicBezTo>
                  <a:cubicBezTo>
                    <a:pt x="163" y="3"/>
                    <a:pt x="156" y="0"/>
                    <a:pt x="153" y="3"/>
                  </a:cubicBezTo>
                  <a:lnTo>
                    <a:pt x="4" y="127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8" name="Freeform 1221">
              <a:extLst>
                <a:ext uri="{FF2B5EF4-FFF2-40B4-BE49-F238E27FC236}">
                  <a16:creationId xmlns:a16="http://schemas.microsoft.com/office/drawing/2014/main" id="{E80508E9-6C18-4675-9EA2-5913471F6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466"/>
              <a:ext cx="155" cy="113"/>
            </a:xfrm>
            <a:custGeom>
              <a:avLst/>
              <a:gdLst>
                <a:gd name="T0" fmla="*/ 176 w 151"/>
                <a:gd name="T1" fmla="*/ 0 h 111"/>
                <a:gd name="T2" fmla="*/ 0 w 151"/>
                <a:gd name="T3" fmla="*/ 123 h 111"/>
                <a:gd name="T4" fmla="*/ 176 w 151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111">
                  <a:moveTo>
                    <a:pt x="151" y="0"/>
                  </a:move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101" y="17"/>
                    <a:pt x="151" y="0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9" name="Freeform 1222">
              <a:extLst>
                <a:ext uri="{FF2B5EF4-FFF2-40B4-BE49-F238E27FC236}">
                  <a16:creationId xmlns:a16="http://schemas.microsoft.com/office/drawing/2014/main" id="{8CD82294-5E3F-457C-816E-05D27ACDA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442"/>
              <a:ext cx="20" cy="24"/>
            </a:xfrm>
            <a:custGeom>
              <a:avLst/>
              <a:gdLst>
                <a:gd name="T0" fmla="*/ 25 w 19"/>
                <a:gd name="T1" fmla="*/ 24 h 23"/>
                <a:gd name="T2" fmla="*/ 5 w 19"/>
                <a:gd name="T3" fmla="*/ 0 h 23"/>
                <a:gd name="T4" fmla="*/ 5 w 19"/>
                <a:gd name="T5" fmla="*/ 22 h 23"/>
                <a:gd name="T6" fmla="*/ 24 w 19"/>
                <a:gd name="T7" fmla="*/ 2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19" y="18"/>
                  </a:moveTo>
                  <a:cubicBezTo>
                    <a:pt x="9" y="23"/>
                    <a:pt x="5" y="6"/>
                    <a:pt x="5" y="0"/>
                  </a:cubicBezTo>
                  <a:cubicBezTo>
                    <a:pt x="1" y="6"/>
                    <a:pt x="0" y="10"/>
                    <a:pt x="5" y="16"/>
                  </a:cubicBezTo>
                  <a:cubicBezTo>
                    <a:pt x="8" y="19"/>
                    <a:pt x="14" y="22"/>
                    <a:pt x="18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0" name="Freeform 1223">
              <a:extLst>
                <a:ext uri="{FF2B5EF4-FFF2-40B4-BE49-F238E27FC236}">
                  <a16:creationId xmlns:a16="http://schemas.microsoft.com/office/drawing/2014/main" id="{61337DE1-EB62-473E-8BAE-F7BFCF4C8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449"/>
              <a:ext cx="147" cy="120"/>
            </a:xfrm>
            <a:custGeom>
              <a:avLst/>
              <a:gdLst>
                <a:gd name="T0" fmla="*/ 162 w 144"/>
                <a:gd name="T1" fmla="*/ 0 h 118"/>
                <a:gd name="T2" fmla="*/ 0 w 144"/>
                <a:gd name="T3" fmla="*/ 130 h 118"/>
                <a:gd name="T4" fmla="*/ 162 w 144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18">
                  <a:moveTo>
                    <a:pt x="144" y="0"/>
                  </a:moveTo>
                  <a:cubicBezTo>
                    <a:pt x="0" y="118"/>
                    <a:pt x="0" y="118"/>
                    <a:pt x="0" y="118"/>
                  </a:cubicBezTo>
                  <a:cubicBezTo>
                    <a:pt x="0" y="118"/>
                    <a:pt x="140" y="9"/>
                    <a:pt x="1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1" name="Freeform 1224">
              <a:extLst>
                <a:ext uri="{FF2B5EF4-FFF2-40B4-BE49-F238E27FC236}">
                  <a16:creationId xmlns:a16="http://schemas.microsoft.com/office/drawing/2014/main" id="{DD602EA8-6E00-448C-8B65-AB60AD49E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439"/>
              <a:ext cx="178" cy="148"/>
            </a:xfrm>
            <a:custGeom>
              <a:avLst/>
              <a:gdLst>
                <a:gd name="T0" fmla="*/ 5 w 174"/>
                <a:gd name="T1" fmla="*/ 151 h 144"/>
                <a:gd name="T2" fmla="*/ 3 w 174"/>
                <a:gd name="T3" fmla="*/ 163 h 144"/>
                <a:gd name="T4" fmla="*/ 3 w 174"/>
                <a:gd name="T5" fmla="*/ 163 h 144"/>
                <a:gd name="T6" fmla="*/ 16 w 174"/>
                <a:gd name="T7" fmla="*/ 165 h 144"/>
                <a:gd name="T8" fmla="*/ 194 w 174"/>
                <a:gd name="T9" fmla="*/ 31 h 144"/>
                <a:gd name="T10" fmla="*/ 193 w 174"/>
                <a:gd name="T11" fmla="*/ 9 h 144"/>
                <a:gd name="T12" fmla="*/ 193 w 174"/>
                <a:gd name="T13" fmla="*/ 9 h 144"/>
                <a:gd name="T14" fmla="*/ 177 w 174"/>
                <a:gd name="T15" fmla="*/ 3 h 144"/>
                <a:gd name="T16" fmla="*/ 5 w 174"/>
                <a:gd name="T17" fmla="*/ 151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44">
                  <a:moveTo>
                    <a:pt x="5" y="127"/>
                  </a:moveTo>
                  <a:cubicBezTo>
                    <a:pt x="1" y="130"/>
                    <a:pt x="0" y="135"/>
                    <a:pt x="3" y="139"/>
                  </a:cubicBezTo>
                  <a:cubicBezTo>
                    <a:pt x="3" y="139"/>
                    <a:pt x="3" y="139"/>
                    <a:pt x="3" y="139"/>
                  </a:cubicBezTo>
                  <a:cubicBezTo>
                    <a:pt x="6" y="143"/>
                    <a:pt x="12" y="144"/>
                    <a:pt x="16" y="141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74" y="22"/>
                    <a:pt x="173" y="15"/>
                    <a:pt x="169" y="9"/>
                  </a:cubicBezTo>
                  <a:cubicBezTo>
                    <a:pt x="169" y="9"/>
                    <a:pt x="169" y="9"/>
                    <a:pt x="169" y="9"/>
                  </a:cubicBezTo>
                  <a:cubicBezTo>
                    <a:pt x="164" y="3"/>
                    <a:pt x="157" y="0"/>
                    <a:pt x="153" y="3"/>
                  </a:cubicBezTo>
                  <a:lnTo>
                    <a:pt x="5" y="12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2" name="Freeform 1225">
              <a:extLst>
                <a:ext uri="{FF2B5EF4-FFF2-40B4-BE49-F238E27FC236}">
                  <a16:creationId xmlns:a16="http://schemas.microsoft.com/office/drawing/2014/main" id="{EF9BFE41-742E-4B8E-A7F6-F37D3B60F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643"/>
              <a:ext cx="210" cy="81"/>
            </a:xfrm>
            <a:custGeom>
              <a:avLst/>
              <a:gdLst>
                <a:gd name="T0" fmla="*/ 7 w 205"/>
                <a:gd name="T1" fmla="*/ 73 h 79"/>
                <a:gd name="T2" fmla="*/ 1 w 205"/>
                <a:gd name="T3" fmla="*/ 84 h 79"/>
                <a:gd name="T4" fmla="*/ 1 w 205"/>
                <a:gd name="T5" fmla="*/ 84 h 79"/>
                <a:gd name="T6" fmla="*/ 12 w 205"/>
                <a:gd name="T7" fmla="*/ 90 h 79"/>
                <a:gd name="T8" fmla="*/ 229 w 205"/>
                <a:gd name="T9" fmla="*/ 34 h 79"/>
                <a:gd name="T10" fmla="*/ 234 w 205"/>
                <a:gd name="T11" fmla="*/ 12 h 79"/>
                <a:gd name="T12" fmla="*/ 234 w 205"/>
                <a:gd name="T13" fmla="*/ 12 h 79"/>
                <a:gd name="T14" fmla="*/ 221 w 205"/>
                <a:gd name="T15" fmla="*/ 1 h 79"/>
                <a:gd name="T16" fmla="*/ 7 w 205"/>
                <a:gd name="T17" fmla="*/ 7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79">
                  <a:moveTo>
                    <a:pt x="7" y="61"/>
                  </a:moveTo>
                  <a:cubicBezTo>
                    <a:pt x="3" y="62"/>
                    <a:pt x="0" y="67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3" y="76"/>
                    <a:pt x="8" y="79"/>
                    <a:pt x="12" y="7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203" y="27"/>
                    <a:pt x="205" y="20"/>
                    <a:pt x="203" y="12"/>
                  </a:cubicBezTo>
                  <a:cubicBezTo>
                    <a:pt x="203" y="12"/>
                    <a:pt x="203" y="12"/>
                    <a:pt x="203" y="12"/>
                  </a:cubicBezTo>
                  <a:cubicBezTo>
                    <a:pt x="201" y="5"/>
                    <a:pt x="195" y="0"/>
                    <a:pt x="191" y="1"/>
                  </a:cubicBezTo>
                  <a:lnTo>
                    <a:pt x="7" y="61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3" name="Freeform 1226">
              <a:extLst>
                <a:ext uri="{FF2B5EF4-FFF2-40B4-BE49-F238E27FC236}">
                  <a16:creationId xmlns:a16="http://schemas.microsoft.com/office/drawing/2014/main" id="{03801123-1C02-4CFF-96ED-5EA88D362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667"/>
              <a:ext cx="186" cy="52"/>
            </a:xfrm>
            <a:custGeom>
              <a:avLst/>
              <a:gdLst>
                <a:gd name="T0" fmla="*/ 206 w 182"/>
                <a:gd name="T1" fmla="*/ 3 h 50"/>
                <a:gd name="T2" fmla="*/ 0 w 182"/>
                <a:gd name="T3" fmla="*/ 62 h 50"/>
                <a:gd name="T4" fmla="*/ 206 w 182"/>
                <a:gd name="T5" fmla="*/ 3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2" h="50">
                  <a:moveTo>
                    <a:pt x="182" y="3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129" y="0"/>
                    <a:pt x="182" y="3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4" name="Freeform 1227">
              <a:extLst>
                <a:ext uri="{FF2B5EF4-FFF2-40B4-BE49-F238E27FC236}">
                  <a16:creationId xmlns:a16="http://schemas.microsoft.com/office/drawing/2014/main" id="{86A914A9-D999-4F68-9072-B287F9F92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646"/>
              <a:ext cx="16" cy="23"/>
            </a:xfrm>
            <a:custGeom>
              <a:avLst/>
              <a:gdLst>
                <a:gd name="T0" fmla="*/ 21 w 15"/>
                <a:gd name="T1" fmla="*/ 21 h 23"/>
                <a:gd name="T2" fmla="*/ 15 w 15"/>
                <a:gd name="T3" fmla="*/ 0 h 23"/>
                <a:gd name="T4" fmla="*/ 3 w 15"/>
                <a:gd name="T5" fmla="*/ 14 h 23"/>
                <a:gd name="T6" fmla="*/ 20 w 15"/>
                <a:gd name="T7" fmla="*/ 2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15" y="21"/>
                  </a:moveTo>
                  <a:cubicBezTo>
                    <a:pt x="4" y="23"/>
                    <a:pt x="6" y="5"/>
                    <a:pt x="9" y="0"/>
                  </a:cubicBezTo>
                  <a:cubicBezTo>
                    <a:pt x="3" y="3"/>
                    <a:pt x="0" y="7"/>
                    <a:pt x="3" y="14"/>
                  </a:cubicBezTo>
                  <a:cubicBezTo>
                    <a:pt x="5" y="19"/>
                    <a:pt x="9" y="23"/>
                    <a:pt x="14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5" name="Freeform 1228">
              <a:extLst>
                <a:ext uri="{FF2B5EF4-FFF2-40B4-BE49-F238E27FC236}">
                  <a16:creationId xmlns:a16="http://schemas.microsoft.com/office/drawing/2014/main" id="{238C7E54-1F9D-48F9-A901-6467C63FB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648"/>
              <a:ext cx="181" cy="57"/>
            </a:xfrm>
            <a:custGeom>
              <a:avLst/>
              <a:gdLst>
                <a:gd name="T0" fmla="*/ 201 w 177"/>
                <a:gd name="T1" fmla="*/ 0 h 56"/>
                <a:gd name="T2" fmla="*/ 0 w 177"/>
                <a:gd name="T3" fmla="*/ 62 h 56"/>
                <a:gd name="T4" fmla="*/ 201 w 177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56">
                  <a:moveTo>
                    <a:pt x="177" y="0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170" y="7"/>
                    <a:pt x="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6" name="Freeform 1229">
              <a:extLst>
                <a:ext uri="{FF2B5EF4-FFF2-40B4-BE49-F238E27FC236}">
                  <a16:creationId xmlns:a16="http://schemas.microsoft.com/office/drawing/2014/main" id="{16074105-2DF2-4FB5-B6AA-A0A894839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643"/>
              <a:ext cx="211" cy="81"/>
            </a:xfrm>
            <a:custGeom>
              <a:avLst/>
              <a:gdLst>
                <a:gd name="T0" fmla="*/ 8 w 206"/>
                <a:gd name="T1" fmla="*/ 73 h 79"/>
                <a:gd name="T2" fmla="*/ 2 w 206"/>
                <a:gd name="T3" fmla="*/ 84 h 79"/>
                <a:gd name="T4" fmla="*/ 2 w 206"/>
                <a:gd name="T5" fmla="*/ 84 h 79"/>
                <a:gd name="T6" fmla="*/ 13 w 206"/>
                <a:gd name="T7" fmla="*/ 90 h 79"/>
                <a:gd name="T8" fmla="*/ 229 w 206"/>
                <a:gd name="T9" fmla="*/ 34 h 79"/>
                <a:gd name="T10" fmla="*/ 234 w 206"/>
                <a:gd name="T11" fmla="*/ 12 h 79"/>
                <a:gd name="T12" fmla="*/ 234 w 206"/>
                <a:gd name="T13" fmla="*/ 12 h 79"/>
                <a:gd name="T14" fmla="*/ 221 w 206"/>
                <a:gd name="T15" fmla="*/ 1 h 79"/>
                <a:gd name="T16" fmla="*/ 8 w 206"/>
                <a:gd name="T17" fmla="*/ 7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79">
                  <a:moveTo>
                    <a:pt x="8" y="61"/>
                  </a:moveTo>
                  <a:cubicBezTo>
                    <a:pt x="3" y="62"/>
                    <a:pt x="0" y="67"/>
                    <a:pt x="2" y="72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3" y="77"/>
                    <a:pt x="8" y="79"/>
                    <a:pt x="13" y="7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204" y="27"/>
                    <a:pt x="206" y="20"/>
                    <a:pt x="203" y="12"/>
                  </a:cubicBezTo>
                  <a:cubicBezTo>
                    <a:pt x="203" y="12"/>
                    <a:pt x="203" y="12"/>
                    <a:pt x="203" y="12"/>
                  </a:cubicBezTo>
                  <a:cubicBezTo>
                    <a:pt x="201" y="5"/>
                    <a:pt x="196" y="0"/>
                    <a:pt x="191" y="1"/>
                  </a:cubicBezTo>
                  <a:lnTo>
                    <a:pt x="8" y="6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7" name="Freeform 1230">
              <a:extLst>
                <a:ext uri="{FF2B5EF4-FFF2-40B4-BE49-F238E27FC236}">
                  <a16:creationId xmlns:a16="http://schemas.microsoft.com/office/drawing/2014/main" id="{9C64BE86-5C40-4759-9A41-21B25E0BC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896"/>
              <a:ext cx="216" cy="28"/>
            </a:xfrm>
            <a:custGeom>
              <a:avLst/>
              <a:gdLst>
                <a:gd name="T0" fmla="*/ 9 w 211"/>
                <a:gd name="T1" fmla="*/ 11 h 28"/>
                <a:gd name="T2" fmla="*/ 0 w 211"/>
                <a:gd name="T3" fmla="*/ 20 h 28"/>
                <a:gd name="T4" fmla="*/ 0 w 211"/>
                <a:gd name="T5" fmla="*/ 20 h 28"/>
                <a:gd name="T6" fmla="*/ 9 w 211"/>
                <a:gd name="T7" fmla="*/ 28 h 28"/>
                <a:gd name="T8" fmla="*/ 232 w 211"/>
                <a:gd name="T9" fmla="*/ 28 h 28"/>
                <a:gd name="T10" fmla="*/ 242 w 211"/>
                <a:gd name="T11" fmla="*/ 14 h 28"/>
                <a:gd name="T12" fmla="*/ 242 w 211"/>
                <a:gd name="T13" fmla="*/ 14 h 28"/>
                <a:gd name="T14" fmla="*/ 231 w 211"/>
                <a:gd name="T15" fmla="*/ 0 h 28"/>
                <a:gd name="T16" fmla="*/ 9 w 211"/>
                <a:gd name="T17" fmla="*/ 11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28">
                  <a:moveTo>
                    <a:pt x="9" y="11"/>
                  </a:moveTo>
                  <a:cubicBezTo>
                    <a:pt x="4" y="11"/>
                    <a:pt x="0" y="15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"/>
                    <a:pt x="4" y="28"/>
                    <a:pt x="9" y="28"/>
                  </a:cubicBezTo>
                  <a:cubicBezTo>
                    <a:pt x="202" y="28"/>
                    <a:pt x="202" y="28"/>
                    <a:pt x="202" y="28"/>
                  </a:cubicBezTo>
                  <a:cubicBezTo>
                    <a:pt x="207" y="28"/>
                    <a:pt x="211" y="22"/>
                    <a:pt x="211" y="14"/>
                  </a:cubicBezTo>
                  <a:cubicBezTo>
                    <a:pt x="211" y="14"/>
                    <a:pt x="211" y="14"/>
                    <a:pt x="211" y="14"/>
                  </a:cubicBezTo>
                  <a:cubicBezTo>
                    <a:pt x="210" y="6"/>
                    <a:pt x="206" y="0"/>
                    <a:pt x="201" y="0"/>
                  </a:cubicBezTo>
                  <a:lnTo>
                    <a:pt x="9" y="11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8" name="Freeform 1231">
              <a:extLst>
                <a:ext uri="{FF2B5EF4-FFF2-40B4-BE49-F238E27FC236}">
                  <a16:creationId xmlns:a16="http://schemas.microsoft.com/office/drawing/2014/main" id="{DB9A4322-513B-4FA5-9215-0E309C1DC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906"/>
              <a:ext cx="193" cy="16"/>
            </a:xfrm>
            <a:custGeom>
              <a:avLst/>
              <a:gdLst>
                <a:gd name="T0" fmla="*/ 220 w 188"/>
                <a:gd name="T1" fmla="*/ 16 h 16"/>
                <a:gd name="T2" fmla="*/ 0 w 188"/>
                <a:gd name="T3" fmla="*/ 15 h 16"/>
                <a:gd name="T4" fmla="*/ 220 w 188"/>
                <a:gd name="T5" fmla="*/ 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16">
                  <a:moveTo>
                    <a:pt x="188" y="16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38" y="0"/>
                    <a:pt x="188" y="16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9" name="Freeform 1232">
              <a:extLst>
                <a:ext uri="{FF2B5EF4-FFF2-40B4-BE49-F238E27FC236}">
                  <a16:creationId xmlns:a16="http://schemas.microsoft.com/office/drawing/2014/main" id="{241EFC48-DA96-4EE9-BDD1-C3BB25A6C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899"/>
              <a:ext cx="11" cy="23"/>
            </a:xfrm>
            <a:custGeom>
              <a:avLst/>
              <a:gdLst>
                <a:gd name="T0" fmla="*/ 11 w 11"/>
                <a:gd name="T1" fmla="*/ 22 h 23"/>
                <a:gd name="T2" fmla="*/ 11 w 11"/>
                <a:gd name="T3" fmla="*/ 0 h 23"/>
                <a:gd name="T4" fmla="*/ 2 w 11"/>
                <a:gd name="T5" fmla="*/ 12 h 23"/>
                <a:gd name="T6" fmla="*/ 10 w 11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11" y="22"/>
                  </a:moveTo>
                  <a:cubicBezTo>
                    <a:pt x="0" y="21"/>
                    <a:pt x="7" y="4"/>
                    <a:pt x="11" y="0"/>
                  </a:cubicBezTo>
                  <a:cubicBezTo>
                    <a:pt x="5" y="2"/>
                    <a:pt x="1" y="4"/>
                    <a:pt x="2" y="12"/>
                  </a:cubicBezTo>
                  <a:cubicBezTo>
                    <a:pt x="2" y="17"/>
                    <a:pt x="5" y="22"/>
                    <a:pt x="1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0" name="Freeform 1233">
              <a:extLst>
                <a:ext uri="{FF2B5EF4-FFF2-40B4-BE49-F238E27FC236}">
                  <a16:creationId xmlns:a16="http://schemas.microsoft.com/office/drawing/2014/main" id="{441AE2DA-1B98-4DED-885C-FECBF48C7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898"/>
              <a:ext cx="190" cy="9"/>
            </a:xfrm>
            <a:custGeom>
              <a:avLst/>
              <a:gdLst>
                <a:gd name="T0" fmla="*/ 217 w 185"/>
                <a:gd name="T1" fmla="*/ 0 h 9"/>
                <a:gd name="T2" fmla="*/ 0 w 185"/>
                <a:gd name="T3" fmla="*/ 9 h 9"/>
                <a:gd name="T4" fmla="*/ 217 w 18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9">
                  <a:moveTo>
                    <a:pt x="185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77" y="5"/>
                    <a:pt x="1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1" name="Freeform 1234">
              <a:extLst>
                <a:ext uri="{FF2B5EF4-FFF2-40B4-BE49-F238E27FC236}">
                  <a16:creationId xmlns:a16="http://schemas.microsoft.com/office/drawing/2014/main" id="{9333A554-99CB-4814-8F5D-589BA9A49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896"/>
              <a:ext cx="216" cy="29"/>
            </a:xfrm>
            <a:custGeom>
              <a:avLst/>
              <a:gdLst>
                <a:gd name="T0" fmla="*/ 9 w 211"/>
                <a:gd name="T1" fmla="*/ 11 h 29"/>
                <a:gd name="T2" fmla="*/ 0 w 211"/>
                <a:gd name="T3" fmla="*/ 20 h 29"/>
                <a:gd name="T4" fmla="*/ 0 w 211"/>
                <a:gd name="T5" fmla="*/ 20 h 29"/>
                <a:gd name="T6" fmla="*/ 9 w 211"/>
                <a:gd name="T7" fmla="*/ 29 h 29"/>
                <a:gd name="T8" fmla="*/ 232 w 211"/>
                <a:gd name="T9" fmla="*/ 29 h 29"/>
                <a:gd name="T10" fmla="*/ 242 w 211"/>
                <a:gd name="T11" fmla="*/ 14 h 29"/>
                <a:gd name="T12" fmla="*/ 242 w 211"/>
                <a:gd name="T13" fmla="*/ 14 h 29"/>
                <a:gd name="T14" fmla="*/ 232 w 211"/>
                <a:gd name="T15" fmla="*/ 0 h 29"/>
                <a:gd name="T16" fmla="*/ 9 w 211"/>
                <a:gd name="T17" fmla="*/ 11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29">
                  <a:moveTo>
                    <a:pt x="9" y="11"/>
                  </a:moveTo>
                  <a:cubicBezTo>
                    <a:pt x="4" y="11"/>
                    <a:pt x="0" y="15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5"/>
                    <a:pt x="5" y="29"/>
                    <a:pt x="9" y="29"/>
                  </a:cubicBezTo>
                  <a:cubicBezTo>
                    <a:pt x="202" y="29"/>
                    <a:pt x="202" y="29"/>
                    <a:pt x="202" y="29"/>
                  </a:cubicBezTo>
                  <a:cubicBezTo>
                    <a:pt x="207" y="29"/>
                    <a:pt x="211" y="22"/>
                    <a:pt x="211" y="14"/>
                  </a:cubicBezTo>
                  <a:cubicBezTo>
                    <a:pt x="211" y="14"/>
                    <a:pt x="211" y="14"/>
                    <a:pt x="211" y="14"/>
                  </a:cubicBezTo>
                  <a:cubicBezTo>
                    <a:pt x="211" y="7"/>
                    <a:pt x="207" y="0"/>
                    <a:pt x="202" y="0"/>
                  </a:cubicBezTo>
                  <a:lnTo>
                    <a:pt x="9" y="1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2" name="Freeform 1235">
              <a:extLst>
                <a:ext uri="{FF2B5EF4-FFF2-40B4-BE49-F238E27FC236}">
                  <a16:creationId xmlns:a16="http://schemas.microsoft.com/office/drawing/2014/main" id="{5A54C145-FA3A-47A1-BE5B-F16C646AA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3110"/>
              <a:ext cx="211" cy="77"/>
            </a:xfrm>
            <a:custGeom>
              <a:avLst/>
              <a:gdLst>
                <a:gd name="T0" fmla="*/ 12 w 207"/>
                <a:gd name="T1" fmla="*/ 2 h 75"/>
                <a:gd name="T2" fmla="*/ 2 w 207"/>
                <a:gd name="T3" fmla="*/ 8 h 75"/>
                <a:gd name="T4" fmla="*/ 2 w 207"/>
                <a:gd name="T5" fmla="*/ 8 h 75"/>
                <a:gd name="T6" fmla="*/ 8 w 207"/>
                <a:gd name="T7" fmla="*/ 25 h 75"/>
                <a:gd name="T8" fmla="*/ 217 w 207"/>
                <a:gd name="T9" fmla="*/ 85 h 75"/>
                <a:gd name="T10" fmla="*/ 229 w 207"/>
                <a:gd name="T11" fmla="*/ 74 h 75"/>
                <a:gd name="T12" fmla="*/ 229 w 207"/>
                <a:gd name="T13" fmla="*/ 74 h 75"/>
                <a:gd name="T14" fmla="*/ 224 w 207"/>
                <a:gd name="T15" fmla="*/ 52 h 75"/>
                <a:gd name="T16" fmla="*/ 12 w 207"/>
                <a:gd name="T17" fmla="*/ 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75">
                  <a:moveTo>
                    <a:pt x="12" y="2"/>
                  </a:moveTo>
                  <a:cubicBezTo>
                    <a:pt x="8" y="0"/>
                    <a:pt x="3" y="3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0" y="12"/>
                    <a:pt x="3" y="17"/>
                    <a:pt x="8" y="19"/>
                  </a:cubicBezTo>
                  <a:cubicBezTo>
                    <a:pt x="193" y="73"/>
                    <a:pt x="193" y="73"/>
                    <a:pt x="193" y="73"/>
                  </a:cubicBezTo>
                  <a:cubicBezTo>
                    <a:pt x="197" y="75"/>
                    <a:pt x="203" y="70"/>
                    <a:pt x="205" y="62"/>
                  </a:cubicBezTo>
                  <a:cubicBezTo>
                    <a:pt x="205" y="62"/>
                    <a:pt x="205" y="62"/>
                    <a:pt x="205" y="62"/>
                  </a:cubicBezTo>
                  <a:cubicBezTo>
                    <a:pt x="207" y="55"/>
                    <a:pt x="205" y="48"/>
                    <a:pt x="200" y="46"/>
                  </a:cubicBezTo>
                  <a:lnTo>
                    <a:pt x="12" y="2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3" name="Freeform 1236">
              <a:extLst>
                <a:ext uri="{FF2B5EF4-FFF2-40B4-BE49-F238E27FC236}">
                  <a16:creationId xmlns:a16="http://schemas.microsoft.com/office/drawing/2014/main" id="{0564631A-E1EF-4795-A961-E934C9A9D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3127"/>
              <a:ext cx="184" cy="55"/>
            </a:xfrm>
            <a:custGeom>
              <a:avLst/>
              <a:gdLst>
                <a:gd name="T0" fmla="*/ 204 w 180"/>
                <a:gd name="T1" fmla="*/ 60 h 54"/>
                <a:gd name="T2" fmla="*/ 0 w 180"/>
                <a:gd name="T3" fmla="*/ 0 h 54"/>
                <a:gd name="T4" fmla="*/ 204 w 180"/>
                <a:gd name="T5" fmla="*/ 6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54">
                  <a:moveTo>
                    <a:pt x="180" y="5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37" y="24"/>
                    <a:pt x="180" y="54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4" name="Freeform 1237">
              <a:extLst>
                <a:ext uri="{FF2B5EF4-FFF2-40B4-BE49-F238E27FC236}">
                  <a16:creationId xmlns:a16="http://schemas.microsoft.com/office/drawing/2014/main" id="{8C7CEC81-3000-4172-8226-2FC5CC1EC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161"/>
              <a:ext cx="17" cy="23"/>
            </a:xfrm>
            <a:custGeom>
              <a:avLst/>
              <a:gdLst>
                <a:gd name="T0" fmla="*/ 11 w 17"/>
                <a:gd name="T1" fmla="*/ 27 h 22"/>
                <a:gd name="T2" fmla="*/ 17 w 17"/>
                <a:gd name="T3" fmla="*/ 0 h 22"/>
                <a:gd name="T4" fmla="*/ 4 w 17"/>
                <a:gd name="T5" fmla="*/ 9 h 22"/>
                <a:gd name="T6" fmla="*/ 9 w 17"/>
                <a:gd name="T7" fmla="*/ 2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2">
                  <a:moveTo>
                    <a:pt x="11" y="21"/>
                  </a:moveTo>
                  <a:cubicBezTo>
                    <a:pt x="0" y="17"/>
                    <a:pt x="12" y="3"/>
                    <a:pt x="17" y="0"/>
                  </a:cubicBezTo>
                  <a:cubicBezTo>
                    <a:pt x="10" y="0"/>
                    <a:pt x="6" y="1"/>
                    <a:pt x="4" y="9"/>
                  </a:cubicBezTo>
                  <a:cubicBezTo>
                    <a:pt x="3" y="14"/>
                    <a:pt x="4" y="20"/>
                    <a:pt x="9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5" name="Freeform 1238">
              <a:extLst>
                <a:ext uri="{FF2B5EF4-FFF2-40B4-BE49-F238E27FC236}">
                  <a16:creationId xmlns:a16="http://schemas.microsoft.com/office/drawing/2014/main" id="{F6D9FBE8-69F9-404B-A1DB-2345DB6BA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112"/>
              <a:ext cx="184" cy="48"/>
            </a:xfrm>
            <a:custGeom>
              <a:avLst/>
              <a:gdLst>
                <a:gd name="T0" fmla="*/ 204 w 180"/>
                <a:gd name="T1" fmla="*/ 50 h 47"/>
                <a:gd name="T2" fmla="*/ 0 w 180"/>
                <a:gd name="T3" fmla="*/ 0 h 47"/>
                <a:gd name="T4" fmla="*/ 204 w 180"/>
                <a:gd name="T5" fmla="*/ 5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47">
                  <a:moveTo>
                    <a:pt x="18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71" y="47"/>
                    <a:pt x="18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6" name="Freeform 1239">
              <a:extLst>
                <a:ext uri="{FF2B5EF4-FFF2-40B4-BE49-F238E27FC236}">
                  <a16:creationId xmlns:a16="http://schemas.microsoft.com/office/drawing/2014/main" id="{E3F9ED15-0F9E-48E2-84C7-C05B0B7CE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3111"/>
              <a:ext cx="211" cy="76"/>
            </a:xfrm>
            <a:custGeom>
              <a:avLst/>
              <a:gdLst>
                <a:gd name="T0" fmla="*/ 12 w 207"/>
                <a:gd name="T1" fmla="*/ 1 h 74"/>
                <a:gd name="T2" fmla="*/ 2 w 207"/>
                <a:gd name="T3" fmla="*/ 7 h 74"/>
                <a:gd name="T4" fmla="*/ 2 w 207"/>
                <a:gd name="T5" fmla="*/ 7 h 74"/>
                <a:gd name="T6" fmla="*/ 8 w 207"/>
                <a:gd name="T7" fmla="*/ 18 h 74"/>
                <a:gd name="T8" fmla="*/ 217 w 207"/>
                <a:gd name="T9" fmla="*/ 85 h 74"/>
                <a:gd name="T10" fmla="*/ 229 w 207"/>
                <a:gd name="T11" fmla="*/ 74 h 74"/>
                <a:gd name="T12" fmla="*/ 229 w 207"/>
                <a:gd name="T13" fmla="*/ 74 h 74"/>
                <a:gd name="T14" fmla="*/ 224 w 207"/>
                <a:gd name="T15" fmla="*/ 52 h 74"/>
                <a:gd name="T16" fmla="*/ 12 w 207"/>
                <a:gd name="T17" fmla="*/ 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74">
                  <a:moveTo>
                    <a:pt x="12" y="1"/>
                  </a:moveTo>
                  <a:cubicBezTo>
                    <a:pt x="8" y="0"/>
                    <a:pt x="3" y="2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12"/>
                    <a:pt x="3" y="17"/>
                    <a:pt x="8" y="18"/>
                  </a:cubicBezTo>
                  <a:cubicBezTo>
                    <a:pt x="193" y="73"/>
                    <a:pt x="193" y="73"/>
                    <a:pt x="193" y="73"/>
                  </a:cubicBezTo>
                  <a:cubicBezTo>
                    <a:pt x="198" y="74"/>
                    <a:pt x="203" y="69"/>
                    <a:pt x="205" y="62"/>
                  </a:cubicBezTo>
                  <a:cubicBezTo>
                    <a:pt x="205" y="62"/>
                    <a:pt x="205" y="62"/>
                    <a:pt x="205" y="62"/>
                  </a:cubicBezTo>
                  <a:cubicBezTo>
                    <a:pt x="207" y="54"/>
                    <a:pt x="205" y="47"/>
                    <a:pt x="200" y="46"/>
                  </a:cubicBezTo>
                  <a:lnTo>
                    <a:pt x="12" y="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7" name="Freeform 1240">
              <a:extLst>
                <a:ext uri="{FF2B5EF4-FFF2-40B4-BE49-F238E27FC236}">
                  <a16:creationId xmlns:a16="http://schemas.microsoft.com/office/drawing/2014/main" id="{BB78BD84-F5CD-45DD-BEDE-D9B3EC569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248"/>
              <a:ext cx="190" cy="128"/>
            </a:xfrm>
            <a:custGeom>
              <a:avLst/>
              <a:gdLst>
                <a:gd name="T0" fmla="*/ 15 w 186"/>
                <a:gd name="T1" fmla="*/ 2 h 125"/>
                <a:gd name="T2" fmla="*/ 3 w 186"/>
                <a:gd name="T3" fmla="*/ 5 h 125"/>
                <a:gd name="T4" fmla="*/ 3 w 186"/>
                <a:gd name="T5" fmla="*/ 5 h 125"/>
                <a:gd name="T6" fmla="*/ 6 w 186"/>
                <a:gd name="T7" fmla="*/ 17 h 125"/>
                <a:gd name="T8" fmla="*/ 191 w 186"/>
                <a:gd name="T9" fmla="*/ 141 h 125"/>
                <a:gd name="T10" fmla="*/ 206 w 186"/>
                <a:gd name="T11" fmla="*/ 134 h 125"/>
                <a:gd name="T12" fmla="*/ 206 w 186"/>
                <a:gd name="T13" fmla="*/ 134 h 125"/>
                <a:gd name="T14" fmla="*/ 206 w 186"/>
                <a:gd name="T15" fmla="*/ 114 h 125"/>
                <a:gd name="T16" fmla="*/ 15 w 186"/>
                <a:gd name="T17" fmla="*/ 2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25">
                  <a:moveTo>
                    <a:pt x="15" y="2"/>
                  </a:moveTo>
                  <a:cubicBezTo>
                    <a:pt x="11" y="0"/>
                    <a:pt x="5" y="1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9"/>
                    <a:pt x="1" y="15"/>
                    <a:pt x="6" y="17"/>
                  </a:cubicBezTo>
                  <a:cubicBezTo>
                    <a:pt x="167" y="123"/>
                    <a:pt x="167" y="123"/>
                    <a:pt x="167" y="123"/>
                  </a:cubicBezTo>
                  <a:cubicBezTo>
                    <a:pt x="171" y="125"/>
                    <a:pt x="178" y="122"/>
                    <a:pt x="182" y="116"/>
                  </a:cubicBezTo>
                  <a:cubicBezTo>
                    <a:pt x="182" y="116"/>
                    <a:pt x="182" y="116"/>
                    <a:pt x="182" y="116"/>
                  </a:cubicBezTo>
                  <a:cubicBezTo>
                    <a:pt x="186" y="109"/>
                    <a:pt x="186" y="101"/>
                    <a:pt x="182" y="99"/>
                  </a:cubicBezTo>
                  <a:lnTo>
                    <a:pt x="15" y="2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8" name="Freeform 1241">
              <a:extLst>
                <a:ext uri="{FF2B5EF4-FFF2-40B4-BE49-F238E27FC236}">
                  <a16:creationId xmlns:a16="http://schemas.microsoft.com/office/drawing/2014/main" id="{C278EF26-EB61-4B99-AE48-4662A0B4D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3264"/>
              <a:ext cx="161" cy="105"/>
            </a:xfrm>
            <a:custGeom>
              <a:avLst/>
              <a:gdLst>
                <a:gd name="T0" fmla="*/ 182 w 157"/>
                <a:gd name="T1" fmla="*/ 115 h 103"/>
                <a:gd name="T2" fmla="*/ 0 w 157"/>
                <a:gd name="T3" fmla="*/ 0 h 103"/>
                <a:gd name="T4" fmla="*/ 182 w 157"/>
                <a:gd name="T5" fmla="*/ 115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03">
                  <a:moveTo>
                    <a:pt x="157" y="10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4" y="62"/>
                    <a:pt x="157" y="103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9" name="Freeform 1242">
              <a:extLst>
                <a:ext uri="{FF2B5EF4-FFF2-40B4-BE49-F238E27FC236}">
                  <a16:creationId xmlns:a16="http://schemas.microsoft.com/office/drawing/2014/main" id="{A8F4B870-2E96-4C7E-8C08-ABC68B5E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3352"/>
              <a:ext cx="20" cy="21"/>
            </a:xfrm>
            <a:custGeom>
              <a:avLst/>
              <a:gdLst>
                <a:gd name="T0" fmla="*/ 9 w 20"/>
                <a:gd name="T1" fmla="*/ 21 h 21"/>
                <a:gd name="T2" fmla="*/ 20 w 20"/>
                <a:gd name="T3" fmla="*/ 2 h 21"/>
                <a:gd name="T4" fmla="*/ 6 w 20"/>
                <a:gd name="T5" fmla="*/ 7 h 21"/>
                <a:gd name="T6" fmla="*/ 7 w 20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9" y="21"/>
                  </a:moveTo>
                  <a:cubicBezTo>
                    <a:pt x="0" y="14"/>
                    <a:pt x="15" y="4"/>
                    <a:pt x="20" y="2"/>
                  </a:cubicBezTo>
                  <a:cubicBezTo>
                    <a:pt x="14" y="0"/>
                    <a:pt x="9" y="0"/>
                    <a:pt x="6" y="7"/>
                  </a:cubicBezTo>
                  <a:cubicBezTo>
                    <a:pt x="4" y="12"/>
                    <a:pt x="3" y="18"/>
                    <a:pt x="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0" name="Freeform 1243">
              <a:extLst>
                <a:ext uri="{FF2B5EF4-FFF2-40B4-BE49-F238E27FC236}">
                  <a16:creationId xmlns:a16="http://schemas.microsoft.com/office/drawing/2014/main" id="{D20B6BAA-A814-4DD5-A350-037411209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250"/>
              <a:ext cx="163" cy="97"/>
            </a:xfrm>
            <a:custGeom>
              <a:avLst/>
              <a:gdLst>
                <a:gd name="T0" fmla="*/ 184 w 159"/>
                <a:gd name="T1" fmla="*/ 112 h 94"/>
                <a:gd name="T2" fmla="*/ 0 w 159"/>
                <a:gd name="T3" fmla="*/ 0 h 94"/>
                <a:gd name="T4" fmla="*/ 184 w 159"/>
                <a:gd name="T5" fmla="*/ 112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94">
                  <a:moveTo>
                    <a:pt x="159" y="9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50" y="94"/>
                    <a:pt x="159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1" name="Freeform 1244">
              <a:extLst>
                <a:ext uri="{FF2B5EF4-FFF2-40B4-BE49-F238E27FC236}">
                  <a16:creationId xmlns:a16="http://schemas.microsoft.com/office/drawing/2014/main" id="{1863EAFD-EF34-4332-A1E0-3C546132C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248"/>
              <a:ext cx="190" cy="129"/>
            </a:xfrm>
            <a:custGeom>
              <a:avLst/>
              <a:gdLst>
                <a:gd name="T0" fmla="*/ 15 w 186"/>
                <a:gd name="T1" fmla="*/ 3 h 126"/>
                <a:gd name="T2" fmla="*/ 3 w 186"/>
                <a:gd name="T3" fmla="*/ 6 h 126"/>
                <a:gd name="T4" fmla="*/ 3 w 186"/>
                <a:gd name="T5" fmla="*/ 6 h 126"/>
                <a:gd name="T6" fmla="*/ 6 w 186"/>
                <a:gd name="T7" fmla="*/ 18 h 126"/>
                <a:gd name="T8" fmla="*/ 191 w 186"/>
                <a:gd name="T9" fmla="*/ 141 h 126"/>
                <a:gd name="T10" fmla="*/ 206 w 186"/>
                <a:gd name="T11" fmla="*/ 134 h 126"/>
                <a:gd name="T12" fmla="*/ 206 w 186"/>
                <a:gd name="T13" fmla="*/ 134 h 126"/>
                <a:gd name="T14" fmla="*/ 206 w 186"/>
                <a:gd name="T15" fmla="*/ 113 h 126"/>
                <a:gd name="T16" fmla="*/ 15 w 186"/>
                <a:gd name="T17" fmla="*/ 3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26">
                  <a:moveTo>
                    <a:pt x="15" y="3"/>
                  </a:moveTo>
                  <a:cubicBezTo>
                    <a:pt x="11" y="0"/>
                    <a:pt x="5" y="2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10"/>
                    <a:pt x="2" y="15"/>
                    <a:pt x="6" y="18"/>
                  </a:cubicBezTo>
                  <a:cubicBezTo>
                    <a:pt x="167" y="123"/>
                    <a:pt x="167" y="123"/>
                    <a:pt x="167" y="123"/>
                  </a:cubicBezTo>
                  <a:cubicBezTo>
                    <a:pt x="171" y="126"/>
                    <a:pt x="178" y="123"/>
                    <a:pt x="182" y="116"/>
                  </a:cubicBezTo>
                  <a:cubicBezTo>
                    <a:pt x="182" y="116"/>
                    <a:pt x="182" y="116"/>
                    <a:pt x="182" y="116"/>
                  </a:cubicBezTo>
                  <a:cubicBezTo>
                    <a:pt x="186" y="109"/>
                    <a:pt x="186" y="102"/>
                    <a:pt x="182" y="99"/>
                  </a:cubicBezTo>
                  <a:lnTo>
                    <a:pt x="15" y="3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2" name="Freeform 1245">
              <a:extLst>
                <a:ext uri="{FF2B5EF4-FFF2-40B4-BE49-F238E27FC236}">
                  <a16:creationId xmlns:a16="http://schemas.microsoft.com/office/drawing/2014/main" id="{9138F7D0-0FDD-498D-AF48-9A7E1EAE7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3409"/>
              <a:ext cx="173" cy="152"/>
            </a:xfrm>
            <a:custGeom>
              <a:avLst/>
              <a:gdLst>
                <a:gd name="T0" fmla="*/ 15 w 169"/>
                <a:gd name="T1" fmla="*/ 3 h 149"/>
                <a:gd name="T2" fmla="*/ 3 w 169"/>
                <a:gd name="T3" fmla="*/ 4 h 149"/>
                <a:gd name="T4" fmla="*/ 3 w 169"/>
                <a:gd name="T5" fmla="*/ 4 h 149"/>
                <a:gd name="T6" fmla="*/ 4 w 169"/>
                <a:gd name="T7" fmla="*/ 16 h 149"/>
                <a:gd name="T8" fmla="*/ 170 w 169"/>
                <a:gd name="T9" fmla="*/ 164 h 149"/>
                <a:gd name="T10" fmla="*/ 187 w 169"/>
                <a:gd name="T11" fmla="*/ 159 h 149"/>
                <a:gd name="T12" fmla="*/ 187 w 169"/>
                <a:gd name="T13" fmla="*/ 159 h 149"/>
                <a:gd name="T14" fmla="*/ 189 w 169"/>
                <a:gd name="T15" fmla="*/ 141 h 149"/>
                <a:gd name="T16" fmla="*/ 15 w 169"/>
                <a:gd name="T17" fmla="*/ 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9" h="149">
                  <a:moveTo>
                    <a:pt x="15" y="3"/>
                  </a:moveTo>
                  <a:cubicBezTo>
                    <a:pt x="12" y="0"/>
                    <a:pt x="6" y="0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0" y="7"/>
                    <a:pt x="0" y="13"/>
                    <a:pt x="4" y="1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51" y="149"/>
                    <a:pt x="158" y="147"/>
                    <a:pt x="163" y="141"/>
                  </a:cubicBezTo>
                  <a:cubicBezTo>
                    <a:pt x="163" y="141"/>
                    <a:pt x="163" y="141"/>
                    <a:pt x="163" y="141"/>
                  </a:cubicBezTo>
                  <a:cubicBezTo>
                    <a:pt x="168" y="135"/>
                    <a:pt x="169" y="127"/>
                    <a:pt x="165" y="124"/>
                  </a:cubicBezTo>
                  <a:lnTo>
                    <a:pt x="15" y="3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3" name="Freeform 1246">
              <a:extLst>
                <a:ext uri="{FF2B5EF4-FFF2-40B4-BE49-F238E27FC236}">
                  <a16:creationId xmlns:a16="http://schemas.microsoft.com/office/drawing/2014/main" id="{3696AA75-C3C7-4BA2-AD54-044488D49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3423"/>
              <a:ext cx="142" cy="130"/>
            </a:xfrm>
            <a:custGeom>
              <a:avLst/>
              <a:gdLst>
                <a:gd name="T0" fmla="*/ 157 w 139"/>
                <a:gd name="T1" fmla="*/ 145 h 127"/>
                <a:gd name="T2" fmla="*/ 0 w 139"/>
                <a:gd name="T3" fmla="*/ 0 h 127"/>
                <a:gd name="T4" fmla="*/ 157 w 139"/>
                <a:gd name="T5" fmla="*/ 145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127">
                  <a:moveTo>
                    <a:pt x="139" y="12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12" y="81"/>
                    <a:pt x="139" y="127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4" name="Freeform 1247">
              <a:extLst>
                <a:ext uri="{FF2B5EF4-FFF2-40B4-BE49-F238E27FC236}">
                  <a16:creationId xmlns:a16="http://schemas.microsoft.com/office/drawing/2014/main" id="{351B754E-1386-4B5E-B963-F1B81A3B6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537"/>
              <a:ext cx="22" cy="21"/>
            </a:xfrm>
            <a:custGeom>
              <a:avLst/>
              <a:gdLst>
                <a:gd name="T0" fmla="*/ 8 w 22"/>
                <a:gd name="T1" fmla="*/ 21 h 21"/>
                <a:gd name="T2" fmla="*/ 22 w 22"/>
                <a:gd name="T3" fmla="*/ 3 h 21"/>
                <a:gd name="T4" fmla="*/ 7 w 22"/>
                <a:gd name="T5" fmla="*/ 6 h 21"/>
                <a:gd name="T6" fmla="*/ 6 w 22"/>
                <a:gd name="T7" fmla="*/ 2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8" y="21"/>
                  </a:moveTo>
                  <a:cubicBezTo>
                    <a:pt x="0" y="12"/>
                    <a:pt x="16" y="5"/>
                    <a:pt x="22" y="3"/>
                  </a:cubicBezTo>
                  <a:cubicBezTo>
                    <a:pt x="16" y="1"/>
                    <a:pt x="12" y="0"/>
                    <a:pt x="7" y="6"/>
                  </a:cubicBezTo>
                  <a:cubicBezTo>
                    <a:pt x="4" y="11"/>
                    <a:pt x="3" y="16"/>
                    <a:pt x="6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5" name="Freeform 1248">
              <a:extLst>
                <a:ext uri="{FF2B5EF4-FFF2-40B4-BE49-F238E27FC236}">
                  <a16:creationId xmlns:a16="http://schemas.microsoft.com/office/drawing/2014/main" id="{17253F9D-FBDC-42F9-8FBE-4B92B6CFE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412"/>
              <a:ext cx="146" cy="121"/>
            </a:xfrm>
            <a:custGeom>
              <a:avLst/>
              <a:gdLst>
                <a:gd name="T0" fmla="*/ 161 w 143"/>
                <a:gd name="T1" fmla="*/ 136 h 118"/>
                <a:gd name="T2" fmla="*/ 0 w 143"/>
                <a:gd name="T3" fmla="*/ 0 h 118"/>
                <a:gd name="T4" fmla="*/ 161 w 143"/>
                <a:gd name="T5" fmla="*/ 136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18">
                  <a:moveTo>
                    <a:pt x="143" y="11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34" y="116"/>
                    <a:pt x="143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6" name="Freeform 1249">
              <a:extLst>
                <a:ext uri="{FF2B5EF4-FFF2-40B4-BE49-F238E27FC236}">
                  <a16:creationId xmlns:a16="http://schemas.microsoft.com/office/drawing/2014/main" id="{5EC98203-8772-411D-A67B-232C52C11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3409"/>
              <a:ext cx="173" cy="152"/>
            </a:xfrm>
            <a:custGeom>
              <a:avLst/>
              <a:gdLst>
                <a:gd name="T0" fmla="*/ 15 w 169"/>
                <a:gd name="T1" fmla="*/ 3 h 149"/>
                <a:gd name="T2" fmla="*/ 3 w 169"/>
                <a:gd name="T3" fmla="*/ 4 h 149"/>
                <a:gd name="T4" fmla="*/ 3 w 169"/>
                <a:gd name="T5" fmla="*/ 4 h 149"/>
                <a:gd name="T6" fmla="*/ 4 w 169"/>
                <a:gd name="T7" fmla="*/ 17 h 149"/>
                <a:gd name="T8" fmla="*/ 170 w 169"/>
                <a:gd name="T9" fmla="*/ 164 h 149"/>
                <a:gd name="T10" fmla="*/ 187 w 169"/>
                <a:gd name="T11" fmla="*/ 159 h 149"/>
                <a:gd name="T12" fmla="*/ 187 w 169"/>
                <a:gd name="T13" fmla="*/ 159 h 149"/>
                <a:gd name="T14" fmla="*/ 189 w 169"/>
                <a:gd name="T15" fmla="*/ 143 h 149"/>
                <a:gd name="T16" fmla="*/ 15 w 169"/>
                <a:gd name="T17" fmla="*/ 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9" h="149">
                  <a:moveTo>
                    <a:pt x="15" y="3"/>
                  </a:moveTo>
                  <a:cubicBezTo>
                    <a:pt x="12" y="0"/>
                    <a:pt x="6" y="1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0" y="8"/>
                    <a:pt x="0" y="13"/>
                    <a:pt x="4" y="17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51" y="149"/>
                    <a:pt x="158" y="147"/>
                    <a:pt x="163" y="141"/>
                  </a:cubicBezTo>
                  <a:cubicBezTo>
                    <a:pt x="163" y="141"/>
                    <a:pt x="163" y="141"/>
                    <a:pt x="163" y="141"/>
                  </a:cubicBezTo>
                  <a:cubicBezTo>
                    <a:pt x="168" y="135"/>
                    <a:pt x="169" y="128"/>
                    <a:pt x="165" y="125"/>
                  </a:cubicBezTo>
                  <a:lnTo>
                    <a:pt x="15" y="3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7" name="Freeform 1250">
              <a:extLst>
                <a:ext uri="{FF2B5EF4-FFF2-40B4-BE49-F238E27FC236}">
                  <a16:creationId xmlns:a16="http://schemas.microsoft.com/office/drawing/2014/main" id="{48C1A5DB-DA58-4D5D-B1CF-9E8BECA92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561"/>
              <a:ext cx="72" cy="212"/>
            </a:xfrm>
            <a:custGeom>
              <a:avLst/>
              <a:gdLst>
                <a:gd name="T0" fmla="*/ 18 w 71"/>
                <a:gd name="T1" fmla="*/ 7 h 207"/>
                <a:gd name="T2" fmla="*/ 8 w 71"/>
                <a:gd name="T3" fmla="*/ 1 h 207"/>
                <a:gd name="T4" fmla="*/ 8 w 71"/>
                <a:gd name="T5" fmla="*/ 1 h 207"/>
                <a:gd name="T6" fmla="*/ 1 w 71"/>
                <a:gd name="T7" fmla="*/ 12 h 207"/>
                <a:gd name="T8" fmla="*/ 49 w 71"/>
                <a:gd name="T9" fmla="*/ 230 h 207"/>
                <a:gd name="T10" fmla="*/ 64 w 71"/>
                <a:gd name="T11" fmla="*/ 236 h 207"/>
                <a:gd name="T12" fmla="*/ 64 w 71"/>
                <a:gd name="T13" fmla="*/ 236 h 207"/>
                <a:gd name="T14" fmla="*/ 76 w 71"/>
                <a:gd name="T15" fmla="*/ 223 h 207"/>
                <a:gd name="T16" fmla="*/ 18 w 71"/>
                <a:gd name="T17" fmla="*/ 7 h 2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207">
                  <a:moveTo>
                    <a:pt x="18" y="7"/>
                  </a:moveTo>
                  <a:cubicBezTo>
                    <a:pt x="17" y="3"/>
                    <a:pt x="12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2"/>
                    <a:pt x="0" y="7"/>
                    <a:pt x="1" y="12"/>
                  </a:cubicBezTo>
                  <a:cubicBezTo>
                    <a:pt x="43" y="200"/>
                    <a:pt x="43" y="200"/>
                    <a:pt x="43" y="200"/>
                  </a:cubicBezTo>
                  <a:cubicBezTo>
                    <a:pt x="44" y="205"/>
                    <a:pt x="51" y="207"/>
                    <a:pt x="58" y="205"/>
                  </a:cubicBezTo>
                  <a:cubicBezTo>
                    <a:pt x="58" y="205"/>
                    <a:pt x="58" y="205"/>
                    <a:pt x="58" y="205"/>
                  </a:cubicBezTo>
                  <a:cubicBezTo>
                    <a:pt x="66" y="203"/>
                    <a:pt x="71" y="198"/>
                    <a:pt x="70" y="193"/>
                  </a:cubicBezTo>
                  <a:lnTo>
                    <a:pt x="18" y="7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8" name="Freeform 1251">
              <a:extLst>
                <a:ext uri="{FF2B5EF4-FFF2-40B4-BE49-F238E27FC236}">
                  <a16:creationId xmlns:a16="http://schemas.microsoft.com/office/drawing/2014/main" id="{0FC92932-5690-491B-80EA-184DFE2A0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3574"/>
              <a:ext cx="45" cy="187"/>
            </a:xfrm>
            <a:custGeom>
              <a:avLst/>
              <a:gdLst>
                <a:gd name="T0" fmla="*/ 45 w 44"/>
                <a:gd name="T1" fmla="*/ 207 h 183"/>
                <a:gd name="T2" fmla="*/ 0 w 44"/>
                <a:gd name="T3" fmla="*/ 0 h 183"/>
                <a:gd name="T4" fmla="*/ 45 w 44"/>
                <a:gd name="T5" fmla="*/ 207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83">
                  <a:moveTo>
                    <a:pt x="39" y="18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4" y="131"/>
                    <a:pt x="39" y="183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9" name="Freeform 1252">
              <a:extLst>
                <a:ext uri="{FF2B5EF4-FFF2-40B4-BE49-F238E27FC236}">
                  <a16:creationId xmlns:a16="http://schemas.microsoft.com/office/drawing/2014/main" id="{FA65C3F5-C070-4C79-8143-4F2925F4A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3754"/>
              <a:ext cx="23" cy="15"/>
            </a:xfrm>
            <a:custGeom>
              <a:avLst/>
              <a:gdLst>
                <a:gd name="T0" fmla="*/ 1 w 23"/>
                <a:gd name="T1" fmla="*/ 15 h 15"/>
                <a:gd name="T2" fmla="*/ 23 w 23"/>
                <a:gd name="T3" fmla="*/ 9 h 15"/>
                <a:gd name="T4" fmla="*/ 9 w 23"/>
                <a:gd name="T5" fmla="*/ 3 h 15"/>
                <a:gd name="T6" fmla="*/ 0 w 23"/>
                <a:gd name="T7" fmla="*/ 1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1" y="15"/>
                  </a:moveTo>
                  <a:cubicBezTo>
                    <a:pt x="0" y="3"/>
                    <a:pt x="18" y="7"/>
                    <a:pt x="23" y="9"/>
                  </a:cubicBezTo>
                  <a:cubicBezTo>
                    <a:pt x="20" y="4"/>
                    <a:pt x="16" y="0"/>
                    <a:pt x="9" y="3"/>
                  </a:cubicBezTo>
                  <a:cubicBezTo>
                    <a:pt x="4" y="4"/>
                    <a:pt x="0" y="8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0" name="Freeform 1253">
              <a:extLst>
                <a:ext uri="{FF2B5EF4-FFF2-40B4-BE49-F238E27FC236}">
                  <a16:creationId xmlns:a16="http://schemas.microsoft.com/office/drawing/2014/main" id="{36765373-A235-4A16-9A8B-DDD46A6B7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3568"/>
              <a:ext cx="49" cy="184"/>
            </a:xfrm>
            <a:custGeom>
              <a:avLst/>
              <a:gdLst>
                <a:gd name="T0" fmla="*/ 54 w 48"/>
                <a:gd name="T1" fmla="*/ 211 h 179"/>
                <a:gd name="T2" fmla="*/ 0 w 48"/>
                <a:gd name="T3" fmla="*/ 0 h 179"/>
                <a:gd name="T4" fmla="*/ 54 w 48"/>
                <a:gd name="T5" fmla="*/ 211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79">
                  <a:moveTo>
                    <a:pt x="48" y="17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2" y="173"/>
                    <a:pt x="48" y="1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1" name="Freeform 1254">
              <a:extLst>
                <a:ext uri="{FF2B5EF4-FFF2-40B4-BE49-F238E27FC236}">
                  <a16:creationId xmlns:a16="http://schemas.microsoft.com/office/drawing/2014/main" id="{FBDE3D10-1784-4D52-886E-6899D3B8A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561"/>
              <a:ext cx="72" cy="212"/>
            </a:xfrm>
            <a:custGeom>
              <a:avLst/>
              <a:gdLst>
                <a:gd name="T0" fmla="*/ 18 w 71"/>
                <a:gd name="T1" fmla="*/ 8 h 207"/>
                <a:gd name="T2" fmla="*/ 7 w 71"/>
                <a:gd name="T3" fmla="*/ 1 h 207"/>
                <a:gd name="T4" fmla="*/ 7 w 71"/>
                <a:gd name="T5" fmla="*/ 1 h 207"/>
                <a:gd name="T6" fmla="*/ 1 w 71"/>
                <a:gd name="T7" fmla="*/ 12 h 207"/>
                <a:gd name="T8" fmla="*/ 48 w 71"/>
                <a:gd name="T9" fmla="*/ 230 h 207"/>
                <a:gd name="T10" fmla="*/ 64 w 71"/>
                <a:gd name="T11" fmla="*/ 237 h 207"/>
                <a:gd name="T12" fmla="*/ 64 w 71"/>
                <a:gd name="T13" fmla="*/ 237 h 207"/>
                <a:gd name="T14" fmla="*/ 76 w 71"/>
                <a:gd name="T15" fmla="*/ 224 h 207"/>
                <a:gd name="T16" fmla="*/ 18 w 71"/>
                <a:gd name="T17" fmla="*/ 8 h 2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207">
                  <a:moveTo>
                    <a:pt x="18" y="8"/>
                  </a:moveTo>
                  <a:cubicBezTo>
                    <a:pt x="17" y="3"/>
                    <a:pt x="12" y="0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3" y="2"/>
                    <a:pt x="0" y="7"/>
                    <a:pt x="1" y="12"/>
                  </a:cubicBezTo>
                  <a:cubicBezTo>
                    <a:pt x="42" y="200"/>
                    <a:pt x="42" y="200"/>
                    <a:pt x="42" y="200"/>
                  </a:cubicBezTo>
                  <a:cubicBezTo>
                    <a:pt x="43" y="205"/>
                    <a:pt x="51" y="207"/>
                    <a:pt x="58" y="206"/>
                  </a:cubicBezTo>
                  <a:cubicBezTo>
                    <a:pt x="58" y="206"/>
                    <a:pt x="58" y="206"/>
                    <a:pt x="58" y="206"/>
                  </a:cubicBezTo>
                  <a:cubicBezTo>
                    <a:pt x="66" y="204"/>
                    <a:pt x="71" y="198"/>
                    <a:pt x="70" y="194"/>
                  </a:cubicBezTo>
                  <a:lnTo>
                    <a:pt x="18" y="8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1" name="herpes-simplex-virus-diagram">
            <a:extLst>
              <a:ext uri="{FF2B5EF4-FFF2-40B4-BE49-F238E27FC236}">
                <a16:creationId xmlns:a16="http://schemas.microsoft.com/office/drawing/2014/main" id="{D3D00879-C395-4BE2-8175-477EF6EBAEF9}"/>
              </a:ext>
            </a:extLst>
          </p:cNvPr>
          <p:cNvGrpSpPr>
            <a:grpSpLocks/>
          </p:cNvGrpSpPr>
          <p:nvPr/>
        </p:nvGrpSpPr>
        <p:grpSpPr bwMode="auto">
          <a:xfrm>
            <a:off x="8020050" y="2495550"/>
            <a:ext cx="1900238" cy="2651125"/>
            <a:chOff x="4092" y="1572"/>
            <a:chExt cx="1197" cy="1670"/>
          </a:xfrm>
        </p:grpSpPr>
        <p:grpSp>
          <p:nvGrpSpPr>
            <p:cNvPr id="34879" name="Group 1256">
              <a:extLst>
                <a:ext uri="{FF2B5EF4-FFF2-40B4-BE49-F238E27FC236}">
                  <a16:creationId xmlns:a16="http://schemas.microsoft.com/office/drawing/2014/main" id="{D8E0D7DA-CD17-4492-B24F-A5E2FDB97B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92" y="1572"/>
              <a:ext cx="1197" cy="1667"/>
              <a:chOff x="4092" y="1572"/>
              <a:chExt cx="1197" cy="1667"/>
            </a:xfrm>
          </p:grpSpPr>
          <p:sp>
            <p:nvSpPr>
              <p:cNvPr id="34896" name="Freeform 1257">
                <a:extLst>
                  <a:ext uri="{FF2B5EF4-FFF2-40B4-BE49-F238E27FC236}">
                    <a16:creationId xmlns:a16="http://schemas.microsoft.com/office/drawing/2014/main" id="{D6ADFCD1-A9BB-4591-BF37-86D2EAB18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650"/>
                <a:ext cx="969" cy="1518"/>
              </a:xfrm>
              <a:custGeom>
                <a:avLst/>
                <a:gdLst>
                  <a:gd name="T0" fmla="*/ 561 w 941"/>
                  <a:gd name="T1" fmla="*/ 1734 h 1478"/>
                  <a:gd name="T2" fmla="*/ 1123 w 941"/>
                  <a:gd name="T3" fmla="*/ 855 h 1478"/>
                  <a:gd name="T4" fmla="*/ 561 w 941"/>
                  <a:gd name="T5" fmla="*/ 0 h 1478"/>
                  <a:gd name="T6" fmla="*/ 560 w 941"/>
                  <a:gd name="T7" fmla="*/ 0 h 1478"/>
                  <a:gd name="T8" fmla="*/ 0 w 941"/>
                  <a:gd name="T9" fmla="*/ 855 h 1478"/>
                  <a:gd name="T10" fmla="*/ 560 w 941"/>
                  <a:gd name="T11" fmla="*/ 1734 h 1478"/>
                  <a:gd name="T12" fmla="*/ 561 w 941"/>
                  <a:gd name="T13" fmla="*/ 1734 h 14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1" h="1478">
                    <a:moveTo>
                      <a:pt x="471" y="1478"/>
                    </a:moveTo>
                    <a:cubicBezTo>
                      <a:pt x="471" y="1478"/>
                      <a:pt x="941" y="1230"/>
                      <a:pt x="941" y="728"/>
                    </a:cubicBezTo>
                    <a:cubicBezTo>
                      <a:pt x="941" y="226"/>
                      <a:pt x="471" y="0"/>
                      <a:pt x="471" y="0"/>
                    </a:cubicBezTo>
                    <a:cubicBezTo>
                      <a:pt x="470" y="0"/>
                      <a:pt x="470" y="0"/>
                      <a:pt x="470" y="0"/>
                    </a:cubicBezTo>
                    <a:cubicBezTo>
                      <a:pt x="470" y="0"/>
                      <a:pt x="0" y="226"/>
                      <a:pt x="0" y="728"/>
                    </a:cubicBezTo>
                    <a:cubicBezTo>
                      <a:pt x="0" y="1230"/>
                      <a:pt x="470" y="1478"/>
                      <a:pt x="470" y="1478"/>
                    </a:cubicBezTo>
                    <a:lnTo>
                      <a:pt x="471" y="1478"/>
                    </a:lnTo>
                    <a:close/>
                  </a:path>
                </a:pathLst>
              </a:custGeom>
              <a:solidFill>
                <a:srgbClr val="F49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7" name="Freeform 1258">
                <a:extLst>
                  <a:ext uri="{FF2B5EF4-FFF2-40B4-BE49-F238E27FC236}">
                    <a16:creationId xmlns:a16="http://schemas.microsoft.com/office/drawing/2014/main" id="{B5DBE69B-8B81-4719-9185-056089692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280"/>
                <a:ext cx="59" cy="43"/>
              </a:xfrm>
              <a:custGeom>
                <a:avLst/>
                <a:gdLst>
                  <a:gd name="T0" fmla="*/ 62 w 57"/>
                  <a:gd name="T1" fmla="*/ 29 h 42"/>
                  <a:gd name="T2" fmla="*/ 68 w 57"/>
                  <a:gd name="T3" fmla="*/ 40 h 42"/>
                  <a:gd name="T4" fmla="*/ 68 w 57"/>
                  <a:gd name="T5" fmla="*/ 40 h 42"/>
                  <a:gd name="T6" fmla="*/ 57 w 57"/>
                  <a:gd name="T7" fmla="*/ 46 h 42"/>
                  <a:gd name="T8" fmla="*/ 6 w 57"/>
                  <a:gd name="T9" fmla="*/ 34 h 42"/>
                  <a:gd name="T10" fmla="*/ 2 w 57"/>
                  <a:gd name="T11" fmla="*/ 12 h 42"/>
                  <a:gd name="T12" fmla="*/ 2 w 57"/>
                  <a:gd name="T13" fmla="*/ 12 h 42"/>
                  <a:gd name="T14" fmla="*/ 21 w 57"/>
                  <a:gd name="T15" fmla="*/ 1 h 42"/>
                  <a:gd name="T16" fmla="*/ 62 w 57"/>
                  <a:gd name="T17" fmla="*/ 29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42">
                    <a:moveTo>
                      <a:pt x="50" y="23"/>
                    </a:moveTo>
                    <a:cubicBezTo>
                      <a:pt x="55" y="25"/>
                      <a:pt x="57" y="30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4" y="39"/>
                      <a:pt x="49" y="42"/>
                      <a:pt x="45" y="40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2" y="27"/>
                      <a:pt x="0" y="20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5"/>
                      <a:pt x="10" y="0"/>
                      <a:pt x="15" y="1"/>
                    </a:cubicBezTo>
                    <a:lnTo>
                      <a:pt x="50" y="2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8" name="Freeform 1259">
                <a:extLst>
                  <a:ext uri="{FF2B5EF4-FFF2-40B4-BE49-F238E27FC236}">
                    <a16:creationId xmlns:a16="http://schemas.microsoft.com/office/drawing/2014/main" id="{D194864B-DAA1-4E38-9771-D4E797E2D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305"/>
                <a:ext cx="55" cy="13"/>
              </a:xfrm>
              <a:custGeom>
                <a:avLst/>
                <a:gdLst>
                  <a:gd name="T0" fmla="*/ 0 w 54"/>
                  <a:gd name="T1" fmla="*/ 2 h 12"/>
                  <a:gd name="T2" fmla="*/ 40 w 54"/>
                  <a:gd name="T3" fmla="*/ 18 h 12"/>
                  <a:gd name="T4" fmla="*/ 0 w 54"/>
                  <a:gd name="T5" fmla="*/ 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2">
                    <a:moveTo>
                      <a:pt x="0" y="2"/>
                    </a:move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54" y="0"/>
                      <a:pt x="0" y="2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9" name="Freeform 1260">
                <a:extLst>
                  <a:ext uri="{FF2B5EF4-FFF2-40B4-BE49-F238E27FC236}">
                    <a16:creationId xmlns:a16="http://schemas.microsoft.com/office/drawing/2014/main" id="{120DF49E-2CA9-4AC2-9B20-8D2677A4C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283"/>
                <a:ext cx="16" cy="23"/>
              </a:xfrm>
              <a:custGeom>
                <a:avLst/>
                <a:gdLst>
                  <a:gd name="T0" fmla="*/ 0 w 15"/>
                  <a:gd name="T1" fmla="*/ 21 h 23"/>
                  <a:gd name="T2" fmla="*/ 7 w 15"/>
                  <a:gd name="T3" fmla="*/ 0 h 23"/>
                  <a:gd name="T4" fmla="*/ 18 w 15"/>
                  <a:gd name="T5" fmla="*/ 14 h 23"/>
                  <a:gd name="T6" fmla="*/ 1 w 15"/>
                  <a:gd name="T7" fmla="*/ 2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0" y="21"/>
                    </a:moveTo>
                    <a:cubicBezTo>
                      <a:pt x="11" y="23"/>
                      <a:pt x="9" y="5"/>
                      <a:pt x="7" y="0"/>
                    </a:cubicBezTo>
                    <a:cubicBezTo>
                      <a:pt x="12" y="4"/>
                      <a:pt x="15" y="7"/>
                      <a:pt x="12" y="14"/>
                    </a:cubicBezTo>
                    <a:cubicBezTo>
                      <a:pt x="10" y="19"/>
                      <a:pt x="6" y="23"/>
                      <a:pt x="1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0" name="Freeform 1261">
                <a:extLst>
                  <a:ext uri="{FF2B5EF4-FFF2-40B4-BE49-F238E27FC236}">
                    <a16:creationId xmlns:a16="http://schemas.microsoft.com/office/drawing/2014/main" id="{E057CEAC-DD77-4D8D-9F55-ABDB433F2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285"/>
                <a:ext cx="29" cy="18"/>
              </a:xfrm>
              <a:custGeom>
                <a:avLst/>
                <a:gdLst>
                  <a:gd name="T0" fmla="*/ 0 w 28"/>
                  <a:gd name="T1" fmla="*/ 0 h 18"/>
                  <a:gd name="T2" fmla="*/ 34 w 28"/>
                  <a:gd name="T3" fmla="*/ 18 h 18"/>
                  <a:gd name="T4" fmla="*/ 0 w 2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6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1" name="Freeform 1262">
                <a:extLst>
                  <a:ext uri="{FF2B5EF4-FFF2-40B4-BE49-F238E27FC236}">
                    <a16:creationId xmlns:a16="http://schemas.microsoft.com/office/drawing/2014/main" id="{D1D4741E-C8E2-431D-8C58-3A8344584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280"/>
                <a:ext cx="60" cy="43"/>
              </a:xfrm>
              <a:custGeom>
                <a:avLst/>
                <a:gdLst>
                  <a:gd name="T0" fmla="*/ 63 w 58"/>
                  <a:gd name="T1" fmla="*/ 30 h 42"/>
                  <a:gd name="T2" fmla="*/ 68 w 58"/>
                  <a:gd name="T3" fmla="*/ 41 h 42"/>
                  <a:gd name="T4" fmla="*/ 68 w 58"/>
                  <a:gd name="T5" fmla="*/ 41 h 42"/>
                  <a:gd name="T6" fmla="*/ 57 w 58"/>
                  <a:gd name="T7" fmla="*/ 46 h 42"/>
                  <a:gd name="T8" fmla="*/ 7 w 58"/>
                  <a:gd name="T9" fmla="*/ 35 h 42"/>
                  <a:gd name="T10" fmla="*/ 3 w 58"/>
                  <a:gd name="T11" fmla="*/ 12 h 42"/>
                  <a:gd name="T12" fmla="*/ 3 w 58"/>
                  <a:gd name="T13" fmla="*/ 12 h 42"/>
                  <a:gd name="T14" fmla="*/ 21 w 58"/>
                  <a:gd name="T15" fmla="*/ 1 h 42"/>
                  <a:gd name="T16" fmla="*/ 63 w 58"/>
                  <a:gd name="T17" fmla="*/ 3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42">
                    <a:moveTo>
                      <a:pt x="51" y="24"/>
                    </a:moveTo>
                    <a:cubicBezTo>
                      <a:pt x="55" y="25"/>
                      <a:pt x="58" y="30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5" y="39"/>
                      <a:pt x="50" y="42"/>
                      <a:pt x="45" y="40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2" y="27"/>
                      <a:pt x="0" y="20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5"/>
                      <a:pt x="11" y="0"/>
                      <a:pt x="15" y="1"/>
                    </a:cubicBezTo>
                    <a:lnTo>
                      <a:pt x="51" y="2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2" name="Freeform 1263">
                <a:extLst>
                  <a:ext uri="{FF2B5EF4-FFF2-40B4-BE49-F238E27FC236}">
                    <a16:creationId xmlns:a16="http://schemas.microsoft.com/office/drawing/2014/main" id="{CC10304C-D791-43A7-A736-7BEF0710E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044"/>
                <a:ext cx="50" cy="56"/>
              </a:xfrm>
              <a:custGeom>
                <a:avLst/>
                <a:gdLst>
                  <a:gd name="T0" fmla="*/ 51 w 49"/>
                  <a:gd name="T1" fmla="*/ 47 h 54"/>
                  <a:gd name="T2" fmla="*/ 52 w 49"/>
                  <a:gd name="T3" fmla="*/ 63 h 54"/>
                  <a:gd name="T4" fmla="*/ 52 w 49"/>
                  <a:gd name="T5" fmla="*/ 63 h 54"/>
                  <a:gd name="T6" fmla="*/ 40 w 49"/>
                  <a:gd name="T7" fmla="*/ 63 h 54"/>
                  <a:gd name="T8" fmla="*/ 4 w 49"/>
                  <a:gd name="T9" fmla="*/ 30 h 54"/>
                  <a:gd name="T10" fmla="*/ 7 w 49"/>
                  <a:gd name="T11" fmla="*/ 8 h 54"/>
                  <a:gd name="T12" fmla="*/ 7 w 49"/>
                  <a:gd name="T13" fmla="*/ 8 h 54"/>
                  <a:gd name="T14" fmla="*/ 23 w 49"/>
                  <a:gd name="T15" fmla="*/ 3 h 54"/>
                  <a:gd name="T16" fmla="*/ 51 w 49"/>
                  <a:gd name="T17" fmla="*/ 47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4">
                    <a:moveTo>
                      <a:pt x="45" y="38"/>
                    </a:moveTo>
                    <a:cubicBezTo>
                      <a:pt x="49" y="41"/>
                      <a:pt x="49" y="47"/>
                      <a:pt x="46" y="51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3" y="54"/>
                      <a:pt x="37" y="54"/>
                      <a:pt x="34" y="51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0" y="21"/>
                      <a:pt x="2" y="13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2"/>
                      <a:pt x="20" y="0"/>
                      <a:pt x="23" y="3"/>
                    </a:cubicBezTo>
                    <a:lnTo>
                      <a:pt x="45" y="3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3" name="Freeform 1264">
                <a:extLst>
                  <a:ext uri="{FF2B5EF4-FFF2-40B4-BE49-F238E27FC236}">
                    <a16:creationId xmlns:a16="http://schemas.microsoft.com/office/drawing/2014/main" id="{8B92B391-B206-4FDA-973A-92D737043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070"/>
                <a:ext cx="51" cy="24"/>
              </a:xfrm>
              <a:custGeom>
                <a:avLst/>
                <a:gdLst>
                  <a:gd name="T0" fmla="*/ 0 w 49"/>
                  <a:gd name="T1" fmla="*/ 0 h 23"/>
                  <a:gd name="T2" fmla="*/ 32 w 49"/>
                  <a:gd name="T3" fmla="*/ 29 h 23"/>
                  <a:gd name="T4" fmla="*/ 0 w 49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3">
                    <a:moveTo>
                      <a:pt x="0" y="0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49" y="21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4" name="Freeform 1265">
                <a:extLst>
                  <a:ext uri="{FF2B5EF4-FFF2-40B4-BE49-F238E27FC236}">
                    <a16:creationId xmlns:a16="http://schemas.microsoft.com/office/drawing/2014/main" id="{5AB835F6-BCF1-4814-BC94-C7555EEB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048"/>
                <a:ext cx="19" cy="23"/>
              </a:xfrm>
              <a:custGeom>
                <a:avLst/>
                <a:gdLst>
                  <a:gd name="T0" fmla="*/ 0 w 19"/>
                  <a:gd name="T1" fmla="*/ 16 h 23"/>
                  <a:gd name="T2" fmla="*/ 15 w 19"/>
                  <a:gd name="T3" fmla="*/ 0 h 23"/>
                  <a:gd name="T4" fmla="*/ 14 w 19"/>
                  <a:gd name="T5" fmla="*/ 15 h 23"/>
                  <a:gd name="T6" fmla="*/ 0 w 19"/>
                  <a:gd name="T7" fmla="*/ 1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16"/>
                    </a:moveTo>
                    <a:cubicBezTo>
                      <a:pt x="9" y="23"/>
                      <a:pt x="14" y="6"/>
                      <a:pt x="15" y="0"/>
                    </a:cubicBezTo>
                    <a:cubicBezTo>
                      <a:pt x="18" y="5"/>
                      <a:pt x="19" y="10"/>
                      <a:pt x="14" y="15"/>
                    </a:cubicBezTo>
                    <a:cubicBezTo>
                      <a:pt x="10" y="19"/>
                      <a:pt x="5" y="21"/>
                      <a:pt x="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5" name="Freeform 1266">
                <a:extLst>
                  <a:ext uri="{FF2B5EF4-FFF2-40B4-BE49-F238E27FC236}">
                    <a16:creationId xmlns:a16="http://schemas.microsoft.com/office/drawing/2014/main" id="{D24FB261-3A01-41BA-9E33-78C735748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055"/>
                <a:ext cx="17" cy="29"/>
              </a:xfrm>
              <a:custGeom>
                <a:avLst/>
                <a:gdLst>
                  <a:gd name="T0" fmla="*/ 0 w 17"/>
                  <a:gd name="T1" fmla="*/ 0 h 28"/>
                  <a:gd name="T2" fmla="*/ 17 w 17"/>
                  <a:gd name="T3" fmla="*/ 34 h 28"/>
                  <a:gd name="T4" fmla="*/ 0 w 17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0" y="0"/>
                    </a:move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3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6" name="Freeform 1267">
                <a:extLst>
                  <a:ext uri="{FF2B5EF4-FFF2-40B4-BE49-F238E27FC236}">
                    <a16:creationId xmlns:a16="http://schemas.microsoft.com/office/drawing/2014/main" id="{350B2856-8613-4591-9CBD-539099661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044"/>
                <a:ext cx="50" cy="56"/>
              </a:xfrm>
              <a:custGeom>
                <a:avLst/>
                <a:gdLst>
                  <a:gd name="T0" fmla="*/ 51 w 49"/>
                  <a:gd name="T1" fmla="*/ 47 h 54"/>
                  <a:gd name="T2" fmla="*/ 52 w 49"/>
                  <a:gd name="T3" fmla="*/ 63 h 54"/>
                  <a:gd name="T4" fmla="*/ 52 w 49"/>
                  <a:gd name="T5" fmla="*/ 63 h 54"/>
                  <a:gd name="T6" fmla="*/ 39 w 49"/>
                  <a:gd name="T7" fmla="*/ 63 h 54"/>
                  <a:gd name="T8" fmla="*/ 4 w 49"/>
                  <a:gd name="T9" fmla="*/ 30 h 54"/>
                  <a:gd name="T10" fmla="*/ 7 w 49"/>
                  <a:gd name="T11" fmla="*/ 8 h 54"/>
                  <a:gd name="T12" fmla="*/ 7 w 49"/>
                  <a:gd name="T13" fmla="*/ 8 h 54"/>
                  <a:gd name="T14" fmla="*/ 23 w 49"/>
                  <a:gd name="T15" fmla="*/ 3 h 54"/>
                  <a:gd name="T16" fmla="*/ 51 w 49"/>
                  <a:gd name="T17" fmla="*/ 47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4">
                    <a:moveTo>
                      <a:pt x="45" y="38"/>
                    </a:moveTo>
                    <a:cubicBezTo>
                      <a:pt x="49" y="41"/>
                      <a:pt x="49" y="47"/>
                      <a:pt x="46" y="51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2" y="54"/>
                      <a:pt x="37" y="54"/>
                      <a:pt x="33" y="51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0" y="21"/>
                      <a:pt x="1" y="14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2"/>
                      <a:pt x="19" y="0"/>
                      <a:pt x="23" y="3"/>
                    </a:cubicBezTo>
                    <a:lnTo>
                      <a:pt x="45" y="3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7" name="Freeform 1268">
                <a:extLst>
                  <a:ext uri="{FF2B5EF4-FFF2-40B4-BE49-F238E27FC236}">
                    <a16:creationId xmlns:a16="http://schemas.microsoft.com/office/drawing/2014/main" id="{C00233F4-D259-4DAF-92C7-D93845FE9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516"/>
                <a:ext cx="60" cy="30"/>
              </a:xfrm>
              <a:custGeom>
                <a:avLst/>
                <a:gdLst>
                  <a:gd name="T0" fmla="*/ 61 w 58"/>
                  <a:gd name="T1" fmla="*/ 9 h 29"/>
                  <a:gd name="T2" fmla="*/ 70 w 58"/>
                  <a:gd name="T3" fmla="*/ 23 h 29"/>
                  <a:gd name="T4" fmla="*/ 70 w 58"/>
                  <a:gd name="T5" fmla="*/ 23 h 29"/>
                  <a:gd name="T6" fmla="*/ 62 w 58"/>
                  <a:gd name="T7" fmla="*/ 33 h 29"/>
                  <a:gd name="T8" fmla="*/ 10 w 58"/>
                  <a:gd name="T9" fmla="*/ 34 h 29"/>
                  <a:gd name="T10" fmla="*/ 0 w 58"/>
                  <a:gd name="T11" fmla="*/ 21 h 29"/>
                  <a:gd name="T12" fmla="*/ 0 w 58"/>
                  <a:gd name="T13" fmla="*/ 21 h 29"/>
                  <a:gd name="T14" fmla="*/ 8 w 58"/>
                  <a:gd name="T15" fmla="*/ 0 h 29"/>
                  <a:gd name="T16" fmla="*/ 61 w 58"/>
                  <a:gd name="T17" fmla="*/ 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29">
                    <a:moveTo>
                      <a:pt x="49" y="9"/>
                    </a:moveTo>
                    <a:cubicBezTo>
                      <a:pt x="54" y="9"/>
                      <a:pt x="58" y="13"/>
                      <a:pt x="58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22"/>
                      <a:pt x="55" y="27"/>
                      <a:pt x="50" y="27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5" y="29"/>
                      <a:pt x="0" y="2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3" y="0"/>
                      <a:pt x="8" y="0"/>
                    </a:cubicBezTo>
                    <a:lnTo>
                      <a:pt x="49" y="9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8" name="Freeform 1269">
                <a:extLst>
                  <a:ext uri="{FF2B5EF4-FFF2-40B4-BE49-F238E27FC236}">
                    <a16:creationId xmlns:a16="http://schemas.microsoft.com/office/drawing/2014/main" id="{03515054-066B-46C2-9CC9-DCA224145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522"/>
                <a:ext cx="51" cy="20"/>
              </a:xfrm>
              <a:custGeom>
                <a:avLst/>
                <a:gdLst>
                  <a:gd name="T0" fmla="*/ 0 w 49"/>
                  <a:gd name="T1" fmla="*/ 25 h 19"/>
                  <a:gd name="T2" fmla="*/ 45 w 49"/>
                  <a:gd name="T3" fmla="*/ 24 h 19"/>
                  <a:gd name="T4" fmla="*/ 0 w 49"/>
                  <a:gd name="T5" fmla="*/ 2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9">
                    <a:moveTo>
                      <a:pt x="0" y="19"/>
                    </a:move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8"/>
                      <a:pt x="49" y="0"/>
                      <a:pt x="0" y="19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9" name="Freeform 1270">
                <a:extLst>
                  <a:ext uri="{FF2B5EF4-FFF2-40B4-BE49-F238E27FC236}">
                    <a16:creationId xmlns:a16="http://schemas.microsoft.com/office/drawing/2014/main" id="{CB167D34-EB43-47C6-B70B-D84B77FCF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519"/>
                <a:ext cx="13" cy="24"/>
              </a:xfrm>
              <a:custGeom>
                <a:avLst/>
                <a:gdLst>
                  <a:gd name="T0" fmla="*/ 1 w 12"/>
                  <a:gd name="T1" fmla="*/ 28 h 23"/>
                  <a:gd name="T2" fmla="*/ 0 w 12"/>
                  <a:gd name="T3" fmla="*/ 0 h 23"/>
                  <a:gd name="T4" fmla="*/ 16 w 12"/>
                  <a:gd name="T5" fmla="*/ 18 h 23"/>
                  <a:gd name="T6" fmla="*/ 2 w 12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1" y="22"/>
                    </a:moveTo>
                    <a:cubicBezTo>
                      <a:pt x="12" y="20"/>
                      <a:pt x="4" y="4"/>
                      <a:pt x="0" y="0"/>
                    </a:cubicBezTo>
                    <a:cubicBezTo>
                      <a:pt x="6" y="2"/>
                      <a:pt x="11" y="4"/>
                      <a:pt x="10" y="12"/>
                    </a:cubicBezTo>
                    <a:cubicBezTo>
                      <a:pt x="10" y="17"/>
                      <a:pt x="8" y="22"/>
                      <a:pt x="2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0" name="Freeform 1271">
                <a:extLst>
                  <a:ext uri="{FF2B5EF4-FFF2-40B4-BE49-F238E27FC236}">
                    <a16:creationId xmlns:a16="http://schemas.microsoft.com/office/drawing/2014/main" id="{7A342077-377C-4F79-8B1D-0069B3267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517"/>
                <a:ext cx="34" cy="8"/>
              </a:xfrm>
              <a:custGeom>
                <a:avLst/>
                <a:gdLst>
                  <a:gd name="T0" fmla="*/ 0 w 33"/>
                  <a:gd name="T1" fmla="*/ 0 h 8"/>
                  <a:gd name="T2" fmla="*/ 39 w 33"/>
                  <a:gd name="T3" fmla="*/ 8 h 8"/>
                  <a:gd name="T4" fmla="*/ 0 w 3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8">
                    <a:moveTo>
                      <a:pt x="0" y="0"/>
                    </a:move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9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1" name="Freeform 1272">
                <a:extLst>
                  <a:ext uri="{FF2B5EF4-FFF2-40B4-BE49-F238E27FC236}">
                    <a16:creationId xmlns:a16="http://schemas.microsoft.com/office/drawing/2014/main" id="{EE332DF1-7C78-445D-9146-724EC9B43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516"/>
                <a:ext cx="61" cy="30"/>
              </a:xfrm>
              <a:custGeom>
                <a:avLst/>
                <a:gdLst>
                  <a:gd name="T0" fmla="*/ 62 w 59"/>
                  <a:gd name="T1" fmla="*/ 9 h 29"/>
                  <a:gd name="T2" fmla="*/ 71 w 59"/>
                  <a:gd name="T3" fmla="*/ 24 h 29"/>
                  <a:gd name="T4" fmla="*/ 71 w 59"/>
                  <a:gd name="T5" fmla="*/ 24 h 29"/>
                  <a:gd name="T6" fmla="*/ 63 w 59"/>
                  <a:gd name="T7" fmla="*/ 33 h 29"/>
                  <a:gd name="T8" fmla="*/ 10 w 59"/>
                  <a:gd name="T9" fmla="*/ 35 h 29"/>
                  <a:gd name="T10" fmla="*/ 1 w 59"/>
                  <a:gd name="T11" fmla="*/ 21 h 29"/>
                  <a:gd name="T12" fmla="*/ 1 w 59"/>
                  <a:gd name="T13" fmla="*/ 21 h 29"/>
                  <a:gd name="T14" fmla="*/ 9 w 59"/>
                  <a:gd name="T15" fmla="*/ 0 h 29"/>
                  <a:gd name="T16" fmla="*/ 62 w 59"/>
                  <a:gd name="T17" fmla="*/ 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29">
                    <a:moveTo>
                      <a:pt x="50" y="9"/>
                    </a:moveTo>
                    <a:cubicBezTo>
                      <a:pt x="55" y="9"/>
                      <a:pt x="59" y="13"/>
                      <a:pt x="59" y="18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23"/>
                      <a:pt x="55" y="27"/>
                      <a:pt x="51" y="27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6" y="29"/>
                      <a:pt x="1" y="23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7"/>
                      <a:pt x="4" y="1"/>
                      <a:pt x="9" y="0"/>
                    </a:cubicBezTo>
                    <a:lnTo>
                      <a:pt x="50" y="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2" name="Freeform 1273">
                <a:extLst>
                  <a:ext uri="{FF2B5EF4-FFF2-40B4-BE49-F238E27FC236}">
                    <a16:creationId xmlns:a16="http://schemas.microsoft.com/office/drawing/2014/main" id="{378EED65-520D-4A61-BA59-07CBE7B7B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708"/>
                <a:ext cx="61" cy="39"/>
              </a:xfrm>
              <a:custGeom>
                <a:avLst/>
                <a:gdLst>
                  <a:gd name="T0" fmla="*/ 52 w 60"/>
                  <a:gd name="T1" fmla="*/ 2 h 38"/>
                  <a:gd name="T2" fmla="*/ 64 w 60"/>
                  <a:gd name="T3" fmla="*/ 6 h 38"/>
                  <a:gd name="T4" fmla="*/ 64 w 60"/>
                  <a:gd name="T5" fmla="*/ 6 h 38"/>
                  <a:gd name="T6" fmla="*/ 60 w 60"/>
                  <a:gd name="T7" fmla="*/ 18 h 38"/>
                  <a:gd name="T8" fmla="*/ 18 w 60"/>
                  <a:gd name="T9" fmla="*/ 42 h 38"/>
                  <a:gd name="T10" fmla="*/ 4 w 60"/>
                  <a:gd name="T11" fmla="*/ 33 h 38"/>
                  <a:gd name="T12" fmla="*/ 4 w 60"/>
                  <a:gd name="T13" fmla="*/ 33 h 38"/>
                  <a:gd name="T14" fmla="*/ 5 w 60"/>
                  <a:gd name="T15" fmla="*/ 11 h 38"/>
                  <a:gd name="T16" fmla="*/ 52 w 60"/>
                  <a:gd name="T17" fmla="*/ 2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38">
                    <a:moveTo>
                      <a:pt x="46" y="2"/>
                    </a:moveTo>
                    <a:cubicBezTo>
                      <a:pt x="50" y="0"/>
                      <a:pt x="55" y="1"/>
                      <a:pt x="58" y="6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60" y="10"/>
                      <a:pt x="58" y="15"/>
                      <a:pt x="54" y="1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8"/>
                      <a:pt x="7" y="34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0" y="20"/>
                      <a:pt x="1" y="13"/>
                      <a:pt x="5" y="11"/>
                    </a:cubicBezTo>
                    <a:lnTo>
                      <a:pt x="46" y="2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3" name="Freeform 1274">
                <a:extLst>
                  <a:ext uri="{FF2B5EF4-FFF2-40B4-BE49-F238E27FC236}">
                    <a16:creationId xmlns:a16="http://schemas.microsoft.com/office/drawing/2014/main" id="{24368A98-957E-4A0F-8587-850AAE1DB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701"/>
                <a:ext cx="37" cy="39"/>
              </a:xfrm>
              <a:custGeom>
                <a:avLst/>
                <a:gdLst>
                  <a:gd name="T0" fmla="*/ 0 w 36"/>
                  <a:gd name="T1" fmla="*/ 44 h 38"/>
                  <a:gd name="T2" fmla="*/ 37 w 36"/>
                  <a:gd name="T3" fmla="*/ 28 h 38"/>
                  <a:gd name="T4" fmla="*/ 0 w 36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8">
                    <a:moveTo>
                      <a:pt x="0" y="38"/>
                    </a:move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6" y="0"/>
                      <a:pt x="0" y="38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4" name="Freeform 1275">
                <a:extLst>
                  <a:ext uri="{FF2B5EF4-FFF2-40B4-BE49-F238E27FC236}">
                    <a16:creationId xmlns:a16="http://schemas.microsoft.com/office/drawing/2014/main" id="{A6E0245E-20CC-436A-AEA0-7164DE070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721"/>
                <a:ext cx="20" cy="23"/>
              </a:xfrm>
              <a:custGeom>
                <a:avLst/>
                <a:gdLst>
                  <a:gd name="T0" fmla="*/ 11 w 20"/>
                  <a:gd name="T1" fmla="*/ 28 h 22"/>
                  <a:gd name="T2" fmla="*/ 0 w 20"/>
                  <a:gd name="T3" fmla="*/ 1 h 22"/>
                  <a:gd name="T4" fmla="*/ 14 w 20"/>
                  <a:gd name="T5" fmla="*/ 8 h 22"/>
                  <a:gd name="T6" fmla="*/ 12 w 20"/>
                  <a:gd name="T7" fmla="*/ 2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11" y="22"/>
                    </a:moveTo>
                    <a:cubicBezTo>
                      <a:pt x="20" y="15"/>
                      <a:pt x="6" y="4"/>
                      <a:pt x="0" y="1"/>
                    </a:cubicBezTo>
                    <a:cubicBezTo>
                      <a:pt x="7" y="0"/>
                      <a:pt x="11" y="1"/>
                      <a:pt x="14" y="8"/>
                    </a:cubicBezTo>
                    <a:cubicBezTo>
                      <a:pt x="16" y="13"/>
                      <a:pt x="16" y="18"/>
                      <a:pt x="12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5" name="Freeform 1276">
                <a:extLst>
                  <a:ext uri="{FF2B5EF4-FFF2-40B4-BE49-F238E27FC236}">
                    <a16:creationId xmlns:a16="http://schemas.microsoft.com/office/drawing/2014/main" id="{2178DA2E-B6FD-45C2-8884-D80ED5F44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2710"/>
                <a:ext cx="34" cy="7"/>
              </a:xfrm>
              <a:custGeom>
                <a:avLst/>
                <a:gdLst>
                  <a:gd name="T0" fmla="*/ 0 w 33"/>
                  <a:gd name="T1" fmla="*/ 7 h 7"/>
                  <a:gd name="T2" fmla="*/ 39 w 33"/>
                  <a:gd name="T3" fmla="*/ 0 h 7"/>
                  <a:gd name="T4" fmla="*/ 0 w 33"/>
                  <a:gd name="T5" fmla="*/ 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">
                    <a:moveTo>
                      <a:pt x="0" y="7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9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6" name="Freeform 1277">
                <a:extLst>
                  <a:ext uri="{FF2B5EF4-FFF2-40B4-BE49-F238E27FC236}">
                    <a16:creationId xmlns:a16="http://schemas.microsoft.com/office/drawing/2014/main" id="{FAB5522A-B271-4674-A24F-AED98570B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708"/>
                <a:ext cx="61" cy="39"/>
              </a:xfrm>
              <a:custGeom>
                <a:avLst/>
                <a:gdLst>
                  <a:gd name="T0" fmla="*/ 52 w 60"/>
                  <a:gd name="T1" fmla="*/ 2 h 38"/>
                  <a:gd name="T2" fmla="*/ 64 w 60"/>
                  <a:gd name="T3" fmla="*/ 6 h 38"/>
                  <a:gd name="T4" fmla="*/ 64 w 60"/>
                  <a:gd name="T5" fmla="*/ 6 h 38"/>
                  <a:gd name="T6" fmla="*/ 60 w 60"/>
                  <a:gd name="T7" fmla="*/ 18 h 38"/>
                  <a:gd name="T8" fmla="*/ 18 w 60"/>
                  <a:gd name="T9" fmla="*/ 42 h 38"/>
                  <a:gd name="T10" fmla="*/ 4 w 60"/>
                  <a:gd name="T11" fmla="*/ 34 h 38"/>
                  <a:gd name="T12" fmla="*/ 4 w 60"/>
                  <a:gd name="T13" fmla="*/ 34 h 38"/>
                  <a:gd name="T14" fmla="*/ 5 w 60"/>
                  <a:gd name="T15" fmla="*/ 11 h 38"/>
                  <a:gd name="T16" fmla="*/ 52 w 60"/>
                  <a:gd name="T17" fmla="*/ 2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38">
                    <a:moveTo>
                      <a:pt x="46" y="2"/>
                    </a:moveTo>
                    <a:cubicBezTo>
                      <a:pt x="50" y="0"/>
                      <a:pt x="55" y="2"/>
                      <a:pt x="58" y="6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60" y="11"/>
                      <a:pt x="58" y="16"/>
                      <a:pt x="54" y="1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8"/>
                      <a:pt x="7" y="35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0" y="21"/>
                      <a:pt x="1" y="13"/>
                      <a:pt x="5" y="11"/>
                    </a:cubicBezTo>
                    <a:lnTo>
                      <a:pt x="46" y="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7" name="Freeform 1278">
                <a:extLst>
                  <a:ext uri="{FF2B5EF4-FFF2-40B4-BE49-F238E27FC236}">
                    <a16:creationId xmlns:a16="http://schemas.microsoft.com/office/drawing/2014/main" id="{DBAC8D7E-8384-47AE-A994-8F51817CF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462"/>
                <a:ext cx="60" cy="33"/>
              </a:xfrm>
              <a:custGeom>
                <a:avLst/>
                <a:gdLst>
                  <a:gd name="T0" fmla="*/ 8 w 58"/>
                  <a:gd name="T1" fmla="*/ 14 h 32"/>
                  <a:gd name="T2" fmla="*/ 0 w 58"/>
                  <a:gd name="T3" fmla="*/ 29 h 32"/>
                  <a:gd name="T4" fmla="*/ 0 w 58"/>
                  <a:gd name="T5" fmla="*/ 29 h 32"/>
                  <a:gd name="T6" fmla="*/ 10 w 58"/>
                  <a:gd name="T7" fmla="*/ 37 h 32"/>
                  <a:gd name="T8" fmla="*/ 62 w 58"/>
                  <a:gd name="T9" fmla="*/ 34 h 32"/>
                  <a:gd name="T10" fmla="*/ 70 w 58"/>
                  <a:gd name="T11" fmla="*/ 14 h 32"/>
                  <a:gd name="T12" fmla="*/ 70 w 58"/>
                  <a:gd name="T13" fmla="*/ 14 h 32"/>
                  <a:gd name="T14" fmla="*/ 60 w 58"/>
                  <a:gd name="T15" fmla="*/ 0 h 32"/>
                  <a:gd name="T16" fmla="*/ 8 w 58"/>
                  <a:gd name="T17" fmla="*/ 1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2">
                    <a:moveTo>
                      <a:pt x="8" y="14"/>
                    </a:moveTo>
                    <a:cubicBezTo>
                      <a:pt x="4" y="14"/>
                      <a:pt x="0" y="18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8"/>
                      <a:pt x="5" y="32"/>
                      <a:pt x="10" y="31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5" y="28"/>
                      <a:pt x="58" y="21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7" y="6"/>
                      <a:pt x="53" y="0"/>
                      <a:pt x="48" y="0"/>
                    </a:cubicBez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8" name="Freeform 1279">
                <a:extLst>
                  <a:ext uri="{FF2B5EF4-FFF2-40B4-BE49-F238E27FC236}">
                    <a16:creationId xmlns:a16="http://schemas.microsoft.com/office/drawing/2014/main" id="{666333D5-43E4-4172-A9F3-D48A45700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475"/>
                <a:ext cx="53" cy="16"/>
              </a:xfrm>
              <a:custGeom>
                <a:avLst/>
                <a:gdLst>
                  <a:gd name="T0" fmla="*/ 63 w 51"/>
                  <a:gd name="T1" fmla="*/ 14 h 16"/>
                  <a:gd name="T2" fmla="*/ 22 w 51"/>
                  <a:gd name="T3" fmla="*/ 16 h 16"/>
                  <a:gd name="T4" fmla="*/ 63 w 51"/>
                  <a:gd name="T5" fmla="*/ 1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6">
                    <a:moveTo>
                      <a:pt x="51" y="14"/>
                    </a:move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0" y="0"/>
                      <a:pt x="51" y="1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9" name="Freeform 1280">
                <a:extLst>
                  <a:ext uri="{FF2B5EF4-FFF2-40B4-BE49-F238E27FC236}">
                    <a16:creationId xmlns:a16="http://schemas.microsoft.com/office/drawing/2014/main" id="{4A45CDB6-0A77-4535-A9C5-95BFE0D6C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465"/>
                <a:ext cx="13" cy="24"/>
              </a:xfrm>
              <a:custGeom>
                <a:avLst/>
                <a:gdLst>
                  <a:gd name="T0" fmla="*/ 18 w 12"/>
                  <a:gd name="T1" fmla="*/ 23 h 24"/>
                  <a:gd name="T2" fmla="*/ 16 w 12"/>
                  <a:gd name="T3" fmla="*/ 0 h 24"/>
                  <a:gd name="T4" fmla="*/ 1 w 12"/>
                  <a:gd name="T5" fmla="*/ 13 h 24"/>
                  <a:gd name="T6" fmla="*/ 17 w 12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12" y="23"/>
                    </a:moveTo>
                    <a:cubicBezTo>
                      <a:pt x="1" y="22"/>
                      <a:pt x="7" y="5"/>
                      <a:pt x="10" y="0"/>
                    </a:cubicBezTo>
                    <a:cubicBezTo>
                      <a:pt x="4" y="3"/>
                      <a:pt x="0" y="6"/>
                      <a:pt x="1" y="13"/>
                    </a:cubicBezTo>
                    <a:cubicBezTo>
                      <a:pt x="2" y="18"/>
                      <a:pt x="5" y="23"/>
                      <a:pt x="1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0" name="Freeform 1281">
                <a:extLst>
                  <a:ext uri="{FF2B5EF4-FFF2-40B4-BE49-F238E27FC236}">
                    <a16:creationId xmlns:a16="http://schemas.microsoft.com/office/drawing/2014/main" id="{48C919C6-85FE-4101-9329-D10589AD5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465"/>
                <a:ext cx="32" cy="12"/>
              </a:xfrm>
              <a:custGeom>
                <a:avLst/>
                <a:gdLst>
                  <a:gd name="T0" fmla="*/ 32 w 32"/>
                  <a:gd name="T1" fmla="*/ 0 h 12"/>
                  <a:gd name="T2" fmla="*/ 0 w 32"/>
                  <a:gd name="T3" fmla="*/ 12 h 12"/>
                  <a:gd name="T4" fmla="*/ 32 w 3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2">
                    <a:moveTo>
                      <a:pt x="32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4" y="6"/>
                      <a:pt x="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1" name="Freeform 1282">
                <a:extLst>
                  <a:ext uri="{FF2B5EF4-FFF2-40B4-BE49-F238E27FC236}">
                    <a16:creationId xmlns:a16="http://schemas.microsoft.com/office/drawing/2014/main" id="{5F3DDF39-09A2-4B98-A8D6-AD45B132D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462"/>
                <a:ext cx="60" cy="33"/>
              </a:xfrm>
              <a:custGeom>
                <a:avLst/>
                <a:gdLst>
                  <a:gd name="T0" fmla="*/ 9 w 58"/>
                  <a:gd name="T1" fmla="*/ 14 h 32"/>
                  <a:gd name="T2" fmla="*/ 0 w 58"/>
                  <a:gd name="T3" fmla="*/ 29 h 32"/>
                  <a:gd name="T4" fmla="*/ 0 w 58"/>
                  <a:gd name="T5" fmla="*/ 29 h 32"/>
                  <a:gd name="T6" fmla="*/ 10 w 58"/>
                  <a:gd name="T7" fmla="*/ 38 h 32"/>
                  <a:gd name="T8" fmla="*/ 62 w 58"/>
                  <a:gd name="T9" fmla="*/ 35 h 32"/>
                  <a:gd name="T10" fmla="*/ 70 w 58"/>
                  <a:gd name="T11" fmla="*/ 14 h 32"/>
                  <a:gd name="T12" fmla="*/ 70 w 58"/>
                  <a:gd name="T13" fmla="*/ 14 h 32"/>
                  <a:gd name="T14" fmla="*/ 60 w 58"/>
                  <a:gd name="T15" fmla="*/ 0 h 32"/>
                  <a:gd name="T16" fmla="*/ 9 w 58"/>
                  <a:gd name="T17" fmla="*/ 1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2">
                    <a:moveTo>
                      <a:pt x="9" y="14"/>
                    </a:moveTo>
                    <a:cubicBezTo>
                      <a:pt x="4" y="14"/>
                      <a:pt x="0" y="19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8"/>
                      <a:pt x="5" y="32"/>
                      <a:pt x="10" y="32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5" y="28"/>
                      <a:pt x="58" y="22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7" y="6"/>
                      <a:pt x="53" y="0"/>
                      <a:pt x="48" y="0"/>
                    </a:cubicBezTo>
                    <a:lnTo>
                      <a:pt x="9" y="1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2" name="Freeform 1283">
                <a:extLst>
                  <a:ext uri="{FF2B5EF4-FFF2-40B4-BE49-F238E27FC236}">
                    <a16:creationId xmlns:a16="http://schemas.microsoft.com/office/drawing/2014/main" id="{D1A57450-023A-4A3A-BA1D-F4076F9E1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255"/>
                <a:ext cx="60" cy="32"/>
              </a:xfrm>
              <a:custGeom>
                <a:avLst/>
                <a:gdLst>
                  <a:gd name="T0" fmla="*/ 9 w 58"/>
                  <a:gd name="T1" fmla="*/ 13 h 31"/>
                  <a:gd name="T2" fmla="*/ 1 w 58"/>
                  <a:gd name="T3" fmla="*/ 29 h 31"/>
                  <a:gd name="T4" fmla="*/ 1 w 58"/>
                  <a:gd name="T5" fmla="*/ 29 h 31"/>
                  <a:gd name="T6" fmla="*/ 10 w 58"/>
                  <a:gd name="T7" fmla="*/ 37 h 31"/>
                  <a:gd name="T8" fmla="*/ 62 w 58"/>
                  <a:gd name="T9" fmla="*/ 35 h 31"/>
                  <a:gd name="T10" fmla="*/ 70 w 58"/>
                  <a:gd name="T11" fmla="*/ 14 h 31"/>
                  <a:gd name="T12" fmla="*/ 70 w 58"/>
                  <a:gd name="T13" fmla="*/ 14 h 31"/>
                  <a:gd name="T14" fmla="*/ 60 w 58"/>
                  <a:gd name="T15" fmla="*/ 0 h 31"/>
                  <a:gd name="T16" fmla="*/ 9 w 58"/>
                  <a:gd name="T17" fmla="*/ 13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1">
                    <a:moveTo>
                      <a:pt x="9" y="13"/>
                    </a:moveTo>
                    <a:cubicBezTo>
                      <a:pt x="4" y="13"/>
                      <a:pt x="0" y="18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7"/>
                      <a:pt x="5" y="31"/>
                      <a:pt x="10" y="31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5" y="28"/>
                      <a:pt x="58" y="22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6"/>
                      <a:pt x="53" y="0"/>
                      <a:pt x="48" y="0"/>
                    </a:cubicBezTo>
                    <a:lnTo>
                      <a:pt x="9" y="1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3" name="Freeform 1284">
                <a:extLst>
                  <a:ext uri="{FF2B5EF4-FFF2-40B4-BE49-F238E27FC236}">
                    <a16:creationId xmlns:a16="http://schemas.microsoft.com/office/drawing/2014/main" id="{DCBAFC65-C406-4C7A-8268-1BA26F682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266"/>
                <a:ext cx="52" cy="18"/>
              </a:xfrm>
              <a:custGeom>
                <a:avLst/>
                <a:gdLst>
                  <a:gd name="T0" fmla="*/ 57 w 51"/>
                  <a:gd name="T1" fmla="*/ 21 h 17"/>
                  <a:gd name="T2" fmla="*/ 17 w 51"/>
                  <a:gd name="T3" fmla="*/ 23 h 17"/>
                  <a:gd name="T4" fmla="*/ 57 w 51"/>
                  <a:gd name="T5" fmla="*/ 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7">
                    <a:moveTo>
                      <a:pt x="51" y="15"/>
                    </a:move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0" y="0"/>
                      <a:pt x="51" y="15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4" name="Freeform 1285">
                <a:extLst>
                  <a:ext uri="{FF2B5EF4-FFF2-40B4-BE49-F238E27FC236}">
                    <a16:creationId xmlns:a16="http://schemas.microsoft.com/office/drawing/2014/main" id="{E5727E2B-1975-427B-A485-A6055D9A4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258"/>
                <a:ext cx="11" cy="24"/>
              </a:xfrm>
              <a:custGeom>
                <a:avLst/>
                <a:gdLst>
                  <a:gd name="T0" fmla="*/ 11 w 11"/>
                  <a:gd name="T1" fmla="*/ 28 h 23"/>
                  <a:gd name="T2" fmla="*/ 10 w 11"/>
                  <a:gd name="T3" fmla="*/ 0 h 23"/>
                  <a:gd name="T4" fmla="*/ 1 w 11"/>
                  <a:gd name="T5" fmla="*/ 18 h 23"/>
                  <a:gd name="T6" fmla="*/ 10 w 11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11" y="22"/>
                    </a:moveTo>
                    <a:cubicBezTo>
                      <a:pt x="0" y="21"/>
                      <a:pt x="6" y="5"/>
                      <a:pt x="10" y="0"/>
                    </a:cubicBezTo>
                    <a:cubicBezTo>
                      <a:pt x="4" y="2"/>
                      <a:pt x="0" y="5"/>
                      <a:pt x="1" y="12"/>
                    </a:cubicBezTo>
                    <a:cubicBezTo>
                      <a:pt x="2" y="18"/>
                      <a:pt x="5" y="23"/>
                      <a:pt x="1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5" name="Freeform 1286">
                <a:extLst>
                  <a:ext uri="{FF2B5EF4-FFF2-40B4-BE49-F238E27FC236}">
                    <a16:creationId xmlns:a16="http://schemas.microsoft.com/office/drawing/2014/main" id="{0F956C36-9061-4708-94F2-07DB80C12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2257"/>
                <a:ext cx="33" cy="11"/>
              </a:xfrm>
              <a:custGeom>
                <a:avLst/>
                <a:gdLst>
                  <a:gd name="T0" fmla="*/ 38 w 32"/>
                  <a:gd name="T1" fmla="*/ 0 h 11"/>
                  <a:gd name="T2" fmla="*/ 0 w 32"/>
                  <a:gd name="T3" fmla="*/ 11 h 11"/>
                  <a:gd name="T4" fmla="*/ 38 w 32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">
                    <a:moveTo>
                      <a:pt x="32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4" y="6"/>
                      <a:pt x="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6" name="Freeform 1287">
                <a:extLst>
                  <a:ext uri="{FF2B5EF4-FFF2-40B4-BE49-F238E27FC236}">
                    <a16:creationId xmlns:a16="http://schemas.microsoft.com/office/drawing/2014/main" id="{F8E33980-4830-43D1-BF9B-0F8C59B1E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255"/>
                <a:ext cx="60" cy="33"/>
              </a:xfrm>
              <a:custGeom>
                <a:avLst/>
                <a:gdLst>
                  <a:gd name="T0" fmla="*/ 8 w 58"/>
                  <a:gd name="T1" fmla="*/ 14 h 32"/>
                  <a:gd name="T2" fmla="*/ 0 w 58"/>
                  <a:gd name="T3" fmla="*/ 29 h 32"/>
                  <a:gd name="T4" fmla="*/ 0 w 58"/>
                  <a:gd name="T5" fmla="*/ 29 h 32"/>
                  <a:gd name="T6" fmla="*/ 9 w 58"/>
                  <a:gd name="T7" fmla="*/ 37 h 32"/>
                  <a:gd name="T8" fmla="*/ 61 w 58"/>
                  <a:gd name="T9" fmla="*/ 35 h 32"/>
                  <a:gd name="T10" fmla="*/ 69 w 58"/>
                  <a:gd name="T11" fmla="*/ 14 h 32"/>
                  <a:gd name="T12" fmla="*/ 69 w 58"/>
                  <a:gd name="T13" fmla="*/ 14 h 32"/>
                  <a:gd name="T14" fmla="*/ 60 w 58"/>
                  <a:gd name="T15" fmla="*/ 1 h 32"/>
                  <a:gd name="T16" fmla="*/ 8 w 58"/>
                  <a:gd name="T17" fmla="*/ 1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2">
                    <a:moveTo>
                      <a:pt x="8" y="14"/>
                    </a:moveTo>
                    <a:cubicBezTo>
                      <a:pt x="3" y="14"/>
                      <a:pt x="0" y="18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8"/>
                      <a:pt x="4" y="32"/>
                      <a:pt x="9" y="31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54" y="29"/>
                      <a:pt x="58" y="22"/>
                      <a:pt x="57" y="14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7" y="6"/>
                      <a:pt x="52" y="0"/>
                      <a:pt x="48" y="1"/>
                    </a:cubicBezTo>
                    <a:lnTo>
                      <a:pt x="8" y="1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7" name="Freeform 1288">
                <a:extLst>
                  <a:ext uri="{FF2B5EF4-FFF2-40B4-BE49-F238E27FC236}">
                    <a16:creationId xmlns:a16="http://schemas.microsoft.com/office/drawing/2014/main" id="{A3C8585C-86C5-4868-9E88-AF32D80E7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2110"/>
                <a:ext cx="52" cy="55"/>
              </a:xfrm>
              <a:custGeom>
                <a:avLst/>
                <a:gdLst>
                  <a:gd name="T0" fmla="*/ 5 w 51"/>
                  <a:gd name="T1" fmla="*/ 44 h 53"/>
                  <a:gd name="T2" fmla="*/ 3 w 51"/>
                  <a:gd name="T3" fmla="*/ 60 h 53"/>
                  <a:gd name="T4" fmla="*/ 3 w 51"/>
                  <a:gd name="T5" fmla="*/ 60 h 53"/>
                  <a:gd name="T6" fmla="*/ 15 w 51"/>
                  <a:gd name="T7" fmla="*/ 62 h 53"/>
                  <a:gd name="T8" fmla="*/ 53 w 51"/>
                  <a:gd name="T9" fmla="*/ 32 h 53"/>
                  <a:gd name="T10" fmla="*/ 52 w 51"/>
                  <a:gd name="T11" fmla="*/ 9 h 53"/>
                  <a:gd name="T12" fmla="*/ 52 w 51"/>
                  <a:gd name="T13" fmla="*/ 9 h 53"/>
                  <a:gd name="T14" fmla="*/ 36 w 51"/>
                  <a:gd name="T15" fmla="*/ 3 h 53"/>
                  <a:gd name="T16" fmla="*/ 5 w 51"/>
                  <a:gd name="T17" fmla="*/ 44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53">
                    <a:moveTo>
                      <a:pt x="5" y="36"/>
                    </a:moveTo>
                    <a:cubicBezTo>
                      <a:pt x="1" y="38"/>
                      <a:pt x="0" y="44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6" y="52"/>
                      <a:pt x="12" y="53"/>
                      <a:pt x="15" y="5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1" y="23"/>
                      <a:pt x="51" y="15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1" y="3"/>
                      <a:pt x="34" y="0"/>
                      <a:pt x="30" y="3"/>
                    </a:cubicBezTo>
                    <a:lnTo>
                      <a:pt x="5" y="36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8" name="Freeform 1289">
                <a:extLst>
                  <a:ext uri="{FF2B5EF4-FFF2-40B4-BE49-F238E27FC236}">
                    <a16:creationId xmlns:a16="http://schemas.microsoft.com/office/drawing/2014/main" id="{0D7D7059-CB0C-4B82-A3EB-76ED38F3A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137"/>
                <a:ext cx="53" cy="21"/>
              </a:xfrm>
              <a:custGeom>
                <a:avLst/>
                <a:gdLst>
                  <a:gd name="T0" fmla="*/ 63 w 51"/>
                  <a:gd name="T1" fmla="*/ 0 h 21"/>
                  <a:gd name="T2" fmla="*/ 29 w 51"/>
                  <a:gd name="T3" fmla="*/ 21 h 21"/>
                  <a:gd name="T4" fmla="*/ 63 w 51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1">
                    <a:moveTo>
                      <a:pt x="51" y="0"/>
                    </a:move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0" y="16"/>
                      <a:pt x="51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9" name="Freeform 1290">
                <a:extLst>
                  <a:ext uri="{FF2B5EF4-FFF2-40B4-BE49-F238E27FC236}">
                    <a16:creationId xmlns:a16="http://schemas.microsoft.com/office/drawing/2014/main" id="{D131C458-7996-41BE-A024-8A9269ED9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113"/>
                <a:ext cx="19" cy="24"/>
              </a:xfrm>
              <a:custGeom>
                <a:avLst/>
                <a:gdLst>
                  <a:gd name="T0" fmla="*/ 19 w 19"/>
                  <a:gd name="T1" fmla="*/ 24 h 23"/>
                  <a:gd name="T2" fmla="*/ 5 w 19"/>
                  <a:gd name="T3" fmla="*/ 0 h 23"/>
                  <a:gd name="T4" fmla="*/ 5 w 19"/>
                  <a:gd name="T5" fmla="*/ 21 h 23"/>
                  <a:gd name="T6" fmla="*/ 19 w 19"/>
                  <a:gd name="T7" fmla="*/ 2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9" y="18"/>
                    </a:moveTo>
                    <a:cubicBezTo>
                      <a:pt x="9" y="23"/>
                      <a:pt x="5" y="6"/>
                      <a:pt x="5" y="0"/>
                    </a:cubicBezTo>
                    <a:cubicBezTo>
                      <a:pt x="2" y="5"/>
                      <a:pt x="0" y="10"/>
                      <a:pt x="5" y="15"/>
                    </a:cubicBezTo>
                    <a:cubicBezTo>
                      <a:pt x="9" y="19"/>
                      <a:pt x="14" y="22"/>
                      <a:pt x="19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0" name="Freeform 1291">
                <a:extLst>
                  <a:ext uri="{FF2B5EF4-FFF2-40B4-BE49-F238E27FC236}">
                    <a16:creationId xmlns:a16="http://schemas.microsoft.com/office/drawing/2014/main" id="{57B1512A-4386-4E10-921F-2D8F3CA39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119"/>
                <a:ext cx="20" cy="28"/>
              </a:xfrm>
              <a:custGeom>
                <a:avLst/>
                <a:gdLst>
                  <a:gd name="T0" fmla="*/ 20 w 20"/>
                  <a:gd name="T1" fmla="*/ 0 h 27"/>
                  <a:gd name="T2" fmla="*/ 0 w 20"/>
                  <a:gd name="T3" fmla="*/ 33 h 27"/>
                  <a:gd name="T4" fmla="*/ 20 w 20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7">
                    <a:moveTo>
                      <a:pt x="20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16" y="9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1" name="Freeform 1292">
                <a:extLst>
                  <a:ext uri="{FF2B5EF4-FFF2-40B4-BE49-F238E27FC236}">
                    <a16:creationId xmlns:a16="http://schemas.microsoft.com/office/drawing/2014/main" id="{19C0F433-DA6B-46E3-BAFB-82176F322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2110"/>
                <a:ext cx="53" cy="55"/>
              </a:xfrm>
              <a:custGeom>
                <a:avLst/>
                <a:gdLst>
                  <a:gd name="T0" fmla="*/ 5 w 52"/>
                  <a:gd name="T1" fmla="*/ 44 h 53"/>
                  <a:gd name="T2" fmla="*/ 3 w 52"/>
                  <a:gd name="T3" fmla="*/ 60 h 53"/>
                  <a:gd name="T4" fmla="*/ 3 w 52"/>
                  <a:gd name="T5" fmla="*/ 60 h 53"/>
                  <a:gd name="T6" fmla="*/ 16 w 52"/>
                  <a:gd name="T7" fmla="*/ 62 h 53"/>
                  <a:gd name="T8" fmla="*/ 54 w 52"/>
                  <a:gd name="T9" fmla="*/ 32 h 53"/>
                  <a:gd name="T10" fmla="*/ 52 w 52"/>
                  <a:gd name="T11" fmla="*/ 9 h 53"/>
                  <a:gd name="T12" fmla="*/ 52 w 52"/>
                  <a:gd name="T13" fmla="*/ 9 h 53"/>
                  <a:gd name="T14" fmla="*/ 37 w 52"/>
                  <a:gd name="T15" fmla="*/ 3 h 53"/>
                  <a:gd name="T16" fmla="*/ 5 w 52"/>
                  <a:gd name="T17" fmla="*/ 44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53">
                    <a:moveTo>
                      <a:pt x="5" y="36"/>
                    </a:moveTo>
                    <a:cubicBezTo>
                      <a:pt x="1" y="39"/>
                      <a:pt x="0" y="44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6" y="52"/>
                      <a:pt x="12" y="53"/>
                      <a:pt x="16" y="50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52" y="23"/>
                      <a:pt x="51" y="15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2" y="3"/>
                      <a:pt x="34" y="0"/>
                      <a:pt x="31" y="3"/>
                    </a:cubicBezTo>
                    <a:lnTo>
                      <a:pt x="5" y="3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2" name="Freeform 1293">
                <a:extLst>
                  <a:ext uri="{FF2B5EF4-FFF2-40B4-BE49-F238E27FC236}">
                    <a16:creationId xmlns:a16="http://schemas.microsoft.com/office/drawing/2014/main" id="{250CD5AE-65CF-49B6-93C4-28CEF8923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646"/>
                <a:ext cx="61" cy="40"/>
              </a:xfrm>
              <a:custGeom>
                <a:avLst/>
                <a:gdLst>
                  <a:gd name="T0" fmla="*/ 14 w 59"/>
                  <a:gd name="T1" fmla="*/ 3 h 39"/>
                  <a:gd name="T2" fmla="*/ 2 w 59"/>
                  <a:gd name="T3" fmla="*/ 7 h 39"/>
                  <a:gd name="T4" fmla="*/ 2 w 59"/>
                  <a:gd name="T5" fmla="*/ 7 h 39"/>
                  <a:gd name="T6" fmla="*/ 6 w 59"/>
                  <a:gd name="T7" fmla="*/ 18 h 39"/>
                  <a:gd name="T8" fmla="*/ 49 w 59"/>
                  <a:gd name="T9" fmla="*/ 42 h 39"/>
                  <a:gd name="T10" fmla="*/ 68 w 59"/>
                  <a:gd name="T11" fmla="*/ 34 h 39"/>
                  <a:gd name="T12" fmla="*/ 68 w 59"/>
                  <a:gd name="T13" fmla="*/ 34 h 39"/>
                  <a:gd name="T14" fmla="*/ 67 w 59"/>
                  <a:gd name="T15" fmla="*/ 11 h 39"/>
                  <a:gd name="T16" fmla="*/ 14 w 59"/>
                  <a:gd name="T17" fmla="*/ 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39">
                    <a:moveTo>
                      <a:pt x="14" y="3"/>
                    </a:moveTo>
                    <a:cubicBezTo>
                      <a:pt x="9" y="0"/>
                      <a:pt x="4" y="2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1"/>
                      <a:pt x="1" y="16"/>
                      <a:pt x="6" y="18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6" y="39"/>
                      <a:pt x="52" y="35"/>
                      <a:pt x="56" y="28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9" y="21"/>
                      <a:pt x="59" y="14"/>
                      <a:pt x="55" y="11"/>
                    </a:cubicBez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3" name="Freeform 1294">
                <a:extLst>
                  <a:ext uri="{FF2B5EF4-FFF2-40B4-BE49-F238E27FC236}">
                    <a16:creationId xmlns:a16="http://schemas.microsoft.com/office/drawing/2014/main" id="{CAD3F27B-A0AA-4ED7-89EF-750C77ED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640"/>
                <a:ext cx="38" cy="39"/>
              </a:xfrm>
              <a:custGeom>
                <a:avLst/>
                <a:gdLst>
                  <a:gd name="T0" fmla="*/ 43 w 37"/>
                  <a:gd name="T1" fmla="*/ 44 h 38"/>
                  <a:gd name="T2" fmla="*/ 6 w 37"/>
                  <a:gd name="T3" fmla="*/ 28 h 38"/>
                  <a:gd name="T4" fmla="*/ 43 w 37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8">
                    <a:moveTo>
                      <a:pt x="37" y="38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0" y="0"/>
                      <a:pt x="37" y="38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4" name="Freeform 1295">
                <a:extLst>
                  <a:ext uri="{FF2B5EF4-FFF2-40B4-BE49-F238E27FC236}">
                    <a16:creationId xmlns:a16="http://schemas.microsoft.com/office/drawing/2014/main" id="{E43F4EA6-1564-4CDA-A1CF-CF4D9F83C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661"/>
                <a:ext cx="20" cy="22"/>
              </a:xfrm>
              <a:custGeom>
                <a:avLst/>
                <a:gdLst>
                  <a:gd name="T0" fmla="*/ 9 w 19"/>
                  <a:gd name="T1" fmla="*/ 21 h 22"/>
                  <a:gd name="T2" fmla="*/ 25 w 19"/>
                  <a:gd name="T3" fmla="*/ 1 h 22"/>
                  <a:gd name="T4" fmla="*/ 5 w 19"/>
                  <a:gd name="T5" fmla="*/ 8 h 22"/>
                  <a:gd name="T6" fmla="*/ 8 w 19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2">
                    <a:moveTo>
                      <a:pt x="9" y="21"/>
                    </a:moveTo>
                    <a:cubicBezTo>
                      <a:pt x="0" y="15"/>
                      <a:pt x="14" y="4"/>
                      <a:pt x="19" y="1"/>
                    </a:cubicBezTo>
                    <a:cubicBezTo>
                      <a:pt x="13" y="0"/>
                      <a:pt x="8" y="0"/>
                      <a:pt x="5" y="8"/>
                    </a:cubicBezTo>
                    <a:cubicBezTo>
                      <a:pt x="3" y="12"/>
                      <a:pt x="3" y="18"/>
                      <a:pt x="8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5" name="Freeform 1296">
                <a:extLst>
                  <a:ext uri="{FF2B5EF4-FFF2-40B4-BE49-F238E27FC236}">
                    <a16:creationId xmlns:a16="http://schemas.microsoft.com/office/drawing/2014/main" id="{AD25716F-0111-4DBF-809B-E90D8AEFD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649"/>
                <a:ext cx="34" cy="8"/>
              </a:xfrm>
              <a:custGeom>
                <a:avLst/>
                <a:gdLst>
                  <a:gd name="T0" fmla="*/ 39 w 33"/>
                  <a:gd name="T1" fmla="*/ 13 h 7"/>
                  <a:gd name="T2" fmla="*/ 0 w 33"/>
                  <a:gd name="T3" fmla="*/ 0 h 7"/>
                  <a:gd name="T4" fmla="*/ 39 w 33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">
                    <a:moveTo>
                      <a:pt x="33" y="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3" y="7"/>
                      <a:pt x="3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6" name="Freeform 1297">
                <a:extLst>
                  <a:ext uri="{FF2B5EF4-FFF2-40B4-BE49-F238E27FC236}">
                    <a16:creationId xmlns:a16="http://schemas.microsoft.com/office/drawing/2014/main" id="{D5393253-3E44-4FCE-94D0-C010BB227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647"/>
                <a:ext cx="62" cy="39"/>
              </a:xfrm>
              <a:custGeom>
                <a:avLst/>
                <a:gdLst>
                  <a:gd name="T0" fmla="*/ 14 w 60"/>
                  <a:gd name="T1" fmla="*/ 2 h 38"/>
                  <a:gd name="T2" fmla="*/ 2 w 60"/>
                  <a:gd name="T3" fmla="*/ 6 h 38"/>
                  <a:gd name="T4" fmla="*/ 2 w 60"/>
                  <a:gd name="T5" fmla="*/ 6 h 38"/>
                  <a:gd name="T6" fmla="*/ 6 w 60"/>
                  <a:gd name="T7" fmla="*/ 18 h 38"/>
                  <a:gd name="T8" fmla="*/ 49 w 60"/>
                  <a:gd name="T9" fmla="*/ 42 h 38"/>
                  <a:gd name="T10" fmla="*/ 68 w 60"/>
                  <a:gd name="T11" fmla="*/ 33 h 38"/>
                  <a:gd name="T12" fmla="*/ 68 w 60"/>
                  <a:gd name="T13" fmla="*/ 33 h 38"/>
                  <a:gd name="T14" fmla="*/ 67 w 60"/>
                  <a:gd name="T15" fmla="*/ 11 h 38"/>
                  <a:gd name="T16" fmla="*/ 14 w 60"/>
                  <a:gd name="T17" fmla="*/ 2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38">
                    <a:moveTo>
                      <a:pt x="14" y="2"/>
                    </a:moveTo>
                    <a:cubicBezTo>
                      <a:pt x="10" y="0"/>
                      <a:pt x="4" y="2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0"/>
                      <a:pt x="1" y="16"/>
                      <a:pt x="6" y="18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6" y="38"/>
                      <a:pt x="52" y="34"/>
                      <a:pt x="56" y="27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60" y="20"/>
                      <a:pt x="59" y="13"/>
                      <a:pt x="55" y="11"/>
                    </a:cubicBezTo>
                    <a:lnTo>
                      <a:pt x="14" y="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7" name="Freeform 1298">
                <a:extLst>
                  <a:ext uri="{FF2B5EF4-FFF2-40B4-BE49-F238E27FC236}">
                    <a16:creationId xmlns:a16="http://schemas.microsoft.com/office/drawing/2014/main" id="{FF187E6E-BC32-4CC5-BAE6-8BC017439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753"/>
                <a:ext cx="36" cy="60"/>
              </a:xfrm>
              <a:custGeom>
                <a:avLst/>
                <a:gdLst>
                  <a:gd name="T0" fmla="*/ 24 w 35"/>
                  <a:gd name="T1" fmla="*/ 8 h 58"/>
                  <a:gd name="T2" fmla="*/ 8 w 35"/>
                  <a:gd name="T3" fmla="*/ 0 h 58"/>
                  <a:gd name="T4" fmla="*/ 8 w 35"/>
                  <a:gd name="T5" fmla="*/ 0 h 58"/>
                  <a:gd name="T6" fmla="*/ 1 w 35"/>
                  <a:gd name="T7" fmla="*/ 10 h 58"/>
                  <a:gd name="T8" fmla="*/ 6 w 35"/>
                  <a:gd name="T9" fmla="*/ 62 h 58"/>
                  <a:gd name="T10" fmla="*/ 28 w 35"/>
                  <a:gd name="T11" fmla="*/ 69 h 58"/>
                  <a:gd name="T12" fmla="*/ 28 w 35"/>
                  <a:gd name="T13" fmla="*/ 69 h 58"/>
                  <a:gd name="T14" fmla="*/ 41 w 35"/>
                  <a:gd name="T15" fmla="*/ 58 h 58"/>
                  <a:gd name="T16" fmla="*/ 24 w 35"/>
                  <a:gd name="T17" fmla="*/ 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58">
                    <a:moveTo>
                      <a:pt x="18" y="8"/>
                    </a:moveTo>
                    <a:cubicBezTo>
                      <a:pt x="18" y="3"/>
                      <a:pt x="13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0" y="5"/>
                      <a:pt x="1" y="1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7" y="55"/>
                      <a:pt x="14" y="58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30" y="56"/>
                      <a:pt x="35" y="51"/>
                      <a:pt x="35" y="46"/>
                    </a:cubicBezTo>
                    <a:lnTo>
                      <a:pt x="18" y="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8" name="Freeform 1299">
                <a:extLst>
                  <a:ext uri="{FF2B5EF4-FFF2-40B4-BE49-F238E27FC236}">
                    <a16:creationId xmlns:a16="http://schemas.microsoft.com/office/drawing/2014/main" id="{66F5F9A8-8F85-4C93-95B2-B863010BE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2746"/>
                <a:ext cx="15" cy="53"/>
              </a:xfrm>
              <a:custGeom>
                <a:avLst/>
                <a:gdLst>
                  <a:gd name="T0" fmla="*/ 5 w 15"/>
                  <a:gd name="T1" fmla="*/ 58 h 52"/>
                  <a:gd name="T2" fmla="*/ 0 w 15"/>
                  <a:gd name="T3" fmla="*/ 18 h 52"/>
                  <a:gd name="T4" fmla="*/ 5 w 15"/>
                  <a:gd name="T5" fmla="*/ 5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2">
                    <a:moveTo>
                      <a:pt x="5" y="52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15" y="0"/>
                      <a:pt x="5" y="52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9" name="Freeform 1300">
                <a:extLst>
                  <a:ext uri="{FF2B5EF4-FFF2-40B4-BE49-F238E27FC236}">
                    <a16:creationId xmlns:a16="http://schemas.microsoft.com/office/drawing/2014/main" id="{E6B6D2FF-9AD5-420F-8AAA-E1DE9A4DE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794"/>
                <a:ext cx="25" cy="14"/>
              </a:xfrm>
              <a:custGeom>
                <a:avLst/>
                <a:gdLst>
                  <a:gd name="T0" fmla="*/ 1 w 24"/>
                  <a:gd name="T1" fmla="*/ 19 h 13"/>
                  <a:gd name="T2" fmla="*/ 30 w 24"/>
                  <a:gd name="T3" fmla="*/ 16 h 13"/>
                  <a:gd name="T4" fmla="*/ 10 w 24"/>
                  <a:gd name="T5" fmla="*/ 2 h 13"/>
                  <a:gd name="T6" fmla="*/ 0 w 24"/>
                  <a:gd name="T7" fmla="*/ 1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3">
                    <a:moveTo>
                      <a:pt x="1" y="13"/>
                    </a:moveTo>
                    <a:cubicBezTo>
                      <a:pt x="1" y="2"/>
                      <a:pt x="18" y="7"/>
                      <a:pt x="24" y="10"/>
                    </a:cubicBezTo>
                    <a:cubicBezTo>
                      <a:pt x="21" y="4"/>
                      <a:pt x="18" y="0"/>
                      <a:pt x="10" y="2"/>
                    </a:cubicBezTo>
                    <a:cubicBezTo>
                      <a:pt x="5" y="3"/>
                      <a:pt x="0" y="6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0" name="Freeform 1301">
                <a:extLst>
                  <a:ext uri="{FF2B5EF4-FFF2-40B4-BE49-F238E27FC236}">
                    <a16:creationId xmlns:a16="http://schemas.microsoft.com/office/drawing/2014/main" id="{2DA7B2F9-3FA9-4519-A1FB-3CF81ED1C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761"/>
                <a:ext cx="15" cy="32"/>
              </a:xfrm>
              <a:custGeom>
                <a:avLst/>
                <a:gdLst>
                  <a:gd name="T0" fmla="*/ 20 w 14"/>
                  <a:gd name="T1" fmla="*/ 37 h 31"/>
                  <a:gd name="T2" fmla="*/ 0 w 14"/>
                  <a:gd name="T3" fmla="*/ 0 h 31"/>
                  <a:gd name="T4" fmla="*/ 20 w 14"/>
                  <a:gd name="T5" fmla="*/ 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1">
                    <a:moveTo>
                      <a:pt x="14" y="3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8" y="23"/>
                      <a:pt x="14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1" name="Freeform 1302">
                <a:extLst>
                  <a:ext uri="{FF2B5EF4-FFF2-40B4-BE49-F238E27FC236}">
                    <a16:creationId xmlns:a16="http://schemas.microsoft.com/office/drawing/2014/main" id="{B8709DF9-844D-474F-A53C-68B128ABA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753"/>
                <a:ext cx="36" cy="60"/>
              </a:xfrm>
              <a:custGeom>
                <a:avLst/>
                <a:gdLst>
                  <a:gd name="T0" fmla="*/ 24 w 35"/>
                  <a:gd name="T1" fmla="*/ 8 h 58"/>
                  <a:gd name="T2" fmla="*/ 8 w 35"/>
                  <a:gd name="T3" fmla="*/ 1 h 58"/>
                  <a:gd name="T4" fmla="*/ 8 w 35"/>
                  <a:gd name="T5" fmla="*/ 1 h 58"/>
                  <a:gd name="T6" fmla="*/ 0 w 35"/>
                  <a:gd name="T7" fmla="*/ 11 h 58"/>
                  <a:gd name="T8" fmla="*/ 6 w 35"/>
                  <a:gd name="T9" fmla="*/ 62 h 58"/>
                  <a:gd name="T10" fmla="*/ 27 w 35"/>
                  <a:gd name="T11" fmla="*/ 69 h 58"/>
                  <a:gd name="T12" fmla="*/ 27 w 35"/>
                  <a:gd name="T13" fmla="*/ 69 h 58"/>
                  <a:gd name="T14" fmla="*/ 40 w 35"/>
                  <a:gd name="T15" fmla="*/ 58 h 58"/>
                  <a:gd name="T16" fmla="*/ 24 w 35"/>
                  <a:gd name="T17" fmla="*/ 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58">
                    <a:moveTo>
                      <a:pt x="18" y="8"/>
                    </a:moveTo>
                    <a:cubicBezTo>
                      <a:pt x="17" y="3"/>
                      <a:pt x="13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6"/>
                      <a:pt x="0" y="11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7" y="55"/>
                      <a:pt x="14" y="58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9" y="56"/>
                      <a:pt x="35" y="51"/>
                      <a:pt x="34" y="46"/>
                    </a:cubicBezTo>
                    <a:lnTo>
                      <a:pt x="18" y="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2" name="Freeform 1303">
                <a:extLst>
                  <a:ext uri="{FF2B5EF4-FFF2-40B4-BE49-F238E27FC236}">
                    <a16:creationId xmlns:a16="http://schemas.microsoft.com/office/drawing/2014/main" id="{363FE24C-31E9-455E-A23D-B0F156BDE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1929"/>
                <a:ext cx="78" cy="107"/>
              </a:xfrm>
              <a:custGeom>
                <a:avLst/>
                <a:gdLst>
                  <a:gd name="T0" fmla="*/ 3 w 76"/>
                  <a:gd name="T1" fmla="*/ 107 h 104"/>
                  <a:gd name="T2" fmla="*/ 5 w 76"/>
                  <a:gd name="T3" fmla="*/ 119 h 104"/>
                  <a:gd name="T4" fmla="*/ 5 w 76"/>
                  <a:gd name="T5" fmla="*/ 119 h 104"/>
                  <a:gd name="T6" fmla="*/ 17 w 76"/>
                  <a:gd name="T7" fmla="*/ 118 h 104"/>
                  <a:gd name="T8" fmla="*/ 85 w 76"/>
                  <a:gd name="T9" fmla="*/ 28 h 104"/>
                  <a:gd name="T10" fmla="*/ 79 w 76"/>
                  <a:gd name="T11" fmla="*/ 6 h 104"/>
                  <a:gd name="T12" fmla="*/ 79 w 76"/>
                  <a:gd name="T13" fmla="*/ 6 h 104"/>
                  <a:gd name="T14" fmla="*/ 56 w 76"/>
                  <a:gd name="T15" fmla="*/ 4 h 104"/>
                  <a:gd name="T16" fmla="*/ 3 w 76"/>
                  <a:gd name="T17" fmla="*/ 107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104">
                    <a:moveTo>
                      <a:pt x="3" y="89"/>
                    </a:moveTo>
                    <a:cubicBezTo>
                      <a:pt x="0" y="93"/>
                      <a:pt x="1" y="98"/>
                      <a:pt x="5" y="101"/>
                    </a:cubicBezTo>
                    <a:cubicBezTo>
                      <a:pt x="5" y="101"/>
                      <a:pt x="5" y="101"/>
                      <a:pt x="5" y="101"/>
                    </a:cubicBezTo>
                    <a:cubicBezTo>
                      <a:pt x="9" y="104"/>
                      <a:pt x="14" y="104"/>
                      <a:pt x="17" y="100"/>
                    </a:cubicBezTo>
                    <a:cubicBezTo>
                      <a:pt x="73" y="22"/>
                      <a:pt x="73" y="22"/>
                      <a:pt x="73" y="22"/>
                    </a:cubicBezTo>
                    <a:cubicBezTo>
                      <a:pt x="76" y="18"/>
                      <a:pt x="73" y="11"/>
                      <a:pt x="67" y="6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1" y="1"/>
                      <a:pt x="54" y="0"/>
                      <a:pt x="50" y="4"/>
                    </a:cubicBezTo>
                    <a:lnTo>
                      <a:pt x="3" y="89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3" name="Freeform 1304">
                <a:extLst>
                  <a:ext uri="{FF2B5EF4-FFF2-40B4-BE49-F238E27FC236}">
                    <a16:creationId xmlns:a16="http://schemas.microsoft.com/office/drawing/2014/main" id="{3B4A66A9-C083-4D11-8EFB-54FD7E629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953"/>
                <a:ext cx="55" cy="76"/>
              </a:xfrm>
              <a:custGeom>
                <a:avLst/>
                <a:gdLst>
                  <a:gd name="T0" fmla="*/ 65 w 53"/>
                  <a:gd name="T1" fmla="*/ 0 h 74"/>
                  <a:gd name="T2" fmla="*/ 0 w 53"/>
                  <a:gd name="T3" fmla="*/ 86 h 74"/>
                  <a:gd name="T4" fmla="*/ 65 w 53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74">
                    <a:moveTo>
                      <a:pt x="53" y="0"/>
                    </a:move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8" y="28"/>
                      <a:pt x="53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4" name="Freeform 1305">
                <a:extLst>
                  <a:ext uri="{FF2B5EF4-FFF2-40B4-BE49-F238E27FC236}">
                    <a16:creationId xmlns:a16="http://schemas.microsoft.com/office/drawing/2014/main" id="{C1A498F4-74D4-4808-AAE8-B9DA52F83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1933"/>
                <a:ext cx="21" cy="22"/>
              </a:xfrm>
              <a:custGeom>
                <a:avLst/>
                <a:gdLst>
                  <a:gd name="T0" fmla="*/ 26 w 20"/>
                  <a:gd name="T1" fmla="*/ 14 h 22"/>
                  <a:gd name="T2" fmla="*/ 3 w 20"/>
                  <a:gd name="T3" fmla="*/ 0 h 22"/>
                  <a:gd name="T4" fmla="*/ 6 w 20"/>
                  <a:gd name="T5" fmla="*/ 15 h 22"/>
                  <a:gd name="T6" fmla="*/ 26 w 20"/>
                  <a:gd name="T7" fmla="*/ 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20" y="14"/>
                    </a:moveTo>
                    <a:cubicBezTo>
                      <a:pt x="12" y="22"/>
                      <a:pt x="4" y="6"/>
                      <a:pt x="3" y="0"/>
                    </a:cubicBezTo>
                    <a:cubicBezTo>
                      <a:pt x="0" y="6"/>
                      <a:pt x="0" y="11"/>
                      <a:pt x="6" y="15"/>
                    </a:cubicBezTo>
                    <a:cubicBezTo>
                      <a:pt x="10" y="18"/>
                      <a:pt x="16" y="19"/>
                      <a:pt x="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5" name="Freeform 1306">
                <a:extLst>
                  <a:ext uri="{FF2B5EF4-FFF2-40B4-BE49-F238E27FC236}">
                    <a16:creationId xmlns:a16="http://schemas.microsoft.com/office/drawing/2014/main" id="{7E432D8D-831B-4515-A0D8-3A470490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1941"/>
                <a:ext cx="45" cy="80"/>
              </a:xfrm>
              <a:custGeom>
                <a:avLst/>
                <a:gdLst>
                  <a:gd name="T0" fmla="*/ 50 w 44"/>
                  <a:gd name="T1" fmla="*/ 0 h 78"/>
                  <a:gd name="T2" fmla="*/ 0 w 44"/>
                  <a:gd name="T3" fmla="*/ 90 h 78"/>
                  <a:gd name="T4" fmla="*/ 50 w 44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8">
                    <a:moveTo>
                      <a:pt x="44" y="0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43" y="9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6" name="Freeform 1307">
                <a:extLst>
                  <a:ext uri="{FF2B5EF4-FFF2-40B4-BE49-F238E27FC236}">
                    <a16:creationId xmlns:a16="http://schemas.microsoft.com/office/drawing/2014/main" id="{65663CB3-6FA7-4A81-B0C4-FF2E05E9B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1929"/>
                <a:ext cx="77" cy="107"/>
              </a:xfrm>
              <a:custGeom>
                <a:avLst/>
                <a:gdLst>
                  <a:gd name="T0" fmla="*/ 3 w 75"/>
                  <a:gd name="T1" fmla="*/ 107 h 104"/>
                  <a:gd name="T2" fmla="*/ 4 w 75"/>
                  <a:gd name="T3" fmla="*/ 119 h 104"/>
                  <a:gd name="T4" fmla="*/ 4 w 75"/>
                  <a:gd name="T5" fmla="*/ 119 h 104"/>
                  <a:gd name="T6" fmla="*/ 17 w 75"/>
                  <a:gd name="T7" fmla="*/ 118 h 104"/>
                  <a:gd name="T8" fmla="*/ 84 w 75"/>
                  <a:gd name="T9" fmla="*/ 28 h 104"/>
                  <a:gd name="T10" fmla="*/ 79 w 75"/>
                  <a:gd name="T11" fmla="*/ 6 h 104"/>
                  <a:gd name="T12" fmla="*/ 79 w 75"/>
                  <a:gd name="T13" fmla="*/ 6 h 104"/>
                  <a:gd name="T14" fmla="*/ 56 w 75"/>
                  <a:gd name="T15" fmla="*/ 4 h 104"/>
                  <a:gd name="T16" fmla="*/ 3 w 75"/>
                  <a:gd name="T17" fmla="*/ 107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104">
                    <a:moveTo>
                      <a:pt x="3" y="89"/>
                    </a:moveTo>
                    <a:cubicBezTo>
                      <a:pt x="0" y="93"/>
                      <a:pt x="0" y="98"/>
                      <a:pt x="4" y="101"/>
                    </a:cubicBezTo>
                    <a:cubicBezTo>
                      <a:pt x="4" y="101"/>
                      <a:pt x="4" y="101"/>
                      <a:pt x="4" y="101"/>
                    </a:cubicBezTo>
                    <a:cubicBezTo>
                      <a:pt x="8" y="104"/>
                      <a:pt x="14" y="104"/>
                      <a:pt x="17" y="100"/>
                    </a:cubicBezTo>
                    <a:cubicBezTo>
                      <a:pt x="72" y="22"/>
                      <a:pt x="72" y="22"/>
                      <a:pt x="72" y="22"/>
                    </a:cubicBezTo>
                    <a:cubicBezTo>
                      <a:pt x="75" y="18"/>
                      <a:pt x="73" y="11"/>
                      <a:pt x="67" y="6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0" y="1"/>
                      <a:pt x="53" y="0"/>
                      <a:pt x="50" y="4"/>
                    </a:cubicBezTo>
                    <a:lnTo>
                      <a:pt x="3" y="8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7" name="Freeform 1308">
                <a:extLst>
                  <a:ext uri="{FF2B5EF4-FFF2-40B4-BE49-F238E27FC236}">
                    <a16:creationId xmlns:a16="http://schemas.microsoft.com/office/drawing/2014/main" id="{D094C302-B1DF-414E-8AB0-FC6B8DF47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2114"/>
                <a:ext cx="101" cy="88"/>
              </a:xfrm>
              <a:custGeom>
                <a:avLst/>
                <a:gdLst>
                  <a:gd name="T0" fmla="*/ 5 w 98"/>
                  <a:gd name="T1" fmla="*/ 83 h 85"/>
                  <a:gd name="T2" fmla="*/ 3 w 98"/>
                  <a:gd name="T3" fmla="*/ 97 h 85"/>
                  <a:gd name="T4" fmla="*/ 3 w 98"/>
                  <a:gd name="T5" fmla="*/ 97 h 85"/>
                  <a:gd name="T6" fmla="*/ 15 w 98"/>
                  <a:gd name="T7" fmla="*/ 100 h 85"/>
                  <a:gd name="T8" fmla="*/ 111 w 98"/>
                  <a:gd name="T9" fmla="*/ 32 h 85"/>
                  <a:gd name="T10" fmla="*/ 111 w 98"/>
                  <a:gd name="T11" fmla="*/ 10 h 85"/>
                  <a:gd name="T12" fmla="*/ 111 w 98"/>
                  <a:gd name="T13" fmla="*/ 10 h 85"/>
                  <a:gd name="T14" fmla="*/ 94 w 98"/>
                  <a:gd name="T15" fmla="*/ 2 h 85"/>
                  <a:gd name="T16" fmla="*/ 5 w 98"/>
                  <a:gd name="T17" fmla="*/ 83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85">
                    <a:moveTo>
                      <a:pt x="5" y="67"/>
                    </a:moveTo>
                    <a:cubicBezTo>
                      <a:pt x="1" y="70"/>
                      <a:pt x="0" y="75"/>
                      <a:pt x="3" y="79"/>
                    </a:cubicBezTo>
                    <a:cubicBezTo>
                      <a:pt x="3" y="79"/>
                      <a:pt x="3" y="79"/>
                      <a:pt x="3" y="79"/>
                    </a:cubicBezTo>
                    <a:cubicBezTo>
                      <a:pt x="5" y="84"/>
                      <a:pt x="11" y="85"/>
                      <a:pt x="15" y="82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8" y="24"/>
                      <a:pt x="98" y="16"/>
                      <a:pt x="93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89" y="3"/>
                      <a:pt x="82" y="0"/>
                      <a:pt x="78" y="2"/>
                    </a:cubicBezTo>
                    <a:lnTo>
                      <a:pt x="5" y="6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8" name="Freeform 1309">
                <a:extLst>
                  <a:ext uri="{FF2B5EF4-FFF2-40B4-BE49-F238E27FC236}">
                    <a16:creationId xmlns:a16="http://schemas.microsoft.com/office/drawing/2014/main" id="{EA2DF2EB-8D25-4C05-B80E-B9D654C9A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2141"/>
                <a:ext cx="76" cy="54"/>
              </a:xfrm>
              <a:custGeom>
                <a:avLst/>
                <a:gdLst>
                  <a:gd name="T0" fmla="*/ 86 w 74"/>
                  <a:gd name="T1" fmla="*/ 0 h 53"/>
                  <a:gd name="T2" fmla="*/ 0 w 74"/>
                  <a:gd name="T3" fmla="*/ 59 h 53"/>
                  <a:gd name="T4" fmla="*/ 86 w 74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53">
                    <a:moveTo>
                      <a:pt x="74" y="0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53"/>
                      <a:pt x="22" y="12"/>
                      <a:pt x="74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9" name="Freeform 1310">
                <a:extLst>
                  <a:ext uri="{FF2B5EF4-FFF2-40B4-BE49-F238E27FC236}">
                    <a16:creationId xmlns:a16="http://schemas.microsoft.com/office/drawing/2014/main" id="{06D33183-66D8-4BAC-B9E9-8683ADFEE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117"/>
                <a:ext cx="19" cy="24"/>
              </a:xfrm>
              <a:custGeom>
                <a:avLst/>
                <a:gdLst>
                  <a:gd name="T0" fmla="*/ 19 w 19"/>
                  <a:gd name="T1" fmla="*/ 25 h 23"/>
                  <a:gd name="T2" fmla="*/ 6 w 19"/>
                  <a:gd name="T3" fmla="*/ 0 h 23"/>
                  <a:gd name="T4" fmla="*/ 5 w 19"/>
                  <a:gd name="T5" fmla="*/ 21 h 23"/>
                  <a:gd name="T6" fmla="*/ 18 w 19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9" y="19"/>
                    </a:moveTo>
                    <a:cubicBezTo>
                      <a:pt x="8" y="23"/>
                      <a:pt x="6" y="6"/>
                      <a:pt x="6" y="0"/>
                    </a:cubicBezTo>
                    <a:cubicBezTo>
                      <a:pt x="2" y="5"/>
                      <a:pt x="0" y="9"/>
                      <a:pt x="5" y="15"/>
                    </a:cubicBezTo>
                    <a:cubicBezTo>
                      <a:pt x="8" y="19"/>
                      <a:pt x="13" y="22"/>
                      <a:pt x="18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0" name="Freeform 1311">
                <a:extLst>
                  <a:ext uri="{FF2B5EF4-FFF2-40B4-BE49-F238E27FC236}">
                    <a16:creationId xmlns:a16="http://schemas.microsoft.com/office/drawing/2014/main" id="{8426B3DC-2F00-4BAD-904B-726F7FC5A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123"/>
                <a:ext cx="70" cy="60"/>
              </a:xfrm>
              <a:custGeom>
                <a:avLst/>
                <a:gdLst>
                  <a:gd name="T0" fmla="*/ 80 w 68"/>
                  <a:gd name="T1" fmla="*/ 0 h 59"/>
                  <a:gd name="T2" fmla="*/ 0 w 68"/>
                  <a:gd name="T3" fmla="*/ 65 h 59"/>
                  <a:gd name="T4" fmla="*/ 80 w 68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59">
                    <a:moveTo>
                      <a:pt x="68" y="0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63" y="8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1" name="Freeform 1312">
                <a:extLst>
                  <a:ext uri="{FF2B5EF4-FFF2-40B4-BE49-F238E27FC236}">
                    <a16:creationId xmlns:a16="http://schemas.microsoft.com/office/drawing/2014/main" id="{C531B7B0-3910-42D1-9372-0725C7484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2114"/>
                <a:ext cx="101" cy="88"/>
              </a:xfrm>
              <a:custGeom>
                <a:avLst/>
                <a:gdLst>
                  <a:gd name="T0" fmla="*/ 6 w 98"/>
                  <a:gd name="T1" fmla="*/ 83 h 85"/>
                  <a:gd name="T2" fmla="*/ 3 w 98"/>
                  <a:gd name="T3" fmla="*/ 98 h 85"/>
                  <a:gd name="T4" fmla="*/ 3 w 98"/>
                  <a:gd name="T5" fmla="*/ 98 h 85"/>
                  <a:gd name="T6" fmla="*/ 15 w 98"/>
                  <a:gd name="T7" fmla="*/ 100 h 85"/>
                  <a:gd name="T8" fmla="*/ 112 w 98"/>
                  <a:gd name="T9" fmla="*/ 32 h 85"/>
                  <a:gd name="T10" fmla="*/ 112 w 98"/>
                  <a:gd name="T11" fmla="*/ 10 h 85"/>
                  <a:gd name="T12" fmla="*/ 112 w 98"/>
                  <a:gd name="T13" fmla="*/ 10 h 85"/>
                  <a:gd name="T14" fmla="*/ 95 w 98"/>
                  <a:gd name="T15" fmla="*/ 2 h 85"/>
                  <a:gd name="T16" fmla="*/ 6 w 98"/>
                  <a:gd name="T17" fmla="*/ 83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85">
                    <a:moveTo>
                      <a:pt x="6" y="67"/>
                    </a:moveTo>
                    <a:cubicBezTo>
                      <a:pt x="2" y="70"/>
                      <a:pt x="0" y="75"/>
                      <a:pt x="3" y="80"/>
                    </a:cubicBezTo>
                    <a:cubicBezTo>
                      <a:pt x="3" y="80"/>
                      <a:pt x="3" y="80"/>
                      <a:pt x="3" y="80"/>
                    </a:cubicBezTo>
                    <a:cubicBezTo>
                      <a:pt x="6" y="84"/>
                      <a:pt x="11" y="85"/>
                      <a:pt x="15" y="82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8" y="24"/>
                      <a:pt x="98" y="16"/>
                      <a:pt x="94" y="10"/>
                    </a:cubicBezTo>
                    <a:cubicBezTo>
                      <a:pt x="94" y="10"/>
                      <a:pt x="94" y="10"/>
                      <a:pt x="94" y="10"/>
                    </a:cubicBezTo>
                    <a:cubicBezTo>
                      <a:pt x="90" y="3"/>
                      <a:pt x="83" y="0"/>
                      <a:pt x="79" y="2"/>
                    </a:cubicBezTo>
                    <a:lnTo>
                      <a:pt x="6" y="6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2" name="Freeform 1313">
                <a:extLst>
                  <a:ext uri="{FF2B5EF4-FFF2-40B4-BE49-F238E27FC236}">
                    <a16:creationId xmlns:a16="http://schemas.microsoft.com/office/drawing/2014/main" id="{1666BA2C-C693-4A4A-AB4C-4E60FEDB4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2293"/>
                <a:ext cx="116" cy="50"/>
              </a:xfrm>
              <a:custGeom>
                <a:avLst/>
                <a:gdLst>
                  <a:gd name="T0" fmla="*/ 8 w 113"/>
                  <a:gd name="T1" fmla="*/ 37 h 49"/>
                  <a:gd name="T2" fmla="*/ 0 w 113"/>
                  <a:gd name="T3" fmla="*/ 47 h 49"/>
                  <a:gd name="T4" fmla="*/ 0 w 113"/>
                  <a:gd name="T5" fmla="*/ 47 h 49"/>
                  <a:gd name="T6" fmla="*/ 11 w 113"/>
                  <a:gd name="T7" fmla="*/ 54 h 49"/>
                  <a:gd name="T8" fmla="*/ 123 w 113"/>
                  <a:gd name="T9" fmla="*/ 35 h 49"/>
                  <a:gd name="T10" fmla="*/ 130 w 113"/>
                  <a:gd name="T11" fmla="*/ 14 h 49"/>
                  <a:gd name="T12" fmla="*/ 130 w 113"/>
                  <a:gd name="T13" fmla="*/ 14 h 49"/>
                  <a:gd name="T14" fmla="*/ 119 w 113"/>
                  <a:gd name="T15" fmla="*/ 1 h 49"/>
                  <a:gd name="T16" fmla="*/ 8 w 113"/>
                  <a:gd name="T17" fmla="*/ 37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49">
                    <a:moveTo>
                      <a:pt x="8" y="31"/>
                    </a:moveTo>
                    <a:cubicBezTo>
                      <a:pt x="3" y="31"/>
                      <a:pt x="0" y="36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" y="45"/>
                      <a:pt x="6" y="49"/>
                      <a:pt x="11" y="48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10" y="28"/>
                      <a:pt x="113" y="22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6"/>
                      <a:pt x="106" y="0"/>
                      <a:pt x="101" y="1"/>
                    </a:cubicBezTo>
                    <a:lnTo>
                      <a:pt x="8" y="3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3" name="Freeform 1314">
                <a:extLst>
                  <a:ext uri="{FF2B5EF4-FFF2-40B4-BE49-F238E27FC236}">
                    <a16:creationId xmlns:a16="http://schemas.microsoft.com/office/drawing/2014/main" id="{A9B16A68-7345-4938-864E-F3843D363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310"/>
                <a:ext cx="93" cy="29"/>
              </a:xfrm>
              <a:custGeom>
                <a:avLst/>
                <a:gdLst>
                  <a:gd name="T0" fmla="*/ 109 w 90"/>
                  <a:gd name="T1" fmla="*/ 10 h 28"/>
                  <a:gd name="T2" fmla="*/ 0 w 90"/>
                  <a:gd name="T3" fmla="*/ 34 h 28"/>
                  <a:gd name="T4" fmla="*/ 109 w 90"/>
                  <a:gd name="T5" fmla="*/ 1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28">
                    <a:moveTo>
                      <a:pt x="90" y="10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37" y="0"/>
                      <a:pt x="90" y="1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4" name="Freeform 1315">
                <a:extLst>
                  <a:ext uri="{FF2B5EF4-FFF2-40B4-BE49-F238E27FC236}">
                    <a16:creationId xmlns:a16="http://schemas.microsoft.com/office/drawing/2014/main" id="{E33DAEFC-DBD6-4E9F-897E-0EF91C6B3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2296"/>
                <a:ext cx="13" cy="25"/>
              </a:xfrm>
              <a:custGeom>
                <a:avLst/>
                <a:gdLst>
                  <a:gd name="T0" fmla="*/ 13 w 13"/>
                  <a:gd name="T1" fmla="*/ 29 h 24"/>
                  <a:gd name="T2" fmla="*/ 10 w 13"/>
                  <a:gd name="T3" fmla="*/ 0 h 24"/>
                  <a:gd name="T4" fmla="*/ 2 w 13"/>
                  <a:gd name="T5" fmla="*/ 20 h 24"/>
                  <a:gd name="T6" fmla="*/ 12 w 13"/>
                  <a:gd name="T7" fmla="*/ 3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13" y="23"/>
                    </a:moveTo>
                    <a:cubicBezTo>
                      <a:pt x="2" y="22"/>
                      <a:pt x="7" y="5"/>
                      <a:pt x="10" y="0"/>
                    </a:cubicBezTo>
                    <a:cubicBezTo>
                      <a:pt x="4" y="3"/>
                      <a:pt x="0" y="6"/>
                      <a:pt x="2" y="14"/>
                    </a:cubicBezTo>
                    <a:cubicBezTo>
                      <a:pt x="3" y="19"/>
                      <a:pt x="7" y="23"/>
                      <a:pt x="12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5" name="Freeform 1316">
                <a:extLst>
                  <a:ext uri="{FF2B5EF4-FFF2-40B4-BE49-F238E27FC236}">
                    <a16:creationId xmlns:a16="http://schemas.microsoft.com/office/drawing/2014/main" id="{39FB4F2E-CAE0-4DD3-A7E2-C185F4FCA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297"/>
                <a:ext cx="89" cy="28"/>
              </a:xfrm>
              <a:custGeom>
                <a:avLst/>
                <a:gdLst>
                  <a:gd name="T0" fmla="*/ 105 w 86"/>
                  <a:gd name="T1" fmla="*/ 0 h 27"/>
                  <a:gd name="T2" fmla="*/ 0 w 86"/>
                  <a:gd name="T3" fmla="*/ 33 h 27"/>
                  <a:gd name="T4" fmla="*/ 105 w 86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27">
                    <a:moveTo>
                      <a:pt x="86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78" y="6"/>
                      <a:pt x="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6" name="Freeform 1317">
                <a:extLst>
                  <a:ext uri="{FF2B5EF4-FFF2-40B4-BE49-F238E27FC236}">
                    <a16:creationId xmlns:a16="http://schemas.microsoft.com/office/drawing/2014/main" id="{1B3052D4-ED6D-4834-A0AB-E7B27D883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2294"/>
                <a:ext cx="116" cy="49"/>
              </a:xfrm>
              <a:custGeom>
                <a:avLst/>
                <a:gdLst>
                  <a:gd name="T0" fmla="*/ 8 w 113"/>
                  <a:gd name="T1" fmla="*/ 36 h 48"/>
                  <a:gd name="T2" fmla="*/ 1 w 113"/>
                  <a:gd name="T3" fmla="*/ 46 h 48"/>
                  <a:gd name="T4" fmla="*/ 1 w 113"/>
                  <a:gd name="T5" fmla="*/ 46 h 48"/>
                  <a:gd name="T6" fmla="*/ 11 w 113"/>
                  <a:gd name="T7" fmla="*/ 53 h 48"/>
                  <a:gd name="T8" fmla="*/ 123 w 113"/>
                  <a:gd name="T9" fmla="*/ 34 h 48"/>
                  <a:gd name="T10" fmla="*/ 130 w 113"/>
                  <a:gd name="T11" fmla="*/ 13 h 48"/>
                  <a:gd name="T12" fmla="*/ 130 w 113"/>
                  <a:gd name="T13" fmla="*/ 13 h 48"/>
                  <a:gd name="T14" fmla="*/ 120 w 113"/>
                  <a:gd name="T15" fmla="*/ 0 h 48"/>
                  <a:gd name="T16" fmla="*/ 8 w 113"/>
                  <a:gd name="T17" fmla="*/ 36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48">
                    <a:moveTo>
                      <a:pt x="8" y="30"/>
                    </a:moveTo>
                    <a:cubicBezTo>
                      <a:pt x="4" y="30"/>
                      <a:pt x="0" y="35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5"/>
                      <a:pt x="6" y="48"/>
                      <a:pt x="11" y="47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10" y="28"/>
                      <a:pt x="113" y="21"/>
                      <a:pt x="112" y="13"/>
                    </a:cubicBezTo>
                    <a:cubicBezTo>
                      <a:pt x="112" y="13"/>
                      <a:pt x="112" y="13"/>
                      <a:pt x="112" y="13"/>
                    </a:cubicBezTo>
                    <a:cubicBezTo>
                      <a:pt x="111" y="5"/>
                      <a:pt x="106" y="0"/>
                      <a:pt x="102" y="0"/>
                    </a:cubicBezTo>
                    <a:lnTo>
                      <a:pt x="8" y="3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7" name="Freeform 1318">
                <a:extLst>
                  <a:ext uri="{FF2B5EF4-FFF2-40B4-BE49-F238E27FC236}">
                    <a16:creationId xmlns:a16="http://schemas.microsoft.com/office/drawing/2014/main" id="{D4F37D5A-EE2E-489E-BD7D-72CE670B0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2414"/>
                <a:ext cx="119" cy="33"/>
              </a:xfrm>
              <a:custGeom>
                <a:avLst/>
                <a:gdLst>
                  <a:gd name="T0" fmla="*/ 9 w 115"/>
                  <a:gd name="T1" fmla="*/ 14 h 32"/>
                  <a:gd name="T2" fmla="*/ 0 w 115"/>
                  <a:gd name="T3" fmla="*/ 28 h 32"/>
                  <a:gd name="T4" fmla="*/ 0 w 115"/>
                  <a:gd name="T5" fmla="*/ 28 h 32"/>
                  <a:gd name="T6" fmla="*/ 9 w 115"/>
                  <a:gd name="T7" fmla="*/ 38 h 32"/>
                  <a:gd name="T8" fmla="*/ 129 w 115"/>
                  <a:gd name="T9" fmla="*/ 34 h 32"/>
                  <a:gd name="T10" fmla="*/ 140 w 115"/>
                  <a:gd name="T11" fmla="*/ 15 h 32"/>
                  <a:gd name="T12" fmla="*/ 140 w 115"/>
                  <a:gd name="T13" fmla="*/ 15 h 32"/>
                  <a:gd name="T14" fmla="*/ 130 w 115"/>
                  <a:gd name="T15" fmla="*/ 0 h 32"/>
                  <a:gd name="T16" fmla="*/ 9 w 115"/>
                  <a:gd name="T17" fmla="*/ 1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" h="32">
                    <a:moveTo>
                      <a:pt x="9" y="14"/>
                    </a:moveTo>
                    <a:cubicBezTo>
                      <a:pt x="4" y="14"/>
                      <a:pt x="0" y="18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1"/>
                      <a:pt x="9" y="32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10" y="29"/>
                      <a:pt x="114" y="22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5" y="7"/>
                      <a:pt x="111" y="0"/>
                      <a:pt x="106" y="0"/>
                    </a:cubicBezTo>
                    <a:lnTo>
                      <a:pt x="9" y="14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8" name="Freeform 1319">
                <a:extLst>
                  <a:ext uri="{FF2B5EF4-FFF2-40B4-BE49-F238E27FC236}">
                    <a16:creationId xmlns:a16="http://schemas.microsoft.com/office/drawing/2014/main" id="{583E0D18-6222-43A1-8DA9-42C158017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2421"/>
                <a:ext cx="93" cy="22"/>
              </a:xfrm>
              <a:custGeom>
                <a:avLst/>
                <a:gdLst>
                  <a:gd name="T0" fmla="*/ 103 w 91"/>
                  <a:gd name="T1" fmla="*/ 25 h 21"/>
                  <a:gd name="T2" fmla="*/ 0 w 91"/>
                  <a:gd name="T3" fmla="*/ 27 h 21"/>
                  <a:gd name="T4" fmla="*/ 103 w 91"/>
                  <a:gd name="T5" fmla="*/ 2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21">
                    <a:moveTo>
                      <a:pt x="91" y="19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41" y="0"/>
                      <a:pt x="91" y="19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9" name="Freeform 1320">
                <a:extLst>
                  <a:ext uri="{FF2B5EF4-FFF2-40B4-BE49-F238E27FC236}">
                    <a16:creationId xmlns:a16="http://schemas.microsoft.com/office/drawing/2014/main" id="{65FC5EDC-7883-4145-8D85-5095D2CEE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2417"/>
                <a:ext cx="13" cy="24"/>
              </a:xfrm>
              <a:custGeom>
                <a:avLst/>
                <a:gdLst>
                  <a:gd name="T0" fmla="*/ 18 w 12"/>
                  <a:gd name="T1" fmla="*/ 28 h 23"/>
                  <a:gd name="T2" fmla="*/ 18 w 12"/>
                  <a:gd name="T3" fmla="*/ 0 h 23"/>
                  <a:gd name="T4" fmla="*/ 2 w 12"/>
                  <a:gd name="T5" fmla="*/ 18 h 23"/>
                  <a:gd name="T6" fmla="*/ 17 w 12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12" y="22"/>
                    </a:moveTo>
                    <a:cubicBezTo>
                      <a:pt x="0" y="20"/>
                      <a:pt x="8" y="4"/>
                      <a:pt x="12" y="0"/>
                    </a:cubicBezTo>
                    <a:cubicBezTo>
                      <a:pt x="6" y="2"/>
                      <a:pt x="2" y="4"/>
                      <a:pt x="2" y="12"/>
                    </a:cubicBezTo>
                    <a:cubicBezTo>
                      <a:pt x="2" y="17"/>
                      <a:pt x="5" y="22"/>
                      <a:pt x="1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0" name="Freeform 1321">
                <a:extLst>
                  <a:ext uri="{FF2B5EF4-FFF2-40B4-BE49-F238E27FC236}">
                    <a16:creationId xmlns:a16="http://schemas.microsoft.com/office/drawing/2014/main" id="{6AE4F2F2-0F59-4979-AE48-33661726F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416"/>
                <a:ext cx="91" cy="13"/>
              </a:xfrm>
              <a:custGeom>
                <a:avLst/>
                <a:gdLst>
                  <a:gd name="T0" fmla="*/ 101 w 89"/>
                  <a:gd name="T1" fmla="*/ 0 h 12"/>
                  <a:gd name="T2" fmla="*/ 0 w 89"/>
                  <a:gd name="T3" fmla="*/ 18 h 12"/>
                  <a:gd name="T4" fmla="*/ 101 w 8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2">
                    <a:moveTo>
                      <a:pt x="89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81" y="4"/>
                      <a:pt x="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1" name="Freeform 1322">
                <a:extLst>
                  <a:ext uri="{FF2B5EF4-FFF2-40B4-BE49-F238E27FC236}">
                    <a16:creationId xmlns:a16="http://schemas.microsoft.com/office/drawing/2014/main" id="{032EE971-9B2B-44F7-AB5D-28DB9EB6B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2414"/>
                <a:ext cx="119" cy="33"/>
              </a:xfrm>
              <a:custGeom>
                <a:avLst/>
                <a:gdLst>
                  <a:gd name="T0" fmla="*/ 9 w 115"/>
                  <a:gd name="T1" fmla="*/ 14 h 32"/>
                  <a:gd name="T2" fmla="*/ 0 w 115"/>
                  <a:gd name="T3" fmla="*/ 29 h 32"/>
                  <a:gd name="T4" fmla="*/ 0 w 115"/>
                  <a:gd name="T5" fmla="*/ 29 h 32"/>
                  <a:gd name="T6" fmla="*/ 9 w 115"/>
                  <a:gd name="T7" fmla="*/ 38 h 32"/>
                  <a:gd name="T8" fmla="*/ 129 w 115"/>
                  <a:gd name="T9" fmla="*/ 35 h 32"/>
                  <a:gd name="T10" fmla="*/ 141 w 115"/>
                  <a:gd name="T11" fmla="*/ 15 h 32"/>
                  <a:gd name="T12" fmla="*/ 141 w 115"/>
                  <a:gd name="T13" fmla="*/ 15 h 32"/>
                  <a:gd name="T14" fmla="*/ 130 w 115"/>
                  <a:gd name="T15" fmla="*/ 0 h 32"/>
                  <a:gd name="T16" fmla="*/ 9 w 115"/>
                  <a:gd name="T17" fmla="*/ 1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" h="32">
                    <a:moveTo>
                      <a:pt x="9" y="14"/>
                    </a:moveTo>
                    <a:cubicBezTo>
                      <a:pt x="5" y="14"/>
                      <a:pt x="0" y="18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8"/>
                      <a:pt x="4" y="32"/>
                      <a:pt x="9" y="32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10" y="29"/>
                      <a:pt x="114" y="23"/>
                      <a:pt x="115" y="15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15" y="7"/>
                      <a:pt x="111" y="1"/>
                      <a:pt x="106" y="0"/>
                    </a:cubicBezTo>
                    <a:lnTo>
                      <a:pt x="9" y="1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2" name="Freeform 1323">
                <a:extLst>
                  <a:ext uri="{FF2B5EF4-FFF2-40B4-BE49-F238E27FC236}">
                    <a16:creationId xmlns:a16="http://schemas.microsoft.com/office/drawing/2014/main" id="{047214C7-E09A-4427-984A-E375B33DA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2592"/>
                <a:ext cx="116" cy="59"/>
              </a:xfrm>
              <a:custGeom>
                <a:avLst/>
                <a:gdLst>
                  <a:gd name="T0" fmla="*/ 14 w 113"/>
                  <a:gd name="T1" fmla="*/ 2 h 58"/>
                  <a:gd name="T2" fmla="*/ 2 w 113"/>
                  <a:gd name="T3" fmla="*/ 6 h 58"/>
                  <a:gd name="T4" fmla="*/ 2 w 113"/>
                  <a:gd name="T5" fmla="*/ 6 h 58"/>
                  <a:gd name="T6" fmla="*/ 6 w 113"/>
                  <a:gd name="T7" fmla="*/ 18 h 58"/>
                  <a:gd name="T8" fmla="*/ 113 w 113"/>
                  <a:gd name="T9" fmla="*/ 62 h 58"/>
                  <a:gd name="T10" fmla="*/ 127 w 113"/>
                  <a:gd name="T11" fmla="*/ 54 h 58"/>
                  <a:gd name="T12" fmla="*/ 127 w 113"/>
                  <a:gd name="T13" fmla="*/ 54 h 58"/>
                  <a:gd name="T14" fmla="*/ 126 w 113"/>
                  <a:gd name="T15" fmla="*/ 37 h 58"/>
                  <a:gd name="T16" fmla="*/ 14 w 113"/>
                  <a:gd name="T17" fmla="*/ 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58">
                    <a:moveTo>
                      <a:pt x="14" y="2"/>
                    </a:moveTo>
                    <a:cubicBezTo>
                      <a:pt x="10" y="0"/>
                      <a:pt x="5" y="2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1"/>
                      <a:pt x="2" y="16"/>
                      <a:pt x="6" y="18"/>
                    </a:cubicBezTo>
                    <a:cubicBezTo>
                      <a:pt x="95" y="56"/>
                      <a:pt x="95" y="56"/>
                      <a:pt x="95" y="56"/>
                    </a:cubicBezTo>
                    <a:cubicBezTo>
                      <a:pt x="99" y="58"/>
                      <a:pt x="106" y="55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13" y="41"/>
                      <a:pt x="112" y="33"/>
                      <a:pt x="108" y="31"/>
                    </a:cubicBez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3" name="Freeform 1324">
                <a:extLst>
                  <a:ext uri="{FF2B5EF4-FFF2-40B4-BE49-F238E27FC236}">
                    <a16:creationId xmlns:a16="http://schemas.microsoft.com/office/drawing/2014/main" id="{87095F83-9B2A-4832-9A8E-A2179BD61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2606"/>
                <a:ext cx="86" cy="39"/>
              </a:xfrm>
              <a:custGeom>
                <a:avLst/>
                <a:gdLst>
                  <a:gd name="T0" fmla="*/ 102 w 83"/>
                  <a:gd name="T1" fmla="*/ 44 h 38"/>
                  <a:gd name="T2" fmla="*/ 0 w 83"/>
                  <a:gd name="T3" fmla="*/ 2 h 38"/>
                  <a:gd name="T4" fmla="*/ 102 w 83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38">
                    <a:moveTo>
                      <a:pt x="83" y="38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46" y="0"/>
                      <a:pt x="83" y="38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4" name="Freeform 1325">
                <a:extLst>
                  <a:ext uri="{FF2B5EF4-FFF2-40B4-BE49-F238E27FC236}">
                    <a16:creationId xmlns:a16="http://schemas.microsoft.com/office/drawing/2014/main" id="{34A4B9F2-D070-4B7D-885F-A62FECAD3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627"/>
                <a:ext cx="20" cy="21"/>
              </a:xfrm>
              <a:custGeom>
                <a:avLst/>
                <a:gdLst>
                  <a:gd name="T0" fmla="*/ 9 w 20"/>
                  <a:gd name="T1" fmla="*/ 21 h 21"/>
                  <a:gd name="T2" fmla="*/ 20 w 20"/>
                  <a:gd name="T3" fmla="*/ 1 h 21"/>
                  <a:gd name="T4" fmla="*/ 5 w 20"/>
                  <a:gd name="T5" fmla="*/ 7 h 21"/>
                  <a:gd name="T6" fmla="*/ 8 w 20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9" y="21"/>
                    </a:moveTo>
                    <a:cubicBezTo>
                      <a:pt x="0" y="14"/>
                      <a:pt x="14" y="3"/>
                      <a:pt x="20" y="1"/>
                    </a:cubicBezTo>
                    <a:cubicBezTo>
                      <a:pt x="13" y="0"/>
                      <a:pt x="8" y="0"/>
                      <a:pt x="5" y="7"/>
                    </a:cubicBezTo>
                    <a:cubicBezTo>
                      <a:pt x="3" y="12"/>
                      <a:pt x="3" y="18"/>
                      <a:pt x="8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5" name="Freeform 1326">
                <a:extLst>
                  <a:ext uri="{FF2B5EF4-FFF2-40B4-BE49-F238E27FC236}">
                    <a16:creationId xmlns:a16="http://schemas.microsoft.com/office/drawing/2014/main" id="{9030C22F-6796-4D43-82B2-BD5BF8BD9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2594"/>
                <a:ext cx="89" cy="29"/>
              </a:xfrm>
              <a:custGeom>
                <a:avLst/>
                <a:gdLst>
                  <a:gd name="T0" fmla="*/ 105 w 86"/>
                  <a:gd name="T1" fmla="*/ 33 h 28"/>
                  <a:gd name="T2" fmla="*/ 0 w 86"/>
                  <a:gd name="T3" fmla="*/ 0 h 28"/>
                  <a:gd name="T4" fmla="*/ 105 w 86"/>
                  <a:gd name="T5" fmla="*/ 3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28">
                    <a:moveTo>
                      <a:pt x="86" y="27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76" y="28"/>
                      <a:pt x="86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6" name="Freeform 1327">
                <a:extLst>
                  <a:ext uri="{FF2B5EF4-FFF2-40B4-BE49-F238E27FC236}">
                    <a16:creationId xmlns:a16="http://schemas.microsoft.com/office/drawing/2014/main" id="{0B08C4E6-DCBB-410E-95D1-AAAA5A5EF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2593"/>
                <a:ext cx="116" cy="59"/>
              </a:xfrm>
              <a:custGeom>
                <a:avLst/>
                <a:gdLst>
                  <a:gd name="T0" fmla="*/ 14 w 113"/>
                  <a:gd name="T1" fmla="*/ 2 h 58"/>
                  <a:gd name="T2" fmla="*/ 2 w 113"/>
                  <a:gd name="T3" fmla="*/ 6 h 58"/>
                  <a:gd name="T4" fmla="*/ 2 w 113"/>
                  <a:gd name="T5" fmla="*/ 6 h 58"/>
                  <a:gd name="T6" fmla="*/ 6 w 113"/>
                  <a:gd name="T7" fmla="*/ 18 h 58"/>
                  <a:gd name="T8" fmla="*/ 113 w 113"/>
                  <a:gd name="T9" fmla="*/ 62 h 58"/>
                  <a:gd name="T10" fmla="*/ 127 w 113"/>
                  <a:gd name="T11" fmla="*/ 53 h 58"/>
                  <a:gd name="T12" fmla="*/ 127 w 113"/>
                  <a:gd name="T13" fmla="*/ 53 h 58"/>
                  <a:gd name="T14" fmla="*/ 126 w 113"/>
                  <a:gd name="T15" fmla="*/ 36 h 58"/>
                  <a:gd name="T16" fmla="*/ 14 w 113"/>
                  <a:gd name="T17" fmla="*/ 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58">
                    <a:moveTo>
                      <a:pt x="14" y="2"/>
                    </a:moveTo>
                    <a:cubicBezTo>
                      <a:pt x="10" y="0"/>
                      <a:pt x="5" y="1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0"/>
                      <a:pt x="2" y="15"/>
                      <a:pt x="6" y="18"/>
                    </a:cubicBezTo>
                    <a:cubicBezTo>
                      <a:pt x="95" y="56"/>
                      <a:pt x="95" y="56"/>
                      <a:pt x="95" y="56"/>
                    </a:cubicBezTo>
                    <a:cubicBezTo>
                      <a:pt x="99" y="58"/>
                      <a:pt x="106" y="54"/>
                      <a:pt x="109" y="47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13" y="40"/>
                      <a:pt x="112" y="33"/>
                      <a:pt x="108" y="30"/>
                    </a:cubicBezTo>
                    <a:lnTo>
                      <a:pt x="14" y="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7" name="Freeform 1328">
                <a:extLst>
                  <a:ext uri="{FF2B5EF4-FFF2-40B4-BE49-F238E27FC236}">
                    <a16:creationId xmlns:a16="http://schemas.microsoft.com/office/drawing/2014/main" id="{8A9F4F14-8477-4A56-B03C-527C07DF3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753"/>
                <a:ext cx="95" cy="93"/>
              </a:xfrm>
              <a:custGeom>
                <a:avLst/>
                <a:gdLst>
                  <a:gd name="T0" fmla="*/ 17 w 93"/>
                  <a:gd name="T1" fmla="*/ 4 h 90"/>
                  <a:gd name="T2" fmla="*/ 4 w 93"/>
                  <a:gd name="T3" fmla="*/ 3 h 90"/>
                  <a:gd name="T4" fmla="*/ 4 w 93"/>
                  <a:gd name="T5" fmla="*/ 3 h 90"/>
                  <a:gd name="T6" fmla="*/ 3 w 93"/>
                  <a:gd name="T7" fmla="*/ 21 h 90"/>
                  <a:gd name="T8" fmla="*/ 78 w 93"/>
                  <a:gd name="T9" fmla="*/ 104 h 90"/>
                  <a:gd name="T10" fmla="*/ 97 w 93"/>
                  <a:gd name="T11" fmla="*/ 102 h 90"/>
                  <a:gd name="T12" fmla="*/ 97 w 93"/>
                  <a:gd name="T13" fmla="*/ 102 h 90"/>
                  <a:gd name="T14" fmla="*/ 102 w 93"/>
                  <a:gd name="T15" fmla="*/ 82 h 90"/>
                  <a:gd name="T16" fmla="*/ 17 w 93"/>
                  <a:gd name="T17" fmla="*/ 4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90">
                    <a:moveTo>
                      <a:pt x="17" y="4"/>
                    </a:moveTo>
                    <a:cubicBezTo>
                      <a:pt x="13" y="0"/>
                      <a:pt x="8" y="0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6"/>
                      <a:pt x="0" y="11"/>
                      <a:pt x="3" y="15"/>
                    </a:cubicBezTo>
                    <a:cubicBezTo>
                      <a:pt x="68" y="86"/>
                      <a:pt x="68" y="86"/>
                      <a:pt x="68" y="86"/>
                    </a:cubicBezTo>
                    <a:cubicBezTo>
                      <a:pt x="71" y="90"/>
                      <a:pt x="79" y="89"/>
                      <a:pt x="85" y="84"/>
                    </a:cubicBezTo>
                    <a:cubicBezTo>
                      <a:pt x="85" y="84"/>
                      <a:pt x="85" y="84"/>
                      <a:pt x="85" y="84"/>
                    </a:cubicBezTo>
                    <a:cubicBezTo>
                      <a:pt x="91" y="79"/>
                      <a:pt x="93" y="72"/>
                      <a:pt x="90" y="68"/>
                    </a:cubicBez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8" name="Freeform 1329">
                <a:extLst>
                  <a:ext uri="{FF2B5EF4-FFF2-40B4-BE49-F238E27FC236}">
                    <a16:creationId xmlns:a16="http://schemas.microsoft.com/office/drawing/2014/main" id="{C07645E1-E58D-43AD-AF1D-AE9AA31A8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768"/>
                <a:ext cx="63" cy="68"/>
              </a:xfrm>
              <a:custGeom>
                <a:avLst/>
                <a:gdLst>
                  <a:gd name="T0" fmla="*/ 73 w 61"/>
                  <a:gd name="T1" fmla="*/ 73 h 67"/>
                  <a:gd name="T2" fmla="*/ 0 w 61"/>
                  <a:gd name="T3" fmla="*/ 0 h 67"/>
                  <a:gd name="T4" fmla="*/ 73 w 61"/>
                  <a:gd name="T5" fmla="*/ 73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67">
                    <a:moveTo>
                      <a:pt x="61" y="67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3" y="17"/>
                      <a:pt x="61" y="67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9" name="Freeform 1330">
                <a:extLst>
                  <a:ext uri="{FF2B5EF4-FFF2-40B4-BE49-F238E27FC236}">
                    <a16:creationId xmlns:a16="http://schemas.microsoft.com/office/drawing/2014/main" id="{38D61B59-AA19-4909-8E1E-D60D6A8B0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2822"/>
                <a:ext cx="23" cy="20"/>
              </a:xfrm>
              <a:custGeom>
                <a:avLst/>
                <a:gdLst>
                  <a:gd name="T0" fmla="*/ 6 w 23"/>
                  <a:gd name="T1" fmla="*/ 20 h 20"/>
                  <a:gd name="T2" fmla="*/ 23 w 23"/>
                  <a:gd name="T3" fmla="*/ 5 h 20"/>
                  <a:gd name="T4" fmla="*/ 8 w 23"/>
                  <a:gd name="T5" fmla="*/ 6 h 20"/>
                  <a:gd name="T6" fmla="*/ 4 w 23"/>
                  <a:gd name="T7" fmla="*/ 1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0">
                    <a:moveTo>
                      <a:pt x="6" y="20"/>
                    </a:moveTo>
                    <a:cubicBezTo>
                      <a:pt x="0" y="10"/>
                      <a:pt x="17" y="5"/>
                      <a:pt x="23" y="5"/>
                    </a:cubicBezTo>
                    <a:cubicBezTo>
                      <a:pt x="18" y="2"/>
                      <a:pt x="13" y="0"/>
                      <a:pt x="8" y="6"/>
                    </a:cubicBezTo>
                    <a:cubicBezTo>
                      <a:pt x="4" y="9"/>
                      <a:pt x="2" y="15"/>
                      <a:pt x="4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0" name="Freeform 1331">
                <a:extLst>
                  <a:ext uri="{FF2B5EF4-FFF2-40B4-BE49-F238E27FC236}">
                    <a16:creationId xmlns:a16="http://schemas.microsoft.com/office/drawing/2014/main" id="{B5DDF45F-077D-400C-AF01-F03C943DF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757"/>
                <a:ext cx="69" cy="61"/>
              </a:xfrm>
              <a:custGeom>
                <a:avLst/>
                <a:gdLst>
                  <a:gd name="T0" fmla="*/ 79 w 67"/>
                  <a:gd name="T1" fmla="*/ 71 h 59"/>
                  <a:gd name="T2" fmla="*/ 0 w 67"/>
                  <a:gd name="T3" fmla="*/ 0 h 59"/>
                  <a:gd name="T4" fmla="*/ 79 w 67"/>
                  <a:gd name="T5" fmla="*/ 7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59">
                    <a:moveTo>
                      <a:pt x="67" y="5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58" y="56"/>
                      <a:pt x="67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1" name="Freeform 1332">
                <a:extLst>
                  <a:ext uri="{FF2B5EF4-FFF2-40B4-BE49-F238E27FC236}">
                    <a16:creationId xmlns:a16="http://schemas.microsoft.com/office/drawing/2014/main" id="{F9897B11-348C-41A2-824D-4D8EA24E0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2753"/>
                <a:ext cx="96" cy="93"/>
              </a:xfrm>
              <a:custGeom>
                <a:avLst/>
                <a:gdLst>
                  <a:gd name="T0" fmla="*/ 17 w 94"/>
                  <a:gd name="T1" fmla="*/ 5 h 90"/>
                  <a:gd name="T2" fmla="*/ 5 w 94"/>
                  <a:gd name="T3" fmla="*/ 3 h 90"/>
                  <a:gd name="T4" fmla="*/ 5 w 94"/>
                  <a:gd name="T5" fmla="*/ 3 h 90"/>
                  <a:gd name="T6" fmla="*/ 4 w 94"/>
                  <a:gd name="T7" fmla="*/ 22 h 90"/>
                  <a:gd name="T8" fmla="*/ 79 w 94"/>
                  <a:gd name="T9" fmla="*/ 104 h 90"/>
                  <a:gd name="T10" fmla="*/ 98 w 94"/>
                  <a:gd name="T11" fmla="*/ 102 h 90"/>
                  <a:gd name="T12" fmla="*/ 98 w 94"/>
                  <a:gd name="T13" fmla="*/ 102 h 90"/>
                  <a:gd name="T14" fmla="*/ 103 w 94"/>
                  <a:gd name="T15" fmla="*/ 82 h 90"/>
                  <a:gd name="T16" fmla="*/ 17 w 94"/>
                  <a:gd name="T17" fmla="*/ 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90">
                    <a:moveTo>
                      <a:pt x="17" y="5"/>
                    </a:moveTo>
                    <a:cubicBezTo>
                      <a:pt x="14" y="1"/>
                      <a:pt x="9" y="0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1" y="6"/>
                      <a:pt x="0" y="12"/>
                      <a:pt x="4" y="16"/>
                    </a:cubicBezTo>
                    <a:cubicBezTo>
                      <a:pt x="69" y="86"/>
                      <a:pt x="69" y="86"/>
                      <a:pt x="69" y="86"/>
                    </a:cubicBezTo>
                    <a:cubicBezTo>
                      <a:pt x="72" y="90"/>
                      <a:pt x="80" y="89"/>
                      <a:pt x="86" y="84"/>
                    </a:cubicBezTo>
                    <a:cubicBezTo>
                      <a:pt x="86" y="84"/>
                      <a:pt x="86" y="84"/>
                      <a:pt x="86" y="84"/>
                    </a:cubicBezTo>
                    <a:cubicBezTo>
                      <a:pt x="92" y="79"/>
                      <a:pt x="94" y="72"/>
                      <a:pt x="91" y="68"/>
                    </a:cubicBezTo>
                    <a:lnTo>
                      <a:pt x="17" y="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2" name="Freeform 1333">
                <a:extLst>
                  <a:ext uri="{FF2B5EF4-FFF2-40B4-BE49-F238E27FC236}">
                    <a16:creationId xmlns:a16="http://schemas.microsoft.com/office/drawing/2014/main" id="{BF5086D2-6F98-4969-A22A-26C2F7D06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2894"/>
                <a:ext cx="84" cy="103"/>
              </a:xfrm>
              <a:custGeom>
                <a:avLst/>
                <a:gdLst>
                  <a:gd name="T0" fmla="*/ 18 w 82"/>
                  <a:gd name="T1" fmla="*/ 6 h 100"/>
                  <a:gd name="T2" fmla="*/ 6 w 82"/>
                  <a:gd name="T3" fmla="*/ 2 h 100"/>
                  <a:gd name="T4" fmla="*/ 6 w 82"/>
                  <a:gd name="T5" fmla="*/ 2 h 100"/>
                  <a:gd name="T6" fmla="*/ 2 w 82"/>
                  <a:gd name="T7" fmla="*/ 15 h 100"/>
                  <a:gd name="T8" fmla="*/ 61 w 82"/>
                  <a:gd name="T9" fmla="*/ 113 h 100"/>
                  <a:gd name="T10" fmla="*/ 84 w 82"/>
                  <a:gd name="T11" fmla="*/ 114 h 100"/>
                  <a:gd name="T12" fmla="*/ 84 w 82"/>
                  <a:gd name="T13" fmla="*/ 114 h 100"/>
                  <a:gd name="T14" fmla="*/ 92 w 82"/>
                  <a:gd name="T15" fmla="*/ 97 h 100"/>
                  <a:gd name="T16" fmla="*/ 18 w 82"/>
                  <a:gd name="T17" fmla="*/ 6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100">
                    <a:moveTo>
                      <a:pt x="18" y="6"/>
                    </a:moveTo>
                    <a:cubicBezTo>
                      <a:pt x="16" y="2"/>
                      <a:pt x="10" y="0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2" y="5"/>
                      <a:pt x="0" y="10"/>
                      <a:pt x="2" y="15"/>
                    </a:cubicBezTo>
                    <a:cubicBezTo>
                      <a:pt x="55" y="95"/>
                      <a:pt x="55" y="95"/>
                      <a:pt x="55" y="95"/>
                    </a:cubicBezTo>
                    <a:cubicBezTo>
                      <a:pt x="58" y="99"/>
                      <a:pt x="65" y="100"/>
                      <a:pt x="72" y="96"/>
                    </a:cubicBezTo>
                    <a:cubicBezTo>
                      <a:pt x="72" y="96"/>
                      <a:pt x="72" y="96"/>
                      <a:pt x="72" y="96"/>
                    </a:cubicBezTo>
                    <a:cubicBezTo>
                      <a:pt x="79" y="92"/>
                      <a:pt x="82" y="85"/>
                      <a:pt x="80" y="81"/>
                    </a:cubicBezTo>
                    <a:lnTo>
                      <a:pt x="18" y="6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3" name="Freeform 1334">
                <a:extLst>
                  <a:ext uri="{FF2B5EF4-FFF2-40B4-BE49-F238E27FC236}">
                    <a16:creationId xmlns:a16="http://schemas.microsoft.com/office/drawing/2014/main" id="{CC5199DE-622A-4113-9188-F945CFC2A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908"/>
                <a:ext cx="50" cy="78"/>
              </a:xfrm>
              <a:custGeom>
                <a:avLst/>
                <a:gdLst>
                  <a:gd name="T0" fmla="*/ 55 w 49"/>
                  <a:gd name="T1" fmla="*/ 88 h 76"/>
                  <a:gd name="T2" fmla="*/ 0 w 49"/>
                  <a:gd name="T3" fmla="*/ 0 h 76"/>
                  <a:gd name="T4" fmla="*/ 55 w 49"/>
                  <a:gd name="T5" fmla="*/ 88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76">
                    <a:moveTo>
                      <a:pt x="49" y="7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0" y="24"/>
                      <a:pt x="49" y="7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4" name="Freeform 1335">
                <a:extLst>
                  <a:ext uri="{FF2B5EF4-FFF2-40B4-BE49-F238E27FC236}">
                    <a16:creationId xmlns:a16="http://schemas.microsoft.com/office/drawing/2014/main" id="{6F738B4C-B933-4977-9452-AA37B4AF8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975"/>
                <a:ext cx="24" cy="17"/>
              </a:xfrm>
              <a:custGeom>
                <a:avLst/>
                <a:gdLst>
                  <a:gd name="T0" fmla="*/ 4 w 23"/>
                  <a:gd name="T1" fmla="*/ 17 h 17"/>
                  <a:gd name="T2" fmla="*/ 29 w 23"/>
                  <a:gd name="T3" fmla="*/ 6 h 17"/>
                  <a:gd name="T4" fmla="*/ 8 w 23"/>
                  <a:gd name="T5" fmla="*/ 4 h 17"/>
                  <a:gd name="T6" fmla="*/ 2 w 23"/>
                  <a:gd name="T7" fmla="*/ 1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4" y="17"/>
                    </a:moveTo>
                    <a:cubicBezTo>
                      <a:pt x="0" y="7"/>
                      <a:pt x="17" y="5"/>
                      <a:pt x="23" y="6"/>
                    </a:cubicBezTo>
                    <a:cubicBezTo>
                      <a:pt x="18" y="2"/>
                      <a:pt x="14" y="0"/>
                      <a:pt x="8" y="4"/>
                    </a:cubicBezTo>
                    <a:cubicBezTo>
                      <a:pt x="4" y="7"/>
                      <a:pt x="0" y="12"/>
                      <a:pt x="2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5" name="Freeform 1336">
                <a:extLst>
                  <a:ext uri="{FF2B5EF4-FFF2-40B4-BE49-F238E27FC236}">
                    <a16:creationId xmlns:a16="http://schemas.microsoft.com/office/drawing/2014/main" id="{5593E0E4-995A-4FB0-8B58-4C14DE733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2900"/>
                <a:ext cx="59" cy="71"/>
              </a:xfrm>
              <a:custGeom>
                <a:avLst/>
                <a:gdLst>
                  <a:gd name="T0" fmla="*/ 69 w 57"/>
                  <a:gd name="T1" fmla="*/ 81 h 69"/>
                  <a:gd name="T2" fmla="*/ 0 w 57"/>
                  <a:gd name="T3" fmla="*/ 0 h 69"/>
                  <a:gd name="T4" fmla="*/ 69 w 57"/>
                  <a:gd name="T5" fmla="*/ 81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9">
                    <a:moveTo>
                      <a:pt x="57" y="6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8" y="64"/>
                      <a:pt x="57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6" name="Freeform 1337">
                <a:extLst>
                  <a:ext uri="{FF2B5EF4-FFF2-40B4-BE49-F238E27FC236}">
                    <a16:creationId xmlns:a16="http://schemas.microsoft.com/office/drawing/2014/main" id="{EAA5EACA-32F7-4071-97BB-F2FAEFF81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2894"/>
                <a:ext cx="84" cy="103"/>
              </a:xfrm>
              <a:custGeom>
                <a:avLst/>
                <a:gdLst>
                  <a:gd name="T0" fmla="*/ 18 w 82"/>
                  <a:gd name="T1" fmla="*/ 6 h 100"/>
                  <a:gd name="T2" fmla="*/ 6 w 82"/>
                  <a:gd name="T3" fmla="*/ 3 h 100"/>
                  <a:gd name="T4" fmla="*/ 6 w 82"/>
                  <a:gd name="T5" fmla="*/ 3 h 100"/>
                  <a:gd name="T6" fmla="*/ 2 w 82"/>
                  <a:gd name="T7" fmla="*/ 15 h 100"/>
                  <a:gd name="T8" fmla="*/ 61 w 82"/>
                  <a:gd name="T9" fmla="*/ 113 h 100"/>
                  <a:gd name="T10" fmla="*/ 84 w 82"/>
                  <a:gd name="T11" fmla="*/ 114 h 100"/>
                  <a:gd name="T12" fmla="*/ 84 w 82"/>
                  <a:gd name="T13" fmla="*/ 114 h 100"/>
                  <a:gd name="T14" fmla="*/ 92 w 82"/>
                  <a:gd name="T15" fmla="*/ 97 h 100"/>
                  <a:gd name="T16" fmla="*/ 18 w 82"/>
                  <a:gd name="T17" fmla="*/ 6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100">
                    <a:moveTo>
                      <a:pt x="18" y="6"/>
                    </a:moveTo>
                    <a:cubicBezTo>
                      <a:pt x="15" y="2"/>
                      <a:pt x="10" y="0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5"/>
                      <a:pt x="0" y="11"/>
                      <a:pt x="2" y="15"/>
                    </a:cubicBezTo>
                    <a:cubicBezTo>
                      <a:pt x="55" y="95"/>
                      <a:pt x="55" y="95"/>
                      <a:pt x="55" y="95"/>
                    </a:cubicBezTo>
                    <a:cubicBezTo>
                      <a:pt x="57" y="100"/>
                      <a:pt x="65" y="100"/>
                      <a:pt x="72" y="96"/>
                    </a:cubicBezTo>
                    <a:cubicBezTo>
                      <a:pt x="72" y="96"/>
                      <a:pt x="72" y="96"/>
                      <a:pt x="72" y="96"/>
                    </a:cubicBezTo>
                    <a:cubicBezTo>
                      <a:pt x="79" y="92"/>
                      <a:pt x="82" y="86"/>
                      <a:pt x="80" y="81"/>
                    </a:cubicBezTo>
                    <a:lnTo>
                      <a:pt x="18" y="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7" name="Freeform 1338">
                <a:extLst>
                  <a:ext uri="{FF2B5EF4-FFF2-40B4-BE49-F238E27FC236}">
                    <a16:creationId xmlns:a16="http://schemas.microsoft.com/office/drawing/2014/main" id="{D7395053-DF46-49B9-9CF8-ED3A8DCE4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856"/>
                <a:ext cx="63" cy="114"/>
              </a:xfrm>
              <a:custGeom>
                <a:avLst/>
                <a:gdLst>
                  <a:gd name="T0" fmla="*/ 70 w 61"/>
                  <a:gd name="T1" fmla="*/ 115 h 111"/>
                  <a:gd name="T2" fmla="*/ 67 w 61"/>
                  <a:gd name="T3" fmla="*/ 127 h 111"/>
                  <a:gd name="T4" fmla="*/ 67 w 61"/>
                  <a:gd name="T5" fmla="*/ 127 h 111"/>
                  <a:gd name="T6" fmla="*/ 52 w 61"/>
                  <a:gd name="T7" fmla="*/ 123 h 111"/>
                  <a:gd name="T8" fmla="*/ 2 w 61"/>
                  <a:gd name="T9" fmla="*/ 18 h 111"/>
                  <a:gd name="T10" fmla="*/ 11 w 61"/>
                  <a:gd name="T11" fmla="*/ 4 h 111"/>
                  <a:gd name="T12" fmla="*/ 11 w 61"/>
                  <a:gd name="T13" fmla="*/ 4 h 111"/>
                  <a:gd name="T14" fmla="*/ 34 w 61"/>
                  <a:gd name="T15" fmla="*/ 5 h 111"/>
                  <a:gd name="T16" fmla="*/ 70 w 61"/>
                  <a:gd name="T17" fmla="*/ 115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111">
                    <a:moveTo>
                      <a:pt x="58" y="97"/>
                    </a:moveTo>
                    <a:cubicBezTo>
                      <a:pt x="61" y="101"/>
                      <a:pt x="59" y="107"/>
                      <a:pt x="55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0" y="111"/>
                      <a:pt x="45" y="110"/>
                      <a:pt x="43" y="10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4"/>
                      <a:pt x="4" y="7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8" y="0"/>
                      <a:pt x="25" y="0"/>
                      <a:pt x="28" y="5"/>
                    </a:cubicBezTo>
                    <a:lnTo>
                      <a:pt x="58" y="9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8" name="Freeform 1339">
                <a:extLst>
                  <a:ext uri="{FF2B5EF4-FFF2-40B4-BE49-F238E27FC236}">
                    <a16:creationId xmlns:a16="http://schemas.microsoft.com/office/drawing/2014/main" id="{575371B4-49EF-4040-BC21-02B14F6E9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877"/>
                <a:ext cx="40" cy="84"/>
              </a:xfrm>
              <a:custGeom>
                <a:avLst/>
                <a:gdLst>
                  <a:gd name="T0" fmla="*/ 0 w 39"/>
                  <a:gd name="T1" fmla="*/ 0 h 82"/>
                  <a:gd name="T2" fmla="*/ 44 w 39"/>
                  <a:gd name="T3" fmla="*/ 94 h 82"/>
                  <a:gd name="T4" fmla="*/ 0 w 39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82">
                    <a:moveTo>
                      <a:pt x="0" y="0"/>
                    </a:moveTo>
                    <a:cubicBezTo>
                      <a:pt x="38" y="82"/>
                      <a:pt x="38" y="82"/>
                      <a:pt x="38" y="82"/>
                    </a:cubicBezTo>
                    <a:cubicBezTo>
                      <a:pt x="38" y="82"/>
                      <a:pt x="39" y="35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9" name="Freeform 1340">
                <a:extLst>
                  <a:ext uri="{FF2B5EF4-FFF2-40B4-BE49-F238E27FC236}">
                    <a16:creationId xmlns:a16="http://schemas.microsoft.com/office/drawing/2014/main" id="{B3E127C5-AD90-476A-9310-BFAE8D365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859"/>
                <a:ext cx="23" cy="20"/>
              </a:xfrm>
              <a:custGeom>
                <a:avLst/>
                <a:gdLst>
                  <a:gd name="T0" fmla="*/ 0 w 22"/>
                  <a:gd name="T1" fmla="*/ 11 h 20"/>
                  <a:gd name="T2" fmla="*/ 27 w 22"/>
                  <a:gd name="T3" fmla="*/ 0 h 20"/>
                  <a:gd name="T4" fmla="*/ 20 w 22"/>
                  <a:gd name="T5" fmla="*/ 14 h 20"/>
                  <a:gd name="T6" fmla="*/ 0 w 22"/>
                  <a:gd name="T7" fmla="*/ 1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0" y="11"/>
                    </a:moveTo>
                    <a:cubicBezTo>
                      <a:pt x="7" y="20"/>
                      <a:pt x="18" y="5"/>
                      <a:pt x="21" y="0"/>
                    </a:cubicBezTo>
                    <a:cubicBezTo>
                      <a:pt x="22" y="6"/>
                      <a:pt x="21" y="11"/>
                      <a:pt x="14" y="14"/>
                    </a:cubicBezTo>
                    <a:cubicBezTo>
                      <a:pt x="10" y="16"/>
                      <a:pt x="4" y="16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0" name="Freeform 1341">
                <a:extLst>
                  <a:ext uri="{FF2B5EF4-FFF2-40B4-BE49-F238E27FC236}">
                    <a16:creationId xmlns:a16="http://schemas.microsoft.com/office/drawing/2014/main" id="{A1C6B145-D95F-40FC-B259-BDA9F56F1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1868"/>
                <a:ext cx="30" cy="87"/>
              </a:xfrm>
              <a:custGeom>
                <a:avLst/>
                <a:gdLst>
                  <a:gd name="T0" fmla="*/ 1 w 29"/>
                  <a:gd name="T1" fmla="*/ 0 h 85"/>
                  <a:gd name="T2" fmla="*/ 35 w 29"/>
                  <a:gd name="T3" fmla="*/ 97 h 85"/>
                  <a:gd name="T4" fmla="*/ 1 w 29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85">
                    <a:moveTo>
                      <a:pt x="1" y="0"/>
                    </a:moveTo>
                    <a:cubicBezTo>
                      <a:pt x="29" y="85"/>
                      <a:pt x="29" y="85"/>
                      <a:pt x="29" y="85"/>
                    </a:cubicBezTo>
                    <a:cubicBezTo>
                      <a:pt x="29" y="85"/>
                      <a:pt x="0" y="1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1" name="Freeform 1342">
                <a:extLst>
                  <a:ext uri="{FF2B5EF4-FFF2-40B4-BE49-F238E27FC236}">
                    <a16:creationId xmlns:a16="http://schemas.microsoft.com/office/drawing/2014/main" id="{444995B3-2F73-4288-A7C9-5FEF12076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856"/>
                <a:ext cx="62" cy="114"/>
              </a:xfrm>
              <a:custGeom>
                <a:avLst/>
                <a:gdLst>
                  <a:gd name="T0" fmla="*/ 70 w 60"/>
                  <a:gd name="T1" fmla="*/ 115 h 111"/>
                  <a:gd name="T2" fmla="*/ 66 w 60"/>
                  <a:gd name="T3" fmla="*/ 127 h 111"/>
                  <a:gd name="T4" fmla="*/ 66 w 60"/>
                  <a:gd name="T5" fmla="*/ 127 h 111"/>
                  <a:gd name="T6" fmla="*/ 51 w 60"/>
                  <a:gd name="T7" fmla="*/ 123 h 111"/>
                  <a:gd name="T8" fmla="*/ 2 w 60"/>
                  <a:gd name="T9" fmla="*/ 18 h 111"/>
                  <a:gd name="T10" fmla="*/ 10 w 60"/>
                  <a:gd name="T11" fmla="*/ 3 h 111"/>
                  <a:gd name="T12" fmla="*/ 10 w 60"/>
                  <a:gd name="T13" fmla="*/ 3 h 111"/>
                  <a:gd name="T14" fmla="*/ 33 w 60"/>
                  <a:gd name="T15" fmla="*/ 5 h 111"/>
                  <a:gd name="T16" fmla="*/ 70 w 60"/>
                  <a:gd name="T17" fmla="*/ 115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111">
                    <a:moveTo>
                      <a:pt x="58" y="97"/>
                    </a:moveTo>
                    <a:cubicBezTo>
                      <a:pt x="60" y="101"/>
                      <a:pt x="59" y="107"/>
                      <a:pt x="54" y="109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0" y="111"/>
                      <a:pt x="44" y="110"/>
                      <a:pt x="42" y="10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4"/>
                      <a:pt x="3" y="7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7" y="0"/>
                      <a:pt x="25" y="0"/>
                      <a:pt x="27" y="5"/>
                    </a:cubicBezTo>
                    <a:lnTo>
                      <a:pt x="58" y="9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2" name="Freeform 1343">
                <a:extLst>
                  <a:ext uri="{FF2B5EF4-FFF2-40B4-BE49-F238E27FC236}">
                    <a16:creationId xmlns:a16="http://schemas.microsoft.com/office/drawing/2014/main" id="{8B382673-A321-4540-A5C6-65C6B4CDA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101"/>
                <a:ext cx="101" cy="87"/>
              </a:xfrm>
              <a:custGeom>
                <a:avLst/>
                <a:gdLst>
                  <a:gd name="T0" fmla="*/ 110 w 98"/>
                  <a:gd name="T1" fmla="*/ 79 h 85"/>
                  <a:gd name="T2" fmla="*/ 113 w 98"/>
                  <a:gd name="T3" fmla="*/ 92 h 85"/>
                  <a:gd name="T4" fmla="*/ 113 w 98"/>
                  <a:gd name="T5" fmla="*/ 92 h 85"/>
                  <a:gd name="T6" fmla="*/ 101 w 98"/>
                  <a:gd name="T7" fmla="*/ 94 h 85"/>
                  <a:gd name="T8" fmla="*/ 4 w 98"/>
                  <a:gd name="T9" fmla="*/ 33 h 85"/>
                  <a:gd name="T10" fmla="*/ 4 w 98"/>
                  <a:gd name="T11" fmla="*/ 10 h 85"/>
                  <a:gd name="T12" fmla="*/ 4 w 98"/>
                  <a:gd name="T13" fmla="*/ 10 h 85"/>
                  <a:gd name="T14" fmla="*/ 25 w 98"/>
                  <a:gd name="T15" fmla="*/ 2 h 85"/>
                  <a:gd name="T16" fmla="*/ 110 w 98"/>
                  <a:gd name="T17" fmla="*/ 79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85">
                    <a:moveTo>
                      <a:pt x="92" y="67"/>
                    </a:moveTo>
                    <a:cubicBezTo>
                      <a:pt x="96" y="70"/>
                      <a:pt x="98" y="76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2" y="84"/>
                      <a:pt x="87" y="85"/>
                      <a:pt x="83" y="82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0" y="24"/>
                      <a:pt x="0" y="16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8" y="3"/>
                      <a:pt x="15" y="0"/>
                      <a:pt x="19" y="2"/>
                    </a:cubicBezTo>
                    <a:lnTo>
                      <a:pt x="92" y="6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3" name="Freeform 1344">
                <a:extLst>
                  <a:ext uri="{FF2B5EF4-FFF2-40B4-BE49-F238E27FC236}">
                    <a16:creationId xmlns:a16="http://schemas.microsoft.com/office/drawing/2014/main" id="{606F9C6B-1AD4-4297-975F-B54872243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128"/>
                <a:ext cx="78" cy="54"/>
              </a:xfrm>
              <a:custGeom>
                <a:avLst/>
                <a:gdLst>
                  <a:gd name="T0" fmla="*/ 0 w 75"/>
                  <a:gd name="T1" fmla="*/ 0 h 53"/>
                  <a:gd name="T2" fmla="*/ 94 w 75"/>
                  <a:gd name="T3" fmla="*/ 59 h 53"/>
                  <a:gd name="T4" fmla="*/ 0 w 75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53">
                    <a:moveTo>
                      <a:pt x="0" y="0"/>
                    </a:moveTo>
                    <a:cubicBezTo>
                      <a:pt x="75" y="53"/>
                      <a:pt x="75" y="53"/>
                      <a:pt x="75" y="53"/>
                    </a:cubicBezTo>
                    <a:cubicBezTo>
                      <a:pt x="75" y="53"/>
                      <a:pt x="52" y="12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4" name="Freeform 1345">
                <a:extLst>
                  <a:ext uri="{FF2B5EF4-FFF2-40B4-BE49-F238E27FC236}">
                    <a16:creationId xmlns:a16="http://schemas.microsoft.com/office/drawing/2014/main" id="{AB66CC9A-A850-473E-A9E6-BE802F0AA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104"/>
                <a:ext cx="19" cy="25"/>
              </a:xfrm>
              <a:custGeom>
                <a:avLst/>
                <a:gdLst>
                  <a:gd name="T0" fmla="*/ 0 w 18"/>
                  <a:gd name="T1" fmla="*/ 25 h 24"/>
                  <a:gd name="T2" fmla="*/ 18 w 18"/>
                  <a:gd name="T3" fmla="*/ 0 h 24"/>
                  <a:gd name="T4" fmla="*/ 20 w 18"/>
                  <a:gd name="T5" fmla="*/ 21 h 24"/>
                  <a:gd name="T6" fmla="*/ 0 w 18"/>
                  <a:gd name="T7" fmla="*/ 2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4">
                    <a:moveTo>
                      <a:pt x="0" y="19"/>
                    </a:moveTo>
                    <a:cubicBezTo>
                      <a:pt x="10" y="24"/>
                      <a:pt x="13" y="6"/>
                      <a:pt x="12" y="0"/>
                    </a:cubicBezTo>
                    <a:cubicBezTo>
                      <a:pt x="16" y="5"/>
                      <a:pt x="18" y="9"/>
                      <a:pt x="14" y="15"/>
                    </a:cubicBezTo>
                    <a:cubicBezTo>
                      <a:pt x="11" y="20"/>
                      <a:pt x="6" y="22"/>
                      <a:pt x="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5" name="Freeform 1346">
                <a:extLst>
                  <a:ext uri="{FF2B5EF4-FFF2-40B4-BE49-F238E27FC236}">
                    <a16:creationId xmlns:a16="http://schemas.microsoft.com/office/drawing/2014/main" id="{D70A7DED-A4C0-4B3D-BB2F-58D38F09A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109"/>
                <a:ext cx="69" cy="61"/>
              </a:xfrm>
              <a:custGeom>
                <a:avLst/>
                <a:gdLst>
                  <a:gd name="T0" fmla="*/ 0 w 67"/>
                  <a:gd name="T1" fmla="*/ 0 h 59"/>
                  <a:gd name="T2" fmla="*/ 79 w 67"/>
                  <a:gd name="T3" fmla="*/ 71 h 59"/>
                  <a:gd name="T4" fmla="*/ 0 w 67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59">
                    <a:moveTo>
                      <a:pt x="0" y="0"/>
                    </a:moveTo>
                    <a:cubicBezTo>
                      <a:pt x="67" y="59"/>
                      <a:pt x="67" y="59"/>
                      <a:pt x="67" y="59"/>
                    </a:cubicBezTo>
                    <a:cubicBezTo>
                      <a:pt x="67" y="59"/>
                      <a:pt x="4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6" name="Freeform 1347">
                <a:extLst>
                  <a:ext uri="{FF2B5EF4-FFF2-40B4-BE49-F238E27FC236}">
                    <a16:creationId xmlns:a16="http://schemas.microsoft.com/office/drawing/2014/main" id="{72E603EA-A038-4323-B5C4-C58147D58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101"/>
                <a:ext cx="100" cy="87"/>
              </a:xfrm>
              <a:custGeom>
                <a:avLst/>
                <a:gdLst>
                  <a:gd name="T0" fmla="*/ 110 w 97"/>
                  <a:gd name="T1" fmla="*/ 80 h 85"/>
                  <a:gd name="T2" fmla="*/ 113 w 97"/>
                  <a:gd name="T3" fmla="*/ 92 h 85"/>
                  <a:gd name="T4" fmla="*/ 113 w 97"/>
                  <a:gd name="T5" fmla="*/ 92 h 85"/>
                  <a:gd name="T6" fmla="*/ 100 w 97"/>
                  <a:gd name="T7" fmla="*/ 95 h 85"/>
                  <a:gd name="T8" fmla="*/ 4 w 97"/>
                  <a:gd name="T9" fmla="*/ 33 h 85"/>
                  <a:gd name="T10" fmla="*/ 4 w 97"/>
                  <a:gd name="T11" fmla="*/ 10 h 85"/>
                  <a:gd name="T12" fmla="*/ 4 w 97"/>
                  <a:gd name="T13" fmla="*/ 10 h 85"/>
                  <a:gd name="T14" fmla="*/ 25 w 97"/>
                  <a:gd name="T15" fmla="*/ 3 h 85"/>
                  <a:gd name="T16" fmla="*/ 110 w 97"/>
                  <a:gd name="T17" fmla="*/ 80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85">
                    <a:moveTo>
                      <a:pt x="92" y="68"/>
                    </a:moveTo>
                    <a:cubicBezTo>
                      <a:pt x="96" y="70"/>
                      <a:pt x="97" y="76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2" y="84"/>
                      <a:pt x="87" y="85"/>
                      <a:pt x="82" y="83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0" y="24"/>
                      <a:pt x="0" y="17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8" y="3"/>
                      <a:pt x="15" y="0"/>
                      <a:pt x="19" y="3"/>
                    </a:cubicBezTo>
                    <a:lnTo>
                      <a:pt x="92" y="6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7" name="Freeform 1348">
                <a:extLst>
                  <a:ext uri="{FF2B5EF4-FFF2-40B4-BE49-F238E27FC236}">
                    <a16:creationId xmlns:a16="http://schemas.microsoft.com/office/drawing/2014/main" id="{4DD8AC3E-FD44-45B1-A0BC-606183DAC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59"/>
                <a:ext cx="113" cy="66"/>
              </a:xfrm>
              <a:custGeom>
                <a:avLst/>
                <a:gdLst>
                  <a:gd name="T0" fmla="*/ 120 w 110"/>
                  <a:gd name="T1" fmla="*/ 56 h 64"/>
                  <a:gd name="T2" fmla="*/ 126 w 110"/>
                  <a:gd name="T3" fmla="*/ 69 h 64"/>
                  <a:gd name="T4" fmla="*/ 126 w 110"/>
                  <a:gd name="T5" fmla="*/ 69 h 64"/>
                  <a:gd name="T6" fmla="*/ 115 w 110"/>
                  <a:gd name="T7" fmla="*/ 74 h 64"/>
                  <a:gd name="T8" fmla="*/ 7 w 110"/>
                  <a:gd name="T9" fmla="*/ 35 h 64"/>
                  <a:gd name="T10" fmla="*/ 2 w 110"/>
                  <a:gd name="T11" fmla="*/ 13 h 64"/>
                  <a:gd name="T12" fmla="*/ 2 w 110"/>
                  <a:gd name="T13" fmla="*/ 13 h 64"/>
                  <a:gd name="T14" fmla="*/ 15 w 110"/>
                  <a:gd name="T15" fmla="*/ 2 h 64"/>
                  <a:gd name="T16" fmla="*/ 120 w 110"/>
                  <a:gd name="T17" fmla="*/ 56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64">
                    <a:moveTo>
                      <a:pt x="102" y="46"/>
                    </a:moveTo>
                    <a:cubicBezTo>
                      <a:pt x="107" y="47"/>
                      <a:pt x="110" y="52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7" y="61"/>
                      <a:pt x="102" y="64"/>
                      <a:pt x="97" y="62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2" y="28"/>
                      <a:pt x="0" y="20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5"/>
                      <a:pt x="10" y="0"/>
                      <a:pt x="15" y="2"/>
                    </a:cubicBezTo>
                    <a:lnTo>
                      <a:pt x="102" y="46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8" name="Freeform 1349">
                <a:extLst>
                  <a:ext uri="{FF2B5EF4-FFF2-40B4-BE49-F238E27FC236}">
                    <a16:creationId xmlns:a16="http://schemas.microsoft.com/office/drawing/2014/main" id="{EFC6C51C-C940-42F8-B91C-0BBB76782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85"/>
                <a:ext cx="89" cy="35"/>
              </a:xfrm>
              <a:custGeom>
                <a:avLst/>
                <a:gdLst>
                  <a:gd name="T0" fmla="*/ 0 w 86"/>
                  <a:gd name="T1" fmla="*/ 3 h 34"/>
                  <a:gd name="T2" fmla="*/ 105 w 86"/>
                  <a:gd name="T3" fmla="*/ 40 h 34"/>
                  <a:gd name="T4" fmla="*/ 0 w 86"/>
                  <a:gd name="T5" fmla="*/ 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34">
                    <a:moveTo>
                      <a:pt x="0" y="3"/>
                    </a:moveTo>
                    <a:cubicBezTo>
                      <a:pt x="86" y="34"/>
                      <a:pt x="86" y="34"/>
                      <a:pt x="86" y="34"/>
                    </a:cubicBezTo>
                    <a:cubicBezTo>
                      <a:pt x="86" y="34"/>
                      <a:pt x="54" y="0"/>
                      <a:pt x="0" y="3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9" name="Freeform 1350">
                <a:extLst>
                  <a:ext uri="{FF2B5EF4-FFF2-40B4-BE49-F238E27FC236}">
                    <a16:creationId xmlns:a16="http://schemas.microsoft.com/office/drawing/2014/main" id="{0A0E14A8-EE1F-4362-A9FC-D2AE00921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262"/>
                <a:ext cx="15" cy="25"/>
              </a:xfrm>
              <a:custGeom>
                <a:avLst/>
                <a:gdLst>
                  <a:gd name="T0" fmla="*/ 0 w 15"/>
                  <a:gd name="T1" fmla="*/ 28 h 24"/>
                  <a:gd name="T2" fmla="*/ 7 w 15"/>
                  <a:gd name="T3" fmla="*/ 0 h 24"/>
                  <a:gd name="T4" fmla="*/ 12 w 15"/>
                  <a:gd name="T5" fmla="*/ 21 h 24"/>
                  <a:gd name="T6" fmla="*/ 1 w 15"/>
                  <a:gd name="T7" fmla="*/ 29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4">
                    <a:moveTo>
                      <a:pt x="0" y="22"/>
                    </a:moveTo>
                    <a:cubicBezTo>
                      <a:pt x="11" y="24"/>
                      <a:pt x="9" y="6"/>
                      <a:pt x="7" y="0"/>
                    </a:cubicBezTo>
                    <a:cubicBezTo>
                      <a:pt x="12" y="4"/>
                      <a:pt x="15" y="8"/>
                      <a:pt x="12" y="15"/>
                    </a:cubicBezTo>
                    <a:cubicBezTo>
                      <a:pt x="11" y="20"/>
                      <a:pt x="6" y="24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0" name="Freeform 1351">
                <a:extLst>
                  <a:ext uri="{FF2B5EF4-FFF2-40B4-BE49-F238E27FC236}">
                    <a16:creationId xmlns:a16="http://schemas.microsoft.com/office/drawing/2014/main" id="{AE1C7F62-983F-4A6E-AEFD-F181BBDA7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5"/>
                <a:ext cx="83" cy="41"/>
              </a:xfrm>
              <a:custGeom>
                <a:avLst/>
                <a:gdLst>
                  <a:gd name="T0" fmla="*/ 0 w 80"/>
                  <a:gd name="T1" fmla="*/ 0 h 40"/>
                  <a:gd name="T2" fmla="*/ 99 w 80"/>
                  <a:gd name="T3" fmla="*/ 46 h 40"/>
                  <a:gd name="T4" fmla="*/ 0 w 8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40">
                    <a:moveTo>
                      <a:pt x="0" y="0"/>
                    </a:moveTo>
                    <a:cubicBezTo>
                      <a:pt x="80" y="40"/>
                      <a:pt x="80" y="40"/>
                      <a:pt x="80" y="40"/>
                    </a:cubicBezTo>
                    <a:cubicBezTo>
                      <a:pt x="80" y="40"/>
                      <a:pt x="6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1" name="Freeform 1352">
                <a:extLst>
                  <a:ext uri="{FF2B5EF4-FFF2-40B4-BE49-F238E27FC236}">
                    <a16:creationId xmlns:a16="http://schemas.microsoft.com/office/drawing/2014/main" id="{6A939CC2-0C2C-4820-A325-6681861A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60"/>
                <a:ext cx="113" cy="65"/>
              </a:xfrm>
              <a:custGeom>
                <a:avLst/>
                <a:gdLst>
                  <a:gd name="T0" fmla="*/ 121 w 110"/>
                  <a:gd name="T1" fmla="*/ 54 h 63"/>
                  <a:gd name="T2" fmla="*/ 127 w 110"/>
                  <a:gd name="T3" fmla="*/ 68 h 63"/>
                  <a:gd name="T4" fmla="*/ 127 w 110"/>
                  <a:gd name="T5" fmla="*/ 68 h 63"/>
                  <a:gd name="T6" fmla="*/ 116 w 110"/>
                  <a:gd name="T7" fmla="*/ 74 h 63"/>
                  <a:gd name="T8" fmla="*/ 7 w 110"/>
                  <a:gd name="T9" fmla="*/ 34 h 63"/>
                  <a:gd name="T10" fmla="*/ 3 w 110"/>
                  <a:gd name="T11" fmla="*/ 12 h 63"/>
                  <a:gd name="T12" fmla="*/ 3 w 110"/>
                  <a:gd name="T13" fmla="*/ 12 h 63"/>
                  <a:gd name="T14" fmla="*/ 15 w 110"/>
                  <a:gd name="T15" fmla="*/ 1 h 63"/>
                  <a:gd name="T16" fmla="*/ 121 w 110"/>
                  <a:gd name="T17" fmla="*/ 54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63">
                    <a:moveTo>
                      <a:pt x="103" y="45"/>
                    </a:moveTo>
                    <a:cubicBezTo>
                      <a:pt x="108" y="46"/>
                      <a:pt x="110" y="51"/>
                      <a:pt x="109" y="56"/>
                    </a:cubicBezTo>
                    <a:cubicBezTo>
                      <a:pt x="109" y="56"/>
                      <a:pt x="109" y="56"/>
                      <a:pt x="109" y="56"/>
                    </a:cubicBezTo>
                    <a:cubicBezTo>
                      <a:pt x="107" y="60"/>
                      <a:pt x="102" y="63"/>
                      <a:pt x="98" y="62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2" y="27"/>
                      <a:pt x="0" y="20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5"/>
                      <a:pt x="11" y="0"/>
                      <a:pt x="15" y="1"/>
                    </a:cubicBezTo>
                    <a:lnTo>
                      <a:pt x="103" y="4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2" name="Freeform 1353">
                <a:extLst>
                  <a:ext uri="{FF2B5EF4-FFF2-40B4-BE49-F238E27FC236}">
                    <a16:creationId xmlns:a16="http://schemas.microsoft.com/office/drawing/2014/main" id="{4DBA0C09-1BEC-4130-A075-FD98EA62A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487"/>
                <a:ext cx="121" cy="38"/>
              </a:xfrm>
              <a:custGeom>
                <a:avLst/>
                <a:gdLst>
                  <a:gd name="T0" fmla="*/ 129 w 117"/>
                  <a:gd name="T1" fmla="*/ 1 h 37"/>
                  <a:gd name="T2" fmla="*/ 140 w 117"/>
                  <a:gd name="T3" fmla="*/ 7 h 37"/>
                  <a:gd name="T4" fmla="*/ 140 w 117"/>
                  <a:gd name="T5" fmla="*/ 7 h 37"/>
                  <a:gd name="T6" fmla="*/ 133 w 117"/>
                  <a:gd name="T7" fmla="*/ 18 h 37"/>
                  <a:gd name="T8" fmla="*/ 14 w 117"/>
                  <a:gd name="T9" fmla="*/ 41 h 37"/>
                  <a:gd name="T10" fmla="*/ 2 w 117"/>
                  <a:gd name="T11" fmla="*/ 30 h 37"/>
                  <a:gd name="T12" fmla="*/ 2 w 117"/>
                  <a:gd name="T13" fmla="*/ 30 h 37"/>
                  <a:gd name="T14" fmla="*/ 7 w 117"/>
                  <a:gd name="T15" fmla="*/ 8 h 37"/>
                  <a:gd name="T16" fmla="*/ 129 w 117"/>
                  <a:gd name="T17" fmla="*/ 1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7" h="37">
                    <a:moveTo>
                      <a:pt x="105" y="1"/>
                    </a:moveTo>
                    <a:cubicBezTo>
                      <a:pt x="109" y="0"/>
                      <a:pt x="114" y="3"/>
                      <a:pt x="115" y="7"/>
                    </a:cubicBezTo>
                    <a:cubicBezTo>
                      <a:pt x="115" y="7"/>
                      <a:pt x="115" y="7"/>
                      <a:pt x="115" y="7"/>
                    </a:cubicBezTo>
                    <a:cubicBezTo>
                      <a:pt x="117" y="12"/>
                      <a:pt x="114" y="17"/>
                      <a:pt x="109" y="18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9" y="37"/>
                      <a:pt x="4" y="31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0" y="16"/>
                      <a:pt x="2" y="9"/>
                      <a:pt x="7" y="8"/>
                    </a:cubicBezTo>
                    <a:lnTo>
                      <a:pt x="105" y="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3" name="Freeform 1354">
                <a:extLst>
                  <a:ext uri="{FF2B5EF4-FFF2-40B4-BE49-F238E27FC236}">
                    <a16:creationId xmlns:a16="http://schemas.microsoft.com/office/drawing/2014/main" id="{C1276C35-D7B7-4464-AA2A-22A867934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490"/>
                <a:ext cx="93" cy="30"/>
              </a:xfrm>
              <a:custGeom>
                <a:avLst/>
                <a:gdLst>
                  <a:gd name="T0" fmla="*/ 0 w 90"/>
                  <a:gd name="T1" fmla="*/ 35 h 29"/>
                  <a:gd name="T2" fmla="*/ 109 w 90"/>
                  <a:gd name="T3" fmla="*/ 12 h 29"/>
                  <a:gd name="T4" fmla="*/ 0 w 90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29">
                    <a:moveTo>
                      <a:pt x="0" y="29"/>
                    </a:moveTo>
                    <a:cubicBezTo>
                      <a:pt x="90" y="12"/>
                      <a:pt x="90" y="12"/>
                      <a:pt x="90" y="12"/>
                    </a:cubicBezTo>
                    <a:cubicBezTo>
                      <a:pt x="90" y="12"/>
                      <a:pt x="45" y="0"/>
                      <a:pt x="0" y="29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4" name="Freeform 1355">
                <a:extLst>
                  <a:ext uri="{FF2B5EF4-FFF2-40B4-BE49-F238E27FC236}">
                    <a16:creationId xmlns:a16="http://schemas.microsoft.com/office/drawing/2014/main" id="{BC600E22-33B9-444C-BF43-44C1C0FBA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98"/>
                <a:ext cx="17" cy="24"/>
              </a:xfrm>
              <a:custGeom>
                <a:avLst/>
                <a:gdLst>
                  <a:gd name="T0" fmla="*/ 6 w 16"/>
                  <a:gd name="T1" fmla="*/ 28 h 23"/>
                  <a:gd name="T2" fmla="*/ 0 w 16"/>
                  <a:gd name="T3" fmla="*/ 0 h 23"/>
                  <a:gd name="T4" fmla="*/ 19 w 16"/>
                  <a:gd name="T5" fmla="*/ 10 h 23"/>
                  <a:gd name="T6" fmla="*/ 7 w 16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6" y="22"/>
                    </a:moveTo>
                    <a:cubicBezTo>
                      <a:pt x="16" y="18"/>
                      <a:pt x="5" y="4"/>
                      <a:pt x="0" y="0"/>
                    </a:cubicBezTo>
                    <a:cubicBezTo>
                      <a:pt x="7" y="1"/>
                      <a:pt x="11" y="2"/>
                      <a:pt x="13" y="10"/>
                    </a:cubicBezTo>
                    <a:cubicBezTo>
                      <a:pt x="14" y="15"/>
                      <a:pt x="12" y="21"/>
                      <a:pt x="7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5" name="Freeform 1356">
                <a:extLst>
                  <a:ext uri="{FF2B5EF4-FFF2-40B4-BE49-F238E27FC236}">
                    <a16:creationId xmlns:a16="http://schemas.microsoft.com/office/drawing/2014/main" id="{53018351-0859-4F01-9ADD-C86FA9797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488"/>
                <a:ext cx="92" cy="10"/>
              </a:xfrm>
              <a:custGeom>
                <a:avLst/>
                <a:gdLst>
                  <a:gd name="T0" fmla="*/ 0 w 90"/>
                  <a:gd name="T1" fmla="*/ 7 h 10"/>
                  <a:gd name="T2" fmla="*/ 102 w 90"/>
                  <a:gd name="T3" fmla="*/ 0 h 10"/>
                  <a:gd name="T4" fmla="*/ 0 w 90"/>
                  <a:gd name="T5" fmla="*/ 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0">
                    <a:moveTo>
                      <a:pt x="0" y="7"/>
                    </a:moveTo>
                    <a:cubicBezTo>
                      <a:pt x="90" y="0"/>
                      <a:pt x="90" y="0"/>
                      <a:pt x="90" y="0"/>
                    </a:cubicBezTo>
                    <a:cubicBezTo>
                      <a:pt x="90" y="0"/>
                      <a:pt x="9" y="10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6" name="Freeform 1357">
                <a:extLst>
                  <a:ext uri="{FF2B5EF4-FFF2-40B4-BE49-F238E27FC236}">
                    <a16:creationId xmlns:a16="http://schemas.microsoft.com/office/drawing/2014/main" id="{537F77F7-AF25-4BFD-9802-40F944A3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487"/>
                <a:ext cx="120" cy="38"/>
              </a:xfrm>
              <a:custGeom>
                <a:avLst/>
                <a:gdLst>
                  <a:gd name="T0" fmla="*/ 128 w 116"/>
                  <a:gd name="T1" fmla="*/ 1 h 37"/>
                  <a:gd name="T2" fmla="*/ 141 w 116"/>
                  <a:gd name="T3" fmla="*/ 8 h 37"/>
                  <a:gd name="T4" fmla="*/ 141 w 116"/>
                  <a:gd name="T5" fmla="*/ 8 h 37"/>
                  <a:gd name="T6" fmla="*/ 133 w 116"/>
                  <a:gd name="T7" fmla="*/ 25 h 37"/>
                  <a:gd name="T8" fmla="*/ 14 w 116"/>
                  <a:gd name="T9" fmla="*/ 42 h 37"/>
                  <a:gd name="T10" fmla="*/ 2 w 116"/>
                  <a:gd name="T11" fmla="*/ 30 h 37"/>
                  <a:gd name="T12" fmla="*/ 2 w 116"/>
                  <a:gd name="T13" fmla="*/ 30 h 37"/>
                  <a:gd name="T14" fmla="*/ 7 w 116"/>
                  <a:gd name="T15" fmla="*/ 8 h 37"/>
                  <a:gd name="T16" fmla="*/ 128 w 116"/>
                  <a:gd name="T17" fmla="*/ 1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37">
                    <a:moveTo>
                      <a:pt x="104" y="1"/>
                    </a:moveTo>
                    <a:cubicBezTo>
                      <a:pt x="109" y="0"/>
                      <a:pt x="114" y="3"/>
                      <a:pt x="115" y="8"/>
                    </a:cubicBezTo>
                    <a:cubicBezTo>
                      <a:pt x="115" y="8"/>
                      <a:pt x="115" y="8"/>
                      <a:pt x="115" y="8"/>
                    </a:cubicBezTo>
                    <a:cubicBezTo>
                      <a:pt x="116" y="13"/>
                      <a:pt x="113" y="17"/>
                      <a:pt x="109" y="1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9" y="37"/>
                      <a:pt x="3" y="32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0" y="17"/>
                      <a:pt x="2" y="9"/>
                      <a:pt x="7" y="8"/>
                    </a:cubicBezTo>
                    <a:lnTo>
                      <a:pt x="104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7" name="Freeform 1358">
                <a:extLst>
                  <a:ext uri="{FF2B5EF4-FFF2-40B4-BE49-F238E27FC236}">
                    <a16:creationId xmlns:a16="http://schemas.microsoft.com/office/drawing/2014/main" id="{196AFA29-FA1F-4730-93AA-A399DFA78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722"/>
                <a:ext cx="105" cy="82"/>
              </a:xfrm>
              <a:custGeom>
                <a:avLst/>
                <a:gdLst>
                  <a:gd name="T0" fmla="*/ 104 w 102"/>
                  <a:gd name="T1" fmla="*/ 4 h 80"/>
                  <a:gd name="T2" fmla="*/ 117 w 102"/>
                  <a:gd name="T3" fmla="*/ 4 h 80"/>
                  <a:gd name="T4" fmla="*/ 117 w 102"/>
                  <a:gd name="T5" fmla="*/ 4 h 80"/>
                  <a:gd name="T6" fmla="*/ 116 w 102"/>
                  <a:gd name="T7" fmla="*/ 17 h 80"/>
                  <a:gd name="T8" fmla="*/ 29 w 102"/>
                  <a:gd name="T9" fmla="*/ 89 h 80"/>
                  <a:gd name="T10" fmla="*/ 7 w 102"/>
                  <a:gd name="T11" fmla="*/ 84 h 80"/>
                  <a:gd name="T12" fmla="*/ 7 w 102"/>
                  <a:gd name="T13" fmla="*/ 84 h 80"/>
                  <a:gd name="T14" fmla="*/ 4 w 102"/>
                  <a:gd name="T15" fmla="*/ 63 h 80"/>
                  <a:gd name="T16" fmla="*/ 104 w 102"/>
                  <a:gd name="T17" fmla="*/ 4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80">
                    <a:moveTo>
                      <a:pt x="86" y="4"/>
                    </a:moveTo>
                    <a:cubicBezTo>
                      <a:pt x="90" y="0"/>
                      <a:pt x="96" y="1"/>
                      <a:pt x="99" y="4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102" y="8"/>
                      <a:pt x="102" y="13"/>
                      <a:pt x="98" y="1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0" y="80"/>
                      <a:pt x="12" y="78"/>
                      <a:pt x="7" y="72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2" y="67"/>
                      <a:pt x="0" y="59"/>
                      <a:pt x="4" y="56"/>
                    </a:cubicBez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8" name="Freeform 1359">
                <a:extLst>
                  <a:ext uri="{FF2B5EF4-FFF2-40B4-BE49-F238E27FC236}">
                    <a16:creationId xmlns:a16="http://schemas.microsoft.com/office/drawing/2014/main" id="{2DA7584E-357A-4730-8792-1D19560EA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738"/>
                <a:ext cx="73" cy="58"/>
              </a:xfrm>
              <a:custGeom>
                <a:avLst/>
                <a:gdLst>
                  <a:gd name="T0" fmla="*/ 0 w 71"/>
                  <a:gd name="T1" fmla="*/ 63 h 57"/>
                  <a:gd name="T2" fmla="*/ 83 w 71"/>
                  <a:gd name="T3" fmla="*/ 0 h 57"/>
                  <a:gd name="T4" fmla="*/ 0 w 71"/>
                  <a:gd name="T5" fmla="*/ 63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57">
                    <a:moveTo>
                      <a:pt x="0" y="57"/>
                    </a:move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25" y="10"/>
                      <a:pt x="0" y="57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9" name="Freeform 1360">
                <a:extLst>
                  <a:ext uri="{FF2B5EF4-FFF2-40B4-BE49-F238E27FC236}">
                    <a16:creationId xmlns:a16="http://schemas.microsoft.com/office/drawing/2014/main" id="{F2026FC2-CADB-43BA-8164-E70DEF470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781"/>
                <a:ext cx="24" cy="20"/>
              </a:xfrm>
              <a:custGeom>
                <a:avLst/>
                <a:gdLst>
                  <a:gd name="T0" fmla="*/ 22 w 23"/>
                  <a:gd name="T1" fmla="*/ 20 h 20"/>
                  <a:gd name="T2" fmla="*/ 0 w 23"/>
                  <a:gd name="T3" fmla="*/ 3 h 20"/>
                  <a:gd name="T4" fmla="*/ 22 w 23"/>
                  <a:gd name="T5" fmla="*/ 6 h 20"/>
                  <a:gd name="T6" fmla="*/ 23 w 23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0">
                    <a:moveTo>
                      <a:pt x="16" y="20"/>
                    </a:moveTo>
                    <a:cubicBezTo>
                      <a:pt x="23" y="11"/>
                      <a:pt x="6" y="4"/>
                      <a:pt x="0" y="3"/>
                    </a:cubicBezTo>
                    <a:cubicBezTo>
                      <a:pt x="6" y="0"/>
                      <a:pt x="11" y="0"/>
                      <a:pt x="16" y="6"/>
                    </a:cubicBezTo>
                    <a:cubicBezTo>
                      <a:pt x="19" y="10"/>
                      <a:pt x="20" y="15"/>
                      <a:pt x="1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1361">
                <a:extLst>
                  <a:ext uri="{FF2B5EF4-FFF2-40B4-BE49-F238E27FC236}">
                    <a16:creationId xmlns:a16="http://schemas.microsoft.com/office/drawing/2014/main" id="{1FD7C51B-32DE-40F5-BCF5-26315FE00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726"/>
                <a:ext cx="77" cy="50"/>
              </a:xfrm>
              <a:custGeom>
                <a:avLst/>
                <a:gdLst>
                  <a:gd name="T0" fmla="*/ 0 w 75"/>
                  <a:gd name="T1" fmla="*/ 60 h 48"/>
                  <a:gd name="T2" fmla="*/ 87 w 75"/>
                  <a:gd name="T3" fmla="*/ 0 h 48"/>
                  <a:gd name="T4" fmla="*/ 0 w 75"/>
                  <a:gd name="T5" fmla="*/ 6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48">
                    <a:moveTo>
                      <a:pt x="0" y="48"/>
                    </a:moveTo>
                    <a:cubicBezTo>
                      <a:pt x="75" y="0"/>
                      <a:pt x="75" y="0"/>
                      <a:pt x="75" y="0"/>
                    </a:cubicBezTo>
                    <a:cubicBezTo>
                      <a:pt x="75" y="0"/>
                      <a:pt x="9" y="46"/>
                      <a:pt x="0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Freeform 1362">
                <a:extLst>
                  <a:ext uri="{FF2B5EF4-FFF2-40B4-BE49-F238E27FC236}">
                    <a16:creationId xmlns:a16="http://schemas.microsoft.com/office/drawing/2014/main" id="{DD0F6DF1-9D14-4464-81E6-BF0149FC6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723"/>
                <a:ext cx="105" cy="83"/>
              </a:xfrm>
              <a:custGeom>
                <a:avLst/>
                <a:gdLst>
                  <a:gd name="T0" fmla="*/ 104 w 102"/>
                  <a:gd name="T1" fmla="*/ 3 h 80"/>
                  <a:gd name="T2" fmla="*/ 117 w 102"/>
                  <a:gd name="T3" fmla="*/ 4 h 80"/>
                  <a:gd name="T4" fmla="*/ 117 w 102"/>
                  <a:gd name="T5" fmla="*/ 4 h 80"/>
                  <a:gd name="T6" fmla="*/ 117 w 102"/>
                  <a:gd name="T7" fmla="*/ 22 h 80"/>
                  <a:gd name="T8" fmla="*/ 29 w 102"/>
                  <a:gd name="T9" fmla="*/ 94 h 80"/>
                  <a:gd name="T10" fmla="*/ 7 w 102"/>
                  <a:gd name="T11" fmla="*/ 90 h 80"/>
                  <a:gd name="T12" fmla="*/ 7 w 102"/>
                  <a:gd name="T13" fmla="*/ 90 h 80"/>
                  <a:gd name="T14" fmla="*/ 4 w 102"/>
                  <a:gd name="T15" fmla="*/ 67 h 80"/>
                  <a:gd name="T16" fmla="*/ 104 w 102"/>
                  <a:gd name="T17" fmla="*/ 3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80">
                    <a:moveTo>
                      <a:pt x="86" y="3"/>
                    </a:moveTo>
                    <a:cubicBezTo>
                      <a:pt x="90" y="0"/>
                      <a:pt x="96" y="0"/>
                      <a:pt x="99" y="4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102" y="7"/>
                      <a:pt x="102" y="13"/>
                      <a:pt x="99" y="16"/>
                    </a:cubicBezTo>
                    <a:cubicBezTo>
                      <a:pt x="23" y="76"/>
                      <a:pt x="23" y="76"/>
                      <a:pt x="23" y="76"/>
                    </a:cubicBezTo>
                    <a:cubicBezTo>
                      <a:pt x="20" y="80"/>
                      <a:pt x="12" y="78"/>
                      <a:pt x="7" y="72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2" y="66"/>
                      <a:pt x="0" y="59"/>
                      <a:pt x="4" y="55"/>
                    </a:cubicBezTo>
                    <a:lnTo>
                      <a:pt x="86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Freeform 1363">
                <a:extLst>
                  <a:ext uri="{FF2B5EF4-FFF2-40B4-BE49-F238E27FC236}">
                    <a16:creationId xmlns:a16="http://schemas.microsoft.com/office/drawing/2014/main" id="{0DD6871B-CF73-494C-9268-9CCF6049A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846"/>
                <a:ext cx="71" cy="109"/>
              </a:xfrm>
              <a:custGeom>
                <a:avLst/>
                <a:gdLst>
                  <a:gd name="T0" fmla="*/ 62 w 69"/>
                  <a:gd name="T1" fmla="*/ 7 h 107"/>
                  <a:gd name="T2" fmla="*/ 74 w 69"/>
                  <a:gd name="T3" fmla="*/ 2 h 107"/>
                  <a:gd name="T4" fmla="*/ 74 w 69"/>
                  <a:gd name="T5" fmla="*/ 2 h 107"/>
                  <a:gd name="T6" fmla="*/ 80 w 69"/>
                  <a:gd name="T7" fmla="*/ 13 h 107"/>
                  <a:gd name="T8" fmla="*/ 34 w 69"/>
                  <a:gd name="T9" fmla="*/ 113 h 107"/>
                  <a:gd name="T10" fmla="*/ 12 w 69"/>
                  <a:gd name="T11" fmla="*/ 117 h 107"/>
                  <a:gd name="T12" fmla="*/ 12 w 69"/>
                  <a:gd name="T13" fmla="*/ 117 h 107"/>
                  <a:gd name="T14" fmla="*/ 2 w 69"/>
                  <a:gd name="T15" fmla="*/ 103 h 107"/>
                  <a:gd name="T16" fmla="*/ 62 w 69"/>
                  <a:gd name="T17" fmla="*/ 7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07">
                    <a:moveTo>
                      <a:pt x="51" y="7"/>
                    </a:moveTo>
                    <a:cubicBezTo>
                      <a:pt x="53" y="2"/>
                      <a:pt x="58" y="0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7" y="3"/>
                      <a:pt x="69" y="9"/>
                      <a:pt x="68" y="13"/>
                    </a:cubicBezTo>
                    <a:cubicBezTo>
                      <a:pt x="28" y="101"/>
                      <a:pt x="28" y="101"/>
                      <a:pt x="28" y="101"/>
                    </a:cubicBezTo>
                    <a:cubicBezTo>
                      <a:pt x="27" y="106"/>
                      <a:pt x="19" y="107"/>
                      <a:pt x="12" y="105"/>
                    </a:cubicBezTo>
                    <a:cubicBezTo>
                      <a:pt x="12" y="105"/>
                      <a:pt x="12" y="105"/>
                      <a:pt x="12" y="105"/>
                    </a:cubicBezTo>
                    <a:cubicBezTo>
                      <a:pt x="5" y="102"/>
                      <a:pt x="0" y="96"/>
                      <a:pt x="2" y="91"/>
                    </a:cubicBezTo>
                    <a:lnTo>
                      <a:pt x="51" y="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Freeform 1364">
                <a:extLst>
                  <a:ext uri="{FF2B5EF4-FFF2-40B4-BE49-F238E27FC236}">
                    <a16:creationId xmlns:a16="http://schemas.microsoft.com/office/drawing/2014/main" id="{6FD17653-BCA9-40F4-ADC0-2F46AAC45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859"/>
                <a:ext cx="38" cy="85"/>
              </a:xfrm>
              <a:custGeom>
                <a:avLst/>
                <a:gdLst>
                  <a:gd name="T0" fmla="*/ 0 w 37"/>
                  <a:gd name="T1" fmla="*/ 95 h 83"/>
                  <a:gd name="T2" fmla="*/ 43 w 37"/>
                  <a:gd name="T3" fmla="*/ 0 h 83"/>
                  <a:gd name="T4" fmla="*/ 0 w 37"/>
                  <a:gd name="T5" fmla="*/ 95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83">
                    <a:moveTo>
                      <a:pt x="0" y="83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1" y="30"/>
                      <a:pt x="0" y="83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4" name="Freeform 1365">
                <a:extLst>
                  <a:ext uri="{FF2B5EF4-FFF2-40B4-BE49-F238E27FC236}">
                    <a16:creationId xmlns:a16="http://schemas.microsoft.com/office/drawing/2014/main" id="{8B86C898-4AAA-4834-B094-3B1221EE6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935"/>
                <a:ext cx="24" cy="16"/>
              </a:xfrm>
              <a:custGeom>
                <a:avLst/>
                <a:gdLst>
                  <a:gd name="T0" fmla="*/ 21 w 24"/>
                  <a:gd name="T1" fmla="*/ 16 h 16"/>
                  <a:gd name="T2" fmla="*/ 0 w 24"/>
                  <a:gd name="T3" fmla="*/ 8 h 16"/>
                  <a:gd name="T4" fmla="*/ 15 w 24"/>
                  <a:gd name="T5" fmla="*/ 4 h 16"/>
                  <a:gd name="T6" fmla="*/ 23 w 24"/>
                  <a:gd name="T7" fmla="*/ 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21" y="16"/>
                    </a:moveTo>
                    <a:cubicBezTo>
                      <a:pt x="24" y="5"/>
                      <a:pt x="6" y="7"/>
                      <a:pt x="0" y="8"/>
                    </a:cubicBezTo>
                    <a:cubicBezTo>
                      <a:pt x="4" y="3"/>
                      <a:pt x="8" y="0"/>
                      <a:pt x="15" y="4"/>
                    </a:cubicBezTo>
                    <a:cubicBezTo>
                      <a:pt x="20" y="6"/>
                      <a:pt x="24" y="10"/>
                      <a:pt x="2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Freeform 1366">
                <a:extLst>
                  <a:ext uri="{FF2B5EF4-FFF2-40B4-BE49-F238E27FC236}">
                    <a16:creationId xmlns:a16="http://schemas.microsoft.com/office/drawing/2014/main" id="{FA994B34-D372-4FC4-912C-9970B2469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853"/>
                <a:ext cx="46" cy="80"/>
              </a:xfrm>
              <a:custGeom>
                <a:avLst/>
                <a:gdLst>
                  <a:gd name="T0" fmla="*/ 0 w 45"/>
                  <a:gd name="T1" fmla="*/ 90 h 78"/>
                  <a:gd name="T2" fmla="*/ 51 w 45"/>
                  <a:gd name="T3" fmla="*/ 0 h 78"/>
                  <a:gd name="T4" fmla="*/ 0 w 45"/>
                  <a:gd name="T5" fmla="*/ 9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78">
                    <a:moveTo>
                      <a:pt x="0" y="78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8" y="72"/>
                      <a:pt x="0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6" name="Freeform 1367">
                <a:extLst>
                  <a:ext uri="{FF2B5EF4-FFF2-40B4-BE49-F238E27FC236}">
                    <a16:creationId xmlns:a16="http://schemas.microsoft.com/office/drawing/2014/main" id="{0732756E-F044-4241-8F05-2B564E7DB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846"/>
                <a:ext cx="71" cy="110"/>
              </a:xfrm>
              <a:custGeom>
                <a:avLst/>
                <a:gdLst>
                  <a:gd name="T0" fmla="*/ 62 w 69"/>
                  <a:gd name="T1" fmla="*/ 7 h 108"/>
                  <a:gd name="T2" fmla="*/ 74 w 69"/>
                  <a:gd name="T3" fmla="*/ 2 h 108"/>
                  <a:gd name="T4" fmla="*/ 74 w 69"/>
                  <a:gd name="T5" fmla="*/ 2 h 108"/>
                  <a:gd name="T6" fmla="*/ 80 w 69"/>
                  <a:gd name="T7" fmla="*/ 13 h 108"/>
                  <a:gd name="T8" fmla="*/ 35 w 69"/>
                  <a:gd name="T9" fmla="*/ 113 h 108"/>
                  <a:gd name="T10" fmla="*/ 12 w 69"/>
                  <a:gd name="T11" fmla="*/ 117 h 108"/>
                  <a:gd name="T12" fmla="*/ 12 w 69"/>
                  <a:gd name="T13" fmla="*/ 117 h 108"/>
                  <a:gd name="T14" fmla="*/ 2 w 69"/>
                  <a:gd name="T15" fmla="*/ 104 h 108"/>
                  <a:gd name="T16" fmla="*/ 62 w 69"/>
                  <a:gd name="T17" fmla="*/ 7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08">
                    <a:moveTo>
                      <a:pt x="51" y="7"/>
                    </a:moveTo>
                    <a:cubicBezTo>
                      <a:pt x="53" y="3"/>
                      <a:pt x="58" y="0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7" y="4"/>
                      <a:pt x="69" y="9"/>
                      <a:pt x="68" y="13"/>
                    </a:cubicBezTo>
                    <a:cubicBezTo>
                      <a:pt x="29" y="101"/>
                      <a:pt x="29" y="101"/>
                      <a:pt x="29" y="101"/>
                    </a:cubicBezTo>
                    <a:cubicBezTo>
                      <a:pt x="27" y="106"/>
                      <a:pt x="20" y="108"/>
                      <a:pt x="12" y="105"/>
                    </a:cubicBezTo>
                    <a:cubicBezTo>
                      <a:pt x="12" y="105"/>
                      <a:pt x="12" y="105"/>
                      <a:pt x="12" y="105"/>
                    </a:cubicBezTo>
                    <a:cubicBezTo>
                      <a:pt x="5" y="102"/>
                      <a:pt x="0" y="96"/>
                      <a:pt x="2" y="92"/>
                    </a:cubicBezTo>
                    <a:lnTo>
                      <a:pt x="51" y="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7" name="Oval 1368">
                <a:extLst>
                  <a:ext uri="{FF2B5EF4-FFF2-40B4-BE49-F238E27FC236}">
                    <a16:creationId xmlns:a16="http://schemas.microsoft.com/office/drawing/2014/main" id="{93A0BD35-43EF-47BD-A1B6-7AD8BDBF4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2157"/>
                <a:ext cx="33" cy="33"/>
              </a:xfrm>
              <a:prstGeom prst="ellipse">
                <a:avLst/>
              </a:pr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08" name="Oval 1369">
                <a:extLst>
                  <a:ext uri="{FF2B5EF4-FFF2-40B4-BE49-F238E27FC236}">
                    <a16:creationId xmlns:a16="http://schemas.microsoft.com/office/drawing/2014/main" id="{CF42D096-8355-416D-B759-B5EC6C50D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2157"/>
                <a:ext cx="32" cy="32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09" name="Freeform 1370">
                <a:extLst>
                  <a:ext uri="{FF2B5EF4-FFF2-40B4-BE49-F238E27FC236}">
                    <a16:creationId xmlns:a16="http://schemas.microsoft.com/office/drawing/2014/main" id="{6001AA6A-2296-49B4-A09A-8EFA6DABE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162"/>
                <a:ext cx="17" cy="24"/>
              </a:xfrm>
              <a:custGeom>
                <a:avLst/>
                <a:gdLst>
                  <a:gd name="T0" fmla="*/ 14 w 16"/>
                  <a:gd name="T1" fmla="*/ 0 h 24"/>
                  <a:gd name="T2" fmla="*/ 0 w 16"/>
                  <a:gd name="T3" fmla="*/ 12 h 24"/>
                  <a:gd name="T4" fmla="*/ 16 w 16"/>
                  <a:gd name="T5" fmla="*/ 23 h 24"/>
                  <a:gd name="T6" fmla="*/ 14 w 16"/>
                  <a:gd name="T7" fmla="*/ 17 h 24"/>
                  <a:gd name="T8" fmla="*/ 14 w 16"/>
                  <a:gd name="T9" fmla="*/ 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8" y="0"/>
                    </a:moveTo>
                    <a:cubicBezTo>
                      <a:pt x="3" y="2"/>
                      <a:pt x="0" y="6"/>
                      <a:pt x="0" y="12"/>
                    </a:cubicBezTo>
                    <a:cubicBezTo>
                      <a:pt x="0" y="17"/>
                      <a:pt x="4" y="23"/>
                      <a:pt x="10" y="23"/>
                    </a:cubicBezTo>
                    <a:cubicBezTo>
                      <a:pt x="16" y="24"/>
                      <a:pt x="9" y="18"/>
                      <a:pt x="8" y="17"/>
                    </a:cubicBezTo>
                    <a:cubicBezTo>
                      <a:pt x="5" y="12"/>
                      <a:pt x="6" y="8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Oval 1371">
                <a:extLst>
                  <a:ext uri="{FF2B5EF4-FFF2-40B4-BE49-F238E27FC236}">
                    <a16:creationId xmlns:a16="http://schemas.microsoft.com/office/drawing/2014/main" id="{8E49CE1B-5A01-46F7-8B4D-87DFBD424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0" y="2310"/>
                <a:ext cx="32" cy="32"/>
              </a:xfrm>
              <a:prstGeom prst="ellipse">
                <a:avLst/>
              </a:pr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1" name="Oval 1372">
                <a:extLst>
                  <a:ext uri="{FF2B5EF4-FFF2-40B4-BE49-F238E27FC236}">
                    <a16:creationId xmlns:a16="http://schemas.microsoft.com/office/drawing/2014/main" id="{46D5A6B6-3288-4297-B2E4-B22AA2EE0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9" y="2309"/>
                <a:ext cx="33" cy="33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2" name="Freeform 1373">
                <a:extLst>
                  <a:ext uri="{FF2B5EF4-FFF2-40B4-BE49-F238E27FC236}">
                    <a16:creationId xmlns:a16="http://schemas.microsoft.com/office/drawing/2014/main" id="{346DA4FE-7467-4B21-B18D-A36B98A1C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315"/>
                <a:ext cx="18" cy="24"/>
              </a:xfrm>
              <a:custGeom>
                <a:avLst/>
                <a:gdLst>
                  <a:gd name="T0" fmla="*/ 8 w 17"/>
                  <a:gd name="T1" fmla="*/ 0 h 24"/>
                  <a:gd name="T2" fmla="*/ 1 w 17"/>
                  <a:gd name="T3" fmla="*/ 11 h 24"/>
                  <a:gd name="T4" fmla="*/ 17 w 17"/>
                  <a:gd name="T5" fmla="*/ 23 h 24"/>
                  <a:gd name="T6" fmla="*/ 15 w 17"/>
                  <a:gd name="T7" fmla="*/ 16 h 24"/>
                  <a:gd name="T8" fmla="*/ 15 w 17"/>
                  <a:gd name="T9" fmla="*/ 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8" y="0"/>
                    </a:moveTo>
                    <a:cubicBezTo>
                      <a:pt x="4" y="2"/>
                      <a:pt x="1" y="6"/>
                      <a:pt x="1" y="11"/>
                    </a:cubicBezTo>
                    <a:cubicBezTo>
                      <a:pt x="0" y="16"/>
                      <a:pt x="5" y="22"/>
                      <a:pt x="11" y="23"/>
                    </a:cubicBezTo>
                    <a:cubicBezTo>
                      <a:pt x="17" y="24"/>
                      <a:pt x="10" y="18"/>
                      <a:pt x="9" y="16"/>
                    </a:cubicBezTo>
                    <a:cubicBezTo>
                      <a:pt x="5" y="12"/>
                      <a:pt x="7" y="7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Oval 1374">
                <a:extLst>
                  <a:ext uri="{FF2B5EF4-FFF2-40B4-BE49-F238E27FC236}">
                    <a16:creationId xmlns:a16="http://schemas.microsoft.com/office/drawing/2014/main" id="{2B7D2E2D-037C-4AA7-8DBF-24640B8F7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0" y="2394"/>
                <a:ext cx="32" cy="32"/>
              </a:xfrm>
              <a:prstGeom prst="ellipse">
                <a:avLst/>
              </a:pr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4" name="Oval 1375">
                <a:extLst>
                  <a:ext uri="{FF2B5EF4-FFF2-40B4-BE49-F238E27FC236}">
                    <a16:creationId xmlns:a16="http://schemas.microsoft.com/office/drawing/2014/main" id="{8F586EEC-B34B-47E9-B9CB-B193F7C80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2393"/>
                <a:ext cx="33" cy="33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5" name="Freeform 1376">
                <a:extLst>
                  <a:ext uri="{FF2B5EF4-FFF2-40B4-BE49-F238E27FC236}">
                    <a16:creationId xmlns:a16="http://schemas.microsoft.com/office/drawing/2014/main" id="{21E67F5B-35D9-4525-9192-E1DCE424F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2398"/>
                <a:ext cx="16" cy="24"/>
              </a:xfrm>
              <a:custGeom>
                <a:avLst/>
                <a:gdLst>
                  <a:gd name="T0" fmla="*/ 8 w 16"/>
                  <a:gd name="T1" fmla="*/ 0 h 24"/>
                  <a:gd name="T2" fmla="*/ 0 w 16"/>
                  <a:gd name="T3" fmla="*/ 11 h 24"/>
                  <a:gd name="T4" fmla="*/ 10 w 16"/>
                  <a:gd name="T5" fmla="*/ 23 h 24"/>
                  <a:gd name="T6" fmla="*/ 8 w 16"/>
                  <a:gd name="T7" fmla="*/ 16 h 24"/>
                  <a:gd name="T8" fmla="*/ 8 w 16"/>
                  <a:gd name="T9" fmla="*/ 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8" y="0"/>
                    </a:moveTo>
                    <a:cubicBezTo>
                      <a:pt x="3" y="1"/>
                      <a:pt x="0" y="6"/>
                      <a:pt x="0" y="11"/>
                    </a:cubicBezTo>
                    <a:cubicBezTo>
                      <a:pt x="0" y="16"/>
                      <a:pt x="4" y="22"/>
                      <a:pt x="10" y="23"/>
                    </a:cubicBezTo>
                    <a:cubicBezTo>
                      <a:pt x="16" y="24"/>
                      <a:pt x="9" y="17"/>
                      <a:pt x="8" y="16"/>
                    </a:cubicBezTo>
                    <a:cubicBezTo>
                      <a:pt x="4" y="12"/>
                      <a:pt x="6" y="7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6" name="Oval 1377">
                <a:extLst>
                  <a:ext uri="{FF2B5EF4-FFF2-40B4-BE49-F238E27FC236}">
                    <a16:creationId xmlns:a16="http://schemas.microsoft.com/office/drawing/2014/main" id="{4C6BCE0A-1174-416A-BAA8-B2F72C725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510"/>
                <a:ext cx="33" cy="32"/>
              </a:xfrm>
              <a:prstGeom prst="ellipse">
                <a:avLst/>
              </a:pr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7" name="Oval 1378">
                <a:extLst>
                  <a:ext uri="{FF2B5EF4-FFF2-40B4-BE49-F238E27FC236}">
                    <a16:creationId xmlns:a16="http://schemas.microsoft.com/office/drawing/2014/main" id="{614102EF-EEDB-4091-BD7F-3F6DBCBA1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509"/>
                <a:ext cx="33" cy="32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8" name="Freeform 1379">
                <a:extLst>
                  <a:ext uri="{FF2B5EF4-FFF2-40B4-BE49-F238E27FC236}">
                    <a16:creationId xmlns:a16="http://schemas.microsoft.com/office/drawing/2014/main" id="{C8A9D418-8301-47A8-A90A-693CBFEEA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513"/>
                <a:ext cx="17" cy="25"/>
              </a:xfrm>
              <a:custGeom>
                <a:avLst/>
                <a:gdLst>
                  <a:gd name="T0" fmla="*/ 14 w 16"/>
                  <a:gd name="T1" fmla="*/ 0 h 25"/>
                  <a:gd name="T2" fmla="*/ 0 w 16"/>
                  <a:gd name="T3" fmla="*/ 12 h 25"/>
                  <a:gd name="T4" fmla="*/ 16 w 16"/>
                  <a:gd name="T5" fmla="*/ 24 h 25"/>
                  <a:gd name="T6" fmla="*/ 14 w 16"/>
                  <a:gd name="T7" fmla="*/ 17 h 25"/>
                  <a:gd name="T8" fmla="*/ 14 w 16"/>
                  <a:gd name="T9" fmla="*/ 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5">
                    <a:moveTo>
                      <a:pt x="8" y="0"/>
                    </a:moveTo>
                    <a:cubicBezTo>
                      <a:pt x="3" y="2"/>
                      <a:pt x="0" y="7"/>
                      <a:pt x="0" y="12"/>
                    </a:cubicBezTo>
                    <a:cubicBezTo>
                      <a:pt x="0" y="17"/>
                      <a:pt x="4" y="23"/>
                      <a:pt x="10" y="24"/>
                    </a:cubicBezTo>
                    <a:cubicBezTo>
                      <a:pt x="16" y="25"/>
                      <a:pt x="9" y="18"/>
                      <a:pt x="8" y="17"/>
                    </a:cubicBezTo>
                    <a:cubicBezTo>
                      <a:pt x="4" y="13"/>
                      <a:pt x="6" y="8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9" name="Oval 1380">
                <a:extLst>
                  <a:ext uri="{FF2B5EF4-FFF2-40B4-BE49-F238E27FC236}">
                    <a16:creationId xmlns:a16="http://schemas.microsoft.com/office/drawing/2014/main" id="{BFEE61AE-D6E1-4EA4-80E1-1EE1F22B0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2642"/>
                <a:ext cx="32" cy="33"/>
              </a:xfrm>
              <a:prstGeom prst="ellipse">
                <a:avLst/>
              </a:pr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0" name="Oval 1381">
                <a:extLst>
                  <a:ext uri="{FF2B5EF4-FFF2-40B4-BE49-F238E27FC236}">
                    <a16:creationId xmlns:a16="http://schemas.microsoft.com/office/drawing/2014/main" id="{F6895CDD-3F61-4FF9-A2B9-BA1DA6EA6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0" y="2642"/>
                <a:ext cx="33" cy="32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1" name="Freeform 1382">
                <a:extLst>
                  <a:ext uri="{FF2B5EF4-FFF2-40B4-BE49-F238E27FC236}">
                    <a16:creationId xmlns:a16="http://schemas.microsoft.com/office/drawing/2014/main" id="{5617D356-F968-40B5-9AEA-A9A5BB648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646"/>
                <a:ext cx="16" cy="25"/>
              </a:xfrm>
              <a:custGeom>
                <a:avLst/>
                <a:gdLst>
                  <a:gd name="T0" fmla="*/ 8 w 16"/>
                  <a:gd name="T1" fmla="*/ 0 h 24"/>
                  <a:gd name="T2" fmla="*/ 1 w 16"/>
                  <a:gd name="T3" fmla="*/ 11 h 24"/>
                  <a:gd name="T4" fmla="*/ 10 w 16"/>
                  <a:gd name="T5" fmla="*/ 29 h 24"/>
                  <a:gd name="T6" fmla="*/ 9 w 16"/>
                  <a:gd name="T7" fmla="*/ 23 h 24"/>
                  <a:gd name="T8" fmla="*/ 9 w 16"/>
                  <a:gd name="T9" fmla="*/ 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8" y="0"/>
                    </a:moveTo>
                    <a:cubicBezTo>
                      <a:pt x="3" y="2"/>
                      <a:pt x="1" y="6"/>
                      <a:pt x="1" y="11"/>
                    </a:cubicBezTo>
                    <a:cubicBezTo>
                      <a:pt x="0" y="17"/>
                      <a:pt x="5" y="22"/>
                      <a:pt x="10" y="23"/>
                    </a:cubicBezTo>
                    <a:cubicBezTo>
                      <a:pt x="16" y="24"/>
                      <a:pt x="10" y="18"/>
                      <a:pt x="9" y="17"/>
                    </a:cubicBezTo>
                    <a:cubicBezTo>
                      <a:pt x="5" y="12"/>
                      <a:pt x="6" y="8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2" name="Freeform 1383">
                <a:extLst>
                  <a:ext uri="{FF2B5EF4-FFF2-40B4-BE49-F238E27FC236}">
                    <a16:creationId xmlns:a16="http://schemas.microsoft.com/office/drawing/2014/main" id="{2DD8FEA7-3B09-4576-935F-7F8BD3200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1734"/>
                <a:ext cx="149" cy="179"/>
              </a:xfrm>
              <a:custGeom>
                <a:avLst/>
                <a:gdLst>
                  <a:gd name="T0" fmla="*/ 173 w 144"/>
                  <a:gd name="T1" fmla="*/ 188 h 174"/>
                  <a:gd name="T2" fmla="*/ 172 w 144"/>
                  <a:gd name="T3" fmla="*/ 202 h 174"/>
                  <a:gd name="T4" fmla="*/ 172 w 144"/>
                  <a:gd name="T5" fmla="*/ 202 h 174"/>
                  <a:gd name="T6" fmla="*/ 156 w 144"/>
                  <a:gd name="T7" fmla="*/ 200 h 174"/>
                  <a:gd name="T8" fmla="*/ 3 w 144"/>
                  <a:gd name="T9" fmla="*/ 28 h 174"/>
                  <a:gd name="T10" fmla="*/ 9 w 144"/>
                  <a:gd name="T11" fmla="*/ 6 h 174"/>
                  <a:gd name="T12" fmla="*/ 9 w 144"/>
                  <a:gd name="T13" fmla="*/ 6 h 174"/>
                  <a:gd name="T14" fmla="*/ 31 w 144"/>
                  <a:gd name="T15" fmla="*/ 4 h 174"/>
                  <a:gd name="T16" fmla="*/ 173 w 144"/>
                  <a:gd name="T17" fmla="*/ 188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4">
                    <a:moveTo>
                      <a:pt x="141" y="158"/>
                    </a:moveTo>
                    <a:cubicBezTo>
                      <a:pt x="144" y="162"/>
                      <a:pt x="144" y="168"/>
                      <a:pt x="140" y="171"/>
                    </a:cubicBezTo>
                    <a:cubicBezTo>
                      <a:pt x="140" y="171"/>
                      <a:pt x="140" y="171"/>
                      <a:pt x="140" y="171"/>
                    </a:cubicBezTo>
                    <a:cubicBezTo>
                      <a:pt x="136" y="174"/>
                      <a:pt x="131" y="173"/>
                      <a:pt x="127" y="169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0" y="18"/>
                      <a:pt x="3" y="11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5" y="1"/>
                      <a:pt x="22" y="0"/>
                      <a:pt x="25" y="4"/>
                    </a:cubicBezTo>
                    <a:lnTo>
                      <a:pt x="141" y="15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3" name="Freeform 1384">
                <a:extLst>
                  <a:ext uri="{FF2B5EF4-FFF2-40B4-BE49-F238E27FC236}">
                    <a16:creationId xmlns:a16="http://schemas.microsoft.com/office/drawing/2014/main" id="{0527B40C-2315-43E7-81E5-D724A1AC3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758"/>
                <a:ext cx="124" cy="147"/>
              </a:xfrm>
              <a:custGeom>
                <a:avLst/>
                <a:gdLst>
                  <a:gd name="T0" fmla="*/ 0 w 121"/>
                  <a:gd name="T1" fmla="*/ 0 h 143"/>
                  <a:gd name="T2" fmla="*/ 139 w 121"/>
                  <a:gd name="T3" fmla="*/ 168 h 143"/>
                  <a:gd name="T4" fmla="*/ 0 w 121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43">
                    <a:moveTo>
                      <a:pt x="0" y="0"/>
                    </a:moveTo>
                    <a:cubicBezTo>
                      <a:pt x="121" y="143"/>
                      <a:pt x="121" y="143"/>
                      <a:pt x="121" y="143"/>
                    </a:cubicBezTo>
                    <a:cubicBezTo>
                      <a:pt x="121" y="143"/>
                      <a:pt x="45" y="28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4" name="Freeform 1385">
                <a:extLst>
                  <a:ext uri="{FF2B5EF4-FFF2-40B4-BE49-F238E27FC236}">
                    <a16:creationId xmlns:a16="http://schemas.microsoft.com/office/drawing/2014/main" id="{AFC2B4AB-90CD-4D68-8724-5654B0E7E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737"/>
                <a:ext cx="22" cy="23"/>
              </a:xfrm>
              <a:custGeom>
                <a:avLst/>
                <a:gdLst>
                  <a:gd name="T0" fmla="*/ 0 w 21"/>
                  <a:gd name="T1" fmla="*/ 20 h 22"/>
                  <a:gd name="T2" fmla="*/ 24 w 21"/>
                  <a:gd name="T3" fmla="*/ 0 h 22"/>
                  <a:gd name="T4" fmla="*/ 21 w 21"/>
                  <a:gd name="T5" fmla="*/ 21 h 22"/>
                  <a:gd name="T6" fmla="*/ 0 w 21"/>
                  <a:gd name="T7" fmla="*/ 2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0" y="14"/>
                    </a:moveTo>
                    <a:cubicBezTo>
                      <a:pt x="9" y="22"/>
                      <a:pt x="17" y="6"/>
                      <a:pt x="18" y="0"/>
                    </a:cubicBezTo>
                    <a:cubicBezTo>
                      <a:pt x="20" y="6"/>
                      <a:pt x="21" y="11"/>
                      <a:pt x="15" y="15"/>
                    </a:cubicBezTo>
                    <a:cubicBezTo>
                      <a:pt x="10" y="18"/>
                      <a:pt x="5" y="19"/>
                      <a:pt x="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5" name="Freeform 1386">
                <a:extLst>
                  <a:ext uri="{FF2B5EF4-FFF2-40B4-BE49-F238E27FC236}">
                    <a16:creationId xmlns:a16="http://schemas.microsoft.com/office/drawing/2014/main" id="{3A093268-DE9A-440D-8560-093DE0D9E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746"/>
                <a:ext cx="115" cy="151"/>
              </a:xfrm>
              <a:custGeom>
                <a:avLst/>
                <a:gdLst>
                  <a:gd name="T0" fmla="*/ 0 w 112"/>
                  <a:gd name="T1" fmla="*/ 0 h 147"/>
                  <a:gd name="T2" fmla="*/ 130 w 112"/>
                  <a:gd name="T3" fmla="*/ 172 h 147"/>
                  <a:gd name="T4" fmla="*/ 0 w 112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47">
                    <a:moveTo>
                      <a:pt x="0" y="0"/>
                    </a:moveTo>
                    <a:cubicBezTo>
                      <a:pt x="112" y="147"/>
                      <a:pt x="112" y="147"/>
                      <a:pt x="112" y="147"/>
                    </a:cubicBezTo>
                    <a:cubicBezTo>
                      <a:pt x="112" y="147"/>
                      <a:pt x="1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6" name="Freeform 1387">
                <a:extLst>
                  <a:ext uri="{FF2B5EF4-FFF2-40B4-BE49-F238E27FC236}">
                    <a16:creationId xmlns:a16="http://schemas.microsoft.com/office/drawing/2014/main" id="{A7CBF9E6-15CE-47E1-85A2-7DD03328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1734"/>
                <a:ext cx="149" cy="179"/>
              </a:xfrm>
              <a:custGeom>
                <a:avLst/>
                <a:gdLst>
                  <a:gd name="T0" fmla="*/ 173 w 144"/>
                  <a:gd name="T1" fmla="*/ 188 h 174"/>
                  <a:gd name="T2" fmla="*/ 171 w 144"/>
                  <a:gd name="T3" fmla="*/ 202 h 174"/>
                  <a:gd name="T4" fmla="*/ 171 w 144"/>
                  <a:gd name="T5" fmla="*/ 202 h 174"/>
                  <a:gd name="T6" fmla="*/ 156 w 144"/>
                  <a:gd name="T7" fmla="*/ 200 h 174"/>
                  <a:gd name="T8" fmla="*/ 3 w 144"/>
                  <a:gd name="T9" fmla="*/ 28 h 174"/>
                  <a:gd name="T10" fmla="*/ 8 w 144"/>
                  <a:gd name="T11" fmla="*/ 6 h 174"/>
                  <a:gd name="T12" fmla="*/ 8 w 144"/>
                  <a:gd name="T13" fmla="*/ 6 h 174"/>
                  <a:gd name="T14" fmla="*/ 31 w 144"/>
                  <a:gd name="T15" fmla="*/ 4 h 174"/>
                  <a:gd name="T16" fmla="*/ 173 w 144"/>
                  <a:gd name="T17" fmla="*/ 188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4">
                    <a:moveTo>
                      <a:pt x="141" y="158"/>
                    </a:moveTo>
                    <a:cubicBezTo>
                      <a:pt x="144" y="162"/>
                      <a:pt x="143" y="168"/>
                      <a:pt x="139" y="171"/>
                    </a:cubicBezTo>
                    <a:cubicBezTo>
                      <a:pt x="139" y="171"/>
                      <a:pt x="139" y="171"/>
                      <a:pt x="139" y="171"/>
                    </a:cubicBezTo>
                    <a:cubicBezTo>
                      <a:pt x="136" y="174"/>
                      <a:pt x="130" y="173"/>
                      <a:pt x="127" y="169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0" y="18"/>
                      <a:pt x="2" y="11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4" y="1"/>
                      <a:pt x="22" y="0"/>
                      <a:pt x="25" y="4"/>
                    </a:cubicBezTo>
                    <a:lnTo>
                      <a:pt x="141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7" name="Freeform 1388">
                <a:extLst>
                  <a:ext uri="{FF2B5EF4-FFF2-40B4-BE49-F238E27FC236}">
                    <a16:creationId xmlns:a16="http://schemas.microsoft.com/office/drawing/2014/main" id="{9B431950-FCAC-4003-9C7B-E2F2A7B7A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588"/>
                <a:ext cx="68" cy="215"/>
              </a:xfrm>
              <a:custGeom>
                <a:avLst/>
                <a:gdLst>
                  <a:gd name="T0" fmla="*/ 77 w 66"/>
                  <a:gd name="T1" fmla="*/ 234 h 209"/>
                  <a:gd name="T2" fmla="*/ 70 w 66"/>
                  <a:gd name="T3" fmla="*/ 246 h 209"/>
                  <a:gd name="T4" fmla="*/ 70 w 66"/>
                  <a:gd name="T5" fmla="*/ 246 h 209"/>
                  <a:gd name="T6" fmla="*/ 56 w 66"/>
                  <a:gd name="T7" fmla="*/ 238 h 209"/>
                  <a:gd name="T8" fmla="*/ 1 w 66"/>
                  <a:gd name="T9" fmla="*/ 14 h 209"/>
                  <a:gd name="T10" fmla="*/ 13 w 66"/>
                  <a:gd name="T11" fmla="*/ 2 h 209"/>
                  <a:gd name="T12" fmla="*/ 13 w 66"/>
                  <a:gd name="T13" fmla="*/ 2 h 209"/>
                  <a:gd name="T14" fmla="*/ 35 w 66"/>
                  <a:gd name="T15" fmla="*/ 7 h 209"/>
                  <a:gd name="T16" fmla="*/ 77 w 66"/>
                  <a:gd name="T17" fmla="*/ 234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209">
                    <a:moveTo>
                      <a:pt x="65" y="197"/>
                    </a:moveTo>
                    <a:cubicBezTo>
                      <a:pt x="66" y="202"/>
                      <a:pt x="63" y="206"/>
                      <a:pt x="58" y="208"/>
                    </a:cubicBezTo>
                    <a:cubicBezTo>
                      <a:pt x="58" y="208"/>
                      <a:pt x="58" y="208"/>
                      <a:pt x="58" y="208"/>
                    </a:cubicBezTo>
                    <a:cubicBezTo>
                      <a:pt x="53" y="209"/>
                      <a:pt x="48" y="206"/>
                      <a:pt x="47" y="201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9"/>
                      <a:pt x="5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1" y="0"/>
                      <a:pt x="28" y="3"/>
                      <a:pt x="29" y="7"/>
                    </a:cubicBezTo>
                    <a:lnTo>
                      <a:pt x="65" y="19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8" name="Freeform 1389">
                <a:extLst>
                  <a:ext uri="{FF2B5EF4-FFF2-40B4-BE49-F238E27FC236}">
                    <a16:creationId xmlns:a16="http://schemas.microsoft.com/office/drawing/2014/main" id="{21341822-4713-4B39-B269-34AF1F9BB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606"/>
                <a:ext cx="46" cy="187"/>
              </a:xfrm>
              <a:custGeom>
                <a:avLst/>
                <a:gdLst>
                  <a:gd name="T0" fmla="*/ 0 w 45"/>
                  <a:gd name="T1" fmla="*/ 0 h 182"/>
                  <a:gd name="T2" fmla="*/ 51 w 45"/>
                  <a:gd name="T3" fmla="*/ 214 h 182"/>
                  <a:gd name="T4" fmla="*/ 0 w 45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82">
                    <a:moveTo>
                      <a:pt x="0" y="0"/>
                    </a:moveTo>
                    <a:cubicBezTo>
                      <a:pt x="45" y="182"/>
                      <a:pt x="45" y="182"/>
                      <a:pt x="45" y="182"/>
                    </a:cubicBezTo>
                    <a:cubicBezTo>
                      <a:pt x="45" y="182"/>
                      <a:pt x="27" y="45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9" name="Freeform 1390">
                <a:extLst>
                  <a:ext uri="{FF2B5EF4-FFF2-40B4-BE49-F238E27FC236}">
                    <a16:creationId xmlns:a16="http://schemas.microsoft.com/office/drawing/2014/main" id="{9E90A2CA-19CA-4C47-A4D5-D9CF12EFD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594"/>
                <a:ext cx="23" cy="15"/>
              </a:xfrm>
              <a:custGeom>
                <a:avLst/>
                <a:gdLst>
                  <a:gd name="T0" fmla="*/ 0 w 22"/>
                  <a:gd name="T1" fmla="*/ 5 h 15"/>
                  <a:gd name="T2" fmla="*/ 28 w 22"/>
                  <a:gd name="T3" fmla="*/ 0 h 15"/>
                  <a:gd name="T4" fmla="*/ 19 w 22"/>
                  <a:gd name="T5" fmla="*/ 12 h 15"/>
                  <a:gd name="T6" fmla="*/ 0 w 22"/>
                  <a:gd name="T7" fmla="*/ 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5">
                    <a:moveTo>
                      <a:pt x="0" y="5"/>
                    </a:moveTo>
                    <a:cubicBezTo>
                      <a:pt x="4" y="15"/>
                      <a:pt x="19" y="4"/>
                      <a:pt x="22" y="0"/>
                    </a:cubicBezTo>
                    <a:cubicBezTo>
                      <a:pt x="22" y="6"/>
                      <a:pt x="20" y="11"/>
                      <a:pt x="13" y="12"/>
                    </a:cubicBezTo>
                    <a:cubicBezTo>
                      <a:pt x="7" y="12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0" name="Freeform 1391">
                <a:extLst>
                  <a:ext uri="{FF2B5EF4-FFF2-40B4-BE49-F238E27FC236}">
                    <a16:creationId xmlns:a16="http://schemas.microsoft.com/office/drawing/2014/main" id="{54C1429E-C38E-43BC-B634-4AD9E9177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604"/>
                <a:ext cx="40" cy="187"/>
              </a:xfrm>
              <a:custGeom>
                <a:avLst/>
                <a:gdLst>
                  <a:gd name="T0" fmla="*/ 2 w 39"/>
                  <a:gd name="T1" fmla="*/ 0 h 182"/>
                  <a:gd name="T2" fmla="*/ 45 w 39"/>
                  <a:gd name="T3" fmla="*/ 214 h 182"/>
                  <a:gd name="T4" fmla="*/ 2 w 39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82">
                    <a:moveTo>
                      <a:pt x="2" y="0"/>
                    </a:moveTo>
                    <a:cubicBezTo>
                      <a:pt x="39" y="182"/>
                      <a:pt x="39" y="182"/>
                      <a:pt x="39" y="182"/>
                    </a:cubicBezTo>
                    <a:cubicBezTo>
                      <a:pt x="39" y="182"/>
                      <a:pt x="0" y="9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1" name="Freeform 1392">
                <a:extLst>
                  <a:ext uri="{FF2B5EF4-FFF2-40B4-BE49-F238E27FC236}">
                    <a16:creationId xmlns:a16="http://schemas.microsoft.com/office/drawing/2014/main" id="{36452A50-3F86-4DD3-B049-48ADBE94F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588"/>
                <a:ext cx="67" cy="214"/>
              </a:xfrm>
              <a:custGeom>
                <a:avLst/>
                <a:gdLst>
                  <a:gd name="T0" fmla="*/ 76 w 65"/>
                  <a:gd name="T1" fmla="*/ 234 h 208"/>
                  <a:gd name="T2" fmla="*/ 69 w 65"/>
                  <a:gd name="T3" fmla="*/ 245 h 208"/>
                  <a:gd name="T4" fmla="*/ 69 w 65"/>
                  <a:gd name="T5" fmla="*/ 245 h 208"/>
                  <a:gd name="T6" fmla="*/ 57 w 65"/>
                  <a:gd name="T7" fmla="*/ 238 h 208"/>
                  <a:gd name="T8" fmla="*/ 1 w 65"/>
                  <a:gd name="T9" fmla="*/ 13 h 208"/>
                  <a:gd name="T10" fmla="*/ 13 w 65"/>
                  <a:gd name="T11" fmla="*/ 2 h 208"/>
                  <a:gd name="T12" fmla="*/ 13 w 65"/>
                  <a:gd name="T13" fmla="*/ 2 h 208"/>
                  <a:gd name="T14" fmla="*/ 34 w 65"/>
                  <a:gd name="T15" fmla="*/ 7 h 208"/>
                  <a:gd name="T16" fmla="*/ 76 w 65"/>
                  <a:gd name="T17" fmla="*/ 234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208">
                    <a:moveTo>
                      <a:pt x="64" y="197"/>
                    </a:moveTo>
                    <a:cubicBezTo>
                      <a:pt x="65" y="202"/>
                      <a:pt x="62" y="206"/>
                      <a:pt x="57" y="207"/>
                    </a:cubicBezTo>
                    <a:cubicBezTo>
                      <a:pt x="57" y="207"/>
                      <a:pt x="57" y="207"/>
                      <a:pt x="57" y="207"/>
                    </a:cubicBezTo>
                    <a:cubicBezTo>
                      <a:pt x="53" y="208"/>
                      <a:pt x="48" y="205"/>
                      <a:pt x="47" y="201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9"/>
                      <a:pt x="5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0" y="0"/>
                      <a:pt x="27" y="3"/>
                      <a:pt x="28" y="7"/>
                    </a:cubicBezTo>
                    <a:lnTo>
                      <a:pt x="64" y="19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1393">
                <a:extLst>
                  <a:ext uri="{FF2B5EF4-FFF2-40B4-BE49-F238E27FC236}">
                    <a16:creationId xmlns:a16="http://schemas.microsoft.com/office/drawing/2014/main" id="{0C71A72E-4632-40AD-B9FF-7AD651A46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903"/>
                <a:ext cx="179" cy="147"/>
              </a:xfrm>
              <a:custGeom>
                <a:avLst/>
                <a:gdLst>
                  <a:gd name="T0" fmla="*/ 201 w 174"/>
                  <a:gd name="T1" fmla="*/ 150 h 143"/>
                  <a:gd name="T2" fmla="*/ 202 w 174"/>
                  <a:gd name="T3" fmla="*/ 162 h 143"/>
                  <a:gd name="T4" fmla="*/ 202 w 174"/>
                  <a:gd name="T5" fmla="*/ 162 h 143"/>
                  <a:gd name="T6" fmla="*/ 189 w 174"/>
                  <a:gd name="T7" fmla="*/ 164 h 143"/>
                  <a:gd name="T8" fmla="*/ 4 w 174"/>
                  <a:gd name="T9" fmla="*/ 31 h 143"/>
                  <a:gd name="T10" fmla="*/ 6 w 174"/>
                  <a:gd name="T11" fmla="*/ 8 h 143"/>
                  <a:gd name="T12" fmla="*/ 6 w 174"/>
                  <a:gd name="T13" fmla="*/ 8 h 143"/>
                  <a:gd name="T14" fmla="*/ 27 w 174"/>
                  <a:gd name="T15" fmla="*/ 3 h 143"/>
                  <a:gd name="T16" fmla="*/ 201 w 174"/>
                  <a:gd name="T17" fmla="*/ 150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170" y="126"/>
                    </a:moveTo>
                    <a:cubicBezTo>
                      <a:pt x="173" y="129"/>
                      <a:pt x="174" y="135"/>
                      <a:pt x="171" y="138"/>
                    </a:cubicBezTo>
                    <a:cubicBezTo>
                      <a:pt x="171" y="138"/>
                      <a:pt x="171" y="138"/>
                      <a:pt x="171" y="138"/>
                    </a:cubicBezTo>
                    <a:cubicBezTo>
                      <a:pt x="168" y="142"/>
                      <a:pt x="162" y="143"/>
                      <a:pt x="159" y="14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0" y="22"/>
                      <a:pt x="1" y="14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0" y="2"/>
                      <a:pt x="17" y="0"/>
                      <a:pt x="21" y="3"/>
                    </a:cubicBezTo>
                    <a:lnTo>
                      <a:pt x="170" y="126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Freeform 1394">
                <a:extLst>
                  <a:ext uri="{FF2B5EF4-FFF2-40B4-BE49-F238E27FC236}">
                    <a16:creationId xmlns:a16="http://schemas.microsoft.com/office/drawing/2014/main" id="{925A18AE-D7B9-42F9-81DC-CF730FF41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28"/>
                <a:ext cx="156" cy="115"/>
              </a:xfrm>
              <a:custGeom>
                <a:avLst/>
                <a:gdLst>
                  <a:gd name="T0" fmla="*/ 0 w 151"/>
                  <a:gd name="T1" fmla="*/ 0 h 112"/>
                  <a:gd name="T2" fmla="*/ 183 w 151"/>
                  <a:gd name="T3" fmla="*/ 130 h 112"/>
                  <a:gd name="T4" fmla="*/ 0 w 151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2">
                    <a:moveTo>
                      <a:pt x="0" y="0"/>
                    </a:moveTo>
                    <a:cubicBezTo>
                      <a:pt x="151" y="112"/>
                      <a:pt x="151" y="112"/>
                      <a:pt x="151" y="112"/>
                    </a:cubicBezTo>
                    <a:cubicBezTo>
                      <a:pt x="151" y="112"/>
                      <a:pt x="50" y="17"/>
                      <a:pt x="0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4" name="Freeform 1395">
                <a:extLst>
                  <a:ext uri="{FF2B5EF4-FFF2-40B4-BE49-F238E27FC236}">
                    <a16:creationId xmlns:a16="http://schemas.microsoft.com/office/drawing/2014/main" id="{869001FE-5EC5-4248-8A0C-E12AD865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906"/>
                <a:ext cx="20" cy="23"/>
              </a:xfrm>
              <a:custGeom>
                <a:avLst/>
                <a:gdLst>
                  <a:gd name="T0" fmla="*/ 0 w 19"/>
                  <a:gd name="T1" fmla="*/ 17 h 23"/>
                  <a:gd name="T2" fmla="*/ 20 w 19"/>
                  <a:gd name="T3" fmla="*/ 0 h 23"/>
                  <a:gd name="T4" fmla="*/ 20 w 19"/>
                  <a:gd name="T5" fmla="*/ 15 h 23"/>
                  <a:gd name="T6" fmla="*/ 0 w 19"/>
                  <a:gd name="T7" fmla="*/ 1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17"/>
                    </a:moveTo>
                    <a:cubicBezTo>
                      <a:pt x="10" y="23"/>
                      <a:pt x="14" y="6"/>
                      <a:pt x="14" y="0"/>
                    </a:cubicBezTo>
                    <a:cubicBezTo>
                      <a:pt x="18" y="5"/>
                      <a:pt x="19" y="9"/>
                      <a:pt x="14" y="15"/>
                    </a:cubicBezTo>
                    <a:cubicBezTo>
                      <a:pt x="11" y="19"/>
                      <a:pt x="5" y="21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Freeform 1396">
                <a:extLst>
                  <a:ext uri="{FF2B5EF4-FFF2-40B4-BE49-F238E27FC236}">
                    <a16:creationId xmlns:a16="http://schemas.microsoft.com/office/drawing/2014/main" id="{8F456C46-3C16-45A7-9BA7-AD62670BA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12"/>
                <a:ext cx="148" cy="120"/>
              </a:xfrm>
              <a:custGeom>
                <a:avLst/>
                <a:gdLst>
                  <a:gd name="T0" fmla="*/ 0 w 144"/>
                  <a:gd name="T1" fmla="*/ 0 h 117"/>
                  <a:gd name="T2" fmla="*/ 169 w 144"/>
                  <a:gd name="T3" fmla="*/ 135 h 117"/>
                  <a:gd name="T4" fmla="*/ 0 w 144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17">
                    <a:moveTo>
                      <a:pt x="0" y="0"/>
                    </a:moveTo>
                    <a:cubicBezTo>
                      <a:pt x="144" y="117"/>
                      <a:pt x="144" y="117"/>
                      <a:pt x="144" y="117"/>
                    </a:cubicBezTo>
                    <a:cubicBezTo>
                      <a:pt x="144" y="117"/>
                      <a:pt x="4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6" name="Freeform 1397">
                <a:extLst>
                  <a:ext uri="{FF2B5EF4-FFF2-40B4-BE49-F238E27FC236}">
                    <a16:creationId xmlns:a16="http://schemas.microsoft.com/office/drawing/2014/main" id="{92EF42B0-AF0C-423D-8FC5-C3664825D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903"/>
                <a:ext cx="179" cy="147"/>
              </a:xfrm>
              <a:custGeom>
                <a:avLst/>
                <a:gdLst>
                  <a:gd name="T0" fmla="*/ 200 w 174"/>
                  <a:gd name="T1" fmla="*/ 150 h 143"/>
                  <a:gd name="T2" fmla="*/ 202 w 174"/>
                  <a:gd name="T3" fmla="*/ 163 h 143"/>
                  <a:gd name="T4" fmla="*/ 202 w 174"/>
                  <a:gd name="T5" fmla="*/ 163 h 143"/>
                  <a:gd name="T6" fmla="*/ 188 w 174"/>
                  <a:gd name="T7" fmla="*/ 164 h 143"/>
                  <a:gd name="T8" fmla="*/ 3 w 174"/>
                  <a:gd name="T9" fmla="*/ 31 h 143"/>
                  <a:gd name="T10" fmla="*/ 5 w 174"/>
                  <a:gd name="T11" fmla="*/ 8 h 143"/>
                  <a:gd name="T12" fmla="*/ 5 w 174"/>
                  <a:gd name="T13" fmla="*/ 8 h 143"/>
                  <a:gd name="T14" fmla="*/ 27 w 174"/>
                  <a:gd name="T15" fmla="*/ 3 h 143"/>
                  <a:gd name="T16" fmla="*/ 200 w 174"/>
                  <a:gd name="T17" fmla="*/ 150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3">
                    <a:moveTo>
                      <a:pt x="169" y="126"/>
                    </a:moveTo>
                    <a:cubicBezTo>
                      <a:pt x="173" y="129"/>
                      <a:pt x="174" y="135"/>
                      <a:pt x="171" y="139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68" y="142"/>
                      <a:pt x="162" y="143"/>
                      <a:pt x="158" y="140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0" y="22"/>
                      <a:pt x="0" y="14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10" y="2"/>
                      <a:pt x="17" y="0"/>
                      <a:pt x="21" y="3"/>
                    </a:cubicBezTo>
                    <a:lnTo>
                      <a:pt x="16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1398">
                <a:extLst>
                  <a:ext uri="{FF2B5EF4-FFF2-40B4-BE49-F238E27FC236}">
                    <a16:creationId xmlns:a16="http://schemas.microsoft.com/office/drawing/2014/main" id="{DC60073E-7D7F-4188-9476-303D2F501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106"/>
                <a:ext cx="211" cy="82"/>
              </a:xfrm>
              <a:custGeom>
                <a:avLst/>
                <a:gdLst>
                  <a:gd name="T0" fmla="*/ 235 w 205"/>
                  <a:gd name="T1" fmla="*/ 73 h 80"/>
                  <a:gd name="T2" fmla="*/ 242 w 205"/>
                  <a:gd name="T3" fmla="*/ 84 h 80"/>
                  <a:gd name="T4" fmla="*/ 242 w 205"/>
                  <a:gd name="T5" fmla="*/ 84 h 80"/>
                  <a:gd name="T6" fmla="*/ 230 w 205"/>
                  <a:gd name="T7" fmla="*/ 90 h 80"/>
                  <a:gd name="T8" fmla="*/ 6 w 205"/>
                  <a:gd name="T9" fmla="*/ 35 h 80"/>
                  <a:gd name="T10" fmla="*/ 2 w 205"/>
                  <a:gd name="T11" fmla="*/ 13 h 80"/>
                  <a:gd name="T12" fmla="*/ 2 w 205"/>
                  <a:gd name="T13" fmla="*/ 13 h 80"/>
                  <a:gd name="T14" fmla="*/ 14 w 205"/>
                  <a:gd name="T15" fmla="*/ 2 h 80"/>
                  <a:gd name="T16" fmla="*/ 235 w 205"/>
                  <a:gd name="T17" fmla="*/ 73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80">
                    <a:moveTo>
                      <a:pt x="198" y="61"/>
                    </a:moveTo>
                    <a:cubicBezTo>
                      <a:pt x="202" y="63"/>
                      <a:pt x="205" y="68"/>
                      <a:pt x="204" y="72"/>
                    </a:cubicBezTo>
                    <a:cubicBezTo>
                      <a:pt x="204" y="72"/>
                      <a:pt x="204" y="72"/>
                      <a:pt x="204" y="72"/>
                    </a:cubicBezTo>
                    <a:cubicBezTo>
                      <a:pt x="202" y="77"/>
                      <a:pt x="197" y="80"/>
                      <a:pt x="193" y="7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2" y="27"/>
                      <a:pt x="0" y="20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5"/>
                      <a:pt x="10" y="0"/>
                      <a:pt x="14" y="2"/>
                    </a:cubicBezTo>
                    <a:lnTo>
                      <a:pt x="198" y="6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8" name="Freeform 1399">
                <a:extLst>
                  <a:ext uri="{FF2B5EF4-FFF2-40B4-BE49-F238E27FC236}">
                    <a16:creationId xmlns:a16="http://schemas.microsoft.com/office/drawing/2014/main" id="{DE4F54FB-D9A5-4758-A407-4375745D9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132"/>
                <a:ext cx="187" cy="51"/>
              </a:xfrm>
              <a:custGeom>
                <a:avLst/>
                <a:gdLst>
                  <a:gd name="T0" fmla="*/ 0 w 182"/>
                  <a:gd name="T1" fmla="*/ 2 h 50"/>
                  <a:gd name="T2" fmla="*/ 214 w 182"/>
                  <a:gd name="T3" fmla="*/ 56 h 50"/>
                  <a:gd name="T4" fmla="*/ 0 w 182"/>
                  <a:gd name="T5" fmla="*/ 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50">
                    <a:moveTo>
                      <a:pt x="0" y="2"/>
                    </a:moveTo>
                    <a:cubicBezTo>
                      <a:pt x="182" y="50"/>
                      <a:pt x="182" y="50"/>
                      <a:pt x="182" y="50"/>
                    </a:cubicBezTo>
                    <a:cubicBezTo>
                      <a:pt x="182" y="50"/>
                      <a:pt x="53" y="0"/>
                      <a:pt x="0" y="2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1400">
                <a:extLst>
                  <a:ext uri="{FF2B5EF4-FFF2-40B4-BE49-F238E27FC236}">
                    <a16:creationId xmlns:a16="http://schemas.microsoft.com/office/drawing/2014/main" id="{12853FFD-441C-4FEB-8467-96D9B64EB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109"/>
                <a:ext cx="15" cy="24"/>
              </a:xfrm>
              <a:custGeom>
                <a:avLst/>
                <a:gdLst>
                  <a:gd name="T0" fmla="*/ 0 w 15"/>
                  <a:gd name="T1" fmla="*/ 28 h 23"/>
                  <a:gd name="T2" fmla="*/ 6 w 15"/>
                  <a:gd name="T3" fmla="*/ 0 h 23"/>
                  <a:gd name="T4" fmla="*/ 12 w 15"/>
                  <a:gd name="T5" fmla="*/ 20 h 23"/>
                  <a:gd name="T6" fmla="*/ 1 w 15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0" y="22"/>
                    </a:moveTo>
                    <a:cubicBezTo>
                      <a:pt x="11" y="23"/>
                      <a:pt x="8" y="6"/>
                      <a:pt x="6" y="0"/>
                    </a:cubicBezTo>
                    <a:cubicBezTo>
                      <a:pt x="12" y="4"/>
                      <a:pt x="15" y="7"/>
                      <a:pt x="12" y="14"/>
                    </a:cubicBezTo>
                    <a:cubicBezTo>
                      <a:pt x="10" y="19"/>
                      <a:pt x="6" y="23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1401">
                <a:extLst>
                  <a:ext uri="{FF2B5EF4-FFF2-40B4-BE49-F238E27FC236}">
                    <a16:creationId xmlns:a16="http://schemas.microsoft.com/office/drawing/2014/main" id="{CF885B45-B385-4A5C-909D-3FB28F85E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111"/>
                <a:ext cx="182" cy="58"/>
              </a:xfrm>
              <a:custGeom>
                <a:avLst/>
                <a:gdLst>
                  <a:gd name="T0" fmla="*/ 0 w 177"/>
                  <a:gd name="T1" fmla="*/ 0 h 56"/>
                  <a:gd name="T2" fmla="*/ 209 w 177"/>
                  <a:gd name="T3" fmla="*/ 68 h 56"/>
                  <a:gd name="T4" fmla="*/ 0 w 177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56">
                    <a:moveTo>
                      <a:pt x="0" y="0"/>
                    </a:moveTo>
                    <a:cubicBezTo>
                      <a:pt x="177" y="56"/>
                      <a:pt x="177" y="56"/>
                      <a:pt x="177" y="56"/>
                    </a:cubicBezTo>
                    <a:cubicBezTo>
                      <a:pt x="177" y="56"/>
                      <a:pt x="7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Freeform 1402">
                <a:extLst>
                  <a:ext uri="{FF2B5EF4-FFF2-40B4-BE49-F238E27FC236}">
                    <a16:creationId xmlns:a16="http://schemas.microsoft.com/office/drawing/2014/main" id="{9DBCB099-9DF5-463C-B5BF-2C4731D57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106"/>
                <a:ext cx="212" cy="82"/>
              </a:xfrm>
              <a:custGeom>
                <a:avLst/>
                <a:gdLst>
                  <a:gd name="T0" fmla="*/ 235 w 206"/>
                  <a:gd name="T1" fmla="*/ 74 h 80"/>
                  <a:gd name="T2" fmla="*/ 242 w 206"/>
                  <a:gd name="T3" fmla="*/ 84 h 80"/>
                  <a:gd name="T4" fmla="*/ 242 w 206"/>
                  <a:gd name="T5" fmla="*/ 84 h 80"/>
                  <a:gd name="T6" fmla="*/ 229 w 206"/>
                  <a:gd name="T7" fmla="*/ 90 h 80"/>
                  <a:gd name="T8" fmla="*/ 7 w 206"/>
                  <a:gd name="T9" fmla="*/ 35 h 80"/>
                  <a:gd name="T10" fmla="*/ 2 w 206"/>
                  <a:gd name="T11" fmla="*/ 13 h 80"/>
                  <a:gd name="T12" fmla="*/ 2 w 206"/>
                  <a:gd name="T13" fmla="*/ 13 h 80"/>
                  <a:gd name="T14" fmla="*/ 15 w 206"/>
                  <a:gd name="T15" fmla="*/ 2 h 80"/>
                  <a:gd name="T16" fmla="*/ 235 w 206"/>
                  <a:gd name="T17" fmla="*/ 74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80">
                    <a:moveTo>
                      <a:pt x="198" y="62"/>
                    </a:moveTo>
                    <a:cubicBezTo>
                      <a:pt x="203" y="63"/>
                      <a:pt x="206" y="68"/>
                      <a:pt x="204" y="72"/>
                    </a:cubicBezTo>
                    <a:cubicBezTo>
                      <a:pt x="204" y="72"/>
                      <a:pt x="204" y="72"/>
                      <a:pt x="204" y="72"/>
                    </a:cubicBezTo>
                    <a:cubicBezTo>
                      <a:pt x="203" y="77"/>
                      <a:pt x="198" y="80"/>
                      <a:pt x="193" y="78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2" y="27"/>
                      <a:pt x="0" y="20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5" y="5"/>
                      <a:pt x="10" y="0"/>
                      <a:pt x="15" y="2"/>
                    </a:cubicBezTo>
                    <a:lnTo>
                      <a:pt x="198" y="6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2" name="Freeform 1403">
                <a:extLst>
                  <a:ext uri="{FF2B5EF4-FFF2-40B4-BE49-F238E27FC236}">
                    <a16:creationId xmlns:a16="http://schemas.microsoft.com/office/drawing/2014/main" id="{A2DC8B56-A3AF-4136-AFCE-972D2D1A7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360"/>
                <a:ext cx="217" cy="30"/>
              </a:xfrm>
              <a:custGeom>
                <a:avLst/>
                <a:gdLst>
                  <a:gd name="T0" fmla="*/ 239 w 211"/>
                  <a:gd name="T1" fmla="*/ 11 h 29"/>
                  <a:gd name="T2" fmla="*/ 250 w 211"/>
                  <a:gd name="T3" fmla="*/ 26 h 29"/>
                  <a:gd name="T4" fmla="*/ 250 w 211"/>
                  <a:gd name="T5" fmla="*/ 26 h 29"/>
                  <a:gd name="T6" fmla="*/ 239 w 211"/>
                  <a:gd name="T7" fmla="*/ 35 h 29"/>
                  <a:gd name="T8" fmla="*/ 9 w 211"/>
                  <a:gd name="T9" fmla="*/ 35 h 29"/>
                  <a:gd name="T10" fmla="*/ 0 w 211"/>
                  <a:gd name="T11" fmla="*/ 14 h 29"/>
                  <a:gd name="T12" fmla="*/ 0 w 211"/>
                  <a:gd name="T13" fmla="*/ 14 h 29"/>
                  <a:gd name="T14" fmla="*/ 9 w 211"/>
                  <a:gd name="T15" fmla="*/ 1 h 29"/>
                  <a:gd name="T16" fmla="*/ 239 w 211"/>
                  <a:gd name="T17" fmla="*/ 1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9">
                    <a:moveTo>
                      <a:pt x="202" y="11"/>
                    </a:moveTo>
                    <a:cubicBezTo>
                      <a:pt x="207" y="11"/>
                      <a:pt x="211" y="15"/>
                      <a:pt x="211" y="20"/>
                    </a:cubicBezTo>
                    <a:cubicBezTo>
                      <a:pt x="211" y="20"/>
                      <a:pt x="211" y="20"/>
                      <a:pt x="211" y="20"/>
                    </a:cubicBezTo>
                    <a:cubicBezTo>
                      <a:pt x="211" y="25"/>
                      <a:pt x="207" y="29"/>
                      <a:pt x="202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4" y="29"/>
                      <a:pt x="0" y="2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5" y="0"/>
                      <a:pt x="9" y="1"/>
                    </a:cubicBezTo>
                    <a:lnTo>
                      <a:pt x="202" y="1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1404">
                <a:extLst>
                  <a:ext uri="{FF2B5EF4-FFF2-40B4-BE49-F238E27FC236}">
                    <a16:creationId xmlns:a16="http://schemas.microsoft.com/office/drawing/2014/main" id="{58DBD599-DB56-4DC4-92C4-674AB89AE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370"/>
                <a:ext cx="194" cy="16"/>
              </a:xfrm>
              <a:custGeom>
                <a:avLst/>
                <a:gdLst>
                  <a:gd name="T0" fmla="*/ 0 w 188"/>
                  <a:gd name="T1" fmla="*/ 16 h 16"/>
                  <a:gd name="T2" fmla="*/ 227 w 188"/>
                  <a:gd name="T3" fmla="*/ 16 h 16"/>
                  <a:gd name="T4" fmla="*/ 0 w 188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16">
                    <a:moveTo>
                      <a:pt x="0" y="16"/>
                    </a:moveTo>
                    <a:cubicBezTo>
                      <a:pt x="188" y="16"/>
                      <a:pt x="188" y="16"/>
                      <a:pt x="188" y="16"/>
                    </a:cubicBezTo>
                    <a:cubicBezTo>
                      <a:pt x="188" y="16"/>
                      <a:pt x="50" y="0"/>
                      <a:pt x="0" y="1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Freeform 1405">
                <a:extLst>
                  <a:ext uri="{FF2B5EF4-FFF2-40B4-BE49-F238E27FC236}">
                    <a16:creationId xmlns:a16="http://schemas.microsoft.com/office/drawing/2014/main" id="{B6FE6224-FB22-4C86-AD89-794EDE122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363"/>
                <a:ext cx="13" cy="23"/>
              </a:xfrm>
              <a:custGeom>
                <a:avLst/>
                <a:gdLst>
                  <a:gd name="T0" fmla="*/ 0 w 12"/>
                  <a:gd name="T1" fmla="*/ 22 h 23"/>
                  <a:gd name="T2" fmla="*/ 1 w 12"/>
                  <a:gd name="T3" fmla="*/ 0 h 23"/>
                  <a:gd name="T4" fmla="*/ 16 w 12"/>
                  <a:gd name="T5" fmla="*/ 12 h 23"/>
                  <a:gd name="T6" fmla="*/ 1 w 12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0" y="22"/>
                    </a:moveTo>
                    <a:cubicBezTo>
                      <a:pt x="12" y="21"/>
                      <a:pt x="5" y="5"/>
                      <a:pt x="1" y="0"/>
                    </a:cubicBezTo>
                    <a:cubicBezTo>
                      <a:pt x="7" y="2"/>
                      <a:pt x="11" y="5"/>
                      <a:pt x="10" y="12"/>
                    </a:cubicBezTo>
                    <a:cubicBezTo>
                      <a:pt x="10" y="18"/>
                      <a:pt x="7" y="23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Freeform 1406">
                <a:extLst>
                  <a:ext uri="{FF2B5EF4-FFF2-40B4-BE49-F238E27FC236}">
                    <a16:creationId xmlns:a16="http://schemas.microsoft.com/office/drawing/2014/main" id="{2F23936C-CEF0-4A00-A119-E8BD7C79A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363"/>
                <a:ext cx="190" cy="8"/>
              </a:xfrm>
              <a:custGeom>
                <a:avLst/>
                <a:gdLst>
                  <a:gd name="T0" fmla="*/ 0 w 185"/>
                  <a:gd name="T1" fmla="*/ 0 h 8"/>
                  <a:gd name="T2" fmla="*/ 217 w 185"/>
                  <a:gd name="T3" fmla="*/ 8 h 8"/>
                  <a:gd name="T4" fmla="*/ 0 w 18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8">
                    <a:moveTo>
                      <a:pt x="0" y="0"/>
                    </a:move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8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6" name="Freeform 1407">
                <a:extLst>
                  <a:ext uri="{FF2B5EF4-FFF2-40B4-BE49-F238E27FC236}">
                    <a16:creationId xmlns:a16="http://schemas.microsoft.com/office/drawing/2014/main" id="{8CF5D573-BFCD-4571-9C1F-43C9D3CC9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361"/>
                <a:ext cx="217" cy="29"/>
              </a:xfrm>
              <a:custGeom>
                <a:avLst/>
                <a:gdLst>
                  <a:gd name="T0" fmla="*/ 239 w 211"/>
                  <a:gd name="T1" fmla="*/ 10 h 28"/>
                  <a:gd name="T2" fmla="*/ 248 w 211"/>
                  <a:gd name="T3" fmla="*/ 25 h 28"/>
                  <a:gd name="T4" fmla="*/ 248 w 211"/>
                  <a:gd name="T5" fmla="*/ 25 h 28"/>
                  <a:gd name="T6" fmla="*/ 238 w 211"/>
                  <a:gd name="T7" fmla="*/ 34 h 28"/>
                  <a:gd name="T8" fmla="*/ 8 w 211"/>
                  <a:gd name="T9" fmla="*/ 34 h 28"/>
                  <a:gd name="T10" fmla="*/ 0 w 211"/>
                  <a:gd name="T11" fmla="*/ 20 h 28"/>
                  <a:gd name="T12" fmla="*/ 0 w 211"/>
                  <a:gd name="T13" fmla="*/ 20 h 28"/>
                  <a:gd name="T14" fmla="*/ 9 w 211"/>
                  <a:gd name="T15" fmla="*/ 0 h 28"/>
                  <a:gd name="T16" fmla="*/ 239 w 211"/>
                  <a:gd name="T17" fmla="*/ 1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8">
                    <a:moveTo>
                      <a:pt x="202" y="10"/>
                    </a:moveTo>
                    <a:cubicBezTo>
                      <a:pt x="207" y="11"/>
                      <a:pt x="211" y="15"/>
                      <a:pt x="210" y="19"/>
                    </a:cubicBezTo>
                    <a:cubicBezTo>
                      <a:pt x="210" y="19"/>
                      <a:pt x="210" y="19"/>
                      <a:pt x="210" y="19"/>
                    </a:cubicBezTo>
                    <a:cubicBezTo>
                      <a:pt x="210" y="24"/>
                      <a:pt x="206" y="28"/>
                      <a:pt x="201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4" y="28"/>
                      <a:pt x="0" y="2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4" y="0"/>
                      <a:pt x="9" y="0"/>
                    </a:cubicBezTo>
                    <a:lnTo>
                      <a:pt x="202" y="1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1408">
                <a:extLst>
                  <a:ext uri="{FF2B5EF4-FFF2-40B4-BE49-F238E27FC236}">
                    <a16:creationId xmlns:a16="http://schemas.microsoft.com/office/drawing/2014/main" id="{71F9C78B-110F-4620-8293-E3E6FE2AC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576"/>
                <a:ext cx="213" cy="76"/>
              </a:xfrm>
              <a:custGeom>
                <a:avLst/>
                <a:gdLst>
                  <a:gd name="T0" fmla="*/ 232 w 207"/>
                  <a:gd name="T1" fmla="*/ 1 h 74"/>
                  <a:gd name="T2" fmla="*/ 243 w 207"/>
                  <a:gd name="T3" fmla="*/ 7 h 74"/>
                  <a:gd name="T4" fmla="*/ 243 w 207"/>
                  <a:gd name="T5" fmla="*/ 7 h 74"/>
                  <a:gd name="T6" fmla="*/ 236 w 207"/>
                  <a:gd name="T7" fmla="*/ 18 h 74"/>
                  <a:gd name="T8" fmla="*/ 14 w 207"/>
                  <a:gd name="T9" fmla="*/ 85 h 74"/>
                  <a:gd name="T10" fmla="*/ 2 w 207"/>
                  <a:gd name="T11" fmla="*/ 74 h 74"/>
                  <a:gd name="T12" fmla="*/ 2 w 207"/>
                  <a:gd name="T13" fmla="*/ 74 h 74"/>
                  <a:gd name="T14" fmla="*/ 7 w 207"/>
                  <a:gd name="T15" fmla="*/ 52 h 74"/>
                  <a:gd name="T16" fmla="*/ 232 w 207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" h="74">
                    <a:moveTo>
                      <a:pt x="195" y="1"/>
                    </a:moveTo>
                    <a:cubicBezTo>
                      <a:pt x="199" y="0"/>
                      <a:pt x="204" y="2"/>
                      <a:pt x="205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7" y="12"/>
                      <a:pt x="204" y="17"/>
                      <a:pt x="199" y="18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10" y="74"/>
                      <a:pt x="4" y="69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4"/>
                      <a:pt x="2" y="47"/>
                      <a:pt x="7" y="46"/>
                    </a:cubicBezTo>
                    <a:lnTo>
                      <a:pt x="195" y="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Freeform 1409">
                <a:extLst>
                  <a:ext uri="{FF2B5EF4-FFF2-40B4-BE49-F238E27FC236}">
                    <a16:creationId xmlns:a16="http://schemas.microsoft.com/office/drawing/2014/main" id="{100A3550-94C1-4A40-B218-A3833E544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592"/>
                <a:ext cx="184" cy="55"/>
              </a:xfrm>
              <a:custGeom>
                <a:avLst/>
                <a:gdLst>
                  <a:gd name="T0" fmla="*/ 0 w 179"/>
                  <a:gd name="T1" fmla="*/ 60 h 54"/>
                  <a:gd name="T2" fmla="*/ 211 w 179"/>
                  <a:gd name="T3" fmla="*/ 0 h 54"/>
                  <a:gd name="T4" fmla="*/ 0 w 179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54">
                    <a:moveTo>
                      <a:pt x="0" y="54"/>
                    </a:moveTo>
                    <a:cubicBezTo>
                      <a:pt x="179" y="0"/>
                      <a:pt x="179" y="0"/>
                      <a:pt x="179" y="0"/>
                    </a:cubicBezTo>
                    <a:cubicBezTo>
                      <a:pt x="179" y="0"/>
                      <a:pt x="43" y="24"/>
                      <a:pt x="0" y="5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9" name="Freeform 1410">
                <a:extLst>
                  <a:ext uri="{FF2B5EF4-FFF2-40B4-BE49-F238E27FC236}">
                    <a16:creationId xmlns:a16="http://schemas.microsoft.com/office/drawing/2014/main" id="{86714BE4-6E0A-4EC0-96D8-9E5AF1B63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627"/>
                <a:ext cx="17" cy="22"/>
              </a:xfrm>
              <a:custGeom>
                <a:avLst/>
                <a:gdLst>
                  <a:gd name="T0" fmla="*/ 6 w 16"/>
                  <a:gd name="T1" fmla="*/ 22 h 22"/>
                  <a:gd name="T2" fmla="*/ 0 w 16"/>
                  <a:gd name="T3" fmla="*/ 0 h 22"/>
                  <a:gd name="T4" fmla="*/ 19 w 16"/>
                  <a:gd name="T5" fmla="*/ 9 h 22"/>
                  <a:gd name="T6" fmla="*/ 7 w 16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6" y="22"/>
                    </a:moveTo>
                    <a:cubicBezTo>
                      <a:pt x="16" y="17"/>
                      <a:pt x="5" y="4"/>
                      <a:pt x="0" y="0"/>
                    </a:cubicBezTo>
                    <a:cubicBezTo>
                      <a:pt x="7" y="0"/>
                      <a:pt x="11" y="2"/>
                      <a:pt x="13" y="9"/>
                    </a:cubicBezTo>
                    <a:cubicBezTo>
                      <a:pt x="14" y="14"/>
                      <a:pt x="12" y="20"/>
                      <a:pt x="7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0" name="Freeform 1411">
                <a:extLst>
                  <a:ext uri="{FF2B5EF4-FFF2-40B4-BE49-F238E27FC236}">
                    <a16:creationId xmlns:a16="http://schemas.microsoft.com/office/drawing/2014/main" id="{32B62190-A02B-4D44-8551-A49EF7A80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578"/>
                <a:ext cx="185" cy="48"/>
              </a:xfrm>
              <a:custGeom>
                <a:avLst/>
                <a:gdLst>
                  <a:gd name="T0" fmla="*/ 0 w 180"/>
                  <a:gd name="T1" fmla="*/ 50 h 47"/>
                  <a:gd name="T2" fmla="*/ 212 w 180"/>
                  <a:gd name="T3" fmla="*/ 0 h 47"/>
                  <a:gd name="T4" fmla="*/ 0 w 180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47">
                    <a:moveTo>
                      <a:pt x="0" y="44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9" y="47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1" name="Freeform 1412">
                <a:extLst>
                  <a:ext uri="{FF2B5EF4-FFF2-40B4-BE49-F238E27FC236}">
                    <a16:creationId xmlns:a16="http://schemas.microsoft.com/office/drawing/2014/main" id="{6A28165A-C0B8-4D90-A753-1D8D1FBA2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576"/>
                <a:ext cx="212" cy="76"/>
              </a:xfrm>
              <a:custGeom>
                <a:avLst/>
                <a:gdLst>
                  <a:gd name="T0" fmla="*/ 231 w 206"/>
                  <a:gd name="T1" fmla="*/ 1 h 74"/>
                  <a:gd name="T2" fmla="*/ 243 w 206"/>
                  <a:gd name="T3" fmla="*/ 7 h 74"/>
                  <a:gd name="T4" fmla="*/ 243 w 206"/>
                  <a:gd name="T5" fmla="*/ 7 h 74"/>
                  <a:gd name="T6" fmla="*/ 236 w 206"/>
                  <a:gd name="T7" fmla="*/ 18 h 74"/>
                  <a:gd name="T8" fmla="*/ 14 w 206"/>
                  <a:gd name="T9" fmla="*/ 85 h 74"/>
                  <a:gd name="T10" fmla="*/ 2 w 206"/>
                  <a:gd name="T11" fmla="*/ 74 h 74"/>
                  <a:gd name="T12" fmla="*/ 2 w 206"/>
                  <a:gd name="T13" fmla="*/ 74 h 74"/>
                  <a:gd name="T14" fmla="*/ 7 w 206"/>
                  <a:gd name="T15" fmla="*/ 52 h 74"/>
                  <a:gd name="T16" fmla="*/ 231 w 206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4">
                    <a:moveTo>
                      <a:pt x="194" y="1"/>
                    </a:moveTo>
                    <a:cubicBezTo>
                      <a:pt x="199" y="0"/>
                      <a:pt x="204" y="3"/>
                      <a:pt x="205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6" y="12"/>
                      <a:pt x="204" y="17"/>
                      <a:pt x="199" y="18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9" y="74"/>
                      <a:pt x="4" y="69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54"/>
                      <a:pt x="2" y="47"/>
                      <a:pt x="7" y="46"/>
                    </a:cubicBezTo>
                    <a:lnTo>
                      <a:pt x="194" y="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2" name="Freeform 1413">
                <a:extLst>
                  <a:ext uri="{FF2B5EF4-FFF2-40B4-BE49-F238E27FC236}">
                    <a16:creationId xmlns:a16="http://schemas.microsoft.com/office/drawing/2014/main" id="{4B42D5F8-A45D-4C74-8ACD-6210B3E69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714"/>
                <a:ext cx="191" cy="130"/>
              </a:xfrm>
              <a:custGeom>
                <a:avLst/>
                <a:gdLst>
                  <a:gd name="T0" fmla="*/ 201 w 186"/>
                  <a:gd name="T1" fmla="*/ 3 h 126"/>
                  <a:gd name="T2" fmla="*/ 214 w 186"/>
                  <a:gd name="T3" fmla="*/ 6 h 126"/>
                  <a:gd name="T4" fmla="*/ 214 w 186"/>
                  <a:gd name="T5" fmla="*/ 6 h 126"/>
                  <a:gd name="T6" fmla="*/ 211 w 186"/>
                  <a:gd name="T7" fmla="*/ 24 h 126"/>
                  <a:gd name="T8" fmla="*/ 25 w 186"/>
                  <a:gd name="T9" fmla="*/ 148 h 126"/>
                  <a:gd name="T10" fmla="*/ 4 w 186"/>
                  <a:gd name="T11" fmla="*/ 140 h 126"/>
                  <a:gd name="T12" fmla="*/ 4 w 186"/>
                  <a:gd name="T13" fmla="*/ 140 h 126"/>
                  <a:gd name="T14" fmla="*/ 4 w 186"/>
                  <a:gd name="T15" fmla="*/ 119 h 126"/>
                  <a:gd name="T16" fmla="*/ 201 w 186"/>
                  <a:gd name="T17" fmla="*/ 3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6">
                    <a:moveTo>
                      <a:pt x="171" y="3"/>
                    </a:moveTo>
                    <a:cubicBezTo>
                      <a:pt x="175" y="0"/>
                      <a:pt x="181" y="1"/>
                      <a:pt x="183" y="6"/>
                    </a:cubicBezTo>
                    <a:cubicBezTo>
                      <a:pt x="183" y="6"/>
                      <a:pt x="183" y="6"/>
                      <a:pt x="183" y="6"/>
                    </a:cubicBezTo>
                    <a:cubicBezTo>
                      <a:pt x="186" y="10"/>
                      <a:pt x="184" y="15"/>
                      <a:pt x="180" y="18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5" y="126"/>
                      <a:pt x="8" y="123"/>
                      <a:pt x="4" y="116"/>
                    </a:cubicBezTo>
                    <a:cubicBezTo>
                      <a:pt x="4" y="116"/>
                      <a:pt x="4" y="116"/>
                      <a:pt x="4" y="116"/>
                    </a:cubicBezTo>
                    <a:cubicBezTo>
                      <a:pt x="0" y="109"/>
                      <a:pt x="0" y="102"/>
                      <a:pt x="4" y="99"/>
                    </a:cubicBezTo>
                    <a:lnTo>
                      <a:pt x="171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3" name="Freeform 1414">
                <a:extLst>
                  <a:ext uri="{FF2B5EF4-FFF2-40B4-BE49-F238E27FC236}">
                    <a16:creationId xmlns:a16="http://schemas.microsoft.com/office/drawing/2014/main" id="{4604BB85-0DD6-4FE5-890E-5EB675B9B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730"/>
                <a:ext cx="162" cy="106"/>
              </a:xfrm>
              <a:custGeom>
                <a:avLst/>
                <a:gdLst>
                  <a:gd name="T0" fmla="*/ 0 w 157"/>
                  <a:gd name="T1" fmla="*/ 116 h 104"/>
                  <a:gd name="T2" fmla="*/ 189 w 157"/>
                  <a:gd name="T3" fmla="*/ 0 h 104"/>
                  <a:gd name="T4" fmla="*/ 0 w 157"/>
                  <a:gd name="T5" fmla="*/ 116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104">
                    <a:moveTo>
                      <a:pt x="0" y="104"/>
                    </a:moveTo>
                    <a:cubicBezTo>
                      <a:pt x="157" y="0"/>
                      <a:pt x="157" y="0"/>
                      <a:pt x="157" y="0"/>
                    </a:cubicBezTo>
                    <a:cubicBezTo>
                      <a:pt x="157" y="0"/>
                      <a:pt x="33" y="63"/>
                      <a:pt x="0" y="10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4" name="Freeform 1415">
                <a:extLst>
                  <a:ext uri="{FF2B5EF4-FFF2-40B4-BE49-F238E27FC236}">
                    <a16:creationId xmlns:a16="http://schemas.microsoft.com/office/drawing/2014/main" id="{1BCF4621-9102-4362-940F-512E31608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819"/>
                <a:ext cx="21" cy="21"/>
              </a:xfrm>
              <a:custGeom>
                <a:avLst/>
                <a:gdLst>
                  <a:gd name="T0" fmla="*/ 12 w 21"/>
                  <a:gd name="T1" fmla="*/ 20 h 21"/>
                  <a:gd name="T2" fmla="*/ 0 w 21"/>
                  <a:gd name="T3" fmla="*/ 1 h 21"/>
                  <a:gd name="T4" fmla="*/ 15 w 21"/>
                  <a:gd name="T5" fmla="*/ 7 h 21"/>
                  <a:gd name="T6" fmla="*/ 14 w 21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2" y="20"/>
                    </a:moveTo>
                    <a:cubicBezTo>
                      <a:pt x="21" y="13"/>
                      <a:pt x="6" y="3"/>
                      <a:pt x="0" y="1"/>
                    </a:cubicBezTo>
                    <a:cubicBezTo>
                      <a:pt x="7" y="0"/>
                      <a:pt x="11" y="0"/>
                      <a:pt x="15" y="7"/>
                    </a:cubicBezTo>
                    <a:cubicBezTo>
                      <a:pt x="17" y="11"/>
                      <a:pt x="18" y="17"/>
                      <a:pt x="14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5" name="Freeform 1416">
                <a:extLst>
                  <a:ext uri="{FF2B5EF4-FFF2-40B4-BE49-F238E27FC236}">
                    <a16:creationId xmlns:a16="http://schemas.microsoft.com/office/drawing/2014/main" id="{50ABFA9C-3C37-410B-9E49-9685ED0E8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717"/>
                <a:ext cx="164" cy="97"/>
              </a:xfrm>
              <a:custGeom>
                <a:avLst/>
                <a:gdLst>
                  <a:gd name="T0" fmla="*/ 0 w 159"/>
                  <a:gd name="T1" fmla="*/ 112 h 94"/>
                  <a:gd name="T2" fmla="*/ 191 w 159"/>
                  <a:gd name="T3" fmla="*/ 0 h 94"/>
                  <a:gd name="T4" fmla="*/ 0 w 159"/>
                  <a:gd name="T5" fmla="*/ 112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94">
                    <a:moveTo>
                      <a:pt x="0" y="94"/>
                    </a:moveTo>
                    <a:cubicBezTo>
                      <a:pt x="159" y="0"/>
                      <a:pt x="159" y="0"/>
                      <a:pt x="159" y="0"/>
                    </a:cubicBezTo>
                    <a:cubicBezTo>
                      <a:pt x="159" y="0"/>
                      <a:pt x="9" y="94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1417">
                <a:extLst>
                  <a:ext uri="{FF2B5EF4-FFF2-40B4-BE49-F238E27FC236}">
                    <a16:creationId xmlns:a16="http://schemas.microsoft.com/office/drawing/2014/main" id="{002FD4A7-7F85-4CA1-ABEA-143C50426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715"/>
                <a:ext cx="191" cy="129"/>
              </a:xfrm>
              <a:custGeom>
                <a:avLst/>
                <a:gdLst>
                  <a:gd name="T0" fmla="*/ 201 w 186"/>
                  <a:gd name="T1" fmla="*/ 2 h 125"/>
                  <a:gd name="T2" fmla="*/ 214 w 186"/>
                  <a:gd name="T3" fmla="*/ 5 h 125"/>
                  <a:gd name="T4" fmla="*/ 214 w 186"/>
                  <a:gd name="T5" fmla="*/ 5 h 125"/>
                  <a:gd name="T6" fmla="*/ 211 w 186"/>
                  <a:gd name="T7" fmla="*/ 23 h 125"/>
                  <a:gd name="T8" fmla="*/ 25 w 186"/>
                  <a:gd name="T9" fmla="*/ 148 h 125"/>
                  <a:gd name="T10" fmla="*/ 4 w 186"/>
                  <a:gd name="T11" fmla="*/ 139 h 125"/>
                  <a:gd name="T12" fmla="*/ 4 w 186"/>
                  <a:gd name="T13" fmla="*/ 139 h 125"/>
                  <a:gd name="T14" fmla="*/ 4 w 186"/>
                  <a:gd name="T15" fmla="*/ 119 h 125"/>
                  <a:gd name="T16" fmla="*/ 201 w 186"/>
                  <a:gd name="T17" fmla="*/ 2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6" h="125">
                    <a:moveTo>
                      <a:pt x="171" y="2"/>
                    </a:moveTo>
                    <a:cubicBezTo>
                      <a:pt x="175" y="0"/>
                      <a:pt x="181" y="1"/>
                      <a:pt x="183" y="5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6" y="9"/>
                      <a:pt x="184" y="15"/>
                      <a:pt x="180" y="17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5" y="125"/>
                      <a:pt x="8" y="122"/>
                      <a:pt x="4" y="115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0" y="109"/>
                      <a:pt x="0" y="101"/>
                      <a:pt x="4" y="99"/>
                    </a:cubicBezTo>
                    <a:lnTo>
                      <a:pt x="171" y="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Freeform 1418">
                <a:extLst>
                  <a:ext uri="{FF2B5EF4-FFF2-40B4-BE49-F238E27FC236}">
                    <a16:creationId xmlns:a16="http://schemas.microsoft.com/office/drawing/2014/main" id="{43228758-E35B-40DF-99D4-FBB598A21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875"/>
                <a:ext cx="174" cy="153"/>
              </a:xfrm>
              <a:custGeom>
                <a:avLst/>
                <a:gdLst>
                  <a:gd name="T0" fmla="*/ 183 w 169"/>
                  <a:gd name="T1" fmla="*/ 3 h 149"/>
                  <a:gd name="T2" fmla="*/ 198 w 169"/>
                  <a:gd name="T3" fmla="*/ 4 h 149"/>
                  <a:gd name="T4" fmla="*/ 198 w 169"/>
                  <a:gd name="T5" fmla="*/ 4 h 149"/>
                  <a:gd name="T6" fmla="*/ 196 w 169"/>
                  <a:gd name="T7" fmla="*/ 17 h 149"/>
                  <a:gd name="T8" fmla="*/ 28 w 169"/>
                  <a:gd name="T9" fmla="*/ 170 h 149"/>
                  <a:gd name="T10" fmla="*/ 6 w 169"/>
                  <a:gd name="T11" fmla="*/ 165 h 149"/>
                  <a:gd name="T12" fmla="*/ 6 w 169"/>
                  <a:gd name="T13" fmla="*/ 165 h 149"/>
                  <a:gd name="T14" fmla="*/ 3 w 169"/>
                  <a:gd name="T15" fmla="*/ 147 h 149"/>
                  <a:gd name="T16" fmla="*/ 183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3" y="3"/>
                    </a:moveTo>
                    <a:cubicBezTo>
                      <a:pt x="157" y="0"/>
                      <a:pt x="163" y="1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9" y="8"/>
                      <a:pt x="169" y="13"/>
                      <a:pt x="165" y="17"/>
                    </a:cubicBezTo>
                    <a:cubicBezTo>
                      <a:pt x="22" y="146"/>
                      <a:pt x="22" y="146"/>
                      <a:pt x="22" y="146"/>
                    </a:cubicBezTo>
                    <a:cubicBezTo>
                      <a:pt x="18" y="149"/>
                      <a:pt x="11" y="147"/>
                      <a:pt x="6" y="141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" y="135"/>
                      <a:pt x="0" y="128"/>
                      <a:pt x="3" y="125"/>
                    </a:cubicBezTo>
                    <a:lnTo>
                      <a:pt x="153" y="3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8" name="Freeform 1419">
                <a:extLst>
                  <a:ext uri="{FF2B5EF4-FFF2-40B4-BE49-F238E27FC236}">
                    <a16:creationId xmlns:a16="http://schemas.microsoft.com/office/drawing/2014/main" id="{6B44CBEE-DC32-4C10-9146-CA51B9D30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891"/>
                <a:ext cx="143" cy="129"/>
              </a:xfrm>
              <a:custGeom>
                <a:avLst/>
                <a:gdLst>
                  <a:gd name="T0" fmla="*/ 0 w 139"/>
                  <a:gd name="T1" fmla="*/ 144 h 126"/>
                  <a:gd name="T2" fmla="*/ 164 w 139"/>
                  <a:gd name="T3" fmla="*/ 0 h 126"/>
                  <a:gd name="T4" fmla="*/ 0 w 139"/>
                  <a:gd name="T5" fmla="*/ 144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26">
                    <a:moveTo>
                      <a:pt x="0" y="126"/>
                    </a:move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27" y="81"/>
                      <a:pt x="0" y="12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Freeform 1420">
                <a:extLst>
                  <a:ext uri="{FF2B5EF4-FFF2-40B4-BE49-F238E27FC236}">
                    <a16:creationId xmlns:a16="http://schemas.microsoft.com/office/drawing/2014/main" id="{C458C762-74B9-4E63-B336-1D3623339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3005"/>
                <a:ext cx="23" cy="20"/>
              </a:xfrm>
              <a:custGeom>
                <a:avLst/>
                <a:gdLst>
                  <a:gd name="T0" fmla="*/ 20 w 22"/>
                  <a:gd name="T1" fmla="*/ 20 h 20"/>
                  <a:gd name="T2" fmla="*/ 0 w 22"/>
                  <a:gd name="T3" fmla="*/ 3 h 20"/>
                  <a:gd name="T4" fmla="*/ 21 w 22"/>
                  <a:gd name="T5" fmla="*/ 6 h 20"/>
                  <a:gd name="T6" fmla="*/ 22 w 22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14" y="20"/>
                    </a:moveTo>
                    <a:cubicBezTo>
                      <a:pt x="22" y="11"/>
                      <a:pt x="5" y="4"/>
                      <a:pt x="0" y="3"/>
                    </a:cubicBezTo>
                    <a:cubicBezTo>
                      <a:pt x="6" y="0"/>
                      <a:pt x="10" y="0"/>
                      <a:pt x="15" y="6"/>
                    </a:cubicBezTo>
                    <a:cubicBezTo>
                      <a:pt x="18" y="10"/>
                      <a:pt x="19" y="16"/>
                      <a:pt x="1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0" name="Freeform 1421">
                <a:extLst>
                  <a:ext uri="{FF2B5EF4-FFF2-40B4-BE49-F238E27FC236}">
                    <a16:creationId xmlns:a16="http://schemas.microsoft.com/office/drawing/2014/main" id="{33FA25F4-58D4-4AE3-8A6F-29D37BF6C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878"/>
                <a:ext cx="147" cy="122"/>
              </a:xfrm>
              <a:custGeom>
                <a:avLst/>
                <a:gdLst>
                  <a:gd name="T0" fmla="*/ 0 w 142"/>
                  <a:gd name="T1" fmla="*/ 144 h 118"/>
                  <a:gd name="T2" fmla="*/ 175 w 142"/>
                  <a:gd name="T3" fmla="*/ 0 h 118"/>
                  <a:gd name="T4" fmla="*/ 0 w 142"/>
                  <a:gd name="T5" fmla="*/ 144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118">
                    <a:moveTo>
                      <a:pt x="0" y="118"/>
                    </a:move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9" y="116"/>
                      <a:pt x="0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Freeform 1422">
                <a:extLst>
                  <a:ext uri="{FF2B5EF4-FFF2-40B4-BE49-F238E27FC236}">
                    <a16:creationId xmlns:a16="http://schemas.microsoft.com/office/drawing/2014/main" id="{912435E1-FA7A-4DB8-900A-6B1F2B729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876"/>
                <a:ext cx="174" cy="153"/>
              </a:xfrm>
              <a:custGeom>
                <a:avLst/>
                <a:gdLst>
                  <a:gd name="T0" fmla="*/ 183 w 169"/>
                  <a:gd name="T1" fmla="*/ 3 h 149"/>
                  <a:gd name="T2" fmla="*/ 198 w 169"/>
                  <a:gd name="T3" fmla="*/ 4 h 149"/>
                  <a:gd name="T4" fmla="*/ 198 w 169"/>
                  <a:gd name="T5" fmla="*/ 4 h 149"/>
                  <a:gd name="T6" fmla="*/ 196 w 169"/>
                  <a:gd name="T7" fmla="*/ 16 h 149"/>
                  <a:gd name="T8" fmla="*/ 28 w 169"/>
                  <a:gd name="T9" fmla="*/ 169 h 149"/>
                  <a:gd name="T10" fmla="*/ 6 w 169"/>
                  <a:gd name="T11" fmla="*/ 165 h 149"/>
                  <a:gd name="T12" fmla="*/ 6 w 169"/>
                  <a:gd name="T13" fmla="*/ 165 h 149"/>
                  <a:gd name="T14" fmla="*/ 3 w 169"/>
                  <a:gd name="T15" fmla="*/ 145 h 149"/>
                  <a:gd name="T16" fmla="*/ 183 w 169"/>
                  <a:gd name="T17" fmla="*/ 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149">
                    <a:moveTo>
                      <a:pt x="153" y="3"/>
                    </a:moveTo>
                    <a:cubicBezTo>
                      <a:pt x="157" y="0"/>
                      <a:pt x="163" y="0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9" y="7"/>
                      <a:pt x="169" y="13"/>
                      <a:pt x="165" y="16"/>
                    </a:cubicBezTo>
                    <a:cubicBezTo>
                      <a:pt x="22" y="145"/>
                      <a:pt x="22" y="145"/>
                      <a:pt x="22" y="145"/>
                    </a:cubicBezTo>
                    <a:cubicBezTo>
                      <a:pt x="18" y="149"/>
                      <a:pt x="11" y="146"/>
                      <a:pt x="6" y="141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" y="135"/>
                      <a:pt x="0" y="127"/>
                      <a:pt x="3" y="124"/>
                    </a:cubicBezTo>
                    <a:lnTo>
                      <a:pt x="153" y="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2" name="Freeform 1423">
                <a:extLst>
                  <a:ext uri="{FF2B5EF4-FFF2-40B4-BE49-F238E27FC236}">
                    <a16:creationId xmlns:a16="http://schemas.microsoft.com/office/drawing/2014/main" id="{B770AC10-5A78-4C1E-9F0A-31984AA50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3032"/>
                <a:ext cx="97" cy="207"/>
              </a:xfrm>
              <a:custGeom>
                <a:avLst/>
                <a:gdLst>
                  <a:gd name="T0" fmla="*/ 92 w 94"/>
                  <a:gd name="T1" fmla="*/ 7 h 201"/>
                  <a:gd name="T2" fmla="*/ 105 w 94"/>
                  <a:gd name="T3" fmla="*/ 2 h 201"/>
                  <a:gd name="T4" fmla="*/ 105 w 94"/>
                  <a:gd name="T5" fmla="*/ 2 h 201"/>
                  <a:gd name="T6" fmla="*/ 111 w 94"/>
                  <a:gd name="T7" fmla="*/ 13 h 201"/>
                  <a:gd name="T8" fmla="*/ 34 w 94"/>
                  <a:gd name="T9" fmla="*/ 233 h 201"/>
                  <a:gd name="T10" fmla="*/ 11 w 94"/>
                  <a:gd name="T11" fmla="*/ 236 h 201"/>
                  <a:gd name="T12" fmla="*/ 11 w 94"/>
                  <a:gd name="T13" fmla="*/ 236 h 201"/>
                  <a:gd name="T14" fmla="*/ 1 w 94"/>
                  <a:gd name="T15" fmla="*/ 221 h 201"/>
                  <a:gd name="T16" fmla="*/ 92 w 94"/>
                  <a:gd name="T17" fmla="*/ 7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201">
                    <a:moveTo>
                      <a:pt x="76" y="7"/>
                    </a:moveTo>
                    <a:cubicBezTo>
                      <a:pt x="78" y="2"/>
                      <a:pt x="83" y="0"/>
                      <a:pt x="87" y="2"/>
                    </a:cubicBezTo>
                    <a:cubicBezTo>
                      <a:pt x="87" y="2"/>
                      <a:pt x="87" y="2"/>
                      <a:pt x="87" y="2"/>
                    </a:cubicBezTo>
                    <a:cubicBezTo>
                      <a:pt x="92" y="4"/>
                      <a:pt x="94" y="9"/>
                      <a:pt x="93" y="13"/>
                    </a:cubicBezTo>
                    <a:cubicBezTo>
                      <a:pt x="28" y="195"/>
                      <a:pt x="28" y="195"/>
                      <a:pt x="28" y="195"/>
                    </a:cubicBezTo>
                    <a:cubicBezTo>
                      <a:pt x="26" y="199"/>
                      <a:pt x="19" y="201"/>
                      <a:pt x="11" y="198"/>
                    </a:cubicBezTo>
                    <a:cubicBezTo>
                      <a:pt x="11" y="198"/>
                      <a:pt x="11" y="198"/>
                      <a:pt x="11" y="198"/>
                    </a:cubicBezTo>
                    <a:cubicBezTo>
                      <a:pt x="4" y="195"/>
                      <a:pt x="0" y="189"/>
                      <a:pt x="1" y="185"/>
                    </a:cubicBezTo>
                    <a:lnTo>
                      <a:pt x="76" y="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3" name="Freeform 1424">
                <a:extLst>
                  <a:ext uri="{FF2B5EF4-FFF2-40B4-BE49-F238E27FC236}">
                    <a16:creationId xmlns:a16="http://schemas.microsoft.com/office/drawing/2014/main" id="{35A443ED-4386-488F-AAB9-7C38EA759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3046"/>
                <a:ext cx="64" cy="182"/>
              </a:xfrm>
              <a:custGeom>
                <a:avLst/>
                <a:gdLst>
                  <a:gd name="T0" fmla="*/ 0 w 62"/>
                  <a:gd name="T1" fmla="*/ 209 h 177"/>
                  <a:gd name="T2" fmla="*/ 74 w 62"/>
                  <a:gd name="T3" fmla="*/ 0 h 177"/>
                  <a:gd name="T4" fmla="*/ 0 w 62"/>
                  <a:gd name="T5" fmla="*/ 209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77">
                    <a:moveTo>
                      <a:pt x="0" y="177"/>
                    </a:move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1" y="124"/>
                      <a:pt x="0" y="177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4" name="Freeform 1425">
                <a:extLst>
                  <a:ext uri="{FF2B5EF4-FFF2-40B4-BE49-F238E27FC236}">
                    <a16:creationId xmlns:a16="http://schemas.microsoft.com/office/drawing/2014/main" id="{E5C2AFC3-5CDA-4034-8A7A-194FF8894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3218"/>
                <a:ext cx="24" cy="17"/>
              </a:xfrm>
              <a:custGeom>
                <a:avLst/>
                <a:gdLst>
                  <a:gd name="T0" fmla="*/ 26 w 23"/>
                  <a:gd name="T1" fmla="*/ 22 h 16"/>
                  <a:gd name="T2" fmla="*/ 0 w 23"/>
                  <a:gd name="T3" fmla="*/ 14 h 16"/>
                  <a:gd name="T4" fmla="*/ 20 w 23"/>
                  <a:gd name="T5" fmla="*/ 3 h 16"/>
                  <a:gd name="T6" fmla="*/ 28 w 23"/>
                  <a:gd name="T7" fmla="*/ 2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6">
                    <a:moveTo>
                      <a:pt x="20" y="16"/>
                    </a:moveTo>
                    <a:cubicBezTo>
                      <a:pt x="23" y="5"/>
                      <a:pt x="5" y="6"/>
                      <a:pt x="0" y="8"/>
                    </a:cubicBezTo>
                    <a:cubicBezTo>
                      <a:pt x="4" y="3"/>
                      <a:pt x="7" y="0"/>
                      <a:pt x="14" y="3"/>
                    </a:cubicBezTo>
                    <a:cubicBezTo>
                      <a:pt x="19" y="5"/>
                      <a:pt x="23" y="10"/>
                      <a:pt x="22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5" name="Freeform 1426">
                <a:extLst>
                  <a:ext uri="{FF2B5EF4-FFF2-40B4-BE49-F238E27FC236}">
                    <a16:creationId xmlns:a16="http://schemas.microsoft.com/office/drawing/2014/main" id="{89FA02A4-FED4-4A41-B593-5B2CBDB16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3040"/>
                <a:ext cx="73" cy="175"/>
              </a:xfrm>
              <a:custGeom>
                <a:avLst/>
                <a:gdLst>
                  <a:gd name="T0" fmla="*/ 0 w 70"/>
                  <a:gd name="T1" fmla="*/ 195 h 171"/>
                  <a:gd name="T2" fmla="*/ 90 w 70"/>
                  <a:gd name="T3" fmla="*/ 0 h 171"/>
                  <a:gd name="T4" fmla="*/ 0 w 70"/>
                  <a:gd name="T5" fmla="*/ 195 h 1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71">
                    <a:moveTo>
                      <a:pt x="0" y="171"/>
                    </a:move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7" y="165"/>
                      <a:pt x="0" y="1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1427">
                <a:extLst>
                  <a:ext uri="{FF2B5EF4-FFF2-40B4-BE49-F238E27FC236}">
                    <a16:creationId xmlns:a16="http://schemas.microsoft.com/office/drawing/2014/main" id="{D0B5FBCF-2C54-4830-B89B-EC13C5C45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3032"/>
                <a:ext cx="97" cy="207"/>
              </a:xfrm>
              <a:custGeom>
                <a:avLst/>
                <a:gdLst>
                  <a:gd name="T0" fmla="*/ 92 w 94"/>
                  <a:gd name="T1" fmla="*/ 7 h 201"/>
                  <a:gd name="T2" fmla="*/ 106 w 94"/>
                  <a:gd name="T3" fmla="*/ 2 h 201"/>
                  <a:gd name="T4" fmla="*/ 106 w 94"/>
                  <a:gd name="T5" fmla="*/ 2 h 201"/>
                  <a:gd name="T6" fmla="*/ 111 w 94"/>
                  <a:gd name="T7" fmla="*/ 14 h 201"/>
                  <a:gd name="T8" fmla="*/ 34 w 94"/>
                  <a:gd name="T9" fmla="*/ 233 h 201"/>
                  <a:gd name="T10" fmla="*/ 11 w 94"/>
                  <a:gd name="T11" fmla="*/ 236 h 201"/>
                  <a:gd name="T12" fmla="*/ 11 w 94"/>
                  <a:gd name="T13" fmla="*/ 236 h 201"/>
                  <a:gd name="T14" fmla="*/ 2 w 94"/>
                  <a:gd name="T15" fmla="*/ 221 h 201"/>
                  <a:gd name="T16" fmla="*/ 92 w 94"/>
                  <a:gd name="T17" fmla="*/ 7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201">
                    <a:moveTo>
                      <a:pt x="76" y="7"/>
                    </a:moveTo>
                    <a:cubicBezTo>
                      <a:pt x="78" y="3"/>
                      <a:pt x="83" y="0"/>
                      <a:pt x="88" y="2"/>
                    </a:cubicBezTo>
                    <a:cubicBezTo>
                      <a:pt x="88" y="2"/>
                      <a:pt x="88" y="2"/>
                      <a:pt x="88" y="2"/>
                    </a:cubicBezTo>
                    <a:cubicBezTo>
                      <a:pt x="92" y="4"/>
                      <a:pt x="94" y="9"/>
                      <a:pt x="93" y="14"/>
                    </a:cubicBezTo>
                    <a:cubicBezTo>
                      <a:pt x="28" y="195"/>
                      <a:pt x="28" y="195"/>
                      <a:pt x="28" y="195"/>
                    </a:cubicBezTo>
                    <a:cubicBezTo>
                      <a:pt x="26" y="200"/>
                      <a:pt x="19" y="201"/>
                      <a:pt x="11" y="198"/>
                    </a:cubicBezTo>
                    <a:cubicBezTo>
                      <a:pt x="11" y="198"/>
                      <a:pt x="11" y="198"/>
                      <a:pt x="11" y="198"/>
                    </a:cubicBezTo>
                    <a:cubicBezTo>
                      <a:pt x="4" y="196"/>
                      <a:pt x="0" y="190"/>
                      <a:pt x="2" y="185"/>
                    </a:cubicBezTo>
                    <a:lnTo>
                      <a:pt x="76" y="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1428">
                <a:extLst>
                  <a:ext uri="{FF2B5EF4-FFF2-40B4-BE49-F238E27FC236}">
                    <a16:creationId xmlns:a16="http://schemas.microsoft.com/office/drawing/2014/main" id="{D1A6D756-2937-43BE-BC67-C58F95F90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722"/>
                <a:ext cx="150" cy="178"/>
              </a:xfrm>
              <a:custGeom>
                <a:avLst/>
                <a:gdLst>
                  <a:gd name="T0" fmla="*/ 3 w 145"/>
                  <a:gd name="T1" fmla="*/ 188 h 173"/>
                  <a:gd name="T2" fmla="*/ 5 w 145"/>
                  <a:gd name="T3" fmla="*/ 201 h 173"/>
                  <a:gd name="T4" fmla="*/ 5 w 145"/>
                  <a:gd name="T5" fmla="*/ 201 h 173"/>
                  <a:gd name="T6" fmla="*/ 23 w 145"/>
                  <a:gd name="T7" fmla="*/ 200 h 173"/>
                  <a:gd name="T8" fmla="*/ 174 w 145"/>
                  <a:gd name="T9" fmla="*/ 27 h 173"/>
                  <a:gd name="T10" fmla="*/ 167 w 145"/>
                  <a:gd name="T11" fmla="*/ 5 h 173"/>
                  <a:gd name="T12" fmla="*/ 167 w 145"/>
                  <a:gd name="T13" fmla="*/ 5 h 173"/>
                  <a:gd name="T14" fmla="*/ 147 w 145"/>
                  <a:gd name="T15" fmla="*/ 3 h 173"/>
                  <a:gd name="T16" fmla="*/ 3 w 145"/>
                  <a:gd name="T17" fmla="*/ 188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5" h="173">
                    <a:moveTo>
                      <a:pt x="3" y="158"/>
                    </a:moveTo>
                    <a:cubicBezTo>
                      <a:pt x="0" y="161"/>
                      <a:pt x="1" y="167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9" y="173"/>
                      <a:pt x="14" y="172"/>
                      <a:pt x="17" y="169"/>
                    </a:cubicBezTo>
                    <a:cubicBezTo>
                      <a:pt x="142" y="21"/>
                      <a:pt x="142" y="21"/>
                      <a:pt x="142" y="21"/>
                    </a:cubicBezTo>
                    <a:cubicBezTo>
                      <a:pt x="145" y="17"/>
                      <a:pt x="142" y="10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0" y="0"/>
                      <a:pt x="123" y="0"/>
                      <a:pt x="120" y="3"/>
                    </a:cubicBezTo>
                    <a:lnTo>
                      <a:pt x="3" y="158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1429">
                <a:extLst>
                  <a:ext uri="{FF2B5EF4-FFF2-40B4-BE49-F238E27FC236}">
                    <a16:creationId xmlns:a16="http://schemas.microsoft.com/office/drawing/2014/main" id="{5B03AC13-032B-47CA-9EF8-D7B77A9CD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1746"/>
                <a:ext cx="125" cy="146"/>
              </a:xfrm>
              <a:custGeom>
                <a:avLst/>
                <a:gdLst>
                  <a:gd name="T0" fmla="*/ 140 w 122"/>
                  <a:gd name="T1" fmla="*/ 0 h 143"/>
                  <a:gd name="T2" fmla="*/ 0 w 122"/>
                  <a:gd name="T3" fmla="*/ 161 h 143"/>
                  <a:gd name="T4" fmla="*/ 140 w 122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43">
                    <a:moveTo>
                      <a:pt x="122" y="0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77" y="28"/>
                      <a:pt x="122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Freeform 1430">
                <a:extLst>
                  <a:ext uri="{FF2B5EF4-FFF2-40B4-BE49-F238E27FC236}">
                    <a16:creationId xmlns:a16="http://schemas.microsoft.com/office/drawing/2014/main" id="{D8D891D8-BD05-449E-9DDD-442C08A72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724"/>
                <a:ext cx="20" cy="23"/>
              </a:xfrm>
              <a:custGeom>
                <a:avLst/>
                <a:gdLst>
                  <a:gd name="T0" fmla="*/ 20 w 20"/>
                  <a:gd name="T1" fmla="*/ 20 h 22"/>
                  <a:gd name="T2" fmla="*/ 3 w 20"/>
                  <a:gd name="T3" fmla="*/ 0 h 22"/>
                  <a:gd name="T4" fmla="*/ 6 w 20"/>
                  <a:gd name="T5" fmla="*/ 21 h 22"/>
                  <a:gd name="T6" fmla="*/ 20 w 20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20" y="14"/>
                    </a:moveTo>
                    <a:cubicBezTo>
                      <a:pt x="12" y="22"/>
                      <a:pt x="4" y="6"/>
                      <a:pt x="3" y="0"/>
                    </a:cubicBezTo>
                    <a:cubicBezTo>
                      <a:pt x="0" y="6"/>
                      <a:pt x="0" y="11"/>
                      <a:pt x="6" y="15"/>
                    </a:cubicBezTo>
                    <a:cubicBezTo>
                      <a:pt x="10" y="18"/>
                      <a:pt x="16" y="19"/>
                      <a:pt x="2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0" name="Freeform 1431">
                <a:extLst>
                  <a:ext uri="{FF2B5EF4-FFF2-40B4-BE49-F238E27FC236}">
                    <a16:creationId xmlns:a16="http://schemas.microsoft.com/office/drawing/2014/main" id="{F364F6B9-842B-4420-9C73-23AEA71E7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1733"/>
                <a:ext cx="117" cy="151"/>
              </a:xfrm>
              <a:custGeom>
                <a:avLst/>
                <a:gdLst>
                  <a:gd name="T0" fmla="*/ 139 w 113"/>
                  <a:gd name="T1" fmla="*/ 0 h 147"/>
                  <a:gd name="T2" fmla="*/ 0 w 113"/>
                  <a:gd name="T3" fmla="*/ 172 h 147"/>
                  <a:gd name="T4" fmla="*/ 139 w 113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7">
                    <a:moveTo>
                      <a:pt x="113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112" y="9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1432">
                <a:extLst>
                  <a:ext uri="{FF2B5EF4-FFF2-40B4-BE49-F238E27FC236}">
                    <a16:creationId xmlns:a16="http://schemas.microsoft.com/office/drawing/2014/main" id="{7DA349A9-30D4-41E4-BF4D-1FEFA69E1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1722"/>
                <a:ext cx="149" cy="178"/>
              </a:xfrm>
              <a:custGeom>
                <a:avLst/>
                <a:gdLst>
                  <a:gd name="T0" fmla="*/ 3 w 144"/>
                  <a:gd name="T1" fmla="*/ 188 h 173"/>
                  <a:gd name="T2" fmla="*/ 4 w 144"/>
                  <a:gd name="T3" fmla="*/ 201 h 173"/>
                  <a:gd name="T4" fmla="*/ 4 w 144"/>
                  <a:gd name="T5" fmla="*/ 201 h 173"/>
                  <a:gd name="T6" fmla="*/ 23 w 144"/>
                  <a:gd name="T7" fmla="*/ 200 h 173"/>
                  <a:gd name="T8" fmla="*/ 173 w 144"/>
                  <a:gd name="T9" fmla="*/ 27 h 173"/>
                  <a:gd name="T10" fmla="*/ 166 w 144"/>
                  <a:gd name="T11" fmla="*/ 5 h 173"/>
                  <a:gd name="T12" fmla="*/ 166 w 144"/>
                  <a:gd name="T13" fmla="*/ 5 h 173"/>
                  <a:gd name="T14" fmla="*/ 146 w 144"/>
                  <a:gd name="T15" fmla="*/ 3 h 173"/>
                  <a:gd name="T16" fmla="*/ 3 w 144"/>
                  <a:gd name="T17" fmla="*/ 188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73">
                    <a:moveTo>
                      <a:pt x="3" y="158"/>
                    </a:moveTo>
                    <a:cubicBezTo>
                      <a:pt x="0" y="161"/>
                      <a:pt x="0" y="167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8" y="173"/>
                      <a:pt x="14" y="172"/>
                      <a:pt x="17" y="169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4" y="17"/>
                      <a:pt x="142" y="10"/>
                      <a:pt x="135" y="5"/>
                    </a:cubicBezTo>
                    <a:cubicBezTo>
                      <a:pt x="135" y="5"/>
                      <a:pt x="135" y="5"/>
                      <a:pt x="135" y="5"/>
                    </a:cubicBezTo>
                    <a:cubicBezTo>
                      <a:pt x="129" y="0"/>
                      <a:pt x="122" y="0"/>
                      <a:pt x="119" y="3"/>
                    </a:cubicBezTo>
                    <a:lnTo>
                      <a:pt x="3" y="15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1433">
                <a:extLst>
                  <a:ext uri="{FF2B5EF4-FFF2-40B4-BE49-F238E27FC236}">
                    <a16:creationId xmlns:a16="http://schemas.microsoft.com/office/drawing/2014/main" id="{4CC34EAB-75FE-48FE-9A81-AA7626DCE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1573"/>
                <a:ext cx="69" cy="214"/>
              </a:xfrm>
              <a:custGeom>
                <a:avLst/>
                <a:gdLst>
                  <a:gd name="T0" fmla="*/ 1 w 67"/>
                  <a:gd name="T1" fmla="*/ 233 h 208"/>
                  <a:gd name="T2" fmla="*/ 7 w 67"/>
                  <a:gd name="T3" fmla="*/ 244 h 208"/>
                  <a:gd name="T4" fmla="*/ 7 w 67"/>
                  <a:gd name="T5" fmla="*/ 244 h 208"/>
                  <a:gd name="T6" fmla="*/ 24 w 67"/>
                  <a:gd name="T7" fmla="*/ 237 h 208"/>
                  <a:gd name="T8" fmla="*/ 78 w 67"/>
                  <a:gd name="T9" fmla="*/ 13 h 208"/>
                  <a:gd name="T10" fmla="*/ 66 w 67"/>
                  <a:gd name="T11" fmla="*/ 1 h 208"/>
                  <a:gd name="T12" fmla="*/ 66 w 67"/>
                  <a:gd name="T13" fmla="*/ 1 h 208"/>
                  <a:gd name="T14" fmla="*/ 45 w 67"/>
                  <a:gd name="T15" fmla="*/ 7 h 208"/>
                  <a:gd name="T16" fmla="*/ 1 w 67"/>
                  <a:gd name="T17" fmla="*/ 233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08">
                    <a:moveTo>
                      <a:pt x="1" y="196"/>
                    </a:moveTo>
                    <a:cubicBezTo>
                      <a:pt x="0" y="201"/>
                      <a:pt x="3" y="205"/>
                      <a:pt x="7" y="206"/>
                    </a:cubicBezTo>
                    <a:cubicBezTo>
                      <a:pt x="7" y="206"/>
                      <a:pt x="7" y="206"/>
                      <a:pt x="7" y="206"/>
                    </a:cubicBezTo>
                    <a:cubicBezTo>
                      <a:pt x="12" y="208"/>
                      <a:pt x="17" y="205"/>
                      <a:pt x="18" y="200"/>
                    </a:cubicBezTo>
                    <a:cubicBezTo>
                      <a:pt x="66" y="13"/>
                      <a:pt x="66" y="13"/>
                      <a:pt x="66" y="13"/>
                    </a:cubicBezTo>
                    <a:cubicBezTo>
                      <a:pt x="67" y="8"/>
                      <a:pt x="62" y="3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47" y="0"/>
                      <a:pt x="40" y="2"/>
                      <a:pt x="39" y="7"/>
                    </a:cubicBezTo>
                    <a:lnTo>
                      <a:pt x="1" y="196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3" name="Freeform 1434">
                <a:extLst>
                  <a:ext uri="{FF2B5EF4-FFF2-40B4-BE49-F238E27FC236}">
                    <a16:creationId xmlns:a16="http://schemas.microsoft.com/office/drawing/2014/main" id="{80E3F562-FCB0-431E-B3D8-D81AF9858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591"/>
                <a:ext cx="50" cy="185"/>
              </a:xfrm>
              <a:custGeom>
                <a:avLst/>
                <a:gdLst>
                  <a:gd name="T0" fmla="*/ 60 w 48"/>
                  <a:gd name="T1" fmla="*/ 0 h 181"/>
                  <a:gd name="T2" fmla="*/ 0 w 48"/>
                  <a:gd name="T3" fmla="*/ 205 h 181"/>
                  <a:gd name="T4" fmla="*/ 60 w 48"/>
                  <a:gd name="T5" fmla="*/ 0 h 1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81">
                    <a:moveTo>
                      <a:pt x="48" y="0"/>
                    </a:moveTo>
                    <a:cubicBezTo>
                      <a:pt x="0" y="181"/>
                      <a:pt x="0" y="181"/>
                      <a:pt x="0" y="181"/>
                    </a:cubicBezTo>
                    <a:cubicBezTo>
                      <a:pt x="0" y="181"/>
                      <a:pt x="19" y="44"/>
                      <a:pt x="48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4" name="Freeform 1435">
                <a:extLst>
                  <a:ext uri="{FF2B5EF4-FFF2-40B4-BE49-F238E27FC236}">
                    <a16:creationId xmlns:a16="http://schemas.microsoft.com/office/drawing/2014/main" id="{DEA2766D-8F7A-429A-A969-9DD0F3054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577"/>
                <a:ext cx="24" cy="17"/>
              </a:xfrm>
              <a:custGeom>
                <a:avLst/>
                <a:gdLst>
                  <a:gd name="T0" fmla="*/ 28 w 23"/>
                  <a:gd name="T1" fmla="*/ 5 h 16"/>
                  <a:gd name="T2" fmla="*/ 0 w 23"/>
                  <a:gd name="T3" fmla="*/ 0 h 16"/>
                  <a:gd name="T4" fmla="*/ 10 w 23"/>
                  <a:gd name="T5" fmla="*/ 18 h 16"/>
                  <a:gd name="T6" fmla="*/ 29 w 23"/>
                  <a:gd name="T7" fmla="*/ 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6">
                    <a:moveTo>
                      <a:pt x="22" y="5"/>
                    </a:moveTo>
                    <a:cubicBezTo>
                      <a:pt x="18" y="16"/>
                      <a:pt x="4" y="5"/>
                      <a:pt x="0" y="0"/>
                    </a:cubicBezTo>
                    <a:cubicBezTo>
                      <a:pt x="1" y="7"/>
                      <a:pt x="2" y="11"/>
                      <a:pt x="10" y="12"/>
                    </a:cubicBezTo>
                    <a:cubicBezTo>
                      <a:pt x="15" y="13"/>
                      <a:pt x="20" y="11"/>
                      <a:pt x="2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5" name="Freeform 1436">
                <a:extLst>
                  <a:ext uri="{FF2B5EF4-FFF2-40B4-BE49-F238E27FC236}">
                    <a16:creationId xmlns:a16="http://schemas.microsoft.com/office/drawing/2014/main" id="{B0E68CAF-16DA-43AE-A2CB-B11C07A86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1588"/>
                <a:ext cx="42" cy="186"/>
              </a:xfrm>
              <a:custGeom>
                <a:avLst/>
                <a:gdLst>
                  <a:gd name="T0" fmla="*/ 44 w 41"/>
                  <a:gd name="T1" fmla="*/ 0 h 181"/>
                  <a:gd name="T2" fmla="*/ 0 w 41"/>
                  <a:gd name="T3" fmla="*/ 213 h 181"/>
                  <a:gd name="T4" fmla="*/ 44 w 41"/>
                  <a:gd name="T5" fmla="*/ 0 h 1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81">
                    <a:moveTo>
                      <a:pt x="38" y="0"/>
                    </a:moveTo>
                    <a:cubicBezTo>
                      <a:pt x="0" y="181"/>
                      <a:pt x="0" y="181"/>
                      <a:pt x="0" y="181"/>
                    </a:cubicBezTo>
                    <a:cubicBezTo>
                      <a:pt x="0" y="181"/>
                      <a:pt x="41" y="9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6" name="Freeform 1437">
                <a:extLst>
                  <a:ext uri="{FF2B5EF4-FFF2-40B4-BE49-F238E27FC236}">
                    <a16:creationId xmlns:a16="http://schemas.microsoft.com/office/drawing/2014/main" id="{02AEAB58-3042-4F6A-8AA9-A506AC3BA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1572"/>
                <a:ext cx="70" cy="214"/>
              </a:xfrm>
              <a:custGeom>
                <a:avLst/>
                <a:gdLst>
                  <a:gd name="T0" fmla="*/ 1 w 68"/>
                  <a:gd name="T1" fmla="*/ 234 h 208"/>
                  <a:gd name="T2" fmla="*/ 8 w 68"/>
                  <a:gd name="T3" fmla="*/ 245 h 208"/>
                  <a:gd name="T4" fmla="*/ 8 w 68"/>
                  <a:gd name="T5" fmla="*/ 245 h 208"/>
                  <a:gd name="T6" fmla="*/ 24 w 68"/>
                  <a:gd name="T7" fmla="*/ 238 h 208"/>
                  <a:gd name="T8" fmla="*/ 79 w 68"/>
                  <a:gd name="T9" fmla="*/ 14 h 208"/>
                  <a:gd name="T10" fmla="*/ 67 w 68"/>
                  <a:gd name="T11" fmla="*/ 2 h 208"/>
                  <a:gd name="T12" fmla="*/ 67 w 68"/>
                  <a:gd name="T13" fmla="*/ 2 h 208"/>
                  <a:gd name="T14" fmla="*/ 45 w 68"/>
                  <a:gd name="T15" fmla="*/ 8 h 208"/>
                  <a:gd name="T16" fmla="*/ 1 w 68"/>
                  <a:gd name="T17" fmla="*/ 234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208">
                    <a:moveTo>
                      <a:pt x="1" y="197"/>
                    </a:moveTo>
                    <a:cubicBezTo>
                      <a:pt x="0" y="201"/>
                      <a:pt x="3" y="206"/>
                      <a:pt x="8" y="207"/>
                    </a:cubicBezTo>
                    <a:cubicBezTo>
                      <a:pt x="8" y="207"/>
                      <a:pt x="8" y="207"/>
                      <a:pt x="8" y="207"/>
                    </a:cubicBezTo>
                    <a:cubicBezTo>
                      <a:pt x="12" y="208"/>
                      <a:pt x="17" y="205"/>
                      <a:pt x="18" y="201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8" y="9"/>
                      <a:pt x="62" y="4"/>
                      <a:pt x="55" y="2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47" y="0"/>
                      <a:pt x="40" y="3"/>
                      <a:pt x="39" y="8"/>
                    </a:cubicBezTo>
                    <a:lnTo>
                      <a:pt x="1" y="19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7" name="Freeform 1438">
                <a:extLst>
                  <a:ext uri="{FF2B5EF4-FFF2-40B4-BE49-F238E27FC236}">
                    <a16:creationId xmlns:a16="http://schemas.microsoft.com/office/drawing/2014/main" id="{0BFB09D0-E707-4CE3-A58E-A730FF4B6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1902"/>
                <a:ext cx="179" cy="148"/>
              </a:xfrm>
              <a:custGeom>
                <a:avLst/>
                <a:gdLst>
                  <a:gd name="T0" fmla="*/ 5 w 174"/>
                  <a:gd name="T1" fmla="*/ 151 h 144"/>
                  <a:gd name="T2" fmla="*/ 3 w 174"/>
                  <a:gd name="T3" fmla="*/ 163 h 144"/>
                  <a:gd name="T4" fmla="*/ 3 w 174"/>
                  <a:gd name="T5" fmla="*/ 163 h 144"/>
                  <a:gd name="T6" fmla="*/ 16 w 174"/>
                  <a:gd name="T7" fmla="*/ 165 h 144"/>
                  <a:gd name="T8" fmla="*/ 202 w 174"/>
                  <a:gd name="T9" fmla="*/ 31 h 144"/>
                  <a:gd name="T10" fmla="*/ 200 w 174"/>
                  <a:gd name="T11" fmla="*/ 9 h 144"/>
                  <a:gd name="T12" fmla="*/ 200 w 174"/>
                  <a:gd name="T13" fmla="*/ 9 h 144"/>
                  <a:gd name="T14" fmla="*/ 182 w 174"/>
                  <a:gd name="T15" fmla="*/ 3 h 144"/>
                  <a:gd name="T16" fmla="*/ 5 w 174"/>
                  <a:gd name="T17" fmla="*/ 151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4">
                    <a:moveTo>
                      <a:pt x="5" y="127"/>
                    </a:moveTo>
                    <a:cubicBezTo>
                      <a:pt x="1" y="130"/>
                      <a:pt x="0" y="135"/>
                      <a:pt x="3" y="139"/>
                    </a:cubicBezTo>
                    <a:cubicBezTo>
                      <a:pt x="3" y="139"/>
                      <a:pt x="3" y="139"/>
                      <a:pt x="3" y="139"/>
                    </a:cubicBezTo>
                    <a:cubicBezTo>
                      <a:pt x="6" y="143"/>
                      <a:pt x="12" y="144"/>
                      <a:pt x="16" y="141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4" y="22"/>
                      <a:pt x="174" y="15"/>
                      <a:pt x="169" y="9"/>
                    </a:cubicBezTo>
                    <a:cubicBezTo>
                      <a:pt x="169" y="9"/>
                      <a:pt x="169" y="9"/>
                      <a:pt x="169" y="9"/>
                    </a:cubicBezTo>
                    <a:cubicBezTo>
                      <a:pt x="164" y="3"/>
                      <a:pt x="157" y="0"/>
                      <a:pt x="153" y="3"/>
                    </a:cubicBezTo>
                    <a:lnTo>
                      <a:pt x="5" y="127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8" name="Freeform 1439">
                <a:extLst>
                  <a:ext uri="{FF2B5EF4-FFF2-40B4-BE49-F238E27FC236}">
                    <a16:creationId xmlns:a16="http://schemas.microsoft.com/office/drawing/2014/main" id="{42455A1A-DE55-4574-84E2-BE8F79612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1928"/>
                <a:ext cx="156" cy="115"/>
              </a:xfrm>
              <a:custGeom>
                <a:avLst/>
                <a:gdLst>
                  <a:gd name="T0" fmla="*/ 183 w 151"/>
                  <a:gd name="T1" fmla="*/ 0 h 112"/>
                  <a:gd name="T2" fmla="*/ 0 w 151"/>
                  <a:gd name="T3" fmla="*/ 130 h 112"/>
                  <a:gd name="T4" fmla="*/ 183 w 151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12">
                    <a:moveTo>
                      <a:pt x="151" y="0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101" y="17"/>
                      <a:pt x="151" y="0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9" name="Freeform 1440">
                <a:extLst>
                  <a:ext uri="{FF2B5EF4-FFF2-40B4-BE49-F238E27FC236}">
                    <a16:creationId xmlns:a16="http://schemas.microsoft.com/office/drawing/2014/main" id="{784DE674-705A-426A-8A89-848B11CFE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905"/>
                <a:ext cx="20" cy="23"/>
              </a:xfrm>
              <a:custGeom>
                <a:avLst/>
                <a:gdLst>
                  <a:gd name="T0" fmla="*/ 25 w 19"/>
                  <a:gd name="T1" fmla="*/ 18 h 23"/>
                  <a:gd name="T2" fmla="*/ 5 w 19"/>
                  <a:gd name="T3" fmla="*/ 0 h 23"/>
                  <a:gd name="T4" fmla="*/ 5 w 19"/>
                  <a:gd name="T5" fmla="*/ 16 h 23"/>
                  <a:gd name="T6" fmla="*/ 25 w 19"/>
                  <a:gd name="T7" fmla="*/ 1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9" y="18"/>
                    </a:moveTo>
                    <a:cubicBezTo>
                      <a:pt x="10" y="23"/>
                      <a:pt x="5" y="6"/>
                      <a:pt x="5" y="0"/>
                    </a:cubicBezTo>
                    <a:cubicBezTo>
                      <a:pt x="2" y="6"/>
                      <a:pt x="0" y="10"/>
                      <a:pt x="5" y="16"/>
                    </a:cubicBezTo>
                    <a:cubicBezTo>
                      <a:pt x="9" y="20"/>
                      <a:pt x="14" y="22"/>
                      <a:pt x="19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0" name="Freeform 1441">
                <a:extLst>
                  <a:ext uri="{FF2B5EF4-FFF2-40B4-BE49-F238E27FC236}">
                    <a16:creationId xmlns:a16="http://schemas.microsoft.com/office/drawing/2014/main" id="{5AB61353-F89F-4716-97FA-AA71606D1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1912"/>
                <a:ext cx="147" cy="120"/>
              </a:xfrm>
              <a:custGeom>
                <a:avLst/>
                <a:gdLst>
                  <a:gd name="T0" fmla="*/ 168 w 143"/>
                  <a:gd name="T1" fmla="*/ 0 h 117"/>
                  <a:gd name="T2" fmla="*/ 0 w 143"/>
                  <a:gd name="T3" fmla="*/ 135 h 117"/>
                  <a:gd name="T4" fmla="*/ 168 w 143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117">
                    <a:moveTo>
                      <a:pt x="143" y="0"/>
                    </a:moveTo>
                    <a:cubicBezTo>
                      <a:pt x="0" y="117"/>
                      <a:pt x="0" y="117"/>
                      <a:pt x="0" y="117"/>
                    </a:cubicBezTo>
                    <a:cubicBezTo>
                      <a:pt x="0" y="117"/>
                      <a:pt x="140" y="8"/>
                      <a:pt x="1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1" name="Freeform 1442">
                <a:extLst>
                  <a:ext uri="{FF2B5EF4-FFF2-40B4-BE49-F238E27FC236}">
                    <a16:creationId xmlns:a16="http://schemas.microsoft.com/office/drawing/2014/main" id="{C3613C9C-9788-4023-A0F9-5DFB8E212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902"/>
                <a:ext cx="179" cy="148"/>
              </a:xfrm>
              <a:custGeom>
                <a:avLst/>
                <a:gdLst>
                  <a:gd name="T0" fmla="*/ 4 w 174"/>
                  <a:gd name="T1" fmla="*/ 151 h 144"/>
                  <a:gd name="T2" fmla="*/ 3 w 174"/>
                  <a:gd name="T3" fmla="*/ 163 h 144"/>
                  <a:gd name="T4" fmla="*/ 3 w 174"/>
                  <a:gd name="T5" fmla="*/ 163 h 144"/>
                  <a:gd name="T6" fmla="*/ 15 w 174"/>
                  <a:gd name="T7" fmla="*/ 165 h 144"/>
                  <a:gd name="T8" fmla="*/ 201 w 174"/>
                  <a:gd name="T9" fmla="*/ 32 h 144"/>
                  <a:gd name="T10" fmla="*/ 199 w 174"/>
                  <a:gd name="T11" fmla="*/ 9 h 144"/>
                  <a:gd name="T12" fmla="*/ 199 w 174"/>
                  <a:gd name="T13" fmla="*/ 9 h 144"/>
                  <a:gd name="T14" fmla="*/ 182 w 174"/>
                  <a:gd name="T15" fmla="*/ 3 h 144"/>
                  <a:gd name="T16" fmla="*/ 4 w 174"/>
                  <a:gd name="T17" fmla="*/ 151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44">
                    <a:moveTo>
                      <a:pt x="4" y="127"/>
                    </a:moveTo>
                    <a:cubicBezTo>
                      <a:pt x="1" y="130"/>
                      <a:pt x="0" y="135"/>
                      <a:pt x="3" y="139"/>
                    </a:cubicBezTo>
                    <a:cubicBezTo>
                      <a:pt x="3" y="139"/>
                      <a:pt x="3" y="139"/>
                      <a:pt x="3" y="139"/>
                    </a:cubicBezTo>
                    <a:cubicBezTo>
                      <a:pt x="6" y="143"/>
                      <a:pt x="11" y="144"/>
                      <a:pt x="15" y="141"/>
                    </a:cubicBezTo>
                    <a:cubicBezTo>
                      <a:pt x="170" y="26"/>
                      <a:pt x="170" y="26"/>
                      <a:pt x="170" y="26"/>
                    </a:cubicBezTo>
                    <a:cubicBezTo>
                      <a:pt x="174" y="23"/>
                      <a:pt x="173" y="15"/>
                      <a:pt x="168" y="9"/>
                    </a:cubicBezTo>
                    <a:cubicBezTo>
                      <a:pt x="168" y="9"/>
                      <a:pt x="168" y="9"/>
                      <a:pt x="168" y="9"/>
                    </a:cubicBezTo>
                    <a:cubicBezTo>
                      <a:pt x="163" y="3"/>
                      <a:pt x="156" y="0"/>
                      <a:pt x="153" y="3"/>
                    </a:cubicBezTo>
                    <a:lnTo>
                      <a:pt x="4" y="12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2" name="Freeform 1443">
                <a:extLst>
                  <a:ext uri="{FF2B5EF4-FFF2-40B4-BE49-F238E27FC236}">
                    <a16:creationId xmlns:a16="http://schemas.microsoft.com/office/drawing/2014/main" id="{E74D687E-AB38-4991-B5E7-7A4EA1AB6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2106"/>
                <a:ext cx="212" cy="81"/>
              </a:xfrm>
              <a:custGeom>
                <a:avLst/>
                <a:gdLst>
                  <a:gd name="T0" fmla="*/ 8 w 206"/>
                  <a:gd name="T1" fmla="*/ 73 h 79"/>
                  <a:gd name="T2" fmla="*/ 2 w 206"/>
                  <a:gd name="T3" fmla="*/ 84 h 79"/>
                  <a:gd name="T4" fmla="*/ 2 w 206"/>
                  <a:gd name="T5" fmla="*/ 84 h 79"/>
                  <a:gd name="T6" fmla="*/ 13 w 206"/>
                  <a:gd name="T7" fmla="*/ 90 h 79"/>
                  <a:gd name="T8" fmla="*/ 236 w 206"/>
                  <a:gd name="T9" fmla="*/ 34 h 79"/>
                  <a:gd name="T10" fmla="*/ 242 w 206"/>
                  <a:gd name="T11" fmla="*/ 12 h 79"/>
                  <a:gd name="T12" fmla="*/ 242 w 206"/>
                  <a:gd name="T13" fmla="*/ 12 h 79"/>
                  <a:gd name="T14" fmla="*/ 227 w 206"/>
                  <a:gd name="T15" fmla="*/ 1 h 79"/>
                  <a:gd name="T16" fmla="*/ 8 w 206"/>
                  <a:gd name="T17" fmla="*/ 73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9">
                    <a:moveTo>
                      <a:pt x="8" y="61"/>
                    </a:moveTo>
                    <a:cubicBezTo>
                      <a:pt x="3" y="62"/>
                      <a:pt x="0" y="67"/>
                      <a:pt x="2" y="72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3" y="77"/>
                      <a:pt x="8" y="79"/>
                      <a:pt x="13" y="7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204" y="27"/>
                      <a:pt x="206" y="20"/>
                      <a:pt x="204" y="12"/>
                    </a:cubicBezTo>
                    <a:cubicBezTo>
                      <a:pt x="204" y="12"/>
                      <a:pt x="204" y="12"/>
                      <a:pt x="204" y="12"/>
                    </a:cubicBezTo>
                    <a:cubicBezTo>
                      <a:pt x="202" y="5"/>
                      <a:pt x="196" y="0"/>
                      <a:pt x="191" y="1"/>
                    </a:cubicBezTo>
                    <a:lnTo>
                      <a:pt x="8" y="6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3" name="Freeform 1444">
                <a:extLst>
                  <a:ext uri="{FF2B5EF4-FFF2-40B4-BE49-F238E27FC236}">
                    <a16:creationId xmlns:a16="http://schemas.microsoft.com/office/drawing/2014/main" id="{D9B47D9A-FC31-4A5F-A1F0-DFA525791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2131"/>
                <a:ext cx="186" cy="52"/>
              </a:xfrm>
              <a:custGeom>
                <a:avLst/>
                <a:gdLst>
                  <a:gd name="T0" fmla="*/ 213 w 181"/>
                  <a:gd name="T1" fmla="*/ 3 h 51"/>
                  <a:gd name="T2" fmla="*/ 0 w 181"/>
                  <a:gd name="T3" fmla="*/ 57 h 51"/>
                  <a:gd name="T4" fmla="*/ 213 w 181"/>
                  <a:gd name="T5" fmla="*/ 3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" h="51">
                    <a:moveTo>
                      <a:pt x="181" y="3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29" y="0"/>
                      <a:pt x="181" y="3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4" name="Freeform 1445">
                <a:extLst>
                  <a:ext uri="{FF2B5EF4-FFF2-40B4-BE49-F238E27FC236}">
                    <a16:creationId xmlns:a16="http://schemas.microsoft.com/office/drawing/2014/main" id="{1E8447CE-0EB1-49DC-84BA-F1D03B938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2" y="2109"/>
                <a:ext cx="16" cy="24"/>
              </a:xfrm>
              <a:custGeom>
                <a:avLst/>
                <a:gdLst>
                  <a:gd name="T0" fmla="*/ 21 w 15"/>
                  <a:gd name="T1" fmla="*/ 27 h 23"/>
                  <a:gd name="T2" fmla="*/ 14 w 15"/>
                  <a:gd name="T3" fmla="*/ 0 h 23"/>
                  <a:gd name="T4" fmla="*/ 2 w 15"/>
                  <a:gd name="T5" fmla="*/ 20 h 23"/>
                  <a:gd name="T6" fmla="*/ 20 w 15"/>
                  <a:gd name="T7" fmla="*/ 2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15" y="21"/>
                    </a:moveTo>
                    <a:cubicBezTo>
                      <a:pt x="3" y="23"/>
                      <a:pt x="6" y="5"/>
                      <a:pt x="8" y="0"/>
                    </a:cubicBezTo>
                    <a:cubicBezTo>
                      <a:pt x="3" y="4"/>
                      <a:pt x="0" y="7"/>
                      <a:pt x="2" y="14"/>
                    </a:cubicBezTo>
                    <a:cubicBezTo>
                      <a:pt x="4" y="19"/>
                      <a:pt x="8" y="23"/>
                      <a:pt x="14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5" name="Freeform 1446">
                <a:extLst>
                  <a:ext uri="{FF2B5EF4-FFF2-40B4-BE49-F238E27FC236}">
                    <a16:creationId xmlns:a16="http://schemas.microsoft.com/office/drawing/2014/main" id="{982CCF9F-F62A-4093-807B-0D5414926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111"/>
                <a:ext cx="181" cy="58"/>
              </a:xfrm>
              <a:custGeom>
                <a:avLst/>
                <a:gdLst>
                  <a:gd name="T0" fmla="*/ 208 w 176"/>
                  <a:gd name="T1" fmla="*/ 0 h 56"/>
                  <a:gd name="T2" fmla="*/ 0 w 176"/>
                  <a:gd name="T3" fmla="*/ 68 h 56"/>
                  <a:gd name="T4" fmla="*/ 208 w 17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56">
                    <a:moveTo>
                      <a:pt x="176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170" y="7"/>
                      <a:pt x="1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6" name="Freeform 1447">
                <a:extLst>
                  <a:ext uri="{FF2B5EF4-FFF2-40B4-BE49-F238E27FC236}">
                    <a16:creationId xmlns:a16="http://schemas.microsoft.com/office/drawing/2014/main" id="{1CE542D1-422B-48B4-87A4-018840AC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2106"/>
                <a:ext cx="211" cy="82"/>
              </a:xfrm>
              <a:custGeom>
                <a:avLst/>
                <a:gdLst>
                  <a:gd name="T0" fmla="*/ 7 w 205"/>
                  <a:gd name="T1" fmla="*/ 73 h 80"/>
                  <a:gd name="T2" fmla="*/ 1 w 205"/>
                  <a:gd name="T3" fmla="*/ 84 h 80"/>
                  <a:gd name="T4" fmla="*/ 1 w 205"/>
                  <a:gd name="T5" fmla="*/ 84 h 80"/>
                  <a:gd name="T6" fmla="*/ 12 w 205"/>
                  <a:gd name="T7" fmla="*/ 90 h 80"/>
                  <a:gd name="T8" fmla="*/ 237 w 205"/>
                  <a:gd name="T9" fmla="*/ 35 h 80"/>
                  <a:gd name="T10" fmla="*/ 241 w 205"/>
                  <a:gd name="T11" fmla="*/ 13 h 80"/>
                  <a:gd name="T12" fmla="*/ 241 w 205"/>
                  <a:gd name="T13" fmla="*/ 13 h 80"/>
                  <a:gd name="T14" fmla="*/ 227 w 205"/>
                  <a:gd name="T15" fmla="*/ 2 h 80"/>
                  <a:gd name="T16" fmla="*/ 7 w 205"/>
                  <a:gd name="T17" fmla="*/ 73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80">
                    <a:moveTo>
                      <a:pt x="7" y="61"/>
                    </a:moveTo>
                    <a:cubicBezTo>
                      <a:pt x="2" y="63"/>
                      <a:pt x="0" y="67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3" y="77"/>
                      <a:pt x="7" y="80"/>
                      <a:pt x="12" y="78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3" y="27"/>
                      <a:pt x="205" y="20"/>
                      <a:pt x="203" y="13"/>
                    </a:cubicBezTo>
                    <a:cubicBezTo>
                      <a:pt x="203" y="13"/>
                      <a:pt x="203" y="13"/>
                      <a:pt x="203" y="13"/>
                    </a:cubicBezTo>
                    <a:cubicBezTo>
                      <a:pt x="201" y="5"/>
                      <a:pt x="195" y="0"/>
                      <a:pt x="191" y="2"/>
                    </a:cubicBezTo>
                    <a:lnTo>
                      <a:pt x="7" y="6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7" name="Freeform 1448">
                <a:extLst>
                  <a:ext uri="{FF2B5EF4-FFF2-40B4-BE49-F238E27FC236}">
                    <a16:creationId xmlns:a16="http://schemas.microsoft.com/office/drawing/2014/main" id="{A25B20EB-1179-47B5-9EC2-6973A21CC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360"/>
                <a:ext cx="216" cy="30"/>
              </a:xfrm>
              <a:custGeom>
                <a:avLst/>
                <a:gdLst>
                  <a:gd name="T0" fmla="*/ 8 w 210"/>
                  <a:gd name="T1" fmla="*/ 11 h 29"/>
                  <a:gd name="T2" fmla="*/ 0 w 210"/>
                  <a:gd name="T3" fmla="*/ 26 h 29"/>
                  <a:gd name="T4" fmla="*/ 0 w 210"/>
                  <a:gd name="T5" fmla="*/ 26 h 29"/>
                  <a:gd name="T6" fmla="*/ 9 w 210"/>
                  <a:gd name="T7" fmla="*/ 34 h 29"/>
                  <a:gd name="T8" fmla="*/ 239 w 210"/>
                  <a:gd name="T9" fmla="*/ 34 h 29"/>
                  <a:gd name="T10" fmla="*/ 249 w 210"/>
                  <a:gd name="T11" fmla="*/ 14 h 29"/>
                  <a:gd name="T12" fmla="*/ 249 w 210"/>
                  <a:gd name="T13" fmla="*/ 14 h 29"/>
                  <a:gd name="T14" fmla="*/ 238 w 210"/>
                  <a:gd name="T15" fmla="*/ 0 h 29"/>
                  <a:gd name="T16" fmla="*/ 8 w 210"/>
                  <a:gd name="T17" fmla="*/ 1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9">
                    <a:moveTo>
                      <a:pt x="8" y="11"/>
                    </a:moveTo>
                    <a:cubicBezTo>
                      <a:pt x="3" y="11"/>
                      <a:pt x="0" y="15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"/>
                      <a:pt x="4" y="29"/>
                      <a:pt x="9" y="28"/>
                    </a:cubicBezTo>
                    <a:cubicBezTo>
                      <a:pt x="202" y="28"/>
                      <a:pt x="202" y="28"/>
                      <a:pt x="202" y="28"/>
                    </a:cubicBezTo>
                    <a:cubicBezTo>
                      <a:pt x="207" y="28"/>
                      <a:pt x="210" y="22"/>
                      <a:pt x="210" y="14"/>
                    </a:cubicBezTo>
                    <a:cubicBezTo>
                      <a:pt x="210" y="14"/>
                      <a:pt x="210" y="14"/>
                      <a:pt x="210" y="14"/>
                    </a:cubicBezTo>
                    <a:cubicBezTo>
                      <a:pt x="210" y="6"/>
                      <a:pt x="206" y="0"/>
                      <a:pt x="201" y="0"/>
                    </a:cubicBezTo>
                    <a:lnTo>
                      <a:pt x="8" y="11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8" name="Freeform 1449">
                <a:extLst>
                  <a:ext uri="{FF2B5EF4-FFF2-40B4-BE49-F238E27FC236}">
                    <a16:creationId xmlns:a16="http://schemas.microsoft.com/office/drawing/2014/main" id="{A21E5586-4346-43A1-944F-401B75C0C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2370"/>
                <a:ext cx="193" cy="16"/>
              </a:xfrm>
              <a:custGeom>
                <a:avLst/>
                <a:gdLst>
                  <a:gd name="T0" fmla="*/ 226 w 187"/>
                  <a:gd name="T1" fmla="*/ 16 h 16"/>
                  <a:gd name="T2" fmla="*/ 0 w 187"/>
                  <a:gd name="T3" fmla="*/ 15 h 16"/>
                  <a:gd name="T4" fmla="*/ 226 w 187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7" h="16">
                    <a:moveTo>
                      <a:pt x="187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37" y="0"/>
                      <a:pt x="187" y="16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9" name="Freeform 1450">
                <a:extLst>
                  <a:ext uri="{FF2B5EF4-FFF2-40B4-BE49-F238E27FC236}">
                    <a16:creationId xmlns:a16="http://schemas.microsoft.com/office/drawing/2014/main" id="{D85A490A-48A9-4A1D-A0E5-43796223E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" y="2363"/>
                <a:ext cx="11" cy="23"/>
              </a:xfrm>
              <a:custGeom>
                <a:avLst/>
                <a:gdLst>
                  <a:gd name="T0" fmla="*/ 11 w 11"/>
                  <a:gd name="T1" fmla="*/ 22 h 23"/>
                  <a:gd name="T2" fmla="*/ 10 w 11"/>
                  <a:gd name="T3" fmla="*/ 0 h 23"/>
                  <a:gd name="T4" fmla="*/ 1 w 11"/>
                  <a:gd name="T5" fmla="*/ 12 h 23"/>
                  <a:gd name="T6" fmla="*/ 10 w 11"/>
                  <a:gd name="T7" fmla="*/ 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11" y="22"/>
                    </a:moveTo>
                    <a:cubicBezTo>
                      <a:pt x="0" y="21"/>
                      <a:pt x="7" y="5"/>
                      <a:pt x="10" y="0"/>
                    </a:cubicBezTo>
                    <a:cubicBezTo>
                      <a:pt x="4" y="2"/>
                      <a:pt x="0" y="5"/>
                      <a:pt x="1" y="12"/>
                    </a:cubicBezTo>
                    <a:cubicBezTo>
                      <a:pt x="2" y="17"/>
                      <a:pt x="5" y="22"/>
                      <a:pt x="1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0" name="Freeform 1451">
                <a:extLst>
                  <a:ext uri="{FF2B5EF4-FFF2-40B4-BE49-F238E27FC236}">
                    <a16:creationId xmlns:a16="http://schemas.microsoft.com/office/drawing/2014/main" id="{7E3A0BD8-253B-48C1-A71A-4F8FBC68E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2362"/>
                <a:ext cx="191" cy="9"/>
              </a:xfrm>
              <a:custGeom>
                <a:avLst/>
                <a:gdLst>
                  <a:gd name="T0" fmla="*/ 224 w 185"/>
                  <a:gd name="T1" fmla="*/ 0 h 9"/>
                  <a:gd name="T2" fmla="*/ 0 w 185"/>
                  <a:gd name="T3" fmla="*/ 9 h 9"/>
                  <a:gd name="T4" fmla="*/ 224 w 18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9">
                    <a:moveTo>
                      <a:pt x="185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77" y="5"/>
                      <a:pt x="1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1" name="Freeform 1452">
                <a:extLst>
                  <a:ext uri="{FF2B5EF4-FFF2-40B4-BE49-F238E27FC236}">
                    <a16:creationId xmlns:a16="http://schemas.microsoft.com/office/drawing/2014/main" id="{4B689B24-7CC6-4DB4-BD02-19FBAB540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360"/>
                <a:ext cx="217" cy="30"/>
              </a:xfrm>
              <a:custGeom>
                <a:avLst/>
                <a:gdLst>
                  <a:gd name="T0" fmla="*/ 9 w 211"/>
                  <a:gd name="T1" fmla="*/ 11 h 29"/>
                  <a:gd name="T2" fmla="*/ 0 w 211"/>
                  <a:gd name="T3" fmla="*/ 26 h 29"/>
                  <a:gd name="T4" fmla="*/ 0 w 211"/>
                  <a:gd name="T5" fmla="*/ 26 h 29"/>
                  <a:gd name="T6" fmla="*/ 9 w 211"/>
                  <a:gd name="T7" fmla="*/ 35 h 29"/>
                  <a:gd name="T8" fmla="*/ 239 w 211"/>
                  <a:gd name="T9" fmla="*/ 35 h 29"/>
                  <a:gd name="T10" fmla="*/ 248 w 211"/>
                  <a:gd name="T11" fmla="*/ 14 h 29"/>
                  <a:gd name="T12" fmla="*/ 248 w 211"/>
                  <a:gd name="T13" fmla="*/ 14 h 29"/>
                  <a:gd name="T14" fmla="*/ 238 w 211"/>
                  <a:gd name="T15" fmla="*/ 1 h 29"/>
                  <a:gd name="T16" fmla="*/ 9 w 211"/>
                  <a:gd name="T17" fmla="*/ 1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29">
                    <a:moveTo>
                      <a:pt x="9" y="11"/>
                    </a:moveTo>
                    <a:cubicBezTo>
                      <a:pt x="4" y="11"/>
                      <a:pt x="0" y="15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"/>
                      <a:pt x="4" y="29"/>
                      <a:pt x="9" y="29"/>
                    </a:cubicBezTo>
                    <a:cubicBezTo>
                      <a:pt x="202" y="29"/>
                      <a:pt x="202" y="29"/>
                      <a:pt x="202" y="29"/>
                    </a:cubicBezTo>
                    <a:cubicBezTo>
                      <a:pt x="207" y="29"/>
                      <a:pt x="211" y="22"/>
                      <a:pt x="210" y="14"/>
                    </a:cubicBezTo>
                    <a:cubicBezTo>
                      <a:pt x="210" y="14"/>
                      <a:pt x="210" y="14"/>
                      <a:pt x="210" y="14"/>
                    </a:cubicBezTo>
                    <a:cubicBezTo>
                      <a:pt x="210" y="7"/>
                      <a:pt x="206" y="0"/>
                      <a:pt x="201" y="1"/>
                    </a:cubicBezTo>
                    <a:lnTo>
                      <a:pt x="9" y="1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2" name="Freeform 1453">
                <a:extLst>
                  <a:ext uri="{FF2B5EF4-FFF2-40B4-BE49-F238E27FC236}">
                    <a16:creationId xmlns:a16="http://schemas.microsoft.com/office/drawing/2014/main" id="{89302B99-109C-4668-A832-2734CF7F9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2575"/>
                <a:ext cx="212" cy="77"/>
              </a:xfrm>
              <a:custGeom>
                <a:avLst/>
                <a:gdLst>
                  <a:gd name="T0" fmla="*/ 12 w 206"/>
                  <a:gd name="T1" fmla="*/ 2 h 75"/>
                  <a:gd name="T2" fmla="*/ 1 w 206"/>
                  <a:gd name="T3" fmla="*/ 8 h 75"/>
                  <a:gd name="T4" fmla="*/ 1 w 206"/>
                  <a:gd name="T5" fmla="*/ 8 h 75"/>
                  <a:gd name="T6" fmla="*/ 7 w 206"/>
                  <a:gd name="T7" fmla="*/ 25 h 75"/>
                  <a:gd name="T8" fmla="*/ 228 w 206"/>
                  <a:gd name="T9" fmla="*/ 86 h 75"/>
                  <a:gd name="T10" fmla="*/ 242 w 206"/>
                  <a:gd name="T11" fmla="*/ 74 h 75"/>
                  <a:gd name="T12" fmla="*/ 242 w 206"/>
                  <a:gd name="T13" fmla="*/ 74 h 75"/>
                  <a:gd name="T14" fmla="*/ 238 w 206"/>
                  <a:gd name="T15" fmla="*/ 52 h 75"/>
                  <a:gd name="T16" fmla="*/ 12 w 206"/>
                  <a:gd name="T17" fmla="*/ 2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6" h="75">
                    <a:moveTo>
                      <a:pt x="12" y="2"/>
                    </a:moveTo>
                    <a:cubicBezTo>
                      <a:pt x="7" y="0"/>
                      <a:pt x="2" y="3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3"/>
                      <a:pt x="3" y="17"/>
                      <a:pt x="7" y="19"/>
                    </a:cubicBezTo>
                    <a:cubicBezTo>
                      <a:pt x="192" y="74"/>
                      <a:pt x="192" y="74"/>
                      <a:pt x="192" y="74"/>
                    </a:cubicBezTo>
                    <a:cubicBezTo>
                      <a:pt x="197" y="75"/>
                      <a:pt x="202" y="70"/>
                      <a:pt x="204" y="62"/>
                    </a:cubicBezTo>
                    <a:cubicBezTo>
                      <a:pt x="204" y="62"/>
                      <a:pt x="204" y="62"/>
                      <a:pt x="204" y="62"/>
                    </a:cubicBezTo>
                    <a:cubicBezTo>
                      <a:pt x="206" y="55"/>
                      <a:pt x="204" y="48"/>
                      <a:pt x="200" y="46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BE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3" name="Freeform 1454">
                <a:extLst>
                  <a:ext uri="{FF2B5EF4-FFF2-40B4-BE49-F238E27FC236}">
                    <a16:creationId xmlns:a16="http://schemas.microsoft.com/office/drawing/2014/main" id="{EEEFA8FF-9B37-4D65-BBF6-B0849FC5F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2592"/>
                <a:ext cx="185" cy="55"/>
              </a:xfrm>
              <a:custGeom>
                <a:avLst/>
                <a:gdLst>
                  <a:gd name="T0" fmla="*/ 212 w 180"/>
                  <a:gd name="T1" fmla="*/ 60 h 54"/>
                  <a:gd name="T2" fmla="*/ 0 w 180"/>
                  <a:gd name="T3" fmla="*/ 0 h 54"/>
                  <a:gd name="T4" fmla="*/ 212 w 180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4">
                    <a:moveTo>
                      <a:pt x="180" y="5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6" y="24"/>
                      <a:pt x="180" y="54"/>
                    </a:cubicBezTo>
                    <a:close/>
                  </a:path>
                </a:pathLst>
              </a:custGeom>
              <a:solidFill>
                <a:srgbClr val="FBC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4" name="Freeform 1455">
                <a:extLst>
                  <a:ext uri="{FF2B5EF4-FFF2-40B4-BE49-F238E27FC236}">
                    <a16:creationId xmlns:a16="http://schemas.microsoft.com/office/drawing/2014/main" id="{3DF40E28-7BB1-4A39-B9B8-F941ACD6A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1" y="2627"/>
                <a:ext cx="17" cy="22"/>
              </a:xfrm>
              <a:custGeom>
                <a:avLst/>
                <a:gdLst>
                  <a:gd name="T0" fmla="*/ 16 w 16"/>
                  <a:gd name="T1" fmla="*/ 21 h 22"/>
                  <a:gd name="T2" fmla="*/ 22 w 16"/>
                  <a:gd name="T3" fmla="*/ 0 h 22"/>
                  <a:gd name="T4" fmla="*/ 4 w 16"/>
                  <a:gd name="T5" fmla="*/ 9 h 22"/>
                  <a:gd name="T6" fmla="*/ 15 w 16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0" y="21"/>
                    </a:moveTo>
                    <a:cubicBezTo>
                      <a:pt x="0" y="17"/>
                      <a:pt x="11" y="3"/>
                      <a:pt x="16" y="0"/>
                    </a:cubicBezTo>
                    <a:cubicBezTo>
                      <a:pt x="10" y="0"/>
                      <a:pt x="5" y="1"/>
                      <a:pt x="4" y="9"/>
                    </a:cubicBezTo>
                    <a:cubicBezTo>
                      <a:pt x="3" y="14"/>
                      <a:pt x="4" y="20"/>
                      <a:pt x="9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5" name="Freeform 1456">
                <a:extLst>
                  <a:ext uri="{FF2B5EF4-FFF2-40B4-BE49-F238E27FC236}">
                    <a16:creationId xmlns:a16="http://schemas.microsoft.com/office/drawing/2014/main" id="{F48B3961-B405-4B38-B3E8-D91EC8B98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2578"/>
                <a:ext cx="186" cy="48"/>
              </a:xfrm>
              <a:custGeom>
                <a:avLst/>
                <a:gdLst>
                  <a:gd name="T0" fmla="*/ 219 w 180"/>
                  <a:gd name="T1" fmla="*/ 50 h 47"/>
                  <a:gd name="T2" fmla="*/ 0 w 180"/>
                  <a:gd name="T3" fmla="*/ 0 h 47"/>
                  <a:gd name="T4" fmla="*/ 219 w 180"/>
                  <a:gd name="T5" fmla="*/ 5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47">
                    <a:moveTo>
                      <a:pt x="18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71" y="47"/>
                      <a:pt x="18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880" name="Freeform 1457">
              <a:extLst>
                <a:ext uri="{FF2B5EF4-FFF2-40B4-BE49-F238E27FC236}">
                  <a16:creationId xmlns:a16="http://schemas.microsoft.com/office/drawing/2014/main" id="{6B8F31B9-A1F1-4DCF-A856-9B3CDCC57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2576"/>
              <a:ext cx="213" cy="76"/>
            </a:xfrm>
            <a:custGeom>
              <a:avLst/>
              <a:gdLst>
                <a:gd name="T0" fmla="*/ 12 w 207"/>
                <a:gd name="T1" fmla="*/ 1 h 74"/>
                <a:gd name="T2" fmla="*/ 1 w 207"/>
                <a:gd name="T3" fmla="*/ 7 h 74"/>
                <a:gd name="T4" fmla="*/ 1 w 207"/>
                <a:gd name="T5" fmla="*/ 7 h 74"/>
                <a:gd name="T6" fmla="*/ 7 w 207"/>
                <a:gd name="T7" fmla="*/ 18 h 74"/>
                <a:gd name="T8" fmla="*/ 228 w 207"/>
                <a:gd name="T9" fmla="*/ 85 h 74"/>
                <a:gd name="T10" fmla="*/ 243 w 207"/>
                <a:gd name="T11" fmla="*/ 74 h 74"/>
                <a:gd name="T12" fmla="*/ 243 w 207"/>
                <a:gd name="T13" fmla="*/ 74 h 74"/>
                <a:gd name="T14" fmla="*/ 237 w 207"/>
                <a:gd name="T15" fmla="*/ 52 h 74"/>
                <a:gd name="T16" fmla="*/ 12 w 207"/>
                <a:gd name="T17" fmla="*/ 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74">
                  <a:moveTo>
                    <a:pt x="12" y="1"/>
                  </a:moveTo>
                  <a:cubicBezTo>
                    <a:pt x="7" y="0"/>
                    <a:pt x="3" y="3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12"/>
                    <a:pt x="3" y="17"/>
                    <a:pt x="7" y="18"/>
                  </a:cubicBezTo>
                  <a:cubicBezTo>
                    <a:pt x="192" y="73"/>
                    <a:pt x="192" y="73"/>
                    <a:pt x="192" y="73"/>
                  </a:cubicBezTo>
                  <a:cubicBezTo>
                    <a:pt x="197" y="74"/>
                    <a:pt x="203" y="69"/>
                    <a:pt x="205" y="62"/>
                  </a:cubicBezTo>
                  <a:cubicBezTo>
                    <a:pt x="205" y="62"/>
                    <a:pt x="205" y="62"/>
                    <a:pt x="205" y="62"/>
                  </a:cubicBezTo>
                  <a:cubicBezTo>
                    <a:pt x="207" y="54"/>
                    <a:pt x="204" y="47"/>
                    <a:pt x="200" y="46"/>
                  </a:cubicBezTo>
                  <a:lnTo>
                    <a:pt x="12" y="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1458">
              <a:extLst>
                <a:ext uri="{FF2B5EF4-FFF2-40B4-BE49-F238E27FC236}">
                  <a16:creationId xmlns:a16="http://schemas.microsoft.com/office/drawing/2014/main" id="{367F12A6-9B9C-4A18-B45E-97D411E78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2714"/>
              <a:ext cx="191" cy="130"/>
            </a:xfrm>
            <a:custGeom>
              <a:avLst/>
              <a:gdLst>
                <a:gd name="T0" fmla="*/ 14 w 186"/>
                <a:gd name="T1" fmla="*/ 2 h 126"/>
                <a:gd name="T2" fmla="*/ 2 w 186"/>
                <a:gd name="T3" fmla="*/ 5 h 126"/>
                <a:gd name="T4" fmla="*/ 2 w 186"/>
                <a:gd name="T5" fmla="*/ 5 h 126"/>
                <a:gd name="T6" fmla="*/ 5 w 186"/>
                <a:gd name="T7" fmla="*/ 23 h 126"/>
                <a:gd name="T8" fmla="*/ 196 w 186"/>
                <a:gd name="T9" fmla="*/ 148 h 126"/>
                <a:gd name="T10" fmla="*/ 213 w 186"/>
                <a:gd name="T11" fmla="*/ 140 h 126"/>
                <a:gd name="T12" fmla="*/ 213 w 186"/>
                <a:gd name="T13" fmla="*/ 140 h 126"/>
                <a:gd name="T14" fmla="*/ 213 w 186"/>
                <a:gd name="T15" fmla="*/ 119 h 126"/>
                <a:gd name="T16" fmla="*/ 14 w 186"/>
                <a:gd name="T17" fmla="*/ 2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26">
                  <a:moveTo>
                    <a:pt x="14" y="2"/>
                  </a:moveTo>
                  <a:cubicBezTo>
                    <a:pt x="10" y="0"/>
                    <a:pt x="5" y="1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9"/>
                    <a:pt x="1" y="15"/>
                    <a:pt x="5" y="17"/>
                  </a:cubicBezTo>
                  <a:cubicBezTo>
                    <a:pt x="167" y="123"/>
                    <a:pt x="167" y="123"/>
                    <a:pt x="167" y="123"/>
                  </a:cubicBezTo>
                  <a:cubicBezTo>
                    <a:pt x="171" y="126"/>
                    <a:pt x="177" y="122"/>
                    <a:pt x="182" y="116"/>
                  </a:cubicBezTo>
                  <a:cubicBezTo>
                    <a:pt x="182" y="116"/>
                    <a:pt x="182" y="116"/>
                    <a:pt x="182" y="116"/>
                  </a:cubicBezTo>
                  <a:cubicBezTo>
                    <a:pt x="186" y="109"/>
                    <a:pt x="186" y="102"/>
                    <a:pt x="182" y="99"/>
                  </a:cubicBezTo>
                  <a:lnTo>
                    <a:pt x="14" y="2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1459">
              <a:extLst>
                <a:ext uri="{FF2B5EF4-FFF2-40B4-BE49-F238E27FC236}">
                  <a16:creationId xmlns:a16="http://schemas.microsoft.com/office/drawing/2014/main" id="{0A1D3ABD-D598-4E11-8CCE-38531FC6D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2730"/>
              <a:ext cx="162" cy="106"/>
            </a:xfrm>
            <a:custGeom>
              <a:avLst/>
              <a:gdLst>
                <a:gd name="T0" fmla="*/ 189 w 157"/>
                <a:gd name="T1" fmla="*/ 116 h 104"/>
                <a:gd name="T2" fmla="*/ 0 w 157"/>
                <a:gd name="T3" fmla="*/ 0 h 104"/>
                <a:gd name="T4" fmla="*/ 189 w 157"/>
                <a:gd name="T5" fmla="*/ 116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04">
                  <a:moveTo>
                    <a:pt x="157" y="10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3" y="62"/>
                    <a:pt x="157" y="104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1460">
              <a:extLst>
                <a:ext uri="{FF2B5EF4-FFF2-40B4-BE49-F238E27FC236}">
                  <a16:creationId xmlns:a16="http://schemas.microsoft.com/office/drawing/2014/main" id="{CFE483B0-A91E-4975-A805-8F44FA986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2818"/>
              <a:ext cx="20" cy="21"/>
            </a:xfrm>
            <a:custGeom>
              <a:avLst/>
              <a:gdLst>
                <a:gd name="T0" fmla="*/ 8 w 20"/>
                <a:gd name="T1" fmla="*/ 21 h 21"/>
                <a:gd name="T2" fmla="*/ 20 w 20"/>
                <a:gd name="T3" fmla="*/ 2 h 21"/>
                <a:gd name="T4" fmla="*/ 6 w 20"/>
                <a:gd name="T5" fmla="*/ 7 h 21"/>
                <a:gd name="T6" fmla="*/ 7 w 20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8" y="21"/>
                  </a:moveTo>
                  <a:cubicBezTo>
                    <a:pt x="0" y="14"/>
                    <a:pt x="14" y="4"/>
                    <a:pt x="20" y="2"/>
                  </a:cubicBezTo>
                  <a:cubicBezTo>
                    <a:pt x="14" y="1"/>
                    <a:pt x="9" y="0"/>
                    <a:pt x="6" y="7"/>
                  </a:cubicBezTo>
                  <a:cubicBezTo>
                    <a:pt x="3" y="12"/>
                    <a:pt x="3" y="18"/>
                    <a:pt x="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1461">
              <a:extLst>
                <a:ext uri="{FF2B5EF4-FFF2-40B4-BE49-F238E27FC236}">
                  <a16:creationId xmlns:a16="http://schemas.microsoft.com/office/drawing/2014/main" id="{F1D7AE20-6785-44BE-860D-D39D96B13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716"/>
              <a:ext cx="165" cy="98"/>
            </a:xfrm>
            <a:custGeom>
              <a:avLst/>
              <a:gdLst>
                <a:gd name="T0" fmla="*/ 192 w 160"/>
                <a:gd name="T1" fmla="*/ 113 h 95"/>
                <a:gd name="T2" fmla="*/ 0 w 160"/>
                <a:gd name="T3" fmla="*/ 0 h 95"/>
                <a:gd name="T4" fmla="*/ 192 w 160"/>
                <a:gd name="T5" fmla="*/ 113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95">
                  <a:moveTo>
                    <a:pt x="160" y="9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51" y="94"/>
                    <a:pt x="160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1462">
              <a:extLst>
                <a:ext uri="{FF2B5EF4-FFF2-40B4-BE49-F238E27FC236}">
                  <a16:creationId xmlns:a16="http://schemas.microsoft.com/office/drawing/2014/main" id="{6D5E2160-6800-4508-A092-B9DD2C1FB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2714"/>
              <a:ext cx="191" cy="130"/>
            </a:xfrm>
            <a:custGeom>
              <a:avLst/>
              <a:gdLst>
                <a:gd name="T0" fmla="*/ 15 w 186"/>
                <a:gd name="T1" fmla="*/ 3 h 126"/>
                <a:gd name="T2" fmla="*/ 2 w 186"/>
                <a:gd name="T3" fmla="*/ 6 h 126"/>
                <a:gd name="T4" fmla="*/ 2 w 186"/>
                <a:gd name="T5" fmla="*/ 6 h 126"/>
                <a:gd name="T6" fmla="*/ 5 w 186"/>
                <a:gd name="T7" fmla="*/ 24 h 126"/>
                <a:gd name="T8" fmla="*/ 196 w 186"/>
                <a:gd name="T9" fmla="*/ 148 h 126"/>
                <a:gd name="T10" fmla="*/ 213 w 186"/>
                <a:gd name="T11" fmla="*/ 140 h 126"/>
                <a:gd name="T12" fmla="*/ 213 w 186"/>
                <a:gd name="T13" fmla="*/ 140 h 126"/>
                <a:gd name="T14" fmla="*/ 213 w 186"/>
                <a:gd name="T15" fmla="*/ 119 h 126"/>
                <a:gd name="T16" fmla="*/ 15 w 186"/>
                <a:gd name="T17" fmla="*/ 3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26">
                  <a:moveTo>
                    <a:pt x="15" y="3"/>
                  </a:moveTo>
                  <a:cubicBezTo>
                    <a:pt x="10" y="0"/>
                    <a:pt x="5" y="2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10"/>
                    <a:pt x="1" y="15"/>
                    <a:pt x="5" y="18"/>
                  </a:cubicBezTo>
                  <a:cubicBezTo>
                    <a:pt x="167" y="123"/>
                    <a:pt x="167" y="123"/>
                    <a:pt x="167" y="123"/>
                  </a:cubicBezTo>
                  <a:cubicBezTo>
                    <a:pt x="171" y="126"/>
                    <a:pt x="178" y="123"/>
                    <a:pt x="182" y="116"/>
                  </a:cubicBezTo>
                  <a:cubicBezTo>
                    <a:pt x="182" y="116"/>
                    <a:pt x="182" y="116"/>
                    <a:pt x="182" y="116"/>
                  </a:cubicBezTo>
                  <a:cubicBezTo>
                    <a:pt x="186" y="109"/>
                    <a:pt x="186" y="102"/>
                    <a:pt x="182" y="99"/>
                  </a:cubicBezTo>
                  <a:lnTo>
                    <a:pt x="15" y="3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1463">
              <a:extLst>
                <a:ext uri="{FF2B5EF4-FFF2-40B4-BE49-F238E27FC236}">
                  <a16:creationId xmlns:a16="http://schemas.microsoft.com/office/drawing/2014/main" id="{D6E5A225-02C0-471B-BBFD-2DA910E19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875"/>
              <a:ext cx="175" cy="153"/>
            </a:xfrm>
            <a:custGeom>
              <a:avLst/>
              <a:gdLst>
                <a:gd name="T0" fmla="*/ 16 w 170"/>
                <a:gd name="T1" fmla="*/ 3 h 149"/>
                <a:gd name="T2" fmla="*/ 4 w 170"/>
                <a:gd name="T3" fmla="*/ 4 h 149"/>
                <a:gd name="T4" fmla="*/ 4 w 170"/>
                <a:gd name="T5" fmla="*/ 4 h 149"/>
                <a:gd name="T6" fmla="*/ 5 w 170"/>
                <a:gd name="T7" fmla="*/ 16 h 149"/>
                <a:gd name="T8" fmla="*/ 176 w 170"/>
                <a:gd name="T9" fmla="*/ 170 h 149"/>
                <a:gd name="T10" fmla="*/ 194 w 170"/>
                <a:gd name="T11" fmla="*/ 165 h 149"/>
                <a:gd name="T12" fmla="*/ 194 w 170"/>
                <a:gd name="T13" fmla="*/ 165 h 149"/>
                <a:gd name="T14" fmla="*/ 197 w 170"/>
                <a:gd name="T15" fmla="*/ 145 h 149"/>
                <a:gd name="T16" fmla="*/ 16 w 170"/>
                <a:gd name="T17" fmla="*/ 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149">
                  <a:moveTo>
                    <a:pt x="16" y="3"/>
                  </a:moveTo>
                  <a:cubicBezTo>
                    <a:pt x="12" y="0"/>
                    <a:pt x="7" y="0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8"/>
                    <a:pt x="1" y="13"/>
                    <a:pt x="5" y="16"/>
                  </a:cubicBezTo>
                  <a:cubicBezTo>
                    <a:pt x="148" y="146"/>
                    <a:pt x="148" y="146"/>
                    <a:pt x="148" y="146"/>
                  </a:cubicBezTo>
                  <a:cubicBezTo>
                    <a:pt x="151" y="149"/>
                    <a:pt x="158" y="147"/>
                    <a:pt x="163" y="141"/>
                  </a:cubicBezTo>
                  <a:cubicBezTo>
                    <a:pt x="163" y="141"/>
                    <a:pt x="163" y="141"/>
                    <a:pt x="163" y="141"/>
                  </a:cubicBezTo>
                  <a:cubicBezTo>
                    <a:pt x="169" y="135"/>
                    <a:pt x="170" y="128"/>
                    <a:pt x="166" y="124"/>
                  </a:cubicBezTo>
                  <a:lnTo>
                    <a:pt x="16" y="3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1464">
              <a:extLst>
                <a:ext uri="{FF2B5EF4-FFF2-40B4-BE49-F238E27FC236}">
                  <a16:creationId xmlns:a16="http://schemas.microsoft.com/office/drawing/2014/main" id="{4C27A28D-59B5-4AAC-BC7D-12CEDFAAD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2891"/>
              <a:ext cx="143" cy="129"/>
            </a:xfrm>
            <a:custGeom>
              <a:avLst/>
              <a:gdLst>
                <a:gd name="T0" fmla="*/ 164 w 139"/>
                <a:gd name="T1" fmla="*/ 144 h 126"/>
                <a:gd name="T2" fmla="*/ 0 w 139"/>
                <a:gd name="T3" fmla="*/ 0 h 126"/>
                <a:gd name="T4" fmla="*/ 164 w 139"/>
                <a:gd name="T5" fmla="*/ 144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126">
                  <a:moveTo>
                    <a:pt x="139" y="12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13" y="80"/>
                    <a:pt x="139" y="126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1465">
              <a:extLst>
                <a:ext uri="{FF2B5EF4-FFF2-40B4-BE49-F238E27FC236}">
                  <a16:creationId xmlns:a16="http://schemas.microsoft.com/office/drawing/2014/main" id="{FCEF9275-8AE0-4B53-8F10-4A1B076D0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3004"/>
              <a:ext cx="23" cy="21"/>
            </a:xfrm>
            <a:custGeom>
              <a:avLst/>
              <a:gdLst>
                <a:gd name="T0" fmla="*/ 7 w 22"/>
                <a:gd name="T1" fmla="*/ 21 h 21"/>
                <a:gd name="T2" fmla="*/ 28 w 22"/>
                <a:gd name="T3" fmla="*/ 4 h 21"/>
                <a:gd name="T4" fmla="*/ 7 w 22"/>
                <a:gd name="T5" fmla="*/ 6 h 21"/>
                <a:gd name="T6" fmla="*/ 6 w 22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7" y="21"/>
                  </a:moveTo>
                  <a:cubicBezTo>
                    <a:pt x="0" y="12"/>
                    <a:pt x="16" y="5"/>
                    <a:pt x="22" y="4"/>
                  </a:cubicBezTo>
                  <a:cubicBezTo>
                    <a:pt x="16" y="1"/>
                    <a:pt x="11" y="0"/>
                    <a:pt x="7" y="6"/>
                  </a:cubicBezTo>
                  <a:cubicBezTo>
                    <a:pt x="4" y="11"/>
                    <a:pt x="2" y="16"/>
                    <a:pt x="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1466">
              <a:extLst>
                <a:ext uri="{FF2B5EF4-FFF2-40B4-BE49-F238E27FC236}">
                  <a16:creationId xmlns:a16="http://schemas.microsoft.com/office/drawing/2014/main" id="{CEB7DB7F-E889-4147-AD41-C01A72D37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2878"/>
              <a:ext cx="147" cy="122"/>
            </a:xfrm>
            <a:custGeom>
              <a:avLst/>
              <a:gdLst>
                <a:gd name="T0" fmla="*/ 168 w 143"/>
                <a:gd name="T1" fmla="*/ 144 h 118"/>
                <a:gd name="T2" fmla="*/ 0 w 143"/>
                <a:gd name="T3" fmla="*/ 0 h 118"/>
                <a:gd name="T4" fmla="*/ 168 w 143"/>
                <a:gd name="T5" fmla="*/ 144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18">
                  <a:moveTo>
                    <a:pt x="143" y="11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34" y="116"/>
                    <a:pt x="143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1467">
              <a:extLst>
                <a:ext uri="{FF2B5EF4-FFF2-40B4-BE49-F238E27FC236}">
                  <a16:creationId xmlns:a16="http://schemas.microsoft.com/office/drawing/2014/main" id="{5525D4B1-D712-4D90-88BA-2182D82FF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875"/>
              <a:ext cx="175" cy="153"/>
            </a:xfrm>
            <a:custGeom>
              <a:avLst/>
              <a:gdLst>
                <a:gd name="T0" fmla="*/ 16 w 170"/>
                <a:gd name="T1" fmla="*/ 3 h 149"/>
                <a:gd name="T2" fmla="*/ 4 w 170"/>
                <a:gd name="T3" fmla="*/ 4 h 149"/>
                <a:gd name="T4" fmla="*/ 4 w 170"/>
                <a:gd name="T5" fmla="*/ 4 h 149"/>
                <a:gd name="T6" fmla="*/ 5 w 170"/>
                <a:gd name="T7" fmla="*/ 17 h 149"/>
                <a:gd name="T8" fmla="*/ 176 w 170"/>
                <a:gd name="T9" fmla="*/ 170 h 149"/>
                <a:gd name="T10" fmla="*/ 194 w 170"/>
                <a:gd name="T11" fmla="*/ 165 h 149"/>
                <a:gd name="T12" fmla="*/ 194 w 170"/>
                <a:gd name="T13" fmla="*/ 165 h 149"/>
                <a:gd name="T14" fmla="*/ 197 w 170"/>
                <a:gd name="T15" fmla="*/ 147 h 149"/>
                <a:gd name="T16" fmla="*/ 16 w 170"/>
                <a:gd name="T17" fmla="*/ 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149">
                  <a:moveTo>
                    <a:pt x="16" y="3"/>
                  </a:moveTo>
                  <a:cubicBezTo>
                    <a:pt x="12" y="0"/>
                    <a:pt x="7" y="1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8"/>
                    <a:pt x="1" y="14"/>
                    <a:pt x="5" y="17"/>
                  </a:cubicBezTo>
                  <a:cubicBezTo>
                    <a:pt x="148" y="146"/>
                    <a:pt x="148" y="146"/>
                    <a:pt x="148" y="146"/>
                  </a:cubicBezTo>
                  <a:cubicBezTo>
                    <a:pt x="151" y="149"/>
                    <a:pt x="158" y="147"/>
                    <a:pt x="163" y="141"/>
                  </a:cubicBezTo>
                  <a:cubicBezTo>
                    <a:pt x="163" y="141"/>
                    <a:pt x="163" y="141"/>
                    <a:pt x="163" y="141"/>
                  </a:cubicBezTo>
                  <a:cubicBezTo>
                    <a:pt x="169" y="135"/>
                    <a:pt x="170" y="128"/>
                    <a:pt x="166" y="125"/>
                  </a:cubicBezTo>
                  <a:lnTo>
                    <a:pt x="16" y="3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1468">
              <a:extLst>
                <a:ext uri="{FF2B5EF4-FFF2-40B4-BE49-F238E27FC236}">
                  <a16:creationId xmlns:a16="http://schemas.microsoft.com/office/drawing/2014/main" id="{CCEC7596-A8D5-4C52-BAC1-93F86F132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3028"/>
              <a:ext cx="73" cy="213"/>
            </a:xfrm>
            <a:custGeom>
              <a:avLst/>
              <a:gdLst>
                <a:gd name="T0" fmla="*/ 24 w 71"/>
                <a:gd name="T1" fmla="*/ 8 h 207"/>
                <a:gd name="T2" fmla="*/ 7 w 71"/>
                <a:gd name="T3" fmla="*/ 1 h 207"/>
                <a:gd name="T4" fmla="*/ 7 w 71"/>
                <a:gd name="T5" fmla="*/ 1 h 207"/>
                <a:gd name="T6" fmla="*/ 1 w 71"/>
                <a:gd name="T7" fmla="*/ 12 h 207"/>
                <a:gd name="T8" fmla="*/ 48 w 71"/>
                <a:gd name="T9" fmla="*/ 237 h 207"/>
                <a:gd name="T10" fmla="*/ 70 w 71"/>
                <a:gd name="T11" fmla="*/ 243 h 207"/>
                <a:gd name="T12" fmla="*/ 70 w 71"/>
                <a:gd name="T13" fmla="*/ 243 h 207"/>
                <a:gd name="T14" fmla="*/ 82 w 71"/>
                <a:gd name="T15" fmla="*/ 229 h 207"/>
                <a:gd name="T16" fmla="*/ 24 w 71"/>
                <a:gd name="T17" fmla="*/ 8 h 2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207">
                  <a:moveTo>
                    <a:pt x="18" y="8"/>
                  </a:moveTo>
                  <a:cubicBezTo>
                    <a:pt x="17" y="3"/>
                    <a:pt x="12" y="0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2" y="2"/>
                    <a:pt x="0" y="7"/>
                    <a:pt x="1" y="12"/>
                  </a:cubicBezTo>
                  <a:cubicBezTo>
                    <a:pt x="42" y="200"/>
                    <a:pt x="42" y="200"/>
                    <a:pt x="42" y="200"/>
                  </a:cubicBezTo>
                  <a:cubicBezTo>
                    <a:pt x="43" y="205"/>
                    <a:pt x="50" y="207"/>
                    <a:pt x="58" y="205"/>
                  </a:cubicBezTo>
                  <a:cubicBezTo>
                    <a:pt x="58" y="205"/>
                    <a:pt x="58" y="205"/>
                    <a:pt x="58" y="205"/>
                  </a:cubicBezTo>
                  <a:cubicBezTo>
                    <a:pt x="65" y="204"/>
                    <a:pt x="71" y="198"/>
                    <a:pt x="70" y="193"/>
                  </a:cubicBezTo>
                  <a:lnTo>
                    <a:pt x="18" y="8"/>
                  </a:lnTo>
                  <a:close/>
                </a:path>
              </a:pathLst>
            </a:custGeom>
            <a:solidFill>
              <a:srgbClr val="FBE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1469">
              <a:extLst>
                <a:ext uri="{FF2B5EF4-FFF2-40B4-BE49-F238E27FC236}">
                  <a16:creationId xmlns:a16="http://schemas.microsoft.com/office/drawing/2014/main" id="{88BC3EE4-D3EF-418C-AD3E-DFBCB6960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3041"/>
              <a:ext cx="46" cy="188"/>
            </a:xfrm>
            <a:custGeom>
              <a:avLst/>
              <a:gdLst>
                <a:gd name="T0" fmla="*/ 46 w 45"/>
                <a:gd name="T1" fmla="*/ 215 h 183"/>
                <a:gd name="T2" fmla="*/ 0 w 45"/>
                <a:gd name="T3" fmla="*/ 0 h 183"/>
                <a:gd name="T4" fmla="*/ 46 w 45"/>
                <a:gd name="T5" fmla="*/ 215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83">
                  <a:moveTo>
                    <a:pt x="40" y="18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5" y="131"/>
                    <a:pt x="40" y="183"/>
                  </a:cubicBezTo>
                  <a:close/>
                </a:path>
              </a:pathLst>
            </a:custGeom>
            <a:solidFill>
              <a:srgbClr val="FBC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1470">
              <a:extLst>
                <a:ext uri="{FF2B5EF4-FFF2-40B4-BE49-F238E27FC236}">
                  <a16:creationId xmlns:a16="http://schemas.microsoft.com/office/drawing/2014/main" id="{28DBBB59-1CFA-43A2-B325-02DE5F654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222"/>
              <a:ext cx="25" cy="15"/>
            </a:xfrm>
            <a:custGeom>
              <a:avLst/>
              <a:gdLst>
                <a:gd name="T0" fmla="*/ 2 w 24"/>
                <a:gd name="T1" fmla="*/ 20 h 14"/>
                <a:gd name="T2" fmla="*/ 30 w 24"/>
                <a:gd name="T3" fmla="*/ 14 h 14"/>
                <a:gd name="T4" fmla="*/ 10 w 24"/>
                <a:gd name="T5" fmla="*/ 2 h 14"/>
                <a:gd name="T6" fmla="*/ 1 w 24"/>
                <a:gd name="T7" fmla="*/ 1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4">
                  <a:moveTo>
                    <a:pt x="2" y="14"/>
                  </a:moveTo>
                  <a:cubicBezTo>
                    <a:pt x="1" y="3"/>
                    <a:pt x="18" y="6"/>
                    <a:pt x="24" y="8"/>
                  </a:cubicBezTo>
                  <a:cubicBezTo>
                    <a:pt x="20" y="3"/>
                    <a:pt x="17" y="0"/>
                    <a:pt x="10" y="2"/>
                  </a:cubicBezTo>
                  <a:cubicBezTo>
                    <a:pt x="5" y="4"/>
                    <a:pt x="0" y="7"/>
                    <a:pt x="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1471">
              <a:extLst>
                <a:ext uri="{FF2B5EF4-FFF2-40B4-BE49-F238E27FC236}">
                  <a16:creationId xmlns:a16="http://schemas.microsoft.com/office/drawing/2014/main" id="{ADE76221-1AB7-4BA5-83DF-91D01CC60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3037"/>
              <a:ext cx="50" cy="182"/>
            </a:xfrm>
            <a:custGeom>
              <a:avLst/>
              <a:gdLst>
                <a:gd name="T0" fmla="*/ 60 w 48"/>
                <a:gd name="T1" fmla="*/ 202 h 178"/>
                <a:gd name="T2" fmla="*/ 0 w 48"/>
                <a:gd name="T3" fmla="*/ 0 h 178"/>
                <a:gd name="T4" fmla="*/ 60 w 48"/>
                <a:gd name="T5" fmla="*/ 202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78">
                  <a:moveTo>
                    <a:pt x="48" y="17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1" y="172"/>
                    <a:pt x="48" y="1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1472">
              <a:extLst>
                <a:ext uri="{FF2B5EF4-FFF2-40B4-BE49-F238E27FC236}">
                  <a16:creationId xmlns:a16="http://schemas.microsoft.com/office/drawing/2014/main" id="{7192DE6C-9C75-45F0-B6C0-E243DE164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3028"/>
              <a:ext cx="73" cy="214"/>
            </a:xfrm>
            <a:custGeom>
              <a:avLst/>
              <a:gdLst>
                <a:gd name="T0" fmla="*/ 25 w 71"/>
                <a:gd name="T1" fmla="*/ 8 h 208"/>
                <a:gd name="T2" fmla="*/ 8 w 71"/>
                <a:gd name="T3" fmla="*/ 1 h 208"/>
                <a:gd name="T4" fmla="*/ 8 w 71"/>
                <a:gd name="T5" fmla="*/ 1 h 208"/>
                <a:gd name="T6" fmla="*/ 1 w 71"/>
                <a:gd name="T7" fmla="*/ 12 h 208"/>
                <a:gd name="T8" fmla="*/ 49 w 71"/>
                <a:gd name="T9" fmla="*/ 238 h 208"/>
                <a:gd name="T10" fmla="*/ 71 w 71"/>
                <a:gd name="T11" fmla="*/ 244 h 208"/>
                <a:gd name="T12" fmla="*/ 71 w 71"/>
                <a:gd name="T13" fmla="*/ 244 h 208"/>
                <a:gd name="T14" fmla="*/ 82 w 71"/>
                <a:gd name="T15" fmla="*/ 230 h 208"/>
                <a:gd name="T16" fmla="*/ 25 w 71"/>
                <a:gd name="T17" fmla="*/ 8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208">
                  <a:moveTo>
                    <a:pt x="19" y="8"/>
                  </a:moveTo>
                  <a:cubicBezTo>
                    <a:pt x="17" y="3"/>
                    <a:pt x="13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3"/>
                    <a:pt x="0" y="7"/>
                    <a:pt x="1" y="12"/>
                  </a:cubicBezTo>
                  <a:cubicBezTo>
                    <a:pt x="43" y="201"/>
                    <a:pt x="43" y="201"/>
                    <a:pt x="43" y="201"/>
                  </a:cubicBezTo>
                  <a:cubicBezTo>
                    <a:pt x="44" y="205"/>
                    <a:pt x="51" y="208"/>
                    <a:pt x="59" y="206"/>
                  </a:cubicBezTo>
                  <a:cubicBezTo>
                    <a:pt x="59" y="206"/>
                    <a:pt x="59" y="206"/>
                    <a:pt x="59" y="206"/>
                  </a:cubicBezTo>
                  <a:cubicBezTo>
                    <a:pt x="66" y="204"/>
                    <a:pt x="71" y="199"/>
                    <a:pt x="70" y="194"/>
                  </a:cubicBezTo>
                  <a:lnTo>
                    <a:pt x="19" y="8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2" name="herpes-simplex-virus-capsid-facet">
            <a:extLst>
              <a:ext uri="{FF2B5EF4-FFF2-40B4-BE49-F238E27FC236}">
                <a16:creationId xmlns:a16="http://schemas.microsoft.com/office/drawing/2014/main" id="{E51D4A53-0C06-4E52-A261-AF19BB476521}"/>
              </a:ext>
            </a:extLst>
          </p:cNvPr>
          <p:cNvGrpSpPr>
            <a:grpSpLocks/>
          </p:cNvGrpSpPr>
          <p:nvPr/>
        </p:nvGrpSpPr>
        <p:grpSpPr bwMode="auto">
          <a:xfrm>
            <a:off x="6897688" y="4791075"/>
            <a:ext cx="854075" cy="912813"/>
            <a:chOff x="3385" y="3018"/>
            <a:chExt cx="538" cy="575"/>
          </a:xfrm>
        </p:grpSpPr>
        <p:sp>
          <p:nvSpPr>
            <p:cNvPr id="34823" name="Freeform 1474">
              <a:extLst>
                <a:ext uri="{FF2B5EF4-FFF2-40B4-BE49-F238E27FC236}">
                  <a16:creationId xmlns:a16="http://schemas.microsoft.com/office/drawing/2014/main" id="{508CCB7C-EEA7-4B4E-8B73-9B99A5B13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3018"/>
              <a:ext cx="537" cy="574"/>
            </a:xfrm>
            <a:custGeom>
              <a:avLst/>
              <a:gdLst>
                <a:gd name="T0" fmla="*/ 267 w 537"/>
                <a:gd name="T1" fmla="*/ 0 h 574"/>
                <a:gd name="T2" fmla="*/ 537 w 537"/>
                <a:gd name="T3" fmla="*/ 574 h 574"/>
                <a:gd name="T4" fmla="*/ 0 w 537"/>
                <a:gd name="T5" fmla="*/ 574 h 574"/>
                <a:gd name="T6" fmla="*/ 267 w 537"/>
                <a:gd name="T7" fmla="*/ 0 h 5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7" h="574">
                  <a:moveTo>
                    <a:pt x="267" y="0"/>
                  </a:moveTo>
                  <a:lnTo>
                    <a:pt x="537" y="574"/>
                  </a:lnTo>
                  <a:lnTo>
                    <a:pt x="0" y="574"/>
                  </a:lnTo>
                  <a:lnTo>
                    <a:pt x="267" y="0"/>
                  </a:lnTo>
                  <a:close/>
                </a:path>
              </a:pathLst>
            </a:custGeom>
            <a:solidFill>
              <a:srgbClr val="9DD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1475">
              <a:extLst>
                <a:ext uri="{FF2B5EF4-FFF2-40B4-BE49-F238E27FC236}">
                  <a16:creationId xmlns:a16="http://schemas.microsoft.com/office/drawing/2014/main" id="{973277AD-CDD0-4366-8292-B4AA0034D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3019"/>
              <a:ext cx="537" cy="574"/>
            </a:xfrm>
            <a:custGeom>
              <a:avLst/>
              <a:gdLst>
                <a:gd name="T0" fmla="*/ 268 w 537"/>
                <a:gd name="T1" fmla="*/ 0 h 574"/>
                <a:gd name="T2" fmla="*/ 537 w 537"/>
                <a:gd name="T3" fmla="*/ 574 h 574"/>
                <a:gd name="T4" fmla="*/ 0 w 537"/>
                <a:gd name="T5" fmla="*/ 574 h 574"/>
                <a:gd name="T6" fmla="*/ 268 w 537"/>
                <a:gd name="T7" fmla="*/ 0 h 5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7" h="574">
                  <a:moveTo>
                    <a:pt x="268" y="0"/>
                  </a:moveTo>
                  <a:lnTo>
                    <a:pt x="537" y="574"/>
                  </a:lnTo>
                  <a:lnTo>
                    <a:pt x="0" y="574"/>
                  </a:lnTo>
                  <a:lnTo>
                    <a:pt x="268" y="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1476">
              <a:extLst>
                <a:ext uri="{FF2B5EF4-FFF2-40B4-BE49-F238E27FC236}">
                  <a16:creationId xmlns:a16="http://schemas.microsoft.com/office/drawing/2014/main" id="{68EF97E0-C929-4C80-AED4-5C49826E7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433"/>
              <a:ext cx="132" cy="141"/>
            </a:xfrm>
            <a:custGeom>
              <a:avLst/>
              <a:gdLst>
                <a:gd name="T0" fmla="*/ 0 w 131"/>
                <a:gd name="T1" fmla="*/ 101 h 131"/>
                <a:gd name="T2" fmla="*/ 65 w 131"/>
                <a:gd name="T3" fmla="*/ 0 h 131"/>
                <a:gd name="T4" fmla="*/ 137 w 131"/>
                <a:gd name="T5" fmla="*/ 101 h 131"/>
                <a:gd name="T6" fmla="*/ 72 w 131"/>
                <a:gd name="T7" fmla="*/ 202 h 131"/>
                <a:gd name="T8" fmla="*/ 0 w 131"/>
                <a:gd name="T9" fmla="*/ 10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1">
                  <a:moveTo>
                    <a:pt x="0" y="65"/>
                  </a:moveTo>
                  <a:cubicBezTo>
                    <a:pt x="0" y="29"/>
                    <a:pt x="29" y="0"/>
                    <a:pt x="65" y="0"/>
                  </a:cubicBezTo>
                  <a:cubicBezTo>
                    <a:pt x="101" y="0"/>
                    <a:pt x="131" y="29"/>
                    <a:pt x="131" y="65"/>
                  </a:cubicBezTo>
                  <a:cubicBezTo>
                    <a:pt x="131" y="101"/>
                    <a:pt x="102" y="130"/>
                    <a:pt x="66" y="130"/>
                  </a:cubicBezTo>
                  <a:cubicBezTo>
                    <a:pt x="30" y="131"/>
                    <a:pt x="0" y="101"/>
                    <a:pt x="0" y="65"/>
                  </a:cubicBezTo>
                  <a:close/>
                </a:path>
              </a:pathLst>
            </a:custGeom>
            <a:solidFill>
              <a:srgbClr val="8DC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1477">
              <a:extLst>
                <a:ext uri="{FF2B5EF4-FFF2-40B4-BE49-F238E27FC236}">
                  <a16:creationId xmlns:a16="http://schemas.microsoft.com/office/drawing/2014/main" id="{DA8CD323-18FF-4EEB-BB78-A3DF0D149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3456"/>
              <a:ext cx="87" cy="93"/>
            </a:xfrm>
            <a:custGeom>
              <a:avLst/>
              <a:gdLst>
                <a:gd name="T0" fmla="*/ 1 w 86"/>
                <a:gd name="T1" fmla="*/ 69 h 86"/>
                <a:gd name="T2" fmla="*/ 49 w 86"/>
                <a:gd name="T3" fmla="*/ 0 h 86"/>
                <a:gd name="T4" fmla="*/ 92 w 86"/>
                <a:gd name="T5" fmla="*/ 69 h 86"/>
                <a:gd name="T6" fmla="*/ 50 w 86"/>
                <a:gd name="T7" fmla="*/ 138 h 86"/>
                <a:gd name="T8" fmla="*/ 1 w 86"/>
                <a:gd name="T9" fmla="*/ 6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6">
                  <a:moveTo>
                    <a:pt x="1" y="43"/>
                  </a:moveTo>
                  <a:cubicBezTo>
                    <a:pt x="0" y="20"/>
                    <a:pt x="20" y="0"/>
                    <a:pt x="43" y="0"/>
                  </a:cubicBezTo>
                  <a:cubicBezTo>
                    <a:pt x="67" y="0"/>
                    <a:pt x="86" y="19"/>
                    <a:pt x="86" y="43"/>
                  </a:cubicBezTo>
                  <a:cubicBezTo>
                    <a:pt x="86" y="67"/>
                    <a:pt x="67" y="86"/>
                    <a:pt x="44" y="86"/>
                  </a:cubicBezTo>
                  <a:cubicBezTo>
                    <a:pt x="20" y="86"/>
                    <a:pt x="1" y="67"/>
                    <a:pt x="1" y="43"/>
                  </a:cubicBezTo>
                  <a:close/>
                </a:path>
              </a:pathLst>
            </a:custGeom>
            <a:solidFill>
              <a:srgbClr val="2C9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1478">
              <a:extLst>
                <a:ext uri="{FF2B5EF4-FFF2-40B4-BE49-F238E27FC236}">
                  <a16:creationId xmlns:a16="http://schemas.microsoft.com/office/drawing/2014/main" id="{4BA118F4-79CE-40B3-BFE7-89B4F9D42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437"/>
              <a:ext cx="47" cy="128"/>
            </a:xfrm>
            <a:custGeom>
              <a:avLst/>
              <a:gdLst>
                <a:gd name="T0" fmla="*/ 10 w 47"/>
                <a:gd name="T1" fmla="*/ 193 h 118"/>
                <a:gd name="T2" fmla="*/ 47 w 47"/>
                <a:gd name="T3" fmla="*/ 99 h 118"/>
                <a:gd name="T4" fmla="*/ 0 w 47"/>
                <a:gd name="T5" fmla="*/ 0 h 118"/>
                <a:gd name="T6" fmla="*/ 41 w 47"/>
                <a:gd name="T7" fmla="*/ 95 h 118"/>
                <a:gd name="T8" fmla="*/ 10 w 47"/>
                <a:gd name="T9" fmla="*/ 19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18">
                  <a:moveTo>
                    <a:pt x="10" y="118"/>
                  </a:moveTo>
                  <a:cubicBezTo>
                    <a:pt x="10" y="118"/>
                    <a:pt x="47" y="98"/>
                    <a:pt x="47" y="60"/>
                  </a:cubicBezTo>
                  <a:cubicBezTo>
                    <a:pt x="47" y="22"/>
                    <a:pt x="0" y="0"/>
                    <a:pt x="0" y="0"/>
                  </a:cubicBezTo>
                  <a:cubicBezTo>
                    <a:pt x="0" y="0"/>
                    <a:pt x="41" y="26"/>
                    <a:pt x="41" y="59"/>
                  </a:cubicBezTo>
                  <a:cubicBezTo>
                    <a:pt x="41" y="92"/>
                    <a:pt x="10" y="118"/>
                    <a:pt x="10" y="118"/>
                  </a:cubicBezTo>
                  <a:close/>
                </a:path>
              </a:pathLst>
            </a:custGeom>
            <a:solidFill>
              <a:srgbClr val="C5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1479">
              <a:extLst>
                <a:ext uri="{FF2B5EF4-FFF2-40B4-BE49-F238E27FC236}">
                  <a16:creationId xmlns:a16="http://schemas.microsoft.com/office/drawing/2014/main" id="{0324E8B8-AD5D-40C8-A7BB-5630F2EEA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465"/>
              <a:ext cx="32" cy="70"/>
            </a:xfrm>
            <a:custGeom>
              <a:avLst/>
              <a:gdLst>
                <a:gd name="T0" fmla="*/ 4 w 32"/>
                <a:gd name="T1" fmla="*/ 101 h 65"/>
                <a:gd name="T2" fmla="*/ 0 w 32"/>
                <a:gd name="T3" fmla="*/ 0 h 65"/>
                <a:gd name="T4" fmla="*/ 4 w 32"/>
                <a:gd name="T5" fmla="*/ 101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5">
                  <a:moveTo>
                    <a:pt x="4" y="65"/>
                  </a:moveTo>
                  <a:cubicBezTo>
                    <a:pt x="4" y="65"/>
                    <a:pt x="32" y="32"/>
                    <a:pt x="0" y="0"/>
                  </a:cubicBezTo>
                  <a:cubicBezTo>
                    <a:pt x="0" y="0"/>
                    <a:pt x="25" y="26"/>
                    <a:pt x="4" y="65"/>
                  </a:cubicBezTo>
                  <a:close/>
                </a:path>
              </a:pathLst>
            </a:custGeom>
            <a:solidFill>
              <a:srgbClr val="FB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1480">
              <a:extLst>
                <a:ext uri="{FF2B5EF4-FFF2-40B4-BE49-F238E27FC236}">
                  <a16:creationId xmlns:a16="http://schemas.microsoft.com/office/drawing/2014/main" id="{CFEB3D7C-158B-415A-8CA9-A4EE99135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463"/>
              <a:ext cx="66" cy="85"/>
            </a:xfrm>
            <a:custGeom>
              <a:avLst/>
              <a:gdLst>
                <a:gd name="T0" fmla="*/ 5 w 65"/>
                <a:gd name="T1" fmla="*/ 52 h 79"/>
                <a:gd name="T2" fmla="*/ 46 w 65"/>
                <a:gd name="T3" fmla="*/ 4 h 79"/>
                <a:gd name="T4" fmla="*/ 67 w 65"/>
                <a:gd name="T5" fmla="*/ 75 h 79"/>
                <a:gd name="T6" fmla="*/ 20 w 65"/>
                <a:gd name="T7" fmla="*/ 117 h 79"/>
                <a:gd name="T8" fmla="*/ 5 w 65"/>
                <a:gd name="T9" fmla="*/ 52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9">
                  <a:moveTo>
                    <a:pt x="5" y="33"/>
                  </a:moveTo>
                  <a:cubicBezTo>
                    <a:pt x="9" y="17"/>
                    <a:pt x="25" y="0"/>
                    <a:pt x="40" y="4"/>
                  </a:cubicBezTo>
                  <a:cubicBezTo>
                    <a:pt x="56" y="8"/>
                    <a:pt x="65" y="32"/>
                    <a:pt x="61" y="48"/>
                  </a:cubicBezTo>
                  <a:cubicBezTo>
                    <a:pt x="56" y="64"/>
                    <a:pt x="36" y="79"/>
                    <a:pt x="20" y="75"/>
                  </a:cubicBezTo>
                  <a:cubicBezTo>
                    <a:pt x="5" y="71"/>
                    <a:pt x="0" y="49"/>
                    <a:pt x="5" y="33"/>
                  </a:cubicBezTo>
                  <a:close/>
                </a:path>
              </a:pathLst>
            </a:custGeom>
            <a:solidFill>
              <a:srgbClr val="186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1481">
              <a:extLst>
                <a:ext uri="{FF2B5EF4-FFF2-40B4-BE49-F238E27FC236}">
                  <a16:creationId xmlns:a16="http://schemas.microsoft.com/office/drawing/2014/main" id="{DF84B5E5-836E-4045-9C05-6EABB626A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469"/>
              <a:ext cx="45" cy="75"/>
            </a:xfrm>
            <a:custGeom>
              <a:avLst/>
              <a:gdLst>
                <a:gd name="T0" fmla="*/ 50 w 44"/>
                <a:gd name="T1" fmla="*/ 114 h 69"/>
                <a:gd name="T2" fmla="*/ 45 w 44"/>
                <a:gd name="T3" fmla="*/ 0 h 69"/>
                <a:gd name="T4" fmla="*/ 50 w 44"/>
                <a:gd name="T5" fmla="*/ 11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9">
                  <a:moveTo>
                    <a:pt x="44" y="69"/>
                  </a:moveTo>
                  <a:cubicBezTo>
                    <a:pt x="44" y="69"/>
                    <a:pt x="12" y="37"/>
                    <a:pt x="39" y="0"/>
                  </a:cubicBezTo>
                  <a:cubicBezTo>
                    <a:pt x="39" y="0"/>
                    <a:pt x="0" y="34"/>
                    <a:pt x="44" y="69"/>
                  </a:cubicBezTo>
                  <a:close/>
                </a:path>
              </a:pathLst>
            </a:custGeom>
            <a:solidFill>
              <a:srgbClr val="6DB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1482">
              <a:extLst>
                <a:ext uri="{FF2B5EF4-FFF2-40B4-BE49-F238E27FC236}">
                  <a16:creationId xmlns:a16="http://schemas.microsoft.com/office/drawing/2014/main" id="{06769546-31A0-4510-ACA6-A854464E1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503"/>
              <a:ext cx="28" cy="41"/>
            </a:xfrm>
            <a:custGeom>
              <a:avLst/>
              <a:gdLst>
                <a:gd name="T0" fmla="*/ 28 w 28"/>
                <a:gd name="T1" fmla="*/ 59 h 38"/>
                <a:gd name="T2" fmla="*/ 0 w 28"/>
                <a:gd name="T3" fmla="*/ 0 h 38"/>
                <a:gd name="T4" fmla="*/ 28 w 28"/>
                <a:gd name="T5" fmla="*/ 5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8">
                  <a:moveTo>
                    <a:pt x="28" y="38"/>
                  </a:moveTo>
                  <a:cubicBezTo>
                    <a:pt x="28" y="38"/>
                    <a:pt x="3" y="33"/>
                    <a:pt x="0" y="0"/>
                  </a:cubicBezTo>
                  <a:cubicBezTo>
                    <a:pt x="0" y="0"/>
                    <a:pt x="4" y="24"/>
                    <a:pt x="2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1483">
              <a:extLst>
                <a:ext uri="{FF2B5EF4-FFF2-40B4-BE49-F238E27FC236}">
                  <a16:creationId xmlns:a16="http://schemas.microsoft.com/office/drawing/2014/main" id="{08118631-F90F-4908-8C25-2BC9ADE21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433"/>
              <a:ext cx="132" cy="141"/>
            </a:xfrm>
            <a:custGeom>
              <a:avLst/>
              <a:gdLst>
                <a:gd name="T0" fmla="*/ 0 w 131"/>
                <a:gd name="T1" fmla="*/ 101 h 131"/>
                <a:gd name="T2" fmla="*/ 65 w 131"/>
                <a:gd name="T3" fmla="*/ 0 h 131"/>
                <a:gd name="T4" fmla="*/ 137 w 131"/>
                <a:gd name="T5" fmla="*/ 101 h 131"/>
                <a:gd name="T6" fmla="*/ 72 w 131"/>
                <a:gd name="T7" fmla="*/ 202 h 131"/>
                <a:gd name="T8" fmla="*/ 0 w 131"/>
                <a:gd name="T9" fmla="*/ 10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1">
                  <a:moveTo>
                    <a:pt x="0" y="65"/>
                  </a:moveTo>
                  <a:cubicBezTo>
                    <a:pt x="0" y="29"/>
                    <a:pt x="29" y="0"/>
                    <a:pt x="65" y="0"/>
                  </a:cubicBezTo>
                  <a:cubicBezTo>
                    <a:pt x="101" y="0"/>
                    <a:pt x="131" y="29"/>
                    <a:pt x="131" y="65"/>
                  </a:cubicBezTo>
                  <a:cubicBezTo>
                    <a:pt x="131" y="101"/>
                    <a:pt x="102" y="130"/>
                    <a:pt x="66" y="130"/>
                  </a:cubicBezTo>
                  <a:cubicBezTo>
                    <a:pt x="30" y="131"/>
                    <a:pt x="0" y="101"/>
                    <a:pt x="0" y="65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1484">
              <a:extLst>
                <a:ext uri="{FF2B5EF4-FFF2-40B4-BE49-F238E27FC236}">
                  <a16:creationId xmlns:a16="http://schemas.microsoft.com/office/drawing/2014/main" id="{0481E850-490C-48A2-8602-B0F703BD2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3456"/>
              <a:ext cx="87" cy="93"/>
            </a:xfrm>
            <a:custGeom>
              <a:avLst/>
              <a:gdLst>
                <a:gd name="T0" fmla="*/ 1 w 86"/>
                <a:gd name="T1" fmla="*/ 69 h 86"/>
                <a:gd name="T2" fmla="*/ 49 w 86"/>
                <a:gd name="T3" fmla="*/ 0 h 86"/>
                <a:gd name="T4" fmla="*/ 92 w 86"/>
                <a:gd name="T5" fmla="*/ 69 h 86"/>
                <a:gd name="T6" fmla="*/ 50 w 86"/>
                <a:gd name="T7" fmla="*/ 138 h 86"/>
                <a:gd name="T8" fmla="*/ 1 w 86"/>
                <a:gd name="T9" fmla="*/ 6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6">
                  <a:moveTo>
                    <a:pt x="1" y="43"/>
                  </a:moveTo>
                  <a:cubicBezTo>
                    <a:pt x="0" y="20"/>
                    <a:pt x="20" y="0"/>
                    <a:pt x="43" y="0"/>
                  </a:cubicBezTo>
                  <a:cubicBezTo>
                    <a:pt x="67" y="0"/>
                    <a:pt x="86" y="19"/>
                    <a:pt x="86" y="43"/>
                  </a:cubicBezTo>
                  <a:cubicBezTo>
                    <a:pt x="86" y="67"/>
                    <a:pt x="67" y="86"/>
                    <a:pt x="44" y="86"/>
                  </a:cubicBezTo>
                  <a:cubicBezTo>
                    <a:pt x="20" y="86"/>
                    <a:pt x="1" y="67"/>
                    <a:pt x="1" y="4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1485">
              <a:extLst>
                <a:ext uri="{FF2B5EF4-FFF2-40B4-BE49-F238E27FC236}">
                  <a16:creationId xmlns:a16="http://schemas.microsoft.com/office/drawing/2014/main" id="{581C2768-7C30-46EF-B699-7B6955C4A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294"/>
              <a:ext cx="132" cy="142"/>
            </a:xfrm>
            <a:custGeom>
              <a:avLst/>
              <a:gdLst>
                <a:gd name="T0" fmla="*/ 1 w 131"/>
                <a:gd name="T1" fmla="*/ 108 h 131"/>
                <a:gd name="T2" fmla="*/ 72 w 131"/>
                <a:gd name="T3" fmla="*/ 0 h 131"/>
                <a:gd name="T4" fmla="*/ 137 w 131"/>
                <a:gd name="T5" fmla="*/ 108 h 131"/>
                <a:gd name="T6" fmla="*/ 72 w 131"/>
                <a:gd name="T7" fmla="*/ 212 h 131"/>
                <a:gd name="T8" fmla="*/ 1 w 131"/>
                <a:gd name="T9" fmla="*/ 10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1">
                  <a:moveTo>
                    <a:pt x="1" y="66"/>
                  </a:moveTo>
                  <a:cubicBezTo>
                    <a:pt x="0" y="30"/>
                    <a:pt x="30" y="1"/>
                    <a:pt x="66" y="0"/>
                  </a:cubicBezTo>
                  <a:cubicBezTo>
                    <a:pt x="102" y="0"/>
                    <a:pt x="131" y="29"/>
                    <a:pt x="131" y="66"/>
                  </a:cubicBezTo>
                  <a:cubicBezTo>
                    <a:pt x="131" y="102"/>
                    <a:pt x="102" y="131"/>
                    <a:pt x="66" y="131"/>
                  </a:cubicBezTo>
                  <a:cubicBezTo>
                    <a:pt x="30" y="131"/>
                    <a:pt x="1" y="102"/>
                    <a:pt x="1" y="66"/>
                  </a:cubicBezTo>
                  <a:close/>
                </a:path>
              </a:pathLst>
            </a:custGeom>
            <a:solidFill>
              <a:srgbClr val="8DC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1486">
              <a:extLst>
                <a:ext uri="{FF2B5EF4-FFF2-40B4-BE49-F238E27FC236}">
                  <a16:creationId xmlns:a16="http://schemas.microsoft.com/office/drawing/2014/main" id="{8CF30BA7-9AF2-4AC2-86BE-641627E63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319"/>
              <a:ext cx="87" cy="93"/>
            </a:xfrm>
            <a:custGeom>
              <a:avLst/>
              <a:gdLst>
                <a:gd name="T0" fmla="*/ 0 w 86"/>
                <a:gd name="T1" fmla="*/ 69 h 86"/>
                <a:gd name="T2" fmla="*/ 49 w 86"/>
                <a:gd name="T3" fmla="*/ 0 h 86"/>
                <a:gd name="T4" fmla="*/ 92 w 86"/>
                <a:gd name="T5" fmla="*/ 69 h 86"/>
                <a:gd name="T6" fmla="*/ 49 w 86"/>
                <a:gd name="T7" fmla="*/ 138 h 86"/>
                <a:gd name="T8" fmla="*/ 0 w 86"/>
                <a:gd name="T9" fmla="*/ 6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6">
                  <a:moveTo>
                    <a:pt x="0" y="43"/>
                  </a:moveTo>
                  <a:cubicBezTo>
                    <a:pt x="0" y="19"/>
                    <a:pt x="19" y="0"/>
                    <a:pt x="43" y="0"/>
                  </a:cubicBezTo>
                  <a:cubicBezTo>
                    <a:pt x="66" y="0"/>
                    <a:pt x="86" y="19"/>
                    <a:pt x="86" y="43"/>
                  </a:cubicBezTo>
                  <a:cubicBezTo>
                    <a:pt x="86" y="66"/>
                    <a:pt x="67" y="86"/>
                    <a:pt x="43" y="86"/>
                  </a:cubicBezTo>
                  <a:cubicBezTo>
                    <a:pt x="19" y="86"/>
                    <a:pt x="0" y="67"/>
                    <a:pt x="0" y="43"/>
                  </a:cubicBezTo>
                  <a:close/>
                </a:path>
              </a:pathLst>
            </a:custGeom>
            <a:solidFill>
              <a:srgbClr val="2C9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1487">
              <a:extLst>
                <a:ext uri="{FF2B5EF4-FFF2-40B4-BE49-F238E27FC236}">
                  <a16:creationId xmlns:a16="http://schemas.microsoft.com/office/drawing/2014/main" id="{1DFB162D-DD0E-4533-85AB-E34337E3E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298"/>
              <a:ext cx="47" cy="128"/>
            </a:xfrm>
            <a:custGeom>
              <a:avLst/>
              <a:gdLst>
                <a:gd name="T0" fmla="*/ 10 w 47"/>
                <a:gd name="T1" fmla="*/ 193 h 118"/>
                <a:gd name="T2" fmla="*/ 46 w 47"/>
                <a:gd name="T3" fmla="*/ 100 h 118"/>
                <a:gd name="T4" fmla="*/ 0 w 47"/>
                <a:gd name="T5" fmla="*/ 0 h 118"/>
                <a:gd name="T6" fmla="*/ 40 w 47"/>
                <a:gd name="T7" fmla="*/ 99 h 118"/>
                <a:gd name="T8" fmla="*/ 10 w 47"/>
                <a:gd name="T9" fmla="*/ 19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18">
                  <a:moveTo>
                    <a:pt x="10" y="118"/>
                  </a:moveTo>
                  <a:cubicBezTo>
                    <a:pt x="10" y="118"/>
                    <a:pt x="47" y="99"/>
                    <a:pt x="46" y="61"/>
                  </a:cubicBezTo>
                  <a:cubicBezTo>
                    <a:pt x="46" y="22"/>
                    <a:pt x="0" y="0"/>
                    <a:pt x="0" y="0"/>
                  </a:cubicBezTo>
                  <a:cubicBezTo>
                    <a:pt x="0" y="0"/>
                    <a:pt x="40" y="27"/>
                    <a:pt x="40" y="60"/>
                  </a:cubicBezTo>
                  <a:cubicBezTo>
                    <a:pt x="41" y="92"/>
                    <a:pt x="10" y="118"/>
                    <a:pt x="10" y="118"/>
                  </a:cubicBezTo>
                  <a:close/>
                </a:path>
              </a:pathLst>
            </a:custGeom>
            <a:solidFill>
              <a:srgbClr val="C5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1488">
              <a:extLst>
                <a:ext uri="{FF2B5EF4-FFF2-40B4-BE49-F238E27FC236}">
                  <a16:creationId xmlns:a16="http://schemas.microsoft.com/office/drawing/2014/main" id="{112F7AC5-3B61-4727-BDB3-4AA84C399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3328"/>
              <a:ext cx="32" cy="69"/>
            </a:xfrm>
            <a:custGeom>
              <a:avLst/>
              <a:gdLst>
                <a:gd name="T0" fmla="*/ 5 w 32"/>
                <a:gd name="T1" fmla="*/ 100 h 64"/>
                <a:gd name="T2" fmla="*/ 0 w 32"/>
                <a:gd name="T3" fmla="*/ 0 h 64"/>
                <a:gd name="T4" fmla="*/ 5 w 32"/>
                <a:gd name="T5" fmla="*/ 10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4">
                  <a:moveTo>
                    <a:pt x="5" y="64"/>
                  </a:moveTo>
                  <a:cubicBezTo>
                    <a:pt x="5" y="64"/>
                    <a:pt x="32" y="31"/>
                    <a:pt x="0" y="0"/>
                  </a:cubicBezTo>
                  <a:cubicBezTo>
                    <a:pt x="0" y="0"/>
                    <a:pt x="26" y="26"/>
                    <a:pt x="5" y="64"/>
                  </a:cubicBezTo>
                  <a:close/>
                </a:path>
              </a:pathLst>
            </a:custGeom>
            <a:solidFill>
              <a:srgbClr val="FB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1489">
              <a:extLst>
                <a:ext uri="{FF2B5EF4-FFF2-40B4-BE49-F238E27FC236}">
                  <a16:creationId xmlns:a16="http://schemas.microsoft.com/office/drawing/2014/main" id="{A00DD81D-09F9-4FCA-8F47-2884A66C0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324"/>
              <a:ext cx="66" cy="87"/>
            </a:xfrm>
            <a:custGeom>
              <a:avLst/>
              <a:gdLst>
                <a:gd name="T0" fmla="*/ 4 w 65"/>
                <a:gd name="T1" fmla="*/ 54 h 80"/>
                <a:gd name="T2" fmla="*/ 46 w 65"/>
                <a:gd name="T3" fmla="*/ 5 h 80"/>
                <a:gd name="T4" fmla="*/ 66 w 65"/>
                <a:gd name="T5" fmla="*/ 82 h 80"/>
                <a:gd name="T6" fmla="*/ 20 w 65"/>
                <a:gd name="T7" fmla="*/ 126 h 80"/>
                <a:gd name="T8" fmla="*/ 4 w 65"/>
                <a:gd name="T9" fmla="*/ 54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80">
                  <a:moveTo>
                    <a:pt x="4" y="33"/>
                  </a:moveTo>
                  <a:cubicBezTo>
                    <a:pt x="8" y="18"/>
                    <a:pt x="25" y="0"/>
                    <a:pt x="40" y="5"/>
                  </a:cubicBezTo>
                  <a:cubicBezTo>
                    <a:pt x="56" y="9"/>
                    <a:pt x="65" y="33"/>
                    <a:pt x="60" y="49"/>
                  </a:cubicBezTo>
                  <a:cubicBezTo>
                    <a:pt x="56" y="65"/>
                    <a:pt x="35" y="80"/>
                    <a:pt x="20" y="76"/>
                  </a:cubicBezTo>
                  <a:cubicBezTo>
                    <a:pt x="4" y="72"/>
                    <a:pt x="0" y="49"/>
                    <a:pt x="4" y="33"/>
                  </a:cubicBezTo>
                  <a:close/>
                </a:path>
              </a:pathLst>
            </a:custGeom>
            <a:solidFill>
              <a:srgbClr val="186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1490">
              <a:extLst>
                <a:ext uri="{FF2B5EF4-FFF2-40B4-BE49-F238E27FC236}">
                  <a16:creationId xmlns:a16="http://schemas.microsoft.com/office/drawing/2014/main" id="{1B544461-9166-4574-9F7D-B0F0D7DE9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3332"/>
              <a:ext cx="44" cy="74"/>
            </a:xfrm>
            <a:custGeom>
              <a:avLst/>
              <a:gdLst>
                <a:gd name="T0" fmla="*/ 44 w 44"/>
                <a:gd name="T1" fmla="*/ 113 h 68"/>
                <a:gd name="T2" fmla="*/ 38 w 44"/>
                <a:gd name="T3" fmla="*/ 0 h 68"/>
                <a:gd name="T4" fmla="*/ 44 w 44"/>
                <a:gd name="T5" fmla="*/ 11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8">
                  <a:moveTo>
                    <a:pt x="44" y="68"/>
                  </a:moveTo>
                  <a:cubicBezTo>
                    <a:pt x="44" y="68"/>
                    <a:pt x="11" y="37"/>
                    <a:pt x="38" y="0"/>
                  </a:cubicBezTo>
                  <a:cubicBezTo>
                    <a:pt x="38" y="0"/>
                    <a:pt x="0" y="34"/>
                    <a:pt x="44" y="68"/>
                  </a:cubicBezTo>
                  <a:close/>
                </a:path>
              </a:pathLst>
            </a:custGeom>
            <a:solidFill>
              <a:srgbClr val="6DB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1491">
              <a:extLst>
                <a:ext uri="{FF2B5EF4-FFF2-40B4-BE49-F238E27FC236}">
                  <a16:creationId xmlns:a16="http://schemas.microsoft.com/office/drawing/2014/main" id="{F2465F03-ACF9-4BB1-B42E-5766C21CF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3366"/>
              <a:ext cx="27" cy="41"/>
            </a:xfrm>
            <a:custGeom>
              <a:avLst/>
              <a:gdLst>
                <a:gd name="T0" fmla="*/ 27 w 27"/>
                <a:gd name="T1" fmla="*/ 59 h 38"/>
                <a:gd name="T2" fmla="*/ 0 w 27"/>
                <a:gd name="T3" fmla="*/ 0 h 38"/>
                <a:gd name="T4" fmla="*/ 27 w 27"/>
                <a:gd name="T5" fmla="*/ 5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8">
                  <a:moveTo>
                    <a:pt x="27" y="38"/>
                  </a:moveTo>
                  <a:cubicBezTo>
                    <a:pt x="27" y="38"/>
                    <a:pt x="3" y="32"/>
                    <a:pt x="0" y="0"/>
                  </a:cubicBezTo>
                  <a:cubicBezTo>
                    <a:pt x="0" y="0"/>
                    <a:pt x="4" y="24"/>
                    <a:pt x="27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1492">
              <a:extLst>
                <a:ext uri="{FF2B5EF4-FFF2-40B4-BE49-F238E27FC236}">
                  <a16:creationId xmlns:a16="http://schemas.microsoft.com/office/drawing/2014/main" id="{4082F5D3-EE6D-4261-9543-819B5626D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294"/>
              <a:ext cx="132" cy="142"/>
            </a:xfrm>
            <a:custGeom>
              <a:avLst/>
              <a:gdLst>
                <a:gd name="T0" fmla="*/ 1 w 131"/>
                <a:gd name="T1" fmla="*/ 108 h 131"/>
                <a:gd name="T2" fmla="*/ 72 w 131"/>
                <a:gd name="T3" fmla="*/ 0 h 131"/>
                <a:gd name="T4" fmla="*/ 137 w 131"/>
                <a:gd name="T5" fmla="*/ 108 h 131"/>
                <a:gd name="T6" fmla="*/ 72 w 131"/>
                <a:gd name="T7" fmla="*/ 212 h 131"/>
                <a:gd name="T8" fmla="*/ 1 w 131"/>
                <a:gd name="T9" fmla="*/ 10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1">
                  <a:moveTo>
                    <a:pt x="1" y="66"/>
                  </a:moveTo>
                  <a:cubicBezTo>
                    <a:pt x="0" y="30"/>
                    <a:pt x="30" y="1"/>
                    <a:pt x="66" y="0"/>
                  </a:cubicBezTo>
                  <a:cubicBezTo>
                    <a:pt x="102" y="0"/>
                    <a:pt x="131" y="29"/>
                    <a:pt x="131" y="66"/>
                  </a:cubicBezTo>
                  <a:cubicBezTo>
                    <a:pt x="131" y="102"/>
                    <a:pt x="102" y="131"/>
                    <a:pt x="66" y="131"/>
                  </a:cubicBezTo>
                  <a:cubicBezTo>
                    <a:pt x="30" y="131"/>
                    <a:pt x="1" y="102"/>
                    <a:pt x="1" y="66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1493">
              <a:extLst>
                <a:ext uri="{FF2B5EF4-FFF2-40B4-BE49-F238E27FC236}">
                  <a16:creationId xmlns:a16="http://schemas.microsoft.com/office/drawing/2014/main" id="{D189540B-399D-4BD8-89FA-9E2CD5DEA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319"/>
              <a:ext cx="87" cy="93"/>
            </a:xfrm>
            <a:custGeom>
              <a:avLst/>
              <a:gdLst>
                <a:gd name="T0" fmla="*/ 0 w 86"/>
                <a:gd name="T1" fmla="*/ 69 h 86"/>
                <a:gd name="T2" fmla="*/ 49 w 86"/>
                <a:gd name="T3" fmla="*/ 0 h 86"/>
                <a:gd name="T4" fmla="*/ 92 w 86"/>
                <a:gd name="T5" fmla="*/ 69 h 86"/>
                <a:gd name="T6" fmla="*/ 49 w 86"/>
                <a:gd name="T7" fmla="*/ 138 h 86"/>
                <a:gd name="T8" fmla="*/ 0 w 86"/>
                <a:gd name="T9" fmla="*/ 6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6">
                  <a:moveTo>
                    <a:pt x="0" y="43"/>
                  </a:moveTo>
                  <a:cubicBezTo>
                    <a:pt x="0" y="19"/>
                    <a:pt x="19" y="0"/>
                    <a:pt x="43" y="0"/>
                  </a:cubicBezTo>
                  <a:cubicBezTo>
                    <a:pt x="66" y="0"/>
                    <a:pt x="86" y="19"/>
                    <a:pt x="86" y="43"/>
                  </a:cubicBezTo>
                  <a:cubicBezTo>
                    <a:pt x="86" y="66"/>
                    <a:pt x="67" y="86"/>
                    <a:pt x="43" y="86"/>
                  </a:cubicBezTo>
                  <a:cubicBezTo>
                    <a:pt x="19" y="86"/>
                    <a:pt x="0" y="67"/>
                    <a:pt x="0" y="4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1494">
              <a:extLst>
                <a:ext uri="{FF2B5EF4-FFF2-40B4-BE49-F238E27FC236}">
                  <a16:creationId xmlns:a16="http://schemas.microsoft.com/office/drawing/2014/main" id="{BB376413-49E3-4BBD-B5C9-A5A45A59E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294"/>
              <a:ext cx="132" cy="142"/>
            </a:xfrm>
            <a:custGeom>
              <a:avLst/>
              <a:gdLst>
                <a:gd name="T0" fmla="*/ 0 w 131"/>
                <a:gd name="T1" fmla="*/ 108 h 131"/>
                <a:gd name="T2" fmla="*/ 65 w 131"/>
                <a:gd name="T3" fmla="*/ 0 h 131"/>
                <a:gd name="T4" fmla="*/ 137 w 131"/>
                <a:gd name="T5" fmla="*/ 108 h 131"/>
                <a:gd name="T6" fmla="*/ 72 w 131"/>
                <a:gd name="T7" fmla="*/ 212 h 131"/>
                <a:gd name="T8" fmla="*/ 0 w 131"/>
                <a:gd name="T9" fmla="*/ 10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1">
                  <a:moveTo>
                    <a:pt x="0" y="66"/>
                  </a:moveTo>
                  <a:cubicBezTo>
                    <a:pt x="0" y="30"/>
                    <a:pt x="29" y="1"/>
                    <a:pt x="65" y="0"/>
                  </a:cubicBezTo>
                  <a:cubicBezTo>
                    <a:pt x="101" y="0"/>
                    <a:pt x="131" y="29"/>
                    <a:pt x="131" y="66"/>
                  </a:cubicBezTo>
                  <a:cubicBezTo>
                    <a:pt x="131" y="102"/>
                    <a:pt x="102" y="131"/>
                    <a:pt x="66" y="131"/>
                  </a:cubicBezTo>
                  <a:cubicBezTo>
                    <a:pt x="30" y="131"/>
                    <a:pt x="0" y="102"/>
                    <a:pt x="0" y="66"/>
                  </a:cubicBezTo>
                  <a:close/>
                </a:path>
              </a:pathLst>
            </a:custGeom>
            <a:solidFill>
              <a:srgbClr val="8DC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1495">
              <a:extLst>
                <a:ext uri="{FF2B5EF4-FFF2-40B4-BE49-F238E27FC236}">
                  <a16:creationId xmlns:a16="http://schemas.microsoft.com/office/drawing/2014/main" id="{4DED5702-F78B-4FC9-BDD7-DCC31AA64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319"/>
              <a:ext cx="86" cy="93"/>
            </a:xfrm>
            <a:custGeom>
              <a:avLst/>
              <a:gdLst>
                <a:gd name="T0" fmla="*/ 0 w 85"/>
                <a:gd name="T1" fmla="*/ 69 h 86"/>
                <a:gd name="T2" fmla="*/ 42 w 85"/>
                <a:gd name="T3" fmla="*/ 0 h 86"/>
                <a:gd name="T4" fmla="*/ 91 w 85"/>
                <a:gd name="T5" fmla="*/ 69 h 86"/>
                <a:gd name="T6" fmla="*/ 49 w 85"/>
                <a:gd name="T7" fmla="*/ 138 h 86"/>
                <a:gd name="T8" fmla="*/ 0 w 85"/>
                <a:gd name="T9" fmla="*/ 6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6">
                  <a:moveTo>
                    <a:pt x="0" y="43"/>
                  </a:moveTo>
                  <a:cubicBezTo>
                    <a:pt x="0" y="19"/>
                    <a:pt x="19" y="0"/>
                    <a:pt x="42" y="0"/>
                  </a:cubicBezTo>
                  <a:cubicBezTo>
                    <a:pt x="66" y="0"/>
                    <a:pt x="85" y="19"/>
                    <a:pt x="85" y="43"/>
                  </a:cubicBezTo>
                  <a:cubicBezTo>
                    <a:pt x="85" y="66"/>
                    <a:pt x="66" y="86"/>
                    <a:pt x="43" y="86"/>
                  </a:cubicBezTo>
                  <a:cubicBezTo>
                    <a:pt x="19" y="86"/>
                    <a:pt x="0" y="67"/>
                    <a:pt x="0" y="43"/>
                  </a:cubicBezTo>
                  <a:close/>
                </a:path>
              </a:pathLst>
            </a:custGeom>
            <a:solidFill>
              <a:srgbClr val="2C9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1496">
              <a:extLst>
                <a:ext uri="{FF2B5EF4-FFF2-40B4-BE49-F238E27FC236}">
                  <a16:creationId xmlns:a16="http://schemas.microsoft.com/office/drawing/2014/main" id="{4715367C-4E28-4D6D-A924-F88755AF0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298"/>
              <a:ext cx="47" cy="128"/>
            </a:xfrm>
            <a:custGeom>
              <a:avLst/>
              <a:gdLst>
                <a:gd name="T0" fmla="*/ 10 w 47"/>
                <a:gd name="T1" fmla="*/ 193 h 118"/>
                <a:gd name="T2" fmla="*/ 47 w 47"/>
                <a:gd name="T3" fmla="*/ 100 h 118"/>
                <a:gd name="T4" fmla="*/ 0 w 47"/>
                <a:gd name="T5" fmla="*/ 0 h 118"/>
                <a:gd name="T6" fmla="*/ 41 w 47"/>
                <a:gd name="T7" fmla="*/ 99 h 118"/>
                <a:gd name="T8" fmla="*/ 10 w 47"/>
                <a:gd name="T9" fmla="*/ 19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18">
                  <a:moveTo>
                    <a:pt x="10" y="118"/>
                  </a:moveTo>
                  <a:cubicBezTo>
                    <a:pt x="10" y="118"/>
                    <a:pt x="47" y="99"/>
                    <a:pt x="47" y="61"/>
                  </a:cubicBezTo>
                  <a:cubicBezTo>
                    <a:pt x="47" y="22"/>
                    <a:pt x="0" y="0"/>
                    <a:pt x="0" y="0"/>
                  </a:cubicBezTo>
                  <a:cubicBezTo>
                    <a:pt x="0" y="0"/>
                    <a:pt x="41" y="27"/>
                    <a:pt x="41" y="60"/>
                  </a:cubicBezTo>
                  <a:cubicBezTo>
                    <a:pt x="41" y="92"/>
                    <a:pt x="10" y="118"/>
                    <a:pt x="10" y="118"/>
                  </a:cubicBezTo>
                  <a:close/>
                </a:path>
              </a:pathLst>
            </a:custGeom>
            <a:solidFill>
              <a:srgbClr val="C5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1497">
              <a:extLst>
                <a:ext uri="{FF2B5EF4-FFF2-40B4-BE49-F238E27FC236}">
                  <a16:creationId xmlns:a16="http://schemas.microsoft.com/office/drawing/2014/main" id="{A539B33D-951E-49C6-9A14-F7A6257B8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3328"/>
              <a:ext cx="33" cy="69"/>
            </a:xfrm>
            <a:custGeom>
              <a:avLst/>
              <a:gdLst>
                <a:gd name="T0" fmla="*/ 4 w 32"/>
                <a:gd name="T1" fmla="*/ 100 h 64"/>
                <a:gd name="T2" fmla="*/ 0 w 32"/>
                <a:gd name="T3" fmla="*/ 0 h 64"/>
                <a:gd name="T4" fmla="*/ 4 w 32"/>
                <a:gd name="T5" fmla="*/ 10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4">
                  <a:moveTo>
                    <a:pt x="4" y="64"/>
                  </a:moveTo>
                  <a:cubicBezTo>
                    <a:pt x="4" y="64"/>
                    <a:pt x="32" y="31"/>
                    <a:pt x="0" y="0"/>
                  </a:cubicBezTo>
                  <a:cubicBezTo>
                    <a:pt x="0" y="0"/>
                    <a:pt x="25" y="26"/>
                    <a:pt x="4" y="64"/>
                  </a:cubicBezTo>
                  <a:close/>
                </a:path>
              </a:pathLst>
            </a:custGeom>
            <a:solidFill>
              <a:srgbClr val="FB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1498">
              <a:extLst>
                <a:ext uri="{FF2B5EF4-FFF2-40B4-BE49-F238E27FC236}">
                  <a16:creationId xmlns:a16="http://schemas.microsoft.com/office/drawing/2014/main" id="{5B742DFD-0466-41D5-B297-D46E17153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324"/>
              <a:ext cx="66" cy="87"/>
            </a:xfrm>
            <a:custGeom>
              <a:avLst/>
              <a:gdLst>
                <a:gd name="T0" fmla="*/ 5 w 65"/>
                <a:gd name="T1" fmla="*/ 54 h 80"/>
                <a:gd name="T2" fmla="*/ 47 w 65"/>
                <a:gd name="T3" fmla="*/ 5 h 80"/>
                <a:gd name="T4" fmla="*/ 67 w 65"/>
                <a:gd name="T5" fmla="*/ 82 h 80"/>
                <a:gd name="T6" fmla="*/ 20 w 65"/>
                <a:gd name="T7" fmla="*/ 126 h 80"/>
                <a:gd name="T8" fmla="*/ 5 w 65"/>
                <a:gd name="T9" fmla="*/ 54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80">
                  <a:moveTo>
                    <a:pt x="5" y="33"/>
                  </a:moveTo>
                  <a:cubicBezTo>
                    <a:pt x="9" y="18"/>
                    <a:pt x="25" y="0"/>
                    <a:pt x="41" y="5"/>
                  </a:cubicBezTo>
                  <a:cubicBezTo>
                    <a:pt x="56" y="9"/>
                    <a:pt x="65" y="33"/>
                    <a:pt x="61" y="49"/>
                  </a:cubicBezTo>
                  <a:cubicBezTo>
                    <a:pt x="56" y="65"/>
                    <a:pt x="36" y="80"/>
                    <a:pt x="20" y="76"/>
                  </a:cubicBezTo>
                  <a:cubicBezTo>
                    <a:pt x="5" y="72"/>
                    <a:pt x="0" y="49"/>
                    <a:pt x="5" y="33"/>
                  </a:cubicBezTo>
                  <a:close/>
                </a:path>
              </a:pathLst>
            </a:custGeom>
            <a:solidFill>
              <a:srgbClr val="186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1499">
              <a:extLst>
                <a:ext uri="{FF2B5EF4-FFF2-40B4-BE49-F238E27FC236}">
                  <a16:creationId xmlns:a16="http://schemas.microsoft.com/office/drawing/2014/main" id="{55FA6316-B9AF-4CEE-A8E8-1328C60AF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3332"/>
              <a:ext cx="44" cy="74"/>
            </a:xfrm>
            <a:custGeom>
              <a:avLst/>
              <a:gdLst>
                <a:gd name="T0" fmla="*/ 44 w 44"/>
                <a:gd name="T1" fmla="*/ 113 h 68"/>
                <a:gd name="T2" fmla="*/ 39 w 44"/>
                <a:gd name="T3" fmla="*/ 0 h 68"/>
                <a:gd name="T4" fmla="*/ 44 w 44"/>
                <a:gd name="T5" fmla="*/ 11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8">
                  <a:moveTo>
                    <a:pt x="44" y="68"/>
                  </a:moveTo>
                  <a:cubicBezTo>
                    <a:pt x="44" y="68"/>
                    <a:pt x="12" y="37"/>
                    <a:pt x="39" y="0"/>
                  </a:cubicBezTo>
                  <a:cubicBezTo>
                    <a:pt x="39" y="0"/>
                    <a:pt x="0" y="34"/>
                    <a:pt x="44" y="68"/>
                  </a:cubicBezTo>
                  <a:close/>
                </a:path>
              </a:pathLst>
            </a:custGeom>
            <a:solidFill>
              <a:srgbClr val="6DB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1500">
              <a:extLst>
                <a:ext uri="{FF2B5EF4-FFF2-40B4-BE49-F238E27FC236}">
                  <a16:creationId xmlns:a16="http://schemas.microsoft.com/office/drawing/2014/main" id="{889302B0-5C0E-4990-A63F-1442120D6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366"/>
              <a:ext cx="28" cy="41"/>
            </a:xfrm>
            <a:custGeom>
              <a:avLst/>
              <a:gdLst>
                <a:gd name="T0" fmla="*/ 28 w 28"/>
                <a:gd name="T1" fmla="*/ 59 h 38"/>
                <a:gd name="T2" fmla="*/ 0 w 28"/>
                <a:gd name="T3" fmla="*/ 0 h 38"/>
                <a:gd name="T4" fmla="*/ 28 w 28"/>
                <a:gd name="T5" fmla="*/ 5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8">
                  <a:moveTo>
                    <a:pt x="28" y="38"/>
                  </a:moveTo>
                  <a:cubicBezTo>
                    <a:pt x="28" y="38"/>
                    <a:pt x="3" y="32"/>
                    <a:pt x="0" y="0"/>
                  </a:cubicBezTo>
                  <a:cubicBezTo>
                    <a:pt x="0" y="0"/>
                    <a:pt x="4" y="24"/>
                    <a:pt x="2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1501">
              <a:extLst>
                <a:ext uri="{FF2B5EF4-FFF2-40B4-BE49-F238E27FC236}">
                  <a16:creationId xmlns:a16="http://schemas.microsoft.com/office/drawing/2014/main" id="{4D95CA77-13F3-4039-93D9-E687E97FF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294"/>
              <a:ext cx="132" cy="142"/>
            </a:xfrm>
            <a:custGeom>
              <a:avLst/>
              <a:gdLst>
                <a:gd name="T0" fmla="*/ 0 w 131"/>
                <a:gd name="T1" fmla="*/ 108 h 131"/>
                <a:gd name="T2" fmla="*/ 65 w 131"/>
                <a:gd name="T3" fmla="*/ 0 h 131"/>
                <a:gd name="T4" fmla="*/ 137 w 131"/>
                <a:gd name="T5" fmla="*/ 108 h 131"/>
                <a:gd name="T6" fmla="*/ 72 w 131"/>
                <a:gd name="T7" fmla="*/ 212 h 131"/>
                <a:gd name="T8" fmla="*/ 0 w 131"/>
                <a:gd name="T9" fmla="*/ 10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1">
                  <a:moveTo>
                    <a:pt x="0" y="66"/>
                  </a:moveTo>
                  <a:cubicBezTo>
                    <a:pt x="0" y="30"/>
                    <a:pt x="29" y="1"/>
                    <a:pt x="65" y="0"/>
                  </a:cubicBezTo>
                  <a:cubicBezTo>
                    <a:pt x="101" y="0"/>
                    <a:pt x="131" y="29"/>
                    <a:pt x="131" y="66"/>
                  </a:cubicBezTo>
                  <a:cubicBezTo>
                    <a:pt x="131" y="102"/>
                    <a:pt x="102" y="131"/>
                    <a:pt x="66" y="131"/>
                  </a:cubicBezTo>
                  <a:cubicBezTo>
                    <a:pt x="30" y="131"/>
                    <a:pt x="0" y="102"/>
                    <a:pt x="0" y="66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1502">
              <a:extLst>
                <a:ext uri="{FF2B5EF4-FFF2-40B4-BE49-F238E27FC236}">
                  <a16:creationId xmlns:a16="http://schemas.microsoft.com/office/drawing/2014/main" id="{25BAD1A4-7B41-4C41-B962-9DE4FAF7C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319"/>
              <a:ext cx="86" cy="93"/>
            </a:xfrm>
            <a:custGeom>
              <a:avLst/>
              <a:gdLst>
                <a:gd name="T0" fmla="*/ 0 w 85"/>
                <a:gd name="T1" fmla="*/ 69 h 86"/>
                <a:gd name="T2" fmla="*/ 42 w 85"/>
                <a:gd name="T3" fmla="*/ 0 h 86"/>
                <a:gd name="T4" fmla="*/ 91 w 85"/>
                <a:gd name="T5" fmla="*/ 69 h 86"/>
                <a:gd name="T6" fmla="*/ 49 w 85"/>
                <a:gd name="T7" fmla="*/ 138 h 86"/>
                <a:gd name="T8" fmla="*/ 0 w 85"/>
                <a:gd name="T9" fmla="*/ 6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6">
                  <a:moveTo>
                    <a:pt x="0" y="43"/>
                  </a:moveTo>
                  <a:cubicBezTo>
                    <a:pt x="0" y="19"/>
                    <a:pt x="19" y="0"/>
                    <a:pt x="42" y="0"/>
                  </a:cubicBezTo>
                  <a:cubicBezTo>
                    <a:pt x="66" y="0"/>
                    <a:pt x="85" y="19"/>
                    <a:pt x="85" y="43"/>
                  </a:cubicBezTo>
                  <a:cubicBezTo>
                    <a:pt x="85" y="66"/>
                    <a:pt x="66" y="86"/>
                    <a:pt x="43" y="86"/>
                  </a:cubicBezTo>
                  <a:cubicBezTo>
                    <a:pt x="19" y="86"/>
                    <a:pt x="0" y="67"/>
                    <a:pt x="0" y="4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1503">
              <a:extLst>
                <a:ext uri="{FF2B5EF4-FFF2-40B4-BE49-F238E27FC236}">
                  <a16:creationId xmlns:a16="http://schemas.microsoft.com/office/drawing/2014/main" id="{F54E188A-D8BE-47F6-8342-220831B17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143"/>
              <a:ext cx="132" cy="141"/>
            </a:xfrm>
            <a:custGeom>
              <a:avLst/>
              <a:gdLst>
                <a:gd name="T0" fmla="*/ 0 w 131"/>
                <a:gd name="T1" fmla="*/ 101 h 131"/>
                <a:gd name="T2" fmla="*/ 65 w 131"/>
                <a:gd name="T3" fmla="*/ 0 h 131"/>
                <a:gd name="T4" fmla="*/ 136 w 131"/>
                <a:gd name="T5" fmla="*/ 101 h 131"/>
                <a:gd name="T6" fmla="*/ 65 w 131"/>
                <a:gd name="T7" fmla="*/ 202 h 131"/>
                <a:gd name="T8" fmla="*/ 0 w 131"/>
                <a:gd name="T9" fmla="*/ 10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1">
                  <a:moveTo>
                    <a:pt x="0" y="65"/>
                  </a:moveTo>
                  <a:cubicBezTo>
                    <a:pt x="0" y="29"/>
                    <a:pt x="29" y="0"/>
                    <a:pt x="65" y="0"/>
                  </a:cubicBezTo>
                  <a:cubicBezTo>
                    <a:pt x="101" y="0"/>
                    <a:pt x="130" y="29"/>
                    <a:pt x="130" y="65"/>
                  </a:cubicBezTo>
                  <a:cubicBezTo>
                    <a:pt x="131" y="101"/>
                    <a:pt x="101" y="130"/>
                    <a:pt x="65" y="130"/>
                  </a:cubicBezTo>
                  <a:cubicBezTo>
                    <a:pt x="29" y="131"/>
                    <a:pt x="0" y="101"/>
                    <a:pt x="0" y="65"/>
                  </a:cubicBezTo>
                  <a:close/>
                </a:path>
              </a:pathLst>
            </a:custGeom>
            <a:solidFill>
              <a:srgbClr val="8DC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1504">
              <a:extLst>
                <a:ext uri="{FF2B5EF4-FFF2-40B4-BE49-F238E27FC236}">
                  <a16:creationId xmlns:a16="http://schemas.microsoft.com/office/drawing/2014/main" id="{B6D8E195-D9EC-49FC-8E25-FC62BD06A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3166"/>
              <a:ext cx="87" cy="94"/>
            </a:xfrm>
            <a:custGeom>
              <a:avLst/>
              <a:gdLst>
                <a:gd name="T0" fmla="*/ 0 w 86"/>
                <a:gd name="T1" fmla="*/ 73 h 86"/>
                <a:gd name="T2" fmla="*/ 49 w 86"/>
                <a:gd name="T3" fmla="*/ 0 h 86"/>
                <a:gd name="T4" fmla="*/ 92 w 86"/>
                <a:gd name="T5" fmla="*/ 73 h 86"/>
                <a:gd name="T6" fmla="*/ 49 w 86"/>
                <a:gd name="T7" fmla="*/ 149 h 86"/>
                <a:gd name="T8" fmla="*/ 0 w 86"/>
                <a:gd name="T9" fmla="*/ 73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6">
                  <a:moveTo>
                    <a:pt x="0" y="43"/>
                  </a:moveTo>
                  <a:cubicBezTo>
                    <a:pt x="0" y="20"/>
                    <a:pt x="19" y="0"/>
                    <a:pt x="43" y="0"/>
                  </a:cubicBezTo>
                  <a:cubicBezTo>
                    <a:pt x="67" y="0"/>
                    <a:pt x="86" y="19"/>
                    <a:pt x="86" y="43"/>
                  </a:cubicBezTo>
                  <a:cubicBezTo>
                    <a:pt x="86" y="67"/>
                    <a:pt x="67" y="86"/>
                    <a:pt x="43" y="86"/>
                  </a:cubicBezTo>
                  <a:cubicBezTo>
                    <a:pt x="20" y="86"/>
                    <a:pt x="0" y="67"/>
                    <a:pt x="0" y="43"/>
                  </a:cubicBezTo>
                  <a:close/>
                </a:path>
              </a:pathLst>
            </a:custGeom>
            <a:solidFill>
              <a:srgbClr val="2C9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1505">
              <a:extLst>
                <a:ext uri="{FF2B5EF4-FFF2-40B4-BE49-F238E27FC236}">
                  <a16:creationId xmlns:a16="http://schemas.microsoft.com/office/drawing/2014/main" id="{CE9EB515-CD80-4552-B55E-65C618644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147"/>
              <a:ext cx="47" cy="128"/>
            </a:xfrm>
            <a:custGeom>
              <a:avLst/>
              <a:gdLst>
                <a:gd name="T0" fmla="*/ 10 w 47"/>
                <a:gd name="T1" fmla="*/ 193 h 118"/>
                <a:gd name="T2" fmla="*/ 47 w 47"/>
                <a:gd name="T3" fmla="*/ 99 h 118"/>
                <a:gd name="T4" fmla="*/ 0 w 47"/>
                <a:gd name="T5" fmla="*/ 0 h 118"/>
                <a:gd name="T6" fmla="*/ 41 w 47"/>
                <a:gd name="T7" fmla="*/ 95 h 118"/>
                <a:gd name="T8" fmla="*/ 10 w 47"/>
                <a:gd name="T9" fmla="*/ 19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18">
                  <a:moveTo>
                    <a:pt x="10" y="118"/>
                  </a:moveTo>
                  <a:cubicBezTo>
                    <a:pt x="10" y="118"/>
                    <a:pt x="47" y="98"/>
                    <a:pt x="47" y="60"/>
                  </a:cubicBezTo>
                  <a:cubicBezTo>
                    <a:pt x="46" y="22"/>
                    <a:pt x="0" y="0"/>
                    <a:pt x="0" y="0"/>
                  </a:cubicBezTo>
                  <a:cubicBezTo>
                    <a:pt x="0" y="0"/>
                    <a:pt x="40" y="26"/>
                    <a:pt x="41" y="59"/>
                  </a:cubicBezTo>
                  <a:cubicBezTo>
                    <a:pt x="41" y="92"/>
                    <a:pt x="10" y="118"/>
                    <a:pt x="10" y="118"/>
                  </a:cubicBezTo>
                  <a:close/>
                </a:path>
              </a:pathLst>
            </a:custGeom>
            <a:solidFill>
              <a:srgbClr val="C5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1506">
              <a:extLst>
                <a:ext uri="{FF2B5EF4-FFF2-40B4-BE49-F238E27FC236}">
                  <a16:creationId xmlns:a16="http://schemas.microsoft.com/office/drawing/2014/main" id="{E2CA4CF3-AEBB-4A63-8FCF-119D6DCB1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175"/>
              <a:ext cx="32" cy="70"/>
            </a:xfrm>
            <a:custGeom>
              <a:avLst/>
              <a:gdLst>
                <a:gd name="T0" fmla="*/ 4 w 31"/>
                <a:gd name="T1" fmla="*/ 101 h 65"/>
                <a:gd name="T2" fmla="*/ 0 w 31"/>
                <a:gd name="T3" fmla="*/ 0 h 65"/>
                <a:gd name="T4" fmla="*/ 4 w 31"/>
                <a:gd name="T5" fmla="*/ 101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65">
                  <a:moveTo>
                    <a:pt x="4" y="65"/>
                  </a:moveTo>
                  <a:cubicBezTo>
                    <a:pt x="4" y="65"/>
                    <a:pt x="31" y="32"/>
                    <a:pt x="0" y="0"/>
                  </a:cubicBezTo>
                  <a:cubicBezTo>
                    <a:pt x="0" y="0"/>
                    <a:pt x="25" y="26"/>
                    <a:pt x="4" y="65"/>
                  </a:cubicBezTo>
                  <a:close/>
                </a:path>
              </a:pathLst>
            </a:custGeom>
            <a:solidFill>
              <a:srgbClr val="FB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1507">
              <a:extLst>
                <a:ext uri="{FF2B5EF4-FFF2-40B4-BE49-F238E27FC236}">
                  <a16:creationId xmlns:a16="http://schemas.microsoft.com/office/drawing/2014/main" id="{85C20EE9-B537-481C-8536-84F23CC92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3173"/>
              <a:ext cx="66" cy="87"/>
            </a:xfrm>
            <a:custGeom>
              <a:avLst/>
              <a:gdLst>
                <a:gd name="T0" fmla="*/ 4 w 65"/>
                <a:gd name="T1" fmla="*/ 54 h 80"/>
                <a:gd name="T2" fmla="*/ 46 w 65"/>
                <a:gd name="T3" fmla="*/ 4 h 80"/>
                <a:gd name="T4" fmla="*/ 66 w 65"/>
                <a:gd name="T5" fmla="*/ 79 h 80"/>
                <a:gd name="T6" fmla="*/ 20 w 65"/>
                <a:gd name="T7" fmla="*/ 124 h 80"/>
                <a:gd name="T8" fmla="*/ 4 w 65"/>
                <a:gd name="T9" fmla="*/ 54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80">
                  <a:moveTo>
                    <a:pt x="4" y="33"/>
                  </a:moveTo>
                  <a:cubicBezTo>
                    <a:pt x="9" y="17"/>
                    <a:pt x="25" y="0"/>
                    <a:pt x="40" y="4"/>
                  </a:cubicBezTo>
                  <a:cubicBezTo>
                    <a:pt x="56" y="8"/>
                    <a:pt x="65" y="32"/>
                    <a:pt x="60" y="48"/>
                  </a:cubicBezTo>
                  <a:cubicBezTo>
                    <a:pt x="56" y="64"/>
                    <a:pt x="35" y="80"/>
                    <a:pt x="20" y="75"/>
                  </a:cubicBezTo>
                  <a:cubicBezTo>
                    <a:pt x="4" y="71"/>
                    <a:pt x="0" y="49"/>
                    <a:pt x="4" y="33"/>
                  </a:cubicBezTo>
                  <a:close/>
                </a:path>
              </a:pathLst>
            </a:custGeom>
            <a:solidFill>
              <a:srgbClr val="186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1508">
              <a:extLst>
                <a:ext uri="{FF2B5EF4-FFF2-40B4-BE49-F238E27FC236}">
                  <a16:creationId xmlns:a16="http://schemas.microsoft.com/office/drawing/2014/main" id="{3EEB403F-8B99-4634-8D29-C998339E9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179"/>
              <a:ext cx="44" cy="75"/>
            </a:xfrm>
            <a:custGeom>
              <a:avLst/>
              <a:gdLst>
                <a:gd name="T0" fmla="*/ 44 w 44"/>
                <a:gd name="T1" fmla="*/ 114 h 69"/>
                <a:gd name="T2" fmla="*/ 38 w 44"/>
                <a:gd name="T3" fmla="*/ 0 h 69"/>
                <a:gd name="T4" fmla="*/ 44 w 44"/>
                <a:gd name="T5" fmla="*/ 11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9">
                  <a:moveTo>
                    <a:pt x="44" y="69"/>
                  </a:moveTo>
                  <a:cubicBezTo>
                    <a:pt x="44" y="69"/>
                    <a:pt x="11" y="37"/>
                    <a:pt x="38" y="0"/>
                  </a:cubicBezTo>
                  <a:cubicBezTo>
                    <a:pt x="38" y="0"/>
                    <a:pt x="0" y="34"/>
                    <a:pt x="44" y="69"/>
                  </a:cubicBezTo>
                  <a:close/>
                </a:path>
              </a:pathLst>
            </a:custGeom>
            <a:solidFill>
              <a:srgbClr val="6DB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1509">
              <a:extLst>
                <a:ext uri="{FF2B5EF4-FFF2-40B4-BE49-F238E27FC236}">
                  <a16:creationId xmlns:a16="http://schemas.microsoft.com/office/drawing/2014/main" id="{11F3F323-37A9-4535-82D6-4AD808A8E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213"/>
              <a:ext cx="27" cy="41"/>
            </a:xfrm>
            <a:custGeom>
              <a:avLst/>
              <a:gdLst>
                <a:gd name="T0" fmla="*/ 27 w 27"/>
                <a:gd name="T1" fmla="*/ 59 h 38"/>
                <a:gd name="T2" fmla="*/ 0 w 27"/>
                <a:gd name="T3" fmla="*/ 0 h 38"/>
                <a:gd name="T4" fmla="*/ 27 w 27"/>
                <a:gd name="T5" fmla="*/ 5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8">
                  <a:moveTo>
                    <a:pt x="27" y="38"/>
                  </a:moveTo>
                  <a:cubicBezTo>
                    <a:pt x="27" y="38"/>
                    <a:pt x="3" y="33"/>
                    <a:pt x="0" y="0"/>
                  </a:cubicBezTo>
                  <a:cubicBezTo>
                    <a:pt x="0" y="0"/>
                    <a:pt x="4" y="24"/>
                    <a:pt x="27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1510">
              <a:extLst>
                <a:ext uri="{FF2B5EF4-FFF2-40B4-BE49-F238E27FC236}">
                  <a16:creationId xmlns:a16="http://schemas.microsoft.com/office/drawing/2014/main" id="{6372D0EC-7AA8-4C37-BB2E-94048F360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143"/>
              <a:ext cx="132" cy="141"/>
            </a:xfrm>
            <a:custGeom>
              <a:avLst/>
              <a:gdLst>
                <a:gd name="T0" fmla="*/ 0 w 131"/>
                <a:gd name="T1" fmla="*/ 101 h 131"/>
                <a:gd name="T2" fmla="*/ 65 w 131"/>
                <a:gd name="T3" fmla="*/ 0 h 131"/>
                <a:gd name="T4" fmla="*/ 136 w 131"/>
                <a:gd name="T5" fmla="*/ 101 h 131"/>
                <a:gd name="T6" fmla="*/ 65 w 131"/>
                <a:gd name="T7" fmla="*/ 202 h 131"/>
                <a:gd name="T8" fmla="*/ 0 w 131"/>
                <a:gd name="T9" fmla="*/ 10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1">
                  <a:moveTo>
                    <a:pt x="0" y="65"/>
                  </a:moveTo>
                  <a:cubicBezTo>
                    <a:pt x="0" y="29"/>
                    <a:pt x="29" y="0"/>
                    <a:pt x="65" y="0"/>
                  </a:cubicBezTo>
                  <a:cubicBezTo>
                    <a:pt x="101" y="0"/>
                    <a:pt x="130" y="29"/>
                    <a:pt x="130" y="65"/>
                  </a:cubicBezTo>
                  <a:cubicBezTo>
                    <a:pt x="131" y="101"/>
                    <a:pt x="101" y="130"/>
                    <a:pt x="65" y="130"/>
                  </a:cubicBezTo>
                  <a:cubicBezTo>
                    <a:pt x="29" y="131"/>
                    <a:pt x="0" y="101"/>
                    <a:pt x="0" y="65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1511">
              <a:extLst>
                <a:ext uri="{FF2B5EF4-FFF2-40B4-BE49-F238E27FC236}">
                  <a16:creationId xmlns:a16="http://schemas.microsoft.com/office/drawing/2014/main" id="{11423BB9-47B0-4D78-8683-FAF2B7A19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3166"/>
              <a:ext cx="87" cy="94"/>
            </a:xfrm>
            <a:custGeom>
              <a:avLst/>
              <a:gdLst>
                <a:gd name="T0" fmla="*/ 0 w 86"/>
                <a:gd name="T1" fmla="*/ 73 h 86"/>
                <a:gd name="T2" fmla="*/ 49 w 86"/>
                <a:gd name="T3" fmla="*/ 0 h 86"/>
                <a:gd name="T4" fmla="*/ 92 w 86"/>
                <a:gd name="T5" fmla="*/ 73 h 86"/>
                <a:gd name="T6" fmla="*/ 49 w 86"/>
                <a:gd name="T7" fmla="*/ 149 h 86"/>
                <a:gd name="T8" fmla="*/ 0 w 86"/>
                <a:gd name="T9" fmla="*/ 73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6">
                  <a:moveTo>
                    <a:pt x="0" y="43"/>
                  </a:moveTo>
                  <a:cubicBezTo>
                    <a:pt x="0" y="20"/>
                    <a:pt x="19" y="0"/>
                    <a:pt x="43" y="0"/>
                  </a:cubicBezTo>
                  <a:cubicBezTo>
                    <a:pt x="67" y="0"/>
                    <a:pt x="86" y="19"/>
                    <a:pt x="86" y="43"/>
                  </a:cubicBezTo>
                  <a:cubicBezTo>
                    <a:pt x="86" y="67"/>
                    <a:pt x="67" y="86"/>
                    <a:pt x="43" y="86"/>
                  </a:cubicBezTo>
                  <a:cubicBezTo>
                    <a:pt x="20" y="86"/>
                    <a:pt x="0" y="67"/>
                    <a:pt x="0" y="4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1512">
              <a:extLst>
                <a:ext uri="{FF2B5EF4-FFF2-40B4-BE49-F238E27FC236}">
                  <a16:creationId xmlns:a16="http://schemas.microsoft.com/office/drawing/2014/main" id="{42A3C823-A0C3-4126-B2F3-EE4FF11C9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433"/>
              <a:ext cx="132" cy="141"/>
            </a:xfrm>
            <a:custGeom>
              <a:avLst/>
              <a:gdLst>
                <a:gd name="T0" fmla="*/ 0 w 131"/>
                <a:gd name="T1" fmla="*/ 101 h 131"/>
                <a:gd name="T2" fmla="*/ 65 w 131"/>
                <a:gd name="T3" fmla="*/ 0 h 131"/>
                <a:gd name="T4" fmla="*/ 137 w 131"/>
                <a:gd name="T5" fmla="*/ 101 h 131"/>
                <a:gd name="T6" fmla="*/ 65 w 131"/>
                <a:gd name="T7" fmla="*/ 202 h 131"/>
                <a:gd name="T8" fmla="*/ 0 w 131"/>
                <a:gd name="T9" fmla="*/ 10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1">
                  <a:moveTo>
                    <a:pt x="0" y="65"/>
                  </a:moveTo>
                  <a:cubicBezTo>
                    <a:pt x="0" y="29"/>
                    <a:pt x="29" y="0"/>
                    <a:pt x="65" y="0"/>
                  </a:cubicBezTo>
                  <a:cubicBezTo>
                    <a:pt x="101" y="0"/>
                    <a:pt x="130" y="29"/>
                    <a:pt x="131" y="65"/>
                  </a:cubicBezTo>
                  <a:cubicBezTo>
                    <a:pt x="131" y="101"/>
                    <a:pt x="102" y="130"/>
                    <a:pt x="65" y="130"/>
                  </a:cubicBezTo>
                  <a:cubicBezTo>
                    <a:pt x="29" y="131"/>
                    <a:pt x="0" y="101"/>
                    <a:pt x="0" y="65"/>
                  </a:cubicBezTo>
                  <a:close/>
                </a:path>
              </a:pathLst>
            </a:custGeom>
            <a:solidFill>
              <a:srgbClr val="8DC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1513">
              <a:extLst>
                <a:ext uri="{FF2B5EF4-FFF2-40B4-BE49-F238E27FC236}">
                  <a16:creationId xmlns:a16="http://schemas.microsoft.com/office/drawing/2014/main" id="{9664EE9D-2CBA-4146-89DB-2FE72856B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456"/>
              <a:ext cx="87" cy="93"/>
            </a:xfrm>
            <a:custGeom>
              <a:avLst/>
              <a:gdLst>
                <a:gd name="T0" fmla="*/ 0 w 86"/>
                <a:gd name="T1" fmla="*/ 69 h 86"/>
                <a:gd name="T2" fmla="*/ 49 w 86"/>
                <a:gd name="T3" fmla="*/ 0 h 86"/>
                <a:gd name="T4" fmla="*/ 92 w 86"/>
                <a:gd name="T5" fmla="*/ 69 h 86"/>
                <a:gd name="T6" fmla="*/ 49 w 86"/>
                <a:gd name="T7" fmla="*/ 138 h 86"/>
                <a:gd name="T8" fmla="*/ 0 w 86"/>
                <a:gd name="T9" fmla="*/ 6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6">
                  <a:moveTo>
                    <a:pt x="0" y="43"/>
                  </a:moveTo>
                  <a:cubicBezTo>
                    <a:pt x="0" y="20"/>
                    <a:pt x="19" y="0"/>
                    <a:pt x="43" y="0"/>
                  </a:cubicBezTo>
                  <a:cubicBezTo>
                    <a:pt x="67" y="0"/>
                    <a:pt x="86" y="19"/>
                    <a:pt x="86" y="43"/>
                  </a:cubicBezTo>
                  <a:cubicBezTo>
                    <a:pt x="86" y="67"/>
                    <a:pt x="67" y="86"/>
                    <a:pt x="43" y="86"/>
                  </a:cubicBezTo>
                  <a:cubicBezTo>
                    <a:pt x="20" y="86"/>
                    <a:pt x="0" y="67"/>
                    <a:pt x="0" y="43"/>
                  </a:cubicBezTo>
                  <a:close/>
                </a:path>
              </a:pathLst>
            </a:custGeom>
            <a:solidFill>
              <a:srgbClr val="2C9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1514">
              <a:extLst>
                <a:ext uri="{FF2B5EF4-FFF2-40B4-BE49-F238E27FC236}">
                  <a16:creationId xmlns:a16="http://schemas.microsoft.com/office/drawing/2014/main" id="{652FC453-09E3-410F-84B3-5FD2D0888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437"/>
              <a:ext cx="47" cy="128"/>
            </a:xfrm>
            <a:custGeom>
              <a:avLst/>
              <a:gdLst>
                <a:gd name="T0" fmla="*/ 10 w 47"/>
                <a:gd name="T1" fmla="*/ 193 h 118"/>
                <a:gd name="T2" fmla="*/ 47 w 47"/>
                <a:gd name="T3" fmla="*/ 99 h 118"/>
                <a:gd name="T4" fmla="*/ 0 w 47"/>
                <a:gd name="T5" fmla="*/ 0 h 118"/>
                <a:gd name="T6" fmla="*/ 41 w 47"/>
                <a:gd name="T7" fmla="*/ 95 h 118"/>
                <a:gd name="T8" fmla="*/ 10 w 47"/>
                <a:gd name="T9" fmla="*/ 19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18">
                  <a:moveTo>
                    <a:pt x="10" y="118"/>
                  </a:moveTo>
                  <a:cubicBezTo>
                    <a:pt x="10" y="118"/>
                    <a:pt x="47" y="98"/>
                    <a:pt x="47" y="60"/>
                  </a:cubicBezTo>
                  <a:cubicBezTo>
                    <a:pt x="47" y="22"/>
                    <a:pt x="0" y="0"/>
                    <a:pt x="0" y="0"/>
                  </a:cubicBezTo>
                  <a:cubicBezTo>
                    <a:pt x="0" y="0"/>
                    <a:pt x="41" y="26"/>
                    <a:pt x="41" y="59"/>
                  </a:cubicBezTo>
                  <a:cubicBezTo>
                    <a:pt x="41" y="92"/>
                    <a:pt x="10" y="118"/>
                    <a:pt x="10" y="118"/>
                  </a:cubicBezTo>
                  <a:close/>
                </a:path>
              </a:pathLst>
            </a:custGeom>
            <a:solidFill>
              <a:srgbClr val="C5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1515">
              <a:extLst>
                <a:ext uri="{FF2B5EF4-FFF2-40B4-BE49-F238E27FC236}">
                  <a16:creationId xmlns:a16="http://schemas.microsoft.com/office/drawing/2014/main" id="{FCCBA94C-9BBE-45A1-BA61-904201730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465"/>
              <a:ext cx="33" cy="70"/>
            </a:xfrm>
            <a:custGeom>
              <a:avLst/>
              <a:gdLst>
                <a:gd name="T0" fmla="*/ 4 w 32"/>
                <a:gd name="T1" fmla="*/ 101 h 65"/>
                <a:gd name="T2" fmla="*/ 0 w 32"/>
                <a:gd name="T3" fmla="*/ 0 h 65"/>
                <a:gd name="T4" fmla="*/ 4 w 32"/>
                <a:gd name="T5" fmla="*/ 101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5">
                  <a:moveTo>
                    <a:pt x="4" y="65"/>
                  </a:moveTo>
                  <a:cubicBezTo>
                    <a:pt x="4" y="65"/>
                    <a:pt x="32" y="32"/>
                    <a:pt x="0" y="0"/>
                  </a:cubicBezTo>
                  <a:cubicBezTo>
                    <a:pt x="0" y="0"/>
                    <a:pt x="25" y="26"/>
                    <a:pt x="4" y="65"/>
                  </a:cubicBezTo>
                  <a:close/>
                </a:path>
              </a:pathLst>
            </a:custGeom>
            <a:solidFill>
              <a:srgbClr val="FB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1516">
              <a:extLst>
                <a:ext uri="{FF2B5EF4-FFF2-40B4-BE49-F238E27FC236}">
                  <a16:creationId xmlns:a16="http://schemas.microsoft.com/office/drawing/2014/main" id="{0E54091A-6B02-420C-AF2A-EB6A4638C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3463"/>
              <a:ext cx="66" cy="85"/>
            </a:xfrm>
            <a:custGeom>
              <a:avLst/>
              <a:gdLst>
                <a:gd name="T0" fmla="*/ 4 w 65"/>
                <a:gd name="T1" fmla="*/ 52 h 79"/>
                <a:gd name="T2" fmla="*/ 46 w 65"/>
                <a:gd name="T3" fmla="*/ 4 h 79"/>
                <a:gd name="T4" fmla="*/ 67 w 65"/>
                <a:gd name="T5" fmla="*/ 75 h 79"/>
                <a:gd name="T6" fmla="*/ 20 w 65"/>
                <a:gd name="T7" fmla="*/ 117 h 79"/>
                <a:gd name="T8" fmla="*/ 4 w 65"/>
                <a:gd name="T9" fmla="*/ 52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9">
                  <a:moveTo>
                    <a:pt x="4" y="33"/>
                  </a:moveTo>
                  <a:cubicBezTo>
                    <a:pt x="9" y="17"/>
                    <a:pt x="25" y="0"/>
                    <a:pt x="40" y="4"/>
                  </a:cubicBezTo>
                  <a:cubicBezTo>
                    <a:pt x="56" y="8"/>
                    <a:pt x="65" y="32"/>
                    <a:pt x="61" y="48"/>
                  </a:cubicBezTo>
                  <a:cubicBezTo>
                    <a:pt x="56" y="64"/>
                    <a:pt x="36" y="79"/>
                    <a:pt x="20" y="75"/>
                  </a:cubicBezTo>
                  <a:cubicBezTo>
                    <a:pt x="5" y="71"/>
                    <a:pt x="0" y="49"/>
                    <a:pt x="4" y="33"/>
                  </a:cubicBezTo>
                  <a:close/>
                </a:path>
              </a:pathLst>
            </a:custGeom>
            <a:solidFill>
              <a:srgbClr val="186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1517">
              <a:extLst>
                <a:ext uri="{FF2B5EF4-FFF2-40B4-BE49-F238E27FC236}">
                  <a16:creationId xmlns:a16="http://schemas.microsoft.com/office/drawing/2014/main" id="{47C4204B-B1A3-483C-A541-51CC47995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469"/>
              <a:ext cx="44" cy="75"/>
            </a:xfrm>
            <a:custGeom>
              <a:avLst/>
              <a:gdLst>
                <a:gd name="T0" fmla="*/ 44 w 44"/>
                <a:gd name="T1" fmla="*/ 114 h 69"/>
                <a:gd name="T2" fmla="*/ 39 w 44"/>
                <a:gd name="T3" fmla="*/ 0 h 69"/>
                <a:gd name="T4" fmla="*/ 44 w 44"/>
                <a:gd name="T5" fmla="*/ 11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9">
                  <a:moveTo>
                    <a:pt x="44" y="69"/>
                  </a:moveTo>
                  <a:cubicBezTo>
                    <a:pt x="44" y="69"/>
                    <a:pt x="11" y="37"/>
                    <a:pt x="39" y="0"/>
                  </a:cubicBezTo>
                  <a:cubicBezTo>
                    <a:pt x="39" y="0"/>
                    <a:pt x="0" y="34"/>
                    <a:pt x="44" y="69"/>
                  </a:cubicBezTo>
                  <a:close/>
                </a:path>
              </a:pathLst>
            </a:custGeom>
            <a:solidFill>
              <a:srgbClr val="6DB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1518">
              <a:extLst>
                <a:ext uri="{FF2B5EF4-FFF2-40B4-BE49-F238E27FC236}">
                  <a16:creationId xmlns:a16="http://schemas.microsoft.com/office/drawing/2014/main" id="{28A4FB44-C353-468C-B8A2-2F8171DDA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503"/>
              <a:ext cx="28" cy="41"/>
            </a:xfrm>
            <a:custGeom>
              <a:avLst/>
              <a:gdLst>
                <a:gd name="T0" fmla="*/ 28 w 28"/>
                <a:gd name="T1" fmla="*/ 59 h 38"/>
                <a:gd name="T2" fmla="*/ 0 w 28"/>
                <a:gd name="T3" fmla="*/ 0 h 38"/>
                <a:gd name="T4" fmla="*/ 28 w 28"/>
                <a:gd name="T5" fmla="*/ 5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8">
                  <a:moveTo>
                    <a:pt x="28" y="38"/>
                  </a:moveTo>
                  <a:cubicBezTo>
                    <a:pt x="28" y="38"/>
                    <a:pt x="3" y="33"/>
                    <a:pt x="0" y="0"/>
                  </a:cubicBezTo>
                  <a:cubicBezTo>
                    <a:pt x="0" y="0"/>
                    <a:pt x="4" y="24"/>
                    <a:pt x="2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1519">
              <a:extLst>
                <a:ext uri="{FF2B5EF4-FFF2-40B4-BE49-F238E27FC236}">
                  <a16:creationId xmlns:a16="http://schemas.microsoft.com/office/drawing/2014/main" id="{71E11994-6F57-41CA-A9D0-E3E4C1964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433"/>
              <a:ext cx="132" cy="141"/>
            </a:xfrm>
            <a:custGeom>
              <a:avLst/>
              <a:gdLst>
                <a:gd name="T0" fmla="*/ 0 w 131"/>
                <a:gd name="T1" fmla="*/ 101 h 131"/>
                <a:gd name="T2" fmla="*/ 65 w 131"/>
                <a:gd name="T3" fmla="*/ 0 h 131"/>
                <a:gd name="T4" fmla="*/ 137 w 131"/>
                <a:gd name="T5" fmla="*/ 101 h 131"/>
                <a:gd name="T6" fmla="*/ 65 w 131"/>
                <a:gd name="T7" fmla="*/ 202 h 131"/>
                <a:gd name="T8" fmla="*/ 0 w 131"/>
                <a:gd name="T9" fmla="*/ 10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1">
                  <a:moveTo>
                    <a:pt x="0" y="65"/>
                  </a:moveTo>
                  <a:cubicBezTo>
                    <a:pt x="0" y="29"/>
                    <a:pt x="29" y="0"/>
                    <a:pt x="65" y="0"/>
                  </a:cubicBezTo>
                  <a:cubicBezTo>
                    <a:pt x="101" y="0"/>
                    <a:pt x="130" y="29"/>
                    <a:pt x="131" y="65"/>
                  </a:cubicBezTo>
                  <a:cubicBezTo>
                    <a:pt x="131" y="101"/>
                    <a:pt x="102" y="130"/>
                    <a:pt x="65" y="130"/>
                  </a:cubicBezTo>
                  <a:cubicBezTo>
                    <a:pt x="29" y="131"/>
                    <a:pt x="0" y="101"/>
                    <a:pt x="0" y="65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1520">
              <a:extLst>
                <a:ext uri="{FF2B5EF4-FFF2-40B4-BE49-F238E27FC236}">
                  <a16:creationId xmlns:a16="http://schemas.microsoft.com/office/drawing/2014/main" id="{F0C4D174-54D3-4F72-96A7-FDAEF18A9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456"/>
              <a:ext cx="87" cy="93"/>
            </a:xfrm>
            <a:custGeom>
              <a:avLst/>
              <a:gdLst>
                <a:gd name="T0" fmla="*/ 0 w 86"/>
                <a:gd name="T1" fmla="*/ 69 h 86"/>
                <a:gd name="T2" fmla="*/ 49 w 86"/>
                <a:gd name="T3" fmla="*/ 0 h 86"/>
                <a:gd name="T4" fmla="*/ 92 w 86"/>
                <a:gd name="T5" fmla="*/ 69 h 86"/>
                <a:gd name="T6" fmla="*/ 49 w 86"/>
                <a:gd name="T7" fmla="*/ 138 h 86"/>
                <a:gd name="T8" fmla="*/ 0 w 86"/>
                <a:gd name="T9" fmla="*/ 6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6">
                  <a:moveTo>
                    <a:pt x="0" y="43"/>
                  </a:moveTo>
                  <a:cubicBezTo>
                    <a:pt x="0" y="20"/>
                    <a:pt x="19" y="0"/>
                    <a:pt x="43" y="0"/>
                  </a:cubicBezTo>
                  <a:cubicBezTo>
                    <a:pt x="67" y="0"/>
                    <a:pt x="86" y="19"/>
                    <a:pt x="86" y="43"/>
                  </a:cubicBezTo>
                  <a:cubicBezTo>
                    <a:pt x="86" y="67"/>
                    <a:pt x="67" y="86"/>
                    <a:pt x="43" y="86"/>
                  </a:cubicBezTo>
                  <a:cubicBezTo>
                    <a:pt x="20" y="86"/>
                    <a:pt x="0" y="67"/>
                    <a:pt x="0" y="4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1521">
              <a:extLst>
                <a:ext uri="{FF2B5EF4-FFF2-40B4-BE49-F238E27FC236}">
                  <a16:creationId xmlns:a16="http://schemas.microsoft.com/office/drawing/2014/main" id="{2FC35749-8C5D-4B2A-AB0D-A7ADCE114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433"/>
              <a:ext cx="133" cy="141"/>
            </a:xfrm>
            <a:custGeom>
              <a:avLst/>
              <a:gdLst>
                <a:gd name="T0" fmla="*/ 0 w 131"/>
                <a:gd name="T1" fmla="*/ 101 h 131"/>
                <a:gd name="T2" fmla="*/ 72 w 131"/>
                <a:gd name="T3" fmla="*/ 0 h 131"/>
                <a:gd name="T4" fmla="*/ 143 w 131"/>
                <a:gd name="T5" fmla="*/ 101 h 131"/>
                <a:gd name="T6" fmla="*/ 72 w 131"/>
                <a:gd name="T7" fmla="*/ 202 h 131"/>
                <a:gd name="T8" fmla="*/ 0 w 131"/>
                <a:gd name="T9" fmla="*/ 10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1">
                  <a:moveTo>
                    <a:pt x="0" y="65"/>
                  </a:moveTo>
                  <a:cubicBezTo>
                    <a:pt x="0" y="29"/>
                    <a:pt x="29" y="0"/>
                    <a:pt x="66" y="0"/>
                  </a:cubicBezTo>
                  <a:cubicBezTo>
                    <a:pt x="102" y="0"/>
                    <a:pt x="131" y="29"/>
                    <a:pt x="131" y="65"/>
                  </a:cubicBezTo>
                  <a:cubicBezTo>
                    <a:pt x="131" y="101"/>
                    <a:pt x="102" y="130"/>
                    <a:pt x="66" y="130"/>
                  </a:cubicBezTo>
                  <a:cubicBezTo>
                    <a:pt x="30" y="131"/>
                    <a:pt x="1" y="101"/>
                    <a:pt x="0" y="65"/>
                  </a:cubicBezTo>
                  <a:close/>
                </a:path>
              </a:pathLst>
            </a:custGeom>
            <a:solidFill>
              <a:srgbClr val="8DC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1522">
              <a:extLst>
                <a:ext uri="{FF2B5EF4-FFF2-40B4-BE49-F238E27FC236}">
                  <a16:creationId xmlns:a16="http://schemas.microsoft.com/office/drawing/2014/main" id="{79754791-196D-4778-90AF-9F8E5F53D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456"/>
              <a:ext cx="87" cy="93"/>
            </a:xfrm>
            <a:custGeom>
              <a:avLst/>
              <a:gdLst>
                <a:gd name="T0" fmla="*/ 0 w 86"/>
                <a:gd name="T1" fmla="*/ 69 h 86"/>
                <a:gd name="T2" fmla="*/ 49 w 86"/>
                <a:gd name="T3" fmla="*/ 0 h 86"/>
                <a:gd name="T4" fmla="*/ 92 w 86"/>
                <a:gd name="T5" fmla="*/ 69 h 86"/>
                <a:gd name="T6" fmla="*/ 49 w 86"/>
                <a:gd name="T7" fmla="*/ 138 h 86"/>
                <a:gd name="T8" fmla="*/ 0 w 86"/>
                <a:gd name="T9" fmla="*/ 6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6">
                  <a:moveTo>
                    <a:pt x="0" y="43"/>
                  </a:moveTo>
                  <a:cubicBezTo>
                    <a:pt x="0" y="20"/>
                    <a:pt x="19" y="0"/>
                    <a:pt x="43" y="0"/>
                  </a:cubicBezTo>
                  <a:cubicBezTo>
                    <a:pt x="66" y="0"/>
                    <a:pt x="86" y="19"/>
                    <a:pt x="86" y="43"/>
                  </a:cubicBezTo>
                  <a:cubicBezTo>
                    <a:pt x="86" y="67"/>
                    <a:pt x="67" y="86"/>
                    <a:pt x="43" y="86"/>
                  </a:cubicBezTo>
                  <a:cubicBezTo>
                    <a:pt x="19" y="86"/>
                    <a:pt x="0" y="67"/>
                    <a:pt x="0" y="43"/>
                  </a:cubicBezTo>
                  <a:close/>
                </a:path>
              </a:pathLst>
            </a:custGeom>
            <a:solidFill>
              <a:srgbClr val="2C9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1523">
              <a:extLst>
                <a:ext uri="{FF2B5EF4-FFF2-40B4-BE49-F238E27FC236}">
                  <a16:creationId xmlns:a16="http://schemas.microsoft.com/office/drawing/2014/main" id="{27FFF2DF-0F6E-4274-A2C5-8B50507D6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437"/>
              <a:ext cx="46" cy="128"/>
            </a:xfrm>
            <a:custGeom>
              <a:avLst/>
              <a:gdLst>
                <a:gd name="T0" fmla="*/ 9 w 46"/>
                <a:gd name="T1" fmla="*/ 193 h 118"/>
                <a:gd name="T2" fmla="*/ 46 w 46"/>
                <a:gd name="T3" fmla="*/ 99 h 118"/>
                <a:gd name="T4" fmla="*/ 0 w 46"/>
                <a:gd name="T5" fmla="*/ 0 h 118"/>
                <a:gd name="T6" fmla="*/ 40 w 46"/>
                <a:gd name="T7" fmla="*/ 95 h 118"/>
                <a:gd name="T8" fmla="*/ 9 w 46"/>
                <a:gd name="T9" fmla="*/ 19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18">
                  <a:moveTo>
                    <a:pt x="9" y="118"/>
                  </a:moveTo>
                  <a:cubicBezTo>
                    <a:pt x="9" y="118"/>
                    <a:pt x="46" y="98"/>
                    <a:pt x="46" y="60"/>
                  </a:cubicBezTo>
                  <a:cubicBezTo>
                    <a:pt x="46" y="22"/>
                    <a:pt x="0" y="0"/>
                    <a:pt x="0" y="0"/>
                  </a:cubicBezTo>
                  <a:cubicBezTo>
                    <a:pt x="0" y="0"/>
                    <a:pt x="40" y="26"/>
                    <a:pt x="40" y="59"/>
                  </a:cubicBezTo>
                  <a:cubicBezTo>
                    <a:pt x="40" y="92"/>
                    <a:pt x="9" y="118"/>
                    <a:pt x="9" y="118"/>
                  </a:cubicBezTo>
                  <a:close/>
                </a:path>
              </a:pathLst>
            </a:custGeom>
            <a:solidFill>
              <a:srgbClr val="C5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1524">
              <a:extLst>
                <a:ext uri="{FF2B5EF4-FFF2-40B4-BE49-F238E27FC236}">
                  <a16:creationId xmlns:a16="http://schemas.microsoft.com/office/drawing/2014/main" id="{3C1F889F-7400-4548-AE1D-3D8CE5A24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465"/>
              <a:ext cx="33" cy="70"/>
            </a:xfrm>
            <a:custGeom>
              <a:avLst/>
              <a:gdLst>
                <a:gd name="T0" fmla="*/ 4 w 32"/>
                <a:gd name="T1" fmla="*/ 101 h 65"/>
                <a:gd name="T2" fmla="*/ 0 w 32"/>
                <a:gd name="T3" fmla="*/ 0 h 65"/>
                <a:gd name="T4" fmla="*/ 4 w 32"/>
                <a:gd name="T5" fmla="*/ 101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5">
                  <a:moveTo>
                    <a:pt x="4" y="65"/>
                  </a:moveTo>
                  <a:cubicBezTo>
                    <a:pt x="4" y="65"/>
                    <a:pt x="32" y="32"/>
                    <a:pt x="0" y="0"/>
                  </a:cubicBezTo>
                  <a:cubicBezTo>
                    <a:pt x="0" y="0"/>
                    <a:pt x="26" y="26"/>
                    <a:pt x="4" y="65"/>
                  </a:cubicBezTo>
                  <a:close/>
                </a:path>
              </a:pathLst>
            </a:custGeom>
            <a:solidFill>
              <a:srgbClr val="FB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1525">
              <a:extLst>
                <a:ext uri="{FF2B5EF4-FFF2-40B4-BE49-F238E27FC236}">
                  <a16:creationId xmlns:a16="http://schemas.microsoft.com/office/drawing/2014/main" id="{6C06BC91-67E0-410C-A567-28A2867DA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463"/>
              <a:ext cx="65" cy="85"/>
            </a:xfrm>
            <a:custGeom>
              <a:avLst/>
              <a:gdLst>
                <a:gd name="T0" fmla="*/ 4 w 64"/>
                <a:gd name="T1" fmla="*/ 52 h 79"/>
                <a:gd name="T2" fmla="*/ 46 w 64"/>
                <a:gd name="T3" fmla="*/ 4 h 79"/>
                <a:gd name="T4" fmla="*/ 66 w 64"/>
                <a:gd name="T5" fmla="*/ 75 h 79"/>
                <a:gd name="T6" fmla="*/ 20 w 64"/>
                <a:gd name="T7" fmla="*/ 117 h 79"/>
                <a:gd name="T8" fmla="*/ 4 w 64"/>
                <a:gd name="T9" fmla="*/ 52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79">
                  <a:moveTo>
                    <a:pt x="4" y="33"/>
                  </a:moveTo>
                  <a:cubicBezTo>
                    <a:pt x="8" y="17"/>
                    <a:pt x="24" y="0"/>
                    <a:pt x="40" y="4"/>
                  </a:cubicBezTo>
                  <a:cubicBezTo>
                    <a:pt x="55" y="8"/>
                    <a:pt x="64" y="32"/>
                    <a:pt x="60" y="48"/>
                  </a:cubicBezTo>
                  <a:cubicBezTo>
                    <a:pt x="56" y="64"/>
                    <a:pt x="35" y="79"/>
                    <a:pt x="20" y="75"/>
                  </a:cubicBezTo>
                  <a:cubicBezTo>
                    <a:pt x="4" y="71"/>
                    <a:pt x="0" y="49"/>
                    <a:pt x="4" y="33"/>
                  </a:cubicBezTo>
                  <a:close/>
                </a:path>
              </a:pathLst>
            </a:custGeom>
            <a:solidFill>
              <a:srgbClr val="186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1526">
              <a:extLst>
                <a:ext uri="{FF2B5EF4-FFF2-40B4-BE49-F238E27FC236}">
                  <a16:creationId xmlns:a16="http://schemas.microsoft.com/office/drawing/2014/main" id="{30DC38CF-17F8-4500-8C6C-63412B4B6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469"/>
              <a:ext cx="44" cy="75"/>
            </a:xfrm>
            <a:custGeom>
              <a:avLst/>
              <a:gdLst>
                <a:gd name="T0" fmla="*/ 44 w 44"/>
                <a:gd name="T1" fmla="*/ 114 h 69"/>
                <a:gd name="T2" fmla="*/ 38 w 44"/>
                <a:gd name="T3" fmla="*/ 0 h 69"/>
                <a:gd name="T4" fmla="*/ 44 w 44"/>
                <a:gd name="T5" fmla="*/ 11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9">
                  <a:moveTo>
                    <a:pt x="44" y="69"/>
                  </a:moveTo>
                  <a:cubicBezTo>
                    <a:pt x="44" y="69"/>
                    <a:pt x="11" y="37"/>
                    <a:pt x="38" y="0"/>
                  </a:cubicBezTo>
                  <a:cubicBezTo>
                    <a:pt x="38" y="0"/>
                    <a:pt x="0" y="34"/>
                    <a:pt x="44" y="69"/>
                  </a:cubicBezTo>
                  <a:close/>
                </a:path>
              </a:pathLst>
            </a:custGeom>
            <a:solidFill>
              <a:srgbClr val="6DB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1527">
              <a:extLst>
                <a:ext uri="{FF2B5EF4-FFF2-40B4-BE49-F238E27FC236}">
                  <a16:creationId xmlns:a16="http://schemas.microsoft.com/office/drawing/2014/main" id="{BAE23873-7A50-49E2-8ED6-491CBC705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503"/>
              <a:ext cx="28" cy="41"/>
            </a:xfrm>
            <a:custGeom>
              <a:avLst/>
              <a:gdLst>
                <a:gd name="T0" fmla="*/ 33 w 27"/>
                <a:gd name="T1" fmla="*/ 59 h 38"/>
                <a:gd name="T2" fmla="*/ 0 w 27"/>
                <a:gd name="T3" fmla="*/ 0 h 38"/>
                <a:gd name="T4" fmla="*/ 33 w 27"/>
                <a:gd name="T5" fmla="*/ 5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8">
                  <a:moveTo>
                    <a:pt x="27" y="38"/>
                  </a:moveTo>
                  <a:cubicBezTo>
                    <a:pt x="27" y="38"/>
                    <a:pt x="2" y="33"/>
                    <a:pt x="0" y="0"/>
                  </a:cubicBezTo>
                  <a:cubicBezTo>
                    <a:pt x="0" y="0"/>
                    <a:pt x="4" y="24"/>
                    <a:pt x="27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1528">
              <a:extLst>
                <a:ext uri="{FF2B5EF4-FFF2-40B4-BE49-F238E27FC236}">
                  <a16:creationId xmlns:a16="http://schemas.microsoft.com/office/drawing/2014/main" id="{FA43B01F-4FCB-4C08-B56E-73596720E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433"/>
              <a:ext cx="133" cy="141"/>
            </a:xfrm>
            <a:custGeom>
              <a:avLst/>
              <a:gdLst>
                <a:gd name="T0" fmla="*/ 0 w 131"/>
                <a:gd name="T1" fmla="*/ 101 h 131"/>
                <a:gd name="T2" fmla="*/ 72 w 131"/>
                <a:gd name="T3" fmla="*/ 0 h 131"/>
                <a:gd name="T4" fmla="*/ 143 w 131"/>
                <a:gd name="T5" fmla="*/ 101 h 131"/>
                <a:gd name="T6" fmla="*/ 72 w 131"/>
                <a:gd name="T7" fmla="*/ 202 h 131"/>
                <a:gd name="T8" fmla="*/ 0 w 131"/>
                <a:gd name="T9" fmla="*/ 10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1">
                  <a:moveTo>
                    <a:pt x="0" y="65"/>
                  </a:moveTo>
                  <a:cubicBezTo>
                    <a:pt x="0" y="29"/>
                    <a:pt x="29" y="0"/>
                    <a:pt x="66" y="0"/>
                  </a:cubicBezTo>
                  <a:cubicBezTo>
                    <a:pt x="102" y="0"/>
                    <a:pt x="131" y="29"/>
                    <a:pt x="131" y="65"/>
                  </a:cubicBezTo>
                  <a:cubicBezTo>
                    <a:pt x="131" y="101"/>
                    <a:pt x="102" y="130"/>
                    <a:pt x="66" y="130"/>
                  </a:cubicBezTo>
                  <a:cubicBezTo>
                    <a:pt x="30" y="131"/>
                    <a:pt x="1" y="101"/>
                    <a:pt x="0" y="65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1529">
              <a:extLst>
                <a:ext uri="{FF2B5EF4-FFF2-40B4-BE49-F238E27FC236}">
                  <a16:creationId xmlns:a16="http://schemas.microsoft.com/office/drawing/2014/main" id="{077711E9-6B57-491C-9C50-7024ED4DC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456"/>
              <a:ext cx="87" cy="93"/>
            </a:xfrm>
            <a:custGeom>
              <a:avLst/>
              <a:gdLst>
                <a:gd name="T0" fmla="*/ 0 w 86"/>
                <a:gd name="T1" fmla="*/ 69 h 86"/>
                <a:gd name="T2" fmla="*/ 49 w 86"/>
                <a:gd name="T3" fmla="*/ 0 h 86"/>
                <a:gd name="T4" fmla="*/ 92 w 86"/>
                <a:gd name="T5" fmla="*/ 69 h 86"/>
                <a:gd name="T6" fmla="*/ 49 w 86"/>
                <a:gd name="T7" fmla="*/ 138 h 86"/>
                <a:gd name="T8" fmla="*/ 0 w 86"/>
                <a:gd name="T9" fmla="*/ 6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6">
                  <a:moveTo>
                    <a:pt x="0" y="43"/>
                  </a:moveTo>
                  <a:cubicBezTo>
                    <a:pt x="0" y="20"/>
                    <a:pt x="19" y="0"/>
                    <a:pt x="43" y="0"/>
                  </a:cubicBezTo>
                  <a:cubicBezTo>
                    <a:pt x="66" y="0"/>
                    <a:pt x="86" y="19"/>
                    <a:pt x="86" y="43"/>
                  </a:cubicBezTo>
                  <a:cubicBezTo>
                    <a:pt x="86" y="67"/>
                    <a:pt x="67" y="86"/>
                    <a:pt x="43" y="86"/>
                  </a:cubicBezTo>
                  <a:cubicBezTo>
                    <a:pt x="19" y="86"/>
                    <a:pt x="0" y="67"/>
                    <a:pt x="0" y="4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8F32955B-AAD4-413B-8E64-BE465EA92D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92921" y="2759968"/>
            <a:ext cx="11406157" cy="1338064"/>
          </a:xfrm>
        </p:spPr>
        <p:txBody>
          <a:bodyPr/>
          <a:lstStyle/>
          <a:p>
            <a:pPr algn="ctr" eaLnBrk="1" hangingPunct="1"/>
            <a:r>
              <a:rPr lang="fr-FR" altLang="fr-FR" sz="6000" b="0" dirty="0" err="1">
                <a:latin typeface="Arial" panose="020B0604020202020204" pitchFamily="34" charset="0"/>
                <a:cs typeface="Arial" panose="020B0604020202020204" pitchFamily="34" charset="0"/>
              </a:rPr>
              <a:t>Mycology</a:t>
            </a:r>
            <a:endParaRPr lang="fr-FR" altLang="fr-FR" sz="6000" b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2154721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B262609-D5AE-4FFF-8F0D-A1AF84C31A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Dimorphic fungi</a:t>
            </a:r>
          </a:p>
        </p:txBody>
      </p:sp>
      <p:grpSp>
        <p:nvGrpSpPr>
          <p:cNvPr id="1597" name="Arthroconidia-formation-in-dimorphic-fungi">
            <a:extLst>
              <a:ext uri="{FF2B5EF4-FFF2-40B4-BE49-F238E27FC236}">
                <a16:creationId xmlns:a16="http://schemas.microsoft.com/office/drawing/2014/main" id="{55663171-D5D5-43D6-B892-830D8198A80C}"/>
              </a:ext>
            </a:extLst>
          </p:cNvPr>
          <p:cNvGrpSpPr/>
          <p:nvPr/>
        </p:nvGrpSpPr>
        <p:grpSpPr>
          <a:xfrm>
            <a:off x="6269221" y="2784802"/>
            <a:ext cx="1915581" cy="1055526"/>
            <a:chOff x="3737687" y="3248986"/>
            <a:chExt cx="1364122" cy="786694"/>
          </a:xfrm>
        </p:grpSpPr>
        <p:grpSp>
          <p:nvGrpSpPr>
            <p:cNvPr id="9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4600453" y="3476077"/>
              <a:ext cx="263393" cy="158054"/>
              <a:chOff x="4600453" y="3476077"/>
              <a:chExt cx="263393" cy="158054"/>
            </a:xfrm>
            <a:solidFill>
              <a:schemeClr val="accent1"/>
            </a:solidFill>
          </p:grpSpPr>
          <p:sp>
            <p:nvSpPr>
              <p:cNvPr id="10" name="Forme libre : forme 9">
                <a:extLst>
                  <a:ext uri="{FF2B5EF4-FFF2-40B4-BE49-F238E27FC236}">
                    <a16:creationId xmlns:a16="http://schemas.microsoft.com/office/drawing/2014/main" id="{59B6144F-3F52-4104-AE46-5830E62A4299}"/>
                  </a:ext>
                </a:extLst>
              </p:cNvPr>
              <p:cNvSpPr/>
              <p:nvPr/>
            </p:nvSpPr>
            <p:spPr>
              <a:xfrm>
                <a:off x="4600453" y="3486677"/>
                <a:ext cx="263393" cy="146371"/>
              </a:xfrm>
              <a:custGeom>
                <a:avLst/>
                <a:gdLst>
                  <a:gd name="connsiteX0" fmla="*/ 242319 w 263393"/>
                  <a:gd name="connsiteY0" fmla="*/ 0 h 146371"/>
                  <a:gd name="connsiteX1" fmla="*/ 0 w 263393"/>
                  <a:gd name="connsiteY1" fmla="*/ 101774 h 146371"/>
                  <a:gd name="connsiteX2" fmla="*/ 19985 w 263393"/>
                  <a:gd name="connsiteY2" fmla="*/ 146372 h 146371"/>
                  <a:gd name="connsiteX3" fmla="*/ 263393 w 263393"/>
                  <a:gd name="connsiteY3" fmla="*/ 44543 h 146371"/>
                  <a:gd name="connsiteX4" fmla="*/ 242319 w 263393"/>
                  <a:gd name="connsiteY4" fmla="*/ 0 h 146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393" h="146371">
                    <a:moveTo>
                      <a:pt x="242319" y="0"/>
                    </a:moveTo>
                    <a:cubicBezTo>
                      <a:pt x="147624" y="32128"/>
                      <a:pt x="71716" y="63384"/>
                      <a:pt x="0" y="101774"/>
                    </a:cubicBezTo>
                    <a:cubicBezTo>
                      <a:pt x="5663" y="117239"/>
                      <a:pt x="12361" y="132105"/>
                      <a:pt x="19985" y="146372"/>
                    </a:cubicBezTo>
                    <a:cubicBezTo>
                      <a:pt x="91373" y="107927"/>
                      <a:pt x="166846" y="77052"/>
                      <a:pt x="263393" y="44543"/>
                    </a:cubicBezTo>
                    <a:cubicBezTo>
                      <a:pt x="255987" y="29895"/>
                      <a:pt x="248908" y="15084"/>
                      <a:pt x="242319" y="0"/>
                    </a:cubicBezTo>
                    <a:close/>
                  </a:path>
                </a:pathLst>
              </a:custGeom>
              <a:solidFill>
                <a:srgbClr val="808C86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orme libre : forme 10">
                <a:extLst>
                  <a:ext uri="{FF2B5EF4-FFF2-40B4-BE49-F238E27FC236}">
                    <a16:creationId xmlns:a16="http://schemas.microsoft.com/office/drawing/2014/main" id="{70ECF62C-656C-4E4C-B115-67307E3B04A1}"/>
                  </a:ext>
                </a:extLst>
              </p:cNvPr>
              <p:cNvSpPr/>
              <p:nvPr/>
            </p:nvSpPr>
            <p:spPr>
              <a:xfrm>
                <a:off x="4614066" y="3486677"/>
                <a:ext cx="249779" cy="146371"/>
              </a:xfrm>
              <a:custGeom>
                <a:avLst/>
                <a:gdLst>
                  <a:gd name="connsiteX0" fmla="*/ 228706 w 249779"/>
                  <a:gd name="connsiteY0" fmla="*/ 0 h 146371"/>
                  <a:gd name="connsiteX1" fmla="*/ 225602 w 249779"/>
                  <a:gd name="connsiteY1" fmla="*/ 1089 h 146371"/>
                  <a:gd name="connsiteX2" fmla="*/ 219340 w 249779"/>
                  <a:gd name="connsiteY2" fmla="*/ 36865 h 146371"/>
                  <a:gd name="connsiteX3" fmla="*/ 0 w 249779"/>
                  <a:gd name="connsiteY3" fmla="*/ 133412 h 146371"/>
                  <a:gd name="connsiteX4" fmla="*/ 6371 w 249779"/>
                  <a:gd name="connsiteY4" fmla="*/ 146372 h 146371"/>
                  <a:gd name="connsiteX5" fmla="*/ 249780 w 249779"/>
                  <a:gd name="connsiteY5" fmla="*/ 44543 h 146371"/>
                  <a:gd name="connsiteX6" fmla="*/ 228706 w 249779"/>
                  <a:gd name="connsiteY6" fmla="*/ 0 h 146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9779" h="146371">
                    <a:moveTo>
                      <a:pt x="228706" y="0"/>
                    </a:moveTo>
                    <a:cubicBezTo>
                      <a:pt x="227671" y="381"/>
                      <a:pt x="226691" y="708"/>
                      <a:pt x="225602" y="1089"/>
                    </a:cubicBezTo>
                    <a:cubicBezTo>
                      <a:pt x="230503" y="11817"/>
                      <a:pt x="235077" y="27826"/>
                      <a:pt x="219340" y="36865"/>
                    </a:cubicBezTo>
                    <a:cubicBezTo>
                      <a:pt x="123937" y="68993"/>
                      <a:pt x="70627" y="95567"/>
                      <a:pt x="0" y="133412"/>
                    </a:cubicBezTo>
                    <a:cubicBezTo>
                      <a:pt x="2124" y="137768"/>
                      <a:pt x="4084" y="142179"/>
                      <a:pt x="6371" y="146372"/>
                    </a:cubicBezTo>
                    <a:cubicBezTo>
                      <a:pt x="77760" y="107927"/>
                      <a:pt x="153233" y="77052"/>
                      <a:pt x="249780" y="44543"/>
                    </a:cubicBezTo>
                    <a:cubicBezTo>
                      <a:pt x="242374" y="29895"/>
                      <a:pt x="235295" y="15084"/>
                      <a:pt x="228706" y="0"/>
                    </a:cubicBezTo>
                    <a:close/>
                  </a:path>
                </a:pathLst>
              </a:custGeom>
              <a:solidFill>
                <a:srgbClr val="677C7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orme libre : forme 11">
                <a:extLst>
                  <a:ext uri="{FF2B5EF4-FFF2-40B4-BE49-F238E27FC236}">
                    <a16:creationId xmlns:a16="http://schemas.microsoft.com/office/drawing/2014/main" id="{267B7C1D-C0FD-48F2-9C3A-49DF35CD0D3C}"/>
                  </a:ext>
                </a:extLst>
              </p:cNvPr>
              <p:cNvSpPr/>
              <p:nvPr/>
            </p:nvSpPr>
            <p:spPr>
              <a:xfrm>
                <a:off x="4620437" y="3531221"/>
                <a:ext cx="243408" cy="101828"/>
              </a:xfrm>
              <a:custGeom>
                <a:avLst/>
                <a:gdLst>
                  <a:gd name="connsiteX0" fmla="*/ 0 w 243408"/>
                  <a:gd name="connsiteY0" fmla="*/ 101829 h 101828"/>
                  <a:gd name="connsiteX1" fmla="*/ 243408 w 243408"/>
                  <a:gd name="connsiteY1" fmla="*/ 0 h 10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3408" h="101828">
                    <a:moveTo>
                      <a:pt x="0" y="101829"/>
                    </a:moveTo>
                    <a:cubicBezTo>
                      <a:pt x="71389" y="63384"/>
                      <a:pt x="146862" y="32509"/>
                      <a:pt x="243408" y="0"/>
                    </a:cubicBezTo>
                  </a:path>
                </a:pathLst>
              </a:custGeom>
              <a:noFill/>
              <a:ln w="9800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orme libre : forme 12">
                <a:extLst>
                  <a:ext uri="{FF2B5EF4-FFF2-40B4-BE49-F238E27FC236}">
                    <a16:creationId xmlns:a16="http://schemas.microsoft.com/office/drawing/2014/main" id="{D4DD4A96-F64C-41C5-9A91-378161BF853F}"/>
                  </a:ext>
                </a:extLst>
              </p:cNvPr>
              <p:cNvSpPr/>
              <p:nvPr/>
            </p:nvSpPr>
            <p:spPr>
              <a:xfrm>
                <a:off x="4600453" y="3486677"/>
                <a:ext cx="242319" cy="101774"/>
              </a:xfrm>
              <a:custGeom>
                <a:avLst/>
                <a:gdLst>
                  <a:gd name="connsiteX0" fmla="*/ 242319 w 242319"/>
                  <a:gd name="connsiteY0" fmla="*/ 0 h 101774"/>
                  <a:gd name="connsiteX1" fmla="*/ 0 w 242319"/>
                  <a:gd name="connsiteY1" fmla="*/ 101774 h 101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2319" h="101774">
                    <a:moveTo>
                      <a:pt x="242319" y="0"/>
                    </a:moveTo>
                    <a:cubicBezTo>
                      <a:pt x="147624" y="32128"/>
                      <a:pt x="71716" y="63384"/>
                      <a:pt x="0" y="101774"/>
                    </a:cubicBezTo>
                  </a:path>
                </a:pathLst>
              </a:custGeom>
              <a:noFill/>
              <a:ln w="9800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4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638347" y="3476077"/>
                <a:ext cx="175026" cy="158054"/>
                <a:chOff x="4638347" y="3476077"/>
                <a:chExt cx="175026" cy="158054"/>
              </a:xfrm>
              <a:solidFill>
                <a:schemeClr val="accent1"/>
              </a:solidFill>
            </p:grpSpPr>
            <p:sp>
              <p:nvSpPr>
                <p:cNvPr id="15" name="Forme libre : forme 14">
                  <a:extLst>
                    <a:ext uri="{FF2B5EF4-FFF2-40B4-BE49-F238E27FC236}">
                      <a16:creationId xmlns:a16="http://schemas.microsoft.com/office/drawing/2014/main" id="{6003D314-4423-41E0-8BB1-8EB7DFE59DD5}"/>
                    </a:ext>
                  </a:extLst>
                </p:cNvPr>
                <p:cNvSpPr/>
                <p:nvPr/>
              </p:nvSpPr>
              <p:spPr>
                <a:xfrm>
                  <a:off x="4638347" y="3476077"/>
                  <a:ext cx="175026" cy="158054"/>
                </a:xfrm>
                <a:custGeom>
                  <a:avLst/>
                  <a:gdLst>
                    <a:gd name="connsiteX0" fmla="*/ 105210 w 175026"/>
                    <a:gd name="connsiteY0" fmla="*/ 690 h 158054"/>
                    <a:gd name="connsiteX1" fmla="*/ 38667 w 175026"/>
                    <a:gd name="connsiteY1" fmla="*/ 39516 h 158054"/>
                    <a:gd name="connsiteX2" fmla="*/ 8609 w 175026"/>
                    <a:gd name="connsiteY2" fmla="*/ 120380 h 158054"/>
                    <a:gd name="connsiteX3" fmla="*/ 78636 w 175026"/>
                    <a:gd name="connsiteY3" fmla="*/ 155176 h 158054"/>
                    <a:gd name="connsiteX4" fmla="*/ 174802 w 175026"/>
                    <a:gd name="connsiteY4" fmla="*/ 81717 h 158054"/>
                    <a:gd name="connsiteX5" fmla="*/ 105210 w 175026"/>
                    <a:gd name="connsiteY5" fmla="*/ 690 h 158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5026" h="158054">
                      <a:moveTo>
                        <a:pt x="105210" y="690"/>
                      </a:moveTo>
                      <a:cubicBezTo>
                        <a:pt x="74716" y="6735"/>
                        <a:pt x="53914" y="30531"/>
                        <a:pt x="38667" y="39516"/>
                      </a:cubicBezTo>
                      <a:cubicBezTo>
                        <a:pt x="28811" y="45342"/>
                        <a:pt x="-19326" y="70119"/>
                        <a:pt x="8609" y="120380"/>
                      </a:cubicBezTo>
                      <a:cubicBezTo>
                        <a:pt x="24292" y="148641"/>
                        <a:pt x="35182" y="165032"/>
                        <a:pt x="78636" y="155176"/>
                      </a:cubicBezTo>
                      <a:cubicBezTo>
                        <a:pt x="122091" y="145320"/>
                        <a:pt x="179049" y="135300"/>
                        <a:pt x="174802" y="81717"/>
                      </a:cubicBezTo>
                      <a:cubicBezTo>
                        <a:pt x="170555" y="28189"/>
                        <a:pt x="135758" y="-5300"/>
                        <a:pt x="105210" y="690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" name="Forme libre : forme 15">
                  <a:extLst>
                    <a:ext uri="{FF2B5EF4-FFF2-40B4-BE49-F238E27FC236}">
                      <a16:creationId xmlns:a16="http://schemas.microsoft.com/office/drawing/2014/main" id="{6AC29519-B58E-47C6-B73A-3B157ADC5167}"/>
                    </a:ext>
                  </a:extLst>
                </p:cNvPr>
                <p:cNvSpPr/>
                <p:nvPr/>
              </p:nvSpPr>
              <p:spPr>
                <a:xfrm>
                  <a:off x="4638347" y="3476113"/>
                  <a:ext cx="126392" cy="157970"/>
                </a:xfrm>
                <a:custGeom>
                  <a:avLst/>
                  <a:gdLst>
                    <a:gd name="connsiteX0" fmla="*/ 105210 w 126392"/>
                    <a:gd name="connsiteY0" fmla="*/ 654 h 157970"/>
                    <a:gd name="connsiteX1" fmla="*/ 38667 w 126392"/>
                    <a:gd name="connsiteY1" fmla="*/ 39479 h 157970"/>
                    <a:gd name="connsiteX2" fmla="*/ 8609 w 126392"/>
                    <a:gd name="connsiteY2" fmla="*/ 120343 h 157970"/>
                    <a:gd name="connsiteX3" fmla="*/ 56093 w 126392"/>
                    <a:gd name="connsiteY3" fmla="*/ 157971 h 157970"/>
                    <a:gd name="connsiteX4" fmla="*/ 11931 w 126392"/>
                    <a:gd name="connsiteY4" fmla="*/ 120779 h 157970"/>
                    <a:gd name="connsiteX5" fmla="*/ 61865 w 126392"/>
                    <a:gd name="connsiteY5" fmla="*/ 54672 h 157970"/>
                    <a:gd name="connsiteX6" fmla="*/ 121002 w 126392"/>
                    <a:gd name="connsiteY6" fmla="*/ 3268 h 157970"/>
                    <a:gd name="connsiteX7" fmla="*/ 126393 w 126392"/>
                    <a:gd name="connsiteY7" fmla="*/ 2614 h 157970"/>
                    <a:gd name="connsiteX8" fmla="*/ 105210 w 126392"/>
                    <a:gd name="connsiteY8" fmla="*/ 654 h 157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6392" h="157970">
                      <a:moveTo>
                        <a:pt x="105210" y="654"/>
                      </a:moveTo>
                      <a:cubicBezTo>
                        <a:pt x="74716" y="6698"/>
                        <a:pt x="53914" y="30495"/>
                        <a:pt x="38667" y="39479"/>
                      </a:cubicBezTo>
                      <a:cubicBezTo>
                        <a:pt x="28811" y="45306"/>
                        <a:pt x="-19326" y="70083"/>
                        <a:pt x="8609" y="120343"/>
                      </a:cubicBezTo>
                      <a:cubicBezTo>
                        <a:pt x="21133" y="142887"/>
                        <a:pt x="30663" y="157862"/>
                        <a:pt x="56093" y="157971"/>
                      </a:cubicBezTo>
                      <a:cubicBezTo>
                        <a:pt x="41771" y="152743"/>
                        <a:pt x="21460" y="137877"/>
                        <a:pt x="11931" y="120779"/>
                      </a:cubicBezTo>
                      <a:cubicBezTo>
                        <a:pt x="-16004" y="70518"/>
                        <a:pt x="52009" y="60499"/>
                        <a:pt x="61865" y="54672"/>
                      </a:cubicBezTo>
                      <a:cubicBezTo>
                        <a:pt x="77112" y="45687"/>
                        <a:pt x="52499" y="19005"/>
                        <a:pt x="121002" y="3268"/>
                      </a:cubicBezTo>
                      <a:cubicBezTo>
                        <a:pt x="122799" y="2886"/>
                        <a:pt x="124596" y="2723"/>
                        <a:pt x="126393" y="2614"/>
                      </a:cubicBezTo>
                      <a:cubicBezTo>
                        <a:pt x="119422" y="109"/>
                        <a:pt x="112235" y="-707"/>
                        <a:pt x="105210" y="654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" name="Forme libre : forme 16">
                  <a:extLst>
                    <a:ext uri="{FF2B5EF4-FFF2-40B4-BE49-F238E27FC236}">
                      <a16:creationId xmlns:a16="http://schemas.microsoft.com/office/drawing/2014/main" id="{61EEC4A6-C8A8-47D2-9220-9D72232E600B}"/>
                    </a:ext>
                  </a:extLst>
                </p:cNvPr>
                <p:cNvSpPr/>
                <p:nvPr/>
              </p:nvSpPr>
              <p:spPr>
                <a:xfrm>
                  <a:off x="4638347" y="3476077"/>
                  <a:ext cx="175026" cy="158054"/>
                </a:xfrm>
                <a:custGeom>
                  <a:avLst/>
                  <a:gdLst>
                    <a:gd name="connsiteX0" fmla="*/ 105210 w 175026"/>
                    <a:gd name="connsiteY0" fmla="*/ 690 h 158054"/>
                    <a:gd name="connsiteX1" fmla="*/ 38667 w 175026"/>
                    <a:gd name="connsiteY1" fmla="*/ 39516 h 158054"/>
                    <a:gd name="connsiteX2" fmla="*/ 8609 w 175026"/>
                    <a:gd name="connsiteY2" fmla="*/ 120380 h 158054"/>
                    <a:gd name="connsiteX3" fmla="*/ 78636 w 175026"/>
                    <a:gd name="connsiteY3" fmla="*/ 155176 h 158054"/>
                    <a:gd name="connsiteX4" fmla="*/ 174802 w 175026"/>
                    <a:gd name="connsiteY4" fmla="*/ 81717 h 158054"/>
                    <a:gd name="connsiteX5" fmla="*/ 105210 w 175026"/>
                    <a:gd name="connsiteY5" fmla="*/ 690 h 158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5026" h="158054">
                      <a:moveTo>
                        <a:pt x="105210" y="690"/>
                      </a:moveTo>
                      <a:cubicBezTo>
                        <a:pt x="74716" y="6735"/>
                        <a:pt x="53914" y="30531"/>
                        <a:pt x="38667" y="39516"/>
                      </a:cubicBezTo>
                      <a:cubicBezTo>
                        <a:pt x="28811" y="45342"/>
                        <a:pt x="-19326" y="70119"/>
                        <a:pt x="8609" y="120380"/>
                      </a:cubicBezTo>
                      <a:cubicBezTo>
                        <a:pt x="24292" y="148641"/>
                        <a:pt x="35182" y="165032"/>
                        <a:pt x="78636" y="155176"/>
                      </a:cubicBezTo>
                      <a:cubicBezTo>
                        <a:pt x="122091" y="145320"/>
                        <a:pt x="179049" y="135300"/>
                        <a:pt x="174802" y="81717"/>
                      </a:cubicBezTo>
                      <a:cubicBezTo>
                        <a:pt x="170555" y="28189"/>
                        <a:pt x="135758" y="-5300"/>
                        <a:pt x="105210" y="690"/>
                      </a:cubicBezTo>
                      <a:close/>
                    </a:path>
                  </a:pathLst>
                </a:custGeom>
                <a:noFill/>
                <a:ln w="9800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" name="Forme libre : forme 17">
                  <a:extLst>
                    <a:ext uri="{FF2B5EF4-FFF2-40B4-BE49-F238E27FC236}">
                      <a16:creationId xmlns:a16="http://schemas.microsoft.com/office/drawing/2014/main" id="{08399CA6-51B3-4408-95B9-DC659FDBC8FD}"/>
                    </a:ext>
                  </a:extLst>
                </p:cNvPr>
                <p:cNvSpPr/>
                <p:nvPr/>
              </p:nvSpPr>
              <p:spPr>
                <a:xfrm>
                  <a:off x="4666355" y="3486010"/>
                  <a:ext cx="132446" cy="138041"/>
                </a:xfrm>
                <a:custGeom>
                  <a:avLst/>
                  <a:gdLst>
                    <a:gd name="connsiteX0" fmla="*/ 122290 w 132446"/>
                    <a:gd name="connsiteY0" fmla="*/ 28603 h 138041"/>
                    <a:gd name="connsiteX1" fmla="*/ 102197 w 132446"/>
                    <a:gd name="connsiteY1" fmla="*/ 5841 h 138041"/>
                    <a:gd name="connsiteX2" fmla="*/ 95989 w 132446"/>
                    <a:gd name="connsiteY2" fmla="*/ 1212 h 138041"/>
                    <a:gd name="connsiteX3" fmla="*/ 82920 w 132446"/>
                    <a:gd name="connsiteY3" fmla="*/ 1648 h 138041"/>
                    <a:gd name="connsiteX4" fmla="*/ 72356 w 132446"/>
                    <a:gd name="connsiteY4" fmla="*/ 9870 h 138041"/>
                    <a:gd name="connsiteX5" fmla="*/ 64841 w 132446"/>
                    <a:gd name="connsiteY5" fmla="*/ 21251 h 138041"/>
                    <a:gd name="connsiteX6" fmla="*/ 64569 w 132446"/>
                    <a:gd name="connsiteY6" fmla="*/ 47117 h 138041"/>
                    <a:gd name="connsiteX7" fmla="*/ 54005 w 132446"/>
                    <a:gd name="connsiteY7" fmla="*/ 78373 h 138041"/>
                    <a:gd name="connsiteX8" fmla="*/ 40446 w 132446"/>
                    <a:gd name="connsiteY8" fmla="*/ 85126 h 138041"/>
                    <a:gd name="connsiteX9" fmla="*/ 586 w 132446"/>
                    <a:gd name="connsiteY9" fmla="*/ 118669 h 138041"/>
                    <a:gd name="connsiteX10" fmla="*/ 36362 w 132446"/>
                    <a:gd name="connsiteY10" fmla="*/ 137401 h 138041"/>
                    <a:gd name="connsiteX11" fmla="*/ 67891 w 132446"/>
                    <a:gd name="connsiteY11" fmla="*/ 131629 h 138041"/>
                    <a:gd name="connsiteX12" fmla="*/ 108187 w 132446"/>
                    <a:gd name="connsiteY12" fmla="*/ 117145 h 138041"/>
                    <a:gd name="connsiteX13" fmla="*/ 132092 w 132446"/>
                    <a:gd name="connsiteY13" fmla="*/ 83002 h 138041"/>
                    <a:gd name="connsiteX14" fmla="*/ 131819 w 132446"/>
                    <a:gd name="connsiteY14" fmla="*/ 66938 h 138041"/>
                    <a:gd name="connsiteX15" fmla="*/ 122290 w 132446"/>
                    <a:gd name="connsiteY15" fmla="*/ 28603 h 138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32446" h="138041">
                      <a:moveTo>
                        <a:pt x="122290" y="28603"/>
                      </a:moveTo>
                      <a:cubicBezTo>
                        <a:pt x="117226" y="19781"/>
                        <a:pt x="109657" y="12702"/>
                        <a:pt x="102197" y="5841"/>
                      </a:cubicBezTo>
                      <a:cubicBezTo>
                        <a:pt x="100291" y="4098"/>
                        <a:pt x="98330" y="2301"/>
                        <a:pt x="95989" y="1212"/>
                      </a:cubicBezTo>
                      <a:cubicBezTo>
                        <a:pt x="91905" y="-694"/>
                        <a:pt x="87058" y="-204"/>
                        <a:pt x="82920" y="1648"/>
                      </a:cubicBezTo>
                      <a:cubicBezTo>
                        <a:pt x="78836" y="3499"/>
                        <a:pt x="75405" y="6549"/>
                        <a:pt x="72356" y="9870"/>
                      </a:cubicBezTo>
                      <a:cubicBezTo>
                        <a:pt x="69252" y="13247"/>
                        <a:pt x="66420" y="16950"/>
                        <a:pt x="64841" y="21251"/>
                      </a:cubicBezTo>
                      <a:cubicBezTo>
                        <a:pt x="61901" y="29419"/>
                        <a:pt x="63970" y="38459"/>
                        <a:pt x="64569" y="47117"/>
                      </a:cubicBezTo>
                      <a:cubicBezTo>
                        <a:pt x="65386" y="58552"/>
                        <a:pt x="62990" y="71240"/>
                        <a:pt x="54005" y="78373"/>
                      </a:cubicBezTo>
                      <a:cubicBezTo>
                        <a:pt x="50030" y="81532"/>
                        <a:pt x="45183" y="83274"/>
                        <a:pt x="40446" y="85126"/>
                      </a:cubicBezTo>
                      <a:cubicBezTo>
                        <a:pt x="25308" y="91116"/>
                        <a:pt x="4996" y="101298"/>
                        <a:pt x="586" y="118669"/>
                      </a:cubicBezTo>
                      <a:cubicBezTo>
                        <a:pt x="-4424" y="138218"/>
                        <a:pt x="24001" y="139253"/>
                        <a:pt x="36362" y="137401"/>
                      </a:cubicBezTo>
                      <a:cubicBezTo>
                        <a:pt x="46926" y="135822"/>
                        <a:pt x="57436" y="133862"/>
                        <a:pt x="67891" y="131629"/>
                      </a:cubicBezTo>
                      <a:cubicBezTo>
                        <a:pt x="81885" y="128580"/>
                        <a:pt x="96043" y="124823"/>
                        <a:pt x="108187" y="117145"/>
                      </a:cubicBezTo>
                      <a:cubicBezTo>
                        <a:pt x="120330" y="109467"/>
                        <a:pt x="130240" y="97269"/>
                        <a:pt x="132092" y="83002"/>
                      </a:cubicBezTo>
                      <a:cubicBezTo>
                        <a:pt x="132800" y="77666"/>
                        <a:pt x="132309" y="72275"/>
                        <a:pt x="131819" y="66938"/>
                      </a:cubicBezTo>
                      <a:cubicBezTo>
                        <a:pt x="130621" y="53706"/>
                        <a:pt x="128879" y="40092"/>
                        <a:pt x="122290" y="28603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" name="Forme libre : forme 18">
                  <a:extLst>
                    <a:ext uri="{FF2B5EF4-FFF2-40B4-BE49-F238E27FC236}">
                      <a16:creationId xmlns:a16="http://schemas.microsoft.com/office/drawing/2014/main" id="{1A4312A2-5DD9-4DB0-AB54-4CA03F2D519A}"/>
                    </a:ext>
                  </a:extLst>
                </p:cNvPr>
                <p:cNvSpPr/>
                <p:nvPr/>
              </p:nvSpPr>
              <p:spPr>
                <a:xfrm>
                  <a:off x="4666801" y="3576446"/>
                  <a:ext cx="23639" cy="23635"/>
                </a:xfrm>
                <a:custGeom>
                  <a:avLst/>
                  <a:gdLst>
                    <a:gd name="connsiteX0" fmla="*/ 8362 w 23639"/>
                    <a:gd name="connsiteY0" fmla="*/ 516 h 23635"/>
                    <a:gd name="connsiteX1" fmla="*/ 521 w 23639"/>
                    <a:gd name="connsiteY1" fmla="*/ 15273 h 23635"/>
                    <a:gd name="connsiteX2" fmla="*/ 15278 w 23639"/>
                    <a:gd name="connsiteY2" fmla="*/ 23115 h 23635"/>
                    <a:gd name="connsiteX3" fmla="*/ 23119 w 23639"/>
                    <a:gd name="connsiteY3" fmla="*/ 8358 h 23635"/>
                    <a:gd name="connsiteX4" fmla="*/ 8362 w 23639"/>
                    <a:gd name="connsiteY4" fmla="*/ 516 h 2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39" h="23635">
                      <a:moveTo>
                        <a:pt x="8362" y="516"/>
                      </a:moveTo>
                      <a:cubicBezTo>
                        <a:pt x="2100" y="2422"/>
                        <a:pt x="-1385" y="9011"/>
                        <a:pt x="521" y="15273"/>
                      </a:cubicBezTo>
                      <a:cubicBezTo>
                        <a:pt x="2427" y="21535"/>
                        <a:pt x="9016" y="25021"/>
                        <a:pt x="15278" y="23115"/>
                      </a:cubicBezTo>
                      <a:cubicBezTo>
                        <a:pt x="21540" y="21209"/>
                        <a:pt x="25025" y="14620"/>
                        <a:pt x="23119" y="8358"/>
                      </a:cubicBezTo>
                      <a:cubicBezTo>
                        <a:pt x="21159" y="2150"/>
                        <a:pt x="14570" y="-1390"/>
                        <a:pt x="8362" y="5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" name="Forme libre : forme 19">
                  <a:extLst>
                    <a:ext uri="{FF2B5EF4-FFF2-40B4-BE49-F238E27FC236}">
                      <a16:creationId xmlns:a16="http://schemas.microsoft.com/office/drawing/2014/main" id="{FAF57A2C-B1AE-4437-8291-F8F61F4FE10B}"/>
                    </a:ext>
                  </a:extLst>
                </p:cNvPr>
                <p:cNvSpPr/>
                <p:nvPr/>
              </p:nvSpPr>
              <p:spPr>
                <a:xfrm>
                  <a:off x="4684366" y="3550770"/>
                  <a:ext cx="15464" cy="15464"/>
                </a:xfrm>
                <a:custGeom>
                  <a:avLst/>
                  <a:gdLst>
                    <a:gd name="connsiteX0" fmla="*/ 15465 w 15464"/>
                    <a:gd name="connsiteY0" fmla="*/ 7732 h 15464"/>
                    <a:gd name="connsiteX1" fmla="*/ 7732 w 15464"/>
                    <a:gd name="connsiteY1" fmla="*/ 15465 h 15464"/>
                    <a:gd name="connsiteX2" fmla="*/ 0 w 15464"/>
                    <a:gd name="connsiteY2" fmla="*/ 7732 h 15464"/>
                    <a:gd name="connsiteX3" fmla="*/ 7732 w 15464"/>
                    <a:gd name="connsiteY3" fmla="*/ 0 h 15464"/>
                    <a:gd name="connsiteX4" fmla="*/ 15465 w 15464"/>
                    <a:gd name="connsiteY4" fmla="*/ 7732 h 15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64" h="15464">
                      <a:moveTo>
                        <a:pt x="15465" y="7732"/>
                      </a:moveTo>
                      <a:cubicBezTo>
                        <a:pt x="15465" y="12003"/>
                        <a:pt x="12003" y="15465"/>
                        <a:pt x="7732" y="15465"/>
                      </a:cubicBezTo>
                      <a:cubicBezTo>
                        <a:pt x="3462" y="15465"/>
                        <a:pt x="0" y="12003"/>
                        <a:pt x="0" y="7732"/>
                      </a:cubicBezTo>
                      <a:cubicBezTo>
                        <a:pt x="0" y="3462"/>
                        <a:pt x="3462" y="0"/>
                        <a:pt x="7732" y="0"/>
                      </a:cubicBezTo>
                      <a:cubicBezTo>
                        <a:pt x="12003" y="0"/>
                        <a:pt x="15465" y="3462"/>
                        <a:pt x="15465" y="7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" name="Forme libre : forme 20">
                  <a:extLst>
                    <a:ext uri="{FF2B5EF4-FFF2-40B4-BE49-F238E27FC236}">
                      <a16:creationId xmlns:a16="http://schemas.microsoft.com/office/drawing/2014/main" id="{731E9A29-6023-41FD-AAC1-11AD31E17431}"/>
                    </a:ext>
                  </a:extLst>
                </p:cNvPr>
                <p:cNvSpPr/>
                <p:nvPr/>
              </p:nvSpPr>
              <p:spPr>
                <a:xfrm>
                  <a:off x="4757051" y="3551025"/>
                  <a:ext cx="36510" cy="54845"/>
                </a:xfrm>
                <a:custGeom>
                  <a:avLst/>
                  <a:gdLst>
                    <a:gd name="connsiteX0" fmla="*/ 27020 w 36510"/>
                    <a:gd name="connsiteY0" fmla="*/ 35847 h 54845"/>
                    <a:gd name="connsiteX1" fmla="*/ 34807 w 36510"/>
                    <a:gd name="connsiteY1" fmla="*/ 20818 h 54845"/>
                    <a:gd name="connsiteX2" fmla="*/ 34208 w 36510"/>
                    <a:gd name="connsiteY2" fmla="*/ 2957 h 54845"/>
                    <a:gd name="connsiteX3" fmla="*/ 31050 w 36510"/>
                    <a:gd name="connsiteY3" fmla="*/ 235 h 54845"/>
                    <a:gd name="connsiteX4" fmla="*/ 27184 w 36510"/>
                    <a:gd name="connsiteY4" fmla="*/ 1106 h 54845"/>
                    <a:gd name="connsiteX5" fmla="*/ 26313 w 36510"/>
                    <a:gd name="connsiteY5" fmla="*/ 3066 h 54845"/>
                    <a:gd name="connsiteX6" fmla="*/ 17927 w 36510"/>
                    <a:gd name="connsiteY6" fmla="*/ 28659 h 54845"/>
                    <a:gd name="connsiteX7" fmla="*/ 2407 w 36510"/>
                    <a:gd name="connsiteY7" fmla="*/ 50386 h 54845"/>
                    <a:gd name="connsiteX8" fmla="*/ 2298 w 36510"/>
                    <a:gd name="connsiteY8" fmla="*/ 54743 h 54845"/>
                    <a:gd name="connsiteX9" fmla="*/ 10739 w 36510"/>
                    <a:gd name="connsiteY9" fmla="*/ 49624 h 54845"/>
                    <a:gd name="connsiteX10" fmla="*/ 27020 w 36510"/>
                    <a:gd name="connsiteY10" fmla="*/ 35847 h 54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6510" h="54845">
                      <a:moveTo>
                        <a:pt x="27020" y="35847"/>
                      </a:moveTo>
                      <a:cubicBezTo>
                        <a:pt x="30505" y="31382"/>
                        <a:pt x="33010" y="26209"/>
                        <a:pt x="34807" y="20818"/>
                      </a:cubicBezTo>
                      <a:cubicBezTo>
                        <a:pt x="36713" y="14937"/>
                        <a:pt x="37639" y="8076"/>
                        <a:pt x="34208" y="2957"/>
                      </a:cubicBezTo>
                      <a:cubicBezTo>
                        <a:pt x="33446" y="1814"/>
                        <a:pt x="32357" y="725"/>
                        <a:pt x="31050" y="235"/>
                      </a:cubicBezTo>
                      <a:cubicBezTo>
                        <a:pt x="29743" y="-256"/>
                        <a:pt x="28055" y="17"/>
                        <a:pt x="27184" y="1106"/>
                      </a:cubicBezTo>
                      <a:cubicBezTo>
                        <a:pt x="26748" y="1650"/>
                        <a:pt x="26530" y="2358"/>
                        <a:pt x="26313" y="3066"/>
                      </a:cubicBezTo>
                      <a:cubicBezTo>
                        <a:pt x="23808" y="11670"/>
                        <a:pt x="21521" y="20437"/>
                        <a:pt x="17927" y="28659"/>
                      </a:cubicBezTo>
                      <a:cubicBezTo>
                        <a:pt x="14387" y="36936"/>
                        <a:pt x="9432" y="44778"/>
                        <a:pt x="2407" y="50386"/>
                      </a:cubicBezTo>
                      <a:cubicBezTo>
                        <a:pt x="665" y="51802"/>
                        <a:pt x="-1949" y="55505"/>
                        <a:pt x="2298" y="54743"/>
                      </a:cubicBezTo>
                      <a:cubicBezTo>
                        <a:pt x="4912" y="54253"/>
                        <a:pt x="8506" y="51040"/>
                        <a:pt x="10739" y="49624"/>
                      </a:cubicBezTo>
                      <a:cubicBezTo>
                        <a:pt x="16783" y="45867"/>
                        <a:pt x="22610" y="41565"/>
                        <a:pt x="27020" y="35847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4879311" y="3613391"/>
              <a:ext cx="222498" cy="219230"/>
              <a:chOff x="4879311" y="3613391"/>
              <a:chExt cx="222498" cy="219230"/>
            </a:xfrm>
            <a:solidFill>
              <a:schemeClr val="accent1"/>
            </a:solidFill>
          </p:grpSpPr>
          <p:sp>
            <p:nvSpPr>
              <p:cNvPr id="23" name="Forme libre : forme 22">
                <a:extLst>
                  <a:ext uri="{FF2B5EF4-FFF2-40B4-BE49-F238E27FC236}">
                    <a16:creationId xmlns:a16="http://schemas.microsoft.com/office/drawing/2014/main" id="{0D5AD7BD-6750-4BFE-8CE9-D755D53B9A0E}"/>
                  </a:ext>
                </a:extLst>
              </p:cNvPr>
              <p:cNvSpPr/>
              <p:nvPr/>
            </p:nvSpPr>
            <p:spPr>
              <a:xfrm>
                <a:off x="4879311" y="3613391"/>
                <a:ext cx="222498" cy="219230"/>
              </a:xfrm>
              <a:custGeom>
                <a:avLst/>
                <a:gdLst>
                  <a:gd name="connsiteX0" fmla="*/ 222498 w 222498"/>
                  <a:gd name="connsiteY0" fmla="*/ 182257 h 219230"/>
                  <a:gd name="connsiteX1" fmla="*/ 33053 w 222498"/>
                  <a:gd name="connsiteY1" fmla="*/ 0 h 219230"/>
                  <a:gd name="connsiteX2" fmla="*/ 0 w 222498"/>
                  <a:gd name="connsiteY2" fmla="*/ 36048 h 219230"/>
                  <a:gd name="connsiteX3" fmla="*/ 189880 w 222498"/>
                  <a:gd name="connsiteY3" fmla="*/ 219231 h 219230"/>
                  <a:gd name="connsiteX4" fmla="*/ 222498 w 222498"/>
                  <a:gd name="connsiteY4" fmla="*/ 182257 h 219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498" h="219230">
                    <a:moveTo>
                      <a:pt x="222498" y="182257"/>
                    </a:moveTo>
                    <a:cubicBezTo>
                      <a:pt x="155466" y="108036"/>
                      <a:pt x="96710" y="50696"/>
                      <a:pt x="33053" y="0"/>
                    </a:cubicBezTo>
                    <a:cubicBezTo>
                      <a:pt x="21128" y="11326"/>
                      <a:pt x="10074" y="23361"/>
                      <a:pt x="0" y="36048"/>
                    </a:cubicBezTo>
                    <a:cubicBezTo>
                      <a:pt x="63602" y="86364"/>
                      <a:pt x="121813" y="143486"/>
                      <a:pt x="189880" y="219231"/>
                    </a:cubicBezTo>
                    <a:cubicBezTo>
                      <a:pt x="200444" y="206652"/>
                      <a:pt x="211226" y="194291"/>
                      <a:pt x="222498" y="182257"/>
                    </a:cubicBezTo>
                    <a:close/>
                  </a:path>
                </a:pathLst>
              </a:custGeom>
              <a:solidFill>
                <a:srgbClr val="808C86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orme libre : forme 23">
                <a:extLst>
                  <a:ext uri="{FF2B5EF4-FFF2-40B4-BE49-F238E27FC236}">
                    <a16:creationId xmlns:a16="http://schemas.microsoft.com/office/drawing/2014/main" id="{9E185106-E1B8-4849-BBC6-631A52AE8E4D}"/>
                  </a:ext>
                </a:extLst>
              </p:cNvPr>
              <p:cNvSpPr/>
              <p:nvPr/>
            </p:nvSpPr>
            <p:spPr>
              <a:xfrm>
                <a:off x="4879365" y="3638440"/>
                <a:ext cx="222443" cy="194182"/>
              </a:xfrm>
              <a:custGeom>
                <a:avLst/>
                <a:gdLst>
                  <a:gd name="connsiteX0" fmla="*/ 222444 w 222443"/>
                  <a:gd name="connsiteY0" fmla="*/ 157208 h 194182"/>
                  <a:gd name="connsiteX1" fmla="*/ 220266 w 222443"/>
                  <a:gd name="connsiteY1" fmla="*/ 154812 h 194182"/>
                  <a:gd name="connsiteX2" fmla="*/ 184925 w 222443"/>
                  <a:gd name="connsiteY2" fmla="*/ 163198 h 194182"/>
                  <a:gd name="connsiteX3" fmla="*/ 9421 w 222443"/>
                  <a:gd name="connsiteY3" fmla="*/ 0 h 194182"/>
                  <a:gd name="connsiteX4" fmla="*/ 0 w 222443"/>
                  <a:gd name="connsiteY4" fmla="*/ 11000 h 194182"/>
                  <a:gd name="connsiteX5" fmla="*/ 189880 w 222443"/>
                  <a:gd name="connsiteY5" fmla="*/ 194182 h 194182"/>
                  <a:gd name="connsiteX6" fmla="*/ 222444 w 222443"/>
                  <a:gd name="connsiteY6" fmla="*/ 157208 h 19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2443" h="194182">
                    <a:moveTo>
                      <a:pt x="222444" y="157208"/>
                    </a:moveTo>
                    <a:cubicBezTo>
                      <a:pt x="221682" y="156391"/>
                      <a:pt x="220974" y="155629"/>
                      <a:pt x="220266" y="154812"/>
                    </a:cubicBezTo>
                    <a:cubicBezTo>
                      <a:pt x="212370" y="163579"/>
                      <a:pt x="199464" y="174089"/>
                      <a:pt x="184925" y="163198"/>
                    </a:cubicBezTo>
                    <a:cubicBezTo>
                      <a:pt x="117675" y="88270"/>
                      <a:pt x="72097" y="49880"/>
                      <a:pt x="9421" y="0"/>
                    </a:cubicBezTo>
                    <a:cubicBezTo>
                      <a:pt x="6262" y="3648"/>
                      <a:pt x="2995" y="7242"/>
                      <a:pt x="0" y="11000"/>
                    </a:cubicBezTo>
                    <a:cubicBezTo>
                      <a:pt x="63602" y="61315"/>
                      <a:pt x="121813" y="118437"/>
                      <a:pt x="189880" y="194182"/>
                    </a:cubicBezTo>
                    <a:cubicBezTo>
                      <a:pt x="200390" y="181603"/>
                      <a:pt x="211172" y="169242"/>
                      <a:pt x="222444" y="157208"/>
                    </a:cubicBezTo>
                    <a:close/>
                  </a:path>
                </a:pathLst>
              </a:custGeom>
              <a:solidFill>
                <a:srgbClr val="677C7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orme libre : forme 24">
                <a:extLst>
                  <a:ext uri="{FF2B5EF4-FFF2-40B4-BE49-F238E27FC236}">
                    <a16:creationId xmlns:a16="http://schemas.microsoft.com/office/drawing/2014/main" id="{313D6F0B-D6FC-40C2-8C1E-ACD8D8D0F736}"/>
                  </a:ext>
                </a:extLst>
              </p:cNvPr>
              <p:cNvSpPr/>
              <p:nvPr/>
            </p:nvSpPr>
            <p:spPr>
              <a:xfrm>
                <a:off x="4879365" y="3649440"/>
                <a:ext cx="189880" cy="183182"/>
              </a:xfrm>
              <a:custGeom>
                <a:avLst/>
                <a:gdLst>
                  <a:gd name="connsiteX0" fmla="*/ 0 w 189880"/>
                  <a:gd name="connsiteY0" fmla="*/ 0 h 183182"/>
                  <a:gd name="connsiteX1" fmla="*/ 189880 w 189880"/>
                  <a:gd name="connsiteY1" fmla="*/ 183183 h 18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9880" h="183182">
                    <a:moveTo>
                      <a:pt x="0" y="0"/>
                    </a:moveTo>
                    <a:cubicBezTo>
                      <a:pt x="63602" y="50315"/>
                      <a:pt x="121813" y="107437"/>
                      <a:pt x="189880" y="183183"/>
                    </a:cubicBezTo>
                  </a:path>
                </a:pathLst>
              </a:custGeom>
              <a:noFill/>
              <a:ln w="9800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orme libre : forme 25">
                <a:extLst>
                  <a:ext uri="{FF2B5EF4-FFF2-40B4-BE49-F238E27FC236}">
                    <a16:creationId xmlns:a16="http://schemas.microsoft.com/office/drawing/2014/main" id="{3A64E0EC-99BD-4433-B832-A4910A25ED3F}"/>
                  </a:ext>
                </a:extLst>
              </p:cNvPr>
              <p:cNvSpPr/>
              <p:nvPr/>
            </p:nvSpPr>
            <p:spPr>
              <a:xfrm>
                <a:off x="4912364" y="3613391"/>
                <a:ext cx="189444" cy="182256"/>
              </a:xfrm>
              <a:custGeom>
                <a:avLst/>
                <a:gdLst>
                  <a:gd name="connsiteX0" fmla="*/ 189445 w 189444"/>
                  <a:gd name="connsiteY0" fmla="*/ 182257 h 182256"/>
                  <a:gd name="connsiteX1" fmla="*/ 0 w 189444"/>
                  <a:gd name="connsiteY1" fmla="*/ 0 h 182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9444" h="182256">
                    <a:moveTo>
                      <a:pt x="189445" y="182257"/>
                    </a:moveTo>
                    <a:cubicBezTo>
                      <a:pt x="122412" y="108036"/>
                      <a:pt x="63657" y="50696"/>
                      <a:pt x="0" y="0"/>
                    </a:cubicBezTo>
                  </a:path>
                </a:pathLst>
              </a:custGeom>
              <a:noFill/>
              <a:ln w="9800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7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903668" y="3636159"/>
                <a:ext cx="174760" cy="167467"/>
                <a:chOff x="4903668" y="3636159"/>
                <a:chExt cx="174760" cy="167467"/>
              </a:xfrm>
              <a:solidFill>
                <a:schemeClr val="accent1"/>
              </a:solidFill>
            </p:grpSpPr>
            <p:sp>
              <p:nvSpPr>
                <p:cNvPr id="28" name="Forme libre : forme 27">
                  <a:extLst>
                    <a:ext uri="{FF2B5EF4-FFF2-40B4-BE49-F238E27FC236}">
                      <a16:creationId xmlns:a16="http://schemas.microsoft.com/office/drawing/2014/main" id="{5BEF9ADA-6E13-40F2-B704-073897FD10FA}"/>
                    </a:ext>
                  </a:extLst>
                </p:cNvPr>
                <p:cNvSpPr/>
                <p:nvPr/>
              </p:nvSpPr>
              <p:spPr>
                <a:xfrm>
                  <a:off x="4903668" y="3636159"/>
                  <a:ext cx="174760" cy="167467"/>
                </a:xfrm>
                <a:custGeom>
                  <a:avLst/>
                  <a:gdLst>
                    <a:gd name="connsiteX0" fmla="*/ 167974 w 174760"/>
                    <a:gd name="connsiteY0" fmla="*/ 64522 h 167467"/>
                    <a:gd name="connsiteX1" fmla="*/ 105951 w 174760"/>
                    <a:gd name="connsiteY1" fmla="*/ 18781 h 167467"/>
                    <a:gd name="connsiteX2" fmla="*/ 19805 w 174760"/>
                    <a:gd name="connsiteY2" fmla="*/ 23192 h 167467"/>
                    <a:gd name="connsiteX3" fmla="*/ 15557 w 174760"/>
                    <a:gd name="connsiteY3" fmla="*/ 101278 h 167467"/>
                    <a:gd name="connsiteX4" fmla="*/ 121089 w 174760"/>
                    <a:gd name="connsiteY4" fmla="*/ 160524 h 167467"/>
                    <a:gd name="connsiteX5" fmla="*/ 167974 w 174760"/>
                    <a:gd name="connsiteY5" fmla="*/ 64522 h 167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4760" h="167467">
                      <a:moveTo>
                        <a:pt x="167974" y="64522"/>
                      </a:moveTo>
                      <a:cubicBezTo>
                        <a:pt x="150385" y="38929"/>
                        <a:pt x="120272" y="29236"/>
                        <a:pt x="105951" y="18781"/>
                      </a:cubicBezTo>
                      <a:cubicBezTo>
                        <a:pt x="96693" y="12028"/>
                        <a:pt x="54927" y="-22332"/>
                        <a:pt x="19805" y="23192"/>
                      </a:cubicBezTo>
                      <a:cubicBezTo>
                        <a:pt x="93" y="48785"/>
                        <a:pt x="-10689" y="65284"/>
                        <a:pt x="15557" y="101278"/>
                      </a:cubicBezTo>
                      <a:cubicBezTo>
                        <a:pt x="41804" y="137272"/>
                        <a:pt x="73550" y="185627"/>
                        <a:pt x="121089" y="160524"/>
                      </a:cubicBezTo>
                      <a:cubicBezTo>
                        <a:pt x="168627" y="135366"/>
                        <a:pt x="185562" y="90115"/>
                        <a:pt x="167974" y="64522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" name="Forme libre : forme 28">
                  <a:extLst>
                    <a:ext uri="{FF2B5EF4-FFF2-40B4-BE49-F238E27FC236}">
                      <a16:creationId xmlns:a16="http://schemas.microsoft.com/office/drawing/2014/main" id="{D90363A8-F8DD-4AA7-9948-450E780C8B9C}"/>
                    </a:ext>
                  </a:extLst>
                </p:cNvPr>
                <p:cNvSpPr/>
                <p:nvPr/>
              </p:nvSpPr>
              <p:spPr>
                <a:xfrm>
                  <a:off x="4903741" y="3636159"/>
                  <a:ext cx="174543" cy="84724"/>
                </a:xfrm>
                <a:custGeom>
                  <a:avLst/>
                  <a:gdLst>
                    <a:gd name="connsiteX0" fmla="*/ 167900 w 174543"/>
                    <a:gd name="connsiteY0" fmla="*/ 64522 h 84724"/>
                    <a:gd name="connsiteX1" fmla="*/ 105877 w 174543"/>
                    <a:gd name="connsiteY1" fmla="*/ 18781 h 84724"/>
                    <a:gd name="connsiteX2" fmla="*/ 19731 w 174543"/>
                    <a:gd name="connsiteY2" fmla="*/ 23192 h 84724"/>
                    <a:gd name="connsiteX3" fmla="*/ 3994 w 174543"/>
                    <a:gd name="connsiteY3" fmla="*/ 81675 h 84724"/>
                    <a:gd name="connsiteX4" fmla="*/ 20712 w 174543"/>
                    <a:gd name="connsiteY4" fmla="*/ 26404 h 84724"/>
                    <a:gd name="connsiteX5" fmla="*/ 101194 w 174543"/>
                    <a:gd name="connsiteY5" fmla="*/ 46117 h 84724"/>
                    <a:gd name="connsiteX6" fmla="*/ 171821 w 174543"/>
                    <a:gd name="connsiteY6" fmla="*/ 80041 h 84724"/>
                    <a:gd name="connsiteX7" fmla="*/ 174543 w 174543"/>
                    <a:gd name="connsiteY7" fmla="*/ 84724 h 84724"/>
                    <a:gd name="connsiteX8" fmla="*/ 167900 w 174543"/>
                    <a:gd name="connsiteY8" fmla="*/ 64522 h 84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4543" h="84724">
                      <a:moveTo>
                        <a:pt x="167900" y="64522"/>
                      </a:moveTo>
                      <a:cubicBezTo>
                        <a:pt x="150312" y="38929"/>
                        <a:pt x="120199" y="29236"/>
                        <a:pt x="105877" y="18781"/>
                      </a:cubicBezTo>
                      <a:cubicBezTo>
                        <a:pt x="96620" y="12028"/>
                        <a:pt x="54854" y="-22332"/>
                        <a:pt x="19731" y="23192"/>
                      </a:cubicBezTo>
                      <a:cubicBezTo>
                        <a:pt x="3994" y="43612"/>
                        <a:pt x="-5971" y="58314"/>
                        <a:pt x="3994" y="81675"/>
                      </a:cubicBezTo>
                      <a:cubicBezTo>
                        <a:pt x="3123" y="66482"/>
                        <a:pt x="8732" y="41924"/>
                        <a:pt x="20712" y="26404"/>
                      </a:cubicBezTo>
                      <a:cubicBezTo>
                        <a:pt x="55780" y="-19174"/>
                        <a:pt x="91937" y="39364"/>
                        <a:pt x="101194" y="46117"/>
                      </a:cubicBezTo>
                      <a:cubicBezTo>
                        <a:pt x="115461" y="56572"/>
                        <a:pt x="130273" y="23355"/>
                        <a:pt x="171821" y="80041"/>
                      </a:cubicBezTo>
                      <a:cubicBezTo>
                        <a:pt x="172910" y="81512"/>
                        <a:pt x="173727" y="83091"/>
                        <a:pt x="174543" y="84724"/>
                      </a:cubicBezTo>
                      <a:cubicBezTo>
                        <a:pt x="174053" y="77319"/>
                        <a:pt x="171930" y="70403"/>
                        <a:pt x="167900" y="64522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" name="Forme libre : forme 29">
                  <a:extLst>
                    <a:ext uri="{FF2B5EF4-FFF2-40B4-BE49-F238E27FC236}">
                      <a16:creationId xmlns:a16="http://schemas.microsoft.com/office/drawing/2014/main" id="{3F27CB57-A74E-4BDE-8558-FCB0A6CBE1B4}"/>
                    </a:ext>
                  </a:extLst>
                </p:cNvPr>
                <p:cNvSpPr/>
                <p:nvPr/>
              </p:nvSpPr>
              <p:spPr>
                <a:xfrm>
                  <a:off x="4903668" y="3636159"/>
                  <a:ext cx="174760" cy="167467"/>
                </a:xfrm>
                <a:custGeom>
                  <a:avLst/>
                  <a:gdLst>
                    <a:gd name="connsiteX0" fmla="*/ 167974 w 174760"/>
                    <a:gd name="connsiteY0" fmla="*/ 64522 h 167467"/>
                    <a:gd name="connsiteX1" fmla="*/ 105951 w 174760"/>
                    <a:gd name="connsiteY1" fmla="*/ 18781 h 167467"/>
                    <a:gd name="connsiteX2" fmla="*/ 19805 w 174760"/>
                    <a:gd name="connsiteY2" fmla="*/ 23192 h 167467"/>
                    <a:gd name="connsiteX3" fmla="*/ 15557 w 174760"/>
                    <a:gd name="connsiteY3" fmla="*/ 101278 h 167467"/>
                    <a:gd name="connsiteX4" fmla="*/ 121089 w 174760"/>
                    <a:gd name="connsiteY4" fmla="*/ 160524 h 167467"/>
                    <a:gd name="connsiteX5" fmla="*/ 167974 w 174760"/>
                    <a:gd name="connsiteY5" fmla="*/ 64522 h 167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4760" h="167467">
                      <a:moveTo>
                        <a:pt x="167974" y="64522"/>
                      </a:moveTo>
                      <a:cubicBezTo>
                        <a:pt x="150385" y="38929"/>
                        <a:pt x="120272" y="29236"/>
                        <a:pt x="105951" y="18781"/>
                      </a:cubicBezTo>
                      <a:cubicBezTo>
                        <a:pt x="96693" y="12028"/>
                        <a:pt x="54927" y="-22332"/>
                        <a:pt x="19805" y="23192"/>
                      </a:cubicBezTo>
                      <a:cubicBezTo>
                        <a:pt x="93" y="48785"/>
                        <a:pt x="-10689" y="65284"/>
                        <a:pt x="15557" y="101278"/>
                      </a:cubicBezTo>
                      <a:cubicBezTo>
                        <a:pt x="41804" y="137272"/>
                        <a:pt x="73550" y="185627"/>
                        <a:pt x="121089" y="160524"/>
                      </a:cubicBezTo>
                      <a:cubicBezTo>
                        <a:pt x="168627" y="135366"/>
                        <a:pt x="185562" y="90115"/>
                        <a:pt x="167974" y="64522"/>
                      </a:cubicBezTo>
                      <a:close/>
                    </a:path>
                  </a:pathLst>
                </a:custGeom>
                <a:noFill/>
                <a:ln w="9800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" name="Forme libre : forme 30">
                  <a:extLst>
                    <a:ext uri="{FF2B5EF4-FFF2-40B4-BE49-F238E27FC236}">
                      <a16:creationId xmlns:a16="http://schemas.microsoft.com/office/drawing/2014/main" id="{A05BD0E8-A58E-477F-9C97-CCC274C61538}"/>
                    </a:ext>
                  </a:extLst>
                </p:cNvPr>
                <p:cNvSpPr/>
                <p:nvPr/>
              </p:nvSpPr>
              <p:spPr>
                <a:xfrm>
                  <a:off x="4912372" y="3680733"/>
                  <a:ext cx="157149" cy="108457"/>
                </a:xfrm>
                <a:custGeom>
                  <a:avLst/>
                  <a:gdLst>
                    <a:gd name="connsiteX0" fmla="*/ 142389 w 157149"/>
                    <a:gd name="connsiteY0" fmla="*/ 76307 h 108457"/>
                    <a:gd name="connsiteX1" fmla="*/ 155349 w 157149"/>
                    <a:gd name="connsiteY1" fmla="*/ 48863 h 108457"/>
                    <a:gd name="connsiteX2" fmla="*/ 157146 w 157149"/>
                    <a:gd name="connsiteY2" fmla="*/ 41348 h 108457"/>
                    <a:gd name="connsiteX3" fmla="*/ 151592 w 157149"/>
                    <a:gd name="connsiteY3" fmla="*/ 29531 h 108457"/>
                    <a:gd name="connsiteX4" fmla="*/ 139884 w 157149"/>
                    <a:gd name="connsiteY4" fmla="*/ 23106 h 108457"/>
                    <a:gd name="connsiteX5" fmla="*/ 126488 w 157149"/>
                    <a:gd name="connsiteY5" fmla="*/ 20710 h 108457"/>
                    <a:gd name="connsiteX6" fmla="*/ 102637 w 157149"/>
                    <a:gd name="connsiteY6" fmla="*/ 30729 h 108457"/>
                    <a:gd name="connsiteX7" fmla="*/ 69747 w 157149"/>
                    <a:gd name="connsiteY7" fmla="*/ 33452 h 108457"/>
                    <a:gd name="connsiteX8" fmla="*/ 58203 w 157149"/>
                    <a:gd name="connsiteY8" fmla="*/ 23705 h 108457"/>
                    <a:gd name="connsiteX9" fmla="*/ 11645 w 157149"/>
                    <a:gd name="connsiteY9" fmla="*/ 344 h 108457"/>
                    <a:gd name="connsiteX10" fmla="*/ 8596 w 157149"/>
                    <a:gd name="connsiteY10" fmla="*/ 40640 h 108457"/>
                    <a:gd name="connsiteX11" fmla="*/ 26402 w 157149"/>
                    <a:gd name="connsiteY11" fmla="*/ 67268 h 108457"/>
                    <a:gd name="connsiteX12" fmla="*/ 55644 w 157149"/>
                    <a:gd name="connsiteY12" fmla="*/ 98524 h 108457"/>
                    <a:gd name="connsiteX13" fmla="*/ 96430 w 157149"/>
                    <a:gd name="connsiteY13" fmla="*/ 106965 h 108457"/>
                    <a:gd name="connsiteX14" fmla="*/ 111078 w 157149"/>
                    <a:gd name="connsiteY14" fmla="*/ 100321 h 108457"/>
                    <a:gd name="connsiteX15" fmla="*/ 142389 w 157149"/>
                    <a:gd name="connsiteY15" fmla="*/ 76307 h 108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57149" h="108457">
                      <a:moveTo>
                        <a:pt x="142389" y="76307"/>
                      </a:moveTo>
                      <a:cubicBezTo>
                        <a:pt x="148488" y="68194"/>
                        <a:pt x="151972" y="58447"/>
                        <a:pt x="155349" y="48863"/>
                      </a:cubicBezTo>
                      <a:cubicBezTo>
                        <a:pt x="156220" y="46412"/>
                        <a:pt x="157091" y="43907"/>
                        <a:pt x="157146" y="41348"/>
                      </a:cubicBezTo>
                      <a:cubicBezTo>
                        <a:pt x="157255" y="36883"/>
                        <a:pt x="154913" y="32581"/>
                        <a:pt x="151592" y="29531"/>
                      </a:cubicBezTo>
                      <a:cubicBezTo>
                        <a:pt x="148270" y="26482"/>
                        <a:pt x="144077" y="24576"/>
                        <a:pt x="139884" y="23106"/>
                      </a:cubicBezTo>
                      <a:cubicBezTo>
                        <a:pt x="135582" y="21581"/>
                        <a:pt x="131062" y="20438"/>
                        <a:pt x="126488" y="20710"/>
                      </a:cubicBezTo>
                      <a:cubicBezTo>
                        <a:pt x="117776" y="21254"/>
                        <a:pt x="110315" y="26700"/>
                        <a:pt x="102637" y="30729"/>
                      </a:cubicBezTo>
                      <a:cubicBezTo>
                        <a:pt x="92509" y="36011"/>
                        <a:pt x="79876" y="38843"/>
                        <a:pt x="69747" y="33452"/>
                      </a:cubicBezTo>
                      <a:cubicBezTo>
                        <a:pt x="65282" y="31056"/>
                        <a:pt x="61743" y="27244"/>
                        <a:pt x="58203" y="23705"/>
                      </a:cubicBezTo>
                      <a:cubicBezTo>
                        <a:pt x="46659" y="12161"/>
                        <a:pt x="29288" y="-2433"/>
                        <a:pt x="11645" y="344"/>
                      </a:cubicBezTo>
                      <a:cubicBezTo>
                        <a:pt x="-8285" y="3502"/>
                        <a:pt x="2007" y="30022"/>
                        <a:pt x="8596" y="40640"/>
                      </a:cubicBezTo>
                      <a:cubicBezTo>
                        <a:pt x="14259" y="49734"/>
                        <a:pt x="20194" y="58610"/>
                        <a:pt x="26402" y="67268"/>
                      </a:cubicBezTo>
                      <a:cubicBezTo>
                        <a:pt x="34734" y="78921"/>
                        <a:pt x="43827" y="90411"/>
                        <a:pt x="55644" y="98524"/>
                      </a:cubicBezTo>
                      <a:cubicBezTo>
                        <a:pt x="67515" y="106584"/>
                        <a:pt x="82653" y="110940"/>
                        <a:pt x="96430" y="106965"/>
                      </a:cubicBezTo>
                      <a:cubicBezTo>
                        <a:pt x="101603" y="105495"/>
                        <a:pt x="106340" y="102935"/>
                        <a:pt x="111078" y="100321"/>
                      </a:cubicBezTo>
                      <a:cubicBezTo>
                        <a:pt x="122622" y="93842"/>
                        <a:pt x="134384" y="86926"/>
                        <a:pt x="142389" y="76307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" name="Forme libre : forme 31">
                  <a:extLst>
                    <a:ext uri="{FF2B5EF4-FFF2-40B4-BE49-F238E27FC236}">
                      <a16:creationId xmlns:a16="http://schemas.microsoft.com/office/drawing/2014/main" id="{064F1899-B892-4C45-87EC-CE25D1DE3658}"/>
                    </a:ext>
                  </a:extLst>
                </p:cNvPr>
                <p:cNvSpPr/>
                <p:nvPr/>
              </p:nvSpPr>
              <p:spPr>
                <a:xfrm>
                  <a:off x="4931661" y="3673311"/>
                  <a:ext cx="23665" cy="23647"/>
                </a:xfrm>
                <a:custGeom>
                  <a:avLst/>
                  <a:gdLst>
                    <a:gd name="connsiteX0" fmla="*/ 20836 w 23665"/>
                    <a:gd name="connsiteY0" fmla="*/ 4173 h 23647"/>
                    <a:gd name="connsiteX1" fmla="*/ 4173 w 23665"/>
                    <a:gd name="connsiteY1" fmla="*/ 2812 h 23647"/>
                    <a:gd name="connsiteX2" fmla="*/ 2812 w 23665"/>
                    <a:gd name="connsiteY2" fmla="*/ 19474 h 23647"/>
                    <a:gd name="connsiteX3" fmla="*/ 19474 w 23665"/>
                    <a:gd name="connsiteY3" fmla="*/ 20836 h 23647"/>
                    <a:gd name="connsiteX4" fmla="*/ 20836 w 23665"/>
                    <a:gd name="connsiteY4" fmla="*/ 4173 h 23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65" h="23647">
                      <a:moveTo>
                        <a:pt x="20836" y="4173"/>
                      </a:moveTo>
                      <a:cubicBezTo>
                        <a:pt x="16643" y="-782"/>
                        <a:pt x="9183" y="-1436"/>
                        <a:pt x="4173" y="2812"/>
                      </a:cubicBezTo>
                      <a:cubicBezTo>
                        <a:pt x="-782" y="7004"/>
                        <a:pt x="-1436" y="14465"/>
                        <a:pt x="2812" y="19474"/>
                      </a:cubicBezTo>
                      <a:cubicBezTo>
                        <a:pt x="7004" y="24430"/>
                        <a:pt x="14465" y="25083"/>
                        <a:pt x="19474" y="20836"/>
                      </a:cubicBezTo>
                      <a:cubicBezTo>
                        <a:pt x="24484" y="16588"/>
                        <a:pt x="25083" y="9183"/>
                        <a:pt x="20836" y="41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" name="Forme libre : forme 32">
                  <a:extLst>
                    <a:ext uri="{FF2B5EF4-FFF2-40B4-BE49-F238E27FC236}">
                      <a16:creationId xmlns:a16="http://schemas.microsoft.com/office/drawing/2014/main" id="{0B7CECC3-41DE-45E9-BD91-4E22E750050C}"/>
                    </a:ext>
                  </a:extLst>
                </p:cNvPr>
                <p:cNvSpPr/>
                <p:nvPr/>
              </p:nvSpPr>
              <p:spPr>
                <a:xfrm>
                  <a:off x="4968452" y="3678028"/>
                  <a:ext cx="15464" cy="15464"/>
                </a:xfrm>
                <a:custGeom>
                  <a:avLst/>
                  <a:gdLst>
                    <a:gd name="connsiteX0" fmla="*/ 15465 w 15464"/>
                    <a:gd name="connsiteY0" fmla="*/ 7732 h 15464"/>
                    <a:gd name="connsiteX1" fmla="*/ 7733 w 15464"/>
                    <a:gd name="connsiteY1" fmla="*/ 15465 h 15464"/>
                    <a:gd name="connsiteX2" fmla="*/ 0 w 15464"/>
                    <a:gd name="connsiteY2" fmla="*/ 7732 h 15464"/>
                    <a:gd name="connsiteX3" fmla="*/ 7733 w 15464"/>
                    <a:gd name="connsiteY3" fmla="*/ 0 h 15464"/>
                    <a:gd name="connsiteX4" fmla="*/ 15465 w 15464"/>
                    <a:gd name="connsiteY4" fmla="*/ 7732 h 15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64" h="15464">
                      <a:moveTo>
                        <a:pt x="15465" y="7732"/>
                      </a:moveTo>
                      <a:cubicBezTo>
                        <a:pt x="15465" y="12003"/>
                        <a:pt x="12003" y="15465"/>
                        <a:pt x="7733" y="15465"/>
                      </a:cubicBezTo>
                      <a:cubicBezTo>
                        <a:pt x="3462" y="15465"/>
                        <a:pt x="0" y="12003"/>
                        <a:pt x="0" y="7732"/>
                      </a:cubicBezTo>
                      <a:cubicBezTo>
                        <a:pt x="0" y="3462"/>
                        <a:pt x="3462" y="0"/>
                        <a:pt x="7733" y="0"/>
                      </a:cubicBezTo>
                      <a:cubicBezTo>
                        <a:pt x="12003" y="0"/>
                        <a:pt x="15465" y="3462"/>
                        <a:pt x="15465" y="7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" name="Forme libre : forme 33">
                  <a:extLst>
                    <a:ext uri="{FF2B5EF4-FFF2-40B4-BE49-F238E27FC236}">
                      <a16:creationId xmlns:a16="http://schemas.microsoft.com/office/drawing/2014/main" id="{9AD887C9-74C9-4686-ABB1-5984F434C9E1}"/>
                    </a:ext>
                  </a:extLst>
                </p:cNvPr>
                <p:cNvSpPr/>
                <p:nvPr/>
              </p:nvSpPr>
              <p:spPr>
                <a:xfrm>
                  <a:off x="4958778" y="3763680"/>
                  <a:ext cx="62116" cy="19232"/>
                </a:xfrm>
                <a:custGeom>
                  <a:avLst/>
                  <a:gdLst>
                    <a:gd name="connsiteX0" fmla="*/ 27807 w 62116"/>
                    <a:gd name="connsiteY0" fmla="*/ 17810 h 19232"/>
                    <a:gd name="connsiteX1" fmla="*/ 44688 w 62116"/>
                    <a:gd name="connsiteY1" fmla="*/ 19008 h 19232"/>
                    <a:gd name="connsiteX2" fmla="*/ 60861 w 62116"/>
                    <a:gd name="connsiteY2" fmla="*/ 11330 h 19232"/>
                    <a:gd name="connsiteX3" fmla="*/ 62113 w 62116"/>
                    <a:gd name="connsiteY3" fmla="*/ 7355 h 19232"/>
                    <a:gd name="connsiteX4" fmla="*/ 59772 w 62116"/>
                    <a:gd name="connsiteY4" fmla="*/ 4142 h 19232"/>
                    <a:gd name="connsiteX5" fmla="*/ 57648 w 62116"/>
                    <a:gd name="connsiteY5" fmla="*/ 4142 h 19232"/>
                    <a:gd name="connsiteX6" fmla="*/ 30802 w 62116"/>
                    <a:gd name="connsiteY6" fmla="*/ 6593 h 19232"/>
                    <a:gd name="connsiteX7" fmla="*/ 4719 w 62116"/>
                    <a:gd name="connsiteY7" fmla="*/ 929 h 19232"/>
                    <a:gd name="connsiteX8" fmla="*/ 689 w 62116"/>
                    <a:gd name="connsiteY8" fmla="*/ 2563 h 19232"/>
                    <a:gd name="connsiteX9" fmla="*/ 8748 w 62116"/>
                    <a:gd name="connsiteY9" fmla="*/ 8281 h 19232"/>
                    <a:gd name="connsiteX10" fmla="*/ 27807 w 62116"/>
                    <a:gd name="connsiteY10" fmla="*/ 17810 h 19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2116" h="19232">
                      <a:moveTo>
                        <a:pt x="27807" y="17810"/>
                      </a:moveTo>
                      <a:cubicBezTo>
                        <a:pt x="33307" y="19226"/>
                        <a:pt x="39025" y="19498"/>
                        <a:pt x="44688" y="19008"/>
                      </a:cubicBezTo>
                      <a:cubicBezTo>
                        <a:pt x="50841" y="18463"/>
                        <a:pt x="57539" y="16558"/>
                        <a:pt x="60861" y="11330"/>
                      </a:cubicBezTo>
                      <a:cubicBezTo>
                        <a:pt x="61623" y="10132"/>
                        <a:pt x="62167" y="8771"/>
                        <a:pt x="62113" y="7355"/>
                      </a:cubicBezTo>
                      <a:cubicBezTo>
                        <a:pt x="62004" y="5939"/>
                        <a:pt x="61133" y="4523"/>
                        <a:pt x="59772" y="4142"/>
                      </a:cubicBezTo>
                      <a:cubicBezTo>
                        <a:pt x="59064" y="3924"/>
                        <a:pt x="58356" y="4033"/>
                        <a:pt x="57648" y="4142"/>
                      </a:cubicBezTo>
                      <a:cubicBezTo>
                        <a:pt x="48717" y="5231"/>
                        <a:pt x="39787" y="6593"/>
                        <a:pt x="30802" y="6593"/>
                      </a:cubicBezTo>
                      <a:cubicBezTo>
                        <a:pt x="21817" y="6593"/>
                        <a:pt x="12669" y="5122"/>
                        <a:pt x="4719" y="929"/>
                      </a:cubicBezTo>
                      <a:cubicBezTo>
                        <a:pt x="2759" y="-105"/>
                        <a:pt x="-1707" y="-1031"/>
                        <a:pt x="689" y="2563"/>
                      </a:cubicBezTo>
                      <a:cubicBezTo>
                        <a:pt x="2159" y="4795"/>
                        <a:pt x="6516" y="6810"/>
                        <a:pt x="8748" y="8281"/>
                      </a:cubicBezTo>
                      <a:cubicBezTo>
                        <a:pt x="14520" y="12310"/>
                        <a:pt x="20837" y="15959"/>
                        <a:pt x="27807" y="17810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35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3737687" y="3248986"/>
              <a:ext cx="1090715" cy="786694"/>
              <a:chOff x="3737687" y="3248986"/>
              <a:chExt cx="1090715" cy="786694"/>
            </a:xfrm>
            <a:solidFill>
              <a:schemeClr val="accent1"/>
            </a:solidFill>
          </p:grpSpPr>
          <p:sp>
            <p:nvSpPr>
              <p:cNvPr id="36" name="Forme libre : forme 35">
                <a:extLst>
                  <a:ext uri="{FF2B5EF4-FFF2-40B4-BE49-F238E27FC236}">
                    <a16:creationId xmlns:a16="http://schemas.microsoft.com/office/drawing/2014/main" id="{47ADC808-C2E4-42EE-A898-95A19EB93FA3}"/>
                  </a:ext>
                </a:extLst>
              </p:cNvPr>
              <p:cNvSpPr/>
              <p:nvPr/>
            </p:nvSpPr>
            <p:spPr>
              <a:xfrm>
                <a:off x="3737687" y="3248986"/>
                <a:ext cx="1089675" cy="786694"/>
              </a:xfrm>
              <a:custGeom>
                <a:avLst/>
                <a:gdLst>
                  <a:gd name="connsiteX0" fmla="*/ 1087497 w 1089675"/>
                  <a:gd name="connsiteY0" fmla="*/ 532885 h 786694"/>
                  <a:gd name="connsiteX1" fmla="*/ 729463 w 1089675"/>
                  <a:gd name="connsiteY1" fmla="*/ 633842 h 786694"/>
                  <a:gd name="connsiteX2" fmla="*/ 597794 w 1089675"/>
                  <a:gd name="connsiteY2" fmla="*/ 677242 h 786694"/>
                  <a:gd name="connsiteX3" fmla="*/ 515569 w 1089675"/>
                  <a:gd name="connsiteY3" fmla="*/ 623714 h 786694"/>
                  <a:gd name="connsiteX4" fmla="*/ 515569 w 1089675"/>
                  <a:gd name="connsiteY4" fmla="*/ 623714 h 786694"/>
                  <a:gd name="connsiteX5" fmla="*/ 418532 w 1089675"/>
                  <a:gd name="connsiteY5" fmla="*/ 266442 h 786694"/>
                  <a:gd name="connsiteX6" fmla="*/ 384226 w 1089675"/>
                  <a:gd name="connsiteY6" fmla="*/ 0 h 786694"/>
                  <a:gd name="connsiteX7" fmla="*/ 357054 w 1089675"/>
                  <a:gd name="connsiteY7" fmla="*/ 2069 h 786694"/>
                  <a:gd name="connsiteX8" fmla="*/ 485074 w 1089675"/>
                  <a:gd name="connsiteY8" fmla="*/ 622135 h 786694"/>
                  <a:gd name="connsiteX9" fmla="*/ 485020 w 1089675"/>
                  <a:gd name="connsiteY9" fmla="*/ 622080 h 786694"/>
                  <a:gd name="connsiteX10" fmla="*/ 485183 w 1089675"/>
                  <a:gd name="connsiteY10" fmla="*/ 622353 h 786694"/>
                  <a:gd name="connsiteX11" fmla="*/ 487852 w 1089675"/>
                  <a:gd name="connsiteY11" fmla="*/ 628669 h 786694"/>
                  <a:gd name="connsiteX12" fmla="*/ 448808 w 1089675"/>
                  <a:gd name="connsiteY12" fmla="*/ 680673 h 786694"/>
                  <a:gd name="connsiteX13" fmla="*/ 433616 w 1089675"/>
                  <a:gd name="connsiteY13" fmla="*/ 680183 h 786694"/>
                  <a:gd name="connsiteX14" fmla="*/ 349158 w 1089675"/>
                  <a:gd name="connsiteY14" fmla="*/ 677732 h 786694"/>
                  <a:gd name="connsiteX15" fmla="*/ 0 w 1089675"/>
                  <a:gd name="connsiteY15" fmla="*/ 762952 h 786694"/>
                  <a:gd name="connsiteX16" fmla="*/ 13287 w 1089675"/>
                  <a:gd name="connsiteY16" fmla="*/ 786694 h 786694"/>
                  <a:gd name="connsiteX17" fmla="*/ 348613 w 1089675"/>
                  <a:gd name="connsiteY17" fmla="*/ 704905 h 786694"/>
                  <a:gd name="connsiteX18" fmla="*/ 432636 w 1089675"/>
                  <a:gd name="connsiteY18" fmla="*/ 707355 h 786694"/>
                  <a:gd name="connsiteX19" fmla="*/ 741498 w 1089675"/>
                  <a:gd name="connsiteY19" fmla="*/ 658238 h 786694"/>
                  <a:gd name="connsiteX20" fmla="*/ 1089675 w 1089675"/>
                  <a:gd name="connsiteY20" fmla="*/ 560003 h 786694"/>
                  <a:gd name="connsiteX21" fmla="*/ 1087497 w 1089675"/>
                  <a:gd name="connsiteY21" fmla="*/ 532885 h 78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89675" h="786694">
                    <a:moveTo>
                      <a:pt x="1087497" y="532885"/>
                    </a:moveTo>
                    <a:cubicBezTo>
                      <a:pt x="939655" y="545301"/>
                      <a:pt x="866033" y="566047"/>
                      <a:pt x="729463" y="633842"/>
                    </a:cubicBezTo>
                    <a:cubicBezTo>
                      <a:pt x="679801" y="658510"/>
                      <a:pt x="639505" y="671198"/>
                      <a:pt x="597794" y="677242"/>
                    </a:cubicBezTo>
                    <a:cubicBezTo>
                      <a:pt x="594472" y="677678"/>
                      <a:pt x="541325" y="683341"/>
                      <a:pt x="515569" y="623714"/>
                    </a:cubicBezTo>
                    <a:lnTo>
                      <a:pt x="515569" y="623714"/>
                    </a:lnTo>
                    <a:cubicBezTo>
                      <a:pt x="477342" y="536860"/>
                      <a:pt x="444234" y="415265"/>
                      <a:pt x="418532" y="266442"/>
                    </a:cubicBezTo>
                    <a:cubicBezTo>
                      <a:pt x="393538" y="121704"/>
                      <a:pt x="384335" y="1198"/>
                      <a:pt x="384226" y="0"/>
                    </a:cubicBezTo>
                    <a:lnTo>
                      <a:pt x="357054" y="2069"/>
                    </a:lnTo>
                    <a:cubicBezTo>
                      <a:pt x="358360" y="19658"/>
                      <a:pt x="387275" y="390053"/>
                      <a:pt x="485074" y="622135"/>
                    </a:cubicBezTo>
                    <a:lnTo>
                      <a:pt x="485020" y="622080"/>
                    </a:lnTo>
                    <a:cubicBezTo>
                      <a:pt x="485020" y="622080"/>
                      <a:pt x="485074" y="622189"/>
                      <a:pt x="485183" y="622353"/>
                    </a:cubicBezTo>
                    <a:cubicBezTo>
                      <a:pt x="486055" y="624476"/>
                      <a:pt x="486980" y="626600"/>
                      <a:pt x="487852" y="628669"/>
                    </a:cubicBezTo>
                    <a:cubicBezTo>
                      <a:pt x="493569" y="644080"/>
                      <a:pt x="501846" y="681108"/>
                      <a:pt x="448808" y="680673"/>
                    </a:cubicBezTo>
                    <a:cubicBezTo>
                      <a:pt x="443853" y="680509"/>
                      <a:pt x="438789" y="680346"/>
                      <a:pt x="433616" y="680183"/>
                    </a:cubicBezTo>
                    <a:cubicBezTo>
                      <a:pt x="408621" y="679311"/>
                      <a:pt x="380360" y="678331"/>
                      <a:pt x="349158" y="677732"/>
                    </a:cubicBezTo>
                    <a:cubicBezTo>
                      <a:pt x="161020" y="674029"/>
                      <a:pt x="6480" y="759304"/>
                      <a:pt x="0" y="762952"/>
                    </a:cubicBezTo>
                    <a:lnTo>
                      <a:pt x="13287" y="786694"/>
                    </a:lnTo>
                    <a:cubicBezTo>
                      <a:pt x="14811" y="785823"/>
                      <a:pt x="168262" y="701474"/>
                      <a:pt x="348613" y="704905"/>
                    </a:cubicBezTo>
                    <a:cubicBezTo>
                      <a:pt x="379597" y="705504"/>
                      <a:pt x="407805" y="706484"/>
                      <a:pt x="432636" y="707355"/>
                    </a:cubicBezTo>
                    <a:cubicBezTo>
                      <a:pt x="559241" y="711711"/>
                      <a:pt x="628996" y="714107"/>
                      <a:pt x="741498" y="658238"/>
                    </a:cubicBezTo>
                    <a:cubicBezTo>
                      <a:pt x="875944" y="591477"/>
                      <a:pt x="944283" y="572201"/>
                      <a:pt x="1089675" y="560003"/>
                    </a:cubicBezTo>
                    <a:lnTo>
                      <a:pt x="1087497" y="532885"/>
                    </a:lnTo>
                    <a:close/>
                  </a:path>
                </a:pathLst>
              </a:custGeom>
              <a:solidFill>
                <a:srgbClr val="808C86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7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3750647" y="3249041"/>
                <a:ext cx="1077755" cy="786639"/>
                <a:chOff x="3750647" y="3249041"/>
                <a:chExt cx="1077755" cy="786639"/>
              </a:xfrm>
              <a:solidFill>
                <a:srgbClr val="94A89D"/>
              </a:solidFill>
            </p:grpSpPr>
            <p:sp>
              <p:nvSpPr>
                <p:cNvPr id="38" name="Forme libre : forme 37">
                  <a:extLst>
                    <a:ext uri="{FF2B5EF4-FFF2-40B4-BE49-F238E27FC236}">
                      <a16:creationId xmlns:a16="http://schemas.microsoft.com/office/drawing/2014/main" id="{52F4B8CC-9928-4036-9B17-E285EC55BDEA}"/>
                    </a:ext>
                  </a:extLst>
                </p:cNvPr>
                <p:cNvSpPr/>
                <p:nvPr/>
              </p:nvSpPr>
              <p:spPr>
                <a:xfrm>
                  <a:off x="4094702" y="3249041"/>
                  <a:ext cx="344567" cy="681767"/>
                </a:xfrm>
                <a:custGeom>
                  <a:avLst/>
                  <a:gdLst>
                    <a:gd name="connsiteX0" fmla="*/ 13652 w 344567"/>
                    <a:gd name="connsiteY0" fmla="*/ 4520 h 681767"/>
                    <a:gd name="connsiteX1" fmla="*/ 44473 w 344567"/>
                    <a:gd name="connsiteY1" fmla="*/ 272541 h 681767"/>
                    <a:gd name="connsiteX2" fmla="*/ 148861 w 344567"/>
                    <a:gd name="connsiteY2" fmla="*/ 627907 h 681767"/>
                    <a:gd name="connsiteX3" fmla="*/ 148861 w 344567"/>
                    <a:gd name="connsiteY3" fmla="*/ 627907 h 681767"/>
                    <a:gd name="connsiteX4" fmla="*/ 231086 w 344567"/>
                    <a:gd name="connsiteY4" fmla="*/ 681435 h 681767"/>
                    <a:gd name="connsiteX5" fmla="*/ 344568 w 344567"/>
                    <a:gd name="connsiteY5" fmla="*/ 646748 h 681767"/>
                    <a:gd name="connsiteX6" fmla="*/ 240779 w 344567"/>
                    <a:gd name="connsiteY6" fmla="*/ 677242 h 681767"/>
                    <a:gd name="connsiteX7" fmla="*/ 158553 w 344567"/>
                    <a:gd name="connsiteY7" fmla="*/ 623714 h 681767"/>
                    <a:gd name="connsiteX8" fmla="*/ 158553 w 344567"/>
                    <a:gd name="connsiteY8" fmla="*/ 623714 h 681767"/>
                    <a:gd name="connsiteX9" fmla="*/ 51552 w 344567"/>
                    <a:gd name="connsiteY9" fmla="*/ 268457 h 681767"/>
                    <a:gd name="connsiteX10" fmla="*/ 27211 w 344567"/>
                    <a:gd name="connsiteY10" fmla="*/ 0 h 681767"/>
                    <a:gd name="connsiteX11" fmla="*/ 38 w 344567"/>
                    <a:gd name="connsiteY11" fmla="*/ 2069 h 681767"/>
                    <a:gd name="connsiteX12" fmla="*/ 38 w 344567"/>
                    <a:gd name="connsiteY12" fmla="*/ 2069 h 681767"/>
                    <a:gd name="connsiteX13" fmla="*/ 13652 w 344567"/>
                    <a:gd name="connsiteY13" fmla="*/ 4520 h 681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44567" h="681767">
                      <a:moveTo>
                        <a:pt x="13652" y="4520"/>
                      </a:moveTo>
                      <a:cubicBezTo>
                        <a:pt x="21275" y="17643"/>
                        <a:pt x="19533" y="127749"/>
                        <a:pt x="44473" y="272541"/>
                      </a:cubicBezTo>
                      <a:cubicBezTo>
                        <a:pt x="70175" y="421364"/>
                        <a:pt x="110634" y="541053"/>
                        <a:pt x="148861" y="627907"/>
                      </a:cubicBezTo>
                      <a:lnTo>
                        <a:pt x="148861" y="627907"/>
                      </a:lnTo>
                      <a:cubicBezTo>
                        <a:pt x="174617" y="687534"/>
                        <a:pt x="227819" y="681871"/>
                        <a:pt x="231086" y="681435"/>
                      </a:cubicBezTo>
                      <a:cubicBezTo>
                        <a:pt x="267570" y="676153"/>
                        <a:pt x="302965" y="665752"/>
                        <a:pt x="344568" y="646748"/>
                      </a:cubicBezTo>
                      <a:cubicBezTo>
                        <a:pt x="307158" y="663030"/>
                        <a:pt x="274377" y="672341"/>
                        <a:pt x="240779" y="677242"/>
                      </a:cubicBezTo>
                      <a:cubicBezTo>
                        <a:pt x="237457" y="677678"/>
                        <a:pt x="184310" y="683341"/>
                        <a:pt x="158553" y="623714"/>
                      </a:cubicBezTo>
                      <a:lnTo>
                        <a:pt x="158553" y="623714"/>
                      </a:lnTo>
                      <a:cubicBezTo>
                        <a:pt x="120327" y="536860"/>
                        <a:pt x="77254" y="417280"/>
                        <a:pt x="51552" y="268457"/>
                      </a:cubicBezTo>
                      <a:cubicBezTo>
                        <a:pt x="26557" y="123719"/>
                        <a:pt x="27320" y="1198"/>
                        <a:pt x="27211" y="0"/>
                      </a:cubicBezTo>
                      <a:lnTo>
                        <a:pt x="38" y="2069"/>
                      </a:lnTo>
                      <a:cubicBezTo>
                        <a:pt x="93" y="2723"/>
                        <a:pt x="-71" y="436"/>
                        <a:pt x="38" y="2069"/>
                      </a:cubicBezTo>
                      <a:lnTo>
                        <a:pt x="13652" y="4520"/>
                      </a:lnTo>
                      <a:close/>
                    </a:path>
                  </a:pathLst>
                </a:custGeom>
                <a:solidFill>
                  <a:srgbClr val="94A89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Forme libre : forme 38">
                  <a:extLst>
                    <a:ext uri="{FF2B5EF4-FFF2-40B4-BE49-F238E27FC236}">
                      <a16:creationId xmlns:a16="http://schemas.microsoft.com/office/drawing/2014/main" id="{27A48D63-E0D4-4C8A-8479-089072DE0543}"/>
                    </a:ext>
                  </a:extLst>
                </p:cNvPr>
                <p:cNvSpPr/>
                <p:nvPr/>
              </p:nvSpPr>
              <p:spPr>
                <a:xfrm>
                  <a:off x="4533311" y="3781872"/>
                  <a:ext cx="295091" cy="69700"/>
                </a:xfrm>
                <a:custGeom>
                  <a:avLst/>
                  <a:gdLst>
                    <a:gd name="connsiteX0" fmla="*/ 292417 w 295091"/>
                    <a:gd name="connsiteY0" fmla="*/ 6262 h 69700"/>
                    <a:gd name="connsiteX1" fmla="*/ 294159 w 295091"/>
                    <a:gd name="connsiteY1" fmla="*/ 27118 h 69700"/>
                    <a:gd name="connsiteX2" fmla="*/ 294159 w 295091"/>
                    <a:gd name="connsiteY2" fmla="*/ 27118 h 69700"/>
                    <a:gd name="connsiteX3" fmla="*/ 291872 w 295091"/>
                    <a:gd name="connsiteY3" fmla="*/ 0 h 69700"/>
                    <a:gd name="connsiteX4" fmla="*/ 0 w 295091"/>
                    <a:gd name="connsiteY4" fmla="*/ 69701 h 69700"/>
                    <a:gd name="connsiteX5" fmla="*/ 292417 w 295091"/>
                    <a:gd name="connsiteY5" fmla="*/ 6262 h 69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091" h="69700">
                      <a:moveTo>
                        <a:pt x="292417" y="6262"/>
                      </a:moveTo>
                      <a:lnTo>
                        <a:pt x="294159" y="27118"/>
                      </a:lnTo>
                      <a:cubicBezTo>
                        <a:pt x="297427" y="26846"/>
                        <a:pt x="290783" y="27390"/>
                        <a:pt x="294159" y="27118"/>
                      </a:cubicBezTo>
                      <a:lnTo>
                        <a:pt x="291872" y="0"/>
                      </a:lnTo>
                      <a:cubicBezTo>
                        <a:pt x="169732" y="10237"/>
                        <a:pt x="98180" y="26247"/>
                        <a:pt x="0" y="69701"/>
                      </a:cubicBezTo>
                      <a:cubicBezTo>
                        <a:pt x="93334" y="29405"/>
                        <a:pt x="174307" y="16173"/>
                        <a:pt x="292417" y="6262"/>
                      </a:cubicBezTo>
                      <a:close/>
                    </a:path>
                  </a:pathLst>
                </a:custGeom>
                <a:solidFill>
                  <a:srgbClr val="94A89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" name="Forme libre : forme 39">
                  <a:extLst>
                    <a:ext uri="{FF2B5EF4-FFF2-40B4-BE49-F238E27FC236}">
                      <a16:creationId xmlns:a16="http://schemas.microsoft.com/office/drawing/2014/main" id="{246FCF85-F376-4A2E-8B0A-AF3728493E6E}"/>
                    </a:ext>
                  </a:extLst>
                </p:cNvPr>
                <p:cNvSpPr/>
                <p:nvPr/>
              </p:nvSpPr>
              <p:spPr>
                <a:xfrm>
                  <a:off x="3775641" y="3926601"/>
                  <a:ext cx="431981" cy="66769"/>
                </a:xfrm>
                <a:custGeom>
                  <a:avLst/>
                  <a:gdLst>
                    <a:gd name="connsiteX0" fmla="*/ 301565 w 431981"/>
                    <a:gd name="connsiteY0" fmla="*/ 4311 h 66769"/>
                    <a:gd name="connsiteX1" fmla="*/ 386023 w 431981"/>
                    <a:gd name="connsiteY1" fmla="*/ 6761 h 66769"/>
                    <a:gd name="connsiteX2" fmla="*/ 401216 w 431981"/>
                    <a:gd name="connsiteY2" fmla="*/ 7251 h 66769"/>
                    <a:gd name="connsiteX3" fmla="*/ 431982 w 431981"/>
                    <a:gd name="connsiteY3" fmla="*/ 553 h 66769"/>
                    <a:gd name="connsiteX4" fmla="*/ 410854 w 431981"/>
                    <a:gd name="connsiteY4" fmla="*/ 3058 h 66769"/>
                    <a:gd name="connsiteX5" fmla="*/ 395661 w 431981"/>
                    <a:gd name="connsiteY5" fmla="*/ 2568 h 66769"/>
                    <a:gd name="connsiteX6" fmla="*/ 311203 w 431981"/>
                    <a:gd name="connsiteY6" fmla="*/ 117 h 66769"/>
                    <a:gd name="connsiteX7" fmla="*/ 0 w 431981"/>
                    <a:gd name="connsiteY7" fmla="*/ 66769 h 66769"/>
                    <a:gd name="connsiteX8" fmla="*/ 301565 w 431981"/>
                    <a:gd name="connsiteY8" fmla="*/ 4311 h 66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1981" h="66769">
                      <a:moveTo>
                        <a:pt x="301565" y="4311"/>
                      </a:moveTo>
                      <a:cubicBezTo>
                        <a:pt x="332767" y="4909"/>
                        <a:pt x="361029" y="5890"/>
                        <a:pt x="386023" y="6761"/>
                      </a:cubicBezTo>
                      <a:cubicBezTo>
                        <a:pt x="391196" y="6924"/>
                        <a:pt x="396260" y="7088"/>
                        <a:pt x="401216" y="7251"/>
                      </a:cubicBezTo>
                      <a:cubicBezTo>
                        <a:pt x="415537" y="7360"/>
                        <a:pt x="425339" y="4746"/>
                        <a:pt x="431982" y="553"/>
                      </a:cubicBezTo>
                      <a:cubicBezTo>
                        <a:pt x="426373" y="2187"/>
                        <a:pt x="419403" y="3113"/>
                        <a:pt x="410854" y="3058"/>
                      </a:cubicBezTo>
                      <a:cubicBezTo>
                        <a:pt x="405899" y="2895"/>
                        <a:pt x="400834" y="2731"/>
                        <a:pt x="395661" y="2568"/>
                      </a:cubicBezTo>
                      <a:cubicBezTo>
                        <a:pt x="370667" y="1697"/>
                        <a:pt x="342406" y="717"/>
                        <a:pt x="311203" y="117"/>
                      </a:cubicBezTo>
                      <a:cubicBezTo>
                        <a:pt x="175886" y="-2551"/>
                        <a:pt x="57939" y="40849"/>
                        <a:pt x="0" y="66769"/>
                      </a:cubicBezTo>
                      <a:cubicBezTo>
                        <a:pt x="60825" y="40577"/>
                        <a:pt x="173381" y="1806"/>
                        <a:pt x="301565" y="4311"/>
                      </a:cubicBezTo>
                      <a:close/>
                    </a:path>
                  </a:pathLst>
                </a:custGeom>
                <a:solidFill>
                  <a:srgbClr val="94A89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" name="Forme libre : forme 40">
                  <a:extLst>
                    <a:ext uri="{FF2B5EF4-FFF2-40B4-BE49-F238E27FC236}">
                      <a16:creationId xmlns:a16="http://schemas.microsoft.com/office/drawing/2014/main" id="{602D2AE9-0B70-4244-9167-3B7F10E67580}"/>
                    </a:ext>
                  </a:extLst>
                </p:cNvPr>
                <p:cNvSpPr/>
                <p:nvPr/>
              </p:nvSpPr>
              <p:spPr>
                <a:xfrm>
                  <a:off x="3750647" y="4019399"/>
                  <a:ext cx="33924" cy="16281"/>
                </a:xfrm>
                <a:custGeom>
                  <a:avLst/>
                  <a:gdLst>
                    <a:gd name="connsiteX0" fmla="*/ 0 w 33924"/>
                    <a:gd name="connsiteY0" fmla="*/ 15683 h 16281"/>
                    <a:gd name="connsiteX1" fmla="*/ 327 w 33924"/>
                    <a:gd name="connsiteY1" fmla="*/ 16282 h 16281"/>
                    <a:gd name="connsiteX2" fmla="*/ 33925 w 33924"/>
                    <a:gd name="connsiteY2" fmla="*/ 0 h 16281"/>
                    <a:gd name="connsiteX3" fmla="*/ 0 w 33924"/>
                    <a:gd name="connsiteY3" fmla="*/ 15683 h 16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24" h="16281">
                      <a:moveTo>
                        <a:pt x="0" y="15683"/>
                      </a:moveTo>
                      <a:lnTo>
                        <a:pt x="327" y="16282"/>
                      </a:lnTo>
                      <a:cubicBezTo>
                        <a:pt x="762" y="16064"/>
                        <a:pt x="12851" y="9420"/>
                        <a:pt x="33925" y="0"/>
                      </a:cubicBezTo>
                      <a:cubicBezTo>
                        <a:pt x="18895" y="6480"/>
                        <a:pt x="7406" y="11980"/>
                        <a:pt x="0" y="15683"/>
                      </a:cubicBezTo>
                      <a:close/>
                    </a:path>
                  </a:pathLst>
                </a:custGeom>
                <a:solidFill>
                  <a:srgbClr val="94A89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" name="Forme libre : forme 41">
                  <a:extLst>
                    <a:ext uri="{FF2B5EF4-FFF2-40B4-BE49-F238E27FC236}">
                      <a16:creationId xmlns:a16="http://schemas.microsoft.com/office/drawing/2014/main" id="{B0E40826-811F-4755-BEB0-4B4BEC61DFDB}"/>
                    </a:ext>
                  </a:extLst>
                </p:cNvPr>
                <p:cNvSpPr/>
                <p:nvPr/>
              </p:nvSpPr>
              <p:spPr>
                <a:xfrm>
                  <a:off x="4446512" y="3876022"/>
                  <a:ext cx="98724" cy="46340"/>
                </a:xfrm>
                <a:custGeom>
                  <a:avLst/>
                  <a:gdLst>
                    <a:gd name="connsiteX0" fmla="*/ 23088 w 98724"/>
                    <a:gd name="connsiteY0" fmla="*/ 35449 h 46340"/>
                    <a:gd name="connsiteX1" fmla="*/ 0 w 98724"/>
                    <a:gd name="connsiteY1" fmla="*/ 46340 h 46340"/>
                    <a:gd name="connsiteX2" fmla="*/ 32727 w 98724"/>
                    <a:gd name="connsiteY2" fmla="*/ 31202 h 46340"/>
                    <a:gd name="connsiteX3" fmla="*/ 98725 w 98724"/>
                    <a:gd name="connsiteY3" fmla="*/ 0 h 46340"/>
                    <a:gd name="connsiteX4" fmla="*/ 23088 w 98724"/>
                    <a:gd name="connsiteY4" fmla="*/ 35449 h 46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724" h="46340">
                      <a:moveTo>
                        <a:pt x="23088" y="35449"/>
                      </a:moveTo>
                      <a:cubicBezTo>
                        <a:pt x="15192" y="39370"/>
                        <a:pt x="7514" y="42964"/>
                        <a:pt x="0" y="46340"/>
                      </a:cubicBezTo>
                      <a:cubicBezTo>
                        <a:pt x="10564" y="41821"/>
                        <a:pt x="21455" y="36811"/>
                        <a:pt x="32727" y="31202"/>
                      </a:cubicBezTo>
                      <a:cubicBezTo>
                        <a:pt x="56577" y="19386"/>
                        <a:pt x="78304" y="9039"/>
                        <a:pt x="98725" y="0"/>
                      </a:cubicBezTo>
                      <a:cubicBezTo>
                        <a:pt x="75527" y="10019"/>
                        <a:pt x="50696" y="21727"/>
                        <a:pt x="23088" y="35449"/>
                      </a:cubicBezTo>
                      <a:close/>
                    </a:path>
                  </a:pathLst>
                </a:custGeom>
                <a:solidFill>
                  <a:srgbClr val="94A89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3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3737796" y="3250947"/>
                <a:ext cx="1089675" cy="784733"/>
                <a:chOff x="3737796" y="3250947"/>
                <a:chExt cx="1089675" cy="784733"/>
              </a:xfrm>
              <a:solidFill>
                <a:srgbClr val="65726B"/>
              </a:solidFill>
            </p:grpSpPr>
            <p:sp>
              <p:nvSpPr>
                <p:cNvPr id="44" name="Forme libre : forme 43">
                  <a:extLst>
                    <a:ext uri="{FF2B5EF4-FFF2-40B4-BE49-F238E27FC236}">
                      <a16:creationId xmlns:a16="http://schemas.microsoft.com/office/drawing/2014/main" id="{0C4E45F1-48E6-4C48-B6C7-5E10EB51AC27}"/>
                    </a:ext>
                  </a:extLst>
                </p:cNvPr>
                <p:cNvSpPr/>
                <p:nvPr/>
              </p:nvSpPr>
              <p:spPr>
                <a:xfrm>
                  <a:off x="4094740" y="3250947"/>
                  <a:ext cx="135070" cy="643535"/>
                </a:xfrm>
                <a:custGeom>
                  <a:avLst/>
                  <a:gdLst>
                    <a:gd name="connsiteX0" fmla="*/ 128021 w 135070"/>
                    <a:gd name="connsiteY0" fmla="*/ 620066 h 643535"/>
                    <a:gd name="connsiteX1" fmla="*/ 128184 w 135070"/>
                    <a:gd name="connsiteY1" fmla="*/ 620338 h 643535"/>
                    <a:gd name="connsiteX2" fmla="*/ 130852 w 135070"/>
                    <a:gd name="connsiteY2" fmla="*/ 626654 h 643535"/>
                    <a:gd name="connsiteX3" fmla="*/ 134882 w 135070"/>
                    <a:gd name="connsiteY3" fmla="*/ 643535 h 643535"/>
                    <a:gd name="connsiteX4" fmla="*/ 130852 w 135070"/>
                    <a:gd name="connsiteY4" fmla="*/ 618704 h 643535"/>
                    <a:gd name="connsiteX5" fmla="*/ 128184 w 135070"/>
                    <a:gd name="connsiteY5" fmla="*/ 612388 h 643535"/>
                    <a:gd name="connsiteX6" fmla="*/ 128021 w 135070"/>
                    <a:gd name="connsiteY6" fmla="*/ 612115 h 643535"/>
                    <a:gd name="connsiteX7" fmla="*/ 128075 w 135070"/>
                    <a:gd name="connsiteY7" fmla="*/ 612170 h 643535"/>
                    <a:gd name="connsiteX8" fmla="*/ 653 w 135070"/>
                    <a:gd name="connsiteY8" fmla="*/ 0 h 643535"/>
                    <a:gd name="connsiteX9" fmla="*/ 0 w 135070"/>
                    <a:gd name="connsiteY9" fmla="*/ 54 h 643535"/>
                    <a:gd name="connsiteX10" fmla="*/ 128021 w 135070"/>
                    <a:gd name="connsiteY10" fmla="*/ 620066 h 643535"/>
                    <a:gd name="connsiteX11" fmla="*/ 128021 w 135070"/>
                    <a:gd name="connsiteY11" fmla="*/ 620066 h 643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5070" h="643535">
                      <a:moveTo>
                        <a:pt x="128021" y="620066"/>
                      </a:moveTo>
                      <a:cubicBezTo>
                        <a:pt x="128021" y="620066"/>
                        <a:pt x="128075" y="620174"/>
                        <a:pt x="128184" y="620338"/>
                      </a:cubicBezTo>
                      <a:cubicBezTo>
                        <a:pt x="129055" y="622462"/>
                        <a:pt x="129981" y="624585"/>
                        <a:pt x="130852" y="626654"/>
                      </a:cubicBezTo>
                      <a:cubicBezTo>
                        <a:pt x="132486" y="631011"/>
                        <a:pt x="134283" y="637055"/>
                        <a:pt x="134882" y="643535"/>
                      </a:cubicBezTo>
                      <a:cubicBezTo>
                        <a:pt x="135808" y="634332"/>
                        <a:pt x="133139" y="624857"/>
                        <a:pt x="130852" y="618704"/>
                      </a:cubicBezTo>
                      <a:cubicBezTo>
                        <a:pt x="129927" y="616635"/>
                        <a:pt x="129055" y="614511"/>
                        <a:pt x="128184" y="612388"/>
                      </a:cubicBezTo>
                      <a:cubicBezTo>
                        <a:pt x="128075" y="612224"/>
                        <a:pt x="128021" y="612115"/>
                        <a:pt x="128021" y="612115"/>
                      </a:cubicBezTo>
                      <a:lnTo>
                        <a:pt x="128075" y="612170"/>
                      </a:lnTo>
                      <a:cubicBezTo>
                        <a:pt x="36702" y="395280"/>
                        <a:pt x="5445" y="57667"/>
                        <a:pt x="653" y="0"/>
                      </a:cubicBezTo>
                      <a:lnTo>
                        <a:pt x="0" y="54"/>
                      </a:lnTo>
                      <a:cubicBezTo>
                        <a:pt x="1361" y="17643"/>
                        <a:pt x="30276" y="388038"/>
                        <a:pt x="128021" y="620066"/>
                      </a:cubicBezTo>
                      <a:lnTo>
                        <a:pt x="128021" y="620066"/>
                      </a:lnTo>
                      <a:close/>
                    </a:path>
                  </a:pathLst>
                </a:custGeom>
                <a:solidFill>
                  <a:srgbClr val="65726B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" name="Forme libre : forme 44">
                  <a:extLst>
                    <a:ext uri="{FF2B5EF4-FFF2-40B4-BE49-F238E27FC236}">
                      <a16:creationId xmlns:a16="http://schemas.microsoft.com/office/drawing/2014/main" id="{649D5BEF-372B-4E88-8A2A-1292F6D3592D}"/>
                    </a:ext>
                  </a:extLst>
                </p:cNvPr>
                <p:cNvSpPr/>
                <p:nvPr/>
              </p:nvSpPr>
              <p:spPr>
                <a:xfrm>
                  <a:off x="3737796" y="3801094"/>
                  <a:ext cx="1089675" cy="234586"/>
                </a:xfrm>
                <a:custGeom>
                  <a:avLst/>
                  <a:gdLst>
                    <a:gd name="connsiteX0" fmla="*/ 741498 w 1089675"/>
                    <a:gd name="connsiteY0" fmla="*/ 98180 h 234586"/>
                    <a:gd name="connsiteX1" fmla="*/ 432636 w 1089675"/>
                    <a:gd name="connsiteY1" fmla="*/ 147297 h 234586"/>
                    <a:gd name="connsiteX2" fmla="*/ 348613 w 1089675"/>
                    <a:gd name="connsiteY2" fmla="*/ 144847 h 234586"/>
                    <a:gd name="connsiteX3" fmla="*/ 13287 w 1089675"/>
                    <a:gd name="connsiteY3" fmla="*/ 226637 h 234586"/>
                    <a:gd name="connsiteX4" fmla="*/ 3431 w 1089675"/>
                    <a:gd name="connsiteY4" fmla="*/ 208994 h 234586"/>
                    <a:gd name="connsiteX5" fmla="*/ 0 w 1089675"/>
                    <a:gd name="connsiteY5" fmla="*/ 210845 h 234586"/>
                    <a:gd name="connsiteX6" fmla="*/ 13287 w 1089675"/>
                    <a:gd name="connsiteY6" fmla="*/ 234587 h 234586"/>
                    <a:gd name="connsiteX7" fmla="*/ 348613 w 1089675"/>
                    <a:gd name="connsiteY7" fmla="*/ 152797 h 234586"/>
                    <a:gd name="connsiteX8" fmla="*/ 432636 w 1089675"/>
                    <a:gd name="connsiteY8" fmla="*/ 155248 h 234586"/>
                    <a:gd name="connsiteX9" fmla="*/ 741498 w 1089675"/>
                    <a:gd name="connsiteY9" fmla="*/ 106130 h 234586"/>
                    <a:gd name="connsiteX10" fmla="*/ 1089675 w 1089675"/>
                    <a:gd name="connsiteY10" fmla="*/ 7896 h 234586"/>
                    <a:gd name="connsiteX11" fmla="*/ 1089022 w 1089675"/>
                    <a:gd name="connsiteY11" fmla="*/ 0 h 234586"/>
                    <a:gd name="connsiteX12" fmla="*/ 741498 w 1089675"/>
                    <a:gd name="connsiteY12" fmla="*/ 98180 h 234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89675" h="234586">
                      <a:moveTo>
                        <a:pt x="741498" y="98180"/>
                      </a:moveTo>
                      <a:cubicBezTo>
                        <a:pt x="628996" y="154050"/>
                        <a:pt x="559241" y="151654"/>
                        <a:pt x="432636" y="147297"/>
                      </a:cubicBezTo>
                      <a:cubicBezTo>
                        <a:pt x="407750" y="146426"/>
                        <a:pt x="379543" y="145501"/>
                        <a:pt x="348613" y="144847"/>
                      </a:cubicBezTo>
                      <a:cubicBezTo>
                        <a:pt x="168262" y="141417"/>
                        <a:pt x="14811" y="225765"/>
                        <a:pt x="13287" y="226637"/>
                      </a:cubicBezTo>
                      <a:lnTo>
                        <a:pt x="3431" y="208994"/>
                      </a:lnTo>
                      <a:cubicBezTo>
                        <a:pt x="1634" y="209919"/>
                        <a:pt x="490" y="210627"/>
                        <a:pt x="0" y="210845"/>
                      </a:cubicBezTo>
                      <a:lnTo>
                        <a:pt x="13287" y="234587"/>
                      </a:lnTo>
                      <a:cubicBezTo>
                        <a:pt x="14811" y="233716"/>
                        <a:pt x="168262" y="149367"/>
                        <a:pt x="348613" y="152797"/>
                      </a:cubicBezTo>
                      <a:cubicBezTo>
                        <a:pt x="379598" y="153396"/>
                        <a:pt x="407805" y="154376"/>
                        <a:pt x="432636" y="155248"/>
                      </a:cubicBezTo>
                      <a:cubicBezTo>
                        <a:pt x="559241" y="159604"/>
                        <a:pt x="628996" y="162000"/>
                        <a:pt x="741498" y="106130"/>
                      </a:cubicBezTo>
                      <a:cubicBezTo>
                        <a:pt x="875944" y="39370"/>
                        <a:pt x="944283" y="20093"/>
                        <a:pt x="1089675" y="7896"/>
                      </a:cubicBezTo>
                      <a:lnTo>
                        <a:pt x="1089022" y="0"/>
                      </a:lnTo>
                      <a:cubicBezTo>
                        <a:pt x="944066" y="12198"/>
                        <a:pt x="875726" y="31529"/>
                        <a:pt x="741498" y="98180"/>
                      </a:cubicBezTo>
                      <a:close/>
                    </a:path>
                  </a:pathLst>
                </a:custGeom>
                <a:solidFill>
                  <a:srgbClr val="65726B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6" name="Forme libre : forme 45">
                <a:extLst>
                  <a:ext uri="{FF2B5EF4-FFF2-40B4-BE49-F238E27FC236}">
                    <a16:creationId xmlns:a16="http://schemas.microsoft.com/office/drawing/2014/main" id="{714832A2-3B94-406C-8013-6E3D9A1F456F}"/>
                  </a:ext>
                </a:extLst>
              </p:cNvPr>
              <p:cNvSpPr/>
              <p:nvPr/>
            </p:nvSpPr>
            <p:spPr>
              <a:xfrm>
                <a:off x="3737687" y="3251001"/>
                <a:ext cx="492060" cy="760883"/>
              </a:xfrm>
              <a:custGeom>
                <a:avLst/>
                <a:gdLst>
                  <a:gd name="connsiteX0" fmla="*/ 357054 w 492060"/>
                  <a:gd name="connsiteY0" fmla="*/ 0 h 760883"/>
                  <a:gd name="connsiteX1" fmla="*/ 485074 w 492060"/>
                  <a:gd name="connsiteY1" fmla="*/ 620066 h 760883"/>
                  <a:gd name="connsiteX2" fmla="*/ 485020 w 492060"/>
                  <a:gd name="connsiteY2" fmla="*/ 620011 h 760883"/>
                  <a:gd name="connsiteX3" fmla="*/ 485183 w 492060"/>
                  <a:gd name="connsiteY3" fmla="*/ 620283 h 760883"/>
                  <a:gd name="connsiteX4" fmla="*/ 487852 w 492060"/>
                  <a:gd name="connsiteY4" fmla="*/ 626600 h 760883"/>
                  <a:gd name="connsiteX5" fmla="*/ 448808 w 492060"/>
                  <a:gd name="connsiteY5" fmla="*/ 678603 h 760883"/>
                  <a:gd name="connsiteX6" fmla="*/ 433616 w 492060"/>
                  <a:gd name="connsiteY6" fmla="*/ 678113 h 760883"/>
                  <a:gd name="connsiteX7" fmla="*/ 349158 w 492060"/>
                  <a:gd name="connsiteY7" fmla="*/ 675663 h 760883"/>
                  <a:gd name="connsiteX8" fmla="*/ 0 w 492060"/>
                  <a:gd name="connsiteY8" fmla="*/ 760883 h 760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2060" h="760883">
                    <a:moveTo>
                      <a:pt x="357054" y="0"/>
                    </a:moveTo>
                    <a:cubicBezTo>
                      <a:pt x="358360" y="17589"/>
                      <a:pt x="387275" y="387983"/>
                      <a:pt x="485074" y="620066"/>
                    </a:cubicBezTo>
                    <a:lnTo>
                      <a:pt x="485020" y="620011"/>
                    </a:lnTo>
                    <a:cubicBezTo>
                      <a:pt x="485020" y="620011"/>
                      <a:pt x="485074" y="620120"/>
                      <a:pt x="485183" y="620283"/>
                    </a:cubicBezTo>
                    <a:cubicBezTo>
                      <a:pt x="486055" y="622407"/>
                      <a:pt x="486980" y="624531"/>
                      <a:pt x="487852" y="626600"/>
                    </a:cubicBezTo>
                    <a:cubicBezTo>
                      <a:pt x="493569" y="642011"/>
                      <a:pt x="501846" y="679039"/>
                      <a:pt x="448808" y="678603"/>
                    </a:cubicBezTo>
                    <a:cubicBezTo>
                      <a:pt x="443853" y="678440"/>
                      <a:pt x="438789" y="678277"/>
                      <a:pt x="433616" y="678113"/>
                    </a:cubicBezTo>
                    <a:cubicBezTo>
                      <a:pt x="408621" y="677242"/>
                      <a:pt x="380360" y="676262"/>
                      <a:pt x="349158" y="675663"/>
                    </a:cubicBezTo>
                    <a:cubicBezTo>
                      <a:pt x="161020" y="671960"/>
                      <a:pt x="6480" y="757235"/>
                      <a:pt x="0" y="760883"/>
                    </a:cubicBezTo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orme libre : forme 46">
                <a:extLst>
                  <a:ext uri="{FF2B5EF4-FFF2-40B4-BE49-F238E27FC236}">
                    <a16:creationId xmlns:a16="http://schemas.microsoft.com/office/drawing/2014/main" id="{B8E8CB34-A369-44E1-AC15-958D24202ECC}"/>
                  </a:ext>
                </a:extLst>
              </p:cNvPr>
              <p:cNvSpPr/>
              <p:nvPr/>
            </p:nvSpPr>
            <p:spPr>
              <a:xfrm>
                <a:off x="4121913" y="3248986"/>
                <a:ext cx="703270" cy="677574"/>
              </a:xfrm>
              <a:custGeom>
                <a:avLst/>
                <a:gdLst>
                  <a:gd name="connsiteX0" fmla="*/ 703271 w 703270"/>
                  <a:gd name="connsiteY0" fmla="*/ 532885 h 677574"/>
                  <a:gd name="connsiteX1" fmla="*/ 345237 w 703270"/>
                  <a:gd name="connsiteY1" fmla="*/ 633842 h 677574"/>
                  <a:gd name="connsiteX2" fmla="*/ 213568 w 703270"/>
                  <a:gd name="connsiteY2" fmla="*/ 677242 h 677574"/>
                  <a:gd name="connsiteX3" fmla="*/ 131343 w 703270"/>
                  <a:gd name="connsiteY3" fmla="*/ 623714 h 677574"/>
                  <a:gd name="connsiteX4" fmla="*/ 131343 w 703270"/>
                  <a:gd name="connsiteY4" fmla="*/ 623714 h 677574"/>
                  <a:gd name="connsiteX5" fmla="*/ 34306 w 703270"/>
                  <a:gd name="connsiteY5" fmla="*/ 266442 h 677574"/>
                  <a:gd name="connsiteX6" fmla="*/ 0 w 703270"/>
                  <a:gd name="connsiteY6" fmla="*/ 0 h 677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3270" h="677574">
                    <a:moveTo>
                      <a:pt x="703271" y="532885"/>
                    </a:moveTo>
                    <a:cubicBezTo>
                      <a:pt x="555429" y="545301"/>
                      <a:pt x="481807" y="566047"/>
                      <a:pt x="345237" y="633842"/>
                    </a:cubicBezTo>
                    <a:cubicBezTo>
                      <a:pt x="295575" y="658510"/>
                      <a:pt x="255279" y="671198"/>
                      <a:pt x="213568" y="677242"/>
                    </a:cubicBezTo>
                    <a:cubicBezTo>
                      <a:pt x="210246" y="677678"/>
                      <a:pt x="157099" y="683341"/>
                      <a:pt x="131343" y="623714"/>
                    </a:cubicBezTo>
                    <a:lnTo>
                      <a:pt x="131343" y="623714"/>
                    </a:lnTo>
                    <a:cubicBezTo>
                      <a:pt x="93116" y="536860"/>
                      <a:pt x="60008" y="415265"/>
                      <a:pt x="34306" y="266442"/>
                    </a:cubicBezTo>
                    <a:cubicBezTo>
                      <a:pt x="9312" y="121704"/>
                      <a:pt x="109" y="1198"/>
                      <a:pt x="0" y="0"/>
                    </a:cubicBezTo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orme libre : forme 47">
                <a:extLst>
                  <a:ext uri="{FF2B5EF4-FFF2-40B4-BE49-F238E27FC236}">
                    <a16:creationId xmlns:a16="http://schemas.microsoft.com/office/drawing/2014/main" id="{3ECF8E63-6546-402B-82E8-D18B14287A85}"/>
                  </a:ext>
                </a:extLst>
              </p:cNvPr>
              <p:cNvSpPr/>
              <p:nvPr/>
            </p:nvSpPr>
            <p:spPr>
              <a:xfrm>
                <a:off x="3751028" y="3808989"/>
                <a:ext cx="1076388" cy="226691"/>
              </a:xfrm>
              <a:custGeom>
                <a:avLst/>
                <a:gdLst>
                  <a:gd name="connsiteX0" fmla="*/ 0 w 1076388"/>
                  <a:gd name="connsiteY0" fmla="*/ 226691 h 226691"/>
                  <a:gd name="connsiteX1" fmla="*/ 335326 w 1076388"/>
                  <a:gd name="connsiteY1" fmla="*/ 144902 h 226691"/>
                  <a:gd name="connsiteX2" fmla="*/ 419349 w 1076388"/>
                  <a:gd name="connsiteY2" fmla="*/ 147352 h 226691"/>
                  <a:gd name="connsiteX3" fmla="*/ 728211 w 1076388"/>
                  <a:gd name="connsiteY3" fmla="*/ 98235 h 226691"/>
                  <a:gd name="connsiteX4" fmla="*/ 1076388 w 1076388"/>
                  <a:gd name="connsiteY4" fmla="*/ 0 h 226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388" h="226691">
                    <a:moveTo>
                      <a:pt x="0" y="226691"/>
                    </a:moveTo>
                    <a:cubicBezTo>
                      <a:pt x="1525" y="225820"/>
                      <a:pt x="154975" y="141471"/>
                      <a:pt x="335326" y="144902"/>
                    </a:cubicBezTo>
                    <a:cubicBezTo>
                      <a:pt x="366311" y="145501"/>
                      <a:pt x="394518" y="146481"/>
                      <a:pt x="419349" y="147352"/>
                    </a:cubicBezTo>
                    <a:cubicBezTo>
                      <a:pt x="545954" y="151708"/>
                      <a:pt x="615709" y="154104"/>
                      <a:pt x="728211" y="98235"/>
                    </a:cubicBezTo>
                    <a:cubicBezTo>
                      <a:pt x="862657" y="31474"/>
                      <a:pt x="930997" y="12198"/>
                      <a:pt x="1076388" y="0"/>
                    </a:cubicBezTo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090951" y="3389517"/>
                <a:ext cx="79260" cy="97241"/>
                <a:chOff x="4090951" y="3389517"/>
                <a:chExt cx="79260" cy="97241"/>
              </a:xfrm>
              <a:solidFill>
                <a:schemeClr val="accent1"/>
              </a:solidFill>
            </p:grpSpPr>
            <p:sp>
              <p:nvSpPr>
                <p:cNvPr id="50" name="Forme libre : forme 49">
                  <a:extLst>
                    <a:ext uri="{FF2B5EF4-FFF2-40B4-BE49-F238E27FC236}">
                      <a16:creationId xmlns:a16="http://schemas.microsoft.com/office/drawing/2014/main" id="{01F05A5A-B6ED-4D0E-A04E-5142E59412A2}"/>
                    </a:ext>
                  </a:extLst>
                </p:cNvPr>
                <p:cNvSpPr/>
                <p:nvPr/>
              </p:nvSpPr>
              <p:spPr>
                <a:xfrm>
                  <a:off x="4090951" y="3389517"/>
                  <a:ext cx="79260" cy="97241"/>
                </a:xfrm>
                <a:custGeom>
                  <a:avLst/>
                  <a:gdLst>
                    <a:gd name="connsiteX0" fmla="*/ 31071 w 79260"/>
                    <a:gd name="connsiteY0" fmla="*/ 994 h 97241"/>
                    <a:gd name="connsiteX1" fmla="*/ 1230 w 79260"/>
                    <a:gd name="connsiteY1" fmla="*/ 32578 h 97241"/>
                    <a:gd name="connsiteX2" fmla="*/ 24700 w 79260"/>
                    <a:gd name="connsiteY2" fmla="*/ 95581 h 97241"/>
                    <a:gd name="connsiteX3" fmla="*/ 79045 w 79260"/>
                    <a:gd name="connsiteY3" fmla="*/ 71676 h 97241"/>
                    <a:gd name="connsiteX4" fmla="*/ 69189 w 79260"/>
                    <a:gd name="connsiteY4" fmla="*/ 30018 h 97241"/>
                    <a:gd name="connsiteX5" fmla="*/ 31071 w 79260"/>
                    <a:gd name="connsiteY5" fmla="*/ 994 h 97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9260" h="97241">
                      <a:moveTo>
                        <a:pt x="31071" y="994"/>
                      </a:moveTo>
                      <a:cubicBezTo>
                        <a:pt x="13537" y="4752"/>
                        <a:pt x="3027" y="7910"/>
                        <a:pt x="1230" y="32578"/>
                      </a:cubicBezTo>
                      <a:cubicBezTo>
                        <a:pt x="-567" y="57245"/>
                        <a:pt x="-4433" y="89155"/>
                        <a:pt x="24700" y="95581"/>
                      </a:cubicBezTo>
                      <a:cubicBezTo>
                        <a:pt x="53887" y="102006"/>
                        <a:pt x="77302" y="88883"/>
                        <a:pt x="79045" y="71676"/>
                      </a:cubicBezTo>
                      <a:cubicBezTo>
                        <a:pt x="80787" y="54468"/>
                        <a:pt x="71476" y="39602"/>
                        <a:pt x="69189" y="30018"/>
                      </a:cubicBezTo>
                      <a:cubicBezTo>
                        <a:pt x="67664" y="23865"/>
                        <a:pt x="62273" y="-5758"/>
                        <a:pt x="31071" y="994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" name="Forme libre : forme 50">
                  <a:extLst>
                    <a:ext uri="{FF2B5EF4-FFF2-40B4-BE49-F238E27FC236}">
                      <a16:creationId xmlns:a16="http://schemas.microsoft.com/office/drawing/2014/main" id="{80850DC0-5968-45D0-85E9-ED0A4797D4F1}"/>
                    </a:ext>
                  </a:extLst>
                </p:cNvPr>
                <p:cNvSpPr/>
                <p:nvPr/>
              </p:nvSpPr>
              <p:spPr>
                <a:xfrm>
                  <a:off x="4094305" y="3389517"/>
                  <a:ext cx="75865" cy="82620"/>
                </a:xfrm>
                <a:custGeom>
                  <a:avLst/>
                  <a:gdLst>
                    <a:gd name="connsiteX0" fmla="*/ 65780 w 75865"/>
                    <a:gd name="connsiteY0" fmla="*/ 30018 h 82620"/>
                    <a:gd name="connsiteX1" fmla="*/ 27663 w 75865"/>
                    <a:gd name="connsiteY1" fmla="*/ 994 h 82620"/>
                    <a:gd name="connsiteX2" fmla="*/ 0 w 75865"/>
                    <a:gd name="connsiteY2" fmla="*/ 20108 h 82620"/>
                    <a:gd name="connsiteX3" fmla="*/ 26900 w 75865"/>
                    <a:gd name="connsiteY3" fmla="*/ 2683 h 82620"/>
                    <a:gd name="connsiteX4" fmla="*/ 53964 w 75865"/>
                    <a:gd name="connsiteY4" fmla="*/ 39929 h 82620"/>
                    <a:gd name="connsiteX5" fmla="*/ 71716 w 75865"/>
                    <a:gd name="connsiteY5" fmla="*/ 79680 h 82620"/>
                    <a:gd name="connsiteX6" fmla="*/ 71171 w 75865"/>
                    <a:gd name="connsiteY6" fmla="*/ 82621 h 82620"/>
                    <a:gd name="connsiteX7" fmla="*/ 75636 w 75865"/>
                    <a:gd name="connsiteY7" fmla="*/ 71676 h 82620"/>
                    <a:gd name="connsiteX8" fmla="*/ 65780 w 75865"/>
                    <a:gd name="connsiteY8" fmla="*/ 30018 h 82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865" h="82620">
                      <a:moveTo>
                        <a:pt x="65780" y="30018"/>
                      </a:moveTo>
                      <a:cubicBezTo>
                        <a:pt x="64310" y="23865"/>
                        <a:pt x="58919" y="-5758"/>
                        <a:pt x="27663" y="994"/>
                      </a:cubicBezTo>
                      <a:cubicBezTo>
                        <a:pt x="13668" y="3989"/>
                        <a:pt x="4139" y="6658"/>
                        <a:pt x="0" y="20108"/>
                      </a:cubicBezTo>
                      <a:cubicBezTo>
                        <a:pt x="5064" y="13356"/>
                        <a:pt x="16282" y="4970"/>
                        <a:pt x="26900" y="2683"/>
                      </a:cubicBezTo>
                      <a:cubicBezTo>
                        <a:pt x="58157" y="-4015"/>
                        <a:pt x="52439" y="33721"/>
                        <a:pt x="53964" y="39929"/>
                      </a:cubicBezTo>
                      <a:cubicBezTo>
                        <a:pt x="56251" y="49458"/>
                        <a:pt x="74438" y="40746"/>
                        <a:pt x="71716" y="79680"/>
                      </a:cubicBezTo>
                      <a:cubicBezTo>
                        <a:pt x="71661" y="80660"/>
                        <a:pt x="71444" y="81695"/>
                        <a:pt x="71171" y="82621"/>
                      </a:cubicBezTo>
                      <a:cubicBezTo>
                        <a:pt x="73676" y="79299"/>
                        <a:pt x="75255" y="75596"/>
                        <a:pt x="75636" y="71676"/>
                      </a:cubicBezTo>
                      <a:cubicBezTo>
                        <a:pt x="77433" y="54468"/>
                        <a:pt x="68122" y="39548"/>
                        <a:pt x="65780" y="30018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" name="Forme libre : forme 51">
                  <a:extLst>
                    <a:ext uri="{FF2B5EF4-FFF2-40B4-BE49-F238E27FC236}">
                      <a16:creationId xmlns:a16="http://schemas.microsoft.com/office/drawing/2014/main" id="{BD3A05F9-9E08-4049-B7E6-279B68D573AC}"/>
                    </a:ext>
                  </a:extLst>
                </p:cNvPr>
                <p:cNvSpPr/>
                <p:nvPr/>
              </p:nvSpPr>
              <p:spPr>
                <a:xfrm>
                  <a:off x="4090951" y="3389517"/>
                  <a:ext cx="79260" cy="97241"/>
                </a:xfrm>
                <a:custGeom>
                  <a:avLst/>
                  <a:gdLst>
                    <a:gd name="connsiteX0" fmla="*/ 31071 w 79260"/>
                    <a:gd name="connsiteY0" fmla="*/ 994 h 97241"/>
                    <a:gd name="connsiteX1" fmla="*/ 1230 w 79260"/>
                    <a:gd name="connsiteY1" fmla="*/ 32578 h 97241"/>
                    <a:gd name="connsiteX2" fmla="*/ 24700 w 79260"/>
                    <a:gd name="connsiteY2" fmla="*/ 95581 h 97241"/>
                    <a:gd name="connsiteX3" fmla="*/ 79045 w 79260"/>
                    <a:gd name="connsiteY3" fmla="*/ 71676 h 97241"/>
                    <a:gd name="connsiteX4" fmla="*/ 69189 w 79260"/>
                    <a:gd name="connsiteY4" fmla="*/ 30018 h 97241"/>
                    <a:gd name="connsiteX5" fmla="*/ 31071 w 79260"/>
                    <a:gd name="connsiteY5" fmla="*/ 994 h 97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9260" h="97241">
                      <a:moveTo>
                        <a:pt x="31071" y="994"/>
                      </a:moveTo>
                      <a:cubicBezTo>
                        <a:pt x="13537" y="4752"/>
                        <a:pt x="3027" y="7910"/>
                        <a:pt x="1230" y="32578"/>
                      </a:cubicBezTo>
                      <a:cubicBezTo>
                        <a:pt x="-567" y="57245"/>
                        <a:pt x="-4433" y="89155"/>
                        <a:pt x="24700" y="95581"/>
                      </a:cubicBezTo>
                      <a:cubicBezTo>
                        <a:pt x="53887" y="102006"/>
                        <a:pt x="77302" y="88883"/>
                        <a:pt x="79045" y="71676"/>
                      </a:cubicBezTo>
                      <a:cubicBezTo>
                        <a:pt x="80787" y="54468"/>
                        <a:pt x="71476" y="39602"/>
                        <a:pt x="69189" y="30018"/>
                      </a:cubicBezTo>
                      <a:cubicBezTo>
                        <a:pt x="67664" y="23865"/>
                        <a:pt x="62273" y="-5758"/>
                        <a:pt x="31071" y="994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" name="Forme libre : forme 52">
                  <a:extLst>
                    <a:ext uri="{FF2B5EF4-FFF2-40B4-BE49-F238E27FC236}">
                      <a16:creationId xmlns:a16="http://schemas.microsoft.com/office/drawing/2014/main" id="{4F7F4C6A-9792-4EAB-8691-3E8C48CDF845}"/>
                    </a:ext>
                  </a:extLst>
                </p:cNvPr>
                <p:cNvSpPr/>
                <p:nvPr/>
              </p:nvSpPr>
              <p:spPr>
                <a:xfrm>
                  <a:off x="4096174" y="3398556"/>
                  <a:ext cx="67245" cy="81267"/>
                </a:xfrm>
                <a:custGeom>
                  <a:avLst/>
                  <a:gdLst>
                    <a:gd name="connsiteX0" fmla="*/ 2487 w 67245"/>
                    <a:gd name="connsiteY0" fmla="*/ 17277 h 81267"/>
                    <a:gd name="connsiteX1" fmla="*/ 473 w 67245"/>
                    <a:gd name="connsiteY1" fmla="*/ 34974 h 81267"/>
                    <a:gd name="connsiteX2" fmla="*/ 1671 w 67245"/>
                    <a:gd name="connsiteY2" fmla="*/ 58716 h 81267"/>
                    <a:gd name="connsiteX3" fmla="*/ 15938 w 67245"/>
                    <a:gd name="connsiteY3" fmla="*/ 76958 h 81267"/>
                    <a:gd name="connsiteX4" fmla="*/ 24541 w 67245"/>
                    <a:gd name="connsiteY4" fmla="*/ 79409 h 81267"/>
                    <a:gd name="connsiteX5" fmla="*/ 46432 w 67245"/>
                    <a:gd name="connsiteY5" fmla="*/ 80497 h 81267"/>
                    <a:gd name="connsiteX6" fmla="*/ 61788 w 67245"/>
                    <a:gd name="connsiteY6" fmla="*/ 73527 h 81267"/>
                    <a:gd name="connsiteX7" fmla="*/ 65273 w 67245"/>
                    <a:gd name="connsiteY7" fmla="*/ 70968 h 81267"/>
                    <a:gd name="connsiteX8" fmla="*/ 67179 w 67245"/>
                    <a:gd name="connsiteY8" fmla="*/ 63943 h 81267"/>
                    <a:gd name="connsiteX9" fmla="*/ 64510 w 67245"/>
                    <a:gd name="connsiteY9" fmla="*/ 57028 h 81267"/>
                    <a:gd name="connsiteX10" fmla="*/ 59664 w 67245"/>
                    <a:gd name="connsiteY10" fmla="*/ 51201 h 81267"/>
                    <a:gd name="connsiteX11" fmla="*/ 45942 w 67245"/>
                    <a:gd name="connsiteY11" fmla="*/ 46900 h 81267"/>
                    <a:gd name="connsiteX12" fmla="*/ 31021 w 67245"/>
                    <a:gd name="connsiteY12" fmla="*/ 36227 h 81267"/>
                    <a:gd name="connsiteX13" fmla="*/ 29605 w 67245"/>
                    <a:gd name="connsiteY13" fmla="*/ 27950 h 81267"/>
                    <a:gd name="connsiteX14" fmla="*/ 18225 w 67245"/>
                    <a:gd name="connsiteY14" fmla="*/ 1322 h 81267"/>
                    <a:gd name="connsiteX15" fmla="*/ 2487 w 67245"/>
                    <a:gd name="connsiteY15" fmla="*/ 17277 h 81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7245" h="81267">
                      <a:moveTo>
                        <a:pt x="2487" y="17277"/>
                      </a:moveTo>
                      <a:cubicBezTo>
                        <a:pt x="1616" y="23158"/>
                        <a:pt x="963" y="29039"/>
                        <a:pt x="473" y="34974"/>
                      </a:cubicBezTo>
                      <a:cubicBezTo>
                        <a:pt x="-181" y="42924"/>
                        <a:pt x="-453" y="51038"/>
                        <a:pt x="1671" y="58716"/>
                      </a:cubicBezTo>
                      <a:cubicBezTo>
                        <a:pt x="3794" y="66394"/>
                        <a:pt x="8695" y="73691"/>
                        <a:pt x="15938" y="76958"/>
                      </a:cubicBezTo>
                      <a:cubicBezTo>
                        <a:pt x="18660" y="78156"/>
                        <a:pt x="21601" y="78809"/>
                        <a:pt x="24541" y="79409"/>
                      </a:cubicBezTo>
                      <a:cubicBezTo>
                        <a:pt x="31784" y="80879"/>
                        <a:pt x="39244" y="82131"/>
                        <a:pt x="46432" y="80497"/>
                      </a:cubicBezTo>
                      <a:cubicBezTo>
                        <a:pt x="51931" y="79245"/>
                        <a:pt x="56887" y="76359"/>
                        <a:pt x="61788" y="73527"/>
                      </a:cubicBezTo>
                      <a:cubicBezTo>
                        <a:pt x="63040" y="72819"/>
                        <a:pt x="64293" y="72057"/>
                        <a:pt x="65273" y="70968"/>
                      </a:cubicBezTo>
                      <a:cubicBezTo>
                        <a:pt x="66906" y="69117"/>
                        <a:pt x="67451" y="66448"/>
                        <a:pt x="67179" y="63943"/>
                      </a:cubicBezTo>
                      <a:cubicBezTo>
                        <a:pt x="66852" y="61493"/>
                        <a:pt x="65763" y="59152"/>
                        <a:pt x="64510" y="57028"/>
                      </a:cubicBezTo>
                      <a:cubicBezTo>
                        <a:pt x="63203" y="54850"/>
                        <a:pt x="61733" y="52726"/>
                        <a:pt x="59664" y="51201"/>
                      </a:cubicBezTo>
                      <a:cubicBezTo>
                        <a:pt x="55798" y="48315"/>
                        <a:pt x="50679" y="47934"/>
                        <a:pt x="45942" y="46900"/>
                      </a:cubicBezTo>
                      <a:cubicBezTo>
                        <a:pt x="39734" y="45484"/>
                        <a:pt x="33363" y="42162"/>
                        <a:pt x="31021" y="36227"/>
                      </a:cubicBezTo>
                      <a:cubicBezTo>
                        <a:pt x="29987" y="33613"/>
                        <a:pt x="29878" y="30727"/>
                        <a:pt x="29605" y="27950"/>
                      </a:cubicBezTo>
                      <a:cubicBezTo>
                        <a:pt x="28843" y="18910"/>
                        <a:pt x="26719" y="6495"/>
                        <a:pt x="18225" y="1322"/>
                      </a:cubicBezTo>
                      <a:cubicBezTo>
                        <a:pt x="8641" y="-4505"/>
                        <a:pt x="3522" y="10415"/>
                        <a:pt x="2487" y="17277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" name="Forme libre : forme 53">
                  <a:extLst>
                    <a:ext uri="{FF2B5EF4-FFF2-40B4-BE49-F238E27FC236}">
                      <a16:creationId xmlns:a16="http://schemas.microsoft.com/office/drawing/2014/main" id="{00F5B738-0C26-43E0-8808-A08C93E36172}"/>
                    </a:ext>
                  </a:extLst>
                </p:cNvPr>
                <p:cNvSpPr/>
                <p:nvPr/>
              </p:nvSpPr>
              <p:spPr>
                <a:xfrm>
                  <a:off x="4114670" y="3402002"/>
                  <a:ext cx="13177" cy="13177"/>
                </a:xfrm>
                <a:custGeom>
                  <a:avLst/>
                  <a:gdLst>
                    <a:gd name="connsiteX0" fmla="*/ 13178 w 13177"/>
                    <a:gd name="connsiteY0" fmla="*/ 6589 h 13177"/>
                    <a:gd name="connsiteX1" fmla="*/ 6589 w 13177"/>
                    <a:gd name="connsiteY1" fmla="*/ 13178 h 13177"/>
                    <a:gd name="connsiteX2" fmla="*/ 0 w 13177"/>
                    <a:gd name="connsiteY2" fmla="*/ 6589 h 13177"/>
                    <a:gd name="connsiteX3" fmla="*/ 6589 w 13177"/>
                    <a:gd name="connsiteY3" fmla="*/ 0 h 13177"/>
                    <a:gd name="connsiteX4" fmla="*/ 13178 w 13177"/>
                    <a:gd name="connsiteY4" fmla="*/ 6589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77" h="13177">
                      <a:moveTo>
                        <a:pt x="13178" y="6589"/>
                      </a:moveTo>
                      <a:cubicBezTo>
                        <a:pt x="13178" y="10228"/>
                        <a:pt x="10228" y="13178"/>
                        <a:pt x="6589" y="13178"/>
                      </a:cubicBezTo>
                      <a:cubicBezTo>
                        <a:pt x="2950" y="13178"/>
                        <a:pt x="0" y="10228"/>
                        <a:pt x="0" y="6589"/>
                      </a:cubicBezTo>
                      <a:cubicBezTo>
                        <a:pt x="0" y="2950"/>
                        <a:pt x="2950" y="0"/>
                        <a:pt x="6589" y="0"/>
                      </a:cubicBezTo>
                      <a:cubicBezTo>
                        <a:pt x="10228" y="0"/>
                        <a:pt x="13178" y="2950"/>
                        <a:pt x="13178" y="6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" name="Forme libre : forme 54">
                  <a:extLst>
                    <a:ext uri="{FF2B5EF4-FFF2-40B4-BE49-F238E27FC236}">
                      <a16:creationId xmlns:a16="http://schemas.microsoft.com/office/drawing/2014/main" id="{876DA35A-041C-403F-B71B-7268B57D7AA0}"/>
                    </a:ext>
                  </a:extLst>
                </p:cNvPr>
                <p:cNvSpPr/>
                <p:nvPr/>
              </p:nvSpPr>
              <p:spPr>
                <a:xfrm>
                  <a:off x="4130571" y="3416323"/>
                  <a:ext cx="8603" cy="8603"/>
                </a:xfrm>
                <a:custGeom>
                  <a:avLst/>
                  <a:gdLst>
                    <a:gd name="connsiteX0" fmla="*/ 8604 w 8603"/>
                    <a:gd name="connsiteY0" fmla="*/ 4302 h 8603"/>
                    <a:gd name="connsiteX1" fmla="*/ 4302 w 8603"/>
                    <a:gd name="connsiteY1" fmla="*/ 8604 h 8603"/>
                    <a:gd name="connsiteX2" fmla="*/ 0 w 8603"/>
                    <a:gd name="connsiteY2" fmla="*/ 4302 h 8603"/>
                    <a:gd name="connsiteX3" fmla="*/ 4302 w 8603"/>
                    <a:gd name="connsiteY3" fmla="*/ 0 h 8603"/>
                    <a:gd name="connsiteX4" fmla="*/ 8604 w 8603"/>
                    <a:gd name="connsiteY4" fmla="*/ 4302 h 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03" h="8603">
                      <a:moveTo>
                        <a:pt x="8604" y="4302"/>
                      </a:moveTo>
                      <a:cubicBezTo>
                        <a:pt x="8604" y="6678"/>
                        <a:pt x="6678" y="8604"/>
                        <a:pt x="4302" y="8604"/>
                      </a:cubicBezTo>
                      <a:cubicBezTo>
                        <a:pt x="1926" y="8604"/>
                        <a:pt x="0" y="6678"/>
                        <a:pt x="0" y="4302"/>
                      </a:cubicBezTo>
                      <a:cubicBezTo>
                        <a:pt x="0" y="1926"/>
                        <a:pt x="1926" y="0"/>
                        <a:pt x="4302" y="0"/>
                      </a:cubicBezTo>
                      <a:cubicBezTo>
                        <a:pt x="6678" y="0"/>
                        <a:pt x="8604" y="1926"/>
                        <a:pt x="8604" y="4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" name="Forme libre : forme 55">
                  <a:extLst>
                    <a:ext uri="{FF2B5EF4-FFF2-40B4-BE49-F238E27FC236}">
                      <a16:creationId xmlns:a16="http://schemas.microsoft.com/office/drawing/2014/main" id="{00120F97-0E1E-47C3-B6C1-77E832B54CFA}"/>
                    </a:ext>
                  </a:extLst>
                </p:cNvPr>
                <p:cNvSpPr/>
                <p:nvPr/>
              </p:nvSpPr>
              <p:spPr>
                <a:xfrm>
                  <a:off x="4098863" y="3447571"/>
                  <a:ext cx="24776" cy="26739"/>
                </a:xfrm>
                <a:custGeom>
                  <a:avLst/>
                  <a:gdLst>
                    <a:gd name="connsiteX0" fmla="*/ 6060 w 24776"/>
                    <a:gd name="connsiteY0" fmla="*/ 17325 h 26739"/>
                    <a:gd name="connsiteX1" fmla="*/ 12813 w 24776"/>
                    <a:gd name="connsiteY1" fmla="*/ 23859 h 26739"/>
                    <a:gd name="connsiteX2" fmla="*/ 22396 w 24776"/>
                    <a:gd name="connsiteY2" fmla="*/ 26419 h 26739"/>
                    <a:gd name="connsiteX3" fmla="*/ 24357 w 24776"/>
                    <a:gd name="connsiteY3" fmla="*/ 25166 h 26739"/>
                    <a:gd name="connsiteX4" fmla="*/ 24520 w 24776"/>
                    <a:gd name="connsiteY4" fmla="*/ 22988 h 26739"/>
                    <a:gd name="connsiteX5" fmla="*/ 23594 w 24776"/>
                    <a:gd name="connsiteY5" fmla="*/ 22226 h 26739"/>
                    <a:gd name="connsiteX6" fmla="*/ 11342 w 24776"/>
                    <a:gd name="connsiteY6" fmla="*/ 13622 h 26739"/>
                    <a:gd name="connsiteX7" fmla="*/ 2303 w 24776"/>
                    <a:gd name="connsiteY7" fmla="*/ 1860 h 26739"/>
                    <a:gd name="connsiteX8" fmla="*/ 16 w 24776"/>
                    <a:gd name="connsiteY8" fmla="*/ 1098 h 26739"/>
                    <a:gd name="connsiteX9" fmla="*/ 1377 w 24776"/>
                    <a:gd name="connsiteY9" fmla="*/ 6434 h 26739"/>
                    <a:gd name="connsiteX10" fmla="*/ 6060 w 24776"/>
                    <a:gd name="connsiteY10" fmla="*/ 17325 h 26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776" h="26739">
                      <a:moveTo>
                        <a:pt x="6060" y="17325"/>
                      </a:moveTo>
                      <a:cubicBezTo>
                        <a:pt x="7857" y="19884"/>
                        <a:pt x="10199" y="22062"/>
                        <a:pt x="12813" y="23859"/>
                      </a:cubicBezTo>
                      <a:cubicBezTo>
                        <a:pt x="15644" y="25820"/>
                        <a:pt x="19129" y="27453"/>
                        <a:pt x="22396" y="26419"/>
                      </a:cubicBezTo>
                      <a:cubicBezTo>
                        <a:pt x="23159" y="26201"/>
                        <a:pt x="23867" y="25820"/>
                        <a:pt x="24357" y="25166"/>
                      </a:cubicBezTo>
                      <a:cubicBezTo>
                        <a:pt x="24792" y="24513"/>
                        <a:pt x="24956" y="23642"/>
                        <a:pt x="24520" y="22988"/>
                      </a:cubicBezTo>
                      <a:cubicBezTo>
                        <a:pt x="24302" y="22661"/>
                        <a:pt x="23976" y="22444"/>
                        <a:pt x="23594" y="22226"/>
                      </a:cubicBezTo>
                      <a:cubicBezTo>
                        <a:pt x="19402" y="19503"/>
                        <a:pt x="15154" y="16889"/>
                        <a:pt x="11342" y="13622"/>
                      </a:cubicBezTo>
                      <a:cubicBezTo>
                        <a:pt x="7531" y="10355"/>
                        <a:pt x="4154" y="6489"/>
                        <a:pt x="2303" y="1860"/>
                      </a:cubicBezTo>
                      <a:cubicBezTo>
                        <a:pt x="1867" y="717"/>
                        <a:pt x="288" y="-1244"/>
                        <a:pt x="16" y="1098"/>
                      </a:cubicBezTo>
                      <a:cubicBezTo>
                        <a:pt x="-147" y="2568"/>
                        <a:pt x="996" y="4964"/>
                        <a:pt x="1377" y="6434"/>
                      </a:cubicBezTo>
                      <a:cubicBezTo>
                        <a:pt x="2412" y="10246"/>
                        <a:pt x="3773" y="14058"/>
                        <a:pt x="6060" y="17325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7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081585" y="3275940"/>
                <a:ext cx="79261" cy="97227"/>
                <a:chOff x="4081585" y="3275940"/>
                <a:chExt cx="79261" cy="97227"/>
              </a:xfrm>
              <a:solidFill>
                <a:schemeClr val="accent1"/>
              </a:solidFill>
            </p:grpSpPr>
            <p:sp>
              <p:nvSpPr>
                <p:cNvPr id="58" name="Forme libre : forme 57">
                  <a:extLst>
                    <a:ext uri="{FF2B5EF4-FFF2-40B4-BE49-F238E27FC236}">
                      <a16:creationId xmlns:a16="http://schemas.microsoft.com/office/drawing/2014/main" id="{9487633F-2D5E-4A1D-A1AB-CCF09C113B6C}"/>
                    </a:ext>
                  </a:extLst>
                </p:cNvPr>
                <p:cNvSpPr/>
                <p:nvPr/>
              </p:nvSpPr>
              <p:spPr>
                <a:xfrm>
                  <a:off x="4081585" y="3275940"/>
                  <a:ext cx="79260" cy="97227"/>
                </a:xfrm>
                <a:custGeom>
                  <a:avLst/>
                  <a:gdLst>
                    <a:gd name="connsiteX0" fmla="*/ 31071 w 79260"/>
                    <a:gd name="connsiteY0" fmla="*/ 981 h 97227"/>
                    <a:gd name="connsiteX1" fmla="*/ 1230 w 79260"/>
                    <a:gd name="connsiteY1" fmla="*/ 32564 h 97227"/>
                    <a:gd name="connsiteX2" fmla="*/ 24700 w 79260"/>
                    <a:gd name="connsiteY2" fmla="*/ 95567 h 97227"/>
                    <a:gd name="connsiteX3" fmla="*/ 79045 w 79260"/>
                    <a:gd name="connsiteY3" fmla="*/ 71662 h 97227"/>
                    <a:gd name="connsiteX4" fmla="*/ 69189 w 79260"/>
                    <a:gd name="connsiteY4" fmla="*/ 30005 h 97227"/>
                    <a:gd name="connsiteX5" fmla="*/ 31071 w 79260"/>
                    <a:gd name="connsiteY5" fmla="*/ 981 h 97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9260" h="97227">
                      <a:moveTo>
                        <a:pt x="31071" y="981"/>
                      </a:moveTo>
                      <a:cubicBezTo>
                        <a:pt x="13537" y="4738"/>
                        <a:pt x="3027" y="7897"/>
                        <a:pt x="1230" y="32564"/>
                      </a:cubicBezTo>
                      <a:cubicBezTo>
                        <a:pt x="-567" y="57232"/>
                        <a:pt x="-4433" y="89142"/>
                        <a:pt x="24700" y="95567"/>
                      </a:cubicBezTo>
                      <a:cubicBezTo>
                        <a:pt x="53887" y="101993"/>
                        <a:pt x="77302" y="88870"/>
                        <a:pt x="79045" y="71662"/>
                      </a:cubicBezTo>
                      <a:cubicBezTo>
                        <a:pt x="80787" y="54455"/>
                        <a:pt x="71476" y="39589"/>
                        <a:pt x="69189" y="30005"/>
                      </a:cubicBezTo>
                      <a:cubicBezTo>
                        <a:pt x="67718" y="23852"/>
                        <a:pt x="62328" y="-5717"/>
                        <a:pt x="31071" y="981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" name="Forme libre : forme 58">
                  <a:extLst>
                    <a:ext uri="{FF2B5EF4-FFF2-40B4-BE49-F238E27FC236}">
                      <a16:creationId xmlns:a16="http://schemas.microsoft.com/office/drawing/2014/main" id="{B0107F84-7EA5-4944-8305-C0A5782E160F}"/>
                    </a:ext>
                  </a:extLst>
                </p:cNvPr>
                <p:cNvSpPr/>
                <p:nvPr/>
              </p:nvSpPr>
              <p:spPr>
                <a:xfrm>
                  <a:off x="4084993" y="3275981"/>
                  <a:ext cx="75853" cy="82620"/>
                </a:xfrm>
                <a:custGeom>
                  <a:avLst/>
                  <a:gdLst>
                    <a:gd name="connsiteX0" fmla="*/ 65780 w 75853"/>
                    <a:gd name="connsiteY0" fmla="*/ 30018 h 82620"/>
                    <a:gd name="connsiteX1" fmla="*/ 27663 w 75853"/>
                    <a:gd name="connsiteY1" fmla="*/ 994 h 82620"/>
                    <a:gd name="connsiteX2" fmla="*/ 0 w 75853"/>
                    <a:gd name="connsiteY2" fmla="*/ 20108 h 82620"/>
                    <a:gd name="connsiteX3" fmla="*/ 26900 w 75853"/>
                    <a:gd name="connsiteY3" fmla="*/ 2682 h 82620"/>
                    <a:gd name="connsiteX4" fmla="*/ 53964 w 75853"/>
                    <a:gd name="connsiteY4" fmla="*/ 39929 h 82620"/>
                    <a:gd name="connsiteX5" fmla="*/ 71716 w 75853"/>
                    <a:gd name="connsiteY5" fmla="*/ 79680 h 82620"/>
                    <a:gd name="connsiteX6" fmla="*/ 71171 w 75853"/>
                    <a:gd name="connsiteY6" fmla="*/ 82621 h 82620"/>
                    <a:gd name="connsiteX7" fmla="*/ 75636 w 75853"/>
                    <a:gd name="connsiteY7" fmla="*/ 71675 h 82620"/>
                    <a:gd name="connsiteX8" fmla="*/ 65780 w 75853"/>
                    <a:gd name="connsiteY8" fmla="*/ 30018 h 82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853" h="82620">
                      <a:moveTo>
                        <a:pt x="65780" y="30018"/>
                      </a:moveTo>
                      <a:cubicBezTo>
                        <a:pt x="64310" y="23865"/>
                        <a:pt x="58919" y="-5758"/>
                        <a:pt x="27663" y="994"/>
                      </a:cubicBezTo>
                      <a:cubicBezTo>
                        <a:pt x="13668" y="3989"/>
                        <a:pt x="4139" y="6658"/>
                        <a:pt x="0" y="20108"/>
                      </a:cubicBezTo>
                      <a:cubicBezTo>
                        <a:pt x="5064" y="13355"/>
                        <a:pt x="16282" y="4969"/>
                        <a:pt x="26900" y="2682"/>
                      </a:cubicBezTo>
                      <a:cubicBezTo>
                        <a:pt x="58157" y="-4015"/>
                        <a:pt x="52439" y="33721"/>
                        <a:pt x="53964" y="39929"/>
                      </a:cubicBezTo>
                      <a:cubicBezTo>
                        <a:pt x="56251" y="49458"/>
                        <a:pt x="74438" y="40746"/>
                        <a:pt x="71716" y="79680"/>
                      </a:cubicBezTo>
                      <a:cubicBezTo>
                        <a:pt x="71661" y="80660"/>
                        <a:pt x="71443" y="81695"/>
                        <a:pt x="71171" y="82621"/>
                      </a:cubicBezTo>
                      <a:cubicBezTo>
                        <a:pt x="73676" y="79299"/>
                        <a:pt x="75255" y="75596"/>
                        <a:pt x="75636" y="71675"/>
                      </a:cubicBezTo>
                      <a:cubicBezTo>
                        <a:pt x="77379" y="54468"/>
                        <a:pt x="68122" y="39548"/>
                        <a:pt x="65780" y="30018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" name="Forme libre : forme 59">
                  <a:extLst>
                    <a:ext uri="{FF2B5EF4-FFF2-40B4-BE49-F238E27FC236}">
                      <a16:creationId xmlns:a16="http://schemas.microsoft.com/office/drawing/2014/main" id="{FF832A64-D1FF-4818-ACE0-578AD2559F52}"/>
                    </a:ext>
                  </a:extLst>
                </p:cNvPr>
                <p:cNvSpPr/>
                <p:nvPr/>
              </p:nvSpPr>
              <p:spPr>
                <a:xfrm>
                  <a:off x="4081585" y="3275940"/>
                  <a:ext cx="79260" cy="97227"/>
                </a:xfrm>
                <a:custGeom>
                  <a:avLst/>
                  <a:gdLst>
                    <a:gd name="connsiteX0" fmla="*/ 31071 w 79260"/>
                    <a:gd name="connsiteY0" fmla="*/ 981 h 97227"/>
                    <a:gd name="connsiteX1" fmla="*/ 1230 w 79260"/>
                    <a:gd name="connsiteY1" fmla="*/ 32564 h 97227"/>
                    <a:gd name="connsiteX2" fmla="*/ 24700 w 79260"/>
                    <a:gd name="connsiteY2" fmla="*/ 95567 h 97227"/>
                    <a:gd name="connsiteX3" fmla="*/ 79045 w 79260"/>
                    <a:gd name="connsiteY3" fmla="*/ 71662 h 97227"/>
                    <a:gd name="connsiteX4" fmla="*/ 69189 w 79260"/>
                    <a:gd name="connsiteY4" fmla="*/ 30005 h 97227"/>
                    <a:gd name="connsiteX5" fmla="*/ 31071 w 79260"/>
                    <a:gd name="connsiteY5" fmla="*/ 981 h 97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9260" h="97227">
                      <a:moveTo>
                        <a:pt x="31071" y="981"/>
                      </a:moveTo>
                      <a:cubicBezTo>
                        <a:pt x="13537" y="4738"/>
                        <a:pt x="3027" y="7897"/>
                        <a:pt x="1230" y="32564"/>
                      </a:cubicBezTo>
                      <a:cubicBezTo>
                        <a:pt x="-567" y="57232"/>
                        <a:pt x="-4433" y="89142"/>
                        <a:pt x="24700" y="95567"/>
                      </a:cubicBezTo>
                      <a:cubicBezTo>
                        <a:pt x="53887" y="101993"/>
                        <a:pt x="77302" y="88870"/>
                        <a:pt x="79045" y="71662"/>
                      </a:cubicBezTo>
                      <a:cubicBezTo>
                        <a:pt x="80787" y="54455"/>
                        <a:pt x="71476" y="39589"/>
                        <a:pt x="69189" y="30005"/>
                      </a:cubicBezTo>
                      <a:cubicBezTo>
                        <a:pt x="67718" y="23852"/>
                        <a:pt x="62328" y="-5717"/>
                        <a:pt x="31071" y="981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" name="Forme libre : forme 60">
                  <a:extLst>
                    <a:ext uri="{FF2B5EF4-FFF2-40B4-BE49-F238E27FC236}">
                      <a16:creationId xmlns:a16="http://schemas.microsoft.com/office/drawing/2014/main" id="{17B01F9E-5E69-4FDC-B1D6-112D41BD8A48}"/>
                    </a:ext>
                  </a:extLst>
                </p:cNvPr>
                <p:cNvSpPr/>
                <p:nvPr/>
              </p:nvSpPr>
              <p:spPr>
                <a:xfrm>
                  <a:off x="4086862" y="3284998"/>
                  <a:ext cx="67245" cy="81289"/>
                </a:xfrm>
                <a:custGeom>
                  <a:avLst/>
                  <a:gdLst>
                    <a:gd name="connsiteX0" fmla="*/ 2487 w 67245"/>
                    <a:gd name="connsiteY0" fmla="*/ 17298 h 81289"/>
                    <a:gd name="connsiteX1" fmla="*/ 473 w 67245"/>
                    <a:gd name="connsiteY1" fmla="*/ 34996 h 81289"/>
                    <a:gd name="connsiteX2" fmla="*/ 1671 w 67245"/>
                    <a:gd name="connsiteY2" fmla="*/ 58738 h 81289"/>
                    <a:gd name="connsiteX3" fmla="*/ 15937 w 67245"/>
                    <a:gd name="connsiteY3" fmla="*/ 76980 h 81289"/>
                    <a:gd name="connsiteX4" fmla="*/ 24541 w 67245"/>
                    <a:gd name="connsiteY4" fmla="*/ 79430 h 81289"/>
                    <a:gd name="connsiteX5" fmla="*/ 46432 w 67245"/>
                    <a:gd name="connsiteY5" fmla="*/ 80519 h 81289"/>
                    <a:gd name="connsiteX6" fmla="*/ 61788 w 67245"/>
                    <a:gd name="connsiteY6" fmla="*/ 73549 h 81289"/>
                    <a:gd name="connsiteX7" fmla="*/ 65273 w 67245"/>
                    <a:gd name="connsiteY7" fmla="*/ 70990 h 81289"/>
                    <a:gd name="connsiteX8" fmla="*/ 67179 w 67245"/>
                    <a:gd name="connsiteY8" fmla="*/ 63965 h 81289"/>
                    <a:gd name="connsiteX9" fmla="*/ 64510 w 67245"/>
                    <a:gd name="connsiteY9" fmla="*/ 57050 h 81289"/>
                    <a:gd name="connsiteX10" fmla="*/ 59664 w 67245"/>
                    <a:gd name="connsiteY10" fmla="*/ 51223 h 81289"/>
                    <a:gd name="connsiteX11" fmla="*/ 45942 w 67245"/>
                    <a:gd name="connsiteY11" fmla="*/ 46921 h 81289"/>
                    <a:gd name="connsiteX12" fmla="*/ 31021 w 67245"/>
                    <a:gd name="connsiteY12" fmla="*/ 36248 h 81289"/>
                    <a:gd name="connsiteX13" fmla="*/ 29605 w 67245"/>
                    <a:gd name="connsiteY13" fmla="*/ 27971 h 81289"/>
                    <a:gd name="connsiteX14" fmla="*/ 18225 w 67245"/>
                    <a:gd name="connsiteY14" fmla="*/ 1343 h 81289"/>
                    <a:gd name="connsiteX15" fmla="*/ 2487 w 67245"/>
                    <a:gd name="connsiteY15" fmla="*/ 17298 h 81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7245" h="81289">
                      <a:moveTo>
                        <a:pt x="2487" y="17298"/>
                      </a:moveTo>
                      <a:cubicBezTo>
                        <a:pt x="1616" y="23179"/>
                        <a:pt x="963" y="29060"/>
                        <a:pt x="473" y="34996"/>
                      </a:cubicBezTo>
                      <a:cubicBezTo>
                        <a:pt x="-181" y="42946"/>
                        <a:pt x="-453" y="51060"/>
                        <a:pt x="1671" y="58738"/>
                      </a:cubicBezTo>
                      <a:cubicBezTo>
                        <a:pt x="3794" y="66416"/>
                        <a:pt x="8695" y="73712"/>
                        <a:pt x="15937" y="76980"/>
                      </a:cubicBezTo>
                      <a:cubicBezTo>
                        <a:pt x="18660" y="78178"/>
                        <a:pt x="21601" y="78831"/>
                        <a:pt x="24541" y="79430"/>
                      </a:cubicBezTo>
                      <a:cubicBezTo>
                        <a:pt x="31784" y="80900"/>
                        <a:pt x="39244" y="82153"/>
                        <a:pt x="46432" y="80519"/>
                      </a:cubicBezTo>
                      <a:cubicBezTo>
                        <a:pt x="51932" y="79267"/>
                        <a:pt x="56887" y="76381"/>
                        <a:pt x="61788" y="73549"/>
                      </a:cubicBezTo>
                      <a:cubicBezTo>
                        <a:pt x="63040" y="72841"/>
                        <a:pt x="64292" y="72079"/>
                        <a:pt x="65273" y="70990"/>
                      </a:cubicBezTo>
                      <a:cubicBezTo>
                        <a:pt x="66906" y="69138"/>
                        <a:pt x="67451" y="66470"/>
                        <a:pt x="67179" y="63965"/>
                      </a:cubicBezTo>
                      <a:cubicBezTo>
                        <a:pt x="66906" y="61460"/>
                        <a:pt x="65763" y="59173"/>
                        <a:pt x="64510" y="57050"/>
                      </a:cubicBezTo>
                      <a:cubicBezTo>
                        <a:pt x="63204" y="54871"/>
                        <a:pt x="61733" y="52748"/>
                        <a:pt x="59664" y="51223"/>
                      </a:cubicBezTo>
                      <a:cubicBezTo>
                        <a:pt x="55798" y="48337"/>
                        <a:pt x="50679" y="47956"/>
                        <a:pt x="45942" y="46921"/>
                      </a:cubicBezTo>
                      <a:cubicBezTo>
                        <a:pt x="39734" y="45505"/>
                        <a:pt x="33363" y="42184"/>
                        <a:pt x="31021" y="36248"/>
                      </a:cubicBezTo>
                      <a:cubicBezTo>
                        <a:pt x="29987" y="33634"/>
                        <a:pt x="29878" y="30748"/>
                        <a:pt x="29605" y="27971"/>
                      </a:cubicBezTo>
                      <a:cubicBezTo>
                        <a:pt x="28843" y="18932"/>
                        <a:pt x="26719" y="6516"/>
                        <a:pt x="18225" y="1343"/>
                      </a:cubicBezTo>
                      <a:cubicBezTo>
                        <a:pt x="8641" y="-4538"/>
                        <a:pt x="3468" y="10383"/>
                        <a:pt x="2487" y="17298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" name="Forme libre : forme 61">
                  <a:extLst>
                    <a:ext uri="{FF2B5EF4-FFF2-40B4-BE49-F238E27FC236}">
                      <a16:creationId xmlns:a16="http://schemas.microsoft.com/office/drawing/2014/main" id="{D4F2C5B1-934F-4F8C-8496-61F41FF4EAFE}"/>
                    </a:ext>
                  </a:extLst>
                </p:cNvPr>
                <p:cNvSpPr/>
                <p:nvPr/>
              </p:nvSpPr>
              <p:spPr>
                <a:xfrm>
                  <a:off x="4105304" y="3288466"/>
                  <a:ext cx="13177" cy="13177"/>
                </a:xfrm>
                <a:custGeom>
                  <a:avLst/>
                  <a:gdLst>
                    <a:gd name="connsiteX0" fmla="*/ 13178 w 13177"/>
                    <a:gd name="connsiteY0" fmla="*/ 6589 h 13177"/>
                    <a:gd name="connsiteX1" fmla="*/ 6589 w 13177"/>
                    <a:gd name="connsiteY1" fmla="*/ 13178 h 13177"/>
                    <a:gd name="connsiteX2" fmla="*/ 0 w 13177"/>
                    <a:gd name="connsiteY2" fmla="*/ 6589 h 13177"/>
                    <a:gd name="connsiteX3" fmla="*/ 6589 w 13177"/>
                    <a:gd name="connsiteY3" fmla="*/ 0 h 13177"/>
                    <a:gd name="connsiteX4" fmla="*/ 13178 w 13177"/>
                    <a:gd name="connsiteY4" fmla="*/ 6589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77" h="13177">
                      <a:moveTo>
                        <a:pt x="13178" y="6589"/>
                      </a:moveTo>
                      <a:cubicBezTo>
                        <a:pt x="13178" y="10228"/>
                        <a:pt x="10228" y="13178"/>
                        <a:pt x="6589" y="13178"/>
                      </a:cubicBezTo>
                      <a:cubicBezTo>
                        <a:pt x="2950" y="13178"/>
                        <a:pt x="0" y="10228"/>
                        <a:pt x="0" y="6589"/>
                      </a:cubicBezTo>
                      <a:cubicBezTo>
                        <a:pt x="0" y="2950"/>
                        <a:pt x="2950" y="0"/>
                        <a:pt x="6589" y="0"/>
                      </a:cubicBezTo>
                      <a:cubicBezTo>
                        <a:pt x="10228" y="0"/>
                        <a:pt x="13178" y="2950"/>
                        <a:pt x="13178" y="6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" name="Forme libre : forme 62">
                  <a:extLst>
                    <a:ext uri="{FF2B5EF4-FFF2-40B4-BE49-F238E27FC236}">
                      <a16:creationId xmlns:a16="http://schemas.microsoft.com/office/drawing/2014/main" id="{2E1CEA9D-0A6C-41F9-8EF3-9E52795A47B4}"/>
                    </a:ext>
                  </a:extLst>
                </p:cNvPr>
                <p:cNvSpPr/>
                <p:nvPr/>
              </p:nvSpPr>
              <p:spPr>
                <a:xfrm>
                  <a:off x="4121259" y="3302732"/>
                  <a:ext cx="8603" cy="8603"/>
                </a:xfrm>
                <a:custGeom>
                  <a:avLst/>
                  <a:gdLst>
                    <a:gd name="connsiteX0" fmla="*/ 8604 w 8603"/>
                    <a:gd name="connsiteY0" fmla="*/ 4302 h 8603"/>
                    <a:gd name="connsiteX1" fmla="*/ 4302 w 8603"/>
                    <a:gd name="connsiteY1" fmla="*/ 8604 h 8603"/>
                    <a:gd name="connsiteX2" fmla="*/ 0 w 8603"/>
                    <a:gd name="connsiteY2" fmla="*/ 4302 h 8603"/>
                    <a:gd name="connsiteX3" fmla="*/ 4302 w 8603"/>
                    <a:gd name="connsiteY3" fmla="*/ 0 h 8603"/>
                    <a:gd name="connsiteX4" fmla="*/ 8604 w 8603"/>
                    <a:gd name="connsiteY4" fmla="*/ 4302 h 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03" h="8603">
                      <a:moveTo>
                        <a:pt x="8604" y="4302"/>
                      </a:moveTo>
                      <a:cubicBezTo>
                        <a:pt x="8604" y="6678"/>
                        <a:pt x="6678" y="8604"/>
                        <a:pt x="4302" y="8604"/>
                      </a:cubicBezTo>
                      <a:cubicBezTo>
                        <a:pt x="1926" y="8604"/>
                        <a:pt x="0" y="6678"/>
                        <a:pt x="0" y="4302"/>
                      </a:cubicBezTo>
                      <a:cubicBezTo>
                        <a:pt x="0" y="1926"/>
                        <a:pt x="1926" y="0"/>
                        <a:pt x="4302" y="0"/>
                      </a:cubicBezTo>
                      <a:cubicBezTo>
                        <a:pt x="6678" y="0"/>
                        <a:pt x="8604" y="1926"/>
                        <a:pt x="8604" y="4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" name="Forme libre : forme 63">
                  <a:extLst>
                    <a:ext uri="{FF2B5EF4-FFF2-40B4-BE49-F238E27FC236}">
                      <a16:creationId xmlns:a16="http://schemas.microsoft.com/office/drawing/2014/main" id="{7533C21E-73D8-482E-91F1-B76EA55BD6E1}"/>
                    </a:ext>
                  </a:extLst>
                </p:cNvPr>
                <p:cNvSpPr/>
                <p:nvPr/>
              </p:nvSpPr>
              <p:spPr>
                <a:xfrm>
                  <a:off x="4089497" y="3334035"/>
                  <a:ext cx="24776" cy="26739"/>
                </a:xfrm>
                <a:custGeom>
                  <a:avLst/>
                  <a:gdLst>
                    <a:gd name="connsiteX0" fmla="*/ 6060 w 24776"/>
                    <a:gd name="connsiteY0" fmla="*/ 17325 h 26739"/>
                    <a:gd name="connsiteX1" fmla="*/ 12812 w 24776"/>
                    <a:gd name="connsiteY1" fmla="*/ 23859 h 26739"/>
                    <a:gd name="connsiteX2" fmla="*/ 22396 w 24776"/>
                    <a:gd name="connsiteY2" fmla="*/ 26419 h 26739"/>
                    <a:gd name="connsiteX3" fmla="*/ 24357 w 24776"/>
                    <a:gd name="connsiteY3" fmla="*/ 25166 h 26739"/>
                    <a:gd name="connsiteX4" fmla="*/ 24520 w 24776"/>
                    <a:gd name="connsiteY4" fmla="*/ 22988 h 26739"/>
                    <a:gd name="connsiteX5" fmla="*/ 23594 w 24776"/>
                    <a:gd name="connsiteY5" fmla="*/ 22226 h 26739"/>
                    <a:gd name="connsiteX6" fmla="*/ 11342 w 24776"/>
                    <a:gd name="connsiteY6" fmla="*/ 13622 h 26739"/>
                    <a:gd name="connsiteX7" fmla="*/ 2303 w 24776"/>
                    <a:gd name="connsiteY7" fmla="*/ 1860 h 26739"/>
                    <a:gd name="connsiteX8" fmla="*/ 16 w 24776"/>
                    <a:gd name="connsiteY8" fmla="*/ 1098 h 26739"/>
                    <a:gd name="connsiteX9" fmla="*/ 1377 w 24776"/>
                    <a:gd name="connsiteY9" fmla="*/ 6434 h 26739"/>
                    <a:gd name="connsiteX10" fmla="*/ 6060 w 24776"/>
                    <a:gd name="connsiteY10" fmla="*/ 17325 h 26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776" h="26739">
                      <a:moveTo>
                        <a:pt x="6060" y="17325"/>
                      </a:moveTo>
                      <a:cubicBezTo>
                        <a:pt x="7857" y="19884"/>
                        <a:pt x="10199" y="22062"/>
                        <a:pt x="12812" y="23859"/>
                      </a:cubicBezTo>
                      <a:cubicBezTo>
                        <a:pt x="15644" y="25820"/>
                        <a:pt x="19129" y="27453"/>
                        <a:pt x="22396" y="26419"/>
                      </a:cubicBezTo>
                      <a:cubicBezTo>
                        <a:pt x="23159" y="26201"/>
                        <a:pt x="23867" y="25820"/>
                        <a:pt x="24357" y="25166"/>
                      </a:cubicBezTo>
                      <a:cubicBezTo>
                        <a:pt x="24792" y="24513"/>
                        <a:pt x="24956" y="23641"/>
                        <a:pt x="24520" y="22988"/>
                      </a:cubicBezTo>
                      <a:cubicBezTo>
                        <a:pt x="24302" y="22661"/>
                        <a:pt x="23976" y="22443"/>
                        <a:pt x="23594" y="22226"/>
                      </a:cubicBezTo>
                      <a:cubicBezTo>
                        <a:pt x="19401" y="19503"/>
                        <a:pt x="15154" y="16889"/>
                        <a:pt x="11342" y="13622"/>
                      </a:cubicBezTo>
                      <a:cubicBezTo>
                        <a:pt x="7530" y="10409"/>
                        <a:pt x="4154" y="6489"/>
                        <a:pt x="2303" y="1860"/>
                      </a:cubicBezTo>
                      <a:cubicBezTo>
                        <a:pt x="1867" y="716"/>
                        <a:pt x="288" y="-1244"/>
                        <a:pt x="16" y="1098"/>
                      </a:cubicBezTo>
                      <a:cubicBezTo>
                        <a:pt x="-148" y="2568"/>
                        <a:pt x="996" y="4964"/>
                        <a:pt x="1377" y="6434"/>
                      </a:cubicBezTo>
                      <a:cubicBezTo>
                        <a:pt x="2412" y="10246"/>
                        <a:pt x="3773" y="14058"/>
                        <a:pt x="6060" y="17325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5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111207" y="3505341"/>
                <a:ext cx="79260" cy="97241"/>
                <a:chOff x="4111207" y="3505341"/>
                <a:chExt cx="79260" cy="97241"/>
              </a:xfrm>
              <a:solidFill>
                <a:schemeClr val="accent1"/>
              </a:solidFill>
            </p:grpSpPr>
            <p:sp>
              <p:nvSpPr>
                <p:cNvPr id="66" name="Forme libre : forme 65">
                  <a:extLst>
                    <a:ext uri="{FF2B5EF4-FFF2-40B4-BE49-F238E27FC236}">
                      <a16:creationId xmlns:a16="http://schemas.microsoft.com/office/drawing/2014/main" id="{56F51D47-0B04-4C81-9422-58785F3B666D}"/>
                    </a:ext>
                  </a:extLst>
                </p:cNvPr>
                <p:cNvSpPr/>
                <p:nvPr/>
              </p:nvSpPr>
              <p:spPr>
                <a:xfrm>
                  <a:off x="4111207" y="3505341"/>
                  <a:ext cx="79260" cy="97241"/>
                </a:xfrm>
                <a:custGeom>
                  <a:avLst/>
                  <a:gdLst>
                    <a:gd name="connsiteX0" fmla="*/ 31071 w 79260"/>
                    <a:gd name="connsiteY0" fmla="*/ 994 h 97241"/>
                    <a:gd name="connsiteX1" fmla="*/ 1230 w 79260"/>
                    <a:gd name="connsiteY1" fmla="*/ 32578 h 97241"/>
                    <a:gd name="connsiteX2" fmla="*/ 24700 w 79260"/>
                    <a:gd name="connsiteY2" fmla="*/ 95581 h 97241"/>
                    <a:gd name="connsiteX3" fmla="*/ 79045 w 79260"/>
                    <a:gd name="connsiteY3" fmla="*/ 71675 h 97241"/>
                    <a:gd name="connsiteX4" fmla="*/ 69189 w 79260"/>
                    <a:gd name="connsiteY4" fmla="*/ 30018 h 97241"/>
                    <a:gd name="connsiteX5" fmla="*/ 31071 w 79260"/>
                    <a:gd name="connsiteY5" fmla="*/ 994 h 97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9260" h="97241">
                      <a:moveTo>
                        <a:pt x="31071" y="994"/>
                      </a:moveTo>
                      <a:cubicBezTo>
                        <a:pt x="13537" y="4752"/>
                        <a:pt x="3027" y="7910"/>
                        <a:pt x="1230" y="32578"/>
                      </a:cubicBezTo>
                      <a:cubicBezTo>
                        <a:pt x="-567" y="57245"/>
                        <a:pt x="-4433" y="89155"/>
                        <a:pt x="24700" y="95581"/>
                      </a:cubicBezTo>
                      <a:cubicBezTo>
                        <a:pt x="53887" y="102006"/>
                        <a:pt x="77302" y="88883"/>
                        <a:pt x="79045" y="71675"/>
                      </a:cubicBezTo>
                      <a:cubicBezTo>
                        <a:pt x="80787" y="54468"/>
                        <a:pt x="71476" y="39602"/>
                        <a:pt x="69189" y="30018"/>
                      </a:cubicBezTo>
                      <a:cubicBezTo>
                        <a:pt x="67664" y="23865"/>
                        <a:pt x="62328" y="-5758"/>
                        <a:pt x="31071" y="994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" name="Forme libre : forme 66">
                  <a:extLst>
                    <a:ext uri="{FF2B5EF4-FFF2-40B4-BE49-F238E27FC236}">
                      <a16:creationId xmlns:a16="http://schemas.microsoft.com/office/drawing/2014/main" id="{B3AD9375-23BB-4762-B503-1CCF5A941486}"/>
                    </a:ext>
                  </a:extLst>
                </p:cNvPr>
                <p:cNvSpPr/>
                <p:nvPr/>
              </p:nvSpPr>
              <p:spPr>
                <a:xfrm>
                  <a:off x="4114616" y="3505341"/>
                  <a:ext cx="75852" cy="82620"/>
                </a:xfrm>
                <a:custGeom>
                  <a:avLst/>
                  <a:gdLst>
                    <a:gd name="connsiteX0" fmla="*/ 65780 w 75852"/>
                    <a:gd name="connsiteY0" fmla="*/ 30018 h 82620"/>
                    <a:gd name="connsiteX1" fmla="*/ 27662 w 75852"/>
                    <a:gd name="connsiteY1" fmla="*/ 994 h 82620"/>
                    <a:gd name="connsiteX2" fmla="*/ 0 w 75852"/>
                    <a:gd name="connsiteY2" fmla="*/ 20108 h 82620"/>
                    <a:gd name="connsiteX3" fmla="*/ 26900 w 75852"/>
                    <a:gd name="connsiteY3" fmla="*/ 2682 h 82620"/>
                    <a:gd name="connsiteX4" fmla="*/ 53964 w 75852"/>
                    <a:gd name="connsiteY4" fmla="*/ 39929 h 82620"/>
                    <a:gd name="connsiteX5" fmla="*/ 71716 w 75852"/>
                    <a:gd name="connsiteY5" fmla="*/ 79680 h 82620"/>
                    <a:gd name="connsiteX6" fmla="*/ 71171 w 75852"/>
                    <a:gd name="connsiteY6" fmla="*/ 82621 h 82620"/>
                    <a:gd name="connsiteX7" fmla="*/ 75636 w 75852"/>
                    <a:gd name="connsiteY7" fmla="*/ 71675 h 82620"/>
                    <a:gd name="connsiteX8" fmla="*/ 65780 w 75852"/>
                    <a:gd name="connsiteY8" fmla="*/ 30018 h 82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852" h="82620">
                      <a:moveTo>
                        <a:pt x="65780" y="30018"/>
                      </a:moveTo>
                      <a:cubicBezTo>
                        <a:pt x="64310" y="23865"/>
                        <a:pt x="58919" y="-5758"/>
                        <a:pt x="27662" y="994"/>
                      </a:cubicBezTo>
                      <a:cubicBezTo>
                        <a:pt x="13668" y="3989"/>
                        <a:pt x="4139" y="6658"/>
                        <a:pt x="0" y="20108"/>
                      </a:cubicBezTo>
                      <a:cubicBezTo>
                        <a:pt x="5064" y="13355"/>
                        <a:pt x="16282" y="4969"/>
                        <a:pt x="26900" y="2682"/>
                      </a:cubicBezTo>
                      <a:cubicBezTo>
                        <a:pt x="58157" y="-4015"/>
                        <a:pt x="52439" y="33721"/>
                        <a:pt x="53964" y="39929"/>
                      </a:cubicBezTo>
                      <a:cubicBezTo>
                        <a:pt x="56251" y="49458"/>
                        <a:pt x="74438" y="40746"/>
                        <a:pt x="71716" y="79680"/>
                      </a:cubicBezTo>
                      <a:cubicBezTo>
                        <a:pt x="71661" y="80660"/>
                        <a:pt x="71443" y="81695"/>
                        <a:pt x="71171" y="82621"/>
                      </a:cubicBezTo>
                      <a:cubicBezTo>
                        <a:pt x="73676" y="79299"/>
                        <a:pt x="75255" y="75596"/>
                        <a:pt x="75636" y="71675"/>
                      </a:cubicBezTo>
                      <a:cubicBezTo>
                        <a:pt x="77379" y="54468"/>
                        <a:pt x="68067" y="39548"/>
                        <a:pt x="65780" y="30018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" name="Forme libre : forme 67">
                  <a:extLst>
                    <a:ext uri="{FF2B5EF4-FFF2-40B4-BE49-F238E27FC236}">
                      <a16:creationId xmlns:a16="http://schemas.microsoft.com/office/drawing/2014/main" id="{56839BB9-5DAD-4EBA-8801-6F3CF79CC8BB}"/>
                    </a:ext>
                  </a:extLst>
                </p:cNvPr>
                <p:cNvSpPr/>
                <p:nvPr/>
              </p:nvSpPr>
              <p:spPr>
                <a:xfrm>
                  <a:off x="4111207" y="3505341"/>
                  <a:ext cx="79260" cy="97241"/>
                </a:xfrm>
                <a:custGeom>
                  <a:avLst/>
                  <a:gdLst>
                    <a:gd name="connsiteX0" fmla="*/ 31071 w 79260"/>
                    <a:gd name="connsiteY0" fmla="*/ 994 h 97241"/>
                    <a:gd name="connsiteX1" fmla="*/ 1230 w 79260"/>
                    <a:gd name="connsiteY1" fmla="*/ 32578 h 97241"/>
                    <a:gd name="connsiteX2" fmla="*/ 24700 w 79260"/>
                    <a:gd name="connsiteY2" fmla="*/ 95581 h 97241"/>
                    <a:gd name="connsiteX3" fmla="*/ 79045 w 79260"/>
                    <a:gd name="connsiteY3" fmla="*/ 71675 h 97241"/>
                    <a:gd name="connsiteX4" fmla="*/ 69189 w 79260"/>
                    <a:gd name="connsiteY4" fmla="*/ 30018 h 97241"/>
                    <a:gd name="connsiteX5" fmla="*/ 31071 w 79260"/>
                    <a:gd name="connsiteY5" fmla="*/ 994 h 97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9260" h="97241">
                      <a:moveTo>
                        <a:pt x="31071" y="994"/>
                      </a:moveTo>
                      <a:cubicBezTo>
                        <a:pt x="13537" y="4752"/>
                        <a:pt x="3027" y="7910"/>
                        <a:pt x="1230" y="32578"/>
                      </a:cubicBezTo>
                      <a:cubicBezTo>
                        <a:pt x="-567" y="57245"/>
                        <a:pt x="-4433" y="89155"/>
                        <a:pt x="24700" y="95581"/>
                      </a:cubicBezTo>
                      <a:cubicBezTo>
                        <a:pt x="53887" y="102006"/>
                        <a:pt x="77302" y="88883"/>
                        <a:pt x="79045" y="71675"/>
                      </a:cubicBezTo>
                      <a:cubicBezTo>
                        <a:pt x="80787" y="54468"/>
                        <a:pt x="71476" y="39602"/>
                        <a:pt x="69189" y="30018"/>
                      </a:cubicBezTo>
                      <a:cubicBezTo>
                        <a:pt x="67664" y="23865"/>
                        <a:pt x="62328" y="-5758"/>
                        <a:pt x="31071" y="994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" name="Forme libre : forme 68">
                  <a:extLst>
                    <a:ext uri="{FF2B5EF4-FFF2-40B4-BE49-F238E27FC236}">
                      <a16:creationId xmlns:a16="http://schemas.microsoft.com/office/drawing/2014/main" id="{691A2097-4A84-4D83-8759-5A3F4DBA5358}"/>
                    </a:ext>
                  </a:extLst>
                </p:cNvPr>
                <p:cNvSpPr/>
                <p:nvPr/>
              </p:nvSpPr>
              <p:spPr>
                <a:xfrm>
                  <a:off x="4116485" y="3514361"/>
                  <a:ext cx="67245" cy="81286"/>
                </a:xfrm>
                <a:custGeom>
                  <a:avLst/>
                  <a:gdLst>
                    <a:gd name="connsiteX0" fmla="*/ 2487 w 67245"/>
                    <a:gd name="connsiteY0" fmla="*/ 17295 h 81286"/>
                    <a:gd name="connsiteX1" fmla="*/ 473 w 67245"/>
                    <a:gd name="connsiteY1" fmla="*/ 34992 h 81286"/>
                    <a:gd name="connsiteX2" fmla="*/ 1671 w 67245"/>
                    <a:gd name="connsiteY2" fmla="*/ 58734 h 81286"/>
                    <a:gd name="connsiteX3" fmla="*/ 15937 w 67245"/>
                    <a:gd name="connsiteY3" fmla="*/ 76976 h 81286"/>
                    <a:gd name="connsiteX4" fmla="*/ 24541 w 67245"/>
                    <a:gd name="connsiteY4" fmla="*/ 79427 h 81286"/>
                    <a:gd name="connsiteX5" fmla="*/ 46432 w 67245"/>
                    <a:gd name="connsiteY5" fmla="*/ 80516 h 81286"/>
                    <a:gd name="connsiteX6" fmla="*/ 61788 w 67245"/>
                    <a:gd name="connsiteY6" fmla="*/ 73546 h 81286"/>
                    <a:gd name="connsiteX7" fmla="*/ 65273 w 67245"/>
                    <a:gd name="connsiteY7" fmla="*/ 70986 h 81286"/>
                    <a:gd name="connsiteX8" fmla="*/ 67179 w 67245"/>
                    <a:gd name="connsiteY8" fmla="*/ 63962 h 81286"/>
                    <a:gd name="connsiteX9" fmla="*/ 64510 w 67245"/>
                    <a:gd name="connsiteY9" fmla="*/ 57046 h 81286"/>
                    <a:gd name="connsiteX10" fmla="*/ 59664 w 67245"/>
                    <a:gd name="connsiteY10" fmla="*/ 51220 h 81286"/>
                    <a:gd name="connsiteX11" fmla="*/ 45942 w 67245"/>
                    <a:gd name="connsiteY11" fmla="*/ 46918 h 81286"/>
                    <a:gd name="connsiteX12" fmla="*/ 31021 w 67245"/>
                    <a:gd name="connsiteY12" fmla="*/ 36245 h 81286"/>
                    <a:gd name="connsiteX13" fmla="*/ 29605 w 67245"/>
                    <a:gd name="connsiteY13" fmla="*/ 27968 h 81286"/>
                    <a:gd name="connsiteX14" fmla="*/ 18225 w 67245"/>
                    <a:gd name="connsiteY14" fmla="*/ 1340 h 81286"/>
                    <a:gd name="connsiteX15" fmla="*/ 2487 w 67245"/>
                    <a:gd name="connsiteY15" fmla="*/ 17295 h 81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7245" h="81286">
                      <a:moveTo>
                        <a:pt x="2487" y="17295"/>
                      </a:moveTo>
                      <a:cubicBezTo>
                        <a:pt x="1616" y="23176"/>
                        <a:pt x="963" y="29057"/>
                        <a:pt x="473" y="34992"/>
                      </a:cubicBezTo>
                      <a:cubicBezTo>
                        <a:pt x="-181" y="42943"/>
                        <a:pt x="-453" y="51056"/>
                        <a:pt x="1671" y="58734"/>
                      </a:cubicBezTo>
                      <a:cubicBezTo>
                        <a:pt x="3794" y="66412"/>
                        <a:pt x="8695" y="73709"/>
                        <a:pt x="15937" y="76976"/>
                      </a:cubicBezTo>
                      <a:cubicBezTo>
                        <a:pt x="18660" y="78174"/>
                        <a:pt x="21601" y="78828"/>
                        <a:pt x="24541" y="79427"/>
                      </a:cubicBezTo>
                      <a:cubicBezTo>
                        <a:pt x="31784" y="80897"/>
                        <a:pt x="39244" y="82149"/>
                        <a:pt x="46432" y="80516"/>
                      </a:cubicBezTo>
                      <a:cubicBezTo>
                        <a:pt x="51932" y="79263"/>
                        <a:pt x="56887" y="76377"/>
                        <a:pt x="61788" y="73546"/>
                      </a:cubicBezTo>
                      <a:cubicBezTo>
                        <a:pt x="63040" y="72838"/>
                        <a:pt x="64292" y="72075"/>
                        <a:pt x="65273" y="70986"/>
                      </a:cubicBezTo>
                      <a:cubicBezTo>
                        <a:pt x="66906" y="69135"/>
                        <a:pt x="67451" y="66467"/>
                        <a:pt x="67179" y="63962"/>
                      </a:cubicBezTo>
                      <a:cubicBezTo>
                        <a:pt x="66852" y="61511"/>
                        <a:pt x="65763" y="59170"/>
                        <a:pt x="64510" y="57046"/>
                      </a:cubicBezTo>
                      <a:cubicBezTo>
                        <a:pt x="63204" y="54868"/>
                        <a:pt x="61733" y="52744"/>
                        <a:pt x="59664" y="51220"/>
                      </a:cubicBezTo>
                      <a:cubicBezTo>
                        <a:pt x="55798" y="48334"/>
                        <a:pt x="50679" y="47952"/>
                        <a:pt x="45942" y="46918"/>
                      </a:cubicBezTo>
                      <a:cubicBezTo>
                        <a:pt x="39734" y="45502"/>
                        <a:pt x="33363" y="42180"/>
                        <a:pt x="31021" y="36245"/>
                      </a:cubicBezTo>
                      <a:cubicBezTo>
                        <a:pt x="29987" y="33631"/>
                        <a:pt x="29878" y="30745"/>
                        <a:pt x="29605" y="27968"/>
                      </a:cubicBezTo>
                      <a:cubicBezTo>
                        <a:pt x="28843" y="18928"/>
                        <a:pt x="26719" y="6513"/>
                        <a:pt x="18225" y="1340"/>
                      </a:cubicBezTo>
                      <a:cubicBezTo>
                        <a:pt x="8641" y="-4541"/>
                        <a:pt x="3468" y="10434"/>
                        <a:pt x="2487" y="17295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" name="Forme libre : forme 69">
                  <a:extLst>
                    <a:ext uri="{FF2B5EF4-FFF2-40B4-BE49-F238E27FC236}">
                      <a16:creationId xmlns:a16="http://schemas.microsoft.com/office/drawing/2014/main" id="{7B2A330C-E91B-486C-9A0D-3DB753F0BCA3}"/>
                    </a:ext>
                  </a:extLst>
                </p:cNvPr>
                <p:cNvSpPr/>
                <p:nvPr/>
              </p:nvSpPr>
              <p:spPr>
                <a:xfrm>
                  <a:off x="4134927" y="3517825"/>
                  <a:ext cx="13177" cy="13177"/>
                </a:xfrm>
                <a:custGeom>
                  <a:avLst/>
                  <a:gdLst>
                    <a:gd name="connsiteX0" fmla="*/ 13178 w 13177"/>
                    <a:gd name="connsiteY0" fmla="*/ 6589 h 13177"/>
                    <a:gd name="connsiteX1" fmla="*/ 6589 w 13177"/>
                    <a:gd name="connsiteY1" fmla="*/ 13178 h 13177"/>
                    <a:gd name="connsiteX2" fmla="*/ 0 w 13177"/>
                    <a:gd name="connsiteY2" fmla="*/ 6589 h 13177"/>
                    <a:gd name="connsiteX3" fmla="*/ 6589 w 13177"/>
                    <a:gd name="connsiteY3" fmla="*/ 0 h 13177"/>
                    <a:gd name="connsiteX4" fmla="*/ 13178 w 13177"/>
                    <a:gd name="connsiteY4" fmla="*/ 6589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77" h="13177">
                      <a:moveTo>
                        <a:pt x="13178" y="6589"/>
                      </a:moveTo>
                      <a:cubicBezTo>
                        <a:pt x="13178" y="10228"/>
                        <a:pt x="10228" y="13178"/>
                        <a:pt x="6589" y="13178"/>
                      </a:cubicBezTo>
                      <a:cubicBezTo>
                        <a:pt x="2950" y="13178"/>
                        <a:pt x="0" y="10228"/>
                        <a:pt x="0" y="6589"/>
                      </a:cubicBezTo>
                      <a:cubicBezTo>
                        <a:pt x="0" y="2950"/>
                        <a:pt x="2950" y="0"/>
                        <a:pt x="6589" y="0"/>
                      </a:cubicBezTo>
                      <a:cubicBezTo>
                        <a:pt x="10228" y="0"/>
                        <a:pt x="13178" y="2950"/>
                        <a:pt x="13178" y="6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" name="Forme libre : forme 70">
                  <a:extLst>
                    <a:ext uri="{FF2B5EF4-FFF2-40B4-BE49-F238E27FC236}">
                      <a16:creationId xmlns:a16="http://schemas.microsoft.com/office/drawing/2014/main" id="{5C4628B1-2329-4F7F-9200-454393E73F23}"/>
                    </a:ext>
                  </a:extLst>
                </p:cNvPr>
                <p:cNvSpPr/>
                <p:nvPr/>
              </p:nvSpPr>
              <p:spPr>
                <a:xfrm>
                  <a:off x="4150828" y="3532092"/>
                  <a:ext cx="8603" cy="8603"/>
                </a:xfrm>
                <a:custGeom>
                  <a:avLst/>
                  <a:gdLst>
                    <a:gd name="connsiteX0" fmla="*/ 8604 w 8603"/>
                    <a:gd name="connsiteY0" fmla="*/ 4302 h 8603"/>
                    <a:gd name="connsiteX1" fmla="*/ 4302 w 8603"/>
                    <a:gd name="connsiteY1" fmla="*/ 8604 h 8603"/>
                    <a:gd name="connsiteX2" fmla="*/ 0 w 8603"/>
                    <a:gd name="connsiteY2" fmla="*/ 4302 h 8603"/>
                    <a:gd name="connsiteX3" fmla="*/ 4302 w 8603"/>
                    <a:gd name="connsiteY3" fmla="*/ 0 h 8603"/>
                    <a:gd name="connsiteX4" fmla="*/ 8604 w 8603"/>
                    <a:gd name="connsiteY4" fmla="*/ 4302 h 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03" h="8603">
                      <a:moveTo>
                        <a:pt x="8604" y="4302"/>
                      </a:moveTo>
                      <a:cubicBezTo>
                        <a:pt x="8604" y="6678"/>
                        <a:pt x="6678" y="8604"/>
                        <a:pt x="4302" y="8604"/>
                      </a:cubicBezTo>
                      <a:cubicBezTo>
                        <a:pt x="1926" y="8604"/>
                        <a:pt x="0" y="6678"/>
                        <a:pt x="0" y="4302"/>
                      </a:cubicBezTo>
                      <a:cubicBezTo>
                        <a:pt x="0" y="1926"/>
                        <a:pt x="1926" y="0"/>
                        <a:pt x="4302" y="0"/>
                      </a:cubicBezTo>
                      <a:cubicBezTo>
                        <a:pt x="6678" y="0"/>
                        <a:pt x="8604" y="1926"/>
                        <a:pt x="8604" y="4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" name="Forme libre : forme 71">
                  <a:extLst>
                    <a:ext uri="{FF2B5EF4-FFF2-40B4-BE49-F238E27FC236}">
                      <a16:creationId xmlns:a16="http://schemas.microsoft.com/office/drawing/2014/main" id="{071C72E2-7BA8-444C-B3B3-3ABAA2B4D8D0}"/>
                    </a:ext>
                  </a:extLst>
                </p:cNvPr>
                <p:cNvSpPr/>
                <p:nvPr/>
              </p:nvSpPr>
              <p:spPr>
                <a:xfrm>
                  <a:off x="4119120" y="3563394"/>
                  <a:ext cx="24793" cy="26739"/>
                </a:xfrm>
                <a:custGeom>
                  <a:avLst/>
                  <a:gdLst>
                    <a:gd name="connsiteX0" fmla="*/ 6060 w 24793"/>
                    <a:gd name="connsiteY0" fmla="*/ 17325 h 26739"/>
                    <a:gd name="connsiteX1" fmla="*/ 12813 w 24793"/>
                    <a:gd name="connsiteY1" fmla="*/ 23859 h 26739"/>
                    <a:gd name="connsiteX2" fmla="*/ 22396 w 24793"/>
                    <a:gd name="connsiteY2" fmla="*/ 26419 h 26739"/>
                    <a:gd name="connsiteX3" fmla="*/ 24357 w 24793"/>
                    <a:gd name="connsiteY3" fmla="*/ 25166 h 26739"/>
                    <a:gd name="connsiteX4" fmla="*/ 24520 w 24793"/>
                    <a:gd name="connsiteY4" fmla="*/ 22988 h 26739"/>
                    <a:gd name="connsiteX5" fmla="*/ 23594 w 24793"/>
                    <a:gd name="connsiteY5" fmla="*/ 22226 h 26739"/>
                    <a:gd name="connsiteX6" fmla="*/ 11342 w 24793"/>
                    <a:gd name="connsiteY6" fmla="*/ 13622 h 26739"/>
                    <a:gd name="connsiteX7" fmla="*/ 2303 w 24793"/>
                    <a:gd name="connsiteY7" fmla="*/ 1860 h 26739"/>
                    <a:gd name="connsiteX8" fmla="*/ 16 w 24793"/>
                    <a:gd name="connsiteY8" fmla="*/ 1098 h 26739"/>
                    <a:gd name="connsiteX9" fmla="*/ 1377 w 24793"/>
                    <a:gd name="connsiteY9" fmla="*/ 6434 h 26739"/>
                    <a:gd name="connsiteX10" fmla="*/ 6060 w 24793"/>
                    <a:gd name="connsiteY10" fmla="*/ 17325 h 26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793" h="26739">
                      <a:moveTo>
                        <a:pt x="6060" y="17325"/>
                      </a:moveTo>
                      <a:cubicBezTo>
                        <a:pt x="7857" y="19884"/>
                        <a:pt x="10199" y="22062"/>
                        <a:pt x="12813" y="23859"/>
                      </a:cubicBezTo>
                      <a:cubicBezTo>
                        <a:pt x="15644" y="25820"/>
                        <a:pt x="19129" y="27453"/>
                        <a:pt x="22396" y="26419"/>
                      </a:cubicBezTo>
                      <a:cubicBezTo>
                        <a:pt x="23159" y="26201"/>
                        <a:pt x="23867" y="25820"/>
                        <a:pt x="24357" y="25166"/>
                      </a:cubicBezTo>
                      <a:cubicBezTo>
                        <a:pt x="24847" y="24513"/>
                        <a:pt x="24956" y="23642"/>
                        <a:pt x="24520" y="22988"/>
                      </a:cubicBezTo>
                      <a:cubicBezTo>
                        <a:pt x="24302" y="22661"/>
                        <a:pt x="23976" y="22444"/>
                        <a:pt x="23594" y="22226"/>
                      </a:cubicBezTo>
                      <a:cubicBezTo>
                        <a:pt x="19402" y="19503"/>
                        <a:pt x="15154" y="16889"/>
                        <a:pt x="11342" y="13622"/>
                      </a:cubicBezTo>
                      <a:cubicBezTo>
                        <a:pt x="7531" y="10409"/>
                        <a:pt x="4154" y="6489"/>
                        <a:pt x="2303" y="1860"/>
                      </a:cubicBezTo>
                      <a:cubicBezTo>
                        <a:pt x="1867" y="716"/>
                        <a:pt x="288" y="-1244"/>
                        <a:pt x="16" y="1098"/>
                      </a:cubicBezTo>
                      <a:cubicBezTo>
                        <a:pt x="-147" y="2568"/>
                        <a:pt x="996" y="4964"/>
                        <a:pt x="1377" y="6434"/>
                      </a:cubicBezTo>
                      <a:cubicBezTo>
                        <a:pt x="2412" y="10246"/>
                        <a:pt x="3773" y="14058"/>
                        <a:pt x="6060" y="17325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73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137201" y="3615459"/>
                <a:ext cx="81042" cy="97233"/>
                <a:chOff x="4137201" y="3615459"/>
                <a:chExt cx="81042" cy="97233"/>
              </a:xfrm>
              <a:solidFill>
                <a:schemeClr val="accent1"/>
              </a:solidFill>
            </p:grpSpPr>
            <p:sp>
              <p:nvSpPr>
                <p:cNvPr id="74" name="Forme libre : forme 73">
                  <a:extLst>
                    <a:ext uri="{FF2B5EF4-FFF2-40B4-BE49-F238E27FC236}">
                      <a16:creationId xmlns:a16="http://schemas.microsoft.com/office/drawing/2014/main" id="{A1856C5A-4FF5-44ED-83AE-300281119F03}"/>
                    </a:ext>
                  </a:extLst>
                </p:cNvPr>
                <p:cNvSpPr/>
                <p:nvPr/>
              </p:nvSpPr>
              <p:spPr>
                <a:xfrm>
                  <a:off x="4137201" y="3615462"/>
                  <a:ext cx="81042" cy="97230"/>
                </a:xfrm>
                <a:custGeom>
                  <a:avLst/>
                  <a:gdLst>
                    <a:gd name="connsiteX0" fmla="*/ 26859 w 81042"/>
                    <a:gd name="connsiteY0" fmla="*/ 1904 h 97230"/>
                    <a:gd name="connsiteX1" fmla="*/ 13 w 81042"/>
                    <a:gd name="connsiteY1" fmla="*/ 36047 h 97230"/>
                    <a:gd name="connsiteX2" fmla="*/ 29092 w 81042"/>
                    <a:gd name="connsiteY2" fmla="*/ 96654 h 97230"/>
                    <a:gd name="connsiteX3" fmla="*/ 81041 w 81042"/>
                    <a:gd name="connsiteY3" fmla="*/ 67957 h 97230"/>
                    <a:gd name="connsiteX4" fmla="*/ 67427 w 81042"/>
                    <a:gd name="connsiteY4" fmla="*/ 27389 h 97230"/>
                    <a:gd name="connsiteX5" fmla="*/ 26859 w 81042"/>
                    <a:gd name="connsiteY5" fmla="*/ 1904 h 97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042" h="97230">
                      <a:moveTo>
                        <a:pt x="26859" y="1904"/>
                      </a:moveTo>
                      <a:cubicBezTo>
                        <a:pt x="9706" y="7241"/>
                        <a:pt x="-422" y="11325"/>
                        <a:pt x="13" y="36047"/>
                      </a:cubicBezTo>
                      <a:cubicBezTo>
                        <a:pt x="449" y="60769"/>
                        <a:pt x="-531" y="92897"/>
                        <a:pt x="29092" y="96654"/>
                      </a:cubicBezTo>
                      <a:cubicBezTo>
                        <a:pt x="58715" y="100411"/>
                        <a:pt x="80877" y="85219"/>
                        <a:pt x="81041" y="67957"/>
                      </a:cubicBezTo>
                      <a:cubicBezTo>
                        <a:pt x="81204" y="50695"/>
                        <a:pt x="70640" y="36701"/>
                        <a:pt x="67427" y="27389"/>
                      </a:cubicBezTo>
                      <a:cubicBezTo>
                        <a:pt x="65358" y="21399"/>
                        <a:pt x="57353" y="-7625"/>
                        <a:pt x="26859" y="1904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" name="Forme libre : forme 74">
                  <a:extLst>
                    <a:ext uri="{FF2B5EF4-FFF2-40B4-BE49-F238E27FC236}">
                      <a16:creationId xmlns:a16="http://schemas.microsoft.com/office/drawing/2014/main" id="{FF4F7E8E-22FF-439F-89DD-111E9792253F}"/>
                    </a:ext>
                  </a:extLst>
                </p:cNvPr>
                <p:cNvSpPr/>
                <p:nvPr/>
              </p:nvSpPr>
              <p:spPr>
                <a:xfrm>
                  <a:off x="4138249" y="3615459"/>
                  <a:ext cx="79941" cy="79286"/>
                </a:xfrm>
                <a:custGeom>
                  <a:avLst/>
                  <a:gdLst>
                    <a:gd name="connsiteX0" fmla="*/ 66379 w 79941"/>
                    <a:gd name="connsiteY0" fmla="*/ 27392 h 79286"/>
                    <a:gd name="connsiteX1" fmla="*/ 25811 w 79941"/>
                    <a:gd name="connsiteY1" fmla="*/ 1907 h 79286"/>
                    <a:gd name="connsiteX2" fmla="*/ 0 w 79941"/>
                    <a:gd name="connsiteY2" fmla="*/ 23471 h 79286"/>
                    <a:gd name="connsiteX3" fmla="*/ 25212 w 79941"/>
                    <a:gd name="connsiteY3" fmla="*/ 3650 h 79286"/>
                    <a:gd name="connsiteX4" fmla="*/ 55488 w 79941"/>
                    <a:gd name="connsiteY4" fmla="*/ 38282 h 79286"/>
                    <a:gd name="connsiteX5" fmla="*/ 76780 w 79941"/>
                    <a:gd name="connsiteY5" fmla="*/ 76291 h 79286"/>
                    <a:gd name="connsiteX6" fmla="*/ 76508 w 79941"/>
                    <a:gd name="connsiteY6" fmla="*/ 79286 h 79286"/>
                    <a:gd name="connsiteX7" fmla="*/ 79938 w 79941"/>
                    <a:gd name="connsiteY7" fmla="*/ 67960 h 79286"/>
                    <a:gd name="connsiteX8" fmla="*/ 66379 w 79941"/>
                    <a:gd name="connsiteY8" fmla="*/ 27392 h 79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9941" h="79286">
                      <a:moveTo>
                        <a:pt x="66379" y="27392"/>
                      </a:moveTo>
                      <a:cubicBezTo>
                        <a:pt x="64310" y="21347"/>
                        <a:pt x="56305" y="-7622"/>
                        <a:pt x="25811" y="1907"/>
                      </a:cubicBezTo>
                      <a:cubicBezTo>
                        <a:pt x="12143" y="6155"/>
                        <a:pt x="2886" y="9640"/>
                        <a:pt x="0" y="23471"/>
                      </a:cubicBezTo>
                      <a:cubicBezTo>
                        <a:pt x="4465" y="16283"/>
                        <a:pt x="14866" y="6917"/>
                        <a:pt x="25212" y="3650"/>
                      </a:cubicBezTo>
                      <a:cubicBezTo>
                        <a:pt x="55706" y="-5880"/>
                        <a:pt x="53474" y="32293"/>
                        <a:pt x="55488" y="38282"/>
                      </a:cubicBezTo>
                      <a:cubicBezTo>
                        <a:pt x="58647" y="47594"/>
                        <a:pt x="75963" y="37248"/>
                        <a:pt x="76780" y="76291"/>
                      </a:cubicBezTo>
                      <a:cubicBezTo>
                        <a:pt x="76780" y="77326"/>
                        <a:pt x="76671" y="78306"/>
                        <a:pt x="76508" y="79286"/>
                      </a:cubicBezTo>
                      <a:cubicBezTo>
                        <a:pt x="78686" y="75747"/>
                        <a:pt x="79938" y="71935"/>
                        <a:pt x="79938" y="67960"/>
                      </a:cubicBezTo>
                      <a:cubicBezTo>
                        <a:pt x="80156" y="50698"/>
                        <a:pt x="69537" y="36703"/>
                        <a:pt x="66379" y="27392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" name="Forme libre : forme 75">
                  <a:extLst>
                    <a:ext uri="{FF2B5EF4-FFF2-40B4-BE49-F238E27FC236}">
                      <a16:creationId xmlns:a16="http://schemas.microsoft.com/office/drawing/2014/main" id="{B6ED5BA3-053A-45DC-BE10-A57F44985817}"/>
                    </a:ext>
                  </a:extLst>
                </p:cNvPr>
                <p:cNvSpPr/>
                <p:nvPr/>
              </p:nvSpPr>
              <p:spPr>
                <a:xfrm>
                  <a:off x="4137201" y="3615462"/>
                  <a:ext cx="81042" cy="97230"/>
                </a:xfrm>
                <a:custGeom>
                  <a:avLst/>
                  <a:gdLst>
                    <a:gd name="connsiteX0" fmla="*/ 26859 w 81042"/>
                    <a:gd name="connsiteY0" fmla="*/ 1904 h 97230"/>
                    <a:gd name="connsiteX1" fmla="*/ 13 w 81042"/>
                    <a:gd name="connsiteY1" fmla="*/ 36047 h 97230"/>
                    <a:gd name="connsiteX2" fmla="*/ 29092 w 81042"/>
                    <a:gd name="connsiteY2" fmla="*/ 96654 h 97230"/>
                    <a:gd name="connsiteX3" fmla="*/ 81041 w 81042"/>
                    <a:gd name="connsiteY3" fmla="*/ 67957 h 97230"/>
                    <a:gd name="connsiteX4" fmla="*/ 67427 w 81042"/>
                    <a:gd name="connsiteY4" fmla="*/ 27389 h 97230"/>
                    <a:gd name="connsiteX5" fmla="*/ 26859 w 81042"/>
                    <a:gd name="connsiteY5" fmla="*/ 1904 h 97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042" h="97230">
                      <a:moveTo>
                        <a:pt x="26859" y="1904"/>
                      </a:moveTo>
                      <a:cubicBezTo>
                        <a:pt x="9706" y="7241"/>
                        <a:pt x="-422" y="11325"/>
                        <a:pt x="13" y="36047"/>
                      </a:cubicBezTo>
                      <a:cubicBezTo>
                        <a:pt x="449" y="60769"/>
                        <a:pt x="-531" y="92897"/>
                        <a:pt x="29092" y="96654"/>
                      </a:cubicBezTo>
                      <a:cubicBezTo>
                        <a:pt x="58715" y="100411"/>
                        <a:pt x="80877" y="85219"/>
                        <a:pt x="81041" y="67957"/>
                      </a:cubicBezTo>
                      <a:cubicBezTo>
                        <a:pt x="81204" y="50695"/>
                        <a:pt x="70640" y="36701"/>
                        <a:pt x="67427" y="27389"/>
                      </a:cubicBezTo>
                      <a:cubicBezTo>
                        <a:pt x="65358" y="21399"/>
                        <a:pt x="57353" y="-7625"/>
                        <a:pt x="26859" y="1904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" name="Forme libre : forme 76">
                  <a:extLst>
                    <a:ext uri="{FF2B5EF4-FFF2-40B4-BE49-F238E27FC236}">
                      <a16:creationId xmlns:a16="http://schemas.microsoft.com/office/drawing/2014/main" id="{1054956D-2BF8-41E8-9C1E-514994381ED5}"/>
                    </a:ext>
                  </a:extLst>
                </p:cNvPr>
                <p:cNvSpPr/>
                <p:nvPr/>
              </p:nvSpPr>
              <p:spPr>
                <a:xfrm>
                  <a:off x="4142649" y="3626454"/>
                  <a:ext cx="69196" cy="78823"/>
                </a:xfrm>
                <a:custGeom>
                  <a:avLst/>
                  <a:gdLst>
                    <a:gd name="connsiteX0" fmla="*/ 446 w 69196"/>
                    <a:gd name="connsiteY0" fmla="*/ 18248 h 78823"/>
                    <a:gd name="connsiteX1" fmla="*/ 10 w 69196"/>
                    <a:gd name="connsiteY1" fmla="*/ 36055 h 78823"/>
                    <a:gd name="connsiteX2" fmla="*/ 3332 w 69196"/>
                    <a:gd name="connsiteY2" fmla="*/ 59579 h 78823"/>
                    <a:gd name="connsiteX3" fmla="*/ 19178 w 69196"/>
                    <a:gd name="connsiteY3" fmla="*/ 76459 h 78823"/>
                    <a:gd name="connsiteX4" fmla="*/ 27945 w 69196"/>
                    <a:gd name="connsiteY4" fmla="*/ 78093 h 78823"/>
                    <a:gd name="connsiteX5" fmla="*/ 49835 w 69196"/>
                    <a:gd name="connsiteY5" fmla="*/ 77222 h 78823"/>
                    <a:gd name="connsiteX6" fmla="*/ 64484 w 69196"/>
                    <a:gd name="connsiteY6" fmla="*/ 68890 h 78823"/>
                    <a:gd name="connsiteX7" fmla="*/ 67696 w 69196"/>
                    <a:gd name="connsiteY7" fmla="*/ 66059 h 78823"/>
                    <a:gd name="connsiteX8" fmla="*/ 68949 w 69196"/>
                    <a:gd name="connsiteY8" fmla="*/ 58925 h 78823"/>
                    <a:gd name="connsiteX9" fmla="*/ 65682 w 69196"/>
                    <a:gd name="connsiteY9" fmla="*/ 52282 h 78823"/>
                    <a:gd name="connsiteX10" fmla="*/ 60345 w 69196"/>
                    <a:gd name="connsiteY10" fmla="*/ 46891 h 78823"/>
                    <a:gd name="connsiteX11" fmla="*/ 46296 w 69196"/>
                    <a:gd name="connsiteY11" fmla="*/ 43841 h 78823"/>
                    <a:gd name="connsiteX12" fmla="*/ 30504 w 69196"/>
                    <a:gd name="connsiteY12" fmla="*/ 34584 h 78823"/>
                    <a:gd name="connsiteX13" fmla="*/ 28381 w 69196"/>
                    <a:gd name="connsiteY13" fmla="*/ 26471 h 78823"/>
                    <a:gd name="connsiteX14" fmla="*/ 14658 w 69196"/>
                    <a:gd name="connsiteY14" fmla="*/ 986 h 78823"/>
                    <a:gd name="connsiteX15" fmla="*/ 446 w 69196"/>
                    <a:gd name="connsiteY15" fmla="*/ 18248 h 78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9196" h="78823">
                      <a:moveTo>
                        <a:pt x="446" y="18248"/>
                      </a:moveTo>
                      <a:cubicBezTo>
                        <a:pt x="119" y="24184"/>
                        <a:pt x="-44" y="30119"/>
                        <a:pt x="10" y="36055"/>
                      </a:cubicBezTo>
                      <a:cubicBezTo>
                        <a:pt x="65" y="44005"/>
                        <a:pt x="555" y="52119"/>
                        <a:pt x="3332" y="59579"/>
                      </a:cubicBezTo>
                      <a:cubicBezTo>
                        <a:pt x="6109" y="67039"/>
                        <a:pt x="11663" y="73846"/>
                        <a:pt x="19178" y="76459"/>
                      </a:cubicBezTo>
                      <a:cubicBezTo>
                        <a:pt x="22010" y="77440"/>
                        <a:pt x="25005" y="77766"/>
                        <a:pt x="27945" y="78093"/>
                      </a:cubicBezTo>
                      <a:cubicBezTo>
                        <a:pt x="35242" y="78910"/>
                        <a:pt x="42865" y="79509"/>
                        <a:pt x="49835" y="77222"/>
                      </a:cubicBezTo>
                      <a:cubicBezTo>
                        <a:pt x="55227" y="75479"/>
                        <a:pt x="59909" y="72158"/>
                        <a:pt x="64484" y="68890"/>
                      </a:cubicBezTo>
                      <a:cubicBezTo>
                        <a:pt x="65682" y="68073"/>
                        <a:pt x="66825" y="67202"/>
                        <a:pt x="67696" y="66059"/>
                      </a:cubicBezTo>
                      <a:cubicBezTo>
                        <a:pt x="69167" y="64044"/>
                        <a:pt x="69493" y="61321"/>
                        <a:pt x="68949" y="58925"/>
                      </a:cubicBezTo>
                      <a:cubicBezTo>
                        <a:pt x="68404" y="56475"/>
                        <a:pt x="67097" y="54297"/>
                        <a:pt x="65682" y="52282"/>
                      </a:cubicBezTo>
                      <a:cubicBezTo>
                        <a:pt x="64211" y="50213"/>
                        <a:pt x="62523" y="48252"/>
                        <a:pt x="60345" y="46891"/>
                      </a:cubicBezTo>
                      <a:cubicBezTo>
                        <a:pt x="56207" y="44332"/>
                        <a:pt x="51088" y="44441"/>
                        <a:pt x="46296" y="43841"/>
                      </a:cubicBezTo>
                      <a:cubicBezTo>
                        <a:pt x="39979" y="43025"/>
                        <a:pt x="33336" y="40248"/>
                        <a:pt x="30504" y="34584"/>
                      </a:cubicBezTo>
                      <a:cubicBezTo>
                        <a:pt x="29252" y="32079"/>
                        <a:pt x="28871" y="29248"/>
                        <a:pt x="28381" y="26471"/>
                      </a:cubicBezTo>
                      <a:cubicBezTo>
                        <a:pt x="26802" y="17540"/>
                        <a:pt x="23589" y="5343"/>
                        <a:pt x="14658" y="986"/>
                      </a:cubicBezTo>
                      <a:cubicBezTo>
                        <a:pt x="4639" y="-4023"/>
                        <a:pt x="827" y="11333"/>
                        <a:pt x="446" y="18248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Forme libre : forme 77">
                  <a:extLst>
                    <a:ext uri="{FF2B5EF4-FFF2-40B4-BE49-F238E27FC236}">
                      <a16:creationId xmlns:a16="http://schemas.microsoft.com/office/drawing/2014/main" id="{DC413B2F-809F-4FBD-8ADD-DF4C63E1235F}"/>
                    </a:ext>
                  </a:extLst>
                </p:cNvPr>
                <p:cNvSpPr/>
                <p:nvPr/>
              </p:nvSpPr>
              <p:spPr>
                <a:xfrm>
                  <a:off x="4158342" y="3628911"/>
                  <a:ext cx="13177" cy="13177"/>
                </a:xfrm>
                <a:custGeom>
                  <a:avLst/>
                  <a:gdLst>
                    <a:gd name="connsiteX0" fmla="*/ 13178 w 13177"/>
                    <a:gd name="connsiteY0" fmla="*/ 6589 h 13177"/>
                    <a:gd name="connsiteX1" fmla="*/ 6589 w 13177"/>
                    <a:gd name="connsiteY1" fmla="*/ 13178 h 13177"/>
                    <a:gd name="connsiteX2" fmla="*/ 0 w 13177"/>
                    <a:gd name="connsiteY2" fmla="*/ 6589 h 13177"/>
                    <a:gd name="connsiteX3" fmla="*/ 6589 w 13177"/>
                    <a:gd name="connsiteY3" fmla="*/ 0 h 13177"/>
                    <a:gd name="connsiteX4" fmla="*/ 13178 w 13177"/>
                    <a:gd name="connsiteY4" fmla="*/ 6589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77" h="13177">
                      <a:moveTo>
                        <a:pt x="13178" y="6589"/>
                      </a:moveTo>
                      <a:cubicBezTo>
                        <a:pt x="13178" y="10228"/>
                        <a:pt x="10228" y="13178"/>
                        <a:pt x="6589" y="13178"/>
                      </a:cubicBezTo>
                      <a:cubicBezTo>
                        <a:pt x="2950" y="13178"/>
                        <a:pt x="0" y="10228"/>
                        <a:pt x="0" y="6589"/>
                      </a:cubicBezTo>
                      <a:cubicBezTo>
                        <a:pt x="0" y="2950"/>
                        <a:pt x="2950" y="0"/>
                        <a:pt x="6589" y="0"/>
                      </a:cubicBezTo>
                      <a:cubicBezTo>
                        <a:pt x="10228" y="0"/>
                        <a:pt x="13178" y="2950"/>
                        <a:pt x="13178" y="6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" name="Forme libre : forme 78">
                  <a:extLst>
                    <a:ext uri="{FF2B5EF4-FFF2-40B4-BE49-F238E27FC236}">
                      <a16:creationId xmlns:a16="http://schemas.microsoft.com/office/drawing/2014/main" id="{9079941D-67E3-46E9-8AF4-6A41CF9AF9ED}"/>
                    </a:ext>
                  </a:extLst>
                </p:cNvPr>
                <p:cNvSpPr/>
                <p:nvPr/>
              </p:nvSpPr>
              <p:spPr>
                <a:xfrm>
                  <a:off x="4175278" y="3641871"/>
                  <a:ext cx="8603" cy="8603"/>
                </a:xfrm>
                <a:custGeom>
                  <a:avLst/>
                  <a:gdLst>
                    <a:gd name="connsiteX0" fmla="*/ 8604 w 8603"/>
                    <a:gd name="connsiteY0" fmla="*/ 4302 h 8603"/>
                    <a:gd name="connsiteX1" fmla="*/ 4302 w 8603"/>
                    <a:gd name="connsiteY1" fmla="*/ 8604 h 8603"/>
                    <a:gd name="connsiteX2" fmla="*/ 0 w 8603"/>
                    <a:gd name="connsiteY2" fmla="*/ 4302 h 8603"/>
                    <a:gd name="connsiteX3" fmla="*/ 4302 w 8603"/>
                    <a:gd name="connsiteY3" fmla="*/ 0 h 8603"/>
                    <a:gd name="connsiteX4" fmla="*/ 8604 w 8603"/>
                    <a:gd name="connsiteY4" fmla="*/ 4302 h 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03" h="8603">
                      <a:moveTo>
                        <a:pt x="8604" y="4302"/>
                      </a:moveTo>
                      <a:cubicBezTo>
                        <a:pt x="8604" y="6678"/>
                        <a:pt x="6678" y="8604"/>
                        <a:pt x="4302" y="8604"/>
                      </a:cubicBezTo>
                      <a:cubicBezTo>
                        <a:pt x="1926" y="8604"/>
                        <a:pt x="0" y="6678"/>
                        <a:pt x="0" y="4302"/>
                      </a:cubicBezTo>
                      <a:cubicBezTo>
                        <a:pt x="0" y="1926"/>
                        <a:pt x="1926" y="0"/>
                        <a:pt x="4302" y="0"/>
                      </a:cubicBezTo>
                      <a:cubicBezTo>
                        <a:pt x="6678" y="0"/>
                        <a:pt x="8604" y="1926"/>
                        <a:pt x="8604" y="4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" name="Forme libre : forme 79">
                  <a:extLst>
                    <a:ext uri="{FF2B5EF4-FFF2-40B4-BE49-F238E27FC236}">
                      <a16:creationId xmlns:a16="http://schemas.microsoft.com/office/drawing/2014/main" id="{AA7ACB3B-C649-4132-A115-1C93EBF2A525}"/>
                    </a:ext>
                  </a:extLst>
                </p:cNvPr>
                <p:cNvSpPr/>
                <p:nvPr/>
              </p:nvSpPr>
              <p:spPr>
                <a:xfrm>
                  <a:off x="4146252" y="3676259"/>
                  <a:ext cx="26765" cy="24899"/>
                </a:xfrm>
                <a:custGeom>
                  <a:avLst/>
                  <a:gdLst>
                    <a:gd name="connsiteX0" fmla="*/ 7516 w 26765"/>
                    <a:gd name="connsiteY0" fmla="*/ 16744 h 24899"/>
                    <a:gd name="connsiteX1" fmla="*/ 14813 w 26765"/>
                    <a:gd name="connsiteY1" fmla="*/ 22679 h 24899"/>
                    <a:gd name="connsiteX2" fmla="*/ 24615 w 26765"/>
                    <a:gd name="connsiteY2" fmla="*/ 24367 h 24899"/>
                    <a:gd name="connsiteX3" fmla="*/ 26466 w 26765"/>
                    <a:gd name="connsiteY3" fmla="*/ 22952 h 24899"/>
                    <a:gd name="connsiteX4" fmla="*/ 26412 w 26765"/>
                    <a:gd name="connsiteY4" fmla="*/ 20773 h 24899"/>
                    <a:gd name="connsiteX5" fmla="*/ 25432 w 26765"/>
                    <a:gd name="connsiteY5" fmla="*/ 20065 h 24899"/>
                    <a:gd name="connsiteX6" fmla="*/ 12417 w 26765"/>
                    <a:gd name="connsiteY6" fmla="*/ 12605 h 24899"/>
                    <a:gd name="connsiteX7" fmla="*/ 2343 w 26765"/>
                    <a:gd name="connsiteY7" fmla="*/ 1715 h 24899"/>
                    <a:gd name="connsiteX8" fmla="*/ 2 w 26765"/>
                    <a:gd name="connsiteY8" fmla="*/ 1170 h 24899"/>
                    <a:gd name="connsiteX9" fmla="*/ 1799 w 26765"/>
                    <a:gd name="connsiteY9" fmla="*/ 6343 h 24899"/>
                    <a:gd name="connsiteX10" fmla="*/ 7516 w 26765"/>
                    <a:gd name="connsiteY10" fmla="*/ 16744 h 24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765" h="24899">
                      <a:moveTo>
                        <a:pt x="7516" y="16744"/>
                      </a:moveTo>
                      <a:cubicBezTo>
                        <a:pt x="9531" y="19140"/>
                        <a:pt x="12090" y="21100"/>
                        <a:pt x="14813" y="22679"/>
                      </a:cubicBezTo>
                      <a:cubicBezTo>
                        <a:pt x="17808" y="24367"/>
                        <a:pt x="21456" y="25674"/>
                        <a:pt x="24615" y="24367"/>
                      </a:cubicBezTo>
                      <a:cubicBezTo>
                        <a:pt x="25323" y="24095"/>
                        <a:pt x="26031" y="23605"/>
                        <a:pt x="26466" y="22952"/>
                      </a:cubicBezTo>
                      <a:cubicBezTo>
                        <a:pt x="26847" y="22298"/>
                        <a:pt x="26902" y="21372"/>
                        <a:pt x="26412" y="20773"/>
                      </a:cubicBezTo>
                      <a:cubicBezTo>
                        <a:pt x="26139" y="20447"/>
                        <a:pt x="25813" y="20283"/>
                        <a:pt x="25432" y="20065"/>
                      </a:cubicBezTo>
                      <a:cubicBezTo>
                        <a:pt x="21021" y="17724"/>
                        <a:pt x="16556" y="15491"/>
                        <a:pt x="12417" y="12605"/>
                      </a:cubicBezTo>
                      <a:cubicBezTo>
                        <a:pt x="8333" y="9719"/>
                        <a:pt x="4630" y="6180"/>
                        <a:pt x="2343" y="1715"/>
                      </a:cubicBezTo>
                      <a:cubicBezTo>
                        <a:pt x="1799" y="626"/>
                        <a:pt x="56" y="-1226"/>
                        <a:pt x="2" y="1170"/>
                      </a:cubicBezTo>
                      <a:cubicBezTo>
                        <a:pt x="-53" y="2640"/>
                        <a:pt x="1308" y="4927"/>
                        <a:pt x="1799" y="6343"/>
                      </a:cubicBezTo>
                      <a:cubicBezTo>
                        <a:pt x="3214" y="10046"/>
                        <a:pt x="4902" y="13694"/>
                        <a:pt x="7516" y="16744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81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164237" y="3723044"/>
                <a:ext cx="83167" cy="97258"/>
                <a:chOff x="4164237" y="3723044"/>
                <a:chExt cx="83167" cy="97258"/>
              </a:xfrm>
              <a:solidFill>
                <a:schemeClr val="accent1"/>
              </a:solidFill>
            </p:grpSpPr>
            <p:sp>
              <p:nvSpPr>
                <p:cNvPr id="82" name="Forme libre : forme 81">
                  <a:extLst>
                    <a:ext uri="{FF2B5EF4-FFF2-40B4-BE49-F238E27FC236}">
                      <a16:creationId xmlns:a16="http://schemas.microsoft.com/office/drawing/2014/main" id="{65206D75-7F05-456C-BE58-25F04EA7CB3D}"/>
                    </a:ext>
                  </a:extLst>
                </p:cNvPr>
                <p:cNvSpPr/>
                <p:nvPr/>
              </p:nvSpPr>
              <p:spPr>
                <a:xfrm>
                  <a:off x="4164237" y="3723044"/>
                  <a:ext cx="83166" cy="97258"/>
                </a:xfrm>
                <a:custGeom>
                  <a:avLst/>
                  <a:gdLst>
                    <a:gd name="connsiteX0" fmla="*/ 24926 w 83166"/>
                    <a:gd name="connsiteY0" fmla="*/ 2685 h 97258"/>
                    <a:gd name="connsiteX1" fmla="*/ 258 w 83166"/>
                    <a:gd name="connsiteY1" fmla="*/ 38461 h 97258"/>
                    <a:gd name="connsiteX2" fmla="*/ 33094 w 83166"/>
                    <a:gd name="connsiteY2" fmla="*/ 97108 h 97258"/>
                    <a:gd name="connsiteX3" fmla="*/ 83137 w 83166"/>
                    <a:gd name="connsiteY3" fmla="*/ 65198 h 97258"/>
                    <a:gd name="connsiteX4" fmla="*/ 67019 w 83166"/>
                    <a:gd name="connsiteY4" fmla="*/ 25556 h 97258"/>
                    <a:gd name="connsiteX5" fmla="*/ 24926 w 83166"/>
                    <a:gd name="connsiteY5" fmla="*/ 2685 h 97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3166" h="97258">
                      <a:moveTo>
                        <a:pt x="24926" y="2685"/>
                      </a:moveTo>
                      <a:cubicBezTo>
                        <a:pt x="8154" y="9111"/>
                        <a:pt x="-1756" y="13794"/>
                        <a:pt x="258" y="38461"/>
                      </a:cubicBezTo>
                      <a:cubicBezTo>
                        <a:pt x="2273" y="63129"/>
                        <a:pt x="3253" y="95257"/>
                        <a:pt x="33094" y="97108"/>
                      </a:cubicBezTo>
                      <a:cubicBezTo>
                        <a:pt x="62880" y="99014"/>
                        <a:pt x="84063" y="82460"/>
                        <a:pt x="83137" y="65198"/>
                      </a:cubicBezTo>
                      <a:cubicBezTo>
                        <a:pt x="82211" y="47936"/>
                        <a:pt x="70776" y="34650"/>
                        <a:pt x="67019" y="25556"/>
                      </a:cubicBezTo>
                      <a:cubicBezTo>
                        <a:pt x="64568" y="19675"/>
                        <a:pt x="54767" y="-8750"/>
                        <a:pt x="24926" y="2685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" name="Forme libre : forme 82">
                  <a:extLst>
                    <a:ext uri="{FF2B5EF4-FFF2-40B4-BE49-F238E27FC236}">
                      <a16:creationId xmlns:a16="http://schemas.microsoft.com/office/drawing/2014/main" id="{D811CD19-7B23-4C32-B032-29EB753BBFAC}"/>
                    </a:ext>
                  </a:extLst>
                </p:cNvPr>
                <p:cNvSpPr/>
                <p:nvPr/>
              </p:nvSpPr>
              <p:spPr>
                <a:xfrm>
                  <a:off x="4164714" y="3723044"/>
                  <a:ext cx="82690" cy="76742"/>
                </a:xfrm>
                <a:custGeom>
                  <a:avLst/>
                  <a:gdLst>
                    <a:gd name="connsiteX0" fmla="*/ 66543 w 82690"/>
                    <a:gd name="connsiteY0" fmla="*/ 25556 h 76742"/>
                    <a:gd name="connsiteX1" fmla="*/ 24450 w 82690"/>
                    <a:gd name="connsiteY1" fmla="*/ 2685 h 76742"/>
                    <a:gd name="connsiteX2" fmla="*/ 0 w 82690"/>
                    <a:gd name="connsiteY2" fmla="*/ 25828 h 76742"/>
                    <a:gd name="connsiteX3" fmla="*/ 23960 w 82690"/>
                    <a:gd name="connsiteY3" fmla="*/ 4482 h 76742"/>
                    <a:gd name="connsiteX4" fmla="*/ 56360 w 82690"/>
                    <a:gd name="connsiteY4" fmla="*/ 37154 h 76742"/>
                    <a:gd name="connsiteX5" fmla="*/ 79993 w 82690"/>
                    <a:gd name="connsiteY5" fmla="*/ 73747 h 76742"/>
                    <a:gd name="connsiteX6" fmla="*/ 79938 w 82690"/>
                    <a:gd name="connsiteY6" fmla="*/ 76742 h 76742"/>
                    <a:gd name="connsiteX7" fmla="*/ 82661 w 82690"/>
                    <a:gd name="connsiteY7" fmla="*/ 65253 h 76742"/>
                    <a:gd name="connsiteX8" fmla="*/ 66543 w 82690"/>
                    <a:gd name="connsiteY8" fmla="*/ 25556 h 76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2690" h="76742">
                      <a:moveTo>
                        <a:pt x="66543" y="25556"/>
                      </a:moveTo>
                      <a:cubicBezTo>
                        <a:pt x="64147" y="19675"/>
                        <a:pt x="54290" y="-8750"/>
                        <a:pt x="24450" y="2685"/>
                      </a:cubicBezTo>
                      <a:cubicBezTo>
                        <a:pt x="11054" y="7804"/>
                        <a:pt x="2069" y="11833"/>
                        <a:pt x="0" y="25828"/>
                      </a:cubicBezTo>
                      <a:cubicBezTo>
                        <a:pt x="3975" y="18368"/>
                        <a:pt x="13777" y="8348"/>
                        <a:pt x="23960" y="4482"/>
                      </a:cubicBezTo>
                      <a:cubicBezTo>
                        <a:pt x="53800" y="-6899"/>
                        <a:pt x="53964" y="31273"/>
                        <a:pt x="56360" y="37154"/>
                      </a:cubicBezTo>
                      <a:cubicBezTo>
                        <a:pt x="60117" y="46248"/>
                        <a:pt x="76725" y="34813"/>
                        <a:pt x="79993" y="73747"/>
                      </a:cubicBezTo>
                      <a:cubicBezTo>
                        <a:pt x="80101" y="74728"/>
                        <a:pt x="79993" y="75762"/>
                        <a:pt x="79938" y="76742"/>
                      </a:cubicBezTo>
                      <a:cubicBezTo>
                        <a:pt x="81898" y="73094"/>
                        <a:pt x="82879" y="69173"/>
                        <a:pt x="82661" y="65253"/>
                      </a:cubicBezTo>
                      <a:cubicBezTo>
                        <a:pt x="81735" y="47991"/>
                        <a:pt x="70300" y="34650"/>
                        <a:pt x="66543" y="25556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" name="Forme libre : forme 83">
                  <a:extLst>
                    <a:ext uri="{FF2B5EF4-FFF2-40B4-BE49-F238E27FC236}">
                      <a16:creationId xmlns:a16="http://schemas.microsoft.com/office/drawing/2014/main" id="{36CA9C7D-C485-47A5-BA6A-599CB4441A1B}"/>
                    </a:ext>
                  </a:extLst>
                </p:cNvPr>
                <p:cNvSpPr/>
                <p:nvPr/>
              </p:nvSpPr>
              <p:spPr>
                <a:xfrm>
                  <a:off x="4164237" y="3723044"/>
                  <a:ext cx="83166" cy="97258"/>
                </a:xfrm>
                <a:custGeom>
                  <a:avLst/>
                  <a:gdLst>
                    <a:gd name="connsiteX0" fmla="*/ 24926 w 83166"/>
                    <a:gd name="connsiteY0" fmla="*/ 2685 h 97258"/>
                    <a:gd name="connsiteX1" fmla="*/ 258 w 83166"/>
                    <a:gd name="connsiteY1" fmla="*/ 38461 h 97258"/>
                    <a:gd name="connsiteX2" fmla="*/ 33094 w 83166"/>
                    <a:gd name="connsiteY2" fmla="*/ 97108 h 97258"/>
                    <a:gd name="connsiteX3" fmla="*/ 83137 w 83166"/>
                    <a:gd name="connsiteY3" fmla="*/ 65198 h 97258"/>
                    <a:gd name="connsiteX4" fmla="*/ 67019 w 83166"/>
                    <a:gd name="connsiteY4" fmla="*/ 25556 h 97258"/>
                    <a:gd name="connsiteX5" fmla="*/ 24926 w 83166"/>
                    <a:gd name="connsiteY5" fmla="*/ 2685 h 97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3166" h="97258">
                      <a:moveTo>
                        <a:pt x="24926" y="2685"/>
                      </a:moveTo>
                      <a:cubicBezTo>
                        <a:pt x="8154" y="9111"/>
                        <a:pt x="-1756" y="13794"/>
                        <a:pt x="258" y="38461"/>
                      </a:cubicBezTo>
                      <a:cubicBezTo>
                        <a:pt x="2273" y="63129"/>
                        <a:pt x="3253" y="95257"/>
                        <a:pt x="33094" y="97108"/>
                      </a:cubicBezTo>
                      <a:cubicBezTo>
                        <a:pt x="62880" y="99014"/>
                        <a:pt x="84063" y="82460"/>
                        <a:pt x="83137" y="65198"/>
                      </a:cubicBezTo>
                      <a:cubicBezTo>
                        <a:pt x="82211" y="47936"/>
                        <a:pt x="70776" y="34650"/>
                        <a:pt x="67019" y="25556"/>
                      </a:cubicBezTo>
                      <a:cubicBezTo>
                        <a:pt x="64568" y="19675"/>
                        <a:pt x="54767" y="-8750"/>
                        <a:pt x="24926" y="2685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" name="Forme libre : forme 84">
                  <a:extLst>
                    <a:ext uri="{FF2B5EF4-FFF2-40B4-BE49-F238E27FC236}">
                      <a16:creationId xmlns:a16="http://schemas.microsoft.com/office/drawing/2014/main" id="{860C0DF4-7B3A-43DB-82AC-81AB2736B2C3}"/>
                    </a:ext>
                  </a:extLst>
                </p:cNvPr>
                <p:cNvSpPr/>
                <p:nvPr/>
              </p:nvSpPr>
              <p:spPr>
                <a:xfrm>
                  <a:off x="4169941" y="3735426"/>
                  <a:ext cx="71395" cy="77106"/>
                </a:xfrm>
                <a:custGeom>
                  <a:avLst/>
                  <a:gdLst>
                    <a:gd name="connsiteX0" fmla="*/ 0 w 71395"/>
                    <a:gd name="connsiteY0" fmla="*/ 18892 h 77106"/>
                    <a:gd name="connsiteX1" fmla="*/ 708 w 71395"/>
                    <a:gd name="connsiteY1" fmla="*/ 36698 h 77106"/>
                    <a:gd name="connsiteX2" fmla="*/ 5500 w 71395"/>
                    <a:gd name="connsiteY2" fmla="*/ 60005 h 77106"/>
                    <a:gd name="connsiteX3" fmla="*/ 22380 w 71395"/>
                    <a:gd name="connsiteY3" fmla="*/ 75851 h 77106"/>
                    <a:gd name="connsiteX4" fmla="*/ 31256 w 71395"/>
                    <a:gd name="connsiteY4" fmla="*/ 76940 h 77106"/>
                    <a:gd name="connsiteX5" fmla="*/ 53038 w 71395"/>
                    <a:gd name="connsiteY5" fmla="*/ 74707 h 77106"/>
                    <a:gd name="connsiteX6" fmla="*/ 67141 w 71395"/>
                    <a:gd name="connsiteY6" fmla="*/ 65450 h 77106"/>
                    <a:gd name="connsiteX7" fmla="*/ 70191 w 71395"/>
                    <a:gd name="connsiteY7" fmla="*/ 62400 h 77106"/>
                    <a:gd name="connsiteX8" fmla="*/ 71008 w 71395"/>
                    <a:gd name="connsiteY8" fmla="*/ 55213 h 77106"/>
                    <a:gd name="connsiteX9" fmla="*/ 67305 w 71395"/>
                    <a:gd name="connsiteY9" fmla="*/ 48787 h 77106"/>
                    <a:gd name="connsiteX10" fmla="*/ 61642 w 71395"/>
                    <a:gd name="connsiteY10" fmla="*/ 43777 h 77106"/>
                    <a:gd name="connsiteX11" fmla="*/ 47429 w 71395"/>
                    <a:gd name="connsiteY11" fmla="*/ 41599 h 77106"/>
                    <a:gd name="connsiteX12" fmla="*/ 31093 w 71395"/>
                    <a:gd name="connsiteY12" fmla="*/ 33322 h 77106"/>
                    <a:gd name="connsiteX13" fmla="*/ 28425 w 71395"/>
                    <a:gd name="connsiteY13" fmla="*/ 25317 h 77106"/>
                    <a:gd name="connsiteX14" fmla="*/ 13123 w 71395"/>
                    <a:gd name="connsiteY14" fmla="*/ 759 h 77106"/>
                    <a:gd name="connsiteX15" fmla="*/ 0 w 71395"/>
                    <a:gd name="connsiteY15" fmla="*/ 18892 h 77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1395" h="77106">
                      <a:moveTo>
                        <a:pt x="0" y="18892"/>
                      </a:moveTo>
                      <a:cubicBezTo>
                        <a:pt x="55" y="24827"/>
                        <a:pt x="272" y="30763"/>
                        <a:pt x="708" y="36698"/>
                      </a:cubicBezTo>
                      <a:cubicBezTo>
                        <a:pt x="1252" y="44648"/>
                        <a:pt x="2233" y="52708"/>
                        <a:pt x="5500" y="60005"/>
                      </a:cubicBezTo>
                      <a:cubicBezTo>
                        <a:pt x="8767" y="67247"/>
                        <a:pt x="14702" y="73727"/>
                        <a:pt x="22380" y="75851"/>
                      </a:cubicBezTo>
                      <a:cubicBezTo>
                        <a:pt x="25266" y="76667"/>
                        <a:pt x="28262" y="76831"/>
                        <a:pt x="31256" y="76940"/>
                      </a:cubicBezTo>
                      <a:cubicBezTo>
                        <a:pt x="38608" y="77266"/>
                        <a:pt x="46231" y="77375"/>
                        <a:pt x="53038" y="74707"/>
                      </a:cubicBezTo>
                      <a:cubicBezTo>
                        <a:pt x="58265" y="72638"/>
                        <a:pt x="62785" y="69044"/>
                        <a:pt x="67141" y="65450"/>
                      </a:cubicBezTo>
                      <a:cubicBezTo>
                        <a:pt x="68285" y="64524"/>
                        <a:pt x="69374" y="63598"/>
                        <a:pt x="70191" y="62400"/>
                      </a:cubicBezTo>
                      <a:cubicBezTo>
                        <a:pt x="71552" y="60331"/>
                        <a:pt x="71661" y="57609"/>
                        <a:pt x="71008" y="55213"/>
                      </a:cubicBezTo>
                      <a:cubicBezTo>
                        <a:pt x="70354" y="52817"/>
                        <a:pt x="68884" y="50693"/>
                        <a:pt x="67305" y="48787"/>
                      </a:cubicBezTo>
                      <a:cubicBezTo>
                        <a:pt x="65726" y="46827"/>
                        <a:pt x="63874" y="44975"/>
                        <a:pt x="61642" y="43777"/>
                      </a:cubicBezTo>
                      <a:cubicBezTo>
                        <a:pt x="57394" y="41490"/>
                        <a:pt x="52276" y="41926"/>
                        <a:pt x="47429" y="41599"/>
                      </a:cubicBezTo>
                      <a:cubicBezTo>
                        <a:pt x="41058" y="41164"/>
                        <a:pt x="34251" y="38822"/>
                        <a:pt x="31093" y="33322"/>
                      </a:cubicBezTo>
                      <a:cubicBezTo>
                        <a:pt x="29677" y="30872"/>
                        <a:pt x="29078" y="28094"/>
                        <a:pt x="28425" y="25317"/>
                      </a:cubicBezTo>
                      <a:cubicBezTo>
                        <a:pt x="26301" y="16496"/>
                        <a:pt x="22326" y="4516"/>
                        <a:pt x="13123" y="759"/>
                      </a:cubicBezTo>
                      <a:cubicBezTo>
                        <a:pt x="2777" y="-3597"/>
                        <a:pt x="0" y="11922"/>
                        <a:pt x="0" y="18892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" name="Forme libre : forme 85">
                  <a:extLst>
                    <a:ext uri="{FF2B5EF4-FFF2-40B4-BE49-F238E27FC236}">
                      <a16:creationId xmlns:a16="http://schemas.microsoft.com/office/drawing/2014/main" id="{4641120F-6351-4EBB-BD79-68659F36C338}"/>
                    </a:ext>
                  </a:extLst>
                </p:cNvPr>
                <p:cNvSpPr/>
                <p:nvPr/>
              </p:nvSpPr>
              <p:spPr>
                <a:xfrm>
                  <a:off x="4184589" y="3737110"/>
                  <a:ext cx="13177" cy="13177"/>
                </a:xfrm>
                <a:custGeom>
                  <a:avLst/>
                  <a:gdLst>
                    <a:gd name="connsiteX0" fmla="*/ 13178 w 13177"/>
                    <a:gd name="connsiteY0" fmla="*/ 6589 h 13177"/>
                    <a:gd name="connsiteX1" fmla="*/ 6589 w 13177"/>
                    <a:gd name="connsiteY1" fmla="*/ 13178 h 13177"/>
                    <a:gd name="connsiteX2" fmla="*/ 0 w 13177"/>
                    <a:gd name="connsiteY2" fmla="*/ 6589 h 13177"/>
                    <a:gd name="connsiteX3" fmla="*/ 6589 w 13177"/>
                    <a:gd name="connsiteY3" fmla="*/ 0 h 13177"/>
                    <a:gd name="connsiteX4" fmla="*/ 13178 w 13177"/>
                    <a:gd name="connsiteY4" fmla="*/ 6589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77" h="13177">
                      <a:moveTo>
                        <a:pt x="13178" y="6589"/>
                      </a:moveTo>
                      <a:cubicBezTo>
                        <a:pt x="13178" y="10228"/>
                        <a:pt x="10228" y="13178"/>
                        <a:pt x="6589" y="13178"/>
                      </a:cubicBezTo>
                      <a:cubicBezTo>
                        <a:pt x="2950" y="13178"/>
                        <a:pt x="0" y="10228"/>
                        <a:pt x="0" y="6589"/>
                      </a:cubicBezTo>
                      <a:cubicBezTo>
                        <a:pt x="0" y="2950"/>
                        <a:pt x="2950" y="0"/>
                        <a:pt x="6589" y="0"/>
                      </a:cubicBezTo>
                      <a:cubicBezTo>
                        <a:pt x="10228" y="0"/>
                        <a:pt x="13178" y="2950"/>
                        <a:pt x="13178" y="6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" name="Forme libre : forme 86">
                  <a:extLst>
                    <a:ext uri="{FF2B5EF4-FFF2-40B4-BE49-F238E27FC236}">
                      <a16:creationId xmlns:a16="http://schemas.microsoft.com/office/drawing/2014/main" id="{314D5CBD-9E3B-4EC6-BF3B-235CD8C93920}"/>
                    </a:ext>
                  </a:extLst>
                </p:cNvPr>
                <p:cNvSpPr/>
                <p:nvPr/>
              </p:nvSpPr>
              <p:spPr>
                <a:xfrm>
                  <a:off x="4202178" y="3749199"/>
                  <a:ext cx="8603" cy="8603"/>
                </a:xfrm>
                <a:custGeom>
                  <a:avLst/>
                  <a:gdLst>
                    <a:gd name="connsiteX0" fmla="*/ 8604 w 8603"/>
                    <a:gd name="connsiteY0" fmla="*/ 4302 h 8603"/>
                    <a:gd name="connsiteX1" fmla="*/ 4302 w 8603"/>
                    <a:gd name="connsiteY1" fmla="*/ 8604 h 8603"/>
                    <a:gd name="connsiteX2" fmla="*/ 0 w 8603"/>
                    <a:gd name="connsiteY2" fmla="*/ 4302 h 8603"/>
                    <a:gd name="connsiteX3" fmla="*/ 4302 w 8603"/>
                    <a:gd name="connsiteY3" fmla="*/ 0 h 8603"/>
                    <a:gd name="connsiteX4" fmla="*/ 8604 w 8603"/>
                    <a:gd name="connsiteY4" fmla="*/ 4302 h 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03" h="8603">
                      <a:moveTo>
                        <a:pt x="8604" y="4302"/>
                      </a:moveTo>
                      <a:cubicBezTo>
                        <a:pt x="8604" y="6678"/>
                        <a:pt x="6678" y="8604"/>
                        <a:pt x="4302" y="8604"/>
                      </a:cubicBezTo>
                      <a:cubicBezTo>
                        <a:pt x="1926" y="8604"/>
                        <a:pt x="0" y="6678"/>
                        <a:pt x="0" y="4302"/>
                      </a:cubicBezTo>
                      <a:cubicBezTo>
                        <a:pt x="0" y="1926"/>
                        <a:pt x="1926" y="0"/>
                        <a:pt x="4302" y="0"/>
                      </a:cubicBezTo>
                      <a:cubicBezTo>
                        <a:pt x="6678" y="0"/>
                        <a:pt x="8604" y="1926"/>
                        <a:pt x="8604" y="4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" name="Forme libre : forme 87">
                  <a:extLst>
                    <a:ext uri="{FF2B5EF4-FFF2-40B4-BE49-F238E27FC236}">
                      <a16:creationId xmlns:a16="http://schemas.microsoft.com/office/drawing/2014/main" id="{1D64A7AC-1039-4EE9-B1DB-8A55F32F8DF7}"/>
                    </a:ext>
                  </a:extLst>
                </p:cNvPr>
                <p:cNvSpPr/>
                <p:nvPr/>
              </p:nvSpPr>
              <p:spPr>
                <a:xfrm>
                  <a:off x="4175113" y="3785553"/>
                  <a:ext cx="28022" cy="23547"/>
                </a:xfrm>
                <a:custGeom>
                  <a:avLst/>
                  <a:gdLst>
                    <a:gd name="connsiteX0" fmla="*/ 8496 w 28022"/>
                    <a:gd name="connsiteY0" fmla="*/ 16303 h 23547"/>
                    <a:gd name="connsiteX1" fmla="*/ 16120 w 28022"/>
                    <a:gd name="connsiteY1" fmla="*/ 21749 h 23547"/>
                    <a:gd name="connsiteX2" fmla="*/ 26030 w 28022"/>
                    <a:gd name="connsiteY2" fmla="*/ 22838 h 23547"/>
                    <a:gd name="connsiteX3" fmla="*/ 27773 w 28022"/>
                    <a:gd name="connsiteY3" fmla="*/ 21313 h 23547"/>
                    <a:gd name="connsiteX4" fmla="*/ 27609 w 28022"/>
                    <a:gd name="connsiteY4" fmla="*/ 19135 h 23547"/>
                    <a:gd name="connsiteX5" fmla="*/ 26575 w 28022"/>
                    <a:gd name="connsiteY5" fmla="*/ 18481 h 23547"/>
                    <a:gd name="connsiteX6" fmla="*/ 13125 w 28022"/>
                    <a:gd name="connsiteY6" fmla="*/ 11838 h 23547"/>
                    <a:gd name="connsiteX7" fmla="*/ 2397 w 28022"/>
                    <a:gd name="connsiteY7" fmla="*/ 1601 h 23547"/>
                    <a:gd name="connsiteX8" fmla="*/ 1 w 28022"/>
                    <a:gd name="connsiteY8" fmla="*/ 1220 h 23547"/>
                    <a:gd name="connsiteX9" fmla="*/ 2125 w 28022"/>
                    <a:gd name="connsiteY9" fmla="*/ 6284 h 23547"/>
                    <a:gd name="connsiteX10" fmla="*/ 8496 w 28022"/>
                    <a:gd name="connsiteY10" fmla="*/ 16303 h 23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022" h="23547">
                      <a:moveTo>
                        <a:pt x="8496" y="16303"/>
                      </a:moveTo>
                      <a:cubicBezTo>
                        <a:pt x="10674" y="18590"/>
                        <a:pt x="13342" y="20387"/>
                        <a:pt x="16120" y="21749"/>
                      </a:cubicBezTo>
                      <a:cubicBezTo>
                        <a:pt x="19224" y="23273"/>
                        <a:pt x="22926" y="24308"/>
                        <a:pt x="26030" y="22838"/>
                      </a:cubicBezTo>
                      <a:cubicBezTo>
                        <a:pt x="26738" y="22511"/>
                        <a:pt x="27392" y="22021"/>
                        <a:pt x="27773" y="21313"/>
                      </a:cubicBezTo>
                      <a:cubicBezTo>
                        <a:pt x="28154" y="20605"/>
                        <a:pt x="28099" y="19679"/>
                        <a:pt x="27609" y="19135"/>
                      </a:cubicBezTo>
                      <a:cubicBezTo>
                        <a:pt x="27337" y="18862"/>
                        <a:pt x="26956" y="18645"/>
                        <a:pt x="26575" y="18481"/>
                      </a:cubicBezTo>
                      <a:cubicBezTo>
                        <a:pt x="22055" y="16412"/>
                        <a:pt x="17426" y="14452"/>
                        <a:pt x="13125" y="11838"/>
                      </a:cubicBezTo>
                      <a:cubicBezTo>
                        <a:pt x="8877" y="9224"/>
                        <a:pt x="4957" y="5902"/>
                        <a:pt x="2397" y="1601"/>
                      </a:cubicBezTo>
                      <a:cubicBezTo>
                        <a:pt x="1744" y="512"/>
                        <a:pt x="-53" y="-1176"/>
                        <a:pt x="1" y="1220"/>
                      </a:cubicBezTo>
                      <a:cubicBezTo>
                        <a:pt x="56" y="2690"/>
                        <a:pt x="1526" y="4922"/>
                        <a:pt x="2125" y="6284"/>
                      </a:cubicBezTo>
                      <a:cubicBezTo>
                        <a:pt x="3813" y="9878"/>
                        <a:pt x="5719" y="13417"/>
                        <a:pt x="8496" y="16303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89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199469" y="3828031"/>
                <a:ext cx="83167" cy="97258"/>
                <a:chOff x="4199469" y="3828031"/>
                <a:chExt cx="83167" cy="97258"/>
              </a:xfrm>
              <a:solidFill>
                <a:schemeClr val="accent1"/>
              </a:solidFill>
            </p:grpSpPr>
            <p:sp>
              <p:nvSpPr>
                <p:cNvPr id="90" name="Forme libre : forme 89">
                  <a:extLst>
                    <a:ext uri="{FF2B5EF4-FFF2-40B4-BE49-F238E27FC236}">
                      <a16:creationId xmlns:a16="http://schemas.microsoft.com/office/drawing/2014/main" id="{8BFE2F3F-0A0B-4BB8-A895-281DA556F73F}"/>
                    </a:ext>
                  </a:extLst>
                </p:cNvPr>
                <p:cNvSpPr/>
                <p:nvPr/>
              </p:nvSpPr>
              <p:spPr>
                <a:xfrm>
                  <a:off x="4199469" y="3828031"/>
                  <a:ext cx="83166" cy="97258"/>
                </a:xfrm>
                <a:custGeom>
                  <a:avLst/>
                  <a:gdLst>
                    <a:gd name="connsiteX0" fmla="*/ 24926 w 83166"/>
                    <a:gd name="connsiteY0" fmla="*/ 2685 h 97258"/>
                    <a:gd name="connsiteX1" fmla="*/ 258 w 83166"/>
                    <a:gd name="connsiteY1" fmla="*/ 38461 h 97258"/>
                    <a:gd name="connsiteX2" fmla="*/ 33094 w 83166"/>
                    <a:gd name="connsiteY2" fmla="*/ 97108 h 97258"/>
                    <a:gd name="connsiteX3" fmla="*/ 83137 w 83166"/>
                    <a:gd name="connsiteY3" fmla="*/ 65198 h 97258"/>
                    <a:gd name="connsiteX4" fmla="*/ 67019 w 83166"/>
                    <a:gd name="connsiteY4" fmla="*/ 25556 h 97258"/>
                    <a:gd name="connsiteX5" fmla="*/ 24926 w 83166"/>
                    <a:gd name="connsiteY5" fmla="*/ 2685 h 97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3166" h="97258">
                      <a:moveTo>
                        <a:pt x="24926" y="2685"/>
                      </a:moveTo>
                      <a:cubicBezTo>
                        <a:pt x="8154" y="9111"/>
                        <a:pt x="-1756" y="13794"/>
                        <a:pt x="258" y="38461"/>
                      </a:cubicBezTo>
                      <a:cubicBezTo>
                        <a:pt x="2273" y="63129"/>
                        <a:pt x="3253" y="95257"/>
                        <a:pt x="33094" y="97108"/>
                      </a:cubicBezTo>
                      <a:cubicBezTo>
                        <a:pt x="62880" y="99014"/>
                        <a:pt x="84063" y="82460"/>
                        <a:pt x="83137" y="65198"/>
                      </a:cubicBezTo>
                      <a:cubicBezTo>
                        <a:pt x="82211" y="47936"/>
                        <a:pt x="70776" y="34650"/>
                        <a:pt x="67019" y="25556"/>
                      </a:cubicBezTo>
                      <a:cubicBezTo>
                        <a:pt x="64568" y="19675"/>
                        <a:pt x="54767" y="-8750"/>
                        <a:pt x="24926" y="2685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" name="Forme libre : forme 90">
                  <a:extLst>
                    <a:ext uri="{FF2B5EF4-FFF2-40B4-BE49-F238E27FC236}">
                      <a16:creationId xmlns:a16="http://schemas.microsoft.com/office/drawing/2014/main" id="{569FFFEC-D2BC-442B-8F8A-D87FF436D425}"/>
                    </a:ext>
                  </a:extLst>
                </p:cNvPr>
                <p:cNvSpPr/>
                <p:nvPr/>
              </p:nvSpPr>
              <p:spPr>
                <a:xfrm>
                  <a:off x="4199945" y="3828031"/>
                  <a:ext cx="82690" cy="76742"/>
                </a:xfrm>
                <a:custGeom>
                  <a:avLst/>
                  <a:gdLst>
                    <a:gd name="connsiteX0" fmla="*/ 66543 w 82690"/>
                    <a:gd name="connsiteY0" fmla="*/ 25556 h 76742"/>
                    <a:gd name="connsiteX1" fmla="*/ 24450 w 82690"/>
                    <a:gd name="connsiteY1" fmla="*/ 2685 h 76742"/>
                    <a:gd name="connsiteX2" fmla="*/ 0 w 82690"/>
                    <a:gd name="connsiteY2" fmla="*/ 25828 h 76742"/>
                    <a:gd name="connsiteX3" fmla="*/ 23960 w 82690"/>
                    <a:gd name="connsiteY3" fmla="*/ 4482 h 76742"/>
                    <a:gd name="connsiteX4" fmla="*/ 56360 w 82690"/>
                    <a:gd name="connsiteY4" fmla="*/ 37154 h 76742"/>
                    <a:gd name="connsiteX5" fmla="*/ 79992 w 82690"/>
                    <a:gd name="connsiteY5" fmla="*/ 73747 h 76742"/>
                    <a:gd name="connsiteX6" fmla="*/ 79938 w 82690"/>
                    <a:gd name="connsiteY6" fmla="*/ 76742 h 76742"/>
                    <a:gd name="connsiteX7" fmla="*/ 82661 w 82690"/>
                    <a:gd name="connsiteY7" fmla="*/ 65253 h 76742"/>
                    <a:gd name="connsiteX8" fmla="*/ 66543 w 82690"/>
                    <a:gd name="connsiteY8" fmla="*/ 25556 h 76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2690" h="76742">
                      <a:moveTo>
                        <a:pt x="66543" y="25556"/>
                      </a:moveTo>
                      <a:cubicBezTo>
                        <a:pt x="64147" y="19675"/>
                        <a:pt x="54290" y="-8750"/>
                        <a:pt x="24450" y="2685"/>
                      </a:cubicBezTo>
                      <a:cubicBezTo>
                        <a:pt x="11054" y="7804"/>
                        <a:pt x="2069" y="11833"/>
                        <a:pt x="0" y="25828"/>
                      </a:cubicBezTo>
                      <a:cubicBezTo>
                        <a:pt x="3975" y="18368"/>
                        <a:pt x="13777" y="8348"/>
                        <a:pt x="23960" y="4482"/>
                      </a:cubicBezTo>
                      <a:cubicBezTo>
                        <a:pt x="53800" y="-6899"/>
                        <a:pt x="53964" y="31273"/>
                        <a:pt x="56360" y="37154"/>
                      </a:cubicBezTo>
                      <a:cubicBezTo>
                        <a:pt x="60117" y="46248"/>
                        <a:pt x="76725" y="34813"/>
                        <a:pt x="79992" y="73747"/>
                      </a:cubicBezTo>
                      <a:cubicBezTo>
                        <a:pt x="80101" y="74728"/>
                        <a:pt x="79992" y="75762"/>
                        <a:pt x="79938" y="76742"/>
                      </a:cubicBezTo>
                      <a:cubicBezTo>
                        <a:pt x="81898" y="73094"/>
                        <a:pt x="82879" y="69173"/>
                        <a:pt x="82661" y="65253"/>
                      </a:cubicBezTo>
                      <a:cubicBezTo>
                        <a:pt x="81735" y="47991"/>
                        <a:pt x="70245" y="34650"/>
                        <a:pt x="66543" y="25556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" name="Forme libre : forme 91">
                  <a:extLst>
                    <a:ext uri="{FF2B5EF4-FFF2-40B4-BE49-F238E27FC236}">
                      <a16:creationId xmlns:a16="http://schemas.microsoft.com/office/drawing/2014/main" id="{3D75CF73-49E2-43FF-BEC3-A3575272BA2E}"/>
                    </a:ext>
                  </a:extLst>
                </p:cNvPr>
                <p:cNvSpPr/>
                <p:nvPr/>
              </p:nvSpPr>
              <p:spPr>
                <a:xfrm>
                  <a:off x="4199469" y="3828031"/>
                  <a:ext cx="83166" cy="97258"/>
                </a:xfrm>
                <a:custGeom>
                  <a:avLst/>
                  <a:gdLst>
                    <a:gd name="connsiteX0" fmla="*/ 24926 w 83166"/>
                    <a:gd name="connsiteY0" fmla="*/ 2685 h 97258"/>
                    <a:gd name="connsiteX1" fmla="*/ 258 w 83166"/>
                    <a:gd name="connsiteY1" fmla="*/ 38461 h 97258"/>
                    <a:gd name="connsiteX2" fmla="*/ 33094 w 83166"/>
                    <a:gd name="connsiteY2" fmla="*/ 97108 h 97258"/>
                    <a:gd name="connsiteX3" fmla="*/ 83137 w 83166"/>
                    <a:gd name="connsiteY3" fmla="*/ 65198 h 97258"/>
                    <a:gd name="connsiteX4" fmla="*/ 67019 w 83166"/>
                    <a:gd name="connsiteY4" fmla="*/ 25556 h 97258"/>
                    <a:gd name="connsiteX5" fmla="*/ 24926 w 83166"/>
                    <a:gd name="connsiteY5" fmla="*/ 2685 h 97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3166" h="97258">
                      <a:moveTo>
                        <a:pt x="24926" y="2685"/>
                      </a:moveTo>
                      <a:cubicBezTo>
                        <a:pt x="8154" y="9111"/>
                        <a:pt x="-1756" y="13794"/>
                        <a:pt x="258" y="38461"/>
                      </a:cubicBezTo>
                      <a:cubicBezTo>
                        <a:pt x="2273" y="63129"/>
                        <a:pt x="3253" y="95257"/>
                        <a:pt x="33094" y="97108"/>
                      </a:cubicBezTo>
                      <a:cubicBezTo>
                        <a:pt x="62880" y="99014"/>
                        <a:pt x="84063" y="82460"/>
                        <a:pt x="83137" y="65198"/>
                      </a:cubicBezTo>
                      <a:cubicBezTo>
                        <a:pt x="82211" y="47936"/>
                        <a:pt x="70776" y="34650"/>
                        <a:pt x="67019" y="25556"/>
                      </a:cubicBezTo>
                      <a:cubicBezTo>
                        <a:pt x="64568" y="19675"/>
                        <a:pt x="54767" y="-8750"/>
                        <a:pt x="24926" y="2685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" name="Forme libre : forme 92">
                  <a:extLst>
                    <a:ext uri="{FF2B5EF4-FFF2-40B4-BE49-F238E27FC236}">
                      <a16:creationId xmlns:a16="http://schemas.microsoft.com/office/drawing/2014/main" id="{F69746A0-7325-4060-8A92-C47C4A86A615}"/>
                    </a:ext>
                  </a:extLst>
                </p:cNvPr>
                <p:cNvSpPr/>
                <p:nvPr/>
              </p:nvSpPr>
              <p:spPr>
                <a:xfrm>
                  <a:off x="4205172" y="3840413"/>
                  <a:ext cx="71396" cy="77106"/>
                </a:xfrm>
                <a:custGeom>
                  <a:avLst/>
                  <a:gdLst>
                    <a:gd name="connsiteX0" fmla="*/ 1 w 71396"/>
                    <a:gd name="connsiteY0" fmla="*/ 18892 h 77106"/>
                    <a:gd name="connsiteX1" fmla="*/ 709 w 71396"/>
                    <a:gd name="connsiteY1" fmla="*/ 36698 h 77106"/>
                    <a:gd name="connsiteX2" fmla="*/ 5501 w 71396"/>
                    <a:gd name="connsiteY2" fmla="*/ 60005 h 77106"/>
                    <a:gd name="connsiteX3" fmla="*/ 22381 w 71396"/>
                    <a:gd name="connsiteY3" fmla="*/ 75851 h 77106"/>
                    <a:gd name="connsiteX4" fmla="*/ 31257 w 71396"/>
                    <a:gd name="connsiteY4" fmla="*/ 76940 h 77106"/>
                    <a:gd name="connsiteX5" fmla="*/ 53039 w 71396"/>
                    <a:gd name="connsiteY5" fmla="*/ 74707 h 77106"/>
                    <a:gd name="connsiteX6" fmla="*/ 67142 w 71396"/>
                    <a:gd name="connsiteY6" fmla="*/ 65450 h 77106"/>
                    <a:gd name="connsiteX7" fmla="*/ 70192 w 71396"/>
                    <a:gd name="connsiteY7" fmla="*/ 62400 h 77106"/>
                    <a:gd name="connsiteX8" fmla="*/ 71009 w 71396"/>
                    <a:gd name="connsiteY8" fmla="*/ 55213 h 77106"/>
                    <a:gd name="connsiteX9" fmla="*/ 67306 w 71396"/>
                    <a:gd name="connsiteY9" fmla="*/ 48787 h 77106"/>
                    <a:gd name="connsiteX10" fmla="*/ 61643 w 71396"/>
                    <a:gd name="connsiteY10" fmla="*/ 43777 h 77106"/>
                    <a:gd name="connsiteX11" fmla="*/ 47430 w 71396"/>
                    <a:gd name="connsiteY11" fmla="*/ 41599 h 77106"/>
                    <a:gd name="connsiteX12" fmla="*/ 31094 w 71396"/>
                    <a:gd name="connsiteY12" fmla="*/ 33322 h 77106"/>
                    <a:gd name="connsiteX13" fmla="*/ 28426 w 71396"/>
                    <a:gd name="connsiteY13" fmla="*/ 25317 h 77106"/>
                    <a:gd name="connsiteX14" fmla="*/ 13124 w 71396"/>
                    <a:gd name="connsiteY14" fmla="*/ 759 h 77106"/>
                    <a:gd name="connsiteX15" fmla="*/ 1 w 71396"/>
                    <a:gd name="connsiteY15" fmla="*/ 18892 h 77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1396" h="77106">
                      <a:moveTo>
                        <a:pt x="1" y="18892"/>
                      </a:moveTo>
                      <a:cubicBezTo>
                        <a:pt x="55" y="24827"/>
                        <a:pt x="273" y="30763"/>
                        <a:pt x="709" y="36698"/>
                      </a:cubicBezTo>
                      <a:cubicBezTo>
                        <a:pt x="1253" y="44648"/>
                        <a:pt x="2233" y="52708"/>
                        <a:pt x="5501" y="60005"/>
                      </a:cubicBezTo>
                      <a:cubicBezTo>
                        <a:pt x="8768" y="67301"/>
                        <a:pt x="14703" y="73727"/>
                        <a:pt x="22381" y="75851"/>
                      </a:cubicBezTo>
                      <a:cubicBezTo>
                        <a:pt x="25267" y="76667"/>
                        <a:pt x="28262" y="76831"/>
                        <a:pt x="31257" y="76940"/>
                      </a:cubicBezTo>
                      <a:cubicBezTo>
                        <a:pt x="38608" y="77266"/>
                        <a:pt x="46232" y="77375"/>
                        <a:pt x="53039" y="74707"/>
                      </a:cubicBezTo>
                      <a:cubicBezTo>
                        <a:pt x="58266" y="72638"/>
                        <a:pt x="62786" y="69044"/>
                        <a:pt x="67142" y="65450"/>
                      </a:cubicBezTo>
                      <a:cubicBezTo>
                        <a:pt x="68286" y="64524"/>
                        <a:pt x="69375" y="63598"/>
                        <a:pt x="70192" y="62400"/>
                      </a:cubicBezTo>
                      <a:cubicBezTo>
                        <a:pt x="71553" y="60331"/>
                        <a:pt x="71662" y="57609"/>
                        <a:pt x="71009" y="55213"/>
                      </a:cubicBezTo>
                      <a:cubicBezTo>
                        <a:pt x="70355" y="52817"/>
                        <a:pt x="68885" y="50693"/>
                        <a:pt x="67306" y="48787"/>
                      </a:cubicBezTo>
                      <a:cubicBezTo>
                        <a:pt x="65727" y="46827"/>
                        <a:pt x="63875" y="44975"/>
                        <a:pt x="61643" y="43777"/>
                      </a:cubicBezTo>
                      <a:cubicBezTo>
                        <a:pt x="57395" y="41490"/>
                        <a:pt x="52276" y="41926"/>
                        <a:pt x="47430" y="41599"/>
                      </a:cubicBezTo>
                      <a:cubicBezTo>
                        <a:pt x="41059" y="41164"/>
                        <a:pt x="34252" y="38822"/>
                        <a:pt x="31094" y="33322"/>
                      </a:cubicBezTo>
                      <a:cubicBezTo>
                        <a:pt x="29678" y="30872"/>
                        <a:pt x="29079" y="28095"/>
                        <a:pt x="28426" y="25317"/>
                      </a:cubicBezTo>
                      <a:cubicBezTo>
                        <a:pt x="26302" y="16496"/>
                        <a:pt x="22327" y="4516"/>
                        <a:pt x="13124" y="759"/>
                      </a:cubicBezTo>
                      <a:cubicBezTo>
                        <a:pt x="2778" y="-3597"/>
                        <a:pt x="-54" y="11922"/>
                        <a:pt x="1" y="18892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" name="Forme libre : forme 93">
                  <a:extLst>
                    <a:ext uri="{FF2B5EF4-FFF2-40B4-BE49-F238E27FC236}">
                      <a16:creationId xmlns:a16="http://schemas.microsoft.com/office/drawing/2014/main" id="{AED726BB-42FF-4892-BAEE-2FAF7EB3A5CB}"/>
                    </a:ext>
                  </a:extLst>
                </p:cNvPr>
                <p:cNvSpPr/>
                <p:nvPr/>
              </p:nvSpPr>
              <p:spPr>
                <a:xfrm>
                  <a:off x="4219766" y="3842097"/>
                  <a:ext cx="13177" cy="13177"/>
                </a:xfrm>
                <a:custGeom>
                  <a:avLst/>
                  <a:gdLst>
                    <a:gd name="connsiteX0" fmla="*/ 13178 w 13177"/>
                    <a:gd name="connsiteY0" fmla="*/ 6589 h 13177"/>
                    <a:gd name="connsiteX1" fmla="*/ 6589 w 13177"/>
                    <a:gd name="connsiteY1" fmla="*/ 13178 h 13177"/>
                    <a:gd name="connsiteX2" fmla="*/ 0 w 13177"/>
                    <a:gd name="connsiteY2" fmla="*/ 6589 h 13177"/>
                    <a:gd name="connsiteX3" fmla="*/ 6589 w 13177"/>
                    <a:gd name="connsiteY3" fmla="*/ 0 h 13177"/>
                    <a:gd name="connsiteX4" fmla="*/ 13178 w 13177"/>
                    <a:gd name="connsiteY4" fmla="*/ 6589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77" h="13177">
                      <a:moveTo>
                        <a:pt x="13178" y="6589"/>
                      </a:moveTo>
                      <a:cubicBezTo>
                        <a:pt x="13178" y="10228"/>
                        <a:pt x="10228" y="13178"/>
                        <a:pt x="6589" y="13178"/>
                      </a:cubicBezTo>
                      <a:cubicBezTo>
                        <a:pt x="2950" y="13178"/>
                        <a:pt x="0" y="10228"/>
                        <a:pt x="0" y="6589"/>
                      </a:cubicBezTo>
                      <a:cubicBezTo>
                        <a:pt x="0" y="2950"/>
                        <a:pt x="2950" y="0"/>
                        <a:pt x="6589" y="0"/>
                      </a:cubicBezTo>
                      <a:cubicBezTo>
                        <a:pt x="10228" y="0"/>
                        <a:pt x="13178" y="2950"/>
                        <a:pt x="13178" y="6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" name="Forme libre : forme 94">
                  <a:extLst>
                    <a:ext uri="{FF2B5EF4-FFF2-40B4-BE49-F238E27FC236}">
                      <a16:creationId xmlns:a16="http://schemas.microsoft.com/office/drawing/2014/main" id="{2C3CEE10-6D26-46E1-B411-5F9575DCA71E}"/>
                    </a:ext>
                  </a:extLst>
                </p:cNvPr>
                <p:cNvSpPr/>
                <p:nvPr/>
              </p:nvSpPr>
              <p:spPr>
                <a:xfrm>
                  <a:off x="4237409" y="3854186"/>
                  <a:ext cx="8603" cy="8603"/>
                </a:xfrm>
                <a:custGeom>
                  <a:avLst/>
                  <a:gdLst>
                    <a:gd name="connsiteX0" fmla="*/ 8604 w 8603"/>
                    <a:gd name="connsiteY0" fmla="*/ 4302 h 8603"/>
                    <a:gd name="connsiteX1" fmla="*/ 4302 w 8603"/>
                    <a:gd name="connsiteY1" fmla="*/ 8604 h 8603"/>
                    <a:gd name="connsiteX2" fmla="*/ 0 w 8603"/>
                    <a:gd name="connsiteY2" fmla="*/ 4302 h 8603"/>
                    <a:gd name="connsiteX3" fmla="*/ 4302 w 8603"/>
                    <a:gd name="connsiteY3" fmla="*/ 0 h 8603"/>
                    <a:gd name="connsiteX4" fmla="*/ 8604 w 8603"/>
                    <a:gd name="connsiteY4" fmla="*/ 4302 h 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03" h="8603">
                      <a:moveTo>
                        <a:pt x="8604" y="4302"/>
                      </a:moveTo>
                      <a:cubicBezTo>
                        <a:pt x="8604" y="6678"/>
                        <a:pt x="6678" y="8604"/>
                        <a:pt x="4302" y="8604"/>
                      </a:cubicBezTo>
                      <a:cubicBezTo>
                        <a:pt x="1926" y="8604"/>
                        <a:pt x="0" y="6678"/>
                        <a:pt x="0" y="4302"/>
                      </a:cubicBezTo>
                      <a:cubicBezTo>
                        <a:pt x="0" y="1926"/>
                        <a:pt x="1926" y="0"/>
                        <a:pt x="4302" y="0"/>
                      </a:cubicBezTo>
                      <a:cubicBezTo>
                        <a:pt x="6678" y="0"/>
                        <a:pt x="8604" y="1926"/>
                        <a:pt x="8604" y="4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6" name="Forme libre : forme 95">
                  <a:extLst>
                    <a:ext uri="{FF2B5EF4-FFF2-40B4-BE49-F238E27FC236}">
                      <a16:creationId xmlns:a16="http://schemas.microsoft.com/office/drawing/2014/main" id="{A3AAD56B-58D8-4390-8E4C-4FB3E901DAF1}"/>
                    </a:ext>
                  </a:extLst>
                </p:cNvPr>
                <p:cNvSpPr/>
                <p:nvPr/>
              </p:nvSpPr>
              <p:spPr>
                <a:xfrm>
                  <a:off x="4210344" y="3890540"/>
                  <a:ext cx="28022" cy="23547"/>
                </a:xfrm>
                <a:custGeom>
                  <a:avLst/>
                  <a:gdLst>
                    <a:gd name="connsiteX0" fmla="*/ 8496 w 28022"/>
                    <a:gd name="connsiteY0" fmla="*/ 16303 h 23547"/>
                    <a:gd name="connsiteX1" fmla="*/ 16120 w 28022"/>
                    <a:gd name="connsiteY1" fmla="*/ 21749 h 23547"/>
                    <a:gd name="connsiteX2" fmla="*/ 26030 w 28022"/>
                    <a:gd name="connsiteY2" fmla="*/ 22838 h 23547"/>
                    <a:gd name="connsiteX3" fmla="*/ 27773 w 28022"/>
                    <a:gd name="connsiteY3" fmla="*/ 21313 h 23547"/>
                    <a:gd name="connsiteX4" fmla="*/ 27609 w 28022"/>
                    <a:gd name="connsiteY4" fmla="*/ 19135 h 23547"/>
                    <a:gd name="connsiteX5" fmla="*/ 26575 w 28022"/>
                    <a:gd name="connsiteY5" fmla="*/ 18481 h 23547"/>
                    <a:gd name="connsiteX6" fmla="*/ 13125 w 28022"/>
                    <a:gd name="connsiteY6" fmla="*/ 11838 h 23547"/>
                    <a:gd name="connsiteX7" fmla="*/ 2397 w 28022"/>
                    <a:gd name="connsiteY7" fmla="*/ 1601 h 23547"/>
                    <a:gd name="connsiteX8" fmla="*/ 1 w 28022"/>
                    <a:gd name="connsiteY8" fmla="*/ 1220 h 23547"/>
                    <a:gd name="connsiteX9" fmla="*/ 2125 w 28022"/>
                    <a:gd name="connsiteY9" fmla="*/ 6284 h 23547"/>
                    <a:gd name="connsiteX10" fmla="*/ 8496 w 28022"/>
                    <a:gd name="connsiteY10" fmla="*/ 16303 h 23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022" h="23547">
                      <a:moveTo>
                        <a:pt x="8496" y="16303"/>
                      </a:moveTo>
                      <a:cubicBezTo>
                        <a:pt x="10674" y="18590"/>
                        <a:pt x="13342" y="20387"/>
                        <a:pt x="16120" y="21749"/>
                      </a:cubicBezTo>
                      <a:cubicBezTo>
                        <a:pt x="19223" y="23273"/>
                        <a:pt x="22926" y="24308"/>
                        <a:pt x="26030" y="22838"/>
                      </a:cubicBezTo>
                      <a:cubicBezTo>
                        <a:pt x="26738" y="22511"/>
                        <a:pt x="27391" y="22021"/>
                        <a:pt x="27773" y="21313"/>
                      </a:cubicBezTo>
                      <a:cubicBezTo>
                        <a:pt x="28154" y="20605"/>
                        <a:pt x="28099" y="19679"/>
                        <a:pt x="27609" y="19135"/>
                      </a:cubicBezTo>
                      <a:cubicBezTo>
                        <a:pt x="27337" y="18862"/>
                        <a:pt x="26956" y="18645"/>
                        <a:pt x="26575" y="18481"/>
                      </a:cubicBezTo>
                      <a:cubicBezTo>
                        <a:pt x="22055" y="16412"/>
                        <a:pt x="17426" y="14452"/>
                        <a:pt x="13125" y="11838"/>
                      </a:cubicBezTo>
                      <a:cubicBezTo>
                        <a:pt x="8877" y="9224"/>
                        <a:pt x="4957" y="5902"/>
                        <a:pt x="2397" y="1601"/>
                      </a:cubicBezTo>
                      <a:cubicBezTo>
                        <a:pt x="1744" y="512"/>
                        <a:pt x="-53" y="-1176"/>
                        <a:pt x="1" y="1220"/>
                      </a:cubicBezTo>
                      <a:cubicBezTo>
                        <a:pt x="56" y="2690"/>
                        <a:pt x="1526" y="4922"/>
                        <a:pt x="2125" y="6284"/>
                      </a:cubicBezTo>
                      <a:cubicBezTo>
                        <a:pt x="3759" y="9878"/>
                        <a:pt x="5719" y="13417"/>
                        <a:pt x="8496" y="16303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97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323344" y="3885707"/>
                <a:ext cx="97214" cy="82193"/>
                <a:chOff x="4323344" y="3885707"/>
                <a:chExt cx="97214" cy="82193"/>
              </a:xfrm>
              <a:solidFill>
                <a:schemeClr val="accent1"/>
              </a:solidFill>
            </p:grpSpPr>
            <p:sp>
              <p:nvSpPr>
                <p:cNvPr id="98" name="Forme libre : forme 97">
                  <a:extLst>
                    <a:ext uri="{FF2B5EF4-FFF2-40B4-BE49-F238E27FC236}">
                      <a16:creationId xmlns:a16="http://schemas.microsoft.com/office/drawing/2014/main" id="{FCEC0113-A891-4870-9992-7F1CF1C1D2A6}"/>
                    </a:ext>
                  </a:extLst>
                </p:cNvPr>
                <p:cNvSpPr/>
                <p:nvPr/>
              </p:nvSpPr>
              <p:spPr>
                <a:xfrm>
                  <a:off x="4323361" y="3885707"/>
                  <a:ext cx="97197" cy="82193"/>
                </a:xfrm>
                <a:custGeom>
                  <a:avLst/>
                  <a:gdLst>
                    <a:gd name="connsiteX0" fmla="*/ 2317 w 97197"/>
                    <a:gd name="connsiteY0" fmla="*/ 56477 h 82193"/>
                    <a:gd name="connsiteX1" fmla="*/ 37386 w 97197"/>
                    <a:gd name="connsiteY1" fmla="*/ 82070 h 82193"/>
                    <a:gd name="connsiteX2" fmla="*/ 96904 w 97197"/>
                    <a:gd name="connsiteY2" fmla="*/ 50868 h 82193"/>
                    <a:gd name="connsiteX3" fmla="*/ 66355 w 97197"/>
                    <a:gd name="connsiteY3" fmla="*/ 8 h 82193"/>
                    <a:gd name="connsiteX4" fmla="*/ 26277 w 97197"/>
                    <a:gd name="connsiteY4" fmla="*/ 15037 h 82193"/>
                    <a:gd name="connsiteX5" fmla="*/ 2317 w 97197"/>
                    <a:gd name="connsiteY5" fmla="*/ 56477 h 82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197" h="82193">
                      <a:moveTo>
                        <a:pt x="2317" y="56477"/>
                      </a:moveTo>
                      <a:cubicBezTo>
                        <a:pt x="8253" y="73412"/>
                        <a:pt x="12718" y="83431"/>
                        <a:pt x="37386" y="82070"/>
                      </a:cubicBezTo>
                      <a:cubicBezTo>
                        <a:pt x="62108" y="80709"/>
                        <a:pt x="94236" y="80600"/>
                        <a:pt x="96904" y="50868"/>
                      </a:cubicBezTo>
                      <a:cubicBezTo>
                        <a:pt x="99572" y="21136"/>
                        <a:pt x="83617" y="-482"/>
                        <a:pt x="66355" y="8"/>
                      </a:cubicBezTo>
                      <a:cubicBezTo>
                        <a:pt x="49093" y="498"/>
                        <a:pt x="35480" y="11553"/>
                        <a:pt x="26277" y="15037"/>
                      </a:cubicBezTo>
                      <a:cubicBezTo>
                        <a:pt x="20396" y="17270"/>
                        <a:pt x="-8247" y="26364"/>
                        <a:pt x="2317" y="56477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" name="Forme libre : forme 98">
                  <a:extLst>
                    <a:ext uri="{FF2B5EF4-FFF2-40B4-BE49-F238E27FC236}">
                      <a16:creationId xmlns:a16="http://schemas.microsoft.com/office/drawing/2014/main" id="{92875626-6165-43DC-9542-6A52AC7044CF}"/>
                    </a:ext>
                  </a:extLst>
                </p:cNvPr>
                <p:cNvSpPr/>
                <p:nvPr/>
              </p:nvSpPr>
              <p:spPr>
                <a:xfrm>
                  <a:off x="4323344" y="3885707"/>
                  <a:ext cx="77862" cy="81524"/>
                </a:xfrm>
                <a:custGeom>
                  <a:avLst/>
                  <a:gdLst>
                    <a:gd name="connsiteX0" fmla="*/ 26349 w 77862"/>
                    <a:gd name="connsiteY0" fmla="*/ 15037 h 81524"/>
                    <a:gd name="connsiteX1" fmla="*/ 2335 w 77862"/>
                    <a:gd name="connsiteY1" fmla="*/ 56476 h 81524"/>
                    <a:gd name="connsiteX2" fmla="*/ 24825 w 77862"/>
                    <a:gd name="connsiteY2" fmla="*/ 81525 h 81524"/>
                    <a:gd name="connsiteX3" fmla="*/ 4132 w 77862"/>
                    <a:gd name="connsiteY3" fmla="*/ 57021 h 81524"/>
                    <a:gd name="connsiteX4" fmla="*/ 37676 w 77862"/>
                    <a:gd name="connsiteY4" fmla="*/ 25492 h 81524"/>
                    <a:gd name="connsiteX5" fmla="*/ 74868 w 77862"/>
                    <a:gd name="connsiteY5" fmla="*/ 2893 h 81524"/>
                    <a:gd name="connsiteX6" fmla="*/ 77863 w 77862"/>
                    <a:gd name="connsiteY6" fmla="*/ 3057 h 81524"/>
                    <a:gd name="connsiteX7" fmla="*/ 66427 w 77862"/>
                    <a:gd name="connsiteY7" fmla="*/ 7 h 81524"/>
                    <a:gd name="connsiteX8" fmla="*/ 26349 w 77862"/>
                    <a:gd name="connsiteY8" fmla="*/ 15037 h 81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862" h="81524">
                      <a:moveTo>
                        <a:pt x="26349" y="15037"/>
                      </a:moveTo>
                      <a:cubicBezTo>
                        <a:pt x="20414" y="17324"/>
                        <a:pt x="-8283" y="26363"/>
                        <a:pt x="2335" y="56476"/>
                      </a:cubicBezTo>
                      <a:cubicBezTo>
                        <a:pt x="7073" y="69981"/>
                        <a:pt x="10884" y="79074"/>
                        <a:pt x="24825" y="81525"/>
                      </a:cubicBezTo>
                      <a:cubicBezTo>
                        <a:pt x="17473" y="77332"/>
                        <a:pt x="7726" y="67258"/>
                        <a:pt x="4132" y="57021"/>
                      </a:cubicBezTo>
                      <a:cubicBezTo>
                        <a:pt x="-6486" y="26853"/>
                        <a:pt x="31740" y="27779"/>
                        <a:pt x="37676" y="25492"/>
                      </a:cubicBezTo>
                      <a:cubicBezTo>
                        <a:pt x="46878" y="22007"/>
                        <a:pt x="35879" y="5072"/>
                        <a:pt x="74868" y="2893"/>
                      </a:cubicBezTo>
                      <a:cubicBezTo>
                        <a:pt x="75902" y="2839"/>
                        <a:pt x="76883" y="2948"/>
                        <a:pt x="77863" y="3057"/>
                      </a:cubicBezTo>
                      <a:cubicBezTo>
                        <a:pt x="74269" y="988"/>
                        <a:pt x="70403" y="-101"/>
                        <a:pt x="66427" y="7"/>
                      </a:cubicBezTo>
                      <a:cubicBezTo>
                        <a:pt x="49165" y="443"/>
                        <a:pt x="35552" y="11552"/>
                        <a:pt x="26349" y="15037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" name="Forme libre : forme 99">
                  <a:extLst>
                    <a:ext uri="{FF2B5EF4-FFF2-40B4-BE49-F238E27FC236}">
                      <a16:creationId xmlns:a16="http://schemas.microsoft.com/office/drawing/2014/main" id="{03AD292F-81D0-4481-851A-101E6AF72EAB}"/>
                    </a:ext>
                  </a:extLst>
                </p:cNvPr>
                <p:cNvSpPr/>
                <p:nvPr/>
              </p:nvSpPr>
              <p:spPr>
                <a:xfrm>
                  <a:off x="4323361" y="3885707"/>
                  <a:ext cx="97197" cy="82193"/>
                </a:xfrm>
                <a:custGeom>
                  <a:avLst/>
                  <a:gdLst>
                    <a:gd name="connsiteX0" fmla="*/ 2317 w 97197"/>
                    <a:gd name="connsiteY0" fmla="*/ 56477 h 82193"/>
                    <a:gd name="connsiteX1" fmla="*/ 37386 w 97197"/>
                    <a:gd name="connsiteY1" fmla="*/ 82070 h 82193"/>
                    <a:gd name="connsiteX2" fmla="*/ 96904 w 97197"/>
                    <a:gd name="connsiteY2" fmla="*/ 50868 h 82193"/>
                    <a:gd name="connsiteX3" fmla="*/ 66355 w 97197"/>
                    <a:gd name="connsiteY3" fmla="*/ 8 h 82193"/>
                    <a:gd name="connsiteX4" fmla="*/ 26277 w 97197"/>
                    <a:gd name="connsiteY4" fmla="*/ 15037 h 82193"/>
                    <a:gd name="connsiteX5" fmla="*/ 2317 w 97197"/>
                    <a:gd name="connsiteY5" fmla="*/ 56477 h 82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197" h="82193">
                      <a:moveTo>
                        <a:pt x="2317" y="56477"/>
                      </a:moveTo>
                      <a:cubicBezTo>
                        <a:pt x="8253" y="73412"/>
                        <a:pt x="12718" y="83431"/>
                        <a:pt x="37386" y="82070"/>
                      </a:cubicBezTo>
                      <a:cubicBezTo>
                        <a:pt x="62108" y="80709"/>
                        <a:pt x="94236" y="80600"/>
                        <a:pt x="96904" y="50868"/>
                      </a:cubicBezTo>
                      <a:cubicBezTo>
                        <a:pt x="99572" y="21136"/>
                        <a:pt x="83617" y="-482"/>
                        <a:pt x="66355" y="8"/>
                      </a:cubicBezTo>
                      <a:cubicBezTo>
                        <a:pt x="49093" y="498"/>
                        <a:pt x="35480" y="11553"/>
                        <a:pt x="26277" y="15037"/>
                      </a:cubicBezTo>
                      <a:cubicBezTo>
                        <a:pt x="20396" y="17270"/>
                        <a:pt x="-8247" y="26364"/>
                        <a:pt x="2317" y="56477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" name="Forme libre : forme 100">
                  <a:extLst>
                    <a:ext uri="{FF2B5EF4-FFF2-40B4-BE49-F238E27FC236}">
                      <a16:creationId xmlns:a16="http://schemas.microsoft.com/office/drawing/2014/main" id="{9287AA97-31B0-4DC0-B21A-A2748EB29EC4}"/>
                    </a:ext>
                  </a:extLst>
                </p:cNvPr>
                <p:cNvSpPr/>
                <p:nvPr/>
              </p:nvSpPr>
              <p:spPr>
                <a:xfrm>
                  <a:off x="4335085" y="3891897"/>
                  <a:ext cx="77937" cy="70323"/>
                </a:xfrm>
                <a:custGeom>
                  <a:avLst/>
                  <a:gdLst>
                    <a:gd name="connsiteX0" fmla="*/ 18693 w 77937"/>
                    <a:gd name="connsiteY0" fmla="*/ 70271 h 70323"/>
                    <a:gd name="connsiteX1" fmla="*/ 36499 w 77937"/>
                    <a:gd name="connsiteY1" fmla="*/ 70053 h 70323"/>
                    <a:gd name="connsiteX2" fmla="*/ 59914 w 77937"/>
                    <a:gd name="connsiteY2" fmla="*/ 65914 h 70323"/>
                    <a:gd name="connsiteX3" fmla="*/ 76196 w 77937"/>
                    <a:gd name="connsiteY3" fmla="*/ 49469 h 70323"/>
                    <a:gd name="connsiteX4" fmla="*/ 77557 w 77937"/>
                    <a:gd name="connsiteY4" fmla="*/ 40648 h 70323"/>
                    <a:gd name="connsiteX5" fmla="*/ 75869 w 77937"/>
                    <a:gd name="connsiteY5" fmla="*/ 18812 h 70323"/>
                    <a:gd name="connsiteX6" fmla="*/ 66993 w 77937"/>
                    <a:gd name="connsiteY6" fmla="*/ 4436 h 70323"/>
                    <a:gd name="connsiteX7" fmla="*/ 64053 w 77937"/>
                    <a:gd name="connsiteY7" fmla="*/ 1332 h 70323"/>
                    <a:gd name="connsiteX8" fmla="*/ 56865 w 77937"/>
                    <a:gd name="connsiteY8" fmla="*/ 352 h 70323"/>
                    <a:gd name="connsiteX9" fmla="*/ 50330 w 77937"/>
                    <a:gd name="connsiteY9" fmla="*/ 3891 h 70323"/>
                    <a:gd name="connsiteX10" fmla="*/ 45157 w 77937"/>
                    <a:gd name="connsiteY10" fmla="*/ 9391 h 70323"/>
                    <a:gd name="connsiteX11" fmla="*/ 42598 w 77937"/>
                    <a:gd name="connsiteY11" fmla="*/ 23549 h 70323"/>
                    <a:gd name="connsiteX12" fmla="*/ 33885 w 77937"/>
                    <a:gd name="connsiteY12" fmla="*/ 39668 h 70323"/>
                    <a:gd name="connsiteX13" fmla="*/ 25826 w 77937"/>
                    <a:gd name="connsiteY13" fmla="*/ 42118 h 70323"/>
                    <a:gd name="connsiteX14" fmla="*/ 832 w 77937"/>
                    <a:gd name="connsiteY14" fmla="*/ 56712 h 70323"/>
                    <a:gd name="connsiteX15" fmla="*/ 18693 w 77937"/>
                    <a:gd name="connsiteY15" fmla="*/ 70271 h 70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7937" h="70323">
                      <a:moveTo>
                        <a:pt x="18693" y="70271"/>
                      </a:moveTo>
                      <a:cubicBezTo>
                        <a:pt x="24628" y="70379"/>
                        <a:pt x="30563" y="70325"/>
                        <a:pt x="36499" y="70053"/>
                      </a:cubicBezTo>
                      <a:cubicBezTo>
                        <a:pt x="44449" y="69672"/>
                        <a:pt x="52563" y="68964"/>
                        <a:pt x="59914" y="65914"/>
                      </a:cubicBezTo>
                      <a:cubicBezTo>
                        <a:pt x="67265" y="62865"/>
                        <a:pt x="73854" y="57093"/>
                        <a:pt x="76196" y="49469"/>
                      </a:cubicBezTo>
                      <a:cubicBezTo>
                        <a:pt x="77067" y="46638"/>
                        <a:pt x="77339" y="43643"/>
                        <a:pt x="77557" y="40648"/>
                      </a:cubicBezTo>
                      <a:cubicBezTo>
                        <a:pt x="78102" y="33296"/>
                        <a:pt x="78428" y="25727"/>
                        <a:pt x="75869" y="18812"/>
                      </a:cubicBezTo>
                      <a:cubicBezTo>
                        <a:pt x="73909" y="13530"/>
                        <a:pt x="70424" y="8956"/>
                        <a:pt x="66993" y="4436"/>
                      </a:cubicBezTo>
                      <a:cubicBezTo>
                        <a:pt x="66122" y="3292"/>
                        <a:pt x="65196" y="2149"/>
                        <a:pt x="64053" y="1332"/>
                      </a:cubicBezTo>
                      <a:cubicBezTo>
                        <a:pt x="61983" y="-84"/>
                        <a:pt x="59261" y="-302"/>
                        <a:pt x="56865" y="352"/>
                      </a:cubicBezTo>
                      <a:cubicBezTo>
                        <a:pt x="54469" y="951"/>
                        <a:pt x="52290" y="2367"/>
                        <a:pt x="50330" y="3891"/>
                      </a:cubicBezTo>
                      <a:cubicBezTo>
                        <a:pt x="48315" y="5416"/>
                        <a:pt x="46410" y="7213"/>
                        <a:pt x="45157" y="9391"/>
                      </a:cubicBezTo>
                      <a:cubicBezTo>
                        <a:pt x="42761" y="13584"/>
                        <a:pt x="43088" y="18757"/>
                        <a:pt x="42598" y="23549"/>
                      </a:cubicBezTo>
                      <a:cubicBezTo>
                        <a:pt x="41999" y="29866"/>
                        <a:pt x="39494" y="36618"/>
                        <a:pt x="33885" y="39668"/>
                      </a:cubicBezTo>
                      <a:cubicBezTo>
                        <a:pt x="31435" y="41029"/>
                        <a:pt x="28603" y="41519"/>
                        <a:pt x="25826" y="42118"/>
                      </a:cubicBezTo>
                      <a:cubicBezTo>
                        <a:pt x="16950" y="43969"/>
                        <a:pt x="4916" y="47672"/>
                        <a:pt x="832" y="56712"/>
                      </a:cubicBezTo>
                      <a:cubicBezTo>
                        <a:pt x="-3743" y="66894"/>
                        <a:pt x="11723" y="70107"/>
                        <a:pt x="18693" y="70271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" name="Forme libre : forme 101">
                  <a:extLst>
                    <a:ext uri="{FF2B5EF4-FFF2-40B4-BE49-F238E27FC236}">
                      <a16:creationId xmlns:a16="http://schemas.microsoft.com/office/drawing/2014/main" id="{DBF9461C-7C60-4A28-82B1-A97297802CFF}"/>
                    </a:ext>
                  </a:extLst>
                </p:cNvPr>
                <p:cNvSpPr/>
                <p:nvPr/>
              </p:nvSpPr>
              <p:spPr>
                <a:xfrm>
                  <a:off x="4337169" y="3934070"/>
                  <a:ext cx="13177" cy="13177"/>
                </a:xfrm>
                <a:custGeom>
                  <a:avLst/>
                  <a:gdLst>
                    <a:gd name="connsiteX0" fmla="*/ 13178 w 13177"/>
                    <a:gd name="connsiteY0" fmla="*/ 6589 h 13177"/>
                    <a:gd name="connsiteX1" fmla="*/ 6589 w 13177"/>
                    <a:gd name="connsiteY1" fmla="*/ 13178 h 13177"/>
                    <a:gd name="connsiteX2" fmla="*/ 0 w 13177"/>
                    <a:gd name="connsiteY2" fmla="*/ 6589 h 13177"/>
                    <a:gd name="connsiteX3" fmla="*/ 6589 w 13177"/>
                    <a:gd name="connsiteY3" fmla="*/ 0 h 13177"/>
                    <a:gd name="connsiteX4" fmla="*/ 13178 w 13177"/>
                    <a:gd name="connsiteY4" fmla="*/ 6589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77" h="13177">
                      <a:moveTo>
                        <a:pt x="13178" y="6589"/>
                      </a:moveTo>
                      <a:cubicBezTo>
                        <a:pt x="13178" y="10228"/>
                        <a:pt x="10228" y="13178"/>
                        <a:pt x="6589" y="13178"/>
                      </a:cubicBezTo>
                      <a:cubicBezTo>
                        <a:pt x="2950" y="13178"/>
                        <a:pt x="0" y="10228"/>
                        <a:pt x="0" y="6589"/>
                      </a:cubicBezTo>
                      <a:cubicBezTo>
                        <a:pt x="0" y="2950"/>
                        <a:pt x="2950" y="0"/>
                        <a:pt x="6589" y="0"/>
                      </a:cubicBezTo>
                      <a:cubicBezTo>
                        <a:pt x="10228" y="0"/>
                        <a:pt x="13178" y="2950"/>
                        <a:pt x="13178" y="6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" name="Forme libre : forme 102">
                  <a:extLst>
                    <a:ext uri="{FF2B5EF4-FFF2-40B4-BE49-F238E27FC236}">
                      <a16:creationId xmlns:a16="http://schemas.microsoft.com/office/drawing/2014/main" id="{BED990C6-9083-41C6-BD75-1BBC8B192140}"/>
                    </a:ext>
                  </a:extLst>
                </p:cNvPr>
                <p:cNvSpPr/>
                <p:nvPr/>
              </p:nvSpPr>
              <p:spPr>
                <a:xfrm>
                  <a:off x="4349639" y="3921328"/>
                  <a:ext cx="8603" cy="8603"/>
                </a:xfrm>
                <a:custGeom>
                  <a:avLst/>
                  <a:gdLst>
                    <a:gd name="connsiteX0" fmla="*/ 8604 w 8603"/>
                    <a:gd name="connsiteY0" fmla="*/ 4302 h 8603"/>
                    <a:gd name="connsiteX1" fmla="*/ 4302 w 8603"/>
                    <a:gd name="connsiteY1" fmla="*/ 8604 h 8603"/>
                    <a:gd name="connsiteX2" fmla="*/ 0 w 8603"/>
                    <a:gd name="connsiteY2" fmla="*/ 4302 h 8603"/>
                    <a:gd name="connsiteX3" fmla="*/ 4302 w 8603"/>
                    <a:gd name="connsiteY3" fmla="*/ 0 h 8603"/>
                    <a:gd name="connsiteX4" fmla="*/ 8604 w 8603"/>
                    <a:gd name="connsiteY4" fmla="*/ 4302 h 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03" h="8603">
                      <a:moveTo>
                        <a:pt x="8604" y="4302"/>
                      </a:moveTo>
                      <a:cubicBezTo>
                        <a:pt x="8604" y="6678"/>
                        <a:pt x="6678" y="8604"/>
                        <a:pt x="4302" y="8604"/>
                      </a:cubicBezTo>
                      <a:cubicBezTo>
                        <a:pt x="1926" y="8604"/>
                        <a:pt x="0" y="6678"/>
                        <a:pt x="0" y="4302"/>
                      </a:cubicBezTo>
                      <a:cubicBezTo>
                        <a:pt x="0" y="1926"/>
                        <a:pt x="1926" y="0"/>
                        <a:pt x="4302" y="0"/>
                      </a:cubicBezTo>
                      <a:cubicBezTo>
                        <a:pt x="6678" y="0"/>
                        <a:pt x="8604" y="1926"/>
                        <a:pt x="8604" y="4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" name="Forme libre : forme 103">
                  <a:extLst>
                    <a:ext uri="{FF2B5EF4-FFF2-40B4-BE49-F238E27FC236}">
                      <a16:creationId xmlns:a16="http://schemas.microsoft.com/office/drawing/2014/main" id="{C4BDBAE8-9E13-4C33-B42B-61017F70133B}"/>
                    </a:ext>
                  </a:extLst>
                </p:cNvPr>
                <p:cNvSpPr/>
                <p:nvPr/>
              </p:nvSpPr>
              <p:spPr>
                <a:xfrm>
                  <a:off x="4385124" y="3930366"/>
                  <a:ext cx="24130" cy="27392"/>
                </a:xfrm>
                <a:custGeom>
                  <a:avLst/>
                  <a:gdLst>
                    <a:gd name="connsiteX0" fmla="*/ 16518 w 24130"/>
                    <a:gd name="connsiteY0" fmla="*/ 19441 h 27392"/>
                    <a:gd name="connsiteX1" fmla="*/ 22181 w 24130"/>
                    <a:gd name="connsiteY1" fmla="*/ 11927 h 27392"/>
                    <a:gd name="connsiteX2" fmla="*/ 23488 w 24130"/>
                    <a:gd name="connsiteY2" fmla="*/ 2071 h 27392"/>
                    <a:gd name="connsiteX3" fmla="*/ 22018 w 24130"/>
                    <a:gd name="connsiteY3" fmla="*/ 273 h 27392"/>
                    <a:gd name="connsiteX4" fmla="*/ 19840 w 24130"/>
                    <a:gd name="connsiteY4" fmla="*/ 382 h 27392"/>
                    <a:gd name="connsiteX5" fmla="*/ 19186 w 24130"/>
                    <a:gd name="connsiteY5" fmla="*/ 1363 h 27392"/>
                    <a:gd name="connsiteX6" fmla="*/ 12216 w 24130"/>
                    <a:gd name="connsiteY6" fmla="*/ 14595 h 27392"/>
                    <a:gd name="connsiteX7" fmla="*/ 1652 w 24130"/>
                    <a:gd name="connsiteY7" fmla="*/ 25050 h 27392"/>
                    <a:gd name="connsiteX8" fmla="*/ 1162 w 24130"/>
                    <a:gd name="connsiteY8" fmla="*/ 27392 h 27392"/>
                    <a:gd name="connsiteX9" fmla="*/ 6281 w 24130"/>
                    <a:gd name="connsiteY9" fmla="*/ 25377 h 27392"/>
                    <a:gd name="connsiteX10" fmla="*/ 16518 w 24130"/>
                    <a:gd name="connsiteY10" fmla="*/ 19441 h 27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130" h="27392">
                      <a:moveTo>
                        <a:pt x="16518" y="19441"/>
                      </a:moveTo>
                      <a:cubicBezTo>
                        <a:pt x="18860" y="17318"/>
                        <a:pt x="20711" y="14704"/>
                        <a:pt x="22181" y="11927"/>
                      </a:cubicBezTo>
                      <a:cubicBezTo>
                        <a:pt x="23760" y="8877"/>
                        <a:pt x="24904" y="5229"/>
                        <a:pt x="23488" y="2071"/>
                      </a:cubicBezTo>
                      <a:cubicBezTo>
                        <a:pt x="23161" y="1363"/>
                        <a:pt x="22671" y="655"/>
                        <a:pt x="22018" y="273"/>
                      </a:cubicBezTo>
                      <a:cubicBezTo>
                        <a:pt x="21310" y="-108"/>
                        <a:pt x="20384" y="-108"/>
                        <a:pt x="19840" y="382"/>
                      </a:cubicBezTo>
                      <a:cubicBezTo>
                        <a:pt x="19513" y="655"/>
                        <a:pt x="19350" y="1036"/>
                        <a:pt x="19186" y="1363"/>
                      </a:cubicBezTo>
                      <a:cubicBezTo>
                        <a:pt x="17008" y="5828"/>
                        <a:pt x="14939" y="10402"/>
                        <a:pt x="12216" y="14595"/>
                      </a:cubicBezTo>
                      <a:cubicBezTo>
                        <a:pt x="9494" y="18788"/>
                        <a:pt x="6063" y="22600"/>
                        <a:pt x="1652" y="25050"/>
                      </a:cubicBezTo>
                      <a:cubicBezTo>
                        <a:pt x="563" y="25649"/>
                        <a:pt x="-1179" y="27446"/>
                        <a:pt x="1162" y="27392"/>
                      </a:cubicBezTo>
                      <a:cubicBezTo>
                        <a:pt x="2632" y="27392"/>
                        <a:pt x="4919" y="25976"/>
                        <a:pt x="6281" y="25377"/>
                      </a:cubicBezTo>
                      <a:cubicBezTo>
                        <a:pt x="9984" y="23961"/>
                        <a:pt x="13578" y="22109"/>
                        <a:pt x="16518" y="19441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05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438916" y="3847015"/>
                <a:ext cx="97293" cy="84708"/>
                <a:chOff x="4438916" y="3847015"/>
                <a:chExt cx="97293" cy="84708"/>
              </a:xfrm>
              <a:solidFill>
                <a:schemeClr val="accent1"/>
              </a:solidFill>
            </p:grpSpPr>
            <p:sp>
              <p:nvSpPr>
                <p:cNvPr id="106" name="Forme libre : forme 105">
                  <a:extLst>
                    <a:ext uri="{FF2B5EF4-FFF2-40B4-BE49-F238E27FC236}">
                      <a16:creationId xmlns:a16="http://schemas.microsoft.com/office/drawing/2014/main" id="{A773A1D6-3B78-41FB-9EE2-F2363D84AE00}"/>
                    </a:ext>
                  </a:extLst>
                </p:cNvPr>
                <p:cNvSpPr/>
                <p:nvPr/>
              </p:nvSpPr>
              <p:spPr>
                <a:xfrm>
                  <a:off x="4438916" y="3847064"/>
                  <a:ext cx="97293" cy="84659"/>
                </a:xfrm>
                <a:custGeom>
                  <a:avLst/>
                  <a:gdLst>
                    <a:gd name="connsiteX0" fmla="*/ 3294 w 97293"/>
                    <a:gd name="connsiteY0" fmla="*/ 61086 h 84659"/>
                    <a:gd name="connsiteX1" fmla="*/ 40159 w 97293"/>
                    <a:gd name="connsiteY1" fmla="*/ 84065 h 84659"/>
                    <a:gd name="connsiteX2" fmla="*/ 97281 w 97293"/>
                    <a:gd name="connsiteY2" fmla="*/ 48616 h 84659"/>
                    <a:gd name="connsiteX3" fmla="*/ 63139 w 97293"/>
                    <a:gd name="connsiteY3" fmla="*/ 98 h 84659"/>
                    <a:gd name="connsiteX4" fmla="*/ 24259 w 97293"/>
                    <a:gd name="connsiteY4" fmla="*/ 18013 h 84659"/>
                    <a:gd name="connsiteX5" fmla="*/ 3294 w 97293"/>
                    <a:gd name="connsiteY5" fmla="*/ 61086 h 84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293" h="84659">
                      <a:moveTo>
                        <a:pt x="3294" y="61086"/>
                      </a:moveTo>
                      <a:cubicBezTo>
                        <a:pt x="10482" y="77531"/>
                        <a:pt x="15601" y="87224"/>
                        <a:pt x="40159" y="84065"/>
                      </a:cubicBezTo>
                      <a:cubicBezTo>
                        <a:pt x="64718" y="80907"/>
                        <a:pt x="96737" y="78457"/>
                        <a:pt x="97281" y="48616"/>
                      </a:cubicBezTo>
                      <a:cubicBezTo>
                        <a:pt x="97826" y="18775"/>
                        <a:pt x="80346" y="-1590"/>
                        <a:pt x="63139" y="98"/>
                      </a:cubicBezTo>
                      <a:cubicBezTo>
                        <a:pt x="45931" y="1786"/>
                        <a:pt x="33189" y="13820"/>
                        <a:pt x="24259" y="18013"/>
                      </a:cubicBezTo>
                      <a:cubicBezTo>
                        <a:pt x="18487" y="20681"/>
                        <a:pt x="-9448" y="31790"/>
                        <a:pt x="3294" y="61086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7" name="Forme libre : forme 106">
                  <a:extLst>
                    <a:ext uri="{FF2B5EF4-FFF2-40B4-BE49-F238E27FC236}">
                      <a16:creationId xmlns:a16="http://schemas.microsoft.com/office/drawing/2014/main" id="{68F48819-7281-4EA0-A4EA-043499CCC8E3}"/>
                    </a:ext>
                  </a:extLst>
                </p:cNvPr>
                <p:cNvSpPr/>
                <p:nvPr/>
              </p:nvSpPr>
              <p:spPr>
                <a:xfrm>
                  <a:off x="4438916" y="3847015"/>
                  <a:ext cx="74682" cy="84440"/>
                </a:xfrm>
                <a:custGeom>
                  <a:avLst/>
                  <a:gdLst>
                    <a:gd name="connsiteX0" fmla="*/ 24259 w 74682"/>
                    <a:gd name="connsiteY0" fmla="*/ 18007 h 84440"/>
                    <a:gd name="connsiteX1" fmla="*/ 3294 w 74682"/>
                    <a:gd name="connsiteY1" fmla="*/ 61080 h 84440"/>
                    <a:gd name="connsiteX2" fmla="*/ 27526 w 74682"/>
                    <a:gd name="connsiteY2" fmla="*/ 84441 h 84440"/>
                    <a:gd name="connsiteX3" fmla="*/ 5091 w 74682"/>
                    <a:gd name="connsiteY3" fmla="*/ 61516 h 84440"/>
                    <a:gd name="connsiteX4" fmla="*/ 36238 w 74682"/>
                    <a:gd name="connsiteY4" fmla="*/ 27645 h 84440"/>
                    <a:gd name="connsiteX5" fmla="*/ 71688 w 74682"/>
                    <a:gd name="connsiteY5" fmla="*/ 2379 h 84440"/>
                    <a:gd name="connsiteX6" fmla="*/ 74683 w 74682"/>
                    <a:gd name="connsiteY6" fmla="*/ 2324 h 84440"/>
                    <a:gd name="connsiteX7" fmla="*/ 63030 w 74682"/>
                    <a:gd name="connsiteY7" fmla="*/ 92 h 84440"/>
                    <a:gd name="connsiteX8" fmla="*/ 24259 w 74682"/>
                    <a:gd name="connsiteY8" fmla="*/ 18007 h 84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4682" h="84440">
                      <a:moveTo>
                        <a:pt x="24259" y="18007"/>
                      </a:moveTo>
                      <a:cubicBezTo>
                        <a:pt x="18487" y="20675"/>
                        <a:pt x="-9448" y="31784"/>
                        <a:pt x="3294" y="61080"/>
                      </a:cubicBezTo>
                      <a:cubicBezTo>
                        <a:pt x="9011" y="74204"/>
                        <a:pt x="13477" y="83025"/>
                        <a:pt x="27526" y="84441"/>
                      </a:cubicBezTo>
                      <a:cubicBezTo>
                        <a:pt x="19902" y="80792"/>
                        <a:pt x="9447" y="71481"/>
                        <a:pt x="5091" y="61516"/>
                      </a:cubicBezTo>
                      <a:cubicBezTo>
                        <a:pt x="-7651" y="32220"/>
                        <a:pt x="30466" y="30314"/>
                        <a:pt x="36238" y="27645"/>
                      </a:cubicBezTo>
                      <a:cubicBezTo>
                        <a:pt x="45169" y="23507"/>
                        <a:pt x="32971" y="7389"/>
                        <a:pt x="71688" y="2379"/>
                      </a:cubicBezTo>
                      <a:cubicBezTo>
                        <a:pt x="72668" y="2270"/>
                        <a:pt x="73703" y="2270"/>
                        <a:pt x="74683" y="2324"/>
                      </a:cubicBezTo>
                      <a:cubicBezTo>
                        <a:pt x="70925" y="528"/>
                        <a:pt x="67005" y="-289"/>
                        <a:pt x="63030" y="92"/>
                      </a:cubicBezTo>
                      <a:cubicBezTo>
                        <a:pt x="45931" y="1834"/>
                        <a:pt x="33135" y="13869"/>
                        <a:pt x="24259" y="18007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" name="Forme libre : forme 107">
                  <a:extLst>
                    <a:ext uri="{FF2B5EF4-FFF2-40B4-BE49-F238E27FC236}">
                      <a16:creationId xmlns:a16="http://schemas.microsoft.com/office/drawing/2014/main" id="{E2AC14CB-47FA-4BA4-A237-3235A42935CF}"/>
                    </a:ext>
                  </a:extLst>
                </p:cNvPr>
                <p:cNvSpPr/>
                <p:nvPr/>
              </p:nvSpPr>
              <p:spPr>
                <a:xfrm>
                  <a:off x="4438916" y="3847064"/>
                  <a:ext cx="97293" cy="84659"/>
                </a:xfrm>
                <a:custGeom>
                  <a:avLst/>
                  <a:gdLst>
                    <a:gd name="connsiteX0" fmla="*/ 3294 w 97293"/>
                    <a:gd name="connsiteY0" fmla="*/ 61086 h 84659"/>
                    <a:gd name="connsiteX1" fmla="*/ 40159 w 97293"/>
                    <a:gd name="connsiteY1" fmla="*/ 84065 h 84659"/>
                    <a:gd name="connsiteX2" fmla="*/ 97281 w 97293"/>
                    <a:gd name="connsiteY2" fmla="*/ 48616 h 84659"/>
                    <a:gd name="connsiteX3" fmla="*/ 63139 w 97293"/>
                    <a:gd name="connsiteY3" fmla="*/ 98 h 84659"/>
                    <a:gd name="connsiteX4" fmla="*/ 24259 w 97293"/>
                    <a:gd name="connsiteY4" fmla="*/ 18013 h 84659"/>
                    <a:gd name="connsiteX5" fmla="*/ 3294 w 97293"/>
                    <a:gd name="connsiteY5" fmla="*/ 61086 h 84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293" h="84659">
                      <a:moveTo>
                        <a:pt x="3294" y="61086"/>
                      </a:moveTo>
                      <a:cubicBezTo>
                        <a:pt x="10482" y="77531"/>
                        <a:pt x="15601" y="87224"/>
                        <a:pt x="40159" y="84065"/>
                      </a:cubicBezTo>
                      <a:cubicBezTo>
                        <a:pt x="64718" y="80907"/>
                        <a:pt x="96737" y="78457"/>
                        <a:pt x="97281" y="48616"/>
                      </a:cubicBezTo>
                      <a:cubicBezTo>
                        <a:pt x="97826" y="18775"/>
                        <a:pt x="80346" y="-1590"/>
                        <a:pt x="63139" y="98"/>
                      </a:cubicBezTo>
                      <a:cubicBezTo>
                        <a:pt x="45931" y="1786"/>
                        <a:pt x="33189" y="13820"/>
                        <a:pt x="24259" y="18013"/>
                      </a:cubicBezTo>
                      <a:cubicBezTo>
                        <a:pt x="18487" y="20681"/>
                        <a:pt x="-9448" y="31790"/>
                        <a:pt x="3294" y="61086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" name="Forme libre : forme 108">
                  <a:extLst>
                    <a:ext uri="{FF2B5EF4-FFF2-40B4-BE49-F238E27FC236}">
                      <a16:creationId xmlns:a16="http://schemas.microsoft.com/office/drawing/2014/main" id="{A2B47BA1-07B0-4ACA-B789-4D8EFDA0B27A}"/>
                    </a:ext>
                  </a:extLst>
                </p:cNvPr>
                <p:cNvSpPr/>
                <p:nvPr/>
              </p:nvSpPr>
              <p:spPr>
                <a:xfrm>
                  <a:off x="4452332" y="3852911"/>
                  <a:ext cx="75861" cy="73131"/>
                </a:xfrm>
                <a:custGeom>
                  <a:avLst/>
                  <a:gdLst>
                    <a:gd name="connsiteX0" fmla="*/ 19338 w 75861"/>
                    <a:gd name="connsiteY0" fmla="*/ 73099 h 73131"/>
                    <a:gd name="connsiteX1" fmla="*/ 37090 w 75861"/>
                    <a:gd name="connsiteY1" fmla="*/ 71575 h 73131"/>
                    <a:gd name="connsiteX2" fmla="*/ 60124 w 75861"/>
                    <a:gd name="connsiteY2" fmla="*/ 65694 h 73131"/>
                    <a:gd name="connsiteX3" fmla="*/ 75153 w 75861"/>
                    <a:gd name="connsiteY3" fmla="*/ 48105 h 73131"/>
                    <a:gd name="connsiteX4" fmla="*/ 75861 w 75861"/>
                    <a:gd name="connsiteY4" fmla="*/ 39229 h 73131"/>
                    <a:gd name="connsiteX5" fmla="*/ 72594 w 75861"/>
                    <a:gd name="connsiteY5" fmla="*/ 17556 h 73131"/>
                    <a:gd name="connsiteX6" fmla="*/ 62738 w 75861"/>
                    <a:gd name="connsiteY6" fmla="*/ 3888 h 73131"/>
                    <a:gd name="connsiteX7" fmla="*/ 59579 w 75861"/>
                    <a:gd name="connsiteY7" fmla="*/ 1002 h 73131"/>
                    <a:gd name="connsiteX8" fmla="*/ 52337 w 75861"/>
                    <a:gd name="connsiteY8" fmla="*/ 567 h 73131"/>
                    <a:gd name="connsiteX9" fmla="*/ 46075 w 75861"/>
                    <a:gd name="connsiteY9" fmla="*/ 4542 h 73131"/>
                    <a:gd name="connsiteX10" fmla="*/ 41337 w 75861"/>
                    <a:gd name="connsiteY10" fmla="*/ 10423 h 73131"/>
                    <a:gd name="connsiteX11" fmla="*/ 39813 w 75861"/>
                    <a:gd name="connsiteY11" fmla="*/ 24744 h 73131"/>
                    <a:gd name="connsiteX12" fmla="*/ 32298 w 75861"/>
                    <a:gd name="connsiteY12" fmla="*/ 41462 h 73131"/>
                    <a:gd name="connsiteX13" fmla="*/ 24457 w 75861"/>
                    <a:gd name="connsiteY13" fmla="*/ 44457 h 73131"/>
                    <a:gd name="connsiteX14" fmla="*/ 606 w 75861"/>
                    <a:gd name="connsiteY14" fmla="*/ 60847 h 73131"/>
                    <a:gd name="connsiteX15" fmla="*/ 19338 w 75861"/>
                    <a:gd name="connsiteY15" fmla="*/ 73099 h 73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5861" h="73131">
                      <a:moveTo>
                        <a:pt x="19338" y="73099"/>
                      </a:moveTo>
                      <a:cubicBezTo>
                        <a:pt x="25274" y="72773"/>
                        <a:pt x="31209" y="72282"/>
                        <a:pt x="37090" y="71575"/>
                      </a:cubicBezTo>
                      <a:cubicBezTo>
                        <a:pt x="44986" y="70649"/>
                        <a:pt x="53045" y="69342"/>
                        <a:pt x="60124" y="65694"/>
                      </a:cubicBezTo>
                      <a:cubicBezTo>
                        <a:pt x="67257" y="62100"/>
                        <a:pt x="73411" y="55892"/>
                        <a:pt x="75153" y="48105"/>
                      </a:cubicBezTo>
                      <a:cubicBezTo>
                        <a:pt x="75807" y="45219"/>
                        <a:pt x="75861" y="42169"/>
                        <a:pt x="75861" y="39229"/>
                      </a:cubicBezTo>
                      <a:cubicBezTo>
                        <a:pt x="75861" y="31878"/>
                        <a:pt x="75643" y="24254"/>
                        <a:pt x="72594" y="17556"/>
                      </a:cubicBezTo>
                      <a:cubicBezTo>
                        <a:pt x="70252" y="12383"/>
                        <a:pt x="66441" y="8081"/>
                        <a:pt x="62738" y="3888"/>
                      </a:cubicBezTo>
                      <a:cubicBezTo>
                        <a:pt x="61757" y="2799"/>
                        <a:pt x="60777" y="1710"/>
                        <a:pt x="59579" y="1002"/>
                      </a:cubicBezTo>
                      <a:cubicBezTo>
                        <a:pt x="57401" y="-250"/>
                        <a:pt x="54679" y="-250"/>
                        <a:pt x="52337" y="567"/>
                      </a:cubicBezTo>
                      <a:cubicBezTo>
                        <a:pt x="49996" y="1384"/>
                        <a:pt x="47926" y="2908"/>
                        <a:pt x="46075" y="4542"/>
                      </a:cubicBezTo>
                      <a:cubicBezTo>
                        <a:pt x="44169" y="6230"/>
                        <a:pt x="42426" y="8136"/>
                        <a:pt x="41337" y="10423"/>
                      </a:cubicBezTo>
                      <a:cubicBezTo>
                        <a:pt x="39268" y="14779"/>
                        <a:pt x="39922" y="19898"/>
                        <a:pt x="39813" y="24744"/>
                      </a:cubicBezTo>
                      <a:cubicBezTo>
                        <a:pt x="39649" y="31115"/>
                        <a:pt x="37634" y="38031"/>
                        <a:pt x="32298" y="41462"/>
                      </a:cubicBezTo>
                      <a:cubicBezTo>
                        <a:pt x="29956" y="42986"/>
                        <a:pt x="27125" y="43694"/>
                        <a:pt x="24457" y="44457"/>
                      </a:cubicBezTo>
                      <a:cubicBezTo>
                        <a:pt x="15744" y="46961"/>
                        <a:pt x="3982" y="51481"/>
                        <a:pt x="606" y="60847"/>
                      </a:cubicBezTo>
                      <a:cubicBezTo>
                        <a:pt x="-3260" y="71357"/>
                        <a:pt x="12368" y="73426"/>
                        <a:pt x="19338" y="73099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" name="Forme libre : forme 109">
                  <a:extLst>
                    <a:ext uri="{FF2B5EF4-FFF2-40B4-BE49-F238E27FC236}">
                      <a16:creationId xmlns:a16="http://schemas.microsoft.com/office/drawing/2014/main" id="{EFFE7E0A-84F5-42DB-B044-0A4E11847CBE}"/>
                    </a:ext>
                  </a:extLst>
                </p:cNvPr>
                <p:cNvSpPr/>
                <p:nvPr/>
              </p:nvSpPr>
              <p:spPr>
                <a:xfrm>
                  <a:off x="4453536" y="3898729"/>
                  <a:ext cx="13177" cy="13177"/>
                </a:xfrm>
                <a:custGeom>
                  <a:avLst/>
                  <a:gdLst>
                    <a:gd name="connsiteX0" fmla="*/ 13178 w 13177"/>
                    <a:gd name="connsiteY0" fmla="*/ 6589 h 13177"/>
                    <a:gd name="connsiteX1" fmla="*/ 6589 w 13177"/>
                    <a:gd name="connsiteY1" fmla="*/ 13178 h 13177"/>
                    <a:gd name="connsiteX2" fmla="*/ 0 w 13177"/>
                    <a:gd name="connsiteY2" fmla="*/ 6589 h 13177"/>
                    <a:gd name="connsiteX3" fmla="*/ 6589 w 13177"/>
                    <a:gd name="connsiteY3" fmla="*/ 0 h 13177"/>
                    <a:gd name="connsiteX4" fmla="*/ 13178 w 13177"/>
                    <a:gd name="connsiteY4" fmla="*/ 6589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77" h="13177">
                      <a:moveTo>
                        <a:pt x="13178" y="6589"/>
                      </a:moveTo>
                      <a:cubicBezTo>
                        <a:pt x="13178" y="10228"/>
                        <a:pt x="10228" y="13178"/>
                        <a:pt x="6589" y="13178"/>
                      </a:cubicBezTo>
                      <a:cubicBezTo>
                        <a:pt x="2950" y="13178"/>
                        <a:pt x="0" y="10228"/>
                        <a:pt x="0" y="6589"/>
                      </a:cubicBezTo>
                      <a:cubicBezTo>
                        <a:pt x="0" y="2950"/>
                        <a:pt x="2950" y="0"/>
                        <a:pt x="6589" y="0"/>
                      </a:cubicBezTo>
                      <a:cubicBezTo>
                        <a:pt x="10228" y="0"/>
                        <a:pt x="13178" y="2950"/>
                        <a:pt x="13178" y="6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" name="Forme libre : forme 110">
                  <a:extLst>
                    <a:ext uri="{FF2B5EF4-FFF2-40B4-BE49-F238E27FC236}">
                      <a16:creationId xmlns:a16="http://schemas.microsoft.com/office/drawing/2014/main" id="{BE9AB7AD-3AEC-4947-AFDE-E790DF6DDF9B}"/>
                    </a:ext>
                  </a:extLst>
                </p:cNvPr>
                <p:cNvSpPr/>
                <p:nvPr/>
              </p:nvSpPr>
              <p:spPr>
                <a:xfrm>
                  <a:off x="4464863" y="3885279"/>
                  <a:ext cx="8603" cy="8603"/>
                </a:xfrm>
                <a:custGeom>
                  <a:avLst/>
                  <a:gdLst>
                    <a:gd name="connsiteX0" fmla="*/ 8604 w 8603"/>
                    <a:gd name="connsiteY0" fmla="*/ 4302 h 8603"/>
                    <a:gd name="connsiteX1" fmla="*/ 4302 w 8603"/>
                    <a:gd name="connsiteY1" fmla="*/ 8604 h 8603"/>
                    <a:gd name="connsiteX2" fmla="*/ 0 w 8603"/>
                    <a:gd name="connsiteY2" fmla="*/ 4302 h 8603"/>
                    <a:gd name="connsiteX3" fmla="*/ 4302 w 8603"/>
                    <a:gd name="connsiteY3" fmla="*/ 0 h 8603"/>
                    <a:gd name="connsiteX4" fmla="*/ 8604 w 8603"/>
                    <a:gd name="connsiteY4" fmla="*/ 4302 h 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03" h="8603">
                      <a:moveTo>
                        <a:pt x="8604" y="4302"/>
                      </a:moveTo>
                      <a:cubicBezTo>
                        <a:pt x="8604" y="6678"/>
                        <a:pt x="6678" y="8604"/>
                        <a:pt x="4302" y="8604"/>
                      </a:cubicBezTo>
                      <a:cubicBezTo>
                        <a:pt x="1926" y="8604"/>
                        <a:pt x="0" y="6678"/>
                        <a:pt x="0" y="4302"/>
                      </a:cubicBezTo>
                      <a:cubicBezTo>
                        <a:pt x="0" y="1926"/>
                        <a:pt x="1926" y="0"/>
                        <a:pt x="4302" y="0"/>
                      </a:cubicBezTo>
                      <a:cubicBezTo>
                        <a:pt x="6678" y="0"/>
                        <a:pt x="8604" y="1926"/>
                        <a:pt x="8604" y="4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" name="Forme libre : forme 111">
                  <a:extLst>
                    <a:ext uri="{FF2B5EF4-FFF2-40B4-BE49-F238E27FC236}">
                      <a16:creationId xmlns:a16="http://schemas.microsoft.com/office/drawing/2014/main" id="{5EB9B609-04F1-46A0-AE9D-CBE87790BB69}"/>
                    </a:ext>
                  </a:extLst>
                </p:cNvPr>
                <p:cNvSpPr/>
                <p:nvPr/>
              </p:nvSpPr>
              <p:spPr>
                <a:xfrm>
                  <a:off x="4502666" y="3890468"/>
                  <a:ext cx="22493" cy="28807"/>
                </a:xfrm>
                <a:custGeom>
                  <a:avLst/>
                  <a:gdLst>
                    <a:gd name="connsiteX0" fmla="*/ 15888 w 22493"/>
                    <a:gd name="connsiteY0" fmla="*/ 19697 h 28807"/>
                    <a:gd name="connsiteX1" fmla="*/ 21007 w 22493"/>
                    <a:gd name="connsiteY1" fmla="*/ 11801 h 28807"/>
                    <a:gd name="connsiteX2" fmla="*/ 21606 w 22493"/>
                    <a:gd name="connsiteY2" fmla="*/ 1890 h 28807"/>
                    <a:gd name="connsiteX3" fmla="*/ 20026 w 22493"/>
                    <a:gd name="connsiteY3" fmla="*/ 202 h 28807"/>
                    <a:gd name="connsiteX4" fmla="*/ 17848 w 22493"/>
                    <a:gd name="connsiteY4" fmla="*/ 475 h 28807"/>
                    <a:gd name="connsiteX5" fmla="*/ 17249 w 22493"/>
                    <a:gd name="connsiteY5" fmla="*/ 1509 h 28807"/>
                    <a:gd name="connsiteX6" fmla="*/ 11259 w 22493"/>
                    <a:gd name="connsiteY6" fmla="*/ 15231 h 28807"/>
                    <a:gd name="connsiteX7" fmla="*/ 1512 w 22493"/>
                    <a:gd name="connsiteY7" fmla="*/ 26394 h 28807"/>
                    <a:gd name="connsiteX8" fmla="*/ 1240 w 22493"/>
                    <a:gd name="connsiteY8" fmla="*/ 28790 h 28807"/>
                    <a:gd name="connsiteX9" fmla="*/ 6195 w 22493"/>
                    <a:gd name="connsiteY9" fmla="*/ 26449 h 28807"/>
                    <a:gd name="connsiteX10" fmla="*/ 15888 w 22493"/>
                    <a:gd name="connsiteY10" fmla="*/ 19697 h 28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493" h="28807">
                      <a:moveTo>
                        <a:pt x="15888" y="19697"/>
                      </a:moveTo>
                      <a:cubicBezTo>
                        <a:pt x="18066" y="17410"/>
                        <a:pt x="19700" y="14687"/>
                        <a:pt x="21007" y="11801"/>
                      </a:cubicBezTo>
                      <a:cubicBezTo>
                        <a:pt x="22368" y="8643"/>
                        <a:pt x="23239" y="4885"/>
                        <a:pt x="21606" y="1890"/>
                      </a:cubicBezTo>
                      <a:cubicBezTo>
                        <a:pt x="21224" y="1182"/>
                        <a:pt x="20734" y="583"/>
                        <a:pt x="20026" y="202"/>
                      </a:cubicBezTo>
                      <a:cubicBezTo>
                        <a:pt x="19318" y="-125"/>
                        <a:pt x="18393" y="-70"/>
                        <a:pt x="17848" y="475"/>
                      </a:cubicBezTo>
                      <a:cubicBezTo>
                        <a:pt x="17576" y="747"/>
                        <a:pt x="17413" y="1128"/>
                        <a:pt x="17249" y="1509"/>
                      </a:cubicBezTo>
                      <a:cubicBezTo>
                        <a:pt x="15398" y="6138"/>
                        <a:pt x="13655" y="10875"/>
                        <a:pt x="11259" y="15231"/>
                      </a:cubicBezTo>
                      <a:cubicBezTo>
                        <a:pt x="8863" y="19588"/>
                        <a:pt x="5705" y="23672"/>
                        <a:pt x="1512" y="26394"/>
                      </a:cubicBezTo>
                      <a:cubicBezTo>
                        <a:pt x="477" y="27048"/>
                        <a:pt x="-1156" y="29008"/>
                        <a:pt x="1240" y="28790"/>
                      </a:cubicBezTo>
                      <a:cubicBezTo>
                        <a:pt x="2710" y="28682"/>
                        <a:pt x="4834" y="27102"/>
                        <a:pt x="6195" y="26449"/>
                      </a:cubicBezTo>
                      <a:cubicBezTo>
                        <a:pt x="9680" y="24706"/>
                        <a:pt x="13111" y="22637"/>
                        <a:pt x="15888" y="19697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13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549947" y="3799362"/>
                <a:ext cx="97348" cy="84659"/>
                <a:chOff x="4549947" y="3799362"/>
                <a:chExt cx="97348" cy="84659"/>
              </a:xfrm>
              <a:solidFill>
                <a:schemeClr val="accent1"/>
              </a:solidFill>
            </p:grpSpPr>
            <p:sp>
              <p:nvSpPr>
                <p:cNvPr id="114" name="Forme libre : forme 113">
                  <a:extLst>
                    <a:ext uri="{FF2B5EF4-FFF2-40B4-BE49-F238E27FC236}">
                      <a16:creationId xmlns:a16="http://schemas.microsoft.com/office/drawing/2014/main" id="{BF5ADC37-1044-41E5-886D-CA9BF380D137}"/>
                    </a:ext>
                  </a:extLst>
                </p:cNvPr>
                <p:cNvSpPr/>
                <p:nvPr/>
              </p:nvSpPr>
              <p:spPr>
                <a:xfrm>
                  <a:off x="4549982" y="3799362"/>
                  <a:ext cx="97313" cy="84659"/>
                </a:xfrm>
                <a:custGeom>
                  <a:avLst/>
                  <a:gdLst>
                    <a:gd name="connsiteX0" fmla="*/ 3314 w 97313"/>
                    <a:gd name="connsiteY0" fmla="*/ 61086 h 84659"/>
                    <a:gd name="connsiteX1" fmla="*/ 40179 w 97313"/>
                    <a:gd name="connsiteY1" fmla="*/ 84065 h 84659"/>
                    <a:gd name="connsiteX2" fmla="*/ 97301 w 97313"/>
                    <a:gd name="connsiteY2" fmla="*/ 48616 h 84659"/>
                    <a:gd name="connsiteX3" fmla="*/ 63159 w 97313"/>
                    <a:gd name="connsiteY3" fmla="*/ 98 h 84659"/>
                    <a:gd name="connsiteX4" fmla="*/ 24279 w 97313"/>
                    <a:gd name="connsiteY4" fmla="*/ 18013 h 84659"/>
                    <a:gd name="connsiteX5" fmla="*/ 3314 w 97313"/>
                    <a:gd name="connsiteY5" fmla="*/ 61086 h 84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313" h="84659">
                      <a:moveTo>
                        <a:pt x="3314" y="61086"/>
                      </a:moveTo>
                      <a:cubicBezTo>
                        <a:pt x="10502" y="77531"/>
                        <a:pt x="15620" y="87224"/>
                        <a:pt x="40179" y="84065"/>
                      </a:cubicBezTo>
                      <a:cubicBezTo>
                        <a:pt x="64738" y="80962"/>
                        <a:pt x="96757" y="78457"/>
                        <a:pt x="97301" y="48616"/>
                      </a:cubicBezTo>
                      <a:cubicBezTo>
                        <a:pt x="97846" y="18775"/>
                        <a:pt x="80366" y="-1590"/>
                        <a:pt x="63159" y="98"/>
                      </a:cubicBezTo>
                      <a:cubicBezTo>
                        <a:pt x="45951" y="1786"/>
                        <a:pt x="33209" y="13820"/>
                        <a:pt x="24279" y="18013"/>
                      </a:cubicBezTo>
                      <a:cubicBezTo>
                        <a:pt x="18507" y="20681"/>
                        <a:pt x="-9483" y="31790"/>
                        <a:pt x="3314" y="61086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" name="Forme libre : forme 114">
                  <a:extLst>
                    <a:ext uri="{FF2B5EF4-FFF2-40B4-BE49-F238E27FC236}">
                      <a16:creationId xmlns:a16="http://schemas.microsoft.com/office/drawing/2014/main" id="{72822125-F538-481A-80DC-766849629B49}"/>
                    </a:ext>
                  </a:extLst>
                </p:cNvPr>
                <p:cNvSpPr/>
                <p:nvPr/>
              </p:nvSpPr>
              <p:spPr>
                <a:xfrm>
                  <a:off x="4549947" y="3799368"/>
                  <a:ext cx="74682" cy="84440"/>
                </a:xfrm>
                <a:custGeom>
                  <a:avLst/>
                  <a:gdLst>
                    <a:gd name="connsiteX0" fmla="*/ 24259 w 74682"/>
                    <a:gd name="connsiteY0" fmla="*/ 18007 h 84440"/>
                    <a:gd name="connsiteX1" fmla="*/ 3294 w 74682"/>
                    <a:gd name="connsiteY1" fmla="*/ 61080 h 84440"/>
                    <a:gd name="connsiteX2" fmla="*/ 27526 w 74682"/>
                    <a:gd name="connsiteY2" fmla="*/ 84441 h 84440"/>
                    <a:gd name="connsiteX3" fmla="*/ 5091 w 74682"/>
                    <a:gd name="connsiteY3" fmla="*/ 61516 h 84440"/>
                    <a:gd name="connsiteX4" fmla="*/ 36239 w 74682"/>
                    <a:gd name="connsiteY4" fmla="*/ 27645 h 84440"/>
                    <a:gd name="connsiteX5" fmla="*/ 71688 w 74682"/>
                    <a:gd name="connsiteY5" fmla="*/ 2379 h 84440"/>
                    <a:gd name="connsiteX6" fmla="*/ 74683 w 74682"/>
                    <a:gd name="connsiteY6" fmla="*/ 2324 h 84440"/>
                    <a:gd name="connsiteX7" fmla="*/ 63030 w 74682"/>
                    <a:gd name="connsiteY7" fmla="*/ 92 h 84440"/>
                    <a:gd name="connsiteX8" fmla="*/ 24259 w 74682"/>
                    <a:gd name="connsiteY8" fmla="*/ 18007 h 84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4682" h="84440">
                      <a:moveTo>
                        <a:pt x="24259" y="18007"/>
                      </a:moveTo>
                      <a:cubicBezTo>
                        <a:pt x="18487" y="20675"/>
                        <a:pt x="-9448" y="31784"/>
                        <a:pt x="3294" y="61080"/>
                      </a:cubicBezTo>
                      <a:cubicBezTo>
                        <a:pt x="9012" y="74204"/>
                        <a:pt x="13477" y="83025"/>
                        <a:pt x="27526" y="84441"/>
                      </a:cubicBezTo>
                      <a:cubicBezTo>
                        <a:pt x="19902" y="80792"/>
                        <a:pt x="9447" y="71481"/>
                        <a:pt x="5091" y="61516"/>
                      </a:cubicBezTo>
                      <a:cubicBezTo>
                        <a:pt x="-7651" y="32220"/>
                        <a:pt x="30466" y="30314"/>
                        <a:pt x="36239" y="27645"/>
                      </a:cubicBezTo>
                      <a:cubicBezTo>
                        <a:pt x="45169" y="23507"/>
                        <a:pt x="32971" y="7389"/>
                        <a:pt x="71688" y="2379"/>
                      </a:cubicBezTo>
                      <a:cubicBezTo>
                        <a:pt x="72668" y="2270"/>
                        <a:pt x="73703" y="2270"/>
                        <a:pt x="74683" y="2324"/>
                      </a:cubicBezTo>
                      <a:cubicBezTo>
                        <a:pt x="70926" y="528"/>
                        <a:pt x="67005" y="-289"/>
                        <a:pt x="63030" y="92"/>
                      </a:cubicBezTo>
                      <a:cubicBezTo>
                        <a:pt x="45986" y="1780"/>
                        <a:pt x="33189" y="13814"/>
                        <a:pt x="24259" y="18007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" name="Forme libre : forme 115">
                  <a:extLst>
                    <a:ext uri="{FF2B5EF4-FFF2-40B4-BE49-F238E27FC236}">
                      <a16:creationId xmlns:a16="http://schemas.microsoft.com/office/drawing/2014/main" id="{25433F72-321A-43B2-85E7-AEFE63EC82CF}"/>
                    </a:ext>
                  </a:extLst>
                </p:cNvPr>
                <p:cNvSpPr/>
                <p:nvPr/>
              </p:nvSpPr>
              <p:spPr>
                <a:xfrm>
                  <a:off x="4549982" y="3799362"/>
                  <a:ext cx="97313" cy="84659"/>
                </a:xfrm>
                <a:custGeom>
                  <a:avLst/>
                  <a:gdLst>
                    <a:gd name="connsiteX0" fmla="*/ 3314 w 97313"/>
                    <a:gd name="connsiteY0" fmla="*/ 61086 h 84659"/>
                    <a:gd name="connsiteX1" fmla="*/ 40179 w 97313"/>
                    <a:gd name="connsiteY1" fmla="*/ 84065 h 84659"/>
                    <a:gd name="connsiteX2" fmla="*/ 97301 w 97313"/>
                    <a:gd name="connsiteY2" fmla="*/ 48616 h 84659"/>
                    <a:gd name="connsiteX3" fmla="*/ 63159 w 97313"/>
                    <a:gd name="connsiteY3" fmla="*/ 98 h 84659"/>
                    <a:gd name="connsiteX4" fmla="*/ 24279 w 97313"/>
                    <a:gd name="connsiteY4" fmla="*/ 18013 h 84659"/>
                    <a:gd name="connsiteX5" fmla="*/ 3314 w 97313"/>
                    <a:gd name="connsiteY5" fmla="*/ 61086 h 84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313" h="84659">
                      <a:moveTo>
                        <a:pt x="3314" y="61086"/>
                      </a:moveTo>
                      <a:cubicBezTo>
                        <a:pt x="10502" y="77531"/>
                        <a:pt x="15620" y="87224"/>
                        <a:pt x="40179" y="84065"/>
                      </a:cubicBezTo>
                      <a:cubicBezTo>
                        <a:pt x="64738" y="80962"/>
                        <a:pt x="96757" y="78457"/>
                        <a:pt x="97301" y="48616"/>
                      </a:cubicBezTo>
                      <a:cubicBezTo>
                        <a:pt x="97846" y="18775"/>
                        <a:pt x="80366" y="-1590"/>
                        <a:pt x="63159" y="98"/>
                      </a:cubicBezTo>
                      <a:cubicBezTo>
                        <a:pt x="45951" y="1786"/>
                        <a:pt x="33209" y="13820"/>
                        <a:pt x="24279" y="18013"/>
                      </a:cubicBezTo>
                      <a:cubicBezTo>
                        <a:pt x="18507" y="20681"/>
                        <a:pt x="-9483" y="31790"/>
                        <a:pt x="3314" y="61086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" name="Forme libre : forme 116">
                  <a:extLst>
                    <a:ext uri="{FF2B5EF4-FFF2-40B4-BE49-F238E27FC236}">
                      <a16:creationId xmlns:a16="http://schemas.microsoft.com/office/drawing/2014/main" id="{A9BB1542-65C2-4F78-9312-ED39F6BB815A}"/>
                    </a:ext>
                  </a:extLst>
                </p:cNvPr>
                <p:cNvSpPr/>
                <p:nvPr/>
              </p:nvSpPr>
              <p:spPr>
                <a:xfrm>
                  <a:off x="4563364" y="3805210"/>
                  <a:ext cx="75859" cy="73140"/>
                </a:xfrm>
                <a:custGeom>
                  <a:avLst/>
                  <a:gdLst>
                    <a:gd name="connsiteX0" fmla="*/ 19336 w 75859"/>
                    <a:gd name="connsiteY0" fmla="*/ 73099 h 73140"/>
                    <a:gd name="connsiteX1" fmla="*/ 37088 w 75859"/>
                    <a:gd name="connsiteY1" fmla="*/ 71575 h 73140"/>
                    <a:gd name="connsiteX2" fmla="*/ 60122 w 75859"/>
                    <a:gd name="connsiteY2" fmla="*/ 65693 h 73140"/>
                    <a:gd name="connsiteX3" fmla="*/ 75152 w 75859"/>
                    <a:gd name="connsiteY3" fmla="*/ 48105 h 73140"/>
                    <a:gd name="connsiteX4" fmla="*/ 75859 w 75859"/>
                    <a:gd name="connsiteY4" fmla="*/ 39229 h 73140"/>
                    <a:gd name="connsiteX5" fmla="*/ 72592 w 75859"/>
                    <a:gd name="connsiteY5" fmla="*/ 17556 h 73140"/>
                    <a:gd name="connsiteX6" fmla="*/ 62736 w 75859"/>
                    <a:gd name="connsiteY6" fmla="*/ 3889 h 73140"/>
                    <a:gd name="connsiteX7" fmla="*/ 59578 w 75859"/>
                    <a:gd name="connsiteY7" fmla="*/ 1003 h 73140"/>
                    <a:gd name="connsiteX8" fmla="*/ 52335 w 75859"/>
                    <a:gd name="connsiteY8" fmla="*/ 567 h 73140"/>
                    <a:gd name="connsiteX9" fmla="*/ 46073 w 75859"/>
                    <a:gd name="connsiteY9" fmla="*/ 4542 h 73140"/>
                    <a:gd name="connsiteX10" fmla="*/ 41336 w 75859"/>
                    <a:gd name="connsiteY10" fmla="*/ 10423 h 73140"/>
                    <a:gd name="connsiteX11" fmla="*/ 39811 w 75859"/>
                    <a:gd name="connsiteY11" fmla="*/ 24744 h 73140"/>
                    <a:gd name="connsiteX12" fmla="*/ 32296 w 75859"/>
                    <a:gd name="connsiteY12" fmla="*/ 41462 h 73140"/>
                    <a:gd name="connsiteX13" fmla="*/ 24455 w 75859"/>
                    <a:gd name="connsiteY13" fmla="*/ 44457 h 73140"/>
                    <a:gd name="connsiteX14" fmla="*/ 604 w 75859"/>
                    <a:gd name="connsiteY14" fmla="*/ 60847 h 73140"/>
                    <a:gd name="connsiteX15" fmla="*/ 19336 w 75859"/>
                    <a:gd name="connsiteY15" fmla="*/ 73099 h 73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5859" h="73140">
                      <a:moveTo>
                        <a:pt x="19336" y="73099"/>
                      </a:moveTo>
                      <a:cubicBezTo>
                        <a:pt x="25272" y="72773"/>
                        <a:pt x="31207" y="72283"/>
                        <a:pt x="37088" y="71575"/>
                      </a:cubicBezTo>
                      <a:cubicBezTo>
                        <a:pt x="44984" y="70649"/>
                        <a:pt x="53043" y="69342"/>
                        <a:pt x="60122" y="65693"/>
                      </a:cubicBezTo>
                      <a:cubicBezTo>
                        <a:pt x="67201" y="62045"/>
                        <a:pt x="73409" y="55892"/>
                        <a:pt x="75152" y="48105"/>
                      </a:cubicBezTo>
                      <a:cubicBezTo>
                        <a:pt x="75805" y="45219"/>
                        <a:pt x="75859" y="42170"/>
                        <a:pt x="75859" y="39229"/>
                      </a:cubicBezTo>
                      <a:cubicBezTo>
                        <a:pt x="75859" y="31878"/>
                        <a:pt x="75642" y="24254"/>
                        <a:pt x="72592" y="17556"/>
                      </a:cubicBezTo>
                      <a:cubicBezTo>
                        <a:pt x="70251" y="12383"/>
                        <a:pt x="66439" y="8081"/>
                        <a:pt x="62736" y="3889"/>
                      </a:cubicBezTo>
                      <a:cubicBezTo>
                        <a:pt x="61756" y="2799"/>
                        <a:pt x="60776" y="1710"/>
                        <a:pt x="59578" y="1003"/>
                      </a:cubicBezTo>
                      <a:cubicBezTo>
                        <a:pt x="57400" y="-250"/>
                        <a:pt x="54677" y="-250"/>
                        <a:pt x="52335" y="567"/>
                      </a:cubicBezTo>
                      <a:cubicBezTo>
                        <a:pt x="49994" y="1384"/>
                        <a:pt x="47925" y="2908"/>
                        <a:pt x="46073" y="4542"/>
                      </a:cubicBezTo>
                      <a:cubicBezTo>
                        <a:pt x="44167" y="6230"/>
                        <a:pt x="42425" y="8136"/>
                        <a:pt x="41336" y="10423"/>
                      </a:cubicBezTo>
                      <a:cubicBezTo>
                        <a:pt x="39267" y="14779"/>
                        <a:pt x="39920" y="19898"/>
                        <a:pt x="39811" y="24744"/>
                      </a:cubicBezTo>
                      <a:cubicBezTo>
                        <a:pt x="39648" y="31115"/>
                        <a:pt x="37633" y="38031"/>
                        <a:pt x="32296" y="41462"/>
                      </a:cubicBezTo>
                      <a:cubicBezTo>
                        <a:pt x="29955" y="42986"/>
                        <a:pt x="27123" y="43694"/>
                        <a:pt x="24455" y="44457"/>
                      </a:cubicBezTo>
                      <a:cubicBezTo>
                        <a:pt x="15742" y="46962"/>
                        <a:pt x="3981" y="51481"/>
                        <a:pt x="604" y="60847"/>
                      </a:cubicBezTo>
                      <a:cubicBezTo>
                        <a:pt x="-3262" y="71357"/>
                        <a:pt x="12421" y="73481"/>
                        <a:pt x="19336" y="73099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" name="Forme libre : forme 117">
                  <a:extLst>
                    <a:ext uri="{FF2B5EF4-FFF2-40B4-BE49-F238E27FC236}">
                      <a16:creationId xmlns:a16="http://schemas.microsoft.com/office/drawing/2014/main" id="{58AD89D0-FFE0-439F-8E4E-73593C34E8C7}"/>
                    </a:ext>
                  </a:extLst>
                </p:cNvPr>
                <p:cNvSpPr/>
                <p:nvPr/>
              </p:nvSpPr>
              <p:spPr>
                <a:xfrm>
                  <a:off x="4564568" y="3851028"/>
                  <a:ext cx="13177" cy="13177"/>
                </a:xfrm>
                <a:custGeom>
                  <a:avLst/>
                  <a:gdLst>
                    <a:gd name="connsiteX0" fmla="*/ 13178 w 13177"/>
                    <a:gd name="connsiteY0" fmla="*/ 6589 h 13177"/>
                    <a:gd name="connsiteX1" fmla="*/ 6589 w 13177"/>
                    <a:gd name="connsiteY1" fmla="*/ 13178 h 13177"/>
                    <a:gd name="connsiteX2" fmla="*/ 0 w 13177"/>
                    <a:gd name="connsiteY2" fmla="*/ 6589 h 13177"/>
                    <a:gd name="connsiteX3" fmla="*/ 6589 w 13177"/>
                    <a:gd name="connsiteY3" fmla="*/ 0 h 13177"/>
                    <a:gd name="connsiteX4" fmla="*/ 13178 w 13177"/>
                    <a:gd name="connsiteY4" fmla="*/ 6589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77" h="13177">
                      <a:moveTo>
                        <a:pt x="13178" y="6589"/>
                      </a:moveTo>
                      <a:cubicBezTo>
                        <a:pt x="13178" y="10228"/>
                        <a:pt x="10228" y="13178"/>
                        <a:pt x="6589" y="13178"/>
                      </a:cubicBezTo>
                      <a:cubicBezTo>
                        <a:pt x="2950" y="13178"/>
                        <a:pt x="0" y="10228"/>
                        <a:pt x="0" y="6589"/>
                      </a:cubicBezTo>
                      <a:cubicBezTo>
                        <a:pt x="0" y="2950"/>
                        <a:pt x="2950" y="0"/>
                        <a:pt x="6589" y="0"/>
                      </a:cubicBezTo>
                      <a:cubicBezTo>
                        <a:pt x="10228" y="0"/>
                        <a:pt x="13178" y="2950"/>
                        <a:pt x="13178" y="6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" name="Forme libre : forme 118">
                  <a:extLst>
                    <a:ext uri="{FF2B5EF4-FFF2-40B4-BE49-F238E27FC236}">
                      <a16:creationId xmlns:a16="http://schemas.microsoft.com/office/drawing/2014/main" id="{BC1327B0-3D97-4291-B81F-E70EEC318C8A}"/>
                    </a:ext>
                  </a:extLst>
                </p:cNvPr>
                <p:cNvSpPr/>
                <p:nvPr/>
              </p:nvSpPr>
              <p:spPr>
                <a:xfrm>
                  <a:off x="4575949" y="3837578"/>
                  <a:ext cx="8603" cy="8603"/>
                </a:xfrm>
                <a:custGeom>
                  <a:avLst/>
                  <a:gdLst>
                    <a:gd name="connsiteX0" fmla="*/ 8604 w 8603"/>
                    <a:gd name="connsiteY0" fmla="*/ 4302 h 8603"/>
                    <a:gd name="connsiteX1" fmla="*/ 4302 w 8603"/>
                    <a:gd name="connsiteY1" fmla="*/ 8604 h 8603"/>
                    <a:gd name="connsiteX2" fmla="*/ 0 w 8603"/>
                    <a:gd name="connsiteY2" fmla="*/ 4302 h 8603"/>
                    <a:gd name="connsiteX3" fmla="*/ 4302 w 8603"/>
                    <a:gd name="connsiteY3" fmla="*/ 0 h 8603"/>
                    <a:gd name="connsiteX4" fmla="*/ 8604 w 8603"/>
                    <a:gd name="connsiteY4" fmla="*/ 4302 h 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03" h="8603">
                      <a:moveTo>
                        <a:pt x="8604" y="4302"/>
                      </a:moveTo>
                      <a:cubicBezTo>
                        <a:pt x="8604" y="6678"/>
                        <a:pt x="6678" y="8604"/>
                        <a:pt x="4302" y="8604"/>
                      </a:cubicBezTo>
                      <a:cubicBezTo>
                        <a:pt x="1926" y="8604"/>
                        <a:pt x="0" y="6678"/>
                        <a:pt x="0" y="4302"/>
                      </a:cubicBezTo>
                      <a:cubicBezTo>
                        <a:pt x="0" y="1926"/>
                        <a:pt x="1926" y="0"/>
                        <a:pt x="4302" y="0"/>
                      </a:cubicBezTo>
                      <a:cubicBezTo>
                        <a:pt x="6678" y="0"/>
                        <a:pt x="8604" y="1926"/>
                        <a:pt x="8604" y="4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" name="Forme libre : forme 119">
                  <a:extLst>
                    <a:ext uri="{FF2B5EF4-FFF2-40B4-BE49-F238E27FC236}">
                      <a16:creationId xmlns:a16="http://schemas.microsoft.com/office/drawing/2014/main" id="{08E505B7-160C-4DAB-96C7-24D8C2304975}"/>
                    </a:ext>
                  </a:extLst>
                </p:cNvPr>
                <p:cNvSpPr/>
                <p:nvPr/>
              </p:nvSpPr>
              <p:spPr>
                <a:xfrm>
                  <a:off x="4613698" y="3842821"/>
                  <a:ext cx="22493" cy="28807"/>
                </a:xfrm>
                <a:custGeom>
                  <a:avLst/>
                  <a:gdLst>
                    <a:gd name="connsiteX0" fmla="*/ 15888 w 22493"/>
                    <a:gd name="connsiteY0" fmla="*/ 19697 h 28807"/>
                    <a:gd name="connsiteX1" fmla="*/ 21007 w 22493"/>
                    <a:gd name="connsiteY1" fmla="*/ 11801 h 28807"/>
                    <a:gd name="connsiteX2" fmla="*/ 21605 w 22493"/>
                    <a:gd name="connsiteY2" fmla="*/ 1890 h 28807"/>
                    <a:gd name="connsiteX3" fmla="*/ 20026 w 22493"/>
                    <a:gd name="connsiteY3" fmla="*/ 202 h 28807"/>
                    <a:gd name="connsiteX4" fmla="*/ 17848 w 22493"/>
                    <a:gd name="connsiteY4" fmla="*/ 475 h 28807"/>
                    <a:gd name="connsiteX5" fmla="*/ 17249 w 22493"/>
                    <a:gd name="connsiteY5" fmla="*/ 1509 h 28807"/>
                    <a:gd name="connsiteX6" fmla="*/ 11259 w 22493"/>
                    <a:gd name="connsiteY6" fmla="*/ 15231 h 28807"/>
                    <a:gd name="connsiteX7" fmla="*/ 1512 w 22493"/>
                    <a:gd name="connsiteY7" fmla="*/ 26394 h 28807"/>
                    <a:gd name="connsiteX8" fmla="*/ 1240 w 22493"/>
                    <a:gd name="connsiteY8" fmla="*/ 28790 h 28807"/>
                    <a:gd name="connsiteX9" fmla="*/ 6195 w 22493"/>
                    <a:gd name="connsiteY9" fmla="*/ 26449 h 28807"/>
                    <a:gd name="connsiteX10" fmla="*/ 15888 w 22493"/>
                    <a:gd name="connsiteY10" fmla="*/ 19697 h 28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493" h="28807">
                      <a:moveTo>
                        <a:pt x="15888" y="19697"/>
                      </a:moveTo>
                      <a:cubicBezTo>
                        <a:pt x="18066" y="17410"/>
                        <a:pt x="19700" y="14687"/>
                        <a:pt x="21007" y="11801"/>
                      </a:cubicBezTo>
                      <a:cubicBezTo>
                        <a:pt x="22368" y="8643"/>
                        <a:pt x="23239" y="4885"/>
                        <a:pt x="21605" y="1890"/>
                      </a:cubicBezTo>
                      <a:cubicBezTo>
                        <a:pt x="21224" y="1182"/>
                        <a:pt x="20734" y="583"/>
                        <a:pt x="20026" y="202"/>
                      </a:cubicBezTo>
                      <a:cubicBezTo>
                        <a:pt x="19319" y="-125"/>
                        <a:pt x="18393" y="-70"/>
                        <a:pt x="17848" y="475"/>
                      </a:cubicBezTo>
                      <a:cubicBezTo>
                        <a:pt x="17576" y="747"/>
                        <a:pt x="17413" y="1128"/>
                        <a:pt x="17249" y="1509"/>
                      </a:cubicBezTo>
                      <a:cubicBezTo>
                        <a:pt x="15398" y="6138"/>
                        <a:pt x="13655" y="10875"/>
                        <a:pt x="11259" y="15231"/>
                      </a:cubicBezTo>
                      <a:cubicBezTo>
                        <a:pt x="8863" y="19588"/>
                        <a:pt x="5705" y="23672"/>
                        <a:pt x="1512" y="26394"/>
                      </a:cubicBezTo>
                      <a:cubicBezTo>
                        <a:pt x="477" y="27048"/>
                        <a:pt x="-1156" y="29008"/>
                        <a:pt x="1240" y="28790"/>
                      </a:cubicBezTo>
                      <a:cubicBezTo>
                        <a:pt x="2710" y="28682"/>
                        <a:pt x="4834" y="27102"/>
                        <a:pt x="6195" y="26449"/>
                      </a:cubicBezTo>
                      <a:cubicBezTo>
                        <a:pt x="9680" y="24652"/>
                        <a:pt x="13165" y="22583"/>
                        <a:pt x="15888" y="19697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21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670609" y="3767257"/>
                <a:ext cx="97246" cy="80373"/>
                <a:chOff x="4670609" y="3767257"/>
                <a:chExt cx="97246" cy="80373"/>
              </a:xfrm>
              <a:solidFill>
                <a:schemeClr val="accent1"/>
              </a:solidFill>
            </p:grpSpPr>
            <p:sp>
              <p:nvSpPr>
                <p:cNvPr id="122" name="Forme libre : forme 121">
                  <a:extLst>
                    <a:ext uri="{FF2B5EF4-FFF2-40B4-BE49-F238E27FC236}">
                      <a16:creationId xmlns:a16="http://schemas.microsoft.com/office/drawing/2014/main" id="{6BC56A2A-648C-4183-99E4-D4805FDCD5E3}"/>
                    </a:ext>
                  </a:extLst>
                </p:cNvPr>
                <p:cNvSpPr/>
                <p:nvPr/>
              </p:nvSpPr>
              <p:spPr>
                <a:xfrm>
                  <a:off x="4670609" y="3767257"/>
                  <a:ext cx="97246" cy="80373"/>
                </a:xfrm>
                <a:custGeom>
                  <a:avLst/>
                  <a:gdLst>
                    <a:gd name="connsiteX0" fmla="*/ 1669 w 97246"/>
                    <a:gd name="connsiteY0" fmla="*/ 52787 h 80373"/>
                    <a:gd name="connsiteX1" fmla="*/ 35267 w 97246"/>
                    <a:gd name="connsiteY1" fmla="*/ 80340 h 80373"/>
                    <a:gd name="connsiteX2" fmla="*/ 96473 w 97246"/>
                    <a:gd name="connsiteY2" fmla="*/ 52569 h 80373"/>
                    <a:gd name="connsiteX3" fmla="*/ 68865 w 97246"/>
                    <a:gd name="connsiteY3" fmla="*/ 21 h 80373"/>
                    <a:gd name="connsiteX4" fmla="*/ 28024 w 97246"/>
                    <a:gd name="connsiteY4" fmla="*/ 12763 h 80373"/>
                    <a:gd name="connsiteX5" fmla="*/ 1669 w 97246"/>
                    <a:gd name="connsiteY5" fmla="*/ 52787 h 80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246" h="80373">
                      <a:moveTo>
                        <a:pt x="1669" y="52787"/>
                      </a:moveTo>
                      <a:cubicBezTo>
                        <a:pt x="6678" y="70048"/>
                        <a:pt x="10490" y="80286"/>
                        <a:pt x="35267" y="80340"/>
                      </a:cubicBezTo>
                      <a:cubicBezTo>
                        <a:pt x="59989" y="80395"/>
                        <a:pt x="92116" y="82083"/>
                        <a:pt x="96473" y="52569"/>
                      </a:cubicBezTo>
                      <a:cubicBezTo>
                        <a:pt x="100829" y="23055"/>
                        <a:pt x="86127" y="565"/>
                        <a:pt x="68865" y="21"/>
                      </a:cubicBezTo>
                      <a:cubicBezTo>
                        <a:pt x="51603" y="-524"/>
                        <a:pt x="37390" y="9768"/>
                        <a:pt x="28024" y="12763"/>
                      </a:cubicBezTo>
                      <a:cubicBezTo>
                        <a:pt x="21926" y="14669"/>
                        <a:pt x="-7207" y="22075"/>
                        <a:pt x="1669" y="52787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3" name="Forme libre : forme 122">
                  <a:extLst>
                    <a:ext uri="{FF2B5EF4-FFF2-40B4-BE49-F238E27FC236}">
                      <a16:creationId xmlns:a16="http://schemas.microsoft.com/office/drawing/2014/main" id="{22129743-F2C5-4163-9ECC-19457691B272}"/>
                    </a:ext>
                  </a:extLst>
                </p:cNvPr>
                <p:cNvSpPr/>
                <p:nvPr/>
              </p:nvSpPr>
              <p:spPr>
                <a:xfrm>
                  <a:off x="4670609" y="3767257"/>
                  <a:ext cx="80136" cy="79087"/>
                </a:xfrm>
                <a:custGeom>
                  <a:avLst/>
                  <a:gdLst>
                    <a:gd name="connsiteX0" fmla="*/ 27970 w 80136"/>
                    <a:gd name="connsiteY0" fmla="*/ 12763 h 79087"/>
                    <a:gd name="connsiteX1" fmla="*/ 1669 w 80136"/>
                    <a:gd name="connsiteY1" fmla="*/ 52787 h 79087"/>
                    <a:gd name="connsiteX2" fmla="*/ 22688 w 80136"/>
                    <a:gd name="connsiteY2" fmla="*/ 79088 h 79087"/>
                    <a:gd name="connsiteX3" fmla="*/ 3411 w 80136"/>
                    <a:gd name="connsiteY3" fmla="*/ 53440 h 79087"/>
                    <a:gd name="connsiteX4" fmla="*/ 38697 w 80136"/>
                    <a:gd name="connsiteY4" fmla="*/ 23872 h 79087"/>
                    <a:gd name="connsiteX5" fmla="*/ 77142 w 80136"/>
                    <a:gd name="connsiteY5" fmla="*/ 3397 h 79087"/>
                    <a:gd name="connsiteX6" fmla="*/ 80137 w 80136"/>
                    <a:gd name="connsiteY6" fmla="*/ 3724 h 79087"/>
                    <a:gd name="connsiteX7" fmla="*/ 68865 w 80136"/>
                    <a:gd name="connsiteY7" fmla="*/ 21 h 79087"/>
                    <a:gd name="connsiteX8" fmla="*/ 27970 w 80136"/>
                    <a:gd name="connsiteY8" fmla="*/ 12763 h 79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136" h="79087">
                      <a:moveTo>
                        <a:pt x="27970" y="12763"/>
                      </a:moveTo>
                      <a:cubicBezTo>
                        <a:pt x="21926" y="14669"/>
                        <a:pt x="-7207" y="22129"/>
                        <a:pt x="1669" y="52787"/>
                      </a:cubicBezTo>
                      <a:cubicBezTo>
                        <a:pt x="5644" y="66563"/>
                        <a:pt x="8966" y="75821"/>
                        <a:pt x="22688" y="79088"/>
                      </a:cubicBezTo>
                      <a:cubicBezTo>
                        <a:pt x="15609" y="74514"/>
                        <a:pt x="6461" y="63895"/>
                        <a:pt x="3411" y="53440"/>
                      </a:cubicBezTo>
                      <a:cubicBezTo>
                        <a:pt x="-5465" y="22728"/>
                        <a:pt x="32599" y="25778"/>
                        <a:pt x="38697" y="23872"/>
                      </a:cubicBezTo>
                      <a:cubicBezTo>
                        <a:pt x="48063" y="20877"/>
                        <a:pt x="38044" y="3397"/>
                        <a:pt x="77142" y="3397"/>
                      </a:cubicBezTo>
                      <a:cubicBezTo>
                        <a:pt x="78176" y="3397"/>
                        <a:pt x="79157" y="3560"/>
                        <a:pt x="80137" y="3724"/>
                      </a:cubicBezTo>
                      <a:cubicBezTo>
                        <a:pt x="76652" y="1491"/>
                        <a:pt x="72840" y="130"/>
                        <a:pt x="68865" y="21"/>
                      </a:cubicBezTo>
                      <a:cubicBezTo>
                        <a:pt x="51603" y="-524"/>
                        <a:pt x="37336" y="9768"/>
                        <a:pt x="27970" y="12763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" name="Forme libre : forme 123">
                  <a:extLst>
                    <a:ext uri="{FF2B5EF4-FFF2-40B4-BE49-F238E27FC236}">
                      <a16:creationId xmlns:a16="http://schemas.microsoft.com/office/drawing/2014/main" id="{A013011E-36D5-4F07-97DC-EE0018A3C643}"/>
                    </a:ext>
                  </a:extLst>
                </p:cNvPr>
                <p:cNvSpPr/>
                <p:nvPr/>
              </p:nvSpPr>
              <p:spPr>
                <a:xfrm>
                  <a:off x="4670609" y="3767257"/>
                  <a:ext cx="97246" cy="80373"/>
                </a:xfrm>
                <a:custGeom>
                  <a:avLst/>
                  <a:gdLst>
                    <a:gd name="connsiteX0" fmla="*/ 1669 w 97246"/>
                    <a:gd name="connsiteY0" fmla="*/ 52787 h 80373"/>
                    <a:gd name="connsiteX1" fmla="*/ 35267 w 97246"/>
                    <a:gd name="connsiteY1" fmla="*/ 80340 h 80373"/>
                    <a:gd name="connsiteX2" fmla="*/ 96473 w 97246"/>
                    <a:gd name="connsiteY2" fmla="*/ 52569 h 80373"/>
                    <a:gd name="connsiteX3" fmla="*/ 68865 w 97246"/>
                    <a:gd name="connsiteY3" fmla="*/ 21 h 80373"/>
                    <a:gd name="connsiteX4" fmla="*/ 28024 w 97246"/>
                    <a:gd name="connsiteY4" fmla="*/ 12763 h 80373"/>
                    <a:gd name="connsiteX5" fmla="*/ 1669 w 97246"/>
                    <a:gd name="connsiteY5" fmla="*/ 52787 h 80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246" h="80373">
                      <a:moveTo>
                        <a:pt x="1669" y="52787"/>
                      </a:moveTo>
                      <a:cubicBezTo>
                        <a:pt x="6678" y="70048"/>
                        <a:pt x="10490" y="80286"/>
                        <a:pt x="35267" y="80340"/>
                      </a:cubicBezTo>
                      <a:cubicBezTo>
                        <a:pt x="59989" y="80395"/>
                        <a:pt x="92116" y="82083"/>
                        <a:pt x="96473" y="52569"/>
                      </a:cubicBezTo>
                      <a:cubicBezTo>
                        <a:pt x="100829" y="23055"/>
                        <a:pt x="86127" y="565"/>
                        <a:pt x="68865" y="21"/>
                      </a:cubicBezTo>
                      <a:cubicBezTo>
                        <a:pt x="51603" y="-524"/>
                        <a:pt x="37390" y="9768"/>
                        <a:pt x="28024" y="12763"/>
                      </a:cubicBezTo>
                      <a:cubicBezTo>
                        <a:pt x="21926" y="14669"/>
                        <a:pt x="-7207" y="22075"/>
                        <a:pt x="1669" y="52787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" name="Forme libre : forme 124">
                  <a:extLst>
                    <a:ext uri="{FF2B5EF4-FFF2-40B4-BE49-F238E27FC236}">
                      <a16:creationId xmlns:a16="http://schemas.microsoft.com/office/drawing/2014/main" id="{236418EC-A9C3-4CC9-9EFB-D61A280ED036}"/>
                    </a:ext>
                  </a:extLst>
                </p:cNvPr>
                <p:cNvSpPr/>
                <p:nvPr/>
              </p:nvSpPr>
              <p:spPr>
                <a:xfrm>
                  <a:off x="4681083" y="3773635"/>
                  <a:ext cx="79521" cy="68699"/>
                </a:xfrm>
                <a:custGeom>
                  <a:avLst/>
                  <a:gdLst>
                    <a:gd name="connsiteX0" fmla="*/ 18095 w 79521"/>
                    <a:gd name="connsiteY0" fmla="*/ 67918 h 68699"/>
                    <a:gd name="connsiteX1" fmla="*/ 35901 w 79521"/>
                    <a:gd name="connsiteY1" fmla="*/ 68680 h 68699"/>
                    <a:gd name="connsiteX2" fmla="*/ 59534 w 79521"/>
                    <a:gd name="connsiteY2" fmla="*/ 65849 h 68699"/>
                    <a:gd name="connsiteX3" fmla="*/ 76742 w 79521"/>
                    <a:gd name="connsiteY3" fmla="*/ 50329 h 68699"/>
                    <a:gd name="connsiteX4" fmla="*/ 78593 w 79521"/>
                    <a:gd name="connsiteY4" fmla="*/ 41617 h 68699"/>
                    <a:gd name="connsiteX5" fmla="*/ 78157 w 79521"/>
                    <a:gd name="connsiteY5" fmla="*/ 19672 h 68699"/>
                    <a:gd name="connsiteX6" fmla="*/ 70098 w 79521"/>
                    <a:gd name="connsiteY6" fmla="*/ 4861 h 68699"/>
                    <a:gd name="connsiteX7" fmla="*/ 67321 w 79521"/>
                    <a:gd name="connsiteY7" fmla="*/ 1593 h 68699"/>
                    <a:gd name="connsiteX8" fmla="*/ 60188 w 79521"/>
                    <a:gd name="connsiteY8" fmla="*/ 178 h 68699"/>
                    <a:gd name="connsiteX9" fmla="*/ 53435 w 79521"/>
                    <a:gd name="connsiteY9" fmla="*/ 3336 h 68699"/>
                    <a:gd name="connsiteX10" fmla="*/ 47935 w 79521"/>
                    <a:gd name="connsiteY10" fmla="*/ 8564 h 68699"/>
                    <a:gd name="connsiteX11" fmla="*/ 44559 w 79521"/>
                    <a:gd name="connsiteY11" fmla="*/ 22558 h 68699"/>
                    <a:gd name="connsiteX12" fmla="*/ 34976 w 79521"/>
                    <a:gd name="connsiteY12" fmla="*/ 38186 h 68699"/>
                    <a:gd name="connsiteX13" fmla="*/ 26807 w 79521"/>
                    <a:gd name="connsiteY13" fmla="*/ 40147 h 68699"/>
                    <a:gd name="connsiteX14" fmla="*/ 1051 w 79521"/>
                    <a:gd name="connsiteY14" fmla="*/ 53325 h 68699"/>
                    <a:gd name="connsiteX15" fmla="*/ 18095 w 79521"/>
                    <a:gd name="connsiteY15" fmla="*/ 67918 h 6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9521" h="68699">
                      <a:moveTo>
                        <a:pt x="18095" y="67918"/>
                      </a:moveTo>
                      <a:cubicBezTo>
                        <a:pt x="24030" y="68354"/>
                        <a:pt x="29966" y="68626"/>
                        <a:pt x="35901" y="68680"/>
                      </a:cubicBezTo>
                      <a:cubicBezTo>
                        <a:pt x="43851" y="68789"/>
                        <a:pt x="52019" y="68517"/>
                        <a:pt x="59534" y="65849"/>
                      </a:cubicBezTo>
                      <a:cubicBezTo>
                        <a:pt x="67049" y="63181"/>
                        <a:pt x="73964" y="57844"/>
                        <a:pt x="76742" y="50329"/>
                      </a:cubicBezTo>
                      <a:cubicBezTo>
                        <a:pt x="77776" y="47552"/>
                        <a:pt x="78212" y="44557"/>
                        <a:pt x="78593" y="41617"/>
                      </a:cubicBezTo>
                      <a:cubicBezTo>
                        <a:pt x="79519" y="34320"/>
                        <a:pt x="80281" y="26751"/>
                        <a:pt x="78157" y="19672"/>
                      </a:cubicBezTo>
                      <a:cubicBezTo>
                        <a:pt x="76524" y="14281"/>
                        <a:pt x="73311" y="9489"/>
                        <a:pt x="70098" y="4861"/>
                      </a:cubicBezTo>
                      <a:cubicBezTo>
                        <a:pt x="69281" y="3663"/>
                        <a:pt x="68465" y="2465"/>
                        <a:pt x="67321" y="1593"/>
                      </a:cubicBezTo>
                      <a:cubicBezTo>
                        <a:pt x="65361" y="69"/>
                        <a:pt x="62638" y="-258"/>
                        <a:pt x="60188" y="178"/>
                      </a:cubicBezTo>
                      <a:cubicBezTo>
                        <a:pt x="57737" y="668"/>
                        <a:pt x="55505" y="1920"/>
                        <a:pt x="53435" y="3336"/>
                      </a:cubicBezTo>
                      <a:cubicBezTo>
                        <a:pt x="51312" y="4752"/>
                        <a:pt x="49351" y="6440"/>
                        <a:pt x="47935" y="8564"/>
                      </a:cubicBezTo>
                      <a:cubicBezTo>
                        <a:pt x="45322" y="12648"/>
                        <a:pt x="45322" y="17766"/>
                        <a:pt x="44559" y="22558"/>
                      </a:cubicBezTo>
                      <a:cubicBezTo>
                        <a:pt x="43579" y="28820"/>
                        <a:pt x="40693" y="35409"/>
                        <a:pt x="34976" y="38186"/>
                      </a:cubicBezTo>
                      <a:cubicBezTo>
                        <a:pt x="32416" y="39384"/>
                        <a:pt x="29585" y="39711"/>
                        <a:pt x="26807" y="40147"/>
                      </a:cubicBezTo>
                      <a:cubicBezTo>
                        <a:pt x="17877" y="41508"/>
                        <a:pt x="5570" y="44503"/>
                        <a:pt x="1051" y="53325"/>
                      </a:cubicBezTo>
                      <a:cubicBezTo>
                        <a:pt x="-4122" y="63290"/>
                        <a:pt x="11125" y="67374"/>
                        <a:pt x="18095" y="67918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" name="Forme libre : forme 125">
                  <a:extLst>
                    <a:ext uri="{FF2B5EF4-FFF2-40B4-BE49-F238E27FC236}">
                      <a16:creationId xmlns:a16="http://schemas.microsoft.com/office/drawing/2014/main" id="{81BEB1E5-3AC4-4518-B757-EAF5CEF5FDF2}"/>
                    </a:ext>
                  </a:extLst>
                </p:cNvPr>
                <p:cNvSpPr/>
                <p:nvPr/>
              </p:nvSpPr>
              <p:spPr>
                <a:xfrm>
                  <a:off x="4683767" y="3812965"/>
                  <a:ext cx="13177" cy="13177"/>
                </a:xfrm>
                <a:custGeom>
                  <a:avLst/>
                  <a:gdLst>
                    <a:gd name="connsiteX0" fmla="*/ 13178 w 13177"/>
                    <a:gd name="connsiteY0" fmla="*/ 6589 h 13177"/>
                    <a:gd name="connsiteX1" fmla="*/ 6589 w 13177"/>
                    <a:gd name="connsiteY1" fmla="*/ 13178 h 13177"/>
                    <a:gd name="connsiteX2" fmla="*/ 0 w 13177"/>
                    <a:gd name="connsiteY2" fmla="*/ 6589 h 13177"/>
                    <a:gd name="connsiteX3" fmla="*/ 6589 w 13177"/>
                    <a:gd name="connsiteY3" fmla="*/ 0 h 13177"/>
                    <a:gd name="connsiteX4" fmla="*/ 13178 w 13177"/>
                    <a:gd name="connsiteY4" fmla="*/ 6589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77" h="13177">
                      <a:moveTo>
                        <a:pt x="13178" y="6589"/>
                      </a:moveTo>
                      <a:cubicBezTo>
                        <a:pt x="13178" y="10228"/>
                        <a:pt x="10228" y="13178"/>
                        <a:pt x="6589" y="13178"/>
                      </a:cubicBezTo>
                      <a:cubicBezTo>
                        <a:pt x="2950" y="13178"/>
                        <a:pt x="0" y="10228"/>
                        <a:pt x="0" y="6589"/>
                      </a:cubicBezTo>
                      <a:cubicBezTo>
                        <a:pt x="0" y="2950"/>
                        <a:pt x="2950" y="0"/>
                        <a:pt x="6589" y="0"/>
                      </a:cubicBezTo>
                      <a:cubicBezTo>
                        <a:pt x="10228" y="0"/>
                        <a:pt x="13178" y="2950"/>
                        <a:pt x="13178" y="6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7" name="Forme libre : forme 126">
                  <a:extLst>
                    <a:ext uri="{FF2B5EF4-FFF2-40B4-BE49-F238E27FC236}">
                      <a16:creationId xmlns:a16="http://schemas.microsoft.com/office/drawing/2014/main" id="{A76A317A-DCB0-43A8-9926-13615C1BE1A3}"/>
                    </a:ext>
                  </a:extLst>
                </p:cNvPr>
                <p:cNvSpPr/>
                <p:nvPr/>
              </p:nvSpPr>
              <p:spPr>
                <a:xfrm>
                  <a:off x="4697108" y="3800821"/>
                  <a:ext cx="8603" cy="8603"/>
                </a:xfrm>
                <a:custGeom>
                  <a:avLst/>
                  <a:gdLst>
                    <a:gd name="connsiteX0" fmla="*/ 8604 w 8603"/>
                    <a:gd name="connsiteY0" fmla="*/ 4302 h 8603"/>
                    <a:gd name="connsiteX1" fmla="*/ 4302 w 8603"/>
                    <a:gd name="connsiteY1" fmla="*/ 8604 h 8603"/>
                    <a:gd name="connsiteX2" fmla="*/ 0 w 8603"/>
                    <a:gd name="connsiteY2" fmla="*/ 4302 h 8603"/>
                    <a:gd name="connsiteX3" fmla="*/ 4302 w 8603"/>
                    <a:gd name="connsiteY3" fmla="*/ 0 h 8603"/>
                    <a:gd name="connsiteX4" fmla="*/ 8604 w 8603"/>
                    <a:gd name="connsiteY4" fmla="*/ 4302 h 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03" h="8603">
                      <a:moveTo>
                        <a:pt x="8604" y="4302"/>
                      </a:moveTo>
                      <a:cubicBezTo>
                        <a:pt x="8604" y="6678"/>
                        <a:pt x="6678" y="8604"/>
                        <a:pt x="4302" y="8604"/>
                      </a:cubicBezTo>
                      <a:cubicBezTo>
                        <a:pt x="1926" y="8604"/>
                        <a:pt x="0" y="6678"/>
                        <a:pt x="0" y="4302"/>
                      </a:cubicBezTo>
                      <a:cubicBezTo>
                        <a:pt x="0" y="1926"/>
                        <a:pt x="1926" y="0"/>
                        <a:pt x="4302" y="0"/>
                      </a:cubicBezTo>
                      <a:cubicBezTo>
                        <a:pt x="6678" y="0"/>
                        <a:pt x="8604" y="1926"/>
                        <a:pt x="8604" y="4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" name="Forme libre : forme 127">
                  <a:extLst>
                    <a:ext uri="{FF2B5EF4-FFF2-40B4-BE49-F238E27FC236}">
                      <a16:creationId xmlns:a16="http://schemas.microsoft.com/office/drawing/2014/main" id="{574995AE-49DC-4620-9D80-97ED10F2323C}"/>
                    </a:ext>
                  </a:extLst>
                </p:cNvPr>
                <p:cNvSpPr/>
                <p:nvPr/>
              </p:nvSpPr>
              <p:spPr>
                <a:xfrm>
                  <a:off x="4730846" y="3812781"/>
                  <a:ext cx="25317" cy="26323"/>
                </a:xfrm>
                <a:custGeom>
                  <a:avLst/>
                  <a:gdLst>
                    <a:gd name="connsiteX0" fmla="*/ 16850 w 25317"/>
                    <a:gd name="connsiteY0" fmla="*/ 19134 h 26323"/>
                    <a:gd name="connsiteX1" fmla="*/ 22949 w 25317"/>
                    <a:gd name="connsiteY1" fmla="*/ 11946 h 26323"/>
                    <a:gd name="connsiteX2" fmla="*/ 24855 w 25317"/>
                    <a:gd name="connsiteY2" fmla="*/ 2199 h 26323"/>
                    <a:gd name="connsiteX3" fmla="*/ 23494 w 25317"/>
                    <a:gd name="connsiteY3" fmla="*/ 347 h 26323"/>
                    <a:gd name="connsiteX4" fmla="*/ 21315 w 25317"/>
                    <a:gd name="connsiteY4" fmla="*/ 347 h 26323"/>
                    <a:gd name="connsiteX5" fmla="*/ 20608 w 25317"/>
                    <a:gd name="connsiteY5" fmla="*/ 1328 h 26323"/>
                    <a:gd name="connsiteX6" fmla="*/ 12875 w 25317"/>
                    <a:gd name="connsiteY6" fmla="*/ 14179 h 26323"/>
                    <a:gd name="connsiteX7" fmla="*/ 1767 w 25317"/>
                    <a:gd name="connsiteY7" fmla="*/ 23980 h 26323"/>
                    <a:gd name="connsiteX8" fmla="*/ 1168 w 25317"/>
                    <a:gd name="connsiteY8" fmla="*/ 26322 h 26323"/>
                    <a:gd name="connsiteX9" fmla="*/ 6395 w 25317"/>
                    <a:gd name="connsiteY9" fmla="*/ 24634 h 26323"/>
                    <a:gd name="connsiteX10" fmla="*/ 16850 w 25317"/>
                    <a:gd name="connsiteY10" fmla="*/ 19134 h 26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317" h="26323">
                      <a:moveTo>
                        <a:pt x="16850" y="19134"/>
                      </a:moveTo>
                      <a:cubicBezTo>
                        <a:pt x="19301" y="17174"/>
                        <a:pt x="21315" y="14669"/>
                        <a:pt x="22949" y="11946"/>
                      </a:cubicBezTo>
                      <a:cubicBezTo>
                        <a:pt x="24746" y="9006"/>
                        <a:pt x="26053" y="5412"/>
                        <a:pt x="24855" y="2199"/>
                      </a:cubicBezTo>
                      <a:cubicBezTo>
                        <a:pt x="24583" y="1491"/>
                        <a:pt x="24147" y="783"/>
                        <a:pt x="23494" y="347"/>
                      </a:cubicBezTo>
                      <a:cubicBezTo>
                        <a:pt x="22840" y="-88"/>
                        <a:pt x="21914" y="-143"/>
                        <a:pt x="21315" y="347"/>
                      </a:cubicBezTo>
                      <a:cubicBezTo>
                        <a:pt x="20989" y="620"/>
                        <a:pt x="20771" y="946"/>
                        <a:pt x="20608" y="1328"/>
                      </a:cubicBezTo>
                      <a:cubicBezTo>
                        <a:pt x="18157" y="5684"/>
                        <a:pt x="15870" y="10149"/>
                        <a:pt x="12875" y="14179"/>
                      </a:cubicBezTo>
                      <a:cubicBezTo>
                        <a:pt x="9935" y="18208"/>
                        <a:pt x="6286" y="21857"/>
                        <a:pt x="1767" y="23980"/>
                      </a:cubicBezTo>
                      <a:cubicBezTo>
                        <a:pt x="623" y="24525"/>
                        <a:pt x="-1228" y="26213"/>
                        <a:pt x="1168" y="26322"/>
                      </a:cubicBezTo>
                      <a:cubicBezTo>
                        <a:pt x="2638" y="26376"/>
                        <a:pt x="4979" y="25124"/>
                        <a:pt x="6395" y="24634"/>
                      </a:cubicBezTo>
                      <a:cubicBezTo>
                        <a:pt x="10044" y="23272"/>
                        <a:pt x="13746" y="21639"/>
                        <a:pt x="16850" y="19134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29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104177" y="3900084"/>
                <a:ext cx="97267" cy="78585"/>
                <a:chOff x="4104177" y="3900084"/>
                <a:chExt cx="97267" cy="78585"/>
              </a:xfrm>
              <a:solidFill>
                <a:schemeClr val="accent1"/>
              </a:solidFill>
            </p:grpSpPr>
            <p:sp>
              <p:nvSpPr>
                <p:cNvPr id="130" name="Forme libre : forme 129">
                  <a:extLst>
                    <a:ext uri="{FF2B5EF4-FFF2-40B4-BE49-F238E27FC236}">
                      <a16:creationId xmlns:a16="http://schemas.microsoft.com/office/drawing/2014/main" id="{5F1F043F-243B-4896-93EA-C4DCEFE18AE2}"/>
                    </a:ext>
                  </a:extLst>
                </p:cNvPr>
                <p:cNvSpPr/>
                <p:nvPr/>
              </p:nvSpPr>
              <p:spPr>
                <a:xfrm>
                  <a:off x="4104231" y="3900084"/>
                  <a:ext cx="97213" cy="78585"/>
                </a:xfrm>
                <a:custGeom>
                  <a:avLst/>
                  <a:gdLst>
                    <a:gd name="connsiteX0" fmla="*/ 475 w 97213"/>
                    <a:gd name="connsiteY0" fmla="*/ 43679 h 78585"/>
                    <a:gd name="connsiteX1" fmla="*/ 29989 w 97213"/>
                    <a:gd name="connsiteY1" fmla="*/ 75589 h 78585"/>
                    <a:gd name="connsiteX2" fmla="*/ 94407 w 97213"/>
                    <a:gd name="connsiteY2" fmla="*/ 56421 h 78585"/>
                    <a:gd name="connsiteX3" fmla="*/ 74260 w 97213"/>
                    <a:gd name="connsiteY3" fmla="*/ 606 h 78585"/>
                    <a:gd name="connsiteX4" fmla="*/ 32058 w 97213"/>
                    <a:gd name="connsiteY4" fmla="*/ 7630 h 78585"/>
                    <a:gd name="connsiteX5" fmla="*/ 475 w 97213"/>
                    <a:gd name="connsiteY5" fmla="*/ 43679 h 78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213" h="78585">
                      <a:moveTo>
                        <a:pt x="475" y="43679"/>
                      </a:moveTo>
                      <a:cubicBezTo>
                        <a:pt x="3034" y="61431"/>
                        <a:pt x="5484" y="72104"/>
                        <a:pt x="29989" y="75589"/>
                      </a:cubicBezTo>
                      <a:cubicBezTo>
                        <a:pt x="54493" y="79019"/>
                        <a:pt x="86076" y="85064"/>
                        <a:pt x="94407" y="56421"/>
                      </a:cubicBezTo>
                      <a:cubicBezTo>
                        <a:pt x="102793" y="27778"/>
                        <a:pt x="91303" y="3492"/>
                        <a:pt x="74260" y="606"/>
                      </a:cubicBezTo>
                      <a:cubicBezTo>
                        <a:pt x="57216" y="-2280"/>
                        <a:pt x="41751" y="5997"/>
                        <a:pt x="32058" y="7630"/>
                      </a:cubicBezTo>
                      <a:cubicBezTo>
                        <a:pt x="25741" y="8719"/>
                        <a:pt x="-4100" y="12041"/>
                        <a:pt x="475" y="43679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" name="Forme libre : forme 130">
                  <a:extLst>
                    <a:ext uri="{FF2B5EF4-FFF2-40B4-BE49-F238E27FC236}">
                      <a16:creationId xmlns:a16="http://schemas.microsoft.com/office/drawing/2014/main" id="{568AE9B0-8B53-44AD-B3C4-AED7B75F10BA}"/>
                    </a:ext>
                  </a:extLst>
                </p:cNvPr>
                <p:cNvSpPr/>
                <p:nvPr/>
              </p:nvSpPr>
              <p:spPr>
                <a:xfrm>
                  <a:off x="4104177" y="3900115"/>
                  <a:ext cx="84877" cy="72562"/>
                </a:xfrm>
                <a:custGeom>
                  <a:avLst/>
                  <a:gdLst>
                    <a:gd name="connsiteX0" fmla="*/ 32057 w 84877"/>
                    <a:gd name="connsiteY0" fmla="*/ 7600 h 72562"/>
                    <a:gd name="connsiteX1" fmla="*/ 474 w 84877"/>
                    <a:gd name="connsiteY1" fmla="*/ 43648 h 72562"/>
                    <a:gd name="connsiteX2" fmla="*/ 17681 w 84877"/>
                    <a:gd name="connsiteY2" fmla="*/ 72563 h 72562"/>
                    <a:gd name="connsiteX3" fmla="*/ 2107 w 84877"/>
                    <a:gd name="connsiteY3" fmla="*/ 44519 h 72562"/>
                    <a:gd name="connsiteX4" fmla="*/ 41096 w 84877"/>
                    <a:gd name="connsiteY4" fmla="*/ 20070 h 72562"/>
                    <a:gd name="connsiteX5" fmla="*/ 81937 w 84877"/>
                    <a:gd name="connsiteY5" fmla="*/ 5040 h 72562"/>
                    <a:gd name="connsiteX6" fmla="*/ 84877 w 84877"/>
                    <a:gd name="connsiteY6" fmla="*/ 5803 h 72562"/>
                    <a:gd name="connsiteX7" fmla="*/ 74259 w 84877"/>
                    <a:gd name="connsiteY7" fmla="*/ 629 h 72562"/>
                    <a:gd name="connsiteX8" fmla="*/ 32057 w 84877"/>
                    <a:gd name="connsiteY8" fmla="*/ 7600 h 72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4877" h="72562">
                      <a:moveTo>
                        <a:pt x="32057" y="7600"/>
                      </a:moveTo>
                      <a:cubicBezTo>
                        <a:pt x="25795" y="8689"/>
                        <a:pt x="-4100" y="12010"/>
                        <a:pt x="474" y="43648"/>
                      </a:cubicBezTo>
                      <a:cubicBezTo>
                        <a:pt x="2543" y="57806"/>
                        <a:pt x="4503" y="67499"/>
                        <a:pt x="17681" y="72563"/>
                      </a:cubicBezTo>
                      <a:cubicBezTo>
                        <a:pt x="11256" y="67009"/>
                        <a:pt x="3687" y="55301"/>
                        <a:pt x="2107" y="44519"/>
                      </a:cubicBezTo>
                      <a:cubicBezTo>
                        <a:pt x="-2467" y="12882"/>
                        <a:pt x="34834" y="21104"/>
                        <a:pt x="41096" y="20070"/>
                      </a:cubicBezTo>
                      <a:cubicBezTo>
                        <a:pt x="50789" y="18436"/>
                        <a:pt x="43274" y="-296"/>
                        <a:pt x="81937" y="5040"/>
                      </a:cubicBezTo>
                      <a:cubicBezTo>
                        <a:pt x="82917" y="5204"/>
                        <a:pt x="83897" y="5476"/>
                        <a:pt x="84877" y="5803"/>
                      </a:cubicBezTo>
                      <a:cubicBezTo>
                        <a:pt x="81719" y="3080"/>
                        <a:pt x="78125" y="1283"/>
                        <a:pt x="74259" y="629"/>
                      </a:cubicBezTo>
                      <a:cubicBezTo>
                        <a:pt x="57269" y="-2311"/>
                        <a:pt x="41750" y="5912"/>
                        <a:pt x="32057" y="7600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" name="Forme libre : forme 131">
                  <a:extLst>
                    <a:ext uri="{FF2B5EF4-FFF2-40B4-BE49-F238E27FC236}">
                      <a16:creationId xmlns:a16="http://schemas.microsoft.com/office/drawing/2014/main" id="{5C42A300-4135-4E48-88C8-90E2AF10B5BB}"/>
                    </a:ext>
                  </a:extLst>
                </p:cNvPr>
                <p:cNvSpPr/>
                <p:nvPr/>
              </p:nvSpPr>
              <p:spPr>
                <a:xfrm>
                  <a:off x="4104231" y="3900084"/>
                  <a:ext cx="97213" cy="78585"/>
                </a:xfrm>
                <a:custGeom>
                  <a:avLst/>
                  <a:gdLst>
                    <a:gd name="connsiteX0" fmla="*/ 475 w 97213"/>
                    <a:gd name="connsiteY0" fmla="*/ 43679 h 78585"/>
                    <a:gd name="connsiteX1" fmla="*/ 29989 w 97213"/>
                    <a:gd name="connsiteY1" fmla="*/ 75589 h 78585"/>
                    <a:gd name="connsiteX2" fmla="*/ 94407 w 97213"/>
                    <a:gd name="connsiteY2" fmla="*/ 56421 h 78585"/>
                    <a:gd name="connsiteX3" fmla="*/ 74260 w 97213"/>
                    <a:gd name="connsiteY3" fmla="*/ 606 h 78585"/>
                    <a:gd name="connsiteX4" fmla="*/ 32058 w 97213"/>
                    <a:gd name="connsiteY4" fmla="*/ 7630 h 78585"/>
                    <a:gd name="connsiteX5" fmla="*/ 475 w 97213"/>
                    <a:gd name="connsiteY5" fmla="*/ 43679 h 78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213" h="78585">
                      <a:moveTo>
                        <a:pt x="475" y="43679"/>
                      </a:moveTo>
                      <a:cubicBezTo>
                        <a:pt x="3034" y="61431"/>
                        <a:pt x="5484" y="72104"/>
                        <a:pt x="29989" y="75589"/>
                      </a:cubicBezTo>
                      <a:cubicBezTo>
                        <a:pt x="54493" y="79019"/>
                        <a:pt x="86076" y="85064"/>
                        <a:pt x="94407" y="56421"/>
                      </a:cubicBezTo>
                      <a:cubicBezTo>
                        <a:pt x="102793" y="27778"/>
                        <a:pt x="91303" y="3492"/>
                        <a:pt x="74260" y="606"/>
                      </a:cubicBezTo>
                      <a:cubicBezTo>
                        <a:pt x="57216" y="-2280"/>
                        <a:pt x="41751" y="5997"/>
                        <a:pt x="32058" y="7630"/>
                      </a:cubicBezTo>
                      <a:cubicBezTo>
                        <a:pt x="25741" y="8719"/>
                        <a:pt x="-4100" y="12041"/>
                        <a:pt x="475" y="43679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" name="Forme libre : forme 132">
                  <a:extLst>
                    <a:ext uri="{FF2B5EF4-FFF2-40B4-BE49-F238E27FC236}">
                      <a16:creationId xmlns:a16="http://schemas.microsoft.com/office/drawing/2014/main" id="{B00DA54A-E81A-46CF-8BB2-6501784754B4}"/>
                    </a:ext>
                  </a:extLst>
                </p:cNvPr>
                <p:cNvSpPr/>
                <p:nvPr/>
              </p:nvSpPr>
              <p:spPr>
                <a:xfrm>
                  <a:off x="4111902" y="3907419"/>
                  <a:ext cx="82907" cy="65860"/>
                </a:xfrm>
                <a:custGeom>
                  <a:avLst/>
                  <a:gdLst>
                    <a:gd name="connsiteX0" fmla="*/ 16491 w 82907"/>
                    <a:gd name="connsiteY0" fmla="*/ 61338 h 65860"/>
                    <a:gd name="connsiteX1" fmla="*/ 34025 w 82907"/>
                    <a:gd name="connsiteY1" fmla="*/ 64551 h 65860"/>
                    <a:gd name="connsiteX2" fmla="*/ 57821 w 82907"/>
                    <a:gd name="connsiteY2" fmla="*/ 64986 h 65860"/>
                    <a:gd name="connsiteX3" fmla="*/ 76989 w 82907"/>
                    <a:gd name="connsiteY3" fmla="*/ 51972 h 65860"/>
                    <a:gd name="connsiteX4" fmla="*/ 79984 w 82907"/>
                    <a:gd name="connsiteY4" fmla="*/ 43586 h 65860"/>
                    <a:gd name="connsiteX5" fmla="*/ 82543 w 82907"/>
                    <a:gd name="connsiteY5" fmla="*/ 21804 h 65860"/>
                    <a:gd name="connsiteX6" fmla="*/ 76608 w 82907"/>
                    <a:gd name="connsiteY6" fmla="*/ 6013 h 65860"/>
                    <a:gd name="connsiteX7" fmla="*/ 74321 w 82907"/>
                    <a:gd name="connsiteY7" fmla="*/ 2364 h 65860"/>
                    <a:gd name="connsiteX8" fmla="*/ 67460 w 82907"/>
                    <a:gd name="connsiteY8" fmla="*/ 23 h 65860"/>
                    <a:gd name="connsiteX9" fmla="*/ 60381 w 82907"/>
                    <a:gd name="connsiteY9" fmla="*/ 2201 h 65860"/>
                    <a:gd name="connsiteX10" fmla="*/ 54227 w 82907"/>
                    <a:gd name="connsiteY10" fmla="*/ 6612 h 65860"/>
                    <a:gd name="connsiteX11" fmla="*/ 49000 w 82907"/>
                    <a:gd name="connsiteY11" fmla="*/ 20007 h 65860"/>
                    <a:gd name="connsiteX12" fmla="*/ 37347 w 82907"/>
                    <a:gd name="connsiteY12" fmla="*/ 34165 h 65860"/>
                    <a:gd name="connsiteX13" fmla="*/ 28961 w 82907"/>
                    <a:gd name="connsiteY13" fmla="*/ 34982 h 65860"/>
                    <a:gd name="connsiteX14" fmla="*/ 1625 w 82907"/>
                    <a:gd name="connsiteY14" fmla="*/ 44511 h 65860"/>
                    <a:gd name="connsiteX15" fmla="*/ 16491 w 82907"/>
                    <a:gd name="connsiteY15" fmla="*/ 61338 h 65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2907" h="65860">
                      <a:moveTo>
                        <a:pt x="16491" y="61338"/>
                      </a:moveTo>
                      <a:cubicBezTo>
                        <a:pt x="22318" y="62590"/>
                        <a:pt x="28144" y="63679"/>
                        <a:pt x="34025" y="64551"/>
                      </a:cubicBezTo>
                      <a:cubicBezTo>
                        <a:pt x="41921" y="65748"/>
                        <a:pt x="49980" y="66565"/>
                        <a:pt x="57821" y="64986"/>
                      </a:cubicBezTo>
                      <a:cubicBezTo>
                        <a:pt x="65608" y="63407"/>
                        <a:pt x="73232" y="58996"/>
                        <a:pt x="76989" y="51972"/>
                      </a:cubicBezTo>
                      <a:cubicBezTo>
                        <a:pt x="78405" y="49358"/>
                        <a:pt x="79222" y="46472"/>
                        <a:pt x="79984" y="43586"/>
                      </a:cubicBezTo>
                      <a:cubicBezTo>
                        <a:pt x="81944" y="36507"/>
                        <a:pt x="83687" y="29101"/>
                        <a:pt x="82543" y="21804"/>
                      </a:cubicBezTo>
                      <a:cubicBezTo>
                        <a:pt x="81672" y="16250"/>
                        <a:pt x="79113" y="11077"/>
                        <a:pt x="76608" y="6013"/>
                      </a:cubicBezTo>
                      <a:cubicBezTo>
                        <a:pt x="75955" y="4706"/>
                        <a:pt x="75301" y="3399"/>
                        <a:pt x="74321" y="2364"/>
                      </a:cubicBezTo>
                      <a:cubicBezTo>
                        <a:pt x="72578" y="567"/>
                        <a:pt x="69965" y="-141"/>
                        <a:pt x="67460" y="23"/>
                      </a:cubicBezTo>
                      <a:cubicBezTo>
                        <a:pt x="64955" y="186"/>
                        <a:pt x="62613" y="1112"/>
                        <a:pt x="60381" y="2201"/>
                      </a:cubicBezTo>
                      <a:cubicBezTo>
                        <a:pt x="58094" y="3344"/>
                        <a:pt x="55915" y="4706"/>
                        <a:pt x="54227" y="6612"/>
                      </a:cubicBezTo>
                      <a:cubicBezTo>
                        <a:pt x="51069" y="10260"/>
                        <a:pt x="50361" y="15379"/>
                        <a:pt x="49000" y="20007"/>
                      </a:cubicBezTo>
                      <a:cubicBezTo>
                        <a:pt x="47203" y="26106"/>
                        <a:pt x="43446" y="32259"/>
                        <a:pt x="37347" y="34165"/>
                      </a:cubicBezTo>
                      <a:cubicBezTo>
                        <a:pt x="34678" y="35037"/>
                        <a:pt x="31792" y="34982"/>
                        <a:pt x="28961" y="34982"/>
                      </a:cubicBezTo>
                      <a:cubicBezTo>
                        <a:pt x="19922" y="35091"/>
                        <a:pt x="7343" y="36398"/>
                        <a:pt x="1625" y="44511"/>
                      </a:cubicBezTo>
                      <a:cubicBezTo>
                        <a:pt x="-4855" y="53714"/>
                        <a:pt x="9684" y="59867"/>
                        <a:pt x="16491" y="61338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" name="Forme libre : forme 133">
                  <a:extLst>
                    <a:ext uri="{FF2B5EF4-FFF2-40B4-BE49-F238E27FC236}">
                      <a16:creationId xmlns:a16="http://schemas.microsoft.com/office/drawing/2014/main" id="{B79B6311-7773-4D1E-9E75-F10907D4D58F}"/>
                    </a:ext>
                  </a:extLst>
                </p:cNvPr>
                <p:cNvSpPr/>
                <p:nvPr/>
              </p:nvSpPr>
              <p:spPr>
                <a:xfrm>
                  <a:off x="4116141" y="3939134"/>
                  <a:ext cx="13177" cy="13177"/>
                </a:xfrm>
                <a:custGeom>
                  <a:avLst/>
                  <a:gdLst>
                    <a:gd name="connsiteX0" fmla="*/ 13178 w 13177"/>
                    <a:gd name="connsiteY0" fmla="*/ 6589 h 13177"/>
                    <a:gd name="connsiteX1" fmla="*/ 6589 w 13177"/>
                    <a:gd name="connsiteY1" fmla="*/ 13178 h 13177"/>
                    <a:gd name="connsiteX2" fmla="*/ 0 w 13177"/>
                    <a:gd name="connsiteY2" fmla="*/ 6589 h 13177"/>
                    <a:gd name="connsiteX3" fmla="*/ 6589 w 13177"/>
                    <a:gd name="connsiteY3" fmla="*/ 0 h 13177"/>
                    <a:gd name="connsiteX4" fmla="*/ 13178 w 13177"/>
                    <a:gd name="connsiteY4" fmla="*/ 6589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77" h="13177">
                      <a:moveTo>
                        <a:pt x="13178" y="6589"/>
                      </a:moveTo>
                      <a:cubicBezTo>
                        <a:pt x="13178" y="10228"/>
                        <a:pt x="10228" y="13178"/>
                        <a:pt x="6589" y="13178"/>
                      </a:cubicBezTo>
                      <a:cubicBezTo>
                        <a:pt x="2950" y="13178"/>
                        <a:pt x="0" y="10228"/>
                        <a:pt x="0" y="6589"/>
                      </a:cubicBezTo>
                      <a:cubicBezTo>
                        <a:pt x="0" y="2950"/>
                        <a:pt x="2950" y="0"/>
                        <a:pt x="6589" y="0"/>
                      </a:cubicBezTo>
                      <a:cubicBezTo>
                        <a:pt x="10228" y="0"/>
                        <a:pt x="13178" y="2950"/>
                        <a:pt x="13178" y="6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" name="Forme libre : forme 134">
                  <a:extLst>
                    <a:ext uri="{FF2B5EF4-FFF2-40B4-BE49-F238E27FC236}">
                      <a16:creationId xmlns:a16="http://schemas.microsoft.com/office/drawing/2014/main" id="{75830424-7CAC-47C2-820F-3982CEE3BA52}"/>
                    </a:ext>
                  </a:extLst>
                </p:cNvPr>
                <p:cNvSpPr/>
                <p:nvPr/>
              </p:nvSpPr>
              <p:spPr>
                <a:xfrm>
                  <a:off x="4131279" y="3928679"/>
                  <a:ext cx="8603" cy="8603"/>
                </a:xfrm>
                <a:custGeom>
                  <a:avLst/>
                  <a:gdLst>
                    <a:gd name="connsiteX0" fmla="*/ 8604 w 8603"/>
                    <a:gd name="connsiteY0" fmla="*/ 4302 h 8603"/>
                    <a:gd name="connsiteX1" fmla="*/ 4302 w 8603"/>
                    <a:gd name="connsiteY1" fmla="*/ 8604 h 8603"/>
                    <a:gd name="connsiteX2" fmla="*/ 0 w 8603"/>
                    <a:gd name="connsiteY2" fmla="*/ 4302 h 8603"/>
                    <a:gd name="connsiteX3" fmla="*/ 4302 w 8603"/>
                    <a:gd name="connsiteY3" fmla="*/ 0 h 8603"/>
                    <a:gd name="connsiteX4" fmla="*/ 8604 w 8603"/>
                    <a:gd name="connsiteY4" fmla="*/ 4302 h 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03" h="8603">
                      <a:moveTo>
                        <a:pt x="8604" y="4302"/>
                      </a:moveTo>
                      <a:cubicBezTo>
                        <a:pt x="8604" y="6678"/>
                        <a:pt x="6678" y="8604"/>
                        <a:pt x="4302" y="8604"/>
                      </a:cubicBezTo>
                      <a:cubicBezTo>
                        <a:pt x="1926" y="8604"/>
                        <a:pt x="0" y="6678"/>
                        <a:pt x="0" y="4302"/>
                      </a:cubicBezTo>
                      <a:cubicBezTo>
                        <a:pt x="0" y="1926"/>
                        <a:pt x="1926" y="0"/>
                        <a:pt x="4302" y="0"/>
                      </a:cubicBezTo>
                      <a:cubicBezTo>
                        <a:pt x="6678" y="0"/>
                        <a:pt x="8604" y="1926"/>
                        <a:pt x="8604" y="4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" name="Forme libre : forme 135">
                  <a:extLst>
                    <a:ext uri="{FF2B5EF4-FFF2-40B4-BE49-F238E27FC236}">
                      <a16:creationId xmlns:a16="http://schemas.microsoft.com/office/drawing/2014/main" id="{84BA18BD-F902-479A-B6C5-112783B5BEBA}"/>
                    </a:ext>
                  </a:extLst>
                </p:cNvPr>
                <p:cNvSpPr/>
                <p:nvPr/>
              </p:nvSpPr>
              <p:spPr>
                <a:xfrm>
                  <a:off x="4160162" y="3947667"/>
                  <a:ext cx="28036" cy="23261"/>
                </a:xfrm>
                <a:custGeom>
                  <a:avLst/>
                  <a:gdLst>
                    <a:gd name="connsiteX0" fmla="*/ 17621 w 28036"/>
                    <a:gd name="connsiteY0" fmla="*/ 18204 h 23261"/>
                    <a:gd name="connsiteX1" fmla="*/ 24645 w 28036"/>
                    <a:gd name="connsiteY1" fmla="*/ 11942 h 23261"/>
                    <a:gd name="connsiteX2" fmla="*/ 27858 w 28036"/>
                    <a:gd name="connsiteY2" fmla="*/ 2522 h 23261"/>
                    <a:gd name="connsiteX3" fmla="*/ 26769 w 28036"/>
                    <a:gd name="connsiteY3" fmla="*/ 507 h 23261"/>
                    <a:gd name="connsiteX4" fmla="*/ 24591 w 28036"/>
                    <a:gd name="connsiteY4" fmla="*/ 234 h 23261"/>
                    <a:gd name="connsiteX5" fmla="*/ 23774 w 28036"/>
                    <a:gd name="connsiteY5" fmla="*/ 1106 h 23261"/>
                    <a:gd name="connsiteX6" fmla="*/ 14354 w 28036"/>
                    <a:gd name="connsiteY6" fmla="*/ 12759 h 23261"/>
                    <a:gd name="connsiteX7" fmla="*/ 1993 w 28036"/>
                    <a:gd name="connsiteY7" fmla="*/ 20981 h 23261"/>
                    <a:gd name="connsiteX8" fmla="*/ 1067 w 28036"/>
                    <a:gd name="connsiteY8" fmla="*/ 23214 h 23261"/>
                    <a:gd name="connsiteX9" fmla="*/ 6458 w 28036"/>
                    <a:gd name="connsiteY9" fmla="*/ 22234 h 23261"/>
                    <a:gd name="connsiteX10" fmla="*/ 17621 w 28036"/>
                    <a:gd name="connsiteY10" fmla="*/ 18204 h 23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036" h="23261">
                      <a:moveTo>
                        <a:pt x="17621" y="18204"/>
                      </a:moveTo>
                      <a:cubicBezTo>
                        <a:pt x="20289" y="16571"/>
                        <a:pt x="22631" y="14393"/>
                        <a:pt x="24645" y="11942"/>
                      </a:cubicBezTo>
                      <a:cubicBezTo>
                        <a:pt x="26824" y="9274"/>
                        <a:pt x="28621" y="5898"/>
                        <a:pt x="27858" y="2522"/>
                      </a:cubicBezTo>
                      <a:cubicBezTo>
                        <a:pt x="27695" y="1759"/>
                        <a:pt x="27368" y="997"/>
                        <a:pt x="26769" y="507"/>
                      </a:cubicBezTo>
                      <a:cubicBezTo>
                        <a:pt x="26170" y="17"/>
                        <a:pt x="25244" y="-201"/>
                        <a:pt x="24591" y="234"/>
                      </a:cubicBezTo>
                      <a:cubicBezTo>
                        <a:pt x="24264" y="452"/>
                        <a:pt x="23992" y="779"/>
                        <a:pt x="23774" y="1106"/>
                      </a:cubicBezTo>
                      <a:cubicBezTo>
                        <a:pt x="20779" y="5081"/>
                        <a:pt x="17839" y="9165"/>
                        <a:pt x="14354" y="12759"/>
                      </a:cubicBezTo>
                      <a:cubicBezTo>
                        <a:pt x="10869" y="16353"/>
                        <a:pt x="6730" y="19457"/>
                        <a:pt x="1993" y="20981"/>
                      </a:cubicBezTo>
                      <a:cubicBezTo>
                        <a:pt x="795" y="21363"/>
                        <a:pt x="-1275" y="22778"/>
                        <a:pt x="1067" y="23214"/>
                      </a:cubicBezTo>
                      <a:cubicBezTo>
                        <a:pt x="2537" y="23486"/>
                        <a:pt x="4988" y="22506"/>
                        <a:pt x="6458" y="22234"/>
                      </a:cubicBezTo>
                      <a:cubicBezTo>
                        <a:pt x="10324" y="21363"/>
                        <a:pt x="14190" y="20273"/>
                        <a:pt x="17621" y="18204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37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3987646" y="3897960"/>
                <a:ext cx="97267" cy="78584"/>
                <a:chOff x="3987646" y="3897960"/>
                <a:chExt cx="97267" cy="78584"/>
              </a:xfrm>
              <a:solidFill>
                <a:schemeClr val="accent1"/>
              </a:solidFill>
            </p:grpSpPr>
            <p:sp>
              <p:nvSpPr>
                <p:cNvPr id="138" name="Forme libre : forme 137">
                  <a:extLst>
                    <a:ext uri="{FF2B5EF4-FFF2-40B4-BE49-F238E27FC236}">
                      <a16:creationId xmlns:a16="http://schemas.microsoft.com/office/drawing/2014/main" id="{54B814B8-48C6-4697-95D2-5C6BD82BE926}"/>
                    </a:ext>
                  </a:extLst>
                </p:cNvPr>
                <p:cNvSpPr/>
                <p:nvPr/>
              </p:nvSpPr>
              <p:spPr>
                <a:xfrm>
                  <a:off x="3987690" y="3897960"/>
                  <a:ext cx="97223" cy="78584"/>
                </a:xfrm>
                <a:custGeom>
                  <a:avLst/>
                  <a:gdLst>
                    <a:gd name="connsiteX0" fmla="*/ 485 w 97223"/>
                    <a:gd name="connsiteY0" fmla="*/ 43679 h 78584"/>
                    <a:gd name="connsiteX1" fmla="*/ 29999 w 97223"/>
                    <a:gd name="connsiteY1" fmla="*/ 75588 h 78584"/>
                    <a:gd name="connsiteX2" fmla="*/ 94417 w 97223"/>
                    <a:gd name="connsiteY2" fmla="*/ 56421 h 78584"/>
                    <a:gd name="connsiteX3" fmla="*/ 74269 w 97223"/>
                    <a:gd name="connsiteY3" fmla="*/ 606 h 78584"/>
                    <a:gd name="connsiteX4" fmla="*/ 32068 w 97223"/>
                    <a:gd name="connsiteY4" fmla="*/ 7630 h 78584"/>
                    <a:gd name="connsiteX5" fmla="*/ 485 w 97223"/>
                    <a:gd name="connsiteY5" fmla="*/ 43679 h 78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223" h="78584">
                      <a:moveTo>
                        <a:pt x="485" y="43679"/>
                      </a:moveTo>
                      <a:cubicBezTo>
                        <a:pt x="3044" y="61430"/>
                        <a:pt x="5494" y="72104"/>
                        <a:pt x="29999" y="75588"/>
                      </a:cubicBezTo>
                      <a:cubicBezTo>
                        <a:pt x="54503" y="79019"/>
                        <a:pt x="86086" y="85064"/>
                        <a:pt x="94417" y="56421"/>
                      </a:cubicBezTo>
                      <a:cubicBezTo>
                        <a:pt x="102803" y="27778"/>
                        <a:pt x="91313" y="3492"/>
                        <a:pt x="74269" y="606"/>
                      </a:cubicBezTo>
                      <a:cubicBezTo>
                        <a:pt x="57226" y="-2280"/>
                        <a:pt x="41761" y="5997"/>
                        <a:pt x="32068" y="7630"/>
                      </a:cubicBezTo>
                      <a:cubicBezTo>
                        <a:pt x="25751" y="8719"/>
                        <a:pt x="-4144" y="12095"/>
                        <a:pt x="485" y="43679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" name="Forme libre : forme 138">
                  <a:extLst>
                    <a:ext uri="{FF2B5EF4-FFF2-40B4-BE49-F238E27FC236}">
                      <a16:creationId xmlns:a16="http://schemas.microsoft.com/office/drawing/2014/main" id="{D53D56C2-418D-4FA9-8430-99F0559C336D}"/>
                    </a:ext>
                  </a:extLst>
                </p:cNvPr>
                <p:cNvSpPr/>
                <p:nvPr/>
              </p:nvSpPr>
              <p:spPr>
                <a:xfrm>
                  <a:off x="3987646" y="3897994"/>
                  <a:ext cx="84877" cy="72559"/>
                </a:xfrm>
                <a:custGeom>
                  <a:avLst/>
                  <a:gdLst>
                    <a:gd name="connsiteX0" fmla="*/ 32057 w 84877"/>
                    <a:gd name="connsiteY0" fmla="*/ 7596 h 72559"/>
                    <a:gd name="connsiteX1" fmla="*/ 474 w 84877"/>
                    <a:gd name="connsiteY1" fmla="*/ 43645 h 72559"/>
                    <a:gd name="connsiteX2" fmla="*/ 17681 w 84877"/>
                    <a:gd name="connsiteY2" fmla="*/ 72560 h 72559"/>
                    <a:gd name="connsiteX3" fmla="*/ 2108 w 84877"/>
                    <a:gd name="connsiteY3" fmla="*/ 44516 h 72559"/>
                    <a:gd name="connsiteX4" fmla="*/ 41096 w 84877"/>
                    <a:gd name="connsiteY4" fmla="*/ 20066 h 72559"/>
                    <a:gd name="connsiteX5" fmla="*/ 81937 w 84877"/>
                    <a:gd name="connsiteY5" fmla="*/ 5037 h 72559"/>
                    <a:gd name="connsiteX6" fmla="*/ 84877 w 84877"/>
                    <a:gd name="connsiteY6" fmla="*/ 5799 h 72559"/>
                    <a:gd name="connsiteX7" fmla="*/ 74259 w 84877"/>
                    <a:gd name="connsiteY7" fmla="*/ 626 h 72559"/>
                    <a:gd name="connsiteX8" fmla="*/ 32057 w 84877"/>
                    <a:gd name="connsiteY8" fmla="*/ 7596 h 72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4877" h="72559">
                      <a:moveTo>
                        <a:pt x="32057" y="7596"/>
                      </a:moveTo>
                      <a:cubicBezTo>
                        <a:pt x="25795" y="8685"/>
                        <a:pt x="-4100" y="12007"/>
                        <a:pt x="474" y="43645"/>
                      </a:cubicBezTo>
                      <a:cubicBezTo>
                        <a:pt x="2543" y="57803"/>
                        <a:pt x="4504" y="67496"/>
                        <a:pt x="17681" y="72560"/>
                      </a:cubicBezTo>
                      <a:cubicBezTo>
                        <a:pt x="11256" y="67005"/>
                        <a:pt x="3687" y="55298"/>
                        <a:pt x="2108" y="44516"/>
                      </a:cubicBezTo>
                      <a:cubicBezTo>
                        <a:pt x="-2467" y="12879"/>
                        <a:pt x="34834" y="21101"/>
                        <a:pt x="41096" y="20066"/>
                      </a:cubicBezTo>
                      <a:cubicBezTo>
                        <a:pt x="50789" y="18433"/>
                        <a:pt x="43275" y="-299"/>
                        <a:pt x="81937" y="5037"/>
                      </a:cubicBezTo>
                      <a:cubicBezTo>
                        <a:pt x="82917" y="5200"/>
                        <a:pt x="83897" y="5473"/>
                        <a:pt x="84877" y="5799"/>
                      </a:cubicBezTo>
                      <a:cubicBezTo>
                        <a:pt x="81719" y="3077"/>
                        <a:pt x="78125" y="1280"/>
                        <a:pt x="74259" y="626"/>
                      </a:cubicBezTo>
                      <a:cubicBezTo>
                        <a:pt x="57269" y="-2314"/>
                        <a:pt x="41750" y="5963"/>
                        <a:pt x="32057" y="7596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0" name="Forme libre : forme 139">
                  <a:extLst>
                    <a:ext uri="{FF2B5EF4-FFF2-40B4-BE49-F238E27FC236}">
                      <a16:creationId xmlns:a16="http://schemas.microsoft.com/office/drawing/2014/main" id="{376DA605-C7E8-408E-A313-378F286FEB8F}"/>
                    </a:ext>
                  </a:extLst>
                </p:cNvPr>
                <p:cNvSpPr/>
                <p:nvPr/>
              </p:nvSpPr>
              <p:spPr>
                <a:xfrm>
                  <a:off x="3987690" y="3897960"/>
                  <a:ext cx="97223" cy="78584"/>
                </a:xfrm>
                <a:custGeom>
                  <a:avLst/>
                  <a:gdLst>
                    <a:gd name="connsiteX0" fmla="*/ 485 w 97223"/>
                    <a:gd name="connsiteY0" fmla="*/ 43679 h 78584"/>
                    <a:gd name="connsiteX1" fmla="*/ 29999 w 97223"/>
                    <a:gd name="connsiteY1" fmla="*/ 75588 h 78584"/>
                    <a:gd name="connsiteX2" fmla="*/ 94417 w 97223"/>
                    <a:gd name="connsiteY2" fmla="*/ 56421 h 78584"/>
                    <a:gd name="connsiteX3" fmla="*/ 74269 w 97223"/>
                    <a:gd name="connsiteY3" fmla="*/ 606 h 78584"/>
                    <a:gd name="connsiteX4" fmla="*/ 32068 w 97223"/>
                    <a:gd name="connsiteY4" fmla="*/ 7630 h 78584"/>
                    <a:gd name="connsiteX5" fmla="*/ 485 w 97223"/>
                    <a:gd name="connsiteY5" fmla="*/ 43679 h 78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223" h="78584">
                      <a:moveTo>
                        <a:pt x="485" y="43679"/>
                      </a:moveTo>
                      <a:cubicBezTo>
                        <a:pt x="3044" y="61430"/>
                        <a:pt x="5494" y="72104"/>
                        <a:pt x="29999" y="75588"/>
                      </a:cubicBezTo>
                      <a:cubicBezTo>
                        <a:pt x="54503" y="79019"/>
                        <a:pt x="86086" y="85064"/>
                        <a:pt x="94417" y="56421"/>
                      </a:cubicBezTo>
                      <a:cubicBezTo>
                        <a:pt x="102803" y="27778"/>
                        <a:pt x="91313" y="3492"/>
                        <a:pt x="74269" y="606"/>
                      </a:cubicBezTo>
                      <a:cubicBezTo>
                        <a:pt x="57226" y="-2280"/>
                        <a:pt x="41761" y="5997"/>
                        <a:pt x="32068" y="7630"/>
                      </a:cubicBezTo>
                      <a:cubicBezTo>
                        <a:pt x="25751" y="8719"/>
                        <a:pt x="-4144" y="12095"/>
                        <a:pt x="485" y="43679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1" name="Forme libre : forme 140">
                  <a:extLst>
                    <a:ext uri="{FF2B5EF4-FFF2-40B4-BE49-F238E27FC236}">
                      <a16:creationId xmlns:a16="http://schemas.microsoft.com/office/drawing/2014/main" id="{E6CD0E2A-7D83-4E47-8438-C7E807E33D6E}"/>
                    </a:ext>
                  </a:extLst>
                </p:cNvPr>
                <p:cNvSpPr/>
                <p:nvPr/>
              </p:nvSpPr>
              <p:spPr>
                <a:xfrm>
                  <a:off x="3995371" y="3905295"/>
                  <a:ext cx="82907" cy="65860"/>
                </a:xfrm>
                <a:custGeom>
                  <a:avLst/>
                  <a:gdLst>
                    <a:gd name="connsiteX0" fmla="*/ 16491 w 82907"/>
                    <a:gd name="connsiteY0" fmla="*/ 61338 h 65860"/>
                    <a:gd name="connsiteX1" fmla="*/ 34025 w 82907"/>
                    <a:gd name="connsiteY1" fmla="*/ 64551 h 65860"/>
                    <a:gd name="connsiteX2" fmla="*/ 57821 w 82907"/>
                    <a:gd name="connsiteY2" fmla="*/ 64986 h 65860"/>
                    <a:gd name="connsiteX3" fmla="*/ 76989 w 82907"/>
                    <a:gd name="connsiteY3" fmla="*/ 51972 h 65860"/>
                    <a:gd name="connsiteX4" fmla="*/ 79984 w 82907"/>
                    <a:gd name="connsiteY4" fmla="*/ 43586 h 65860"/>
                    <a:gd name="connsiteX5" fmla="*/ 82543 w 82907"/>
                    <a:gd name="connsiteY5" fmla="*/ 21804 h 65860"/>
                    <a:gd name="connsiteX6" fmla="*/ 76608 w 82907"/>
                    <a:gd name="connsiteY6" fmla="*/ 6013 h 65860"/>
                    <a:gd name="connsiteX7" fmla="*/ 74321 w 82907"/>
                    <a:gd name="connsiteY7" fmla="*/ 2364 h 65860"/>
                    <a:gd name="connsiteX8" fmla="*/ 67460 w 82907"/>
                    <a:gd name="connsiteY8" fmla="*/ 23 h 65860"/>
                    <a:gd name="connsiteX9" fmla="*/ 60381 w 82907"/>
                    <a:gd name="connsiteY9" fmla="*/ 2201 h 65860"/>
                    <a:gd name="connsiteX10" fmla="*/ 54227 w 82907"/>
                    <a:gd name="connsiteY10" fmla="*/ 6612 h 65860"/>
                    <a:gd name="connsiteX11" fmla="*/ 49000 w 82907"/>
                    <a:gd name="connsiteY11" fmla="*/ 20007 h 65860"/>
                    <a:gd name="connsiteX12" fmla="*/ 37347 w 82907"/>
                    <a:gd name="connsiteY12" fmla="*/ 34165 h 65860"/>
                    <a:gd name="connsiteX13" fmla="*/ 28961 w 82907"/>
                    <a:gd name="connsiteY13" fmla="*/ 34982 h 65860"/>
                    <a:gd name="connsiteX14" fmla="*/ 1625 w 82907"/>
                    <a:gd name="connsiteY14" fmla="*/ 44512 h 65860"/>
                    <a:gd name="connsiteX15" fmla="*/ 16491 w 82907"/>
                    <a:gd name="connsiteY15" fmla="*/ 61338 h 65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2907" h="65860">
                      <a:moveTo>
                        <a:pt x="16491" y="61338"/>
                      </a:moveTo>
                      <a:cubicBezTo>
                        <a:pt x="22318" y="62590"/>
                        <a:pt x="28144" y="63679"/>
                        <a:pt x="34025" y="64551"/>
                      </a:cubicBezTo>
                      <a:cubicBezTo>
                        <a:pt x="41921" y="65749"/>
                        <a:pt x="49980" y="66565"/>
                        <a:pt x="57821" y="64986"/>
                      </a:cubicBezTo>
                      <a:cubicBezTo>
                        <a:pt x="65608" y="63407"/>
                        <a:pt x="73232" y="58996"/>
                        <a:pt x="76989" y="51972"/>
                      </a:cubicBezTo>
                      <a:cubicBezTo>
                        <a:pt x="78405" y="49358"/>
                        <a:pt x="79222" y="46472"/>
                        <a:pt x="79984" y="43586"/>
                      </a:cubicBezTo>
                      <a:cubicBezTo>
                        <a:pt x="81944" y="36507"/>
                        <a:pt x="83687" y="29101"/>
                        <a:pt x="82543" y="21804"/>
                      </a:cubicBezTo>
                      <a:cubicBezTo>
                        <a:pt x="81672" y="16250"/>
                        <a:pt x="79113" y="11077"/>
                        <a:pt x="76608" y="6013"/>
                      </a:cubicBezTo>
                      <a:cubicBezTo>
                        <a:pt x="75954" y="4706"/>
                        <a:pt x="75301" y="3399"/>
                        <a:pt x="74321" y="2364"/>
                      </a:cubicBezTo>
                      <a:cubicBezTo>
                        <a:pt x="72578" y="567"/>
                        <a:pt x="69965" y="-141"/>
                        <a:pt x="67460" y="23"/>
                      </a:cubicBezTo>
                      <a:cubicBezTo>
                        <a:pt x="64955" y="186"/>
                        <a:pt x="62613" y="1112"/>
                        <a:pt x="60381" y="2201"/>
                      </a:cubicBezTo>
                      <a:cubicBezTo>
                        <a:pt x="58094" y="3345"/>
                        <a:pt x="55915" y="4706"/>
                        <a:pt x="54227" y="6612"/>
                      </a:cubicBezTo>
                      <a:cubicBezTo>
                        <a:pt x="51069" y="10260"/>
                        <a:pt x="50361" y="15379"/>
                        <a:pt x="49000" y="20007"/>
                      </a:cubicBezTo>
                      <a:cubicBezTo>
                        <a:pt x="47203" y="26106"/>
                        <a:pt x="43445" y="32260"/>
                        <a:pt x="37347" y="34165"/>
                      </a:cubicBezTo>
                      <a:cubicBezTo>
                        <a:pt x="34678" y="35037"/>
                        <a:pt x="31792" y="34982"/>
                        <a:pt x="28961" y="34982"/>
                      </a:cubicBezTo>
                      <a:cubicBezTo>
                        <a:pt x="19922" y="35091"/>
                        <a:pt x="7343" y="36398"/>
                        <a:pt x="1625" y="44512"/>
                      </a:cubicBezTo>
                      <a:cubicBezTo>
                        <a:pt x="-4855" y="53714"/>
                        <a:pt x="9684" y="59868"/>
                        <a:pt x="16491" y="61338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" name="Forme libre : forme 141">
                  <a:extLst>
                    <a:ext uri="{FF2B5EF4-FFF2-40B4-BE49-F238E27FC236}">
                      <a16:creationId xmlns:a16="http://schemas.microsoft.com/office/drawing/2014/main" id="{68AF4E00-F2C2-4042-9B66-7A2893CC1B7E}"/>
                    </a:ext>
                  </a:extLst>
                </p:cNvPr>
                <p:cNvSpPr/>
                <p:nvPr/>
              </p:nvSpPr>
              <p:spPr>
                <a:xfrm>
                  <a:off x="3999610" y="3937065"/>
                  <a:ext cx="13177" cy="13177"/>
                </a:xfrm>
                <a:custGeom>
                  <a:avLst/>
                  <a:gdLst>
                    <a:gd name="connsiteX0" fmla="*/ 13178 w 13177"/>
                    <a:gd name="connsiteY0" fmla="*/ 6589 h 13177"/>
                    <a:gd name="connsiteX1" fmla="*/ 6589 w 13177"/>
                    <a:gd name="connsiteY1" fmla="*/ 13178 h 13177"/>
                    <a:gd name="connsiteX2" fmla="*/ 0 w 13177"/>
                    <a:gd name="connsiteY2" fmla="*/ 6589 h 13177"/>
                    <a:gd name="connsiteX3" fmla="*/ 6589 w 13177"/>
                    <a:gd name="connsiteY3" fmla="*/ 0 h 13177"/>
                    <a:gd name="connsiteX4" fmla="*/ 13178 w 13177"/>
                    <a:gd name="connsiteY4" fmla="*/ 6589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77" h="13177">
                      <a:moveTo>
                        <a:pt x="13178" y="6589"/>
                      </a:moveTo>
                      <a:cubicBezTo>
                        <a:pt x="13178" y="10228"/>
                        <a:pt x="10228" y="13178"/>
                        <a:pt x="6589" y="13178"/>
                      </a:cubicBezTo>
                      <a:cubicBezTo>
                        <a:pt x="2950" y="13178"/>
                        <a:pt x="0" y="10228"/>
                        <a:pt x="0" y="6589"/>
                      </a:cubicBezTo>
                      <a:cubicBezTo>
                        <a:pt x="0" y="2950"/>
                        <a:pt x="2950" y="0"/>
                        <a:pt x="6589" y="0"/>
                      </a:cubicBezTo>
                      <a:cubicBezTo>
                        <a:pt x="10228" y="0"/>
                        <a:pt x="13178" y="2950"/>
                        <a:pt x="13178" y="6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" name="Forme libre : forme 142">
                  <a:extLst>
                    <a:ext uri="{FF2B5EF4-FFF2-40B4-BE49-F238E27FC236}">
                      <a16:creationId xmlns:a16="http://schemas.microsoft.com/office/drawing/2014/main" id="{03F423F4-0CC1-461E-A4A5-DAA3F097112A}"/>
                    </a:ext>
                  </a:extLst>
                </p:cNvPr>
                <p:cNvSpPr/>
                <p:nvPr/>
              </p:nvSpPr>
              <p:spPr>
                <a:xfrm>
                  <a:off x="4014748" y="3926555"/>
                  <a:ext cx="8603" cy="8603"/>
                </a:xfrm>
                <a:custGeom>
                  <a:avLst/>
                  <a:gdLst>
                    <a:gd name="connsiteX0" fmla="*/ 8604 w 8603"/>
                    <a:gd name="connsiteY0" fmla="*/ 4302 h 8603"/>
                    <a:gd name="connsiteX1" fmla="*/ 4302 w 8603"/>
                    <a:gd name="connsiteY1" fmla="*/ 8604 h 8603"/>
                    <a:gd name="connsiteX2" fmla="*/ 0 w 8603"/>
                    <a:gd name="connsiteY2" fmla="*/ 4302 h 8603"/>
                    <a:gd name="connsiteX3" fmla="*/ 4302 w 8603"/>
                    <a:gd name="connsiteY3" fmla="*/ 0 h 8603"/>
                    <a:gd name="connsiteX4" fmla="*/ 8604 w 8603"/>
                    <a:gd name="connsiteY4" fmla="*/ 4302 h 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03" h="8603">
                      <a:moveTo>
                        <a:pt x="8604" y="4302"/>
                      </a:moveTo>
                      <a:cubicBezTo>
                        <a:pt x="8604" y="6678"/>
                        <a:pt x="6678" y="8604"/>
                        <a:pt x="4302" y="8604"/>
                      </a:cubicBezTo>
                      <a:cubicBezTo>
                        <a:pt x="1926" y="8604"/>
                        <a:pt x="0" y="6678"/>
                        <a:pt x="0" y="4302"/>
                      </a:cubicBezTo>
                      <a:cubicBezTo>
                        <a:pt x="0" y="1926"/>
                        <a:pt x="1926" y="0"/>
                        <a:pt x="4302" y="0"/>
                      </a:cubicBezTo>
                      <a:cubicBezTo>
                        <a:pt x="6678" y="0"/>
                        <a:pt x="8604" y="1926"/>
                        <a:pt x="8604" y="4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" name="Forme libre : forme 143">
                  <a:extLst>
                    <a:ext uri="{FF2B5EF4-FFF2-40B4-BE49-F238E27FC236}">
                      <a16:creationId xmlns:a16="http://schemas.microsoft.com/office/drawing/2014/main" id="{D306B4A7-5849-439F-8F30-939063D827B0}"/>
                    </a:ext>
                  </a:extLst>
                </p:cNvPr>
                <p:cNvSpPr/>
                <p:nvPr/>
              </p:nvSpPr>
              <p:spPr>
                <a:xfrm>
                  <a:off x="4043630" y="3945543"/>
                  <a:ext cx="28036" cy="23261"/>
                </a:xfrm>
                <a:custGeom>
                  <a:avLst/>
                  <a:gdLst>
                    <a:gd name="connsiteX0" fmla="*/ 17621 w 28036"/>
                    <a:gd name="connsiteY0" fmla="*/ 18204 h 23261"/>
                    <a:gd name="connsiteX1" fmla="*/ 24645 w 28036"/>
                    <a:gd name="connsiteY1" fmla="*/ 11942 h 23261"/>
                    <a:gd name="connsiteX2" fmla="*/ 27858 w 28036"/>
                    <a:gd name="connsiteY2" fmla="*/ 2522 h 23261"/>
                    <a:gd name="connsiteX3" fmla="*/ 26769 w 28036"/>
                    <a:gd name="connsiteY3" fmla="*/ 507 h 23261"/>
                    <a:gd name="connsiteX4" fmla="*/ 24591 w 28036"/>
                    <a:gd name="connsiteY4" fmla="*/ 234 h 23261"/>
                    <a:gd name="connsiteX5" fmla="*/ 23774 w 28036"/>
                    <a:gd name="connsiteY5" fmla="*/ 1106 h 23261"/>
                    <a:gd name="connsiteX6" fmla="*/ 14354 w 28036"/>
                    <a:gd name="connsiteY6" fmla="*/ 12759 h 23261"/>
                    <a:gd name="connsiteX7" fmla="*/ 1993 w 28036"/>
                    <a:gd name="connsiteY7" fmla="*/ 20982 h 23261"/>
                    <a:gd name="connsiteX8" fmla="*/ 1067 w 28036"/>
                    <a:gd name="connsiteY8" fmla="*/ 23214 h 23261"/>
                    <a:gd name="connsiteX9" fmla="*/ 6458 w 28036"/>
                    <a:gd name="connsiteY9" fmla="*/ 22234 h 23261"/>
                    <a:gd name="connsiteX10" fmla="*/ 17621 w 28036"/>
                    <a:gd name="connsiteY10" fmla="*/ 18204 h 23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036" h="23261">
                      <a:moveTo>
                        <a:pt x="17621" y="18204"/>
                      </a:moveTo>
                      <a:cubicBezTo>
                        <a:pt x="20289" y="16571"/>
                        <a:pt x="22631" y="14392"/>
                        <a:pt x="24645" y="11942"/>
                      </a:cubicBezTo>
                      <a:cubicBezTo>
                        <a:pt x="26824" y="9274"/>
                        <a:pt x="28621" y="5898"/>
                        <a:pt x="27858" y="2522"/>
                      </a:cubicBezTo>
                      <a:cubicBezTo>
                        <a:pt x="27695" y="1759"/>
                        <a:pt x="27368" y="997"/>
                        <a:pt x="26769" y="507"/>
                      </a:cubicBezTo>
                      <a:cubicBezTo>
                        <a:pt x="26170" y="17"/>
                        <a:pt x="25244" y="-201"/>
                        <a:pt x="24591" y="234"/>
                      </a:cubicBezTo>
                      <a:cubicBezTo>
                        <a:pt x="24264" y="452"/>
                        <a:pt x="23992" y="779"/>
                        <a:pt x="23774" y="1106"/>
                      </a:cubicBezTo>
                      <a:cubicBezTo>
                        <a:pt x="20779" y="5081"/>
                        <a:pt x="17839" y="9165"/>
                        <a:pt x="14354" y="12759"/>
                      </a:cubicBezTo>
                      <a:cubicBezTo>
                        <a:pt x="10869" y="16353"/>
                        <a:pt x="6730" y="19457"/>
                        <a:pt x="1993" y="20982"/>
                      </a:cubicBezTo>
                      <a:cubicBezTo>
                        <a:pt x="795" y="21363"/>
                        <a:pt x="-1275" y="22778"/>
                        <a:pt x="1067" y="23214"/>
                      </a:cubicBezTo>
                      <a:cubicBezTo>
                        <a:pt x="2537" y="23486"/>
                        <a:pt x="4988" y="22506"/>
                        <a:pt x="6458" y="22234"/>
                      </a:cubicBezTo>
                      <a:cubicBezTo>
                        <a:pt x="10324" y="21363"/>
                        <a:pt x="14190" y="20274"/>
                        <a:pt x="17621" y="18204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45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3873469" y="3916699"/>
                <a:ext cx="97227" cy="81563"/>
                <a:chOff x="3873469" y="3916699"/>
                <a:chExt cx="97227" cy="81563"/>
              </a:xfrm>
              <a:solidFill>
                <a:schemeClr val="accent1"/>
              </a:solidFill>
            </p:grpSpPr>
            <p:sp>
              <p:nvSpPr>
                <p:cNvPr id="146" name="Forme libre : forme 145">
                  <a:extLst>
                    <a:ext uri="{FF2B5EF4-FFF2-40B4-BE49-F238E27FC236}">
                      <a16:creationId xmlns:a16="http://schemas.microsoft.com/office/drawing/2014/main" id="{594A2A08-849D-4D64-9066-DE7D99202100}"/>
                    </a:ext>
                  </a:extLst>
                </p:cNvPr>
                <p:cNvSpPr/>
                <p:nvPr/>
              </p:nvSpPr>
              <p:spPr>
                <a:xfrm>
                  <a:off x="3873469" y="3916699"/>
                  <a:ext cx="97227" cy="81563"/>
                </a:xfrm>
                <a:custGeom>
                  <a:avLst/>
                  <a:gdLst>
                    <a:gd name="connsiteX0" fmla="*/ 2094 w 97227"/>
                    <a:gd name="connsiteY0" fmla="*/ 55217 h 81563"/>
                    <a:gd name="connsiteX1" fmla="*/ 36673 w 97227"/>
                    <a:gd name="connsiteY1" fmla="*/ 81518 h 81563"/>
                    <a:gd name="connsiteX2" fmla="*/ 96790 w 97227"/>
                    <a:gd name="connsiteY2" fmla="*/ 51459 h 81563"/>
                    <a:gd name="connsiteX3" fmla="*/ 67276 w 97227"/>
                    <a:gd name="connsiteY3" fmla="*/ 0 h 81563"/>
                    <a:gd name="connsiteX4" fmla="*/ 26925 w 97227"/>
                    <a:gd name="connsiteY4" fmla="*/ 14267 h 81563"/>
                    <a:gd name="connsiteX5" fmla="*/ 2094 w 97227"/>
                    <a:gd name="connsiteY5" fmla="*/ 55217 h 8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227" h="81563">
                      <a:moveTo>
                        <a:pt x="2094" y="55217"/>
                      </a:moveTo>
                      <a:cubicBezTo>
                        <a:pt x="7703" y="72261"/>
                        <a:pt x="11951" y="82335"/>
                        <a:pt x="36673" y="81518"/>
                      </a:cubicBezTo>
                      <a:cubicBezTo>
                        <a:pt x="61395" y="80701"/>
                        <a:pt x="93522" y="81137"/>
                        <a:pt x="96790" y="51459"/>
                      </a:cubicBezTo>
                      <a:cubicBezTo>
                        <a:pt x="100057" y="21782"/>
                        <a:pt x="84537" y="-108"/>
                        <a:pt x="67276" y="0"/>
                      </a:cubicBezTo>
                      <a:cubicBezTo>
                        <a:pt x="50014" y="109"/>
                        <a:pt x="36182" y="10946"/>
                        <a:pt x="26925" y="14267"/>
                      </a:cubicBezTo>
                      <a:cubicBezTo>
                        <a:pt x="20935" y="16391"/>
                        <a:pt x="-7925" y="24886"/>
                        <a:pt x="2094" y="55217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7" name="Forme libre : forme 146">
                  <a:extLst>
                    <a:ext uri="{FF2B5EF4-FFF2-40B4-BE49-F238E27FC236}">
                      <a16:creationId xmlns:a16="http://schemas.microsoft.com/office/drawing/2014/main" id="{C97E5600-5FE0-4DA4-9238-D66FE079444D}"/>
                    </a:ext>
                  </a:extLst>
                </p:cNvPr>
                <p:cNvSpPr/>
                <p:nvPr/>
              </p:nvSpPr>
              <p:spPr>
                <a:xfrm>
                  <a:off x="3873469" y="3916699"/>
                  <a:ext cx="78656" cy="80700"/>
                </a:xfrm>
                <a:custGeom>
                  <a:avLst/>
                  <a:gdLst>
                    <a:gd name="connsiteX0" fmla="*/ 26925 w 78656"/>
                    <a:gd name="connsiteY0" fmla="*/ 14213 h 80700"/>
                    <a:gd name="connsiteX1" fmla="*/ 2094 w 78656"/>
                    <a:gd name="connsiteY1" fmla="*/ 55216 h 80700"/>
                    <a:gd name="connsiteX2" fmla="*/ 24094 w 78656"/>
                    <a:gd name="connsiteY2" fmla="*/ 80701 h 80700"/>
                    <a:gd name="connsiteX3" fmla="*/ 3891 w 78656"/>
                    <a:gd name="connsiteY3" fmla="*/ 55815 h 80700"/>
                    <a:gd name="connsiteX4" fmla="*/ 38034 w 78656"/>
                    <a:gd name="connsiteY4" fmla="*/ 24940 h 80700"/>
                    <a:gd name="connsiteX5" fmla="*/ 75661 w 78656"/>
                    <a:gd name="connsiteY5" fmla="*/ 3049 h 80700"/>
                    <a:gd name="connsiteX6" fmla="*/ 78656 w 78656"/>
                    <a:gd name="connsiteY6" fmla="*/ 3267 h 80700"/>
                    <a:gd name="connsiteX7" fmla="*/ 67276 w 78656"/>
                    <a:gd name="connsiteY7" fmla="*/ 0 h 80700"/>
                    <a:gd name="connsiteX8" fmla="*/ 26925 w 78656"/>
                    <a:gd name="connsiteY8" fmla="*/ 14213 h 80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656" h="80700">
                      <a:moveTo>
                        <a:pt x="26925" y="14213"/>
                      </a:moveTo>
                      <a:cubicBezTo>
                        <a:pt x="20935" y="16336"/>
                        <a:pt x="-7925" y="24831"/>
                        <a:pt x="2094" y="55216"/>
                      </a:cubicBezTo>
                      <a:cubicBezTo>
                        <a:pt x="6560" y="68830"/>
                        <a:pt x="10208" y="77978"/>
                        <a:pt x="24094" y="80701"/>
                      </a:cubicBezTo>
                      <a:cubicBezTo>
                        <a:pt x="16851" y="76344"/>
                        <a:pt x="7322" y="66107"/>
                        <a:pt x="3891" y="55815"/>
                      </a:cubicBezTo>
                      <a:cubicBezTo>
                        <a:pt x="-6128" y="25485"/>
                        <a:pt x="32044" y="27118"/>
                        <a:pt x="38034" y="24940"/>
                      </a:cubicBezTo>
                      <a:cubicBezTo>
                        <a:pt x="47291" y="21618"/>
                        <a:pt x="36618" y="4465"/>
                        <a:pt x="75661" y="3049"/>
                      </a:cubicBezTo>
                      <a:cubicBezTo>
                        <a:pt x="76696" y="2995"/>
                        <a:pt x="77676" y="3104"/>
                        <a:pt x="78656" y="3267"/>
                      </a:cubicBezTo>
                      <a:cubicBezTo>
                        <a:pt x="75062" y="1144"/>
                        <a:pt x="71251" y="0"/>
                        <a:pt x="67276" y="0"/>
                      </a:cubicBezTo>
                      <a:cubicBezTo>
                        <a:pt x="50014" y="109"/>
                        <a:pt x="36182" y="10891"/>
                        <a:pt x="26925" y="14213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8" name="Forme libre : forme 147">
                  <a:extLst>
                    <a:ext uri="{FF2B5EF4-FFF2-40B4-BE49-F238E27FC236}">
                      <a16:creationId xmlns:a16="http://schemas.microsoft.com/office/drawing/2014/main" id="{5067FCAE-72D3-4943-8D78-54E6CF086929}"/>
                    </a:ext>
                  </a:extLst>
                </p:cNvPr>
                <p:cNvSpPr/>
                <p:nvPr/>
              </p:nvSpPr>
              <p:spPr>
                <a:xfrm>
                  <a:off x="3873469" y="3916699"/>
                  <a:ext cx="97227" cy="81563"/>
                </a:xfrm>
                <a:custGeom>
                  <a:avLst/>
                  <a:gdLst>
                    <a:gd name="connsiteX0" fmla="*/ 2094 w 97227"/>
                    <a:gd name="connsiteY0" fmla="*/ 55217 h 81563"/>
                    <a:gd name="connsiteX1" fmla="*/ 36673 w 97227"/>
                    <a:gd name="connsiteY1" fmla="*/ 81518 h 81563"/>
                    <a:gd name="connsiteX2" fmla="*/ 96790 w 97227"/>
                    <a:gd name="connsiteY2" fmla="*/ 51459 h 81563"/>
                    <a:gd name="connsiteX3" fmla="*/ 67276 w 97227"/>
                    <a:gd name="connsiteY3" fmla="*/ 0 h 81563"/>
                    <a:gd name="connsiteX4" fmla="*/ 26925 w 97227"/>
                    <a:gd name="connsiteY4" fmla="*/ 14267 h 81563"/>
                    <a:gd name="connsiteX5" fmla="*/ 2094 w 97227"/>
                    <a:gd name="connsiteY5" fmla="*/ 55217 h 8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227" h="81563">
                      <a:moveTo>
                        <a:pt x="2094" y="55217"/>
                      </a:moveTo>
                      <a:cubicBezTo>
                        <a:pt x="7703" y="72261"/>
                        <a:pt x="11951" y="82335"/>
                        <a:pt x="36673" y="81518"/>
                      </a:cubicBezTo>
                      <a:cubicBezTo>
                        <a:pt x="61395" y="80701"/>
                        <a:pt x="93522" y="81137"/>
                        <a:pt x="96790" y="51459"/>
                      </a:cubicBezTo>
                      <a:cubicBezTo>
                        <a:pt x="100057" y="21782"/>
                        <a:pt x="84537" y="-108"/>
                        <a:pt x="67276" y="0"/>
                      </a:cubicBezTo>
                      <a:cubicBezTo>
                        <a:pt x="50014" y="109"/>
                        <a:pt x="36182" y="10946"/>
                        <a:pt x="26925" y="14267"/>
                      </a:cubicBezTo>
                      <a:cubicBezTo>
                        <a:pt x="20935" y="16391"/>
                        <a:pt x="-7925" y="24886"/>
                        <a:pt x="2094" y="55217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" name="Forme libre : forme 148">
                  <a:extLst>
                    <a:ext uri="{FF2B5EF4-FFF2-40B4-BE49-F238E27FC236}">
                      <a16:creationId xmlns:a16="http://schemas.microsoft.com/office/drawing/2014/main" id="{9FA2FFED-4C13-4A2D-A229-A3C7B231CD33}"/>
                    </a:ext>
                  </a:extLst>
                </p:cNvPr>
                <p:cNvSpPr/>
                <p:nvPr/>
              </p:nvSpPr>
              <p:spPr>
                <a:xfrm>
                  <a:off x="3884749" y="3922852"/>
                  <a:ext cx="78422" cy="69741"/>
                </a:xfrm>
                <a:custGeom>
                  <a:avLst/>
                  <a:gdLst>
                    <a:gd name="connsiteX0" fmla="*/ 18478 w 78422"/>
                    <a:gd name="connsiteY0" fmla="*/ 69538 h 69741"/>
                    <a:gd name="connsiteX1" fmla="*/ 36284 w 78422"/>
                    <a:gd name="connsiteY1" fmla="*/ 69647 h 69741"/>
                    <a:gd name="connsiteX2" fmla="*/ 59754 w 78422"/>
                    <a:gd name="connsiteY2" fmla="*/ 65944 h 69741"/>
                    <a:gd name="connsiteX3" fmla="*/ 76362 w 78422"/>
                    <a:gd name="connsiteY3" fmla="*/ 49825 h 69741"/>
                    <a:gd name="connsiteX4" fmla="*/ 77887 w 78422"/>
                    <a:gd name="connsiteY4" fmla="*/ 41004 h 69741"/>
                    <a:gd name="connsiteX5" fmla="*/ 76634 w 78422"/>
                    <a:gd name="connsiteY5" fmla="*/ 19114 h 69741"/>
                    <a:gd name="connsiteX6" fmla="*/ 68031 w 78422"/>
                    <a:gd name="connsiteY6" fmla="*/ 4574 h 69741"/>
                    <a:gd name="connsiteX7" fmla="*/ 65145 w 78422"/>
                    <a:gd name="connsiteY7" fmla="*/ 1416 h 69741"/>
                    <a:gd name="connsiteX8" fmla="*/ 57957 w 78422"/>
                    <a:gd name="connsiteY8" fmla="*/ 273 h 69741"/>
                    <a:gd name="connsiteX9" fmla="*/ 51368 w 78422"/>
                    <a:gd name="connsiteY9" fmla="*/ 3649 h 69741"/>
                    <a:gd name="connsiteX10" fmla="*/ 46086 w 78422"/>
                    <a:gd name="connsiteY10" fmla="*/ 9094 h 69741"/>
                    <a:gd name="connsiteX11" fmla="*/ 43254 w 78422"/>
                    <a:gd name="connsiteY11" fmla="*/ 23198 h 69741"/>
                    <a:gd name="connsiteX12" fmla="*/ 34269 w 78422"/>
                    <a:gd name="connsiteY12" fmla="*/ 39153 h 69741"/>
                    <a:gd name="connsiteX13" fmla="*/ 26156 w 78422"/>
                    <a:gd name="connsiteY13" fmla="*/ 41440 h 69741"/>
                    <a:gd name="connsiteX14" fmla="*/ 889 w 78422"/>
                    <a:gd name="connsiteY14" fmla="*/ 55598 h 69741"/>
                    <a:gd name="connsiteX15" fmla="*/ 18478 w 78422"/>
                    <a:gd name="connsiteY15" fmla="*/ 69538 h 69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8422" h="69741">
                      <a:moveTo>
                        <a:pt x="18478" y="69538"/>
                      </a:moveTo>
                      <a:cubicBezTo>
                        <a:pt x="24413" y="69756"/>
                        <a:pt x="30348" y="69810"/>
                        <a:pt x="36284" y="69647"/>
                      </a:cubicBezTo>
                      <a:cubicBezTo>
                        <a:pt x="44234" y="69429"/>
                        <a:pt x="52348" y="68884"/>
                        <a:pt x="59754" y="65944"/>
                      </a:cubicBezTo>
                      <a:cubicBezTo>
                        <a:pt x="67159" y="63003"/>
                        <a:pt x="73857" y="57395"/>
                        <a:pt x="76362" y="49825"/>
                      </a:cubicBezTo>
                      <a:cubicBezTo>
                        <a:pt x="77288" y="46994"/>
                        <a:pt x="77614" y="43999"/>
                        <a:pt x="77887" y="41004"/>
                      </a:cubicBezTo>
                      <a:cubicBezTo>
                        <a:pt x="78540" y="33653"/>
                        <a:pt x="79030" y="26084"/>
                        <a:pt x="76634" y="19114"/>
                      </a:cubicBezTo>
                      <a:cubicBezTo>
                        <a:pt x="74783" y="13777"/>
                        <a:pt x="71407" y="9148"/>
                        <a:pt x="68031" y="4574"/>
                      </a:cubicBezTo>
                      <a:cubicBezTo>
                        <a:pt x="67159" y="3431"/>
                        <a:pt x="66288" y="2233"/>
                        <a:pt x="65145" y="1416"/>
                      </a:cubicBezTo>
                      <a:cubicBezTo>
                        <a:pt x="63130" y="-54"/>
                        <a:pt x="60407" y="-272"/>
                        <a:pt x="57957" y="273"/>
                      </a:cubicBezTo>
                      <a:cubicBezTo>
                        <a:pt x="55506" y="817"/>
                        <a:pt x="53328" y="2178"/>
                        <a:pt x="51368" y="3649"/>
                      </a:cubicBezTo>
                      <a:cubicBezTo>
                        <a:pt x="49298" y="5173"/>
                        <a:pt x="47393" y="6861"/>
                        <a:pt x="46086" y="9094"/>
                      </a:cubicBezTo>
                      <a:cubicBezTo>
                        <a:pt x="43635" y="13232"/>
                        <a:pt x="43799" y="18406"/>
                        <a:pt x="43254" y="23198"/>
                      </a:cubicBezTo>
                      <a:cubicBezTo>
                        <a:pt x="42492" y="29514"/>
                        <a:pt x="39878" y="36212"/>
                        <a:pt x="34269" y="39153"/>
                      </a:cubicBezTo>
                      <a:cubicBezTo>
                        <a:pt x="31764" y="40459"/>
                        <a:pt x="28933" y="40895"/>
                        <a:pt x="26156" y="41440"/>
                      </a:cubicBezTo>
                      <a:cubicBezTo>
                        <a:pt x="17280" y="43128"/>
                        <a:pt x="5136" y="46558"/>
                        <a:pt x="889" y="55598"/>
                      </a:cubicBezTo>
                      <a:cubicBezTo>
                        <a:pt x="-3849" y="65726"/>
                        <a:pt x="11562" y="69265"/>
                        <a:pt x="18478" y="69538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0" name="Forme libre : forme 149">
                  <a:extLst>
                    <a:ext uri="{FF2B5EF4-FFF2-40B4-BE49-F238E27FC236}">
                      <a16:creationId xmlns:a16="http://schemas.microsoft.com/office/drawing/2014/main" id="{7CDD64FF-831C-43DC-BBB5-F5A2918BD3C9}"/>
                    </a:ext>
                  </a:extLst>
                </p:cNvPr>
                <p:cNvSpPr/>
                <p:nvPr/>
              </p:nvSpPr>
              <p:spPr>
                <a:xfrm>
                  <a:off x="3887054" y="3964128"/>
                  <a:ext cx="13177" cy="13177"/>
                </a:xfrm>
                <a:custGeom>
                  <a:avLst/>
                  <a:gdLst>
                    <a:gd name="connsiteX0" fmla="*/ 13178 w 13177"/>
                    <a:gd name="connsiteY0" fmla="*/ 6589 h 13177"/>
                    <a:gd name="connsiteX1" fmla="*/ 6589 w 13177"/>
                    <a:gd name="connsiteY1" fmla="*/ 13178 h 13177"/>
                    <a:gd name="connsiteX2" fmla="*/ 0 w 13177"/>
                    <a:gd name="connsiteY2" fmla="*/ 6589 h 13177"/>
                    <a:gd name="connsiteX3" fmla="*/ 6589 w 13177"/>
                    <a:gd name="connsiteY3" fmla="*/ 0 h 13177"/>
                    <a:gd name="connsiteX4" fmla="*/ 13178 w 13177"/>
                    <a:gd name="connsiteY4" fmla="*/ 6589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77" h="13177">
                      <a:moveTo>
                        <a:pt x="13178" y="6589"/>
                      </a:moveTo>
                      <a:cubicBezTo>
                        <a:pt x="13178" y="10228"/>
                        <a:pt x="10228" y="13178"/>
                        <a:pt x="6589" y="13178"/>
                      </a:cubicBezTo>
                      <a:cubicBezTo>
                        <a:pt x="2950" y="13178"/>
                        <a:pt x="0" y="10228"/>
                        <a:pt x="0" y="6589"/>
                      </a:cubicBezTo>
                      <a:cubicBezTo>
                        <a:pt x="0" y="2950"/>
                        <a:pt x="2950" y="0"/>
                        <a:pt x="6589" y="0"/>
                      </a:cubicBezTo>
                      <a:cubicBezTo>
                        <a:pt x="10228" y="0"/>
                        <a:pt x="13178" y="2950"/>
                        <a:pt x="13178" y="6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1" name="Forme libre : forme 150">
                  <a:extLst>
                    <a:ext uri="{FF2B5EF4-FFF2-40B4-BE49-F238E27FC236}">
                      <a16:creationId xmlns:a16="http://schemas.microsoft.com/office/drawing/2014/main" id="{E7BBE385-9C58-445B-858E-5FDD98C3E708}"/>
                    </a:ext>
                  </a:extLst>
                </p:cNvPr>
                <p:cNvSpPr/>
                <p:nvPr/>
              </p:nvSpPr>
              <p:spPr>
                <a:xfrm>
                  <a:off x="3899850" y="3951604"/>
                  <a:ext cx="8603" cy="8603"/>
                </a:xfrm>
                <a:custGeom>
                  <a:avLst/>
                  <a:gdLst>
                    <a:gd name="connsiteX0" fmla="*/ 8604 w 8603"/>
                    <a:gd name="connsiteY0" fmla="*/ 4302 h 8603"/>
                    <a:gd name="connsiteX1" fmla="*/ 4302 w 8603"/>
                    <a:gd name="connsiteY1" fmla="*/ 8604 h 8603"/>
                    <a:gd name="connsiteX2" fmla="*/ 0 w 8603"/>
                    <a:gd name="connsiteY2" fmla="*/ 4302 h 8603"/>
                    <a:gd name="connsiteX3" fmla="*/ 4302 w 8603"/>
                    <a:gd name="connsiteY3" fmla="*/ 0 h 8603"/>
                    <a:gd name="connsiteX4" fmla="*/ 8604 w 8603"/>
                    <a:gd name="connsiteY4" fmla="*/ 4302 h 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03" h="8603">
                      <a:moveTo>
                        <a:pt x="8604" y="4302"/>
                      </a:moveTo>
                      <a:cubicBezTo>
                        <a:pt x="8604" y="6678"/>
                        <a:pt x="6678" y="8604"/>
                        <a:pt x="4302" y="8604"/>
                      </a:cubicBezTo>
                      <a:cubicBezTo>
                        <a:pt x="1926" y="8604"/>
                        <a:pt x="0" y="6678"/>
                        <a:pt x="0" y="4302"/>
                      </a:cubicBezTo>
                      <a:cubicBezTo>
                        <a:pt x="0" y="1926"/>
                        <a:pt x="1926" y="0"/>
                        <a:pt x="4302" y="0"/>
                      </a:cubicBezTo>
                      <a:cubicBezTo>
                        <a:pt x="6678" y="0"/>
                        <a:pt x="8604" y="1926"/>
                        <a:pt x="8604" y="4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" name="Forme libre : forme 151">
                  <a:extLst>
                    <a:ext uri="{FF2B5EF4-FFF2-40B4-BE49-F238E27FC236}">
                      <a16:creationId xmlns:a16="http://schemas.microsoft.com/office/drawing/2014/main" id="{10E9B36D-1958-400D-B7FB-D76F00911583}"/>
                    </a:ext>
                  </a:extLst>
                </p:cNvPr>
                <p:cNvSpPr/>
                <p:nvPr/>
              </p:nvSpPr>
              <p:spPr>
                <a:xfrm>
                  <a:off x="3934821" y="3961712"/>
                  <a:ext cx="24483" cy="27084"/>
                </a:xfrm>
                <a:custGeom>
                  <a:avLst/>
                  <a:gdLst>
                    <a:gd name="connsiteX0" fmla="*/ 16542 w 24483"/>
                    <a:gd name="connsiteY0" fmla="*/ 19297 h 27084"/>
                    <a:gd name="connsiteX1" fmla="*/ 22369 w 24483"/>
                    <a:gd name="connsiteY1" fmla="*/ 11892 h 27084"/>
                    <a:gd name="connsiteX2" fmla="*/ 23893 w 24483"/>
                    <a:gd name="connsiteY2" fmla="*/ 2090 h 27084"/>
                    <a:gd name="connsiteX3" fmla="*/ 22477 w 24483"/>
                    <a:gd name="connsiteY3" fmla="*/ 293 h 27084"/>
                    <a:gd name="connsiteX4" fmla="*/ 20299 w 24483"/>
                    <a:gd name="connsiteY4" fmla="*/ 402 h 27084"/>
                    <a:gd name="connsiteX5" fmla="*/ 19646 w 24483"/>
                    <a:gd name="connsiteY5" fmla="*/ 1382 h 27084"/>
                    <a:gd name="connsiteX6" fmla="*/ 12404 w 24483"/>
                    <a:gd name="connsiteY6" fmla="*/ 14506 h 27084"/>
                    <a:gd name="connsiteX7" fmla="*/ 1676 w 24483"/>
                    <a:gd name="connsiteY7" fmla="*/ 24743 h 27084"/>
                    <a:gd name="connsiteX8" fmla="*/ 1186 w 24483"/>
                    <a:gd name="connsiteY8" fmla="*/ 27084 h 27084"/>
                    <a:gd name="connsiteX9" fmla="*/ 6305 w 24483"/>
                    <a:gd name="connsiteY9" fmla="*/ 25178 h 27084"/>
                    <a:gd name="connsiteX10" fmla="*/ 16542 w 24483"/>
                    <a:gd name="connsiteY10" fmla="*/ 19297 h 27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483" h="27084">
                      <a:moveTo>
                        <a:pt x="16542" y="19297"/>
                      </a:moveTo>
                      <a:cubicBezTo>
                        <a:pt x="18884" y="17228"/>
                        <a:pt x="20844" y="14669"/>
                        <a:pt x="22369" y="11892"/>
                      </a:cubicBezTo>
                      <a:cubicBezTo>
                        <a:pt x="24057" y="8897"/>
                        <a:pt x="25255" y="5248"/>
                        <a:pt x="23893" y="2090"/>
                      </a:cubicBezTo>
                      <a:cubicBezTo>
                        <a:pt x="23567" y="1382"/>
                        <a:pt x="23131" y="674"/>
                        <a:pt x="22477" y="293"/>
                      </a:cubicBezTo>
                      <a:cubicBezTo>
                        <a:pt x="21824" y="-88"/>
                        <a:pt x="20898" y="-143"/>
                        <a:pt x="20299" y="402"/>
                      </a:cubicBezTo>
                      <a:cubicBezTo>
                        <a:pt x="19973" y="674"/>
                        <a:pt x="19809" y="1001"/>
                        <a:pt x="19646" y="1382"/>
                      </a:cubicBezTo>
                      <a:cubicBezTo>
                        <a:pt x="17359" y="5847"/>
                        <a:pt x="15235" y="10367"/>
                        <a:pt x="12404" y="14506"/>
                      </a:cubicBezTo>
                      <a:cubicBezTo>
                        <a:pt x="9626" y="18644"/>
                        <a:pt x="6087" y="22401"/>
                        <a:pt x="1676" y="24743"/>
                      </a:cubicBezTo>
                      <a:cubicBezTo>
                        <a:pt x="587" y="25342"/>
                        <a:pt x="-1210" y="27084"/>
                        <a:pt x="1186" y="27084"/>
                      </a:cubicBezTo>
                      <a:cubicBezTo>
                        <a:pt x="2656" y="27084"/>
                        <a:pt x="4943" y="25723"/>
                        <a:pt x="6305" y="25178"/>
                      </a:cubicBezTo>
                      <a:cubicBezTo>
                        <a:pt x="9899" y="23654"/>
                        <a:pt x="13547" y="21911"/>
                        <a:pt x="16542" y="19297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3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3761912" y="3950506"/>
                <a:ext cx="97310" cy="84087"/>
                <a:chOff x="3761912" y="3950506"/>
                <a:chExt cx="97310" cy="84087"/>
              </a:xfrm>
              <a:solidFill>
                <a:schemeClr val="accent1"/>
              </a:solidFill>
            </p:grpSpPr>
            <p:sp>
              <p:nvSpPr>
                <p:cNvPr id="154" name="Forme libre : forme 153">
                  <a:extLst>
                    <a:ext uri="{FF2B5EF4-FFF2-40B4-BE49-F238E27FC236}">
                      <a16:creationId xmlns:a16="http://schemas.microsoft.com/office/drawing/2014/main" id="{D24D2454-52D2-48D3-A46D-F86780743F1C}"/>
                    </a:ext>
                  </a:extLst>
                </p:cNvPr>
                <p:cNvSpPr/>
                <p:nvPr/>
              </p:nvSpPr>
              <p:spPr>
                <a:xfrm>
                  <a:off x="3761912" y="3950506"/>
                  <a:ext cx="97310" cy="84087"/>
                </a:xfrm>
                <a:custGeom>
                  <a:avLst/>
                  <a:gdLst>
                    <a:gd name="connsiteX0" fmla="*/ 3056 w 97310"/>
                    <a:gd name="connsiteY0" fmla="*/ 59963 h 84087"/>
                    <a:gd name="connsiteX1" fmla="*/ 39486 w 97310"/>
                    <a:gd name="connsiteY1" fmla="*/ 83650 h 84087"/>
                    <a:gd name="connsiteX2" fmla="*/ 97261 w 97310"/>
                    <a:gd name="connsiteY2" fmla="*/ 49235 h 84087"/>
                    <a:gd name="connsiteX3" fmla="*/ 63990 w 97310"/>
                    <a:gd name="connsiteY3" fmla="*/ 63 h 84087"/>
                    <a:gd name="connsiteX4" fmla="*/ 24783 w 97310"/>
                    <a:gd name="connsiteY4" fmla="*/ 17271 h 84087"/>
                    <a:gd name="connsiteX5" fmla="*/ 3056 w 97310"/>
                    <a:gd name="connsiteY5" fmla="*/ 59963 h 84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310" h="84087">
                      <a:moveTo>
                        <a:pt x="3056" y="59963"/>
                      </a:moveTo>
                      <a:cubicBezTo>
                        <a:pt x="9917" y="76571"/>
                        <a:pt x="14873" y="86318"/>
                        <a:pt x="39486" y="83650"/>
                      </a:cubicBezTo>
                      <a:cubicBezTo>
                        <a:pt x="64099" y="80982"/>
                        <a:pt x="96172" y="79076"/>
                        <a:pt x="97261" y="49235"/>
                      </a:cubicBezTo>
                      <a:cubicBezTo>
                        <a:pt x="98351" y="19395"/>
                        <a:pt x="81252" y="-1298"/>
                        <a:pt x="63990" y="63"/>
                      </a:cubicBezTo>
                      <a:cubicBezTo>
                        <a:pt x="46783" y="1425"/>
                        <a:pt x="33768" y="13241"/>
                        <a:pt x="24783" y="17271"/>
                      </a:cubicBezTo>
                      <a:cubicBezTo>
                        <a:pt x="18957" y="19830"/>
                        <a:pt x="-9196" y="30449"/>
                        <a:pt x="3056" y="59963"/>
                      </a:cubicBezTo>
                      <a:close/>
                    </a:path>
                  </a:pathLst>
                </a:custGeom>
                <a:solidFill>
                  <a:srgbClr val="71BC9A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" name="Forme libre : forme 154">
                  <a:extLst>
                    <a:ext uri="{FF2B5EF4-FFF2-40B4-BE49-F238E27FC236}">
                      <a16:creationId xmlns:a16="http://schemas.microsoft.com/office/drawing/2014/main" id="{FC02E159-70FA-4208-B61E-9ECBBE45ACD3}"/>
                    </a:ext>
                  </a:extLst>
                </p:cNvPr>
                <p:cNvSpPr/>
                <p:nvPr/>
              </p:nvSpPr>
              <p:spPr>
                <a:xfrm>
                  <a:off x="3761931" y="3950556"/>
                  <a:ext cx="75569" cy="83708"/>
                </a:xfrm>
                <a:custGeom>
                  <a:avLst/>
                  <a:gdLst>
                    <a:gd name="connsiteX0" fmla="*/ 24764 w 75569"/>
                    <a:gd name="connsiteY0" fmla="*/ 17220 h 83708"/>
                    <a:gd name="connsiteX1" fmla="*/ 3037 w 75569"/>
                    <a:gd name="connsiteY1" fmla="*/ 59912 h 83708"/>
                    <a:gd name="connsiteX2" fmla="*/ 26833 w 75569"/>
                    <a:gd name="connsiteY2" fmla="*/ 83708 h 83708"/>
                    <a:gd name="connsiteX3" fmla="*/ 4834 w 75569"/>
                    <a:gd name="connsiteY3" fmla="*/ 60348 h 83708"/>
                    <a:gd name="connsiteX4" fmla="*/ 36635 w 75569"/>
                    <a:gd name="connsiteY4" fmla="*/ 27076 h 83708"/>
                    <a:gd name="connsiteX5" fmla="*/ 72574 w 75569"/>
                    <a:gd name="connsiteY5" fmla="*/ 2463 h 83708"/>
                    <a:gd name="connsiteX6" fmla="*/ 75569 w 75569"/>
                    <a:gd name="connsiteY6" fmla="*/ 2463 h 83708"/>
                    <a:gd name="connsiteX7" fmla="*/ 63971 w 75569"/>
                    <a:gd name="connsiteY7" fmla="*/ 67 h 83708"/>
                    <a:gd name="connsiteX8" fmla="*/ 24764 w 75569"/>
                    <a:gd name="connsiteY8" fmla="*/ 17220 h 83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569" h="83708">
                      <a:moveTo>
                        <a:pt x="24764" y="17220"/>
                      </a:moveTo>
                      <a:cubicBezTo>
                        <a:pt x="18937" y="19780"/>
                        <a:pt x="-9161" y="30398"/>
                        <a:pt x="3037" y="59912"/>
                      </a:cubicBezTo>
                      <a:cubicBezTo>
                        <a:pt x="8537" y="73144"/>
                        <a:pt x="12839" y="82020"/>
                        <a:pt x="26833" y="83708"/>
                      </a:cubicBezTo>
                      <a:cubicBezTo>
                        <a:pt x="19264" y="79897"/>
                        <a:pt x="9027" y="70422"/>
                        <a:pt x="4834" y="60348"/>
                      </a:cubicBezTo>
                      <a:cubicBezTo>
                        <a:pt x="-7364" y="30834"/>
                        <a:pt x="30808" y="29636"/>
                        <a:pt x="36635" y="27076"/>
                      </a:cubicBezTo>
                      <a:cubicBezTo>
                        <a:pt x="45620" y="23101"/>
                        <a:pt x="33749" y="6765"/>
                        <a:pt x="72574" y="2463"/>
                      </a:cubicBezTo>
                      <a:cubicBezTo>
                        <a:pt x="73555" y="2355"/>
                        <a:pt x="74589" y="2409"/>
                        <a:pt x="75569" y="2463"/>
                      </a:cubicBezTo>
                      <a:cubicBezTo>
                        <a:pt x="71866" y="612"/>
                        <a:pt x="67946" y="-259"/>
                        <a:pt x="63971" y="67"/>
                      </a:cubicBezTo>
                      <a:cubicBezTo>
                        <a:pt x="46709" y="1374"/>
                        <a:pt x="33749" y="13191"/>
                        <a:pt x="24764" y="17220"/>
                      </a:cubicBezTo>
                      <a:close/>
                    </a:path>
                  </a:pathLst>
                </a:custGeom>
                <a:solidFill>
                  <a:srgbClr val="64B28C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" name="Forme libre : forme 155">
                  <a:extLst>
                    <a:ext uri="{FF2B5EF4-FFF2-40B4-BE49-F238E27FC236}">
                      <a16:creationId xmlns:a16="http://schemas.microsoft.com/office/drawing/2014/main" id="{8CB8B796-2948-4627-8001-FA6CCE838F6D}"/>
                    </a:ext>
                  </a:extLst>
                </p:cNvPr>
                <p:cNvSpPr/>
                <p:nvPr/>
              </p:nvSpPr>
              <p:spPr>
                <a:xfrm>
                  <a:off x="3761912" y="3950506"/>
                  <a:ext cx="97310" cy="84087"/>
                </a:xfrm>
                <a:custGeom>
                  <a:avLst/>
                  <a:gdLst>
                    <a:gd name="connsiteX0" fmla="*/ 3056 w 97310"/>
                    <a:gd name="connsiteY0" fmla="*/ 59963 h 84087"/>
                    <a:gd name="connsiteX1" fmla="*/ 39486 w 97310"/>
                    <a:gd name="connsiteY1" fmla="*/ 83650 h 84087"/>
                    <a:gd name="connsiteX2" fmla="*/ 97261 w 97310"/>
                    <a:gd name="connsiteY2" fmla="*/ 49235 h 84087"/>
                    <a:gd name="connsiteX3" fmla="*/ 63990 w 97310"/>
                    <a:gd name="connsiteY3" fmla="*/ 63 h 84087"/>
                    <a:gd name="connsiteX4" fmla="*/ 24783 w 97310"/>
                    <a:gd name="connsiteY4" fmla="*/ 17271 h 84087"/>
                    <a:gd name="connsiteX5" fmla="*/ 3056 w 97310"/>
                    <a:gd name="connsiteY5" fmla="*/ 59963 h 84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310" h="84087">
                      <a:moveTo>
                        <a:pt x="3056" y="59963"/>
                      </a:moveTo>
                      <a:cubicBezTo>
                        <a:pt x="9917" y="76571"/>
                        <a:pt x="14873" y="86318"/>
                        <a:pt x="39486" y="83650"/>
                      </a:cubicBezTo>
                      <a:cubicBezTo>
                        <a:pt x="64099" y="80982"/>
                        <a:pt x="96172" y="79076"/>
                        <a:pt x="97261" y="49235"/>
                      </a:cubicBezTo>
                      <a:cubicBezTo>
                        <a:pt x="98351" y="19395"/>
                        <a:pt x="81252" y="-1298"/>
                        <a:pt x="63990" y="63"/>
                      </a:cubicBezTo>
                      <a:cubicBezTo>
                        <a:pt x="46783" y="1425"/>
                        <a:pt x="33768" y="13241"/>
                        <a:pt x="24783" y="17271"/>
                      </a:cubicBezTo>
                      <a:cubicBezTo>
                        <a:pt x="18957" y="19830"/>
                        <a:pt x="-9196" y="30449"/>
                        <a:pt x="3056" y="59963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" name="Forme libre : forme 156">
                  <a:extLst>
                    <a:ext uri="{FF2B5EF4-FFF2-40B4-BE49-F238E27FC236}">
                      <a16:creationId xmlns:a16="http://schemas.microsoft.com/office/drawing/2014/main" id="{06CD2138-1D2A-41FE-B858-7DDC8CABDFE1}"/>
                    </a:ext>
                  </a:extLst>
                </p:cNvPr>
                <p:cNvSpPr/>
                <p:nvPr/>
              </p:nvSpPr>
              <p:spPr>
                <a:xfrm>
                  <a:off x="3774878" y="3956444"/>
                  <a:ext cx="76337" cy="72442"/>
                </a:xfrm>
                <a:custGeom>
                  <a:avLst/>
                  <a:gdLst>
                    <a:gd name="connsiteX0" fmla="*/ 19168 w 76337"/>
                    <a:gd name="connsiteY0" fmla="*/ 72430 h 72442"/>
                    <a:gd name="connsiteX1" fmla="*/ 36920 w 76337"/>
                    <a:gd name="connsiteY1" fmla="*/ 71232 h 72442"/>
                    <a:gd name="connsiteX2" fmla="*/ 60063 w 76337"/>
                    <a:gd name="connsiteY2" fmla="*/ 65786 h 72442"/>
                    <a:gd name="connsiteX3" fmla="*/ 75419 w 76337"/>
                    <a:gd name="connsiteY3" fmla="*/ 48470 h 72442"/>
                    <a:gd name="connsiteX4" fmla="*/ 76290 w 76337"/>
                    <a:gd name="connsiteY4" fmla="*/ 39594 h 72442"/>
                    <a:gd name="connsiteX5" fmla="*/ 73459 w 76337"/>
                    <a:gd name="connsiteY5" fmla="*/ 17867 h 72442"/>
                    <a:gd name="connsiteX6" fmla="*/ 63820 w 76337"/>
                    <a:gd name="connsiteY6" fmla="*/ 4036 h 72442"/>
                    <a:gd name="connsiteX7" fmla="*/ 60717 w 76337"/>
                    <a:gd name="connsiteY7" fmla="*/ 1095 h 72442"/>
                    <a:gd name="connsiteX8" fmla="*/ 53474 w 76337"/>
                    <a:gd name="connsiteY8" fmla="*/ 496 h 72442"/>
                    <a:gd name="connsiteX9" fmla="*/ 47103 w 76337"/>
                    <a:gd name="connsiteY9" fmla="*/ 4362 h 72442"/>
                    <a:gd name="connsiteX10" fmla="*/ 42257 w 76337"/>
                    <a:gd name="connsiteY10" fmla="*/ 10134 h 72442"/>
                    <a:gd name="connsiteX11" fmla="*/ 40460 w 76337"/>
                    <a:gd name="connsiteY11" fmla="*/ 24401 h 72442"/>
                    <a:gd name="connsiteX12" fmla="*/ 32673 w 76337"/>
                    <a:gd name="connsiteY12" fmla="*/ 40955 h 72442"/>
                    <a:gd name="connsiteX13" fmla="*/ 24777 w 76337"/>
                    <a:gd name="connsiteY13" fmla="*/ 43841 h 72442"/>
                    <a:gd name="connsiteX14" fmla="*/ 654 w 76337"/>
                    <a:gd name="connsiteY14" fmla="*/ 59796 h 72442"/>
                    <a:gd name="connsiteX15" fmla="*/ 19168 w 76337"/>
                    <a:gd name="connsiteY15" fmla="*/ 72430 h 72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6337" h="72442">
                      <a:moveTo>
                        <a:pt x="19168" y="72430"/>
                      </a:moveTo>
                      <a:cubicBezTo>
                        <a:pt x="25104" y="72212"/>
                        <a:pt x="31039" y="71831"/>
                        <a:pt x="36920" y="71232"/>
                      </a:cubicBezTo>
                      <a:cubicBezTo>
                        <a:pt x="44871" y="70469"/>
                        <a:pt x="52875" y="69271"/>
                        <a:pt x="60063" y="65786"/>
                      </a:cubicBezTo>
                      <a:cubicBezTo>
                        <a:pt x="67251" y="62301"/>
                        <a:pt x="73513" y="56202"/>
                        <a:pt x="75419" y="48470"/>
                      </a:cubicBezTo>
                      <a:cubicBezTo>
                        <a:pt x="76127" y="45584"/>
                        <a:pt x="76236" y="42589"/>
                        <a:pt x="76290" y="39594"/>
                      </a:cubicBezTo>
                      <a:cubicBezTo>
                        <a:pt x="76454" y="32243"/>
                        <a:pt x="76345" y="24619"/>
                        <a:pt x="73459" y="17867"/>
                      </a:cubicBezTo>
                      <a:cubicBezTo>
                        <a:pt x="71226" y="12694"/>
                        <a:pt x="67523" y="8283"/>
                        <a:pt x="63820" y="4036"/>
                      </a:cubicBezTo>
                      <a:cubicBezTo>
                        <a:pt x="62895" y="2946"/>
                        <a:pt x="61915" y="1803"/>
                        <a:pt x="60717" y="1095"/>
                      </a:cubicBezTo>
                      <a:cubicBezTo>
                        <a:pt x="58593" y="-212"/>
                        <a:pt x="55870" y="-266"/>
                        <a:pt x="53474" y="496"/>
                      </a:cubicBezTo>
                      <a:cubicBezTo>
                        <a:pt x="51078" y="1258"/>
                        <a:pt x="49009" y="2729"/>
                        <a:pt x="47103" y="4362"/>
                      </a:cubicBezTo>
                      <a:cubicBezTo>
                        <a:pt x="45197" y="5996"/>
                        <a:pt x="43346" y="7902"/>
                        <a:pt x="42257" y="10134"/>
                      </a:cubicBezTo>
                      <a:cubicBezTo>
                        <a:pt x="40079" y="14491"/>
                        <a:pt x="40677" y="19555"/>
                        <a:pt x="40460" y="24401"/>
                      </a:cubicBezTo>
                      <a:cubicBezTo>
                        <a:pt x="40187" y="30772"/>
                        <a:pt x="38064" y="37634"/>
                        <a:pt x="32673" y="40955"/>
                      </a:cubicBezTo>
                      <a:cubicBezTo>
                        <a:pt x="30277" y="42425"/>
                        <a:pt x="27500" y="43079"/>
                        <a:pt x="24777" y="43841"/>
                      </a:cubicBezTo>
                      <a:cubicBezTo>
                        <a:pt x="16010" y="46183"/>
                        <a:pt x="4194" y="50539"/>
                        <a:pt x="654" y="59796"/>
                      </a:cubicBezTo>
                      <a:cubicBezTo>
                        <a:pt x="-3376" y="70251"/>
                        <a:pt x="12253" y="72647"/>
                        <a:pt x="19168" y="72430"/>
                      </a:cubicBezTo>
                      <a:close/>
                    </a:path>
                  </a:pathLst>
                </a:custGeom>
                <a:solidFill>
                  <a:srgbClr val="81C6A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" name="Forme libre : forme 157">
                  <a:extLst>
                    <a:ext uri="{FF2B5EF4-FFF2-40B4-BE49-F238E27FC236}">
                      <a16:creationId xmlns:a16="http://schemas.microsoft.com/office/drawing/2014/main" id="{0BA0ACE9-1775-4226-BC98-A3640C89E1EE}"/>
                    </a:ext>
                  </a:extLst>
                </p:cNvPr>
                <p:cNvSpPr/>
                <p:nvPr/>
              </p:nvSpPr>
              <p:spPr>
                <a:xfrm>
                  <a:off x="3776295" y="4001375"/>
                  <a:ext cx="13177" cy="13177"/>
                </a:xfrm>
                <a:custGeom>
                  <a:avLst/>
                  <a:gdLst>
                    <a:gd name="connsiteX0" fmla="*/ 13178 w 13177"/>
                    <a:gd name="connsiteY0" fmla="*/ 6589 h 13177"/>
                    <a:gd name="connsiteX1" fmla="*/ 6589 w 13177"/>
                    <a:gd name="connsiteY1" fmla="*/ 13178 h 13177"/>
                    <a:gd name="connsiteX2" fmla="*/ 0 w 13177"/>
                    <a:gd name="connsiteY2" fmla="*/ 6589 h 13177"/>
                    <a:gd name="connsiteX3" fmla="*/ 6589 w 13177"/>
                    <a:gd name="connsiteY3" fmla="*/ 0 h 13177"/>
                    <a:gd name="connsiteX4" fmla="*/ 13178 w 13177"/>
                    <a:gd name="connsiteY4" fmla="*/ 6589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77" h="13177">
                      <a:moveTo>
                        <a:pt x="13178" y="6589"/>
                      </a:moveTo>
                      <a:cubicBezTo>
                        <a:pt x="13178" y="10228"/>
                        <a:pt x="10228" y="13178"/>
                        <a:pt x="6589" y="13178"/>
                      </a:cubicBezTo>
                      <a:cubicBezTo>
                        <a:pt x="2950" y="13178"/>
                        <a:pt x="0" y="10228"/>
                        <a:pt x="0" y="6589"/>
                      </a:cubicBezTo>
                      <a:cubicBezTo>
                        <a:pt x="0" y="2950"/>
                        <a:pt x="2950" y="0"/>
                        <a:pt x="6589" y="0"/>
                      </a:cubicBezTo>
                      <a:cubicBezTo>
                        <a:pt x="10228" y="0"/>
                        <a:pt x="13178" y="2950"/>
                        <a:pt x="13178" y="6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" name="Forme libre : forme 158">
                  <a:extLst>
                    <a:ext uri="{FF2B5EF4-FFF2-40B4-BE49-F238E27FC236}">
                      <a16:creationId xmlns:a16="http://schemas.microsoft.com/office/drawing/2014/main" id="{028492F6-63C1-497B-A3EC-F46EA0F11574}"/>
                    </a:ext>
                  </a:extLst>
                </p:cNvPr>
                <p:cNvSpPr/>
                <p:nvPr/>
              </p:nvSpPr>
              <p:spPr>
                <a:xfrm>
                  <a:off x="3787948" y="3988088"/>
                  <a:ext cx="8603" cy="8603"/>
                </a:xfrm>
                <a:custGeom>
                  <a:avLst/>
                  <a:gdLst>
                    <a:gd name="connsiteX0" fmla="*/ 8604 w 8603"/>
                    <a:gd name="connsiteY0" fmla="*/ 4302 h 8603"/>
                    <a:gd name="connsiteX1" fmla="*/ 4302 w 8603"/>
                    <a:gd name="connsiteY1" fmla="*/ 8604 h 8603"/>
                    <a:gd name="connsiteX2" fmla="*/ 0 w 8603"/>
                    <a:gd name="connsiteY2" fmla="*/ 4302 h 8603"/>
                    <a:gd name="connsiteX3" fmla="*/ 4302 w 8603"/>
                    <a:gd name="connsiteY3" fmla="*/ 0 h 8603"/>
                    <a:gd name="connsiteX4" fmla="*/ 8604 w 8603"/>
                    <a:gd name="connsiteY4" fmla="*/ 4302 h 8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03" h="8603">
                      <a:moveTo>
                        <a:pt x="8604" y="4302"/>
                      </a:moveTo>
                      <a:cubicBezTo>
                        <a:pt x="8604" y="6678"/>
                        <a:pt x="6678" y="8604"/>
                        <a:pt x="4302" y="8604"/>
                      </a:cubicBezTo>
                      <a:cubicBezTo>
                        <a:pt x="1926" y="8604"/>
                        <a:pt x="0" y="6678"/>
                        <a:pt x="0" y="4302"/>
                      </a:cubicBezTo>
                      <a:cubicBezTo>
                        <a:pt x="0" y="1926"/>
                        <a:pt x="1926" y="0"/>
                        <a:pt x="4302" y="0"/>
                      </a:cubicBezTo>
                      <a:cubicBezTo>
                        <a:pt x="6678" y="0"/>
                        <a:pt x="8604" y="1926"/>
                        <a:pt x="8604" y="43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0" name="Forme libre : forme 159">
                  <a:extLst>
                    <a:ext uri="{FF2B5EF4-FFF2-40B4-BE49-F238E27FC236}">
                      <a16:creationId xmlns:a16="http://schemas.microsoft.com/office/drawing/2014/main" id="{806AF9A0-C373-47CE-A1C1-88A5AF8AF6E3}"/>
                    </a:ext>
                  </a:extLst>
                </p:cNvPr>
                <p:cNvSpPr/>
                <p:nvPr/>
              </p:nvSpPr>
              <p:spPr>
                <a:xfrm>
                  <a:off x="3825115" y="3994295"/>
                  <a:ext cx="22942" cy="28544"/>
                </a:xfrm>
                <a:custGeom>
                  <a:avLst/>
                  <a:gdLst>
                    <a:gd name="connsiteX0" fmla="*/ 16088 w 22942"/>
                    <a:gd name="connsiteY0" fmla="*/ 19604 h 28544"/>
                    <a:gd name="connsiteX1" fmla="*/ 21316 w 22942"/>
                    <a:gd name="connsiteY1" fmla="*/ 11817 h 28544"/>
                    <a:gd name="connsiteX2" fmla="*/ 22133 w 22942"/>
                    <a:gd name="connsiteY2" fmla="*/ 1907 h 28544"/>
                    <a:gd name="connsiteX3" fmla="*/ 20553 w 22942"/>
                    <a:gd name="connsiteY3" fmla="*/ 219 h 28544"/>
                    <a:gd name="connsiteX4" fmla="*/ 18375 w 22942"/>
                    <a:gd name="connsiteY4" fmla="*/ 491 h 28544"/>
                    <a:gd name="connsiteX5" fmla="*/ 17776 w 22942"/>
                    <a:gd name="connsiteY5" fmla="*/ 1525 h 28544"/>
                    <a:gd name="connsiteX6" fmla="*/ 11514 w 22942"/>
                    <a:gd name="connsiteY6" fmla="*/ 15139 h 28544"/>
                    <a:gd name="connsiteX7" fmla="*/ 1549 w 22942"/>
                    <a:gd name="connsiteY7" fmla="*/ 26139 h 28544"/>
                    <a:gd name="connsiteX8" fmla="*/ 1222 w 22942"/>
                    <a:gd name="connsiteY8" fmla="*/ 28535 h 28544"/>
                    <a:gd name="connsiteX9" fmla="*/ 6232 w 22942"/>
                    <a:gd name="connsiteY9" fmla="*/ 26248 h 28544"/>
                    <a:gd name="connsiteX10" fmla="*/ 16088 w 22942"/>
                    <a:gd name="connsiteY10" fmla="*/ 19604 h 28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942" h="28544">
                      <a:moveTo>
                        <a:pt x="16088" y="19604"/>
                      </a:moveTo>
                      <a:cubicBezTo>
                        <a:pt x="18321" y="17372"/>
                        <a:pt x="20009" y="14649"/>
                        <a:pt x="21316" y="11817"/>
                      </a:cubicBezTo>
                      <a:cubicBezTo>
                        <a:pt x="22732" y="8713"/>
                        <a:pt x="23712" y="4956"/>
                        <a:pt x="22133" y="1907"/>
                      </a:cubicBezTo>
                      <a:cubicBezTo>
                        <a:pt x="21751" y="1199"/>
                        <a:pt x="21261" y="545"/>
                        <a:pt x="20553" y="219"/>
                      </a:cubicBezTo>
                      <a:cubicBezTo>
                        <a:pt x="19846" y="-108"/>
                        <a:pt x="18920" y="-108"/>
                        <a:pt x="18375" y="491"/>
                      </a:cubicBezTo>
                      <a:cubicBezTo>
                        <a:pt x="18103" y="763"/>
                        <a:pt x="17940" y="1144"/>
                        <a:pt x="17776" y="1525"/>
                      </a:cubicBezTo>
                      <a:cubicBezTo>
                        <a:pt x="15816" y="6100"/>
                        <a:pt x="14019" y="10783"/>
                        <a:pt x="11514" y="15139"/>
                      </a:cubicBezTo>
                      <a:cubicBezTo>
                        <a:pt x="9009" y="19441"/>
                        <a:pt x="5796" y="23470"/>
                        <a:pt x="1549" y="26139"/>
                      </a:cubicBezTo>
                      <a:cubicBezTo>
                        <a:pt x="514" y="26792"/>
                        <a:pt x="-1174" y="28698"/>
                        <a:pt x="1222" y="28535"/>
                      </a:cubicBezTo>
                      <a:cubicBezTo>
                        <a:pt x="2693" y="28426"/>
                        <a:pt x="4871" y="26901"/>
                        <a:pt x="6232" y="26248"/>
                      </a:cubicBezTo>
                      <a:cubicBezTo>
                        <a:pt x="9772" y="24505"/>
                        <a:pt x="13311" y="22490"/>
                        <a:pt x="16088" y="19604"/>
                      </a:cubicBezTo>
                      <a:close/>
                    </a:path>
                  </a:pathLst>
                </a:custGeom>
                <a:solidFill>
                  <a:srgbClr val="FFFFFF">
                    <a:alpha val="33000"/>
                  </a:srgbClr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596" name="Coccidioides-spherule-filled-with-endospores">
            <a:extLst>
              <a:ext uri="{FF2B5EF4-FFF2-40B4-BE49-F238E27FC236}">
                <a16:creationId xmlns:a16="http://schemas.microsoft.com/office/drawing/2014/main" id="{8872EFE1-B74D-4329-8E04-E28931FFF3D6}"/>
              </a:ext>
            </a:extLst>
          </p:cNvPr>
          <p:cNvGrpSpPr/>
          <p:nvPr/>
        </p:nvGrpSpPr>
        <p:grpSpPr>
          <a:xfrm>
            <a:off x="8901715" y="2973393"/>
            <a:ext cx="1026593" cy="776567"/>
            <a:chOff x="5326665" y="3405933"/>
            <a:chExt cx="731057" cy="578783"/>
          </a:xfrm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F6D2A017-C29A-4136-8A38-0352D3580A8C}"/>
                </a:ext>
              </a:extLst>
            </p:cNvPr>
            <p:cNvSpPr/>
            <p:nvPr/>
          </p:nvSpPr>
          <p:spPr>
            <a:xfrm>
              <a:off x="5326665" y="3405954"/>
              <a:ext cx="731057" cy="578762"/>
            </a:xfrm>
            <a:custGeom>
              <a:avLst/>
              <a:gdLst>
                <a:gd name="connsiteX0" fmla="*/ 194112 w 731057"/>
                <a:gd name="connsiteY0" fmla="*/ 8300 h 578762"/>
                <a:gd name="connsiteX1" fmla="*/ 3088 w 731057"/>
                <a:gd name="connsiteY1" fmla="*/ 265431 h 578762"/>
                <a:gd name="connsiteX2" fmla="*/ 226729 w 731057"/>
                <a:gd name="connsiteY2" fmla="*/ 578704 h 578762"/>
                <a:gd name="connsiteX3" fmla="*/ 474821 w 731057"/>
                <a:gd name="connsiteY3" fmla="*/ 547012 h 578762"/>
                <a:gd name="connsiteX4" fmla="*/ 698463 w 731057"/>
                <a:gd name="connsiteY4" fmla="*/ 442896 h 578762"/>
                <a:gd name="connsiteX5" fmla="*/ 706631 w 731057"/>
                <a:gd name="connsiteY5" fmla="*/ 149553 h 578762"/>
                <a:gd name="connsiteX6" fmla="*/ 532814 w 731057"/>
                <a:gd name="connsiteY6" fmla="*/ 44512 h 578762"/>
                <a:gd name="connsiteX7" fmla="*/ 194112 w 731057"/>
                <a:gd name="connsiteY7" fmla="*/ 8300 h 578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1057" h="578762">
                  <a:moveTo>
                    <a:pt x="194112" y="8300"/>
                  </a:moveTo>
                  <a:cubicBezTo>
                    <a:pt x="95387" y="31552"/>
                    <a:pt x="18443" y="106970"/>
                    <a:pt x="3088" y="265431"/>
                  </a:cubicBezTo>
                  <a:cubicBezTo>
                    <a:pt x="-12323" y="423892"/>
                    <a:pt x="25087" y="572006"/>
                    <a:pt x="226729" y="578704"/>
                  </a:cubicBezTo>
                  <a:cubicBezTo>
                    <a:pt x="281074" y="580501"/>
                    <a:pt x="400546" y="540695"/>
                    <a:pt x="474821" y="547012"/>
                  </a:cubicBezTo>
                  <a:cubicBezTo>
                    <a:pt x="549041" y="553328"/>
                    <a:pt x="653212" y="524359"/>
                    <a:pt x="698463" y="442896"/>
                  </a:cubicBezTo>
                  <a:cubicBezTo>
                    <a:pt x="743714" y="361433"/>
                    <a:pt x="737397" y="200250"/>
                    <a:pt x="706631" y="149553"/>
                  </a:cubicBezTo>
                  <a:cubicBezTo>
                    <a:pt x="675865" y="98857"/>
                    <a:pt x="631485" y="50883"/>
                    <a:pt x="532814" y="44512"/>
                  </a:cubicBezTo>
                  <a:cubicBezTo>
                    <a:pt x="434035" y="38195"/>
                    <a:pt x="320880" y="-21541"/>
                    <a:pt x="194112" y="8300"/>
                  </a:cubicBezTo>
                  <a:close/>
                </a:path>
              </a:pathLst>
            </a:custGeom>
            <a:solidFill>
              <a:srgbClr val="71BC9A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968DB2B1-8209-4F43-A859-DE22821194FE}"/>
                </a:ext>
              </a:extLst>
            </p:cNvPr>
            <p:cNvSpPr/>
            <p:nvPr/>
          </p:nvSpPr>
          <p:spPr>
            <a:xfrm>
              <a:off x="5376746" y="3504702"/>
              <a:ext cx="680948" cy="479960"/>
            </a:xfrm>
            <a:custGeom>
              <a:avLst/>
              <a:gdLst>
                <a:gd name="connsiteX0" fmla="*/ 656495 w 680948"/>
                <a:gd name="connsiteY0" fmla="*/ 50805 h 479960"/>
                <a:gd name="connsiteX1" fmla="*/ 617179 w 680948"/>
                <a:gd name="connsiteY1" fmla="*/ 0 h 479960"/>
                <a:gd name="connsiteX2" fmla="*/ 639941 w 680948"/>
                <a:gd name="connsiteY2" fmla="*/ 32672 h 479960"/>
                <a:gd name="connsiteX3" fmla="*/ 631773 w 680948"/>
                <a:gd name="connsiteY3" fmla="*/ 326015 h 479960"/>
                <a:gd name="connsiteX4" fmla="*/ 408131 w 680948"/>
                <a:gd name="connsiteY4" fmla="*/ 430131 h 479960"/>
                <a:gd name="connsiteX5" fmla="*/ 160039 w 680948"/>
                <a:gd name="connsiteY5" fmla="*/ 461823 h 479960"/>
                <a:gd name="connsiteX6" fmla="*/ 0 w 680948"/>
                <a:gd name="connsiteY6" fmla="*/ 404646 h 479960"/>
                <a:gd name="connsiteX7" fmla="*/ 176648 w 680948"/>
                <a:gd name="connsiteY7" fmla="*/ 479901 h 479960"/>
                <a:gd name="connsiteX8" fmla="*/ 424740 w 680948"/>
                <a:gd name="connsiteY8" fmla="*/ 448209 h 479960"/>
                <a:gd name="connsiteX9" fmla="*/ 648381 w 680948"/>
                <a:gd name="connsiteY9" fmla="*/ 344094 h 479960"/>
                <a:gd name="connsiteX10" fmla="*/ 656495 w 680948"/>
                <a:gd name="connsiteY10" fmla="*/ 50805 h 479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80948" h="479960">
                  <a:moveTo>
                    <a:pt x="656495" y="50805"/>
                  </a:moveTo>
                  <a:cubicBezTo>
                    <a:pt x="645658" y="32945"/>
                    <a:pt x="633134" y="15465"/>
                    <a:pt x="617179" y="0"/>
                  </a:cubicBezTo>
                  <a:cubicBezTo>
                    <a:pt x="625729" y="10510"/>
                    <a:pt x="633134" y="21509"/>
                    <a:pt x="639941" y="32672"/>
                  </a:cubicBezTo>
                  <a:cubicBezTo>
                    <a:pt x="670707" y="83369"/>
                    <a:pt x="677078" y="244552"/>
                    <a:pt x="631773" y="326015"/>
                  </a:cubicBezTo>
                  <a:cubicBezTo>
                    <a:pt x="586522" y="407478"/>
                    <a:pt x="482406" y="436447"/>
                    <a:pt x="408131" y="430131"/>
                  </a:cubicBezTo>
                  <a:cubicBezTo>
                    <a:pt x="333910" y="423814"/>
                    <a:pt x="214385" y="463620"/>
                    <a:pt x="160039" y="461823"/>
                  </a:cubicBezTo>
                  <a:cubicBezTo>
                    <a:pt x="86745" y="459372"/>
                    <a:pt x="35231" y="438190"/>
                    <a:pt x="0" y="404646"/>
                  </a:cubicBezTo>
                  <a:cubicBezTo>
                    <a:pt x="34905" y="448591"/>
                    <a:pt x="90883" y="477070"/>
                    <a:pt x="176648" y="479901"/>
                  </a:cubicBezTo>
                  <a:cubicBezTo>
                    <a:pt x="230993" y="481699"/>
                    <a:pt x="350465" y="441893"/>
                    <a:pt x="424740" y="448209"/>
                  </a:cubicBezTo>
                  <a:cubicBezTo>
                    <a:pt x="498960" y="454526"/>
                    <a:pt x="603130" y="425557"/>
                    <a:pt x="648381" y="344094"/>
                  </a:cubicBezTo>
                  <a:cubicBezTo>
                    <a:pt x="693632" y="262631"/>
                    <a:pt x="687261" y="101502"/>
                    <a:pt x="656495" y="50805"/>
                  </a:cubicBezTo>
                  <a:close/>
                </a:path>
              </a:pathLst>
            </a:custGeom>
            <a:solidFill>
              <a:srgbClr val="5CAA85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1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490881" y="3472193"/>
              <a:ext cx="83314" cy="83314"/>
              <a:chOff x="5490881" y="3472193"/>
              <a:chExt cx="83314" cy="83314"/>
            </a:xfrm>
            <a:solidFill>
              <a:schemeClr val="accent1"/>
            </a:solidFill>
          </p:grpSpPr>
          <p:sp>
            <p:nvSpPr>
              <p:cNvPr id="162" name="Forme libre : forme 161">
                <a:extLst>
                  <a:ext uri="{FF2B5EF4-FFF2-40B4-BE49-F238E27FC236}">
                    <a16:creationId xmlns:a16="http://schemas.microsoft.com/office/drawing/2014/main" id="{FA5D8A1A-4679-4175-AD95-F5D9F0255BC3}"/>
                  </a:ext>
                </a:extLst>
              </p:cNvPr>
              <p:cNvSpPr/>
              <p:nvPr/>
            </p:nvSpPr>
            <p:spPr>
              <a:xfrm>
                <a:off x="5490881" y="3472193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orme libre : forme 162">
                <a:extLst>
                  <a:ext uri="{FF2B5EF4-FFF2-40B4-BE49-F238E27FC236}">
                    <a16:creationId xmlns:a16="http://schemas.microsoft.com/office/drawing/2014/main" id="{C86F19E0-2969-4E27-8E3E-8826A2887866}"/>
                  </a:ext>
                </a:extLst>
              </p:cNvPr>
              <p:cNvSpPr/>
              <p:nvPr/>
            </p:nvSpPr>
            <p:spPr>
              <a:xfrm>
                <a:off x="5490881" y="3506281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Forme libre : forme 163">
                <a:extLst>
                  <a:ext uri="{FF2B5EF4-FFF2-40B4-BE49-F238E27FC236}">
                    <a16:creationId xmlns:a16="http://schemas.microsoft.com/office/drawing/2014/main" id="{8B80893E-A7BE-44E1-8B92-26986599B42F}"/>
                  </a:ext>
                </a:extLst>
              </p:cNvPr>
              <p:cNvSpPr/>
              <p:nvPr/>
            </p:nvSpPr>
            <p:spPr>
              <a:xfrm>
                <a:off x="5490881" y="3472193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Forme libre : forme 164">
                <a:extLst>
                  <a:ext uri="{FF2B5EF4-FFF2-40B4-BE49-F238E27FC236}">
                    <a16:creationId xmlns:a16="http://schemas.microsoft.com/office/drawing/2014/main" id="{F9837B94-61E1-442D-B3D8-61CB460EB2F3}"/>
                  </a:ext>
                </a:extLst>
              </p:cNvPr>
              <p:cNvSpPr/>
              <p:nvPr/>
            </p:nvSpPr>
            <p:spPr>
              <a:xfrm>
                <a:off x="5497843" y="3476834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8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2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122" y="2765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" name="Forme libre : forme 165">
                <a:extLst>
                  <a:ext uri="{FF2B5EF4-FFF2-40B4-BE49-F238E27FC236}">
                    <a16:creationId xmlns:a16="http://schemas.microsoft.com/office/drawing/2014/main" id="{B6D1D4D3-4679-4811-B5FF-513137B3FC8B}"/>
                  </a:ext>
                </a:extLst>
              </p:cNvPr>
              <p:cNvSpPr/>
              <p:nvPr/>
            </p:nvSpPr>
            <p:spPr>
              <a:xfrm>
                <a:off x="5497851" y="3516573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4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4"/>
                      <a:pt x="6807" y="13614"/>
                    </a:cubicBezTo>
                    <a:cubicBezTo>
                      <a:pt x="3048" y="13614"/>
                      <a:pt x="0" y="10566"/>
                      <a:pt x="0" y="6807"/>
                    </a:cubicBezTo>
                    <a:cubicBezTo>
                      <a:pt x="0" y="3047"/>
                      <a:pt x="3048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7" name="Forme libre : forme 166">
                <a:extLst>
                  <a:ext uri="{FF2B5EF4-FFF2-40B4-BE49-F238E27FC236}">
                    <a16:creationId xmlns:a16="http://schemas.microsoft.com/office/drawing/2014/main" id="{F61050A9-F8D6-47FE-99D1-24F43DD80EBD}"/>
                  </a:ext>
                </a:extLst>
              </p:cNvPr>
              <p:cNvSpPr/>
              <p:nvPr/>
            </p:nvSpPr>
            <p:spPr>
              <a:xfrm>
                <a:off x="5510212" y="3509330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68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443180" y="3541621"/>
              <a:ext cx="83314" cy="83314"/>
              <a:chOff x="5443180" y="3541621"/>
              <a:chExt cx="83314" cy="83314"/>
            </a:xfrm>
            <a:solidFill>
              <a:schemeClr val="accent1"/>
            </a:solidFill>
          </p:grpSpPr>
          <p:sp>
            <p:nvSpPr>
              <p:cNvPr id="169" name="Forme libre : forme 168">
                <a:extLst>
                  <a:ext uri="{FF2B5EF4-FFF2-40B4-BE49-F238E27FC236}">
                    <a16:creationId xmlns:a16="http://schemas.microsoft.com/office/drawing/2014/main" id="{056FDEE1-483C-4C56-82D0-8CED239A97CC}"/>
                  </a:ext>
                </a:extLst>
              </p:cNvPr>
              <p:cNvSpPr/>
              <p:nvPr/>
            </p:nvSpPr>
            <p:spPr>
              <a:xfrm>
                <a:off x="5443180" y="3541621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1"/>
                      <a:pt x="18651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Forme libre : forme 169">
                <a:extLst>
                  <a:ext uri="{FF2B5EF4-FFF2-40B4-BE49-F238E27FC236}">
                    <a16:creationId xmlns:a16="http://schemas.microsoft.com/office/drawing/2014/main" id="{E98A7C19-A42D-4E4C-9EC3-A6ABD304E165}"/>
                  </a:ext>
                </a:extLst>
              </p:cNvPr>
              <p:cNvSpPr/>
              <p:nvPr/>
            </p:nvSpPr>
            <p:spPr>
              <a:xfrm>
                <a:off x="5443180" y="3575709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5 w 83314"/>
                  <a:gd name="connsiteY4" fmla="*/ 7569 h 49226"/>
                  <a:gd name="connsiteX5" fmla="*/ 82607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3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5" y="30603"/>
                      <a:pt x="83315" y="7569"/>
                    </a:cubicBezTo>
                    <a:cubicBezTo>
                      <a:pt x="83315" y="5010"/>
                      <a:pt x="83042" y="2450"/>
                      <a:pt x="82607" y="0"/>
                    </a:cubicBezTo>
                    <a:cubicBezTo>
                      <a:pt x="79067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Forme libre : forme 170">
                <a:extLst>
                  <a:ext uri="{FF2B5EF4-FFF2-40B4-BE49-F238E27FC236}">
                    <a16:creationId xmlns:a16="http://schemas.microsoft.com/office/drawing/2014/main" id="{F677EBE4-DB0B-4DCF-A965-4198304D08D1}"/>
                  </a:ext>
                </a:extLst>
              </p:cNvPr>
              <p:cNvSpPr/>
              <p:nvPr/>
            </p:nvSpPr>
            <p:spPr>
              <a:xfrm>
                <a:off x="5443180" y="3541621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1"/>
                      <a:pt x="18651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" name="Forme libre : forme 171">
                <a:extLst>
                  <a:ext uri="{FF2B5EF4-FFF2-40B4-BE49-F238E27FC236}">
                    <a16:creationId xmlns:a16="http://schemas.microsoft.com/office/drawing/2014/main" id="{1FA729AF-DF1F-4B0E-89E0-615BAF48850F}"/>
                  </a:ext>
                </a:extLst>
              </p:cNvPr>
              <p:cNvSpPr/>
              <p:nvPr/>
            </p:nvSpPr>
            <p:spPr>
              <a:xfrm>
                <a:off x="5450196" y="3546208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6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6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8" y="32497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067" y="2819"/>
                      <a:pt x="11825" y="7666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" name="Forme libre : forme 172">
                <a:extLst>
                  <a:ext uri="{FF2B5EF4-FFF2-40B4-BE49-F238E27FC236}">
                    <a16:creationId xmlns:a16="http://schemas.microsoft.com/office/drawing/2014/main" id="{D228C153-5AE3-4682-B6BE-7DA6C820EF6A}"/>
                  </a:ext>
                </a:extLst>
              </p:cNvPr>
              <p:cNvSpPr/>
              <p:nvPr/>
            </p:nvSpPr>
            <p:spPr>
              <a:xfrm>
                <a:off x="5450150" y="3585947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" name="Forme libre : forme 173">
                <a:extLst>
                  <a:ext uri="{FF2B5EF4-FFF2-40B4-BE49-F238E27FC236}">
                    <a16:creationId xmlns:a16="http://schemas.microsoft.com/office/drawing/2014/main" id="{37D3A80D-AA28-49A4-A948-06EDE0E2A935}"/>
                  </a:ext>
                </a:extLst>
              </p:cNvPr>
              <p:cNvSpPr/>
              <p:nvPr/>
            </p:nvSpPr>
            <p:spPr>
              <a:xfrm>
                <a:off x="5462565" y="3578759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5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366890" y="3630327"/>
              <a:ext cx="83314" cy="83314"/>
              <a:chOff x="5366890" y="3630327"/>
              <a:chExt cx="83314" cy="83314"/>
            </a:xfrm>
            <a:solidFill>
              <a:schemeClr val="accent1"/>
            </a:solidFill>
          </p:grpSpPr>
          <p:sp>
            <p:nvSpPr>
              <p:cNvPr id="176" name="Forme libre : forme 175">
                <a:extLst>
                  <a:ext uri="{FF2B5EF4-FFF2-40B4-BE49-F238E27FC236}">
                    <a16:creationId xmlns:a16="http://schemas.microsoft.com/office/drawing/2014/main" id="{C28A20D5-8C5F-4860-9C8B-CB26DD23A40B}"/>
                  </a:ext>
                </a:extLst>
              </p:cNvPr>
              <p:cNvSpPr/>
              <p:nvPr/>
            </p:nvSpPr>
            <p:spPr>
              <a:xfrm>
                <a:off x="5366890" y="3630327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0"/>
                      <a:pt x="18651" y="0"/>
                      <a:pt x="41657" y="0"/>
                    </a:cubicBezTo>
                    <a:cubicBezTo>
                      <a:pt x="64664" y="0"/>
                      <a:pt x="83314" y="18650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Forme libre : forme 176">
                <a:extLst>
                  <a:ext uri="{FF2B5EF4-FFF2-40B4-BE49-F238E27FC236}">
                    <a16:creationId xmlns:a16="http://schemas.microsoft.com/office/drawing/2014/main" id="{3207717D-48FA-49B6-AA33-74C93D3B8A7A}"/>
                  </a:ext>
                </a:extLst>
              </p:cNvPr>
              <p:cNvSpPr/>
              <p:nvPr/>
            </p:nvSpPr>
            <p:spPr>
              <a:xfrm>
                <a:off x="5366890" y="3664415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5 w 83314"/>
                  <a:gd name="connsiteY4" fmla="*/ 7569 h 49226"/>
                  <a:gd name="connsiteX5" fmla="*/ 82607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3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5" y="30603"/>
                      <a:pt x="83315" y="7569"/>
                    </a:cubicBezTo>
                    <a:cubicBezTo>
                      <a:pt x="83315" y="5010"/>
                      <a:pt x="83042" y="2450"/>
                      <a:pt x="82607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8" name="Forme libre : forme 177">
                <a:extLst>
                  <a:ext uri="{FF2B5EF4-FFF2-40B4-BE49-F238E27FC236}">
                    <a16:creationId xmlns:a16="http://schemas.microsoft.com/office/drawing/2014/main" id="{5EDC0919-24BC-455E-96F2-F4DA95369F76}"/>
                  </a:ext>
                </a:extLst>
              </p:cNvPr>
              <p:cNvSpPr/>
              <p:nvPr/>
            </p:nvSpPr>
            <p:spPr>
              <a:xfrm>
                <a:off x="5366890" y="3630327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0"/>
                      <a:pt x="18651" y="0"/>
                      <a:pt x="41657" y="0"/>
                    </a:cubicBezTo>
                    <a:cubicBezTo>
                      <a:pt x="64664" y="0"/>
                      <a:pt x="83314" y="18650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Forme libre : forme 178">
                <a:extLst>
                  <a:ext uri="{FF2B5EF4-FFF2-40B4-BE49-F238E27FC236}">
                    <a16:creationId xmlns:a16="http://schemas.microsoft.com/office/drawing/2014/main" id="{83BFE705-F7A9-4D5B-A087-5E6E9015C08D}"/>
                  </a:ext>
                </a:extLst>
              </p:cNvPr>
              <p:cNvSpPr/>
              <p:nvPr/>
            </p:nvSpPr>
            <p:spPr>
              <a:xfrm>
                <a:off x="5373852" y="3634968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6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6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6"/>
                      <a:pt x="989" y="23294"/>
                    </a:cubicBezTo>
                    <a:cubicBezTo>
                      <a:pt x="-1679" y="31244"/>
                      <a:pt x="1261" y="40501"/>
                      <a:pt x="7306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2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6" y="804"/>
                    </a:cubicBezTo>
                    <a:cubicBezTo>
                      <a:pt x="19122" y="2765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Forme libre : forme 179">
                <a:extLst>
                  <a:ext uri="{FF2B5EF4-FFF2-40B4-BE49-F238E27FC236}">
                    <a16:creationId xmlns:a16="http://schemas.microsoft.com/office/drawing/2014/main" id="{BC396AEB-6C12-4F5F-879B-5A58315F9DC4}"/>
                  </a:ext>
                </a:extLst>
              </p:cNvPr>
              <p:cNvSpPr/>
              <p:nvPr/>
            </p:nvSpPr>
            <p:spPr>
              <a:xfrm>
                <a:off x="5373806" y="3674706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Forme libre : forme 180">
                <a:extLst>
                  <a:ext uri="{FF2B5EF4-FFF2-40B4-BE49-F238E27FC236}">
                    <a16:creationId xmlns:a16="http://schemas.microsoft.com/office/drawing/2014/main" id="{766D162A-7522-423F-A39F-160874A1255B}"/>
                  </a:ext>
                </a:extLst>
              </p:cNvPr>
              <p:cNvSpPr/>
              <p:nvPr/>
            </p:nvSpPr>
            <p:spPr>
              <a:xfrm>
                <a:off x="5386221" y="3667519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82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415299" y="3653687"/>
              <a:ext cx="83314" cy="83314"/>
              <a:chOff x="5415299" y="3653687"/>
              <a:chExt cx="83314" cy="83314"/>
            </a:xfrm>
            <a:solidFill>
              <a:schemeClr val="accent1"/>
            </a:solidFill>
          </p:grpSpPr>
          <p:sp>
            <p:nvSpPr>
              <p:cNvPr id="183" name="Forme libre : forme 182">
                <a:extLst>
                  <a:ext uri="{FF2B5EF4-FFF2-40B4-BE49-F238E27FC236}">
                    <a16:creationId xmlns:a16="http://schemas.microsoft.com/office/drawing/2014/main" id="{A3ED89DC-740C-40A6-9933-E49537EBC43F}"/>
                  </a:ext>
                </a:extLst>
              </p:cNvPr>
              <p:cNvSpPr/>
              <p:nvPr/>
            </p:nvSpPr>
            <p:spPr>
              <a:xfrm>
                <a:off x="5415299" y="3653687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3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3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Forme libre : forme 183">
                <a:extLst>
                  <a:ext uri="{FF2B5EF4-FFF2-40B4-BE49-F238E27FC236}">
                    <a16:creationId xmlns:a16="http://schemas.microsoft.com/office/drawing/2014/main" id="{D1FC084C-EA3A-4CFD-A222-D0C7A61F0AFE}"/>
                  </a:ext>
                </a:extLst>
              </p:cNvPr>
              <p:cNvSpPr/>
              <p:nvPr/>
            </p:nvSpPr>
            <p:spPr>
              <a:xfrm>
                <a:off x="5415299" y="3687775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7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7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5" name="Forme libre : forme 184">
                <a:extLst>
                  <a:ext uri="{FF2B5EF4-FFF2-40B4-BE49-F238E27FC236}">
                    <a16:creationId xmlns:a16="http://schemas.microsoft.com/office/drawing/2014/main" id="{99101999-4DDF-4572-829D-E88BF50ACE2A}"/>
                  </a:ext>
                </a:extLst>
              </p:cNvPr>
              <p:cNvSpPr/>
              <p:nvPr/>
            </p:nvSpPr>
            <p:spPr>
              <a:xfrm>
                <a:off x="5415299" y="3653687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3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3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" name="Forme libre : forme 185">
                <a:extLst>
                  <a:ext uri="{FF2B5EF4-FFF2-40B4-BE49-F238E27FC236}">
                    <a16:creationId xmlns:a16="http://schemas.microsoft.com/office/drawing/2014/main" id="{E76775BD-007A-4B00-89E8-AF4AC4076F79}"/>
                  </a:ext>
                </a:extLst>
              </p:cNvPr>
              <p:cNvSpPr/>
              <p:nvPr/>
            </p:nvSpPr>
            <p:spPr>
              <a:xfrm>
                <a:off x="5422261" y="3658274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6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2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122" y="2819"/>
                      <a:pt x="11879" y="7666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" name="Forme libre : forme 186">
                <a:extLst>
                  <a:ext uri="{FF2B5EF4-FFF2-40B4-BE49-F238E27FC236}">
                    <a16:creationId xmlns:a16="http://schemas.microsoft.com/office/drawing/2014/main" id="{61B7BF46-F89B-4E20-8325-6423D2A14546}"/>
                  </a:ext>
                </a:extLst>
              </p:cNvPr>
              <p:cNvSpPr/>
              <p:nvPr/>
            </p:nvSpPr>
            <p:spPr>
              <a:xfrm>
                <a:off x="5422270" y="3698013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" name="Forme libre : forme 187">
                <a:extLst>
                  <a:ext uri="{FF2B5EF4-FFF2-40B4-BE49-F238E27FC236}">
                    <a16:creationId xmlns:a16="http://schemas.microsoft.com/office/drawing/2014/main" id="{21A673EE-F4D2-4A8B-846C-2C154D8A752C}"/>
                  </a:ext>
                </a:extLst>
              </p:cNvPr>
              <p:cNvSpPr/>
              <p:nvPr/>
            </p:nvSpPr>
            <p:spPr>
              <a:xfrm>
                <a:off x="5434631" y="3690825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89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478684" y="3607783"/>
              <a:ext cx="83314" cy="83314"/>
              <a:chOff x="5478684" y="3607783"/>
              <a:chExt cx="83314" cy="83314"/>
            </a:xfrm>
            <a:solidFill>
              <a:schemeClr val="accent1"/>
            </a:solidFill>
          </p:grpSpPr>
          <p:sp>
            <p:nvSpPr>
              <p:cNvPr id="190" name="Forme libre : forme 189">
                <a:extLst>
                  <a:ext uri="{FF2B5EF4-FFF2-40B4-BE49-F238E27FC236}">
                    <a16:creationId xmlns:a16="http://schemas.microsoft.com/office/drawing/2014/main" id="{8A50A3AC-E39F-4327-A464-86D582411AF0}"/>
                  </a:ext>
                </a:extLst>
              </p:cNvPr>
              <p:cNvSpPr/>
              <p:nvPr/>
            </p:nvSpPr>
            <p:spPr>
              <a:xfrm>
                <a:off x="5478684" y="3607783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" name="Forme libre : forme 190">
                <a:extLst>
                  <a:ext uri="{FF2B5EF4-FFF2-40B4-BE49-F238E27FC236}">
                    <a16:creationId xmlns:a16="http://schemas.microsoft.com/office/drawing/2014/main" id="{5B7F7CB6-00C3-4BC0-8CD5-0B62EDD617A3}"/>
                  </a:ext>
                </a:extLst>
              </p:cNvPr>
              <p:cNvSpPr/>
              <p:nvPr/>
            </p:nvSpPr>
            <p:spPr>
              <a:xfrm>
                <a:off x="5478684" y="3641871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" name="Forme libre : forme 191">
                <a:extLst>
                  <a:ext uri="{FF2B5EF4-FFF2-40B4-BE49-F238E27FC236}">
                    <a16:creationId xmlns:a16="http://schemas.microsoft.com/office/drawing/2014/main" id="{C153F0D7-B1B7-44F6-A237-93CEF10E650B}"/>
                  </a:ext>
                </a:extLst>
              </p:cNvPr>
              <p:cNvSpPr/>
              <p:nvPr/>
            </p:nvSpPr>
            <p:spPr>
              <a:xfrm>
                <a:off x="5478684" y="3607783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" name="Forme libre : forme 192">
                <a:extLst>
                  <a:ext uri="{FF2B5EF4-FFF2-40B4-BE49-F238E27FC236}">
                    <a16:creationId xmlns:a16="http://schemas.microsoft.com/office/drawing/2014/main" id="{E7EED4F0-F5C4-4A27-B015-8C6210EC9046}"/>
                  </a:ext>
                </a:extLst>
              </p:cNvPr>
              <p:cNvSpPr/>
              <p:nvPr/>
            </p:nvSpPr>
            <p:spPr>
              <a:xfrm>
                <a:off x="5485645" y="3612424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6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6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80" y="31244"/>
                      <a:pt x="1261" y="40501"/>
                      <a:pt x="7305" y="46328"/>
                    </a:cubicBezTo>
                    <a:cubicBezTo>
                      <a:pt x="10572" y="49432"/>
                      <a:pt x="14711" y="51719"/>
                      <a:pt x="19231" y="52046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8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6" y="804"/>
                    </a:cubicBezTo>
                    <a:cubicBezTo>
                      <a:pt x="19122" y="2765"/>
                      <a:pt x="11880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" name="Forme libre : forme 193">
                <a:extLst>
                  <a:ext uri="{FF2B5EF4-FFF2-40B4-BE49-F238E27FC236}">
                    <a16:creationId xmlns:a16="http://schemas.microsoft.com/office/drawing/2014/main" id="{CF7BA1DC-0D15-4B0D-B64D-9F1DB8021217}"/>
                  </a:ext>
                </a:extLst>
              </p:cNvPr>
              <p:cNvSpPr/>
              <p:nvPr/>
            </p:nvSpPr>
            <p:spPr>
              <a:xfrm>
                <a:off x="5485654" y="3652163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3"/>
                      <a:pt x="6807" y="13613"/>
                    </a:cubicBezTo>
                    <a:cubicBezTo>
                      <a:pt x="3048" y="13613"/>
                      <a:pt x="0" y="10566"/>
                      <a:pt x="0" y="6807"/>
                    </a:cubicBezTo>
                    <a:cubicBezTo>
                      <a:pt x="0" y="3047"/>
                      <a:pt x="3048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" name="Forme libre : forme 194">
                <a:extLst>
                  <a:ext uri="{FF2B5EF4-FFF2-40B4-BE49-F238E27FC236}">
                    <a16:creationId xmlns:a16="http://schemas.microsoft.com/office/drawing/2014/main" id="{AA3216AE-EA57-4B3B-A908-714009029718}"/>
                  </a:ext>
                </a:extLst>
              </p:cNvPr>
              <p:cNvSpPr/>
              <p:nvPr/>
            </p:nvSpPr>
            <p:spPr>
              <a:xfrm>
                <a:off x="5498015" y="3644920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6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586012" y="3481722"/>
              <a:ext cx="83314" cy="83314"/>
              <a:chOff x="5586012" y="3481722"/>
              <a:chExt cx="83314" cy="83314"/>
            </a:xfrm>
            <a:solidFill>
              <a:schemeClr val="accent1"/>
            </a:solidFill>
          </p:grpSpPr>
          <p:sp>
            <p:nvSpPr>
              <p:cNvPr id="197" name="Forme libre : forme 196">
                <a:extLst>
                  <a:ext uri="{FF2B5EF4-FFF2-40B4-BE49-F238E27FC236}">
                    <a16:creationId xmlns:a16="http://schemas.microsoft.com/office/drawing/2014/main" id="{58A9F339-529D-4C6C-8FDC-F638D97F87AF}"/>
                  </a:ext>
                </a:extLst>
              </p:cNvPr>
              <p:cNvSpPr/>
              <p:nvPr/>
            </p:nvSpPr>
            <p:spPr>
              <a:xfrm>
                <a:off x="5586012" y="3481722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" name="Forme libre : forme 197">
                <a:extLst>
                  <a:ext uri="{FF2B5EF4-FFF2-40B4-BE49-F238E27FC236}">
                    <a16:creationId xmlns:a16="http://schemas.microsoft.com/office/drawing/2014/main" id="{18FDE2EA-452F-4E1E-8739-CFB5E761B177}"/>
                  </a:ext>
                </a:extLst>
              </p:cNvPr>
              <p:cNvSpPr/>
              <p:nvPr/>
            </p:nvSpPr>
            <p:spPr>
              <a:xfrm>
                <a:off x="5586012" y="3515810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2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" name="Forme libre : forme 198">
                <a:extLst>
                  <a:ext uri="{FF2B5EF4-FFF2-40B4-BE49-F238E27FC236}">
                    <a16:creationId xmlns:a16="http://schemas.microsoft.com/office/drawing/2014/main" id="{3B99EA6E-4F0E-4778-865B-5FB02CE91183}"/>
                  </a:ext>
                </a:extLst>
              </p:cNvPr>
              <p:cNvSpPr/>
              <p:nvPr/>
            </p:nvSpPr>
            <p:spPr>
              <a:xfrm>
                <a:off x="5586012" y="3481722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" name="Forme libre : forme 199">
                <a:extLst>
                  <a:ext uri="{FF2B5EF4-FFF2-40B4-BE49-F238E27FC236}">
                    <a16:creationId xmlns:a16="http://schemas.microsoft.com/office/drawing/2014/main" id="{CC7B7DF3-91FA-42FF-B039-0D475464E212}"/>
                  </a:ext>
                </a:extLst>
              </p:cNvPr>
              <p:cNvSpPr/>
              <p:nvPr/>
            </p:nvSpPr>
            <p:spPr>
              <a:xfrm>
                <a:off x="5592974" y="3486309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6 w 39100"/>
                  <a:gd name="connsiteY2" fmla="*/ 46328 h 52082"/>
                  <a:gd name="connsiteX3" fmla="*/ 19231 w 39100"/>
                  <a:gd name="connsiteY3" fmla="*/ 52046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6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6" y="46328"/>
                    </a:cubicBezTo>
                    <a:cubicBezTo>
                      <a:pt x="10573" y="49432"/>
                      <a:pt x="14711" y="51719"/>
                      <a:pt x="19231" y="52046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7"/>
                      <a:pt x="33933" y="25309"/>
                    </a:cubicBezTo>
                    <a:cubicBezTo>
                      <a:pt x="34914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6" y="804"/>
                    </a:cubicBezTo>
                    <a:cubicBezTo>
                      <a:pt x="19122" y="2765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" name="Forme libre : forme 200">
                <a:extLst>
                  <a:ext uri="{FF2B5EF4-FFF2-40B4-BE49-F238E27FC236}">
                    <a16:creationId xmlns:a16="http://schemas.microsoft.com/office/drawing/2014/main" id="{D256F764-8B31-490D-8FA3-07B274AC44CC}"/>
                  </a:ext>
                </a:extLst>
              </p:cNvPr>
              <p:cNvSpPr/>
              <p:nvPr/>
            </p:nvSpPr>
            <p:spPr>
              <a:xfrm>
                <a:off x="5592928" y="3526048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" name="Forme libre : forme 201">
                <a:extLst>
                  <a:ext uri="{FF2B5EF4-FFF2-40B4-BE49-F238E27FC236}">
                    <a16:creationId xmlns:a16="http://schemas.microsoft.com/office/drawing/2014/main" id="{3615F4DA-4135-4AE8-9824-999A1B8A7BC9}"/>
                  </a:ext>
                </a:extLst>
              </p:cNvPr>
              <p:cNvSpPr/>
              <p:nvPr/>
            </p:nvSpPr>
            <p:spPr>
              <a:xfrm>
                <a:off x="5605343" y="3518860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3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544355" y="3544290"/>
              <a:ext cx="83314" cy="83314"/>
              <a:chOff x="5544355" y="3544290"/>
              <a:chExt cx="83314" cy="83314"/>
            </a:xfrm>
            <a:solidFill>
              <a:schemeClr val="accent1"/>
            </a:solidFill>
          </p:grpSpPr>
          <p:sp>
            <p:nvSpPr>
              <p:cNvPr id="204" name="Forme libre : forme 203">
                <a:extLst>
                  <a:ext uri="{FF2B5EF4-FFF2-40B4-BE49-F238E27FC236}">
                    <a16:creationId xmlns:a16="http://schemas.microsoft.com/office/drawing/2014/main" id="{AD38B838-2789-425C-AAD4-F25A3C2B4A20}"/>
                  </a:ext>
                </a:extLst>
              </p:cNvPr>
              <p:cNvSpPr/>
              <p:nvPr/>
            </p:nvSpPr>
            <p:spPr>
              <a:xfrm>
                <a:off x="5544355" y="3544290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" name="Forme libre : forme 204">
                <a:extLst>
                  <a:ext uri="{FF2B5EF4-FFF2-40B4-BE49-F238E27FC236}">
                    <a16:creationId xmlns:a16="http://schemas.microsoft.com/office/drawing/2014/main" id="{BEDCF440-3914-45EF-A9D1-31FA5BFAE0DA}"/>
                  </a:ext>
                </a:extLst>
              </p:cNvPr>
              <p:cNvSpPr/>
              <p:nvPr/>
            </p:nvSpPr>
            <p:spPr>
              <a:xfrm>
                <a:off x="5544355" y="3578378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Forme libre : forme 205">
                <a:extLst>
                  <a:ext uri="{FF2B5EF4-FFF2-40B4-BE49-F238E27FC236}">
                    <a16:creationId xmlns:a16="http://schemas.microsoft.com/office/drawing/2014/main" id="{9DF34CF4-5850-4AD3-8685-5836C2ED0EF0}"/>
                  </a:ext>
                </a:extLst>
              </p:cNvPr>
              <p:cNvSpPr/>
              <p:nvPr/>
            </p:nvSpPr>
            <p:spPr>
              <a:xfrm>
                <a:off x="5544355" y="3544290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Forme libre : forme 206">
                <a:extLst>
                  <a:ext uri="{FF2B5EF4-FFF2-40B4-BE49-F238E27FC236}">
                    <a16:creationId xmlns:a16="http://schemas.microsoft.com/office/drawing/2014/main" id="{C5AD266A-6278-49E4-A77C-799BC29D9469}"/>
                  </a:ext>
                </a:extLst>
              </p:cNvPr>
              <p:cNvSpPr/>
              <p:nvPr/>
            </p:nvSpPr>
            <p:spPr>
              <a:xfrm>
                <a:off x="5551317" y="3548930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6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6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8" y="32497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122" y="2765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Forme libre : forme 207">
                <a:extLst>
                  <a:ext uri="{FF2B5EF4-FFF2-40B4-BE49-F238E27FC236}">
                    <a16:creationId xmlns:a16="http://schemas.microsoft.com/office/drawing/2014/main" id="{94D0FB5B-3444-48C7-92A5-AF82416147C0}"/>
                  </a:ext>
                </a:extLst>
              </p:cNvPr>
              <p:cNvSpPr/>
              <p:nvPr/>
            </p:nvSpPr>
            <p:spPr>
              <a:xfrm>
                <a:off x="5551325" y="3588669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3"/>
                      <a:pt x="6807" y="13613"/>
                    </a:cubicBezTo>
                    <a:cubicBezTo>
                      <a:pt x="3048" y="13613"/>
                      <a:pt x="0" y="10566"/>
                      <a:pt x="0" y="6807"/>
                    </a:cubicBezTo>
                    <a:cubicBezTo>
                      <a:pt x="0" y="3047"/>
                      <a:pt x="3048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Forme libre : forme 208">
                <a:extLst>
                  <a:ext uri="{FF2B5EF4-FFF2-40B4-BE49-F238E27FC236}">
                    <a16:creationId xmlns:a16="http://schemas.microsoft.com/office/drawing/2014/main" id="{7DFB7442-4823-4CFC-81D6-46373F22A341}"/>
                  </a:ext>
                </a:extLst>
              </p:cNvPr>
              <p:cNvSpPr/>
              <p:nvPr/>
            </p:nvSpPr>
            <p:spPr>
              <a:xfrm>
                <a:off x="5563686" y="3581427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0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537820" y="3610505"/>
              <a:ext cx="83314" cy="83314"/>
              <a:chOff x="5537820" y="3610505"/>
              <a:chExt cx="83314" cy="83314"/>
            </a:xfrm>
            <a:solidFill>
              <a:schemeClr val="accent1"/>
            </a:solidFill>
          </p:grpSpPr>
          <p:sp>
            <p:nvSpPr>
              <p:cNvPr id="211" name="Forme libre : forme 210">
                <a:extLst>
                  <a:ext uri="{FF2B5EF4-FFF2-40B4-BE49-F238E27FC236}">
                    <a16:creationId xmlns:a16="http://schemas.microsoft.com/office/drawing/2014/main" id="{0308733B-F8D4-4181-845F-5A66C1CCCE7B}"/>
                  </a:ext>
                </a:extLst>
              </p:cNvPr>
              <p:cNvSpPr/>
              <p:nvPr/>
            </p:nvSpPr>
            <p:spPr>
              <a:xfrm>
                <a:off x="5537821" y="3610505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3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3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" name="Forme libre : forme 211">
                <a:extLst>
                  <a:ext uri="{FF2B5EF4-FFF2-40B4-BE49-F238E27FC236}">
                    <a16:creationId xmlns:a16="http://schemas.microsoft.com/office/drawing/2014/main" id="{3686F907-84BD-4022-9FA9-5D7BB9F23992}"/>
                  </a:ext>
                </a:extLst>
              </p:cNvPr>
              <p:cNvSpPr/>
              <p:nvPr/>
            </p:nvSpPr>
            <p:spPr>
              <a:xfrm>
                <a:off x="5537820" y="3644593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7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7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3" name="Forme libre : forme 212">
                <a:extLst>
                  <a:ext uri="{FF2B5EF4-FFF2-40B4-BE49-F238E27FC236}">
                    <a16:creationId xmlns:a16="http://schemas.microsoft.com/office/drawing/2014/main" id="{0898869C-6D16-4613-B75E-BDB2A13C09D3}"/>
                  </a:ext>
                </a:extLst>
              </p:cNvPr>
              <p:cNvSpPr/>
              <p:nvPr/>
            </p:nvSpPr>
            <p:spPr>
              <a:xfrm>
                <a:off x="5537821" y="3610505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3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3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4" name="Forme libre : forme 213">
                <a:extLst>
                  <a:ext uri="{FF2B5EF4-FFF2-40B4-BE49-F238E27FC236}">
                    <a16:creationId xmlns:a16="http://schemas.microsoft.com/office/drawing/2014/main" id="{2953D1AB-F50E-476F-95D5-8CEB550E7423}"/>
                  </a:ext>
                </a:extLst>
              </p:cNvPr>
              <p:cNvSpPr/>
              <p:nvPr/>
            </p:nvSpPr>
            <p:spPr>
              <a:xfrm>
                <a:off x="5544782" y="3615092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7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2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122" y="2765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5" name="Forme libre : forme 214">
                <a:extLst>
                  <a:ext uri="{FF2B5EF4-FFF2-40B4-BE49-F238E27FC236}">
                    <a16:creationId xmlns:a16="http://schemas.microsoft.com/office/drawing/2014/main" id="{74B2C1F0-1422-4A51-98A3-1787D7ABA2F5}"/>
                  </a:ext>
                </a:extLst>
              </p:cNvPr>
              <p:cNvSpPr/>
              <p:nvPr/>
            </p:nvSpPr>
            <p:spPr>
              <a:xfrm>
                <a:off x="5544791" y="3654831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Forme libre : forme 215">
                <a:extLst>
                  <a:ext uri="{FF2B5EF4-FFF2-40B4-BE49-F238E27FC236}">
                    <a16:creationId xmlns:a16="http://schemas.microsoft.com/office/drawing/2014/main" id="{9F3EEF3D-8E0D-4192-91C6-55F1170EC95B}"/>
                  </a:ext>
                </a:extLst>
              </p:cNvPr>
              <p:cNvSpPr/>
              <p:nvPr/>
            </p:nvSpPr>
            <p:spPr>
              <a:xfrm>
                <a:off x="5557152" y="3647643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7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639213" y="3512380"/>
              <a:ext cx="83314" cy="83368"/>
              <a:chOff x="5639213" y="3512380"/>
              <a:chExt cx="83314" cy="83368"/>
            </a:xfrm>
            <a:solidFill>
              <a:schemeClr val="accent1"/>
            </a:solidFill>
          </p:grpSpPr>
          <p:sp>
            <p:nvSpPr>
              <p:cNvPr id="218" name="Forme libre : forme 217">
                <a:extLst>
                  <a:ext uri="{FF2B5EF4-FFF2-40B4-BE49-F238E27FC236}">
                    <a16:creationId xmlns:a16="http://schemas.microsoft.com/office/drawing/2014/main" id="{7A952ACE-523F-4E9B-870D-9D5B316CF095}"/>
                  </a:ext>
                </a:extLst>
              </p:cNvPr>
              <p:cNvSpPr/>
              <p:nvPr/>
            </p:nvSpPr>
            <p:spPr>
              <a:xfrm>
                <a:off x="5639214" y="3512380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1"/>
                      <a:pt x="18651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9" name="Forme libre : forme 218">
                <a:extLst>
                  <a:ext uri="{FF2B5EF4-FFF2-40B4-BE49-F238E27FC236}">
                    <a16:creationId xmlns:a16="http://schemas.microsoft.com/office/drawing/2014/main" id="{08493ACD-873C-464F-ABA9-EAC7CDD66BD3}"/>
                  </a:ext>
                </a:extLst>
              </p:cNvPr>
              <p:cNvSpPr/>
              <p:nvPr/>
            </p:nvSpPr>
            <p:spPr>
              <a:xfrm>
                <a:off x="5639213" y="3546522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5 w 83314"/>
                  <a:gd name="connsiteY4" fmla="*/ 7569 h 49226"/>
                  <a:gd name="connsiteX5" fmla="*/ 82607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3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5" y="30603"/>
                      <a:pt x="83315" y="7569"/>
                    </a:cubicBezTo>
                    <a:cubicBezTo>
                      <a:pt x="83315" y="5010"/>
                      <a:pt x="83042" y="2450"/>
                      <a:pt x="82607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0" name="Forme libre : forme 219">
                <a:extLst>
                  <a:ext uri="{FF2B5EF4-FFF2-40B4-BE49-F238E27FC236}">
                    <a16:creationId xmlns:a16="http://schemas.microsoft.com/office/drawing/2014/main" id="{7A4119DB-D2B3-483E-8623-10347E8DBFBF}"/>
                  </a:ext>
                </a:extLst>
              </p:cNvPr>
              <p:cNvSpPr/>
              <p:nvPr/>
            </p:nvSpPr>
            <p:spPr>
              <a:xfrm>
                <a:off x="5639214" y="3512380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1"/>
                      <a:pt x="18651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1" name="Forme libre : forme 220">
                <a:extLst>
                  <a:ext uri="{FF2B5EF4-FFF2-40B4-BE49-F238E27FC236}">
                    <a16:creationId xmlns:a16="http://schemas.microsoft.com/office/drawing/2014/main" id="{BEA08F6D-81DC-4C4F-9991-8F1C03F834FC}"/>
                  </a:ext>
                </a:extLst>
              </p:cNvPr>
              <p:cNvSpPr/>
              <p:nvPr/>
            </p:nvSpPr>
            <p:spPr>
              <a:xfrm>
                <a:off x="5646175" y="3517021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6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2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122" y="2765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2" name="Forme libre : forme 221">
                <a:extLst>
                  <a:ext uri="{FF2B5EF4-FFF2-40B4-BE49-F238E27FC236}">
                    <a16:creationId xmlns:a16="http://schemas.microsoft.com/office/drawing/2014/main" id="{6F713CFF-A73A-4007-A7CD-91B694B340F5}"/>
                  </a:ext>
                </a:extLst>
              </p:cNvPr>
              <p:cNvSpPr/>
              <p:nvPr/>
            </p:nvSpPr>
            <p:spPr>
              <a:xfrm>
                <a:off x="5646184" y="3556759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4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4"/>
                      <a:pt x="6807" y="13614"/>
                    </a:cubicBezTo>
                    <a:cubicBezTo>
                      <a:pt x="3047" y="13614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3" name="Forme libre : forme 222">
                <a:extLst>
                  <a:ext uri="{FF2B5EF4-FFF2-40B4-BE49-F238E27FC236}">
                    <a16:creationId xmlns:a16="http://schemas.microsoft.com/office/drawing/2014/main" id="{ABDDD250-7841-4F96-9C3C-C8C54CCBB696}"/>
                  </a:ext>
                </a:extLst>
              </p:cNvPr>
              <p:cNvSpPr/>
              <p:nvPr/>
            </p:nvSpPr>
            <p:spPr>
              <a:xfrm>
                <a:off x="5658545" y="3549572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24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812758" y="3745006"/>
              <a:ext cx="83314" cy="83314"/>
              <a:chOff x="5812758" y="3745006"/>
              <a:chExt cx="83314" cy="83314"/>
            </a:xfrm>
            <a:solidFill>
              <a:schemeClr val="accent1"/>
            </a:solidFill>
          </p:grpSpPr>
          <p:sp>
            <p:nvSpPr>
              <p:cNvPr id="225" name="Forme libre : forme 224">
                <a:extLst>
                  <a:ext uri="{FF2B5EF4-FFF2-40B4-BE49-F238E27FC236}">
                    <a16:creationId xmlns:a16="http://schemas.microsoft.com/office/drawing/2014/main" id="{31E43A2A-3896-4F3D-AE6D-7DB977A7CB04}"/>
                  </a:ext>
                </a:extLst>
              </p:cNvPr>
              <p:cNvSpPr/>
              <p:nvPr/>
            </p:nvSpPr>
            <p:spPr>
              <a:xfrm>
                <a:off x="5812758" y="3745006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0"/>
                      <a:pt x="18651" y="0"/>
                      <a:pt x="41657" y="0"/>
                    </a:cubicBezTo>
                    <a:cubicBezTo>
                      <a:pt x="64664" y="0"/>
                      <a:pt x="83314" y="18650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6" name="Forme libre : forme 225">
                <a:extLst>
                  <a:ext uri="{FF2B5EF4-FFF2-40B4-BE49-F238E27FC236}">
                    <a16:creationId xmlns:a16="http://schemas.microsoft.com/office/drawing/2014/main" id="{7A6046B1-8227-4991-8C27-414688C0C6BC}"/>
                  </a:ext>
                </a:extLst>
              </p:cNvPr>
              <p:cNvSpPr/>
              <p:nvPr/>
            </p:nvSpPr>
            <p:spPr>
              <a:xfrm>
                <a:off x="5812758" y="3779094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5 w 83314"/>
                  <a:gd name="connsiteY4" fmla="*/ 7569 h 49226"/>
                  <a:gd name="connsiteX5" fmla="*/ 82607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3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5" y="30603"/>
                      <a:pt x="83315" y="7569"/>
                    </a:cubicBezTo>
                    <a:cubicBezTo>
                      <a:pt x="83315" y="5010"/>
                      <a:pt x="83042" y="2450"/>
                      <a:pt x="82607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7" name="Forme libre : forme 226">
                <a:extLst>
                  <a:ext uri="{FF2B5EF4-FFF2-40B4-BE49-F238E27FC236}">
                    <a16:creationId xmlns:a16="http://schemas.microsoft.com/office/drawing/2014/main" id="{67F1657E-193E-4985-A15B-A2825161D183}"/>
                  </a:ext>
                </a:extLst>
              </p:cNvPr>
              <p:cNvSpPr/>
              <p:nvPr/>
            </p:nvSpPr>
            <p:spPr>
              <a:xfrm>
                <a:off x="5812758" y="3745006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0"/>
                      <a:pt x="18651" y="0"/>
                      <a:pt x="41657" y="0"/>
                    </a:cubicBezTo>
                    <a:cubicBezTo>
                      <a:pt x="64664" y="0"/>
                      <a:pt x="83314" y="18650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Forme libre : forme 227">
                <a:extLst>
                  <a:ext uri="{FF2B5EF4-FFF2-40B4-BE49-F238E27FC236}">
                    <a16:creationId xmlns:a16="http://schemas.microsoft.com/office/drawing/2014/main" id="{A859C253-D559-49AE-90C8-7219DFAED934}"/>
                  </a:ext>
                </a:extLst>
              </p:cNvPr>
              <p:cNvSpPr/>
              <p:nvPr/>
            </p:nvSpPr>
            <p:spPr>
              <a:xfrm>
                <a:off x="5819719" y="3749593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122" y="2819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9" name="Forme libre : forme 228">
                <a:extLst>
                  <a:ext uri="{FF2B5EF4-FFF2-40B4-BE49-F238E27FC236}">
                    <a16:creationId xmlns:a16="http://schemas.microsoft.com/office/drawing/2014/main" id="{8691E36F-D00F-4A9C-B94B-30C6CA2037B2}"/>
                  </a:ext>
                </a:extLst>
              </p:cNvPr>
              <p:cNvSpPr/>
              <p:nvPr/>
            </p:nvSpPr>
            <p:spPr>
              <a:xfrm>
                <a:off x="5819728" y="3789332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0" name="Forme libre : forme 229">
                <a:extLst>
                  <a:ext uri="{FF2B5EF4-FFF2-40B4-BE49-F238E27FC236}">
                    <a16:creationId xmlns:a16="http://schemas.microsoft.com/office/drawing/2014/main" id="{41F1B4D9-E473-4884-80A4-A4403C7BF8BB}"/>
                  </a:ext>
                </a:extLst>
              </p:cNvPr>
              <p:cNvSpPr/>
              <p:nvPr/>
            </p:nvSpPr>
            <p:spPr>
              <a:xfrm>
                <a:off x="5832089" y="3782144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31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817223" y="3593407"/>
              <a:ext cx="83314" cy="83314"/>
              <a:chOff x="5817223" y="3593407"/>
              <a:chExt cx="83314" cy="83314"/>
            </a:xfrm>
            <a:solidFill>
              <a:schemeClr val="accent1"/>
            </a:solidFill>
          </p:grpSpPr>
          <p:sp>
            <p:nvSpPr>
              <p:cNvPr id="232" name="Forme libre : forme 231">
                <a:extLst>
                  <a:ext uri="{FF2B5EF4-FFF2-40B4-BE49-F238E27FC236}">
                    <a16:creationId xmlns:a16="http://schemas.microsoft.com/office/drawing/2014/main" id="{A33917BE-7F3C-43B3-BFB4-2D1D0A7FB128}"/>
                  </a:ext>
                </a:extLst>
              </p:cNvPr>
              <p:cNvSpPr/>
              <p:nvPr/>
            </p:nvSpPr>
            <p:spPr>
              <a:xfrm>
                <a:off x="5817223" y="3593407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3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3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Forme libre : forme 232">
                <a:extLst>
                  <a:ext uri="{FF2B5EF4-FFF2-40B4-BE49-F238E27FC236}">
                    <a16:creationId xmlns:a16="http://schemas.microsoft.com/office/drawing/2014/main" id="{A58F1174-E6AA-48CA-B76C-880A5565186D}"/>
                  </a:ext>
                </a:extLst>
              </p:cNvPr>
              <p:cNvSpPr/>
              <p:nvPr/>
            </p:nvSpPr>
            <p:spPr>
              <a:xfrm>
                <a:off x="5817223" y="3627495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7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7" y="0"/>
                    </a:cubicBezTo>
                    <a:cubicBezTo>
                      <a:pt x="79013" y="19386"/>
                      <a:pt x="62023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" name="Forme libre : forme 233">
                <a:extLst>
                  <a:ext uri="{FF2B5EF4-FFF2-40B4-BE49-F238E27FC236}">
                    <a16:creationId xmlns:a16="http://schemas.microsoft.com/office/drawing/2014/main" id="{5BBC1161-9F7D-4BAC-8E42-7DEA0CB2A9D1}"/>
                  </a:ext>
                </a:extLst>
              </p:cNvPr>
              <p:cNvSpPr/>
              <p:nvPr/>
            </p:nvSpPr>
            <p:spPr>
              <a:xfrm>
                <a:off x="5817223" y="3593407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3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3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5" name="Forme libre : forme 234">
                <a:extLst>
                  <a:ext uri="{FF2B5EF4-FFF2-40B4-BE49-F238E27FC236}">
                    <a16:creationId xmlns:a16="http://schemas.microsoft.com/office/drawing/2014/main" id="{E7ADB195-476F-4CDC-8DCA-AC1FC09D7B43}"/>
                  </a:ext>
                </a:extLst>
              </p:cNvPr>
              <p:cNvSpPr/>
              <p:nvPr/>
            </p:nvSpPr>
            <p:spPr>
              <a:xfrm>
                <a:off x="5824185" y="3597993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2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067" y="2819"/>
                      <a:pt x="11879" y="7666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6" name="Forme libre : forme 235">
                <a:extLst>
                  <a:ext uri="{FF2B5EF4-FFF2-40B4-BE49-F238E27FC236}">
                    <a16:creationId xmlns:a16="http://schemas.microsoft.com/office/drawing/2014/main" id="{60AE2AD2-C488-426F-8719-24B02D8EBB5B}"/>
                  </a:ext>
                </a:extLst>
              </p:cNvPr>
              <p:cNvSpPr/>
              <p:nvPr/>
            </p:nvSpPr>
            <p:spPr>
              <a:xfrm>
                <a:off x="5824139" y="3637732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4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4"/>
                      <a:pt x="6807" y="13614"/>
                    </a:cubicBezTo>
                    <a:cubicBezTo>
                      <a:pt x="3047" y="13614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7" name="Forme libre : forme 236">
                <a:extLst>
                  <a:ext uri="{FF2B5EF4-FFF2-40B4-BE49-F238E27FC236}">
                    <a16:creationId xmlns:a16="http://schemas.microsoft.com/office/drawing/2014/main" id="{9D010602-F177-4244-94B0-B5DDE8D8C0C6}"/>
                  </a:ext>
                </a:extLst>
              </p:cNvPr>
              <p:cNvSpPr/>
              <p:nvPr/>
            </p:nvSpPr>
            <p:spPr>
              <a:xfrm>
                <a:off x="5836554" y="3630544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38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752369" y="3635064"/>
              <a:ext cx="83314" cy="83314"/>
              <a:chOff x="5752369" y="3635064"/>
              <a:chExt cx="83314" cy="83314"/>
            </a:xfrm>
            <a:solidFill>
              <a:schemeClr val="accent1"/>
            </a:solidFill>
          </p:grpSpPr>
          <p:sp>
            <p:nvSpPr>
              <p:cNvPr id="239" name="Forme libre : forme 238">
                <a:extLst>
                  <a:ext uri="{FF2B5EF4-FFF2-40B4-BE49-F238E27FC236}">
                    <a16:creationId xmlns:a16="http://schemas.microsoft.com/office/drawing/2014/main" id="{6177986D-8D73-4E7E-9360-85457AA7932D}"/>
                  </a:ext>
                </a:extLst>
              </p:cNvPr>
              <p:cNvSpPr/>
              <p:nvPr/>
            </p:nvSpPr>
            <p:spPr>
              <a:xfrm>
                <a:off x="5752369" y="3635064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0" name="Forme libre : forme 239">
                <a:extLst>
                  <a:ext uri="{FF2B5EF4-FFF2-40B4-BE49-F238E27FC236}">
                    <a16:creationId xmlns:a16="http://schemas.microsoft.com/office/drawing/2014/main" id="{949B3893-933A-44E5-9D53-F05ACD289738}"/>
                  </a:ext>
                </a:extLst>
              </p:cNvPr>
              <p:cNvSpPr/>
              <p:nvPr/>
            </p:nvSpPr>
            <p:spPr>
              <a:xfrm>
                <a:off x="5752369" y="3669152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Forme libre : forme 240">
                <a:extLst>
                  <a:ext uri="{FF2B5EF4-FFF2-40B4-BE49-F238E27FC236}">
                    <a16:creationId xmlns:a16="http://schemas.microsoft.com/office/drawing/2014/main" id="{F08FADF8-286E-4B9A-9619-3E6AF08A7091}"/>
                  </a:ext>
                </a:extLst>
              </p:cNvPr>
              <p:cNvSpPr/>
              <p:nvPr/>
            </p:nvSpPr>
            <p:spPr>
              <a:xfrm>
                <a:off x="5752369" y="3635064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Forme libre : forme 241">
                <a:extLst>
                  <a:ext uri="{FF2B5EF4-FFF2-40B4-BE49-F238E27FC236}">
                    <a16:creationId xmlns:a16="http://schemas.microsoft.com/office/drawing/2014/main" id="{969F4559-51C1-47A8-988A-2AC06677240D}"/>
                  </a:ext>
                </a:extLst>
              </p:cNvPr>
              <p:cNvSpPr/>
              <p:nvPr/>
            </p:nvSpPr>
            <p:spPr>
              <a:xfrm>
                <a:off x="5759330" y="3639651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6 w 39100"/>
                  <a:gd name="connsiteY2" fmla="*/ 46328 h 52082"/>
                  <a:gd name="connsiteX3" fmla="*/ 19231 w 39100"/>
                  <a:gd name="connsiteY3" fmla="*/ 52046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6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80" y="31244"/>
                      <a:pt x="1261" y="40501"/>
                      <a:pt x="7306" y="46328"/>
                    </a:cubicBezTo>
                    <a:cubicBezTo>
                      <a:pt x="10573" y="49432"/>
                      <a:pt x="14711" y="51719"/>
                      <a:pt x="19231" y="52046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6"/>
                      <a:pt x="33933" y="25309"/>
                    </a:cubicBezTo>
                    <a:cubicBezTo>
                      <a:pt x="34914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6" y="804"/>
                    </a:cubicBezTo>
                    <a:cubicBezTo>
                      <a:pt x="19122" y="2819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Forme libre : forme 242">
                <a:extLst>
                  <a:ext uri="{FF2B5EF4-FFF2-40B4-BE49-F238E27FC236}">
                    <a16:creationId xmlns:a16="http://schemas.microsoft.com/office/drawing/2014/main" id="{EFE4CB40-503A-4D43-9C01-D3D5CB9112B1}"/>
                  </a:ext>
                </a:extLst>
              </p:cNvPr>
              <p:cNvSpPr/>
              <p:nvPr/>
            </p:nvSpPr>
            <p:spPr>
              <a:xfrm>
                <a:off x="5759339" y="3679389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4" name="Forme libre : forme 243">
                <a:extLst>
                  <a:ext uri="{FF2B5EF4-FFF2-40B4-BE49-F238E27FC236}">
                    <a16:creationId xmlns:a16="http://schemas.microsoft.com/office/drawing/2014/main" id="{49AC8A99-AEFA-41D7-851B-D15B4EF7D242}"/>
                  </a:ext>
                </a:extLst>
              </p:cNvPr>
              <p:cNvSpPr/>
              <p:nvPr/>
            </p:nvSpPr>
            <p:spPr>
              <a:xfrm>
                <a:off x="5771700" y="3672202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45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821634" y="3668716"/>
              <a:ext cx="83314" cy="83314"/>
              <a:chOff x="5821634" y="3668716"/>
              <a:chExt cx="83314" cy="83314"/>
            </a:xfrm>
            <a:solidFill>
              <a:schemeClr val="accent1"/>
            </a:solidFill>
          </p:grpSpPr>
          <p:sp>
            <p:nvSpPr>
              <p:cNvPr id="246" name="Forme libre : forme 245">
                <a:extLst>
                  <a:ext uri="{FF2B5EF4-FFF2-40B4-BE49-F238E27FC236}">
                    <a16:creationId xmlns:a16="http://schemas.microsoft.com/office/drawing/2014/main" id="{52D99147-82D7-49FB-B87A-E818CBD0B7C4}"/>
                  </a:ext>
                </a:extLst>
              </p:cNvPr>
              <p:cNvSpPr/>
              <p:nvPr/>
            </p:nvSpPr>
            <p:spPr>
              <a:xfrm>
                <a:off x="5821634" y="3668716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1"/>
                      <a:pt x="18651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Forme libre : forme 246">
                <a:extLst>
                  <a:ext uri="{FF2B5EF4-FFF2-40B4-BE49-F238E27FC236}">
                    <a16:creationId xmlns:a16="http://schemas.microsoft.com/office/drawing/2014/main" id="{3BA8F406-C468-4D3F-81E3-8D21FACEAF15}"/>
                  </a:ext>
                </a:extLst>
              </p:cNvPr>
              <p:cNvSpPr/>
              <p:nvPr/>
            </p:nvSpPr>
            <p:spPr>
              <a:xfrm>
                <a:off x="5821634" y="3702805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5 w 83314"/>
                  <a:gd name="connsiteY4" fmla="*/ 7569 h 49226"/>
                  <a:gd name="connsiteX5" fmla="*/ 82607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3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5" y="30603"/>
                      <a:pt x="83315" y="7569"/>
                    </a:cubicBezTo>
                    <a:cubicBezTo>
                      <a:pt x="83315" y="5010"/>
                      <a:pt x="83042" y="2450"/>
                      <a:pt x="82607" y="0"/>
                    </a:cubicBezTo>
                    <a:cubicBezTo>
                      <a:pt x="79013" y="19440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Forme libre : forme 247">
                <a:extLst>
                  <a:ext uri="{FF2B5EF4-FFF2-40B4-BE49-F238E27FC236}">
                    <a16:creationId xmlns:a16="http://schemas.microsoft.com/office/drawing/2014/main" id="{ED18D61D-BDB0-4790-A6EE-6EF41A5441CA}"/>
                  </a:ext>
                </a:extLst>
              </p:cNvPr>
              <p:cNvSpPr/>
              <p:nvPr/>
            </p:nvSpPr>
            <p:spPr>
              <a:xfrm>
                <a:off x="5821634" y="3668716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1"/>
                      <a:pt x="18651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Forme libre : forme 248">
                <a:extLst>
                  <a:ext uri="{FF2B5EF4-FFF2-40B4-BE49-F238E27FC236}">
                    <a16:creationId xmlns:a16="http://schemas.microsoft.com/office/drawing/2014/main" id="{4931B0E8-0D3A-488D-86BE-9FB25DF17827}"/>
                  </a:ext>
                </a:extLst>
              </p:cNvPr>
              <p:cNvSpPr/>
              <p:nvPr/>
            </p:nvSpPr>
            <p:spPr>
              <a:xfrm>
                <a:off x="5828595" y="3673357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122" y="2765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Forme libre : forme 249">
                <a:extLst>
                  <a:ext uri="{FF2B5EF4-FFF2-40B4-BE49-F238E27FC236}">
                    <a16:creationId xmlns:a16="http://schemas.microsoft.com/office/drawing/2014/main" id="{D9AAD14C-ED12-489C-97F3-315013B9513C}"/>
                  </a:ext>
                </a:extLst>
              </p:cNvPr>
              <p:cNvSpPr/>
              <p:nvPr/>
            </p:nvSpPr>
            <p:spPr>
              <a:xfrm>
                <a:off x="5828604" y="3713096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" name="Forme libre : forme 250">
                <a:extLst>
                  <a:ext uri="{FF2B5EF4-FFF2-40B4-BE49-F238E27FC236}">
                    <a16:creationId xmlns:a16="http://schemas.microsoft.com/office/drawing/2014/main" id="{F1424504-D331-40A5-B950-9C232F631046}"/>
                  </a:ext>
                </a:extLst>
              </p:cNvPr>
              <p:cNvSpPr/>
              <p:nvPr/>
            </p:nvSpPr>
            <p:spPr>
              <a:xfrm>
                <a:off x="5840965" y="3705908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52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907671" y="3521909"/>
              <a:ext cx="83314" cy="83314"/>
              <a:chOff x="5907671" y="3521909"/>
              <a:chExt cx="83314" cy="83314"/>
            </a:xfrm>
            <a:solidFill>
              <a:schemeClr val="accent1"/>
            </a:solidFill>
          </p:grpSpPr>
          <p:sp>
            <p:nvSpPr>
              <p:cNvPr id="253" name="Forme libre : forme 252">
                <a:extLst>
                  <a:ext uri="{FF2B5EF4-FFF2-40B4-BE49-F238E27FC236}">
                    <a16:creationId xmlns:a16="http://schemas.microsoft.com/office/drawing/2014/main" id="{6C542321-252D-47FC-B534-758AE8A7833E}"/>
                  </a:ext>
                </a:extLst>
              </p:cNvPr>
              <p:cNvSpPr/>
              <p:nvPr/>
            </p:nvSpPr>
            <p:spPr>
              <a:xfrm>
                <a:off x="5907671" y="3521909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1"/>
                      <a:pt x="18651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Forme libre : forme 253">
                <a:extLst>
                  <a:ext uri="{FF2B5EF4-FFF2-40B4-BE49-F238E27FC236}">
                    <a16:creationId xmlns:a16="http://schemas.microsoft.com/office/drawing/2014/main" id="{3428CB9D-4F15-4F61-9742-B595B84A66EA}"/>
                  </a:ext>
                </a:extLst>
              </p:cNvPr>
              <p:cNvSpPr/>
              <p:nvPr/>
            </p:nvSpPr>
            <p:spPr>
              <a:xfrm>
                <a:off x="5907671" y="3555997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2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" name="Forme libre : forme 254">
                <a:extLst>
                  <a:ext uri="{FF2B5EF4-FFF2-40B4-BE49-F238E27FC236}">
                    <a16:creationId xmlns:a16="http://schemas.microsoft.com/office/drawing/2014/main" id="{BCF9CA66-4A07-4A24-A79B-CB469F2AAC0C}"/>
                  </a:ext>
                </a:extLst>
              </p:cNvPr>
              <p:cNvSpPr/>
              <p:nvPr/>
            </p:nvSpPr>
            <p:spPr>
              <a:xfrm>
                <a:off x="5907671" y="3521909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1"/>
                      <a:pt x="18651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6" name="Forme libre : forme 255">
                <a:extLst>
                  <a:ext uri="{FF2B5EF4-FFF2-40B4-BE49-F238E27FC236}">
                    <a16:creationId xmlns:a16="http://schemas.microsoft.com/office/drawing/2014/main" id="{56CD071C-CBA1-409F-84AB-E3FEB9CF0406}"/>
                  </a:ext>
                </a:extLst>
              </p:cNvPr>
              <p:cNvSpPr/>
              <p:nvPr/>
            </p:nvSpPr>
            <p:spPr>
              <a:xfrm>
                <a:off x="5914632" y="3526496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6 w 39100"/>
                  <a:gd name="connsiteY2" fmla="*/ 46328 h 52082"/>
                  <a:gd name="connsiteX3" fmla="*/ 19231 w 39100"/>
                  <a:gd name="connsiteY3" fmla="*/ 52046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6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6" y="46328"/>
                    </a:cubicBezTo>
                    <a:cubicBezTo>
                      <a:pt x="10573" y="49432"/>
                      <a:pt x="14711" y="51719"/>
                      <a:pt x="19231" y="52046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6" y="804"/>
                    </a:cubicBezTo>
                    <a:cubicBezTo>
                      <a:pt x="19122" y="2819"/>
                      <a:pt x="11879" y="7666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7" name="Forme libre : forme 256">
                <a:extLst>
                  <a:ext uri="{FF2B5EF4-FFF2-40B4-BE49-F238E27FC236}">
                    <a16:creationId xmlns:a16="http://schemas.microsoft.com/office/drawing/2014/main" id="{7D03870D-0AA7-4577-BEEB-57092C4A7061}"/>
                  </a:ext>
                </a:extLst>
              </p:cNvPr>
              <p:cNvSpPr/>
              <p:nvPr/>
            </p:nvSpPr>
            <p:spPr>
              <a:xfrm>
                <a:off x="5914641" y="3566234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8" name="Forme libre : forme 257">
                <a:extLst>
                  <a:ext uri="{FF2B5EF4-FFF2-40B4-BE49-F238E27FC236}">
                    <a16:creationId xmlns:a16="http://schemas.microsoft.com/office/drawing/2014/main" id="{CCECD061-27C3-435E-A189-847AB7724BF4}"/>
                  </a:ext>
                </a:extLst>
              </p:cNvPr>
              <p:cNvSpPr/>
              <p:nvPr/>
            </p:nvSpPr>
            <p:spPr>
              <a:xfrm>
                <a:off x="5927002" y="3559047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59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866014" y="3563566"/>
              <a:ext cx="83314" cy="83314"/>
              <a:chOff x="5866014" y="3563566"/>
              <a:chExt cx="83314" cy="83314"/>
            </a:xfrm>
            <a:solidFill>
              <a:schemeClr val="accent1"/>
            </a:solidFill>
          </p:grpSpPr>
          <p:sp>
            <p:nvSpPr>
              <p:cNvPr id="260" name="Forme libre : forme 259">
                <a:extLst>
                  <a:ext uri="{FF2B5EF4-FFF2-40B4-BE49-F238E27FC236}">
                    <a16:creationId xmlns:a16="http://schemas.microsoft.com/office/drawing/2014/main" id="{BE1E870D-8E6D-4986-B897-33602C8A22C7}"/>
                  </a:ext>
                </a:extLst>
              </p:cNvPr>
              <p:cNvSpPr/>
              <p:nvPr/>
            </p:nvSpPr>
            <p:spPr>
              <a:xfrm>
                <a:off x="5866014" y="3563566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1" name="Forme libre : forme 260">
                <a:extLst>
                  <a:ext uri="{FF2B5EF4-FFF2-40B4-BE49-F238E27FC236}">
                    <a16:creationId xmlns:a16="http://schemas.microsoft.com/office/drawing/2014/main" id="{B7C3F8A9-3CB6-418C-90C2-958EDD370ACC}"/>
                  </a:ext>
                </a:extLst>
              </p:cNvPr>
              <p:cNvSpPr/>
              <p:nvPr/>
            </p:nvSpPr>
            <p:spPr>
              <a:xfrm>
                <a:off x="5866014" y="3597654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orme libre : forme 261">
                <a:extLst>
                  <a:ext uri="{FF2B5EF4-FFF2-40B4-BE49-F238E27FC236}">
                    <a16:creationId xmlns:a16="http://schemas.microsoft.com/office/drawing/2014/main" id="{3ABC1ECE-7189-4C3C-87DC-6B74685FA1DD}"/>
                  </a:ext>
                </a:extLst>
              </p:cNvPr>
              <p:cNvSpPr/>
              <p:nvPr/>
            </p:nvSpPr>
            <p:spPr>
              <a:xfrm>
                <a:off x="5866014" y="3563566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" name="Forme libre : forme 262">
                <a:extLst>
                  <a:ext uri="{FF2B5EF4-FFF2-40B4-BE49-F238E27FC236}">
                    <a16:creationId xmlns:a16="http://schemas.microsoft.com/office/drawing/2014/main" id="{17263A19-12C5-48AE-A682-712E2AF50DB0}"/>
                  </a:ext>
                </a:extLst>
              </p:cNvPr>
              <p:cNvSpPr/>
              <p:nvPr/>
            </p:nvSpPr>
            <p:spPr>
              <a:xfrm>
                <a:off x="5872975" y="3568153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6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6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2" y="17086"/>
                      <a:pt x="2078" y="20027"/>
                      <a:pt x="989" y="23294"/>
                    </a:cubicBezTo>
                    <a:cubicBezTo>
                      <a:pt x="-1680" y="31244"/>
                      <a:pt x="1261" y="40501"/>
                      <a:pt x="7305" y="46328"/>
                    </a:cubicBezTo>
                    <a:cubicBezTo>
                      <a:pt x="10572" y="49432"/>
                      <a:pt x="14711" y="51719"/>
                      <a:pt x="19231" y="52046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8" y="32497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7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6" y="804"/>
                    </a:cubicBezTo>
                    <a:cubicBezTo>
                      <a:pt x="19122" y="2819"/>
                      <a:pt x="11880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Forme libre : forme 263">
                <a:extLst>
                  <a:ext uri="{FF2B5EF4-FFF2-40B4-BE49-F238E27FC236}">
                    <a16:creationId xmlns:a16="http://schemas.microsoft.com/office/drawing/2014/main" id="{B5A78DAE-0D0B-4486-B523-2276B7A772C7}"/>
                  </a:ext>
                </a:extLst>
              </p:cNvPr>
              <p:cNvSpPr/>
              <p:nvPr/>
            </p:nvSpPr>
            <p:spPr>
              <a:xfrm>
                <a:off x="5872984" y="3607892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Forme libre : forme 264">
                <a:extLst>
                  <a:ext uri="{FF2B5EF4-FFF2-40B4-BE49-F238E27FC236}">
                    <a16:creationId xmlns:a16="http://schemas.microsoft.com/office/drawing/2014/main" id="{C969BCF8-A954-4D69-A190-370A40A13C6B}"/>
                  </a:ext>
                </a:extLst>
              </p:cNvPr>
              <p:cNvSpPr/>
              <p:nvPr/>
            </p:nvSpPr>
            <p:spPr>
              <a:xfrm>
                <a:off x="5885345" y="3600704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66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710711" y="3472193"/>
              <a:ext cx="83314" cy="83314"/>
              <a:chOff x="5710711" y="3472193"/>
              <a:chExt cx="83314" cy="83314"/>
            </a:xfrm>
            <a:solidFill>
              <a:schemeClr val="accent1"/>
            </a:solidFill>
          </p:grpSpPr>
          <p:sp>
            <p:nvSpPr>
              <p:cNvPr id="267" name="Forme libre : forme 266">
                <a:extLst>
                  <a:ext uri="{FF2B5EF4-FFF2-40B4-BE49-F238E27FC236}">
                    <a16:creationId xmlns:a16="http://schemas.microsoft.com/office/drawing/2014/main" id="{94933F9F-C171-49AB-B92F-7999016DA025}"/>
                  </a:ext>
                </a:extLst>
              </p:cNvPr>
              <p:cNvSpPr/>
              <p:nvPr/>
            </p:nvSpPr>
            <p:spPr>
              <a:xfrm>
                <a:off x="5710711" y="3472193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3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3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Forme libre : forme 267">
                <a:extLst>
                  <a:ext uri="{FF2B5EF4-FFF2-40B4-BE49-F238E27FC236}">
                    <a16:creationId xmlns:a16="http://schemas.microsoft.com/office/drawing/2014/main" id="{C3C991F7-624F-4AD9-BF16-C69AF6A85C4F}"/>
                  </a:ext>
                </a:extLst>
              </p:cNvPr>
              <p:cNvSpPr/>
              <p:nvPr/>
            </p:nvSpPr>
            <p:spPr>
              <a:xfrm>
                <a:off x="5710711" y="3506281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7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7" y="0"/>
                    </a:cubicBezTo>
                    <a:cubicBezTo>
                      <a:pt x="79067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" name="Forme libre : forme 268">
                <a:extLst>
                  <a:ext uri="{FF2B5EF4-FFF2-40B4-BE49-F238E27FC236}">
                    <a16:creationId xmlns:a16="http://schemas.microsoft.com/office/drawing/2014/main" id="{70536ABB-A0A3-49B7-994B-5475B593193E}"/>
                  </a:ext>
                </a:extLst>
              </p:cNvPr>
              <p:cNvSpPr/>
              <p:nvPr/>
            </p:nvSpPr>
            <p:spPr>
              <a:xfrm>
                <a:off x="5710711" y="3472193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3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3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" name="Forme libre : forme 269">
                <a:extLst>
                  <a:ext uri="{FF2B5EF4-FFF2-40B4-BE49-F238E27FC236}">
                    <a16:creationId xmlns:a16="http://schemas.microsoft.com/office/drawing/2014/main" id="{FAC3AC89-3B12-471F-A582-BDF7109C8BCB}"/>
                  </a:ext>
                </a:extLst>
              </p:cNvPr>
              <p:cNvSpPr/>
              <p:nvPr/>
            </p:nvSpPr>
            <p:spPr>
              <a:xfrm>
                <a:off x="5717673" y="3476834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2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122" y="2765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Forme libre : forme 270">
                <a:extLst>
                  <a:ext uri="{FF2B5EF4-FFF2-40B4-BE49-F238E27FC236}">
                    <a16:creationId xmlns:a16="http://schemas.microsoft.com/office/drawing/2014/main" id="{1DBF128A-92E4-40D1-A70A-2404E45B412A}"/>
                  </a:ext>
                </a:extLst>
              </p:cNvPr>
              <p:cNvSpPr/>
              <p:nvPr/>
            </p:nvSpPr>
            <p:spPr>
              <a:xfrm>
                <a:off x="5717681" y="3516573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4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4"/>
                      <a:pt x="6807" y="13614"/>
                    </a:cubicBezTo>
                    <a:cubicBezTo>
                      <a:pt x="3047" y="13614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orme libre : forme 271">
                <a:extLst>
                  <a:ext uri="{FF2B5EF4-FFF2-40B4-BE49-F238E27FC236}">
                    <a16:creationId xmlns:a16="http://schemas.microsoft.com/office/drawing/2014/main" id="{27250B11-CF37-4437-8DA1-07D5D1A6E783}"/>
                  </a:ext>
                </a:extLst>
              </p:cNvPr>
              <p:cNvSpPr/>
              <p:nvPr/>
            </p:nvSpPr>
            <p:spPr>
              <a:xfrm>
                <a:off x="5730042" y="3509330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73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782536" y="3525122"/>
              <a:ext cx="83314" cy="83314"/>
              <a:chOff x="5782536" y="3525122"/>
              <a:chExt cx="83314" cy="83314"/>
            </a:xfrm>
            <a:solidFill>
              <a:schemeClr val="accent1"/>
            </a:solidFill>
          </p:grpSpPr>
          <p:sp>
            <p:nvSpPr>
              <p:cNvPr id="274" name="Forme libre : forme 273">
                <a:extLst>
                  <a:ext uri="{FF2B5EF4-FFF2-40B4-BE49-F238E27FC236}">
                    <a16:creationId xmlns:a16="http://schemas.microsoft.com/office/drawing/2014/main" id="{66530E2B-0547-49B9-B414-DA11C4F17A74}"/>
                  </a:ext>
                </a:extLst>
              </p:cNvPr>
              <p:cNvSpPr/>
              <p:nvPr/>
            </p:nvSpPr>
            <p:spPr>
              <a:xfrm>
                <a:off x="5782536" y="3525122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3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3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" name="Forme libre : forme 274">
                <a:extLst>
                  <a:ext uri="{FF2B5EF4-FFF2-40B4-BE49-F238E27FC236}">
                    <a16:creationId xmlns:a16="http://schemas.microsoft.com/office/drawing/2014/main" id="{2C346E34-45C2-4539-929F-302FF41ED74B}"/>
                  </a:ext>
                </a:extLst>
              </p:cNvPr>
              <p:cNvSpPr/>
              <p:nvPr/>
            </p:nvSpPr>
            <p:spPr>
              <a:xfrm>
                <a:off x="5782536" y="3559210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Forme libre : forme 275">
                <a:extLst>
                  <a:ext uri="{FF2B5EF4-FFF2-40B4-BE49-F238E27FC236}">
                    <a16:creationId xmlns:a16="http://schemas.microsoft.com/office/drawing/2014/main" id="{096802AA-4D1A-481C-8319-EE5AC0AEC209}"/>
                  </a:ext>
                </a:extLst>
              </p:cNvPr>
              <p:cNvSpPr/>
              <p:nvPr/>
            </p:nvSpPr>
            <p:spPr>
              <a:xfrm>
                <a:off x="5782536" y="3525122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3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3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Forme libre : forme 276">
                <a:extLst>
                  <a:ext uri="{FF2B5EF4-FFF2-40B4-BE49-F238E27FC236}">
                    <a16:creationId xmlns:a16="http://schemas.microsoft.com/office/drawing/2014/main" id="{348F7ACA-8F79-4750-9733-2221AB8BB273}"/>
                  </a:ext>
                </a:extLst>
              </p:cNvPr>
              <p:cNvSpPr/>
              <p:nvPr/>
            </p:nvSpPr>
            <p:spPr>
              <a:xfrm>
                <a:off x="5789498" y="3529708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6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6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7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122" y="2819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Forme libre : forme 277">
                <a:extLst>
                  <a:ext uri="{FF2B5EF4-FFF2-40B4-BE49-F238E27FC236}">
                    <a16:creationId xmlns:a16="http://schemas.microsoft.com/office/drawing/2014/main" id="{6AFF7F12-EA40-4EDB-B71F-29F85FB1F226}"/>
                  </a:ext>
                </a:extLst>
              </p:cNvPr>
              <p:cNvSpPr/>
              <p:nvPr/>
            </p:nvSpPr>
            <p:spPr>
              <a:xfrm>
                <a:off x="5789452" y="3569447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Forme libre : forme 278">
                <a:extLst>
                  <a:ext uri="{FF2B5EF4-FFF2-40B4-BE49-F238E27FC236}">
                    <a16:creationId xmlns:a16="http://schemas.microsoft.com/office/drawing/2014/main" id="{B6541513-67E5-416B-8946-2812F6A63989}"/>
                  </a:ext>
                </a:extLst>
              </p:cNvPr>
              <p:cNvSpPr/>
              <p:nvPr/>
            </p:nvSpPr>
            <p:spPr>
              <a:xfrm>
                <a:off x="5801867" y="3562259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80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662139" y="3613174"/>
              <a:ext cx="83314" cy="83368"/>
              <a:chOff x="5662139" y="3613174"/>
              <a:chExt cx="83314" cy="83368"/>
            </a:xfrm>
            <a:solidFill>
              <a:schemeClr val="accent1"/>
            </a:solidFill>
          </p:grpSpPr>
          <p:sp>
            <p:nvSpPr>
              <p:cNvPr id="281" name="Forme libre : forme 280">
                <a:extLst>
                  <a:ext uri="{FF2B5EF4-FFF2-40B4-BE49-F238E27FC236}">
                    <a16:creationId xmlns:a16="http://schemas.microsoft.com/office/drawing/2014/main" id="{59547FA5-9DEF-4DA4-9CC1-DCC8DDC00F3D}"/>
                  </a:ext>
                </a:extLst>
              </p:cNvPr>
              <p:cNvSpPr/>
              <p:nvPr/>
            </p:nvSpPr>
            <p:spPr>
              <a:xfrm>
                <a:off x="5662139" y="3613174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" name="Forme libre : forme 281">
                <a:extLst>
                  <a:ext uri="{FF2B5EF4-FFF2-40B4-BE49-F238E27FC236}">
                    <a16:creationId xmlns:a16="http://schemas.microsoft.com/office/drawing/2014/main" id="{689A7450-F083-448F-A4F6-38ABC4735C28}"/>
                  </a:ext>
                </a:extLst>
              </p:cNvPr>
              <p:cNvSpPr/>
              <p:nvPr/>
            </p:nvSpPr>
            <p:spPr>
              <a:xfrm>
                <a:off x="5662139" y="3647316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" name="Forme libre : forme 282">
                <a:extLst>
                  <a:ext uri="{FF2B5EF4-FFF2-40B4-BE49-F238E27FC236}">
                    <a16:creationId xmlns:a16="http://schemas.microsoft.com/office/drawing/2014/main" id="{ACF2F7BA-BA89-4E42-825B-C6CB635F240B}"/>
                  </a:ext>
                </a:extLst>
              </p:cNvPr>
              <p:cNvSpPr/>
              <p:nvPr/>
            </p:nvSpPr>
            <p:spPr>
              <a:xfrm>
                <a:off x="5662139" y="3613174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" name="Forme libre : forme 283">
                <a:extLst>
                  <a:ext uri="{FF2B5EF4-FFF2-40B4-BE49-F238E27FC236}">
                    <a16:creationId xmlns:a16="http://schemas.microsoft.com/office/drawing/2014/main" id="{EEBE2F00-AC48-45DF-A93C-C099072BC07B}"/>
                  </a:ext>
                </a:extLst>
              </p:cNvPr>
              <p:cNvSpPr/>
              <p:nvPr/>
            </p:nvSpPr>
            <p:spPr>
              <a:xfrm>
                <a:off x="5669100" y="3617815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6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2" y="17086"/>
                      <a:pt x="2078" y="20027"/>
                      <a:pt x="989" y="23294"/>
                    </a:cubicBezTo>
                    <a:cubicBezTo>
                      <a:pt x="-1680" y="31244"/>
                      <a:pt x="1261" y="40501"/>
                      <a:pt x="7305" y="46328"/>
                    </a:cubicBezTo>
                    <a:cubicBezTo>
                      <a:pt x="10572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8" y="32497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7" y="8972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6" y="804"/>
                    </a:cubicBezTo>
                    <a:cubicBezTo>
                      <a:pt x="19122" y="2765"/>
                      <a:pt x="11880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" name="Forme libre : forme 284">
                <a:extLst>
                  <a:ext uri="{FF2B5EF4-FFF2-40B4-BE49-F238E27FC236}">
                    <a16:creationId xmlns:a16="http://schemas.microsoft.com/office/drawing/2014/main" id="{0F17356A-E54A-4D98-8024-F848E5EDE166}"/>
                  </a:ext>
                </a:extLst>
              </p:cNvPr>
              <p:cNvSpPr/>
              <p:nvPr/>
            </p:nvSpPr>
            <p:spPr>
              <a:xfrm>
                <a:off x="5669109" y="3657553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" name="Forme libre : forme 285">
                <a:extLst>
                  <a:ext uri="{FF2B5EF4-FFF2-40B4-BE49-F238E27FC236}">
                    <a16:creationId xmlns:a16="http://schemas.microsoft.com/office/drawing/2014/main" id="{6A20D4EB-CD96-42A0-B91F-6A2562FBD44B}"/>
                  </a:ext>
                </a:extLst>
              </p:cNvPr>
              <p:cNvSpPr/>
              <p:nvPr/>
            </p:nvSpPr>
            <p:spPr>
              <a:xfrm>
                <a:off x="5681470" y="3650366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87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715177" y="3555997"/>
              <a:ext cx="83314" cy="83314"/>
              <a:chOff x="5715177" y="3555997"/>
              <a:chExt cx="83314" cy="83314"/>
            </a:xfrm>
            <a:solidFill>
              <a:schemeClr val="accent1"/>
            </a:solidFill>
          </p:grpSpPr>
          <p:sp>
            <p:nvSpPr>
              <p:cNvPr id="288" name="Forme libre : forme 287">
                <a:extLst>
                  <a:ext uri="{FF2B5EF4-FFF2-40B4-BE49-F238E27FC236}">
                    <a16:creationId xmlns:a16="http://schemas.microsoft.com/office/drawing/2014/main" id="{995A6FF3-1BEE-4CF7-9F1D-A4EA84CE9A18}"/>
                  </a:ext>
                </a:extLst>
              </p:cNvPr>
              <p:cNvSpPr/>
              <p:nvPr/>
            </p:nvSpPr>
            <p:spPr>
              <a:xfrm>
                <a:off x="5715177" y="3555997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" name="Forme libre : forme 288">
                <a:extLst>
                  <a:ext uri="{FF2B5EF4-FFF2-40B4-BE49-F238E27FC236}">
                    <a16:creationId xmlns:a16="http://schemas.microsoft.com/office/drawing/2014/main" id="{8EEA3619-B9F2-4C2C-9B5E-370EC1957900}"/>
                  </a:ext>
                </a:extLst>
              </p:cNvPr>
              <p:cNvSpPr/>
              <p:nvPr/>
            </p:nvSpPr>
            <p:spPr>
              <a:xfrm>
                <a:off x="5715177" y="3590085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" name="Forme libre : forme 289">
                <a:extLst>
                  <a:ext uri="{FF2B5EF4-FFF2-40B4-BE49-F238E27FC236}">
                    <a16:creationId xmlns:a16="http://schemas.microsoft.com/office/drawing/2014/main" id="{88FF0250-A7B6-4DC8-BFF4-52C9298E0DF8}"/>
                  </a:ext>
                </a:extLst>
              </p:cNvPr>
              <p:cNvSpPr/>
              <p:nvPr/>
            </p:nvSpPr>
            <p:spPr>
              <a:xfrm>
                <a:off x="5715177" y="3555997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" name="Forme libre : forme 290">
                <a:extLst>
                  <a:ext uri="{FF2B5EF4-FFF2-40B4-BE49-F238E27FC236}">
                    <a16:creationId xmlns:a16="http://schemas.microsoft.com/office/drawing/2014/main" id="{D6BA3EC1-2165-4A5C-8516-BD019A98A8C5}"/>
                  </a:ext>
                </a:extLst>
              </p:cNvPr>
              <p:cNvSpPr/>
              <p:nvPr/>
            </p:nvSpPr>
            <p:spPr>
              <a:xfrm>
                <a:off x="5722138" y="3560584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6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8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2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122" y="2819"/>
                      <a:pt x="11879" y="7666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" name="Forme libre : forme 291">
                <a:extLst>
                  <a:ext uri="{FF2B5EF4-FFF2-40B4-BE49-F238E27FC236}">
                    <a16:creationId xmlns:a16="http://schemas.microsoft.com/office/drawing/2014/main" id="{C42B7457-C401-407A-AD9D-44ED7172C38F}"/>
                  </a:ext>
                </a:extLst>
              </p:cNvPr>
              <p:cNvSpPr/>
              <p:nvPr/>
            </p:nvSpPr>
            <p:spPr>
              <a:xfrm>
                <a:off x="5722147" y="3600323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4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4"/>
                      <a:pt x="6807" y="13614"/>
                    </a:cubicBezTo>
                    <a:cubicBezTo>
                      <a:pt x="3048" y="13614"/>
                      <a:pt x="0" y="10566"/>
                      <a:pt x="0" y="6807"/>
                    </a:cubicBezTo>
                    <a:cubicBezTo>
                      <a:pt x="0" y="3047"/>
                      <a:pt x="3048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" name="Forme libre : forme 292">
                <a:extLst>
                  <a:ext uri="{FF2B5EF4-FFF2-40B4-BE49-F238E27FC236}">
                    <a16:creationId xmlns:a16="http://schemas.microsoft.com/office/drawing/2014/main" id="{15DC521C-5813-4AF8-BAB3-2B6C14B6CA19}"/>
                  </a:ext>
                </a:extLst>
              </p:cNvPr>
              <p:cNvSpPr/>
              <p:nvPr/>
            </p:nvSpPr>
            <p:spPr>
              <a:xfrm>
                <a:off x="5734508" y="3593135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94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574196" y="3635064"/>
              <a:ext cx="83314" cy="83314"/>
              <a:chOff x="5574196" y="3635064"/>
              <a:chExt cx="83314" cy="83314"/>
            </a:xfrm>
            <a:solidFill>
              <a:schemeClr val="accent1"/>
            </a:solidFill>
          </p:grpSpPr>
          <p:sp>
            <p:nvSpPr>
              <p:cNvPr id="295" name="Forme libre : forme 294">
                <a:extLst>
                  <a:ext uri="{FF2B5EF4-FFF2-40B4-BE49-F238E27FC236}">
                    <a16:creationId xmlns:a16="http://schemas.microsoft.com/office/drawing/2014/main" id="{D5073EE9-9794-4AF6-BADD-4AA382AC6D2B}"/>
                  </a:ext>
                </a:extLst>
              </p:cNvPr>
              <p:cNvSpPr/>
              <p:nvPr/>
            </p:nvSpPr>
            <p:spPr>
              <a:xfrm>
                <a:off x="5574196" y="3635064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1"/>
                      <a:pt x="18651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" name="Forme libre : forme 295">
                <a:extLst>
                  <a:ext uri="{FF2B5EF4-FFF2-40B4-BE49-F238E27FC236}">
                    <a16:creationId xmlns:a16="http://schemas.microsoft.com/office/drawing/2014/main" id="{A373D741-37C2-4639-A877-6F00DEA038E4}"/>
                  </a:ext>
                </a:extLst>
              </p:cNvPr>
              <p:cNvSpPr/>
              <p:nvPr/>
            </p:nvSpPr>
            <p:spPr>
              <a:xfrm>
                <a:off x="5574196" y="3669152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5 w 83314"/>
                  <a:gd name="connsiteY4" fmla="*/ 7569 h 49226"/>
                  <a:gd name="connsiteX5" fmla="*/ 82607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3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5" y="30603"/>
                      <a:pt x="83315" y="7569"/>
                    </a:cubicBezTo>
                    <a:cubicBezTo>
                      <a:pt x="83315" y="5010"/>
                      <a:pt x="83042" y="2450"/>
                      <a:pt x="82607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" name="Forme libre : forme 296">
                <a:extLst>
                  <a:ext uri="{FF2B5EF4-FFF2-40B4-BE49-F238E27FC236}">
                    <a16:creationId xmlns:a16="http://schemas.microsoft.com/office/drawing/2014/main" id="{1CA7636B-58B6-42A4-8D74-DB9301C854B5}"/>
                  </a:ext>
                </a:extLst>
              </p:cNvPr>
              <p:cNvSpPr/>
              <p:nvPr/>
            </p:nvSpPr>
            <p:spPr>
              <a:xfrm>
                <a:off x="5574196" y="3635064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1"/>
                      <a:pt x="18651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" name="Forme libre : forme 297">
                <a:extLst>
                  <a:ext uri="{FF2B5EF4-FFF2-40B4-BE49-F238E27FC236}">
                    <a16:creationId xmlns:a16="http://schemas.microsoft.com/office/drawing/2014/main" id="{9759383E-DD3D-4130-B332-2C7AE4809A22}"/>
                  </a:ext>
                </a:extLst>
              </p:cNvPr>
              <p:cNvSpPr/>
              <p:nvPr/>
            </p:nvSpPr>
            <p:spPr>
              <a:xfrm>
                <a:off x="5581157" y="3639651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6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6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122" y="2819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" name="Forme libre : forme 298">
                <a:extLst>
                  <a:ext uri="{FF2B5EF4-FFF2-40B4-BE49-F238E27FC236}">
                    <a16:creationId xmlns:a16="http://schemas.microsoft.com/office/drawing/2014/main" id="{C768D08C-F1D3-40C5-9A28-FC6D5F922264}"/>
                  </a:ext>
                </a:extLst>
              </p:cNvPr>
              <p:cNvSpPr/>
              <p:nvPr/>
            </p:nvSpPr>
            <p:spPr>
              <a:xfrm>
                <a:off x="5581166" y="3679389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" name="Forme libre : forme 299">
                <a:extLst>
                  <a:ext uri="{FF2B5EF4-FFF2-40B4-BE49-F238E27FC236}">
                    <a16:creationId xmlns:a16="http://schemas.microsoft.com/office/drawing/2014/main" id="{5528A432-FE50-4330-AB04-42B250734E79}"/>
                  </a:ext>
                </a:extLst>
              </p:cNvPr>
              <p:cNvSpPr/>
              <p:nvPr/>
            </p:nvSpPr>
            <p:spPr>
              <a:xfrm>
                <a:off x="5593527" y="3672202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1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590423" y="3693221"/>
              <a:ext cx="83314" cy="83314"/>
              <a:chOff x="5590423" y="3693221"/>
              <a:chExt cx="83314" cy="83314"/>
            </a:xfrm>
            <a:solidFill>
              <a:schemeClr val="accent1"/>
            </a:solidFill>
          </p:grpSpPr>
          <p:sp>
            <p:nvSpPr>
              <p:cNvPr id="302" name="Forme libre : forme 301">
                <a:extLst>
                  <a:ext uri="{FF2B5EF4-FFF2-40B4-BE49-F238E27FC236}">
                    <a16:creationId xmlns:a16="http://schemas.microsoft.com/office/drawing/2014/main" id="{F767F4E4-3B52-488D-AB05-7B9BE165A030}"/>
                  </a:ext>
                </a:extLst>
              </p:cNvPr>
              <p:cNvSpPr/>
              <p:nvPr/>
            </p:nvSpPr>
            <p:spPr>
              <a:xfrm>
                <a:off x="5590423" y="3693221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Forme libre : forme 302">
                <a:extLst>
                  <a:ext uri="{FF2B5EF4-FFF2-40B4-BE49-F238E27FC236}">
                    <a16:creationId xmlns:a16="http://schemas.microsoft.com/office/drawing/2014/main" id="{57721695-7E72-48A3-802E-0483D1B4606D}"/>
                  </a:ext>
                </a:extLst>
              </p:cNvPr>
              <p:cNvSpPr/>
              <p:nvPr/>
            </p:nvSpPr>
            <p:spPr>
              <a:xfrm>
                <a:off x="5590423" y="3727309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67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Forme libre : forme 303">
                <a:extLst>
                  <a:ext uri="{FF2B5EF4-FFF2-40B4-BE49-F238E27FC236}">
                    <a16:creationId xmlns:a16="http://schemas.microsoft.com/office/drawing/2014/main" id="{7577C6CA-12AD-4918-8328-595264B551BB}"/>
                  </a:ext>
                </a:extLst>
              </p:cNvPr>
              <p:cNvSpPr/>
              <p:nvPr/>
            </p:nvSpPr>
            <p:spPr>
              <a:xfrm>
                <a:off x="5590423" y="3693221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" name="Forme libre : forme 304">
                <a:extLst>
                  <a:ext uri="{FF2B5EF4-FFF2-40B4-BE49-F238E27FC236}">
                    <a16:creationId xmlns:a16="http://schemas.microsoft.com/office/drawing/2014/main" id="{44926502-B653-4AB1-899D-BB856FE0E9A4}"/>
                  </a:ext>
                </a:extLst>
              </p:cNvPr>
              <p:cNvSpPr/>
              <p:nvPr/>
            </p:nvSpPr>
            <p:spPr>
              <a:xfrm>
                <a:off x="5597439" y="3697862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6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6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6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6" y="804"/>
                    </a:cubicBezTo>
                    <a:cubicBezTo>
                      <a:pt x="19067" y="2765"/>
                      <a:pt x="11825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" name="Forme libre : forme 305">
                <a:extLst>
                  <a:ext uri="{FF2B5EF4-FFF2-40B4-BE49-F238E27FC236}">
                    <a16:creationId xmlns:a16="http://schemas.microsoft.com/office/drawing/2014/main" id="{A148B8B5-96C6-4550-9A14-197BF9C32AC3}"/>
                  </a:ext>
                </a:extLst>
              </p:cNvPr>
              <p:cNvSpPr/>
              <p:nvPr/>
            </p:nvSpPr>
            <p:spPr>
              <a:xfrm>
                <a:off x="5597393" y="3737601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" name="Forme libre : forme 306">
                <a:extLst>
                  <a:ext uri="{FF2B5EF4-FFF2-40B4-BE49-F238E27FC236}">
                    <a16:creationId xmlns:a16="http://schemas.microsoft.com/office/drawing/2014/main" id="{EB1F280C-00A6-4A75-B6FA-E5C0B0196087}"/>
                  </a:ext>
                </a:extLst>
              </p:cNvPr>
              <p:cNvSpPr/>
              <p:nvPr/>
            </p:nvSpPr>
            <p:spPr>
              <a:xfrm>
                <a:off x="5609808" y="3730358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8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380612" y="3761288"/>
              <a:ext cx="83314" cy="83314"/>
              <a:chOff x="5380612" y="3761288"/>
              <a:chExt cx="83314" cy="83314"/>
            </a:xfrm>
            <a:solidFill>
              <a:schemeClr val="accent1"/>
            </a:solidFill>
          </p:grpSpPr>
          <p:sp>
            <p:nvSpPr>
              <p:cNvPr id="309" name="Forme libre : forme 308">
                <a:extLst>
                  <a:ext uri="{FF2B5EF4-FFF2-40B4-BE49-F238E27FC236}">
                    <a16:creationId xmlns:a16="http://schemas.microsoft.com/office/drawing/2014/main" id="{F82F1176-6D9F-4764-AB45-39A25E1C3454}"/>
                  </a:ext>
                </a:extLst>
              </p:cNvPr>
              <p:cNvSpPr/>
              <p:nvPr/>
            </p:nvSpPr>
            <p:spPr>
              <a:xfrm>
                <a:off x="5380612" y="3761288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" name="Forme libre : forme 309">
                <a:extLst>
                  <a:ext uri="{FF2B5EF4-FFF2-40B4-BE49-F238E27FC236}">
                    <a16:creationId xmlns:a16="http://schemas.microsoft.com/office/drawing/2014/main" id="{9A4C4491-5900-49EB-9075-6FF6FC13DF4A}"/>
                  </a:ext>
                </a:extLst>
              </p:cNvPr>
              <p:cNvSpPr/>
              <p:nvPr/>
            </p:nvSpPr>
            <p:spPr>
              <a:xfrm>
                <a:off x="5380612" y="3795376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67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" name="Forme libre : forme 310">
                <a:extLst>
                  <a:ext uri="{FF2B5EF4-FFF2-40B4-BE49-F238E27FC236}">
                    <a16:creationId xmlns:a16="http://schemas.microsoft.com/office/drawing/2014/main" id="{48A89BCC-BA4C-4A5C-A41A-C8EE18E231A6}"/>
                  </a:ext>
                </a:extLst>
              </p:cNvPr>
              <p:cNvSpPr/>
              <p:nvPr/>
            </p:nvSpPr>
            <p:spPr>
              <a:xfrm>
                <a:off x="5380612" y="3761288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" name="Forme libre : forme 311">
                <a:extLst>
                  <a:ext uri="{FF2B5EF4-FFF2-40B4-BE49-F238E27FC236}">
                    <a16:creationId xmlns:a16="http://schemas.microsoft.com/office/drawing/2014/main" id="{C636FBC8-E125-4DD2-82E7-44A6918CAC12}"/>
                  </a:ext>
                </a:extLst>
              </p:cNvPr>
              <p:cNvSpPr/>
              <p:nvPr/>
            </p:nvSpPr>
            <p:spPr>
              <a:xfrm>
                <a:off x="5387574" y="3765874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8" y="32497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122" y="2819"/>
                      <a:pt x="11879" y="7666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" name="Forme libre : forme 312">
                <a:extLst>
                  <a:ext uri="{FF2B5EF4-FFF2-40B4-BE49-F238E27FC236}">
                    <a16:creationId xmlns:a16="http://schemas.microsoft.com/office/drawing/2014/main" id="{8F386B45-A599-4DC1-AAD3-A5D30B618787}"/>
                  </a:ext>
                </a:extLst>
              </p:cNvPr>
              <p:cNvSpPr/>
              <p:nvPr/>
            </p:nvSpPr>
            <p:spPr>
              <a:xfrm>
                <a:off x="5387583" y="3805613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3"/>
                      <a:pt x="6807" y="13613"/>
                    </a:cubicBezTo>
                    <a:cubicBezTo>
                      <a:pt x="3048" y="13613"/>
                      <a:pt x="0" y="10566"/>
                      <a:pt x="0" y="6807"/>
                    </a:cubicBezTo>
                    <a:cubicBezTo>
                      <a:pt x="0" y="3047"/>
                      <a:pt x="3048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" name="Forme libre : forme 313">
                <a:extLst>
                  <a:ext uri="{FF2B5EF4-FFF2-40B4-BE49-F238E27FC236}">
                    <a16:creationId xmlns:a16="http://schemas.microsoft.com/office/drawing/2014/main" id="{C129D8C1-562A-42C3-A707-89D1C8168648}"/>
                  </a:ext>
                </a:extLst>
              </p:cNvPr>
              <p:cNvSpPr/>
              <p:nvPr/>
            </p:nvSpPr>
            <p:spPr>
              <a:xfrm>
                <a:off x="5399944" y="3798425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5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522029" y="3802945"/>
              <a:ext cx="83314" cy="83314"/>
              <a:chOff x="5522029" y="3802945"/>
              <a:chExt cx="83314" cy="83314"/>
            </a:xfrm>
            <a:solidFill>
              <a:schemeClr val="accent1"/>
            </a:solidFill>
          </p:grpSpPr>
          <p:sp>
            <p:nvSpPr>
              <p:cNvPr id="316" name="Forme libre : forme 315">
                <a:extLst>
                  <a:ext uri="{FF2B5EF4-FFF2-40B4-BE49-F238E27FC236}">
                    <a16:creationId xmlns:a16="http://schemas.microsoft.com/office/drawing/2014/main" id="{419C90A4-E46F-4EA3-A052-0296EAA02C9B}"/>
                  </a:ext>
                </a:extLst>
              </p:cNvPr>
              <p:cNvSpPr/>
              <p:nvPr/>
            </p:nvSpPr>
            <p:spPr>
              <a:xfrm>
                <a:off x="5522029" y="3802945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" name="Forme libre : forme 316">
                <a:extLst>
                  <a:ext uri="{FF2B5EF4-FFF2-40B4-BE49-F238E27FC236}">
                    <a16:creationId xmlns:a16="http://schemas.microsoft.com/office/drawing/2014/main" id="{6EE79E0E-7D6D-437D-9369-6B63D4F49ECF}"/>
                  </a:ext>
                </a:extLst>
              </p:cNvPr>
              <p:cNvSpPr/>
              <p:nvPr/>
            </p:nvSpPr>
            <p:spPr>
              <a:xfrm>
                <a:off x="5522029" y="3837033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2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" name="Forme libre : forme 317">
                <a:extLst>
                  <a:ext uri="{FF2B5EF4-FFF2-40B4-BE49-F238E27FC236}">
                    <a16:creationId xmlns:a16="http://schemas.microsoft.com/office/drawing/2014/main" id="{8BAFAE33-896E-4B94-9ECD-7B850AD5A3A7}"/>
                  </a:ext>
                </a:extLst>
              </p:cNvPr>
              <p:cNvSpPr/>
              <p:nvPr/>
            </p:nvSpPr>
            <p:spPr>
              <a:xfrm>
                <a:off x="5522029" y="3802945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" name="Forme libre : forme 318">
                <a:extLst>
                  <a:ext uri="{FF2B5EF4-FFF2-40B4-BE49-F238E27FC236}">
                    <a16:creationId xmlns:a16="http://schemas.microsoft.com/office/drawing/2014/main" id="{F55B4F1F-B196-41B8-A8BE-0EADE19A1828}"/>
                  </a:ext>
                </a:extLst>
              </p:cNvPr>
              <p:cNvSpPr/>
              <p:nvPr/>
            </p:nvSpPr>
            <p:spPr>
              <a:xfrm>
                <a:off x="5528990" y="3807532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6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6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6"/>
                      <a:pt x="989" y="23294"/>
                    </a:cubicBezTo>
                    <a:cubicBezTo>
                      <a:pt x="-1679" y="31244"/>
                      <a:pt x="1261" y="40501"/>
                      <a:pt x="7306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6"/>
                      <a:pt x="33933" y="25309"/>
                    </a:cubicBezTo>
                    <a:cubicBezTo>
                      <a:pt x="34914" y="20789"/>
                      <a:pt x="37582" y="16814"/>
                      <a:pt x="38671" y="12294"/>
                    </a:cubicBezTo>
                    <a:cubicBezTo>
                      <a:pt x="39488" y="8972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6" y="804"/>
                    </a:cubicBezTo>
                    <a:cubicBezTo>
                      <a:pt x="19122" y="2819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" name="Forme libre : forme 319">
                <a:extLst>
                  <a:ext uri="{FF2B5EF4-FFF2-40B4-BE49-F238E27FC236}">
                    <a16:creationId xmlns:a16="http://schemas.microsoft.com/office/drawing/2014/main" id="{0D545C80-769A-43C8-943A-A02AD5FDBEDD}"/>
                  </a:ext>
                </a:extLst>
              </p:cNvPr>
              <p:cNvSpPr/>
              <p:nvPr/>
            </p:nvSpPr>
            <p:spPr>
              <a:xfrm>
                <a:off x="5528945" y="3847271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" name="Forme libre : forme 320">
                <a:extLst>
                  <a:ext uri="{FF2B5EF4-FFF2-40B4-BE49-F238E27FC236}">
                    <a16:creationId xmlns:a16="http://schemas.microsoft.com/office/drawing/2014/main" id="{085E3B42-97A4-41C0-9393-DC672C888E05}"/>
                  </a:ext>
                </a:extLst>
              </p:cNvPr>
              <p:cNvSpPr/>
              <p:nvPr/>
            </p:nvSpPr>
            <p:spPr>
              <a:xfrm>
                <a:off x="5541360" y="3840083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2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592982" y="3770763"/>
              <a:ext cx="83314" cy="83314"/>
              <a:chOff x="5592982" y="3770763"/>
              <a:chExt cx="83314" cy="83314"/>
            </a:xfrm>
            <a:solidFill>
              <a:schemeClr val="accent1"/>
            </a:solidFill>
          </p:grpSpPr>
          <p:sp>
            <p:nvSpPr>
              <p:cNvPr id="323" name="Forme libre : forme 322">
                <a:extLst>
                  <a:ext uri="{FF2B5EF4-FFF2-40B4-BE49-F238E27FC236}">
                    <a16:creationId xmlns:a16="http://schemas.microsoft.com/office/drawing/2014/main" id="{741977CA-B452-4608-A5D4-5BEF25C6990F}"/>
                  </a:ext>
                </a:extLst>
              </p:cNvPr>
              <p:cNvSpPr/>
              <p:nvPr/>
            </p:nvSpPr>
            <p:spPr>
              <a:xfrm>
                <a:off x="5592982" y="3770763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" name="Forme libre : forme 323">
                <a:extLst>
                  <a:ext uri="{FF2B5EF4-FFF2-40B4-BE49-F238E27FC236}">
                    <a16:creationId xmlns:a16="http://schemas.microsoft.com/office/drawing/2014/main" id="{2D99A0E6-9AA3-4F53-8500-66362A8EE579}"/>
                  </a:ext>
                </a:extLst>
              </p:cNvPr>
              <p:cNvSpPr/>
              <p:nvPr/>
            </p:nvSpPr>
            <p:spPr>
              <a:xfrm>
                <a:off x="5592982" y="3804851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" name="Forme libre : forme 324">
                <a:extLst>
                  <a:ext uri="{FF2B5EF4-FFF2-40B4-BE49-F238E27FC236}">
                    <a16:creationId xmlns:a16="http://schemas.microsoft.com/office/drawing/2014/main" id="{16603AD5-701F-4AE9-9FAB-647F2166325E}"/>
                  </a:ext>
                </a:extLst>
              </p:cNvPr>
              <p:cNvSpPr/>
              <p:nvPr/>
            </p:nvSpPr>
            <p:spPr>
              <a:xfrm>
                <a:off x="5592982" y="3770763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" name="Forme libre : forme 325">
                <a:extLst>
                  <a:ext uri="{FF2B5EF4-FFF2-40B4-BE49-F238E27FC236}">
                    <a16:creationId xmlns:a16="http://schemas.microsoft.com/office/drawing/2014/main" id="{F7BB9DE6-E70D-4AD9-A5C0-CE1DB662CA64}"/>
                  </a:ext>
                </a:extLst>
              </p:cNvPr>
              <p:cNvSpPr/>
              <p:nvPr/>
            </p:nvSpPr>
            <p:spPr>
              <a:xfrm>
                <a:off x="5599944" y="3775404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8" y="32497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122" y="2765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" name="Forme libre : forme 326">
                <a:extLst>
                  <a:ext uri="{FF2B5EF4-FFF2-40B4-BE49-F238E27FC236}">
                    <a16:creationId xmlns:a16="http://schemas.microsoft.com/office/drawing/2014/main" id="{FEB0E35F-6289-4AFA-BC3B-9BA13A96DFBF}"/>
                  </a:ext>
                </a:extLst>
              </p:cNvPr>
              <p:cNvSpPr/>
              <p:nvPr/>
            </p:nvSpPr>
            <p:spPr>
              <a:xfrm>
                <a:off x="5599898" y="3815143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" name="Forme libre : forme 327">
                <a:extLst>
                  <a:ext uri="{FF2B5EF4-FFF2-40B4-BE49-F238E27FC236}">
                    <a16:creationId xmlns:a16="http://schemas.microsoft.com/office/drawing/2014/main" id="{8E92851C-9C9F-488E-8415-DEF2BC43BE7D}"/>
                  </a:ext>
                </a:extLst>
              </p:cNvPr>
              <p:cNvSpPr/>
              <p:nvPr/>
            </p:nvSpPr>
            <p:spPr>
              <a:xfrm>
                <a:off x="5612313" y="3807900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9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495347" y="3719631"/>
              <a:ext cx="83314" cy="83314"/>
              <a:chOff x="5495347" y="3719631"/>
              <a:chExt cx="83314" cy="83314"/>
            </a:xfrm>
            <a:solidFill>
              <a:schemeClr val="accent1"/>
            </a:solidFill>
          </p:grpSpPr>
          <p:sp>
            <p:nvSpPr>
              <p:cNvPr id="330" name="Forme libre : forme 329">
                <a:extLst>
                  <a:ext uri="{FF2B5EF4-FFF2-40B4-BE49-F238E27FC236}">
                    <a16:creationId xmlns:a16="http://schemas.microsoft.com/office/drawing/2014/main" id="{E692A39F-E213-4B19-92A3-E26A69392B1D}"/>
                  </a:ext>
                </a:extLst>
              </p:cNvPr>
              <p:cNvSpPr/>
              <p:nvPr/>
            </p:nvSpPr>
            <p:spPr>
              <a:xfrm>
                <a:off x="5495347" y="3719631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" name="Forme libre : forme 330">
                <a:extLst>
                  <a:ext uri="{FF2B5EF4-FFF2-40B4-BE49-F238E27FC236}">
                    <a16:creationId xmlns:a16="http://schemas.microsoft.com/office/drawing/2014/main" id="{780E57A9-D044-41BD-9AAE-6EA9491CE314}"/>
                  </a:ext>
                </a:extLst>
              </p:cNvPr>
              <p:cNvSpPr/>
              <p:nvPr/>
            </p:nvSpPr>
            <p:spPr>
              <a:xfrm>
                <a:off x="5495347" y="3753719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" name="Forme libre : forme 331">
                <a:extLst>
                  <a:ext uri="{FF2B5EF4-FFF2-40B4-BE49-F238E27FC236}">
                    <a16:creationId xmlns:a16="http://schemas.microsoft.com/office/drawing/2014/main" id="{B351DB1C-F8C2-4861-B48C-F4F24B9316EE}"/>
                  </a:ext>
                </a:extLst>
              </p:cNvPr>
              <p:cNvSpPr/>
              <p:nvPr/>
            </p:nvSpPr>
            <p:spPr>
              <a:xfrm>
                <a:off x="5495347" y="3719631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" name="Forme libre : forme 332">
                <a:extLst>
                  <a:ext uri="{FF2B5EF4-FFF2-40B4-BE49-F238E27FC236}">
                    <a16:creationId xmlns:a16="http://schemas.microsoft.com/office/drawing/2014/main" id="{A2AEBFCF-706E-48DE-A210-D9F8DC2743EA}"/>
                  </a:ext>
                </a:extLst>
              </p:cNvPr>
              <p:cNvSpPr/>
              <p:nvPr/>
            </p:nvSpPr>
            <p:spPr>
              <a:xfrm>
                <a:off x="5502308" y="3724217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6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6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8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122" y="2819"/>
                      <a:pt x="11879" y="7666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" name="Forme libre : forme 333">
                <a:extLst>
                  <a:ext uri="{FF2B5EF4-FFF2-40B4-BE49-F238E27FC236}">
                    <a16:creationId xmlns:a16="http://schemas.microsoft.com/office/drawing/2014/main" id="{3C5754BB-9C1E-4359-9479-F806E4BAC0E9}"/>
                  </a:ext>
                </a:extLst>
              </p:cNvPr>
              <p:cNvSpPr/>
              <p:nvPr/>
            </p:nvSpPr>
            <p:spPr>
              <a:xfrm>
                <a:off x="5502317" y="3763956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3"/>
                      <a:pt x="6807" y="13613"/>
                    </a:cubicBezTo>
                    <a:cubicBezTo>
                      <a:pt x="3048" y="13613"/>
                      <a:pt x="0" y="10566"/>
                      <a:pt x="0" y="6807"/>
                    </a:cubicBezTo>
                    <a:cubicBezTo>
                      <a:pt x="0" y="3047"/>
                      <a:pt x="3048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" name="Forme libre : forme 334">
                <a:extLst>
                  <a:ext uri="{FF2B5EF4-FFF2-40B4-BE49-F238E27FC236}">
                    <a16:creationId xmlns:a16="http://schemas.microsoft.com/office/drawing/2014/main" id="{B7F33207-C4EE-46C9-B5C7-D733B815AB0E}"/>
                  </a:ext>
                </a:extLst>
              </p:cNvPr>
              <p:cNvSpPr/>
              <p:nvPr/>
            </p:nvSpPr>
            <p:spPr>
              <a:xfrm>
                <a:off x="5514678" y="3756768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36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597393" y="3865785"/>
              <a:ext cx="83314" cy="83314"/>
              <a:chOff x="5597393" y="3865785"/>
              <a:chExt cx="83314" cy="83314"/>
            </a:xfrm>
            <a:solidFill>
              <a:schemeClr val="accent1"/>
            </a:solidFill>
          </p:grpSpPr>
          <p:sp>
            <p:nvSpPr>
              <p:cNvPr id="337" name="Forme libre : forme 336">
                <a:extLst>
                  <a:ext uri="{FF2B5EF4-FFF2-40B4-BE49-F238E27FC236}">
                    <a16:creationId xmlns:a16="http://schemas.microsoft.com/office/drawing/2014/main" id="{6583635F-5615-44F7-AD42-2F3EE24F641C}"/>
                  </a:ext>
                </a:extLst>
              </p:cNvPr>
              <p:cNvSpPr/>
              <p:nvPr/>
            </p:nvSpPr>
            <p:spPr>
              <a:xfrm>
                <a:off x="5597393" y="3865785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3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3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" name="Forme libre : forme 337">
                <a:extLst>
                  <a:ext uri="{FF2B5EF4-FFF2-40B4-BE49-F238E27FC236}">
                    <a16:creationId xmlns:a16="http://schemas.microsoft.com/office/drawing/2014/main" id="{46E5B0BE-553D-4936-82B5-B2CDCF731A96}"/>
                  </a:ext>
                </a:extLst>
              </p:cNvPr>
              <p:cNvSpPr/>
              <p:nvPr/>
            </p:nvSpPr>
            <p:spPr>
              <a:xfrm>
                <a:off x="5597393" y="3899873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67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" name="Forme libre : forme 338">
                <a:extLst>
                  <a:ext uri="{FF2B5EF4-FFF2-40B4-BE49-F238E27FC236}">
                    <a16:creationId xmlns:a16="http://schemas.microsoft.com/office/drawing/2014/main" id="{7FBEAA79-64E2-4E2D-93EC-63C663B2E817}"/>
                  </a:ext>
                </a:extLst>
              </p:cNvPr>
              <p:cNvSpPr/>
              <p:nvPr/>
            </p:nvSpPr>
            <p:spPr>
              <a:xfrm>
                <a:off x="5597393" y="3865785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3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3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" name="Forme libre : forme 339">
                <a:extLst>
                  <a:ext uri="{FF2B5EF4-FFF2-40B4-BE49-F238E27FC236}">
                    <a16:creationId xmlns:a16="http://schemas.microsoft.com/office/drawing/2014/main" id="{B98DD775-A94B-4FA5-A179-0BEE532307B2}"/>
                  </a:ext>
                </a:extLst>
              </p:cNvPr>
              <p:cNvSpPr/>
              <p:nvPr/>
            </p:nvSpPr>
            <p:spPr>
              <a:xfrm>
                <a:off x="5604409" y="3870371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6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6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8" y="32497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067" y="2765"/>
                      <a:pt x="11825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" name="Forme libre : forme 340">
                <a:extLst>
                  <a:ext uri="{FF2B5EF4-FFF2-40B4-BE49-F238E27FC236}">
                    <a16:creationId xmlns:a16="http://schemas.microsoft.com/office/drawing/2014/main" id="{BDBCC8F2-2D29-4B60-91E0-660A91160179}"/>
                  </a:ext>
                </a:extLst>
              </p:cNvPr>
              <p:cNvSpPr/>
              <p:nvPr/>
            </p:nvSpPr>
            <p:spPr>
              <a:xfrm>
                <a:off x="5604363" y="3910110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" name="Forme libre : forme 341">
                <a:extLst>
                  <a:ext uri="{FF2B5EF4-FFF2-40B4-BE49-F238E27FC236}">
                    <a16:creationId xmlns:a16="http://schemas.microsoft.com/office/drawing/2014/main" id="{DD227E97-DD3B-4449-B177-8DF4BE01BBF9}"/>
                  </a:ext>
                </a:extLst>
              </p:cNvPr>
              <p:cNvSpPr/>
              <p:nvPr/>
            </p:nvSpPr>
            <p:spPr>
              <a:xfrm>
                <a:off x="5616779" y="3902922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43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428096" y="3840028"/>
              <a:ext cx="83314" cy="83368"/>
              <a:chOff x="5428096" y="3840028"/>
              <a:chExt cx="83314" cy="83368"/>
            </a:xfrm>
            <a:solidFill>
              <a:schemeClr val="accent1"/>
            </a:solidFill>
          </p:grpSpPr>
          <p:sp>
            <p:nvSpPr>
              <p:cNvPr id="344" name="Forme libre : forme 343">
                <a:extLst>
                  <a:ext uri="{FF2B5EF4-FFF2-40B4-BE49-F238E27FC236}">
                    <a16:creationId xmlns:a16="http://schemas.microsoft.com/office/drawing/2014/main" id="{F84CD69D-7F2B-4C50-A22E-EEFF815E84AC}"/>
                  </a:ext>
                </a:extLst>
              </p:cNvPr>
              <p:cNvSpPr/>
              <p:nvPr/>
            </p:nvSpPr>
            <p:spPr>
              <a:xfrm>
                <a:off x="5428096" y="3840028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" name="Forme libre : forme 344">
                <a:extLst>
                  <a:ext uri="{FF2B5EF4-FFF2-40B4-BE49-F238E27FC236}">
                    <a16:creationId xmlns:a16="http://schemas.microsoft.com/office/drawing/2014/main" id="{BD05B28B-5996-43E4-89F6-776710823C2C}"/>
                  </a:ext>
                </a:extLst>
              </p:cNvPr>
              <p:cNvSpPr/>
              <p:nvPr/>
            </p:nvSpPr>
            <p:spPr>
              <a:xfrm>
                <a:off x="5428096" y="3874171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2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" name="Forme libre : forme 345">
                <a:extLst>
                  <a:ext uri="{FF2B5EF4-FFF2-40B4-BE49-F238E27FC236}">
                    <a16:creationId xmlns:a16="http://schemas.microsoft.com/office/drawing/2014/main" id="{2929C47C-5DFC-4473-8355-AA052080A07D}"/>
                  </a:ext>
                </a:extLst>
              </p:cNvPr>
              <p:cNvSpPr/>
              <p:nvPr/>
            </p:nvSpPr>
            <p:spPr>
              <a:xfrm>
                <a:off x="5428096" y="3840028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" name="Forme libre : forme 346">
                <a:extLst>
                  <a:ext uri="{FF2B5EF4-FFF2-40B4-BE49-F238E27FC236}">
                    <a16:creationId xmlns:a16="http://schemas.microsoft.com/office/drawing/2014/main" id="{7046503A-38C4-4022-A4BD-2113D574676D}"/>
                  </a:ext>
                </a:extLst>
              </p:cNvPr>
              <p:cNvSpPr/>
              <p:nvPr/>
            </p:nvSpPr>
            <p:spPr>
              <a:xfrm>
                <a:off x="5435058" y="3844669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6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6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6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7"/>
                      <a:pt x="33933" y="25309"/>
                    </a:cubicBezTo>
                    <a:cubicBezTo>
                      <a:pt x="34914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6" y="804"/>
                    </a:cubicBezTo>
                    <a:cubicBezTo>
                      <a:pt x="19122" y="2765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" name="Forme libre : forme 347">
                <a:extLst>
                  <a:ext uri="{FF2B5EF4-FFF2-40B4-BE49-F238E27FC236}">
                    <a16:creationId xmlns:a16="http://schemas.microsoft.com/office/drawing/2014/main" id="{FE611B83-513A-48B4-AFBF-473B34F38AA0}"/>
                  </a:ext>
                </a:extLst>
              </p:cNvPr>
              <p:cNvSpPr/>
              <p:nvPr/>
            </p:nvSpPr>
            <p:spPr>
              <a:xfrm>
                <a:off x="5435066" y="3884408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" name="Forme libre : forme 348">
                <a:extLst>
                  <a:ext uri="{FF2B5EF4-FFF2-40B4-BE49-F238E27FC236}">
                    <a16:creationId xmlns:a16="http://schemas.microsoft.com/office/drawing/2014/main" id="{E29DA842-5368-40C1-BEEB-535BB623355A}"/>
                  </a:ext>
                </a:extLst>
              </p:cNvPr>
              <p:cNvSpPr/>
              <p:nvPr/>
            </p:nvSpPr>
            <p:spPr>
              <a:xfrm>
                <a:off x="5447427" y="3877220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50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724488" y="3829083"/>
              <a:ext cx="83314" cy="83368"/>
              <a:chOff x="5724488" y="3829083"/>
              <a:chExt cx="83314" cy="83368"/>
            </a:xfrm>
            <a:solidFill>
              <a:schemeClr val="accent1"/>
            </a:solidFill>
          </p:grpSpPr>
          <p:sp>
            <p:nvSpPr>
              <p:cNvPr id="351" name="Forme libre : forme 350">
                <a:extLst>
                  <a:ext uri="{FF2B5EF4-FFF2-40B4-BE49-F238E27FC236}">
                    <a16:creationId xmlns:a16="http://schemas.microsoft.com/office/drawing/2014/main" id="{5AB9D596-1794-4902-9595-D6C584390877}"/>
                  </a:ext>
                </a:extLst>
              </p:cNvPr>
              <p:cNvSpPr/>
              <p:nvPr/>
            </p:nvSpPr>
            <p:spPr>
              <a:xfrm>
                <a:off x="5724488" y="3829083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0"/>
                      <a:pt x="18650" y="0"/>
                      <a:pt x="41657" y="0"/>
                    </a:cubicBezTo>
                    <a:cubicBezTo>
                      <a:pt x="64664" y="0"/>
                      <a:pt x="83314" y="18650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" name="Forme libre : forme 351">
                <a:extLst>
                  <a:ext uri="{FF2B5EF4-FFF2-40B4-BE49-F238E27FC236}">
                    <a16:creationId xmlns:a16="http://schemas.microsoft.com/office/drawing/2014/main" id="{73C5E075-413E-484D-BEC1-ED392752E78A}"/>
                  </a:ext>
                </a:extLst>
              </p:cNvPr>
              <p:cNvSpPr/>
              <p:nvPr/>
            </p:nvSpPr>
            <p:spPr>
              <a:xfrm>
                <a:off x="5724488" y="3863226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" name="Forme libre : forme 352">
                <a:extLst>
                  <a:ext uri="{FF2B5EF4-FFF2-40B4-BE49-F238E27FC236}">
                    <a16:creationId xmlns:a16="http://schemas.microsoft.com/office/drawing/2014/main" id="{B7CBC52B-09D2-4176-9CC4-49FDD95C306F}"/>
                  </a:ext>
                </a:extLst>
              </p:cNvPr>
              <p:cNvSpPr/>
              <p:nvPr/>
            </p:nvSpPr>
            <p:spPr>
              <a:xfrm>
                <a:off x="5724488" y="3829083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0"/>
                      <a:pt x="18650" y="0"/>
                      <a:pt x="41657" y="0"/>
                    </a:cubicBezTo>
                    <a:cubicBezTo>
                      <a:pt x="64664" y="0"/>
                      <a:pt x="83314" y="18650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" name="Forme libre : forme 353">
                <a:extLst>
                  <a:ext uri="{FF2B5EF4-FFF2-40B4-BE49-F238E27FC236}">
                    <a16:creationId xmlns:a16="http://schemas.microsoft.com/office/drawing/2014/main" id="{608F7D8D-83FA-43CF-BE60-9537E68AFE70}"/>
                  </a:ext>
                </a:extLst>
              </p:cNvPr>
              <p:cNvSpPr/>
              <p:nvPr/>
            </p:nvSpPr>
            <p:spPr>
              <a:xfrm>
                <a:off x="5731450" y="3833724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6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6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6"/>
                      <a:pt x="989" y="23294"/>
                    </a:cubicBezTo>
                    <a:cubicBezTo>
                      <a:pt x="-1680" y="31244"/>
                      <a:pt x="1261" y="40501"/>
                      <a:pt x="7306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6"/>
                      <a:pt x="33933" y="25309"/>
                    </a:cubicBezTo>
                    <a:cubicBezTo>
                      <a:pt x="34914" y="20789"/>
                      <a:pt x="37582" y="16814"/>
                      <a:pt x="38671" y="12294"/>
                    </a:cubicBezTo>
                    <a:cubicBezTo>
                      <a:pt x="39488" y="8972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6" y="804"/>
                    </a:cubicBezTo>
                    <a:cubicBezTo>
                      <a:pt x="19122" y="2765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" name="Forme libre : forme 354">
                <a:extLst>
                  <a:ext uri="{FF2B5EF4-FFF2-40B4-BE49-F238E27FC236}">
                    <a16:creationId xmlns:a16="http://schemas.microsoft.com/office/drawing/2014/main" id="{0C0B0C00-86DD-4D6B-B4B3-2F231D4EBA88}"/>
                  </a:ext>
                </a:extLst>
              </p:cNvPr>
              <p:cNvSpPr/>
              <p:nvPr/>
            </p:nvSpPr>
            <p:spPr>
              <a:xfrm>
                <a:off x="5731458" y="3873463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" name="Forme libre : forme 355">
                <a:extLst>
                  <a:ext uri="{FF2B5EF4-FFF2-40B4-BE49-F238E27FC236}">
                    <a16:creationId xmlns:a16="http://schemas.microsoft.com/office/drawing/2014/main" id="{2C4801DC-13BA-4417-B80C-D2701A3F29ED}"/>
                  </a:ext>
                </a:extLst>
              </p:cNvPr>
              <p:cNvSpPr/>
              <p:nvPr/>
            </p:nvSpPr>
            <p:spPr>
              <a:xfrm>
                <a:off x="5743819" y="3866275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57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676024" y="3712062"/>
              <a:ext cx="83314" cy="83314"/>
              <a:chOff x="5676024" y="3712062"/>
              <a:chExt cx="83314" cy="83314"/>
            </a:xfrm>
            <a:solidFill>
              <a:schemeClr val="accent1"/>
            </a:solidFill>
          </p:grpSpPr>
          <p:sp>
            <p:nvSpPr>
              <p:cNvPr id="358" name="Forme libre : forme 357">
                <a:extLst>
                  <a:ext uri="{FF2B5EF4-FFF2-40B4-BE49-F238E27FC236}">
                    <a16:creationId xmlns:a16="http://schemas.microsoft.com/office/drawing/2014/main" id="{13B1CEA0-49EB-43EC-986F-7F7F72837E16}"/>
                  </a:ext>
                </a:extLst>
              </p:cNvPr>
              <p:cNvSpPr/>
              <p:nvPr/>
            </p:nvSpPr>
            <p:spPr>
              <a:xfrm>
                <a:off x="5676024" y="3712062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" name="Forme libre : forme 358">
                <a:extLst>
                  <a:ext uri="{FF2B5EF4-FFF2-40B4-BE49-F238E27FC236}">
                    <a16:creationId xmlns:a16="http://schemas.microsoft.com/office/drawing/2014/main" id="{8EC07D03-B618-497D-B033-2EB44A4D96B9}"/>
                  </a:ext>
                </a:extLst>
              </p:cNvPr>
              <p:cNvSpPr/>
              <p:nvPr/>
            </p:nvSpPr>
            <p:spPr>
              <a:xfrm>
                <a:off x="5676024" y="3746150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67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" name="Forme libre : forme 359">
                <a:extLst>
                  <a:ext uri="{FF2B5EF4-FFF2-40B4-BE49-F238E27FC236}">
                    <a16:creationId xmlns:a16="http://schemas.microsoft.com/office/drawing/2014/main" id="{6CDF6E66-BF75-492A-A74B-9879FAB4CD55}"/>
                  </a:ext>
                </a:extLst>
              </p:cNvPr>
              <p:cNvSpPr/>
              <p:nvPr/>
            </p:nvSpPr>
            <p:spPr>
              <a:xfrm>
                <a:off x="5676024" y="3712062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" name="Forme libre : forme 360">
                <a:extLst>
                  <a:ext uri="{FF2B5EF4-FFF2-40B4-BE49-F238E27FC236}">
                    <a16:creationId xmlns:a16="http://schemas.microsoft.com/office/drawing/2014/main" id="{5AF2CD99-70EB-47DC-AF5A-F42170A15268}"/>
                  </a:ext>
                </a:extLst>
              </p:cNvPr>
              <p:cNvSpPr/>
              <p:nvPr/>
            </p:nvSpPr>
            <p:spPr>
              <a:xfrm>
                <a:off x="5683040" y="3716703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6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80" y="31244"/>
                      <a:pt x="1261" y="40501"/>
                      <a:pt x="7305" y="46328"/>
                    </a:cubicBezTo>
                    <a:cubicBezTo>
                      <a:pt x="10572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8" y="32497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6" y="804"/>
                    </a:cubicBezTo>
                    <a:cubicBezTo>
                      <a:pt x="19068" y="2765"/>
                      <a:pt x="11825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" name="Forme libre : forme 361">
                <a:extLst>
                  <a:ext uri="{FF2B5EF4-FFF2-40B4-BE49-F238E27FC236}">
                    <a16:creationId xmlns:a16="http://schemas.microsoft.com/office/drawing/2014/main" id="{D87BA8D0-7025-4EC8-9236-1326293DA019}"/>
                  </a:ext>
                </a:extLst>
              </p:cNvPr>
              <p:cNvSpPr/>
              <p:nvPr/>
            </p:nvSpPr>
            <p:spPr>
              <a:xfrm>
                <a:off x="5682994" y="3756442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3"/>
                      <a:pt x="6807" y="13613"/>
                    </a:cubicBezTo>
                    <a:cubicBezTo>
                      <a:pt x="3048" y="13613"/>
                      <a:pt x="0" y="10566"/>
                      <a:pt x="0" y="6807"/>
                    </a:cubicBezTo>
                    <a:cubicBezTo>
                      <a:pt x="0" y="3047"/>
                      <a:pt x="3048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" name="Forme libre : forme 362">
                <a:extLst>
                  <a:ext uri="{FF2B5EF4-FFF2-40B4-BE49-F238E27FC236}">
                    <a16:creationId xmlns:a16="http://schemas.microsoft.com/office/drawing/2014/main" id="{3C1E148D-00F5-46CF-A88E-03CA89599D28}"/>
                  </a:ext>
                </a:extLst>
              </p:cNvPr>
              <p:cNvSpPr/>
              <p:nvPr/>
            </p:nvSpPr>
            <p:spPr>
              <a:xfrm>
                <a:off x="5695410" y="3749199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64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728953" y="3741249"/>
              <a:ext cx="83314" cy="83314"/>
              <a:chOff x="5728953" y="3741249"/>
              <a:chExt cx="83314" cy="83314"/>
            </a:xfrm>
            <a:solidFill>
              <a:schemeClr val="accent1"/>
            </a:solidFill>
          </p:grpSpPr>
          <p:sp>
            <p:nvSpPr>
              <p:cNvPr id="365" name="Forme libre : forme 364">
                <a:extLst>
                  <a:ext uri="{FF2B5EF4-FFF2-40B4-BE49-F238E27FC236}">
                    <a16:creationId xmlns:a16="http://schemas.microsoft.com/office/drawing/2014/main" id="{735968DB-567E-4813-80CE-3DF438AB9524}"/>
                  </a:ext>
                </a:extLst>
              </p:cNvPr>
              <p:cNvSpPr/>
              <p:nvPr/>
            </p:nvSpPr>
            <p:spPr>
              <a:xfrm>
                <a:off x="5728953" y="3741249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" name="Forme libre : forme 365">
                <a:extLst>
                  <a:ext uri="{FF2B5EF4-FFF2-40B4-BE49-F238E27FC236}">
                    <a16:creationId xmlns:a16="http://schemas.microsoft.com/office/drawing/2014/main" id="{3EBDB99B-5E32-4D1E-ABCC-4E79369E29B5}"/>
                  </a:ext>
                </a:extLst>
              </p:cNvPr>
              <p:cNvSpPr/>
              <p:nvPr/>
            </p:nvSpPr>
            <p:spPr>
              <a:xfrm>
                <a:off x="5728954" y="3775337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2" y="19386"/>
                      <a:pt x="62023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" name="Forme libre : forme 366">
                <a:extLst>
                  <a:ext uri="{FF2B5EF4-FFF2-40B4-BE49-F238E27FC236}">
                    <a16:creationId xmlns:a16="http://schemas.microsoft.com/office/drawing/2014/main" id="{8B0E3902-C1D0-45B4-A81E-FB38B8DB888B}"/>
                  </a:ext>
                </a:extLst>
              </p:cNvPr>
              <p:cNvSpPr/>
              <p:nvPr/>
            </p:nvSpPr>
            <p:spPr>
              <a:xfrm>
                <a:off x="5728953" y="3741249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1"/>
                      <a:pt x="18650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" name="Forme libre : forme 367">
                <a:extLst>
                  <a:ext uri="{FF2B5EF4-FFF2-40B4-BE49-F238E27FC236}">
                    <a16:creationId xmlns:a16="http://schemas.microsoft.com/office/drawing/2014/main" id="{24415F94-48EA-4A8A-9AD7-740356E721F1}"/>
                  </a:ext>
                </a:extLst>
              </p:cNvPr>
              <p:cNvSpPr/>
              <p:nvPr/>
            </p:nvSpPr>
            <p:spPr>
              <a:xfrm>
                <a:off x="5735915" y="3745835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6 w 39100"/>
                  <a:gd name="connsiteY2" fmla="*/ 46328 h 52082"/>
                  <a:gd name="connsiteX3" fmla="*/ 19231 w 39100"/>
                  <a:gd name="connsiteY3" fmla="*/ 52046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6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6" y="46328"/>
                    </a:cubicBezTo>
                    <a:cubicBezTo>
                      <a:pt x="10573" y="49432"/>
                      <a:pt x="14711" y="51719"/>
                      <a:pt x="19231" y="52046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6"/>
                      <a:pt x="33933" y="25309"/>
                    </a:cubicBezTo>
                    <a:cubicBezTo>
                      <a:pt x="34914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6" y="804"/>
                    </a:cubicBezTo>
                    <a:cubicBezTo>
                      <a:pt x="19067" y="2819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" name="Forme libre : forme 368">
                <a:extLst>
                  <a:ext uri="{FF2B5EF4-FFF2-40B4-BE49-F238E27FC236}">
                    <a16:creationId xmlns:a16="http://schemas.microsoft.com/office/drawing/2014/main" id="{A5E91E91-48C4-4AFF-B473-209196CCF8D3}"/>
                  </a:ext>
                </a:extLst>
              </p:cNvPr>
              <p:cNvSpPr/>
              <p:nvPr/>
            </p:nvSpPr>
            <p:spPr>
              <a:xfrm>
                <a:off x="5735869" y="3785574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" name="Forme libre : forme 369">
                <a:extLst>
                  <a:ext uri="{FF2B5EF4-FFF2-40B4-BE49-F238E27FC236}">
                    <a16:creationId xmlns:a16="http://schemas.microsoft.com/office/drawing/2014/main" id="{8B432BBC-9B4B-4B9C-81ED-EB317254DD09}"/>
                  </a:ext>
                </a:extLst>
              </p:cNvPr>
              <p:cNvSpPr/>
              <p:nvPr/>
            </p:nvSpPr>
            <p:spPr>
              <a:xfrm>
                <a:off x="5748284" y="3778386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1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843688" y="3828212"/>
              <a:ext cx="83314" cy="83314"/>
              <a:chOff x="5843688" y="3828212"/>
              <a:chExt cx="83314" cy="83314"/>
            </a:xfrm>
            <a:solidFill>
              <a:schemeClr val="accent1"/>
            </a:solidFill>
          </p:grpSpPr>
          <p:sp>
            <p:nvSpPr>
              <p:cNvPr id="372" name="Forme libre : forme 371">
                <a:extLst>
                  <a:ext uri="{FF2B5EF4-FFF2-40B4-BE49-F238E27FC236}">
                    <a16:creationId xmlns:a16="http://schemas.microsoft.com/office/drawing/2014/main" id="{E3D7148F-111A-4313-B2D7-81FC713309D0}"/>
                  </a:ext>
                </a:extLst>
              </p:cNvPr>
              <p:cNvSpPr/>
              <p:nvPr/>
            </p:nvSpPr>
            <p:spPr>
              <a:xfrm>
                <a:off x="5843688" y="3828212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1"/>
                      <a:pt x="18651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" name="Forme libre : forme 372">
                <a:extLst>
                  <a:ext uri="{FF2B5EF4-FFF2-40B4-BE49-F238E27FC236}">
                    <a16:creationId xmlns:a16="http://schemas.microsoft.com/office/drawing/2014/main" id="{11780D30-3ADD-4AB4-9424-74022A46FE18}"/>
                  </a:ext>
                </a:extLst>
              </p:cNvPr>
              <p:cNvSpPr/>
              <p:nvPr/>
            </p:nvSpPr>
            <p:spPr>
              <a:xfrm>
                <a:off x="5843688" y="3862300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2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" name="Forme libre : forme 373">
                <a:extLst>
                  <a:ext uri="{FF2B5EF4-FFF2-40B4-BE49-F238E27FC236}">
                    <a16:creationId xmlns:a16="http://schemas.microsoft.com/office/drawing/2014/main" id="{146B7461-54DD-415C-BCF9-213B471D6F60}"/>
                  </a:ext>
                </a:extLst>
              </p:cNvPr>
              <p:cNvSpPr/>
              <p:nvPr/>
            </p:nvSpPr>
            <p:spPr>
              <a:xfrm>
                <a:off x="5843688" y="3828212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1"/>
                      <a:pt x="18651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" name="Forme libre : forme 374">
                <a:extLst>
                  <a:ext uri="{FF2B5EF4-FFF2-40B4-BE49-F238E27FC236}">
                    <a16:creationId xmlns:a16="http://schemas.microsoft.com/office/drawing/2014/main" id="{78D7B0E8-EF41-4AD3-B11E-F907979AAF1E}"/>
                  </a:ext>
                </a:extLst>
              </p:cNvPr>
              <p:cNvSpPr/>
              <p:nvPr/>
            </p:nvSpPr>
            <p:spPr>
              <a:xfrm>
                <a:off x="5850649" y="3832798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6 w 39100"/>
                  <a:gd name="connsiteY2" fmla="*/ 46328 h 52082"/>
                  <a:gd name="connsiteX3" fmla="*/ 19231 w 39100"/>
                  <a:gd name="connsiteY3" fmla="*/ 52046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6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6" y="46328"/>
                    </a:cubicBezTo>
                    <a:cubicBezTo>
                      <a:pt x="10573" y="49432"/>
                      <a:pt x="14711" y="51719"/>
                      <a:pt x="19231" y="52046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6" y="804"/>
                    </a:cubicBezTo>
                    <a:cubicBezTo>
                      <a:pt x="19122" y="2765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" name="Forme libre : forme 375">
                <a:extLst>
                  <a:ext uri="{FF2B5EF4-FFF2-40B4-BE49-F238E27FC236}">
                    <a16:creationId xmlns:a16="http://schemas.microsoft.com/office/drawing/2014/main" id="{5AAF2E08-230B-4A54-80C2-B244534B09E6}"/>
                  </a:ext>
                </a:extLst>
              </p:cNvPr>
              <p:cNvSpPr/>
              <p:nvPr/>
            </p:nvSpPr>
            <p:spPr>
              <a:xfrm>
                <a:off x="5850658" y="3872537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" name="Forme libre : forme 376">
                <a:extLst>
                  <a:ext uri="{FF2B5EF4-FFF2-40B4-BE49-F238E27FC236}">
                    <a16:creationId xmlns:a16="http://schemas.microsoft.com/office/drawing/2014/main" id="{D4C0EC13-8517-4139-949C-C87D46E8D85D}"/>
                  </a:ext>
                </a:extLst>
              </p:cNvPr>
              <p:cNvSpPr/>
              <p:nvPr/>
            </p:nvSpPr>
            <p:spPr>
              <a:xfrm>
                <a:off x="5863019" y="3865349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8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904948" y="3753991"/>
              <a:ext cx="83314" cy="83314"/>
              <a:chOff x="5904948" y="3753991"/>
              <a:chExt cx="83314" cy="83314"/>
            </a:xfrm>
            <a:solidFill>
              <a:schemeClr val="accent1"/>
            </a:solidFill>
          </p:grpSpPr>
          <p:sp>
            <p:nvSpPr>
              <p:cNvPr id="379" name="Forme libre : forme 378">
                <a:extLst>
                  <a:ext uri="{FF2B5EF4-FFF2-40B4-BE49-F238E27FC236}">
                    <a16:creationId xmlns:a16="http://schemas.microsoft.com/office/drawing/2014/main" id="{B35BAA0B-272B-4E93-8CB5-57EBB22DDD3A}"/>
                  </a:ext>
                </a:extLst>
              </p:cNvPr>
              <p:cNvSpPr/>
              <p:nvPr/>
            </p:nvSpPr>
            <p:spPr>
              <a:xfrm>
                <a:off x="5904948" y="3753991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1"/>
                      <a:pt x="18651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" name="Forme libre : forme 379">
                <a:extLst>
                  <a:ext uri="{FF2B5EF4-FFF2-40B4-BE49-F238E27FC236}">
                    <a16:creationId xmlns:a16="http://schemas.microsoft.com/office/drawing/2014/main" id="{2B7F2C8E-08D1-4D40-B5F1-C2D3FE0F3396}"/>
                  </a:ext>
                </a:extLst>
              </p:cNvPr>
              <p:cNvSpPr/>
              <p:nvPr/>
            </p:nvSpPr>
            <p:spPr>
              <a:xfrm>
                <a:off x="5904948" y="3788079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2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" name="Forme libre : forme 380">
                <a:extLst>
                  <a:ext uri="{FF2B5EF4-FFF2-40B4-BE49-F238E27FC236}">
                    <a16:creationId xmlns:a16="http://schemas.microsoft.com/office/drawing/2014/main" id="{7534A4AC-EFE3-4050-BC56-681046797799}"/>
                  </a:ext>
                </a:extLst>
              </p:cNvPr>
              <p:cNvSpPr/>
              <p:nvPr/>
            </p:nvSpPr>
            <p:spPr>
              <a:xfrm>
                <a:off x="5904948" y="3753991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1" y="83314"/>
                      <a:pt x="0" y="64664"/>
                      <a:pt x="0" y="41657"/>
                    </a:cubicBezTo>
                    <a:cubicBezTo>
                      <a:pt x="0" y="18651"/>
                      <a:pt x="18651" y="0"/>
                      <a:pt x="41657" y="0"/>
                    </a:cubicBezTo>
                    <a:cubicBezTo>
                      <a:pt x="64664" y="0"/>
                      <a:pt x="83314" y="18651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" name="Forme libre : forme 381">
                <a:extLst>
                  <a:ext uri="{FF2B5EF4-FFF2-40B4-BE49-F238E27FC236}">
                    <a16:creationId xmlns:a16="http://schemas.microsoft.com/office/drawing/2014/main" id="{CE5A8EA9-145D-4085-8966-EE5B2C941C38}"/>
                  </a:ext>
                </a:extLst>
              </p:cNvPr>
              <p:cNvSpPr/>
              <p:nvPr/>
            </p:nvSpPr>
            <p:spPr>
              <a:xfrm>
                <a:off x="5911910" y="3758578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6 w 39100"/>
                  <a:gd name="connsiteY2" fmla="*/ 46328 h 52082"/>
                  <a:gd name="connsiteX3" fmla="*/ 19231 w 39100"/>
                  <a:gd name="connsiteY3" fmla="*/ 52046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6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7"/>
                      <a:pt x="989" y="23294"/>
                    </a:cubicBezTo>
                    <a:cubicBezTo>
                      <a:pt x="-1679" y="31244"/>
                      <a:pt x="1261" y="40501"/>
                      <a:pt x="7306" y="46328"/>
                    </a:cubicBezTo>
                    <a:cubicBezTo>
                      <a:pt x="10573" y="49432"/>
                      <a:pt x="14711" y="51719"/>
                      <a:pt x="19231" y="52046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9" y="32497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3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6" y="804"/>
                    </a:cubicBezTo>
                    <a:cubicBezTo>
                      <a:pt x="19122" y="2819"/>
                      <a:pt x="11879" y="7666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" name="Forme libre : forme 382">
                <a:extLst>
                  <a:ext uri="{FF2B5EF4-FFF2-40B4-BE49-F238E27FC236}">
                    <a16:creationId xmlns:a16="http://schemas.microsoft.com/office/drawing/2014/main" id="{DD5859DA-767E-412B-9420-4FA6E81E3B44}"/>
                  </a:ext>
                </a:extLst>
              </p:cNvPr>
              <p:cNvSpPr/>
              <p:nvPr/>
            </p:nvSpPr>
            <p:spPr>
              <a:xfrm>
                <a:off x="5911918" y="3798317"/>
                <a:ext cx="13613" cy="13613"/>
              </a:xfrm>
              <a:custGeom>
                <a:avLst/>
                <a:gdLst>
                  <a:gd name="connsiteX0" fmla="*/ 13613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3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3" y="6807"/>
                    </a:moveTo>
                    <a:cubicBezTo>
                      <a:pt x="13613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3" y="3047"/>
                      <a:pt x="13613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" name="Forme libre : forme 383">
                <a:extLst>
                  <a:ext uri="{FF2B5EF4-FFF2-40B4-BE49-F238E27FC236}">
                    <a16:creationId xmlns:a16="http://schemas.microsoft.com/office/drawing/2014/main" id="{F84BDEFB-F675-43F0-A11D-A098E0FE56A2}"/>
                  </a:ext>
                </a:extLst>
              </p:cNvPr>
              <p:cNvSpPr/>
              <p:nvPr/>
            </p:nvSpPr>
            <p:spPr>
              <a:xfrm>
                <a:off x="5924279" y="3791129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85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921448" y="3654831"/>
              <a:ext cx="83314" cy="83314"/>
              <a:chOff x="5921448" y="3654831"/>
              <a:chExt cx="83314" cy="83314"/>
            </a:xfrm>
            <a:solidFill>
              <a:schemeClr val="accent1"/>
            </a:solidFill>
          </p:grpSpPr>
          <p:sp>
            <p:nvSpPr>
              <p:cNvPr id="386" name="Forme libre : forme 385">
                <a:extLst>
                  <a:ext uri="{FF2B5EF4-FFF2-40B4-BE49-F238E27FC236}">
                    <a16:creationId xmlns:a16="http://schemas.microsoft.com/office/drawing/2014/main" id="{01411B44-2C4B-49D3-8EFC-E2A7E3BB721A}"/>
                  </a:ext>
                </a:extLst>
              </p:cNvPr>
              <p:cNvSpPr/>
              <p:nvPr/>
            </p:nvSpPr>
            <p:spPr>
              <a:xfrm>
                <a:off x="5921448" y="3654831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0"/>
                      <a:pt x="18650" y="0"/>
                      <a:pt x="41657" y="0"/>
                    </a:cubicBezTo>
                    <a:cubicBezTo>
                      <a:pt x="64664" y="0"/>
                      <a:pt x="83314" y="18650"/>
                      <a:pt x="83314" y="41657"/>
                    </a:cubicBezTo>
                    <a:close/>
                  </a:path>
                </a:pathLst>
              </a:custGeom>
              <a:solidFill>
                <a:srgbClr val="297551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" name="Forme libre : forme 386">
                <a:extLst>
                  <a:ext uri="{FF2B5EF4-FFF2-40B4-BE49-F238E27FC236}">
                    <a16:creationId xmlns:a16="http://schemas.microsoft.com/office/drawing/2014/main" id="{940876DF-6DDF-4CF2-AAC3-75F02055AB30}"/>
                  </a:ext>
                </a:extLst>
              </p:cNvPr>
              <p:cNvSpPr/>
              <p:nvPr/>
            </p:nvSpPr>
            <p:spPr>
              <a:xfrm>
                <a:off x="5921448" y="3688919"/>
                <a:ext cx="83314" cy="49226"/>
              </a:xfrm>
              <a:custGeom>
                <a:avLst/>
                <a:gdLst>
                  <a:gd name="connsiteX0" fmla="*/ 41657 w 83314"/>
                  <a:gd name="connsiteY0" fmla="*/ 34088 h 49226"/>
                  <a:gd name="connsiteX1" fmla="*/ 708 w 83314"/>
                  <a:gd name="connsiteY1" fmla="*/ 0 h 49226"/>
                  <a:gd name="connsiteX2" fmla="*/ 0 w 83314"/>
                  <a:gd name="connsiteY2" fmla="*/ 7569 h 49226"/>
                  <a:gd name="connsiteX3" fmla="*/ 41657 w 83314"/>
                  <a:gd name="connsiteY3" fmla="*/ 49226 h 49226"/>
                  <a:gd name="connsiteX4" fmla="*/ 83314 w 83314"/>
                  <a:gd name="connsiteY4" fmla="*/ 7569 h 49226"/>
                  <a:gd name="connsiteX5" fmla="*/ 82606 w 83314"/>
                  <a:gd name="connsiteY5" fmla="*/ 0 h 49226"/>
                  <a:gd name="connsiteX6" fmla="*/ 41657 w 83314"/>
                  <a:gd name="connsiteY6" fmla="*/ 34088 h 4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314" h="49226">
                    <a:moveTo>
                      <a:pt x="41657" y="34088"/>
                    </a:moveTo>
                    <a:cubicBezTo>
                      <a:pt x="21237" y="34088"/>
                      <a:pt x="4302" y="19386"/>
                      <a:pt x="708" y="0"/>
                    </a:cubicBezTo>
                    <a:cubicBezTo>
                      <a:pt x="272" y="2450"/>
                      <a:pt x="0" y="4955"/>
                      <a:pt x="0" y="7569"/>
                    </a:cubicBezTo>
                    <a:cubicBezTo>
                      <a:pt x="0" y="30549"/>
                      <a:pt x="18623" y="49226"/>
                      <a:pt x="41657" y="49226"/>
                    </a:cubicBezTo>
                    <a:cubicBezTo>
                      <a:pt x="64691" y="49226"/>
                      <a:pt x="83314" y="30603"/>
                      <a:pt x="83314" y="7569"/>
                    </a:cubicBezTo>
                    <a:cubicBezTo>
                      <a:pt x="83314" y="5010"/>
                      <a:pt x="83042" y="2450"/>
                      <a:pt x="82606" y="0"/>
                    </a:cubicBezTo>
                    <a:cubicBezTo>
                      <a:pt x="79013" y="19386"/>
                      <a:pt x="62077" y="34088"/>
                      <a:pt x="41657" y="34088"/>
                    </a:cubicBezTo>
                    <a:close/>
                  </a:path>
                </a:pathLst>
              </a:custGeom>
              <a:solidFill>
                <a:srgbClr val="185B3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" name="Forme libre : forme 387">
                <a:extLst>
                  <a:ext uri="{FF2B5EF4-FFF2-40B4-BE49-F238E27FC236}">
                    <a16:creationId xmlns:a16="http://schemas.microsoft.com/office/drawing/2014/main" id="{D50472EE-2615-42E7-B39B-F51C48F28236}"/>
                  </a:ext>
                </a:extLst>
              </p:cNvPr>
              <p:cNvSpPr/>
              <p:nvPr/>
            </p:nvSpPr>
            <p:spPr>
              <a:xfrm>
                <a:off x="5921448" y="3654831"/>
                <a:ext cx="83314" cy="83314"/>
              </a:xfrm>
              <a:custGeom>
                <a:avLst/>
                <a:gdLst>
                  <a:gd name="connsiteX0" fmla="*/ 83314 w 83314"/>
                  <a:gd name="connsiteY0" fmla="*/ 41657 h 83314"/>
                  <a:gd name="connsiteX1" fmla="*/ 41657 w 83314"/>
                  <a:gd name="connsiteY1" fmla="*/ 83314 h 83314"/>
                  <a:gd name="connsiteX2" fmla="*/ 0 w 83314"/>
                  <a:gd name="connsiteY2" fmla="*/ 41657 h 83314"/>
                  <a:gd name="connsiteX3" fmla="*/ 41657 w 83314"/>
                  <a:gd name="connsiteY3" fmla="*/ 0 h 83314"/>
                  <a:gd name="connsiteX4" fmla="*/ 83314 w 83314"/>
                  <a:gd name="connsiteY4" fmla="*/ 41657 h 8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14" h="83314">
                    <a:moveTo>
                      <a:pt x="83314" y="41657"/>
                    </a:moveTo>
                    <a:cubicBezTo>
                      <a:pt x="83314" y="64664"/>
                      <a:pt x="64664" y="83314"/>
                      <a:pt x="41657" y="83314"/>
                    </a:cubicBezTo>
                    <a:cubicBezTo>
                      <a:pt x="18650" y="83314"/>
                      <a:pt x="0" y="64664"/>
                      <a:pt x="0" y="41657"/>
                    </a:cubicBezTo>
                    <a:cubicBezTo>
                      <a:pt x="0" y="18650"/>
                      <a:pt x="18650" y="0"/>
                      <a:pt x="41657" y="0"/>
                    </a:cubicBezTo>
                    <a:cubicBezTo>
                      <a:pt x="64664" y="0"/>
                      <a:pt x="83314" y="18650"/>
                      <a:pt x="83314" y="4165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" name="Forme libre : forme 388">
                <a:extLst>
                  <a:ext uri="{FF2B5EF4-FFF2-40B4-BE49-F238E27FC236}">
                    <a16:creationId xmlns:a16="http://schemas.microsoft.com/office/drawing/2014/main" id="{045E89F5-3F39-46A9-BED4-753529E7785B}"/>
                  </a:ext>
                </a:extLst>
              </p:cNvPr>
              <p:cNvSpPr/>
              <p:nvPr/>
            </p:nvSpPr>
            <p:spPr>
              <a:xfrm>
                <a:off x="5928409" y="3659472"/>
                <a:ext cx="39100" cy="52082"/>
              </a:xfrm>
              <a:custGeom>
                <a:avLst/>
                <a:gdLst>
                  <a:gd name="connsiteX0" fmla="*/ 6271 w 39100"/>
                  <a:gd name="connsiteY0" fmla="*/ 14418 h 52082"/>
                  <a:gd name="connsiteX1" fmla="*/ 989 w 39100"/>
                  <a:gd name="connsiteY1" fmla="*/ 23294 h 52082"/>
                  <a:gd name="connsiteX2" fmla="*/ 7305 w 39100"/>
                  <a:gd name="connsiteY2" fmla="*/ 46328 h 52082"/>
                  <a:gd name="connsiteX3" fmla="*/ 19231 w 39100"/>
                  <a:gd name="connsiteY3" fmla="*/ 52045 h 52082"/>
                  <a:gd name="connsiteX4" fmla="*/ 30993 w 39100"/>
                  <a:gd name="connsiteY4" fmla="*/ 46763 h 52082"/>
                  <a:gd name="connsiteX5" fmla="*/ 33933 w 39100"/>
                  <a:gd name="connsiteY5" fmla="*/ 25309 h 52082"/>
                  <a:gd name="connsiteX6" fmla="*/ 38671 w 39100"/>
                  <a:gd name="connsiteY6" fmla="*/ 12294 h 52082"/>
                  <a:gd name="connsiteX7" fmla="*/ 36874 w 39100"/>
                  <a:gd name="connsiteY7" fmla="*/ 2057 h 52082"/>
                  <a:gd name="connsiteX8" fmla="*/ 27725 w 39100"/>
                  <a:gd name="connsiteY8" fmla="*/ 804 h 52082"/>
                  <a:gd name="connsiteX9" fmla="*/ 6271 w 39100"/>
                  <a:gd name="connsiteY9" fmla="*/ 14418 h 5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0" h="52082">
                    <a:moveTo>
                      <a:pt x="6271" y="14418"/>
                    </a:moveTo>
                    <a:cubicBezTo>
                      <a:pt x="4093" y="17086"/>
                      <a:pt x="2078" y="20026"/>
                      <a:pt x="989" y="23294"/>
                    </a:cubicBezTo>
                    <a:cubicBezTo>
                      <a:pt x="-1679" y="31244"/>
                      <a:pt x="1261" y="40501"/>
                      <a:pt x="7305" y="46328"/>
                    </a:cubicBezTo>
                    <a:cubicBezTo>
                      <a:pt x="10573" y="49432"/>
                      <a:pt x="14711" y="51719"/>
                      <a:pt x="19231" y="52045"/>
                    </a:cubicBezTo>
                    <a:cubicBezTo>
                      <a:pt x="23696" y="52372"/>
                      <a:pt x="28488" y="50521"/>
                      <a:pt x="30993" y="46763"/>
                    </a:cubicBezTo>
                    <a:cubicBezTo>
                      <a:pt x="35077" y="40719"/>
                      <a:pt x="32408" y="32496"/>
                      <a:pt x="33933" y="25309"/>
                    </a:cubicBezTo>
                    <a:cubicBezTo>
                      <a:pt x="34913" y="20789"/>
                      <a:pt x="37582" y="16814"/>
                      <a:pt x="38671" y="12294"/>
                    </a:cubicBezTo>
                    <a:cubicBezTo>
                      <a:pt x="39488" y="8972"/>
                      <a:pt x="39270" y="4725"/>
                      <a:pt x="36874" y="2057"/>
                    </a:cubicBezTo>
                    <a:cubicBezTo>
                      <a:pt x="34151" y="-993"/>
                      <a:pt x="31156" y="42"/>
                      <a:pt x="27725" y="804"/>
                    </a:cubicBezTo>
                    <a:cubicBezTo>
                      <a:pt x="19122" y="2765"/>
                      <a:pt x="11879" y="7611"/>
                      <a:pt x="6271" y="14418"/>
                    </a:cubicBezTo>
                    <a:close/>
                  </a:path>
                </a:pathLst>
              </a:custGeom>
              <a:solidFill>
                <a:srgbClr val="34895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" name="Forme libre : forme 389">
                <a:extLst>
                  <a:ext uri="{FF2B5EF4-FFF2-40B4-BE49-F238E27FC236}">
                    <a16:creationId xmlns:a16="http://schemas.microsoft.com/office/drawing/2014/main" id="{0B2E1A31-CC6E-49FE-A30A-B41CAFBBEAB9}"/>
                  </a:ext>
                </a:extLst>
              </p:cNvPr>
              <p:cNvSpPr/>
              <p:nvPr/>
            </p:nvSpPr>
            <p:spPr>
              <a:xfrm>
                <a:off x="5928363" y="3699211"/>
                <a:ext cx="13613" cy="13613"/>
              </a:xfrm>
              <a:custGeom>
                <a:avLst/>
                <a:gdLst>
                  <a:gd name="connsiteX0" fmla="*/ 13614 w 13613"/>
                  <a:gd name="connsiteY0" fmla="*/ 6807 h 13613"/>
                  <a:gd name="connsiteX1" fmla="*/ 6807 w 13613"/>
                  <a:gd name="connsiteY1" fmla="*/ 13613 h 13613"/>
                  <a:gd name="connsiteX2" fmla="*/ 0 w 13613"/>
                  <a:gd name="connsiteY2" fmla="*/ 6807 h 13613"/>
                  <a:gd name="connsiteX3" fmla="*/ 6807 w 13613"/>
                  <a:gd name="connsiteY3" fmla="*/ 0 h 13613"/>
                  <a:gd name="connsiteX4" fmla="*/ 13614 w 13613"/>
                  <a:gd name="connsiteY4" fmla="*/ 6807 h 1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3" h="13613">
                    <a:moveTo>
                      <a:pt x="13614" y="6807"/>
                    </a:moveTo>
                    <a:cubicBezTo>
                      <a:pt x="13614" y="10566"/>
                      <a:pt x="10566" y="13613"/>
                      <a:pt x="6807" y="13613"/>
                    </a:cubicBezTo>
                    <a:cubicBezTo>
                      <a:pt x="3047" y="13613"/>
                      <a:pt x="0" y="10566"/>
                      <a:pt x="0" y="6807"/>
                    </a:cubicBezTo>
                    <a:cubicBezTo>
                      <a:pt x="0" y="3047"/>
                      <a:pt x="3047" y="0"/>
                      <a:pt x="6807" y="0"/>
                    </a:cubicBezTo>
                    <a:cubicBezTo>
                      <a:pt x="10566" y="0"/>
                      <a:pt x="13614" y="3047"/>
                      <a:pt x="13614" y="68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" name="Forme libre : forme 390">
                <a:extLst>
                  <a:ext uri="{FF2B5EF4-FFF2-40B4-BE49-F238E27FC236}">
                    <a16:creationId xmlns:a16="http://schemas.microsoft.com/office/drawing/2014/main" id="{45460615-1FC5-4276-BDAE-915372201BB0}"/>
                  </a:ext>
                </a:extLst>
              </p:cNvPr>
              <p:cNvSpPr/>
              <p:nvPr/>
            </p:nvSpPr>
            <p:spPr>
              <a:xfrm>
                <a:off x="5940779" y="3691968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03A5CE0F-551B-47FD-8E0D-A523A4F80D54}"/>
                </a:ext>
              </a:extLst>
            </p:cNvPr>
            <p:cNvSpPr/>
            <p:nvPr/>
          </p:nvSpPr>
          <p:spPr>
            <a:xfrm>
              <a:off x="5326676" y="3405933"/>
              <a:ext cx="725732" cy="523508"/>
            </a:xfrm>
            <a:custGeom>
              <a:avLst/>
              <a:gdLst>
                <a:gd name="connsiteX0" fmla="*/ 64065 w 725732"/>
                <a:gd name="connsiteY0" fmla="*/ 380894 h 523508"/>
                <a:gd name="connsiteX1" fmla="*/ 255089 w 725732"/>
                <a:gd name="connsiteY1" fmla="*/ 123763 h 523508"/>
                <a:gd name="connsiteX2" fmla="*/ 593737 w 725732"/>
                <a:gd name="connsiteY2" fmla="*/ 159975 h 523508"/>
                <a:gd name="connsiteX3" fmla="*/ 725733 w 725732"/>
                <a:gd name="connsiteY3" fmla="*/ 211815 h 523508"/>
                <a:gd name="connsiteX4" fmla="*/ 706565 w 725732"/>
                <a:gd name="connsiteY4" fmla="*/ 149574 h 523508"/>
                <a:gd name="connsiteX5" fmla="*/ 532748 w 725732"/>
                <a:gd name="connsiteY5" fmla="*/ 44533 h 523508"/>
                <a:gd name="connsiteX6" fmla="*/ 194100 w 725732"/>
                <a:gd name="connsiteY6" fmla="*/ 8321 h 523508"/>
                <a:gd name="connsiteX7" fmla="*/ 3077 w 725732"/>
                <a:gd name="connsiteY7" fmla="*/ 265452 h 523508"/>
                <a:gd name="connsiteX8" fmla="*/ 68748 w 725732"/>
                <a:gd name="connsiteY8" fmla="*/ 523508 h 523508"/>
                <a:gd name="connsiteX9" fmla="*/ 64065 w 725732"/>
                <a:gd name="connsiteY9" fmla="*/ 380894 h 523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5732" h="523508">
                  <a:moveTo>
                    <a:pt x="64065" y="380894"/>
                  </a:moveTo>
                  <a:cubicBezTo>
                    <a:pt x="79475" y="222433"/>
                    <a:pt x="156364" y="147015"/>
                    <a:pt x="255089" y="123763"/>
                  </a:cubicBezTo>
                  <a:cubicBezTo>
                    <a:pt x="381857" y="93868"/>
                    <a:pt x="495012" y="153658"/>
                    <a:pt x="593737" y="159975"/>
                  </a:cubicBezTo>
                  <a:cubicBezTo>
                    <a:pt x="655869" y="163950"/>
                    <a:pt x="696491" y="184479"/>
                    <a:pt x="725733" y="211815"/>
                  </a:cubicBezTo>
                  <a:cubicBezTo>
                    <a:pt x="721540" y="185459"/>
                    <a:pt x="714951" y="163405"/>
                    <a:pt x="706565" y="149574"/>
                  </a:cubicBezTo>
                  <a:cubicBezTo>
                    <a:pt x="675799" y="98878"/>
                    <a:pt x="631419" y="50904"/>
                    <a:pt x="532748" y="44533"/>
                  </a:cubicBezTo>
                  <a:cubicBezTo>
                    <a:pt x="434078" y="38216"/>
                    <a:pt x="320869" y="-21574"/>
                    <a:pt x="194100" y="8321"/>
                  </a:cubicBezTo>
                  <a:cubicBezTo>
                    <a:pt x="95321" y="31573"/>
                    <a:pt x="18432" y="106991"/>
                    <a:pt x="3077" y="265452"/>
                  </a:cubicBezTo>
                  <a:cubicBezTo>
                    <a:pt x="-6834" y="367444"/>
                    <a:pt x="5200" y="465079"/>
                    <a:pt x="68748" y="523508"/>
                  </a:cubicBezTo>
                  <a:cubicBezTo>
                    <a:pt x="59600" y="479782"/>
                    <a:pt x="59218" y="430828"/>
                    <a:pt x="64065" y="380894"/>
                  </a:cubicBezTo>
                  <a:close/>
                </a:path>
              </a:pathLst>
            </a:custGeom>
            <a:solidFill>
              <a:srgbClr val="A1E5C5">
                <a:alpha val="50000"/>
              </a:srgbClr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EA7377BD-ECDB-4BC2-9191-CF1CDA0F5A9B}"/>
                </a:ext>
              </a:extLst>
            </p:cNvPr>
            <p:cNvSpPr/>
            <p:nvPr/>
          </p:nvSpPr>
          <p:spPr>
            <a:xfrm>
              <a:off x="5351861" y="3418645"/>
              <a:ext cx="211770" cy="220394"/>
            </a:xfrm>
            <a:custGeom>
              <a:avLst/>
              <a:gdLst>
                <a:gd name="connsiteX0" fmla="*/ 100685 w 211770"/>
                <a:gd name="connsiteY0" fmla="*/ 36177 h 220394"/>
                <a:gd name="connsiteX1" fmla="*/ 70953 w 211770"/>
                <a:gd name="connsiteY1" fmla="*/ 64166 h 220394"/>
                <a:gd name="connsiteX2" fmla="*/ 0 w 211770"/>
                <a:gd name="connsiteY2" fmla="*/ 220394 h 220394"/>
                <a:gd name="connsiteX3" fmla="*/ 37845 w 211770"/>
                <a:gd name="connsiteY3" fmla="*/ 135827 h 220394"/>
                <a:gd name="connsiteX4" fmla="*/ 60879 w 211770"/>
                <a:gd name="connsiteY4" fmla="*/ 94824 h 220394"/>
                <a:gd name="connsiteX5" fmla="*/ 126605 w 211770"/>
                <a:gd name="connsiteY5" fmla="*/ 32256 h 220394"/>
                <a:gd name="connsiteX6" fmla="*/ 211771 w 211770"/>
                <a:gd name="connsiteY6" fmla="*/ 1871 h 220394"/>
                <a:gd name="connsiteX7" fmla="*/ 155248 w 211770"/>
                <a:gd name="connsiteY7" fmla="*/ 10202 h 220394"/>
                <a:gd name="connsiteX8" fmla="*/ 100685 w 211770"/>
                <a:gd name="connsiteY8" fmla="*/ 36177 h 220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1770" h="220394">
                  <a:moveTo>
                    <a:pt x="100685" y="36177"/>
                  </a:moveTo>
                  <a:cubicBezTo>
                    <a:pt x="89740" y="44290"/>
                    <a:pt x="79993" y="53983"/>
                    <a:pt x="70953" y="64166"/>
                  </a:cubicBezTo>
                  <a:cubicBezTo>
                    <a:pt x="32400" y="107729"/>
                    <a:pt x="5445" y="162510"/>
                    <a:pt x="0" y="220394"/>
                  </a:cubicBezTo>
                  <a:cubicBezTo>
                    <a:pt x="11490" y="191697"/>
                    <a:pt x="24068" y="163490"/>
                    <a:pt x="37845" y="135827"/>
                  </a:cubicBezTo>
                  <a:cubicBezTo>
                    <a:pt x="44815" y="121778"/>
                    <a:pt x="52112" y="107838"/>
                    <a:pt x="60879" y="94824"/>
                  </a:cubicBezTo>
                  <a:cubicBezTo>
                    <a:pt x="77923" y="69503"/>
                    <a:pt x="100631" y="48157"/>
                    <a:pt x="126605" y="32256"/>
                  </a:cubicBezTo>
                  <a:cubicBezTo>
                    <a:pt x="153668" y="15702"/>
                    <a:pt x="181549" y="9059"/>
                    <a:pt x="211771" y="1871"/>
                  </a:cubicBezTo>
                  <a:cubicBezTo>
                    <a:pt x="198920" y="-4282"/>
                    <a:pt x="168589" y="6391"/>
                    <a:pt x="155248" y="10202"/>
                  </a:cubicBezTo>
                  <a:cubicBezTo>
                    <a:pt x="135808" y="15866"/>
                    <a:pt x="117021" y="24143"/>
                    <a:pt x="100685" y="3617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5E4D47DA-AB1A-4FD9-807C-BD59A22B6220}"/>
                </a:ext>
              </a:extLst>
            </p:cNvPr>
            <p:cNvSpPr/>
            <p:nvPr/>
          </p:nvSpPr>
          <p:spPr>
            <a:xfrm>
              <a:off x="5767180" y="3775609"/>
              <a:ext cx="230121" cy="108199"/>
            </a:xfrm>
            <a:custGeom>
              <a:avLst/>
              <a:gdLst>
                <a:gd name="connsiteX0" fmla="*/ 196796 w 230121"/>
                <a:gd name="connsiteY0" fmla="*/ 35177 h 108199"/>
                <a:gd name="connsiteX1" fmla="*/ 161238 w 230121"/>
                <a:gd name="connsiteY1" fmla="*/ 66325 h 108199"/>
                <a:gd name="connsiteX2" fmla="*/ 135917 w 230121"/>
                <a:gd name="connsiteY2" fmla="*/ 84295 h 108199"/>
                <a:gd name="connsiteX3" fmla="*/ 79720 w 230121"/>
                <a:gd name="connsiteY3" fmla="*/ 99977 h 108199"/>
                <a:gd name="connsiteX4" fmla="*/ 0 w 230121"/>
                <a:gd name="connsiteY4" fmla="*/ 108200 h 108199"/>
                <a:gd name="connsiteX5" fmla="*/ 76344 w 230121"/>
                <a:gd name="connsiteY5" fmla="*/ 104170 h 108199"/>
                <a:gd name="connsiteX6" fmla="*/ 149585 w 230121"/>
                <a:gd name="connsiteY6" fmla="*/ 84676 h 108199"/>
                <a:gd name="connsiteX7" fmla="*/ 201098 w 230121"/>
                <a:gd name="connsiteY7" fmla="*/ 35449 h 108199"/>
                <a:gd name="connsiteX8" fmla="*/ 230122 w 230121"/>
                <a:gd name="connsiteY8" fmla="*/ 0 h 108199"/>
                <a:gd name="connsiteX9" fmla="*/ 196796 w 230121"/>
                <a:gd name="connsiteY9" fmla="*/ 35177 h 10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121" h="108199">
                  <a:moveTo>
                    <a:pt x="196796" y="35177"/>
                  </a:moveTo>
                  <a:cubicBezTo>
                    <a:pt x="185252" y="45959"/>
                    <a:pt x="173381" y="56360"/>
                    <a:pt x="161238" y="66325"/>
                  </a:cubicBezTo>
                  <a:cubicBezTo>
                    <a:pt x="153233" y="72914"/>
                    <a:pt x="145011" y="79339"/>
                    <a:pt x="135917" y="84295"/>
                  </a:cubicBezTo>
                  <a:cubicBezTo>
                    <a:pt x="118710" y="93606"/>
                    <a:pt x="99051" y="97146"/>
                    <a:pt x="79720" y="99977"/>
                  </a:cubicBezTo>
                  <a:cubicBezTo>
                    <a:pt x="53310" y="103843"/>
                    <a:pt x="26682" y="106566"/>
                    <a:pt x="0" y="108200"/>
                  </a:cubicBezTo>
                  <a:cubicBezTo>
                    <a:pt x="25321" y="105096"/>
                    <a:pt x="50915" y="105913"/>
                    <a:pt x="76344" y="104170"/>
                  </a:cubicBezTo>
                  <a:cubicBezTo>
                    <a:pt x="101774" y="102373"/>
                    <a:pt x="127640" y="97745"/>
                    <a:pt x="149585" y="84676"/>
                  </a:cubicBezTo>
                  <a:cubicBezTo>
                    <a:pt x="170114" y="72478"/>
                    <a:pt x="185796" y="53800"/>
                    <a:pt x="201098" y="35449"/>
                  </a:cubicBezTo>
                  <a:cubicBezTo>
                    <a:pt x="210791" y="23796"/>
                    <a:pt x="221573" y="12470"/>
                    <a:pt x="230122" y="0"/>
                  </a:cubicBezTo>
                  <a:cubicBezTo>
                    <a:pt x="217979" y="7025"/>
                    <a:pt x="207524" y="25158"/>
                    <a:pt x="196796" y="3517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2F15F571-E331-4E83-9077-0AC3A67214F1}"/>
                </a:ext>
              </a:extLst>
            </p:cNvPr>
            <p:cNvSpPr/>
            <p:nvPr/>
          </p:nvSpPr>
          <p:spPr>
            <a:xfrm>
              <a:off x="5326665" y="3405954"/>
              <a:ext cx="731057" cy="578762"/>
            </a:xfrm>
            <a:custGeom>
              <a:avLst/>
              <a:gdLst>
                <a:gd name="connsiteX0" fmla="*/ 194112 w 731057"/>
                <a:gd name="connsiteY0" fmla="*/ 8300 h 578762"/>
                <a:gd name="connsiteX1" fmla="*/ 3088 w 731057"/>
                <a:gd name="connsiteY1" fmla="*/ 265431 h 578762"/>
                <a:gd name="connsiteX2" fmla="*/ 226729 w 731057"/>
                <a:gd name="connsiteY2" fmla="*/ 578704 h 578762"/>
                <a:gd name="connsiteX3" fmla="*/ 474821 w 731057"/>
                <a:gd name="connsiteY3" fmla="*/ 547012 h 578762"/>
                <a:gd name="connsiteX4" fmla="*/ 698463 w 731057"/>
                <a:gd name="connsiteY4" fmla="*/ 442896 h 578762"/>
                <a:gd name="connsiteX5" fmla="*/ 706631 w 731057"/>
                <a:gd name="connsiteY5" fmla="*/ 149553 h 578762"/>
                <a:gd name="connsiteX6" fmla="*/ 532814 w 731057"/>
                <a:gd name="connsiteY6" fmla="*/ 44512 h 578762"/>
                <a:gd name="connsiteX7" fmla="*/ 194112 w 731057"/>
                <a:gd name="connsiteY7" fmla="*/ 8300 h 578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1057" h="578762">
                  <a:moveTo>
                    <a:pt x="194112" y="8300"/>
                  </a:moveTo>
                  <a:cubicBezTo>
                    <a:pt x="95387" y="31552"/>
                    <a:pt x="18443" y="106970"/>
                    <a:pt x="3088" y="265431"/>
                  </a:cubicBezTo>
                  <a:cubicBezTo>
                    <a:pt x="-12323" y="423892"/>
                    <a:pt x="25087" y="572006"/>
                    <a:pt x="226729" y="578704"/>
                  </a:cubicBezTo>
                  <a:cubicBezTo>
                    <a:pt x="281074" y="580501"/>
                    <a:pt x="400546" y="540695"/>
                    <a:pt x="474821" y="547012"/>
                  </a:cubicBezTo>
                  <a:cubicBezTo>
                    <a:pt x="549041" y="553328"/>
                    <a:pt x="653212" y="524359"/>
                    <a:pt x="698463" y="442896"/>
                  </a:cubicBezTo>
                  <a:cubicBezTo>
                    <a:pt x="743714" y="361433"/>
                    <a:pt x="737397" y="200250"/>
                    <a:pt x="706631" y="149553"/>
                  </a:cubicBezTo>
                  <a:cubicBezTo>
                    <a:pt x="675865" y="98857"/>
                    <a:pt x="631485" y="50883"/>
                    <a:pt x="532814" y="44512"/>
                  </a:cubicBezTo>
                  <a:cubicBezTo>
                    <a:pt x="434035" y="38195"/>
                    <a:pt x="320880" y="-21541"/>
                    <a:pt x="194112" y="8300"/>
                  </a:cubicBezTo>
                  <a:close/>
                </a:path>
              </a:pathLst>
            </a:custGeom>
            <a:noFill/>
            <a:ln w="5445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99B5D114-9754-4531-ADBC-034DCF4A0486}"/>
                </a:ext>
              </a:extLst>
            </p:cNvPr>
            <p:cNvSpPr/>
            <p:nvPr/>
          </p:nvSpPr>
          <p:spPr>
            <a:xfrm>
              <a:off x="5574196" y="3415180"/>
              <a:ext cx="8385" cy="8385"/>
            </a:xfrm>
            <a:custGeom>
              <a:avLst/>
              <a:gdLst>
                <a:gd name="connsiteX0" fmla="*/ 8386 w 8385"/>
                <a:gd name="connsiteY0" fmla="*/ 4193 h 8385"/>
                <a:gd name="connsiteX1" fmla="*/ 4193 w 8385"/>
                <a:gd name="connsiteY1" fmla="*/ 8386 h 8385"/>
                <a:gd name="connsiteX2" fmla="*/ 0 w 8385"/>
                <a:gd name="connsiteY2" fmla="*/ 4193 h 8385"/>
                <a:gd name="connsiteX3" fmla="*/ 4193 w 8385"/>
                <a:gd name="connsiteY3" fmla="*/ 0 h 8385"/>
                <a:gd name="connsiteX4" fmla="*/ 8386 w 8385"/>
                <a:gd name="connsiteY4" fmla="*/ 4193 h 8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5" h="8385">
                  <a:moveTo>
                    <a:pt x="8386" y="4193"/>
                  </a:moveTo>
                  <a:cubicBezTo>
                    <a:pt x="8386" y="6509"/>
                    <a:pt x="6509" y="8386"/>
                    <a:pt x="4193" y="8386"/>
                  </a:cubicBezTo>
                  <a:cubicBezTo>
                    <a:pt x="1877" y="8386"/>
                    <a:pt x="0" y="6509"/>
                    <a:pt x="0" y="4193"/>
                  </a:cubicBezTo>
                  <a:cubicBezTo>
                    <a:pt x="0" y="1877"/>
                    <a:pt x="1877" y="0"/>
                    <a:pt x="4193" y="0"/>
                  </a:cubicBezTo>
                  <a:cubicBezTo>
                    <a:pt x="6508" y="0"/>
                    <a:pt x="8386" y="1877"/>
                    <a:pt x="8386" y="419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91A3A925-231D-49B3-929A-7D5C5CA62EF3}"/>
                </a:ext>
              </a:extLst>
            </p:cNvPr>
            <p:cNvSpPr/>
            <p:nvPr/>
          </p:nvSpPr>
          <p:spPr>
            <a:xfrm>
              <a:off x="5594725" y="3415180"/>
              <a:ext cx="11979" cy="11979"/>
            </a:xfrm>
            <a:custGeom>
              <a:avLst/>
              <a:gdLst>
                <a:gd name="connsiteX0" fmla="*/ 11980 w 11979"/>
                <a:gd name="connsiteY0" fmla="*/ 5990 h 11979"/>
                <a:gd name="connsiteX1" fmla="*/ 5990 w 11979"/>
                <a:gd name="connsiteY1" fmla="*/ 11980 h 11979"/>
                <a:gd name="connsiteX2" fmla="*/ 0 w 11979"/>
                <a:gd name="connsiteY2" fmla="*/ 5990 h 11979"/>
                <a:gd name="connsiteX3" fmla="*/ 5990 w 11979"/>
                <a:gd name="connsiteY3" fmla="*/ 0 h 11979"/>
                <a:gd name="connsiteX4" fmla="*/ 11980 w 11979"/>
                <a:gd name="connsiteY4" fmla="*/ 5990 h 11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79" h="11979">
                  <a:moveTo>
                    <a:pt x="11980" y="5990"/>
                  </a:moveTo>
                  <a:cubicBezTo>
                    <a:pt x="11980" y="9298"/>
                    <a:pt x="9298" y="11980"/>
                    <a:pt x="5990" y="11980"/>
                  </a:cubicBezTo>
                  <a:cubicBezTo>
                    <a:pt x="2682" y="11980"/>
                    <a:pt x="0" y="9298"/>
                    <a:pt x="0" y="5990"/>
                  </a:cubicBezTo>
                  <a:cubicBezTo>
                    <a:pt x="0" y="2682"/>
                    <a:pt x="2682" y="0"/>
                    <a:pt x="5990" y="0"/>
                  </a:cubicBezTo>
                  <a:cubicBezTo>
                    <a:pt x="9298" y="0"/>
                    <a:pt x="11980" y="2682"/>
                    <a:pt x="11980" y="599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49104C6A-6F36-4FF8-A621-182F606AEE37}"/>
                </a:ext>
              </a:extLst>
            </p:cNvPr>
            <p:cNvSpPr/>
            <p:nvPr/>
          </p:nvSpPr>
          <p:spPr>
            <a:xfrm>
              <a:off x="5348049" y="3646881"/>
              <a:ext cx="7078" cy="7078"/>
            </a:xfrm>
            <a:custGeom>
              <a:avLst/>
              <a:gdLst>
                <a:gd name="connsiteX0" fmla="*/ 7079 w 7078"/>
                <a:gd name="connsiteY0" fmla="*/ 3539 h 7078"/>
                <a:gd name="connsiteX1" fmla="*/ 3539 w 7078"/>
                <a:gd name="connsiteY1" fmla="*/ 7079 h 7078"/>
                <a:gd name="connsiteX2" fmla="*/ 0 w 7078"/>
                <a:gd name="connsiteY2" fmla="*/ 3539 h 7078"/>
                <a:gd name="connsiteX3" fmla="*/ 3539 w 7078"/>
                <a:gd name="connsiteY3" fmla="*/ 0 h 7078"/>
                <a:gd name="connsiteX4" fmla="*/ 7079 w 7078"/>
                <a:gd name="connsiteY4" fmla="*/ 3539 h 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78" h="7078">
                  <a:moveTo>
                    <a:pt x="7079" y="3539"/>
                  </a:moveTo>
                  <a:cubicBezTo>
                    <a:pt x="7079" y="5494"/>
                    <a:pt x="5494" y="7079"/>
                    <a:pt x="3539" y="7079"/>
                  </a:cubicBezTo>
                  <a:cubicBezTo>
                    <a:pt x="1584" y="7079"/>
                    <a:pt x="0" y="5494"/>
                    <a:pt x="0" y="3539"/>
                  </a:cubicBezTo>
                  <a:cubicBezTo>
                    <a:pt x="0" y="1585"/>
                    <a:pt x="1584" y="0"/>
                    <a:pt x="3539" y="0"/>
                  </a:cubicBezTo>
                  <a:cubicBezTo>
                    <a:pt x="5494" y="0"/>
                    <a:pt x="7079" y="1585"/>
                    <a:pt x="7079" y="3539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C7B6B109-D833-41C4-A0A3-3399A6C46FA8}"/>
                </a:ext>
              </a:extLst>
            </p:cNvPr>
            <p:cNvSpPr/>
            <p:nvPr/>
          </p:nvSpPr>
          <p:spPr>
            <a:xfrm>
              <a:off x="5343747" y="3667682"/>
              <a:ext cx="12960" cy="12960"/>
            </a:xfrm>
            <a:custGeom>
              <a:avLst/>
              <a:gdLst>
                <a:gd name="connsiteX0" fmla="*/ 12960 w 12960"/>
                <a:gd name="connsiteY0" fmla="*/ 6480 h 12960"/>
                <a:gd name="connsiteX1" fmla="*/ 6480 w 12960"/>
                <a:gd name="connsiteY1" fmla="*/ 12960 h 12960"/>
                <a:gd name="connsiteX2" fmla="*/ 0 w 12960"/>
                <a:gd name="connsiteY2" fmla="*/ 6480 h 12960"/>
                <a:gd name="connsiteX3" fmla="*/ 6480 w 12960"/>
                <a:gd name="connsiteY3" fmla="*/ 0 h 12960"/>
                <a:gd name="connsiteX4" fmla="*/ 12960 w 12960"/>
                <a:gd name="connsiteY4" fmla="*/ 6480 h 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60" h="12960">
                  <a:moveTo>
                    <a:pt x="12960" y="6480"/>
                  </a:moveTo>
                  <a:cubicBezTo>
                    <a:pt x="12960" y="10059"/>
                    <a:pt x="10059" y="12960"/>
                    <a:pt x="6480" y="12960"/>
                  </a:cubicBezTo>
                  <a:cubicBezTo>
                    <a:pt x="2901" y="12960"/>
                    <a:pt x="0" y="10059"/>
                    <a:pt x="0" y="6480"/>
                  </a:cubicBezTo>
                  <a:cubicBezTo>
                    <a:pt x="0" y="2901"/>
                    <a:pt x="2901" y="0"/>
                    <a:pt x="6480" y="0"/>
                  </a:cubicBezTo>
                  <a:cubicBezTo>
                    <a:pt x="10059" y="0"/>
                    <a:pt x="12960" y="2901"/>
                    <a:pt x="12960" y="648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32" name="Dimorphic-fungus-hyphae-and-conidia">
            <a:extLst>
              <a:ext uri="{FF2B5EF4-FFF2-40B4-BE49-F238E27FC236}">
                <a16:creationId xmlns:a16="http://schemas.microsoft.com/office/drawing/2014/main" id="{49F33AAF-9D64-4980-95A6-26CA68342C7F}"/>
              </a:ext>
            </a:extLst>
          </p:cNvPr>
          <p:cNvGrpSpPr/>
          <p:nvPr/>
        </p:nvGrpSpPr>
        <p:grpSpPr>
          <a:xfrm>
            <a:off x="6408101" y="3997059"/>
            <a:ext cx="1524483" cy="1396566"/>
            <a:chOff x="3817787" y="4425298"/>
            <a:chExt cx="1085614" cy="1040874"/>
          </a:xfrm>
          <a:solidFill>
            <a:schemeClr val="accent1"/>
          </a:solidFill>
        </p:grpSpPr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CE5DE1F7-C852-49C5-ABCA-7EB6683C6E3A}"/>
                </a:ext>
              </a:extLst>
            </p:cNvPr>
            <p:cNvSpPr/>
            <p:nvPr/>
          </p:nvSpPr>
          <p:spPr>
            <a:xfrm>
              <a:off x="3817787" y="4478495"/>
              <a:ext cx="1085582" cy="949734"/>
            </a:xfrm>
            <a:custGeom>
              <a:avLst/>
              <a:gdLst>
                <a:gd name="connsiteX0" fmla="*/ 1061579 w 1085582"/>
                <a:gd name="connsiteY0" fmla="*/ 251309 h 949734"/>
                <a:gd name="connsiteX1" fmla="*/ 1031357 w 1085582"/>
                <a:gd name="connsiteY1" fmla="*/ 275159 h 949734"/>
                <a:gd name="connsiteX2" fmla="*/ 1022208 w 1085582"/>
                <a:gd name="connsiteY2" fmla="*/ 319539 h 949734"/>
                <a:gd name="connsiteX3" fmla="*/ 1029778 w 1085582"/>
                <a:gd name="connsiteY3" fmla="*/ 346276 h 949734"/>
                <a:gd name="connsiteX4" fmla="*/ 1008105 w 1085582"/>
                <a:gd name="connsiteY4" fmla="*/ 363592 h 949734"/>
                <a:gd name="connsiteX5" fmla="*/ 989482 w 1085582"/>
                <a:gd name="connsiteY5" fmla="*/ 405576 h 949734"/>
                <a:gd name="connsiteX6" fmla="*/ 990843 w 1085582"/>
                <a:gd name="connsiteY6" fmla="*/ 432912 h 949734"/>
                <a:gd name="connsiteX7" fmla="*/ 966121 w 1085582"/>
                <a:gd name="connsiteY7" fmla="*/ 444402 h 949734"/>
                <a:gd name="connsiteX8" fmla="*/ 937751 w 1085582"/>
                <a:gd name="connsiteY8" fmla="*/ 478817 h 949734"/>
                <a:gd name="connsiteX9" fmla="*/ 930889 w 1085582"/>
                <a:gd name="connsiteY9" fmla="*/ 504628 h 949734"/>
                <a:gd name="connsiteX10" fmla="*/ 904425 w 1085582"/>
                <a:gd name="connsiteY10" fmla="*/ 507405 h 949734"/>
                <a:gd name="connsiteX11" fmla="*/ 868703 w 1085582"/>
                <a:gd name="connsiteY11" fmla="*/ 527934 h 949734"/>
                <a:gd name="connsiteX12" fmla="*/ 866525 w 1085582"/>
                <a:gd name="connsiteY12" fmla="*/ 528914 h 949734"/>
                <a:gd name="connsiteX13" fmla="*/ 850407 w 1085582"/>
                <a:gd name="connsiteY13" fmla="*/ 551513 h 949734"/>
                <a:gd name="connsiteX14" fmla="*/ 823398 w 1085582"/>
                <a:gd name="connsiteY14" fmla="*/ 545577 h 949734"/>
                <a:gd name="connsiteX15" fmla="*/ 778854 w 1085582"/>
                <a:gd name="connsiteY15" fmla="*/ 557611 h 949734"/>
                <a:gd name="connsiteX16" fmla="*/ 758761 w 1085582"/>
                <a:gd name="connsiteY16" fmla="*/ 575636 h 949734"/>
                <a:gd name="connsiteX17" fmla="*/ 757781 w 1085582"/>
                <a:gd name="connsiteY17" fmla="*/ 575527 h 949734"/>
                <a:gd name="connsiteX18" fmla="*/ 733222 w 1085582"/>
                <a:gd name="connsiteY18" fmla="*/ 564962 h 949734"/>
                <a:gd name="connsiteX19" fmla="*/ 687100 w 1085582"/>
                <a:gd name="connsiteY19" fmla="*/ 567631 h 949734"/>
                <a:gd name="connsiteX20" fmla="*/ 663358 w 1085582"/>
                <a:gd name="connsiteY20" fmla="*/ 581843 h 949734"/>
                <a:gd name="connsiteX21" fmla="*/ 641032 w 1085582"/>
                <a:gd name="connsiteY21" fmla="*/ 565507 h 949734"/>
                <a:gd name="connsiteX22" fmla="*/ 595726 w 1085582"/>
                <a:gd name="connsiteY22" fmla="*/ 558482 h 949734"/>
                <a:gd name="connsiteX23" fmla="*/ 569752 w 1085582"/>
                <a:gd name="connsiteY23" fmla="*/ 566869 h 949734"/>
                <a:gd name="connsiteX24" fmla="*/ 552436 w 1085582"/>
                <a:gd name="connsiteY24" fmla="*/ 546013 h 949734"/>
                <a:gd name="connsiteX25" fmla="*/ 519001 w 1085582"/>
                <a:gd name="connsiteY25" fmla="*/ 529840 h 949734"/>
                <a:gd name="connsiteX26" fmla="*/ 513501 w 1085582"/>
                <a:gd name="connsiteY26" fmla="*/ 526355 h 949734"/>
                <a:gd name="connsiteX27" fmla="*/ 482952 w 1085582"/>
                <a:gd name="connsiteY27" fmla="*/ 527716 h 949734"/>
                <a:gd name="connsiteX28" fmla="*/ 466616 w 1085582"/>
                <a:gd name="connsiteY28" fmla="*/ 502068 h 949734"/>
                <a:gd name="connsiteX29" fmla="*/ 417717 w 1085582"/>
                <a:gd name="connsiteY29" fmla="*/ 484099 h 949734"/>
                <a:gd name="connsiteX30" fmla="*/ 388802 w 1085582"/>
                <a:gd name="connsiteY30" fmla="*/ 492702 h 949734"/>
                <a:gd name="connsiteX31" fmla="*/ 367238 w 1085582"/>
                <a:gd name="connsiteY31" fmla="*/ 471629 h 949734"/>
                <a:gd name="connsiteX32" fmla="*/ 315725 w 1085582"/>
                <a:gd name="connsiteY32" fmla="*/ 464713 h 949734"/>
                <a:gd name="connsiteX33" fmla="*/ 315507 w 1085582"/>
                <a:gd name="connsiteY33" fmla="*/ 464713 h 949734"/>
                <a:gd name="connsiteX34" fmla="*/ 349813 w 1085582"/>
                <a:gd name="connsiteY34" fmla="*/ 451917 h 949734"/>
                <a:gd name="connsiteX35" fmla="*/ 367347 w 1085582"/>
                <a:gd name="connsiteY35" fmla="*/ 430462 h 949734"/>
                <a:gd name="connsiteX36" fmla="*/ 394628 w 1085582"/>
                <a:gd name="connsiteY36" fmla="*/ 435580 h 949734"/>
                <a:gd name="connsiteX37" fmla="*/ 439716 w 1085582"/>
                <a:gd name="connsiteY37" fmla="*/ 418918 h 949734"/>
                <a:gd name="connsiteX38" fmla="*/ 457141 w 1085582"/>
                <a:gd name="connsiteY38" fmla="*/ 397027 h 949734"/>
                <a:gd name="connsiteX39" fmla="*/ 484804 w 1085582"/>
                <a:gd name="connsiteY39" fmla="*/ 401438 h 949734"/>
                <a:gd name="connsiteX40" fmla="*/ 496348 w 1085582"/>
                <a:gd name="connsiteY40" fmla="*/ 396809 h 949734"/>
                <a:gd name="connsiteX41" fmla="*/ 530981 w 1085582"/>
                <a:gd name="connsiteY41" fmla="*/ 380691 h 949734"/>
                <a:gd name="connsiteX42" fmla="*/ 545411 w 1085582"/>
                <a:gd name="connsiteY42" fmla="*/ 355043 h 949734"/>
                <a:gd name="connsiteX43" fmla="*/ 574870 w 1085582"/>
                <a:gd name="connsiteY43" fmla="*/ 353028 h 949734"/>
                <a:gd name="connsiteX44" fmla="*/ 614023 w 1085582"/>
                <a:gd name="connsiteY44" fmla="*/ 318232 h 949734"/>
                <a:gd name="connsiteX45" fmla="*/ 619359 w 1085582"/>
                <a:gd name="connsiteY45" fmla="*/ 288936 h 949734"/>
                <a:gd name="connsiteX46" fmla="*/ 646586 w 1085582"/>
                <a:gd name="connsiteY46" fmla="*/ 276956 h 949734"/>
                <a:gd name="connsiteX47" fmla="*/ 671308 w 1085582"/>
                <a:gd name="connsiteY47" fmla="*/ 230725 h 949734"/>
                <a:gd name="connsiteX48" fmla="*/ 666298 w 1085582"/>
                <a:gd name="connsiteY48" fmla="*/ 201538 h 949734"/>
                <a:gd name="connsiteX49" fmla="*/ 687862 w 1085582"/>
                <a:gd name="connsiteY49" fmla="*/ 181336 h 949734"/>
                <a:gd name="connsiteX50" fmla="*/ 696738 w 1085582"/>
                <a:gd name="connsiteY50" fmla="*/ 130421 h 949734"/>
                <a:gd name="connsiteX51" fmla="*/ 683397 w 1085582"/>
                <a:gd name="connsiteY51" fmla="*/ 104229 h 949734"/>
                <a:gd name="connsiteX52" fmla="*/ 698372 w 1085582"/>
                <a:gd name="connsiteY52" fmla="*/ 78853 h 949734"/>
                <a:gd name="connsiteX53" fmla="*/ 695921 w 1085582"/>
                <a:gd name="connsiteY53" fmla="*/ 51136 h 949734"/>
                <a:gd name="connsiteX54" fmla="*/ 664719 w 1085582"/>
                <a:gd name="connsiteY54" fmla="*/ 28701 h 949734"/>
                <a:gd name="connsiteX55" fmla="*/ 642175 w 1085582"/>
                <a:gd name="connsiteY55" fmla="*/ 59903 h 949734"/>
                <a:gd name="connsiteX56" fmla="*/ 643972 w 1085582"/>
                <a:gd name="connsiteY56" fmla="*/ 81031 h 949734"/>
                <a:gd name="connsiteX57" fmla="*/ 657477 w 1085582"/>
                <a:gd name="connsiteY57" fmla="*/ 103358 h 949734"/>
                <a:gd name="connsiteX58" fmla="*/ 642611 w 1085582"/>
                <a:gd name="connsiteY58" fmla="*/ 124867 h 949734"/>
                <a:gd name="connsiteX59" fmla="*/ 635096 w 1085582"/>
                <a:gd name="connsiteY59" fmla="*/ 168049 h 949734"/>
                <a:gd name="connsiteX60" fmla="*/ 641468 w 1085582"/>
                <a:gd name="connsiteY60" fmla="*/ 193097 h 949734"/>
                <a:gd name="connsiteX61" fmla="*/ 621265 w 1085582"/>
                <a:gd name="connsiteY61" fmla="*/ 209161 h 949734"/>
                <a:gd name="connsiteX62" fmla="*/ 601008 w 1085582"/>
                <a:gd name="connsiteY62" fmla="*/ 247061 h 949734"/>
                <a:gd name="connsiteX63" fmla="*/ 598721 w 1085582"/>
                <a:gd name="connsiteY63" fmla="*/ 272546 h 949734"/>
                <a:gd name="connsiteX64" fmla="*/ 574489 w 1085582"/>
                <a:gd name="connsiteY64" fmla="*/ 280714 h 949734"/>
                <a:gd name="connsiteX65" fmla="*/ 542362 w 1085582"/>
                <a:gd name="connsiteY65" fmla="*/ 309248 h 949734"/>
                <a:gd name="connsiteX66" fmla="*/ 531471 w 1085582"/>
                <a:gd name="connsiteY66" fmla="*/ 332663 h 949734"/>
                <a:gd name="connsiteX67" fmla="*/ 505551 w 1085582"/>
                <a:gd name="connsiteY67" fmla="*/ 332445 h 949734"/>
                <a:gd name="connsiteX68" fmla="*/ 492591 w 1085582"/>
                <a:gd name="connsiteY68" fmla="*/ 338870 h 949734"/>
                <a:gd name="connsiteX69" fmla="*/ 404267 w 1085582"/>
                <a:gd name="connsiteY69" fmla="*/ 260511 h 949734"/>
                <a:gd name="connsiteX70" fmla="*/ 256370 w 1085582"/>
                <a:gd name="connsiteY70" fmla="*/ 90507 h 949734"/>
                <a:gd name="connsiteX71" fmla="*/ 259038 w 1085582"/>
                <a:gd name="connsiteY71" fmla="*/ 79507 h 949734"/>
                <a:gd name="connsiteX72" fmla="*/ 188466 w 1085582"/>
                <a:gd name="connsiteY72" fmla="*/ 876 h 949734"/>
                <a:gd name="connsiteX73" fmla="*/ 99380 w 1085582"/>
                <a:gd name="connsiteY73" fmla="*/ 57671 h 949734"/>
                <a:gd name="connsiteX74" fmla="*/ 169952 w 1085582"/>
                <a:gd name="connsiteY74" fmla="*/ 136302 h 949734"/>
                <a:gd name="connsiteX75" fmla="*/ 242049 w 1085582"/>
                <a:gd name="connsiteY75" fmla="*/ 113595 h 949734"/>
                <a:gd name="connsiteX76" fmla="*/ 379763 w 1085582"/>
                <a:gd name="connsiteY76" fmla="*/ 272328 h 949734"/>
                <a:gd name="connsiteX77" fmla="*/ 458013 w 1085582"/>
                <a:gd name="connsiteY77" fmla="*/ 354608 h 949734"/>
                <a:gd name="connsiteX78" fmla="*/ 447830 w 1085582"/>
                <a:gd name="connsiteY78" fmla="*/ 372414 h 949734"/>
                <a:gd name="connsiteX79" fmla="*/ 420712 w 1085582"/>
                <a:gd name="connsiteY79" fmla="*/ 367785 h 949734"/>
                <a:gd name="connsiteX80" fmla="*/ 376169 w 1085582"/>
                <a:gd name="connsiteY80" fmla="*/ 384230 h 949734"/>
                <a:gd name="connsiteX81" fmla="*/ 358580 w 1085582"/>
                <a:gd name="connsiteY81" fmla="*/ 405685 h 949734"/>
                <a:gd name="connsiteX82" fmla="*/ 331244 w 1085582"/>
                <a:gd name="connsiteY82" fmla="*/ 400566 h 949734"/>
                <a:gd name="connsiteX83" fmla="*/ 286047 w 1085582"/>
                <a:gd name="connsiteY83" fmla="*/ 417502 h 949734"/>
                <a:gd name="connsiteX84" fmla="*/ 268840 w 1085582"/>
                <a:gd name="connsiteY84" fmla="*/ 439773 h 949734"/>
                <a:gd name="connsiteX85" fmla="*/ 240851 w 1085582"/>
                <a:gd name="connsiteY85" fmla="*/ 435961 h 949734"/>
                <a:gd name="connsiteX86" fmla="*/ 196035 w 1085582"/>
                <a:gd name="connsiteY86" fmla="*/ 457089 h 949734"/>
                <a:gd name="connsiteX87" fmla="*/ 181278 w 1085582"/>
                <a:gd name="connsiteY87" fmla="*/ 481812 h 949734"/>
                <a:gd name="connsiteX88" fmla="*/ 152363 w 1085582"/>
                <a:gd name="connsiteY88" fmla="*/ 482138 h 949734"/>
                <a:gd name="connsiteX89" fmla="*/ 111142 w 1085582"/>
                <a:gd name="connsiteY89" fmla="*/ 512088 h 949734"/>
                <a:gd name="connsiteX90" fmla="*/ 102103 w 1085582"/>
                <a:gd name="connsiteY90" fmla="*/ 539859 h 949734"/>
                <a:gd name="connsiteX91" fmla="*/ 73841 w 1085582"/>
                <a:gd name="connsiteY91" fmla="*/ 547265 h 949734"/>
                <a:gd name="connsiteX92" fmla="*/ 41550 w 1085582"/>
                <a:gd name="connsiteY92" fmla="*/ 587071 h 949734"/>
                <a:gd name="connsiteX93" fmla="*/ 40406 w 1085582"/>
                <a:gd name="connsiteY93" fmla="*/ 616694 h 949734"/>
                <a:gd name="connsiteX94" fmla="*/ 14432 w 1085582"/>
                <a:gd name="connsiteY94" fmla="*/ 630797 h 949734"/>
                <a:gd name="connsiteX95" fmla="*/ 2670 w 1085582"/>
                <a:gd name="connsiteY95" fmla="*/ 653886 h 949734"/>
                <a:gd name="connsiteX96" fmla="*/ 15466 w 1085582"/>
                <a:gd name="connsiteY96" fmla="*/ 690206 h 949734"/>
                <a:gd name="connsiteX97" fmla="*/ 27174 w 1085582"/>
                <a:gd name="connsiteY97" fmla="*/ 692875 h 949734"/>
                <a:gd name="connsiteX98" fmla="*/ 51733 w 1085582"/>
                <a:gd name="connsiteY98" fmla="*/ 677410 h 949734"/>
                <a:gd name="connsiteX99" fmla="*/ 62242 w 1085582"/>
                <a:gd name="connsiteY99" fmla="*/ 656826 h 949734"/>
                <a:gd name="connsiteX100" fmla="*/ 61589 w 1085582"/>
                <a:gd name="connsiteY100" fmla="*/ 629926 h 949734"/>
                <a:gd name="connsiteX101" fmla="*/ 63767 w 1085582"/>
                <a:gd name="connsiteY101" fmla="*/ 630089 h 949734"/>
                <a:gd name="connsiteX102" fmla="*/ 85984 w 1085582"/>
                <a:gd name="connsiteY102" fmla="*/ 618600 h 949734"/>
                <a:gd name="connsiteX103" fmla="*/ 113756 w 1085582"/>
                <a:gd name="connsiteY103" fmla="*/ 584348 h 949734"/>
                <a:gd name="connsiteX104" fmla="*/ 120181 w 1085582"/>
                <a:gd name="connsiteY104" fmla="*/ 559027 h 949734"/>
                <a:gd name="connsiteX105" fmla="*/ 145829 w 1085582"/>
                <a:gd name="connsiteY105" fmla="*/ 554126 h 949734"/>
                <a:gd name="connsiteX106" fmla="*/ 181768 w 1085582"/>
                <a:gd name="connsiteY106" fmla="*/ 528043 h 949734"/>
                <a:gd name="connsiteX107" fmla="*/ 193694 w 1085582"/>
                <a:gd name="connsiteY107" fmla="*/ 510618 h 949734"/>
                <a:gd name="connsiteX108" fmla="*/ 220104 w 1085582"/>
                <a:gd name="connsiteY108" fmla="*/ 522053 h 949734"/>
                <a:gd name="connsiteX109" fmla="*/ 265682 w 1085582"/>
                <a:gd name="connsiteY109" fmla="*/ 517806 h 949734"/>
                <a:gd name="connsiteX110" fmla="*/ 288933 w 1085582"/>
                <a:gd name="connsiteY110" fmla="*/ 503048 h 949734"/>
                <a:gd name="connsiteX111" fmla="*/ 311532 w 1085582"/>
                <a:gd name="connsiteY111" fmla="*/ 518840 h 949734"/>
                <a:gd name="connsiteX112" fmla="*/ 357164 w 1085582"/>
                <a:gd name="connsiteY112" fmla="*/ 524994 h 949734"/>
                <a:gd name="connsiteX113" fmla="*/ 383193 w 1085582"/>
                <a:gd name="connsiteY113" fmla="*/ 515682 h 949734"/>
                <a:gd name="connsiteX114" fmla="*/ 401871 w 1085582"/>
                <a:gd name="connsiteY114" fmla="*/ 536047 h 949734"/>
                <a:gd name="connsiteX115" fmla="*/ 444944 w 1085582"/>
                <a:gd name="connsiteY115" fmla="*/ 551894 h 949734"/>
                <a:gd name="connsiteX116" fmla="*/ 472062 w 1085582"/>
                <a:gd name="connsiteY116" fmla="*/ 548735 h 949734"/>
                <a:gd name="connsiteX117" fmla="*/ 484967 w 1085582"/>
                <a:gd name="connsiteY117" fmla="*/ 572586 h 949734"/>
                <a:gd name="connsiteX118" fmla="*/ 489487 w 1085582"/>
                <a:gd name="connsiteY118" fmla="*/ 575418 h 949734"/>
                <a:gd name="connsiteX119" fmla="*/ 533431 w 1085582"/>
                <a:gd name="connsiteY119" fmla="*/ 596873 h 949734"/>
                <a:gd name="connsiteX120" fmla="*/ 563163 w 1085582"/>
                <a:gd name="connsiteY120" fmla="*/ 589630 h 949734"/>
                <a:gd name="connsiteX121" fmla="*/ 584237 w 1085582"/>
                <a:gd name="connsiteY121" fmla="*/ 611575 h 949734"/>
                <a:gd name="connsiteX122" fmla="*/ 635695 w 1085582"/>
                <a:gd name="connsiteY122" fmla="*/ 619580 h 949734"/>
                <a:gd name="connsiteX123" fmla="*/ 662323 w 1085582"/>
                <a:gd name="connsiteY123" fmla="*/ 605476 h 949734"/>
                <a:gd name="connsiteX124" fmla="*/ 687318 w 1085582"/>
                <a:gd name="connsiteY124" fmla="*/ 621921 h 949734"/>
                <a:gd name="connsiteX125" fmla="*/ 687481 w 1085582"/>
                <a:gd name="connsiteY125" fmla="*/ 621921 h 949734"/>
                <a:gd name="connsiteX126" fmla="*/ 739158 w 1085582"/>
                <a:gd name="connsiteY126" fmla="*/ 618926 h 949734"/>
                <a:gd name="connsiteX127" fmla="*/ 740519 w 1085582"/>
                <a:gd name="connsiteY127" fmla="*/ 618654 h 949734"/>
                <a:gd name="connsiteX128" fmla="*/ 678278 w 1085582"/>
                <a:gd name="connsiteY128" fmla="*/ 658188 h 949734"/>
                <a:gd name="connsiteX129" fmla="*/ 451043 w 1085582"/>
                <a:gd name="connsiteY129" fmla="*/ 795302 h 949734"/>
                <a:gd name="connsiteX130" fmla="*/ 376659 w 1085582"/>
                <a:gd name="connsiteY130" fmla="*/ 822311 h 949734"/>
                <a:gd name="connsiteX131" fmla="*/ 364624 w 1085582"/>
                <a:gd name="connsiteY131" fmla="*/ 931655 h 949734"/>
                <a:gd name="connsiteX132" fmla="*/ 474185 w 1085582"/>
                <a:gd name="connsiteY132" fmla="*/ 921907 h 949734"/>
                <a:gd name="connsiteX133" fmla="*/ 486220 w 1085582"/>
                <a:gd name="connsiteY133" fmla="*/ 812564 h 949734"/>
                <a:gd name="connsiteX134" fmla="*/ 478760 w 1085582"/>
                <a:gd name="connsiteY134" fmla="*/ 806247 h 949734"/>
                <a:gd name="connsiteX135" fmla="*/ 686827 w 1085582"/>
                <a:gd name="connsiteY135" fmla="*/ 684053 h 949734"/>
                <a:gd name="connsiteX136" fmla="*/ 767583 w 1085582"/>
                <a:gd name="connsiteY136" fmla="*/ 625788 h 949734"/>
                <a:gd name="connsiteX137" fmla="*/ 772592 w 1085582"/>
                <a:gd name="connsiteY137" fmla="*/ 608417 h 949734"/>
                <a:gd name="connsiteX138" fmla="*/ 790290 w 1085582"/>
                <a:gd name="connsiteY138" fmla="*/ 610649 h 949734"/>
                <a:gd name="connsiteX139" fmla="*/ 840333 w 1085582"/>
                <a:gd name="connsiteY139" fmla="*/ 597145 h 949734"/>
                <a:gd name="connsiteX140" fmla="*/ 859010 w 1085582"/>
                <a:gd name="connsiteY140" fmla="*/ 573512 h 949734"/>
                <a:gd name="connsiteX141" fmla="*/ 888579 w 1085582"/>
                <a:gd name="connsiteY141" fmla="*/ 578467 h 949734"/>
                <a:gd name="connsiteX142" fmla="*/ 891247 w 1085582"/>
                <a:gd name="connsiteY142" fmla="*/ 577269 h 949734"/>
                <a:gd name="connsiteX143" fmla="*/ 935736 w 1085582"/>
                <a:gd name="connsiteY143" fmla="*/ 551676 h 949734"/>
                <a:gd name="connsiteX144" fmla="*/ 946409 w 1085582"/>
                <a:gd name="connsiteY144" fmla="*/ 522598 h 949734"/>
                <a:gd name="connsiteX145" fmla="*/ 976685 w 1085582"/>
                <a:gd name="connsiteY145" fmla="*/ 516553 h 949734"/>
                <a:gd name="connsiteX146" fmla="*/ 1010610 w 1085582"/>
                <a:gd name="connsiteY146" fmla="*/ 475440 h 949734"/>
                <a:gd name="connsiteX147" fmla="*/ 1011154 w 1085582"/>
                <a:gd name="connsiteY147" fmla="*/ 444946 h 949734"/>
                <a:gd name="connsiteX148" fmla="*/ 1037782 w 1085582"/>
                <a:gd name="connsiteY148" fmla="*/ 430298 h 949734"/>
                <a:gd name="connsiteX149" fmla="*/ 1058965 w 1085582"/>
                <a:gd name="connsiteY149" fmla="*/ 382651 h 949734"/>
                <a:gd name="connsiteX150" fmla="*/ 1052267 w 1085582"/>
                <a:gd name="connsiteY150" fmla="*/ 353246 h 949734"/>
                <a:gd name="connsiteX151" fmla="*/ 1074811 w 1085582"/>
                <a:gd name="connsiteY151" fmla="*/ 333262 h 949734"/>
                <a:gd name="connsiteX152" fmla="*/ 1085375 w 1085582"/>
                <a:gd name="connsiteY152" fmla="*/ 281258 h 949734"/>
                <a:gd name="connsiteX153" fmla="*/ 1061579 w 1085582"/>
                <a:gd name="connsiteY153" fmla="*/ 251309 h 949734"/>
                <a:gd name="connsiteX154" fmla="*/ 289533 w 1085582"/>
                <a:gd name="connsiteY154" fmla="*/ 479416 h 949734"/>
                <a:gd name="connsiteX155" fmla="*/ 278261 w 1085582"/>
                <a:gd name="connsiteY155" fmla="*/ 467164 h 949734"/>
                <a:gd name="connsiteX156" fmla="*/ 278805 w 1085582"/>
                <a:gd name="connsiteY156" fmla="*/ 464277 h 949734"/>
                <a:gd name="connsiteX157" fmla="*/ 297156 w 1085582"/>
                <a:gd name="connsiteY157" fmla="*/ 470268 h 949734"/>
                <a:gd name="connsiteX158" fmla="*/ 289533 w 1085582"/>
                <a:gd name="connsiteY158" fmla="*/ 479416 h 94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</a:cxnLst>
              <a:rect l="l" t="t" r="r" b="b"/>
              <a:pathLst>
                <a:path w="1085582" h="949734">
                  <a:moveTo>
                    <a:pt x="1061579" y="251309"/>
                  </a:moveTo>
                  <a:cubicBezTo>
                    <a:pt x="1046713" y="249566"/>
                    <a:pt x="1033154" y="260239"/>
                    <a:pt x="1031357" y="275159"/>
                  </a:cubicBezTo>
                  <a:cubicBezTo>
                    <a:pt x="1031357" y="275323"/>
                    <a:pt x="1029179" y="293238"/>
                    <a:pt x="1022208" y="319539"/>
                  </a:cubicBezTo>
                  <a:cubicBezTo>
                    <a:pt x="1019595" y="329504"/>
                    <a:pt x="1022808" y="339633"/>
                    <a:pt x="1029778" y="346276"/>
                  </a:cubicBezTo>
                  <a:cubicBezTo>
                    <a:pt x="1020248" y="347637"/>
                    <a:pt x="1011753" y="354008"/>
                    <a:pt x="1008105" y="363592"/>
                  </a:cubicBezTo>
                  <a:cubicBezTo>
                    <a:pt x="1002551" y="378240"/>
                    <a:pt x="996289" y="392344"/>
                    <a:pt x="989482" y="405576"/>
                  </a:cubicBezTo>
                  <a:cubicBezTo>
                    <a:pt x="984853" y="414561"/>
                    <a:pt x="985724" y="424962"/>
                    <a:pt x="990843" y="432912"/>
                  </a:cubicBezTo>
                  <a:cubicBezTo>
                    <a:pt x="981423" y="432041"/>
                    <a:pt x="971893" y="436125"/>
                    <a:pt x="966121" y="444402"/>
                  </a:cubicBezTo>
                  <a:cubicBezTo>
                    <a:pt x="957354" y="456926"/>
                    <a:pt x="947770" y="468525"/>
                    <a:pt x="937751" y="478817"/>
                  </a:cubicBezTo>
                  <a:cubicBezTo>
                    <a:pt x="930889" y="485896"/>
                    <a:pt x="928602" y="495752"/>
                    <a:pt x="930889" y="504628"/>
                  </a:cubicBezTo>
                  <a:cubicBezTo>
                    <a:pt x="922504" y="501034"/>
                    <a:pt x="912430" y="501742"/>
                    <a:pt x="904425" y="507405"/>
                  </a:cubicBezTo>
                  <a:cubicBezTo>
                    <a:pt x="893153" y="515355"/>
                    <a:pt x="881173" y="522271"/>
                    <a:pt x="868703" y="527934"/>
                  </a:cubicBezTo>
                  <a:lnTo>
                    <a:pt x="866525" y="528914"/>
                  </a:lnTo>
                  <a:cubicBezTo>
                    <a:pt x="857105" y="533107"/>
                    <a:pt x="851224" y="541929"/>
                    <a:pt x="850407" y="551513"/>
                  </a:cubicBezTo>
                  <a:cubicBezTo>
                    <a:pt x="843382" y="544978"/>
                    <a:pt x="833145" y="542419"/>
                    <a:pt x="823398" y="545577"/>
                  </a:cubicBezTo>
                  <a:cubicBezTo>
                    <a:pt x="808858" y="550314"/>
                    <a:pt x="793884" y="554398"/>
                    <a:pt x="778854" y="557611"/>
                  </a:cubicBezTo>
                  <a:cubicBezTo>
                    <a:pt x="769107" y="559735"/>
                    <a:pt x="761756" y="566814"/>
                    <a:pt x="758761" y="575636"/>
                  </a:cubicBezTo>
                  <a:cubicBezTo>
                    <a:pt x="758434" y="575581"/>
                    <a:pt x="758107" y="575527"/>
                    <a:pt x="757781" y="575527"/>
                  </a:cubicBezTo>
                  <a:cubicBezTo>
                    <a:pt x="752172" y="568230"/>
                    <a:pt x="743024" y="563928"/>
                    <a:pt x="733222" y="564962"/>
                  </a:cubicBezTo>
                  <a:cubicBezTo>
                    <a:pt x="717921" y="566651"/>
                    <a:pt x="702401" y="567522"/>
                    <a:pt x="687100" y="567631"/>
                  </a:cubicBezTo>
                  <a:cubicBezTo>
                    <a:pt x="676808" y="567685"/>
                    <a:pt x="667932" y="573457"/>
                    <a:pt x="663358" y="581843"/>
                  </a:cubicBezTo>
                  <a:cubicBezTo>
                    <a:pt x="659546" y="573022"/>
                    <a:pt x="651215" y="566542"/>
                    <a:pt x="641032" y="565507"/>
                  </a:cubicBezTo>
                  <a:cubicBezTo>
                    <a:pt x="625512" y="563982"/>
                    <a:pt x="610265" y="561586"/>
                    <a:pt x="595726" y="558482"/>
                  </a:cubicBezTo>
                  <a:cubicBezTo>
                    <a:pt x="585870" y="556359"/>
                    <a:pt x="576068" y="559844"/>
                    <a:pt x="569752" y="566869"/>
                  </a:cubicBezTo>
                  <a:cubicBezTo>
                    <a:pt x="568173" y="557666"/>
                    <a:pt x="561856" y="549498"/>
                    <a:pt x="552436" y="546013"/>
                  </a:cubicBezTo>
                  <a:cubicBezTo>
                    <a:pt x="539367" y="541112"/>
                    <a:pt x="527768" y="535503"/>
                    <a:pt x="519001" y="529840"/>
                  </a:cubicBezTo>
                  <a:cubicBezTo>
                    <a:pt x="517204" y="528696"/>
                    <a:pt x="515352" y="527499"/>
                    <a:pt x="513501" y="526355"/>
                  </a:cubicBezTo>
                  <a:cubicBezTo>
                    <a:pt x="503699" y="520311"/>
                    <a:pt x="491611" y="521236"/>
                    <a:pt x="482952" y="527716"/>
                  </a:cubicBezTo>
                  <a:cubicBezTo>
                    <a:pt x="483225" y="516989"/>
                    <a:pt x="477071" y="506643"/>
                    <a:pt x="466616" y="502068"/>
                  </a:cubicBezTo>
                  <a:cubicBezTo>
                    <a:pt x="451043" y="495262"/>
                    <a:pt x="434597" y="489217"/>
                    <a:pt x="417717" y="484099"/>
                  </a:cubicBezTo>
                  <a:cubicBezTo>
                    <a:pt x="406935" y="480777"/>
                    <a:pt x="395609" y="484534"/>
                    <a:pt x="388802" y="492702"/>
                  </a:cubicBezTo>
                  <a:cubicBezTo>
                    <a:pt x="386569" y="482302"/>
                    <a:pt x="378347" y="473752"/>
                    <a:pt x="367238" y="471629"/>
                  </a:cubicBezTo>
                  <a:cubicBezTo>
                    <a:pt x="350249" y="468416"/>
                    <a:pt x="332878" y="466074"/>
                    <a:pt x="315725" y="464713"/>
                  </a:cubicBezTo>
                  <a:cubicBezTo>
                    <a:pt x="315670" y="464713"/>
                    <a:pt x="315561" y="464713"/>
                    <a:pt x="315507" y="464713"/>
                  </a:cubicBezTo>
                  <a:cubicBezTo>
                    <a:pt x="325418" y="460901"/>
                    <a:pt x="336417" y="456817"/>
                    <a:pt x="349813" y="451917"/>
                  </a:cubicBezTo>
                  <a:cubicBezTo>
                    <a:pt x="359451" y="448377"/>
                    <a:pt x="365877" y="439937"/>
                    <a:pt x="367347" y="430462"/>
                  </a:cubicBezTo>
                  <a:cubicBezTo>
                    <a:pt x="374589" y="436778"/>
                    <a:pt x="384936" y="439120"/>
                    <a:pt x="394628" y="435580"/>
                  </a:cubicBezTo>
                  <a:cubicBezTo>
                    <a:pt x="409331" y="430244"/>
                    <a:pt x="424360" y="424690"/>
                    <a:pt x="439716" y="418918"/>
                  </a:cubicBezTo>
                  <a:cubicBezTo>
                    <a:pt x="449409" y="415269"/>
                    <a:pt x="455835" y="406666"/>
                    <a:pt x="457141" y="397027"/>
                  </a:cubicBezTo>
                  <a:cubicBezTo>
                    <a:pt x="464602" y="403289"/>
                    <a:pt x="475166" y="405358"/>
                    <a:pt x="484804" y="401438"/>
                  </a:cubicBezTo>
                  <a:cubicBezTo>
                    <a:pt x="488616" y="399913"/>
                    <a:pt x="492482" y="398334"/>
                    <a:pt x="496348" y="396809"/>
                  </a:cubicBezTo>
                  <a:cubicBezTo>
                    <a:pt x="508328" y="391908"/>
                    <a:pt x="519981" y="386518"/>
                    <a:pt x="530981" y="380691"/>
                  </a:cubicBezTo>
                  <a:cubicBezTo>
                    <a:pt x="540673" y="375518"/>
                    <a:pt x="546010" y="365335"/>
                    <a:pt x="545411" y="355043"/>
                  </a:cubicBezTo>
                  <a:cubicBezTo>
                    <a:pt x="554505" y="360053"/>
                    <a:pt x="565994" y="359617"/>
                    <a:pt x="574870" y="353028"/>
                  </a:cubicBezTo>
                  <a:cubicBezTo>
                    <a:pt x="589029" y="342464"/>
                    <a:pt x="602152" y="330757"/>
                    <a:pt x="614023" y="318232"/>
                  </a:cubicBezTo>
                  <a:cubicBezTo>
                    <a:pt x="621646" y="310119"/>
                    <a:pt x="623389" y="298574"/>
                    <a:pt x="619359" y="288936"/>
                  </a:cubicBezTo>
                  <a:cubicBezTo>
                    <a:pt x="629651" y="290624"/>
                    <a:pt x="640487" y="286268"/>
                    <a:pt x="646586" y="276956"/>
                  </a:cubicBezTo>
                  <a:cubicBezTo>
                    <a:pt x="656007" y="262472"/>
                    <a:pt x="664338" y="246898"/>
                    <a:pt x="671308" y="230725"/>
                  </a:cubicBezTo>
                  <a:cubicBezTo>
                    <a:pt x="675665" y="220542"/>
                    <a:pt x="673323" y="209216"/>
                    <a:pt x="666298" y="201538"/>
                  </a:cubicBezTo>
                  <a:cubicBezTo>
                    <a:pt x="676481" y="199687"/>
                    <a:pt x="685194" y="192063"/>
                    <a:pt x="687862" y="181336"/>
                  </a:cubicBezTo>
                  <a:cubicBezTo>
                    <a:pt x="692001" y="164890"/>
                    <a:pt x="694941" y="147737"/>
                    <a:pt x="696738" y="130421"/>
                  </a:cubicBezTo>
                  <a:cubicBezTo>
                    <a:pt x="697827" y="119476"/>
                    <a:pt x="692273" y="109457"/>
                    <a:pt x="683397" y="104229"/>
                  </a:cubicBezTo>
                  <a:cubicBezTo>
                    <a:pt x="692600" y="99546"/>
                    <a:pt x="698807" y="89907"/>
                    <a:pt x="698372" y="78853"/>
                  </a:cubicBezTo>
                  <a:cubicBezTo>
                    <a:pt x="697718" y="62354"/>
                    <a:pt x="696085" y="52226"/>
                    <a:pt x="695921" y="51136"/>
                  </a:cubicBezTo>
                  <a:cubicBezTo>
                    <a:pt x="693471" y="36325"/>
                    <a:pt x="679531" y="26305"/>
                    <a:pt x="664719" y="28701"/>
                  </a:cubicBezTo>
                  <a:cubicBezTo>
                    <a:pt x="649908" y="31097"/>
                    <a:pt x="639834" y="45038"/>
                    <a:pt x="642175" y="59903"/>
                  </a:cubicBezTo>
                  <a:cubicBezTo>
                    <a:pt x="642175" y="59958"/>
                    <a:pt x="643428" y="67908"/>
                    <a:pt x="643972" y="81031"/>
                  </a:cubicBezTo>
                  <a:cubicBezTo>
                    <a:pt x="644354" y="90670"/>
                    <a:pt x="649744" y="98838"/>
                    <a:pt x="657477" y="103358"/>
                  </a:cubicBezTo>
                  <a:cubicBezTo>
                    <a:pt x="649472" y="107387"/>
                    <a:pt x="643591" y="115283"/>
                    <a:pt x="642611" y="124867"/>
                  </a:cubicBezTo>
                  <a:cubicBezTo>
                    <a:pt x="641141" y="139624"/>
                    <a:pt x="638581" y="154109"/>
                    <a:pt x="635096" y="168049"/>
                  </a:cubicBezTo>
                  <a:cubicBezTo>
                    <a:pt x="632809" y="177306"/>
                    <a:pt x="635478" y="186617"/>
                    <a:pt x="641468" y="193097"/>
                  </a:cubicBezTo>
                  <a:cubicBezTo>
                    <a:pt x="632755" y="194677"/>
                    <a:pt x="625022" y="200449"/>
                    <a:pt x="621265" y="209161"/>
                  </a:cubicBezTo>
                  <a:cubicBezTo>
                    <a:pt x="615547" y="222503"/>
                    <a:pt x="608741" y="235245"/>
                    <a:pt x="601008" y="247061"/>
                  </a:cubicBezTo>
                  <a:cubicBezTo>
                    <a:pt x="595890" y="254902"/>
                    <a:pt x="595345" y="264486"/>
                    <a:pt x="598721" y="272546"/>
                  </a:cubicBezTo>
                  <a:cubicBezTo>
                    <a:pt x="590117" y="271130"/>
                    <a:pt x="580969" y="273907"/>
                    <a:pt x="574489" y="280714"/>
                  </a:cubicBezTo>
                  <a:cubicBezTo>
                    <a:pt x="564796" y="290951"/>
                    <a:pt x="553960" y="300589"/>
                    <a:pt x="542362" y="309248"/>
                  </a:cubicBezTo>
                  <a:cubicBezTo>
                    <a:pt x="534738" y="314911"/>
                    <a:pt x="530926" y="323841"/>
                    <a:pt x="531471" y="332663"/>
                  </a:cubicBezTo>
                  <a:cubicBezTo>
                    <a:pt x="523684" y="328361"/>
                    <a:pt x="513991" y="327980"/>
                    <a:pt x="505551" y="332445"/>
                  </a:cubicBezTo>
                  <a:cubicBezTo>
                    <a:pt x="501358" y="334677"/>
                    <a:pt x="497002" y="336801"/>
                    <a:pt x="492591" y="338870"/>
                  </a:cubicBezTo>
                  <a:cubicBezTo>
                    <a:pt x="453820" y="327980"/>
                    <a:pt x="424088" y="301624"/>
                    <a:pt x="404267" y="260511"/>
                  </a:cubicBezTo>
                  <a:cubicBezTo>
                    <a:pt x="367510" y="184331"/>
                    <a:pt x="316596" y="125956"/>
                    <a:pt x="256370" y="90507"/>
                  </a:cubicBezTo>
                  <a:cubicBezTo>
                    <a:pt x="257568" y="86967"/>
                    <a:pt x="258548" y="83319"/>
                    <a:pt x="259038" y="79507"/>
                  </a:cubicBezTo>
                  <a:cubicBezTo>
                    <a:pt x="264157" y="42097"/>
                    <a:pt x="232574" y="6865"/>
                    <a:pt x="188466" y="876"/>
                  </a:cubicBezTo>
                  <a:cubicBezTo>
                    <a:pt x="144359" y="-5115"/>
                    <a:pt x="104498" y="20261"/>
                    <a:pt x="99380" y="57671"/>
                  </a:cubicBezTo>
                  <a:cubicBezTo>
                    <a:pt x="94261" y="95081"/>
                    <a:pt x="125844" y="130312"/>
                    <a:pt x="169952" y="136302"/>
                  </a:cubicBezTo>
                  <a:cubicBezTo>
                    <a:pt x="198540" y="140223"/>
                    <a:pt x="225277" y="130857"/>
                    <a:pt x="242049" y="113595"/>
                  </a:cubicBezTo>
                  <a:cubicBezTo>
                    <a:pt x="297864" y="146267"/>
                    <a:pt x="345239" y="200776"/>
                    <a:pt x="379763" y="272328"/>
                  </a:cubicBezTo>
                  <a:cubicBezTo>
                    <a:pt x="393158" y="300045"/>
                    <a:pt x="417063" y="334405"/>
                    <a:pt x="458013" y="354608"/>
                  </a:cubicBezTo>
                  <a:cubicBezTo>
                    <a:pt x="452349" y="359018"/>
                    <a:pt x="448755" y="365498"/>
                    <a:pt x="447830" y="372414"/>
                  </a:cubicBezTo>
                  <a:cubicBezTo>
                    <a:pt x="440533" y="366315"/>
                    <a:pt x="430241" y="364191"/>
                    <a:pt x="420712" y="367785"/>
                  </a:cubicBezTo>
                  <a:cubicBezTo>
                    <a:pt x="405574" y="373503"/>
                    <a:pt x="390708" y="378948"/>
                    <a:pt x="376169" y="384230"/>
                  </a:cubicBezTo>
                  <a:cubicBezTo>
                    <a:pt x="366476" y="387770"/>
                    <a:pt x="360050" y="396210"/>
                    <a:pt x="358580" y="405685"/>
                  </a:cubicBezTo>
                  <a:cubicBezTo>
                    <a:pt x="351338" y="399314"/>
                    <a:pt x="340937" y="397027"/>
                    <a:pt x="331244" y="400566"/>
                  </a:cubicBezTo>
                  <a:cubicBezTo>
                    <a:pt x="312893" y="407264"/>
                    <a:pt x="298953" y="412492"/>
                    <a:pt x="286047" y="417502"/>
                  </a:cubicBezTo>
                  <a:cubicBezTo>
                    <a:pt x="276300" y="421314"/>
                    <a:pt x="269929" y="430081"/>
                    <a:pt x="268840" y="439773"/>
                  </a:cubicBezTo>
                  <a:cubicBezTo>
                    <a:pt x="261217" y="433566"/>
                    <a:pt x="250489" y="431769"/>
                    <a:pt x="240851" y="435961"/>
                  </a:cubicBezTo>
                  <a:cubicBezTo>
                    <a:pt x="224515" y="443041"/>
                    <a:pt x="209867" y="449956"/>
                    <a:pt x="196035" y="457089"/>
                  </a:cubicBezTo>
                  <a:cubicBezTo>
                    <a:pt x="186506" y="461990"/>
                    <a:pt x="181115" y="471738"/>
                    <a:pt x="181278" y="481812"/>
                  </a:cubicBezTo>
                  <a:cubicBezTo>
                    <a:pt x="172675" y="476584"/>
                    <a:pt x="161457" y="476312"/>
                    <a:pt x="152363" y="482138"/>
                  </a:cubicBezTo>
                  <a:cubicBezTo>
                    <a:pt x="137715" y="491504"/>
                    <a:pt x="123884" y="501578"/>
                    <a:pt x="111142" y="512088"/>
                  </a:cubicBezTo>
                  <a:cubicBezTo>
                    <a:pt x="102756" y="519003"/>
                    <a:pt x="99543" y="529949"/>
                    <a:pt x="102103" y="539859"/>
                  </a:cubicBezTo>
                  <a:cubicBezTo>
                    <a:pt x="92355" y="536755"/>
                    <a:pt x="81247" y="539260"/>
                    <a:pt x="73841" y="547265"/>
                  </a:cubicBezTo>
                  <a:cubicBezTo>
                    <a:pt x="62406" y="559626"/>
                    <a:pt x="51515" y="573022"/>
                    <a:pt x="41550" y="587071"/>
                  </a:cubicBezTo>
                  <a:cubicBezTo>
                    <a:pt x="35124" y="596110"/>
                    <a:pt x="35070" y="607709"/>
                    <a:pt x="40406" y="616694"/>
                  </a:cubicBezTo>
                  <a:cubicBezTo>
                    <a:pt x="30060" y="615931"/>
                    <a:pt x="19714" y="621050"/>
                    <a:pt x="14432" y="630797"/>
                  </a:cubicBezTo>
                  <a:cubicBezTo>
                    <a:pt x="10402" y="638257"/>
                    <a:pt x="6427" y="645990"/>
                    <a:pt x="2670" y="653886"/>
                  </a:cubicBezTo>
                  <a:cubicBezTo>
                    <a:pt x="-3810" y="667445"/>
                    <a:pt x="1908" y="683726"/>
                    <a:pt x="15466" y="690206"/>
                  </a:cubicBezTo>
                  <a:cubicBezTo>
                    <a:pt x="19278" y="692003"/>
                    <a:pt x="23254" y="692875"/>
                    <a:pt x="27174" y="692875"/>
                  </a:cubicBezTo>
                  <a:cubicBezTo>
                    <a:pt x="37303" y="692875"/>
                    <a:pt x="47050" y="687157"/>
                    <a:pt x="51733" y="677410"/>
                  </a:cubicBezTo>
                  <a:cubicBezTo>
                    <a:pt x="55109" y="670385"/>
                    <a:pt x="58648" y="663470"/>
                    <a:pt x="62242" y="656826"/>
                  </a:cubicBezTo>
                  <a:cubicBezTo>
                    <a:pt x="67034" y="648059"/>
                    <a:pt x="66381" y="637876"/>
                    <a:pt x="61589" y="629926"/>
                  </a:cubicBezTo>
                  <a:cubicBezTo>
                    <a:pt x="62297" y="629980"/>
                    <a:pt x="63005" y="630089"/>
                    <a:pt x="63767" y="630089"/>
                  </a:cubicBezTo>
                  <a:cubicBezTo>
                    <a:pt x="72316" y="630089"/>
                    <a:pt x="80702" y="626114"/>
                    <a:pt x="85984" y="618600"/>
                  </a:cubicBezTo>
                  <a:cubicBezTo>
                    <a:pt x="94588" y="606457"/>
                    <a:pt x="103900" y="594967"/>
                    <a:pt x="113756" y="584348"/>
                  </a:cubicBezTo>
                  <a:cubicBezTo>
                    <a:pt x="120290" y="577324"/>
                    <a:pt x="122359" y="567740"/>
                    <a:pt x="120181" y="559027"/>
                  </a:cubicBezTo>
                  <a:cubicBezTo>
                    <a:pt x="128730" y="561750"/>
                    <a:pt x="138423" y="560225"/>
                    <a:pt x="145829" y="554126"/>
                  </a:cubicBezTo>
                  <a:cubicBezTo>
                    <a:pt x="156883" y="545033"/>
                    <a:pt x="168972" y="536211"/>
                    <a:pt x="181768" y="528043"/>
                  </a:cubicBezTo>
                  <a:cubicBezTo>
                    <a:pt x="188194" y="523904"/>
                    <a:pt x="192278" y="517533"/>
                    <a:pt x="193694" y="510618"/>
                  </a:cubicBezTo>
                  <a:cubicBezTo>
                    <a:pt x="199466" y="518895"/>
                    <a:pt x="209485" y="523687"/>
                    <a:pt x="220104" y="522053"/>
                  </a:cubicBezTo>
                  <a:cubicBezTo>
                    <a:pt x="235024" y="519766"/>
                    <a:pt x="250380" y="518296"/>
                    <a:pt x="265682" y="517806"/>
                  </a:cubicBezTo>
                  <a:cubicBezTo>
                    <a:pt x="275865" y="517424"/>
                    <a:pt x="284577" y="511489"/>
                    <a:pt x="288933" y="503048"/>
                  </a:cubicBezTo>
                  <a:cubicBezTo>
                    <a:pt x="292909" y="511707"/>
                    <a:pt x="301349" y="518023"/>
                    <a:pt x="311532" y="518840"/>
                  </a:cubicBezTo>
                  <a:cubicBezTo>
                    <a:pt x="326724" y="520038"/>
                    <a:pt x="342080" y="522107"/>
                    <a:pt x="357164" y="524994"/>
                  </a:cubicBezTo>
                  <a:cubicBezTo>
                    <a:pt x="367238" y="526899"/>
                    <a:pt x="377040" y="523033"/>
                    <a:pt x="383193" y="515682"/>
                  </a:cubicBezTo>
                  <a:cubicBezTo>
                    <a:pt x="385208" y="525048"/>
                    <a:pt x="392069" y="533053"/>
                    <a:pt x="401871" y="536047"/>
                  </a:cubicBezTo>
                  <a:cubicBezTo>
                    <a:pt x="416737" y="540622"/>
                    <a:pt x="431276" y="545958"/>
                    <a:pt x="444944" y="551894"/>
                  </a:cubicBezTo>
                  <a:cubicBezTo>
                    <a:pt x="454201" y="555923"/>
                    <a:pt x="464493" y="554398"/>
                    <a:pt x="472062" y="548735"/>
                  </a:cubicBezTo>
                  <a:cubicBezTo>
                    <a:pt x="471844" y="558102"/>
                    <a:pt x="476472" y="567304"/>
                    <a:pt x="484967" y="572586"/>
                  </a:cubicBezTo>
                  <a:cubicBezTo>
                    <a:pt x="486492" y="573512"/>
                    <a:pt x="488017" y="574492"/>
                    <a:pt x="489487" y="575418"/>
                  </a:cubicBezTo>
                  <a:cubicBezTo>
                    <a:pt x="501685" y="583314"/>
                    <a:pt x="516496" y="590556"/>
                    <a:pt x="533431" y="596873"/>
                  </a:cubicBezTo>
                  <a:cubicBezTo>
                    <a:pt x="544213" y="600902"/>
                    <a:pt x="555920" y="597689"/>
                    <a:pt x="563163" y="589630"/>
                  </a:cubicBezTo>
                  <a:cubicBezTo>
                    <a:pt x="565014" y="600249"/>
                    <a:pt x="573074" y="609179"/>
                    <a:pt x="584237" y="611575"/>
                  </a:cubicBezTo>
                  <a:cubicBezTo>
                    <a:pt x="600791" y="615169"/>
                    <a:pt x="618107" y="617837"/>
                    <a:pt x="635695" y="619580"/>
                  </a:cubicBezTo>
                  <a:cubicBezTo>
                    <a:pt x="646967" y="620723"/>
                    <a:pt x="657259" y="614788"/>
                    <a:pt x="662323" y="605476"/>
                  </a:cubicBezTo>
                  <a:cubicBezTo>
                    <a:pt x="666516" y="615169"/>
                    <a:pt x="676155" y="621921"/>
                    <a:pt x="687318" y="621921"/>
                  </a:cubicBezTo>
                  <a:cubicBezTo>
                    <a:pt x="687372" y="621921"/>
                    <a:pt x="687427" y="621921"/>
                    <a:pt x="687481" y="621921"/>
                  </a:cubicBezTo>
                  <a:cubicBezTo>
                    <a:pt x="704634" y="621812"/>
                    <a:pt x="722059" y="620832"/>
                    <a:pt x="739158" y="618926"/>
                  </a:cubicBezTo>
                  <a:cubicBezTo>
                    <a:pt x="739648" y="618872"/>
                    <a:pt x="740083" y="618763"/>
                    <a:pt x="740519" y="618654"/>
                  </a:cubicBezTo>
                  <a:cubicBezTo>
                    <a:pt x="733494" y="630198"/>
                    <a:pt x="716995" y="645391"/>
                    <a:pt x="678278" y="658188"/>
                  </a:cubicBezTo>
                  <a:cubicBezTo>
                    <a:pt x="584128" y="689281"/>
                    <a:pt x="515298" y="730720"/>
                    <a:pt x="451043" y="795302"/>
                  </a:cubicBezTo>
                  <a:cubicBezTo>
                    <a:pt x="426538" y="791817"/>
                    <a:pt x="398386" y="801074"/>
                    <a:pt x="376659" y="822311"/>
                  </a:cubicBezTo>
                  <a:cubicBezTo>
                    <a:pt x="343061" y="855202"/>
                    <a:pt x="337724" y="904155"/>
                    <a:pt x="364624" y="931655"/>
                  </a:cubicBezTo>
                  <a:cubicBezTo>
                    <a:pt x="391579" y="959154"/>
                    <a:pt x="440642" y="954797"/>
                    <a:pt x="474185" y="921907"/>
                  </a:cubicBezTo>
                  <a:cubicBezTo>
                    <a:pt x="507783" y="889017"/>
                    <a:pt x="513120" y="840063"/>
                    <a:pt x="486220" y="812564"/>
                  </a:cubicBezTo>
                  <a:cubicBezTo>
                    <a:pt x="483878" y="810223"/>
                    <a:pt x="481373" y="808153"/>
                    <a:pt x="478760" y="806247"/>
                  </a:cubicBezTo>
                  <a:cubicBezTo>
                    <a:pt x="537515" y="749561"/>
                    <a:pt x="601117" y="712314"/>
                    <a:pt x="686827" y="684053"/>
                  </a:cubicBezTo>
                  <a:cubicBezTo>
                    <a:pt x="729138" y="670059"/>
                    <a:pt x="756311" y="650455"/>
                    <a:pt x="767583" y="625788"/>
                  </a:cubicBezTo>
                  <a:cubicBezTo>
                    <a:pt x="770414" y="619580"/>
                    <a:pt x="771884" y="613699"/>
                    <a:pt x="772592" y="608417"/>
                  </a:cubicBezTo>
                  <a:cubicBezTo>
                    <a:pt x="777929" y="611030"/>
                    <a:pt x="784082" y="612011"/>
                    <a:pt x="790290" y="610649"/>
                  </a:cubicBezTo>
                  <a:cubicBezTo>
                    <a:pt x="807170" y="607001"/>
                    <a:pt x="823997" y="602481"/>
                    <a:pt x="840333" y="597145"/>
                  </a:cubicBezTo>
                  <a:cubicBezTo>
                    <a:pt x="851060" y="593660"/>
                    <a:pt x="858139" y="584130"/>
                    <a:pt x="859010" y="573512"/>
                  </a:cubicBezTo>
                  <a:cubicBezTo>
                    <a:pt x="866743" y="580700"/>
                    <a:pt x="878342" y="583041"/>
                    <a:pt x="888579" y="578467"/>
                  </a:cubicBezTo>
                  <a:lnTo>
                    <a:pt x="891247" y="577269"/>
                  </a:lnTo>
                  <a:cubicBezTo>
                    <a:pt x="906766" y="570190"/>
                    <a:pt x="921741" y="561586"/>
                    <a:pt x="935736" y="551676"/>
                  </a:cubicBezTo>
                  <a:cubicBezTo>
                    <a:pt x="945265" y="544978"/>
                    <a:pt x="949132" y="533271"/>
                    <a:pt x="946409" y="522598"/>
                  </a:cubicBezTo>
                  <a:cubicBezTo>
                    <a:pt x="956483" y="526899"/>
                    <a:pt x="968571" y="524885"/>
                    <a:pt x="976685" y="516553"/>
                  </a:cubicBezTo>
                  <a:cubicBezTo>
                    <a:pt x="988774" y="504138"/>
                    <a:pt x="1000155" y="490306"/>
                    <a:pt x="1010610" y="475440"/>
                  </a:cubicBezTo>
                  <a:cubicBezTo>
                    <a:pt x="1017199" y="466074"/>
                    <a:pt x="1017035" y="453986"/>
                    <a:pt x="1011154" y="444946"/>
                  </a:cubicBezTo>
                  <a:cubicBezTo>
                    <a:pt x="1021827" y="445872"/>
                    <a:pt x="1032555" y="440427"/>
                    <a:pt x="1037782" y="430298"/>
                  </a:cubicBezTo>
                  <a:cubicBezTo>
                    <a:pt x="1045569" y="415269"/>
                    <a:pt x="1052648" y="399205"/>
                    <a:pt x="1058965" y="382651"/>
                  </a:cubicBezTo>
                  <a:cubicBezTo>
                    <a:pt x="1062940" y="372087"/>
                    <a:pt x="1059945" y="360597"/>
                    <a:pt x="1052267" y="353246"/>
                  </a:cubicBezTo>
                  <a:cubicBezTo>
                    <a:pt x="1062777" y="351776"/>
                    <a:pt x="1071925" y="344152"/>
                    <a:pt x="1074811" y="333262"/>
                  </a:cubicBezTo>
                  <a:cubicBezTo>
                    <a:pt x="1082816" y="302877"/>
                    <a:pt x="1085266" y="282129"/>
                    <a:pt x="1085375" y="281258"/>
                  </a:cubicBezTo>
                  <a:cubicBezTo>
                    <a:pt x="1087226" y="266556"/>
                    <a:pt x="1076499" y="253051"/>
                    <a:pt x="1061579" y="251309"/>
                  </a:cubicBezTo>
                  <a:close/>
                  <a:moveTo>
                    <a:pt x="289533" y="479416"/>
                  </a:moveTo>
                  <a:cubicBezTo>
                    <a:pt x="287137" y="474243"/>
                    <a:pt x="283161" y="469995"/>
                    <a:pt x="278261" y="467164"/>
                  </a:cubicBezTo>
                  <a:cubicBezTo>
                    <a:pt x="278478" y="466238"/>
                    <a:pt x="278642" y="465258"/>
                    <a:pt x="278805" y="464277"/>
                  </a:cubicBezTo>
                  <a:cubicBezTo>
                    <a:pt x="283924" y="468416"/>
                    <a:pt x="290458" y="470594"/>
                    <a:pt x="297156" y="470268"/>
                  </a:cubicBezTo>
                  <a:cubicBezTo>
                    <a:pt x="293998" y="472718"/>
                    <a:pt x="291384" y="475822"/>
                    <a:pt x="289533" y="479416"/>
                  </a:cubicBezTo>
                  <a:close/>
                </a:path>
              </a:pathLst>
            </a:custGeom>
            <a:solidFill>
              <a:srgbClr val="9C73A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DC29139F-1B7E-4166-8760-3DDF72CF6720}"/>
                </a:ext>
              </a:extLst>
            </p:cNvPr>
            <p:cNvSpPr/>
            <p:nvPr/>
          </p:nvSpPr>
          <p:spPr>
            <a:xfrm>
              <a:off x="3817787" y="4476157"/>
              <a:ext cx="1085614" cy="949892"/>
            </a:xfrm>
            <a:custGeom>
              <a:avLst/>
              <a:gdLst>
                <a:gd name="connsiteX0" fmla="*/ 175615 w 1085614"/>
                <a:gd name="connsiteY0" fmla="*/ 6535 h 949892"/>
                <a:gd name="connsiteX1" fmla="*/ 175615 w 1085614"/>
                <a:gd name="connsiteY1" fmla="*/ 6535 h 949892"/>
                <a:gd name="connsiteX2" fmla="*/ 187650 w 1085614"/>
                <a:gd name="connsiteY2" fmla="*/ 7351 h 949892"/>
                <a:gd name="connsiteX3" fmla="*/ 252613 w 1085614"/>
                <a:gd name="connsiteY3" fmla="*/ 78631 h 949892"/>
                <a:gd name="connsiteX4" fmla="*/ 250217 w 1085614"/>
                <a:gd name="connsiteY4" fmla="*/ 88379 h 949892"/>
                <a:gd name="connsiteX5" fmla="*/ 248474 w 1085614"/>
                <a:gd name="connsiteY5" fmla="*/ 93443 h 949892"/>
                <a:gd name="connsiteX6" fmla="*/ 253048 w 1085614"/>
                <a:gd name="connsiteY6" fmla="*/ 96166 h 949892"/>
                <a:gd name="connsiteX7" fmla="*/ 398386 w 1085614"/>
                <a:gd name="connsiteY7" fmla="*/ 263393 h 949892"/>
                <a:gd name="connsiteX8" fmla="*/ 490848 w 1085614"/>
                <a:gd name="connsiteY8" fmla="*/ 345183 h 949892"/>
                <a:gd name="connsiteX9" fmla="*/ 493190 w 1085614"/>
                <a:gd name="connsiteY9" fmla="*/ 345836 h 949892"/>
                <a:gd name="connsiteX10" fmla="*/ 495422 w 1085614"/>
                <a:gd name="connsiteY10" fmla="*/ 344802 h 949892"/>
                <a:gd name="connsiteX11" fmla="*/ 508655 w 1085614"/>
                <a:gd name="connsiteY11" fmla="*/ 338213 h 949892"/>
                <a:gd name="connsiteX12" fmla="*/ 518293 w 1085614"/>
                <a:gd name="connsiteY12" fmla="*/ 335817 h 949892"/>
                <a:gd name="connsiteX13" fmla="*/ 528313 w 1085614"/>
                <a:gd name="connsiteY13" fmla="*/ 338376 h 949892"/>
                <a:gd name="connsiteX14" fmla="*/ 538278 w 1085614"/>
                <a:gd name="connsiteY14" fmla="*/ 343876 h 949892"/>
                <a:gd name="connsiteX15" fmla="*/ 538931 w 1085614"/>
                <a:gd name="connsiteY15" fmla="*/ 355257 h 949892"/>
                <a:gd name="connsiteX16" fmla="*/ 527931 w 1085614"/>
                <a:gd name="connsiteY16" fmla="*/ 374751 h 949892"/>
                <a:gd name="connsiteX17" fmla="*/ 493898 w 1085614"/>
                <a:gd name="connsiteY17" fmla="*/ 390597 h 949892"/>
                <a:gd name="connsiteX18" fmla="*/ 482408 w 1085614"/>
                <a:gd name="connsiteY18" fmla="*/ 395226 h 949892"/>
                <a:gd name="connsiteX19" fmla="*/ 474730 w 1085614"/>
                <a:gd name="connsiteY19" fmla="*/ 396696 h 949892"/>
                <a:gd name="connsiteX20" fmla="*/ 461389 w 1085614"/>
                <a:gd name="connsiteY20" fmla="*/ 391850 h 949892"/>
                <a:gd name="connsiteX21" fmla="*/ 452676 w 1085614"/>
                <a:gd name="connsiteY21" fmla="*/ 384553 h 949892"/>
                <a:gd name="connsiteX22" fmla="*/ 454201 w 1085614"/>
                <a:gd name="connsiteY22" fmla="*/ 373281 h 949892"/>
                <a:gd name="connsiteX23" fmla="*/ 461933 w 1085614"/>
                <a:gd name="connsiteY23" fmla="*/ 359722 h 949892"/>
                <a:gd name="connsiteX24" fmla="*/ 470101 w 1085614"/>
                <a:gd name="connsiteY24" fmla="*/ 353296 h 949892"/>
                <a:gd name="connsiteX25" fmla="*/ 460790 w 1085614"/>
                <a:gd name="connsiteY25" fmla="*/ 348722 h 949892"/>
                <a:gd name="connsiteX26" fmla="*/ 385535 w 1085614"/>
                <a:gd name="connsiteY26" fmla="*/ 269438 h 949892"/>
                <a:gd name="connsiteX27" fmla="*/ 245262 w 1085614"/>
                <a:gd name="connsiteY27" fmla="*/ 107927 h 949892"/>
                <a:gd name="connsiteX28" fmla="*/ 240851 w 1085614"/>
                <a:gd name="connsiteY28" fmla="*/ 105314 h 949892"/>
                <a:gd name="connsiteX29" fmla="*/ 237257 w 1085614"/>
                <a:gd name="connsiteY29" fmla="*/ 109017 h 949892"/>
                <a:gd name="connsiteX30" fmla="*/ 182749 w 1085614"/>
                <a:gd name="connsiteY30" fmla="*/ 130635 h 949892"/>
                <a:gd name="connsiteX31" fmla="*/ 170769 w 1085614"/>
                <a:gd name="connsiteY31" fmla="*/ 129818 h 949892"/>
                <a:gd name="connsiteX32" fmla="*/ 120998 w 1085614"/>
                <a:gd name="connsiteY32" fmla="*/ 104388 h 949892"/>
                <a:gd name="connsiteX33" fmla="*/ 105751 w 1085614"/>
                <a:gd name="connsiteY33" fmla="*/ 58538 h 949892"/>
                <a:gd name="connsiteX34" fmla="*/ 175615 w 1085614"/>
                <a:gd name="connsiteY34" fmla="*/ 6535 h 949892"/>
                <a:gd name="connsiteX35" fmla="*/ 669185 w 1085614"/>
                <a:gd name="connsiteY35" fmla="*/ 34796 h 949892"/>
                <a:gd name="connsiteX36" fmla="*/ 689550 w 1085614"/>
                <a:gd name="connsiteY36" fmla="*/ 52112 h 949892"/>
                <a:gd name="connsiteX37" fmla="*/ 691892 w 1085614"/>
                <a:gd name="connsiteY37" fmla="*/ 79013 h 949892"/>
                <a:gd name="connsiteX38" fmla="*/ 680511 w 1085614"/>
                <a:gd name="connsiteY38" fmla="*/ 98289 h 949892"/>
                <a:gd name="connsiteX39" fmla="*/ 670546 w 1085614"/>
                <a:gd name="connsiteY39" fmla="*/ 103354 h 949892"/>
                <a:gd name="connsiteX40" fmla="*/ 660853 w 1085614"/>
                <a:gd name="connsiteY40" fmla="*/ 97636 h 949892"/>
                <a:gd name="connsiteX41" fmla="*/ 650561 w 1085614"/>
                <a:gd name="connsiteY41" fmla="*/ 80701 h 949892"/>
                <a:gd name="connsiteX42" fmla="*/ 648710 w 1085614"/>
                <a:gd name="connsiteY42" fmla="*/ 58810 h 949892"/>
                <a:gd name="connsiteX43" fmla="*/ 665863 w 1085614"/>
                <a:gd name="connsiteY43" fmla="*/ 35123 h 949892"/>
                <a:gd name="connsiteX44" fmla="*/ 669185 w 1085614"/>
                <a:gd name="connsiteY44" fmla="*/ 34796 h 949892"/>
                <a:gd name="connsiteX45" fmla="*/ 670437 w 1085614"/>
                <a:gd name="connsiteY45" fmla="*/ 104061 h 949892"/>
                <a:gd name="connsiteX46" fmla="*/ 680130 w 1085614"/>
                <a:gd name="connsiteY46" fmla="*/ 109725 h 949892"/>
                <a:gd name="connsiteX47" fmla="*/ 690313 w 1085614"/>
                <a:gd name="connsiteY47" fmla="*/ 129600 h 949892"/>
                <a:gd name="connsiteX48" fmla="*/ 681600 w 1085614"/>
                <a:gd name="connsiteY48" fmla="*/ 179589 h 949892"/>
                <a:gd name="connsiteX49" fmla="*/ 665209 w 1085614"/>
                <a:gd name="connsiteY49" fmla="*/ 194945 h 949892"/>
                <a:gd name="connsiteX50" fmla="*/ 653992 w 1085614"/>
                <a:gd name="connsiteY50" fmla="*/ 196960 h 949892"/>
                <a:gd name="connsiteX51" fmla="*/ 646314 w 1085614"/>
                <a:gd name="connsiteY51" fmla="*/ 188574 h 949892"/>
                <a:gd name="connsiteX52" fmla="*/ 641468 w 1085614"/>
                <a:gd name="connsiteY52" fmla="*/ 169515 h 949892"/>
                <a:gd name="connsiteX53" fmla="*/ 649146 w 1085614"/>
                <a:gd name="connsiteY53" fmla="*/ 125407 h 949892"/>
                <a:gd name="connsiteX54" fmla="*/ 660472 w 1085614"/>
                <a:gd name="connsiteY54" fmla="*/ 109071 h 949892"/>
                <a:gd name="connsiteX55" fmla="*/ 670437 w 1085614"/>
                <a:gd name="connsiteY55" fmla="*/ 104061 h 949892"/>
                <a:gd name="connsiteX56" fmla="*/ 653883 w 1085614"/>
                <a:gd name="connsiteY56" fmla="*/ 197450 h 949892"/>
                <a:gd name="connsiteX57" fmla="*/ 661561 w 1085614"/>
                <a:gd name="connsiteY57" fmla="*/ 205836 h 949892"/>
                <a:gd name="connsiteX58" fmla="*/ 665373 w 1085614"/>
                <a:gd name="connsiteY58" fmla="*/ 227998 h 949892"/>
                <a:gd name="connsiteX59" fmla="*/ 641195 w 1085614"/>
                <a:gd name="connsiteY59" fmla="*/ 273249 h 949892"/>
                <a:gd name="connsiteX60" fmla="*/ 623824 w 1085614"/>
                <a:gd name="connsiteY60" fmla="*/ 282615 h 949892"/>
                <a:gd name="connsiteX61" fmla="*/ 620503 w 1085614"/>
                <a:gd name="connsiteY61" fmla="*/ 282343 h 949892"/>
                <a:gd name="connsiteX62" fmla="*/ 609231 w 1085614"/>
                <a:gd name="connsiteY62" fmla="*/ 280492 h 949892"/>
                <a:gd name="connsiteX63" fmla="*/ 604820 w 1085614"/>
                <a:gd name="connsiteY63" fmla="*/ 269928 h 949892"/>
                <a:gd name="connsiteX64" fmla="*/ 606563 w 1085614"/>
                <a:gd name="connsiteY64" fmla="*/ 250597 h 949892"/>
                <a:gd name="connsiteX65" fmla="*/ 627310 w 1085614"/>
                <a:gd name="connsiteY65" fmla="*/ 211662 h 949892"/>
                <a:gd name="connsiteX66" fmla="*/ 642666 w 1085614"/>
                <a:gd name="connsiteY66" fmla="*/ 199464 h 949892"/>
                <a:gd name="connsiteX67" fmla="*/ 653883 w 1085614"/>
                <a:gd name="connsiteY67" fmla="*/ 197450 h 949892"/>
                <a:gd name="connsiteX68" fmla="*/ 1058420 w 1085614"/>
                <a:gd name="connsiteY68" fmla="*/ 257512 h 949892"/>
                <a:gd name="connsiteX69" fmla="*/ 1060816 w 1085614"/>
                <a:gd name="connsiteY69" fmla="*/ 257675 h 949892"/>
                <a:gd name="connsiteX70" fmla="*/ 1078949 w 1085614"/>
                <a:gd name="connsiteY70" fmla="*/ 280601 h 949892"/>
                <a:gd name="connsiteX71" fmla="*/ 1068549 w 1085614"/>
                <a:gd name="connsiteY71" fmla="*/ 331678 h 949892"/>
                <a:gd name="connsiteX72" fmla="*/ 1051450 w 1085614"/>
                <a:gd name="connsiteY72" fmla="*/ 346871 h 949892"/>
                <a:gd name="connsiteX73" fmla="*/ 1041540 w 1085614"/>
                <a:gd name="connsiteY73" fmla="*/ 348287 h 949892"/>
                <a:gd name="connsiteX74" fmla="*/ 1034297 w 1085614"/>
                <a:gd name="connsiteY74" fmla="*/ 341425 h 949892"/>
                <a:gd name="connsiteX75" fmla="*/ 1028525 w 1085614"/>
                <a:gd name="connsiteY75" fmla="*/ 321114 h 949892"/>
                <a:gd name="connsiteX76" fmla="*/ 1037837 w 1085614"/>
                <a:gd name="connsiteY76" fmla="*/ 275809 h 949892"/>
                <a:gd name="connsiteX77" fmla="*/ 1058420 w 1085614"/>
                <a:gd name="connsiteY77" fmla="*/ 257512 h 949892"/>
                <a:gd name="connsiteX78" fmla="*/ 594365 w 1085614"/>
                <a:gd name="connsiteY78" fmla="*/ 278695 h 949892"/>
                <a:gd name="connsiteX79" fmla="*/ 597741 w 1085614"/>
                <a:gd name="connsiteY79" fmla="*/ 278967 h 949892"/>
                <a:gd name="connsiteX80" fmla="*/ 609013 w 1085614"/>
                <a:gd name="connsiteY80" fmla="*/ 280818 h 949892"/>
                <a:gd name="connsiteX81" fmla="*/ 613424 w 1085614"/>
                <a:gd name="connsiteY81" fmla="*/ 291382 h 949892"/>
                <a:gd name="connsiteX82" fmla="*/ 609394 w 1085614"/>
                <a:gd name="connsiteY82" fmla="*/ 313654 h 949892"/>
                <a:gd name="connsiteX83" fmla="*/ 571059 w 1085614"/>
                <a:gd name="connsiteY83" fmla="*/ 347688 h 949892"/>
                <a:gd name="connsiteX84" fmla="*/ 558698 w 1085614"/>
                <a:gd name="connsiteY84" fmla="*/ 351826 h 949892"/>
                <a:gd name="connsiteX85" fmla="*/ 548678 w 1085614"/>
                <a:gd name="connsiteY85" fmla="*/ 349267 h 949892"/>
                <a:gd name="connsiteX86" fmla="*/ 538659 w 1085614"/>
                <a:gd name="connsiteY86" fmla="*/ 343767 h 949892"/>
                <a:gd name="connsiteX87" fmla="*/ 538060 w 1085614"/>
                <a:gd name="connsiteY87" fmla="*/ 332277 h 949892"/>
                <a:gd name="connsiteX88" fmla="*/ 546337 w 1085614"/>
                <a:gd name="connsiteY88" fmla="*/ 314471 h 949892"/>
                <a:gd name="connsiteX89" fmla="*/ 579336 w 1085614"/>
                <a:gd name="connsiteY89" fmla="*/ 285175 h 949892"/>
                <a:gd name="connsiteX90" fmla="*/ 594365 w 1085614"/>
                <a:gd name="connsiteY90" fmla="*/ 278695 h 949892"/>
                <a:gd name="connsiteX91" fmla="*/ 1040614 w 1085614"/>
                <a:gd name="connsiteY91" fmla="*/ 351227 h 949892"/>
                <a:gd name="connsiteX92" fmla="*/ 1047856 w 1085614"/>
                <a:gd name="connsiteY92" fmla="*/ 358088 h 949892"/>
                <a:gd name="connsiteX93" fmla="*/ 1052975 w 1085614"/>
                <a:gd name="connsiteY93" fmla="*/ 380415 h 949892"/>
                <a:gd name="connsiteX94" fmla="*/ 1032119 w 1085614"/>
                <a:gd name="connsiteY94" fmla="*/ 427408 h 949892"/>
                <a:gd name="connsiteX95" fmla="*/ 1013605 w 1085614"/>
                <a:gd name="connsiteY95" fmla="*/ 438626 h 949892"/>
                <a:gd name="connsiteX96" fmla="*/ 1011808 w 1085614"/>
                <a:gd name="connsiteY96" fmla="*/ 438571 h 949892"/>
                <a:gd name="connsiteX97" fmla="*/ 1001843 w 1085614"/>
                <a:gd name="connsiteY97" fmla="*/ 437700 h 949892"/>
                <a:gd name="connsiteX98" fmla="*/ 996343 w 1085614"/>
                <a:gd name="connsiteY98" fmla="*/ 429205 h 949892"/>
                <a:gd name="connsiteX99" fmla="*/ 995308 w 1085614"/>
                <a:gd name="connsiteY99" fmla="*/ 408404 h 949892"/>
                <a:gd name="connsiteX100" fmla="*/ 1014204 w 1085614"/>
                <a:gd name="connsiteY100" fmla="*/ 365766 h 949892"/>
                <a:gd name="connsiteX101" fmla="*/ 1030703 w 1085614"/>
                <a:gd name="connsiteY101" fmla="*/ 352588 h 949892"/>
                <a:gd name="connsiteX102" fmla="*/ 1040614 w 1085614"/>
                <a:gd name="connsiteY102" fmla="*/ 351227 h 949892"/>
                <a:gd name="connsiteX103" fmla="*/ 430296 w 1085614"/>
                <a:gd name="connsiteY103" fmla="*/ 372627 h 949892"/>
                <a:gd name="connsiteX104" fmla="*/ 443637 w 1085614"/>
                <a:gd name="connsiteY104" fmla="*/ 377474 h 949892"/>
                <a:gd name="connsiteX105" fmla="*/ 452349 w 1085614"/>
                <a:gd name="connsiteY105" fmla="*/ 384771 h 949892"/>
                <a:gd name="connsiteX106" fmla="*/ 450825 w 1085614"/>
                <a:gd name="connsiteY106" fmla="*/ 396043 h 949892"/>
                <a:gd name="connsiteX107" fmla="*/ 437592 w 1085614"/>
                <a:gd name="connsiteY107" fmla="*/ 412706 h 949892"/>
                <a:gd name="connsiteX108" fmla="*/ 392559 w 1085614"/>
                <a:gd name="connsiteY108" fmla="*/ 429314 h 949892"/>
                <a:gd name="connsiteX109" fmla="*/ 385480 w 1085614"/>
                <a:gd name="connsiteY109" fmla="*/ 430566 h 949892"/>
                <a:gd name="connsiteX110" fmla="*/ 371812 w 1085614"/>
                <a:gd name="connsiteY110" fmla="*/ 425393 h 949892"/>
                <a:gd name="connsiteX111" fmla="*/ 363263 w 1085614"/>
                <a:gd name="connsiteY111" fmla="*/ 417933 h 949892"/>
                <a:gd name="connsiteX112" fmla="*/ 365005 w 1085614"/>
                <a:gd name="connsiteY112" fmla="*/ 406716 h 949892"/>
                <a:gd name="connsiteX113" fmla="*/ 378401 w 1085614"/>
                <a:gd name="connsiteY113" fmla="*/ 390434 h 949892"/>
                <a:gd name="connsiteX114" fmla="*/ 422999 w 1085614"/>
                <a:gd name="connsiteY114" fmla="*/ 373935 h 949892"/>
                <a:gd name="connsiteX115" fmla="*/ 430296 w 1085614"/>
                <a:gd name="connsiteY115" fmla="*/ 372627 h 949892"/>
                <a:gd name="connsiteX116" fmla="*/ 340610 w 1085614"/>
                <a:gd name="connsiteY116" fmla="*/ 405518 h 949892"/>
                <a:gd name="connsiteX117" fmla="*/ 354278 w 1085614"/>
                <a:gd name="connsiteY117" fmla="*/ 410636 h 949892"/>
                <a:gd name="connsiteX118" fmla="*/ 362827 w 1085614"/>
                <a:gd name="connsiteY118" fmla="*/ 418097 h 949892"/>
                <a:gd name="connsiteX119" fmla="*/ 361085 w 1085614"/>
                <a:gd name="connsiteY119" fmla="*/ 429314 h 949892"/>
                <a:gd name="connsiteX120" fmla="*/ 347744 w 1085614"/>
                <a:gd name="connsiteY120" fmla="*/ 445596 h 949892"/>
                <a:gd name="connsiteX121" fmla="*/ 313329 w 1085614"/>
                <a:gd name="connsiteY121" fmla="*/ 458392 h 949892"/>
                <a:gd name="connsiteX122" fmla="*/ 300205 w 1085614"/>
                <a:gd name="connsiteY122" fmla="*/ 463402 h 949892"/>
                <a:gd name="connsiteX123" fmla="*/ 296829 w 1085614"/>
                <a:gd name="connsiteY123" fmla="*/ 463565 h 949892"/>
                <a:gd name="connsiteX124" fmla="*/ 295904 w 1085614"/>
                <a:gd name="connsiteY124" fmla="*/ 463565 h 949892"/>
                <a:gd name="connsiteX125" fmla="*/ 282889 w 1085614"/>
                <a:gd name="connsiteY125" fmla="*/ 458991 h 949892"/>
                <a:gd name="connsiteX126" fmla="*/ 274068 w 1085614"/>
                <a:gd name="connsiteY126" fmla="*/ 451858 h 949892"/>
                <a:gd name="connsiteX127" fmla="*/ 275375 w 1085614"/>
                <a:gd name="connsiteY127" fmla="*/ 440586 h 949892"/>
                <a:gd name="connsiteX128" fmla="*/ 288443 w 1085614"/>
                <a:gd name="connsiteY128" fmla="*/ 423651 h 949892"/>
                <a:gd name="connsiteX129" fmla="*/ 333531 w 1085614"/>
                <a:gd name="connsiteY129" fmla="*/ 406716 h 949892"/>
                <a:gd name="connsiteX130" fmla="*/ 340610 w 1085614"/>
                <a:gd name="connsiteY130" fmla="*/ 405518 h 949892"/>
                <a:gd name="connsiteX131" fmla="*/ 988393 w 1085614"/>
                <a:gd name="connsiteY131" fmla="*/ 439170 h 949892"/>
                <a:gd name="connsiteX132" fmla="*/ 990299 w 1085614"/>
                <a:gd name="connsiteY132" fmla="*/ 439279 h 949892"/>
                <a:gd name="connsiteX133" fmla="*/ 1000373 w 1085614"/>
                <a:gd name="connsiteY133" fmla="*/ 440205 h 949892"/>
                <a:gd name="connsiteX134" fmla="*/ 1005818 w 1085614"/>
                <a:gd name="connsiteY134" fmla="*/ 448591 h 949892"/>
                <a:gd name="connsiteX135" fmla="*/ 1005437 w 1085614"/>
                <a:gd name="connsiteY135" fmla="*/ 471788 h 949892"/>
                <a:gd name="connsiteX136" fmla="*/ 972165 w 1085614"/>
                <a:gd name="connsiteY136" fmla="*/ 512138 h 949892"/>
                <a:gd name="connsiteX137" fmla="*/ 957354 w 1085614"/>
                <a:gd name="connsiteY137" fmla="*/ 518400 h 949892"/>
                <a:gd name="connsiteX138" fmla="*/ 949186 w 1085614"/>
                <a:gd name="connsiteY138" fmla="*/ 516712 h 949892"/>
                <a:gd name="connsiteX139" fmla="*/ 939874 w 1085614"/>
                <a:gd name="connsiteY139" fmla="*/ 512683 h 949892"/>
                <a:gd name="connsiteX140" fmla="*/ 937369 w 1085614"/>
                <a:gd name="connsiteY140" fmla="*/ 502881 h 949892"/>
                <a:gd name="connsiteX141" fmla="*/ 942597 w 1085614"/>
                <a:gd name="connsiteY141" fmla="*/ 483278 h 949892"/>
                <a:gd name="connsiteX142" fmla="*/ 971621 w 1085614"/>
                <a:gd name="connsiteY142" fmla="*/ 448046 h 949892"/>
                <a:gd name="connsiteX143" fmla="*/ 988393 w 1085614"/>
                <a:gd name="connsiteY143" fmla="*/ 439170 h 949892"/>
                <a:gd name="connsiteX144" fmla="*/ 251687 w 1085614"/>
                <a:gd name="connsiteY144" fmla="*/ 440368 h 949892"/>
                <a:gd name="connsiteX145" fmla="*/ 264756 w 1085614"/>
                <a:gd name="connsiteY145" fmla="*/ 444997 h 949892"/>
                <a:gd name="connsiteX146" fmla="*/ 273578 w 1085614"/>
                <a:gd name="connsiteY146" fmla="*/ 452130 h 949892"/>
                <a:gd name="connsiteX147" fmla="*/ 272271 w 1085614"/>
                <a:gd name="connsiteY147" fmla="*/ 463402 h 949892"/>
                <a:gd name="connsiteX148" fmla="*/ 271890 w 1085614"/>
                <a:gd name="connsiteY148" fmla="*/ 465580 h 949892"/>
                <a:gd name="connsiteX149" fmla="*/ 270800 w 1085614"/>
                <a:gd name="connsiteY149" fmla="*/ 470318 h 949892"/>
                <a:gd name="connsiteX150" fmla="*/ 274993 w 1085614"/>
                <a:gd name="connsiteY150" fmla="*/ 472714 h 949892"/>
                <a:gd name="connsiteX151" fmla="*/ 283597 w 1085614"/>
                <a:gd name="connsiteY151" fmla="*/ 482025 h 949892"/>
                <a:gd name="connsiteX152" fmla="*/ 287790 w 1085614"/>
                <a:gd name="connsiteY152" fmla="*/ 491173 h 949892"/>
                <a:gd name="connsiteX153" fmla="*/ 283161 w 1085614"/>
                <a:gd name="connsiteY153" fmla="*/ 500104 h 949892"/>
                <a:gd name="connsiteX154" fmla="*/ 265464 w 1085614"/>
                <a:gd name="connsiteY154" fmla="*/ 511321 h 949892"/>
                <a:gd name="connsiteX155" fmla="*/ 219124 w 1085614"/>
                <a:gd name="connsiteY155" fmla="*/ 515678 h 949892"/>
                <a:gd name="connsiteX156" fmla="*/ 215965 w 1085614"/>
                <a:gd name="connsiteY156" fmla="*/ 515950 h 949892"/>
                <a:gd name="connsiteX157" fmla="*/ 199030 w 1085614"/>
                <a:gd name="connsiteY157" fmla="*/ 506965 h 949892"/>
                <a:gd name="connsiteX158" fmla="*/ 190318 w 1085614"/>
                <a:gd name="connsiteY158" fmla="*/ 494495 h 949892"/>
                <a:gd name="connsiteX159" fmla="*/ 187214 w 1085614"/>
                <a:gd name="connsiteY159" fmla="*/ 509416 h 949892"/>
                <a:gd name="connsiteX160" fmla="*/ 178174 w 1085614"/>
                <a:gd name="connsiteY160" fmla="*/ 522648 h 949892"/>
                <a:gd name="connsiteX161" fmla="*/ 141582 w 1085614"/>
                <a:gd name="connsiteY161" fmla="*/ 549221 h 949892"/>
                <a:gd name="connsiteX162" fmla="*/ 128458 w 1085614"/>
                <a:gd name="connsiteY162" fmla="*/ 553959 h 949892"/>
                <a:gd name="connsiteX163" fmla="*/ 122087 w 1085614"/>
                <a:gd name="connsiteY163" fmla="*/ 552979 h 949892"/>
                <a:gd name="connsiteX164" fmla="*/ 111196 w 1085614"/>
                <a:gd name="connsiteY164" fmla="*/ 549494 h 949892"/>
                <a:gd name="connsiteX165" fmla="*/ 108365 w 1085614"/>
                <a:gd name="connsiteY165" fmla="*/ 538439 h 949892"/>
                <a:gd name="connsiteX166" fmla="*/ 115226 w 1085614"/>
                <a:gd name="connsiteY166" fmla="*/ 517311 h 949892"/>
                <a:gd name="connsiteX167" fmla="*/ 155794 w 1085614"/>
                <a:gd name="connsiteY167" fmla="*/ 487852 h 949892"/>
                <a:gd name="connsiteX168" fmla="*/ 166957 w 1085614"/>
                <a:gd name="connsiteY168" fmla="*/ 484584 h 949892"/>
                <a:gd name="connsiteX169" fmla="*/ 177793 w 1085614"/>
                <a:gd name="connsiteY169" fmla="*/ 487634 h 949892"/>
                <a:gd name="connsiteX170" fmla="*/ 187922 w 1085614"/>
                <a:gd name="connsiteY170" fmla="*/ 493842 h 949892"/>
                <a:gd name="connsiteX171" fmla="*/ 187704 w 1085614"/>
                <a:gd name="connsiteY171" fmla="*/ 481971 h 949892"/>
                <a:gd name="connsiteX172" fmla="*/ 198921 w 1085614"/>
                <a:gd name="connsiteY172" fmla="*/ 463184 h 949892"/>
                <a:gd name="connsiteX173" fmla="*/ 243356 w 1085614"/>
                <a:gd name="connsiteY173" fmla="*/ 442220 h 949892"/>
                <a:gd name="connsiteX174" fmla="*/ 251687 w 1085614"/>
                <a:gd name="connsiteY174" fmla="*/ 440368 h 949892"/>
                <a:gd name="connsiteX175" fmla="*/ 307393 w 1085614"/>
                <a:gd name="connsiteY175" fmla="*/ 470481 h 949892"/>
                <a:gd name="connsiteX176" fmla="*/ 315180 w 1085614"/>
                <a:gd name="connsiteY176" fmla="*/ 471080 h 949892"/>
                <a:gd name="connsiteX177" fmla="*/ 315616 w 1085614"/>
                <a:gd name="connsiteY177" fmla="*/ 471080 h 949892"/>
                <a:gd name="connsiteX178" fmla="*/ 315616 w 1085614"/>
                <a:gd name="connsiteY178" fmla="*/ 471080 h 949892"/>
                <a:gd name="connsiteX179" fmla="*/ 366149 w 1085614"/>
                <a:gd name="connsiteY179" fmla="*/ 477887 h 949892"/>
                <a:gd name="connsiteX180" fmla="*/ 382540 w 1085614"/>
                <a:gd name="connsiteY180" fmla="*/ 493896 h 949892"/>
                <a:gd name="connsiteX181" fmla="*/ 384663 w 1085614"/>
                <a:gd name="connsiteY181" fmla="*/ 503752 h 949892"/>
                <a:gd name="connsiteX182" fmla="*/ 378238 w 1085614"/>
                <a:gd name="connsiteY182" fmla="*/ 511485 h 949892"/>
                <a:gd name="connsiteX183" fmla="*/ 362337 w 1085614"/>
                <a:gd name="connsiteY183" fmla="*/ 518945 h 949892"/>
                <a:gd name="connsiteX184" fmla="*/ 358471 w 1085614"/>
                <a:gd name="connsiteY184" fmla="*/ 518564 h 949892"/>
                <a:gd name="connsiteX185" fmla="*/ 312131 w 1085614"/>
                <a:gd name="connsiteY185" fmla="*/ 512356 h 949892"/>
                <a:gd name="connsiteX186" fmla="*/ 294978 w 1085614"/>
                <a:gd name="connsiteY186" fmla="*/ 500376 h 949892"/>
                <a:gd name="connsiteX187" fmla="*/ 290785 w 1085614"/>
                <a:gd name="connsiteY187" fmla="*/ 491228 h 949892"/>
                <a:gd name="connsiteX188" fmla="*/ 295414 w 1085614"/>
                <a:gd name="connsiteY188" fmla="*/ 482297 h 949892"/>
                <a:gd name="connsiteX189" fmla="*/ 301186 w 1085614"/>
                <a:gd name="connsiteY189" fmla="*/ 475382 h 949892"/>
                <a:gd name="connsiteX190" fmla="*/ 307393 w 1085614"/>
                <a:gd name="connsiteY190" fmla="*/ 470481 h 949892"/>
                <a:gd name="connsiteX191" fmla="*/ 409821 w 1085614"/>
                <a:gd name="connsiteY191" fmla="*/ 489268 h 949892"/>
                <a:gd name="connsiteX192" fmla="*/ 415920 w 1085614"/>
                <a:gd name="connsiteY192" fmla="*/ 490193 h 949892"/>
                <a:gd name="connsiteX193" fmla="*/ 464111 w 1085614"/>
                <a:gd name="connsiteY193" fmla="*/ 507945 h 949892"/>
                <a:gd name="connsiteX194" fmla="*/ 476527 w 1085614"/>
                <a:gd name="connsiteY194" fmla="*/ 527440 h 949892"/>
                <a:gd name="connsiteX195" fmla="*/ 476309 w 1085614"/>
                <a:gd name="connsiteY195" fmla="*/ 537514 h 949892"/>
                <a:gd name="connsiteX196" fmla="*/ 468250 w 1085614"/>
                <a:gd name="connsiteY196" fmla="*/ 543503 h 949892"/>
                <a:gd name="connsiteX197" fmla="*/ 455835 w 1085614"/>
                <a:gd name="connsiteY197" fmla="*/ 547588 h 949892"/>
                <a:gd name="connsiteX198" fmla="*/ 447612 w 1085614"/>
                <a:gd name="connsiteY198" fmla="*/ 545845 h 949892"/>
                <a:gd name="connsiteX199" fmla="*/ 403831 w 1085614"/>
                <a:gd name="connsiteY199" fmla="*/ 529727 h 949892"/>
                <a:gd name="connsiteX200" fmla="*/ 389619 w 1085614"/>
                <a:gd name="connsiteY200" fmla="*/ 514262 h 949892"/>
                <a:gd name="connsiteX201" fmla="*/ 387495 w 1085614"/>
                <a:gd name="connsiteY201" fmla="*/ 504460 h 949892"/>
                <a:gd name="connsiteX202" fmla="*/ 393920 w 1085614"/>
                <a:gd name="connsiteY202" fmla="*/ 496728 h 949892"/>
                <a:gd name="connsiteX203" fmla="*/ 409821 w 1085614"/>
                <a:gd name="connsiteY203" fmla="*/ 489268 h 949892"/>
                <a:gd name="connsiteX204" fmla="*/ 920162 w 1085614"/>
                <a:gd name="connsiteY204" fmla="*/ 508816 h 949892"/>
                <a:gd name="connsiteX205" fmla="*/ 928385 w 1085614"/>
                <a:gd name="connsiteY205" fmla="*/ 510504 h 949892"/>
                <a:gd name="connsiteX206" fmla="*/ 937696 w 1085614"/>
                <a:gd name="connsiteY206" fmla="*/ 514480 h 949892"/>
                <a:gd name="connsiteX207" fmla="*/ 940256 w 1085614"/>
                <a:gd name="connsiteY207" fmla="*/ 524281 h 949892"/>
                <a:gd name="connsiteX208" fmla="*/ 932142 w 1085614"/>
                <a:gd name="connsiteY208" fmla="*/ 546390 h 949892"/>
                <a:gd name="connsiteX209" fmla="*/ 888742 w 1085614"/>
                <a:gd name="connsiteY209" fmla="*/ 571330 h 949892"/>
                <a:gd name="connsiteX210" fmla="*/ 886128 w 1085614"/>
                <a:gd name="connsiteY210" fmla="*/ 572527 h 949892"/>
                <a:gd name="connsiteX211" fmla="*/ 877742 w 1085614"/>
                <a:gd name="connsiteY211" fmla="*/ 574325 h 949892"/>
                <a:gd name="connsiteX212" fmla="*/ 863639 w 1085614"/>
                <a:gd name="connsiteY212" fmla="*/ 568770 h 949892"/>
                <a:gd name="connsiteX213" fmla="*/ 856288 w 1085614"/>
                <a:gd name="connsiteY213" fmla="*/ 561909 h 949892"/>
                <a:gd name="connsiteX214" fmla="*/ 857105 w 1085614"/>
                <a:gd name="connsiteY214" fmla="*/ 551890 h 949892"/>
                <a:gd name="connsiteX215" fmla="*/ 869357 w 1085614"/>
                <a:gd name="connsiteY215" fmla="*/ 534682 h 949892"/>
                <a:gd name="connsiteX216" fmla="*/ 871535 w 1085614"/>
                <a:gd name="connsiteY216" fmla="*/ 533702 h 949892"/>
                <a:gd name="connsiteX217" fmla="*/ 908291 w 1085614"/>
                <a:gd name="connsiteY217" fmla="*/ 512574 h 949892"/>
                <a:gd name="connsiteX218" fmla="*/ 920162 w 1085614"/>
                <a:gd name="connsiteY218" fmla="*/ 508816 h 949892"/>
                <a:gd name="connsiteX219" fmla="*/ 499343 w 1085614"/>
                <a:gd name="connsiteY219" fmla="*/ 528692 h 949892"/>
                <a:gd name="connsiteX220" fmla="*/ 510179 w 1085614"/>
                <a:gd name="connsiteY220" fmla="*/ 531796 h 949892"/>
                <a:gd name="connsiteX221" fmla="*/ 515570 w 1085614"/>
                <a:gd name="connsiteY221" fmla="*/ 535227 h 949892"/>
                <a:gd name="connsiteX222" fmla="*/ 550257 w 1085614"/>
                <a:gd name="connsiteY222" fmla="*/ 552053 h 949892"/>
                <a:gd name="connsiteX223" fmla="*/ 563381 w 1085614"/>
                <a:gd name="connsiteY223" fmla="*/ 567899 h 949892"/>
                <a:gd name="connsiteX224" fmla="*/ 565123 w 1085614"/>
                <a:gd name="connsiteY224" fmla="*/ 577810 h 949892"/>
                <a:gd name="connsiteX225" fmla="*/ 558371 w 1085614"/>
                <a:gd name="connsiteY225" fmla="*/ 585270 h 949892"/>
                <a:gd name="connsiteX226" fmla="*/ 543015 w 1085614"/>
                <a:gd name="connsiteY226" fmla="*/ 592131 h 949892"/>
                <a:gd name="connsiteX227" fmla="*/ 535773 w 1085614"/>
                <a:gd name="connsiteY227" fmla="*/ 590824 h 949892"/>
                <a:gd name="connsiteX228" fmla="*/ 493081 w 1085614"/>
                <a:gd name="connsiteY228" fmla="*/ 570022 h 949892"/>
                <a:gd name="connsiteX229" fmla="*/ 488452 w 1085614"/>
                <a:gd name="connsiteY229" fmla="*/ 567082 h 949892"/>
                <a:gd name="connsiteX230" fmla="*/ 478596 w 1085614"/>
                <a:gd name="connsiteY230" fmla="*/ 548949 h 949892"/>
                <a:gd name="connsiteX231" fmla="*/ 478814 w 1085614"/>
                <a:gd name="connsiteY231" fmla="*/ 538930 h 949892"/>
                <a:gd name="connsiteX232" fmla="*/ 486928 w 1085614"/>
                <a:gd name="connsiteY232" fmla="*/ 532885 h 949892"/>
                <a:gd name="connsiteX233" fmla="*/ 499343 w 1085614"/>
                <a:gd name="connsiteY233" fmla="*/ 528692 h 949892"/>
                <a:gd name="connsiteX234" fmla="*/ 93826 w 1085614"/>
                <a:gd name="connsiteY234" fmla="*/ 545192 h 949892"/>
                <a:gd name="connsiteX235" fmla="*/ 100142 w 1085614"/>
                <a:gd name="connsiteY235" fmla="*/ 546172 h 949892"/>
                <a:gd name="connsiteX236" fmla="*/ 111033 w 1085614"/>
                <a:gd name="connsiteY236" fmla="*/ 549657 h 949892"/>
                <a:gd name="connsiteX237" fmla="*/ 113865 w 1085614"/>
                <a:gd name="connsiteY237" fmla="*/ 560711 h 949892"/>
                <a:gd name="connsiteX238" fmla="*/ 109018 w 1085614"/>
                <a:gd name="connsiteY238" fmla="*/ 579933 h 949892"/>
                <a:gd name="connsiteX239" fmla="*/ 80702 w 1085614"/>
                <a:gd name="connsiteY239" fmla="*/ 614838 h 949892"/>
                <a:gd name="connsiteX240" fmla="*/ 63767 w 1085614"/>
                <a:gd name="connsiteY240" fmla="*/ 623551 h 949892"/>
                <a:gd name="connsiteX241" fmla="*/ 62950 w 1085614"/>
                <a:gd name="connsiteY241" fmla="*/ 623496 h 949892"/>
                <a:gd name="connsiteX242" fmla="*/ 62133 w 1085614"/>
                <a:gd name="connsiteY242" fmla="*/ 623442 h 949892"/>
                <a:gd name="connsiteX243" fmla="*/ 51461 w 1085614"/>
                <a:gd name="connsiteY243" fmla="*/ 622571 h 949892"/>
                <a:gd name="connsiteX244" fmla="*/ 46015 w 1085614"/>
                <a:gd name="connsiteY244" fmla="*/ 613422 h 949892"/>
                <a:gd name="connsiteX245" fmla="*/ 46886 w 1085614"/>
                <a:gd name="connsiteY245" fmla="*/ 590933 h 949892"/>
                <a:gd name="connsiteX246" fmla="*/ 78633 w 1085614"/>
                <a:gd name="connsiteY246" fmla="*/ 551781 h 949892"/>
                <a:gd name="connsiteX247" fmla="*/ 93826 w 1085614"/>
                <a:gd name="connsiteY247" fmla="*/ 545192 h 949892"/>
                <a:gd name="connsiteX248" fmla="*/ 831947 w 1085614"/>
                <a:gd name="connsiteY248" fmla="*/ 550637 h 949892"/>
                <a:gd name="connsiteX249" fmla="*/ 846050 w 1085614"/>
                <a:gd name="connsiteY249" fmla="*/ 556191 h 949892"/>
                <a:gd name="connsiteX250" fmla="*/ 853402 w 1085614"/>
                <a:gd name="connsiteY250" fmla="*/ 563053 h 949892"/>
                <a:gd name="connsiteX251" fmla="*/ 852585 w 1085614"/>
                <a:gd name="connsiteY251" fmla="*/ 573072 h 949892"/>
                <a:gd name="connsiteX252" fmla="*/ 838373 w 1085614"/>
                <a:gd name="connsiteY252" fmla="*/ 591042 h 949892"/>
                <a:gd name="connsiteX253" fmla="*/ 788983 w 1085614"/>
                <a:gd name="connsiteY253" fmla="*/ 604383 h 949892"/>
                <a:gd name="connsiteX254" fmla="*/ 784735 w 1085614"/>
                <a:gd name="connsiteY254" fmla="*/ 604819 h 949892"/>
                <a:gd name="connsiteX255" fmla="*/ 775533 w 1085614"/>
                <a:gd name="connsiteY255" fmla="*/ 602641 h 949892"/>
                <a:gd name="connsiteX256" fmla="*/ 767310 w 1085614"/>
                <a:gd name="connsiteY256" fmla="*/ 598611 h 949892"/>
                <a:gd name="connsiteX257" fmla="*/ 766112 w 1085614"/>
                <a:gd name="connsiteY257" fmla="*/ 607650 h 949892"/>
                <a:gd name="connsiteX258" fmla="*/ 761647 w 1085614"/>
                <a:gd name="connsiteY258" fmla="*/ 623115 h 949892"/>
                <a:gd name="connsiteX259" fmla="*/ 684813 w 1085614"/>
                <a:gd name="connsiteY259" fmla="*/ 677895 h 949892"/>
                <a:gd name="connsiteX260" fmla="*/ 474240 w 1085614"/>
                <a:gd name="connsiteY260" fmla="*/ 801615 h 949892"/>
                <a:gd name="connsiteX261" fmla="*/ 468631 w 1085614"/>
                <a:gd name="connsiteY261" fmla="*/ 807060 h 949892"/>
                <a:gd name="connsiteX262" fmla="*/ 474948 w 1085614"/>
                <a:gd name="connsiteY262" fmla="*/ 811634 h 949892"/>
                <a:gd name="connsiteX263" fmla="*/ 481591 w 1085614"/>
                <a:gd name="connsiteY263" fmla="*/ 817243 h 949892"/>
                <a:gd name="connsiteX264" fmla="*/ 496457 w 1085614"/>
                <a:gd name="connsiteY264" fmla="*/ 864618 h 949892"/>
                <a:gd name="connsiteX265" fmla="*/ 469666 w 1085614"/>
                <a:gd name="connsiteY265" fmla="*/ 917384 h 949892"/>
                <a:gd name="connsiteX266" fmla="*/ 410093 w 1085614"/>
                <a:gd name="connsiteY266" fmla="*/ 943358 h 949892"/>
                <a:gd name="connsiteX267" fmla="*/ 369362 w 1085614"/>
                <a:gd name="connsiteY267" fmla="*/ 927240 h 949892"/>
                <a:gd name="connsiteX268" fmla="*/ 381287 w 1085614"/>
                <a:gd name="connsiteY268" fmla="*/ 827099 h 949892"/>
                <a:gd name="connsiteX269" fmla="*/ 440805 w 1085614"/>
                <a:gd name="connsiteY269" fmla="*/ 801233 h 949892"/>
                <a:gd name="connsiteX270" fmla="*/ 450171 w 1085614"/>
                <a:gd name="connsiteY270" fmla="*/ 801887 h 949892"/>
                <a:gd name="connsiteX271" fmla="*/ 453439 w 1085614"/>
                <a:gd name="connsiteY271" fmla="*/ 802377 h 949892"/>
                <a:gd name="connsiteX272" fmla="*/ 455726 w 1085614"/>
                <a:gd name="connsiteY272" fmla="*/ 800036 h 949892"/>
                <a:gd name="connsiteX273" fmla="*/ 680402 w 1085614"/>
                <a:gd name="connsiteY273" fmla="*/ 664555 h 949892"/>
                <a:gd name="connsiteX274" fmla="*/ 746182 w 1085614"/>
                <a:gd name="connsiteY274" fmla="*/ 622244 h 949892"/>
                <a:gd name="connsiteX275" fmla="*/ 753533 w 1085614"/>
                <a:gd name="connsiteY275" fmla="*/ 610155 h 949892"/>
                <a:gd name="connsiteX276" fmla="*/ 739539 w 1085614"/>
                <a:gd name="connsiteY276" fmla="*/ 612388 h 949892"/>
                <a:gd name="connsiteX277" fmla="*/ 738504 w 1085614"/>
                <a:gd name="connsiteY277" fmla="*/ 612605 h 949892"/>
                <a:gd name="connsiteX278" fmla="*/ 687372 w 1085614"/>
                <a:gd name="connsiteY278" fmla="*/ 615546 h 949892"/>
                <a:gd name="connsiteX279" fmla="*/ 668368 w 1085614"/>
                <a:gd name="connsiteY279" fmla="*/ 603021 h 949892"/>
                <a:gd name="connsiteX280" fmla="*/ 664393 w 1085614"/>
                <a:gd name="connsiteY280" fmla="*/ 593765 h 949892"/>
                <a:gd name="connsiteX281" fmla="*/ 669185 w 1085614"/>
                <a:gd name="connsiteY281" fmla="*/ 584943 h 949892"/>
                <a:gd name="connsiteX282" fmla="*/ 687263 w 1085614"/>
                <a:gd name="connsiteY282" fmla="*/ 574106 h 949892"/>
                <a:gd name="connsiteX283" fmla="*/ 734039 w 1085614"/>
                <a:gd name="connsiteY283" fmla="*/ 571384 h 949892"/>
                <a:gd name="connsiteX284" fmla="*/ 736272 w 1085614"/>
                <a:gd name="connsiteY284" fmla="*/ 571275 h 949892"/>
                <a:gd name="connsiteX285" fmla="*/ 752717 w 1085614"/>
                <a:gd name="connsiteY285" fmla="*/ 579443 h 949892"/>
                <a:gd name="connsiteX286" fmla="*/ 754568 w 1085614"/>
                <a:gd name="connsiteY286" fmla="*/ 581894 h 949892"/>
                <a:gd name="connsiteX287" fmla="*/ 757672 w 1085614"/>
                <a:gd name="connsiteY287" fmla="*/ 582002 h 949892"/>
                <a:gd name="connsiteX288" fmla="*/ 758217 w 1085614"/>
                <a:gd name="connsiteY288" fmla="*/ 582057 h 949892"/>
                <a:gd name="connsiteX289" fmla="*/ 763444 w 1085614"/>
                <a:gd name="connsiteY289" fmla="*/ 582601 h 949892"/>
                <a:gd name="connsiteX290" fmla="*/ 765132 w 1085614"/>
                <a:gd name="connsiteY290" fmla="*/ 577592 h 949892"/>
                <a:gd name="connsiteX291" fmla="*/ 780379 w 1085614"/>
                <a:gd name="connsiteY291" fmla="*/ 563869 h 949892"/>
                <a:gd name="connsiteX292" fmla="*/ 825576 w 1085614"/>
                <a:gd name="connsiteY292" fmla="*/ 551672 h 949892"/>
                <a:gd name="connsiteX293" fmla="*/ 831947 w 1085614"/>
                <a:gd name="connsiteY293" fmla="*/ 550637 h 949892"/>
                <a:gd name="connsiteX294" fmla="*/ 590009 w 1085614"/>
                <a:gd name="connsiteY294" fmla="*/ 564250 h 949892"/>
                <a:gd name="connsiteX295" fmla="*/ 594419 w 1085614"/>
                <a:gd name="connsiteY295" fmla="*/ 564741 h 949892"/>
                <a:gd name="connsiteX296" fmla="*/ 640487 w 1085614"/>
                <a:gd name="connsiteY296" fmla="*/ 571929 h 949892"/>
                <a:gd name="connsiteX297" fmla="*/ 657477 w 1085614"/>
                <a:gd name="connsiteY297" fmla="*/ 584344 h 949892"/>
                <a:gd name="connsiteX298" fmla="*/ 661452 w 1085614"/>
                <a:gd name="connsiteY298" fmla="*/ 593547 h 949892"/>
                <a:gd name="connsiteX299" fmla="*/ 656660 w 1085614"/>
                <a:gd name="connsiteY299" fmla="*/ 602368 h 949892"/>
                <a:gd name="connsiteX300" fmla="*/ 638527 w 1085614"/>
                <a:gd name="connsiteY300" fmla="*/ 613205 h 949892"/>
                <a:gd name="connsiteX301" fmla="*/ 636458 w 1085614"/>
                <a:gd name="connsiteY301" fmla="*/ 613096 h 949892"/>
                <a:gd name="connsiteX302" fmla="*/ 585707 w 1085614"/>
                <a:gd name="connsiteY302" fmla="*/ 605200 h 949892"/>
                <a:gd name="connsiteX303" fmla="*/ 569697 w 1085614"/>
                <a:gd name="connsiteY303" fmla="*/ 588482 h 949892"/>
                <a:gd name="connsiteX304" fmla="*/ 567955 w 1085614"/>
                <a:gd name="connsiteY304" fmla="*/ 578572 h 949892"/>
                <a:gd name="connsiteX305" fmla="*/ 574707 w 1085614"/>
                <a:gd name="connsiteY305" fmla="*/ 571112 h 949892"/>
                <a:gd name="connsiteX306" fmla="*/ 590009 w 1085614"/>
                <a:gd name="connsiteY306" fmla="*/ 564250 h 949892"/>
                <a:gd name="connsiteX307" fmla="*/ 38337 w 1085614"/>
                <a:gd name="connsiteY307" fmla="*/ 623278 h 949892"/>
                <a:gd name="connsiteX308" fmla="*/ 39916 w 1085614"/>
                <a:gd name="connsiteY308" fmla="*/ 623333 h 949892"/>
                <a:gd name="connsiteX309" fmla="*/ 50480 w 1085614"/>
                <a:gd name="connsiteY309" fmla="*/ 624150 h 949892"/>
                <a:gd name="connsiteX310" fmla="*/ 55980 w 1085614"/>
                <a:gd name="connsiteY310" fmla="*/ 633352 h 949892"/>
                <a:gd name="connsiteX311" fmla="*/ 56470 w 1085614"/>
                <a:gd name="connsiteY311" fmla="*/ 653827 h 949892"/>
                <a:gd name="connsiteX312" fmla="*/ 45797 w 1085614"/>
                <a:gd name="connsiteY312" fmla="*/ 674683 h 949892"/>
                <a:gd name="connsiteX313" fmla="*/ 27120 w 1085614"/>
                <a:gd name="connsiteY313" fmla="*/ 686445 h 949892"/>
                <a:gd name="connsiteX314" fmla="*/ 18189 w 1085614"/>
                <a:gd name="connsiteY314" fmla="*/ 684430 h 949892"/>
                <a:gd name="connsiteX315" fmla="*/ 8442 w 1085614"/>
                <a:gd name="connsiteY315" fmla="*/ 656822 h 949892"/>
                <a:gd name="connsiteX316" fmla="*/ 20095 w 1085614"/>
                <a:gd name="connsiteY316" fmla="*/ 634060 h 949892"/>
                <a:gd name="connsiteX317" fmla="*/ 38337 w 1085614"/>
                <a:gd name="connsiteY317" fmla="*/ 623278 h 949892"/>
                <a:gd name="connsiteX318" fmla="*/ 175615 w 1085614"/>
                <a:gd name="connsiteY318" fmla="*/ 0 h 949892"/>
                <a:gd name="connsiteX319" fmla="*/ 99434 w 1085614"/>
                <a:gd name="connsiteY319" fmla="*/ 57667 h 949892"/>
                <a:gd name="connsiteX320" fmla="*/ 170006 w 1085614"/>
                <a:gd name="connsiteY320" fmla="*/ 136298 h 949892"/>
                <a:gd name="connsiteX321" fmla="*/ 182858 w 1085614"/>
                <a:gd name="connsiteY321" fmla="*/ 137169 h 949892"/>
                <a:gd name="connsiteX322" fmla="*/ 242049 w 1085614"/>
                <a:gd name="connsiteY322" fmla="*/ 113591 h 949892"/>
                <a:gd name="connsiteX323" fmla="*/ 379763 w 1085614"/>
                <a:gd name="connsiteY323" fmla="*/ 272324 h 949892"/>
                <a:gd name="connsiteX324" fmla="*/ 458013 w 1085614"/>
                <a:gd name="connsiteY324" fmla="*/ 354603 h 949892"/>
                <a:gd name="connsiteX325" fmla="*/ 447830 w 1085614"/>
                <a:gd name="connsiteY325" fmla="*/ 372410 h 949892"/>
                <a:gd name="connsiteX326" fmla="*/ 430296 w 1085614"/>
                <a:gd name="connsiteY326" fmla="*/ 365984 h 949892"/>
                <a:gd name="connsiteX327" fmla="*/ 420712 w 1085614"/>
                <a:gd name="connsiteY327" fmla="*/ 367727 h 949892"/>
                <a:gd name="connsiteX328" fmla="*/ 376169 w 1085614"/>
                <a:gd name="connsiteY328" fmla="*/ 384172 h 949892"/>
                <a:gd name="connsiteX329" fmla="*/ 358580 w 1085614"/>
                <a:gd name="connsiteY329" fmla="*/ 405626 h 949892"/>
                <a:gd name="connsiteX330" fmla="*/ 340610 w 1085614"/>
                <a:gd name="connsiteY330" fmla="*/ 398874 h 949892"/>
                <a:gd name="connsiteX331" fmla="*/ 331244 w 1085614"/>
                <a:gd name="connsiteY331" fmla="*/ 400562 h 949892"/>
                <a:gd name="connsiteX332" fmla="*/ 286047 w 1085614"/>
                <a:gd name="connsiteY332" fmla="*/ 417498 h 949892"/>
                <a:gd name="connsiteX333" fmla="*/ 268840 w 1085614"/>
                <a:gd name="connsiteY333" fmla="*/ 439769 h 949892"/>
                <a:gd name="connsiteX334" fmla="*/ 251687 w 1085614"/>
                <a:gd name="connsiteY334" fmla="*/ 433670 h 949892"/>
                <a:gd name="connsiteX335" fmla="*/ 240851 w 1085614"/>
                <a:gd name="connsiteY335" fmla="*/ 435957 h 949892"/>
                <a:gd name="connsiteX336" fmla="*/ 196035 w 1085614"/>
                <a:gd name="connsiteY336" fmla="*/ 457085 h 949892"/>
                <a:gd name="connsiteX337" fmla="*/ 181278 w 1085614"/>
                <a:gd name="connsiteY337" fmla="*/ 481808 h 949892"/>
                <a:gd name="connsiteX338" fmla="*/ 167066 w 1085614"/>
                <a:gd name="connsiteY338" fmla="*/ 477832 h 949892"/>
                <a:gd name="connsiteX339" fmla="*/ 152418 w 1085614"/>
                <a:gd name="connsiteY339" fmla="*/ 482134 h 949892"/>
                <a:gd name="connsiteX340" fmla="*/ 111196 w 1085614"/>
                <a:gd name="connsiteY340" fmla="*/ 512084 h 949892"/>
                <a:gd name="connsiteX341" fmla="*/ 102157 w 1085614"/>
                <a:gd name="connsiteY341" fmla="*/ 539855 h 949892"/>
                <a:gd name="connsiteX342" fmla="*/ 93826 w 1085614"/>
                <a:gd name="connsiteY342" fmla="*/ 538548 h 949892"/>
                <a:gd name="connsiteX343" fmla="*/ 73841 w 1085614"/>
                <a:gd name="connsiteY343" fmla="*/ 547261 h 949892"/>
                <a:gd name="connsiteX344" fmla="*/ 41550 w 1085614"/>
                <a:gd name="connsiteY344" fmla="*/ 587067 h 949892"/>
                <a:gd name="connsiteX345" fmla="*/ 40406 w 1085614"/>
                <a:gd name="connsiteY345" fmla="*/ 616689 h 949892"/>
                <a:gd name="connsiteX346" fmla="*/ 38337 w 1085614"/>
                <a:gd name="connsiteY346" fmla="*/ 616635 h 949892"/>
                <a:gd name="connsiteX347" fmla="*/ 14432 w 1085614"/>
                <a:gd name="connsiteY347" fmla="*/ 630793 h 949892"/>
                <a:gd name="connsiteX348" fmla="*/ 2670 w 1085614"/>
                <a:gd name="connsiteY348" fmla="*/ 653881 h 949892"/>
                <a:gd name="connsiteX349" fmla="*/ 15466 w 1085614"/>
                <a:gd name="connsiteY349" fmla="*/ 690202 h 949892"/>
                <a:gd name="connsiteX350" fmla="*/ 27174 w 1085614"/>
                <a:gd name="connsiteY350" fmla="*/ 692870 h 949892"/>
                <a:gd name="connsiteX351" fmla="*/ 51733 w 1085614"/>
                <a:gd name="connsiteY351" fmla="*/ 677406 h 949892"/>
                <a:gd name="connsiteX352" fmla="*/ 62242 w 1085614"/>
                <a:gd name="connsiteY352" fmla="*/ 656822 h 949892"/>
                <a:gd name="connsiteX353" fmla="*/ 61589 w 1085614"/>
                <a:gd name="connsiteY353" fmla="*/ 629922 h 949892"/>
                <a:gd name="connsiteX354" fmla="*/ 63767 w 1085614"/>
                <a:gd name="connsiteY354" fmla="*/ 630085 h 949892"/>
                <a:gd name="connsiteX355" fmla="*/ 85984 w 1085614"/>
                <a:gd name="connsiteY355" fmla="*/ 618596 h 949892"/>
                <a:gd name="connsiteX356" fmla="*/ 113756 w 1085614"/>
                <a:gd name="connsiteY356" fmla="*/ 584344 h 949892"/>
                <a:gd name="connsiteX357" fmla="*/ 120181 w 1085614"/>
                <a:gd name="connsiteY357" fmla="*/ 559023 h 949892"/>
                <a:gd name="connsiteX358" fmla="*/ 128513 w 1085614"/>
                <a:gd name="connsiteY358" fmla="*/ 560330 h 949892"/>
                <a:gd name="connsiteX359" fmla="*/ 145829 w 1085614"/>
                <a:gd name="connsiteY359" fmla="*/ 554122 h 949892"/>
                <a:gd name="connsiteX360" fmla="*/ 181768 w 1085614"/>
                <a:gd name="connsiteY360" fmla="*/ 528039 h 949892"/>
                <a:gd name="connsiteX361" fmla="*/ 193694 w 1085614"/>
                <a:gd name="connsiteY361" fmla="*/ 510613 h 949892"/>
                <a:gd name="connsiteX362" fmla="*/ 215965 w 1085614"/>
                <a:gd name="connsiteY362" fmla="*/ 522375 h 949892"/>
                <a:gd name="connsiteX363" fmla="*/ 220104 w 1085614"/>
                <a:gd name="connsiteY363" fmla="*/ 522049 h 949892"/>
                <a:gd name="connsiteX364" fmla="*/ 265682 w 1085614"/>
                <a:gd name="connsiteY364" fmla="*/ 517801 h 949892"/>
                <a:gd name="connsiteX365" fmla="*/ 288933 w 1085614"/>
                <a:gd name="connsiteY365" fmla="*/ 503044 h 949892"/>
                <a:gd name="connsiteX366" fmla="*/ 311532 w 1085614"/>
                <a:gd name="connsiteY366" fmla="*/ 518836 h 949892"/>
                <a:gd name="connsiteX367" fmla="*/ 357164 w 1085614"/>
                <a:gd name="connsiteY367" fmla="*/ 524989 h 949892"/>
                <a:gd name="connsiteX368" fmla="*/ 362283 w 1085614"/>
                <a:gd name="connsiteY368" fmla="*/ 525479 h 949892"/>
                <a:gd name="connsiteX369" fmla="*/ 383193 w 1085614"/>
                <a:gd name="connsiteY369" fmla="*/ 515678 h 949892"/>
                <a:gd name="connsiteX370" fmla="*/ 401871 w 1085614"/>
                <a:gd name="connsiteY370" fmla="*/ 536043 h 949892"/>
                <a:gd name="connsiteX371" fmla="*/ 444944 w 1085614"/>
                <a:gd name="connsiteY371" fmla="*/ 551890 h 949892"/>
                <a:gd name="connsiteX372" fmla="*/ 455780 w 1085614"/>
                <a:gd name="connsiteY372" fmla="*/ 554177 h 949892"/>
                <a:gd name="connsiteX373" fmla="*/ 472062 w 1085614"/>
                <a:gd name="connsiteY373" fmla="*/ 548786 h 949892"/>
                <a:gd name="connsiteX374" fmla="*/ 484967 w 1085614"/>
                <a:gd name="connsiteY374" fmla="*/ 572636 h 949892"/>
                <a:gd name="connsiteX375" fmla="*/ 489487 w 1085614"/>
                <a:gd name="connsiteY375" fmla="*/ 575468 h 949892"/>
                <a:gd name="connsiteX376" fmla="*/ 533431 w 1085614"/>
                <a:gd name="connsiteY376" fmla="*/ 596923 h 949892"/>
                <a:gd name="connsiteX377" fmla="*/ 542961 w 1085614"/>
                <a:gd name="connsiteY377" fmla="*/ 598665 h 949892"/>
                <a:gd name="connsiteX378" fmla="*/ 563163 w 1085614"/>
                <a:gd name="connsiteY378" fmla="*/ 589681 h 949892"/>
                <a:gd name="connsiteX379" fmla="*/ 584237 w 1085614"/>
                <a:gd name="connsiteY379" fmla="*/ 611625 h 949892"/>
                <a:gd name="connsiteX380" fmla="*/ 635695 w 1085614"/>
                <a:gd name="connsiteY380" fmla="*/ 619630 h 949892"/>
                <a:gd name="connsiteX381" fmla="*/ 638418 w 1085614"/>
                <a:gd name="connsiteY381" fmla="*/ 619793 h 949892"/>
                <a:gd name="connsiteX382" fmla="*/ 662269 w 1085614"/>
                <a:gd name="connsiteY382" fmla="*/ 605581 h 949892"/>
                <a:gd name="connsiteX383" fmla="*/ 687263 w 1085614"/>
                <a:gd name="connsiteY383" fmla="*/ 622026 h 949892"/>
                <a:gd name="connsiteX384" fmla="*/ 687427 w 1085614"/>
                <a:gd name="connsiteY384" fmla="*/ 622026 h 949892"/>
                <a:gd name="connsiteX385" fmla="*/ 739103 w 1085614"/>
                <a:gd name="connsiteY385" fmla="*/ 619031 h 949892"/>
                <a:gd name="connsiteX386" fmla="*/ 740465 w 1085614"/>
                <a:gd name="connsiteY386" fmla="*/ 618759 h 949892"/>
                <a:gd name="connsiteX387" fmla="*/ 678224 w 1085614"/>
                <a:gd name="connsiteY387" fmla="*/ 658292 h 949892"/>
                <a:gd name="connsiteX388" fmla="*/ 450988 w 1085614"/>
                <a:gd name="connsiteY388" fmla="*/ 795407 h 949892"/>
                <a:gd name="connsiteX389" fmla="*/ 440696 w 1085614"/>
                <a:gd name="connsiteY389" fmla="*/ 794699 h 949892"/>
                <a:gd name="connsiteX390" fmla="*/ 376604 w 1085614"/>
                <a:gd name="connsiteY390" fmla="*/ 822471 h 949892"/>
                <a:gd name="connsiteX391" fmla="*/ 364570 w 1085614"/>
                <a:gd name="connsiteY391" fmla="*/ 931814 h 949892"/>
                <a:gd name="connsiteX392" fmla="*/ 409984 w 1085614"/>
                <a:gd name="connsiteY392" fmla="*/ 949892 h 949892"/>
                <a:gd name="connsiteX393" fmla="*/ 474131 w 1085614"/>
                <a:gd name="connsiteY393" fmla="*/ 922066 h 949892"/>
                <a:gd name="connsiteX394" fmla="*/ 486165 w 1085614"/>
                <a:gd name="connsiteY394" fmla="*/ 812723 h 949892"/>
                <a:gd name="connsiteX395" fmla="*/ 478705 w 1085614"/>
                <a:gd name="connsiteY395" fmla="*/ 806407 h 949892"/>
                <a:gd name="connsiteX396" fmla="*/ 686773 w 1085614"/>
                <a:gd name="connsiteY396" fmla="*/ 684212 h 949892"/>
                <a:gd name="connsiteX397" fmla="*/ 767528 w 1085614"/>
                <a:gd name="connsiteY397" fmla="*/ 625947 h 949892"/>
                <a:gd name="connsiteX398" fmla="*/ 772538 w 1085614"/>
                <a:gd name="connsiteY398" fmla="*/ 608576 h 949892"/>
                <a:gd name="connsiteX399" fmla="*/ 784626 w 1085614"/>
                <a:gd name="connsiteY399" fmla="*/ 611408 h 949892"/>
                <a:gd name="connsiteX400" fmla="*/ 790235 w 1085614"/>
                <a:gd name="connsiteY400" fmla="*/ 610809 h 949892"/>
                <a:gd name="connsiteX401" fmla="*/ 840278 w 1085614"/>
                <a:gd name="connsiteY401" fmla="*/ 597304 h 949892"/>
                <a:gd name="connsiteX402" fmla="*/ 858956 w 1085614"/>
                <a:gd name="connsiteY402" fmla="*/ 573671 h 949892"/>
                <a:gd name="connsiteX403" fmla="*/ 877525 w 1085614"/>
                <a:gd name="connsiteY403" fmla="*/ 580968 h 949892"/>
                <a:gd name="connsiteX404" fmla="*/ 888579 w 1085614"/>
                <a:gd name="connsiteY404" fmla="*/ 578626 h 949892"/>
                <a:gd name="connsiteX405" fmla="*/ 891247 w 1085614"/>
                <a:gd name="connsiteY405" fmla="*/ 577428 h 949892"/>
                <a:gd name="connsiteX406" fmla="*/ 935736 w 1085614"/>
                <a:gd name="connsiteY406" fmla="*/ 551835 h 949892"/>
                <a:gd name="connsiteX407" fmla="*/ 946409 w 1085614"/>
                <a:gd name="connsiteY407" fmla="*/ 522757 h 949892"/>
                <a:gd name="connsiteX408" fmla="*/ 957191 w 1085614"/>
                <a:gd name="connsiteY408" fmla="*/ 524989 h 949892"/>
                <a:gd name="connsiteX409" fmla="*/ 976685 w 1085614"/>
                <a:gd name="connsiteY409" fmla="*/ 516767 h 949892"/>
                <a:gd name="connsiteX410" fmla="*/ 1010610 w 1085614"/>
                <a:gd name="connsiteY410" fmla="*/ 475654 h 949892"/>
                <a:gd name="connsiteX411" fmla="*/ 1011154 w 1085614"/>
                <a:gd name="connsiteY411" fmla="*/ 445160 h 949892"/>
                <a:gd name="connsiteX412" fmla="*/ 1013496 w 1085614"/>
                <a:gd name="connsiteY412" fmla="*/ 445269 h 949892"/>
                <a:gd name="connsiteX413" fmla="*/ 1037837 w 1085614"/>
                <a:gd name="connsiteY413" fmla="*/ 430512 h 949892"/>
                <a:gd name="connsiteX414" fmla="*/ 1059019 w 1085614"/>
                <a:gd name="connsiteY414" fmla="*/ 382865 h 949892"/>
                <a:gd name="connsiteX415" fmla="*/ 1052321 w 1085614"/>
                <a:gd name="connsiteY415" fmla="*/ 353460 h 949892"/>
                <a:gd name="connsiteX416" fmla="*/ 1074865 w 1085614"/>
                <a:gd name="connsiteY416" fmla="*/ 333475 h 949892"/>
                <a:gd name="connsiteX417" fmla="*/ 1085429 w 1085614"/>
                <a:gd name="connsiteY417" fmla="*/ 281472 h 949892"/>
                <a:gd name="connsiteX418" fmla="*/ 1061524 w 1085614"/>
                <a:gd name="connsiteY418" fmla="*/ 251304 h 949892"/>
                <a:gd name="connsiteX419" fmla="*/ 1058366 w 1085614"/>
                <a:gd name="connsiteY419" fmla="*/ 251141 h 949892"/>
                <a:gd name="connsiteX420" fmla="*/ 1031302 w 1085614"/>
                <a:gd name="connsiteY420" fmla="*/ 275210 h 949892"/>
                <a:gd name="connsiteX421" fmla="*/ 1022154 w 1085614"/>
                <a:gd name="connsiteY421" fmla="*/ 319589 h 949892"/>
                <a:gd name="connsiteX422" fmla="*/ 1029723 w 1085614"/>
                <a:gd name="connsiteY422" fmla="*/ 346326 h 949892"/>
                <a:gd name="connsiteX423" fmla="*/ 1008050 w 1085614"/>
                <a:gd name="connsiteY423" fmla="*/ 363643 h 949892"/>
                <a:gd name="connsiteX424" fmla="*/ 989427 w 1085614"/>
                <a:gd name="connsiteY424" fmla="*/ 405626 h 949892"/>
                <a:gd name="connsiteX425" fmla="*/ 990789 w 1085614"/>
                <a:gd name="connsiteY425" fmla="*/ 432962 h 949892"/>
                <a:gd name="connsiteX426" fmla="*/ 988284 w 1085614"/>
                <a:gd name="connsiteY426" fmla="*/ 432853 h 949892"/>
                <a:gd name="connsiteX427" fmla="*/ 966067 w 1085614"/>
                <a:gd name="connsiteY427" fmla="*/ 444452 h 949892"/>
                <a:gd name="connsiteX428" fmla="*/ 937696 w 1085614"/>
                <a:gd name="connsiteY428" fmla="*/ 478867 h 949892"/>
                <a:gd name="connsiteX429" fmla="*/ 930835 w 1085614"/>
                <a:gd name="connsiteY429" fmla="*/ 504678 h 949892"/>
                <a:gd name="connsiteX430" fmla="*/ 920053 w 1085614"/>
                <a:gd name="connsiteY430" fmla="*/ 502445 h 949892"/>
                <a:gd name="connsiteX431" fmla="*/ 904370 w 1085614"/>
                <a:gd name="connsiteY431" fmla="*/ 507401 h 949892"/>
                <a:gd name="connsiteX432" fmla="*/ 868649 w 1085614"/>
                <a:gd name="connsiteY432" fmla="*/ 527930 h 949892"/>
                <a:gd name="connsiteX433" fmla="*/ 866471 w 1085614"/>
                <a:gd name="connsiteY433" fmla="*/ 528910 h 949892"/>
                <a:gd name="connsiteX434" fmla="*/ 850352 w 1085614"/>
                <a:gd name="connsiteY434" fmla="*/ 551508 h 949892"/>
                <a:gd name="connsiteX435" fmla="*/ 831783 w 1085614"/>
                <a:gd name="connsiteY435" fmla="*/ 544211 h 949892"/>
                <a:gd name="connsiteX436" fmla="*/ 823343 w 1085614"/>
                <a:gd name="connsiteY436" fmla="*/ 545573 h 949892"/>
                <a:gd name="connsiteX437" fmla="*/ 778800 w 1085614"/>
                <a:gd name="connsiteY437" fmla="*/ 557607 h 949892"/>
                <a:gd name="connsiteX438" fmla="*/ 758707 w 1085614"/>
                <a:gd name="connsiteY438" fmla="*/ 575631 h 949892"/>
                <a:gd name="connsiteX439" fmla="*/ 757726 w 1085614"/>
                <a:gd name="connsiteY439" fmla="*/ 575522 h 949892"/>
                <a:gd name="connsiteX440" fmla="*/ 736108 w 1085614"/>
                <a:gd name="connsiteY440" fmla="*/ 564795 h 949892"/>
                <a:gd name="connsiteX441" fmla="*/ 733222 w 1085614"/>
                <a:gd name="connsiteY441" fmla="*/ 564958 h 949892"/>
                <a:gd name="connsiteX442" fmla="*/ 687100 w 1085614"/>
                <a:gd name="connsiteY442" fmla="*/ 567626 h 949892"/>
                <a:gd name="connsiteX443" fmla="*/ 663358 w 1085614"/>
                <a:gd name="connsiteY443" fmla="*/ 581839 h 949892"/>
                <a:gd name="connsiteX444" fmla="*/ 641032 w 1085614"/>
                <a:gd name="connsiteY444" fmla="*/ 565503 h 949892"/>
                <a:gd name="connsiteX445" fmla="*/ 595726 w 1085614"/>
                <a:gd name="connsiteY445" fmla="*/ 558478 h 949892"/>
                <a:gd name="connsiteX446" fmla="*/ 589954 w 1085614"/>
                <a:gd name="connsiteY446" fmla="*/ 557879 h 949892"/>
                <a:gd name="connsiteX447" fmla="*/ 569752 w 1085614"/>
                <a:gd name="connsiteY447" fmla="*/ 566864 h 949892"/>
                <a:gd name="connsiteX448" fmla="*/ 552436 w 1085614"/>
                <a:gd name="connsiteY448" fmla="*/ 546008 h 949892"/>
                <a:gd name="connsiteX449" fmla="*/ 519001 w 1085614"/>
                <a:gd name="connsiteY449" fmla="*/ 529836 h 949892"/>
                <a:gd name="connsiteX450" fmla="*/ 513501 w 1085614"/>
                <a:gd name="connsiteY450" fmla="*/ 526351 h 949892"/>
                <a:gd name="connsiteX451" fmla="*/ 499234 w 1085614"/>
                <a:gd name="connsiteY451" fmla="*/ 522267 h 949892"/>
                <a:gd name="connsiteX452" fmla="*/ 482952 w 1085614"/>
                <a:gd name="connsiteY452" fmla="*/ 527658 h 949892"/>
                <a:gd name="connsiteX453" fmla="*/ 466616 w 1085614"/>
                <a:gd name="connsiteY453" fmla="*/ 502010 h 949892"/>
                <a:gd name="connsiteX454" fmla="*/ 417717 w 1085614"/>
                <a:gd name="connsiteY454" fmla="*/ 484040 h 949892"/>
                <a:gd name="connsiteX455" fmla="*/ 409712 w 1085614"/>
                <a:gd name="connsiteY455" fmla="*/ 482842 h 949892"/>
                <a:gd name="connsiteX456" fmla="*/ 388802 w 1085614"/>
                <a:gd name="connsiteY456" fmla="*/ 492644 h 949892"/>
                <a:gd name="connsiteX457" fmla="*/ 367238 w 1085614"/>
                <a:gd name="connsiteY457" fmla="*/ 471570 h 949892"/>
                <a:gd name="connsiteX458" fmla="*/ 315725 w 1085614"/>
                <a:gd name="connsiteY458" fmla="*/ 464654 h 949892"/>
                <a:gd name="connsiteX459" fmla="*/ 315670 w 1085614"/>
                <a:gd name="connsiteY459" fmla="*/ 464654 h 949892"/>
                <a:gd name="connsiteX460" fmla="*/ 315561 w 1085614"/>
                <a:gd name="connsiteY460" fmla="*/ 464654 h 949892"/>
                <a:gd name="connsiteX461" fmla="*/ 315507 w 1085614"/>
                <a:gd name="connsiteY461" fmla="*/ 464654 h 949892"/>
                <a:gd name="connsiteX462" fmla="*/ 349813 w 1085614"/>
                <a:gd name="connsiteY462" fmla="*/ 451858 h 949892"/>
                <a:gd name="connsiteX463" fmla="*/ 367347 w 1085614"/>
                <a:gd name="connsiteY463" fmla="*/ 430403 h 949892"/>
                <a:gd name="connsiteX464" fmla="*/ 385317 w 1085614"/>
                <a:gd name="connsiteY464" fmla="*/ 437155 h 949892"/>
                <a:gd name="connsiteX465" fmla="*/ 394628 w 1085614"/>
                <a:gd name="connsiteY465" fmla="*/ 435522 h 949892"/>
                <a:gd name="connsiteX466" fmla="*/ 439716 w 1085614"/>
                <a:gd name="connsiteY466" fmla="*/ 418859 h 949892"/>
                <a:gd name="connsiteX467" fmla="*/ 457141 w 1085614"/>
                <a:gd name="connsiteY467" fmla="*/ 396968 h 949892"/>
                <a:gd name="connsiteX468" fmla="*/ 474676 w 1085614"/>
                <a:gd name="connsiteY468" fmla="*/ 403394 h 949892"/>
                <a:gd name="connsiteX469" fmla="*/ 484804 w 1085614"/>
                <a:gd name="connsiteY469" fmla="*/ 401434 h 949892"/>
                <a:gd name="connsiteX470" fmla="*/ 496348 w 1085614"/>
                <a:gd name="connsiteY470" fmla="*/ 396805 h 949892"/>
                <a:gd name="connsiteX471" fmla="*/ 530981 w 1085614"/>
                <a:gd name="connsiteY471" fmla="*/ 380687 h 949892"/>
                <a:gd name="connsiteX472" fmla="*/ 545411 w 1085614"/>
                <a:gd name="connsiteY472" fmla="*/ 355039 h 949892"/>
                <a:gd name="connsiteX473" fmla="*/ 558589 w 1085614"/>
                <a:gd name="connsiteY473" fmla="*/ 358415 h 949892"/>
                <a:gd name="connsiteX474" fmla="*/ 574870 w 1085614"/>
                <a:gd name="connsiteY474" fmla="*/ 353024 h 949892"/>
                <a:gd name="connsiteX475" fmla="*/ 614023 w 1085614"/>
                <a:gd name="connsiteY475" fmla="*/ 318228 h 949892"/>
                <a:gd name="connsiteX476" fmla="*/ 619359 w 1085614"/>
                <a:gd name="connsiteY476" fmla="*/ 288932 h 949892"/>
                <a:gd name="connsiteX477" fmla="*/ 623716 w 1085614"/>
                <a:gd name="connsiteY477" fmla="*/ 289259 h 949892"/>
                <a:gd name="connsiteX478" fmla="*/ 646586 w 1085614"/>
                <a:gd name="connsiteY478" fmla="*/ 276898 h 949892"/>
                <a:gd name="connsiteX479" fmla="*/ 671308 w 1085614"/>
                <a:gd name="connsiteY479" fmla="*/ 230667 h 949892"/>
                <a:gd name="connsiteX480" fmla="*/ 666298 w 1085614"/>
                <a:gd name="connsiteY480" fmla="*/ 201479 h 949892"/>
                <a:gd name="connsiteX481" fmla="*/ 687862 w 1085614"/>
                <a:gd name="connsiteY481" fmla="*/ 181277 h 949892"/>
                <a:gd name="connsiteX482" fmla="*/ 696738 w 1085614"/>
                <a:gd name="connsiteY482" fmla="*/ 130362 h 949892"/>
                <a:gd name="connsiteX483" fmla="*/ 683397 w 1085614"/>
                <a:gd name="connsiteY483" fmla="*/ 104170 h 949892"/>
                <a:gd name="connsiteX484" fmla="*/ 698372 w 1085614"/>
                <a:gd name="connsiteY484" fmla="*/ 78795 h 949892"/>
                <a:gd name="connsiteX485" fmla="*/ 695921 w 1085614"/>
                <a:gd name="connsiteY485" fmla="*/ 51078 h 949892"/>
                <a:gd name="connsiteX486" fmla="*/ 669130 w 1085614"/>
                <a:gd name="connsiteY486" fmla="*/ 28262 h 949892"/>
                <a:gd name="connsiteX487" fmla="*/ 664719 w 1085614"/>
                <a:gd name="connsiteY487" fmla="*/ 28643 h 949892"/>
                <a:gd name="connsiteX488" fmla="*/ 642175 w 1085614"/>
                <a:gd name="connsiteY488" fmla="*/ 59845 h 949892"/>
                <a:gd name="connsiteX489" fmla="*/ 643972 w 1085614"/>
                <a:gd name="connsiteY489" fmla="*/ 80973 h 949892"/>
                <a:gd name="connsiteX490" fmla="*/ 657477 w 1085614"/>
                <a:gd name="connsiteY490" fmla="*/ 103299 h 949892"/>
                <a:gd name="connsiteX491" fmla="*/ 642611 w 1085614"/>
                <a:gd name="connsiteY491" fmla="*/ 124808 h 949892"/>
                <a:gd name="connsiteX492" fmla="*/ 635096 w 1085614"/>
                <a:gd name="connsiteY492" fmla="*/ 167990 h 949892"/>
                <a:gd name="connsiteX493" fmla="*/ 641468 w 1085614"/>
                <a:gd name="connsiteY493" fmla="*/ 193039 h 949892"/>
                <a:gd name="connsiteX494" fmla="*/ 621265 w 1085614"/>
                <a:gd name="connsiteY494" fmla="*/ 209103 h 949892"/>
                <a:gd name="connsiteX495" fmla="*/ 601008 w 1085614"/>
                <a:gd name="connsiteY495" fmla="*/ 247003 h 949892"/>
                <a:gd name="connsiteX496" fmla="*/ 598721 w 1085614"/>
                <a:gd name="connsiteY496" fmla="*/ 272487 h 949892"/>
                <a:gd name="connsiteX497" fmla="*/ 594311 w 1085614"/>
                <a:gd name="connsiteY497" fmla="*/ 272106 h 949892"/>
                <a:gd name="connsiteX498" fmla="*/ 574489 w 1085614"/>
                <a:gd name="connsiteY498" fmla="*/ 280601 h 949892"/>
                <a:gd name="connsiteX499" fmla="*/ 542362 w 1085614"/>
                <a:gd name="connsiteY499" fmla="*/ 309134 h 949892"/>
                <a:gd name="connsiteX500" fmla="*/ 531471 w 1085614"/>
                <a:gd name="connsiteY500" fmla="*/ 332549 h 949892"/>
                <a:gd name="connsiteX501" fmla="*/ 518293 w 1085614"/>
                <a:gd name="connsiteY501" fmla="*/ 329173 h 949892"/>
                <a:gd name="connsiteX502" fmla="*/ 505551 w 1085614"/>
                <a:gd name="connsiteY502" fmla="*/ 332332 h 949892"/>
                <a:gd name="connsiteX503" fmla="*/ 492591 w 1085614"/>
                <a:gd name="connsiteY503" fmla="*/ 338757 h 949892"/>
                <a:gd name="connsiteX504" fmla="*/ 404267 w 1085614"/>
                <a:gd name="connsiteY504" fmla="*/ 260398 h 949892"/>
                <a:gd name="connsiteX505" fmla="*/ 256370 w 1085614"/>
                <a:gd name="connsiteY505" fmla="*/ 90394 h 949892"/>
                <a:gd name="connsiteX506" fmla="*/ 259038 w 1085614"/>
                <a:gd name="connsiteY506" fmla="*/ 79394 h 949892"/>
                <a:gd name="connsiteX507" fmla="*/ 188466 w 1085614"/>
                <a:gd name="connsiteY507" fmla="*/ 762 h 949892"/>
                <a:gd name="connsiteX508" fmla="*/ 175615 w 1085614"/>
                <a:gd name="connsiteY508" fmla="*/ 0 h 949892"/>
                <a:gd name="connsiteX509" fmla="*/ 175615 w 1085614"/>
                <a:gd name="connsiteY509" fmla="*/ 0 h 949892"/>
                <a:gd name="connsiteX510" fmla="*/ 289533 w 1085614"/>
                <a:gd name="connsiteY510" fmla="*/ 479248 h 949892"/>
                <a:gd name="connsiteX511" fmla="*/ 278261 w 1085614"/>
                <a:gd name="connsiteY511" fmla="*/ 466996 h 949892"/>
                <a:gd name="connsiteX512" fmla="*/ 278805 w 1085614"/>
                <a:gd name="connsiteY512" fmla="*/ 464110 h 949892"/>
                <a:gd name="connsiteX513" fmla="*/ 295958 w 1085614"/>
                <a:gd name="connsiteY513" fmla="*/ 470154 h 949892"/>
                <a:gd name="connsiteX514" fmla="*/ 297211 w 1085614"/>
                <a:gd name="connsiteY514" fmla="*/ 470100 h 949892"/>
                <a:gd name="connsiteX515" fmla="*/ 289533 w 1085614"/>
                <a:gd name="connsiteY515" fmla="*/ 479248 h 949892"/>
                <a:gd name="connsiteX516" fmla="*/ 289533 w 1085614"/>
                <a:gd name="connsiteY516" fmla="*/ 479248 h 949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</a:cxnLst>
              <a:rect l="l" t="t" r="r" b="b"/>
              <a:pathLst>
                <a:path w="1085614" h="949892">
                  <a:moveTo>
                    <a:pt x="175615" y="6535"/>
                  </a:moveTo>
                  <a:lnTo>
                    <a:pt x="175615" y="6535"/>
                  </a:lnTo>
                  <a:cubicBezTo>
                    <a:pt x="179590" y="6535"/>
                    <a:pt x="183674" y="6807"/>
                    <a:pt x="187650" y="7351"/>
                  </a:cubicBezTo>
                  <a:cubicBezTo>
                    <a:pt x="228109" y="12906"/>
                    <a:pt x="257242" y="44870"/>
                    <a:pt x="252613" y="78631"/>
                  </a:cubicBezTo>
                  <a:cubicBezTo>
                    <a:pt x="252177" y="81681"/>
                    <a:pt x="251415" y="84894"/>
                    <a:pt x="250217" y="88379"/>
                  </a:cubicBezTo>
                  <a:lnTo>
                    <a:pt x="248474" y="93443"/>
                  </a:lnTo>
                  <a:lnTo>
                    <a:pt x="253048" y="96166"/>
                  </a:lnTo>
                  <a:cubicBezTo>
                    <a:pt x="312131" y="130907"/>
                    <a:pt x="362392" y="188737"/>
                    <a:pt x="398386" y="263393"/>
                  </a:cubicBezTo>
                  <a:cubicBezTo>
                    <a:pt x="419078" y="306248"/>
                    <a:pt x="450171" y="333748"/>
                    <a:pt x="490848" y="345183"/>
                  </a:cubicBezTo>
                  <a:lnTo>
                    <a:pt x="493190" y="345836"/>
                  </a:lnTo>
                  <a:lnTo>
                    <a:pt x="495422" y="344802"/>
                  </a:lnTo>
                  <a:cubicBezTo>
                    <a:pt x="500596" y="342351"/>
                    <a:pt x="504788" y="340282"/>
                    <a:pt x="508655" y="338213"/>
                  </a:cubicBezTo>
                  <a:cubicBezTo>
                    <a:pt x="511704" y="336634"/>
                    <a:pt x="514917" y="335817"/>
                    <a:pt x="518293" y="335817"/>
                  </a:cubicBezTo>
                  <a:cubicBezTo>
                    <a:pt x="521778" y="335817"/>
                    <a:pt x="525263" y="336688"/>
                    <a:pt x="528313" y="338376"/>
                  </a:cubicBezTo>
                  <a:lnTo>
                    <a:pt x="538278" y="343876"/>
                  </a:lnTo>
                  <a:lnTo>
                    <a:pt x="538931" y="355257"/>
                  </a:lnTo>
                  <a:cubicBezTo>
                    <a:pt x="539421" y="363316"/>
                    <a:pt x="535065" y="370994"/>
                    <a:pt x="527931" y="374751"/>
                  </a:cubicBezTo>
                  <a:cubicBezTo>
                    <a:pt x="517149" y="380469"/>
                    <a:pt x="505660" y="385805"/>
                    <a:pt x="493898" y="390597"/>
                  </a:cubicBezTo>
                  <a:cubicBezTo>
                    <a:pt x="490032" y="392176"/>
                    <a:pt x="486220" y="393701"/>
                    <a:pt x="482408" y="395226"/>
                  </a:cubicBezTo>
                  <a:cubicBezTo>
                    <a:pt x="479958" y="396206"/>
                    <a:pt x="477344" y="396696"/>
                    <a:pt x="474730" y="396696"/>
                  </a:cubicBezTo>
                  <a:cubicBezTo>
                    <a:pt x="469884" y="396696"/>
                    <a:pt x="465146" y="394954"/>
                    <a:pt x="461389" y="391850"/>
                  </a:cubicBezTo>
                  <a:lnTo>
                    <a:pt x="452676" y="384553"/>
                  </a:lnTo>
                  <a:lnTo>
                    <a:pt x="454201" y="373281"/>
                  </a:lnTo>
                  <a:cubicBezTo>
                    <a:pt x="454909" y="367999"/>
                    <a:pt x="457740" y="363044"/>
                    <a:pt x="461933" y="359722"/>
                  </a:cubicBezTo>
                  <a:lnTo>
                    <a:pt x="470101" y="353296"/>
                  </a:lnTo>
                  <a:lnTo>
                    <a:pt x="460790" y="348722"/>
                  </a:lnTo>
                  <a:cubicBezTo>
                    <a:pt x="420657" y="328901"/>
                    <a:pt x="397732" y="294650"/>
                    <a:pt x="385535" y="269438"/>
                  </a:cubicBezTo>
                  <a:cubicBezTo>
                    <a:pt x="350630" y="197068"/>
                    <a:pt x="302111" y="141199"/>
                    <a:pt x="245262" y="107927"/>
                  </a:cubicBezTo>
                  <a:lnTo>
                    <a:pt x="240851" y="105314"/>
                  </a:lnTo>
                  <a:lnTo>
                    <a:pt x="237257" y="109017"/>
                  </a:lnTo>
                  <a:cubicBezTo>
                    <a:pt x="223916" y="122739"/>
                    <a:pt x="204095" y="130635"/>
                    <a:pt x="182749" y="130635"/>
                  </a:cubicBezTo>
                  <a:cubicBezTo>
                    <a:pt x="178774" y="130635"/>
                    <a:pt x="174744" y="130362"/>
                    <a:pt x="170769" y="129818"/>
                  </a:cubicBezTo>
                  <a:cubicBezTo>
                    <a:pt x="151002" y="127095"/>
                    <a:pt x="133305" y="118056"/>
                    <a:pt x="120998" y="104388"/>
                  </a:cubicBezTo>
                  <a:cubicBezTo>
                    <a:pt x="108964" y="90992"/>
                    <a:pt x="103573" y="74711"/>
                    <a:pt x="105751" y="58538"/>
                  </a:cubicBezTo>
                  <a:cubicBezTo>
                    <a:pt x="110053" y="28425"/>
                    <a:pt x="139349" y="6535"/>
                    <a:pt x="175615" y="6535"/>
                  </a:cubicBezTo>
                  <a:moveTo>
                    <a:pt x="669185" y="34796"/>
                  </a:moveTo>
                  <a:cubicBezTo>
                    <a:pt x="679313" y="34796"/>
                    <a:pt x="687862" y="42093"/>
                    <a:pt x="689550" y="52112"/>
                  </a:cubicBezTo>
                  <a:cubicBezTo>
                    <a:pt x="689714" y="53147"/>
                    <a:pt x="691293" y="62949"/>
                    <a:pt x="691892" y="79013"/>
                  </a:cubicBezTo>
                  <a:cubicBezTo>
                    <a:pt x="692218" y="87072"/>
                    <a:pt x="687753" y="94586"/>
                    <a:pt x="680511" y="98289"/>
                  </a:cubicBezTo>
                  <a:lnTo>
                    <a:pt x="670546" y="103354"/>
                  </a:lnTo>
                  <a:lnTo>
                    <a:pt x="660853" y="97636"/>
                  </a:lnTo>
                  <a:cubicBezTo>
                    <a:pt x="654700" y="94042"/>
                    <a:pt x="650888" y="87671"/>
                    <a:pt x="650561" y="80701"/>
                  </a:cubicBezTo>
                  <a:cubicBezTo>
                    <a:pt x="650017" y="67142"/>
                    <a:pt x="648710" y="58810"/>
                    <a:pt x="648710" y="58810"/>
                  </a:cubicBezTo>
                  <a:cubicBezTo>
                    <a:pt x="646913" y="47538"/>
                    <a:pt x="654591" y="36920"/>
                    <a:pt x="665863" y="35123"/>
                  </a:cubicBezTo>
                  <a:cubicBezTo>
                    <a:pt x="666952" y="34905"/>
                    <a:pt x="668095" y="34796"/>
                    <a:pt x="669185" y="34796"/>
                  </a:cubicBezTo>
                  <a:moveTo>
                    <a:pt x="670437" y="104061"/>
                  </a:moveTo>
                  <a:lnTo>
                    <a:pt x="680130" y="109725"/>
                  </a:lnTo>
                  <a:cubicBezTo>
                    <a:pt x="687100" y="113809"/>
                    <a:pt x="691075" y="121650"/>
                    <a:pt x="690313" y="129600"/>
                  </a:cubicBezTo>
                  <a:cubicBezTo>
                    <a:pt x="688570" y="146590"/>
                    <a:pt x="685684" y="163416"/>
                    <a:pt x="681600" y="179589"/>
                  </a:cubicBezTo>
                  <a:cubicBezTo>
                    <a:pt x="679640" y="187430"/>
                    <a:pt x="673214" y="193475"/>
                    <a:pt x="665209" y="194945"/>
                  </a:cubicBezTo>
                  <a:lnTo>
                    <a:pt x="653992" y="196960"/>
                  </a:lnTo>
                  <a:lnTo>
                    <a:pt x="646314" y="188574"/>
                  </a:lnTo>
                  <a:cubicBezTo>
                    <a:pt x="641576" y="183400"/>
                    <a:pt x="639779" y="176321"/>
                    <a:pt x="641468" y="169515"/>
                  </a:cubicBezTo>
                  <a:cubicBezTo>
                    <a:pt x="645007" y="155302"/>
                    <a:pt x="647621" y="140437"/>
                    <a:pt x="649146" y="125407"/>
                  </a:cubicBezTo>
                  <a:cubicBezTo>
                    <a:pt x="649853" y="118383"/>
                    <a:pt x="654101" y="112284"/>
                    <a:pt x="660472" y="109071"/>
                  </a:cubicBezTo>
                  <a:lnTo>
                    <a:pt x="670437" y="104061"/>
                  </a:lnTo>
                  <a:moveTo>
                    <a:pt x="653883" y="197450"/>
                  </a:moveTo>
                  <a:lnTo>
                    <a:pt x="661561" y="205836"/>
                  </a:lnTo>
                  <a:cubicBezTo>
                    <a:pt x="667061" y="211825"/>
                    <a:pt x="668585" y="220538"/>
                    <a:pt x="665373" y="227998"/>
                  </a:cubicBezTo>
                  <a:cubicBezTo>
                    <a:pt x="658566" y="243899"/>
                    <a:pt x="650452" y="259091"/>
                    <a:pt x="641195" y="273249"/>
                  </a:cubicBezTo>
                  <a:cubicBezTo>
                    <a:pt x="637384" y="279130"/>
                    <a:pt x="630849" y="282615"/>
                    <a:pt x="623824" y="282615"/>
                  </a:cubicBezTo>
                  <a:cubicBezTo>
                    <a:pt x="622735" y="282615"/>
                    <a:pt x="621592" y="282506"/>
                    <a:pt x="620503" y="282343"/>
                  </a:cubicBezTo>
                  <a:lnTo>
                    <a:pt x="609231" y="280492"/>
                  </a:lnTo>
                  <a:lnTo>
                    <a:pt x="604820" y="269928"/>
                  </a:lnTo>
                  <a:cubicBezTo>
                    <a:pt x="602152" y="263557"/>
                    <a:pt x="602805" y="256314"/>
                    <a:pt x="606563" y="250597"/>
                  </a:cubicBezTo>
                  <a:cubicBezTo>
                    <a:pt x="614513" y="238453"/>
                    <a:pt x="621483" y="225330"/>
                    <a:pt x="627310" y="211662"/>
                  </a:cubicBezTo>
                  <a:cubicBezTo>
                    <a:pt x="630032" y="205236"/>
                    <a:pt x="635804" y="200662"/>
                    <a:pt x="642666" y="199464"/>
                  </a:cubicBezTo>
                  <a:lnTo>
                    <a:pt x="653883" y="197450"/>
                  </a:lnTo>
                  <a:moveTo>
                    <a:pt x="1058420" y="257512"/>
                  </a:moveTo>
                  <a:cubicBezTo>
                    <a:pt x="1059237" y="257512"/>
                    <a:pt x="1060054" y="257567"/>
                    <a:pt x="1060816" y="257675"/>
                  </a:cubicBezTo>
                  <a:cubicBezTo>
                    <a:pt x="1072143" y="258982"/>
                    <a:pt x="1080256" y="269274"/>
                    <a:pt x="1078949" y="280601"/>
                  </a:cubicBezTo>
                  <a:cubicBezTo>
                    <a:pt x="1078949" y="280818"/>
                    <a:pt x="1076553" y="301402"/>
                    <a:pt x="1068549" y="331678"/>
                  </a:cubicBezTo>
                  <a:cubicBezTo>
                    <a:pt x="1066425" y="339737"/>
                    <a:pt x="1059673" y="345727"/>
                    <a:pt x="1051450" y="346871"/>
                  </a:cubicBezTo>
                  <a:lnTo>
                    <a:pt x="1041540" y="348287"/>
                  </a:lnTo>
                  <a:lnTo>
                    <a:pt x="1034297" y="341425"/>
                  </a:lnTo>
                  <a:cubicBezTo>
                    <a:pt x="1028797" y="336198"/>
                    <a:pt x="1026619" y="328411"/>
                    <a:pt x="1028525" y="321114"/>
                  </a:cubicBezTo>
                  <a:cubicBezTo>
                    <a:pt x="1035604" y="294214"/>
                    <a:pt x="1037837" y="276026"/>
                    <a:pt x="1037837" y="275809"/>
                  </a:cubicBezTo>
                  <a:cubicBezTo>
                    <a:pt x="1039089" y="265408"/>
                    <a:pt x="1047965" y="257512"/>
                    <a:pt x="1058420" y="257512"/>
                  </a:cubicBezTo>
                  <a:moveTo>
                    <a:pt x="594365" y="278695"/>
                  </a:moveTo>
                  <a:cubicBezTo>
                    <a:pt x="595509" y="278695"/>
                    <a:pt x="596652" y="278804"/>
                    <a:pt x="597741" y="278967"/>
                  </a:cubicBezTo>
                  <a:lnTo>
                    <a:pt x="609013" y="280818"/>
                  </a:lnTo>
                  <a:lnTo>
                    <a:pt x="613424" y="291382"/>
                  </a:lnTo>
                  <a:cubicBezTo>
                    <a:pt x="616582" y="298952"/>
                    <a:pt x="615003" y="307664"/>
                    <a:pt x="609394" y="313654"/>
                  </a:cubicBezTo>
                  <a:cubicBezTo>
                    <a:pt x="597795" y="325906"/>
                    <a:pt x="584890" y="337341"/>
                    <a:pt x="571059" y="347688"/>
                  </a:cubicBezTo>
                  <a:cubicBezTo>
                    <a:pt x="567465" y="350356"/>
                    <a:pt x="563163" y="351826"/>
                    <a:pt x="558698" y="351826"/>
                  </a:cubicBezTo>
                  <a:cubicBezTo>
                    <a:pt x="555213" y="351826"/>
                    <a:pt x="551728" y="350955"/>
                    <a:pt x="548678" y="349267"/>
                  </a:cubicBezTo>
                  <a:lnTo>
                    <a:pt x="538659" y="343767"/>
                  </a:lnTo>
                  <a:lnTo>
                    <a:pt x="538060" y="332277"/>
                  </a:lnTo>
                  <a:cubicBezTo>
                    <a:pt x="537679" y="325307"/>
                    <a:pt x="540728" y="318664"/>
                    <a:pt x="546337" y="314471"/>
                  </a:cubicBezTo>
                  <a:cubicBezTo>
                    <a:pt x="558262" y="305595"/>
                    <a:pt x="569371" y="295739"/>
                    <a:pt x="579336" y="285175"/>
                  </a:cubicBezTo>
                  <a:cubicBezTo>
                    <a:pt x="583256" y="281036"/>
                    <a:pt x="588593" y="278695"/>
                    <a:pt x="594365" y="278695"/>
                  </a:cubicBezTo>
                  <a:moveTo>
                    <a:pt x="1040614" y="351227"/>
                  </a:moveTo>
                  <a:lnTo>
                    <a:pt x="1047856" y="358088"/>
                  </a:lnTo>
                  <a:cubicBezTo>
                    <a:pt x="1053901" y="363860"/>
                    <a:pt x="1055915" y="372627"/>
                    <a:pt x="1052975" y="380415"/>
                  </a:cubicBezTo>
                  <a:cubicBezTo>
                    <a:pt x="1046767" y="396805"/>
                    <a:pt x="1039743" y="412597"/>
                    <a:pt x="1032119" y="427408"/>
                  </a:cubicBezTo>
                  <a:cubicBezTo>
                    <a:pt x="1028580" y="434324"/>
                    <a:pt x="1021446" y="438626"/>
                    <a:pt x="1013605" y="438626"/>
                  </a:cubicBezTo>
                  <a:cubicBezTo>
                    <a:pt x="1013006" y="438626"/>
                    <a:pt x="1012407" y="438626"/>
                    <a:pt x="1011808" y="438571"/>
                  </a:cubicBezTo>
                  <a:lnTo>
                    <a:pt x="1001843" y="437700"/>
                  </a:lnTo>
                  <a:lnTo>
                    <a:pt x="996343" y="429205"/>
                  </a:lnTo>
                  <a:cubicBezTo>
                    <a:pt x="992313" y="422997"/>
                    <a:pt x="991878" y="414993"/>
                    <a:pt x="995308" y="408404"/>
                  </a:cubicBezTo>
                  <a:cubicBezTo>
                    <a:pt x="1002224" y="394954"/>
                    <a:pt x="1008595" y="380632"/>
                    <a:pt x="1014204" y="365766"/>
                  </a:cubicBezTo>
                  <a:cubicBezTo>
                    <a:pt x="1016872" y="358687"/>
                    <a:pt x="1023189" y="353678"/>
                    <a:pt x="1030703" y="352588"/>
                  </a:cubicBezTo>
                  <a:lnTo>
                    <a:pt x="1040614" y="351227"/>
                  </a:lnTo>
                  <a:moveTo>
                    <a:pt x="430296" y="372627"/>
                  </a:moveTo>
                  <a:cubicBezTo>
                    <a:pt x="435142" y="372627"/>
                    <a:pt x="439879" y="374370"/>
                    <a:pt x="443637" y="377474"/>
                  </a:cubicBezTo>
                  <a:lnTo>
                    <a:pt x="452349" y="384771"/>
                  </a:lnTo>
                  <a:lnTo>
                    <a:pt x="450825" y="396043"/>
                  </a:lnTo>
                  <a:cubicBezTo>
                    <a:pt x="449790" y="403612"/>
                    <a:pt x="444726" y="409983"/>
                    <a:pt x="437592" y="412706"/>
                  </a:cubicBezTo>
                  <a:cubicBezTo>
                    <a:pt x="421365" y="418804"/>
                    <a:pt x="405737" y="424522"/>
                    <a:pt x="392559" y="429314"/>
                  </a:cubicBezTo>
                  <a:cubicBezTo>
                    <a:pt x="390272" y="430131"/>
                    <a:pt x="387876" y="430566"/>
                    <a:pt x="385480" y="430566"/>
                  </a:cubicBezTo>
                  <a:cubicBezTo>
                    <a:pt x="380470" y="430566"/>
                    <a:pt x="375624" y="428715"/>
                    <a:pt x="371812" y="425393"/>
                  </a:cubicBezTo>
                  <a:lnTo>
                    <a:pt x="363263" y="417933"/>
                  </a:lnTo>
                  <a:lnTo>
                    <a:pt x="365005" y="406716"/>
                  </a:lnTo>
                  <a:cubicBezTo>
                    <a:pt x="366149" y="399255"/>
                    <a:pt x="371268" y="392993"/>
                    <a:pt x="378401" y="390434"/>
                  </a:cubicBezTo>
                  <a:cubicBezTo>
                    <a:pt x="390544" y="386023"/>
                    <a:pt x="406608" y="380142"/>
                    <a:pt x="422999" y="373935"/>
                  </a:cubicBezTo>
                  <a:cubicBezTo>
                    <a:pt x="425340" y="373063"/>
                    <a:pt x="427791" y="372627"/>
                    <a:pt x="430296" y="372627"/>
                  </a:cubicBezTo>
                  <a:moveTo>
                    <a:pt x="340610" y="405518"/>
                  </a:moveTo>
                  <a:cubicBezTo>
                    <a:pt x="345620" y="405518"/>
                    <a:pt x="350466" y="407369"/>
                    <a:pt x="354278" y="410636"/>
                  </a:cubicBezTo>
                  <a:lnTo>
                    <a:pt x="362827" y="418097"/>
                  </a:lnTo>
                  <a:lnTo>
                    <a:pt x="361085" y="429314"/>
                  </a:lnTo>
                  <a:cubicBezTo>
                    <a:pt x="359941" y="436774"/>
                    <a:pt x="354823" y="443036"/>
                    <a:pt x="347744" y="445596"/>
                  </a:cubicBezTo>
                  <a:cubicBezTo>
                    <a:pt x="334294" y="450497"/>
                    <a:pt x="323348" y="454581"/>
                    <a:pt x="313329" y="458392"/>
                  </a:cubicBezTo>
                  <a:lnTo>
                    <a:pt x="300205" y="463402"/>
                  </a:lnTo>
                  <a:lnTo>
                    <a:pt x="296829" y="463565"/>
                  </a:lnTo>
                  <a:cubicBezTo>
                    <a:pt x="296503" y="463565"/>
                    <a:pt x="296176" y="463565"/>
                    <a:pt x="295904" y="463565"/>
                  </a:cubicBezTo>
                  <a:cubicBezTo>
                    <a:pt x="291166" y="463565"/>
                    <a:pt x="286538" y="461932"/>
                    <a:pt x="282889" y="458991"/>
                  </a:cubicBezTo>
                  <a:lnTo>
                    <a:pt x="274068" y="451858"/>
                  </a:lnTo>
                  <a:lnTo>
                    <a:pt x="275375" y="440586"/>
                  </a:lnTo>
                  <a:cubicBezTo>
                    <a:pt x="276246" y="432908"/>
                    <a:pt x="281256" y="426428"/>
                    <a:pt x="288443" y="423651"/>
                  </a:cubicBezTo>
                  <a:cubicBezTo>
                    <a:pt x="301458" y="418586"/>
                    <a:pt x="315344" y="413414"/>
                    <a:pt x="333531" y="406716"/>
                  </a:cubicBezTo>
                  <a:cubicBezTo>
                    <a:pt x="335818" y="405953"/>
                    <a:pt x="338214" y="405518"/>
                    <a:pt x="340610" y="405518"/>
                  </a:cubicBezTo>
                  <a:moveTo>
                    <a:pt x="988393" y="439170"/>
                  </a:moveTo>
                  <a:cubicBezTo>
                    <a:pt x="989046" y="439170"/>
                    <a:pt x="989645" y="439225"/>
                    <a:pt x="990299" y="439279"/>
                  </a:cubicBezTo>
                  <a:lnTo>
                    <a:pt x="1000373" y="440205"/>
                  </a:lnTo>
                  <a:lnTo>
                    <a:pt x="1005818" y="448591"/>
                  </a:lnTo>
                  <a:cubicBezTo>
                    <a:pt x="1010446" y="455724"/>
                    <a:pt x="1010283" y="464818"/>
                    <a:pt x="1005437" y="471788"/>
                  </a:cubicBezTo>
                  <a:cubicBezTo>
                    <a:pt x="995199" y="486436"/>
                    <a:pt x="983982" y="499995"/>
                    <a:pt x="972165" y="512138"/>
                  </a:cubicBezTo>
                  <a:cubicBezTo>
                    <a:pt x="968245" y="516168"/>
                    <a:pt x="962963" y="518400"/>
                    <a:pt x="957354" y="518400"/>
                  </a:cubicBezTo>
                  <a:cubicBezTo>
                    <a:pt x="954522" y="518400"/>
                    <a:pt x="951745" y="517856"/>
                    <a:pt x="949186" y="516712"/>
                  </a:cubicBezTo>
                  <a:lnTo>
                    <a:pt x="939874" y="512683"/>
                  </a:lnTo>
                  <a:lnTo>
                    <a:pt x="937369" y="502881"/>
                  </a:lnTo>
                  <a:cubicBezTo>
                    <a:pt x="935572" y="495802"/>
                    <a:pt x="937478" y="488505"/>
                    <a:pt x="942597" y="483278"/>
                  </a:cubicBezTo>
                  <a:cubicBezTo>
                    <a:pt x="952889" y="472714"/>
                    <a:pt x="962636" y="460843"/>
                    <a:pt x="971621" y="448046"/>
                  </a:cubicBezTo>
                  <a:cubicBezTo>
                    <a:pt x="975378" y="442492"/>
                    <a:pt x="981695" y="439170"/>
                    <a:pt x="988393" y="439170"/>
                  </a:cubicBezTo>
                  <a:moveTo>
                    <a:pt x="251687" y="440368"/>
                  </a:moveTo>
                  <a:cubicBezTo>
                    <a:pt x="256425" y="440368"/>
                    <a:pt x="261053" y="442002"/>
                    <a:pt x="264756" y="444997"/>
                  </a:cubicBezTo>
                  <a:lnTo>
                    <a:pt x="273578" y="452130"/>
                  </a:lnTo>
                  <a:lnTo>
                    <a:pt x="272271" y="463402"/>
                  </a:lnTo>
                  <a:cubicBezTo>
                    <a:pt x="272162" y="464110"/>
                    <a:pt x="272053" y="464872"/>
                    <a:pt x="271890" y="465580"/>
                  </a:cubicBezTo>
                  <a:lnTo>
                    <a:pt x="270800" y="470318"/>
                  </a:lnTo>
                  <a:lnTo>
                    <a:pt x="274993" y="472714"/>
                  </a:lnTo>
                  <a:cubicBezTo>
                    <a:pt x="278805" y="474892"/>
                    <a:pt x="281800" y="478105"/>
                    <a:pt x="283597" y="482025"/>
                  </a:cubicBezTo>
                  <a:lnTo>
                    <a:pt x="287790" y="491173"/>
                  </a:lnTo>
                  <a:lnTo>
                    <a:pt x="283161" y="500104"/>
                  </a:lnTo>
                  <a:cubicBezTo>
                    <a:pt x="279731" y="506747"/>
                    <a:pt x="272924" y="511049"/>
                    <a:pt x="265464" y="511321"/>
                  </a:cubicBezTo>
                  <a:cubicBezTo>
                    <a:pt x="249890" y="511866"/>
                    <a:pt x="234316" y="513336"/>
                    <a:pt x="219124" y="515678"/>
                  </a:cubicBezTo>
                  <a:cubicBezTo>
                    <a:pt x="218089" y="515841"/>
                    <a:pt x="217000" y="515950"/>
                    <a:pt x="215965" y="515950"/>
                  </a:cubicBezTo>
                  <a:cubicBezTo>
                    <a:pt x="209268" y="515950"/>
                    <a:pt x="202951" y="512574"/>
                    <a:pt x="199030" y="506965"/>
                  </a:cubicBezTo>
                  <a:lnTo>
                    <a:pt x="190318" y="494495"/>
                  </a:lnTo>
                  <a:lnTo>
                    <a:pt x="187214" y="509416"/>
                  </a:lnTo>
                  <a:cubicBezTo>
                    <a:pt x="186070" y="514915"/>
                    <a:pt x="182858" y="519653"/>
                    <a:pt x="178174" y="522648"/>
                  </a:cubicBezTo>
                  <a:cubicBezTo>
                    <a:pt x="165106" y="531034"/>
                    <a:pt x="152799" y="539964"/>
                    <a:pt x="141582" y="549221"/>
                  </a:cubicBezTo>
                  <a:cubicBezTo>
                    <a:pt x="137824" y="552325"/>
                    <a:pt x="133305" y="553959"/>
                    <a:pt x="128458" y="553959"/>
                  </a:cubicBezTo>
                  <a:cubicBezTo>
                    <a:pt x="126280" y="553959"/>
                    <a:pt x="124156" y="553632"/>
                    <a:pt x="122087" y="552979"/>
                  </a:cubicBezTo>
                  <a:lnTo>
                    <a:pt x="111196" y="549494"/>
                  </a:lnTo>
                  <a:lnTo>
                    <a:pt x="108365" y="538439"/>
                  </a:lnTo>
                  <a:cubicBezTo>
                    <a:pt x="106404" y="530707"/>
                    <a:pt x="109073" y="522430"/>
                    <a:pt x="115226" y="517311"/>
                  </a:cubicBezTo>
                  <a:cubicBezTo>
                    <a:pt x="127696" y="507020"/>
                    <a:pt x="141364" y="497109"/>
                    <a:pt x="155794" y="487852"/>
                  </a:cubicBezTo>
                  <a:cubicBezTo>
                    <a:pt x="159116" y="485728"/>
                    <a:pt x="162982" y="484584"/>
                    <a:pt x="166957" y="484584"/>
                  </a:cubicBezTo>
                  <a:cubicBezTo>
                    <a:pt x="170769" y="484584"/>
                    <a:pt x="174526" y="485619"/>
                    <a:pt x="177793" y="487634"/>
                  </a:cubicBezTo>
                  <a:lnTo>
                    <a:pt x="187922" y="493842"/>
                  </a:lnTo>
                  <a:lnTo>
                    <a:pt x="187704" y="481971"/>
                  </a:lnTo>
                  <a:cubicBezTo>
                    <a:pt x="187541" y="474021"/>
                    <a:pt x="191842" y="466833"/>
                    <a:pt x="198921" y="463184"/>
                  </a:cubicBezTo>
                  <a:cubicBezTo>
                    <a:pt x="212644" y="456105"/>
                    <a:pt x="227183" y="449244"/>
                    <a:pt x="243356" y="442220"/>
                  </a:cubicBezTo>
                  <a:cubicBezTo>
                    <a:pt x="246078" y="440913"/>
                    <a:pt x="248856" y="440368"/>
                    <a:pt x="251687" y="440368"/>
                  </a:cubicBezTo>
                  <a:moveTo>
                    <a:pt x="307393" y="470481"/>
                  </a:moveTo>
                  <a:lnTo>
                    <a:pt x="315180" y="471080"/>
                  </a:lnTo>
                  <a:lnTo>
                    <a:pt x="315616" y="471080"/>
                  </a:lnTo>
                  <a:lnTo>
                    <a:pt x="315616" y="471080"/>
                  </a:lnTo>
                  <a:cubicBezTo>
                    <a:pt x="332442" y="472441"/>
                    <a:pt x="349432" y="474728"/>
                    <a:pt x="366149" y="477887"/>
                  </a:cubicBezTo>
                  <a:cubicBezTo>
                    <a:pt x="374372" y="479466"/>
                    <a:pt x="380797" y="485728"/>
                    <a:pt x="382540" y="493896"/>
                  </a:cubicBezTo>
                  <a:lnTo>
                    <a:pt x="384663" y="503752"/>
                  </a:lnTo>
                  <a:lnTo>
                    <a:pt x="378238" y="511485"/>
                  </a:lnTo>
                  <a:cubicBezTo>
                    <a:pt x="374263" y="516222"/>
                    <a:pt x="368491" y="518945"/>
                    <a:pt x="362337" y="518945"/>
                  </a:cubicBezTo>
                  <a:cubicBezTo>
                    <a:pt x="361030" y="518945"/>
                    <a:pt x="359723" y="518836"/>
                    <a:pt x="358471" y="518564"/>
                  </a:cubicBezTo>
                  <a:cubicBezTo>
                    <a:pt x="343170" y="515678"/>
                    <a:pt x="327596" y="513554"/>
                    <a:pt x="312131" y="512356"/>
                  </a:cubicBezTo>
                  <a:cubicBezTo>
                    <a:pt x="304671" y="511757"/>
                    <a:pt x="298082" y="507183"/>
                    <a:pt x="294978" y="500376"/>
                  </a:cubicBezTo>
                  <a:lnTo>
                    <a:pt x="290785" y="491228"/>
                  </a:lnTo>
                  <a:lnTo>
                    <a:pt x="295414" y="482297"/>
                  </a:lnTo>
                  <a:cubicBezTo>
                    <a:pt x="296775" y="479629"/>
                    <a:pt x="298790" y="477233"/>
                    <a:pt x="301186" y="475382"/>
                  </a:cubicBezTo>
                  <a:lnTo>
                    <a:pt x="307393" y="470481"/>
                  </a:lnTo>
                  <a:moveTo>
                    <a:pt x="409821" y="489268"/>
                  </a:moveTo>
                  <a:cubicBezTo>
                    <a:pt x="411890" y="489268"/>
                    <a:pt x="413905" y="489594"/>
                    <a:pt x="415920" y="490193"/>
                  </a:cubicBezTo>
                  <a:cubicBezTo>
                    <a:pt x="432528" y="495257"/>
                    <a:pt x="448755" y="501248"/>
                    <a:pt x="464111" y="507945"/>
                  </a:cubicBezTo>
                  <a:cubicBezTo>
                    <a:pt x="471844" y="511321"/>
                    <a:pt x="476745" y="518999"/>
                    <a:pt x="476527" y="527440"/>
                  </a:cubicBezTo>
                  <a:lnTo>
                    <a:pt x="476309" y="537514"/>
                  </a:lnTo>
                  <a:lnTo>
                    <a:pt x="468250" y="543503"/>
                  </a:lnTo>
                  <a:cubicBezTo>
                    <a:pt x="464710" y="546172"/>
                    <a:pt x="460300" y="547588"/>
                    <a:pt x="455835" y="547588"/>
                  </a:cubicBezTo>
                  <a:cubicBezTo>
                    <a:pt x="453003" y="547588"/>
                    <a:pt x="450226" y="546989"/>
                    <a:pt x="447612" y="545845"/>
                  </a:cubicBezTo>
                  <a:cubicBezTo>
                    <a:pt x="433672" y="539801"/>
                    <a:pt x="418969" y="534355"/>
                    <a:pt x="403831" y="529727"/>
                  </a:cubicBezTo>
                  <a:cubicBezTo>
                    <a:pt x="396643" y="527549"/>
                    <a:pt x="391198" y="521613"/>
                    <a:pt x="389619" y="514262"/>
                  </a:cubicBezTo>
                  <a:lnTo>
                    <a:pt x="387495" y="504460"/>
                  </a:lnTo>
                  <a:lnTo>
                    <a:pt x="393920" y="496728"/>
                  </a:lnTo>
                  <a:cubicBezTo>
                    <a:pt x="397896" y="491990"/>
                    <a:pt x="403668" y="489268"/>
                    <a:pt x="409821" y="489268"/>
                  </a:cubicBezTo>
                  <a:moveTo>
                    <a:pt x="920162" y="508816"/>
                  </a:moveTo>
                  <a:cubicBezTo>
                    <a:pt x="922994" y="508816"/>
                    <a:pt x="925771" y="509361"/>
                    <a:pt x="928385" y="510504"/>
                  </a:cubicBezTo>
                  <a:lnTo>
                    <a:pt x="937696" y="514480"/>
                  </a:lnTo>
                  <a:lnTo>
                    <a:pt x="940256" y="524281"/>
                  </a:lnTo>
                  <a:cubicBezTo>
                    <a:pt x="942379" y="532559"/>
                    <a:pt x="939112" y="541434"/>
                    <a:pt x="932142" y="546390"/>
                  </a:cubicBezTo>
                  <a:cubicBezTo>
                    <a:pt x="918419" y="556028"/>
                    <a:pt x="903826" y="564468"/>
                    <a:pt x="888742" y="571330"/>
                  </a:cubicBezTo>
                  <a:lnTo>
                    <a:pt x="886128" y="572527"/>
                  </a:lnTo>
                  <a:cubicBezTo>
                    <a:pt x="883460" y="573726"/>
                    <a:pt x="880629" y="574325"/>
                    <a:pt x="877742" y="574325"/>
                  </a:cubicBezTo>
                  <a:cubicBezTo>
                    <a:pt x="872515" y="574325"/>
                    <a:pt x="867505" y="572364"/>
                    <a:pt x="863639" y="568770"/>
                  </a:cubicBezTo>
                  <a:lnTo>
                    <a:pt x="856288" y="561909"/>
                  </a:lnTo>
                  <a:lnTo>
                    <a:pt x="857105" y="551890"/>
                  </a:lnTo>
                  <a:cubicBezTo>
                    <a:pt x="857758" y="544375"/>
                    <a:pt x="862441" y="537731"/>
                    <a:pt x="869357" y="534682"/>
                  </a:cubicBezTo>
                  <a:lnTo>
                    <a:pt x="871535" y="533702"/>
                  </a:lnTo>
                  <a:cubicBezTo>
                    <a:pt x="884332" y="527875"/>
                    <a:pt x="896692" y="520742"/>
                    <a:pt x="908291" y="512574"/>
                  </a:cubicBezTo>
                  <a:cubicBezTo>
                    <a:pt x="911776" y="510123"/>
                    <a:pt x="915860" y="508816"/>
                    <a:pt x="920162" y="508816"/>
                  </a:cubicBezTo>
                  <a:moveTo>
                    <a:pt x="499343" y="528692"/>
                  </a:moveTo>
                  <a:cubicBezTo>
                    <a:pt x="503155" y="528692"/>
                    <a:pt x="506912" y="529781"/>
                    <a:pt x="510179" y="531796"/>
                  </a:cubicBezTo>
                  <a:cubicBezTo>
                    <a:pt x="512031" y="532939"/>
                    <a:pt x="513828" y="534083"/>
                    <a:pt x="515570" y="535227"/>
                  </a:cubicBezTo>
                  <a:cubicBezTo>
                    <a:pt x="524773" y="541162"/>
                    <a:pt x="536753" y="546989"/>
                    <a:pt x="550257" y="552053"/>
                  </a:cubicBezTo>
                  <a:cubicBezTo>
                    <a:pt x="557118" y="554612"/>
                    <a:pt x="562128" y="560711"/>
                    <a:pt x="563381" y="567899"/>
                  </a:cubicBezTo>
                  <a:lnTo>
                    <a:pt x="565123" y="577810"/>
                  </a:lnTo>
                  <a:lnTo>
                    <a:pt x="558371" y="585270"/>
                  </a:lnTo>
                  <a:cubicBezTo>
                    <a:pt x="554450" y="589626"/>
                    <a:pt x="548842" y="592131"/>
                    <a:pt x="543015" y="592131"/>
                  </a:cubicBezTo>
                  <a:cubicBezTo>
                    <a:pt x="540565" y="592131"/>
                    <a:pt x="538114" y="591695"/>
                    <a:pt x="535773" y="590824"/>
                  </a:cubicBezTo>
                  <a:cubicBezTo>
                    <a:pt x="519273" y="584671"/>
                    <a:pt x="504952" y="577646"/>
                    <a:pt x="493081" y="570022"/>
                  </a:cubicBezTo>
                  <a:cubicBezTo>
                    <a:pt x="491556" y="569042"/>
                    <a:pt x="490032" y="568062"/>
                    <a:pt x="488452" y="567082"/>
                  </a:cubicBezTo>
                  <a:cubicBezTo>
                    <a:pt x="482190" y="563216"/>
                    <a:pt x="478433" y="556300"/>
                    <a:pt x="478596" y="548949"/>
                  </a:cubicBezTo>
                  <a:lnTo>
                    <a:pt x="478814" y="538930"/>
                  </a:lnTo>
                  <a:lnTo>
                    <a:pt x="486928" y="532885"/>
                  </a:lnTo>
                  <a:cubicBezTo>
                    <a:pt x="490522" y="530163"/>
                    <a:pt x="494932" y="528692"/>
                    <a:pt x="499343" y="528692"/>
                  </a:cubicBezTo>
                  <a:moveTo>
                    <a:pt x="93826" y="545192"/>
                  </a:moveTo>
                  <a:cubicBezTo>
                    <a:pt x="96004" y="545192"/>
                    <a:pt x="98127" y="545518"/>
                    <a:pt x="100142" y="546172"/>
                  </a:cubicBezTo>
                  <a:lnTo>
                    <a:pt x="111033" y="549657"/>
                  </a:lnTo>
                  <a:lnTo>
                    <a:pt x="113865" y="560711"/>
                  </a:lnTo>
                  <a:cubicBezTo>
                    <a:pt x="115607" y="567572"/>
                    <a:pt x="113810" y="574760"/>
                    <a:pt x="109018" y="579933"/>
                  </a:cubicBezTo>
                  <a:cubicBezTo>
                    <a:pt x="98999" y="590769"/>
                    <a:pt x="89469" y="602532"/>
                    <a:pt x="80702" y="614838"/>
                  </a:cubicBezTo>
                  <a:cubicBezTo>
                    <a:pt x="76836" y="620284"/>
                    <a:pt x="70519" y="623551"/>
                    <a:pt x="63767" y="623551"/>
                  </a:cubicBezTo>
                  <a:cubicBezTo>
                    <a:pt x="63495" y="623551"/>
                    <a:pt x="63223" y="623496"/>
                    <a:pt x="62950" y="623496"/>
                  </a:cubicBezTo>
                  <a:lnTo>
                    <a:pt x="62133" y="623442"/>
                  </a:lnTo>
                  <a:lnTo>
                    <a:pt x="51461" y="622571"/>
                  </a:lnTo>
                  <a:lnTo>
                    <a:pt x="46015" y="613422"/>
                  </a:lnTo>
                  <a:cubicBezTo>
                    <a:pt x="41822" y="606398"/>
                    <a:pt x="42203" y="597522"/>
                    <a:pt x="46886" y="590933"/>
                  </a:cubicBezTo>
                  <a:cubicBezTo>
                    <a:pt x="56688" y="577102"/>
                    <a:pt x="67361" y="563924"/>
                    <a:pt x="78633" y="551781"/>
                  </a:cubicBezTo>
                  <a:cubicBezTo>
                    <a:pt x="82554" y="547642"/>
                    <a:pt x="88108" y="545192"/>
                    <a:pt x="93826" y="545192"/>
                  </a:cubicBezTo>
                  <a:moveTo>
                    <a:pt x="831947" y="550637"/>
                  </a:moveTo>
                  <a:cubicBezTo>
                    <a:pt x="837175" y="550637"/>
                    <a:pt x="842184" y="552598"/>
                    <a:pt x="846050" y="556191"/>
                  </a:cubicBezTo>
                  <a:lnTo>
                    <a:pt x="853402" y="563053"/>
                  </a:lnTo>
                  <a:lnTo>
                    <a:pt x="852585" y="573072"/>
                  </a:lnTo>
                  <a:cubicBezTo>
                    <a:pt x="851877" y="581403"/>
                    <a:pt x="846323" y="588428"/>
                    <a:pt x="838373" y="591042"/>
                  </a:cubicBezTo>
                  <a:cubicBezTo>
                    <a:pt x="822309" y="596324"/>
                    <a:pt x="805700" y="600789"/>
                    <a:pt x="788983" y="604383"/>
                  </a:cubicBezTo>
                  <a:cubicBezTo>
                    <a:pt x="787567" y="604710"/>
                    <a:pt x="786151" y="604819"/>
                    <a:pt x="784735" y="604819"/>
                  </a:cubicBezTo>
                  <a:cubicBezTo>
                    <a:pt x="781632" y="604819"/>
                    <a:pt x="778419" y="604056"/>
                    <a:pt x="775533" y="602641"/>
                  </a:cubicBezTo>
                  <a:lnTo>
                    <a:pt x="767310" y="598611"/>
                  </a:lnTo>
                  <a:lnTo>
                    <a:pt x="766112" y="607650"/>
                  </a:lnTo>
                  <a:cubicBezTo>
                    <a:pt x="765404" y="612932"/>
                    <a:pt x="763934" y="618160"/>
                    <a:pt x="761647" y="623115"/>
                  </a:cubicBezTo>
                  <a:cubicBezTo>
                    <a:pt x="751192" y="646095"/>
                    <a:pt x="725326" y="664500"/>
                    <a:pt x="684813" y="677895"/>
                  </a:cubicBezTo>
                  <a:cubicBezTo>
                    <a:pt x="598231" y="706484"/>
                    <a:pt x="533268" y="744656"/>
                    <a:pt x="474240" y="801615"/>
                  </a:cubicBezTo>
                  <a:lnTo>
                    <a:pt x="468631" y="807060"/>
                  </a:lnTo>
                  <a:lnTo>
                    <a:pt x="474948" y="811634"/>
                  </a:lnTo>
                  <a:cubicBezTo>
                    <a:pt x="477670" y="813595"/>
                    <a:pt x="479794" y="815391"/>
                    <a:pt x="481591" y="817243"/>
                  </a:cubicBezTo>
                  <a:cubicBezTo>
                    <a:pt x="493244" y="829114"/>
                    <a:pt x="498526" y="845940"/>
                    <a:pt x="496457" y="864618"/>
                  </a:cubicBezTo>
                  <a:cubicBezTo>
                    <a:pt x="494333" y="883786"/>
                    <a:pt x="484858" y="902517"/>
                    <a:pt x="469666" y="917384"/>
                  </a:cubicBezTo>
                  <a:cubicBezTo>
                    <a:pt x="452839" y="933883"/>
                    <a:pt x="431112" y="943358"/>
                    <a:pt x="410093" y="943358"/>
                  </a:cubicBezTo>
                  <a:cubicBezTo>
                    <a:pt x="393975" y="943358"/>
                    <a:pt x="379545" y="937640"/>
                    <a:pt x="369362" y="927240"/>
                  </a:cubicBezTo>
                  <a:cubicBezTo>
                    <a:pt x="344967" y="902354"/>
                    <a:pt x="350303" y="857430"/>
                    <a:pt x="381287" y="827099"/>
                  </a:cubicBezTo>
                  <a:cubicBezTo>
                    <a:pt x="398059" y="810654"/>
                    <a:pt x="419786" y="801179"/>
                    <a:pt x="440805" y="801233"/>
                  </a:cubicBezTo>
                  <a:cubicBezTo>
                    <a:pt x="443963" y="801233"/>
                    <a:pt x="447122" y="801451"/>
                    <a:pt x="450171" y="801887"/>
                  </a:cubicBezTo>
                  <a:lnTo>
                    <a:pt x="453439" y="802377"/>
                  </a:lnTo>
                  <a:lnTo>
                    <a:pt x="455726" y="800036"/>
                  </a:lnTo>
                  <a:cubicBezTo>
                    <a:pt x="519382" y="736052"/>
                    <a:pt x="586578" y="695539"/>
                    <a:pt x="680402" y="664555"/>
                  </a:cubicBezTo>
                  <a:cubicBezTo>
                    <a:pt x="713673" y="653555"/>
                    <a:pt x="735781" y="639342"/>
                    <a:pt x="746182" y="622244"/>
                  </a:cubicBezTo>
                  <a:lnTo>
                    <a:pt x="753533" y="610155"/>
                  </a:lnTo>
                  <a:lnTo>
                    <a:pt x="739539" y="612388"/>
                  </a:lnTo>
                  <a:cubicBezTo>
                    <a:pt x="739212" y="612442"/>
                    <a:pt x="738940" y="612497"/>
                    <a:pt x="738504" y="612605"/>
                  </a:cubicBezTo>
                  <a:cubicBezTo>
                    <a:pt x="721624" y="614457"/>
                    <a:pt x="704470" y="615437"/>
                    <a:pt x="687372" y="615546"/>
                  </a:cubicBezTo>
                  <a:cubicBezTo>
                    <a:pt x="679095" y="615546"/>
                    <a:pt x="671635" y="610645"/>
                    <a:pt x="668368" y="603021"/>
                  </a:cubicBezTo>
                  <a:lnTo>
                    <a:pt x="664393" y="593765"/>
                  </a:lnTo>
                  <a:lnTo>
                    <a:pt x="669185" y="584943"/>
                  </a:lnTo>
                  <a:cubicBezTo>
                    <a:pt x="672778" y="578300"/>
                    <a:pt x="679694" y="574161"/>
                    <a:pt x="687263" y="574106"/>
                  </a:cubicBezTo>
                  <a:cubicBezTo>
                    <a:pt x="702782" y="573998"/>
                    <a:pt x="718520" y="573126"/>
                    <a:pt x="734039" y="571384"/>
                  </a:cubicBezTo>
                  <a:cubicBezTo>
                    <a:pt x="734801" y="571330"/>
                    <a:pt x="735509" y="571275"/>
                    <a:pt x="736272" y="571275"/>
                  </a:cubicBezTo>
                  <a:cubicBezTo>
                    <a:pt x="742643" y="571275"/>
                    <a:pt x="748796" y="574325"/>
                    <a:pt x="752717" y="579443"/>
                  </a:cubicBezTo>
                  <a:lnTo>
                    <a:pt x="754568" y="581894"/>
                  </a:lnTo>
                  <a:lnTo>
                    <a:pt x="757672" y="582002"/>
                  </a:lnTo>
                  <a:lnTo>
                    <a:pt x="758217" y="582057"/>
                  </a:lnTo>
                  <a:lnTo>
                    <a:pt x="763444" y="582601"/>
                  </a:lnTo>
                  <a:lnTo>
                    <a:pt x="765132" y="577592"/>
                  </a:lnTo>
                  <a:cubicBezTo>
                    <a:pt x="767474" y="570567"/>
                    <a:pt x="773191" y="565449"/>
                    <a:pt x="780379" y="563869"/>
                  </a:cubicBezTo>
                  <a:cubicBezTo>
                    <a:pt x="795572" y="560602"/>
                    <a:pt x="810819" y="556518"/>
                    <a:pt x="825576" y="551672"/>
                  </a:cubicBezTo>
                  <a:cubicBezTo>
                    <a:pt x="827645" y="550964"/>
                    <a:pt x="829769" y="550637"/>
                    <a:pt x="831947" y="550637"/>
                  </a:cubicBezTo>
                  <a:moveTo>
                    <a:pt x="590009" y="564250"/>
                  </a:moveTo>
                  <a:cubicBezTo>
                    <a:pt x="591479" y="564250"/>
                    <a:pt x="592949" y="564414"/>
                    <a:pt x="594419" y="564741"/>
                  </a:cubicBezTo>
                  <a:cubicBezTo>
                    <a:pt x="609176" y="567954"/>
                    <a:pt x="624696" y="570349"/>
                    <a:pt x="640487" y="571929"/>
                  </a:cubicBezTo>
                  <a:cubicBezTo>
                    <a:pt x="647948" y="572691"/>
                    <a:pt x="654482" y="577428"/>
                    <a:pt x="657477" y="584344"/>
                  </a:cubicBezTo>
                  <a:lnTo>
                    <a:pt x="661452" y="593547"/>
                  </a:lnTo>
                  <a:lnTo>
                    <a:pt x="656660" y="602368"/>
                  </a:lnTo>
                  <a:cubicBezTo>
                    <a:pt x="653012" y="609066"/>
                    <a:pt x="646096" y="613205"/>
                    <a:pt x="638527" y="613205"/>
                  </a:cubicBezTo>
                  <a:cubicBezTo>
                    <a:pt x="637819" y="613205"/>
                    <a:pt x="637166" y="613150"/>
                    <a:pt x="636458" y="613096"/>
                  </a:cubicBezTo>
                  <a:cubicBezTo>
                    <a:pt x="619087" y="611353"/>
                    <a:pt x="602043" y="608739"/>
                    <a:pt x="585707" y="605200"/>
                  </a:cubicBezTo>
                  <a:cubicBezTo>
                    <a:pt x="577430" y="603403"/>
                    <a:pt x="571113" y="596868"/>
                    <a:pt x="569697" y="588482"/>
                  </a:cubicBezTo>
                  <a:lnTo>
                    <a:pt x="567955" y="578572"/>
                  </a:lnTo>
                  <a:lnTo>
                    <a:pt x="574707" y="571112"/>
                  </a:lnTo>
                  <a:cubicBezTo>
                    <a:pt x="578628" y="566755"/>
                    <a:pt x="584237" y="564250"/>
                    <a:pt x="590009" y="564250"/>
                  </a:cubicBezTo>
                  <a:moveTo>
                    <a:pt x="38337" y="623278"/>
                  </a:moveTo>
                  <a:cubicBezTo>
                    <a:pt x="38882" y="623278"/>
                    <a:pt x="39372" y="623278"/>
                    <a:pt x="39916" y="623333"/>
                  </a:cubicBezTo>
                  <a:lnTo>
                    <a:pt x="50480" y="624150"/>
                  </a:lnTo>
                  <a:lnTo>
                    <a:pt x="55980" y="633352"/>
                  </a:lnTo>
                  <a:cubicBezTo>
                    <a:pt x="59792" y="639724"/>
                    <a:pt x="59955" y="647401"/>
                    <a:pt x="56470" y="653827"/>
                  </a:cubicBezTo>
                  <a:cubicBezTo>
                    <a:pt x="52822" y="660579"/>
                    <a:pt x="49228" y="667604"/>
                    <a:pt x="45797" y="674683"/>
                  </a:cubicBezTo>
                  <a:cubicBezTo>
                    <a:pt x="42367" y="681816"/>
                    <a:pt x="35070" y="686445"/>
                    <a:pt x="27120" y="686445"/>
                  </a:cubicBezTo>
                  <a:cubicBezTo>
                    <a:pt x="24016" y="686445"/>
                    <a:pt x="21021" y="685737"/>
                    <a:pt x="18189" y="684430"/>
                  </a:cubicBezTo>
                  <a:cubicBezTo>
                    <a:pt x="7897" y="679529"/>
                    <a:pt x="3541" y="667114"/>
                    <a:pt x="8442" y="656822"/>
                  </a:cubicBezTo>
                  <a:cubicBezTo>
                    <a:pt x="12145" y="649090"/>
                    <a:pt x="16066" y="641412"/>
                    <a:pt x="20095" y="634060"/>
                  </a:cubicBezTo>
                  <a:cubicBezTo>
                    <a:pt x="23744" y="627362"/>
                    <a:pt x="30714" y="623278"/>
                    <a:pt x="38337" y="623278"/>
                  </a:cubicBezTo>
                  <a:moveTo>
                    <a:pt x="175615" y="0"/>
                  </a:moveTo>
                  <a:cubicBezTo>
                    <a:pt x="136899" y="0"/>
                    <a:pt x="104063" y="23960"/>
                    <a:pt x="99434" y="57667"/>
                  </a:cubicBezTo>
                  <a:cubicBezTo>
                    <a:pt x="94316" y="95076"/>
                    <a:pt x="125899" y="130308"/>
                    <a:pt x="170006" y="136298"/>
                  </a:cubicBezTo>
                  <a:cubicBezTo>
                    <a:pt x="174363" y="136897"/>
                    <a:pt x="178665" y="137169"/>
                    <a:pt x="182858" y="137169"/>
                  </a:cubicBezTo>
                  <a:cubicBezTo>
                    <a:pt x="206491" y="137169"/>
                    <a:pt x="227891" y="128184"/>
                    <a:pt x="242049" y="113591"/>
                  </a:cubicBezTo>
                  <a:cubicBezTo>
                    <a:pt x="297864" y="146263"/>
                    <a:pt x="345239" y="200771"/>
                    <a:pt x="379763" y="272324"/>
                  </a:cubicBezTo>
                  <a:cubicBezTo>
                    <a:pt x="393158" y="300041"/>
                    <a:pt x="417063" y="334401"/>
                    <a:pt x="458013" y="354603"/>
                  </a:cubicBezTo>
                  <a:cubicBezTo>
                    <a:pt x="452349" y="359014"/>
                    <a:pt x="448755" y="365494"/>
                    <a:pt x="447830" y="372410"/>
                  </a:cubicBezTo>
                  <a:cubicBezTo>
                    <a:pt x="442929" y="368326"/>
                    <a:pt x="436721" y="365984"/>
                    <a:pt x="430296" y="365984"/>
                  </a:cubicBezTo>
                  <a:cubicBezTo>
                    <a:pt x="427083" y="365984"/>
                    <a:pt x="423870" y="366529"/>
                    <a:pt x="420712" y="367727"/>
                  </a:cubicBezTo>
                  <a:cubicBezTo>
                    <a:pt x="405574" y="373444"/>
                    <a:pt x="390708" y="378890"/>
                    <a:pt x="376169" y="384172"/>
                  </a:cubicBezTo>
                  <a:cubicBezTo>
                    <a:pt x="366476" y="387711"/>
                    <a:pt x="360050" y="396151"/>
                    <a:pt x="358580" y="405626"/>
                  </a:cubicBezTo>
                  <a:cubicBezTo>
                    <a:pt x="353625" y="401325"/>
                    <a:pt x="347254" y="398874"/>
                    <a:pt x="340610" y="398874"/>
                  </a:cubicBezTo>
                  <a:cubicBezTo>
                    <a:pt x="337506" y="398874"/>
                    <a:pt x="334348" y="399419"/>
                    <a:pt x="331244" y="400562"/>
                  </a:cubicBezTo>
                  <a:cubicBezTo>
                    <a:pt x="312893" y="407260"/>
                    <a:pt x="298953" y="412488"/>
                    <a:pt x="286047" y="417498"/>
                  </a:cubicBezTo>
                  <a:cubicBezTo>
                    <a:pt x="276300" y="421309"/>
                    <a:pt x="269929" y="430076"/>
                    <a:pt x="268840" y="439769"/>
                  </a:cubicBezTo>
                  <a:cubicBezTo>
                    <a:pt x="263994" y="435849"/>
                    <a:pt x="257949" y="433670"/>
                    <a:pt x="251687" y="433670"/>
                  </a:cubicBezTo>
                  <a:cubicBezTo>
                    <a:pt x="248039" y="433670"/>
                    <a:pt x="244390" y="434378"/>
                    <a:pt x="240851" y="435957"/>
                  </a:cubicBezTo>
                  <a:cubicBezTo>
                    <a:pt x="224515" y="443036"/>
                    <a:pt x="209867" y="449952"/>
                    <a:pt x="196035" y="457085"/>
                  </a:cubicBezTo>
                  <a:cubicBezTo>
                    <a:pt x="186506" y="461986"/>
                    <a:pt x="181115" y="471733"/>
                    <a:pt x="181278" y="481808"/>
                  </a:cubicBezTo>
                  <a:cubicBezTo>
                    <a:pt x="176976" y="479194"/>
                    <a:pt x="172076" y="477832"/>
                    <a:pt x="167066" y="477832"/>
                  </a:cubicBezTo>
                  <a:cubicBezTo>
                    <a:pt x="162056" y="477832"/>
                    <a:pt x="156938" y="479248"/>
                    <a:pt x="152418" y="482134"/>
                  </a:cubicBezTo>
                  <a:cubicBezTo>
                    <a:pt x="137770" y="491500"/>
                    <a:pt x="123939" y="501574"/>
                    <a:pt x="111196" y="512084"/>
                  </a:cubicBezTo>
                  <a:cubicBezTo>
                    <a:pt x="102810" y="518999"/>
                    <a:pt x="99598" y="529945"/>
                    <a:pt x="102157" y="539855"/>
                  </a:cubicBezTo>
                  <a:cubicBezTo>
                    <a:pt x="99434" y="538984"/>
                    <a:pt x="96657" y="538548"/>
                    <a:pt x="93826" y="538548"/>
                  </a:cubicBezTo>
                  <a:cubicBezTo>
                    <a:pt x="86529" y="538548"/>
                    <a:pt x="79232" y="541489"/>
                    <a:pt x="73841" y="547261"/>
                  </a:cubicBezTo>
                  <a:cubicBezTo>
                    <a:pt x="62406" y="559622"/>
                    <a:pt x="51515" y="573018"/>
                    <a:pt x="41550" y="587067"/>
                  </a:cubicBezTo>
                  <a:cubicBezTo>
                    <a:pt x="35124" y="596106"/>
                    <a:pt x="35070" y="607705"/>
                    <a:pt x="40406" y="616689"/>
                  </a:cubicBezTo>
                  <a:cubicBezTo>
                    <a:pt x="39698" y="616635"/>
                    <a:pt x="39045" y="616635"/>
                    <a:pt x="38337" y="616635"/>
                  </a:cubicBezTo>
                  <a:cubicBezTo>
                    <a:pt x="28699" y="616635"/>
                    <a:pt x="19333" y="621754"/>
                    <a:pt x="14432" y="630793"/>
                  </a:cubicBezTo>
                  <a:cubicBezTo>
                    <a:pt x="10402" y="638253"/>
                    <a:pt x="6427" y="645986"/>
                    <a:pt x="2670" y="653881"/>
                  </a:cubicBezTo>
                  <a:cubicBezTo>
                    <a:pt x="-3810" y="667440"/>
                    <a:pt x="1908" y="683722"/>
                    <a:pt x="15466" y="690202"/>
                  </a:cubicBezTo>
                  <a:cubicBezTo>
                    <a:pt x="19278" y="691999"/>
                    <a:pt x="23254" y="692870"/>
                    <a:pt x="27174" y="692870"/>
                  </a:cubicBezTo>
                  <a:cubicBezTo>
                    <a:pt x="37303" y="692870"/>
                    <a:pt x="47050" y="687153"/>
                    <a:pt x="51733" y="677406"/>
                  </a:cubicBezTo>
                  <a:cubicBezTo>
                    <a:pt x="55109" y="670381"/>
                    <a:pt x="58648" y="663465"/>
                    <a:pt x="62242" y="656822"/>
                  </a:cubicBezTo>
                  <a:cubicBezTo>
                    <a:pt x="67034" y="648055"/>
                    <a:pt x="66381" y="637872"/>
                    <a:pt x="61589" y="629922"/>
                  </a:cubicBezTo>
                  <a:cubicBezTo>
                    <a:pt x="62297" y="629976"/>
                    <a:pt x="63005" y="630085"/>
                    <a:pt x="63767" y="630085"/>
                  </a:cubicBezTo>
                  <a:cubicBezTo>
                    <a:pt x="72316" y="630085"/>
                    <a:pt x="80702" y="626110"/>
                    <a:pt x="85984" y="618596"/>
                  </a:cubicBezTo>
                  <a:cubicBezTo>
                    <a:pt x="94588" y="606452"/>
                    <a:pt x="103900" y="594962"/>
                    <a:pt x="113756" y="584344"/>
                  </a:cubicBezTo>
                  <a:cubicBezTo>
                    <a:pt x="120290" y="577319"/>
                    <a:pt x="122359" y="567735"/>
                    <a:pt x="120181" y="559023"/>
                  </a:cubicBezTo>
                  <a:cubicBezTo>
                    <a:pt x="122904" y="559894"/>
                    <a:pt x="125681" y="560330"/>
                    <a:pt x="128513" y="560330"/>
                  </a:cubicBezTo>
                  <a:cubicBezTo>
                    <a:pt x="134611" y="560330"/>
                    <a:pt x="140765" y="558315"/>
                    <a:pt x="145829" y="554122"/>
                  </a:cubicBezTo>
                  <a:cubicBezTo>
                    <a:pt x="156883" y="545028"/>
                    <a:pt x="168972" y="536207"/>
                    <a:pt x="181768" y="528039"/>
                  </a:cubicBezTo>
                  <a:cubicBezTo>
                    <a:pt x="188194" y="523900"/>
                    <a:pt x="192278" y="517529"/>
                    <a:pt x="193694" y="510613"/>
                  </a:cubicBezTo>
                  <a:cubicBezTo>
                    <a:pt x="198704" y="517801"/>
                    <a:pt x="206926" y="522375"/>
                    <a:pt x="215965" y="522375"/>
                  </a:cubicBezTo>
                  <a:cubicBezTo>
                    <a:pt x="217327" y="522375"/>
                    <a:pt x="218743" y="522267"/>
                    <a:pt x="220104" y="522049"/>
                  </a:cubicBezTo>
                  <a:cubicBezTo>
                    <a:pt x="235024" y="519762"/>
                    <a:pt x="250380" y="518291"/>
                    <a:pt x="265682" y="517801"/>
                  </a:cubicBezTo>
                  <a:cubicBezTo>
                    <a:pt x="275865" y="517420"/>
                    <a:pt x="284577" y="511485"/>
                    <a:pt x="288933" y="503044"/>
                  </a:cubicBezTo>
                  <a:cubicBezTo>
                    <a:pt x="292909" y="511703"/>
                    <a:pt x="301349" y="518019"/>
                    <a:pt x="311532" y="518836"/>
                  </a:cubicBezTo>
                  <a:cubicBezTo>
                    <a:pt x="326724" y="520034"/>
                    <a:pt x="342080" y="522103"/>
                    <a:pt x="357164" y="524989"/>
                  </a:cubicBezTo>
                  <a:cubicBezTo>
                    <a:pt x="358852" y="525316"/>
                    <a:pt x="360595" y="525479"/>
                    <a:pt x="362283" y="525479"/>
                  </a:cubicBezTo>
                  <a:cubicBezTo>
                    <a:pt x="370505" y="525479"/>
                    <a:pt x="378129" y="521776"/>
                    <a:pt x="383193" y="515678"/>
                  </a:cubicBezTo>
                  <a:cubicBezTo>
                    <a:pt x="385208" y="525044"/>
                    <a:pt x="392069" y="533048"/>
                    <a:pt x="401871" y="536043"/>
                  </a:cubicBezTo>
                  <a:cubicBezTo>
                    <a:pt x="416737" y="540618"/>
                    <a:pt x="431276" y="545954"/>
                    <a:pt x="444944" y="551890"/>
                  </a:cubicBezTo>
                  <a:cubicBezTo>
                    <a:pt x="448483" y="553414"/>
                    <a:pt x="452186" y="554177"/>
                    <a:pt x="455780" y="554177"/>
                  </a:cubicBezTo>
                  <a:cubicBezTo>
                    <a:pt x="461661" y="554177"/>
                    <a:pt x="467379" y="552271"/>
                    <a:pt x="472062" y="548786"/>
                  </a:cubicBezTo>
                  <a:cubicBezTo>
                    <a:pt x="471844" y="558152"/>
                    <a:pt x="476472" y="567354"/>
                    <a:pt x="484967" y="572636"/>
                  </a:cubicBezTo>
                  <a:cubicBezTo>
                    <a:pt x="486492" y="573562"/>
                    <a:pt x="488017" y="574542"/>
                    <a:pt x="489487" y="575468"/>
                  </a:cubicBezTo>
                  <a:cubicBezTo>
                    <a:pt x="501685" y="583364"/>
                    <a:pt x="516496" y="590606"/>
                    <a:pt x="533431" y="596923"/>
                  </a:cubicBezTo>
                  <a:cubicBezTo>
                    <a:pt x="536589" y="598121"/>
                    <a:pt x="539802" y="598665"/>
                    <a:pt x="542961" y="598665"/>
                  </a:cubicBezTo>
                  <a:cubicBezTo>
                    <a:pt x="550638" y="598665"/>
                    <a:pt x="558044" y="595398"/>
                    <a:pt x="563163" y="589681"/>
                  </a:cubicBezTo>
                  <a:cubicBezTo>
                    <a:pt x="565014" y="600299"/>
                    <a:pt x="573074" y="609229"/>
                    <a:pt x="584237" y="611625"/>
                  </a:cubicBezTo>
                  <a:cubicBezTo>
                    <a:pt x="600791" y="615219"/>
                    <a:pt x="618107" y="617888"/>
                    <a:pt x="635695" y="619630"/>
                  </a:cubicBezTo>
                  <a:cubicBezTo>
                    <a:pt x="636621" y="619739"/>
                    <a:pt x="637547" y="619793"/>
                    <a:pt x="638418" y="619793"/>
                  </a:cubicBezTo>
                  <a:cubicBezTo>
                    <a:pt x="648601" y="619793"/>
                    <a:pt x="657640" y="614130"/>
                    <a:pt x="662269" y="605581"/>
                  </a:cubicBezTo>
                  <a:cubicBezTo>
                    <a:pt x="666462" y="615274"/>
                    <a:pt x="676100" y="622026"/>
                    <a:pt x="687263" y="622026"/>
                  </a:cubicBezTo>
                  <a:cubicBezTo>
                    <a:pt x="687318" y="622026"/>
                    <a:pt x="687372" y="622026"/>
                    <a:pt x="687427" y="622026"/>
                  </a:cubicBezTo>
                  <a:cubicBezTo>
                    <a:pt x="704579" y="621917"/>
                    <a:pt x="722005" y="620937"/>
                    <a:pt x="739103" y="619031"/>
                  </a:cubicBezTo>
                  <a:cubicBezTo>
                    <a:pt x="739593" y="618977"/>
                    <a:pt x="740029" y="618868"/>
                    <a:pt x="740465" y="618759"/>
                  </a:cubicBezTo>
                  <a:cubicBezTo>
                    <a:pt x="733440" y="630303"/>
                    <a:pt x="716940" y="645496"/>
                    <a:pt x="678224" y="658292"/>
                  </a:cubicBezTo>
                  <a:cubicBezTo>
                    <a:pt x="584073" y="689385"/>
                    <a:pt x="515243" y="730825"/>
                    <a:pt x="450988" y="795407"/>
                  </a:cubicBezTo>
                  <a:cubicBezTo>
                    <a:pt x="447612" y="794917"/>
                    <a:pt x="444181" y="794699"/>
                    <a:pt x="440696" y="794699"/>
                  </a:cubicBezTo>
                  <a:cubicBezTo>
                    <a:pt x="418860" y="794699"/>
                    <a:pt x="395336" y="804120"/>
                    <a:pt x="376604" y="822471"/>
                  </a:cubicBezTo>
                  <a:cubicBezTo>
                    <a:pt x="343006" y="855361"/>
                    <a:pt x="337670" y="904314"/>
                    <a:pt x="364570" y="931814"/>
                  </a:cubicBezTo>
                  <a:cubicBezTo>
                    <a:pt x="376495" y="943957"/>
                    <a:pt x="392668" y="949892"/>
                    <a:pt x="409984" y="949892"/>
                  </a:cubicBezTo>
                  <a:cubicBezTo>
                    <a:pt x="431820" y="949892"/>
                    <a:pt x="455399" y="940417"/>
                    <a:pt x="474131" y="922066"/>
                  </a:cubicBezTo>
                  <a:cubicBezTo>
                    <a:pt x="507729" y="889176"/>
                    <a:pt x="513065" y="840223"/>
                    <a:pt x="486165" y="812723"/>
                  </a:cubicBezTo>
                  <a:cubicBezTo>
                    <a:pt x="483824" y="810382"/>
                    <a:pt x="481319" y="808312"/>
                    <a:pt x="478705" y="806407"/>
                  </a:cubicBezTo>
                  <a:cubicBezTo>
                    <a:pt x="537461" y="749720"/>
                    <a:pt x="601063" y="712474"/>
                    <a:pt x="686773" y="684212"/>
                  </a:cubicBezTo>
                  <a:cubicBezTo>
                    <a:pt x="729084" y="670218"/>
                    <a:pt x="756256" y="650614"/>
                    <a:pt x="767528" y="625947"/>
                  </a:cubicBezTo>
                  <a:cubicBezTo>
                    <a:pt x="770360" y="619739"/>
                    <a:pt x="771830" y="613858"/>
                    <a:pt x="772538" y="608576"/>
                  </a:cubicBezTo>
                  <a:cubicBezTo>
                    <a:pt x="776241" y="610427"/>
                    <a:pt x="780379" y="611408"/>
                    <a:pt x="784626" y="611408"/>
                  </a:cubicBezTo>
                  <a:cubicBezTo>
                    <a:pt x="786478" y="611408"/>
                    <a:pt x="788384" y="611190"/>
                    <a:pt x="790235" y="610809"/>
                  </a:cubicBezTo>
                  <a:cubicBezTo>
                    <a:pt x="807116" y="607160"/>
                    <a:pt x="823942" y="602641"/>
                    <a:pt x="840278" y="597304"/>
                  </a:cubicBezTo>
                  <a:cubicBezTo>
                    <a:pt x="851006" y="593819"/>
                    <a:pt x="858085" y="584290"/>
                    <a:pt x="858956" y="573671"/>
                  </a:cubicBezTo>
                  <a:cubicBezTo>
                    <a:pt x="863966" y="578354"/>
                    <a:pt x="870664" y="580968"/>
                    <a:pt x="877525" y="580968"/>
                  </a:cubicBezTo>
                  <a:cubicBezTo>
                    <a:pt x="881228" y="580968"/>
                    <a:pt x="884985" y="580206"/>
                    <a:pt x="888579" y="578626"/>
                  </a:cubicBezTo>
                  <a:lnTo>
                    <a:pt x="891247" y="577428"/>
                  </a:lnTo>
                  <a:cubicBezTo>
                    <a:pt x="906766" y="570349"/>
                    <a:pt x="921741" y="561746"/>
                    <a:pt x="935736" y="551835"/>
                  </a:cubicBezTo>
                  <a:cubicBezTo>
                    <a:pt x="945265" y="545137"/>
                    <a:pt x="949132" y="533430"/>
                    <a:pt x="946409" y="522757"/>
                  </a:cubicBezTo>
                  <a:cubicBezTo>
                    <a:pt x="949839" y="524227"/>
                    <a:pt x="953488" y="524989"/>
                    <a:pt x="957191" y="524989"/>
                  </a:cubicBezTo>
                  <a:cubicBezTo>
                    <a:pt x="964270" y="524989"/>
                    <a:pt x="971349" y="522212"/>
                    <a:pt x="976685" y="516767"/>
                  </a:cubicBezTo>
                  <a:cubicBezTo>
                    <a:pt x="988774" y="504351"/>
                    <a:pt x="1000155" y="490520"/>
                    <a:pt x="1010610" y="475654"/>
                  </a:cubicBezTo>
                  <a:cubicBezTo>
                    <a:pt x="1017199" y="466288"/>
                    <a:pt x="1017035" y="454199"/>
                    <a:pt x="1011154" y="445160"/>
                  </a:cubicBezTo>
                  <a:cubicBezTo>
                    <a:pt x="1011917" y="445214"/>
                    <a:pt x="1012679" y="445269"/>
                    <a:pt x="1013496" y="445269"/>
                  </a:cubicBezTo>
                  <a:cubicBezTo>
                    <a:pt x="1023352" y="445269"/>
                    <a:pt x="1032936" y="439933"/>
                    <a:pt x="1037837" y="430512"/>
                  </a:cubicBezTo>
                  <a:cubicBezTo>
                    <a:pt x="1045624" y="415483"/>
                    <a:pt x="1052703" y="399419"/>
                    <a:pt x="1059019" y="382865"/>
                  </a:cubicBezTo>
                  <a:cubicBezTo>
                    <a:pt x="1062994" y="372301"/>
                    <a:pt x="1059999" y="360811"/>
                    <a:pt x="1052321" y="353460"/>
                  </a:cubicBezTo>
                  <a:cubicBezTo>
                    <a:pt x="1062831" y="351990"/>
                    <a:pt x="1071979" y="344366"/>
                    <a:pt x="1074865" y="333475"/>
                  </a:cubicBezTo>
                  <a:cubicBezTo>
                    <a:pt x="1082870" y="303090"/>
                    <a:pt x="1085320" y="282343"/>
                    <a:pt x="1085429" y="281472"/>
                  </a:cubicBezTo>
                  <a:cubicBezTo>
                    <a:pt x="1087172" y="266551"/>
                    <a:pt x="1076445" y="253047"/>
                    <a:pt x="1061524" y="251304"/>
                  </a:cubicBezTo>
                  <a:cubicBezTo>
                    <a:pt x="1060489" y="251195"/>
                    <a:pt x="1059401" y="251141"/>
                    <a:pt x="1058366" y="251141"/>
                  </a:cubicBezTo>
                  <a:cubicBezTo>
                    <a:pt x="1044752" y="251141"/>
                    <a:pt x="1032936" y="261324"/>
                    <a:pt x="1031302" y="275210"/>
                  </a:cubicBezTo>
                  <a:cubicBezTo>
                    <a:pt x="1031302" y="275373"/>
                    <a:pt x="1029124" y="293288"/>
                    <a:pt x="1022154" y="319589"/>
                  </a:cubicBezTo>
                  <a:cubicBezTo>
                    <a:pt x="1019540" y="329555"/>
                    <a:pt x="1022753" y="339683"/>
                    <a:pt x="1029723" y="346326"/>
                  </a:cubicBezTo>
                  <a:cubicBezTo>
                    <a:pt x="1020194" y="347688"/>
                    <a:pt x="1011699" y="354059"/>
                    <a:pt x="1008050" y="363643"/>
                  </a:cubicBezTo>
                  <a:cubicBezTo>
                    <a:pt x="1002496" y="378291"/>
                    <a:pt x="996234" y="392394"/>
                    <a:pt x="989427" y="405626"/>
                  </a:cubicBezTo>
                  <a:cubicBezTo>
                    <a:pt x="984799" y="414611"/>
                    <a:pt x="985670" y="425012"/>
                    <a:pt x="990789" y="432962"/>
                  </a:cubicBezTo>
                  <a:cubicBezTo>
                    <a:pt x="989972" y="432908"/>
                    <a:pt x="989101" y="432853"/>
                    <a:pt x="988284" y="432853"/>
                  </a:cubicBezTo>
                  <a:cubicBezTo>
                    <a:pt x="979735" y="432853"/>
                    <a:pt x="971349" y="436937"/>
                    <a:pt x="966067" y="444452"/>
                  </a:cubicBezTo>
                  <a:cubicBezTo>
                    <a:pt x="957300" y="456977"/>
                    <a:pt x="947716" y="468575"/>
                    <a:pt x="937696" y="478867"/>
                  </a:cubicBezTo>
                  <a:cubicBezTo>
                    <a:pt x="930835" y="485946"/>
                    <a:pt x="928548" y="495802"/>
                    <a:pt x="930835" y="504678"/>
                  </a:cubicBezTo>
                  <a:cubicBezTo>
                    <a:pt x="927404" y="503208"/>
                    <a:pt x="923756" y="502445"/>
                    <a:pt x="920053" y="502445"/>
                  </a:cubicBezTo>
                  <a:cubicBezTo>
                    <a:pt x="914608" y="502445"/>
                    <a:pt x="909162" y="504079"/>
                    <a:pt x="904370" y="507401"/>
                  </a:cubicBezTo>
                  <a:cubicBezTo>
                    <a:pt x="893099" y="515351"/>
                    <a:pt x="881119" y="522267"/>
                    <a:pt x="868649" y="527930"/>
                  </a:cubicBezTo>
                  <a:lnTo>
                    <a:pt x="866471" y="528910"/>
                  </a:lnTo>
                  <a:cubicBezTo>
                    <a:pt x="857050" y="533103"/>
                    <a:pt x="851169" y="541924"/>
                    <a:pt x="850352" y="551508"/>
                  </a:cubicBezTo>
                  <a:cubicBezTo>
                    <a:pt x="845343" y="546880"/>
                    <a:pt x="838754" y="544211"/>
                    <a:pt x="831783" y="544211"/>
                  </a:cubicBezTo>
                  <a:cubicBezTo>
                    <a:pt x="828952" y="544211"/>
                    <a:pt x="826120" y="544647"/>
                    <a:pt x="823343" y="545573"/>
                  </a:cubicBezTo>
                  <a:cubicBezTo>
                    <a:pt x="808804" y="550310"/>
                    <a:pt x="793829" y="554394"/>
                    <a:pt x="778800" y="557607"/>
                  </a:cubicBezTo>
                  <a:cubicBezTo>
                    <a:pt x="769053" y="559731"/>
                    <a:pt x="761701" y="566810"/>
                    <a:pt x="758707" y="575631"/>
                  </a:cubicBezTo>
                  <a:cubicBezTo>
                    <a:pt x="758380" y="575577"/>
                    <a:pt x="758053" y="575522"/>
                    <a:pt x="757726" y="575522"/>
                  </a:cubicBezTo>
                  <a:cubicBezTo>
                    <a:pt x="752662" y="568934"/>
                    <a:pt x="744766" y="564795"/>
                    <a:pt x="736108" y="564795"/>
                  </a:cubicBezTo>
                  <a:cubicBezTo>
                    <a:pt x="735128" y="564795"/>
                    <a:pt x="734202" y="564850"/>
                    <a:pt x="733222" y="564958"/>
                  </a:cubicBezTo>
                  <a:cubicBezTo>
                    <a:pt x="717921" y="566646"/>
                    <a:pt x="702401" y="567518"/>
                    <a:pt x="687100" y="567626"/>
                  </a:cubicBezTo>
                  <a:cubicBezTo>
                    <a:pt x="676808" y="567681"/>
                    <a:pt x="667932" y="573453"/>
                    <a:pt x="663358" y="581839"/>
                  </a:cubicBezTo>
                  <a:cubicBezTo>
                    <a:pt x="659546" y="573018"/>
                    <a:pt x="651215" y="566538"/>
                    <a:pt x="641032" y="565503"/>
                  </a:cubicBezTo>
                  <a:cubicBezTo>
                    <a:pt x="625512" y="563978"/>
                    <a:pt x="610265" y="561582"/>
                    <a:pt x="595726" y="558478"/>
                  </a:cubicBezTo>
                  <a:cubicBezTo>
                    <a:pt x="593766" y="558043"/>
                    <a:pt x="591860" y="557879"/>
                    <a:pt x="589954" y="557879"/>
                  </a:cubicBezTo>
                  <a:cubicBezTo>
                    <a:pt x="582167" y="557879"/>
                    <a:pt x="574870" y="561255"/>
                    <a:pt x="569752" y="566864"/>
                  </a:cubicBezTo>
                  <a:cubicBezTo>
                    <a:pt x="568173" y="557662"/>
                    <a:pt x="561856" y="549494"/>
                    <a:pt x="552436" y="546008"/>
                  </a:cubicBezTo>
                  <a:cubicBezTo>
                    <a:pt x="539367" y="541108"/>
                    <a:pt x="527768" y="535499"/>
                    <a:pt x="519001" y="529836"/>
                  </a:cubicBezTo>
                  <a:cubicBezTo>
                    <a:pt x="517204" y="528692"/>
                    <a:pt x="515352" y="527494"/>
                    <a:pt x="513501" y="526351"/>
                  </a:cubicBezTo>
                  <a:cubicBezTo>
                    <a:pt x="509036" y="523628"/>
                    <a:pt x="504081" y="522267"/>
                    <a:pt x="499234" y="522267"/>
                  </a:cubicBezTo>
                  <a:cubicBezTo>
                    <a:pt x="493408" y="522267"/>
                    <a:pt x="487636" y="524118"/>
                    <a:pt x="482952" y="527658"/>
                  </a:cubicBezTo>
                  <a:cubicBezTo>
                    <a:pt x="483225" y="516930"/>
                    <a:pt x="477071" y="506584"/>
                    <a:pt x="466616" y="502010"/>
                  </a:cubicBezTo>
                  <a:cubicBezTo>
                    <a:pt x="451043" y="495203"/>
                    <a:pt x="434597" y="489159"/>
                    <a:pt x="417717" y="484040"/>
                  </a:cubicBezTo>
                  <a:cubicBezTo>
                    <a:pt x="415049" y="483223"/>
                    <a:pt x="412380" y="482842"/>
                    <a:pt x="409712" y="482842"/>
                  </a:cubicBezTo>
                  <a:cubicBezTo>
                    <a:pt x="401598" y="482842"/>
                    <a:pt x="393920" y="486490"/>
                    <a:pt x="388802" y="492644"/>
                  </a:cubicBezTo>
                  <a:cubicBezTo>
                    <a:pt x="386569" y="482243"/>
                    <a:pt x="378347" y="473694"/>
                    <a:pt x="367238" y="471570"/>
                  </a:cubicBezTo>
                  <a:cubicBezTo>
                    <a:pt x="350249" y="468357"/>
                    <a:pt x="332878" y="466016"/>
                    <a:pt x="315725" y="464654"/>
                  </a:cubicBezTo>
                  <a:cubicBezTo>
                    <a:pt x="315725" y="464654"/>
                    <a:pt x="315670" y="464654"/>
                    <a:pt x="315670" y="464654"/>
                  </a:cubicBezTo>
                  <a:cubicBezTo>
                    <a:pt x="315616" y="464654"/>
                    <a:pt x="315616" y="464654"/>
                    <a:pt x="315561" y="464654"/>
                  </a:cubicBezTo>
                  <a:cubicBezTo>
                    <a:pt x="315561" y="464654"/>
                    <a:pt x="315507" y="464654"/>
                    <a:pt x="315507" y="464654"/>
                  </a:cubicBezTo>
                  <a:cubicBezTo>
                    <a:pt x="325418" y="460843"/>
                    <a:pt x="336417" y="456759"/>
                    <a:pt x="349813" y="451858"/>
                  </a:cubicBezTo>
                  <a:cubicBezTo>
                    <a:pt x="359451" y="448318"/>
                    <a:pt x="365877" y="439878"/>
                    <a:pt x="367347" y="430403"/>
                  </a:cubicBezTo>
                  <a:cubicBezTo>
                    <a:pt x="372302" y="434705"/>
                    <a:pt x="378673" y="437155"/>
                    <a:pt x="385317" y="437155"/>
                  </a:cubicBezTo>
                  <a:cubicBezTo>
                    <a:pt x="388421" y="437155"/>
                    <a:pt x="391579" y="436611"/>
                    <a:pt x="394628" y="435522"/>
                  </a:cubicBezTo>
                  <a:cubicBezTo>
                    <a:pt x="409331" y="430185"/>
                    <a:pt x="424360" y="424631"/>
                    <a:pt x="439716" y="418859"/>
                  </a:cubicBezTo>
                  <a:cubicBezTo>
                    <a:pt x="449409" y="415210"/>
                    <a:pt x="455835" y="406607"/>
                    <a:pt x="457141" y="396968"/>
                  </a:cubicBezTo>
                  <a:cubicBezTo>
                    <a:pt x="462042" y="401052"/>
                    <a:pt x="468250" y="403394"/>
                    <a:pt x="474676" y="403394"/>
                  </a:cubicBezTo>
                  <a:cubicBezTo>
                    <a:pt x="478052" y="403394"/>
                    <a:pt x="481482" y="402741"/>
                    <a:pt x="484804" y="401434"/>
                  </a:cubicBezTo>
                  <a:cubicBezTo>
                    <a:pt x="488616" y="399909"/>
                    <a:pt x="492482" y="398330"/>
                    <a:pt x="496348" y="396805"/>
                  </a:cubicBezTo>
                  <a:cubicBezTo>
                    <a:pt x="508328" y="391904"/>
                    <a:pt x="519981" y="386513"/>
                    <a:pt x="530981" y="380687"/>
                  </a:cubicBezTo>
                  <a:cubicBezTo>
                    <a:pt x="540673" y="375514"/>
                    <a:pt x="546010" y="365331"/>
                    <a:pt x="545411" y="355039"/>
                  </a:cubicBezTo>
                  <a:cubicBezTo>
                    <a:pt x="549441" y="357272"/>
                    <a:pt x="554015" y="358415"/>
                    <a:pt x="558589" y="358415"/>
                  </a:cubicBezTo>
                  <a:cubicBezTo>
                    <a:pt x="564252" y="358415"/>
                    <a:pt x="569970" y="356672"/>
                    <a:pt x="574870" y="353024"/>
                  </a:cubicBezTo>
                  <a:cubicBezTo>
                    <a:pt x="589029" y="342460"/>
                    <a:pt x="602152" y="330752"/>
                    <a:pt x="614023" y="318228"/>
                  </a:cubicBezTo>
                  <a:cubicBezTo>
                    <a:pt x="621646" y="310115"/>
                    <a:pt x="623389" y="298570"/>
                    <a:pt x="619359" y="288932"/>
                  </a:cubicBezTo>
                  <a:cubicBezTo>
                    <a:pt x="620830" y="289150"/>
                    <a:pt x="622300" y="289259"/>
                    <a:pt x="623716" y="289259"/>
                  </a:cubicBezTo>
                  <a:cubicBezTo>
                    <a:pt x="632592" y="289259"/>
                    <a:pt x="641359" y="284902"/>
                    <a:pt x="646586" y="276898"/>
                  </a:cubicBezTo>
                  <a:cubicBezTo>
                    <a:pt x="656007" y="262413"/>
                    <a:pt x="664338" y="246839"/>
                    <a:pt x="671308" y="230667"/>
                  </a:cubicBezTo>
                  <a:cubicBezTo>
                    <a:pt x="675665" y="220483"/>
                    <a:pt x="673323" y="209157"/>
                    <a:pt x="666298" y="201479"/>
                  </a:cubicBezTo>
                  <a:cubicBezTo>
                    <a:pt x="676481" y="199628"/>
                    <a:pt x="685194" y="192004"/>
                    <a:pt x="687862" y="181277"/>
                  </a:cubicBezTo>
                  <a:cubicBezTo>
                    <a:pt x="692001" y="164832"/>
                    <a:pt x="694941" y="147679"/>
                    <a:pt x="696738" y="130362"/>
                  </a:cubicBezTo>
                  <a:cubicBezTo>
                    <a:pt x="697827" y="119417"/>
                    <a:pt x="692273" y="109398"/>
                    <a:pt x="683397" y="104170"/>
                  </a:cubicBezTo>
                  <a:cubicBezTo>
                    <a:pt x="692600" y="99487"/>
                    <a:pt x="698807" y="89849"/>
                    <a:pt x="698372" y="78795"/>
                  </a:cubicBezTo>
                  <a:cubicBezTo>
                    <a:pt x="697718" y="62295"/>
                    <a:pt x="696085" y="52167"/>
                    <a:pt x="695921" y="51078"/>
                  </a:cubicBezTo>
                  <a:cubicBezTo>
                    <a:pt x="693743" y="37736"/>
                    <a:pt x="682199" y="28262"/>
                    <a:pt x="669130" y="28262"/>
                  </a:cubicBezTo>
                  <a:cubicBezTo>
                    <a:pt x="667660" y="28262"/>
                    <a:pt x="666189" y="28371"/>
                    <a:pt x="664719" y="28643"/>
                  </a:cubicBezTo>
                  <a:cubicBezTo>
                    <a:pt x="649908" y="31039"/>
                    <a:pt x="639834" y="44979"/>
                    <a:pt x="642175" y="59845"/>
                  </a:cubicBezTo>
                  <a:cubicBezTo>
                    <a:pt x="642175" y="59899"/>
                    <a:pt x="643428" y="67850"/>
                    <a:pt x="643972" y="80973"/>
                  </a:cubicBezTo>
                  <a:cubicBezTo>
                    <a:pt x="644354" y="90611"/>
                    <a:pt x="649744" y="98779"/>
                    <a:pt x="657477" y="103299"/>
                  </a:cubicBezTo>
                  <a:cubicBezTo>
                    <a:pt x="649472" y="107329"/>
                    <a:pt x="643591" y="115224"/>
                    <a:pt x="642611" y="124808"/>
                  </a:cubicBezTo>
                  <a:cubicBezTo>
                    <a:pt x="641141" y="139565"/>
                    <a:pt x="638581" y="154050"/>
                    <a:pt x="635096" y="167990"/>
                  </a:cubicBezTo>
                  <a:cubicBezTo>
                    <a:pt x="632809" y="177247"/>
                    <a:pt x="635478" y="186559"/>
                    <a:pt x="641468" y="193039"/>
                  </a:cubicBezTo>
                  <a:cubicBezTo>
                    <a:pt x="632755" y="194618"/>
                    <a:pt x="625022" y="200390"/>
                    <a:pt x="621265" y="209103"/>
                  </a:cubicBezTo>
                  <a:cubicBezTo>
                    <a:pt x="615547" y="222444"/>
                    <a:pt x="608741" y="235186"/>
                    <a:pt x="601008" y="247003"/>
                  </a:cubicBezTo>
                  <a:cubicBezTo>
                    <a:pt x="595890" y="254844"/>
                    <a:pt x="595345" y="264428"/>
                    <a:pt x="598721" y="272487"/>
                  </a:cubicBezTo>
                  <a:cubicBezTo>
                    <a:pt x="597251" y="272269"/>
                    <a:pt x="595781" y="272106"/>
                    <a:pt x="594311" y="272106"/>
                  </a:cubicBezTo>
                  <a:cubicBezTo>
                    <a:pt x="587068" y="272106"/>
                    <a:pt x="579880" y="274937"/>
                    <a:pt x="574489" y="280601"/>
                  </a:cubicBezTo>
                  <a:cubicBezTo>
                    <a:pt x="564796" y="290838"/>
                    <a:pt x="553960" y="300476"/>
                    <a:pt x="542362" y="309134"/>
                  </a:cubicBezTo>
                  <a:cubicBezTo>
                    <a:pt x="534738" y="314797"/>
                    <a:pt x="530926" y="323728"/>
                    <a:pt x="531471" y="332549"/>
                  </a:cubicBezTo>
                  <a:cubicBezTo>
                    <a:pt x="527441" y="330317"/>
                    <a:pt x="522921" y="329173"/>
                    <a:pt x="518293" y="329173"/>
                  </a:cubicBezTo>
                  <a:cubicBezTo>
                    <a:pt x="513991" y="329173"/>
                    <a:pt x="509635" y="330208"/>
                    <a:pt x="505551" y="332332"/>
                  </a:cubicBezTo>
                  <a:cubicBezTo>
                    <a:pt x="501358" y="334564"/>
                    <a:pt x="497002" y="336688"/>
                    <a:pt x="492591" y="338757"/>
                  </a:cubicBezTo>
                  <a:cubicBezTo>
                    <a:pt x="453820" y="327867"/>
                    <a:pt x="424088" y="301511"/>
                    <a:pt x="404267" y="260398"/>
                  </a:cubicBezTo>
                  <a:cubicBezTo>
                    <a:pt x="367510" y="184217"/>
                    <a:pt x="316596" y="125843"/>
                    <a:pt x="256370" y="90394"/>
                  </a:cubicBezTo>
                  <a:cubicBezTo>
                    <a:pt x="257568" y="86854"/>
                    <a:pt x="258548" y="83206"/>
                    <a:pt x="259038" y="79394"/>
                  </a:cubicBezTo>
                  <a:cubicBezTo>
                    <a:pt x="264157" y="41984"/>
                    <a:pt x="232574" y="6752"/>
                    <a:pt x="188466" y="762"/>
                  </a:cubicBezTo>
                  <a:cubicBezTo>
                    <a:pt x="184219" y="273"/>
                    <a:pt x="179863" y="0"/>
                    <a:pt x="175615" y="0"/>
                  </a:cubicBezTo>
                  <a:lnTo>
                    <a:pt x="175615" y="0"/>
                  </a:lnTo>
                  <a:close/>
                  <a:moveTo>
                    <a:pt x="289533" y="479248"/>
                  </a:moveTo>
                  <a:cubicBezTo>
                    <a:pt x="287137" y="474075"/>
                    <a:pt x="283161" y="469828"/>
                    <a:pt x="278261" y="466996"/>
                  </a:cubicBezTo>
                  <a:cubicBezTo>
                    <a:pt x="278478" y="466070"/>
                    <a:pt x="278642" y="465090"/>
                    <a:pt x="278805" y="464110"/>
                  </a:cubicBezTo>
                  <a:cubicBezTo>
                    <a:pt x="283597" y="468031"/>
                    <a:pt x="289696" y="470154"/>
                    <a:pt x="295958" y="470154"/>
                  </a:cubicBezTo>
                  <a:cubicBezTo>
                    <a:pt x="296394" y="470154"/>
                    <a:pt x="296775" y="470154"/>
                    <a:pt x="297211" y="470100"/>
                  </a:cubicBezTo>
                  <a:cubicBezTo>
                    <a:pt x="293998" y="472550"/>
                    <a:pt x="291384" y="475654"/>
                    <a:pt x="289533" y="479248"/>
                  </a:cubicBezTo>
                  <a:lnTo>
                    <a:pt x="289533" y="479248"/>
                  </a:lnTo>
                  <a:close/>
                </a:path>
              </a:pathLst>
            </a:custGeom>
            <a:solidFill>
              <a:srgbClr val="855B99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D4EA6FD2-9E93-46DA-97C9-7DF24FDDCAA9}"/>
                </a:ext>
              </a:extLst>
            </p:cNvPr>
            <p:cNvSpPr/>
            <p:nvPr/>
          </p:nvSpPr>
          <p:spPr>
            <a:xfrm>
              <a:off x="3817787" y="4476044"/>
              <a:ext cx="1085582" cy="949734"/>
            </a:xfrm>
            <a:custGeom>
              <a:avLst/>
              <a:gdLst>
                <a:gd name="connsiteX0" fmla="*/ 1061579 w 1085582"/>
                <a:gd name="connsiteY0" fmla="*/ 251309 h 949734"/>
                <a:gd name="connsiteX1" fmla="*/ 1031357 w 1085582"/>
                <a:gd name="connsiteY1" fmla="*/ 275159 h 949734"/>
                <a:gd name="connsiteX2" fmla="*/ 1022208 w 1085582"/>
                <a:gd name="connsiteY2" fmla="*/ 319539 h 949734"/>
                <a:gd name="connsiteX3" fmla="*/ 1029778 w 1085582"/>
                <a:gd name="connsiteY3" fmla="*/ 346276 h 949734"/>
                <a:gd name="connsiteX4" fmla="*/ 1008105 w 1085582"/>
                <a:gd name="connsiteY4" fmla="*/ 363592 h 949734"/>
                <a:gd name="connsiteX5" fmla="*/ 989482 w 1085582"/>
                <a:gd name="connsiteY5" fmla="*/ 405576 h 949734"/>
                <a:gd name="connsiteX6" fmla="*/ 990843 w 1085582"/>
                <a:gd name="connsiteY6" fmla="*/ 432912 h 949734"/>
                <a:gd name="connsiteX7" fmla="*/ 966121 w 1085582"/>
                <a:gd name="connsiteY7" fmla="*/ 444402 h 949734"/>
                <a:gd name="connsiteX8" fmla="*/ 937751 w 1085582"/>
                <a:gd name="connsiteY8" fmla="*/ 478817 h 949734"/>
                <a:gd name="connsiteX9" fmla="*/ 930889 w 1085582"/>
                <a:gd name="connsiteY9" fmla="*/ 504628 h 949734"/>
                <a:gd name="connsiteX10" fmla="*/ 904425 w 1085582"/>
                <a:gd name="connsiteY10" fmla="*/ 507405 h 949734"/>
                <a:gd name="connsiteX11" fmla="*/ 868703 w 1085582"/>
                <a:gd name="connsiteY11" fmla="*/ 527934 h 949734"/>
                <a:gd name="connsiteX12" fmla="*/ 866525 w 1085582"/>
                <a:gd name="connsiteY12" fmla="*/ 528914 h 949734"/>
                <a:gd name="connsiteX13" fmla="*/ 850407 w 1085582"/>
                <a:gd name="connsiteY13" fmla="*/ 551512 h 949734"/>
                <a:gd name="connsiteX14" fmla="*/ 823398 w 1085582"/>
                <a:gd name="connsiteY14" fmla="*/ 545577 h 949734"/>
                <a:gd name="connsiteX15" fmla="*/ 778854 w 1085582"/>
                <a:gd name="connsiteY15" fmla="*/ 557611 h 949734"/>
                <a:gd name="connsiteX16" fmla="*/ 758761 w 1085582"/>
                <a:gd name="connsiteY16" fmla="*/ 575635 h 949734"/>
                <a:gd name="connsiteX17" fmla="*/ 757781 w 1085582"/>
                <a:gd name="connsiteY17" fmla="*/ 575527 h 949734"/>
                <a:gd name="connsiteX18" fmla="*/ 733222 w 1085582"/>
                <a:gd name="connsiteY18" fmla="*/ 564963 h 949734"/>
                <a:gd name="connsiteX19" fmla="*/ 687100 w 1085582"/>
                <a:gd name="connsiteY19" fmla="*/ 567631 h 949734"/>
                <a:gd name="connsiteX20" fmla="*/ 663358 w 1085582"/>
                <a:gd name="connsiteY20" fmla="*/ 581843 h 949734"/>
                <a:gd name="connsiteX21" fmla="*/ 641032 w 1085582"/>
                <a:gd name="connsiteY21" fmla="*/ 565507 h 949734"/>
                <a:gd name="connsiteX22" fmla="*/ 595726 w 1085582"/>
                <a:gd name="connsiteY22" fmla="*/ 558483 h 949734"/>
                <a:gd name="connsiteX23" fmla="*/ 569752 w 1085582"/>
                <a:gd name="connsiteY23" fmla="*/ 566868 h 949734"/>
                <a:gd name="connsiteX24" fmla="*/ 552436 w 1085582"/>
                <a:gd name="connsiteY24" fmla="*/ 546013 h 949734"/>
                <a:gd name="connsiteX25" fmla="*/ 519001 w 1085582"/>
                <a:gd name="connsiteY25" fmla="*/ 529840 h 949734"/>
                <a:gd name="connsiteX26" fmla="*/ 513501 w 1085582"/>
                <a:gd name="connsiteY26" fmla="*/ 526355 h 949734"/>
                <a:gd name="connsiteX27" fmla="*/ 482952 w 1085582"/>
                <a:gd name="connsiteY27" fmla="*/ 527716 h 949734"/>
                <a:gd name="connsiteX28" fmla="*/ 466616 w 1085582"/>
                <a:gd name="connsiteY28" fmla="*/ 502068 h 949734"/>
                <a:gd name="connsiteX29" fmla="*/ 417717 w 1085582"/>
                <a:gd name="connsiteY29" fmla="*/ 484099 h 949734"/>
                <a:gd name="connsiteX30" fmla="*/ 388802 w 1085582"/>
                <a:gd name="connsiteY30" fmla="*/ 492702 h 949734"/>
                <a:gd name="connsiteX31" fmla="*/ 367238 w 1085582"/>
                <a:gd name="connsiteY31" fmla="*/ 471629 h 949734"/>
                <a:gd name="connsiteX32" fmla="*/ 315725 w 1085582"/>
                <a:gd name="connsiteY32" fmla="*/ 464713 h 949734"/>
                <a:gd name="connsiteX33" fmla="*/ 315507 w 1085582"/>
                <a:gd name="connsiteY33" fmla="*/ 464713 h 949734"/>
                <a:gd name="connsiteX34" fmla="*/ 349813 w 1085582"/>
                <a:gd name="connsiteY34" fmla="*/ 451917 h 949734"/>
                <a:gd name="connsiteX35" fmla="*/ 367347 w 1085582"/>
                <a:gd name="connsiteY35" fmla="*/ 430462 h 949734"/>
                <a:gd name="connsiteX36" fmla="*/ 394628 w 1085582"/>
                <a:gd name="connsiteY36" fmla="*/ 435580 h 949734"/>
                <a:gd name="connsiteX37" fmla="*/ 439716 w 1085582"/>
                <a:gd name="connsiteY37" fmla="*/ 418918 h 949734"/>
                <a:gd name="connsiteX38" fmla="*/ 457141 w 1085582"/>
                <a:gd name="connsiteY38" fmla="*/ 397027 h 949734"/>
                <a:gd name="connsiteX39" fmla="*/ 484804 w 1085582"/>
                <a:gd name="connsiteY39" fmla="*/ 401438 h 949734"/>
                <a:gd name="connsiteX40" fmla="*/ 496348 w 1085582"/>
                <a:gd name="connsiteY40" fmla="*/ 396809 h 949734"/>
                <a:gd name="connsiteX41" fmla="*/ 530981 w 1085582"/>
                <a:gd name="connsiteY41" fmla="*/ 380691 h 949734"/>
                <a:gd name="connsiteX42" fmla="*/ 545411 w 1085582"/>
                <a:gd name="connsiteY42" fmla="*/ 355043 h 949734"/>
                <a:gd name="connsiteX43" fmla="*/ 574870 w 1085582"/>
                <a:gd name="connsiteY43" fmla="*/ 353028 h 949734"/>
                <a:gd name="connsiteX44" fmla="*/ 614023 w 1085582"/>
                <a:gd name="connsiteY44" fmla="*/ 318232 h 949734"/>
                <a:gd name="connsiteX45" fmla="*/ 619359 w 1085582"/>
                <a:gd name="connsiteY45" fmla="*/ 288936 h 949734"/>
                <a:gd name="connsiteX46" fmla="*/ 646586 w 1085582"/>
                <a:gd name="connsiteY46" fmla="*/ 276956 h 949734"/>
                <a:gd name="connsiteX47" fmla="*/ 671308 w 1085582"/>
                <a:gd name="connsiteY47" fmla="*/ 230725 h 949734"/>
                <a:gd name="connsiteX48" fmla="*/ 666298 w 1085582"/>
                <a:gd name="connsiteY48" fmla="*/ 201538 h 949734"/>
                <a:gd name="connsiteX49" fmla="*/ 687862 w 1085582"/>
                <a:gd name="connsiteY49" fmla="*/ 181336 h 949734"/>
                <a:gd name="connsiteX50" fmla="*/ 696738 w 1085582"/>
                <a:gd name="connsiteY50" fmla="*/ 130421 h 949734"/>
                <a:gd name="connsiteX51" fmla="*/ 683397 w 1085582"/>
                <a:gd name="connsiteY51" fmla="*/ 104229 h 949734"/>
                <a:gd name="connsiteX52" fmla="*/ 698372 w 1085582"/>
                <a:gd name="connsiteY52" fmla="*/ 78853 h 949734"/>
                <a:gd name="connsiteX53" fmla="*/ 695921 w 1085582"/>
                <a:gd name="connsiteY53" fmla="*/ 51136 h 949734"/>
                <a:gd name="connsiteX54" fmla="*/ 664719 w 1085582"/>
                <a:gd name="connsiteY54" fmla="*/ 28701 h 949734"/>
                <a:gd name="connsiteX55" fmla="*/ 642175 w 1085582"/>
                <a:gd name="connsiteY55" fmla="*/ 59904 h 949734"/>
                <a:gd name="connsiteX56" fmla="*/ 643972 w 1085582"/>
                <a:gd name="connsiteY56" fmla="*/ 81032 h 949734"/>
                <a:gd name="connsiteX57" fmla="*/ 657477 w 1085582"/>
                <a:gd name="connsiteY57" fmla="*/ 103358 h 949734"/>
                <a:gd name="connsiteX58" fmla="*/ 642611 w 1085582"/>
                <a:gd name="connsiteY58" fmla="*/ 124867 h 949734"/>
                <a:gd name="connsiteX59" fmla="*/ 635096 w 1085582"/>
                <a:gd name="connsiteY59" fmla="*/ 168049 h 949734"/>
                <a:gd name="connsiteX60" fmla="*/ 641468 w 1085582"/>
                <a:gd name="connsiteY60" fmla="*/ 193097 h 949734"/>
                <a:gd name="connsiteX61" fmla="*/ 621265 w 1085582"/>
                <a:gd name="connsiteY61" fmla="*/ 209161 h 949734"/>
                <a:gd name="connsiteX62" fmla="*/ 601008 w 1085582"/>
                <a:gd name="connsiteY62" fmla="*/ 247061 h 949734"/>
                <a:gd name="connsiteX63" fmla="*/ 598721 w 1085582"/>
                <a:gd name="connsiteY63" fmla="*/ 272546 h 949734"/>
                <a:gd name="connsiteX64" fmla="*/ 574489 w 1085582"/>
                <a:gd name="connsiteY64" fmla="*/ 280714 h 949734"/>
                <a:gd name="connsiteX65" fmla="*/ 542362 w 1085582"/>
                <a:gd name="connsiteY65" fmla="*/ 309247 h 949734"/>
                <a:gd name="connsiteX66" fmla="*/ 531471 w 1085582"/>
                <a:gd name="connsiteY66" fmla="*/ 332663 h 949734"/>
                <a:gd name="connsiteX67" fmla="*/ 505551 w 1085582"/>
                <a:gd name="connsiteY67" fmla="*/ 332445 h 949734"/>
                <a:gd name="connsiteX68" fmla="*/ 492591 w 1085582"/>
                <a:gd name="connsiteY68" fmla="*/ 338870 h 949734"/>
                <a:gd name="connsiteX69" fmla="*/ 404267 w 1085582"/>
                <a:gd name="connsiteY69" fmla="*/ 260511 h 949734"/>
                <a:gd name="connsiteX70" fmla="*/ 256370 w 1085582"/>
                <a:gd name="connsiteY70" fmla="*/ 90507 h 949734"/>
                <a:gd name="connsiteX71" fmla="*/ 259038 w 1085582"/>
                <a:gd name="connsiteY71" fmla="*/ 79507 h 949734"/>
                <a:gd name="connsiteX72" fmla="*/ 188466 w 1085582"/>
                <a:gd name="connsiteY72" fmla="*/ 876 h 949734"/>
                <a:gd name="connsiteX73" fmla="*/ 99380 w 1085582"/>
                <a:gd name="connsiteY73" fmla="*/ 57671 h 949734"/>
                <a:gd name="connsiteX74" fmla="*/ 169952 w 1085582"/>
                <a:gd name="connsiteY74" fmla="*/ 136302 h 949734"/>
                <a:gd name="connsiteX75" fmla="*/ 242049 w 1085582"/>
                <a:gd name="connsiteY75" fmla="*/ 113595 h 949734"/>
                <a:gd name="connsiteX76" fmla="*/ 379763 w 1085582"/>
                <a:gd name="connsiteY76" fmla="*/ 272328 h 949734"/>
                <a:gd name="connsiteX77" fmla="*/ 458013 w 1085582"/>
                <a:gd name="connsiteY77" fmla="*/ 354608 h 949734"/>
                <a:gd name="connsiteX78" fmla="*/ 447830 w 1085582"/>
                <a:gd name="connsiteY78" fmla="*/ 372414 h 949734"/>
                <a:gd name="connsiteX79" fmla="*/ 420712 w 1085582"/>
                <a:gd name="connsiteY79" fmla="*/ 367785 h 949734"/>
                <a:gd name="connsiteX80" fmla="*/ 376169 w 1085582"/>
                <a:gd name="connsiteY80" fmla="*/ 384230 h 949734"/>
                <a:gd name="connsiteX81" fmla="*/ 358580 w 1085582"/>
                <a:gd name="connsiteY81" fmla="*/ 405685 h 949734"/>
                <a:gd name="connsiteX82" fmla="*/ 331244 w 1085582"/>
                <a:gd name="connsiteY82" fmla="*/ 400567 h 949734"/>
                <a:gd name="connsiteX83" fmla="*/ 286047 w 1085582"/>
                <a:gd name="connsiteY83" fmla="*/ 417502 h 949734"/>
                <a:gd name="connsiteX84" fmla="*/ 268840 w 1085582"/>
                <a:gd name="connsiteY84" fmla="*/ 439773 h 949734"/>
                <a:gd name="connsiteX85" fmla="*/ 240851 w 1085582"/>
                <a:gd name="connsiteY85" fmla="*/ 435962 h 949734"/>
                <a:gd name="connsiteX86" fmla="*/ 196035 w 1085582"/>
                <a:gd name="connsiteY86" fmla="*/ 457090 h 949734"/>
                <a:gd name="connsiteX87" fmla="*/ 181278 w 1085582"/>
                <a:gd name="connsiteY87" fmla="*/ 481812 h 949734"/>
                <a:gd name="connsiteX88" fmla="*/ 152363 w 1085582"/>
                <a:gd name="connsiteY88" fmla="*/ 482138 h 949734"/>
                <a:gd name="connsiteX89" fmla="*/ 111142 w 1085582"/>
                <a:gd name="connsiteY89" fmla="*/ 512088 h 949734"/>
                <a:gd name="connsiteX90" fmla="*/ 102103 w 1085582"/>
                <a:gd name="connsiteY90" fmla="*/ 539859 h 949734"/>
                <a:gd name="connsiteX91" fmla="*/ 73841 w 1085582"/>
                <a:gd name="connsiteY91" fmla="*/ 547265 h 949734"/>
                <a:gd name="connsiteX92" fmla="*/ 41550 w 1085582"/>
                <a:gd name="connsiteY92" fmla="*/ 587071 h 949734"/>
                <a:gd name="connsiteX93" fmla="*/ 40406 w 1085582"/>
                <a:gd name="connsiteY93" fmla="*/ 616694 h 949734"/>
                <a:gd name="connsiteX94" fmla="*/ 14432 w 1085582"/>
                <a:gd name="connsiteY94" fmla="*/ 630797 h 949734"/>
                <a:gd name="connsiteX95" fmla="*/ 2670 w 1085582"/>
                <a:gd name="connsiteY95" fmla="*/ 653886 h 949734"/>
                <a:gd name="connsiteX96" fmla="*/ 15466 w 1085582"/>
                <a:gd name="connsiteY96" fmla="*/ 690206 h 949734"/>
                <a:gd name="connsiteX97" fmla="*/ 27174 w 1085582"/>
                <a:gd name="connsiteY97" fmla="*/ 692875 h 949734"/>
                <a:gd name="connsiteX98" fmla="*/ 51733 w 1085582"/>
                <a:gd name="connsiteY98" fmla="*/ 677410 h 949734"/>
                <a:gd name="connsiteX99" fmla="*/ 62242 w 1085582"/>
                <a:gd name="connsiteY99" fmla="*/ 656826 h 949734"/>
                <a:gd name="connsiteX100" fmla="*/ 61589 w 1085582"/>
                <a:gd name="connsiteY100" fmla="*/ 629926 h 949734"/>
                <a:gd name="connsiteX101" fmla="*/ 63767 w 1085582"/>
                <a:gd name="connsiteY101" fmla="*/ 630089 h 949734"/>
                <a:gd name="connsiteX102" fmla="*/ 85984 w 1085582"/>
                <a:gd name="connsiteY102" fmla="*/ 618600 h 949734"/>
                <a:gd name="connsiteX103" fmla="*/ 113756 w 1085582"/>
                <a:gd name="connsiteY103" fmla="*/ 584348 h 949734"/>
                <a:gd name="connsiteX104" fmla="*/ 120181 w 1085582"/>
                <a:gd name="connsiteY104" fmla="*/ 559027 h 949734"/>
                <a:gd name="connsiteX105" fmla="*/ 145829 w 1085582"/>
                <a:gd name="connsiteY105" fmla="*/ 554126 h 949734"/>
                <a:gd name="connsiteX106" fmla="*/ 181768 w 1085582"/>
                <a:gd name="connsiteY106" fmla="*/ 528043 h 949734"/>
                <a:gd name="connsiteX107" fmla="*/ 193694 w 1085582"/>
                <a:gd name="connsiteY107" fmla="*/ 510618 h 949734"/>
                <a:gd name="connsiteX108" fmla="*/ 220104 w 1085582"/>
                <a:gd name="connsiteY108" fmla="*/ 522053 h 949734"/>
                <a:gd name="connsiteX109" fmla="*/ 265682 w 1085582"/>
                <a:gd name="connsiteY109" fmla="*/ 517806 h 949734"/>
                <a:gd name="connsiteX110" fmla="*/ 288933 w 1085582"/>
                <a:gd name="connsiteY110" fmla="*/ 503049 h 949734"/>
                <a:gd name="connsiteX111" fmla="*/ 311532 w 1085582"/>
                <a:gd name="connsiteY111" fmla="*/ 518840 h 949734"/>
                <a:gd name="connsiteX112" fmla="*/ 357164 w 1085582"/>
                <a:gd name="connsiteY112" fmla="*/ 524993 h 949734"/>
                <a:gd name="connsiteX113" fmla="*/ 383193 w 1085582"/>
                <a:gd name="connsiteY113" fmla="*/ 515682 h 949734"/>
                <a:gd name="connsiteX114" fmla="*/ 401871 w 1085582"/>
                <a:gd name="connsiteY114" fmla="*/ 536048 h 949734"/>
                <a:gd name="connsiteX115" fmla="*/ 444944 w 1085582"/>
                <a:gd name="connsiteY115" fmla="*/ 551894 h 949734"/>
                <a:gd name="connsiteX116" fmla="*/ 472062 w 1085582"/>
                <a:gd name="connsiteY116" fmla="*/ 548735 h 949734"/>
                <a:gd name="connsiteX117" fmla="*/ 484967 w 1085582"/>
                <a:gd name="connsiteY117" fmla="*/ 572586 h 949734"/>
                <a:gd name="connsiteX118" fmla="*/ 489487 w 1085582"/>
                <a:gd name="connsiteY118" fmla="*/ 575418 h 949734"/>
                <a:gd name="connsiteX119" fmla="*/ 533431 w 1085582"/>
                <a:gd name="connsiteY119" fmla="*/ 596873 h 949734"/>
                <a:gd name="connsiteX120" fmla="*/ 563163 w 1085582"/>
                <a:gd name="connsiteY120" fmla="*/ 589630 h 949734"/>
                <a:gd name="connsiteX121" fmla="*/ 584237 w 1085582"/>
                <a:gd name="connsiteY121" fmla="*/ 611575 h 949734"/>
                <a:gd name="connsiteX122" fmla="*/ 635695 w 1085582"/>
                <a:gd name="connsiteY122" fmla="*/ 619580 h 949734"/>
                <a:gd name="connsiteX123" fmla="*/ 662323 w 1085582"/>
                <a:gd name="connsiteY123" fmla="*/ 605476 h 949734"/>
                <a:gd name="connsiteX124" fmla="*/ 687318 w 1085582"/>
                <a:gd name="connsiteY124" fmla="*/ 621921 h 949734"/>
                <a:gd name="connsiteX125" fmla="*/ 687481 w 1085582"/>
                <a:gd name="connsiteY125" fmla="*/ 621921 h 949734"/>
                <a:gd name="connsiteX126" fmla="*/ 739158 w 1085582"/>
                <a:gd name="connsiteY126" fmla="*/ 618926 h 949734"/>
                <a:gd name="connsiteX127" fmla="*/ 740519 w 1085582"/>
                <a:gd name="connsiteY127" fmla="*/ 618654 h 949734"/>
                <a:gd name="connsiteX128" fmla="*/ 678278 w 1085582"/>
                <a:gd name="connsiteY128" fmla="*/ 658188 h 949734"/>
                <a:gd name="connsiteX129" fmla="*/ 451043 w 1085582"/>
                <a:gd name="connsiteY129" fmla="*/ 795302 h 949734"/>
                <a:gd name="connsiteX130" fmla="*/ 376659 w 1085582"/>
                <a:gd name="connsiteY130" fmla="*/ 822311 h 949734"/>
                <a:gd name="connsiteX131" fmla="*/ 364624 w 1085582"/>
                <a:gd name="connsiteY131" fmla="*/ 931654 h 949734"/>
                <a:gd name="connsiteX132" fmla="*/ 474185 w 1085582"/>
                <a:gd name="connsiteY132" fmla="*/ 921907 h 949734"/>
                <a:gd name="connsiteX133" fmla="*/ 486220 w 1085582"/>
                <a:gd name="connsiteY133" fmla="*/ 812564 h 949734"/>
                <a:gd name="connsiteX134" fmla="*/ 478760 w 1085582"/>
                <a:gd name="connsiteY134" fmla="*/ 806248 h 949734"/>
                <a:gd name="connsiteX135" fmla="*/ 686827 w 1085582"/>
                <a:gd name="connsiteY135" fmla="*/ 684053 h 949734"/>
                <a:gd name="connsiteX136" fmla="*/ 767583 w 1085582"/>
                <a:gd name="connsiteY136" fmla="*/ 625788 h 949734"/>
                <a:gd name="connsiteX137" fmla="*/ 772592 w 1085582"/>
                <a:gd name="connsiteY137" fmla="*/ 608417 h 949734"/>
                <a:gd name="connsiteX138" fmla="*/ 790290 w 1085582"/>
                <a:gd name="connsiteY138" fmla="*/ 610649 h 949734"/>
                <a:gd name="connsiteX139" fmla="*/ 840333 w 1085582"/>
                <a:gd name="connsiteY139" fmla="*/ 597145 h 949734"/>
                <a:gd name="connsiteX140" fmla="*/ 859010 w 1085582"/>
                <a:gd name="connsiteY140" fmla="*/ 573512 h 949734"/>
                <a:gd name="connsiteX141" fmla="*/ 888579 w 1085582"/>
                <a:gd name="connsiteY141" fmla="*/ 578467 h 949734"/>
                <a:gd name="connsiteX142" fmla="*/ 891247 w 1085582"/>
                <a:gd name="connsiteY142" fmla="*/ 577269 h 949734"/>
                <a:gd name="connsiteX143" fmla="*/ 935736 w 1085582"/>
                <a:gd name="connsiteY143" fmla="*/ 551676 h 949734"/>
                <a:gd name="connsiteX144" fmla="*/ 946409 w 1085582"/>
                <a:gd name="connsiteY144" fmla="*/ 522597 h 949734"/>
                <a:gd name="connsiteX145" fmla="*/ 976685 w 1085582"/>
                <a:gd name="connsiteY145" fmla="*/ 516553 h 949734"/>
                <a:gd name="connsiteX146" fmla="*/ 1010610 w 1085582"/>
                <a:gd name="connsiteY146" fmla="*/ 475441 h 949734"/>
                <a:gd name="connsiteX147" fmla="*/ 1011154 w 1085582"/>
                <a:gd name="connsiteY147" fmla="*/ 444946 h 949734"/>
                <a:gd name="connsiteX148" fmla="*/ 1037782 w 1085582"/>
                <a:gd name="connsiteY148" fmla="*/ 430298 h 949734"/>
                <a:gd name="connsiteX149" fmla="*/ 1058965 w 1085582"/>
                <a:gd name="connsiteY149" fmla="*/ 382651 h 949734"/>
                <a:gd name="connsiteX150" fmla="*/ 1052267 w 1085582"/>
                <a:gd name="connsiteY150" fmla="*/ 353246 h 949734"/>
                <a:gd name="connsiteX151" fmla="*/ 1074811 w 1085582"/>
                <a:gd name="connsiteY151" fmla="*/ 333261 h 949734"/>
                <a:gd name="connsiteX152" fmla="*/ 1085375 w 1085582"/>
                <a:gd name="connsiteY152" fmla="*/ 281258 h 949734"/>
                <a:gd name="connsiteX153" fmla="*/ 1061579 w 1085582"/>
                <a:gd name="connsiteY153" fmla="*/ 251309 h 949734"/>
                <a:gd name="connsiteX154" fmla="*/ 289533 w 1085582"/>
                <a:gd name="connsiteY154" fmla="*/ 479361 h 949734"/>
                <a:gd name="connsiteX155" fmla="*/ 278261 w 1085582"/>
                <a:gd name="connsiteY155" fmla="*/ 467109 h 949734"/>
                <a:gd name="connsiteX156" fmla="*/ 278805 w 1085582"/>
                <a:gd name="connsiteY156" fmla="*/ 464223 h 949734"/>
                <a:gd name="connsiteX157" fmla="*/ 297156 w 1085582"/>
                <a:gd name="connsiteY157" fmla="*/ 470213 h 949734"/>
                <a:gd name="connsiteX158" fmla="*/ 289533 w 1085582"/>
                <a:gd name="connsiteY158" fmla="*/ 479361 h 94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</a:cxnLst>
              <a:rect l="l" t="t" r="r" b="b"/>
              <a:pathLst>
                <a:path w="1085582" h="949734">
                  <a:moveTo>
                    <a:pt x="1061579" y="251309"/>
                  </a:moveTo>
                  <a:cubicBezTo>
                    <a:pt x="1046713" y="249566"/>
                    <a:pt x="1033154" y="260239"/>
                    <a:pt x="1031357" y="275159"/>
                  </a:cubicBezTo>
                  <a:cubicBezTo>
                    <a:pt x="1031357" y="275323"/>
                    <a:pt x="1029179" y="293238"/>
                    <a:pt x="1022208" y="319539"/>
                  </a:cubicBezTo>
                  <a:cubicBezTo>
                    <a:pt x="1019595" y="329504"/>
                    <a:pt x="1022808" y="339633"/>
                    <a:pt x="1029778" y="346276"/>
                  </a:cubicBezTo>
                  <a:cubicBezTo>
                    <a:pt x="1020248" y="347637"/>
                    <a:pt x="1011753" y="354008"/>
                    <a:pt x="1008105" y="363592"/>
                  </a:cubicBezTo>
                  <a:cubicBezTo>
                    <a:pt x="1002551" y="378240"/>
                    <a:pt x="996289" y="392344"/>
                    <a:pt x="989482" y="405576"/>
                  </a:cubicBezTo>
                  <a:cubicBezTo>
                    <a:pt x="984853" y="414561"/>
                    <a:pt x="985724" y="424962"/>
                    <a:pt x="990843" y="432912"/>
                  </a:cubicBezTo>
                  <a:cubicBezTo>
                    <a:pt x="981423" y="432041"/>
                    <a:pt x="971893" y="436125"/>
                    <a:pt x="966121" y="444402"/>
                  </a:cubicBezTo>
                  <a:cubicBezTo>
                    <a:pt x="957354" y="456926"/>
                    <a:pt x="947770" y="468525"/>
                    <a:pt x="937751" y="478817"/>
                  </a:cubicBezTo>
                  <a:cubicBezTo>
                    <a:pt x="930889" y="485896"/>
                    <a:pt x="928602" y="495752"/>
                    <a:pt x="930889" y="504628"/>
                  </a:cubicBezTo>
                  <a:cubicBezTo>
                    <a:pt x="922504" y="501034"/>
                    <a:pt x="912430" y="501742"/>
                    <a:pt x="904425" y="507405"/>
                  </a:cubicBezTo>
                  <a:cubicBezTo>
                    <a:pt x="893153" y="515355"/>
                    <a:pt x="881173" y="522271"/>
                    <a:pt x="868703" y="527934"/>
                  </a:cubicBezTo>
                  <a:lnTo>
                    <a:pt x="866525" y="528914"/>
                  </a:lnTo>
                  <a:cubicBezTo>
                    <a:pt x="857105" y="533107"/>
                    <a:pt x="851224" y="541929"/>
                    <a:pt x="850407" y="551512"/>
                  </a:cubicBezTo>
                  <a:cubicBezTo>
                    <a:pt x="843382" y="544978"/>
                    <a:pt x="833145" y="542419"/>
                    <a:pt x="823398" y="545577"/>
                  </a:cubicBezTo>
                  <a:cubicBezTo>
                    <a:pt x="808858" y="550315"/>
                    <a:pt x="793884" y="554399"/>
                    <a:pt x="778854" y="557611"/>
                  </a:cubicBezTo>
                  <a:cubicBezTo>
                    <a:pt x="769107" y="559735"/>
                    <a:pt x="761756" y="566814"/>
                    <a:pt x="758761" y="575635"/>
                  </a:cubicBezTo>
                  <a:cubicBezTo>
                    <a:pt x="758434" y="575581"/>
                    <a:pt x="758107" y="575527"/>
                    <a:pt x="757781" y="575527"/>
                  </a:cubicBezTo>
                  <a:cubicBezTo>
                    <a:pt x="752172" y="568230"/>
                    <a:pt x="743024" y="563928"/>
                    <a:pt x="733222" y="564963"/>
                  </a:cubicBezTo>
                  <a:cubicBezTo>
                    <a:pt x="717921" y="566651"/>
                    <a:pt x="702401" y="567522"/>
                    <a:pt x="687100" y="567631"/>
                  </a:cubicBezTo>
                  <a:cubicBezTo>
                    <a:pt x="676808" y="567685"/>
                    <a:pt x="667932" y="573457"/>
                    <a:pt x="663358" y="581843"/>
                  </a:cubicBezTo>
                  <a:cubicBezTo>
                    <a:pt x="659546" y="573022"/>
                    <a:pt x="651215" y="566542"/>
                    <a:pt x="641032" y="565507"/>
                  </a:cubicBezTo>
                  <a:cubicBezTo>
                    <a:pt x="625512" y="563983"/>
                    <a:pt x="610265" y="561587"/>
                    <a:pt x="595726" y="558483"/>
                  </a:cubicBezTo>
                  <a:cubicBezTo>
                    <a:pt x="585870" y="556359"/>
                    <a:pt x="576068" y="559844"/>
                    <a:pt x="569752" y="566868"/>
                  </a:cubicBezTo>
                  <a:cubicBezTo>
                    <a:pt x="568173" y="557666"/>
                    <a:pt x="561856" y="549498"/>
                    <a:pt x="552436" y="546013"/>
                  </a:cubicBezTo>
                  <a:cubicBezTo>
                    <a:pt x="539367" y="541112"/>
                    <a:pt x="527768" y="535503"/>
                    <a:pt x="519001" y="529840"/>
                  </a:cubicBezTo>
                  <a:cubicBezTo>
                    <a:pt x="517204" y="528696"/>
                    <a:pt x="515352" y="527498"/>
                    <a:pt x="513501" y="526355"/>
                  </a:cubicBezTo>
                  <a:cubicBezTo>
                    <a:pt x="503699" y="520310"/>
                    <a:pt x="491611" y="521236"/>
                    <a:pt x="482952" y="527716"/>
                  </a:cubicBezTo>
                  <a:cubicBezTo>
                    <a:pt x="483225" y="516989"/>
                    <a:pt x="477071" y="506643"/>
                    <a:pt x="466616" y="502068"/>
                  </a:cubicBezTo>
                  <a:cubicBezTo>
                    <a:pt x="451043" y="495262"/>
                    <a:pt x="434597" y="489217"/>
                    <a:pt x="417717" y="484099"/>
                  </a:cubicBezTo>
                  <a:cubicBezTo>
                    <a:pt x="406935" y="480777"/>
                    <a:pt x="395609" y="484534"/>
                    <a:pt x="388802" y="492702"/>
                  </a:cubicBezTo>
                  <a:cubicBezTo>
                    <a:pt x="386569" y="482302"/>
                    <a:pt x="378347" y="473753"/>
                    <a:pt x="367238" y="471629"/>
                  </a:cubicBezTo>
                  <a:cubicBezTo>
                    <a:pt x="350249" y="468416"/>
                    <a:pt x="332878" y="466074"/>
                    <a:pt x="315725" y="464713"/>
                  </a:cubicBezTo>
                  <a:cubicBezTo>
                    <a:pt x="315670" y="464713"/>
                    <a:pt x="315561" y="464713"/>
                    <a:pt x="315507" y="464713"/>
                  </a:cubicBezTo>
                  <a:cubicBezTo>
                    <a:pt x="325418" y="460901"/>
                    <a:pt x="336417" y="456817"/>
                    <a:pt x="349813" y="451917"/>
                  </a:cubicBezTo>
                  <a:cubicBezTo>
                    <a:pt x="359451" y="448377"/>
                    <a:pt x="365877" y="439937"/>
                    <a:pt x="367347" y="430462"/>
                  </a:cubicBezTo>
                  <a:cubicBezTo>
                    <a:pt x="374589" y="436778"/>
                    <a:pt x="384936" y="439120"/>
                    <a:pt x="394628" y="435580"/>
                  </a:cubicBezTo>
                  <a:cubicBezTo>
                    <a:pt x="409331" y="430244"/>
                    <a:pt x="424360" y="424690"/>
                    <a:pt x="439716" y="418918"/>
                  </a:cubicBezTo>
                  <a:cubicBezTo>
                    <a:pt x="449409" y="415269"/>
                    <a:pt x="455835" y="406665"/>
                    <a:pt x="457141" y="397027"/>
                  </a:cubicBezTo>
                  <a:cubicBezTo>
                    <a:pt x="464602" y="403289"/>
                    <a:pt x="475166" y="405359"/>
                    <a:pt x="484804" y="401438"/>
                  </a:cubicBezTo>
                  <a:cubicBezTo>
                    <a:pt x="488616" y="399913"/>
                    <a:pt x="492482" y="398334"/>
                    <a:pt x="496348" y="396809"/>
                  </a:cubicBezTo>
                  <a:cubicBezTo>
                    <a:pt x="508328" y="391908"/>
                    <a:pt x="519981" y="386517"/>
                    <a:pt x="530981" y="380691"/>
                  </a:cubicBezTo>
                  <a:cubicBezTo>
                    <a:pt x="540673" y="375518"/>
                    <a:pt x="546010" y="365335"/>
                    <a:pt x="545411" y="355043"/>
                  </a:cubicBezTo>
                  <a:cubicBezTo>
                    <a:pt x="554505" y="360053"/>
                    <a:pt x="565994" y="359617"/>
                    <a:pt x="574870" y="353028"/>
                  </a:cubicBezTo>
                  <a:cubicBezTo>
                    <a:pt x="589029" y="342464"/>
                    <a:pt x="602152" y="330757"/>
                    <a:pt x="614023" y="318232"/>
                  </a:cubicBezTo>
                  <a:cubicBezTo>
                    <a:pt x="621646" y="310119"/>
                    <a:pt x="623389" y="298574"/>
                    <a:pt x="619359" y="288936"/>
                  </a:cubicBezTo>
                  <a:cubicBezTo>
                    <a:pt x="629651" y="290624"/>
                    <a:pt x="640487" y="286268"/>
                    <a:pt x="646586" y="276956"/>
                  </a:cubicBezTo>
                  <a:cubicBezTo>
                    <a:pt x="656007" y="262472"/>
                    <a:pt x="664338" y="246898"/>
                    <a:pt x="671308" y="230725"/>
                  </a:cubicBezTo>
                  <a:cubicBezTo>
                    <a:pt x="675665" y="220542"/>
                    <a:pt x="673323" y="209216"/>
                    <a:pt x="666298" y="201538"/>
                  </a:cubicBezTo>
                  <a:cubicBezTo>
                    <a:pt x="676481" y="199686"/>
                    <a:pt x="685194" y="192063"/>
                    <a:pt x="687862" y="181336"/>
                  </a:cubicBezTo>
                  <a:cubicBezTo>
                    <a:pt x="692001" y="164890"/>
                    <a:pt x="694941" y="147738"/>
                    <a:pt x="696738" y="130421"/>
                  </a:cubicBezTo>
                  <a:cubicBezTo>
                    <a:pt x="697827" y="119476"/>
                    <a:pt x="692273" y="109456"/>
                    <a:pt x="683397" y="104229"/>
                  </a:cubicBezTo>
                  <a:cubicBezTo>
                    <a:pt x="692600" y="99546"/>
                    <a:pt x="698807" y="89907"/>
                    <a:pt x="698372" y="78853"/>
                  </a:cubicBezTo>
                  <a:cubicBezTo>
                    <a:pt x="697718" y="62354"/>
                    <a:pt x="696085" y="52225"/>
                    <a:pt x="695921" y="51136"/>
                  </a:cubicBezTo>
                  <a:cubicBezTo>
                    <a:pt x="693471" y="36325"/>
                    <a:pt x="679531" y="26305"/>
                    <a:pt x="664719" y="28701"/>
                  </a:cubicBezTo>
                  <a:cubicBezTo>
                    <a:pt x="649908" y="31097"/>
                    <a:pt x="639834" y="45037"/>
                    <a:pt x="642175" y="59904"/>
                  </a:cubicBezTo>
                  <a:cubicBezTo>
                    <a:pt x="642175" y="59958"/>
                    <a:pt x="643428" y="67908"/>
                    <a:pt x="643972" y="81032"/>
                  </a:cubicBezTo>
                  <a:cubicBezTo>
                    <a:pt x="644354" y="90670"/>
                    <a:pt x="649744" y="98838"/>
                    <a:pt x="657477" y="103358"/>
                  </a:cubicBezTo>
                  <a:cubicBezTo>
                    <a:pt x="649472" y="107387"/>
                    <a:pt x="643591" y="115283"/>
                    <a:pt x="642611" y="124867"/>
                  </a:cubicBezTo>
                  <a:cubicBezTo>
                    <a:pt x="641141" y="139624"/>
                    <a:pt x="638581" y="154109"/>
                    <a:pt x="635096" y="168049"/>
                  </a:cubicBezTo>
                  <a:cubicBezTo>
                    <a:pt x="632809" y="177306"/>
                    <a:pt x="635478" y="186617"/>
                    <a:pt x="641468" y="193097"/>
                  </a:cubicBezTo>
                  <a:cubicBezTo>
                    <a:pt x="632755" y="194677"/>
                    <a:pt x="625022" y="200449"/>
                    <a:pt x="621265" y="209161"/>
                  </a:cubicBezTo>
                  <a:cubicBezTo>
                    <a:pt x="615547" y="222503"/>
                    <a:pt x="608741" y="235245"/>
                    <a:pt x="601008" y="247061"/>
                  </a:cubicBezTo>
                  <a:cubicBezTo>
                    <a:pt x="595890" y="254903"/>
                    <a:pt x="595345" y="264487"/>
                    <a:pt x="598721" y="272546"/>
                  </a:cubicBezTo>
                  <a:cubicBezTo>
                    <a:pt x="590117" y="271130"/>
                    <a:pt x="580969" y="273907"/>
                    <a:pt x="574489" y="280714"/>
                  </a:cubicBezTo>
                  <a:cubicBezTo>
                    <a:pt x="564796" y="290951"/>
                    <a:pt x="553960" y="300589"/>
                    <a:pt x="542362" y="309247"/>
                  </a:cubicBezTo>
                  <a:cubicBezTo>
                    <a:pt x="534738" y="314911"/>
                    <a:pt x="530926" y="323841"/>
                    <a:pt x="531471" y="332663"/>
                  </a:cubicBezTo>
                  <a:cubicBezTo>
                    <a:pt x="523684" y="328361"/>
                    <a:pt x="513991" y="327980"/>
                    <a:pt x="505551" y="332445"/>
                  </a:cubicBezTo>
                  <a:cubicBezTo>
                    <a:pt x="501358" y="334677"/>
                    <a:pt x="497002" y="336801"/>
                    <a:pt x="492591" y="338870"/>
                  </a:cubicBezTo>
                  <a:cubicBezTo>
                    <a:pt x="453820" y="327980"/>
                    <a:pt x="424088" y="301624"/>
                    <a:pt x="404267" y="260511"/>
                  </a:cubicBezTo>
                  <a:cubicBezTo>
                    <a:pt x="367510" y="184330"/>
                    <a:pt x="316596" y="125956"/>
                    <a:pt x="256370" y="90507"/>
                  </a:cubicBezTo>
                  <a:cubicBezTo>
                    <a:pt x="257568" y="86967"/>
                    <a:pt x="258548" y="83319"/>
                    <a:pt x="259038" y="79507"/>
                  </a:cubicBezTo>
                  <a:cubicBezTo>
                    <a:pt x="264157" y="42097"/>
                    <a:pt x="232574" y="6865"/>
                    <a:pt x="188466" y="876"/>
                  </a:cubicBezTo>
                  <a:cubicBezTo>
                    <a:pt x="144359" y="-5114"/>
                    <a:pt x="104498" y="20261"/>
                    <a:pt x="99380" y="57671"/>
                  </a:cubicBezTo>
                  <a:cubicBezTo>
                    <a:pt x="94261" y="95081"/>
                    <a:pt x="125844" y="130312"/>
                    <a:pt x="169952" y="136302"/>
                  </a:cubicBezTo>
                  <a:cubicBezTo>
                    <a:pt x="198540" y="140223"/>
                    <a:pt x="225277" y="130857"/>
                    <a:pt x="242049" y="113595"/>
                  </a:cubicBezTo>
                  <a:cubicBezTo>
                    <a:pt x="297864" y="146267"/>
                    <a:pt x="345239" y="200776"/>
                    <a:pt x="379763" y="272328"/>
                  </a:cubicBezTo>
                  <a:cubicBezTo>
                    <a:pt x="393158" y="300045"/>
                    <a:pt x="417063" y="334405"/>
                    <a:pt x="458013" y="354608"/>
                  </a:cubicBezTo>
                  <a:cubicBezTo>
                    <a:pt x="452349" y="359018"/>
                    <a:pt x="448755" y="365498"/>
                    <a:pt x="447830" y="372414"/>
                  </a:cubicBezTo>
                  <a:cubicBezTo>
                    <a:pt x="440533" y="366315"/>
                    <a:pt x="430241" y="364192"/>
                    <a:pt x="420712" y="367785"/>
                  </a:cubicBezTo>
                  <a:cubicBezTo>
                    <a:pt x="405574" y="373503"/>
                    <a:pt x="390708" y="378948"/>
                    <a:pt x="376169" y="384230"/>
                  </a:cubicBezTo>
                  <a:cubicBezTo>
                    <a:pt x="366476" y="387770"/>
                    <a:pt x="360050" y="396210"/>
                    <a:pt x="358580" y="405685"/>
                  </a:cubicBezTo>
                  <a:cubicBezTo>
                    <a:pt x="351338" y="399314"/>
                    <a:pt x="340937" y="397027"/>
                    <a:pt x="331244" y="400567"/>
                  </a:cubicBezTo>
                  <a:cubicBezTo>
                    <a:pt x="312893" y="407264"/>
                    <a:pt x="298953" y="412492"/>
                    <a:pt x="286047" y="417502"/>
                  </a:cubicBezTo>
                  <a:cubicBezTo>
                    <a:pt x="276300" y="421314"/>
                    <a:pt x="269929" y="430080"/>
                    <a:pt x="268840" y="439773"/>
                  </a:cubicBezTo>
                  <a:cubicBezTo>
                    <a:pt x="261217" y="433566"/>
                    <a:pt x="250489" y="431769"/>
                    <a:pt x="240851" y="435962"/>
                  </a:cubicBezTo>
                  <a:cubicBezTo>
                    <a:pt x="224515" y="443041"/>
                    <a:pt x="209867" y="449956"/>
                    <a:pt x="196035" y="457090"/>
                  </a:cubicBezTo>
                  <a:cubicBezTo>
                    <a:pt x="186506" y="461990"/>
                    <a:pt x="181115" y="471738"/>
                    <a:pt x="181278" y="481812"/>
                  </a:cubicBezTo>
                  <a:cubicBezTo>
                    <a:pt x="172675" y="476584"/>
                    <a:pt x="161457" y="476312"/>
                    <a:pt x="152363" y="482138"/>
                  </a:cubicBezTo>
                  <a:cubicBezTo>
                    <a:pt x="137715" y="491504"/>
                    <a:pt x="123884" y="501578"/>
                    <a:pt x="111142" y="512088"/>
                  </a:cubicBezTo>
                  <a:cubicBezTo>
                    <a:pt x="102756" y="519004"/>
                    <a:pt x="99543" y="529949"/>
                    <a:pt x="102103" y="539859"/>
                  </a:cubicBezTo>
                  <a:cubicBezTo>
                    <a:pt x="92355" y="536756"/>
                    <a:pt x="81247" y="539260"/>
                    <a:pt x="73841" y="547265"/>
                  </a:cubicBezTo>
                  <a:cubicBezTo>
                    <a:pt x="62406" y="559626"/>
                    <a:pt x="51515" y="573022"/>
                    <a:pt x="41550" y="587071"/>
                  </a:cubicBezTo>
                  <a:cubicBezTo>
                    <a:pt x="35124" y="596110"/>
                    <a:pt x="35070" y="607709"/>
                    <a:pt x="40406" y="616694"/>
                  </a:cubicBezTo>
                  <a:cubicBezTo>
                    <a:pt x="30060" y="615931"/>
                    <a:pt x="19714" y="621050"/>
                    <a:pt x="14432" y="630797"/>
                  </a:cubicBezTo>
                  <a:cubicBezTo>
                    <a:pt x="10402" y="638257"/>
                    <a:pt x="6427" y="645990"/>
                    <a:pt x="2670" y="653886"/>
                  </a:cubicBezTo>
                  <a:cubicBezTo>
                    <a:pt x="-3810" y="667445"/>
                    <a:pt x="1908" y="683726"/>
                    <a:pt x="15466" y="690206"/>
                  </a:cubicBezTo>
                  <a:cubicBezTo>
                    <a:pt x="19278" y="692003"/>
                    <a:pt x="23254" y="692875"/>
                    <a:pt x="27174" y="692875"/>
                  </a:cubicBezTo>
                  <a:cubicBezTo>
                    <a:pt x="37303" y="692875"/>
                    <a:pt x="47050" y="687157"/>
                    <a:pt x="51733" y="677410"/>
                  </a:cubicBezTo>
                  <a:cubicBezTo>
                    <a:pt x="55109" y="670385"/>
                    <a:pt x="58648" y="663469"/>
                    <a:pt x="62242" y="656826"/>
                  </a:cubicBezTo>
                  <a:cubicBezTo>
                    <a:pt x="67034" y="648059"/>
                    <a:pt x="66381" y="637876"/>
                    <a:pt x="61589" y="629926"/>
                  </a:cubicBezTo>
                  <a:cubicBezTo>
                    <a:pt x="62297" y="629981"/>
                    <a:pt x="63005" y="630089"/>
                    <a:pt x="63767" y="630089"/>
                  </a:cubicBezTo>
                  <a:cubicBezTo>
                    <a:pt x="72316" y="630089"/>
                    <a:pt x="80702" y="626114"/>
                    <a:pt x="85984" y="618600"/>
                  </a:cubicBezTo>
                  <a:cubicBezTo>
                    <a:pt x="94588" y="606456"/>
                    <a:pt x="103900" y="594966"/>
                    <a:pt x="113756" y="584348"/>
                  </a:cubicBezTo>
                  <a:cubicBezTo>
                    <a:pt x="120290" y="577323"/>
                    <a:pt x="122359" y="567740"/>
                    <a:pt x="120181" y="559027"/>
                  </a:cubicBezTo>
                  <a:cubicBezTo>
                    <a:pt x="128730" y="561750"/>
                    <a:pt x="138423" y="560225"/>
                    <a:pt x="145829" y="554126"/>
                  </a:cubicBezTo>
                  <a:cubicBezTo>
                    <a:pt x="156883" y="545032"/>
                    <a:pt x="168972" y="536211"/>
                    <a:pt x="181768" y="528043"/>
                  </a:cubicBezTo>
                  <a:cubicBezTo>
                    <a:pt x="188194" y="523904"/>
                    <a:pt x="192278" y="517533"/>
                    <a:pt x="193694" y="510618"/>
                  </a:cubicBezTo>
                  <a:cubicBezTo>
                    <a:pt x="199466" y="518895"/>
                    <a:pt x="209485" y="523687"/>
                    <a:pt x="220104" y="522053"/>
                  </a:cubicBezTo>
                  <a:cubicBezTo>
                    <a:pt x="235024" y="519766"/>
                    <a:pt x="250380" y="518296"/>
                    <a:pt x="265682" y="517806"/>
                  </a:cubicBezTo>
                  <a:cubicBezTo>
                    <a:pt x="275865" y="517424"/>
                    <a:pt x="284577" y="511489"/>
                    <a:pt x="288933" y="503049"/>
                  </a:cubicBezTo>
                  <a:cubicBezTo>
                    <a:pt x="292909" y="511707"/>
                    <a:pt x="301349" y="518024"/>
                    <a:pt x="311532" y="518840"/>
                  </a:cubicBezTo>
                  <a:cubicBezTo>
                    <a:pt x="326724" y="520038"/>
                    <a:pt x="342080" y="522108"/>
                    <a:pt x="357164" y="524993"/>
                  </a:cubicBezTo>
                  <a:cubicBezTo>
                    <a:pt x="367238" y="526899"/>
                    <a:pt x="377040" y="523033"/>
                    <a:pt x="383193" y="515682"/>
                  </a:cubicBezTo>
                  <a:cubicBezTo>
                    <a:pt x="385208" y="525048"/>
                    <a:pt x="392069" y="533053"/>
                    <a:pt x="401871" y="536048"/>
                  </a:cubicBezTo>
                  <a:cubicBezTo>
                    <a:pt x="416737" y="540622"/>
                    <a:pt x="431276" y="545958"/>
                    <a:pt x="444944" y="551894"/>
                  </a:cubicBezTo>
                  <a:cubicBezTo>
                    <a:pt x="454201" y="555923"/>
                    <a:pt x="464493" y="554399"/>
                    <a:pt x="472062" y="548735"/>
                  </a:cubicBezTo>
                  <a:cubicBezTo>
                    <a:pt x="471844" y="558101"/>
                    <a:pt x="476472" y="567304"/>
                    <a:pt x="484967" y="572586"/>
                  </a:cubicBezTo>
                  <a:cubicBezTo>
                    <a:pt x="486492" y="573512"/>
                    <a:pt x="488017" y="574492"/>
                    <a:pt x="489487" y="575418"/>
                  </a:cubicBezTo>
                  <a:cubicBezTo>
                    <a:pt x="501685" y="583314"/>
                    <a:pt x="516496" y="590556"/>
                    <a:pt x="533431" y="596873"/>
                  </a:cubicBezTo>
                  <a:cubicBezTo>
                    <a:pt x="544213" y="600902"/>
                    <a:pt x="555920" y="597689"/>
                    <a:pt x="563163" y="589630"/>
                  </a:cubicBezTo>
                  <a:cubicBezTo>
                    <a:pt x="565014" y="600249"/>
                    <a:pt x="573074" y="609179"/>
                    <a:pt x="584237" y="611575"/>
                  </a:cubicBezTo>
                  <a:cubicBezTo>
                    <a:pt x="600791" y="615169"/>
                    <a:pt x="618107" y="617837"/>
                    <a:pt x="635695" y="619580"/>
                  </a:cubicBezTo>
                  <a:cubicBezTo>
                    <a:pt x="646967" y="620723"/>
                    <a:pt x="657259" y="614788"/>
                    <a:pt x="662323" y="605476"/>
                  </a:cubicBezTo>
                  <a:cubicBezTo>
                    <a:pt x="666516" y="615169"/>
                    <a:pt x="676155" y="621921"/>
                    <a:pt x="687318" y="621921"/>
                  </a:cubicBezTo>
                  <a:cubicBezTo>
                    <a:pt x="687372" y="621921"/>
                    <a:pt x="687427" y="621921"/>
                    <a:pt x="687481" y="621921"/>
                  </a:cubicBezTo>
                  <a:cubicBezTo>
                    <a:pt x="704634" y="621812"/>
                    <a:pt x="722059" y="620832"/>
                    <a:pt x="739158" y="618926"/>
                  </a:cubicBezTo>
                  <a:cubicBezTo>
                    <a:pt x="739648" y="618872"/>
                    <a:pt x="740083" y="618763"/>
                    <a:pt x="740519" y="618654"/>
                  </a:cubicBezTo>
                  <a:cubicBezTo>
                    <a:pt x="733494" y="630198"/>
                    <a:pt x="716995" y="645391"/>
                    <a:pt x="678278" y="658188"/>
                  </a:cubicBezTo>
                  <a:cubicBezTo>
                    <a:pt x="584128" y="689281"/>
                    <a:pt x="515298" y="730720"/>
                    <a:pt x="451043" y="795302"/>
                  </a:cubicBezTo>
                  <a:cubicBezTo>
                    <a:pt x="426538" y="791817"/>
                    <a:pt x="398386" y="801074"/>
                    <a:pt x="376659" y="822311"/>
                  </a:cubicBezTo>
                  <a:cubicBezTo>
                    <a:pt x="343061" y="855201"/>
                    <a:pt x="337724" y="904155"/>
                    <a:pt x="364624" y="931654"/>
                  </a:cubicBezTo>
                  <a:cubicBezTo>
                    <a:pt x="391579" y="959154"/>
                    <a:pt x="440642" y="954797"/>
                    <a:pt x="474185" y="921907"/>
                  </a:cubicBezTo>
                  <a:cubicBezTo>
                    <a:pt x="507783" y="889017"/>
                    <a:pt x="513120" y="840063"/>
                    <a:pt x="486220" y="812564"/>
                  </a:cubicBezTo>
                  <a:cubicBezTo>
                    <a:pt x="483878" y="810223"/>
                    <a:pt x="481373" y="808153"/>
                    <a:pt x="478760" y="806248"/>
                  </a:cubicBezTo>
                  <a:cubicBezTo>
                    <a:pt x="537515" y="749561"/>
                    <a:pt x="601117" y="712315"/>
                    <a:pt x="686827" y="684053"/>
                  </a:cubicBezTo>
                  <a:cubicBezTo>
                    <a:pt x="729138" y="670058"/>
                    <a:pt x="756311" y="650455"/>
                    <a:pt x="767583" y="625788"/>
                  </a:cubicBezTo>
                  <a:cubicBezTo>
                    <a:pt x="770414" y="619580"/>
                    <a:pt x="771884" y="613699"/>
                    <a:pt x="772592" y="608417"/>
                  </a:cubicBezTo>
                  <a:cubicBezTo>
                    <a:pt x="777929" y="611030"/>
                    <a:pt x="784082" y="612011"/>
                    <a:pt x="790290" y="610649"/>
                  </a:cubicBezTo>
                  <a:cubicBezTo>
                    <a:pt x="807170" y="607001"/>
                    <a:pt x="823997" y="602481"/>
                    <a:pt x="840333" y="597145"/>
                  </a:cubicBezTo>
                  <a:cubicBezTo>
                    <a:pt x="851060" y="593660"/>
                    <a:pt x="858139" y="584130"/>
                    <a:pt x="859010" y="573512"/>
                  </a:cubicBezTo>
                  <a:cubicBezTo>
                    <a:pt x="866743" y="580700"/>
                    <a:pt x="878342" y="583041"/>
                    <a:pt x="888579" y="578467"/>
                  </a:cubicBezTo>
                  <a:lnTo>
                    <a:pt x="891247" y="577269"/>
                  </a:lnTo>
                  <a:cubicBezTo>
                    <a:pt x="906766" y="570190"/>
                    <a:pt x="921741" y="561587"/>
                    <a:pt x="935736" y="551676"/>
                  </a:cubicBezTo>
                  <a:cubicBezTo>
                    <a:pt x="945265" y="544978"/>
                    <a:pt x="949132" y="533271"/>
                    <a:pt x="946409" y="522597"/>
                  </a:cubicBezTo>
                  <a:cubicBezTo>
                    <a:pt x="956483" y="526899"/>
                    <a:pt x="968571" y="524884"/>
                    <a:pt x="976685" y="516553"/>
                  </a:cubicBezTo>
                  <a:cubicBezTo>
                    <a:pt x="988774" y="504138"/>
                    <a:pt x="1000155" y="490306"/>
                    <a:pt x="1010610" y="475441"/>
                  </a:cubicBezTo>
                  <a:cubicBezTo>
                    <a:pt x="1017199" y="466074"/>
                    <a:pt x="1017035" y="453986"/>
                    <a:pt x="1011154" y="444946"/>
                  </a:cubicBezTo>
                  <a:cubicBezTo>
                    <a:pt x="1021827" y="445872"/>
                    <a:pt x="1032555" y="440427"/>
                    <a:pt x="1037782" y="430298"/>
                  </a:cubicBezTo>
                  <a:cubicBezTo>
                    <a:pt x="1045569" y="415269"/>
                    <a:pt x="1052648" y="399205"/>
                    <a:pt x="1058965" y="382651"/>
                  </a:cubicBezTo>
                  <a:cubicBezTo>
                    <a:pt x="1062940" y="372087"/>
                    <a:pt x="1059945" y="360597"/>
                    <a:pt x="1052267" y="353246"/>
                  </a:cubicBezTo>
                  <a:cubicBezTo>
                    <a:pt x="1062777" y="351776"/>
                    <a:pt x="1071925" y="344152"/>
                    <a:pt x="1074811" y="333261"/>
                  </a:cubicBezTo>
                  <a:cubicBezTo>
                    <a:pt x="1082816" y="302876"/>
                    <a:pt x="1085266" y="282130"/>
                    <a:pt x="1085375" y="281258"/>
                  </a:cubicBezTo>
                  <a:cubicBezTo>
                    <a:pt x="1087226" y="266501"/>
                    <a:pt x="1076499" y="253051"/>
                    <a:pt x="1061579" y="251309"/>
                  </a:cubicBezTo>
                  <a:close/>
                  <a:moveTo>
                    <a:pt x="289533" y="479361"/>
                  </a:moveTo>
                  <a:cubicBezTo>
                    <a:pt x="287137" y="474188"/>
                    <a:pt x="283161" y="469941"/>
                    <a:pt x="278261" y="467109"/>
                  </a:cubicBezTo>
                  <a:cubicBezTo>
                    <a:pt x="278478" y="466183"/>
                    <a:pt x="278642" y="465203"/>
                    <a:pt x="278805" y="464223"/>
                  </a:cubicBezTo>
                  <a:cubicBezTo>
                    <a:pt x="283924" y="468361"/>
                    <a:pt x="290458" y="470540"/>
                    <a:pt x="297156" y="470213"/>
                  </a:cubicBezTo>
                  <a:cubicBezTo>
                    <a:pt x="293998" y="472663"/>
                    <a:pt x="291384" y="475767"/>
                    <a:pt x="289533" y="479361"/>
                  </a:cubicBezTo>
                  <a:close/>
                </a:path>
              </a:pathLst>
            </a:custGeom>
            <a:noFill/>
            <a:ln w="5445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6F5B6A57-13CD-4826-9D6B-5FCD67130196}"/>
                </a:ext>
              </a:extLst>
            </p:cNvPr>
            <p:cNvSpPr/>
            <p:nvPr/>
          </p:nvSpPr>
          <p:spPr>
            <a:xfrm>
              <a:off x="3972833" y="4834424"/>
              <a:ext cx="89819" cy="88363"/>
            </a:xfrm>
            <a:custGeom>
              <a:avLst/>
              <a:gdLst>
                <a:gd name="connsiteX0" fmla="*/ 62553 w 89819"/>
                <a:gd name="connsiteY0" fmla="*/ 88364 h 88363"/>
                <a:gd name="connsiteX1" fmla="*/ 43712 w 89819"/>
                <a:gd name="connsiteY1" fmla="*/ 80795 h 88363"/>
                <a:gd name="connsiteX2" fmla="*/ 8371 w 89819"/>
                <a:gd name="connsiteY2" fmla="*/ 46870 h 88363"/>
                <a:gd name="connsiteX3" fmla="*/ 7609 w 89819"/>
                <a:gd name="connsiteY3" fmla="*/ 8371 h 88363"/>
                <a:gd name="connsiteX4" fmla="*/ 46108 w 89819"/>
                <a:gd name="connsiteY4" fmla="*/ 7609 h 88363"/>
                <a:gd name="connsiteX5" fmla="*/ 81448 w 89819"/>
                <a:gd name="connsiteY5" fmla="*/ 41534 h 88363"/>
                <a:gd name="connsiteX6" fmla="*/ 82211 w 89819"/>
                <a:gd name="connsiteY6" fmla="*/ 80032 h 88363"/>
                <a:gd name="connsiteX7" fmla="*/ 62553 w 89819"/>
                <a:gd name="connsiteY7" fmla="*/ 88364 h 88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819" h="88363">
                  <a:moveTo>
                    <a:pt x="62553" y="88364"/>
                  </a:moveTo>
                  <a:cubicBezTo>
                    <a:pt x="55746" y="88364"/>
                    <a:pt x="48994" y="85859"/>
                    <a:pt x="43712" y="80795"/>
                  </a:cubicBezTo>
                  <a:lnTo>
                    <a:pt x="8371" y="46870"/>
                  </a:lnTo>
                  <a:cubicBezTo>
                    <a:pt x="-2465" y="36469"/>
                    <a:pt x="-2846" y="19207"/>
                    <a:pt x="7609" y="8371"/>
                  </a:cubicBezTo>
                  <a:cubicBezTo>
                    <a:pt x="18009" y="-2465"/>
                    <a:pt x="35271" y="-2846"/>
                    <a:pt x="46108" y="7609"/>
                  </a:cubicBezTo>
                  <a:lnTo>
                    <a:pt x="81448" y="41534"/>
                  </a:lnTo>
                  <a:cubicBezTo>
                    <a:pt x="92285" y="51934"/>
                    <a:pt x="92666" y="69196"/>
                    <a:pt x="82211" y="80032"/>
                  </a:cubicBezTo>
                  <a:cubicBezTo>
                    <a:pt x="76820" y="85532"/>
                    <a:pt x="69686" y="88364"/>
                    <a:pt x="62553" y="88364"/>
                  </a:cubicBezTo>
                  <a:close/>
                </a:path>
              </a:pathLst>
            </a:custGeom>
            <a:solidFill>
              <a:srgbClr val="9C73A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ACF3227F-CB9B-469C-A989-6A9A8D3A4F76}"/>
                </a:ext>
              </a:extLst>
            </p:cNvPr>
            <p:cNvSpPr/>
            <p:nvPr/>
          </p:nvSpPr>
          <p:spPr>
            <a:xfrm>
              <a:off x="4365080" y="4602630"/>
              <a:ext cx="82054" cy="92431"/>
            </a:xfrm>
            <a:custGeom>
              <a:avLst/>
              <a:gdLst>
                <a:gd name="connsiteX0" fmla="*/ 54858 w 82054"/>
                <a:gd name="connsiteY0" fmla="*/ 92431 h 92431"/>
                <a:gd name="connsiteX1" fmla="*/ 32804 w 82054"/>
                <a:gd name="connsiteY1" fmla="*/ 81214 h 92431"/>
                <a:gd name="connsiteX2" fmla="*/ 5196 w 82054"/>
                <a:gd name="connsiteY2" fmla="*/ 43205 h 92431"/>
                <a:gd name="connsiteX3" fmla="*/ 11241 w 82054"/>
                <a:gd name="connsiteY3" fmla="*/ 5196 h 92431"/>
                <a:gd name="connsiteX4" fmla="*/ 49250 w 82054"/>
                <a:gd name="connsiteY4" fmla="*/ 11241 h 92431"/>
                <a:gd name="connsiteX5" fmla="*/ 76858 w 82054"/>
                <a:gd name="connsiteY5" fmla="*/ 49250 h 92431"/>
                <a:gd name="connsiteX6" fmla="*/ 70813 w 82054"/>
                <a:gd name="connsiteY6" fmla="*/ 87258 h 92431"/>
                <a:gd name="connsiteX7" fmla="*/ 54858 w 82054"/>
                <a:gd name="connsiteY7" fmla="*/ 92431 h 92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054" h="92431">
                  <a:moveTo>
                    <a:pt x="54858" y="92431"/>
                  </a:moveTo>
                  <a:cubicBezTo>
                    <a:pt x="46418" y="92431"/>
                    <a:pt x="38141" y="88565"/>
                    <a:pt x="32804" y="81214"/>
                  </a:cubicBezTo>
                  <a:lnTo>
                    <a:pt x="5196" y="43205"/>
                  </a:lnTo>
                  <a:cubicBezTo>
                    <a:pt x="-3625" y="31008"/>
                    <a:pt x="-957" y="14018"/>
                    <a:pt x="11241" y="5196"/>
                  </a:cubicBezTo>
                  <a:cubicBezTo>
                    <a:pt x="23384" y="-3625"/>
                    <a:pt x="40428" y="-957"/>
                    <a:pt x="49250" y="11241"/>
                  </a:cubicBezTo>
                  <a:lnTo>
                    <a:pt x="76858" y="49250"/>
                  </a:lnTo>
                  <a:cubicBezTo>
                    <a:pt x="85679" y="61447"/>
                    <a:pt x="83011" y="78437"/>
                    <a:pt x="70813" y="87258"/>
                  </a:cubicBezTo>
                  <a:cubicBezTo>
                    <a:pt x="65967" y="90743"/>
                    <a:pt x="60358" y="92431"/>
                    <a:pt x="54858" y="92431"/>
                  </a:cubicBezTo>
                  <a:close/>
                </a:path>
              </a:pathLst>
            </a:custGeom>
            <a:solidFill>
              <a:srgbClr val="9C73A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E172C4D9-D551-4311-9000-1DA12444FAB9}"/>
                </a:ext>
              </a:extLst>
            </p:cNvPr>
            <p:cNvSpPr/>
            <p:nvPr/>
          </p:nvSpPr>
          <p:spPr>
            <a:xfrm>
              <a:off x="4725355" y="4827969"/>
              <a:ext cx="69186" cy="101190"/>
            </a:xfrm>
            <a:custGeom>
              <a:avLst/>
              <a:gdLst>
                <a:gd name="connsiteX0" fmla="*/ 41999 w 69186"/>
                <a:gd name="connsiteY0" fmla="*/ 101190 h 101190"/>
                <a:gd name="connsiteX1" fmla="*/ 16025 w 69186"/>
                <a:gd name="connsiteY1" fmla="*/ 82131 h 101190"/>
                <a:gd name="connsiteX2" fmla="*/ 1268 w 69186"/>
                <a:gd name="connsiteY2" fmla="*/ 35410 h 101190"/>
                <a:gd name="connsiteX3" fmla="*/ 19019 w 69186"/>
                <a:gd name="connsiteY3" fmla="*/ 1268 h 101190"/>
                <a:gd name="connsiteX4" fmla="*/ 53162 w 69186"/>
                <a:gd name="connsiteY4" fmla="*/ 19020 h 101190"/>
                <a:gd name="connsiteX5" fmla="*/ 67919 w 69186"/>
                <a:gd name="connsiteY5" fmla="*/ 65741 h 101190"/>
                <a:gd name="connsiteX6" fmla="*/ 50167 w 69186"/>
                <a:gd name="connsiteY6" fmla="*/ 99883 h 101190"/>
                <a:gd name="connsiteX7" fmla="*/ 41999 w 69186"/>
                <a:gd name="connsiteY7" fmla="*/ 101190 h 10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9186" h="101190">
                  <a:moveTo>
                    <a:pt x="41999" y="101190"/>
                  </a:moveTo>
                  <a:cubicBezTo>
                    <a:pt x="30455" y="101190"/>
                    <a:pt x="19727" y="93785"/>
                    <a:pt x="16025" y="82131"/>
                  </a:cubicBezTo>
                  <a:lnTo>
                    <a:pt x="1268" y="35410"/>
                  </a:lnTo>
                  <a:cubicBezTo>
                    <a:pt x="-3252" y="21089"/>
                    <a:pt x="4698" y="5787"/>
                    <a:pt x="19019" y="1268"/>
                  </a:cubicBezTo>
                  <a:cubicBezTo>
                    <a:pt x="33341" y="-3252"/>
                    <a:pt x="48642" y="4698"/>
                    <a:pt x="53162" y="19020"/>
                  </a:cubicBezTo>
                  <a:lnTo>
                    <a:pt x="67919" y="65741"/>
                  </a:lnTo>
                  <a:cubicBezTo>
                    <a:pt x="72439" y="80062"/>
                    <a:pt x="64488" y="95364"/>
                    <a:pt x="50167" y="99883"/>
                  </a:cubicBezTo>
                  <a:cubicBezTo>
                    <a:pt x="47499" y="100809"/>
                    <a:pt x="44722" y="101190"/>
                    <a:pt x="41999" y="101190"/>
                  </a:cubicBezTo>
                  <a:close/>
                </a:path>
              </a:pathLst>
            </a:custGeom>
            <a:solidFill>
              <a:srgbClr val="9C73A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27E26FC0-DE67-46F6-B2EB-6E8C63375709}"/>
                </a:ext>
              </a:extLst>
            </p:cNvPr>
            <p:cNvSpPr/>
            <p:nvPr/>
          </p:nvSpPr>
          <p:spPr>
            <a:xfrm>
              <a:off x="4222813" y="5042093"/>
              <a:ext cx="86969" cy="83480"/>
            </a:xfrm>
            <a:custGeom>
              <a:avLst/>
              <a:gdLst>
                <a:gd name="connsiteX0" fmla="*/ 27230 w 86969"/>
                <a:gd name="connsiteY0" fmla="*/ 83481 h 83480"/>
                <a:gd name="connsiteX1" fmla="*/ 6919 w 86969"/>
                <a:gd name="connsiteY1" fmla="*/ 74387 h 83480"/>
                <a:gd name="connsiteX2" fmla="*/ 9097 w 86969"/>
                <a:gd name="connsiteY2" fmla="*/ 35943 h 83480"/>
                <a:gd name="connsiteX3" fmla="*/ 41606 w 86969"/>
                <a:gd name="connsiteY3" fmla="*/ 6919 h 83480"/>
                <a:gd name="connsiteX4" fmla="*/ 80050 w 86969"/>
                <a:gd name="connsiteY4" fmla="*/ 9097 h 83480"/>
                <a:gd name="connsiteX5" fmla="*/ 77872 w 86969"/>
                <a:gd name="connsiteY5" fmla="*/ 47541 h 83480"/>
                <a:gd name="connsiteX6" fmla="*/ 45363 w 86969"/>
                <a:gd name="connsiteY6" fmla="*/ 76565 h 83480"/>
                <a:gd name="connsiteX7" fmla="*/ 27230 w 86969"/>
                <a:gd name="connsiteY7" fmla="*/ 83481 h 83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969" h="83480">
                  <a:moveTo>
                    <a:pt x="27230" y="83481"/>
                  </a:moveTo>
                  <a:cubicBezTo>
                    <a:pt x="19715" y="83481"/>
                    <a:pt x="12310" y="80431"/>
                    <a:pt x="6919" y="74387"/>
                  </a:cubicBezTo>
                  <a:cubicBezTo>
                    <a:pt x="-3101" y="63170"/>
                    <a:pt x="-2120" y="45962"/>
                    <a:pt x="9097" y="35943"/>
                  </a:cubicBezTo>
                  <a:lnTo>
                    <a:pt x="41606" y="6919"/>
                  </a:lnTo>
                  <a:cubicBezTo>
                    <a:pt x="52823" y="-3101"/>
                    <a:pt x="70031" y="-2121"/>
                    <a:pt x="80050" y="9097"/>
                  </a:cubicBezTo>
                  <a:cubicBezTo>
                    <a:pt x="90070" y="20314"/>
                    <a:pt x="89090" y="37522"/>
                    <a:pt x="77872" y="47541"/>
                  </a:cubicBezTo>
                  <a:lnTo>
                    <a:pt x="45363" y="76565"/>
                  </a:lnTo>
                  <a:cubicBezTo>
                    <a:pt x="40136" y="81194"/>
                    <a:pt x="33656" y="83481"/>
                    <a:pt x="27230" y="83481"/>
                  </a:cubicBezTo>
                  <a:close/>
                </a:path>
              </a:pathLst>
            </a:custGeom>
            <a:solidFill>
              <a:srgbClr val="9C73A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40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3972799" y="4602545"/>
              <a:ext cx="821796" cy="523028"/>
              <a:chOff x="3972799" y="4602545"/>
              <a:chExt cx="821796" cy="523028"/>
            </a:xfrm>
            <a:solidFill>
              <a:srgbClr val="855B99"/>
            </a:solidFill>
          </p:grpSpPr>
          <p:sp>
            <p:nvSpPr>
              <p:cNvPr id="441" name="Forme libre : forme 440">
                <a:extLst>
                  <a:ext uri="{FF2B5EF4-FFF2-40B4-BE49-F238E27FC236}">
                    <a16:creationId xmlns:a16="http://schemas.microsoft.com/office/drawing/2014/main" id="{0ECE48A5-1129-41FB-8FDA-5D38DDA21B5F}"/>
                  </a:ext>
                </a:extLst>
              </p:cNvPr>
              <p:cNvSpPr/>
              <p:nvPr/>
            </p:nvSpPr>
            <p:spPr>
              <a:xfrm>
                <a:off x="3972799" y="4834355"/>
                <a:ext cx="89777" cy="88378"/>
              </a:xfrm>
              <a:custGeom>
                <a:avLst/>
                <a:gdLst>
                  <a:gd name="connsiteX0" fmla="*/ 27246 w 89777"/>
                  <a:gd name="connsiteY0" fmla="*/ 6535 h 88378"/>
                  <a:gd name="connsiteX1" fmla="*/ 27246 w 89777"/>
                  <a:gd name="connsiteY1" fmla="*/ 6535 h 88378"/>
                  <a:gd name="connsiteX2" fmla="*/ 41567 w 89777"/>
                  <a:gd name="connsiteY2" fmla="*/ 12307 h 88378"/>
                  <a:gd name="connsiteX3" fmla="*/ 76908 w 89777"/>
                  <a:gd name="connsiteY3" fmla="*/ 46231 h 88378"/>
                  <a:gd name="connsiteX4" fmla="*/ 77507 w 89777"/>
                  <a:gd name="connsiteY4" fmla="*/ 75473 h 88378"/>
                  <a:gd name="connsiteX5" fmla="*/ 62586 w 89777"/>
                  <a:gd name="connsiteY5" fmla="*/ 81844 h 88378"/>
                  <a:gd name="connsiteX6" fmla="*/ 48265 w 89777"/>
                  <a:gd name="connsiteY6" fmla="*/ 76072 h 88378"/>
                  <a:gd name="connsiteX7" fmla="*/ 12924 w 89777"/>
                  <a:gd name="connsiteY7" fmla="*/ 42147 h 88378"/>
                  <a:gd name="connsiteX8" fmla="*/ 12325 w 89777"/>
                  <a:gd name="connsiteY8" fmla="*/ 12906 h 88378"/>
                  <a:gd name="connsiteX9" fmla="*/ 27246 w 89777"/>
                  <a:gd name="connsiteY9" fmla="*/ 6535 h 88378"/>
                  <a:gd name="connsiteX10" fmla="*/ 27246 w 89777"/>
                  <a:gd name="connsiteY10" fmla="*/ 0 h 88378"/>
                  <a:gd name="connsiteX11" fmla="*/ 7588 w 89777"/>
                  <a:gd name="connsiteY11" fmla="*/ 8386 h 88378"/>
                  <a:gd name="connsiteX12" fmla="*/ 8350 w 89777"/>
                  <a:gd name="connsiteY12" fmla="*/ 46885 h 88378"/>
                  <a:gd name="connsiteX13" fmla="*/ 43691 w 89777"/>
                  <a:gd name="connsiteY13" fmla="*/ 80809 h 88378"/>
                  <a:gd name="connsiteX14" fmla="*/ 62532 w 89777"/>
                  <a:gd name="connsiteY14" fmla="*/ 88378 h 88378"/>
                  <a:gd name="connsiteX15" fmla="*/ 82190 w 89777"/>
                  <a:gd name="connsiteY15" fmla="*/ 79993 h 88378"/>
                  <a:gd name="connsiteX16" fmla="*/ 81427 w 89777"/>
                  <a:gd name="connsiteY16" fmla="*/ 41494 h 88378"/>
                  <a:gd name="connsiteX17" fmla="*/ 46087 w 89777"/>
                  <a:gd name="connsiteY17" fmla="*/ 7569 h 88378"/>
                  <a:gd name="connsiteX18" fmla="*/ 27246 w 89777"/>
                  <a:gd name="connsiteY18" fmla="*/ 0 h 88378"/>
                  <a:gd name="connsiteX19" fmla="*/ 27246 w 89777"/>
                  <a:gd name="connsiteY19" fmla="*/ 0 h 88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9777" h="88378">
                    <a:moveTo>
                      <a:pt x="27246" y="6535"/>
                    </a:moveTo>
                    <a:lnTo>
                      <a:pt x="27246" y="6535"/>
                    </a:lnTo>
                    <a:cubicBezTo>
                      <a:pt x="32637" y="6535"/>
                      <a:pt x="37701" y="8604"/>
                      <a:pt x="41567" y="12307"/>
                    </a:cubicBezTo>
                    <a:lnTo>
                      <a:pt x="76908" y="46231"/>
                    </a:lnTo>
                    <a:cubicBezTo>
                      <a:pt x="85130" y="54127"/>
                      <a:pt x="85402" y="67250"/>
                      <a:pt x="77507" y="75473"/>
                    </a:cubicBezTo>
                    <a:cubicBezTo>
                      <a:pt x="73586" y="79557"/>
                      <a:pt x="68249" y="81844"/>
                      <a:pt x="62586" y="81844"/>
                    </a:cubicBezTo>
                    <a:cubicBezTo>
                      <a:pt x="57195" y="81844"/>
                      <a:pt x="52131" y="79775"/>
                      <a:pt x="48265" y="76072"/>
                    </a:cubicBezTo>
                    <a:lnTo>
                      <a:pt x="12924" y="42147"/>
                    </a:lnTo>
                    <a:cubicBezTo>
                      <a:pt x="4702" y="34251"/>
                      <a:pt x="4430" y="21128"/>
                      <a:pt x="12325" y="12906"/>
                    </a:cubicBezTo>
                    <a:cubicBezTo>
                      <a:pt x="16246" y="8821"/>
                      <a:pt x="21528" y="6535"/>
                      <a:pt x="27246" y="6535"/>
                    </a:cubicBezTo>
                    <a:moveTo>
                      <a:pt x="27246" y="0"/>
                    </a:moveTo>
                    <a:cubicBezTo>
                      <a:pt x="20112" y="0"/>
                      <a:pt x="12924" y="2777"/>
                      <a:pt x="7588" y="8386"/>
                    </a:cubicBezTo>
                    <a:cubicBezTo>
                      <a:pt x="-2813" y="19222"/>
                      <a:pt x="-2486" y="36484"/>
                      <a:pt x="8350" y="46885"/>
                    </a:cubicBezTo>
                    <a:lnTo>
                      <a:pt x="43691" y="80809"/>
                    </a:lnTo>
                    <a:cubicBezTo>
                      <a:pt x="48973" y="85874"/>
                      <a:pt x="55780" y="88378"/>
                      <a:pt x="62532" y="88378"/>
                    </a:cubicBezTo>
                    <a:cubicBezTo>
                      <a:pt x="69665" y="88378"/>
                      <a:pt x="76853" y="85601"/>
                      <a:pt x="82190" y="79993"/>
                    </a:cubicBezTo>
                    <a:cubicBezTo>
                      <a:pt x="92590" y="69156"/>
                      <a:pt x="92264" y="51894"/>
                      <a:pt x="81427" y="41494"/>
                    </a:cubicBezTo>
                    <a:lnTo>
                      <a:pt x="46087" y="7569"/>
                    </a:lnTo>
                    <a:cubicBezTo>
                      <a:pt x="40805" y="2505"/>
                      <a:pt x="33998" y="0"/>
                      <a:pt x="27246" y="0"/>
                    </a:cubicBezTo>
                    <a:lnTo>
                      <a:pt x="27246" y="0"/>
                    </a:lnTo>
                    <a:close/>
                  </a:path>
                </a:pathLst>
              </a:custGeom>
              <a:solidFill>
                <a:srgbClr val="855B9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" name="Forme libre : forme 441">
                <a:extLst>
                  <a:ext uri="{FF2B5EF4-FFF2-40B4-BE49-F238E27FC236}">
                    <a16:creationId xmlns:a16="http://schemas.microsoft.com/office/drawing/2014/main" id="{A77B071B-A86F-4908-ABA0-F3834E5D560D}"/>
                  </a:ext>
                </a:extLst>
              </p:cNvPr>
              <p:cNvSpPr/>
              <p:nvPr/>
            </p:nvSpPr>
            <p:spPr>
              <a:xfrm>
                <a:off x="4365096" y="4602545"/>
                <a:ext cx="82023" cy="92407"/>
              </a:xfrm>
              <a:custGeom>
                <a:avLst/>
                <a:gdLst>
                  <a:gd name="connsiteX0" fmla="*/ 27180 w 82023"/>
                  <a:gd name="connsiteY0" fmla="*/ 6535 h 92407"/>
                  <a:gd name="connsiteX1" fmla="*/ 27180 w 82023"/>
                  <a:gd name="connsiteY1" fmla="*/ 6535 h 92407"/>
                  <a:gd name="connsiteX2" fmla="*/ 43952 w 82023"/>
                  <a:gd name="connsiteY2" fmla="*/ 15084 h 92407"/>
                  <a:gd name="connsiteX3" fmla="*/ 71560 w 82023"/>
                  <a:gd name="connsiteY3" fmla="*/ 53092 h 92407"/>
                  <a:gd name="connsiteX4" fmla="*/ 66986 w 82023"/>
                  <a:gd name="connsiteY4" fmla="*/ 82007 h 92407"/>
                  <a:gd name="connsiteX5" fmla="*/ 54843 w 82023"/>
                  <a:gd name="connsiteY5" fmla="*/ 85928 h 92407"/>
                  <a:gd name="connsiteX6" fmla="*/ 38071 w 82023"/>
                  <a:gd name="connsiteY6" fmla="*/ 77379 h 92407"/>
                  <a:gd name="connsiteX7" fmla="*/ 10463 w 82023"/>
                  <a:gd name="connsiteY7" fmla="*/ 39370 h 92407"/>
                  <a:gd name="connsiteX8" fmla="*/ 15037 w 82023"/>
                  <a:gd name="connsiteY8" fmla="*/ 10455 h 92407"/>
                  <a:gd name="connsiteX9" fmla="*/ 27180 w 82023"/>
                  <a:gd name="connsiteY9" fmla="*/ 6535 h 92407"/>
                  <a:gd name="connsiteX10" fmla="*/ 27180 w 82023"/>
                  <a:gd name="connsiteY10" fmla="*/ 0 h 92407"/>
                  <a:gd name="connsiteX11" fmla="*/ 11225 w 82023"/>
                  <a:gd name="connsiteY11" fmla="*/ 5173 h 92407"/>
                  <a:gd name="connsiteX12" fmla="*/ 5181 w 82023"/>
                  <a:gd name="connsiteY12" fmla="*/ 43182 h 92407"/>
                  <a:gd name="connsiteX13" fmla="*/ 32789 w 82023"/>
                  <a:gd name="connsiteY13" fmla="*/ 81190 h 92407"/>
                  <a:gd name="connsiteX14" fmla="*/ 54843 w 82023"/>
                  <a:gd name="connsiteY14" fmla="*/ 92408 h 92407"/>
                  <a:gd name="connsiteX15" fmla="*/ 70798 w 82023"/>
                  <a:gd name="connsiteY15" fmla="*/ 87235 h 92407"/>
                  <a:gd name="connsiteX16" fmla="*/ 76842 w 82023"/>
                  <a:gd name="connsiteY16" fmla="*/ 49226 h 92407"/>
                  <a:gd name="connsiteX17" fmla="*/ 49234 w 82023"/>
                  <a:gd name="connsiteY17" fmla="*/ 11217 h 92407"/>
                  <a:gd name="connsiteX18" fmla="*/ 27180 w 82023"/>
                  <a:gd name="connsiteY18" fmla="*/ 0 h 92407"/>
                  <a:gd name="connsiteX19" fmla="*/ 27180 w 82023"/>
                  <a:gd name="connsiteY19" fmla="*/ 0 h 92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2023" h="92407">
                    <a:moveTo>
                      <a:pt x="27180" y="6535"/>
                    </a:moveTo>
                    <a:lnTo>
                      <a:pt x="27180" y="6535"/>
                    </a:lnTo>
                    <a:cubicBezTo>
                      <a:pt x="33769" y="6535"/>
                      <a:pt x="40086" y="9747"/>
                      <a:pt x="43952" y="15084"/>
                    </a:cubicBezTo>
                    <a:lnTo>
                      <a:pt x="71560" y="53092"/>
                    </a:lnTo>
                    <a:cubicBezTo>
                      <a:pt x="78258" y="62350"/>
                      <a:pt x="76189" y="75310"/>
                      <a:pt x="66986" y="82007"/>
                    </a:cubicBezTo>
                    <a:cubicBezTo>
                      <a:pt x="63446" y="84567"/>
                      <a:pt x="59254" y="85928"/>
                      <a:pt x="54843" y="85928"/>
                    </a:cubicBezTo>
                    <a:cubicBezTo>
                      <a:pt x="48199" y="85928"/>
                      <a:pt x="41937" y="82715"/>
                      <a:pt x="38071" y="77379"/>
                    </a:cubicBezTo>
                    <a:lnTo>
                      <a:pt x="10463" y="39370"/>
                    </a:lnTo>
                    <a:cubicBezTo>
                      <a:pt x="3765" y="30113"/>
                      <a:pt x="5834" y="17153"/>
                      <a:pt x="15037" y="10455"/>
                    </a:cubicBezTo>
                    <a:cubicBezTo>
                      <a:pt x="18577" y="7896"/>
                      <a:pt x="22769" y="6535"/>
                      <a:pt x="27180" y="6535"/>
                    </a:cubicBezTo>
                    <a:moveTo>
                      <a:pt x="27180" y="0"/>
                    </a:moveTo>
                    <a:cubicBezTo>
                      <a:pt x="21626" y="0"/>
                      <a:pt x="16017" y="1688"/>
                      <a:pt x="11225" y="5173"/>
                    </a:cubicBezTo>
                    <a:cubicBezTo>
                      <a:pt x="-918" y="13995"/>
                      <a:pt x="-3641" y="31039"/>
                      <a:pt x="5181" y="43182"/>
                    </a:cubicBezTo>
                    <a:lnTo>
                      <a:pt x="32789" y="81190"/>
                    </a:lnTo>
                    <a:cubicBezTo>
                      <a:pt x="38125" y="88542"/>
                      <a:pt x="46402" y="92408"/>
                      <a:pt x="54843" y="92408"/>
                    </a:cubicBezTo>
                    <a:cubicBezTo>
                      <a:pt x="60397" y="92408"/>
                      <a:pt x="66006" y="90720"/>
                      <a:pt x="70798" y="87235"/>
                    </a:cubicBezTo>
                    <a:cubicBezTo>
                      <a:pt x="82941" y="78414"/>
                      <a:pt x="85664" y="61370"/>
                      <a:pt x="76842" y="49226"/>
                    </a:cubicBezTo>
                    <a:lnTo>
                      <a:pt x="49234" y="11217"/>
                    </a:lnTo>
                    <a:cubicBezTo>
                      <a:pt x="43898" y="3921"/>
                      <a:pt x="35566" y="0"/>
                      <a:pt x="27180" y="0"/>
                    </a:cubicBezTo>
                    <a:lnTo>
                      <a:pt x="27180" y="0"/>
                    </a:lnTo>
                    <a:close/>
                  </a:path>
                </a:pathLst>
              </a:custGeom>
              <a:solidFill>
                <a:srgbClr val="855B9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" name="Forme libre : forme 442">
                <a:extLst>
                  <a:ext uri="{FF2B5EF4-FFF2-40B4-BE49-F238E27FC236}">
                    <a16:creationId xmlns:a16="http://schemas.microsoft.com/office/drawing/2014/main" id="{0A5D68EB-4573-4DBB-93F8-FBE3174EE779}"/>
                  </a:ext>
                </a:extLst>
              </p:cNvPr>
              <p:cNvSpPr/>
              <p:nvPr/>
            </p:nvSpPr>
            <p:spPr>
              <a:xfrm>
                <a:off x="4725355" y="4827984"/>
                <a:ext cx="69241" cy="101174"/>
              </a:xfrm>
              <a:custGeom>
                <a:avLst/>
                <a:gdLst>
                  <a:gd name="connsiteX0" fmla="*/ 27242 w 69241"/>
                  <a:gd name="connsiteY0" fmla="*/ 6534 h 101174"/>
                  <a:gd name="connsiteX1" fmla="*/ 46954 w 69241"/>
                  <a:gd name="connsiteY1" fmla="*/ 21019 h 101174"/>
                  <a:gd name="connsiteX2" fmla="*/ 61711 w 69241"/>
                  <a:gd name="connsiteY2" fmla="*/ 67741 h 101174"/>
                  <a:gd name="connsiteX3" fmla="*/ 60350 w 69241"/>
                  <a:gd name="connsiteY3" fmla="*/ 83532 h 101174"/>
                  <a:gd name="connsiteX4" fmla="*/ 48207 w 69241"/>
                  <a:gd name="connsiteY4" fmla="*/ 93715 h 101174"/>
                  <a:gd name="connsiteX5" fmla="*/ 41944 w 69241"/>
                  <a:gd name="connsiteY5" fmla="*/ 94695 h 101174"/>
                  <a:gd name="connsiteX6" fmla="*/ 22232 w 69241"/>
                  <a:gd name="connsiteY6" fmla="*/ 80210 h 101174"/>
                  <a:gd name="connsiteX7" fmla="*/ 7475 w 69241"/>
                  <a:gd name="connsiteY7" fmla="*/ 33489 h 101174"/>
                  <a:gd name="connsiteX8" fmla="*/ 8837 w 69241"/>
                  <a:gd name="connsiteY8" fmla="*/ 17697 h 101174"/>
                  <a:gd name="connsiteX9" fmla="*/ 20980 w 69241"/>
                  <a:gd name="connsiteY9" fmla="*/ 7514 h 101174"/>
                  <a:gd name="connsiteX10" fmla="*/ 27242 w 69241"/>
                  <a:gd name="connsiteY10" fmla="*/ 6534 h 101174"/>
                  <a:gd name="connsiteX11" fmla="*/ 27242 w 69241"/>
                  <a:gd name="connsiteY11" fmla="*/ 0 h 101174"/>
                  <a:gd name="connsiteX12" fmla="*/ 19019 w 69241"/>
                  <a:gd name="connsiteY12" fmla="*/ 1252 h 101174"/>
                  <a:gd name="connsiteX13" fmla="*/ 1268 w 69241"/>
                  <a:gd name="connsiteY13" fmla="*/ 35395 h 101174"/>
                  <a:gd name="connsiteX14" fmla="*/ 16025 w 69241"/>
                  <a:gd name="connsiteY14" fmla="*/ 82116 h 101174"/>
                  <a:gd name="connsiteX15" fmla="*/ 41999 w 69241"/>
                  <a:gd name="connsiteY15" fmla="*/ 101175 h 101174"/>
                  <a:gd name="connsiteX16" fmla="*/ 50222 w 69241"/>
                  <a:gd name="connsiteY16" fmla="*/ 99923 h 101174"/>
                  <a:gd name="connsiteX17" fmla="*/ 67974 w 69241"/>
                  <a:gd name="connsiteY17" fmla="*/ 65780 h 101174"/>
                  <a:gd name="connsiteX18" fmla="*/ 53216 w 69241"/>
                  <a:gd name="connsiteY18" fmla="*/ 19059 h 101174"/>
                  <a:gd name="connsiteX19" fmla="*/ 27242 w 69241"/>
                  <a:gd name="connsiteY19" fmla="*/ 0 h 101174"/>
                  <a:gd name="connsiteX20" fmla="*/ 27242 w 69241"/>
                  <a:gd name="connsiteY20" fmla="*/ 0 h 101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9241" h="101174">
                    <a:moveTo>
                      <a:pt x="27242" y="6534"/>
                    </a:moveTo>
                    <a:cubicBezTo>
                      <a:pt x="36281" y="6534"/>
                      <a:pt x="44232" y="12361"/>
                      <a:pt x="46954" y="21019"/>
                    </a:cubicBezTo>
                    <a:lnTo>
                      <a:pt x="61711" y="67741"/>
                    </a:lnTo>
                    <a:cubicBezTo>
                      <a:pt x="63399" y="73022"/>
                      <a:pt x="62909" y="78631"/>
                      <a:pt x="60350" y="83532"/>
                    </a:cubicBezTo>
                    <a:cubicBezTo>
                      <a:pt x="57791" y="88433"/>
                      <a:pt x="53489" y="92027"/>
                      <a:pt x="48207" y="93715"/>
                    </a:cubicBezTo>
                    <a:cubicBezTo>
                      <a:pt x="46192" y="94368"/>
                      <a:pt x="44068" y="94695"/>
                      <a:pt x="41944" y="94695"/>
                    </a:cubicBezTo>
                    <a:cubicBezTo>
                      <a:pt x="32905" y="94695"/>
                      <a:pt x="24955" y="88868"/>
                      <a:pt x="22232" y="80210"/>
                    </a:cubicBezTo>
                    <a:lnTo>
                      <a:pt x="7475" y="33489"/>
                    </a:lnTo>
                    <a:cubicBezTo>
                      <a:pt x="5787" y="28207"/>
                      <a:pt x="6277" y="22598"/>
                      <a:pt x="8837" y="17697"/>
                    </a:cubicBezTo>
                    <a:cubicBezTo>
                      <a:pt x="11396" y="12797"/>
                      <a:pt x="15698" y="9203"/>
                      <a:pt x="20980" y="7514"/>
                    </a:cubicBezTo>
                    <a:cubicBezTo>
                      <a:pt x="23049" y="6861"/>
                      <a:pt x="25173" y="6534"/>
                      <a:pt x="27242" y="6534"/>
                    </a:cubicBezTo>
                    <a:moveTo>
                      <a:pt x="27242" y="0"/>
                    </a:moveTo>
                    <a:cubicBezTo>
                      <a:pt x="24519" y="0"/>
                      <a:pt x="21742" y="435"/>
                      <a:pt x="19019" y="1252"/>
                    </a:cubicBezTo>
                    <a:cubicBezTo>
                      <a:pt x="4698" y="5772"/>
                      <a:pt x="-3252" y="21074"/>
                      <a:pt x="1268" y="35395"/>
                    </a:cubicBezTo>
                    <a:lnTo>
                      <a:pt x="16025" y="82116"/>
                    </a:lnTo>
                    <a:cubicBezTo>
                      <a:pt x="19673" y="93715"/>
                      <a:pt x="30400" y="101175"/>
                      <a:pt x="41999" y="101175"/>
                    </a:cubicBezTo>
                    <a:cubicBezTo>
                      <a:pt x="44722" y="101175"/>
                      <a:pt x="47499" y="100740"/>
                      <a:pt x="50222" y="99923"/>
                    </a:cubicBezTo>
                    <a:cubicBezTo>
                      <a:pt x="64543" y="95403"/>
                      <a:pt x="72493" y="80101"/>
                      <a:pt x="67974" y="65780"/>
                    </a:cubicBezTo>
                    <a:lnTo>
                      <a:pt x="53216" y="19059"/>
                    </a:lnTo>
                    <a:cubicBezTo>
                      <a:pt x="49568" y="7406"/>
                      <a:pt x="38841" y="0"/>
                      <a:pt x="27242" y="0"/>
                    </a:cubicBezTo>
                    <a:lnTo>
                      <a:pt x="27242" y="0"/>
                    </a:lnTo>
                    <a:close/>
                  </a:path>
                </a:pathLst>
              </a:custGeom>
              <a:solidFill>
                <a:srgbClr val="855B9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" name="Forme libre : forme 443">
                <a:extLst>
                  <a:ext uri="{FF2B5EF4-FFF2-40B4-BE49-F238E27FC236}">
                    <a16:creationId xmlns:a16="http://schemas.microsoft.com/office/drawing/2014/main" id="{63332D8C-C3C0-4F28-A319-BF2D4594A671}"/>
                  </a:ext>
                </a:extLst>
              </p:cNvPr>
              <p:cNvSpPr/>
              <p:nvPr/>
            </p:nvSpPr>
            <p:spPr>
              <a:xfrm>
                <a:off x="4222758" y="5042096"/>
                <a:ext cx="86968" cy="83477"/>
              </a:xfrm>
              <a:custGeom>
                <a:avLst/>
                <a:gdLst>
                  <a:gd name="connsiteX0" fmla="*/ 59739 w 86968"/>
                  <a:gd name="connsiteY0" fmla="*/ 6535 h 83477"/>
                  <a:gd name="connsiteX1" fmla="*/ 59739 w 86968"/>
                  <a:gd name="connsiteY1" fmla="*/ 6535 h 83477"/>
                  <a:gd name="connsiteX2" fmla="*/ 75204 w 86968"/>
                  <a:gd name="connsiteY2" fmla="*/ 13450 h 83477"/>
                  <a:gd name="connsiteX3" fmla="*/ 80431 w 86968"/>
                  <a:gd name="connsiteY3" fmla="*/ 28425 h 83477"/>
                  <a:gd name="connsiteX4" fmla="*/ 73570 w 86968"/>
                  <a:gd name="connsiteY4" fmla="*/ 42692 h 83477"/>
                  <a:gd name="connsiteX5" fmla="*/ 41061 w 86968"/>
                  <a:gd name="connsiteY5" fmla="*/ 71716 h 83477"/>
                  <a:gd name="connsiteX6" fmla="*/ 27284 w 86968"/>
                  <a:gd name="connsiteY6" fmla="*/ 76998 h 83477"/>
                  <a:gd name="connsiteX7" fmla="*/ 11820 w 86968"/>
                  <a:gd name="connsiteY7" fmla="*/ 70082 h 83477"/>
                  <a:gd name="connsiteX8" fmla="*/ 6592 w 86968"/>
                  <a:gd name="connsiteY8" fmla="*/ 55108 h 83477"/>
                  <a:gd name="connsiteX9" fmla="*/ 13453 w 86968"/>
                  <a:gd name="connsiteY9" fmla="*/ 40840 h 83477"/>
                  <a:gd name="connsiteX10" fmla="*/ 45962 w 86968"/>
                  <a:gd name="connsiteY10" fmla="*/ 11817 h 83477"/>
                  <a:gd name="connsiteX11" fmla="*/ 59739 w 86968"/>
                  <a:gd name="connsiteY11" fmla="*/ 6535 h 83477"/>
                  <a:gd name="connsiteX12" fmla="*/ 59739 w 86968"/>
                  <a:gd name="connsiteY12" fmla="*/ 0 h 83477"/>
                  <a:gd name="connsiteX13" fmla="*/ 41606 w 86968"/>
                  <a:gd name="connsiteY13" fmla="*/ 6916 h 83477"/>
                  <a:gd name="connsiteX14" fmla="*/ 9097 w 86968"/>
                  <a:gd name="connsiteY14" fmla="*/ 35940 h 83477"/>
                  <a:gd name="connsiteX15" fmla="*/ 6919 w 86968"/>
                  <a:gd name="connsiteY15" fmla="*/ 74384 h 83477"/>
                  <a:gd name="connsiteX16" fmla="*/ 27230 w 86968"/>
                  <a:gd name="connsiteY16" fmla="*/ 83478 h 83477"/>
                  <a:gd name="connsiteX17" fmla="*/ 45363 w 86968"/>
                  <a:gd name="connsiteY17" fmla="*/ 76562 h 83477"/>
                  <a:gd name="connsiteX18" fmla="*/ 77872 w 86968"/>
                  <a:gd name="connsiteY18" fmla="*/ 47538 h 83477"/>
                  <a:gd name="connsiteX19" fmla="*/ 80050 w 86968"/>
                  <a:gd name="connsiteY19" fmla="*/ 9094 h 83477"/>
                  <a:gd name="connsiteX20" fmla="*/ 59739 w 86968"/>
                  <a:gd name="connsiteY20" fmla="*/ 0 h 83477"/>
                  <a:gd name="connsiteX21" fmla="*/ 59739 w 86968"/>
                  <a:gd name="connsiteY21" fmla="*/ 0 h 8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6968" h="83477">
                    <a:moveTo>
                      <a:pt x="59739" y="6535"/>
                    </a:moveTo>
                    <a:lnTo>
                      <a:pt x="59739" y="6535"/>
                    </a:lnTo>
                    <a:cubicBezTo>
                      <a:pt x="65620" y="6535"/>
                      <a:pt x="71283" y="9040"/>
                      <a:pt x="75204" y="13450"/>
                    </a:cubicBezTo>
                    <a:cubicBezTo>
                      <a:pt x="78907" y="17589"/>
                      <a:pt x="80758" y="22871"/>
                      <a:pt x="80431" y="28425"/>
                    </a:cubicBezTo>
                    <a:cubicBezTo>
                      <a:pt x="80105" y="33925"/>
                      <a:pt x="77654" y="38989"/>
                      <a:pt x="73570" y="42692"/>
                    </a:cubicBezTo>
                    <a:lnTo>
                      <a:pt x="41061" y="71716"/>
                    </a:lnTo>
                    <a:cubicBezTo>
                      <a:pt x="37250" y="75092"/>
                      <a:pt x="32349" y="76998"/>
                      <a:pt x="27284" y="76998"/>
                    </a:cubicBezTo>
                    <a:cubicBezTo>
                      <a:pt x="21404" y="76998"/>
                      <a:pt x="15740" y="74493"/>
                      <a:pt x="11820" y="70082"/>
                    </a:cubicBezTo>
                    <a:cubicBezTo>
                      <a:pt x="8117" y="65944"/>
                      <a:pt x="6265" y="60662"/>
                      <a:pt x="6592" y="55108"/>
                    </a:cubicBezTo>
                    <a:cubicBezTo>
                      <a:pt x="6919" y="49608"/>
                      <a:pt x="9369" y="44544"/>
                      <a:pt x="13453" y="40840"/>
                    </a:cubicBezTo>
                    <a:lnTo>
                      <a:pt x="45962" y="11817"/>
                    </a:lnTo>
                    <a:cubicBezTo>
                      <a:pt x="49774" y="8441"/>
                      <a:pt x="54675" y="6535"/>
                      <a:pt x="59739" y="6535"/>
                    </a:cubicBezTo>
                    <a:moveTo>
                      <a:pt x="59739" y="0"/>
                    </a:moveTo>
                    <a:cubicBezTo>
                      <a:pt x="53259" y="0"/>
                      <a:pt x="46833" y="2287"/>
                      <a:pt x="41606" y="6916"/>
                    </a:cubicBezTo>
                    <a:lnTo>
                      <a:pt x="9097" y="35940"/>
                    </a:lnTo>
                    <a:cubicBezTo>
                      <a:pt x="-2121" y="45959"/>
                      <a:pt x="-3101" y="63167"/>
                      <a:pt x="6919" y="74384"/>
                    </a:cubicBezTo>
                    <a:cubicBezTo>
                      <a:pt x="12310" y="80428"/>
                      <a:pt x="19770" y="83478"/>
                      <a:pt x="27230" y="83478"/>
                    </a:cubicBezTo>
                    <a:cubicBezTo>
                      <a:pt x="33710" y="83478"/>
                      <a:pt x="40136" y="81191"/>
                      <a:pt x="45363" y="76562"/>
                    </a:cubicBezTo>
                    <a:lnTo>
                      <a:pt x="77872" y="47538"/>
                    </a:lnTo>
                    <a:cubicBezTo>
                      <a:pt x="89090" y="37519"/>
                      <a:pt x="90070" y="20311"/>
                      <a:pt x="80050" y="9094"/>
                    </a:cubicBezTo>
                    <a:cubicBezTo>
                      <a:pt x="74659" y="3104"/>
                      <a:pt x="67254" y="0"/>
                      <a:pt x="59739" y="0"/>
                    </a:cubicBezTo>
                    <a:lnTo>
                      <a:pt x="59739" y="0"/>
                    </a:lnTo>
                    <a:close/>
                  </a:path>
                </a:pathLst>
              </a:custGeom>
              <a:solidFill>
                <a:srgbClr val="855B9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45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3972833" y="4602630"/>
              <a:ext cx="821708" cy="522943"/>
              <a:chOff x="3972833" y="4602630"/>
              <a:chExt cx="821708" cy="522943"/>
            </a:xfrm>
            <a:noFill/>
          </p:grpSpPr>
          <p:sp>
            <p:nvSpPr>
              <p:cNvPr id="446" name="Forme libre : forme 445">
                <a:extLst>
                  <a:ext uri="{FF2B5EF4-FFF2-40B4-BE49-F238E27FC236}">
                    <a16:creationId xmlns:a16="http://schemas.microsoft.com/office/drawing/2014/main" id="{C2662ADE-5828-4D39-B54E-3E2E11E784AF}"/>
                  </a:ext>
                </a:extLst>
              </p:cNvPr>
              <p:cNvSpPr/>
              <p:nvPr/>
            </p:nvSpPr>
            <p:spPr>
              <a:xfrm>
                <a:off x="3972833" y="4834424"/>
                <a:ext cx="89819" cy="88363"/>
              </a:xfrm>
              <a:custGeom>
                <a:avLst/>
                <a:gdLst>
                  <a:gd name="connsiteX0" fmla="*/ 62553 w 89819"/>
                  <a:gd name="connsiteY0" fmla="*/ 88364 h 88363"/>
                  <a:gd name="connsiteX1" fmla="*/ 43712 w 89819"/>
                  <a:gd name="connsiteY1" fmla="*/ 80795 h 88363"/>
                  <a:gd name="connsiteX2" fmla="*/ 8371 w 89819"/>
                  <a:gd name="connsiteY2" fmla="*/ 46870 h 88363"/>
                  <a:gd name="connsiteX3" fmla="*/ 7609 w 89819"/>
                  <a:gd name="connsiteY3" fmla="*/ 8371 h 88363"/>
                  <a:gd name="connsiteX4" fmla="*/ 46108 w 89819"/>
                  <a:gd name="connsiteY4" fmla="*/ 7609 h 88363"/>
                  <a:gd name="connsiteX5" fmla="*/ 81448 w 89819"/>
                  <a:gd name="connsiteY5" fmla="*/ 41534 h 88363"/>
                  <a:gd name="connsiteX6" fmla="*/ 82211 w 89819"/>
                  <a:gd name="connsiteY6" fmla="*/ 80032 h 88363"/>
                  <a:gd name="connsiteX7" fmla="*/ 62553 w 89819"/>
                  <a:gd name="connsiteY7" fmla="*/ 88364 h 88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9819" h="88363">
                    <a:moveTo>
                      <a:pt x="62553" y="88364"/>
                    </a:moveTo>
                    <a:cubicBezTo>
                      <a:pt x="55746" y="88364"/>
                      <a:pt x="48994" y="85859"/>
                      <a:pt x="43712" y="80795"/>
                    </a:cubicBezTo>
                    <a:lnTo>
                      <a:pt x="8371" y="46870"/>
                    </a:lnTo>
                    <a:cubicBezTo>
                      <a:pt x="-2465" y="36469"/>
                      <a:pt x="-2846" y="19207"/>
                      <a:pt x="7609" y="8371"/>
                    </a:cubicBezTo>
                    <a:cubicBezTo>
                      <a:pt x="18009" y="-2465"/>
                      <a:pt x="35271" y="-2846"/>
                      <a:pt x="46108" y="7609"/>
                    </a:cubicBezTo>
                    <a:lnTo>
                      <a:pt x="81448" y="41534"/>
                    </a:lnTo>
                    <a:cubicBezTo>
                      <a:pt x="92285" y="51934"/>
                      <a:pt x="92666" y="69196"/>
                      <a:pt x="82211" y="80032"/>
                    </a:cubicBezTo>
                    <a:cubicBezTo>
                      <a:pt x="76820" y="85532"/>
                      <a:pt x="69686" y="88364"/>
                      <a:pt x="62553" y="88364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" name="Forme libre : forme 446">
                <a:extLst>
                  <a:ext uri="{FF2B5EF4-FFF2-40B4-BE49-F238E27FC236}">
                    <a16:creationId xmlns:a16="http://schemas.microsoft.com/office/drawing/2014/main" id="{2649CD39-C450-48D9-AB76-617F0D08539F}"/>
                  </a:ext>
                </a:extLst>
              </p:cNvPr>
              <p:cNvSpPr/>
              <p:nvPr/>
            </p:nvSpPr>
            <p:spPr>
              <a:xfrm>
                <a:off x="4365080" y="4602630"/>
                <a:ext cx="82054" cy="92431"/>
              </a:xfrm>
              <a:custGeom>
                <a:avLst/>
                <a:gdLst>
                  <a:gd name="connsiteX0" fmla="*/ 54858 w 82054"/>
                  <a:gd name="connsiteY0" fmla="*/ 92431 h 92431"/>
                  <a:gd name="connsiteX1" fmla="*/ 32804 w 82054"/>
                  <a:gd name="connsiteY1" fmla="*/ 81214 h 92431"/>
                  <a:gd name="connsiteX2" fmla="*/ 5196 w 82054"/>
                  <a:gd name="connsiteY2" fmla="*/ 43205 h 92431"/>
                  <a:gd name="connsiteX3" fmla="*/ 11241 w 82054"/>
                  <a:gd name="connsiteY3" fmla="*/ 5196 h 92431"/>
                  <a:gd name="connsiteX4" fmla="*/ 49250 w 82054"/>
                  <a:gd name="connsiteY4" fmla="*/ 11241 h 92431"/>
                  <a:gd name="connsiteX5" fmla="*/ 76858 w 82054"/>
                  <a:gd name="connsiteY5" fmla="*/ 49250 h 92431"/>
                  <a:gd name="connsiteX6" fmla="*/ 70813 w 82054"/>
                  <a:gd name="connsiteY6" fmla="*/ 87258 h 92431"/>
                  <a:gd name="connsiteX7" fmla="*/ 54858 w 82054"/>
                  <a:gd name="connsiteY7" fmla="*/ 92431 h 92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2054" h="92431">
                    <a:moveTo>
                      <a:pt x="54858" y="92431"/>
                    </a:moveTo>
                    <a:cubicBezTo>
                      <a:pt x="46418" y="92431"/>
                      <a:pt x="38141" y="88565"/>
                      <a:pt x="32804" y="81214"/>
                    </a:cubicBezTo>
                    <a:lnTo>
                      <a:pt x="5196" y="43205"/>
                    </a:lnTo>
                    <a:cubicBezTo>
                      <a:pt x="-3625" y="31008"/>
                      <a:pt x="-957" y="14018"/>
                      <a:pt x="11241" y="5196"/>
                    </a:cubicBezTo>
                    <a:cubicBezTo>
                      <a:pt x="23384" y="-3625"/>
                      <a:pt x="40428" y="-957"/>
                      <a:pt x="49250" y="11241"/>
                    </a:cubicBezTo>
                    <a:lnTo>
                      <a:pt x="76858" y="49250"/>
                    </a:lnTo>
                    <a:cubicBezTo>
                      <a:pt x="85679" y="61447"/>
                      <a:pt x="83011" y="78437"/>
                      <a:pt x="70813" y="87258"/>
                    </a:cubicBezTo>
                    <a:cubicBezTo>
                      <a:pt x="65967" y="90743"/>
                      <a:pt x="60358" y="92431"/>
                      <a:pt x="54858" y="92431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" name="Forme libre : forme 447">
                <a:extLst>
                  <a:ext uri="{FF2B5EF4-FFF2-40B4-BE49-F238E27FC236}">
                    <a16:creationId xmlns:a16="http://schemas.microsoft.com/office/drawing/2014/main" id="{8EB0E905-9BA2-4EAA-BE13-71DA9B400CE4}"/>
                  </a:ext>
                </a:extLst>
              </p:cNvPr>
              <p:cNvSpPr/>
              <p:nvPr/>
            </p:nvSpPr>
            <p:spPr>
              <a:xfrm>
                <a:off x="4725355" y="4827969"/>
                <a:ext cx="69186" cy="101190"/>
              </a:xfrm>
              <a:custGeom>
                <a:avLst/>
                <a:gdLst>
                  <a:gd name="connsiteX0" fmla="*/ 41999 w 69186"/>
                  <a:gd name="connsiteY0" fmla="*/ 101190 h 101190"/>
                  <a:gd name="connsiteX1" fmla="*/ 16025 w 69186"/>
                  <a:gd name="connsiteY1" fmla="*/ 82131 h 101190"/>
                  <a:gd name="connsiteX2" fmla="*/ 1268 w 69186"/>
                  <a:gd name="connsiteY2" fmla="*/ 35410 h 101190"/>
                  <a:gd name="connsiteX3" fmla="*/ 19019 w 69186"/>
                  <a:gd name="connsiteY3" fmla="*/ 1268 h 101190"/>
                  <a:gd name="connsiteX4" fmla="*/ 53162 w 69186"/>
                  <a:gd name="connsiteY4" fmla="*/ 19020 h 101190"/>
                  <a:gd name="connsiteX5" fmla="*/ 67919 w 69186"/>
                  <a:gd name="connsiteY5" fmla="*/ 65741 h 101190"/>
                  <a:gd name="connsiteX6" fmla="*/ 50167 w 69186"/>
                  <a:gd name="connsiteY6" fmla="*/ 99883 h 101190"/>
                  <a:gd name="connsiteX7" fmla="*/ 41999 w 69186"/>
                  <a:gd name="connsiteY7" fmla="*/ 101190 h 10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186" h="101190">
                    <a:moveTo>
                      <a:pt x="41999" y="101190"/>
                    </a:moveTo>
                    <a:cubicBezTo>
                      <a:pt x="30455" y="101190"/>
                      <a:pt x="19727" y="93785"/>
                      <a:pt x="16025" y="82131"/>
                    </a:cubicBezTo>
                    <a:lnTo>
                      <a:pt x="1268" y="35410"/>
                    </a:lnTo>
                    <a:cubicBezTo>
                      <a:pt x="-3252" y="21089"/>
                      <a:pt x="4698" y="5787"/>
                      <a:pt x="19019" y="1268"/>
                    </a:cubicBezTo>
                    <a:cubicBezTo>
                      <a:pt x="33341" y="-3252"/>
                      <a:pt x="48642" y="4698"/>
                      <a:pt x="53162" y="19020"/>
                    </a:cubicBezTo>
                    <a:lnTo>
                      <a:pt x="67919" y="65741"/>
                    </a:lnTo>
                    <a:cubicBezTo>
                      <a:pt x="72439" y="80062"/>
                      <a:pt x="64488" y="95364"/>
                      <a:pt x="50167" y="99883"/>
                    </a:cubicBezTo>
                    <a:cubicBezTo>
                      <a:pt x="47499" y="100809"/>
                      <a:pt x="44722" y="101190"/>
                      <a:pt x="41999" y="101190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" name="Forme libre : forme 448">
                <a:extLst>
                  <a:ext uri="{FF2B5EF4-FFF2-40B4-BE49-F238E27FC236}">
                    <a16:creationId xmlns:a16="http://schemas.microsoft.com/office/drawing/2014/main" id="{EF9C045F-67EA-4F7B-95CE-A1657CF62531}"/>
                  </a:ext>
                </a:extLst>
              </p:cNvPr>
              <p:cNvSpPr/>
              <p:nvPr/>
            </p:nvSpPr>
            <p:spPr>
              <a:xfrm>
                <a:off x="4222813" y="5042093"/>
                <a:ext cx="86969" cy="83480"/>
              </a:xfrm>
              <a:custGeom>
                <a:avLst/>
                <a:gdLst>
                  <a:gd name="connsiteX0" fmla="*/ 27230 w 86969"/>
                  <a:gd name="connsiteY0" fmla="*/ 83481 h 83480"/>
                  <a:gd name="connsiteX1" fmla="*/ 6919 w 86969"/>
                  <a:gd name="connsiteY1" fmla="*/ 74387 h 83480"/>
                  <a:gd name="connsiteX2" fmla="*/ 9097 w 86969"/>
                  <a:gd name="connsiteY2" fmla="*/ 35943 h 83480"/>
                  <a:gd name="connsiteX3" fmla="*/ 41606 w 86969"/>
                  <a:gd name="connsiteY3" fmla="*/ 6919 h 83480"/>
                  <a:gd name="connsiteX4" fmla="*/ 80050 w 86969"/>
                  <a:gd name="connsiteY4" fmla="*/ 9097 h 83480"/>
                  <a:gd name="connsiteX5" fmla="*/ 77872 w 86969"/>
                  <a:gd name="connsiteY5" fmla="*/ 47541 h 83480"/>
                  <a:gd name="connsiteX6" fmla="*/ 45363 w 86969"/>
                  <a:gd name="connsiteY6" fmla="*/ 76565 h 83480"/>
                  <a:gd name="connsiteX7" fmla="*/ 27230 w 86969"/>
                  <a:gd name="connsiteY7" fmla="*/ 83481 h 8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969" h="83480">
                    <a:moveTo>
                      <a:pt x="27230" y="83481"/>
                    </a:moveTo>
                    <a:cubicBezTo>
                      <a:pt x="19715" y="83481"/>
                      <a:pt x="12310" y="80431"/>
                      <a:pt x="6919" y="74387"/>
                    </a:cubicBezTo>
                    <a:cubicBezTo>
                      <a:pt x="-3101" y="63170"/>
                      <a:pt x="-2120" y="45962"/>
                      <a:pt x="9097" y="35943"/>
                    </a:cubicBezTo>
                    <a:lnTo>
                      <a:pt x="41606" y="6919"/>
                    </a:lnTo>
                    <a:cubicBezTo>
                      <a:pt x="52823" y="-3101"/>
                      <a:pt x="70031" y="-2121"/>
                      <a:pt x="80050" y="9097"/>
                    </a:cubicBezTo>
                    <a:cubicBezTo>
                      <a:pt x="90070" y="20314"/>
                      <a:pt x="89090" y="37522"/>
                      <a:pt x="77872" y="47541"/>
                    </a:cubicBezTo>
                    <a:lnTo>
                      <a:pt x="45363" y="76565"/>
                    </a:lnTo>
                    <a:cubicBezTo>
                      <a:pt x="40136" y="81194"/>
                      <a:pt x="33656" y="83481"/>
                      <a:pt x="27230" y="83481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938EA4F8-5BB4-4DE1-9DF1-3F68ED3C2F42}"/>
                </a:ext>
              </a:extLst>
            </p:cNvPr>
            <p:cNvSpPr/>
            <p:nvPr/>
          </p:nvSpPr>
          <p:spPr>
            <a:xfrm>
              <a:off x="3862240" y="5026086"/>
              <a:ext cx="54929" cy="69878"/>
            </a:xfrm>
            <a:custGeom>
              <a:avLst/>
              <a:gdLst>
                <a:gd name="connsiteX0" fmla="*/ 48501 w 54929"/>
                <a:gd name="connsiteY0" fmla="*/ 0 h 69878"/>
                <a:gd name="connsiteX1" fmla="*/ 27427 w 54929"/>
                <a:gd name="connsiteY1" fmla="*/ 13396 h 69878"/>
                <a:gd name="connsiteX2" fmla="*/ 9675 w 54929"/>
                <a:gd name="connsiteY2" fmla="*/ 33979 h 69878"/>
                <a:gd name="connsiteX3" fmla="*/ 1671 w 54929"/>
                <a:gd name="connsiteY3" fmla="*/ 46885 h 69878"/>
                <a:gd name="connsiteX4" fmla="*/ 1235 w 54929"/>
                <a:gd name="connsiteY4" fmla="*/ 61751 h 69878"/>
                <a:gd name="connsiteX5" fmla="*/ 12997 w 54929"/>
                <a:gd name="connsiteY5" fmla="*/ 69864 h 69878"/>
                <a:gd name="connsiteX6" fmla="*/ 23833 w 54929"/>
                <a:gd name="connsiteY6" fmla="*/ 64201 h 69878"/>
                <a:gd name="connsiteX7" fmla="*/ 46813 w 54929"/>
                <a:gd name="connsiteY7" fmla="*/ 33816 h 69878"/>
                <a:gd name="connsiteX8" fmla="*/ 53075 w 54929"/>
                <a:gd name="connsiteY8" fmla="*/ 22000 h 69878"/>
                <a:gd name="connsiteX9" fmla="*/ 54926 w 54929"/>
                <a:gd name="connsiteY9" fmla="*/ 11163 h 69878"/>
                <a:gd name="connsiteX10" fmla="*/ 51659 w 54929"/>
                <a:gd name="connsiteY10" fmla="*/ 3975 h 69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929" h="69878">
                  <a:moveTo>
                    <a:pt x="48501" y="0"/>
                  </a:moveTo>
                  <a:cubicBezTo>
                    <a:pt x="40061" y="1089"/>
                    <a:pt x="33308" y="7242"/>
                    <a:pt x="27427" y="13396"/>
                  </a:cubicBezTo>
                  <a:cubicBezTo>
                    <a:pt x="21165" y="19930"/>
                    <a:pt x="15230" y="26846"/>
                    <a:pt x="9675" y="33979"/>
                  </a:cubicBezTo>
                  <a:cubicBezTo>
                    <a:pt x="6571" y="37954"/>
                    <a:pt x="3522" y="42148"/>
                    <a:pt x="1671" y="46885"/>
                  </a:cubicBezTo>
                  <a:cubicBezTo>
                    <a:pt x="-181" y="51622"/>
                    <a:pt x="-725" y="57013"/>
                    <a:pt x="1235" y="61751"/>
                  </a:cubicBezTo>
                  <a:cubicBezTo>
                    <a:pt x="3141" y="66434"/>
                    <a:pt x="7878" y="70137"/>
                    <a:pt x="12997" y="69864"/>
                  </a:cubicBezTo>
                  <a:cubicBezTo>
                    <a:pt x="17135" y="69647"/>
                    <a:pt x="20729" y="67033"/>
                    <a:pt x="23833" y="64201"/>
                  </a:cubicBezTo>
                  <a:cubicBezTo>
                    <a:pt x="33254" y="55597"/>
                    <a:pt x="40061" y="44652"/>
                    <a:pt x="46813" y="33816"/>
                  </a:cubicBezTo>
                  <a:cubicBezTo>
                    <a:pt x="49154" y="30004"/>
                    <a:pt x="51550" y="26193"/>
                    <a:pt x="53075" y="22000"/>
                  </a:cubicBezTo>
                  <a:cubicBezTo>
                    <a:pt x="54327" y="18514"/>
                    <a:pt x="54981" y="14866"/>
                    <a:pt x="54926" y="11163"/>
                  </a:cubicBezTo>
                  <a:cubicBezTo>
                    <a:pt x="54926" y="8386"/>
                    <a:pt x="54218" y="5064"/>
                    <a:pt x="51659" y="3975"/>
                  </a:cubicBezTo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6C6C293B-141A-40B2-AE9C-1BB0C2654347}"/>
                </a:ext>
              </a:extLst>
            </p:cNvPr>
            <p:cNvSpPr/>
            <p:nvPr/>
          </p:nvSpPr>
          <p:spPr>
            <a:xfrm>
              <a:off x="3931196" y="4963623"/>
              <a:ext cx="66389" cy="59448"/>
            </a:xfrm>
            <a:custGeom>
              <a:avLst/>
              <a:gdLst>
                <a:gd name="connsiteX0" fmla="*/ 60790 w 66389"/>
                <a:gd name="connsiteY0" fmla="*/ 4851 h 59448"/>
                <a:gd name="connsiteX1" fmla="*/ 52568 w 66389"/>
                <a:gd name="connsiteY1" fmla="*/ 5 h 59448"/>
                <a:gd name="connsiteX2" fmla="*/ 42929 w 66389"/>
                <a:gd name="connsiteY2" fmla="*/ 3163 h 59448"/>
                <a:gd name="connsiteX3" fmla="*/ 15103 w 66389"/>
                <a:gd name="connsiteY3" fmla="*/ 19608 h 59448"/>
                <a:gd name="connsiteX4" fmla="*/ 20 w 66389"/>
                <a:gd name="connsiteY4" fmla="*/ 47271 h 59448"/>
                <a:gd name="connsiteX5" fmla="*/ 3723 w 66389"/>
                <a:gd name="connsiteY5" fmla="*/ 57726 h 59448"/>
                <a:gd name="connsiteX6" fmla="*/ 12108 w 66389"/>
                <a:gd name="connsiteY6" fmla="*/ 59087 h 59448"/>
                <a:gd name="connsiteX7" fmla="*/ 20004 w 66389"/>
                <a:gd name="connsiteY7" fmla="*/ 55330 h 59448"/>
                <a:gd name="connsiteX8" fmla="*/ 41405 w 66389"/>
                <a:gd name="connsiteY8" fmla="*/ 41227 h 59448"/>
                <a:gd name="connsiteX9" fmla="*/ 60464 w 66389"/>
                <a:gd name="connsiteY9" fmla="*/ 29247 h 59448"/>
                <a:gd name="connsiteX10" fmla="*/ 64330 w 66389"/>
                <a:gd name="connsiteY10" fmla="*/ 8717 h 59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89" h="59448">
                  <a:moveTo>
                    <a:pt x="60790" y="4851"/>
                  </a:moveTo>
                  <a:cubicBezTo>
                    <a:pt x="59701" y="1584"/>
                    <a:pt x="55944" y="-104"/>
                    <a:pt x="52568" y="5"/>
                  </a:cubicBezTo>
                  <a:cubicBezTo>
                    <a:pt x="49137" y="114"/>
                    <a:pt x="45979" y="1693"/>
                    <a:pt x="42929" y="3163"/>
                  </a:cubicBezTo>
                  <a:cubicBezTo>
                    <a:pt x="33237" y="7901"/>
                    <a:pt x="23326" y="12584"/>
                    <a:pt x="15103" y="19608"/>
                  </a:cubicBezTo>
                  <a:cubicBezTo>
                    <a:pt x="6881" y="26633"/>
                    <a:pt x="455" y="36435"/>
                    <a:pt x="20" y="47271"/>
                  </a:cubicBezTo>
                  <a:cubicBezTo>
                    <a:pt x="-144" y="51083"/>
                    <a:pt x="673" y="55384"/>
                    <a:pt x="3723" y="57726"/>
                  </a:cubicBezTo>
                  <a:cubicBezTo>
                    <a:pt x="6064" y="59523"/>
                    <a:pt x="9277" y="59795"/>
                    <a:pt x="12108" y="59087"/>
                  </a:cubicBezTo>
                  <a:cubicBezTo>
                    <a:pt x="14940" y="58434"/>
                    <a:pt x="17499" y="56909"/>
                    <a:pt x="20004" y="55330"/>
                  </a:cubicBezTo>
                  <a:cubicBezTo>
                    <a:pt x="27192" y="50701"/>
                    <a:pt x="33944" y="45420"/>
                    <a:pt x="41405" y="41227"/>
                  </a:cubicBezTo>
                  <a:cubicBezTo>
                    <a:pt x="47994" y="37524"/>
                    <a:pt x="55181" y="34583"/>
                    <a:pt x="60464" y="29247"/>
                  </a:cubicBezTo>
                  <a:cubicBezTo>
                    <a:pt x="65746" y="23910"/>
                    <a:pt x="68577" y="14980"/>
                    <a:pt x="64330" y="8717"/>
                  </a:cubicBezTo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D9E938BD-B40D-4435-8556-8E52A20B9BAF}"/>
                </a:ext>
              </a:extLst>
            </p:cNvPr>
            <p:cNvSpPr/>
            <p:nvPr/>
          </p:nvSpPr>
          <p:spPr>
            <a:xfrm>
              <a:off x="3826626" y="5102373"/>
              <a:ext cx="39082" cy="58544"/>
            </a:xfrm>
            <a:custGeom>
              <a:avLst/>
              <a:gdLst>
                <a:gd name="connsiteX0" fmla="*/ 34072 w 39082"/>
                <a:gd name="connsiteY0" fmla="*/ 5830 h 58544"/>
                <a:gd name="connsiteX1" fmla="*/ 34998 w 39082"/>
                <a:gd name="connsiteY1" fmla="*/ 4523 h 58544"/>
                <a:gd name="connsiteX2" fmla="*/ 25795 w 39082"/>
                <a:gd name="connsiteY2" fmla="*/ 276 h 58544"/>
                <a:gd name="connsiteX3" fmla="*/ 22855 w 39082"/>
                <a:gd name="connsiteY3" fmla="*/ 167 h 58544"/>
                <a:gd name="connsiteX4" fmla="*/ 20622 w 39082"/>
                <a:gd name="connsiteY4" fmla="*/ 1800 h 58544"/>
                <a:gd name="connsiteX5" fmla="*/ 365 w 39082"/>
                <a:gd name="connsiteY5" fmla="*/ 42259 h 58544"/>
                <a:gd name="connsiteX6" fmla="*/ 202 w 39082"/>
                <a:gd name="connsiteY6" fmla="*/ 48086 h 58544"/>
                <a:gd name="connsiteX7" fmla="*/ 14142 w 39082"/>
                <a:gd name="connsiteY7" fmla="*/ 58432 h 58544"/>
                <a:gd name="connsiteX8" fmla="*/ 18499 w 39082"/>
                <a:gd name="connsiteY8" fmla="*/ 58106 h 58544"/>
                <a:gd name="connsiteX9" fmla="*/ 21657 w 39082"/>
                <a:gd name="connsiteY9" fmla="*/ 55601 h 58544"/>
                <a:gd name="connsiteX10" fmla="*/ 39082 w 39082"/>
                <a:gd name="connsiteY10" fmla="*/ 16666 h 58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82" h="58544">
                  <a:moveTo>
                    <a:pt x="34072" y="5830"/>
                  </a:moveTo>
                  <a:cubicBezTo>
                    <a:pt x="34399" y="5394"/>
                    <a:pt x="34671" y="4959"/>
                    <a:pt x="34998" y="4523"/>
                  </a:cubicBezTo>
                  <a:cubicBezTo>
                    <a:pt x="32221" y="2563"/>
                    <a:pt x="29117" y="1092"/>
                    <a:pt x="25795" y="276"/>
                  </a:cubicBezTo>
                  <a:cubicBezTo>
                    <a:pt x="24815" y="58"/>
                    <a:pt x="23781" y="-160"/>
                    <a:pt x="22855" y="167"/>
                  </a:cubicBezTo>
                  <a:cubicBezTo>
                    <a:pt x="21984" y="439"/>
                    <a:pt x="21276" y="1147"/>
                    <a:pt x="20622" y="1800"/>
                  </a:cubicBezTo>
                  <a:cubicBezTo>
                    <a:pt x="9949" y="12800"/>
                    <a:pt x="2761" y="27121"/>
                    <a:pt x="365" y="42259"/>
                  </a:cubicBezTo>
                  <a:cubicBezTo>
                    <a:pt x="39" y="44220"/>
                    <a:pt x="-179" y="46180"/>
                    <a:pt x="202" y="48086"/>
                  </a:cubicBezTo>
                  <a:cubicBezTo>
                    <a:pt x="1345" y="54185"/>
                    <a:pt x="7989" y="57670"/>
                    <a:pt x="14142" y="58432"/>
                  </a:cubicBezTo>
                  <a:cubicBezTo>
                    <a:pt x="15613" y="58595"/>
                    <a:pt x="17137" y="58650"/>
                    <a:pt x="18499" y="58106"/>
                  </a:cubicBezTo>
                  <a:cubicBezTo>
                    <a:pt x="19751" y="57561"/>
                    <a:pt x="20731" y="56581"/>
                    <a:pt x="21657" y="55601"/>
                  </a:cubicBezTo>
                  <a:cubicBezTo>
                    <a:pt x="31186" y="44927"/>
                    <a:pt x="35270" y="30552"/>
                    <a:pt x="39082" y="16666"/>
                  </a:cubicBezTo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20C8C613-C8BB-4B3A-A772-0A02B6ED6042}"/>
                </a:ext>
              </a:extLst>
            </p:cNvPr>
            <p:cNvSpPr/>
            <p:nvPr/>
          </p:nvSpPr>
          <p:spPr>
            <a:xfrm>
              <a:off x="4096750" y="4885240"/>
              <a:ext cx="70467" cy="47444"/>
            </a:xfrm>
            <a:custGeom>
              <a:avLst/>
              <a:gdLst>
                <a:gd name="connsiteX0" fmla="*/ 50483 w 70467"/>
                <a:gd name="connsiteY0" fmla="*/ 900 h 47444"/>
                <a:gd name="connsiteX1" fmla="*/ 36598 w 70467"/>
                <a:gd name="connsiteY1" fmla="*/ 7326 h 47444"/>
                <a:gd name="connsiteX2" fmla="*/ 18465 w 70467"/>
                <a:gd name="connsiteY2" fmla="*/ 14623 h 47444"/>
                <a:gd name="connsiteX3" fmla="*/ 3109 w 70467"/>
                <a:gd name="connsiteY3" fmla="*/ 26330 h 47444"/>
                <a:gd name="connsiteX4" fmla="*/ 168 w 70467"/>
                <a:gd name="connsiteY4" fmla="*/ 38038 h 47444"/>
                <a:gd name="connsiteX5" fmla="*/ 7628 w 70467"/>
                <a:gd name="connsiteY5" fmla="*/ 47077 h 47444"/>
                <a:gd name="connsiteX6" fmla="*/ 18029 w 70467"/>
                <a:gd name="connsiteY6" fmla="*/ 45062 h 47444"/>
                <a:gd name="connsiteX7" fmla="*/ 26524 w 70467"/>
                <a:gd name="connsiteY7" fmla="*/ 38256 h 47444"/>
                <a:gd name="connsiteX8" fmla="*/ 41444 w 70467"/>
                <a:gd name="connsiteY8" fmla="*/ 29489 h 47444"/>
                <a:gd name="connsiteX9" fmla="*/ 67582 w 70467"/>
                <a:gd name="connsiteY9" fmla="*/ 18816 h 47444"/>
                <a:gd name="connsiteX10" fmla="*/ 69760 w 70467"/>
                <a:gd name="connsiteY10" fmla="*/ 16365 h 47444"/>
                <a:gd name="connsiteX11" fmla="*/ 66003 w 70467"/>
                <a:gd name="connsiteY11" fmla="*/ 2316 h 47444"/>
                <a:gd name="connsiteX12" fmla="*/ 50483 w 70467"/>
                <a:gd name="connsiteY12" fmla="*/ 900 h 4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0467" h="47444">
                  <a:moveTo>
                    <a:pt x="50483" y="900"/>
                  </a:moveTo>
                  <a:cubicBezTo>
                    <a:pt x="45583" y="2316"/>
                    <a:pt x="41226" y="5148"/>
                    <a:pt x="36598" y="7326"/>
                  </a:cubicBezTo>
                  <a:cubicBezTo>
                    <a:pt x="30717" y="10157"/>
                    <a:pt x="24400" y="11954"/>
                    <a:pt x="18465" y="14623"/>
                  </a:cubicBezTo>
                  <a:cubicBezTo>
                    <a:pt x="12529" y="17291"/>
                    <a:pt x="6703" y="20885"/>
                    <a:pt x="3109" y="26330"/>
                  </a:cubicBezTo>
                  <a:cubicBezTo>
                    <a:pt x="822" y="29761"/>
                    <a:pt x="-485" y="34008"/>
                    <a:pt x="168" y="38038"/>
                  </a:cubicBezTo>
                  <a:cubicBezTo>
                    <a:pt x="822" y="42122"/>
                    <a:pt x="3708" y="45933"/>
                    <a:pt x="7628" y="47077"/>
                  </a:cubicBezTo>
                  <a:cubicBezTo>
                    <a:pt x="11113" y="48057"/>
                    <a:pt x="14925" y="46968"/>
                    <a:pt x="18029" y="45062"/>
                  </a:cubicBezTo>
                  <a:cubicBezTo>
                    <a:pt x="21133" y="43157"/>
                    <a:pt x="23692" y="40597"/>
                    <a:pt x="26524" y="38256"/>
                  </a:cubicBezTo>
                  <a:cubicBezTo>
                    <a:pt x="30989" y="34553"/>
                    <a:pt x="36053" y="31612"/>
                    <a:pt x="41444" y="29489"/>
                  </a:cubicBezTo>
                  <a:cubicBezTo>
                    <a:pt x="50266" y="26058"/>
                    <a:pt x="60231" y="24751"/>
                    <a:pt x="67582" y="18816"/>
                  </a:cubicBezTo>
                  <a:cubicBezTo>
                    <a:pt x="68453" y="18108"/>
                    <a:pt x="69270" y="17345"/>
                    <a:pt x="69760" y="16365"/>
                  </a:cubicBezTo>
                  <a:cubicBezTo>
                    <a:pt x="71666" y="12553"/>
                    <a:pt x="69488" y="4821"/>
                    <a:pt x="66003" y="2316"/>
                  </a:cubicBezTo>
                  <a:cubicBezTo>
                    <a:pt x="62082" y="-570"/>
                    <a:pt x="54840" y="-406"/>
                    <a:pt x="50483" y="900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263AE02C-2BBD-40A8-AD18-87579D737284}"/>
                </a:ext>
              </a:extLst>
            </p:cNvPr>
            <p:cNvSpPr/>
            <p:nvPr/>
          </p:nvSpPr>
          <p:spPr>
            <a:xfrm>
              <a:off x="4188807" y="4851579"/>
              <a:ext cx="73080" cy="40661"/>
            </a:xfrm>
            <a:custGeom>
              <a:avLst/>
              <a:gdLst>
                <a:gd name="connsiteX0" fmla="*/ 36840 w 73080"/>
                <a:gd name="connsiteY0" fmla="*/ 6627 h 40661"/>
                <a:gd name="connsiteX1" fmla="*/ 4658 w 73080"/>
                <a:gd name="connsiteY1" fmla="*/ 22799 h 40661"/>
                <a:gd name="connsiteX2" fmla="*/ 302 w 73080"/>
                <a:gd name="connsiteY2" fmla="*/ 33962 h 40661"/>
                <a:gd name="connsiteX3" fmla="*/ 8905 w 73080"/>
                <a:gd name="connsiteY3" fmla="*/ 40388 h 40661"/>
                <a:gd name="connsiteX4" fmla="*/ 22519 w 73080"/>
                <a:gd name="connsiteY4" fmla="*/ 37557 h 40661"/>
                <a:gd name="connsiteX5" fmla="*/ 30251 w 73080"/>
                <a:gd name="connsiteY5" fmla="*/ 31294 h 40661"/>
                <a:gd name="connsiteX6" fmla="*/ 43592 w 73080"/>
                <a:gd name="connsiteY6" fmla="*/ 25903 h 40661"/>
                <a:gd name="connsiteX7" fmla="*/ 60637 w 73080"/>
                <a:gd name="connsiteY7" fmla="*/ 21220 h 40661"/>
                <a:gd name="connsiteX8" fmla="*/ 69567 w 73080"/>
                <a:gd name="connsiteY8" fmla="*/ 3468 h 40661"/>
                <a:gd name="connsiteX9" fmla="*/ 36840 w 73080"/>
                <a:gd name="connsiteY9" fmla="*/ 6627 h 40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80" h="40661">
                  <a:moveTo>
                    <a:pt x="36840" y="6627"/>
                  </a:moveTo>
                  <a:cubicBezTo>
                    <a:pt x="25568" y="11038"/>
                    <a:pt x="13262" y="14305"/>
                    <a:pt x="4658" y="22799"/>
                  </a:cubicBezTo>
                  <a:cubicBezTo>
                    <a:pt x="1663" y="25740"/>
                    <a:pt x="-896" y="29933"/>
                    <a:pt x="302" y="33962"/>
                  </a:cubicBezTo>
                  <a:cubicBezTo>
                    <a:pt x="1391" y="37611"/>
                    <a:pt x="5202" y="39735"/>
                    <a:pt x="8905" y="40388"/>
                  </a:cubicBezTo>
                  <a:cubicBezTo>
                    <a:pt x="13588" y="41205"/>
                    <a:pt x="18544" y="40170"/>
                    <a:pt x="22519" y="37557"/>
                  </a:cubicBezTo>
                  <a:cubicBezTo>
                    <a:pt x="25296" y="35705"/>
                    <a:pt x="27528" y="33200"/>
                    <a:pt x="30251" y="31294"/>
                  </a:cubicBezTo>
                  <a:cubicBezTo>
                    <a:pt x="34172" y="28517"/>
                    <a:pt x="38964" y="27210"/>
                    <a:pt x="43592" y="25903"/>
                  </a:cubicBezTo>
                  <a:cubicBezTo>
                    <a:pt x="49256" y="24324"/>
                    <a:pt x="54973" y="22745"/>
                    <a:pt x="60637" y="21220"/>
                  </a:cubicBezTo>
                  <a:cubicBezTo>
                    <a:pt x="68369" y="19097"/>
                    <a:pt x="78552" y="11310"/>
                    <a:pt x="69567" y="3468"/>
                  </a:cubicBezTo>
                  <a:cubicBezTo>
                    <a:pt x="60582" y="-4373"/>
                    <a:pt x="46043" y="3033"/>
                    <a:pt x="36840" y="6627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1536E8A5-8964-45B0-BA36-C299247A3CB1}"/>
                </a:ext>
              </a:extLst>
            </p:cNvPr>
            <p:cNvSpPr/>
            <p:nvPr/>
          </p:nvSpPr>
          <p:spPr>
            <a:xfrm>
              <a:off x="4275214" y="4819330"/>
              <a:ext cx="75143" cy="44379"/>
            </a:xfrm>
            <a:custGeom>
              <a:avLst/>
              <a:gdLst>
                <a:gd name="connsiteX0" fmla="*/ 40391 w 75143"/>
                <a:gd name="connsiteY0" fmla="*/ 5059 h 44379"/>
                <a:gd name="connsiteX1" fmla="*/ 5595 w 75143"/>
                <a:gd name="connsiteY1" fmla="*/ 23900 h 44379"/>
                <a:gd name="connsiteX2" fmla="*/ 40 w 75143"/>
                <a:gd name="connsiteY2" fmla="*/ 31796 h 44379"/>
                <a:gd name="connsiteX3" fmla="*/ 6302 w 75143"/>
                <a:gd name="connsiteY3" fmla="*/ 41434 h 44379"/>
                <a:gd name="connsiteX4" fmla="*/ 27049 w 75143"/>
                <a:gd name="connsiteY4" fmla="*/ 43231 h 44379"/>
                <a:gd name="connsiteX5" fmla="*/ 46435 w 75143"/>
                <a:gd name="connsiteY5" fmla="*/ 34410 h 44379"/>
                <a:gd name="connsiteX6" fmla="*/ 63152 w 75143"/>
                <a:gd name="connsiteY6" fmla="*/ 24989 h 44379"/>
                <a:gd name="connsiteX7" fmla="*/ 74860 w 75143"/>
                <a:gd name="connsiteY7" fmla="*/ 14262 h 44379"/>
                <a:gd name="connsiteX8" fmla="*/ 59068 w 75143"/>
                <a:gd name="connsiteY8" fmla="*/ 267 h 44379"/>
                <a:gd name="connsiteX9" fmla="*/ 40391 w 75143"/>
                <a:gd name="connsiteY9" fmla="*/ 5059 h 44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5143" h="44379">
                  <a:moveTo>
                    <a:pt x="40391" y="5059"/>
                  </a:moveTo>
                  <a:cubicBezTo>
                    <a:pt x="29282" y="12247"/>
                    <a:pt x="16050" y="15841"/>
                    <a:pt x="5595" y="23900"/>
                  </a:cubicBezTo>
                  <a:cubicBezTo>
                    <a:pt x="2981" y="25915"/>
                    <a:pt x="367" y="28529"/>
                    <a:pt x="40" y="31796"/>
                  </a:cubicBezTo>
                  <a:cubicBezTo>
                    <a:pt x="-395" y="35826"/>
                    <a:pt x="2763" y="39474"/>
                    <a:pt x="6302" y="41434"/>
                  </a:cubicBezTo>
                  <a:cubicBezTo>
                    <a:pt x="12510" y="44919"/>
                    <a:pt x="20188" y="45028"/>
                    <a:pt x="27049" y="43231"/>
                  </a:cubicBezTo>
                  <a:cubicBezTo>
                    <a:pt x="33965" y="41434"/>
                    <a:pt x="40227" y="37895"/>
                    <a:pt x="46435" y="34410"/>
                  </a:cubicBezTo>
                  <a:cubicBezTo>
                    <a:pt x="51989" y="31251"/>
                    <a:pt x="57598" y="28148"/>
                    <a:pt x="63152" y="24989"/>
                  </a:cubicBezTo>
                  <a:cubicBezTo>
                    <a:pt x="67890" y="22321"/>
                    <a:pt x="73444" y="20034"/>
                    <a:pt x="74860" y="14262"/>
                  </a:cubicBezTo>
                  <a:cubicBezTo>
                    <a:pt x="77038" y="5114"/>
                    <a:pt x="66202" y="1139"/>
                    <a:pt x="59068" y="267"/>
                  </a:cubicBezTo>
                  <a:cubicBezTo>
                    <a:pt x="51608" y="-713"/>
                    <a:pt x="46598" y="1030"/>
                    <a:pt x="40391" y="5059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1FC05781-17AB-4FF5-93A8-A917BBAC84DF}"/>
                </a:ext>
              </a:extLst>
            </p:cNvPr>
            <p:cNvSpPr/>
            <p:nvPr/>
          </p:nvSpPr>
          <p:spPr>
            <a:xfrm>
              <a:off x="4356525" y="4760351"/>
              <a:ext cx="63085" cy="55249"/>
            </a:xfrm>
            <a:custGeom>
              <a:avLst/>
              <a:gdLst>
                <a:gd name="connsiteX0" fmla="*/ 60037 w 63085"/>
                <a:gd name="connsiteY0" fmla="*/ 110 h 55249"/>
                <a:gd name="connsiteX1" fmla="*/ 50235 w 63085"/>
                <a:gd name="connsiteY1" fmla="*/ 1 h 55249"/>
                <a:gd name="connsiteX2" fmla="*/ 43755 w 63085"/>
                <a:gd name="connsiteY2" fmla="*/ 654 h 55249"/>
                <a:gd name="connsiteX3" fmla="*/ 33464 w 63085"/>
                <a:gd name="connsiteY3" fmla="*/ 9694 h 55249"/>
                <a:gd name="connsiteX4" fmla="*/ 1118 w 63085"/>
                <a:gd name="connsiteY4" fmla="*/ 42638 h 55249"/>
                <a:gd name="connsiteX5" fmla="*/ 192 w 63085"/>
                <a:gd name="connsiteY5" fmla="*/ 47648 h 55249"/>
                <a:gd name="connsiteX6" fmla="*/ 2534 w 63085"/>
                <a:gd name="connsiteY6" fmla="*/ 50534 h 55249"/>
                <a:gd name="connsiteX7" fmla="*/ 26929 w 63085"/>
                <a:gd name="connsiteY7" fmla="*/ 53475 h 55249"/>
                <a:gd name="connsiteX8" fmla="*/ 45008 w 63085"/>
                <a:gd name="connsiteY8" fmla="*/ 36104 h 55249"/>
                <a:gd name="connsiteX9" fmla="*/ 47567 w 63085"/>
                <a:gd name="connsiteY9" fmla="*/ 31475 h 55249"/>
                <a:gd name="connsiteX10" fmla="*/ 52523 w 63085"/>
                <a:gd name="connsiteY10" fmla="*/ 27282 h 55249"/>
                <a:gd name="connsiteX11" fmla="*/ 62379 w 63085"/>
                <a:gd name="connsiteY11" fmla="*/ 13506 h 55249"/>
                <a:gd name="connsiteX12" fmla="*/ 62760 w 63085"/>
                <a:gd name="connsiteY12" fmla="*/ 7842 h 55249"/>
                <a:gd name="connsiteX13" fmla="*/ 58295 w 63085"/>
                <a:gd name="connsiteY13" fmla="*/ 5229 h 55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3085" h="55249">
                  <a:moveTo>
                    <a:pt x="60037" y="110"/>
                  </a:moveTo>
                  <a:cubicBezTo>
                    <a:pt x="56770" y="55"/>
                    <a:pt x="53503" y="55"/>
                    <a:pt x="50235" y="1"/>
                  </a:cubicBezTo>
                  <a:cubicBezTo>
                    <a:pt x="48057" y="1"/>
                    <a:pt x="45825" y="-54"/>
                    <a:pt x="43755" y="654"/>
                  </a:cubicBezTo>
                  <a:cubicBezTo>
                    <a:pt x="39345" y="2070"/>
                    <a:pt x="36513" y="6154"/>
                    <a:pt x="33464" y="9694"/>
                  </a:cubicBezTo>
                  <a:cubicBezTo>
                    <a:pt x="23335" y="21401"/>
                    <a:pt x="8088" y="28807"/>
                    <a:pt x="1118" y="42638"/>
                  </a:cubicBezTo>
                  <a:cubicBezTo>
                    <a:pt x="356" y="44217"/>
                    <a:pt x="-352" y="46015"/>
                    <a:pt x="192" y="47648"/>
                  </a:cubicBezTo>
                  <a:cubicBezTo>
                    <a:pt x="574" y="48846"/>
                    <a:pt x="1554" y="49772"/>
                    <a:pt x="2534" y="50534"/>
                  </a:cubicBezTo>
                  <a:cubicBezTo>
                    <a:pt x="9341" y="55707"/>
                    <a:pt x="18924" y="56524"/>
                    <a:pt x="26929" y="53475"/>
                  </a:cubicBezTo>
                  <a:cubicBezTo>
                    <a:pt x="34934" y="50371"/>
                    <a:pt x="41251" y="43782"/>
                    <a:pt x="45008" y="36104"/>
                  </a:cubicBezTo>
                  <a:cubicBezTo>
                    <a:pt x="45770" y="34525"/>
                    <a:pt x="46478" y="32837"/>
                    <a:pt x="47567" y="31475"/>
                  </a:cubicBezTo>
                  <a:cubicBezTo>
                    <a:pt x="48929" y="29787"/>
                    <a:pt x="50834" y="28644"/>
                    <a:pt x="52523" y="27282"/>
                  </a:cubicBezTo>
                  <a:cubicBezTo>
                    <a:pt x="57042" y="23797"/>
                    <a:pt x="60527" y="18897"/>
                    <a:pt x="62379" y="13506"/>
                  </a:cubicBezTo>
                  <a:cubicBezTo>
                    <a:pt x="62978" y="11709"/>
                    <a:pt x="63413" y="9694"/>
                    <a:pt x="62760" y="7842"/>
                  </a:cubicBezTo>
                  <a:cubicBezTo>
                    <a:pt x="62106" y="6046"/>
                    <a:pt x="60092" y="4575"/>
                    <a:pt x="58295" y="5229"/>
                  </a:cubicBezTo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8F0E2335-F1FA-4D89-8D10-14EE4257C224}"/>
                </a:ext>
              </a:extLst>
            </p:cNvPr>
            <p:cNvSpPr/>
            <p:nvPr/>
          </p:nvSpPr>
          <p:spPr>
            <a:xfrm>
              <a:off x="4422728" y="4680228"/>
              <a:ext cx="50655" cy="71138"/>
            </a:xfrm>
            <a:custGeom>
              <a:avLst/>
              <a:gdLst>
                <a:gd name="connsiteX0" fmla="*/ 32279 w 50655"/>
                <a:gd name="connsiteY0" fmla="*/ 2255 h 71138"/>
                <a:gd name="connsiteX1" fmla="*/ 25527 w 50655"/>
                <a:gd name="connsiteY1" fmla="*/ 10260 h 71138"/>
                <a:gd name="connsiteX2" fmla="*/ 6904 w 50655"/>
                <a:gd name="connsiteY2" fmla="*/ 39774 h 71138"/>
                <a:gd name="connsiteX3" fmla="*/ 805 w 50655"/>
                <a:gd name="connsiteY3" fmla="*/ 62209 h 71138"/>
                <a:gd name="connsiteX4" fmla="*/ 18230 w 50655"/>
                <a:gd name="connsiteY4" fmla="*/ 70377 h 71138"/>
                <a:gd name="connsiteX5" fmla="*/ 28631 w 50655"/>
                <a:gd name="connsiteY5" fmla="*/ 59214 h 71138"/>
                <a:gd name="connsiteX6" fmla="*/ 33804 w 50655"/>
                <a:gd name="connsiteY6" fmla="*/ 44403 h 71138"/>
                <a:gd name="connsiteX7" fmla="*/ 47526 w 50655"/>
                <a:gd name="connsiteY7" fmla="*/ 19626 h 71138"/>
                <a:gd name="connsiteX8" fmla="*/ 48779 w 50655"/>
                <a:gd name="connsiteY8" fmla="*/ 1058 h 71138"/>
                <a:gd name="connsiteX9" fmla="*/ 41101 w 50655"/>
                <a:gd name="connsiteY9" fmla="*/ 77 h 71138"/>
                <a:gd name="connsiteX10" fmla="*/ 32279 w 50655"/>
                <a:gd name="connsiteY10" fmla="*/ 2255 h 7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55" h="71138">
                  <a:moveTo>
                    <a:pt x="32279" y="2255"/>
                  </a:moveTo>
                  <a:cubicBezTo>
                    <a:pt x="29393" y="4216"/>
                    <a:pt x="27433" y="7320"/>
                    <a:pt x="25527" y="10260"/>
                  </a:cubicBezTo>
                  <a:cubicBezTo>
                    <a:pt x="19319" y="20116"/>
                    <a:pt x="13111" y="29918"/>
                    <a:pt x="6904" y="39774"/>
                  </a:cubicBezTo>
                  <a:cubicBezTo>
                    <a:pt x="2602" y="46581"/>
                    <a:pt x="-1863" y="54640"/>
                    <a:pt x="805" y="62209"/>
                  </a:cubicBezTo>
                  <a:cubicBezTo>
                    <a:pt x="3146" y="68961"/>
                    <a:pt x="11587" y="72882"/>
                    <a:pt x="18230" y="70377"/>
                  </a:cubicBezTo>
                  <a:cubicBezTo>
                    <a:pt x="23131" y="68526"/>
                    <a:pt x="26507" y="64006"/>
                    <a:pt x="28631" y="59214"/>
                  </a:cubicBezTo>
                  <a:cubicBezTo>
                    <a:pt x="30754" y="54422"/>
                    <a:pt x="31843" y="49249"/>
                    <a:pt x="33804" y="44403"/>
                  </a:cubicBezTo>
                  <a:cubicBezTo>
                    <a:pt x="37289" y="35636"/>
                    <a:pt x="43388" y="28121"/>
                    <a:pt x="47526" y="19626"/>
                  </a:cubicBezTo>
                  <a:cubicBezTo>
                    <a:pt x="50249" y="14072"/>
                    <a:pt x="52318" y="6721"/>
                    <a:pt x="48779" y="1058"/>
                  </a:cubicBezTo>
                  <a:cubicBezTo>
                    <a:pt x="46219" y="2419"/>
                    <a:pt x="43714" y="350"/>
                    <a:pt x="41101" y="77"/>
                  </a:cubicBezTo>
                  <a:cubicBezTo>
                    <a:pt x="38051" y="-250"/>
                    <a:pt x="34784" y="458"/>
                    <a:pt x="32279" y="2255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FB70E7B5-B661-4E3C-929E-DE9280661B39}"/>
                </a:ext>
              </a:extLst>
            </p:cNvPr>
            <p:cNvSpPr/>
            <p:nvPr/>
          </p:nvSpPr>
          <p:spPr>
            <a:xfrm>
              <a:off x="4462871" y="4590893"/>
              <a:ext cx="29915" cy="76304"/>
            </a:xfrm>
            <a:custGeom>
              <a:avLst/>
              <a:gdLst>
                <a:gd name="connsiteX0" fmla="*/ 27204 w 29915"/>
                <a:gd name="connsiteY0" fmla="*/ 489 h 76304"/>
                <a:gd name="connsiteX1" fmla="*/ 17293 w 29915"/>
                <a:gd name="connsiteY1" fmla="*/ 271 h 76304"/>
                <a:gd name="connsiteX2" fmla="*/ 8798 w 29915"/>
                <a:gd name="connsiteY2" fmla="*/ 4900 h 76304"/>
                <a:gd name="connsiteX3" fmla="*/ 5967 w 29915"/>
                <a:gd name="connsiteY3" fmla="*/ 13613 h 76304"/>
                <a:gd name="connsiteX4" fmla="*/ 2101 w 29915"/>
                <a:gd name="connsiteY4" fmla="*/ 38389 h 76304"/>
                <a:gd name="connsiteX5" fmla="*/ 86 w 29915"/>
                <a:gd name="connsiteY5" fmla="*/ 55270 h 76304"/>
                <a:gd name="connsiteX6" fmla="*/ 2427 w 29915"/>
                <a:gd name="connsiteY6" fmla="*/ 69700 h 76304"/>
                <a:gd name="connsiteX7" fmla="*/ 14625 w 29915"/>
                <a:gd name="connsiteY7" fmla="*/ 76071 h 76304"/>
                <a:gd name="connsiteX8" fmla="*/ 21759 w 29915"/>
                <a:gd name="connsiteY8" fmla="*/ 70245 h 76304"/>
                <a:gd name="connsiteX9" fmla="*/ 24808 w 29915"/>
                <a:gd name="connsiteY9" fmla="*/ 61314 h 76304"/>
                <a:gd name="connsiteX10" fmla="*/ 28511 w 29915"/>
                <a:gd name="connsiteY10" fmla="*/ 3212 h 76304"/>
                <a:gd name="connsiteX11" fmla="*/ 26496 w 29915"/>
                <a:gd name="connsiteY11" fmla="*/ 5553 h 76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915" h="76304">
                  <a:moveTo>
                    <a:pt x="27204" y="489"/>
                  </a:moveTo>
                  <a:cubicBezTo>
                    <a:pt x="23937" y="108"/>
                    <a:pt x="20561" y="-273"/>
                    <a:pt x="17293" y="271"/>
                  </a:cubicBezTo>
                  <a:cubicBezTo>
                    <a:pt x="14026" y="761"/>
                    <a:pt x="10759" y="2232"/>
                    <a:pt x="8798" y="4900"/>
                  </a:cubicBezTo>
                  <a:cubicBezTo>
                    <a:pt x="6947" y="7351"/>
                    <a:pt x="6457" y="10563"/>
                    <a:pt x="5967" y="13613"/>
                  </a:cubicBezTo>
                  <a:cubicBezTo>
                    <a:pt x="4660" y="21890"/>
                    <a:pt x="3407" y="30112"/>
                    <a:pt x="2101" y="38389"/>
                  </a:cubicBezTo>
                  <a:cubicBezTo>
                    <a:pt x="1229" y="43998"/>
                    <a:pt x="358" y="49606"/>
                    <a:pt x="86" y="55270"/>
                  </a:cubicBezTo>
                  <a:cubicBezTo>
                    <a:pt x="-186" y="60170"/>
                    <a:pt x="86" y="65344"/>
                    <a:pt x="2427" y="69700"/>
                  </a:cubicBezTo>
                  <a:cubicBezTo>
                    <a:pt x="4823" y="74002"/>
                    <a:pt x="9833" y="77215"/>
                    <a:pt x="14625" y="76071"/>
                  </a:cubicBezTo>
                  <a:cubicBezTo>
                    <a:pt x="17674" y="75363"/>
                    <a:pt x="20179" y="72967"/>
                    <a:pt x="21759" y="70245"/>
                  </a:cubicBezTo>
                  <a:cubicBezTo>
                    <a:pt x="23338" y="67522"/>
                    <a:pt x="24100" y="64418"/>
                    <a:pt x="24808" y="61314"/>
                  </a:cubicBezTo>
                  <a:cubicBezTo>
                    <a:pt x="29219" y="42310"/>
                    <a:pt x="31615" y="22489"/>
                    <a:pt x="28511" y="3212"/>
                  </a:cubicBezTo>
                  <a:cubicBezTo>
                    <a:pt x="27857" y="3974"/>
                    <a:pt x="27149" y="4791"/>
                    <a:pt x="26496" y="5553"/>
                  </a:cubicBezTo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A628BC42-04B8-4F32-85E9-87CBF42123B4}"/>
                </a:ext>
              </a:extLst>
            </p:cNvPr>
            <p:cNvSpPr/>
            <p:nvPr/>
          </p:nvSpPr>
          <p:spPr>
            <a:xfrm>
              <a:off x="4464958" y="4514534"/>
              <a:ext cx="28166" cy="62592"/>
            </a:xfrm>
            <a:custGeom>
              <a:avLst/>
              <a:gdLst>
                <a:gd name="connsiteX0" fmla="*/ 340 w 28166"/>
                <a:gd name="connsiteY0" fmla="*/ 18038 h 62592"/>
                <a:gd name="connsiteX1" fmla="*/ 8781 w 28166"/>
                <a:gd name="connsiteY1" fmla="*/ 53052 h 62592"/>
                <a:gd name="connsiteX2" fmla="*/ 17167 w 28166"/>
                <a:gd name="connsiteY2" fmla="*/ 62581 h 62592"/>
                <a:gd name="connsiteX3" fmla="*/ 25062 w 28166"/>
                <a:gd name="connsiteY3" fmla="*/ 56809 h 62592"/>
                <a:gd name="connsiteX4" fmla="*/ 27948 w 28166"/>
                <a:gd name="connsiteY4" fmla="*/ 44067 h 62592"/>
                <a:gd name="connsiteX5" fmla="*/ 28057 w 28166"/>
                <a:gd name="connsiteY5" fmla="*/ 28493 h 62592"/>
                <a:gd name="connsiteX6" fmla="*/ 17330 w 28166"/>
                <a:gd name="connsiteY6" fmla="*/ 558 h 62592"/>
                <a:gd name="connsiteX7" fmla="*/ 5350 w 28166"/>
                <a:gd name="connsiteY7" fmla="*/ 3553 h 62592"/>
                <a:gd name="connsiteX8" fmla="*/ 340 w 28166"/>
                <a:gd name="connsiteY8" fmla="*/ 18038 h 62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6" h="62592">
                  <a:moveTo>
                    <a:pt x="340" y="18038"/>
                  </a:moveTo>
                  <a:cubicBezTo>
                    <a:pt x="2192" y="29909"/>
                    <a:pt x="5023" y="41671"/>
                    <a:pt x="8781" y="53052"/>
                  </a:cubicBezTo>
                  <a:cubicBezTo>
                    <a:pt x="10196" y="57354"/>
                    <a:pt x="12647" y="62309"/>
                    <a:pt x="17167" y="62581"/>
                  </a:cubicBezTo>
                  <a:cubicBezTo>
                    <a:pt x="20597" y="62799"/>
                    <a:pt x="23538" y="59913"/>
                    <a:pt x="25062" y="56809"/>
                  </a:cubicBezTo>
                  <a:cubicBezTo>
                    <a:pt x="27077" y="52888"/>
                    <a:pt x="27676" y="48478"/>
                    <a:pt x="27948" y="44067"/>
                  </a:cubicBezTo>
                  <a:cubicBezTo>
                    <a:pt x="28275" y="38894"/>
                    <a:pt x="28166" y="33666"/>
                    <a:pt x="28057" y="28493"/>
                  </a:cubicBezTo>
                  <a:cubicBezTo>
                    <a:pt x="27894" y="19617"/>
                    <a:pt x="27567" y="4370"/>
                    <a:pt x="17330" y="558"/>
                  </a:cubicBezTo>
                  <a:cubicBezTo>
                    <a:pt x="13082" y="-1021"/>
                    <a:pt x="8726" y="994"/>
                    <a:pt x="5350" y="3553"/>
                  </a:cubicBezTo>
                  <a:cubicBezTo>
                    <a:pt x="340" y="7474"/>
                    <a:pt x="-640" y="11939"/>
                    <a:pt x="340" y="18038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E61F8BD3-C495-4B63-A132-9F945F640820}"/>
                </a:ext>
              </a:extLst>
            </p:cNvPr>
            <p:cNvSpPr/>
            <p:nvPr/>
          </p:nvSpPr>
          <p:spPr>
            <a:xfrm>
              <a:off x="4008114" y="4920689"/>
              <a:ext cx="80219" cy="40158"/>
            </a:xfrm>
            <a:custGeom>
              <a:avLst/>
              <a:gdLst>
                <a:gd name="connsiteX0" fmla="*/ 26182 w 80219"/>
                <a:gd name="connsiteY0" fmla="*/ 14296 h 40158"/>
                <a:gd name="connsiteX1" fmla="*/ 2604 w 80219"/>
                <a:gd name="connsiteY1" fmla="*/ 28346 h 40158"/>
                <a:gd name="connsiteX2" fmla="*/ 425 w 80219"/>
                <a:gd name="connsiteY2" fmla="*/ 36187 h 40158"/>
                <a:gd name="connsiteX3" fmla="*/ 4401 w 80219"/>
                <a:gd name="connsiteY3" fmla="*/ 39454 h 40158"/>
                <a:gd name="connsiteX4" fmla="*/ 16925 w 80219"/>
                <a:gd name="connsiteY4" fmla="*/ 38202 h 40158"/>
                <a:gd name="connsiteX5" fmla="*/ 27925 w 80219"/>
                <a:gd name="connsiteY5" fmla="*/ 31504 h 40158"/>
                <a:gd name="connsiteX6" fmla="*/ 65661 w 80219"/>
                <a:gd name="connsiteY6" fmla="*/ 21103 h 40158"/>
                <a:gd name="connsiteX7" fmla="*/ 78948 w 80219"/>
                <a:gd name="connsiteY7" fmla="*/ 17019 h 40158"/>
                <a:gd name="connsiteX8" fmla="*/ 77859 w 80219"/>
                <a:gd name="connsiteY8" fmla="*/ 4549 h 40158"/>
                <a:gd name="connsiteX9" fmla="*/ 48617 w 80219"/>
                <a:gd name="connsiteY9" fmla="*/ 5638 h 40158"/>
                <a:gd name="connsiteX10" fmla="*/ 26182 w 80219"/>
                <a:gd name="connsiteY10" fmla="*/ 14296 h 40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0219" h="40158">
                  <a:moveTo>
                    <a:pt x="26182" y="14296"/>
                  </a:moveTo>
                  <a:cubicBezTo>
                    <a:pt x="17524" y="17618"/>
                    <a:pt x="8485" y="21212"/>
                    <a:pt x="2604" y="28346"/>
                  </a:cubicBezTo>
                  <a:cubicBezTo>
                    <a:pt x="752" y="30578"/>
                    <a:pt x="-773" y="33573"/>
                    <a:pt x="425" y="36187"/>
                  </a:cubicBezTo>
                  <a:cubicBezTo>
                    <a:pt x="1133" y="37821"/>
                    <a:pt x="2767" y="38855"/>
                    <a:pt x="4401" y="39454"/>
                  </a:cubicBezTo>
                  <a:cubicBezTo>
                    <a:pt x="8430" y="40870"/>
                    <a:pt x="13004" y="39999"/>
                    <a:pt x="16925" y="38202"/>
                  </a:cubicBezTo>
                  <a:cubicBezTo>
                    <a:pt x="20846" y="36405"/>
                    <a:pt x="24276" y="33791"/>
                    <a:pt x="27925" y="31504"/>
                  </a:cubicBezTo>
                  <a:cubicBezTo>
                    <a:pt x="39142" y="24479"/>
                    <a:pt x="52429" y="20831"/>
                    <a:pt x="65661" y="21103"/>
                  </a:cubicBezTo>
                  <a:cubicBezTo>
                    <a:pt x="70181" y="21212"/>
                    <a:pt x="76334" y="21593"/>
                    <a:pt x="78948" y="17019"/>
                  </a:cubicBezTo>
                  <a:cubicBezTo>
                    <a:pt x="81072" y="13316"/>
                    <a:pt x="80418" y="7816"/>
                    <a:pt x="77859" y="4549"/>
                  </a:cubicBezTo>
                  <a:cubicBezTo>
                    <a:pt x="70508" y="-4653"/>
                    <a:pt x="57003" y="2426"/>
                    <a:pt x="48617" y="5638"/>
                  </a:cubicBezTo>
                  <a:cubicBezTo>
                    <a:pt x="41102" y="8579"/>
                    <a:pt x="33642" y="11411"/>
                    <a:pt x="26182" y="14296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7ED5BA99-EE69-474B-B0EC-75E03C210B47}"/>
                </a:ext>
              </a:extLst>
            </p:cNvPr>
            <p:cNvSpPr/>
            <p:nvPr/>
          </p:nvSpPr>
          <p:spPr>
            <a:xfrm>
              <a:off x="4026648" y="4951062"/>
              <a:ext cx="77577" cy="33582"/>
            </a:xfrm>
            <a:custGeom>
              <a:avLst/>
              <a:gdLst>
                <a:gd name="connsiteX0" fmla="*/ 62320 w 77577"/>
                <a:gd name="connsiteY0" fmla="*/ 532 h 33582"/>
                <a:gd name="connsiteX1" fmla="*/ 43860 w 77577"/>
                <a:gd name="connsiteY1" fmla="*/ 2765 h 33582"/>
                <a:gd name="connsiteX2" fmla="*/ 14782 w 77577"/>
                <a:gd name="connsiteY2" fmla="*/ 11641 h 33582"/>
                <a:gd name="connsiteX3" fmla="*/ 2802 w 77577"/>
                <a:gd name="connsiteY3" fmla="*/ 17739 h 33582"/>
                <a:gd name="connsiteX4" fmla="*/ 2094 w 77577"/>
                <a:gd name="connsiteY4" fmla="*/ 29991 h 33582"/>
                <a:gd name="connsiteX5" fmla="*/ 10916 w 77577"/>
                <a:gd name="connsiteY5" fmla="*/ 32442 h 33582"/>
                <a:gd name="connsiteX6" fmla="*/ 40375 w 77577"/>
                <a:gd name="connsiteY6" fmla="*/ 33477 h 33582"/>
                <a:gd name="connsiteX7" fmla="*/ 51538 w 77577"/>
                <a:gd name="connsiteY7" fmla="*/ 33150 h 33582"/>
                <a:gd name="connsiteX8" fmla="*/ 67330 w 77577"/>
                <a:gd name="connsiteY8" fmla="*/ 27214 h 33582"/>
                <a:gd name="connsiteX9" fmla="*/ 76805 w 77577"/>
                <a:gd name="connsiteY9" fmla="*/ 12730 h 33582"/>
                <a:gd name="connsiteX10" fmla="*/ 62320 w 77577"/>
                <a:gd name="connsiteY10" fmla="*/ 532 h 33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577" h="33582">
                  <a:moveTo>
                    <a:pt x="62320" y="532"/>
                  </a:moveTo>
                  <a:cubicBezTo>
                    <a:pt x="56221" y="-938"/>
                    <a:pt x="49850" y="913"/>
                    <a:pt x="43860" y="2765"/>
                  </a:cubicBezTo>
                  <a:cubicBezTo>
                    <a:pt x="34167" y="5705"/>
                    <a:pt x="24475" y="8700"/>
                    <a:pt x="14782" y="11641"/>
                  </a:cubicBezTo>
                  <a:cubicBezTo>
                    <a:pt x="10426" y="12947"/>
                    <a:pt x="5906" y="14418"/>
                    <a:pt x="2802" y="17739"/>
                  </a:cubicBezTo>
                  <a:cubicBezTo>
                    <a:pt x="-302" y="21061"/>
                    <a:pt x="-1228" y="26888"/>
                    <a:pt x="2094" y="29991"/>
                  </a:cubicBezTo>
                  <a:cubicBezTo>
                    <a:pt x="4381" y="32115"/>
                    <a:pt x="7812" y="32333"/>
                    <a:pt x="10916" y="32442"/>
                  </a:cubicBezTo>
                  <a:cubicBezTo>
                    <a:pt x="20717" y="32769"/>
                    <a:pt x="30573" y="33150"/>
                    <a:pt x="40375" y="33477"/>
                  </a:cubicBezTo>
                  <a:cubicBezTo>
                    <a:pt x="44132" y="33585"/>
                    <a:pt x="47890" y="33749"/>
                    <a:pt x="51538" y="33150"/>
                  </a:cubicBezTo>
                  <a:cubicBezTo>
                    <a:pt x="57147" y="32278"/>
                    <a:pt x="62320" y="29773"/>
                    <a:pt x="67330" y="27214"/>
                  </a:cubicBezTo>
                  <a:cubicBezTo>
                    <a:pt x="72503" y="24601"/>
                    <a:pt x="80017" y="19482"/>
                    <a:pt x="76805" y="12730"/>
                  </a:cubicBezTo>
                  <a:cubicBezTo>
                    <a:pt x="74354" y="7338"/>
                    <a:pt x="68092" y="1893"/>
                    <a:pt x="62320" y="532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FCF35CAF-350E-45B7-80D0-0A01DEC70482}"/>
                </a:ext>
              </a:extLst>
            </p:cNvPr>
            <p:cNvSpPr/>
            <p:nvPr/>
          </p:nvSpPr>
          <p:spPr>
            <a:xfrm>
              <a:off x="4110977" y="4953456"/>
              <a:ext cx="78339" cy="30374"/>
            </a:xfrm>
            <a:custGeom>
              <a:avLst/>
              <a:gdLst>
                <a:gd name="connsiteX0" fmla="*/ 58311 w 78339"/>
                <a:gd name="connsiteY0" fmla="*/ 1840 h 30374"/>
                <a:gd name="connsiteX1" fmla="*/ 23841 w 78339"/>
                <a:gd name="connsiteY1" fmla="*/ 44 h 30374"/>
                <a:gd name="connsiteX2" fmla="*/ 13060 w 78339"/>
                <a:gd name="connsiteY2" fmla="*/ 1732 h 30374"/>
                <a:gd name="connsiteX3" fmla="*/ 3530 w 78339"/>
                <a:gd name="connsiteY3" fmla="*/ 9464 h 30374"/>
                <a:gd name="connsiteX4" fmla="*/ 45 w 78339"/>
                <a:gd name="connsiteY4" fmla="*/ 15454 h 30374"/>
                <a:gd name="connsiteX5" fmla="*/ 1243 w 78339"/>
                <a:gd name="connsiteY5" fmla="*/ 20627 h 30374"/>
                <a:gd name="connsiteX6" fmla="*/ 12678 w 78339"/>
                <a:gd name="connsiteY6" fmla="*/ 29775 h 30374"/>
                <a:gd name="connsiteX7" fmla="*/ 27163 w 78339"/>
                <a:gd name="connsiteY7" fmla="*/ 27543 h 30374"/>
                <a:gd name="connsiteX8" fmla="*/ 35386 w 78339"/>
                <a:gd name="connsiteY8" fmla="*/ 21607 h 30374"/>
                <a:gd name="connsiteX9" fmla="*/ 54989 w 78339"/>
                <a:gd name="connsiteY9" fmla="*/ 21063 h 30374"/>
                <a:gd name="connsiteX10" fmla="*/ 69147 w 78339"/>
                <a:gd name="connsiteY10" fmla="*/ 20627 h 30374"/>
                <a:gd name="connsiteX11" fmla="*/ 75954 w 78339"/>
                <a:gd name="connsiteY11" fmla="*/ 7776 h 30374"/>
                <a:gd name="connsiteX12" fmla="*/ 58311 w 78339"/>
                <a:gd name="connsiteY12" fmla="*/ 1840 h 3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39" h="30374">
                  <a:moveTo>
                    <a:pt x="58311" y="1840"/>
                  </a:moveTo>
                  <a:cubicBezTo>
                    <a:pt x="46875" y="425"/>
                    <a:pt x="35331" y="-174"/>
                    <a:pt x="23841" y="44"/>
                  </a:cubicBezTo>
                  <a:cubicBezTo>
                    <a:pt x="20193" y="98"/>
                    <a:pt x="16436" y="316"/>
                    <a:pt x="13060" y="1732"/>
                  </a:cubicBezTo>
                  <a:cubicBezTo>
                    <a:pt x="9302" y="3365"/>
                    <a:pt x="6307" y="6415"/>
                    <a:pt x="3530" y="9464"/>
                  </a:cubicBezTo>
                  <a:cubicBezTo>
                    <a:pt x="1951" y="11207"/>
                    <a:pt x="317" y="13112"/>
                    <a:pt x="45" y="15454"/>
                  </a:cubicBezTo>
                  <a:cubicBezTo>
                    <a:pt x="-173" y="17251"/>
                    <a:pt x="426" y="19048"/>
                    <a:pt x="1243" y="20627"/>
                  </a:cubicBezTo>
                  <a:cubicBezTo>
                    <a:pt x="3585" y="25092"/>
                    <a:pt x="7832" y="28468"/>
                    <a:pt x="12678" y="29775"/>
                  </a:cubicBezTo>
                  <a:cubicBezTo>
                    <a:pt x="17525" y="31082"/>
                    <a:pt x="22916" y="30211"/>
                    <a:pt x="27163" y="27543"/>
                  </a:cubicBezTo>
                  <a:cubicBezTo>
                    <a:pt x="29995" y="25746"/>
                    <a:pt x="32336" y="23132"/>
                    <a:pt x="35386" y="21607"/>
                  </a:cubicBezTo>
                  <a:cubicBezTo>
                    <a:pt x="41321" y="18667"/>
                    <a:pt x="48346" y="20518"/>
                    <a:pt x="54989" y="21063"/>
                  </a:cubicBezTo>
                  <a:cubicBezTo>
                    <a:pt x="59726" y="21444"/>
                    <a:pt x="64464" y="21117"/>
                    <a:pt x="69147" y="20627"/>
                  </a:cubicBezTo>
                  <a:cubicBezTo>
                    <a:pt x="76716" y="19865"/>
                    <a:pt x="81454" y="14800"/>
                    <a:pt x="75954" y="7776"/>
                  </a:cubicBezTo>
                  <a:cubicBezTo>
                    <a:pt x="72251" y="3093"/>
                    <a:pt x="63756" y="2548"/>
                    <a:pt x="58311" y="1840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E074C9BA-59E9-4A49-80CC-66BADD48649B}"/>
                </a:ext>
              </a:extLst>
            </p:cNvPr>
            <p:cNvSpPr/>
            <p:nvPr/>
          </p:nvSpPr>
          <p:spPr>
            <a:xfrm>
              <a:off x="4208956" y="4967977"/>
              <a:ext cx="79918" cy="34005"/>
            </a:xfrm>
            <a:custGeom>
              <a:avLst/>
              <a:gdLst>
                <a:gd name="connsiteX0" fmla="*/ 36567 w 79918"/>
                <a:gd name="connsiteY0" fmla="*/ 2240 h 34005"/>
                <a:gd name="connsiteX1" fmla="*/ 21047 w 79918"/>
                <a:gd name="connsiteY1" fmla="*/ 7 h 34005"/>
                <a:gd name="connsiteX2" fmla="*/ 6345 w 79918"/>
                <a:gd name="connsiteY2" fmla="*/ 4745 h 34005"/>
                <a:gd name="connsiteX3" fmla="*/ 82 w 79918"/>
                <a:gd name="connsiteY3" fmla="*/ 18413 h 34005"/>
                <a:gd name="connsiteX4" fmla="*/ 10211 w 79918"/>
                <a:gd name="connsiteY4" fmla="*/ 28759 h 34005"/>
                <a:gd name="connsiteX5" fmla="*/ 18760 w 79918"/>
                <a:gd name="connsiteY5" fmla="*/ 27071 h 34005"/>
                <a:gd name="connsiteX6" fmla="*/ 36076 w 79918"/>
                <a:gd name="connsiteY6" fmla="*/ 26037 h 34005"/>
                <a:gd name="connsiteX7" fmla="*/ 64556 w 79918"/>
                <a:gd name="connsiteY7" fmla="*/ 33769 h 34005"/>
                <a:gd name="connsiteX8" fmla="*/ 79694 w 79918"/>
                <a:gd name="connsiteY8" fmla="*/ 27343 h 34005"/>
                <a:gd name="connsiteX9" fmla="*/ 71635 w 79918"/>
                <a:gd name="connsiteY9" fmla="*/ 17161 h 34005"/>
                <a:gd name="connsiteX10" fmla="*/ 36567 w 79918"/>
                <a:gd name="connsiteY10" fmla="*/ 2240 h 3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918" h="34005">
                  <a:moveTo>
                    <a:pt x="36567" y="2240"/>
                  </a:moveTo>
                  <a:cubicBezTo>
                    <a:pt x="31502" y="988"/>
                    <a:pt x="26275" y="-101"/>
                    <a:pt x="21047" y="7"/>
                  </a:cubicBezTo>
                  <a:cubicBezTo>
                    <a:pt x="15820" y="117"/>
                    <a:pt x="10483" y="1532"/>
                    <a:pt x="6345" y="4745"/>
                  </a:cubicBezTo>
                  <a:cubicBezTo>
                    <a:pt x="2206" y="7958"/>
                    <a:pt x="-516" y="13240"/>
                    <a:pt x="82" y="18413"/>
                  </a:cubicBezTo>
                  <a:cubicBezTo>
                    <a:pt x="682" y="23641"/>
                    <a:pt x="4983" y="28378"/>
                    <a:pt x="10211" y="28759"/>
                  </a:cubicBezTo>
                  <a:cubicBezTo>
                    <a:pt x="13151" y="28977"/>
                    <a:pt x="15929" y="27888"/>
                    <a:pt x="18760" y="27071"/>
                  </a:cubicBezTo>
                  <a:cubicBezTo>
                    <a:pt x="24369" y="25546"/>
                    <a:pt x="30359" y="25165"/>
                    <a:pt x="36076" y="26037"/>
                  </a:cubicBezTo>
                  <a:cubicBezTo>
                    <a:pt x="45824" y="27507"/>
                    <a:pt x="54754" y="32408"/>
                    <a:pt x="64556" y="33769"/>
                  </a:cubicBezTo>
                  <a:cubicBezTo>
                    <a:pt x="70001" y="34531"/>
                    <a:pt x="77788" y="33714"/>
                    <a:pt x="79694" y="27343"/>
                  </a:cubicBezTo>
                  <a:cubicBezTo>
                    <a:pt x="81164" y="22334"/>
                    <a:pt x="75065" y="19611"/>
                    <a:pt x="71635" y="17161"/>
                  </a:cubicBezTo>
                  <a:cubicBezTo>
                    <a:pt x="61234" y="9755"/>
                    <a:pt x="48982" y="5344"/>
                    <a:pt x="36567" y="2240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FD8FF9F7-3397-4CDB-A8AA-A2ACE0580CB9}"/>
                </a:ext>
              </a:extLst>
            </p:cNvPr>
            <p:cNvSpPr/>
            <p:nvPr/>
          </p:nvSpPr>
          <p:spPr>
            <a:xfrm>
              <a:off x="4303590" y="5011799"/>
              <a:ext cx="74300" cy="36027"/>
            </a:xfrm>
            <a:custGeom>
              <a:avLst/>
              <a:gdLst>
                <a:gd name="connsiteX0" fmla="*/ 63692 w 74300"/>
                <a:gd name="connsiteY0" fmla="*/ 21966 h 36027"/>
                <a:gd name="connsiteX1" fmla="*/ 44306 w 74300"/>
                <a:gd name="connsiteY1" fmla="*/ 10476 h 36027"/>
                <a:gd name="connsiteX2" fmla="*/ 27589 w 74300"/>
                <a:gd name="connsiteY2" fmla="*/ 3070 h 36027"/>
                <a:gd name="connsiteX3" fmla="*/ 17624 w 74300"/>
                <a:gd name="connsiteY3" fmla="*/ 21 h 36027"/>
                <a:gd name="connsiteX4" fmla="*/ 8530 w 74300"/>
                <a:gd name="connsiteY4" fmla="*/ 1546 h 36027"/>
                <a:gd name="connsiteX5" fmla="*/ 362 w 74300"/>
                <a:gd name="connsiteY5" fmla="*/ 7100 h 36027"/>
                <a:gd name="connsiteX6" fmla="*/ 5154 w 74300"/>
                <a:gd name="connsiteY6" fmla="*/ 16466 h 36027"/>
                <a:gd name="connsiteX7" fmla="*/ 16426 w 74300"/>
                <a:gd name="connsiteY7" fmla="*/ 18481 h 36027"/>
                <a:gd name="connsiteX8" fmla="*/ 44470 w 74300"/>
                <a:gd name="connsiteY8" fmla="*/ 28119 h 36027"/>
                <a:gd name="connsiteX9" fmla="*/ 56014 w 74300"/>
                <a:gd name="connsiteY9" fmla="*/ 34926 h 36027"/>
                <a:gd name="connsiteX10" fmla="*/ 68048 w 74300"/>
                <a:gd name="connsiteY10" fmla="*/ 35198 h 36027"/>
                <a:gd name="connsiteX11" fmla="*/ 73439 w 74300"/>
                <a:gd name="connsiteY11" fmla="*/ 28119 h 36027"/>
                <a:gd name="connsiteX12" fmla="*/ 68538 w 74300"/>
                <a:gd name="connsiteY12" fmla="*/ 26213 h 36027"/>
                <a:gd name="connsiteX13" fmla="*/ 63692 w 74300"/>
                <a:gd name="connsiteY13" fmla="*/ 21966 h 3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300" h="36027">
                  <a:moveTo>
                    <a:pt x="63692" y="21966"/>
                  </a:moveTo>
                  <a:cubicBezTo>
                    <a:pt x="58301" y="16684"/>
                    <a:pt x="51222" y="13526"/>
                    <a:pt x="44306" y="10476"/>
                  </a:cubicBezTo>
                  <a:cubicBezTo>
                    <a:pt x="38752" y="8026"/>
                    <a:pt x="33144" y="5521"/>
                    <a:pt x="27589" y="3070"/>
                  </a:cubicBezTo>
                  <a:cubicBezTo>
                    <a:pt x="24376" y="1655"/>
                    <a:pt x="21109" y="239"/>
                    <a:pt x="17624" y="21"/>
                  </a:cubicBezTo>
                  <a:cubicBezTo>
                    <a:pt x="14520" y="-142"/>
                    <a:pt x="11525" y="674"/>
                    <a:pt x="8530" y="1546"/>
                  </a:cubicBezTo>
                  <a:cubicBezTo>
                    <a:pt x="5263" y="2526"/>
                    <a:pt x="1560" y="3887"/>
                    <a:pt x="362" y="7100"/>
                  </a:cubicBezTo>
                  <a:cubicBezTo>
                    <a:pt x="-999" y="10694"/>
                    <a:pt x="1669" y="14778"/>
                    <a:pt x="5154" y="16466"/>
                  </a:cubicBezTo>
                  <a:cubicBezTo>
                    <a:pt x="8585" y="18154"/>
                    <a:pt x="12614" y="18154"/>
                    <a:pt x="16426" y="18481"/>
                  </a:cubicBezTo>
                  <a:cubicBezTo>
                    <a:pt x="26391" y="19352"/>
                    <a:pt x="36084" y="22674"/>
                    <a:pt x="44470" y="28119"/>
                  </a:cubicBezTo>
                  <a:cubicBezTo>
                    <a:pt x="48227" y="30570"/>
                    <a:pt x="51767" y="33401"/>
                    <a:pt x="56014" y="34926"/>
                  </a:cubicBezTo>
                  <a:cubicBezTo>
                    <a:pt x="59880" y="36287"/>
                    <a:pt x="64128" y="36396"/>
                    <a:pt x="68048" y="35198"/>
                  </a:cubicBezTo>
                  <a:cubicBezTo>
                    <a:pt x="70662" y="34381"/>
                    <a:pt x="76489" y="31060"/>
                    <a:pt x="73439" y="28119"/>
                  </a:cubicBezTo>
                  <a:cubicBezTo>
                    <a:pt x="72459" y="27194"/>
                    <a:pt x="69791" y="26976"/>
                    <a:pt x="68538" y="26213"/>
                  </a:cubicBezTo>
                  <a:cubicBezTo>
                    <a:pt x="66633" y="25124"/>
                    <a:pt x="65217" y="23436"/>
                    <a:pt x="63692" y="21966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A054ED73-9AF7-4AF3-B9E8-886E15BD7028}"/>
                </a:ext>
              </a:extLst>
            </p:cNvPr>
            <p:cNvSpPr/>
            <p:nvPr/>
          </p:nvSpPr>
          <p:spPr>
            <a:xfrm>
              <a:off x="4394103" y="5045601"/>
              <a:ext cx="72948" cy="25313"/>
            </a:xfrm>
            <a:custGeom>
              <a:avLst/>
              <a:gdLst>
                <a:gd name="connsiteX0" fmla="*/ 34222 w 72948"/>
                <a:gd name="connsiteY0" fmla="*/ 1396 h 25313"/>
                <a:gd name="connsiteX1" fmla="*/ 14945 w 72948"/>
                <a:gd name="connsiteY1" fmla="*/ 89 h 25313"/>
                <a:gd name="connsiteX2" fmla="*/ 9990 w 72948"/>
                <a:gd name="connsiteY2" fmla="*/ 416 h 25313"/>
                <a:gd name="connsiteX3" fmla="*/ 5579 w 72948"/>
                <a:gd name="connsiteY3" fmla="*/ 3465 h 25313"/>
                <a:gd name="connsiteX4" fmla="*/ 25 w 72948"/>
                <a:gd name="connsiteY4" fmla="*/ 13049 h 25313"/>
                <a:gd name="connsiteX5" fmla="*/ 406 w 72948"/>
                <a:gd name="connsiteY5" fmla="*/ 15390 h 25313"/>
                <a:gd name="connsiteX6" fmla="*/ 3510 w 72948"/>
                <a:gd name="connsiteY6" fmla="*/ 17024 h 25313"/>
                <a:gd name="connsiteX7" fmla="*/ 21098 w 72948"/>
                <a:gd name="connsiteY7" fmla="*/ 16969 h 25313"/>
                <a:gd name="connsiteX8" fmla="*/ 52464 w 72948"/>
                <a:gd name="connsiteY8" fmla="*/ 22143 h 25313"/>
                <a:gd name="connsiteX9" fmla="*/ 69998 w 72948"/>
                <a:gd name="connsiteY9" fmla="*/ 23177 h 25313"/>
                <a:gd name="connsiteX10" fmla="*/ 70379 w 72948"/>
                <a:gd name="connsiteY10" fmla="*/ 11742 h 25313"/>
                <a:gd name="connsiteX11" fmla="*/ 34222 w 72948"/>
                <a:gd name="connsiteY11" fmla="*/ 1396 h 25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2948" h="25313">
                  <a:moveTo>
                    <a:pt x="34222" y="1396"/>
                  </a:moveTo>
                  <a:cubicBezTo>
                    <a:pt x="27796" y="906"/>
                    <a:pt x="21371" y="470"/>
                    <a:pt x="14945" y="89"/>
                  </a:cubicBezTo>
                  <a:cubicBezTo>
                    <a:pt x="13257" y="-20"/>
                    <a:pt x="11569" y="-129"/>
                    <a:pt x="9990" y="416"/>
                  </a:cubicBezTo>
                  <a:cubicBezTo>
                    <a:pt x="8247" y="960"/>
                    <a:pt x="6886" y="2213"/>
                    <a:pt x="5579" y="3465"/>
                  </a:cubicBezTo>
                  <a:cubicBezTo>
                    <a:pt x="2911" y="6079"/>
                    <a:pt x="406" y="9292"/>
                    <a:pt x="25" y="13049"/>
                  </a:cubicBezTo>
                  <a:cubicBezTo>
                    <a:pt x="-30" y="13866"/>
                    <a:pt x="-30" y="14737"/>
                    <a:pt x="406" y="15390"/>
                  </a:cubicBezTo>
                  <a:cubicBezTo>
                    <a:pt x="1005" y="16425"/>
                    <a:pt x="2312" y="16806"/>
                    <a:pt x="3510" y="17024"/>
                  </a:cubicBezTo>
                  <a:cubicBezTo>
                    <a:pt x="9282" y="18168"/>
                    <a:pt x="15217" y="17242"/>
                    <a:pt x="21098" y="16969"/>
                  </a:cubicBezTo>
                  <a:cubicBezTo>
                    <a:pt x="31771" y="16480"/>
                    <a:pt x="42499" y="18276"/>
                    <a:pt x="52464" y="22143"/>
                  </a:cubicBezTo>
                  <a:cubicBezTo>
                    <a:pt x="57746" y="24212"/>
                    <a:pt x="64934" y="27534"/>
                    <a:pt x="69998" y="23177"/>
                  </a:cubicBezTo>
                  <a:cubicBezTo>
                    <a:pt x="73810" y="19910"/>
                    <a:pt x="73919" y="15064"/>
                    <a:pt x="70379" y="11742"/>
                  </a:cubicBezTo>
                  <a:cubicBezTo>
                    <a:pt x="61558" y="3465"/>
                    <a:pt x="45548" y="2213"/>
                    <a:pt x="34222" y="1396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A90B3F2C-A486-4EE7-B6F3-8424568E0A90}"/>
                </a:ext>
              </a:extLst>
            </p:cNvPr>
            <p:cNvSpPr/>
            <p:nvPr/>
          </p:nvSpPr>
          <p:spPr>
            <a:xfrm>
              <a:off x="4495025" y="5053903"/>
              <a:ext cx="71790" cy="23211"/>
            </a:xfrm>
            <a:custGeom>
              <a:avLst/>
              <a:gdLst>
                <a:gd name="connsiteX0" fmla="*/ 69325 w 71790"/>
                <a:gd name="connsiteY0" fmla="*/ 5400 h 23211"/>
                <a:gd name="connsiteX1" fmla="*/ 58707 w 71790"/>
                <a:gd name="connsiteY1" fmla="*/ 1425 h 23211"/>
                <a:gd name="connsiteX2" fmla="*/ 7465 w 71790"/>
                <a:gd name="connsiteY2" fmla="*/ 7796 h 23211"/>
                <a:gd name="connsiteX3" fmla="*/ 768 w 71790"/>
                <a:gd name="connsiteY3" fmla="*/ 13841 h 23211"/>
                <a:gd name="connsiteX4" fmla="*/ 5 w 71790"/>
                <a:gd name="connsiteY4" fmla="*/ 16346 h 23211"/>
                <a:gd name="connsiteX5" fmla="*/ 1639 w 71790"/>
                <a:gd name="connsiteY5" fmla="*/ 19068 h 23211"/>
                <a:gd name="connsiteX6" fmla="*/ 19718 w 71790"/>
                <a:gd name="connsiteY6" fmla="*/ 22934 h 23211"/>
                <a:gd name="connsiteX7" fmla="*/ 50429 w 71790"/>
                <a:gd name="connsiteY7" fmla="*/ 19123 h 23211"/>
                <a:gd name="connsiteX8" fmla="*/ 68399 w 71790"/>
                <a:gd name="connsiteY8" fmla="*/ 16019 h 23211"/>
                <a:gd name="connsiteX9" fmla="*/ 71558 w 71790"/>
                <a:gd name="connsiteY9" fmla="*/ 8395 h 23211"/>
                <a:gd name="connsiteX10" fmla="*/ 64642 w 71790"/>
                <a:gd name="connsiteY10" fmla="*/ 6653 h 2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790" h="23211">
                  <a:moveTo>
                    <a:pt x="69325" y="5400"/>
                  </a:moveTo>
                  <a:cubicBezTo>
                    <a:pt x="66602" y="2678"/>
                    <a:pt x="62518" y="1970"/>
                    <a:pt x="58707" y="1425"/>
                  </a:cubicBezTo>
                  <a:cubicBezTo>
                    <a:pt x="41336" y="-1025"/>
                    <a:pt x="22549" y="-1134"/>
                    <a:pt x="7465" y="7796"/>
                  </a:cubicBezTo>
                  <a:cubicBezTo>
                    <a:pt x="4852" y="9321"/>
                    <a:pt x="2292" y="11227"/>
                    <a:pt x="768" y="13841"/>
                  </a:cubicBezTo>
                  <a:cubicBezTo>
                    <a:pt x="332" y="14603"/>
                    <a:pt x="-49" y="15474"/>
                    <a:pt x="5" y="16346"/>
                  </a:cubicBezTo>
                  <a:cubicBezTo>
                    <a:pt x="114" y="17435"/>
                    <a:pt x="822" y="18306"/>
                    <a:pt x="1639" y="19068"/>
                  </a:cubicBezTo>
                  <a:cubicBezTo>
                    <a:pt x="6322" y="23370"/>
                    <a:pt x="13401" y="23588"/>
                    <a:pt x="19718" y="22934"/>
                  </a:cubicBezTo>
                  <a:cubicBezTo>
                    <a:pt x="30009" y="21900"/>
                    <a:pt x="40083" y="19232"/>
                    <a:pt x="50429" y="19123"/>
                  </a:cubicBezTo>
                  <a:cubicBezTo>
                    <a:pt x="56637" y="19068"/>
                    <a:pt x="63444" y="19722"/>
                    <a:pt x="68399" y="16019"/>
                  </a:cubicBezTo>
                  <a:cubicBezTo>
                    <a:pt x="70741" y="14222"/>
                    <a:pt x="72429" y="11172"/>
                    <a:pt x="71558" y="8395"/>
                  </a:cubicBezTo>
                  <a:cubicBezTo>
                    <a:pt x="70686" y="5618"/>
                    <a:pt x="66330" y="4257"/>
                    <a:pt x="64642" y="6653"/>
                  </a:cubicBezTo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C803A40D-B928-48A6-B56B-9B516FB629FD}"/>
                </a:ext>
              </a:extLst>
            </p:cNvPr>
            <p:cNvSpPr/>
            <p:nvPr/>
          </p:nvSpPr>
          <p:spPr>
            <a:xfrm>
              <a:off x="4589016" y="5029637"/>
              <a:ext cx="72241" cy="32314"/>
            </a:xfrm>
            <a:custGeom>
              <a:avLst/>
              <a:gdLst>
                <a:gd name="connsiteX0" fmla="*/ 57559 w 72241"/>
                <a:gd name="connsiteY0" fmla="*/ 44 h 32314"/>
                <a:gd name="connsiteX1" fmla="*/ 43020 w 72241"/>
                <a:gd name="connsiteY1" fmla="*/ 2059 h 32314"/>
                <a:gd name="connsiteX2" fmla="*/ 21892 w 72241"/>
                <a:gd name="connsiteY2" fmla="*/ 8702 h 32314"/>
                <a:gd name="connsiteX3" fmla="*/ 2779 w 72241"/>
                <a:gd name="connsiteY3" fmla="*/ 19375 h 32314"/>
                <a:gd name="connsiteX4" fmla="*/ 2 w 72241"/>
                <a:gd name="connsiteY4" fmla="*/ 24439 h 32314"/>
                <a:gd name="connsiteX5" fmla="*/ 6046 w 72241"/>
                <a:gd name="connsiteY5" fmla="*/ 30320 h 32314"/>
                <a:gd name="connsiteX6" fmla="*/ 30550 w 72241"/>
                <a:gd name="connsiteY6" fmla="*/ 30266 h 32314"/>
                <a:gd name="connsiteX7" fmla="*/ 47975 w 72241"/>
                <a:gd name="connsiteY7" fmla="*/ 23132 h 32314"/>
                <a:gd name="connsiteX8" fmla="*/ 59792 w 72241"/>
                <a:gd name="connsiteY8" fmla="*/ 21172 h 32314"/>
                <a:gd name="connsiteX9" fmla="*/ 72044 w 72241"/>
                <a:gd name="connsiteY9" fmla="*/ 8321 h 32314"/>
                <a:gd name="connsiteX10" fmla="*/ 57559 w 72241"/>
                <a:gd name="connsiteY10" fmla="*/ 44 h 32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241" h="32314">
                  <a:moveTo>
                    <a:pt x="57559" y="44"/>
                  </a:moveTo>
                  <a:cubicBezTo>
                    <a:pt x="52658" y="-228"/>
                    <a:pt x="47758" y="806"/>
                    <a:pt x="43020" y="2059"/>
                  </a:cubicBezTo>
                  <a:cubicBezTo>
                    <a:pt x="35887" y="3910"/>
                    <a:pt x="28808" y="6088"/>
                    <a:pt x="21892" y="8702"/>
                  </a:cubicBezTo>
                  <a:cubicBezTo>
                    <a:pt x="15031" y="11261"/>
                    <a:pt x="8115" y="14311"/>
                    <a:pt x="2779" y="19375"/>
                  </a:cubicBezTo>
                  <a:cubicBezTo>
                    <a:pt x="1363" y="20736"/>
                    <a:pt x="-53" y="22479"/>
                    <a:pt x="2" y="24439"/>
                  </a:cubicBezTo>
                  <a:cubicBezTo>
                    <a:pt x="56" y="27434"/>
                    <a:pt x="3214" y="29340"/>
                    <a:pt x="6046" y="30320"/>
                  </a:cubicBezTo>
                  <a:cubicBezTo>
                    <a:pt x="13942" y="32988"/>
                    <a:pt x="22654" y="32988"/>
                    <a:pt x="30550" y="30266"/>
                  </a:cubicBezTo>
                  <a:cubicBezTo>
                    <a:pt x="36486" y="28196"/>
                    <a:pt x="41877" y="24711"/>
                    <a:pt x="47975" y="23132"/>
                  </a:cubicBezTo>
                  <a:cubicBezTo>
                    <a:pt x="51842" y="22152"/>
                    <a:pt x="55871" y="21934"/>
                    <a:pt x="59792" y="21172"/>
                  </a:cubicBezTo>
                  <a:cubicBezTo>
                    <a:pt x="65945" y="19920"/>
                    <a:pt x="73569" y="15890"/>
                    <a:pt x="72044" y="8321"/>
                  </a:cubicBezTo>
                  <a:cubicBezTo>
                    <a:pt x="70846" y="2549"/>
                    <a:pt x="62515" y="316"/>
                    <a:pt x="57559" y="44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E7652B33-1527-4929-BA99-CDAA46147359}"/>
                </a:ext>
              </a:extLst>
            </p:cNvPr>
            <p:cNvSpPr/>
            <p:nvPr/>
          </p:nvSpPr>
          <p:spPr>
            <a:xfrm>
              <a:off x="4678623" y="4993054"/>
              <a:ext cx="60908" cy="40640"/>
            </a:xfrm>
            <a:custGeom>
              <a:avLst/>
              <a:gdLst>
                <a:gd name="connsiteX0" fmla="*/ 11189 w 60908"/>
                <a:gd name="connsiteY0" fmla="*/ 19038 h 40640"/>
                <a:gd name="connsiteX1" fmla="*/ 189 w 60908"/>
                <a:gd name="connsiteY1" fmla="*/ 28731 h 40640"/>
                <a:gd name="connsiteX2" fmla="*/ 9011 w 60908"/>
                <a:gd name="connsiteY2" fmla="*/ 40384 h 40640"/>
                <a:gd name="connsiteX3" fmla="*/ 24312 w 60908"/>
                <a:gd name="connsiteY3" fmla="*/ 36137 h 40640"/>
                <a:gd name="connsiteX4" fmla="*/ 37109 w 60908"/>
                <a:gd name="connsiteY4" fmla="*/ 26008 h 40640"/>
                <a:gd name="connsiteX5" fmla="*/ 60905 w 60908"/>
                <a:gd name="connsiteY5" fmla="*/ 5479 h 40640"/>
                <a:gd name="connsiteX6" fmla="*/ 51430 w 60908"/>
                <a:gd name="connsiteY6" fmla="*/ 960 h 40640"/>
                <a:gd name="connsiteX7" fmla="*/ 33896 w 60908"/>
                <a:gd name="connsiteY7" fmla="*/ 9073 h 40640"/>
                <a:gd name="connsiteX8" fmla="*/ 11189 w 60908"/>
                <a:gd name="connsiteY8" fmla="*/ 19038 h 40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08" h="40640">
                  <a:moveTo>
                    <a:pt x="11189" y="19038"/>
                  </a:moveTo>
                  <a:cubicBezTo>
                    <a:pt x="6560" y="21108"/>
                    <a:pt x="1333" y="23776"/>
                    <a:pt x="189" y="28731"/>
                  </a:cubicBezTo>
                  <a:cubicBezTo>
                    <a:pt x="-1009" y="34013"/>
                    <a:pt x="3674" y="39350"/>
                    <a:pt x="9011" y="40384"/>
                  </a:cubicBezTo>
                  <a:cubicBezTo>
                    <a:pt x="14347" y="41419"/>
                    <a:pt x="19847" y="39186"/>
                    <a:pt x="24312" y="36137"/>
                  </a:cubicBezTo>
                  <a:cubicBezTo>
                    <a:pt x="28777" y="33033"/>
                    <a:pt x="32644" y="29112"/>
                    <a:pt x="37109" y="26008"/>
                  </a:cubicBezTo>
                  <a:cubicBezTo>
                    <a:pt x="43861" y="21380"/>
                    <a:pt x="61177" y="15880"/>
                    <a:pt x="60905" y="5479"/>
                  </a:cubicBezTo>
                  <a:cubicBezTo>
                    <a:pt x="60742" y="-293"/>
                    <a:pt x="55514" y="-946"/>
                    <a:pt x="51430" y="960"/>
                  </a:cubicBezTo>
                  <a:cubicBezTo>
                    <a:pt x="45604" y="3628"/>
                    <a:pt x="39831" y="6460"/>
                    <a:pt x="33896" y="9073"/>
                  </a:cubicBezTo>
                  <a:cubicBezTo>
                    <a:pt x="26327" y="12395"/>
                    <a:pt x="18758" y="15716"/>
                    <a:pt x="11189" y="19038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6FDDB135-D9B0-4835-AEB0-9BA9EC2754FF}"/>
                </a:ext>
              </a:extLst>
            </p:cNvPr>
            <p:cNvSpPr/>
            <p:nvPr/>
          </p:nvSpPr>
          <p:spPr>
            <a:xfrm>
              <a:off x="4755390" y="4922883"/>
              <a:ext cx="52965" cy="63492"/>
            </a:xfrm>
            <a:custGeom>
              <a:avLst/>
              <a:gdLst>
                <a:gd name="connsiteX0" fmla="*/ 14141 w 52965"/>
                <a:gd name="connsiteY0" fmla="*/ 25879 h 63492"/>
                <a:gd name="connsiteX1" fmla="*/ 1236 w 52965"/>
                <a:gd name="connsiteY1" fmla="*/ 47606 h 63492"/>
                <a:gd name="connsiteX2" fmla="*/ 3469 w 52965"/>
                <a:gd name="connsiteY2" fmla="*/ 62309 h 63492"/>
                <a:gd name="connsiteX3" fmla="*/ 17844 w 52965"/>
                <a:gd name="connsiteY3" fmla="*/ 59531 h 63492"/>
                <a:gd name="connsiteX4" fmla="*/ 40116 w 52965"/>
                <a:gd name="connsiteY4" fmla="*/ 42270 h 63492"/>
                <a:gd name="connsiteX5" fmla="*/ 47249 w 52965"/>
                <a:gd name="connsiteY5" fmla="*/ 2464 h 63492"/>
                <a:gd name="connsiteX6" fmla="*/ 33908 w 52965"/>
                <a:gd name="connsiteY6" fmla="*/ 6602 h 63492"/>
                <a:gd name="connsiteX7" fmla="*/ 14141 w 52965"/>
                <a:gd name="connsiteY7" fmla="*/ 25879 h 63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965" h="63492">
                  <a:moveTo>
                    <a:pt x="14141" y="25879"/>
                  </a:moveTo>
                  <a:cubicBezTo>
                    <a:pt x="8369" y="32141"/>
                    <a:pt x="3959" y="39601"/>
                    <a:pt x="1236" y="47606"/>
                  </a:cubicBezTo>
                  <a:cubicBezTo>
                    <a:pt x="-452" y="52670"/>
                    <a:pt x="-997" y="59368"/>
                    <a:pt x="3469" y="62309"/>
                  </a:cubicBezTo>
                  <a:cubicBezTo>
                    <a:pt x="7825" y="65140"/>
                    <a:pt x="13488" y="62363"/>
                    <a:pt x="17844" y="59531"/>
                  </a:cubicBezTo>
                  <a:cubicBezTo>
                    <a:pt x="25740" y="54413"/>
                    <a:pt x="33582" y="49076"/>
                    <a:pt x="40116" y="42270"/>
                  </a:cubicBezTo>
                  <a:cubicBezTo>
                    <a:pt x="48992" y="32958"/>
                    <a:pt x="59828" y="13681"/>
                    <a:pt x="47249" y="2464"/>
                  </a:cubicBezTo>
                  <a:cubicBezTo>
                    <a:pt x="41151" y="-2982"/>
                    <a:pt x="38101" y="1592"/>
                    <a:pt x="33908" y="6602"/>
                  </a:cubicBezTo>
                  <a:cubicBezTo>
                    <a:pt x="27973" y="13681"/>
                    <a:pt x="20404" y="19072"/>
                    <a:pt x="14141" y="25879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584EF08F-5EC7-4B2A-AE5F-9421F5A04877}"/>
                </a:ext>
              </a:extLst>
            </p:cNvPr>
            <p:cNvSpPr/>
            <p:nvPr/>
          </p:nvSpPr>
          <p:spPr>
            <a:xfrm>
              <a:off x="4818364" y="4840024"/>
              <a:ext cx="33311" cy="61828"/>
            </a:xfrm>
            <a:custGeom>
              <a:avLst/>
              <a:gdLst>
                <a:gd name="connsiteX0" fmla="*/ 6112 w 33311"/>
                <a:gd name="connsiteY0" fmla="*/ 29671 h 61828"/>
                <a:gd name="connsiteX1" fmla="*/ 122 w 33311"/>
                <a:gd name="connsiteY1" fmla="*/ 58423 h 61828"/>
                <a:gd name="connsiteX2" fmla="*/ 830 w 33311"/>
                <a:gd name="connsiteY2" fmla="*/ 60873 h 61828"/>
                <a:gd name="connsiteX3" fmla="*/ 6547 w 33311"/>
                <a:gd name="connsiteY3" fmla="*/ 60818 h 61828"/>
                <a:gd name="connsiteX4" fmla="*/ 29418 w 33311"/>
                <a:gd name="connsiteY4" fmla="*/ 35171 h 61828"/>
                <a:gd name="connsiteX5" fmla="*/ 26151 w 33311"/>
                <a:gd name="connsiteY5" fmla="*/ 211 h 61828"/>
                <a:gd name="connsiteX6" fmla="*/ 6112 w 33311"/>
                <a:gd name="connsiteY6" fmla="*/ 29671 h 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1" h="61828">
                  <a:moveTo>
                    <a:pt x="6112" y="29671"/>
                  </a:moveTo>
                  <a:cubicBezTo>
                    <a:pt x="2736" y="38983"/>
                    <a:pt x="-695" y="48621"/>
                    <a:pt x="122" y="58423"/>
                  </a:cubicBezTo>
                  <a:cubicBezTo>
                    <a:pt x="176" y="59294"/>
                    <a:pt x="340" y="60165"/>
                    <a:pt x="830" y="60873"/>
                  </a:cubicBezTo>
                  <a:cubicBezTo>
                    <a:pt x="2137" y="62507"/>
                    <a:pt x="4696" y="61744"/>
                    <a:pt x="6547" y="60818"/>
                  </a:cubicBezTo>
                  <a:cubicBezTo>
                    <a:pt x="16894" y="55319"/>
                    <a:pt x="25116" y="46007"/>
                    <a:pt x="29418" y="35171"/>
                  </a:cubicBezTo>
                  <a:cubicBezTo>
                    <a:pt x="32304" y="27874"/>
                    <a:pt x="37913" y="3370"/>
                    <a:pt x="26151" y="211"/>
                  </a:cubicBezTo>
                  <a:cubicBezTo>
                    <a:pt x="15968" y="-2566"/>
                    <a:pt x="8617" y="22810"/>
                    <a:pt x="6112" y="29671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2111F9BE-6B87-4418-A202-E7A6CDF43A5B}"/>
                </a:ext>
              </a:extLst>
            </p:cNvPr>
            <p:cNvSpPr/>
            <p:nvPr/>
          </p:nvSpPr>
          <p:spPr>
            <a:xfrm>
              <a:off x="4855147" y="4743654"/>
              <a:ext cx="27188" cy="66240"/>
            </a:xfrm>
            <a:custGeom>
              <a:avLst/>
              <a:gdLst>
                <a:gd name="connsiteX0" fmla="*/ 2110 w 27188"/>
                <a:gd name="connsiteY0" fmla="*/ 17787 h 66240"/>
                <a:gd name="connsiteX1" fmla="*/ 41 w 27188"/>
                <a:gd name="connsiteY1" fmla="*/ 36193 h 66240"/>
                <a:gd name="connsiteX2" fmla="*/ 368 w 27188"/>
                <a:gd name="connsiteY2" fmla="*/ 60316 h 66240"/>
                <a:gd name="connsiteX3" fmla="*/ 4179 w 27188"/>
                <a:gd name="connsiteY3" fmla="*/ 66197 h 66240"/>
                <a:gd name="connsiteX4" fmla="*/ 6194 w 27188"/>
                <a:gd name="connsiteY4" fmla="*/ 65108 h 66240"/>
                <a:gd name="connsiteX5" fmla="*/ 22694 w 27188"/>
                <a:gd name="connsiteY5" fmla="*/ 44960 h 66240"/>
                <a:gd name="connsiteX6" fmla="*/ 27159 w 27188"/>
                <a:gd name="connsiteY6" fmla="*/ 11362 h 66240"/>
                <a:gd name="connsiteX7" fmla="*/ 2110 w 27188"/>
                <a:gd name="connsiteY7" fmla="*/ 17787 h 6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188" h="66240">
                  <a:moveTo>
                    <a:pt x="2110" y="17787"/>
                  </a:moveTo>
                  <a:cubicBezTo>
                    <a:pt x="-122" y="23614"/>
                    <a:pt x="-68" y="29985"/>
                    <a:pt x="41" y="36193"/>
                  </a:cubicBezTo>
                  <a:cubicBezTo>
                    <a:pt x="150" y="44252"/>
                    <a:pt x="259" y="52257"/>
                    <a:pt x="368" y="60316"/>
                  </a:cubicBezTo>
                  <a:cubicBezTo>
                    <a:pt x="422" y="62984"/>
                    <a:pt x="1566" y="66687"/>
                    <a:pt x="4179" y="66197"/>
                  </a:cubicBezTo>
                  <a:cubicBezTo>
                    <a:pt x="4942" y="66088"/>
                    <a:pt x="5595" y="65598"/>
                    <a:pt x="6194" y="65108"/>
                  </a:cubicBezTo>
                  <a:cubicBezTo>
                    <a:pt x="13001" y="59608"/>
                    <a:pt x="19100" y="52965"/>
                    <a:pt x="22694" y="44960"/>
                  </a:cubicBezTo>
                  <a:cubicBezTo>
                    <a:pt x="27322" y="34559"/>
                    <a:pt x="27268" y="22797"/>
                    <a:pt x="27159" y="11362"/>
                  </a:cubicBezTo>
                  <a:cubicBezTo>
                    <a:pt x="26941" y="-12053"/>
                    <a:pt x="6575" y="6134"/>
                    <a:pt x="2110" y="17787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C870EBA9-1FB6-4E13-864A-4D5B5DABC0CB}"/>
                </a:ext>
              </a:extLst>
            </p:cNvPr>
            <p:cNvSpPr/>
            <p:nvPr/>
          </p:nvSpPr>
          <p:spPr>
            <a:xfrm>
              <a:off x="4232847" y="5067112"/>
              <a:ext cx="35127" cy="43541"/>
            </a:xfrm>
            <a:custGeom>
              <a:avLst/>
              <a:gdLst>
                <a:gd name="connsiteX0" fmla="*/ 859 w 35127"/>
                <a:gd name="connsiteY0" fmla="*/ 29383 h 43541"/>
                <a:gd name="connsiteX1" fmla="*/ 1186 w 35127"/>
                <a:gd name="connsiteY1" fmla="*/ 38695 h 43541"/>
                <a:gd name="connsiteX2" fmla="*/ 5052 w 35127"/>
                <a:gd name="connsiteY2" fmla="*/ 41799 h 43541"/>
                <a:gd name="connsiteX3" fmla="*/ 13111 w 35127"/>
                <a:gd name="connsiteY3" fmla="*/ 42779 h 43541"/>
                <a:gd name="connsiteX4" fmla="*/ 16433 w 35127"/>
                <a:gd name="connsiteY4" fmla="*/ 32814 h 43541"/>
                <a:gd name="connsiteX5" fmla="*/ 25853 w 35127"/>
                <a:gd name="connsiteY5" fmla="*/ 23285 h 43541"/>
                <a:gd name="connsiteX6" fmla="*/ 32334 w 35127"/>
                <a:gd name="connsiteY6" fmla="*/ 16042 h 43541"/>
                <a:gd name="connsiteX7" fmla="*/ 33913 w 35127"/>
                <a:gd name="connsiteY7" fmla="*/ 3082 h 43541"/>
                <a:gd name="connsiteX8" fmla="*/ 25418 w 35127"/>
                <a:gd name="connsiteY8" fmla="*/ 1013 h 43541"/>
                <a:gd name="connsiteX9" fmla="*/ 6795 w 35127"/>
                <a:gd name="connsiteY9" fmla="*/ 17131 h 43541"/>
                <a:gd name="connsiteX10" fmla="*/ 859 w 35127"/>
                <a:gd name="connsiteY10" fmla="*/ 29383 h 4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27" h="43541">
                  <a:moveTo>
                    <a:pt x="859" y="29383"/>
                  </a:moveTo>
                  <a:cubicBezTo>
                    <a:pt x="-66" y="32433"/>
                    <a:pt x="-611" y="36027"/>
                    <a:pt x="1186" y="38695"/>
                  </a:cubicBezTo>
                  <a:cubicBezTo>
                    <a:pt x="2112" y="40056"/>
                    <a:pt x="3582" y="40982"/>
                    <a:pt x="5052" y="41799"/>
                  </a:cubicBezTo>
                  <a:cubicBezTo>
                    <a:pt x="7557" y="43215"/>
                    <a:pt x="10770" y="44358"/>
                    <a:pt x="13111" y="42779"/>
                  </a:cubicBezTo>
                  <a:cubicBezTo>
                    <a:pt x="16106" y="40764"/>
                    <a:pt x="15289" y="36244"/>
                    <a:pt x="16433" y="32814"/>
                  </a:cubicBezTo>
                  <a:cubicBezTo>
                    <a:pt x="17849" y="28512"/>
                    <a:pt x="22314" y="26171"/>
                    <a:pt x="25853" y="23285"/>
                  </a:cubicBezTo>
                  <a:cubicBezTo>
                    <a:pt x="28413" y="21215"/>
                    <a:pt x="30591" y="18765"/>
                    <a:pt x="32334" y="16042"/>
                  </a:cubicBezTo>
                  <a:cubicBezTo>
                    <a:pt x="34729" y="12230"/>
                    <a:pt x="36363" y="7275"/>
                    <a:pt x="33913" y="3082"/>
                  </a:cubicBezTo>
                  <a:cubicBezTo>
                    <a:pt x="31789" y="-512"/>
                    <a:pt x="28903" y="-621"/>
                    <a:pt x="25418" y="1013"/>
                  </a:cubicBezTo>
                  <a:cubicBezTo>
                    <a:pt x="17903" y="4498"/>
                    <a:pt x="11423" y="10325"/>
                    <a:pt x="6795" y="17131"/>
                  </a:cubicBezTo>
                  <a:cubicBezTo>
                    <a:pt x="4235" y="20889"/>
                    <a:pt x="2221" y="25027"/>
                    <a:pt x="859" y="29383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747B7EA9-0C0A-4927-852B-8B18FF54F742}"/>
                </a:ext>
              </a:extLst>
            </p:cNvPr>
            <p:cNvSpPr/>
            <p:nvPr/>
          </p:nvSpPr>
          <p:spPr>
            <a:xfrm>
              <a:off x="3982939" y="4846348"/>
              <a:ext cx="30365" cy="44064"/>
            </a:xfrm>
            <a:custGeom>
              <a:avLst/>
              <a:gdLst>
                <a:gd name="connsiteX0" fmla="*/ 2567 w 30365"/>
                <a:gd name="connsiteY0" fmla="*/ 5378 h 44064"/>
                <a:gd name="connsiteX1" fmla="*/ 8 w 30365"/>
                <a:gd name="connsiteY1" fmla="*/ 15833 h 44064"/>
                <a:gd name="connsiteX2" fmla="*/ 988 w 30365"/>
                <a:gd name="connsiteY2" fmla="*/ 23402 h 44064"/>
                <a:gd name="connsiteX3" fmla="*/ 9319 w 30365"/>
                <a:gd name="connsiteY3" fmla="*/ 34782 h 44064"/>
                <a:gd name="connsiteX4" fmla="*/ 21680 w 30365"/>
                <a:gd name="connsiteY4" fmla="*/ 43223 h 44064"/>
                <a:gd name="connsiteX5" fmla="*/ 29740 w 30365"/>
                <a:gd name="connsiteY5" fmla="*/ 42188 h 44064"/>
                <a:gd name="connsiteX6" fmla="*/ 28596 w 30365"/>
                <a:gd name="connsiteY6" fmla="*/ 34891 h 44064"/>
                <a:gd name="connsiteX7" fmla="*/ 24076 w 30365"/>
                <a:gd name="connsiteY7" fmla="*/ 24110 h 44064"/>
                <a:gd name="connsiteX8" fmla="*/ 23968 w 30365"/>
                <a:gd name="connsiteY8" fmla="*/ 10768 h 44064"/>
                <a:gd name="connsiteX9" fmla="*/ 14384 w 30365"/>
                <a:gd name="connsiteY9" fmla="*/ 586 h 44064"/>
                <a:gd name="connsiteX10" fmla="*/ 2567 w 30365"/>
                <a:gd name="connsiteY10" fmla="*/ 5378 h 4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365" h="44064">
                  <a:moveTo>
                    <a:pt x="2567" y="5378"/>
                  </a:moveTo>
                  <a:cubicBezTo>
                    <a:pt x="661" y="8481"/>
                    <a:pt x="62" y="12184"/>
                    <a:pt x="8" y="15833"/>
                  </a:cubicBezTo>
                  <a:cubicBezTo>
                    <a:pt x="-47" y="18392"/>
                    <a:pt x="171" y="20951"/>
                    <a:pt x="988" y="23402"/>
                  </a:cubicBezTo>
                  <a:cubicBezTo>
                    <a:pt x="2458" y="27922"/>
                    <a:pt x="5834" y="31570"/>
                    <a:pt x="9319" y="34782"/>
                  </a:cubicBezTo>
                  <a:cubicBezTo>
                    <a:pt x="13022" y="38159"/>
                    <a:pt x="16997" y="41317"/>
                    <a:pt x="21680" y="43223"/>
                  </a:cubicBezTo>
                  <a:cubicBezTo>
                    <a:pt x="24403" y="44312"/>
                    <a:pt x="28106" y="44693"/>
                    <a:pt x="29740" y="42188"/>
                  </a:cubicBezTo>
                  <a:cubicBezTo>
                    <a:pt x="31155" y="40010"/>
                    <a:pt x="29903" y="37124"/>
                    <a:pt x="28596" y="34891"/>
                  </a:cubicBezTo>
                  <a:cubicBezTo>
                    <a:pt x="26636" y="31461"/>
                    <a:pt x="24566" y="27976"/>
                    <a:pt x="24076" y="24110"/>
                  </a:cubicBezTo>
                  <a:cubicBezTo>
                    <a:pt x="23532" y="19699"/>
                    <a:pt x="25002" y="15125"/>
                    <a:pt x="23968" y="10768"/>
                  </a:cubicBezTo>
                  <a:cubicBezTo>
                    <a:pt x="22824" y="6031"/>
                    <a:pt x="18740" y="2491"/>
                    <a:pt x="14384" y="586"/>
                  </a:cubicBezTo>
                  <a:cubicBezTo>
                    <a:pt x="10136" y="-1321"/>
                    <a:pt x="4854" y="1729"/>
                    <a:pt x="2567" y="5378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EAFE9CE9-2C85-469C-9984-4CD8B33C8FBB}"/>
                </a:ext>
              </a:extLst>
            </p:cNvPr>
            <p:cNvSpPr/>
            <p:nvPr/>
          </p:nvSpPr>
          <p:spPr>
            <a:xfrm>
              <a:off x="4378118" y="4614130"/>
              <a:ext cx="28875" cy="56642"/>
            </a:xfrm>
            <a:custGeom>
              <a:avLst/>
              <a:gdLst>
                <a:gd name="connsiteX0" fmla="*/ 0 w 28875"/>
                <a:gd name="connsiteY0" fmla="*/ 14335 h 56642"/>
                <a:gd name="connsiteX1" fmla="*/ 2941 w 28875"/>
                <a:gd name="connsiteY1" fmla="*/ 24899 h 56642"/>
                <a:gd name="connsiteX2" fmla="*/ 9421 w 28875"/>
                <a:gd name="connsiteY2" fmla="*/ 38676 h 56642"/>
                <a:gd name="connsiteX3" fmla="*/ 20529 w 28875"/>
                <a:gd name="connsiteY3" fmla="*/ 54086 h 56642"/>
                <a:gd name="connsiteX4" fmla="*/ 26084 w 28875"/>
                <a:gd name="connsiteY4" fmla="*/ 56373 h 56642"/>
                <a:gd name="connsiteX5" fmla="*/ 28044 w 28875"/>
                <a:gd name="connsiteY5" fmla="*/ 53596 h 56642"/>
                <a:gd name="connsiteX6" fmla="*/ 23960 w 28875"/>
                <a:gd name="connsiteY6" fmla="*/ 23646 h 56642"/>
                <a:gd name="connsiteX7" fmla="*/ 16227 w 28875"/>
                <a:gd name="connsiteY7" fmla="*/ 449 h 56642"/>
                <a:gd name="connsiteX8" fmla="*/ 0 w 28875"/>
                <a:gd name="connsiteY8" fmla="*/ 14335 h 5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875" h="56642">
                  <a:moveTo>
                    <a:pt x="0" y="14335"/>
                  </a:moveTo>
                  <a:cubicBezTo>
                    <a:pt x="0" y="18038"/>
                    <a:pt x="1525" y="21523"/>
                    <a:pt x="2941" y="24899"/>
                  </a:cubicBezTo>
                  <a:cubicBezTo>
                    <a:pt x="4955" y="29528"/>
                    <a:pt x="6970" y="34211"/>
                    <a:pt x="9421" y="38676"/>
                  </a:cubicBezTo>
                  <a:cubicBezTo>
                    <a:pt x="12470" y="44230"/>
                    <a:pt x="16227" y="49403"/>
                    <a:pt x="20529" y="54086"/>
                  </a:cubicBezTo>
                  <a:cubicBezTo>
                    <a:pt x="21999" y="55665"/>
                    <a:pt x="24123" y="57299"/>
                    <a:pt x="26084" y="56373"/>
                  </a:cubicBezTo>
                  <a:cubicBezTo>
                    <a:pt x="27118" y="55829"/>
                    <a:pt x="27663" y="54685"/>
                    <a:pt x="28044" y="53596"/>
                  </a:cubicBezTo>
                  <a:cubicBezTo>
                    <a:pt x="31148" y="43903"/>
                    <a:pt x="24613" y="33830"/>
                    <a:pt x="23960" y="23646"/>
                  </a:cubicBezTo>
                  <a:cubicBezTo>
                    <a:pt x="23470" y="16023"/>
                    <a:pt x="26138" y="3499"/>
                    <a:pt x="16227" y="449"/>
                  </a:cubicBezTo>
                  <a:cubicBezTo>
                    <a:pt x="8223" y="-2110"/>
                    <a:pt x="-54" y="6766"/>
                    <a:pt x="0" y="14335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42AF6CB7-24BB-45F1-9EB0-45105C005141}"/>
                </a:ext>
              </a:extLst>
            </p:cNvPr>
            <p:cNvSpPr/>
            <p:nvPr/>
          </p:nvSpPr>
          <p:spPr>
            <a:xfrm>
              <a:off x="4737690" y="4846375"/>
              <a:ext cx="21068" cy="48753"/>
            </a:xfrm>
            <a:custGeom>
              <a:avLst/>
              <a:gdLst>
                <a:gd name="connsiteX0" fmla="*/ 5105 w 21068"/>
                <a:gd name="connsiteY0" fmla="*/ 29855 h 48753"/>
                <a:gd name="connsiteX1" fmla="*/ 13437 w 21068"/>
                <a:gd name="connsiteY1" fmla="*/ 46136 h 48753"/>
                <a:gd name="connsiteX2" fmla="*/ 17085 w 21068"/>
                <a:gd name="connsiteY2" fmla="*/ 48695 h 48753"/>
                <a:gd name="connsiteX3" fmla="*/ 18773 w 21068"/>
                <a:gd name="connsiteY3" fmla="*/ 47389 h 48753"/>
                <a:gd name="connsiteX4" fmla="*/ 20134 w 21068"/>
                <a:gd name="connsiteY4" fmla="*/ 33285 h 48753"/>
                <a:gd name="connsiteX5" fmla="*/ 17194 w 21068"/>
                <a:gd name="connsiteY5" fmla="*/ 22285 h 48753"/>
                <a:gd name="connsiteX6" fmla="*/ 18119 w 21068"/>
                <a:gd name="connsiteY6" fmla="*/ 11068 h 48753"/>
                <a:gd name="connsiteX7" fmla="*/ 9951 w 21068"/>
                <a:gd name="connsiteY7" fmla="*/ 776 h 48753"/>
                <a:gd name="connsiteX8" fmla="*/ 5105 w 21068"/>
                <a:gd name="connsiteY8" fmla="*/ 29855 h 4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068" h="48753">
                  <a:moveTo>
                    <a:pt x="5105" y="29855"/>
                  </a:moveTo>
                  <a:cubicBezTo>
                    <a:pt x="7610" y="35409"/>
                    <a:pt x="10387" y="40854"/>
                    <a:pt x="13437" y="46136"/>
                  </a:cubicBezTo>
                  <a:cubicBezTo>
                    <a:pt x="14253" y="47498"/>
                    <a:pt x="15506" y="49077"/>
                    <a:pt x="17085" y="48695"/>
                  </a:cubicBezTo>
                  <a:cubicBezTo>
                    <a:pt x="17793" y="48532"/>
                    <a:pt x="18337" y="47988"/>
                    <a:pt x="18773" y="47389"/>
                  </a:cubicBezTo>
                  <a:cubicBezTo>
                    <a:pt x="21768" y="43522"/>
                    <a:pt x="21387" y="38023"/>
                    <a:pt x="20134" y="33285"/>
                  </a:cubicBezTo>
                  <a:cubicBezTo>
                    <a:pt x="19154" y="29637"/>
                    <a:pt x="17629" y="26043"/>
                    <a:pt x="17194" y="22285"/>
                  </a:cubicBezTo>
                  <a:cubicBezTo>
                    <a:pt x="16758" y="18419"/>
                    <a:pt x="18446" y="14716"/>
                    <a:pt x="18119" y="11068"/>
                  </a:cubicBezTo>
                  <a:cubicBezTo>
                    <a:pt x="17738" y="6385"/>
                    <a:pt x="14417" y="2355"/>
                    <a:pt x="9951" y="776"/>
                  </a:cubicBezTo>
                  <a:cubicBezTo>
                    <a:pt x="-6875" y="-4996"/>
                    <a:pt x="2056" y="23102"/>
                    <a:pt x="5105" y="29855"/>
                  </a:cubicBezTo>
                  <a:close/>
                </a:path>
              </a:pathLst>
            </a:custGeom>
            <a:solidFill>
              <a:srgbClr val="B187C4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FE1585F3-FDA0-4AB8-8D4A-17A40589DE44}"/>
                </a:ext>
              </a:extLst>
            </p:cNvPr>
            <p:cNvSpPr/>
            <p:nvPr/>
          </p:nvSpPr>
          <p:spPr>
            <a:xfrm>
              <a:off x="4104106" y="4906724"/>
              <a:ext cx="9801" cy="9801"/>
            </a:xfrm>
            <a:custGeom>
              <a:avLst/>
              <a:gdLst>
                <a:gd name="connsiteX0" fmla="*/ 9802 w 9801"/>
                <a:gd name="connsiteY0" fmla="*/ 4901 h 9801"/>
                <a:gd name="connsiteX1" fmla="*/ 4901 w 9801"/>
                <a:gd name="connsiteY1" fmla="*/ 9802 h 9801"/>
                <a:gd name="connsiteX2" fmla="*/ 0 w 9801"/>
                <a:gd name="connsiteY2" fmla="*/ 4901 h 9801"/>
                <a:gd name="connsiteX3" fmla="*/ 4901 w 9801"/>
                <a:gd name="connsiteY3" fmla="*/ 0 h 9801"/>
                <a:gd name="connsiteX4" fmla="*/ 9802 w 9801"/>
                <a:gd name="connsiteY4" fmla="*/ 4901 h 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01" h="9801">
                  <a:moveTo>
                    <a:pt x="9802" y="4901"/>
                  </a:moveTo>
                  <a:cubicBezTo>
                    <a:pt x="9802" y="7608"/>
                    <a:pt x="7607" y="9802"/>
                    <a:pt x="4901" y="9802"/>
                  </a:cubicBezTo>
                  <a:cubicBezTo>
                    <a:pt x="2194" y="9802"/>
                    <a:pt x="0" y="7608"/>
                    <a:pt x="0" y="4901"/>
                  </a:cubicBezTo>
                  <a:cubicBezTo>
                    <a:pt x="0" y="2194"/>
                    <a:pt x="2194" y="0"/>
                    <a:pt x="4901" y="0"/>
                  </a:cubicBezTo>
                  <a:cubicBezTo>
                    <a:pt x="7608" y="0"/>
                    <a:pt x="9802" y="2194"/>
                    <a:pt x="9802" y="4901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4F26645F-DAED-4A1B-A654-6B7E2D3EE757}"/>
                </a:ext>
              </a:extLst>
            </p:cNvPr>
            <p:cNvSpPr/>
            <p:nvPr/>
          </p:nvSpPr>
          <p:spPr>
            <a:xfrm>
              <a:off x="4114943" y="4902368"/>
              <a:ext cx="4356" cy="4356"/>
            </a:xfrm>
            <a:custGeom>
              <a:avLst/>
              <a:gdLst>
                <a:gd name="connsiteX0" fmla="*/ 4356 w 4356"/>
                <a:gd name="connsiteY0" fmla="*/ 2178 h 4356"/>
                <a:gd name="connsiteX1" fmla="*/ 2178 w 4356"/>
                <a:gd name="connsiteY1" fmla="*/ 4357 h 4356"/>
                <a:gd name="connsiteX2" fmla="*/ 0 w 4356"/>
                <a:gd name="connsiteY2" fmla="*/ 2178 h 4356"/>
                <a:gd name="connsiteX3" fmla="*/ 2178 w 4356"/>
                <a:gd name="connsiteY3" fmla="*/ 0 h 4356"/>
                <a:gd name="connsiteX4" fmla="*/ 4356 w 4356"/>
                <a:gd name="connsiteY4" fmla="*/ 2178 h 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6" h="4356">
                  <a:moveTo>
                    <a:pt x="4356" y="2178"/>
                  </a:moveTo>
                  <a:cubicBezTo>
                    <a:pt x="4356" y="3381"/>
                    <a:pt x="3381" y="4357"/>
                    <a:pt x="2178" y="4357"/>
                  </a:cubicBezTo>
                  <a:cubicBezTo>
                    <a:pt x="975" y="4357"/>
                    <a:pt x="0" y="3381"/>
                    <a:pt x="0" y="2178"/>
                  </a:cubicBezTo>
                  <a:cubicBezTo>
                    <a:pt x="0" y="975"/>
                    <a:pt x="975" y="0"/>
                    <a:pt x="2178" y="0"/>
                  </a:cubicBezTo>
                  <a:cubicBezTo>
                    <a:pt x="3381" y="0"/>
                    <a:pt x="4356" y="975"/>
                    <a:pt x="4356" y="2178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8F8CD1F1-D631-4150-90BA-56639281F6F3}"/>
                </a:ext>
              </a:extLst>
            </p:cNvPr>
            <p:cNvSpPr/>
            <p:nvPr/>
          </p:nvSpPr>
          <p:spPr>
            <a:xfrm>
              <a:off x="4015619" y="4942827"/>
              <a:ext cx="5881" cy="5881"/>
            </a:xfrm>
            <a:custGeom>
              <a:avLst/>
              <a:gdLst>
                <a:gd name="connsiteX0" fmla="*/ 5881 w 5881"/>
                <a:gd name="connsiteY0" fmla="*/ 2940 h 5881"/>
                <a:gd name="connsiteX1" fmla="*/ 2940 w 5881"/>
                <a:gd name="connsiteY1" fmla="*/ 5881 h 5881"/>
                <a:gd name="connsiteX2" fmla="*/ 0 w 5881"/>
                <a:gd name="connsiteY2" fmla="*/ 2940 h 5881"/>
                <a:gd name="connsiteX3" fmla="*/ 2940 w 5881"/>
                <a:gd name="connsiteY3" fmla="*/ 0 h 5881"/>
                <a:gd name="connsiteX4" fmla="*/ 5881 w 5881"/>
                <a:gd name="connsiteY4" fmla="*/ 2940 h 5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81" h="5881">
                  <a:moveTo>
                    <a:pt x="5881" y="2940"/>
                  </a:moveTo>
                  <a:cubicBezTo>
                    <a:pt x="5881" y="4564"/>
                    <a:pt x="4565" y="5881"/>
                    <a:pt x="2940" y="5881"/>
                  </a:cubicBezTo>
                  <a:cubicBezTo>
                    <a:pt x="1316" y="5881"/>
                    <a:pt x="0" y="4564"/>
                    <a:pt x="0" y="2940"/>
                  </a:cubicBezTo>
                  <a:cubicBezTo>
                    <a:pt x="0" y="1316"/>
                    <a:pt x="1316" y="0"/>
                    <a:pt x="2940" y="0"/>
                  </a:cubicBezTo>
                  <a:cubicBezTo>
                    <a:pt x="4565" y="0"/>
                    <a:pt x="5881" y="1316"/>
                    <a:pt x="5881" y="294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CF43B45F-477A-4BF0-90BB-19F925F403B9}"/>
                </a:ext>
              </a:extLst>
            </p:cNvPr>
            <p:cNvSpPr/>
            <p:nvPr/>
          </p:nvSpPr>
          <p:spPr>
            <a:xfrm>
              <a:off x="4025421" y="4939777"/>
              <a:ext cx="4247" cy="4247"/>
            </a:xfrm>
            <a:custGeom>
              <a:avLst/>
              <a:gdLst>
                <a:gd name="connsiteX0" fmla="*/ 4247 w 4247"/>
                <a:gd name="connsiteY0" fmla="*/ 2124 h 4247"/>
                <a:gd name="connsiteX1" fmla="*/ 2124 w 4247"/>
                <a:gd name="connsiteY1" fmla="*/ 4248 h 4247"/>
                <a:gd name="connsiteX2" fmla="*/ 0 w 4247"/>
                <a:gd name="connsiteY2" fmla="*/ 2124 h 4247"/>
                <a:gd name="connsiteX3" fmla="*/ 2124 w 4247"/>
                <a:gd name="connsiteY3" fmla="*/ 0 h 4247"/>
                <a:gd name="connsiteX4" fmla="*/ 4247 w 4247"/>
                <a:gd name="connsiteY4" fmla="*/ 2124 h 4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47" h="4247">
                  <a:moveTo>
                    <a:pt x="4247" y="2124"/>
                  </a:moveTo>
                  <a:cubicBezTo>
                    <a:pt x="4247" y="3297"/>
                    <a:pt x="3296" y="4248"/>
                    <a:pt x="2124" y="4248"/>
                  </a:cubicBezTo>
                  <a:cubicBezTo>
                    <a:pt x="951" y="4248"/>
                    <a:pt x="0" y="3297"/>
                    <a:pt x="0" y="2124"/>
                  </a:cubicBezTo>
                  <a:cubicBezTo>
                    <a:pt x="0" y="951"/>
                    <a:pt x="951" y="0"/>
                    <a:pt x="2124" y="0"/>
                  </a:cubicBezTo>
                  <a:cubicBezTo>
                    <a:pt x="3296" y="0"/>
                    <a:pt x="4247" y="951"/>
                    <a:pt x="4247" y="2124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0144BB84-CBA8-4A61-ADC5-529792CCF58F}"/>
                </a:ext>
              </a:extLst>
            </p:cNvPr>
            <p:cNvSpPr/>
            <p:nvPr/>
          </p:nvSpPr>
          <p:spPr>
            <a:xfrm>
              <a:off x="3931161" y="4996464"/>
              <a:ext cx="10672" cy="10672"/>
            </a:xfrm>
            <a:custGeom>
              <a:avLst/>
              <a:gdLst>
                <a:gd name="connsiteX0" fmla="*/ 10673 w 10672"/>
                <a:gd name="connsiteY0" fmla="*/ 5337 h 10672"/>
                <a:gd name="connsiteX1" fmla="*/ 5336 w 10672"/>
                <a:gd name="connsiteY1" fmla="*/ 10673 h 10672"/>
                <a:gd name="connsiteX2" fmla="*/ 0 w 10672"/>
                <a:gd name="connsiteY2" fmla="*/ 5337 h 10672"/>
                <a:gd name="connsiteX3" fmla="*/ 5336 w 10672"/>
                <a:gd name="connsiteY3" fmla="*/ 0 h 10672"/>
                <a:gd name="connsiteX4" fmla="*/ 10673 w 10672"/>
                <a:gd name="connsiteY4" fmla="*/ 5337 h 10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72" h="10672">
                  <a:moveTo>
                    <a:pt x="10673" y="5337"/>
                  </a:moveTo>
                  <a:cubicBezTo>
                    <a:pt x="10673" y="8284"/>
                    <a:pt x="8284" y="10673"/>
                    <a:pt x="5336" y="10673"/>
                  </a:cubicBezTo>
                  <a:cubicBezTo>
                    <a:pt x="2389" y="10673"/>
                    <a:pt x="0" y="8284"/>
                    <a:pt x="0" y="5337"/>
                  </a:cubicBezTo>
                  <a:cubicBezTo>
                    <a:pt x="0" y="2389"/>
                    <a:pt x="2389" y="0"/>
                    <a:pt x="5336" y="0"/>
                  </a:cubicBezTo>
                  <a:cubicBezTo>
                    <a:pt x="8284" y="0"/>
                    <a:pt x="10673" y="2389"/>
                    <a:pt x="10673" y="533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F1513ED7-1129-4806-8475-DBBE01A905C1}"/>
                </a:ext>
              </a:extLst>
            </p:cNvPr>
            <p:cNvSpPr/>
            <p:nvPr/>
          </p:nvSpPr>
          <p:spPr>
            <a:xfrm>
              <a:off x="3943631" y="4994558"/>
              <a:ext cx="5445" cy="5445"/>
            </a:xfrm>
            <a:custGeom>
              <a:avLst/>
              <a:gdLst>
                <a:gd name="connsiteX0" fmla="*/ 5445 w 5445"/>
                <a:gd name="connsiteY0" fmla="*/ 2723 h 5445"/>
                <a:gd name="connsiteX1" fmla="*/ 2723 w 5445"/>
                <a:gd name="connsiteY1" fmla="*/ 5445 h 5445"/>
                <a:gd name="connsiteX2" fmla="*/ 0 w 5445"/>
                <a:gd name="connsiteY2" fmla="*/ 2723 h 5445"/>
                <a:gd name="connsiteX3" fmla="*/ 2723 w 5445"/>
                <a:gd name="connsiteY3" fmla="*/ 0 h 5445"/>
                <a:gd name="connsiteX4" fmla="*/ 5445 w 5445"/>
                <a:gd name="connsiteY4" fmla="*/ 2723 h 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45" h="5445">
                  <a:moveTo>
                    <a:pt x="5445" y="2723"/>
                  </a:moveTo>
                  <a:cubicBezTo>
                    <a:pt x="5445" y="4226"/>
                    <a:pt x="4226" y="5445"/>
                    <a:pt x="2723" y="5445"/>
                  </a:cubicBezTo>
                  <a:cubicBezTo>
                    <a:pt x="1219" y="5445"/>
                    <a:pt x="0" y="4226"/>
                    <a:pt x="0" y="2723"/>
                  </a:cubicBezTo>
                  <a:cubicBezTo>
                    <a:pt x="0" y="1219"/>
                    <a:pt x="1219" y="0"/>
                    <a:pt x="2723" y="0"/>
                  </a:cubicBezTo>
                  <a:cubicBezTo>
                    <a:pt x="4226" y="0"/>
                    <a:pt x="5445" y="1219"/>
                    <a:pt x="5445" y="272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F54AD842-736E-49A5-9431-A58C5ECAD642}"/>
                </a:ext>
              </a:extLst>
            </p:cNvPr>
            <p:cNvSpPr/>
            <p:nvPr/>
          </p:nvSpPr>
          <p:spPr>
            <a:xfrm>
              <a:off x="3864836" y="5070902"/>
              <a:ext cx="7623" cy="7623"/>
            </a:xfrm>
            <a:custGeom>
              <a:avLst/>
              <a:gdLst>
                <a:gd name="connsiteX0" fmla="*/ 7624 w 7623"/>
                <a:gd name="connsiteY0" fmla="*/ 3812 h 7623"/>
                <a:gd name="connsiteX1" fmla="*/ 3812 w 7623"/>
                <a:gd name="connsiteY1" fmla="*/ 7624 h 7623"/>
                <a:gd name="connsiteX2" fmla="*/ 0 w 7623"/>
                <a:gd name="connsiteY2" fmla="*/ 3812 h 7623"/>
                <a:gd name="connsiteX3" fmla="*/ 3812 w 7623"/>
                <a:gd name="connsiteY3" fmla="*/ 0 h 7623"/>
                <a:gd name="connsiteX4" fmla="*/ 7624 w 7623"/>
                <a:gd name="connsiteY4" fmla="*/ 3812 h 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" h="7623">
                  <a:moveTo>
                    <a:pt x="7624" y="3812"/>
                  </a:moveTo>
                  <a:cubicBezTo>
                    <a:pt x="7624" y="5917"/>
                    <a:pt x="5917" y="7624"/>
                    <a:pt x="3812" y="7624"/>
                  </a:cubicBezTo>
                  <a:cubicBezTo>
                    <a:pt x="1707" y="7624"/>
                    <a:pt x="0" y="5917"/>
                    <a:pt x="0" y="3812"/>
                  </a:cubicBezTo>
                  <a:cubicBezTo>
                    <a:pt x="0" y="1707"/>
                    <a:pt x="1707" y="0"/>
                    <a:pt x="3812" y="0"/>
                  </a:cubicBezTo>
                  <a:cubicBezTo>
                    <a:pt x="5917" y="0"/>
                    <a:pt x="7624" y="1707"/>
                    <a:pt x="7624" y="3812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C46B179E-614F-4D99-88BD-B1412E9B9653}"/>
                </a:ext>
              </a:extLst>
            </p:cNvPr>
            <p:cNvSpPr/>
            <p:nvPr/>
          </p:nvSpPr>
          <p:spPr>
            <a:xfrm>
              <a:off x="3872460" y="5063823"/>
              <a:ext cx="7514" cy="7514"/>
            </a:xfrm>
            <a:custGeom>
              <a:avLst/>
              <a:gdLst>
                <a:gd name="connsiteX0" fmla="*/ 7515 w 7514"/>
                <a:gd name="connsiteY0" fmla="*/ 3757 h 7514"/>
                <a:gd name="connsiteX1" fmla="*/ 3757 w 7514"/>
                <a:gd name="connsiteY1" fmla="*/ 7515 h 7514"/>
                <a:gd name="connsiteX2" fmla="*/ 0 w 7514"/>
                <a:gd name="connsiteY2" fmla="*/ 3757 h 7514"/>
                <a:gd name="connsiteX3" fmla="*/ 3757 w 7514"/>
                <a:gd name="connsiteY3" fmla="*/ 0 h 7514"/>
                <a:gd name="connsiteX4" fmla="*/ 7515 w 7514"/>
                <a:gd name="connsiteY4" fmla="*/ 3757 h 7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14" h="7514">
                  <a:moveTo>
                    <a:pt x="7515" y="3757"/>
                  </a:moveTo>
                  <a:cubicBezTo>
                    <a:pt x="7515" y="5833"/>
                    <a:pt x="5832" y="7515"/>
                    <a:pt x="3757" y="7515"/>
                  </a:cubicBezTo>
                  <a:cubicBezTo>
                    <a:pt x="1682" y="7515"/>
                    <a:pt x="0" y="5833"/>
                    <a:pt x="0" y="3757"/>
                  </a:cubicBezTo>
                  <a:cubicBezTo>
                    <a:pt x="0" y="1682"/>
                    <a:pt x="1682" y="0"/>
                    <a:pt x="3757" y="0"/>
                  </a:cubicBezTo>
                  <a:cubicBezTo>
                    <a:pt x="5832" y="0"/>
                    <a:pt x="7515" y="1682"/>
                    <a:pt x="7515" y="375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301F0FAB-7F98-4CCE-8A59-EFF3300D7212}"/>
                </a:ext>
              </a:extLst>
            </p:cNvPr>
            <p:cNvSpPr/>
            <p:nvPr/>
          </p:nvSpPr>
          <p:spPr>
            <a:xfrm>
              <a:off x="3826664" y="5136247"/>
              <a:ext cx="8603" cy="8603"/>
            </a:xfrm>
            <a:custGeom>
              <a:avLst/>
              <a:gdLst>
                <a:gd name="connsiteX0" fmla="*/ 8604 w 8603"/>
                <a:gd name="connsiteY0" fmla="*/ 4302 h 8603"/>
                <a:gd name="connsiteX1" fmla="*/ 4302 w 8603"/>
                <a:gd name="connsiteY1" fmla="*/ 8604 h 8603"/>
                <a:gd name="connsiteX2" fmla="*/ 0 w 8603"/>
                <a:gd name="connsiteY2" fmla="*/ 4302 h 8603"/>
                <a:gd name="connsiteX3" fmla="*/ 4302 w 8603"/>
                <a:gd name="connsiteY3" fmla="*/ 0 h 8603"/>
                <a:gd name="connsiteX4" fmla="*/ 8604 w 8603"/>
                <a:gd name="connsiteY4" fmla="*/ 4302 h 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03" h="8603">
                  <a:moveTo>
                    <a:pt x="8604" y="4302"/>
                  </a:moveTo>
                  <a:cubicBezTo>
                    <a:pt x="8604" y="6678"/>
                    <a:pt x="6678" y="8604"/>
                    <a:pt x="4302" y="8604"/>
                  </a:cubicBezTo>
                  <a:cubicBezTo>
                    <a:pt x="1926" y="8604"/>
                    <a:pt x="0" y="6678"/>
                    <a:pt x="0" y="4302"/>
                  </a:cubicBezTo>
                  <a:cubicBezTo>
                    <a:pt x="0" y="1926"/>
                    <a:pt x="1926" y="0"/>
                    <a:pt x="4302" y="0"/>
                  </a:cubicBezTo>
                  <a:cubicBezTo>
                    <a:pt x="6678" y="0"/>
                    <a:pt x="8604" y="1926"/>
                    <a:pt x="8604" y="4302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F29ED8F9-7BB7-4BD1-866E-98EAD8C2AB90}"/>
                </a:ext>
              </a:extLst>
            </p:cNvPr>
            <p:cNvSpPr/>
            <p:nvPr/>
          </p:nvSpPr>
          <p:spPr>
            <a:xfrm>
              <a:off x="3835268" y="5129549"/>
              <a:ext cx="4247" cy="4247"/>
            </a:xfrm>
            <a:custGeom>
              <a:avLst/>
              <a:gdLst>
                <a:gd name="connsiteX0" fmla="*/ 4247 w 4247"/>
                <a:gd name="connsiteY0" fmla="*/ 2124 h 4247"/>
                <a:gd name="connsiteX1" fmla="*/ 2124 w 4247"/>
                <a:gd name="connsiteY1" fmla="*/ 4247 h 4247"/>
                <a:gd name="connsiteX2" fmla="*/ 0 w 4247"/>
                <a:gd name="connsiteY2" fmla="*/ 2124 h 4247"/>
                <a:gd name="connsiteX3" fmla="*/ 2124 w 4247"/>
                <a:gd name="connsiteY3" fmla="*/ 0 h 4247"/>
                <a:gd name="connsiteX4" fmla="*/ 4247 w 4247"/>
                <a:gd name="connsiteY4" fmla="*/ 2124 h 4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47" h="4247">
                  <a:moveTo>
                    <a:pt x="4247" y="2124"/>
                  </a:moveTo>
                  <a:cubicBezTo>
                    <a:pt x="4247" y="3297"/>
                    <a:pt x="3297" y="4247"/>
                    <a:pt x="2124" y="4247"/>
                  </a:cubicBezTo>
                  <a:cubicBezTo>
                    <a:pt x="951" y="4247"/>
                    <a:pt x="0" y="3297"/>
                    <a:pt x="0" y="2124"/>
                  </a:cubicBezTo>
                  <a:cubicBezTo>
                    <a:pt x="0" y="951"/>
                    <a:pt x="951" y="0"/>
                    <a:pt x="2124" y="0"/>
                  </a:cubicBezTo>
                  <a:cubicBezTo>
                    <a:pt x="3297" y="0"/>
                    <a:pt x="4247" y="951"/>
                    <a:pt x="4247" y="2124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BE730EE1-5042-499B-B6DC-7450F0B6C65D}"/>
                </a:ext>
              </a:extLst>
            </p:cNvPr>
            <p:cNvSpPr/>
            <p:nvPr/>
          </p:nvSpPr>
          <p:spPr>
            <a:xfrm>
              <a:off x="4114943" y="4957910"/>
              <a:ext cx="5663" cy="5663"/>
            </a:xfrm>
            <a:custGeom>
              <a:avLst/>
              <a:gdLst>
                <a:gd name="connsiteX0" fmla="*/ 5663 w 5663"/>
                <a:gd name="connsiteY0" fmla="*/ 2831 h 5663"/>
                <a:gd name="connsiteX1" fmla="*/ 2832 w 5663"/>
                <a:gd name="connsiteY1" fmla="*/ 5663 h 5663"/>
                <a:gd name="connsiteX2" fmla="*/ 0 w 5663"/>
                <a:gd name="connsiteY2" fmla="*/ 2831 h 5663"/>
                <a:gd name="connsiteX3" fmla="*/ 2832 w 5663"/>
                <a:gd name="connsiteY3" fmla="*/ 0 h 5663"/>
                <a:gd name="connsiteX4" fmla="*/ 5663 w 5663"/>
                <a:gd name="connsiteY4" fmla="*/ 2831 h 5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63" h="5663">
                  <a:moveTo>
                    <a:pt x="5663" y="2831"/>
                  </a:moveTo>
                  <a:cubicBezTo>
                    <a:pt x="5663" y="4395"/>
                    <a:pt x="4395" y="5663"/>
                    <a:pt x="2832" y="5663"/>
                  </a:cubicBezTo>
                  <a:cubicBezTo>
                    <a:pt x="1268" y="5663"/>
                    <a:pt x="0" y="4396"/>
                    <a:pt x="0" y="2831"/>
                  </a:cubicBezTo>
                  <a:cubicBezTo>
                    <a:pt x="0" y="1268"/>
                    <a:pt x="1268" y="0"/>
                    <a:pt x="2832" y="0"/>
                  </a:cubicBezTo>
                  <a:cubicBezTo>
                    <a:pt x="4396" y="0"/>
                    <a:pt x="5663" y="1267"/>
                    <a:pt x="5663" y="2831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3795759D-AB39-4867-B97C-C68EDDBC8467}"/>
                </a:ext>
              </a:extLst>
            </p:cNvPr>
            <p:cNvSpPr/>
            <p:nvPr/>
          </p:nvSpPr>
          <p:spPr>
            <a:xfrm>
              <a:off x="4117774" y="4968638"/>
              <a:ext cx="5772" cy="5772"/>
            </a:xfrm>
            <a:custGeom>
              <a:avLst/>
              <a:gdLst>
                <a:gd name="connsiteX0" fmla="*/ 5772 w 5772"/>
                <a:gd name="connsiteY0" fmla="*/ 2886 h 5772"/>
                <a:gd name="connsiteX1" fmla="*/ 2886 w 5772"/>
                <a:gd name="connsiteY1" fmla="*/ 5772 h 5772"/>
                <a:gd name="connsiteX2" fmla="*/ 0 w 5772"/>
                <a:gd name="connsiteY2" fmla="*/ 2886 h 5772"/>
                <a:gd name="connsiteX3" fmla="*/ 2886 w 5772"/>
                <a:gd name="connsiteY3" fmla="*/ 0 h 5772"/>
                <a:gd name="connsiteX4" fmla="*/ 5772 w 5772"/>
                <a:gd name="connsiteY4" fmla="*/ 2886 h 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72" h="5772">
                  <a:moveTo>
                    <a:pt x="5772" y="2886"/>
                  </a:moveTo>
                  <a:cubicBezTo>
                    <a:pt x="5772" y="4480"/>
                    <a:pt x="4480" y="5772"/>
                    <a:pt x="2886" y="5772"/>
                  </a:cubicBezTo>
                  <a:cubicBezTo>
                    <a:pt x="1292" y="5772"/>
                    <a:pt x="0" y="4480"/>
                    <a:pt x="0" y="2886"/>
                  </a:cubicBezTo>
                  <a:cubicBezTo>
                    <a:pt x="0" y="1292"/>
                    <a:pt x="1292" y="0"/>
                    <a:pt x="2886" y="0"/>
                  </a:cubicBezTo>
                  <a:cubicBezTo>
                    <a:pt x="4480" y="0"/>
                    <a:pt x="5772" y="1292"/>
                    <a:pt x="5772" y="2886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D0AF49F4-9867-4829-81E4-69A56B61133F}"/>
                </a:ext>
              </a:extLst>
            </p:cNvPr>
            <p:cNvSpPr/>
            <p:nvPr/>
          </p:nvSpPr>
          <p:spPr>
            <a:xfrm>
              <a:off x="4079766" y="4950341"/>
              <a:ext cx="6752" cy="6752"/>
            </a:xfrm>
            <a:custGeom>
              <a:avLst/>
              <a:gdLst>
                <a:gd name="connsiteX0" fmla="*/ 6752 w 6752"/>
                <a:gd name="connsiteY0" fmla="*/ 3376 h 6752"/>
                <a:gd name="connsiteX1" fmla="*/ 3376 w 6752"/>
                <a:gd name="connsiteY1" fmla="*/ 6752 h 6752"/>
                <a:gd name="connsiteX2" fmla="*/ 0 w 6752"/>
                <a:gd name="connsiteY2" fmla="*/ 3376 h 6752"/>
                <a:gd name="connsiteX3" fmla="*/ 3376 w 6752"/>
                <a:gd name="connsiteY3" fmla="*/ 0 h 6752"/>
                <a:gd name="connsiteX4" fmla="*/ 6752 w 6752"/>
                <a:gd name="connsiteY4" fmla="*/ 3376 h 6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2" h="6752">
                  <a:moveTo>
                    <a:pt x="6752" y="3376"/>
                  </a:moveTo>
                  <a:cubicBezTo>
                    <a:pt x="6752" y="5241"/>
                    <a:pt x="5241" y="6752"/>
                    <a:pt x="3376" y="6752"/>
                  </a:cubicBezTo>
                  <a:cubicBezTo>
                    <a:pt x="1512" y="6752"/>
                    <a:pt x="0" y="5241"/>
                    <a:pt x="0" y="3376"/>
                  </a:cubicBezTo>
                  <a:cubicBezTo>
                    <a:pt x="0" y="1512"/>
                    <a:pt x="1512" y="0"/>
                    <a:pt x="3376" y="0"/>
                  </a:cubicBezTo>
                  <a:cubicBezTo>
                    <a:pt x="5241" y="0"/>
                    <a:pt x="6752" y="1512"/>
                    <a:pt x="6752" y="3376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4EBD50C9-A9E3-455B-9033-33BB91966D8E}"/>
                </a:ext>
              </a:extLst>
            </p:cNvPr>
            <p:cNvSpPr/>
            <p:nvPr/>
          </p:nvSpPr>
          <p:spPr>
            <a:xfrm>
              <a:off x="4069528" y="4951049"/>
              <a:ext cx="9692" cy="9692"/>
            </a:xfrm>
            <a:custGeom>
              <a:avLst/>
              <a:gdLst>
                <a:gd name="connsiteX0" fmla="*/ 9693 w 9692"/>
                <a:gd name="connsiteY0" fmla="*/ 4846 h 9692"/>
                <a:gd name="connsiteX1" fmla="*/ 4846 w 9692"/>
                <a:gd name="connsiteY1" fmla="*/ 9693 h 9692"/>
                <a:gd name="connsiteX2" fmla="*/ 0 w 9692"/>
                <a:gd name="connsiteY2" fmla="*/ 4846 h 9692"/>
                <a:gd name="connsiteX3" fmla="*/ 4846 w 9692"/>
                <a:gd name="connsiteY3" fmla="*/ 0 h 9692"/>
                <a:gd name="connsiteX4" fmla="*/ 9693 w 9692"/>
                <a:gd name="connsiteY4" fmla="*/ 4846 h 9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2" h="9692">
                  <a:moveTo>
                    <a:pt x="9693" y="4846"/>
                  </a:moveTo>
                  <a:cubicBezTo>
                    <a:pt x="9693" y="7523"/>
                    <a:pt x="7523" y="9693"/>
                    <a:pt x="4846" y="9693"/>
                  </a:cubicBezTo>
                  <a:cubicBezTo>
                    <a:pt x="2170" y="9693"/>
                    <a:pt x="0" y="7523"/>
                    <a:pt x="0" y="4846"/>
                  </a:cubicBezTo>
                  <a:cubicBezTo>
                    <a:pt x="0" y="2170"/>
                    <a:pt x="2170" y="0"/>
                    <a:pt x="4846" y="0"/>
                  </a:cubicBezTo>
                  <a:cubicBezTo>
                    <a:pt x="7523" y="0"/>
                    <a:pt x="9693" y="2170"/>
                    <a:pt x="9693" y="4846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FAA70213-FA98-457D-997C-3B18510E26E9}"/>
                </a:ext>
              </a:extLst>
            </p:cNvPr>
            <p:cNvSpPr/>
            <p:nvPr/>
          </p:nvSpPr>
          <p:spPr>
            <a:xfrm>
              <a:off x="3983165" y="4858859"/>
              <a:ext cx="9039" cy="9039"/>
            </a:xfrm>
            <a:custGeom>
              <a:avLst/>
              <a:gdLst>
                <a:gd name="connsiteX0" fmla="*/ 9039 w 9039"/>
                <a:gd name="connsiteY0" fmla="*/ 4520 h 9039"/>
                <a:gd name="connsiteX1" fmla="*/ 4520 w 9039"/>
                <a:gd name="connsiteY1" fmla="*/ 9040 h 9039"/>
                <a:gd name="connsiteX2" fmla="*/ 0 w 9039"/>
                <a:gd name="connsiteY2" fmla="*/ 4520 h 9039"/>
                <a:gd name="connsiteX3" fmla="*/ 4520 w 9039"/>
                <a:gd name="connsiteY3" fmla="*/ 0 h 9039"/>
                <a:gd name="connsiteX4" fmla="*/ 9039 w 9039"/>
                <a:gd name="connsiteY4" fmla="*/ 4520 h 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39" h="9039">
                  <a:moveTo>
                    <a:pt x="9039" y="4520"/>
                  </a:moveTo>
                  <a:cubicBezTo>
                    <a:pt x="9039" y="7016"/>
                    <a:pt x="7016" y="9040"/>
                    <a:pt x="4520" y="9040"/>
                  </a:cubicBezTo>
                  <a:cubicBezTo>
                    <a:pt x="2023" y="9040"/>
                    <a:pt x="0" y="7016"/>
                    <a:pt x="0" y="4520"/>
                  </a:cubicBezTo>
                  <a:cubicBezTo>
                    <a:pt x="0" y="2024"/>
                    <a:pt x="2024" y="0"/>
                    <a:pt x="4520" y="0"/>
                  </a:cubicBezTo>
                  <a:cubicBezTo>
                    <a:pt x="7016" y="0"/>
                    <a:pt x="9039" y="2023"/>
                    <a:pt x="9039" y="452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C34E51D9-F9E6-47C1-AE58-F92569A73772}"/>
                </a:ext>
              </a:extLst>
            </p:cNvPr>
            <p:cNvSpPr/>
            <p:nvPr/>
          </p:nvSpPr>
          <p:spPr>
            <a:xfrm>
              <a:off x="3998085" y="4861255"/>
              <a:ext cx="5118" cy="5118"/>
            </a:xfrm>
            <a:custGeom>
              <a:avLst/>
              <a:gdLst>
                <a:gd name="connsiteX0" fmla="*/ 5119 w 5118"/>
                <a:gd name="connsiteY0" fmla="*/ 2559 h 5118"/>
                <a:gd name="connsiteX1" fmla="*/ 2559 w 5118"/>
                <a:gd name="connsiteY1" fmla="*/ 5118 h 5118"/>
                <a:gd name="connsiteX2" fmla="*/ 0 w 5118"/>
                <a:gd name="connsiteY2" fmla="*/ 2559 h 5118"/>
                <a:gd name="connsiteX3" fmla="*/ 2559 w 5118"/>
                <a:gd name="connsiteY3" fmla="*/ 0 h 5118"/>
                <a:gd name="connsiteX4" fmla="*/ 5119 w 5118"/>
                <a:gd name="connsiteY4" fmla="*/ 2559 h 5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18" h="5118">
                  <a:moveTo>
                    <a:pt x="5119" y="2559"/>
                  </a:moveTo>
                  <a:cubicBezTo>
                    <a:pt x="5119" y="3973"/>
                    <a:pt x="3973" y="5118"/>
                    <a:pt x="2559" y="5118"/>
                  </a:cubicBezTo>
                  <a:cubicBezTo>
                    <a:pt x="1146" y="5118"/>
                    <a:pt x="0" y="3972"/>
                    <a:pt x="0" y="2559"/>
                  </a:cubicBezTo>
                  <a:cubicBezTo>
                    <a:pt x="0" y="1146"/>
                    <a:pt x="1146" y="0"/>
                    <a:pt x="2559" y="0"/>
                  </a:cubicBezTo>
                  <a:cubicBezTo>
                    <a:pt x="3973" y="0"/>
                    <a:pt x="5119" y="1146"/>
                    <a:pt x="5119" y="2559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D63BF19D-C601-4324-BDCD-C4D654905292}"/>
                </a:ext>
              </a:extLst>
            </p:cNvPr>
            <p:cNvSpPr/>
            <p:nvPr/>
          </p:nvSpPr>
          <p:spPr>
            <a:xfrm>
              <a:off x="4232835" y="5089362"/>
              <a:ext cx="9039" cy="9039"/>
            </a:xfrm>
            <a:custGeom>
              <a:avLst/>
              <a:gdLst>
                <a:gd name="connsiteX0" fmla="*/ 9039 w 9039"/>
                <a:gd name="connsiteY0" fmla="*/ 4520 h 9039"/>
                <a:gd name="connsiteX1" fmla="*/ 4520 w 9039"/>
                <a:gd name="connsiteY1" fmla="*/ 9039 h 9039"/>
                <a:gd name="connsiteX2" fmla="*/ 0 w 9039"/>
                <a:gd name="connsiteY2" fmla="*/ 4520 h 9039"/>
                <a:gd name="connsiteX3" fmla="*/ 4520 w 9039"/>
                <a:gd name="connsiteY3" fmla="*/ 0 h 9039"/>
                <a:gd name="connsiteX4" fmla="*/ 9039 w 9039"/>
                <a:gd name="connsiteY4" fmla="*/ 4520 h 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39" h="9039">
                  <a:moveTo>
                    <a:pt x="9039" y="4520"/>
                  </a:moveTo>
                  <a:cubicBezTo>
                    <a:pt x="9039" y="7016"/>
                    <a:pt x="7016" y="9039"/>
                    <a:pt x="4520" y="9039"/>
                  </a:cubicBezTo>
                  <a:cubicBezTo>
                    <a:pt x="2024" y="9039"/>
                    <a:pt x="0" y="7016"/>
                    <a:pt x="0" y="4520"/>
                  </a:cubicBezTo>
                  <a:cubicBezTo>
                    <a:pt x="0" y="2024"/>
                    <a:pt x="2024" y="0"/>
                    <a:pt x="4520" y="0"/>
                  </a:cubicBezTo>
                  <a:cubicBezTo>
                    <a:pt x="7016" y="0"/>
                    <a:pt x="9039" y="2023"/>
                    <a:pt x="9039" y="452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918D5E89-5AB5-44C5-ACC5-4E24AB5534F0}"/>
                </a:ext>
              </a:extLst>
            </p:cNvPr>
            <p:cNvSpPr/>
            <p:nvPr/>
          </p:nvSpPr>
          <p:spPr>
            <a:xfrm>
              <a:off x="4246666" y="5083862"/>
              <a:ext cx="5009" cy="5009"/>
            </a:xfrm>
            <a:custGeom>
              <a:avLst/>
              <a:gdLst>
                <a:gd name="connsiteX0" fmla="*/ 5010 w 5009"/>
                <a:gd name="connsiteY0" fmla="*/ 2505 h 5009"/>
                <a:gd name="connsiteX1" fmla="*/ 2505 w 5009"/>
                <a:gd name="connsiteY1" fmla="*/ 5010 h 5009"/>
                <a:gd name="connsiteX2" fmla="*/ 0 w 5009"/>
                <a:gd name="connsiteY2" fmla="*/ 2505 h 5009"/>
                <a:gd name="connsiteX3" fmla="*/ 2505 w 5009"/>
                <a:gd name="connsiteY3" fmla="*/ 0 h 5009"/>
                <a:gd name="connsiteX4" fmla="*/ 5010 w 5009"/>
                <a:gd name="connsiteY4" fmla="*/ 2505 h 5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09" h="5009">
                  <a:moveTo>
                    <a:pt x="5010" y="2505"/>
                  </a:moveTo>
                  <a:cubicBezTo>
                    <a:pt x="5010" y="3888"/>
                    <a:pt x="3888" y="5010"/>
                    <a:pt x="2505" y="5010"/>
                  </a:cubicBezTo>
                  <a:cubicBezTo>
                    <a:pt x="1122" y="5010"/>
                    <a:pt x="0" y="3888"/>
                    <a:pt x="0" y="2505"/>
                  </a:cubicBezTo>
                  <a:cubicBezTo>
                    <a:pt x="0" y="1121"/>
                    <a:pt x="1122" y="0"/>
                    <a:pt x="2505" y="0"/>
                  </a:cubicBezTo>
                  <a:cubicBezTo>
                    <a:pt x="3888" y="0"/>
                    <a:pt x="5010" y="1121"/>
                    <a:pt x="5010" y="2505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D57AE6FD-6970-4AE4-BC3B-0FF8A924AE52}"/>
                </a:ext>
              </a:extLst>
            </p:cNvPr>
            <p:cNvSpPr/>
            <p:nvPr/>
          </p:nvSpPr>
          <p:spPr>
            <a:xfrm>
              <a:off x="4218296" y="4970870"/>
              <a:ext cx="9039" cy="9039"/>
            </a:xfrm>
            <a:custGeom>
              <a:avLst/>
              <a:gdLst>
                <a:gd name="connsiteX0" fmla="*/ 9039 w 9039"/>
                <a:gd name="connsiteY0" fmla="*/ 4520 h 9039"/>
                <a:gd name="connsiteX1" fmla="*/ 4520 w 9039"/>
                <a:gd name="connsiteY1" fmla="*/ 9039 h 9039"/>
                <a:gd name="connsiteX2" fmla="*/ 0 w 9039"/>
                <a:gd name="connsiteY2" fmla="*/ 4520 h 9039"/>
                <a:gd name="connsiteX3" fmla="*/ 4520 w 9039"/>
                <a:gd name="connsiteY3" fmla="*/ 0 h 9039"/>
                <a:gd name="connsiteX4" fmla="*/ 9039 w 9039"/>
                <a:gd name="connsiteY4" fmla="*/ 4520 h 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39" h="9039">
                  <a:moveTo>
                    <a:pt x="9039" y="4520"/>
                  </a:moveTo>
                  <a:cubicBezTo>
                    <a:pt x="9039" y="7016"/>
                    <a:pt x="7016" y="9039"/>
                    <a:pt x="4520" y="9039"/>
                  </a:cubicBezTo>
                  <a:cubicBezTo>
                    <a:pt x="2024" y="9039"/>
                    <a:pt x="0" y="7016"/>
                    <a:pt x="0" y="4520"/>
                  </a:cubicBezTo>
                  <a:cubicBezTo>
                    <a:pt x="0" y="2023"/>
                    <a:pt x="2024" y="0"/>
                    <a:pt x="4520" y="0"/>
                  </a:cubicBezTo>
                  <a:cubicBezTo>
                    <a:pt x="7016" y="0"/>
                    <a:pt x="9039" y="2023"/>
                    <a:pt x="9039" y="452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7EB92DEE-46D3-447F-9EA5-CD8D8ECA99B4}"/>
                </a:ext>
              </a:extLst>
            </p:cNvPr>
            <p:cNvSpPr/>
            <p:nvPr/>
          </p:nvSpPr>
          <p:spPr>
            <a:xfrm>
              <a:off x="4231583" y="4977459"/>
              <a:ext cx="5772" cy="5772"/>
            </a:xfrm>
            <a:custGeom>
              <a:avLst/>
              <a:gdLst>
                <a:gd name="connsiteX0" fmla="*/ 5772 w 5772"/>
                <a:gd name="connsiteY0" fmla="*/ 2886 h 5772"/>
                <a:gd name="connsiteX1" fmla="*/ 2886 w 5772"/>
                <a:gd name="connsiteY1" fmla="*/ 5772 h 5772"/>
                <a:gd name="connsiteX2" fmla="*/ 0 w 5772"/>
                <a:gd name="connsiteY2" fmla="*/ 2886 h 5772"/>
                <a:gd name="connsiteX3" fmla="*/ 2886 w 5772"/>
                <a:gd name="connsiteY3" fmla="*/ 0 h 5772"/>
                <a:gd name="connsiteX4" fmla="*/ 5772 w 5772"/>
                <a:gd name="connsiteY4" fmla="*/ 2886 h 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72" h="5772">
                  <a:moveTo>
                    <a:pt x="5772" y="2886"/>
                  </a:moveTo>
                  <a:cubicBezTo>
                    <a:pt x="5772" y="4480"/>
                    <a:pt x="4480" y="5772"/>
                    <a:pt x="2886" y="5772"/>
                  </a:cubicBezTo>
                  <a:cubicBezTo>
                    <a:pt x="1292" y="5772"/>
                    <a:pt x="0" y="4480"/>
                    <a:pt x="0" y="2886"/>
                  </a:cubicBezTo>
                  <a:cubicBezTo>
                    <a:pt x="0" y="1292"/>
                    <a:pt x="1292" y="0"/>
                    <a:pt x="2886" y="0"/>
                  </a:cubicBezTo>
                  <a:cubicBezTo>
                    <a:pt x="4480" y="0"/>
                    <a:pt x="5772" y="1292"/>
                    <a:pt x="5772" y="2886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55937327-D4C8-4AD2-A95C-752FF2590DE7}"/>
                </a:ext>
              </a:extLst>
            </p:cNvPr>
            <p:cNvSpPr/>
            <p:nvPr/>
          </p:nvSpPr>
          <p:spPr>
            <a:xfrm>
              <a:off x="4300358" y="5021349"/>
              <a:ext cx="8494" cy="8494"/>
            </a:xfrm>
            <a:custGeom>
              <a:avLst/>
              <a:gdLst>
                <a:gd name="connsiteX0" fmla="*/ 8495 w 8494"/>
                <a:gd name="connsiteY0" fmla="*/ 4247 h 8494"/>
                <a:gd name="connsiteX1" fmla="*/ 4247 w 8494"/>
                <a:gd name="connsiteY1" fmla="*/ 8495 h 8494"/>
                <a:gd name="connsiteX2" fmla="*/ 0 w 8494"/>
                <a:gd name="connsiteY2" fmla="*/ 4247 h 8494"/>
                <a:gd name="connsiteX3" fmla="*/ 4247 w 8494"/>
                <a:gd name="connsiteY3" fmla="*/ 0 h 8494"/>
                <a:gd name="connsiteX4" fmla="*/ 8495 w 8494"/>
                <a:gd name="connsiteY4" fmla="*/ 4247 h 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94" h="8494">
                  <a:moveTo>
                    <a:pt x="8495" y="4247"/>
                  </a:moveTo>
                  <a:cubicBezTo>
                    <a:pt x="8495" y="6593"/>
                    <a:pt x="6593" y="8495"/>
                    <a:pt x="4247" y="8495"/>
                  </a:cubicBezTo>
                  <a:cubicBezTo>
                    <a:pt x="1902" y="8495"/>
                    <a:pt x="0" y="6593"/>
                    <a:pt x="0" y="4247"/>
                  </a:cubicBezTo>
                  <a:cubicBezTo>
                    <a:pt x="0" y="1902"/>
                    <a:pt x="1902" y="0"/>
                    <a:pt x="4247" y="0"/>
                  </a:cubicBezTo>
                  <a:cubicBezTo>
                    <a:pt x="6593" y="0"/>
                    <a:pt x="8495" y="1902"/>
                    <a:pt x="8495" y="424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A9DB8AB2-C818-489C-89E9-4A5E0AF632B3}"/>
                </a:ext>
              </a:extLst>
            </p:cNvPr>
            <p:cNvSpPr/>
            <p:nvPr/>
          </p:nvSpPr>
          <p:spPr>
            <a:xfrm>
              <a:off x="4308853" y="5011874"/>
              <a:ext cx="6643" cy="6643"/>
            </a:xfrm>
            <a:custGeom>
              <a:avLst/>
              <a:gdLst>
                <a:gd name="connsiteX0" fmla="*/ 6643 w 6643"/>
                <a:gd name="connsiteY0" fmla="*/ 3322 h 6643"/>
                <a:gd name="connsiteX1" fmla="*/ 3322 w 6643"/>
                <a:gd name="connsiteY1" fmla="*/ 6643 h 6643"/>
                <a:gd name="connsiteX2" fmla="*/ 0 w 6643"/>
                <a:gd name="connsiteY2" fmla="*/ 3322 h 6643"/>
                <a:gd name="connsiteX3" fmla="*/ 3322 w 6643"/>
                <a:gd name="connsiteY3" fmla="*/ 0 h 6643"/>
                <a:gd name="connsiteX4" fmla="*/ 6643 w 6643"/>
                <a:gd name="connsiteY4" fmla="*/ 3322 h 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3" h="6643">
                  <a:moveTo>
                    <a:pt x="6643" y="3322"/>
                  </a:moveTo>
                  <a:cubicBezTo>
                    <a:pt x="6643" y="5156"/>
                    <a:pt x="5156" y="6643"/>
                    <a:pt x="3322" y="6643"/>
                  </a:cubicBezTo>
                  <a:cubicBezTo>
                    <a:pt x="1487" y="6643"/>
                    <a:pt x="0" y="5156"/>
                    <a:pt x="0" y="3322"/>
                  </a:cubicBezTo>
                  <a:cubicBezTo>
                    <a:pt x="0" y="1487"/>
                    <a:pt x="1487" y="0"/>
                    <a:pt x="3322" y="0"/>
                  </a:cubicBezTo>
                  <a:cubicBezTo>
                    <a:pt x="5156" y="0"/>
                    <a:pt x="6643" y="1487"/>
                    <a:pt x="6643" y="3322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0F09BB23-85BE-4B76-8F0D-7C9566F1A72D}"/>
                </a:ext>
              </a:extLst>
            </p:cNvPr>
            <p:cNvSpPr/>
            <p:nvPr/>
          </p:nvSpPr>
          <p:spPr>
            <a:xfrm>
              <a:off x="4357643" y="4802989"/>
              <a:ext cx="10346" cy="10346"/>
            </a:xfrm>
            <a:custGeom>
              <a:avLst/>
              <a:gdLst>
                <a:gd name="connsiteX0" fmla="*/ 10346 w 10346"/>
                <a:gd name="connsiteY0" fmla="*/ 5173 h 10346"/>
                <a:gd name="connsiteX1" fmla="*/ 5173 w 10346"/>
                <a:gd name="connsiteY1" fmla="*/ 10346 h 10346"/>
                <a:gd name="connsiteX2" fmla="*/ 0 w 10346"/>
                <a:gd name="connsiteY2" fmla="*/ 5173 h 10346"/>
                <a:gd name="connsiteX3" fmla="*/ 5173 w 10346"/>
                <a:gd name="connsiteY3" fmla="*/ 0 h 10346"/>
                <a:gd name="connsiteX4" fmla="*/ 10346 w 10346"/>
                <a:gd name="connsiteY4" fmla="*/ 5173 h 1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46" h="10346">
                  <a:moveTo>
                    <a:pt x="10346" y="5173"/>
                  </a:moveTo>
                  <a:cubicBezTo>
                    <a:pt x="10346" y="8030"/>
                    <a:pt x="8030" y="10346"/>
                    <a:pt x="5173" y="10346"/>
                  </a:cubicBezTo>
                  <a:cubicBezTo>
                    <a:pt x="2316" y="10346"/>
                    <a:pt x="0" y="8030"/>
                    <a:pt x="0" y="5173"/>
                  </a:cubicBezTo>
                  <a:cubicBezTo>
                    <a:pt x="0" y="2316"/>
                    <a:pt x="2316" y="0"/>
                    <a:pt x="5173" y="0"/>
                  </a:cubicBezTo>
                  <a:cubicBezTo>
                    <a:pt x="8030" y="0"/>
                    <a:pt x="10346" y="2316"/>
                    <a:pt x="10346" y="517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9DB21B58-DDE9-4B7E-B429-40AF3C8F7ACC}"/>
                </a:ext>
              </a:extLst>
            </p:cNvPr>
            <p:cNvSpPr/>
            <p:nvPr/>
          </p:nvSpPr>
          <p:spPr>
            <a:xfrm>
              <a:off x="4365049" y="4794603"/>
              <a:ext cx="8059" cy="8059"/>
            </a:xfrm>
            <a:custGeom>
              <a:avLst/>
              <a:gdLst>
                <a:gd name="connsiteX0" fmla="*/ 8059 w 8059"/>
                <a:gd name="connsiteY0" fmla="*/ 4030 h 8059"/>
                <a:gd name="connsiteX1" fmla="*/ 4030 w 8059"/>
                <a:gd name="connsiteY1" fmla="*/ 8059 h 8059"/>
                <a:gd name="connsiteX2" fmla="*/ 0 w 8059"/>
                <a:gd name="connsiteY2" fmla="*/ 4030 h 8059"/>
                <a:gd name="connsiteX3" fmla="*/ 4030 w 8059"/>
                <a:gd name="connsiteY3" fmla="*/ 0 h 8059"/>
                <a:gd name="connsiteX4" fmla="*/ 8059 w 8059"/>
                <a:gd name="connsiteY4" fmla="*/ 4030 h 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9" h="8059">
                  <a:moveTo>
                    <a:pt x="8059" y="4030"/>
                  </a:moveTo>
                  <a:cubicBezTo>
                    <a:pt x="8059" y="6255"/>
                    <a:pt x="6255" y="8059"/>
                    <a:pt x="4030" y="8059"/>
                  </a:cubicBezTo>
                  <a:cubicBezTo>
                    <a:pt x="1804" y="8059"/>
                    <a:pt x="0" y="6255"/>
                    <a:pt x="0" y="4030"/>
                  </a:cubicBezTo>
                  <a:cubicBezTo>
                    <a:pt x="0" y="1804"/>
                    <a:pt x="1804" y="0"/>
                    <a:pt x="4030" y="0"/>
                  </a:cubicBezTo>
                  <a:cubicBezTo>
                    <a:pt x="6255" y="0"/>
                    <a:pt x="8059" y="1804"/>
                    <a:pt x="8059" y="403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80EB1D03-3077-4538-88B8-DAF66345F6A9}"/>
                </a:ext>
              </a:extLst>
            </p:cNvPr>
            <p:cNvSpPr/>
            <p:nvPr/>
          </p:nvSpPr>
          <p:spPr>
            <a:xfrm>
              <a:off x="4427998" y="4743253"/>
              <a:ext cx="8494" cy="8494"/>
            </a:xfrm>
            <a:custGeom>
              <a:avLst/>
              <a:gdLst>
                <a:gd name="connsiteX0" fmla="*/ 8495 w 8494"/>
                <a:gd name="connsiteY0" fmla="*/ 4247 h 8494"/>
                <a:gd name="connsiteX1" fmla="*/ 4247 w 8494"/>
                <a:gd name="connsiteY1" fmla="*/ 8495 h 8494"/>
                <a:gd name="connsiteX2" fmla="*/ 0 w 8494"/>
                <a:gd name="connsiteY2" fmla="*/ 4247 h 8494"/>
                <a:gd name="connsiteX3" fmla="*/ 4247 w 8494"/>
                <a:gd name="connsiteY3" fmla="*/ 0 h 8494"/>
                <a:gd name="connsiteX4" fmla="*/ 8495 w 8494"/>
                <a:gd name="connsiteY4" fmla="*/ 4247 h 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94" h="8494">
                  <a:moveTo>
                    <a:pt x="8495" y="4247"/>
                  </a:moveTo>
                  <a:cubicBezTo>
                    <a:pt x="8495" y="6593"/>
                    <a:pt x="6593" y="8495"/>
                    <a:pt x="4247" y="8495"/>
                  </a:cubicBezTo>
                  <a:cubicBezTo>
                    <a:pt x="1902" y="8495"/>
                    <a:pt x="0" y="6593"/>
                    <a:pt x="0" y="4247"/>
                  </a:cubicBezTo>
                  <a:cubicBezTo>
                    <a:pt x="0" y="1902"/>
                    <a:pt x="1902" y="0"/>
                    <a:pt x="4247" y="0"/>
                  </a:cubicBezTo>
                  <a:cubicBezTo>
                    <a:pt x="6593" y="0"/>
                    <a:pt x="8495" y="1902"/>
                    <a:pt x="8495" y="424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1EE1E528-37F5-44D5-A0FC-5465A89CC4FB}"/>
                </a:ext>
              </a:extLst>
            </p:cNvPr>
            <p:cNvSpPr/>
            <p:nvPr/>
          </p:nvSpPr>
          <p:spPr>
            <a:xfrm>
              <a:off x="4426527" y="4729967"/>
              <a:ext cx="8494" cy="8494"/>
            </a:xfrm>
            <a:custGeom>
              <a:avLst/>
              <a:gdLst>
                <a:gd name="connsiteX0" fmla="*/ 8495 w 8494"/>
                <a:gd name="connsiteY0" fmla="*/ 4247 h 8494"/>
                <a:gd name="connsiteX1" fmla="*/ 4247 w 8494"/>
                <a:gd name="connsiteY1" fmla="*/ 8495 h 8494"/>
                <a:gd name="connsiteX2" fmla="*/ 0 w 8494"/>
                <a:gd name="connsiteY2" fmla="*/ 4247 h 8494"/>
                <a:gd name="connsiteX3" fmla="*/ 4247 w 8494"/>
                <a:gd name="connsiteY3" fmla="*/ 0 h 8494"/>
                <a:gd name="connsiteX4" fmla="*/ 8495 w 8494"/>
                <a:gd name="connsiteY4" fmla="*/ 4247 h 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94" h="8494">
                  <a:moveTo>
                    <a:pt x="8495" y="4247"/>
                  </a:moveTo>
                  <a:cubicBezTo>
                    <a:pt x="8495" y="6593"/>
                    <a:pt x="6593" y="8495"/>
                    <a:pt x="4247" y="8495"/>
                  </a:cubicBezTo>
                  <a:cubicBezTo>
                    <a:pt x="1902" y="8495"/>
                    <a:pt x="0" y="6593"/>
                    <a:pt x="0" y="4247"/>
                  </a:cubicBezTo>
                  <a:cubicBezTo>
                    <a:pt x="0" y="1902"/>
                    <a:pt x="1902" y="0"/>
                    <a:pt x="4247" y="0"/>
                  </a:cubicBezTo>
                  <a:cubicBezTo>
                    <a:pt x="6593" y="0"/>
                    <a:pt x="8495" y="1902"/>
                    <a:pt x="8495" y="424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B3DB1801-5E6D-462D-B18A-CBBC4F636089}"/>
                </a:ext>
              </a:extLst>
            </p:cNvPr>
            <p:cNvSpPr/>
            <p:nvPr/>
          </p:nvSpPr>
          <p:spPr>
            <a:xfrm>
              <a:off x="4374633" y="4624326"/>
              <a:ext cx="10890" cy="10890"/>
            </a:xfrm>
            <a:custGeom>
              <a:avLst/>
              <a:gdLst>
                <a:gd name="connsiteX0" fmla="*/ 10891 w 10890"/>
                <a:gd name="connsiteY0" fmla="*/ 5445 h 10890"/>
                <a:gd name="connsiteX1" fmla="*/ 5445 w 10890"/>
                <a:gd name="connsiteY1" fmla="*/ 10891 h 10890"/>
                <a:gd name="connsiteX2" fmla="*/ 0 w 10890"/>
                <a:gd name="connsiteY2" fmla="*/ 5445 h 10890"/>
                <a:gd name="connsiteX3" fmla="*/ 5445 w 10890"/>
                <a:gd name="connsiteY3" fmla="*/ 0 h 10890"/>
                <a:gd name="connsiteX4" fmla="*/ 10891 w 10890"/>
                <a:gd name="connsiteY4" fmla="*/ 5445 h 1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90" h="10890">
                  <a:moveTo>
                    <a:pt x="10891" y="5445"/>
                  </a:moveTo>
                  <a:cubicBezTo>
                    <a:pt x="10891" y="8453"/>
                    <a:pt x="8453" y="10891"/>
                    <a:pt x="5445" y="10891"/>
                  </a:cubicBezTo>
                  <a:cubicBezTo>
                    <a:pt x="2438" y="10891"/>
                    <a:pt x="0" y="8453"/>
                    <a:pt x="0" y="5445"/>
                  </a:cubicBezTo>
                  <a:cubicBezTo>
                    <a:pt x="0" y="2438"/>
                    <a:pt x="2438" y="0"/>
                    <a:pt x="5445" y="0"/>
                  </a:cubicBezTo>
                  <a:cubicBezTo>
                    <a:pt x="8453" y="0"/>
                    <a:pt x="10891" y="2438"/>
                    <a:pt x="10891" y="5445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36E97FB4-1450-4E83-B4F9-0B263B6BB6CD}"/>
                </a:ext>
              </a:extLst>
            </p:cNvPr>
            <p:cNvSpPr/>
            <p:nvPr/>
          </p:nvSpPr>
          <p:spPr>
            <a:xfrm>
              <a:off x="4385469" y="4638866"/>
              <a:ext cx="7078" cy="7078"/>
            </a:xfrm>
            <a:custGeom>
              <a:avLst/>
              <a:gdLst>
                <a:gd name="connsiteX0" fmla="*/ 7079 w 7078"/>
                <a:gd name="connsiteY0" fmla="*/ 3540 h 7078"/>
                <a:gd name="connsiteX1" fmla="*/ 3540 w 7078"/>
                <a:gd name="connsiteY1" fmla="*/ 7079 h 7078"/>
                <a:gd name="connsiteX2" fmla="*/ 0 w 7078"/>
                <a:gd name="connsiteY2" fmla="*/ 3540 h 7078"/>
                <a:gd name="connsiteX3" fmla="*/ 3540 w 7078"/>
                <a:gd name="connsiteY3" fmla="*/ 0 h 7078"/>
                <a:gd name="connsiteX4" fmla="*/ 7079 w 7078"/>
                <a:gd name="connsiteY4" fmla="*/ 3540 h 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78" h="7078">
                  <a:moveTo>
                    <a:pt x="7079" y="3540"/>
                  </a:moveTo>
                  <a:cubicBezTo>
                    <a:pt x="7079" y="5494"/>
                    <a:pt x="5494" y="7079"/>
                    <a:pt x="3540" y="7079"/>
                  </a:cubicBezTo>
                  <a:cubicBezTo>
                    <a:pt x="1585" y="7079"/>
                    <a:pt x="0" y="5494"/>
                    <a:pt x="0" y="3540"/>
                  </a:cubicBezTo>
                  <a:cubicBezTo>
                    <a:pt x="0" y="1585"/>
                    <a:pt x="1585" y="0"/>
                    <a:pt x="3540" y="0"/>
                  </a:cubicBezTo>
                  <a:cubicBezTo>
                    <a:pt x="5494" y="0"/>
                    <a:pt x="7079" y="1585"/>
                    <a:pt x="7079" y="354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FC2DCAC0-DA41-40DC-A7F9-E41F4A40A2F2}"/>
                </a:ext>
              </a:extLst>
            </p:cNvPr>
            <p:cNvSpPr/>
            <p:nvPr/>
          </p:nvSpPr>
          <p:spPr>
            <a:xfrm>
              <a:off x="4464972" y="4648831"/>
              <a:ext cx="10781" cy="10781"/>
            </a:xfrm>
            <a:custGeom>
              <a:avLst/>
              <a:gdLst>
                <a:gd name="connsiteX0" fmla="*/ 10782 w 10781"/>
                <a:gd name="connsiteY0" fmla="*/ 5391 h 10781"/>
                <a:gd name="connsiteX1" fmla="*/ 5391 w 10781"/>
                <a:gd name="connsiteY1" fmla="*/ 10782 h 10781"/>
                <a:gd name="connsiteX2" fmla="*/ 0 w 10781"/>
                <a:gd name="connsiteY2" fmla="*/ 5391 h 10781"/>
                <a:gd name="connsiteX3" fmla="*/ 5391 w 10781"/>
                <a:gd name="connsiteY3" fmla="*/ 0 h 10781"/>
                <a:gd name="connsiteX4" fmla="*/ 10782 w 10781"/>
                <a:gd name="connsiteY4" fmla="*/ 5391 h 10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81" h="10781">
                  <a:moveTo>
                    <a:pt x="10782" y="5391"/>
                  </a:moveTo>
                  <a:cubicBezTo>
                    <a:pt x="10782" y="8368"/>
                    <a:pt x="8368" y="10782"/>
                    <a:pt x="5391" y="10782"/>
                  </a:cubicBezTo>
                  <a:cubicBezTo>
                    <a:pt x="2414" y="10782"/>
                    <a:pt x="0" y="8368"/>
                    <a:pt x="0" y="5391"/>
                  </a:cubicBezTo>
                  <a:cubicBezTo>
                    <a:pt x="0" y="2414"/>
                    <a:pt x="2414" y="0"/>
                    <a:pt x="5391" y="0"/>
                  </a:cubicBezTo>
                  <a:cubicBezTo>
                    <a:pt x="8368" y="0"/>
                    <a:pt x="10782" y="2414"/>
                    <a:pt x="10782" y="5391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17312464-862D-4C57-8F30-42FF1A9B9917}"/>
                </a:ext>
              </a:extLst>
            </p:cNvPr>
            <p:cNvSpPr/>
            <p:nvPr/>
          </p:nvSpPr>
          <p:spPr>
            <a:xfrm>
              <a:off x="4467912" y="4637014"/>
              <a:ext cx="7841" cy="7841"/>
            </a:xfrm>
            <a:custGeom>
              <a:avLst/>
              <a:gdLst>
                <a:gd name="connsiteX0" fmla="*/ 7841 w 7841"/>
                <a:gd name="connsiteY0" fmla="*/ 3921 h 7841"/>
                <a:gd name="connsiteX1" fmla="*/ 3921 w 7841"/>
                <a:gd name="connsiteY1" fmla="*/ 7841 h 7841"/>
                <a:gd name="connsiteX2" fmla="*/ 0 w 7841"/>
                <a:gd name="connsiteY2" fmla="*/ 3921 h 7841"/>
                <a:gd name="connsiteX3" fmla="*/ 3921 w 7841"/>
                <a:gd name="connsiteY3" fmla="*/ 0 h 7841"/>
                <a:gd name="connsiteX4" fmla="*/ 7841 w 7841"/>
                <a:gd name="connsiteY4" fmla="*/ 3921 h 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41" h="7841">
                  <a:moveTo>
                    <a:pt x="7841" y="3921"/>
                  </a:moveTo>
                  <a:cubicBezTo>
                    <a:pt x="7841" y="6086"/>
                    <a:pt x="6086" y="7841"/>
                    <a:pt x="3921" y="7841"/>
                  </a:cubicBezTo>
                  <a:cubicBezTo>
                    <a:pt x="1755" y="7841"/>
                    <a:pt x="0" y="6086"/>
                    <a:pt x="0" y="3921"/>
                  </a:cubicBezTo>
                  <a:cubicBezTo>
                    <a:pt x="0" y="1755"/>
                    <a:pt x="1755" y="0"/>
                    <a:pt x="3921" y="0"/>
                  </a:cubicBezTo>
                  <a:cubicBezTo>
                    <a:pt x="6086" y="0"/>
                    <a:pt x="7841" y="1755"/>
                    <a:pt x="7841" y="3921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960BE7E8-3295-415E-B083-706D9633EEC0}"/>
                </a:ext>
              </a:extLst>
            </p:cNvPr>
            <p:cNvSpPr/>
            <p:nvPr/>
          </p:nvSpPr>
          <p:spPr>
            <a:xfrm>
              <a:off x="4470308" y="4518087"/>
              <a:ext cx="9366" cy="9366"/>
            </a:xfrm>
            <a:custGeom>
              <a:avLst/>
              <a:gdLst>
                <a:gd name="connsiteX0" fmla="*/ 9366 w 9366"/>
                <a:gd name="connsiteY0" fmla="*/ 4683 h 9366"/>
                <a:gd name="connsiteX1" fmla="*/ 4683 w 9366"/>
                <a:gd name="connsiteY1" fmla="*/ 9366 h 9366"/>
                <a:gd name="connsiteX2" fmla="*/ 0 w 9366"/>
                <a:gd name="connsiteY2" fmla="*/ 4683 h 9366"/>
                <a:gd name="connsiteX3" fmla="*/ 4683 w 9366"/>
                <a:gd name="connsiteY3" fmla="*/ 0 h 9366"/>
                <a:gd name="connsiteX4" fmla="*/ 9366 w 9366"/>
                <a:gd name="connsiteY4" fmla="*/ 4683 h 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66" h="9366">
                  <a:moveTo>
                    <a:pt x="9366" y="4683"/>
                  </a:moveTo>
                  <a:cubicBezTo>
                    <a:pt x="9366" y="7269"/>
                    <a:pt x="7269" y="9366"/>
                    <a:pt x="4683" y="9366"/>
                  </a:cubicBezTo>
                  <a:cubicBezTo>
                    <a:pt x="2097" y="9366"/>
                    <a:pt x="0" y="7269"/>
                    <a:pt x="0" y="4683"/>
                  </a:cubicBezTo>
                  <a:cubicBezTo>
                    <a:pt x="0" y="2096"/>
                    <a:pt x="2097" y="0"/>
                    <a:pt x="4683" y="0"/>
                  </a:cubicBezTo>
                  <a:cubicBezTo>
                    <a:pt x="7270" y="0"/>
                    <a:pt x="9366" y="2096"/>
                    <a:pt x="9366" y="468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AF221057-4009-4FF5-AE60-2FBF27C3BE87}"/>
                </a:ext>
              </a:extLst>
            </p:cNvPr>
            <p:cNvSpPr/>
            <p:nvPr/>
          </p:nvSpPr>
          <p:spPr>
            <a:xfrm>
              <a:off x="4471833" y="4532626"/>
              <a:ext cx="5554" cy="5554"/>
            </a:xfrm>
            <a:custGeom>
              <a:avLst/>
              <a:gdLst>
                <a:gd name="connsiteX0" fmla="*/ 5554 w 5554"/>
                <a:gd name="connsiteY0" fmla="*/ 2777 h 5554"/>
                <a:gd name="connsiteX1" fmla="*/ 2777 w 5554"/>
                <a:gd name="connsiteY1" fmla="*/ 5554 h 5554"/>
                <a:gd name="connsiteX2" fmla="*/ 0 w 5554"/>
                <a:gd name="connsiteY2" fmla="*/ 2777 h 5554"/>
                <a:gd name="connsiteX3" fmla="*/ 2777 w 5554"/>
                <a:gd name="connsiteY3" fmla="*/ 0 h 5554"/>
                <a:gd name="connsiteX4" fmla="*/ 5554 w 5554"/>
                <a:gd name="connsiteY4" fmla="*/ 2777 h 5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4" h="5554">
                  <a:moveTo>
                    <a:pt x="5554" y="2777"/>
                  </a:moveTo>
                  <a:cubicBezTo>
                    <a:pt x="5554" y="4311"/>
                    <a:pt x="4311" y="5554"/>
                    <a:pt x="2777" y="5554"/>
                  </a:cubicBezTo>
                  <a:cubicBezTo>
                    <a:pt x="1243" y="5554"/>
                    <a:pt x="0" y="4311"/>
                    <a:pt x="0" y="2777"/>
                  </a:cubicBezTo>
                  <a:cubicBezTo>
                    <a:pt x="0" y="1243"/>
                    <a:pt x="1243" y="0"/>
                    <a:pt x="2777" y="0"/>
                  </a:cubicBezTo>
                  <a:cubicBezTo>
                    <a:pt x="4311" y="0"/>
                    <a:pt x="5554" y="1243"/>
                    <a:pt x="5554" y="277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ECEC5CFC-EBFA-41E6-BE56-FBB27C989923}"/>
                </a:ext>
              </a:extLst>
            </p:cNvPr>
            <p:cNvSpPr/>
            <p:nvPr/>
          </p:nvSpPr>
          <p:spPr>
            <a:xfrm>
              <a:off x="4186114" y="4874542"/>
              <a:ext cx="9583" cy="9583"/>
            </a:xfrm>
            <a:custGeom>
              <a:avLst/>
              <a:gdLst>
                <a:gd name="connsiteX0" fmla="*/ 9584 w 9583"/>
                <a:gd name="connsiteY0" fmla="*/ 4792 h 9583"/>
                <a:gd name="connsiteX1" fmla="*/ 4792 w 9583"/>
                <a:gd name="connsiteY1" fmla="*/ 9584 h 9583"/>
                <a:gd name="connsiteX2" fmla="*/ 0 w 9583"/>
                <a:gd name="connsiteY2" fmla="*/ 4792 h 9583"/>
                <a:gd name="connsiteX3" fmla="*/ 4792 w 9583"/>
                <a:gd name="connsiteY3" fmla="*/ 0 h 9583"/>
                <a:gd name="connsiteX4" fmla="*/ 9584 w 9583"/>
                <a:gd name="connsiteY4" fmla="*/ 4792 h 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83" h="9583">
                  <a:moveTo>
                    <a:pt x="9584" y="4792"/>
                  </a:moveTo>
                  <a:cubicBezTo>
                    <a:pt x="9584" y="7439"/>
                    <a:pt x="7439" y="9584"/>
                    <a:pt x="4792" y="9584"/>
                  </a:cubicBezTo>
                  <a:cubicBezTo>
                    <a:pt x="2145" y="9584"/>
                    <a:pt x="0" y="7439"/>
                    <a:pt x="0" y="4792"/>
                  </a:cubicBezTo>
                  <a:cubicBezTo>
                    <a:pt x="0" y="2145"/>
                    <a:pt x="2145" y="0"/>
                    <a:pt x="4792" y="0"/>
                  </a:cubicBezTo>
                  <a:cubicBezTo>
                    <a:pt x="7439" y="0"/>
                    <a:pt x="9584" y="2145"/>
                    <a:pt x="9584" y="4792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21146FCC-5FC5-49A5-9A95-D054F7EA81D5}"/>
                </a:ext>
              </a:extLst>
            </p:cNvPr>
            <p:cNvSpPr/>
            <p:nvPr/>
          </p:nvSpPr>
          <p:spPr>
            <a:xfrm>
              <a:off x="4197604" y="4870948"/>
              <a:ext cx="4791" cy="4791"/>
            </a:xfrm>
            <a:custGeom>
              <a:avLst/>
              <a:gdLst>
                <a:gd name="connsiteX0" fmla="*/ 4792 w 4791"/>
                <a:gd name="connsiteY0" fmla="*/ 2396 h 4791"/>
                <a:gd name="connsiteX1" fmla="*/ 2396 w 4791"/>
                <a:gd name="connsiteY1" fmla="*/ 4792 h 4791"/>
                <a:gd name="connsiteX2" fmla="*/ 0 w 4791"/>
                <a:gd name="connsiteY2" fmla="*/ 2396 h 4791"/>
                <a:gd name="connsiteX3" fmla="*/ 2396 w 4791"/>
                <a:gd name="connsiteY3" fmla="*/ 0 h 4791"/>
                <a:gd name="connsiteX4" fmla="*/ 4792 w 4791"/>
                <a:gd name="connsiteY4" fmla="*/ 2396 h 4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1" h="4791">
                  <a:moveTo>
                    <a:pt x="4792" y="2396"/>
                  </a:moveTo>
                  <a:cubicBezTo>
                    <a:pt x="4792" y="3719"/>
                    <a:pt x="3719" y="4792"/>
                    <a:pt x="2396" y="4792"/>
                  </a:cubicBezTo>
                  <a:cubicBezTo>
                    <a:pt x="1073" y="4792"/>
                    <a:pt x="0" y="3719"/>
                    <a:pt x="0" y="2396"/>
                  </a:cubicBezTo>
                  <a:cubicBezTo>
                    <a:pt x="0" y="1073"/>
                    <a:pt x="1073" y="0"/>
                    <a:pt x="2396" y="0"/>
                  </a:cubicBezTo>
                  <a:cubicBezTo>
                    <a:pt x="3719" y="0"/>
                    <a:pt x="4792" y="1073"/>
                    <a:pt x="4792" y="2396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00169136-8AAA-4294-96C7-16B3B0971B6E}"/>
                </a:ext>
              </a:extLst>
            </p:cNvPr>
            <p:cNvSpPr/>
            <p:nvPr/>
          </p:nvSpPr>
          <p:spPr>
            <a:xfrm>
              <a:off x="4279557" y="4841488"/>
              <a:ext cx="9366" cy="9366"/>
            </a:xfrm>
            <a:custGeom>
              <a:avLst/>
              <a:gdLst>
                <a:gd name="connsiteX0" fmla="*/ 9366 w 9366"/>
                <a:gd name="connsiteY0" fmla="*/ 4683 h 9366"/>
                <a:gd name="connsiteX1" fmla="*/ 4683 w 9366"/>
                <a:gd name="connsiteY1" fmla="*/ 9366 h 9366"/>
                <a:gd name="connsiteX2" fmla="*/ 0 w 9366"/>
                <a:gd name="connsiteY2" fmla="*/ 4683 h 9366"/>
                <a:gd name="connsiteX3" fmla="*/ 4683 w 9366"/>
                <a:gd name="connsiteY3" fmla="*/ 0 h 9366"/>
                <a:gd name="connsiteX4" fmla="*/ 9366 w 9366"/>
                <a:gd name="connsiteY4" fmla="*/ 4683 h 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66" h="9366">
                  <a:moveTo>
                    <a:pt x="9366" y="4683"/>
                  </a:moveTo>
                  <a:cubicBezTo>
                    <a:pt x="9366" y="7269"/>
                    <a:pt x="7269" y="9366"/>
                    <a:pt x="4683" y="9366"/>
                  </a:cubicBezTo>
                  <a:cubicBezTo>
                    <a:pt x="2097" y="9366"/>
                    <a:pt x="0" y="7269"/>
                    <a:pt x="0" y="4683"/>
                  </a:cubicBezTo>
                  <a:cubicBezTo>
                    <a:pt x="0" y="2097"/>
                    <a:pt x="2097" y="0"/>
                    <a:pt x="4683" y="0"/>
                  </a:cubicBezTo>
                  <a:cubicBezTo>
                    <a:pt x="7270" y="0"/>
                    <a:pt x="9366" y="2097"/>
                    <a:pt x="9366" y="468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1C4B18B0-3DDC-4334-B426-09716A4B30A3}"/>
                </a:ext>
              </a:extLst>
            </p:cNvPr>
            <p:cNvSpPr/>
            <p:nvPr/>
          </p:nvSpPr>
          <p:spPr>
            <a:xfrm>
              <a:off x="4288923" y="4836805"/>
              <a:ext cx="4683" cy="4683"/>
            </a:xfrm>
            <a:custGeom>
              <a:avLst/>
              <a:gdLst>
                <a:gd name="connsiteX0" fmla="*/ 4683 w 4683"/>
                <a:gd name="connsiteY0" fmla="*/ 2342 h 4683"/>
                <a:gd name="connsiteX1" fmla="*/ 2342 w 4683"/>
                <a:gd name="connsiteY1" fmla="*/ 4683 h 4683"/>
                <a:gd name="connsiteX2" fmla="*/ 0 w 4683"/>
                <a:gd name="connsiteY2" fmla="*/ 2342 h 4683"/>
                <a:gd name="connsiteX3" fmla="*/ 2342 w 4683"/>
                <a:gd name="connsiteY3" fmla="*/ 0 h 4683"/>
                <a:gd name="connsiteX4" fmla="*/ 4683 w 4683"/>
                <a:gd name="connsiteY4" fmla="*/ 2342 h 4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3" h="4683">
                  <a:moveTo>
                    <a:pt x="4683" y="2342"/>
                  </a:moveTo>
                  <a:cubicBezTo>
                    <a:pt x="4683" y="3635"/>
                    <a:pt x="3635" y="4683"/>
                    <a:pt x="2342" y="4683"/>
                  </a:cubicBezTo>
                  <a:cubicBezTo>
                    <a:pt x="1048" y="4683"/>
                    <a:pt x="0" y="3635"/>
                    <a:pt x="0" y="2342"/>
                  </a:cubicBezTo>
                  <a:cubicBezTo>
                    <a:pt x="0" y="1048"/>
                    <a:pt x="1048" y="0"/>
                    <a:pt x="2342" y="0"/>
                  </a:cubicBezTo>
                  <a:cubicBezTo>
                    <a:pt x="3635" y="0"/>
                    <a:pt x="4683" y="1048"/>
                    <a:pt x="4683" y="2342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371C9DB2-3F13-4D14-A1AD-3047A3EC7F05}"/>
                </a:ext>
              </a:extLst>
            </p:cNvPr>
            <p:cNvSpPr/>
            <p:nvPr/>
          </p:nvSpPr>
          <p:spPr>
            <a:xfrm>
              <a:off x="4391241" y="5048685"/>
              <a:ext cx="9583" cy="9583"/>
            </a:xfrm>
            <a:custGeom>
              <a:avLst/>
              <a:gdLst>
                <a:gd name="connsiteX0" fmla="*/ 9584 w 9583"/>
                <a:gd name="connsiteY0" fmla="*/ 4792 h 9583"/>
                <a:gd name="connsiteX1" fmla="*/ 4792 w 9583"/>
                <a:gd name="connsiteY1" fmla="*/ 9584 h 9583"/>
                <a:gd name="connsiteX2" fmla="*/ 0 w 9583"/>
                <a:gd name="connsiteY2" fmla="*/ 4792 h 9583"/>
                <a:gd name="connsiteX3" fmla="*/ 4792 w 9583"/>
                <a:gd name="connsiteY3" fmla="*/ 0 h 9583"/>
                <a:gd name="connsiteX4" fmla="*/ 9584 w 9583"/>
                <a:gd name="connsiteY4" fmla="*/ 4792 h 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83" h="9583">
                  <a:moveTo>
                    <a:pt x="9584" y="4792"/>
                  </a:moveTo>
                  <a:cubicBezTo>
                    <a:pt x="9584" y="7439"/>
                    <a:pt x="7438" y="9584"/>
                    <a:pt x="4792" y="9584"/>
                  </a:cubicBezTo>
                  <a:cubicBezTo>
                    <a:pt x="2145" y="9584"/>
                    <a:pt x="0" y="7439"/>
                    <a:pt x="0" y="4792"/>
                  </a:cubicBezTo>
                  <a:cubicBezTo>
                    <a:pt x="0" y="2145"/>
                    <a:pt x="2145" y="0"/>
                    <a:pt x="4792" y="0"/>
                  </a:cubicBezTo>
                  <a:cubicBezTo>
                    <a:pt x="7438" y="0"/>
                    <a:pt x="9584" y="2145"/>
                    <a:pt x="9584" y="4792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E8F623FD-F7B3-461F-AC34-4B874CBD02DF}"/>
                </a:ext>
              </a:extLst>
            </p:cNvPr>
            <p:cNvSpPr/>
            <p:nvPr/>
          </p:nvSpPr>
          <p:spPr>
            <a:xfrm>
              <a:off x="4407251" y="5047814"/>
              <a:ext cx="7405" cy="7405"/>
            </a:xfrm>
            <a:custGeom>
              <a:avLst/>
              <a:gdLst>
                <a:gd name="connsiteX0" fmla="*/ 7406 w 7405"/>
                <a:gd name="connsiteY0" fmla="*/ 3703 h 7405"/>
                <a:gd name="connsiteX1" fmla="*/ 3703 w 7405"/>
                <a:gd name="connsiteY1" fmla="*/ 7406 h 7405"/>
                <a:gd name="connsiteX2" fmla="*/ 0 w 7405"/>
                <a:gd name="connsiteY2" fmla="*/ 3703 h 7405"/>
                <a:gd name="connsiteX3" fmla="*/ 3703 w 7405"/>
                <a:gd name="connsiteY3" fmla="*/ 0 h 7405"/>
                <a:gd name="connsiteX4" fmla="*/ 7406 w 7405"/>
                <a:gd name="connsiteY4" fmla="*/ 3703 h 7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05" h="7405">
                  <a:moveTo>
                    <a:pt x="7406" y="3703"/>
                  </a:moveTo>
                  <a:cubicBezTo>
                    <a:pt x="7406" y="5748"/>
                    <a:pt x="5748" y="7406"/>
                    <a:pt x="3703" y="7406"/>
                  </a:cubicBezTo>
                  <a:cubicBezTo>
                    <a:pt x="1658" y="7406"/>
                    <a:pt x="0" y="5748"/>
                    <a:pt x="0" y="3703"/>
                  </a:cubicBezTo>
                  <a:cubicBezTo>
                    <a:pt x="0" y="1658"/>
                    <a:pt x="1658" y="0"/>
                    <a:pt x="3703" y="0"/>
                  </a:cubicBezTo>
                  <a:cubicBezTo>
                    <a:pt x="5748" y="0"/>
                    <a:pt x="7406" y="1658"/>
                    <a:pt x="7406" y="370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C001FCE9-A813-4DDD-9061-E5403B2BEFCD}"/>
                </a:ext>
              </a:extLst>
            </p:cNvPr>
            <p:cNvSpPr/>
            <p:nvPr/>
          </p:nvSpPr>
          <p:spPr>
            <a:xfrm>
              <a:off x="4495085" y="5058269"/>
              <a:ext cx="8821" cy="8821"/>
            </a:xfrm>
            <a:custGeom>
              <a:avLst/>
              <a:gdLst>
                <a:gd name="connsiteX0" fmla="*/ 8821 w 8821"/>
                <a:gd name="connsiteY0" fmla="*/ 4411 h 8821"/>
                <a:gd name="connsiteX1" fmla="*/ 4411 w 8821"/>
                <a:gd name="connsiteY1" fmla="*/ 8822 h 8821"/>
                <a:gd name="connsiteX2" fmla="*/ 0 w 8821"/>
                <a:gd name="connsiteY2" fmla="*/ 4411 h 8821"/>
                <a:gd name="connsiteX3" fmla="*/ 4411 w 8821"/>
                <a:gd name="connsiteY3" fmla="*/ 0 h 8821"/>
                <a:gd name="connsiteX4" fmla="*/ 8821 w 8821"/>
                <a:gd name="connsiteY4" fmla="*/ 4411 h 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21" h="8821">
                  <a:moveTo>
                    <a:pt x="8821" y="4411"/>
                  </a:moveTo>
                  <a:cubicBezTo>
                    <a:pt x="8821" y="6847"/>
                    <a:pt x="6847" y="8822"/>
                    <a:pt x="4411" y="8822"/>
                  </a:cubicBezTo>
                  <a:cubicBezTo>
                    <a:pt x="1975" y="8822"/>
                    <a:pt x="0" y="6847"/>
                    <a:pt x="0" y="4411"/>
                  </a:cubicBezTo>
                  <a:cubicBezTo>
                    <a:pt x="0" y="1975"/>
                    <a:pt x="1975" y="0"/>
                    <a:pt x="4411" y="0"/>
                  </a:cubicBezTo>
                  <a:cubicBezTo>
                    <a:pt x="6847" y="0"/>
                    <a:pt x="8821" y="1975"/>
                    <a:pt x="8821" y="4411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5C1D1443-751D-4EDA-BAE0-09DA4C93743F}"/>
                </a:ext>
              </a:extLst>
            </p:cNvPr>
            <p:cNvSpPr/>
            <p:nvPr/>
          </p:nvSpPr>
          <p:spPr>
            <a:xfrm>
              <a:off x="4510985" y="5055165"/>
              <a:ext cx="8603" cy="8603"/>
            </a:xfrm>
            <a:custGeom>
              <a:avLst/>
              <a:gdLst>
                <a:gd name="connsiteX0" fmla="*/ 8604 w 8603"/>
                <a:gd name="connsiteY0" fmla="*/ 4302 h 8603"/>
                <a:gd name="connsiteX1" fmla="*/ 4302 w 8603"/>
                <a:gd name="connsiteY1" fmla="*/ 8603 h 8603"/>
                <a:gd name="connsiteX2" fmla="*/ 0 w 8603"/>
                <a:gd name="connsiteY2" fmla="*/ 4302 h 8603"/>
                <a:gd name="connsiteX3" fmla="*/ 4302 w 8603"/>
                <a:gd name="connsiteY3" fmla="*/ 0 h 8603"/>
                <a:gd name="connsiteX4" fmla="*/ 8604 w 8603"/>
                <a:gd name="connsiteY4" fmla="*/ 4302 h 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03" h="8603">
                  <a:moveTo>
                    <a:pt x="8604" y="4302"/>
                  </a:moveTo>
                  <a:cubicBezTo>
                    <a:pt x="8604" y="6677"/>
                    <a:pt x="6678" y="8603"/>
                    <a:pt x="4302" y="8603"/>
                  </a:cubicBezTo>
                  <a:cubicBezTo>
                    <a:pt x="1926" y="8603"/>
                    <a:pt x="0" y="6677"/>
                    <a:pt x="0" y="4302"/>
                  </a:cubicBezTo>
                  <a:cubicBezTo>
                    <a:pt x="0" y="1926"/>
                    <a:pt x="1926" y="0"/>
                    <a:pt x="4302" y="0"/>
                  </a:cubicBezTo>
                  <a:cubicBezTo>
                    <a:pt x="6678" y="0"/>
                    <a:pt x="8604" y="1926"/>
                    <a:pt x="8604" y="4302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EE43B472-1887-43F8-B35C-425C5D095EB9}"/>
                </a:ext>
              </a:extLst>
            </p:cNvPr>
            <p:cNvSpPr/>
            <p:nvPr/>
          </p:nvSpPr>
          <p:spPr>
            <a:xfrm>
              <a:off x="4590433" y="5050482"/>
              <a:ext cx="9039" cy="9039"/>
            </a:xfrm>
            <a:custGeom>
              <a:avLst/>
              <a:gdLst>
                <a:gd name="connsiteX0" fmla="*/ 9039 w 9039"/>
                <a:gd name="connsiteY0" fmla="*/ 4520 h 9039"/>
                <a:gd name="connsiteX1" fmla="*/ 4520 w 9039"/>
                <a:gd name="connsiteY1" fmla="*/ 9040 h 9039"/>
                <a:gd name="connsiteX2" fmla="*/ 0 w 9039"/>
                <a:gd name="connsiteY2" fmla="*/ 4520 h 9039"/>
                <a:gd name="connsiteX3" fmla="*/ 4520 w 9039"/>
                <a:gd name="connsiteY3" fmla="*/ 0 h 9039"/>
                <a:gd name="connsiteX4" fmla="*/ 9039 w 9039"/>
                <a:gd name="connsiteY4" fmla="*/ 4520 h 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39" h="9039">
                  <a:moveTo>
                    <a:pt x="9039" y="4520"/>
                  </a:moveTo>
                  <a:cubicBezTo>
                    <a:pt x="9039" y="7016"/>
                    <a:pt x="7016" y="9040"/>
                    <a:pt x="4520" y="9040"/>
                  </a:cubicBezTo>
                  <a:cubicBezTo>
                    <a:pt x="2024" y="9040"/>
                    <a:pt x="0" y="7016"/>
                    <a:pt x="0" y="4520"/>
                  </a:cubicBezTo>
                  <a:cubicBezTo>
                    <a:pt x="0" y="2024"/>
                    <a:pt x="2024" y="0"/>
                    <a:pt x="4520" y="0"/>
                  </a:cubicBezTo>
                  <a:cubicBezTo>
                    <a:pt x="7016" y="0"/>
                    <a:pt x="9039" y="2023"/>
                    <a:pt x="9039" y="452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AD032997-49C2-4E74-930B-931D6620F3AB}"/>
                </a:ext>
              </a:extLst>
            </p:cNvPr>
            <p:cNvSpPr/>
            <p:nvPr/>
          </p:nvSpPr>
          <p:spPr>
            <a:xfrm>
              <a:off x="4604809" y="5045799"/>
              <a:ext cx="9366" cy="9366"/>
            </a:xfrm>
            <a:custGeom>
              <a:avLst/>
              <a:gdLst>
                <a:gd name="connsiteX0" fmla="*/ 9366 w 9366"/>
                <a:gd name="connsiteY0" fmla="*/ 4683 h 9366"/>
                <a:gd name="connsiteX1" fmla="*/ 4683 w 9366"/>
                <a:gd name="connsiteY1" fmla="*/ 9366 h 9366"/>
                <a:gd name="connsiteX2" fmla="*/ 0 w 9366"/>
                <a:gd name="connsiteY2" fmla="*/ 4683 h 9366"/>
                <a:gd name="connsiteX3" fmla="*/ 4683 w 9366"/>
                <a:gd name="connsiteY3" fmla="*/ 0 h 9366"/>
                <a:gd name="connsiteX4" fmla="*/ 9366 w 9366"/>
                <a:gd name="connsiteY4" fmla="*/ 4683 h 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66" h="9366">
                  <a:moveTo>
                    <a:pt x="9366" y="4683"/>
                  </a:moveTo>
                  <a:cubicBezTo>
                    <a:pt x="9366" y="7270"/>
                    <a:pt x="7269" y="9366"/>
                    <a:pt x="4683" y="9366"/>
                  </a:cubicBezTo>
                  <a:cubicBezTo>
                    <a:pt x="2097" y="9366"/>
                    <a:pt x="0" y="7270"/>
                    <a:pt x="0" y="4683"/>
                  </a:cubicBezTo>
                  <a:cubicBezTo>
                    <a:pt x="0" y="2097"/>
                    <a:pt x="2097" y="0"/>
                    <a:pt x="4683" y="0"/>
                  </a:cubicBezTo>
                  <a:cubicBezTo>
                    <a:pt x="7269" y="0"/>
                    <a:pt x="9366" y="2097"/>
                    <a:pt x="9366" y="468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D9E53BEB-B29D-4D0B-B317-691B368016AF}"/>
                </a:ext>
              </a:extLst>
            </p:cNvPr>
            <p:cNvSpPr/>
            <p:nvPr/>
          </p:nvSpPr>
          <p:spPr>
            <a:xfrm>
              <a:off x="4680337" y="5018518"/>
              <a:ext cx="11108" cy="11108"/>
            </a:xfrm>
            <a:custGeom>
              <a:avLst/>
              <a:gdLst>
                <a:gd name="connsiteX0" fmla="*/ 11109 w 11108"/>
                <a:gd name="connsiteY0" fmla="*/ 5554 h 11108"/>
                <a:gd name="connsiteX1" fmla="*/ 5554 w 11108"/>
                <a:gd name="connsiteY1" fmla="*/ 11109 h 11108"/>
                <a:gd name="connsiteX2" fmla="*/ 0 w 11108"/>
                <a:gd name="connsiteY2" fmla="*/ 5554 h 11108"/>
                <a:gd name="connsiteX3" fmla="*/ 5554 w 11108"/>
                <a:gd name="connsiteY3" fmla="*/ 0 h 11108"/>
                <a:gd name="connsiteX4" fmla="*/ 11109 w 11108"/>
                <a:gd name="connsiteY4" fmla="*/ 5554 h 11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08" h="11108">
                  <a:moveTo>
                    <a:pt x="11109" y="5554"/>
                  </a:moveTo>
                  <a:cubicBezTo>
                    <a:pt x="11109" y="8622"/>
                    <a:pt x="8622" y="11109"/>
                    <a:pt x="5554" y="11109"/>
                  </a:cubicBezTo>
                  <a:cubicBezTo>
                    <a:pt x="2487" y="11109"/>
                    <a:pt x="0" y="8622"/>
                    <a:pt x="0" y="5554"/>
                  </a:cubicBezTo>
                  <a:cubicBezTo>
                    <a:pt x="0" y="2486"/>
                    <a:pt x="2487" y="0"/>
                    <a:pt x="5554" y="0"/>
                  </a:cubicBezTo>
                  <a:cubicBezTo>
                    <a:pt x="8622" y="0"/>
                    <a:pt x="11109" y="2486"/>
                    <a:pt x="11109" y="5554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D8D36DAB-96FD-4BA5-96B6-9B480F530BAB}"/>
                </a:ext>
              </a:extLst>
            </p:cNvPr>
            <p:cNvSpPr/>
            <p:nvPr/>
          </p:nvSpPr>
          <p:spPr>
            <a:xfrm>
              <a:off x="4693896" y="5015196"/>
              <a:ext cx="7841" cy="7841"/>
            </a:xfrm>
            <a:custGeom>
              <a:avLst/>
              <a:gdLst>
                <a:gd name="connsiteX0" fmla="*/ 7841 w 7841"/>
                <a:gd name="connsiteY0" fmla="*/ 3921 h 7841"/>
                <a:gd name="connsiteX1" fmla="*/ 3921 w 7841"/>
                <a:gd name="connsiteY1" fmla="*/ 7841 h 7841"/>
                <a:gd name="connsiteX2" fmla="*/ 0 w 7841"/>
                <a:gd name="connsiteY2" fmla="*/ 3921 h 7841"/>
                <a:gd name="connsiteX3" fmla="*/ 3921 w 7841"/>
                <a:gd name="connsiteY3" fmla="*/ 0 h 7841"/>
                <a:gd name="connsiteX4" fmla="*/ 7841 w 7841"/>
                <a:gd name="connsiteY4" fmla="*/ 3921 h 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41" h="7841">
                  <a:moveTo>
                    <a:pt x="7841" y="3921"/>
                  </a:moveTo>
                  <a:cubicBezTo>
                    <a:pt x="7841" y="6086"/>
                    <a:pt x="6086" y="7841"/>
                    <a:pt x="3921" y="7841"/>
                  </a:cubicBezTo>
                  <a:cubicBezTo>
                    <a:pt x="1755" y="7841"/>
                    <a:pt x="0" y="6086"/>
                    <a:pt x="0" y="3921"/>
                  </a:cubicBezTo>
                  <a:cubicBezTo>
                    <a:pt x="0" y="1755"/>
                    <a:pt x="1755" y="0"/>
                    <a:pt x="3921" y="0"/>
                  </a:cubicBezTo>
                  <a:cubicBezTo>
                    <a:pt x="6086" y="0"/>
                    <a:pt x="7841" y="1755"/>
                    <a:pt x="7841" y="3921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8BA34DB4-5AEA-4A13-B4A3-4D2E59E4962B}"/>
                </a:ext>
              </a:extLst>
            </p:cNvPr>
            <p:cNvSpPr/>
            <p:nvPr/>
          </p:nvSpPr>
          <p:spPr>
            <a:xfrm>
              <a:off x="4758804" y="4968692"/>
              <a:ext cx="11217" cy="11217"/>
            </a:xfrm>
            <a:custGeom>
              <a:avLst/>
              <a:gdLst>
                <a:gd name="connsiteX0" fmla="*/ 11217 w 11217"/>
                <a:gd name="connsiteY0" fmla="*/ 5609 h 11217"/>
                <a:gd name="connsiteX1" fmla="*/ 5609 w 11217"/>
                <a:gd name="connsiteY1" fmla="*/ 11218 h 11217"/>
                <a:gd name="connsiteX2" fmla="*/ 0 w 11217"/>
                <a:gd name="connsiteY2" fmla="*/ 5609 h 11217"/>
                <a:gd name="connsiteX3" fmla="*/ 5609 w 11217"/>
                <a:gd name="connsiteY3" fmla="*/ 0 h 11217"/>
                <a:gd name="connsiteX4" fmla="*/ 11217 w 11217"/>
                <a:gd name="connsiteY4" fmla="*/ 5609 h 11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17" h="11217">
                  <a:moveTo>
                    <a:pt x="11217" y="5609"/>
                  </a:moveTo>
                  <a:cubicBezTo>
                    <a:pt x="11217" y="8706"/>
                    <a:pt x="8706" y="11218"/>
                    <a:pt x="5609" y="11218"/>
                  </a:cubicBezTo>
                  <a:cubicBezTo>
                    <a:pt x="2511" y="11218"/>
                    <a:pt x="0" y="8707"/>
                    <a:pt x="0" y="5609"/>
                  </a:cubicBezTo>
                  <a:cubicBezTo>
                    <a:pt x="0" y="2511"/>
                    <a:pt x="2511" y="0"/>
                    <a:pt x="5609" y="0"/>
                  </a:cubicBezTo>
                  <a:cubicBezTo>
                    <a:pt x="8706" y="0"/>
                    <a:pt x="11217" y="2511"/>
                    <a:pt x="11217" y="5609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8C10CC3F-13B2-4B9A-AE4A-DD1C1CFE1650}"/>
                </a:ext>
              </a:extLst>
            </p:cNvPr>
            <p:cNvSpPr/>
            <p:nvPr/>
          </p:nvSpPr>
          <p:spPr>
            <a:xfrm>
              <a:off x="4770022" y="4960742"/>
              <a:ext cx="7950" cy="7950"/>
            </a:xfrm>
            <a:custGeom>
              <a:avLst/>
              <a:gdLst>
                <a:gd name="connsiteX0" fmla="*/ 7950 w 7950"/>
                <a:gd name="connsiteY0" fmla="*/ 3975 h 7950"/>
                <a:gd name="connsiteX1" fmla="*/ 3975 w 7950"/>
                <a:gd name="connsiteY1" fmla="*/ 7950 h 7950"/>
                <a:gd name="connsiteX2" fmla="*/ 0 w 7950"/>
                <a:gd name="connsiteY2" fmla="*/ 3975 h 7950"/>
                <a:gd name="connsiteX3" fmla="*/ 3975 w 7950"/>
                <a:gd name="connsiteY3" fmla="*/ 0 h 7950"/>
                <a:gd name="connsiteX4" fmla="*/ 7950 w 7950"/>
                <a:gd name="connsiteY4" fmla="*/ 3975 h 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50" h="7950">
                  <a:moveTo>
                    <a:pt x="7950" y="3975"/>
                  </a:moveTo>
                  <a:cubicBezTo>
                    <a:pt x="7950" y="6171"/>
                    <a:pt x="6171" y="7950"/>
                    <a:pt x="3975" y="7950"/>
                  </a:cubicBezTo>
                  <a:cubicBezTo>
                    <a:pt x="1780" y="7950"/>
                    <a:pt x="0" y="6170"/>
                    <a:pt x="0" y="3975"/>
                  </a:cubicBezTo>
                  <a:cubicBezTo>
                    <a:pt x="0" y="1780"/>
                    <a:pt x="1780" y="0"/>
                    <a:pt x="3975" y="0"/>
                  </a:cubicBezTo>
                  <a:cubicBezTo>
                    <a:pt x="6171" y="0"/>
                    <a:pt x="7950" y="1780"/>
                    <a:pt x="7950" y="3975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43B8A8EA-4A34-4903-9D38-D7CBF5300C7D}"/>
                </a:ext>
              </a:extLst>
            </p:cNvPr>
            <p:cNvSpPr/>
            <p:nvPr/>
          </p:nvSpPr>
          <p:spPr>
            <a:xfrm>
              <a:off x="4739473" y="4841488"/>
              <a:ext cx="9366" cy="9366"/>
            </a:xfrm>
            <a:custGeom>
              <a:avLst/>
              <a:gdLst>
                <a:gd name="connsiteX0" fmla="*/ 9366 w 9366"/>
                <a:gd name="connsiteY0" fmla="*/ 4683 h 9366"/>
                <a:gd name="connsiteX1" fmla="*/ 4683 w 9366"/>
                <a:gd name="connsiteY1" fmla="*/ 9366 h 9366"/>
                <a:gd name="connsiteX2" fmla="*/ 0 w 9366"/>
                <a:gd name="connsiteY2" fmla="*/ 4683 h 9366"/>
                <a:gd name="connsiteX3" fmla="*/ 4683 w 9366"/>
                <a:gd name="connsiteY3" fmla="*/ 0 h 9366"/>
                <a:gd name="connsiteX4" fmla="*/ 9366 w 9366"/>
                <a:gd name="connsiteY4" fmla="*/ 4683 h 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66" h="9366">
                  <a:moveTo>
                    <a:pt x="9366" y="4683"/>
                  </a:moveTo>
                  <a:cubicBezTo>
                    <a:pt x="9366" y="7269"/>
                    <a:pt x="7269" y="9366"/>
                    <a:pt x="4683" y="9366"/>
                  </a:cubicBezTo>
                  <a:cubicBezTo>
                    <a:pt x="2097" y="9366"/>
                    <a:pt x="0" y="7269"/>
                    <a:pt x="0" y="4683"/>
                  </a:cubicBezTo>
                  <a:cubicBezTo>
                    <a:pt x="0" y="2097"/>
                    <a:pt x="2097" y="0"/>
                    <a:pt x="4683" y="0"/>
                  </a:cubicBezTo>
                  <a:cubicBezTo>
                    <a:pt x="7270" y="0"/>
                    <a:pt x="9366" y="2097"/>
                    <a:pt x="9366" y="468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9AE5E553-895D-4201-8AF0-F5379DAA95F4}"/>
                </a:ext>
              </a:extLst>
            </p:cNvPr>
            <p:cNvSpPr/>
            <p:nvPr/>
          </p:nvSpPr>
          <p:spPr>
            <a:xfrm>
              <a:off x="4754394" y="4846226"/>
              <a:ext cx="7841" cy="7841"/>
            </a:xfrm>
            <a:custGeom>
              <a:avLst/>
              <a:gdLst>
                <a:gd name="connsiteX0" fmla="*/ 7841 w 7841"/>
                <a:gd name="connsiteY0" fmla="*/ 3921 h 7841"/>
                <a:gd name="connsiteX1" fmla="*/ 3921 w 7841"/>
                <a:gd name="connsiteY1" fmla="*/ 7841 h 7841"/>
                <a:gd name="connsiteX2" fmla="*/ 0 w 7841"/>
                <a:gd name="connsiteY2" fmla="*/ 3921 h 7841"/>
                <a:gd name="connsiteX3" fmla="*/ 3921 w 7841"/>
                <a:gd name="connsiteY3" fmla="*/ 0 h 7841"/>
                <a:gd name="connsiteX4" fmla="*/ 7841 w 7841"/>
                <a:gd name="connsiteY4" fmla="*/ 3921 h 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41" h="7841">
                  <a:moveTo>
                    <a:pt x="7841" y="3921"/>
                  </a:moveTo>
                  <a:cubicBezTo>
                    <a:pt x="7841" y="6086"/>
                    <a:pt x="6086" y="7841"/>
                    <a:pt x="3921" y="7841"/>
                  </a:cubicBezTo>
                  <a:cubicBezTo>
                    <a:pt x="1755" y="7841"/>
                    <a:pt x="0" y="6086"/>
                    <a:pt x="0" y="3921"/>
                  </a:cubicBezTo>
                  <a:cubicBezTo>
                    <a:pt x="0" y="1755"/>
                    <a:pt x="1755" y="0"/>
                    <a:pt x="3921" y="0"/>
                  </a:cubicBezTo>
                  <a:cubicBezTo>
                    <a:pt x="6086" y="0"/>
                    <a:pt x="7841" y="1755"/>
                    <a:pt x="7841" y="3921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86D95134-C1E0-4030-8E0E-944F51319DBB}"/>
                </a:ext>
              </a:extLst>
            </p:cNvPr>
            <p:cNvSpPr/>
            <p:nvPr/>
          </p:nvSpPr>
          <p:spPr>
            <a:xfrm>
              <a:off x="4818704" y="4890388"/>
              <a:ext cx="11979" cy="11979"/>
            </a:xfrm>
            <a:custGeom>
              <a:avLst/>
              <a:gdLst>
                <a:gd name="connsiteX0" fmla="*/ 11980 w 11979"/>
                <a:gd name="connsiteY0" fmla="*/ 5990 h 11979"/>
                <a:gd name="connsiteX1" fmla="*/ 5990 w 11979"/>
                <a:gd name="connsiteY1" fmla="*/ 11980 h 11979"/>
                <a:gd name="connsiteX2" fmla="*/ 0 w 11979"/>
                <a:gd name="connsiteY2" fmla="*/ 5990 h 11979"/>
                <a:gd name="connsiteX3" fmla="*/ 5990 w 11979"/>
                <a:gd name="connsiteY3" fmla="*/ 0 h 11979"/>
                <a:gd name="connsiteX4" fmla="*/ 11980 w 11979"/>
                <a:gd name="connsiteY4" fmla="*/ 5990 h 11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79" h="11979">
                  <a:moveTo>
                    <a:pt x="11980" y="5990"/>
                  </a:moveTo>
                  <a:cubicBezTo>
                    <a:pt x="11980" y="9298"/>
                    <a:pt x="9298" y="11980"/>
                    <a:pt x="5990" y="11980"/>
                  </a:cubicBezTo>
                  <a:cubicBezTo>
                    <a:pt x="2682" y="11980"/>
                    <a:pt x="0" y="9298"/>
                    <a:pt x="0" y="5990"/>
                  </a:cubicBezTo>
                  <a:cubicBezTo>
                    <a:pt x="0" y="2682"/>
                    <a:pt x="2682" y="0"/>
                    <a:pt x="5990" y="0"/>
                  </a:cubicBezTo>
                  <a:cubicBezTo>
                    <a:pt x="9298" y="0"/>
                    <a:pt x="11980" y="2682"/>
                    <a:pt x="11980" y="599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8ED122FA-F520-45F4-BAFE-A72A79D75D98}"/>
                </a:ext>
              </a:extLst>
            </p:cNvPr>
            <p:cNvSpPr/>
            <p:nvPr/>
          </p:nvSpPr>
          <p:spPr>
            <a:xfrm>
              <a:off x="4830683" y="4879334"/>
              <a:ext cx="5881" cy="5881"/>
            </a:xfrm>
            <a:custGeom>
              <a:avLst/>
              <a:gdLst>
                <a:gd name="connsiteX0" fmla="*/ 5881 w 5881"/>
                <a:gd name="connsiteY0" fmla="*/ 2940 h 5881"/>
                <a:gd name="connsiteX1" fmla="*/ 2940 w 5881"/>
                <a:gd name="connsiteY1" fmla="*/ 5881 h 5881"/>
                <a:gd name="connsiteX2" fmla="*/ 0 w 5881"/>
                <a:gd name="connsiteY2" fmla="*/ 2940 h 5881"/>
                <a:gd name="connsiteX3" fmla="*/ 2940 w 5881"/>
                <a:gd name="connsiteY3" fmla="*/ 0 h 5881"/>
                <a:gd name="connsiteX4" fmla="*/ 5881 w 5881"/>
                <a:gd name="connsiteY4" fmla="*/ 2940 h 5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81" h="5881">
                  <a:moveTo>
                    <a:pt x="5881" y="2940"/>
                  </a:moveTo>
                  <a:cubicBezTo>
                    <a:pt x="5881" y="4564"/>
                    <a:pt x="4564" y="5881"/>
                    <a:pt x="2940" y="5881"/>
                  </a:cubicBezTo>
                  <a:cubicBezTo>
                    <a:pt x="1316" y="5881"/>
                    <a:pt x="0" y="4564"/>
                    <a:pt x="0" y="2940"/>
                  </a:cubicBezTo>
                  <a:cubicBezTo>
                    <a:pt x="0" y="1317"/>
                    <a:pt x="1316" y="0"/>
                    <a:pt x="2940" y="0"/>
                  </a:cubicBezTo>
                  <a:cubicBezTo>
                    <a:pt x="4564" y="0"/>
                    <a:pt x="5881" y="1317"/>
                    <a:pt x="5881" y="294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A3B1D03B-5771-4EE7-9F8D-CB6E5A2C8BD3}"/>
                </a:ext>
              </a:extLst>
            </p:cNvPr>
            <p:cNvSpPr/>
            <p:nvPr/>
          </p:nvSpPr>
          <p:spPr>
            <a:xfrm>
              <a:off x="4865534" y="4740803"/>
              <a:ext cx="14049" cy="14049"/>
            </a:xfrm>
            <a:custGeom>
              <a:avLst/>
              <a:gdLst>
                <a:gd name="connsiteX0" fmla="*/ 14049 w 14049"/>
                <a:gd name="connsiteY0" fmla="*/ 7025 h 14049"/>
                <a:gd name="connsiteX1" fmla="*/ 7025 w 14049"/>
                <a:gd name="connsiteY1" fmla="*/ 14049 h 14049"/>
                <a:gd name="connsiteX2" fmla="*/ 0 w 14049"/>
                <a:gd name="connsiteY2" fmla="*/ 7025 h 14049"/>
                <a:gd name="connsiteX3" fmla="*/ 7025 w 14049"/>
                <a:gd name="connsiteY3" fmla="*/ 0 h 14049"/>
                <a:gd name="connsiteX4" fmla="*/ 14049 w 14049"/>
                <a:gd name="connsiteY4" fmla="*/ 7025 h 14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49" h="14049">
                  <a:moveTo>
                    <a:pt x="14049" y="7025"/>
                  </a:moveTo>
                  <a:cubicBezTo>
                    <a:pt x="14049" y="10904"/>
                    <a:pt x="10904" y="14049"/>
                    <a:pt x="7025" y="14049"/>
                  </a:cubicBezTo>
                  <a:cubicBezTo>
                    <a:pt x="3145" y="14049"/>
                    <a:pt x="0" y="10904"/>
                    <a:pt x="0" y="7025"/>
                  </a:cubicBezTo>
                  <a:cubicBezTo>
                    <a:pt x="0" y="3145"/>
                    <a:pt x="3145" y="0"/>
                    <a:pt x="7025" y="0"/>
                  </a:cubicBezTo>
                  <a:cubicBezTo>
                    <a:pt x="10904" y="0"/>
                    <a:pt x="14049" y="3145"/>
                    <a:pt x="14049" y="7025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02F63001-B776-4B58-9FB2-BA2FD964D39A}"/>
                </a:ext>
              </a:extLst>
            </p:cNvPr>
            <p:cNvSpPr/>
            <p:nvPr/>
          </p:nvSpPr>
          <p:spPr>
            <a:xfrm>
              <a:off x="4860851" y="4758773"/>
              <a:ext cx="7950" cy="7950"/>
            </a:xfrm>
            <a:custGeom>
              <a:avLst/>
              <a:gdLst>
                <a:gd name="connsiteX0" fmla="*/ 7950 w 7950"/>
                <a:gd name="connsiteY0" fmla="*/ 3975 h 7950"/>
                <a:gd name="connsiteX1" fmla="*/ 3975 w 7950"/>
                <a:gd name="connsiteY1" fmla="*/ 7950 h 7950"/>
                <a:gd name="connsiteX2" fmla="*/ 0 w 7950"/>
                <a:gd name="connsiteY2" fmla="*/ 3975 h 7950"/>
                <a:gd name="connsiteX3" fmla="*/ 3975 w 7950"/>
                <a:gd name="connsiteY3" fmla="*/ 0 h 7950"/>
                <a:gd name="connsiteX4" fmla="*/ 7950 w 7950"/>
                <a:gd name="connsiteY4" fmla="*/ 3975 h 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50" h="7950">
                  <a:moveTo>
                    <a:pt x="7950" y="3975"/>
                  </a:moveTo>
                  <a:cubicBezTo>
                    <a:pt x="7950" y="6171"/>
                    <a:pt x="6170" y="7950"/>
                    <a:pt x="3975" y="7950"/>
                  </a:cubicBezTo>
                  <a:cubicBezTo>
                    <a:pt x="1780" y="7950"/>
                    <a:pt x="0" y="6170"/>
                    <a:pt x="0" y="3975"/>
                  </a:cubicBezTo>
                  <a:cubicBezTo>
                    <a:pt x="0" y="1779"/>
                    <a:pt x="1780" y="0"/>
                    <a:pt x="3975" y="0"/>
                  </a:cubicBezTo>
                  <a:cubicBezTo>
                    <a:pt x="6170" y="0"/>
                    <a:pt x="7950" y="1780"/>
                    <a:pt x="7950" y="3975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28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3870990" y="4425298"/>
              <a:ext cx="247810" cy="244497"/>
              <a:chOff x="3870990" y="4425298"/>
              <a:chExt cx="247810" cy="244497"/>
            </a:xfrm>
            <a:solidFill>
              <a:schemeClr val="accent1"/>
            </a:solidFill>
          </p:grpSpPr>
          <p:grpSp>
            <p:nvGrpSpPr>
              <p:cNvPr id="529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3964814" y="4425298"/>
                <a:ext cx="43563" cy="72151"/>
                <a:chOff x="3964814" y="4425298"/>
                <a:chExt cx="43563" cy="72151"/>
              </a:xfrm>
              <a:solidFill>
                <a:schemeClr val="accent1"/>
              </a:solidFill>
            </p:grpSpPr>
            <p:sp>
              <p:nvSpPr>
                <p:cNvPr id="530" name="Forme libre : forme 529">
                  <a:extLst>
                    <a:ext uri="{FF2B5EF4-FFF2-40B4-BE49-F238E27FC236}">
                      <a16:creationId xmlns:a16="http://schemas.microsoft.com/office/drawing/2014/main" id="{EFD704F2-C327-4A28-B0DB-640C41FBB66C}"/>
                    </a:ext>
                  </a:extLst>
                </p:cNvPr>
                <p:cNvSpPr/>
                <p:nvPr/>
              </p:nvSpPr>
              <p:spPr>
                <a:xfrm>
                  <a:off x="3964814" y="4425298"/>
                  <a:ext cx="43563" cy="72096"/>
                </a:xfrm>
                <a:custGeom>
                  <a:avLst/>
                  <a:gdLst>
                    <a:gd name="connsiteX0" fmla="*/ 21782 w 43563"/>
                    <a:gd name="connsiteY0" fmla="*/ 72097 h 72096"/>
                    <a:gd name="connsiteX1" fmla="*/ 0 w 43563"/>
                    <a:gd name="connsiteY1" fmla="*/ 50315 h 72096"/>
                    <a:gd name="connsiteX2" fmla="*/ 0 w 43563"/>
                    <a:gd name="connsiteY2" fmla="*/ 21782 h 72096"/>
                    <a:gd name="connsiteX3" fmla="*/ 21782 w 43563"/>
                    <a:gd name="connsiteY3" fmla="*/ 0 h 72096"/>
                    <a:gd name="connsiteX4" fmla="*/ 43563 w 43563"/>
                    <a:gd name="connsiteY4" fmla="*/ 21782 h 72096"/>
                    <a:gd name="connsiteX5" fmla="*/ 43563 w 43563"/>
                    <a:gd name="connsiteY5" fmla="*/ 50315 h 72096"/>
                    <a:gd name="connsiteX6" fmla="*/ 21782 w 43563"/>
                    <a:gd name="connsiteY6" fmla="*/ 72097 h 72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3563" h="72096">
                      <a:moveTo>
                        <a:pt x="21782" y="72097"/>
                      </a:moveTo>
                      <a:cubicBezTo>
                        <a:pt x="9747" y="72097"/>
                        <a:pt x="0" y="62350"/>
                        <a:pt x="0" y="50315"/>
                      </a:cubicBezTo>
                      <a:lnTo>
                        <a:pt x="0" y="21782"/>
                      </a:lnTo>
                      <a:cubicBezTo>
                        <a:pt x="0" y="9747"/>
                        <a:pt x="9747" y="0"/>
                        <a:pt x="21782" y="0"/>
                      </a:cubicBezTo>
                      <a:cubicBezTo>
                        <a:pt x="33816" y="0"/>
                        <a:pt x="43563" y="9747"/>
                        <a:pt x="43563" y="21782"/>
                      </a:cubicBezTo>
                      <a:lnTo>
                        <a:pt x="43563" y="50315"/>
                      </a:lnTo>
                      <a:cubicBezTo>
                        <a:pt x="43563" y="62350"/>
                        <a:pt x="33816" y="72097"/>
                        <a:pt x="21782" y="72097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1" name="Forme libre : forme 530">
                  <a:extLst>
                    <a:ext uri="{FF2B5EF4-FFF2-40B4-BE49-F238E27FC236}">
                      <a16:creationId xmlns:a16="http://schemas.microsoft.com/office/drawing/2014/main" id="{CEAFE822-B0C6-4FAB-8614-9D315186E782}"/>
                    </a:ext>
                  </a:extLst>
                </p:cNvPr>
                <p:cNvSpPr/>
                <p:nvPr/>
              </p:nvSpPr>
              <p:spPr>
                <a:xfrm>
                  <a:off x="3964814" y="4425352"/>
                  <a:ext cx="43563" cy="72096"/>
                </a:xfrm>
                <a:custGeom>
                  <a:avLst/>
                  <a:gdLst>
                    <a:gd name="connsiteX0" fmla="*/ 21782 w 43563"/>
                    <a:gd name="connsiteY0" fmla="*/ 5445 h 72096"/>
                    <a:gd name="connsiteX1" fmla="*/ 38118 w 43563"/>
                    <a:gd name="connsiteY1" fmla="*/ 21782 h 72096"/>
                    <a:gd name="connsiteX2" fmla="*/ 38118 w 43563"/>
                    <a:gd name="connsiteY2" fmla="*/ 50315 h 72096"/>
                    <a:gd name="connsiteX3" fmla="*/ 21782 w 43563"/>
                    <a:gd name="connsiteY3" fmla="*/ 66651 h 72096"/>
                    <a:gd name="connsiteX4" fmla="*/ 5445 w 43563"/>
                    <a:gd name="connsiteY4" fmla="*/ 50315 h 72096"/>
                    <a:gd name="connsiteX5" fmla="*/ 5445 w 43563"/>
                    <a:gd name="connsiteY5" fmla="*/ 21782 h 72096"/>
                    <a:gd name="connsiteX6" fmla="*/ 21782 w 43563"/>
                    <a:gd name="connsiteY6" fmla="*/ 5445 h 72096"/>
                    <a:gd name="connsiteX7" fmla="*/ 21782 w 43563"/>
                    <a:gd name="connsiteY7" fmla="*/ 0 h 72096"/>
                    <a:gd name="connsiteX8" fmla="*/ 0 w 43563"/>
                    <a:gd name="connsiteY8" fmla="*/ 21782 h 72096"/>
                    <a:gd name="connsiteX9" fmla="*/ 0 w 43563"/>
                    <a:gd name="connsiteY9" fmla="*/ 50315 h 72096"/>
                    <a:gd name="connsiteX10" fmla="*/ 21782 w 43563"/>
                    <a:gd name="connsiteY10" fmla="*/ 72097 h 72096"/>
                    <a:gd name="connsiteX11" fmla="*/ 43563 w 43563"/>
                    <a:gd name="connsiteY11" fmla="*/ 50315 h 72096"/>
                    <a:gd name="connsiteX12" fmla="*/ 43563 w 43563"/>
                    <a:gd name="connsiteY12" fmla="*/ 21782 h 72096"/>
                    <a:gd name="connsiteX13" fmla="*/ 21782 w 43563"/>
                    <a:gd name="connsiteY13" fmla="*/ 0 h 72096"/>
                    <a:gd name="connsiteX14" fmla="*/ 21782 w 43563"/>
                    <a:gd name="connsiteY14" fmla="*/ 0 h 72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3563" h="72096">
                      <a:moveTo>
                        <a:pt x="21782" y="5445"/>
                      </a:moveTo>
                      <a:cubicBezTo>
                        <a:pt x="30767" y="5445"/>
                        <a:pt x="38118" y="12797"/>
                        <a:pt x="38118" y="21782"/>
                      </a:cubicBezTo>
                      <a:lnTo>
                        <a:pt x="38118" y="50315"/>
                      </a:lnTo>
                      <a:cubicBezTo>
                        <a:pt x="38118" y="59300"/>
                        <a:pt x="30767" y="66651"/>
                        <a:pt x="21782" y="66651"/>
                      </a:cubicBezTo>
                      <a:cubicBezTo>
                        <a:pt x="12797" y="66651"/>
                        <a:pt x="5445" y="59300"/>
                        <a:pt x="5445" y="50315"/>
                      </a:cubicBezTo>
                      <a:lnTo>
                        <a:pt x="5445" y="21782"/>
                      </a:lnTo>
                      <a:cubicBezTo>
                        <a:pt x="5445" y="12742"/>
                        <a:pt x="12797" y="5445"/>
                        <a:pt x="21782" y="5445"/>
                      </a:cubicBezTo>
                      <a:moveTo>
                        <a:pt x="21782" y="0"/>
                      </a:moveTo>
                      <a:cubicBezTo>
                        <a:pt x="9747" y="0"/>
                        <a:pt x="0" y="9747"/>
                        <a:pt x="0" y="21782"/>
                      </a:cubicBezTo>
                      <a:lnTo>
                        <a:pt x="0" y="50315"/>
                      </a:lnTo>
                      <a:cubicBezTo>
                        <a:pt x="0" y="62349"/>
                        <a:pt x="9747" y="72097"/>
                        <a:pt x="21782" y="72097"/>
                      </a:cubicBezTo>
                      <a:cubicBezTo>
                        <a:pt x="33816" y="72097"/>
                        <a:pt x="43563" y="62349"/>
                        <a:pt x="43563" y="50315"/>
                      </a:cubicBezTo>
                      <a:lnTo>
                        <a:pt x="43563" y="21782"/>
                      </a:lnTo>
                      <a:cubicBezTo>
                        <a:pt x="43563" y="9747"/>
                        <a:pt x="33816" y="0"/>
                        <a:pt x="21782" y="0"/>
                      </a:cubicBezTo>
                      <a:lnTo>
                        <a:pt x="21782" y="0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2" name="Forme libre : forme 531">
                  <a:extLst>
                    <a:ext uri="{FF2B5EF4-FFF2-40B4-BE49-F238E27FC236}">
                      <a16:creationId xmlns:a16="http://schemas.microsoft.com/office/drawing/2014/main" id="{2B93B4F7-B947-4EFC-BA44-D4144DB0B5F1}"/>
                    </a:ext>
                  </a:extLst>
                </p:cNvPr>
                <p:cNvSpPr/>
                <p:nvPr/>
              </p:nvSpPr>
              <p:spPr>
                <a:xfrm>
                  <a:off x="3974001" y="4435224"/>
                  <a:ext cx="16928" cy="28136"/>
                </a:xfrm>
                <a:custGeom>
                  <a:avLst/>
                  <a:gdLst>
                    <a:gd name="connsiteX0" fmla="*/ 178 w 16928"/>
                    <a:gd name="connsiteY0" fmla="*/ 14578 h 28136"/>
                    <a:gd name="connsiteX1" fmla="*/ 2574 w 16928"/>
                    <a:gd name="connsiteY1" fmla="*/ 26938 h 28136"/>
                    <a:gd name="connsiteX2" fmla="*/ 4535 w 16928"/>
                    <a:gd name="connsiteY2" fmla="*/ 28136 h 28136"/>
                    <a:gd name="connsiteX3" fmla="*/ 6713 w 16928"/>
                    <a:gd name="connsiteY3" fmla="*/ 26775 h 28136"/>
                    <a:gd name="connsiteX4" fmla="*/ 13901 w 16928"/>
                    <a:gd name="connsiteY4" fmla="*/ 18008 h 28136"/>
                    <a:gd name="connsiteX5" fmla="*/ 14717 w 16928"/>
                    <a:gd name="connsiteY5" fmla="*/ 2216 h 28136"/>
                    <a:gd name="connsiteX6" fmla="*/ 2847 w 16928"/>
                    <a:gd name="connsiteY6" fmla="*/ 4667 h 28136"/>
                    <a:gd name="connsiteX7" fmla="*/ 178 w 16928"/>
                    <a:gd name="connsiteY7" fmla="*/ 14578 h 28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928" h="28136">
                      <a:moveTo>
                        <a:pt x="178" y="14578"/>
                      </a:moveTo>
                      <a:cubicBezTo>
                        <a:pt x="-203" y="18879"/>
                        <a:pt x="-203" y="23617"/>
                        <a:pt x="2574" y="26938"/>
                      </a:cubicBezTo>
                      <a:cubicBezTo>
                        <a:pt x="3064" y="27538"/>
                        <a:pt x="3772" y="28136"/>
                        <a:pt x="4535" y="28136"/>
                      </a:cubicBezTo>
                      <a:cubicBezTo>
                        <a:pt x="5406" y="28136"/>
                        <a:pt x="6114" y="27429"/>
                        <a:pt x="6713" y="26775"/>
                      </a:cubicBezTo>
                      <a:cubicBezTo>
                        <a:pt x="9272" y="23943"/>
                        <a:pt x="11831" y="21166"/>
                        <a:pt x="13901" y="18008"/>
                      </a:cubicBezTo>
                      <a:cubicBezTo>
                        <a:pt x="17004" y="13325"/>
                        <a:pt x="18420" y="7063"/>
                        <a:pt x="14717" y="2216"/>
                      </a:cubicBezTo>
                      <a:cubicBezTo>
                        <a:pt x="11287" y="-2194"/>
                        <a:pt x="5297" y="692"/>
                        <a:pt x="2847" y="4667"/>
                      </a:cubicBezTo>
                      <a:cubicBezTo>
                        <a:pt x="995" y="7607"/>
                        <a:pt x="505" y="11201"/>
                        <a:pt x="178" y="14578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3" name="Forme libre : forme 532">
                  <a:extLst>
                    <a:ext uri="{FF2B5EF4-FFF2-40B4-BE49-F238E27FC236}">
                      <a16:creationId xmlns:a16="http://schemas.microsoft.com/office/drawing/2014/main" id="{B882DB7F-DE1D-4DB8-A365-CB9AB9BDC294}"/>
                    </a:ext>
                  </a:extLst>
                </p:cNvPr>
                <p:cNvSpPr/>
                <p:nvPr/>
              </p:nvSpPr>
              <p:spPr>
                <a:xfrm>
                  <a:off x="3964814" y="4425298"/>
                  <a:ext cx="43563" cy="72096"/>
                </a:xfrm>
                <a:custGeom>
                  <a:avLst/>
                  <a:gdLst>
                    <a:gd name="connsiteX0" fmla="*/ 21782 w 43563"/>
                    <a:gd name="connsiteY0" fmla="*/ 72097 h 72096"/>
                    <a:gd name="connsiteX1" fmla="*/ 0 w 43563"/>
                    <a:gd name="connsiteY1" fmla="*/ 50315 h 72096"/>
                    <a:gd name="connsiteX2" fmla="*/ 0 w 43563"/>
                    <a:gd name="connsiteY2" fmla="*/ 21782 h 72096"/>
                    <a:gd name="connsiteX3" fmla="*/ 21782 w 43563"/>
                    <a:gd name="connsiteY3" fmla="*/ 0 h 72096"/>
                    <a:gd name="connsiteX4" fmla="*/ 43563 w 43563"/>
                    <a:gd name="connsiteY4" fmla="*/ 21782 h 72096"/>
                    <a:gd name="connsiteX5" fmla="*/ 43563 w 43563"/>
                    <a:gd name="connsiteY5" fmla="*/ 50315 h 72096"/>
                    <a:gd name="connsiteX6" fmla="*/ 21782 w 43563"/>
                    <a:gd name="connsiteY6" fmla="*/ 72097 h 72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3563" h="72096">
                      <a:moveTo>
                        <a:pt x="21782" y="72097"/>
                      </a:moveTo>
                      <a:cubicBezTo>
                        <a:pt x="9747" y="72097"/>
                        <a:pt x="0" y="62350"/>
                        <a:pt x="0" y="50315"/>
                      </a:cubicBezTo>
                      <a:lnTo>
                        <a:pt x="0" y="21782"/>
                      </a:lnTo>
                      <a:cubicBezTo>
                        <a:pt x="0" y="9747"/>
                        <a:pt x="9747" y="0"/>
                        <a:pt x="21782" y="0"/>
                      </a:cubicBezTo>
                      <a:cubicBezTo>
                        <a:pt x="33816" y="0"/>
                        <a:pt x="43563" y="9747"/>
                        <a:pt x="43563" y="21782"/>
                      </a:cubicBezTo>
                      <a:lnTo>
                        <a:pt x="43563" y="50315"/>
                      </a:lnTo>
                      <a:cubicBezTo>
                        <a:pt x="43563" y="62350"/>
                        <a:pt x="33816" y="72097"/>
                        <a:pt x="21782" y="72097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34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016381" y="4439565"/>
                <a:ext cx="55724" cy="67903"/>
                <a:chOff x="4016381" y="4439565"/>
                <a:chExt cx="55724" cy="67903"/>
              </a:xfrm>
              <a:solidFill>
                <a:schemeClr val="accent1"/>
              </a:solidFill>
            </p:grpSpPr>
            <p:sp>
              <p:nvSpPr>
                <p:cNvPr id="535" name="Forme libre : forme 534">
                  <a:extLst>
                    <a:ext uri="{FF2B5EF4-FFF2-40B4-BE49-F238E27FC236}">
                      <a16:creationId xmlns:a16="http://schemas.microsoft.com/office/drawing/2014/main" id="{F96DAB85-98E4-4972-94AF-81B29848F4BD}"/>
                    </a:ext>
                  </a:extLst>
                </p:cNvPr>
                <p:cNvSpPr/>
                <p:nvPr/>
              </p:nvSpPr>
              <p:spPr>
                <a:xfrm>
                  <a:off x="4016381" y="4439601"/>
                  <a:ext cx="55724" cy="67867"/>
                </a:xfrm>
                <a:custGeom>
                  <a:avLst/>
                  <a:gdLst>
                    <a:gd name="connsiteX0" fmla="*/ 21782 w 55724"/>
                    <a:gd name="connsiteY0" fmla="*/ 67867 h 67867"/>
                    <a:gd name="connsiteX1" fmla="*/ 0 w 55724"/>
                    <a:gd name="connsiteY1" fmla="*/ 46086 h 67867"/>
                    <a:gd name="connsiteX2" fmla="*/ 14757 w 55724"/>
                    <a:gd name="connsiteY2" fmla="*/ 11508 h 67867"/>
                    <a:gd name="connsiteX3" fmla="*/ 44216 w 55724"/>
                    <a:gd name="connsiteY3" fmla="*/ 2577 h 67867"/>
                    <a:gd name="connsiteX4" fmla="*/ 53147 w 55724"/>
                    <a:gd name="connsiteY4" fmla="*/ 32037 h 67867"/>
                    <a:gd name="connsiteX5" fmla="*/ 42583 w 55724"/>
                    <a:gd name="connsiteY5" fmla="*/ 52620 h 67867"/>
                    <a:gd name="connsiteX6" fmla="*/ 21782 w 55724"/>
                    <a:gd name="connsiteY6" fmla="*/ 67867 h 67867"/>
                    <a:gd name="connsiteX7" fmla="*/ 43563 w 55724"/>
                    <a:gd name="connsiteY7" fmla="*/ 46086 h 67867"/>
                    <a:gd name="connsiteX8" fmla="*/ 43563 w 55724"/>
                    <a:gd name="connsiteY8" fmla="*/ 46086 h 67867"/>
                    <a:gd name="connsiteX9" fmla="*/ 43563 w 55724"/>
                    <a:gd name="connsiteY9" fmla="*/ 46086 h 67867"/>
                    <a:gd name="connsiteX10" fmla="*/ 43563 w 55724"/>
                    <a:gd name="connsiteY10" fmla="*/ 46086 h 67867"/>
                    <a:gd name="connsiteX11" fmla="*/ 43563 w 55724"/>
                    <a:gd name="connsiteY11" fmla="*/ 46086 h 67867"/>
                    <a:gd name="connsiteX12" fmla="*/ 43563 w 55724"/>
                    <a:gd name="connsiteY12" fmla="*/ 46086 h 67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5724" h="67867">
                      <a:moveTo>
                        <a:pt x="21782" y="67867"/>
                      </a:moveTo>
                      <a:cubicBezTo>
                        <a:pt x="9747" y="67867"/>
                        <a:pt x="0" y="58120"/>
                        <a:pt x="0" y="46086"/>
                      </a:cubicBezTo>
                      <a:cubicBezTo>
                        <a:pt x="0" y="40532"/>
                        <a:pt x="0" y="39061"/>
                        <a:pt x="14757" y="11508"/>
                      </a:cubicBezTo>
                      <a:cubicBezTo>
                        <a:pt x="20420" y="889"/>
                        <a:pt x="33653" y="-3086"/>
                        <a:pt x="44216" y="2577"/>
                      </a:cubicBezTo>
                      <a:cubicBezTo>
                        <a:pt x="54835" y="8241"/>
                        <a:pt x="58810" y="21473"/>
                        <a:pt x="53147" y="32037"/>
                      </a:cubicBezTo>
                      <a:cubicBezTo>
                        <a:pt x="49008" y="39769"/>
                        <a:pt x="44053" y="49353"/>
                        <a:pt x="42583" y="52620"/>
                      </a:cubicBezTo>
                      <a:cubicBezTo>
                        <a:pt x="39806" y="61442"/>
                        <a:pt x="31529" y="67867"/>
                        <a:pt x="21782" y="67867"/>
                      </a:cubicBezTo>
                      <a:close/>
                      <a:moveTo>
                        <a:pt x="43563" y="46086"/>
                      </a:moveTo>
                      <a:cubicBezTo>
                        <a:pt x="43563" y="46086"/>
                        <a:pt x="43563" y="46086"/>
                        <a:pt x="43563" y="46086"/>
                      </a:cubicBezTo>
                      <a:cubicBezTo>
                        <a:pt x="43563" y="46086"/>
                        <a:pt x="43563" y="46086"/>
                        <a:pt x="43563" y="46086"/>
                      </a:cubicBezTo>
                      <a:close/>
                      <a:moveTo>
                        <a:pt x="43563" y="46086"/>
                      </a:moveTo>
                      <a:cubicBezTo>
                        <a:pt x="43563" y="46086"/>
                        <a:pt x="43563" y="46086"/>
                        <a:pt x="43563" y="46086"/>
                      </a:cubicBezTo>
                      <a:cubicBezTo>
                        <a:pt x="43563" y="46086"/>
                        <a:pt x="43563" y="46086"/>
                        <a:pt x="43563" y="46086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6" name="Forme libre : forme 535">
                  <a:extLst>
                    <a:ext uri="{FF2B5EF4-FFF2-40B4-BE49-F238E27FC236}">
                      <a16:creationId xmlns:a16="http://schemas.microsoft.com/office/drawing/2014/main" id="{578C1491-FBC3-4B1E-B2B4-E08511C2B58C}"/>
                    </a:ext>
                  </a:extLst>
                </p:cNvPr>
                <p:cNvSpPr/>
                <p:nvPr/>
              </p:nvSpPr>
              <p:spPr>
                <a:xfrm>
                  <a:off x="4016381" y="4439565"/>
                  <a:ext cx="55724" cy="67849"/>
                </a:xfrm>
                <a:custGeom>
                  <a:avLst/>
                  <a:gdLst>
                    <a:gd name="connsiteX0" fmla="*/ 33979 w 55724"/>
                    <a:gd name="connsiteY0" fmla="*/ 5445 h 67849"/>
                    <a:gd name="connsiteX1" fmla="*/ 33979 w 55724"/>
                    <a:gd name="connsiteY1" fmla="*/ 5445 h 67849"/>
                    <a:gd name="connsiteX2" fmla="*/ 41657 w 55724"/>
                    <a:gd name="connsiteY2" fmla="*/ 7406 h 67849"/>
                    <a:gd name="connsiteX3" fmla="*/ 48355 w 55724"/>
                    <a:gd name="connsiteY3" fmla="*/ 29514 h 67849"/>
                    <a:gd name="connsiteX4" fmla="*/ 39697 w 55724"/>
                    <a:gd name="connsiteY4" fmla="*/ 46122 h 67849"/>
                    <a:gd name="connsiteX5" fmla="*/ 38118 w 55724"/>
                    <a:gd name="connsiteY5" fmla="*/ 46122 h 67849"/>
                    <a:gd name="connsiteX6" fmla="*/ 38118 w 55724"/>
                    <a:gd name="connsiteY6" fmla="*/ 46177 h 67849"/>
                    <a:gd name="connsiteX7" fmla="*/ 39697 w 55724"/>
                    <a:gd name="connsiteY7" fmla="*/ 46177 h 67849"/>
                    <a:gd name="connsiteX8" fmla="*/ 39697 w 55724"/>
                    <a:gd name="connsiteY8" fmla="*/ 46177 h 67849"/>
                    <a:gd name="connsiteX9" fmla="*/ 38118 w 55724"/>
                    <a:gd name="connsiteY9" fmla="*/ 46177 h 67849"/>
                    <a:gd name="connsiteX10" fmla="*/ 38118 w 55724"/>
                    <a:gd name="connsiteY10" fmla="*/ 46177 h 67849"/>
                    <a:gd name="connsiteX11" fmla="*/ 39697 w 55724"/>
                    <a:gd name="connsiteY11" fmla="*/ 46177 h 67849"/>
                    <a:gd name="connsiteX12" fmla="*/ 37628 w 55724"/>
                    <a:gd name="connsiteY12" fmla="*/ 50424 h 67849"/>
                    <a:gd name="connsiteX13" fmla="*/ 37464 w 55724"/>
                    <a:gd name="connsiteY13" fmla="*/ 50751 h 67849"/>
                    <a:gd name="connsiteX14" fmla="*/ 37355 w 55724"/>
                    <a:gd name="connsiteY14" fmla="*/ 51078 h 67849"/>
                    <a:gd name="connsiteX15" fmla="*/ 21782 w 55724"/>
                    <a:gd name="connsiteY15" fmla="*/ 62513 h 67849"/>
                    <a:gd name="connsiteX16" fmla="*/ 5445 w 55724"/>
                    <a:gd name="connsiteY16" fmla="*/ 46177 h 67849"/>
                    <a:gd name="connsiteX17" fmla="*/ 19549 w 55724"/>
                    <a:gd name="connsiteY17" fmla="*/ 14158 h 67849"/>
                    <a:gd name="connsiteX18" fmla="*/ 33979 w 55724"/>
                    <a:gd name="connsiteY18" fmla="*/ 5445 h 67849"/>
                    <a:gd name="connsiteX19" fmla="*/ 33979 w 55724"/>
                    <a:gd name="connsiteY19" fmla="*/ 0 h 67849"/>
                    <a:gd name="connsiteX20" fmla="*/ 14757 w 55724"/>
                    <a:gd name="connsiteY20" fmla="*/ 11490 h 67849"/>
                    <a:gd name="connsiteX21" fmla="*/ 0 w 55724"/>
                    <a:gd name="connsiteY21" fmla="*/ 46068 h 67849"/>
                    <a:gd name="connsiteX22" fmla="*/ 21782 w 55724"/>
                    <a:gd name="connsiteY22" fmla="*/ 67849 h 67849"/>
                    <a:gd name="connsiteX23" fmla="*/ 42583 w 55724"/>
                    <a:gd name="connsiteY23" fmla="*/ 52602 h 67849"/>
                    <a:gd name="connsiteX24" fmla="*/ 53147 w 55724"/>
                    <a:gd name="connsiteY24" fmla="*/ 32019 h 67849"/>
                    <a:gd name="connsiteX25" fmla="*/ 44216 w 55724"/>
                    <a:gd name="connsiteY25" fmla="*/ 2559 h 67849"/>
                    <a:gd name="connsiteX26" fmla="*/ 33979 w 55724"/>
                    <a:gd name="connsiteY26" fmla="*/ 0 h 67849"/>
                    <a:gd name="connsiteX27" fmla="*/ 33979 w 55724"/>
                    <a:gd name="connsiteY27" fmla="*/ 0 h 67849"/>
                    <a:gd name="connsiteX28" fmla="*/ 43563 w 55724"/>
                    <a:gd name="connsiteY28" fmla="*/ 46122 h 67849"/>
                    <a:gd name="connsiteX29" fmla="*/ 43563 w 55724"/>
                    <a:gd name="connsiteY29" fmla="*/ 46122 h 67849"/>
                    <a:gd name="connsiteX30" fmla="*/ 43563 w 55724"/>
                    <a:gd name="connsiteY30" fmla="*/ 46122 h 67849"/>
                    <a:gd name="connsiteX31" fmla="*/ 43563 w 55724"/>
                    <a:gd name="connsiteY31" fmla="*/ 46122 h 67849"/>
                    <a:gd name="connsiteX32" fmla="*/ 43563 w 55724"/>
                    <a:gd name="connsiteY32" fmla="*/ 46177 h 67849"/>
                    <a:gd name="connsiteX33" fmla="*/ 43563 w 55724"/>
                    <a:gd name="connsiteY33" fmla="*/ 46177 h 67849"/>
                    <a:gd name="connsiteX34" fmla="*/ 43563 w 55724"/>
                    <a:gd name="connsiteY34" fmla="*/ 46177 h 67849"/>
                    <a:gd name="connsiteX35" fmla="*/ 43563 w 55724"/>
                    <a:gd name="connsiteY35" fmla="*/ 46177 h 67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5724" h="67849">
                      <a:moveTo>
                        <a:pt x="33979" y="5445"/>
                      </a:moveTo>
                      <a:lnTo>
                        <a:pt x="33979" y="5445"/>
                      </a:lnTo>
                      <a:cubicBezTo>
                        <a:pt x="36702" y="5445"/>
                        <a:pt x="39261" y="6099"/>
                        <a:pt x="41657" y="7406"/>
                      </a:cubicBezTo>
                      <a:cubicBezTo>
                        <a:pt x="49608" y="11653"/>
                        <a:pt x="52602" y="21563"/>
                        <a:pt x="48355" y="29514"/>
                      </a:cubicBezTo>
                      <a:cubicBezTo>
                        <a:pt x="45469" y="34905"/>
                        <a:pt x="41984" y="41548"/>
                        <a:pt x="39697" y="46122"/>
                      </a:cubicBezTo>
                      <a:lnTo>
                        <a:pt x="38118" y="46122"/>
                      </a:lnTo>
                      <a:lnTo>
                        <a:pt x="38118" y="46177"/>
                      </a:lnTo>
                      <a:lnTo>
                        <a:pt x="39697" y="46177"/>
                      </a:lnTo>
                      <a:cubicBezTo>
                        <a:pt x="39697" y="46177"/>
                        <a:pt x="39697" y="46177"/>
                        <a:pt x="39697" y="46177"/>
                      </a:cubicBezTo>
                      <a:lnTo>
                        <a:pt x="38118" y="46177"/>
                      </a:lnTo>
                      <a:lnTo>
                        <a:pt x="38118" y="46177"/>
                      </a:lnTo>
                      <a:lnTo>
                        <a:pt x="39697" y="46177"/>
                      </a:lnTo>
                      <a:cubicBezTo>
                        <a:pt x="38771" y="47974"/>
                        <a:pt x="38063" y="49444"/>
                        <a:pt x="37628" y="50424"/>
                      </a:cubicBezTo>
                      <a:lnTo>
                        <a:pt x="37464" y="50751"/>
                      </a:lnTo>
                      <a:lnTo>
                        <a:pt x="37355" y="51078"/>
                      </a:lnTo>
                      <a:cubicBezTo>
                        <a:pt x="35232" y="57884"/>
                        <a:pt x="28969" y="62513"/>
                        <a:pt x="21782" y="62513"/>
                      </a:cubicBezTo>
                      <a:cubicBezTo>
                        <a:pt x="12797" y="62513"/>
                        <a:pt x="5445" y="55162"/>
                        <a:pt x="5445" y="46177"/>
                      </a:cubicBezTo>
                      <a:cubicBezTo>
                        <a:pt x="5445" y="41820"/>
                        <a:pt x="5445" y="40514"/>
                        <a:pt x="19549" y="14158"/>
                      </a:cubicBezTo>
                      <a:cubicBezTo>
                        <a:pt x="22381" y="8767"/>
                        <a:pt x="27935" y="5445"/>
                        <a:pt x="33979" y="5445"/>
                      </a:cubicBezTo>
                      <a:moveTo>
                        <a:pt x="33979" y="0"/>
                      </a:moveTo>
                      <a:cubicBezTo>
                        <a:pt x="26192" y="0"/>
                        <a:pt x="18678" y="4193"/>
                        <a:pt x="14757" y="11490"/>
                      </a:cubicBezTo>
                      <a:cubicBezTo>
                        <a:pt x="0" y="39043"/>
                        <a:pt x="0" y="40514"/>
                        <a:pt x="0" y="46068"/>
                      </a:cubicBezTo>
                      <a:cubicBezTo>
                        <a:pt x="0" y="58102"/>
                        <a:pt x="9747" y="67849"/>
                        <a:pt x="21782" y="67849"/>
                      </a:cubicBezTo>
                      <a:cubicBezTo>
                        <a:pt x="31529" y="67849"/>
                        <a:pt x="39806" y="61424"/>
                        <a:pt x="42583" y="52602"/>
                      </a:cubicBezTo>
                      <a:cubicBezTo>
                        <a:pt x="44053" y="49335"/>
                        <a:pt x="49063" y="39751"/>
                        <a:pt x="53147" y="32019"/>
                      </a:cubicBezTo>
                      <a:cubicBezTo>
                        <a:pt x="58810" y="21400"/>
                        <a:pt x="54835" y="8223"/>
                        <a:pt x="44216" y="2559"/>
                      </a:cubicBezTo>
                      <a:cubicBezTo>
                        <a:pt x="40949" y="817"/>
                        <a:pt x="37410" y="0"/>
                        <a:pt x="33979" y="0"/>
                      </a:cubicBezTo>
                      <a:lnTo>
                        <a:pt x="33979" y="0"/>
                      </a:lnTo>
                      <a:close/>
                      <a:moveTo>
                        <a:pt x="43563" y="46122"/>
                      </a:moveTo>
                      <a:cubicBezTo>
                        <a:pt x="43563" y="46122"/>
                        <a:pt x="43563" y="46122"/>
                        <a:pt x="43563" y="46122"/>
                      </a:cubicBezTo>
                      <a:cubicBezTo>
                        <a:pt x="43563" y="46122"/>
                        <a:pt x="43563" y="46122"/>
                        <a:pt x="43563" y="46122"/>
                      </a:cubicBezTo>
                      <a:lnTo>
                        <a:pt x="43563" y="46122"/>
                      </a:lnTo>
                      <a:close/>
                      <a:moveTo>
                        <a:pt x="43563" y="46177"/>
                      </a:moveTo>
                      <a:cubicBezTo>
                        <a:pt x="43563" y="46122"/>
                        <a:pt x="43563" y="46122"/>
                        <a:pt x="43563" y="46177"/>
                      </a:cubicBezTo>
                      <a:cubicBezTo>
                        <a:pt x="43563" y="46122"/>
                        <a:pt x="43563" y="46122"/>
                        <a:pt x="43563" y="46177"/>
                      </a:cubicBezTo>
                      <a:lnTo>
                        <a:pt x="43563" y="46177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7" name="Forme libre : forme 536">
                  <a:extLst>
                    <a:ext uri="{FF2B5EF4-FFF2-40B4-BE49-F238E27FC236}">
                      <a16:creationId xmlns:a16="http://schemas.microsoft.com/office/drawing/2014/main" id="{7F403F6A-DF4E-4812-8222-C94B8BAFAF45}"/>
                    </a:ext>
                  </a:extLst>
                </p:cNvPr>
                <p:cNvSpPr/>
                <p:nvPr/>
              </p:nvSpPr>
              <p:spPr>
                <a:xfrm>
                  <a:off x="4032500" y="4448973"/>
                  <a:ext cx="25692" cy="24648"/>
                </a:xfrm>
                <a:custGeom>
                  <a:avLst/>
                  <a:gdLst>
                    <a:gd name="connsiteX0" fmla="*/ 12143 w 25692"/>
                    <a:gd name="connsiteY0" fmla="*/ 1537 h 24648"/>
                    <a:gd name="connsiteX1" fmla="*/ 3267 w 25692"/>
                    <a:gd name="connsiteY1" fmla="*/ 10413 h 24648"/>
                    <a:gd name="connsiteX2" fmla="*/ 0 w 25692"/>
                    <a:gd name="connsiteY2" fmla="*/ 19180 h 24648"/>
                    <a:gd name="connsiteX3" fmla="*/ 2178 w 25692"/>
                    <a:gd name="connsiteY3" fmla="*/ 23917 h 24648"/>
                    <a:gd name="connsiteX4" fmla="*/ 6426 w 25692"/>
                    <a:gd name="connsiteY4" fmla="*/ 24462 h 24648"/>
                    <a:gd name="connsiteX5" fmla="*/ 10564 w 25692"/>
                    <a:gd name="connsiteY5" fmla="*/ 22992 h 24648"/>
                    <a:gd name="connsiteX6" fmla="*/ 14158 w 25692"/>
                    <a:gd name="connsiteY6" fmla="*/ 21467 h 24648"/>
                    <a:gd name="connsiteX7" fmla="*/ 16608 w 25692"/>
                    <a:gd name="connsiteY7" fmla="*/ 19017 h 24648"/>
                    <a:gd name="connsiteX8" fmla="*/ 23306 w 25692"/>
                    <a:gd name="connsiteY8" fmla="*/ 10740 h 24648"/>
                    <a:gd name="connsiteX9" fmla="*/ 25484 w 25692"/>
                    <a:gd name="connsiteY9" fmla="*/ 4096 h 24648"/>
                    <a:gd name="connsiteX10" fmla="*/ 12143 w 25692"/>
                    <a:gd name="connsiteY10" fmla="*/ 1537 h 24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92" h="24648">
                      <a:moveTo>
                        <a:pt x="12143" y="1537"/>
                      </a:moveTo>
                      <a:cubicBezTo>
                        <a:pt x="8386" y="3497"/>
                        <a:pt x="5609" y="6873"/>
                        <a:pt x="3267" y="10413"/>
                      </a:cubicBezTo>
                      <a:cubicBezTo>
                        <a:pt x="1525" y="13081"/>
                        <a:pt x="0" y="16022"/>
                        <a:pt x="0" y="19180"/>
                      </a:cubicBezTo>
                      <a:cubicBezTo>
                        <a:pt x="0" y="20977"/>
                        <a:pt x="653" y="22937"/>
                        <a:pt x="2178" y="23917"/>
                      </a:cubicBezTo>
                      <a:cubicBezTo>
                        <a:pt x="3376" y="24734"/>
                        <a:pt x="4955" y="24789"/>
                        <a:pt x="6426" y="24462"/>
                      </a:cubicBezTo>
                      <a:cubicBezTo>
                        <a:pt x="7841" y="24135"/>
                        <a:pt x="9203" y="23536"/>
                        <a:pt x="10564" y="22992"/>
                      </a:cubicBezTo>
                      <a:cubicBezTo>
                        <a:pt x="11762" y="22556"/>
                        <a:pt x="13069" y="22175"/>
                        <a:pt x="14158" y="21467"/>
                      </a:cubicBezTo>
                      <a:cubicBezTo>
                        <a:pt x="15138" y="20814"/>
                        <a:pt x="15846" y="19888"/>
                        <a:pt x="16608" y="19017"/>
                      </a:cubicBezTo>
                      <a:cubicBezTo>
                        <a:pt x="18841" y="16239"/>
                        <a:pt x="21074" y="13517"/>
                        <a:pt x="23306" y="10740"/>
                      </a:cubicBezTo>
                      <a:cubicBezTo>
                        <a:pt x="24776" y="8834"/>
                        <a:pt x="26247" y="6601"/>
                        <a:pt x="25484" y="4096"/>
                      </a:cubicBezTo>
                      <a:cubicBezTo>
                        <a:pt x="23742" y="-1295"/>
                        <a:pt x="15955" y="-478"/>
                        <a:pt x="12143" y="1537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8" name="Forme libre : forme 537">
                  <a:extLst>
                    <a:ext uri="{FF2B5EF4-FFF2-40B4-BE49-F238E27FC236}">
                      <a16:creationId xmlns:a16="http://schemas.microsoft.com/office/drawing/2014/main" id="{5F29B9A7-0C7D-48DB-B663-CD2B875C8C00}"/>
                    </a:ext>
                  </a:extLst>
                </p:cNvPr>
                <p:cNvSpPr/>
                <p:nvPr/>
              </p:nvSpPr>
              <p:spPr>
                <a:xfrm>
                  <a:off x="4016381" y="4439601"/>
                  <a:ext cx="55724" cy="67867"/>
                </a:xfrm>
                <a:custGeom>
                  <a:avLst/>
                  <a:gdLst>
                    <a:gd name="connsiteX0" fmla="*/ 21782 w 55724"/>
                    <a:gd name="connsiteY0" fmla="*/ 67867 h 67867"/>
                    <a:gd name="connsiteX1" fmla="*/ 0 w 55724"/>
                    <a:gd name="connsiteY1" fmla="*/ 46086 h 67867"/>
                    <a:gd name="connsiteX2" fmla="*/ 14757 w 55724"/>
                    <a:gd name="connsiteY2" fmla="*/ 11508 h 67867"/>
                    <a:gd name="connsiteX3" fmla="*/ 44216 w 55724"/>
                    <a:gd name="connsiteY3" fmla="*/ 2577 h 67867"/>
                    <a:gd name="connsiteX4" fmla="*/ 53147 w 55724"/>
                    <a:gd name="connsiteY4" fmla="*/ 32037 h 67867"/>
                    <a:gd name="connsiteX5" fmla="*/ 42583 w 55724"/>
                    <a:gd name="connsiteY5" fmla="*/ 52620 h 67867"/>
                    <a:gd name="connsiteX6" fmla="*/ 21782 w 55724"/>
                    <a:gd name="connsiteY6" fmla="*/ 67867 h 67867"/>
                    <a:gd name="connsiteX7" fmla="*/ 43563 w 55724"/>
                    <a:gd name="connsiteY7" fmla="*/ 46086 h 67867"/>
                    <a:gd name="connsiteX8" fmla="*/ 43563 w 55724"/>
                    <a:gd name="connsiteY8" fmla="*/ 46086 h 67867"/>
                    <a:gd name="connsiteX9" fmla="*/ 43563 w 55724"/>
                    <a:gd name="connsiteY9" fmla="*/ 46086 h 67867"/>
                    <a:gd name="connsiteX10" fmla="*/ 43563 w 55724"/>
                    <a:gd name="connsiteY10" fmla="*/ 46086 h 67867"/>
                    <a:gd name="connsiteX11" fmla="*/ 43563 w 55724"/>
                    <a:gd name="connsiteY11" fmla="*/ 46086 h 67867"/>
                    <a:gd name="connsiteX12" fmla="*/ 43563 w 55724"/>
                    <a:gd name="connsiteY12" fmla="*/ 46086 h 67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5724" h="67867">
                      <a:moveTo>
                        <a:pt x="21782" y="67867"/>
                      </a:moveTo>
                      <a:cubicBezTo>
                        <a:pt x="9747" y="67867"/>
                        <a:pt x="0" y="58120"/>
                        <a:pt x="0" y="46086"/>
                      </a:cubicBezTo>
                      <a:cubicBezTo>
                        <a:pt x="0" y="40532"/>
                        <a:pt x="0" y="39061"/>
                        <a:pt x="14757" y="11508"/>
                      </a:cubicBezTo>
                      <a:cubicBezTo>
                        <a:pt x="20420" y="889"/>
                        <a:pt x="33653" y="-3086"/>
                        <a:pt x="44216" y="2577"/>
                      </a:cubicBezTo>
                      <a:cubicBezTo>
                        <a:pt x="54835" y="8241"/>
                        <a:pt x="58810" y="21473"/>
                        <a:pt x="53147" y="32037"/>
                      </a:cubicBezTo>
                      <a:cubicBezTo>
                        <a:pt x="49008" y="39769"/>
                        <a:pt x="44053" y="49353"/>
                        <a:pt x="42583" y="52620"/>
                      </a:cubicBezTo>
                      <a:cubicBezTo>
                        <a:pt x="39806" y="61442"/>
                        <a:pt x="31529" y="67867"/>
                        <a:pt x="21782" y="67867"/>
                      </a:cubicBezTo>
                      <a:close/>
                      <a:moveTo>
                        <a:pt x="43563" y="46086"/>
                      </a:moveTo>
                      <a:cubicBezTo>
                        <a:pt x="43563" y="46086"/>
                        <a:pt x="43563" y="46086"/>
                        <a:pt x="43563" y="46086"/>
                      </a:cubicBezTo>
                      <a:cubicBezTo>
                        <a:pt x="43563" y="46086"/>
                        <a:pt x="43563" y="46086"/>
                        <a:pt x="43563" y="46086"/>
                      </a:cubicBezTo>
                      <a:close/>
                      <a:moveTo>
                        <a:pt x="43563" y="46086"/>
                      </a:moveTo>
                      <a:cubicBezTo>
                        <a:pt x="43563" y="46086"/>
                        <a:pt x="43563" y="46086"/>
                        <a:pt x="43563" y="46086"/>
                      </a:cubicBezTo>
                      <a:cubicBezTo>
                        <a:pt x="43563" y="46086"/>
                        <a:pt x="43563" y="46086"/>
                        <a:pt x="43563" y="46086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39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049554" y="4500399"/>
                <a:ext cx="69245" cy="47637"/>
                <a:chOff x="4049554" y="4500399"/>
                <a:chExt cx="69245" cy="47637"/>
              </a:xfrm>
              <a:solidFill>
                <a:schemeClr val="accent1"/>
              </a:solidFill>
            </p:grpSpPr>
            <p:sp>
              <p:nvSpPr>
                <p:cNvPr id="540" name="Forme libre : forme 539">
                  <a:extLst>
                    <a:ext uri="{FF2B5EF4-FFF2-40B4-BE49-F238E27FC236}">
                      <a16:creationId xmlns:a16="http://schemas.microsoft.com/office/drawing/2014/main" id="{917EFE56-0674-4133-850E-D18E6C7541CC}"/>
                    </a:ext>
                  </a:extLst>
                </p:cNvPr>
                <p:cNvSpPr/>
                <p:nvPr/>
              </p:nvSpPr>
              <p:spPr>
                <a:xfrm>
                  <a:off x="4049607" y="4500399"/>
                  <a:ext cx="69192" cy="47583"/>
                </a:xfrm>
                <a:custGeom>
                  <a:avLst/>
                  <a:gdLst>
                    <a:gd name="connsiteX0" fmla="*/ 21772 w 69192"/>
                    <a:gd name="connsiteY0" fmla="*/ 47583 h 47583"/>
                    <a:gd name="connsiteX1" fmla="*/ 263 w 69192"/>
                    <a:gd name="connsiteY1" fmla="*/ 29124 h 47583"/>
                    <a:gd name="connsiteX2" fmla="*/ 18451 w 69192"/>
                    <a:gd name="connsiteY2" fmla="*/ 4238 h 47583"/>
                    <a:gd name="connsiteX3" fmla="*/ 44044 w 69192"/>
                    <a:gd name="connsiteY3" fmla="*/ 263 h 47583"/>
                    <a:gd name="connsiteX4" fmla="*/ 68929 w 69192"/>
                    <a:gd name="connsiteY4" fmla="*/ 18451 h 47583"/>
                    <a:gd name="connsiteX5" fmla="*/ 50742 w 69192"/>
                    <a:gd name="connsiteY5" fmla="*/ 43336 h 47583"/>
                    <a:gd name="connsiteX6" fmla="*/ 25149 w 69192"/>
                    <a:gd name="connsiteY6" fmla="*/ 47311 h 47583"/>
                    <a:gd name="connsiteX7" fmla="*/ 21772 w 69192"/>
                    <a:gd name="connsiteY7" fmla="*/ 47583 h 47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192" h="47583">
                      <a:moveTo>
                        <a:pt x="21772" y="47583"/>
                      </a:moveTo>
                      <a:cubicBezTo>
                        <a:pt x="11208" y="47583"/>
                        <a:pt x="1951" y="39906"/>
                        <a:pt x="263" y="29124"/>
                      </a:cubicBezTo>
                      <a:cubicBezTo>
                        <a:pt x="-1588" y="17253"/>
                        <a:pt x="6525" y="6090"/>
                        <a:pt x="18451" y="4238"/>
                      </a:cubicBezTo>
                      <a:lnTo>
                        <a:pt x="44044" y="263"/>
                      </a:lnTo>
                      <a:cubicBezTo>
                        <a:pt x="55969" y="-1588"/>
                        <a:pt x="67078" y="6525"/>
                        <a:pt x="68929" y="18451"/>
                      </a:cubicBezTo>
                      <a:cubicBezTo>
                        <a:pt x="70781" y="30322"/>
                        <a:pt x="62667" y="41485"/>
                        <a:pt x="50742" y="43336"/>
                      </a:cubicBezTo>
                      <a:lnTo>
                        <a:pt x="25149" y="47311"/>
                      </a:lnTo>
                      <a:cubicBezTo>
                        <a:pt x="24005" y="47475"/>
                        <a:pt x="22862" y="47583"/>
                        <a:pt x="21772" y="47583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1" name="Forme libre : forme 540">
                  <a:extLst>
                    <a:ext uri="{FF2B5EF4-FFF2-40B4-BE49-F238E27FC236}">
                      <a16:creationId xmlns:a16="http://schemas.microsoft.com/office/drawing/2014/main" id="{74D095C0-4A06-406C-81FD-08B87714F733}"/>
                    </a:ext>
                  </a:extLst>
                </p:cNvPr>
                <p:cNvSpPr/>
                <p:nvPr/>
              </p:nvSpPr>
              <p:spPr>
                <a:xfrm>
                  <a:off x="4049554" y="4500444"/>
                  <a:ext cx="69189" cy="47592"/>
                </a:xfrm>
                <a:custGeom>
                  <a:avLst/>
                  <a:gdLst>
                    <a:gd name="connsiteX0" fmla="*/ 47419 w 69189"/>
                    <a:gd name="connsiteY0" fmla="*/ 5445 h 47592"/>
                    <a:gd name="connsiteX1" fmla="*/ 63537 w 69189"/>
                    <a:gd name="connsiteY1" fmla="*/ 19277 h 47592"/>
                    <a:gd name="connsiteX2" fmla="*/ 60597 w 69189"/>
                    <a:gd name="connsiteY2" fmla="*/ 31420 h 47592"/>
                    <a:gd name="connsiteX3" fmla="*/ 49924 w 69189"/>
                    <a:gd name="connsiteY3" fmla="*/ 37900 h 47592"/>
                    <a:gd name="connsiteX4" fmla="*/ 24330 w 69189"/>
                    <a:gd name="connsiteY4" fmla="*/ 41875 h 47592"/>
                    <a:gd name="connsiteX5" fmla="*/ 21771 w 69189"/>
                    <a:gd name="connsiteY5" fmla="*/ 42093 h 47592"/>
                    <a:gd name="connsiteX6" fmla="*/ 5653 w 69189"/>
                    <a:gd name="connsiteY6" fmla="*/ 28262 h 47592"/>
                    <a:gd name="connsiteX7" fmla="*/ 8593 w 69189"/>
                    <a:gd name="connsiteY7" fmla="*/ 16118 h 47592"/>
                    <a:gd name="connsiteX8" fmla="*/ 19266 w 69189"/>
                    <a:gd name="connsiteY8" fmla="*/ 9638 h 47592"/>
                    <a:gd name="connsiteX9" fmla="*/ 44859 w 69189"/>
                    <a:gd name="connsiteY9" fmla="*/ 5663 h 47592"/>
                    <a:gd name="connsiteX10" fmla="*/ 47419 w 69189"/>
                    <a:gd name="connsiteY10" fmla="*/ 5445 h 47592"/>
                    <a:gd name="connsiteX11" fmla="*/ 47419 w 69189"/>
                    <a:gd name="connsiteY11" fmla="*/ 0 h 47592"/>
                    <a:gd name="connsiteX12" fmla="*/ 44043 w 69189"/>
                    <a:gd name="connsiteY12" fmla="*/ 272 h 47592"/>
                    <a:gd name="connsiteX13" fmla="*/ 18449 w 69189"/>
                    <a:gd name="connsiteY13" fmla="*/ 4247 h 47592"/>
                    <a:gd name="connsiteX14" fmla="*/ 262 w 69189"/>
                    <a:gd name="connsiteY14" fmla="*/ 29133 h 47592"/>
                    <a:gd name="connsiteX15" fmla="*/ 21771 w 69189"/>
                    <a:gd name="connsiteY15" fmla="*/ 47593 h 47592"/>
                    <a:gd name="connsiteX16" fmla="*/ 25147 w 69189"/>
                    <a:gd name="connsiteY16" fmla="*/ 47320 h 47592"/>
                    <a:gd name="connsiteX17" fmla="*/ 50740 w 69189"/>
                    <a:gd name="connsiteY17" fmla="*/ 43345 h 47592"/>
                    <a:gd name="connsiteX18" fmla="*/ 68928 w 69189"/>
                    <a:gd name="connsiteY18" fmla="*/ 18460 h 47592"/>
                    <a:gd name="connsiteX19" fmla="*/ 47419 w 69189"/>
                    <a:gd name="connsiteY19" fmla="*/ 0 h 47592"/>
                    <a:gd name="connsiteX20" fmla="*/ 47419 w 69189"/>
                    <a:gd name="connsiteY20" fmla="*/ 0 h 47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189" h="47592">
                      <a:moveTo>
                        <a:pt x="47419" y="5445"/>
                      </a:moveTo>
                      <a:cubicBezTo>
                        <a:pt x="55532" y="5445"/>
                        <a:pt x="62285" y="11272"/>
                        <a:pt x="63537" y="19277"/>
                      </a:cubicBezTo>
                      <a:cubicBezTo>
                        <a:pt x="64191" y="23579"/>
                        <a:pt x="63156" y="27880"/>
                        <a:pt x="60597" y="31420"/>
                      </a:cubicBezTo>
                      <a:cubicBezTo>
                        <a:pt x="58037" y="34959"/>
                        <a:pt x="54226" y="37247"/>
                        <a:pt x="49924" y="37900"/>
                      </a:cubicBezTo>
                      <a:lnTo>
                        <a:pt x="24330" y="41875"/>
                      </a:lnTo>
                      <a:cubicBezTo>
                        <a:pt x="23459" y="41984"/>
                        <a:pt x="22588" y="42093"/>
                        <a:pt x="21771" y="42093"/>
                      </a:cubicBezTo>
                      <a:cubicBezTo>
                        <a:pt x="13821" y="42093"/>
                        <a:pt x="6905" y="36157"/>
                        <a:pt x="5653" y="28262"/>
                      </a:cubicBezTo>
                      <a:cubicBezTo>
                        <a:pt x="4999" y="23960"/>
                        <a:pt x="6034" y="19658"/>
                        <a:pt x="8593" y="16118"/>
                      </a:cubicBezTo>
                      <a:cubicBezTo>
                        <a:pt x="11153" y="12579"/>
                        <a:pt x="14964" y="10292"/>
                        <a:pt x="19266" y="9638"/>
                      </a:cubicBezTo>
                      <a:lnTo>
                        <a:pt x="44859" y="5663"/>
                      </a:lnTo>
                      <a:cubicBezTo>
                        <a:pt x="45731" y="5500"/>
                        <a:pt x="46602" y="5445"/>
                        <a:pt x="47419" y="5445"/>
                      </a:cubicBezTo>
                      <a:moveTo>
                        <a:pt x="47419" y="0"/>
                      </a:moveTo>
                      <a:cubicBezTo>
                        <a:pt x="46330" y="0"/>
                        <a:pt x="45186" y="109"/>
                        <a:pt x="44043" y="272"/>
                      </a:cubicBezTo>
                      <a:lnTo>
                        <a:pt x="18449" y="4247"/>
                      </a:lnTo>
                      <a:cubicBezTo>
                        <a:pt x="6578" y="6099"/>
                        <a:pt x="-1590" y="17207"/>
                        <a:pt x="262" y="29133"/>
                      </a:cubicBezTo>
                      <a:cubicBezTo>
                        <a:pt x="1950" y="39860"/>
                        <a:pt x="11207" y="47593"/>
                        <a:pt x="21771" y="47593"/>
                      </a:cubicBezTo>
                      <a:cubicBezTo>
                        <a:pt x="22860" y="47593"/>
                        <a:pt x="24004" y="47484"/>
                        <a:pt x="25147" y="47320"/>
                      </a:cubicBezTo>
                      <a:lnTo>
                        <a:pt x="50740" y="43345"/>
                      </a:lnTo>
                      <a:cubicBezTo>
                        <a:pt x="62611" y="41494"/>
                        <a:pt x="70779" y="30385"/>
                        <a:pt x="68928" y="18460"/>
                      </a:cubicBezTo>
                      <a:cubicBezTo>
                        <a:pt x="67294" y="7678"/>
                        <a:pt x="58037" y="0"/>
                        <a:pt x="47419" y="0"/>
                      </a:cubicBezTo>
                      <a:lnTo>
                        <a:pt x="47419" y="0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2" name="Forme libre : forme 541">
                  <a:extLst>
                    <a:ext uri="{FF2B5EF4-FFF2-40B4-BE49-F238E27FC236}">
                      <a16:creationId xmlns:a16="http://schemas.microsoft.com/office/drawing/2014/main" id="{0C6442CB-9568-411B-AAA0-BA88A24ED9CE}"/>
                    </a:ext>
                  </a:extLst>
                </p:cNvPr>
                <p:cNvSpPr/>
                <p:nvPr/>
              </p:nvSpPr>
              <p:spPr>
                <a:xfrm>
                  <a:off x="4073509" y="4509666"/>
                  <a:ext cx="34258" cy="17096"/>
                </a:xfrm>
                <a:custGeom>
                  <a:avLst/>
                  <a:gdLst>
                    <a:gd name="connsiteX0" fmla="*/ 28746 w 34258"/>
                    <a:gd name="connsiteY0" fmla="*/ 2649 h 17096"/>
                    <a:gd name="connsiteX1" fmla="*/ 22484 w 34258"/>
                    <a:gd name="connsiteY1" fmla="*/ 743 h 17096"/>
                    <a:gd name="connsiteX2" fmla="*/ 13281 w 34258"/>
                    <a:gd name="connsiteY2" fmla="*/ 144 h 17096"/>
                    <a:gd name="connsiteX3" fmla="*/ 2880 w 34258"/>
                    <a:gd name="connsiteY3" fmla="*/ 4990 h 17096"/>
                    <a:gd name="connsiteX4" fmla="*/ 267 w 34258"/>
                    <a:gd name="connsiteY4" fmla="*/ 11906 h 17096"/>
                    <a:gd name="connsiteX5" fmla="*/ 2499 w 34258"/>
                    <a:gd name="connsiteY5" fmla="*/ 14683 h 17096"/>
                    <a:gd name="connsiteX6" fmla="*/ 9197 w 34258"/>
                    <a:gd name="connsiteY6" fmla="*/ 17025 h 17096"/>
                    <a:gd name="connsiteX7" fmla="*/ 20796 w 34258"/>
                    <a:gd name="connsiteY7" fmla="*/ 10654 h 17096"/>
                    <a:gd name="connsiteX8" fmla="*/ 26187 w 34258"/>
                    <a:gd name="connsiteY8" fmla="*/ 12342 h 17096"/>
                    <a:gd name="connsiteX9" fmla="*/ 34246 w 34258"/>
                    <a:gd name="connsiteY9" fmla="*/ 9129 h 17096"/>
                    <a:gd name="connsiteX10" fmla="*/ 28746 w 34258"/>
                    <a:gd name="connsiteY10" fmla="*/ 2649 h 17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258" h="17096">
                      <a:moveTo>
                        <a:pt x="28746" y="2649"/>
                      </a:moveTo>
                      <a:cubicBezTo>
                        <a:pt x="26840" y="1614"/>
                        <a:pt x="24662" y="1124"/>
                        <a:pt x="22484" y="743"/>
                      </a:cubicBezTo>
                      <a:cubicBezTo>
                        <a:pt x="19434" y="199"/>
                        <a:pt x="16331" y="-237"/>
                        <a:pt x="13281" y="144"/>
                      </a:cubicBezTo>
                      <a:cubicBezTo>
                        <a:pt x="9415" y="634"/>
                        <a:pt x="5712" y="2322"/>
                        <a:pt x="2880" y="4990"/>
                      </a:cubicBezTo>
                      <a:cubicBezTo>
                        <a:pt x="975" y="6788"/>
                        <a:pt x="-659" y="9456"/>
                        <a:pt x="267" y="11906"/>
                      </a:cubicBezTo>
                      <a:cubicBezTo>
                        <a:pt x="702" y="13050"/>
                        <a:pt x="1573" y="13921"/>
                        <a:pt x="2499" y="14683"/>
                      </a:cubicBezTo>
                      <a:cubicBezTo>
                        <a:pt x="4405" y="16208"/>
                        <a:pt x="6801" y="17406"/>
                        <a:pt x="9197" y="17025"/>
                      </a:cubicBezTo>
                      <a:cubicBezTo>
                        <a:pt x="13662" y="16317"/>
                        <a:pt x="16276" y="10490"/>
                        <a:pt x="20796" y="10654"/>
                      </a:cubicBezTo>
                      <a:cubicBezTo>
                        <a:pt x="22702" y="10708"/>
                        <a:pt x="24335" y="11852"/>
                        <a:pt x="26187" y="12342"/>
                      </a:cubicBezTo>
                      <a:cubicBezTo>
                        <a:pt x="28474" y="12941"/>
                        <a:pt x="33919" y="12287"/>
                        <a:pt x="34246" y="9129"/>
                      </a:cubicBezTo>
                      <a:cubicBezTo>
                        <a:pt x="34518" y="6842"/>
                        <a:pt x="30488" y="3575"/>
                        <a:pt x="28746" y="2649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3" name="Forme libre : forme 542">
                  <a:extLst>
                    <a:ext uri="{FF2B5EF4-FFF2-40B4-BE49-F238E27FC236}">
                      <a16:creationId xmlns:a16="http://schemas.microsoft.com/office/drawing/2014/main" id="{76CFCC30-D622-4460-8C5D-3FBB180F4B13}"/>
                    </a:ext>
                  </a:extLst>
                </p:cNvPr>
                <p:cNvSpPr/>
                <p:nvPr/>
              </p:nvSpPr>
              <p:spPr>
                <a:xfrm>
                  <a:off x="4049607" y="4500399"/>
                  <a:ext cx="69192" cy="47583"/>
                </a:xfrm>
                <a:custGeom>
                  <a:avLst/>
                  <a:gdLst>
                    <a:gd name="connsiteX0" fmla="*/ 21772 w 69192"/>
                    <a:gd name="connsiteY0" fmla="*/ 47583 h 47583"/>
                    <a:gd name="connsiteX1" fmla="*/ 263 w 69192"/>
                    <a:gd name="connsiteY1" fmla="*/ 29124 h 47583"/>
                    <a:gd name="connsiteX2" fmla="*/ 18451 w 69192"/>
                    <a:gd name="connsiteY2" fmla="*/ 4238 h 47583"/>
                    <a:gd name="connsiteX3" fmla="*/ 44044 w 69192"/>
                    <a:gd name="connsiteY3" fmla="*/ 263 h 47583"/>
                    <a:gd name="connsiteX4" fmla="*/ 68929 w 69192"/>
                    <a:gd name="connsiteY4" fmla="*/ 18451 h 47583"/>
                    <a:gd name="connsiteX5" fmla="*/ 50742 w 69192"/>
                    <a:gd name="connsiteY5" fmla="*/ 43336 h 47583"/>
                    <a:gd name="connsiteX6" fmla="*/ 25149 w 69192"/>
                    <a:gd name="connsiteY6" fmla="*/ 47311 h 47583"/>
                    <a:gd name="connsiteX7" fmla="*/ 21772 w 69192"/>
                    <a:gd name="connsiteY7" fmla="*/ 47583 h 47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192" h="47583">
                      <a:moveTo>
                        <a:pt x="21772" y="47583"/>
                      </a:moveTo>
                      <a:cubicBezTo>
                        <a:pt x="11208" y="47583"/>
                        <a:pt x="1951" y="39906"/>
                        <a:pt x="263" y="29124"/>
                      </a:cubicBezTo>
                      <a:cubicBezTo>
                        <a:pt x="-1588" y="17253"/>
                        <a:pt x="6525" y="6090"/>
                        <a:pt x="18451" y="4238"/>
                      </a:cubicBezTo>
                      <a:lnTo>
                        <a:pt x="44044" y="263"/>
                      </a:lnTo>
                      <a:cubicBezTo>
                        <a:pt x="55969" y="-1588"/>
                        <a:pt x="67078" y="6525"/>
                        <a:pt x="68929" y="18451"/>
                      </a:cubicBezTo>
                      <a:cubicBezTo>
                        <a:pt x="70781" y="30322"/>
                        <a:pt x="62667" y="41485"/>
                        <a:pt x="50742" y="43336"/>
                      </a:cubicBezTo>
                      <a:lnTo>
                        <a:pt x="25149" y="47311"/>
                      </a:lnTo>
                      <a:cubicBezTo>
                        <a:pt x="24005" y="47475"/>
                        <a:pt x="22862" y="47583"/>
                        <a:pt x="21772" y="47583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44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3870990" y="4519231"/>
                <a:ext cx="73131" cy="43563"/>
                <a:chOff x="3870990" y="4519231"/>
                <a:chExt cx="73131" cy="43563"/>
              </a:xfrm>
              <a:solidFill>
                <a:schemeClr val="accent1"/>
              </a:solidFill>
            </p:grpSpPr>
            <p:sp>
              <p:nvSpPr>
                <p:cNvPr id="545" name="Forme libre : forme 544">
                  <a:extLst>
                    <a:ext uri="{FF2B5EF4-FFF2-40B4-BE49-F238E27FC236}">
                      <a16:creationId xmlns:a16="http://schemas.microsoft.com/office/drawing/2014/main" id="{237C81C2-339E-4C08-A42E-58D62CEC3343}"/>
                    </a:ext>
                  </a:extLst>
                </p:cNvPr>
                <p:cNvSpPr/>
                <p:nvPr/>
              </p:nvSpPr>
              <p:spPr>
                <a:xfrm>
                  <a:off x="3870990" y="4519231"/>
                  <a:ext cx="73131" cy="43563"/>
                </a:xfrm>
                <a:custGeom>
                  <a:avLst/>
                  <a:gdLst>
                    <a:gd name="connsiteX0" fmla="*/ 51350 w 73131"/>
                    <a:gd name="connsiteY0" fmla="*/ 43563 h 43563"/>
                    <a:gd name="connsiteX1" fmla="*/ 21782 w 73131"/>
                    <a:gd name="connsiteY1" fmla="*/ 43563 h 43563"/>
                    <a:gd name="connsiteX2" fmla="*/ 0 w 73131"/>
                    <a:gd name="connsiteY2" fmla="*/ 21782 h 43563"/>
                    <a:gd name="connsiteX3" fmla="*/ 21782 w 73131"/>
                    <a:gd name="connsiteY3" fmla="*/ 0 h 43563"/>
                    <a:gd name="connsiteX4" fmla="*/ 51350 w 73131"/>
                    <a:gd name="connsiteY4" fmla="*/ 0 h 43563"/>
                    <a:gd name="connsiteX5" fmla="*/ 73131 w 73131"/>
                    <a:gd name="connsiteY5" fmla="*/ 21782 h 43563"/>
                    <a:gd name="connsiteX6" fmla="*/ 51350 w 73131"/>
                    <a:gd name="connsiteY6" fmla="*/ 43563 h 43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131" h="43563">
                      <a:moveTo>
                        <a:pt x="51350" y="43563"/>
                      </a:moveTo>
                      <a:lnTo>
                        <a:pt x="21782" y="43563"/>
                      </a:lnTo>
                      <a:cubicBezTo>
                        <a:pt x="9747" y="43563"/>
                        <a:pt x="0" y="33816"/>
                        <a:pt x="0" y="21782"/>
                      </a:cubicBezTo>
                      <a:cubicBezTo>
                        <a:pt x="0" y="9747"/>
                        <a:pt x="9747" y="0"/>
                        <a:pt x="21782" y="0"/>
                      </a:cubicBezTo>
                      <a:lnTo>
                        <a:pt x="51350" y="0"/>
                      </a:lnTo>
                      <a:cubicBezTo>
                        <a:pt x="63384" y="0"/>
                        <a:pt x="73131" y="9747"/>
                        <a:pt x="73131" y="21782"/>
                      </a:cubicBezTo>
                      <a:cubicBezTo>
                        <a:pt x="73131" y="33816"/>
                        <a:pt x="63330" y="43563"/>
                        <a:pt x="51350" y="43563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6" name="Forme libre : forme 545">
                  <a:extLst>
                    <a:ext uri="{FF2B5EF4-FFF2-40B4-BE49-F238E27FC236}">
                      <a16:creationId xmlns:a16="http://schemas.microsoft.com/office/drawing/2014/main" id="{BF9CD0FD-74FF-4DDA-8379-3CF8AA026CCA}"/>
                    </a:ext>
                  </a:extLst>
                </p:cNvPr>
                <p:cNvSpPr/>
                <p:nvPr/>
              </p:nvSpPr>
              <p:spPr>
                <a:xfrm>
                  <a:off x="3870990" y="4519231"/>
                  <a:ext cx="73131" cy="43563"/>
                </a:xfrm>
                <a:custGeom>
                  <a:avLst/>
                  <a:gdLst>
                    <a:gd name="connsiteX0" fmla="*/ 51350 w 73131"/>
                    <a:gd name="connsiteY0" fmla="*/ 5445 h 43563"/>
                    <a:gd name="connsiteX1" fmla="*/ 67686 w 73131"/>
                    <a:gd name="connsiteY1" fmla="*/ 21782 h 43563"/>
                    <a:gd name="connsiteX2" fmla="*/ 51350 w 73131"/>
                    <a:gd name="connsiteY2" fmla="*/ 38118 h 43563"/>
                    <a:gd name="connsiteX3" fmla="*/ 21782 w 73131"/>
                    <a:gd name="connsiteY3" fmla="*/ 38118 h 43563"/>
                    <a:gd name="connsiteX4" fmla="*/ 5445 w 73131"/>
                    <a:gd name="connsiteY4" fmla="*/ 21782 h 43563"/>
                    <a:gd name="connsiteX5" fmla="*/ 21782 w 73131"/>
                    <a:gd name="connsiteY5" fmla="*/ 5445 h 43563"/>
                    <a:gd name="connsiteX6" fmla="*/ 51350 w 73131"/>
                    <a:gd name="connsiteY6" fmla="*/ 5445 h 43563"/>
                    <a:gd name="connsiteX7" fmla="*/ 51350 w 73131"/>
                    <a:gd name="connsiteY7" fmla="*/ 0 h 43563"/>
                    <a:gd name="connsiteX8" fmla="*/ 21782 w 73131"/>
                    <a:gd name="connsiteY8" fmla="*/ 0 h 43563"/>
                    <a:gd name="connsiteX9" fmla="*/ 0 w 73131"/>
                    <a:gd name="connsiteY9" fmla="*/ 21782 h 43563"/>
                    <a:gd name="connsiteX10" fmla="*/ 21782 w 73131"/>
                    <a:gd name="connsiteY10" fmla="*/ 43563 h 43563"/>
                    <a:gd name="connsiteX11" fmla="*/ 51350 w 73131"/>
                    <a:gd name="connsiteY11" fmla="*/ 43563 h 43563"/>
                    <a:gd name="connsiteX12" fmla="*/ 73131 w 73131"/>
                    <a:gd name="connsiteY12" fmla="*/ 21782 h 43563"/>
                    <a:gd name="connsiteX13" fmla="*/ 51350 w 73131"/>
                    <a:gd name="connsiteY13" fmla="*/ 0 h 43563"/>
                    <a:gd name="connsiteX14" fmla="*/ 51350 w 73131"/>
                    <a:gd name="connsiteY14" fmla="*/ 0 h 43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73131" h="43563">
                      <a:moveTo>
                        <a:pt x="51350" y="5445"/>
                      </a:moveTo>
                      <a:cubicBezTo>
                        <a:pt x="60335" y="5445"/>
                        <a:pt x="67686" y="12797"/>
                        <a:pt x="67686" y="21782"/>
                      </a:cubicBezTo>
                      <a:cubicBezTo>
                        <a:pt x="67686" y="30766"/>
                        <a:pt x="60335" y="38118"/>
                        <a:pt x="51350" y="38118"/>
                      </a:cubicBezTo>
                      <a:lnTo>
                        <a:pt x="21782" y="38118"/>
                      </a:lnTo>
                      <a:cubicBezTo>
                        <a:pt x="12797" y="38118"/>
                        <a:pt x="5445" y="30766"/>
                        <a:pt x="5445" y="21782"/>
                      </a:cubicBezTo>
                      <a:cubicBezTo>
                        <a:pt x="5445" y="12797"/>
                        <a:pt x="12797" y="5445"/>
                        <a:pt x="21782" y="5445"/>
                      </a:cubicBezTo>
                      <a:lnTo>
                        <a:pt x="51350" y="5445"/>
                      </a:lnTo>
                      <a:moveTo>
                        <a:pt x="51350" y="0"/>
                      </a:moveTo>
                      <a:lnTo>
                        <a:pt x="21782" y="0"/>
                      </a:lnTo>
                      <a:cubicBezTo>
                        <a:pt x="9747" y="0"/>
                        <a:pt x="0" y="9747"/>
                        <a:pt x="0" y="21782"/>
                      </a:cubicBezTo>
                      <a:cubicBezTo>
                        <a:pt x="0" y="33816"/>
                        <a:pt x="9747" y="43563"/>
                        <a:pt x="21782" y="43563"/>
                      </a:cubicBezTo>
                      <a:lnTo>
                        <a:pt x="51350" y="43563"/>
                      </a:lnTo>
                      <a:cubicBezTo>
                        <a:pt x="63384" y="43563"/>
                        <a:pt x="73131" y="33816"/>
                        <a:pt x="73131" y="21782"/>
                      </a:cubicBezTo>
                      <a:cubicBezTo>
                        <a:pt x="73131" y="9747"/>
                        <a:pt x="63330" y="0"/>
                        <a:pt x="51350" y="0"/>
                      </a:cubicBezTo>
                      <a:lnTo>
                        <a:pt x="51350" y="0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7" name="Forme libre : forme 546">
                  <a:extLst>
                    <a:ext uri="{FF2B5EF4-FFF2-40B4-BE49-F238E27FC236}">
                      <a16:creationId xmlns:a16="http://schemas.microsoft.com/office/drawing/2014/main" id="{E5BDA97E-C709-4603-AD46-B7502A1783CC}"/>
                    </a:ext>
                  </a:extLst>
                </p:cNvPr>
                <p:cNvSpPr/>
                <p:nvPr/>
              </p:nvSpPr>
              <p:spPr>
                <a:xfrm>
                  <a:off x="3881860" y="4528181"/>
                  <a:ext cx="26052" cy="16809"/>
                </a:xfrm>
                <a:custGeom>
                  <a:avLst/>
                  <a:gdLst>
                    <a:gd name="connsiteX0" fmla="*/ 9550 w 26052"/>
                    <a:gd name="connsiteY0" fmla="*/ 1287 h 16809"/>
                    <a:gd name="connsiteX1" fmla="*/ 20 w 26052"/>
                    <a:gd name="connsiteY1" fmla="*/ 11851 h 16809"/>
                    <a:gd name="connsiteX2" fmla="*/ 2688 w 26052"/>
                    <a:gd name="connsiteY2" fmla="*/ 16752 h 16809"/>
                    <a:gd name="connsiteX3" fmla="*/ 7371 w 26052"/>
                    <a:gd name="connsiteY3" fmla="*/ 14192 h 16809"/>
                    <a:gd name="connsiteX4" fmla="*/ 15267 w 26052"/>
                    <a:gd name="connsiteY4" fmla="*/ 8856 h 16809"/>
                    <a:gd name="connsiteX5" fmla="*/ 25287 w 26052"/>
                    <a:gd name="connsiteY5" fmla="*/ 2975 h 16809"/>
                    <a:gd name="connsiteX6" fmla="*/ 9550 w 26052"/>
                    <a:gd name="connsiteY6" fmla="*/ 1287 h 16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6052" h="16809">
                      <a:moveTo>
                        <a:pt x="9550" y="1287"/>
                      </a:moveTo>
                      <a:cubicBezTo>
                        <a:pt x="4758" y="2866"/>
                        <a:pt x="456" y="6841"/>
                        <a:pt x="20" y="11851"/>
                      </a:cubicBezTo>
                      <a:cubicBezTo>
                        <a:pt x="-143" y="13866"/>
                        <a:pt x="674" y="16370"/>
                        <a:pt x="2688" y="16752"/>
                      </a:cubicBezTo>
                      <a:cubicBezTo>
                        <a:pt x="4540" y="17133"/>
                        <a:pt x="6065" y="15554"/>
                        <a:pt x="7371" y="14192"/>
                      </a:cubicBezTo>
                      <a:cubicBezTo>
                        <a:pt x="9604" y="11905"/>
                        <a:pt x="12163" y="9782"/>
                        <a:pt x="15267" y="8856"/>
                      </a:cubicBezTo>
                      <a:cubicBezTo>
                        <a:pt x="17554" y="8202"/>
                        <a:pt x="29099" y="7712"/>
                        <a:pt x="25287" y="2975"/>
                      </a:cubicBezTo>
                      <a:cubicBezTo>
                        <a:pt x="21856" y="-1218"/>
                        <a:pt x="13960" y="-183"/>
                        <a:pt x="9550" y="1287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8" name="Forme libre : forme 547">
                  <a:extLst>
                    <a:ext uri="{FF2B5EF4-FFF2-40B4-BE49-F238E27FC236}">
                      <a16:creationId xmlns:a16="http://schemas.microsoft.com/office/drawing/2014/main" id="{5377F11A-D903-4FF8-87FA-34E59E94914B}"/>
                    </a:ext>
                  </a:extLst>
                </p:cNvPr>
                <p:cNvSpPr/>
                <p:nvPr/>
              </p:nvSpPr>
              <p:spPr>
                <a:xfrm>
                  <a:off x="3870990" y="4519231"/>
                  <a:ext cx="73131" cy="43563"/>
                </a:xfrm>
                <a:custGeom>
                  <a:avLst/>
                  <a:gdLst>
                    <a:gd name="connsiteX0" fmla="*/ 51350 w 73131"/>
                    <a:gd name="connsiteY0" fmla="*/ 43563 h 43563"/>
                    <a:gd name="connsiteX1" fmla="*/ 21782 w 73131"/>
                    <a:gd name="connsiteY1" fmla="*/ 43563 h 43563"/>
                    <a:gd name="connsiteX2" fmla="*/ 0 w 73131"/>
                    <a:gd name="connsiteY2" fmla="*/ 21782 h 43563"/>
                    <a:gd name="connsiteX3" fmla="*/ 21782 w 73131"/>
                    <a:gd name="connsiteY3" fmla="*/ 0 h 43563"/>
                    <a:gd name="connsiteX4" fmla="*/ 51350 w 73131"/>
                    <a:gd name="connsiteY4" fmla="*/ 0 h 43563"/>
                    <a:gd name="connsiteX5" fmla="*/ 73131 w 73131"/>
                    <a:gd name="connsiteY5" fmla="*/ 21782 h 43563"/>
                    <a:gd name="connsiteX6" fmla="*/ 51350 w 73131"/>
                    <a:gd name="connsiteY6" fmla="*/ 43563 h 43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131" h="43563">
                      <a:moveTo>
                        <a:pt x="51350" y="43563"/>
                      </a:moveTo>
                      <a:lnTo>
                        <a:pt x="21782" y="43563"/>
                      </a:lnTo>
                      <a:cubicBezTo>
                        <a:pt x="9747" y="43563"/>
                        <a:pt x="0" y="33816"/>
                        <a:pt x="0" y="21782"/>
                      </a:cubicBezTo>
                      <a:cubicBezTo>
                        <a:pt x="0" y="9747"/>
                        <a:pt x="9747" y="0"/>
                        <a:pt x="21782" y="0"/>
                      </a:cubicBezTo>
                      <a:lnTo>
                        <a:pt x="51350" y="0"/>
                      </a:lnTo>
                      <a:cubicBezTo>
                        <a:pt x="63384" y="0"/>
                        <a:pt x="73131" y="9747"/>
                        <a:pt x="73131" y="21782"/>
                      </a:cubicBezTo>
                      <a:cubicBezTo>
                        <a:pt x="73131" y="33816"/>
                        <a:pt x="63330" y="43563"/>
                        <a:pt x="51350" y="43563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49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3890281" y="4581172"/>
                <a:ext cx="67589" cy="68748"/>
                <a:chOff x="3890281" y="4581172"/>
                <a:chExt cx="67589" cy="68748"/>
              </a:xfrm>
              <a:solidFill>
                <a:schemeClr val="accent1"/>
              </a:solidFill>
            </p:grpSpPr>
            <p:sp>
              <p:nvSpPr>
                <p:cNvPr id="550" name="Forme libre : forme 549">
                  <a:extLst>
                    <a:ext uri="{FF2B5EF4-FFF2-40B4-BE49-F238E27FC236}">
                      <a16:creationId xmlns:a16="http://schemas.microsoft.com/office/drawing/2014/main" id="{B0E7F831-2271-4D80-8402-D84362B2A61E}"/>
                    </a:ext>
                  </a:extLst>
                </p:cNvPr>
                <p:cNvSpPr/>
                <p:nvPr/>
              </p:nvSpPr>
              <p:spPr>
                <a:xfrm>
                  <a:off x="3890281" y="4581172"/>
                  <a:ext cx="67535" cy="68639"/>
                </a:xfrm>
                <a:custGeom>
                  <a:avLst/>
                  <a:gdLst>
                    <a:gd name="connsiteX0" fmla="*/ 21821 w 67535"/>
                    <a:gd name="connsiteY0" fmla="*/ 68639 h 68639"/>
                    <a:gd name="connsiteX1" fmla="*/ 14906 w 67535"/>
                    <a:gd name="connsiteY1" fmla="*/ 67495 h 68639"/>
                    <a:gd name="connsiteX2" fmla="*/ 1129 w 67535"/>
                    <a:gd name="connsiteY2" fmla="*/ 39942 h 68639"/>
                    <a:gd name="connsiteX3" fmla="*/ 30370 w 67535"/>
                    <a:gd name="connsiteY3" fmla="*/ 6344 h 68639"/>
                    <a:gd name="connsiteX4" fmla="*/ 61191 w 67535"/>
                    <a:gd name="connsiteY4" fmla="*/ 6398 h 68639"/>
                    <a:gd name="connsiteX5" fmla="*/ 61137 w 67535"/>
                    <a:gd name="connsiteY5" fmla="*/ 37219 h 68639"/>
                    <a:gd name="connsiteX6" fmla="*/ 39736 w 67535"/>
                    <a:gd name="connsiteY6" fmla="*/ 59219 h 68639"/>
                    <a:gd name="connsiteX7" fmla="*/ 21821 w 67535"/>
                    <a:gd name="connsiteY7" fmla="*/ 68639 h 68639"/>
                    <a:gd name="connsiteX8" fmla="*/ 42459 w 67535"/>
                    <a:gd name="connsiteY8" fmla="*/ 53773 h 68639"/>
                    <a:gd name="connsiteX9" fmla="*/ 42459 w 67535"/>
                    <a:gd name="connsiteY9" fmla="*/ 53773 h 68639"/>
                    <a:gd name="connsiteX10" fmla="*/ 42459 w 67535"/>
                    <a:gd name="connsiteY10" fmla="*/ 53773 h 68639"/>
                    <a:gd name="connsiteX11" fmla="*/ 42459 w 67535"/>
                    <a:gd name="connsiteY11" fmla="*/ 53773 h 68639"/>
                    <a:gd name="connsiteX12" fmla="*/ 42459 w 67535"/>
                    <a:gd name="connsiteY12" fmla="*/ 53773 h 68639"/>
                    <a:gd name="connsiteX13" fmla="*/ 42459 w 67535"/>
                    <a:gd name="connsiteY13" fmla="*/ 53773 h 68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7535" h="68639">
                      <a:moveTo>
                        <a:pt x="21821" y="68639"/>
                      </a:moveTo>
                      <a:cubicBezTo>
                        <a:pt x="19534" y="68639"/>
                        <a:pt x="17193" y="68258"/>
                        <a:pt x="14906" y="67495"/>
                      </a:cubicBezTo>
                      <a:cubicBezTo>
                        <a:pt x="3470" y="63684"/>
                        <a:pt x="-2683" y="51377"/>
                        <a:pt x="1129" y="39942"/>
                      </a:cubicBezTo>
                      <a:cubicBezTo>
                        <a:pt x="2871" y="34714"/>
                        <a:pt x="3307" y="33353"/>
                        <a:pt x="30370" y="6344"/>
                      </a:cubicBezTo>
                      <a:cubicBezTo>
                        <a:pt x="38865" y="-2151"/>
                        <a:pt x="52697" y="-2096"/>
                        <a:pt x="61191" y="6398"/>
                      </a:cubicBezTo>
                      <a:cubicBezTo>
                        <a:pt x="69686" y="14893"/>
                        <a:pt x="69632" y="28724"/>
                        <a:pt x="61137" y="37219"/>
                      </a:cubicBezTo>
                      <a:cubicBezTo>
                        <a:pt x="52697" y="45605"/>
                        <a:pt x="42568" y="56006"/>
                        <a:pt x="39736" y="59219"/>
                      </a:cubicBezTo>
                      <a:cubicBezTo>
                        <a:pt x="35652" y="65154"/>
                        <a:pt x="28900" y="68639"/>
                        <a:pt x="21821" y="68639"/>
                      </a:cubicBezTo>
                      <a:close/>
                      <a:moveTo>
                        <a:pt x="42459" y="53773"/>
                      </a:moveTo>
                      <a:cubicBezTo>
                        <a:pt x="42459" y="53773"/>
                        <a:pt x="42459" y="53773"/>
                        <a:pt x="42459" y="53773"/>
                      </a:cubicBezTo>
                      <a:cubicBezTo>
                        <a:pt x="42459" y="53773"/>
                        <a:pt x="42459" y="53773"/>
                        <a:pt x="42459" y="53773"/>
                      </a:cubicBezTo>
                      <a:close/>
                      <a:moveTo>
                        <a:pt x="42459" y="53773"/>
                      </a:moveTo>
                      <a:cubicBezTo>
                        <a:pt x="42459" y="53773"/>
                        <a:pt x="42459" y="53773"/>
                        <a:pt x="42459" y="53773"/>
                      </a:cubicBezTo>
                      <a:cubicBezTo>
                        <a:pt x="42459" y="53773"/>
                        <a:pt x="42459" y="53773"/>
                        <a:pt x="42459" y="53773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1" name="Forme libre : forme 550">
                  <a:extLst>
                    <a:ext uri="{FF2B5EF4-FFF2-40B4-BE49-F238E27FC236}">
                      <a16:creationId xmlns:a16="http://schemas.microsoft.com/office/drawing/2014/main" id="{A03836C7-DCF9-404A-846F-2CC91D660AE2}"/>
                    </a:ext>
                  </a:extLst>
                </p:cNvPr>
                <p:cNvSpPr/>
                <p:nvPr/>
              </p:nvSpPr>
              <p:spPr>
                <a:xfrm>
                  <a:off x="3890336" y="4581254"/>
                  <a:ext cx="67535" cy="68666"/>
                </a:xfrm>
                <a:custGeom>
                  <a:avLst/>
                  <a:gdLst>
                    <a:gd name="connsiteX0" fmla="*/ 45726 w 67535"/>
                    <a:gd name="connsiteY0" fmla="*/ 5445 h 68666"/>
                    <a:gd name="connsiteX1" fmla="*/ 45726 w 67535"/>
                    <a:gd name="connsiteY1" fmla="*/ 5445 h 68666"/>
                    <a:gd name="connsiteX2" fmla="*/ 57325 w 67535"/>
                    <a:gd name="connsiteY2" fmla="*/ 10237 h 68666"/>
                    <a:gd name="connsiteX3" fmla="*/ 62063 w 67535"/>
                    <a:gd name="connsiteY3" fmla="*/ 21782 h 68666"/>
                    <a:gd name="connsiteX4" fmla="*/ 57271 w 67535"/>
                    <a:gd name="connsiteY4" fmla="*/ 33326 h 68666"/>
                    <a:gd name="connsiteX5" fmla="*/ 35217 w 67535"/>
                    <a:gd name="connsiteY5" fmla="*/ 56087 h 68666"/>
                    <a:gd name="connsiteX6" fmla="*/ 21767 w 67535"/>
                    <a:gd name="connsiteY6" fmla="*/ 63166 h 68666"/>
                    <a:gd name="connsiteX7" fmla="*/ 16594 w 67535"/>
                    <a:gd name="connsiteY7" fmla="*/ 62349 h 68666"/>
                    <a:gd name="connsiteX8" fmla="*/ 6247 w 67535"/>
                    <a:gd name="connsiteY8" fmla="*/ 41711 h 68666"/>
                    <a:gd name="connsiteX9" fmla="*/ 34182 w 67535"/>
                    <a:gd name="connsiteY9" fmla="*/ 10292 h 68666"/>
                    <a:gd name="connsiteX10" fmla="*/ 45726 w 67535"/>
                    <a:gd name="connsiteY10" fmla="*/ 5445 h 68666"/>
                    <a:gd name="connsiteX11" fmla="*/ 45726 w 67535"/>
                    <a:gd name="connsiteY11" fmla="*/ 0 h 68666"/>
                    <a:gd name="connsiteX12" fmla="*/ 30371 w 67535"/>
                    <a:gd name="connsiteY12" fmla="*/ 6371 h 68666"/>
                    <a:gd name="connsiteX13" fmla="*/ 1129 w 67535"/>
                    <a:gd name="connsiteY13" fmla="*/ 39969 h 68666"/>
                    <a:gd name="connsiteX14" fmla="*/ 14905 w 67535"/>
                    <a:gd name="connsiteY14" fmla="*/ 67523 h 68666"/>
                    <a:gd name="connsiteX15" fmla="*/ 21821 w 67535"/>
                    <a:gd name="connsiteY15" fmla="*/ 68666 h 68666"/>
                    <a:gd name="connsiteX16" fmla="*/ 39736 w 67535"/>
                    <a:gd name="connsiteY16" fmla="*/ 59245 h 68666"/>
                    <a:gd name="connsiteX17" fmla="*/ 61137 w 67535"/>
                    <a:gd name="connsiteY17" fmla="*/ 37246 h 68666"/>
                    <a:gd name="connsiteX18" fmla="*/ 61191 w 67535"/>
                    <a:gd name="connsiteY18" fmla="*/ 6426 h 68666"/>
                    <a:gd name="connsiteX19" fmla="*/ 45726 w 67535"/>
                    <a:gd name="connsiteY19" fmla="*/ 0 h 68666"/>
                    <a:gd name="connsiteX20" fmla="*/ 45726 w 67535"/>
                    <a:gd name="connsiteY20" fmla="*/ 0 h 68666"/>
                    <a:gd name="connsiteX21" fmla="*/ 42405 w 67535"/>
                    <a:gd name="connsiteY21" fmla="*/ 53691 h 68666"/>
                    <a:gd name="connsiteX22" fmla="*/ 42405 w 67535"/>
                    <a:gd name="connsiteY22" fmla="*/ 53691 h 68666"/>
                    <a:gd name="connsiteX23" fmla="*/ 42405 w 67535"/>
                    <a:gd name="connsiteY23" fmla="*/ 53691 h 68666"/>
                    <a:gd name="connsiteX24" fmla="*/ 42405 w 67535"/>
                    <a:gd name="connsiteY24" fmla="*/ 53691 h 68666"/>
                    <a:gd name="connsiteX25" fmla="*/ 42405 w 67535"/>
                    <a:gd name="connsiteY25" fmla="*/ 53691 h 68666"/>
                    <a:gd name="connsiteX26" fmla="*/ 42405 w 67535"/>
                    <a:gd name="connsiteY26" fmla="*/ 53691 h 68666"/>
                    <a:gd name="connsiteX27" fmla="*/ 42405 w 67535"/>
                    <a:gd name="connsiteY27" fmla="*/ 53691 h 68666"/>
                    <a:gd name="connsiteX28" fmla="*/ 42405 w 67535"/>
                    <a:gd name="connsiteY28" fmla="*/ 53691 h 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67535" h="68666">
                      <a:moveTo>
                        <a:pt x="45726" y="5445"/>
                      </a:moveTo>
                      <a:lnTo>
                        <a:pt x="45726" y="5445"/>
                      </a:lnTo>
                      <a:cubicBezTo>
                        <a:pt x="50083" y="5445"/>
                        <a:pt x="54221" y="7133"/>
                        <a:pt x="57325" y="10237"/>
                      </a:cubicBezTo>
                      <a:cubicBezTo>
                        <a:pt x="60429" y="13341"/>
                        <a:pt x="62117" y="17425"/>
                        <a:pt x="62063" y="21782"/>
                      </a:cubicBezTo>
                      <a:cubicBezTo>
                        <a:pt x="62063" y="26138"/>
                        <a:pt x="60374" y="30222"/>
                        <a:pt x="57271" y="33326"/>
                      </a:cubicBezTo>
                      <a:cubicBezTo>
                        <a:pt x="51008" y="39588"/>
                        <a:pt x="35217" y="56087"/>
                        <a:pt x="35217" y="56087"/>
                      </a:cubicBezTo>
                      <a:cubicBezTo>
                        <a:pt x="32167" y="60498"/>
                        <a:pt x="27158" y="63166"/>
                        <a:pt x="21767" y="63166"/>
                      </a:cubicBezTo>
                      <a:cubicBezTo>
                        <a:pt x="20024" y="63166"/>
                        <a:pt x="18282" y="62894"/>
                        <a:pt x="16594" y="62349"/>
                      </a:cubicBezTo>
                      <a:cubicBezTo>
                        <a:pt x="8044" y="59518"/>
                        <a:pt x="3416" y="50206"/>
                        <a:pt x="6247" y="41711"/>
                      </a:cubicBezTo>
                      <a:cubicBezTo>
                        <a:pt x="7609" y="37682"/>
                        <a:pt x="8044" y="36321"/>
                        <a:pt x="34182" y="10292"/>
                      </a:cubicBezTo>
                      <a:cubicBezTo>
                        <a:pt x="37286" y="7133"/>
                        <a:pt x="41370" y="5445"/>
                        <a:pt x="45726" y="5445"/>
                      </a:cubicBezTo>
                      <a:moveTo>
                        <a:pt x="45726" y="0"/>
                      </a:moveTo>
                      <a:cubicBezTo>
                        <a:pt x="40172" y="0"/>
                        <a:pt x="34618" y="2123"/>
                        <a:pt x="30371" y="6371"/>
                      </a:cubicBezTo>
                      <a:cubicBezTo>
                        <a:pt x="3307" y="33326"/>
                        <a:pt x="2817" y="34741"/>
                        <a:pt x="1129" y="39969"/>
                      </a:cubicBezTo>
                      <a:cubicBezTo>
                        <a:pt x="-2683" y="51404"/>
                        <a:pt x="3470" y="63711"/>
                        <a:pt x="14905" y="67523"/>
                      </a:cubicBezTo>
                      <a:cubicBezTo>
                        <a:pt x="17193" y="68285"/>
                        <a:pt x="19534" y="68666"/>
                        <a:pt x="21821" y="68666"/>
                      </a:cubicBezTo>
                      <a:cubicBezTo>
                        <a:pt x="28955" y="68666"/>
                        <a:pt x="35707" y="65127"/>
                        <a:pt x="39736" y="59245"/>
                      </a:cubicBezTo>
                      <a:cubicBezTo>
                        <a:pt x="42568" y="56033"/>
                        <a:pt x="52751" y="45632"/>
                        <a:pt x="61137" y="37246"/>
                      </a:cubicBezTo>
                      <a:cubicBezTo>
                        <a:pt x="69632" y="28751"/>
                        <a:pt x="69686" y="14975"/>
                        <a:pt x="61191" y="6426"/>
                      </a:cubicBezTo>
                      <a:cubicBezTo>
                        <a:pt x="56889" y="2123"/>
                        <a:pt x="51281" y="0"/>
                        <a:pt x="45726" y="0"/>
                      </a:cubicBezTo>
                      <a:lnTo>
                        <a:pt x="45726" y="0"/>
                      </a:lnTo>
                      <a:close/>
                      <a:moveTo>
                        <a:pt x="42405" y="53691"/>
                      </a:moveTo>
                      <a:cubicBezTo>
                        <a:pt x="42405" y="53691"/>
                        <a:pt x="42405" y="53691"/>
                        <a:pt x="42405" y="53691"/>
                      </a:cubicBezTo>
                      <a:cubicBezTo>
                        <a:pt x="42405" y="53691"/>
                        <a:pt x="42405" y="53691"/>
                        <a:pt x="42405" y="53691"/>
                      </a:cubicBezTo>
                      <a:lnTo>
                        <a:pt x="42405" y="53691"/>
                      </a:lnTo>
                      <a:close/>
                      <a:moveTo>
                        <a:pt x="42405" y="53691"/>
                      </a:moveTo>
                      <a:cubicBezTo>
                        <a:pt x="42405" y="53691"/>
                        <a:pt x="42405" y="53691"/>
                        <a:pt x="42405" y="53691"/>
                      </a:cubicBezTo>
                      <a:cubicBezTo>
                        <a:pt x="42405" y="53691"/>
                        <a:pt x="42405" y="53691"/>
                        <a:pt x="42405" y="53691"/>
                      </a:cubicBezTo>
                      <a:lnTo>
                        <a:pt x="42405" y="53691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2" name="Forme libre : forme 551">
                  <a:extLst>
                    <a:ext uri="{FF2B5EF4-FFF2-40B4-BE49-F238E27FC236}">
                      <a16:creationId xmlns:a16="http://schemas.microsoft.com/office/drawing/2014/main" id="{403A18B7-01B4-49A8-AEC9-E0B50D23B709}"/>
                    </a:ext>
                  </a:extLst>
                </p:cNvPr>
                <p:cNvSpPr/>
                <p:nvPr/>
              </p:nvSpPr>
              <p:spPr>
                <a:xfrm>
                  <a:off x="3899849" y="4597070"/>
                  <a:ext cx="28226" cy="34637"/>
                </a:xfrm>
                <a:custGeom>
                  <a:avLst/>
                  <a:gdLst>
                    <a:gd name="connsiteX0" fmla="*/ 7734 w 28226"/>
                    <a:gd name="connsiteY0" fmla="*/ 15276 h 34637"/>
                    <a:gd name="connsiteX1" fmla="*/ 491 w 28226"/>
                    <a:gd name="connsiteY1" fmla="*/ 26221 h 34637"/>
                    <a:gd name="connsiteX2" fmla="*/ 1635 w 28226"/>
                    <a:gd name="connsiteY2" fmla="*/ 33518 h 34637"/>
                    <a:gd name="connsiteX3" fmla="*/ 8442 w 28226"/>
                    <a:gd name="connsiteY3" fmla="*/ 33464 h 34637"/>
                    <a:gd name="connsiteX4" fmla="*/ 12689 w 28226"/>
                    <a:gd name="connsiteY4" fmla="*/ 27583 h 34637"/>
                    <a:gd name="connsiteX5" fmla="*/ 16011 w 28226"/>
                    <a:gd name="connsiteY5" fmla="*/ 21048 h 34637"/>
                    <a:gd name="connsiteX6" fmla="*/ 20258 w 28226"/>
                    <a:gd name="connsiteY6" fmla="*/ 16964 h 34637"/>
                    <a:gd name="connsiteX7" fmla="*/ 25867 w 28226"/>
                    <a:gd name="connsiteY7" fmla="*/ 10920 h 34637"/>
                    <a:gd name="connsiteX8" fmla="*/ 28208 w 28226"/>
                    <a:gd name="connsiteY8" fmla="*/ 3133 h 34637"/>
                    <a:gd name="connsiteX9" fmla="*/ 24723 w 28226"/>
                    <a:gd name="connsiteY9" fmla="*/ 573 h 34637"/>
                    <a:gd name="connsiteX10" fmla="*/ 18842 w 28226"/>
                    <a:gd name="connsiteY10" fmla="*/ 5257 h 34637"/>
                    <a:gd name="connsiteX11" fmla="*/ 7734 w 28226"/>
                    <a:gd name="connsiteY11" fmla="*/ 15276 h 34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226" h="34637">
                      <a:moveTo>
                        <a:pt x="7734" y="15276"/>
                      </a:moveTo>
                      <a:cubicBezTo>
                        <a:pt x="4685" y="18489"/>
                        <a:pt x="1798" y="22028"/>
                        <a:pt x="491" y="26221"/>
                      </a:cubicBezTo>
                      <a:cubicBezTo>
                        <a:pt x="-271" y="28726"/>
                        <a:pt x="-325" y="31776"/>
                        <a:pt x="1635" y="33518"/>
                      </a:cubicBezTo>
                      <a:cubicBezTo>
                        <a:pt x="3487" y="35152"/>
                        <a:pt x="6427" y="34880"/>
                        <a:pt x="8442" y="33464"/>
                      </a:cubicBezTo>
                      <a:cubicBezTo>
                        <a:pt x="10457" y="32048"/>
                        <a:pt x="11709" y="29815"/>
                        <a:pt x="12689" y="27583"/>
                      </a:cubicBezTo>
                      <a:cubicBezTo>
                        <a:pt x="13669" y="25350"/>
                        <a:pt x="14486" y="23008"/>
                        <a:pt x="16011" y="21048"/>
                      </a:cubicBezTo>
                      <a:cubicBezTo>
                        <a:pt x="17209" y="19469"/>
                        <a:pt x="18788" y="18271"/>
                        <a:pt x="20258" y="16964"/>
                      </a:cubicBezTo>
                      <a:cubicBezTo>
                        <a:pt x="22382" y="15167"/>
                        <a:pt x="24397" y="13207"/>
                        <a:pt x="25867" y="10920"/>
                      </a:cubicBezTo>
                      <a:cubicBezTo>
                        <a:pt x="27392" y="8633"/>
                        <a:pt x="28372" y="5856"/>
                        <a:pt x="28208" y="3133"/>
                      </a:cubicBezTo>
                      <a:cubicBezTo>
                        <a:pt x="28100" y="792"/>
                        <a:pt x="26847" y="-951"/>
                        <a:pt x="24723" y="573"/>
                      </a:cubicBezTo>
                      <a:cubicBezTo>
                        <a:pt x="22654" y="1989"/>
                        <a:pt x="20748" y="3677"/>
                        <a:pt x="18842" y="5257"/>
                      </a:cubicBezTo>
                      <a:cubicBezTo>
                        <a:pt x="14922" y="8415"/>
                        <a:pt x="11164" y="11682"/>
                        <a:pt x="7734" y="15276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3" name="Forme libre : forme 552">
                  <a:extLst>
                    <a:ext uri="{FF2B5EF4-FFF2-40B4-BE49-F238E27FC236}">
                      <a16:creationId xmlns:a16="http://schemas.microsoft.com/office/drawing/2014/main" id="{844CD06C-8299-487D-87D8-322E95073211}"/>
                    </a:ext>
                  </a:extLst>
                </p:cNvPr>
                <p:cNvSpPr/>
                <p:nvPr/>
              </p:nvSpPr>
              <p:spPr>
                <a:xfrm>
                  <a:off x="3890281" y="4581172"/>
                  <a:ext cx="67535" cy="68639"/>
                </a:xfrm>
                <a:custGeom>
                  <a:avLst/>
                  <a:gdLst>
                    <a:gd name="connsiteX0" fmla="*/ 21821 w 67535"/>
                    <a:gd name="connsiteY0" fmla="*/ 68639 h 68639"/>
                    <a:gd name="connsiteX1" fmla="*/ 14906 w 67535"/>
                    <a:gd name="connsiteY1" fmla="*/ 67495 h 68639"/>
                    <a:gd name="connsiteX2" fmla="*/ 1129 w 67535"/>
                    <a:gd name="connsiteY2" fmla="*/ 39942 h 68639"/>
                    <a:gd name="connsiteX3" fmla="*/ 30370 w 67535"/>
                    <a:gd name="connsiteY3" fmla="*/ 6344 h 68639"/>
                    <a:gd name="connsiteX4" fmla="*/ 61191 w 67535"/>
                    <a:gd name="connsiteY4" fmla="*/ 6398 h 68639"/>
                    <a:gd name="connsiteX5" fmla="*/ 61137 w 67535"/>
                    <a:gd name="connsiteY5" fmla="*/ 37219 h 68639"/>
                    <a:gd name="connsiteX6" fmla="*/ 39736 w 67535"/>
                    <a:gd name="connsiteY6" fmla="*/ 59219 h 68639"/>
                    <a:gd name="connsiteX7" fmla="*/ 21821 w 67535"/>
                    <a:gd name="connsiteY7" fmla="*/ 68639 h 68639"/>
                    <a:gd name="connsiteX8" fmla="*/ 42459 w 67535"/>
                    <a:gd name="connsiteY8" fmla="*/ 53773 h 68639"/>
                    <a:gd name="connsiteX9" fmla="*/ 42459 w 67535"/>
                    <a:gd name="connsiteY9" fmla="*/ 53773 h 68639"/>
                    <a:gd name="connsiteX10" fmla="*/ 42459 w 67535"/>
                    <a:gd name="connsiteY10" fmla="*/ 53773 h 68639"/>
                    <a:gd name="connsiteX11" fmla="*/ 42459 w 67535"/>
                    <a:gd name="connsiteY11" fmla="*/ 53773 h 68639"/>
                    <a:gd name="connsiteX12" fmla="*/ 42459 w 67535"/>
                    <a:gd name="connsiteY12" fmla="*/ 53773 h 68639"/>
                    <a:gd name="connsiteX13" fmla="*/ 42459 w 67535"/>
                    <a:gd name="connsiteY13" fmla="*/ 53773 h 68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7535" h="68639">
                      <a:moveTo>
                        <a:pt x="21821" y="68639"/>
                      </a:moveTo>
                      <a:cubicBezTo>
                        <a:pt x="19534" y="68639"/>
                        <a:pt x="17193" y="68258"/>
                        <a:pt x="14906" y="67495"/>
                      </a:cubicBezTo>
                      <a:cubicBezTo>
                        <a:pt x="3470" y="63684"/>
                        <a:pt x="-2683" y="51377"/>
                        <a:pt x="1129" y="39942"/>
                      </a:cubicBezTo>
                      <a:cubicBezTo>
                        <a:pt x="2871" y="34714"/>
                        <a:pt x="3307" y="33353"/>
                        <a:pt x="30370" y="6344"/>
                      </a:cubicBezTo>
                      <a:cubicBezTo>
                        <a:pt x="38865" y="-2151"/>
                        <a:pt x="52697" y="-2096"/>
                        <a:pt x="61191" y="6398"/>
                      </a:cubicBezTo>
                      <a:cubicBezTo>
                        <a:pt x="69686" y="14893"/>
                        <a:pt x="69632" y="28724"/>
                        <a:pt x="61137" y="37219"/>
                      </a:cubicBezTo>
                      <a:cubicBezTo>
                        <a:pt x="52697" y="45605"/>
                        <a:pt x="42568" y="56006"/>
                        <a:pt x="39736" y="59219"/>
                      </a:cubicBezTo>
                      <a:cubicBezTo>
                        <a:pt x="35652" y="65154"/>
                        <a:pt x="28900" y="68639"/>
                        <a:pt x="21821" y="68639"/>
                      </a:cubicBezTo>
                      <a:close/>
                      <a:moveTo>
                        <a:pt x="42459" y="53773"/>
                      </a:moveTo>
                      <a:cubicBezTo>
                        <a:pt x="42459" y="53773"/>
                        <a:pt x="42459" y="53773"/>
                        <a:pt x="42459" y="53773"/>
                      </a:cubicBezTo>
                      <a:cubicBezTo>
                        <a:pt x="42459" y="53773"/>
                        <a:pt x="42459" y="53773"/>
                        <a:pt x="42459" y="53773"/>
                      </a:cubicBezTo>
                      <a:close/>
                      <a:moveTo>
                        <a:pt x="42459" y="53773"/>
                      </a:moveTo>
                      <a:cubicBezTo>
                        <a:pt x="42459" y="53773"/>
                        <a:pt x="42459" y="53773"/>
                        <a:pt x="42459" y="53773"/>
                      </a:cubicBezTo>
                      <a:cubicBezTo>
                        <a:pt x="42459" y="53773"/>
                        <a:pt x="42459" y="53773"/>
                        <a:pt x="42459" y="53773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54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3904928" y="4453396"/>
                <a:ext cx="62247" cy="61369"/>
                <a:chOff x="3904928" y="4453396"/>
                <a:chExt cx="62247" cy="61369"/>
              </a:xfrm>
              <a:solidFill>
                <a:schemeClr val="accent1"/>
              </a:solidFill>
            </p:grpSpPr>
            <p:sp>
              <p:nvSpPr>
                <p:cNvPr id="555" name="Forme libre : forme 554">
                  <a:extLst>
                    <a:ext uri="{FF2B5EF4-FFF2-40B4-BE49-F238E27FC236}">
                      <a16:creationId xmlns:a16="http://schemas.microsoft.com/office/drawing/2014/main" id="{9B3E3E26-CCCE-4234-8AF0-7FD5B3F36AAA}"/>
                    </a:ext>
                  </a:extLst>
                </p:cNvPr>
                <p:cNvSpPr/>
                <p:nvPr/>
              </p:nvSpPr>
              <p:spPr>
                <a:xfrm>
                  <a:off x="3904928" y="4453464"/>
                  <a:ext cx="62193" cy="61300"/>
                </a:xfrm>
                <a:custGeom>
                  <a:avLst/>
                  <a:gdLst>
                    <a:gd name="connsiteX0" fmla="*/ 40445 w 62193"/>
                    <a:gd name="connsiteY0" fmla="*/ 61301 h 61300"/>
                    <a:gd name="connsiteX1" fmla="*/ 27104 w 62193"/>
                    <a:gd name="connsiteY1" fmla="*/ 56727 h 61300"/>
                    <a:gd name="connsiteX2" fmla="*/ 5268 w 62193"/>
                    <a:gd name="connsiteY2" fmla="*/ 35980 h 61300"/>
                    <a:gd name="connsiteX3" fmla="*/ 7555 w 62193"/>
                    <a:gd name="connsiteY3" fmla="*/ 5268 h 61300"/>
                    <a:gd name="connsiteX4" fmla="*/ 38267 w 62193"/>
                    <a:gd name="connsiteY4" fmla="*/ 7555 h 61300"/>
                    <a:gd name="connsiteX5" fmla="*/ 53786 w 62193"/>
                    <a:gd name="connsiteY5" fmla="*/ 22312 h 61300"/>
                    <a:gd name="connsiteX6" fmla="*/ 57598 w 62193"/>
                    <a:gd name="connsiteY6" fmla="*/ 52861 h 61300"/>
                    <a:gd name="connsiteX7" fmla="*/ 40445 w 62193"/>
                    <a:gd name="connsiteY7" fmla="*/ 61301 h 61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193" h="61300">
                      <a:moveTo>
                        <a:pt x="40445" y="61301"/>
                      </a:moveTo>
                      <a:cubicBezTo>
                        <a:pt x="35762" y="61301"/>
                        <a:pt x="31079" y="59831"/>
                        <a:pt x="27104" y="56727"/>
                      </a:cubicBezTo>
                      <a:cubicBezTo>
                        <a:pt x="19208" y="50573"/>
                        <a:pt x="11857" y="43604"/>
                        <a:pt x="5268" y="35980"/>
                      </a:cubicBezTo>
                      <a:cubicBezTo>
                        <a:pt x="-2573" y="26886"/>
                        <a:pt x="-1539" y="13109"/>
                        <a:pt x="7555" y="5268"/>
                      </a:cubicBezTo>
                      <a:cubicBezTo>
                        <a:pt x="16649" y="-2573"/>
                        <a:pt x="30426" y="-1539"/>
                        <a:pt x="38267" y="7555"/>
                      </a:cubicBezTo>
                      <a:cubicBezTo>
                        <a:pt x="42950" y="13000"/>
                        <a:pt x="48178" y="17956"/>
                        <a:pt x="53786" y="22312"/>
                      </a:cubicBezTo>
                      <a:cubicBezTo>
                        <a:pt x="63261" y="29718"/>
                        <a:pt x="65004" y="43386"/>
                        <a:pt x="57598" y="52861"/>
                      </a:cubicBezTo>
                      <a:cubicBezTo>
                        <a:pt x="53351" y="58361"/>
                        <a:pt x="46925" y="61301"/>
                        <a:pt x="40445" y="61301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6" name="Forme libre : forme 555">
                  <a:extLst>
                    <a:ext uri="{FF2B5EF4-FFF2-40B4-BE49-F238E27FC236}">
                      <a16:creationId xmlns:a16="http://schemas.microsoft.com/office/drawing/2014/main" id="{EE704233-5F21-4133-BA40-572CBA2840B1}"/>
                    </a:ext>
                  </a:extLst>
                </p:cNvPr>
                <p:cNvSpPr/>
                <p:nvPr/>
              </p:nvSpPr>
              <p:spPr>
                <a:xfrm>
                  <a:off x="3904928" y="4453396"/>
                  <a:ext cx="62247" cy="61315"/>
                </a:xfrm>
                <a:custGeom>
                  <a:avLst/>
                  <a:gdLst>
                    <a:gd name="connsiteX0" fmla="*/ 21768 w 62247"/>
                    <a:gd name="connsiteY0" fmla="*/ 5445 h 61315"/>
                    <a:gd name="connsiteX1" fmla="*/ 34183 w 62247"/>
                    <a:gd name="connsiteY1" fmla="*/ 11109 h 61315"/>
                    <a:gd name="connsiteX2" fmla="*/ 50519 w 62247"/>
                    <a:gd name="connsiteY2" fmla="*/ 26628 h 61315"/>
                    <a:gd name="connsiteX3" fmla="*/ 56727 w 62247"/>
                    <a:gd name="connsiteY3" fmla="*/ 37519 h 61315"/>
                    <a:gd name="connsiteX4" fmla="*/ 53405 w 62247"/>
                    <a:gd name="connsiteY4" fmla="*/ 49553 h 61315"/>
                    <a:gd name="connsiteX5" fmla="*/ 40500 w 62247"/>
                    <a:gd name="connsiteY5" fmla="*/ 55870 h 61315"/>
                    <a:gd name="connsiteX6" fmla="*/ 30480 w 62247"/>
                    <a:gd name="connsiteY6" fmla="*/ 52439 h 61315"/>
                    <a:gd name="connsiteX7" fmla="*/ 9461 w 62247"/>
                    <a:gd name="connsiteY7" fmla="*/ 32455 h 61315"/>
                    <a:gd name="connsiteX8" fmla="*/ 5540 w 62247"/>
                    <a:gd name="connsiteY8" fmla="*/ 20584 h 61315"/>
                    <a:gd name="connsiteX9" fmla="*/ 11149 w 62247"/>
                    <a:gd name="connsiteY9" fmla="*/ 9421 h 61315"/>
                    <a:gd name="connsiteX10" fmla="*/ 21768 w 62247"/>
                    <a:gd name="connsiteY10" fmla="*/ 5445 h 61315"/>
                    <a:gd name="connsiteX11" fmla="*/ 21768 w 62247"/>
                    <a:gd name="connsiteY11" fmla="*/ 0 h 61315"/>
                    <a:gd name="connsiteX12" fmla="*/ 7555 w 62247"/>
                    <a:gd name="connsiteY12" fmla="*/ 5282 h 61315"/>
                    <a:gd name="connsiteX13" fmla="*/ 5268 w 62247"/>
                    <a:gd name="connsiteY13" fmla="*/ 35994 h 61315"/>
                    <a:gd name="connsiteX14" fmla="*/ 27104 w 62247"/>
                    <a:gd name="connsiteY14" fmla="*/ 56741 h 61315"/>
                    <a:gd name="connsiteX15" fmla="*/ 40445 w 62247"/>
                    <a:gd name="connsiteY15" fmla="*/ 61315 h 61315"/>
                    <a:gd name="connsiteX16" fmla="*/ 57653 w 62247"/>
                    <a:gd name="connsiteY16" fmla="*/ 52929 h 61315"/>
                    <a:gd name="connsiteX17" fmla="*/ 53841 w 62247"/>
                    <a:gd name="connsiteY17" fmla="*/ 22380 h 61315"/>
                    <a:gd name="connsiteX18" fmla="*/ 38322 w 62247"/>
                    <a:gd name="connsiteY18" fmla="*/ 7624 h 61315"/>
                    <a:gd name="connsiteX19" fmla="*/ 21768 w 62247"/>
                    <a:gd name="connsiteY19" fmla="*/ 0 h 61315"/>
                    <a:gd name="connsiteX20" fmla="*/ 21768 w 62247"/>
                    <a:gd name="connsiteY20" fmla="*/ 0 h 61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2247" h="61315">
                      <a:moveTo>
                        <a:pt x="21768" y="5445"/>
                      </a:moveTo>
                      <a:cubicBezTo>
                        <a:pt x="26560" y="5445"/>
                        <a:pt x="31079" y="7515"/>
                        <a:pt x="34183" y="11109"/>
                      </a:cubicBezTo>
                      <a:cubicBezTo>
                        <a:pt x="39084" y="16826"/>
                        <a:pt x="44584" y="22054"/>
                        <a:pt x="50519" y="26628"/>
                      </a:cubicBezTo>
                      <a:cubicBezTo>
                        <a:pt x="53950" y="29296"/>
                        <a:pt x="56182" y="33163"/>
                        <a:pt x="56727" y="37519"/>
                      </a:cubicBezTo>
                      <a:cubicBezTo>
                        <a:pt x="57272" y="41875"/>
                        <a:pt x="56074" y="46123"/>
                        <a:pt x="53405" y="49553"/>
                      </a:cubicBezTo>
                      <a:cubicBezTo>
                        <a:pt x="50302" y="53583"/>
                        <a:pt x="45564" y="55870"/>
                        <a:pt x="40500" y="55870"/>
                      </a:cubicBezTo>
                      <a:cubicBezTo>
                        <a:pt x="36851" y="55870"/>
                        <a:pt x="33366" y="54672"/>
                        <a:pt x="30480" y="52439"/>
                      </a:cubicBezTo>
                      <a:cubicBezTo>
                        <a:pt x="22857" y="46504"/>
                        <a:pt x="15778" y="39751"/>
                        <a:pt x="9461" y="32455"/>
                      </a:cubicBezTo>
                      <a:cubicBezTo>
                        <a:pt x="6629" y="29133"/>
                        <a:pt x="5214" y="24940"/>
                        <a:pt x="5540" y="20584"/>
                      </a:cubicBezTo>
                      <a:cubicBezTo>
                        <a:pt x="5867" y="16227"/>
                        <a:pt x="7882" y="12252"/>
                        <a:pt x="11149" y="9421"/>
                      </a:cubicBezTo>
                      <a:cubicBezTo>
                        <a:pt x="14090" y="6861"/>
                        <a:pt x="17847" y="5445"/>
                        <a:pt x="21768" y="5445"/>
                      </a:cubicBezTo>
                      <a:moveTo>
                        <a:pt x="21768" y="0"/>
                      </a:moveTo>
                      <a:cubicBezTo>
                        <a:pt x="16758" y="0"/>
                        <a:pt x="11694" y="1743"/>
                        <a:pt x="7555" y="5282"/>
                      </a:cubicBezTo>
                      <a:cubicBezTo>
                        <a:pt x="-1539" y="13124"/>
                        <a:pt x="-2573" y="26900"/>
                        <a:pt x="5268" y="35994"/>
                      </a:cubicBezTo>
                      <a:cubicBezTo>
                        <a:pt x="11803" y="43618"/>
                        <a:pt x="19154" y="50588"/>
                        <a:pt x="27104" y="56741"/>
                      </a:cubicBezTo>
                      <a:cubicBezTo>
                        <a:pt x="31079" y="59845"/>
                        <a:pt x="35762" y="61315"/>
                        <a:pt x="40445" y="61315"/>
                      </a:cubicBezTo>
                      <a:cubicBezTo>
                        <a:pt x="46925" y="61315"/>
                        <a:pt x="53351" y="58429"/>
                        <a:pt x="57653" y="52929"/>
                      </a:cubicBezTo>
                      <a:cubicBezTo>
                        <a:pt x="65058" y="43454"/>
                        <a:pt x="63316" y="29732"/>
                        <a:pt x="53841" y="22380"/>
                      </a:cubicBezTo>
                      <a:cubicBezTo>
                        <a:pt x="48178" y="18024"/>
                        <a:pt x="43005" y="13015"/>
                        <a:pt x="38322" y="7624"/>
                      </a:cubicBezTo>
                      <a:cubicBezTo>
                        <a:pt x="33965" y="2614"/>
                        <a:pt x="27921" y="0"/>
                        <a:pt x="21768" y="0"/>
                      </a:cubicBezTo>
                      <a:lnTo>
                        <a:pt x="21768" y="0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7" name="Forme libre : forme 556">
                  <a:extLst>
                    <a:ext uri="{FF2B5EF4-FFF2-40B4-BE49-F238E27FC236}">
                      <a16:creationId xmlns:a16="http://schemas.microsoft.com/office/drawing/2014/main" id="{640E1FC6-7EAB-4DA3-A56E-04E194FCB453}"/>
                    </a:ext>
                  </a:extLst>
                </p:cNvPr>
                <p:cNvSpPr/>
                <p:nvPr/>
              </p:nvSpPr>
              <p:spPr>
                <a:xfrm>
                  <a:off x="3916044" y="4463224"/>
                  <a:ext cx="20903" cy="29892"/>
                </a:xfrm>
                <a:custGeom>
                  <a:avLst/>
                  <a:gdLst>
                    <a:gd name="connsiteX0" fmla="*/ 197 w 20903"/>
                    <a:gd name="connsiteY0" fmla="*/ 7706 h 29892"/>
                    <a:gd name="connsiteX1" fmla="*/ 2429 w 20903"/>
                    <a:gd name="connsiteY1" fmla="*/ 17780 h 29892"/>
                    <a:gd name="connsiteX2" fmla="*/ 9454 w 20903"/>
                    <a:gd name="connsiteY2" fmla="*/ 25567 h 29892"/>
                    <a:gd name="connsiteX3" fmla="*/ 15934 w 20903"/>
                    <a:gd name="connsiteY3" fmla="*/ 29651 h 29892"/>
                    <a:gd name="connsiteX4" fmla="*/ 18166 w 20903"/>
                    <a:gd name="connsiteY4" fmla="*/ 29814 h 29892"/>
                    <a:gd name="connsiteX5" fmla="*/ 20834 w 20903"/>
                    <a:gd name="connsiteY5" fmla="*/ 26329 h 29892"/>
                    <a:gd name="connsiteX6" fmla="*/ 18166 w 20903"/>
                    <a:gd name="connsiteY6" fmla="*/ 15112 h 29892"/>
                    <a:gd name="connsiteX7" fmla="*/ 18166 w 20903"/>
                    <a:gd name="connsiteY7" fmla="*/ 10047 h 29892"/>
                    <a:gd name="connsiteX8" fmla="*/ 14355 w 20903"/>
                    <a:gd name="connsiteY8" fmla="*/ 3404 h 29892"/>
                    <a:gd name="connsiteX9" fmla="*/ 6023 w 20903"/>
                    <a:gd name="connsiteY9" fmla="*/ 191 h 29892"/>
                    <a:gd name="connsiteX10" fmla="*/ 197 w 20903"/>
                    <a:gd name="connsiteY10" fmla="*/ 7706 h 29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903" h="29892">
                      <a:moveTo>
                        <a:pt x="197" y="7706"/>
                      </a:moveTo>
                      <a:cubicBezTo>
                        <a:pt x="-457" y="11191"/>
                        <a:pt x="578" y="14785"/>
                        <a:pt x="2429" y="17780"/>
                      </a:cubicBezTo>
                      <a:cubicBezTo>
                        <a:pt x="4281" y="20775"/>
                        <a:pt x="6840" y="23280"/>
                        <a:pt x="9454" y="25567"/>
                      </a:cubicBezTo>
                      <a:cubicBezTo>
                        <a:pt x="11414" y="27255"/>
                        <a:pt x="13483" y="28943"/>
                        <a:pt x="15934" y="29651"/>
                      </a:cubicBezTo>
                      <a:cubicBezTo>
                        <a:pt x="16642" y="29869"/>
                        <a:pt x="17404" y="29977"/>
                        <a:pt x="18166" y="29814"/>
                      </a:cubicBezTo>
                      <a:cubicBezTo>
                        <a:pt x="19691" y="29433"/>
                        <a:pt x="20617" y="27854"/>
                        <a:pt x="20834" y="26329"/>
                      </a:cubicBezTo>
                      <a:cubicBezTo>
                        <a:pt x="21379" y="22517"/>
                        <a:pt x="18547" y="18978"/>
                        <a:pt x="18166" y="15112"/>
                      </a:cubicBezTo>
                      <a:cubicBezTo>
                        <a:pt x="18003" y="13423"/>
                        <a:pt x="18384" y="11735"/>
                        <a:pt x="18166" y="10047"/>
                      </a:cubicBezTo>
                      <a:cubicBezTo>
                        <a:pt x="17894" y="7433"/>
                        <a:pt x="16369" y="5092"/>
                        <a:pt x="14355" y="3404"/>
                      </a:cubicBezTo>
                      <a:cubicBezTo>
                        <a:pt x="12285" y="1607"/>
                        <a:pt x="8855" y="-680"/>
                        <a:pt x="6023" y="191"/>
                      </a:cubicBezTo>
                      <a:cubicBezTo>
                        <a:pt x="2974" y="1171"/>
                        <a:pt x="741" y="4711"/>
                        <a:pt x="197" y="7706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8" name="Forme libre : forme 557">
                  <a:extLst>
                    <a:ext uri="{FF2B5EF4-FFF2-40B4-BE49-F238E27FC236}">
                      <a16:creationId xmlns:a16="http://schemas.microsoft.com/office/drawing/2014/main" id="{A17E02D4-1E1C-490F-8BAB-32D4232803C9}"/>
                    </a:ext>
                  </a:extLst>
                </p:cNvPr>
                <p:cNvSpPr/>
                <p:nvPr/>
              </p:nvSpPr>
              <p:spPr>
                <a:xfrm>
                  <a:off x="3904928" y="4453464"/>
                  <a:ext cx="62193" cy="61300"/>
                </a:xfrm>
                <a:custGeom>
                  <a:avLst/>
                  <a:gdLst>
                    <a:gd name="connsiteX0" fmla="*/ 40445 w 62193"/>
                    <a:gd name="connsiteY0" fmla="*/ 61301 h 61300"/>
                    <a:gd name="connsiteX1" fmla="*/ 27104 w 62193"/>
                    <a:gd name="connsiteY1" fmla="*/ 56727 h 61300"/>
                    <a:gd name="connsiteX2" fmla="*/ 5268 w 62193"/>
                    <a:gd name="connsiteY2" fmla="*/ 35980 h 61300"/>
                    <a:gd name="connsiteX3" fmla="*/ 7555 w 62193"/>
                    <a:gd name="connsiteY3" fmla="*/ 5268 h 61300"/>
                    <a:gd name="connsiteX4" fmla="*/ 38267 w 62193"/>
                    <a:gd name="connsiteY4" fmla="*/ 7555 h 61300"/>
                    <a:gd name="connsiteX5" fmla="*/ 53786 w 62193"/>
                    <a:gd name="connsiteY5" fmla="*/ 22312 h 61300"/>
                    <a:gd name="connsiteX6" fmla="*/ 57598 w 62193"/>
                    <a:gd name="connsiteY6" fmla="*/ 52861 h 61300"/>
                    <a:gd name="connsiteX7" fmla="*/ 40445 w 62193"/>
                    <a:gd name="connsiteY7" fmla="*/ 61301 h 61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193" h="61300">
                      <a:moveTo>
                        <a:pt x="40445" y="61301"/>
                      </a:moveTo>
                      <a:cubicBezTo>
                        <a:pt x="35762" y="61301"/>
                        <a:pt x="31079" y="59831"/>
                        <a:pt x="27104" y="56727"/>
                      </a:cubicBezTo>
                      <a:cubicBezTo>
                        <a:pt x="19208" y="50573"/>
                        <a:pt x="11857" y="43604"/>
                        <a:pt x="5268" y="35980"/>
                      </a:cubicBezTo>
                      <a:cubicBezTo>
                        <a:pt x="-2573" y="26886"/>
                        <a:pt x="-1539" y="13109"/>
                        <a:pt x="7555" y="5268"/>
                      </a:cubicBezTo>
                      <a:cubicBezTo>
                        <a:pt x="16649" y="-2573"/>
                        <a:pt x="30426" y="-1539"/>
                        <a:pt x="38267" y="7555"/>
                      </a:cubicBezTo>
                      <a:cubicBezTo>
                        <a:pt x="42950" y="13000"/>
                        <a:pt x="48178" y="17956"/>
                        <a:pt x="53786" y="22312"/>
                      </a:cubicBezTo>
                      <a:cubicBezTo>
                        <a:pt x="63261" y="29718"/>
                        <a:pt x="65004" y="43386"/>
                        <a:pt x="57598" y="52861"/>
                      </a:cubicBezTo>
                      <a:cubicBezTo>
                        <a:pt x="53351" y="58361"/>
                        <a:pt x="46925" y="61301"/>
                        <a:pt x="40445" y="61301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9" name="Forme libre : forme 558">
                  <a:extLst>
                    <a:ext uri="{FF2B5EF4-FFF2-40B4-BE49-F238E27FC236}">
                      <a16:creationId xmlns:a16="http://schemas.microsoft.com/office/drawing/2014/main" id="{252F954B-6721-4BFF-8C3C-515FBC170BE3}"/>
                    </a:ext>
                  </a:extLst>
                </p:cNvPr>
                <p:cNvSpPr/>
                <p:nvPr/>
              </p:nvSpPr>
              <p:spPr>
                <a:xfrm>
                  <a:off x="3916044" y="4463224"/>
                  <a:ext cx="20903" cy="29892"/>
                </a:xfrm>
                <a:custGeom>
                  <a:avLst/>
                  <a:gdLst>
                    <a:gd name="connsiteX0" fmla="*/ 197 w 20903"/>
                    <a:gd name="connsiteY0" fmla="*/ 7706 h 29892"/>
                    <a:gd name="connsiteX1" fmla="*/ 2429 w 20903"/>
                    <a:gd name="connsiteY1" fmla="*/ 17780 h 29892"/>
                    <a:gd name="connsiteX2" fmla="*/ 9454 w 20903"/>
                    <a:gd name="connsiteY2" fmla="*/ 25567 h 29892"/>
                    <a:gd name="connsiteX3" fmla="*/ 15934 w 20903"/>
                    <a:gd name="connsiteY3" fmla="*/ 29651 h 29892"/>
                    <a:gd name="connsiteX4" fmla="*/ 18166 w 20903"/>
                    <a:gd name="connsiteY4" fmla="*/ 29814 h 29892"/>
                    <a:gd name="connsiteX5" fmla="*/ 20834 w 20903"/>
                    <a:gd name="connsiteY5" fmla="*/ 26329 h 29892"/>
                    <a:gd name="connsiteX6" fmla="*/ 18166 w 20903"/>
                    <a:gd name="connsiteY6" fmla="*/ 15112 h 29892"/>
                    <a:gd name="connsiteX7" fmla="*/ 18166 w 20903"/>
                    <a:gd name="connsiteY7" fmla="*/ 10047 h 29892"/>
                    <a:gd name="connsiteX8" fmla="*/ 14355 w 20903"/>
                    <a:gd name="connsiteY8" fmla="*/ 3404 h 29892"/>
                    <a:gd name="connsiteX9" fmla="*/ 6023 w 20903"/>
                    <a:gd name="connsiteY9" fmla="*/ 191 h 29892"/>
                    <a:gd name="connsiteX10" fmla="*/ 197 w 20903"/>
                    <a:gd name="connsiteY10" fmla="*/ 7706 h 29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903" h="29892">
                      <a:moveTo>
                        <a:pt x="197" y="7706"/>
                      </a:moveTo>
                      <a:cubicBezTo>
                        <a:pt x="-457" y="11191"/>
                        <a:pt x="578" y="14785"/>
                        <a:pt x="2429" y="17780"/>
                      </a:cubicBezTo>
                      <a:cubicBezTo>
                        <a:pt x="4281" y="20775"/>
                        <a:pt x="6840" y="23280"/>
                        <a:pt x="9454" y="25567"/>
                      </a:cubicBezTo>
                      <a:cubicBezTo>
                        <a:pt x="11414" y="27255"/>
                        <a:pt x="13483" y="28943"/>
                        <a:pt x="15934" y="29651"/>
                      </a:cubicBezTo>
                      <a:cubicBezTo>
                        <a:pt x="16642" y="29869"/>
                        <a:pt x="17404" y="29977"/>
                        <a:pt x="18166" y="29814"/>
                      </a:cubicBezTo>
                      <a:cubicBezTo>
                        <a:pt x="19691" y="29433"/>
                        <a:pt x="20617" y="27854"/>
                        <a:pt x="20834" y="26329"/>
                      </a:cubicBezTo>
                      <a:cubicBezTo>
                        <a:pt x="21379" y="22517"/>
                        <a:pt x="18547" y="18978"/>
                        <a:pt x="18166" y="15112"/>
                      </a:cubicBezTo>
                      <a:cubicBezTo>
                        <a:pt x="18003" y="13423"/>
                        <a:pt x="18384" y="11735"/>
                        <a:pt x="18166" y="10047"/>
                      </a:cubicBezTo>
                      <a:cubicBezTo>
                        <a:pt x="17894" y="7433"/>
                        <a:pt x="16369" y="5092"/>
                        <a:pt x="14355" y="3404"/>
                      </a:cubicBezTo>
                      <a:cubicBezTo>
                        <a:pt x="12285" y="1607"/>
                        <a:pt x="8855" y="-680"/>
                        <a:pt x="6023" y="191"/>
                      </a:cubicBezTo>
                      <a:cubicBezTo>
                        <a:pt x="2974" y="1171"/>
                        <a:pt x="741" y="4711"/>
                        <a:pt x="197" y="7706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60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3967654" y="4593665"/>
                <a:ext cx="48718" cy="76130"/>
                <a:chOff x="3967654" y="4593665"/>
                <a:chExt cx="48718" cy="76130"/>
              </a:xfrm>
              <a:solidFill>
                <a:schemeClr val="accent1"/>
              </a:solidFill>
            </p:grpSpPr>
            <p:sp>
              <p:nvSpPr>
                <p:cNvPr id="561" name="Forme libre : forme 560">
                  <a:extLst>
                    <a:ext uri="{FF2B5EF4-FFF2-40B4-BE49-F238E27FC236}">
                      <a16:creationId xmlns:a16="http://schemas.microsoft.com/office/drawing/2014/main" id="{F5CE6047-41E5-4A06-89ED-1CC7D7F34140}"/>
                    </a:ext>
                  </a:extLst>
                </p:cNvPr>
                <p:cNvSpPr/>
                <p:nvPr/>
              </p:nvSpPr>
              <p:spPr>
                <a:xfrm>
                  <a:off x="3967654" y="4593665"/>
                  <a:ext cx="48663" cy="76075"/>
                </a:xfrm>
                <a:custGeom>
                  <a:avLst/>
                  <a:gdLst>
                    <a:gd name="connsiteX0" fmla="*/ 21827 w 48663"/>
                    <a:gd name="connsiteY0" fmla="*/ 76076 h 76075"/>
                    <a:gd name="connsiteX1" fmla="*/ 18396 w 48663"/>
                    <a:gd name="connsiteY1" fmla="*/ 75803 h 76075"/>
                    <a:gd name="connsiteX2" fmla="*/ 263 w 48663"/>
                    <a:gd name="connsiteY2" fmla="*/ 50864 h 76075"/>
                    <a:gd name="connsiteX3" fmla="*/ 5382 w 48663"/>
                    <a:gd name="connsiteY3" fmla="*/ 18409 h 76075"/>
                    <a:gd name="connsiteX4" fmla="*/ 30267 w 48663"/>
                    <a:gd name="connsiteY4" fmla="*/ 276 h 76075"/>
                    <a:gd name="connsiteX5" fmla="*/ 48400 w 48663"/>
                    <a:gd name="connsiteY5" fmla="*/ 25216 h 76075"/>
                    <a:gd name="connsiteX6" fmla="*/ 43282 w 48663"/>
                    <a:gd name="connsiteY6" fmla="*/ 57671 h 76075"/>
                    <a:gd name="connsiteX7" fmla="*/ 21827 w 48663"/>
                    <a:gd name="connsiteY7" fmla="*/ 76076 h 76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8663" h="76075">
                      <a:moveTo>
                        <a:pt x="21827" y="76076"/>
                      </a:moveTo>
                      <a:cubicBezTo>
                        <a:pt x="20683" y="76076"/>
                        <a:pt x="19540" y="75967"/>
                        <a:pt x="18396" y="75803"/>
                      </a:cubicBezTo>
                      <a:cubicBezTo>
                        <a:pt x="6525" y="73952"/>
                        <a:pt x="-1588" y="62789"/>
                        <a:pt x="263" y="50864"/>
                      </a:cubicBezTo>
                      <a:lnTo>
                        <a:pt x="5382" y="18409"/>
                      </a:lnTo>
                      <a:cubicBezTo>
                        <a:pt x="7233" y="6538"/>
                        <a:pt x="18396" y="-1630"/>
                        <a:pt x="30267" y="276"/>
                      </a:cubicBezTo>
                      <a:cubicBezTo>
                        <a:pt x="42138" y="2128"/>
                        <a:pt x="50252" y="13291"/>
                        <a:pt x="48400" y="25216"/>
                      </a:cubicBezTo>
                      <a:lnTo>
                        <a:pt x="43282" y="57671"/>
                      </a:lnTo>
                      <a:cubicBezTo>
                        <a:pt x="41648" y="68398"/>
                        <a:pt x="32337" y="76076"/>
                        <a:pt x="21827" y="76076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2" name="Forme libre : forme 561">
                  <a:extLst>
                    <a:ext uri="{FF2B5EF4-FFF2-40B4-BE49-F238E27FC236}">
                      <a16:creationId xmlns:a16="http://schemas.microsoft.com/office/drawing/2014/main" id="{5E0312B8-50F4-4379-A0D2-E45C0551B796}"/>
                    </a:ext>
                  </a:extLst>
                </p:cNvPr>
                <p:cNvSpPr/>
                <p:nvPr/>
              </p:nvSpPr>
              <p:spPr>
                <a:xfrm>
                  <a:off x="3967654" y="4593723"/>
                  <a:ext cx="48718" cy="76071"/>
                </a:xfrm>
                <a:custGeom>
                  <a:avLst/>
                  <a:gdLst>
                    <a:gd name="connsiteX0" fmla="*/ 26837 w 48718"/>
                    <a:gd name="connsiteY0" fmla="*/ 5445 h 76071"/>
                    <a:gd name="connsiteX1" fmla="*/ 26837 w 48718"/>
                    <a:gd name="connsiteY1" fmla="*/ 5445 h 76071"/>
                    <a:gd name="connsiteX2" fmla="*/ 29451 w 48718"/>
                    <a:gd name="connsiteY2" fmla="*/ 5663 h 76071"/>
                    <a:gd name="connsiteX3" fmla="*/ 43064 w 48718"/>
                    <a:gd name="connsiteY3" fmla="*/ 24341 h 76071"/>
                    <a:gd name="connsiteX4" fmla="*/ 37945 w 48718"/>
                    <a:gd name="connsiteY4" fmla="*/ 56795 h 76071"/>
                    <a:gd name="connsiteX5" fmla="*/ 21827 w 48718"/>
                    <a:gd name="connsiteY5" fmla="*/ 70572 h 76071"/>
                    <a:gd name="connsiteX6" fmla="*/ 19268 w 48718"/>
                    <a:gd name="connsiteY6" fmla="*/ 70354 h 76071"/>
                    <a:gd name="connsiteX7" fmla="*/ 5654 w 48718"/>
                    <a:gd name="connsiteY7" fmla="*/ 51677 h 76071"/>
                    <a:gd name="connsiteX8" fmla="*/ 10773 w 48718"/>
                    <a:gd name="connsiteY8" fmla="*/ 19222 h 76071"/>
                    <a:gd name="connsiteX9" fmla="*/ 26837 w 48718"/>
                    <a:gd name="connsiteY9" fmla="*/ 5445 h 76071"/>
                    <a:gd name="connsiteX10" fmla="*/ 26837 w 48718"/>
                    <a:gd name="connsiteY10" fmla="*/ 0 h 76071"/>
                    <a:gd name="connsiteX11" fmla="*/ 5382 w 48718"/>
                    <a:gd name="connsiteY11" fmla="*/ 18405 h 76071"/>
                    <a:gd name="connsiteX12" fmla="*/ 263 w 48718"/>
                    <a:gd name="connsiteY12" fmla="*/ 50860 h 76071"/>
                    <a:gd name="connsiteX13" fmla="*/ 18396 w 48718"/>
                    <a:gd name="connsiteY13" fmla="*/ 75800 h 76071"/>
                    <a:gd name="connsiteX14" fmla="*/ 21827 w 48718"/>
                    <a:gd name="connsiteY14" fmla="*/ 76072 h 76071"/>
                    <a:gd name="connsiteX15" fmla="*/ 43336 w 48718"/>
                    <a:gd name="connsiteY15" fmla="*/ 57666 h 76071"/>
                    <a:gd name="connsiteX16" fmla="*/ 48455 w 48718"/>
                    <a:gd name="connsiteY16" fmla="*/ 25212 h 76071"/>
                    <a:gd name="connsiteX17" fmla="*/ 30322 w 48718"/>
                    <a:gd name="connsiteY17" fmla="*/ 272 h 76071"/>
                    <a:gd name="connsiteX18" fmla="*/ 26837 w 48718"/>
                    <a:gd name="connsiteY18" fmla="*/ 0 h 76071"/>
                    <a:gd name="connsiteX19" fmla="*/ 26837 w 48718"/>
                    <a:gd name="connsiteY19" fmla="*/ 0 h 76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8718" h="76071">
                      <a:moveTo>
                        <a:pt x="26837" y="5445"/>
                      </a:moveTo>
                      <a:lnTo>
                        <a:pt x="26837" y="5445"/>
                      </a:lnTo>
                      <a:cubicBezTo>
                        <a:pt x="27708" y="5445"/>
                        <a:pt x="28579" y="5500"/>
                        <a:pt x="29451" y="5663"/>
                      </a:cubicBezTo>
                      <a:cubicBezTo>
                        <a:pt x="38326" y="7079"/>
                        <a:pt x="44425" y="15465"/>
                        <a:pt x="43064" y="24341"/>
                      </a:cubicBezTo>
                      <a:lnTo>
                        <a:pt x="37945" y="56795"/>
                      </a:lnTo>
                      <a:cubicBezTo>
                        <a:pt x="36693" y="64800"/>
                        <a:pt x="29886" y="70572"/>
                        <a:pt x="21827" y="70572"/>
                      </a:cubicBezTo>
                      <a:cubicBezTo>
                        <a:pt x="21010" y="70572"/>
                        <a:pt x="20139" y="70518"/>
                        <a:pt x="19268" y="70354"/>
                      </a:cubicBezTo>
                      <a:cubicBezTo>
                        <a:pt x="10392" y="68938"/>
                        <a:pt x="4293" y="60553"/>
                        <a:pt x="5654" y="51677"/>
                      </a:cubicBezTo>
                      <a:lnTo>
                        <a:pt x="10773" y="19222"/>
                      </a:lnTo>
                      <a:cubicBezTo>
                        <a:pt x="12025" y="11272"/>
                        <a:pt x="18777" y="5445"/>
                        <a:pt x="26837" y="5445"/>
                      </a:cubicBezTo>
                      <a:moveTo>
                        <a:pt x="26837" y="0"/>
                      </a:moveTo>
                      <a:cubicBezTo>
                        <a:pt x="16273" y="0"/>
                        <a:pt x="7070" y="7678"/>
                        <a:pt x="5382" y="18405"/>
                      </a:cubicBezTo>
                      <a:lnTo>
                        <a:pt x="263" y="50860"/>
                      </a:lnTo>
                      <a:cubicBezTo>
                        <a:pt x="-1588" y="62731"/>
                        <a:pt x="6525" y="73894"/>
                        <a:pt x="18396" y="75800"/>
                      </a:cubicBezTo>
                      <a:cubicBezTo>
                        <a:pt x="19540" y="75963"/>
                        <a:pt x="20683" y="76072"/>
                        <a:pt x="21827" y="76072"/>
                      </a:cubicBezTo>
                      <a:cubicBezTo>
                        <a:pt x="32337" y="76072"/>
                        <a:pt x="41648" y="68394"/>
                        <a:pt x="43336" y="57666"/>
                      </a:cubicBezTo>
                      <a:lnTo>
                        <a:pt x="48455" y="25212"/>
                      </a:lnTo>
                      <a:cubicBezTo>
                        <a:pt x="50306" y="13341"/>
                        <a:pt x="42193" y="2178"/>
                        <a:pt x="30322" y="272"/>
                      </a:cubicBezTo>
                      <a:cubicBezTo>
                        <a:pt x="29124" y="109"/>
                        <a:pt x="27980" y="0"/>
                        <a:pt x="26837" y="0"/>
                      </a:cubicBezTo>
                      <a:lnTo>
                        <a:pt x="26837" y="0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3" name="Forme libre : forme 562">
                  <a:extLst>
                    <a:ext uri="{FF2B5EF4-FFF2-40B4-BE49-F238E27FC236}">
                      <a16:creationId xmlns:a16="http://schemas.microsoft.com/office/drawing/2014/main" id="{2BC82BFD-C2BE-442C-AF30-C81270E54B7C}"/>
                    </a:ext>
                  </a:extLst>
                </p:cNvPr>
                <p:cNvSpPr/>
                <p:nvPr/>
              </p:nvSpPr>
              <p:spPr>
                <a:xfrm>
                  <a:off x="3978527" y="4624925"/>
                  <a:ext cx="14443" cy="32805"/>
                </a:xfrm>
                <a:custGeom>
                  <a:avLst/>
                  <a:gdLst>
                    <a:gd name="connsiteX0" fmla="*/ 1044 w 14443"/>
                    <a:gd name="connsiteY0" fmla="*/ 23416 h 32805"/>
                    <a:gd name="connsiteX1" fmla="*/ 4583 w 14443"/>
                    <a:gd name="connsiteY1" fmla="*/ 30495 h 32805"/>
                    <a:gd name="connsiteX2" fmla="*/ 8286 w 14443"/>
                    <a:gd name="connsiteY2" fmla="*/ 32510 h 32805"/>
                    <a:gd name="connsiteX3" fmla="*/ 11444 w 14443"/>
                    <a:gd name="connsiteY3" fmla="*/ 32564 h 32805"/>
                    <a:gd name="connsiteX4" fmla="*/ 13350 w 14443"/>
                    <a:gd name="connsiteY4" fmla="*/ 30822 h 32805"/>
                    <a:gd name="connsiteX5" fmla="*/ 14004 w 14443"/>
                    <a:gd name="connsiteY5" fmla="*/ 24995 h 32805"/>
                    <a:gd name="connsiteX6" fmla="*/ 10464 w 14443"/>
                    <a:gd name="connsiteY6" fmla="*/ 19604 h 32805"/>
                    <a:gd name="connsiteX7" fmla="*/ 11117 w 14443"/>
                    <a:gd name="connsiteY7" fmla="*/ 13995 h 32805"/>
                    <a:gd name="connsiteX8" fmla="*/ 11390 w 14443"/>
                    <a:gd name="connsiteY8" fmla="*/ 9149 h 32805"/>
                    <a:gd name="connsiteX9" fmla="*/ 10845 w 14443"/>
                    <a:gd name="connsiteY9" fmla="*/ 4956 h 32805"/>
                    <a:gd name="connsiteX10" fmla="*/ 5454 w 14443"/>
                    <a:gd name="connsiteY10" fmla="*/ 1 h 32805"/>
                    <a:gd name="connsiteX11" fmla="*/ 1370 w 14443"/>
                    <a:gd name="connsiteY11" fmla="*/ 5010 h 32805"/>
                    <a:gd name="connsiteX12" fmla="*/ 1044 w 14443"/>
                    <a:gd name="connsiteY12" fmla="*/ 23416 h 32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443" h="32805">
                      <a:moveTo>
                        <a:pt x="1044" y="23416"/>
                      </a:moveTo>
                      <a:cubicBezTo>
                        <a:pt x="1643" y="26030"/>
                        <a:pt x="2623" y="28698"/>
                        <a:pt x="4583" y="30495"/>
                      </a:cubicBezTo>
                      <a:cubicBezTo>
                        <a:pt x="5618" y="31475"/>
                        <a:pt x="6925" y="32129"/>
                        <a:pt x="8286" y="32510"/>
                      </a:cubicBezTo>
                      <a:cubicBezTo>
                        <a:pt x="9321" y="32837"/>
                        <a:pt x="10464" y="32945"/>
                        <a:pt x="11444" y="32564"/>
                      </a:cubicBezTo>
                      <a:cubicBezTo>
                        <a:pt x="12261" y="32237"/>
                        <a:pt x="12860" y="31584"/>
                        <a:pt x="13350" y="30822"/>
                      </a:cubicBezTo>
                      <a:cubicBezTo>
                        <a:pt x="14439" y="29134"/>
                        <a:pt x="14820" y="26846"/>
                        <a:pt x="14004" y="24995"/>
                      </a:cubicBezTo>
                      <a:cubicBezTo>
                        <a:pt x="13132" y="23035"/>
                        <a:pt x="11009" y="21728"/>
                        <a:pt x="10464" y="19604"/>
                      </a:cubicBezTo>
                      <a:cubicBezTo>
                        <a:pt x="9974" y="17753"/>
                        <a:pt x="10791" y="15847"/>
                        <a:pt x="11117" y="13995"/>
                      </a:cubicBezTo>
                      <a:cubicBezTo>
                        <a:pt x="11444" y="12416"/>
                        <a:pt x="11390" y="10783"/>
                        <a:pt x="11390" y="9149"/>
                      </a:cubicBezTo>
                      <a:cubicBezTo>
                        <a:pt x="11390" y="7733"/>
                        <a:pt x="11335" y="6263"/>
                        <a:pt x="10845" y="4956"/>
                      </a:cubicBezTo>
                      <a:cubicBezTo>
                        <a:pt x="10137" y="3105"/>
                        <a:pt x="7687" y="-54"/>
                        <a:pt x="5454" y="1"/>
                      </a:cubicBezTo>
                      <a:cubicBezTo>
                        <a:pt x="3113" y="110"/>
                        <a:pt x="1915" y="3159"/>
                        <a:pt x="1370" y="5010"/>
                      </a:cubicBezTo>
                      <a:cubicBezTo>
                        <a:pt x="-427" y="10891"/>
                        <a:pt x="-372" y="17535"/>
                        <a:pt x="1044" y="23416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4" name="Forme libre : forme 563">
                  <a:extLst>
                    <a:ext uri="{FF2B5EF4-FFF2-40B4-BE49-F238E27FC236}">
                      <a16:creationId xmlns:a16="http://schemas.microsoft.com/office/drawing/2014/main" id="{5B954E6D-4A8C-46DA-A2CF-45B51756B436}"/>
                    </a:ext>
                  </a:extLst>
                </p:cNvPr>
                <p:cNvSpPr/>
                <p:nvPr/>
              </p:nvSpPr>
              <p:spPr>
                <a:xfrm>
                  <a:off x="3967654" y="4593665"/>
                  <a:ext cx="48663" cy="76075"/>
                </a:xfrm>
                <a:custGeom>
                  <a:avLst/>
                  <a:gdLst>
                    <a:gd name="connsiteX0" fmla="*/ 21827 w 48663"/>
                    <a:gd name="connsiteY0" fmla="*/ 76076 h 76075"/>
                    <a:gd name="connsiteX1" fmla="*/ 18396 w 48663"/>
                    <a:gd name="connsiteY1" fmla="*/ 75803 h 76075"/>
                    <a:gd name="connsiteX2" fmla="*/ 263 w 48663"/>
                    <a:gd name="connsiteY2" fmla="*/ 50864 h 76075"/>
                    <a:gd name="connsiteX3" fmla="*/ 5382 w 48663"/>
                    <a:gd name="connsiteY3" fmla="*/ 18409 h 76075"/>
                    <a:gd name="connsiteX4" fmla="*/ 30267 w 48663"/>
                    <a:gd name="connsiteY4" fmla="*/ 276 h 76075"/>
                    <a:gd name="connsiteX5" fmla="*/ 48400 w 48663"/>
                    <a:gd name="connsiteY5" fmla="*/ 25216 h 76075"/>
                    <a:gd name="connsiteX6" fmla="*/ 43282 w 48663"/>
                    <a:gd name="connsiteY6" fmla="*/ 57671 h 76075"/>
                    <a:gd name="connsiteX7" fmla="*/ 21827 w 48663"/>
                    <a:gd name="connsiteY7" fmla="*/ 76076 h 76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8663" h="76075">
                      <a:moveTo>
                        <a:pt x="21827" y="76076"/>
                      </a:moveTo>
                      <a:cubicBezTo>
                        <a:pt x="20683" y="76076"/>
                        <a:pt x="19540" y="75967"/>
                        <a:pt x="18396" y="75803"/>
                      </a:cubicBezTo>
                      <a:cubicBezTo>
                        <a:pt x="6525" y="73952"/>
                        <a:pt x="-1588" y="62789"/>
                        <a:pt x="263" y="50864"/>
                      </a:cubicBezTo>
                      <a:lnTo>
                        <a:pt x="5382" y="18409"/>
                      </a:lnTo>
                      <a:cubicBezTo>
                        <a:pt x="7233" y="6538"/>
                        <a:pt x="18396" y="-1630"/>
                        <a:pt x="30267" y="276"/>
                      </a:cubicBezTo>
                      <a:cubicBezTo>
                        <a:pt x="42138" y="2128"/>
                        <a:pt x="50252" y="13291"/>
                        <a:pt x="48400" y="25216"/>
                      </a:cubicBezTo>
                      <a:lnTo>
                        <a:pt x="43282" y="57671"/>
                      </a:lnTo>
                      <a:cubicBezTo>
                        <a:pt x="41648" y="68398"/>
                        <a:pt x="32337" y="76076"/>
                        <a:pt x="21827" y="76076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65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016356" y="4590892"/>
                <a:ext cx="59201" cy="69755"/>
                <a:chOff x="4016356" y="4590892"/>
                <a:chExt cx="59201" cy="69755"/>
              </a:xfrm>
              <a:solidFill>
                <a:schemeClr val="accent1"/>
              </a:solidFill>
            </p:grpSpPr>
            <p:sp>
              <p:nvSpPr>
                <p:cNvPr id="566" name="Forme libre : forme 565">
                  <a:extLst>
                    <a:ext uri="{FF2B5EF4-FFF2-40B4-BE49-F238E27FC236}">
                      <a16:creationId xmlns:a16="http://schemas.microsoft.com/office/drawing/2014/main" id="{E4F9958A-E22D-491F-9D0A-56956F227BC9}"/>
                    </a:ext>
                  </a:extLst>
                </p:cNvPr>
                <p:cNvSpPr/>
                <p:nvPr/>
              </p:nvSpPr>
              <p:spPr>
                <a:xfrm>
                  <a:off x="4016356" y="4590921"/>
                  <a:ext cx="59147" cy="69725"/>
                </a:xfrm>
                <a:custGeom>
                  <a:avLst/>
                  <a:gdLst>
                    <a:gd name="connsiteX0" fmla="*/ 37381 w 59147"/>
                    <a:gd name="connsiteY0" fmla="*/ 69726 h 69725"/>
                    <a:gd name="connsiteX1" fmla="*/ 17614 w 59147"/>
                    <a:gd name="connsiteY1" fmla="*/ 57093 h 69725"/>
                    <a:gd name="connsiteX2" fmla="*/ 3238 w 59147"/>
                    <a:gd name="connsiteY2" fmla="*/ 33188 h 69725"/>
                    <a:gd name="connsiteX3" fmla="*/ 10371 w 59147"/>
                    <a:gd name="connsiteY3" fmla="*/ 3238 h 69725"/>
                    <a:gd name="connsiteX4" fmla="*/ 40321 w 59147"/>
                    <a:gd name="connsiteY4" fmla="*/ 10372 h 69725"/>
                    <a:gd name="connsiteX5" fmla="*/ 58018 w 59147"/>
                    <a:gd name="connsiteY5" fmla="*/ 41083 h 69725"/>
                    <a:gd name="connsiteX6" fmla="*/ 44242 w 59147"/>
                    <a:gd name="connsiteY6" fmla="*/ 68637 h 69725"/>
                    <a:gd name="connsiteX7" fmla="*/ 37381 w 59147"/>
                    <a:gd name="connsiteY7" fmla="*/ 69726 h 69725"/>
                    <a:gd name="connsiteX8" fmla="*/ 16743 w 59147"/>
                    <a:gd name="connsiteY8" fmla="*/ 54806 h 69725"/>
                    <a:gd name="connsiteX9" fmla="*/ 17505 w 59147"/>
                    <a:gd name="connsiteY9" fmla="*/ 56766 h 69725"/>
                    <a:gd name="connsiteX10" fmla="*/ 16743 w 59147"/>
                    <a:gd name="connsiteY10" fmla="*/ 54806 h 69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9147" h="69725">
                      <a:moveTo>
                        <a:pt x="37381" y="69726"/>
                      </a:moveTo>
                      <a:cubicBezTo>
                        <a:pt x="29049" y="69726"/>
                        <a:pt x="21208" y="64880"/>
                        <a:pt x="17614" y="57093"/>
                      </a:cubicBezTo>
                      <a:cubicBezTo>
                        <a:pt x="16035" y="54207"/>
                        <a:pt x="9065" y="42663"/>
                        <a:pt x="3238" y="33188"/>
                      </a:cubicBezTo>
                      <a:cubicBezTo>
                        <a:pt x="-3079" y="22950"/>
                        <a:pt x="134" y="9500"/>
                        <a:pt x="10371" y="3238"/>
                      </a:cubicBezTo>
                      <a:cubicBezTo>
                        <a:pt x="20609" y="-3079"/>
                        <a:pt x="34059" y="134"/>
                        <a:pt x="40321" y="10372"/>
                      </a:cubicBezTo>
                      <a:cubicBezTo>
                        <a:pt x="56657" y="36945"/>
                        <a:pt x="57147" y="38415"/>
                        <a:pt x="58018" y="41083"/>
                      </a:cubicBezTo>
                      <a:cubicBezTo>
                        <a:pt x="61830" y="52519"/>
                        <a:pt x="55677" y="64825"/>
                        <a:pt x="44242" y="68637"/>
                      </a:cubicBezTo>
                      <a:cubicBezTo>
                        <a:pt x="42009" y="69345"/>
                        <a:pt x="39668" y="69726"/>
                        <a:pt x="37381" y="69726"/>
                      </a:cubicBezTo>
                      <a:close/>
                      <a:moveTo>
                        <a:pt x="16743" y="54806"/>
                      </a:moveTo>
                      <a:cubicBezTo>
                        <a:pt x="16851" y="55187"/>
                        <a:pt x="17069" y="55895"/>
                        <a:pt x="17505" y="56766"/>
                      </a:cubicBezTo>
                      <a:cubicBezTo>
                        <a:pt x="17233" y="56167"/>
                        <a:pt x="16960" y="55514"/>
                        <a:pt x="16743" y="54806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7" name="Forme libre : forme 566">
                  <a:extLst>
                    <a:ext uri="{FF2B5EF4-FFF2-40B4-BE49-F238E27FC236}">
                      <a16:creationId xmlns:a16="http://schemas.microsoft.com/office/drawing/2014/main" id="{DFCF7ABE-CA7C-4A43-AD36-0E16FB2432F8}"/>
                    </a:ext>
                  </a:extLst>
                </p:cNvPr>
                <p:cNvSpPr/>
                <p:nvPr/>
              </p:nvSpPr>
              <p:spPr>
                <a:xfrm>
                  <a:off x="4016356" y="4590892"/>
                  <a:ext cx="59201" cy="69700"/>
                </a:xfrm>
                <a:custGeom>
                  <a:avLst/>
                  <a:gdLst>
                    <a:gd name="connsiteX0" fmla="*/ 21752 w 59201"/>
                    <a:gd name="connsiteY0" fmla="*/ 5445 h 69700"/>
                    <a:gd name="connsiteX1" fmla="*/ 21752 w 59201"/>
                    <a:gd name="connsiteY1" fmla="*/ 5445 h 69700"/>
                    <a:gd name="connsiteX2" fmla="*/ 35692 w 59201"/>
                    <a:gd name="connsiteY2" fmla="*/ 13232 h 69700"/>
                    <a:gd name="connsiteX3" fmla="*/ 52900 w 59201"/>
                    <a:gd name="connsiteY3" fmla="*/ 42801 h 69700"/>
                    <a:gd name="connsiteX4" fmla="*/ 42554 w 59201"/>
                    <a:gd name="connsiteY4" fmla="*/ 63439 h 69700"/>
                    <a:gd name="connsiteX5" fmla="*/ 37381 w 59201"/>
                    <a:gd name="connsiteY5" fmla="*/ 64255 h 69700"/>
                    <a:gd name="connsiteX6" fmla="*/ 22569 w 59201"/>
                    <a:gd name="connsiteY6" fmla="*/ 54781 h 69700"/>
                    <a:gd name="connsiteX7" fmla="*/ 22515 w 59201"/>
                    <a:gd name="connsiteY7" fmla="*/ 54617 h 69700"/>
                    <a:gd name="connsiteX8" fmla="*/ 22460 w 59201"/>
                    <a:gd name="connsiteY8" fmla="*/ 54563 h 69700"/>
                    <a:gd name="connsiteX9" fmla="*/ 22460 w 59201"/>
                    <a:gd name="connsiteY9" fmla="*/ 54563 h 69700"/>
                    <a:gd name="connsiteX10" fmla="*/ 21861 w 59201"/>
                    <a:gd name="connsiteY10" fmla="*/ 53092 h 69700"/>
                    <a:gd name="connsiteX11" fmla="*/ 21643 w 59201"/>
                    <a:gd name="connsiteY11" fmla="*/ 53147 h 69700"/>
                    <a:gd name="connsiteX12" fmla="*/ 7867 w 59201"/>
                    <a:gd name="connsiteY12" fmla="*/ 30276 h 69700"/>
                    <a:gd name="connsiteX13" fmla="*/ 5906 w 59201"/>
                    <a:gd name="connsiteY13" fmla="*/ 17916 h 69700"/>
                    <a:gd name="connsiteX14" fmla="*/ 13258 w 59201"/>
                    <a:gd name="connsiteY14" fmla="*/ 7787 h 69700"/>
                    <a:gd name="connsiteX15" fmla="*/ 21752 w 59201"/>
                    <a:gd name="connsiteY15" fmla="*/ 5445 h 69700"/>
                    <a:gd name="connsiteX16" fmla="*/ 21752 w 59201"/>
                    <a:gd name="connsiteY16" fmla="*/ 0 h 69700"/>
                    <a:gd name="connsiteX17" fmla="*/ 10371 w 59201"/>
                    <a:gd name="connsiteY17" fmla="*/ 3213 h 69700"/>
                    <a:gd name="connsiteX18" fmla="*/ 3238 w 59201"/>
                    <a:gd name="connsiteY18" fmla="*/ 33163 h 69700"/>
                    <a:gd name="connsiteX19" fmla="*/ 17614 w 59201"/>
                    <a:gd name="connsiteY19" fmla="*/ 57068 h 69700"/>
                    <a:gd name="connsiteX20" fmla="*/ 37381 w 59201"/>
                    <a:gd name="connsiteY20" fmla="*/ 69701 h 69700"/>
                    <a:gd name="connsiteX21" fmla="*/ 44296 w 59201"/>
                    <a:gd name="connsiteY21" fmla="*/ 68557 h 69700"/>
                    <a:gd name="connsiteX22" fmla="*/ 58073 w 59201"/>
                    <a:gd name="connsiteY22" fmla="*/ 41004 h 69700"/>
                    <a:gd name="connsiteX23" fmla="*/ 40375 w 59201"/>
                    <a:gd name="connsiteY23" fmla="*/ 10292 h 69700"/>
                    <a:gd name="connsiteX24" fmla="*/ 21752 w 59201"/>
                    <a:gd name="connsiteY24" fmla="*/ 0 h 69700"/>
                    <a:gd name="connsiteX25" fmla="*/ 21752 w 59201"/>
                    <a:gd name="connsiteY25" fmla="*/ 0 h 69700"/>
                    <a:gd name="connsiteX26" fmla="*/ 17505 w 59201"/>
                    <a:gd name="connsiteY26" fmla="*/ 56850 h 69700"/>
                    <a:gd name="connsiteX27" fmla="*/ 16743 w 59201"/>
                    <a:gd name="connsiteY27" fmla="*/ 54890 h 69700"/>
                    <a:gd name="connsiteX28" fmla="*/ 17505 w 59201"/>
                    <a:gd name="connsiteY28" fmla="*/ 56850 h 69700"/>
                    <a:gd name="connsiteX29" fmla="*/ 17505 w 59201"/>
                    <a:gd name="connsiteY29" fmla="*/ 56850 h 69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59201" h="69700">
                      <a:moveTo>
                        <a:pt x="21752" y="5445"/>
                      </a:moveTo>
                      <a:lnTo>
                        <a:pt x="21752" y="5445"/>
                      </a:lnTo>
                      <a:cubicBezTo>
                        <a:pt x="27470" y="5445"/>
                        <a:pt x="32697" y="8332"/>
                        <a:pt x="35692" y="13232"/>
                      </a:cubicBezTo>
                      <a:cubicBezTo>
                        <a:pt x="51702" y="39316"/>
                        <a:pt x="52192" y="40786"/>
                        <a:pt x="52900" y="42801"/>
                      </a:cubicBezTo>
                      <a:cubicBezTo>
                        <a:pt x="55731" y="51350"/>
                        <a:pt x="51103" y="60607"/>
                        <a:pt x="42554" y="63439"/>
                      </a:cubicBezTo>
                      <a:cubicBezTo>
                        <a:pt x="40866" y="63983"/>
                        <a:pt x="39123" y="64255"/>
                        <a:pt x="37381" y="64255"/>
                      </a:cubicBezTo>
                      <a:cubicBezTo>
                        <a:pt x="31009" y="64255"/>
                        <a:pt x="25237" y="60553"/>
                        <a:pt x="22569" y="54781"/>
                      </a:cubicBezTo>
                      <a:lnTo>
                        <a:pt x="22515" y="54617"/>
                      </a:lnTo>
                      <a:lnTo>
                        <a:pt x="22460" y="54563"/>
                      </a:lnTo>
                      <a:lnTo>
                        <a:pt x="22460" y="54563"/>
                      </a:lnTo>
                      <a:cubicBezTo>
                        <a:pt x="22242" y="54073"/>
                        <a:pt x="22079" y="53583"/>
                        <a:pt x="21861" y="53092"/>
                      </a:cubicBezTo>
                      <a:lnTo>
                        <a:pt x="21643" y="53147"/>
                      </a:lnTo>
                      <a:cubicBezTo>
                        <a:pt x="19193" y="48845"/>
                        <a:pt x="13040" y="38717"/>
                        <a:pt x="7867" y="30276"/>
                      </a:cubicBezTo>
                      <a:cubicBezTo>
                        <a:pt x="5580" y="26573"/>
                        <a:pt x="4872" y="22163"/>
                        <a:pt x="5906" y="17916"/>
                      </a:cubicBezTo>
                      <a:cubicBezTo>
                        <a:pt x="6941" y="13668"/>
                        <a:pt x="9500" y="10074"/>
                        <a:pt x="13258" y="7787"/>
                      </a:cubicBezTo>
                      <a:cubicBezTo>
                        <a:pt x="15817" y="6262"/>
                        <a:pt x="18757" y="5445"/>
                        <a:pt x="21752" y="5445"/>
                      </a:cubicBezTo>
                      <a:moveTo>
                        <a:pt x="21752" y="0"/>
                      </a:moveTo>
                      <a:cubicBezTo>
                        <a:pt x="17886" y="0"/>
                        <a:pt x="13911" y="1035"/>
                        <a:pt x="10371" y="3213"/>
                      </a:cubicBezTo>
                      <a:cubicBezTo>
                        <a:pt x="134" y="9529"/>
                        <a:pt x="-3079" y="22925"/>
                        <a:pt x="3238" y="33163"/>
                      </a:cubicBezTo>
                      <a:cubicBezTo>
                        <a:pt x="9065" y="42637"/>
                        <a:pt x="16035" y="54182"/>
                        <a:pt x="17614" y="57068"/>
                      </a:cubicBezTo>
                      <a:cubicBezTo>
                        <a:pt x="21208" y="64855"/>
                        <a:pt x="29049" y="69701"/>
                        <a:pt x="37381" y="69701"/>
                      </a:cubicBezTo>
                      <a:cubicBezTo>
                        <a:pt x="39668" y="69701"/>
                        <a:pt x="42009" y="69320"/>
                        <a:pt x="44296" y="68557"/>
                      </a:cubicBezTo>
                      <a:cubicBezTo>
                        <a:pt x="55731" y="64746"/>
                        <a:pt x="61885" y="52439"/>
                        <a:pt x="58073" y="41004"/>
                      </a:cubicBezTo>
                      <a:cubicBezTo>
                        <a:pt x="57202" y="38390"/>
                        <a:pt x="56712" y="36920"/>
                        <a:pt x="40375" y="10292"/>
                      </a:cubicBezTo>
                      <a:cubicBezTo>
                        <a:pt x="36237" y="3703"/>
                        <a:pt x="29103" y="0"/>
                        <a:pt x="21752" y="0"/>
                      </a:cubicBezTo>
                      <a:lnTo>
                        <a:pt x="21752" y="0"/>
                      </a:lnTo>
                      <a:close/>
                      <a:moveTo>
                        <a:pt x="17505" y="56850"/>
                      </a:moveTo>
                      <a:cubicBezTo>
                        <a:pt x="17069" y="55924"/>
                        <a:pt x="16851" y="55216"/>
                        <a:pt x="16743" y="54890"/>
                      </a:cubicBezTo>
                      <a:cubicBezTo>
                        <a:pt x="16960" y="55543"/>
                        <a:pt x="17233" y="56196"/>
                        <a:pt x="17505" y="56850"/>
                      </a:cubicBezTo>
                      <a:lnTo>
                        <a:pt x="17505" y="56850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8" name="Forme libre : forme 567">
                  <a:extLst>
                    <a:ext uri="{FF2B5EF4-FFF2-40B4-BE49-F238E27FC236}">
                      <a16:creationId xmlns:a16="http://schemas.microsoft.com/office/drawing/2014/main" id="{1318D891-17C8-4F31-BFDC-90F26ACAF9DB}"/>
                    </a:ext>
                  </a:extLst>
                </p:cNvPr>
                <p:cNvSpPr/>
                <p:nvPr/>
              </p:nvSpPr>
              <p:spPr>
                <a:xfrm>
                  <a:off x="4035350" y="4627562"/>
                  <a:ext cx="25237" cy="19107"/>
                </a:xfrm>
                <a:custGeom>
                  <a:avLst/>
                  <a:gdLst>
                    <a:gd name="connsiteX0" fmla="*/ 7223 w 25237"/>
                    <a:gd name="connsiteY0" fmla="*/ 14735 h 19107"/>
                    <a:gd name="connsiteX1" fmla="*/ 17025 w 25237"/>
                    <a:gd name="connsiteY1" fmla="*/ 19037 h 19107"/>
                    <a:gd name="connsiteX2" fmla="*/ 22198 w 25237"/>
                    <a:gd name="connsiteY2" fmla="*/ 17076 h 19107"/>
                    <a:gd name="connsiteX3" fmla="*/ 23886 w 25237"/>
                    <a:gd name="connsiteY3" fmla="*/ 15987 h 19107"/>
                    <a:gd name="connsiteX4" fmla="*/ 25193 w 25237"/>
                    <a:gd name="connsiteY4" fmla="*/ 11794 h 19107"/>
                    <a:gd name="connsiteX5" fmla="*/ 24104 w 25237"/>
                    <a:gd name="connsiteY5" fmla="*/ 7547 h 19107"/>
                    <a:gd name="connsiteX6" fmla="*/ 18604 w 25237"/>
                    <a:gd name="connsiteY6" fmla="*/ 7057 h 19107"/>
                    <a:gd name="connsiteX7" fmla="*/ 10109 w 25237"/>
                    <a:gd name="connsiteY7" fmla="*/ 1611 h 19107"/>
                    <a:gd name="connsiteX8" fmla="*/ 6298 w 25237"/>
                    <a:gd name="connsiteY8" fmla="*/ 631 h 19107"/>
                    <a:gd name="connsiteX9" fmla="*/ 2377 w 25237"/>
                    <a:gd name="connsiteY9" fmla="*/ 32 h 19107"/>
                    <a:gd name="connsiteX10" fmla="*/ 852 w 25237"/>
                    <a:gd name="connsiteY10" fmla="*/ 6403 h 19107"/>
                    <a:gd name="connsiteX11" fmla="*/ 7223 w 25237"/>
                    <a:gd name="connsiteY11" fmla="*/ 14735 h 19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237" h="19107">
                      <a:moveTo>
                        <a:pt x="7223" y="14735"/>
                      </a:moveTo>
                      <a:cubicBezTo>
                        <a:pt x="9783" y="17403"/>
                        <a:pt x="13377" y="19527"/>
                        <a:pt x="17025" y="19037"/>
                      </a:cubicBezTo>
                      <a:cubicBezTo>
                        <a:pt x="18877" y="18819"/>
                        <a:pt x="20565" y="17947"/>
                        <a:pt x="22198" y="17076"/>
                      </a:cubicBezTo>
                      <a:cubicBezTo>
                        <a:pt x="22797" y="16749"/>
                        <a:pt x="23396" y="16477"/>
                        <a:pt x="23886" y="15987"/>
                      </a:cubicBezTo>
                      <a:cubicBezTo>
                        <a:pt x="24921" y="14898"/>
                        <a:pt x="25084" y="13264"/>
                        <a:pt x="25193" y="11794"/>
                      </a:cubicBezTo>
                      <a:cubicBezTo>
                        <a:pt x="25302" y="10269"/>
                        <a:pt x="25302" y="8473"/>
                        <a:pt x="24104" y="7547"/>
                      </a:cubicBezTo>
                      <a:cubicBezTo>
                        <a:pt x="22634" y="6349"/>
                        <a:pt x="20510" y="7220"/>
                        <a:pt x="18604" y="7057"/>
                      </a:cubicBezTo>
                      <a:cubicBezTo>
                        <a:pt x="15228" y="6730"/>
                        <a:pt x="13213" y="3027"/>
                        <a:pt x="10109" y="1611"/>
                      </a:cubicBezTo>
                      <a:cubicBezTo>
                        <a:pt x="8911" y="1067"/>
                        <a:pt x="7605" y="849"/>
                        <a:pt x="6298" y="631"/>
                      </a:cubicBezTo>
                      <a:cubicBezTo>
                        <a:pt x="4991" y="413"/>
                        <a:pt x="3684" y="250"/>
                        <a:pt x="2377" y="32"/>
                      </a:cubicBezTo>
                      <a:cubicBezTo>
                        <a:pt x="-781" y="-458"/>
                        <a:pt x="-237" y="4824"/>
                        <a:pt x="852" y="6403"/>
                      </a:cubicBezTo>
                      <a:cubicBezTo>
                        <a:pt x="2813" y="9289"/>
                        <a:pt x="4827" y="12284"/>
                        <a:pt x="7223" y="14735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9" name="Forme libre : forme 568">
                  <a:extLst>
                    <a:ext uri="{FF2B5EF4-FFF2-40B4-BE49-F238E27FC236}">
                      <a16:creationId xmlns:a16="http://schemas.microsoft.com/office/drawing/2014/main" id="{8EE66A79-D9D8-40FD-8EC5-AFDED7579913}"/>
                    </a:ext>
                  </a:extLst>
                </p:cNvPr>
                <p:cNvSpPr/>
                <p:nvPr/>
              </p:nvSpPr>
              <p:spPr>
                <a:xfrm>
                  <a:off x="4016356" y="4590921"/>
                  <a:ext cx="59147" cy="69725"/>
                </a:xfrm>
                <a:custGeom>
                  <a:avLst/>
                  <a:gdLst>
                    <a:gd name="connsiteX0" fmla="*/ 37381 w 59147"/>
                    <a:gd name="connsiteY0" fmla="*/ 69726 h 69725"/>
                    <a:gd name="connsiteX1" fmla="*/ 17614 w 59147"/>
                    <a:gd name="connsiteY1" fmla="*/ 57093 h 69725"/>
                    <a:gd name="connsiteX2" fmla="*/ 3238 w 59147"/>
                    <a:gd name="connsiteY2" fmla="*/ 33188 h 69725"/>
                    <a:gd name="connsiteX3" fmla="*/ 10371 w 59147"/>
                    <a:gd name="connsiteY3" fmla="*/ 3238 h 69725"/>
                    <a:gd name="connsiteX4" fmla="*/ 40321 w 59147"/>
                    <a:gd name="connsiteY4" fmla="*/ 10372 h 69725"/>
                    <a:gd name="connsiteX5" fmla="*/ 58018 w 59147"/>
                    <a:gd name="connsiteY5" fmla="*/ 41083 h 69725"/>
                    <a:gd name="connsiteX6" fmla="*/ 44242 w 59147"/>
                    <a:gd name="connsiteY6" fmla="*/ 68637 h 69725"/>
                    <a:gd name="connsiteX7" fmla="*/ 37381 w 59147"/>
                    <a:gd name="connsiteY7" fmla="*/ 69726 h 69725"/>
                    <a:gd name="connsiteX8" fmla="*/ 16743 w 59147"/>
                    <a:gd name="connsiteY8" fmla="*/ 54806 h 69725"/>
                    <a:gd name="connsiteX9" fmla="*/ 17505 w 59147"/>
                    <a:gd name="connsiteY9" fmla="*/ 56766 h 69725"/>
                    <a:gd name="connsiteX10" fmla="*/ 16743 w 59147"/>
                    <a:gd name="connsiteY10" fmla="*/ 54806 h 69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9147" h="69725">
                      <a:moveTo>
                        <a:pt x="37381" y="69726"/>
                      </a:moveTo>
                      <a:cubicBezTo>
                        <a:pt x="29049" y="69726"/>
                        <a:pt x="21208" y="64880"/>
                        <a:pt x="17614" y="57093"/>
                      </a:cubicBezTo>
                      <a:cubicBezTo>
                        <a:pt x="16035" y="54207"/>
                        <a:pt x="9065" y="42663"/>
                        <a:pt x="3238" y="33188"/>
                      </a:cubicBezTo>
                      <a:cubicBezTo>
                        <a:pt x="-3079" y="22950"/>
                        <a:pt x="134" y="9500"/>
                        <a:pt x="10371" y="3238"/>
                      </a:cubicBezTo>
                      <a:cubicBezTo>
                        <a:pt x="20609" y="-3079"/>
                        <a:pt x="34059" y="134"/>
                        <a:pt x="40321" y="10372"/>
                      </a:cubicBezTo>
                      <a:cubicBezTo>
                        <a:pt x="56657" y="36945"/>
                        <a:pt x="57147" y="38415"/>
                        <a:pt x="58018" y="41083"/>
                      </a:cubicBezTo>
                      <a:cubicBezTo>
                        <a:pt x="61830" y="52519"/>
                        <a:pt x="55677" y="64825"/>
                        <a:pt x="44242" y="68637"/>
                      </a:cubicBezTo>
                      <a:cubicBezTo>
                        <a:pt x="42009" y="69345"/>
                        <a:pt x="39668" y="69726"/>
                        <a:pt x="37381" y="69726"/>
                      </a:cubicBezTo>
                      <a:close/>
                      <a:moveTo>
                        <a:pt x="16743" y="54806"/>
                      </a:moveTo>
                      <a:cubicBezTo>
                        <a:pt x="16851" y="55187"/>
                        <a:pt x="17069" y="55895"/>
                        <a:pt x="17505" y="56766"/>
                      </a:cubicBezTo>
                      <a:cubicBezTo>
                        <a:pt x="17233" y="56167"/>
                        <a:pt x="16960" y="55514"/>
                        <a:pt x="16743" y="54806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70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008117" y="4514070"/>
                <a:ext cx="64502" cy="48723"/>
                <a:chOff x="4008117" y="4514070"/>
                <a:chExt cx="64502" cy="48723"/>
              </a:xfrm>
              <a:solidFill>
                <a:schemeClr val="accent1"/>
              </a:solidFill>
            </p:grpSpPr>
            <p:sp>
              <p:nvSpPr>
                <p:cNvPr id="571" name="Forme libre : forme 570">
                  <a:extLst>
                    <a:ext uri="{FF2B5EF4-FFF2-40B4-BE49-F238E27FC236}">
                      <a16:creationId xmlns:a16="http://schemas.microsoft.com/office/drawing/2014/main" id="{3DE0A9BD-0B2F-4FE0-8E88-E7D539CA15D8}"/>
                    </a:ext>
                  </a:extLst>
                </p:cNvPr>
                <p:cNvSpPr/>
                <p:nvPr/>
              </p:nvSpPr>
              <p:spPr>
                <a:xfrm>
                  <a:off x="4008444" y="4514124"/>
                  <a:ext cx="64176" cy="48669"/>
                </a:xfrm>
                <a:custGeom>
                  <a:avLst/>
                  <a:gdLst>
                    <a:gd name="connsiteX0" fmla="*/ 42407 w 64176"/>
                    <a:gd name="connsiteY0" fmla="*/ 48669 h 48669"/>
                    <a:gd name="connsiteX1" fmla="*/ 37179 w 64176"/>
                    <a:gd name="connsiteY1" fmla="*/ 48016 h 48669"/>
                    <a:gd name="connsiteX2" fmla="*/ 16542 w 64176"/>
                    <a:gd name="connsiteY2" fmla="*/ 42897 h 48669"/>
                    <a:gd name="connsiteX3" fmla="*/ 641 w 64176"/>
                    <a:gd name="connsiteY3" fmla="*/ 16541 h 48669"/>
                    <a:gd name="connsiteX4" fmla="*/ 26997 w 64176"/>
                    <a:gd name="connsiteY4" fmla="*/ 641 h 48669"/>
                    <a:gd name="connsiteX5" fmla="*/ 47635 w 64176"/>
                    <a:gd name="connsiteY5" fmla="*/ 5760 h 48669"/>
                    <a:gd name="connsiteX6" fmla="*/ 63535 w 64176"/>
                    <a:gd name="connsiteY6" fmla="*/ 32115 h 48669"/>
                    <a:gd name="connsiteX7" fmla="*/ 42407 w 64176"/>
                    <a:gd name="connsiteY7" fmla="*/ 48669 h 48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176" h="48669">
                      <a:moveTo>
                        <a:pt x="42407" y="48669"/>
                      </a:moveTo>
                      <a:cubicBezTo>
                        <a:pt x="40665" y="48669"/>
                        <a:pt x="38922" y="48451"/>
                        <a:pt x="37179" y="48016"/>
                      </a:cubicBezTo>
                      <a:lnTo>
                        <a:pt x="16542" y="42897"/>
                      </a:lnTo>
                      <a:cubicBezTo>
                        <a:pt x="4888" y="40011"/>
                        <a:pt x="-2245" y="28195"/>
                        <a:pt x="641" y="16541"/>
                      </a:cubicBezTo>
                      <a:cubicBezTo>
                        <a:pt x="3527" y="4888"/>
                        <a:pt x="15344" y="-2245"/>
                        <a:pt x="26997" y="641"/>
                      </a:cubicBezTo>
                      <a:lnTo>
                        <a:pt x="47635" y="5760"/>
                      </a:lnTo>
                      <a:cubicBezTo>
                        <a:pt x="59288" y="8646"/>
                        <a:pt x="66421" y="20462"/>
                        <a:pt x="63535" y="32115"/>
                      </a:cubicBezTo>
                      <a:cubicBezTo>
                        <a:pt x="61085" y="42026"/>
                        <a:pt x="52154" y="48669"/>
                        <a:pt x="42407" y="48669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2" name="Forme libre : forme 571">
                  <a:extLst>
                    <a:ext uri="{FF2B5EF4-FFF2-40B4-BE49-F238E27FC236}">
                      <a16:creationId xmlns:a16="http://schemas.microsoft.com/office/drawing/2014/main" id="{BEDA4323-4AD8-4559-B054-2701C04321F3}"/>
                    </a:ext>
                  </a:extLst>
                </p:cNvPr>
                <p:cNvSpPr/>
                <p:nvPr/>
              </p:nvSpPr>
              <p:spPr>
                <a:xfrm>
                  <a:off x="4008389" y="4514112"/>
                  <a:ext cx="64176" cy="48681"/>
                </a:xfrm>
                <a:custGeom>
                  <a:avLst/>
                  <a:gdLst>
                    <a:gd name="connsiteX0" fmla="*/ 21769 w 64176"/>
                    <a:gd name="connsiteY0" fmla="*/ 5445 h 48681"/>
                    <a:gd name="connsiteX1" fmla="*/ 21769 w 64176"/>
                    <a:gd name="connsiteY1" fmla="*/ 5445 h 48681"/>
                    <a:gd name="connsiteX2" fmla="*/ 25690 w 64176"/>
                    <a:gd name="connsiteY2" fmla="*/ 5935 h 48681"/>
                    <a:gd name="connsiteX3" fmla="*/ 46328 w 64176"/>
                    <a:gd name="connsiteY3" fmla="*/ 11054 h 48681"/>
                    <a:gd name="connsiteX4" fmla="*/ 56402 w 64176"/>
                    <a:gd name="connsiteY4" fmla="*/ 18460 h 48681"/>
                    <a:gd name="connsiteX5" fmla="*/ 58253 w 64176"/>
                    <a:gd name="connsiteY5" fmla="*/ 30821 h 48681"/>
                    <a:gd name="connsiteX6" fmla="*/ 42407 w 64176"/>
                    <a:gd name="connsiteY6" fmla="*/ 43236 h 48681"/>
                    <a:gd name="connsiteX7" fmla="*/ 38486 w 64176"/>
                    <a:gd name="connsiteY7" fmla="*/ 42746 h 48681"/>
                    <a:gd name="connsiteX8" fmla="*/ 17848 w 64176"/>
                    <a:gd name="connsiteY8" fmla="*/ 37627 h 48681"/>
                    <a:gd name="connsiteX9" fmla="*/ 7775 w 64176"/>
                    <a:gd name="connsiteY9" fmla="*/ 30222 h 48681"/>
                    <a:gd name="connsiteX10" fmla="*/ 5923 w 64176"/>
                    <a:gd name="connsiteY10" fmla="*/ 17861 h 48681"/>
                    <a:gd name="connsiteX11" fmla="*/ 21769 w 64176"/>
                    <a:gd name="connsiteY11" fmla="*/ 5445 h 48681"/>
                    <a:gd name="connsiteX12" fmla="*/ 21769 w 64176"/>
                    <a:gd name="connsiteY12" fmla="*/ 0 h 48681"/>
                    <a:gd name="connsiteX13" fmla="*/ 641 w 64176"/>
                    <a:gd name="connsiteY13" fmla="*/ 16554 h 48681"/>
                    <a:gd name="connsiteX14" fmla="*/ 16542 w 64176"/>
                    <a:gd name="connsiteY14" fmla="*/ 42910 h 48681"/>
                    <a:gd name="connsiteX15" fmla="*/ 37180 w 64176"/>
                    <a:gd name="connsiteY15" fmla="*/ 48028 h 48681"/>
                    <a:gd name="connsiteX16" fmla="*/ 42407 w 64176"/>
                    <a:gd name="connsiteY16" fmla="*/ 48682 h 48681"/>
                    <a:gd name="connsiteX17" fmla="*/ 63535 w 64176"/>
                    <a:gd name="connsiteY17" fmla="*/ 32128 h 48681"/>
                    <a:gd name="connsiteX18" fmla="*/ 47635 w 64176"/>
                    <a:gd name="connsiteY18" fmla="*/ 5772 h 48681"/>
                    <a:gd name="connsiteX19" fmla="*/ 26997 w 64176"/>
                    <a:gd name="connsiteY19" fmla="*/ 653 h 48681"/>
                    <a:gd name="connsiteX20" fmla="*/ 21769 w 64176"/>
                    <a:gd name="connsiteY20" fmla="*/ 0 h 48681"/>
                    <a:gd name="connsiteX21" fmla="*/ 21769 w 64176"/>
                    <a:gd name="connsiteY21" fmla="*/ 0 h 48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176" h="48681">
                      <a:moveTo>
                        <a:pt x="21769" y="5445"/>
                      </a:moveTo>
                      <a:lnTo>
                        <a:pt x="21769" y="5445"/>
                      </a:lnTo>
                      <a:cubicBezTo>
                        <a:pt x="23076" y="5445"/>
                        <a:pt x="24437" y="5609"/>
                        <a:pt x="25690" y="5935"/>
                      </a:cubicBezTo>
                      <a:lnTo>
                        <a:pt x="46328" y="11054"/>
                      </a:lnTo>
                      <a:cubicBezTo>
                        <a:pt x="50575" y="12089"/>
                        <a:pt x="54115" y="14757"/>
                        <a:pt x="56402" y="18460"/>
                      </a:cubicBezTo>
                      <a:cubicBezTo>
                        <a:pt x="58689" y="22163"/>
                        <a:pt x="59342" y="26573"/>
                        <a:pt x="58253" y="30821"/>
                      </a:cubicBezTo>
                      <a:cubicBezTo>
                        <a:pt x="56456" y="38118"/>
                        <a:pt x="49922" y="43236"/>
                        <a:pt x="42407" y="43236"/>
                      </a:cubicBezTo>
                      <a:cubicBezTo>
                        <a:pt x="41100" y="43236"/>
                        <a:pt x="39739" y="43073"/>
                        <a:pt x="38486" y="42746"/>
                      </a:cubicBezTo>
                      <a:lnTo>
                        <a:pt x="17848" y="37627"/>
                      </a:lnTo>
                      <a:cubicBezTo>
                        <a:pt x="13601" y="36593"/>
                        <a:pt x="10062" y="33925"/>
                        <a:pt x="7775" y="30222"/>
                      </a:cubicBezTo>
                      <a:cubicBezTo>
                        <a:pt x="5542" y="26464"/>
                        <a:pt x="4834" y="22108"/>
                        <a:pt x="5923" y="17861"/>
                      </a:cubicBezTo>
                      <a:cubicBezTo>
                        <a:pt x="7720" y="10510"/>
                        <a:pt x="14254" y="5445"/>
                        <a:pt x="21769" y="5445"/>
                      </a:cubicBezTo>
                      <a:moveTo>
                        <a:pt x="21769" y="0"/>
                      </a:moveTo>
                      <a:cubicBezTo>
                        <a:pt x="12022" y="0"/>
                        <a:pt x="3091" y="6643"/>
                        <a:pt x="641" y="16554"/>
                      </a:cubicBezTo>
                      <a:cubicBezTo>
                        <a:pt x="-2245" y="28207"/>
                        <a:pt x="4889" y="40023"/>
                        <a:pt x="16542" y="42910"/>
                      </a:cubicBezTo>
                      <a:lnTo>
                        <a:pt x="37180" y="48028"/>
                      </a:lnTo>
                      <a:cubicBezTo>
                        <a:pt x="38922" y="48464"/>
                        <a:pt x="40719" y="48682"/>
                        <a:pt x="42407" y="48682"/>
                      </a:cubicBezTo>
                      <a:cubicBezTo>
                        <a:pt x="52209" y="48682"/>
                        <a:pt x="61085" y="42038"/>
                        <a:pt x="63535" y="32128"/>
                      </a:cubicBezTo>
                      <a:cubicBezTo>
                        <a:pt x="66421" y="20475"/>
                        <a:pt x="59288" y="8658"/>
                        <a:pt x="47635" y="5772"/>
                      </a:cubicBezTo>
                      <a:lnTo>
                        <a:pt x="26997" y="653"/>
                      </a:lnTo>
                      <a:cubicBezTo>
                        <a:pt x="25254" y="163"/>
                        <a:pt x="23512" y="0"/>
                        <a:pt x="21769" y="0"/>
                      </a:cubicBezTo>
                      <a:lnTo>
                        <a:pt x="21769" y="0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3" name="Forme libre : forme 572">
                  <a:extLst>
                    <a:ext uri="{FF2B5EF4-FFF2-40B4-BE49-F238E27FC236}">
                      <a16:creationId xmlns:a16="http://schemas.microsoft.com/office/drawing/2014/main" id="{499BAB91-CFE5-44B2-AA3F-3B9FB93970F5}"/>
                    </a:ext>
                  </a:extLst>
                </p:cNvPr>
                <p:cNvSpPr/>
                <p:nvPr/>
              </p:nvSpPr>
              <p:spPr>
                <a:xfrm>
                  <a:off x="4038662" y="4526632"/>
                  <a:ext cx="24154" cy="19355"/>
                </a:xfrm>
                <a:custGeom>
                  <a:avLst/>
                  <a:gdLst>
                    <a:gd name="connsiteX0" fmla="*/ 19430 w 24154"/>
                    <a:gd name="connsiteY0" fmla="*/ 4633 h 19355"/>
                    <a:gd name="connsiteX1" fmla="*/ 22208 w 24154"/>
                    <a:gd name="connsiteY1" fmla="*/ 8826 h 19355"/>
                    <a:gd name="connsiteX2" fmla="*/ 24005 w 24154"/>
                    <a:gd name="connsiteY2" fmla="*/ 14707 h 19355"/>
                    <a:gd name="connsiteX3" fmla="*/ 23896 w 24154"/>
                    <a:gd name="connsiteY3" fmla="*/ 17049 h 19355"/>
                    <a:gd name="connsiteX4" fmla="*/ 22698 w 24154"/>
                    <a:gd name="connsiteY4" fmla="*/ 18029 h 19355"/>
                    <a:gd name="connsiteX5" fmla="*/ 18341 w 24154"/>
                    <a:gd name="connsiteY5" fmla="*/ 19281 h 19355"/>
                    <a:gd name="connsiteX6" fmla="*/ 16436 w 24154"/>
                    <a:gd name="connsiteY6" fmla="*/ 18192 h 19355"/>
                    <a:gd name="connsiteX7" fmla="*/ 10119 w 24154"/>
                    <a:gd name="connsiteY7" fmla="*/ 12093 h 19355"/>
                    <a:gd name="connsiteX8" fmla="*/ 589 w 24154"/>
                    <a:gd name="connsiteY8" fmla="*/ 3163 h 19355"/>
                    <a:gd name="connsiteX9" fmla="*/ 10936 w 24154"/>
                    <a:gd name="connsiteY9" fmla="*/ 1421 h 19355"/>
                    <a:gd name="connsiteX10" fmla="*/ 19430 w 24154"/>
                    <a:gd name="connsiteY10" fmla="*/ 4633 h 19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154" h="19355">
                      <a:moveTo>
                        <a:pt x="19430" y="4633"/>
                      </a:moveTo>
                      <a:cubicBezTo>
                        <a:pt x="20737" y="5668"/>
                        <a:pt x="21554" y="7247"/>
                        <a:pt x="22208" y="8826"/>
                      </a:cubicBezTo>
                      <a:cubicBezTo>
                        <a:pt x="22970" y="10732"/>
                        <a:pt x="23569" y="12692"/>
                        <a:pt x="24005" y="14707"/>
                      </a:cubicBezTo>
                      <a:cubicBezTo>
                        <a:pt x="24168" y="15470"/>
                        <a:pt x="24277" y="16341"/>
                        <a:pt x="23896" y="17049"/>
                      </a:cubicBezTo>
                      <a:cubicBezTo>
                        <a:pt x="23623" y="17484"/>
                        <a:pt x="23133" y="17757"/>
                        <a:pt x="22698" y="18029"/>
                      </a:cubicBezTo>
                      <a:cubicBezTo>
                        <a:pt x="21391" y="18791"/>
                        <a:pt x="19866" y="19608"/>
                        <a:pt x="18341" y="19281"/>
                      </a:cubicBezTo>
                      <a:cubicBezTo>
                        <a:pt x="17634" y="19118"/>
                        <a:pt x="16980" y="18682"/>
                        <a:pt x="16436" y="18192"/>
                      </a:cubicBezTo>
                      <a:cubicBezTo>
                        <a:pt x="14203" y="16286"/>
                        <a:pt x="12678" y="13509"/>
                        <a:pt x="10119" y="12093"/>
                      </a:cubicBezTo>
                      <a:cubicBezTo>
                        <a:pt x="5817" y="9698"/>
                        <a:pt x="-2242" y="10732"/>
                        <a:pt x="589" y="3163"/>
                      </a:cubicBezTo>
                      <a:cubicBezTo>
                        <a:pt x="2278" y="-1357"/>
                        <a:pt x="7560" y="-159"/>
                        <a:pt x="10936" y="1421"/>
                      </a:cubicBezTo>
                      <a:cubicBezTo>
                        <a:pt x="13658" y="2564"/>
                        <a:pt x="17089" y="2782"/>
                        <a:pt x="19430" y="4633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4" name="Forme libre : forme 573">
                  <a:extLst>
                    <a:ext uri="{FF2B5EF4-FFF2-40B4-BE49-F238E27FC236}">
                      <a16:creationId xmlns:a16="http://schemas.microsoft.com/office/drawing/2014/main" id="{8E8BE830-7C19-44C2-8DDE-CCE21EBD6F9F}"/>
                    </a:ext>
                  </a:extLst>
                </p:cNvPr>
                <p:cNvSpPr/>
                <p:nvPr/>
              </p:nvSpPr>
              <p:spPr>
                <a:xfrm>
                  <a:off x="4008117" y="4514070"/>
                  <a:ext cx="64176" cy="48669"/>
                </a:xfrm>
                <a:custGeom>
                  <a:avLst/>
                  <a:gdLst>
                    <a:gd name="connsiteX0" fmla="*/ 42407 w 64176"/>
                    <a:gd name="connsiteY0" fmla="*/ 48669 h 48669"/>
                    <a:gd name="connsiteX1" fmla="*/ 37179 w 64176"/>
                    <a:gd name="connsiteY1" fmla="*/ 48016 h 48669"/>
                    <a:gd name="connsiteX2" fmla="*/ 16542 w 64176"/>
                    <a:gd name="connsiteY2" fmla="*/ 42897 h 48669"/>
                    <a:gd name="connsiteX3" fmla="*/ 641 w 64176"/>
                    <a:gd name="connsiteY3" fmla="*/ 16541 h 48669"/>
                    <a:gd name="connsiteX4" fmla="*/ 26997 w 64176"/>
                    <a:gd name="connsiteY4" fmla="*/ 641 h 48669"/>
                    <a:gd name="connsiteX5" fmla="*/ 47635 w 64176"/>
                    <a:gd name="connsiteY5" fmla="*/ 5760 h 48669"/>
                    <a:gd name="connsiteX6" fmla="*/ 63535 w 64176"/>
                    <a:gd name="connsiteY6" fmla="*/ 32115 h 48669"/>
                    <a:gd name="connsiteX7" fmla="*/ 42407 w 64176"/>
                    <a:gd name="connsiteY7" fmla="*/ 48669 h 48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176" h="48669">
                      <a:moveTo>
                        <a:pt x="42407" y="48669"/>
                      </a:moveTo>
                      <a:cubicBezTo>
                        <a:pt x="40665" y="48669"/>
                        <a:pt x="38922" y="48452"/>
                        <a:pt x="37179" y="48016"/>
                      </a:cubicBezTo>
                      <a:lnTo>
                        <a:pt x="16542" y="42897"/>
                      </a:lnTo>
                      <a:cubicBezTo>
                        <a:pt x="4888" y="40011"/>
                        <a:pt x="-2245" y="28195"/>
                        <a:pt x="641" y="16541"/>
                      </a:cubicBezTo>
                      <a:cubicBezTo>
                        <a:pt x="3527" y="4888"/>
                        <a:pt x="15344" y="-2245"/>
                        <a:pt x="26997" y="641"/>
                      </a:cubicBezTo>
                      <a:lnTo>
                        <a:pt x="47635" y="5760"/>
                      </a:lnTo>
                      <a:cubicBezTo>
                        <a:pt x="59288" y="8646"/>
                        <a:pt x="66421" y="20462"/>
                        <a:pt x="63535" y="32115"/>
                      </a:cubicBezTo>
                      <a:cubicBezTo>
                        <a:pt x="61085" y="42080"/>
                        <a:pt x="52209" y="48669"/>
                        <a:pt x="42407" y="48669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75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3987878" y="4555170"/>
                <a:ext cx="48675" cy="55542"/>
                <a:chOff x="3987878" y="4555170"/>
                <a:chExt cx="48675" cy="55542"/>
              </a:xfrm>
              <a:solidFill>
                <a:schemeClr val="accent1"/>
              </a:solidFill>
            </p:grpSpPr>
            <p:sp>
              <p:nvSpPr>
                <p:cNvPr id="576" name="Forme libre : forme 575">
                  <a:extLst>
                    <a:ext uri="{FF2B5EF4-FFF2-40B4-BE49-F238E27FC236}">
                      <a16:creationId xmlns:a16="http://schemas.microsoft.com/office/drawing/2014/main" id="{2E3C2AA0-8F77-493E-964C-AD6CB0A51A53}"/>
                    </a:ext>
                  </a:extLst>
                </p:cNvPr>
                <p:cNvSpPr/>
                <p:nvPr/>
              </p:nvSpPr>
              <p:spPr>
                <a:xfrm>
                  <a:off x="3987878" y="4555255"/>
                  <a:ext cx="48675" cy="55457"/>
                </a:xfrm>
                <a:custGeom>
                  <a:avLst/>
                  <a:gdLst>
                    <a:gd name="connsiteX0" fmla="*/ 26924 w 48675"/>
                    <a:gd name="connsiteY0" fmla="*/ 55458 h 55457"/>
                    <a:gd name="connsiteX1" fmla="*/ 6885 w 48675"/>
                    <a:gd name="connsiteY1" fmla="*/ 42280 h 55457"/>
                    <a:gd name="connsiteX2" fmla="*/ 1767 w 48675"/>
                    <a:gd name="connsiteY2" fmla="*/ 30355 h 55457"/>
                    <a:gd name="connsiteX3" fmla="*/ 13202 w 48675"/>
                    <a:gd name="connsiteY3" fmla="*/ 1767 h 55457"/>
                    <a:gd name="connsiteX4" fmla="*/ 41790 w 48675"/>
                    <a:gd name="connsiteY4" fmla="*/ 13202 h 55457"/>
                    <a:gd name="connsiteX5" fmla="*/ 46909 w 48675"/>
                    <a:gd name="connsiteY5" fmla="*/ 25127 h 55457"/>
                    <a:gd name="connsiteX6" fmla="*/ 35473 w 48675"/>
                    <a:gd name="connsiteY6" fmla="*/ 53715 h 55457"/>
                    <a:gd name="connsiteX7" fmla="*/ 26924 w 48675"/>
                    <a:gd name="connsiteY7" fmla="*/ 55458 h 55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8675" h="55457">
                      <a:moveTo>
                        <a:pt x="26924" y="55458"/>
                      </a:moveTo>
                      <a:cubicBezTo>
                        <a:pt x="18484" y="55458"/>
                        <a:pt x="10425" y="50503"/>
                        <a:pt x="6885" y="42280"/>
                      </a:cubicBezTo>
                      <a:lnTo>
                        <a:pt x="1767" y="30355"/>
                      </a:lnTo>
                      <a:cubicBezTo>
                        <a:pt x="-2971" y="19301"/>
                        <a:pt x="2148" y="6504"/>
                        <a:pt x="13202" y="1767"/>
                      </a:cubicBezTo>
                      <a:cubicBezTo>
                        <a:pt x="24256" y="-2971"/>
                        <a:pt x="37053" y="2148"/>
                        <a:pt x="41790" y="13202"/>
                      </a:cubicBezTo>
                      <a:lnTo>
                        <a:pt x="46909" y="25127"/>
                      </a:lnTo>
                      <a:cubicBezTo>
                        <a:pt x="51646" y="36181"/>
                        <a:pt x="46528" y="48978"/>
                        <a:pt x="35473" y="53715"/>
                      </a:cubicBezTo>
                      <a:cubicBezTo>
                        <a:pt x="32696" y="54859"/>
                        <a:pt x="29756" y="55458"/>
                        <a:pt x="26924" y="55458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7" name="Forme libre : forme 576">
                  <a:extLst>
                    <a:ext uri="{FF2B5EF4-FFF2-40B4-BE49-F238E27FC236}">
                      <a16:creationId xmlns:a16="http://schemas.microsoft.com/office/drawing/2014/main" id="{58A2CBFA-68F0-49A8-99AF-253BC88CC228}"/>
                    </a:ext>
                  </a:extLst>
                </p:cNvPr>
                <p:cNvSpPr/>
                <p:nvPr/>
              </p:nvSpPr>
              <p:spPr>
                <a:xfrm>
                  <a:off x="3987878" y="4555170"/>
                  <a:ext cx="48675" cy="55433"/>
                </a:xfrm>
                <a:custGeom>
                  <a:avLst/>
                  <a:gdLst>
                    <a:gd name="connsiteX0" fmla="*/ 21751 w 48675"/>
                    <a:gd name="connsiteY0" fmla="*/ 5445 h 55433"/>
                    <a:gd name="connsiteX1" fmla="*/ 21751 w 48675"/>
                    <a:gd name="connsiteY1" fmla="*/ 5445 h 55433"/>
                    <a:gd name="connsiteX2" fmla="*/ 36781 w 48675"/>
                    <a:gd name="connsiteY2" fmla="*/ 15356 h 55433"/>
                    <a:gd name="connsiteX3" fmla="*/ 41899 w 48675"/>
                    <a:gd name="connsiteY3" fmla="*/ 27281 h 55433"/>
                    <a:gd name="connsiteX4" fmla="*/ 33350 w 48675"/>
                    <a:gd name="connsiteY4" fmla="*/ 48736 h 55433"/>
                    <a:gd name="connsiteX5" fmla="*/ 26924 w 48675"/>
                    <a:gd name="connsiteY5" fmla="*/ 50043 h 55433"/>
                    <a:gd name="connsiteX6" fmla="*/ 11895 w 48675"/>
                    <a:gd name="connsiteY6" fmla="*/ 40132 h 55433"/>
                    <a:gd name="connsiteX7" fmla="*/ 6776 w 48675"/>
                    <a:gd name="connsiteY7" fmla="*/ 28207 h 55433"/>
                    <a:gd name="connsiteX8" fmla="*/ 15326 w 48675"/>
                    <a:gd name="connsiteY8" fmla="*/ 6752 h 55433"/>
                    <a:gd name="connsiteX9" fmla="*/ 21751 w 48675"/>
                    <a:gd name="connsiteY9" fmla="*/ 5445 h 55433"/>
                    <a:gd name="connsiteX10" fmla="*/ 21751 w 48675"/>
                    <a:gd name="connsiteY10" fmla="*/ 0 h 55433"/>
                    <a:gd name="connsiteX11" fmla="*/ 13202 w 48675"/>
                    <a:gd name="connsiteY11" fmla="*/ 1743 h 55433"/>
                    <a:gd name="connsiteX12" fmla="*/ 1767 w 48675"/>
                    <a:gd name="connsiteY12" fmla="*/ 30331 h 55433"/>
                    <a:gd name="connsiteX13" fmla="*/ 6885 w 48675"/>
                    <a:gd name="connsiteY13" fmla="*/ 42256 h 55433"/>
                    <a:gd name="connsiteX14" fmla="*/ 26924 w 48675"/>
                    <a:gd name="connsiteY14" fmla="*/ 55434 h 55433"/>
                    <a:gd name="connsiteX15" fmla="*/ 35473 w 48675"/>
                    <a:gd name="connsiteY15" fmla="*/ 53691 h 55433"/>
                    <a:gd name="connsiteX16" fmla="*/ 46909 w 48675"/>
                    <a:gd name="connsiteY16" fmla="*/ 25103 h 55433"/>
                    <a:gd name="connsiteX17" fmla="*/ 41790 w 48675"/>
                    <a:gd name="connsiteY17" fmla="*/ 13178 h 55433"/>
                    <a:gd name="connsiteX18" fmla="*/ 21751 w 48675"/>
                    <a:gd name="connsiteY18" fmla="*/ 0 h 55433"/>
                    <a:gd name="connsiteX19" fmla="*/ 21751 w 48675"/>
                    <a:gd name="connsiteY19" fmla="*/ 0 h 5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8675" h="55433">
                      <a:moveTo>
                        <a:pt x="21751" y="5445"/>
                      </a:moveTo>
                      <a:lnTo>
                        <a:pt x="21751" y="5445"/>
                      </a:lnTo>
                      <a:cubicBezTo>
                        <a:pt x="28286" y="5445"/>
                        <a:pt x="34221" y="9312"/>
                        <a:pt x="36781" y="15356"/>
                      </a:cubicBezTo>
                      <a:lnTo>
                        <a:pt x="41899" y="27281"/>
                      </a:lnTo>
                      <a:cubicBezTo>
                        <a:pt x="45439" y="35558"/>
                        <a:pt x="41627" y="45197"/>
                        <a:pt x="33350" y="48736"/>
                      </a:cubicBezTo>
                      <a:cubicBezTo>
                        <a:pt x="31281" y="49607"/>
                        <a:pt x="29102" y="50043"/>
                        <a:pt x="26924" y="50043"/>
                      </a:cubicBezTo>
                      <a:cubicBezTo>
                        <a:pt x="20390" y="50043"/>
                        <a:pt x="14454" y="46177"/>
                        <a:pt x="11895" y="40132"/>
                      </a:cubicBezTo>
                      <a:lnTo>
                        <a:pt x="6776" y="28207"/>
                      </a:lnTo>
                      <a:cubicBezTo>
                        <a:pt x="3237" y="19930"/>
                        <a:pt x="7049" y="10292"/>
                        <a:pt x="15326" y="6752"/>
                      </a:cubicBezTo>
                      <a:cubicBezTo>
                        <a:pt x="17395" y="5881"/>
                        <a:pt x="19519" y="5445"/>
                        <a:pt x="21751" y="5445"/>
                      </a:cubicBezTo>
                      <a:moveTo>
                        <a:pt x="21751" y="0"/>
                      </a:moveTo>
                      <a:cubicBezTo>
                        <a:pt x="18865" y="0"/>
                        <a:pt x="15979" y="545"/>
                        <a:pt x="13202" y="1743"/>
                      </a:cubicBezTo>
                      <a:cubicBezTo>
                        <a:pt x="2148" y="6480"/>
                        <a:pt x="-2971" y="19277"/>
                        <a:pt x="1767" y="30331"/>
                      </a:cubicBezTo>
                      <a:lnTo>
                        <a:pt x="6885" y="42256"/>
                      </a:lnTo>
                      <a:cubicBezTo>
                        <a:pt x="10425" y="50533"/>
                        <a:pt x="18484" y="55434"/>
                        <a:pt x="26924" y="55434"/>
                      </a:cubicBezTo>
                      <a:cubicBezTo>
                        <a:pt x="29810" y="55434"/>
                        <a:pt x="32696" y="54890"/>
                        <a:pt x="35473" y="53691"/>
                      </a:cubicBezTo>
                      <a:cubicBezTo>
                        <a:pt x="46528" y="48954"/>
                        <a:pt x="51646" y="36157"/>
                        <a:pt x="46909" y="25103"/>
                      </a:cubicBezTo>
                      <a:lnTo>
                        <a:pt x="41790" y="13178"/>
                      </a:lnTo>
                      <a:cubicBezTo>
                        <a:pt x="38251" y="4955"/>
                        <a:pt x="30191" y="0"/>
                        <a:pt x="21751" y="0"/>
                      </a:cubicBezTo>
                      <a:lnTo>
                        <a:pt x="21751" y="0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8" name="Forme libre : forme 577">
                  <a:extLst>
                    <a:ext uri="{FF2B5EF4-FFF2-40B4-BE49-F238E27FC236}">
                      <a16:creationId xmlns:a16="http://schemas.microsoft.com/office/drawing/2014/main" id="{5BECD610-610C-4814-8BA6-FE052A5B6A51}"/>
                    </a:ext>
                  </a:extLst>
                </p:cNvPr>
                <p:cNvSpPr/>
                <p:nvPr/>
              </p:nvSpPr>
              <p:spPr>
                <a:xfrm>
                  <a:off x="4002006" y="4583344"/>
                  <a:ext cx="21353" cy="16039"/>
                </a:xfrm>
                <a:custGeom>
                  <a:avLst/>
                  <a:gdLst>
                    <a:gd name="connsiteX0" fmla="*/ 0 w 21353"/>
                    <a:gd name="connsiteY0" fmla="*/ 7874 h 16039"/>
                    <a:gd name="connsiteX1" fmla="*/ 5282 w 21353"/>
                    <a:gd name="connsiteY1" fmla="*/ 13048 h 16039"/>
                    <a:gd name="connsiteX2" fmla="*/ 9638 w 21353"/>
                    <a:gd name="connsiteY2" fmla="*/ 15934 h 16039"/>
                    <a:gd name="connsiteX3" fmla="*/ 14376 w 21353"/>
                    <a:gd name="connsiteY3" fmla="*/ 15280 h 16039"/>
                    <a:gd name="connsiteX4" fmla="*/ 19876 w 21353"/>
                    <a:gd name="connsiteY4" fmla="*/ 12285 h 16039"/>
                    <a:gd name="connsiteX5" fmla="*/ 21182 w 21353"/>
                    <a:gd name="connsiteY5" fmla="*/ 6350 h 16039"/>
                    <a:gd name="connsiteX6" fmla="*/ 18079 w 21353"/>
                    <a:gd name="connsiteY6" fmla="*/ 959 h 16039"/>
                    <a:gd name="connsiteX7" fmla="*/ 16881 w 21353"/>
                    <a:gd name="connsiteY7" fmla="*/ 88 h 16039"/>
                    <a:gd name="connsiteX8" fmla="*/ 13995 w 21353"/>
                    <a:gd name="connsiteY8" fmla="*/ 959 h 16039"/>
                    <a:gd name="connsiteX9" fmla="*/ 6480 w 21353"/>
                    <a:gd name="connsiteY9" fmla="*/ 2701 h 16039"/>
                    <a:gd name="connsiteX10" fmla="*/ 3703 w 21353"/>
                    <a:gd name="connsiteY10" fmla="*/ 2429 h 16039"/>
                    <a:gd name="connsiteX11" fmla="*/ 1525 w 21353"/>
                    <a:gd name="connsiteY11" fmla="*/ 3899 h 16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353" h="16039">
                      <a:moveTo>
                        <a:pt x="0" y="7874"/>
                      </a:moveTo>
                      <a:cubicBezTo>
                        <a:pt x="1743" y="9617"/>
                        <a:pt x="3539" y="11305"/>
                        <a:pt x="5282" y="13048"/>
                      </a:cubicBezTo>
                      <a:cubicBezTo>
                        <a:pt x="6534" y="14300"/>
                        <a:pt x="7896" y="15553"/>
                        <a:pt x="9638" y="15934"/>
                      </a:cubicBezTo>
                      <a:cubicBezTo>
                        <a:pt x="11217" y="16261"/>
                        <a:pt x="12851" y="15770"/>
                        <a:pt x="14376" y="15280"/>
                      </a:cubicBezTo>
                      <a:cubicBezTo>
                        <a:pt x="16390" y="14627"/>
                        <a:pt x="18514" y="13865"/>
                        <a:pt x="19876" y="12285"/>
                      </a:cubicBezTo>
                      <a:cubicBezTo>
                        <a:pt x="21237" y="10652"/>
                        <a:pt x="21618" y="8419"/>
                        <a:pt x="21182" y="6350"/>
                      </a:cubicBezTo>
                      <a:cubicBezTo>
                        <a:pt x="20747" y="4281"/>
                        <a:pt x="19549" y="2484"/>
                        <a:pt x="18079" y="959"/>
                      </a:cubicBezTo>
                      <a:cubicBezTo>
                        <a:pt x="17752" y="578"/>
                        <a:pt x="17371" y="251"/>
                        <a:pt x="16881" y="88"/>
                      </a:cubicBezTo>
                      <a:cubicBezTo>
                        <a:pt x="15900" y="-239"/>
                        <a:pt x="14866" y="414"/>
                        <a:pt x="13995" y="959"/>
                      </a:cubicBezTo>
                      <a:cubicBezTo>
                        <a:pt x="11762" y="2266"/>
                        <a:pt x="9094" y="3028"/>
                        <a:pt x="6480" y="2701"/>
                      </a:cubicBezTo>
                      <a:cubicBezTo>
                        <a:pt x="5554" y="2593"/>
                        <a:pt x="4629" y="2375"/>
                        <a:pt x="3703" y="2429"/>
                      </a:cubicBezTo>
                      <a:cubicBezTo>
                        <a:pt x="2777" y="2538"/>
                        <a:pt x="1797" y="3028"/>
                        <a:pt x="1525" y="3899"/>
                      </a:cubicBezTo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9" name="Forme libre : forme 578">
                  <a:extLst>
                    <a:ext uri="{FF2B5EF4-FFF2-40B4-BE49-F238E27FC236}">
                      <a16:creationId xmlns:a16="http://schemas.microsoft.com/office/drawing/2014/main" id="{D1BAD7A9-D2CE-4B07-B847-A96D6099D942}"/>
                    </a:ext>
                  </a:extLst>
                </p:cNvPr>
                <p:cNvSpPr/>
                <p:nvPr/>
              </p:nvSpPr>
              <p:spPr>
                <a:xfrm>
                  <a:off x="3987878" y="4555255"/>
                  <a:ext cx="48675" cy="55457"/>
                </a:xfrm>
                <a:custGeom>
                  <a:avLst/>
                  <a:gdLst>
                    <a:gd name="connsiteX0" fmla="*/ 26924 w 48675"/>
                    <a:gd name="connsiteY0" fmla="*/ 55458 h 55457"/>
                    <a:gd name="connsiteX1" fmla="*/ 6885 w 48675"/>
                    <a:gd name="connsiteY1" fmla="*/ 42280 h 55457"/>
                    <a:gd name="connsiteX2" fmla="*/ 1767 w 48675"/>
                    <a:gd name="connsiteY2" fmla="*/ 30355 h 55457"/>
                    <a:gd name="connsiteX3" fmla="*/ 13202 w 48675"/>
                    <a:gd name="connsiteY3" fmla="*/ 1767 h 55457"/>
                    <a:gd name="connsiteX4" fmla="*/ 41790 w 48675"/>
                    <a:gd name="connsiteY4" fmla="*/ 13202 h 55457"/>
                    <a:gd name="connsiteX5" fmla="*/ 46909 w 48675"/>
                    <a:gd name="connsiteY5" fmla="*/ 25127 h 55457"/>
                    <a:gd name="connsiteX6" fmla="*/ 35473 w 48675"/>
                    <a:gd name="connsiteY6" fmla="*/ 53715 h 55457"/>
                    <a:gd name="connsiteX7" fmla="*/ 26924 w 48675"/>
                    <a:gd name="connsiteY7" fmla="*/ 55458 h 55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8675" h="55457">
                      <a:moveTo>
                        <a:pt x="26924" y="55458"/>
                      </a:moveTo>
                      <a:cubicBezTo>
                        <a:pt x="18484" y="55458"/>
                        <a:pt x="10425" y="50503"/>
                        <a:pt x="6885" y="42280"/>
                      </a:cubicBezTo>
                      <a:lnTo>
                        <a:pt x="1767" y="30355"/>
                      </a:lnTo>
                      <a:cubicBezTo>
                        <a:pt x="-2971" y="19301"/>
                        <a:pt x="2148" y="6504"/>
                        <a:pt x="13202" y="1767"/>
                      </a:cubicBezTo>
                      <a:cubicBezTo>
                        <a:pt x="24256" y="-2971"/>
                        <a:pt x="37053" y="2148"/>
                        <a:pt x="41790" y="13202"/>
                      </a:cubicBezTo>
                      <a:lnTo>
                        <a:pt x="46909" y="25127"/>
                      </a:lnTo>
                      <a:cubicBezTo>
                        <a:pt x="51646" y="36181"/>
                        <a:pt x="46528" y="48978"/>
                        <a:pt x="35473" y="53715"/>
                      </a:cubicBezTo>
                      <a:cubicBezTo>
                        <a:pt x="32696" y="54859"/>
                        <a:pt x="29756" y="55458"/>
                        <a:pt x="26924" y="55458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80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3952294" y="4475668"/>
                <a:ext cx="56140" cy="70299"/>
                <a:chOff x="3952294" y="4475668"/>
                <a:chExt cx="56140" cy="70299"/>
              </a:xfrm>
              <a:solidFill>
                <a:schemeClr val="accent1"/>
              </a:solidFill>
            </p:grpSpPr>
            <p:sp>
              <p:nvSpPr>
                <p:cNvPr id="581" name="Forme libre : forme 580">
                  <a:extLst>
                    <a:ext uri="{FF2B5EF4-FFF2-40B4-BE49-F238E27FC236}">
                      <a16:creationId xmlns:a16="http://schemas.microsoft.com/office/drawing/2014/main" id="{5B6E236C-A941-43F0-8B59-A7E134AAC24E}"/>
                    </a:ext>
                  </a:extLst>
                </p:cNvPr>
                <p:cNvSpPr/>
                <p:nvPr/>
              </p:nvSpPr>
              <p:spPr>
                <a:xfrm>
                  <a:off x="3963826" y="4488212"/>
                  <a:ext cx="21777" cy="37557"/>
                </a:xfrm>
                <a:custGeom>
                  <a:avLst/>
                  <a:gdLst>
                    <a:gd name="connsiteX0" fmla="*/ 8 w 21777"/>
                    <a:gd name="connsiteY0" fmla="*/ 7222 h 37557"/>
                    <a:gd name="connsiteX1" fmla="*/ 2948 w 21777"/>
                    <a:gd name="connsiteY1" fmla="*/ 15880 h 37557"/>
                    <a:gd name="connsiteX2" fmla="*/ 13512 w 21777"/>
                    <a:gd name="connsiteY2" fmla="*/ 31944 h 37557"/>
                    <a:gd name="connsiteX3" fmla="*/ 20101 w 21777"/>
                    <a:gd name="connsiteY3" fmla="*/ 37444 h 37557"/>
                    <a:gd name="connsiteX4" fmla="*/ 20972 w 21777"/>
                    <a:gd name="connsiteY4" fmla="*/ 37499 h 37557"/>
                    <a:gd name="connsiteX5" fmla="*/ 21735 w 21777"/>
                    <a:gd name="connsiteY5" fmla="*/ 36192 h 37557"/>
                    <a:gd name="connsiteX6" fmla="*/ 20537 w 21777"/>
                    <a:gd name="connsiteY6" fmla="*/ 29548 h 37557"/>
                    <a:gd name="connsiteX7" fmla="*/ 11879 w 21777"/>
                    <a:gd name="connsiteY7" fmla="*/ 7495 h 37557"/>
                    <a:gd name="connsiteX8" fmla="*/ 8775 w 21777"/>
                    <a:gd name="connsiteY8" fmla="*/ 2212 h 37557"/>
                    <a:gd name="connsiteX9" fmla="*/ 8 w 21777"/>
                    <a:gd name="connsiteY9" fmla="*/ 7222 h 37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777" h="37557">
                      <a:moveTo>
                        <a:pt x="8" y="7222"/>
                      </a:moveTo>
                      <a:cubicBezTo>
                        <a:pt x="117" y="10272"/>
                        <a:pt x="1478" y="13158"/>
                        <a:pt x="2948" y="15880"/>
                      </a:cubicBezTo>
                      <a:cubicBezTo>
                        <a:pt x="5998" y="21544"/>
                        <a:pt x="9483" y="26935"/>
                        <a:pt x="13512" y="31944"/>
                      </a:cubicBezTo>
                      <a:cubicBezTo>
                        <a:pt x="15309" y="34231"/>
                        <a:pt x="17324" y="36518"/>
                        <a:pt x="20101" y="37444"/>
                      </a:cubicBezTo>
                      <a:cubicBezTo>
                        <a:pt x="20373" y="37553"/>
                        <a:pt x="20700" y="37607"/>
                        <a:pt x="20972" y="37499"/>
                      </a:cubicBezTo>
                      <a:cubicBezTo>
                        <a:pt x="21463" y="37335"/>
                        <a:pt x="21680" y="36736"/>
                        <a:pt x="21735" y="36192"/>
                      </a:cubicBezTo>
                      <a:cubicBezTo>
                        <a:pt x="21953" y="33959"/>
                        <a:pt x="21299" y="31727"/>
                        <a:pt x="20537" y="29548"/>
                      </a:cubicBezTo>
                      <a:cubicBezTo>
                        <a:pt x="18032" y="22034"/>
                        <a:pt x="15091" y="14682"/>
                        <a:pt x="11879" y="7495"/>
                      </a:cubicBezTo>
                      <a:cubicBezTo>
                        <a:pt x="11007" y="5643"/>
                        <a:pt x="10136" y="3737"/>
                        <a:pt x="8775" y="2212"/>
                      </a:cubicBezTo>
                      <a:cubicBezTo>
                        <a:pt x="4201" y="-2852"/>
                        <a:pt x="-210" y="1613"/>
                        <a:pt x="8" y="7222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582" name="Graphique 3">
                  <a:extLst>
                    <a:ext uri="{FF2B5EF4-FFF2-40B4-BE49-F238E27FC236}">
                      <a16:creationId xmlns:a16="http://schemas.microsoft.com/office/drawing/2014/main" id="{49F33AAF-9D64-4980-95A6-26CA68342C7F}"/>
                    </a:ext>
                  </a:extLst>
                </p:cNvPr>
                <p:cNvGrpSpPr/>
                <p:nvPr/>
              </p:nvGrpSpPr>
              <p:grpSpPr>
                <a:xfrm>
                  <a:off x="3952294" y="4475668"/>
                  <a:ext cx="56140" cy="70299"/>
                  <a:chOff x="3952294" y="4475668"/>
                  <a:chExt cx="56140" cy="70299"/>
                </a:xfrm>
                <a:solidFill>
                  <a:schemeClr val="accent1"/>
                </a:solidFill>
              </p:grpSpPr>
              <p:sp>
                <p:nvSpPr>
                  <p:cNvPr id="583" name="Forme libre : forme 582">
                    <a:extLst>
                      <a:ext uri="{FF2B5EF4-FFF2-40B4-BE49-F238E27FC236}">
                        <a16:creationId xmlns:a16="http://schemas.microsoft.com/office/drawing/2014/main" id="{771C5F0C-8ACE-4927-AF79-D9B6F3B14A69}"/>
                      </a:ext>
                    </a:extLst>
                  </p:cNvPr>
                  <p:cNvSpPr/>
                  <p:nvPr/>
                </p:nvSpPr>
                <p:spPr>
                  <a:xfrm>
                    <a:off x="3952348" y="4475727"/>
                    <a:ext cx="56085" cy="69151"/>
                  </a:xfrm>
                  <a:custGeom>
                    <a:avLst/>
                    <a:gdLst>
                      <a:gd name="connsiteX0" fmla="*/ 34301 w 56085"/>
                      <a:gd name="connsiteY0" fmla="*/ 69152 h 69151"/>
                      <a:gd name="connsiteX1" fmla="*/ 16168 w 56085"/>
                      <a:gd name="connsiteY1" fmla="*/ 59459 h 69151"/>
                      <a:gd name="connsiteX2" fmla="*/ 2119 w 56085"/>
                      <a:gd name="connsiteY2" fmla="*/ 31143 h 69151"/>
                      <a:gd name="connsiteX3" fmla="*/ 12411 w 56085"/>
                      <a:gd name="connsiteY3" fmla="*/ 2119 h 69151"/>
                      <a:gd name="connsiteX4" fmla="*/ 41435 w 56085"/>
                      <a:gd name="connsiteY4" fmla="*/ 12411 h 69151"/>
                      <a:gd name="connsiteX5" fmla="*/ 53033 w 56085"/>
                      <a:gd name="connsiteY5" fmla="*/ 36262 h 69151"/>
                      <a:gd name="connsiteX6" fmla="*/ 46390 w 56085"/>
                      <a:gd name="connsiteY6" fmla="*/ 65503 h 69151"/>
                      <a:gd name="connsiteX7" fmla="*/ 34301 w 56085"/>
                      <a:gd name="connsiteY7" fmla="*/ 69152 h 69151"/>
                      <a:gd name="connsiteX8" fmla="*/ 52380 w 56085"/>
                      <a:gd name="connsiteY8" fmla="*/ 35281 h 69151"/>
                      <a:gd name="connsiteX9" fmla="*/ 52870 w 56085"/>
                      <a:gd name="connsiteY9" fmla="*/ 36044 h 69151"/>
                      <a:gd name="connsiteX10" fmla="*/ 52380 w 56085"/>
                      <a:gd name="connsiteY10" fmla="*/ 35281 h 69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6085" h="69151">
                        <a:moveTo>
                          <a:pt x="34301" y="69152"/>
                        </a:moveTo>
                        <a:cubicBezTo>
                          <a:pt x="27277" y="69152"/>
                          <a:pt x="20361" y="65775"/>
                          <a:pt x="16168" y="59459"/>
                        </a:cubicBezTo>
                        <a:cubicBezTo>
                          <a:pt x="15242" y="58043"/>
                          <a:pt x="14153" y="56464"/>
                          <a:pt x="2119" y="31143"/>
                        </a:cubicBezTo>
                        <a:cubicBezTo>
                          <a:pt x="-3054" y="20307"/>
                          <a:pt x="1574" y="7292"/>
                          <a:pt x="12411" y="2119"/>
                        </a:cubicBezTo>
                        <a:cubicBezTo>
                          <a:pt x="23302" y="-3054"/>
                          <a:pt x="36261" y="1575"/>
                          <a:pt x="41435" y="12411"/>
                        </a:cubicBezTo>
                        <a:cubicBezTo>
                          <a:pt x="46063" y="22104"/>
                          <a:pt x="51672" y="33757"/>
                          <a:pt x="53033" y="36262"/>
                        </a:cubicBezTo>
                        <a:cubicBezTo>
                          <a:pt x="58914" y="46172"/>
                          <a:pt x="56083" y="59078"/>
                          <a:pt x="46390" y="65503"/>
                        </a:cubicBezTo>
                        <a:cubicBezTo>
                          <a:pt x="42633" y="67954"/>
                          <a:pt x="38440" y="69152"/>
                          <a:pt x="34301" y="69152"/>
                        </a:cubicBezTo>
                        <a:close/>
                        <a:moveTo>
                          <a:pt x="52380" y="35281"/>
                        </a:moveTo>
                        <a:cubicBezTo>
                          <a:pt x="52543" y="35554"/>
                          <a:pt x="52707" y="35826"/>
                          <a:pt x="52870" y="36044"/>
                        </a:cubicBezTo>
                        <a:cubicBezTo>
                          <a:pt x="52652" y="35717"/>
                          <a:pt x="52489" y="35445"/>
                          <a:pt x="52380" y="35281"/>
                        </a:cubicBezTo>
                        <a:close/>
                      </a:path>
                    </a:pathLst>
                  </a:custGeom>
                  <a:solidFill>
                    <a:srgbClr val="9C73AD"/>
                  </a:solidFill>
                  <a:ln w="54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84" name="Forme libre : forme 583">
                    <a:extLst>
                      <a:ext uri="{FF2B5EF4-FFF2-40B4-BE49-F238E27FC236}">
                        <a16:creationId xmlns:a16="http://schemas.microsoft.com/office/drawing/2014/main" id="{B186E3B7-A9E6-4130-B263-CDA2768659E7}"/>
                      </a:ext>
                    </a:extLst>
                  </p:cNvPr>
                  <p:cNvSpPr/>
                  <p:nvPr/>
                </p:nvSpPr>
                <p:spPr>
                  <a:xfrm>
                    <a:off x="3952294" y="4475668"/>
                    <a:ext cx="56031" cy="69156"/>
                  </a:xfrm>
                  <a:custGeom>
                    <a:avLst/>
                    <a:gdLst>
                      <a:gd name="connsiteX0" fmla="*/ 21777 w 56031"/>
                      <a:gd name="connsiteY0" fmla="*/ 5445 h 69156"/>
                      <a:gd name="connsiteX1" fmla="*/ 21777 w 56031"/>
                      <a:gd name="connsiteY1" fmla="*/ 5445 h 69156"/>
                      <a:gd name="connsiteX2" fmla="*/ 36534 w 56031"/>
                      <a:gd name="connsiteY2" fmla="*/ 14757 h 69156"/>
                      <a:gd name="connsiteX3" fmla="*/ 47969 w 56031"/>
                      <a:gd name="connsiteY3" fmla="*/ 38281 h 69156"/>
                      <a:gd name="connsiteX4" fmla="*/ 47915 w 56031"/>
                      <a:gd name="connsiteY4" fmla="*/ 38335 h 69156"/>
                      <a:gd name="connsiteX5" fmla="*/ 48296 w 56031"/>
                      <a:gd name="connsiteY5" fmla="*/ 38934 h 69156"/>
                      <a:gd name="connsiteX6" fmla="*/ 48296 w 56031"/>
                      <a:gd name="connsiteY6" fmla="*/ 38934 h 69156"/>
                      <a:gd name="connsiteX7" fmla="*/ 48350 w 56031"/>
                      <a:gd name="connsiteY7" fmla="*/ 39098 h 69156"/>
                      <a:gd name="connsiteX8" fmla="*/ 43341 w 56031"/>
                      <a:gd name="connsiteY8" fmla="*/ 61043 h 69156"/>
                      <a:gd name="connsiteX9" fmla="*/ 34301 w 56031"/>
                      <a:gd name="connsiteY9" fmla="*/ 63765 h 69156"/>
                      <a:gd name="connsiteX10" fmla="*/ 20688 w 56031"/>
                      <a:gd name="connsiteY10" fmla="*/ 56469 h 69156"/>
                      <a:gd name="connsiteX11" fmla="*/ 7020 w 56031"/>
                      <a:gd name="connsiteY11" fmla="*/ 28860 h 69156"/>
                      <a:gd name="connsiteX12" fmla="*/ 14752 w 56031"/>
                      <a:gd name="connsiteY12" fmla="*/ 7079 h 69156"/>
                      <a:gd name="connsiteX13" fmla="*/ 21777 w 56031"/>
                      <a:gd name="connsiteY13" fmla="*/ 5445 h 69156"/>
                      <a:gd name="connsiteX14" fmla="*/ 21777 w 56031"/>
                      <a:gd name="connsiteY14" fmla="*/ 0 h 69156"/>
                      <a:gd name="connsiteX15" fmla="*/ 12411 w 56031"/>
                      <a:gd name="connsiteY15" fmla="*/ 2124 h 69156"/>
                      <a:gd name="connsiteX16" fmla="*/ 2119 w 56031"/>
                      <a:gd name="connsiteY16" fmla="*/ 31147 h 69156"/>
                      <a:gd name="connsiteX17" fmla="*/ 16168 w 56031"/>
                      <a:gd name="connsiteY17" fmla="*/ 59463 h 69156"/>
                      <a:gd name="connsiteX18" fmla="*/ 34301 w 56031"/>
                      <a:gd name="connsiteY18" fmla="*/ 69156 h 69156"/>
                      <a:gd name="connsiteX19" fmla="*/ 46336 w 56031"/>
                      <a:gd name="connsiteY19" fmla="*/ 65508 h 69156"/>
                      <a:gd name="connsiteX20" fmla="*/ 52979 w 56031"/>
                      <a:gd name="connsiteY20" fmla="*/ 36266 h 69156"/>
                      <a:gd name="connsiteX21" fmla="*/ 41380 w 56031"/>
                      <a:gd name="connsiteY21" fmla="*/ 12415 h 69156"/>
                      <a:gd name="connsiteX22" fmla="*/ 21777 w 56031"/>
                      <a:gd name="connsiteY22" fmla="*/ 0 h 69156"/>
                      <a:gd name="connsiteX23" fmla="*/ 21777 w 56031"/>
                      <a:gd name="connsiteY23" fmla="*/ 0 h 69156"/>
                      <a:gd name="connsiteX24" fmla="*/ 52924 w 56031"/>
                      <a:gd name="connsiteY24" fmla="*/ 36103 h 69156"/>
                      <a:gd name="connsiteX25" fmla="*/ 52434 w 56031"/>
                      <a:gd name="connsiteY25" fmla="*/ 35340 h 69156"/>
                      <a:gd name="connsiteX26" fmla="*/ 52924 w 56031"/>
                      <a:gd name="connsiteY26" fmla="*/ 36103 h 69156"/>
                      <a:gd name="connsiteX27" fmla="*/ 52924 w 56031"/>
                      <a:gd name="connsiteY27" fmla="*/ 36103 h 69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6031" h="69156">
                        <a:moveTo>
                          <a:pt x="21777" y="5445"/>
                        </a:moveTo>
                        <a:lnTo>
                          <a:pt x="21777" y="5445"/>
                        </a:lnTo>
                        <a:cubicBezTo>
                          <a:pt x="28039" y="5445"/>
                          <a:pt x="33866" y="9094"/>
                          <a:pt x="36534" y="14757"/>
                        </a:cubicBezTo>
                        <a:cubicBezTo>
                          <a:pt x="40836" y="23851"/>
                          <a:pt x="46009" y="34524"/>
                          <a:pt x="47969" y="38281"/>
                        </a:cubicBezTo>
                        <a:lnTo>
                          <a:pt x="47915" y="38335"/>
                        </a:lnTo>
                        <a:cubicBezTo>
                          <a:pt x="48024" y="38553"/>
                          <a:pt x="48187" y="38717"/>
                          <a:pt x="48296" y="38934"/>
                        </a:cubicBezTo>
                        <a:lnTo>
                          <a:pt x="48296" y="38934"/>
                        </a:lnTo>
                        <a:cubicBezTo>
                          <a:pt x="48350" y="38989"/>
                          <a:pt x="48350" y="39043"/>
                          <a:pt x="48350" y="39098"/>
                        </a:cubicBezTo>
                        <a:cubicBezTo>
                          <a:pt x="52816" y="46558"/>
                          <a:pt x="50637" y="56196"/>
                          <a:pt x="43341" y="61043"/>
                        </a:cubicBezTo>
                        <a:cubicBezTo>
                          <a:pt x="40672" y="62840"/>
                          <a:pt x="37514" y="63765"/>
                          <a:pt x="34301" y="63765"/>
                        </a:cubicBezTo>
                        <a:cubicBezTo>
                          <a:pt x="28801" y="63765"/>
                          <a:pt x="23737" y="61043"/>
                          <a:pt x="20688" y="56469"/>
                        </a:cubicBezTo>
                        <a:cubicBezTo>
                          <a:pt x="19925" y="55325"/>
                          <a:pt x="18891" y="53800"/>
                          <a:pt x="7020" y="28860"/>
                        </a:cubicBezTo>
                        <a:cubicBezTo>
                          <a:pt x="3154" y="20747"/>
                          <a:pt x="6639" y="10945"/>
                          <a:pt x="14752" y="7079"/>
                        </a:cubicBezTo>
                        <a:cubicBezTo>
                          <a:pt x="16985" y="5990"/>
                          <a:pt x="19326" y="5445"/>
                          <a:pt x="21777" y="5445"/>
                        </a:cubicBezTo>
                        <a:moveTo>
                          <a:pt x="21777" y="0"/>
                        </a:moveTo>
                        <a:cubicBezTo>
                          <a:pt x="18618" y="0"/>
                          <a:pt x="15460" y="708"/>
                          <a:pt x="12411" y="2124"/>
                        </a:cubicBezTo>
                        <a:cubicBezTo>
                          <a:pt x="1575" y="7297"/>
                          <a:pt x="-3054" y="20311"/>
                          <a:pt x="2119" y="31147"/>
                        </a:cubicBezTo>
                        <a:cubicBezTo>
                          <a:pt x="14153" y="56469"/>
                          <a:pt x="15242" y="58048"/>
                          <a:pt x="16168" y="59463"/>
                        </a:cubicBezTo>
                        <a:cubicBezTo>
                          <a:pt x="20361" y="65780"/>
                          <a:pt x="27277" y="69156"/>
                          <a:pt x="34301" y="69156"/>
                        </a:cubicBezTo>
                        <a:cubicBezTo>
                          <a:pt x="38440" y="69156"/>
                          <a:pt x="42633" y="67958"/>
                          <a:pt x="46336" y="65508"/>
                        </a:cubicBezTo>
                        <a:cubicBezTo>
                          <a:pt x="56028" y="59028"/>
                          <a:pt x="58860" y="46177"/>
                          <a:pt x="52979" y="36266"/>
                        </a:cubicBezTo>
                        <a:cubicBezTo>
                          <a:pt x="51672" y="33761"/>
                          <a:pt x="46009" y="22108"/>
                          <a:pt x="41380" y="12415"/>
                        </a:cubicBezTo>
                        <a:cubicBezTo>
                          <a:pt x="37732" y="4628"/>
                          <a:pt x="29945" y="0"/>
                          <a:pt x="21777" y="0"/>
                        </a:cubicBezTo>
                        <a:lnTo>
                          <a:pt x="21777" y="0"/>
                        </a:lnTo>
                        <a:close/>
                        <a:moveTo>
                          <a:pt x="52924" y="36103"/>
                        </a:moveTo>
                        <a:cubicBezTo>
                          <a:pt x="52761" y="35830"/>
                          <a:pt x="52598" y="35558"/>
                          <a:pt x="52434" y="35340"/>
                        </a:cubicBezTo>
                        <a:cubicBezTo>
                          <a:pt x="52543" y="35504"/>
                          <a:pt x="52707" y="35776"/>
                          <a:pt x="52924" y="36103"/>
                        </a:cubicBezTo>
                        <a:lnTo>
                          <a:pt x="52924" y="36103"/>
                        </a:lnTo>
                        <a:close/>
                      </a:path>
                    </a:pathLst>
                  </a:custGeom>
                  <a:solidFill>
                    <a:srgbClr val="855B99"/>
                  </a:solidFill>
                  <a:ln w="54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85" name="Forme libre : forme 584">
                    <a:extLst>
                      <a:ext uri="{FF2B5EF4-FFF2-40B4-BE49-F238E27FC236}">
                        <a16:creationId xmlns:a16="http://schemas.microsoft.com/office/drawing/2014/main" id="{CCFB709A-77B2-4168-89D5-7C69CA7CE2BE}"/>
                      </a:ext>
                    </a:extLst>
                  </p:cNvPr>
                  <p:cNvSpPr/>
                  <p:nvPr/>
                </p:nvSpPr>
                <p:spPr>
                  <a:xfrm>
                    <a:off x="3963798" y="4488691"/>
                    <a:ext cx="16122" cy="25802"/>
                  </a:xfrm>
                  <a:custGeom>
                    <a:avLst/>
                    <a:gdLst>
                      <a:gd name="connsiteX0" fmla="*/ 2595 w 16122"/>
                      <a:gd name="connsiteY0" fmla="*/ 15565 h 25802"/>
                      <a:gd name="connsiteX1" fmla="*/ 6679 w 16122"/>
                      <a:gd name="connsiteY1" fmla="*/ 21990 h 25802"/>
                      <a:gd name="connsiteX2" fmla="*/ 10436 w 16122"/>
                      <a:gd name="connsiteY2" fmla="*/ 25366 h 25802"/>
                      <a:gd name="connsiteX3" fmla="*/ 15174 w 16122"/>
                      <a:gd name="connsiteY3" fmla="*/ 24713 h 25802"/>
                      <a:gd name="connsiteX4" fmla="*/ 15827 w 16122"/>
                      <a:gd name="connsiteY4" fmla="*/ 20302 h 25802"/>
                      <a:gd name="connsiteX5" fmla="*/ 13431 w 16122"/>
                      <a:gd name="connsiteY5" fmla="*/ 16327 h 25802"/>
                      <a:gd name="connsiteX6" fmla="*/ 10981 w 16122"/>
                      <a:gd name="connsiteY6" fmla="*/ 11045 h 25802"/>
                      <a:gd name="connsiteX7" fmla="*/ 11090 w 16122"/>
                      <a:gd name="connsiteY7" fmla="*/ 7723 h 25802"/>
                      <a:gd name="connsiteX8" fmla="*/ 2758 w 16122"/>
                      <a:gd name="connsiteY8" fmla="*/ 699 h 25802"/>
                      <a:gd name="connsiteX9" fmla="*/ 2595 w 16122"/>
                      <a:gd name="connsiteY9" fmla="*/ 15565 h 25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122" h="25802">
                        <a:moveTo>
                          <a:pt x="2595" y="15565"/>
                        </a:moveTo>
                        <a:cubicBezTo>
                          <a:pt x="3738" y="17797"/>
                          <a:pt x="5100" y="19976"/>
                          <a:pt x="6679" y="21990"/>
                        </a:cubicBezTo>
                        <a:cubicBezTo>
                          <a:pt x="7713" y="23352"/>
                          <a:pt x="8911" y="24658"/>
                          <a:pt x="10436" y="25366"/>
                        </a:cubicBezTo>
                        <a:cubicBezTo>
                          <a:pt x="12015" y="26074"/>
                          <a:pt x="14030" y="25965"/>
                          <a:pt x="15174" y="24713"/>
                        </a:cubicBezTo>
                        <a:cubicBezTo>
                          <a:pt x="16263" y="23569"/>
                          <a:pt x="16317" y="21773"/>
                          <a:pt x="15827" y="20302"/>
                        </a:cubicBezTo>
                        <a:cubicBezTo>
                          <a:pt x="15337" y="18832"/>
                          <a:pt x="14357" y="17580"/>
                          <a:pt x="13431" y="16327"/>
                        </a:cubicBezTo>
                        <a:cubicBezTo>
                          <a:pt x="12233" y="14748"/>
                          <a:pt x="11144" y="13005"/>
                          <a:pt x="10981" y="11045"/>
                        </a:cubicBezTo>
                        <a:cubicBezTo>
                          <a:pt x="10872" y="9956"/>
                          <a:pt x="11090" y="8813"/>
                          <a:pt x="11090" y="7723"/>
                        </a:cubicBezTo>
                        <a:cubicBezTo>
                          <a:pt x="10981" y="4075"/>
                          <a:pt x="7006" y="-2078"/>
                          <a:pt x="2758" y="699"/>
                        </a:cubicBezTo>
                        <a:cubicBezTo>
                          <a:pt x="-2143" y="3694"/>
                          <a:pt x="580" y="11698"/>
                          <a:pt x="2595" y="15565"/>
                        </a:cubicBezTo>
                        <a:close/>
                      </a:path>
                    </a:pathLst>
                  </a:custGeom>
                  <a:solidFill>
                    <a:srgbClr val="B187C4"/>
                  </a:solidFill>
                  <a:ln w="54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86" name="Forme libre : forme 585">
                    <a:extLst>
                      <a:ext uri="{FF2B5EF4-FFF2-40B4-BE49-F238E27FC236}">
                        <a16:creationId xmlns:a16="http://schemas.microsoft.com/office/drawing/2014/main" id="{DEDA607E-F4A3-4412-A006-C1877724A20A}"/>
                      </a:ext>
                    </a:extLst>
                  </p:cNvPr>
                  <p:cNvSpPr/>
                  <p:nvPr/>
                </p:nvSpPr>
                <p:spPr>
                  <a:xfrm>
                    <a:off x="3952348" y="4476816"/>
                    <a:ext cx="56085" cy="69151"/>
                  </a:xfrm>
                  <a:custGeom>
                    <a:avLst/>
                    <a:gdLst>
                      <a:gd name="connsiteX0" fmla="*/ 34301 w 56085"/>
                      <a:gd name="connsiteY0" fmla="*/ 69152 h 69151"/>
                      <a:gd name="connsiteX1" fmla="*/ 16168 w 56085"/>
                      <a:gd name="connsiteY1" fmla="*/ 59459 h 69151"/>
                      <a:gd name="connsiteX2" fmla="*/ 2119 w 56085"/>
                      <a:gd name="connsiteY2" fmla="*/ 31143 h 69151"/>
                      <a:gd name="connsiteX3" fmla="*/ 12411 w 56085"/>
                      <a:gd name="connsiteY3" fmla="*/ 2119 h 69151"/>
                      <a:gd name="connsiteX4" fmla="*/ 41435 w 56085"/>
                      <a:gd name="connsiteY4" fmla="*/ 12411 h 69151"/>
                      <a:gd name="connsiteX5" fmla="*/ 53033 w 56085"/>
                      <a:gd name="connsiteY5" fmla="*/ 36262 h 69151"/>
                      <a:gd name="connsiteX6" fmla="*/ 46390 w 56085"/>
                      <a:gd name="connsiteY6" fmla="*/ 65503 h 69151"/>
                      <a:gd name="connsiteX7" fmla="*/ 34301 w 56085"/>
                      <a:gd name="connsiteY7" fmla="*/ 69152 h 69151"/>
                      <a:gd name="connsiteX8" fmla="*/ 52380 w 56085"/>
                      <a:gd name="connsiteY8" fmla="*/ 35282 h 69151"/>
                      <a:gd name="connsiteX9" fmla="*/ 52870 w 56085"/>
                      <a:gd name="connsiteY9" fmla="*/ 36044 h 69151"/>
                      <a:gd name="connsiteX10" fmla="*/ 52380 w 56085"/>
                      <a:gd name="connsiteY10" fmla="*/ 35282 h 69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6085" h="69151">
                        <a:moveTo>
                          <a:pt x="34301" y="69152"/>
                        </a:moveTo>
                        <a:cubicBezTo>
                          <a:pt x="27277" y="69152"/>
                          <a:pt x="20361" y="65776"/>
                          <a:pt x="16168" y="59459"/>
                        </a:cubicBezTo>
                        <a:cubicBezTo>
                          <a:pt x="15242" y="58043"/>
                          <a:pt x="14153" y="56464"/>
                          <a:pt x="2119" y="31143"/>
                        </a:cubicBezTo>
                        <a:cubicBezTo>
                          <a:pt x="-3054" y="20307"/>
                          <a:pt x="1574" y="7292"/>
                          <a:pt x="12411" y="2119"/>
                        </a:cubicBezTo>
                        <a:cubicBezTo>
                          <a:pt x="23302" y="-3054"/>
                          <a:pt x="36261" y="1575"/>
                          <a:pt x="41435" y="12411"/>
                        </a:cubicBezTo>
                        <a:cubicBezTo>
                          <a:pt x="46063" y="22104"/>
                          <a:pt x="51672" y="33757"/>
                          <a:pt x="53033" y="36262"/>
                        </a:cubicBezTo>
                        <a:cubicBezTo>
                          <a:pt x="58914" y="46172"/>
                          <a:pt x="56083" y="59078"/>
                          <a:pt x="46390" y="65503"/>
                        </a:cubicBezTo>
                        <a:cubicBezTo>
                          <a:pt x="42633" y="68008"/>
                          <a:pt x="38440" y="69152"/>
                          <a:pt x="34301" y="69152"/>
                        </a:cubicBezTo>
                        <a:close/>
                        <a:moveTo>
                          <a:pt x="52380" y="35282"/>
                        </a:moveTo>
                        <a:cubicBezTo>
                          <a:pt x="52543" y="35554"/>
                          <a:pt x="52707" y="35826"/>
                          <a:pt x="52870" y="36044"/>
                        </a:cubicBezTo>
                        <a:cubicBezTo>
                          <a:pt x="52652" y="35717"/>
                          <a:pt x="52489" y="35499"/>
                          <a:pt x="52380" y="35282"/>
                        </a:cubicBezTo>
                        <a:close/>
                      </a:path>
                    </a:pathLst>
                  </a:custGeom>
                  <a:noFill/>
                  <a:ln w="4084" cap="rnd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587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3914843" y="4541938"/>
                <a:ext cx="76253" cy="47592"/>
                <a:chOff x="3914843" y="4541938"/>
                <a:chExt cx="76253" cy="47592"/>
              </a:xfrm>
              <a:solidFill>
                <a:schemeClr val="accent1"/>
              </a:solidFill>
            </p:grpSpPr>
            <p:sp>
              <p:nvSpPr>
                <p:cNvPr id="588" name="Forme libre : forme 587">
                  <a:extLst>
                    <a:ext uri="{FF2B5EF4-FFF2-40B4-BE49-F238E27FC236}">
                      <a16:creationId xmlns:a16="http://schemas.microsoft.com/office/drawing/2014/main" id="{7090E53A-BA6B-4476-8D16-D04B4F02DDA5}"/>
                    </a:ext>
                  </a:extLst>
                </p:cNvPr>
                <p:cNvSpPr/>
                <p:nvPr/>
              </p:nvSpPr>
              <p:spPr>
                <a:xfrm>
                  <a:off x="3914843" y="4542002"/>
                  <a:ext cx="75055" cy="46384"/>
                </a:xfrm>
                <a:custGeom>
                  <a:avLst/>
                  <a:gdLst>
                    <a:gd name="connsiteX0" fmla="*/ 21764 w 75055"/>
                    <a:gd name="connsiteY0" fmla="*/ 46385 h 46384"/>
                    <a:gd name="connsiteX1" fmla="*/ 91 w 75055"/>
                    <a:gd name="connsiteY1" fmla="*/ 26564 h 46384"/>
                    <a:gd name="connsiteX2" fmla="*/ 19803 w 75055"/>
                    <a:gd name="connsiteY2" fmla="*/ 2931 h 46384"/>
                    <a:gd name="connsiteX3" fmla="*/ 51332 w 75055"/>
                    <a:gd name="connsiteY3" fmla="*/ 99 h 46384"/>
                    <a:gd name="connsiteX4" fmla="*/ 74965 w 75055"/>
                    <a:gd name="connsiteY4" fmla="*/ 19811 h 46384"/>
                    <a:gd name="connsiteX5" fmla="*/ 55253 w 75055"/>
                    <a:gd name="connsiteY5" fmla="*/ 43444 h 46384"/>
                    <a:gd name="connsiteX6" fmla="*/ 23724 w 75055"/>
                    <a:gd name="connsiteY6" fmla="*/ 46276 h 46384"/>
                    <a:gd name="connsiteX7" fmla="*/ 21764 w 75055"/>
                    <a:gd name="connsiteY7" fmla="*/ 46385 h 46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055" h="46384">
                      <a:moveTo>
                        <a:pt x="21764" y="46385"/>
                      </a:moveTo>
                      <a:cubicBezTo>
                        <a:pt x="10601" y="46385"/>
                        <a:pt x="1126" y="37890"/>
                        <a:pt x="91" y="26564"/>
                      </a:cubicBezTo>
                      <a:cubicBezTo>
                        <a:pt x="-998" y="14584"/>
                        <a:pt x="7823" y="4020"/>
                        <a:pt x="19803" y="2931"/>
                      </a:cubicBezTo>
                      <a:lnTo>
                        <a:pt x="51332" y="99"/>
                      </a:lnTo>
                      <a:cubicBezTo>
                        <a:pt x="63312" y="-1044"/>
                        <a:pt x="73876" y="7832"/>
                        <a:pt x="74965" y="19811"/>
                      </a:cubicBezTo>
                      <a:cubicBezTo>
                        <a:pt x="76054" y="31791"/>
                        <a:pt x="67233" y="42355"/>
                        <a:pt x="55253" y="43444"/>
                      </a:cubicBezTo>
                      <a:lnTo>
                        <a:pt x="23724" y="46276"/>
                      </a:lnTo>
                      <a:cubicBezTo>
                        <a:pt x="23070" y="46330"/>
                        <a:pt x="22417" y="46385"/>
                        <a:pt x="21764" y="46385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9" name="Forme libre : forme 588">
                  <a:extLst>
                    <a:ext uri="{FF2B5EF4-FFF2-40B4-BE49-F238E27FC236}">
                      <a16:creationId xmlns:a16="http://schemas.microsoft.com/office/drawing/2014/main" id="{C6D8ABED-8932-4A7F-ABA6-36E39AFF45A7}"/>
                    </a:ext>
                  </a:extLst>
                </p:cNvPr>
                <p:cNvSpPr/>
                <p:nvPr/>
              </p:nvSpPr>
              <p:spPr>
                <a:xfrm>
                  <a:off x="3914897" y="4541938"/>
                  <a:ext cx="75055" cy="46394"/>
                </a:xfrm>
                <a:custGeom>
                  <a:avLst/>
                  <a:gdLst>
                    <a:gd name="connsiteX0" fmla="*/ 53401 w 75055"/>
                    <a:gd name="connsiteY0" fmla="*/ 5445 h 46394"/>
                    <a:gd name="connsiteX1" fmla="*/ 69519 w 75055"/>
                    <a:gd name="connsiteY1" fmla="*/ 20311 h 46394"/>
                    <a:gd name="connsiteX2" fmla="*/ 54708 w 75055"/>
                    <a:gd name="connsiteY2" fmla="*/ 38063 h 46394"/>
                    <a:gd name="connsiteX3" fmla="*/ 23125 w 75055"/>
                    <a:gd name="connsiteY3" fmla="*/ 40895 h 46394"/>
                    <a:gd name="connsiteX4" fmla="*/ 21655 w 75055"/>
                    <a:gd name="connsiteY4" fmla="*/ 40949 h 46394"/>
                    <a:gd name="connsiteX5" fmla="*/ 5427 w 75055"/>
                    <a:gd name="connsiteY5" fmla="*/ 26083 h 46394"/>
                    <a:gd name="connsiteX6" fmla="*/ 9130 w 75055"/>
                    <a:gd name="connsiteY6" fmla="*/ 14158 h 46394"/>
                    <a:gd name="connsiteX7" fmla="*/ 20184 w 75055"/>
                    <a:gd name="connsiteY7" fmla="*/ 8332 h 46394"/>
                    <a:gd name="connsiteX8" fmla="*/ 51768 w 75055"/>
                    <a:gd name="connsiteY8" fmla="*/ 5500 h 46394"/>
                    <a:gd name="connsiteX9" fmla="*/ 53401 w 75055"/>
                    <a:gd name="connsiteY9" fmla="*/ 5445 h 46394"/>
                    <a:gd name="connsiteX10" fmla="*/ 53401 w 75055"/>
                    <a:gd name="connsiteY10" fmla="*/ 0 h 46394"/>
                    <a:gd name="connsiteX11" fmla="*/ 51332 w 75055"/>
                    <a:gd name="connsiteY11" fmla="*/ 109 h 46394"/>
                    <a:gd name="connsiteX12" fmla="*/ 19803 w 75055"/>
                    <a:gd name="connsiteY12" fmla="*/ 2940 h 46394"/>
                    <a:gd name="connsiteX13" fmla="*/ 91 w 75055"/>
                    <a:gd name="connsiteY13" fmla="*/ 26573 h 46394"/>
                    <a:gd name="connsiteX14" fmla="*/ 21764 w 75055"/>
                    <a:gd name="connsiteY14" fmla="*/ 46395 h 46394"/>
                    <a:gd name="connsiteX15" fmla="*/ 23724 w 75055"/>
                    <a:gd name="connsiteY15" fmla="*/ 46286 h 46394"/>
                    <a:gd name="connsiteX16" fmla="*/ 55253 w 75055"/>
                    <a:gd name="connsiteY16" fmla="*/ 43454 h 46394"/>
                    <a:gd name="connsiteX17" fmla="*/ 74965 w 75055"/>
                    <a:gd name="connsiteY17" fmla="*/ 19821 h 46394"/>
                    <a:gd name="connsiteX18" fmla="*/ 53401 w 75055"/>
                    <a:gd name="connsiteY18" fmla="*/ 0 h 46394"/>
                    <a:gd name="connsiteX19" fmla="*/ 53401 w 75055"/>
                    <a:gd name="connsiteY19" fmla="*/ 0 h 46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5055" h="46394">
                      <a:moveTo>
                        <a:pt x="53401" y="5445"/>
                      </a:moveTo>
                      <a:cubicBezTo>
                        <a:pt x="61678" y="5445"/>
                        <a:pt x="68757" y="11980"/>
                        <a:pt x="69519" y="20311"/>
                      </a:cubicBezTo>
                      <a:cubicBezTo>
                        <a:pt x="70336" y="29296"/>
                        <a:pt x="63693" y="37247"/>
                        <a:pt x="54708" y="38063"/>
                      </a:cubicBezTo>
                      <a:lnTo>
                        <a:pt x="23125" y="40895"/>
                      </a:lnTo>
                      <a:cubicBezTo>
                        <a:pt x="22635" y="40949"/>
                        <a:pt x="22145" y="40949"/>
                        <a:pt x="21655" y="40949"/>
                      </a:cubicBezTo>
                      <a:cubicBezTo>
                        <a:pt x="13160" y="40949"/>
                        <a:pt x="6190" y="34578"/>
                        <a:pt x="5427" y="26083"/>
                      </a:cubicBezTo>
                      <a:cubicBezTo>
                        <a:pt x="5046" y="21727"/>
                        <a:pt x="6353" y="17480"/>
                        <a:pt x="9130" y="14158"/>
                      </a:cubicBezTo>
                      <a:cubicBezTo>
                        <a:pt x="11907" y="10836"/>
                        <a:pt x="15882" y="8767"/>
                        <a:pt x="20184" y="8332"/>
                      </a:cubicBezTo>
                      <a:lnTo>
                        <a:pt x="51768" y="5500"/>
                      </a:lnTo>
                      <a:cubicBezTo>
                        <a:pt x="52367" y="5500"/>
                        <a:pt x="52857" y="5445"/>
                        <a:pt x="53401" y="5445"/>
                      </a:cubicBezTo>
                      <a:moveTo>
                        <a:pt x="53401" y="0"/>
                      </a:moveTo>
                      <a:cubicBezTo>
                        <a:pt x="52693" y="0"/>
                        <a:pt x="52040" y="55"/>
                        <a:pt x="51332" y="109"/>
                      </a:cubicBezTo>
                      <a:lnTo>
                        <a:pt x="19803" y="2940"/>
                      </a:lnTo>
                      <a:cubicBezTo>
                        <a:pt x="7823" y="4030"/>
                        <a:pt x="-998" y="14594"/>
                        <a:pt x="91" y="26573"/>
                      </a:cubicBezTo>
                      <a:cubicBezTo>
                        <a:pt x="1126" y="37900"/>
                        <a:pt x="10600" y="46395"/>
                        <a:pt x="21764" y="46395"/>
                      </a:cubicBezTo>
                      <a:cubicBezTo>
                        <a:pt x="22417" y="46395"/>
                        <a:pt x="23070" y="46395"/>
                        <a:pt x="23724" y="46286"/>
                      </a:cubicBezTo>
                      <a:lnTo>
                        <a:pt x="55253" y="43454"/>
                      </a:lnTo>
                      <a:cubicBezTo>
                        <a:pt x="67233" y="42365"/>
                        <a:pt x="76054" y="31801"/>
                        <a:pt x="74965" y="19821"/>
                      </a:cubicBezTo>
                      <a:cubicBezTo>
                        <a:pt x="73930" y="8604"/>
                        <a:pt x="64510" y="0"/>
                        <a:pt x="53401" y="0"/>
                      </a:cubicBezTo>
                      <a:lnTo>
                        <a:pt x="53401" y="0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0" name="Forme libre : forme 589">
                  <a:extLst>
                    <a:ext uri="{FF2B5EF4-FFF2-40B4-BE49-F238E27FC236}">
                      <a16:creationId xmlns:a16="http://schemas.microsoft.com/office/drawing/2014/main" id="{4AA4E413-BC72-44BA-A4BC-B39EF728EB3C}"/>
                    </a:ext>
                  </a:extLst>
                </p:cNvPr>
                <p:cNvSpPr/>
                <p:nvPr/>
              </p:nvSpPr>
              <p:spPr>
                <a:xfrm>
                  <a:off x="3925528" y="4550603"/>
                  <a:ext cx="31185" cy="19688"/>
                </a:xfrm>
                <a:custGeom>
                  <a:avLst/>
                  <a:gdLst>
                    <a:gd name="connsiteX0" fmla="*/ 5416 w 31185"/>
                    <a:gd name="connsiteY0" fmla="*/ 3913 h 19688"/>
                    <a:gd name="connsiteX1" fmla="*/ 1822 w 31185"/>
                    <a:gd name="connsiteY1" fmla="*/ 6691 h 19688"/>
                    <a:gd name="connsiteX2" fmla="*/ 134 w 31185"/>
                    <a:gd name="connsiteY2" fmla="*/ 10938 h 19688"/>
                    <a:gd name="connsiteX3" fmla="*/ 787 w 31185"/>
                    <a:gd name="connsiteY3" fmla="*/ 16383 h 19688"/>
                    <a:gd name="connsiteX4" fmla="*/ 5035 w 31185"/>
                    <a:gd name="connsiteY4" fmla="*/ 19651 h 19688"/>
                    <a:gd name="connsiteX5" fmla="*/ 11351 w 31185"/>
                    <a:gd name="connsiteY5" fmla="*/ 17636 h 19688"/>
                    <a:gd name="connsiteX6" fmla="*/ 20118 w 31185"/>
                    <a:gd name="connsiteY6" fmla="*/ 14859 h 19688"/>
                    <a:gd name="connsiteX7" fmla="*/ 25945 w 31185"/>
                    <a:gd name="connsiteY7" fmla="*/ 13987 h 19688"/>
                    <a:gd name="connsiteX8" fmla="*/ 30519 w 31185"/>
                    <a:gd name="connsiteY8" fmla="*/ 10557 h 19688"/>
                    <a:gd name="connsiteX9" fmla="*/ 21207 w 31185"/>
                    <a:gd name="connsiteY9" fmla="*/ 592 h 19688"/>
                    <a:gd name="connsiteX10" fmla="*/ 5416 w 31185"/>
                    <a:gd name="connsiteY10" fmla="*/ 3913 h 19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185" h="19688">
                      <a:moveTo>
                        <a:pt x="5416" y="3913"/>
                      </a:moveTo>
                      <a:cubicBezTo>
                        <a:pt x="4109" y="4676"/>
                        <a:pt x="2747" y="5492"/>
                        <a:pt x="1822" y="6691"/>
                      </a:cubicBezTo>
                      <a:cubicBezTo>
                        <a:pt x="842" y="7888"/>
                        <a:pt x="351" y="9413"/>
                        <a:pt x="134" y="10938"/>
                      </a:cubicBezTo>
                      <a:cubicBezTo>
                        <a:pt x="-139" y="12789"/>
                        <a:pt x="-30" y="14695"/>
                        <a:pt x="787" y="16383"/>
                      </a:cubicBezTo>
                      <a:cubicBezTo>
                        <a:pt x="1604" y="18071"/>
                        <a:pt x="3183" y="19433"/>
                        <a:pt x="5035" y="19651"/>
                      </a:cubicBezTo>
                      <a:cubicBezTo>
                        <a:pt x="7267" y="19923"/>
                        <a:pt x="9336" y="18671"/>
                        <a:pt x="11351" y="17636"/>
                      </a:cubicBezTo>
                      <a:cubicBezTo>
                        <a:pt x="14128" y="16275"/>
                        <a:pt x="17069" y="15294"/>
                        <a:pt x="20118" y="14859"/>
                      </a:cubicBezTo>
                      <a:cubicBezTo>
                        <a:pt x="22078" y="14587"/>
                        <a:pt x="24039" y="14532"/>
                        <a:pt x="25945" y="13987"/>
                      </a:cubicBezTo>
                      <a:cubicBezTo>
                        <a:pt x="27851" y="13443"/>
                        <a:pt x="29702" y="12354"/>
                        <a:pt x="30519" y="10557"/>
                      </a:cubicBezTo>
                      <a:cubicBezTo>
                        <a:pt x="33568" y="4240"/>
                        <a:pt x="25400" y="1899"/>
                        <a:pt x="21207" y="592"/>
                      </a:cubicBezTo>
                      <a:cubicBezTo>
                        <a:pt x="15653" y="-1096"/>
                        <a:pt x="10317" y="1082"/>
                        <a:pt x="5416" y="3913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1" name="Forme libre : forme 590">
                  <a:extLst>
                    <a:ext uri="{FF2B5EF4-FFF2-40B4-BE49-F238E27FC236}">
                      <a16:creationId xmlns:a16="http://schemas.microsoft.com/office/drawing/2014/main" id="{F2E6DB4D-BC05-43F7-A6B9-BA07CB6B067F}"/>
                    </a:ext>
                  </a:extLst>
                </p:cNvPr>
                <p:cNvSpPr/>
                <p:nvPr/>
              </p:nvSpPr>
              <p:spPr>
                <a:xfrm>
                  <a:off x="3916041" y="4543145"/>
                  <a:ext cx="75055" cy="46384"/>
                </a:xfrm>
                <a:custGeom>
                  <a:avLst/>
                  <a:gdLst>
                    <a:gd name="connsiteX0" fmla="*/ 21764 w 75055"/>
                    <a:gd name="connsiteY0" fmla="*/ 46385 h 46384"/>
                    <a:gd name="connsiteX1" fmla="*/ 91 w 75055"/>
                    <a:gd name="connsiteY1" fmla="*/ 26564 h 46384"/>
                    <a:gd name="connsiteX2" fmla="*/ 19803 w 75055"/>
                    <a:gd name="connsiteY2" fmla="*/ 2931 h 46384"/>
                    <a:gd name="connsiteX3" fmla="*/ 51332 w 75055"/>
                    <a:gd name="connsiteY3" fmla="*/ 99 h 46384"/>
                    <a:gd name="connsiteX4" fmla="*/ 74965 w 75055"/>
                    <a:gd name="connsiteY4" fmla="*/ 19811 h 46384"/>
                    <a:gd name="connsiteX5" fmla="*/ 55253 w 75055"/>
                    <a:gd name="connsiteY5" fmla="*/ 43445 h 46384"/>
                    <a:gd name="connsiteX6" fmla="*/ 23724 w 75055"/>
                    <a:gd name="connsiteY6" fmla="*/ 46276 h 46384"/>
                    <a:gd name="connsiteX7" fmla="*/ 21764 w 75055"/>
                    <a:gd name="connsiteY7" fmla="*/ 46385 h 46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055" h="46384">
                      <a:moveTo>
                        <a:pt x="21764" y="46385"/>
                      </a:moveTo>
                      <a:cubicBezTo>
                        <a:pt x="10601" y="46385"/>
                        <a:pt x="1126" y="37890"/>
                        <a:pt x="91" y="26564"/>
                      </a:cubicBezTo>
                      <a:cubicBezTo>
                        <a:pt x="-998" y="14584"/>
                        <a:pt x="7823" y="4020"/>
                        <a:pt x="19803" y="2931"/>
                      </a:cubicBezTo>
                      <a:lnTo>
                        <a:pt x="51332" y="99"/>
                      </a:lnTo>
                      <a:cubicBezTo>
                        <a:pt x="63312" y="-1044"/>
                        <a:pt x="73876" y="7832"/>
                        <a:pt x="74965" y="19811"/>
                      </a:cubicBezTo>
                      <a:cubicBezTo>
                        <a:pt x="76054" y="31791"/>
                        <a:pt x="67233" y="42355"/>
                        <a:pt x="55253" y="43445"/>
                      </a:cubicBezTo>
                      <a:lnTo>
                        <a:pt x="23724" y="46276"/>
                      </a:lnTo>
                      <a:cubicBezTo>
                        <a:pt x="23070" y="46330"/>
                        <a:pt x="22417" y="46385"/>
                        <a:pt x="21764" y="46385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92" name="Forme libre : forme 591">
                <a:extLst>
                  <a:ext uri="{FF2B5EF4-FFF2-40B4-BE49-F238E27FC236}">
                    <a16:creationId xmlns:a16="http://schemas.microsoft.com/office/drawing/2014/main" id="{6E951E12-9054-49E2-AB65-40276B1789DB}"/>
                  </a:ext>
                </a:extLst>
              </p:cNvPr>
              <p:cNvSpPr/>
              <p:nvPr/>
            </p:nvSpPr>
            <p:spPr>
              <a:xfrm>
                <a:off x="3913954" y="4468970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3" name="Forme libre : forme 592">
                <a:extLst>
                  <a:ext uri="{FF2B5EF4-FFF2-40B4-BE49-F238E27FC236}">
                    <a16:creationId xmlns:a16="http://schemas.microsoft.com/office/drawing/2014/main" id="{FAB809F6-647D-454E-AE98-E787A833CD72}"/>
                  </a:ext>
                </a:extLst>
              </p:cNvPr>
              <p:cNvSpPr/>
              <p:nvPr/>
            </p:nvSpPr>
            <p:spPr>
              <a:xfrm>
                <a:off x="3881826" y="4532299"/>
                <a:ext cx="7078" cy="7078"/>
              </a:xfrm>
              <a:custGeom>
                <a:avLst/>
                <a:gdLst>
                  <a:gd name="connsiteX0" fmla="*/ 7079 w 7078"/>
                  <a:gd name="connsiteY0" fmla="*/ 3540 h 7078"/>
                  <a:gd name="connsiteX1" fmla="*/ 3539 w 7078"/>
                  <a:gd name="connsiteY1" fmla="*/ 7079 h 7078"/>
                  <a:gd name="connsiteX2" fmla="*/ 0 w 7078"/>
                  <a:gd name="connsiteY2" fmla="*/ 3540 h 7078"/>
                  <a:gd name="connsiteX3" fmla="*/ 3539 w 7078"/>
                  <a:gd name="connsiteY3" fmla="*/ 0 h 7078"/>
                  <a:gd name="connsiteX4" fmla="*/ 7079 w 7078"/>
                  <a:gd name="connsiteY4" fmla="*/ 3540 h 7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78" h="7078">
                    <a:moveTo>
                      <a:pt x="7079" y="3540"/>
                    </a:moveTo>
                    <a:cubicBezTo>
                      <a:pt x="7079" y="5494"/>
                      <a:pt x="5494" y="7079"/>
                      <a:pt x="3539" y="7079"/>
                    </a:cubicBezTo>
                    <a:cubicBezTo>
                      <a:pt x="1585" y="7079"/>
                      <a:pt x="0" y="5494"/>
                      <a:pt x="0" y="3540"/>
                    </a:cubicBezTo>
                    <a:cubicBezTo>
                      <a:pt x="0" y="1585"/>
                      <a:pt x="1585" y="0"/>
                      <a:pt x="3539" y="0"/>
                    </a:cubicBezTo>
                    <a:cubicBezTo>
                      <a:pt x="5494" y="0"/>
                      <a:pt x="7079" y="1585"/>
                      <a:pt x="7079" y="35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4" name="Forme libre : forme 593">
                <a:extLst>
                  <a:ext uri="{FF2B5EF4-FFF2-40B4-BE49-F238E27FC236}">
                    <a16:creationId xmlns:a16="http://schemas.microsoft.com/office/drawing/2014/main" id="{60D0538D-A8F2-423C-8122-6E7A874B1093}"/>
                  </a:ext>
                </a:extLst>
              </p:cNvPr>
              <p:cNvSpPr/>
              <p:nvPr/>
            </p:nvSpPr>
            <p:spPr>
              <a:xfrm>
                <a:off x="3962091" y="4488627"/>
                <a:ext cx="8168" cy="8168"/>
              </a:xfrm>
              <a:custGeom>
                <a:avLst/>
                <a:gdLst>
                  <a:gd name="connsiteX0" fmla="*/ 8168 w 8168"/>
                  <a:gd name="connsiteY0" fmla="*/ 4084 h 8168"/>
                  <a:gd name="connsiteX1" fmla="*/ 4084 w 8168"/>
                  <a:gd name="connsiteY1" fmla="*/ 8168 h 8168"/>
                  <a:gd name="connsiteX2" fmla="*/ 0 w 8168"/>
                  <a:gd name="connsiteY2" fmla="*/ 4084 h 8168"/>
                  <a:gd name="connsiteX3" fmla="*/ 4084 w 8168"/>
                  <a:gd name="connsiteY3" fmla="*/ 0 h 8168"/>
                  <a:gd name="connsiteX4" fmla="*/ 8168 w 8168"/>
                  <a:gd name="connsiteY4" fmla="*/ 4084 h 8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68" h="8168">
                    <a:moveTo>
                      <a:pt x="8168" y="4084"/>
                    </a:moveTo>
                    <a:cubicBezTo>
                      <a:pt x="8168" y="6340"/>
                      <a:pt x="6340" y="8168"/>
                      <a:pt x="4084" y="8168"/>
                    </a:cubicBezTo>
                    <a:cubicBezTo>
                      <a:pt x="1828" y="8168"/>
                      <a:pt x="0" y="6340"/>
                      <a:pt x="0" y="4084"/>
                    </a:cubicBezTo>
                    <a:cubicBezTo>
                      <a:pt x="0" y="1829"/>
                      <a:pt x="1828" y="0"/>
                      <a:pt x="4084" y="0"/>
                    </a:cubicBezTo>
                    <a:cubicBezTo>
                      <a:pt x="6340" y="0"/>
                      <a:pt x="8168" y="1829"/>
                      <a:pt x="8168" y="40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5" name="Forme libre : forme 594">
                <a:extLst>
                  <a:ext uri="{FF2B5EF4-FFF2-40B4-BE49-F238E27FC236}">
                    <a16:creationId xmlns:a16="http://schemas.microsoft.com/office/drawing/2014/main" id="{65F48B7B-22E1-4989-9D26-9DB9FA1C41EA}"/>
                  </a:ext>
                </a:extLst>
              </p:cNvPr>
              <p:cNvSpPr/>
              <p:nvPr/>
            </p:nvSpPr>
            <p:spPr>
              <a:xfrm>
                <a:off x="3980333" y="4435208"/>
                <a:ext cx="9801" cy="9801"/>
              </a:xfrm>
              <a:custGeom>
                <a:avLst/>
                <a:gdLst>
                  <a:gd name="connsiteX0" fmla="*/ 9802 w 9801"/>
                  <a:gd name="connsiteY0" fmla="*/ 4901 h 9801"/>
                  <a:gd name="connsiteX1" fmla="*/ 4901 w 9801"/>
                  <a:gd name="connsiteY1" fmla="*/ 9802 h 9801"/>
                  <a:gd name="connsiteX2" fmla="*/ 0 w 9801"/>
                  <a:gd name="connsiteY2" fmla="*/ 4901 h 9801"/>
                  <a:gd name="connsiteX3" fmla="*/ 4901 w 9801"/>
                  <a:gd name="connsiteY3" fmla="*/ 0 h 9801"/>
                  <a:gd name="connsiteX4" fmla="*/ 9802 w 9801"/>
                  <a:gd name="connsiteY4" fmla="*/ 4901 h 9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01" h="9801">
                    <a:moveTo>
                      <a:pt x="9802" y="4901"/>
                    </a:moveTo>
                    <a:cubicBezTo>
                      <a:pt x="9802" y="7608"/>
                      <a:pt x="7608" y="9802"/>
                      <a:pt x="4901" y="9802"/>
                    </a:cubicBezTo>
                    <a:cubicBezTo>
                      <a:pt x="2194" y="9802"/>
                      <a:pt x="0" y="7608"/>
                      <a:pt x="0" y="4901"/>
                    </a:cubicBezTo>
                    <a:cubicBezTo>
                      <a:pt x="0" y="2194"/>
                      <a:pt x="2194" y="0"/>
                      <a:pt x="4901" y="0"/>
                    </a:cubicBezTo>
                    <a:cubicBezTo>
                      <a:pt x="7608" y="0"/>
                      <a:pt x="9802" y="2194"/>
                      <a:pt x="9802" y="4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6" name="Forme libre : forme 595">
                <a:extLst>
                  <a:ext uri="{FF2B5EF4-FFF2-40B4-BE49-F238E27FC236}">
                    <a16:creationId xmlns:a16="http://schemas.microsoft.com/office/drawing/2014/main" id="{52E082D9-FD8B-4C98-A53A-81EA6620D09B}"/>
                  </a:ext>
                </a:extLst>
              </p:cNvPr>
              <p:cNvSpPr/>
              <p:nvPr/>
            </p:nvSpPr>
            <p:spPr>
              <a:xfrm>
                <a:off x="4048019" y="4447188"/>
                <a:ext cx="7841" cy="7841"/>
              </a:xfrm>
              <a:custGeom>
                <a:avLst/>
                <a:gdLst>
                  <a:gd name="connsiteX0" fmla="*/ 7841 w 7841"/>
                  <a:gd name="connsiteY0" fmla="*/ 3921 h 7841"/>
                  <a:gd name="connsiteX1" fmla="*/ 3921 w 7841"/>
                  <a:gd name="connsiteY1" fmla="*/ 7841 h 7841"/>
                  <a:gd name="connsiteX2" fmla="*/ 0 w 7841"/>
                  <a:gd name="connsiteY2" fmla="*/ 3921 h 7841"/>
                  <a:gd name="connsiteX3" fmla="*/ 3921 w 7841"/>
                  <a:gd name="connsiteY3" fmla="*/ 0 h 7841"/>
                  <a:gd name="connsiteX4" fmla="*/ 7841 w 7841"/>
                  <a:gd name="connsiteY4" fmla="*/ 3921 h 7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41" h="7841">
                    <a:moveTo>
                      <a:pt x="7841" y="3921"/>
                    </a:moveTo>
                    <a:cubicBezTo>
                      <a:pt x="7841" y="6086"/>
                      <a:pt x="6086" y="7841"/>
                      <a:pt x="3921" y="7841"/>
                    </a:cubicBezTo>
                    <a:cubicBezTo>
                      <a:pt x="1755" y="7841"/>
                      <a:pt x="0" y="6086"/>
                      <a:pt x="0" y="3921"/>
                    </a:cubicBezTo>
                    <a:cubicBezTo>
                      <a:pt x="0" y="1755"/>
                      <a:pt x="1755" y="0"/>
                      <a:pt x="3921" y="0"/>
                    </a:cubicBezTo>
                    <a:cubicBezTo>
                      <a:pt x="6086" y="0"/>
                      <a:pt x="7841" y="1755"/>
                      <a:pt x="7841" y="39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7" name="Forme libre : forme 596">
                <a:extLst>
                  <a:ext uri="{FF2B5EF4-FFF2-40B4-BE49-F238E27FC236}">
                    <a16:creationId xmlns:a16="http://schemas.microsoft.com/office/drawing/2014/main" id="{8ED379DE-B80B-4737-BA87-29E4A6F8229E}"/>
                  </a:ext>
                </a:extLst>
              </p:cNvPr>
              <p:cNvSpPr/>
              <p:nvPr/>
            </p:nvSpPr>
            <p:spPr>
              <a:xfrm>
                <a:off x="3925661" y="4561541"/>
                <a:ext cx="5554" cy="5554"/>
              </a:xfrm>
              <a:custGeom>
                <a:avLst/>
                <a:gdLst>
                  <a:gd name="connsiteX0" fmla="*/ 5554 w 5554"/>
                  <a:gd name="connsiteY0" fmla="*/ 2777 h 5554"/>
                  <a:gd name="connsiteX1" fmla="*/ 2777 w 5554"/>
                  <a:gd name="connsiteY1" fmla="*/ 5554 h 5554"/>
                  <a:gd name="connsiteX2" fmla="*/ 0 w 5554"/>
                  <a:gd name="connsiteY2" fmla="*/ 2777 h 5554"/>
                  <a:gd name="connsiteX3" fmla="*/ 2777 w 5554"/>
                  <a:gd name="connsiteY3" fmla="*/ 0 h 5554"/>
                  <a:gd name="connsiteX4" fmla="*/ 5554 w 5554"/>
                  <a:gd name="connsiteY4" fmla="*/ 2777 h 5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4" h="5554">
                    <a:moveTo>
                      <a:pt x="5554" y="2777"/>
                    </a:moveTo>
                    <a:cubicBezTo>
                      <a:pt x="5554" y="4311"/>
                      <a:pt x="4311" y="5554"/>
                      <a:pt x="2777" y="5554"/>
                    </a:cubicBezTo>
                    <a:cubicBezTo>
                      <a:pt x="1243" y="5554"/>
                      <a:pt x="0" y="4311"/>
                      <a:pt x="0" y="2777"/>
                    </a:cubicBezTo>
                    <a:cubicBezTo>
                      <a:pt x="0" y="1243"/>
                      <a:pt x="1243" y="0"/>
                      <a:pt x="2777" y="0"/>
                    </a:cubicBezTo>
                    <a:cubicBezTo>
                      <a:pt x="4311" y="0"/>
                      <a:pt x="5554" y="1243"/>
                      <a:pt x="5554" y="27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8" name="Forme libre : forme 597">
                <a:extLst>
                  <a:ext uri="{FF2B5EF4-FFF2-40B4-BE49-F238E27FC236}">
                    <a16:creationId xmlns:a16="http://schemas.microsoft.com/office/drawing/2014/main" id="{5515704D-D00C-48DB-85F2-564B985F1D21}"/>
                  </a:ext>
                </a:extLst>
              </p:cNvPr>
              <p:cNvSpPr/>
              <p:nvPr/>
            </p:nvSpPr>
            <p:spPr>
              <a:xfrm>
                <a:off x="3897182" y="4625797"/>
                <a:ext cx="7732" cy="7732"/>
              </a:xfrm>
              <a:custGeom>
                <a:avLst/>
                <a:gdLst>
                  <a:gd name="connsiteX0" fmla="*/ 7732 w 7732"/>
                  <a:gd name="connsiteY0" fmla="*/ 3866 h 7732"/>
                  <a:gd name="connsiteX1" fmla="*/ 3866 w 7732"/>
                  <a:gd name="connsiteY1" fmla="*/ 7732 h 7732"/>
                  <a:gd name="connsiteX2" fmla="*/ 0 w 7732"/>
                  <a:gd name="connsiteY2" fmla="*/ 3866 h 7732"/>
                  <a:gd name="connsiteX3" fmla="*/ 3866 w 7732"/>
                  <a:gd name="connsiteY3" fmla="*/ 0 h 7732"/>
                  <a:gd name="connsiteX4" fmla="*/ 7732 w 7732"/>
                  <a:gd name="connsiteY4" fmla="*/ 3866 h 7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32" h="7732">
                    <a:moveTo>
                      <a:pt x="7732" y="3866"/>
                    </a:moveTo>
                    <a:cubicBezTo>
                      <a:pt x="7732" y="6002"/>
                      <a:pt x="6001" y="7732"/>
                      <a:pt x="3866" y="7732"/>
                    </a:cubicBezTo>
                    <a:cubicBezTo>
                      <a:pt x="1731" y="7732"/>
                      <a:pt x="0" y="6002"/>
                      <a:pt x="0" y="3866"/>
                    </a:cubicBezTo>
                    <a:cubicBezTo>
                      <a:pt x="0" y="1731"/>
                      <a:pt x="1731" y="0"/>
                      <a:pt x="3866" y="0"/>
                    </a:cubicBezTo>
                    <a:cubicBezTo>
                      <a:pt x="6001" y="0"/>
                      <a:pt x="7732" y="1731"/>
                      <a:pt x="7732" y="38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9" name="Forme libre : forme 598">
                <a:extLst>
                  <a:ext uri="{FF2B5EF4-FFF2-40B4-BE49-F238E27FC236}">
                    <a16:creationId xmlns:a16="http://schemas.microsoft.com/office/drawing/2014/main" id="{6CE2496B-599B-4140-A16A-8A65A61F15E1}"/>
                  </a:ext>
                </a:extLst>
              </p:cNvPr>
              <p:cNvSpPr/>
              <p:nvPr/>
            </p:nvSpPr>
            <p:spPr>
              <a:xfrm>
                <a:off x="3979897" y="4649865"/>
                <a:ext cx="4574" cy="4574"/>
              </a:xfrm>
              <a:custGeom>
                <a:avLst/>
                <a:gdLst>
                  <a:gd name="connsiteX0" fmla="*/ 4574 w 4574"/>
                  <a:gd name="connsiteY0" fmla="*/ 2287 h 4574"/>
                  <a:gd name="connsiteX1" fmla="*/ 2287 w 4574"/>
                  <a:gd name="connsiteY1" fmla="*/ 4574 h 4574"/>
                  <a:gd name="connsiteX2" fmla="*/ 0 w 4574"/>
                  <a:gd name="connsiteY2" fmla="*/ 2287 h 4574"/>
                  <a:gd name="connsiteX3" fmla="*/ 2287 w 4574"/>
                  <a:gd name="connsiteY3" fmla="*/ 0 h 4574"/>
                  <a:gd name="connsiteX4" fmla="*/ 4574 w 4574"/>
                  <a:gd name="connsiteY4" fmla="*/ 2287 h 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4" h="4574">
                    <a:moveTo>
                      <a:pt x="4574" y="2287"/>
                    </a:moveTo>
                    <a:cubicBezTo>
                      <a:pt x="4574" y="3550"/>
                      <a:pt x="3550" y="4574"/>
                      <a:pt x="2287" y="4574"/>
                    </a:cubicBezTo>
                    <a:cubicBezTo>
                      <a:pt x="1024" y="4574"/>
                      <a:pt x="0" y="3550"/>
                      <a:pt x="0" y="2287"/>
                    </a:cubicBezTo>
                    <a:cubicBezTo>
                      <a:pt x="0" y="1024"/>
                      <a:pt x="1024" y="0"/>
                      <a:pt x="2287" y="0"/>
                    </a:cubicBezTo>
                    <a:cubicBezTo>
                      <a:pt x="3550" y="0"/>
                      <a:pt x="4574" y="1024"/>
                      <a:pt x="4574" y="22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0" name="Forme libre : forme 599">
                <a:extLst>
                  <a:ext uri="{FF2B5EF4-FFF2-40B4-BE49-F238E27FC236}">
                    <a16:creationId xmlns:a16="http://schemas.microsoft.com/office/drawing/2014/main" id="{E227B572-D018-4176-92E2-0AD7C20AFB6B}"/>
                  </a:ext>
                </a:extLst>
              </p:cNvPr>
              <p:cNvSpPr/>
              <p:nvPr/>
            </p:nvSpPr>
            <p:spPr>
              <a:xfrm>
                <a:off x="4016381" y="4593723"/>
                <a:ext cx="5989" cy="5989"/>
              </a:xfrm>
              <a:custGeom>
                <a:avLst/>
                <a:gdLst>
                  <a:gd name="connsiteX0" fmla="*/ 5990 w 5989"/>
                  <a:gd name="connsiteY0" fmla="*/ 2995 h 5989"/>
                  <a:gd name="connsiteX1" fmla="*/ 2995 w 5989"/>
                  <a:gd name="connsiteY1" fmla="*/ 5990 h 5989"/>
                  <a:gd name="connsiteX2" fmla="*/ 0 w 5989"/>
                  <a:gd name="connsiteY2" fmla="*/ 2995 h 5989"/>
                  <a:gd name="connsiteX3" fmla="*/ 2995 w 5989"/>
                  <a:gd name="connsiteY3" fmla="*/ 0 h 5989"/>
                  <a:gd name="connsiteX4" fmla="*/ 5990 w 5989"/>
                  <a:gd name="connsiteY4" fmla="*/ 2995 h 5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9" h="5989">
                    <a:moveTo>
                      <a:pt x="5990" y="2995"/>
                    </a:moveTo>
                    <a:cubicBezTo>
                      <a:pt x="5990" y="4649"/>
                      <a:pt x="4649" y="5990"/>
                      <a:pt x="2995" y="5990"/>
                    </a:cubicBezTo>
                    <a:cubicBezTo>
                      <a:pt x="1341" y="5990"/>
                      <a:pt x="0" y="4649"/>
                      <a:pt x="0" y="2995"/>
                    </a:cubicBezTo>
                    <a:cubicBezTo>
                      <a:pt x="0" y="1341"/>
                      <a:pt x="1341" y="0"/>
                      <a:pt x="2995" y="0"/>
                    </a:cubicBezTo>
                    <a:cubicBezTo>
                      <a:pt x="4649" y="0"/>
                      <a:pt x="5990" y="1341"/>
                      <a:pt x="5990" y="29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1" name="Forme libre : forme 600">
                <a:extLst>
                  <a:ext uri="{FF2B5EF4-FFF2-40B4-BE49-F238E27FC236}">
                    <a16:creationId xmlns:a16="http://schemas.microsoft.com/office/drawing/2014/main" id="{EF22EB3B-110D-4C99-9F3A-2FC345435474}"/>
                  </a:ext>
                </a:extLst>
              </p:cNvPr>
              <p:cNvSpPr/>
              <p:nvPr/>
            </p:nvSpPr>
            <p:spPr>
              <a:xfrm>
                <a:off x="4050742" y="4643058"/>
                <a:ext cx="6752" cy="6752"/>
              </a:xfrm>
              <a:custGeom>
                <a:avLst/>
                <a:gdLst>
                  <a:gd name="connsiteX0" fmla="*/ 6752 w 6752"/>
                  <a:gd name="connsiteY0" fmla="*/ 3376 h 6752"/>
                  <a:gd name="connsiteX1" fmla="*/ 3376 w 6752"/>
                  <a:gd name="connsiteY1" fmla="*/ 6752 h 6752"/>
                  <a:gd name="connsiteX2" fmla="*/ 0 w 6752"/>
                  <a:gd name="connsiteY2" fmla="*/ 3376 h 6752"/>
                  <a:gd name="connsiteX3" fmla="*/ 3376 w 6752"/>
                  <a:gd name="connsiteY3" fmla="*/ 0 h 6752"/>
                  <a:gd name="connsiteX4" fmla="*/ 6752 w 6752"/>
                  <a:gd name="connsiteY4" fmla="*/ 3376 h 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2" h="6752">
                    <a:moveTo>
                      <a:pt x="6752" y="3376"/>
                    </a:moveTo>
                    <a:cubicBezTo>
                      <a:pt x="6752" y="5241"/>
                      <a:pt x="5241" y="6752"/>
                      <a:pt x="3376" y="6752"/>
                    </a:cubicBezTo>
                    <a:cubicBezTo>
                      <a:pt x="1512" y="6752"/>
                      <a:pt x="0" y="5241"/>
                      <a:pt x="0" y="3376"/>
                    </a:cubicBezTo>
                    <a:cubicBezTo>
                      <a:pt x="0" y="1512"/>
                      <a:pt x="1512" y="0"/>
                      <a:pt x="3376" y="0"/>
                    </a:cubicBezTo>
                    <a:cubicBezTo>
                      <a:pt x="5241" y="0"/>
                      <a:pt x="6752" y="1512"/>
                      <a:pt x="6752" y="33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2" name="Forme libre : forme 601">
                <a:extLst>
                  <a:ext uri="{FF2B5EF4-FFF2-40B4-BE49-F238E27FC236}">
                    <a16:creationId xmlns:a16="http://schemas.microsoft.com/office/drawing/2014/main" id="{6D9E8392-B281-4193-81C0-9BC3696C4367}"/>
                  </a:ext>
                </a:extLst>
              </p:cNvPr>
              <p:cNvSpPr/>
              <p:nvPr/>
            </p:nvSpPr>
            <p:spPr>
              <a:xfrm>
                <a:off x="4059944" y="4539378"/>
                <a:ext cx="6752" cy="6752"/>
              </a:xfrm>
              <a:custGeom>
                <a:avLst/>
                <a:gdLst>
                  <a:gd name="connsiteX0" fmla="*/ 6752 w 6752"/>
                  <a:gd name="connsiteY0" fmla="*/ 3376 h 6752"/>
                  <a:gd name="connsiteX1" fmla="*/ 3376 w 6752"/>
                  <a:gd name="connsiteY1" fmla="*/ 6752 h 6752"/>
                  <a:gd name="connsiteX2" fmla="*/ 0 w 6752"/>
                  <a:gd name="connsiteY2" fmla="*/ 3376 h 6752"/>
                  <a:gd name="connsiteX3" fmla="*/ 3376 w 6752"/>
                  <a:gd name="connsiteY3" fmla="*/ 0 h 6752"/>
                  <a:gd name="connsiteX4" fmla="*/ 6752 w 6752"/>
                  <a:gd name="connsiteY4" fmla="*/ 3376 h 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2" h="6752">
                    <a:moveTo>
                      <a:pt x="6752" y="3376"/>
                    </a:moveTo>
                    <a:cubicBezTo>
                      <a:pt x="6752" y="5241"/>
                      <a:pt x="5241" y="6752"/>
                      <a:pt x="3376" y="6752"/>
                    </a:cubicBezTo>
                    <a:cubicBezTo>
                      <a:pt x="1512" y="6752"/>
                      <a:pt x="0" y="5241"/>
                      <a:pt x="0" y="3376"/>
                    </a:cubicBezTo>
                    <a:cubicBezTo>
                      <a:pt x="0" y="1512"/>
                      <a:pt x="1512" y="0"/>
                      <a:pt x="3376" y="0"/>
                    </a:cubicBezTo>
                    <a:cubicBezTo>
                      <a:pt x="5241" y="0"/>
                      <a:pt x="6752" y="1512"/>
                      <a:pt x="6752" y="33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3" name="Forme libre : forme 602">
                <a:extLst>
                  <a:ext uri="{FF2B5EF4-FFF2-40B4-BE49-F238E27FC236}">
                    <a16:creationId xmlns:a16="http://schemas.microsoft.com/office/drawing/2014/main" id="{824FD863-7C80-4749-B3E2-3FC679492E68}"/>
                  </a:ext>
                </a:extLst>
              </p:cNvPr>
              <p:cNvSpPr/>
              <p:nvPr/>
            </p:nvSpPr>
            <p:spPr>
              <a:xfrm>
                <a:off x="4101493" y="4518196"/>
                <a:ext cx="8385" cy="8385"/>
              </a:xfrm>
              <a:custGeom>
                <a:avLst/>
                <a:gdLst>
                  <a:gd name="connsiteX0" fmla="*/ 8386 w 8385"/>
                  <a:gd name="connsiteY0" fmla="*/ 4193 h 8385"/>
                  <a:gd name="connsiteX1" fmla="*/ 4193 w 8385"/>
                  <a:gd name="connsiteY1" fmla="*/ 8386 h 8385"/>
                  <a:gd name="connsiteX2" fmla="*/ 0 w 8385"/>
                  <a:gd name="connsiteY2" fmla="*/ 4193 h 8385"/>
                  <a:gd name="connsiteX3" fmla="*/ 4193 w 8385"/>
                  <a:gd name="connsiteY3" fmla="*/ 0 h 8385"/>
                  <a:gd name="connsiteX4" fmla="*/ 8386 w 8385"/>
                  <a:gd name="connsiteY4" fmla="*/ 4193 h 8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5" h="8385">
                    <a:moveTo>
                      <a:pt x="8386" y="4193"/>
                    </a:moveTo>
                    <a:cubicBezTo>
                      <a:pt x="8386" y="6508"/>
                      <a:pt x="6509" y="8386"/>
                      <a:pt x="4193" y="8386"/>
                    </a:cubicBezTo>
                    <a:cubicBezTo>
                      <a:pt x="1877" y="8386"/>
                      <a:pt x="0" y="6509"/>
                      <a:pt x="0" y="4193"/>
                    </a:cubicBezTo>
                    <a:cubicBezTo>
                      <a:pt x="0" y="1877"/>
                      <a:pt x="1877" y="0"/>
                      <a:pt x="4193" y="0"/>
                    </a:cubicBezTo>
                    <a:cubicBezTo>
                      <a:pt x="6509" y="0"/>
                      <a:pt x="8386" y="1877"/>
                      <a:pt x="8386" y="41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04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4125528" y="5217532"/>
              <a:ext cx="243419" cy="248640"/>
              <a:chOff x="4125528" y="5217532"/>
              <a:chExt cx="243419" cy="248640"/>
            </a:xfrm>
            <a:solidFill>
              <a:schemeClr val="accent1"/>
            </a:solidFill>
          </p:grpSpPr>
          <p:grpSp>
            <p:nvGrpSpPr>
              <p:cNvPr id="605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125528" y="5318350"/>
                <a:ext cx="71956" cy="46919"/>
                <a:chOff x="4125528" y="5318350"/>
                <a:chExt cx="71956" cy="46919"/>
              </a:xfrm>
              <a:solidFill>
                <a:schemeClr val="accent1"/>
              </a:solidFill>
            </p:grpSpPr>
            <p:sp>
              <p:nvSpPr>
                <p:cNvPr id="606" name="Forme libre : forme 605">
                  <a:extLst>
                    <a:ext uri="{FF2B5EF4-FFF2-40B4-BE49-F238E27FC236}">
                      <a16:creationId xmlns:a16="http://schemas.microsoft.com/office/drawing/2014/main" id="{9B30318A-9454-4017-8091-4C0BD593E189}"/>
                    </a:ext>
                  </a:extLst>
                </p:cNvPr>
                <p:cNvSpPr/>
                <p:nvPr/>
              </p:nvSpPr>
              <p:spPr>
                <a:xfrm>
                  <a:off x="4125528" y="5318361"/>
                  <a:ext cx="71902" cy="46897"/>
                </a:xfrm>
                <a:custGeom>
                  <a:avLst/>
                  <a:gdLst>
                    <a:gd name="connsiteX0" fmla="*/ 71749 w 71902"/>
                    <a:gd name="connsiteY0" fmla="*/ 27642 h 46897"/>
                    <a:gd name="connsiteX1" fmla="*/ 47572 w 71902"/>
                    <a:gd name="connsiteY1" fmla="*/ 46755 h 46897"/>
                    <a:gd name="connsiteX2" fmla="*/ 19256 w 71902"/>
                    <a:gd name="connsiteY2" fmla="*/ 43433 h 46897"/>
                    <a:gd name="connsiteX3" fmla="*/ 142 w 71902"/>
                    <a:gd name="connsiteY3" fmla="*/ 19256 h 46897"/>
                    <a:gd name="connsiteX4" fmla="*/ 24320 w 71902"/>
                    <a:gd name="connsiteY4" fmla="*/ 142 h 46897"/>
                    <a:gd name="connsiteX5" fmla="*/ 52636 w 71902"/>
                    <a:gd name="connsiteY5" fmla="*/ 3464 h 46897"/>
                    <a:gd name="connsiteX6" fmla="*/ 71749 w 71902"/>
                    <a:gd name="connsiteY6" fmla="*/ 27642 h 46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902" h="46897">
                      <a:moveTo>
                        <a:pt x="71749" y="27642"/>
                      </a:moveTo>
                      <a:cubicBezTo>
                        <a:pt x="70333" y="39567"/>
                        <a:pt x="59497" y="48116"/>
                        <a:pt x="47572" y="46755"/>
                      </a:cubicBezTo>
                      <a:lnTo>
                        <a:pt x="19256" y="43433"/>
                      </a:lnTo>
                      <a:cubicBezTo>
                        <a:pt x="7330" y="42017"/>
                        <a:pt x="-1219" y="31181"/>
                        <a:pt x="142" y="19256"/>
                      </a:cubicBezTo>
                      <a:cubicBezTo>
                        <a:pt x="1558" y="7330"/>
                        <a:pt x="12395" y="-1219"/>
                        <a:pt x="24320" y="142"/>
                      </a:cubicBezTo>
                      <a:lnTo>
                        <a:pt x="52636" y="3464"/>
                      </a:lnTo>
                      <a:cubicBezTo>
                        <a:pt x="64616" y="4880"/>
                        <a:pt x="73165" y="15716"/>
                        <a:pt x="71749" y="27642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7" name="Forme libre : forme 606">
                  <a:extLst>
                    <a:ext uri="{FF2B5EF4-FFF2-40B4-BE49-F238E27FC236}">
                      <a16:creationId xmlns:a16="http://schemas.microsoft.com/office/drawing/2014/main" id="{2C011506-21B3-4D15-9495-AC2DEF30D34F}"/>
                    </a:ext>
                  </a:extLst>
                </p:cNvPr>
                <p:cNvSpPr/>
                <p:nvPr/>
              </p:nvSpPr>
              <p:spPr>
                <a:xfrm>
                  <a:off x="4125571" y="5318350"/>
                  <a:ext cx="71913" cy="46919"/>
                </a:xfrm>
                <a:custGeom>
                  <a:avLst/>
                  <a:gdLst>
                    <a:gd name="connsiteX0" fmla="*/ 5544 w 71913"/>
                    <a:gd name="connsiteY0" fmla="*/ 19866 h 46919"/>
                    <a:gd name="connsiteX1" fmla="*/ 23677 w 71913"/>
                    <a:gd name="connsiteY1" fmla="*/ 5544 h 46919"/>
                    <a:gd name="connsiteX2" fmla="*/ 51993 w 71913"/>
                    <a:gd name="connsiteY2" fmla="*/ 8866 h 46919"/>
                    <a:gd name="connsiteX3" fmla="*/ 66315 w 71913"/>
                    <a:gd name="connsiteY3" fmla="*/ 26999 h 46919"/>
                    <a:gd name="connsiteX4" fmla="*/ 48181 w 71913"/>
                    <a:gd name="connsiteY4" fmla="*/ 41320 h 46919"/>
                    <a:gd name="connsiteX5" fmla="*/ 19866 w 71913"/>
                    <a:gd name="connsiteY5" fmla="*/ 37999 h 46919"/>
                    <a:gd name="connsiteX6" fmla="*/ 5544 w 71913"/>
                    <a:gd name="connsiteY6" fmla="*/ 19866 h 46919"/>
                    <a:gd name="connsiteX7" fmla="*/ 153 w 71913"/>
                    <a:gd name="connsiteY7" fmla="*/ 19267 h 46919"/>
                    <a:gd name="connsiteX8" fmla="*/ 19266 w 71913"/>
                    <a:gd name="connsiteY8" fmla="*/ 43444 h 46919"/>
                    <a:gd name="connsiteX9" fmla="*/ 47583 w 71913"/>
                    <a:gd name="connsiteY9" fmla="*/ 46766 h 46919"/>
                    <a:gd name="connsiteX10" fmla="*/ 71760 w 71913"/>
                    <a:gd name="connsiteY10" fmla="*/ 27652 h 46919"/>
                    <a:gd name="connsiteX11" fmla="*/ 52647 w 71913"/>
                    <a:gd name="connsiteY11" fmla="*/ 3475 h 46919"/>
                    <a:gd name="connsiteX12" fmla="*/ 24331 w 71913"/>
                    <a:gd name="connsiteY12" fmla="*/ 153 h 46919"/>
                    <a:gd name="connsiteX13" fmla="*/ 153 w 71913"/>
                    <a:gd name="connsiteY13" fmla="*/ 19267 h 46919"/>
                    <a:gd name="connsiteX14" fmla="*/ 153 w 71913"/>
                    <a:gd name="connsiteY14" fmla="*/ 19267 h 46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71913" h="46919">
                      <a:moveTo>
                        <a:pt x="5544" y="19866"/>
                      </a:moveTo>
                      <a:cubicBezTo>
                        <a:pt x="6579" y="10935"/>
                        <a:pt x="14747" y="4510"/>
                        <a:pt x="23677" y="5544"/>
                      </a:cubicBezTo>
                      <a:lnTo>
                        <a:pt x="51993" y="8866"/>
                      </a:lnTo>
                      <a:cubicBezTo>
                        <a:pt x="60924" y="9901"/>
                        <a:pt x="67349" y="18069"/>
                        <a:pt x="66315" y="26999"/>
                      </a:cubicBezTo>
                      <a:cubicBezTo>
                        <a:pt x="65280" y="35929"/>
                        <a:pt x="57112" y="42355"/>
                        <a:pt x="48181" y="41320"/>
                      </a:cubicBezTo>
                      <a:lnTo>
                        <a:pt x="19866" y="37999"/>
                      </a:lnTo>
                      <a:cubicBezTo>
                        <a:pt x="10935" y="36964"/>
                        <a:pt x="4510" y="28851"/>
                        <a:pt x="5544" y="19866"/>
                      </a:cubicBezTo>
                      <a:moveTo>
                        <a:pt x="153" y="19267"/>
                      </a:moveTo>
                      <a:cubicBezTo>
                        <a:pt x="-1263" y="31192"/>
                        <a:pt x="7287" y="42028"/>
                        <a:pt x="19266" y="43444"/>
                      </a:cubicBezTo>
                      <a:lnTo>
                        <a:pt x="47583" y="46766"/>
                      </a:lnTo>
                      <a:cubicBezTo>
                        <a:pt x="59508" y="48182"/>
                        <a:pt x="70344" y="39632"/>
                        <a:pt x="71760" y="27652"/>
                      </a:cubicBezTo>
                      <a:cubicBezTo>
                        <a:pt x="73176" y="15727"/>
                        <a:pt x="64627" y="4891"/>
                        <a:pt x="52647" y="3475"/>
                      </a:cubicBezTo>
                      <a:lnTo>
                        <a:pt x="24331" y="153"/>
                      </a:lnTo>
                      <a:cubicBezTo>
                        <a:pt x="12351" y="-1263"/>
                        <a:pt x="1569" y="7287"/>
                        <a:pt x="153" y="19267"/>
                      </a:cubicBezTo>
                      <a:lnTo>
                        <a:pt x="153" y="19267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8" name="Forme libre : forme 607">
                  <a:extLst>
                    <a:ext uri="{FF2B5EF4-FFF2-40B4-BE49-F238E27FC236}">
                      <a16:creationId xmlns:a16="http://schemas.microsoft.com/office/drawing/2014/main" id="{5C24DB0A-125B-413A-907A-615952A7DB5C}"/>
                    </a:ext>
                  </a:extLst>
                </p:cNvPr>
                <p:cNvSpPr/>
                <p:nvPr/>
              </p:nvSpPr>
              <p:spPr>
                <a:xfrm>
                  <a:off x="4135219" y="5335480"/>
                  <a:ext cx="27329" cy="18075"/>
                </a:xfrm>
                <a:custGeom>
                  <a:avLst/>
                  <a:gdLst>
                    <a:gd name="connsiteX0" fmla="*/ 13322 w 27329"/>
                    <a:gd name="connsiteY0" fmla="*/ 17329 h 18075"/>
                    <a:gd name="connsiteX1" fmla="*/ 25901 w 27329"/>
                    <a:gd name="connsiteY1" fmla="*/ 16403 h 18075"/>
                    <a:gd name="connsiteX2" fmla="*/ 27317 w 27329"/>
                    <a:gd name="connsiteY2" fmla="*/ 14606 h 18075"/>
                    <a:gd name="connsiteX3" fmla="*/ 26228 w 27329"/>
                    <a:gd name="connsiteY3" fmla="*/ 12319 h 18075"/>
                    <a:gd name="connsiteX4" fmla="*/ 18332 w 27329"/>
                    <a:gd name="connsiteY4" fmla="*/ 4151 h 18075"/>
                    <a:gd name="connsiteX5" fmla="*/ 2758 w 27329"/>
                    <a:gd name="connsiteY5" fmla="*/ 1537 h 18075"/>
                    <a:gd name="connsiteX6" fmla="*/ 3793 w 27329"/>
                    <a:gd name="connsiteY6" fmla="*/ 13626 h 18075"/>
                    <a:gd name="connsiteX7" fmla="*/ 13322 w 27329"/>
                    <a:gd name="connsiteY7" fmla="*/ 17329 h 18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329" h="18075">
                      <a:moveTo>
                        <a:pt x="13322" y="17329"/>
                      </a:moveTo>
                      <a:cubicBezTo>
                        <a:pt x="17570" y="18200"/>
                        <a:pt x="22253" y="18745"/>
                        <a:pt x="25901" y="16403"/>
                      </a:cubicBezTo>
                      <a:cubicBezTo>
                        <a:pt x="26554" y="15967"/>
                        <a:pt x="27208" y="15369"/>
                        <a:pt x="27317" y="14606"/>
                      </a:cubicBezTo>
                      <a:cubicBezTo>
                        <a:pt x="27426" y="13735"/>
                        <a:pt x="26827" y="12973"/>
                        <a:pt x="26228" y="12319"/>
                      </a:cubicBezTo>
                      <a:cubicBezTo>
                        <a:pt x="23723" y="9488"/>
                        <a:pt x="21218" y="6602"/>
                        <a:pt x="18332" y="4151"/>
                      </a:cubicBezTo>
                      <a:cubicBezTo>
                        <a:pt x="14030" y="503"/>
                        <a:pt x="7986" y="-1621"/>
                        <a:pt x="2758" y="1537"/>
                      </a:cubicBezTo>
                      <a:cubicBezTo>
                        <a:pt x="-2034" y="4423"/>
                        <a:pt x="144" y="10686"/>
                        <a:pt x="3793" y="13626"/>
                      </a:cubicBezTo>
                      <a:cubicBezTo>
                        <a:pt x="6515" y="15695"/>
                        <a:pt x="10000" y="16621"/>
                        <a:pt x="13322" y="17329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9" name="Forme libre : forme 608">
                  <a:extLst>
                    <a:ext uri="{FF2B5EF4-FFF2-40B4-BE49-F238E27FC236}">
                      <a16:creationId xmlns:a16="http://schemas.microsoft.com/office/drawing/2014/main" id="{9923A39D-C521-4624-9145-EC115E685ABE}"/>
                    </a:ext>
                  </a:extLst>
                </p:cNvPr>
                <p:cNvSpPr/>
                <p:nvPr/>
              </p:nvSpPr>
              <p:spPr>
                <a:xfrm>
                  <a:off x="4125528" y="5318361"/>
                  <a:ext cx="71902" cy="46897"/>
                </a:xfrm>
                <a:custGeom>
                  <a:avLst/>
                  <a:gdLst>
                    <a:gd name="connsiteX0" fmla="*/ 71749 w 71902"/>
                    <a:gd name="connsiteY0" fmla="*/ 27642 h 46897"/>
                    <a:gd name="connsiteX1" fmla="*/ 47572 w 71902"/>
                    <a:gd name="connsiteY1" fmla="*/ 46755 h 46897"/>
                    <a:gd name="connsiteX2" fmla="*/ 19256 w 71902"/>
                    <a:gd name="connsiteY2" fmla="*/ 43433 h 46897"/>
                    <a:gd name="connsiteX3" fmla="*/ 142 w 71902"/>
                    <a:gd name="connsiteY3" fmla="*/ 19256 h 46897"/>
                    <a:gd name="connsiteX4" fmla="*/ 24320 w 71902"/>
                    <a:gd name="connsiteY4" fmla="*/ 142 h 46897"/>
                    <a:gd name="connsiteX5" fmla="*/ 52636 w 71902"/>
                    <a:gd name="connsiteY5" fmla="*/ 3464 h 46897"/>
                    <a:gd name="connsiteX6" fmla="*/ 71749 w 71902"/>
                    <a:gd name="connsiteY6" fmla="*/ 27642 h 46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902" h="46897">
                      <a:moveTo>
                        <a:pt x="71749" y="27642"/>
                      </a:moveTo>
                      <a:cubicBezTo>
                        <a:pt x="70333" y="39567"/>
                        <a:pt x="59497" y="48116"/>
                        <a:pt x="47572" y="46755"/>
                      </a:cubicBezTo>
                      <a:lnTo>
                        <a:pt x="19256" y="43433"/>
                      </a:lnTo>
                      <a:cubicBezTo>
                        <a:pt x="7330" y="42017"/>
                        <a:pt x="-1219" y="31181"/>
                        <a:pt x="142" y="19256"/>
                      </a:cubicBezTo>
                      <a:cubicBezTo>
                        <a:pt x="1558" y="7330"/>
                        <a:pt x="12395" y="-1219"/>
                        <a:pt x="24320" y="142"/>
                      </a:cubicBezTo>
                      <a:lnTo>
                        <a:pt x="52636" y="3464"/>
                      </a:lnTo>
                      <a:cubicBezTo>
                        <a:pt x="64616" y="4880"/>
                        <a:pt x="73165" y="15716"/>
                        <a:pt x="71749" y="27642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10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147134" y="5256711"/>
                <a:ext cx="66304" cy="58558"/>
                <a:chOff x="4147134" y="5256711"/>
                <a:chExt cx="66304" cy="58558"/>
              </a:xfrm>
              <a:solidFill>
                <a:schemeClr val="accent1"/>
              </a:solidFill>
            </p:grpSpPr>
            <p:sp>
              <p:nvSpPr>
                <p:cNvPr id="611" name="Forme libre : forme 610">
                  <a:extLst>
                    <a:ext uri="{FF2B5EF4-FFF2-40B4-BE49-F238E27FC236}">
                      <a16:creationId xmlns:a16="http://schemas.microsoft.com/office/drawing/2014/main" id="{17B1ED16-5982-421C-91B8-61D37727FFF6}"/>
                    </a:ext>
                  </a:extLst>
                </p:cNvPr>
                <p:cNvSpPr/>
                <p:nvPr/>
              </p:nvSpPr>
              <p:spPr>
                <a:xfrm>
                  <a:off x="4147153" y="5256781"/>
                  <a:ext cx="66285" cy="58489"/>
                </a:xfrm>
                <a:custGeom>
                  <a:avLst/>
                  <a:gdLst>
                    <a:gd name="connsiteX0" fmla="*/ 66134 w 66285"/>
                    <a:gd name="connsiteY0" fmla="*/ 39233 h 58489"/>
                    <a:gd name="connsiteX1" fmla="*/ 41956 w 66285"/>
                    <a:gd name="connsiteY1" fmla="*/ 58347 h 58489"/>
                    <a:gd name="connsiteX2" fmla="*/ 9338 w 66285"/>
                    <a:gd name="connsiteY2" fmla="*/ 39669 h 58489"/>
                    <a:gd name="connsiteX3" fmla="*/ 3893 w 66285"/>
                    <a:gd name="connsiteY3" fmla="*/ 9338 h 58489"/>
                    <a:gd name="connsiteX4" fmla="*/ 34224 w 66285"/>
                    <a:gd name="connsiteY4" fmla="*/ 3893 h 58489"/>
                    <a:gd name="connsiteX5" fmla="*/ 53391 w 66285"/>
                    <a:gd name="connsiteY5" fmla="*/ 16798 h 58489"/>
                    <a:gd name="connsiteX6" fmla="*/ 66134 w 66285"/>
                    <a:gd name="connsiteY6" fmla="*/ 39233 h 58489"/>
                    <a:gd name="connsiteX7" fmla="*/ 47075 w 66285"/>
                    <a:gd name="connsiteY7" fmla="*/ 15056 h 58489"/>
                    <a:gd name="connsiteX8" fmla="*/ 47075 w 66285"/>
                    <a:gd name="connsiteY8" fmla="*/ 15056 h 58489"/>
                    <a:gd name="connsiteX9" fmla="*/ 47075 w 66285"/>
                    <a:gd name="connsiteY9" fmla="*/ 15056 h 58489"/>
                    <a:gd name="connsiteX10" fmla="*/ 47020 w 66285"/>
                    <a:gd name="connsiteY10" fmla="*/ 15056 h 58489"/>
                    <a:gd name="connsiteX11" fmla="*/ 47020 w 66285"/>
                    <a:gd name="connsiteY11" fmla="*/ 15056 h 58489"/>
                    <a:gd name="connsiteX12" fmla="*/ 47020 w 66285"/>
                    <a:gd name="connsiteY12" fmla="*/ 15056 h 58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6285" h="58489">
                      <a:moveTo>
                        <a:pt x="66134" y="39233"/>
                      </a:moveTo>
                      <a:cubicBezTo>
                        <a:pt x="64718" y="51159"/>
                        <a:pt x="53881" y="59708"/>
                        <a:pt x="41956" y="58347"/>
                      </a:cubicBezTo>
                      <a:cubicBezTo>
                        <a:pt x="36456" y="57693"/>
                        <a:pt x="34986" y="57530"/>
                        <a:pt x="9338" y="39669"/>
                      </a:cubicBezTo>
                      <a:cubicBezTo>
                        <a:pt x="-518" y="32808"/>
                        <a:pt x="-2968" y="19194"/>
                        <a:pt x="3893" y="9338"/>
                      </a:cubicBezTo>
                      <a:cubicBezTo>
                        <a:pt x="10754" y="-518"/>
                        <a:pt x="24368" y="-2968"/>
                        <a:pt x="34224" y="3893"/>
                      </a:cubicBezTo>
                      <a:cubicBezTo>
                        <a:pt x="41411" y="8903"/>
                        <a:pt x="50342" y="14947"/>
                        <a:pt x="53391" y="16798"/>
                      </a:cubicBezTo>
                      <a:cubicBezTo>
                        <a:pt x="61886" y="20556"/>
                        <a:pt x="67277" y="29541"/>
                        <a:pt x="66134" y="39233"/>
                      </a:cubicBezTo>
                      <a:close/>
                      <a:moveTo>
                        <a:pt x="47075" y="15056"/>
                      </a:moveTo>
                      <a:cubicBezTo>
                        <a:pt x="47075" y="15056"/>
                        <a:pt x="47075" y="15056"/>
                        <a:pt x="47075" y="15056"/>
                      </a:cubicBezTo>
                      <a:cubicBezTo>
                        <a:pt x="47075" y="15056"/>
                        <a:pt x="47075" y="15056"/>
                        <a:pt x="47075" y="15056"/>
                      </a:cubicBezTo>
                      <a:close/>
                      <a:moveTo>
                        <a:pt x="47020" y="15056"/>
                      </a:moveTo>
                      <a:cubicBezTo>
                        <a:pt x="47075" y="15056"/>
                        <a:pt x="47075" y="15056"/>
                        <a:pt x="47020" y="15056"/>
                      </a:cubicBezTo>
                      <a:cubicBezTo>
                        <a:pt x="47075" y="15056"/>
                        <a:pt x="47075" y="15056"/>
                        <a:pt x="47020" y="15056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2" name="Forme libre : forme 611">
                  <a:extLst>
                    <a:ext uri="{FF2B5EF4-FFF2-40B4-BE49-F238E27FC236}">
                      <a16:creationId xmlns:a16="http://schemas.microsoft.com/office/drawing/2014/main" id="{4C23D792-A559-469E-A77E-3F07A2A76140}"/>
                    </a:ext>
                  </a:extLst>
                </p:cNvPr>
                <p:cNvSpPr/>
                <p:nvPr/>
              </p:nvSpPr>
              <p:spPr>
                <a:xfrm>
                  <a:off x="4147134" y="5256711"/>
                  <a:ext cx="66304" cy="58514"/>
                </a:xfrm>
                <a:custGeom>
                  <a:avLst/>
                  <a:gdLst>
                    <a:gd name="connsiteX0" fmla="*/ 5600 w 66304"/>
                    <a:gd name="connsiteY0" fmla="*/ 19863 h 58514"/>
                    <a:gd name="connsiteX1" fmla="*/ 5600 w 66304"/>
                    <a:gd name="connsiteY1" fmla="*/ 19863 h 58514"/>
                    <a:gd name="connsiteX2" fmla="*/ 8431 w 66304"/>
                    <a:gd name="connsiteY2" fmla="*/ 12457 h 58514"/>
                    <a:gd name="connsiteX3" fmla="*/ 31193 w 66304"/>
                    <a:gd name="connsiteY3" fmla="*/ 8373 h 58514"/>
                    <a:gd name="connsiteX4" fmla="*/ 46658 w 66304"/>
                    <a:gd name="connsiteY4" fmla="*/ 18882 h 58514"/>
                    <a:gd name="connsiteX5" fmla="*/ 46494 w 66304"/>
                    <a:gd name="connsiteY5" fmla="*/ 20462 h 58514"/>
                    <a:gd name="connsiteX6" fmla="*/ 46549 w 66304"/>
                    <a:gd name="connsiteY6" fmla="*/ 20462 h 58514"/>
                    <a:gd name="connsiteX7" fmla="*/ 46712 w 66304"/>
                    <a:gd name="connsiteY7" fmla="*/ 18882 h 58514"/>
                    <a:gd name="connsiteX8" fmla="*/ 46712 w 66304"/>
                    <a:gd name="connsiteY8" fmla="*/ 18882 h 58514"/>
                    <a:gd name="connsiteX9" fmla="*/ 46549 w 66304"/>
                    <a:gd name="connsiteY9" fmla="*/ 20407 h 58514"/>
                    <a:gd name="connsiteX10" fmla="*/ 46549 w 66304"/>
                    <a:gd name="connsiteY10" fmla="*/ 20407 h 58514"/>
                    <a:gd name="connsiteX11" fmla="*/ 46712 w 66304"/>
                    <a:gd name="connsiteY11" fmla="*/ 18882 h 58514"/>
                    <a:gd name="connsiteX12" fmla="*/ 50687 w 66304"/>
                    <a:gd name="connsiteY12" fmla="*/ 21442 h 58514"/>
                    <a:gd name="connsiteX13" fmla="*/ 50959 w 66304"/>
                    <a:gd name="connsiteY13" fmla="*/ 21605 h 58514"/>
                    <a:gd name="connsiteX14" fmla="*/ 51286 w 66304"/>
                    <a:gd name="connsiteY14" fmla="*/ 21769 h 58514"/>
                    <a:gd name="connsiteX15" fmla="*/ 60816 w 66304"/>
                    <a:gd name="connsiteY15" fmla="*/ 38595 h 58514"/>
                    <a:gd name="connsiteX16" fmla="*/ 42683 w 66304"/>
                    <a:gd name="connsiteY16" fmla="*/ 52916 h 58514"/>
                    <a:gd name="connsiteX17" fmla="*/ 12515 w 66304"/>
                    <a:gd name="connsiteY17" fmla="*/ 35164 h 58514"/>
                    <a:gd name="connsiteX18" fmla="*/ 5600 w 66304"/>
                    <a:gd name="connsiteY18" fmla="*/ 19863 h 58514"/>
                    <a:gd name="connsiteX19" fmla="*/ 154 w 66304"/>
                    <a:gd name="connsiteY19" fmla="*/ 19264 h 58514"/>
                    <a:gd name="connsiteX20" fmla="*/ 9357 w 66304"/>
                    <a:gd name="connsiteY20" fmla="*/ 39684 h 58514"/>
                    <a:gd name="connsiteX21" fmla="*/ 41975 w 66304"/>
                    <a:gd name="connsiteY21" fmla="*/ 58361 h 58514"/>
                    <a:gd name="connsiteX22" fmla="*/ 66152 w 66304"/>
                    <a:gd name="connsiteY22" fmla="*/ 39248 h 58514"/>
                    <a:gd name="connsiteX23" fmla="*/ 53464 w 66304"/>
                    <a:gd name="connsiteY23" fmla="*/ 16813 h 58514"/>
                    <a:gd name="connsiteX24" fmla="*/ 34297 w 66304"/>
                    <a:gd name="connsiteY24" fmla="*/ 3908 h 58514"/>
                    <a:gd name="connsiteX25" fmla="*/ 3966 w 66304"/>
                    <a:gd name="connsiteY25" fmla="*/ 9353 h 58514"/>
                    <a:gd name="connsiteX26" fmla="*/ 154 w 66304"/>
                    <a:gd name="connsiteY26" fmla="*/ 19264 h 58514"/>
                    <a:gd name="connsiteX27" fmla="*/ 154 w 66304"/>
                    <a:gd name="connsiteY27" fmla="*/ 19264 h 58514"/>
                    <a:gd name="connsiteX28" fmla="*/ 47093 w 66304"/>
                    <a:gd name="connsiteY28" fmla="*/ 15125 h 58514"/>
                    <a:gd name="connsiteX29" fmla="*/ 47093 w 66304"/>
                    <a:gd name="connsiteY29" fmla="*/ 15125 h 58514"/>
                    <a:gd name="connsiteX30" fmla="*/ 47093 w 66304"/>
                    <a:gd name="connsiteY30" fmla="*/ 15125 h 58514"/>
                    <a:gd name="connsiteX31" fmla="*/ 47093 w 66304"/>
                    <a:gd name="connsiteY31" fmla="*/ 15125 h 58514"/>
                    <a:gd name="connsiteX32" fmla="*/ 47093 w 66304"/>
                    <a:gd name="connsiteY32" fmla="*/ 15125 h 58514"/>
                    <a:gd name="connsiteX33" fmla="*/ 47093 w 66304"/>
                    <a:gd name="connsiteY33" fmla="*/ 15125 h 58514"/>
                    <a:gd name="connsiteX34" fmla="*/ 47093 w 66304"/>
                    <a:gd name="connsiteY34" fmla="*/ 15125 h 58514"/>
                    <a:gd name="connsiteX35" fmla="*/ 47093 w 66304"/>
                    <a:gd name="connsiteY35" fmla="*/ 15125 h 58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66304" h="58514">
                      <a:moveTo>
                        <a:pt x="5600" y="19863"/>
                      </a:moveTo>
                      <a:lnTo>
                        <a:pt x="5600" y="19863"/>
                      </a:lnTo>
                      <a:cubicBezTo>
                        <a:pt x="5926" y="17194"/>
                        <a:pt x="6852" y="14690"/>
                        <a:pt x="8431" y="12457"/>
                      </a:cubicBezTo>
                      <a:cubicBezTo>
                        <a:pt x="13604" y="5051"/>
                        <a:pt x="23787" y="3254"/>
                        <a:pt x="31193" y="8373"/>
                      </a:cubicBezTo>
                      <a:cubicBezTo>
                        <a:pt x="36203" y="11858"/>
                        <a:pt x="42356" y="16051"/>
                        <a:pt x="46658" y="18882"/>
                      </a:cubicBezTo>
                      <a:lnTo>
                        <a:pt x="46494" y="20462"/>
                      </a:lnTo>
                      <a:lnTo>
                        <a:pt x="46549" y="20462"/>
                      </a:lnTo>
                      <a:lnTo>
                        <a:pt x="46712" y="18882"/>
                      </a:lnTo>
                      <a:cubicBezTo>
                        <a:pt x="46712" y="18882"/>
                        <a:pt x="46712" y="18882"/>
                        <a:pt x="46712" y="18882"/>
                      </a:cubicBezTo>
                      <a:lnTo>
                        <a:pt x="46549" y="20407"/>
                      </a:lnTo>
                      <a:lnTo>
                        <a:pt x="46549" y="20407"/>
                      </a:lnTo>
                      <a:lnTo>
                        <a:pt x="46712" y="18882"/>
                      </a:lnTo>
                      <a:cubicBezTo>
                        <a:pt x="48400" y="19972"/>
                        <a:pt x="49761" y="20897"/>
                        <a:pt x="50687" y="21442"/>
                      </a:cubicBezTo>
                      <a:lnTo>
                        <a:pt x="50959" y="21605"/>
                      </a:lnTo>
                      <a:lnTo>
                        <a:pt x="51286" y="21769"/>
                      </a:lnTo>
                      <a:cubicBezTo>
                        <a:pt x="57821" y="24709"/>
                        <a:pt x="61633" y="31461"/>
                        <a:pt x="60816" y="38595"/>
                      </a:cubicBezTo>
                      <a:cubicBezTo>
                        <a:pt x="59781" y="47525"/>
                        <a:pt x="51613" y="53951"/>
                        <a:pt x="42683" y="52916"/>
                      </a:cubicBezTo>
                      <a:cubicBezTo>
                        <a:pt x="38381" y="52426"/>
                        <a:pt x="37074" y="52263"/>
                        <a:pt x="12515" y="35164"/>
                      </a:cubicBezTo>
                      <a:cubicBezTo>
                        <a:pt x="7505" y="31788"/>
                        <a:pt x="4892" y="25907"/>
                        <a:pt x="5600" y="19863"/>
                      </a:cubicBezTo>
                      <a:moveTo>
                        <a:pt x="154" y="19264"/>
                      </a:moveTo>
                      <a:cubicBezTo>
                        <a:pt x="-772" y="26996"/>
                        <a:pt x="2496" y="34946"/>
                        <a:pt x="9357" y="39684"/>
                      </a:cubicBezTo>
                      <a:cubicBezTo>
                        <a:pt x="35005" y="57545"/>
                        <a:pt x="36475" y="57708"/>
                        <a:pt x="41975" y="58361"/>
                      </a:cubicBezTo>
                      <a:cubicBezTo>
                        <a:pt x="53900" y="59777"/>
                        <a:pt x="64736" y="51228"/>
                        <a:pt x="66152" y="39248"/>
                      </a:cubicBezTo>
                      <a:cubicBezTo>
                        <a:pt x="67296" y="29555"/>
                        <a:pt x="61905" y="20625"/>
                        <a:pt x="53464" y="16813"/>
                      </a:cubicBezTo>
                      <a:cubicBezTo>
                        <a:pt x="50415" y="14962"/>
                        <a:pt x="41430" y="8918"/>
                        <a:pt x="34297" y="3908"/>
                      </a:cubicBezTo>
                      <a:cubicBezTo>
                        <a:pt x="24440" y="-2953"/>
                        <a:pt x="10827" y="-558"/>
                        <a:pt x="3966" y="9353"/>
                      </a:cubicBezTo>
                      <a:cubicBezTo>
                        <a:pt x="1788" y="12402"/>
                        <a:pt x="590" y="15833"/>
                        <a:pt x="154" y="19264"/>
                      </a:cubicBezTo>
                      <a:lnTo>
                        <a:pt x="154" y="19264"/>
                      </a:lnTo>
                      <a:close/>
                      <a:moveTo>
                        <a:pt x="47093" y="15125"/>
                      </a:moveTo>
                      <a:cubicBezTo>
                        <a:pt x="47093" y="15125"/>
                        <a:pt x="47093" y="15125"/>
                        <a:pt x="47093" y="15125"/>
                      </a:cubicBezTo>
                      <a:cubicBezTo>
                        <a:pt x="47093" y="15125"/>
                        <a:pt x="47093" y="15125"/>
                        <a:pt x="47093" y="15125"/>
                      </a:cubicBezTo>
                      <a:lnTo>
                        <a:pt x="47093" y="15125"/>
                      </a:lnTo>
                      <a:close/>
                      <a:moveTo>
                        <a:pt x="47093" y="15125"/>
                      </a:moveTo>
                      <a:cubicBezTo>
                        <a:pt x="47093" y="15125"/>
                        <a:pt x="47093" y="15125"/>
                        <a:pt x="47093" y="15125"/>
                      </a:cubicBezTo>
                      <a:cubicBezTo>
                        <a:pt x="47093" y="15125"/>
                        <a:pt x="47093" y="15125"/>
                        <a:pt x="47093" y="15125"/>
                      </a:cubicBezTo>
                      <a:lnTo>
                        <a:pt x="47093" y="15125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3" name="Forme libre : forme 612">
                  <a:extLst>
                    <a:ext uri="{FF2B5EF4-FFF2-40B4-BE49-F238E27FC236}">
                      <a16:creationId xmlns:a16="http://schemas.microsoft.com/office/drawing/2014/main" id="{BFAA6AFA-7685-48D5-BB6B-583673D7EB80}"/>
                    </a:ext>
                  </a:extLst>
                </p:cNvPr>
                <p:cNvSpPr/>
                <p:nvPr/>
              </p:nvSpPr>
              <p:spPr>
                <a:xfrm>
                  <a:off x="4156628" y="5269956"/>
                  <a:ext cx="22977" cy="27146"/>
                </a:xfrm>
                <a:custGeom>
                  <a:avLst/>
                  <a:gdLst>
                    <a:gd name="connsiteX0" fmla="*/ 843 w 22977"/>
                    <a:gd name="connsiteY0" fmla="*/ 12990 h 27146"/>
                    <a:gd name="connsiteX1" fmla="*/ 8630 w 22977"/>
                    <a:gd name="connsiteY1" fmla="*/ 22846 h 27146"/>
                    <a:gd name="connsiteX2" fmla="*/ 16961 w 22977"/>
                    <a:gd name="connsiteY2" fmla="*/ 27093 h 27146"/>
                    <a:gd name="connsiteX3" fmla="*/ 21917 w 22977"/>
                    <a:gd name="connsiteY3" fmla="*/ 25514 h 27146"/>
                    <a:gd name="connsiteX4" fmla="*/ 22951 w 22977"/>
                    <a:gd name="connsiteY4" fmla="*/ 21375 h 27146"/>
                    <a:gd name="connsiteX5" fmla="*/ 21971 w 22977"/>
                    <a:gd name="connsiteY5" fmla="*/ 17128 h 27146"/>
                    <a:gd name="connsiteX6" fmla="*/ 20882 w 22977"/>
                    <a:gd name="connsiteY6" fmla="*/ 13371 h 27146"/>
                    <a:gd name="connsiteX7" fmla="*/ 18704 w 22977"/>
                    <a:gd name="connsiteY7" fmla="*/ 10648 h 27146"/>
                    <a:gd name="connsiteX8" fmla="*/ 11244 w 22977"/>
                    <a:gd name="connsiteY8" fmla="*/ 3024 h 27146"/>
                    <a:gd name="connsiteX9" fmla="*/ 4873 w 22977"/>
                    <a:gd name="connsiteY9" fmla="*/ 84 h 27146"/>
                    <a:gd name="connsiteX10" fmla="*/ 843 w 22977"/>
                    <a:gd name="connsiteY10" fmla="*/ 12990 h 27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977" h="27146">
                      <a:moveTo>
                        <a:pt x="843" y="12990"/>
                      </a:moveTo>
                      <a:cubicBezTo>
                        <a:pt x="2368" y="16965"/>
                        <a:pt x="5417" y="20123"/>
                        <a:pt x="8630" y="22846"/>
                      </a:cubicBezTo>
                      <a:cubicBezTo>
                        <a:pt x="11081" y="24860"/>
                        <a:pt x="13803" y="26766"/>
                        <a:pt x="16961" y="27093"/>
                      </a:cubicBezTo>
                      <a:cubicBezTo>
                        <a:pt x="18759" y="27311"/>
                        <a:pt x="20773" y="26875"/>
                        <a:pt x="21917" y="25514"/>
                      </a:cubicBezTo>
                      <a:cubicBezTo>
                        <a:pt x="22843" y="24370"/>
                        <a:pt x="23060" y="22846"/>
                        <a:pt x="22951" y="21375"/>
                      </a:cubicBezTo>
                      <a:cubicBezTo>
                        <a:pt x="22788" y="19905"/>
                        <a:pt x="22353" y="18544"/>
                        <a:pt x="21971" y="17128"/>
                      </a:cubicBezTo>
                      <a:cubicBezTo>
                        <a:pt x="21699" y="15875"/>
                        <a:pt x="21481" y="14569"/>
                        <a:pt x="20882" y="13371"/>
                      </a:cubicBezTo>
                      <a:cubicBezTo>
                        <a:pt x="20338" y="12336"/>
                        <a:pt x="19521" y="11519"/>
                        <a:pt x="18704" y="10648"/>
                      </a:cubicBezTo>
                      <a:cubicBezTo>
                        <a:pt x="16199" y="8089"/>
                        <a:pt x="13749" y="5529"/>
                        <a:pt x="11244" y="3024"/>
                      </a:cubicBezTo>
                      <a:cubicBezTo>
                        <a:pt x="9556" y="1336"/>
                        <a:pt x="7487" y="-406"/>
                        <a:pt x="4873" y="84"/>
                      </a:cubicBezTo>
                      <a:cubicBezTo>
                        <a:pt x="-573" y="1119"/>
                        <a:pt x="-682" y="8906"/>
                        <a:pt x="843" y="12990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4" name="Forme libre : forme 613">
                  <a:extLst>
                    <a:ext uri="{FF2B5EF4-FFF2-40B4-BE49-F238E27FC236}">
                      <a16:creationId xmlns:a16="http://schemas.microsoft.com/office/drawing/2014/main" id="{7C2492CE-383F-4D9E-9860-1C8BB8972B90}"/>
                    </a:ext>
                  </a:extLst>
                </p:cNvPr>
                <p:cNvSpPr/>
                <p:nvPr/>
              </p:nvSpPr>
              <p:spPr>
                <a:xfrm>
                  <a:off x="4147153" y="5256781"/>
                  <a:ext cx="66285" cy="58489"/>
                </a:xfrm>
                <a:custGeom>
                  <a:avLst/>
                  <a:gdLst>
                    <a:gd name="connsiteX0" fmla="*/ 66134 w 66285"/>
                    <a:gd name="connsiteY0" fmla="*/ 39233 h 58489"/>
                    <a:gd name="connsiteX1" fmla="*/ 41956 w 66285"/>
                    <a:gd name="connsiteY1" fmla="*/ 58347 h 58489"/>
                    <a:gd name="connsiteX2" fmla="*/ 9338 w 66285"/>
                    <a:gd name="connsiteY2" fmla="*/ 39669 h 58489"/>
                    <a:gd name="connsiteX3" fmla="*/ 3893 w 66285"/>
                    <a:gd name="connsiteY3" fmla="*/ 9338 h 58489"/>
                    <a:gd name="connsiteX4" fmla="*/ 34224 w 66285"/>
                    <a:gd name="connsiteY4" fmla="*/ 3893 h 58489"/>
                    <a:gd name="connsiteX5" fmla="*/ 53391 w 66285"/>
                    <a:gd name="connsiteY5" fmla="*/ 16798 h 58489"/>
                    <a:gd name="connsiteX6" fmla="*/ 66134 w 66285"/>
                    <a:gd name="connsiteY6" fmla="*/ 39233 h 58489"/>
                    <a:gd name="connsiteX7" fmla="*/ 47075 w 66285"/>
                    <a:gd name="connsiteY7" fmla="*/ 15056 h 58489"/>
                    <a:gd name="connsiteX8" fmla="*/ 47075 w 66285"/>
                    <a:gd name="connsiteY8" fmla="*/ 15056 h 58489"/>
                    <a:gd name="connsiteX9" fmla="*/ 47075 w 66285"/>
                    <a:gd name="connsiteY9" fmla="*/ 15056 h 58489"/>
                    <a:gd name="connsiteX10" fmla="*/ 47020 w 66285"/>
                    <a:gd name="connsiteY10" fmla="*/ 15056 h 58489"/>
                    <a:gd name="connsiteX11" fmla="*/ 47020 w 66285"/>
                    <a:gd name="connsiteY11" fmla="*/ 15056 h 58489"/>
                    <a:gd name="connsiteX12" fmla="*/ 47020 w 66285"/>
                    <a:gd name="connsiteY12" fmla="*/ 15056 h 58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6285" h="58489">
                      <a:moveTo>
                        <a:pt x="66134" y="39233"/>
                      </a:moveTo>
                      <a:cubicBezTo>
                        <a:pt x="64718" y="51159"/>
                        <a:pt x="53881" y="59708"/>
                        <a:pt x="41956" y="58347"/>
                      </a:cubicBezTo>
                      <a:cubicBezTo>
                        <a:pt x="36456" y="57693"/>
                        <a:pt x="34986" y="57530"/>
                        <a:pt x="9338" y="39669"/>
                      </a:cubicBezTo>
                      <a:cubicBezTo>
                        <a:pt x="-518" y="32808"/>
                        <a:pt x="-2968" y="19194"/>
                        <a:pt x="3893" y="9338"/>
                      </a:cubicBezTo>
                      <a:cubicBezTo>
                        <a:pt x="10754" y="-518"/>
                        <a:pt x="24368" y="-2968"/>
                        <a:pt x="34224" y="3893"/>
                      </a:cubicBezTo>
                      <a:cubicBezTo>
                        <a:pt x="41411" y="8903"/>
                        <a:pt x="50342" y="14947"/>
                        <a:pt x="53391" y="16798"/>
                      </a:cubicBezTo>
                      <a:cubicBezTo>
                        <a:pt x="61886" y="20556"/>
                        <a:pt x="67277" y="29541"/>
                        <a:pt x="66134" y="39233"/>
                      </a:cubicBezTo>
                      <a:close/>
                      <a:moveTo>
                        <a:pt x="47075" y="15056"/>
                      </a:moveTo>
                      <a:cubicBezTo>
                        <a:pt x="47075" y="15056"/>
                        <a:pt x="47075" y="15056"/>
                        <a:pt x="47075" y="15056"/>
                      </a:cubicBezTo>
                      <a:cubicBezTo>
                        <a:pt x="47075" y="15056"/>
                        <a:pt x="47075" y="15056"/>
                        <a:pt x="47075" y="15056"/>
                      </a:cubicBezTo>
                      <a:close/>
                      <a:moveTo>
                        <a:pt x="47020" y="15056"/>
                      </a:moveTo>
                      <a:cubicBezTo>
                        <a:pt x="47075" y="15056"/>
                        <a:pt x="47075" y="15056"/>
                        <a:pt x="47020" y="15056"/>
                      </a:cubicBezTo>
                      <a:cubicBezTo>
                        <a:pt x="47075" y="15056"/>
                        <a:pt x="47075" y="15056"/>
                        <a:pt x="47020" y="15056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15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213047" y="5217532"/>
                <a:ext cx="44564" cy="69457"/>
                <a:chOff x="4213047" y="5217532"/>
                <a:chExt cx="44564" cy="69457"/>
              </a:xfrm>
              <a:solidFill>
                <a:schemeClr val="accent1"/>
              </a:solidFill>
            </p:grpSpPr>
            <p:sp>
              <p:nvSpPr>
                <p:cNvPr id="616" name="Forme libre : forme 615">
                  <a:extLst>
                    <a:ext uri="{FF2B5EF4-FFF2-40B4-BE49-F238E27FC236}">
                      <a16:creationId xmlns:a16="http://schemas.microsoft.com/office/drawing/2014/main" id="{4AC6423E-50EC-4DAA-89BC-BD6729D3C72F}"/>
                    </a:ext>
                  </a:extLst>
                </p:cNvPr>
                <p:cNvSpPr/>
                <p:nvPr/>
              </p:nvSpPr>
              <p:spPr>
                <a:xfrm>
                  <a:off x="4213054" y="5217532"/>
                  <a:ext cx="44557" cy="69457"/>
                </a:xfrm>
                <a:custGeom>
                  <a:avLst/>
                  <a:gdLst>
                    <a:gd name="connsiteX0" fmla="*/ 44395 w 44557"/>
                    <a:gd name="connsiteY0" fmla="*/ 50221 h 69457"/>
                    <a:gd name="connsiteX1" fmla="*/ 23593 w 44557"/>
                    <a:gd name="connsiteY1" fmla="*/ 69443 h 69457"/>
                    <a:gd name="connsiteX2" fmla="*/ 995 w 44557"/>
                    <a:gd name="connsiteY2" fmla="*/ 48479 h 69457"/>
                    <a:gd name="connsiteX3" fmla="*/ 15 w 44557"/>
                    <a:gd name="connsiteY3" fmla="*/ 22613 h 69457"/>
                    <a:gd name="connsiteX4" fmla="*/ 20979 w 44557"/>
                    <a:gd name="connsiteY4" fmla="*/ 15 h 69457"/>
                    <a:gd name="connsiteX5" fmla="*/ 43578 w 44557"/>
                    <a:gd name="connsiteY5" fmla="*/ 20979 h 69457"/>
                    <a:gd name="connsiteX6" fmla="*/ 44558 w 44557"/>
                    <a:gd name="connsiteY6" fmla="*/ 46845 h 69457"/>
                    <a:gd name="connsiteX7" fmla="*/ 44395 w 44557"/>
                    <a:gd name="connsiteY7" fmla="*/ 50221 h 69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4557" h="69457">
                      <a:moveTo>
                        <a:pt x="44395" y="50221"/>
                      </a:moveTo>
                      <a:cubicBezTo>
                        <a:pt x="43142" y="60676"/>
                        <a:pt x="34429" y="69007"/>
                        <a:pt x="23593" y="69443"/>
                      </a:cubicBezTo>
                      <a:cubicBezTo>
                        <a:pt x="11559" y="69879"/>
                        <a:pt x="1485" y="60513"/>
                        <a:pt x="995" y="48479"/>
                      </a:cubicBezTo>
                      <a:lnTo>
                        <a:pt x="15" y="22613"/>
                      </a:lnTo>
                      <a:cubicBezTo>
                        <a:pt x="-421" y="10579"/>
                        <a:pt x="8945" y="505"/>
                        <a:pt x="20979" y="15"/>
                      </a:cubicBezTo>
                      <a:cubicBezTo>
                        <a:pt x="33014" y="-421"/>
                        <a:pt x="43088" y="8945"/>
                        <a:pt x="43578" y="20979"/>
                      </a:cubicBezTo>
                      <a:lnTo>
                        <a:pt x="44558" y="46845"/>
                      </a:lnTo>
                      <a:cubicBezTo>
                        <a:pt x="44558" y="47988"/>
                        <a:pt x="44503" y="49132"/>
                        <a:pt x="44395" y="50221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7" name="Forme libre : forme 616">
                  <a:extLst>
                    <a:ext uri="{FF2B5EF4-FFF2-40B4-BE49-F238E27FC236}">
                      <a16:creationId xmlns:a16="http://schemas.microsoft.com/office/drawing/2014/main" id="{23B62857-616B-49F1-9A20-5B4A2DC10FAA}"/>
                    </a:ext>
                  </a:extLst>
                </p:cNvPr>
                <p:cNvSpPr/>
                <p:nvPr/>
              </p:nvSpPr>
              <p:spPr>
                <a:xfrm>
                  <a:off x="4213047" y="5217532"/>
                  <a:ext cx="44531" cy="69457"/>
                </a:xfrm>
                <a:custGeom>
                  <a:avLst/>
                  <a:gdLst>
                    <a:gd name="connsiteX0" fmla="*/ 5576 w 44531"/>
                    <a:gd name="connsiteY0" fmla="*/ 19836 h 69457"/>
                    <a:gd name="connsiteX1" fmla="*/ 21204 w 44531"/>
                    <a:gd name="connsiteY1" fmla="*/ 5460 h 69457"/>
                    <a:gd name="connsiteX2" fmla="*/ 32911 w 44531"/>
                    <a:gd name="connsiteY2" fmla="*/ 9816 h 69457"/>
                    <a:gd name="connsiteX3" fmla="*/ 38139 w 44531"/>
                    <a:gd name="connsiteY3" fmla="*/ 21197 h 69457"/>
                    <a:gd name="connsiteX4" fmla="*/ 39119 w 44531"/>
                    <a:gd name="connsiteY4" fmla="*/ 47063 h 69457"/>
                    <a:gd name="connsiteX5" fmla="*/ 39010 w 44531"/>
                    <a:gd name="connsiteY5" fmla="*/ 49622 h 69457"/>
                    <a:gd name="connsiteX6" fmla="*/ 23382 w 44531"/>
                    <a:gd name="connsiteY6" fmla="*/ 63998 h 69457"/>
                    <a:gd name="connsiteX7" fmla="*/ 11675 w 44531"/>
                    <a:gd name="connsiteY7" fmla="*/ 59642 h 69457"/>
                    <a:gd name="connsiteX8" fmla="*/ 6447 w 44531"/>
                    <a:gd name="connsiteY8" fmla="*/ 48261 h 69457"/>
                    <a:gd name="connsiteX9" fmla="*/ 5467 w 44531"/>
                    <a:gd name="connsiteY9" fmla="*/ 22395 h 69457"/>
                    <a:gd name="connsiteX10" fmla="*/ 5576 w 44531"/>
                    <a:gd name="connsiteY10" fmla="*/ 19836 h 69457"/>
                    <a:gd name="connsiteX11" fmla="*/ 130 w 44531"/>
                    <a:gd name="connsiteY11" fmla="*/ 19237 h 69457"/>
                    <a:gd name="connsiteX12" fmla="*/ 21 w 44531"/>
                    <a:gd name="connsiteY12" fmla="*/ 22613 h 69457"/>
                    <a:gd name="connsiteX13" fmla="*/ 1002 w 44531"/>
                    <a:gd name="connsiteY13" fmla="*/ 48479 h 69457"/>
                    <a:gd name="connsiteX14" fmla="*/ 23600 w 44531"/>
                    <a:gd name="connsiteY14" fmla="*/ 69443 h 69457"/>
                    <a:gd name="connsiteX15" fmla="*/ 44401 w 44531"/>
                    <a:gd name="connsiteY15" fmla="*/ 50221 h 69457"/>
                    <a:gd name="connsiteX16" fmla="*/ 44510 w 44531"/>
                    <a:gd name="connsiteY16" fmla="*/ 46845 h 69457"/>
                    <a:gd name="connsiteX17" fmla="*/ 43530 w 44531"/>
                    <a:gd name="connsiteY17" fmla="*/ 20979 h 69457"/>
                    <a:gd name="connsiteX18" fmla="*/ 20932 w 44531"/>
                    <a:gd name="connsiteY18" fmla="*/ 15 h 69457"/>
                    <a:gd name="connsiteX19" fmla="*/ 130 w 44531"/>
                    <a:gd name="connsiteY19" fmla="*/ 19237 h 69457"/>
                    <a:gd name="connsiteX20" fmla="*/ 130 w 44531"/>
                    <a:gd name="connsiteY20" fmla="*/ 19237 h 69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531" h="69457">
                      <a:moveTo>
                        <a:pt x="5576" y="19836"/>
                      </a:moveTo>
                      <a:cubicBezTo>
                        <a:pt x="6501" y="11776"/>
                        <a:pt x="13090" y="5732"/>
                        <a:pt x="21204" y="5460"/>
                      </a:cubicBezTo>
                      <a:cubicBezTo>
                        <a:pt x="25560" y="5296"/>
                        <a:pt x="29753" y="6821"/>
                        <a:pt x="32911" y="9816"/>
                      </a:cubicBezTo>
                      <a:cubicBezTo>
                        <a:pt x="36124" y="12811"/>
                        <a:pt x="37976" y="16841"/>
                        <a:pt x="38139" y="21197"/>
                      </a:cubicBezTo>
                      <a:lnTo>
                        <a:pt x="39119" y="47063"/>
                      </a:lnTo>
                      <a:cubicBezTo>
                        <a:pt x="39174" y="47934"/>
                        <a:pt x="39119" y="48805"/>
                        <a:pt x="39010" y="49622"/>
                      </a:cubicBezTo>
                      <a:cubicBezTo>
                        <a:pt x="38085" y="57518"/>
                        <a:pt x="31387" y="63726"/>
                        <a:pt x="23382" y="63998"/>
                      </a:cubicBezTo>
                      <a:cubicBezTo>
                        <a:pt x="19026" y="64161"/>
                        <a:pt x="14833" y="62636"/>
                        <a:pt x="11675" y="59642"/>
                      </a:cubicBezTo>
                      <a:cubicBezTo>
                        <a:pt x="8462" y="56647"/>
                        <a:pt x="6610" y="52617"/>
                        <a:pt x="6447" y="48261"/>
                      </a:cubicBezTo>
                      <a:lnTo>
                        <a:pt x="5467" y="22395"/>
                      </a:lnTo>
                      <a:cubicBezTo>
                        <a:pt x="5412" y="21524"/>
                        <a:pt x="5467" y="20707"/>
                        <a:pt x="5576" y="19836"/>
                      </a:cubicBezTo>
                      <a:moveTo>
                        <a:pt x="130" y="19237"/>
                      </a:moveTo>
                      <a:cubicBezTo>
                        <a:pt x="21" y="20326"/>
                        <a:pt x="-33" y="21469"/>
                        <a:pt x="21" y="22613"/>
                      </a:cubicBezTo>
                      <a:lnTo>
                        <a:pt x="1002" y="48479"/>
                      </a:lnTo>
                      <a:cubicBezTo>
                        <a:pt x="1437" y="60513"/>
                        <a:pt x="11566" y="69879"/>
                        <a:pt x="23600" y="69443"/>
                      </a:cubicBezTo>
                      <a:cubicBezTo>
                        <a:pt x="34491" y="69062"/>
                        <a:pt x="43203" y="60731"/>
                        <a:pt x="44401" y="50221"/>
                      </a:cubicBezTo>
                      <a:cubicBezTo>
                        <a:pt x="44510" y="49132"/>
                        <a:pt x="44565" y="47988"/>
                        <a:pt x="44510" y="46845"/>
                      </a:cubicBezTo>
                      <a:lnTo>
                        <a:pt x="43530" y="20979"/>
                      </a:lnTo>
                      <a:cubicBezTo>
                        <a:pt x="43094" y="8945"/>
                        <a:pt x="32966" y="-421"/>
                        <a:pt x="20932" y="15"/>
                      </a:cubicBezTo>
                      <a:cubicBezTo>
                        <a:pt x="10095" y="396"/>
                        <a:pt x="1383" y="8727"/>
                        <a:pt x="130" y="19237"/>
                      </a:cubicBezTo>
                      <a:lnTo>
                        <a:pt x="130" y="19237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8" name="Forme libre : forme 617">
                  <a:extLst>
                    <a:ext uri="{FF2B5EF4-FFF2-40B4-BE49-F238E27FC236}">
                      <a16:creationId xmlns:a16="http://schemas.microsoft.com/office/drawing/2014/main" id="{B136FA0D-9E86-4ED6-9ADA-01AA9B2ABA7F}"/>
                    </a:ext>
                  </a:extLst>
                </p:cNvPr>
                <p:cNvSpPr/>
                <p:nvPr/>
              </p:nvSpPr>
              <p:spPr>
                <a:xfrm>
                  <a:off x="4221343" y="5228164"/>
                  <a:ext cx="16235" cy="34255"/>
                </a:xfrm>
                <a:custGeom>
                  <a:avLst/>
                  <a:gdLst>
                    <a:gd name="connsiteX0" fmla="*/ 4250 w 16235"/>
                    <a:gd name="connsiteY0" fmla="*/ 4739 h 34255"/>
                    <a:gd name="connsiteX1" fmla="*/ 1636 w 16235"/>
                    <a:gd name="connsiteY1" fmla="*/ 10728 h 34255"/>
                    <a:gd name="connsiteX2" fmla="*/ 3 w 16235"/>
                    <a:gd name="connsiteY2" fmla="*/ 19822 h 34255"/>
                    <a:gd name="connsiteX3" fmla="*/ 3597 w 16235"/>
                    <a:gd name="connsiteY3" fmla="*/ 30713 h 34255"/>
                    <a:gd name="connsiteX4" fmla="*/ 10131 w 16235"/>
                    <a:gd name="connsiteY4" fmla="*/ 34143 h 34255"/>
                    <a:gd name="connsiteX5" fmla="*/ 13126 w 16235"/>
                    <a:gd name="connsiteY5" fmla="*/ 32238 h 34255"/>
                    <a:gd name="connsiteX6" fmla="*/ 16230 w 16235"/>
                    <a:gd name="connsiteY6" fmla="*/ 25867 h 34255"/>
                    <a:gd name="connsiteX7" fmla="*/ 11220 w 16235"/>
                    <a:gd name="connsiteY7" fmla="*/ 13615 h 34255"/>
                    <a:gd name="connsiteX8" fmla="*/ 13507 w 16235"/>
                    <a:gd name="connsiteY8" fmla="*/ 8441 h 34255"/>
                    <a:gd name="connsiteX9" fmla="*/ 11275 w 16235"/>
                    <a:gd name="connsiteY9" fmla="*/ 56 h 34255"/>
                    <a:gd name="connsiteX10" fmla="*/ 4250 w 16235"/>
                    <a:gd name="connsiteY10" fmla="*/ 4739 h 34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235" h="34255">
                      <a:moveTo>
                        <a:pt x="4250" y="4739"/>
                      </a:moveTo>
                      <a:cubicBezTo>
                        <a:pt x="2998" y="6536"/>
                        <a:pt x="2290" y="8605"/>
                        <a:pt x="1636" y="10728"/>
                      </a:cubicBezTo>
                      <a:cubicBezTo>
                        <a:pt x="711" y="13669"/>
                        <a:pt x="-52" y="16719"/>
                        <a:pt x="3" y="19822"/>
                      </a:cubicBezTo>
                      <a:cubicBezTo>
                        <a:pt x="3" y="23688"/>
                        <a:pt x="1310" y="27555"/>
                        <a:pt x="3597" y="30713"/>
                      </a:cubicBezTo>
                      <a:cubicBezTo>
                        <a:pt x="5121" y="32837"/>
                        <a:pt x="7626" y="34743"/>
                        <a:pt x="10131" y="34143"/>
                      </a:cubicBezTo>
                      <a:cubicBezTo>
                        <a:pt x="11275" y="33871"/>
                        <a:pt x="12255" y="33055"/>
                        <a:pt x="13126" y="32238"/>
                      </a:cubicBezTo>
                      <a:cubicBezTo>
                        <a:pt x="14869" y="30550"/>
                        <a:pt x="16339" y="28317"/>
                        <a:pt x="16230" y="25867"/>
                      </a:cubicBezTo>
                      <a:cubicBezTo>
                        <a:pt x="16012" y="21347"/>
                        <a:pt x="10567" y="18080"/>
                        <a:pt x="11220" y="13615"/>
                      </a:cubicBezTo>
                      <a:cubicBezTo>
                        <a:pt x="11492" y="11763"/>
                        <a:pt x="12799" y="10238"/>
                        <a:pt x="13507" y="8441"/>
                      </a:cubicBezTo>
                      <a:cubicBezTo>
                        <a:pt x="14378" y="6209"/>
                        <a:pt x="14324" y="763"/>
                        <a:pt x="11275" y="56"/>
                      </a:cubicBezTo>
                      <a:cubicBezTo>
                        <a:pt x="9096" y="-489"/>
                        <a:pt x="5394" y="3105"/>
                        <a:pt x="4250" y="4739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9" name="Forme libre : forme 618">
                  <a:extLst>
                    <a:ext uri="{FF2B5EF4-FFF2-40B4-BE49-F238E27FC236}">
                      <a16:creationId xmlns:a16="http://schemas.microsoft.com/office/drawing/2014/main" id="{C945A209-7F01-486D-BE55-0692C474FDD0}"/>
                    </a:ext>
                  </a:extLst>
                </p:cNvPr>
                <p:cNvSpPr/>
                <p:nvPr/>
              </p:nvSpPr>
              <p:spPr>
                <a:xfrm>
                  <a:off x="4213054" y="5217532"/>
                  <a:ext cx="44557" cy="69457"/>
                </a:xfrm>
                <a:custGeom>
                  <a:avLst/>
                  <a:gdLst>
                    <a:gd name="connsiteX0" fmla="*/ 44395 w 44557"/>
                    <a:gd name="connsiteY0" fmla="*/ 50221 h 69457"/>
                    <a:gd name="connsiteX1" fmla="*/ 23593 w 44557"/>
                    <a:gd name="connsiteY1" fmla="*/ 69443 h 69457"/>
                    <a:gd name="connsiteX2" fmla="*/ 995 w 44557"/>
                    <a:gd name="connsiteY2" fmla="*/ 48479 h 69457"/>
                    <a:gd name="connsiteX3" fmla="*/ 15 w 44557"/>
                    <a:gd name="connsiteY3" fmla="*/ 22613 h 69457"/>
                    <a:gd name="connsiteX4" fmla="*/ 20979 w 44557"/>
                    <a:gd name="connsiteY4" fmla="*/ 15 h 69457"/>
                    <a:gd name="connsiteX5" fmla="*/ 43578 w 44557"/>
                    <a:gd name="connsiteY5" fmla="*/ 20979 h 69457"/>
                    <a:gd name="connsiteX6" fmla="*/ 44558 w 44557"/>
                    <a:gd name="connsiteY6" fmla="*/ 46845 h 69457"/>
                    <a:gd name="connsiteX7" fmla="*/ 44395 w 44557"/>
                    <a:gd name="connsiteY7" fmla="*/ 50221 h 69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4557" h="69457">
                      <a:moveTo>
                        <a:pt x="44395" y="50221"/>
                      </a:moveTo>
                      <a:cubicBezTo>
                        <a:pt x="43142" y="60676"/>
                        <a:pt x="34429" y="69007"/>
                        <a:pt x="23593" y="69443"/>
                      </a:cubicBezTo>
                      <a:cubicBezTo>
                        <a:pt x="11559" y="69879"/>
                        <a:pt x="1485" y="60513"/>
                        <a:pt x="995" y="48479"/>
                      </a:cubicBezTo>
                      <a:lnTo>
                        <a:pt x="15" y="22613"/>
                      </a:lnTo>
                      <a:cubicBezTo>
                        <a:pt x="-421" y="10579"/>
                        <a:pt x="8945" y="505"/>
                        <a:pt x="20979" y="15"/>
                      </a:cubicBezTo>
                      <a:cubicBezTo>
                        <a:pt x="33014" y="-421"/>
                        <a:pt x="43088" y="8945"/>
                        <a:pt x="43578" y="20979"/>
                      </a:cubicBezTo>
                      <a:lnTo>
                        <a:pt x="44558" y="46845"/>
                      </a:lnTo>
                      <a:cubicBezTo>
                        <a:pt x="44558" y="47988"/>
                        <a:pt x="44503" y="49132"/>
                        <a:pt x="44395" y="50221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20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207851" y="5393170"/>
                <a:ext cx="47027" cy="73002"/>
                <a:chOff x="4207851" y="5393170"/>
                <a:chExt cx="47027" cy="73002"/>
              </a:xfrm>
              <a:solidFill>
                <a:schemeClr val="accent1"/>
              </a:solidFill>
            </p:grpSpPr>
            <p:sp>
              <p:nvSpPr>
                <p:cNvPr id="621" name="Forme libre : forme 620">
                  <a:extLst>
                    <a:ext uri="{FF2B5EF4-FFF2-40B4-BE49-F238E27FC236}">
                      <a16:creationId xmlns:a16="http://schemas.microsoft.com/office/drawing/2014/main" id="{A2537602-E6DF-46AA-88B6-8909A9BEA99A}"/>
                    </a:ext>
                  </a:extLst>
                </p:cNvPr>
                <p:cNvSpPr/>
                <p:nvPr/>
              </p:nvSpPr>
              <p:spPr>
                <a:xfrm>
                  <a:off x="4207862" y="5393180"/>
                  <a:ext cx="47006" cy="72980"/>
                </a:xfrm>
                <a:custGeom>
                  <a:avLst/>
                  <a:gdLst>
                    <a:gd name="connsiteX0" fmla="*/ 46864 w 47006"/>
                    <a:gd name="connsiteY0" fmla="*/ 24320 h 72980"/>
                    <a:gd name="connsiteX1" fmla="*/ 43433 w 47006"/>
                    <a:gd name="connsiteY1" fmla="*/ 53725 h 72980"/>
                    <a:gd name="connsiteX2" fmla="*/ 19256 w 47006"/>
                    <a:gd name="connsiteY2" fmla="*/ 72838 h 72980"/>
                    <a:gd name="connsiteX3" fmla="*/ 142 w 47006"/>
                    <a:gd name="connsiteY3" fmla="*/ 48661 h 72980"/>
                    <a:gd name="connsiteX4" fmla="*/ 3573 w 47006"/>
                    <a:gd name="connsiteY4" fmla="*/ 19256 h 72980"/>
                    <a:gd name="connsiteX5" fmla="*/ 27751 w 47006"/>
                    <a:gd name="connsiteY5" fmla="*/ 142 h 72980"/>
                    <a:gd name="connsiteX6" fmla="*/ 46864 w 47006"/>
                    <a:gd name="connsiteY6" fmla="*/ 24320 h 72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006" h="72980">
                      <a:moveTo>
                        <a:pt x="46864" y="24320"/>
                      </a:moveTo>
                      <a:lnTo>
                        <a:pt x="43433" y="53725"/>
                      </a:lnTo>
                      <a:cubicBezTo>
                        <a:pt x="42017" y="65651"/>
                        <a:pt x="31181" y="74200"/>
                        <a:pt x="19256" y="72838"/>
                      </a:cubicBezTo>
                      <a:cubicBezTo>
                        <a:pt x="7330" y="71423"/>
                        <a:pt x="-1219" y="60586"/>
                        <a:pt x="142" y="48661"/>
                      </a:cubicBezTo>
                      <a:lnTo>
                        <a:pt x="3573" y="19256"/>
                      </a:lnTo>
                      <a:cubicBezTo>
                        <a:pt x="4989" y="7330"/>
                        <a:pt x="15825" y="-1219"/>
                        <a:pt x="27751" y="142"/>
                      </a:cubicBezTo>
                      <a:cubicBezTo>
                        <a:pt x="39676" y="1558"/>
                        <a:pt x="48225" y="12395"/>
                        <a:pt x="46864" y="24320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2" name="Forme libre : forme 621">
                  <a:extLst>
                    <a:ext uri="{FF2B5EF4-FFF2-40B4-BE49-F238E27FC236}">
                      <a16:creationId xmlns:a16="http://schemas.microsoft.com/office/drawing/2014/main" id="{129EB0CF-F2E3-47EE-8E51-BE02D6C0824C}"/>
                    </a:ext>
                  </a:extLst>
                </p:cNvPr>
                <p:cNvSpPr/>
                <p:nvPr/>
              </p:nvSpPr>
              <p:spPr>
                <a:xfrm>
                  <a:off x="4207851" y="5393170"/>
                  <a:ext cx="47027" cy="73002"/>
                </a:xfrm>
                <a:custGeom>
                  <a:avLst/>
                  <a:gdLst>
                    <a:gd name="connsiteX0" fmla="*/ 8975 w 47027"/>
                    <a:gd name="connsiteY0" fmla="*/ 19866 h 73002"/>
                    <a:gd name="connsiteX1" fmla="*/ 27108 w 47027"/>
                    <a:gd name="connsiteY1" fmla="*/ 5544 h 73002"/>
                    <a:gd name="connsiteX2" fmla="*/ 41429 w 47027"/>
                    <a:gd name="connsiteY2" fmla="*/ 23677 h 73002"/>
                    <a:gd name="connsiteX3" fmla="*/ 37999 w 47027"/>
                    <a:gd name="connsiteY3" fmla="*/ 53083 h 73002"/>
                    <a:gd name="connsiteX4" fmla="*/ 19866 w 47027"/>
                    <a:gd name="connsiteY4" fmla="*/ 67404 h 73002"/>
                    <a:gd name="connsiteX5" fmla="*/ 5544 w 47027"/>
                    <a:gd name="connsiteY5" fmla="*/ 49271 h 73002"/>
                    <a:gd name="connsiteX6" fmla="*/ 8975 w 47027"/>
                    <a:gd name="connsiteY6" fmla="*/ 19866 h 73002"/>
                    <a:gd name="connsiteX7" fmla="*/ 3584 w 47027"/>
                    <a:gd name="connsiteY7" fmla="*/ 19267 h 73002"/>
                    <a:gd name="connsiteX8" fmla="*/ 153 w 47027"/>
                    <a:gd name="connsiteY8" fmla="*/ 48672 h 73002"/>
                    <a:gd name="connsiteX9" fmla="*/ 19267 w 47027"/>
                    <a:gd name="connsiteY9" fmla="*/ 72849 h 73002"/>
                    <a:gd name="connsiteX10" fmla="*/ 43444 w 47027"/>
                    <a:gd name="connsiteY10" fmla="*/ 53736 h 73002"/>
                    <a:gd name="connsiteX11" fmla="*/ 46875 w 47027"/>
                    <a:gd name="connsiteY11" fmla="*/ 24331 h 73002"/>
                    <a:gd name="connsiteX12" fmla="*/ 27761 w 47027"/>
                    <a:gd name="connsiteY12" fmla="*/ 153 h 73002"/>
                    <a:gd name="connsiteX13" fmla="*/ 3584 w 47027"/>
                    <a:gd name="connsiteY13" fmla="*/ 19267 h 73002"/>
                    <a:gd name="connsiteX14" fmla="*/ 3584 w 47027"/>
                    <a:gd name="connsiteY14" fmla="*/ 19267 h 73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7027" h="73002">
                      <a:moveTo>
                        <a:pt x="8975" y="19866"/>
                      </a:moveTo>
                      <a:cubicBezTo>
                        <a:pt x="10009" y="10935"/>
                        <a:pt x="18177" y="4510"/>
                        <a:pt x="27108" y="5544"/>
                      </a:cubicBezTo>
                      <a:cubicBezTo>
                        <a:pt x="36038" y="6579"/>
                        <a:pt x="42464" y="14747"/>
                        <a:pt x="41429" y="23677"/>
                      </a:cubicBezTo>
                      <a:lnTo>
                        <a:pt x="37999" y="53083"/>
                      </a:lnTo>
                      <a:cubicBezTo>
                        <a:pt x="36964" y="62013"/>
                        <a:pt x="28796" y="68439"/>
                        <a:pt x="19866" y="67404"/>
                      </a:cubicBezTo>
                      <a:cubicBezTo>
                        <a:pt x="10935" y="66369"/>
                        <a:pt x="4510" y="58201"/>
                        <a:pt x="5544" y="49271"/>
                      </a:cubicBezTo>
                      <a:lnTo>
                        <a:pt x="8975" y="19866"/>
                      </a:lnTo>
                      <a:moveTo>
                        <a:pt x="3584" y="19267"/>
                      </a:moveTo>
                      <a:lnTo>
                        <a:pt x="153" y="48672"/>
                      </a:lnTo>
                      <a:cubicBezTo>
                        <a:pt x="-1262" y="60597"/>
                        <a:pt x="7287" y="71433"/>
                        <a:pt x="19267" y="72849"/>
                      </a:cubicBezTo>
                      <a:cubicBezTo>
                        <a:pt x="31192" y="74265"/>
                        <a:pt x="42028" y="65716"/>
                        <a:pt x="43444" y="53736"/>
                      </a:cubicBezTo>
                      <a:lnTo>
                        <a:pt x="46875" y="24331"/>
                      </a:lnTo>
                      <a:cubicBezTo>
                        <a:pt x="48290" y="12405"/>
                        <a:pt x="39741" y="1569"/>
                        <a:pt x="27761" y="153"/>
                      </a:cubicBezTo>
                      <a:cubicBezTo>
                        <a:pt x="15836" y="-1262"/>
                        <a:pt x="5000" y="7287"/>
                        <a:pt x="3584" y="19267"/>
                      </a:cubicBezTo>
                      <a:lnTo>
                        <a:pt x="3584" y="19267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3" name="Forme libre : forme 622">
                  <a:extLst>
                    <a:ext uri="{FF2B5EF4-FFF2-40B4-BE49-F238E27FC236}">
                      <a16:creationId xmlns:a16="http://schemas.microsoft.com/office/drawing/2014/main" id="{18096412-C0E7-4E53-B14F-ADA46EE93AB7}"/>
                    </a:ext>
                  </a:extLst>
                </p:cNvPr>
                <p:cNvSpPr/>
                <p:nvPr/>
              </p:nvSpPr>
              <p:spPr>
                <a:xfrm>
                  <a:off x="4217501" y="5428373"/>
                  <a:ext cx="15185" cy="26786"/>
                </a:xfrm>
                <a:custGeom>
                  <a:avLst/>
                  <a:gdLst>
                    <a:gd name="connsiteX0" fmla="*/ 523 w 15185"/>
                    <a:gd name="connsiteY0" fmla="*/ 15919 h 26786"/>
                    <a:gd name="connsiteX1" fmla="*/ 9889 w 15185"/>
                    <a:gd name="connsiteY1" fmla="*/ 26646 h 26786"/>
                    <a:gd name="connsiteX2" fmla="*/ 15062 w 15185"/>
                    <a:gd name="connsiteY2" fmla="*/ 24577 h 26786"/>
                    <a:gd name="connsiteX3" fmla="*/ 13101 w 15185"/>
                    <a:gd name="connsiteY3" fmla="*/ 19622 h 26786"/>
                    <a:gd name="connsiteX4" fmla="*/ 8745 w 15185"/>
                    <a:gd name="connsiteY4" fmla="*/ 11181 h 26786"/>
                    <a:gd name="connsiteX5" fmla="*/ 4062 w 15185"/>
                    <a:gd name="connsiteY5" fmla="*/ 563 h 26786"/>
                    <a:gd name="connsiteX6" fmla="*/ 523 w 15185"/>
                    <a:gd name="connsiteY6" fmla="*/ 15919 h 26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185" h="26786">
                      <a:moveTo>
                        <a:pt x="523" y="15919"/>
                      </a:moveTo>
                      <a:cubicBezTo>
                        <a:pt x="1557" y="20819"/>
                        <a:pt x="4988" y="25557"/>
                        <a:pt x="9889" y="26646"/>
                      </a:cubicBezTo>
                      <a:cubicBezTo>
                        <a:pt x="11903" y="27082"/>
                        <a:pt x="14463" y="26537"/>
                        <a:pt x="15062" y="24577"/>
                      </a:cubicBezTo>
                      <a:cubicBezTo>
                        <a:pt x="15606" y="22780"/>
                        <a:pt x="14245" y="21037"/>
                        <a:pt x="13101" y="19622"/>
                      </a:cubicBezTo>
                      <a:cubicBezTo>
                        <a:pt x="11087" y="17117"/>
                        <a:pt x="9290" y="14339"/>
                        <a:pt x="8745" y="11181"/>
                      </a:cubicBezTo>
                      <a:cubicBezTo>
                        <a:pt x="8364" y="8840"/>
                        <a:pt x="9235" y="-2650"/>
                        <a:pt x="4062" y="563"/>
                      </a:cubicBezTo>
                      <a:cubicBezTo>
                        <a:pt x="-566" y="3449"/>
                        <a:pt x="-403" y="11345"/>
                        <a:pt x="523" y="15919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4" name="Forme libre : forme 623">
                  <a:extLst>
                    <a:ext uri="{FF2B5EF4-FFF2-40B4-BE49-F238E27FC236}">
                      <a16:creationId xmlns:a16="http://schemas.microsoft.com/office/drawing/2014/main" id="{E08550C7-0256-4DB3-9AF2-3390DAE7B821}"/>
                    </a:ext>
                  </a:extLst>
                </p:cNvPr>
                <p:cNvSpPr/>
                <p:nvPr/>
              </p:nvSpPr>
              <p:spPr>
                <a:xfrm>
                  <a:off x="4207862" y="5393180"/>
                  <a:ext cx="47006" cy="72980"/>
                </a:xfrm>
                <a:custGeom>
                  <a:avLst/>
                  <a:gdLst>
                    <a:gd name="connsiteX0" fmla="*/ 46864 w 47006"/>
                    <a:gd name="connsiteY0" fmla="*/ 24320 h 72980"/>
                    <a:gd name="connsiteX1" fmla="*/ 43433 w 47006"/>
                    <a:gd name="connsiteY1" fmla="*/ 53725 h 72980"/>
                    <a:gd name="connsiteX2" fmla="*/ 19256 w 47006"/>
                    <a:gd name="connsiteY2" fmla="*/ 72838 h 72980"/>
                    <a:gd name="connsiteX3" fmla="*/ 142 w 47006"/>
                    <a:gd name="connsiteY3" fmla="*/ 48661 h 72980"/>
                    <a:gd name="connsiteX4" fmla="*/ 3573 w 47006"/>
                    <a:gd name="connsiteY4" fmla="*/ 19256 h 72980"/>
                    <a:gd name="connsiteX5" fmla="*/ 27751 w 47006"/>
                    <a:gd name="connsiteY5" fmla="*/ 142 h 72980"/>
                    <a:gd name="connsiteX6" fmla="*/ 46864 w 47006"/>
                    <a:gd name="connsiteY6" fmla="*/ 24320 h 72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006" h="72980">
                      <a:moveTo>
                        <a:pt x="46864" y="24320"/>
                      </a:moveTo>
                      <a:lnTo>
                        <a:pt x="43433" y="53725"/>
                      </a:lnTo>
                      <a:cubicBezTo>
                        <a:pt x="42017" y="65651"/>
                        <a:pt x="31181" y="74200"/>
                        <a:pt x="19256" y="72838"/>
                      </a:cubicBezTo>
                      <a:cubicBezTo>
                        <a:pt x="7330" y="71423"/>
                        <a:pt x="-1219" y="60586"/>
                        <a:pt x="142" y="48661"/>
                      </a:cubicBezTo>
                      <a:lnTo>
                        <a:pt x="3573" y="19256"/>
                      </a:lnTo>
                      <a:cubicBezTo>
                        <a:pt x="4989" y="7330"/>
                        <a:pt x="15825" y="-1219"/>
                        <a:pt x="27751" y="142"/>
                      </a:cubicBezTo>
                      <a:cubicBezTo>
                        <a:pt x="39676" y="1558"/>
                        <a:pt x="48225" y="12395"/>
                        <a:pt x="46864" y="24320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25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274441" y="5386737"/>
                <a:ext cx="65704" cy="70356"/>
                <a:chOff x="4274441" y="5386737"/>
                <a:chExt cx="65704" cy="70356"/>
              </a:xfrm>
              <a:solidFill>
                <a:schemeClr val="accent1"/>
              </a:solidFill>
            </p:grpSpPr>
            <p:sp>
              <p:nvSpPr>
                <p:cNvPr id="626" name="Forme libre : forme 625">
                  <a:extLst>
                    <a:ext uri="{FF2B5EF4-FFF2-40B4-BE49-F238E27FC236}">
                      <a16:creationId xmlns:a16="http://schemas.microsoft.com/office/drawing/2014/main" id="{16C7035F-9810-4F35-8C9E-470257E0EAAF}"/>
                    </a:ext>
                  </a:extLst>
                </p:cNvPr>
                <p:cNvSpPr/>
                <p:nvPr/>
              </p:nvSpPr>
              <p:spPr>
                <a:xfrm>
                  <a:off x="4274441" y="5386737"/>
                  <a:ext cx="65665" cy="70356"/>
                </a:xfrm>
                <a:custGeom>
                  <a:avLst/>
                  <a:gdLst>
                    <a:gd name="connsiteX0" fmla="*/ 65505 w 65665"/>
                    <a:gd name="connsiteY0" fmla="*/ 51130 h 70356"/>
                    <a:gd name="connsiteX1" fmla="*/ 63599 w 65665"/>
                    <a:gd name="connsiteY1" fmla="*/ 57827 h 70356"/>
                    <a:gd name="connsiteX2" fmla="*/ 34630 w 65665"/>
                    <a:gd name="connsiteY2" fmla="*/ 68282 h 70356"/>
                    <a:gd name="connsiteX3" fmla="*/ 4680 w 65665"/>
                    <a:gd name="connsiteY3" fmla="*/ 35283 h 70356"/>
                    <a:gd name="connsiteX4" fmla="*/ 8329 w 65665"/>
                    <a:gd name="connsiteY4" fmla="*/ 4680 h 70356"/>
                    <a:gd name="connsiteX5" fmla="*/ 38932 w 65665"/>
                    <a:gd name="connsiteY5" fmla="*/ 8329 h 70356"/>
                    <a:gd name="connsiteX6" fmla="*/ 58263 w 65665"/>
                    <a:gd name="connsiteY6" fmla="*/ 32179 h 70356"/>
                    <a:gd name="connsiteX7" fmla="*/ 65505 w 65665"/>
                    <a:gd name="connsiteY7" fmla="*/ 51130 h 70356"/>
                    <a:gd name="connsiteX8" fmla="*/ 53199 w 65665"/>
                    <a:gd name="connsiteY8" fmla="*/ 28858 h 70356"/>
                    <a:gd name="connsiteX9" fmla="*/ 53199 w 65665"/>
                    <a:gd name="connsiteY9" fmla="*/ 28858 h 70356"/>
                    <a:gd name="connsiteX10" fmla="*/ 53199 w 65665"/>
                    <a:gd name="connsiteY10" fmla="*/ 28858 h 70356"/>
                    <a:gd name="connsiteX11" fmla="*/ 53144 w 65665"/>
                    <a:gd name="connsiteY11" fmla="*/ 28858 h 70356"/>
                    <a:gd name="connsiteX12" fmla="*/ 53144 w 65665"/>
                    <a:gd name="connsiteY12" fmla="*/ 28858 h 70356"/>
                    <a:gd name="connsiteX13" fmla="*/ 53144 w 65665"/>
                    <a:gd name="connsiteY13" fmla="*/ 28858 h 70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5665" h="70356">
                      <a:moveTo>
                        <a:pt x="65505" y="51130"/>
                      </a:moveTo>
                      <a:cubicBezTo>
                        <a:pt x="65233" y="53417"/>
                        <a:pt x="64634" y="55649"/>
                        <a:pt x="63599" y="57827"/>
                      </a:cubicBezTo>
                      <a:cubicBezTo>
                        <a:pt x="58481" y="68718"/>
                        <a:pt x="45521" y="73401"/>
                        <a:pt x="34630" y="68282"/>
                      </a:cubicBezTo>
                      <a:cubicBezTo>
                        <a:pt x="29675" y="65941"/>
                        <a:pt x="28313" y="65342"/>
                        <a:pt x="4680" y="35283"/>
                      </a:cubicBezTo>
                      <a:cubicBezTo>
                        <a:pt x="-2780" y="25808"/>
                        <a:pt x="-1146" y="12140"/>
                        <a:pt x="8329" y="4680"/>
                      </a:cubicBezTo>
                      <a:cubicBezTo>
                        <a:pt x="17804" y="-2780"/>
                        <a:pt x="31472" y="-1146"/>
                        <a:pt x="38932" y="8329"/>
                      </a:cubicBezTo>
                      <a:cubicBezTo>
                        <a:pt x="46283" y="17695"/>
                        <a:pt x="55377" y="28967"/>
                        <a:pt x="58263" y="32179"/>
                      </a:cubicBezTo>
                      <a:cubicBezTo>
                        <a:pt x="63654" y="36917"/>
                        <a:pt x="66377" y="44050"/>
                        <a:pt x="65505" y="51130"/>
                      </a:cubicBezTo>
                      <a:close/>
                      <a:moveTo>
                        <a:pt x="53199" y="28858"/>
                      </a:moveTo>
                      <a:cubicBezTo>
                        <a:pt x="53199" y="28858"/>
                        <a:pt x="53199" y="28858"/>
                        <a:pt x="53199" y="28858"/>
                      </a:cubicBezTo>
                      <a:cubicBezTo>
                        <a:pt x="53199" y="28858"/>
                        <a:pt x="53199" y="28858"/>
                        <a:pt x="53199" y="28858"/>
                      </a:cubicBezTo>
                      <a:close/>
                      <a:moveTo>
                        <a:pt x="53144" y="28858"/>
                      </a:moveTo>
                      <a:cubicBezTo>
                        <a:pt x="53144" y="28858"/>
                        <a:pt x="53144" y="28858"/>
                        <a:pt x="53144" y="28858"/>
                      </a:cubicBezTo>
                      <a:cubicBezTo>
                        <a:pt x="53144" y="28858"/>
                        <a:pt x="53144" y="28858"/>
                        <a:pt x="53144" y="28858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7" name="Forme libre : forme 626">
                  <a:extLst>
                    <a:ext uri="{FF2B5EF4-FFF2-40B4-BE49-F238E27FC236}">
                      <a16:creationId xmlns:a16="http://schemas.microsoft.com/office/drawing/2014/main" id="{B3D747BF-8426-4231-8E6B-5168D720BDC8}"/>
                    </a:ext>
                  </a:extLst>
                </p:cNvPr>
                <p:cNvSpPr/>
                <p:nvPr/>
              </p:nvSpPr>
              <p:spPr>
                <a:xfrm>
                  <a:off x="4274505" y="5386791"/>
                  <a:ext cx="65639" cy="70301"/>
                </a:xfrm>
                <a:custGeom>
                  <a:avLst/>
                  <a:gdLst>
                    <a:gd name="connsiteX0" fmla="*/ 5541 w 65639"/>
                    <a:gd name="connsiteY0" fmla="*/ 19873 h 70301"/>
                    <a:gd name="connsiteX1" fmla="*/ 5541 w 65639"/>
                    <a:gd name="connsiteY1" fmla="*/ 19873 h 70301"/>
                    <a:gd name="connsiteX2" fmla="*/ 11640 w 65639"/>
                    <a:gd name="connsiteY2" fmla="*/ 8928 h 70301"/>
                    <a:gd name="connsiteX3" fmla="*/ 23674 w 65639"/>
                    <a:gd name="connsiteY3" fmla="*/ 5551 h 70301"/>
                    <a:gd name="connsiteX4" fmla="*/ 34565 w 65639"/>
                    <a:gd name="connsiteY4" fmla="*/ 11650 h 70301"/>
                    <a:gd name="connsiteX5" fmla="*/ 54604 w 65639"/>
                    <a:gd name="connsiteY5" fmla="*/ 36209 h 70301"/>
                    <a:gd name="connsiteX6" fmla="*/ 60050 w 65639"/>
                    <a:gd name="connsiteY6" fmla="*/ 50367 h 70301"/>
                    <a:gd name="connsiteX7" fmla="*/ 58634 w 65639"/>
                    <a:gd name="connsiteY7" fmla="*/ 55377 h 70301"/>
                    <a:gd name="connsiteX8" fmla="*/ 36907 w 65639"/>
                    <a:gd name="connsiteY8" fmla="*/ 63218 h 70301"/>
                    <a:gd name="connsiteX9" fmla="*/ 8972 w 65639"/>
                    <a:gd name="connsiteY9" fmla="*/ 31798 h 70301"/>
                    <a:gd name="connsiteX10" fmla="*/ 5541 w 65639"/>
                    <a:gd name="connsiteY10" fmla="*/ 19873 h 70301"/>
                    <a:gd name="connsiteX11" fmla="*/ 150 w 65639"/>
                    <a:gd name="connsiteY11" fmla="*/ 19219 h 70301"/>
                    <a:gd name="connsiteX12" fmla="*/ 4670 w 65639"/>
                    <a:gd name="connsiteY12" fmla="*/ 35229 h 70301"/>
                    <a:gd name="connsiteX13" fmla="*/ 34620 w 65639"/>
                    <a:gd name="connsiteY13" fmla="*/ 68228 h 70301"/>
                    <a:gd name="connsiteX14" fmla="*/ 63589 w 65639"/>
                    <a:gd name="connsiteY14" fmla="*/ 57773 h 70301"/>
                    <a:gd name="connsiteX15" fmla="*/ 65495 w 65639"/>
                    <a:gd name="connsiteY15" fmla="*/ 51075 h 70301"/>
                    <a:gd name="connsiteX16" fmla="*/ 58253 w 65639"/>
                    <a:gd name="connsiteY16" fmla="*/ 32179 h 70301"/>
                    <a:gd name="connsiteX17" fmla="*/ 38922 w 65639"/>
                    <a:gd name="connsiteY17" fmla="*/ 8329 h 70301"/>
                    <a:gd name="connsiteX18" fmla="*/ 8319 w 65639"/>
                    <a:gd name="connsiteY18" fmla="*/ 4680 h 70301"/>
                    <a:gd name="connsiteX19" fmla="*/ 150 w 65639"/>
                    <a:gd name="connsiteY19" fmla="*/ 19219 h 70301"/>
                    <a:gd name="connsiteX20" fmla="*/ 150 w 65639"/>
                    <a:gd name="connsiteY20" fmla="*/ 19219 h 70301"/>
                    <a:gd name="connsiteX21" fmla="*/ 53079 w 65639"/>
                    <a:gd name="connsiteY21" fmla="*/ 28803 h 70301"/>
                    <a:gd name="connsiteX22" fmla="*/ 53079 w 65639"/>
                    <a:gd name="connsiteY22" fmla="*/ 28803 h 70301"/>
                    <a:gd name="connsiteX23" fmla="*/ 53079 w 65639"/>
                    <a:gd name="connsiteY23" fmla="*/ 28803 h 70301"/>
                    <a:gd name="connsiteX24" fmla="*/ 53079 w 65639"/>
                    <a:gd name="connsiteY24" fmla="*/ 28803 h 70301"/>
                    <a:gd name="connsiteX25" fmla="*/ 53134 w 65639"/>
                    <a:gd name="connsiteY25" fmla="*/ 28803 h 70301"/>
                    <a:gd name="connsiteX26" fmla="*/ 53134 w 65639"/>
                    <a:gd name="connsiteY26" fmla="*/ 28803 h 70301"/>
                    <a:gd name="connsiteX27" fmla="*/ 53134 w 65639"/>
                    <a:gd name="connsiteY27" fmla="*/ 28803 h 70301"/>
                    <a:gd name="connsiteX28" fmla="*/ 53134 w 65639"/>
                    <a:gd name="connsiteY28" fmla="*/ 28803 h 70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65639" h="70301">
                      <a:moveTo>
                        <a:pt x="5541" y="19873"/>
                      </a:moveTo>
                      <a:lnTo>
                        <a:pt x="5541" y="19873"/>
                      </a:lnTo>
                      <a:cubicBezTo>
                        <a:pt x="6031" y="15517"/>
                        <a:pt x="8210" y="11650"/>
                        <a:pt x="11640" y="8928"/>
                      </a:cubicBezTo>
                      <a:cubicBezTo>
                        <a:pt x="15071" y="6205"/>
                        <a:pt x="19318" y="5007"/>
                        <a:pt x="23674" y="5551"/>
                      </a:cubicBezTo>
                      <a:cubicBezTo>
                        <a:pt x="28031" y="6096"/>
                        <a:pt x="31897" y="8220"/>
                        <a:pt x="34565" y="11650"/>
                      </a:cubicBezTo>
                      <a:cubicBezTo>
                        <a:pt x="40011" y="18621"/>
                        <a:pt x="54604" y="36209"/>
                        <a:pt x="54604" y="36209"/>
                      </a:cubicBezTo>
                      <a:cubicBezTo>
                        <a:pt x="58634" y="39749"/>
                        <a:pt x="60649" y="45030"/>
                        <a:pt x="60050" y="50367"/>
                      </a:cubicBezTo>
                      <a:cubicBezTo>
                        <a:pt x="59832" y="52110"/>
                        <a:pt x="59342" y="53798"/>
                        <a:pt x="58634" y="55377"/>
                      </a:cubicBezTo>
                      <a:cubicBezTo>
                        <a:pt x="54822" y="63545"/>
                        <a:pt x="45075" y="67030"/>
                        <a:pt x="36907" y="63218"/>
                      </a:cubicBezTo>
                      <a:cubicBezTo>
                        <a:pt x="33040" y="61421"/>
                        <a:pt x="31788" y="60822"/>
                        <a:pt x="8972" y="31798"/>
                      </a:cubicBezTo>
                      <a:cubicBezTo>
                        <a:pt x="6249" y="28477"/>
                        <a:pt x="5051" y="24175"/>
                        <a:pt x="5541" y="19873"/>
                      </a:cubicBezTo>
                      <a:moveTo>
                        <a:pt x="150" y="19219"/>
                      </a:moveTo>
                      <a:cubicBezTo>
                        <a:pt x="-503" y="24719"/>
                        <a:pt x="967" y="30491"/>
                        <a:pt x="4670" y="35229"/>
                      </a:cubicBezTo>
                      <a:cubicBezTo>
                        <a:pt x="28303" y="65233"/>
                        <a:pt x="29610" y="65886"/>
                        <a:pt x="34620" y="68228"/>
                      </a:cubicBezTo>
                      <a:cubicBezTo>
                        <a:pt x="45510" y="73347"/>
                        <a:pt x="58470" y="68664"/>
                        <a:pt x="63589" y="57773"/>
                      </a:cubicBezTo>
                      <a:cubicBezTo>
                        <a:pt x="64624" y="55595"/>
                        <a:pt x="65223" y="53308"/>
                        <a:pt x="65495" y="51075"/>
                      </a:cubicBezTo>
                      <a:cubicBezTo>
                        <a:pt x="66312" y="43996"/>
                        <a:pt x="63643" y="36917"/>
                        <a:pt x="58253" y="32179"/>
                      </a:cubicBezTo>
                      <a:cubicBezTo>
                        <a:pt x="55367" y="29021"/>
                        <a:pt x="46273" y="17695"/>
                        <a:pt x="38922" y="8329"/>
                      </a:cubicBezTo>
                      <a:cubicBezTo>
                        <a:pt x="31461" y="-1146"/>
                        <a:pt x="17793" y="-2780"/>
                        <a:pt x="8319" y="4680"/>
                      </a:cubicBezTo>
                      <a:cubicBezTo>
                        <a:pt x="3581" y="8383"/>
                        <a:pt x="804" y="13665"/>
                        <a:pt x="150" y="19219"/>
                      </a:cubicBezTo>
                      <a:lnTo>
                        <a:pt x="150" y="19219"/>
                      </a:lnTo>
                      <a:close/>
                      <a:moveTo>
                        <a:pt x="53079" y="28803"/>
                      </a:moveTo>
                      <a:cubicBezTo>
                        <a:pt x="53079" y="28803"/>
                        <a:pt x="53079" y="28803"/>
                        <a:pt x="53079" y="28803"/>
                      </a:cubicBezTo>
                      <a:cubicBezTo>
                        <a:pt x="53079" y="28803"/>
                        <a:pt x="53079" y="28803"/>
                        <a:pt x="53079" y="28803"/>
                      </a:cubicBezTo>
                      <a:lnTo>
                        <a:pt x="53079" y="28803"/>
                      </a:lnTo>
                      <a:close/>
                      <a:moveTo>
                        <a:pt x="53134" y="28803"/>
                      </a:moveTo>
                      <a:cubicBezTo>
                        <a:pt x="53134" y="28803"/>
                        <a:pt x="53134" y="28803"/>
                        <a:pt x="53134" y="28803"/>
                      </a:cubicBezTo>
                      <a:cubicBezTo>
                        <a:pt x="53134" y="28803"/>
                        <a:pt x="53134" y="28803"/>
                        <a:pt x="53134" y="28803"/>
                      </a:cubicBezTo>
                      <a:lnTo>
                        <a:pt x="53134" y="28803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8" name="Forme libre : forme 627">
                  <a:extLst>
                    <a:ext uri="{FF2B5EF4-FFF2-40B4-BE49-F238E27FC236}">
                      <a16:creationId xmlns:a16="http://schemas.microsoft.com/office/drawing/2014/main" id="{80B9C400-5EE7-4494-B635-C9CBBD4C98CF}"/>
                    </a:ext>
                  </a:extLst>
                </p:cNvPr>
                <p:cNvSpPr/>
                <p:nvPr/>
              </p:nvSpPr>
              <p:spPr>
                <a:xfrm>
                  <a:off x="4289255" y="5416231"/>
                  <a:ext cx="31904" cy="31090"/>
                </a:xfrm>
                <a:custGeom>
                  <a:avLst/>
                  <a:gdLst>
                    <a:gd name="connsiteX0" fmla="*/ 12954 w 31904"/>
                    <a:gd name="connsiteY0" fmla="*/ 21689 h 31090"/>
                    <a:gd name="connsiteX1" fmla="*/ 23028 w 31904"/>
                    <a:gd name="connsiteY1" fmla="*/ 30184 h 31090"/>
                    <a:gd name="connsiteX2" fmla="*/ 30379 w 31904"/>
                    <a:gd name="connsiteY2" fmla="*/ 29912 h 31090"/>
                    <a:gd name="connsiteX3" fmla="*/ 31142 w 31904"/>
                    <a:gd name="connsiteY3" fmla="*/ 23160 h 31090"/>
                    <a:gd name="connsiteX4" fmla="*/ 25805 w 31904"/>
                    <a:gd name="connsiteY4" fmla="*/ 18259 h 31090"/>
                    <a:gd name="connsiteX5" fmla="*/ 19706 w 31904"/>
                    <a:gd name="connsiteY5" fmla="*/ 14229 h 31090"/>
                    <a:gd name="connsiteX6" fmla="*/ 16167 w 31904"/>
                    <a:gd name="connsiteY6" fmla="*/ 9546 h 31090"/>
                    <a:gd name="connsiteX7" fmla="*/ 10830 w 31904"/>
                    <a:gd name="connsiteY7" fmla="*/ 3230 h 31090"/>
                    <a:gd name="connsiteX8" fmla="*/ 3370 w 31904"/>
                    <a:gd name="connsiteY8" fmla="*/ 17 h 31090"/>
                    <a:gd name="connsiteX9" fmla="*/ 375 w 31904"/>
                    <a:gd name="connsiteY9" fmla="*/ 3175 h 31090"/>
                    <a:gd name="connsiteX10" fmla="*/ 4350 w 31904"/>
                    <a:gd name="connsiteY10" fmla="*/ 9601 h 31090"/>
                    <a:gd name="connsiteX11" fmla="*/ 12954 w 31904"/>
                    <a:gd name="connsiteY11" fmla="*/ 21689 h 31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1904" h="31090">
                      <a:moveTo>
                        <a:pt x="12954" y="21689"/>
                      </a:moveTo>
                      <a:cubicBezTo>
                        <a:pt x="15786" y="25120"/>
                        <a:pt x="18944" y="28387"/>
                        <a:pt x="23028" y="30184"/>
                      </a:cubicBezTo>
                      <a:cubicBezTo>
                        <a:pt x="25424" y="31219"/>
                        <a:pt x="28419" y="31654"/>
                        <a:pt x="30379" y="29912"/>
                      </a:cubicBezTo>
                      <a:cubicBezTo>
                        <a:pt x="32231" y="28278"/>
                        <a:pt x="32285" y="25338"/>
                        <a:pt x="31142" y="23160"/>
                      </a:cubicBezTo>
                      <a:cubicBezTo>
                        <a:pt x="29998" y="20981"/>
                        <a:pt x="27929" y="19511"/>
                        <a:pt x="25805" y="18259"/>
                      </a:cubicBezTo>
                      <a:cubicBezTo>
                        <a:pt x="23681" y="17006"/>
                        <a:pt x="21449" y="15917"/>
                        <a:pt x="19706" y="14229"/>
                      </a:cubicBezTo>
                      <a:cubicBezTo>
                        <a:pt x="18290" y="12868"/>
                        <a:pt x="17256" y="11180"/>
                        <a:pt x="16167" y="9546"/>
                      </a:cubicBezTo>
                      <a:cubicBezTo>
                        <a:pt x="14642" y="7259"/>
                        <a:pt x="12954" y="5026"/>
                        <a:pt x="10830" y="3230"/>
                      </a:cubicBezTo>
                      <a:cubicBezTo>
                        <a:pt x="8707" y="1487"/>
                        <a:pt x="6093" y="180"/>
                        <a:pt x="3370" y="17"/>
                      </a:cubicBezTo>
                      <a:cubicBezTo>
                        <a:pt x="1029" y="-147"/>
                        <a:pt x="-823" y="888"/>
                        <a:pt x="375" y="3175"/>
                      </a:cubicBezTo>
                      <a:cubicBezTo>
                        <a:pt x="1519" y="5353"/>
                        <a:pt x="2989" y="7477"/>
                        <a:pt x="4350" y="9601"/>
                      </a:cubicBezTo>
                      <a:cubicBezTo>
                        <a:pt x="6964" y="13739"/>
                        <a:pt x="9796" y="17878"/>
                        <a:pt x="12954" y="21689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9" name="Forme libre : forme 628">
                  <a:extLst>
                    <a:ext uri="{FF2B5EF4-FFF2-40B4-BE49-F238E27FC236}">
                      <a16:creationId xmlns:a16="http://schemas.microsoft.com/office/drawing/2014/main" id="{9D2DD2EF-7849-4D1F-8ABE-34D5BF569DF1}"/>
                    </a:ext>
                  </a:extLst>
                </p:cNvPr>
                <p:cNvSpPr/>
                <p:nvPr/>
              </p:nvSpPr>
              <p:spPr>
                <a:xfrm>
                  <a:off x="4274441" y="5386737"/>
                  <a:ext cx="65665" cy="70356"/>
                </a:xfrm>
                <a:custGeom>
                  <a:avLst/>
                  <a:gdLst>
                    <a:gd name="connsiteX0" fmla="*/ 65505 w 65665"/>
                    <a:gd name="connsiteY0" fmla="*/ 51130 h 70356"/>
                    <a:gd name="connsiteX1" fmla="*/ 63599 w 65665"/>
                    <a:gd name="connsiteY1" fmla="*/ 57827 h 70356"/>
                    <a:gd name="connsiteX2" fmla="*/ 34630 w 65665"/>
                    <a:gd name="connsiteY2" fmla="*/ 68282 h 70356"/>
                    <a:gd name="connsiteX3" fmla="*/ 4680 w 65665"/>
                    <a:gd name="connsiteY3" fmla="*/ 35283 h 70356"/>
                    <a:gd name="connsiteX4" fmla="*/ 8329 w 65665"/>
                    <a:gd name="connsiteY4" fmla="*/ 4680 h 70356"/>
                    <a:gd name="connsiteX5" fmla="*/ 38932 w 65665"/>
                    <a:gd name="connsiteY5" fmla="*/ 8329 h 70356"/>
                    <a:gd name="connsiteX6" fmla="*/ 58263 w 65665"/>
                    <a:gd name="connsiteY6" fmla="*/ 32179 h 70356"/>
                    <a:gd name="connsiteX7" fmla="*/ 65505 w 65665"/>
                    <a:gd name="connsiteY7" fmla="*/ 51130 h 70356"/>
                    <a:gd name="connsiteX8" fmla="*/ 53199 w 65665"/>
                    <a:gd name="connsiteY8" fmla="*/ 28858 h 70356"/>
                    <a:gd name="connsiteX9" fmla="*/ 53199 w 65665"/>
                    <a:gd name="connsiteY9" fmla="*/ 28858 h 70356"/>
                    <a:gd name="connsiteX10" fmla="*/ 53199 w 65665"/>
                    <a:gd name="connsiteY10" fmla="*/ 28858 h 70356"/>
                    <a:gd name="connsiteX11" fmla="*/ 53144 w 65665"/>
                    <a:gd name="connsiteY11" fmla="*/ 28858 h 70356"/>
                    <a:gd name="connsiteX12" fmla="*/ 53144 w 65665"/>
                    <a:gd name="connsiteY12" fmla="*/ 28858 h 70356"/>
                    <a:gd name="connsiteX13" fmla="*/ 53144 w 65665"/>
                    <a:gd name="connsiteY13" fmla="*/ 28858 h 70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5665" h="70356">
                      <a:moveTo>
                        <a:pt x="65505" y="51130"/>
                      </a:moveTo>
                      <a:cubicBezTo>
                        <a:pt x="65233" y="53417"/>
                        <a:pt x="64634" y="55649"/>
                        <a:pt x="63599" y="57827"/>
                      </a:cubicBezTo>
                      <a:cubicBezTo>
                        <a:pt x="58481" y="68718"/>
                        <a:pt x="45521" y="73401"/>
                        <a:pt x="34630" y="68282"/>
                      </a:cubicBezTo>
                      <a:cubicBezTo>
                        <a:pt x="29675" y="65941"/>
                        <a:pt x="28313" y="65342"/>
                        <a:pt x="4680" y="35283"/>
                      </a:cubicBezTo>
                      <a:cubicBezTo>
                        <a:pt x="-2780" y="25808"/>
                        <a:pt x="-1146" y="12140"/>
                        <a:pt x="8329" y="4680"/>
                      </a:cubicBezTo>
                      <a:cubicBezTo>
                        <a:pt x="17804" y="-2780"/>
                        <a:pt x="31472" y="-1146"/>
                        <a:pt x="38932" y="8329"/>
                      </a:cubicBezTo>
                      <a:cubicBezTo>
                        <a:pt x="46283" y="17695"/>
                        <a:pt x="55377" y="28967"/>
                        <a:pt x="58263" y="32179"/>
                      </a:cubicBezTo>
                      <a:cubicBezTo>
                        <a:pt x="63654" y="36917"/>
                        <a:pt x="66377" y="44050"/>
                        <a:pt x="65505" y="51130"/>
                      </a:cubicBezTo>
                      <a:close/>
                      <a:moveTo>
                        <a:pt x="53199" y="28858"/>
                      </a:moveTo>
                      <a:cubicBezTo>
                        <a:pt x="53199" y="28858"/>
                        <a:pt x="53199" y="28858"/>
                        <a:pt x="53199" y="28858"/>
                      </a:cubicBezTo>
                      <a:cubicBezTo>
                        <a:pt x="53199" y="28858"/>
                        <a:pt x="53199" y="28858"/>
                        <a:pt x="53199" y="28858"/>
                      </a:cubicBezTo>
                      <a:close/>
                      <a:moveTo>
                        <a:pt x="53144" y="28858"/>
                      </a:moveTo>
                      <a:cubicBezTo>
                        <a:pt x="53144" y="28858"/>
                        <a:pt x="53144" y="28858"/>
                        <a:pt x="53144" y="28858"/>
                      </a:cubicBezTo>
                      <a:cubicBezTo>
                        <a:pt x="53144" y="28858"/>
                        <a:pt x="53144" y="28858"/>
                        <a:pt x="53144" y="28858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30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146427" y="5364680"/>
                <a:ext cx="63416" cy="60039"/>
                <a:chOff x="4146427" y="5364680"/>
                <a:chExt cx="63416" cy="60039"/>
              </a:xfrm>
              <a:solidFill>
                <a:schemeClr val="accent1"/>
              </a:solidFill>
            </p:grpSpPr>
            <p:sp>
              <p:nvSpPr>
                <p:cNvPr id="631" name="Forme libre : forme 630">
                  <a:extLst>
                    <a:ext uri="{FF2B5EF4-FFF2-40B4-BE49-F238E27FC236}">
                      <a16:creationId xmlns:a16="http://schemas.microsoft.com/office/drawing/2014/main" id="{26A58088-CC69-47B0-95CA-52B996B2A195}"/>
                    </a:ext>
                  </a:extLst>
                </p:cNvPr>
                <p:cNvSpPr/>
                <p:nvPr/>
              </p:nvSpPr>
              <p:spPr>
                <a:xfrm>
                  <a:off x="4146495" y="5364680"/>
                  <a:ext cx="63348" cy="60039"/>
                </a:xfrm>
                <a:custGeom>
                  <a:avLst/>
                  <a:gdLst>
                    <a:gd name="connsiteX0" fmla="*/ 63198 w 63348"/>
                    <a:gd name="connsiteY0" fmla="*/ 24341 h 60039"/>
                    <a:gd name="connsiteX1" fmla="*/ 57099 w 63348"/>
                    <a:gd name="connsiteY1" fmla="*/ 37084 h 60039"/>
                    <a:gd name="connsiteX2" fmla="*/ 33956 w 63348"/>
                    <a:gd name="connsiteY2" fmla="*/ 56306 h 60039"/>
                    <a:gd name="connsiteX3" fmla="*/ 3734 w 63348"/>
                    <a:gd name="connsiteY3" fmla="*/ 50425 h 60039"/>
                    <a:gd name="connsiteX4" fmla="*/ 9615 w 63348"/>
                    <a:gd name="connsiteY4" fmla="*/ 20203 h 60039"/>
                    <a:gd name="connsiteX5" fmla="*/ 26115 w 63348"/>
                    <a:gd name="connsiteY5" fmla="*/ 6481 h 60039"/>
                    <a:gd name="connsiteX6" fmla="*/ 56935 w 63348"/>
                    <a:gd name="connsiteY6" fmla="*/ 6263 h 60039"/>
                    <a:gd name="connsiteX7" fmla="*/ 63198 w 63348"/>
                    <a:gd name="connsiteY7" fmla="*/ 24341 h 60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348" h="60039">
                      <a:moveTo>
                        <a:pt x="63198" y="24341"/>
                      </a:moveTo>
                      <a:cubicBezTo>
                        <a:pt x="62653" y="28970"/>
                        <a:pt x="60638" y="33490"/>
                        <a:pt x="57099" y="37084"/>
                      </a:cubicBezTo>
                      <a:cubicBezTo>
                        <a:pt x="50074" y="44217"/>
                        <a:pt x="42287" y="50697"/>
                        <a:pt x="33956" y="56306"/>
                      </a:cubicBezTo>
                      <a:cubicBezTo>
                        <a:pt x="23991" y="63058"/>
                        <a:pt x="10432" y="60390"/>
                        <a:pt x="3734" y="50425"/>
                      </a:cubicBezTo>
                      <a:cubicBezTo>
                        <a:pt x="-3018" y="40460"/>
                        <a:pt x="-350" y="26901"/>
                        <a:pt x="9615" y="20203"/>
                      </a:cubicBezTo>
                      <a:cubicBezTo>
                        <a:pt x="15550" y="16173"/>
                        <a:pt x="21105" y="11599"/>
                        <a:pt x="26115" y="6481"/>
                      </a:cubicBezTo>
                      <a:cubicBezTo>
                        <a:pt x="34555" y="-2069"/>
                        <a:pt x="48332" y="-2178"/>
                        <a:pt x="56935" y="6263"/>
                      </a:cubicBezTo>
                      <a:cubicBezTo>
                        <a:pt x="61836" y="11164"/>
                        <a:pt x="63960" y="17861"/>
                        <a:pt x="63198" y="24341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2" name="Forme libre : forme 631">
                  <a:extLst>
                    <a:ext uri="{FF2B5EF4-FFF2-40B4-BE49-F238E27FC236}">
                      <a16:creationId xmlns:a16="http://schemas.microsoft.com/office/drawing/2014/main" id="{FAB5B313-3D16-48AC-AF75-C07A2CBEC922}"/>
                    </a:ext>
                  </a:extLst>
                </p:cNvPr>
                <p:cNvSpPr/>
                <p:nvPr/>
              </p:nvSpPr>
              <p:spPr>
                <a:xfrm>
                  <a:off x="4146427" y="5364680"/>
                  <a:ext cx="63362" cy="60015"/>
                </a:xfrm>
                <a:custGeom>
                  <a:avLst/>
                  <a:gdLst>
                    <a:gd name="connsiteX0" fmla="*/ 5599 w 63362"/>
                    <a:gd name="connsiteY0" fmla="*/ 36321 h 60015"/>
                    <a:gd name="connsiteX1" fmla="*/ 12678 w 63362"/>
                    <a:gd name="connsiteY1" fmla="*/ 24668 h 60015"/>
                    <a:gd name="connsiteX2" fmla="*/ 29994 w 63362"/>
                    <a:gd name="connsiteY2" fmla="*/ 10292 h 60015"/>
                    <a:gd name="connsiteX3" fmla="*/ 41484 w 63362"/>
                    <a:gd name="connsiteY3" fmla="*/ 5446 h 60015"/>
                    <a:gd name="connsiteX4" fmla="*/ 53083 w 63362"/>
                    <a:gd name="connsiteY4" fmla="*/ 10129 h 60015"/>
                    <a:gd name="connsiteX5" fmla="*/ 57820 w 63362"/>
                    <a:gd name="connsiteY5" fmla="*/ 23688 h 60015"/>
                    <a:gd name="connsiteX6" fmla="*/ 53246 w 63362"/>
                    <a:gd name="connsiteY6" fmla="*/ 33217 h 60015"/>
                    <a:gd name="connsiteX7" fmla="*/ 30920 w 63362"/>
                    <a:gd name="connsiteY7" fmla="*/ 51786 h 60015"/>
                    <a:gd name="connsiteX8" fmla="*/ 18668 w 63362"/>
                    <a:gd name="connsiteY8" fmla="*/ 54291 h 60015"/>
                    <a:gd name="connsiteX9" fmla="*/ 8213 w 63362"/>
                    <a:gd name="connsiteY9" fmla="*/ 47375 h 60015"/>
                    <a:gd name="connsiteX10" fmla="*/ 5599 w 63362"/>
                    <a:gd name="connsiteY10" fmla="*/ 36321 h 60015"/>
                    <a:gd name="connsiteX11" fmla="*/ 154 w 63362"/>
                    <a:gd name="connsiteY11" fmla="*/ 35722 h 60015"/>
                    <a:gd name="connsiteX12" fmla="*/ 3748 w 63362"/>
                    <a:gd name="connsiteY12" fmla="*/ 50425 h 60015"/>
                    <a:gd name="connsiteX13" fmla="*/ 33969 w 63362"/>
                    <a:gd name="connsiteY13" fmla="*/ 56306 h 60015"/>
                    <a:gd name="connsiteX14" fmla="*/ 57112 w 63362"/>
                    <a:gd name="connsiteY14" fmla="*/ 37084 h 60015"/>
                    <a:gd name="connsiteX15" fmla="*/ 63211 w 63362"/>
                    <a:gd name="connsiteY15" fmla="*/ 24341 h 60015"/>
                    <a:gd name="connsiteX16" fmla="*/ 56840 w 63362"/>
                    <a:gd name="connsiteY16" fmla="*/ 6263 h 60015"/>
                    <a:gd name="connsiteX17" fmla="*/ 26019 w 63362"/>
                    <a:gd name="connsiteY17" fmla="*/ 6481 h 60015"/>
                    <a:gd name="connsiteX18" fmla="*/ 9520 w 63362"/>
                    <a:gd name="connsiteY18" fmla="*/ 20203 h 60015"/>
                    <a:gd name="connsiteX19" fmla="*/ 154 w 63362"/>
                    <a:gd name="connsiteY19" fmla="*/ 35722 h 60015"/>
                    <a:gd name="connsiteX20" fmla="*/ 154 w 63362"/>
                    <a:gd name="connsiteY20" fmla="*/ 35722 h 60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3362" h="60015">
                      <a:moveTo>
                        <a:pt x="5599" y="36321"/>
                      </a:moveTo>
                      <a:cubicBezTo>
                        <a:pt x="6144" y="31584"/>
                        <a:pt x="8757" y="27336"/>
                        <a:pt x="12678" y="24668"/>
                      </a:cubicBezTo>
                      <a:cubicBezTo>
                        <a:pt x="18886" y="20475"/>
                        <a:pt x="24712" y="15629"/>
                        <a:pt x="29994" y="10292"/>
                      </a:cubicBezTo>
                      <a:cubicBezTo>
                        <a:pt x="33044" y="7188"/>
                        <a:pt x="37128" y="5446"/>
                        <a:pt x="41484" y="5446"/>
                      </a:cubicBezTo>
                      <a:cubicBezTo>
                        <a:pt x="45840" y="5446"/>
                        <a:pt x="49979" y="7080"/>
                        <a:pt x="53083" y="10129"/>
                      </a:cubicBezTo>
                      <a:cubicBezTo>
                        <a:pt x="56677" y="13723"/>
                        <a:pt x="58419" y="18624"/>
                        <a:pt x="57820" y="23688"/>
                      </a:cubicBezTo>
                      <a:cubicBezTo>
                        <a:pt x="57385" y="27336"/>
                        <a:pt x="55805" y="30604"/>
                        <a:pt x="53246" y="33217"/>
                      </a:cubicBezTo>
                      <a:cubicBezTo>
                        <a:pt x="46439" y="40133"/>
                        <a:pt x="38925" y="46341"/>
                        <a:pt x="30920" y="51786"/>
                      </a:cubicBezTo>
                      <a:cubicBezTo>
                        <a:pt x="27326" y="54236"/>
                        <a:pt x="22970" y="55108"/>
                        <a:pt x="18668" y="54291"/>
                      </a:cubicBezTo>
                      <a:cubicBezTo>
                        <a:pt x="14366" y="53474"/>
                        <a:pt x="10663" y="51024"/>
                        <a:pt x="8213" y="47375"/>
                      </a:cubicBezTo>
                      <a:cubicBezTo>
                        <a:pt x="6089" y="44108"/>
                        <a:pt x="5109" y="40242"/>
                        <a:pt x="5599" y="36321"/>
                      </a:cubicBezTo>
                      <a:moveTo>
                        <a:pt x="154" y="35722"/>
                      </a:moveTo>
                      <a:cubicBezTo>
                        <a:pt x="-445" y="40732"/>
                        <a:pt x="698" y="45960"/>
                        <a:pt x="3748" y="50425"/>
                      </a:cubicBezTo>
                      <a:cubicBezTo>
                        <a:pt x="10500" y="60390"/>
                        <a:pt x="24004" y="63003"/>
                        <a:pt x="33969" y="56306"/>
                      </a:cubicBezTo>
                      <a:cubicBezTo>
                        <a:pt x="42301" y="50697"/>
                        <a:pt x="50088" y="44217"/>
                        <a:pt x="57112" y="37084"/>
                      </a:cubicBezTo>
                      <a:cubicBezTo>
                        <a:pt x="60652" y="33490"/>
                        <a:pt x="62667" y="29024"/>
                        <a:pt x="63211" y="24341"/>
                      </a:cubicBezTo>
                      <a:cubicBezTo>
                        <a:pt x="63973" y="17916"/>
                        <a:pt x="61850" y="11164"/>
                        <a:pt x="56840" y="6263"/>
                      </a:cubicBezTo>
                      <a:cubicBezTo>
                        <a:pt x="48291" y="-2178"/>
                        <a:pt x="34460" y="-2069"/>
                        <a:pt x="26019" y="6481"/>
                      </a:cubicBezTo>
                      <a:cubicBezTo>
                        <a:pt x="21009" y="11545"/>
                        <a:pt x="15455" y="16173"/>
                        <a:pt x="9520" y="20203"/>
                      </a:cubicBezTo>
                      <a:cubicBezTo>
                        <a:pt x="4183" y="23851"/>
                        <a:pt x="916" y="29624"/>
                        <a:pt x="154" y="35722"/>
                      </a:cubicBezTo>
                      <a:lnTo>
                        <a:pt x="154" y="35722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3" name="Forme libre : forme 632">
                  <a:extLst>
                    <a:ext uri="{FF2B5EF4-FFF2-40B4-BE49-F238E27FC236}">
                      <a16:creationId xmlns:a16="http://schemas.microsoft.com/office/drawing/2014/main" id="{A8B83711-37A8-4FCC-83C7-A8ED3E9F617C}"/>
                    </a:ext>
                  </a:extLst>
                </p:cNvPr>
                <p:cNvSpPr/>
                <p:nvPr/>
              </p:nvSpPr>
              <p:spPr>
                <a:xfrm>
                  <a:off x="4155996" y="5394285"/>
                  <a:ext cx="30904" cy="19051"/>
                </a:xfrm>
                <a:custGeom>
                  <a:avLst/>
                  <a:gdLst>
                    <a:gd name="connsiteX0" fmla="*/ 6757 w 30904"/>
                    <a:gd name="connsiteY0" fmla="*/ 18532 h 19051"/>
                    <a:gd name="connsiteX1" fmla="*/ 17049 w 30904"/>
                    <a:gd name="connsiteY1" fmla="*/ 17498 h 19051"/>
                    <a:gd name="connsiteX2" fmla="*/ 25598 w 30904"/>
                    <a:gd name="connsiteY2" fmla="*/ 11399 h 19051"/>
                    <a:gd name="connsiteX3" fmla="*/ 30444 w 30904"/>
                    <a:gd name="connsiteY3" fmla="*/ 5464 h 19051"/>
                    <a:gd name="connsiteX4" fmla="*/ 30880 w 30904"/>
                    <a:gd name="connsiteY4" fmla="*/ 3285 h 19051"/>
                    <a:gd name="connsiteX5" fmla="*/ 27722 w 30904"/>
                    <a:gd name="connsiteY5" fmla="*/ 236 h 19051"/>
                    <a:gd name="connsiteX6" fmla="*/ 16286 w 30904"/>
                    <a:gd name="connsiteY6" fmla="*/ 1543 h 19051"/>
                    <a:gd name="connsiteX7" fmla="*/ 11277 w 30904"/>
                    <a:gd name="connsiteY7" fmla="*/ 944 h 19051"/>
                    <a:gd name="connsiteX8" fmla="*/ 4252 w 30904"/>
                    <a:gd name="connsiteY8" fmla="*/ 3939 h 19051"/>
                    <a:gd name="connsiteX9" fmla="*/ 59 w 30904"/>
                    <a:gd name="connsiteY9" fmla="*/ 11835 h 19051"/>
                    <a:gd name="connsiteX10" fmla="*/ 6757 w 30904"/>
                    <a:gd name="connsiteY10" fmla="*/ 18532 h 19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904" h="19051">
                      <a:moveTo>
                        <a:pt x="6757" y="18532"/>
                      </a:moveTo>
                      <a:cubicBezTo>
                        <a:pt x="10133" y="19567"/>
                        <a:pt x="13836" y="18968"/>
                        <a:pt x="17049" y="17498"/>
                      </a:cubicBezTo>
                      <a:cubicBezTo>
                        <a:pt x="20261" y="16028"/>
                        <a:pt x="22984" y="13795"/>
                        <a:pt x="25598" y="11399"/>
                      </a:cubicBezTo>
                      <a:cubicBezTo>
                        <a:pt x="27504" y="9656"/>
                        <a:pt x="29410" y="7805"/>
                        <a:pt x="30444" y="5464"/>
                      </a:cubicBezTo>
                      <a:cubicBezTo>
                        <a:pt x="30716" y="4756"/>
                        <a:pt x="30989" y="4048"/>
                        <a:pt x="30880" y="3285"/>
                      </a:cubicBezTo>
                      <a:cubicBezTo>
                        <a:pt x="30716" y="1761"/>
                        <a:pt x="29246" y="617"/>
                        <a:pt x="27722" y="236"/>
                      </a:cubicBezTo>
                      <a:cubicBezTo>
                        <a:pt x="23964" y="-744"/>
                        <a:pt x="20152" y="1652"/>
                        <a:pt x="16286" y="1543"/>
                      </a:cubicBezTo>
                      <a:cubicBezTo>
                        <a:pt x="14598" y="1488"/>
                        <a:pt x="12965" y="944"/>
                        <a:pt x="11277" y="944"/>
                      </a:cubicBezTo>
                      <a:cubicBezTo>
                        <a:pt x="8663" y="944"/>
                        <a:pt x="6158" y="2142"/>
                        <a:pt x="4252" y="3939"/>
                      </a:cubicBezTo>
                      <a:cubicBezTo>
                        <a:pt x="2237" y="5790"/>
                        <a:pt x="-431" y="8949"/>
                        <a:pt x="59" y="11835"/>
                      </a:cubicBezTo>
                      <a:cubicBezTo>
                        <a:pt x="658" y="14993"/>
                        <a:pt x="3871" y="17661"/>
                        <a:pt x="6757" y="18532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4" name="Forme libre : forme 633">
                  <a:extLst>
                    <a:ext uri="{FF2B5EF4-FFF2-40B4-BE49-F238E27FC236}">
                      <a16:creationId xmlns:a16="http://schemas.microsoft.com/office/drawing/2014/main" id="{FC0BF253-D2D4-44C7-8587-42637324A0E7}"/>
                    </a:ext>
                  </a:extLst>
                </p:cNvPr>
                <p:cNvSpPr/>
                <p:nvPr/>
              </p:nvSpPr>
              <p:spPr>
                <a:xfrm>
                  <a:off x="4146495" y="5364680"/>
                  <a:ext cx="63348" cy="60039"/>
                </a:xfrm>
                <a:custGeom>
                  <a:avLst/>
                  <a:gdLst>
                    <a:gd name="connsiteX0" fmla="*/ 63198 w 63348"/>
                    <a:gd name="connsiteY0" fmla="*/ 24341 h 60039"/>
                    <a:gd name="connsiteX1" fmla="*/ 57099 w 63348"/>
                    <a:gd name="connsiteY1" fmla="*/ 37084 h 60039"/>
                    <a:gd name="connsiteX2" fmla="*/ 33956 w 63348"/>
                    <a:gd name="connsiteY2" fmla="*/ 56306 h 60039"/>
                    <a:gd name="connsiteX3" fmla="*/ 3734 w 63348"/>
                    <a:gd name="connsiteY3" fmla="*/ 50425 h 60039"/>
                    <a:gd name="connsiteX4" fmla="*/ 9615 w 63348"/>
                    <a:gd name="connsiteY4" fmla="*/ 20203 h 60039"/>
                    <a:gd name="connsiteX5" fmla="*/ 26115 w 63348"/>
                    <a:gd name="connsiteY5" fmla="*/ 6481 h 60039"/>
                    <a:gd name="connsiteX6" fmla="*/ 56935 w 63348"/>
                    <a:gd name="connsiteY6" fmla="*/ 6263 h 60039"/>
                    <a:gd name="connsiteX7" fmla="*/ 63198 w 63348"/>
                    <a:gd name="connsiteY7" fmla="*/ 24341 h 60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348" h="60039">
                      <a:moveTo>
                        <a:pt x="63198" y="24341"/>
                      </a:moveTo>
                      <a:cubicBezTo>
                        <a:pt x="62653" y="28970"/>
                        <a:pt x="60638" y="33490"/>
                        <a:pt x="57099" y="37084"/>
                      </a:cubicBezTo>
                      <a:cubicBezTo>
                        <a:pt x="50074" y="44217"/>
                        <a:pt x="42287" y="50697"/>
                        <a:pt x="33956" y="56306"/>
                      </a:cubicBezTo>
                      <a:cubicBezTo>
                        <a:pt x="23991" y="63058"/>
                        <a:pt x="10432" y="60390"/>
                        <a:pt x="3734" y="50425"/>
                      </a:cubicBezTo>
                      <a:cubicBezTo>
                        <a:pt x="-3018" y="40460"/>
                        <a:pt x="-350" y="26901"/>
                        <a:pt x="9615" y="20203"/>
                      </a:cubicBezTo>
                      <a:cubicBezTo>
                        <a:pt x="15550" y="16173"/>
                        <a:pt x="21105" y="11599"/>
                        <a:pt x="26115" y="6481"/>
                      </a:cubicBezTo>
                      <a:cubicBezTo>
                        <a:pt x="34555" y="-2069"/>
                        <a:pt x="48332" y="-2178"/>
                        <a:pt x="56935" y="6263"/>
                      </a:cubicBezTo>
                      <a:cubicBezTo>
                        <a:pt x="61836" y="11164"/>
                        <a:pt x="63960" y="17861"/>
                        <a:pt x="63198" y="24341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5" name="Forme libre : forme 634">
                  <a:extLst>
                    <a:ext uri="{FF2B5EF4-FFF2-40B4-BE49-F238E27FC236}">
                      <a16:creationId xmlns:a16="http://schemas.microsoft.com/office/drawing/2014/main" id="{1CFD8C18-1CBE-4086-BD31-31E6F7306B45}"/>
                    </a:ext>
                  </a:extLst>
                </p:cNvPr>
                <p:cNvSpPr/>
                <p:nvPr/>
              </p:nvSpPr>
              <p:spPr>
                <a:xfrm>
                  <a:off x="4155996" y="5394285"/>
                  <a:ext cx="30904" cy="19051"/>
                </a:xfrm>
                <a:custGeom>
                  <a:avLst/>
                  <a:gdLst>
                    <a:gd name="connsiteX0" fmla="*/ 6757 w 30904"/>
                    <a:gd name="connsiteY0" fmla="*/ 18532 h 19051"/>
                    <a:gd name="connsiteX1" fmla="*/ 17049 w 30904"/>
                    <a:gd name="connsiteY1" fmla="*/ 17498 h 19051"/>
                    <a:gd name="connsiteX2" fmla="*/ 25598 w 30904"/>
                    <a:gd name="connsiteY2" fmla="*/ 11399 h 19051"/>
                    <a:gd name="connsiteX3" fmla="*/ 30444 w 30904"/>
                    <a:gd name="connsiteY3" fmla="*/ 5464 h 19051"/>
                    <a:gd name="connsiteX4" fmla="*/ 30880 w 30904"/>
                    <a:gd name="connsiteY4" fmla="*/ 3285 h 19051"/>
                    <a:gd name="connsiteX5" fmla="*/ 27722 w 30904"/>
                    <a:gd name="connsiteY5" fmla="*/ 236 h 19051"/>
                    <a:gd name="connsiteX6" fmla="*/ 16286 w 30904"/>
                    <a:gd name="connsiteY6" fmla="*/ 1543 h 19051"/>
                    <a:gd name="connsiteX7" fmla="*/ 11277 w 30904"/>
                    <a:gd name="connsiteY7" fmla="*/ 944 h 19051"/>
                    <a:gd name="connsiteX8" fmla="*/ 4252 w 30904"/>
                    <a:gd name="connsiteY8" fmla="*/ 3939 h 19051"/>
                    <a:gd name="connsiteX9" fmla="*/ 59 w 30904"/>
                    <a:gd name="connsiteY9" fmla="*/ 11835 h 19051"/>
                    <a:gd name="connsiteX10" fmla="*/ 6757 w 30904"/>
                    <a:gd name="connsiteY10" fmla="*/ 18532 h 19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904" h="19051">
                      <a:moveTo>
                        <a:pt x="6757" y="18532"/>
                      </a:moveTo>
                      <a:cubicBezTo>
                        <a:pt x="10133" y="19567"/>
                        <a:pt x="13836" y="18968"/>
                        <a:pt x="17049" y="17498"/>
                      </a:cubicBezTo>
                      <a:cubicBezTo>
                        <a:pt x="20261" y="16028"/>
                        <a:pt x="22984" y="13795"/>
                        <a:pt x="25598" y="11399"/>
                      </a:cubicBezTo>
                      <a:cubicBezTo>
                        <a:pt x="27504" y="9656"/>
                        <a:pt x="29410" y="7805"/>
                        <a:pt x="30444" y="5464"/>
                      </a:cubicBezTo>
                      <a:cubicBezTo>
                        <a:pt x="30716" y="4756"/>
                        <a:pt x="30989" y="4048"/>
                        <a:pt x="30880" y="3285"/>
                      </a:cubicBezTo>
                      <a:cubicBezTo>
                        <a:pt x="30716" y="1761"/>
                        <a:pt x="29246" y="617"/>
                        <a:pt x="27722" y="236"/>
                      </a:cubicBezTo>
                      <a:cubicBezTo>
                        <a:pt x="23964" y="-744"/>
                        <a:pt x="20152" y="1652"/>
                        <a:pt x="16286" y="1543"/>
                      </a:cubicBezTo>
                      <a:cubicBezTo>
                        <a:pt x="14598" y="1488"/>
                        <a:pt x="12965" y="944"/>
                        <a:pt x="11277" y="944"/>
                      </a:cubicBezTo>
                      <a:cubicBezTo>
                        <a:pt x="8663" y="944"/>
                        <a:pt x="6158" y="2142"/>
                        <a:pt x="4252" y="3939"/>
                      </a:cubicBezTo>
                      <a:cubicBezTo>
                        <a:pt x="2237" y="5790"/>
                        <a:pt x="-431" y="8949"/>
                        <a:pt x="59" y="11835"/>
                      </a:cubicBezTo>
                      <a:cubicBezTo>
                        <a:pt x="658" y="14993"/>
                        <a:pt x="3871" y="17661"/>
                        <a:pt x="6757" y="18532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36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293726" y="5330150"/>
                <a:ext cx="75221" cy="52451"/>
                <a:chOff x="4293726" y="5330150"/>
                <a:chExt cx="75221" cy="52451"/>
              </a:xfrm>
              <a:solidFill>
                <a:schemeClr val="accent1"/>
              </a:solidFill>
            </p:grpSpPr>
            <p:sp>
              <p:nvSpPr>
                <p:cNvPr id="637" name="Forme libre : forme 636">
                  <a:extLst>
                    <a:ext uri="{FF2B5EF4-FFF2-40B4-BE49-F238E27FC236}">
                      <a16:creationId xmlns:a16="http://schemas.microsoft.com/office/drawing/2014/main" id="{F31E1B36-3345-4E0F-8C30-0E88AAF76FED}"/>
                    </a:ext>
                  </a:extLst>
                </p:cNvPr>
                <p:cNvSpPr/>
                <p:nvPr/>
              </p:nvSpPr>
              <p:spPr>
                <a:xfrm>
                  <a:off x="4293817" y="5330150"/>
                  <a:ext cx="75130" cy="52451"/>
                </a:xfrm>
                <a:custGeom>
                  <a:avLst/>
                  <a:gdLst>
                    <a:gd name="connsiteX0" fmla="*/ 74989 w 75130"/>
                    <a:gd name="connsiteY0" fmla="*/ 33169 h 52451"/>
                    <a:gd name="connsiteX1" fmla="*/ 74336 w 75130"/>
                    <a:gd name="connsiteY1" fmla="*/ 36545 h 52451"/>
                    <a:gd name="connsiteX2" fmla="*/ 47490 w 75130"/>
                    <a:gd name="connsiteY2" fmla="*/ 51628 h 52451"/>
                    <a:gd name="connsiteX3" fmla="*/ 15907 w 75130"/>
                    <a:gd name="connsiteY3" fmla="*/ 42752 h 52451"/>
                    <a:gd name="connsiteX4" fmla="*/ 823 w 75130"/>
                    <a:gd name="connsiteY4" fmla="*/ 15907 h 52451"/>
                    <a:gd name="connsiteX5" fmla="*/ 27669 w 75130"/>
                    <a:gd name="connsiteY5" fmla="*/ 823 h 52451"/>
                    <a:gd name="connsiteX6" fmla="*/ 59306 w 75130"/>
                    <a:gd name="connsiteY6" fmla="*/ 9699 h 52451"/>
                    <a:gd name="connsiteX7" fmla="*/ 74989 w 75130"/>
                    <a:gd name="connsiteY7" fmla="*/ 33169 h 5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130" h="52451">
                      <a:moveTo>
                        <a:pt x="74989" y="33169"/>
                      </a:moveTo>
                      <a:cubicBezTo>
                        <a:pt x="74880" y="34312"/>
                        <a:pt x="74608" y="35401"/>
                        <a:pt x="74336" y="36545"/>
                      </a:cubicBezTo>
                      <a:cubicBezTo>
                        <a:pt x="71068" y="48143"/>
                        <a:pt x="59034" y="54896"/>
                        <a:pt x="47490" y="51628"/>
                      </a:cubicBezTo>
                      <a:lnTo>
                        <a:pt x="15907" y="42752"/>
                      </a:lnTo>
                      <a:cubicBezTo>
                        <a:pt x="4308" y="39485"/>
                        <a:pt x="-2444" y="27505"/>
                        <a:pt x="823" y="15907"/>
                      </a:cubicBezTo>
                      <a:cubicBezTo>
                        <a:pt x="4090" y="4308"/>
                        <a:pt x="16125" y="-2444"/>
                        <a:pt x="27669" y="823"/>
                      </a:cubicBezTo>
                      <a:lnTo>
                        <a:pt x="59306" y="9699"/>
                      </a:lnTo>
                      <a:cubicBezTo>
                        <a:pt x="69653" y="12585"/>
                        <a:pt x="76187" y="22713"/>
                        <a:pt x="74989" y="33169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8" name="Forme libre : forme 637">
                  <a:extLst>
                    <a:ext uri="{FF2B5EF4-FFF2-40B4-BE49-F238E27FC236}">
                      <a16:creationId xmlns:a16="http://schemas.microsoft.com/office/drawing/2014/main" id="{DD94619A-13AA-4D07-B191-5DC838FE41D2}"/>
                    </a:ext>
                  </a:extLst>
                </p:cNvPr>
                <p:cNvSpPr/>
                <p:nvPr/>
              </p:nvSpPr>
              <p:spPr>
                <a:xfrm>
                  <a:off x="4293726" y="5330150"/>
                  <a:ext cx="75179" cy="52451"/>
                </a:xfrm>
                <a:custGeom>
                  <a:avLst/>
                  <a:gdLst>
                    <a:gd name="connsiteX0" fmla="*/ 5543 w 75179"/>
                    <a:gd name="connsiteY0" fmla="*/ 19882 h 52451"/>
                    <a:gd name="connsiteX1" fmla="*/ 5543 w 75179"/>
                    <a:gd name="connsiteY1" fmla="*/ 19882 h 52451"/>
                    <a:gd name="connsiteX2" fmla="*/ 6033 w 75179"/>
                    <a:gd name="connsiteY2" fmla="*/ 17322 h 52451"/>
                    <a:gd name="connsiteX3" fmla="*/ 26181 w 75179"/>
                    <a:gd name="connsiteY3" fmla="*/ 5996 h 52451"/>
                    <a:gd name="connsiteX4" fmla="*/ 57819 w 75179"/>
                    <a:gd name="connsiteY4" fmla="*/ 14872 h 52451"/>
                    <a:gd name="connsiteX5" fmla="*/ 69635 w 75179"/>
                    <a:gd name="connsiteY5" fmla="*/ 32461 h 52451"/>
                    <a:gd name="connsiteX6" fmla="*/ 69145 w 75179"/>
                    <a:gd name="connsiteY6" fmla="*/ 34965 h 52451"/>
                    <a:gd name="connsiteX7" fmla="*/ 48997 w 75179"/>
                    <a:gd name="connsiteY7" fmla="*/ 46292 h 52451"/>
                    <a:gd name="connsiteX8" fmla="*/ 17414 w 75179"/>
                    <a:gd name="connsiteY8" fmla="*/ 37416 h 52451"/>
                    <a:gd name="connsiteX9" fmla="*/ 5543 w 75179"/>
                    <a:gd name="connsiteY9" fmla="*/ 19882 h 52451"/>
                    <a:gd name="connsiteX10" fmla="*/ 152 w 75179"/>
                    <a:gd name="connsiteY10" fmla="*/ 19283 h 52451"/>
                    <a:gd name="connsiteX11" fmla="*/ 15944 w 75179"/>
                    <a:gd name="connsiteY11" fmla="*/ 42752 h 52451"/>
                    <a:gd name="connsiteX12" fmla="*/ 47527 w 75179"/>
                    <a:gd name="connsiteY12" fmla="*/ 51628 h 52451"/>
                    <a:gd name="connsiteX13" fmla="*/ 74373 w 75179"/>
                    <a:gd name="connsiteY13" fmla="*/ 36545 h 52451"/>
                    <a:gd name="connsiteX14" fmla="*/ 75026 w 75179"/>
                    <a:gd name="connsiteY14" fmla="*/ 33169 h 52451"/>
                    <a:gd name="connsiteX15" fmla="*/ 59289 w 75179"/>
                    <a:gd name="connsiteY15" fmla="*/ 9699 h 52451"/>
                    <a:gd name="connsiteX16" fmla="*/ 27651 w 75179"/>
                    <a:gd name="connsiteY16" fmla="*/ 823 h 52451"/>
                    <a:gd name="connsiteX17" fmla="*/ 806 w 75179"/>
                    <a:gd name="connsiteY17" fmla="*/ 15907 h 52451"/>
                    <a:gd name="connsiteX18" fmla="*/ 152 w 75179"/>
                    <a:gd name="connsiteY18" fmla="*/ 19283 h 52451"/>
                    <a:gd name="connsiteX19" fmla="*/ 152 w 75179"/>
                    <a:gd name="connsiteY19" fmla="*/ 19283 h 5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5179" h="52451">
                      <a:moveTo>
                        <a:pt x="5543" y="19882"/>
                      </a:moveTo>
                      <a:lnTo>
                        <a:pt x="5543" y="19882"/>
                      </a:lnTo>
                      <a:cubicBezTo>
                        <a:pt x="5652" y="19010"/>
                        <a:pt x="5815" y="18139"/>
                        <a:pt x="6033" y="17322"/>
                      </a:cubicBezTo>
                      <a:cubicBezTo>
                        <a:pt x="8484" y="8664"/>
                        <a:pt x="17523" y="3600"/>
                        <a:pt x="26181" y="5996"/>
                      </a:cubicBezTo>
                      <a:lnTo>
                        <a:pt x="57819" y="14872"/>
                      </a:lnTo>
                      <a:cubicBezTo>
                        <a:pt x="65606" y="17050"/>
                        <a:pt x="70561" y="24456"/>
                        <a:pt x="69635" y="32461"/>
                      </a:cubicBezTo>
                      <a:cubicBezTo>
                        <a:pt x="69526" y="33277"/>
                        <a:pt x="69363" y="34149"/>
                        <a:pt x="69145" y="34965"/>
                      </a:cubicBezTo>
                      <a:cubicBezTo>
                        <a:pt x="66695" y="43624"/>
                        <a:pt x="57655" y="48688"/>
                        <a:pt x="48997" y="46292"/>
                      </a:cubicBezTo>
                      <a:lnTo>
                        <a:pt x="17414" y="37416"/>
                      </a:lnTo>
                      <a:cubicBezTo>
                        <a:pt x="9573" y="35292"/>
                        <a:pt x="4617" y="27886"/>
                        <a:pt x="5543" y="19882"/>
                      </a:cubicBezTo>
                      <a:moveTo>
                        <a:pt x="152" y="19283"/>
                      </a:moveTo>
                      <a:cubicBezTo>
                        <a:pt x="-1100" y="29738"/>
                        <a:pt x="5489" y="39812"/>
                        <a:pt x="15944" y="42752"/>
                      </a:cubicBezTo>
                      <a:lnTo>
                        <a:pt x="47527" y="51628"/>
                      </a:lnTo>
                      <a:cubicBezTo>
                        <a:pt x="59126" y="54896"/>
                        <a:pt x="71160" y="48143"/>
                        <a:pt x="74373" y="36545"/>
                      </a:cubicBezTo>
                      <a:cubicBezTo>
                        <a:pt x="74699" y="35401"/>
                        <a:pt x="74917" y="34312"/>
                        <a:pt x="75026" y="33169"/>
                      </a:cubicBezTo>
                      <a:cubicBezTo>
                        <a:pt x="76278" y="22713"/>
                        <a:pt x="69744" y="12639"/>
                        <a:pt x="59289" y="9699"/>
                      </a:cubicBezTo>
                      <a:lnTo>
                        <a:pt x="27651" y="823"/>
                      </a:lnTo>
                      <a:cubicBezTo>
                        <a:pt x="16053" y="-2444"/>
                        <a:pt x="4018" y="4308"/>
                        <a:pt x="806" y="15907"/>
                      </a:cubicBezTo>
                      <a:cubicBezTo>
                        <a:pt x="533" y="16996"/>
                        <a:pt x="261" y="18139"/>
                        <a:pt x="152" y="19283"/>
                      </a:cubicBezTo>
                      <a:lnTo>
                        <a:pt x="152" y="19283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9" name="Forme libre : forme 638">
                  <a:extLst>
                    <a:ext uri="{FF2B5EF4-FFF2-40B4-BE49-F238E27FC236}">
                      <a16:creationId xmlns:a16="http://schemas.microsoft.com/office/drawing/2014/main" id="{5305D3D7-8571-4DD8-8A5B-8ED3C1B1A8E3}"/>
                    </a:ext>
                  </a:extLst>
                </p:cNvPr>
                <p:cNvSpPr/>
                <p:nvPr/>
              </p:nvSpPr>
              <p:spPr>
                <a:xfrm>
                  <a:off x="4323603" y="5357695"/>
                  <a:ext cx="33204" cy="13212"/>
                </a:xfrm>
                <a:custGeom>
                  <a:avLst/>
                  <a:gdLst>
                    <a:gd name="connsiteX0" fmla="*/ 22768 w 33204"/>
                    <a:gd name="connsiteY0" fmla="*/ 12975 h 13212"/>
                    <a:gd name="connsiteX1" fmla="*/ 30228 w 33204"/>
                    <a:gd name="connsiteY1" fmla="*/ 10253 h 13212"/>
                    <a:gd name="connsiteX2" fmla="*/ 32679 w 33204"/>
                    <a:gd name="connsiteY2" fmla="*/ 6822 h 13212"/>
                    <a:gd name="connsiteX3" fmla="*/ 33060 w 33204"/>
                    <a:gd name="connsiteY3" fmla="*/ 3664 h 13212"/>
                    <a:gd name="connsiteX4" fmla="*/ 31590 w 33204"/>
                    <a:gd name="connsiteY4" fmla="*/ 1540 h 13212"/>
                    <a:gd name="connsiteX5" fmla="*/ 25872 w 33204"/>
                    <a:gd name="connsiteY5" fmla="*/ 233 h 13212"/>
                    <a:gd name="connsiteX6" fmla="*/ 20100 w 33204"/>
                    <a:gd name="connsiteY6" fmla="*/ 3119 h 13212"/>
                    <a:gd name="connsiteX7" fmla="*/ 14600 w 33204"/>
                    <a:gd name="connsiteY7" fmla="*/ 1812 h 13212"/>
                    <a:gd name="connsiteX8" fmla="*/ 9808 w 33204"/>
                    <a:gd name="connsiteY8" fmla="*/ 995 h 13212"/>
                    <a:gd name="connsiteX9" fmla="*/ 5561 w 33204"/>
                    <a:gd name="connsiteY9" fmla="*/ 1050 h 13212"/>
                    <a:gd name="connsiteX10" fmla="*/ 7 w 33204"/>
                    <a:gd name="connsiteY10" fmla="*/ 5842 h 13212"/>
                    <a:gd name="connsiteX11" fmla="*/ 4526 w 33204"/>
                    <a:gd name="connsiteY11" fmla="*/ 10470 h 13212"/>
                    <a:gd name="connsiteX12" fmla="*/ 22768 w 33204"/>
                    <a:gd name="connsiteY12" fmla="*/ 12975 h 13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3204" h="13212">
                      <a:moveTo>
                        <a:pt x="22768" y="12975"/>
                      </a:moveTo>
                      <a:cubicBezTo>
                        <a:pt x="25436" y="12649"/>
                        <a:pt x="28214" y="12050"/>
                        <a:pt x="30228" y="10253"/>
                      </a:cubicBezTo>
                      <a:cubicBezTo>
                        <a:pt x="31318" y="9327"/>
                        <a:pt x="32134" y="8129"/>
                        <a:pt x="32679" y="6822"/>
                      </a:cubicBezTo>
                      <a:cubicBezTo>
                        <a:pt x="33114" y="5842"/>
                        <a:pt x="33387" y="4698"/>
                        <a:pt x="33060" y="3664"/>
                      </a:cubicBezTo>
                      <a:cubicBezTo>
                        <a:pt x="32842" y="2847"/>
                        <a:pt x="32243" y="2139"/>
                        <a:pt x="31590" y="1540"/>
                      </a:cubicBezTo>
                      <a:cubicBezTo>
                        <a:pt x="30011" y="233"/>
                        <a:pt x="27832" y="-366"/>
                        <a:pt x="25872" y="233"/>
                      </a:cubicBezTo>
                      <a:cubicBezTo>
                        <a:pt x="23803" y="887"/>
                        <a:pt x="22278" y="2792"/>
                        <a:pt x="20100" y="3119"/>
                      </a:cubicBezTo>
                      <a:cubicBezTo>
                        <a:pt x="18194" y="3391"/>
                        <a:pt x="16397" y="2357"/>
                        <a:pt x="14600" y="1812"/>
                      </a:cubicBezTo>
                      <a:cubicBezTo>
                        <a:pt x="13076" y="1322"/>
                        <a:pt x="11442" y="1159"/>
                        <a:pt x="9808" y="995"/>
                      </a:cubicBezTo>
                      <a:cubicBezTo>
                        <a:pt x="8393" y="832"/>
                        <a:pt x="6977" y="723"/>
                        <a:pt x="5561" y="1050"/>
                      </a:cubicBezTo>
                      <a:cubicBezTo>
                        <a:pt x="3655" y="1540"/>
                        <a:pt x="170" y="3609"/>
                        <a:pt x="7" y="5842"/>
                      </a:cubicBezTo>
                      <a:cubicBezTo>
                        <a:pt x="-157" y="8183"/>
                        <a:pt x="2729" y="9708"/>
                        <a:pt x="4526" y="10470"/>
                      </a:cubicBezTo>
                      <a:cubicBezTo>
                        <a:pt x="10189" y="12975"/>
                        <a:pt x="16778" y="13629"/>
                        <a:pt x="22768" y="12975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0" name="Forme libre : forme 639">
                  <a:extLst>
                    <a:ext uri="{FF2B5EF4-FFF2-40B4-BE49-F238E27FC236}">
                      <a16:creationId xmlns:a16="http://schemas.microsoft.com/office/drawing/2014/main" id="{19CE9FCF-E4E4-4050-97E9-62F2DCBB9AB9}"/>
                    </a:ext>
                  </a:extLst>
                </p:cNvPr>
                <p:cNvSpPr/>
                <p:nvPr/>
              </p:nvSpPr>
              <p:spPr>
                <a:xfrm>
                  <a:off x="4293817" y="5330150"/>
                  <a:ext cx="75130" cy="52451"/>
                </a:xfrm>
                <a:custGeom>
                  <a:avLst/>
                  <a:gdLst>
                    <a:gd name="connsiteX0" fmla="*/ 74989 w 75130"/>
                    <a:gd name="connsiteY0" fmla="*/ 33169 h 52451"/>
                    <a:gd name="connsiteX1" fmla="*/ 74336 w 75130"/>
                    <a:gd name="connsiteY1" fmla="*/ 36545 h 52451"/>
                    <a:gd name="connsiteX2" fmla="*/ 47490 w 75130"/>
                    <a:gd name="connsiteY2" fmla="*/ 51628 h 52451"/>
                    <a:gd name="connsiteX3" fmla="*/ 15907 w 75130"/>
                    <a:gd name="connsiteY3" fmla="*/ 42752 h 52451"/>
                    <a:gd name="connsiteX4" fmla="*/ 823 w 75130"/>
                    <a:gd name="connsiteY4" fmla="*/ 15907 h 52451"/>
                    <a:gd name="connsiteX5" fmla="*/ 27669 w 75130"/>
                    <a:gd name="connsiteY5" fmla="*/ 823 h 52451"/>
                    <a:gd name="connsiteX6" fmla="*/ 59306 w 75130"/>
                    <a:gd name="connsiteY6" fmla="*/ 9699 h 52451"/>
                    <a:gd name="connsiteX7" fmla="*/ 74989 w 75130"/>
                    <a:gd name="connsiteY7" fmla="*/ 33169 h 5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130" h="52451">
                      <a:moveTo>
                        <a:pt x="74989" y="33169"/>
                      </a:moveTo>
                      <a:cubicBezTo>
                        <a:pt x="74880" y="34312"/>
                        <a:pt x="74608" y="35401"/>
                        <a:pt x="74336" y="36545"/>
                      </a:cubicBezTo>
                      <a:cubicBezTo>
                        <a:pt x="71068" y="48143"/>
                        <a:pt x="59034" y="54896"/>
                        <a:pt x="47490" y="51628"/>
                      </a:cubicBezTo>
                      <a:lnTo>
                        <a:pt x="15907" y="42752"/>
                      </a:lnTo>
                      <a:cubicBezTo>
                        <a:pt x="4308" y="39485"/>
                        <a:pt x="-2444" y="27505"/>
                        <a:pt x="823" y="15907"/>
                      </a:cubicBezTo>
                      <a:cubicBezTo>
                        <a:pt x="4090" y="4308"/>
                        <a:pt x="16125" y="-2444"/>
                        <a:pt x="27669" y="823"/>
                      </a:cubicBezTo>
                      <a:lnTo>
                        <a:pt x="59306" y="9699"/>
                      </a:lnTo>
                      <a:cubicBezTo>
                        <a:pt x="69653" y="12585"/>
                        <a:pt x="76187" y="22713"/>
                        <a:pt x="74989" y="33169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41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295987" y="5274044"/>
                <a:ext cx="71440" cy="56063"/>
                <a:chOff x="4295987" y="5274044"/>
                <a:chExt cx="71440" cy="56063"/>
              </a:xfrm>
              <a:solidFill>
                <a:schemeClr val="accent1"/>
              </a:solidFill>
            </p:grpSpPr>
            <p:sp>
              <p:nvSpPr>
                <p:cNvPr id="642" name="Forme libre : forme 641">
                  <a:extLst>
                    <a:ext uri="{FF2B5EF4-FFF2-40B4-BE49-F238E27FC236}">
                      <a16:creationId xmlns:a16="http://schemas.microsoft.com/office/drawing/2014/main" id="{213ECB12-E320-488E-A5F5-4E79519DBB00}"/>
                    </a:ext>
                  </a:extLst>
                </p:cNvPr>
                <p:cNvSpPr/>
                <p:nvPr/>
              </p:nvSpPr>
              <p:spPr>
                <a:xfrm>
                  <a:off x="4295987" y="5274044"/>
                  <a:ext cx="71403" cy="56017"/>
                </a:xfrm>
                <a:custGeom>
                  <a:avLst/>
                  <a:gdLst>
                    <a:gd name="connsiteX0" fmla="*/ 71240 w 71403"/>
                    <a:gd name="connsiteY0" fmla="*/ 24366 h 56017"/>
                    <a:gd name="connsiteX1" fmla="*/ 56374 w 71403"/>
                    <a:gd name="connsiteY1" fmla="*/ 42499 h 56017"/>
                    <a:gd name="connsiteX2" fmla="*/ 30944 w 71403"/>
                    <a:gd name="connsiteY2" fmla="*/ 53989 h 56017"/>
                    <a:gd name="connsiteX3" fmla="*/ 2029 w 71403"/>
                    <a:gd name="connsiteY3" fmla="*/ 43370 h 56017"/>
                    <a:gd name="connsiteX4" fmla="*/ 12648 w 71403"/>
                    <a:gd name="connsiteY4" fmla="*/ 14455 h 56017"/>
                    <a:gd name="connsiteX5" fmla="*/ 45211 w 71403"/>
                    <a:gd name="connsiteY5" fmla="*/ 461 h 56017"/>
                    <a:gd name="connsiteX6" fmla="*/ 70968 w 71403"/>
                    <a:gd name="connsiteY6" fmla="*/ 17341 h 56017"/>
                    <a:gd name="connsiteX7" fmla="*/ 71240 w 71403"/>
                    <a:gd name="connsiteY7" fmla="*/ 24366 h 56017"/>
                    <a:gd name="connsiteX8" fmla="*/ 54033 w 71403"/>
                    <a:gd name="connsiteY8" fmla="*/ 43152 h 56017"/>
                    <a:gd name="connsiteX9" fmla="*/ 56102 w 71403"/>
                    <a:gd name="connsiteY9" fmla="*/ 42608 h 56017"/>
                    <a:gd name="connsiteX10" fmla="*/ 54033 w 71403"/>
                    <a:gd name="connsiteY10" fmla="*/ 43152 h 56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1403" h="56017">
                      <a:moveTo>
                        <a:pt x="71240" y="24366"/>
                      </a:moveTo>
                      <a:cubicBezTo>
                        <a:pt x="70260" y="32643"/>
                        <a:pt x="64542" y="39831"/>
                        <a:pt x="56374" y="42499"/>
                      </a:cubicBezTo>
                      <a:cubicBezTo>
                        <a:pt x="53325" y="43751"/>
                        <a:pt x="41073" y="49306"/>
                        <a:pt x="30944" y="53989"/>
                      </a:cubicBezTo>
                      <a:cubicBezTo>
                        <a:pt x="20053" y="59053"/>
                        <a:pt x="7093" y="54315"/>
                        <a:pt x="2029" y="43370"/>
                      </a:cubicBezTo>
                      <a:cubicBezTo>
                        <a:pt x="-3035" y="32425"/>
                        <a:pt x="1702" y="19520"/>
                        <a:pt x="12648" y="14455"/>
                      </a:cubicBezTo>
                      <a:cubicBezTo>
                        <a:pt x="40964" y="1332"/>
                        <a:pt x="42488" y="1005"/>
                        <a:pt x="45211" y="461"/>
                      </a:cubicBezTo>
                      <a:cubicBezTo>
                        <a:pt x="56973" y="-1990"/>
                        <a:pt x="68517" y="5579"/>
                        <a:pt x="70968" y="17341"/>
                      </a:cubicBezTo>
                      <a:cubicBezTo>
                        <a:pt x="71458" y="19737"/>
                        <a:pt x="71512" y="22079"/>
                        <a:pt x="71240" y="24366"/>
                      </a:cubicBezTo>
                      <a:close/>
                      <a:moveTo>
                        <a:pt x="54033" y="43152"/>
                      </a:moveTo>
                      <a:cubicBezTo>
                        <a:pt x="54414" y="43098"/>
                        <a:pt x="55122" y="42935"/>
                        <a:pt x="56102" y="42608"/>
                      </a:cubicBezTo>
                      <a:cubicBezTo>
                        <a:pt x="55448" y="42826"/>
                        <a:pt x="54740" y="42989"/>
                        <a:pt x="54033" y="43152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3" name="Forme libre : forme 642">
                  <a:extLst>
                    <a:ext uri="{FF2B5EF4-FFF2-40B4-BE49-F238E27FC236}">
                      <a16:creationId xmlns:a16="http://schemas.microsoft.com/office/drawing/2014/main" id="{CF21B872-A003-4FA7-94F4-3962266561B5}"/>
                    </a:ext>
                  </a:extLst>
                </p:cNvPr>
                <p:cNvSpPr/>
                <p:nvPr/>
              </p:nvSpPr>
              <p:spPr>
                <a:xfrm>
                  <a:off x="4296023" y="5274153"/>
                  <a:ext cx="71404" cy="55954"/>
                </a:xfrm>
                <a:custGeom>
                  <a:avLst/>
                  <a:gdLst>
                    <a:gd name="connsiteX0" fmla="*/ 5533 w 71404"/>
                    <a:gd name="connsiteY0" fmla="*/ 32262 h 55954"/>
                    <a:gd name="connsiteX1" fmla="*/ 5533 w 71404"/>
                    <a:gd name="connsiteY1" fmla="*/ 32262 h 55954"/>
                    <a:gd name="connsiteX2" fmla="*/ 14899 w 71404"/>
                    <a:gd name="connsiteY2" fmla="*/ 19356 h 55954"/>
                    <a:gd name="connsiteX3" fmla="*/ 46265 w 71404"/>
                    <a:gd name="connsiteY3" fmla="*/ 5743 h 55954"/>
                    <a:gd name="connsiteX4" fmla="*/ 65596 w 71404"/>
                    <a:gd name="connsiteY4" fmla="*/ 18430 h 55954"/>
                    <a:gd name="connsiteX5" fmla="*/ 65814 w 71404"/>
                    <a:gd name="connsiteY5" fmla="*/ 23658 h 55954"/>
                    <a:gd name="connsiteX6" fmla="*/ 54651 w 71404"/>
                    <a:gd name="connsiteY6" fmla="*/ 37272 h 55954"/>
                    <a:gd name="connsiteX7" fmla="*/ 54487 w 71404"/>
                    <a:gd name="connsiteY7" fmla="*/ 37326 h 55954"/>
                    <a:gd name="connsiteX8" fmla="*/ 54433 w 71404"/>
                    <a:gd name="connsiteY8" fmla="*/ 37326 h 55954"/>
                    <a:gd name="connsiteX9" fmla="*/ 54433 w 71404"/>
                    <a:gd name="connsiteY9" fmla="*/ 37326 h 55954"/>
                    <a:gd name="connsiteX10" fmla="*/ 52908 w 71404"/>
                    <a:gd name="connsiteY10" fmla="*/ 37707 h 55954"/>
                    <a:gd name="connsiteX11" fmla="*/ 52963 w 71404"/>
                    <a:gd name="connsiteY11" fmla="*/ 37925 h 55954"/>
                    <a:gd name="connsiteX12" fmla="*/ 28676 w 71404"/>
                    <a:gd name="connsiteY12" fmla="*/ 48979 h 55954"/>
                    <a:gd name="connsiteX13" fmla="*/ 16206 w 71404"/>
                    <a:gd name="connsiteY13" fmla="*/ 49469 h 55954"/>
                    <a:gd name="connsiteX14" fmla="*/ 7004 w 71404"/>
                    <a:gd name="connsiteY14" fmla="*/ 40974 h 55954"/>
                    <a:gd name="connsiteX15" fmla="*/ 5533 w 71404"/>
                    <a:gd name="connsiteY15" fmla="*/ 32262 h 55954"/>
                    <a:gd name="connsiteX16" fmla="*/ 142 w 71404"/>
                    <a:gd name="connsiteY16" fmla="*/ 31609 h 55954"/>
                    <a:gd name="connsiteX17" fmla="*/ 2048 w 71404"/>
                    <a:gd name="connsiteY17" fmla="*/ 43316 h 55954"/>
                    <a:gd name="connsiteX18" fmla="*/ 30963 w 71404"/>
                    <a:gd name="connsiteY18" fmla="*/ 53934 h 55954"/>
                    <a:gd name="connsiteX19" fmla="*/ 56393 w 71404"/>
                    <a:gd name="connsiteY19" fmla="*/ 42445 h 55954"/>
                    <a:gd name="connsiteX20" fmla="*/ 71259 w 71404"/>
                    <a:gd name="connsiteY20" fmla="*/ 24312 h 55954"/>
                    <a:gd name="connsiteX21" fmla="*/ 70932 w 71404"/>
                    <a:gd name="connsiteY21" fmla="*/ 17342 h 55954"/>
                    <a:gd name="connsiteX22" fmla="*/ 45176 w 71404"/>
                    <a:gd name="connsiteY22" fmla="*/ 461 h 55954"/>
                    <a:gd name="connsiteX23" fmla="*/ 12612 w 71404"/>
                    <a:gd name="connsiteY23" fmla="*/ 14455 h 55954"/>
                    <a:gd name="connsiteX24" fmla="*/ 142 w 71404"/>
                    <a:gd name="connsiteY24" fmla="*/ 31609 h 55954"/>
                    <a:gd name="connsiteX25" fmla="*/ 142 w 71404"/>
                    <a:gd name="connsiteY25" fmla="*/ 31609 h 55954"/>
                    <a:gd name="connsiteX26" fmla="*/ 56066 w 71404"/>
                    <a:gd name="connsiteY26" fmla="*/ 42499 h 55954"/>
                    <a:gd name="connsiteX27" fmla="*/ 53997 w 71404"/>
                    <a:gd name="connsiteY27" fmla="*/ 43044 h 55954"/>
                    <a:gd name="connsiteX28" fmla="*/ 56066 w 71404"/>
                    <a:gd name="connsiteY28" fmla="*/ 42499 h 55954"/>
                    <a:gd name="connsiteX29" fmla="*/ 56066 w 71404"/>
                    <a:gd name="connsiteY29" fmla="*/ 42499 h 55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1404" h="55954">
                      <a:moveTo>
                        <a:pt x="5533" y="32262"/>
                      </a:moveTo>
                      <a:lnTo>
                        <a:pt x="5533" y="32262"/>
                      </a:lnTo>
                      <a:cubicBezTo>
                        <a:pt x="6187" y="26599"/>
                        <a:pt x="9726" y="21752"/>
                        <a:pt x="14899" y="19356"/>
                      </a:cubicBezTo>
                      <a:cubicBezTo>
                        <a:pt x="42671" y="6505"/>
                        <a:pt x="44195" y="6178"/>
                        <a:pt x="46265" y="5743"/>
                      </a:cubicBezTo>
                      <a:cubicBezTo>
                        <a:pt x="55086" y="3891"/>
                        <a:pt x="63744" y="9609"/>
                        <a:pt x="65596" y="18430"/>
                      </a:cubicBezTo>
                      <a:cubicBezTo>
                        <a:pt x="65977" y="20173"/>
                        <a:pt x="66031" y="21916"/>
                        <a:pt x="65814" y="23658"/>
                      </a:cubicBezTo>
                      <a:cubicBezTo>
                        <a:pt x="65051" y="29975"/>
                        <a:pt x="60695" y="35311"/>
                        <a:pt x="54651" y="37272"/>
                      </a:cubicBezTo>
                      <a:lnTo>
                        <a:pt x="54487" y="37326"/>
                      </a:lnTo>
                      <a:lnTo>
                        <a:pt x="54433" y="37326"/>
                      </a:lnTo>
                      <a:lnTo>
                        <a:pt x="54433" y="37326"/>
                      </a:lnTo>
                      <a:cubicBezTo>
                        <a:pt x="53943" y="37489"/>
                        <a:pt x="53398" y="37598"/>
                        <a:pt x="52908" y="37707"/>
                      </a:cubicBezTo>
                      <a:lnTo>
                        <a:pt x="52963" y="37925"/>
                      </a:lnTo>
                      <a:cubicBezTo>
                        <a:pt x="48443" y="39885"/>
                        <a:pt x="37661" y="44786"/>
                        <a:pt x="28676" y="48979"/>
                      </a:cubicBezTo>
                      <a:cubicBezTo>
                        <a:pt x="24701" y="50831"/>
                        <a:pt x="20290" y="50994"/>
                        <a:pt x="16206" y="49469"/>
                      </a:cubicBezTo>
                      <a:cubicBezTo>
                        <a:pt x="12122" y="47945"/>
                        <a:pt x="8855" y="44950"/>
                        <a:pt x="7004" y="40974"/>
                      </a:cubicBezTo>
                      <a:cubicBezTo>
                        <a:pt x="5697" y="38252"/>
                        <a:pt x="5206" y="35257"/>
                        <a:pt x="5533" y="32262"/>
                      </a:cubicBezTo>
                      <a:moveTo>
                        <a:pt x="142" y="31609"/>
                      </a:moveTo>
                      <a:cubicBezTo>
                        <a:pt x="-293" y="35475"/>
                        <a:pt x="251" y="39504"/>
                        <a:pt x="2048" y="43316"/>
                      </a:cubicBezTo>
                      <a:cubicBezTo>
                        <a:pt x="7112" y="54207"/>
                        <a:pt x="20072" y="58999"/>
                        <a:pt x="30963" y="53934"/>
                      </a:cubicBezTo>
                      <a:cubicBezTo>
                        <a:pt x="41037" y="49251"/>
                        <a:pt x="53289" y="43697"/>
                        <a:pt x="56393" y="42445"/>
                      </a:cubicBezTo>
                      <a:cubicBezTo>
                        <a:pt x="64561" y="39777"/>
                        <a:pt x="70279" y="32589"/>
                        <a:pt x="71259" y="24312"/>
                      </a:cubicBezTo>
                      <a:cubicBezTo>
                        <a:pt x="71531" y="22025"/>
                        <a:pt x="71422" y="19683"/>
                        <a:pt x="70932" y="17342"/>
                      </a:cubicBezTo>
                      <a:cubicBezTo>
                        <a:pt x="68482" y="5579"/>
                        <a:pt x="56938" y="-1990"/>
                        <a:pt x="45176" y="461"/>
                      </a:cubicBezTo>
                      <a:cubicBezTo>
                        <a:pt x="42453" y="1005"/>
                        <a:pt x="40928" y="1332"/>
                        <a:pt x="12612" y="14455"/>
                      </a:cubicBezTo>
                      <a:cubicBezTo>
                        <a:pt x="5479" y="17723"/>
                        <a:pt x="959" y="24366"/>
                        <a:pt x="142" y="31609"/>
                      </a:cubicBezTo>
                      <a:lnTo>
                        <a:pt x="142" y="31609"/>
                      </a:lnTo>
                      <a:close/>
                      <a:moveTo>
                        <a:pt x="56066" y="42499"/>
                      </a:moveTo>
                      <a:cubicBezTo>
                        <a:pt x="55086" y="42826"/>
                        <a:pt x="54378" y="42935"/>
                        <a:pt x="53997" y="43044"/>
                      </a:cubicBezTo>
                      <a:cubicBezTo>
                        <a:pt x="54705" y="42880"/>
                        <a:pt x="55413" y="42717"/>
                        <a:pt x="56066" y="42499"/>
                      </a:cubicBezTo>
                      <a:lnTo>
                        <a:pt x="56066" y="42499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4" name="Forme libre : forme 643">
                  <a:extLst>
                    <a:ext uri="{FF2B5EF4-FFF2-40B4-BE49-F238E27FC236}">
                      <a16:creationId xmlns:a16="http://schemas.microsoft.com/office/drawing/2014/main" id="{D6FDA6C4-379F-44E3-B8D1-4918FD49032C}"/>
                    </a:ext>
                  </a:extLst>
                </p:cNvPr>
                <p:cNvSpPr/>
                <p:nvPr/>
              </p:nvSpPr>
              <p:spPr>
                <a:xfrm>
                  <a:off x="4332509" y="5288931"/>
                  <a:ext cx="20668" cy="24231"/>
                </a:xfrm>
                <a:custGeom>
                  <a:avLst/>
                  <a:gdLst>
                    <a:gd name="connsiteX0" fmla="*/ 15223 w 20668"/>
                    <a:gd name="connsiteY0" fmla="*/ 18464 h 24231"/>
                    <a:gd name="connsiteX1" fmla="*/ 20669 w 20668"/>
                    <a:gd name="connsiteY1" fmla="*/ 9206 h 24231"/>
                    <a:gd name="connsiteX2" fmla="*/ 19362 w 20668"/>
                    <a:gd name="connsiteY2" fmla="*/ 3815 h 24231"/>
                    <a:gd name="connsiteX3" fmla="*/ 18491 w 20668"/>
                    <a:gd name="connsiteY3" fmla="*/ 2018 h 24231"/>
                    <a:gd name="connsiteX4" fmla="*/ 14461 w 20668"/>
                    <a:gd name="connsiteY4" fmla="*/ 222 h 24231"/>
                    <a:gd name="connsiteX5" fmla="*/ 10105 w 20668"/>
                    <a:gd name="connsiteY5" fmla="*/ 821 h 24231"/>
                    <a:gd name="connsiteX6" fmla="*/ 8961 w 20668"/>
                    <a:gd name="connsiteY6" fmla="*/ 6211 h 24231"/>
                    <a:gd name="connsiteX7" fmla="*/ 2536 w 20668"/>
                    <a:gd name="connsiteY7" fmla="*/ 13998 h 24231"/>
                    <a:gd name="connsiteX8" fmla="*/ 1120 w 20668"/>
                    <a:gd name="connsiteY8" fmla="*/ 17701 h 24231"/>
                    <a:gd name="connsiteX9" fmla="*/ 85 w 20668"/>
                    <a:gd name="connsiteY9" fmla="*/ 21513 h 24231"/>
                    <a:gd name="connsiteX10" fmla="*/ 6239 w 20668"/>
                    <a:gd name="connsiteY10" fmla="*/ 23745 h 24231"/>
                    <a:gd name="connsiteX11" fmla="*/ 15223 w 20668"/>
                    <a:gd name="connsiteY11" fmla="*/ 18464 h 24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0668" h="24231">
                      <a:moveTo>
                        <a:pt x="15223" y="18464"/>
                      </a:moveTo>
                      <a:cubicBezTo>
                        <a:pt x="18164" y="16231"/>
                        <a:pt x="20669" y="12909"/>
                        <a:pt x="20669" y="9206"/>
                      </a:cubicBezTo>
                      <a:cubicBezTo>
                        <a:pt x="20669" y="7355"/>
                        <a:pt x="20015" y="5558"/>
                        <a:pt x="19362" y="3815"/>
                      </a:cubicBezTo>
                      <a:cubicBezTo>
                        <a:pt x="19144" y="3217"/>
                        <a:pt x="18872" y="2563"/>
                        <a:pt x="18491" y="2018"/>
                      </a:cubicBezTo>
                      <a:cubicBezTo>
                        <a:pt x="17565" y="821"/>
                        <a:pt x="15931" y="494"/>
                        <a:pt x="14461" y="222"/>
                      </a:cubicBezTo>
                      <a:cubicBezTo>
                        <a:pt x="12936" y="-51"/>
                        <a:pt x="11194" y="-269"/>
                        <a:pt x="10105" y="821"/>
                      </a:cubicBezTo>
                      <a:cubicBezTo>
                        <a:pt x="8743" y="2127"/>
                        <a:pt x="9397" y="4360"/>
                        <a:pt x="8961" y="6211"/>
                      </a:cubicBezTo>
                      <a:cubicBezTo>
                        <a:pt x="8253" y="9533"/>
                        <a:pt x="4333" y="11112"/>
                        <a:pt x="2536" y="13998"/>
                      </a:cubicBezTo>
                      <a:cubicBezTo>
                        <a:pt x="1828" y="15142"/>
                        <a:pt x="1501" y="16394"/>
                        <a:pt x="1120" y="17701"/>
                      </a:cubicBezTo>
                      <a:cubicBezTo>
                        <a:pt x="793" y="18953"/>
                        <a:pt x="412" y="20261"/>
                        <a:pt x="85" y="21513"/>
                      </a:cubicBezTo>
                      <a:cubicBezTo>
                        <a:pt x="-732" y="24562"/>
                        <a:pt x="4550" y="24617"/>
                        <a:pt x="6239" y="23745"/>
                      </a:cubicBezTo>
                      <a:cubicBezTo>
                        <a:pt x="9288" y="22166"/>
                        <a:pt x="12501" y="20478"/>
                        <a:pt x="15223" y="18464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5" name="Forme libre : forme 644">
                  <a:extLst>
                    <a:ext uri="{FF2B5EF4-FFF2-40B4-BE49-F238E27FC236}">
                      <a16:creationId xmlns:a16="http://schemas.microsoft.com/office/drawing/2014/main" id="{45DCCB42-F96D-480D-A728-CE8CEE329845}"/>
                    </a:ext>
                  </a:extLst>
                </p:cNvPr>
                <p:cNvSpPr/>
                <p:nvPr/>
              </p:nvSpPr>
              <p:spPr>
                <a:xfrm>
                  <a:off x="4295987" y="5274044"/>
                  <a:ext cx="71403" cy="56017"/>
                </a:xfrm>
                <a:custGeom>
                  <a:avLst/>
                  <a:gdLst>
                    <a:gd name="connsiteX0" fmla="*/ 71240 w 71403"/>
                    <a:gd name="connsiteY0" fmla="*/ 24366 h 56017"/>
                    <a:gd name="connsiteX1" fmla="*/ 56374 w 71403"/>
                    <a:gd name="connsiteY1" fmla="*/ 42499 h 56017"/>
                    <a:gd name="connsiteX2" fmla="*/ 30944 w 71403"/>
                    <a:gd name="connsiteY2" fmla="*/ 53989 h 56017"/>
                    <a:gd name="connsiteX3" fmla="*/ 2029 w 71403"/>
                    <a:gd name="connsiteY3" fmla="*/ 43370 h 56017"/>
                    <a:gd name="connsiteX4" fmla="*/ 12648 w 71403"/>
                    <a:gd name="connsiteY4" fmla="*/ 14455 h 56017"/>
                    <a:gd name="connsiteX5" fmla="*/ 45211 w 71403"/>
                    <a:gd name="connsiteY5" fmla="*/ 461 h 56017"/>
                    <a:gd name="connsiteX6" fmla="*/ 70968 w 71403"/>
                    <a:gd name="connsiteY6" fmla="*/ 17341 h 56017"/>
                    <a:gd name="connsiteX7" fmla="*/ 71240 w 71403"/>
                    <a:gd name="connsiteY7" fmla="*/ 24366 h 56017"/>
                    <a:gd name="connsiteX8" fmla="*/ 54033 w 71403"/>
                    <a:gd name="connsiteY8" fmla="*/ 43152 h 56017"/>
                    <a:gd name="connsiteX9" fmla="*/ 56102 w 71403"/>
                    <a:gd name="connsiteY9" fmla="*/ 42608 h 56017"/>
                    <a:gd name="connsiteX10" fmla="*/ 54033 w 71403"/>
                    <a:gd name="connsiteY10" fmla="*/ 43152 h 56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1403" h="56017">
                      <a:moveTo>
                        <a:pt x="71240" y="24366"/>
                      </a:moveTo>
                      <a:cubicBezTo>
                        <a:pt x="70260" y="32643"/>
                        <a:pt x="64542" y="39831"/>
                        <a:pt x="56374" y="42499"/>
                      </a:cubicBezTo>
                      <a:cubicBezTo>
                        <a:pt x="53325" y="43751"/>
                        <a:pt x="41073" y="49306"/>
                        <a:pt x="30944" y="53989"/>
                      </a:cubicBezTo>
                      <a:cubicBezTo>
                        <a:pt x="20053" y="59053"/>
                        <a:pt x="7093" y="54315"/>
                        <a:pt x="2029" y="43370"/>
                      </a:cubicBezTo>
                      <a:cubicBezTo>
                        <a:pt x="-3035" y="32425"/>
                        <a:pt x="1702" y="19520"/>
                        <a:pt x="12648" y="14455"/>
                      </a:cubicBezTo>
                      <a:cubicBezTo>
                        <a:pt x="40964" y="1332"/>
                        <a:pt x="42488" y="1005"/>
                        <a:pt x="45211" y="461"/>
                      </a:cubicBezTo>
                      <a:cubicBezTo>
                        <a:pt x="56973" y="-1990"/>
                        <a:pt x="68517" y="5579"/>
                        <a:pt x="70968" y="17341"/>
                      </a:cubicBezTo>
                      <a:cubicBezTo>
                        <a:pt x="71458" y="19737"/>
                        <a:pt x="71512" y="22079"/>
                        <a:pt x="71240" y="24366"/>
                      </a:cubicBezTo>
                      <a:close/>
                      <a:moveTo>
                        <a:pt x="54033" y="43152"/>
                      </a:moveTo>
                      <a:cubicBezTo>
                        <a:pt x="54414" y="43098"/>
                        <a:pt x="55122" y="42935"/>
                        <a:pt x="56102" y="42608"/>
                      </a:cubicBezTo>
                      <a:cubicBezTo>
                        <a:pt x="55448" y="42826"/>
                        <a:pt x="54740" y="42989"/>
                        <a:pt x="54033" y="43152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46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218711" y="5265525"/>
                <a:ext cx="51191" cy="63809"/>
                <a:chOff x="4218711" y="5265525"/>
                <a:chExt cx="51191" cy="63809"/>
              </a:xfrm>
              <a:solidFill>
                <a:schemeClr val="accent1"/>
              </a:solidFill>
            </p:grpSpPr>
            <p:sp>
              <p:nvSpPr>
                <p:cNvPr id="647" name="Forme libre : forme 646">
                  <a:extLst>
                    <a:ext uri="{FF2B5EF4-FFF2-40B4-BE49-F238E27FC236}">
                      <a16:creationId xmlns:a16="http://schemas.microsoft.com/office/drawing/2014/main" id="{CCECE793-0690-41E3-A89A-CDB6040A7CEC}"/>
                    </a:ext>
                  </a:extLst>
                </p:cNvPr>
                <p:cNvSpPr/>
                <p:nvPr/>
              </p:nvSpPr>
              <p:spPr>
                <a:xfrm>
                  <a:off x="4218766" y="5265525"/>
                  <a:ext cx="51082" cy="63483"/>
                </a:xfrm>
                <a:custGeom>
                  <a:avLst/>
                  <a:gdLst>
                    <a:gd name="connsiteX0" fmla="*/ 50935 w 51082"/>
                    <a:gd name="connsiteY0" fmla="*/ 24336 h 63483"/>
                    <a:gd name="connsiteX1" fmla="*/ 49682 w 51082"/>
                    <a:gd name="connsiteY1" fmla="*/ 29454 h 63483"/>
                    <a:gd name="connsiteX2" fmla="*/ 42168 w 51082"/>
                    <a:gd name="connsiteY2" fmla="*/ 49385 h 63483"/>
                    <a:gd name="connsiteX3" fmla="*/ 14124 w 51082"/>
                    <a:gd name="connsiteY3" fmla="*/ 62073 h 63483"/>
                    <a:gd name="connsiteX4" fmla="*/ 1382 w 51082"/>
                    <a:gd name="connsiteY4" fmla="*/ 34029 h 63483"/>
                    <a:gd name="connsiteX5" fmla="*/ 8896 w 51082"/>
                    <a:gd name="connsiteY5" fmla="*/ 14099 h 63483"/>
                    <a:gd name="connsiteX6" fmla="*/ 36940 w 51082"/>
                    <a:gd name="connsiteY6" fmla="*/ 1411 h 63483"/>
                    <a:gd name="connsiteX7" fmla="*/ 50935 w 51082"/>
                    <a:gd name="connsiteY7" fmla="*/ 24336 h 63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082" h="63483">
                      <a:moveTo>
                        <a:pt x="50935" y="24336"/>
                      </a:moveTo>
                      <a:cubicBezTo>
                        <a:pt x="50717" y="26078"/>
                        <a:pt x="50336" y="27766"/>
                        <a:pt x="49682" y="29454"/>
                      </a:cubicBezTo>
                      <a:lnTo>
                        <a:pt x="42168" y="49385"/>
                      </a:lnTo>
                      <a:cubicBezTo>
                        <a:pt x="37920" y="60657"/>
                        <a:pt x="25396" y="66320"/>
                        <a:pt x="14124" y="62073"/>
                      </a:cubicBezTo>
                      <a:cubicBezTo>
                        <a:pt x="2852" y="57825"/>
                        <a:pt x="-2811" y="45246"/>
                        <a:pt x="1382" y="34029"/>
                      </a:cubicBezTo>
                      <a:lnTo>
                        <a:pt x="8896" y="14099"/>
                      </a:lnTo>
                      <a:cubicBezTo>
                        <a:pt x="13144" y="2827"/>
                        <a:pt x="25668" y="-2837"/>
                        <a:pt x="36940" y="1411"/>
                      </a:cubicBezTo>
                      <a:cubicBezTo>
                        <a:pt x="46524" y="5005"/>
                        <a:pt x="52078" y="14643"/>
                        <a:pt x="50935" y="24336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8" name="Forme libre : forme 647">
                  <a:extLst>
                    <a:ext uri="{FF2B5EF4-FFF2-40B4-BE49-F238E27FC236}">
                      <a16:creationId xmlns:a16="http://schemas.microsoft.com/office/drawing/2014/main" id="{50A8BAC9-FD3B-484F-A988-57D5655014D3}"/>
                    </a:ext>
                  </a:extLst>
                </p:cNvPr>
                <p:cNvSpPr/>
                <p:nvPr/>
              </p:nvSpPr>
              <p:spPr>
                <a:xfrm>
                  <a:off x="4218801" y="5265586"/>
                  <a:ext cx="51101" cy="63470"/>
                </a:xfrm>
                <a:custGeom>
                  <a:avLst/>
                  <a:gdLst>
                    <a:gd name="connsiteX0" fmla="*/ 5539 w 51101"/>
                    <a:gd name="connsiteY0" fmla="*/ 39794 h 63470"/>
                    <a:gd name="connsiteX1" fmla="*/ 5539 w 51101"/>
                    <a:gd name="connsiteY1" fmla="*/ 39794 h 63470"/>
                    <a:gd name="connsiteX2" fmla="*/ 6465 w 51101"/>
                    <a:gd name="connsiteY2" fmla="*/ 35928 h 63470"/>
                    <a:gd name="connsiteX3" fmla="*/ 13979 w 51101"/>
                    <a:gd name="connsiteY3" fmla="*/ 15998 h 63470"/>
                    <a:gd name="connsiteX4" fmla="*/ 22529 w 51101"/>
                    <a:gd name="connsiteY4" fmla="*/ 6850 h 63470"/>
                    <a:gd name="connsiteX5" fmla="*/ 35053 w 51101"/>
                    <a:gd name="connsiteY5" fmla="*/ 6469 h 63470"/>
                    <a:gd name="connsiteX6" fmla="*/ 45508 w 51101"/>
                    <a:gd name="connsiteY6" fmla="*/ 23676 h 63470"/>
                    <a:gd name="connsiteX7" fmla="*/ 44582 w 51101"/>
                    <a:gd name="connsiteY7" fmla="*/ 27542 h 63470"/>
                    <a:gd name="connsiteX8" fmla="*/ 37068 w 51101"/>
                    <a:gd name="connsiteY8" fmla="*/ 47472 h 63470"/>
                    <a:gd name="connsiteX9" fmla="*/ 28519 w 51101"/>
                    <a:gd name="connsiteY9" fmla="*/ 56620 h 63470"/>
                    <a:gd name="connsiteX10" fmla="*/ 15994 w 51101"/>
                    <a:gd name="connsiteY10" fmla="*/ 57002 h 63470"/>
                    <a:gd name="connsiteX11" fmla="*/ 5539 w 51101"/>
                    <a:gd name="connsiteY11" fmla="*/ 39794 h 63470"/>
                    <a:gd name="connsiteX12" fmla="*/ 148 w 51101"/>
                    <a:gd name="connsiteY12" fmla="*/ 39141 h 63470"/>
                    <a:gd name="connsiteX13" fmla="*/ 14143 w 51101"/>
                    <a:gd name="connsiteY13" fmla="*/ 62066 h 63470"/>
                    <a:gd name="connsiteX14" fmla="*/ 42186 w 51101"/>
                    <a:gd name="connsiteY14" fmla="*/ 49378 h 63470"/>
                    <a:gd name="connsiteX15" fmla="*/ 49701 w 51101"/>
                    <a:gd name="connsiteY15" fmla="*/ 29448 h 63470"/>
                    <a:gd name="connsiteX16" fmla="*/ 50953 w 51101"/>
                    <a:gd name="connsiteY16" fmla="*/ 24329 h 63470"/>
                    <a:gd name="connsiteX17" fmla="*/ 36959 w 51101"/>
                    <a:gd name="connsiteY17" fmla="*/ 1405 h 63470"/>
                    <a:gd name="connsiteX18" fmla="*/ 8915 w 51101"/>
                    <a:gd name="connsiteY18" fmla="*/ 14092 h 63470"/>
                    <a:gd name="connsiteX19" fmla="*/ 1401 w 51101"/>
                    <a:gd name="connsiteY19" fmla="*/ 34022 h 63470"/>
                    <a:gd name="connsiteX20" fmla="*/ 148 w 51101"/>
                    <a:gd name="connsiteY20" fmla="*/ 39141 h 63470"/>
                    <a:gd name="connsiteX21" fmla="*/ 148 w 51101"/>
                    <a:gd name="connsiteY21" fmla="*/ 39141 h 63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1101" h="63470">
                      <a:moveTo>
                        <a:pt x="5539" y="39794"/>
                      </a:moveTo>
                      <a:lnTo>
                        <a:pt x="5539" y="39794"/>
                      </a:lnTo>
                      <a:cubicBezTo>
                        <a:pt x="5702" y="38488"/>
                        <a:pt x="6029" y="37181"/>
                        <a:pt x="6465" y="35928"/>
                      </a:cubicBezTo>
                      <a:lnTo>
                        <a:pt x="13979" y="15998"/>
                      </a:lnTo>
                      <a:cubicBezTo>
                        <a:pt x="15504" y="11914"/>
                        <a:pt x="18554" y="8647"/>
                        <a:pt x="22529" y="6850"/>
                      </a:cubicBezTo>
                      <a:cubicBezTo>
                        <a:pt x="26504" y="5053"/>
                        <a:pt x="30914" y="4889"/>
                        <a:pt x="35053" y="6469"/>
                      </a:cubicBezTo>
                      <a:cubicBezTo>
                        <a:pt x="42077" y="9137"/>
                        <a:pt x="46434" y="16161"/>
                        <a:pt x="45508" y="23676"/>
                      </a:cubicBezTo>
                      <a:cubicBezTo>
                        <a:pt x="45345" y="24983"/>
                        <a:pt x="45018" y="26290"/>
                        <a:pt x="44582" y="27542"/>
                      </a:cubicBezTo>
                      <a:lnTo>
                        <a:pt x="37068" y="47472"/>
                      </a:lnTo>
                      <a:cubicBezTo>
                        <a:pt x="35543" y="51556"/>
                        <a:pt x="32494" y="54824"/>
                        <a:pt x="28519" y="56620"/>
                      </a:cubicBezTo>
                      <a:cubicBezTo>
                        <a:pt x="24543" y="58417"/>
                        <a:pt x="20133" y="58581"/>
                        <a:pt x="15994" y="57002"/>
                      </a:cubicBezTo>
                      <a:cubicBezTo>
                        <a:pt x="8970" y="54279"/>
                        <a:pt x="4668" y="47255"/>
                        <a:pt x="5539" y="39794"/>
                      </a:cubicBezTo>
                      <a:moveTo>
                        <a:pt x="148" y="39141"/>
                      </a:moveTo>
                      <a:cubicBezTo>
                        <a:pt x="-995" y="48834"/>
                        <a:pt x="4559" y="58472"/>
                        <a:pt x="14143" y="62066"/>
                      </a:cubicBezTo>
                      <a:cubicBezTo>
                        <a:pt x="25415" y="66313"/>
                        <a:pt x="37939" y="60596"/>
                        <a:pt x="42186" y="49378"/>
                      </a:cubicBezTo>
                      <a:lnTo>
                        <a:pt x="49701" y="29448"/>
                      </a:lnTo>
                      <a:cubicBezTo>
                        <a:pt x="50355" y="27760"/>
                        <a:pt x="50736" y="26017"/>
                        <a:pt x="50953" y="24329"/>
                      </a:cubicBezTo>
                      <a:cubicBezTo>
                        <a:pt x="52097" y="14637"/>
                        <a:pt x="46543" y="4998"/>
                        <a:pt x="36959" y="1405"/>
                      </a:cubicBezTo>
                      <a:cubicBezTo>
                        <a:pt x="25687" y="-2843"/>
                        <a:pt x="13162" y="2875"/>
                        <a:pt x="8915" y="14092"/>
                      </a:cubicBezTo>
                      <a:lnTo>
                        <a:pt x="1401" y="34022"/>
                      </a:lnTo>
                      <a:cubicBezTo>
                        <a:pt x="747" y="35710"/>
                        <a:pt x="366" y="37398"/>
                        <a:pt x="148" y="39141"/>
                      </a:cubicBezTo>
                      <a:lnTo>
                        <a:pt x="148" y="39141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9" name="Forme libre : forme 648">
                  <a:extLst>
                    <a:ext uri="{FF2B5EF4-FFF2-40B4-BE49-F238E27FC236}">
                      <a16:creationId xmlns:a16="http://schemas.microsoft.com/office/drawing/2014/main" id="{83F8ADCD-E348-44D5-ABCE-DC10B64DDD82}"/>
                    </a:ext>
                  </a:extLst>
                </p:cNvPr>
                <p:cNvSpPr/>
                <p:nvPr/>
              </p:nvSpPr>
              <p:spPr>
                <a:xfrm>
                  <a:off x="4232933" y="5275614"/>
                  <a:ext cx="20907" cy="22873"/>
                </a:xfrm>
                <a:custGeom>
                  <a:avLst/>
                  <a:gdLst>
                    <a:gd name="connsiteX0" fmla="*/ 6328 w 20907"/>
                    <a:gd name="connsiteY0" fmla="*/ 3356 h 22873"/>
                    <a:gd name="connsiteX1" fmla="*/ 10793 w 20907"/>
                    <a:gd name="connsiteY1" fmla="*/ 1124 h 22873"/>
                    <a:gd name="connsiteX2" fmla="*/ 16838 w 20907"/>
                    <a:gd name="connsiteY2" fmla="*/ 34 h 22873"/>
                    <a:gd name="connsiteX3" fmla="*/ 19125 w 20907"/>
                    <a:gd name="connsiteY3" fmla="*/ 416 h 22873"/>
                    <a:gd name="connsiteX4" fmla="*/ 19996 w 20907"/>
                    <a:gd name="connsiteY4" fmla="*/ 1722 h 22873"/>
                    <a:gd name="connsiteX5" fmla="*/ 20704 w 20907"/>
                    <a:gd name="connsiteY5" fmla="*/ 6188 h 22873"/>
                    <a:gd name="connsiteX6" fmla="*/ 19397 w 20907"/>
                    <a:gd name="connsiteY6" fmla="*/ 7985 h 22873"/>
                    <a:gd name="connsiteX7" fmla="*/ 12590 w 20907"/>
                    <a:gd name="connsiteY7" fmla="*/ 13539 h 22873"/>
                    <a:gd name="connsiteX8" fmla="*/ 2625 w 20907"/>
                    <a:gd name="connsiteY8" fmla="*/ 21925 h 22873"/>
                    <a:gd name="connsiteX9" fmla="*/ 2080 w 20907"/>
                    <a:gd name="connsiteY9" fmla="*/ 11415 h 22873"/>
                    <a:gd name="connsiteX10" fmla="*/ 6328 w 20907"/>
                    <a:gd name="connsiteY10" fmla="*/ 3356 h 2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907" h="22873">
                      <a:moveTo>
                        <a:pt x="6328" y="3356"/>
                      </a:moveTo>
                      <a:cubicBezTo>
                        <a:pt x="7526" y="2158"/>
                        <a:pt x="9160" y="1559"/>
                        <a:pt x="10793" y="1124"/>
                      </a:cubicBezTo>
                      <a:cubicBezTo>
                        <a:pt x="12754" y="579"/>
                        <a:pt x="14823" y="198"/>
                        <a:pt x="16838" y="34"/>
                      </a:cubicBezTo>
                      <a:cubicBezTo>
                        <a:pt x="17654" y="-20"/>
                        <a:pt x="18526" y="-74"/>
                        <a:pt x="19125" y="416"/>
                      </a:cubicBezTo>
                      <a:cubicBezTo>
                        <a:pt x="19560" y="742"/>
                        <a:pt x="19778" y="1233"/>
                        <a:pt x="19996" y="1722"/>
                      </a:cubicBezTo>
                      <a:cubicBezTo>
                        <a:pt x="20595" y="3138"/>
                        <a:pt x="21248" y="4717"/>
                        <a:pt x="20704" y="6188"/>
                      </a:cubicBezTo>
                      <a:cubicBezTo>
                        <a:pt x="20432" y="6896"/>
                        <a:pt x="19941" y="7440"/>
                        <a:pt x="19397" y="7985"/>
                      </a:cubicBezTo>
                      <a:cubicBezTo>
                        <a:pt x="17219" y="9945"/>
                        <a:pt x="14333" y="11143"/>
                        <a:pt x="12590" y="13539"/>
                      </a:cubicBezTo>
                      <a:cubicBezTo>
                        <a:pt x="9758" y="17569"/>
                        <a:pt x="9813" y="25628"/>
                        <a:pt x="2625" y="21925"/>
                      </a:cubicBezTo>
                      <a:cubicBezTo>
                        <a:pt x="-1677" y="19692"/>
                        <a:pt x="175" y="14628"/>
                        <a:pt x="2080" y="11415"/>
                      </a:cubicBezTo>
                      <a:cubicBezTo>
                        <a:pt x="3605" y="8910"/>
                        <a:pt x="4259" y="5480"/>
                        <a:pt x="6328" y="3356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0" name="Forme libre : forme 649">
                  <a:extLst>
                    <a:ext uri="{FF2B5EF4-FFF2-40B4-BE49-F238E27FC236}">
                      <a16:creationId xmlns:a16="http://schemas.microsoft.com/office/drawing/2014/main" id="{3D9A839E-CB38-4202-9577-D40ABD93F59A}"/>
                    </a:ext>
                  </a:extLst>
                </p:cNvPr>
                <p:cNvSpPr/>
                <p:nvPr/>
              </p:nvSpPr>
              <p:spPr>
                <a:xfrm>
                  <a:off x="4218711" y="5265852"/>
                  <a:ext cx="51083" cy="63483"/>
                </a:xfrm>
                <a:custGeom>
                  <a:avLst/>
                  <a:gdLst>
                    <a:gd name="connsiteX0" fmla="*/ 50935 w 51083"/>
                    <a:gd name="connsiteY0" fmla="*/ 24336 h 63483"/>
                    <a:gd name="connsiteX1" fmla="*/ 49682 w 51083"/>
                    <a:gd name="connsiteY1" fmla="*/ 29454 h 63483"/>
                    <a:gd name="connsiteX2" fmla="*/ 42168 w 51083"/>
                    <a:gd name="connsiteY2" fmla="*/ 49385 h 63483"/>
                    <a:gd name="connsiteX3" fmla="*/ 14124 w 51083"/>
                    <a:gd name="connsiteY3" fmla="*/ 62073 h 63483"/>
                    <a:gd name="connsiteX4" fmla="*/ 1382 w 51083"/>
                    <a:gd name="connsiteY4" fmla="*/ 34029 h 63483"/>
                    <a:gd name="connsiteX5" fmla="*/ 8896 w 51083"/>
                    <a:gd name="connsiteY5" fmla="*/ 14099 h 63483"/>
                    <a:gd name="connsiteX6" fmla="*/ 36940 w 51083"/>
                    <a:gd name="connsiteY6" fmla="*/ 1411 h 63483"/>
                    <a:gd name="connsiteX7" fmla="*/ 50935 w 51083"/>
                    <a:gd name="connsiteY7" fmla="*/ 24336 h 63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083" h="63483">
                      <a:moveTo>
                        <a:pt x="50935" y="24336"/>
                      </a:moveTo>
                      <a:cubicBezTo>
                        <a:pt x="50717" y="26078"/>
                        <a:pt x="50336" y="27766"/>
                        <a:pt x="49682" y="29454"/>
                      </a:cubicBezTo>
                      <a:lnTo>
                        <a:pt x="42168" y="49385"/>
                      </a:lnTo>
                      <a:cubicBezTo>
                        <a:pt x="37920" y="60657"/>
                        <a:pt x="25396" y="66320"/>
                        <a:pt x="14124" y="62073"/>
                      </a:cubicBezTo>
                      <a:cubicBezTo>
                        <a:pt x="2852" y="57825"/>
                        <a:pt x="-2811" y="45246"/>
                        <a:pt x="1382" y="34029"/>
                      </a:cubicBezTo>
                      <a:lnTo>
                        <a:pt x="8896" y="14099"/>
                      </a:lnTo>
                      <a:cubicBezTo>
                        <a:pt x="13144" y="2827"/>
                        <a:pt x="25668" y="-2837"/>
                        <a:pt x="36940" y="1411"/>
                      </a:cubicBezTo>
                      <a:cubicBezTo>
                        <a:pt x="46578" y="5005"/>
                        <a:pt x="52078" y="14643"/>
                        <a:pt x="50935" y="24336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51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257195" y="5306923"/>
                <a:ext cx="56049" cy="47339"/>
                <a:chOff x="4257195" y="5306923"/>
                <a:chExt cx="56049" cy="47339"/>
              </a:xfrm>
              <a:solidFill>
                <a:schemeClr val="accent1"/>
              </a:solidFill>
            </p:grpSpPr>
            <p:sp>
              <p:nvSpPr>
                <p:cNvPr id="652" name="Forme libre : forme 651">
                  <a:extLst>
                    <a:ext uri="{FF2B5EF4-FFF2-40B4-BE49-F238E27FC236}">
                      <a16:creationId xmlns:a16="http://schemas.microsoft.com/office/drawing/2014/main" id="{7A92977A-CF9D-4FE9-ABF0-A4A2AD80E11E}"/>
                    </a:ext>
                  </a:extLst>
                </p:cNvPr>
                <p:cNvSpPr/>
                <p:nvPr/>
              </p:nvSpPr>
              <p:spPr>
                <a:xfrm>
                  <a:off x="4257213" y="5306977"/>
                  <a:ext cx="56031" cy="47285"/>
                </a:xfrm>
                <a:custGeom>
                  <a:avLst/>
                  <a:gdLst>
                    <a:gd name="connsiteX0" fmla="*/ 55887 w 56031"/>
                    <a:gd name="connsiteY0" fmla="*/ 24323 h 47285"/>
                    <a:gd name="connsiteX1" fmla="*/ 40422 w 56031"/>
                    <a:gd name="connsiteY1" fmla="*/ 42674 h 47285"/>
                    <a:gd name="connsiteX2" fmla="*/ 27952 w 56031"/>
                    <a:gd name="connsiteY2" fmla="*/ 46377 h 47285"/>
                    <a:gd name="connsiteX3" fmla="*/ 888 w 56031"/>
                    <a:gd name="connsiteY3" fmla="*/ 31675 h 47285"/>
                    <a:gd name="connsiteX4" fmla="*/ 15591 w 56031"/>
                    <a:gd name="connsiteY4" fmla="*/ 4611 h 47285"/>
                    <a:gd name="connsiteX5" fmla="*/ 28061 w 56031"/>
                    <a:gd name="connsiteY5" fmla="*/ 908 h 47285"/>
                    <a:gd name="connsiteX6" fmla="*/ 55124 w 56031"/>
                    <a:gd name="connsiteY6" fmla="*/ 15611 h 47285"/>
                    <a:gd name="connsiteX7" fmla="*/ 55887 w 56031"/>
                    <a:gd name="connsiteY7" fmla="*/ 24323 h 47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6031" h="47285">
                      <a:moveTo>
                        <a:pt x="55887" y="24323"/>
                      </a:moveTo>
                      <a:cubicBezTo>
                        <a:pt x="54907" y="32709"/>
                        <a:pt x="49026" y="40115"/>
                        <a:pt x="40422" y="42674"/>
                      </a:cubicBezTo>
                      <a:lnTo>
                        <a:pt x="27952" y="46377"/>
                      </a:lnTo>
                      <a:cubicBezTo>
                        <a:pt x="16408" y="49808"/>
                        <a:pt x="4319" y="43219"/>
                        <a:pt x="888" y="31675"/>
                      </a:cubicBezTo>
                      <a:cubicBezTo>
                        <a:pt x="-2488" y="20130"/>
                        <a:pt x="4047" y="8042"/>
                        <a:pt x="15591" y="4611"/>
                      </a:cubicBezTo>
                      <a:lnTo>
                        <a:pt x="28061" y="908"/>
                      </a:lnTo>
                      <a:cubicBezTo>
                        <a:pt x="39605" y="-2522"/>
                        <a:pt x="51694" y="4066"/>
                        <a:pt x="55124" y="15611"/>
                      </a:cubicBezTo>
                      <a:cubicBezTo>
                        <a:pt x="55996" y="18497"/>
                        <a:pt x="56214" y="21437"/>
                        <a:pt x="55887" y="24323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3" name="Forme libre : forme 652">
                  <a:extLst>
                    <a:ext uri="{FF2B5EF4-FFF2-40B4-BE49-F238E27FC236}">
                      <a16:creationId xmlns:a16="http://schemas.microsoft.com/office/drawing/2014/main" id="{3042D4EB-D7F1-4AA7-B9DE-4641C74C3E2F}"/>
                    </a:ext>
                  </a:extLst>
                </p:cNvPr>
                <p:cNvSpPr/>
                <p:nvPr/>
              </p:nvSpPr>
              <p:spPr>
                <a:xfrm>
                  <a:off x="4257195" y="5306923"/>
                  <a:ext cx="56049" cy="47285"/>
                </a:xfrm>
                <a:custGeom>
                  <a:avLst/>
                  <a:gdLst>
                    <a:gd name="connsiteX0" fmla="*/ 5590 w 56049"/>
                    <a:gd name="connsiteY0" fmla="*/ 23615 h 47285"/>
                    <a:gd name="connsiteX1" fmla="*/ 5590 w 56049"/>
                    <a:gd name="connsiteY1" fmla="*/ 23615 h 47285"/>
                    <a:gd name="connsiteX2" fmla="*/ 17188 w 56049"/>
                    <a:gd name="connsiteY2" fmla="*/ 9838 h 47285"/>
                    <a:gd name="connsiteX3" fmla="*/ 29658 w 56049"/>
                    <a:gd name="connsiteY3" fmla="*/ 6136 h 47285"/>
                    <a:gd name="connsiteX4" fmla="*/ 49969 w 56049"/>
                    <a:gd name="connsiteY4" fmla="*/ 17135 h 47285"/>
                    <a:gd name="connsiteX5" fmla="*/ 50514 w 56049"/>
                    <a:gd name="connsiteY5" fmla="*/ 23670 h 47285"/>
                    <a:gd name="connsiteX6" fmla="*/ 38915 w 56049"/>
                    <a:gd name="connsiteY6" fmla="*/ 37446 h 47285"/>
                    <a:gd name="connsiteX7" fmla="*/ 26445 w 56049"/>
                    <a:gd name="connsiteY7" fmla="*/ 41149 h 47285"/>
                    <a:gd name="connsiteX8" fmla="*/ 6134 w 56049"/>
                    <a:gd name="connsiteY8" fmla="*/ 30150 h 47285"/>
                    <a:gd name="connsiteX9" fmla="*/ 5590 w 56049"/>
                    <a:gd name="connsiteY9" fmla="*/ 23615 h 47285"/>
                    <a:gd name="connsiteX10" fmla="*/ 144 w 56049"/>
                    <a:gd name="connsiteY10" fmla="*/ 22962 h 47285"/>
                    <a:gd name="connsiteX11" fmla="*/ 907 w 56049"/>
                    <a:gd name="connsiteY11" fmla="*/ 31674 h 47285"/>
                    <a:gd name="connsiteX12" fmla="*/ 27970 w 56049"/>
                    <a:gd name="connsiteY12" fmla="*/ 46377 h 47285"/>
                    <a:gd name="connsiteX13" fmla="*/ 40440 w 56049"/>
                    <a:gd name="connsiteY13" fmla="*/ 42674 h 47285"/>
                    <a:gd name="connsiteX14" fmla="*/ 55905 w 56049"/>
                    <a:gd name="connsiteY14" fmla="*/ 24323 h 47285"/>
                    <a:gd name="connsiteX15" fmla="*/ 55143 w 56049"/>
                    <a:gd name="connsiteY15" fmla="*/ 15610 h 47285"/>
                    <a:gd name="connsiteX16" fmla="*/ 28079 w 56049"/>
                    <a:gd name="connsiteY16" fmla="*/ 908 h 47285"/>
                    <a:gd name="connsiteX17" fmla="*/ 15609 w 56049"/>
                    <a:gd name="connsiteY17" fmla="*/ 4611 h 47285"/>
                    <a:gd name="connsiteX18" fmla="*/ 144 w 56049"/>
                    <a:gd name="connsiteY18" fmla="*/ 22962 h 47285"/>
                    <a:gd name="connsiteX19" fmla="*/ 144 w 56049"/>
                    <a:gd name="connsiteY19" fmla="*/ 22962 h 47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6049" h="47285">
                      <a:moveTo>
                        <a:pt x="5590" y="23615"/>
                      </a:moveTo>
                      <a:lnTo>
                        <a:pt x="5590" y="23615"/>
                      </a:lnTo>
                      <a:cubicBezTo>
                        <a:pt x="6352" y="17135"/>
                        <a:pt x="10926" y="11690"/>
                        <a:pt x="17188" y="9838"/>
                      </a:cubicBezTo>
                      <a:lnTo>
                        <a:pt x="29658" y="6136"/>
                      </a:lnTo>
                      <a:cubicBezTo>
                        <a:pt x="38316" y="3576"/>
                        <a:pt x="47410" y="8532"/>
                        <a:pt x="49969" y="17135"/>
                      </a:cubicBezTo>
                      <a:cubicBezTo>
                        <a:pt x="50623" y="19259"/>
                        <a:pt x="50786" y="21492"/>
                        <a:pt x="50514" y="23670"/>
                      </a:cubicBezTo>
                      <a:cubicBezTo>
                        <a:pt x="49752" y="30150"/>
                        <a:pt x="45178" y="35595"/>
                        <a:pt x="38915" y="37446"/>
                      </a:cubicBezTo>
                      <a:lnTo>
                        <a:pt x="26445" y="41149"/>
                      </a:lnTo>
                      <a:cubicBezTo>
                        <a:pt x="17787" y="43709"/>
                        <a:pt x="8693" y="38753"/>
                        <a:pt x="6134" y="30150"/>
                      </a:cubicBezTo>
                      <a:cubicBezTo>
                        <a:pt x="5481" y="28026"/>
                        <a:pt x="5317" y="25794"/>
                        <a:pt x="5590" y="23615"/>
                      </a:cubicBezTo>
                      <a:moveTo>
                        <a:pt x="144" y="22962"/>
                      </a:moveTo>
                      <a:cubicBezTo>
                        <a:pt x="-183" y="25794"/>
                        <a:pt x="35" y="28734"/>
                        <a:pt x="907" y="31674"/>
                      </a:cubicBezTo>
                      <a:cubicBezTo>
                        <a:pt x="4337" y="43219"/>
                        <a:pt x="16426" y="49808"/>
                        <a:pt x="27970" y="46377"/>
                      </a:cubicBezTo>
                      <a:lnTo>
                        <a:pt x="40440" y="42674"/>
                      </a:lnTo>
                      <a:cubicBezTo>
                        <a:pt x="49044" y="40115"/>
                        <a:pt x="54925" y="32709"/>
                        <a:pt x="55905" y="24323"/>
                      </a:cubicBezTo>
                      <a:cubicBezTo>
                        <a:pt x="56232" y="21492"/>
                        <a:pt x="56014" y="18497"/>
                        <a:pt x="55143" y="15610"/>
                      </a:cubicBezTo>
                      <a:cubicBezTo>
                        <a:pt x="51712" y="4066"/>
                        <a:pt x="39623" y="-2522"/>
                        <a:pt x="28079" y="908"/>
                      </a:cubicBezTo>
                      <a:lnTo>
                        <a:pt x="15609" y="4611"/>
                      </a:lnTo>
                      <a:cubicBezTo>
                        <a:pt x="7005" y="7170"/>
                        <a:pt x="1124" y="14576"/>
                        <a:pt x="144" y="22962"/>
                      </a:cubicBezTo>
                      <a:lnTo>
                        <a:pt x="144" y="22962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4" name="Forme libre : forme 653">
                  <a:extLst>
                    <a:ext uri="{FF2B5EF4-FFF2-40B4-BE49-F238E27FC236}">
                      <a16:creationId xmlns:a16="http://schemas.microsoft.com/office/drawing/2014/main" id="{6F822552-3454-443E-ACD5-D0B5F83E7BB1}"/>
                    </a:ext>
                  </a:extLst>
                </p:cNvPr>
                <p:cNvSpPr/>
                <p:nvPr/>
              </p:nvSpPr>
              <p:spPr>
                <a:xfrm>
                  <a:off x="4286311" y="5320440"/>
                  <a:ext cx="15349" cy="21261"/>
                </a:xfrm>
                <a:custGeom>
                  <a:avLst/>
                  <a:gdLst>
                    <a:gd name="connsiteX0" fmla="*/ 5933 w 15349"/>
                    <a:gd name="connsiteY0" fmla="*/ 21261 h 21261"/>
                    <a:gd name="connsiteX1" fmla="*/ 11705 w 15349"/>
                    <a:gd name="connsiteY1" fmla="*/ 16578 h 21261"/>
                    <a:gd name="connsiteX2" fmla="*/ 15081 w 15349"/>
                    <a:gd name="connsiteY2" fmla="*/ 12603 h 21261"/>
                    <a:gd name="connsiteX3" fmla="*/ 14973 w 15349"/>
                    <a:gd name="connsiteY3" fmla="*/ 7866 h 21261"/>
                    <a:gd name="connsiteX4" fmla="*/ 12631 w 15349"/>
                    <a:gd name="connsiteY4" fmla="*/ 2039 h 21261"/>
                    <a:gd name="connsiteX5" fmla="*/ 6859 w 15349"/>
                    <a:gd name="connsiteY5" fmla="*/ 24 h 21261"/>
                    <a:gd name="connsiteX6" fmla="*/ 1141 w 15349"/>
                    <a:gd name="connsiteY6" fmla="*/ 2475 h 21261"/>
                    <a:gd name="connsiteX7" fmla="*/ 161 w 15349"/>
                    <a:gd name="connsiteY7" fmla="*/ 3564 h 21261"/>
                    <a:gd name="connsiteX8" fmla="*/ 651 w 15349"/>
                    <a:gd name="connsiteY8" fmla="*/ 6559 h 21261"/>
                    <a:gd name="connsiteX9" fmla="*/ 1522 w 15349"/>
                    <a:gd name="connsiteY9" fmla="*/ 14182 h 21261"/>
                    <a:gd name="connsiteX10" fmla="*/ 978 w 15349"/>
                    <a:gd name="connsiteY10" fmla="*/ 16905 h 21261"/>
                    <a:gd name="connsiteX11" fmla="*/ 2176 w 15349"/>
                    <a:gd name="connsiteY11" fmla="*/ 19247 h 21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349" h="21261">
                      <a:moveTo>
                        <a:pt x="5933" y="21261"/>
                      </a:moveTo>
                      <a:cubicBezTo>
                        <a:pt x="7839" y="19682"/>
                        <a:pt x="9799" y="18157"/>
                        <a:pt x="11705" y="16578"/>
                      </a:cubicBezTo>
                      <a:cubicBezTo>
                        <a:pt x="13067" y="15489"/>
                        <a:pt x="14537" y="14237"/>
                        <a:pt x="15081" y="12603"/>
                      </a:cubicBezTo>
                      <a:cubicBezTo>
                        <a:pt x="15572" y="11078"/>
                        <a:pt x="15299" y="9445"/>
                        <a:pt x="14973" y="7866"/>
                      </a:cubicBezTo>
                      <a:cubicBezTo>
                        <a:pt x="14591" y="5797"/>
                        <a:pt x="14047" y="3618"/>
                        <a:pt x="12631" y="2039"/>
                      </a:cubicBezTo>
                      <a:cubicBezTo>
                        <a:pt x="11215" y="514"/>
                        <a:pt x="8983" y="-139"/>
                        <a:pt x="6859" y="24"/>
                      </a:cubicBezTo>
                      <a:cubicBezTo>
                        <a:pt x="4790" y="242"/>
                        <a:pt x="2829" y="1168"/>
                        <a:pt x="1141" y="2475"/>
                      </a:cubicBezTo>
                      <a:cubicBezTo>
                        <a:pt x="760" y="2801"/>
                        <a:pt x="324" y="3128"/>
                        <a:pt x="161" y="3564"/>
                      </a:cubicBezTo>
                      <a:cubicBezTo>
                        <a:pt x="-274" y="4489"/>
                        <a:pt x="270" y="5579"/>
                        <a:pt x="651" y="6559"/>
                      </a:cubicBezTo>
                      <a:cubicBezTo>
                        <a:pt x="1686" y="8955"/>
                        <a:pt x="2122" y="11677"/>
                        <a:pt x="1522" y="14182"/>
                      </a:cubicBezTo>
                      <a:cubicBezTo>
                        <a:pt x="1305" y="15108"/>
                        <a:pt x="978" y="15979"/>
                        <a:pt x="978" y="16905"/>
                      </a:cubicBezTo>
                      <a:cubicBezTo>
                        <a:pt x="978" y="17831"/>
                        <a:pt x="1359" y="18865"/>
                        <a:pt x="2176" y="19247"/>
                      </a:cubicBezTo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5" name="Forme libre : forme 654">
                  <a:extLst>
                    <a:ext uri="{FF2B5EF4-FFF2-40B4-BE49-F238E27FC236}">
                      <a16:creationId xmlns:a16="http://schemas.microsoft.com/office/drawing/2014/main" id="{CEC551F7-41E4-4898-AEAD-1C6F95BB0B69}"/>
                    </a:ext>
                  </a:extLst>
                </p:cNvPr>
                <p:cNvSpPr/>
                <p:nvPr/>
              </p:nvSpPr>
              <p:spPr>
                <a:xfrm>
                  <a:off x="4257213" y="5306977"/>
                  <a:ext cx="56031" cy="47285"/>
                </a:xfrm>
                <a:custGeom>
                  <a:avLst/>
                  <a:gdLst>
                    <a:gd name="connsiteX0" fmla="*/ 55887 w 56031"/>
                    <a:gd name="connsiteY0" fmla="*/ 24323 h 47285"/>
                    <a:gd name="connsiteX1" fmla="*/ 40422 w 56031"/>
                    <a:gd name="connsiteY1" fmla="*/ 42674 h 47285"/>
                    <a:gd name="connsiteX2" fmla="*/ 27952 w 56031"/>
                    <a:gd name="connsiteY2" fmla="*/ 46377 h 47285"/>
                    <a:gd name="connsiteX3" fmla="*/ 888 w 56031"/>
                    <a:gd name="connsiteY3" fmla="*/ 31675 h 47285"/>
                    <a:gd name="connsiteX4" fmla="*/ 15591 w 56031"/>
                    <a:gd name="connsiteY4" fmla="*/ 4611 h 47285"/>
                    <a:gd name="connsiteX5" fmla="*/ 28061 w 56031"/>
                    <a:gd name="connsiteY5" fmla="*/ 908 h 47285"/>
                    <a:gd name="connsiteX6" fmla="*/ 55124 w 56031"/>
                    <a:gd name="connsiteY6" fmla="*/ 15611 h 47285"/>
                    <a:gd name="connsiteX7" fmla="*/ 55887 w 56031"/>
                    <a:gd name="connsiteY7" fmla="*/ 24323 h 47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6031" h="47285">
                      <a:moveTo>
                        <a:pt x="55887" y="24323"/>
                      </a:moveTo>
                      <a:cubicBezTo>
                        <a:pt x="54907" y="32709"/>
                        <a:pt x="49026" y="40115"/>
                        <a:pt x="40422" y="42674"/>
                      </a:cubicBezTo>
                      <a:lnTo>
                        <a:pt x="27952" y="46377"/>
                      </a:lnTo>
                      <a:cubicBezTo>
                        <a:pt x="16408" y="49808"/>
                        <a:pt x="4319" y="43219"/>
                        <a:pt x="888" y="31675"/>
                      </a:cubicBezTo>
                      <a:cubicBezTo>
                        <a:pt x="-2488" y="20130"/>
                        <a:pt x="4047" y="8042"/>
                        <a:pt x="15591" y="4611"/>
                      </a:cubicBezTo>
                      <a:lnTo>
                        <a:pt x="28061" y="908"/>
                      </a:lnTo>
                      <a:cubicBezTo>
                        <a:pt x="39605" y="-2522"/>
                        <a:pt x="51694" y="4066"/>
                        <a:pt x="55124" y="15611"/>
                      </a:cubicBezTo>
                      <a:cubicBezTo>
                        <a:pt x="55996" y="18497"/>
                        <a:pt x="56214" y="21437"/>
                        <a:pt x="55887" y="24323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56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174090" y="5327182"/>
                <a:ext cx="71587" cy="53199"/>
                <a:chOff x="4174090" y="5327182"/>
                <a:chExt cx="71587" cy="53199"/>
              </a:xfrm>
              <a:solidFill>
                <a:schemeClr val="accent1"/>
              </a:solidFill>
            </p:grpSpPr>
            <p:sp>
              <p:nvSpPr>
                <p:cNvPr id="657" name="Forme libre : forme 656">
                  <a:extLst>
                    <a:ext uri="{FF2B5EF4-FFF2-40B4-BE49-F238E27FC236}">
                      <a16:creationId xmlns:a16="http://schemas.microsoft.com/office/drawing/2014/main" id="{E26361B7-E802-47B4-BD9E-B0BADE78ACA6}"/>
                    </a:ext>
                  </a:extLst>
                </p:cNvPr>
                <p:cNvSpPr/>
                <p:nvPr/>
              </p:nvSpPr>
              <p:spPr>
                <a:xfrm>
                  <a:off x="4186000" y="5350088"/>
                  <a:ext cx="39171" cy="18324"/>
                </a:xfrm>
                <a:custGeom>
                  <a:avLst/>
                  <a:gdLst>
                    <a:gd name="connsiteX0" fmla="*/ 6648 w 39171"/>
                    <a:gd name="connsiteY0" fmla="*/ 18295 h 18324"/>
                    <a:gd name="connsiteX1" fmla="*/ 15579 w 39171"/>
                    <a:gd name="connsiteY1" fmla="*/ 16389 h 18324"/>
                    <a:gd name="connsiteX2" fmla="*/ 32786 w 39171"/>
                    <a:gd name="connsiteY2" fmla="*/ 7786 h 18324"/>
                    <a:gd name="connsiteX3" fmla="*/ 38994 w 39171"/>
                    <a:gd name="connsiteY3" fmla="*/ 1905 h 18324"/>
                    <a:gd name="connsiteX4" fmla="*/ 39157 w 39171"/>
                    <a:gd name="connsiteY4" fmla="*/ 1088 h 18324"/>
                    <a:gd name="connsiteX5" fmla="*/ 37959 w 39171"/>
                    <a:gd name="connsiteY5" fmla="*/ 217 h 18324"/>
                    <a:gd name="connsiteX6" fmla="*/ 31207 w 39171"/>
                    <a:gd name="connsiteY6" fmla="*/ 598 h 18324"/>
                    <a:gd name="connsiteX7" fmla="*/ 8282 w 39171"/>
                    <a:gd name="connsiteY7" fmla="*/ 6642 h 18324"/>
                    <a:gd name="connsiteX8" fmla="*/ 2673 w 39171"/>
                    <a:gd name="connsiteY8" fmla="*/ 9093 h 18324"/>
                    <a:gd name="connsiteX9" fmla="*/ 6648 w 39171"/>
                    <a:gd name="connsiteY9" fmla="*/ 18295 h 18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171" h="18324">
                      <a:moveTo>
                        <a:pt x="6648" y="18295"/>
                      </a:moveTo>
                      <a:cubicBezTo>
                        <a:pt x="9698" y="18513"/>
                        <a:pt x="12747" y="17478"/>
                        <a:pt x="15579" y="16389"/>
                      </a:cubicBezTo>
                      <a:cubicBezTo>
                        <a:pt x="21569" y="14048"/>
                        <a:pt x="27286" y="11162"/>
                        <a:pt x="32786" y="7786"/>
                      </a:cubicBezTo>
                      <a:cubicBezTo>
                        <a:pt x="35236" y="6261"/>
                        <a:pt x="37796" y="4518"/>
                        <a:pt x="38994" y="1905"/>
                      </a:cubicBezTo>
                      <a:cubicBezTo>
                        <a:pt x="39103" y="1632"/>
                        <a:pt x="39212" y="1360"/>
                        <a:pt x="39157" y="1088"/>
                      </a:cubicBezTo>
                      <a:cubicBezTo>
                        <a:pt x="39048" y="543"/>
                        <a:pt x="38449" y="326"/>
                        <a:pt x="37959" y="217"/>
                      </a:cubicBezTo>
                      <a:cubicBezTo>
                        <a:pt x="35727" y="-274"/>
                        <a:pt x="33439" y="162"/>
                        <a:pt x="31207" y="598"/>
                      </a:cubicBezTo>
                      <a:cubicBezTo>
                        <a:pt x="23475" y="2231"/>
                        <a:pt x="15797" y="4246"/>
                        <a:pt x="8282" y="6642"/>
                      </a:cubicBezTo>
                      <a:cubicBezTo>
                        <a:pt x="6321" y="7241"/>
                        <a:pt x="4361" y="7949"/>
                        <a:pt x="2673" y="9093"/>
                      </a:cubicBezTo>
                      <a:cubicBezTo>
                        <a:pt x="-2881" y="12959"/>
                        <a:pt x="1094" y="17860"/>
                        <a:pt x="6648" y="18295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658" name="Graphique 3">
                  <a:extLst>
                    <a:ext uri="{FF2B5EF4-FFF2-40B4-BE49-F238E27FC236}">
                      <a16:creationId xmlns:a16="http://schemas.microsoft.com/office/drawing/2014/main" id="{49F33AAF-9D64-4980-95A6-26CA68342C7F}"/>
                    </a:ext>
                  </a:extLst>
                </p:cNvPr>
                <p:cNvGrpSpPr/>
                <p:nvPr/>
              </p:nvGrpSpPr>
              <p:grpSpPr>
                <a:xfrm>
                  <a:off x="4174090" y="5327182"/>
                  <a:ext cx="71587" cy="53199"/>
                  <a:chOff x="4174090" y="5327182"/>
                  <a:chExt cx="71587" cy="53199"/>
                </a:xfrm>
                <a:solidFill>
                  <a:schemeClr val="accent1"/>
                </a:solidFill>
              </p:grpSpPr>
              <p:sp>
                <p:nvSpPr>
                  <p:cNvPr id="659" name="Forme libre : forme 658">
                    <a:extLst>
                      <a:ext uri="{FF2B5EF4-FFF2-40B4-BE49-F238E27FC236}">
                        <a16:creationId xmlns:a16="http://schemas.microsoft.com/office/drawing/2014/main" id="{748B5EE4-E8C5-4B09-A5C8-771622DCA45F}"/>
                      </a:ext>
                    </a:extLst>
                  </p:cNvPr>
                  <p:cNvSpPr/>
                  <p:nvPr/>
                </p:nvSpPr>
                <p:spPr>
                  <a:xfrm>
                    <a:off x="4174116" y="5327291"/>
                    <a:ext cx="70467" cy="52981"/>
                  </a:xfrm>
                  <a:custGeom>
                    <a:avLst/>
                    <a:gdLst>
                      <a:gd name="connsiteX0" fmla="*/ 70318 w 70467"/>
                      <a:gd name="connsiteY0" fmla="*/ 24266 h 52981"/>
                      <a:gd name="connsiteX1" fmla="*/ 58556 w 70467"/>
                      <a:gd name="connsiteY1" fmla="*/ 41147 h 52981"/>
                      <a:gd name="connsiteX2" fmla="*/ 28770 w 70467"/>
                      <a:gd name="connsiteY2" fmla="*/ 51819 h 52981"/>
                      <a:gd name="connsiteX3" fmla="*/ 1162 w 70467"/>
                      <a:gd name="connsiteY3" fmla="*/ 38206 h 52981"/>
                      <a:gd name="connsiteX4" fmla="*/ 14775 w 70467"/>
                      <a:gd name="connsiteY4" fmla="*/ 10598 h 52981"/>
                      <a:gd name="connsiteX5" fmla="*/ 39770 w 70467"/>
                      <a:gd name="connsiteY5" fmla="*/ 1885 h 52981"/>
                      <a:gd name="connsiteX6" fmla="*/ 68031 w 70467"/>
                      <a:gd name="connsiteY6" fmla="*/ 11905 h 52981"/>
                      <a:gd name="connsiteX7" fmla="*/ 70318 w 70467"/>
                      <a:gd name="connsiteY7" fmla="*/ 24266 h 52981"/>
                      <a:gd name="connsiteX8" fmla="*/ 38789 w 70467"/>
                      <a:gd name="connsiteY8" fmla="*/ 2321 h 52981"/>
                      <a:gd name="connsiteX9" fmla="*/ 39606 w 70467"/>
                      <a:gd name="connsiteY9" fmla="*/ 1940 h 52981"/>
                      <a:gd name="connsiteX10" fmla="*/ 38789 w 70467"/>
                      <a:gd name="connsiteY10" fmla="*/ 2321 h 52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0467" h="52981">
                        <a:moveTo>
                          <a:pt x="70318" y="24266"/>
                        </a:moveTo>
                        <a:cubicBezTo>
                          <a:pt x="69501" y="31236"/>
                          <a:pt x="65308" y="37716"/>
                          <a:pt x="58556" y="41147"/>
                        </a:cubicBezTo>
                        <a:cubicBezTo>
                          <a:pt x="57031" y="41909"/>
                          <a:pt x="55343" y="42780"/>
                          <a:pt x="28770" y="51819"/>
                        </a:cubicBezTo>
                        <a:cubicBezTo>
                          <a:pt x="17389" y="55686"/>
                          <a:pt x="5028" y="49587"/>
                          <a:pt x="1162" y="38206"/>
                        </a:cubicBezTo>
                        <a:cubicBezTo>
                          <a:pt x="-2705" y="26825"/>
                          <a:pt x="3394" y="14464"/>
                          <a:pt x="14775" y="10598"/>
                        </a:cubicBezTo>
                        <a:cubicBezTo>
                          <a:pt x="24958" y="7167"/>
                          <a:pt x="37156" y="2920"/>
                          <a:pt x="39770" y="1885"/>
                        </a:cubicBezTo>
                        <a:cubicBezTo>
                          <a:pt x="50279" y="-2798"/>
                          <a:pt x="62749" y="1504"/>
                          <a:pt x="68031" y="11905"/>
                        </a:cubicBezTo>
                        <a:cubicBezTo>
                          <a:pt x="70100" y="15825"/>
                          <a:pt x="70808" y="20127"/>
                          <a:pt x="70318" y="24266"/>
                        </a:cubicBezTo>
                        <a:close/>
                        <a:moveTo>
                          <a:pt x="38789" y="2321"/>
                        </a:moveTo>
                        <a:cubicBezTo>
                          <a:pt x="39062" y="2157"/>
                          <a:pt x="39334" y="2048"/>
                          <a:pt x="39606" y="1940"/>
                        </a:cubicBezTo>
                        <a:cubicBezTo>
                          <a:pt x="39225" y="2103"/>
                          <a:pt x="38953" y="2212"/>
                          <a:pt x="38789" y="2321"/>
                        </a:cubicBezTo>
                        <a:close/>
                      </a:path>
                    </a:pathLst>
                  </a:custGeom>
                  <a:solidFill>
                    <a:srgbClr val="9C73AD"/>
                  </a:solidFill>
                  <a:ln w="54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60" name="Forme libre : forme 659">
                    <a:extLst>
                      <a:ext uri="{FF2B5EF4-FFF2-40B4-BE49-F238E27FC236}">
                        <a16:creationId xmlns:a16="http://schemas.microsoft.com/office/drawing/2014/main" id="{68D3B48E-987C-4B0A-94BD-62D89B44F1B9}"/>
                      </a:ext>
                    </a:extLst>
                  </p:cNvPr>
                  <p:cNvSpPr/>
                  <p:nvPr/>
                </p:nvSpPr>
                <p:spPr>
                  <a:xfrm>
                    <a:off x="4174090" y="5327182"/>
                    <a:ext cx="70493" cy="53035"/>
                  </a:xfrm>
                  <a:custGeom>
                    <a:avLst/>
                    <a:gdLst>
                      <a:gd name="connsiteX0" fmla="*/ 5544 w 70493"/>
                      <a:gd name="connsiteY0" fmla="*/ 29384 h 53035"/>
                      <a:gd name="connsiteX1" fmla="*/ 5544 w 70493"/>
                      <a:gd name="connsiteY1" fmla="*/ 29384 h 53035"/>
                      <a:gd name="connsiteX2" fmla="*/ 16543 w 70493"/>
                      <a:gd name="connsiteY2" fmla="*/ 15825 h 53035"/>
                      <a:gd name="connsiteX3" fmla="*/ 41211 w 70493"/>
                      <a:gd name="connsiteY3" fmla="*/ 7222 h 53035"/>
                      <a:gd name="connsiteX4" fmla="*/ 41265 w 70493"/>
                      <a:gd name="connsiteY4" fmla="*/ 7276 h 53035"/>
                      <a:gd name="connsiteX5" fmla="*/ 41864 w 70493"/>
                      <a:gd name="connsiteY5" fmla="*/ 7004 h 53035"/>
                      <a:gd name="connsiteX6" fmla="*/ 41864 w 70493"/>
                      <a:gd name="connsiteY6" fmla="*/ 7004 h 53035"/>
                      <a:gd name="connsiteX7" fmla="*/ 42028 w 70493"/>
                      <a:gd name="connsiteY7" fmla="*/ 6949 h 53035"/>
                      <a:gd name="connsiteX8" fmla="*/ 63210 w 70493"/>
                      <a:gd name="connsiteY8" fmla="*/ 14464 h 53035"/>
                      <a:gd name="connsiteX9" fmla="*/ 64898 w 70493"/>
                      <a:gd name="connsiteY9" fmla="*/ 23776 h 53035"/>
                      <a:gd name="connsiteX10" fmla="*/ 56077 w 70493"/>
                      <a:gd name="connsiteY10" fmla="*/ 36464 h 53035"/>
                      <a:gd name="connsiteX11" fmla="*/ 27053 w 70493"/>
                      <a:gd name="connsiteY11" fmla="*/ 46810 h 53035"/>
                      <a:gd name="connsiteX12" fmla="*/ 6306 w 70493"/>
                      <a:gd name="connsiteY12" fmla="*/ 36572 h 53035"/>
                      <a:gd name="connsiteX13" fmla="*/ 5544 w 70493"/>
                      <a:gd name="connsiteY13" fmla="*/ 29384 h 53035"/>
                      <a:gd name="connsiteX14" fmla="*/ 153 w 70493"/>
                      <a:gd name="connsiteY14" fmla="*/ 28731 h 53035"/>
                      <a:gd name="connsiteX15" fmla="*/ 1188 w 70493"/>
                      <a:gd name="connsiteY15" fmla="*/ 38260 h 53035"/>
                      <a:gd name="connsiteX16" fmla="*/ 28796 w 70493"/>
                      <a:gd name="connsiteY16" fmla="*/ 51874 h 53035"/>
                      <a:gd name="connsiteX17" fmla="*/ 58582 w 70493"/>
                      <a:gd name="connsiteY17" fmla="*/ 41201 h 53035"/>
                      <a:gd name="connsiteX18" fmla="*/ 70344 w 70493"/>
                      <a:gd name="connsiteY18" fmla="*/ 24320 h 53035"/>
                      <a:gd name="connsiteX19" fmla="*/ 68111 w 70493"/>
                      <a:gd name="connsiteY19" fmla="*/ 11905 h 53035"/>
                      <a:gd name="connsiteX20" fmla="*/ 39850 w 70493"/>
                      <a:gd name="connsiteY20" fmla="*/ 1885 h 53035"/>
                      <a:gd name="connsiteX21" fmla="*/ 14855 w 70493"/>
                      <a:gd name="connsiteY21" fmla="*/ 10598 h 53035"/>
                      <a:gd name="connsiteX22" fmla="*/ 153 w 70493"/>
                      <a:gd name="connsiteY22" fmla="*/ 28731 h 53035"/>
                      <a:gd name="connsiteX23" fmla="*/ 153 w 70493"/>
                      <a:gd name="connsiteY23" fmla="*/ 28731 h 53035"/>
                      <a:gd name="connsiteX24" fmla="*/ 39632 w 70493"/>
                      <a:gd name="connsiteY24" fmla="*/ 2049 h 53035"/>
                      <a:gd name="connsiteX25" fmla="*/ 38815 w 70493"/>
                      <a:gd name="connsiteY25" fmla="*/ 2430 h 53035"/>
                      <a:gd name="connsiteX26" fmla="*/ 39632 w 70493"/>
                      <a:gd name="connsiteY26" fmla="*/ 2049 h 53035"/>
                      <a:gd name="connsiteX27" fmla="*/ 39632 w 70493"/>
                      <a:gd name="connsiteY27" fmla="*/ 2049 h 53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70493" h="53035">
                        <a:moveTo>
                          <a:pt x="5544" y="29384"/>
                        </a:moveTo>
                        <a:lnTo>
                          <a:pt x="5544" y="29384"/>
                        </a:lnTo>
                        <a:cubicBezTo>
                          <a:pt x="6252" y="23177"/>
                          <a:pt x="10608" y="17840"/>
                          <a:pt x="16543" y="15825"/>
                        </a:cubicBezTo>
                        <a:cubicBezTo>
                          <a:pt x="26073" y="12613"/>
                          <a:pt x="37290" y="8692"/>
                          <a:pt x="41211" y="7222"/>
                        </a:cubicBezTo>
                        <a:lnTo>
                          <a:pt x="41265" y="7276"/>
                        </a:lnTo>
                        <a:cubicBezTo>
                          <a:pt x="41483" y="7167"/>
                          <a:pt x="41701" y="7058"/>
                          <a:pt x="41864" y="7004"/>
                        </a:cubicBezTo>
                        <a:lnTo>
                          <a:pt x="41864" y="7004"/>
                        </a:lnTo>
                        <a:cubicBezTo>
                          <a:pt x="41919" y="7004"/>
                          <a:pt x="41973" y="6949"/>
                          <a:pt x="42028" y="6949"/>
                        </a:cubicBezTo>
                        <a:cubicBezTo>
                          <a:pt x="49978" y="3410"/>
                          <a:pt x="59290" y="6677"/>
                          <a:pt x="63210" y="14464"/>
                        </a:cubicBezTo>
                        <a:cubicBezTo>
                          <a:pt x="64681" y="17350"/>
                          <a:pt x="65280" y="20563"/>
                          <a:pt x="64898" y="23776"/>
                        </a:cubicBezTo>
                        <a:cubicBezTo>
                          <a:pt x="64245" y="29221"/>
                          <a:pt x="60978" y="33959"/>
                          <a:pt x="56077" y="36464"/>
                        </a:cubicBezTo>
                        <a:cubicBezTo>
                          <a:pt x="54879" y="37062"/>
                          <a:pt x="53245" y="37934"/>
                          <a:pt x="27053" y="46810"/>
                        </a:cubicBezTo>
                        <a:cubicBezTo>
                          <a:pt x="18504" y="49696"/>
                          <a:pt x="9247" y="45122"/>
                          <a:pt x="6306" y="36572"/>
                        </a:cubicBezTo>
                        <a:cubicBezTo>
                          <a:pt x="5544" y="34176"/>
                          <a:pt x="5272" y="31780"/>
                          <a:pt x="5544" y="29384"/>
                        </a:cubicBezTo>
                        <a:moveTo>
                          <a:pt x="153" y="28731"/>
                        </a:moveTo>
                        <a:cubicBezTo>
                          <a:pt x="-228" y="31835"/>
                          <a:pt x="98" y="35102"/>
                          <a:pt x="1188" y="38260"/>
                        </a:cubicBezTo>
                        <a:cubicBezTo>
                          <a:pt x="5054" y="49641"/>
                          <a:pt x="17415" y="55740"/>
                          <a:pt x="28796" y="51874"/>
                        </a:cubicBezTo>
                        <a:cubicBezTo>
                          <a:pt x="55314" y="42835"/>
                          <a:pt x="57057" y="41963"/>
                          <a:pt x="58582" y="41201"/>
                        </a:cubicBezTo>
                        <a:cubicBezTo>
                          <a:pt x="65334" y="37770"/>
                          <a:pt x="69527" y="31290"/>
                          <a:pt x="70344" y="24320"/>
                        </a:cubicBezTo>
                        <a:cubicBezTo>
                          <a:pt x="70834" y="20182"/>
                          <a:pt x="70126" y="15880"/>
                          <a:pt x="68111" y="11905"/>
                        </a:cubicBezTo>
                        <a:cubicBezTo>
                          <a:pt x="62829" y="1504"/>
                          <a:pt x="50359" y="-2798"/>
                          <a:pt x="39850" y="1885"/>
                        </a:cubicBezTo>
                        <a:cubicBezTo>
                          <a:pt x="37236" y="2920"/>
                          <a:pt x="24984" y="7167"/>
                          <a:pt x="14855" y="10598"/>
                        </a:cubicBezTo>
                        <a:cubicBezTo>
                          <a:pt x="6578" y="13429"/>
                          <a:pt x="1133" y="20672"/>
                          <a:pt x="153" y="28731"/>
                        </a:cubicBezTo>
                        <a:lnTo>
                          <a:pt x="153" y="28731"/>
                        </a:lnTo>
                        <a:close/>
                        <a:moveTo>
                          <a:pt x="39632" y="2049"/>
                        </a:moveTo>
                        <a:cubicBezTo>
                          <a:pt x="39360" y="2157"/>
                          <a:pt x="39087" y="2321"/>
                          <a:pt x="38815" y="2430"/>
                        </a:cubicBezTo>
                        <a:cubicBezTo>
                          <a:pt x="38978" y="2321"/>
                          <a:pt x="39251" y="2212"/>
                          <a:pt x="39632" y="2049"/>
                        </a:cubicBezTo>
                        <a:lnTo>
                          <a:pt x="39632" y="2049"/>
                        </a:lnTo>
                        <a:close/>
                      </a:path>
                    </a:pathLst>
                  </a:custGeom>
                  <a:solidFill>
                    <a:srgbClr val="855B99"/>
                  </a:solidFill>
                  <a:ln w="54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61" name="Forme libre : forme 660">
                    <a:extLst>
                      <a:ext uri="{FF2B5EF4-FFF2-40B4-BE49-F238E27FC236}">
                        <a16:creationId xmlns:a16="http://schemas.microsoft.com/office/drawing/2014/main" id="{5A151DE4-6223-4585-866F-A9E365BA488C}"/>
                      </a:ext>
                    </a:extLst>
                  </p:cNvPr>
                  <p:cNvSpPr/>
                  <p:nvPr/>
                </p:nvSpPr>
                <p:spPr>
                  <a:xfrm>
                    <a:off x="4186499" y="5354237"/>
                    <a:ext cx="26570" cy="14247"/>
                  </a:xfrm>
                  <a:custGeom>
                    <a:avLst/>
                    <a:gdLst>
                      <a:gd name="connsiteX0" fmla="*/ 15243 w 26570"/>
                      <a:gd name="connsiteY0" fmla="*/ 12676 h 14247"/>
                      <a:gd name="connsiteX1" fmla="*/ 22050 w 26570"/>
                      <a:gd name="connsiteY1" fmla="*/ 9409 h 14247"/>
                      <a:gd name="connsiteX2" fmla="*/ 25862 w 26570"/>
                      <a:gd name="connsiteY2" fmla="*/ 6087 h 14247"/>
                      <a:gd name="connsiteX3" fmla="*/ 25807 w 26570"/>
                      <a:gd name="connsiteY3" fmla="*/ 1295 h 14247"/>
                      <a:gd name="connsiteX4" fmla="*/ 21505 w 26570"/>
                      <a:gd name="connsiteY4" fmla="*/ 97 h 14247"/>
                      <a:gd name="connsiteX5" fmla="*/ 17258 w 26570"/>
                      <a:gd name="connsiteY5" fmla="*/ 2057 h 14247"/>
                      <a:gd name="connsiteX6" fmla="*/ 11704 w 26570"/>
                      <a:gd name="connsiteY6" fmla="*/ 3909 h 14247"/>
                      <a:gd name="connsiteX7" fmla="*/ 8437 w 26570"/>
                      <a:gd name="connsiteY7" fmla="*/ 3418 h 14247"/>
                      <a:gd name="connsiteX8" fmla="*/ 432 w 26570"/>
                      <a:gd name="connsiteY8" fmla="*/ 10879 h 14247"/>
                      <a:gd name="connsiteX9" fmla="*/ 15243 w 26570"/>
                      <a:gd name="connsiteY9" fmla="*/ 12676 h 14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6570" h="14247">
                        <a:moveTo>
                          <a:pt x="15243" y="12676"/>
                        </a:moveTo>
                        <a:cubicBezTo>
                          <a:pt x="17639" y="11804"/>
                          <a:pt x="19926" y="10661"/>
                          <a:pt x="22050" y="9409"/>
                        </a:cubicBezTo>
                        <a:cubicBezTo>
                          <a:pt x="23520" y="8537"/>
                          <a:pt x="24991" y="7502"/>
                          <a:pt x="25862" y="6087"/>
                        </a:cubicBezTo>
                        <a:cubicBezTo>
                          <a:pt x="26733" y="4617"/>
                          <a:pt x="26896" y="2602"/>
                          <a:pt x="25807" y="1295"/>
                        </a:cubicBezTo>
                        <a:cubicBezTo>
                          <a:pt x="24827" y="97"/>
                          <a:pt x="23030" y="-175"/>
                          <a:pt x="21505" y="97"/>
                        </a:cubicBezTo>
                        <a:cubicBezTo>
                          <a:pt x="19981" y="423"/>
                          <a:pt x="18619" y="1240"/>
                          <a:pt x="17258" y="2057"/>
                        </a:cubicBezTo>
                        <a:cubicBezTo>
                          <a:pt x="15570" y="3037"/>
                          <a:pt x="13664" y="3963"/>
                          <a:pt x="11704" y="3909"/>
                        </a:cubicBezTo>
                        <a:cubicBezTo>
                          <a:pt x="10615" y="3854"/>
                          <a:pt x="9526" y="3527"/>
                          <a:pt x="8437" y="3418"/>
                        </a:cubicBezTo>
                        <a:cubicBezTo>
                          <a:pt x="4843" y="3146"/>
                          <a:pt x="-1746" y="6359"/>
                          <a:pt x="432" y="10879"/>
                        </a:cubicBezTo>
                        <a:cubicBezTo>
                          <a:pt x="2937" y="15943"/>
                          <a:pt x="11159" y="14200"/>
                          <a:pt x="15243" y="12676"/>
                        </a:cubicBezTo>
                        <a:close/>
                      </a:path>
                    </a:pathLst>
                  </a:custGeom>
                  <a:solidFill>
                    <a:srgbClr val="B187C4"/>
                  </a:solidFill>
                  <a:ln w="54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62" name="Forme libre : forme 661">
                    <a:extLst>
                      <a:ext uri="{FF2B5EF4-FFF2-40B4-BE49-F238E27FC236}">
                        <a16:creationId xmlns:a16="http://schemas.microsoft.com/office/drawing/2014/main" id="{596A8694-A19F-46F3-9DDB-7432736DA625}"/>
                      </a:ext>
                    </a:extLst>
                  </p:cNvPr>
                  <p:cNvSpPr/>
                  <p:nvPr/>
                </p:nvSpPr>
                <p:spPr>
                  <a:xfrm>
                    <a:off x="4175205" y="5327400"/>
                    <a:ext cx="70472" cy="52981"/>
                  </a:xfrm>
                  <a:custGeom>
                    <a:avLst/>
                    <a:gdLst>
                      <a:gd name="connsiteX0" fmla="*/ 70318 w 70472"/>
                      <a:gd name="connsiteY0" fmla="*/ 24266 h 52981"/>
                      <a:gd name="connsiteX1" fmla="*/ 58556 w 70472"/>
                      <a:gd name="connsiteY1" fmla="*/ 41146 h 52981"/>
                      <a:gd name="connsiteX2" fmla="*/ 28770 w 70472"/>
                      <a:gd name="connsiteY2" fmla="*/ 51819 h 52981"/>
                      <a:gd name="connsiteX3" fmla="*/ 1162 w 70472"/>
                      <a:gd name="connsiteY3" fmla="*/ 38206 h 52981"/>
                      <a:gd name="connsiteX4" fmla="*/ 14775 w 70472"/>
                      <a:gd name="connsiteY4" fmla="*/ 10598 h 52981"/>
                      <a:gd name="connsiteX5" fmla="*/ 39769 w 70472"/>
                      <a:gd name="connsiteY5" fmla="*/ 1885 h 52981"/>
                      <a:gd name="connsiteX6" fmla="*/ 68031 w 70472"/>
                      <a:gd name="connsiteY6" fmla="*/ 11905 h 52981"/>
                      <a:gd name="connsiteX7" fmla="*/ 70318 w 70472"/>
                      <a:gd name="connsiteY7" fmla="*/ 24266 h 52981"/>
                      <a:gd name="connsiteX8" fmla="*/ 38844 w 70472"/>
                      <a:gd name="connsiteY8" fmla="*/ 2321 h 52981"/>
                      <a:gd name="connsiteX9" fmla="*/ 39661 w 70472"/>
                      <a:gd name="connsiteY9" fmla="*/ 1940 h 52981"/>
                      <a:gd name="connsiteX10" fmla="*/ 38844 w 70472"/>
                      <a:gd name="connsiteY10" fmla="*/ 2321 h 52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0472" h="52981">
                        <a:moveTo>
                          <a:pt x="70318" y="24266"/>
                        </a:moveTo>
                        <a:cubicBezTo>
                          <a:pt x="69501" y="31236"/>
                          <a:pt x="65308" y="37716"/>
                          <a:pt x="58556" y="41146"/>
                        </a:cubicBezTo>
                        <a:cubicBezTo>
                          <a:pt x="57031" y="41909"/>
                          <a:pt x="55343" y="42780"/>
                          <a:pt x="28770" y="51819"/>
                        </a:cubicBezTo>
                        <a:cubicBezTo>
                          <a:pt x="17389" y="55686"/>
                          <a:pt x="5028" y="49587"/>
                          <a:pt x="1162" y="38206"/>
                        </a:cubicBezTo>
                        <a:cubicBezTo>
                          <a:pt x="-2704" y="26825"/>
                          <a:pt x="3394" y="14464"/>
                          <a:pt x="14775" y="10598"/>
                        </a:cubicBezTo>
                        <a:cubicBezTo>
                          <a:pt x="24958" y="7167"/>
                          <a:pt x="37156" y="2920"/>
                          <a:pt x="39769" y="1885"/>
                        </a:cubicBezTo>
                        <a:cubicBezTo>
                          <a:pt x="50279" y="-2798"/>
                          <a:pt x="62749" y="1504"/>
                          <a:pt x="68031" y="11905"/>
                        </a:cubicBezTo>
                        <a:cubicBezTo>
                          <a:pt x="70155" y="15826"/>
                          <a:pt x="70808" y="20127"/>
                          <a:pt x="70318" y="24266"/>
                        </a:cubicBezTo>
                        <a:close/>
                        <a:moveTo>
                          <a:pt x="38844" y="2321"/>
                        </a:moveTo>
                        <a:cubicBezTo>
                          <a:pt x="39116" y="2158"/>
                          <a:pt x="39388" y="2049"/>
                          <a:pt x="39661" y="1940"/>
                        </a:cubicBezTo>
                        <a:cubicBezTo>
                          <a:pt x="39279" y="2103"/>
                          <a:pt x="39007" y="2266"/>
                          <a:pt x="38844" y="2321"/>
                        </a:cubicBezTo>
                        <a:close/>
                      </a:path>
                    </a:pathLst>
                  </a:custGeom>
                  <a:noFill/>
                  <a:ln w="4084" cap="rnd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663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4238381" y="5349207"/>
                <a:ext cx="45703" cy="76361"/>
                <a:chOff x="4238381" y="5349207"/>
                <a:chExt cx="45703" cy="76361"/>
              </a:xfrm>
              <a:solidFill>
                <a:schemeClr val="accent1"/>
              </a:solidFill>
            </p:grpSpPr>
            <p:sp>
              <p:nvSpPr>
                <p:cNvPr id="664" name="Forme libre : forme 663">
                  <a:extLst>
                    <a:ext uri="{FF2B5EF4-FFF2-40B4-BE49-F238E27FC236}">
                      <a16:creationId xmlns:a16="http://schemas.microsoft.com/office/drawing/2014/main" id="{AABAEAD9-7338-4738-A257-E908F9903B54}"/>
                    </a:ext>
                  </a:extLst>
                </p:cNvPr>
                <p:cNvSpPr/>
                <p:nvPr/>
              </p:nvSpPr>
              <p:spPr>
                <a:xfrm>
                  <a:off x="4238381" y="5350296"/>
                  <a:ext cx="44450" cy="75269"/>
                </a:xfrm>
                <a:custGeom>
                  <a:avLst/>
                  <a:gdLst>
                    <a:gd name="connsiteX0" fmla="*/ 43408 w 44450"/>
                    <a:gd name="connsiteY0" fmla="*/ 56041 h 75269"/>
                    <a:gd name="connsiteX1" fmla="*/ 21191 w 44450"/>
                    <a:gd name="connsiteY1" fmla="*/ 75263 h 75269"/>
                    <a:gd name="connsiteX2" fmla="*/ 8 w 44450"/>
                    <a:gd name="connsiteY2" fmla="*/ 52883 h 75269"/>
                    <a:gd name="connsiteX3" fmla="*/ 879 w 44450"/>
                    <a:gd name="connsiteY3" fmla="*/ 21191 h 75269"/>
                    <a:gd name="connsiteX4" fmla="*/ 23260 w 44450"/>
                    <a:gd name="connsiteY4" fmla="*/ 8 h 75269"/>
                    <a:gd name="connsiteX5" fmla="*/ 44443 w 44450"/>
                    <a:gd name="connsiteY5" fmla="*/ 22389 h 75269"/>
                    <a:gd name="connsiteX6" fmla="*/ 43571 w 44450"/>
                    <a:gd name="connsiteY6" fmla="*/ 54081 h 75269"/>
                    <a:gd name="connsiteX7" fmla="*/ 43408 w 44450"/>
                    <a:gd name="connsiteY7" fmla="*/ 56041 h 75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4450" h="75269">
                      <a:moveTo>
                        <a:pt x="43408" y="56041"/>
                      </a:moveTo>
                      <a:cubicBezTo>
                        <a:pt x="42101" y="67095"/>
                        <a:pt x="32571" y="75536"/>
                        <a:pt x="21191" y="75263"/>
                      </a:cubicBezTo>
                      <a:cubicBezTo>
                        <a:pt x="9156" y="74937"/>
                        <a:pt x="-319" y="64917"/>
                        <a:pt x="8" y="52883"/>
                      </a:cubicBezTo>
                      <a:lnTo>
                        <a:pt x="879" y="21191"/>
                      </a:lnTo>
                      <a:cubicBezTo>
                        <a:pt x="1152" y="9156"/>
                        <a:pt x="11226" y="-319"/>
                        <a:pt x="23260" y="8"/>
                      </a:cubicBezTo>
                      <a:cubicBezTo>
                        <a:pt x="35294" y="335"/>
                        <a:pt x="44769" y="10354"/>
                        <a:pt x="44443" y="22389"/>
                      </a:cubicBezTo>
                      <a:lnTo>
                        <a:pt x="43571" y="54081"/>
                      </a:lnTo>
                      <a:cubicBezTo>
                        <a:pt x="43571" y="54734"/>
                        <a:pt x="43517" y="55388"/>
                        <a:pt x="43408" y="56041"/>
                      </a:cubicBezTo>
                      <a:close/>
                    </a:path>
                  </a:pathLst>
                </a:custGeom>
                <a:solidFill>
                  <a:srgbClr val="9C73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5" name="Forme libre : forme 664">
                  <a:extLst>
                    <a:ext uri="{FF2B5EF4-FFF2-40B4-BE49-F238E27FC236}">
                      <a16:creationId xmlns:a16="http://schemas.microsoft.com/office/drawing/2014/main" id="{09AE5127-2FF5-4DEC-8AE2-6B1A64C359DD}"/>
                    </a:ext>
                  </a:extLst>
                </p:cNvPr>
                <p:cNvSpPr/>
                <p:nvPr/>
              </p:nvSpPr>
              <p:spPr>
                <a:xfrm>
                  <a:off x="4238381" y="5350298"/>
                  <a:ext cx="44450" cy="75270"/>
                </a:xfrm>
                <a:custGeom>
                  <a:avLst/>
                  <a:gdLst>
                    <a:gd name="connsiteX0" fmla="*/ 6434 w 44450"/>
                    <a:gd name="connsiteY0" fmla="*/ 19773 h 75270"/>
                    <a:gd name="connsiteX1" fmla="*/ 23097 w 44450"/>
                    <a:gd name="connsiteY1" fmla="*/ 5506 h 75270"/>
                    <a:gd name="connsiteX2" fmla="*/ 38997 w 44450"/>
                    <a:gd name="connsiteY2" fmla="*/ 22278 h 75270"/>
                    <a:gd name="connsiteX3" fmla="*/ 38126 w 44450"/>
                    <a:gd name="connsiteY3" fmla="*/ 53970 h 75270"/>
                    <a:gd name="connsiteX4" fmla="*/ 38017 w 44450"/>
                    <a:gd name="connsiteY4" fmla="*/ 55440 h 75270"/>
                    <a:gd name="connsiteX5" fmla="*/ 21354 w 44450"/>
                    <a:gd name="connsiteY5" fmla="*/ 69816 h 75270"/>
                    <a:gd name="connsiteX6" fmla="*/ 9919 w 44450"/>
                    <a:gd name="connsiteY6" fmla="*/ 64698 h 75270"/>
                    <a:gd name="connsiteX7" fmla="*/ 5454 w 44450"/>
                    <a:gd name="connsiteY7" fmla="*/ 53044 h 75270"/>
                    <a:gd name="connsiteX8" fmla="*/ 6325 w 44450"/>
                    <a:gd name="connsiteY8" fmla="*/ 21352 h 75270"/>
                    <a:gd name="connsiteX9" fmla="*/ 6434 w 44450"/>
                    <a:gd name="connsiteY9" fmla="*/ 19773 h 75270"/>
                    <a:gd name="connsiteX10" fmla="*/ 1043 w 44450"/>
                    <a:gd name="connsiteY10" fmla="*/ 19120 h 75270"/>
                    <a:gd name="connsiteX11" fmla="*/ 879 w 44450"/>
                    <a:gd name="connsiteY11" fmla="*/ 21189 h 75270"/>
                    <a:gd name="connsiteX12" fmla="*/ 8 w 44450"/>
                    <a:gd name="connsiteY12" fmla="*/ 52881 h 75270"/>
                    <a:gd name="connsiteX13" fmla="*/ 21191 w 44450"/>
                    <a:gd name="connsiteY13" fmla="*/ 75262 h 75270"/>
                    <a:gd name="connsiteX14" fmla="*/ 43408 w 44450"/>
                    <a:gd name="connsiteY14" fmla="*/ 56039 h 75270"/>
                    <a:gd name="connsiteX15" fmla="*/ 43571 w 44450"/>
                    <a:gd name="connsiteY15" fmla="*/ 54079 h 75270"/>
                    <a:gd name="connsiteX16" fmla="*/ 44443 w 44450"/>
                    <a:gd name="connsiteY16" fmla="*/ 22387 h 75270"/>
                    <a:gd name="connsiteX17" fmla="*/ 23260 w 44450"/>
                    <a:gd name="connsiteY17" fmla="*/ 6 h 75270"/>
                    <a:gd name="connsiteX18" fmla="*/ 1043 w 44450"/>
                    <a:gd name="connsiteY18" fmla="*/ 19120 h 75270"/>
                    <a:gd name="connsiteX19" fmla="*/ 1043 w 44450"/>
                    <a:gd name="connsiteY19" fmla="*/ 19120 h 75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4450" h="75270">
                      <a:moveTo>
                        <a:pt x="6434" y="19773"/>
                      </a:moveTo>
                      <a:cubicBezTo>
                        <a:pt x="7414" y="11551"/>
                        <a:pt x="14711" y="5234"/>
                        <a:pt x="23097" y="5506"/>
                      </a:cubicBezTo>
                      <a:cubicBezTo>
                        <a:pt x="32081" y="5779"/>
                        <a:pt x="39215" y="13293"/>
                        <a:pt x="38997" y="22278"/>
                      </a:cubicBezTo>
                      <a:lnTo>
                        <a:pt x="38126" y="53970"/>
                      </a:lnTo>
                      <a:cubicBezTo>
                        <a:pt x="38126" y="54460"/>
                        <a:pt x="38071" y="54950"/>
                        <a:pt x="38017" y="55440"/>
                      </a:cubicBezTo>
                      <a:cubicBezTo>
                        <a:pt x="37037" y="63881"/>
                        <a:pt x="29849" y="70089"/>
                        <a:pt x="21354" y="69816"/>
                      </a:cubicBezTo>
                      <a:cubicBezTo>
                        <a:pt x="16998" y="69707"/>
                        <a:pt x="12914" y="67910"/>
                        <a:pt x="9919" y="64698"/>
                      </a:cubicBezTo>
                      <a:cubicBezTo>
                        <a:pt x="6924" y="61539"/>
                        <a:pt x="5345" y="57401"/>
                        <a:pt x="5454" y="53044"/>
                      </a:cubicBezTo>
                      <a:lnTo>
                        <a:pt x="6325" y="21352"/>
                      </a:lnTo>
                      <a:cubicBezTo>
                        <a:pt x="6325" y="20808"/>
                        <a:pt x="6379" y="20263"/>
                        <a:pt x="6434" y="19773"/>
                      </a:cubicBezTo>
                      <a:moveTo>
                        <a:pt x="1043" y="19120"/>
                      </a:moveTo>
                      <a:cubicBezTo>
                        <a:pt x="988" y="19828"/>
                        <a:pt x="934" y="20481"/>
                        <a:pt x="879" y="21189"/>
                      </a:cubicBezTo>
                      <a:lnTo>
                        <a:pt x="8" y="52881"/>
                      </a:lnTo>
                      <a:cubicBezTo>
                        <a:pt x="-319" y="64915"/>
                        <a:pt x="9156" y="74935"/>
                        <a:pt x="21191" y="75262"/>
                      </a:cubicBezTo>
                      <a:cubicBezTo>
                        <a:pt x="32571" y="75588"/>
                        <a:pt x="42101" y="67148"/>
                        <a:pt x="43408" y="56039"/>
                      </a:cubicBezTo>
                      <a:cubicBezTo>
                        <a:pt x="43462" y="55386"/>
                        <a:pt x="43517" y="54732"/>
                        <a:pt x="43571" y="54079"/>
                      </a:cubicBezTo>
                      <a:lnTo>
                        <a:pt x="44443" y="22387"/>
                      </a:lnTo>
                      <a:cubicBezTo>
                        <a:pt x="44769" y="10353"/>
                        <a:pt x="35294" y="333"/>
                        <a:pt x="23260" y="6"/>
                      </a:cubicBezTo>
                      <a:cubicBezTo>
                        <a:pt x="11934" y="-266"/>
                        <a:pt x="2295" y="8066"/>
                        <a:pt x="1043" y="19120"/>
                      </a:cubicBezTo>
                      <a:lnTo>
                        <a:pt x="1043" y="19120"/>
                      </a:lnTo>
                      <a:close/>
                    </a:path>
                  </a:pathLst>
                </a:custGeom>
                <a:solidFill>
                  <a:srgbClr val="855B99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6" name="Forme libre : forme 665">
                  <a:extLst>
                    <a:ext uri="{FF2B5EF4-FFF2-40B4-BE49-F238E27FC236}">
                      <a16:creationId xmlns:a16="http://schemas.microsoft.com/office/drawing/2014/main" id="{A48DC7F7-7960-428B-9543-0C20DFA83C13}"/>
                    </a:ext>
                  </a:extLst>
                </p:cNvPr>
                <p:cNvSpPr/>
                <p:nvPr/>
              </p:nvSpPr>
              <p:spPr>
                <a:xfrm>
                  <a:off x="4244935" y="5382906"/>
                  <a:ext cx="18382" cy="31573"/>
                </a:xfrm>
                <a:custGeom>
                  <a:avLst/>
                  <a:gdLst>
                    <a:gd name="connsiteX0" fmla="*/ 2602 w 18382"/>
                    <a:gd name="connsiteY0" fmla="*/ 25065 h 31573"/>
                    <a:gd name="connsiteX1" fmla="*/ 4944 w 18382"/>
                    <a:gd name="connsiteY1" fmla="*/ 28986 h 31573"/>
                    <a:gd name="connsiteX2" fmla="*/ 8973 w 18382"/>
                    <a:gd name="connsiteY2" fmla="*/ 31164 h 31573"/>
                    <a:gd name="connsiteX3" fmla="*/ 14473 w 18382"/>
                    <a:gd name="connsiteY3" fmla="*/ 31164 h 31573"/>
                    <a:gd name="connsiteX4" fmla="*/ 18231 w 18382"/>
                    <a:gd name="connsiteY4" fmla="*/ 27353 h 31573"/>
                    <a:gd name="connsiteX5" fmla="*/ 16978 w 18382"/>
                    <a:gd name="connsiteY5" fmla="*/ 20873 h 31573"/>
                    <a:gd name="connsiteX6" fmla="*/ 15290 w 18382"/>
                    <a:gd name="connsiteY6" fmla="*/ 11833 h 31573"/>
                    <a:gd name="connsiteX7" fmla="*/ 15072 w 18382"/>
                    <a:gd name="connsiteY7" fmla="*/ 5952 h 31573"/>
                    <a:gd name="connsiteX8" fmla="*/ 12186 w 18382"/>
                    <a:gd name="connsiteY8" fmla="*/ 997 h 31573"/>
                    <a:gd name="connsiteX9" fmla="*/ 1187 w 18382"/>
                    <a:gd name="connsiteY9" fmla="*/ 9056 h 31573"/>
                    <a:gd name="connsiteX10" fmla="*/ 2602 w 18382"/>
                    <a:gd name="connsiteY10" fmla="*/ 25065 h 31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382" h="31573">
                      <a:moveTo>
                        <a:pt x="2602" y="25065"/>
                      </a:moveTo>
                      <a:cubicBezTo>
                        <a:pt x="3201" y="26481"/>
                        <a:pt x="3909" y="27897"/>
                        <a:pt x="4944" y="28986"/>
                      </a:cubicBezTo>
                      <a:cubicBezTo>
                        <a:pt x="6033" y="30075"/>
                        <a:pt x="7449" y="30783"/>
                        <a:pt x="8973" y="31164"/>
                      </a:cubicBezTo>
                      <a:cubicBezTo>
                        <a:pt x="10771" y="31654"/>
                        <a:pt x="12731" y="31763"/>
                        <a:pt x="14473" y="31164"/>
                      </a:cubicBezTo>
                      <a:cubicBezTo>
                        <a:pt x="16216" y="30565"/>
                        <a:pt x="17741" y="29149"/>
                        <a:pt x="18231" y="27353"/>
                      </a:cubicBezTo>
                      <a:cubicBezTo>
                        <a:pt x="18775" y="25174"/>
                        <a:pt x="17741" y="22996"/>
                        <a:pt x="16978" y="20873"/>
                      </a:cubicBezTo>
                      <a:cubicBezTo>
                        <a:pt x="15944" y="17986"/>
                        <a:pt x="15345" y="14883"/>
                        <a:pt x="15290" y="11833"/>
                      </a:cubicBezTo>
                      <a:cubicBezTo>
                        <a:pt x="15236" y="9873"/>
                        <a:pt x="15399" y="7858"/>
                        <a:pt x="15072" y="5952"/>
                      </a:cubicBezTo>
                      <a:cubicBezTo>
                        <a:pt x="14746" y="3992"/>
                        <a:pt x="13874" y="2032"/>
                        <a:pt x="12186" y="997"/>
                      </a:cubicBezTo>
                      <a:cubicBezTo>
                        <a:pt x="6251" y="-2760"/>
                        <a:pt x="2984" y="5026"/>
                        <a:pt x="1187" y="9056"/>
                      </a:cubicBezTo>
                      <a:cubicBezTo>
                        <a:pt x="-1155" y="14338"/>
                        <a:pt x="315" y="19893"/>
                        <a:pt x="2602" y="25065"/>
                      </a:cubicBezTo>
                      <a:close/>
                    </a:path>
                  </a:pathLst>
                </a:custGeom>
                <a:solidFill>
                  <a:srgbClr val="B187C4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7" name="Forme libre : forme 666">
                  <a:extLst>
                    <a:ext uri="{FF2B5EF4-FFF2-40B4-BE49-F238E27FC236}">
                      <a16:creationId xmlns:a16="http://schemas.microsoft.com/office/drawing/2014/main" id="{B396D06C-CFE6-4FAB-8F8B-05CF51EC0C0F}"/>
                    </a:ext>
                  </a:extLst>
                </p:cNvPr>
                <p:cNvSpPr/>
                <p:nvPr/>
              </p:nvSpPr>
              <p:spPr>
                <a:xfrm>
                  <a:off x="4239634" y="5349207"/>
                  <a:ext cx="44450" cy="75269"/>
                </a:xfrm>
                <a:custGeom>
                  <a:avLst/>
                  <a:gdLst>
                    <a:gd name="connsiteX0" fmla="*/ 43408 w 44450"/>
                    <a:gd name="connsiteY0" fmla="*/ 56041 h 75269"/>
                    <a:gd name="connsiteX1" fmla="*/ 21191 w 44450"/>
                    <a:gd name="connsiteY1" fmla="*/ 75263 h 75269"/>
                    <a:gd name="connsiteX2" fmla="*/ 8 w 44450"/>
                    <a:gd name="connsiteY2" fmla="*/ 52883 h 75269"/>
                    <a:gd name="connsiteX3" fmla="*/ 879 w 44450"/>
                    <a:gd name="connsiteY3" fmla="*/ 21191 h 75269"/>
                    <a:gd name="connsiteX4" fmla="*/ 23260 w 44450"/>
                    <a:gd name="connsiteY4" fmla="*/ 8 h 75269"/>
                    <a:gd name="connsiteX5" fmla="*/ 44443 w 44450"/>
                    <a:gd name="connsiteY5" fmla="*/ 22389 h 75269"/>
                    <a:gd name="connsiteX6" fmla="*/ 43571 w 44450"/>
                    <a:gd name="connsiteY6" fmla="*/ 54081 h 75269"/>
                    <a:gd name="connsiteX7" fmla="*/ 43408 w 44450"/>
                    <a:gd name="connsiteY7" fmla="*/ 56041 h 75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4450" h="75269">
                      <a:moveTo>
                        <a:pt x="43408" y="56041"/>
                      </a:moveTo>
                      <a:cubicBezTo>
                        <a:pt x="42101" y="67095"/>
                        <a:pt x="32572" y="75536"/>
                        <a:pt x="21191" y="75263"/>
                      </a:cubicBezTo>
                      <a:cubicBezTo>
                        <a:pt x="9157" y="74937"/>
                        <a:pt x="-319" y="64917"/>
                        <a:pt x="8" y="52883"/>
                      </a:cubicBezTo>
                      <a:lnTo>
                        <a:pt x="879" y="21191"/>
                      </a:lnTo>
                      <a:cubicBezTo>
                        <a:pt x="1152" y="9156"/>
                        <a:pt x="11226" y="-319"/>
                        <a:pt x="23260" y="8"/>
                      </a:cubicBezTo>
                      <a:cubicBezTo>
                        <a:pt x="35294" y="335"/>
                        <a:pt x="44769" y="10355"/>
                        <a:pt x="44443" y="22389"/>
                      </a:cubicBezTo>
                      <a:lnTo>
                        <a:pt x="43571" y="54081"/>
                      </a:lnTo>
                      <a:cubicBezTo>
                        <a:pt x="43571" y="54734"/>
                        <a:pt x="43517" y="55388"/>
                        <a:pt x="43408" y="56041"/>
                      </a:cubicBezTo>
                      <a:close/>
                    </a:path>
                  </a:pathLst>
                </a:custGeom>
                <a:noFill/>
                <a:ln w="4084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668" name="Forme libre : forme 667">
                <a:extLst>
                  <a:ext uri="{FF2B5EF4-FFF2-40B4-BE49-F238E27FC236}">
                    <a16:creationId xmlns:a16="http://schemas.microsoft.com/office/drawing/2014/main" id="{C7EB2526-6E6A-4669-A129-541B6842C827}"/>
                  </a:ext>
                </a:extLst>
              </p:cNvPr>
              <p:cNvSpPr/>
              <p:nvPr/>
            </p:nvSpPr>
            <p:spPr>
              <a:xfrm>
                <a:off x="4160956" y="5408080"/>
                <a:ext cx="7187" cy="7187"/>
              </a:xfrm>
              <a:custGeom>
                <a:avLst/>
                <a:gdLst>
                  <a:gd name="connsiteX0" fmla="*/ 7188 w 7187"/>
                  <a:gd name="connsiteY0" fmla="*/ 3594 h 7187"/>
                  <a:gd name="connsiteX1" fmla="*/ 3594 w 7187"/>
                  <a:gd name="connsiteY1" fmla="*/ 7188 h 7187"/>
                  <a:gd name="connsiteX2" fmla="*/ 0 w 7187"/>
                  <a:gd name="connsiteY2" fmla="*/ 3594 h 7187"/>
                  <a:gd name="connsiteX3" fmla="*/ 3594 w 7187"/>
                  <a:gd name="connsiteY3" fmla="*/ 0 h 7187"/>
                  <a:gd name="connsiteX4" fmla="*/ 7188 w 7187"/>
                  <a:gd name="connsiteY4" fmla="*/ 3594 h 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7" h="7187">
                    <a:moveTo>
                      <a:pt x="7188" y="3594"/>
                    </a:moveTo>
                    <a:cubicBezTo>
                      <a:pt x="7188" y="5579"/>
                      <a:pt x="5579" y="7188"/>
                      <a:pt x="3594" y="7188"/>
                    </a:cubicBezTo>
                    <a:cubicBezTo>
                      <a:pt x="1609" y="7188"/>
                      <a:pt x="0" y="5579"/>
                      <a:pt x="0" y="3594"/>
                    </a:cubicBezTo>
                    <a:cubicBezTo>
                      <a:pt x="0" y="1609"/>
                      <a:pt x="1609" y="0"/>
                      <a:pt x="3594" y="0"/>
                    </a:cubicBezTo>
                    <a:cubicBezTo>
                      <a:pt x="5579" y="0"/>
                      <a:pt x="7188" y="1609"/>
                      <a:pt x="7188" y="3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9" name="Forme libre : forme 668">
                <a:extLst>
                  <a:ext uri="{FF2B5EF4-FFF2-40B4-BE49-F238E27FC236}">
                    <a16:creationId xmlns:a16="http://schemas.microsoft.com/office/drawing/2014/main" id="{77EE7442-EB01-4A1C-B555-F8BBE11FB6E2}"/>
                  </a:ext>
                </a:extLst>
              </p:cNvPr>
              <p:cNvSpPr/>
              <p:nvPr/>
            </p:nvSpPr>
            <p:spPr>
              <a:xfrm>
                <a:off x="4220093" y="5447505"/>
                <a:ext cx="7078" cy="7078"/>
              </a:xfrm>
              <a:custGeom>
                <a:avLst/>
                <a:gdLst>
                  <a:gd name="connsiteX0" fmla="*/ 7079 w 7078"/>
                  <a:gd name="connsiteY0" fmla="*/ 3540 h 7078"/>
                  <a:gd name="connsiteX1" fmla="*/ 3540 w 7078"/>
                  <a:gd name="connsiteY1" fmla="*/ 7079 h 7078"/>
                  <a:gd name="connsiteX2" fmla="*/ 0 w 7078"/>
                  <a:gd name="connsiteY2" fmla="*/ 3540 h 7078"/>
                  <a:gd name="connsiteX3" fmla="*/ 3540 w 7078"/>
                  <a:gd name="connsiteY3" fmla="*/ 0 h 7078"/>
                  <a:gd name="connsiteX4" fmla="*/ 7079 w 7078"/>
                  <a:gd name="connsiteY4" fmla="*/ 3540 h 7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78" h="7078">
                    <a:moveTo>
                      <a:pt x="7079" y="3540"/>
                    </a:moveTo>
                    <a:cubicBezTo>
                      <a:pt x="7079" y="5494"/>
                      <a:pt x="5494" y="7079"/>
                      <a:pt x="3540" y="7079"/>
                    </a:cubicBezTo>
                    <a:cubicBezTo>
                      <a:pt x="1585" y="7079"/>
                      <a:pt x="0" y="5494"/>
                      <a:pt x="0" y="3540"/>
                    </a:cubicBezTo>
                    <a:cubicBezTo>
                      <a:pt x="0" y="1585"/>
                      <a:pt x="1585" y="0"/>
                      <a:pt x="3540" y="0"/>
                    </a:cubicBezTo>
                    <a:cubicBezTo>
                      <a:pt x="5494" y="0"/>
                      <a:pt x="7079" y="1585"/>
                      <a:pt x="7079" y="35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0" name="Forme libre : forme 669">
                <a:extLst>
                  <a:ext uri="{FF2B5EF4-FFF2-40B4-BE49-F238E27FC236}">
                    <a16:creationId xmlns:a16="http://schemas.microsoft.com/office/drawing/2014/main" id="{EA7CFE81-F437-436E-BADF-25CABE542699}"/>
                  </a:ext>
                </a:extLst>
              </p:cNvPr>
              <p:cNvSpPr/>
              <p:nvPr/>
            </p:nvSpPr>
            <p:spPr>
              <a:xfrm>
                <a:off x="4186168" y="5361685"/>
                <a:ext cx="8168" cy="8168"/>
              </a:xfrm>
              <a:custGeom>
                <a:avLst/>
                <a:gdLst>
                  <a:gd name="connsiteX0" fmla="*/ 8168 w 8168"/>
                  <a:gd name="connsiteY0" fmla="*/ 4084 h 8168"/>
                  <a:gd name="connsiteX1" fmla="*/ 4084 w 8168"/>
                  <a:gd name="connsiteY1" fmla="*/ 8168 h 8168"/>
                  <a:gd name="connsiteX2" fmla="*/ 0 w 8168"/>
                  <a:gd name="connsiteY2" fmla="*/ 4084 h 8168"/>
                  <a:gd name="connsiteX3" fmla="*/ 4084 w 8168"/>
                  <a:gd name="connsiteY3" fmla="*/ 0 h 8168"/>
                  <a:gd name="connsiteX4" fmla="*/ 8168 w 8168"/>
                  <a:gd name="connsiteY4" fmla="*/ 4084 h 8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68" h="8168">
                    <a:moveTo>
                      <a:pt x="8168" y="4084"/>
                    </a:moveTo>
                    <a:cubicBezTo>
                      <a:pt x="8168" y="6339"/>
                      <a:pt x="6340" y="8168"/>
                      <a:pt x="4084" y="8168"/>
                    </a:cubicBezTo>
                    <a:cubicBezTo>
                      <a:pt x="1829" y="8168"/>
                      <a:pt x="0" y="6339"/>
                      <a:pt x="0" y="4084"/>
                    </a:cubicBezTo>
                    <a:cubicBezTo>
                      <a:pt x="0" y="1829"/>
                      <a:pt x="1829" y="0"/>
                      <a:pt x="4084" y="0"/>
                    </a:cubicBezTo>
                    <a:cubicBezTo>
                      <a:pt x="6340" y="0"/>
                      <a:pt x="8168" y="1829"/>
                      <a:pt x="8168" y="40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1" name="Forme libre : forme 670">
                <a:extLst>
                  <a:ext uri="{FF2B5EF4-FFF2-40B4-BE49-F238E27FC236}">
                    <a16:creationId xmlns:a16="http://schemas.microsoft.com/office/drawing/2014/main" id="{F9FD1333-1D4D-4110-B1A5-7BFC54CC3823}"/>
                  </a:ext>
                </a:extLst>
              </p:cNvPr>
              <p:cNvSpPr/>
              <p:nvPr/>
            </p:nvSpPr>
            <p:spPr>
              <a:xfrm>
                <a:off x="4135363" y="5335765"/>
                <a:ext cx="9801" cy="9801"/>
              </a:xfrm>
              <a:custGeom>
                <a:avLst/>
                <a:gdLst>
                  <a:gd name="connsiteX0" fmla="*/ 9802 w 9801"/>
                  <a:gd name="connsiteY0" fmla="*/ 4901 h 9801"/>
                  <a:gd name="connsiteX1" fmla="*/ 4901 w 9801"/>
                  <a:gd name="connsiteY1" fmla="*/ 9802 h 9801"/>
                  <a:gd name="connsiteX2" fmla="*/ 0 w 9801"/>
                  <a:gd name="connsiteY2" fmla="*/ 4901 h 9801"/>
                  <a:gd name="connsiteX3" fmla="*/ 4901 w 9801"/>
                  <a:gd name="connsiteY3" fmla="*/ 0 h 9801"/>
                  <a:gd name="connsiteX4" fmla="*/ 9802 w 9801"/>
                  <a:gd name="connsiteY4" fmla="*/ 4901 h 9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01" h="9801">
                    <a:moveTo>
                      <a:pt x="9802" y="4901"/>
                    </a:moveTo>
                    <a:cubicBezTo>
                      <a:pt x="9802" y="7608"/>
                      <a:pt x="7607" y="9802"/>
                      <a:pt x="4901" y="9802"/>
                    </a:cubicBezTo>
                    <a:cubicBezTo>
                      <a:pt x="2194" y="9802"/>
                      <a:pt x="0" y="7608"/>
                      <a:pt x="0" y="4901"/>
                    </a:cubicBezTo>
                    <a:cubicBezTo>
                      <a:pt x="0" y="2194"/>
                      <a:pt x="2194" y="0"/>
                      <a:pt x="4901" y="0"/>
                    </a:cubicBezTo>
                    <a:cubicBezTo>
                      <a:pt x="7608" y="0"/>
                      <a:pt x="9802" y="2194"/>
                      <a:pt x="9802" y="4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2" name="Forme libre : forme 671">
                <a:extLst>
                  <a:ext uri="{FF2B5EF4-FFF2-40B4-BE49-F238E27FC236}">
                    <a16:creationId xmlns:a16="http://schemas.microsoft.com/office/drawing/2014/main" id="{4D19988B-FC13-4F04-AED2-035A356B5B38}"/>
                  </a:ext>
                </a:extLst>
              </p:cNvPr>
              <p:cNvSpPr/>
              <p:nvPr/>
            </p:nvSpPr>
            <p:spPr>
              <a:xfrm>
                <a:off x="4155021" y="5271837"/>
                <a:ext cx="7841" cy="7841"/>
              </a:xfrm>
              <a:custGeom>
                <a:avLst/>
                <a:gdLst>
                  <a:gd name="connsiteX0" fmla="*/ 7841 w 7841"/>
                  <a:gd name="connsiteY0" fmla="*/ 3921 h 7841"/>
                  <a:gd name="connsiteX1" fmla="*/ 3921 w 7841"/>
                  <a:gd name="connsiteY1" fmla="*/ 7841 h 7841"/>
                  <a:gd name="connsiteX2" fmla="*/ 0 w 7841"/>
                  <a:gd name="connsiteY2" fmla="*/ 3921 h 7841"/>
                  <a:gd name="connsiteX3" fmla="*/ 3921 w 7841"/>
                  <a:gd name="connsiteY3" fmla="*/ 0 h 7841"/>
                  <a:gd name="connsiteX4" fmla="*/ 7841 w 7841"/>
                  <a:gd name="connsiteY4" fmla="*/ 3921 h 7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41" h="7841">
                    <a:moveTo>
                      <a:pt x="7841" y="3921"/>
                    </a:moveTo>
                    <a:cubicBezTo>
                      <a:pt x="7841" y="6086"/>
                      <a:pt x="6086" y="7841"/>
                      <a:pt x="3921" y="7841"/>
                    </a:cubicBezTo>
                    <a:cubicBezTo>
                      <a:pt x="1755" y="7841"/>
                      <a:pt x="0" y="6086"/>
                      <a:pt x="0" y="3921"/>
                    </a:cubicBezTo>
                    <a:cubicBezTo>
                      <a:pt x="0" y="1755"/>
                      <a:pt x="1755" y="0"/>
                      <a:pt x="3921" y="0"/>
                    </a:cubicBezTo>
                    <a:cubicBezTo>
                      <a:pt x="6086" y="0"/>
                      <a:pt x="7841" y="1755"/>
                      <a:pt x="7841" y="39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3" name="Forme libre : forme 672">
                <a:extLst>
                  <a:ext uri="{FF2B5EF4-FFF2-40B4-BE49-F238E27FC236}">
                    <a16:creationId xmlns:a16="http://schemas.microsoft.com/office/drawing/2014/main" id="{5AC6658A-3FAA-4A31-8750-489723485787}"/>
                  </a:ext>
                </a:extLst>
              </p:cNvPr>
              <p:cNvSpPr/>
              <p:nvPr/>
            </p:nvSpPr>
            <p:spPr>
              <a:xfrm>
                <a:off x="4254181" y="5408842"/>
                <a:ext cx="5554" cy="5554"/>
              </a:xfrm>
              <a:custGeom>
                <a:avLst/>
                <a:gdLst>
                  <a:gd name="connsiteX0" fmla="*/ 5554 w 5554"/>
                  <a:gd name="connsiteY0" fmla="*/ 2777 h 5554"/>
                  <a:gd name="connsiteX1" fmla="*/ 2777 w 5554"/>
                  <a:gd name="connsiteY1" fmla="*/ 5554 h 5554"/>
                  <a:gd name="connsiteX2" fmla="*/ 0 w 5554"/>
                  <a:gd name="connsiteY2" fmla="*/ 2777 h 5554"/>
                  <a:gd name="connsiteX3" fmla="*/ 2777 w 5554"/>
                  <a:gd name="connsiteY3" fmla="*/ 0 h 5554"/>
                  <a:gd name="connsiteX4" fmla="*/ 5554 w 5554"/>
                  <a:gd name="connsiteY4" fmla="*/ 2777 h 5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4" h="5554">
                    <a:moveTo>
                      <a:pt x="5554" y="2777"/>
                    </a:moveTo>
                    <a:cubicBezTo>
                      <a:pt x="5554" y="4311"/>
                      <a:pt x="4311" y="5554"/>
                      <a:pt x="2777" y="5554"/>
                    </a:cubicBezTo>
                    <a:cubicBezTo>
                      <a:pt x="1243" y="5554"/>
                      <a:pt x="0" y="4311"/>
                      <a:pt x="0" y="2777"/>
                    </a:cubicBezTo>
                    <a:cubicBezTo>
                      <a:pt x="0" y="1243"/>
                      <a:pt x="1243" y="0"/>
                      <a:pt x="2777" y="0"/>
                    </a:cubicBezTo>
                    <a:cubicBezTo>
                      <a:pt x="4311" y="0"/>
                      <a:pt x="5554" y="1243"/>
                      <a:pt x="5554" y="27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4" name="Forme libre : forme 673">
                <a:extLst>
                  <a:ext uri="{FF2B5EF4-FFF2-40B4-BE49-F238E27FC236}">
                    <a16:creationId xmlns:a16="http://schemas.microsoft.com/office/drawing/2014/main" id="{364B3A74-A2B7-4B76-9209-44E3545DF629}"/>
                  </a:ext>
                </a:extLst>
              </p:cNvPr>
              <p:cNvSpPr/>
              <p:nvPr/>
            </p:nvSpPr>
            <p:spPr>
              <a:xfrm>
                <a:off x="4314788" y="5442549"/>
                <a:ext cx="7732" cy="7732"/>
              </a:xfrm>
              <a:custGeom>
                <a:avLst/>
                <a:gdLst>
                  <a:gd name="connsiteX0" fmla="*/ 7732 w 7732"/>
                  <a:gd name="connsiteY0" fmla="*/ 3866 h 7732"/>
                  <a:gd name="connsiteX1" fmla="*/ 3866 w 7732"/>
                  <a:gd name="connsiteY1" fmla="*/ 7732 h 7732"/>
                  <a:gd name="connsiteX2" fmla="*/ 0 w 7732"/>
                  <a:gd name="connsiteY2" fmla="*/ 3866 h 7732"/>
                  <a:gd name="connsiteX3" fmla="*/ 3866 w 7732"/>
                  <a:gd name="connsiteY3" fmla="*/ 0 h 7732"/>
                  <a:gd name="connsiteX4" fmla="*/ 7732 w 7732"/>
                  <a:gd name="connsiteY4" fmla="*/ 3866 h 7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32" h="7732">
                    <a:moveTo>
                      <a:pt x="7732" y="3866"/>
                    </a:moveTo>
                    <a:cubicBezTo>
                      <a:pt x="7732" y="6001"/>
                      <a:pt x="6001" y="7732"/>
                      <a:pt x="3866" y="7732"/>
                    </a:cubicBezTo>
                    <a:cubicBezTo>
                      <a:pt x="1731" y="7732"/>
                      <a:pt x="0" y="6001"/>
                      <a:pt x="0" y="3866"/>
                    </a:cubicBezTo>
                    <a:cubicBezTo>
                      <a:pt x="0" y="1731"/>
                      <a:pt x="1731" y="0"/>
                      <a:pt x="3866" y="0"/>
                    </a:cubicBezTo>
                    <a:cubicBezTo>
                      <a:pt x="6001" y="0"/>
                      <a:pt x="7732" y="1731"/>
                      <a:pt x="7732" y="38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5" name="Forme libre : forme 674">
                <a:extLst>
                  <a:ext uri="{FF2B5EF4-FFF2-40B4-BE49-F238E27FC236}">
                    <a16:creationId xmlns:a16="http://schemas.microsoft.com/office/drawing/2014/main" id="{DC442452-A4C7-4B76-A91A-BC93CDF242E6}"/>
                  </a:ext>
                </a:extLst>
              </p:cNvPr>
              <p:cNvSpPr/>
              <p:nvPr/>
            </p:nvSpPr>
            <p:spPr>
              <a:xfrm>
                <a:off x="4348168" y="5366205"/>
                <a:ext cx="4574" cy="4574"/>
              </a:xfrm>
              <a:custGeom>
                <a:avLst/>
                <a:gdLst>
                  <a:gd name="connsiteX0" fmla="*/ 4574 w 4574"/>
                  <a:gd name="connsiteY0" fmla="*/ 2287 h 4574"/>
                  <a:gd name="connsiteX1" fmla="*/ 2287 w 4574"/>
                  <a:gd name="connsiteY1" fmla="*/ 4574 h 4574"/>
                  <a:gd name="connsiteX2" fmla="*/ 0 w 4574"/>
                  <a:gd name="connsiteY2" fmla="*/ 2287 h 4574"/>
                  <a:gd name="connsiteX3" fmla="*/ 2287 w 4574"/>
                  <a:gd name="connsiteY3" fmla="*/ 0 h 4574"/>
                  <a:gd name="connsiteX4" fmla="*/ 4574 w 4574"/>
                  <a:gd name="connsiteY4" fmla="*/ 2287 h 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4" h="4574">
                    <a:moveTo>
                      <a:pt x="4574" y="2287"/>
                    </a:moveTo>
                    <a:cubicBezTo>
                      <a:pt x="4574" y="3550"/>
                      <a:pt x="3550" y="4574"/>
                      <a:pt x="2287" y="4574"/>
                    </a:cubicBezTo>
                    <a:cubicBezTo>
                      <a:pt x="1024" y="4574"/>
                      <a:pt x="0" y="3550"/>
                      <a:pt x="0" y="2287"/>
                    </a:cubicBezTo>
                    <a:cubicBezTo>
                      <a:pt x="0" y="1024"/>
                      <a:pt x="1024" y="0"/>
                      <a:pt x="2287" y="0"/>
                    </a:cubicBezTo>
                    <a:cubicBezTo>
                      <a:pt x="3550" y="0"/>
                      <a:pt x="4574" y="1024"/>
                      <a:pt x="4574" y="22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6" name="Forme libre : forme 675">
                <a:extLst>
                  <a:ext uri="{FF2B5EF4-FFF2-40B4-BE49-F238E27FC236}">
                    <a16:creationId xmlns:a16="http://schemas.microsoft.com/office/drawing/2014/main" id="{EDD0A760-FCC8-4EBA-ADE1-6B3AF42A2340}"/>
                  </a:ext>
                </a:extLst>
              </p:cNvPr>
              <p:cNvSpPr/>
              <p:nvPr/>
            </p:nvSpPr>
            <p:spPr>
              <a:xfrm>
                <a:off x="4296764" y="5322097"/>
                <a:ext cx="5989" cy="5989"/>
              </a:xfrm>
              <a:custGeom>
                <a:avLst/>
                <a:gdLst>
                  <a:gd name="connsiteX0" fmla="*/ 5990 w 5989"/>
                  <a:gd name="connsiteY0" fmla="*/ 2995 h 5989"/>
                  <a:gd name="connsiteX1" fmla="*/ 2995 w 5989"/>
                  <a:gd name="connsiteY1" fmla="*/ 5990 h 5989"/>
                  <a:gd name="connsiteX2" fmla="*/ 0 w 5989"/>
                  <a:gd name="connsiteY2" fmla="*/ 2995 h 5989"/>
                  <a:gd name="connsiteX3" fmla="*/ 2995 w 5989"/>
                  <a:gd name="connsiteY3" fmla="*/ 0 h 5989"/>
                  <a:gd name="connsiteX4" fmla="*/ 5990 w 5989"/>
                  <a:gd name="connsiteY4" fmla="*/ 2995 h 5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9" h="5989">
                    <a:moveTo>
                      <a:pt x="5990" y="2995"/>
                    </a:moveTo>
                    <a:cubicBezTo>
                      <a:pt x="5990" y="4649"/>
                      <a:pt x="4649" y="5990"/>
                      <a:pt x="2995" y="5990"/>
                    </a:cubicBezTo>
                    <a:cubicBezTo>
                      <a:pt x="1341" y="5990"/>
                      <a:pt x="0" y="4649"/>
                      <a:pt x="0" y="2995"/>
                    </a:cubicBezTo>
                    <a:cubicBezTo>
                      <a:pt x="0" y="1341"/>
                      <a:pt x="1341" y="0"/>
                      <a:pt x="2995" y="0"/>
                    </a:cubicBezTo>
                    <a:cubicBezTo>
                      <a:pt x="4649" y="0"/>
                      <a:pt x="5990" y="1341"/>
                      <a:pt x="5990" y="29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7" name="Forme libre : forme 676">
                <a:extLst>
                  <a:ext uri="{FF2B5EF4-FFF2-40B4-BE49-F238E27FC236}">
                    <a16:creationId xmlns:a16="http://schemas.microsoft.com/office/drawing/2014/main" id="{7705D437-A917-460F-AEC4-DA23A0781ADB}"/>
                  </a:ext>
                </a:extLst>
              </p:cNvPr>
              <p:cNvSpPr/>
              <p:nvPr/>
            </p:nvSpPr>
            <p:spPr>
              <a:xfrm>
                <a:off x="4349802" y="5293019"/>
                <a:ext cx="6752" cy="6752"/>
              </a:xfrm>
              <a:custGeom>
                <a:avLst/>
                <a:gdLst>
                  <a:gd name="connsiteX0" fmla="*/ 6752 w 6752"/>
                  <a:gd name="connsiteY0" fmla="*/ 3376 h 6752"/>
                  <a:gd name="connsiteX1" fmla="*/ 3376 w 6752"/>
                  <a:gd name="connsiteY1" fmla="*/ 6752 h 6752"/>
                  <a:gd name="connsiteX2" fmla="*/ 0 w 6752"/>
                  <a:gd name="connsiteY2" fmla="*/ 3376 h 6752"/>
                  <a:gd name="connsiteX3" fmla="*/ 3376 w 6752"/>
                  <a:gd name="connsiteY3" fmla="*/ 0 h 6752"/>
                  <a:gd name="connsiteX4" fmla="*/ 6752 w 6752"/>
                  <a:gd name="connsiteY4" fmla="*/ 3376 h 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2" h="6752">
                    <a:moveTo>
                      <a:pt x="6752" y="3376"/>
                    </a:moveTo>
                    <a:cubicBezTo>
                      <a:pt x="6752" y="5241"/>
                      <a:pt x="5241" y="6752"/>
                      <a:pt x="3376" y="6752"/>
                    </a:cubicBezTo>
                    <a:cubicBezTo>
                      <a:pt x="1512" y="6752"/>
                      <a:pt x="0" y="5241"/>
                      <a:pt x="0" y="3376"/>
                    </a:cubicBezTo>
                    <a:cubicBezTo>
                      <a:pt x="0" y="1512"/>
                      <a:pt x="1512" y="0"/>
                      <a:pt x="3376" y="0"/>
                    </a:cubicBezTo>
                    <a:cubicBezTo>
                      <a:pt x="5241" y="0"/>
                      <a:pt x="6752" y="1512"/>
                      <a:pt x="6752" y="33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8" name="Forme libre : forme 677">
                <a:extLst>
                  <a:ext uri="{FF2B5EF4-FFF2-40B4-BE49-F238E27FC236}">
                    <a16:creationId xmlns:a16="http://schemas.microsoft.com/office/drawing/2014/main" id="{C4CBEF7B-214B-4D5C-BEBA-A1314D40186D}"/>
                  </a:ext>
                </a:extLst>
              </p:cNvPr>
              <p:cNvSpPr/>
              <p:nvPr/>
            </p:nvSpPr>
            <p:spPr>
              <a:xfrm>
                <a:off x="4247919" y="5271782"/>
                <a:ext cx="6752" cy="6752"/>
              </a:xfrm>
              <a:custGeom>
                <a:avLst/>
                <a:gdLst>
                  <a:gd name="connsiteX0" fmla="*/ 6752 w 6752"/>
                  <a:gd name="connsiteY0" fmla="*/ 3376 h 6752"/>
                  <a:gd name="connsiteX1" fmla="*/ 3376 w 6752"/>
                  <a:gd name="connsiteY1" fmla="*/ 6752 h 6752"/>
                  <a:gd name="connsiteX2" fmla="*/ 0 w 6752"/>
                  <a:gd name="connsiteY2" fmla="*/ 3376 h 6752"/>
                  <a:gd name="connsiteX3" fmla="*/ 3376 w 6752"/>
                  <a:gd name="connsiteY3" fmla="*/ 0 h 6752"/>
                  <a:gd name="connsiteX4" fmla="*/ 6752 w 6752"/>
                  <a:gd name="connsiteY4" fmla="*/ 3376 h 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2" h="6752">
                    <a:moveTo>
                      <a:pt x="6752" y="3376"/>
                    </a:moveTo>
                    <a:cubicBezTo>
                      <a:pt x="6752" y="5241"/>
                      <a:pt x="5241" y="6752"/>
                      <a:pt x="3376" y="6752"/>
                    </a:cubicBezTo>
                    <a:cubicBezTo>
                      <a:pt x="1512" y="6752"/>
                      <a:pt x="0" y="5241"/>
                      <a:pt x="0" y="3376"/>
                    </a:cubicBezTo>
                    <a:cubicBezTo>
                      <a:pt x="0" y="1512"/>
                      <a:pt x="1512" y="0"/>
                      <a:pt x="3376" y="0"/>
                    </a:cubicBezTo>
                    <a:cubicBezTo>
                      <a:pt x="5241" y="0"/>
                      <a:pt x="6752" y="1512"/>
                      <a:pt x="6752" y="33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9" name="Forme libre : forme 678">
                <a:extLst>
                  <a:ext uri="{FF2B5EF4-FFF2-40B4-BE49-F238E27FC236}">
                    <a16:creationId xmlns:a16="http://schemas.microsoft.com/office/drawing/2014/main" id="{412A41E7-C54A-4F7B-8E58-D1339A9D749B}"/>
                  </a:ext>
                </a:extLst>
              </p:cNvPr>
              <p:cNvSpPr/>
              <p:nvPr/>
            </p:nvSpPr>
            <p:spPr>
              <a:xfrm>
                <a:off x="4231855" y="5226477"/>
                <a:ext cx="8385" cy="8385"/>
              </a:xfrm>
              <a:custGeom>
                <a:avLst/>
                <a:gdLst>
                  <a:gd name="connsiteX0" fmla="*/ 8386 w 8385"/>
                  <a:gd name="connsiteY0" fmla="*/ 4193 h 8385"/>
                  <a:gd name="connsiteX1" fmla="*/ 4193 w 8385"/>
                  <a:gd name="connsiteY1" fmla="*/ 8386 h 8385"/>
                  <a:gd name="connsiteX2" fmla="*/ 0 w 8385"/>
                  <a:gd name="connsiteY2" fmla="*/ 4193 h 8385"/>
                  <a:gd name="connsiteX3" fmla="*/ 4193 w 8385"/>
                  <a:gd name="connsiteY3" fmla="*/ 0 h 8385"/>
                  <a:gd name="connsiteX4" fmla="*/ 8386 w 8385"/>
                  <a:gd name="connsiteY4" fmla="*/ 4193 h 8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5" h="8385">
                    <a:moveTo>
                      <a:pt x="8386" y="4193"/>
                    </a:moveTo>
                    <a:cubicBezTo>
                      <a:pt x="8386" y="6508"/>
                      <a:pt x="6509" y="8386"/>
                      <a:pt x="4193" y="8386"/>
                    </a:cubicBezTo>
                    <a:cubicBezTo>
                      <a:pt x="1877" y="8386"/>
                      <a:pt x="0" y="6509"/>
                      <a:pt x="0" y="4193"/>
                    </a:cubicBezTo>
                    <a:cubicBezTo>
                      <a:pt x="0" y="1877"/>
                      <a:pt x="1877" y="0"/>
                      <a:pt x="4193" y="0"/>
                    </a:cubicBezTo>
                    <a:cubicBezTo>
                      <a:pt x="6509" y="0"/>
                      <a:pt x="8386" y="1877"/>
                      <a:pt x="8386" y="41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80" name="Graphique 3">
            <a:extLst>
              <a:ext uri="{FF2B5EF4-FFF2-40B4-BE49-F238E27FC236}">
                <a16:creationId xmlns:a16="http://schemas.microsoft.com/office/drawing/2014/main" id="{49F33AAF-9D64-4980-95A6-26CA68342C7F}"/>
              </a:ext>
            </a:extLst>
          </p:cNvPr>
          <p:cNvGrpSpPr/>
          <p:nvPr/>
        </p:nvGrpSpPr>
        <p:grpSpPr>
          <a:xfrm>
            <a:off x="8825193" y="4330553"/>
            <a:ext cx="1233232" cy="574297"/>
            <a:chOff x="5206751" y="4658941"/>
            <a:chExt cx="878208" cy="428029"/>
          </a:xfrm>
          <a:solidFill>
            <a:schemeClr val="accent1"/>
          </a:solidFill>
        </p:grpSpPr>
        <p:grpSp>
          <p:nvGrpSpPr>
            <p:cNvPr id="681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206751" y="4690703"/>
              <a:ext cx="548340" cy="396267"/>
              <a:chOff x="5206751" y="4690703"/>
              <a:chExt cx="548340" cy="396267"/>
            </a:xfrm>
            <a:solidFill>
              <a:schemeClr val="accent1"/>
            </a:solidFill>
          </p:grpSpPr>
          <p:sp>
            <p:nvSpPr>
              <p:cNvPr id="682" name="Forme libre : forme 681">
                <a:extLst>
                  <a:ext uri="{FF2B5EF4-FFF2-40B4-BE49-F238E27FC236}">
                    <a16:creationId xmlns:a16="http://schemas.microsoft.com/office/drawing/2014/main" id="{BAB3791F-FEB5-4B34-AA41-F5824C27AEEE}"/>
                  </a:ext>
                </a:extLst>
              </p:cNvPr>
              <p:cNvSpPr/>
              <p:nvPr/>
            </p:nvSpPr>
            <p:spPr>
              <a:xfrm>
                <a:off x="5206758" y="4690703"/>
                <a:ext cx="548333" cy="396267"/>
              </a:xfrm>
              <a:custGeom>
                <a:avLst/>
                <a:gdLst>
                  <a:gd name="connsiteX0" fmla="*/ 169063 w 548333"/>
                  <a:gd name="connsiteY0" fmla="*/ 58104 h 396267"/>
                  <a:gd name="connsiteX1" fmla="*/ 129638 w 548333"/>
                  <a:gd name="connsiteY1" fmla="*/ 75421 h 396267"/>
                  <a:gd name="connsiteX2" fmla="*/ 122450 w 548333"/>
                  <a:gd name="connsiteY2" fmla="*/ 92083 h 396267"/>
                  <a:gd name="connsiteX3" fmla="*/ 87763 w 548333"/>
                  <a:gd name="connsiteY3" fmla="*/ 107984 h 396267"/>
                  <a:gd name="connsiteX4" fmla="*/ 69739 w 548333"/>
                  <a:gd name="connsiteY4" fmla="*/ 142181 h 396267"/>
                  <a:gd name="connsiteX5" fmla="*/ 47304 w 548333"/>
                  <a:gd name="connsiteY5" fmla="*/ 163200 h 396267"/>
                  <a:gd name="connsiteX6" fmla="*/ 27864 w 548333"/>
                  <a:gd name="connsiteY6" fmla="*/ 216184 h 396267"/>
                  <a:gd name="connsiteX7" fmla="*/ 5701 w 548333"/>
                  <a:gd name="connsiteY7" fmla="*/ 243465 h 396267"/>
                  <a:gd name="connsiteX8" fmla="*/ 1182 w 548333"/>
                  <a:gd name="connsiteY8" fmla="*/ 258712 h 396267"/>
                  <a:gd name="connsiteX9" fmla="*/ 26122 w 548333"/>
                  <a:gd name="connsiteY9" fmla="*/ 342898 h 396267"/>
                  <a:gd name="connsiteX10" fmla="*/ 107149 w 548333"/>
                  <a:gd name="connsiteY10" fmla="*/ 376714 h 396267"/>
                  <a:gd name="connsiteX11" fmla="*/ 141455 w 548333"/>
                  <a:gd name="connsiteY11" fmla="*/ 381288 h 396267"/>
                  <a:gd name="connsiteX12" fmla="*/ 159261 w 548333"/>
                  <a:gd name="connsiteY12" fmla="*/ 396154 h 396267"/>
                  <a:gd name="connsiteX13" fmla="*/ 183167 w 548333"/>
                  <a:gd name="connsiteY13" fmla="*/ 383248 h 396267"/>
                  <a:gd name="connsiteX14" fmla="*/ 234244 w 548333"/>
                  <a:gd name="connsiteY14" fmla="*/ 394575 h 396267"/>
                  <a:gd name="connsiteX15" fmla="*/ 283253 w 548333"/>
                  <a:gd name="connsiteY15" fmla="*/ 378892 h 396267"/>
                  <a:gd name="connsiteX16" fmla="*/ 348270 w 548333"/>
                  <a:gd name="connsiteY16" fmla="*/ 374808 h 396267"/>
                  <a:gd name="connsiteX17" fmla="*/ 380888 w 548333"/>
                  <a:gd name="connsiteY17" fmla="*/ 352209 h 396267"/>
                  <a:gd name="connsiteX18" fmla="*/ 421620 w 548333"/>
                  <a:gd name="connsiteY18" fmla="*/ 346982 h 396267"/>
                  <a:gd name="connsiteX19" fmla="*/ 447921 w 548333"/>
                  <a:gd name="connsiteY19" fmla="*/ 319864 h 396267"/>
                  <a:gd name="connsiteX20" fmla="*/ 462079 w 548333"/>
                  <a:gd name="connsiteY20" fmla="*/ 317359 h 396267"/>
                  <a:gd name="connsiteX21" fmla="*/ 498291 w 548333"/>
                  <a:gd name="connsiteY21" fmla="*/ 279459 h 396267"/>
                  <a:gd name="connsiteX22" fmla="*/ 527750 w 548333"/>
                  <a:gd name="connsiteY22" fmla="*/ 200447 h 396267"/>
                  <a:gd name="connsiteX23" fmla="*/ 536463 w 548333"/>
                  <a:gd name="connsiteY23" fmla="*/ 164072 h 396267"/>
                  <a:gd name="connsiteX24" fmla="*/ 548225 w 548333"/>
                  <a:gd name="connsiteY24" fmla="*/ 140330 h 396267"/>
                  <a:gd name="connsiteX25" fmla="*/ 540275 w 548333"/>
                  <a:gd name="connsiteY25" fmla="*/ 125300 h 396267"/>
                  <a:gd name="connsiteX26" fmla="*/ 531399 w 548333"/>
                  <a:gd name="connsiteY26" fmla="*/ 67198 h 396267"/>
                  <a:gd name="connsiteX27" fmla="*/ 481737 w 548333"/>
                  <a:gd name="connsiteY27" fmla="*/ 21675 h 396267"/>
                  <a:gd name="connsiteX28" fmla="*/ 415630 w 548333"/>
                  <a:gd name="connsiteY28" fmla="*/ 6101 h 396267"/>
                  <a:gd name="connsiteX29" fmla="*/ 397606 w 548333"/>
                  <a:gd name="connsiteY29" fmla="*/ 2 h 396267"/>
                  <a:gd name="connsiteX30" fmla="*/ 377022 w 548333"/>
                  <a:gd name="connsiteY30" fmla="*/ 5448 h 396267"/>
                  <a:gd name="connsiteX31" fmla="*/ 331553 w 548333"/>
                  <a:gd name="connsiteY31" fmla="*/ 2725 h 396267"/>
                  <a:gd name="connsiteX32" fmla="*/ 299208 w 548333"/>
                  <a:gd name="connsiteY32" fmla="*/ 9913 h 396267"/>
                  <a:gd name="connsiteX33" fmla="*/ 226294 w 548333"/>
                  <a:gd name="connsiteY33" fmla="*/ 16992 h 396267"/>
                  <a:gd name="connsiteX34" fmla="*/ 169063 w 548333"/>
                  <a:gd name="connsiteY34" fmla="*/ 58104 h 396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48333" h="396267">
                    <a:moveTo>
                      <a:pt x="169063" y="58104"/>
                    </a:moveTo>
                    <a:cubicBezTo>
                      <a:pt x="156157" y="65075"/>
                      <a:pt x="137480" y="63005"/>
                      <a:pt x="129638" y="75421"/>
                    </a:cubicBezTo>
                    <a:cubicBezTo>
                      <a:pt x="126426" y="80539"/>
                      <a:pt x="125990" y="87183"/>
                      <a:pt x="122450" y="92083"/>
                    </a:cubicBezTo>
                    <a:cubicBezTo>
                      <a:pt x="114881" y="102539"/>
                      <a:pt x="98001" y="100088"/>
                      <a:pt x="87763" y="107984"/>
                    </a:cubicBezTo>
                    <a:cubicBezTo>
                      <a:pt x="77471" y="115989"/>
                      <a:pt x="77254" y="131562"/>
                      <a:pt x="69739" y="142181"/>
                    </a:cubicBezTo>
                    <a:cubicBezTo>
                      <a:pt x="63804" y="150567"/>
                      <a:pt x="53839" y="155250"/>
                      <a:pt x="47304" y="163200"/>
                    </a:cubicBezTo>
                    <a:cubicBezTo>
                      <a:pt x="35324" y="177903"/>
                      <a:pt x="37884" y="200120"/>
                      <a:pt x="27864" y="216184"/>
                    </a:cubicBezTo>
                    <a:cubicBezTo>
                      <a:pt x="21656" y="226149"/>
                      <a:pt x="11092" y="233010"/>
                      <a:pt x="5701" y="243465"/>
                    </a:cubicBezTo>
                    <a:cubicBezTo>
                      <a:pt x="3251" y="248203"/>
                      <a:pt x="1999" y="253430"/>
                      <a:pt x="1182" y="258712"/>
                    </a:cubicBezTo>
                    <a:cubicBezTo>
                      <a:pt x="-3501" y="288607"/>
                      <a:pt x="5919" y="320354"/>
                      <a:pt x="26122" y="342898"/>
                    </a:cubicBezTo>
                    <a:cubicBezTo>
                      <a:pt x="46324" y="365387"/>
                      <a:pt x="76927" y="378184"/>
                      <a:pt x="107149" y="376714"/>
                    </a:cubicBezTo>
                    <a:cubicBezTo>
                      <a:pt x="118965" y="376169"/>
                      <a:pt x="132198" y="373936"/>
                      <a:pt x="141455" y="381288"/>
                    </a:cubicBezTo>
                    <a:cubicBezTo>
                      <a:pt x="147608" y="386189"/>
                      <a:pt x="151474" y="395010"/>
                      <a:pt x="159261" y="396154"/>
                    </a:cubicBezTo>
                    <a:cubicBezTo>
                      <a:pt x="168464" y="397461"/>
                      <a:pt x="174726" y="387169"/>
                      <a:pt x="183167" y="383248"/>
                    </a:cubicBezTo>
                    <a:cubicBezTo>
                      <a:pt x="199394" y="375679"/>
                      <a:pt x="216383" y="392995"/>
                      <a:pt x="234244" y="394575"/>
                    </a:cubicBezTo>
                    <a:cubicBezTo>
                      <a:pt x="251506" y="396099"/>
                      <a:pt x="266372" y="382758"/>
                      <a:pt x="283253" y="378892"/>
                    </a:cubicBezTo>
                    <a:cubicBezTo>
                      <a:pt x="304653" y="374045"/>
                      <a:pt x="328667" y="384609"/>
                      <a:pt x="348270" y="374808"/>
                    </a:cubicBezTo>
                    <a:cubicBezTo>
                      <a:pt x="360141" y="368872"/>
                      <a:pt x="368200" y="356239"/>
                      <a:pt x="380888" y="352209"/>
                    </a:cubicBezTo>
                    <a:cubicBezTo>
                      <a:pt x="394120" y="348071"/>
                      <a:pt x="409803" y="354170"/>
                      <a:pt x="421620" y="346982"/>
                    </a:cubicBezTo>
                    <a:cubicBezTo>
                      <a:pt x="432510" y="340339"/>
                      <a:pt x="436050" y="324492"/>
                      <a:pt x="447921" y="319864"/>
                    </a:cubicBezTo>
                    <a:cubicBezTo>
                      <a:pt x="452386" y="318121"/>
                      <a:pt x="457396" y="318285"/>
                      <a:pt x="462079" y="317359"/>
                    </a:cubicBezTo>
                    <a:cubicBezTo>
                      <a:pt x="479885" y="313765"/>
                      <a:pt x="490232" y="295686"/>
                      <a:pt x="498291" y="279459"/>
                    </a:cubicBezTo>
                    <a:cubicBezTo>
                      <a:pt x="510869" y="254193"/>
                      <a:pt x="523611" y="228381"/>
                      <a:pt x="527750" y="200447"/>
                    </a:cubicBezTo>
                    <a:cubicBezTo>
                      <a:pt x="529602" y="188031"/>
                      <a:pt x="529874" y="174799"/>
                      <a:pt x="536463" y="164072"/>
                    </a:cubicBezTo>
                    <a:cubicBezTo>
                      <a:pt x="541255" y="156339"/>
                      <a:pt x="549368" y="149314"/>
                      <a:pt x="548225" y="140330"/>
                    </a:cubicBezTo>
                    <a:cubicBezTo>
                      <a:pt x="547462" y="134666"/>
                      <a:pt x="543106" y="130256"/>
                      <a:pt x="540275" y="125300"/>
                    </a:cubicBezTo>
                    <a:cubicBezTo>
                      <a:pt x="530473" y="108093"/>
                      <a:pt x="539893" y="85114"/>
                      <a:pt x="531399" y="67198"/>
                    </a:cubicBezTo>
                    <a:cubicBezTo>
                      <a:pt x="523448" y="50481"/>
                      <a:pt x="499924" y="24833"/>
                      <a:pt x="481737" y="21675"/>
                    </a:cubicBezTo>
                    <a:cubicBezTo>
                      <a:pt x="459356" y="17809"/>
                      <a:pt x="436268" y="15685"/>
                      <a:pt x="415630" y="6101"/>
                    </a:cubicBezTo>
                    <a:cubicBezTo>
                      <a:pt x="409803" y="3378"/>
                      <a:pt x="404031" y="57"/>
                      <a:pt x="397606" y="2"/>
                    </a:cubicBezTo>
                    <a:cubicBezTo>
                      <a:pt x="390472" y="-107"/>
                      <a:pt x="383992" y="3869"/>
                      <a:pt x="377022" y="5448"/>
                    </a:cubicBezTo>
                    <a:cubicBezTo>
                      <a:pt x="362102" y="8824"/>
                      <a:pt x="346746" y="1091"/>
                      <a:pt x="331553" y="2725"/>
                    </a:cubicBezTo>
                    <a:cubicBezTo>
                      <a:pt x="320553" y="3923"/>
                      <a:pt x="310262" y="9967"/>
                      <a:pt x="299208" y="9913"/>
                    </a:cubicBezTo>
                    <a:cubicBezTo>
                      <a:pt x="273723" y="9749"/>
                      <a:pt x="251560" y="19061"/>
                      <a:pt x="226294" y="16992"/>
                    </a:cubicBezTo>
                    <a:cubicBezTo>
                      <a:pt x="197052" y="14650"/>
                      <a:pt x="190518" y="46506"/>
                      <a:pt x="169063" y="58104"/>
                    </a:cubicBezTo>
                    <a:close/>
                  </a:path>
                </a:pathLst>
              </a:custGeom>
              <a:solidFill>
                <a:srgbClr val="9C73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3" name="Forme libre : forme 682">
                <a:extLst>
                  <a:ext uri="{FF2B5EF4-FFF2-40B4-BE49-F238E27FC236}">
                    <a16:creationId xmlns:a16="http://schemas.microsoft.com/office/drawing/2014/main" id="{DE778866-92EF-4BA1-9093-B7C02BF57A28}"/>
                  </a:ext>
                </a:extLst>
              </p:cNvPr>
              <p:cNvSpPr/>
              <p:nvPr/>
            </p:nvSpPr>
            <p:spPr>
              <a:xfrm>
                <a:off x="5261550" y="4730511"/>
                <a:ext cx="438522" cy="317011"/>
              </a:xfrm>
              <a:custGeom>
                <a:avLst/>
                <a:gdLst>
                  <a:gd name="connsiteX0" fmla="*/ 135289 w 438522"/>
                  <a:gd name="connsiteY0" fmla="*/ 46341 h 317011"/>
                  <a:gd name="connsiteX1" fmla="*/ 103761 w 438522"/>
                  <a:gd name="connsiteY1" fmla="*/ 60227 h 317011"/>
                  <a:gd name="connsiteX2" fmla="*/ 97989 w 438522"/>
                  <a:gd name="connsiteY2" fmla="*/ 73568 h 317011"/>
                  <a:gd name="connsiteX3" fmla="*/ 70272 w 438522"/>
                  <a:gd name="connsiteY3" fmla="*/ 86310 h 317011"/>
                  <a:gd name="connsiteX4" fmla="*/ 55841 w 438522"/>
                  <a:gd name="connsiteY4" fmla="*/ 113700 h 317011"/>
                  <a:gd name="connsiteX5" fmla="*/ 37926 w 438522"/>
                  <a:gd name="connsiteY5" fmla="*/ 130526 h 317011"/>
                  <a:gd name="connsiteX6" fmla="*/ 22352 w 438522"/>
                  <a:gd name="connsiteY6" fmla="*/ 172946 h 317011"/>
                  <a:gd name="connsiteX7" fmla="*/ 4600 w 438522"/>
                  <a:gd name="connsiteY7" fmla="*/ 194782 h 317011"/>
                  <a:gd name="connsiteX8" fmla="*/ 952 w 438522"/>
                  <a:gd name="connsiteY8" fmla="*/ 206980 h 317011"/>
                  <a:gd name="connsiteX9" fmla="*/ 20882 w 438522"/>
                  <a:gd name="connsiteY9" fmla="*/ 274339 h 317011"/>
                  <a:gd name="connsiteX10" fmla="*/ 85682 w 438522"/>
                  <a:gd name="connsiteY10" fmla="*/ 301402 h 317011"/>
                  <a:gd name="connsiteX11" fmla="*/ 113127 w 438522"/>
                  <a:gd name="connsiteY11" fmla="*/ 305051 h 317011"/>
                  <a:gd name="connsiteX12" fmla="*/ 127394 w 438522"/>
                  <a:gd name="connsiteY12" fmla="*/ 316922 h 317011"/>
                  <a:gd name="connsiteX13" fmla="*/ 146507 w 438522"/>
                  <a:gd name="connsiteY13" fmla="*/ 306630 h 317011"/>
                  <a:gd name="connsiteX14" fmla="*/ 187347 w 438522"/>
                  <a:gd name="connsiteY14" fmla="*/ 315724 h 317011"/>
                  <a:gd name="connsiteX15" fmla="*/ 226554 w 438522"/>
                  <a:gd name="connsiteY15" fmla="*/ 303199 h 317011"/>
                  <a:gd name="connsiteX16" fmla="*/ 278558 w 438522"/>
                  <a:gd name="connsiteY16" fmla="*/ 299932 h 317011"/>
                  <a:gd name="connsiteX17" fmla="*/ 304641 w 438522"/>
                  <a:gd name="connsiteY17" fmla="*/ 281854 h 317011"/>
                  <a:gd name="connsiteX18" fmla="*/ 337204 w 438522"/>
                  <a:gd name="connsiteY18" fmla="*/ 277661 h 317011"/>
                  <a:gd name="connsiteX19" fmla="*/ 358223 w 438522"/>
                  <a:gd name="connsiteY19" fmla="*/ 255934 h 317011"/>
                  <a:gd name="connsiteX20" fmla="*/ 369550 w 438522"/>
                  <a:gd name="connsiteY20" fmla="*/ 253919 h 317011"/>
                  <a:gd name="connsiteX21" fmla="*/ 398519 w 438522"/>
                  <a:gd name="connsiteY21" fmla="*/ 223588 h 317011"/>
                  <a:gd name="connsiteX22" fmla="*/ 422043 w 438522"/>
                  <a:gd name="connsiteY22" fmla="*/ 160367 h 317011"/>
                  <a:gd name="connsiteX23" fmla="*/ 429013 w 438522"/>
                  <a:gd name="connsiteY23" fmla="*/ 131289 h 317011"/>
                  <a:gd name="connsiteX24" fmla="*/ 438434 w 438522"/>
                  <a:gd name="connsiteY24" fmla="*/ 112284 h 317011"/>
                  <a:gd name="connsiteX25" fmla="*/ 432062 w 438522"/>
                  <a:gd name="connsiteY25" fmla="*/ 100250 h 317011"/>
                  <a:gd name="connsiteX26" fmla="*/ 424984 w 438522"/>
                  <a:gd name="connsiteY26" fmla="*/ 53801 h 317011"/>
                  <a:gd name="connsiteX27" fmla="*/ 385232 w 438522"/>
                  <a:gd name="connsiteY27" fmla="*/ 17371 h 317011"/>
                  <a:gd name="connsiteX28" fmla="*/ 332358 w 438522"/>
                  <a:gd name="connsiteY28" fmla="*/ 4902 h 317011"/>
                  <a:gd name="connsiteX29" fmla="*/ 317928 w 438522"/>
                  <a:gd name="connsiteY29" fmla="*/ 1 h 317011"/>
                  <a:gd name="connsiteX30" fmla="*/ 301482 w 438522"/>
                  <a:gd name="connsiteY30" fmla="*/ 4357 h 317011"/>
                  <a:gd name="connsiteX31" fmla="*/ 265107 w 438522"/>
                  <a:gd name="connsiteY31" fmla="*/ 2179 h 317011"/>
                  <a:gd name="connsiteX32" fmla="*/ 239242 w 438522"/>
                  <a:gd name="connsiteY32" fmla="*/ 7951 h 317011"/>
                  <a:gd name="connsiteX33" fmla="*/ 180922 w 438522"/>
                  <a:gd name="connsiteY33" fmla="*/ 13614 h 317011"/>
                  <a:gd name="connsiteX34" fmla="*/ 135289 w 438522"/>
                  <a:gd name="connsiteY34" fmla="*/ 46341 h 317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38522" h="317011">
                    <a:moveTo>
                      <a:pt x="135289" y="46341"/>
                    </a:moveTo>
                    <a:cubicBezTo>
                      <a:pt x="124943" y="51895"/>
                      <a:pt x="110023" y="50261"/>
                      <a:pt x="103761" y="60227"/>
                    </a:cubicBezTo>
                    <a:cubicBezTo>
                      <a:pt x="101147" y="64365"/>
                      <a:pt x="100820" y="69647"/>
                      <a:pt x="97989" y="73568"/>
                    </a:cubicBezTo>
                    <a:cubicBezTo>
                      <a:pt x="91944" y="81954"/>
                      <a:pt x="78440" y="79939"/>
                      <a:pt x="70272" y="86310"/>
                    </a:cubicBezTo>
                    <a:cubicBezTo>
                      <a:pt x="62049" y="92735"/>
                      <a:pt x="61886" y="105151"/>
                      <a:pt x="55841" y="113700"/>
                    </a:cubicBezTo>
                    <a:cubicBezTo>
                      <a:pt x="51104" y="120398"/>
                      <a:pt x="43099" y="124155"/>
                      <a:pt x="37926" y="130526"/>
                    </a:cubicBezTo>
                    <a:cubicBezTo>
                      <a:pt x="28342" y="142289"/>
                      <a:pt x="30411" y="160041"/>
                      <a:pt x="22352" y="172946"/>
                    </a:cubicBezTo>
                    <a:cubicBezTo>
                      <a:pt x="17397" y="180951"/>
                      <a:pt x="8902" y="186396"/>
                      <a:pt x="4600" y="194782"/>
                    </a:cubicBezTo>
                    <a:cubicBezTo>
                      <a:pt x="2640" y="198594"/>
                      <a:pt x="1660" y="202787"/>
                      <a:pt x="952" y="206980"/>
                    </a:cubicBezTo>
                    <a:cubicBezTo>
                      <a:pt x="-2806" y="230885"/>
                      <a:pt x="4709" y="256315"/>
                      <a:pt x="20882" y="274339"/>
                    </a:cubicBezTo>
                    <a:cubicBezTo>
                      <a:pt x="37055" y="292363"/>
                      <a:pt x="61504" y="302546"/>
                      <a:pt x="85682" y="301402"/>
                    </a:cubicBezTo>
                    <a:cubicBezTo>
                      <a:pt x="95103" y="300967"/>
                      <a:pt x="105721" y="299170"/>
                      <a:pt x="113127" y="305051"/>
                    </a:cubicBezTo>
                    <a:cubicBezTo>
                      <a:pt x="118082" y="308972"/>
                      <a:pt x="121131" y="316051"/>
                      <a:pt x="127394" y="316922"/>
                    </a:cubicBezTo>
                    <a:cubicBezTo>
                      <a:pt x="134745" y="317957"/>
                      <a:pt x="139809" y="309734"/>
                      <a:pt x="146507" y="306630"/>
                    </a:cubicBezTo>
                    <a:cubicBezTo>
                      <a:pt x="159467" y="300586"/>
                      <a:pt x="173080" y="314471"/>
                      <a:pt x="187347" y="315724"/>
                    </a:cubicBezTo>
                    <a:cubicBezTo>
                      <a:pt x="201124" y="316922"/>
                      <a:pt x="213049" y="306249"/>
                      <a:pt x="226554" y="303199"/>
                    </a:cubicBezTo>
                    <a:cubicBezTo>
                      <a:pt x="243652" y="299333"/>
                      <a:pt x="262875" y="307774"/>
                      <a:pt x="278558" y="299932"/>
                    </a:cubicBezTo>
                    <a:cubicBezTo>
                      <a:pt x="288087" y="295195"/>
                      <a:pt x="294512" y="285066"/>
                      <a:pt x="304641" y="281854"/>
                    </a:cubicBezTo>
                    <a:cubicBezTo>
                      <a:pt x="315205" y="278532"/>
                      <a:pt x="327784" y="283433"/>
                      <a:pt x="337204" y="277661"/>
                    </a:cubicBezTo>
                    <a:cubicBezTo>
                      <a:pt x="345917" y="272379"/>
                      <a:pt x="348748" y="259691"/>
                      <a:pt x="358223" y="255934"/>
                    </a:cubicBezTo>
                    <a:cubicBezTo>
                      <a:pt x="361817" y="254518"/>
                      <a:pt x="365792" y="254681"/>
                      <a:pt x="369550" y="253919"/>
                    </a:cubicBezTo>
                    <a:cubicBezTo>
                      <a:pt x="383762" y="251033"/>
                      <a:pt x="392094" y="236603"/>
                      <a:pt x="398519" y="223588"/>
                    </a:cubicBezTo>
                    <a:cubicBezTo>
                      <a:pt x="408593" y="203386"/>
                      <a:pt x="418776" y="182693"/>
                      <a:pt x="422043" y="160367"/>
                    </a:cubicBezTo>
                    <a:cubicBezTo>
                      <a:pt x="423514" y="150402"/>
                      <a:pt x="423731" y="139838"/>
                      <a:pt x="429013" y="131289"/>
                    </a:cubicBezTo>
                    <a:cubicBezTo>
                      <a:pt x="432825" y="125135"/>
                      <a:pt x="439359" y="119472"/>
                      <a:pt x="438434" y="112284"/>
                    </a:cubicBezTo>
                    <a:cubicBezTo>
                      <a:pt x="437835" y="107765"/>
                      <a:pt x="434350" y="104225"/>
                      <a:pt x="432062" y="100250"/>
                    </a:cubicBezTo>
                    <a:cubicBezTo>
                      <a:pt x="424221" y="86473"/>
                      <a:pt x="431790" y="68068"/>
                      <a:pt x="424984" y="53801"/>
                    </a:cubicBezTo>
                    <a:cubicBezTo>
                      <a:pt x="418613" y="40460"/>
                      <a:pt x="399826" y="19876"/>
                      <a:pt x="385232" y="17371"/>
                    </a:cubicBezTo>
                    <a:cubicBezTo>
                      <a:pt x="367317" y="14268"/>
                      <a:pt x="348857" y="12580"/>
                      <a:pt x="332358" y="4902"/>
                    </a:cubicBezTo>
                    <a:cubicBezTo>
                      <a:pt x="327729" y="2723"/>
                      <a:pt x="323046" y="55"/>
                      <a:pt x="317928" y="1"/>
                    </a:cubicBezTo>
                    <a:cubicBezTo>
                      <a:pt x="312210" y="-54"/>
                      <a:pt x="307037" y="3105"/>
                      <a:pt x="301482" y="4357"/>
                    </a:cubicBezTo>
                    <a:cubicBezTo>
                      <a:pt x="289557" y="7025"/>
                      <a:pt x="277250" y="872"/>
                      <a:pt x="265107" y="2179"/>
                    </a:cubicBezTo>
                    <a:cubicBezTo>
                      <a:pt x="256286" y="3159"/>
                      <a:pt x="248118" y="8005"/>
                      <a:pt x="239242" y="7951"/>
                    </a:cubicBezTo>
                    <a:cubicBezTo>
                      <a:pt x="218822" y="7842"/>
                      <a:pt x="201124" y="15302"/>
                      <a:pt x="180922" y="13614"/>
                    </a:cubicBezTo>
                    <a:cubicBezTo>
                      <a:pt x="157670" y="11545"/>
                      <a:pt x="152442" y="37084"/>
                      <a:pt x="135289" y="46341"/>
                    </a:cubicBezTo>
                    <a:close/>
                  </a:path>
                </a:pathLst>
              </a:custGeom>
              <a:solidFill>
                <a:srgbClr val="855B9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4" name="Forme libre : forme 683">
                <a:extLst>
                  <a:ext uri="{FF2B5EF4-FFF2-40B4-BE49-F238E27FC236}">
                    <a16:creationId xmlns:a16="http://schemas.microsoft.com/office/drawing/2014/main" id="{781CA7C2-E9BD-40CD-B4ED-286B7DDA1A82}"/>
                  </a:ext>
                </a:extLst>
              </p:cNvPr>
              <p:cNvSpPr/>
              <p:nvPr/>
            </p:nvSpPr>
            <p:spPr>
              <a:xfrm rot="-1803113">
                <a:off x="5308231" y="4863094"/>
                <a:ext cx="248099" cy="132435"/>
              </a:xfrm>
              <a:custGeom>
                <a:avLst/>
                <a:gdLst>
                  <a:gd name="connsiteX0" fmla="*/ 248099 w 248099"/>
                  <a:gd name="connsiteY0" fmla="*/ 66218 h 132435"/>
                  <a:gd name="connsiteX1" fmla="*/ 124050 w 248099"/>
                  <a:gd name="connsiteY1" fmla="*/ 132436 h 132435"/>
                  <a:gd name="connsiteX2" fmla="*/ 0 w 248099"/>
                  <a:gd name="connsiteY2" fmla="*/ 66218 h 132435"/>
                  <a:gd name="connsiteX3" fmla="*/ 124050 w 248099"/>
                  <a:gd name="connsiteY3" fmla="*/ 0 h 132435"/>
                  <a:gd name="connsiteX4" fmla="*/ 248099 w 248099"/>
                  <a:gd name="connsiteY4" fmla="*/ 66218 h 132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099" h="132435">
                    <a:moveTo>
                      <a:pt x="248099" y="66218"/>
                    </a:moveTo>
                    <a:cubicBezTo>
                      <a:pt x="248099" y="102789"/>
                      <a:pt x="192560" y="132436"/>
                      <a:pt x="124050" y="132436"/>
                    </a:cubicBezTo>
                    <a:cubicBezTo>
                      <a:pt x="55539" y="132436"/>
                      <a:pt x="0" y="102789"/>
                      <a:pt x="0" y="66218"/>
                    </a:cubicBezTo>
                    <a:cubicBezTo>
                      <a:pt x="0" y="29647"/>
                      <a:pt x="55539" y="0"/>
                      <a:pt x="124050" y="0"/>
                    </a:cubicBezTo>
                    <a:cubicBezTo>
                      <a:pt x="192560" y="0"/>
                      <a:pt x="248099" y="29647"/>
                      <a:pt x="248099" y="66218"/>
                    </a:cubicBezTo>
                    <a:close/>
                  </a:path>
                </a:pathLst>
              </a:custGeom>
              <a:solidFill>
                <a:srgbClr val="663B7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5" name="Forme libre : forme 684">
                <a:extLst>
                  <a:ext uri="{FF2B5EF4-FFF2-40B4-BE49-F238E27FC236}">
                    <a16:creationId xmlns:a16="http://schemas.microsoft.com/office/drawing/2014/main" id="{70247638-C20F-4CFF-A7BE-91907C1B459A}"/>
                  </a:ext>
                </a:extLst>
              </p:cNvPr>
              <p:cNvSpPr/>
              <p:nvPr/>
            </p:nvSpPr>
            <p:spPr>
              <a:xfrm>
                <a:off x="5319787" y="4884452"/>
                <a:ext cx="224680" cy="129233"/>
              </a:xfrm>
              <a:custGeom>
                <a:avLst/>
                <a:gdLst>
                  <a:gd name="connsiteX0" fmla="*/ 155194 w 224680"/>
                  <a:gd name="connsiteY0" fmla="*/ 66379 h 129233"/>
                  <a:gd name="connsiteX1" fmla="*/ 14649 w 224680"/>
                  <a:gd name="connsiteY1" fmla="*/ 71225 h 129233"/>
                  <a:gd name="connsiteX2" fmla="*/ 9803 w 224680"/>
                  <a:gd name="connsiteY2" fmla="*/ 53746 h 129233"/>
                  <a:gd name="connsiteX3" fmla="*/ 5011 w 224680"/>
                  <a:gd name="connsiteY3" fmla="*/ 106838 h 129233"/>
                  <a:gd name="connsiteX4" fmla="*/ 145556 w 224680"/>
                  <a:gd name="connsiteY4" fmla="*/ 101992 h 129233"/>
                  <a:gd name="connsiteX5" fmla="*/ 224623 w 224680"/>
                  <a:gd name="connsiteY5" fmla="*/ 0 h 129233"/>
                  <a:gd name="connsiteX6" fmla="*/ 155194 w 224680"/>
                  <a:gd name="connsiteY6" fmla="*/ 66379 h 129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4680" h="129233">
                    <a:moveTo>
                      <a:pt x="155194" y="66379"/>
                    </a:moveTo>
                    <a:cubicBezTo>
                      <a:pt x="95894" y="100685"/>
                      <a:pt x="33000" y="102863"/>
                      <a:pt x="14649" y="71225"/>
                    </a:cubicBezTo>
                    <a:cubicBezTo>
                      <a:pt x="11600" y="65943"/>
                      <a:pt x="10129" y="60062"/>
                      <a:pt x="9803" y="53746"/>
                    </a:cubicBezTo>
                    <a:cubicBezTo>
                      <a:pt x="-870" y="73404"/>
                      <a:pt x="-3375" y="92353"/>
                      <a:pt x="5011" y="106838"/>
                    </a:cubicBezTo>
                    <a:cubicBezTo>
                      <a:pt x="23307" y="138476"/>
                      <a:pt x="86256" y="136352"/>
                      <a:pt x="145556" y="101992"/>
                    </a:cubicBezTo>
                    <a:cubicBezTo>
                      <a:pt x="195000" y="73404"/>
                      <a:pt x="226202" y="31529"/>
                      <a:pt x="224623" y="0"/>
                    </a:cubicBezTo>
                    <a:cubicBezTo>
                      <a:pt x="211881" y="23415"/>
                      <a:pt x="187431" y="47756"/>
                      <a:pt x="155194" y="66379"/>
                    </a:cubicBezTo>
                    <a:close/>
                  </a:path>
                </a:pathLst>
              </a:custGeom>
              <a:solidFill>
                <a:srgbClr val="4A2366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6" name="Forme libre : forme 685">
                <a:extLst>
                  <a:ext uri="{FF2B5EF4-FFF2-40B4-BE49-F238E27FC236}">
                    <a16:creationId xmlns:a16="http://schemas.microsoft.com/office/drawing/2014/main" id="{1B3DC37A-509B-417A-85B8-92D2578D5EF4}"/>
                  </a:ext>
                </a:extLst>
              </p:cNvPr>
              <p:cNvSpPr/>
              <p:nvPr/>
            </p:nvSpPr>
            <p:spPr>
              <a:xfrm>
                <a:off x="5261550" y="4730511"/>
                <a:ext cx="438522" cy="317011"/>
              </a:xfrm>
              <a:custGeom>
                <a:avLst/>
                <a:gdLst>
                  <a:gd name="connsiteX0" fmla="*/ 135289 w 438522"/>
                  <a:gd name="connsiteY0" fmla="*/ 46341 h 317011"/>
                  <a:gd name="connsiteX1" fmla="*/ 103761 w 438522"/>
                  <a:gd name="connsiteY1" fmla="*/ 60227 h 317011"/>
                  <a:gd name="connsiteX2" fmla="*/ 97989 w 438522"/>
                  <a:gd name="connsiteY2" fmla="*/ 73568 h 317011"/>
                  <a:gd name="connsiteX3" fmla="*/ 70272 w 438522"/>
                  <a:gd name="connsiteY3" fmla="*/ 86310 h 317011"/>
                  <a:gd name="connsiteX4" fmla="*/ 55841 w 438522"/>
                  <a:gd name="connsiteY4" fmla="*/ 113700 h 317011"/>
                  <a:gd name="connsiteX5" fmla="*/ 37926 w 438522"/>
                  <a:gd name="connsiteY5" fmla="*/ 130526 h 317011"/>
                  <a:gd name="connsiteX6" fmla="*/ 22352 w 438522"/>
                  <a:gd name="connsiteY6" fmla="*/ 172946 h 317011"/>
                  <a:gd name="connsiteX7" fmla="*/ 4600 w 438522"/>
                  <a:gd name="connsiteY7" fmla="*/ 194782 h 317011"/>
                  <a:gd name="connsiteX8" fmla="*/ 952 w 438522"/>
                  <a:gd name="connsiteY8" fmla="*/ 206980 h 317011"/>
                  <a:gd name="connsiteX9" fmla="*/ 20882 w 438522"/>
                  <a:gd name="connsiteY9" fmla="*/ 274339 h 317011"/>
                  <a:gd name="connsiteX10" fmla="*/ 85682 w 438522"/>
                  <a:gd name="connsiteY10" fmla="*/ 301402 h 317011"/>
                  <a:gd name="connsiteX11" fmla="*/ 113127 w 438522"/>
                  <a:gd name="connsiteY11" fmla="*/ 305051 h 317011"/>
                  <a:gd name="connsiteX12" fmla="*/ 127394 w 438522"/>
                  <a:gd name="connsiteY12" fmla="*/ 316922 h 317011"/>
                  <a:gd name="connsiteX13" fmla="*/ 146507 w 438522"/>
                  <a:gd name="connsiteY13" fmla="*/ 306630 h 317011"/>
                  <a:gd name="connsiteX14" fmla="*/ 187347 w 438522"/>
                  <a:gd name="connsiteY14" fmla="*/ 315724 h 317011"/>
                  <a:gd name="connsiteX15" fmla="*/ 226554 w 438522"/>
                  <a:gd name="connsiteY15" fmla="*/ 303199 h 317011"/>
                  <a:gd name="connsiteX16" fmla="*/ 278558 w 438522"/>
                  <a:gd name="connsiteY16" fmla="*/ 299932 h 317011"/>
                  <a:gd name="connsiteX17" fmla="*/ 304641 w 438522"/>
                  <a:gd name="connsiteY17" fmla="*/ 281854 h 317011"/>
                  <a:gd name="connsiteX18" fmla="*/ 337204 w 438522"/>
                  <a:gd name="connsiteY18" fmla="*/ 277661 h 317011"/>
                  <a:gd name="connsiteX19" fmla="*/ 358223 w 438522"/>
                  <a:gd name="connsiteY19" fmla="*/ 255934 h 317011"/>
                  <a:gd name="connsiteX20" fmla="*/ 369550 w 438522"/>
                  <a:gd name="connsiteY20" fmla="*/ 253919 h 317011"/>
                  <a:gd name="connsiteX21" fmla="*/ 398519 w 438522"/>
                  <a:gd name="connsiteY21" fmla="*/ 223588 h 317011"/>
                  <a:gd name="connsiteX22" fmla="*/ 422043 w 438522"/>
                  <a:gd name="connsiteY22" fmla="*/ 160367 h 317011"/>
                  <a:gd name="connsiteX23" fmla="*/ 429013 w 438522"/>
                  <a:gd name="connsiteY23" fmla="*/ 131289 h 317011"/>
                  <a:gd name="connsiteX24" fmla="*/ 438434 w 438522"/>
                  <a:gd name="connsiteY24" fmla="*/ 112284 h 317011"/>
                  <a:gd name="connsiteX25" fmla="*/ 432062 w 438522"/>
                  <a:gd name="connsiteY25" fmla="*/ 100250 h 317011"/>
                  <a:gd name="connsiteX26" fmla="*/ 424984 w 438522"/>
                  <a:gd name="connsiteY26" fmla="*/ 53801 h 317011"/>
                  <a:gd name="connsiteX27" fmla="*/ 385232 w 438522"/>
                  <a:gd name="connsiteY27" fmla="*/ 17371 h 317011"/>
                  <a:gd name="connsiteX28" fmla="*/ 332358 w 438522"/>
                  <a:gd name="connsiteY28" fmla="*/ 4902 h 317011"/>
                  <a:gd name="connsiteX29" fmla="*/ 317928 w 438522"/>
                  <a:gd name="connsiteY29" fmla="*/ 1 h 317011"/>
                  <a:gd name="connsiteX30" fmla="*/ 301482 w 438522"/>
                  <a:gd name="connsiteY30" fmla="*/ 4357 h 317011"/>
                  <a:gd name="connsiteX31" fmla="*/ 265107 w 438522"/>
                  <a:gd name="connsiteY31" fmla="*/ 2179 h 317011"/>
                  <a:gd name="connsiteX32" fmla="*/ 239242 w 438522"/>
                  <a:gd name="connsiteY32" fmla="*/ 7951 h 317011"/>
                  <a:gd name="connsiteX33" fmla="*/ 180922 w 438522"/>
                  <a:gd name="connsiteY33" fmla="*/ 13614 h 317011"/>
                  <a:gd name="connsiteX34" fmla="*/ 135289 w 438522"/>
                  <a:gd name="connsiteY34" fmla="*/ 46341 h 317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38522" h="317011">
                    <a:moveTo>
                      <a:pt x="135289" y="46341"/>
                    </a:moveTo>
                    <a:cubicBezTo>
                      <a:pt x="124943" y="51895"/>
                      <a:pt x="110023" y="50261"/>
                      <a:pt x="103761" y="60227"/>
                    </a:cubicBezTo>
                    <a:cubicBezTo>
                      <a:pt x="101147" y="64365"/>
                      <a:pt x="100820" y="69647"/>
                      <a:pt x="97989" y="73568"/>
                    </a:cubicBezTo>
                    <a:cubicBezTo>
                      <a:pt x="91944" y="81954"/>
                      <a:pt x="78440" y="79939"/>
                      <a:pt x="70272" y="86310"/>
                    </a:cubicBezTo>
                    <a:cubicBezTo>
                      <a:pt x="62049" y="92735"/>
                      <a:pt x="61886" y="105151"/>
                      <a:pt x="55841" y="113700"/>
                    </a:cubicBezTo>
                    <a:cubicBezTo>
                      <a:pt x="51104" y="120398"/>
                      <a:pt x="43099" y="124155"/>
                      <a:pt x="37926" y="130526"/>
                    </a:cubicBezTo>
                    <a:cubicBezTo>
                      <a:pt x="28342" y="142289"/>
                      <a:pt x="30411" y="160041"/>
                      <a:pt x="22352" y="172946"/>
                    </a:cubicBezTo>
                    <a:cubicBezTo>
                      <a:pt x="17397" y="180951"/>
                      <a:pt x="8902" y="186396"/>
                      <a:pt x="4600" y="194782"/>
                    </a:cubicBezTo>
                    <a:cubicBezTo>
                      <a:pt x="2640" y="198594"/>
                      <a:pt x="1660" y="202787"/>
                      <a:pt x="952" y="206980"/>
                    </a:cubicBezTo>
                    <a:cubicBezTo>
                      <a:pt x="-2806" y="230885"/>
                      <a:pt x="4709" y="256315"/>
                      <a:pt x="20882" y="274339"/>
                    </a:cubicBezTo>
                    <a:cubicBezTo>
                      <a:pt x="37055" y="292363"/>
                      <a:pt x="61504" y="302546"/>
                      <a:pt x="85682" y="301402"/>
                    </a:cubicBezTo>
                    <a:cubicBezTo>
                      <a:pt x="95103" y="300967"/>
                      <a:pt x="105721" y="299170"/>
                      <a:pt x="113127" y="305051"/>
                    </a:cubicBezTo>
                    <a:cubicBezTo>
                      <a:pt x="118082" y="308972"/>
                      <a:pt x="121131" y="316051"/>
                      <a:pt x="127394" y="316922"/>
                    </a:cubicBezTo>
                    <a:cubicBezTo>
                      <a:pt x="134745" y="317957"/>
                      <a:pt x="139809" y="309734"/>
                      <a:pt x="146507" y="306630"/>
                    </a:cubicBezTo>
                    <a:cubicBezTo>
                      <a:pt x="159467" y="300586"/>
                      <a:pt x="173080" y="314471"/>
                      <a:pt x="187347" y="315724"/>
                    </a:cubicBezTo>
                    <a:cubicBezTo>
                      <a:pt x="201124" y="316922"/>
                      <a:pt x="213049" y="306249"/>
                      <a:pt x="226554" y="303199"/>
                    </a:cubicBezTo>
                    <a:cubicBezTo>
                      <a:pt x="243652" y="299333"/>
                      <a:pt x="262875" y="307774"/>
                      <a:pt x="278558" y="299932"/>
                    </a:cubicBezTo>
                    <a:cubicBezTo>
                      <a:pt x="288087" y="295195"/>
                      <a:pt x="294512" y="285066"/>
                      <a:pt x="304641" y="281854"/>
                    </a:cubicBezTo>
                    <a:cubicBezTo>
                      <a:pt x="315205" y="278532"/>
                      <a:pt x="327784" y="283433"/>
                      <a:pt x="337204" y="277661"/>
                    </a:cubicBezTo>
                    <a:cubicBezTo>
                      <a:pt x="345917" y="272379"/>
                      <a:pt x="348748" y="259691"/>
                      <a:pt x="358223" y="255934"/>
                    </a:cubicBezTo>
                    <a:cubicBezTo>
                      <a:pt x="361817" y="254518"/>
                      <a:pt x="365792" y="254681"/>
                      <a:pt x="369550" y="253919"/>
                    </a:cubicBezTo>
                    <a:cubicBezTo>
                      <a:pt x="383762" y="251033"/>
                      <a:pt x="392094" y="236603"/>
                      <a:pt x="398519" y="223588"/>
                    </a:cubicBezTo>
                    <a:cubicBezTo>
                      <a:pt x="408593" y="203386"/>
                      <a:pt x="418776" y="182693"/>
                      <a:pt x="422043" y="160367"/>
                    </a:cubicBezTo>
                    <a:cubicBezTo>
                      <a:pt x="423514" y="150402"/>
                      <a:pt x="423731" y="139838"/>
                      <a:pt x="429013" y="131289"/>
                    </a:cubicBezTo>
                    <a:cubicBezTo>
                      <a:pt x="432825" y="125135"/>
                      <a:pt x="439359" y="119472"/>
                      <a:pt x="438434" y="112284"/>
                    </a:cubicBezTo>
                    <a:cubicBezTo>
                      <a:pt x="437835" y="107765"/>
                      <a:pt x="434350" y="104225"/>
                      <a:pt x="432062" y="100250"/>
                    </a:cubicBezTo>
                    <a:cubicBezTo>
                      <a:pt x="424221" y="86473"/>
                      <a:pt x="431790" y="68068"/>
                      <a:pt x="424984" y="53801"/>
                    </a:cubicBezTo>
                    <a:cubicBezTo>
                      <a:pt x="418613" y="40460"/>
                      <a:pt x="399826" y="19876"/>
                      <a:pt x="385232" y="17371"/>
                    </a:cubicBezTo>
                    <a:cubicBezTo>
                      <a:pt x="367317" y="14268"/>
                      <a:pt x="348857" y="12580"/>
                      <a:pt x="332358" y="4902"/>
                    </a:cubicBezTo>
                    <a:cubicBezTo>
                      <a:pt x="327729" y="2723"/>
                      <a:pt x="323046" y="55"/>
                      <a:pt x="317928" y="1"/>
                    </a:cubicBezTo>
                    <a:cubicBezTo>
                      <a:pt x="312210" y="-54"/>
                      <a:pt x="307037" y="3105"/>
                      <a:pt x="301482" y="4357"/>
                    </a:cubicBezTo>
                    <a:cubicBezTo>
                      <a:pt x="289557" y="7025"/>
                      <a:pt x="277250" y="872"/>
                      <a:pt x="265107" y="2179"/>
                    </a:cubicBezTo>
                    <a:cubicBezTo>
                      <a:pt x="256286" y="3159"/>
                      <a:pt x="248118" y="8005"/>
                      <a:pt x="239242" y="7951"/>
                    </a:cubicBezTo>
                    <a:cubicBezTo>
                      <a:pt x="218822" y="7842"/>
                      <a:pt x="201124" y="15302"/>
                      <a:pt x="180922" y="13614"/>
                    </a:cubicBezTo>
                    <a:cubicBezTo>
                      <a:pt x="157670" y="11545"/>
                      <a:pt x="152442" y="37084"/>
                      <a:pt x="135289" y="46341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7" name="Forme libre : forme 686">
                <a:extLst>
                  <a:ext uri="{FF2B5EF4-FFF2-40B4-BE49-F238E27FC236}">
                    <a16:creationId xmlns:a16="http://schemas.microsoft.com/office/drawing/2014/main" id="{BE534CCE-4BDD-41DF-A5F5-248AD67DB453}"/>
                  </a:ext>
                </a:extLst>
              </p:cNvPr>
              <p:cNvSpPr/>
              <p:nvPr/>
            </p:nvSpPr>
            <p:spPr>
              <a:xfrm>
                <a:off x="5240629" y="4785728"/>
                <a:ext cx="111885" cy="253522"/>
              </a:xfrm>
              <a:custGeom>
                <a:avLst/>
                <a:gdLst>
                  <a:gd name="connsiteX0" fmla="*/ 364 w 111885"/>
                  <a:gd name="connsiteY0" fmla="*/ 208776 h 253522"/>
                  <a:gd name="connsiteX1" fmla="*/ 33527 w 111885"/>
                  <a:gd name="connsiteY1" fmla="*/ 170168 h 253522"/>
                  <a:gd name="connsiteX2" fmla="*/ 38210 w 111885"/>
                  <a:gd name="connsiteY2" fmla="*/ 149584 h 253522"/>
                  <a:gd name="connsiteX3" fmla="*/ 53403 w 111885"/>
                  <a:gd name="connsiteY3" fmla="*/ 132377 h 253522"/>
                  <a:gd name="connsiteX4" fmla="*/ 70827 w 111885"/>
                  <a:gd name="connsiteY4" fmla="*/ 61206 h 253522"/>
                  <a:gd name="connsiteX5" fmla="*/ 77634 w 111885"/>
                  <a:gd name="connsiteY5" fmla="*/ 28316 h 253522"/>
                  <a:gd name="connsiteX6" fmla="*/ 92555 w 111885"/>
                  <a:gd name="connsiteY6" fmla="*/ 14321 h 253522"/>
                  <a:gd name="connsiteX7" fmla="*/ 111886 w 111885"/>
                  <a:gd name="connsiteY7" fmla="*/ 0 h 253522"/>
                  <a:gd name="connsiteX8" fmla="*/ 79322 w 111885"/>
                  <a:gd name="connsiteY8" fmla="*/ 31801 h 253522"/>
                  <a:gd name="connsiteX9" fmla="*/ 74149 w 111885"/>
                  <a:gd name="connsiteY9" fmla="*/ 48518 h 253522"/>
                  <a:gd name="connsiteX10" fmla="*/ 68922 w 111885"/>
                  <a:gd name="connsiteY10" fmla="*/ 101937 h 253522"/>
                  <a:gd name="connsiteX11" fmla="*/ 61734 w 111885"/>
                  <a:gd name="connsiteY11" fmla="*/ 133085 h 253522"/>
                  <a:gd name="connsiteX12" fmla="*/ 52204 w 111885"/>
                  <a:gd name="connsiteY12" fmla="*/ 141689 h 253522"/>
                  <a:gd name="connsiteX13" fmla="*/ 39190 w 111885"/>
                  <a:gd name="connsiteY13" fmla="*/ 170331 h 253522"/>
                  <a:gd name="connsiteX14" fmla="*/ 19641 w 111885"/>
                  <a:gd name="connsiteY14" fmla="*/ 193366 h 253522"/>
                  <a:gd name="connsiteX15" fmla="*/ 14032 w 111885"/>
                  <a:gd name="connsiteY15" fmla="*/ 207523 h 253522"/>
                  <a:gd name="connsiteX16" fmla="*/ 7498 w 111885"/>
                  <a:gd name="connsiteY16" fmla="*/ 214439 h 253522"/>
                  <a:gd name="connsiteX17" fmla="*/ 10874 w 111885"/>
                  <a:gd name="connsiteY17" fmla="*/ 227290 h 253522"/>
                  <a:gd name="connsiteX18" fmla="*/ 36631 w 111885"/>
                  <a:gd name="connsiteY18" fmla="*/ 251359 h 253522"/>
                  <a:gd name="connsiteX19" fmla="*/ 364 w 111885"/>
                  <a:gd name="connsiteY19" fmla="*/ 208776 h 253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1885" h="253522">
                    <a:moveTo>
                      <a:pt x="364" y="208776"/>
                    </a:moveTo>
                    <a:cubicBezTo>
                      <a:pt x="5156" y="192222"/>
                      <a:pt x="27537" y="186341"/>
                      <a:pt x="33527" y="170168"/>
                    </a:cubicBezTo>
                    <a:cubicBezTo>
                      <a:pt x="35977" y="163579"/>
                      <a:pt x="35324" y="156010"/>
                      <a:pt x="38210" y="149584"/>
                    </a:cubicBezTo>
                    <a:cubicBezTo>
                      <a:pt x="41368" y="142560"/>
                      <a:pt x="48120" y="137986"/>
                      <a:pt x="53403" y="132377"/>
                    </a:cubicBezTo>
                    <a:cubicBezTo>
                      <a:pt x="70555" y="114081"/>
                      <a:pt x="70719" y="86255"/>
                      <a:pt x="70827" y="61206"/>
                    </a:cubicBezTo>
                    <a:cubicBezTo>
                      <a:pt x="70882" y="49825"/>
                      <a:pt x="71318" y="37736"/>
                      <a:pt x="77634" y="28316"/>
                    </a:cubicBezTo>
                    <a:cubicBezTo>
                      <a:pt x="81446" y="22598"/>
                      <a:pt x="87055" y="18405"/>
                      <a:pt x="92555" y="14321"/>
                    </a:cubicBezTo>
                    <a:cubicBezTo>
                      <a:pt x="98980" y="9529"/>
                      <a:pt x="105406" y="4792"/>
                      <a:pt x="111886" y="0"/>
                    </a:cubicBezTo>
                    <a:cubicBezTo>
                      <a:pt x="101757" y="11381"/>
                      <a:pt x="86510" y="18351"/>
                      <a:pt x="79322" y="31801"/>
                    </a:cubicBezTo>
                    <a:cubicBezTo>
                      <a:pt x="76600" y="36974"/>
                      <a:pt x="75238" y="42801"/>
                      <a:pt x="74149" y="48518"/>
                    </a:cubicBezTo>
                    <a:cubicBezTo>
                      <a:pt x="70719" y="66107"/>
                      <a:pt x="68976" y="84022"/>
                      <a:pt x="68922" y="101937"/>
                    </a:cubicBezTo>
                    <a:cubicBezTo>
                      <a:pt x="68867" y="112828"/>
                      <a:pt x="69031" y="124972"/>
                      <a:pt x="61734" y="133085"/>
                    </a:cubicBezTo>
                    <a:cubicBezTo>
                      <a:pt x="58848" y="136243"/>
                      <a:pt x="55036" y="138476"/>
                      <a:pt x="52204" y="141689"/>
                    </a:cubicBezTo>
                    <a:cubicBezTo>
                      <a:pt x="45125" y="149530"/>
                      <a:pt x="44853" y="161455"/>
                      <a:pt x="39190" y="170331"/>
                    </a:cubicBezTo>
                    <a:cubicBezTo>
                      <a:pt x="33690" y="178826"/>
                      <a:pt x="23562" y="183999"/>
                      <a:pt x="19641" y="193366"/>
                    </a:cubicBezTo>
                    <a:cubicBezTo>
                      <a:pt x="17681" y="198048"/>
                      <a:pt x="17354" y="203603"/>
                      <a:pt x="14032" y="207523"/>
                    </a:cubicBezTo>
                    <a:cubicBezTo>
                      <a:pt x="11963" y="209974"/>
                      <a:pt x="8859" y="211553"/>
                      <a:pt x="7498" y="214439"/>
                    </a:cubicBezTo>
                    <a:cubicBezTo>
                      <a:pt x="5483" y="218632"/>
                      <a:pt x="8097" y="223533"/>
                      <a:pt x="10874" y="227290"/>
                    </a:cubicBezTo>
                    <a:cubicBezTo>
                      <a:pt x="18171" y="237146"/>
                      <a:pt x="27482" y="243681"/>
                      <a:pt x="36631" y="251359"/>
                    </a:cubicBezTo>
                    <a:cubicBezTo>
                      <a:pt x="27700" y="263230"/>
                      <a:pt x="-3720" y="223043"/>
                      <a:pt x="364" y="208776"/>
                    </a:cubicBezTo>
                    <a:close/>
                  </a:path>
                </a:pathLst>
              </a:custGeom>
              <a:solidFill>
                <a:srgbClr val="FFFFFF">
                  <a:alpha val="56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8" name="Forme libre : forme 687">
                <a:extLst>
                  <a:ext uri="{FF2B5EF4-FFF2-40B4-BE49-F238E27FC236}">
                    <a16:creationId xmlns:a16="http://schemas.microsoft.com/office/drawing/2014/main" id="{C20EB168-BC6F-42F6-9AA0-EE918FDE9007}"/>
                  </a:ext>
                </a:extLst>
              </p:cNvPr>
              <p:cNvSpPr/>
              <p:nvPr/>
            </p:nvSpPr>
            <p:spPr>
              <a:xfrm>
                <a:off x="5320506" y="4947401"/>
                <a:ext cx="129806" cy="113684"/>
              </a:xfrm>
              <a:custGeom>
                <a:avLst/>
                <a:gdLst>
                  <a:gd name="connsiteX0" fmla="*/ 62012 w 129806"/>
                  <a:gd name="connsiteY0" fmla="*/ 113427 h 113684"/>
                  <a:gd name="connsiteX1" fmla="*/ 50795 w 129806"/>
                  <a:gd name="connsiteY1" fmla="*/ 112774 h 113684"/>
                  <a:gd name="connsiteX2" fmla="*/ 34894 w 129806"/>
                  <a:gd name="connsiteY2" fmla="*/ 102319 h 113684"/>
                  <a:gd name="connsiteX3" fmla="*/ 11806 w 129806"/>
                  <a:gd name="connsiteY3" fmla="*/ 95893 h 113684"/>
                  <a:gd name="connsiteX4" fmla="*/ 752 w 129806"/>
                  <a:gd name="connsiteY4" fmla="*/ 76508 h 113684"/>
                  <a:gd name="connsiteX5" fmla="*/ 261 w 129806"/>
                  <a:gd name="connsiteY5" fmla="*/ 70463 h 113684"/>
                  <a:gd name="connsiteX6" fmla="*/ 3855 w 129806"/>
                  <a:gd name="connsiteY6" fmla="*/ 65453 h 113684"/>
                  <a:gd name="connsiteX7" fmla="*/ 4182 w 129806"/>
                  <a:gd name="connsiteY7" fmla="*/ 31910 h 113684"/>
                  <a:gd name="connsiteX8" fmla="*/ 9954 w 129806"/>
                  <a:gd name="connsiteY8" fmla="*/ 0 h 113684"/>
                  <a:gd name="connsiteX9" fmla="*/ 11697 w 129806"/>
                  <a:gd name="connsiteY9" fmla="*/ 41657 h 113684"/>
                  <a:gd name="connsiteX10" fmla="*/ 10390 w 129806"/>
                  <a:gd name="connsiteY10" fmla="*/ 72533 h 113684"/>
                  <a:gd name="connsiteX11" fmla="*/ 6796 w 129806"/>
                  <a:gd name="connsiteY11" fmla="*/ 80319 h 113684"/>
                  <a:gd name="connsiteX12" fmla="*/ 8974 w 129806"/>
                  <a:gd name="connsiteY12" fmla="*/ 84458 h 113684"/>
                  <a:gd name="connsiteX13" fmla="*/ 43824 w 129806"/>
                  <a:gd name="connsiteY13" fmla="*/ 103244 h 113684"/>
                  <a:gd name="connsiteX14" fmla="*/ 47418 w 129806"/>
                  <a:gd name="connsiteY14" fmla="*/ 107220 h 113684"/>
                  <a:gd name="connsiteX15" fmla="*/ 53136 w 129806"/>
                  <a:gd name="connsiteY15" fmla="*/ 107709 h 113684"/>
                  <a:gd name="connsiteX16" fmla="*/ 129807 w 129806"/>
                  <a:gd name="connsiteY16" fmla="*/ 101393 h 113684"/>
                  <a:gd name="connsiteX17" fmla="*/ 62012 w 129806"/>
                  <a:gd name="connsiteY17" fmla="*/ 113427 h 11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29806" h="113684">
                    <a:moveTo>
                      <a:pt x="62012" y="113427"/>
                    </a:moveTo>
                    <a:cubicBezTo>
                      <a:pt x="58255" y="113754"/>
                      <a:pt x="54389" y="113972"/>
                      <a:pt x="50795" y="112774"/>
                    </a:cubicBezTo>
                    <a:cubicBezTo>
                      <a:pt x="44750" y="110759"/>
                      <a:pt x="40612" y="105096"/>
                      <a:pt x="34894" y="102319"/>
                    </a:cubicBezTo>
                    <a:cubicBezTo>
                      <a:pt x="27652" y="98833"/>
                      <a:pt x="18612" y="100249"/>
                      <a:pt x="11806" y="95893"/>
                    </a:cubicBezTo>
                    <a:cubicBezTo>
                      <a:pt x="5380" y="91809"/>
                      <a:pt x="2821" y="83859"/>
                      <a:pt x="752" y="76508"/>
                    </a:cubicBezTo>
                    <a:cubicBezTo>
                      <a:pt x="207" y="74547"/>
                      <a:pt x="-337" y="72424"/>
                      <a:pt x="261" y="70463"/>
                    </a:cubicBezTo>
                    <a:cubicBezTo>
                      <a:pt x="860" y="68503"/>
                      <a:pt x="2548" y="67087"/>
                      <a:pt x="3855" y="65453"/>
                    </a:cubicBezTo>
                    <a:cubicBezTo>
                      <a:pt x="11316" y="56469"/>
                      <a:pt x="7449" y="43127"/>
                      <a:pt x="4182" y="31910"/>
                    </a:cubicBezTo>
                    <a:cubicBezTo>
                      <a:pt x="915" y="20692"/>
                      <a:pt x="-120" y="5935"/>
                      <a:pt x="9954" y="0"/>
                    </a:cubicBezTo>
                    <a:cubicBezTo>
                      <a:pt x="8702" y="13886"/>
                      <a:pt x="9301" y="27935"/>
                      <a:pt x="11697" y="41657"/>
                    </a:cubicBezTo>
                    <a:cubicBezTo>
                      <a:pt x="13548" y="52058"/>
                      <a:pt x="16216" y="63711"/>
                      <a:pt x="10390" y="72533"/>
                    </a:cubicBezTo>
                    <a:cubicBezTo>
                      <a:pt x="8756" y="74983"/>
                      <a:pt x="6469" y="77379"/>
                      <a:pt x="6796" y="80319"/>
                    </a:cubicBezTo>
                    <a:cubicBezTo>
                      <a:pt x="6959" y="81898"/>
                      <a:pt x="7885" y="83260"/>
                      <a:pt x="8974" y="84458"/>
                    </a:cubicBezTo>
                    <a:cubicBezTo>
                      <a:pt x="17959" y="94368"/>
                      <a:pt x="35656" y="92626"/>
                      <a:pt x="43824" y="103244"/>
                    </a:cubicBezTo>
                    <a:cubicBezTo>
                      <a:pt x="44914" y="104660"/>
                      <a:pt x="45839" y="106348"/>
                      <a:pt x="47418" y="107220"/>
                    </a:cubicBezTo>
                    <a:cubicBezTo>
                      <a:pt x="49106" y="108145"/>
                      <a:pt x="51230" y="107927"/>
                      <a:pt x="53136" y="107709"/>
                    </a:cubicBezTo>
                    <a:cubicBezTo>
                      <a:pt x="76225" y="104932"/>
                      <a:pt x="106882" y="95512"/>
                      <a:pt x="129807" y="101393"/>
                    </a:cubicBezTo>
                    <a:cubicBezTo>
                      <a:pt x="107045" y="102210"/>
                      <a:pt x="84992" y="111412"/>
                      <a:pt x="62012" y="113427"/>
                    </a:cubicBezTo>
                    <a:close/>
                  </a:path>
                </a:pathLst>
              </a:custGeom>
              <a:solidFill>
                <a:srgbClr val="FFFFFF">
                  <a:alpha val="56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9" name="Forme libre : forme 688">
                <a:extLst>
                  <a:ext uri="{FF2B5EF4-FFF2-40B4-BE49-F238E27FC236}">
                    <a16:creationId xmlns:a16="http://schemas.microsoft.com/office/drawing/2014/main" id="{19BB4113-811B-4DF5-9900-A530524D4E1E}"/>
                  </a:ext>
                </a:extLst>
              </p:cNvPr>
              <p:cNvSpPr/>
              <p:nvPr/>
            </p:nvSpPr>
            <p:spPr>
              <a:xfrm>
                <a:off x="5350826" y="4723032"/>
                <a:ext cx="128020" cy="100377"/>
              </a:xfrm>
              <a:custGeom>
                <a:avLst/>
                <a:gdLst>
                  <a:gd name="connsiteX0" fmla="*/ 20420 w 128020"/>
                  <a:gd name="connsiteY0" fmla="*/ 58612 h 100377"/>
                  <a:gd name="connsiteX1" fmla="*/ 44380 w 128020"/>
                  <a:gd name="connsiteY1" fmla="*/ 41077 h 100377"/>
                  <a:gd name="connsiteX2" fmla="*/ 82552 w 128020"/>
                  <a:gd name="connsiteY2" fmla="*/ 11999 h 100377"/>
                  <a:gd name="connsiteX3" fmla="*/ 128021 w 128020"/>
                  <a:gd name="connsiteY3" fmla="*/ 999 h 100377"/>
                  <a:gd name="connsiteX4" fmla="*/ 99106 w 128020"/>
                  <a:gd name="connsiteY4" fmla="*/ 9331 h 100377"/>
                  <a:gd name="connsiteX5" fmla="*/ 38009 w 128020"/>
                  <a:gd name="connsiteY5" fmla="*/ 51696 h 100377"/>
                  <a:gd name="connsiteX6" fmla="*/ 18296 w 128020"/>
                  <a:gd name="connsiteY6" fmla="*/ 71680 h 100377"/>
                  <a:gd name="connsiteX7" fmla="*/ 9856 w 128020"/>
                  <a:gd name="connsiteY7" fmla="*/ 85893 h 100377"/>
                  <a:gd name="connsiteX8" fmla="*/ 0 w 128020"/>
                  <a:gd name="connsiteY8" fmla="*/ 100378 h 100377"/>
                  <a:gd name="connsiteX9" fmla="*/ 20420 w 128020"/>
                  <a:gd name="connsiteY9" fmla="*/ 58612 h 100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8020" h="100377">
                    <a:moveTo>
                      <a:pt x="20420" y="58612"/>
                    </a:moveTo>
                    <a:cubicBezTo>
                      <a:pt x="27554" y="51750"/>
                      <a:pt x="36266" y="46795"/>
                      <a:pt x="44380" y="41077"/>
                    </a:cubicBezTo>
                    <a:cubicBezTo>
                      <a:pt x="57449" y="31875"/>
                      <a:pt x="69047" y="20603"/>
                      <a:pt x="82552" y="11999"/>
                    </a:cubicBezTo>
                    <a:cubicBezTo>
                      <a:pt x="96056" y="3395"/>
                      <a:pt x="112338" y="-2431"/>
                      <a:pt x="128021" y="999"/>
                    </a:cubicBezTo>
                    <a:cubicBezTo>
                      <a:pt x="118164" y="2960"/>
                      <a:pt x="108417" y="5519"/>
                      <a:pt x="99106" y="9331"/>
                    </a:cubicBezTo>
                    <a:cubicBezTo>
                      <a:pt x="76072" y="18751"/>
                      <a:pt x="56795" y="35360"/>
                      <a:pt x="38009" y="51696"/>
                    </a:cubicBezTo>
                    <a:cubicBezTo>
                      <a:pt x="30930" y="57849"/>
                      <a:pt x="23796" y="64057"/>
                      <a:pt x="18296" y="71680"/>
                    </a:cubicBezTo>
                    <a:cubicBezTo>
                      <a:pt x="15083" y="76146"/>
                      <a:pt x="12470" y="81047"/>
                      <a:pt x="9856" y="85893"/>
                    </a:cubicBezTo>
                    <a:cubicBezTo>
                      <a:pt x="7297" y="90630"/>
                      <a:pt x="5064" y="98254"/>
                      <a:pt x="0" y="100378"/>
                    </a:cubicBezTo>
                    <a:cubicBezTo>
                      <a:pt x="1307" y="85185"/>
                      <a:pt x="9420" y="69121"/>
                      <a:pt x="20420" y="58612"/>
                    </a:cubicBezTo>
                    <a:close/>
                  </a:path>
                </a:pathLst>
              </a:custGeom>
              <a:solidFill>
                <a:srgbClr val="FFFFFF">
                  <a:alpha val="56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0" name="Forme libre : forme 689">
                <a:extLst>
                  <a:ext uri="{FF2B5EF4-FFF2-40B4-BE49-F238E27FC236}">
                    <a16:creationId xmlns:a16="http://schemas.microsoft.com/office/drawing/2014/main" id="{8191DD33-BC7D-457C-ACCF-86DCFAFDAB86}"/>
                  </a:ext>
                </a:extLst>
              </p:cNvPr>
              <p:cNvSpPr/>
              <p:nvPr/>
            </p:nvSpPr>
            <p:spPr>
              <a:xfrm>
                <a:off x="5206751" y="4690812"/>
                <a:ext cx="548240" cy="306032"/>
              </a:xfrm>
              <a:custGeom>
                <a:avLst/>
                <a:gdLst>
                  <a:gd name="connsiteX0" fmla="*/ 548122 w 548240"/>
                  <a:gd name="connsiteY0" fmla="*/ 140329 h 306032"/>
                  <a:gd name="connsiteX1" fmla="*/ 540172 w 548240"/>
                  <a:gd name="connsiteY1" fmla="*/ 125300 h 306032"/>
                  <a:gd name="connsiteX2" fmla="*/ 531296 w 548240"/>
                  <a:gd name="connsiteY2" fmla="*/ 67198 h 306032"/>
                  <a:gd name="connsiteX3" fmla="*/ 481634 w 548240"/>
                  <a:gd name="connsiteY3" fmla="*/ 21675 h 306032"/>
                  <a:gd name="connsiteX4" fmla="*/ 415527 w 548240"/>
                  <a:gd name="connsiteY4" fmla="*/ 6101 h 306032"/>
                  <a:gd name="connsiteX5" fmla="*/ 397503 w 548240"/>
                  <a:gd name="connsiteY5" fmla="*/ 2 h 306032"/>
                  <a:gd name="connsiteX6" fmla="*/ 376920 w 548240"/>
                  <a:gd name="connsiteY6" fmla="*/ 5448 h 306032"/>
                  <a:gd name="connsiteX7" fmla="*/ 331450 w 548240"/>
                  <a:gd name="connsiteY7" fmla="*/ 2725 h 306032"/>
                  <a:gd name="connsiteX8" fmla="*/ 299105 w 548240"/>
                  <a:gd name="connsiteY8" fmla="*/ 9912 h 306032"/>
                  <a:gd name="connsiteX9" fmla="*/ 226191 w 548240"/>
                  <a:gd name="connsiteY9" fmla="*/ 16992 h 306032"/>
                  <a:gd name="connsiteX10" fmla="*/ 169069 w 548240"/>
                  <a:gd name="connsiteY10" fmla="*/ 58050 h 306032"/>
                  <a:gd name="connsiteX11" fmla="*/ 129645 w 548240"/>
                  <a:gd name="connsiteY11" fmla="*/ 75366 h 306032"/>
                  <a:gd name="connsiteX12" fmla="*/ 122457 w 548240"/>
                  <a:gd name="connsiteY12" fmla="*/ 92029 h 306032"/>
                  <a:gd name="connsiteX13" fmla="*/ 87770 w 548240"/>
                  <a:gd name="connsiteY13" fmla="*/ 107929 h 306032"/>
                  <a:gd name="connsiteX14" fmla="*/ 69745 w 548240"/>
                  <a:gd name="connsiteY14" fmla="*/ 142127 h 306032"/>
                  <a:gd name="connsiteX15" fmla="*/ 47311 w 548240"/>
                  <a:gd name="connsiteY15" fmla="*/ 163146 h 306032"/>
                  <a:gd name="connsiteX16" fmla="*/ 27870 w 548240"/>
                  <a:gd name="connsiteY16" fmla="*/ 216129 h 306032"/>
                  <a:gd name="connsiteX17" fmla="*/ 5708 w 548240"/>
                  <a:gd name="connsiteY17" fmla="*/ 243410 h 306032"/>
                  <a:gd name="connsiteX18" fmla="*/ 1188 w 548240"/>
                  <a:gd name="connsiteY18" fmla="*/ 258658 h 306032"/>
                  <a:gd name="connsiteX19" fmla="*/ 5109 w 548240"/>
                  <a:gd name="connsiteY19" fmla="*/ 306032 h 306032"/>
                  <a:gd name="connsiteX20" fmla="*/ 20138 w 548240"/>
                  <a:gd name="connsiteY20" fmla="*/ 262415 h 306032"/>
                  <a:gd name="connsiteX21" fmla="*/ 42573 w 548240"/>
                  <a:gd name="connsiteY21" fmla="*/ 241396 h 306032"/>
                  <a:gd name="connsiteX22" fmla="*/ 60597 w 548240"/>
                  <a:gd name="connsiteY22" fmla="*/ 207199 h 306032"/>
                  <a:gd name="connsiteX23" fmla="*/ 95284 w 548240"/>
                  <a:gd name="connsiteY23" fmla="*/ 191298 h 306032"/>
                  <a:gd name="connsiteX24" fmla="*/ 102472 w 548240"/>
                  <a:gd name="connsiteY24" fmla="*/ 174635 h 306032"/>
                  <a:gd name="connsiteX25" fmla="*/ 141897 w 548240"/>
                  <a:gd name="connsiteY25" fmla="*/ 157319 h 306032"/>
                  <a:gd name="connsiteX26" fmla="*/ 199019 w 548240"/>
                  <a:gd name="connsiteY26" fmla="*/ 116261 h 306032"/>
                  <a:gd name="connsiteX27" fmla="*/ 271932 w 548240"/>
                  <a:gd name="connsiteY27" fmla="*/ 109182 h 306032"/>
                  <a:gd name="connsiteX28" fmla="*/ 304278 w 548240"/>
                  <a:gd name="connsiteY28" fmla="*/ 101994 h 306032"/>
                  <a:gd name="connsiteX29" fmla="*/ 349747 w 548240"/>
                  <a:gd name="connsiteY29" fmla="*/ 104717 h 306032"/>
                  <a:gd name="connsiteX30" fmla="*/ 370331 w 548240"/>
                  <a:gd name="connsiteY30" fmla="*/ 99271 h 306032"/>
                  <a:gd name="connsiteX31" fmla="*/ 388355 w 548240"/>
                  <a:gd name="connsiteY31" fmla="*/ 105370 h 306032"/>
                  <a:gd name="connsiteX32" fmla="*/ 454462 w 548240"/>
                  <a:gd name="connsiteY32" fmla="*/ 120944 h 306032"/>
                  <a:gd name="connsiteX33" fmla="*/ 504124 w 548240"/>
                  <a:gd name="connsiteY33" fmla="*/ 166467 h 306032"/>
                  <a:gd name="connsiteX34" fmla="*/ 513000 w 548240"/>
                  <a:gd name="connsiteY34" fmla="*/ 224570 h 306032"/>
                  <a:gd name="connsiteX35" fmla="*/ 518826 w 548240"/>
                  <a:gd name="connsiteY35" fmla="*/ 233663 h 306032"/>
                  <a:gd name="connsiteX36" fmla="*/ 527593 w 548240"/>
                  <a:gd name="connsiteY36" fmla="*/ 200447 h 306032"/>
                  <a:gd name="connsiteX37" fmla="*/ 536306 w 548240"/>
                  <a:gd name="connsiteY37" fmla="*/ 164072 h 306032"/>
                  <a:gd name="connsiteX38" fmla="*/ 548122 w 548240"/>
                  <a:gd name="connsiteY38" fmla="*/ 140329 h 306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548240" h="306032">
                    <a:moveTo>
                      <a:pt x="548122" y="140329"/>
                    </a:moveTo>
                    <a:cubicBezTo>
                      <a:pt x="547360" y="134666"/>
                      <a:pt x="543004" y="130256"/>
                      <a:pt x="540172" y="125300"/>
                    </a:cubicBezTo>
                    <a:cubicBezTo>
                      <a:pt x="530370" y="108093"/>
                      <a:pt x="539791" y="85114"/>
                      <a:pt x="531296" y="67198"/>
                    </a:cubicBezTo>
                    <a:cubicBezTo>
                      <a:pt x="523346" y="50481"/>
                      <a:pt x="499822" y="24833"/>
                      <a:pt x="481634" y="21675"/>
                    </a:cubicBezTo>
                    <a:cubicBezTo>
                      <a:pt x="459254" y="17808"/>
                      <a:pt x="436165" y="15685"/>
                      <a:pt x="415527" y="6101"/>
                    </a:cubicBezTo>
                    <a:cubicBezTo>
                      <a:pt x="409701" y="3378"/>
                      <a:pt x="403928" y="56"/>
                      <a:pt x="397503" y="2"/>
                    </a:cubicBezTo>
                    <a:cubicBezTo>
                      <a:pt x="390370" y="-107"/>
                      <a:pt x="383889" y="3868"/>
                      <a:pt x="376920" y="5448"/>
                    </a:cubicBezTo>
                    <a:cubicBezTo>
                      <a:pt x="361999" y="8824"/>
                      <a:pt x="346643" y="1091"/>
                      <a:pt x="331450" y="2725"/>
                    </a:cubicBezTo>
                    <a:cubicBezTo>
                      <a:pt x="320451" y="3923"/>
                      <a:pt x="310159" y="9967"/>
                      <a:pt x="299105" y="9912"/>
                    </a:cubicBezTo>
                    <a:cubicBezTo>
                      <a:pt x="273621" y="9749"/>
                      <a:pt x="251458" y="19061"/>
                      <a:pt x="226191" y="16992"/>
                    </a:cubicBezTo>
                    <a:cubicBezTo>
                      <a:pt x="197059" y="14596"/>
                      <a:pt x="190524" y="46451"/>
                      <a:pt x="169069" y="58050"/>
                    </a:cubicBezTo>
                    <a:cubicBezTo>
                      <a:pt x="156164" y="65020"/>
                      <a:pt x="137486" y="62951"/>
                      <a:pt x="129645" y="75366"/>
                    </a:cubicBezTo>
                    <a:cubicBezTo>
                      <a:pt x="126432" y="80485"/>
                      <a:pt x="125996" y="87128"/>
                      <a:pt x="122457" y="92029"/>
                    </a:cubicBezTo>
                    <a:cubicBezTo>
                      <a:pt x="114888" y="102484"/>
                      <a:pt x="98007" y="100034"/>
                      <a:pt x="87770" y="107929"/>
                    </a:cubicBezTo>
                    <a:cubicBezTo>
                      <a:pt x="77478" y="115934"/>
                      <a:pt x="77260" y="131508"/>
                      <a:pt x="69745" y="142127"/>
                    </a:cubicBezTo>
                    <a:cubicBezTo>
                      <a:pt x="63810" y="150512"/>
                      <a:pt x="53845" y="155196"/>
                      <a:pt x="47311" y="163146"/>
                    </a:cubicBezTo>
                    <a:cubicBezTo>
                      <a:pt x="35331" y="177848"/>
                      <a:pt x="37890" y="200065"/>
                      <a:pt x="27870" y="216129"/>
                    </a:cubicBezTo>
                    <a:cubicBezTo>
                      <a:pt x="21663" y="226094"/>
                      <a:pt x="11099" y="232955"/>
                      <a:pt x="5708" y="243410"/>
                    </a:cubicBezTo>
                    <a:cubicBezTo>
                      <a:pt x="3257" y="248148"/>
                      <a:pt x="2005" y="253376"/>
                      <a:pt x="1188" y="258658"/>
                    </a:cubicBezTo>
                    <a:cubicBezTo>
                      <a:pt x="-1317" y="274449"/>
                      <a:pt x="208" y="290785"/>
                      <a:pt x="5109" y="306032"/>
                    </a:cubicBezTo>
                    <a:cubicBezTo>
                      <a:pt x="10282" y="291439"/>
                      <a:pt x="10391" y="274395"/>
                      <a:pt x="20138" y="262415"/>
                    </a:cubicBezTo>
                    <a:cubicBezTo>
                      <a:pt x="26618" y="254465"/>
                      <a:pt x="36637" y="249782"/>
                      <a:pt x="42573" y="241396"/>
                    </a:cubicBezTo>
                    <a:cubicBezTo>
                      <a:pt x="50088" y="230723"/>
                      <a:pt x="50305" y="215149"/>
                      <a:pt x="60597" y="207199"/>
                    </a:cubicBezTo>
                    <a:cubicBezTo>
                      <a:pt x="70835" y="199249"/>
                      <a:pt x="87715" y="201754"/>
                      <a:pt x="95284" y="191298"/>
                    </a:cubicBezTo>
                    <a:cubicBezTo>
                      <a:pt x="98824" y="186397"/>
                      <a:pt x="99259" y="179754"/>
                      <a:pt x="102472" y="174635"/>
                    </a:cubicBezTo>
                    <a:cubicBezTo>
                      <a:pt x="110259" y="162220"/>
                      <a:pt x="128991" y="164289"/>
                      <a:pt x="141897" y="157319"/>
                    </a:cubicBezTo>
                    <a:cubicBezTo>
                      <a:pt x="163352" y="145720"/>
                      <a:pt x="169886" y="113865"/>
                      <a:pt x="199019" y="116261"/>
                    </a:cubicBezTo>
                    <a:cubicBezTo>
                      <a:pt x="224285" y="118330"/>
                      <a:pt x="246394" y="109073"/>
                      <a:pt x="271932" y="109182"/>
                    </a:cubicBezTo>
                    <a:cubicBezTo>
                      <a:pt x="283041" y="109237"/>
                      <a:pt x="293278" y="103192"/>
                      <a:pt x="304278" y="101994"/>
                    </a:cubicBezTo>
                    <a:cubicBezTo>
                      <a:pt x="319471" y="100361"/>
                      <a:pt x="334881" y="108093"/>
                      <a:pt x="349747" y="104717"/>
                    </a:cubicBezTo>
                    <a:cubicBezTo>
                      <a:pt x="356717" y="103138"/>
                      <a:pt x="363197" y="99217"/>
                      <a:pt x="370331" y="99271"/>
                    </a:cubicBezTo>
                    <a:cubicBezTo>
                      <a:pt x="376702" y="99380"/>
                      <a:pt x="382528" y="102702"/>
                      <a:pt x="388355" y="105370"/>
                    </a:cubicBezTo>
                    <a:cubicBezTo>
                      <a:pt x="408938" y="114954"/>
                      <a:pt x="432081" y="117078"/>
                      <a:pt x="454462" y="120944"/>
                    </a:cubicBezTo>
                    <a:cubicBezTo>
                      <a:pt x="472704" y="124102"/>
                      <a:pt x="496173" y="149804"/>
                      <a:pt x="504124" y="166467"/>
                    </a:cubicBezTo>
                    <a:cubicBezTo>
                      <a:pt x="512618" y="184328"/>
                      <a:pt x="503252" y="207308"/>
                      <a:pt x="513000" y="224570"/>
                    </a:cubicBezTo>
                    <a:cubicBezTo>
                      <a:pt x="514742" y="227674"/>
                      <a:pt x="517138" y="230559"/>
                      <a:pt x="518826" y="233663"/>
                    </a:cubicBezTo>
                    <a:cubicBezTo>
                      <a:pt x="522801" y="222882"/>
                      <a:pt x="525960" y="211827"/>
                      <a:pt x="527593" y="200447"/>
                    </a:cubicBezTo>
                    <a:cubicBezTo>
                      <a:pt x="529444" y="188031"/>
                      <a:pt x="529717" y="174799"/>
                      <a:pt x="536306" y="164072"/>
                    </a:cubicBezTo>
                    <a:cubicBezTo>
                      <a:pt x="541152" y="156339"/>
                      <a:pt x="549320" y="149314"/>
                      <a:pt x="548122" y="140329"/>
                    </a:cubicBezTo>
                    <a:close/>
                  </a:path>
                </a:pathLst>
              </a:custGeom>
              <a:solidFill>
                <a:srgbClr val="B98FCC">
                  <a:alpha val="43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1" name="Forme libre : forme 690">
                <a:extLst>
                  <a:ext uri="{FF2B5EF4-FFF2-40B4-BE49-F238E27FC236}">
                    <a16:creationId xmlns:a16="http://schemas.microsoft.com/office/drawing/2014/main" id="{7DA8B8EE-899A-4064-AD11-72A38B2FFA47}"/>
                  </a:ext>
                </a:extLst>
              </p:cNvPr>
              <p:cNvSpPr/>
              <p:nvPr/>
            </p:nvSpPr>
            <p:spPr>
              <a:xfrm>
                <a:off x="5206758" y="4690703"/>
                <a:ext cx="548333" cy="396267"/>
              </a:xfrm>
              <a:custGeom>
                <a:avLst/>
                <a:gdLst>
                  <a:gd name="connsiteX0" fmla="*/ 169063 w 548333"/>
                  <a:gd name="connsiteY0" fmla="*/ 58104 h 396267"/>
                  <a:gd name="connsiteX1" fmla="*/ 129638 w 548333"/>
                  <a:gd name="connsiteY1" fmla="*/ 75421 h 396267"/>
                  <a:gd name="connsiteX2" fmla="*/ 122450 w 548333"/>
                  <a:gd name="connsiteY2" fmla="*/ 92083 h 396267"/>
                  <a:gd name="connsiteX3" fmla="*/ 87763 w 548333"/>
                  <a:gd name="connsiteY3" fmla="*/ 107984 h 396267"/>
                  <a:gd name="connsiteX4" fmla="*/ 69739 w 548333"/>
                  <a:gd name="connsiteY4" fmla="*/ 142181 h 396267"/>
                  <a:gd name="connsiteX5" fmla="*/ 47304 w 548333"/>
                  <a:gd name="connsiteY5" fmla="*/ 163200 h 396267"/>
                  <a:gd name="connsiteX6" fmla="*/ 27864 w 548333"/>
                  <a:gd name="connsiteY6" fmla="*/ 216184 h 396267"/>
                  <a:gd name="connsiteX7" fmla="*/ 5701 w 548333"/>
                  <a:gd name="connsiteY7" fmla="*/ 243465 h 396267"/>
                  <a:gd name="connsiteX8" fmla="*/ 1182 w 548333"/>
                  <a:gd name="connsiteY8" fmla="*/ 258712 h 396267"/>
                  <a:gd name="connsiteX9" fmla="*/ 26122 w 548333"/>
                  <a:gd name="connsiteY9" fmla="*/ 342898 h 396267"/>
                  <a:gd name="connsiteX10" fmla="*/ 107149 w 548333"/>
                  <a:gd name="connsiteY10" fmla="*/ 376714 h 396267"/>
                  <a:gd name="connsiteX11" fmla="*/ 141455 w 548333"/>
                  <a:gd name="connsiteY11" fmla="*/ 381288 h 396267"/>
                  <a:gd name="connsiteX12" fmla="*/ 159261 w 548333"/>
                  <a:gd name="connsiteY12" fmla="*/ 396154 h 396267"/>
                  <a:gd name="connsiteX13" fmla="*/ 183167 w 548333"/>
                  <a:gd name="connsiteY13" fmla="*/ 383248 h 396267"/>
                  <a:gd name="connsiteX14" fmla="*/ 234244 w 548333"/>
                  <a:gd name="connsiteY14" fmla="*/ 394575 h 396267"/>
                  <a:gd name="connsiteX15" fmla="*/ 283253 w 548333"/>
                  <a:gd name="connsiteY15" fmla="*/ 378892 h 396267"/>
                  <a:gd name="connsiteX16" fmla="*/ 348270 w 548333"/>
                  <a:gd name="connsiteY16" fmla="*/ 374808 h 396267"/>
                  <a:gd name="connsiteX17" fmla="*/ 380888 w 548333"/>
                  <a:gd name="connsiteY17" fmla="*/ 352209 h 396267"/>
                  <a:gd name="connsiteX18" fmla="*/ 421620 w 548333"/>
                  <a:gd name="connsiteY18" fmla="*/ 346982 h 396267"/>
                  <a:gd name="connsiteX19" fmla="*/ 447921 w 548333"/>
                  <a:gd name="connsiteY19" fmla="*/ 319864 h 396267"/>
                  <a:gd name="connsiteX20" fmla="*/ 462079 w 548333"/>
                  <a:gd name="connsiteY20" fmla="*/ 317359 h 396267"/>
                  <a:gd name="connsiteX21" fmla="*/ 498291 w 548333"/>
                  <a:gd name="connsiteY21" fmla="*/ 279459 h 396267"/>
                  <a:gd name="connsiteX22" fmla="*/ 527750 w 548333"/>
                  <a:gd name="connsiteY22" fmla="*/ 200447 h 396267"/>
                  <a:gd name="connsiteX23" fmla="*/ 536463 w 548333"/>
                  <a:gd name="connsiteY23" fmla="*/ 164072 h 396267"/>
                  <a:gd name="connsiteX24" fmla="*/ 548225 w 548333"/>
                  <a:gd name="connsiteY24" fmla="*/ 140330 h 396267"/>
                  <a:gd name="connsiteX25" fmla="*/ 540275 w 548333"/>
                  <a:gd name="connsiteY25" fmla="*/ 125300 h 396267"/>
                  <a:gd name="connsiteX26" fmla="*/ 531399 w 548333"/>
                  <a:gd name="connsiteY26" fmla="*/ 67198 h 396267"/>
                  <a:gd name="connsiteX27" fmla="*/ 481737 w 548333"/>
                  <a:gd name="connsiteY27" fmla="*/ 21675 h 396267"/>
                  <a:gd name="connsiteX28" fmla="*/ 415630 w 548333"/>
                  <a:gd name="connsiteY28" fmla="*/ 6101 h 396267"/>
                  <a:gd name="connsiteX29" fmla="*/ 397606 w 548333"/>
                  <a:gd name="connsiteY29" fmla="*/ 2 h 396267"/>
                  <a:gd name="connsiteX30" fmla="*/ 377022 w 548333"/>
                  <a:gd name="connsiteY30" fmla="*/ 5448 h 396267"/>
                  <a:gd name="connsiteX31" fmla="*/ 331553 w 548333"/>
                  <a:gd name="connsiteY31" fmla="*/ 2725 h 396267"/>
                  <a:gd name="connsiteX32" fmla="*/ 299208 w 548333"/>
                  <a:gd name="connsiteY32" fmla="*/ 9913 h 396267"/>
                  <a:gd name="connsiteX33" fmla="*/ 226294 w 548333"/>
                  <a:gd name="connsiteY33" fmla="*/ 16992 h 396267"/>
                  <a:gd name="connsiteX34" fmla="*/ 169063 w 548333"/>
                  <a:gd name="connsiteY34" fmla="*/ 58104 h 396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48333" h="396267">
                    <a:moveTo>
                      <a:pt x="169063" y="58104"/>
                    </a:moveTo>
                    <a:cubicBezTo>
                      <a:pt x="156157" y="65075"/>
                      <a:pt x="137480" y="63005"/>
                      <a:pt x="129638" y="75421"/>
                    </a:cubicBezTo>
                    <a:cubicBezTo>
                      <a:pt x="126426" y="80539"/>
                      <a:pt x="125990" y="87183"/>
                      <a:pt x="122450" y="92083"/>
                    </a:cubicBezTo>
                    <a:cubicBezTo>
                      <a:pt x="114881" y="102539"/>
                      <a:pt x="98001" y="100088"/>
                      <a:pt x="87763" y="107984"/>
                    </a:cubicBezTo>
                    <a:cubicBezTo>
                      <a:pt x="77471" y="115989"/>
                      <a:pt x="77254" y="131562"/>
                      <a:pt x="69739" y="142181"/>
                    </a:cubicBezTo>
                    <a:cubicBezTo>
                      <a:pt x="63804" y="150567"/>
                      <a:pt x="53839" y="155250"/>
                      <a:pt x="47304" y="163200"/>
                    </a:cubicBezTo>
                    <a:cubicBezTo>
                      <a:pt x="35324" y="177903"/>
                      <a:pt x="37884" y="200120"/>
                      <a:pt x="27864" y="216184"/>
                    </a:cubicBezTo>
                    <a:cubicBezTo>
                      <a:pt x="21656" y="226149"/>
                      <a:pt x="11092" y="233010"/>
                      <a:pt x="5701" y="243465"/>
                    </a:cubicBezTo>
                    <a:cubicBezTo>
                      <a:pt x="3251" y="248203"/>
                      <a:pt x="1999" y="253430"/>
                      <a:pt x="1182" y="258712"/>
                    </a:cubicBezTo>
                    <a:cubicBezTo>
                      <a:pt x="-3501" y="288607"/>
                      <a:pt x="5919" y="320354"/>
                      <a:pt x="26122" y="342898"/>
                    </a:cubicBezTo>
                    <a:cubicBezTo>
                      <a:pt x="46324" y="365387"/>
                      <a:pt x="76927" y="378184"/>
                      <a:pt x="107149" y="376714"/>
                    </a:cubicBezTo>
                    <a:cubicBezTo>
                      <a:pt x="118965" y="376169"/>
                      <a:pt x="132198" y="373936"/>
                      <a:pt x="141455" y="381288"/>
                    </a:cubicBezTo>
                    <a:cubicBezTo>
                      <a:pt x="147608" y="386189"/>
                      <a:pt x="151474" y="395010"/>
                      <a:pt x="159261" y="396154"/>
                    </a:cubicBezTo>
                    <a:cubicBezTo>
                      <a:pt x="168464" y="397461"/>
                      <a:pt x="174726" y="387169"/>
                      <a:pt x="183167" y="383248"/>
                    </a:cubicBezTo>
                    <a:cubicBezTo>
                      <a:pt x="199394" y="375679"/>
                      <a:pt x="216383" y="392995"/>
                      <a:pt x="234244" y="394575"/>
                    </a:cubicBezTo>
                    <a:cubicBezTo>
                      <a:pt x="251506" y="396099"/>
                      <a:pt x="266372" y="382758"/>
                      <a:pt x="283253" y="378892"/>
                    </a:cubicBezTo>
                    <a:cubicBezTo>
                      <a:pt x="304653" y="374045"/>
                      <a:pt x="328667" y="384609"/>
                      <a:pt x="348270" y="374808"/>
                    </a:cubicBezTo>
                    <a:cubicBezTo>
                      <a:pt x="360141" y="368872"/>
                      <a:pt x="368200" y="356239"/>
                      <a:pt x="380888" y="352209"/>
                    </a:cubicBezTo>
                    <a:cubicBezTo>
                      <a:pt x="394120" y="348071"/>
                      <a:pt x="409803" y="354170"/>
                      <a:pt x="421620" y="346982"/>
                    </a:cubicBezTo>
                    <a:cubicBezTo>
                      <a:pt x="432510" y="340339"/>
                      <a:pt x="436050" y="324492"/>
                      <a:pt x="447921" y="319864"/>
                    </a:cubicBezTo>
                    <a:cubicBezTo>
                      <a:pt x="452386" y="318121"/>
                      <a:pt x="457396" y="318285"/>
                      <a:pt x="462079" y="317359"/>
                    </a:cubicBezTo>
                    <a:cubicBezTo>
                      <a:pt x="479885" y="313765"/>
                      <a:pt x="490232" y="295686"/>
                      <a:pt x="498291" y="279459"/>
                    </a:cubicBezTo>
                    <a:cubicBezTo>
                      <a:pt x="510869" y="254193"/>
                      <a:pt x="523611" y="228381"/>
                      <a:pt x="527750" y="200447"/>
                    </a:cubicBezTo>
                    <a:cubicBezTo>
                      <a:pt x="529602" y="188031"/>
                      <a:pt x="529874" y="174799"/>
                      <a:pt x="536463" y="164072"/>
                    </a:cubicBezTo>
                    <a:cubicBezTo>
                      <a:pt x="541255" y="156339"/>
                      <a:pt x="549368" y="149314"/>
                      <a:pt x="548225" y="140330"/>
                    </a:cubicBezTo>
                    <a:cubicBezTo>
                      <a:pt x="547462" y="134666"/>
                      <a:pt x="543106" y="130256"/>
                      <a:pt x="540275" y="125300"/>
                    </a:cubicBezTo>
                    <a:cubicBezTo>
                      <a:pt x="530473" y="108093"/>
                      <a:pt x="539893" y="85114"/>
                      <a:pt x="531399" y="67198"/>
                    </a:cubicBezTo>
                    <a:cubicBezTo>
                      <a:pt x="523448" y="50481"/>
                      <a:pt x="499924" y="24833"/>
                      <a:pt x="481737" y="21675"/>
                    </a:cubicBezTo>
                    <a:cubicBezTo>
                      <a:pt x="459356" y="17809"/>
                      <a:pt x="436268" y="15685"/>
                      <a:pt x="415630" y="6101"/>
                    </a:cubicBezTo>
                    <a:cubicBezTo>
                      <a:pt x="409803" y="3378"/>
                      <a:pt x="404031" y="57"/>
                      <a:pt x="397606" y="2"/>
                    </a:cubicBezTo>
                    <a:cubicBezTo>
                      <a:pt x="390472" y="-107"/>
                      <a:pt x="383992" y="3869"/>
                      <a:pt x="377022" y="5448"/>
                    </a:cubicBezTo>
                    <a:cubicBezTo>
                      <a:pt x="362102" y="8824"/>
                      <a:pt x="346746" y="1091"/>
                      <a:pt x="331553" y="2725"/>
                    </a:cubicBezTo>
                    <a:cubicBezTo>
                      <a:pt x="320553" y="3923"/>
                      <a:pt x="310262" y="9967"/>
                      <a:pt x="299208" y="9913"/>
                    </a:cubicBezTo>
                    <a:cubicBezTo>
                      <a:pt x="273723" y="9749"/>
                      <a:pt x="251560" y="19061"/>
                      <a:pt x="226294" y="16992"/>
                    </a:cubicBezTo>
                    <a:cubicBezTo>
                      <a:pt x="197052" y="14650"/>
                      <a:pt x="190518" y="46506"/>
                      <a:pt x="169063" y="58104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2" name="Forme libre : forme 691">
                <a:extLst>
                  <a:ext uri="{FF2B5EF4-FFF2-40B4-BE49-F238E27FC236}">
                    <a16:creationId xmlns:a16="http://schemas.microsoft.com/office/drawing/2014/main" id="{37D1B398-DC3C-4160-BD86-C4B55E89EF85}"/>
                  </a:ext>
                </a:extLst>
              </p:cNvPr>
              <p:cNvSpPr/>
              <p:nvPr/>
            </p:nvSpPr>
            <p:spPr>
              <a:xfrm>
                <a:off x="5353011" y="4873224"/>
                <a:ext cx="87175" cy="79247"/>
              </a:xfrm>
              <a:custGeom>
                <a:avLst/>
                <a:gdLst>
                  <a:gd name="connsiteX0" fmla="*/ 11701 w 87175"/>
                  <a:gd name="connsiteY0" fmla="*/ 42648 h 79247"/>
                  <a:gd name="connsiteX1" fmla="*/ 1137 w 87175"/>
                  <a:gd name="connsiteY1" fmla="*/ 57950 h 79247"/>
                  <a:gd name="connsiteX2" fmla="*/ 4240 w 87175"/>
                  <a:gd name="connsiteY2" fmla="*/ 75430 h 79247"/>
                  <a:gd name="connsiteX3" fmla="*/ 18235 w 87175"/>
                  <a:gd name="connsiteY3" fmla="*/ 78969 h 79247"/>
                  <a:gd name="connsiteX4" fmla="*/ 32012 w 87175"/>
                  <a:gd name="connsiteY4" fmla="*/ 73251 h 79247"/>
                  <a:gd name="connsiteX5" fmla="*/ 61308 w 87175"/>
                  <a:gd name="connsiteY5" fmla="*/ 54356 h 79247"/>
                  <a:gd name="connsiteX6" fmla="*/ 74921 w 87175"/>
                  <a:gd name="connsiteY6" fmla="*/ 43846 h 79247"/>
                  <a:gd name="connsiteX7" fmla="*/ 86411 w 87175"/>
                  <a:gd name="connsiteY7" fmla="*/ 23535 h 79247"/>
                  <a:gd name="connsiteX8" fmla="*/ 80476 w 87175"/>
                  <a:gd name="connsiteY8" fmla="*/ 1046 h 79247"/>
                  <a:gd name="connsiteX9" fmla="*/ 57823 w 87175"/>
                  <a:gd name="connsiteY9" fmla="*/ 5837 h 79247"/>
                  <a:gd name="connsiteX10" fmla="*/ 11701 w 87175"/>
                  <a:gd name="connsiteY10" fmla="*/ 42648 h 79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7175" h="79247">
                    <a:moveTo>
                      <a:pt x="11701" y="42648"/>
                    </a:moveTo>
                    <a:cubicBezTo>
                      <a:pt x="7453" y="47223"/>
                      <a:pt x="3206" y="52069"/>
                      <a:pt x="1137" y="57950"/>
                    </a:cubicBezTo>
                    <a:cubicBezTo>
                      <a:pt x="-933" y="63831"/>
                      <a:pt x="-334" y="71128"/>
                      <a:pt x="4240" y="75430"/>
                    </a:cubicBezTo>
                    <a:cubicBezTo>
                      <a:pt x="7889" y="78860"/>
                      <a:pt x="13334" y="79786"/>
                      <a:pt x="18235" y="78969"/>
                    </a:cubicBezTo>
                    <a:cubicBezTo>
                      <a:pt x="23136" y="78152"/>
                      <a:pt x="27656" y="75756"/>
                      <a:pt x="32012" y="73251"/>
                    </a:cubicBezTo>
                    <a:cubicBezTo>
                      <a:pt x="42086" y="67479"/>
                      <a:pt x="51724" y="60890"/>
                      <a:pt x="61308" y="54356"/>
                    </a:cubicBezTo>
                    <a:cubicBezTo>
                      <a:pt x="66045" y="51143"/>
                      <a:pt x="70837" y="47876"/>
                      <a:pt x="74921" y="43846"/>
                    </a:cubicBezTo>
                    <a:cubicBezTo>
                      <a:pt x="80530" y="38292"/>
                      <a:pt x="84778" y="31268"/>
                      <a:pt x="86411" y="23535"/>
                    </a:cubicBezTo>
                    <a:cubicBezTo>
                      <a:pt x="87827" y="16728"/>
                      <a:pt x="87990" y="4640"/>
                      <a:pt x="80476" y="1046"/>
                    </a:cubicBezTo>
                    <a:cubicBezTo>
                      <a:pt x="73669" y="-2222"/>
                      <a:pt x="63813" y="2952"/>
                      <a:pt x="57823" y="5837"/>
                    </a:cubicBezTo>
                    <a:cubicBezTo>
                      <a:pt x="39908" y="14333"/>
                      <a:pt x="25042" y="28218"/>
                      <a:pt x="11701" y="42648"/>
                    </a:cubicBezTo>
                    <a:close/>
                  </a:path>
                </a:pathLst>
              </a:custGeom>
              <a:solidFill>
                <a:srgbClr val="6F468C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3" name="Forme libre : forme 692">
                <a:extLst>
                  <a:ext uri="{FF2B5EF4-FFF2-40B4-BE49-F238E27FC236}">
                    <a16:creationId xmlns:a16="http://schemas.microsoft.com/office/drawing/2014/main" id="{C29E4261-7E70-4EB5-9A23-F44FFC1AB052}"/>
                  </a:ext>
                </a:extLst>
              </p:cNvPr>
              <p:cNvSpPr/>
              <p:nvPr/>
            </p:nvSpPr>
            <p:spPr>
              <a:xfrm>
                <a:off x="5432180" y="4834518"/>
                <a:ext cx="27009" cy="27009"/>
              </a:xfrm>
              <a:custGeom>
                <a:avLst/>
                <a:gdLst>
                  <a:gd name="connsiteX0" fmla="*/ 27009 w 27009"/>
                  <a:gd name="connsiteY0" fmla="*/ 13505 h 27009"/>
                  <a:gd name="connsiteX1" fmla="*/ 13505 w 27009"/>
                  <a:gd name="connsiteY1" fmla="*/ 27009 h 27009"/>
                  <a:gd name="connsiteX2" fmla="*/ 0 w 27009"/>
                  <a:gd name="connsiteY2" fmla="*/ 13505 h 27009"/>
                  <a:gd name="connsiteX3" fmla="*/ 13505 w 27009"/>
                  <a:gd name="connsiteY3" fmla="*/ 0 h 27009"/>
                  <a:gd name="connsiteX4" fmla="*/ 27009 w 27009"/>
                  <a:gd name="connsiteY4" fmla="*/ 13505 h 27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009" h="27009">
                    <a:moveTo>
                      <a:pt x="27009" y="13505"/>
                    </a:moveTo>
                    <a:cubicBezTo>
                      <a:pt x="27009" y="20963"/>
                      <a:pt x="20963" y="27009"/>
                      <a:pt x="13505" y="27009"/>
                    </a:cubicBezTo>
                    <a:cubicBezTo>
                      <a:pt x="6046" y="27009"/>
                      <a:pt x="0" y="20963"/>
                      <a:pt x="0" y="13505"/>
                    </a:cubicBezTo>
                    <a:cubicBezTo>
                      <a:pt x="0" y="6046"/>
                      <a:pt x="6046" y="0"/>
                      <a:pt x="13505" y="0"/>
                    </a:cubicBezTo>
                    <a:cubicBezTo>
                      <a:pt x="20963" y="0"/>
                      <a:pt x="27009" y="6047"/>
                      <a:pt x="27009" y="135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4" name="Forme libre : forme 693">
                <a:extLst>
                  <a:ext uri="{FF2B5EF4-FFF2-40B4-BE49-F238E27FC236}">
                    <a16:creationId xmlns:a16="http://schemas.microsoft.com/office/drawing/2014/main" id="{2A842F41-0765-4BAA-99B3-036A7C82BB2D}"/>
                  </a:ext>
                </a:extLst>
              </p:cNvPr>
              <p:cNvSpPr/>
              <p:nvPr/>
            </p:nvSpPr>
            <p:spPr>
              <a:xfrm>
                <a:off x="5464744" y="4816385"/>
                <a:ext cx="14049" cy="14049"/>
              </a:xfrm>
              <a:custGeom>
                <a:avLst/>
                <a:gdLst>
                  <a:gd name="connsiteX0" fmla="*/ 14049 w 14049"/>
                  <a:gd name="connsiteY0" fmla="*/ 7025 h 14049"/>
                  <a:gd name="connsiteX1" fmla="*/ 7025 w 14049"/>
                  <a:gd name="connsiteY1" fmla="*/ 14049 h 14049"/>
                  <a:gd name="connsiteX2" fmla="*/ 0 w 14049"/>
                  <a:gd name="connsiteY2" fmla="*/ 7025 h 14049"/>
                  <a:gd name="connsiteX3" fmla="*/ 7025 w 14049"/>
                  <a:gd name="connsiteY3" fmla="*/ 0 h 14049"/>
                  <a:gd name="connsiteX4" fmla="*/ 14049 w 14049"/>
                  <a:gd name="connsiteY4" fmla="*/ 7025 h 1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49" h="14049">
                    <a:moveTo>
                      <a:pt x="14049" y="7025"/>
                    </a:moveTo>
                    <a:cubicBezTo>
                      <a:pt x="14049" y="10904"/>
                      <a:pt x="10904" y="14049"/>
                      <a:pt x="7025" y="14049"/>
                    </a:cubicBezTo>
                    <a:cubicBezTo>
                      <a:pt x="3145" y="14049"/>
                      <a:pt x="0" y="10904"/>
                      <a:pt x="0" y="7025"/>
                    </a:cubicBezTo>
                    <a:cubicBezTo>
                      <a:pt x="0" y="3145"/>
                      <a:pt x="3145" y="0"/>
                      <a:pt x="7025" y="0"/>
                    </a:cubicBezTo>
                    <a:cubicBezTo>
                      <a:pt x="10904" y="0"/>
                      <a:pt x="14049" y="3145"/>
                      <a:pt x="14049" y="70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95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741273" y="4658941"/>
              <a:ext cx="343686" cy="228474"/>
              <a:chOff x="5741273" y="4658941"/>
              <a:chExt cx="343686" cy="228474"/>
            </a:xfrm>
            <a:solidFill>
              <a:schemeClr val="accent1"/>
            </a:solidFill>
          </p:grpSpPr>
          <p:sp>
            <p:nvSpPr>
              <p:cNvPr id="696" name="Forme libre : forme 695">
                <a:extLst>
                  <a:ext uri="{FF2B5EF4-FFF2-40B4-BE49-F238E27FC236}">
                    <a16:creationId xmlns:a16="http://schemas.microsoft.com/office/drawing/2014/main" id="{68E33797-C2EB-484B-9B5F-DBE1AD1663F2}"/>
                  </a:ext>
                </a:extLst>
              </p:cNvPr>
              <p:cNvSpPr/>
              <p:nvPr/>
            </p:nvSpPr>
            <p:spPr>
              <a:xfrm>
                <a:off x="5741273" y="4658984"/>
                <a:ext cx="343686" cy="228432"/>
              </a:xfrm>
              <a:custGeom>
                <a:avLst/>
                <a:gdLst>
                  <a:gd name="connsiteX0" fmla="*/ 136285 w 343686"/>
                  <a:gd name="connsiteY0" fmla="*/ 15440 h 228432"/>
                  <a:gd name="connsiteX1" fmla="*/ 110691 w 343686"/>
                  <a:gd name="connsiteY1" fmla="*/ 18762 h 228432"/>
                  <a:gd name="connsiteX2" fmla="*/ 103721 w 343686"/>
                  <a:gd name="connsiteY2" fmla="*/ 27148 h 228432"/>
                  <a:gd name="connsiteX3" fmla="*/ 81068 w 343686"/>
                  <a:gd name="connsiteY3" fmla="*/ 30469 h 228432"/>
                  <a:gd name="connsiteX4" fmla="*/ 64896 w 343686"/>
                  <a:gd name="connsiteY4" fmla="*/ 47132 h 228432"/>
                  <a:gd name="connsiteX5" fmla="*/ 48451 w 343686"/>
                  <a:gd name="connsiteY5" fmla="*/ 55464 h 228432"/>
                  <a:gd name="connsiteX6" fmla="*/ 28303 w 343686"/>
                  <a:gd name="connsiteY6" fmla="*/ 82690 h 228432"/>
                  <a:gd name="connsiteX7" fmla="*/ 10932 w 343686"/>
                  <a:gd name="connsiteY7" fmla="*/ 94670 h 228432"/>
                  <a:gd name="connsiteX8" fmla="*/ 5759 w 343686"/>
                  <a:gd name="connsiteY8" fmla="*/ 102675 h 228432"/>
                  <a:gd name="connsiteX9" fmla="*/ 5922 w 343686"/>
                  <a:gd name="connsiteY9" fmla="*/ 155332 h 228432"/>
                  <a:gd name="connsiteX10" fmla="*/ 46872 w 343686"/>
                  <a:gd name="connsiteY10" fmla="*/ 188494 h 228432"/>
                  <a:gd name="connsiteX11" fmla="*/ 65821 w 343686"/>
                  <a:gd name="connsiteY11" fmla="*/ 196934 h 228432"/>
                  <a:gd name="connsiteX12" fmla="*/ 73554 w 343686"/>
                  <a:gd name="connsiteY12" fmla="*/ 208479 h 228432"/>
                  <a:gd name="connsiteX13" fmla="*/ 89509 w 343686"/>
                  <a:gd name="connsiteY13" fmla="*/ 205103 h 228432"/>
                  <a:gd name="connsiteX14" fmla="*/ 117008 w 343686"/>
                  <a:gd name="connsiteY14" fmla="*/ 220241 h 228432"/>
                  <a:gd name="connsiteX15" fmla="*/ 147883 w 343686"/>
                  <a:gd name="connsiteY15" fmla="*/ 219478 h 228432"/>
                  <a:gd name="connsiteX16" fmla="*/ 186001 w 343686"/>
                  <a:gd name="connsiteY16" fmla="*/ 228082 h 228432"/>
                  <a:gd name="connsiteX17" fmla="*/ 208599 w 343686"/>
                  <a:gd name="connsiteY17" fmla="*/ 220568 h 228432"/>
                  <a:gd name="connsiteX18" fmla="*/ 232940 w 343686"/>
                  <a:gd name="connsiteY18" fmla="*/ 224434 h 228432"/>
                  <a:gd name="connsiteX19" fmla="*/ 252652 w 343686"/>
                  <a:gd name="connsiteY19" fmla="*/ 213271 h 228432"/>
                  <a:gd name="connsiteX20" fmla="*/ 261256 w 343686"/>
                  <a:gd name="connsiteY20" fmla="*/ 214197 h 228432"/>
                  <a:gd name="connsiteX21" fmla="*/ 288538 w 343686"/>
                  <a:gd name="connsiteY21" fmla="*/ 198459 h 228432"/>
                  <a:gd name="connsiteX22" fmla="*/ 318814 w 343686"/>
                  <a:gd name="connsiteY22" fmla="*/ 157946 h 228432"/>
                  <a:gd name="connsiteX23" fmla="*/ 329977 w 343686"/>
                  <a:gd name="connsiteY23" fmla="*/ 138506 h 228432"/>
                  <a:gd name="connsiteX24" fmla="*/ 340759 w 343686"/>
                  <a:gd name="connsiteY24" fmla="*/ 126798 h 228432"/>
                  <a:gd name="connsiteX25" fmla="*/ 338744 w 343686"/>
                  <a:gd name="connsiteY25" fmla="*/ 116833 h 228432"/>
                  <a:gd name="connsiteX26" fmla="*/ 343427 w 343686"/>
                  <a:gd name="connsiteY26" fmla="*/ 81874 h 228432"/>
                  <a:gd name="connsiteX27" fmla="*/ 322517 w 343686"/>
                  <a:gd name="connsiteY27" fmla="*/ 47241 h 228432"/>
                  <a:gd name="connsiteX28" fmla="*/ 287067 w 343686"/>
                  <a:gd name="connsiteY28" fmla="*/ 27093 h 228432"/>
                  <a:gd name="connsiteX29" fmla="*/ 277701 w 343686"/>
                  <a:gd name="connsiteY29" fmla="*/ 20504 h 228432"/>
                  <a:gd name="connsiteX30" fmla="*/ 264904 w 343686"/>
                  <a:gd name="connsiteY30" fmla="*/ 20123 h 228432"/>
                  <a:gd name="connsiteX31" fmla="*/ 239202 w 343686"/>
                  <a:gd name="connsiteY31" fmla="*/ 10866 h 228432"/>
                  <a:gd name="connsiteX32" fmla="*/ 219381 w 343686"/>
                  <a:gd name="connsiteY32" fmla="*/ 9559 h 228432"/>
                  <a:gd name="connsiteX33" fmla="*/ 176199 w 343686"/>
                  <a:gd name="connsiteY33" fmla="*/ 1336 h 228432"/>
                  <a:gd name="connsiteX34" fmla="*/ 136285 w 343686"/>
                  <a:gd name="connsiteY34" fmla="*/ 15440 h 228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43686" h="228432">
                    <a:moveTo>
                      <a:pt x="136285" y="15440"/>
                    </a:moveTo>
                    <a:cubicBezTo>
                      <a:pt x="127681" y="17291"/>
                      <a:pt x="117280" y="12935"/>
                      <a:pt x="110691" y="18762"/>
                    </a:cubicBezTo>
                    <a:cubicBezTo>
                      <a:pt x="107969" y="21158"/>
                      <a:pt x="106607" y="24915"/>
                      <a:pt x="103721" y="27148"/>
                    </a:cubicBezTo>
                    <a:cubicBezTo>
                      <a:pt x="97568" y="31885"/>
                      <a:pt x="88311" y="27638"/>
                      <a:pt x="81068" y="30469"/>
                    </a:cubicBezTo>
                    <a:cubicBezTo>
                      <a:pt x="73772" y="33355"/>
                      <a:pt x="71049" y="42286"/>
                      <a:pt x="64896" y="47132"/>
                    </a:cubicBezTo>
                    <a:cubicBezTo>
                      <a:pt x="60049" y="50944"/>
                      <a:pt x="53515" y="51978"/>
                      <a:pt x="48451" y="55464"/>
                    </a:cubicBezTo>
                    <a:cubicBezTo>
                      <a:pt x="39085" y="61889"/>
                      <a:pt x="36797" y="75121"/>
                      <a:pt x="28303" y="82690"/>
                    </a:cubicBezTo>
                    <a:cubicBezTo>
                      <a:pt x="23021" y="87373"/>
                      <a:pt x="15778" y="89552"/>
                      <a:pt x="10932" y="94670"/>
                    </a:cubicBezTo>
                    <a:cubicBezTo>
                      <a:pt x="8699" y="96957"/>
                      <a:pt x="7120" y="99789"/>
                      <a:pt x="5759" y="102675"/>
                    </a:cubicBezTo>
                    <a:cubicBezTo>
                      <a:pt x="-1974" y="119066"/>
                      <a:pt x="-1919" y="138996"/>
                      <a:pt x="5922" y="155332"/>
                    </a:cubicBezTo>
                    <a:cubicBezTo>
                      <a:pt x="13764" y="171723"/>
                      <a:pt x="29229" y="184247"/>
                      <a:pt x="46872" y="188494"/>
                    </a:cubicBezTo>
                    <a:cubicBezTo>
                      <a:pt x="53787" y="190182"/>
                      <a:pt x="61737" y="191108"/>
                      <a:pt x="65821" y="196934"/>
                    </a:cubicBezTo>
                    <a:cubicBezTo>
                      <a:pt x="68544" y="200801"/>
                      <a:pt x="69252" y="206518"/>
                      <a:pt x="73554" y="208479"/>
                    </a:cubicBezTo>
                    <a:cubicBezTo>
                      <a:pt x="78618" y="210766"/>
                      <a:pt x="84009" y="205919"/>
                      <a:pt x="89509" y="205103"/>
                    </a:cubicBezTo>
                    <a:cubicBezTo>
                      <a:pt x="100127" y="203469"/>
                      <a:pt x="106988" y="216320"/>
                      <a:pt x="117008" y="220241"/>
                    </a:cubicBezTo>
                    <a:cubicBezTo>
                      <a:pt x="126701" y="224053"/>
                      <a:pt x="137482" y="218825"/>
                      <a:pt x="147883" y="219478"/>
                    </a:cubicBezTo>
                    <a:cubicBezTo>
                      <a:pt x="161006" y="220295"/>
                      <a:pt x="173041" y="230424"/>
                      <a:pt x="186001" y="228082"/>
                    </a:cubicBezTo>
                    <a:cubicBezTo>
                      <a:pt x="193842" y="226666"/>
                      <a:pt x="200594" y="220731"/>
                      <a:pt x="208599" y="220568"/>
                    </a:cubicBezTo>
                    <a:cubicBezTo>
                      <a:pt x="216931" y="220404"/>
                      <a:pt x="224881" y="226612"/>
                      <a:pt x="232940" y="224434"/>
                    </a:cubicBezTo>
                    <a:cubicBezTo>
                      <a:pt x="240346" y="222473"/>
                      <a:pt x="245029" y="213924"/>
                      <a:pt x="252652" y="213271"/>
                    </a:cubicBezTo>
                    <a:cubicBezTo>
                      <a:pt x="255539" y="212998"/>
                      <a:pt x="258370" y="213979"/>
                      <a:pt x="261256" y="214197"/>
                    </a:cubicBezTo>
                    <a:cubicBezTo>
                      <a:pt x="272092" y="215122"/>
                      <a:pt x="281132" y="206464"/>
                      <a:pt x="288538" y="198459"/>
                    </a:cubicBezTo>
                    <a:cubicBezTo>
                      <a:pt x="300027" y="186044"/>
                      <a:pt x="311735" y="173302"/>
                      <a:pt x="318814" y="157946"/>
                    </a:cubicBezTo>
                    <a:cubicBezTo>
                      <a:pt x="321972" y="151084"/>
                      <a:pt x="324368" y="143515"/>
                      <a:pt x="329977" y="138506"/>
                    </a:cubicBezTo>
                    <a:cubicBezTo>
                      <a:pt x="334006" y="134857"/>
                      <a:pt x="339887" y="132189"/>
                      <a:pt x="340759" y="126798"/>
                    </a:cubicBezTo>
                    <a:cubicBezTo>
                      <a:pt x="341303" y="123422"/>
                      <a:pt x="339506" y="120155"/>
                      <a:pt x="338744" y="116833"/>
                    </a:cubicBezTo>
                    <a:cubicBezTo>
                      <a:pt x="336021" y="105289"/>
                      <a:pt x="345333" y="93636"/>
                      <a:pt x="343427" y="81874"/>
                    </a:cubicBezTo>
                    <a:cubicBezTo>
                      <a:pt x="341684" y="70929"/>
                      <a:pt x="332482" y="52142"/>
                      <a:pt x="322517" y="47241"/>
                    </a:cubicBezTo>
                    <a:cubicBezTo>
                      <a:pt x="310265" y="41251"/>
                      <a:pt x="297359" y="36078"/>
                      <a:pt x="287067" y="27093"/>
                    </a:cubicBezTo>
                    <a:cubicBezTo>
                      <a:pt x="284181" y="24534"/>
                      <a:pt x="281404" y="21648"/>
                      <a:pt x="277701" y="20504"/>
                    </a:cubicBezTo>
                    <a:cubicBezTo>
                      <a:pt x="273617" y="19252"/>
                      <a:pt x="269206" y="20395"/>
                      <a:pt x="264904" y="20123"/>
                    </a:cubicBezTo>
                    <a:cubicBezTo>
                      <a:pt x="255756" y="19524"/>
                      <a:pt x="248187" y="12499"/>
                      <a:pt x="239202" y="10866"/>
                    </a:cubicBezTo>
                    <a:cubicBezTo>
                      <a:pt x="232668" y="9668"/>
                      <a:pt x="225752" y="11465"/>
                      <a:pt x="219381" y="9559"/>
                    </a:cubicBezTo>
                    <a:cubicBezTo>
                      <a:pt x="204733" y="5148"/>
                      <a:pt x="190412" y="6782"/>
                      <a:pt x="176199" y="1336"/>
                    </a:cubicBezTo>
                    <a:cubicBezTo>
                      <a:pt x="159754" y="-4871"/>
                      <a:pt x="150606" y="12391"/>
                      <a:pt x="136285" y="15440"/>
                    </a:cubicBezTo>
                    <a:close/>
                  </a:path>
                </a:pathLst>
              </a:custGeom>
              <a:solidFill>
                <a:srgbClr val="9C73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7" name="Forme libre : forme 696">
                <a:extLst>
                  <a:ext uri="{FF2B5EF4-FFF2-40B4-BE49-F238E27FC236}">
                    <a16:creationId xmlns:a16="http://schemas.microsoft.com/office/drawing/2014/main" id="{87A1D74D-13CA-42BA-B39C-EE239A7CE4FC}"/>
                  </a:ext>
                </a:extLst>
              </p:cNvPr>
              <p:cNvSpPr/>
              <p:nvPr/>
            </p:nvSpPr>
            <p:spPr>
              <a:xfrm>
                <a:off x="5775954" y="4681875"/>
                <a:ext cx="274920" cy="182703"/>
              </a:xfrm>
              <a:custGeom>
                <a:avLst/>
                <a:gdLst>
                  <a:gd name="connsiteX0" fmla="*/ 109010 w 274920"/>
                  <a:gd name="connsiteY0" fmla="*/ 12207 h 182703"/>
                  <a:gd name="connsiteX1" fmla="*/ 88535 w 274920"/>
                  <a:gd name="connsiteY1" fmla="*/ 14875 h 182703"/>
                  <a:gd name="connsiteX2" fmla="*/ 82981 w 274920"/>
                  <a:gd name="connsiteY2" fmla="*/ 21573 h 182703"/>
                  <a:gd name="connsiteX3" fmla="*/ 64848 w 274920"/>
                  <a:gd name="connsiteY3" fmla="*/ 24241 h 182703"/>
                  <a:gd name="connsiteX4" fmla="*/ 51942 w 274920"/>
                  <a:gd name="connsiteY4" fmla="*/ 37582 h 182703"/>
                  <a:gd name="connsiteX5" fmla="*/ 38765 w 274920"/>
                  <a:gd name="connsiteY5" fmla="*/ 44226 h 182703"/>
                  <a:gd name="connsiteX6" fmla="*/ 22646 w 274920"/>
                  <a:gd name="connsiteY6" fmla="*/ 66007 h 182703"/>
                  <a:gd name="connsiteX7" fmla="*/ 8761 w 274920"/>
                  <a:gd name="connsiteY7" fmla="*/ 75591 h 182703"/>
                  <a:gd name="connsiteX8" fmla="*/ 4622 w 274920"/>
                  <a:gd name="connsiteY8" fmla="*/ 82016 h 182703"/>
                  <a:gd name="connsiteX9" fmla="*/ 4731 w 274920"/>
                  <a:gd name="connsiteY9" fmla="*/ 124164 h 182703"/>
                  <a:gd name="connsiteX10" fmla="*/ 37457 w 274920"/>
                  <a:gd name="connsiteY10" fmla="*/ 150683 h 182703"/>
                  <a:gd name="connsiteX11" fmla="*/ 52650 w 274920"/>
                  <a:gd name="connsiteY11" fmla="*/ 157435 h 182703"/>
                  <a:gd name="connsiteX12" fmla="*/ 58858 w 274920"/>
                  <a:gd name="connsiteY12" fmla="*/ 166692 h 182703"/>
                  <a:gd name="connsiteX13" fmla="*/ 71600 w 274920"/>
                  <a:gd name="connsiteY13" fmla="*/ 163969 h 182703"/>
                  <a:gd name="connsiteX14" fmla="*/ 93600 w 274920"/>
                  <a:gd name="connsiteY14" fmla="*/ 176112 h 182703"/>
                  <a:gd name="connsiteX15" fmla="*/ 118267 w 274920"/>
                  <a:gd name="connsiteY15" fmla="*/ 175514 h 182703"/>
                  <a:gd name="connsiteX16" fmla="*/ 148761 w 274920"/>
                  <a:gd name="connsiteY16" fmla="*/ 182429 h 182703"/>
                  <a:gd name="connsiteX17" fmla="*/ 166840 w 274920"/>
                  <a:gd name="connsiteY17" fmla="*/ 176439 h 182703"/>
                  <a:gd name="connsiteX18" fmla="*/ 186334 w 274920"/>
                  <a:gd name="connsiteY18" fmla="*/ 179543 h 182703"/>
                  <a:gd name="connsiteX19" fmla="*/ 202126 w 274920"/>
                  <a:gd name="connsiteY19" fmla="*/ 170613 h 182703"/>
                  <a:gd name="connsiteX20" fmla="*/ 208987 w 274920"/>
                  <a:gd name="connsiteY20" fmla="*/ 171375 h 182703"/>
                  <a:gd name="connsiteX21" fmla="*/ 230823 w 274920"/>
                  <a:gd name="connsiteY21" fmla="*/ 158796 h 182703"/>
                  <a:gd name="connsiteX22" fmla="*/ 255055 w 274920"/>
                  <a:gd name="connsiteY22" fmla="*/ 126396 h 182703"/>
                  <a:gd name="connsiteX23" fmla="*/ 263985 w 274920"/>
                  <a:gd name="connsiteY23" fmla="*/ 110822 h 182703"/>
                  <a:gd name="connsiteX24" fmla="*/ 272589 w 274920"/>
                  <a:gd name="connsiteY24" fmla="*/ 101457 h 182703"/>
                  <a:gd name="connsiteX25" fmla="*/ 270955 w 274920"/>
                  <a:gd name="connsiteY25" fmla="*/ 93452 h 182703"/>
                  <a:gd name="connsiteX26" fmla="*/ 274713 w 274920"/>
                  <a:gd name="connsiteY26" fmla="*/ 65517 h 182703"/>
                  <a:gd name="connsiteX27" fmla="*/ 257995 w 274920"/>
                  <a:gd name="connsiteY27" fmla="*/ 37855 h 182703"/>
                  <a:gd name="connsiteX28" fmla="*/ 229680 w 274920"/>
                  <a:gd name="connsiteY28" fmla="*/ 21736 h 182703"/>
                  <a:gd name="connsiteX29" fmla="*/ 222220 w 274920"/>
                  <a:gd name="connsiteY29" fmla="*/ 16454 h 182703"/>
                  <a:gd name="connsiteX30" fmla="*/ 211982 w 274920"/>
                  <a:gd name="connsiteY30" fmla="*/ 16182 h 182703"/>
                  <a:gd name="connsiteX31" fmla="*/ 191398 w 274920"/>
                  <a:gd name="connsiteY31" fmla="*/ 8776 h 182703"/>
                  <a:gd name="connsiteX32" fmla="*/ 175553 w 274920"/>
                  <a:gd name="connsiteY32" fmla="*/ 7741 h 182703"/>
                  <a:gd name="connsiteX33" fmla="*/ 141029 w 274920"/>
                  <a:gd name="connsiteY33" fmla="*/ 1152 h 182703"/>
                  <a:gd name="connsiteX34" fmla="*/ 109010 w 274920"/>
                  <a:gd name="connsiteY34" fmla="*/ 12207 h 182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74920" h="182703">
                    <a:moveTo>
                      <a:pt x="109010" y="12207"/>
                    </a:moveTo>
                    <a:cubicBezTo>
                      <a:pt x="102149" y="13677"/>
                      <a:pt x="93817" y="10192"/>
                      <a:pt x="88535" y="14875"/>
                    </a:cubicBezTo>
                    <a:cubicBezTo>
                      <a:pt x="86357" y="16781"/>
                      <a:pt x="85268" y="19776"/>
                      <a:pt x="82981" y="21573"/>
                    </a:cubicBezTo>
                    <a:cubicBezTo>
                      <a:pt x="78080" y="25384"/>
                      <a:pt x="70620" y="21954"/>
                      <a:pt x="64848" y="24241"/>
                    </a:cubicBezTo>
                    <a:cubicBezTo>
                      <a:pt x="59021" y="26528"/>
                      <a:pt x="56843" y="33661"/>
                      <a:pt x="51942" y="37582"/>
                    </a:cubicBezTo>
                    <a:cubicBezTo>
                      <a:pt x="48076" y="40631"/>
                      <a:pt x="42849" y="41448"/>
                      <a:pt x="38765" y="44226"/>
                    </a:cubicBezTo>
                    <a:cubicBezTo>
                      <a:pt x="31250" y="49399"/>
                      <a:pt x="29453" y="59963"/>
                      <a:pt x="22646" y="66007"/>
                    </a:cubicBezTo>
                    <a:cubicBezTo>
                      <a:pt x="18453" y="69764"/>
                      <a:pt x="12627" y="71507"/>
                      <a:pt x="8761" y="75591"/>
                    </a:cubicBezTo>
                    <a:cubicBezTo>
                      <a:pt x="7018" y="77442"/>
                      <a:pt x="5711" y="79675"/>
                      <a:pt x="4622" y="82016"/>
                    </a:cubicBezTo>
                    <a:cubicBezTo>
                      <a:pt x="-1586" y="95140"/>
                      <a:pt x="-1531" y="111040"/>
                      <a:pt x="4731" y="124164"/>
                    </a:cubicBezTo>
                    <a:cubicBezTo>
                      <a:pt x="10993" y="137287"/>
                      <a:pt x="23354" y="147252"/>
                      <a:pt x="37457" y="150683"/>
                    </a:cubicBezTo>
                    <a:cubicBezTo>
                      <a:pt x="42957" y="151989"/>
                      <a:pt x="49383" y="152806"/>
                      <a:pt x="52650" y="157435"/>
                    </a:cubicBezTo>
                    <a:cubicBezTo>
                      <a:pt x="54828" y="160539"/>
                      <a:pt x="55373" y="165113"/>
                      <a:pt x="58858" y="166692"/>
                    </a:cubicBezTo>
                    <a:cubicBezTo>
                      <a:pt x="62942" y="168544"/>
                      <a:pt x="67189" y="164677"/>
                      <a:pt x="71600" y="163969"/>
                    </a:cubicBezTo>
                    <a:cubicBezTo>
                      <a:pt x="80095" y="162663"/>
                      <a:pt x="85595" y="172954"/>
                      <a:pt x="93600" y="176112"/>
                    </a:cubicBezTo>
                    <a:cubicBezTo>
                      <a:pt x="101332" y="179162"/>
                      <a:pt x="109990" y="175024"/>
                      <a:pt x="118267" y="175514"/>
                    </a:cubicBezTo>
                    <a:cubicBezTo>
                      <a:pt x="128777" y="176167"/>
                      <a:pt x="138415" y="184281"/>
                      <a:pt x="148761" y="182429"/>
                    </a:cubicBezTo>
                    <a:cubicBezTo>
                      <a:pt x="155023" y="181286"/>
                      <a:pt x="160469" y="176548"/>
                      <a:pt x="166840" y="176439"/>
                    </a:cubicBezTo>
                    <a:cubicBezTo>
                      <a:pt x="173483" y="176331"/>
                      <a:pt x="179909" y="181231"/>
                      <a:pt x="186334" y="179543"/>
                    </a:cubicBezTo>
                    <a:cubicBezTo>
                      <a:pt x="192270" y="177964"/>
                      <a:pt x="196027" y="171157"/>
                      <a:pt x="202126" y="170613"/>
                    </a:cubicBezTo>
                    <a:cubicBezTo>
                      <a:pt x="204413" y="170395"/>
                      <a:pt x="206700" y="171157"/>
                      <a:pt x="208987" y="171375"/>
                    </a:cubicBezTo>
                    <a:cubicBezTo>
                      <a:pt x="217645" y="172137"/>
                      <a:pt x="224888" y="165222"/>
                      <a:pt x="230823" y="158796"/>
                    </a:cubicBezTo>
                    <a:cubicBezTo>
                      <a:pt x="240026" y="148831"/>
                      <a:pt x="249392" y="138703"/>
                      <a:pt x="255055" y="126396"/>
                    </a:cubicBezTo>
                    <a:cubicBezTo>
                      <a:pt x="257560" y="120897"/>
                      <a:pt x="259520" y="114852"/>
                      <a:pt x="263985" y="110822"/>
                    </a:cubicBezTo>
                    <a:cubicBezTo>
                      <a:pt x="267198" y="107937"/>
                      <a:pt x="271936" y="105758"/>
                      <a:pt x="272589" y="101457"/>
                    </a:cubicBezTo>
                    <a:cubicBezTo>
                      <a:pt x="273025" y="98734"/>
                      <a:pt x="271609" y="96120"/>
                      <a:pt x="270955" y="93452"/>
                    </a:cubicBezTo>
                    <a:cubicBezTo>
                      <a:pt x="268777" y="84194"/>
                      <a:pt x="276238" y="74883"/>
                      <a:pt x="274713" y="65517"/>
                    </a:cubicBezTo>
                    <a:cubicBezTo>
                      <a:pt x="273297" y="56750"/>
                      <a:pt x="265946" y="41721"/>
                      <a:pt x="257995" y="37855"/>
                    </a:cubicBezTo>
                    <a:cubicBezTo>
                      <a:pt x="248194" y="33063"/>
                      <a:pt x="237848" y="28924"/>
                      <a:pt x="229680" y="21736"/>
                    </a:cubicBezTo>
                    <a:cubicBezTo>
                      <a:pt x="227392" y="19721"/>
                      <a:pt x="225160" y="17380"/>
                      <a:pt x="222220" y="16454"/>
                    </a:cubicBezTo>
                    <a:cubicBezTo>
                      <a:pt x="218952" y="15420"/>
                      <a:pt x="215413" y="16400"/>
                      <a:pt x="211982" y="16182"/>
                    </a:cubicBezTo>
                    <a:cubicBezTo>
                      <a:pt x="204685" y="15746"/>
                      <a:pt x="198641" y="10083"/>
                      <a:pt x="191398" y="8776"/>
                    </a:cubicBezTo>
                    <a:cubicBezTo>
                      <a:pt x="186171" y="7850"/>
                      <a:pt x="180617" y="9266"/>
                      <a:pt x="175553" y="7741"/>
                    </a:cubicBezTo>
                    <a:cubicBezTo>
                      <a:pt x="163845" y="4256"/>
                      <a:pt x="152355" y="5509"/>
                      <a:pt x="141029" y="1152"/>
                    </a:cubicBezTo>
                    <a:cubicBezTo>
                      <a:pt x="127742" y="-4020"/>
                      <a:pt x="120445" y="9756"/>
                      <a:pt x="109010" y="12207"/>
                    </a:cubicBezTo>
                    <a:close/>
                  </a:path>
                </a:pathLst>
              </a:custGeom>
              <a:solidFill>
                <a:srgbClr val="855B9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8" name="Forme libre : forme 697">
                <a:extLst>
                  <a:ext uri="{FF2B5EF4-FFF2-40B4-BE49-F238E27FC236}">
                    <a16:creationId xmlns:a16="http://schemas.microsoft.com/office/drawing/2014/main" id="{5A96A074-8CA7-48E6-B2B2-3079436EC02D}"/>
                  </a:ext>
                </a:extLst>
              </p:cNvPr>
              <p:cNvSpPr/>
              <p:nvPr/>
            </p:nvSpPr>
            <p:spPr>
              <a:xfrm rot="-822581">
                <a:off x="5805159" y="4747882"/>
                <a:ext cx="148875" cy="79392"/>
              </a:xfrm>
              <a:custGeom>
                <a:avLst/>
                <a:gdLst>
                  <a:gd name="connsiteX0" fmla="*/ 148875 w 148875"/>
                  <a:gd name="connsiteY0" fmla="*/ 39696 h 79392"/>
                  <a:gd name="connsiteX1" fmla="*/ 74438 w 148875"/>
                  <a:gd name="connsiteY1" fmla="*/ 79393 h 79392"/>
                  <a:gd name="connsiteX2" fmla="*/ 0 w 148875"/>
                  <a:gd name="connsiteY2" fmla="*/ 39696 h 79392"/>
                  <a:gd name="connsiteX3" fmla="*/ 74438 w 148875"/>
                  <a:gd name="connsiteY3" fmla="*/ 0 h 79392"/>
                  <a:gd name="connsiteX4" fmla="*/ 148875 w 148875"/>
                  <a:gd name="connsiteY4" fmla="*/ 39696 h 79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875" h="79392">
                    <a:moveTo>
                      <a:pt x="148875" y="39696"/>
                    </a:moveTo>
                    <a:cubicBezTo>
                      <a:pt x="148875" y="61620"/>
                      <a:pt x="115548" y="79393"/>
                      <a:pt x="74438" y="79393"/>
                    </a:cubicBezTo>
                    <a:cubicBezTo>
                      <a:pt x="33327" y="79393"/>
                      <a:pt x="0" y="61620"/>
                      <a:pt x="0" y="39696"/>
                    </a:cubicBezTo>
                    <a:cubicBezTo>
                      <a:pt x="0" y="17773"/>
                      <a:pt x="33327" y="0"/>
                      <a:pt x="74438" y="0"/>
                    </a:cubicBezTo>
                    <a:cubicBezTo>
                      <a:pt x="115548" y="0"/>
                      <a:pt x="148875" y="17773"/>
                      <a:pt x="148875" y="39696"/>
                    </a:cubicBezTo>
                    <a:close/>
                  </a:path>
                </a:pathLst>
              </a:custGeom>
              <a:solidFill>
                <a:srgbClr val="663B7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9" name="Forme libre : forme 698">
                <a:extLst>
                  <a:ext uri="{FF2B5EF4-FFF2-40B4-BE49-F238E27FC236}">
                    <a16:creationId xmlns:a16="http://schemas.microsoft.com/office/drawing/2014/main" id="{07830AA4-943A-4241-A3CC-4B3623DD641F}"/>
                  </a:ext>
                </a:extLst>
              </p:cNvPr>
              <p:cNvSpPr/>
              <p:nvPr/>
            </p:nvSpPr>
            <p:spPr>
              <a:xfrm>
                <a:off x="5806634" y="4775599"/>
                <a:ext cx="145089" cy="54543"/>
              </a:xfrm>
              <a:custGeom>
                <a:avLst/>
                <a:gdLst>
                  <a:gd name="connsiteX0" fmla="*/ 93903 w 145089"/>
                  <a:gd name="connsiteY0" fmla="*/ 31856 h 54543"/>
                  <a:gd name="connsiteX1" fmla="*/ 12168 w 145089"/>
                  <a:gd name="connsiteY1" fmla="*/ 10891 h 54543"/>
                  <a:gd name="connsiteX2" fmla="*/ 12332 w 145089"/>
                  <a:gd name="connsiteY2" fmla="*/ 0 h 54543"/>
                  <a:gd name="connsiteX3" fmla="*/ 624 w 145089"/>
                  <a:gd name="connsiteY3" fmla="*/ 29732 h 54543"/>
                  <a:gd name="connsiteX4" fmla="*/ 82359 w 145089"/>
                  <a:gd name="connsiteY4" fmla="*/ 50697 h 54543"/>
                  <a:gd name="connsiteX5" fmla="*/ 145090 w 145089"/>
                  <a:gd name="connsiteY5" fmla="*/ 5337 h 54543"/>
                  <a:gd name="connsiteX6" fmla="*/ 93903 w 145089"/>
                  <a:gd name="connsiteY6" fmla="*/ 31856 h 5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5089" h="54543">
                    <a:moveTo>
                      <a:pt x="93903" y="31856"/>
                    </a:moveTo>
                    <a:cubicBezTo>
                      <a:pt x="53989" y="41603"/>
                      <a:pt x="17396" y="32237"/>
                      <a:pt x="12168" y="10891"/>
                    </a:cubicBezTo>
                    <a:cubicBezTo>
                      <a:pt x="11297" y="7351"/>
                      <a:pt x="11460" y="3703"/>
                      <a:pt x="12332" y="0"/>
                    </a:cubicBezTo>
                    <a:cubicBezTo>
                      <a:pt x="2857" y="9475"/>
                      <a:pt x="-1772" y="20039"/>
                      <a:pt x="624" y="29732"/>
                    </a:cubicBezTo>
                    <a:cubicBezTo>
                      <a:pt x="5797" y="51024"/>
                      <a:pt x="42390" y="60444"/>
                      <a:pt x="82359" y="50697"/>
                    </a:cubicBezTo>
                    <a:cubicBezTo>
                      <a:pt x="115631" y="42583"/>
                      <a:pt x="140679" y="23742"/>
                      <a:pt x="145090" y="5337"/>
                    </a:cubicBezTo>
                    <a:cubicBezTo>
                      <a:pt x="133818" y="16717"/>
                      <a:pt x="115631" y="26573"/>
                      <a:pt x="93903" y="31856"/>
                    </a:cubicBezTo>
                    <a:close/>
                  </a:path>
                </a:pathLst>
              </a:custGeom>
              <a:solidFill>
                <a:srgbClr val="4A2366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0" name="Forme libre : forme 699">
                <a:extLst>
                  <a:ext uri="{FF2B5EF4-FFF2-40B4-BE49-F238E27FC236}">
                    <a16:creationId xmlns:a16="http://schemas.microsoft.com/office/drawing/2014/main" id="{8F84D076-ABF2-4D7E-9BDA-7E25DEBC14AA}"/>
                  </a:ext>
                </a:extLst>
              </p:cNvPr>
              <p:cNvSpPr/>
              <p:nvPr/>
            </p:nvSpPr>
            <p:spPr>
              <a:xfrm>
                <a:off x="5775954" y="4681875"/>
                <a:ext cx="274920" cy="182703"/>
              </a:xfrm>
              <a:custGeom>
                <a:avLst/>
                <a:gdLst>
                  <a:gd name="connsiteX0" fmla="*/ 109010 w 274920"/>
                  <a:gd name="connsiteY0" fmla="*/ 12207 h 182703"/>
                  <a:gd name="connsiteX1" fmla="*/ 88535 w 274920"/>
                  <a:gd name="connsiteY1" fmla="*/ 14875 h 182703"/>
                  <a:gd name="connsiteX2" fmla="*/ 82981 w 274920"/>
                  <a:gd name="connsiteY2" fmla="*/ 21573 h 182703"/>
                  <a:gd name="connsiteX3" fmla="*/ 64848 w 274920"/>
                  <a:gd name="connsiteY3" fmla="*/ 24241 h 182703"/>
                  <a:gd name="connsiteX4" fmla="*/ 51942 w 274920"/>
                  <a:gd name="connsiteY4" fmla="*/ 37582 h 182703"/>
                  <a:gd name="connsiteX5" fmla="*/ 38765 w 274920"/>
                  <a:gd name="connsiteY5" fmla="*/ 44226 h 182703"/>
                  <a:gd name="connsiteX6" fmla="*/ 22646 w 274920"/>
                  <a:gd name="connsiteY6" fmla="*/ 66007 h 182703"/>
                  <a:gd name="connsiteX7" fmla="*/ 8761 w 274920"/>
                  <a:gd name="connsiteY7" fmla="*/ 75591 h 182703"/>
                  <a:gd name="connsiteX8" fmla="*/ 4622 w 274920"/>
                  <a:gd name="connsiteY8" fmla="*/ 82016 h 182703"/>
                  <a:gd name="connsiteX9" fmla="*/ 4731 w 274920"/>
                  <a:gd name="connsiteY9" fmla="*/ 124164 h 182703"/>
                  <a:gd name="connsiteX10" fmla="*/ 37457 w 274920"/>
                  <a:gd name="connsiteY10" fmla="*/ 150683 h 182703"/>
                  <a:gd name="connsiteX11" fmla="*/ 52650 w 274920"/>
                  <a:gd name="connsiteY11" fmla="*/ 157435 h 182703"/>
                  <a:gd name="connsiteX12" fmla="*/ 58858 w 274920"/>
                  <a:gd name="connsiteY12" fmla="*/ 166692 h 182703"/>
                  <a:gd name="connsiteX13" fmla="*/ 71600 w 274920"/>
                  <a:gd name="connsiteY13" fmla="*/ 163969 h 182703"/>
                  <a:gd name="connsiteX14" fmla="*/ 93600 w 274920"/>
                  <a:gd name="connsiteY14" fmla="*/ 176112 h 182703"/>
                  <a:gd name="connsiteX15" fmla="*/ 118267 w 274920"/>
                  <a:gd name="connsiteY15" fmla="*/ 175514 h 182703"/>
                  <a:gd name="connsiteX16" fmla="*/ 148761 w 274920"/>
                  <a:gd name="connsiteY16" fmla="*/ 182429 h 182703"/>
                  <a:gd name="connsiteX17" fmla="*/ 166840 w 274920"/>
                  <a:gd name="connsiteY17" fmla="*/ 176439 h 182703"/>
                  <a:gd name="connsiteX18" fmla="*/ 186334 w 274920"/>
                  <a:gd name="connsiteY18" fmla="*/ 179543 h 182703"/>
                  <a:gd name="connsiteX19" fmla="*/ 202126 w 274920"/>
                  <a:gd name="connsiteY19" fmla="*/ 170613 h 182703"/>
                  <a:gd name="connsiteX20" fmla="*/ 208987 w 274920"/>
                  <a:gd name="connsiteY20" fmla="*/ 171375 h 182703"/>
                  <a:gd name="connsiteX21" fmla="*/ 230823 w 274920"/>
                  <a:gd name="connsiteY21" fmla="*/ 158796 h 182703"/>
                  <a:gd name="connsiteX22" fmla="*/ 255055 w 274920"/>
                  <a:gd name="connsiteY22" fmla="*/ 126396 h 182703"/>
                  <a:gd name="connsiteX23" fmla="*/ 263985 w 274920"/>
                  <a:gd name="connsiteY23" fmla="*/ 110822 h 182703"/>
                  <a:gd name="connsiteX24" fmla="*/ 272589 w 274920"/>
                  <a:gd name="connsiteY24" fmla="*/ 101457 h 182703"/>
                  <a:gd name="connsiteX25" fmla="*/ 270955 w 274920"/>
                  <a:gd name="connsiteY25" fmla="*/ 93452 h 182703"/>
                  <a:gd name="connsiteX26" fmla="*/ 274713 w 274920"/>
                  <a:gd name="connsiteY26" fmla="*/ 65517 h 182703"/>
                  <a:gd name="connsiteX27" fmla="*/ 257995 w 274920"/>
                  <a:gd name="connsiteY27" fmla="*/ 37855 h 182703"/>
                  <a:gd name="connsiteX28" fmla="*/ 229680 w 274920"/>
                  <a:gd name="connsiteY28" fmla="*/ 21736 h 182703"/>
                  <a:gd name="connsiteX29" fmla="*/ 222220 w 274920"/>
                  <a:gd name="connsiteY29" fmla="*/ 16454 h 182703"/>
                  <a:gd name="connsiteX30" fmla="*/ 211982 w 274920"/>
                  <a:gd name="connsiteY30" fmla="*/ 16182 h 182703"/>
                  <a:gd name="connsiteX31" fmla="*/ 191398 w 274920"/>
                  <a:gd name="connsiteY31" fmla="*/ 8776 h 182703"/>
                  <a:gd name="connsiteX32" fmla="*/ 175553 w 274920"/>
                  <a:gd name="connsiteY32" fmla="*/ 7741 h 182703"/>
                  <a:gd name="connsiteX33" fmla="*/ 141029 w 274920"/>
                  <a:gd name="connsiteY33" fmla="*/ 1152 h 182703"/>
                  <a:gd name="connsiteX34" fmla="*/ 109010 w 274920"/>
                  <a:gd name="connsiteY34" fmla="*/ 12207 h 182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74920" h="182703">
                    <a:moveTo>
                      <a:pt x="109010" y="12207"/>
                    </a:moveTo>
                    <a:cubicBezTo>
                      <a:pt x="102149" y="13677"/>
                      <a:pt x="93817" y="10192"/>
                      <a:pt x="88535" y="14875"/>
                    </a:cubicBezTo>
                    <a:cubicBezTo>
                      <a:pt x="86357" y="16781"/>
                      <a:pt x="85268" y="19776"/>
                      <a:pt x="82981" y="21573"/>
                    </a:cubicBezTo>
                    <a:cubicBezTo>
                      <a:pt x="78080" y="25384"/>
                      <a:pt x="70620" y="21954"/>
                      <a:pt x="64848" y="24241"/>
                    </a:cubicBezTo>
                    <a:cubicBezTo>
                      <a:pt x="59021" y="26528"/>
                      <a:pt x="56843" y="33661"/>
                      <a:pt x="51942" y="37582"/>
                    </a:cubicBezTo>
                    <a:cubicBezTo>
                      <a:pt x="48076" y="40631"/>
                      <a:pt x="42849" y="41448"/>
                      <a:pt x="38765" y="44226"/>
                    </a:cubicBezTo>
                    <a:cubicBezTo>
                      <a:pt x="31250" y="49399"/>
                      <a:pt x="29453" y="59963"/>
                      <a:pt x="22646" y="66007"/>
                    </a:cubicBezTo>
                    <a:cubicBezTo>
                      <a:pt x="18453" y="69764"/>
                      <a:pt x="12627" y="71507"/>
                      <a:pt x="8761" y="75591"/>
                    </a:cubicBezTo>
                    <a:cubicBezTo>
                      <a:pt x="7018" y="77442"/>
                      <a:pt x="5711" y="79675"/>
                      <a:pt x="4622" y="82016"/>
                    </a:cubicBezTo>
                    <a:cubicBezTo>
                      <a:pt x="-1586" y="95140"/>
                      <a:pt x="-1531" y="111040"/>
                      <a:pt x="4731" y="124164"/>
                    </a:cubicBezTo>
                    <a:cubicBezTo>
                      <a:pt x="10993" y="137287"/>
                      <a:pt x="23354" y="147252"/>
                      <a:pt x="37457" y="150683"/>
                    </a:cubicBezTo>
                    <a:cubicBezTo>
                      <a:pt x="42957" y="151989"/>
                      <a:pt x="49383" y="152806"/>
                      <a:pt x="52650" y="157435"/>
                    </a:cubicBezTo>
                    <a:cubicBezTo>
                      <a:pt x="54828" y="160539"/>
                      <a:pt x="55373" y="165113"/>
                      <a:pt x="58858" y="166692"/>
                    </a:cubicBezTo>
                    <a:cubicBezTo>
                      <a:pt x="62942" y="168544"/>
                      <a:pt x="67189" y="164677"/>
                      <a:pt x="71600" y="163969"/>
                    </a:cubicBezTo>
                    <a:cubicBezTo>
                      <a:pt x="80095" y="162663"/>
                      <a:pt x="85595" y="172954"/>
                      <a:pt x="93600" y="176112"/>
                    </a:cubicBezTo>
                    <a:cubicBezTo>
                      <a:pt x="101332" y="179162"/>
                      <a:pt x="109990" y="175024"/>
                      <a:pt x="118267" y="175514"/>
                    </a:cubicBezTo>
                    <a:cubicBezTo>
                      <a:pt x="128777" y="176167"/>
                      <a:pt x="138415" y="184281"/>
                      <a:pt x="148761" y="182429"/>
                    </a:cubicBezTo>
                    <a:cubicBezTo>
                      <a:pt x="155023" y="181286"/>
                      <a:pt x="160469" y="176548"/>
                      <a:pt x="166840" y="176439"/>
                    </a:cubicBezTo>
                    <a:cubicBezTo>
                      <a:pt x="173483" y="176331"/>
                      <a:pt x="179909" y="181231"/>
                      <a:pt x="186334" y="179543"/>
                    </a:cubicBezTo>
                    <a:cubicBezTo>
                      <a:pt x="192270" y="177964"/>
                      <a:pt x="196027" y="171157"/>
                      <a:pt x="202126" y="170613"/>
                    </a:cubicBezTo>
                    <a:cubicBezTo>
                      <a:pt x="204413" y="170395"/>
                      <a:pt x="206700" y="171157"/>
                      <a:pt x="208987" y="171375"/>
                    </a:cubicBezTo>
                    <a:cubicBezTo>
                      <a:pt x="217645" y="172137"/>
                      <a:pt x="224888" y="165222"/>
                      <a:pt x="230823" y="158796"/>
                    </a:cubicBezTo>
                    <a:cubicBezTo>
                      <a:pt x="240026" y="148831"/>
                      <a:pt x="249392" y="138703"/>
                      <a:pt x="255055" y="126396"/>
                    </a:cubicBezTo>
                    <a:cubicBezTo>
                      <a:pt x="257560" y="120897"/>
                      <a:pt x="259520" y="114852"/>
                      <a:pt x="263985" y="110822"/>
                    </a:cubicBezTo>
                    <a:cubicBezTo>
                      <a:pt x="267198" y="107937"/>
                      <a:pt x="271936" y="105758"/>
                      <a:pt x="272589" y="101457"/>
                    </a:cubicBezTo>
                    <a:cubicBezTo>
                      <a:pt x="273025" y="98734"/>
                      <a:pt x="271609" y="96120"/>
                      <a:pt x="270955" y="93452"/>
                    </a:cubicBezTo>
                    <a:cubicBezTo>
                      <a:pt x="268777" y="84194"/>
                      <a:pt x="276238" y="74883"/>
                      <a:pt x="274713" y="65517"/>
                    </a:cubicBezTo>
                    <a:cubicBezTo>
                      <a:pt x="273297" y="56750"/>
                      <a:pt x="265946" y="41721"/>
                      <a:pt x="257995" y="37855"/>
                    </a:cubicBezTo>
                    <a:cubicBezTo>
                      <a:pt x="248194" y="33063"/>
                      <a:pt x="237848" y="28924"/>
                      <a:pt x="229680" y="21736"/>
                    </a:cubicBezTo>
                    <a:cubicBezTo>
                      <a:pt x="227392" y="19721"/>
                      <a:pt x="225160" y="17380"/>
                      <a:pt x="222220" y="16454"/>
                    </a:cubicBezTo>
                    <a:cubicBezTo>
                      <a:pt x="218952" y="15420"/>
                      <a:pt x="215413" y="16400"/>
                      <a:pt x="211982" y="16182"/>
                    </a:cubicBezTo>
                    <a:cubicBezTo>
                      <a:pt x="204685" y="15746"/>
                      <a:pt x="198641" y="10083"/>
                      <a:pt x="191398" y="8776"/>
                    </a:cubicBezTo>
                    <a:cubicBezTo>
                      <a:pt x="186171" y="7850"/>
                      <a:pt x="180617" y="9266"/>
                      <a:pt x="175553" y="7741"/>
                    </a:cubicBezTo>
                    <a:cubicBezTo>
                      <a:pt x="163845" y="4256"/>
                      <a:pt x="152355" y="5509"/>
                      <a:pt x="141029" y="1152"/>
                    </a:cubicBezTo>
                    <a:cubicBezTo>
                      <a:pt x="127742" y="-4020"/>
                      <a:pt x="120445" y="9756"/>
                      <a:pt x="109010" y="12207"/>
                    </a:cubicBezTo>
                    <a:close/>
                  </a:path>
                </a:pathLst>
              </a:custGeom>
              <a:noFill/>
              <a:ln w="326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1" name="Forme libre : forme 700">
                <a:extLst>
                  <a:ext uri="{FF2B5EF4-FFF2-40B4-BE49-F238E27FC236}">
                    <a16:creationId xmlns:a16="http://schemas.microsoft.com/office/drawing/2014/main" id="{1D4EFCFD-02FB-475B-BEF0-4C0E086A6424}"/>
                  </a:ext>
                </a:extLst>
              </p:cNvPr>
              <p:cNvSpPr/>
              <p:nvPr/>
            </p:nvSpPr>
            <p:spPr>
              <a:xfrm>
                <a:off x="5757321" y="4691686"/>
                <a:ext cx="100688" cy="132671"/>
              </a:xfrm>
              <a:custGeom>
                <a:avLst/>
                <a:gdLst>
                  <a:gd name="connsiteX0" fmla="*/ 1147 w 100688"/>
                  <a:gd name="connsiteY0" fmla="*/ 101393 h 132671"/>
                  <a:gd name="connsiteX1" fmla="*/ 26795 w 100688"/>
                  <a:gd name="connsiteY1" fmla="*/ 84785 h 132671"/>
                  <a:gd name="connsiteX2" fmla="*/ 33002 w 100688"/>
                  <a:gd name="connsiteY2" fmla="*/ 73730 h 132671"/>
                  <a:gd name="connsiteX3" fmla="*/ 44655 w 100688"/>
                  <a:gd name="connsiteY3" fmla="*/ 66379 h 132671"/>
                  <a:gd name="connsiteX4" fmla="*/ 66709 w 100688"/>
                  <a:gd name="connsiteY4" fmla="*/ 28316 h 132671"/>
                  <a:gd name="connsiteX5" fmla="*/ 76184 w 100688"/>
                  <a:gd name="connsiteY5" fmla="*/ 10510 h 132671"/>
                  <a:gd name="connsiteX6" fmla="*/ 87129 w 100688"/>
                  <a:gd name="connsiteY6" fmla="*/ 5010 h 132671"/>
                  <a:gd name="connsiteX7" fmla="*/ 100688 w 100688"/>
                  <a:gd name="connsiteY7" fmla="*/ 0 h 132671"/>
                  <a:gd name="connsiteX8" fmla="*/ 76565 w 100688"/>
                  <a:gd name="connsiteY8" fmla="*/ 12851 h 132671"/>
                  <a:gd name="connsiteX9" fmla="*/ 70739 w 100688"/>
                  <a:gd name="connsiteY9" fmla="*/ 21618 h 132671"/>
                  <a:gd name="connsiteX10" fmla="*/ 58705 w 100688"/>
                  <a:gd name="connsiteY10" fmla="*/ 51513 h 132671"/>
                  <a:gd name="connsiteX11" fmla="*/ 49284 w 100688"/>
                  <a:gd name="connsiteY11" fmla="*/ 68231 h 132671"/>
                  <a:gd name="connsiteX12" fmla="*/ 42314 w 100688"/>
                  <a:gd name="connsiteY12" fmla="*/ 71552 h 132671"/>
                  <a:gd name="connsiteX13" fmla="*/ 29953 w 100688"/>
                  <a:gd name="connsiteY13" fmla="*/ 85819 h 132671"/>
                  <a:gd name="connsiteX14" fmla="*/ 14815 w 100688"/>
                  <a:gd name="connsiteY14" fmla="*/ 95784 h 132671"/>
                  <a:gd name="connsiteX15" fmla="*/ 9206 w 100688"/>
                  <a:gd name="connsiteY15" fmla="*/ 102972 h 132671"/>
                  <a:gd name="connsiteX16" fmla="*/ 4251 w 100688"/>
                  <a:gd name="connsiteY16" fmla="*/ 105858 h 132671"/>
                  <a:gd name="connsiteX17" fmla="*/ 4033 w 100688"/>
                  <a:gd name="connsiteY17" fmla="*/ 113809 h 132671"/>
                  <a:gd name="connsiteX18" fmla="*/ 14815 w 100688"/>
                  <a:gd name="connsiteY18" fmla="*/ 131996 h 132671"/>
                  <a:gd name="connsiteX19" fmla="*/ 1147 w 100688"/>
                  <a:gd name="connsiteY19" fmla="*/ 101393 h 13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00688" h="132671">
                    <a:moveTo>
                      <a:pt x="1147" y="101393"/>
                    </a:moveTo>
                    <a:cubicBezTo>
                      <a:pt x="6701" y="92680"/>
                      <a:pt x="20587" y="93062"/>
                      <a:pt x="26795" y="84785"/>
                    </a:cubicBezTo>
                    <a:cubicBezTo>
                      <a:pt x="29354" y="81409"/>
                      <a:pt x="30225" y="76943"/>
                      <a:pt x="33002" y="73730"/>
                    </a:cubicBezTo>
                    <a:cubicBezTo>
                      <a:pt x="35997" y="70191"/>
                      <a:pt x="40680" y="68721"/>
                      <a:pt x="44655" y="66379"/>
                    </a:cubicBezTo>
                    <a:cubicBezTo>
                      <a:pt x="57615" y="58756"/>
                      <a:pt x="62407" y="42746"/>
                      <a:pt x="66709" y="28316"/>
                    </a:cubicBezTo>
                    <a:cubicBezTo>
                      <a:pt x="68670" y="21782"/>
                      <a:pt x="70957" y="14920"/>
                      <a:pt x="76184" y="10510"/>
                    </a:cubicBezTo>
                    <a:cubicBezTo>
                      <a:pt x="79342" y="7896"/>
                      <a:pt x="83263" y="6426"/>
                      <a:pt x="87129" y="5010"/>
                    </a:cubicBezTo>
                    <a:cubicBezTo>
                      <a:pt x="91649" y="3376"/>
                      <a:pt x="96169" y="1688"/>
                      <a:pt x="100688" y="0"/>
                    </a:cubicBezTo>
                    <a:cubicBezTo>
                      <a:pt x="92901" y="4846"/>
                      <a:pt x="82991" y="6262"/>
                      <a:pt x="76565" y="12851"/>
                    </a:cubicBezTo>
                    <a:cubicBezTo>
                      <a:pt x="74115" y="15356"/>
                      <a:pt x="72372" y="18460"/>
                      <a:pt x="70739" y="21618"/>
                    </a:cubicBezTo>
                    <a:cubicBezTo>
                      <a:pt x="65783" y="31148"/>
                      <a:pt x="61754" y="41167"/>
                      <a:pt x="58705" y="51513"/>
                    </a:cubicBezTo>
                    <a:cubicBezTo>
                      <a:pt x="56853" y="57775"/>
                      <a:pt x="54893" y="64800"/>
                      <a:pt x="49284" y="68231"/>
                    </a:cubicBezTo>
                    <a:cubicBezTo>
                      <a:pt x="47106" y="69592"/>
                      <a:pt x="44546" y="70191"/>
                      <a:pt x="42314" y="71552"/>
                    </a:cubicBezTo>
                    <a:cubicBezTo>
                      <a:pt x="36923" y="74874"/>
                      <a:pt x="34745" y="81681"/>
                      <a:pt x="29953" y="85819"/>
                    </a:cubicBezTo>
                    <a:cubicBezTo>
                      <a:pt x="25379" y="89794"/>
                      <a:pt x="18627" y="91047"/>
                      <a:pt x="14815" y="95784"/>
                    </a:cubicBezTo>
                    <a:cubicBezTo>
                      <a:pt x="12855" y="98180"/>
                      <a:pt x="11765" y="101284"/>
                      <a:pt x="9206" y="102972"/>
                    </a:cubicBezTo>
                    <a:cubicBezTo>
                      <a:pt x="7627" y="104007"/>
                      <a:pt x="5558" y="104388"/>
                      <a:pt x="4251" y="105858"/>
                    </a:cubicBezTo>
                    <a:cubicBezTo>
                      <a:pt x="2399" y="107927"/>
                      <a:pt x="3053" y="111195"/>
                      <a:pt x="4033" y="113809"/>
                    </a:cubicBezTo>
                    <a:cubicBezTo>
                      <a:pt x="6592" y="120724"/>
                      <a:pt x="10839" y="126061"/>
                      <a:pt x="14815" y="131996"/>
                    </a:cubicBezTo>
                    <a:cubicBezTo>
                      <a:pt x="7681" y="137387"/>
                      <a:pt x="-3645" y="108962"/>
                      <a:pt x="1147" y="101393"/>
                    </a:cubicBezTo>
                    <a:close/>
                  </a:path>
                </a:pathLst>
              </a:custGeom>
              <a:solidFill>
                <a:srgbClr val="FFFFFF">
                  <a:alpha val="56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2" name="Forme libre : forme 701">
                <a:extLst>
                  <a:ext uri="{FF2B5EF4-FFF2-40B4-BE49-F238E27FC236}">
                    <a16:creationId xmlns:a16="http://schemas.microsoft.com/office/drawing/2014/main" id="{1EBAC9BE-3BA0-4A2B-B64F-441662F27F4F}"/>
                  </a:ext>
                </a:extLst>
              </p:cNvPr>
              <p:cNvSpPr/>
              <p:nvPr/>
            </p:nvSpPr>
            <p:spPr>
              <a:xfrm>
                <a:off x="5799689" y="4781044"/>
                <a:ext cx="70082" cy="78522"/>
              </a:xfrm>
              <a:custGeom>
                <a:avLst/>
                <a:gdLst>
                  <a:gd name="connsiteX0" fmla="*/ 29078 w 70082"/>
                  <a:gd name="connsiteY0" fmla="*/ 74112 h 78522"/>
                  <a:gd name="connsiteX1" fmla="*/ 22707 w 70082"/>
                  <a:gd name="connsiteY1" fmla="*/ 71825 h 78522"/>
                  <a:gd name="connsiteX2" fmla="*/ 15302 w 70082"/>
                  <a:gd name="connsiteY2" fmla="*/ 63112 h 78522"/>
                  <a:gd name="connsiteX3" fmla="*/ 3104 w 70082"/>
                  <a:gd name="connsiteY3" fmla="*/ 55543 h 78522"/>
                  <a:gd name="connsiteX4" fmla="*/ 0 w 70082"/>
                  <a:gd name="connsiteY4" fmla="*/ 42529 h 78522"/>
                  <a:gd name="connsiteX5" fmla="*/ 708 w 70082"/>
                  <a:gd name="connsiteY5" fmla="*/ 38989 h 78522"/>
                  <a:gd name="connsiteX6" fmla="*/ 3648 w 70082"/>
                  <a:gd name="connsiteY6" fmla="*/ 36702 h 78522"/>
                  <a:gd name="connsiteX7" fmla="*/ 9475 w 70082"/>
                  <a:gd name="connsiteY7" fmla="*/ 17425 h 78522"/>
                  <a:gd name="connsiteX8" fmla="*/ 18187 w 70082"/>
                  <a:gd name="connsiteY8" fmla="*/ 0 h 78522"/>
                  <a:gd name="connsiteX9" fmla="*/ 12143 w 70082"/>
                  <a:gd name="connsiteY9" fmla="*/ 24287 h 78522"/>
                  <a:gd name="connsiteX10" fmla="*/ 6208 w 70082"/>
                  <a:gd name="connsiteY10" fmla="*/ 41821 h 78522"/>
                  <a:gd name="connsiteX11" fmla="*/ 2831 w 70082"/>
                  <a:gd name="connsiteY11" fmla="*/ 45687 h 78522"/>
                  <a:gd name="connsiteX12" fmla="*/ 3376 w 70082"/>
                  <a:gd name="connsiteY12" fmla="*/ 48410 h 78522"/>
                  <a:gd name="connsiteX13" fmla="*/ 20257 w 70082"/>
                  <a:gd name="connsiteY13" fmla="*/ 65072 h 78522"/>
                  <a:gd name="connsiteX14" fmla="*/ 21673 w 70082"/>
                  <a:gd name="connsiteY14" fmla="*/ 67959 h 78522"/>
                  <a:gd name="connsiteX15" fmla="*/ 24885 w 70082"/>
                  <a:gd name="connsiteY15" fmla="*/ 69211 h 78522"/>
                  <a:gd name="connsiteX16" fmla="*/ 70082 w 70082"/>
                  <a:gd name="connsiteY16" fmla="*/ 78523 h 78522"/>
                  <a:gd name="connsiteX17" fmla="*/ 29078 w 70082"/>
                  <a:gd name="connsiteY17" fmla="*/ 74112 h 78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0082" h="78522">
                    <a:moveTo>
                      <a:pt x="29078" y="74112"/>
                    </a:moveTo>
                    <a:cubicBezTo>
                      <a:pt x="26846" y="73676"/>
                      <a:pt x="24613" y="73132"/>
                      <a:pt x="22707" y="71825"/>
                    </a:cubicBezTo>
                    <a:cubicBezTo>
                      <a:pt x="19549" y="69647"/>
                      <a:pt x="18133" y="65672"/>
                      <a:pt x="15302" y="63112"/>
                    </a:cubicBezTo>
                    <a:cubicBezTo>
                      <a:pt x="11707" y="59899"/>
                      <a:pt x="6262" y="59137"/>
                      <a:pt x="3104" y="55543"/>
                    </a:cubicBezTo>
                    <a:cubicBezTo>
                      <a:pt x="109" y="52112"/>
                      <a:pt x="0" y="47103"/>
                      <a:pt x="0" y="42529"/>
                    </a:cubicBezTo>
                    <a:cubicBezTo>
                      <a:pt x="0" y="41276"/>
                      <a:pt x="55" y="40024"/>
                      <a:pt x="708" y="38989"/>
                    </a:cubicBezTo>
                    <a:cubicBezTo>
                      <a:pt x="1416" y="37954"/>
                      <a:pt x="2614" y="37410"/>
                      <a:pt x="3648" y="36702"/>
                    </a:cubicBezTo>
                    <a:cubicBezTo>
                      <a:pt x="9475" y="32781"/>
                      <a:pt x="9475" y="24450"/>
                      <a:pt x="9475" y="17425"/>
                    </a:cubicBezTo>
                    <a:cubicBezTo>
                      <a:pt x="9475" y="10401"/>
                      <a:pt x="11381" y="1743"/>
                      <a:pt x="18187" y="0"/>
                    </a:cubicBezTo>
                    <a:cubicBezTo>
                      <a:pt x="15138" y="7787"/>
                      <a:pt x="13069" y="15955"/>
                      <a:pt x="12143" y="24287"/>
                    </a:cubicBezTo>
                    <a:cubicBezTo>
                      <a:pt x="11435" y="30603"/>
                      <a:pt x="10999" y="37737"/>
                      <a:pt x="6208" y="41821"/>
                    </a:cubicBezTo>
                    <a:cubicBezTo>
                      <a:pt x="4846" y="42964"/>
                      <a:pt x="3158" y="43944"/>
                      <a:pt x="2831" y="45687"/>
                    </a:cubicBezTo>
                    <a:cubicBezTo>
                      <a:pt x="2668" y="46613"/>
                      <a:pt x="2995" y="47593"/>
                      <a:pt x="3376" y="48410"/>
                    </a:cubicBezTo>
                    <a:cubicBezTo>
                      <a:pt x="6861" y="55652"/>
                      <a:pt x="17371" y="57612"/>
                      <a:pt x="20257" y="65072"/>
                    </a:cubicBezTo>
                    <a:cubicBezTo>
                      <a:pt x="20638" y="66053"/>
                      <a:pt x="20910" y="67196"/>
                      <a:pt x="21673" y="67959"/>
                    </a:cubicBezTo>
                    <a:cubicBezTo>
                      <a:pt x="22489" y="68775"/>
                      <a:pt x="23742" y="68993"/>
                      <a:pt x="24885" y="69211"/>
                    </a:cubicBezTo>
                    <a:cubicBezTo>
                      <a:pt x="38662" y="71498"/>
                      <a:pt x="57884" y="71280"/>
                      <a:pt x="70082" y="78523"/>
                    </a:cubicBezTo>
                    <a:cubicBezTo>
                      <a:pt x="56904" y="75255"/>
                      <a:pt x="42637" y="76889"/>
                      <a:pt x="29078" y="74112"/>
                    </a:cubicBezTo>
                    <a:close/>
                  </a:path>
                </a:pathLst>
              </a:custGeom>
              <a:solidFill>
                <a:srgbClr val="FFFFFF">
                  <a:alpha val="56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3" name="Forme libre : forme 702">
                <a:extLst>
                  <a:ext uri="{FF2B5EF4-FFF2-40B4-BE49-F238E27FC236}">
                    <a16:creationId xmlns:a16="http://schemas.microsoft.com/office/drawing/2014/main" id="{04A424F7-8AD2-4985-9C10-0CCBD2BBDC4F}"/>
                  </a:ext>
                </a:extLst>
              </p:cNvPr>
              <p:cNvSpPr/>
              <p:nvPr/>
            </p:nvSpPr>
            <p:spPr>
              <a:xfrm>
                <a:off x="5850549" y="4674097"/>
                <a:ext cx="90502" cy="38934"/>
              </a:xfrm>
              <a:custGeom>
                <a:avLst/>
                <a:gdLst>
                  <a:gd name="connsiteX0" fmla="*/ 18896 w 90502"/>
                  <a:gd name="connsiteY0" fmla="*/ 18405 h 38934"/>
                  <a:gd name="connsiteX1" fmla="*/ 35613 w 90502"/>
                  <a:gd name="connsiteY1" fmla="*/ 12361 h 38934"/>
                  <a:gd name="connsiteX2" fmla="*/ 62459 w 90502"/>
                  <a:gd name="connsiteY2" fmla="*/ 2069 h 38934"/>
                  <a:gd name="connsiteX3" fmla="*/ 90502 w 90502"/>
                  <a:gd name="connsiteY3" fmla="*/ 3376 h 38934"/>
                  <a:gd name="connsiteX4" fmla="*/ 72424 w 90502"/>
                  <a:gd name="connsiteY4" fmla="*/ 3267 h 38934"/>
                  <a:gd name="connsiteX5" fmla="*/ 30113 w 90502"/>
                  <a:gd name="connsiteY5" fmla="*/ 17316 h 38934"/>
                  <a:gd name="connsiteX6" fmla="*/ 15356 w 90502"/>
                  <a:gd name="connsiteY6" fmla="*/ 25484 h 38934"/>
                  <a:gd name="connsiteX7" fmla="*/ 8114 w 90502"/>
                  <a:gd name="connsiteY7" fmla="*/ 32236 h 38934"/>
                  <a:gd name="connsiteX8" fmla="*/ 0 w 90502"/>
                  <a:gd name="connsiteY8" fmla="*/ 38934 h 38934"/>
                  <a:gd name="connsiteX9" fmla="*/ 18896 w 90502"/>
                  <a:gd name="connsiteY9" fmla="*/ 18405 h 38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502" h="38934">
                    <a:moveTo>
                      <a:pt x="18896" y="18405"/>
                    </a:moveTo>
                    <a:cubicBezTo>
                      <a:pt x="24178" y="15683"/>
                      <a:pt x="30004" y="14267"/>
                      <a:pt x="35613" y="12361"/>
                    </a:cubicBezTo>
                    <a:cubicBezTo>
                      <a:pt x="44707" y="9257"/>
                      <a:pt x="53256" y="4737"/>
                      <a:pt x="62459" y="2069"/>
                    </a:cubicBezTo>
                    <a:cubicBezTo>
                      <a:pt x="71661" y="-599"/>
                      <a:pt x="82062" y="-1198"/>
                      <a:pt x="90502" y="3376"/>
                    </a:cubicBezTo>
                    <a:cubicBezTo>
                      <a:pt x="84512" y="2831"/>
                      <a:pt x="78414" y="2668"/>
                      <a:pt x="72424" y="3267"/>
                    </a:cubicBezTo>
                    <a:cubicBezTo>
                      <a:pt x="57558" y="4792"/>
                      <a:pt x="43672" y="11108"/>
                      <a:pt x="30113" y="17316"/>
                    </a:cubicBezTo>
                    <a:cubicBezTo>
                      <a:pt x="24994" y="19658"/>
                      <a:pt x="19821" y="22054"/>
                      <a:pt x="15356" y="25484"/>
                    </a:cubicBezTo>
                    <a:cubicBezTo>
                      <a:pt x="12742" y="27499"/>
                      <a:pt x="10401" y="29895"/>
                      <a:pt x="8114" y="32236"/>
                    </a:cubicBezTo>
                    <a:cubicBezTo>
                      <a:pt x="5827" y="34523"/>
                      <a:pt x="3267" y="38553"/>
                      <a:pt x="0" y="38934"/>
                    </a:cubicBezTo>
                    <a:cubicBezTo>
                      <a:pt x="3376" y="30494"/>
                      <a:pt x="10782" y="22653"/>
                      <a:pt x="18896" y="18405"/>
                    </a:cubicBezTo>
                    <a:close/>
                  </a:path>
                </a:pathLst>
              </a:custGeom>
              <a:solidFill>
                <a:srgbClr val="FFFFFF">
                  <a:alpha val="56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4" name="Forme libre : forme 703">
                <a:extLst>
                  <a:ext uri="{FF2B5EF4-FFF2-40B4-BE49-F238E27FC236}">
                    <a16:creationId xmlns:a16="http://schemas.microsoft.com/office/drawing/2014/main" id="{813384C8-D635-460D-9489-0C03C80FD0F1}"/>
                  </a:ext>
                </a:extLst>
              </p:cNvPr>
              <p:cNvSpPr/>
              <p:nvPr/>
            </p:nvSpPr>
            <p:spPr>
              <a:xfrm>
                <a:off x="5741289" y="4658941"/>
                <a:ext cx="343561" cy="175630"/>
              </a:xfrm>
              <a:custGeom>
                <a:avLst/>
                <a:gdLst>
                  <a:gd name="connsiteX0" fmla="*/ 340634 w 343561"/>
                  <a:gd name="connsiteY0" fmla="*/ 126841 h 175630"/>
                  <a:gd name="connsiteX1" fmla="*/ 338619 w 343561"/>
                  <a:gd name="connsiteY1" fmla="*/ 116875 h 175630"/>
                  <a:gd name="connsiteX2" fmla="*/ 343303 w 343561"/>
                  <a:gd name="connsiteY2" fmla="*/ 81916 h 175630"/>
                  <a:gd name="connsiteX3" fmla="*/ 322392 w 343561"/>
                  <a:gd name="connsiteY3" fmla="*/ 47283 h 175630"/>
                  <a:gd name="connsiteX4" fmla="*/ 286943 w 343561"/>
                  <a:gd name="connsiteY4" fmla="*/ 27136 h 175630"/>
                  <a:gd name="connsiteX5" fmla="*/ 277577 w 343561"/>
                  <a:gd name="connsiteY5" fmla="*/ 20547 h 175630"/>
                  <a:gd name="connsiteX6" fmla="*/ 264780 w 343561"/>
                  <a:gd name="connsiteY6" fmla="*/ 20165 h 175630"/>
                  <a:gd name="connsiteX7" fmla="*/ 239078 w 343561"/>
                  <a:gd name="connsiteY7" fmla="*/ 10908 h 175630"/>
                  <a:gd name="connsiteX8" fmla="*/ 219257 w 343561"/>
                  <a:gd name="connsiteY8" fmla="*/ 9601 h 175630"/>
                  <a:gd name="connsiteX9" fmla="*/ 176075 w 343561"/>
                  <a:gd name="connsiteY9" fmla="*/ 1379 h 175630"/>
                  <a:gd name="connsiteX10" fmla="*/ 136269 w 343561"/>
                  <a:gd name="connsiteY10" fmla="*/ 15373 h 175630"/>
                  <a:gd name="connsiteX11" fmla="*/ 110676 w 343561"/>
                  <a:gd name="connsiteY11" fmla="*/ 18695 h 175630"/>
                  <a:gd name="connsiteX12" fmla="*/ 103706 w 343561"/>
                  <a:gd name="connsiteY12" fmla="*/ 27081 h 175630"/>
                  <a:gd name="connsiteX13" fmla="*/ 81053 w 343561"/>
                  <a:gd name="connsiteY13" fmla="*/ 30403 h 175630"/>
                  <a:gd name="connsiteX14" fmla="*/ 64880 w 343561"/>
                  <a:gd name="connsiteY14" fmla="*/ 47066 h 175630"/>
                  <a:gd name="connsiteX15" fmla="*/ 48435 w 343561"/>
                  <a:gd name="connsiteY15" fmla="*/ 55397 h 175630"/>
                  <a:gd name="connsiteX16" fmla="*/ 28287 w 343561"/>
                  <a:gd name="connsiteY16" fmla="*/ 82624 h 175630"/>
                  <a:gd name="connsiteX17" fmla="*/ 10916 w 343561"/>
                  <a:gd name="connsiteY17" fmla="*/ 94604 h 175630"/>
                  <a:gd name="connsiteX18" fmla="*/ 5743 w 343561"/>
                  <a:gd name="connsiteY18" fmla="*/ 102609 h 175630"/>
                  <a:gd name="connsiteX19" fmla="*/ 26 w 343561"/>
                  <a:gd name="connsiteY19" fmla="*/ 130543 h 175630"/>
                  <a:gd name="connsiteX20" fmla="*/ 16035 w 343561"/>
                  <a:gd name="connsiteY20" fmla="*/ 107945 h 175630"/>
                  <a:gd name="connsiteX21" fmla="*/ 32480 w 343561"/>
                  <a:gd name="connsiteY21" fmla="*/ 99614 h 175630"/>
                  <a:gd name="connsiteX22" fmla="*/ 48653 w 343561"/>
                  <a:gd name="connsiteY22" fmla="*/ 82951 h 175630"/>
                  <a:gd name="connsiteX23" fmla="*/ 71306 w 343561"/>
                  <a:gd name="connsiteY23" fmla="*/ 79629 h 175630"/>
                  <a:gd name="connsiteX24" fmla="*/ 78276 w 343561"/>
                  <a:gd name="connsiteY24" fmla="*/ 71243 h 175630"/>
                  <a:gd name="connsiteX25" fmla="*/ 103869 w 343561"/>
                  <a:gd name="connsiteY25" fmla="*/ 67922 h 175630"/>
                  <a:gd name="connsiteX26" fmla="*/ 143675 w 343561"/>
                  <a:gd name="connsiteY26" fmla="*/ 53927 h 175630"/>
                  <a:gd name="connsiteX27" fmla="*/ 186857 w 343561"/>
                  <a:gd name="connsiteY27" fmla="*/ 62149 h 175630"/>
                  <a:gd name="connsiteX28" fmla="*/ 206678 w 343561"/>
                  <a:gd name="connsiteY28" fmla="*/ 63456 h 175630"/>
                  <a:gd name="connsiteX29" fmla="*/ 232380 w 343561"/>
                  <a:gd name="connsiteY29" fmla="*/ 72713 h 175630"/>
                  <a:gd name="connsiteX30" fmla="*/ 245177 w 343561"/>
                  <a:gd name="connsiteY30" fmla="*/ 73094 h 175630"/>
                  <a:gd name="connsiteX31" fmla="*/ 254543 w 343561"/>
                  <a:gd name="connsiteY31" fmla="*/ 79683 h 175630"/>
                  <a:gd name="connsiteX32" fmla="*/ 289938 w 343561"/>
                  <a:gd name="connsiteY32" fmla="*/ 99831 h 175630"/>
                  <a:gd name="connsiteX33" fmla="*/ 310848 w 343561"/>
                  <a:gd name="connsiteY33" fmla="*/ 134464 h 175630"/>
                  <a:gd name="connsiteX34" fmla="*/ 306165 w 343561"/>
                  <a:gd name="connsiteY34" fmla="*/ 169423 h 175630"/>
                  <a:gd name="connsiteX35" fmla="*/ 308016 w 343561"/>
                  <a:gd name="connsiteY35" fmla="*/ 175631 h 175630"/>
                  <a:gd name="connsiteX36" fmla="*/ 318689 w 343561"/>
                  <a:gd name="connsiteY36" fmla="*/ 157988 h 175630"/>
                  <a:gd name="connsiteX37" fmla="*/ 329852 w 343561"/>
                  <a:gd name="connsiteY37" fmla="*/ 138548 h 175630"/>
                  <a:gd name="connsiteX38" fmla="*/ 340634 w 343561"/>
                  <a:gd name="connsiteY38" fmla="*/ 126841 h 175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343561" h="175630">
                    <a:moveTo>
                      <a:pt x="340634" y="126841"/>
                    </a:moveTo>
                    <a:cubicBezTo>
                      <a:pt x="341179" y="123464"/>
                      <a:pt x="339382" y="120197"/>
                      <a:pt x="338619" y="116875"/>
                    </a:cubicBezTo>
                    <a:cubicBezTo>
                      <a:pt x="335897" y="105331"/>
                      <a:pt x="345208" y="93678"/>
                      <a:pt x="343303" y="81916"/>
                    </a:cubicBezTo>
                    <a:cubicBezTo>
                      <a:pt x="341560" y="70971"/>
                      <a:pt x="332357" y="52184"/>
                      <a:pt x="322392" y="47283"/>
                    </a:cubicBezTo>
                    <a:cubicBezTo>
                      <a:pt x="310140" y="41294"/>
                      <a:pt x="297234" y="36120"/>
                      <a:pt x="286943" y="27136"/>
                    </a:cubicBezTo>
                    <a:cubicBezTo>
                      <a:pt x="284057" y="24631"/>
                      <a:pt x="281280" y="21690"/>
                      <a:pt x="277577" y="20547"/>
                    </a:cubicBezTo>
                    <a:cubicBezTo>
                      <a:pt x="273493" y="19294"/>
                      <a:pt x="269082" y="20438"/>
                      <a:pt x="264780" y="20165"/>
                    </a:cubicBezTo>
                    <a:cubicBezTo>
                      <a:pt x="255632" y="19567"/>
                      <a:pt x="248063" y="12542"/>
                      <a:pt x="239078" y="10908"/>
                    </a:cubicBezTo>
                    <a:cubicBezTo>
                      <a:pt x="232543" y="9710"/>
                      <a:pt x="225628" y="11507"/>
                      <a:pt x="219257" y="9601"/>
                    </a:cubicBezTo>
                    <a:cubicBezTo>
                      <a:pt x="204608" y="5191"/>
                      <a:pt x="190287" y="6824"/>
                      <a:pt x="176075" y="1379"/>
                    </a:cubicBezTo>
                    <a:cubicBezTo>
                      <a:pt x="159684" y="-4938"/>
                      <a:pt x="150590" y="12324"/>
                      <a:pt x="136269" y="15373"/>
                    </a:cubicBezTo>
                    <a:cubicBezTo>
                      <a:pt x="127665" y="17225"/>
                      <a:pt x="117265" y="12868"/>
                      <a:pt x="110676" y="18695"/>
                    </a:cubicBezTo>
                    <a:cubicBezTo>
                      <a:pt x="107953" y="21091"/>
                      <a:pt x="106592" y="24848"/>
                      <a:pt x="103706" y="27081"/>
                    </a:cubicBezTo>
                    <a:cubicBezTo>
                      <a:pt x="97552" y="31819"/>
                      <a:pt x="88295" y="27571"/>
                      <a:pt x="81053" y="30403"/>
                    </a:cubicBezTo>
                    <a:cubicBezTo>
                      <a:pt x="73756" y="33289"/>
                      <a:pt x="71033" y="42219"/>
                      <a:pt x="64880" y="47066"/>
                    </a:cubicBezTo>
                    <a:cubicBezTo>
                      <a:pt x="60034" y="50877"/>
                      <a:pt x="53499" y="51912"/>
                      <a:pt x="48435" y="55397"/>
                    </a:cubicBezTo>
                    <a:cubicBezTo>
                      <a:pt x="39069" y="61823"/>
                      <a:pt x="36782" y="75055"/>
                      <a:pt x="28287" y="82624"/>
                    </a:cubicBezTo>
                    <a:cubicBezTo>
                      <a:pt x="23005" y="87307"/>
                      <a:pt x="15763" y="89485"/>
                      <a:pt x="10916" y="94604"/>
                    </a:cubicBezTo>
                    <a:cubicBezTo>
                      <a:pt x="8684" y="96891"/>
                      <a:pt x="7105" y="99722"/>
                      <a:pt x="5743" y="102609"/>
                    </a:cubicBezTo>
                    <a:cubicBezTo>
                      <a:pt x="1659" y="111267"/>
                      <a:pt x="-247" y="120959"/>
                      <a:pt x="26" y="130543"/>
                    </a:cubicBezTo>
                    <a:cubicBezTo>
                      <a:pt x="5471" y="123029"/>
                      <a:pt x="8412" y="113227"/>
                      <a:pt x="16035" y="107945"/>
                    </a:cubicBezTo>
                    <a:cubicBezTo>
                      <a:pt x="21099" y="104460"/>
                      <a:pt x="27634" y="103480"/>
                      <a:pt x="32480" y="99614"/>
                    </a:cubicBezTo>
                    <a:cubicBezTo>
                      <a:pt x="38633" y="94767"/>
                      <a:pt x="41356" y="85837"/>
                      <a:pt x="48653" y="82951"/>
                    </a:cubicBezTo>
                    <a:cubicBezTo>
                      <a:pt x="55895" y="80119"/>
                      <a:pt x="65152" y="84421"/>
                      <a:pt x="71306" y="79629"/>
                    </a:cubicBezTo>
                    <a:cubicBezTo>
                      <a:pt x="74192" y="77396"/>
                      <a:pt x="75553" y="73639"/>
                      <a:pt x="78276" y="71243"/>
                    </a:cubicBezTo>
                    <a:cubicBezTo>
                      <a:pt x="84865" y="65417"/>
                      <a:pt x="95265" y="69773"/>
                      <a:pt x="103869" y="67922"/>
                    </a:cubicBezTo>
                    <a:cubicBezTo>
                      <a:pt x="118190" y="64872"/>
                      <a:pt x="127339" y="47610"/>
                      <a:pt x="143675" y="53927"/>
                    </a:cubicBezTo>
                    <a:cubicBezTo>
                      <a:pt x="157833" y="59372"/>
                      <a:pt x="172154" y="57793"/>
                      <a:pt x="186857" y="62149"/>
                    </a:cubicBezTo>
                    <a:cubicBezTo>
                      <a:pt x="193228" y="64055"/>
                      <a:pt x="200143" y="62313"/>
                      <a:pt x="206678" y="63456"/>
                    </a:cubicBezTo>
                    <a:cubicBezTo>
                      <a:pt x="215717" y="65090"/>
                      <a:pt x="223286" y="72114"/>
                      <a:pt x="232380" y="72713"/>
                    </a:cubicBezTo>
                    <a:cubicBezTo>
                      <a:pt x="236627" y="72986"/>
                      <a:pt x="241038" y="71788"/>
                      <a:pt x="245177" y="73094"/>
                    </a:cubicBezTo>
                    <a:cubicBezTo>
                      <a:pt x="248825" y="74238"/>
                      <a:pt x="251657" y="77124"/>
                      <a:pt x="254543" y="79683"/>
                    </a:cubicBezTo>
                    <a:cubicBezTo>
                      <a:pt x="264780" y="88668"/>
                      <a:pt x="277740" y="93787"/>
                      <a:pt x="289938" y="99831"/>
                    </a:cubicBezTo>
                    <a:cubicBezTo>
                      <a:pt x="299903" y="104732"/>
                      <a:pt x="309105" y="123464"/>
                      <a:pt x="310848" y="134464"/>
                    </a:cubicBezTo>
                    <a:cubicBezTo>
                      <a:pt x="312754" y="146172"/>
                      <a:pt x="303442" y="157825"/>
                      <a:pt x="306165" y="169423"/>
                    </a:cubicBezTo>
                    <a:cubicBezTo>
                      <a:pt x="306655" y="171492"/>
                      <a:pt x="307526" y="173562"/>
                      <a:pt x="308016" y="175631"/>
                    </a:cubicBezTo>
                    <a:cubicBezTo>
                      <a:pt x="312100" y="170077"/>
                      <a:pt x="315803" y="164250"/>
                      <a:pt x="318689" y="157988"/>
                    </a:cubicBezTo>
                    <a:cubicBezTo>
                      <a:pt x="321848" y="151127"/>
                      <a:pt x="324244" y="143558"/>
                      <a:pt x="329852" y="138548"/>
                    </a:cubicBezTo>
                    <a:cubicBezTo>
                      <a:pt x="333882" y="134954"/>
                      <a:pt x="339817" y="132231"/>
                      <a:pt x="340634" y="126841"/>
                    </a:cubicBezTo>
                    <a:close/>
                  </a:path>
                </a:pathLst>
              </a:custGeom>
              <a:solidFill>
                <a:srgbClr val="B98FCC">
                  <a:alpha val="43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5" name="Forme libre : forme 704">
                <a:extLst>
                  <a:ext uri="{FF2B5EF4-FFF2-40B4-BE49-F238E27FC236}">
                    <a16:creationId xmlns:a16="http://schemas.microsoft.com/office/drawing/2014/main" id="{24DC9417-0E38-4D57-AE82-56D58747CAB1}"/>
                  </a:ext>
                </a:extLst>
              </p:cNvPr>
              <p:cNvSpPr/>
              <p:nvPr/>
            </p:nvSpPr>
            <p:spPr>
              <a:xfrm>
                <a:off x="5741273" y="4658984"/>
                <a:ext cx="343686" cy="228432"/>
              </a:xfrm>
              <a:custGeom>
                <a:avLst/>
                <a:gdLst>
                  <a:gd name="connsiteX0" fmla="*/ 136285 w 343686"/>
                  <a:gd name="connsiteY0" fmla="*/ 15440 h 228432"/>
                  <a:gd name="connsiteX1" fmla="*/ 110691 w 343686"/>
                  <a:gd name="connsiteY1" fmla="*/ 18762 h 228432"/>
                  <a:gd name="connsiteX2" fmla="*/ 103721 w 343686"/>
                  <a:gd name="connsiteY2" fmla="*/ 27148 h 228432"/>
                  <a:gd name="connsiteX3" fmla="*/ 81068 w 343686"/>
                  <a:gd name="connsiteY3" fmla="*/ 30469 h 228432"/>
                  <a:gd name="connsiteX4" fmla="*/ 64896 w 343686"/>
                  <a:gd name="connsiteY4" fmla="*/ 47132 h 228432"/>
                  <a:gd name="connsiteX5" fmla="*/ 48451 w 343686"/>
                  <a:gd name="connsiteY5" fmla="*/ 55464 h 228432"/>
                  <a:gd name="connsiteX6" fmla="*/ 28303 w 343686"/>
                  <a:gd name="connsiteY6" fmla="*/ 82690 h 228432"/>
                  <a:gd name="connsiteX7" fmla="*/ 10932 w 343686"/>
                  <a:gd name="connsiteY7" fmla="*/ 94670 h 228432"/>
                  <a:gd name="connsiteX8" fmla="*/ 5759 w 343686"/>
                  <a:gd name="connsiteY8" fmla="*/ 102675 h 228432"/>
                  <a:gd name="connsiteX9" fmla="*/ 5922 w 343686"/>
                  <a:gd name="connsiteY9" fmla="*/ 155332 h 228432"/>
                  <a:gd name="connsiteX10" fmla="*/ 46872 w 343686"/>
                  <a:gd name="connsiteY10" fmla="*/ 188494 h 228432"/>
                  <a:gd name="connsiteX11" fmla="*/ 65821 w 343686"/>
                  <a:gd name="connsiteY11" fmla="*/ 196934 h 228432"/>
                  <a:gd name="connsiteX12" fmla="*/ 73554 w 343686"/>
                  <a:gd name="connsiteY12" fmla="*/ 208479 h 228432"/>
                  <a:gd name="connsiteX13" fmla="*/ 89509 w 343686"/>
                  <a:gd name="connsiteY13" fmla="*/ 205103 h 228432"/>
                  <a:gd name="connsiteX14" fmla="*/ 117008 w 343686"/>
                  <a:gd name="connsiteY14" fmla="*/ 220241 h 228432"/>
                  <a:gd name="connsiteX15" fmla="*/ 147883 w 343686"/>
                  <a:gd name="connsiteY15" fmla="*/ 219478 h 228432"/>
                  <a:gd name="connsiteX16" fmla="*/ 186001 w 343686"/>
                  <a:gd name="connsiteY16" fmla="*/ 228082 h 228432"/>
                  <a:gd name="connsiteX17" fmla="*/ 208599 w 343686"/>
                  <a:gd name="connsiteY17" fmla="*/ 220568 h 228432"/>
                  <a:gd name="connsiteX18" fmla="*/ 232940 w 343686"/>
                  <a:gd name="connsiteY18" fmla="*/ 224434 h 228432"/>
                  <a:gd name="connsiteX19" fmla="*/ 252652 w 343686"/>
                  <a:gd name="connsiteY19" fmla="*/ 213271 h 228432"/>
                  <a:gd name="connsiteX20" fmla="*/ 261256 w 343686"/>
                  <a:gd name="connsiteY20" fmla="*/ 214197 h 228432"/>
                  <a:gd name="connsiteX21" fmla="*/ 288538 w 343686"/>
                  <a:gd name="connsiteY21" fmla="*/ 198459 h 228432"/>
                  <a:gd name="connsiteX22" fmla="*/ 318814 w 343686"/>
                  <a:gd name="connsiteY22" fmla="*/ 157946 h 228432"/>
                  <a:gd name="connsiteX23" fmla="*/ 329977 w 343686"/>
                  <a:gd name="connsiteY23" fmla="*/ 138506 h 228432"/>
                  <a:gd name="connsiteX24" fmla="*/ 340759 w 343686"/>
                  <a:gd name="connsiteY24" fmla="*/ 126798 h 228432"/>
                  <a:gd name="connsiteX25" fmla="*/ 338744 w 343686"/>
                  <a:gd name="connsiteY25" fmla="*/ 116833 h 228432"/>
                  <a:gd name="connsiteX26" fmla="*/ 343427 w 343686"/>
                  <a:gd name="connsiteY26" fmla="*/ 81874 h 228432"/>
                  <a:gd name="connsiteX27" fmla="*/ 322517 w 343686"/>
                  <a:gd name="connsiteY27" fmla="*/ 47241 h 228432"/>
                  <a:gd name="connsiteX28" fmla="*/ 287067 w 343686"/>
                  <a:gd name="connsiteY28" fmla="*/ 27093 h 228432"/>
                  <a:gd name="connsiteX29" fmla="*/ 277701 w 343686"/>
                  <a:gd name="connsiteY29" fmla="*/ 20504 h 228432"/>
                  <a:gd name="connsiteX30" fmla="*/ 264904 w 343686"/>
                  <a:gd name="connsiteY30" fmla="*/ 20123 h 228432"/>
                  <a:gd name="connsiteX31" fmla="*/ 239202 w 343686"/>
                  <a:gd name="connsiteY31" fmla="*/ 10866 h 228432"/>
                  <a:gd name="connsiteX32" fmla="*/ 219381 w 343686"/>
                  <a:gd name="connsiteY32" fmla="*/ 9559 h 228432"/>
                  <a:gd name="connsiteX33" fmla="*/ 176199 w 343686"/>
                  <a:gd name="connsiteY33" fmla="*/ 1336 h 228432"/>
                  <a:gd name="connsiteX34" fmla="*/ 136285 w 343686"/>
                  <a:gd name="connsiteY34" fmla="*/ 15440 h 228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43686" h="228432">
                    <a:moveTo>
                      <a:pt x="136285" y="15440"/>
                    </a:moveTo>
                    <a:cubicBezTo>
                      <a:pt x="127681" y="17291"/>
                      <a:pt x="117280" y="12935"/>
                      <a:pt x="110691" y="18762"/>
                    </a:cubicBezTo>
                    <a:cubicBezTo>
                      <a:pt x="107969" y="21158"/>
                      <a:pt x="106607" y="24915"/>
                      <a:pt x="103721" y="27148"/>
                    </a:cubicBezTo>
                    <a:cubicBezTo>
                      <a:pt x="97568" y="31885"/>
                      <a:pt x="88311" y="27638"/>
                      <a:pt x="81068" y="30469"/>
                    </a:cubicBezTo>
                    <a:cubicBezTo>
                      <a:pt x="73772" y="33355"/>
                      <a:pt x="71049" y="42286"/>
                      <a:pt x="64896" y="47132"/>
                    </a:cubicBezTo>
                    <a:cubicBezTo>
                      <a:pt x="60049" y="50944"/>
                      <a:pt x="53515" y="51978"/>
                      <a:pt x="48451" y="55464"/>
                    </a:cubicBezTo>
                    <a:cubicBezTo>
                      <a:pt x="39085" y="61889"/>
                      <a:pt x="36797" y="75121"/>
                      <a:pt x="28303" y="82690"/>
                    </a:cubicBezTo>
                    <a:cubicBezTo>
                      <a:pt x="23021" y="87373"/>
                      <a:pt x="15778" y="89552"/>
                      <a:pt x="10932" y="94670"/>
                    </a:cubicBezTo>
                    <a:cubicBezTo>
                      <a:pt x="8699" y="96957"/>
                      <a:pt x="7120" y="99789"/>
                      <a:pt x="5759" y="102675"/>
                    </a:cubicBezTo>
                    <a:cubicBezTo>
                      <a:pt x="-1974" y="119066"/>
                      <a:pt x="-1919" y="138996"/>
                      <a:pt x="5922" y="155332"/>
                    </a:cubicBezTo>
                    <a:cubicBezTo>
                      <a:pt x="13764" y="171723"/>
                      <a:pt x="29229" y="184247"/>
                      <a:pt x="46872" y="188494"/>
                    </a:cubicBezTo>
                    <a:cubicBezTo>
                      <a:pt x="53787" y="190182"/>
                      <a:pt x="61737" y="191108"/>
                      <a:pt x="65821" y="196934"/>
                    </a:cubicBezTo>
                    <a:cubicBezTo>
                      <a:pt x="68544" y="200801"/>
                      <a:pt x="69252" y="206518"/>
                      <a:pt x="73554" y="208479"/>
                    </a:cubicBezTo>
                    <a:cubicBezTo>
                      <a:pt x="78618" y="210766"/>
                      <a:pt x="84009" y="205919"/>
                      <a:pt x="89509" y="205103"/>
                    </a:cubicBezTo>
                    <a:cubicBezTo>
                      <a:pt x="100127" y="203469"/>
                      <a:pt x="106988" y="216320"/>
                      <a:pt x="117008" y="220241"/>
                    </a:cubicBezTo>
                    <a:cubicBezTo>
                      <a:pt x="126701" y="224053"/>
                      <a:pt x="137482" y="218825"/>
                      <a:pt x="147883" y="219478"/>
                    </a:cubicBezTo>
                    <a:cubicBezTo>
                      <a:pt x="161006" y="220295"/>
                      <a:pt x="173041" y="230424"/>
                      <a:pt x="186001" y="228082"/>
                    </a:cubicBezTo>
                    <a:cubicBezTo>
                      <a:pt x="193842" y="226666"/>
                      <a:pt x="200594" y="220731"/>
                      <a:pt x="208599" y="220568"/>
                    </a:cubicBezTo>
                    <a:cubicBezTo>
                      <a:pt x="216931" y="220404"/>
                      <a:pt x="224881" y="226612"/>
                      <a:pt x="232940" y="224434"/>
                    </a:cubicBezTo>
                    <a:cubicBezTo>
                      <a:pt x="240346" y="222473"/>
                      <a:pt x="245029" y="213924"/>
                      <a:pt x="252652" y="213271"/>
                    </a:cubicBezTo>
                    <a:cubicBezTo>
                      <a:pt x="255539" y="212998"/>
                      <a:pt x="258370" y="213979"/>
                      <a:pt x="261256" y="214197"/>
                    </a:cubicBezTo>
                    <a:cubicBezTo>
                      <a:pt x="272092" y="215122"/>
                      <a:pt x="281132" y="206464"/>
                      <a:pt x="288538" y="198459"/>
                    </a:cubicBezTo>
                    <a:cubicBezTo>
                      <a:pt x="300027" y="186044"/>
                      <a:pt x="311735" y="173302"/>
                      <a:pt x="318814" y="157946"/>
                    </a:cubicBezTo>
                    <a:cubicBezTo>
                      <a:pt x="321972" y="151084"/>
                      <a:pt x="324368" y="143515"/>
                      <a:pt x="329977" y="138506"/>
                    </a:cubicBezTo>
                    <a:cubicBezTo>
                      <a:pt x="334006" y="134857"/>
                      <a:pt x="339887" y="132189"/>
                      <a:pt x="340759" y="126798"/>
                    </a:cubicBezTo>
                    <a:cubicBezTo>
                      <a:pt x="341303" y="123422"/>
                      <a:pt x="339506" y="120155"/>
                      <a:pt x="338744" y="116833"/>
                    </a:cubicBezTo>
                    <a:cubicBezTo>
                      <a:pt x="336021" y="105289"/>
                      <a:pt x="345333" y="93636"/>
                      <a:pt x="343427" y="81874"/>
                    </a:cubicBezTo>
                    <a:cubicBezTo>
                      <a:pt x="341684" y="70929"/>
                      <a:pt x="332482" y="52142"/>
                      <a:pt x="322517" y="47241"/>
                    </a:cubicBezTo>
                    <a:cubicBezTo>
                      <a:pt x="310265" y="41251"/>
                      <a:pt x="297359" y="36078"/>
                      <a:pt x="287067" y="27093"/>
                    </a:cubicBezTo>
                    <a:cubicBezTo>
                      <a:pt x="284181" y="24534"/>
                      <a:pt x="281404" y="21648"/>
                      <a:pt x="277701" y="20504"/>
                    </a:cubicBezTo>
                    <a:cubicBezTo>
                      <a:pt x="273617" y="19252"/>
                      <a:pt x="269206" y="20395"/>
                      <a:pt x="264904" y="20123"/>
                    </a:cubicBezTo>
                    <a:cubicBezTo>
                      <a:pt x="255756" y="19524"/>
                      <a:pt x="248187" y="12499"/>
                      <a:pt x="239202" y="10866"/>
                    </a:cubicBezTo>
                    <a:cubicBezTo>
                      <a:pt x="232668" y="9668"/>
                      <a:pt x="225752" y="11465"/>
                      <a:pt x="219381" y="9559"/>
                    </a:cubicBezTo>
                    <a:cubicBezTo>
                      <a:pt x="204733" y="5148"/>
                      <a:pt x="190412" y="6782"/>
                      <a:pt x="176199" y="1336"/>
                    </a:cubicBezTo>
                    <a:cubicBezTo>
                      <a:pt x="159754" y="-4871"/>
                      <a:pt x="150606" y="12391"/>
                      <a:pt x="136285" y="15440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6" name="Forme libre : forme 705">
                <a:extLst>
                  <a:ext uri="{FF2B5EF4-FFF2-40B4-BE49-F238E27FC236}">
                    <a16:creationId xmlns:a16="http://schemas.microsoft.com/office/drawing/2014/main" id="{3BC3051A-A0C5-4A68-846B-250C87643F5A}"/>
                  </a:ext>
                </a:extLst>
              </p:cNvPr>
              <p:cNvSpPr/>
              <p:nvPr/>
            </p:nvSpPr>
            <p:spPr>
              <a:xfrm>
                <a:off x="5832115" y="4754388"/>
                <a:ext cx="59398" cy="36386"/>
              </a:xfrm>
              <a:custGeom>
                <a:avLst/>
                <a:gdLst>
                  <a:gd name="connsiteX0" fmla="*/ 10865 w 59398"/>
                  <a:gd name="connsiteY0" fmla="*/ 14295 h 36386"/>
                  <a:gd name="connsiteX1" fmla="*/ 2207 w 59398"/>
                  <a:gd name="connsiteY1" fmla="*/ 21320 h 36386"/>
                  <a:gd name="connsiteX2" fmla="*/ 1009 w 59398"/>
                  <a:gd name="connsiteY2" fmla="*/ 31884 h 36386"/>
                  <a:gd name="connsiteX3" fmla="*/ 8469 w 59398"/>
                  <a:gd name="connsiteY3" fmla="*/ 36295 h 36386"/>
                  <a:gd name="connsiteX4" fmla="*/ 17345 w 59398"/>
                  <a:gd name="connsiteY4" fmla="*/ 35315 h 36386"/>
                  <a:gd name="connsiteX5" fmla="*/ 37384 w 59398"/>
                  <a:gd name="connsiteY5" fmla="*/ 29379 h 36386"/>
                  <a:gd name="connsiteX6" fmla="*/ 46968 w 59398"/>
                  <a:gd name="connsiteY6" fmla="*/ 25622 h 36386"/>
                  <a:gd name="connsiteX7" fmla="*/ 56987 w 59398"/>
                  <a:gd name="connsiteY7" fmla="*/ 15874 h 36386"/>
                  <a:gd name="connsiteX8" fmla="*/ 57369 w 59398"/>
                  <a:gd name="connsiteY8" fmla="*/ 1934 h 36386"/>
                  <a:gd name="connsiteX9" fmla="*/ 43537 w 59398"/>
                  <a:gd name="connsiteY9" fmla="*/ 845 h 36386"/>
                  <a:gd name="connsiteX10" fmla="*/ 10865 w 59398"/>
                  <a:gd name="connsiteY10" fmla="*/ 14295 h 3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398" h="36386">
                    <a:moveTo>
                      <a:pt x="10865" y="14295"/>
                    </a:moveTo>
                    <a:cubicBezTo>
                      <a:pt x="7652" y="16201"/>
                      <a:pt x="4385" y="18270"/>
                      <a:pt x="2207" y="21320"/>
                    </a:cubicBezTo>
                    <a:cubicBezTo>
                      <a:pt x="29" y="24369"/>
                      <a:pt x="-843" y="28671"/>
                      <a:pt x="1009" y="31884"/>
                    </a:cubicBezTo>
                    <a:cubicBezTo>
                      <a:pt x="2534" y="34498"/>
                      <a:pt x="5528" y="35913"/>
                      <a:pt x="8469" y="36295"/>
                    </a:cubicBezTo>
                    <a:cubicBezTo>
                      <a:pt x="11464" y="36621"/>
                      <a:pt x="14459" y="36022"/>
                      <a:pt x="17345" y="35315"/>
                    </a:cubicBezTo>
                    <a:cubicBezTo>
                      <a:pt x="24152" y="33681"/>
                      <a:pt x="30795" y="31503"/>
                      <a:pt x="37384" y="29379"/>
                    </a:cubicBezTo>
                    <a:cubicBezTo>
                      <a:pt x="40651" y="28290"/>
                      <a:pt x="43973" y="27255"/>
                      <a:pt x="46968" y="25622"/>
                    </a:cubicBezTo>
                    <a:cubicBezTo>
                      <a:pt x="51161" y="23389"/>
                      <a:pt x="54755" y="20068"/>
                      <a:pt x="56987" y="15874"/>
                    </a:cubicBezTo>
                    <a:cubicBezTo>
                      <a:pt x="58948" y="12172"/>
                      <a:pt x="61071" y="5256"/>
                      <a:pt x="57369" y="1934"/>
                    </a:cubicBezTo>
                    <a:cubicBezTo>
                      <a:pt x="53993" y="-1115"/>
                      <a:pt x="47458" y="192"/>
                      <a:pt x="43537" y="845"/>
                    </a:cubicBezTo>
                    <a:cubicBezTo>
                      <a:pt x="31884" y="2806"/>
                      <a:pt x="20994" y="8251"/>
                      <a:pt x="10865" y="14295"/>
                    </a:cubicBezTo>
                    <a:close/>
                  </a:path>
                </a:pathLst>
              </a:custGeom>
              <a:solidFill>
                <a:srgbClr val="6F468C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7" name="Forme libre : forme 706">
                <a:extLst>
                  <a:ext uri="{FF2B5EF4-FFF2-40B4-BE49-F238E27FC236}">
                    <a16:creationId xmlns:a16="http://schemas.microsoft.com/office/drawing/2014/main" id="{FCB7CA77-36F2-4069-9C70-94BC53300A5C}"/>
                  </a:ext>
                </a:extLst>
              </p:cNvPr>
              <p:cNvSpPr/>
              <p:nvPr/>
            </p:nvSpPr>
            <p:spPr>
              <a:xfrm>
                <a:off x="5892968" y="4735194"/>
                <a:ext cx="16227" cy="16227"/>
              </a:xfrm>
              <a:custGeom>
                <a:avLst/>
                <a:gdLst>
                  <a:gd name="connsiteX0" fmla="*/ 16227 w 16227"/>
                  <a:gd name="connsiteY0" fmla="*/ 8113 h 16227"/>
                  <a:gd name="connsiteX1" fmla="*/ 8114 w 16227"/>
                  <a:gd name="connsiteY1" fmla="*/ 16227 h 16227"/>
                  <a:gd name="connsiteX2" fmla="*/ 0 w 16227"/>
                  <a:gd name="connsiteY2" fmla="*/ 8113 h 16227"/>
                  <a:gd name="connsiteX3" fmla="*/ 8114 w 16227"/>
                  <a:gd name="connsiteY3" fmla="*/ 0 h 16227"/>
                  <a:gd name="connsiteX4" fmla="*/ 16227 w 16227"/>
                  <a:gd name="connsiteY4" fmla="*/ 8113 h 16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27" h="16227">
                    <a:moveTo>
                      <a:pt x="16227" y="8113"/>
                    </a:moveTo>
                    <a:cubicBezTo>
                      <a:pt x="16227" y="12594"/>
                      <a:pt x="12595" y="16227"/>
                      <a:pt x="8114" y="16227"/>
                    </a:cubicBezTo>
                    <a:cubicBezTo>
                      <a:pt x="3633" y="16227"/>
                      <a:pt x="0" y="12594"/>
                      <a:pt x="0" y="8113"/>
                    </a:cubicBezTo>
                    <a:cubicBezTo>
                      <a:pt x="0" y="3633"/>
                      <a:pt x="3633" y="0"/>
                      <a:pt x="8114" y="0"/>
                    </a:cubicBezTo>
                    <a:cubicBezTo>
                      <a:pt x="12595" y="0"/>
                      <a:pt x="16227" y="3633"/>
                      <a:pt x="16227" y="81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8" name="Forme libre : forme 707">
                <a:extLst>
                  <a:ext uri="{FF2B5EF4-FFF2-40B4-BE49-F238E27FC236}">
                    <a16:creationId xmlns:a16="http://schemas.microsoft.com/office/drawing/2014/main" id="{F0DA8895-FC5C-489C-B815-5AD0754C6D24}"/>
                  </a:ext>
                </a:extLst>
              </p:cNvPr>
              <p:cNvSpPr/>
              <p:nvPr/>
            </p:nvSpPr>
            <p:spPr>
              <a:xfrm>
                <a:off x="5915948" y="4729313"/>
                <a:ext cx="8494" cy="8494"/>
              </a:xfrm>
              <a:custGeom>
                <a:avLst/>
                <a:gdLst>
                  <a:gd name="connsiteX0" fmla="*/ 8495 w 8494"/>
                  <a:gd name="connsiteY0" fmla="*/ 4247 h 8494"/>
                  <a:gd name="connsiteX1" fmla="*/ 4247 w 8494"/>
                  <a:gd name="connsiteY1" fmla="*/ 8495 h 8494"/>
                  <a:gd name="connsiteX2" fmla="*/ 0 w 8494"/>
                  <a:gd name="connsiteY2" fmla="*/ 4247 h 8494"/>
                  <a:gd name="connsiteX3" fmla="*/ 4247 w 8494"/>
                  <a:gd name="connsiteY3" fmla="*/ 0 h 8494"/>
                  <a:gd name="connsiteX4" fmla="*/ 8495 w 8494"/>
                  <a:gd name="connsiteY4" fmla="*/ 4247 h 8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94" h="8494">
                    <a:moveTo>
                      <a:pt x="8495" y="4247"/>
                    </a:moveTo>
                    <a:cubicBezTo>
                      <a:pt x="8495" y="6593"/>
                      <a:pt x="6593" y="8495"/>
                      <a:pt x="4247" y="8495"/>
                    </a:cubicBezTo>
                    <a:cubicBezTo>
                      <a:pt x="1901" y="8495"/>
                      <a:pt x="0" y="6593"/>
                      <a:pt x="0" y="4247"/>
                    </a:cubicBezTo>
                    <a:cubicBezTo>
                      <a:pt x="0" y="1902"/>
                      <a:pt x="1901" y="0"/>
                      <a:pt x="4247" y="0"/>
                    </a:cubicBezTo>
                    <a:cubicBezTo>
                      <a:pt x="6593" y="0"/>
                      <a:pt x="8495" y="1902"/>
                      <a:pt x="8495" y="42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09" name="budding-yeast-cell-dimorphic-fungi">
            <a:extLst>
              <a:ext uri="{FF2B5EF4-FFF2-40B4-BE49-F238E27FC236}">
                <a16:creationId xmlns:a16="http://schemas.microsoft.com/office/drawing/2014/main" id="{49F33AAF-9D64-4980-95A6-26CA68342C7F}"/>
              </a:ext>
            </a:extLst>
          </p:cNvPr>
          <p:cNvGrpSpPr/>
          <p:nvPr/>
        </p:nvGrpSpPr>
        <p:grpSpPr>
          <a:xfrm>
            <a:off x="8844126" y="5285289"/>
            <a:ext cx="1221549" cy="1037489"/>
            <a:chOff x="5266573" y="5642866"/>
            <a:chExt cx="869889" cy="773251"/>
          </a:xfrm>
          <a:solidFill>
            <a:schemeClr val="accent1"/>
          </a:solidFill>
        </p:grpSpPr>
        <p:grpSp>
          <p:nvGrpSpPr>
            <p:cNvPr id="710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833698" y="6065860"/>
              <a:ext cx="302764" cy="182584"/>
              <a:chOff x="5833698" y="6065860"/>
              <a:chExt cx="302764" cy="182584"/>
            </a:xfrm>
            <a:solidFill>
              <a:schemeClr val="accent1"/>
            </a:solidFill>
          </p:grpSpPr>
          <p:sp>
            <p:nvSpPr>
              <p:cNvPr id="711" name="Forme libre : forme 710">
                <a:extLst>
                  <a:ext uri="{FF2B5EF4-FFF2-40B4-BE49-F238E27FC236}">
                    <a16:creationId xmlns:a16="http://schemas.microsoft.com/office/drawing/2014/main" id="{21031973-8D9E-40A3-9D47-E67C372D9117}"/>
                  </a:ext>
                </a:extLst>
              </p:cNvPr>
              <p:cNvSpPr/>
              <p:nvPr/>
            </p:nvSpPr>
            <p:spPr>
              <a:xfrm>
                <a:off x="5833698" y="6065860"/>
                <a:ext cx="302764" cy="182584"/>
              </a:xfrm>
              <a:custGeom>
                <a:avLst/>
                <a:gdLst>
                  <a:gd name="connsiteX0" fmla="*/ 301916 w 302764"/>
                  <a:gd name="connsiteY0" fmla="*/ 124340 h 182584"/>
                  <a:gd name="connsiteX1" fmla="*/ 116065 w 302764"/>
                  <a:gd name="connsiteY1" fmla="*/ 156414 h 182584"/>
                  <a:gd name="connsiteX2" fmla="*/ 188 w 302764"/>
                  <a:gd name="connsiteY2" fmla="*/ 76748 h 182584"/>
                  <a:gd name="connsiteX3" fmla="*/ 200850 w 302764"/>
                  <a:gd name="connsiteY3" fmla="*/ 9551 h 182584"/>
                  <a:gd name="connsiteX4" fmla="*/ 301916 w 302764"/>
                  <a:gd name="connsiteY4" fmla="*/ 124340 h 182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764" h="182584">
                    <a:moveTo>
                      <a:pt x="301916" y="124340"/>
                    </a:moveTo>
                    <a:cubicBezTo>
                      <a:pt x="288793" y="182933"/>
                      <a:pt x="211904" y="203897"/>
                      <a:pt x="116065" y="156414"/>
                    </a:cubicBezTo>
                    <a:cubicBezTo>
                      <a:pt x="20227" y="108930"/>
                      <a:pt x="5633" y="97277"/>
                      <a:pt x="188" y="76748"/>
                    </a:cubicBezTo>
                    <a:cubicBezTo>
                      <a:pt x="-5258" y="56218"/>
                      <a:pt x="108932" y="-28076"/>
                      <a:pt x="200850" y="9551"/>
                    </a:cubicBezTo>
                    <a:cubicBezTo>
                      <a:pt x="318906" y="57852"/>
                      <a:pt x="301916" y="124340"/>
                      <a:pt x="301916" y="124340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2" name="Forme libre : forme 711">
                <a:extLst>
                  <a:ext uri="{FF2B5EF4-FFF2-40B4-BE49-F238E27FC236}">
                    <a16:creationId xmlns:a16="http://schemas.microsoft.com/office/drawing/2014/main" id="{69C09628-E2A3-4E5C-8DF8-CEFD29B57FE5}"/>
                  </a:ext>
                </a:extLst>
              </p:cNvPr>
              <p:cNvSpPr/>
              <p:nvPr/>
            </p:nvSpPr>
            <p:spPr>
              <a:xfrm>
                <a:off x="5904076" y="6130076"/>
                <a:ext cx="211331" cy="96085"/>
              </a:xfrm>
              <a:custGeom>
                <a:avLst/>
                <a:gdLst>
                  <a:gd name="connsiteX0" fmla="*/ 187322 w 211331"/>
                  <a:gd name="connsiteY0" fmla="*/ 88603 h 96085"/>
                  <a:gd name="connsiteX1" fmla="*/ 126334 w 211331"/>
                  <a:gd name="connsiteY1" fmla="*/ 93722 h 96085"/>
                  <a:gd name="connsiteX2" fmla="*/ 22218 w 211331"/>
                  <a:gd name="connsiteY2" fmla="*/ 63881 h 96085"/>
                  <a:gd name="connsiteX3" fmla="*/ 12253 w 211331"/>
                  <a:gd name="connsiteY3" fmla="*/ 58055 h 96085"/>
                  <a:gd name="connsiteX4" fmla="*/ 5065 w 211331"/>
                  <a:gd name="connsiteY4" fmla="*/ 45149 h 96085"/>
                  <a:gd name="connsiteX5" fmla="*/ 1 w 211331"/>
                  <a:gd name="connsiteY5" fmla="*/ 24565 h 96085"/>
                  <a:gd name="connsiteX6" fmla="*/ 9149 w 211331"/>
                  <a:gd name="connsiteY6" fmla="*/ 6432 h 96085"/>
                  <a:gd name="connsiteX7" fmla="*/ 21456 w 211331"/>
                  <a:gd name="connsiteY7" fmla="*/ 3546 h 96085"/>
                  <a:gd name="connsiteX8" fmla="*/ 162872 w 211331"/>
                  <a:gd name="connsiteY8" fmla="*/ 13675 h 96085"/>
                  <a:gd name="connsiteX9" fmla="*/ 208396 w 211331"/>
                  <a:gd name="connsiteY9" fmla="*/ 40738 h 96085"/>
                  <a:gd name="connsiteX10" fmla="*/ 187322 w 211331"/>
                  <a:gd name="connsiteY10" fmla="*/ 88603 h 96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11331" h="96085">
                    <a:moveTo>
                      <a:pt x="187322" y="88603"/>
                    </a:moveTo>
                    <a:cubicBezTo>
                      <a:pt x="168971" y="98296"/>
                      <a:pt x="146863" y="96880"/>
                      <a:pt x="126334" y="93722"/>
                    </a:cubicBezTo>
                    <a:cubicBezTo>
                      <a:pt x="90557" y="88222"/>
                      <a:pt x="55489" y="78148"/>
                      <a:pt x="22218" y="63881"/>
                    </a:cubicBezTo>
                    <a:cubicBezTo>
                      <a:pt x="18678" y="62356"/>
                      <a:pt x="15030" y="60723"/>
                      <a:pt x="12253" y="58055"/>
                    </a:cubicBezTo>
                    <a:cubicBezTo>
                      <a:pt x="8659" y="54624"/>
                      <a:pt x="6807" y="49778"/>
                      <a:pt x="5065" y="45149"/>
                    </a:cubicBezTo>
                    <a:cubicBezTo>
                      <a:pt x="2560" y="38506"/>
                      <a:pt x="55" y="31645"/>
                      <a:pt x="1" y="24565"/>
                    </a:cubicBezTo>
                    <a:cubicBezTo>
                      <a:pt x="-54" y="17486"/>
                      <a:pt x="2941" y="9918"/>
                      <a:pt x="9149" y="6432"/>
                    </a:cubicBezTo>
                    <a:cubicBezTo>
                      <a:pt x="12852" y="4363"/>
                      <a:pt x="17208" y="3927"/>
                      <a:pt x="21456" y="3546"/>
                    </a:cubicBezTo>
                    <a:cubicBezTo>
                      <a:pt x="68504" y="-592"/>
                      <a:pt x="118111" y="-4730"/>
                      <a:pt x="162872" y="13675"/>
                    </a:cubicBezTo>
                    <a:cubicBezTo>
                      <a:pt x="176104" y="19120"/>
                      <a:pt x="200881" y="27288"/>
                      <a:pt x="208396" y="40738"/>
                    </a:cubicBezTo>
                    <a:cubicBezTo>
                      <a:pt x="217979" y="57782"/>
                      <a:pt x="202297" y="80708"/>
                      <a:pt x="187322" y="88603"/>
                    </a:cubicBezTo>
                    <a:close/>
                  </a:path>
                </a:pathLst>
              </a:custGeom>
              <a:solidFill>
                <a:srgbClr val="F9B950">
                  <a:alpha val="69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3" name="Forme libre : forme 712">
                <a:extLst>
                  <a:ext uri="{FF2B5EF4-FFF2-40B4-BE49-F238E27FC236}">
                    <a16:creationId xmlns:a16="http://schemas.microsoft.com/office/drawing/2014/main" id="{9BB09FBE-59B6-40A2-9D4E-BB1093615E6D}"/>
                  </a:ext>
                </a:extLst>
              </p:cNvPr>
              <p:cNvSpPr/>
              <p:nvPr/>
            </p:nvSpPr>
            <p:spPr>
              <a:xfrm>
                <a:off x="6067765" y="6139721"/>
                <a:ext cx="35612" cy="35612"/>
              </a:xfrm>
              <a:custGeom>
                <a:avLst/>
                <a:gdLst>
                  <a:gd name="connsiteX0" fmla="*/ 35613 w 35612"/>
                  <a:gd name="connsiteY0" fmla="*/ 17806 h 35612"/>
                  <a:gd name="connsiteX1" fmla="*/ 17806 w 35612"/>
                  <a:gd name="connsiteY1" fmla="*/ 35613 h 35612"/>
                  <a:gd name="connsiteX2" fmla="*/ 0 w 35612"/>
                  <a:gd name="connsiteY2" fmla="*/ 17806 h 35612"/>
                  <a:gd name="connsiteX3" fmla="*/ 17806 w 35612"/>
                  <a:gd name="connsiteY3" fmla="*/ 0 h 35612"/>
                  <a:gd name="connsiteX4" fmla="*/ 35613 w 35612"/>
                  <a:gd name="connsiteY4" fmla="*/ 17806 h 3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12" h="35612">
                    <a:moveTo>
                      <a:pt x="35613" y="17806"/>
                    </a:moveTo>
                    <a:cubicBezTo>
                      <a:pt x="35613" y="27641"/>
                      <a:pt x="27640" y="35613"/>
                      <a:pt x="17806" y="35613"/>
                    </a:cubicBezTo>
                    <a:cubicBezTo>
                      <a:pt x="7972" y="35613"/>
                      <a:pt x="0" y="27641"/>
                      <a:pt x="0" y="17806"/>
                    </a:cubicBezTo>
                    <a:cubicBezTo>
                      <a:pt x="0" y="7972"/>
                      <a:pt x="7972" y="0"/>
                      <a:pt x="17806" y="0"/>
                    </a:cubicBezTo>
                    <a:cubicBezTo>
                      <a:pt x="27640" y="0"/>
                      <a:pt x="35613" y="7972"/>
                      <a:pt x="35613" y="178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4" name="Forme libre : forme 713">
                <a:extLst>
                  <a:ext uri="{FF2B5EF4-FFF2-40B4-BE49-F238E27FC236}">
                    <a16:creationId xmlns:a16="http://schemas.microsoft.com/office/drawing/2014/main" id="{C0F4D856-6AE0-4283-9849-AE4CDF1CF21A}"/>
                  </a:ext>
                </a:extLst>
              </p:cNvPr>
              <p:cNvSpPr/>
              <p:nvPr/>
            </p:nvSpPr>
            <p:spPr>
              <a:xfrm>
                <a:off x="6046147" y="6110044"/>
                <a:ext cx="20474" cy="20474"/>
              </a:xfrm>
              <a:custGeom>
                <a:avLst/>
                <a:gdLst>
                  <a:gd name="connsiteX0" fmla="*/ 20474 w 20474"/>
                  <a:gd name="connsiteY0" fmla="*/ 10237 h 20474"/>
                  <a:gd name="connsiteX1" fmla="*/ 10237 w 20474"/>
                  <a:gd name="connsiteY1" fmla="*/ 20475 h 20474"/>
                  <a:gd name="connsiteX2" fmla="*/ 0 w 20474"/>
                  <a:gd name="connsiteY2" fmla="*/ 10237 h 20474"/>
                  <a:gd name="connsiteX3" fmla="*/ 10237 w 20474"/>
                  <a:gd name="connsiteY3" fmla="*/ 0 h 20474"/>
                  <a:gd name="connsiteX4" fmla="*/ 20474 w 20474"/>
                  <a:gd name="connsiteY4" fmla="*/ 10237 h 20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74" h="20474">
                    <a:moveTo>
                      <a:pt x="20474" y="10237"/>
                    </a:moveTo>
                    <a:cubicBezTo>
                      <a:pt x="20474" y="15891"/>
                      <a:pt x="15891" y="20475"/>
                      <a:pt x="10237" y="20475"/>
                    </a:cubicBezTo>
                    <a:cubicBezTo>
                      <a:pt x="4583" y="20475"/>
                      <a:pt x="0" y="15891"/>
                      <a:pt x="0" y="10237"/>
                    </a:cubicBezTo>
                    <a:cubicBezTo>
                      <a:pt x="0" y="4583"/>
                      <a:pt x="4583" y="0"/>
                      <a:pt x="10237" y="0"/>
                    </a:cubicBezTo>
                    <a:cubicBezTo>
                      <a:pt x="15891" y="0"/>
                      <a:pt x="20474" y="4583"/>
                      <a:pt x="20474" y="102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5" name="Forme libre : forme 714">
                <a:extLst>
                  <a:ext uri="{FF2B5EF4-FFF2-40B4-BE49-F238E27FC236}">
                    <a16:creationId xmlns:a16="http://schemas.microsoft.com/office/drawing/2014/main" id="{2376D89F-37E6-462E-A299-1F765E8B4D4C}"/>
                  </a:ext>
                </a:extLst>
              </p:cNvPr>
              <p:cNvSpPr/>
              <p:nvPr/>
            </p:nvSpPr>
            <p:spPr>
              <a:xfrm>
                <a:off x="5833698" y="6065860"/>
                <a:ext cx="302764" cy="182584"/>
              </a:xfrm>
              <a:custGeom>
                <a:avLst/>
                <a:gdLst>
                  <a:gd name="connsiteX0" fmla="*/ 301916 w 302764"/>
                  <a:gd name="connsiteY0" fmla="*/ 124340 h 182584"/>
                  <a:gd name="connsiteX1" fmla="*/ 116065 w 302764"/>
                  <a:gd name="connsiteY1" fmla="*/ 156414 h 182584"/>
                  <a:gd name="connsiteX2" fmla="*/ 188 w 302764"/>
                  <a:gd name="connsiteY2" fmla="*/ 76748 h 182584"/>
                  <a:gd name="connsiteX3" fmla="*/ 200850 w 302764"/>
                  <a:gd name="connsiteY3" fmla="*/ 9551 h 182584"/>
                  <a:gd name="connsiteX4" fmla="*/ 301916 w 302764"/>
                  <a:gd name="connsiteY4" fmla="*/ 124340 h 182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764" h="182584">
                    <a:moveTo>
                      <a:pt x="301916" y="124340"/>
                    </a:moveTo>
                    <a:cubicBezTo>
                      <a:pt x="288793" y="182933"/>
                      <a:pt x="211904" y="203897"/>
                      <a:pt x="116065" y="156414"/>
                    </a:cubicBezTo>
                    <a:cubicBezTo>
                      <a:pt x="20227" y="108930"/>
                      <a:pt x="5633" y="97277"/>
                      <a:pt x="188" y="76748"/>
                    </a:cubicBezTo>
                    <a:cubicBezTo>
                      <a:pt x="-5258" y="56218"/>
                      <a:pt x="108932" y="-28076"/>
                      <a:pt x="200850" y="9551"/>
                    </a:cubicBezTo>
                    <a:cubicBezTo>
                      <a:pt x="318906" y="57852"/>
                      <a:pt x="301916" y="124340"/>
                      <a:pt x="301916" y="124340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16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363057" y="6191566"/>
              <a:ext cx="223306" cy="224550"/>
              <a:chOff x="5363057" y="6191566"/>
              <a:chExt cx="223306" cy="224550"/>
            </a:xfrm>
            <a:solidFill>
              <a:schemeClr val="accent1"/>
            </a:solidFill>
          </p:grpSpPr>
          <p:sp>
            <p:nvSpPr>
              <p:cNvPr id="717" name="Forme libre : forme 716">
                <a:extLst>
                  <a:ext uri="{FF2B5EF4-FFF2-40B4-BE49-F238E27FC236}">
                    <a16:creationId xmlns:a16="http://schemas.microsoft.com/office/drawing/2014/main" id="{59B387ED-E512-4F40-8B49-8475B0DC49B3}"/>
                  </a:ext>
                </a:extLst>
              </p:cNvPr>
              <p:cNvSpPr/>
              <p:nvPr/>
            </p:nvSpPr>
            <p:spPr>
              <a:xfrm>
                <a:off x="5363057" y="6191566"/>
                <a:ext cx="223306" cy="224550"/>
              </a:xfrm>
              <a:custGeom>
                <a:avLst/>
                <a:gdLst>
                  <a:gd name="connsiteX0" fmla="*/ 215713 w 223306"/>
                  <a:gd name="connsiteY0" fmla="*/ 13663 h 224550"/>
                  <a:gd name="connsiteX1" fmla="*/ 148463 w 223306"/>
                  <a:gd name="connsiteY1" fmla="*/ 183940 h 224550"/>
                  <a:gd name="connsiteX2" fmla="*/ 13254 w 223306"/>
                  <a:gd name="connsiteY2" fmla="*/ 196138 h 224550"/>
                  <a:gd name="connsiteX3" fmla="*/ 115736 w 223306"/>
                  <a:gd name="connsiteY3" fmla="*/ 22213 h 224550"/>
                  <a:gd name="connsiteX4" fmla="*/ 215713 w 223306"/>
                  <a:gd name="connsiteY4" fmla="*/ 13663 h 224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306" h="224550">
                    <a:moveTo>
                      <a:pt x="215713" y="13663"/>
                    </a:moveTo>
                    <a:cubicBezTo>
                      <a:pt x="245118" y="35173"/>
                      <a:pt x="181952" y="146748"/>
                      <a:pt x="148463" y="183940"/>
                    </a:cubicBezTo>
                    <a:cubicBezTo>
                      <a:pt x="114974" y="221132"/>
                      <a:pt x="61827" y="247052"/>
                      <a:pt x="13254" y="196138"/>
                    </a:cubicBezTo>
                    <a:cubicBezTo>
                      <a:pt x="-35319" y="145223"/>
                      <a:pt x="61228" y="49058"/>
                      <a:pt x="115736" y="22213"/>
                    </a:cubicBezTo>
                    <a:cubicBezTo>
                      <a:pt x="170244" y="-4524"/>
                      <a:pt x="187778" y="-6811"/>
                      <a:pt x="215713" y="13663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8" name="Forme libre : forme 717">
                <a:extLst>
                  <a:ext uri="{FF2B5EF4-FFF2-40B4-BE49-F238E27FC236}">
                    <a16:creationId xmlns:a16="http://schemas.microsoft.com/office/drawing/2014/main" id="{90B6B8DC-F1F1-4BA1-B2A1-9BC42CF7DBB1}"/>
                  </a:ext>
                </a:extLst>
              </p:cNvPr>
              <p:cNvSpPr/>
              <p:nvPr/>
            </p:nvSpPr>
            <p:spPr>
              <a:xfrm>
                <a:off x="5411971" y="6248000"/>
                <a:ext cx="149702" cy="151126"/>
              </a:xfrm>
              <a:custGeom>
                <a:avLst/>
                <a:gdLst>
                  <a:gd name="connsiteX0" fmla="*/ 110221 w 149702"/>
                  <a:gd name="connsiteY0" fmla="*/ 95488 h 151126"/>
                  <a:gd name="connsiteX1" fmla="*/ 149373 w 149702"/>
                  <a:gd name="connsiteY1" fmla="*/ 14896 h 151126"/>
                  <a:gd name="connsiteX2" fmla="*/ 147467 w 149702"/>
                  <a:gd name="connsiteY2" fmla="*/ 3079 h 151126"/>
                  <a:gd name="connsiteX3" fmla="*/ 137448 w 149702"/>
                  <a:gd name="connsiteY3" fmla="*/ 84 h 151126"/>
                  <a:gd name="connsiteX4" fmla="*/ 108696 w 149702"/>
                  <a:gd name="connsiteY4" fmla="*/ 18871 h 151126"/>
                  <a:gd name="connsiteX5" fmla="*/ 89256 w 149702"/>
                  <a:gd name="connsiteY5" fmla="*/ 49093 h 151126"/>
                  <a:gd name="connsiteX6" fmla="*/ 52173 w 149702"/>
                  <a:gd name="connsiteY6" fmla="*/ 81547 h 151126"/>
                  <a:gd name="connsiteX7" fmla="*/ 4853 w 149702"/>
                  <a:gd name="connsiteY7" fmla="*/ 107359 h 151126"/>
                  <a:gd name="connsiteX8" fmla="*/ 13946 w 149702"/>
                  <a:gd name="connsiteY8" fmla="*/ 146511 h 151126"/>
                  <a:gd name="connsiteX9" fmla="*/ 110221 w 149702"/>
                  <a:gd name="connsiteY9" fmla="*/ 95488 h 15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9702" h="151126">
                    <a:moveTo>
                      <a:pt x="110221" y="95488"/>
                    </a:moveTo>
                    <a:cubicBezTo>
                      <a:pt x="128408" y="71637"/>
                      <a:pt x="145235" y="45063"/>
                      <a:pt x="149373" y="14896"/>
                    </a:cubicBezTo>
                    <a:cubicBezTo>
                      <a:pt x="149918" y="10812"/>
                      <a:pt x="150081" y="6129"/>
                      <a:pt x="147467" y="3079"/>
                    </a:cubicBezTo>
                    <a:cubicBezTo>
                      <a:pt x="145071" y="302"/>
                      <a:pt x="141042" y="-242"/>
                      <a:pt x="137448" y="84"/>
                    </a:cubicBezTo>
                    <a:cubicBezTo>
                      <a:pt x="125903" y="1228"/>
                      <a:pt x="115938" y="9396"/>
                      <a:pt x="108696" y="18871"/>
                    </a:cubicBezTo>
                    <a:cubicBezTo>
                      <a:pt x="101454" y="28346"/>
                      <a:pt x="96172" y="39346"/>
                      <a:pt x="89256" y="49093"/>
                    </a:cubicBezTo>
                    <a:cubicBezTo>
                      <a:pt x="79618" y="62815"/>
                      <a:pt x="66767" y="74033"/>
                      <a:pt x="52173" y="81547"/>
                    </a:cubicBezTo>
                    <a:cubicBezTo>
                      <a:pt x="37525" y="89116"/>
                      <a:pt x="14981" y="92710"/>
                      <a:pt x="4853" y="107359"/>
                    </a:cubicBezTo>
                    <a:cubicBezTo>
                      <a:pt x="-4350" y="120645"/>
                      <a:pt x="6" y="139159"/>
                      <a:pt x="13946" y="146511"/>
                    </a:cubicBezTo>
                    <a:cubicBezTo>
                      <a:pt x="49940" y="165570"/>
                      <a:pt x="90726" y="121081"/>
                      <a:pt x="110221" y="95488"/>
                    </a:cubicBezTo>
                    <a:close/>
                  </a:path>
                </a:pathLst>
              </a:custGeom>
              <a:solidFill>
                <a:srgbClr val="F9B950">
                  <a:alpha val="69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9" name="Forme libre : forme 718">
                <a:extLst>
                  <a:ext uri="{FF2B5EF4-FFF2-40B4-BE49-F238E27FC236}">
                    <a16:creationId xmlns:a16="http://schemas.microsoft.com/office/drawing/2014/main" id="{CD87F534-DA11-4D13-B530-D6D1204C2384}"/>
                  </a:ext>
                </a:extLst>
              </p:cNvPr>
              <p:cNvSpPr/>
              <p:nvPr/>
            </p:nvSpPr>
            <p:spPr>
              <a:xfrm>
                <a:off x="5394063" y="6360042"/>
                <a:ext cx="30820" cy="32127"/>
              </a:xfrm>
              <a:custGeom>
                <a:avLst/>
                <a:gdLst>
                  <a:gd name="connsiteX0" fmla="*/ 30821 w 30820"/>
                  <a:gd name="connsiteY0" fmla="*/ 16064 h 32127"/>
                  <a:gd name="connsiteX1" fmla="*/ 15410 w 30820"/>
                  <a:gd name="connsiteY1" fmla="*/ 32128 h 32127"/>
                  <a:gd name="connsiteX2" fmla="*/ 0 w 30820"/>
                  <a:gd name="connsiteY2" fmla="*/ 16064 h 32127"/>
                  <a:gd name="connsiteX3" fmla="*/ 15410 w 30820"/>
                  <a:gd name="connsiteY3" fmla="*/ 0 h 32127"/>
                  <a:gd name="connsiteX4" fmla="*/ 30821 w 30820"/>
                  <a:gd name="connsiteY4" fmla="*/ 16064 h 3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20" h="32127">
                    <a:moveTo>
                      <a:pt x="30821" y="16064"/>
                    </a:moveTo>
                    <a:cubicBezTo>
                      <a:pt x="30821" y="24936"/>
                      <a:pt x="23921" y="32128"/>
                      <a:pt x="15410" y="32128"/>
                    </a:cubicBezTo>
                    <a:cubicBezTo>
                      <a:pt x="6899" y="32128"/>
                      <a:pt x="0" y="24936"/>
                      <a:pt x="0" y="16064"/>
                    </a:cubicBezTo>
                    <a:cubicBezTo>
                      <a:pt x="0" y="7192"/>
                      <a:pt x="6899" y="0"/>
                      <a:pt x="15410" y="0"/>
                    </a:cubicBezTo>
                    <a:cubicBezTo>
                      <a:pt x="23921" y="0"/>
                      <a:pt x="30821" y="7192"/>
                      <a:pt x="30821" y="160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0" name="Forme libre : forme 719">
                <a:extLst>
                  <a:ext uri="{FF2B5EF4-FFF2-40B4-BE49-F238E27FC236}">
                    <a16:creationId xmlns:a16="http://schemas.microsoft.com/office/drawing/2014/main" id="{80627A60-26E8-45D6-AE1A-175530103B99}"/>
                  </a:ext>
                </a:extLst>
              </p:cNvPr>
              <p:cNvSpPr/>
              <p:nvPr/>
            </p:nvSpPr>
            <p:spPr>
              <a:xfrm>
                <a:off x="5385513" y="6333577"/>
                <a:ext cx="15029" cy="15682"/>
              </a:xfrm>
              <a:custGeom>
                <a:avLst/>
                <a:gdLst>
                  <a:gd name="connsiteX0" fmla="*/ 15029 w 15029"/>
                  <a:gd name="connsiteY0" fmla="*/ 7841 h 15682"/>
                  <a:gd name="connsiteX1" fmla="*/ 7515 w 15029"/>
                  <a:gd name="connsiteY1" fmla="*/ 15683 h 15682"/>
                  <a:gd name="connsiteX2" fmla="*/ 0 w 15029"/>
                  <a:gd name="connsiteY2" fmla="*/ 7841 h 15682"/>
                  <a:gd name="connsiteX3" fmla="*/ 7515 w 15029"/>
                  <a:gd name="connsiteY3" fmla="*/ 0 h 15682"/>
                  <a:gd name="connsiteX4" fmla="*/ 15029 w 15029"/>
                  <a:gd name="connsiteY4" fmla="*/ 7841 h 15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29" h="15682">
                    <a:moveTo>
                      <a:pt x="15029" y="7841"/>
                    </a:moveTo>
                    <a:cubicBezTo>
                      <a:pt x="15029" y="12172"/>
                      <a:pt x="11665" y="15683"/>
                      <a:pt x="7515" y="15683"/>
                    </a:cubicBezTo>
                    <a:cubicBezTo>
                      <a:pt x="3365" y="15683"/>
                      <a:pt x="0" y="12172"/>
                      <a:pt x="0" y="7841"/>
                    </a:cubicBezTo>
                    <a:cubicBezTo>
                      <a:pt x="0" y="3511"/>
                      <a:pt x="3365" y="0"/>
                      <a:pt x="7515" y="0"/>
                    </a:cubicBezTo>
                    <a:cubicBezTo>
                      <a:pt x="11665" y="0"/>
                      <a:pt x="15029" y="3511"/>
                      <a:pt x="15029" y="78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1" name="Forme libre : forme 720">
                <a:extLst>
                  <a:ext uri="{FF2B5EF4-FFF2-40B4-BE49-F238E27FC236}">
                    <a16:creationId xmlns:a16="http://schemas.microsoft.com/office/drawing/2014/main" id="{19609927-DE32-4FC9-8053-882A2DCD72D2}"/>
                  </a:ext>
                </a:extLst>
              </p:cNvPr>
              <p:cNvSpPr/>
              <p:nvPr/>
            </p:nvSpPr>
            <p:spPr>
              <a:xfrm>
                <a:off x="5363057" y="6191566"/>
                <a:ext cx="223306" cy="224550"/>
              </a:xfrm>
              <a:custGeom>
                <a:avLst/>
                <a:gdLst>
                  <a:gd name="connsiteX0" fmla="*/ 215713 w 223306"/>
                  <a:gd name="connsiteY0" fmla="*/ 13663 h 224550"/>
                  <a:gd name="connsiteX1" fmla="*/ 148463 w 223306"/>
                  <a:gd name="connsiteY1" fmla="*/ 183940 h 224550"/>
                  <a:gd name="connsiteX2" fmla="*/ 13254 w 223306"/>
                  <a:gd name="connsiteY2" fmla="*/ 196138 h 224550"/>
                  <a:gd name="connsiteX3" fmla="*/ 115736 w 223306"/>
                  <a:gd name="connsiteY3" fmla="*/ 22213 h 224550"/>
                  <a:gd name="connsiteX4" fmla="*/ 215713 w 223306"/>
                  <a:gd name="connsiteY4" fmla="*/ 13663 h 224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306" h="224550">
                    <a:moveTo>
                      <a:pt x="215713" y="13663"/>
                    </a:moveTo>
                    <a:cubicBezTo>
                      <a:pt x="245118" y="35173"/>
                      <a:pt x="181952" y="146748"/>
                      <a:pt x="148463" y="183940"/>
                    </a:cubicBezTo>
                    <a:cubicBezTo>
                      <a:pt x="114974" y="221132"/>
                      <a:pt x="61827" y="247052"/>
                      <a:pt x="13254" y="196138"/>
                    </a:cubicBezTo>
                    <a:cubicBezTo>
                      <a:pt x="-35319" y="145223"/>
                      <a:pt x="61228" y="49058"/>
                      <a:pt x="115736" y="22213"/>
                    </a:cubicBezTo>
                    <a:cubicBezTo>
                      <a:pt x="170244" y="-4524"/>
                      <a:pt x="187778" y="-6811"/>
                      <a:pt x="215713" y="13663"/>
                    </a:cubicBezTo>
                    <a:close/>
                  </a:path>
                </a:pathLst>
              </a:custGeom>
              <a:noFill/>
              <a:ln w="630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22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266573" y="6011237"/>
              <a:ext cx="252955" cy="161167"/>
              <a:chOff x="5266573" y="6011237"/>
              <a:chExt cx="252955" cy="161167"/>
            </a:xfrm>
            <a:solidFill>
              <a:schemeClr val="accent1"/>
            </a:solidFill>
          </p:grpSpPr>
          <p:sp>
            <p:nvSpPr>
              <p:cNvPr id="723" name="Forme libre : forme 722">
                <a:extLst>
                  <a:ext uri="{FF2B5EF4-FFF2-40B4-BE49-F238E27FC236}">
                    <a16:creationId xmlns:a16="http://schemas.microsoft.com/office/drawing/2014/main" id="{367581FC-AC4D-45A2-811A-C5E442F96480}"/>
                  </a:ext>
                </a:extLst>
              </p:cNvPr>
              <p:cNvSpPr/>
              <p:nvPr/>
            </p:nvSpPr>
            <p:spPr>
              <a:xfrm>
                <a:off x="5266573" y="6011237"/>
                <a:ext cx="252955" cy="161167"/>
              </a:xfrm>
              <a:custGeom>
                <a:avLst/>
                <a:gdLst>
                  <a:gd name="connsiteX0" fmla="*/ 1755 w 252955"/>
                  <a:gd name="connsiteY0" fmla="*/ 118791 h 161167"/>
                  <a:gd name="connsiteX1" fmla="*/ 161686 w 252955"/>
                  <a:gd name="connsiteY1" fmla="*/ 130009 h 161167"/>
                  <a:gd name="connsiteX2" fmla="*/ 252896 w 252955"/>
                  <a:gd name="connsiteY2" fmla="*/ 52739 h 161167"/>
                  <a:gd name="connsiteX3" fmla="*/ 77446 w 252955"/>
                  <a:gd name="connsiteY3" fmla="*/ 13096 h 161167"/>
                  <a:gd name="connsiteX4" fmla="*/ 1755 w 252955"/>
                  <a:gd name="connsiteY4" fmla="*/ 118791 h 16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955" h="161167">
                    <a:moveTo>
                      <a:pt x="1755" y="118791"/>
                    </a:moveTo>
                    <a:cubicBezTo>
                      <a:pt x="17819" y="167201"/>
                      <a:pt x="84688" y="178364"/>
                      <a:pt x="161686" y="130009"/>
                    </a:cubicBezTo>
                    <a:cubicBezTo>
                      <a:pt x="238684" y="81654"/>
                      <a:pt x="250010" y="70545"/>
                      <a:pt x="252896" y="52739"/>
                    </a:cubicBezTo>
                    <a:cubicBezTo>
                      <a:pt x="255782" y="34932"/>
                      <a:pt x="151993" y="-26600"/>
                      <a:pt x="77446" y="13096"/>
                    </a:cubicBezTo>
                    <a:cubicBezTo>
                      <a:pt x="-18338" y="64011"/>
                      <a:pt x="1755" y="118791"/>
                      <a:pt x="1755" y="118791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4" name="Forme libre : forme 723">
                <a:extLst>
                  <a:ext uri="{FF2B5EF4-FFF2-40B4-BE49-F238E27FC236}">
                    <a16:creationId xmlns:a16="http://schemas.microsoft.com/office/drawing/2014/main" id="{6E208BCF-4791-425A-B5C2-0D143FE47F80}"/>
                  </a:ext>
                </a:extLst>
              </p:cNvPr>
              <p:cNvSpPr/>
              <p:nvPr/>
            </p:nvSpPr>
            <p:spPr>
              <a:xfrm>
                <a:off x="5284601" y="6064232"/>
                <a:ext cx="176569" cy="89942"/>
              </a:xfrm>
              <a:custGeom>
                <a:avLst/>
                <a:gdLst>
                  <a:gd name="connsiteX0" fmla="*/ 23534 w 176569"/>
                  <a:gd name="connsiteY0" fmla="*/ 86108 h 89942"/>
                  <a:gd name="connsiteX1" fmla="*/ 75537 w 176569"/>
                  <a:gd name="connsiteY1" fmla="*/ 85182 h 89942"/>
                  <a:gd name="connsiteX2" fmla="*/ 161029 w 176569"/>
                  <a:gd name="connsiteY2" fmla="*/ 51094 h 89942"/>
                  <a:gd name="connsiteX3" fmla="*/ 168980 w 176569"/>
                  <a:gd name="connsiteY3" fmla="*/ 45322 h 89942"/>
                  <a:gd name="connsiteX4" fmla="*/ 173935 w 176569"/>
                  <a:gd name="connsiteY4" fmla="*/ 33778 h 89942"/>
                  <a:gd name="connsiteX5" fmla="*/ 176440 w 176569"/>
                  <a:gd name="connsiteY5" fmla="*/ 15917 h 89942"/>
                  <a:gd name="connsiteX6" fmla="*/ 167128 w 176569"/>
                  <a:gd name="connsiteY6" fmla="*/ 1378 h 89942"/>
                  <a:gd name="connsiteX7" fmla="*/ 156510 w 176569"/>
                  <a:gd name="connsiteY7" fmla="*/ 16 h 89942"/>
                  <a:gd name="connsiteX8" fmla="*/ 37800 w 176569"/>
                  <a:gd name="connsiteY8" fmla="*/ 20654 h 89942"/>
                  <a:gd name="connsiteX9" fmla="*/ 1589 w 176569"/>
                  <a:gd name="connsiteY9" fmla="*/ 47391 h 89942"/>
                  <a:gd name="connsiteX10" fmla="*/ 23534 w 176569"/>
                  <a:gd name="connsiteY10" fmla="*/ 86108 h 89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6569" h="89942">
                    <a:moveTo>
                      <a:pt x="23534" y="86108"/>
                    </a:moveTo>
                    <a:cubicBezTo>
                      <a:pt x="39870" y="92751"/>
                      <a:pt x="58439" y="89648"/>
                      <a:pt x="75537" y="85182"/>
                    </a:cubicBezTo>
                    <a:cubicBezTo>
                      <a:pt x="105323" y="77450"/>
                      <a:pt x="134129" y="65960"/>
                      <a:pt x="161029" y="51094"/>
                    </a:cubicBezTo>
                    <a:cubicBezTo>
                      <a:pt x="163916" y="49515"/>
                      <a:pt x="166856" y="47827"/>
                      <a:pt x="168980" y="45322"/>
                    </a:cubicBezTo>
                    <a:cubicBezTo>
                      <a:pt x="171702" y="42109"/>
                      <a:pt x="172846" y="37862"/>
                      <a:pt x="173935" y="33778"/>
                    </a:cubicBezTo>
                    <a:cubicBezTo>
                      <a:pt x="175460" y="27951"/>
                      <a:pt x="177039" y="21961"/>
                      <a:pt x="176440" y="15917"/>
                    </a:cubicBezTo>
                    <a:cubicBezTo>
                      <a:pt x="175841" y="9927"/>
                      <a:pt x="172683" y="3774"/>
                      <a:pt x="167128" y="1378"/>
                    </a:cubicBezTo>
                    <a:cubicBezTo>
                      <a:pt x="163807" y="-38"/>
                      <a:pt x="160104" y="-38"/>
                      <a:pt x="156510" y="16"/>
                    </a:cubicBezTo>
                    <a:cubicBezTo>
                      <a:pt x="116377" y="561"/>
                      <a:pt x="74067" y="1269"/>
                      <a:pt x="37800" y="20654"/>
                    </a:cubicBezTo>
                    <a:cubicBezTo>
                      <a:pt x="27073" y="26372"/>
                      <a:pt x="6816" y="35411"/>
                      <a:pt x="1589" y="47391"/>
                    </a:cubicBezTo>
                    <a:cubicBezTo>
                      <a:pt x="-5000" y="62638"/>
                      <a:pt x="10192" y="80717"/>
                      <a:pt x="23534" y="86108"/>
                    </a:cubicBezTo>
                    <a:close/>
                  </a:path>
                </a:pathLst>
              </a:custGeom>
              <a:solidFill>
                <a:srgbClr val="F9B950">
                  <a:alpha val="69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5" name="Forme libre : forme 724">
                <a:extLst>
                  <a:ext uri="{FF2B5EF4-FFF2-40B4-BE49-F238E27FC236}">
                    <a16:creationId xmlns:a16="http://schemas.microsoft.com/office/drawing/2014/main" id="{677F1A5E-8522-43EE-B735-657226C2CED8}"/>
                  </a:ext>
                </a:extLst>
              </p:cNvPr>
              <p:cNvSpPr/>
              <p:nvPr/>
            </p:nvSpPr>
            <p:spPr>
              <a:xfrm>
                <a:off x="5292670" y="6082981"/>
                <a:ext cx="30276" cy="30276"/>
              </a:xfrm>
              <a:custGeom>
                <a:avLst/>
                <a:gdLst>
                  <a:gd name="connsiteX0" fmla="*/ 30276 w 30276"/>
                  <a:gd name="connsiteY0" fmla="*/ 15138 h 30276"/>
                  <a:gd name="connsiteX1" fmla="*/ 15138 w 30276"/>
                  <a:gd name="connsiteY1" fmla="*/ 30277 h 30276"/>
                  <a:gd name="connsiteX2" fmla="*/ 0 w 30276"/>
                  <a:gd name="connsiteY2" fmla="*/ 15138 h 30276"/>
                  <a:gd name="connsiteX3" fmla="*/ 15138 w 30276"/>
                  <a:gd name="connsiteY3" fmla="*/ 0 h 30276"/>
                  <a:gd name="connsiteX4" fmla="*/ 30276 w 30276"/>
                  <a:gd name="connsiteY4" fmla="*/ 15138 h 30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76" h="30276">
                    <a:moveTo>
                      <a:pt x="30276" y="15138"/>
                    </a:moveTo>
                    <a:cubicBezTo>
                      <a:pt x="30276" y="23499"/>
                      <a:pt x="23499" y="30277"/>
                      <a:pt x="15138" y="30277"/>
                    </a:cubicBezTo>
                    <a:cubicBezTo>
                      <a:pt x="6778" y="30277"/>
                      <a:pt x="0" y="23499"/>
                      <a:pt x="0" y="15138"/>
                    </a:cubicBezTo>
                    <a:cubicBezTo>
                      <a:pt x="0" y="6778"/>
                      <a:pt x="6777" y="0"/>
                      <a:pt x="15138" y="0"/>
                    </a:cubicBezTo>
                    <a:cubicBezTo>
                      <a:pt x="23499" y="0"/>
                      <a:pt x="30276" y="6777"/>
                      <a:pt x="30276" y="151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6" name="Forme libre : forme 725">
                <a:extLst>
                  <a:ext uri="{FF2B5EF4-FFF2-40B4-BE49-F238E27FC236}">
                    <a16:creationId xmlns:a16="http://schemas.microsoft.com/office/drawing/2014/main" id="{B8E8523D-6B29-4DE4-BE26-09DFCAD8A43E}"/>
                  </a:ext>
                </a:extLst>
              </p:cNvPr>
              <p:cNvSpPr/>
              <p:nvPr/>
            </p:nvSpPr>
            <p:spPr>
              <a:xfrm>
                <a:off x="5320604" y="6055372"/>
                <a:ext cx="17425" cy="17425"/>
              </a:xfrm>
              <a:custGeom>
                <a:avLst/>
                <a:gdLst>
                  <a:gd name="connsiteX0" fmla="*/ 17425 w 17425"/>
                  <a:gd name="connsiteY0" fmla="*/ 8713 h 17425"/>
                  <a:gd name="connsiteX1" fmla="*/ 8713 w 17425"/>
                  <a:gd name="connsiteY1" fmla="*/ 17425 h 17425"/>
                  <a:gd name="connsiteX2" fmla="*/ 0 w 17425"/>
                  <a:gd name="connsiteY2" fmla="*/ 8713 h 17425"/>
                  <a:gd name="connsiteX3" fmla="*/ 8713 w 17425"/>
                  <a:gd name="connsiteY3" fmla="*/ 0 h 17425"/>
                  <a:gd name="connsiteX4" fmla="*/ 17425 w 17425"/>
                  <a:gd name="connsiteY4" fmla="*/ 8713 h 17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25" h="17425">
                    <a:moveTo>
                      <a:pt x="17425" y="8713"/>
                    </a:moveTo>
                    <a:cubicBezTo>
                      <a:pt x="17425" y="13525"/>
                      <a:pt x="13524" y="17425"/>
                      <a:pt x="8713" y="17425"/>
                    </a:cubicBezTo>
                    <a:cubicBezTo>
                      <a:pt x="3901" y="17425"/>
                      <a:pt x="0" y="13524"/>
                      <a:pt x="0" y="8713"/>
                    </a:cubicBezTo>
                    <a:cubicBezTo>
                      <a:pt x="0" y="3901"/>
                      <a:pt x="3901" y="0"/>
                      <a:pt x="8713" y="0"/>
                    </a:cubicBezTo>
                    <a:cubicBezTo>
                      <a:pt x="13525" y="0"/>
                      <a:pt x="17425" y="3901"/>
                      <a:pt x="17425" y="87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7" name="Forme libre : forme 726">
                <a:extLst>
                  <a:ext uri="{FF2B5EF4-FFF2-40B4-BE49-F238E27FC236}">
                    <a16:creationId xmlns:a16="http://schemas.microsoft.com/office/drawing/2014/main" id="{B0FDB8B9-5C30-4B12-BEEB-7AC1A07E2F41}"/>
                  </a:ext>
                </a:extLst>
              </p:cNvPr>
              <p:cNvSpPr/>
              <p:nvPr/>
            </p:nvSpPr>
            <p:spPr>
              <a:xfrm>
                <a:off x="5266573" y="6011237"/>
                <a:ext cx="252955" cy="161167"/>
              </a:xfrm>
              <a:custGeom>
                <a:avLst/>
                <a:gdLst>
                  <a:gd name="connsiteX0" fmla="*/ 1755 w 252955"/>
                  <a:gd name="connsiteY0" fmla="*/ 118791 h 161167"/>
                  <a:gd name="connsiteX1" fmla="*/ 161686 w 252955"/>
                  <a:gd name="connsiteY1" fmla="*/ 130009 h 161167"/>
                  <a:gd name="connsiteX2" fmla="*/ 252896 w 252955"/>
                  <a:gd name="connsiteY2" fmla="*/ 52739 h 161167"/>
                  <a:gd name="connsiteX3" fmla="*/ 77446 w 252955"/>
                  <a:gd name="connsiteY3" fmla="*/ 13096 h 161167"/>
                  <a:gd name="connsiteX4" fmla="*/ 1755 w 252955"/>
                  <a:gd name="connsiteY4" fmla="*/ 118791 h 16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955" h="161167">
                    <a:moveTo>
                      <a:pt x="1755" y="118791"/>
                    </a:moveTo>
                    <a:cubicBezTo>
                      <a:pt x="17819" y="167201"/>
                      <a:pt x="84688" y="178364"/>
                      <a:pt x="161686" y="130009"/>
                    </a:cubicBezTo>
                    <a:cubicBezTo>
                      <a:pt x="238684" y="81654"/>
                      <a:pt x="250010" y="70545"/>
                      <a:pt x="252896" y="52739"/>
                    </a:cubicBezTo>
                    <a:cubicBezTo>
                      <a:pt x="255782" y="34932"/>
                      <a:pt x="151993" y="-26600"/>
                      <a:pt x="77446" y="13096"/>
                    </a:cubicBezTo>
                    <a:cubicBezTo>
                      <a:pt x="-18338" y="64011"/>
                      <a:pt x="1755" y="118791"/>
                      <a:pt x="1755" y="118791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28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511198" y="5858822"/>
              <a:ext cx="348326" cy="449798"/>
              <a:chOff x="5511198" y="5858822"/>
              <a:chExt cx="348326" cy="449798"/>
            </a:xfrm>
            <a:solidFill>
              <a:schemeClr val="accent1"/>
            </a:solidFill>
          </p:grpSpPr>
          <p:sp>
            <p:nvSpPr>
              <p:cNvPr id="729" name="Forme libre : forme 728">
                <a:extLst>
                  <a:ext uri="{FF2B5EF4-FFF2-40B4-BE49-F238E27FC236}">
                    <a16:creationId xmlns:a16="http://schemas.microsoft.com/office/drawing/2014/main" id="{56D1B927-3174-48FC-B828-D32FE5F7C891}"/>
                  </a:ext>
                </a:extLst>
              </p:cNvPr>
              <p:cNvSpPr/>
              <p:nvPr/>
            </p:nvSpPr>
            <p:spPr>
              <a:xfrm>
                <a:off x="5511198" y="5858822"/>
                <a:ext cx="348326" cy="449798"/>
              </a:xfrm>
              <a:custGeom>
                <a:avLst/>
                <a:gdLst>
                  <a:gd name="connsiteX0" fmla="*/ 95724 w 348326"/>
                  <a:gd name="connsiteY0" fmla="*/ 15383 h 449798"/>
                  <a:gd name="connsiteX1" fmla="*/ 30543 w 348326"/>
                  <a:gd name="connsiteY1" fmla="*/ 283840 h 449798"/>
                  <a:gd name="connsiteX2" fmla="*/ 244546 w 348326"/>
                  <a:gd name="connsiteY2" fmla="*/ 448781 h 449798"/>
                  <a:gd name="connsiteX3" fmla="*/ 332326 w 348326"/>
                  <a:gd name="connsiteY3" fmla="*/ 129845 h 449798"/>
                  <a:gd name="connsiteX4" fmla="*/ 95724 w 348326"/>
                  <a:gd name="connsiteY4" fmla="*/ 15383 h 449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326" h="449798">
                    <a:moveTo>
                      <a:pt x="95724" y="15383"/>
                    </a:moveTo>
                    <a:cubicBezTo>
                      <a:pt x="-11822" y="61832"/>
                      <a:pt x="-21352" y="168398"/>
                      <a:pt x="30543" y="283840"/>
                    </a:cubicBezTo>
                    <a:cubicBezTo>
                      <a:pt x="82437" y="399282"/>
                      <a:pt x="156767" y="458419"/>
                      <a:pt x="244546" y="448781"/>
                    </a:cubicBezTo>
                    <a:cubicBezTo>
                      <a:pt x="332326" y="439142"/>
                      <a:pt x="373384" y="215283"/>
                      <a:pt x="332326" y="129845"/>
                    </a:cubicBezTo>
                    <a:cubicBezTo>
                      <a:pt x="291268" y="44352"/>
                      <a:pt x="210404" y="-34116"/>
                      <a:pt x="95724" y="15383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0" name="Forme libre : forme 729">
                <a:extLst>
                  <a:ext uri="{FF2B5EF4-FFF2-40B4-BE49-F238E27FC236}">
                    <a16:creationId xmlns:a16="http://schemas.microsoft.com/office/drawing/2014/main" id="{CB7299B9-8058-4587-9900-BF3C51EBEF7F}"/>
                  </a:ext>
                </a:extLst>
              </p:cNvPr>
              <p:cNvSpPr/>
              <p:nvPr/>
            </p:nvSpPr>
            <p:spPr>
              <a:xfrm>
                <a:off x="5545676" y="5894179"/>
                <a:ext cx="199757" cy="380241"/>
              </a:xfrm>
              <a:custGeom>
                <a:avLst/>
                <a:gdLst>
                  <a:gd name="connsiteX0" fmla="*/ 3743 w 199757"/>
                  <a:gd name="connsiteY0" fmla="*/ 99334 h 380241"/>
                  <a:gd name="connsiteX1" fmla="*/ 18554 w 199757"/>
                  <a:gd name="connsiteY1" fmla="*/ 231385 h 380241"/>
                  <a:gd name="connsiteX2" fmla="*/ 115264 w 199757"/>
                  <a:gd name="connsiteY2" fmla="*/ 365722 h 380241"/>
                  <a:gd name="connsiteX3" fmla="*/ 156104 w 199757"/>
                  <a:gd name="connsiteY3" fmla="*/ 380207 h 380241"/>
                  <a:gd name="connsiteX4" fmla="*/ 194004 w 199757"/>
                  <a:gd name="connsiteY4" fmla="*/ 362455 h 380241"/>
                  <a:gd name="connsiteX5" fmla="*/ 196346 w 199757"/>
                  <a:gd name="connsiteY5" fmla="*/ 322377 h 380241"/>
                  <a:gd name="connsiteX6" fmla="*/ 175381 w 199757"/>
                  <a:gd name="connsiteY6" fmla="*/ 286656 h 380241"/>
                  <a:gd name="connsiteX7" fmla="*/ 137046 w 199757"/>
                  <a:gd name="connsiteY7" fmla="*/ 226484 h 380241"/>
                  <a:gd name="connsiteX8" fmla="*/ 110418 w 199757"/>
                  <a:gd name="connsiteY8" fmla="*/ 138105 h 380241"/>
                  <a:gd name="connsiteX9" fmla="*/ 125665 w 199757"/>
                  <a:gd name="connsiteY9" fmla="*/ 75157 h 380241"/>
                  <a:gd name="connsiteX10" fmla="*/ 120655 w 199757"/>
                  <a:gd name="connsiteY10" fmla="*/ 36821 h 380241"/>
                  <a:gd name="connsiteX11" fmla="*/ 93810 w 199757"/>
                  <a:gd name="connsiteY11" fmla="*/ 119 h 380241"/>
                  <a:gd name="connsiteX12" fmla="*/ 53895 w 199757"/>
                  <a:gd name="connsiteY12" fmla="*/ 18252 h 380241"/>
                  <a:gd name="connsiteX13" fmla="*/ 3743 w 199757"/>
                  <a:gd name="connsiteY13" fmla="*/ 99334 h 380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99757" h="380241">
                    <a:moveTo>
                      <a:pt x="3743" y="99334"/>
                    </a:moveTo>
                    <a:cubicBezTo>
                      <a:pt x="-5514" y="143224"/>
                      <a:pt x="3525" y="189129"/>
                      <a:pt x="18554" y="231385"/>
                    </a:cubicBezTo>
                    <a:cubicBezTo>
                      <a:pt x="37395" y="284368"/>
                      <a:pt x="67508" y="335991"/>
                      <a:pt x="115264" y="365722"/>
                    </a:cubicBezTo>
                    <a:cubicBezTo>
                      <a:pt x="127680" y="373455"/>
                      <a:pt x="141511" y="379662"/>
                      <a:pt x="156104" y="380207"/>
                    </a:cubicBezTo>
                    <a:cubicBezTo>
                      <a:pt x="170698" y="380752"/>
                      <a:pt x="186163" y="374762"/>
                      <a:pt x="194004" y="362455"/>
                    </a:cubicBezTo>
                    <a:cubicBezTo>
                      <a:pt x="201465" y="350802"/>
                      <a:pt x="201029" y="335446"/>
                      <a:pt x="196346" y="322377"/>
                    </a:cubicBezTo>
                    <a:cubicBezTo>
                      <a:pt x="191663" y="309308"/>
                      <a:pt x="183331" y="297982"/>
                      <a:pt x="175381" y="286656"/>
                    </a:cubicBezTo>
                    <a:cubicBezTo>
                      <a:pt x="161713" y="267161"/>
                      <a:pt x="148971" y="247067"/>
                      <a:pt x="137046" y="226484"/>
                    </a:cubicBezTo>
                    <a:cubicBezTo>
                      <a:pt x="121363" y="199366"/>
                      <a:pt x="106606" y="169199"/>
                      <a:pt x="110418" y="138105"/>
                    </a:cubicBezTo>
                    <a:cubicBezTo>
                      <a:pt x="113032" y="116651"/>
                      <a:pt x="124413" y="96775"/>
                      <a:pt x="125665" y="75157"/>
                    </a:cubicBezTo>
                    <a:cubicBezTo>
                      <a:pt x="126427" y="62251"/>
                      <a:pt x="123541" y="49454"/>
                      <a:pt x="120655" y="36821"/>
                    </a:cubicBezTo>
                    <a:cubicBezTo>
                      <a:pt x="117388" y="22609"/>
                      <a:pt x="111180" y="2134"/>
                      <a:pt x="93810" y="119"/>
                    </a:cubicBezTo>
                    <a:cubicBezTo>
                      <a:pt x="81067" y="-1351"/>
                      <a:pt x="63533" y="11119"/>
                      <a:pt x="53895" y="18252"/>
                    </a:cubicBezTo>
                    <a:cubicBezTo>
                      <a:pt x="27811" y="37529"/>
                      <a:pt x="10386" y="67806"/>
                      <a:pt x="3743" y="99334"/>
                    </a:cubicBezTo>
                    <a:close/>
                  </a:path>
                </a:pathLst>
              </a:custGeom>
              <a:solidFill>
                <a:srgbClr val="F9B950">
                  <a:alpha val="69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1" name="Forme libre : forme 730">
                <a:extLst>
                  <a:ext uri="{FF2B5EF4-FFF2-40B4-BE49-F238E27FC236}">
                    <a16:creationId xmlns:a16="http://schemas.microsoft.com/office/drawing/2014/main" id="{12CAA26C-E567-4494-91EA-7FC226073240}"/>
                  </a:ext>
                </a:extLst>
              </p:cNvPr>
              <p:cNvSpPr/>
              <p:nvPr/>
            </p:nvSpPr>
            <p:spPr>
              <a:xfrm>
                <a:off x="5540543" y="5966558"/>
                <a:ext cx="54889" cy="54889"/>
              </a:xfrm>
              <a:custGeom>
                <a:avLst/>
                <a:gdLst>
                  <a:gd name="connsiteX0" fmla="*/ 54889 w 54889"/>
                  <a:gd name="connsiteY0" fmla="*/ 27445 h 54889"/>
                  <a:gd name="connsiteX1" fmla="*/ 27445 w 54889"/>
                  <a:gd name="connsiteY1" fmla="*/ 54889 h 54889"/>
                  <a:gd name="connsiteX2" fmla="*/ 0 w 54889"/>
                  <a:gd name="connsiteY2" fmla="*/ 27445 h 54889"/>
                  <a:gd name="connsiteX3" fmla="*/ 27445 w 54889"/>
                  <a:gd name="connsiteY3" fmla="*/ 0 h 54889"/>
                  <a:gd name="connsiteX4" fmla="*/ 54889 w 54889"/>
                  <a:gd name="connsiteY4" fmla="*/ 27445 h 54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89" h="54889">
                    <a:moveTo>
                      <a:pt x="54889" y="27445"/>
                    </a:moveTo>
                    <a:cubicBezTo>
                      <a:pt x="54889" y="42602"/>
                      <a:pt x="42602" y="54889"/>
                      <a:pt x="27445" y="54889"/>
                    </a:cubicBezTo>
                    <a:cubicBezTo>
                      <a:pt x="12288" y="54889"/>
                      <a:pt x="0" y="42602"/>
                      <a:pt x="0" y="27445"/>
                    </a:cubicBezTo>
                    <a:cubicBezTo>
                      <a:pt x="0" y="12287"/>
                      <a:pt x="12288" y="0"/>
                      <a:pt x="27445" y="0"/>
                    </a:cubicBezTo>
                    <a:cubicBezTo>
                      <a:pt x="42602" y="0"/>
                      <a:pt x="54889" y="12287"/>
                      <a:pt x="54889" y="274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2" name="Forme libre : forme 731">
                <a:extLst>
                  <a:ext uri="{FF2B5EF4-FFF2-40B4-BE49-F238E27FC236}">
                    <a16:creationId xmlns:a16="http://schemas.microsoft.com/office/drawing/2014/main" id="{A503AF77-3F47-4793-80DF-2877C46F8A61}"/>
                  </a:ext>
                </a:extLst>
              </p:cNvPr>
              <p:cNvSpPr/>
              <p:nvPr/>
            </p:nvSpPr>
            <p:spPr>
              <a:xfrm>
                <a:off x="5586393" y="5931545"/>
                <a:ext cx="26573" cy="26573"/>
              </a:xfrm>
              <a:custGeom>
                <a:avLst/>
                <a:gdLst>
                  <a:gd name="connsiteX0" fmla="*/ 26573 w 26573"/>
                  <a:gd name="connsiteY0" fmla="*/ 13287 h 26573"/>
                  <a:gd name="connsiteX1" fmla="*/ 13287 w 26573"/>
                  <a:gd name="connsiteY1" fmla="*/ 26573 h 26573"/>
                  <a:gd name="connsiteX2" fmla="*/ 0 w 26573"/>
                  <a:gd name="connsiteY2" fmla="*/ 13287 h 26573"/>
                  <a:gd name="connsiteX3" fmla="*/ 13287 w 26573"/>
                  <a:gd name="connsiteY3" fmla="*/ 0 h 26573"/>
                  <a:gd name="connsiteX4" fmla="*/ 26573 w 26573"/>
                  <a:gd name="connsiteY4" fmla="*/ 13287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573" h="26573">
                    <a:moveTo>
                      <a:pt x="26573" y="13287"/>
                    </a:moveTo>
                    <a:cubicBezTo>
                      <a:pt x="26573" y="20625"/>
                      <a:pt x="20625" y="26573"/>
                      <a:pt x="13287" y="26573"/>
                    </a:cubicBezTo>
                    <a:cubicBezTo>
                      <a:pt x="5948" y="26573"/>
                      <a:pt x="0" y="20625"/>
                      <a:pt x="0" y="13287"/>
                    </a:cubicBezTo>
                    <a:cubicBezTo>
                      <a:pt x="0" y="5949"/>
                      <a:pt x="5948" y="0"/>
                      <a:pt x="13287" y="0"/>
                    </a:cubicBezTo>
                    <a:cubicBezTo>
                      <a:pt x="20625" y="0"/>
                      <a:pt x="26573" y="5949"/>
                      <a:pt x="26573" y="132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3" name="Forme libre : forme 732">
                <a:extLst>
                  <a:ext uri="{FF2B5EF4-FFF2-40B4-BE49-F238E27FC236}">
                    <a16:creationId xmlns:a16="http://schemas.microsoft.com/office/drawing/2014/main" id="{A5561F4C-FFAF-4EBA-9D50-C02E8C57CD36}"/>
                  </a:ext>
                </a:extLst>
              </p:cNvPr>
              <p:cNvSpPr/>
              <p:nvPr/>
            </p:nvSpPr>
            <p:spPr>
              <a:xfrm>
                <a:off x="5511198" y="5858822"/>
                <a:ext cx="348326" cy="449798"/>
              </a:xfrm>
              <a:custGeom>
                <a:avLst/>
                <a:gdLst>
                  <a:gd name="connsiteX0" fmla="*/ 95724 w 348326"/>
                  <a:gd name="connsiteY0" fmla="*/ 15383 h 449798"/>
                  <a:gd name="connsiteX1" fmla="*/ 30543 w 348326"/>
                  <a:gd name="connsiteY1" fmla="*/ 283840 h 449798"/>
                  <a:gd name="connsiteX2" fmla="*/ 244546 w 348326"/>
                  <a:gd name="connsiteY2" fmla="*/ 448781 h 449798"/>
                  <a:gd name="connsiteX3" fmla="*/ 332326 w 348326"/>
                  <a:gd name="connsiteY3" fmla="*/ 129845 h 449798"/>
                  <a:gd name="connsiteX4" fmla="*/ 95724 w 348326"/>
                  <a:gd name="connsiteY4" fmla="*/ 15383 h 449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326" h="449798">
                    <a:moveTo>
                      <a:pt x="95724" y="15383"/>
                    </a:moveTo>
                    <a:cubicBezTo>
                      <a:pt x="-11822" y="61832"/>
                      <a:pt x="-21352" y="168398"/>
                      <a:pt x="30543" y="283840"/>
                    </a:cubicBezTo>
                    <a:cubicBezTo>
                      <a:pt x="82437" y="399282"/>
                      <a:pt x="156767" y="458419"/>
                      <a:pt x="244546" y="448781"/>
                    </a:cubicBezTo>
                    <a:cubicBezTo>
                      <a:pt x="332326" y="439142"/>
                      <a:pt x="373384" y="215283"/>
                      <a:pt x="332326" y="129845"/>
                    </a:cubicBezTo>
                    <a:cubicBezTo>
                      <a:pt x="291268" y="44352"/>
                      <a:pt x="210404" y="-34116"/>
                      <a:pt x="95724" y="15383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34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307583" y="5692367"/>
              <a:ext cx="268692" cy="208574"/>
              <a:chOff x="5307583" y="5692367"/>
              <a:chExt cx="268692" cy="208574"/>
            </a:xfrm>
            <a:solidFill>
              <a:schemeClr val="accent1"/>
            </a:solidFill>
          </p:grpSpPr>
          <p:sp>
            <p:nvSpPr>
              <p:cNvPr id="735" name="Forme libre : forme 734">
                <a:extLst>
                  <a:ext uri="{FF2B5EF4-FFF2-40B4-BE49-F238E27FC236}">
                    <a16:creationId xmlns:a16="http://schemas.microsoft.com/office/drawing/2014/main" id="{8865F770-7B49-4C4B-A30F-3AE858748BF9}"/>
                  </a:ext>
                </a:extLst>
              </p:cNvPr>
              <p:cNvSpPr/>
              <p:nvPr/>
            </p:nvSpPr>
            <p:spPr>
              <a:xfrm>
                <a:off x="5307583" y="5692367"/>
                <a:ext cx="268692" cy="208574"/>
              </a:xfrm>
              <a:custGeom>
                <a:avLst/>
                <a:gdLst>
                  <a:gd name="connsiteX0" fmla="*/ 9536 w 268692"/>
                  <a:gd name="connsiteY0" fmla="*/ 32144 h 208574"/>
                  <a:gd name="connsiteX1" fmla="*/ 124270 w 268692"/>
                  <a:gd name="connsiteY1" fmla="*/ 181838 h 208574"/>
                  <a:gd name="connsiteX2" fmla="*/ 263454 w 268692"/>
                  <a:gd name="connsiteY2" fmla="*/ 201986 h 208574"/>
                  <a:gd name="connsiteX3" fmla="*/ 161680 w 268692"/>
                  <a:gd name="connsiteY3" fmla="*/ 16461 h 208574"/>
                  <a:gd name="connsiteX4" fmla="*/ 9536 w 268692"/>
                  <a:gd name="connsiteY4" fmla="*/ 32144 h 208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692" h="208574">
                    <a:moveTo>
                      <a:pt x="9536" y="32144"/>
                    </a:moveTo>
                    <a:cubicBezTo>
                      <a:pt x="-20631" y="84039"/>
                      <a:pt x="21625" y="151670"/>
                      <a:pt x="124270" y="181838"/>
                    </a:cubicBezTo>
                    <a:cubicBezTo>
                      <a:pt x="226916" y="212005"/>
                      <a:pt x="245539" y="213367"/>
                      <a:pt x="263454" y="201986"/>
                    </a:cubicBezTo>
                    <a:cubicBezTo>
                      <a:pt x="281370" y="190605"/>
                      <a:pt x="254742" y="51203"/>
                      <a:pt x="161680" y="16461"/>
                    </a:cubicBezTo>
                    <a:cubicBezTo>
                      <a:pt x="42209" y="-28190"/>
                      <a:pt x="9536" y="32144"/>
                      <a:pt x="9536" y="32144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6" name="Forme libre : forme 735">
                <a:extLst>
                  <a:ext uri="{FF2B5EF4-FFF2-40B4-BE49-F238E27FC236}">
                    <a16:creationId xmlns:a16="http://schemas.microsoft.com/office/drawing/2014/main" id="{BF17D596-01F9-4BCD-AD35-6C1AD9171B8F}"/>
                  </a:ext>
                </a:extLst>
              </p:cNvPr>
              <p:cNvSpPr/>
              <p:nvPr/>
            </p:nvSpPr>
            <p:spPr>
              <a:xfrm>
                <a:off x="5327937" y="5724751"/>
                <a:ext cx="189757" cy="147113"/>
              </a:xfrm>
              <a:custGeom>
                <a:avLst/>
                <a:gdLst>
                  <a:gd name="connsiteX0" fmla="*/ 2360 w 189757"/>
                  <a:gd name="connsiteY0" fmla="*/ 50674 h 147113"/>
                  <a:gd name="connsiteX1" fmla="*/ 43691 w 189757"/>
                  <a:gd name="connsiteY1" fmla="*/ 95816 h 147113"/>
                  <a:gd name="connsiteX2" fmla="*/ 140400 w 189757"/>
                  <a:gd name="connsiteY2" fmla="*/ 144607 h 147113"/>
                  <a:gd name="connsiteX3" fmla="*/ 151672 w 189757"/>
                  <a:gd name="connsiteY3" fmla="*/ 147112 h 147113"/>
                  <a:gd name="connsiteX4" fmla="*/ 165722 w 189757"/>
                  <a:gd name="connsiteY4" fmla="*/ 142483 h 147113"/>
                  <a:gd name="connsiteX5" fmla="*/ 183419 w 189757"/>
                  <a:gd name="connsiteY5" fmla="*/ 130776 h 147113"/>
                  <a:gd name="connsiteX6" fmla="*/ 189028 w 189757"/>
                  <a:gd name="connsiteY6" fmla="*/ 111227 h 147113"/>
                  <a:gd name="connsiteX7" fmla="*/ 181949 w 189757"/>
                  <a:gd name="connsiteY7" fmla="*/ 100772 h 147113"/>
                  <a:gd name="connsiteX8" fmla="*/ 71244 w 189757"/>
                  <a:gd name="connsiteY8" fmla="*/ 12230 h 147113"/>
                  <a:gd name="connsiteX9" fmla="*/ 19459 w 189757"/>
                  <a:gd name="connsiteY9" fmla="*/ 1176 h 147113"/>
                  <a:gd name="connsiteX10" fmla="*/ 2360 w 189757"/>
                  <a:gd name="connsiteY10" fmla="*/ 50674 h 147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9757" h="147113">
                    <a:moveTo>
                      <a:pt x="2360" y="50674"/>
                    </a:moveTo>
                    <a:cubicBezTo>
                      <a:pt x="9276" y="70277"/>
                      <a:pt x="26483" y="84218"/>
                      <a:pt x="43691" y="95816"/>
                    </a:cubicBezTo>
                    <a:cubicBezTo>
                      <a:pt x="73695" y="116019"/>
                      <a:pt x="106258" y="132464"/>
                      <a:pt x="140400" y="144607"/>
                    </a:cubicBezTo>
                    <a:cubicBezTo>
                      <a:pt x="144049" y="145914"/>
                      <a:pt x="147806" y="147166"/>
                      <a:pt x="151672" y="147112"/>
                    </a:cubicBezTo>
                    <a:cubicBezTo>
                      <a:pt x="156628" y="147003"/>
                      <a:pt x="161256" y="144716"/>
                      <a:pt x="165722" y="142483"/>
                    </a:cubicBezTo>
                    <a:cubicBezTo>
                      <a:pt x="172093" y="139270"/>
                      <a:pt x="178573" y="136003"/>
                      <a:pt x="183419" y="130776"/>
                    </a:cubicBezTo>
                    <a:cubicBezTo>
                      <a:pt x="188266" y="125548"/>
                      <a:pt x="191206" y="117979"/>
                      <a:pt x="189028" y="111227"/>
                    </a:cubicBezTo>
                    <a:cubicBezTo>
                      <a:pt x="187721" y="107197"/>
                      <a:pt x="184780" y="103930"/>
                      <a:pt x="181949" y="100772"/>
                    </a:cubicBezTo>
                    <a:cubicBezTo>
                      <a:pt x="150202" y="65812"/>
                      <a:pt x="116604" y="29110"/>
                      <a:pt x="71244" y="12230"/>
                    </a:cubicBezTo>
                    <a:cubicBezTo>
                      <a:pt x="57849" y="7220"/>
                      <a:pt x="34052" y="-3562"/>
                      <a:pt x="19459" y="1176"/>
                    </a:cubicBezTo>
                    <a:cubicBezTo>
                      <a:pt x="781" y="7274"/>
                      <a:pt x="-3303" y="34719"/>
                      <a:pt x="2360" y="50674"/>
                    </a:cubicBezTo>
                    <a:close/>
                  </a:path>
                </a:pathLst>
              </a:custGeom>
              <a:solidFill>
                <a:srgbClr val="F9B950">
                  <a:alpha val="69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7" name="Forme libre : forme 736">
                <a:extLst>
                  <a:ext uri="{FF2B5EF4-FFF2-40B4-BE49-F238E27FC236}">
                    <a16:creationId xmlns:a16="http://schemas.microsoft.com/office/drawing/2014/main" id="{AD4CCAFF-79AC-4A81-A021-86CCA92F37D0}"/>
                  </a:ext>
                </a:extLst>
              </p:cNvPr>
              <p:cNvSpPr/>
              <p:nvPr/>
            </p:nvSpPr>
            <p:spPr>
              <a:xfrm>
                <a:off x="5358232" y="5716670"/>
                <a:ext cx="35612" cy="35612"/>
              </a:xfrm>
              <a:custGeom>
                <a:avLst/>
                <a:gdLst>
                  <a:gd name="connsiteX0" fmla="*/ 35613 w 35612"/>
                  <a:gd name="connsiteY0" fmla="*/ 17806 h 35612"/>
                  <a:gd name="connsiteX1" fmla="*/ 17806 w 35612"/>
                  <a:gd name="connsiteY1" fmla="*/ 35613 h 35612"/>
                  <a:gd name="connsiteX2" fmla="*/ 0 w 35612"/>
                  <a:gd name="connsiteY2" fmla="*/ 17806 h 35612"/>
                  <a:gd name="connsiteX3" fmla="*/ 17806 w 35612"/>
                  <a:gd name="connsiteY3" fmla="*/ 0 h 35612"/>
                  <a:gd name="connsiteX4" fmla="*/ 35613 w 35612"/>
                  <a:gd name="connsiteY4" fmla="*/ 17806 h 3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12" h="35612">
                    <a:moveTo>
                      <a:pt x="35613" y="17806"/>
                    </a:moveTo>
                    <a:cubicBezTo>
                      <a:pt x="35613" y="27641"/>
                      <a:pt x="27640" y="35613"/>
                      <a:pt x="17806" y="35613"/>
                    </a:cubicBezTo>
                    <a:cubicBezTo>
                      <a:pt x="7972" y="35613"/>
                      <a:pt x="0" y="27641"/>
                      <a:pt x="0" y="17806"/>
                    </a:cubicBezTo>
                    <a:cubicBezTo>
                      <a:pt x="0" y="7972"/>
                      <a:pt x="7972" y="0"/>
                      <a:pt x="17806" y="0"/>
                    </a:cubicBezTo>
                    <a:cubicBezTo>
                      <a:pt x="27640" y="0"/>
                      <a:pt x="35613" y="7972"/>
                      <a:pt x="35613" y="178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8" name="Forme libre : forme 737">
                <a:extLst>
                  <a:ext uri="{FF2B5EF4-FFF2-40B4-BE49-F238E27FC236}">
                    <a16:creationId xmlns:a16="http://schemas.microsoft.com/office/drawing/2014/main" id="{864F8D7D-9FF1-4101-8A58-496C5BE008C0}"/>
                  </a:ext>
                </a:extLst>
              </p:cNvPr>
              <p:cNvSpPr/>
              <p:nvPr/>
            </p:nvSpPr>
            <p:spPr>
              <a:xfrm>
                <a:off x="5412577" y="5716724"/>
                <a:ext cx="20474" cy="20474"/>
              </a:xfrm>
              <a:custGeom>
                <a:avLst/>
                <a:gdLst>
                  <a:gd name="connsiteX0" fmla="*/ 20475 w 20474"/>
                  <a:gd name="connsiteY0" fmla="*/ 10237 h 20474"/>
                  <a:gd name="connsiteX1" fmla="*/ 10237 w 20474"/>
                  <a:gd name="connsiteY1" fmla="*/ 20475 h 20474"/>
                  <a:gd name="connsiteX2" fmla="*/ 0 w 20474"/>
                  <a:gd name="connsiteY2" fmla="*/ 10237 h 20474"/>
                  <a:gd name="connsiteX3" fmla="*/ 10237 w 20474"/>
                  <a:gd name="connsiteY3" fmla="*/ 0 h 20474"/>
                  <a:gd name="connsiteX4" fmla="*/ 20475 w 20474"/>
                  <a:gd name="connsiteY4" fmla="*/ 10237 h 20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74" h="20474">
                    <a:moveTo>
                      <a:pt x="20475" y="10237"/>
                    </a:moveTo>
                    <a:cubicBezTo>
                      <a:pt x="20475" y="15891"/>
                      <a:pt x="15891" y="20475"/>
                      <a:pt x="10237" y="20475"/>
                    </a:cubicBezTo>
                    <a:cubicBezTo>
                      <a:pt x="4583" y="20475"/>
                      <a:pt x="0" y="15891"/>
                      <a:pt x="0" y="10237"/>
                    </a:cubicBezTo>
                    <a:cubicBezTo>
                      <a:pt x="0" y="4584"/>
                      <a:pt x="4583" y="0"/>
                      <a:pt x="10237" y="0"/>
                    </a:cubicBezTo>
                    <a:cubicBezTo>
                      <a:pt x="15891" y="0"/>
                      <a:pt x="20475" y="4583"/>
                      <a:pt x="20475" y="102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9" name="Forme libre : forme 738">
                <a:extLst>
                  <a:ext uri="{FF2B5EF4-FFF2-40B4-BE49-F238E27FC236}">
                    <a16:creationId xmlns:a16="http://schemas.microsoft.com/office/drawing/2014/main" id="{3071D38E-4307-4DCB-9DA0-6612FE221622}"/>
                  </a:ext>
                </a:extLst>
              </p:cNvPr>
              <p:cNvSpPr/>
              <p:nvPr/>
            </p:nvSpPr>
            <p:spPr>
              <a:xfrm>
                <a:off x="5307583" y="5692367"/>
                <a:ext cx="268692" cy="208574"/>
              </a:xfrm>
              <a:custGeom>
                <a:avLst/>
                <a:gdLst>
                  <a:gd name="connsiteX0" fmla="*/ 9536 w 268692"/>
                  <a:gd name="connsiteY0" fmla="*/ 32144 h 208574"/>
                  <a:gd name="connsiteX1" fmla="*/ 124270 w 268692"/>
                  <a:gd name="connsiteY1" fmla="*/ 181838 h 208574"/>
                  <a:gd name="connsiteX2" fmla="*/ 263454 w 268692"/>
                  <a:gd name="connsiteY2" fmla="*/ 201986 h 208574"/>
                  <a:gd name="connsiteX3" fmla="*/ 161680 w 268692"/>
                  <a:gd name="connsiteY3" fmla="*/ 16461 h 208574"/>
                  <a:gd name="connsiteX4" fmla="*/ 9536 w 268692"/>
                  <a:gd name="connsiteY4" fmla="*/ 32144 h 208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692" h="208574">
                    <a:moveTo>
                      <a:pt x="9536" y="32144"/>
                    </a:moveTo>
                    <a:cubicBezTo>
                      <a:pt x="-20631" y="84039"/>
                      <a:pt x="21625" y="151670"/>
                      <a:pt x="124270" y="181838"/>
                    </a:cubicBezTo>
                    <a:cubicBezTo>
                      <a:pt x="226916" y="212005"/>
                      <a:pt x="245539" y="213367"/>
                      <a:pt x="263454" y="201986"/>
                    </a:cubicBezTo>
                    <a:cubicBezTo>
                      <a:pt x="281370" y="190605"/>
                      <a:pt x="254742" y="51203"/>
                      <a:pt x="161680" y="16461"/>
                    </a:cubicBezTo>
                    <a:cubicBezTo>
                      <a:pt x="42209" y="-28190"/>
                      <a:pt x="9536" y="32144"/>
                      <a:pt x="9536" y="32144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40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694324" y="5642866"/>
              <a:ext cx="144288" cy="222665"/>
              <a:chOff x="5694324" y="5642866"/>
              <a:chExt cx="144288" cy="222665"/>
            </a:xfrm>
            <a:solidFill>
              <a:schemeClr val="accent1"/>
            </a:solidFill>
          </p:grpSpPr>
          <p:sp>
            <p:nvSpPr>
              <p:cNvPr id="741" name="Forme libre : forme 740">
                <a:extLst>
                  <a:ext uri="{FF2B5EF4-FFF2-40B4-BE49-F238E27FC236}">
                    <a16:creationId xmlns:a16="http://schemas.microsoft.com/office/drawing/2014/main" id="{86DE360B-5F22-4B60-A6D1-D500F06D2A8F}"/>
                  </a:ext>
                </a:extLst>
              </p:cNvPr>
              <p:cNvSpPr/>
              <p:nvPr/>
            </p:nvSpPr>
            <p:spPr>
              <a:xfrm>
                <a:off x="5694324" y="5642866"/>
                <a:ext cx="144288" cy="222665"/>
              </a:xfrm>
              <a:custGeom>
                <a:avLst/>
                <a:gdLst>
                  <a:gd name="connsiteX0" fmla="*/ 20635 w 144288"/>
                  <a:gd name="connsiteY0" fmla="*/ 221320 h 222665"/>
                  <a:gd name="connsiteX1" fmla="*/ 12794 w 144288"/>
                  <a:gd name="connsiteY1" fmla="*/ 65909 h 222665"/>
                  <a:gd name="connsiteX2" fmla="*/ 116202 w 144288"/>
                  <a:gd name="connsiteY2" fmla="*/ 5574 h 222665"/>
                  <a:gd name="connsiteX3" fmla="*/ 97252 w 144288"/>
                  <a:gd name="connsiteY3" fmla="*/ 176994 h 222665"/>
                  <a:gd name="connsiteX4" fmla="*/ 20635 w 144288"/>
                  <a:gd name="connsiteY4" fmla="*/ 221320 h 22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288" h="222665">
                    <a:moveTo>
                      <a:pt x="20635" y="221320"/>
                    </a:moveTo>
                    <a:cubicBezTo>
                      <a:pt x="-10621" y="215983"/>
                      <a:pt x="-493" y="106967"/>
                      <a:pt x="12794" y="65909"/>
                    </a:cubicBezTo>
                    <a:cubicBezTo>
                      <a:pt x="26081" y="24850"/>
                      <a:pt x="59080" y="-14956"/>
                      <a:pt x="116202" y="5574"/>
                    </a:cubicBezTo>
                    <a:cubicBezTo>
                      <a:pt x="173324" y="26103"/>
                      <a:pt x="131067" y="135936"/>
                      <a:pt x="97252" y="176994"/>
                    </a:cubicBezTo>
                    <a:cubicBezTo>
                      <a:pt x="63490" y="218053"/>
                      <a:pt x="50313" y="226438"/>
                      <a:pt x="20635" y="221320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2" name="Forme libre : forme 741">
                <a:extLst>
                  <a:ext uri="{FF2B5EF4-FFF2-40B4-BE49-F238E27FC236}">
                    <a16:creationId xmlns:a16="http://schemas.microsoft.com/office/drawing/2014/main" id="{E31FFDD5-BD34-4F0C-9603-46357A35A510}"/>
                  </a:ext>
                </a:extLst>
              </p:cNvPr>
              <p:cNvSpPr/>
              <p:nvPr/>
            </p:nvSpPr>
            <p:spPr>
              <a:xfrm>
                <a:off x="5703803" y="5661932"/>
                <a:ext cx="86588" cy="160450"/>
              </a:xfrm>
              <a:custGeom>
                <a:avLst/>
                <a:gdLst>
                  <a:gd name="connsiteX0" fmla="*/ 6364 w 86588"/>
                  <a:gd name="connsiteY0" fmla="*/ 75376 h 160450"/>
                  <a:gd name="connsiteX1" fmla="*/ 4240 w 86588"/>
                  <a:gd name="connsiteY1" fmla="*/ 151665 h 160450"/>
                  <a:gd name="connsiteX2" fmla="*/ 10066 w 86588"/>
                  <a:gd name="connsiteY2" fmla="*/ 159942 h 160450"/>
                  <a:gd name="connsiteX3" fmla="*/ 19160 w 86588"/>
                  <a:gd name="connsiteY3" fmla="*/ 158418 h 160450"/>
                  <a:gd name="connsiteX4" fmla="*/ 35333 w 86588"/>
                  <a:gd name="connsiteY4" fmla="*/ 133206 h 160450"/>
                  <a:gd name="connsiteX5" fmla="*/ 39907 w 86588"/>
                  <a:gd name="connsiteY5" fmla="*/ 102820 h 160450"/>
                  <a:gd name="connsiteX6" fmla="*/ 57768 w 86588"/>
                  <a:gd name="connsiteY6" fmla="*/ 64049 h 160450"/>
                  <a:gd name="connsiteX7" fmla="*/ 86193 w 86588"/>
                  <a:gd name="connsiteY7" fmla="*/ 26476 h 160450"/>
                  <a:gd name="connsiteX8" fmla="*/ 64792 w 86588"/>
                  <a:gd name="connsiteY8" fmla="*/ 11 h 160450"/>
                  <a:gd name="connsiteX9" fmla="*/ 6364 w 86588"/>
                  <a:gd name="connsiteY9" fmla="*/ 75376 h 160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588" h="160450">
                    <a:moveTo>
                      <a:pt x="6364" y="75376"/>
                    </a:moveTo>
                    <a:cubicBezTo>
                      <a:pt x="483" y="100424"/>
                      <a:pt x="-3384" y="127052"/>
                      <a:pt x="4240" y="151665"/>
                    </a:cubicBezTo>
                    <a:cubicBezTo>
                      <a:pt x="5275" y="154987"/>
                      <a:pt x="6799" y="158635"/>
                      <a:pt x="10066" y="159942"/>
                    </a:cubicBezTo>
                    <a:cubicBezTo>
                      <a:pt x="13007" y="161140"/>
                      <a:pt x="16437" y="160051"/>
                      <a:pt x="19160" y="158418"/>
                    </a:cubicBezTo>
                    <a:cubicBezTo>
                      <a:pt x="27982" y="153190"/>
                      <a:pt x="32937" y="143225"/>
                      <a:pt x="35333" y="133206"/>
                    </a:cubicBezTo>
                    <a:cubicBezTo>
                      <a:pt x="37675" y="123240"/>
                      <a:pt x="37947" y="112840"/>
                      <a:pt x="39907" y="102820"/>
                    </a:cubicBezTo>
                    <a:cubicBezTo>
                      <a:pt x="42630" y="88717"/>
                      <a:pt x="48838" y="75321"/>
                      <a:pt x="57768" y="64049"/>
                    </a:cubicBezTo>
                    <a:cubicBezTo>
                      <a:pt x="66699" y="52777"/>
                      <a:pt x="83416" y="41451"/>
                      <a:pt x="86193" y="26476"/>
                    </a:cubicBezTo>
                    <a:cubicBezTo>
                      <a:pt x="88752" y="12862"/>
                      <a:pt x="78569" y="338"/>
                      <a:pt x="64792" y="11"/>
                    </a:cubicBezTo>
                    <a:cubicBezTo>
                      <a:pt x="29125" y="-860"/>
                      <a:pt x="12680" y="48475"/>
                      <a:pt x="6364" y="75376"/>
                    </a:cubicBezTo>
                    <a:close/>
                  </a:path>
                </a:pathLst>
              </a:custGeom>
              <a:solidFill>
                <a:srgbClr val="F9B950">
                  <a:alpha val="69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3" name="Forme libre : forme 742">
                <a:extLst>
                  <a:ext uri="{FF2B5EF4-FFF2-40B4-BE49-F238E27FC236}">
                    <a16:creationId xmlns:a16="http://schemas.microsoft.com/office/drawing/2014/main" id="{2EC78637-A003-4D44-9B61-25FC070CA2AF}"/>
                  </a:ext>
                </a:extLst>
              </p:cNvPr>
              <p:cNvSpPr/>
              <p:nvPr/>
            </p:nvSpPr>
            <p:spPr>
              <a:xfrm>
                <a:off x="5774749" y="5656335"/>
                <a:ext cx="27117" cy="27117"/>
              </a:xfrm>
              <a:custGeom>
                <a:avLst/>
                <a:gdLst>
                  <a:gd name="connsiteX0" fmla="*/ 27118 w 27117"/>
                  <a:gd name="connsiteY0" fmla="*/ 13559 h 27117"/>
                  <a:gd name="connsiteX1" fmla="*/ 13559 w 27117"/>
                  <a:gd name="connsiteY1" fmla="*/ 27118 h 27117"/>
                  <a:gd name="connsiteX2" fmla="*/ 0 w 27117"/>
                  <a:gd name="connsiteY2" fmla="*/ 13559 h 27117"/>
                  <a:gd name="connsiteX3" fmla="*/ 13559 w 27117"/>
                  <a:gd name="connsiteY3" fmla="*/ 0 h 27117"/>
                  <a:gd name="connsiteX4" fmla="*/ 27118 w 27117"/>
                  <a:gd name="connsiteY4" fmla="*/ 13559 h 27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17" h="27117">
                    <a:moveTo>
                      <a:pt x="27118" y="13559"/>
                    </a:moveTo>
                    <a:cubicBezTo>
                      <a:pt x="27118" y="21047"/>
                      <a:pt x="21047" y="27118"/>
                      <a:pt x="13559" y="27118"/>
                    </a:cubicBezTo>
                    <a:cubicBezTo>
                      <a:pt x="6071" y="27118"/>
                      <a:pt x="0" y="21047"/>
                      <a:pt x="0" y="13559"/>
                    </a:cubicBezTo>
                    <a:cubicBezTo>
                      <a:pt x="0" y="6071"/>
                      <a:pt x="6071" y="0"/>
                      <a:pt x="13559" y="0"/>
                    </a:cubicBezTo>
                    <a:cubicBezTo>
                      <a:pt x="21047" y="0"/>
                      <a:pt x="27118" y="6071"/>
                      <a:pt x="27118" y="135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4" name="Forme libre : forme 743">
                <a:extLst>
                  <a:ext uri="{FF2B5EF4-FFF2-40B4-BE49-F238E27FC236}">
                    <a16:creationId xmlns:a16="http://schemas.microsoft.com/office/drawing/2014/main" id="{9B29EC44-9E62-4647-8C85-44F67CE4E531}"/>
                  </a:ext>
                </a:extLst>
              </p:cNvPr>
              <p:cNvSpPr/>
              <p:nvPr/>
            </p:nvSpPr>
            <p:spPr>
              <a:xfrm>
                <a:off x="5807312" y="5683453"/>
                <a:ext cx="13286" cy="13286"/>
              </a:xfrm>
              <a:custGeom>
                <a:avLst/>
                <a:gdLst>
                  <a:gd name="connsiteX0" fmla="*/ 13287 w 13286"/>
                  <a:gd name="connsiteY0" fmla="*/ 6643 h 13286"/>
                  <a:gd name="connsiteX1" fmla="*/ 6643 w 13286"/>
                  <a:gd name="connsiteY1" fmla="*/ 13286 h 13286"/>
                  <a:gd name="connsiteX2" fmla="*/ 0 w 13286"/>
                  <a:gd name="connsiteY2" fmla="*/ 6643 h 13286"/>
                  <a:gd name="connsiteX3" fmla="*/ 6643 w 13286"/>
                  <a:gd name="connsiteY3" fmla="*/ 0 h 13286"/>
                  <a:gd name="connsiteX4" fmla="*/ 13287 w 13286"/>
                  <a:gd name="connsiteY4" fmla="*/ 6643 h 13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86" h="13286">
                    <a:moveTo>
                      <a:pt x="13287" y="6643"/>
                    </a:moveTo>
                    <a:cubicBezTo>
                      <a:pt x="13287" y="10312"/>
                      <a:pt x="10312" y="13286"/>
                      <a:pt x="6643" y="13286"/>
                    </a:cubicBezTo>
                    <a:cubicBezTo>
                      <a:pt x="2974" y="13286"/>
                      <a:pt x="0" y="10312"/>
                      <a:pt x="0" y="6643"/>
                    </a:cubicBezTo>
                    <a:cubicBezTo>
                      <a:pt x="0" y="2974"/>
                      <a:pt x="2974" y="0"/>
                      <a:pt x="6643" y="0"/>
                    </a:cubicBezTo>
                    <a:cubicBezTo>
                      <a:pt x="10312" y="0"/>
                      <a:pt x="13287" y="2974"/>
                      <a:pt x="13287" y="66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5" name="Forme libre : forme 744">
                <a:extLst>
                  <a:ext uri="{FF2B5EF4-FFF2-40B4-BE49-F238E27FC236}">
                    <a16:creationId xmlns:a16="http://schemas.microsoft.com/office/drawing/2014/main" id="{8E150624-16FD-4118-90C2-BDCEE0DFE3F8}"/>
                  </a:ext>
                </a:extLst>
              </p:cNvPr>
              <p:cNvSpPr/>
              <p:nvPr/>
            </p:nvSpPr>
            <p:spPr>
              <a:xfrm>
                <a:off x="5694324" y="5642866"/>
                <a:ext cx="144288" cy="222665"/>
              </a:xfrm>
              <a:custGeom>
                <a:avLst/>
                <a:gdLst>
                  <a:gd name="connsiteX0" fmla="*/ 20635 w 144288"/>
                  <a:gd name="connsiteY0" fmla="*/ 221320 h 222665"/>
                  <a:gd name="connsiteX1" fmla="*/ 12794 w 144288"/>
                  <a:gd name="connsiteY1" fmla="*/ 65909 h 222665"/>
                  <a:gd name="connsiteX2" fmla="*/ 116202 w 144288"/>
                  <a:gd name="connsiteY2" fmla="*/ 5574 h 222665"/>
                  <a:gd name="connsiteX3" fmla="*/ 97252 w 144288"/>
                  <a:gd name="connsiteY3" fmla="*/ 176994 h 222665"/>
                  <a:gd name="connsiteX4" fmla="*/ 20635 w 144288"/>
                  <a:gd name="connsiteY4" fmla="*/ 221320 h 22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288" h="222665">
                    <a:moveTo>
                      <a:pt x="20635" y="221320"/>
                    </a:moveTo>
                    <a:cubicBezTo>
                      <a:pt x="-10621" y="215983"/>
                      <a:pt x="-493" y="106967"/>
                      <a:pt x="12794" y="65909"/>
                    </a:cubicBezTo>
                    <a:cubicBezTo>
                      <a:pt x="26081" y="24850"/>
                      <a:pt x="59080" y="-14956"/>
                      <a:pt x="116202" y="5574"/>
                    </a:cubicBezTo>
                    <a:cubicBezTo>
                      <a:pt x="173324" y="26103"/>
                      <a:pt x="131067" y="135936"/>
                      <a:pt x="97252" y="176994"/>
                    </a:cubicBezTo>
                    <a:cubicBezTo>
                      <a:pt x="63490" y="218053"/>
                      <a:pt x="50313" y="226438"/>
                      <a:pt x="20635" y="221320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46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5769941" y="5723803"/>
              <a:ext cx="203807" cy="183465"/>
              <a:chOff x="5769941" y="5723803"/>
              <a:chExt cx="203807" cy="183465"/>
            </a:xfrm>
            <a:solidFill>
              <a:schemeClr val="accent1"/>
            </a:solidFill>
          </p:grpSpPr>
          <p:sp>
            <p:nvSpPr>
              <p:cNvPr id="747" name="Forme libre : forme 746">
                <a:extLst>
                  <a:ext uri="{FF2B5EF4-FFF2-40B4-BE49-F238E27FC236}">
                    <a16:creationId xmlns:a16="http://schemas.microsoft.com/office/drawing/2014/main" id="{7DF82BB9-7BC9-4524-A88F-876BFAD0E1AD}"/>
                  </a:ext>
                </a:extLst>
              </p:cNvPr>
              <p:cNvSpPr/>
              <p:nvPr/>
            </p:nvSpPr>
            <p:spPr>
              <a:xfrm>
                <a:off x="5769941" y="5723803"/>
                <a:ext cx="203807" cy="183465"/>
              </a:xfrm>
              <a:custGeom>
                <a:avLst/>
                <a:gdLst>
                  <a:gd name="connsiteX0" fmla="*/ 5733 w 203807"/>
                  <a:gd name="connsiteY0" fmla="*/ 169896 h 183465"/>
                  <a:gd name="connsiteX1" fmla="*/ 74073 w 203807"/>
                  <a:gd name="connsiteY1" fmla="*/ 30113 h 183465"/>
                  <a:gd name="connsiteX2" fmla="*/ 193817 w 203807"/>
                  <a:gd name="connsiteY2" fmla="*/ 27336 h 183465"/>
                  <a:gd name="connsiteX3" fmla="*/ 94275 w 203807"/>
                  <a:gd name="connsiteY3" fmla="*/ 168208 h 183465"/>
                  <a:gd name="connsiteX4" fmla="*/ 5733 w 203807"/>
                  <a:gd name="connsiteY4" fmla="*/ 169896 h 18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807" h="183465">
                    <a:moveTo>
                      <a:pt x="5733" y="169896"/>
                    </a:moveTo>
                    <a:cubicBezTo>
                      <a:pt x="-19043" y="150129"/>
                      <a:pt x="42599" y="59627"/>
                      <a:pt x="74073" y="30113"/>
                    </a:cubicBezTo>
                    <a:cubicBezTo>
                      <a:pt x="105547" y="599"/>
                      <a:pt x="153739" y="-18242"/>
                      <a:pt x="193817" y="27336"/>
                    </a:cubicBezTo>
                    <a:cubicBezTo>
                      <a:pt x="233895" y="72913"/>
                      <a:pt x="143720" y="148604"/>
                      <a:pt x="94275" y="168208"/>
                    </a:cubicBezTo>
                    <a:cubicBezTo>
                      <a:pt x="44831" y="187757"/>
                      <a:pt x="29312" y="188737"/>
                      <a:pt x="5733" y="169896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8" name="Forme libre : forme 747">
                <a:extLst>
                  <a:ext uri="{FF2B5EF4-FFF2-40B4-BE49-F238E27FC236}">
                    <a16:creationId xmlns:a16="http://schemas.microsoft.com/office/drawing/2014/main" id="{5A42A4AB-7512-43E5-83AD-1AF47271F075}"/>
                  </a:ext>
                </a:extLst>
              </p:cNvPr>
              <p:cNvSpPr/>
              <p:nvPr/>
            </p:nvSpPr>
            <p:spPr>
              <a:xfrm>
                <a:off x="5793634" y="5737670"/>
                <a:ext cx="138034" cy="121516"/>
              </a:xfrm>
              <a:custGeom>
                <a:avLst/>
                <a:gdLst>
                  <a:gd name="connsiteX0" fmla="*/ 39326 w 138034"/>
                  <a:gd name="connsiteY0" fmla="*/ 42656 h 121516"/>
                  <a:gd name="connsiteX1" fmla="*/ 555 w 138034"/>
                  <a:gd name="connsiteY1" fmla="*/ 108382 h 121516"/>
                  <a:gd name="connsiteX2" fmla="*/ 1644 w 138034"/>
                  <a:gd name="connsiteY2" fmla="*/ 118456 h 121516"/>
                  <a:gd name="connsiteX3" fmla="*/ 10356 w 138034"/>
                  <a:gd name="connsiteY3" fmla="*/ 121505 h 121516"/>
                  <a:gd name="connsiteX4" fmla="*/ 36712 w 138034"/>
                  <a:gd name="connsiteY4" fmla="*/ 107292 h 121516"/>
                  <a:gd name="connsiteX5" fmla="*/ 55444 w 138034"/>
                  <a:gd name="connsiteY5" fmla="*/ 82897 h 121516"/>
                  <a:gd name="connsiteX6" fmla="*/ 89804 w 138034"/>
                  <a:gd name="connsiteY6" fmla="*/ 57576 h 121516"/>
                  <a:gd name="connsiteX7" fmla="*/ 132877 w 138034"/>
                  <a:gd name="connsiteY7" fmla="*/ 38463 h 121516"/>
                  <a:gd name="connsiteX8" fmla="*/ 126942 w 138034"/>
                  <a:gd name="connsiteY8" fmla="*/ 4974 h 121516"/>
                  <a:gd name="connsiteX9" fmla="*/ 39326 w 138034"/>
                  <a:gd name="connsiteY9" fmla="*/ 42656 h 121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8034" h="121516">
                    <a:moveTo>
                      <a:pt x="39326" y="42656"/>
                    </a:moveTo>
                    <a:cubicBezTo>
                      <a:pt x="22009" y="61715"/>
                      <a:pt x="5782" y="83169"/>
                      <a:pt x="555" y="108382"/>
                    </a:cubicBezTo>
                    <a:cubicBezTo>
                      <a:pt x="-153" y="111812"/>
                      <a:pt x="-535" y="115733"/>
                      <a:pt x="1644" y="118456"/>
                    </a:cubicBezTo>
                    <a:cubicBezTo>
                      <a:pt x="3604" y="120960"/>
                      <a:pt x="7144" y="121614"/>
                      <a:pt x="10356" y="121505"/>
                    </a:cubicBezTo>
                    <a:cubicBezTo>
                      <a:pt x="20594" y="121178"/>
                      <a:pt x="29796" y="114862"/>
                      <a:pt x="36712" y="107292"/>
                    </a:cubicBezTo>
                    <a:cubicBezTo>
                      <a:pt x="43627" y="99724"/>
                      <a:pt x="48855" y="90739"/>
                      <a:pt x="55444" y="82897"/>
                    </a:cubicBezTo>
                    <a:cubicBezTo>
                      <a:pt x="64647" y="71897"/>
                      <a:pt x="76572" y="63130"/>
                      <a:pt x="89804" y="57576"/>
                    </a:cubicBezTo>
                    <a:cubicBezTo>
                      <a:pt x="103091" y="52022"/>
                      <a:pt x="123185" y="50225"/>
                      <a:pt x="132877" y="38463"/>
                    </a:cubicBezTo>
                    <a:cubicBezTo>
                      <a:pt x="141699" y="27790"/>
                      <a:pt x="138867" y="11890"/>
                      <a:pt x="126942" y="4974"/>
                    </a:cubicBezTo>
                    <a:cubicBezTo>
                      <a:pt x="96121" y="-13050"/>
                      <a:pt x="57840" y="22181"/>
                      <a:pt x="39326" y="42656"/>
                    </a:cubicBezTo>
                    <a:close/>
                  </a:path>
                </a:pathLst>
              </a:custGeom>
              <a:solidFill>
                <a:srgbClr val="F9B950">
                  <a:alpha val="69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9" name="Forme libre : forme 748">
                <a:extLst>
                  <a:ext uri="{FF2B5EF4-FFF2-40B4-BE49-F238E27FC236}">
                    <a16:creationId xmlns:a16="http://schemas.microsoft.com/office/drawing/2014/main" id="{6527EFC0-5C4E-481C-BD95-006B7AC3E73E}"/>
                  </a:ext>
                </a:extLst>
              </p:cNvPr>
              <p:cNvSpPr/>
              <p:nvPr/>
            </p:nvSpPr>
            <p:spPr>
              <a:xfrm>
                <a:off x="5920359" y="5745585"/>
                <a:ext cx="27117" cy="27117"/>
              </a:xfrm>
              <a:custGeom>
                <a:avLst/>
                <a:gdLst>
                  <a:gd name="connsiteX0" fmla="*/ 27118 w 27117"/>
                  <a:gd name="connsiteY0" fmla="*/ 13559 h 27117"/>
                  <a:gd name="connsiteX1" fmla="*/ 13559 w 27117"/>
                  <a:gd name="connsiteY1" fmla="*/ 27118 h 27117"/>
                  <a:gd name="connsiteX2" fmla="*/ 0 w 27117"/>
                  <a:gd name="connsiteY2" fmla="*/ 13559 h 27117"/>
                  <a:gd name="connsiteX3" fmla="*/ 13559 w 27117"/>
                  <a:gd name="connsiteY3" fmla="*/ 0 h 27117"/>
                  <a:gd name="connsiteX4" fmla="*/ 27118 w 27117"/>
                  <a:gd name="connsiteY4" fmla="*/ 13559 h 27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17" h="27117">
                    <a:moveTo>
                      <a:pt x="27118" y="13559"/>
                    </a:moveTo>
                    <a:cubicBezTo>
                      <a:pt x="27118" y="21048"/>
                      <a:pt x="21048" y="27118"/>
                      <a:pt x="13559" y="27118"/>
                    </a:cubicBezTo>
                    <a:cubicBezTo>
                      <a:pt x="6071" y="27118"/>
                      <a:pt x="0" y="21048"/>
                      <a:pt x="0" y="13559"/>
                    </a:cubicBezTo>
                    <a:cubicBezTo>
                      <a:pt x="0" y="6071"/>
                      <a:pt x="6071" y="0"/>
                      <a:pt x="13559" y="0"/>
                    </a:cubicBezTo>
                    <a:cubicBezTo>
                      <a:pt x="21048" y="0"/>
                      <a:pt x="27118" y="6071"/>
                      <a:pt x="27118" y="135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0" name="Forme libre : forme 749">
                <a:extLst>
                  <a:ext uri="{FF2B5EF4-FFF2-40B4-BE49-F238E27FC236}">
                    <a16:creationId xmlns:a16="http://schemas.microsoft.com/office/drawing/2014/main" id="{792E1530-5A71-4965-9799-0941A2DE5C9F}"/>
                  </a:ext>
                </a:extLst>
              </p:cNvPr>
              <p:cNvSpPr/>
              <p:nvPr/>
            </p:nvSpPr>
            <p:spPr>
              <a:xfrm>
                <a:off x="5939962" y="5782613"/>
                <a:ext cx="13286" cy="13286"/>
              </a:xfrm>
              <a:custGeom>
                <a:avLst/>
                <a:gdLst>
                  <a:gd name="connsiteX0" fmla="*/ 13287 w 13286"/>
                  <a:gd name="connsiteY0" fmla="*/ 6643 h 13286"/>
                  <a:gd name="connsiteX1" fmla="*/ 6644 w 13286"/>
                  <a:gd name="connsiteY1" fmla="*/ 13287 h 13286"/>
                  <a:gd name="connsiteX2" fmla="*/ 0 w 13286"/>
                  <a:gd name="connsiteY2" fmla="*/ 6643 h 13286"/>
                  <a:gd name="connsiteX3" fmla="*/ 6644 w 13286"/>
                  <a:gd name="connsiteY3" fmla="*/ 0 h 13286"/>
                  <a:gd name="connsiteX4" fmla="*/ 13287 w 13286"/>
                  <a:gd name="connsiteY4" fmla="*/ 6643 h 13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86" h="13286">
                    <a:moveTo>
                      <a:pt x="13287" y="6643"/>
                    </a:moveTo>
                    <a:cubicBezTo>
                      <a:pt x="13287" y="10312"/>
                      <a:pt x="10313" y="13287"/>
                      <a:pt x="6644" y="13287"/>
                    </a:cubicBezTo>
                    <a:cubicBezTo>
                      <a:pt x="2975" y="13287"/>
                      <a:pt x="0" y="10312"/>
                      <a:pt x="0" y="6643"/>
                    </a:cubicBezTo>
                    <a:cubicBezTo>
                      <a:pt x="0" y="2974"/>
                      <a:pt x="2975" y="0"/>
                      <a:pt x="6644" y="0"/>
                    </a:cubicBezTo>
                    <a:cubicBezTo>
                      <a:pt x="10313" y="0"/>
                      <a:pt x="13287" y="2974"/>
                      <a:pt x="13287" y="66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1" name="Forme libre : forme 750">
                <a:extLst>
                  <a:ext uri="{FF2B5EF4-FFF2-40B4-BE49-F238E27FC236}">
                    <a16:creationId xmlns:a16="http://schemas.microsoft.com/office/drawing/2014/main" id="{3DC2DA52-7F8B-452F-A895-EF7FF426071D}"/>
                  </a:ext>
                </a:extLst>
              </p:cNvPr>
              <p:cNvSpPr/>
              <p:nvPr/>
            </p:nvSpPr>
            <p:spPr>
              <a:xfrm>
                <a:off x="5769941" y="5723803"/>
                <a:ext cx="203807" cy="183465"/>
              </a:xfrm>
              <a:custGeom>
                <a:avLst/>
                <a:gdLst>
                  <a:gd name="connsiteX0" fmla="*/ 5733 w 203807"/>
                  <a:gd name="connsiteY0" fmla="*/ 169896 h 183465"/>
                  <a:gd name="connsiteX1" fmla="*/ 74073 w 203807"/>
                  <a:gd name="connsiteY1" fmla="*/ 30113 h 183465"/>
                  <a:gd name="connsiteX2" fmla="*/ 193817 w 203807"/>
                  <a:gd name="connsiteY2" fmla="*/ 27336 h 183465"/>
                  <a:gd name="connsiteX3" fmla="*/ 94275 w 203807"/>
                  <a:gd name="connsiteY3" fmla="*/ 168208 h 183465"/>
                  <a:gd name="connsiteX4" fmla="*/ 5733 w 203807"/>
                  <a:gd name="connsiteY4" fmla="*/ 169896 h 18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807" h="183465">
                    <a:moveTo>
                      <a:pt x="5733" y="169896"/>
                    </a:moveTo>
                    <a:cubicBezTo>
                      <a:pt x="-19043" y="150129"/>
                      <a:pt x="42599" y="59627"/>
                      <a:pt x="74073" y="30113"/>
                    </a:cubicBezTo>
                    <a:cubicBezTo>
                      <a:pt x="105547" y="599"/>
                      <a:pt x="153739" y="-18242"/>
                      <a:pt x="193817" y="27336"/>
                    </a:cubicBezTo>
                    <a:cubicBezTo>
                      <a:pt x="233895" y="72913"/>
                      <a:pt x="143720" y="148604"/>
                      <a:pt x="94275" y="168208"/>
                    </a:cubicBezTo>
                    <a:cubicBezTo>
                      <a:pt x="44831" y="187757"/>
                      <a:pt x="29312" y="188737"/>
                      <a:pt x="5733" y="169896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52" name="dimorphic-fungal-hyphae-with-microconidia">
            <a:extLst>
              <a:ext uri="{FF2B5EF4-FFF2-40B4-BE49-F238E27FC236}">
                <a16:creationId xmlns:a16="http://schemas.microsoft.com/office/drawing/2014/main" id="{49F33AAF-9D64-4980-95A6-26CA68342C7F}"/>
              </a:ext>
            </a:extLst>
          </p:cNvPr>
          <p:cNvGrpSpPr/>
          <p:nvPr/>
        </p:nvGrpSpPr>
        <p:grpSpPr>
          <a:xfrm>
            <a:off x="6444264" y="5593482"/>
            <a:ext cx="1423972" cy="647986"/>
            <a:chOff x="4102691" y="5953870"/>
            <a:chExt cx="1014038" cy="482950"/>
          </a:xfrm>
          <a:solidFill>
            <a:schemeClr val="accent1"/>
          </a:solidFill>
        </p:grpSpPr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18FC7B85-2802-4E02-BA3D-ACC370E5844B}"/>
                </a:ext>
              </a:extLst>
            </p:cNvPr>
            <p:cNvSpPr/>
            <p:nvPr/>
          </p:nvSpPr>
          <p:spPr>
            <a:xfrm>
              <a:off x="4178272" y="6035987"/>
              <a:ext cx="938347" cy="341316"/>
            </a:xfrm>
            <a:custGeom>
              <a:avLst/>
              <a:gdLst>
                <a:gd name="connsiteX0" fmla="*/ 918200 w 938347"/>
                <a:gd name="connsiteY0" fmla="*/ 31474 h 341316"/>
                <a:gd name="connsiteX1" fmla="*/ 606125 w 938347"/>
                <a:gd name="connsiteY1" fmla="*/ 131288 h 341316"/>
                <a:gd name="connsiteX2" fmla="*/ 508707 w 938347"/>
                <a:gd name="connsiteY2" fmla="*/ 148060 h 341316"/>
                <a:gd name="connsiteX3" fmla="*/ 486490 w 938347"/>
                <a:gd name="connsiteY3" fmla="*/ 152906 h 341316"/>
                <a:gd name="connsiteX4" fmla="*/ 489322 w 938347"/>
                <a:gd name="connsiteY4" fmla="*/ 9638 h 341316"/>
                <a:gd name="connsiteX5" fmla="*/ 468085 w 938347"/>
                <a:gd name="connsiteY5" fmla="*/ 4846 h 341316"/>
                <a:gd name="connsiteX6" fmla="*/ 446848 w 938347"/>
                <a:gd name="connsiteY6" fmla="*/ 0 h 341316"/>
                <a:gd name="connsiteX7" fmla="*/ 443690 w 938347"/>
                <a:gd name="connsiteY7" fmla="*/ 161510 h 341316"/>
                <a:gd name="connsiteX8" fmla="*/ 302273 w 938347"/>
                <a:gd name="connsiteY8" fmla="*/ 178336 h 341316"/>
                <a:gd name="connsiteX9" fmla="*/ 23960 w 938347"/>
                <a:gd name="connsiteY9" fmla="*/ 102537 h 341316"/>
                <a:gd name="connsiteX10" fmla="*/ 11980 w 938347"/>
                <a:gd name="connsiteY10" fmla="*/ 120724 h 341316"/>
                <a:gd name="connsiteX11" fmla="*/ 0 w 938347"/>
                <a:gd name="connsiteY11" fmla="*/ 138912 h 341316"/>
                <a:gd name="connsiteX12" fmla="*/ 276952 w 938347"/>
                <a:gd name="connsiteY12" fmla="*/ 222498 h 341316"/>
                <a:gd name="connsiteX13" fmla="*/ 267858 w 938347"/>
                <a:gd name="connsiteY13" fmla="*/ 296120 h 341316"/>
                <a:gd name="connsiteX14" fmla="*/ 265353 w 938347"/>
                <a:gd name="connsiteY14" fmla="*/ 319100 h 341316"/>
                <a:gd name="connsiteX15" fmla="*/ 272106 w 938347"/>
                <a:gd name="connsiteY15" fmla="*/ 308209 h 341316"/>
                <a:gd name="connsiteX16" fmla="*/ 300422 w 938347"/>
                <a:gd name="connsiteY16" fmla="*/ 341316 h 341316"/>
                <a:gd name="connsiteX17" fmla="*/ 311203 w 938347"/>
                <a:gd name="connsiteY17" fmla="*/ 300313 h 341316"/>
                <a:gd name="connsiteX18" fmla="*/ 321768 w 938347"/>
                <a:gd name="connsiteY18" fmla="*/ 220756 h 341316"/>
                <a:gd name="connsiteX19" fmla="*/ 518019 w 938347"/>
                <a:gd name="connsiteY19" fmla="*/ 190643 h 341316"/>
                <a:gd name="connsiteX20" fmla="*/ 609338 w 938347"/>
                <a:gd name="connsiteY20" fmla="*/ 174742 h 341316"/>
                <a:gd name="connsiteX21" fmla="*/ 938348 w 938347"/>
                <a:gd name="connsiteY21" fmla="*/ 70082 h 341316"/>
                <a:gd name="connsiteX22" fmla="*/ 918200 w 938347"/>
                <a:gd name="connsiteY22" fmla="*/ 31474 h 34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8347" h="341316">
                  <a:moveTo>
                    <a:pt x="918200" y="31474"/>
                  </a:moveTo>
                  <a:cubicBezTo>
                    <a:pt x="800634" y="93062"/>
                    <a:pt x="704414" y="123828"/>
                    <a:pt x="606125" y="131288"/>
                  </a:cubicBezTo>
                  <a:cubicBezTo>
                    <a:pt x="573943" y="133739"/>
                    <a:pt x="543721" y="140382"/>
                    <a:pt x="508707" y="148060"/>
                  </a:cubicBezTo>
                  <a:cubicBezTo>
                    <a:pt x="501574" y="149639"/>
                    <a:pt x="494168" y="151273"/>
                    <a:pt x="486490" y="152906"/>
                  </a:cubicBezTo>
                  <a:cubicBezTo>
                    <a:pt x="475382" y="73349"/>
                    <a:pt x="489213" y="10292"/>
                    <a:pt x="489322" y="9638"/>
                  </a:cubicBezTo>
                  <a:lnTo>
                    <a:pt x="468085" y="4846"/>
                  </a:lnTo>
                  <a:lnTo>
                    <a:pt x="446848" y="0"/>
                  </a:lnTo>
                  <a:cubicBezTo>
                    <a:pt x="446140" y="3104"/>
                    <a:pt x="430675" y="72587"/>
                    <a:pt x="443690" y="161510"/>
                  </a:cubicBezTo>
                  <a:cubicBezTo>
                    <a:pt x="405191" y="168589"/>
                    <a:pt x="359504" y="175069"/>
                    <a:pt x="302273" y="178336"/>
                  </a:cubicBezTo>
                  <a:cubicBezTo>
                    <a:pt x="154159" y="186831"/>
                    <a:pt x="25266" y="103353"/>
                    <a:pt x="23960" y="102537"/>
                  </a:cubicBezTo>
                  <a:lnTo>
                    <a:pt x="11980" y="120724"/>
                  </a:lnTo>
                  <a:lnTo>
                    <a:pt x="0" y="138912"/>
                  </a:lnTo>
                  <a:cubicBezTo>
                    <a:pt x="5391" y="142451"/>
                    <a:pt x="126660" y="221246"/>
                    <a:pt x="276952" y="222498"/>
                  </a:cubicBezTo>
                  <a:cubicBezTo>
                    <a:pt x="273304" y="242374"/>
                    <a:pt x="270526" y="268621"/>
                    <a:pt x="267858" y="296120"/>
                  </a:cubicBezTo>
                  <a:cubicBezTo>
                    <a:pt x="266932" y="305704"/>
                    <a:pt x="265898" y="316595"/>
                    <a:pt x="265353" y="319100"/>
                  </a:cubicBezTo>
                  <a:cubicBezTo>
                    <a:pt x="265462" y="318446"/>
                    <a:pt x="266715" y="312837"/>
                    <a:pt x="272106" y="308209"/>
                  </a:cubicBezTo>
                  <a:lnTo>
                    <a:pt x="300422" y="341316"/>
                  </a:lnTo>
                  <a:cubicBezTo>
                    <a:pt x="307827" y="335000"/>
                    <a:pt x="308154" y="331678"/>
                    <a:pt x="311203" y="300313"/>
                  </a:cubicBezTo>
                  <a:cubicBezTo>
                    <a:pt x="313327" y="278477"/>
                    <a:pt x="317085" y="239923"/>
                    <a:pt x="321768" y="220756"/>
                  </a:cubicBezTo>
                  <a:cubicBezTo>
                    <a:pt x="409111" y="214603"/>
                    <a:pt x="469174" y="201370"/>
                    <a:pt x="518019" y="190643"/>
                  </a:cubicBezTo>
                  <a:cubicBezTo>
                    <a:pt x="551399" y="183292"/>
                    <a:pt x="580205" y="176975"/>
                    <a:pt x="609338" y="174742"/>
                  </a:cubicBezTo>
                  <a:cubicBezTo>
                    <a:pt x="713835" y="166847"/>
                    <a:pt x="815282" y="134555"/>
                    <a:pt x="938348" y="70082"/>
                  </a:cubicBezTo>
                  <a:lnTo>
                    <a:pt x="918200" y="31474"/>
                  </a:lnTo>
                  <a:close/>
                </a:path>
              </a:pathLst>
            </a:custGeom>
            <a:solidFill>
              <a:srgbClr val="F7D116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54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4102854" y="5953925"/>
              <a:ext cx="1013221" cy="482896"/>
              <a:chOff x="4102854" y="5953925"/>
              <a:chExt cx="1013221" cy="482896"/>
            </a:xfrm>
            <a:solidFill>
              <a:srgbClr val="F99615"/>
            </a:solidFill>
          </p:grpSpPr>
          <p:sp>
            <p:nvSpPr>
              <p:cNvPr id="755" name="Forme libre : forme 754">
                <a:extLst>
                  <a:ext uri="{FF2B5EF4-FFF2-40B4-BE49-F238E27FC236}">
                    <a16:creationId xmlns:a16="http://schemas.microsoft.com/office/drawing/2014/main" id="{C00364BB-9CC0-4547-A932-09A01F85441B}"/>
                  </a:ext>
                </a:extLst>
              </p:cNvPr>
              <p:cNvSpPr/>
              <p:nvPr/>
            </p:nvSpPr>
            <p:spPr>
              <a:xfrm>
                <a:off x="4411226" y="6276455"/>
                <a:ext cx="106838" cy="160366"/>
              </a:xfrm>
              <a:custGeom>
                <a:avLst/>
                <a:gdLst>
                  <a:gd name="connsiteX0" fmla="*/ 78305 w 106838"/>
                  <a:gd name="connsiteY0" fmla="*/ 59681 h 160366"/>
                  <a:gd name="connsiteX1" fmla="*/ 84295 w 106838"/>
                  <a:gd name="connsiteY1" fmla="*/ 6044 h 160366"/>
                  <a:gd name="connsiteX2" fmla="*/ 41167 w 106838"/>
                  <a:gd name="connsiteY2" fmla="*/ 0 h 160366"/>
                  <a:gd name="connsiteX3" fmla="*/ 34959 w 106838"/>
                  <a:gd name="connsiteY3" fmla="*/ 55652 h 160366"/>
                  <a:gd name="connsiteX4" fmla="*/ 34850 w 106838"/>
                  <a:gd name="connsiteY4" fmla="*/ 56904 h 160366"/>
                  <a:gd name="connsiteX5" fmla="*/ 0 w 106838"/>
                  <a:gd name="connsiteY5" fmla="*/ 106947 h 160366"/>
                  <a:gd name="connsiteX6" fmla="*/ 53419 w 106838"/>
                  <a:gd name="connsiteY6" fmla="*/ 160366 h 160366"/>
                  <a:gd name="connsiteX7" fmla="*/ 106838 w 106838"/>
                  <a:gd name="connsiteY7" fmla="*/ 106947 h 160366"/>
                  <a:gd name="connsiteX8" fmla="*/ 78305 w 106838"/>
                  <a:gd name="connsiteY8" fmla="*/ 59681 h 160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6838" h="160366">
                    <a:moveTo>
                      <a:pt x="78305" y="59681"/>
                    </a:moveTo>
                    <a:cubicBezTo>
                      <a:pt x="79884" y="43672"/>
                      <a:pt x="81790" y="23796"/>
                      <a:pt x="84295" y="6044"/>
                    </a:cubicBezTo>
                    <a:lnTo>
                      <a:pt x="41167" y="0"/>
                    </a:lnTo>
                    <a:cubicBezTo>
                      <a:pt x="38553" y="18732"/>
                      <a:pt x="36538" y="39206"/>
                      <a:pt x="34959" y="55652"/>
                    </a:cubicBezTo>
                    <a:cubicBezTo>
                      <a:pt x="34905" y="56033"/>
                      <a:pt x="34905" y="56469"/>
                      <a:pt x="34850" y="56904"/>
                    </a:cubicBezTo>
                    <a:cubicBezTo>
                      <a:pt x="14485" y="64473"/>
                      <a:pt x="0" y="83968"/>
                      <a:pt x="0" y="106947"/>
                    </a:cubicBezTo>
                    <a:cubicBezTo>
                      <a:pt x="0" y="136461"/>
                      <a:pt x="23905" y="160366"/>
                      <a:pt x="53419" y="160366"/>
                    </a:cubicBezTo>
                    <a:cubicBezTo>
                      <a:pt x="82933" y="160366"/>
                      <a:pt x="106838" y="136461"/>
                      <a:pt x="106838" y="106947"/>
                    </a:cubicBezTo>
                    <a:cubicBezTo>
                      <a:pt x="106784" y="86418"/>
                      <a:pt x="95240" y="68612"/>
                      <a:pt x="78305" y="59681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6" name="Forme libre : forme 755">
                <a:extLst>
                  <a:ext uri="{FF2B5EF4-FFF2-40B4-BE49-F238E27FC236}">
                    <a16:creationId xmlns:a16="http://schemas.microsoft.com/office/drawing/2014/main" id="{9074EEB1-8790-4575-925D-38CFAB356AE2}"/>
                  </a:ext>
                </a:extLst>
              </p:cNvPr>
              <p:cNvSpPr/>
              <p:nvPr/>
            </p:nvSpPr>
            <p:spPr>
              <a:xfrm>
                <a:off x="4602304" y="5953925"/>
                <a:ext cx="108036" cy="168262"/>
              </a:xfrm>
              <a:custGeom>
                <a:avLst/>
                <a:gdLst>
                  <a:gd name="connsiteX0" fmla="*/ 19658 w 108036"/>
                  <a:gd name="connsiteY0" fmla="*/ 99923 h 168262"/>
                  <a:gd name="connsiteX1" fmla="*/ 14539 w 108036"/>
                  <a:gd name="connsiteY1" fmla="*/ 167936 h 168262"/>
                  <a:gd name="connsiteX2" fmla="*/ 58102 w 108036"/>
                  <a:gd name="connsiteY2" fmla="*/ 168262 h 168262"/>
                  <a:gd name="connsiteX3" fmla="*/ 61914 w 108036"/>
                  <a:gd name="connsiteY3" fmla="*/ 112175 h 168262"/>
                  <a:gd name="connsiteX4" fmla="*/ 108036 w 108036"/>
                  <a:gd name="connsiteY4" fmla="*/ 56414 h 168262"/>
                  <a:gd name="connsiteX5" fmla="*/ 54018 w 108036"/>
                  <a:gd name="connsiteY5" fmla="*/ 0 h 168262"/>
                  <a:gd name="connsiteX6" fmla="*/ 0 w 108036"/>
                  <a:gd name="connsiteY6" fmla="*/ 56414 h 168262"/>
                  <a:gd name="connsiteX7" fmla="*/ 19658 w 108036"/>
                  <a:gd name="connsiteY7" fmla="*/ 99923 h 168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036" h="168262">
                    <a:moveTo>
                      <a:pt x="19658" y="99923"/>
                    </a:moveTo>
                    <a:cubicBezTo>
                      <a:pt x="17425" y="114952"/>
                      <a:pt x="14757" y="138640"/>
                      <a:pt x="14539" y="167936"/>
                    </a:cubicBezTo>
                    <a:lnTo>
                      <a:pt x="58102" y="168262"/>
                    </a:lnTo>
                    <a:cubicBezTo>
                      <a:pt x="58266" y="145011"/>
                      <a:pt x="60117" y="125625"/>
                      <a:pt x="61914" y="112175"/>
                    </a:cubicBezTo>
                    <a:cubicBezTo>
                      <a:pt x="87997" y="108200"/>
                      <a:pt x="108036" y="84785"/>
                      <a:pt x="108036" y="56414"/>
                    </a:cubicBezTo>
                    <a:cubicBezTo>
                      <a:pt x="108036" y="25267"/>
                      <a:pt x="83859" y="0"/>
                      <a:pt x="54018" y="0"/>
                    </a:cubicBezTo>
                    <a:cubicBezTo>
                      <a:pt x="24178" y="0"/>
                      <a:pt x="0" y="25267"/>
                      <a:pt x="0" y="56414"/>
                    </a:cubicBezTo>
                    <a:cubicBezTo>
                      <a:pt x="0" y="73894"/>
                      <a:pt x="7678" y="89577"/>
                      <a:pt x="19658" y="99923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7" name="Forme libre : forme 756">
                <a:extLst>
                  <a:ext uri="{FF2B5EF4-FFF2-40B4-BE49-F238E27FC236}">
                    <a16:creationId xmlns:a16="http://schemas.microsoft.com/office/drawing/2014/main" id="{D778A21A-0E74-4A5C-8B52-66F0C0825DB6}"/>
                  </a:ext>
                </a:extLst>
              </p:cNvPr>
              <p:cNvSpPr/>
              <p:nvPr/>
            </p:nvSpPr>
            <p:spPr>
              <a:xfrm>
                <a:off x="4521822" y="6201145"/>
                <a:ext cx="86527" cy="53528"/>
              </a:xfrm>
              <a:custGeom>
                <a:avLst/>
                <a:gdLst>
                  <a:gd name="connsiteX0" fmla="*/ 0 w 86527"/>
                  <a:gd name="connsiteY0" fmla="*/ 10128 h 53528"/>
                  <a:gd name="connsiteX1" fmla="*/ 3975 w 86527"/>
                  <a:gd name="connsiteY1" fmla="*/ 53528 h 53528"/>
                  <a:gd name="connsiteX2" fmla="*/ 86527 w 86527"/>
                  <a:gd name="connsiteY2" fmla="*/ 42964 h 53528"/>
                  <a:gd name="connsiteX3" fmla="*/ 79448 w 86527"/>
                  <a:gd name="connsiteY3" fmla="*/ 0 h 53528"/>
                  <a:gd name="connsiteX4" fmla="*/ 0 w 86527"/>
                  <a:gd name="connsiteY4" fmla="*/ 10128 h 53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27" h="53528">
                    <a:moveTo>
                      <a:pt x="0" y="10128"/>
                    </a:moveTo>
                    <a:lnTo>
                      <a:pt x="3975" y="53528"/>
                    </a:lnTo>
                    <a:cubicBezTo>
                      <a:pt x="32182" y="50969"/>
                      <a:pt x="59191" y="47484"/>
                      <a:pt x="86527" y="42964"/>
                    </a:cubicBezTo>
                    <a:lnTo>
                      <a:pt x="79448" y="0"/>
                    </a:lnTo>
                    <a:cubicBezTo>
                      <a:pt x="53092" y="4356"/>
                      <a:pt x="27118" y="7678"/>
                      <a:pt x="0" y="10128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8" name="Forme libre : forme 757">
                <a:extLst>
                  <a:ext uri="{FF2B5EF4-FFF2-40B4-BE49-F238E27FC236}">
                    <a16:creationId xmlns:a16="http://schemas.microsoft.com/office/drawing/2014/main" id="{8A7AF963-3B8A-4203-AC1D-9E395F051E47}"/>
                  </a:ext>
                </a:extLst>
              </p:cNvPr>
              <p:cNvSpPr/>
              <p:nvPr/>
            </p:nvSpPr>
            <p:spPr>
              <a:xfrm>
                <a:off x="4102854" y="6078787"/>
                <a:ext cx="168588" cy="135426"/>
              </a:xfrm>
              <a:custGeom>
                <a:avLst/>
                <a:gdLst>
                  <a:gd name="connsiteX0" fmla="*/ 168589 w 168588"/>
                  <a:gd name="connsiteY0" fmla="*/ 95240 h 135426"/>
                  <a:gd name="connsiteX1" fmla="*/ 127531 w 168588"/>
                  <a:gd name="connsiteY1" fmla="*/ 75854 h 135426"/>
                  <a:gd name="connsiteX2" fmla="*/ 128620 w 168588"/>
                  <a:gd name="connsiteY2" fmla="*/ 64310 h 135426"/>
                  <a:gd name="connsiteX3" fmla="*/ 64310 w 168588"/>
                  <a:gd name="connsiteY3" fmla="*/ 0 h 135426"/>
                  <a:gd name="connsiteX4" fmla="*/ 0 w 168588"/>
                  <a:gd name="connsiteY4" fmla="*/ 64310 h 135426"/>
                  <a:gd name="connsiteX5" fmla="*/ 64310 w 168588"/>
                  <a:gd name="connsiteY5" fmla="*/ 128620 h 135426"/>
                  <a:gd name="connsiteX6" fmla="*/ 105586 w 168588"/>
                  <a:gd name="connsiteY6" fmla="*/ 113591 h 135426"/>
                  <a:gd name="connsiteX7" fmla="*/ 151599 w 168588"/>
                  <a:gd name="connsiteY7" fmla="*/ 135427 h 135426"/>
                  <a:gd name="connsiteX8" fmla="*/ 168589 w 168588"/>
                  <a:gd name="connsiteY8" fmla="*/ 95240 h 135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8588" h="135426">
                    <a:moveTo>
                      <a:pt x="168589" y="95240"/>
                    </a:moveTo>
                    <a:cubicBezTo>
                      <a:pt x="152416" y="88379"/>
                      <a:pt x="138530" y="81627"/>
                      <a:pt x="127531" y="75854"/>
                    </a:cubicBezTo>
                    <a:cubicBezTo>
                      <a:pt x="128239" y="72097"/>
                      <a:pt x="128620" y="68231"/>
                      <a:pt x="128620" y="64310"/>
                    </a:cubicBezTo>
                    <a:cubicBezTo>
                      <a:pt x="128620" y="28806"/>
                      <a:pt x="99814" y="0"/>
                      <a:pt x="64310" y="0"/>
                    </a:cubicBezTo>
                    <a:cubicBezTo>
                      <a:pt x="28806" y="0"/>
                      <a:pt x="0" y="28806"/>
                      <a:pt x="0" y="64310"/>
                    </a:cubicBezTo>
                    <a:cubicBezTo>
                      <a:pt x="0" y="99814"/>
                      <a:pt x="28806" y="128620"/>
                      <a:pt x="64310" y="128620"/>
                    </a:cubicBezTo>
                    <a:cubicBezTo>
                      <a:pt x="80047" y="128620"/>
                      <a:pt x="94423" y="122957"/>
                      <a:pt x="105586" y="113591"/>
                    </a:cubicBezTo>
                    <a:cubicBezTo>
                      <a:pt x="117784" y="120016"/>
                      <a:pt x="133248" y="127640"/>
                      <a:pt x="151599" y="135427"/>
                    </a:cubicBezTo>
                    <a:lnTo>
                      <a:pt x="168589" y="95240"/>
                    </a:ln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9" name="Forme libre : forme 758">
                <a:extLst>
                  <a:ext uri="{FF2B5EF4-FFF2-40B4-BE49-F238E27FC236}">
                    <a16:creationId xmlns:a16="http://schemas.microsoft.com/office/drawing/2014/main" id="{93B42F14-F6C5-4FBF-A77D-08B3FE95F7A4}"/>
                  </a:ext>
                </a:extLst>
              </p:cNvPr>
              <p:cNvSpPr/>
              <p:nvPr/>
            </p:nvSpPr>
            <p:spPr>
              <a:xfrm>
                <a:off x="4435676" y="6211764"/>
                <a:ext cx="84566" cy="65562"/>
              </a:xfrm>
              <a:custGeom>
                <a:avLst/>
                <a:gdLst>
                  <a:gd name="connsiteX0" fmla="*/ 44870 w 84566"/>
                  <a:gd name="connsiteY0" fmla="*/ 2559 h 65562"/>
                  <a:gd name="connsiteX1" fmla="*/ 2287 w 84566"/>
                  <a:gd name="connsiteY1" fmla="*/ 2614 h 65562"/>
                  <a:gd name="connsiteX2" fmla="*/ 0 w 84566"/>
                  <a:gd name="connsiteY2" fmla="*/ 46122 h 65562"/>
                  <a:gd name="connsiteX3" fmla="*/ 19549 w 84566"/>
                  <a:gd name="connsiteY3" fmla="*/ 46721 h 65562"/>
                  <a:gd name="connsiteX4" fmla="*/ 17480 w 84566"/>
                  <a:gd name="connsiteY4" fmla="*/ 59082 h 65562"/>
                  <a:gd name="connsiteX5" fmla="*/ 60553 w 84566"/>
                  <a:gd name="connsiteY5" fmla="*/ 65562 h 65562"/>
                  <a:gd name="connsiteX6" fmla="*/ 64364 w 84566"/>
                  <a:gd name="connsiteY6" fmla="*/ 44979 h 65562"/>
                  <a:gd name="connsiteX7" fmla="*/ 84567 w 84566"/>
                  <a:gd name="connsiteY7" fmla="*/ 43400 h 65562"/>
                  <a:gd name="connsiteX8" fmla="*/ 80809 w 84566"/>
                  <a:gd name="connsiteY8" fmla="*/ 0 h 65562"/>
                  <a:gd name="connsiteX9" fmla="*/ 44870 w 84566"/>
                  <a:gd name="connsiteY9" fmla="*/ 2559 h 65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566" h="65562">
                    <a:moveTo>
                      <a:pt x="44870" y="2559"/>
                    </a:moveTo>
                    <a:cubicBezTo>
                      <a:pt x="30984" y="3376"/>
                      <a:pt x="16499" y="3376"/>
                      <a:pt x="2287" y="2614"/>
                    </a:cubicBezTo>
                    <a:lnTo>
                      <a:pt x="0" y="46122"/>
                    </a:lnTo>
                    <a:cubicBezTo>
                      <a:pt x="6480" y="46449"/>
                      <a:pt x="13015" y="46612"/>
                      <a:pt x="19549" y="46721"/>
                    </a:cubicBezTo>
                    <a:cubicBezTo>
                      <a:pt x="18841" y="50533"/>
                      <a:pt x="18188" y="54617"/>
                      <a:pt x="17480" y="59082"/>
                    </a:cubicBezTo>
                    <a:lnTo>
                      <a:pt x="60553" y="65562"/>
                    </a:lnTo>
                    <a:cubicBezTo>
                      <a:pt x="62023" y="55924"/>
                      <a:pt x="63330" y="49390"/>
                      <a:pt x="64364" y="44979"/>
                    </a:cubicBezTo>
                    <a:cubicBezTo>
                      <a:pt x="71171" y="44489"/>
                      <a:pt x="77923" y="43998"/>
                      <a:pt x="84567" y="43400"/>
                    </a:cubicBezTo>
                    <a:lnTo>
                      <a:pt x="80809" y="0"/>
                    </a:lnTo>
                    <a:cubicBezTo>
                      <a:pt x="69156" y="980"/>
                      <a:pt x="57068" y="1851"/>
                      <a:pt x="44870" y="2559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0" name="Forme libre : forme 759">
                <a:extLst>
                  <a:ext uri="{FF2B5EF4-FFF2-40B4-BE49-F238E27FC236}">
                    <a16:creationId xmlns:a16="http://schemas.microsoft.com/office/drawing/2014/main" id="{AFC9D9A9-49E4-4418-85A6-95119924CF90}"/>
                  </a:ext>
                </a:extLst>
              </p:cNvPr>
              <p:cNvSpPr/>
              <p:nvPr/>
            </p:nvSpPr>
            <p:spPr>
              <a:xfrm>
                <a:off x="4606497" y="6127361"/>
                <a:ext cx="88324" cy="115823"/>
              </a:xfrm>
              <a:custGeom>
                <a:avLst/>
                <a:gdLst>
                  <a:gd name="connsiteX0" fmla="*/ 58320 w 88324"/>
                  <a:gd name="connsiteY0" fmla="*/ 61533 h 115823"/>
                  <a:gd name="connsiteX1" fmla="*/ 53909 w 88324"/>
                  <a:gd name="connsiteY1" fmla="*/ 0 h 115823"/>
                  <a:gd name="connsiteX2" fmla="*/ 10346 w 88324"/>
                  <a:gd name="connsiteY2" fmla="*/ 163 h 115823"/>
                  <a:gd name="connsiteX3" fmla="*/ 15574 w 88324"/>
                  <a:gd name="connsiteY3" fmla="*/ 70082 h 115823"/>
                  <a:gd name="connsiteX4" fmla="*/ 0 w 88324"/>
                  <a:gd name="connsiteY4" fmla="*/ 72859 h 115823"/>
                  <a:gd name="connsiteX5" fmla="*/ 7297 w 88324"/>
                  <a:gd name="connsiteY5" fmla="*/ 115823 h 115823"/>
                  <a:gd name="connsiteX6" fmla="*/ 88324 w 88324"/>
                  <a:gd name="connsiteY6" fmla="*/ 99541 h 115823"/>
                  <a:gd name="connsiteX7" fmla="*/ 78958 w 88324"/>
                  <a:gd name="connsiteY7" fmla="*/ 57013 h 115823"/>
                  <a:gd name="connsiteX8" fmla="*/ 58320 w 88324"/>
                  <a:gd name="connsiteY8" fmla="*/ 61533 h 115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324" h="115823">
                    <a:moveTo>
                      <a:pt x="58320" y="61533"/>
                    </a:moveTo>
                    <a:cubicBezTo>
                      <a:pt x="55488" y="41494"/>
                      <a:pt x="53964" y="20856"/>
                      <a:pt x="53909" y="0"/>
                    </a:cubicBezTo>
                    <a:lnTo>
                      <a:pt x="10346" y="163"/>
                    </a:lnTo>
                    <a:cubicBezTo>
                      <a:pt x="10455" y="23851"/>
                      <a:pt x="12252" y="47266"/>
                      <a:pt x="15574" y="70082"/>
                    </a:cubicBezTo>
                    <a:cubicBezTo>
                      <a:pt x="10455" y="71008"/>
                      <a:pt x="5282" y="71933"/>
                      <a:pt x="0" y="72859"/>
                    </a:cubicBezTo>
                    <a:lnTo>
                      <a:pt x="7297" y="115823"/>
                    </a:lnTo>
                    <a:cubicBezTo>
                      <a:pt x="38771" y="110487"/>
                      <a:pt x="66270" y="104442"/>
                      <a:pt x="88324" y="99541"/>
                    </a:cubicBezTo>
                    <a:lnTo>
                      <a:pt x="78958" y="57013"/>
                    </a:lnTo>
                    <a:cubicBezTo>
                      <a:pt x="72533" y="58429"/>
                      <a:pt x="65617" y="59953"/>
                      <a:pt x="58320" y="61533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1" name="Forme libre : forme 760">
                <a:extLst>
                  <a:ext uri="{FF2B5EF4-FFF2-40B4-BE49-F238E27FC236}">
                    <a16:creationId xmlns:a16="http://schemas.microsoft.com/office/drawing/2014/main" id="{CC25FFEC-84C5-4E56-9D96-A6441633C4CA}"/>
                  </a:ext>
                </a:extLst>
              </p:cNvPr>
              <p:cNvSpPr/>
              <p:nvPr/>
            </p:nvSpPr>
            <p:spPr>
              <a:xfrm>
                <a:off x="4345609" y="6202071"/>
                <a:ext cx="87180" cy="55488"/>
              </a:xfrm>
              <a:custGeom>
                <a:avLst/>
                <a:gdLst>
                  <a:gd name="connsiteX0" fmla="*/ 87180 w 87180"/>
                  <a:gd name="connsiteY0" fmla="*/ 11980 h 55488"/>
                  <a:gd name="connsiteX1" fmla="*/ 10237 w 87180"/>
                  <a:gd name="connsiteY1" fmla="*/ 0 h 55488"/>
                  <a:gd name="connsiteX2" fmla="*/ 0 w 87180"/>
                  <a:gd name="connsiteY2" fmla="*/ 42365 h 55488"/>
                  <a:gd name="connsiteX3" fmla="*/ 84349 w 87180"/>
                  <a:gd name="connsiteY3" fmla="*/ 55488 h 55488"/>
                  <a:gd name="connsiteX4" fmla="*/ 87180 w 87180"/>
                  <a:gd name="connsiteY4" fmla="*/ 11980 h 5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180" h="55488">
                    <a:moveTo>
                      <a:pt x="87180" y="11980"/>
                    </a:moveTo>
                    <a:cubicBezTo>
                      <a:pt x="62186" y="10346"/>
                      <a:pt x="36266" y="6317"/>
                      <a:pt x="10237" y="0"/>
                    </a:cubicBezTo>
                    <a:lnTo>
                      <a:pt x="0" y="42365"/>
                    </a:lnTo>
                    <a:cubicBezTo>
                      <a:pt x="28479" y="49281"/>
                      <a:pt x="56850" y="53691"/>
                      <a:pt x="84349" y="55488"/>
                    </a:cubicBezTo>
                    <a:lnTo>
                      <a:pt x="87180" y="11980"/>
                    </a:ln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2" name="Forme libre : forme 761">
                <a:extLst>
                  <a:ext uri="{FF2B5EF4-FFF2-40B4-BE49-F238E27FC236}">
                    <a16:creationId xmlns:a16="http://schemas.microsoft.com/office/drawing/2014/main" id="{3312365A-401C-4BD9-A18D-2B250DDE4549}"/>
                  </a:ext>
                </a:extLst>
              </p:cNvPr>
              <p:cNvSpPr/>
              <p:nvPr/>
            </p:nvSpPr>
            <p:spPr>
              <a:xfrm>
                <a:off x="4259626" y="6176042"/>
                <a:ext cx="91155" cy="67032"/>
              </a:xfrm>
              <a:custGeom>
                <a:avLst/>
                <a:gdLst>
                  <a:gd name="connsiteX0" fmla="*/ 16663 w 91155"/>
                  <a:gd name="connsiteY0" fmla="*/ 0 h 67032"/>
                  <a:gd name="connsiteX1" fmla="*/ 0 w 91155"/>
                  <a:gd name="connsiteY1" fmla="*/ 40241 h 67032"/>
                  <a:gd name="connsiteX2" fmla="*/ 80483 w 91155"/>
                  <a:gd name="connsiteY2" fmla="*/ 67033 h 67032"/>
                  <a:gd name="connsiteX3" fmla="*/ 91156 w 91155"/>
                  <a:gd name="connsiteY3" fmla="*/ 24776 h 67032"/>
                  <a:gd name="connsiteX4" fmla="*/ 16663 w 91155"/>
                  <a:gd name="connsiteY4" fmla="*/ 0 h 67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155" h="67032">
                    <a:moveTo>
                      <a:pt x="16663" y="0"/>
                    </a:moveTo>
                    <a:lnTo>
                      <a:pt x="0" y="40241"/>
                    </a:lnTo>
                    <a:cubicBezTo>
                      <a:pt x="26573" y="51241"/>
                      <a:pt x="53637" y="60226"/>
                      <a:pt x="80483" y="67033"/>
                    </a:cubicBezTo>
                    <a:lnTo>
                      <a:pt x="91156" y="24776"/>
                    </a:lnTo>
                    <a:cubicBezTo>
                      <a:pt x="66379" y="18514"/>
                      <a:pt x="41330" y="10183"/>
                      <a:pt x="16663" y="0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3" name="Forme libre : forme 762">
                <a:extLst>
                  <a:ext uri="{FF2B5EF4-FFF2-40B4-BE49-F238E27FC236}">
                    <a16:creationId xmlns:a16="http://schemas.microsoft.com/office/drawing/2014/main" id="{84F4878B-4265-438A-9EB0-7286F45A8D78}"/>
                  </a:ext>
                </a:extLst>
              </p:cNvPr>
              <p:cNvSpPr/>
              <p:nvPr/>
            </p:nvSpPr>
            <p:spPr>
              <a:xfrm>
                <a:off x="4862975" y="6135529"/>
                <a:ext cx="90066" cy="63220"/>
              </a:xfrm>
              <a:custGeom>
                <a:avLst/>
                <a:gdLst>
                  <a:gd name="connsiteX0" fmla="*/ 0 w 90066"/>
                  <a:gd name="connsiteY0" fmla="*/ 20583 h 63220"/>
                  <a:gd name="connsiteX1" fmla="*/ 8876 w 90066"/>
                  <a:gd name="connsiteY1" fmla="*/ 63221 h 63220"/>
                  <a:gd name="connsiteX2" fmla="*/ 90066 w 90066"/>
                  <a:gd name="connsiteY2" fmla="*/ 41385 h 63220"/>
                  <a:gd name="connsiteX3" fmla="*/ 76508 w 90066"/>
                  <a:gd name="connsiteY3" fmla="*/ 0 h 63220"/>
                  <a:gd name="connsiteX4" fmla="*/ 0 w 90066"/>
                  <a:gd name="connsiteY4" fmla="*/ 20583 h 63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066" h="63220">
                    <a:moveTo>
                      <a:pt x="0" y="20583"/>
                    </a:moveTo>
                    <a:lnTo>
                      <a:pt x="8876" y="63221"/>
                    </a:lnTo>
                    <a:cubicBezTo>
                      <a:pt x="35504" y="57721"/>
                      <a:pt x="62840" y="50370"/>
                      <a:pt x="90066" y="41385"/>
                    </a:cubicBezTo>
                    <a:lnTo>
                      <a:pt x="76508" y="0"/>
                    </a:lnTo>
                    <a:cubicBezTo>
                      <a:pt x="50751" y="8440"/>
                      <a:pt x="25049" y="15356"/>
                      <a:pt x="0" y="20583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4" name="Forme libre : forme 763">
                <a:extLst>
                  <a:ext uri="{FF2B5EF4-FFF2-40B4-BE49-F238E27FC236}">
                    <a16:creationId xmlns:a16="http://schemas.microsoft.com/office/drawing/2014/main" id="{E0335F53-A900-4CBE-8E86-522DBF03506F}"/>
                  </a:ext>
                </a:extLst>
              </p:cNvPr>
              <p:cNvSpPr/>
              <p:nvPr/>
            </p:nvSpPr>
            <p:spPr>
              <a:xfrm>
                <a:off x="4944492" y="6104980"/>
                <a:ext cx="91754" cy="70191"/>
              </a:xfrm>
              <a:custGeom>
                <a:avLst/>
                <a:gdLst>
                  <a:gd name="connsiteX0" fmla="*/ 0 w 91754"/>
                  <a:gd name="connsiteY0" fmla="*/ 28915 h 70191"/>
                  <a:gd name="connsiteX1" fmla="*/ 13831 w 91754"/>
                  <a:gd name="connsiteY1" fmla="*/ 70191 h 70191"/>
                  <a:gd name="connsiteX2" fmla="*/ 91755 w 91754"/>
                  <a:gd name="connsiteY2" fmla="*/ 39915 h 70191"/>
                  <a:gd name="connsiteX3" fmla="*/ 74275 w 91754"/>
                  <a:gd name="connsiteY3" fmla="*/ 0 h 70191"/>
                  <a:gd name="connsiteX4" fmla="*/ 0 w 91754"/>
                  <a:gd name="connsiteY4" fmla="*/ 28915 h 7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754" h="70191">
                    <a:moveTo>
                      <a:pt x="0" y="28915"/>
                    </a:moveTo>
                    <a:lnTo>
                      <a:pt x="13831" y="70191"/>
                    </a:lnTo>
                    <a:cubicBezTo>
                      <a:pt x="39098" y="61751"/>
                      <a:pt x="65290" y="51568"/>
                      <a:pt x="91755" y="39915"/>
                    </a:cubicBezTo>
                    <a:lnTo>
                      <a:pt x="74275" y="0"/>
                    </a:lnTo>
                    <a:cubicBezTo>
                      <a:pt x="49009" y="11109"/>
                      <a:pt x="24014" y="20856"/>
                      <a:pt x="0" y="28915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5" name="Forme libre : forme 764">
                <a:extLst>
                  <a:ext uri="{FF2B5EF4-FFF2-40B4-BE49-F238E27FC236}">
                    <a16:creationId xmlns:a16="http://schemas.microsoft.com/office/drawing/2014/main" id="{7DDECC33-75F6-4A56-8C80-131F7FDA39DF}"/>
                  </a:ext>
                </a:extLst>
              </p:cNvPr>
              <p:cNvSpPr/>
              <p:nvPr/>
            </p:nvSpPr>
            <p:spPr>
              <a:xfrm>
                <a:off x="5023668" y="6067788"/>
                <a:ext cx="92407" cy="74873"/>
              </a:xfrm>
              <a:custGeom>
                <a:avLst/>
                <a:gdLst>
                  <a:gd name="connsiteX0" fmla="*/ 72206 w 92407"/>
                  <a:gd name="connsiteY0" fmla="*/ 0 h 74873"/>
                  <a:gd name="connsiteX1" fmla="*/ 0 w 92407"/>
                  <a:gd name="connsiteY1" fmla="*/ 35068 h 74873"/>
                  <a:gd name="connsiteX2" fmla="*/ 17697 w 92407"/>
                  <a:gd name="connsiteY2" fmla="*/ 74874 h 74873"/>
                  <a:gd name="connsiteX3" fmla="*/ 92408 w 92407"/>
                  <a:gd name="connsiteY3" fmla="*/ 38553 h 74873"/>
                  <a:gd name="connsiteX4" fmla="*/ 72206 w 92407"/>
                  <a:gd name="connsiteY4" fmla="*/ 0 h 7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407" h="74873">
                    <a:moveTo>
                      <a:pt x="72206" y="0"/>
                    </a:moveTo>
                    <a:cubicBezTo>
                      <a:pt x="46667" y="13395"/>
                      <a:pt x="23034" y="24831"/>
                      <a:pt x="0" y="35068"/>
                    </a:cubicBezTo>
                    <a:lnTo>
                      <a:pt x="17697" y="74874"/>
                    </a:lnTo>
                    <a:cubicBezTo>
                      <a:pt x="41603" y="64255"/>
                      <a:pt x="65998" y="52385"/>
                      <a:pt x="92408" y="38553"/>
                    </a:cubicBezTo>
                    <a:lnTo>
                      <a:pt x="72206" y="0"/>
                    </a:ln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6" name="Forme libre : forme 765">
                <a:extLst>
                  <a:ext uri="{FF2B5EF4-FFF2-40B4-BE49-F238E27FC236}">
                    <a16:creationId xmlns:a16="http://schemas.microsoft.com/office/drawing/2014/main" id="{6027BB8A-8ABA-420C-A46A-A41ECB6D6EF2}"/>
                  </a:ext>
                </a:extLst>
              </p:cNvPr>
              <p:cNvSpPr/>
              <p:nvPr/>
            </p:nvSpPr>
            <p:spPr>
              <a:xfrm>
                <a:off x="4690792" y="6168255"/>
                <a:ext cx="87234" cy="57503"/>
              </a:xfrm>
              <a:custGeom>
                <a:avLst/>
                <a:gdLst>
                  <a:gd name="connsiteX0" fmla="*/ 0 w 87234"/>
                  <a:gd name="connsiteY0" fmla="*/ 14975 h 57503"/>
                  <a:gd name="connsiteX1" fmla="*/ 9366 w 87234"/>
                  <a:gd name="connsiteY1" fmla="*/ 57504 h 57503"/>
                  <a:gd name="connsiteX2" fmla="*/ 87235 w 87234"/>
                  <a:gd name="connsiteY2" fmla="*/ 43345 h 57503"/>
                  <a:gd name="connsiteX3" fmla="*/ 82661 w 87234"/>
                  <a:gd name="connsiteY3" fmla="*/ 0 h 57503"/>
                  <a:gd name="connsiteX4" fmla="*/ 0 w 87234"/>
                  <a:gd name="connsiteY4" fmla="*/ 14975 h 57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234" h="57503">
                    <a:moveTo>
                      <a:pt x="0" y="14975"/>
                    </a:moveTo>
                    <a:lnTo>
                      <a:pt x="9366" y="57504"/>
                    </a:lnTo>
                    <a:cubicBezTo>
                      <a:pt x="39860" y="50805"/>
                      <a:pt x="63330" y="45850"/>
                      <a:pt x="87235" y="43345"/>
                    </a:cubicBezTo>
                    <a:lnTo>
                      <a:pt x="82661" y="0"/>
                    </a:lnTo>
                    <a:cubicBezTo>
                      <a:pt x="56523" y="2777"/>
                      <a:pt x="31910" y="7950"/>
                      <a:pt x="0" y="14975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7" name="Forme libre : forme 766">
                <a:extLst>
                  <a:ext uri="{FF2B5EF4-FFF2-40B4-BE49-F238E27FC236}">
                    <a16:creationId xmlns:a16="http://schemas.microsoft.com/office/drawing/2014/main" id="{579AB8DB-D3C9-48C3-97D7-88F36FD3B564}"/>
                  </a:ext>
                </a:extLst>
              </p:cNvPr>
              <p:cNvSpPr/>
              <p:nvPr/>
            </p:nvSpPr>
            <p:spPr>
              <a:xfrm>
                <a:off x="4779170" y="6157147"/>
                <a:ext cx="87071" cy="53963"/>
              </a:xfrm>
              <a:custGeom>
                <a:avLst/>
                <a:gdLst>
                  <a:gd name="connsiteX0" fmla="*/ 5173 w 87071"/>
                  <a:gd name="connsiteY0" fmla="*/ 10128 h 53963"/>
                  <a:gd name="connsiteX1" fmla="*/ 0 w 87071"/>
                  <a:gd name="connsiteY1" fmla="*/ 10564 h 53963"/>
                  <a:gd name="connsiteX2" fmla="*/ 3866 w 87071"/>
                  <a:gd name="connsiteY2" fmla="*/ 53964 h 53963"/>
                  <a:gd name="connsiteX3" fmla="*/ 8440 w 87071"/>
                  <a:gd name="connsiteY3" fmla="*/ 53583 h 53963"/>
                  <a:gd name="connsiteX4" fmla="*/ 87072 w 87071"/>
                  <a:gd name="connsiteY4" fmla="*/ 42746 h 53963"/>
                  <a:gd name="connsiteX5" fmla="*/ 78577 w 87071"/>
                  <a:gd name="connsiteY5" fmla="*/ 0 h 53963"/>
                  <a:gd name="connsiteX6" fmla="*/ 5173 w 87071"/>
                  <a:gd name="connsiteY6" fmla="*/ 10128 h 53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071" h="53963">
                    <a:moveTo>
                      <a:pt x="5173" y="10128"/>
                    </a:moveTo>
                    <a:cubicBezTo>
                      <a:pt x="3431" y="10237"/>
                      <a:pt x="1742" y="10401"/>
                      <a:pt x="0" y="10564"/>
                    </a:cubicBezTo>
                    <a:lnTo>
                      <a:pt x="3866" y="53964"/>
                    </a:lnTo>
                    <a:cubicBezTo>
                      <a:pt x="5391" y="53855"/>
                      <a:pt x="6916" y="53691"/>
                      <a:pt x="8440" y="53583"/>
                    </a:cubicBezTo>
                    <a:cubicBezTo>
                      <a:pt x="34360" y="51622"/>
                      <a:pt x="60825" y="47974"/>
                      <a:pt x="87072" y="42746"/>
                    </a:cubicBezTo>
                    <a:lnTo>
                      <a:pt x="78577" y="0"/>
                    </a:lnTo>
                    <a:cubicBezTo>
                      <a:pt x="54073" y="4901"/>
                      <a:pt x="29405" y="8277"/>
                      <a:pt x="5173" y="10128"/>
                    </a:cubicBezTo>
                    <a:close/>
                  </a:path>
                </a:pathLst>
              </a:custGeom>
              <a:solidFill>
                <a:srgbClr val="F9961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718DD19C-8C18-41BC-9D50-56D9952BEA01}"/>
                </a:ext>
              </a:extLst>
            </p:cNvPr>
            <p:cNvSpPr/>
            <p:nvPr/>
          </p:nvSpPr>
          <p:spPr>
            <a:xfrm>
              <a:off x="4102691" y="5953870"/>
              <a:ext cx="1013929" cy="482950"/>
            </a:xfrm>
            <a:custGeom>
              <a:avLst/>
              <a:gdLst>
                <a:gd name="connsiteX0" fmla="*/ 553577 w 1013929"/>
                <a:gd name="connsiteY0" fmla="*/ 8168 h 482950"/>
                <a:gd name="connsiteX1" fmla="*/ 599428 w 1013929"/>
                <a:gd name="connsiteY1" fmla="*/ 56414 h 482950"/>
                <a:gd name="connsiteX2" fmla="*/ 560275 w 1013929"/>
                <a:gd name="connsiteY2" fmla="*/ 104116 h 482950"/>
                <a:gd name="connsiteX3" fmla="*/ 554231 w 1013929"/>
                <a:gd name="connsiteY3" fmla="*/ 105042 h 482950"/>
                <a:gd name="connsiteX4" fmla="*/ 553414 w 1013929"/>
                <a:gd name="connsiteY4" fmla="*/ 111086 h 482950"/>
                <a:gd name="connsiteX5" fmla="*/ 551018 w 1013929"/>
                <a:gd name="connsiteY5" fmla="*/ 209593 h 482950"/>
                <a:gd name="connsiteX6" fmla="*/ 551780 w 1013929"/>
                <a:gd name="connsiteY6" fmla="*/ 217924 h 482950"/>
                <a:gd name="connsiteX7" fmla="*/ 552216 w 1013929"/>
                <a:gd name="connsiteY7" fmla="*/ 222335 h 482950"/>
                <a:gd name="connsiteX8" fmla="*/ 553904 w 1013929"/>
                <a:gd name="connsiteY8" fmla="*/ 236112 h 482950"/>
                <a:gd name="connsiteX9" fmla="*/ 556790 w 1013929"/>
                <a:gd name="connsiteY9" fmla="*/ 241394 h 482950"/>
                <a:gd name="connsiteX10" fmla="*/ 563706 w 1013929"/>
                <a:gd name="connsiteY10" fmla="*/ 242973 h 482950"/>
                <a:gd name="connsiteX11" fmla="*/ 574596 w 1013929"/>
                <a:gd name="connsiteY11" fmla="*/ 240631 h 482950"/>
                <a:gd name="connsiteX12" fmla="*/ 583037 w 1013929"/>
                <a:gd name="connsiteY12" fmla="*/ 238780 h 482950"/>
                <a:gd name="connsiteX13" fmla="*/ 584235 w 1013929"/>
                <a:gd name="connsiteY13" fmla="*/ 238508 h 482950"/>
                <a:gd name="connsiteX14" fmla="*/ 585977 w 1013929"/>
                <a:gd name="connsiteY14" fmla="*/ 238127 h 482950"/>
                <a:gd name="connsiteX15" fmla="*/ 587284 w 1013929"/>
                <a:gd name="connsiteY15" fmla="*/ 237855 h 482950"/>
                <a:gd name="connsiteX16" fmla="*/ 589789 w 1013929"/>
                <a:gd name="connsiteY16" fmla="*/ 237310 h 482950"/>
                <a:gd name="connsiteX17" fmla="*/ 591750 w 1013929"/>
                <a:gd name="connsiteY17" fmla="*/ 236874 h 482950"/>
                <a:gd name="connsiteX18" fmla="*/ 593329 w 1013929"/>
                <a:gd name="connsiteY18" fmla="*/ 236547 h 482950"/>
                <a:gd name="connsiteX19" fmla="*/ 599863 w 1013929"/>
                <a:gd name="connsiteY19" fmla="*/ 235132 h 482950"/>
                <a:gd name="connsiteX20" fmla="*/ 606125 w 1013929"/>
                <a:gd name="connsiteY20" fmla="*/ 233771 h 482950"/>
                <a:gd name="connsiteX21" fmla="*/ 607051 w 1013929"/>
                <a:gd name="connsiteY21" fmla="*/ 233552 h 482950"/>
                <a:gd name="connsiteX22" fmla="*/ 608630 w 1013929"/>
                <a:gd name="connsiteY22" fmla="*/ 233226 h 482950"/>
                <a:gd name="connsiteX23" fmla="*/ 611897 w 1013929"/>
                <a:gd name="connsiteY23" fmla="*/ 232518 h 482950"/>
                <a:gd name="connsiteX24" fmla="*/ 623278 w 1013929"/>
                <a:gd name="connsiteY24" fmla="*/ 230176 h 482950"/>
                <a:gd name="connsiteX25" fmla="*/ 623986 w 1013929"/>
                <a:gd name="connsiteY25" fmla="*/ 230067 h 482950"/>
                <a:gd name="connsiteX26" fmla="*/ 624694 w 1013929"/>
                <a:gd name="connsiteY26" fmla="*/ 229904 h 482950"/>
                <a:gd name="connsiteX27" fmla="*/ 634659 w 1013929"/>
                <a:gd name="connsiteY27" fmla="*/ 227998 h 482950"/>
                <a:gd name="connsiteX28" fmla="*/ 636020 w 1013929"/>
                <a:gd name="connsiteY28" fmla="*/ 227726 h 482950"/>
                <a:gd name="connsiteX29" fmla="*/ 637001 w 1013929"/>
                <a:gd name="connsiteY29" fmla="*/ 227563 h 482950"/>
                <a:gd name="connsiteX30" fmla="*/ 645822 w 1013929"/>
                <a:gd name="connsiteY30" fmla="*/ 226038 h 482950"/>
                <a:gd name="connsiteX31" fmla="*/ 648599 w 1013929"/>
                <a:gd name="connsiteY31" fmla="*/ 225602 h 482950"/>
                <a:gd name="connsiteX32" fmla="*/ 656876 w 1013929"/>
                <a:gd name="connsiteY32" fmla="*/ 224350 h 482950"/>
                <a:gd name="connsiteX33" fmla="*/ 657584 w 1013929"/>
                <a:gd name="connsiteY33" fmla="*/ 224241 h 482950"/>
                <a:gd name="connsiteX34" fmla="*/ 659980 w 1013929"/>
                <a:gd name="connsiteY34" fmla="*/ 223914 h 482950"/>
                <a:gd name="connsiteX35" fmla="*/ 668366 w 1013929"/>
                <a:gd name="connsiteY35" fmla="*/ 222880 h 482950"/>
                <a:gd name="connsiteX36" fmla="*/ 669564 w 1013929"/>
                <a:gd name="connsiteY36" fmla="*/ 222716 h 482950"/>
                <a:gd name="connsiteX37" fmla="*/ 670326 w 1013929"/>
                <a:gd name="connsiteY37" fmla="*/ 222607 h 482950"/>
                <a:gd name="connsiteX38" fmla="*/ 671524 w 1013929"/>
                <a:gd name="connsiteY38" fmla="*/ 222499 h 482950"/>
                <a:gd name="connsiteX39" fmla="*/ 675608 w 1013929"/>
                <a:gd name="connsiteY39" fmla="*/ 222117 h 482950"/>
                <a:gd name="connsiteX40" fmla="*/ 677188 w 1013929"/>
                <a:gd name="connsiteY40" fmla="*/ 221954 h 482950"/>
                <a:gd name="connsiteX41" fmla="*/ 681217 w 1013929"/>
                <a:gd name="connsiteY41" fmla="*/ 221573 h 482950"/>
                <a:gd name="connsiteX42" fmla="*/ 682197 w 1013929"/>
                <a:gd name="connsiteY42" fmla="*/ 221518 h 482950"/>
                <a:gd name="connsiteX43" fmla="*/ 748576 w 1013929"/>
                <a:gd name="connsiteY43" fmla="*/ 212806 h 482950"/>
                <a:gd name="connsiteX44" fmla="*/ 748631 w 1013929"/>
                <a:gd name="connsiteY44" fmla="*/ 212969 h 482950"/>
                <a:gd name="connsiteX45" fmla="*/ 756636 w 1013929"/>
                <a:gd name="connsiteY45" fmla="*/ 211390 h 482950"/>
                <a:gd name="connsiteX46" fmla="*/ 759739 w 1013929"/>
                <a:gd name="connsiteY46" fmla="*/ 210736 h 482950"/>
                <a:gd name="connsiteX47" fmla="*/ 761863 w 1013929"/>
                <a:gd name="connsiteY47" fmla="*/ 210301 h 482950"/>
                <a:gd name="connsiteX48" fmla="*/ 769868 w 1013929"/>
                <a:gd name="connsiteY48" fmla="*/ 208613 h 482950"/>
                <a:gd name="connsiteX49" fmla="*/ 769868 w 1013929"/>
                <a:gd name="connsiteY49" fmla="*/ 208558 h 482950"/>
                <a:gd name="connsiteX50" fmla="*/ 831510 w 1013929"/>
                <a:gd name="connsiteY50" fmla="*/ 192004 h 482950"/>
                <a:gd name="connsiteX51" fmla="*/ 831564 w 1013929"/>
                <a:gd name="connsiteY51" fmla="*/ 192113 h 482950"/>
                <a:gd name="connsiteX52" fmla="*/ 839351 w 1013929"/>
                <a:gd name="connsiteY52" fmla="*/ 189554 h 482950"/>
                <a:gd name="connsiteX53" fmla="*/ 844470 w 1013929"/>
                <a:gd name="connsiteY53" fmla="*/ 187866 h 482950"/>
                <a:gd name="connsiteX54" fmla="*/ 852202 w 1013929"/>
                <a:gd name="connsiteY54" fmla="*/ 185252 h 482950"/>
                <a:gd name="connsiteX55" fmla="*/ 852202 w 1013929"/>
                <a:gd name="connsiteY55" fmla="*/ 185197 h 482950"/>
                <a:gd name="connsiteX56" fmla="*/ 880300 w 1013929"/>
                <a:gd name="connsiteY56" fmla="*/ 174851 h 482950"/>
                <a:gd name="connsiteX57" fmla="*/ 883241 w 1013929"/>
                <a:gd name="connsiteY57" fmla="*/ 173708 h 482950"/>
                <a:gd name="connsiteX58" fmla="*/ 898052 w 1013929"/>
                <a:gd name="connsiteY58" fmla="*/ 167772 h 482950"/>
                <a:gd name="connsiteX59" fmla="*/ 904696 w 1013929"/>
                <a:gd name="connsiteY59" fmla="*/ 164995 h 482950"/>
                <a:gd name="connsiteX60" fmla="*/ 916675 w 1013929"/>
                <a:gd name="connsiteY60" fmla="*/ 159877 h 482950"/>
                <a:gd name="connsiteX61" fmla="*/ 929581 w 1013929"/>
                <a:gd name="connsiteY61" fmla="*/ 154159 h 482950"/>
                <a:gd name="connsiteX62" fmla="*/ 936714 w 1013929"/>
                <a:gd name="connsiteY62" fmla="*/ 150892 h 482950"/>
                <a:gd name="connsiteX63" fmla="*/ 949947 w 1013929"/>
                <a:gd name="connsiteY63" fmla="*/ 144684 h 482950"/>
                <a:gd name="connsiteX64" fmla="*/ 951689 w 1013929"/>
                <a:gd name="connsiteY64" fmla="*/ 143867 h 482950"/>
                <a:gd name="connsiteX65" fmla="*/ 956590 w 1013929"/>
                <a:gd name="connsiteY65" fmla="*/ 141526 h 482950"/>
                <a:gd name="connsiteX66" fmla="*/ 970095 w 1013929"/>
                <a:gd name="connsiteY66" fmla="*/ 134882 h 482950"/>
                <a:gd name="connsiteX67" fmla="*/ 972763 w 1013929"/>
                <a:gd name="connsiteY67" fmla="*/ 133575 h 482950"/>
                <a:gd name="connsiteX68" fmla="*/ 977283 w 1013929"/>
                <a:gd name="connsiteY68" fmla="*/ 131343 h 482950"/>
                <a:gd name="connsiteX69" fmla="*/ 987574 w 1013929"/>
                <a:gd name="connsiteY69" fmla="*/ 126061 h 482950"/>
                <a:gd name="connsiteX70" fmla="*/ 989752 w 1013929"/>
                <a:gd name="connsiteY70" fmla="*/ 124917 h 482950"/>
                <a:gd name="connsiteX71" fmla="*/ 990188 w 1013929"/>
                <a:gd name="connsiteY71" fmla="*/ 124699 h 482950"/>
                <a:gd name="connsiteX72" fmla="*/ 990242 w 1013929"/>
                <a:gd name="connsiteY72" fmla="*/ 124754 h 482950"/>
                <a:gd name="connsiteX73" fmla="*/ 997594 w 1013929"/>
                <a:gd name="connsiteY73" fmla="*/ 120615 h 482950"/>
                <a:gd name="connsiteX74" fmla="*/ 1010662 w 1013929"/>
                <a:gd name="connsiteY74" fmla="*/ 145555 h 482950"/>
                <a:gd name="connsiteX75" fmla="*/ 989153 w 1013929"/>
                <a:gd name="connsiteY75" fmla="*/ 155847 h 482950"/>
                <a:gd name="connsiteX76" fmla="*/ 985015 w 1013929"/>
                <a:gd name="connsiteY76" fmla="*/ 157916 h 482950"/>
                <a:gd name="connsiteX77" fmla="*/ 982455 w 1013929"/>
                <a:gd name="connsiteY77" fmla="*/ 159169 h 482950"/>
                <a:gd name="connsiteX78" fmla="*/ 967916 w 1013929"/>
                <a:gd name="connsiteY78" fmla="*/ 166302 h 482950"/>
                <a:gd name="connsiteX79" fmla="*/ 962689 w 1013929"/>
                <a:gd name="connsiteY79" fmla="*/ 168807 h 482950"/>
                <a:gd name="connsiteX80" fmla="*/ 961164 w 1013929"/>
                <a:gd name="connsiteY80" fmla="*/ 169515 h 482950"/>
                <a:gd name="connsiteX81" fmla="*/ 947605 w 1013929"/>
                <a:gd name="connsiteY81" fmla="*/ 175832 h 482950"/>
                <a:gd name="connsiteX82" fmla="*/ 942160 w 1013929"/>
                <a:gd name="connsiteY82" fmla="*/ 178282 h 482950"/>
                <a:gd name="connsiteX83" fmla="*/ 935462 w 1013929"/>
                <a:gd name="connsiteY83" fmla="*/ 181277 h 482950"/>
                <a:gd name="connsiteX84" fmla="*/ 930398 w 1013929"/>
                <a:gd name="connsiteY84" fmla="*/ 183509 h 482950"/>
                <a:gd name="connsiteX85" fmla="*/ 927893 w 1013929"/>
                <a:gd name="connsiteY85" fmla="*/ 184599 h 482950"/>
                <a:gd name="connsiteX86" fmla="*/ 927348 w 1013929"/>
                <a:gd name="connsiteY86" fmla="*/ 184816 h 482950"/>
                <a:gd name="connsiteX87" fmla="*/ 914116 w 1013929"/>
                <a:gd name="connsiteY87" fmla="*/ 190425 h 482950"/>
                <a:gd name="connsiteX88" fmla="*/ 913299 w 1013929"/>
                <a:gd name="connsiteY88" fmla="*/ 190752 h 482950"/>
                <a:gd name="connsiteX89" fmla="*/ 908507 w 1013929"/>
                <a:gd name="connsiteY89" fmla="*/ 192767 h 482950"/>
                <a:gd name="connsiteX90" fmla="*/ 891899 w 1013929"/>
                <a:gd name="connsiteY90" fmla="*/ 199410 h 482950"/>
                <a:gd name="connsiteX91" fmla="*/ 891518 w 1013929"/>
                <a:gd name="connsiteY91" fmla="*/ 199573 h 482950"/>
                <a:gd name="connsiteX92" fmla="*/ 890755 w 1013929"/>
                <a:gd name="connsiteY92" fmla="*/ 199900 h 482950"/>
                <a:gd name="connsiteX93" fmla="*/ 684430 w 1013929"/>
                <a:gd name="connsiteY93" fmla="*/ 248636 h 482950"/>
                <a:gd name="connsiteX94" fmla="*/ 673702 w 1013929"/>
                <a:gd name="connsiteY94" fmla="*/ 249616 h 482950"/>
                <a:gd name="connsiteX95" fmla="*/ 672450 w 1013929"/>
                <a:gd name="connsiteY95" fmla="*/ 249780 h 482950"/>
                <a:gd name="connsiteX96" fmla="*/ 671633 w 1013929"/>
                <a:gd name="connsiteY96" fmla="*/ 249889 h 482950"/>
                <a:gd name="connsiteX97" fmla="*/ 662921 w 1013929"/>
                <a:gd name="connsiteY97" fmla="*/ 250978 h 482950"/>
                <a:gd name="connsiteX98" fmla="*/ 661396 w 1013929"/>
                <a:gd name="connsiteY98" fmla="*/ 251195 h 482950"/>
                <a:gd name="connsiteX99" fmla="*/ 660688 w 1013929"/>
                <a:gd name="connsiteY99" fmla="*/ 251304 h 482950"/>
                <a:gd name="connsiteX100" fmla="*/ 651758 w 1013929"/>
                <a:gd name="connsiteY100" fmla="*/ 252666 h 482950"/>
                <a:gd name="connsiteX101" fmla="*/ 651322 w 1013929"/>
                <a:gd name="connsiteY101" fmla="*/ 252720 h 482950"/>
                <a:gd name="connsiteX102" fmla="*/ 650070 w 1013929"/>
                <a:gd name="connsiteY102" fmla="*/ 252938 h 482950"/>
                <a:gd name="connsiteX103" fmla="*/ 640213 w 1013929"/>
                <a:gd name="connsiteY103" fmla="*/ 254681 h 482950"/>
                <a:gd name="connsiteX104" fmla="*/ 639778 w 1013929"/>
                <a:gd name="connsiteY104" fmla="*/ 254735 h 482950"/>
                <a:gd name="connsiteX105" fmla="*/ 639233 w 1013929"/>
                <a:gd name="connsiteY105" fmla="*/ 254844 h 482950"/>
                <a:gd name="connsiteX106" fmla="*/ 616417 w 1013929"/>
                <a:gd name="connsiteY106" fmla="*/ 259418 h 482950"/>
                <a:gd name="connsiteX107" fmla="*/ 616090 w 1013929"/>
                <a:gd name="connsiteY107" fmla="*/ 259473 h 482950"/>
                <a:gd name="connsiteX108" fmla="*/ 615764 w 1013929"/>
                <a:gd name="connsiteY108" fmla="*/ 259527 h 482950"/>
                <a:gd name="connsiteX109" fmla="*/ 592022 w 1013929"/>
                <a:gd name="connsiteY109" fmla="*/ 264700 h 482950"/>
                <a:gd name="connsiteX110" fmla="*/ 563869 w 1013929"/>
                <a:gd name="connsiteY110" fmla="*/ 270799 h 482950"/>
                <a:gd name="connsiteX111" fmla="*/ 563434 w 1013929"/>
                <a:gd name="connsiteY111" fmla="*/ 270908 h 482950"/>
                <a:gd name="connsiteX112" fmla="*/ 561310 w 1013929"/>
                <a:gd name="connsiteY112" fmla="*/ 271343 h 482950"/>
                <a:gd name="connsiteX113" fmla="*/ 559840 w 1013929"/>
                <a:gd name="connsiteY113" fmla="*/ 271670 h 482950"/>
                <a:gd name="connsiteX114" fmla="*/ 558805 w 1013929"/>
                <a:gd name="connsiteY114" fmla="*/ 271888 h 482950"/>
                <a:gd name="connsiteX115" fmla="*/ 553305 w 1013929"/>
                <a:gd name="connsiteY115" fmla="*/ 273031 h 482950"/>
                <a:gd name="connsiteX116" fmla="*/ 551835 w 1013929"/>
                <a:gd name="connsiteY116" fmla="*/ 273304 h 482950"/>
                <a:gd name="connsiteX117" fmla="*/ 550637 w 1013929"/>
                <a:gd name="connsiteY117" fmla="*/ 273522 h 482950"/>
                <a:gd name="connsiteX118" fmla="*/ 542632 w 1013929"/>
                <a:gd name="connsiteY118" fmla="*/ 275155 h 482950"/>
                <a:gd name="connsiteX119" fmla="*/ 542142 w 1013929"/>
                <a:gd name="connsiteY119" fmla="*/ 275264 h 482950"/>
                <a:gd name="connsiteX120" fmla="*/ 541597 w 1013929"/>
                <a:gd name="connsiteY120" fmla="*/ 275373 h 482950"/>
                <a:gd name="connsiteX121" fmla="*/ 515242 w 1013929"/>
                <a:gd name="connsiteY121" fmla="*/ 280274 h 482950"/>
                <a:gd name="connsiteX122" fmla="*/ 509633 w 1013929"/>
                <a:gd name="connsiteY122" fmla="*/ 281254 h 482950"/>
                <a:gd name="connsiteX123" fmla="*/ 505712 w 1013929"/>
                <a:gd name="connsiteY123" fmla="*/ 281907 h 482950"/>
                <a:gd name="connsiteX124" fmla="*/ 504188 w 1013929"/>
                <a:gd name="connsiteY124" fmla="*/ 282180 h 482950"/>
                <a:gd name="connsiteX125" fmla="*/ 502118 w 1013929"/>
                <a:gd name="connsiteY125" fmla="*/ 282506 h 482950"/>
                <a:gd name="connsiteX126" fmla="*/ 500975 w 1013929"/>
                <a:gd name="connsiteY126" fmla="*/ 282670 h 482950"/>
                <a:gd name="connsiteX127" fmla="*/ 487198 w 1013929"/>
                <a:gd name="connsiteY127" fmla="*/ 284794 h 482950"/>
                <a:gd name="connsiteX128" fmla="*/ 480337 w 1013929"/>
                <a:gd name="connsiteY128" fmla="*/ 285774 h 482950"/>
                <a:gd name="connsiteX129" fmla="*/ 467323 w 1013929"/>
                <a:gd name="connsiteY129" fmla="*/ 287571 h 482950"/>
                <a:gd name="connsiteX130" fmla="*/ 459862 w 1013929"/>
                <a:gd name="connsiteY130" fmla="*/ 288551 h 482950"/>
                <a:gd name="connsiteX131" fmla="*/ 447774 w 1013929"/>
                <a:gd name="connsiteY131" fmla="*/ 289967 h 482950"/>
                <a:gd name="connsiteX132" fmla="*/ 438516 w 1013929"/>
                <a:gd name="connsiteY132" fmla="*/ 291001 h 482950"/>
                <a:gd name="connsiteX133" fmla="*/ 426972 w 1013929"/>
                <a:gd name="connsiteY133" fmla="*/ 292145 h 482950"/>
                <a:gd name="connsiteX134" fmla="*/ 422017 w 1013929"/>
                <a:gd name="connsiteY134" fmla="*/ 292581 h 482950"/>
                <a:gd name="connsiteX135" fmla="*/ 416680 w 1013929"/>
                <a:gd name="connsiteY135" fmla="*/ 293070 h 482950"/>
                <a:gd name="connsiteX136" fmla="*/ 414393 w 1013929"/>
                <a:gd name="connsiteY136" fmla="*/ 293288 h 482950"/>
                <a:gd name="connsiteX137" fmla="*/ 414285 w 1013929"/>
                <a:gd name="connsiteY137" fmla="*/ 293288 h 482950"/>
                <a:gd name="connsiteX138" fmla="*/ 396641 w 1013929"/>
                <a:gd name="connsiteY138" fmla="*/ 294650 h 482950"/>
                <a:gd name="connsiteX139" fmla="*/ 390706 w 1013929"/>
                <a:gd name="connsiteY139" fmla="*/ 295085 h 482950"/>
                <a:gd name="connsiteX140" fmla="*/ 389290 w 1013929"/>
                <a:gd name="connsiteY140" fmla="*/ 300857 h 482950"/>
                <a:gd name="connsiteX141" fmla="*/ 378563 w 1013929"/>
                <a:gd name="connsiteY141" fmla="*/ 381449 h 482950"/>
                <a:gd name="connsiteX142" fmla="*/ 378018 w 1013929"/>
                <a:gd name="connsiteY142" fmla="*/ 386895 h 482950"/>
                <a:gd name="connsiteX143" fmla="*/ 382865 w 1013929"/>
                <a:gd name="connsiteY143" fmla="*/ 389454 h 482950"/>
                <a:gd name="connsiteX144" fmla="*/ 406988 w 1013929"/>
                <a:gd name="connsiteY144" fmla="*/ 429423 h 482950"/>
                <a:gd name="connsiteX145" fmla="*/ 361737 w 1013929"/>
                <a:gd name="connsiteY145" fmla="*/ 474674 h 482950"/>
                <a:gd name="connsiteX146" fmla="*/ 316485 w 1013929"/>
                <a:gd name="connsiteY146" fmla="*/ 429423 h 482950"/>
                <a:gd name="connsiteX147" fmla="*/ 346000 w 1013929"/>
                <a:gd name="connsiteY147" fmla="*/ 387058 h 482950"/>
                <a:gd name="connsiteX148" fmla="*/ 350791 w 1013929"/>
                <a:gd name="connsiteY148" fmla="*/ 385261 h 482950"/>
                <a:gd name="connsiteX149" fmla="*/ 351282 w 1013929"/>
                <a:gd name="connsiteY149" fmla="*/ 380197 h 482950"/>
                <a:gd name="connsiteX150" fmla="*/ 351336 w 1013929"/>
                <a:gd name="connsiteY150" fmla="*/ 379924 h 482950"/>
                <a:gd name="connsiteX151" fmla="*/ 351445 w 1013929"/>
                <a:gd name="connsiteY151" fmla="*/ 378835 h 482950"/>
                <a:gd name="connsiteX152" fmla="*/ 356509 w 1013929"/>
                <a:gd name="connsiteY152" fmla="*/ 331733 h 482950"/>
                <a:gd name="connsiteX153" fmla="*/ 357653 w 1013929"/>
                <a:gd name="connsiteY153" fmla="*/ 323728 h 482950"/>
                <a:gd name="connsiteX154" fmla="*/ 358469 w 1013929"/>
                <a:gd name="connsiteY154" fmla="*/ 318174 h 482950"/>
                <a:gd name="connsiteX155" fmla="*/ 359123 w 1013929"/>
                <a:gd name="connsiteY155" fmla="*/ 313763 h 482950"/>
                <a:gd name="connsiteX156" fmla="*/ 360430 w 1013929"/>
                <a:gd name="connsiteY156" fmla="*/ 306085 h 482950"/>
                <a:gd name="connsiteX157" fmla="*/ 362281 w 1013929"/>
                <a:gd name="connsiteY157" fmla="*/ 296501 h 482950"/>
                <a:gd name="connsiteX158" fmla="*/ 352534 w 1013929"/>
                <a:gd name="connsiteY158" fmla="*/ 296447 h 482950"/>
                <a:gd name="connsiteX159" fmla="*/ 352207 w 1013929"/>
                <a:gd name="connsiteY159" fmla="*/ 296447 h 482950"/>
                <a:gd name="connsiteX160" fmla="*/ 352098 w 1013929"/>
                <a:gd name="connsiteY160" fmla="*/ 296447 h 482950"/>
                <a:gd name="connsiteX161" fmla="*/ 337124 w 1013929"/>
                <a:gd name="connsiteY161" fmla="*/ 296011 h 482950"/>
                <a:gd name="connsiteX162" fmla="*/ 333257 w 1013929"/>
                <a:gd name="connsiteY162" fmla="*/ 295793 h 482950"/>
                <a:gd name="connsiteX163" fmla="*/ 332114 w 1013929"/>
                <a:gd name="connsiteY163" fmla="*/ 295739 h 482950"/>
                <a:gd name="connsiteX164" fmla="*/ 327649 w 1013929"/>
                <a:gd name="connsiteY164" fmla="*/ 295466 h 482950"/>
                <a:gd name="connsiteX165" fmla="*/ 325579 w 1013929"/>
                <a:gd name="connsiteY165" fmla="*/ 295358 h 482950"/>
                <a:gd name="connsiteX166" fmla="*/ 308916 w 1013929"/>
                <a:gd name="connsiteY166" fmla="*/ 293887 h 482950"/>
                <a:gd name="connsiteX167" fmla="*/ 305976 w 1013929"/>
                <a:gd name="connsiteY167" fmla="*/ 293561 h 482950"/>
                <a:gd name="connsiteX168" fmla="*/ 305050 w 1013929"/>
                <a:gd name="connsiteY168" fmla="*/ 293452 h 482950"/>
                <a:gd name="connsiteX169" fmla="*/ 109452 w 1013929"/>
                <a:gd name="connsiteY169" fmla="*/ 231266 h 482950"/>
                <a:gd name="connsiteX170" fmla="*/ 104606 w 1013929"/>
                <a:gd name="connsiteY170" fmla="*/ 228706 h 482950"/>
                <a:gd name="connsiteX171" fmla="*/ 100413 w 1013929"/>
                <a:gd name="connsiteY171" fmla="*/ 232246 h 482950"/>
                <a:gd name="connsiteX172" fmla="*/ 64473 w 1013929"/>
                <a:gd name="connsiteY172" fmla="*/ 245315 h 482950"/>
                <a:gd name="connsiteX173" fmla="*/ 8331 w 1013929"/>
                <a:gd name="connsiteY173" fmla="*/ 189173 h 482950"/>
                <a:gd name="connsiteX174" fmla="*/ 64473 w 1013929"/>
                <a:gd name="connsiteY174" fmla="*/ 133031 h 482950"/>
                <a:gd name="connsiteX175" fmla="*/ 120615 w 1013929"/>
                <a:gd name="connsiteY175" fmla="*/ 189173 h 482950"/>
                <a:gd name="connsiteX176" fmla="*/ 119690 w 1013929"/>
                <a:gd name="connsiteY176" fmla="*/ 199192 h 482950"/>
                <a:gd name="connsiteX177" fmla="*/ 118600 w 1013929"/>
                <a:gd name="connsiteY177" fmla="*/ 205128 h 482950"/>
                <a:gd name="connsiteX178" fmla="*/ 123937 w 1013929"/>
                <a:gd name="connsiteY178" fmla="*/ 207905 h 482950"/>
                <a:gd name="connsiteX179" fmla="*/ 281472 w 1013929"/>
                <a:gd name="connsiteY179" fmla="*/ 262413 h 482950"/>
                <a:gd name="connsiteX180" fmla="*/ 282452 w 1013929"/>
                <a:gd name="connsiteY180" fmla="*/ 262576 h 482950"/>
                <a:gd name="connsiteX181" fmla="*/ 284140 w 1013929"/>
                <a:gd name="connsiteY181" fmla="*/ 262903 h 482950"/>
                <a:gd name="connsiteX182" fmla="*/ 295412 w 1013929"/>
                <a:gd name="connsiteY182" fmla="*/ 264700 h 482950"/>
                <a:gd name="connsiteX183" fmla="*/ 299115 w 1013929"/>
                <a:gd name="connsiteY183" fmla="*/ 265190 h 482950"/>
                <a:gd name="connsiteX184" fmla="*/ 300748 w 1013929"/>
                <a:gd name="connsiteY184" fmla="*/ 265408 h 482950"/>
                <a:gd name="connsiteX185" fmla="*/ 316812 w 1013929"/>
                <a:gd name="connsiteY185" fmla="*/ 267259 h 482950"/>
                <a:gd name="connsiteX186" fmla="*/ 325470 w 1013929"/>
                <a:gd name="connsiteY186" fmla="*/ 268022 h 482950"/>
                <a:gd name="connsiteX187" fmla="*/ 335926 w 1013929"/>
                <a:gd name="connsiteY187" fmla="*/ 268730 h 482950"/>
                <a:gd name="connsiteX188" fmla="*/ 354494 w 1013929"/>
                <a:gd name="connsiteY188" fmla="*/ 269220 h 482950"/>
                <a:gd name="connsiteX189" fmla="*/ 355801 w 1013929"/>
                <a:gd name="connsiteY189" fmla="*/ 269220 h 482950"/>
                <a:gd name="connsiteX190" fmla="*/ 358742 w 1013929"/>
                <a:gd name="connsiteY190" fmla="*/ 269220 h 482950"/>
                <a:gd name="connsiteX191" fmla="*/ 378182 w 1013929"/>
                <a:gd name="connsiteY191" fmla="*/ 268675 h 482950"/>
                <a:gd name="connsiteX192" fmla="*/ 378672 w 1013929"/>
                <a:gd name="connsiteY192" fmla="*/ 268621 h 482950"/>
                <a:gd name="connsiteX193" fmla="*/ 378999 w 1013929"/>
                <a:gd name="connsiteY193" fmla="*/ 268621 h 482950"/>
                <a:gd name="connsiteX194" fmla="*/ 398057 w 1013929"/>
                <a:gd name="connsiteY194" fmla="*/ 267368 h 482950"/>
                <a:gd name="connsiteX195" fmla="*/ 401760 w 1013929"/>
                <a:gd name="connsiteY195" fmla="*/ 267096 h 482950"/>
                <a:gd name="connsiteX196" fmla="*/ 404047 w 1013929"/>
                <a:gd name="connsiteY196" fmla="*/ 266933 h 482950"/>
                <a:gd name="connsiteX197" fmla="*/ 471733 w 1013929"/>
                <a:gd name="connsiteY197" fmla="*/ 259636 h 482950"/>
                <a:gd name="connsiteX198" fmla="*/ 472877 w 1013929"/>
                <a:gd name="connsiteY198" fmla="*/ 259473 h 482950"/>
                <a:gd name="connsiteX199" fmla="*/ 474565 w 1013929"/>
                <a:gd name="connsiteY199" fmla="*/ 259255 h 482950"/>
                <a:gd name="connsiteX200" fmla="*/ 488178 w 1013929"/>
                <a:gd name="connsiteY200" fmla="*/ 257240 h 482950"/>
                <a:gd name="connsiteX201" fmla="*/ 492154 w 1013929"/>
                <a:gd name="connsiteY201" fmla="*/ 256641 h 482950"/>
                <a:gd name="connsiteX202" fmla="*/ 520687 w 1013929"/>
                <a:gd name="connsiteY202" fmla="*/ 251740 h 482950"/>
                <a:gd name="connsiteX203" fmla="*/ 526949 w 1013929"/>
                <a:gd name="connsiteY203" fmla="*/ 248963 h 482950"/>
                <a:gd name="connsiteX204" fmla="*/ 527276 w 1013929"/>
                <a:gd name="connsiteY204" fmla="*/ 242537 h 482950"/>
                <a:gd name="connsiteX205" fmla="*/ 522593 w 1013929"/>
                <a:gd name="connsiteY205" fmla="*/ 192004 h 482950"/>
                <a:gd name="connsiteX206" fmla="*/ 522539 w 1013929"/>
                <a:gd name="connsiteY206" fmla="*/ 190425 h 482950"/>
                <a:gd name="connsiteX207" fmla="*/ 522212 w 1013929"/>
                <a:gd name="connsiteY207" fmla="*/ 175450 h 482950"/>
                <a:gd name="connsiteX208" fmla="*/ 522212 w 1013929"/>
                <a:gd name="connsiteY208" fmla="*/ 173762 h 482950"/>
                <a:gd name="connsiteX209" fmla="*/ 522212 w 1013929"/>
                <a:gd name="connsiteY209" fmla="*/ 168153 h 482950"/>
                <a:gd name="connsiteX210" fmla="*/ 522212 w 1013929"/>
                <a:gd name="connsiteY210" fmla="*/ 166901 h 482950"/>
                <a:gd name="connsiteX211" fmla="*/ 522375 w 1013929"/>
                <a:gd name="connsiteY211" fmla="*/ 158842 h 482950"/>
                <a:gd name="connsiteX212" fmla="*/ 522430 w 1013929"/>
                <a:gd name="connsiteY212" fmla="*/ 156501 h 482950"/>
                <a:gd name="connsiteX213" fmla="*/ 522757 w 1013929"/>
                <a:gd name="connsiteY213" fmla="*/ 148006 h 482950"/>
                <a:gd name="connsiteX214" fmla="*/ 522811 w 1013929"/>
                <a:gd name="connsiteY214" fmla="*/ 147243 h 482950"/>
                <a:gd name="connsiteX215" fmla="*/ 522865 w 1013929"/>
                <a:gd name="connsiteY215" fmla="*/ 146590 h 482950"/>
                <a:gd name="connsiteX216" fmla="*/ 523301 w 1013929"/>
                <a:gd name="connsiteY216" fmla="*/ 139238 h 482950"/>
                <a:gd name="connsiteX217" fmla="*/ 523356 w 1013929"/>
                <a:gd name="connsiteY217" fmla="*/ 138640 h 482950"/>
                <a:gd name="connsiteX218" fmla="*/ 523410 w 1013929"/>
                <a:gd name="connsiteY218" fmla="*/ 137659 h 482950"/>
                <a:gd name="connsiteX219" fmla="*/ 523955 w 1013929"/>
                <a:gd name="connsiteY219" fmla="*/ 130199 h 482950"/>
                <a:gd name="connsiteX220" fmla="*/ 524118 w 1013929"/>
                <a:gd name="connsiteY220" fmla="*/ 128239 h 482950"/>
                <a:gd name="connsiteX221" fmla="*/ 524662 w 1013929"/>
                <a:gd name="connsiteY221" fmla="*/ 122140 h 482950"/>
                <a:gd name="connsiteX222" fmla="*/ 524880 w 1013929"/>
                <a:gd name="connsiteY222" fmla="*/ 120234 h 482950"/>
                <a:gd name="connsiteX223" fmla="*/ 525425 w 1013929"/>
                <a:gd name="connsiteY223" fmla="*/ 115170 h 482950"/>
                <a:gd name="connsiteX224" fmla="*/ 525697 w 1013929"/>
                <a:gd name="connsiteY224" fmla="*/ 112611 h 482950"/>
                <a:gd name="connsiteX225" fmla="*/ 526187 w 1013929"/>
                <a:gd name="connsiteY225" fmla="*/ 108799 h 482950"/>
                <a:gd name="connsiteX226" fmla="*/ 526732 w 1013929"/>
                <a:gd name="connsiteY226" fmla="*/ 104715 h 482950"/>
                <a:gd name="connsiteX227" fmla="*/ 526895 w 1013929"/>
                <a:gd name="connsiteY227" fmla="*/ 103680 h 482950"/>
                <a:gd name="connsiteX228" fmla="*/ 527058 w 1013929"/>
                <a:gd name="connsiteY228" fmla="*/ 102646 h 482950"/>
                <a:gd name="connsiteX229" fmla="*/ 527276 w 1013929"/>
                <a:gd name="connsiteY229" fmla="*/ 101175 h 482950"/>
                <a:gd name="connsiteX230" fmla="*/ 527930 w 1013929"/>
                <a:gd name="connsiteY230" fmla="*/ 96710 h 482950"/>
                <a:gd name="connsiteX231" fmla="*/ 524499 w 1013929"/>
                <a:gd name="connsiteY231" fmla="*/ 93770 h 482950"/>
                <a:gd name="connsiteX232" fmla="*/ 507673 w 1013929"/>
                <a:gd name="connsiteY232" fmla="*/ 56414 h 482950"/>
                <a:gd name="connsiteX233" fmla="*/ 553577 w 1013929"/>
                <a:gd name="connsiteY233" fmla="*/ 8168 h 482950"/>
                <a:gd name="connsiteX234" fmla="*/ 553577 w 1013929"/>
                <a:gd name="connsiteY234" fmla="*/ 0 h 482950"/>
                <a:gd name="connsiteX235" fmla="*/ 499559 w 1013929"/>
                <a:gd name="connsiteY235" fmla="*/ 56414 h 482950"/>
                <a:gd name="connsiteX236" fmla="*/ 519163 w 1013929"/>
                <a:gd name="connsiteY236" fmla="*/ 99923 h 482950"/>
                <a:gd name="connsiteX237" fmla="*/ 518781 w 1013929"/>
                <a:gd name="connsiteY237" fmla="*/ 102482 h 482950"/>
                <a:gd name="connsiteX238" fmla="*/ 518618 w 1013929"/>
                <a:gd name="connsiteY238" fmla="*/ 103517 h 482950"/>
                <a:gd name="connsiteX239" fmla="*/ 518074 w 1013929"/>
                <a:gd name="connsiteY239" fmla="*/ 107655 h 482950"/>
                <a:gd name="connsiteX240" fmla="*/ 517583 w 1013929"/>
                <a:gd name="connsiteY240" fmla="*/ 111576 h 482950"/>
                <a:gd name="connsiteX241" fmla="*/ 517257 w 1013929"/>
                <a:gd name="connsiteY241" fmla="*/ 114190 h 482950"/>
                <a:gd name="connsiteX242" fmla="*/ 516712 w 1013929"/>
                <a:gd name="connsiteY242" fmla="*/ 119308 h 482950"/>
                <a:gd name="connsiteX243" fmla="*/ 516494 w 1013929"/>
                <a:gd name="connsiteY243" fmla="*/ 121214 h 482950"/>
                <a:gd name="connsiteX244" fmla="*/ 515895 w 1013929"/>
                <a:gd name="connsiteY244" fmla="*/ 127422 h 482950"/>
                <a:gd name="connsiteX245" fmla="*/ 515732 w 1013929"/>
                <a:gd name="connsiteY245" fmla="*/ 129382 h 482950"/>
                <a:gd name="connsiteX246" fmla="*/ 515188 w 1013929"/>
                <a:gd name="connsiteY246" fmla="*/ 136951 h 482950"/>
                <a:gd name="connsiteX247" fmla="*/ 515079 w 1013929"/>
                <a:gd name="connsiteY247" fmla="*/ 138585 h 482950"/>
                <a:gd name="connsiteX248" fmla="*/ 514643 w 1013929"/>
                <a:gd name="connsiteY248" fmla="*/ 146100 h 482950"/>
                <a:gd name="connsiteX249" fmla="*/ 514588 w 1013929"/>
                <a:gd name="connsiteY249" fmla="*/ 147516 h 482950"/>
                <a:gd name="connsiteX250" fmla="*/ 514262 w 1013929"/>
                <a:gd name="connsiteY250" fmla="*/ 156119 h 482950"/>
                <a:gd name="connsiteX251" fmla="*/ 514207 w 1013929"/>
                <a:gd name="connsiteY251" fmla="*/ 158515 h 482950"/>
                <a:gd name="connsiteX252" fmla="*/ 514044 w 1013929"/>
                <a:gd name="connsiteY252" fmla="*/ 167500 h 482950"/>
                <a:gd name="connsiteX253" fmla="*/ 514044 w 1013929"/>
                <a:gd name="connsiteY253" fmla="*/ 168045 h 482950"/>
                <a:gd name="connsiteX254" fmla="*/ 514044 w 1013929"/>
                <a:gd name="connsiteY254" fmla="*/ 168045 h 482950"/>
                <a:gd name="connsiteX255" fmla="*/ 514044 w 1013929"/>
                <a:gd name="connsiteY255" fmla="*/ 173708 h 482950"/>
                <a:gd name="connsiteX256" fmla="*/ 514044 w 1013929"/>
                <a:gd name="connsiteY256" fmla="*/ 173708 h 482950"/>
                <a:gd name="connsiteX257" fmla="*/ 514044 w 1013929"/>
                <a:gd name="connsiteY257" fmla="*/ 174198 h 482950"/>
                <a:gd name="connsiteX258" fmla="*/ 514425 w 1013929"/>
                <a:gd name="connsiteY258" fmla="*/ 190643 h 482950"/>
                <a:gd name="connsiteX259" fmla="*/ 514480 w 1013929"/>
                <a:gd name="connsiteY259" fmla="*/ 192222 h 482950"/>
                <a:gd name="connsiteX260" fmla="*/ 519217 w 1013929"/>
                <a:gd name="connsiteY260" fmla="*/ 243627 h 482950"/>
                <a:gd name="connsiteX261" fmla="*/ 490847 w 1013929"/>
                <a:gd name="connsiteY261" fmla="*/ 248473 h 482950"/>
                <a:gd name="connsiteX262" fmla="*/ 486926 w 1013929"/>
                <a:gd name="connsiteY262" fmla="*/ 249072 h 482950"/>
                <a:gd name="connsiteX263" fmla="*/ 473421 w 1013929"/>
                <a:gd name="connsiteY263" fmla="*/ 251087 h 482950"/>
                <a:gd name="connsiteX264" fmla="*/ 470590 w 1013929"/>
                <a:gd name="connsiteY264" fmla="*/ 251468 h 482950"/>
                <a:gd name="connsiteX265" fmla="*/ 403394 w 1013929"/>
                <a:gd name="connsiteY265" fmla="*/ 258710 h 482950"/>
                <a:gd name="connsiteX266" fmla="*/ 397458 w 1013929"/>
                <a:gd name="connsiteY266" fmla="*/ 259200 h 482950"/>
                <a:gd name="connsiteX267" fmla="*/ 378508 w 1013929"/>
                <a:gd name="connsiteY267" fmla="*/ 260453 h 482950"/>
                <a:gd name="connsiteX268" fmla="*/ 377692 w 1013929"/>
                <a:gd name="connsiteY268" fmla="*/ 260507 h 482950"/>
                <a:gd name="connsiteX269" fmla="*/ 358633 w 1013929"/>
                <a:gd name="connsiteY269" fmla="*/ 261052 h 482950"/>
                <a:gd name="connsiteX270" fmla="*/ 355692 w 1013929"/>
                <a:gd name="connsiteY270" fmla="*/ 261052 h 482950"/>
                <a:gd name="connsiteX271" fmla="*/ 354440 w 1013929"/>
                <a:gd name="connsiteY271" fmla="*/ 261052 h 482950"/>
                <a:gd name="connsiteX272" fmla="*/ 336198 w 1013929"/>
                <a:gd name="connsiteY272" fmla="*/ 260562 h 482950"/>
                <a:gd name="connsiteX273" fmla="*/ 325961 w 1013929"/>
                <a:gd name="connsiteY273" fmla="*/ 259854 h 482950"/>
                <a:gd name="connsiteX274" fmla="*/ 317466 w 1013929"/>
                <a:gd name="connsiteY274" fmla="*/ 259091 h 482950"/>
                <a:gd name="connsiteX275" fmla="*/ 301674 w 1013929"/>
                <a:gd name="connsiteY275" fmla="*/ 257294 h 482950"/>
                <a:gd name="connsiteX276" fmla="*/ 296447 w 1013929"/>
                <a:gd name="connsiteY276" fmla="*/ 256586 h 482950"/>
                <a:gd name="connsiteX277" fmla="*/ 285392 w 1013929"/>
                <a:gd name="connsiteY277" fmla="*/ 254844 h 482950"/>
                <a:gd name="connsiteX278" fmla="*/ 282724 w 1013929"/>
                <a:gd name="connsiteY278" fmla="*/ 254354 h 482950"/>
                <a:gd name="connsiteX279" fmla="*/ 127531 w 1013929"/>
                <a:gd name="connsiteY279" fmla="*/ 200662 h 482950"/>
                <a:gd name="connsiteX280" fmla="*/ 128620 w 1013929"/>
                <a:gd name="connsiteY280" fmla="*/ 189173 h 482950"/>
                <a:gd name="connsiteX281" fmla="*/ 64310 w 1013929"/>
                <a:gd name="connsiteY281" fmla="*/ 124863 h 482950"/>
                <a:gd name="connsiteX282" fmla="*/ 0 w 1013929"/>
                <a:gd name="connsiteY282" fmla="*/ 189173 h 482950"/>
                <a:gd name="connsiteX283" fmla="*/ 64310 w 1013929"/>
                <a:gd name="connsiteY283" fmla="*/ 253483 h 482950"/>
                <a:gd name="connsiteX284" fmla="*/ 105531 w 1013929"/>
                <a:gd name="connsiteY284" fmla="*/ 238508 h 482950"/>
                <a:gd name="connsiteX285" fmla="*/ 304016 w 1013929"/>
                <a:gd name="connsiteY285" fmla="*/ 301565 h 482950"/>
                <a:gd name="connsiteX286" fmla="*/ 307991 w 1013929"/>
                <a:gd name="connsiteY286" fmla="*/ 302001 h 482950"/>
                <a:gd name="connsiteX287" fmla="*/ 325470 w 1013929"/>
                <a:gd name="connsiteY287" fmla="*/ 303526 h 482950"/>
                <a:gd name="connsiteX288" fmla="*/ 327050 w 1013929"/>
                <a:gd name="connsiteY288" fmla="*/ 303689 h 482950"/>
                <a:gd name="connsiteX289" fmla="*/ 327050 w 1013929"/>
                <a:gd name="connsiteY289" fmla="*/ 303635 h 482950"/>
                <a:gd name="connsiteX290" fmla="*/ 332767 w 1013929"/>
                <a:gd name="connsiteY290" fmla="*/ 303961 h 482950"/>
                <a:gd name="connsiteX291" fmla="*/ 332767 w 1013929"/>
                <a:gd name="connsiteY291" fmla="*/ 304016 h 482950"/>
                <a:gd name="connsiteX292" fmla="*/ 335544 w 1013929"/>
                <a:gd name="connsiteY292" fmla="*/ 304125 h 482950"/>
                <a:gd name="connsiteX293" fmla="*/ 351935 w 1013929"/>
                <a:gd name="connsiteY293" fmla="*/ 304615 h 482950"/>
                <a:gd name="connsiteX294" fmla="*/ 352316 w 1013929"/>
                <a:gd name="connsiteY294" fmla="*/ 304615 h 482950"/>
                <a:gd name="connsiteX295" fmla="*/ 350247 w 1013929"/>
                <a:gd name="connsiteY295" fmla="*/ 316976 h 482950"/>
                <a:gd name="connsiteX296" fmla="*/ 350301 w 1013929"/>
                <a:gd name="connsiteY296" fmla="*/ 316976 h 482950"/>
                <a:gd name="connsiteX297" fmla="*/ 349484 w 1013929"/>
                <a:gd name="connsiteY297" fmla="*/ 322585 h 482950"/>
                <a:gd name="connsiteX298" fmla="*/ 349430 w 1013929"/>
                <a:gd name="connsiteY298" fmla="*/ 322585 h 482950"/>
                <a:gd name="connsiteX299" fmla="*/ 343222 w 1013929"/>
                <a:gd name="connsiteY299" fmla="*/ 378236 h 482950"/>
                <a:gd name="connsiteX300" fmla="*/ 343113 w 1013929"/>
                <a:gd name="connsiteY300" fmla="*/ 379489 h 482950"/>
                <a:gd name="connsiteX301" fmla="*/ 308263 w 1013929"/>
                <a:gd name="connsiteY301" fmla="*/ 429532 h 482950"/>
                <a:gd name="connsiteX302" fmla="*/ 361682 w 1013929"/>
                <a:gd name="connsiteY302" fmla="*/ 482951 h 482950"/>
                <a:gd name="connsiteX303" fmla="*/ 415101 w 1013929"/>
                <a:gd name="connsiteY303" fmla="*/ 429532 h 482950"/>
                <a:gd name="connsiteX304" fmla="*/ 386677 w 1013929"/>
                <a:gd name="connsiteY304" fmla="*/ 382320 h 482950"/>
                <a:gd name="connsiteX305" fmla="*/ 397241 w 1013929"/>
                <a:gd name="connsiteY305" fmla="*/ 302872 h 482950"/>
                <a:gd name="connsiteX306" fmla="*/ 414992 w 1013929"/>
                <a:gd name="connsiteY306" fmla="*/ 301457 h 482950"/>
                <a:gd name="connsiteX307" fmla="*/ 417388 w 1013929"/>
                <a:gd name="connsiteY307" fmla="*/ 301293 h 482950"/>
                <a:gd name="connsiteX308" fmla="*/ 417388 w 1013929"/>
                <a:gd name="connsiteY308" fmla="*/ 301239 h 482950"/>
                <a:gd name="connsiteX309" fmla="*/ 422888 w 1013929"/>
                <a:gd name="connsiteY309" fmla="*/ 300749 h 482950"/>
                <a:gd name="connsiteX310" fmla="*/ 422888 w 1013929"/>
                <a:gd name="connsiteY310" fmla="*/ 300803 h 482950"/>
                <a:gd name="connsiteX311" fmla="*/ 426264 w 1013929"/>
                <a:gd name="connsiteY311" fmla="*/ 300476 h 482950"/>
                <a:gd name="connsiteX312" fmla="*/ 439333 w 1013929"/>
                <a:gd name="connsiteY312" fmla="*/ 299169 h 482950"/>
                <a:gd name="connsiteX313" fmla="*/ 448645 w 1013929"/>
                <a:gd name="connsiteY313" fmla="*/ 298135 h 482950"/>
                <a:gd name="connsiteX314" fmla="*/ 460843 w 1013929"/>
                <a:gd name="connsiteY314" fmla="*/ 296719 h 482950"/>
                <a:gd name="connsiteX315" fmla="*/ 468357 w 1013929"/>
                <a:gd name="connsiteY315" fmla="*/ 295739 h 482950"/>
                <a:gd name="connsiteX316" fmla="*/ 481426 w 1013929"/>
                <a:gd name="connsiteY316" fmla="*/ 293942 h 482950"/>
                <a:gd name="connsiteX317" fmla="*/ 488342 w 1013929"/>
                <a:gd name="connsiteY317" fmla="*/ 292962 h 482950"/>
                <a:gd name="connsiteX318" fmla="*/ 502227 w 1013929"/>
                <a:gd name="connsiteY318" fmla="*/ 290783 h 482950"/>
                <a:gd name="connsiteX319" fmla="*/ 505495 w 1013929"/>
                <a:gd name="connsiteY319" fmla="*/ 290293 h 482950"/>
                <a:gd name="connsiteX320" fmla="*/ 505495 w 1013929"/>
                <a:gd name="connsiteY320" fmla="*/ 290293 h 482950"/>
                <a:gd name="connsiteX321" fmla="*/ 510994 w 1013929"/>
                <a:gd name="connsiteY321" fmla="*/ 289368 h 482950"/>
                <a:gd name="connsiteX322" fmla="*/ 510994 w 1013929"/>
                <a:gd name="connsiteY322" fmla="*/ 289368 h 482950"/>
                <a:gd name="connsiteX323" fmla="*/ 543122 w 1013929"/>
                <a:gd name="connsiteY323" fmla="*/ 283432 h 482950"/>
                <a:gd name="connsiteX324" fmla="*/ 544102 w 1013929"/>
                <a:gd name="connsiteY324" fmla="*/ 283214 h 482950"/>
                <a:gd name="connsiteX325" fmla="*/ 552107 w 1013929"/>
                <a:gd name="connsiteY325" fmla="*/ 281581 h 482950"/>
                <a:gd name="connsiteX326" fmla="*/ 554775 w 1013929"/>
                <a:gd name="connsiteY326" fmla="*/ 281036 h 482950"/>
                <a:gd name="connsiteX327" fmla="*/ 561364 w 1013929"/>
                <a:gd name="connsiteY327" fmla="*/ 279675 h 482950"/>
                <a:gd name="connsiteX328" fmla="*/ 564958 w 1013929"/>
                <a:gd name="connsiteY328" fmla="*/ 278913 h 482950"/>
                <a:gd name="connsiteX329" fmla="*/ 565394 w 1013929"/>
                <a:gd name="connsiteY329" fmla="*/ 278804 h 482950"/>
                <a:gd name="connsiteX330" fmla="*/ 593601 w 1013929"/>
                <a:gd name="connsiteY330" fmla="*/ 272705 h 482950"/>
                <a:gd name="connsiteX331" fmla="*/ 617288 w 1013929"/>
                <a:gd name="connsiteY331" fmla="*/ 267532 h 482950"/>
                <a:gd name="connsiteX332" fmla="*/ 617942 w 1013929"/>
                <a:gd name="connsiteY332" fmla="*/ 267368 h 482950"/>
                <a:gd name="connsiteX333" fmla="*/ 640540 w 1013929"/>
                <a:gd name="connsiteY333" fmla="*/ 262849 h 482950"/>
                <a:gd name="connsiteX334" fmla="*/ 641520 w 1013929"/>
                <a:gd name="connsiteY334" fmla="*/ 262685 h 482950"/>
                <a:gd name="connsiteX335" fmla="*/ 651213 w 1013929"/>
                <a:gd name="connsiteY335" fmla="*/ 260997 h 482950"/>
                <a:gd name="connsiteX336" fmla="*/ 652901 w 1013929"/>
                <a:gd name="connsiteY336" fmla="*/ 260725 h 482950"/>
                <a:gd name="connsiteX337" fmla="*/ 661668 w 1013929"/>
                <a:gd name="connsiteY337" fmla="*/ 259364 h 482950"/>
                <a:gd name="connsiteX338" fmla="*/ 663846 w 1013929"/>
                <a:gd name="connsiteY338" fmla="*/ 259037 h 482950"/>
                <a:gd name="connsiteX339" fmla="*/ 672396 w 1013929"/>
                <a:gd name="connsiteY339" fmla="*/ 257948 h 482950"/>
                <a:gd name="connsiteX340" fmla="*/ 674410 w 1013929"/>
                <a:gd name="connsiteY340" fmla="*/ 257730 h 482950"/>
                <a:gd name="connsiteX341" fmla="*/ 684920 w 1013929"/>
                <a:gd name="connsiteY341" fmla="*/ 256750 h 482950"/>
                <a:gd name="connsiteX342" fmla="*/ 893587 w 1013929"/>
                <a:gd name="connsiteY342" fmla="*/ 207469 h 482950"/>
                <a:gd name="connsiteX343" fmla="*/ 894730 w 1013929"/>
                <a:gd name="connsiteY343" fmla="*/ 207033 h 482950"/>
                <a:gd name="connsiteX344" fmla="*/ 911502 w 1013929"/>
                <a:gd name="connsiteY344" fmla="*/ 200336 h 482950"/>
                <a:gd name="connsiteX345" fmla="*/ 917111 w 1013929"/>
                <a:gd name="connsiteY345" fmla="*/ 197994 h 482950"/>
                <a:gd name="connsiteX346" fmla="*/ 930452 w 1013929"/>
                <a:gd name="connsiteY346" fmla="*/ 192331 h 482950"/>
                <a:gd name="connsiteX347" fmla="*/ 933556 w 1013929"/>
                <a:gd name="connsiteY347" fmla="*/ 191024 h 482950"/>
                <a:gd name="connsiteX348" fmla="*/ 933556 w 1013929"/>
                <a:gd name="connsiteY348" fmla="*/ 190970 h 482950"/>
                <a:gd name="connsiteX349" fmla="*/ 938620 w 1013929"/>
                <a:gd name="connsiteY349" fmla="*/ 188737 h 482950"/>
                <a:gd name="connsiteX350" fmla="*/ 938620 w 1013929"/>
                <a:gd name="connsiteY350" fmla="*/ 188792 h 482950"/>
                <a:gd name="connsiteX351" fmla="*/ 943194 w 1013929"/>
                <a:gd name="connsiteY351" fmla="*/ 186722 h 482950"/>
                <a:gd name="connsiteX352" fmla="*/ 950818 w 1013929"/>
                <a:gd name="connsiteY352" fmla="*/ 183237 h 482950"/>
                <a:gd name="connsiteX353" fmla="*/ 964486 w 1013929"/>
                <a:gd name="connsiteY353" fmla="*/ 176866 h 482950"/>
                <a:gd name="connsiteX354" fmla="*/ 971292 w 1013929"/>
                <a:gd name="connsiteY354" fmla="*/ 173653 h 482950"/>
                <a:gd name="connsiteX355" fmla="*/ 985941 w 1013929"/>
                <a:gd name="connsiteY355" fmla="*/ 166465 h 482950"/>
                <a:gd name="connsiteX356" fmla="*/ 992638 w 1013929"/>
                <a:gd name="connsiteY356" fmla="*/ 163144 h 482950"/>
                <a:gd name="connsiteX357" fmla="*/ 1008648 w 1013929"/>
                <a:gd name="connsiteY357" fmla="*/ 154921 h 482950"/>
                <a:gd name="connsiteX358" fmla="*/ 1013930 w 1013929"/>
                <a:gd name="connsiteY358" fmla="*/ 152198 h 482950"/>
                <a:gd name="connsiteX359" fmla="*/ 993727 w 1013929"/>
                <a:gd name="connsiteY359" fmla="*/ 113591 h 482950"/>
                <a:gd name="connsiteX360" fmla="*/ 993128 w 1013929"/>
                <a:gd name="connsiteY360" fmla="*/ 113918 h 482950"/>
                <a:gd name="connsiteX361" fmla="*/ 993128 w 1013929"/>
                <a:gd name="connsiteY361" fmla="*/ 113918 h 482950"/>
                <a:gd name="connsiteX362" fmla="*/ 985832 w 1013929"/>
                <a:gd name="connsiteY362" fmla="*/ 117675 h 482950"/>
                <a:gd name="connsiteX363" fmla="*/ 973471 w 1013929"/>
                <a:gd name="connsiteY363" fmla="*/ 124046 h 482950"/>
                <a:gd name="connsiteX364" fmla="*/ 966337 w 1013929"/>
                <a:gd name="connsiteY364" fmla="*/ 127586 h 482950"/>
                <a:gd name="connsiteX365" fmla="*/ 952942 w 1013929"/>
                <a:gd name="connsiteY365" fmla="*/ 134174 h 482950"/>
                <a:gd name="connsiteX366" fmla="*/ 946353 w 1013929"/>
                <a:gd name="connsiteY366" fmla="*/ 137333 h 482950"/>
                <a:gd name="connsiteX367" fmla="*/ 933175 w 1013929"/>
                <a:gd name="connsiteY367" fmla="*/ 143486 h 482950"/>
                <a:gd name="connsiteX368" fmla="*/ 926096 w 1013929"/>
                <a:gd name="connsiteY368" fmla="*/ 146699 h 482950"/>
                <a:gd name="connsiteX369" fmla="*/ 913299 w 1013929"/>
                <a:gd name="connsiteY369" fmla="*/ 152362 h 482950"/>
                <a:gd name="connsiteX370" fmla="*/ 901428 w 1013929"/>
                <a:gd name="connsiteY370" fmla="*/ 157426 h 482950"/>
                <a:gd name="connsiteX371" fmla="*/ 894785 w 1013929"/>
                <a:gd name="connsiteY371" fmla="*/ 160203 h 482950"/>
                <a:gd name="connsiteX372" fmla="*/ 880082 w 1013929"/>
                <a:gd name="connsiteY372" fmla="*/ 166084 h 482950"/>
                <a:gd name="connsiteX373" fmla="*/ 877196 w 1013929"/>
                <a:gd name="connsiteY373" fmla="*/ 167228 h 482950"/>
                <a:gd name="connsiteX374" fmla="*/ 841692 w 1013929"/>
                <a:gd name="connsiteY374" fmla="*/ 180079 h 482950"/>
                <a:gd name="connsiteX375" fmla="*/ 841692 w 1013929"/>
                <a:gd name="connsiteY375" fmla="*/ 180079 h 482950"/>
                <a:gd name="connsiteX376" fmla="*/ 836628 w 1013929"/>
                <a:gd name="connsiteY376" fmla="*/ 181767 h 482950"/>
                <a:gd name="connsiteX377" fmla="*/ 836628 w 1013929"/>
                <a:gd name="connsiteY377" fmla="*/ 181712 h 482950"/>
                <a:gd name="connsiteX378" fmla="*/ 760121 w 1013929"/>
                <a:gd name="connsiteY378" fmla="*/ 202242 h 482950"/>
                <a:gd name="connsiteX379" fmla="*/ 760121 w 1013929"/>
                <a:gd name="connsiteY379" fmla="*/ 202296 h 482950"/>
                <a:gd name="connsiteX380" fmla="*/ 754948 w 1013929"/>
                <a:gd name="connsiteY380" fmla="*/ 203385 h 482950"/>
                <a:gd name="connsiteX381" fmla="*/ 754948 w 1013929"/>
                <a:gd name="connsiteY381" fmla="*/ 203276 h 482950"/>
                <a:gd name="connsiteX382" fmla="*/ 681544 w 1013929"/>
                <a:gd name="connsiteY382" fmla="*/ 213404 h 482950"/>
                <a:gd name="connsiteX383" fmla="*/ 676371 w 1013929"/>
                <a:gd name="connsiteY383" fmla="*/ 213840 h 482950"/>
                <a:gd name="connsiteX384" fmla="*/ 676371 w 1013929"/>
                <a:gd name="connsiteY384" fmla="*/ 213895 h 482950"/>
                <a:gd name="connsiteX385" fmla="*/ 670599 w 1013929"/>
                <a:gd name="connsiteY385" fmla="*/ 214439 h 482950"/>
                <a:gd name="connsiteX386" fmla="*/ 670599 w 1013929"/>
                <a:gd name="connsiteY386" fmla="*/ 214439 h 482950"/>
                <a:gd name="connsiteX387" fmla="*/ 670054 w 1013929"/>
                <a:gd name="connsiteY387" fmla="*/ 214494 h 482950"/>
                <a:gd name="connsiteX388" fmla="*/ 667386 w 1013929"/>
                <a:gd name="connsiteY388" fmla="*/ 214820 h 482950"/>
                <a:gd name="connsiteX389" fmla="*/ 658837 w 1013929"/>
                <a:gd name="connsiteY389" fmla="*/ 215855 h 482950"/>
                <a:gd name="connsiteX390" fmla="*/ 655678 w 1013929"/>
                <a:gd name="connsiteY390" fmla="*/ 216291 h 482950"/>
                <a:gd name="connsiteX391" fmla="*/ 647292 w 1013929"/>
                <a:gd name="connsiteY391" fmla="*/ 217543 h 482950"/>
                <a:gd name="connsiteX392" fmla="*/ 644515 w 1013929"/>
                <a:gd name="connsiteY392" fmla="*/ 217979 h 482950"/>
                <a:gd name="connsiteX393" fmla="*/ 635585 w 1013929"/>
                <a:gd name="connsiteY393" fmla="*/ 219558 h 482950"/>
                <a:gd name="connsiteX394" fmla="*/ 633189 w 1013929"/>
                <a:gd name="connsiteY394" fmla="*/ 219994 h 482950"/>
                <a:gd name="connsiteX395" fmla="*/ 623115 w 1013929"/>
                <a:gd name="connsiteY395" fmla="*/ 221954 h 482950"/>
                <a:gd name="connsiteX396" fmla="*/ 621699 w 1013929"/>
                <a:gd name="connsiteY396" fmla="*/ 222226 h 482950"/>
                <a:gd name="connsiteX397" fmla="*/ 610264 w 1013929"/>
                <a:gd name="connsiteY397" fmla="*/ 224568 h 482950"/>
                <a:gd name="connsiteX398" fmla="*/ 605363 w 1013929"/>
                <a:gd name="connsiteY398" fmla="*/ 225602 h 482950"/>
                <a:gd name="connsiteX399" fmla="*/ 598175 w 1013929"/>
                <a:gd name="connsiteY399" fmla="*/ 227127 h 482950"/>
                <a:gd name="connsiteX400" fmla="*/ 591641 w 1013929"/>
                <a:gd name="connsiteY400" fmla="*/ 228543 h 482950"/>
                <a:gd name="connsiteX401" fmla="*/ 588101 w 1013929"/>
                <a:gd name="connsiteY401" fmla="*/ 229305 h 482950"/>
                <a:gd name="connsiteX402" fmla="*/ 588101 w 1013929"/>
                <a:gd name="connsiteY402" fmla="*/ 229305 h 482950"/>
                <a:gd name="connsiteX403" fmla="*/ 584289 w 1013929"/>
                <a:gd name="connsiteY403" fmla="*/ 230122 h 482950"/>
                <a:gd name="connsiteX404" fmla="*/ 581349 w 1013929"/>
                <a:gd name="connsiteY404" fmla="*/ 230775 h 482950"/>
                <a:gd name="connsiteX405" fmla="*/ 572908 w 1013929"/>
                <a:gd name="connsiteY405" fmla="*/ 232627 h 482950"/>
                <a:gd name="connsiteX406" fmla="*/ 562072 w 1013929"/>
                <a:gd name="connsiteY406" fmla="*/ 234968 h 482950"/>
                <a:gd name="connsiteX407" fmla="*/ 560384 w 1013929"/>
                <a:gd name="connsiteY407" fmla="*/ 221409 h 482950"/>
                <a:gd name="connsiteX408" fmla="*/ 559949 w 1013929"/>
                <a:gd name="connsiteY408" fmla="*/ 217107 h 482950"/>
                <a:gd name="connsiteX409" fmla="*/ 559241 w 1013929"/>
                <a:gd name="connsiteY409" fmla="*/ 208939 h 482950"/>
                <a:gd name="connsiteX410" fmla="*/ 561582 w 1013929"/>
                <a:gd name="connsiteY410" fmla="*/ 112175 h 482950"/>
                <a:gd name="connsiteX411" fmla="*/ 607650 w 1013929"/>
                <a:gd name="connsiteY411" fmla="*/ 56414 h 482950"/>
                <a:gd name="connsiteX412" fmla="*/ 553577 w 1013929"/>
                <a:gd name="connsiteY412" fmla="*/ 0 h 482950"/>
                <a:gd name="connsiteX413" fmla="*/ 553577 w 1013929"/>
                <a:gd name="connsiteY413" fmla="*/ 0 h 48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</a:cxnLst>
              <a:rect l="l" t="t" r="r" b="b"/>
              <a:pathLst>
                <a:path w="1013929" h="482950">
                  <a:moveTo>
                    <a:pt x="553577" y="8168"/>
                  </a:moveTo>
                  <a:cubicBezTo>
                    <a:pt x="578844" y="8168"/>
                    <a:pt x="599428" y="29841"/>
                    <a:pt x="599428" y="56414"/>
                  </a:cubicBezTo>
                  <a:cubicBezTo>
                    <a:pt x="599428" y="80156"/>
                    <a:pt x="582601" y="100631"/>
                    <a:pt x="560275" y="104116"/>
                  </a:cubicBezTo>
                  <a:lnTo>
                    <a:pt x="554231" y="105042"/>
                  </a:lnTo>
                  <a:lnTo>
                    <a:pt x="553414" y="111086"/>
                  </a:lnTo>
                  <a:cubicBezTo>
                    <a:pt x="550528" y="133085"/>
                    <a:pt x="547751" y="168099"/>
                    <a:pt x="551018" y="209593"/>
                  </a:cubicBezTo>
                  <a:cubicBezTo>
                    <a:pt x="551236" y="212370"/>
                    <a:pt x="551508" y="215147"/>
                    <a:pt x="551780" y="217924"/>
                  </a:cubicBezTo>
                  <a:cubicBezTo>
                    <a:pt x="551944" y="219395"/>
                    <a:pt x="552053" y="220865"/>
                    <a:pt x="552216" y="222335"/>
                  </a:cubicBezTo>
                  <a:cubicBezTo>
                    <a:pt x="552761" y="227508"/>
                    <a:pt x="553360" y="232028"/>
                    <a:pt x="553904" y="236112"/>
                  </a:cubicBezTo>
                  <a:cubicBezTo>
                    <a:pt x="553904" y="236112"/>
                    <a:pt x="555756" y="239706"/>
                    <a:pt x="556790" y="241394"/>
                  </a:cubicBezTo>
                  <a:cubicBezTo>
                    <a:pt x="557825" y="243082"/>
                    <a:pt x="563706" y="242973"/>
                    <a:pt x="563706" y="242973"/>
                  </a:cubicBezTo>
                  <a:cubicBezTo>
                    <a:pt x="567409" y="242156"/>
                    <a:pt x="571003" y="241394"/>
                    <a:pt x="574596" y="240631"/>
                  </a:cubicBezTo>
                  <a:lnTo>
                    <a:pt x="583037" y="238780"/>
                  </a:lnTo>
                  <a:lnTo>
                    <a:pt x="584235" y="238508"/>
                  </a:lnTo>
                  <a:lnTo>
                    <a:pt x="585977" y="238127"/>
                  </a:lnTo>
                  <a:lnTo>
                    <a:pt x="587284" y="237855"/>
                  </a:lnTo>
                  <a:lnTo>
                    <a:pt x="589789" y="237310"/>
                  </a:lnTo>
                  <a:lnTo>
                    <a:pt x="591750" y="236874"/>
                  </a:lnTo>
                  <a:lnTo>
                    <a:pt x="593329" y="236547"/>
                  </a:lnTo>
                  <a:lnTo>
                    <a:pt x="599863" y="235132"/>
                  </a:lnTo>
                  <a:lnTo>
                    <a:pt x="606125" y="233771"/>
                  </a:lnTo>
                  <a:lnTo>
                    <a:pt x="607051" y="233552"/>
                  </a:lnTo>
                  <a:lnTo>
                    <a:pt x="608630" y="233226"/>
                  </a:lnTo>
                  <a:lnTo>
                    <a:pt x="611897" y="232518"/>
                  </a:lnTo>
                  <a:cubicBezTo>
                    <a:pt x="615764" y="231701"/>
                    <a:pt x="619575" y="230939"/>
                    <a:pt x="623278" y="230176"/>
                  </a:cubicBezTo>
                  <a:lnTo>
                    <a:pt x="623986" y="230067"/>
                  </a:lnTo>
                  <a:lnTo>
                    <a:pt x="624694" y="229904"/>
                  </a:lnTo>
                  <a:cubicBezTo>
                    <a:pt x="628070" y="229251"/>
                    <a:pt x="631392" y="228597"/>
                    <a:pt x="634659" y="227998"/>
                  </a:cubicBezTo>
                  <a:lnTo>
                    <a:pt x="636020" y="227726"/>
                  </a:lnTo>
                  <a:lnTo>
                    <a:pt x="637001" y="227563"/>
                  </a:lnTo>
                  <a:cubicBezTo>
                    <a:pt x="639941" y="227018"/>
                    <a:pt x="642936" y="226528"/>
                    <a:pt x="645822" y="226038"/>
                  </a:cubicBezTo>
                  <a:lnTo>
                    <a:pt x="648599" y="225602"/>
                  </a:lnTo>
                  <a:cubicBezTo>
                    <a:pt x="651376" y="225167"/>
                    <a:pt x="654099" y="224731"/>
                    <a:pt x="656876" y="224350"/>
                  </a:cubicBezTo>
                  <a:lnTo>
                    <a:pt x="657584" y="224241"/>
                  </a:lnTo>
                  <a:lnTo>
                    <a:pt x="659980" y="223914"/>
                  </a:lnTo>
                  <a:cubicBezTo>
                    <a:pt x="662757" y="223533"/>
                    <a:pt x="665589" y="223206"/>
                    <a:pt x="668366" y="222880"/>
                  </a:cubicBezTo>
                  <a:lnTo>
                    <a:pt x="669564" y="222716"/>
                  </a:lnTo>
                  <a:lnTo>
                    <a:pt x="670326" y="222607"/>
                  </a:lnTo>
                  <a:lnTo>
                    <a:pt x="671524" y="222499"/>
                  </a:lnTo>
                  <a:cubicBezTo>
                    <a:pt x="672886" y="222335"/>
                    <a:pt x="674247" y="222226"/>
                    <a:pt x="675608" y="222117"/>
                  </a:cubicBezTo>
                  <a:lnTo>
                    <a:pt x="677188" y="221954"/>
                  </a:lnTo>
                  <a:lnTo>
                    <a:pt x="681217" y="221573"/>
                  </a:lnTo>
                  <a:cubicBezTo>
                    <a:pt x="681544" y="221573"/>
                    <a:pt x="681871" y="221518"/>
                    <a:pt x="682197" y="221518"/>
                  </a:cubicBezTo>
                  <a:cubicBezTo>
                    <a:pt x="704088" y="219830"/>
                    <a:pt x="726414" y="216944"/>
                    <a:pt x="748576" y="212806"/>
                  </a:cubicBezTo>
                  <a:lnTo>
                    <a:pt x="748631" y="212969"/>
                  </a:lnTo>
                  <a:lnTo>
                    <a:pt x="756636" y="211390"/>
                  </a:lnTo>
                  <a:cubicBezTo>
                    <a:pt x="757670" y="211172"/>
                    <a:pt x="758705" y="210954"/>
                    <a:pt x="759739" y="210736"/>
                  </a:cubicBezTo>
                  <a:lnTo>
                    <a:pt x="761863" y="210301"/>
                  </a:lnTo>
                  <a:lnTo>
                    <a:pt x="769868" y="208613"/>
                  </a:lnTo>
                  <a:lnTo>
                    <a:pt x="769868" y="208558"/>
                  </a:lnTo>
                  <a:cubicBezTo>
                    <a:pt x="790125" y="204093"/>
                    <a:pt x="810763" y="198539"/>
                    <a:pt x="831510" y="192004"/>
                  </a:cubicBezTo>
                  <a:lnTo>
                    <a:pt x="831564" y="192113"/>
                  </a:lnTo>
                  <a:lnTo>
                    <a:pt x="839351" y="189554"/>
                  </a:lnTo>
                  <a:cubicBezTo>
                    <a:pt x="840985" y="189009"/>
                    <a:pt x="842618" y="188465"/>
                    <a:pt x="844470" y="187866"/>
                  </a:cubicBezTo>
                  <a:lnTo>
                    <a:pt x="852202" y="185252"/>
                  </a:lnTo>
                  <a:lnTo>
                    <a:pt x="852202" y="185197"/>
                  </a:lnTo>
                  <a:cubicBezTo>
                    <a:pt x="861350" y="182039"/>
                    <a:pt x="870771" y="178554"/>
                    <a:pt x="880300" y="174851"/>
                  </a:cubicBezTo>
                  <a:lnTo>
                    <a:pt x="883241" y="173708"/>
                  </a:lnTo>
                  <a:cubicBezTo>
                    <a:pt x="888141" y="171802"/>
                    <a:pt x="893097" y="169787"/>
                    <a:pt x="898052" y="167772"/>
                  </a:cubicBezTo>
                  <a:cubicBezTo>
                    <a:pt x="900285" y="166847"/>
                    <a:pt x="902517" y="165921"/>
                    <a:pt x="904696" y="164995"/>
                  </a:cubicBezTo>
                  <a:cubicBezTo>
                    <a:pt x="908671" y="163307"/>
                    <a:pt x="912646" y="161619"/>
                    <a:pt x="916675" y="159877"/>
                  </a:cubicBezTo>
                  <a:cubicBezTo>
                    <a:pt x="920923" y="158025"/>
                    <a:pt x="925224" y="156119"/>
                    <a:pt x="929581" y="154159"/>
                  </a:cubicBezTo>
                  <a:cubicBezTo>
                    <a:pt x="931922" y="153070"/>
                    <a:pt x="934318" y="152035"/>
                    <a:pt x="936714" y="150892"/>
                  </a:cubicBezTo>
                  <a:cubicBezTo>
                    <a:pt x="941125" y="148877"/>
                    <a:pt x="945536" y="146808"/>
                    <a:pt x="949947" y="144684"/>
                  </a:cubicBezTo>
                  <a:lnTo>
                    <a:pt x="951689" y="143867"/>
                  </a:lnTo>
                  <a:cubicBezTo>
                    <a:pt x="953323" y="143105"/>
                    <a:pt x="954956" y="142342"/>
                    <a:pt x="956590" y="141526"/>
                  </a:cubicBezTo>
                  <a:cubicBezTo>
                    <a:pt x="961055" y="139402"/>
                    <a:pt x="965575" y="137169"/>
                    <a:pt x="970095" y="134882"/>
                  </a:cubicBezTo>
                  <a:lnTo>
                    <a:pt x="972763" y="133575"/>
                  </a:lnTo>
                  <a:cubicBezTo>
                    <a:pt x="974287" y="132813"/>
                    <a:pt x="975758" y="132105"/>
                    <a:pt x="977283" y="131343"/>
                  </a:cubicBezTo>
                  <a:cubicBezTo>
                    <a:pt x="980659" y="129655"/>
                    <a:pt x="984089" y="127858"/>
                    <a:pt x="987574" y="126061"/>
                  </a:cubicBezTo>
                  <a:lnTo>
                    <a:pt x="989752" y="124917"/>
                  </a:lnTo>
                  <a:lnTo>
                    <a:pt x="990188" y="124699"/>
                  </a:lnTo>
                  <a:lnTo>
                    <a:pt x="990242" y="124754"/>
                  </a:lnTo>
                  <a:lnTo>
                    <a:pt x="997594" y="120615"/>
                  </a:lnTo>
                  <a:lnTo>
                    <a:pt x="1010662" y="145555"/>
                  </a:lnTo>
                  <a:cubicBezTo>
                    <a:pt x="1005980" y="148006"/>
                    <a:pt x="993727" y="153505"/>
                    <a:pt x="989153" y="155847"/>
                  </a:cubicBezTo>
                  <a:cubicBezTo>
                    <a:pt x="987792" y="156555"/>
                    <a:pt x="986376" y="157208"/>
                    <a:pt x="985015" y="157916"/>
                  </a:cubicBezTo>
                  <a:lnTo>
                    <a:pt x="982455" y="159169"/>
                  </a:lnTo>
                  <a:cubicBezTo>
                    <a:pt x="977555" y="161619"/>
                    <a:pt x="972708" y="164015"/>
                    <a:pt x="967916" y="166302"/>
                  </a:cubicBezTo>
                  <a:cubicBezTo>
                    <a:pt x="966174" y="167173"/>
                    <a:pt x="964431" y="167990"/>
                    <a:pt x="962689" y="168807"/>
                  </a:cubicBezTo>
                  <a:lnTo>
                    <a:pt x="961164" y="169515"/>
                  </a:lnTo>
                  <a:cubicBezTo>
                    <a:pt x="956590" y="171693"/>
                    <a:pt x="952070" y="173817"/>
                    <a:pt x="947605" y="175832"/>
                  </a:cubicBezTo>
                  <a:cubicBezTo>
                    <a:pt x="945808" y="176648"/>
                    <a:pt x="943957" y="177465"/>
                    <a:pt x="942160" y="178282"/>
                  </a:cubicBezTo>
                  <a:lnTo>
                    <a:pt x="935462" y="181277"/>
                  </a:lnTo>
                  <a:cubicBezTo>
                    <a:pt x="933774" y="182039"/>
                    <a:pt x="932086" y="182747"/>
                    <a:pt x="930398" y="183509"/>
                  </a:cubicBezTo>
                  <a:lnTo>
                    <a:pt x="927893" y="184599"/>
                  </a:lnTo>
                  <a:lnTo>
                    <a:pt x="927348" y="184816"/>
                  </a:lnTo>
                  <a:cubicBezTo>
                    <a:pt x="922937" y="186722"/>
                    <a:pt x="918527" y="188628"/>
                    <a:pt x="914116" y="190425"/>
                  </a:cubicBezTo>
                  <a:lnTo>
                    <a:pt x="913299" y="190752"/>
                  </a:lnTo>
                  <a:cubicBezTo>
                    <a:pt x="911720" y="191405"/>
                    <a:pt x="910141" y="192059"/>
                    <a:pt x="908507" y="192767"/>
                  </a:cubicBezTo>
                  <a:cubicBezTo>
                    <a:pt x="902953" y="195054"/>
                    <a:pt x="897399" y="197286"/>
                    <a:pt x="891899" y="199410"/>
                  </a:cubicBezTo>
                  <a:lnTo>
                    <a:pt x="891518" y="199573"/>
                  </a:lnTo>
                  <a:lnTo>
                    <a:pt x="890755" y="199900"/>
                  </a:lnTo>
                  <a:cubicBezTo>
                    <a:pt x="818604" y="227944"/>
                    <a:pt x="753042" y="243463"/>
                    <a:pt x="684430" y="248636"/>
                  </a:cubicBezTo>
                  <a:cubicBezTo>
                    <a:pt x="680836" y="248908"/>
                    <a:pt x="677242" y="249235"/>
                    <a:pt x="673702" y="249616"/>
                  </a:cubicBezTo>
                  <a:lnTo>
                    <a:pt x="672450" y="249780"/>
                  </a:lnTo>
                  <a:lnTo>
                    <a:pt x="671633" y="249889"/>
                  </a:lnTo>
                  <a:cubicBezTo>
                    <a:pt x="668747" y="250215"/>
                    <a:pt x="665861" y="250597"/>
                    <a:pt x="662921" y="250978"/>
                  </a:cubicBezTo>
                  <a:lnTo>
                    <a:pt x="661396" y="251195"/>
                  </a:lnTo>
                  <a:lnTo>
                    <a:pt x="660688" y="251304"/>
                  </a:lnTo>
                  <a:cubicBezTo>
                    <a:pt x="657748" y="251740"/>
                    <a:pt x="654752" y="252176"/>
                    <a:pt x="651758" y="252666"/>
                  </a:cubicBezTo>
                  <a:lnTo>
                    <a:pt x="651322" y="252720"/>
                  </a:lnTo>
                  <a:lnTo>
                    <a:pt x="650070" y="252938"/>
                  </a:lnTo>
                  <a:cubicBezTo>
                    <a:pt x="646802" y="253483"/>
                    <a:pt x="643535" y="254082"/>
                    <a:pt x="640213" y="254681"/>
                  </a:cubicBezTo>
                  <a:lnTo>
                    <a:pt x="639778" y="254735"/>
                  </a:lnTo>
                  <a:lnTo>
                    <a:pt x="639233" y="254844"/>
                  </a:lnTo>
                  <a:cubicBezTo>
                    <a:pt x="632427" y="256096"/>
                    <a:pt x="625021" y="257621"/>
                    <a:pt x="616417" y="259418"/>
                  </a:cubicBezTo>
                  <a:lnTo>
                    <a:pt x="616090" y="259473"/>
                  </a:lnTo>
                  <a:lnTo>
                    <a:pt x="615764" y="259527"/>
                  </a:lnTo>
                  <a:cubicBezTo>
                    <a:pt x="608086" y="261161"/>
                    <a:pt x="600190" y="262903"/>
                    <a:pt x="592022" y="264700"/>
                  </a:cubicBezTo>
                  <a:cubicBezTo>
                    <a:pt x="583037" y="266660"/>
                    <a:pt x="573725" y="268730"/>
                    <a:pt x="563869" y="270799"/>
                  </a:cubicBezTo>
                  <a:lnTo>
                    <a:pt x="563434" y="270908"/>
                  </a:lnTo>
                  <a:lnTo>
                    <a:pt x="561310" y="271343"/>
                  </a:lnTo>
                  <a:lnTo>
                    <a:pt x="559840" y="271670"/>
                  </a:lnTo>
                  <a:lnTo>
                    <a:pt x="558805" y="271888"/>
                  </a:lnTo>
                  <a:lnTo>
                    <a:pt x="553305" y="273031"/>
                  </a:lnTo>
                  <a:lnTo>
                    <a:pt x="551835" y="273304"/>
                  </a:lnTo>
                  <a:lnTo>
                    <a:pt x="550637" y="273522"/>
                  </a:lnTo>
                  <a:cubicBezTo>
                    <a:pt x="548023" y="274066"/>
                    <a:pt x="545355" y="274611"/>
                    <a:pt x="542632" y="275155"/>
                  </a:cubicBezTo>
                  <a:lnTo>
                    <a:pt x="542142" y="275264"/>
                  </a:lnTo>
                  <a:lnTo>
                    <a:pt x="541597" y="275373"/>
                  </a:lnTo>
                  <a:cubicBezTo>
                    <a:pt x="532395" y="277170"/>
                    <a:pt x="523737" y="278804"/>
                    <a:pt x="515242" y="280274"/>
                  </a:cubicBezTo>
                  <a:lnTo>
                    <a:pt x="509633" y="281254"/>
                  </a:lnTo>
                  <a:lnTo>
                    <a:pt x="505712" y="281907"/>
                  </a:lnTo>
                  <a:lnTo>
                    <a:pt x="504188" y="282180"/>
                  </a:lnTo>
                  <a:lnTo>
                    <a:pt x="502118" y="282506"/>
                  </a:lnTo>
                  <a:lnTo>
                    <a:pt x="500975" y="282670"/>
                  </a:lnTo>
                  <a:cubicBezTo>
                    <a:pt x="496455" y="283378"/>
                    <a:pt x="491881" y="284140"/>
                    <a:pt x="487198" y="284794"/>
                  </a:cubicBezTo>
                  <a:cubicBezTo>
                    <a:pt x="484911" y="285120"/>
                    <a:pt x="482624" y="285447"/>
                    <a:pt x="480337" y="285774"/>
                  </a:cubicBezTo>
                  <a:cubicBezTo>
                    <a:pt x="476090" y="286373"/>
                    <a:pt x="471733" y="286972"/>
                    <a:pt x="467323" y="287571"/>
                  </a:cubicBezTo>
                  <a:cubicBezTo>
                    <a:pt x="464818" y="287897"/>
                    <a:pt x="462367" y="288224"/>
                    <a:pt x="459862" y="288551"/>
                  </a:cubicBezTo>
                  <a:cubicBezTo>
                    <a:pt x="455887" y="289041"/>
                    <a:pt x="451858" y="289531"/>
                    <a:pt x="447774" y="289967"/>
                  </a:cubicBezTo>
                  <a:cubicBezTo>
                    <a:pt x="444724" y="290293"/>
                    <a:pt x="441620" y="290674"/>
                    <a:pt x="438516" y="291001"/>
                  </a:cubicBezTo>
                  <a:cubicBezTo>
                    <a:pt x="434705" y="291382"/>
                    <a:pt x="430893" y="291764"/>
                    <a:pt x="426972" y="292145"/>
                  </a:cubicBezTo>
                  <a:lnTo>
                    <a:pt x="422017" y="292581"/>
                  </a:lnTo>
                  <a:lnTo>
                    <a:pt x="416680" y="293070"/>
                  </a:lnTo>
                  <a:lnTo>
                    <a:pt x="414393" y="293288"/>
                  </a:lnTo>
                  <a:lnTo>
                    <a:pt x="414285" y="293288"/>
                  </a:lnTo>
                  <a:cubicBezTo>
                    <a:pt x="408512" y="293778"/>
                    <a:pt x="402631" y="294269"/>
                    <a:pt x="396641" y="294650"/>
                  </a:cubicBezTo>
                  <a:lnTo>
                    <a:pt x="390706" y="295085"/>
                  </a:lnTo>
                  <a:lnTo>
                    <a:pt x="389290" y="300857"/>
                  </a:lnTo>
                  <a:cubicBezTo>
                    <a:pt x="384444" y="320679"/>
                    <a:pt x="380632" y="360212"/>
                    <a:pt x="378563" y="381449"/>
                  </a:cubicBezTo>
                  <a:lnTo>
                    <a:pt x="378018" y="386895"/>
                  </a:lnTo>
                  <a:lnTo>
                    <a:pt x="382865" y="389454"/>
                  </a:lnTo>
                  <a:cubicBezTo>
                    <a:pt x="397731" y="397350"/>
                    <a:pt x="406988" y="412651"/>
                    <a:pt x="406988" y="429423"/>
                  </a:cubicBezTo>
                  <a:cubicBezTo>
                    <a:pt x="406988" y="454363"/>
                    <a:pt x="386677" y="474674"/>
                    <a:pt x="361737" y="474674"/>
                  </a:cubicBezTo>
                  <a:cubicBezTo>
                    <a:pt x="336797" y="474674"/>
                    <a:pt x="316485" y="454363"/>
                    <a:pt x="316485" y="429423"/>
                  </a:cubicBezTo>
                  <a:cubicBezTo>
                    <a:pt x="316485" y="410636"/>
                    <a:pt x="328356" y="393592"/>
                    <a:pt x="346000" y="387058"/>
                  </a:cubicBezTo>
                  <a:lnTo>
                    <a:pt x="350791" y="385261"/>
                  </a:lnTo>
                  <a:lnTo>
                    <a:pt x="351282" y="380197"/>
                  </a:lnTo>
                  <a:lnTo>
                    <a:pt x="351336" y="379924"/>
                  </a:lnTo>
                  <a:lnTo>
                    <a:pt x="351445" y="378835"/>
                  </a:lnTo>
                  <a:cubicBezTo>
                    <a:pt x="352806" y="364841"/>
                    <a:pt x="354440" y="347905"/>
                    <a:pt x="356509" y="331733"/>
                  </a:cubicBezTo>
                  <a:lnTo>
                    <a:pt x="357653" y="323728"/>
                  </a:lnTo>
                  <a:cubicBezTo>
                    <a:pt x="357925" y="321822"/>
                    <a:pt x="358197" y="320025"/>
                    <a:pt x="358469" y="318174"/>
                  </a:cubicBezTo>
                  <a:lnTo>
                    <a:pt x="359123" y="313763"/>
                  </a:lnTo>
                  <a:cubicBezTo>
                    <a:pt x="359558" y="311149"/>
                    <a:pt x="359994" y="308590"/>
                    <a:pt x="360430" y="306085"/>
                  </a:cubicBezTo>
                  <a:lnTo>
                    <a:pt x="362281" y="296501"/>
                  </a:lnTo>
                  <a:lnTo>
                    <a:pt x="352534" y="296447"/>
                  </a:lnTo>
                  <a:lnTo>
                    <a:pt x="352207" y="296447"/>
                  </a:lnTo>
                  <a:lnTo>
                    <a:pt x="352098" y="296447"/>
                  </a:lnTo>
                  <a:cubicBezTo>
                    <a:pt x="347524" y="296392"/>
                    <a:pt x="342623" y="296283"/>
                    <a:pt x="337124" y="296011"/>
                  </a:cubicBezTo>
                  <a:lnTo>
                    <a:pt x="333257" y="295793"/>
                  </a:lnTo>
                  <a:lnTo>
                    <a:pt x="332114" y="295739"/>
                  </a:lnTo>
                  <a:cubicBezTo>
                    <a:pt x="330644" y="295684"/>
                    <a:pt x="329119" y="295575"/>
                    <a:pt x="327649" y="295466"/>
                  </a:cubicBezTo>
                  <a:lnTo>
                    <a:pt x="325579" y="295358"/>
                  </a:lnTo>
                  <a:cubicBezTo>
                    <a:pt x="320297" y="294977"/>
                    <a:pt x="314852" y="294486"/>
                    <a:pt x="308916" y="293887"/>
                  </a:cubicBezTo>
                  <a:cubicBezTo>
                    <a:pt x="307936" y="293778"/>
                    <a:pt x="306956" y="293670"/>
                    <a:pt x="305976" y="293561"/>
                  </a:cubicBezTo>
                  <a:lnTo>
                    <a:pt x="305050" y="293452"/>
                  </a:lnTo>
                  <a:cubicBezTo>
                    <a:pt x="217979" y="283432"/>
                    <a:pt x="145119" y="250215"/>
                    <a:pt x="109452" y="231266"/>
                  </a:cubicBezTo>
                  <a:lnTo>
                    <a:pt x="104606" y="228706"/>
                  </a:lnTo>
                  <a:lnTo>
                    <a:pt x="100413" y="232246"/>
                  </a:lnTo>
                  <a:cubicBezTo>
                    <a:pt x="90339" y="240686"/>
                    <a:pt x="77542" y="245315"/>
                    <a:pt x="64473" y="245315"/>
                  </a:cubicBezTo>
                  <a:cubicBezTo>
                    <a:pt x="33544" y="245315"/>
                    <a:pt x="8331" y="220157"/>
                    <a:pt x="8331" y="189173"/>
                  </a:cubicBezTo>
                  <a:cubicBezTo>
                    <a:pt x="8331" y="158243"/>
                    <a:pt x="33489" y="133031"/>
                    <a:pt x="64473" y="133031"/>
                  </a:cubicBezTo>
                  <a:cubicBezTo>
                    <a:pt x="95458" y="133031"/>
                    <a:pt x="120615" y="158189"/>
                    <a:pt x="120615" y="189173"/>
                  </a:cubicBezTo>
                  <a:cubicBezTo>
                    <a:pt x="120615" y="192385"/>
                    <a:pt x="120288" y="195653"/>
                    <a:pt x="119690" y="199192"/>
                  </a:cubicBezTo>
                  <a:lnTo>
                    <a:pt x="118600" y="205128"/>
                  </a:lnTo>
                  <a:lnTo>
                    <a:pt x="123937" y="207905"/>
                  </a:lnTo>
                  <a:cubicBezTo>
                    <a:pt x="159060" y="226256"/>
                    <a:pt x="214929" y="250597"/>
                    <a:pt x="281472" y="262413"/>
                  </a:cubicBezTo>
                  <a:lnTo>
                    <a:pt x="282452" y="262576"/>
                  </a:lnTo>
                  <a:lnTo>
                    <a:pt x="284140" y="262903"/>
                  </a:lnTo>
                  <a:cubicBezTo>
                    <a:pt x="287843" y="263557"/>
                    <a:pt x="291600" y="264155"/>
                    <a:pt x="295412" y="264700"/>
                  </a:cubicBezTo>
                  <a:cubicBezTo>
                    <a:pt x="296664" y="264863"/>
                    <a:pt x="297862" y="265027"/>
                    <a:pt x="299115" y="265190"/>
                  </a:cubicBezTo>
                  <a:lnTo>
                    <a:pt x="300748" y="265408"/>
                  </a:lnTo>
                  <a:cubicBezTo>
                    <a:pt x="305976" y="266116"/>
                    <a:pt x="311367" y="266715"/>
                    <a:pt x="316812" y="267259"/>
                  </a:cubicBezTo>
                  <a:cubicBezTo>
                    <a:pt x="319698" y="267532"/>
                    <a:pt x="322584" y="267804"/>
                    <a:pt x="325470" y="268022"/>
                  </a:cubicBezTo>
                  <a:cubicBezTo>
                    <a:pt x="328955" y="268294"/>
                    <a:pt x="332440" y="268566"/>
                    <a:pt x="335926" y="268730"/>
                  </a:cubicBezTo>
                  <a:cubicBezTo>
                    <a:pt x="341752" y="269002"/>
                    <a:pt x="348014" y="269165"/>
                    <a:pt x="354494" y="269220"/>
                  </a:cubicBezTo>
                  <a:lnTo>
                    <a:pt x="355801" y="269220"/>
                  </a:lnTo>
                  <a:lnTo>
                    <a:pt x="358742" y="269220"/>
                  </a:lnTo>
                  <a:cubicBezTo>
                    <a:pt x="366147" y="269165"/>
                    <a:pt x="372518" y="269002"/>
                    <a:pt x="378182" y="268675"/>
                  </a:cubicBezTo>
                  <a:lnTo>
                    <a:pt x="378672" y="268621"/>
                  </a:lnTo>
                  <a:lnTo>
                    <a:pt x="378999" y="268621"/>
                  </a:lnTo>
                  <a:cubicBezTo>
                    <a:pt x="385479" y="268240"/>
                    <a:pt x="391850" y="267804"/>
                    <a:pt x="398057" y="267368"/>
                  </a:cubicBezTo>
                  <a:cubicBezTo>
                    <a:pt x="399310" y="267259"/>
                    <a:pt x="400508" y="267205"/>
                    <a:pt x="401760" y="267096"/>
                  </a:cubicBezTo>
                  <a:lnTo>
                    <a:pt x="404047" y="266933"/>
                  </a:lnTo>
                  <a:cubicBezTo>
                    <a:pt x="427190" y="265136"/>
                    <a:pt x="449952" y="262685"/>
                    <a:pt x="471733" y="259636"/>
                  </a:cubicBezTo>
                  <a:lnTo>
                    <a:pt x="472877" y="259473"/>
                  </a:lnTo>
                  <a:lnTo>
                    <a:pt x="474565" y="259255"/>
                  </a:lnTo>
                  <a:cubicBezTo>
                    <a:pt x="479193" y="258601"/>
                    <a:pt x="483713" y="257948"/>
                    <a:pt x="488178" y="257240"/>
                  </a:cubicBezTo>
                  <a:lnTo>
                    <a:pt x="492154" y="256641"/>
                  </a:lnTo>
                  <a:cubicBezTo>
                    <a:pt x="501846" y="255116"/>
                    <a:pt x="511430" y="253483"/>
                    <a:pt x="520687" y="251740"/>
                  </a:cubicBezTo>
                  <a:cubicBezTo>
                    <a:pt x="520687" y="251740"/>
                    <a:pt x="525860" y="250542"/>
                    <a:pt x="526949" y="248963"/>
                  </a:cubicBezTo>
                  <a:cubicBezTo>
                    <a:pt x="527984" y="247384"/>
                    <a:pt x="527276" y="242537"/>
                    <a:pt x="527276" y="242537"/>
                  </a:cubicBezTo>
                  <a:cubicBezTo>
                    <a:pt x="524880" y="226092"/>
                    <a:pt x="523301" y="209103"/>
                    <a:pt x="522593" y="192004"/>
                  </a:cubicBezTo>
                  <a:lnTo>
                    <a:pt x="522539" y="190425"/>
                  </a:lnTo>
                  <a:cubicBezTo>
                    <a:pt x="522321" y="185252"/>
                    <a:pt x="522212" y="180242"/>
                    <a:pt x="522212" y="175450"/>
                  </a:cubicBezTo>
                  <a:lnTo>
                    <a:pt x="522212" y="173762"/>
                  </a:lnTo>
                  <a:cubicBezTo>
                    <a:pt x="522212" y="171856"/>
                    <a:pt x="522212" y="170005"/>
                    <a:pt x="522212" y="168153"/>
                  </a:cubicBezTo>
                  <a:lnTo>
                    <a:pt x="522212" y="166901"/>
                  </a:lnTo>
                  <a:cubicBezTo>
                    <a:pt x="522212" y="164178"/>
                    <a:pt x="522266" y="161456"/>
                    <a:pt x="522375" y="158842"/>
                  </a:cubicBezTo>
                  <a:lnTo>
                    <a:pt x="522430" y="156501"/>
                  </a:lnTo>
                  <a:cubicBezTo>
                    <a:pt x="522539" y="153614"/>
                    <a:pt x="522593" y="150783"/>
                    <a:pt x="522757" y="148006"/>
                  </a:cubicBezTo>
                  <a:lnTo>
                    <a:pt x="522811" y="147243"/>
                  </a:lnTo>
                  <a:lnTo>
                    <a:pt x="522865" y="146590"/>
                  </a:lnTo>
                  <a:cubicBezTo>
                    <a:pt x="522974" y="144085"/>
                    <a:pt x="523138" y="141634"/>
                    <a:pt x="523301" y="139238"/>
                  </a:cubicBezTo>
                  <a:lnTo>
                    <a:pt x="523356" y="138640"/>
                  </a:lnTo>
                  <a:lnTo>
                    <a:pt x="523410" y="137659"/>
                  </a:lnTo>
                  <a:cubicBezTo>
                    <a:pt x="523573" y="135100"/>
                    <a:pt x="523791" y="132650"/>
                    <a:pt x="523955" y="130199"/>
                  </a:cubicBezTo>
                  <a:lnTo>
                    <a:pt x="524118" y="128239"/>
                  </a:lnTo>
                  <a:cubicBezTo>
                    <a:pt x="524281" y="126170"/>
                    <a:pt x="524499" y="124100"/>
                    <a:pt x="524662" y="122140"/>
                  </a:cubicBezTo>
                  <a:lnTo>
                    <a:pt x="524880" y="120234"/>
                  </a:lnTo>
                  <a:cubicBezTo>
                    <a:pt x="525044" y="118492"/>
                    <a:pt x="525261" y="116803"/>
                    <a:pt x="525425" y="115170"/>
                  </a:cubicBezTo>
                  <a:lnTo>
                    <a:pt x="525697" y="112611"/>
                  </a:lnTo>
                  <a:cubicBezTo>
                    <a:pt x="525860" y="111304"/>
                    <a:pt x="526024" y="109997"/>
                    <a:pt x="526187" y="108799"/>
                  </a:cubicBezTo>
                  <a:cubicBezTo>
                    <a:pt x="526351" y="107383"/>
                    <a:pt x="526568" y="106022"/>
                    <a:pt x="526732" y="104715"/>
                  </a:cubicBezTo>
                  <a:lnTo>
                    <a:pt x="526895" y="103680"/>
                  </a:lnTo>
                  <a:lnTo>
                    <a:pt x="527058" y="102646"/>
                  </a:lnTo>
                  <a:lnTo>
                    <a:pt x="527276" y="101175"/>
                  </a:lnTo>
                  <a:lnTo>
                    <a:pt x="527930" y="96710"/>
                  </a:lnTo>
                  <a:lnTo>
                    <a:pt x="524499" y="93770"/>
                  </a:lnTo>
                  <a:cubicBezTo>
                    <a:pt x="513826" y="84567"/>
                    <a:pt x="507673" y="70953"/>
                    <a:pt x="507673" y="56414"/>
                  </a:cubicBezTo>
                  <a:cubicBezTo>
                    <a:pt x="507727" y="29841"/>
                    <a:pt x="528311" y="8168"/>
                    <a:pt x="553577" y="8168"/>
                  </a:cubicBezTo>
                  <a:moveTo>
                    <a:pt x="553577" y="0"/>
                  </a:moveTo>
                  <a:cubicBezTo>
                    <a:pt x="523737" y="0"/>
                    <a:pt x="499559" y="25267"/>
                    <a:pt x="499559" y="56414"/>
                  </a:cubicBezTo>
                  <a:cubicBezTo>
                    <a:pt x="499559" y="73948"/>
                    <a:pt x="507183" y="89577"/>
                    <a:pt x="519163" y="99923"/>
                  </a:cubicBezTo>
                  <a:cubicBezTo>
                    <a:pt x="519054" y="100740"/>
                    <a:pt x="518945" y="101611"/>
                    <a:pt x="518781" y="102482"/>
                  </a:cubicBezTo>
                  <a:cubicBezTo>
                    <a:pt x="518727" y="102809"/>
                    <a:pt x="518672" y="103190"/>
                    <a:pt x="518618" y="103517"/>
                  </a:cubicBezTo>
                  <a:cubicBezTo>
                    <a:pt x="518455" y="104878"/>
                    <a:pt x="518237" y="106239"/>
                    <a:pt x="518074" y="107655"/>
                  </a:cubicBezTo>
                  <a:cubicBezTo>
                    <a:pt x="517910" y="108908"/>
                    <a:pt x="517747" y="110215"/>
                    <a:pt x="517583" y="111576"/>
                  </a:cubicBezTo>
                  <a:cubicBezTo>
                    <a:pt x="517474" y="112447"/>
                    <a:pt x="517366" y="113264"/>
                    <a:pt x="517257" y="114190"/>
                  </a:cubicBezTo>
                  <a:cubicBezTo>
                    <a:pt x="517039" y="115823"/>
                    <a:pt x="516876" y="117566"/>
                    <a:pt x="516712" y="119308"/>
                  </a:cubicBezTo>
                  <a:cubicBezTo>
                    <a:pt x="516658" y="119962"/>
                    <a:pt x="516603" y="120561"/>
                    <a:pt x="516494" y="121214"/>
                  </a:cubicBezTo>
                  <a:cubicBezTo>
                    <a:pt x="516276" y="123229"/>
                    <a:pt x="516113" y="125298"/>
                    <a:pt x="515895" y="127422"/>
                  </a:cubicBezTo>
                  <a:cubicBezTo>
                    <a:pt x="515841" y="128075"/>
                    <a:pt x="515786" y="128729"/>
                    <a:pt x="515732" y="129382"/>
                  </a:cubicBezTo>
                  <a:cubicBezTo>
                    <a:pt x="515514" y="131833"/>
                    <a:pt x="515351" y="134338"/>
                    <a:pt x="515188" y="136951"/>
                  </a:cubicBezTo>
                  <a:cubicBezTo>
                    <a:pt x="515133" y="137496"/>
                    <a:pt x="515133" y="138041"/>
                    <a:pt x="515079" y="138585"/>
                  </a:cubicBezTo>
                  <a:cubicBezTo>
                    <a:pt x="514915" y="141036"/>
                    <a:pt x="514752" y="143541"/>
                    <a:pt x="514643" y="146100"/>
                  </a:cubicBezTo>
                  <a:cubicBezTo>
                    <a:pt x="514643" y="146590"/>
                    <a:pt x="514588" y="147025"/>
                    <a:pt x="514588" y="147516"/>
                  </a:cubicBezTo>
                  <a:cubicBezTo>
                    <a:pt x="514480" y="150293"/>
                    <a:pt x="514371" y="153179"/>
                    <a:pt x="514262" y="156119"/>
                  </a:cubicBezTo>
                  <a:cubicBezTo>
                    <a:pt x="514262" y="156936"/>
                    <a:pt x="514207" y="157698"/>
                    <a:pt x="514207" y="158515"/>
                  </a:cubicBezTo>
                  <a:cubicBezTo>
                    <a:pt x="514153" y="161456"/>
                    <a:pt x="514098" y="164396"/>
                    <a:pt x="514044" y="167500"/>
                  </a:cubicBezTo>
                  <a:cubicBezTo>
                    <a:pt x="514044" y="167663"/>
                    <a:pt x="514044" y="167827"/>
                    <a:pt x="514044" y="168045"/>
                  </a:cubicBezTo>
                  <a:lnTo>
                    <a:pt x="514044" y="168045"/>
                  </a:lnTo>
                  <a:cubicBezTo>
                    <a:pt x="514044" y="169896"/>
                    <a:pt x="514044" y="171802"/>
                    <a:pt x="514044" y="173708"/>
                  </a:cubicBezTo>
                  <a:lnTo>
                    <a:pt x="514044" y="173708"/>
                  </a:lnTo>
                  <a:cubicBezTo>
                    <a:pt x="514044" y="173871"/>
                    <a:pt x="514044" y="174035"/>
                    <a:pt x="514044" y="174198"/>
                  </a:cubicBezTo>
                  <a:cubicBezTo>
                    <a:pt x="514098" y="179534"/>
                    <a:pt x="514207" y="185034"/>
                    <a:pt x="514425" y="190643"/>
                  </a:cubicBezTo>
                  <a:cubicBezTo>
                    <a:pt x="514425" y="191188"/>
                    <a:pt x="514480" y="191732"/>
                    <a:pt x="514480" y="192222"/>
                  </a:cubicBezTo>
                  <a:cubicBezTo>
                    <a:pt x="515133" y="208286"/>
                    <a:pt x="516603" y="225548"/>
                    <a:pt x="519217" y="243627"/>
                  </a:cubicBezTo>
                  <a:cubicBezTo>
                    <a:pt x="510178" y="245260"/>
                    <a:pt x="500757" y="246894"/>
                    <a:pt x="490847" y="248473"/>
                  </a:cubicBezTo>
                  <a:cubicBezTo>
                    <a:pt x="489540" y="248691"/>
                    <a:pt x="488233" y="248908"/>
                    <a:pt x="486926" y="249072"/>
                  </a:cubicBezTo>
                  <a:cubicBezTo>
                    <a:pt x="482515" y="249780"/>
                    <a:pt x="477995" y="250433"/>
                    <a:pt x="473421" y="251087"/>
                  </a:cubicBezTo>
                  <a:cubicBezTo>
                    <a:pt x="472496" y="251195"/>
                    <a:pt x="471515" y="251359"/>
                    <a:pt x="470590" y="251468"/>
                  </a:cubicBezTo>
                  <a:cubicBezTo>
                    <a:pt x="450170" y="254299"/>
                    <a:pt x="427898" y="256804"/>
                    <a:pt x="403394" y="258710"/>
                  </a:cubicBezTo>
                  <a:cubicBezTo>
                    <a:pt x="401433" y="258874"/>
                    <a:pt x="399473" y="259037"/>
                    <a:pt x="397458" y="259200"/>
                  </a:cubicBezTo>
                  <a:cubicBezTo>
                    <a:pt x="391305" y="259636"/>
                    <a:pt x="384988" y="260071"/>
                    <a:pt x="378508" y="260453"/>
                  </a:cubicBezTo>
                  <a:cubicBezTo>
                    <a:pt x="378236" y="260453"/>
                    <a:pt x="377964" y="260507"/>
                    <a:pt x="377692" y="260507"/>
                  </a:cubicBezTo>
                  <a:cubicBezTo>
                    <a:pt x="371429" y="260888"/>
                    <a:pt x="365058" y="260997"/>
                    <a:pt x="358633" y="261052"/>
                  </a:cubicBezTo>
                  <a:cubicBezTo>
                    <a:pt x="357653" y="261052"/>
                    <a:pt x="356672" y="261052"/>
                    <a:pt x="355692" y="261052"/>
                  </a:cubicBezTo>
                  <a:cubicBezTo>
                    <a:pt x="355257" y="261052"/>
                    <a:pt x="354876" y="261052"/>
                    <a:pt x="354440" y="261052"/>
                  </a:cubicBezTo>
                  <a:cubicBezTo>
                    <a:pt x="348341" y="261052"/>
                    <a:pt x="342242" y="260888"/>
                    <a:pt x="336198" y="260562"/>
                  </a:cubicBezTo>
                  <a:cubicBezTo>
                    <a:pt x="332767" y="260398"/>
                    <a:pt x="329337" y="260126"/>
                    <a:pt x="325961" y="259854"/>
                  </a:cubicBezTo>
                  <a:cubicBezTo>
                    <a:pt x="323129" y="259636"/>
                    <a:pt x="320297" y="259364"/>
                    <a:pt x="317466" y="259091"/>
                  </a:cubicBezTo>
                  <a:cubicBezTo>
                    <a:pt x="312184" y="258601"/>
                    <a:pt x="306902" y="257948"/>
                    <a:pt x="301674" y="257294"/>
                  </a:cubicBezTo>
                  <a:cubicBezTo>
                    <a:pt x="299932" y="257077"/>
                    <a:pt x="298189" y="256859"/>
                    <a:pt x="296447" y="256586"/>
                  </a:cubicBezTo>
                  <a:cubicBezTo>
                    <a:pt x="292744" y="256042"/>
                    <a:pt x="289041" y="255443"/>
                    <a:pt x="285392" y="254844"/>
                  </a:cubicBezTo>
                  <a:cubicBezTo>
                    <a:pt x="284521" y="254681"/>
                    <a:pt x="283650" y="254517"/>
                    <a:pt x="282724" y="254354"/>
                  </a:cubicBezTo>
                  <a:cubicBezTo>
                    <a:pt x="215637" y="242428"/>
                    <a:pt x="159386" y="217271"/>
                    <a:pt x="127531" y="200662"/>
                  </a:cubicBezTo>
                  <a:cubicBezTo>
                    <a:pt x="128184" y="196905"/>
                    <a:pt x="128620" y="193093"/>
                    <a:pt x="128620" y="189173"/>
                  </a:cubicBezTo>
                  <a:cubicBezTo>
                    <a:pt x="128620" y="153669"/>
                    <a:pt x="99814" y="124863"/>
                    <a:pt x="64310" y="124863"/>
                  </a:cubicBezTo>
                  <a:cubicBezTo>
                    <a:pt x="28806" y="124863"/>
                    <a:pt x="0" y="153669"/>
                    <a:pt x="0" y="189173"/>
                  </a:cubicBezTo>
                  <a:cubicBezTo>
                    <a:pt x="0" y="224676"/>
                    <a:pt x="28806" y="253483"/>
                    <a:pt x="64310" y="253483"/>
                  </a:cubicBezTo>
                  <a:cubicBezTo>
                    <a:pt x="79993" y="253483"/>
                    <a:pt x="94369" y="247819"/>
                    <a:pt x="105531" y="238508"/>
                  </a:cubicBezTo>
                  <a:cubicBezTo>
                    <a:pt x="144303" y="259091"/>
                    <a:pt x="217053" y="291546"/>
                    <a:pt x="304016" y="301565"/>
                  </a:cubicBezTo>
                  <a:cubicBezTo>
                    <a:pt x="305323" y="301729"/>
                    <a:pt x="306684" y="301892"/>
                    <a:pt x="307991" y="302001"/>
                  </a:cubicBezTo>
                  <a:cubicBezTo>
                    <a:pt x="313763" y="302600"/>
                    <a:pt x="319589" y="303145"/>
                    <a:pt x="325470" y="303526"/>
                  </a:cubicBezTo>
                  <a:cubicBezTo>
                    <a:pt x="326015" y="303580"/>
                    <a:pt x="326559" y="303635"/>
                    <a:pt x="327050" y="303689"/>
                  </a:cubicBezTo>
                  <a:lnTo>
                    <a:pt x="327050" y="303635"/>
                  </a:lnTo>
                  <a:cubicBezTo>
                    <a:pt x="328955" y="303744"/>
                    <a:pt x="330861" y="303853"/>
                    <a:pt x="332767" y="303961"/>
                  </a:cubicBezTo>
                  <a:lnTo>
                    <a:pt x="332767" y="304016"/>
                  </a:lnTo>
                  <a:cubicBezTo>
                    <a:pt x="333693" y="304070"/>
                    <a:pt x="334619" y="304070"/>
                    <a:pt x="335544" y="304125"/>
                  </a:cubicBezTo>
                  <a:cubicBezTo>
                    <a:pt x="340990" y="304397"/>
                    <a:pt x="346435" y="304560"/>
                    <a:pt x="351935" y="304615"/>
                  </a:cubicBezTo>
                  <a:cubicBezTo>
                    <a:pt x="352044" y="304615"/>
                    <a:pt x="352153" y="304615"/>
                    <a:pt x="352316" y="304615"/>
                  </a:cubicBezTo>
                  <a:cubicBezTo>
                    <a:pt x="351608" y="308426"/>
                    <a:pt x="350955" y="312511"/>
                    <a:pt x="350247" y="316976"/>
                  </a:cubicBezTo>
                  <a:lnTo>
                    <a:pt x="350301" y="316976"/>
                  </a:lnTo>
                  <a:cubicBezTo>
                    <a:pt x="350029" y="318827"/>
                    <a:pt x="349757" y="320679"/>
                    <a:pt x="349484" y="322585"/>
                  </a:cubicBezTo>
                  <a:lnTo>
                    <a:pt x="349430" y="322585"/>
                  </a:lnTo>
                  <a:cubicBezTo>
                    <a:pt x="346816" y="341317"/>
                    <a:pt x="344802" y="361791"/>
                    <a:pt x="343222" y="378236"/>
                  </a:cubicBezTo>
                  <a:cubicBezTo>
                    <a:pt x="343168" y="378618"/>
                    <a:pt x="343168" y="379053"/>
                    <a:pt x="343113" y="379489"/>
                  </a:cubicBezTo>
                  <a:cubicBezTo>
                    <a:pt x="322748" y="387058"/>
                    <a:pt x="308263" y="406552"/>
                    <a:pt x="308263" y="429532"/>
                  </a:cubicBezTo>
                  <a:cubicBezTo>
                    <a:pt x="308263" y="459046"/>
                    <a:pt x="332168" y="482951"/>
                    <a:pt x="361682" y="482951"/>
                  </a:cubicBezTo>
                  <a:cubicBezTo>
                    <a:pt x="391196" y="482951"/>
                    <a:pt x="415101" y="459046"/>
                    <a:pt x="415101" y="429532"/>
                  </a:cubicBezTo>
                  <a:cubicBezTo>
                    <a:pt x="415101" y="409057"/>
                    <a:pt x="403557" y="391305"/>
                    <a:pt x="386677" y="382320"/>
                  </a:cubicBezTo>
                  <a:cubicBezTo>
                    <a:pt x="388800" y="360484"/>
                    <a:pt x="392557" y="321985"/>
                    <a:pt x="397241" y="302872"/>
                  </a:cubicBezTo>
                  <a:cubicBezTo>
                    <a:pt x="403285" y="302437"/>
                    <a:pt x="409220" y="302001"/>
                    <a:pt x="414992" y="301457"/>
                  </a:cubicBezTo>
                  <a:cubicBezTo>
                    <a:pt x="415755" y="301402"/>
                    <a:pt x="416572" y="301348"/>
                    <a:pt x="417388" y="301293"/>
                  </a:cubicBezTo>
                  <a:lnTo>
                    <a:pt x="417388" y="301239"/>
                  </a:lnTo>
                  <a:cubicBezTo>
                    <a:pt x="419240" y="301075"/>
                    <a:pt x="421091" y="300912"/>
                    <a:pt x="422888" y="300749"/>
                  </a:cubicBezTo>
                  <a:lnTo>
                    <a:pt x="422888" y="300803"/>
                  </a:lnTo>
                  <a:cubicBezTo>
                    <a:pt x="424032" y="300694"/>
                    <a:pt x="425121" y="300585"/>
                    <a:pt x="426264" y="300476"/>
                  </a:cubicBezTo>
                  <a:cubicBezTo>
                    <a:pt x="430675" y="300041"/>
                    <a:pt x="435032" y="299605"/>
                    <a:pt x="439333" y="299169"/>
                  </a:cubicBezTo>
                  <a:cubicBezTo>
                    <a:pt x="442437" y="298843"/>
                    <a:pt x="445541" y="298516"/>
                    <a:pt x="448645" y="298135"/>
                  </a:cubicBezTo>
                  <a:cubicBezTo>
                    <a:pt x="452783" y="297645"/>
                    <a:pt x="456813" y="297209"/>
                    <a:pt x="460843" y="296719"/>
                  </a:cubicBezTo>
                  <a:cubicBezTo>
                    <a:pt x="463347" y="296392"/>
                    <a:pt x="465852" y="296065"/>
                    <a:pt x="468357" y="295739"/>
                  </a:cubicBezTo>
                  <a:cubicBezTo>
                    <a:pt x="472822" y="295140"/>
                    <a:pt x="477179" y="294541"/>
                    <a:pt x="481426" y="293942"/>
                  </a:cubicBezTo>
                  <a:cubicBezTo>
                    <a:pt x="483713" y="293615"/>
                    <a:pt x="486000" y="293288"/>
                    <a:pt x="488342" y="292962"/>
                  </a:cubicBezTo>
                  <a:cubicBezTo>
                    <a:pt x="493079" y="292254"/>
                    <a:pt x="497708" y="291546"/>
                    <a:pt x="502227" y="290783"/>
                  </a:cubicBezTo>
                  <a:cubicBezTo>
                    <a:pt x="503316" y="290620"/>
                    <a:pt x="504406" y="290457"/>
                    <a:pt x="505495" y="290293"/>
                  </a:cubicBezTo>
                  <a:lnTo>
                    <a:pt x="505495" y="290293"/>
                  </a:lnTo>
                  <a:cubicBezTo>
                    <a:pt x="507346" y="289967"/>
                    <a:pt x="509143" y="289694"/>
                    <a:pt x="510994" y="289368"/>
                  </a:cubicBezTo>
                  <a:lnTo>
                    <a:pt x="510994" y="289368"/>
                  </a:lnTo>
                  <a:cubicBezTo>
                    <a:pt x="522212" y="287462"/>
                    <a:pt x="532939" y="285447"/>
                    <a:pt x="543122" y="283432"/>
                  </a:cubicBezTo>
                  <a:cubicBezTo>
                    <a:pt x="543449" y="283378"/>
                    <a:pt x="543776" y="283323"/>
                    <a:pt x="544102" y="283214"/>
                  </a:cubicBezTo>
                  <a:cubicBezTo>
                    <a:pt x="546825" y="282670"/>
                    <a:pt x="549493" y="282125"/>
                    <a:pt x="552107" y="281581"/>
                  </a:cubicBezTo>
                  <a:cubicBezTo>
                    <a:pt x="552978" y="281418"/>
                    <a:pt x="553904" y="281200"/>
                    <a:pt x="554775" y="281036"/>
                  </a:cubicBezTo>
                  <a:cubicBezTo>
                    <a:pt x="557008" y="280601"/>
                    <a:pt x="559186" y="280110"/>
                    <a:pt x="561364" y="279675"/>
                  </a:cubicBezTo>
                  <a:cubicBezTo>
                    <a:pt x="562562" y="279402"/>
                    <a:pt x="563760" y="279185"/>
                    <a:pt x="564958" y="278913"/>
                  </a:cubicBezTo>
                  <a:cubicBezTo>
                    <a:pt x="565122" y="278858"/>
                    <a:pt x="565230" y="278858"/>
                    <a:pt x="565394" y="278804"/>
                  </a:cubicBezTo>
                  <a:cubicBezTo>
                    <a:pt x="575250" y="276734"/>
                    <a:pt x="584616" y="274665"/>
                    <a:pt x="593601" y="272705"/>
                  </a:cubicBezTo>
                  <a:cubicBezTo>
                    <a:pt x="601769" y="270908"/>
                    <a:pt x="609610" y="269165"/>
                    <a:pt x="617288" y="267532"/>
                  </a:cubicBezTo>
                  <a:cubicBezTo>
                    <a:pt x="617506" y="267477"/>
                    <a:pt x="617724" y="267423"/>
                    <a:pt x="617942" y="267368"/>
                  </a:cubicBezTo>
                  <a:cubicBezTo>
                    <a:pt x="625674" y="265735"/>
                    <a:pt x="633189" y="264210"/>
                    <a:pt x="640540" y="262849"/>
                  </a:cubicBezTo>
                  <a:cubicBezTo>
                    <a:pt x="640867" y="262794"/>
                    <a:pt x="641194" y="262740"/>
                    <a:pt x="641520" y="262685"/>
                  </a:cubicBezTo>
                  <a:cubicBezTo>
                    <a:pt x="644788" y="262086"/>
                    <a:pt x="648000" y="261542"/>
                    <a:pt x="651213" y="260997"/>
                  </a:cubicBezTo>
                  <a:cubicBezTo>
                    <a:pt x="651758" y="260888"/>
                    <a:pt x="652357" y="260834"/>
                    <a:pt x="652901" y="260725"/>
                  </a:cubicBezTo>
                  <a:cubicBezTo>
                    <a:pt x="655842" y="260235"/>
                    <a:pt x="658782" y="259799"/>
                    <a:pt x="661668" y="259364"/>
                  </a:cubicBezTo>
                  <a:cubicBezTo>
                    <a:pt x="662376" y="259255"/>
                    <a:pt x="663138" y="259146"/>
                    <a:pt x="663846" y="259037"/>
                  </a:cubicBezTo>
                  <a:cubicBezTo>
                    <a:pt x="666678" y="258656"/>
                    <a:pt x="669510" y="258275"/>
                    <a:pt x="672396" y="257948"/>
                  </a:cubicBezTo>
                  <a:cubicBezTo>
                    <a:pt x="673049" y="257893"/>
                    <a:pt x="673757" y="257784"/>
                    <a:pt x="674410" y="257730"/>
                  </a:cubicBezTo>
                  <a:cubicBezTo>
                    <a:pt x="677895" y="257349"/>
                    <a:pt x="681380" y="257022"/>
                    <a:pt x="684920" y="256750"/>
                  </a:cubicBezTo>
                  <a:cubicBezTo>
                    <a:pt x="753423" y="251577"/>
                    <a:pt x="820728" y="235785"/>
                    <a:pt x="893587" y="207469"/>
                  </a:cubicBezTo>
                  <a:cubicBezTo>
                    <a:pt x="893968" y="207306"/>
                    <a:pt x="894349" y="207143"/>
                    <a:pt x="894730" y="207033"/>
                  </a:cubicBezTo>
                  <a:cubicBezTo>
                    <a:pt x="900285" y="204855"/>
                    <a:pt x="905893" y="202623"/>
                    <a:pt x="911502" y="200336"/>
                  </a:cubicBezTo>
                  <a:cubicBezTo>
                    <a:pt x="913354" y="199573"/>
                    <a:pt x="915260" y="198756"/>
                    <a:pt x="917111" y="197994"/>
                  </a:cubicBezTo>
                  <a:cubicBezTo>
                    <a:pt x="921522" y="196143"/>
                    <a:pt x="925987" y="194237"/>
                    <a:pt x="930452" y="192331"/>
                  </a:cubicBezTo>
                  <a:cubicBezTo>
                    <a:pt x="931487" y="191896"/>
                    <a:pt x="932521" y="191460"/>
                    <a:pt x="933556" y="191024"/>
                  </a:cubicBezTo>
                  <a:lnTo>
                    <a:pt x="933556" y="190970"/>
                  </a:lnTo>
                  <a:cubicBezTo>
                    <a:pt x="935244" y="190207"/>
                    <a:pt x="936932" y="189500"/>
                    <a:pt x="938620" y="188737"/>
                  </a:cubicBezTo>
                  <a:lnTo>
                    <a:pt x="938620" y="188792"/>
                  </a:lnTo>
                  <a:cubicBezTo>
                    <a:pt x="940145" y="188138"/>
                    <a:pt x="941670" y="187376"/>
                    <a:pt x="943194" y="186722"/>
                  </a:cubicBezTo>
                  <a:cubicBezTo>
                    <a:pt x="945754" y="185579"/>
                    <a:pt x="948259" y="184435"/>
                    <a:pt x="950818" y="183237"/>
                  </a:cubicBezTo>
                  <a:cubicBezTo>
                    <a:pt x="955338" y="181168"/>
                    <a:pt x="959912" y="179044"/>
                    <a:pt x="964486" y="176866"/>
                  </a:cubicBezTo>
                  <a:cubicBezTo>
                    <a:pt x="966773" y="175777"/>
                    <a:pt x="969006" y="174742"/>
                    <a:pt x="971292" y="173653"/>
                  </a:cubicBezTo>
                  <a:cubicBezTo>
                    <a:pt x="976139" y="171312"/>
                    <a:pt x="981040" y="168916"/>
                    <a:pt x="985941" y="166465"/>
                  </a:cubicBezTo>
                  <a:cubicBezTo>
                    <a:pt x="988173" y="165376"/>
                    <a:pt x="990406" y="164287"/>
                    <a:pt x="992638" y="163144"/>
                  </a:cubicBezTo>
                  <a:cubicBezTo>
                    <a:pt x="997866" y="160476"/>
                    <a:pt x="1003257" y="157753"/>
                    <a:pt x="1008648" y="154921"/>
                  </a:cubicBezTo>
                  <a:cubicBezTo>
                    <a:pt x="1010445" y="153996"/>
                    <a:pt x="1012187" y="153124"/>
                    <a:pt x="1013930" y="152198"/>
                  </a:cubicBezTo>
                  <a:lnTo>
                    <a:pt x="993727" y="113591"/>
                  </a:lnTo>
                  <a:cubicBezTo>
                    <a:pt x="993510" y="113700"/>
                    <a:pt x="993346" y="113809"/>
                    <a:pt x="993128" y="113918"/>
                  </a:cubicBezTo>
                  <a:lnTo>
                    <a:pt x="993128" y="113918"/>
                  </a:lnTo>
                  <a:cubicBezTo>
                    <a:pt x="990624" y="115224"/>
                    <a:pt x="988282" y="116422"/>
                    <a:pt x="985832" y="117675"/>
                  </a:cubicBezTo>
                  <a:cubicBezTo>
                    <a:pt x="981693" y="119798"/>
                    <a:pt x="977555" y="121977"/>
                    <a:pt x="973471" y="124046"/>
                  </a:cubicBezTo>
                  <a:cubicBezTo>
                    <a:pt x="971075" y="125244"/>
                    <a:pt x="968679" y="126387"/>
                    <a:pt x="966337" y="127586"/>
                  </a:cubicBezTo>
                  <a:cubicBezTo>
                    <a:pt x="961872" y="129818"/>
                    <a:pt x="957352" y="132050"/>
                    <a:pt x="952942" y="134174"/>
                  </a:cubicBezTo>
                  <a:cubicBezTo>
                    <a:pt x="950709" y="135263"/>
                    <a:pt x="948531" y="136298"/>
                    <a:pt x="946353" y="137333"/>
                  </a:cubicBezTo>
                  <a:cubicBezTo>
                    <a:pt x="941942" y="139402"/>
                    <a:pt x="937531" y="141471"/>
                    <a:pt x="933175" y="143486"/>
                  </a:cubicBezTo>
                  <a:cubicBezTo>
                    <a:pt x="930833" y="144575"/>
                    <a:pt x="928437" y="145664"/>
                    <a:pt x="926096" y="146699"/>
                  </a:cubicBezTo>
                  <a:cubicBezTo>
                    <a:pt x="921794" y="148659"/>
                    <a:pt x="917547" y="150510"/>
                    <a:pt x="913299" y="152362"/>
                  </a:cubicBezTo>
                  <a:cubicBezTo>
                    <a:pt x="909324" y="154105"/>
                    <a:pt x="905404" y="155738"/>
                    <a:pt x="901428" y="157426"/>
                  </a:cubicBezTo>
                  <a:cubicBezTo>
                    <a:pt x="899196" y="158352"/>
                    <a:pt x="897017" y="159277"/>
                    <a:pt x="894785" y="160203"/>
                  </a:cubicBezTo>
                  <a:cubicBezTo>
                    <a:pt x="889884" y="162218"/>
                    <a:pt x="884983" y="164178"/>
                    <a:pt x="880082" y="166084"/>
                  </a:cubicBezTo>
                  <a:cubicBezTo>
                    <a:pt x="879102" y="166465"/>
                    <a:pt x="878122" y="166847"/>
                    <a:pt x="877196" y="167228"/>
                  </a:cubicBezTo>
                  <a:cubicBezTo>
                    <a:pt x="865217" y="171856"/>
                    <a:pt x="853346" y="176158"/>
                    <a:pt x="841692" y="180079"/>
                  </a:cubicBezTo>
                  <a:lnTo>
                    <a:pt x="841692" y="180079"/>
                  </a:lnTo>
                  <a:cubicBezTo>
                    <a:pt x="840004" y="180624"/>
                    <a:pt x="838316" y="181222"/>
                    <a:pt x="836628" y="181767"/>
                  </a:cubicBezTo>
                  <a:lnTo>
                    <a:pt x="836628" y="181712"/>
                  </a:lnTo>
                  <a:cubicBezTo>
                    <a:pt x="810926" y="190153"/>
                    <a:pt x="785169" y="197068"/>
                    <a:pt x="760121" y="202242"/>
                  </a:cubicBezTo>
                  <a:lnTo>
                    <a:pt x="760121" y="202296"/>
                  </a:lnTo>
                  <a:cubicBezTo>
                    <a:pt x="758378" y="202677"/>
                    <a:pt x="756690" y="203058"/>
                    <a:pt x="754948" y="203385"/>
                  </a:cubicBezTo>
                  <a:lnTo>
                    <a:pt x="754948" y="203276"/>
                  </a:lnTo>
                  <a:cubicBezTo>
                    <a:pt x="730443" y="208177"/>
                    <a:pt x="705721" y="211553"/>
                    <a:pt x="681544" y="213404"/>
                  </a:cubicBezTo>
                  <a:cubicBezTo>
                    <a:pt x="679801" y="213514"/>
                    <a:pt x="678113" y="213677"/>
                    <a:pt x="676371" y="213840"/>
                  </a:cubicBezTo>
                  <a:lnTo>
                    <a:pt x="676371" y="213895"/>
                  </a:lnTo>
                  <a:cubicBezTo>
                    <a:pt x="674465" y="214058"/>
                    <a:pt x="672504" y="214221"/>
                    <a:pt x="670599" y="214439"/>
                  </a:cubicBezTo>
                  <a:lnTo>
                    <a:pt x="670599" y="214439"/>
                  </a:lnTo>
                  <a:cubicBezTo>
                    <a:pt x="670435" y="214439"/>
                    <a:pt x="670218" y="214494"/>
                    <a:pt x="670054" y="214494"/>
                  </a:cubicBezTo>
                  <a:cubicBezTo>
                    <a:pt x="669183" y="214603"/>
                    <a:pt x="668257" y="214712"/>
                    <a:pt x="667386" y="214820"/>
                  </a:cubicBezTo>
                  <a:cubicBezTo>
                    <a:pt x="664500" y="215147"/>
                    <a:pt x="661668" y="215474"/>
                    <a:pt x="658837" y="215855"/>
                  </a:cubicBezTo>
                  <a:cubicBezTo>
                    <a:pt x="657802" y="216019"/>
                    <a:pt x="656713" y="216127"/>
                    <a:pt x="655678" y="216291"/>
                  </a:cubicBezTo>
                  <a:cubicBezTo>
                    <a:pt x="652901" y="216672"/>
                    <a:pt x="650070" y="217107"/>
                    <a:pt x="647292" y="217543"/>
                  </a:cubicBezTo>
                  <a:cubicBezTo>
                    <a:pt x="646367" y="217707"/>
                    <a:pt x="645441" y="217815"/>
                    <a:pt x="644515" y="217979"/>
                  </a:cubicBezTo>
                  <a:cubicBezTo>
                    <a:pt x="641575" y="218469"/>
                    <a:pt x="638580" y="219013"/>
                    <a:pt x="635585" y="219558"/>
                  </a:cubicBezTo>
                  <a:cubicBezTo>
                    <a:pt x="634768" y="219721"/>
                    <a:pt x="634006" y="219830"/>
                    <a:pt x="633189" y="219994"/>
                  </a:cubicBezTo>
                  <a:cubicBezTo>
                    <a:pt x="629867" y="220592"/>
                    <a:pt x="626491" y="221246"/>
                    <a:pt x="623115" y="221954"/>
                  </a:cubicBezTo>
                  <a:cubicBezTo>
                    <a:pt x="622625" y="222063"/>
                    <a:pt x="622189" y="222117"/>
                    <a:pt x="621699" y="222226"/>
                  </a:cubicBezTo>
                  <a:cubicBezTo>
                    <a:pt x="617942" y="222988"/>
                    <a:pt x="614130" y="223751"/>
                    <a:pt x="610264" y="224568"/>
                  </a:cubicBezTo>
                  <a:cubicBezTo>
                    <a:pt x="608630" y="224895"/>
                    <a:pt x="606997" y="225275"/>
                    <a:pt x="605363" y="225602"/>
                  </a:cubicBezTo>
                  <a:cubicBezTo>
                    <a:pt x="602967" y="226092"/>
                    <a:pt x="600625" y="226637"/>
                    <a:pt x="598175" y="227127"/>
                  </a:cubicBezTo>
                  <a:cubicBezTo>
                    <a:pt x="595997" y="227617"/>
                    <a:pt x="593819" y="228053"/>
                    <a:pt x="591641" y="228543"/>
                  </a:cubicBezTo>
                  <a:cubicBezTo>
                    <a:pt x="590443" y="228815"/>
                    <a:pt x="589299" y="229033"/>
                    <a:pt x="588101" y="229305"/>
                  </a:cubicBezTo>
                  <a:lnTo>
                    <a:pt x="588101" y="229305"/>
                  </a:lnTo>
                  <a:cubicBezTo>
                    <a:pt x="586849" y="229577"/>
                    <a:pt x="585596" y="229850"/>
                    <a:pt x="584289" y="230122"/>
                  </a:cubicBezTo>
                  <a:cubicBezTo>
                    <a:pt x="583309" y="230340"/>
                    <a:pt x="582329" y="230558"/>
                    <a:pt x="581349" y="230775"/>
                  </a:cubicBezTo>
                  <a:cubicBezTo>
                    <a:pt x="578626" y="231375"/>
                    <a:pt x="575849" y="231973"/>
                    <a:pt x="572908" y="232627"/>
                  </a:cubicBezTo>
                  <a:cubicBezTo>
                    <a:pt x="569369" y="233389"/>
                    <a:pt x="565721" y="234206"/>
                    <a:pt x="562072" y="234968"/>
                  </a:cubicBezTo>
                  <a:cubicBezTo>
                    <a:pt x="561419" y="230503"/>
                    <a:pt x="560874" y="225983"/>
                    <a:pt x="560384" y="221409"/>
                  </a:cubicBezTo>
                  <a:cubicBezTo>
                    <a:pt x="560221" y="219939"/>
                    <a:pt x="560112" y="218523"/>
                    <a:pt x="559949" y="217107"/>
                  </a:cubicBezTo>
                  <a:cubicBezTo>
                    <a:pt x="559676" y="214385"/>
                    <a:pt x="559458" y="211662"/>
                    <a:pt x="559241" y="208939"/>
                  </a:cubicBezTo>
                  <a:cubicBezTo>
                    <a:pt x="555919" y="167663"/>
                    <a:pt x="558859" y="132867"/>
                    <a:pt x="561582" y="112175"/>
                  </a:cubicBezTo>
                  <a:cubicBezTo>
                    <a:pt x="587666" y="108146"/>
                    <a:pt x="607650" y="84785"/>
                    <a:pt x="607650" y="56414"/>
                  </a:cubicBezTo>
                  <a:cubicBezTo>
                    <a:pt x="607596" y="25267"/>
                    <a:pt x="583418" y="0"/>
                    <a:pt x="553577" y="0"/>
                  </a:cubicBezTo>
                  <a:lnTo>
                    <a:pt x="553577" y="0"/>
                  </a:lnTo>
                  <a:close/>
                </a:path>
              </a:pathLst>
            </a:custGeom>
            <a:solidFill>
              <a:srgbClr val="B26508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A72E8E67-BF8A-4B76-B08D-AF9F2ADC11FB}"/>
                </a:ext>
              </a:extLst>
            </p:cNvPr>
            <p:cNvSpPr/>
            <p:nvPr/>
          </p:nvSpPr>
          <p:spPr>
            <a:xfrm>
              <a:off x="4102854" y="5953979"/>
              <a:ext cx="1013875" cy="482787"/>
            </a:xfrm>
            <a:custGeom>
              <a:avLst/>
              <a:gdLst>
                <a:gd name="connsiteX0" fmla="*/ 993619 w 1013875"/>
                <a:gd name="connsiteY0" fmla="*/ 113482 h 482787"/>
                <a:gd name="connsiteX1" fmla="*/ 993619 w 1013875"/>
                <a:gd name="connsiteY1" fmla="*/ 113482 h 482787"/>
                <a:gd name="connsiteX2" fmla="*/ 993564 w 1013875"/>
                <a:gd name="connsiteY2" fmla="*/ 113482 h 482787"/>
                <a:gd name="connsiteX3" fmla="*/ 992965 w 1013875"/>
                <a:gd name="connsiteY3" fmla="*/ 113809 h 482787"/>
                <a:gd name="connsiteX4" fmla="*/ 992965 w 1013875"/>
                <a:gd name="connsiteY4" fmla="*/ 113809 h 482787"/>
                <a:gd name="connsiteX5" fmla="*/ 985668 w 1013875"/>
                <a:gd name="connsiteY5" fmla="*/ 117566 h 482787"/>
                <a:gd name="connsiteX6" fmla="*/ 973307 w 1013875"/>
                <a:gd name="connsiteY6" fmla="*/ 123937 h 482787"/>
                <a:gd name="connsiteX7" fmla="*/ 966174 w 1013875"/>
                <a:gd name="connsiteY7" fmla="*/ 127477 h 482787"/>
                <a:gd name="connsiteX8" fmla="*/ 952778 w 1013875"/>
                <a:gd name="connsiteY8" fmla="*/ 134065 h 482787"/>
                <a:gd name="connsiteX9" fmla="*/ 946189 w 1013875"/>
                <a:gd name="connsiteY9" fmla="*/ 137224 h 482787"/>
                <a:gd name="connsiteX10" fmla="*/ 933011 w 1013875"/>
                <a:gd name="connsiteY10" fmla="*/ 143377 h 482787"/>
                <a:gd name="connsiteX11" fmla="*/ 925933 w 1013875"/>
                <a:gd name="connsiteY11" fmla="*/ 146590 h 482787"/>
                <a:gd name="connsiteX12" fmla="*/ 913136 w 1013875"/>
                <a:gd name="connsiteY12" fmla="*/ 152253 h 482787"/>
                <a:gd name="connsiteX13" fmla="*/ 901265 w 1013875"/>
                <a:gd name="connsiteY13" fmla="*/ 157317 h 482787"/>
                <a:gd name="connsiteX14" fmla="*/ 894622 w 1013875"/>
                <a:gd name="connsiteY14" fmla="*/ 160094 h 482787"/>
                <a:gd name="connsiteX15" fmla="*/ 879919 w 1013875"/>
                <a:gd name="connsiteY15" fmla="*/ 165975 h 482787"/>
                <a:gd name="connsiteX16" fmla="*/ 877033 w 1013875"/>
                <a:gd name="connsiteY16" fmla="*/ 167119 h 482787"/>
                <a:gd name="connsiteX17" fmla="*/ 841529 w 1013875"/>
                <a:gd name="connsiteY17" fmla="*/ 179970 h 482787"/>
                <a:gd name="connsiteX18" fmla="*/ 841529 w 1013875"/>
                <a:gd name="connsiteY18" fmla="*/ 179970 h 482787"/>
                <a:gd name="connsiteX19" fmla="*/ 836574 w 1013875"/>
                <a:gd name="connsiteY19" fmla="*/ 181658 h 482787"/>
                <a:gd name="connsiteX20" fmla="*/ 836574 w 1013875"/>
                <a:gd name="connsiteY20" fmla="*/ 181603 h 482787"/>
                <a:gd name="connsiteX21" fmla="*/ 836519 w 1013875"/>
                <a:gd name="connsiteY21" fmla="*/ 181603 h 482787"/>
                <a:gd name="connsiteX22" fmla="*/ 836519 w 1013875"/>
                <a:gd name="connsiteY22" fmla="*/ 181603 h 482787"/>
                <a:gd name="connsiteX23" fmla="*/ 760012 w 1013875"/>
                <a:gd name="connsiteY23" fmla="*/ 202133 h 482787"/>
                <a:gd name="connsiteX24" fmla="*/ 760012 w 1013875"/>
                <a:gd name="connsiteY24" fmla="*/ 202187 h 482787"/>
                <a:gd name="connsiteX25" fmla="*/ 754893 w 1013875"/>
                <a:gd name="connsiteY25" fmla="*/ 203276 h 482787"/>
                <a:gd name="connsiteX26" fmla="*/ 754893 w 1013875"/>
                <a:gd name="connsiteY26" fmla="*/ 203167 h 482787"/>
                <a:gd name="connsiteX27" fmla="*/ 681489 w 1013875"/>
                <a:gd name="connsiteY27" fmla="*/ 213295 h 482787"/>
                <a:gd name="connsiteX28" fmla="*/ 676316 w 1013875"/>
                <a:gd name="connsiteY28" fmla="*/ 213731 h 482787"/>
                <a:gd name="connsiteX29" fmla="*/ 676316 w 1013875"/>
                <a:gd name="connsiteY29" fmla="*/ 213731 h 482787"/>
                <a:gd name="connsiteX30" fmla="*/ 676262 w 1013875"/>
                <a:gd name="connsiteY30" fmla="*/ 213731 h 482787"/>
                <a:gd name="connsiteX31" fmla="*/ 676262 w 1013875"/>
                <a:gd name="connsiteY31" fmla="*/ 213786 h 482787"/>
                <a:gd name="connsiteX32" fmla="*/ 670544 w 1013875"/>
                <a:gd name="connsiteY32" fmla="*/ 214330 h 482787"/>
                <a:gd name="connsiteX33" fmla="*/ 670544 w 1013875"/>
                <a:gd name="connsiteY33" fmla="*/ 214330 h 482787"/>
                <a:gd name="connsiteX34" fmla="*/ 670000 w 1013875"/>
                <a:gd name="connsiteY34" fmla="*/ 214385 h 482787"/>
                <a:gd name="connsiteX35" fmla="*/ 667331 w 1013875"/>
                <a:gd name="connsiteY35" fmla="*/ 214711 h 482787"/>
                <a:gd name="connsiteX36" fmla="*/ 658782 w 1013875"/>
                <a:gd name="connsiteY36" fmla="*/ 215746 h 482787"/>
                <a:gd name="connsiteX37" fmla="*/ 655624 w 1013875"/>
                <a:gd name="connsiteY37" fmla="*/ 216182 h 482787"/>
                <a:gd name="connsiteX38" fmla="*/ 647238 w 1013875"/>
                <a:gd name="connsiteY38" fmla="*/ 217434 h 482787"/>
                <a:gd name="connsiteX39" fmla="*/ 644461 w 1013875"/>
                <a:gd name="connsiteY39" fmla="*/ 217870 h 482787"/>
                <a:gd name="connsiteX40" fmla="*/ 635530 w 1013875"/>
                <a:gd name="connsiteY40" fmla="*/ 219449 h 482787"/>
                <a:gd name="connsiteX41" fmla="*/ 633134 w 1013875"/>
                <a:gd name="connsiteY41" fmla="*/ 219885 h 482787"/>
                <a:gd name="connsiteX42" fmla="*/ 623061 w 1013875"/>
                <a:gd name="connsiteY42" fmla="*/ 221845 h 482787"/>
                <a:gd name="connsiteX43" fmla="*/ 621645 w 1013875"/>
                <a:gd name="connsiteY43" fmla="*/ 222117 h 482787"/>
                <a:gd name="connsiteX44" fmla="*/ 610209 w 1013875"/>
                <a:gd name="connsiteY44" fmla="*/ 224459 h 482787"/>
                <a:gd name="connsiteX45" fmla="*/ 610155 w 1013875"/>
                <a:gd name="connsiteY45" fmla="*/ 224459 h 482787"/>
                <a:gd name="connsiteX46" fmla="*/ 610155 w 1013875"/>
                <a:gd name="connsiteY46" fmla="*/ 224459 h 482787"/>
                <a:gd name="connsiteX47" fmla="*/ 605907 w 1013875"/>
                <a:gd name="connsiteY47" fmla="*/ 225384 h 482787"/>
                <a:gd name="connsiteX48" fmla="*/ 605254 w 1013875"/>
                <a:gd name="connsiteY48" fmla="*/ 225548 h 482787"/>
                <a:gd name="connsiteX49" fmla="*/ 604655 w 1013875"/>
                <a:gd name="connsiteY49" fmla="*/ 225657 h 482787"/>
                <a:gd name="connsiteX50" fmla="*/ 598338 w 1013875"/>
                <a:gd name="connsiteY50" fmla="*/ 227018 h 482787"/>
                <a:gd name="connsiteX51" fmla="*/ 598066 w 1013875"/>
                <a:gd name="connsiteY51" fmla="*/ 227072 h 482787"/>
                <a:gd name="connsiteX52" fmla="*/ 597848 w 1013875"/>
                <a:gd name="connsiteY52" fmla="*/ 227127 h 482787"/>
                <a:gd name="connsiteX53" fmla="*/ 593165 w 1013875"/>
                <a:gd name="connsiteY53" fmla="*/ 228162 h 482787"/>
                <a:gd name="connsiteX54" fmla="*/ 591532 w 1013875"/>
                <a:gd name="connsiteY54" fmla="*/ 228543 h 482787"/>
                <a:gd name="connsiteX55" fmla="*/ 587992 w 1013875"/>
                <a:gd name="connsiteY55" fmla="*/ 229305 h 482787"/>
                <a:gd name="connsiteX56" fmla="*/ 587992 w 1013875"/>
                <a:gd name="connsiteY56" fmla="*/ 229305 h 482787"/>
                <a:gd name="connsiteX57" fmla="*/ 584180 w 1013875"/>
                <a:gd name="connsiteY57" fmla="*/ 230122 h 482787"/>
                <a:gd name="connsiteX58" fmla="*/ 581240 w 1013875"/>
                <a:gd name="connsiteY58" fmla="*/ 230775 h 482787"/>
                <a:gd name="connsiteX59" fmla="*/ 572800 w 1013875"/>
                <a:gd name="connsiteY59" fmla="*/ 232627 h 482787"/>
                <a:gd name="connsiteX60" fmla="*/ 562018 w 1013875"/>
                <a:gd name="connsiteY60" fmla="*/ 234968 h 482787"/>
                <a:gd name="connsiteX61" fmla="*/ 560330 w 1013875"/>
                <a:gd name="connsiteY61" fmla="*/ 221409 h 482787"/>
                <a:gd name="connsiteX62" fmla="*/ 559894 w 1013875"/>
                <a:gd name="connsiteY62" fmla="*/ 217107 h 482787"/>
                <a:gd name="connsiteX63" fmla="*/ 559186 w 1013875"/>
                <a:gd name="connsiteY63" fmla="*/ 208939 h 482787"/>
                <a:gd name="connsiteX64" fmla="*/ 561528 w 1013875"/>
                <a:gd name="connsiteY64" fmla="*/ 112175 h 482787"/>
                <a:gd name="connsiteX65" fmla="*/ 607596 w 1013875"/>
                <a:gd name="connsiteY65" fmla="*/ 56414 h 482787"/>
                <a:gd name="connsiteX66" fmla="*/ 553577 w 1013875"/>
                <a:gd name="connsiteY66" fmla="*/ 0 h 482787"/>
                <a:gd name="connsiteX67" fmla="*/ 542687 w 1013875"/>
                <a:gd name="connsiteY67" fmla="*/ 1144 h 482787"/>
                <a:gd name="connsiteX68" fmla="*/ 499505 w 1013875"/>
                <a:gd name="connsiteY68" fmla="*/ 56414 h 482787"/>
                <a:gd name="connsiteX69" fmla="*/ 519108 w 1013875"/>
                <a:gd name="connsiteY69" fmla="*/ 99923 h 482787"/>
                <a:gd name="connsiteX70" fmla="*/ 518727 w 1013875"/>
                <a:gd name="connsiteY70" fmla="*/ 102482 h 482787"/>
                <a:gd name="connsiteX71" fmla="*/ 518564 w 1013875"/>
                <a:gd name="connsiteY71" fmla="*/ 103517 h 482787"/>
                <a:gd name="connsiteX72" fmla="*/ 518019 w 1013875"/>
                <a:gd name="connsiteY72" fmla="*/ 107655 h 482787"/>
                <a:gd name="connsiteX73" fmla="*/ 517529 w 1013875"/>
                <a:gd name="connsiteY73" fmla="*/ 111576 h 482787"/>
                <a:gd name="connsiteX74" fmla="*/ 517202 w 1013875"/>
                <a:gd name="connsiteY74" fmla="*/ 114190 h 482787"/>
                <a:gd name="connsiteX75" fmla="*/ 516658 w 1013875"/>
                <a:gd name="connsiteY75" fmla="*/ 119308 h 482787"/>
                <a:gd name="connsiteX76" fmla="*/ 516440 w 1013875"/>
                <a:gd name="connsiteY76" fmla="*/ 121214 h 482787"/>
                <a:gd name="connsiteX77" fmla="*/ 515841 w 1013875"/>
                <a:gd name="connsiteY77" fmla="*/ 127422 h 482787"/>
                <a:gd name="connsiteX78" fmla="*/ 515678 w 1013875"/>
                <a:gd name="connsiteY78" fmla="*/ 129382 h 482787"/>
                <a:gd name="connsiteX79" fmla="*/ 515133 w 1013875"/>
                <a:gd name="connsiteY79" fmla="*/ 136951 h 482787"/>
                <a:gd name="connsiteX80" fmla="*/ 515024 w 1013875"/>
                <a:gd name="connsiteY80" fmla="*/ 138585 h 482787"/>
                <a:gd name="connsiteX81" fmla="*/ 514588 w 1013875"/>
                <a:gd name="connsiteY81" fmla="*/ 146100 h 482787"/>
                <a:gd name="connsiteX82" fmla="*/ 514534 w 1013875"/>
                <a:gd name="connsiteY82" fmla="*/ 147516 h 482787"/>
                <a:gd name="connsiteX83" fmla="*/ 514207 w 1013875"/>
                <a:gd name="connsiteY83" fmla="*/ 156119 h 482787"/>
                <a:gd name="connsiteX84" fmla="*/ 514153 w 1013875"/>
                <a:gd name="connsiteY84" fmla="*/ 158515 h 482787"/>
                <a:gd name="connsiteX85" fmla="*/ 513990 w 1013875"/>
                <a:gd name="connsiteY85" fmla="*/ 167500 h 482787"/>
                <a:gd name="connsiteX86" fmla="*/ 513990 w 1013875"/>
                <a:gd name="connsiteY86" fmla="*/ 168044 h 482787"/>
                <a:gd name="connsiteX87" fmla="*/ 513990 w 1013875"/>
                <a:gd name="connsiteY87" fmla="*/ 168044 h 482787"/>
                <a:gd name="connsiteX88" fmla="*/ 513990 w 1013875"/>
                <a:gd name="connsiteY88" fmla="*/ 173708 h 482787"/>
                <a:gd name="connsiteX89" fmla="*/ 513990 w 1013875"/>
                <a:gd name="connsiteY89" fmla="*/ 173708 h 482787"/>
                <a:gd name="connsiteX90" fmla="*/ 513990 w 1013875"/>
                <a:gd name="connsiteY90" fmla="*/ 174198 h 482787"/>
                <a:gd name="connsiteX91" fmla="*/ 514153 w 1013875"/>
                <a:gd name="connsiteY91" fmla="*/ 180406 h 482787"/>
                <a:gd name="connsiteX92" fmla="*/ 514207 w 1013875"/>
                <a:gd name="connsiteY92" fmla="*/ 183292 h 482787"/>
                <a:gd name="connsiteX93" fmla="*/ 514371 w 1013875"/>
                <a:gd name="connsiteY93" fmla="*/ 190643 h 482787"/>
                <a:gd name="connsiteX94" fmla="*/ 514425 w 1013875"/>
                <a:gd name="connsiteY94" fmla="*/ 192222 h 482787"/>
                <a:gd name="connsiteX95" fmla="*/ 519163 w 1013875"/>
                <a:gd name="connsiteY95" fmla="*/ 243626 h 482787"/>
                <a:gd name="connsiteX96" fmla="*/ 505222 w 1013875"/>
                <a:gd name="connsiteY96" fmla="*/ 246077 h 482787"/>
                <a:gd name="connsiteX97" fmla="*/ 493460 w 1013875"/>
                <a:gd name="connsiteY97" fmla="*/ 247983 h 482787"/>
                <a:gd name="connsiteX98" fmla="*/ 490847 w 1013875"/>
                <a:gd name="connsiteY98" fmla="*/ 248418 h 482787"/>
                <a:gd name="connsiteX99" fmla="*/ 486926 w 1013875"/>
                <a:gd name="connsiteY99" fmla="*/ 249017 h 482787"/>
                <a:gd name="connsiteX100" fmla="*/ 473421 w 1013875"/>
                <a:gd name="connsiteY100" fmla="*/ 251032 h 482787"/>
                <a:gd name="connsiteX101" fmla="*/ 470590 w 1013875"/>
                <a:gd name="connsiteY101" fmla="*/ 251413 h 482787"/>
                <a:gd name="connsiteX102" fmla="*/ 467540 w 1013875"/>
                <a:gd name="connsiteY102" fmla="*/ 251794 h 482787"/>
                <a:gd name="connsiteX103" fmla="*/ 405572 w 1013875"/>
                <a:gd name="connsiteY103" fmla="*/ 258438 h 482787"/>
                <a:gd name="connsiteX104" fmla="*/ 403394 w 1013875"/>
                <a:gd name="connsiteY104" fmla="*/ 258601 h 482787"/>
                <a:gd name="connsiteX105" fmla="*/ 397458 w 1013875"/>
                <a:gd name="connsiteY105" fmla="*/ 259091 h 482787"/>
                <a:gd name="connsiteX106" fmla="*/ 378508 w 1013875"/>
                <a:gd name="connsiteY106" fmla="*/ 260344 h 482787"/>
                <a:gd name="connsiteX107" fmla="*/ 377692 w 1013875"/>
                <a:gd name="connsiteY107" fmla="*/ 260398 h 482787"/>
                <a:gd name="connsiteX108" fmla="*/ 358633 w 1013875"/>
                <a:gd name="connsiteY108" fmla="*/ 260943 h 482787"/>
                <a:gd name="connsiteX109" fmla="*/ 354440 w 1013875"/>
                <a:gd name="connsiteY109" fmla="*/ 260943 h 482787"/>
                <a:gd name="connsiteX110" fmla="*/ 336198 w 1013875"/>
                <a:gd name="connsiteY110" fmla="*/ 260453 h 482787"/>
                <a:gd name="connsiteX111" fmla="*/ 325961 w 1013875"/>
                <a:gd name="connsiteY111" fmla="*/ 259745 h 482787"/>
                <a:gd name="connsiteX112" fmla="*/ 317466 w 1013875"/>
                <a:gd name="connsiteY112" fmla="*/ 258982 h 482787"/>
                <a:gd name="connsiteX113" fmla="*/ 316322 w 1013875"/>
                <a:gd name="connsiteY113" fmla="*/ 258873 h 482787"/>
                <a:gd name="connsiteX114" fmla="*/ 303035 w 1013875"/>
                <a:gd name="connsiteY114" fmla="*/ 257349 h 482787"/>
                <a:gd name="connsiteX115" fmla="*/ 301729 w 1013875"/>
                <a:gd name="connsiteY115" fmla="*/ 257185 h 482787"/>
                <a:gd name="connsiteX116" fmla="*/ 296501 w 1013875"/>
                <a:gd name="connsiteY116" fmla="*/ 256477 h 482787"/>
                <a:gd name="connsiteX117" fmla="*/ 285447 w 1013875"/>
                <a:gd name="connsiteY117" fmla="*/ 254735 h 482787"/>
                <a:gd name="connsiteX118" fmla="*/ 282779 w 1013875"/>
                <a:gd name="connsiteY118" fmla="*/ 254245 h 482787"/>
                <a:gd name="connsiteX119" fmla="*/ 276353 w 1013875"/>
                <a:gd name="connsiteY119" fmla="*/ 253047 h 482787"/>
                <a:gd name="connsiteX120" fmla="*/ 271289 w 1013875"/>
                <a:gd name="connsiteY120" fmla="*/ 252067 h 482787"/>
                <a:gd name="connsiteX121" fmla="*/ 263448 w 1013875"/>
                <a:gd name="connsiteY121" fmla="*/ 250379 h 482787"/>
                <a:gd name="connsiteX122" fmla="*/ 259200 w 1013875"/>
                <a:gd name="connsiteY122" fmla="*/ 249453 h 482787"/>
                <a:gd name="connsiteX123" fmla="*/ 250705 w 1013875"/>
                <a:gd name="connsiteY123" fmla="*/ 247384 h 482787"/>
                <a:gd name="connsiteX124" fmla="*/ 247384 w 1013875"/>
                <a:gd name="connsiteY124" fmla="*/ 246567 h 482787"/>
                <a:gd name="connsiteX125" fmla="*/ 238072 w 1013875"/>
                <a:gd name="connsiteY125" fmla="*/ 244062 h 482787"/>
                <a:gd name="connsiteX126" fmla="*/ 235948 w 1013875"/>
                <a:gd name="connsiteY126" fmla="*/ 243463 h 482787"/>
                <a:gd name="connsiteX127" fmla="*/ 225711 w 1013875"/>
                <a:gd name="connsiteY127" fmla="*/ 240468 h 482787"/>
                <a:gd name="connsiteX128" fmla="*/ 224785 w 1013875"/>
                <a:gd name="connsiteY128" fmla="*/ 240196 h 482787"/>
                <a:gd name="connsiteX129" fmla="*/ 127531 w 1013875"/>
                <a:gd name="connsiteY129" fmla="*/ 200444 h 482787"/>
                <a:gd name="connsiteX130" fmla="*/ 128620 w 1013875"/>
                <a:gd name="connsiteY130" fmla="*/ 188955 h 482787"/>
                <a:gd name="connsiteX131" fmla="*/ 64310 w 1013875"/>
                <a:gd name="connsiteY131" fmla="*/ 124645 h 482787"/>
                <a:gd name="connsiteX132" fmla="*/ 51350 w 1013875"/>
                <a:gd name="connsiteY132" fmla="*/ 125952 h 482787"/>
                <a:gd name="connsiteX133" fmla="*/ 0 w 1013875"/>
                <a:gd name="connsiteY133" fmla="*/ 188955 h 482787"/>
                <a:gd name="connsiteX134" fmla="*/ 64310 w 1013875"/>
                <a:gd name="connsiteY134" fmla="*/ 253265 h 482787"/>
                <a:gd name="connsiteX135" fmla="*/ 75854 w 1013875"/>
                <a:gd name="connsiteY135" fmla="*/ 252230 h 482787"/>
                <a:gd name="connsiteX136" fmla="*/ 105531 w 1013875"/>
                <a:gd name="connsiteY136" fmla="*/ 238290 h 482787"/>
                <a:gd name="connsiteX137" fmla="*/ 158569 w 1013875"/>
                <a:gd name="connsiteY137" fmla="*/ 263066 h 482787"/>
                <a:gd name="connsiteX138" fmla="*/ 159822 w 1013875"/>
                <a:gd name="connsiteY138" fmla="*/ 263611 h 482787"/>
                <a:gd name="connsiteX139" fmla="*/ 166792 w 1013875"/>
                <a:gd name="connsiteY139" fmla="*/ 266388 h 482787"/>
                <a:gd name="connsiteX140" fmla="*/ 170822 w 1013875"/>
                <a:gd name="connsiteY140" fmla="*/ 267967 h 482787"/>
                <a:gd name="connsiteX141" fmla="*/ 177029 w 1013875"/>
                <a:gd name="connsiteY141" fmla="*/ 270309 h 482787"/>
                <a:gd name="connsiteX142" fmla="*/ 182801 w 1013875"/>
                <a:gd name="connsiteY142" fmla="*/ 272433 h 482787"/>
                <a:gd name="connsiteX143" fmla="*/ 188083 w 1013875"/>
                <a:gd name="connsiteY143" fmla="*/ 274338 h 482787"/>
                <a:gd name="connsiteX144" fmla="*/ 197722 w 1013875"/>
                <a:gd name="connsiteY144" fmla="*/ 277605 h 482787"/>
                <a:gd name="connsiteX145" fmla="*/ 199791 w 1013875"/>
                <a:gd name="connsiteY145" fmla="*/ 278313 h 482787"/>
                <a:gd name="connsiteX146" fmla="*/ 212479 w 1013875"/>
                <a:gd name="connsiteY146" fmla="*/ 282289 h 482787"/>
                <a:gd name="connsiteX147" fmla="*/ 214929 w 1013875"/>
                <a:gd name="connsiteY147" fmla="*/ 282997 h 482787"/>
                <a:gd name="connsiteX148" fmla="*/ 225820 w 1013875"/>
                <a:gd name="connsiteY148" fmla="*/ 286100 h 482787"/>
                <a:gd name="connsiteX149" fmla="*/ 228869 w 1013875"/>
                <a:gd name="connsiteY149" fmla="*/ 286917 h 482787"/>
                <a:gd name="connsiteX150" fmla="*/ 240032 w 1013875"/>
                <a:gd name="connsiteY150" fmla="*/ 289803 h 482787"/>
                <a:gd name="connsiteX151" fmla="*/ 242701 w 1013875"/>
                <a:gd name="connsiteY151" fmla="*/ 290457 h 482787"/>
                <a:gd name="connsiteX152" fmla="*/ 256369 w 1013875"/>
                <a:gd name="connsiteY152" fmla="*/ 293561 h 482787"/>
                <a:gd name="connsiteX153" fmla="*/ 256695 w 1013875"/>
                <a:gd name="connsiteY153" fmla="*/ 293615 h 482787"/>
                <a:gd name="connsiteX154" fmla="*/ 287407 w 1013875"/>
                <a:gd name="connsiteY154" fmla="*/ 299169 h 482787"/>
                <a:gd name="connsiteX155" fmla="*/ 288551 w 1013875"/>
                <a:gd name="connsiteY155" fmla="*/ 299333 h 482787"/>
                <a:gd name="connsiteX156" fmla="*/ 302818 w 1013875"/>
                <a:gd name="connsiteY156" fmla="*/ 301239 h 482787"/>
                <a:gd name="connsiteX157" fmla="*/ 303907 w 1013875"/>
                <a:gd name="connsiteY157" fmla="*/ 301402 h 482787"/>
                <a:gd name="connsiteX158" fmla="*/ 304996 w 1013875"/>
                <a:gd name="connsiteY158" fmla="*/ 301511 h 482787"/>
                <a:gd name="connsiteX159" fmla="*/ 307228 w 1013875"/>
                <a:gd name="connsiteY159" fmla="*/ 301783 h 482787"/>
                <a:gd name="connsiteX160" fmla="*/ 307936 w 1013875"/>
                <a:gd name="connsiteY160" fmla="*/ 301837 h 482787"/>
                <a:gd name="connsiteX161" fmla="*/ 308699 w 1013875"/>
                <a:gd name="connsiteY161" fmla="*/ 301892 h 482787"/>
                <a:gd name="connsiteX162" fmla="*/ 324980 w 1013875"/>
                <a:gd name="connsiteY162" fmla="*/ 303362 h 482787"/>
                <a:gd name="connsiteX163" fmla="*/ 325470 w 1013875"/>
                <a:gd name="connsiteY163" fmla="*/ 303417 h 482787"/>
                <a:gd name="connsiteX164" fmla="*/ 327050 w 1013875"/>
                <a:gd name="connsiteY164" fmla="*/ 303580 h 482787"/>
                <a:gd name="connsiteX165" fmla="*/ 327050 w 1013875"/>
                <a:gd name="connsiteY165" fmla="*/ 303580 h 482787"/>
                <a:gd name="connsiteX166" fmla="*/ 327104 w 1013875"/>
                <a:gd name="connsiteY166" fmla="*/ 303580 h 482787"/>
                <a:gd name="connsiteX167" fmla="*/ 327104 w 1013875"/>
                <a:gd name="connsiteY167" fmla="*/ 303525 h 482787"/>
                <a:gd name="connsiteX168" fmla="*/ 332767 w 1013875"/>
                <a:gd name="connsiteY168" fmla="*/ 303852 h 482787"/>
                <a:gd name="connsiteX169" fmla="*/ 332767 w 1013875"/>
                <a:gd name="connsiteY169" fmla="*/ 303907 h 482787"/>
                <a:gd name="connsiteX170" fmla="*/ 335544 w 1013875"/>
                <a:gd name="connsiteY170" fmla="*/ 304016 h 482787"/>
                <a:gd name="connsiteX171" fmla="*/ 336143 w 1013875"/>
                <a:gd name="connsiteY171" fmla="*/ 304016 h 482787"/>
                <a:gd name="connsiteX172" fmla="*/ 349321 w 1013875"/>
                <a:gd name="connsiteY172" fmla="*/ 304397 h 482787"/>
                <a:gd name="connsiteX173" fmla="*/ 351935 w 1013875"/>
                <a:gd name="connsiteY173" fmla="*/ 304451 h 482787"/>
                <a:gd name="connsiteX174" fmla="*/ 352316 w 1013875"/>
                <a:gd name="connsiteY174" fmla="*/ 304451 h 482787"/>
                <a:gd name="connsiteX175" fmla="*/ 350247 w 1013875"/>
                <a:gd name="connsiteY175" fmla="*/ 316812 h 482787"/>
                <a:gd name="connsiteX176" fmla="*/ 350301 w 1013875"/>
                <a:gd name="connsiteY176" fmla="*/ 316812 h 482787"/>
                <a:gd name="connsiteX177" fmla="*/ 349484 w 1013875"/>
                <a:gd name="connsiteY177" fmla="*/ 322421 h 482787"/>
                <a:gd name="connsiteX178" fmla="*/ 349430 w 1013875"/>
                <a:gd name="connsiteY178" fmla="*/ 322421 h 482787"/>
                <a:gd name="connsiteX179" fmla="*/ 343222 w 1013875"/>
                <a:gd name="connsiteY179" fmla="*/ 378073 h 482787"/>
                <a:gd name="connsiteX180" fmla="*/ 343113 w 1013875"/>
                <a:gd name="connsiteY180" fmla="*/ 379325 h 482787"/>
                <a:gd name="connsiteX181" fmla="*/ 308263 w 1013875"/>
                <a:gd name="connsiteY181" fmla="*/ 429368 h 482787"/>
                <a:gd name="connsiteX182" fmla="*/ 361682 w 1013875"/>
                <a:gd name="connsiteY182" fmla="*/ 482788 h 482787"/>
                <a:gd name="connsiteX183" fmla="*/ 372464 w 1013875"/>
                <a:gd name="connsiteY183" fmla="*/ 481699 h 482787"/>
                <a:gd name="connsiteX184" fmla="*/ 415156 w 1013875"/>
                <a:gd name="connsiteY184" fmla="*/ 429368 h 482787"/>
                <a:gd name="connsiteX185" fmla="*/ 386731 w 1013875"/>
                <a:gd name="connsiteY185" fmla="*/ 382157 h 482787"/>
                <a:gd name="connsiteX186" fmla="*/ 397295 w 1013875"/>
                <a:gd name="connsiteY186" fmla="*/ 302763 h 482787"/>
                <a:gd name="connsiteX187" fmla="*/ 403285 w 1013875"/>
                <a:gd name="connsiteY187" fmla="*/ 302273 h 482787"/>
                <a:gd name="connsiteX188" fmla="*/ 414448 w 1013875"/>
                <a:gd name="connsiteY188" fmla="*/ 301402 h 482787"/>
                <a:gd name="connsiteX189" fmla="*/ 414992 w 1013875"/>
                <a:gd name="connsiteY189" fmla="*/ 301348 h 482787"/>
                <a:gd name="connsiteX190" fmla="*/ 417388 w 1013875"/>
                <a:gd name="connsiteY190" fmla="*/ 301184 h 482787"/>
                <a:gd name="connsiteX191" fmla="*/ 417388 w 1013875"/>
                <a:gd name="connsiteY191" fmla="*/ 301184 h 482787"/>
                <a:gd name="connsiteX192" fmla="*/ 417443 w 1013875"/>
                <a:gd name="connsiteY192" fmla="*/ 301184 h 482787"/>
                <a:gd name="connsiteX193" fmla="*/ 417443 w 1013875"/>
                <a:gd name="connsiteY193" fmla="*/ 301184 h 482787"/>
                <a:gd name="connsiteX194" fmla="*/ 422888 w 1013875"/>
                <a:gd name="connsiteY194" fmla="*/ 300694 h 482787"/>
                <a:gd name="connsiteX195" fmla="*/ 422888 w 1013875"/>
                <a:gd name="connsiteY195" fmla="*/ 300748 h 482787"/>
                <a:gd name="connsiteX196" fmla="*/ 426264 w 1013875"/>
                <a:gd name="connsiteY196" fmla="*/ 300422 h 482787"/>
                <a:gd name="connsiteX197" fmla="*/ 426918 w 1013875"/>
                <a:gd name="connsiteY197" fmla="*/ 300367 h 482787"/>
                <a:gd name="connsiteX198" fmla="*/ 436828 w 1013875"/>
                <a:gd name="connsiteY198" fmla="*/ 299387 h 482787"/>
                <a:gd name="connsiteX199" fmla="*/ 439333 w 1013875"/>
                <a:gd name="connsiteY199" fmla="*/ 299115 h 482787"/>
                <a:gd name="connsiteX200" fmla="*/ 439987 w 1013875"/>
                <a:gd name="connsiteY200" fmla="*/ 299060 h 482787"/>
                <a:gd name="connsiteX201" fmla="*/ 448046 w 1013875"/>
                <a:gd name="connsiteY201" fmla="*/ 298189 h 482787"/>
                <a:gd name="connsiteX202" fmla="*/ 448590 w 1013875"/>
                <a:gd name="connsiteY202" fmla="*/ 298135 h 482787"/>
                <a:gd name="connsiteX203" fmla="*/ 450224 w 1013875"/>
                <a:gd name="connsiteY203" fmla="*/ 297917 h 482787"/>
                <a:gd name="connsiteX204" fmla="*/ 460298 w 1013875"/>
                <a:gd name="connsiteY204" fmla="*/ 296719 h 482787"/>
                <a:gd name="connsiteX205" fmla="*/ 460734 w 1013875"/>
                <a:gd name="connsiteY205" fmla="*/ 296664 h 482787"/>
                <a:gd name="connsiteX206" fmla="*/ 461224 w 1013875"/>
                <a:gd name="connsiteY206" fmla="*/ 296610 h 482787"/>
                <a:gd name="connsiteX207" fmla="*/ 467867 w 1013875"/>
                <a:gd name="connsiteY207" fmla="*/ 295739 h 482787"/>
                <a:gd name="connsiteX208" fmla="*/ 468248 w 1013875"/>
                <a:gd name="connsiteY208" fmla="*/ 295684 h 482787"/>
                <a:gd name="connsiteX209" fmla="*/ 468684 w 1013875"/>
                <a:gd name="connsiteY209" fmla="*/ 295630 h 482787"/>
                <a:gd name="connsiteX210" fmla="*/ 480065 w 1013875"/>
                <a:gd name="connsiteY210" fmla="*/ 294051 h 482787"/>
                <a:gd name="connsiteX211" fmla="*/ 481317 w 1013875"/>
                <a:gd name="connsiteY211" fmla="*/ 293887 h 482787"/>
                <a:gd name="connsiteX212" fmla="*/ 481753 w 1013875"/>
                <a:gd name="connsiteY212" fmla="*/ 293833 h 482787"/>
                <a:gd name="connsiteX213" fmla="*/ 487906 w 1013875"/>
                <a:gd name="connsiteY213" fmla="*/ 292907 h 482787"/>
                <a:gd name="connsiteX214" fmla="*/ 488178 w 1013875"/>
                <a:gd name="connsiteY214" fmla="*/ 292853 h 482787"/>
                <a:gd name="connsiteX215" fmla="*/ 488995 w 1013875"/>
                <a:gd name="connsiteY215" fmla="*/ 292744 h 482787"/>
                <a:gd name="connsiteX216" fmla="*/ 501737 w 1013875"/>
                <a:gd name="connsiteY216" fmla="*/ 290729 h 482787"/>
                <a:gd name="connsiteX217" fmla="*/ 502064 w 1013875"/>
                <a:gd name="connsiteY217" fmla="*/ 290674 h 482787"/>
                <a:gd name="connsiteX218" fmla="*/ 505331 w 1013875"/>
                <a:gd name="connsiteY218" fmla="*/ 290184 h 482787"/>
                <a:gd name="connsiteX219" fmla="*/ 505331 w 1013875"/>
                <a:gd name="connsiteY219" fmla="*/ 290184 h 482787"/>
                <a:gd name="connsiteX220" fmla="*/ 505386 w 1013875"/>
                <a:gd name="connsiteY220" fmla="*/ 290184 h 482787"/>
                <a:gd name="connsiteX221" fmla="*/ 505386 w 1013875"/>
                <a:gd name="connsiteY221" fmla="*/ 290184 h 482787"/>
                <a:gd name="connsiteX222" fmla="*/ 506366 w 1013875"/>
                <a:gd name="connsiteY222" fmla="*/ 290021 h 482787"/>
                <a:gd name="connsiteX223" fmla="*/ 510613 w 1013875"/>
                <a:gd name="connsiteY223" fmla="*/ 289313 h 482787"/>
                <a:gd name="connsiteX224" fmla="*/ 510831 w 1013875"/>
                <a:gd name="connsiteY224" fmla="*/ 289259 h 482787"/>
                <a:gd name="connsiteX225" fmla="*/ 510831 w 1013875"/>
                <a:gd name="connsiteY225" fmla="*/ 289259 h 482787"/>
                <a:gd name="connsiteX226" fmla="*/ 511539 w 1013875"/>
                <a:gd name="connsiteY226" fmla="*/ 289150 h 482787"/>
                <a:gd name="connsiteX227" fmla="*/ 525806 w 1013875"/>
                <a:gd name="connsiteY227" fmla="*/ 286590 h 482787"/>
                <a:gd name="connsiteX228" fmla="*/ 529182 w 1013875"/>
                <a:gd name="connsiteY228" fmla="*/ 285937 h 482787"/>
                <a:gd name="connsiteX229" fmla="*/ 542795 w 1013875"/>
                <a:gd name="connsiteY229" fmla="*/ 283323 h 482787"/>
                <a:gd name="connsiteX230" fmla="*/ 542959 w 1013875"/>
                <a:gd name="connsiteY230" fmla="*/ 283269 h 482787"/>
                <a:gd name="connsiteX231" fmla="*/ 543558 w 1013875"/>
                <a:gd name="connsiteY231" fmla="*/ 283160 h 482787"/>
                <a:gd name="connsiteX232" fmla="*/ 543993 w 1013875"/>
                <a:gd name="connsiteY232" fmla="*/ 283051 h 482787"/>
                <a:gd name="connsiteX233" fmla="*/ 551944 w 1013875"/>
                <a:gd name="connsiteY233" fmla="*/ 281472 h 482787"/>
                <a:gd name="connsiteX234" fmla="*/ 551998 w 1013875"/>
                <a:gd name="connsiteY234" fmla="*/ 281472 h 482787"/>
                <a:gd name="connsiteX235" fmla="*/ 552053 w 1013875"/>
                <a:gd name="connsiteY235" fmla="*/ 281472 h 482787"/>
                <a:gd name="connsiteX236" fmla="*/ 554667 w 1013875"/>
                <a:gd name="connsiteY236" fmla="*/ 280927 h 482787"/>
                <a:gd name="connsiteX237" fmla="*/ 561255 w 1013875"/>
                <a:gd name="connsiteY237" fmla="*/ 279566 h 482787"/>
                <a:gd name="connsiteX238" fmla="*/ 564849 w 1013875"/>
                <a:gd name="connsiteY238" fmla="*/ 278804 h 482787"/>
                <a:gd name="connsiteX239" fmla="*/ 565285 w 1013875"/>
                <a:gd name="connsiteY239" fmla="*/ 278695 h 482787"/>
                <a:gd name="connsiteX240" fmla="*/ 578844 w 1013875"/>
                <a:gd name="connsiteY240" fmla="*/ 275754 h 482787"/>
                <a:gd name="connsiteX241" fmla="*/ 580968 w 1013875"/>
                <a:gd name="connsiteY241" fmla="*/ 275318 h 482787"/>
                <a:gd name="connsiteX242" fmla="*/ 593492 w 1013875"/>
                <a:gd name="connsiteY242" fmla="*/ 272596 h 482787"/>
                <a:gd name="connsiteX243" fmla="*/ 605635 w 1013875"/>
                <a:gd name="connsiteY243" fmla="*/ 269928 h 482787"/>
                <a:gd name="connsiteX244" fmla="*/ 611353 w 1013875"/>
                <a:gd name="connsiteY244" fmla="*/ 268675 h 482787"/>
                <a:gd name="connsiteX245" fmla="*/ 617179 w 1013875"/>
                <a:gd name="connsiteY245" fmla="*/ 267423 h 482787"/>
                <a:gd name="connsiteX246" fmla="*/ 617833 w 1013875"/>
                <a:gd name="connsiteY246" fmla="*/ 267259 h 482787"/>
                <a:gd name="connsiteX247" fmla="*/ 640377 w 1013875"/>
                <a:gd name="connsiteY247" fmla="*/ 262740 h 482787"/>
                <a:gd name="connsiteX248" fmla="*/ 641357 w 1013875"/>
                <a:gd name="connsiteY248" fmla="*/ 262576 h 482787"/>
                <a:gd name="connsiteX249" fmla="*/ 651050 w 1013875"/>
                <a:gd name="connsiteY249" fmla="*/ 260888 h 482787"/>
                <a:gd name="connsiteX250" fmla="*/ 652738 w 1013875"/>
                <a:gd name="connsiteY250" fmla="*/ 260616 h 482787"/>
                <a:gd name="connsiteX251" fmla="*/ 661505 w 1013875"/>
                <a:gd name="connsiteY251" fmla="*/ 259255 h 482787"/>
                <a:gd name="connsiteX252" fmla="*/ 663683 w 1013875"/>
                <a:gd name="connsiteY252" fmla="*/ 258928 h 482787"/>
                <a:gd name="connsiteX253" fmla="*/ 672232 w 1013875"/>
                <a:gd name="connsiteY253" fmla="*/ 257839 h 482787"/>
                <a:gd name="connsiteX254" fmla="*/ 674247 w 1013875"/>
                <a:gd name="connsiteY254" fmla="*/ 257621 h 482787"/>
                <a:gd name="connsiteX255" fmla="*/ 684757 w 1013875"/>
                <a:gd name="connsiteY255" fmla="*/ 256641 h 482787"/>
                <a:gd name="connsiteX256" fmla="*/ 686172 w 1013875"/>
                <a:gd name="connsiteY256" fmla="*/ 256532 h 482787"/>
                <a:gd name="connsiteX257" fmla="*/ 707845 w 1013875"/>
                <a:gd name="connsiteY257" fmla="*/ 254463 h 482787"/>
                <a:gd name="connsiteX258" fmla="*/ 714870 w 1013875"/>
                <a:gd name="connsiteY258" fmla="*/ 253591 h 482787"/>
                <a:gd name="connsiteX259" fmla="*/ 732186 w 1013875"/>
                <a:gd name="connsiteY259" fmla="*/ 251250 h 482787"/>
                <a:gd name="connsiteX260" fmla="*/ 738502 w 1013875"/>
                <a:gd name="connsiteY260" fmla="*/ 250270 h 482787"/>
                <a:gd name="connsiteX261" fmla="*/ 786912 w 1013875"/>
                <a:gd name="connsiteY261" fmla="*/ 240795 h 482787"/>
                <a:gd name="connsiteX262" fmla="*/ 788655 w 1013875"/>
                <a:gd name="connsiteY262" fmla="*/ 240359 h 482787"/>
                <a:gd name="connsiteX263" fmla="*/ 812451 w 1013875"/>
                <a:gd name="connsiteY263" fmla="*/ 234260 h 482787"/>
                <a:gd name="connsiteX264" fmla="*/ 814302 w 1013875"/>
                <a:gd name="connsiteY264" fmla="*/ 233770 h 482787"/>
                <a:gd name="connsiteX265" fmla="*/ 893532 w 1013875"/>
                <a:gd name="connsiteY265" fmla="*/ 207306 h 482787"/>
                <a:gd name="connsiteX266" fmla="*/ 894676 w 1013875"/>
                <a:gd name="connsiteY266" fmla="*/ 206870 h 482787"/>
                <a:gd name="connsiteX267" fmla="*/ 911448 w 1013875"/>
                <a:gd name="connsiteY267" fmla="*/ 200172 h 482787"/>
                <a:gd name="connsiteX268" fmla="*/ 917057 w 1013875"/>
                <a:gd name="connsiteY268" fmla="*/ 197831 h 482787"/>
                <a:gd name="connsiteX269" fmla="*/ 930398 w 1013875"/>
                <a:gd name="connsiteY269" fmla="*/ 192167 h 482787"/>
                <a:gd name="connsiteX270" fmla="*/ 933502 w 1013875"/>
                <a:gd name="connsiteY270" fmla="*/ 190861 h 482787"/>
                <a:gd name="connsiteX271" fmla="*/ 933502 w 1013875"/>
                <a:gd name="connsiteY271" fmla="*/ 190806 h 482787"/>
                <a:gd name="connsiteX272" fmla="*/ 938511 w 1013875"/>
                <a:gd name="connsiteY272" fmla="*/ 188574 h 482787"/>
                <a:gd name="connsiteX273" fmla="*/ 938511 w 1013875"/>
                <a:gd name="connsiteY273" fmla="*/ 188628 h 482787"/>
                <a:gd name="connsiteX274" fmla="*/ 938566 w 1013875"/>
                <a:gd name="connsiteY274" fmla="*/ 188628 h 482787"/>
                <a:gd name="connsiteX275" fmla="*/ 938566 w 1013875"/>
                <a:gd name="connsiteY275" fmla="*/ 188628 h 482787"/>
                <a:gd name="connsiteX276" fmla="*/ 943140 w 1013875"/>
                <a:gd name="connsiteY276" fmla="*/ 186559 h 482787"/>
                <a:gd name="connsiteX277" fmla="*/ 950763 w 1013875"/>
                <a:gd name="connsiteY277" fmla="*/ 183074 h 482787"/>
                <a:gd name="connsiteX278" fmla="*/ 964431 w 1013875"/>
                <a:gd name="connsiteY278" fmla="*/ 176703 h 482787"/>
                <a:gd name="connsiteX279" fmla="*/ 971238 w 1013875"/>
                <a:gd name="connsiteY279" fmla="*/ 173490 h 482787"/>
                <a:gd name="connsiteX280" fmla="*/ 985886 w 1013875"/>
                <a:gd name="connsiteY280" fmla="*/ 166302 h 482787"/>
                <a:gd name="connsiteX281" fmla="*/ 992584 w 1013875"/>
                <a:gd name="connsiteY281" fmla="*/ 162980 h 482787"/>
                <a:gd name="connsiteX282" fmla="*/ 1008593 w 1013875"/>
                <a:gd name="connsiteY282" fmla="*/ 154758 h 482787"/>
                <a:gd name="connsiteX283" fmla="*/ 1013876 w 1013875"/>
                <a:gd name="connsiteY283" fmla="*/ 152035 h 482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</a:cxnLst>
              <a:rect l="l" t="t" r="r" b="b"/>
              <a:pathLst>
                <a:path w="1013875" h="482787">
                  <a:moveTo>
                    <a:pt x="993619" y="113482"/>
                  </a:moveTo>
                  <a:cubicBezTo>
                    <a:pt x="993619" y="113536"/>
                    <a:pt x="993619" y="113536"/>
                    <a:pt x="993619" y="113482"/>
                  </a:cubicBezTo>
                  <a:lnTo>
                    <a:pt x="993564" y="113482"/>
                  </a:lnTo>
                  <a:cubicBezTo>
                    <a:pt x="993346" y="113591"/>
                    <a:pt x="993183" y="113700"/>
                    <a:pt x="992965" y="113809"/>
                  </a:cubicBezTo>
                  <a:lnTo>
                    <a:pt x="992965" y="113809"/>
                  </a:lnTo>
                  <a:cubicBezTo>
                    <a:pt x="990460" y="115115"/>
                    <a:pt x="988119" y="116313"/>
                    <a:pt x="985668" y="117566"/>
                  </a:cubicBezTo>
                  <a:cubicBezTo>
                    <a:pt x="981530" y="119689"/>
                    <a:pt x="977391" y="121868"/>
                    <a:pt x="973307" y="123937"/>
                  </a:cubicBezTo>
                  <a:cubicBezTo>
                    <a:pt x="970911" y="125135"/>
                    <a:pt x="968515" y="126278"/>
                    <a:pt x="966174" y="127477"/>
                  </a:cubicBezTo>
                  <a:cubicBezTo>
                    <a:pt x="961709" y="129709"/>
                    <a:pt x="957189" y="131941"/>
                    <a:pt x="952778" y="134065"/>
                  </a:cubicBezTo>
                  <a:cubicBezTo>
                    <a:pt x="950546" y="135154"/>
                    <a:pt x="948367" y="136189"/>
                    <a:pt x="946189" y="137224"/>
                  </a:cubicBezTo>
                  <a:cubicBezTo>
                    <a:pt x="941778" y="139293"/>
                    <a:pt x="937368" y="141362"/>
                    <a:pt x="933011" y="143377"/>
                  </a:cubicBezTo>
                  <a:cubicBezTo>
                    <a:pt x="930670" y="144466"/>
                    <a:pt x="928274" y="145555"/>
                    <a:pt x="925933" y="146590"/>
                  </a:cubicBezTo>
                  <a:cubicBezTo>
                    <a:pt x="921631" y="148550"/>
                    <a:pt x="917383" y="150401"/>
                    <a:pt x="913136" y="152253"/>
                  </a:cubicBezTo>
                  <a:cubicBezTo>
                    <a:pt x="909161" y="153996"/>
                    <a:pt x="905240" y="155629"/>
                    <a:pt x="901265" y="157317"/>
                  </a:cubicBezTo>
                  <a:cubicBezTo>
                    <a:pt x="899032" y="158243"/>
                    <a:pt x="896854" y="159168"/>
                    <a:pt x="894622" y="160094"/>
                  </a:cubicBezTo>
                  <a:cubicBezTo>
                    <a:pt x="889721" y="162109"/>
                    <a:pt x="884820" y="164069"/>
                    <a:pt x="879919" y="165975"/>
                  </a:cubicBezTo>
                  <a:cubicBezTo>
                    <a:pt x="878939" y="166356"/>
                    <a:pt x="877959" y="166738"/>
                    <a:pt x="877033" y="167119"/>
                  </a:cubicBezTo>
                  <a:cubicBezTo>
                    <a:pt x="865053" y="171747"/>
                    <a:pt x="853182" y="176049"/>
                    <a:pt x="841529" y="179970"/>
                  </a:cubicBezTo>
                  <a:lnTo>
                    <a:pt x="841529" y="179970"/>
                  </a:lnTo>
                  <a:cubicBezTo>
                    <a:pt x="839841" y="180515"/>
                    <a:pt x="838207" y="181113"/>
                    <a:pt x="836574" y="181658"/>
                  </a:cubicBezTo>
                  <a:lnTo>
                    <a:pt x="836574" y="181603"/>
                  </a:lnTo>
                  <a:cubicBezTo>
                    <a:pt x="836574" y="181603"/>
                    <a:pt x="836519" y="181603"/>
                    <a:pt x="836519" y="181603"/>
                  </a:cubicBezTo>
                  <a:lnTo>
                    <a:pt x="836519" y="181603"/>
                  </a:lnTo>
                  <a:cubicBezTo>
                    <a:pt x="810817" y="190044"/>
                    <a:pt x="785061" y="196959"/>
                    <a:pt x="760012" y="202133"/>
                  </a:cubicBezTo>
                  <a:lnTo>
                    <a:pt x="760012" y="202187"/>
                  </a:lnTo>
                  <a:cubicBezTo>
                    <a:pt x="758324" y="202514"/>
                    <a:pt x="756581" y="202949"/>
                    <a:pt x="754893" y="203276"/>
                  </a:cubicBezTo>
                  <a:lnTo>
                    <a:pt x="754893" y="203167"/>
                  </a:lnTo>
                  <a:cubicBezTo>
                    <a:pt x="730389" y="208068"/>
                    <a:pt x="705667" y="211444"/>
                    <a:pt x="681489" y="213295"/>
                  </a:cubicBezTo>
                  <a:cubicBezTo>
                    <a:pt x="679747" y="213404"/>
                    <a:pt x="678059" y="213568"/>
                    <a:pt x="676316" y="213731"/>
                  </a:cubicBezTo>
                  <a:lnTo>
                    <a:pt x="676316" y="213731"/>
                  </a:lnTo>
                  <a:cubicBezTo>
                    <a:pt x="676316" y="213731"/>
                    <a:pt x="676262" y="213731"/>
                    <a:pt x="676262" y="213731"/>
                  </a:cubicBezTo>
                  <a:lnTo>
                    <a:pt x="676262" y="213786"/>
                  </a:lnTo>
                  <a:cubicBezTo>
                    <a:pt x="674356" y="213949"/>
                    <a:pt x="672450" y="214112"/>
                    <a:pt x="670544" y="214330"/>
                  </a:cubicBezTo>
                  <a:lnTo>
                    <a:pt x="670544" y="214330"/>
                  </a:lnTo>
                  <a:cubicBezTo>
                    <a:pt x="670381" y="214330"/>
                    <a:pt x="670163" y="214385"/>
                    <a:pt x="670000" y="214385"/>
                  </a:cubicBezTo>
                  <a:cubicBezTo>
                    <a:pt x="669128" y="214494"/>
                    <a:pt x="668203" y="214603"/>
                    <a:pt x="667331" y="214711"/>
                  </a:cubicBezTo>
                  <a:cubicBezTo>
                    <a:pt x="664445" y="215038"/>
                    <a:pt x="661614" y="215365"/>
                    <a:pt x="658782" y="215746"/>
                  </a:cubicBezTo>
                  <a:cubicBezTo>
                    <a:pt x="657748" y="215909"/>
                    <a:pt x="656658" y="216018"/>
                    <a:pt x="655624" y="216182"/>
                  </a:cubicBezTo>
                  <a:cubicBezTo>
                    <a:pt x="652847" y="216563"/>
                    <a:pt x="650015" y="216998"/>
                    <a:pt x="647238" y="217434"/>
                  </a:cubicBezTo>
                  <a:cubicBezTo>
                    <a:pt x="646312" y="217598"/>
                    <a:pt x="645386" y="217706"/>
                    <a:pt x="644461" y="217870"/>
                  </a:cubicBezTo>
                  <a:cubicBezTo>
                    <a:pt x="641520" y="218360"/>
                    <a:pt x="638525" y="218904"/>
                    <a:pt x="635530" y="219449"/>
                  </a:cubicBezTo>
                  <a:cubicBezTo>
                    <a:pt x="634714" y="219612"/>
                    <a:pt x="633951" y="219721"/>
                    <a:pt x="633134" y="219885"/>
                  </a:cubicBezTo>
                  <a:cubicBezTo>
                    <a:pt x="629813" y="220483"/>
                    <a:pt x="626437" y="221137"/>
                    <a:pt x="623061" y="221845"/>
                  </a:cubicBezTo>
                  <a:cubicBezTo>
                    <a:pt x="622570" y="221954"/>
                    <a:pt x="622135" y="222008"/>
                    <a:pt x="621645" y="222117"/>
                  </a:cubicBezTo>
                  <a:cubicBezTo>
                    <a:pt x="617887" y="222879"/>
                    <a:pt x="614075" y="223642"/>
                    <a:pt x="610209" y="224459"/>
                  </a:cubicBezTo>
                  <a:cubicBezTo>
                    <a:pt x="610209" y="224459"/>
                    <a:pt x="610155" y="224459"/>
                    <a:pt x="610155" y="224459"/>
                  </a:cubicBezTo>
                  <a:cubicBezTo>
                    <a:pt x="610155" y="224459"/>
                    <a:pt x="610155" y="224459"/>
                    <a:pt x="610155" y="224459"/>
                  </a:cubicBezTo>
                  <a:cubicBezTo>
                    <a:pt x="608739" y="224731"/>
                    <a:pt x="607323" y="225058"/>
                    <a:pt x="605907" y="225384"/>
                  </a:cubicBezTo>
                  <a:cubicBezTo>
                    <a:pt x="605690" y="225439"/>
                    <a:pt x="605472" y="225493"/>
                    <a:pt x="605254" y="225548"/>
                  </a:cubicBezTo>
                  <a:cubicBezTo>
                    <a:pt x="605036" y="225602"/>
                    <a:pt x="604873" y="225657"/>
                    <a:pt x="604655" y="225657"/>
                  </a:cubicBezTo>
                  <a:cubicBezTo>
                    <a:pt x="602586" y="226092"/>
                    <a:pt x="600462" y="226528"/>
                    <a:pt x="598338" y="227018"/>
                  </a:cubicBezTo>
                  <a:cubicBezTo>
                    <a:pt x="598230" y="227018"/>
                    <a:pt x="598175" y="227072"/>
                    <a:pt x="598066" y="227072"/>
                  </a:cubicBezTo>
                  <a:cubicBezTo>
                    <a:pt x="598012" y="227072"/>
                    <a:pt x="597903" y="227127"/>
                    <a:pt x="597848" y="227127"/>
                  </a:cubicBezTo>
                  <a:cubicBezTo>
                    <a:pt x="596324" y="227454"/>
                    <a:pt x="594744" y="227835"/>
                    <a:pt x="593165" y="228162"/>
                  </a:cubicBezTo>
                  <a:cubicBezTo>
                    <a:pt x="592621" y="228270"/>
                    <a:pt x="592076" y="228379"/>
                    <a:pt x="591532" y="228543"/>
                  </a:cubicBezTo>
                  <a:cubicBezTo>
                    <a:pt x="590334" y="228815"/>
                    <a:pt x="589190" y="229033"/>
                    <a:pt x="587992" y="229305"/>
                  </a:cubicBezTo>
                  <a:lnTo>
                    <a:pt x="587992" y="229305"/>
                  </a:lnTo>
                  <a:cubicBezTo>
                    <a:pt x="586740" y="229577"/>
                    <a:pt x="585487" y="229850"/>
                    <a:pt x="584180" y="230122"/>
                  </a:cubicBezTo>
                  <a:cubicBezTo>
                    <a:pt x="583200" y="230340"/>
                    <a:pt x="582220" y="230558"/>
                    <a:pt x="581240" y="230775"/>
                  </a:cubicBezTo>
                  <a:cubicBezTo>
                    <a:pt x="578517" y="231374"/>
                    <a:pt x="575740" y="231973"/>
                    <a:pt x="572800" y="232627"/>
                  </a:cubicBezTo>
                  <a:cubicBezTo>
                    <a:pt x="569260" y="233389"/>
                    <a:pt x="565666" y="234151"/>
                    <a:pt x="562018" y="234968"/>
                  </a:cubicBezTo>
                  <a:cubicBezTo>
                    <a:pt x="561364" y="230503"/>
                    <a:pt x="560820" y="225983"/>
                    <a:pt x="560330" y="221409"/>
                  </a:cubicBezTo>
                  <a:cubicBezTo>
                    <a:pt x="560166" y="219939"/>
                    <a:pt x="560057" y="218523"/>
                    <a:pt x="559894" y="217107"/>
                  </a:cubicBezTo>
                  <a:cubicBezTo>
                    <a:pt x="559622" y="214385"/>
                    <a:pt x="559404" y="211662"/>
                    <a:pt x="559186" y="208939"/>
                  </a:cubicBezTo>
                  <a:cubicBezTo>
                    <a:pt x="555865" y="167663"/>
                    <a:pt x="558805" y="132867"/>
                    <a:pt x="561528" y="112175"/>
                  </a:cubicBezTo>
                  <a:cubicBezTo>
                    <a:pt x="587611" y="108145"/>
                    <a:pt x="607596" y="84785"/>
                    <a:pt x="607596" y="56414"/>
                  </a:cubicBezTo>
                  <a:cubicBezTo>
                    <a:pt x="607596" y="25267"/>
                    <a:pt x="583418" y="0"/>
                    <a:pt x="553577" y="0"/>
                  </a:cubicBezTo>
                  <a:cubicBezTo>
                    <a:pt x="549820" y="0"/>
                    <a:pt x="546172" y="381"/>
                    <a:pt x="542687" y="1144"/>
                  </a:cubicBezTo>
                  <a:cubicBezTo>
                    <a:pt x="518074" y="6371"/>
                    <a:pt x="499505" y="29133"/>
                    <a:pt x="499505" y="56414"/>
                  </a:cubicBezTo>
                  <a:cubicBezTo>
                    <a:pt x="499505" y="73948"/>
                    <a:pt x="507128" y="89577"/>
                    <a:pt x="519108" y="99923"/>
                  </a:cubicBezTo>
                  <a:cubicBezTo>
                    <a:pt x="518999" y="100740"/>
                    <a:pt x="518890" y="101611"/>
                    <a:pt x="518727" y="102482"/>
                  </a:cubicBezTo>
                  <a:cubicBezTo>
                    <a:pt x="518672" y="102809"/>
                    <a:pt x="518618" y="103190"/>
                    <a:pt x="518564" y="103517"/>
                  </a:cubicBezTo>
                  <a:cubicBezTo>
                    <a:pt x="518400" y="104878"/>
                    <a:pt x="518182" y="106239"/>
                    <a:pt x="518019" y="107655"/>
                  </a:cubicBezTo>
                  <a:cubicBezTo>
                    <a:pt x="517856" y="108908"/>
                    <a:pt x="517692" y="110214"/>
                    <a:pt x="517529" y="111576"/>
                  </a:cubicBezTo>
                  <a:cubicBezTo>
                    <a:pt x="517420" y="112447"/>
                    <a:pt x="517311" y="113264"/>
                    <a:pt x="517202" y="114190"/>
                  </a:cubicBezTo>
                  <a:cubicBezTo>
                    <a:pt x="516984" y="115823"/>
                    <a:pt x="516821" y="117566"/>
                    <a:pt x="516658" y="119308"/>
                  </a:cubicBezTo>
                  <a:cubicBezTo>
                    <a:pt x="516603" y="119962"/>
                    <a:pt x="516549" y="120561"/>
                    <a:pt x="516440" y="121214"/>
                  </a:cubicBezTo>
                  <a:cubicBezTo>
                    <a:pt x="516222" y="123229"/>
                    <a:pt x="516059" y="125298"/>
                    <a:pt x="515841" y="127422"/>
                  </a:cubicBezTo>
                  <a:cubicBezTo>
                    <a:pt x="515786" y="128075"/>
                    <a:pt x="515732" y="128729"/>
                    <a:pt x="515678" y="129382"/>
                  </a:cubicBezTo>
                  <a:cubicBezTo>
                    <a:pt x="515460" y="131833"/>
                    <a:pt x="515296" y="134337"/>
                    <a:pt x="515133" y="136951"/>
                  </a:cubicBezTo>
                  <a:cubicBezTo>
                    <a:pt x="515079" y="137496"/>
                    <a:pt x="515079" y="138040"/>
                    <a:pt x="515024" y="138585"/>
                  </a:cubicBezTo>
                  <a:cubicBezTo>
                    <a:pt x="514861" y="141036"/>
                    <a:pt x="514697" y="143540"/>
                    <a:pt x="514588" y="146100"/>
                  </a:cubicBezTo>
                  <a:cubicBezTo>
                    <a:pt x="514588" y="146590"/>
                    <a:pt x="514534" y="147025"/>
                    <a:pt x="514534" y="147516"/>
                  </a:cubicBezTo>
                  <a:cubicBezTo>
                    <a:pt x="514425" y="150292"/>
                    <a:pt x="514316" y="153179"/>
                    <a:pt x="514207" y="156119"/>
                  </a:cubicBezTo>
                  <a:cubicBezTo>
                    <a:pt x="514207" y="156936"/>
                    <a:pt x="514153" y="157698"/>
                    <a:pt x="514153" y="158515"/>
                  </a:cubicBezTo>
                  <a:cubicBezTo>
                    <a:pt x="514098" y="161456"/>
                    <a:pt x="514044" y="164396"/>
                    <a:pt x="513990" y="167500"/>
                  </a:cubicBezTo>
                  <a:cubicBezTo>
                    <a:pt x="513990" y="167663"/>
                    <a:pt x="513990" y="167827"/>
                    <a:pt x="513990" y="168044"/>
                  </a:cubicBezTo>
                  <a:lnTo>
                    <a:pt x="513990" y="168044"/>
                  </a:lnTo>
                  <a:cubicBezTo>
                    <a:pt x="513990" y="169896"/>
                    <a:pt x="513990" y="171802"/>
                    <a:pt x="513990" y="173708"/>
                  </a:cubicBezTo>
                  <a:lnTo>
                    <a:pt x="513990" y="173708"/>
                  </a:lnTo>
                  <a:cubicBezTo>
                    <a:pt x="513990" y="173871"/>
                    <a:pt x="513990" y="174035"/>
                    <a:pt x="513990" y="174198"/>
                  </a:cubicBezTo>
                  <a:cubicBezTo>
                    <a:pt x="513990" y="176212"/>
                    <a:pt x="514098" y="178336"/>
                    <a:pt x="514153" y="180406"/>
                  </a:cubicBezTo>
                  <a:cubicBezTo>
                    <a:pt x="514153" y="181386"/>
                    <a:pt x="514207" y="182366"/>
                    <a:pt x="514207" y="183292"/>
                  </a:cubicBezTo>
                  <a:cubicBezTo>
                    <a:pt x="514262" y="185742"/>
                    <a:pt x="514262" y="188083"/>
                    <a:pt x="514371" y="190643"/>
                  </a:cubicBezTo>
                  <a:cubicBezTo>
                    <a:pt x="514371" y="191187"/>
                    <a:pt x="514425" y="191732"/>
                    <a:pt x="514425" y="192222"/>
                  </a:cubicBezTo>
                  <a:cubicBezTo>
                    <a:pt x="515079" y="208286"/>
                    <a:pt x="516549" y="225548"/>
                    <a:pt x="519163" y="243626"/>
                  </a:cubicBezTo>
                  <a:cubicBezTo>
                    <a:pt x="514643" y="244443"/>
                    <a:pt x="509960" y="245260"/>
                    <a:pt x="505222" y="246077"/>
                  </a:cubicBezTo>
                  <a:cubicBezTo>
                    <a:pt x="501411" y="246730"/>
                    <a:pt x="497436" y="247384"/>
                    <a:pt x="493460" y="247983"/>
                  </a:cubicBezTo>
                  <a:cubicBezTo>
                    <a:pt x="492589" y="248146"/>
                    <a:pt x="491718" y="248255"/>
                    <a:pt x="490847" y="248418"/>
                  </a:cubicBezTo>
                  <a:cubicBezTo>
                    <a:pt x="489540" y="248636"/>
                    <a:pt x="488233" y="248854"/>
                    <a:pt x="486926" y="249017"/>
                  </a:cubicBezTo>
                  <a:cubicBezTo>
                    <a:pt x="482515" y="249725"/>
                    <a:pt x="477995" y="250379"/>
                    <a:pt x="473421" y="251032"/>
                  </a:cubicBezTo>
                  <a:cubicBezTo>
                    <a:pt x="472496" y="251141"/>
                    <a:pt x="471515" y="251304"/>
                    <a:pt x="470590" y="251413"/>
                  </a:cubicBezTo>
                  <a:cubicBezTo>
                    <a:pt x="469610" y="251577"/>
                    <a:pt x="468521" y="251686"/>
                    <a:pt x="467540" y="251794"/>
                  </a:cubicBezTo>
                  <a:cubicBezTo>
                    <a:pt x="448590" y="254354"/>
                    <a:pt x="428007" y="256641"/>
                    <a:pt x="405572" y="258438"/>
                  </a:cubicBezTo>
                  <a:cubicBezTo>
                    <a:pt x="404864" y="258492"/>
                    <a:pt x="404156" y="258547"/>
                    <a:pt x="403394" y="258601"/>
                  </a:cubicBezTo>
                  <a:cubicBezTo>
                    <a:pt x="401433" y="258765"/>
                    <a:pt x="399473" y="258928"/>
                    <a:pt x="397458" y="259091"/>
                  </a:cubicBezTo>
                  <a:cubicBezTo>
                    <a:pt x="391305" y="259527"/>
                    <a:pt x="384988" y="259962"/>
                    <a:pt x="378508" y="260344"/>
                  </a:cubicBezTo>
                  <a:cubicBezTo>
                    <a:pt x="378236" y="260344"/>
                    <a:pt x="377964" y="260398"/>
                    <a:pt x="377692" y="260398"/>
                  </a:cubicBezTo>
                  <a:cubicBezTo>
                    <a:pt x="371429" y="260779"/>
                    <a:pt x="365058" y="260888"/>
                    <a:pt x="358633" y="260943"/>
                  </a:cubicBezTo>
                  <a:cubicBezTo>
                    <a:pt x="357217" y="260943"/>
                    <a:pt x="355856" y="260943"/>
                    <a:pt x="354440" y="260943"/>
                  </a:cubicBezTo>
                  <a:cubicBezTo>
                    <a:pt x="348341" y="260943"/>
                    <a:pt x="342242" y="260779"/>
                    <a:pt x="336198" y="260453"/>
                  </a:cubicBezTo>
                  <a:cubicBezTo>
                    <a:pt x="332767" y="260289"/>
                    <a:pt x="329337" y="260017"/>
                    <a:pt x="325961" y="259745"/>
                  </a:cubicBezTo>
                  <a:cubicBezTo>
                    <a:pt x="323129" y="259527"/>
                    <a:pt x="320297" y="259255"/>
                    <a:pt x="317466" y="258982"/>
                  </a:cubicBezTo>
                  <a:cubicBezTo>
                    <a:pt x="317085" y="258928"/>
                    <a:pt x="316703" y="258928"/>
                    <a:pt x="316322" y="258873"/>
                  </a:cubicBezTo>
                  <a:cubicBezTo>
                    <a:pt x="311857" y="258438"/>
                    <a:pt x="307392" y="257893"/>
                    <a:pt x="303035" y="257349"/>
                  </a:cubicBezTo>
                  <a:cubicBezTo>
                    <a:pt x="302600" y="257294"/>
                    <a:pt x="302164" y="257240"/>
                    <a:pt x="301729" y="257185"/>
                  </a:cubicBezTo>
                  <a:cubicBezTo>
                    <a:pt x="299986" y="256968"/>
                    <a:pt x="298243" y="256750"/>
                    <a:pt x="296501" y="256477"/>
                  </a:cubicBezTo>
                  <a:cubicBezTo>
                    <a:pt x="292798" y="255933"/>
                    <a:pt x="289095" y="255334"/>
                    <a:pt x="285447" y="254735"/>
                  </a:cubicBezTo>
                  <a:cubicBezTo>
                    <a:pt x="284576" y="254572"/>
                    <a:pt x="283704" y="254408"/>
                    <a:pt x="282779" y="254245"/>
                  </a:cubicBezTo>
                  <a:cubicBezTo>
                    <a:pt x="280600" y="253864"/>
                    <a:pt x="278477" y="253428"/>
                    <a:pt x="276353" y="253047"/>
                  </a:cubicBezTo>
                  <a:cubicBezTo>
                    <a:pt x="274665" y="252720"/>
                    <a:pt x="272977" y="252393"/>
                    <a:pt x="271289" y="252067"/>
                  </a:cubicBezTo>
                  <a:cubicBezTo>
                    <a:pt x="268675" y="251522"/>
                    <a:pt x="266061" y="250978"/>
                    <a:pt x="263448" y="250379"/>
                  </a:cubicBezTo>
                  <a:cubicBezTo>
                    <a:pt x="262032" y="250052"/>
                    <a:pt x="260616" y="249780"/>
                    <a:pt x="259200" y="249453"/>
                  </a:cubicBezTo>
                  <a:cubicBezTo>
                    <a:pt x="256369" y="248799"/>
                    <a:pt x="253537" y="248092"/>
                    <a:pt x="250705" y="247384"/>
                  </a:cubicBezTo>
                  <a:cubicBezTo>
                    <a:pt x="249616" y="247111"/>
                    <a:pt x="248473" y="246839"/>
                    <a:pt x="247384" y="246567"/>
                  </a:cubicBezTo>
                  <a:cubicBezTo>
                    <a:pt x="244225" y="245750"/>
                    <a:pt x="241176" y="244933"/>
                    <a:pt x="238072" y="244062"/>
                  </a:cubicBezTo>
                  <a:cubicBezTo>
                    <a:pt x="237364" y="243844"/>
                    <a:pt x="236656" y="243681"/>
                    <a:pt x="235948" y="243463"/>
                  </a:cubicBezTo>
                  <a:cubicBezTo>
                    <a:pt x="232518" y="242483"/>
                    <a:pt x="229087" y="241503"/>
                    <a:pt x="225711" y="240468"/>
                  </a:cubicBezTo>
                  <a:cubicBezTo>
                    <a:pt x="225439" y="240359"/>
                    <a:pt x="225112" y="240305"/>
                    <a:pt x="224785" y="240196"/>
                  </a:cubicBezTo>
                  <a:cubicBezTo>
                    <a:pt x="183564" y="227671"/>
                    <a:pt x="149693" y="211989"/>
                    <a:pt x="127531" y="200444"/>
                  </a:cubicBezTo>
                  <a:cubicBezTo>
                    <a:pt x="128184" y="196687"/>
                    <a:pt x="128620" y="192875"/>
                    <a:pt x="128620" y="188955"/>
                  </a:cubicBezTo>
                  <a:cubicBezTo>
                    <a:pt x="128620" y="153451"/>
                    <a:pt x="99814" y="124645"/>
                    <a:pt x="64310" y="124645"/>
                  </a:cubicBezTo>
                  <a:cubicBezTo>
                    <a:pt x="59845" y="124645"/>
                    <a:pt x="55543" y="125081"/>
                    <a:pt x="51350" y="125952"/>
                  </a:cubicBezTo>
                  <a:cubicBezTo>
                    <a:pt x="22054" y="131941"/>
                    <a:pt x="0" y="157862"/>
                    <a:pt x="0" y="188955"/>
                  </a:cubicBezTo>
                  <a:cubicBezTo>
                    <a:pt x="0" y="224459"/>
                    <a:pt x="28806" y="253265"/>
                    <a:pt x="64310" y="253265"/>
                  </a:cubicBezTo>
                  <a:cubicBezTo>
                    <a:pt x="68231" y="253265"/>
                    <a:pt x="72097" y="252884"/>
                    <a:pt x="75854" y="252230"/>
                  </a:cubicBezTo>
                  <a:cubicBezTo>
                    <a:pt x="87017" y="250215"/>
                    <a:pt x="97200" y="245314"/>
                    <a:pt x="105531" y="238290"/>
                  </a:cubicBezTo>
                  <a:cubicBezTo>
                    <a:pt x="119254" y="245587"/>
                    <a:pt x="137278" y="254299"/>
                    <a:pt x="158569" y="263066"/>
                  </a:cubicBezTo>
                  <a:cubicBezTo>
                    <a:pt x="159005" y="263230"/>
                    <a:pt x="159441" y="263393"/>
                    <a:pt x="159822" y="263611"/>
                  </a:cubicBezTo>
                  <a:cubicBezTo>
                    <a:pt x="162109" y="264537"/>
                    <a:pt x="164451" y="265462"/>
                    <a:pt x="166792" y="266388"/>
                  </a:cubicBezTo>
                  <a:cubicBezTo>
                    <a:pt x="168153" y="266933"/>
                    <a:pt x="169460" y="267423"/>
                    <a:pt x="170822" y="267967"/>
                  </a:cubicBezTo>
                  <a:cubicBezTo>
                    <a:pt x="172836" y="268729"/>
                    <a:pt x="174906" y="269546"/>
                    <a:pt x="177029" y="270309"/>
                  </a:cubicBezTo>
                  <a:cubicBezTo>
                    <a:pt x="178935" y="271017"/>
                    <a:pt x="180841" y="271725"/>
                    <a:pt x="182801" y="272433"/>
                  </a:cubicBezTo>
                  <a:cubicBezTo>
                    <a:pt x="184544" y="273086"/>
                    <a:pt x="186286" y="273685"/>
                    <a:pt x="188083" y="274338"/>
                  </a:cubicBezTo>
                  <a:cubicBezTo>
                    <a:pt x="191242" y="275427"/>
                    <a:pt x="194454" y="276517"/>
                    <a:pt x="197722" y="277605"/>
                  </a:cubicBezTo>
                  <a:cubicBezTo>
                    <a:pt x="198430" y="277823"/>
                    <a:pt x="199083" y="278096"/>
                    <a:pt x="199791" y="278313"/>
                  </a:cubicBezTo>
                  <a:cubicBezTo>
                    <a:pt x="203930" y="279675"/>
                    <a:pt x="208177" y="280982"/>
                    <a:pt x="212479" y="282289"/>
                  </a:cubicBezTo>
                  <a:cubicBezTo>
                    <a:pt x="213296" y="282506"/>
                    <a:pt x="214112" y="282779"/>
                    <a:pt x="214929" y="282997"/>
                  </a:cubicBezTo>
                  <a:cubicBezTo>
                    <a:pt x="218523" y="284085"/>
                    <a:pt x="222117" y="285120"/>
                    <a:pt x="225820" y="286100"/>
                  </a:cubicBezTo>
                  <a:cubicBezTo>
                    <a:pt x="226855" y="286373"/>
                    <a:pt x="227835" y="286645"/>
                    <a:pt x="228869" y="286917"/>
                  </a:cubicBezTo>
                  <a:cubicBezTo>
                    <a:pt x="232518" y="287897"/>
                    <a:pt x="236275" y="288877"/>
                    <a:pt x="240032" y="289803"/>
                  </a:cubicBezTo>
                  <a:cubicBezTo>
                    <a:pt x="240904" y="290021"/>
                    <a:pt x="241829" y="290239"/>
                    <a:pt x="242701" y="290457"/>
                  </a:cubicBezTo>
                  <a:cubicBezTo>
                    <a:pt x="247166" y="291546"/>
                    <a:pt x="251740" y="292580"/>
                    <a:pt x="256369" y="293561"/>
                  </a:cubicBezTo>
                  <a:cubicBezTo>
                    <a:pt x="256477" y="293561"/>
                    <a:pt x="256586" y="293615"/>
                    <a:pt x="256695" y="293615"/>
                  </a:cubicBezTo>
                  <a:cubicBezTo>
                    <a:pt x="266660" y="295739"/>
                    <a:pt x="276952" y="297590"/>
                    <a:pt x="287407" y="299169"/>
                  </a:cubicBezTo>
                  <a:cubicBezTo>
                    <a:pt x="287788" y="299224"/>
                    <a:pt x="288170" y="299278"/>
                    <a:pt x="288551" y="299333"/>
                  </a:cubicBezTo>
                  <a:cubicBezTo>
                    <a:pt x="293234" y="300040"/>
                    <a:pt x="298026" y="300640"/>
                    <a:pt x="302818" y="301239"/>
                  </a:cubicBezTo>
                  <a:cubicBezTo>
                    <a:pt x="303199" y="301293"/>
                    <a:pt x="303525" y="301348"/>
                    <a:pt x="303907" y="301402"/>
                  </a:cubicBezTo>
                  <a:cubicBezTo>
                    <a:pt x="304288" y="301456"/>
                    <a:pt x="304615" y="301456"/>
                    <a:pt x="304996" y="301511"/>
                  </a:cubicBezTo>
                  <a:cubicBezTo>
                    <a:pt x="305758" y="301620"/>
                    <a:pt x="306466" y="301674"/>
                    <a:pt x="307228" y="301783"/>
                  </a:cubicBezTo>
                  <a:cubicBezTo>
                    <a:pt x="307446" y="301783"/>
                    <a:pt x="307664" y="301837"/>
                    <a:pt x="307936" y="301837"/>
                  </a:cubicBezTo>
                  <a:cubicBezTo>
                    <a:pt x="308154" y="301837"/>
                    <a:pt x="308426" y="301892"/>
                    <a:pt x="308699" y="301892"/>
                  </a:cubicBezTo>
                  <a:cubicBezTo>
                    <a:pt x="314090" y="302436"/>
                    <a:pt x="319481" y="302927"/>
                    <a:pt x="324980" y="303362"/>
                  </a:cubicBezTo>
                  <a:cubicBezTo>
                    <a:pt x="325144" y="303362"/>
                    <a:pt x="325307" y="303417"/>
                    <a:pt x="325470" y="303417"/>
                  </a:cubicBezTo>
                  <a:cubicBezTo>
                    <a:pt x="326015" y="303471"/>
                    <a:pt x="326559" y="303525"/>
                    <a:pt x="327050" y="303580"/>
                  </a:cubicBezTo>
                  <a:lnTo>
                    <a:pt x="327050" y="303580"/>
                  </a:lnTo>
                  <a:cubicBezTo>
                    <a:pt x="327050" y="303580"/>
                    <a:pt x="327104" y="303580"/>
                    <a:pt x="327104" y="303580"/>
                  </a:cubicBezTo>
                  <a:lnTo>
                    <a:pt x="327104" y="303525"/>
                  </a:lnTo>
                  <a:cubicBezTo>
                    <a:pt x="328955" y="303635"/>
                    <a:pt x="330861" y="303744"/>
                    <a:pt x="332767" y="303852"/>
                  </a:cubicBezTo>
                  <a:lnTo>
                    <a:pt x="332767" y="303907"/>
                  </a:lnTo>
                  <a:cubicBezTo>
                    <a:pt x="333693" y="303961"/>
                    <a:pt x="334619" y="303961"/>
                    <a:pt x="335544" y="304016"/>
                  </a:cubicBezTo>
                  <a:cubicBezTo>
                    <a:pt x="335762" y="304016"/>
                    <a:pt x="335926" y="304016"/>
                    <a:pt x="336143" y="304016"/>
                  </a:cubicBezTo>
                  <a:cubicBezTo>
                    <a:pt x="340500" y="304233"/>
                    <a:pt x="344910" y="304342"/>
                    <a:pt x="349321" y="304397"/>
                  </a:cubicBezTo>
                  <a:cubicBezTo>
                    <a:pt x="350192" y="304397"/>
                    <a:pt x="351064" y="304451"/>
                    <a:pt x="351935" y="304451"/>
                  </a:cubicBezTo>
                  <a:cubicBezTo>
                    <a:pt x="352044" y="304451"/>
                    <a:pt x="352153" y="304451"/>
                    <a:pt x="352316" y="304451"/>
                  </a:cubicBezTo>
                  <a:cubicBezTo>
                    <a:pt x="351608" y="308263"/>
                    <a:pt x="350955" y="312347"/>
                    <a:pt x="350247" y="316812"/>
                  </a:cubicBezTo>
                  <a:lnTo>
                    <a:pt x="350301" y="316812"/>
                  </a:lnTo>
                  <a:cubicBezTo>
                    <a:pt x="350029" y="318664"/>
                    <a:pt x="349757" y="320515"/>
                    <a:pt x="349484" y="322421"/>
                  </a:cubicBezTo>
                  <a:lnTo>
                    <a:pt x="349430" y="322421"/>
                  </a:lnTo>
                  <a:cubicBezTo>
                    <a:pt x="346816" y="341153"/>
                    <a:pt x="344802" y="361628"/>
                    <a:pt x="343222" y="378073"/>
                  </a:cubicBezTo>
                  <a:cubicBezTo>
                    <a:pt x="343168" y="378454"/>
                    <a:pt x="343168" y="378890"/>
                    <a:pt x="343113" y="379325"/>
                  </a:cubicBezTo>
                  <a:cubicBezTo>
                    <a:pt x="322748" y="386894"/>
                    <a:pt x="308263" y="406389"/>
                    <a:pt x="308263" y="429368"/>
                  </a:cubicBezTo>
                  <a:cubicBezTo>
                    <a:pt x="308263" y="458882"/>
                    <a:pt x="332168" y="482788"/>
                    <a:pt x="361682" y="482788"/>
                  </a:cubicBezTo>
                  <a:cubicBezTo>
                    <a:pt x="365385" y="482788"/>
                    <a:pt x="368979" y="482406"/>
                    <a:pt x="372464" y="481699"/>
                  </a:cubicBezTo>
                  <a:cubicBezTo>
                    <a:pt x="396805" y="476743"/>
                    <a:pt x="415156" y="455180"/>
                    <a:pt x="415156" y="429368"/>
                  </a:cubicBezTo>
                  <a:cubicBezTo>
                    <a:pt x="415156" y="408894"/>
                    <a:pt x="403612" y="391142"/>
                    <a:pt x="386731" y="382157"/>
                  </a:cubicBezTo>
                  <a:cubicBezTo>
                    <a:pt x="388855" y="360321"/>
                    <a:pt x="392612" y="321876"/>
                    <a:pt x="397295" y="302763"/>
                  </a:cubicBezTo>
                  <a:cubicBezTo>
                    <a:pt x="399364" y="302600"/>
                    <a:pt x="401270" y="302436"/>
                    <a:pt x="403285" y="302273"/>
                  </a:cubicBezTo>
                  <a:cubicBezTo>
                    <a:pt x="407042" y="302001"/>
                    <a:pt x="410800" y="301729"/>
                    <a:pt x="414448" y="301402"/>
                  </a:cubicBezTo>
                  <a:cubicBezTo>
                    <a:pt x="414611" y="301402"/>
                    <a:pt x="414829" y="301348"/>
                    <a:pt x="414992" y="301348"/>
                  </a:cubicBezTo>
                  <a:cubicBezTo>
                    <a:pt x="415755" y="301293"/>
                    <a:pt x="416572" y="301239"/>
                    <a:pt x="417388" y="301184"/>
                  </a:cubicBezTo>
                  <a:lnTo>
                    <a:pt x="417388" y="301184"/>
                  </a:lnTo>
                  <a:cubicBezTo>
                    <a:pt x="417388" y="301184"/>
                    <a:pt x="417443" y="301184"/>
                    <a:pt x="417443" y="301184"/>
                  </a:cubicBezTo>
                  <a:lnTo>
                    <a:pt x="417443" y="301184"/>
                  </a:lnTo>
                  <a:cubicBezTo>
                    <a:pt x="419294" y="301021"/>
                    <a:pt x="421091" y="300857"/>
                    <a:pt x="422888" y="300694"/>
                  </a:cubicBezTo>
                  <a:lnTo>
                    <a:pt x="422888" y="300748"/>
                  </a:lnTo>
                  <a:cubicBezTo>
                    <a:pt x="424032" y="300640"/>
                    <a:pt x="425121" y="300531"/>
                    <a:pt x="426264" y="300422"/>
                  </a:cubicBezTo>
                  <a:cubicBezTo>
                    <a:pt x="426482" y="300422"/>
                    <a:pt x="426700" y="300367"/>
                    <a:pt x="426918" y="300367"/>
                  </a:cubicBezTo>
                  <a:cubicBezTo>
                    <a:pt x="430294" y="300040"/>
                    <a:pt x="433561" y="299714"/>
                    <a:pt x="436828" y="299387"/>
                  </a:cubicBezTo>
                  <a:cubicBezTo>
                    <a:pt x="437645" y="299278"/>
                    <a:pt x="438516" y="299224"/>
                    <a:pt x="439333" y="299115"/>
                  </a:cubicBezTo>
                  <a:cubicBezTo>
                    <a:pt x="439551" y="299115"/>
                    <a:pt x="439769" y="299060"/>
                    <a:pt x="439987" y="299060"/>
                  </a:cubicBezTo>
                  <a:cubicBezTo>
                    <a:pt x="442710" y="298788"/>
                    <a:pt x="445378" y="298461"/>
                    <a:pt x="448046" y="298189"/>
                  </a:cubicBezTo>
                  <a:cubicBezTo>
                    <a:pt x="448209" y="298189"/>
                    <a:pt x="448427" y="298135"/>
                    <a:pt x="448590" y="298135"/>
                  </a:cubicBezTo>
                  <a:cubicBezTo>
                    <a:pt x="449135" y="298080"/>
                    <a:pt x="449680" y="298026"/>
                    <a:pt x="450224" y="297917"/>
                  </a:cubicBezTo>
                  <a:cubicBezTo>
                    <a:pt x="453600" y="297536"/>
                    <a:pt x="456976" y="297154"/>
                    <a:pt x="460298" y="296719"/>
                  </a:cubicBezTo>
                  <a:cubicBezTo>
                    <a:pt x="460461" y="296719"/>
                    <a:pt x="460625" y="296664"/>
                    <a:pt x="460734" y="296664"/>
                  </a:cubicBezTo>
                  <a:cubicBezTo>
                    <a:pt x="460897" y="296664"/>
                    <a:pt x="461060" y="296610"/>
                    <a:pt x="461224" y="296610"/>
                  </a:cubicBezTo>
                  <a:cubicBezTo>
                    <a:pt x="463456" y="296338"/>
                    <a:pt x="465635" y="296065"/>
                    <a:pt x="467867" y="295739"/>
                  </a:cubicBezTo>
                  <a:cubicBezTo>
                    <a:pt x="467976" y="295739"/>
                    <a:pt x="468139" y="295684"/>
                    <a:pt x="468248" y="295684"/>
                  </a:cubicBezTo>
                  <a:cubicBezTo>
                    <a:pt x="468412" y="295684"/>
                    <a:pt x="468575" y="295630"/>
                    <a:pt x="468684" y="295630"/>
                  </a:cubicBezTo>
                  <a:cubicBezTo>
                    <a:pt x="472550" y="295140"/>
                    <a:pt x="476307" y="294595"/>
                    <a:pt x="480065" y="294051"/>
                  </a:cubicBezTo>
                  <a:cubicBezTo>
                    <a:pt x="480500" y="293996"/>
                    <a:pt x="480936" y="293942"/>
                    <a:pt x="481317" y="293887"/>
                  </a:cubicBezTo>
                  <a:cubicBezTo>
                    <a:pt x="481481" y="293887"/>
                    <a:pt x="481644" y="293833"/>
                    <a:pt x="481753" y="293833"/>
                  </a:cubicBezTo>
                  <a:cubicBezTo>
                    <a:pt x="483822" y="293561"/>
                    <a:pt x="485837" y="293234"/>
                    <a:pt x="487906" y="292907"/>
                  </a:cubicBezTo>
                  <a:cubicBezTo>
                    <a:pt x="488015" y="292907"/>
                    <a:pt x="488124" y="292853"/>
                    <a:pt x="488178" y="292853"/>
                  </a:cubicBezTo>
                  <a:cubicBezTo>
                    <a:pt x="488451" y="292798"/>
                    <a:pt x="488723" y="292744"/>
                    <a:pt x="488995" y="292744"/>
                  </a:cubicBezTo>
                  <a:cubicBezTo>
                    <a:pt x="493351" y="292090"/>
                    <a:pt x="497599" y="291437"/>
                    <a:pt x="501737" y="290729"/>
                  </a:cubicBezTo>
                  <a:cubicBezTo>
                    <a:pt x="501846" y="290729"/>
                    <a:pt x="501955" y="290674"/>
                    <a:pt x="502064" y="290674"/>
                  </a:cubicBezTo>
                  <a:cubicBezTo>
                    <a:pt x="503153" y="290511"/>
                    <a:pt x="504242" y="290348"/>
                    <a:pt x="505331" y="290184"/>
                  </a:cubicBezTo>
                  <a:lnTo>
                    <a:pt x="505331" y="290184"/>
                  </a:lnTo>
                  <a:cubicBezTo>
                    <a:pt x="505331" y="290184"/>
                    <a:pt x="505386" y="290184"/>
                    <a:pt x="505386" y="290184"/>
                  </a:cubicBezTo>
                  <a:lnTo>
                    <a:pt x="505386" y="290184"/>
                  </a:lnTo>
                  <a:cubicBezTo>
                    <a:pt x="505712" y="290130"/>
                    <a:pt x="506039" y="290076"/>
                    <a:pt x="506366" y="290021"/>
                  </a:cubicBezTo>
                  <a:cubicBezTo>
                    <a:pt x="507782" y="289803"/>
                    <a:pt x="509198" y="289531"/>
                    <a:pt x="510613" y="289313"/>
                  </a:cubicBezTo>
                  <a:cubicBezTo>
                    <a:pt x="510668" y="289313"/>
                    <a:pt x="510722" y="289313"/>
                    <a:pt x="510831" y="289259"/>
                  </a:cubicBezTo>
                  <a:lnTo>
                    <a:pt x="510831" y="289259"/>
                  </a:lnTo>
                  <a:cubicBezTo>
                    <a:pt x="511049" y="289204"/>
                    <a:pt x="511321" y="289150"/>
                    <a:pt x="511539" y="289150"/>
                  </a:cubicBezTo>
                  <a:cubicBezTo>
                    <a:pt x="516386" y="288333"/>
                    <a:pt x="521123" y="287462"/>
                    <a:pt x="525806" y="286590"/>
                  </a:cubicBezTo>
                  <a:cubicBezTo>
                    <a:pt x="526949" y="286373"/>
                    <a:pt x="528039" y="286155"/>
                    <a:pt x="529182" y="285937"/>
                  </a:cubicBezTo>
                  <a:cubicBezTo>
                    <a:pt x="533811" y="285066"/>
                    <a:pt x="538330" y="284194"/>
                    <a:pt x="542795" y="283323"/>
                  </a:cubicBezTo>
                  <a:cubicBezTo>
                    <a:pt x="542850" y="283323"/>
                    <a:pt x="542905" y="283323"/>
                    <a:pt x="542959" y="283269"/>
                  </a:cubicBezTo>
                  <a:cubicBezTo>
                    <a:pt x="543177" y="283214"/>
                    <a:pt x="543395" y="283214"/>
                    <a:pt x="543558" y="283160"/>
                  </a:cubicBezTo>
                  <a:cubicBezTo>
                    <a:pt x="543721" y="283105"/>
                    <a:pt x="543885" y="283105"/>
                    <a:pt x="543993" y="283051"/>
                  </a:cubicBezTo>
                  <a:cubicBezTo>
                    <a:pt x="546662" y="282506"/>
                    <a:pt x="549330" y="281962"/>
                    <a:pt x="551944" y="281472"/>
                  </a:cubicBezTo>
                  <a:cubicBezTo>
                    <a:pt x="551944" y="281472"/>
                    <a:pt x="551944" y="281472"/>
                    <a:pt x="551998" y="281472"/>
                  </a:cubicBezTo>
                  <a:cubicBezTo>
                    <a:pt x="551998" y="281472"/>
                    <a:pt x="552053" y="281472"/>
                    <a:pt x="552053" y="281472"/>
                  </a:cubicBezTo>
                  <a:cubicBezTo>
                    <a:pt x="552924" y="281309"/>
                    <a:pt x="553850" y="281091"/>
                    <a:pt x="554667" y="280927"/>
                  </a:cubicBezTo>
                  <a:cubicBezTo>
                    <a:pt x="556899" y="280492"/>
                    <a:pt x="559077" y="280001"/>
                    <a:pt x="561255" y="279566"/>
                  </a:cubicBezTo>
                  <a:cubicBezTo>
                    <a:pt x="562453" y="279293"/>
                    <a:pt x="563651" y="279076"/>
                    <a:pt x="564849" y="278804"/>
                  </a:cubicBezTo>
                  <a:cubicBezTo>
                    <a:pt x="565013" y="278749"/>
                    <a:pt x="565122" y="278749"/>
                    <a:pt x="565285" y="278695"/>
                  </a:cubicBezTo>
                  <a:cubicBezTo>
                    <a:pt x="569914" y="277714"/>
                    <a:pt x="574433" y="276734"/>
                    <a:pt x="578844" y="275754"/>
                  </a:cubicBezTo>
                  <a:cubicBezTo>
                    <a:pt x="579552" y="275591"/>
                    <a:pt x="580260" y="275427"/>
                    <a:pt x="580968" y="275318"/>
                  </a:cubicBezTo>
                  <a:cubicBezTo>
                    <a:pt x="585215" y="274393"/>
                    <a:pt x="589408" y="273467"/>
                    <a:pt x="593492" y="272596"/>
                  </a:cubicBezTo>
                  <a:cubicBezTo>
                    <a:pt x="597631" y="271670"/>
                    <a:pt x="601660" y="270799"/>
                    <a:pt x="605635" y="269928"/>
                  </a:cubicBezTo>
                  <a:cubicBezTo>
                    <a:pt x="607541" y="269492"/>
                    <a:pt x="609447" y="269111"/>
                    <a:pt x="611353" y="268675"/>
                  </a:cubicBezTo>
                  <a:cubicBezTo>
                    <a:pt x="613313" y="268240"/>
                    <a:pt x="615273" y="267804"/>
                    <a:pt x="617179" y="267423"/>
                  </a:cubicBezTo>
                  <a:cubicBezTo>
                    <a:pt x="617397" y="267368"/>
                    <a:pt x="617615" y="267314"/>
                    <a:pt x="617833" y="267259"/>
                  </a:cubicBezTo>
                  <a:cubicBezTo>
                    <a:pt x="625511" y="265626"/>
                    <a:pt x="633025" y="264101"/>
                    <a:pt x="640377" y="262740"/>
                  </a:cubicBezTo>
                  <a:cubicBezTo>
                    <a:pt x="640703" y="262685"/>
                    <a:pt x="641030" y="262631"/>
                    <a:pt x="641357" y="262576"/>
                  </a:cubicBezTo>
                  <a:cubicBezTo>
                    <a:pt x="644624" y="261977"/>
                    <a:pt x="647837" y="261433"/>
                    <a:pt x="651050" y="260888"/>
                  </a:cubicBezTo>
                  <a:cubicBezTo>
                    <a:pt x="651594" y="260779"/>
                    <a:pt x="652193" y="260725"/>
                    <a:pt x="652738" y="260616"/>
                  </a:cubicBezTo>
                  <a:cubicBezTo>
                    <a:pt x="655678" y="260126"/>
                    <a:pt x="658619" y="259690"/>
                    <a:pt x="661505" y="259255"/>
                  </a:cubicBezTo>
                  <a:cubicBezTo>
                    <a:pt x="662213" y="259146"/>
                    <a:pt x="662975" y="259037"/>
                    <a:pt x="663683" y="258928"/>
                  </a:cubicBezTo>
                  <a:cubicBezTo>
                    <a:pt x="666515" y="258547"/>
                    <a:pt x="669346" y="258166"/>
                    <a:pt x="672232" y="257839"/>
                  </a:cubicBezTo>
                  <a:cubicBezTo>
                    <a:pt x="672886" y="257784"/>
                    <a:pt x="673594" y="257675"/>
                    <a:pt x="674247" y="257621"/>
                  </a:cubicBezTo>
                  <a:cubicBezTo>
                    <a:pt x="677732" y="257240"/>
                    <a:pt x="681217" y="256913"/>
                    <a:pt x="684757" y="256641"/>
                  </a:cubicBezTo>
                  <a:cubicBezTo>
                    <a:pt x="685247" y="256586"/>
                    <a:pt x="685682" y="256532"/>
                    <a:pt x="686172" y="256532"/>
                  </a:cubicBezTo>
                  <a:cubicBezTo>
                    <a:pt x="693415" y="255987"/>
                    <a:pt x="700603" y="255279"/>
                    <a:pt x="707845" y="254463"/>
                  </a:cubicBezTo>
                  <a:cubicBezTo>
                    <a:pt x="710187" y="254190"/>
                    <a:pt x="712528" y="253918"/>
                    <a:pt x="714870" y="253591"/>
                  </a:cubicBezTo>
                  <a:cubicBezTo>
                    <a:pt x="720642" y="252884"/>
                    <a:pt x="726414" y="252121"/>
                    <a:pt x="732186" y="251250"/>
                  </a:cubicBezTo>
                  <a:cubicBezTo>
                    <a:pt x="734310" y="250923"/>
                    <a:pt x="736379" y="250651"/>
                    <a:pt x="738502" y="250270"/>
                  </a:cubicBezTo>
                  <a:cubicBezTo>
                    <a:pt x="754566" y="247710"/>
                    <a:pt x="770685" y="244552"/>
                    <a:pt x="786912" y="240795"/>
                  </a:cubicBezTo>
                  <a:cubicBezTo>
                    <a:pt x="787511" y="240686"/>
                    <a:pt x="788055" y="240522"/>
                    <a:pt x="788655" y="240359"/>
                  </a:cubicBezTo>
                  <a:cubicBezTo>
                    <a:pt x="796550" y="238508"/>
                    <a:pt x="804500" y="236438"/>
                    <a:pt x="812451" y="234260"/>
                  </a:cubicBezTo>
                  <a:cubicBezTo>
                    <a:pt x="813050" y="234097"/>
                    <a:pt x="813649" y="233934"/>
                    <a:pt x="814302" y="233770"/>
                  </a:cubicBezTo>
                  <a:cubicBezTo>
                    <a:pt x="840168" y="226637"/>
                    <a:pt x="866469" y="217815"/>
                    <a:pt x="893532" y="207306"/>
                  </a:cubicBezTo>
                  <a:cubicBezTo>
                    <a:pt x="893914" y="207142"/>
                    <a:pt x="894295" y="206979"/>
                    <a:pt x="894676" y="206870"/>
                  </a:cubicBezTo>
                  <a:cubicBezTo>
                    <a:pt x="900230" y="204692"/>
                    <a:pt x="905839" y="202459"/>
                    <a:pt x="911448" y="200172"/>
                  </a:cubicBezTo>
                  <a:cubicBezTo>
                    <a:pt x="913299" y="199410"/>
                    <a:pt x="915205" y="198593"/>
                    <a:pt x="917057" y="197831"/>
                  </a:cubicBezTo>
                  <a:cubicBezTo>
                    <a:pt x="921467" y="195979"/>
                    <a:pt x="925933" y="194073"/>
                    <a:pt x="930398" y="192167"/>
                  </a:cubicBezTo>
                  <a:cubicBezTo>
                    <a:pt x="931432" y="191732"/>
                    <a:pt x="932467" y="191296"/>
                    <a:pt x="933502" y="190861"/>
                  </a:cubicBezTo>
                  <a:lnTo>
                    <a:pt x="933502" y="190806"/>
                  </a:lnTo>
                  <a:cubicBezTo>
                    <a:pt x="935190" y="190098"/>
                    <a:pt x="936823" y="189336"/>
                    <a:pt x="938511" y="188574"/>
                  </a:cubicBezTo>
                  <a:lnTo>
                    <a:pt x="938511" y="188628"/>
                  </a:lnTo>
                  <a:cubicBezTo>
                    <a:pt x="938511" y="188628"/>
                    <a:pt x="938566" y="188628"/>
                    <a:pt x="938566" y="188628"/>
                  </a:cubicBezTo>
                  <a:lnTo>
                    <a:pt x="938566" y="188628"/>
                  </a:lnTo>
                  <a:cubicBezTo>
                    <a:pt x="940090" y="187975"/>
                    <a:pt x="941615" y="187212"/>
                    <a:pt x="943140" y="186559"/>
                  </a:cubicBezTo>
                  <a:cubicBezTo>
                    <a:pt x="945699" y="185415"/>
                    <a:pt x="948204" y="184272"/>
                    <a:pt x="950763" y="183074"/>
                  </a:cubicBezTo>
                  <a:cubicBezTo>
                    <a:pt x="955283" y="181004"/>
                    <a:pt x="959857" y="178881"/>
                    <a:pt x="964431" y="176703"/>
                  </a:cubicBezTo>
                  <a:cubicBezTo>
                    <a:pt x="966718" y="175614"/>
                    <a:pt x="968951" y="174579"/>
                    <a:pt x="971238" y="173490"/>
                  </a:cubicBezTo>
                  <a:cubicBezTo>
                    <a:pt x="976085" y="171148"/>
                    <a:pt x="980985" y="168752"/>
                    <a:pt x="985886" y="166302"/>
                  </a:cubicBezTo>
                  <a:cubicBezTo>
                    <a:pt x="988119" y="165213"/>
                    <a:pt x="990351" y="164124"/>
                    <a:pt x="992584" y="162980"/>
                  </a:cubicBezTo>
                  <a:cubicBezTo>
                    <a:pt x="997812" y="160312"/>
                    <a:pt x="1003202" y="157589"/>
                    <a:pt x="1008593" y="154758"/>
                  </a:cubicBezTo>
                  <a:cubicBezTo>
                    <a:pt x="1010390" y="153832"/>
                    <a:pt x="1012133" y="152961"/>
                    <a:pt x="1013876" y="152035"/>
                  </a:cubicBezTo>
                </a:path>
              </a:pathLst>
            </a:custGeom>
            <a:noFill/>
            <a:ln w="4084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70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4609764" y="5964816"/>
              <a:ext cx="90284" cy="90339"/>
              <a:chOff x="4609764" y="5964816"/>
              <a:chExt cx="90284" cy="90339"/>
            </a:xfrm>
            <a:solidFill>
              <a:srgbClr val="B26508"/>
            </a:solidFill>
          </p:grpSpPr>
          <p:sp>
            <p:nvSpPr>
              <p:cNvPr id="771" name="Forme libre : forme 770">
                <a:extLst>
                  <a:ext uri="{FF2B5EF4-FFF2-40B4-BE49-F238E27FC236}">
                    <a16:creationId xmlns:a16="http://schemas.microsoft.com/office/drawing/2014/main" id="{0C2C04A0-CDC1-4340-AFF2-E803FF94CEDC}"/>
                  </a:ext>
                </a:extLst>
              </p:cNvPr>
              <p:cNvSpPr/>
              <p:nvPr/>
            </p:nvSpPr>
            <p:spPr>
              <a:xfrm>
                <a:off x="4654907" y="6009958"/>
                <a:ext cx="33682" cy="33698"/>
              </a:xfrm>
              <a:custGeom>
                <a:avLst/>
                <a:gdLst>
                  <a:gd name="connsiteX0" fmla="*/ 14703 w 33682"/>
                  <a:gd name="connsiteY0" fmla="*/ 26791 h 33698"/>
                  <a:gd name="connsiteX1" fmla="*/ 0 w 33682"/>
                  <a:gd name="connsiteY1" fmla="*/ 0 h 33698"/>
                  <a:gd name="connsiteX2" fmla="*/ 26791 w 33682"/>
                  <a:gd name="connsiteY2" fmla="*/ 14702 h 33698"/>
                  <a:gd name="connsiteX3" fmla="*/ 31910 w 33682"/>
                  <a:gd name="connsiteY3" fmla="*/ 31964 h 33698"/>
                  <a:gd name="connsiteX4" fmla="*/ 14703 w 33682"/>
                  <a:gd name="connsiteY4" fmla="*/ 26791 h 33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82" h="33698">
                    <a:moveTo>
                      <a:pt x="14703" y="26791"/>
                    </a:moveTo>
                    <a:cubicBezTo>
                      <a:pt x="7515" y="19603"/>
                      <a:pt x="13341" y="18460"/>
                      <a:pt x="0" y="0"/>
                    </a:cubicBezTo>
                    <a:cubicBezTo>
                      <a:pt x="17044" y="12851"/>
                      <a:pt x="19603" y="7460"/>
                      <a:pt x="26791" y="14702"/>
                    </a:cubicBezTo>
                    <a:cubicBezTo>
                      <a:pt x="33979" y="21890"/>
                      <a:pt x="35286" y="28588"/>
                      <a:pt x="31910" y="31964"/>
                    </a:cubicBezTo>
                    <a:cubicBezTo>
                      <a:pt x="28588" y="35286"/>
                      <a:pt x="21890" y="33979"/>
                      <a:pt x="14703" y="26791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2" name="Forme libre : forme 771">
                <a:extLst>
                  <a:ext uri="{FF2B5EF4-FFF2-40B4-BE49-F238E27FC236}">
                    <a16:creationId xmlns:a16="http://schemas.microsoft.com/office/drawing/2014/main" id="{48BD8B0E-5A06-4272-A7CD-9D2A5E875BBF}"/>
                  </a:ext>
                </a:extLst>
              </p:cNvPr>
              <p:cNvSpPr/>
              <p:nvPr/>
            </p:nvSpPr>
            <p:spPr>
              <a:xfrm>
                <a:off x="4621224" y="5976260"/>
                <a:ext cx="33682" cy="33698"/>
              </a:xfrm>
              <a:custGeom>
                <a:avLst/>
                <a:gdLst>
                  <a:gd name="connsiteX0" fmla="*/ 18980 w 33682"/>
                  <a:gd name="connsiteY0" fmla="*/ 6907 h 33698"/>
                  <a:gd name="connsiteX1" fmla="*/ 33683 w 33682"/>
                  <a:gd name="connsiteY1" fmla="*/ 33698 h 33698"/>
                  <a:gd name="connsiteX2" fmla="*/ 6892 w 33682"/>
                  <a:gd name="connsiteY2" fmla="*/ 18996 h 33698"/>
                  <a:gd name="connsiteX3" fmla="*/ 1773 w 33682"/>
                  <a:gd name="connsiteY3" fmla="*/ 1734 h 33698"/>
                  <a:gd name="connsiteX4" fmla="*/ 18980 w 33682"/>
                  <a:gd name="connsiteY4" fmla="*/ 6907 h 33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82" h="33698">
                    <a:moveTo>
                      <a:pt x="18980" y="6907"/>
                    </a:moveTo>
                    <a:cubicBezTo>
                      <a:pt x="26168" y="14095"/>
                      <a:pt x="20342" y="15238"/>
                      <a:pt x="33683" y="33698"/>
                    </a:cubicBezTo>
                    <a:cubicBezTo>
                      <a:pt x="16639" y="20847"/>
                      <a:pt x="14079" y="26238"/>
                      <a:pt x="6892" y="18996"/>
                    </a:cubicBezTo>
                    <a:cubicBezTo>
                      <a:pt x="-296" y="11808"/>
                      <a:pt x="-1603" y="5110"/>
                      <a:pt x="1773" y="1734"/>
                    </a:cubicBezTo>
                    <a:cubicBezTo>
                      <a:pt x="5095" y="-1588"/>
                      <a:pt x="11793" y="-281"/>
                      <a:pt x="18980" y="6907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3" name="Forme libre : forme 772">
                <a:extLst>
                  <a:ext uri="{FF2B5EF4-FFF2-40B4-BE49-F238E27FC236}">
                    <a16:creationId xmlns:a16="http://schemas.microsoft.com/office/drawing/2014/main" id="{4FD413D9-E3F8-4492-AA7F-8F83B5E62C5C}"/>
                  </a:ext>
                </a:extLst>
              </p:cNvPr>
              <p:cNvSpPr/>
              <p:nvPr/>
            </p:nvSpPr>
            <p:spPr>
              <a:xfrm>
                <a:off x="4654907" y="5976330"/>
                <a:ext cx="33698" cy="33682"/>
              </a:xfrm>
              <a:custGeom>
                <a:avLst/>
                <a:gdLst>
                  <a:gd name="connsiteX0" fmla="*/ 26791 w 33698"/>
                  <a:gd name="connsiteY0" fmla="*/ 18981 h 33682"/>
                  <a:gd name="connsiteX1" fmla="*/ 0 w 33698"/>
                  <a:gd name="connsiteY1" fmla="*/ 33683 h 33682"/>
                  <a:gd name="connsiteX2" fmla="*/ 14703 w 33698"/>
                  <a:gd name="connsiteY2" fmla="*/ 6892 h 33682"/>
                  <a:gd name="connsiteX3" fmla="*/ 31964 w 33698"/>
                  <a:gd name="connsiteY3" fmla="*/ 1773 h 33682"/>
                  <a:gd name="connsiteX4" fmla="*/ 26791 w 33698"/>
                  <a:gd name="connsiteY4" fmla="*/ 18981 h 3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98" h="33682">
                    <a:moveTo>
                      <a:pt x="26791" y="18981"/>
                    </a:moveTo>
                    <a:cubicBezTo>
                      <a:pt x="19603" y="26168"/>
                      <a:pt x="18460" y="20342"/>
                      <a:pt x="0" y="33683"/>
                    </a:cubicBezTo>
                    <a:cubicBezTo>
                      <a:pt x="12851" y="16639"/>
                      <a:pt x="7460" y="14080"/>
                      <a:pt x="14703" y="6892"/>
                    </a:cubicBezTo>
                    <a:cubicBezTo>
                      <a:pt x="21945" y="-296"/>
                      <a:pt x="28588" y="-1603"/>
                      <a:pt x="31964" y="1773"/>
                    </a:cubicBezTo>
                    <a:cubicBezTo>
                      <a:pt x="35286" y="5040"/>
                      <a:pt x="33979" y="11793"/>
                      <a:pt x="26791" y="18981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4" name="Forme libre : forme 773">
                <a:extLst>
                  <a:ext uri="{FF2B5EF4-FFF2-40B4-BE49-F238E27FC236}">
                    <a16:creationId xmlns:a16="http://schemas.microsoft.com/office/drawing/2014/main" id="{78DDA628-7824-4763-80C1-E995103BD532}"/>
                  </a:ext>
                </a:extLst>
              </p:cNvPr>
              <p:cNvSpPr/>
              <p:nvPr/>
            </p:nvSpPr>
            <p:spPr>
              <a:xfrm>
                <a:off x="4621208" y="6009958"/>
                <a:ext cx="33698" cy="33682"/>
              </a:xfrm>
              <a:custGeom>
                <a:avLst/>
                <a:gdLst>
                  <a:gd name="connsiteX0" fmla="*/ 6907 w 33698"/>
                  <a:gd name="connsiteY0" fmla="*/ 14702 h 33682"/>
                  <a:gd name="connsiteX1" fmla="*/ 33698 w 33698"/>
                  <a:gd name="connsiteY1" fmla="*/ 0 h 33682"/>
                  <a:gd name="connsiteX2" fmla="*/ 18996 w 33698"/>
                  <a:gd name="connsiteY2" fmla="*/ 26791 h 33682"/>
                  <a:gd name="connsiteX3" fmla="*/ 1734 w 33698"/>
                  <a:gd name="connsiteY3" fmla="*/ 31910 h 33682"/>
                  <a:gd name="connsiteX4" fmla="*/ 6907 w 33698"/>
                  <a:gd name="connsiteY4" fmla="*/ 14702 h 3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98" h="33682">
                    <a:moveTo>
                      <a:pt x="6907" y="14702"/>
                    </a:moveTo>
                    <a:cubicBezTo>
                      <a:pt x="14095" y="7515"/>
                      <a:pt x="15238" y="13341"/>
                      <a:pt x="33698" y="0"/>
                    </a:cubicBezTo>
                    <a:cubicBezTo>
                      <a:pt x="20847" y="17044"/>
                      <a:pt x="26238" y="19603"/>
                      <a:pt x="18996" y="26791"/>
                    </a:cubicBezTo>
                    <a:cubicBezTo>
                      <a:pt x="11808" y="33979"/>
                      <a:pt x="5110" y="35286"/>
                      <a:pt x="1734" y="31910"/>
                    </a:cubicBezTo>
                    <a:cubicBezTo>
                      <a:pt x="-1588" y="28588"/>
                      <a:pt x="-281" y="21890"/>
                      <a:pt x="6907" y="14702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5" name="Forme libre : forme 774">
                <a:extLst>
                  <a:ext uri="{FF2B5EF4-FFF2-40B4-BE49-F238E27FC236}">
                    <a16:creationId xmlns:a16="http://schemas.microsoft.com/office/drawing/2014/main" id="{4E7262C1-6F93-4B6E-B528-C412EC735A45}"/>
                  </a:ext>
                </a:extLst>
              </p:cNvPr>
              <p:cNvSpPr/>
              <p:nvPr/>
            </p:nvSpPr>
            <p:spPr>
              <a:xfrm>
                <a:off x="4646357" y="5964816"/>
                <a:ext cx="17098" cy="45142"/>
              </a:xfrm>
              <a:custGeom>
                <a:avLst/>
                <a:gdLst>
                  <a:gd name="connsiteX0" fmla="*/ 17099 w 17098"/>
                  <a:gd name="connsiteY0" fmla="*/ 15846 h 45142"/>
                  <a:gd name="connsiteX1" fmla="*/ 8549 w 17098"/>
                  <a:gd name="connsiteY1" fmla="*/ 45142 h 45142"/>
                  <a:gd name="connsiteX2" fmla="*/ 0 w 17098"/>
                  <a:gd name="connsiteY2" fmla="*/ 15846 h 45142"/>
                  <a:gd name="connsiteX3" fmla="*/ 8549 w 17098"/>
                  <a:gd name="connsiteY3" fmla="*/ 0 h 45142"/>
                  <a:gd name="connsiteX4" fmla="*/ 17099 w 17098"/>
                  <a:gd name="connsiteY4" fmla="*/ 15846 h 45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98" h="45142">
                    <a:moveTo>
                      <a:pt x="17099" y="15846"/>
                    </a:moveTo>
                    <a:cubicBezTo>
                      <a:pt x="17099" y="26029"/>
                      <a:pt x="12198" y="22707"/>
                      <a:pt x="8549" y="45142"/>
                    </a:cubicBezTo>
                    <a:cubicBezTo>
                      <a:pt x="5554" y="24014"/>
                      <a:pt x="0" y="25975"/>
                      <a:pt x="0" y="15846"/>
                    </a:cubicBezTo>
                    <a:cubicBezTo>
                      <a:pt x="0" y="5718"/>
                      <a:pt x="3812" y="0"/>
                      <a:pt x="8549" y="0"/>
                    </a:cubicBezTo>
                    <a:cubicBezTo>
                      <a:pt x="13287" y="0"/>
                      <a:pt x="17099" y="5663"/>
                      <a:pt x="17099" y="15846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6" name="Forme libre : forme 775">
                <a:extLst>
                  <a:ext uri="{FF2B5EF4-FFF2-40B4-BE49-F238E27FC236}">
                    <a16:creationId xmlns:a16="http://schemas.microsoft.com/office/drawing/2014/main" id="{80DD1943-2716-4225-BA28-CADF6CAD0AF1}"/>
                  </a:ext>
                </a:extLst>
              </p:cNvPr>
              <p:cNvSpPr/>
              <p:nvPr/>
            </p:nvSpPr>
            <p:spPr>
              <a:xfrm>
                <a:off x="4646357" y="6010012"/>
                <a:ext cx="17098" cy="45142"/>
              </a:xfrm>
              <a:custGeom>
                <a:avLst/>
                <a:gdLst>
                  <a:gd name="connsiteX0" fmla="*/ 0 w 17098"/>
                  <a:gd name="connsiteY0" fmla="*/ 29296 h 45142"/>
                  <a:gd name="connsiteX1" fmla="*/ 8549 w 17098"/>
                  <a:gd name="connsiteY1" fmla="*/ 0 h 45142"/>
                  <a:gd name="connsiteX2" fmla="*/ 17099 w 17098"/>
                  <a:gd name="connsiteY2" fmla="*/ 29296 h 45142"/>
                  <a:gd name="connsiteX3" fmla="*/ 8549 w 17098"/>
                  <a:gd name="connsiteY3" fmla="*/ 45142 h 45142"/>
                  <a:gd name="connsiteX4" fmla="*/ 0 w 17098"/>
                  <a:gd name="connsiteY4" fmla="*/ 29296 h 45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98" h="45142">
                    <a:moveTo>
                      <a:pt x="0" y="29296"/>
                    </a:moveTo>
                    <a:cubicBezTo>
                      <a:pt x="0" y="19113"/>
                      <a:pt x="4901" y="22435"/>
                      <a:pt x="8549" y="0"/>
                    </a:cubicBezTo>
                    <a:cubicBezTo>
                      <a:pt x="11544" y="21128"/>
                      <a:pt x="17099" y="19168"/>
                      <a:pt x="17099" y="29296"/>
                    </a:cubicBezTo>
                    <a:cubicBezTo>
                      <a:pt x="17099" y="39425"/>
                      <a:pt x="13287" y="45142"/>
                      <a:pt x="8549" y="45142"/>
                    </a:cubicBezTo>
                    <a:cubicBezTo>
                      <a:pt x="3812" y="45142"/>
                      <a:pt x="0" y="39425"/>
                      <a:pt x="0" y="29296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7" name="Forme libre : forme 776">
                <a:extLst>
                  <a:ext uri="{FF2B5EF4-FFF2-40B4-BE49-F238E27FC236}">
                    <a16:creationId xmlns:a16="http://schemas.microsoft.com/office/drawing/2014/main" id="{35A8FE63-263D-4BFB-BC2F-892B5A85304F}"/>
                  </a:ext>
                </a:extLst>
              </p:cNvPr>
              <p:cNvSpPr/>
              <p:nvPr/>
            </p:nvSpPr>
            <p:spPr>
              <a:xfrm>
                <a:off x="4609764" y="6001409"/>
                <a:ext cx="45142" cy="17098"/>
              </a:xfrm>
              <a:custGeom>
                <a:avLst/>
                <a:gdLst>
                  <a:gd name="connsiteX0" fmla="*/ 15846 w 45142"/>
                  <a:gd name="connsiteY0" fmla="*/ 0 h 17098"/>
                  <a:gd name="connsiteX1" fmla="*/ 45142 w 45142"/>
                  <a:gd name="connsiteY1" fmla="*/ 8549 h 17098"/>
                  <a:gd name="connsiteX2" fmla="*/ 15846 w 45142"/>
                  <a:gd name="connsiteY2" fmla="*/ 17098 h 17098"/>
                  <a:gd name="connsiteX3" fmla="*/ 0 w 45142"/>
                  <a:gd name="connsiteY3" fmla="*/ 8549 h 17098"/>
                  <a:gd name="connsiteX4" fmla="*/ 15846 w 45142"/>
                  <a:gd name="connsiteY4" fmla="*/ 0 h 17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142" h="17098">
                    <a:moveTo>
                      <a:pt x="15846" y="0"/>
                    </a:moveTo>
                    <a:cubicBezTo>
                      <a:pt x="26029" y="0"/>
                      <a:pt x="22707" y="4901"/>
                      <a:pt x="45142" y="8549"/>
                    </a:cubicBezTo>
                    <a:cubicBezTo>
                      <a:pt x="24014" y="11544"/>
                      <a:pt x="25975" y="17098"/>
                      <a:pt x="15846" y="17098"/>
                    </a:cubicBezTo>
                    <a:cubicBezTo>
                      <a:pt x="5718" y="17098"/>
                      <a:pt x="0" y="13287"/>
                      <a:pt x="0" y="8549"/>
                    </a:cubicBezTo>
                    <a:cubicBezTo>
                      <a:pt x="0" y="3812"/>
                      <a:pt x="5663" y="0"/>
                      <a:pt x="15846" y="0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8" name="Forme libre : forme 777">
                <a:extLst>
                  <a:ext uri="{FF2B5EF4-FFF2-40B4-BE49-F238E27FC236}">
                    <a16:creationId xmlns:a16="http://schemas.microsoft.com/office/drawing/2014/main" id="{E259405E-FCA9-440E-821F-DEE8A1BE4DA4}"/>
                  </a:ext>
                </a:extLst>
              </p:cNvPr>
              <p:cNvSpPr/>
              <p:nvPr/>
            </p:nvSpPr>
            <p:spPr>
              <a:xfrm>
                <a:off x="4654907" y="6001409"/>
                <a:ext cx="45142" cy="17098"/>
              </a:xfrm>
              <a:custGeom>
                <a:avLst/>
                <a:gdLst>
                  <a:gd name="connsiteX0" fmla="*/ 29296 w 45142"/>
                  <a:gd name="connsiteY0" fmla="*/ 17098 h 17098"/>
                  <a:gd name="connsiteX1" fmla="*/ 0 w 45142"/>
                  <a:gd name="connsiteY1" fmla="*/ 8549 h 17098"/>
                  <a:gd name="connsiteX2" fmla="*/ 29296 w 45142"/>
                  <a:gd name="connsiteY2" fmla="*/ 0 h 17098"/>
                  <a:gd name="connsiteX3" fmla="*/ 45142 w 45142"/>
                  <a:gd name="connsiteY3" fmla="*/ 8549 h 17098"/>
                  <a:gd name="connsiteX4" fmla="*/ 29296 w 45142"/>
                  <a:gd name="connsiteY4" fmla="*/ 17098 h 17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142" h="17098">
                    <a:moveTo>
                      <a:pt x="29296" y="17098"/>
                    </a:moveTo>
                    <a:cubicBezTo>
                      <a:pt x="19113" y="17098"/>
                      <a:pt x="22435" y="12198"/>
                      <a:pt x="0" y="8549"/>
                    </a:cubicBezTo>
                    <a:cubicBezTo>
                      <a:pt x="21128" y="5554"/>
                      <a:pt x="19168" y="0"/>
                      <a:pt x="29296" y="0"/>
                    </a:cubicBezTo>
                    <a:cubicBezTo>
                      <a:pt x="39479" y="0"/>
                      <a:pt x="45142" y="3812"/>
                      <a:pt x="45142" y="8549"/>
                    </a:cubicBezTo>
                    <a:cubicBezTo>
                      <a:pt x="45142" y="13287"/>
                      <a:pt x="39479" y="17098"/>
                      <a:pt x="29296" y="17098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79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4111022" y="6088045"/>
              <a:ext cx="109288" cy="109288"/>
              <a:chOff x="4111022" y="6088045"/>
              <a:chExt cx="109288" cy="109288"/>
            </a:xfrm>
            <a:solidFill>
              <a:srgbClr val="B26508"/>
            </a:solidFill>
          </p:grpSpPr>
          <p:sp>
            <p:nvSpPr>
              <p:cNvPr id="780" name="Forme libre : forme 779">
                <a:extLst>
                  <a:ext uri="{FF2B5EF4-FFF2-40B4-BE49-F238E27FC236}">
                    <a16:creationId xmlns:a16="http://schemas.microsoft.com/office/drawing/2014/main" id="{397ACC5A-30C8-4259-8F9C-6FC53A295DAF}"/>
                  </a:ext>
                </a:extLst>
              </p:cNvPr>
              <p:cNvSpPr/>
              <p:nvPr/>
            </p:nvSpPr>
            <p:spPr>
              <a:xfrm>
                <a:off x="4165694" y="6142662"/>
                <a:ext cx="40752" cy="40727"/>
              </a:xfrm>
              <a:custGeom>
                <a:avLst/>
                <a:gdLst>
                  <a:gd name="connsiteX0" fmla="*/ 17752 w 40752"/>
                  <a:gd name="connsiteY0" fmla="*/ 32400 h 40727"/>
                  <a:gd name="connsiteX1" fmla="*/ 0 w 40752"/>
                  <a:gd name="connsiteY1" fmla="*/ 0 h 40727"/>
                  <a:gd name="connsiteX2" fmla="*/ 32400 w 40752"/>
                  <a:gd name="connsiteY2" fmla="*/ 17752 h 40727"/>
                  <a:gd name="connsiteX3" fmla="*/ 38608 w 40752"/>
                  <a:gd name="connsiteY3" fmla="*/ 38608 h 40727"/>
                  <a:gd name="connsiteX4" fmla="*/ 17752 w 40752"/>
                  <a:gd name="connsiteY4" fmla="*/ 32400 h 40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52" h="40727">
                    <a:moveTo>
                      <a:pt x="17752" y="32400"/>
                    </a:moveTo>
                    <a:cubicBezTo>
                      <a:pt x="9039" y="23687"/>
                      <a:pt x="16118" y="22326"/>
                      <a:pt x="0" y="0"/>
                    </a:cubicBezTo>
                    <a:cubicBezTo>
                      <a:pt x="20638" y="15519"/>
                      <a:pt x="23687" y="9039"/>
                      <a:pt x="32400" y="17752"/>
                    </a:cubicBezTo>
                    <a:cubicBezTo>
                      <a:pt x="41113" y="26464"/>
                      <a:pt x="42692" y="34578"/>
                      <a:pt x="38608" y="38608"/>
                    </a:cubicBezTo>
                    <a:cubicBezTo>
                      <a:pt x="34524" y="42637"/>
                      <a:pt x="26410" y="41113"/>
                      <a:pt x="17752" y="32400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1" name="Forme libre : forme 780">
                <a:extLst>
                  <a:ext uri="{FF2B5EF4-FFF2-40B4-BE49-F238E27FC236}">
                    <a16:creationId xmlns:a16="http://schemas.microsoft.com/office/drawing/2014/main" id="{51AC6CA0-8A28-4C06-9CD5-73B2A90B9C35}"/>
                  </a:ext>
                </a:extLst>
              </p:cNvPr>
              <p:cNvSpPr/>
              <p:nvPr/>
            </p:nvSpPr>
            <p:spPr>
              <a:xfrm>
                <a:off x="4124887" y="6101910"/>
                <a:ext cx="40752" cy="40752"/>
              </a:xfrm>
              <a:custGeom>
                <a:avLst/>
                <a:gdLst>
                  <a:gd name="connsiteX0" fmla="*/ 23000 w 40752"/>
                  <a:gd name="connsiteY0" fmla="*/ 8352 h 40752"/>
                  <a:gd name="connsiteX1" fmla="*/ 40752 w 40752"/>
                  <a:gd name="connsiteY1" fmla="*/ 40752 h 40752"/>
                  <a:gd name="connsiteX2" fmla="*/ 8352 w 40752"/>
                  <a:gd name="connsiteY2" fmla="*/ 23000 h 40752"/>
                  <a:gd name="connsiteX3" fmla="*/ 2144 w 40752"/>
                  <a:gd name="connsiteY3" fmla="*/ 2144 h 40752"/>
                  <a:gd name="connsiteX4" fmla="*/ 23000 w 40752"/>
                  <a:gd name="connsiteY4" fmla="*/ 8352 h 40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52" h="40752">
                    <a:moveTo>
                      <a:pt x="23000" y="8352"/>
                    </a:moveTo>
                    <a:cubicBezTo>
                      <a:pt x="31713" y="17065"/>
                      <a:pt x="24634" y="18426"/>
                      <a:pt x="40752" y="40752"/>
                    </a:cubicBezTo>
                    <a:cubicBezTo>
                      <a:pt x="20114" y="25233"/>
                      <a:pt x="17065" y="31713"/>
                      <a:pt x="8352" y="23000"/>
                    </a:cubicBezTo>
                    <a:cubicBezTo>
                      <a:pt x="-360" y="14288"/>
                      <a:pt x="-1940" y="6174"/>
                      <a:pt x="2144" y="2144"/>
                    </a:cubicBezTo>
                    <a:cubicBezTo>
                      <a:pt x="6174" y="-1940"/>
                      <a:pt x="14342" y="-361"/>
                      <a:pt x="23000" y="8352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2" name="Forme libre : forme 781">
                <a:extLst>
                  <a:ext uri="{FF2B5EF4-FFF2-40B4-BE49-F238E27FC236}">
                    <a16:creationId xmlns:a16="http://schemas.microsoft.com/office/drawing/2014/main" id="{EF62CA49-1966-4389-B43F-8F133D8F2CAF}"/>
                  </a:ext>
                </a:extLst>
              </p:cNvPr>
              <p:cNvSpPr/>
              <p:nvPr/>
            </p:nvSpPr>
            <p:spPr>
              <a:xfrm>
                <a:off x="4165694" y="6101910"/>
                <a:ext cx="40715" cy="40752"/>
              </a:xfrm>
              <a:custGeom>
                <a:avLst/>
                <a:gdLst>
                  <a:gd name="connsiteX0" fmla="*/ 32400 w 40715"/>
                  <a:gd name="connsiteY0" fmla="*/ 23000 h 40752"/>
                  <a:gd name="connsiteX1" fmla="*/ 0 w 40715"/>
                  <a:gd name="connsiteY1" fmla="*/ 40752 h 40752"/>
                  <a:gd name="connsiteX2" fmla="*/ 17752 w 40715"/>
                  <a:gd name="connsiteY2" fmla="*/ 8352 h 40752"/>
                  <a:gd name="connsiteX3" fmla="*/ 38608 w 40715"/>
                  <a:gd name="connsiteY3" fmla="*/ 2144 h 40752"/>
                  <a:gd name="connsiteX4" fmla="*/ 32400 w 40715"/>
                  <a:gd name="connsiteY4" fmla="*/ 23000 h 40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15" h="40752">
                    <a:moveTo>
                      <a:pt x="32400" y="23000"/>
                    </a:moveTo>
                    <a:cubicBezTo>
                      <a:pt x="23687" y="31713"/>
                      <a:pt x="22326" y="24634"/>
                      <a:pt x="0" y="40752"/>
                    </a:cubicBezTo>
                    <a:cubicBezTo>
                      <a:pt x="15519" y="20114"/>
                      <a:pt x="9039" y="17065"/>
                      <a:pt x="17752" y="8352"/>
                    </a:cubicBezTo>
                    <a:cubicBezTo>
                      <a:pt x="26464" y="-361"/>
                      <a:pt x="34578" y="-1940"/>
                      <a:pt x="38608" y="2144"/>
                    </a:cubicBezTo>
                    <a:cubicBezTo>
                      <a:pt x="42637" y="6174"/>
                      <a:pt x="41058" y="14288"/>
                      <a:pt x="32400" y="23000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3" name="Forme libre : forme 782">
                <a:extLst>
                  <a:ext uri="{FF2B5EF4-FFF2-40B4-BE49-F238E27FC236}">
                    <a16:creationId xmlns:a16="http://schemas.microsoft.com/office/drawing/2014/main" id="{A75E2B77-AFA3-466B-817B-97252C237FA3}"/>
                  </a:ext>
                </a:extLst>
              </p:cNvPr>
              <p:cNvSpPr/>
              <p:nvPr/>
            </p:nvSpPr>
            <p:spPr>
              <a:xfrm>
                <a:off x="4124911" y="6142662"/>
                <a:ext cx="40727" cy="40752"/>
              </a:xfrm>
              <a:custGeom>
                <a:avLst/>
                <a:gdLst>
                  <a:gd name="connsiteX0" fmla="*/ 8328 w 40727"/>
                  <a:gd name="connsiteY0" fmla="*/ 17752 h 40752"/>
                  <a:gd name="connsiteX1" fmla="*/ 40728 w 40727"/>
                  <a:gd name="connsiteY1" fmla="*/ 0 h 40752"/>
                  <a:gd name="connsiteX2" fmla="*/ 22976 w 40727"/>
                  <a:gd name="connsiteY2" fmla="*/ 32400 h 40752"/>
                  <a:gd name="connsiteX3" fmla="*/ 2120 w 40727"/>
                  <a:gd name="connsiteY3" fmla="*/ 38608 h 40752"/>
                  <a:gd name="connsiteX4" fmla="*/ 8328 w 40727"/>
                  <a:gd name="connsiteY4" fmla="*/ 17752 h 40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7" h="40752">
                    <a:moveTo>
                      <a:pt x="8328" y="17752"/>
                    </a:moveTo>
                    <a:cubicBezTo>
                      <a:pt x="17040" y="9039"/>
                      <a:pt x="18402" y="16118"/>
                      <a:pt x="40728" y="0"/>
                    </a:cubicBezTo>
                    <a:cubicBezTo>
                      <a:pt x="25209" y="20638"/>
                      <a:pt x="31689" y="23687"/>
                      <a:pt x="22976" y="32400"/>
                    </a:cubicBezTo>
                    <a:cubicBezTo>
                      <a:pt x="14263" y="41113"/>
                      <a:pt x="6150" y="42692"/>
                      <a:pt x="2120" y="38608"/>
                    </a:cubicBezTo>
                    <a:cubicBezTo>
                      <a:pt x="-1909" y="34578"/>
                      <a:pt x="-385" y="26464"/>
                      <a:pt x="8328" y="17752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4" name="Forme libre : forme 783">
                <a:extLst>
                  <a:ext uri="{FF2B5EF4-FFF2-40B4-BE49-F238E27FC236}">
                    <a16:creationId xmlns:a16="http://schemas.microsoft.com/office/drawing/2014/main" id="{21E4F79B-D63E-4F55-9E7D-3A859898BA04}"/>
                  </a:ext>
                </a:extLst>
              </p:cNvPr>
              <p:cNvSpPr/>
              <p:nvPr/>
            </p:nvSpPr>
            <p:spPr>
              <a:xfrm>
                <a:off x="4155347" y="6088045"/>
                <a:ext cx="20692" cy="54617"/>
              </a:xfrm>
              <a:custGeom>
                <a:avLst/>
                <a:gdLst>
                  <a:gd name="connsiteX0" fmla="*/ 20692 w 20692"/>
                  <a:gd name="connsiteY0" fmla="*/ 19168 h 54617"/>
                  <a:gd name="connsiteX1" fmla="*/ 10346 w 20692"/>
                  <a:gd name="connsiteY1" fmla="*/ 54617 h 54617"/>
                  <a:gd name="connsiteX2" fmla="*/ 0 w 20692"/>
                  <a:gd name="connsiteY2" fmla="*/ 19168 h 54617"/>
                  <a:gd name="connsiteX3" fmla="*/ 10346 w 20692"/>
                  <a:gd name="connsiteY3" fmla="*/ 0 h 54617"/>
                  <a:gd name="connsiteX4" fmla="*/ 20692 w 20692"/>
                  <a:gd name="connsiteY4" fmla="*/ 19168 h 54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692" h="54617">
                    <a:moveTo>
                      <a:pt x="20692" y="19168"/>
                    </a:moveTo>
                    <a:cubicBezTo>
                      <a:pt x="20692" y="31474"/>
                      <a:pt x="14757" y="27445"/>
                      <a:pt x="10346" y="54617"/>
                    </a:cubicBezTo>
                    <a:cubicBezTo>
                      <a:pt x="6752" y="29078"/>
                      <a:pt x="0" y="31420"/>
                      <a:pt x="0" y="19168"/>
                    </a:cubicBezTo>
                    <a:cubicBezTo>
                      <a:pt x="0" y="6916"/>
                      <a:pt x="4628" y="0"/>
                      <a:pt x="10346" y="0"/>
                    </a:cubicBezTo>
                    <a:cubicBezTo>
                      <a:pt x="16064" y="0"/>
                      <a:pt x="20692" y="6861"/>
                      <a:pt x="20692" y="19168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5" name="Forme libre : forme 784">
                <a:extLst>
                  <a:ext uri="{FF2B5EF4-FFF2-40B4-BE49-F238E27FC236}">
                    <a16:creationId xmlns:a16="http://schemas.microsoft.com/office/drawing/2014/main" id="{40894503-F06E-4033-B63D-262AC7F5A253}"/>
                  </a:ext>
                </a:extLst>
              </p:cNvPr>
              <p:cNvSpPr/>
              <p:nvPr/>
            </p:nvSpPr>
            <p:spPr>
              <a:xfrm>
                <a:off x="4155293" y="6142717"/>
                <a:ext cx="20692" cy="54616"/>
              </a:xfrm>
              <a:custGeom>
                <a:avLst/>
                <a:gdLst>
                  <a:gd name="connsiteX0" fmla="*/ 0 w 20692"/>
                  <a:gd name="connsiteY0" fmla="*/ 35449 h 54616"/>
                  <a:gd name="connsiteX1" fmla="*/ 10346 w 20692"/>
                  <a:gd name="connsiteY1" fmla="*/ 0 h 54616"/>
                  <a:gd name="connsiteX2" fmla="*/ 20692 w 20692"/>
                  <a:gd name="connsiteY2" fmla="*/ 35449 h 54616"/>
                  <a:gd name="connsiteX3" fmla="*/ 10346 w 20692"/>
                  <a:gd name="connsiteY3" fmla="*/ 54617 h 54616"/>
                  <a:gd name="connsiteX4" fmla="*/ 0 w 20692"/>
                  <a:gd name="connsiteY4" fmla="*/ 35449 h 54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692" h="54616">
                    <a:moveTo>
                      <a:pt x="0" y="35449"/>
                    </a:moveTo>
                    <a:cubicBezTo>
                      <a:pt x="0" y="23143"/>
                      <a:pt x="5935" y="27172"/>
                      <a:pt x="10346" y="0"/>
                    </a:cubicBezTo>
                    <a:cubicBezTo>
                      <a:pt x="13940" y="25539"/>
                      <a:pt x="20692" y="23197"/>
                      <a:pt x="20692" y="35449"/>
                    </a:cubicBezTo>
                    <a:cubicBezTo>
                      <a:pt x="20692" y="47701"/>
                      <a:pt x="16064" y="54617"/>
                      <a:pt x="10346" y="54617"/>
                    </a:cubicBezTo>
                    <a:cubicBezTo>
                      <a:pt x="4629" y="54617"/>
                      <a:pt x="0" y="47756"/>
                      <a:pt x="0" y="35449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6" name="Forme libre : forme 785">
                <a:extLst>
                  <a:ext uri="{FF2B5EF4-FFF2-40B4-BE49-F238E27FC236}">
                    <a16:creationId xmlns:a16="http://schemas.microsoft.com/office/drawing/2014/main" id="{025DEBE3-908C-4B57-B85E-3468110CFE5C}"/>
                  </a:ext>
                </a:extLst>
              </p:cNvPr>
              <p:cNvSpPr/>
              <p:nvPr/>
            </p:nvSpPr>
            <p:spPr>
              <a:xfrm>
                <a:off x="4111022" y="6132316"/>
                <a:ext cx="54617" cy="20692"/>
              </a:xfrm>
              <a:custGeom>
                <a:avLst/>
                <a:gdLst>
                  <a:gd name="connsiteX0" fmla="*/ 19168 w 54617"/>
                  <a:gd name="connsiteY0" fmla="*/ 0 h 20692"/>
                  <a:gd name="connsiteX1" fmla="*/ 54617 w 54617"/>
                  <a:gd name="connsiteY1" fmla="*/ 10346 h 20692"/>
                  <a:gd name="connsiteX2" fmla="*/ 19168 w 54617"/>
                  <a:gd name="connsiteY2" fmla="*/ 20692 h 20692"/>
                  <a:gd name="connsiteX3" fmla="*/ 0 w 54617"/>
                  <a:gd name="connsiteY3" fmla="*/ 10346 h 20692"/>
                  <a:gd name="connsiteX4" fmla="*/ 19168 w 54617"/>
                  <a:gd name="connsiteY4" fmla="*/ 0 h 20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617" h="20692">
                    <a:moveTo>
                      <a:pt x="19168" y="0"/>
                    </a:moveTo>
                    <a:cubicBezTo>
                      <a:pt x="31474" y="0"/>
                      <a:pt x="27445" y="5936"/>
                      <a:pt x="54617" y="10346"/>
                    </a:cubicBezTo>
                    <a:cubicBezTo>
                      <a:pt x="29078" y="13940"/>
                      <a:pt x="31420" y="20692"/>
                      <a:pt x="19168" y="20692"/>
                    </a:cubicBezTo>
                    <a:cubicBezTo>
                      <a:pt x="6916" y="20692"/>
                      <a:pt x="0" y="16064"/>
                      <a:pt x="0" y="10346"/>
                    </a:cubicBezTo>
                    <a:cubicBezTo>
                      <a:pt x="0" y="4628"/>
                      <a:pt x="6861" y="0"/>
                      <a:pt x="19168" y="0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7" name="Forme libre : forme 786">
                <a:extLst>
                  <a:ext uri="{FF2B5EF4-FFF2-40B4-BE49-F238E27FC236}">
                    <a16:creationId xmlns:a16="http://schemas.microsoft.com/office/drawing/2014/main" id="{6C657797-65AF-4BE9-8944-E404319E3238}"/>
                  </a:ext>
                </a:extLst>
              </p:cNvPr>
              <p:cNvSpPr/>
              <p:nvPr/>
            </p:nvSpPr>
            <p:spPr>
              <a:xfrm>
                <a:off x="4165694" y="6132316"/>
                <a:ext cx="54617" cy="20692"/>
              </a:xfrm>
              <a:custGeom>
                <a:avLst/>
                <a:gdLst>
                  <a:gd name="connsiteX0" fmla="*/ 35449 w 54617"/>
                  <a:gd name="connsiteY0" fmla="*/ 20692 h 20692"/>
                  <a:gd name="connsiteX1" fmla="*/ 0 w 54617"/>
                  <a:gd name="connsiteY1" fmla="*/ 10346 h 20692"/>
                  <a:gd name="connsiteX2" fmla="*/ 35449 w 54617"/>
                  <a:gd name="connsiteY2" fmla="*/ 0 h 20692"/>
                  <a:gd name="connsiteX3" fmla="*/ 54617 w 54617"/>
                  <a:gd name="connsiteY3" fmla="*/ 10346 h 20692"/>
                  <a:gd name="connsiteX4" fmla="*/ 35449 w 54617"/>
                  <a:gd name="connsiteY4" fmla="*/ 20692 h 20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617" h="20692">
                    <a:moveTo>
                      <a:pt x="35449" y="20692"/>
                    </a:moveTo>
                    <a:cubicBezTo>
                      <a:pt x="23143" y="20692"/>
                      <a:pt x="27172" y="14757"/>
                      <a:pt x="0" y="10346"/>
                    </a:cubicBezTo>
                    <a:cubicBezTo>
                      <a:pt x="25539" y="6752"/>
                      <a:pt x="23197" y="0"/>
                      <a:pt x="35449" y="0"/>
                    </a:cubicBezTo>
                    <a:cubicBezTo>
                      <a:pt x="47702" y="0"/>
                      <a:pt x="54617" y="4628"/>
                      <a:pt x="54617" y="10346"/>
                    </a:cubicBezTo>
                    <a:cubicBezTo>
                      <a:pt x="54617" y="16064"/>
                      <a:pt x="47756" y="20692"/>
                      <a:pt x="35449" y="20692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88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4421681" y="6340765"/>
              <a:ext cx="85765" cy="85764"/>
              <a:chOff x="4421681" y="6340765"/>
              <a:chExt cx="85765" cy="85764"/>
            </a:xfrm>
            <a:solidFill>
              <a:srgbClr val="B26508"/>
            </a:solidFill>
          </p:grpSpPr>
          <p:sp>
            <p:nvSpPr>
              <p:cNvPr id="789" name="Forme libre : forme 788">
                <a:extLst>
                  <a:ext uri="{FF2B5EF4-FFF2-40B4-BE49-F238E27FC236}">
                    <a16:creationId xmlns:a16="http://schemas.microsoft.com/office/drawing/2014/main" id="{8CBE95C4-7572-4A50-B317-B41D30240240}"/>
                  </a:ext>
                </a:extLst>
              </p:cNvPr>
              <p:cNvSpPr/>
              <p:nvPr/>
            </p:nvSpPr>
            <p:spPr>
              <a:xfrm>
                <a:off x="4464591" y="6383675"/>
                <a:ext cx="31977" cy="31977"/>
              </a:xfrm>
              <a:custGeom>
                <a:avLst/>
                <a:gdLst>
                  <a:gd name="connsiteX0" fmla="*/ 13940 w 31977"/>
                  <a:gd name="connsiteY0" fmla="*/ 25430 h 31977"/>
                  <a:gd name="connsiteX1" fmla="*/ 0 w 31977"/>
                  <a:gd name="connsiteY1" fmla="*/ 0 h 31977"/>
                  <a:gd name="connsiteX2" fmla="*/ 25430 w 31977"/>
                  <a:gd name="connsiteY2" fmla="*/ 13940 h 31977"/>
                  <a:gd name="connsiteX3" fmla="*/ 30331 w 31977"/>
                  <a:gd name="connsiteY3" fmla="*/ 30330 h 31977"/>
                  <a:gd name="connsiteX4" fmla="*/ 13940 w 31977"/>
                  <a:gd name="connsiteY4" fmla="*/ 25430 h 31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77" h="31977">
                    <a:moveTo>
                      <a:pt x="13940" y="25430"/>
                    </a:moveTo>
                    <a:cubicBezTo>
                      <a:pt x="7133" y="18623"/>
                      <a:pt x="12633" y="17534"/>
                      <a:pt x="0" y="0"/>
                    </a:cubicBezTo>
                    <a:cubicBezTo>
                      <a:pt x="16173" y="12198"/>
                      <a:pt x="18623" y="7133"/>
                      <a:pt x="25430" y="13940"/>
                    </a:cubicBezTo>
                    <a:cubicBezTo>
                      <a:pt x="32237" y="20747"/>
                      <a:pt x="33489" y="27172"/>
                      <a:pt x="30331" y="30330"/>
                    </a:cubicBezTo>
                    <a:cubicBezTo>
                      <a:pt x="27173" y="33489"/>
                      <a:pt x="20747" y="32237"/>
                      <a:pt x="13940" y="25430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0" name="Forme libre : forme 789">
                <a:extLst>
                  <a:ext uri="{FF2B5EF4-FFF2-40B4-BE49-F238E27FC236}">
                    <a16:creationId xmlns:a16="http://schemas.microsoft.com/office/drawing/2014/main" id="{0BDC72DA-410C-41C7-B85A-7699655CD2D1}"/>
                  </a:ext>
                </a:extLst>
              </p:cNvPr>
              <p:cNvSpPr/>
              <p:nvPr/>
            </p:nvSpPr>
            <p:spPr>
              <a:xfrm>
                <a:off x="4432613" y="6351642"/>
                <a:ext cx="31977" cy="31977"/>
              </a:xfrm>
              <a:custGeom>
                <a:avLst/>
                <a:gdLst>
                  <a:gd name="connsiteX0" fmla="*/ 18038 w 31977"/>
                  <a:gd name="connsiteY0" fmla="*/ 6548 h 31977"/>
                  <a:gd name="connsiteX1" fmla="*/ 31978 w 31977"/>
                  <a:gd name="connsiteY1" fmla="*/ 31978 h 31977"/>
                  <a:gd name="connsiteX2" fmla="*/ 6548 w 31977"/>
                  <a:gd name="connsiteY2" fmla="*/ 18038 h 31977"/>
                  <a:gd name="connsiteX3" fmla="*/ 1647 w 31977"/>
                  <a:gd name="connsiteY3" fmla="*/ 1647 h 31977"/>
                  <a:gd name="connsiteX4" fmla="*/ 18038 w 31977"/>
                  <a:gd name="connsiteY4" fmla="*/ 6548 h 31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77" h="31977">
                    <a:moveTo>
                      <a:pt x="18038" y="6548"/>
                    </a:moveTo>
                    <a:cubicBezTo>
                      <a:pt x="24844" y="13354"/>
                      <a:pt x="19345" y="14444"/>
                      <a:pt x="31978" y="31978"/>
                    </a:cubicBezTo>
                    <a:cubicBezTo>
                      <a:pt x="15805" y="19780"/>
                      <a:pt x="13355" y="24844"/>
                      <a:pt x="6548" y="18038"/>
                    </a:cubicBezTo>
                    <a:cubicBezTo>
                      <a:pt x="-259" y="11231"/>
                      <a:pt x="-1511" y="4806"/>
                      <a:pt x="1647" y="1647"/>
                    </a:cubicBezTo>
                    <a:cubicBezTo>
                      <a:pt x="4805" y="-1511"/>
                      <a:pt x="11176" y="-259"/>
                      <a:pt x="18038" y="6548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1" name="Forme libre : forme 790">
                <a:extLst>
                  <a:ext uri="{FF2B5EF4-FFF2-40B4-BE49-F238E27FC236}">
                    <a16:creationId xmlns:a16="http://schemas.microsoft.com/office/drawing/2014/main" id="{10044823-62FD-4505-B2C5-295927770582}"/>
                  </a:ext>
                </a:extLst>
              </p:cNvPr>
              <p:cNvSpPr/>
              <p:nvPr/>
            </p:nvSpPr>
            <p:spPr>
              <a:xfrm>
                <a:off x="4464591" y="6351697"/>
                <a:ext cx="31990" cy="31977"/>
              </a:xfrm>
              <a:custGeom>
                <a:avLst/>
                <a:gdLst>
                  <a:gd name="connsiteX0" fmla="*/ 25430 w 31990"/>
                  <a:gd name="connsiteY0" fmla="*/ 18037 h 31977"/>
                  <a:gd name="connsiteX1" fmla="*/ 0 w 31990"/>
                  <a:gd name="connsiteY1" fmla="*/ 31978 h 31977"/>
                  <a:gd name="connsiteX2" fmla="*/ 13940 w 31990"/>
                  <a:gd name="connsiteY2" fmla="*/ 6548 h 31977"/>
                  <a:gd name="connsiteX3" fmla="*/ 30331 w 31990"/>
                  <a:gd name="connsiteY3" fmla="*/ 1647 h 31977"/>
                  <a:gd name="connsiteX4" fmla="*/ 25430 w 31990"/>
                  <a:gd name="connsiteY4" fmla="*/ 18037 h 31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90" h="31977">
                    <a:moveTo>
                      <a:pt x="25430" y="18037"/>
                    </a:moveTo>
                    <a:cubicBezTo>
                      <a:pt x="18623" y="24844"/>
                      <a:pt x="17534" y="19345"/>
                      <a:pt x="0" y="31978"/>
                    </a:cubicBezTo>
                    <a:cubicBezTo>
                      <a:pt x="12198" y="15805"/>
                      <a:pt x="7133" y="13354"/>
                      <a:pt x="13940" y="6548"/>
                    </a:cubicBezTo>
                    <a:cubicBezTo>
                      <a:pt x="20747" y="-259"/>
                      <a:pt x="27173" y="-1511"/>
                      <a:pt x="30331" y="1647"/>
                    </a:cubicBezTo>
                    <a:cubicBezTo>
                      <a:pt x="33489" y="4805"/>
                      <a:pt x="32291" y="11177"/>
                      <a:pt x="25430" y="18037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2" name="Forme libre : forme 791">
                <a:extLst>
                  <a:ext uri="{FF2B5EF4-FFF2-40B4-BE49-F238E27FC236}">
                    <a16:creationId xmlns:a16="http://schemas.microsoft.com/office/drawing/2014/main" id="{32208E9C-03BF-4AB5-93DF-23966004C4AD}"/>
                  </a:ext>
                </a:extLst>
              </p:cNvPr>
              <p:cNvSpPr/>
              <p:nvPr/>
            </p:nvSpPr>
            <p:spPr>
              <a:xfrm>
                <a:off x="4432576" y="6383675"/>
                <a:ext cx="32014" cy="31977"/>
              </a:xfrm>
              <a:custGeom>
                <a:avLst/>
                <a:gdLst>
                  <a:gd name="connsiteX0" fmla="*/ 6585 w 32014"/>
                  <a:gd name="connsiteY0" fmla="*/ 13940 h 31977"/>
                  <a:gd name="connsiteX1" fmla="*/ 32015 w 32014"/>
                  <a:gd name="connsiteY1" fmla="*/ 0 h 31977"/>
                  <a:gd name="connsiteX2" fmla="*/ 18074 w 32014"/>
                  <a:gd name="connsiteY2" fmla="*/ 25430 h 31977"/>
                  <a:gd name="connsiteX3" fmla="*/ 1684 w 32014"/>
                  <a:gd name="connsiteY3" fmla="*/ 30330 h 31977"/>
                  <a:gd name="connsiteX4" fmla="*/ 6585 w 32014"/>
                  <a:gd name="connsiteY4" fmla="*/ 13940 h 31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014" h="31977">
                    <a:moveTo>
                      <a:pt x="6585" y="13940"/>
                    </a:moveTo>
                    <a:cubicBezTo>
                      <a:pt x="13391" y="7133"/>
                      <a:pt x="14480" y="12633"/>
                      <a:pt x="32015" y="0"/>
                    </a:cubicBezTo>
                    <a:cubicBezTo>
                      <a:pt x="19817" y="16173"/>
                      <a:pt x="24881" y="18623"/>
                      <a:pt x="18074" y="25430"/>
                    </a:cubicBezTo>
                    <a:cubicBezTo>
                      <a:pt x="11268" y="32237"/>
                      <a:pt x="4842" y="33489"/>
                      <a:pt x="1684" y="30330"/>
                    </a:cubicBezTo>
                    <a:cubicBezTo>
                      <a:pt x="-1529" y="27118"/>
                      <a:pt x="-276" y="20747"/>
                      <a:pt x="6585" y="13940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3" name="Forme libre : forme 792">
                <a:extLst>
                  <a:ext uri="{FF2B5EF4-FFF2-40B4-BE49-F238E27FC236}">
                    <a16:creationId xmlns:a16="http://schemas.microsoft.com/office/drawing/2014/main" id="{03895A5D-4E8E-4B1E-BBA9-85B0B372D2DE}"/>
                  </a:ext>
                </a:extLst>
              </p:cNvPr>
              <p:cNvSpPr/>
              <p:nvPr/>
            </p:nvSpPr>
            <p:spPr>
              <a:xfrm>
                <a:off x="4456477" y="6340765"/>
                <a:ext cx="16227" cy="42855"/>
              </a:xfrm>
              <a:custGeom>
                <a:avLst/>
                <a:gdLst>
                  <a:gd name="connsiteX0" fmla="*/ 16227 w 16227"/>
                  <a:gd name="connsiteY0" fmla="*/ 15029 h 42855"/>
                  <a:gd name="connsiteX1" fmla="*/ 8114 w 16227"/>
                  <a:gd name="connsiteY1" fmla="*/ 42855 h 42855"/>
                  <a:gd name="connsiteX2" fmla="*/ 0 w 16227"/>
                  <a:gd name="connsiteY2" fmla="*/ 15029 h 42855"/>
                  <a:gd name="connsiteX3" fmla="*/ 8114 w 16227"/>
                  <a:gd name="connsiteY3" fmla="*/ 0 h 42855"/>
                  <a:gd name="connsiteX4" fmla="*/ 16227 w 16227"/>
                  <a:gd name="connsiteY4" fmla="*/ 15029 h 42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27" h="42855">
                    <a:moveTo>
                      <a:pt x="16227" y="15029"/>
                    </a:moveTo>
                    <a:cubicBezTo>
                      <a:pt x="16227" y="24667"/>
                      <a:pt x="11544" y="21509"/>
                      <a:pt x="8114" y="42855"/>
                    </a:cubicBezTo>
                    <a:cubicBezTo>
                      <a:pt x="5282" y="22762"/>
                      <a:pt x="0" y="24667"/>
                      <a:pt x="0" y="15029"/>
                    </a:cubicBezTo>
                    <a:cubicBezTo>
                      <a:pt x="0" y="5391"/>
                      <a:pt x="3648" y="0"/>
                      <a:pt x="8114" y="0"/>
                    </a:cubicBezTo>
                    <a:cubicBezTo>
                      <a:pt x="12579" y="0"/>
                      <a:pt x="16227" y="5391"/>
                      <a:pt x="16227" y="15029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4" name="Forme libre : forme 793">
                <a:extLst>
                  <a:ext uri="{FF2B5EF4-FFF2-40B4-BE49-F238E27FC236}">
                    <a16:creationId xmlns:a16="http://schemas.microsoft.com/office/drawing/2014/main" id="{A314FE08-317D-4BB9-A9D6-8A4E30CF264E}"/>
                  </a:ext>
                </a:extLst>
              </p:cNvPr>
              <p:cNvSpPr/>
              <p:nvPr/>
            </p:nvSpPr>
            <p:spPr>
              <a:xfrm>
                <a:off x="4456422" y="6383675"/>
                <a:ext cx="16227" cy="42855"/>
              </a:xfrm>
              <a:custGeom>
                <a:avLst/>
                <a:gdLst>
                  <a:gd name="connsiteX0" fmla="*/ 0 w 16227"/>
                  <a:gd name="connsiteY0" fmla="*/ 27826 h 42855"/>
                  <a:gd name="connsiteX1" fmla="*/ 8114 w 16227"/>
                  <a:gd name="connsiteY1" fmla="*/ 0 h 42855"/>
                  <a:gd name="connsiteX2" fmla="*/ 16227 w 16227"/>
                  <a:gd name="connsiteY2" fmla="*/ 27826 h 42855"/>
                  <a:gd name="connsiteX3" fmla="*/ 8114 w 16227"/>
                  <a:gd name="connsiteY3" fmla="*/ 42855 h 42855"/>
                  <a:gd name="connsiteX4" fmla="*/ 0 w 16227"/>
                  <a:gd name="connsiteY4" fmla="*/ 27826 h 42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27" h="42855">
                    <a:moveTo>
                      <a:pt x="0" y="27826"/>
                    </a:moveTo>
                    <a:cubicBezTo>
                      <a:pt x="0" y="18187"/>
                      <a:pt x="4683" y="21346"/>
                      <a:pt x="8114" y="0"/>
                    </a:cubicBezTo>
                    <a:cubicBezTo>
                      <a:pt x="10945" y="20093"/>
                      <a:pt x="16227" y="18187"/>
                      <a:pt x="16227" y="27826"/>
                    </a:cubicBezTo>
                    <a:cubicBezTo>
                      <a:pt x="16227" y="37464"/>
                      <a:pt x="12579" y="42855"/>
                      <a:pt x="8114" y="42855"/>
                    </a:cubicBezTo>
                    <a:cubicBezTo>
                      <a:pt x="3648" y="42855"/>
                      <a:pt x="0" y="37518"/>
                      <a:pt x="0" y="27826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5" name="Forme libre : forme 794">
                <a:extLst>
                  <a:ext uri="{FF2B5EF4-FFF2-40B4-BE49-F238E27FC236}">
                    <a16:creationId xmlns:a16="http://schemas.microsoft.com/office/drawing/2014/main" id="{A67EE774-57CC-47CE-814B-7352CA651C2C}"/>
                  </a:ext>
                </a:extLst>
              </p:cNvPr>
              <p:cNvSpPr/>
              <p:nvPr/>
            </p:nvSpPr>
            <p:spPr>
              <a:xfrm>
                <a:off x="4421681" y="6375507"/>
                <a:ext cx="42855" cy="16227"/>
              </a:xfrm>
              <a:custGeom>
                <a:avLst/>
                <a:gdLst>
                  <a:gd name="connsiteX0" fmla="*/ 15029 w 42855"/>
                  <a:gd name="connsiteY0" fmla="*/ 0 h 16227"/>
                  <a:gd name="connsiteX1" fmla="*/ 42855 w 42855"/>
                  <a:gd name="connsiteY1" fmla="*/ 8114 h 16227"/>
                  <a:gd name="connsiteX2" fmla="*/ 15029 w 42855"/>
                  <a:gd name="connsiteY2" fmla="*/ 16227 h 16227"/>
                  <a:gd name="connsiteX3" fmla="*/ 0 w 42855"/>
                  <a:gd name="connsiteY3" fmla="*/ 8114 h 16227"/>
                  <a:gd name="connsiteX4" fmla="*/ 15029 w 42855"/>
                  <a:gd name="connsiteY4" fmla="*/ 0 h 16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55" h="16227">
                    <a:moveTo>
                      <a:pt x="15029" y="0"/>
                    </a:moveTo>
                    <a:cubicBezTo>
                      <a:pt x="24668" y="0"/>
                      <a:pt x="21509" y="4683"/>
                      <a:pt x="42855" y="8114"/>
                    </a:cubicBezTo>
                    <a:cubicBezTo>
                      <a:pt x="22762" y="10945"/>
                      <a:pt x="24668" y="16227"/>
                      <a:pt x="15029" y="16227"/>
                    </a:cubicBezTo>
                    <a:cubicBezTo>
                      <a:pt x="5391" y="16227"/>
                      <a:pt x="0" y="12579"/>
                      <a:pt x="0" y="8114"/>
                    </a:cubicBezTo>
                    <a:cubicBezTo>
                      <a:pt x="0" y="3648"/>
                      <a:pt x="5391" y="0"/>
                      <a:pt x="15029" y="0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6" name="Forme libre : forme 795">
                <a:extLst>
                  <a:ext uri="{FF2B5EF4-FFF2-40B4-BE49-F238E27FC236}">
                    <a16:creationId xmlns:a16="http://schemas.microsoft.com/office/drawing/2014/main" id="{536061F6-CA67-4932-AF5D-6223F10CDF22}"/>
                  </a:ext>
                </a:extLst>
              </p:cNvPr>
              <p:cNvSpPr/>
              <p:nvPr/>
            </p:nvSpPr>
            <p:spPr>
              <a:xfrm>
                <a:off x="4464591" y="6375561"/>
                <a:ext cx="42855" cy="16227"/>
              </a:xfrm>
              <a:custGeom>
                <a:avLst/>
                <a:gdLst>
                  <a:gd name="connsiteX0" fmla="*/ 27826 w 42855"/>
                  <a:gd name="connsiteY0" fmla="*/ 16227 h 16227"/>
                  <a:gd name="connsiteX1" fmla="*/ 0 w 42855"/>
                  <a:gd name="connsiteY1" fmla="*/ 8114 h 16227"/>
                  <a:gd name="connsiteX2" fmla="*/ 27826 w 42855"/>
                  <a:gd name="connsiteY2" fmla="*/ 0 h 16227"/>
                  <a:gd name="connsiteX3" fmla="*/ 42855 w 42855"/>
                  <a:gd name="connsiteY3" fmla="*/ 8114 h 16227"/>
                  <a:gd name="connsiteX4" fmla="*/ 27826 w 42855"/>
                  <a:gd name="connsiteY4" fmla="*/ 16227 h 16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55" h="16227">
                    <a:moveTo>
                      <a:pt x="27826" y="16227"/>
                    </a:moveTo>
                    <a:cubicBezTo>
                      <a:pt x="18188" y="16227"/>
                      <a:pt x="21346" y="11544"/>
                      <a:pt x="0" y="8114"/>
                    </a:cubicBezTo>
                    <a:cubicBezTo>
                      <a:pt x="20093" y="5282"/>
                      <a:pt x="18188" y="0"/>
                      <a:pt x="27826" y="0"/>
                    </a:cubicBezTo>
                    <a:cubicBezTo>
                      <a:pt x="37464" y="0"/>
                      <a:pt x="42855" y="3649"/>
                      <a:pt x="42855" y="8114"/>
                    </a:cubicBezTo>
                    <a:cubicBezTo>
                      <a:pt x="42910" y="12579"/>
                      <a:pt x="37519" y="16227"/>
                      <a:pt x="27826" y="16227"/>
                    </a:cubicBezTo>
                    <a:close/>
                  </a:path>
                </a:pathLst>
              </a:custGeom>
              <a:solidFill>
                <a:srgbClr val="B26508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EFB9CC97-9A46-4817-88F0-1D5FADCF401A}"/>
                </a:ext>
              </a:extLst>
            </p:cNvPr>
            <p:cNvSpPr/>
            <p:nvPr/>
          </p:nvSpPr>
          <p:spPr>
            <a:xfrm>
              <a:off x="4616637" y="5962297"/>
              <a:ext cx="53489" cy="72277"/>
            </a:xfrm>
            <a:custGeom>
              <a:avLst/>
              <a:gdLst>
                <a:gd name="connsiteX0" fmla="*/ 22805 w 53489"/>
                <a:gd name="connsiteY0" fmla="*/ 4806 h 72277"/>
                <a:gd name="connsiteX1" fmla="*/ 8212 w 53489"/>
                <a:gd name="connsiteY1" fmla="*/ 22612 h 72277"/>
                <a:gd name="connsiteX2" fmla="*/ 534 w 53489"/>
                <a:gd name="connsiteY2" fmla="*/ 43359 h 72277"/>
                <a:gd name="connsiteX3" fmla="*/ 3801 w 53489"/>
                <a:gd name="connsiteY3" fmla="*/ 64868 h 72277"/>
                <a:gd name="connsiteX4" fmla="*/ 10771 w 53489"/>
                <a:gd name="connsiteY4" fmla="*/ 71512 h 72277"/>
                <a:gd name="connsiteX5" fmla="*/ 19973 w 53489"/>
                <a:gd name="connsiteY5" fmla="*/ 70368 h 72277"/>
                <a:gd name="connsiteX6" fmla="*/ 24765 w 53489"/>
                <a:gd name="connsiteY6" fmla="*/ 52997 h 72277"/>
                <a:gd name="connsiteX7" fmla="*/ 36037 w 53489"/>
                <a:gd name="connsiteY7" fmla="*/ 43250 h 72277"/>
                <a:gd name="connsiteX8" fmla="*/ 51502 w 53489"/>
                <a:gd name="connsiteY8" fmla="*/ 23756 h 72277"/>
                <a:gd name="connsiteX9" fmla="*/ 53299 w 53489"/>
                <a:gd name="connsiteY9" fmla="*/ 11231 h 72277"/>
                <a:gd name="connsiteX10" fmla="*/ 22805 w 53489"/>
                <a:gd name="connsiteY10" fmla="*/ 4806 h 7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489" h="72277">
                  <a:moveTo>
                    <a:pt x="22805" y="4806"/>
                  </a:moveTo>
                  <a:cubicBezTo>
                    <a:pt x="16107" y="8781"/>
                    <a:pt x="11805" y="15697"/>
                    <a:pt x="8212" y="22612"/>
                  </a:cubicBezTo>
                  <a:cubicBezTo>
                    <a:pt x="4781" y="29201"/>
                    <a:pt x="1731" y="36062"/>
                    <a:pt x="534" y="43359"/>
                  </a:cubicBezTo>
                  <a:cubicBezTo>
                    <a:pt x="-664" y="50656"/>
                    <a:pt x="43" y="58497"/>
                    <a:pt x="3801" y="64868"/>
                  </a:cubicBezTo>
                  <a:cubicBezTo>
                    <a:pt x="5434" y="67700"/>
                    <a:pt x="7776" y="70259"/>
                    <a:pt x="10771" y="71512"/>
                  </a:cubicBezTo>
                  <a:cubicBezTo>
                    <a:pt x="13766" y="72764"/>
                    <a:pt x="17523" y="72546"/>
                    <a:pt x="19973" y="70368"/>
                  </a:cubicBezTo>
                  <a:cubicBezTo>
                    <a:pt x="24548" y="66284"/>
                    <a:pt x="22206" y="58552"/>
                    <a:pt x="24765" y="52997"/>
                  </a:cubicBezTo>
                  <a:cubicBezTo>
                    <a:pt x="26889" y="48423"/>
                    <a:pt x="31844" y="46027"/>
                    <a:pt x="36037" y="43250"/>
                  </a:cubicBezTo>
                  <a:cubicBezTo>
                    <a:pt x="43007" y="38512"/>
                    <a:pt x="48507" y="31597"/>
                    <a:pt x="51502" y="23756"/>
                  </a:cubicBezTo>
                  <a:cubicBezTo>
                    <a:pt x="53027" y="19781"/>
                    <a:pt x="53898" y="15424"/>
                    <a:pt x="53299" y="11231"/>
                  </a:cubicBezTo>
                  <a:cubicBezTo>
                    <a:pt x="51067" y="-4070"/>
                    <a:pt x="32825" y="-1130"/>
                    <a:pt x="22805" y="4806"/>
                  </a:cubicBezTo>
                  <a:close/>
                </a:path>
              </a:pathLst>
            </a:custGeom>
            <a:solidFill>
              <a:srgbClr val="FFFFFF">
                <a:alpha val="24000"/>
              </a:srgbClr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63477DA3-84B6-4C0E-BF47-B79F70644A4F}"/>
                </a:ext>
              </a:extLst>
            </p:cNvPr>
            <p:cNvSpPr/>
            <p:nvPr/>
          </p:nvSpPr>
          <p:spPr>
            <a:xfrm>
              <a:off x="4124297" y="6100313"/>
              <a:ext cx="67064" cy="83601"/>
            </a:xfrm>
            <a:custGeom>
              <a:avLst/>
              <a:gdLst>
                <a:gd name="connsiteX0" fmla="*/ 556 w 67064"/>
                <a:gd name="connsiteY0" fmla="*/ 34235 h 83601"/>
                <a:gd name="connsiteX1" fmla="*/ 10304 w 67064"/>
                <a:gd name="connsiteY1" fmla="*/ 72516 h 83601"/>
                <a:gd name="connsiteX2" fmla="*/ 22066 w 67064"/>
                <a:gd name="connsiteY2" fmla="*/ 81719 h 83601"/>
                <a:gd name="connsiteX3" fmla="*/ 38837 w 67064"/>
                <a:gd name="connsiteY3" fmla="*/ 83407 h 83601"/>
                <a:gd name="connsiteX4" fmla="*/ 61762 w 67064"/>
                <a:gd name="connsiteY4" fmla="*/ 75456 h 83601"/>
                <a:gd name="connsiteX5" fmla="*/ 63015 w 67064"/>
                <a:gd name="connsiteY5" fmla="*/ 53566 h 83601"/>
                <a:gd name="connsiteX6" fmla="*/ 55936 w 67064"/>
                <a:gd name="connsiteY6" fmla="*/ 50135 h 83601"/>
                <a:gd name="connsiteX7" fmla="*/ 37531 w 67064"/>
                <a:gd name="connsiteY7" fmla="*/ 44690 h 83601"/>
                <a:gd name="connsiteX8" fmla="*/ 26259 w 67064"/>
                <a:gd name="connsiteY8" fmla="*/ 30314 h 83601"/>
                <a:gd name="connsiteX9" fmla="*/ 30234 w 67064"/>
                <a:gd name="connsiteY9" fmla="*/ 13107 h 83601"/>
                <a:gd name="connsiteX10" fmla="*/ 24081 w 67064"/>
                <a:gd name="connsiteY10" fmla="*/ 855 h 83601"/>
                <a:gd name="connsiteX11" fmla="*/ 12754 w 67064"/>
                <a:gd name="connsiteY11" fmla="*/ 5919 h 83601"/>
                <a:gd name="connsiteX12" fmla="*/ 556 w 67064"/>
                <a:gd name="connsiteY12" fmla="*/ 34235 h 8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7064" h="83601">
                  <a:moveTo>
                    <a:pt x="556" y="34235"/>
                  </a:moveTo>
                  <a:cubicBezTo>
                    <a:pt x="-1404" y="47630"/>
                    <a:pt x="1809" y="61952"/>
                    <a:pt x="10304" y="72516"/>
                  </a:cubicBezTo>
                  <a:cubicBezTo>
                    <a:pt x="13462" y="76437"/>
                    <a:pt x="17383" y="79867"/>
                    <a:pt x="22066" y="81719"/>
                  </a:cubicBezTo>
                  <a:cubicBezTo>
                    <a:pt x="27348" y="83788"/>
                    <a:pt x="33174" y="83788"/>
                    <a:pt x="38837" y="83407"/>
                  </a:cubicBezTo>
                  <a:cubicBezTo>
                    <a:pt x="47060" y="82808"/>
                    <a:pt x="55773" y="81174"/>
                    <a:pt x="61762" y="75456"/>
                  </a:cubicBezTo>
                  <a:cubicBezTo>
                    <a:pt x="67752" y="69793"/>
                    <a:pt x="69332" y="58902"/>
                    <a:pt x="63015" y="53566"/>
                  </a:cubicBezTo>
                  <a:cubicBezTo>
                    <a:pt x="61000" y="51878"/>
                    <a:pt x="58441" y="50898"/>
                    <a:pt x="55936" y="50135"/>
                  </a:cubicBezTo>
                  <a:cubicBezTo>
                    <a:pt x="49783" y="48284"/>
                    <a:pt x="43303" y="47413"/>
                    <a:pt x="37531" y="44690"/>
                  </a:cubicBezTo>
                  <a:cubicBezTo>
                    <a:pt x="31758" y="41967"/>
                    <a:pt x="26531" y="36685"/>
                    <a:pt x="26259" y="30314"/>
                  </a:cubicBezTo>
                  <a:cubicBezTo>
                    <a:pt x="25986" y="24433"/>
                    <a:pt x="29961" y="19042"/>
                    <a:pt x="30234" y="13107"/>
                  </a:cubicBezTo>
                  <a:cubicBezTo>
                    <a:pt x="30452" y="8696"/>
                    <a:pt x="28165" y="2978"/>
                    <a:pt x="24081" y="855"/>
                  </a:cubicBezTo>
                  <a:cubicBezTo>
                    <a:pt x="19071" y="-1759"/>
                    <a:pt x="15640" y="2107"/>
                    <a:pt x="12754" y="5919"/>
                  </a:cubicBezTo>
                  <a:cubicBezTo>
                    <a:pt x="6437" y="14142"/>
                    <a:pt x="2081" y="23998"/>
                    <a:pt x="556" y="34235"/>
                  </a:cubicBezTo>
                  <a:close/>
                </a:path>
              </a:pathLst>
            </a:custGeom>
            <a:solidFill>
              <a:srgbClr val="FFFFFF">
                <a:alpha val="24000"/>
              </a:srgbClr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4F7FA82D-6926-4E68-BBB9-3974B8744325}"/>
                </a:ext>
              </a:extLst>
            </p:cNvPr>
            <p:cNvSpPr/>
            <p:nvPr/>
          </p:nvSpPr>
          <p:spPr>
            <a:xfrm>
              <a:off x="4424304" y="6343386"/>
              <a:ext cx="55359" cy="64349"/>
            </a:xfrm>
            <a:custGeom>
              <a:avLst/>
              <a:gdLst>
                <a:gd name="connsiteX0" fmla="*/ 7669 w 55359"/>
                <a:gd name="connsiteY0" fmla="*/ 15621 h 64349"/>
                <a:gd name="connsiteX1" fmla="*/ 2441 w 55359"/>
                <a:gd name="connsiteY1" fmla="*/ 51506 h 64349"/>
                <a:gd name="connsiteX2" fmla="*/ 11589 w 55359"/>
                <a:gd name="connsiteY2" fmla="*/ 62832 h 64349"/>
                <a:gd name="connsiteX3" fmla="*/ 31683 w 55359"/>
                <a:gd name="connsiteY3" fmla="*/ 55971 h 64349"/>
                <a:gd name="connsiteX4" fmla="*/ 37128 w 55359"/>
                <a:gd name="connsiteY4" fmla="*/ 40070 h 64349"/>
                <a:gd name="connsiteX5" fmla="*/ 42356 w 55359"/>
                <a:gd name="connsiteY5" fmla="*/ 36095 h 64349"/>
                <a:gd name="connsiteX6" fmla="*/ 54934 w 55359"/>
                <a:gd name="connsiteY6" fmla="*/ 19324 h 64349"/>
                <a:gd name="connsiteX7" fmla="*/ 39088 w 55359"/>
                <a:gd name="connsiteY7" fmla="*/ 156 h 64349"/>
                <a:gd name="connsiteX8" fmla="*/ 7669 w 55359"/>
                <a:gd name="connsiteY8" fmla="*/ 15621 h 64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59" h="64349">
                  <a:moveTo>
                    <a:pt x="7669" y="15621"/>
                  </a:moveTo>
                  <a:cubicBezTo>
                    <a:pt x="-118" y="25586"/>
                    <a:pt x="-2188" y="39744"/>
                    <a:pt x="2441" y="51506"/>
                  </a:cubicBezTo>
                  <a:cubicBezTo>
                    <a:pt x="4238" y="56134"/>
                    <a:pt x="7178" y="60545"/>
                    <a:pt x="11589" y="62832"/>
                  </a:cubicBezTo>
                  <a:cubicBezTo>
                    <a:pt x="18614" y="66535"/>
                    <a:pt x="28415" y="63159"/>
                    <a:pt x="31683" y="55971"/>
                  </a:cubicBezTo>
                  <a:cubicBezTo>
                    <a:pt x="34024" y="50798"/>
                    <a:pt x="33425" y="44318"/>
                    <a:pt x="37128" y="40070"/>
                  </a:cubicBezTo>
                  <a:cubicBezTo>
                    <a:pt x="38598" y="38437"/>
                    <a:pt x="40504" y="37293"/>
                    <a:pt x="42356" y="36095"/>
                  </a:cubicBezTo>
                  <a:cubicBezTo>
                    <a:pt x="48291" y="32120"/>
                    <a:pt x="53464" y="26348"/>
                    <a:pt x="54934" y="19324"/>
                  </a:cubicBezTo>
                  <a:cubicBezTo>
                    <a:pt x="57222" y="8542"/>
                    <a:pt x="50034" y="-1369"/>
                    <a:pt x="39088" y="156"/>
                  </a:cubicBezTo>
                  <a:cubicBezTo>
                    <a:pt x="27272" y="1790"/>
                    <a:pt x="15292" y="5874"/>
                    <a:pt x="7669" y="15621"/>
                  </a:cubicBezTo>
                  <a:close/>
                </a:path>
              </a:pathLst>
            </a:custGeom>
            <a:solidFill>
              <a:srgbClr val="FFFFFF">
                <a:alpha val="24000"/>
              </a:srgbClr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D835D3DD-F6B1-4D8B-BD0A-37F76134E2CD}"/>
                </a:ext>
              </a:extLst>
            </p:cNvPr>
            <p:cNvSpPr/>
            <p:nvPr/>
          </p:nvSpPr>
          <p:spPr>
            <a:xfrm>
              <a:off x="4114453" y="6123712"/>
              <a:ext cx="18732" cy="18732"/>
            </a:xfrm>
            <a:custGeom>
              <a:avLst/>
              <a:gdLst>
                <a:gd name="connsiteX0" fmla="*/ 18732 w 18732"/>
                <a:gd name="connsiteY0" fmla="*/ 9366 h 18732"/>
                <a:gd name="connsiteX1" fmla="*/ 9366 w 18732"/>
                <a:gd name="connsiteY1" fmla="*/ 18732 h 18732"/>
                <a:gd name="connsiteX2" fmla="*/ 0 w 18732"/>
                <a:gd name="connsiteY2" fmla="*/ 9366 h 18732"/>
                <a:gd name="connsiteX3" fmla="*/ 9366 w 18732"/>
                <a:gd name="connsiteY3" fmla="*/ 0 h 18732"/>
                <a:gd name="connsiteX4" fmla="*/ 18732 w 18732"/>
                <a:gd name="connsiteY4" fmla="*/ 9366 h 1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32" h="18732">
                  <a:moveTo>
                    <a:pt x="18732" y="9366"/>
                  </a:moveTo>
                  <a:cubicBezTo>
                    <a:pt x="18732" y="14539"/>
                    <a:pt x="14539" y="18732"/>
                    <a:pt x="9366" y="18732"/>
                  </a:cubicBezTo>
                  <a:cubicBezTo>
                    <a:pt x="4193" y="18732"/>
                    <a:pt x="0" y="14539"/>
                    <a:pt x="0" y="9366"/>
                  </a:cubicBezTo>
                  <a:cubicBezTo>
                    <a:pt x="0" y="4193"/>
                    <a:pt x="4193" y="0"/>
                    <a:pt x="9366" y="0"/>
                  </a:cubicBezTo>
                  <a:cubicBezTo>
                    <a:pt x="14539" y="0"/>
                    <a:pt x="18732" y="4194"/>
                    <a:pt x="18732" y="9366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900628A4-31A6-4744-A3AA-3397CCF1C9CA}"/>
                </a:ext>
              </a:extLst>
            </p:cNvPr>
            <p:cNvSpPr/>
            <p:nvPr/>
          </p:nvSpPr>
          <p:spPr>
            <a:xfrm>
              <a:off x="4124908" y="6152681"/>
              <a:ext cx="10564" cy="10564"/>
            </a:xfrm>
            <a:custGeom>
              <a:avLst/>
              <a:gdLst>
                <a:gd name="connsiteX0" fmla="*/ 10564 w 10564"/>
                <a:gd name="connsiteY0" fmla="*/ 5282 h 10564"/>
                <a:gd name="connsiteX1" fmla="*/ 5282 w 10564"/>
                <a:gd name="connsiteY1" fmla="*/ 10564 h 10564"/>
                <a:gd name="connsiteX2" fmla="*/ 0 w 10564"/>
                <a:gd name="connsiteY2" fmla="*/ 5282 h 10564"/>
                <a:gd name="connsiteX3" fmla="*/ 5282 w 10564"/>
                <a:gd name="connsiteY3" fmla="*/ 0 h 10564"/>
                <a:gd name="connsiteX4" fmla="*/ 10564 w 10564"/>
                <a:gd name="connsiteY4" fmla="*/ 5282 h 10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64" h="10564">
                  <a:moveTo>
                    <a:pt x="10564" y="5282"/>
                  </a:moveTo>
                  <a:cubicBezTo>
                    <a:pt x="10564" y="8199"/>
                    <a:pt x="8199" y="10564"/>
                    <a:pt x="5282" y="10564"/>
                  </a:cubicBezTo>
                  <a:cubicBezTo>
                    <a:pt x="2365" y="10564"/>
                    <a:pt x="0" y="8199"/>
                    <a:pt x="0" y="5282"/>
                  </a:cubicBezTo>
                  <a:cubicBezTo>
                    <a:pt x="0" y="2365"/>
                    <a:pt x="2365" y="0"/>
                    <a:pt x="5282" y="0"/>
                  </a:cubicBezTo>
                  <a:cubicBezTo>
                    <a:pt x="8199" y="0"/>
                    <a:pt x="10564" y="2365"/>
                    <a:pt x="10564" y="5282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50DC2EE3-0613-4AA3-B0A1-599D5152D148}"/>
                </a:ext>
              </a:extLst>
            </p:cNvPr>
            <p:cNvSpPr/>
            <p:nvPr/>
          </p:nvSpPr>
          <p:spPr>
            <a:xfrm>
              <a:off x="4616680" y="5991171"/>
              <a:ext cx="10237" cy="10237"/>
            </a:xfrm>
            <a:custGeom>
              <a:avLst/>
              <a:gdLst>
                <a:gd name="connsiteX0" fmla="*/ 10237 w 10237"/>
                <a:gd name="connsiteY0" fmla="*/ 5119 h 10237"/>
                <a:gd name="connsiteX1" fmla="*/ 5119 w 10237"/>
                <a:gd name="connsiteY1" fmla="*/ 10237 h 10237"/>
                <a:gd name="connsiteX2" fmla="*/ 0 w 10237"/>
                <a:gd name="connsiteY2" fmla="*/ 5119 h 10237"/>
                <a:gd name="connsiteX3" fmla="*/ 5119 w 10237"/>
                <a:gd name="connsiteY3" fmla="*/ 0 h 10237"/>
                <a:gd name="connsiteX4" fmla="*/ 10237 w 10237"/>
                <a:gd name="connsiteY4" fmla="*/ 5119 h 1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37" h="10237">
                  <a:moveTo>
                    <a:pt x="10237" y="5119"/>
                  </a:moveTo>
                  <a:cubicBezTo>
                    <a:pt x="10237" y="7946"/>
                    <a:pt x="7946" y="10237"/>
                    <a:pt x="5119" y="10237"/>
                  </a:cubicBezTo>
                  <a:cubicBezTo>
                    <a:pt x="2292" y="10237"/>
                    <a:pt x="0" y="7946"/>
                    <a:pt x="0" y="5119"/>
                  </a:cubicBezTo>
                  <a:cubicBezTo>
                    <a:pt x="0" y="2292"/>
                    <a:pt x="2292" y="0"/>
                    <a:pt x="5119" y="0"/>
                  </a:cubicBezTo>
                  <a:cubicBezTo>
                    <a:pt x="7945" y="0"/>
                    <a:pt x="10237" y="2292"/>
                    <a:pt x="10237" y="5119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A9D583AC-0332-4025-B393-7D891C3D11EF}"/>
                </a:ext>
              </a:extLst>
            </p:cNvPr>
            <p:cNvSpPr/>
            <p:nvPr/>
          </p:nvSpPr>
          <p:spPr>
            <a:xfrm>
              <a:off x="4628932" y="5968083"/>
              <a:ext cx="17643" cy="17643"/>
            </a:xfrm>
            <a:custGeom>
              <a:avLst/>
              <a:gdLst>
                <a:gd name="connsiteX0" fmla="*/ 17643 w 17643"/>
                <a:gd name="connsiteY0" fmla="*/ 8822 h 17643"/>
                <a:gd name="connsiteX1" fmla="*/ 8822 w 17643"/>
                <a:gd name="connsiteY1" fmla="*/ 17643 h 17643"/>
                <a:gd name="connsiteX2" fmla="*/ 0 w 17643"/>
                <a:gd name="connsiteY2" fmla="*/ 8822 h 17643"/>
                <a:gd name="connsiteX3" fmla="*/ 8822 w 17643"/>
                <a:gd name="connsiteY3" fmla="*/ 0 h 17643"/>
                <a:gd name="connsiteX4" fmla="*/ 17643 w 17643"/>
                <a:gd name="connsiteY4" fmla="*/ 8822 h 17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3" h="17643">
                  <a:moveTo>
                    <a:pt x="17643" y="8822"/>
                  </a:moveTo>
                  <a:cubicBezTo>
                    <a:pt x="17643" y="13694"/>
                    <a:pt x="13693" y="17643"/>
                    <a:pt x="8822" y="17643"/>
                  </a:cubicBezTo>
                  <a:cubicBezTo>
                    <a:pt x="3949" y="17643"/>
                    <a:pt x="0" y="13694"/>
                    <a:pt x="0" y="8822"/>
                  </a:cubicBezTo>
                  <a:cubicBezTo>
                    <a:pt x="0" y="3950"/>
                    <a:pt x="3950" y="0"/>
                    <a:pt x="8822" y="0"/>
                  </a:cubicBezTo>
                  <a:cubicBezTo>
                    <a:pt x="13694" y="0"/>
                    <a:pt x="17643" y="3950"/>
                    <a:pt x="17643" y="8822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7DE67B6D-0964-4333-BA6C-D62EC88650F8}"/>
                </a:ext>
              </a:extLst>
            </p:cNvPr>
            <p:cNvSpPr/>
            <p:nvPr/>
          </p:nvSpPr>
          <p:spPr>
            <a:xfrm>
              <a:off x="4435676" y="6348606"/>
              <a:ext cx="19058" cy="19058"/>
            </a:xfrm>
            <a:custGeom>
              <a:avLst/>
              <a:gdLst>
                <a:gd name="connsiteX0" fmla="*/ 19059 w 19058"/>
                <a:gd name="connsiteY0" fmla="*/ 9530 h 19058"/>
                <a:gd name="connsiteX1" fmla="*/ 9529 w 19058"/>
                <a:gd name="connsiteY1" fmla="*/ 19059 h 19058"/>
                <a:gd name="connsiteX2" fmla="*/ 0 w 19058"/>
                <a:gd name="connsiteY2" fmla="*/ 9530 h 19058"/>
                <a:gd name="connsiteX3" fmla="*/ 9529 w 19058"/>
                <a:gd name="connsiteY3" fmla="*/ 0 h 19058"/>
                <a:gd name="connsiteX4" fmla="*/ 19059 w 19058"/>
                <a:gd name="connsiteY4" fmla="*/ 9530 h 19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8" h="19058">
                  <a:moveTo>
                    <a:pt x="19059" y="9530"/>
                  </a:moveTo>
                  <a:cubicBezTo>
                    <a:pt x="19059" y="14792"/>
                    <a:pt x="14792" y="19059"/>
                    <a:pt x="9529" y="19059"/>
                  </a:cubicBezTo>
                  <a:cubicBezTo>
                    <a:pt x="4266" y="19059"/>
                    <a:pt x="0" y="14792"/>
                    <a:pt x="0" y="9530"/>
                  </a:cubicBezTo>
                  <a:cubicBezTo>
                    <a:pt x="0" y="4267"/>
                    <a:pt x="4266" y="0"/>
                    <a:pt x="9529" y="0"/>
                  </a:cubicBezTo>
                  <a:cubicBezTo>
                    <a:pt x="14792" y="0"/>
                    <a:pt x="19059" y="4267"/>
                    <a:pt x="19059" y="953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4DAD2C82-6AEF-437C-A051-32FB83CD8FDB}"/>
                </a:ext>
              </a:extLst>
            </p:cNvPr>
            <p:cNvSpPr/>
            <p:nvPr/>
          </p:nvSpPr>
          <p:spPr>
            <a:xfrm>
              <a:off x="4422171" y="6367665"/>
              <a:ext cx="9583" cy="9583"/>
            </a:xfrm>
            <a:custGeom>
              <a:avLst/>
              <a:gdLst>
                <a:gd name="connsiteX0" fmla="*/ 9584 w 9583"/>
                <a:gd name="connsiteY0" fmla="*/ 4792 h 9583"/>
                <a:gd name="connsiteX1" fmla="*/ 4792 w 9583"/>
                <a:gd name="connsiteY1" fmla="*/ 9584 h 9583"/>
                <a:gd name="connsiteX2" fmla="*/ 0 w 9583"/>
                <a:gd name="connsiteY2" fmla="*/ 4792 h 9583"/>
                <a:gd name="connsiteX3" fmla="*/ 4792 w 9583"/>
                <a:gd name="connsiteY3" fmla="*/ 0 h 9583"/>
                <a:gd name="connsiteX4" fmla="*/ 9584 w 9583"/>
                <a:gd name="connsiteY4" fmla="*/ 4792 h 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83" h="9583">
                  <a:moveTo>
                    <a:pt x="9584" y="4792"/>
                  </a:moveTo>
                  <a:cubicBezTo>
                    <a:pt x="9584" y="7438"/>
                    <a:pt x="7438" y="9584"/>
                    <a:pt x="4792" y="9584"/>
                  </a:cubicBezTo>
                  <a:cubicBezTo>
                    <a:pt x="2145" y="9584"/>
                    <a:pt x="0" y="7438"/>
                    <a:pt x="0" y="4792"/>
                  </a:cubicBezTo>
                  <a:cubicBezTo>
                    <a:pt x="0" y="2145"/>
                    <a:pt x="2145" y="0"/>
                    <a:pt x="4792" y="0"/>
                  </a:cubicBezTo>
                  <a:cubicBezTo>
                    <a:pt x="7438" y="0"/>
                    <a:pt x="9584" y="2145"/>
                    <a:pt x="9584" y="4792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5E2E19D1-ED3F-4145-99F0-1F906E1E8AF4}"/>
                </a:ext>
              </a:extLst>
            </p:cNvPr>
            <p:cNvSpPr/>
            <p:nvPr/>
          </p:nvSpPr>
          <p:spPr>
            <a:xfrm>
              <a:off x="4341471" y="6211764"/>
              <a:ext cx="9366" cy="9366"/>
            </a:xfrm>
            <a:custGeom>
              <a:avLst/>
              <a:gdLst>
                <a:gd name="connsiteX0" fmla="*/ 9366 w 9366"/>
                <a:gd name="connsiteY0" fmla="*/ 4683 h 9366"/>
                <a:gd name="connsiteX1" fmla="*/ 4683 w 9366"/>
                <a:gd name="connsiteY1" fmla="*/ 9366 h 9366"/>
                <a:gd name="connsiteX2" fmla="*/ 0 w 9366"/>
                <a:gd name="connsiteY2" fmla="*/ 4683 h 9366"/>
                <a:gd name="connsiteX3" fmla="*/ 4683 w 9366"/>
                <a:gd name="connsiteY3" fmla="*/ 0 h 9366"/>
                <a:gd name="connsiteX4" fmla="*/ 9366 w 9366"/>
                <a:gd name="connsiteY4" fmla="*/ 4683 h 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66" h="9366">
                  <a:moveTo>
                    <a:pt x="9366" y="4683"/>
                  </a:moveTo>
                  <a:cubicBezTo>
                    <a:pt x="9366" y="7269"/>
                    <a:pt x="7269" y="9366"/>
                    <a:pt x="4683" y="9366"/>
                  </a:cubicBezTo>
                  <a:cubicBezTo>
                    <a:pt x="2097" y="9366"/>
                    <a:pt x="0" y="7269"/>
                    <a:pt x="0" y="4683"/>
                  </a:cubicBezTo>
                  <a:cubicBezTo>
                    <a:pt x="0" y="2097"/>
                    <a:pt x="2097" y="0"/>
                    <a:pt x="4683" y="0"/>
                  </a:cubicBezTo>
                  <a:cubicBezTo>
                    <a:pt x="7270" y="0"/>
                    <a:pt x="9366" y="2097"/>
                    <a:pt x="9366" y="468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6168DAD1-FFC5-4881-AE9E-AA9F84F328C1}"/>
                </a:ext>
              </a:extLst>
            </p:cNvPr>
            <p:cNvSpPr/>
            <p:nvPr/>
          </p:nvSpPr>
          <p:spPr>
            <a:xfrm>
              <a:off x="4355465" y="6223853"/>
              <a:ext cx="5989" cy="5989"/>
            </a:xfrm>
            <a:custGeom>
              <a:avLst/>
              <a:gdLst>
                <a:gd name="connsiteX0" fmla="*/ 5990 w 5989"/>
                <a:gd name="connsiteY0" fmla="*/ 2995 h 5989"/>
                <a:gd name="connsiteX1" fmla="*/ 2995 w 5989"/>
                <a:gd name="connsiteY1" fmla="*/ 5990 h 5989"/>
                <a:gd name="connsiteX2" fmla="*/ 0 w 5989"/>
                <a:gd name="connsiteY2" fmla="*/ 2995 h 5989"/>
                <a:gd name="connsiteX3" fmla="*/ 2995 w 5989"/>
                <a:gd name="connsiteY3" fmla="*/ 0 h 5989"/>
                <a:gd name="connsiteX4" fmla="*/ 5990 w 5989"/>
                <a:gd name="connsiteY4" fmla="*/ 2995 h 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89" h="5989">
                  <a:moveTo>
                    <a:pt x="5990" y="2995"/>
                  </a:moveTo>
                  <a:cubicBezTo>
                    <a:pt x="5990" y="4649"/>
                    <a:pt x="4649" y="5990"/>
                    <a:pt x="2995" y="5990"/>
                  </a:cubicBezTo>
                  <a:cubicBezTo>
                    <a:pt x="1341" y="5990"/>
                    <a:pt x="0" y="4649"/>
                    <a:pt x="0" y="2995"/>
                  </a:cubicBezTo>
                  <a:cubicBezTo>
                    <a:pt x="0" y="1341"/>
                    <a:pt x="1341" y="0"/>
                    <a:pt x="2995" y="0"/>
                  </a:cubicBezTo>
                  <a:cubicBezTo>
                    <a:pt x="4649" y="0"/>
                    <a:pt x="5990" y="1341"/>
                    <a:pt x="5990" y="2995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17B47778-E66F-40BD-A2B6-1402F4C7042C}"/>
                </a:ext>
              </a:extLst>
            </p:cNvPr>
            <p:cNvSpPr/>
            <p:nvPr/>
          </p:nvSpPr>
          <p:spPr>
            <a:xfrm>
              <a:off x="4596314" y="6211764"/>
              <a:ext cx="11979" cy="11979"/>
            </a:xfrm>
            <a:custGeom>
              <a:avLst/>
              <a:gdLst>
                <a:gd name="connsiteX0" fmla="*/ 11980 w 11979"/>
                <a:gd name="connsiteY0" fmla="*/ 5990 h 11979"/>
                <a:gd name="connsiteX1" fmla="*/ 5990 w 11979"/>
                <a:gd name="connsiteY1" fmla="*/ 11980 h 11979"/>
                <a:gd name="connsiteX2" fmla="*/ 0 w 11979"/>
                <a:gd name="connsiteY2" fmla="*/ 5990 h 11979"/>
                <a:gd name="connsiteX3" fmla="*/ 5990 w 11979"/>
                <a:gd name="connsiteY3" fmla="*/ 0 h 11979"/>
                <a:gd name="connsiteX4" fmla="*/ 11980 w 11979"/>
                <a:gd name="connsiteY4" fmla="*/ 5990 h 11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79" h="11979">
                  <a:moveTo>
                    <a:pt x="11980" y="5990"/>
                  </a:moveTo>
                  <a:cubicBezTo>
                    <a:pt x="11980" y="9298"/>
                    <a:pt x="9298" y="11980"/>
                    <a:pt x="5990" y="11980"/>
                  </a:cubicBezTo>
                  <a:cubicBezTo>
                    <a:pt x="2682" y="11980"/>
                    <a:pt x="0" y="9298"/>
                    <a:pt x="0" y="5990"/>
                  </a:cubicBezTo>
                  <a:cubicBezTo>
                    <a:pt x="0" y="2682"/>
                    <a:pt x="2682" y="0"/>
                    <a:pt x="5990" y="0"/>
                  </a:cubicBezTo>
                  <a:cubicBezTo>
                    <a:pt x="9298" y="0"/>
                    <a:pt x="11980" y="2682"/>
                    <a:pt x="11980" y="599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41DC20E8-D70D-4CC2-BD03-08A982C0E4B2}"/>
                </a:ext>
              </a:extLst>
            </p:cNvPr>
            <p:cNvSpPr/>
            <p:nvPr/>
          </p:nvSpPr>
          <p:spPr>
            <a:xfrm>
              <a:off x="4616680" y="6217754"/>
              <a:ext cx="6098" cy="6098"/>
            </a:xfrm>
            <a:custGeom>
              <a:avLst/>
              <a:gdLst>
                <a:gd name="connsiteX0" fmla="*/ 6099 w 6098"/>
                <a:gd name="connsiteY0" fmla="*/ 3049 h 6098"/>
                <a:gd name="connsiteX1" fmla="*/ 3049 w 6098"/>
                <a:gd name="connsiteY1" fmla="*/ 6099 h 6098"/>
                <a:gd name="connsiteX2" fmla="*/ 0 w 6098"/>
                <a:gd name="connsiteY2" fmla="*/ 3049 h 6098"/>
                <a:gd name="connsiteX3" fmla="*/ 3049 w 6098"/>
                <a:gd name="connsiteY3" fmla="*/ 0 h 6098"/>
                <a:gd name="connsiteX4" fmla="*/ 6099 w 6098"/>
                <a:gd name="connsiteY4" fmla="*/ 3049 h 6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98" h="6098">
                  <a:moveTo>
                    <a:pt x="6099" y="3049"/>
                  </a:moveTo>
                  <a:cubicBezTo>
                    <a:pt x="6099" y="4733"/>
                    <a:pt x="4734" y="6099"/>
                    <a:pt x="3049" y="6099"/>
                  </a:cubicBezTo>
                  <a:cubicBezTo>
                    <a:pt x="1365" y="6099"/>
                    <a:pt x="0" y="4733"/>
                    <a:pt x="0" y="3049"/>
                  </a:cubicBezTo>
                  <a:cubicBezTo>
                    <a:pt x="0" y="1365"/>
                    <a:pt x="1365" y="0"/>
                    <a:pt x="3049" y="0"/>
                  </a:cubicBezTo>
                  <a:cubicBezTo>
                    <a:pt x="4734" y="0"/>
                    <a:pt x="6099" y="1365"/>
                    <a:pt x="6099" y="3049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99A5C6CC-30FD-48A1-81C0-62D1CB9630A1}"/>
                </a:ext>
              </a:extLst>
            </p:cNvPr>
            <p:cNvSpPr/>
            <p:nvPr/>
          </p:nvSpPr>
          <p:spPr>
            <a:xfrm>
              <a:off x="4754285" y="6185299"/>
              <a:ext cx="10455" cy="10455"/>
            </a:xfrm>
            <a:custGeom>
              <a:avLst/>
              <a:gdLst>
                <a:gd name="connsiteX0" fmla="*/ 10455 w 10455"/>
                <a:gd name="connsiteY0" fmla="*/ 5228 h 10455"/>
                <a:gd name="connsiteX1" fmla="*/ 5228 w 10455"/>
                <a:gd name="connsiteY1" fmla="*/ 10455 h 10455"/>
                <a:gd name="connsiteX2" fmla="*/ 0 w 10455"/>
                <a:gd name="connsiteY2" fmla="*/ 5228 h 10455"/>
                <a:gd name="connsiteX3" fmla="*/ 5228 w 10455"/>
                <a:gd name="connsiteY3" fmla="*/ 0 h 10455"/>
                <a:gd name="connsiteX4" fmla="*/ 10455 w 10455"/>
                <a:gd name="connsiteY4" fmla="*/ 5228 h 1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5" h="10455">
                  <a:moveTo>
                    <a:pt x="10455" y="5228"/>
                  </a:moveTo>
                  <a:cubicBezTo>
                    <a:pt x="10455" y="8115"/>
                    <a:pt x="8115" y="10455"/>
                    <a:pt x="5228" y="10455"/>
                  </a:cubicBezTo>
                  <a:cubicBezTo>
                    <a:pt x="2341" y="10455"/>
                    <a:pt x="0" y="8115"/>
                    <a:pt x="0" y="5228"/>
                  </a:cubicBezTo>
                  <a:cubicBezTo>
                    <a:pt x="0" y="2340"/>
                    <a:pt x="2341" y="0"/>
                    <a:pt x="5228" y="0"/>
                  </a:cubicBezTo>
                  <a:cubicBezTo>
                    <a:pt x="8115" y="0"/>
                    <a:pt x="10455" y="2340"/>
                    <a:pt x="10455" y="5228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08380A09-836A-431F-A580-D060489D2513}"/>
                </a:ext>
              </a:extLst>
            </p:cNvPr>
            <p:cNvSpPr/>
            <p:nvPr/>
          </p:nvSpPr>
          <p:spPr>
            <a:xfrm>
              <a:off x="4771057" y="6187151"/>
              <a:ext cx="6970" cy="6970"/>
            </a:xfrm>
            <a:custGeom>
              <a:avLst/>
              <a:gdLst>
                <a:gd name="connsiteX0" fmla="*/ 6970 w 6970"/>
                <a:gd name="connsiteY0" fmla="*/ 3485 h 6970"/>
                <a:gd name="connsiteX1" fmla="*/ 3485 w 6970"/>
                <a:gd name="connsiteY1" fmla="*/ 6970 h 6970"/>
                <a:gd name="connsiteX2" fmla="*/ 0 w 6970"/>
                <a:gd name="connsiteY2" fmla="*/ 3485 h 6970"/>
                <a:gd name="connsiteX3" fmla="*/ 3485 w 6970"/>
                <a:gd name="connsiteY3" fmla="*/ 0 h 6970"/>
                <a:gd name="connsiteX4" fmla="*/ 6970 w 6970"/>
                <a:gd name="connsiteY4" fmla="*/ 3485 h 6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70" h="6970">
                  <a:moveTo>
                    <a:pt x="6970" y="3485"/>
                  </a:moveTo>
                  <a:cubicBezTo>
                    <a:pt x="6970" y="5410"/>
                    <a:pt x="5410" y="6970"/>
                    <a:pt x="3485" y="6970"/>
                  </a:cubicBezTo>
                  <a:cubicBezTo>
                    <a:pt x="1560" y="6970"/>
                    <a:pt x="0" y="5410"/>
                    <a:pt x="0" y="3485"/>
                  </a:cubicBezTo>
                  <a:cubicBezTo>
                    <a:pt x="0" y="1560"/>
                    <a:pt x="1560" y="0"/>
                    <a:pt x="3485" y="0"/>
                  </a:cubicBezTo>
                  <a:cubicBezTo>
                    <a:pt x="5410" y="0"/>
                    <a:pt x="6970" y="1560"/>
                    <a:pt x="6970" y="3485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2E6A4129-BD50-4D94-9510-D3F7654DCE84}"/>
                </a:ext>
              </a:extLst>
            </p:cNvPr>
            <p:cNvSpPr/>
            <p:nvPr/>
          </p:nvSpPr>
          <p:spPr>
            <a:xfrm>
              <a:off x="4628932" y="6117014"/>
              <a:ext cx="9148" cy="9148"/>
            </a:xfrm>
            <a:custGeom>
              <a:avLst/>
              <a:gdLst>
                <a:gd name="connsiteX0" fmla="*/ 9148 w 9148"/>
                <a:gd name="connsiteY0" fmla="*/ 4574 h 9148"/>
                <a:gd name="connsiteX1" fmla="*/ 4574 w 9148"/>
                <a:gd name="connsiteY1" fmla="*/ 9149 h 9148"/>
                <a:gd name="connsiteX2" fmla="*/ 0 w 9148"/>
                <a:gd name="connsiteY2" fmla="*/ 4574 h 9148"/>
                <a:gd name="connsiteX3" fmla="*/ 4574 w 9148"/>
                <a:gd name="connsiteY3" fmla="*/ 0 h 9148"/>
                <a:gd name="connsiteX4" fmla="*/ 9148 w 9148"/>
                <a:gd name="connsiteY4" fmla="*/ 4574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8" h="9148">
                  <a:moveTo>
                    <a:pt x="9148" y="4574"/>
                  </a:moveTo>
                  <a:cubicBezTo>
                    <a:pt x="9148" y="7101"/>
                    <a:pt x="7100" y="9149"/>
                    <a:pt x="4574" y="9149"/>
                  </a:cubicBezTo>
                  <a:cubicBezTo>
                    <a:pt x="2048" y="9149"/>
                    <a:pt x="0" y="7101"/>
                    <a:pt x="0" y="4574"/>
                  </a:cubicBezTo>
                  <a:cubicBezTo>
                    <a:pt x="0" y="2048"/>
                    <a:pt x="2048" y="0"/>
                    <a:pt x="4574" y="0"/>
                  </a:cubicBezTo>
                  <a:cubicBezTo>
                    <a:pt x="7100" y="0"/>
                    <a:pt x="9148" y="2048"/>
                    <a:pt x="9148" y="4574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2ED9346F-996F-4317-AD4D-091615EF4EAC}"/>
                </a:ext>
              </a:extLst>
            </p:cNvPr>
            <p:cNvSpPr/>
            <p:nvPr/>
          </p:nvSpPr>
          <p:spPr>
            <a:xfrm>
              <a:off x="4643417" y="6129702"/>
              <a:ext cx="8168" cy="8168"/>
            </a:xfrm>
            <a:custGeom>
              <a:avLst/>
              <a:gdLst>
                <a:gd name="connsiteX0" fmla="*/ 8168 w 8168"/>
                <a:gd name="connsiteY0" fmla="*/ 4084 h 8168"/>
                <a:gd name="connsiteX1" fmla="*/ 4084 w 8168"/>
                <a:gd name="connsiteY1" fmla="*/ 8168 h 8168"/>
                <a:gd name="connsiteX2" fmla="*/ 0 w 8168"/>
                <a:gd name="connsiteY2" fmla="*/ 4084 h 8168"/>
                <a:gd name="connsiteX3" fmla="*/ 4084 w 8168"/>
                <a:gd name="connsiteY3" fmla="*/ 0 h 8168"/>
                <a:gd name="connsiteX4" fmla="*/ 8168 w 8168"/>
                <a:gd name="connsiteY4" fmla="*/ 4084 h 8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68" h="8168">
                  <a:moveTo>
                    <a:pt x="8168" y="4084"/>
                  </a:moveTo>
                  <a:cubicBezTo>
                    <a:pt x="8168" y="6340"/>
                    <a:pt x="6340" y="8168"/>
                    <a:pt x="4084" y="8168"/>
                  </a:cubicBezTo>
                  <a:cubicBezTo>
                    <a:pt x="1828" y="8168"/>
                    <a:pt x="0" y="6340"/>
                    <a:pt x="0" y="4084"/>
                  </a:cubicBezTo>
                  <a:cubicBezTo>
                    <a:pt x="0" y="1829"/>
                    <a:pt x="1828" y="0"/>
                    <a:pt x="4084" y="0"/>
                  </a:cubicBezTo>
                  <a:cubicBezTo>
                    <a:pt x="6340" y="0"/>
                    <a:pt x="8168" y="1829"/>
                    <a:pt x="8168" y="4084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30F027F3-EAB9-4599-A06A-10FA9C9F7D90}"/>
                </a:ext>
              </a:extLst>
            </p:cNvPr>
            <p:cNvSpPr/>
            <p:nvPr/>
          </p:nvSpPr>
          <p:spPr>
            <a:xfrm>
              <a:off x="4940353" y="6148706"/>
              <a:ext cx="11979" cy="11979"/>
            </a:xfrm>
            <a:custGeom>
              <a:avLst/>
              <a:gdLst>
                <a:gd name="connsiteX0" fmla="*/ 11980 w 11979"/>
                <a:gd name="connsiteY0" fmla="*/ 5990 h 11979"/>
                <a:gd name="connsiteX1" fmla="*/ 5990 w 11979"/>
                <a:gd name="connsiteY1" fmla="*/ 11980 h 11979"/>
                <a:gd name="connsiteX2" fmla="*/ 0 w 11979"/>
                <a:gd name="connsiteY2" fmla="*/ 5990 h 11979"/>
                <a:gd name="connsiteX3" fmla="*/ 5990 w 11979"/>
                <a:gd name="connsiteY3" fmla="*/ 0 h 11979"/>
                <a:gd name="connsiteX4" fmla="*/ 11980 w 11979"/>
                <a:gd name="connsiteY4" fmla="*/ 5990 h 11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79" h="11979">
                  <a:moveTo>
                    <a:pt x="11980" y="5990"/>
                  </a:moveTo>
                  <a:cubicBezTo>
                    <a:pt x="11980" y="9298"/>
                    <a:pt x="9298" y="11980"/>
                    <a:pt x="5990" y="11980"/>
                  </a:cubicBezTo>
                  <a:cubicBezTo>
                    <a:pt x="2682" y="11980"/>
                    <a:pt x="0" y="9298"/>
                    <a:pt x="0" y="5990"/>
                  </a:cubicBezTo>
                  <a:cubicBezTo>
                    <a:pt x="0" y="2682"/>
                    <a:pt x="2682" y="0"/>
                    <a:pt x="5990" y="0"/>
                  </a:cubicBezTo>
                  <a:cubicBezTo>
                    <a:pt x="9298" y="0"/>
                    <a:pt x="11980" y="2682"/>
                    <a:pt x="11980" y="599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orme libre : forme 814">
              <a:extLst>
                <a:ext uri="{FF2B5EF4-FFF2-40B4-BE49-F238E27FC236}">
                  <a16:creationId xmlns:a16="http://schemas.microsoft.com/office/drawing/2014/main" id="{6C70AF3D-FBFD-4F05-A23D-BB40EAFC5F4B}"/>
                </a:ext>
              </a:extLst>
            </p:cNvPr>
            <p:cNvSpPr/>
            <p:nvPr/>
          </p:nvSpPr>
          <p:spPr>
            <a:xfrm>
              <a:off x="4956254" y="6151865"/>
              <a:ext cx="6752" cy="6752"/>
            </a:xfrm>
            <a:custGeom>
              <a:avLst/>
              <a:gdLst>
                <a:gd name="connsiteX0" fmla="*/ 6752 w 6752"/>
                <a:gd name="connsiteY0" fmla="*/ 3376 h 6752"/>
                <a:gd name="connsiteX1" fmla="*/ 3376 w 6752"/>
                <a:gd name="connsiteY1" fmla="*/ 6752 h 6752"/>
                <a:gd name="connsiteX2" fmla="*/ 0 w 6752"/>
                <a:gd name="connsiteY2" fmla="*/ 3376 h 6752"/>
                <a:gd name="connsiteX3" fmla="*/ 3376 w 6752"/>
                <a:gd name="connsiteY3" fmla="*/ 0 h 6752"/>
                <a:gd name="connsiteX4" fmla="*/ 6752 w 6752"/>
                <a:gd name="connsiteY4" fmla="*/ 3376 h 6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2" h="6752">
                  <a:moveTo>
                    <a:pt x="6752" y="3376"/>
                  </a:moveTo>
                  <a:cubicBezTo>
                    <a:pt x="6752" y="5241"/>
                    <a:pt x="5241" y="6752"/>
                    <a:pt x="3376" y="6752"/>
                  </a:cubicBezTo>
                  <a:cubicBezTo>
                    <a:pt x="1512" y="6752"/>
                    <a:pt x="0" y="5241"/>
                    <a:pt x="0" y="3376"/>
                  </a:cubicBezTo>
                  <a:cubicBezTo>
                    <a:pt x="0" y="1512"/>
                    <a:pt x="1512" y="0"/>
                    <a:pt x="3376" y="0"/>
                  </a:cubicBezTo>
                  <a:cubicBezTo>
                    <a:pt x="5241" y="0"/>
                    <a:pt x="6752" y="1512"/>
                    <a:pt x="6752" y="3376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04" name="Dimorphic-fungal-hyphae-with-microconidia">
            <a:extLst>
              <a:ext uri="{FF2B5EF4-FFF2-40B4-BE49-F238E27FC236}">
                <a16:creationId xmlns:a16="http://schemas.microsoft.com/office/drawing/2014/main" id="{49F33AAF-9D64-4980-95A6-26CA68342C7F}"/>
              </a:ext>
            </a:extLst>
          </p:cNvPr>
          <p:cNvGrpSpPr/>
          <p:nvPr/>
        </p:nvGrpSpPr>
        <p:grpSpPr>
          <a:xfrm>
            <a:off x="6547800" y="1458306"/>
            <a:ext cx="1179277" cy="1154886"/>
            <a:chOff x="4081889" y="2165587"/>
            <a:chExt cx="839786" cy="860748"/>
          </a:xfrm>
          <a:solidFill>
            <a:schemeClr val="accent1"/>
          </a:solidFill>
        </p:grpSpPr>
        <p:sp>
          <p:nvSpPr>
            <p:cNvPr id="1505" name="Forme libre : forme 1504">
              <a:extLst>
                <a:ext uri="{FF2B5EF4-FFF2-40B4-BE49-F238E27FC236}">
                  <a16:creationId xmlns:a16="http://schemas.microsoft.com/office/drawing/2014/main" id="{D3FD9E41-7BF2-4E4B-87C5-06539A3BDDE7}"/>
                </a:ext>
              </a:extLst>
            </p:cNvPr>
            <p:cNvSpPr/>
            <p:nvPr/>
          </p:nvSpPr>
          <p:spPr>
            <a:xfrm>
              <a:off x="4081889" y="2166820"/>
              <a:ext cx="839732" cy="859515"/>
            </a:xfrm>
            <a:custGeom>
              <a:avLst/>
              <a:gdLst>
                <a:gd name="connsiteX0" fmla="*/ 0 w 839732"/>
                <a:gd name="connsiteY0" fmla="*/ 641798 h 859515"/>
                <a:gd name="connsiteX1" fmla="*/ 126768 w 839732"/>
                <a:gd name="connsiteY1" fmla="*/ 577815 h 859515"/>
                <a:gd name="connsiteX2" fmla="*/ 104334 w 839732"/>
                <a:gd name="connsiteY2" fmla="*/ 504248 h 859515"/>
                <a:gd name="connsiteX3" fmla="*/ 129764 w 839732"/>
                <a:gd name="connsiteY3" fmla="*/ 393108 h 859515"/>
                <a:gd name="connsiteX4" fmla="*/ 173817 w 839732"/>
                <a:gd name="connsiteY4" fmla="*/ 487258 h 859515"/>
                <a:gd name="connsiteX5" fmla="*/ 173817 w 839732"/>
                <a:gd name="connsiteY5" fmla="*/ 563330 h 859515"/>
                <a:gd name="connsiteX6" fmla="*/ 452674 w 839732"/>
                <a:gd name="connsiteY6" fmla="*/ 477620 h 859515"/>
                <a:gd name="connsiteX7" fmla="*/ 500975 w 839732"/>
                <a:gd name="connsiteY7" fmla="*/ 376227 h 859515"/>
                <a:gd name="connsiteX8" fmla="*/ 467159 w 839732"/>
                <a:gd name="connsiteY8" fmla="*/ 267592 h 859515"/>
                <a:gd name="connsiteX9" fmla="*/ 428552 w 839732"/>
                <a:gd name="connsiteY9" fmla="*/ 186728 h 859515"/>
                <a:gd name="connsiteX10" fmla="*/ 337995 w 839732"/>
                <a:gd name="connsiteY10" fmla="*/ 85335 h 859515"/>
                <a:gd name="connsiteX11" fmla="*/ 387493 w 839732"/>
                <a:gd name="connsiteY11" fmla="*/ 3219 h 859515"/>
                <a:gd name="connsiteX12" fmla="*/ 480446 w 839732"/>
                <a:gd name="connsiteY12" fmla="*/ 67202 h 859515"/>
                <a:gd name="connsiteX13" fmla="*/ 484094 w 839732"/>
                <a:gd name="connsiteY13" fmla="*/ 185530 h 859515"/>
                <a:gd name="connsiteX14" fmla="*/ 501138 w 839732"/>
                <a:gd name="connsiteY14" fmla="*/ 284091 h 859515"/>
                <a:gd name="connsiteX15" fmla="*/ 554993 w 839732"/>
                <a:gd name="connsiteY15" fmla="*/ 402256 h 859515"/>
                <a:gd name="connsiteX16" fmla="*/ 810763 w 839732"/>
                <a:gd name="connsiteY16" fmla="*/ 285888 h 859515"/>
                <a:gd name="connsiteX17" fmla="*/ 839732 w 839732"/>
                <a:gd name="connsiteY17" fmla="*/ 336149 h 859515"/>
                <a:gd name="connsiteX18" fmla="*/ 746943 w 839732"/>
                <a:gd name="connsiteY18" fmla="*/ 390004 h 859515"/>
                <a:gd name="connsiteX19" fmla="*/ 716612 w 839732"/>
                <a:gd name="connsiteY19" fmla="*/ 437542 h 859515"/>
                <a:gd name="connsiteX20" fmla="*/ 730171 w 839732"/>
                <a:gd name="connsiteY20" fmla="*/ 492323 h 859515"/>
                <a:gd name="connsiteX21" fmla="*/ 754185 w 839732"/>
                <a:gd name="connsiteY21" fmla="*/ 561152 h 859515"/>
                <a:gd name="connsiteX22" fmla="*/ 798565 w 839732"/>
                <a:gd name="connsiteY22" fmla="*/ 596438 h 859515"/>
                <a:gd name="connsiteX23" fmla="*/ 829332 w 839732"/>
                <a:gd name="connsiteY23" fmla="*/ 693747 h 859515"/>
                <a:gd name="connsiteX24" fmla="*/ 736052 w 839732"/>
                <a:gd name="connsiteY24" fmla="*/ 700064 h 859515"/>
                <a:gd name="connsiteX25" fmla="*/ 719280 w 839732"/>
                <a:gd name="connsiteY25" fmla="*/ 624918 h 859515"/>
                <a:gd name="connsiteX26" fmla="*/ 712964 w 839732"/>
                <a:gd name="connsiteY26" fmla="*/ 574657 h 859515"/>
                <a:gd name="connsiteX27" fmla="*/ 699405 w 839732"/>
                <a:gd name="connsiteY27" fmla="*/ 514431 h 859515"/>
                <a:gd name="connsiteX28" fmla="*/ 665916 w 839732"/>
                <a:gd name="connsiteY28" fmla="*/ 456492 h 859515"/>
                <a:gd name="connsiteX29" fmla="*/ 435032 w 839732"/>
                <a:gd name="connsiteY29" fmla="*/ 544762 h 859515"/>
                <a:gd name="connsiteX30" fmla="*/ 267532 w 839732"/>
                <a:gd name="connsiteY30" fmla="*/ 599107 h 859515"/>
                <a:gd name="connsiteX31" fmla="*/ 328193 w 839732"/>
                <a:gd name="connsiteY31" fmla="*/ 653887 h 859515"/>
                <a:gd name="connsiteX32" fmla="*/ 451803 w 839732"/>
                <a:gd name="connsiteY32" fmla="*/ 710955 h 859515"/>
                <a:gd name="connsiteX33" fmla="*/ 559567 w 839732"/>
                <a:gd name="connsiteY33" fmla="*/ 757567 h 859515"/>
                <a:gd name="connsiteX34" fmla="*/ 505222 w 839732"/>
                <a:gd name="connsiteY34" fmla="*/ 859450 h 859515"/>
                <a:gd name="connsiteX35" fmla="*/ 416517 w 839732"/>
                <a:gd name="connsiteY35" fmla="*/ 788388 h 859515"/>
                <a:gd name="connsiteX36" fmla="*/ 321441 w 839732"/>
                <a:gd name="connsiteY36" fmla="*/ 687866 h 859515"/>
                <a:gd name="connsiteX37" fmla="*/ 142179 w 839732"/>
                <a:gd name="connsiteY37" fmla="*/ 644412 h 859515"/>
                <a:gd name="connsiteX38" fmla="*/ 16772 w 839732"/>
                <a:gd name="connsiteY38" fmla="*/ 686505 h 859515"/>
                <a:gd name="connsiteX39" fmla="*/ 0 w 839732"/>
                <a:gd name="connsiteY39" fmla="*/ 641798 h 859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839732" h="859515">
                  <a:moveTo>
                    <a:pt x="0" y="641798"/>
                  </a:moveTo>
                  <a:cubicBezTo>
                    <a:pt x="0" y="641798"/>
                    <a:pt x="115878" y="606785"/>
                    <a:pt x="126768" y="577815"/>
                  </a:cubicBezTo>
                  <a:cubicBezTo>
                    <a:pt x="137659" y="548846"/>
                    <a:pt x="129927" y="520693"/>
                    <a:pt x="104334" y="504248"/>
                  </a:cubicBezTo>
                  <a:cubicBezTo>
                    <a:pt x="72750" y="483937"/>
                    <a:pt x="45905" y="402147"/>
                    <a:pt x="129764" y="393108"/>
                  </a:cubicBezTo>
                  <a:cubicBezTo>
                    <a:pt x="208776" y="384558"/>
                    <a:pt x="190752" y="469180"/>
                    <a:pt x="173817" y="487258"/>
                  </a:cubicBezTo>
                  <a:cubicBezTo>
                    <a:pt x="156936" y="505392"/>
                    <a:pt x="154485" y="546395"/>
                    <a:pt x="173817" y="563330"/>
                  </a:cubicBezTo>
                  <a:cubicBezTo>
                    <a:pt x="193148" y="580211"/>
                    <a:pt x="418859" y="498149"/>
                    <a:pt x="452674" y="477620"/>
                  </a:cubicBezTo>
                  <a:cubicBezTo>
                    <a:pt x="486490" y="457091"/>
                    <a:pt x="523900" y="416033"/>
                    <a:pt x="500975" y="376227"/>
                  </a:cubicBezTo>
                  <a:cubicBezTo>
                    <a:pt x="478050" y="336421"/>
                    <a:pt x="467159" y="301353"/>
                    <a:pt x="467159" y="267592"/>
                  </a:cubicBezTo>
                  <a:cubicBezTo>
                    <a:pt x="467159" y="233776"/>
                    <a:pt x="464763" y="207257"/>
                    <a:pt x="428552" y="186728"/>
                  </a:cubicBezTo>
                  <a:cubicBezTo>
                    <a:pt x="392340" y="166199"/>
                    <a:pt x="346435" y="136031"/>
                    <a:pt x="337995" y="85335"/>
                  </a:cubicBezTo>
                  <a:cubicBezTo>
                    <a:pt x="329555" y="34638"/>
                    <a:pt x="359722" y="12911"/>
                    <a:pt x="387493" y="3219"/>
                  </a:cubicBezTo>
                  <a:cubicBezTo>
                    <a:pt x="415265" y="-6474"/>
                    <a:pt x="459917" y="3219"/>
                    <a:pt x="480446" y="67202"/>
                  </a:cubicBezTo>
                  <a:cubicBezTo>
                    <a:pt x="493678" y="108423"/>
                    <a:pt x="478050" y="148066"/>
                    <a:pt x="484094" y="185530"/>
                  </a:cubicBezTo>
                  <a:cubicBezTo>
                    <a:pt x="490139" y="222940"/>
                    <a:pt x="498906" y="241073"/>
                    <a:pt x="501138" y="284091"/>
                  </a:cubicBezTo>
                  <a:cubicBezTo>
                    <a:pt x="503425" y="327110"/>
                    <a:pt x="520143" y="385974"/>
                    <a:pt x="554993" y="402256"/>
                  </a:cubicBezTo>
                  <a:cubicBezTo>
                    <a:pt x="589844" y="418538"/>
                    <a:pt x="810763" y="285888"/>
                    <a:pt x="810763" y="285888"/>
                  </a:cubicBezTo>
                  <a:lnTo>
                    <a:pt x="839732" y="336149"/>
                  </a:lnTo>
                  <a:cubicBezTo>
                    <a:pt x="839732" y="336149"/>
                    <a:pt x="764150" y="377806"/>
                    <a:pt x="746943" y="390004"/>
                  </a:cubicBezTo>
                  <a:cubicBezTo>
                    <a:pt x="729735" y="402202"/>
                    <a:pt x="710731" y="418973"/>
                    <a:pt x="716612" y="437542"/>
                  </a:cubicBezTo>
                  <a:cubicBezTo>
                    <a:pt x="722493" y="456111"/>
                    <a:pt x="727503" y="468308"/>
                    <a:pt x="730171" y="492323"/>
                  </a:cubicBezTo>
                  <a:cubicBezTo>
                    <a:pt x="732894" y="516337"/>
                    <a:pt x="749176" y="549826"/>
                    <a:pt x="754185" y="561152"/>
                  </a:cubicBezTo>
                  <a:cubicBezTo>
                    <a:pt x="759141" y="572479"/>
                    <a:pt x="757834" y="579721"/>
                    <a:pt x="798565" y="596438"/>
                  </a:cubicBezTo>
                  <a:cubicBezTo>
                    <a:pt x="839297" y="613156"/>
                    <a:pt x="847900" y="671585"/>
                    <a:pt x="829332" y="693747"/>
                  </a:cubicBezTo>
                  <a:cubicBezTo>
                    <a:pt x="810763" y="715910"/>
                    <a:pt x="766383" y="732246"/>
                    <a:pt x="736052" y="700064"/>
                  </a:cubicBezTo>
                  <a:cubicBezTo>
                    <a:pt x="705721" y="667936"/>
                    <a:pt x="714325" y="636680"/>
                    <a:pt x="719280" y="624918"/>
                  </a:cubicBezTo>
                  <a:cubicBezTo>
                    <a:pt x="724236" y="613156"/>
                    <a:pt x="721567" y="592300"/>
                    <a:pt x="712964" y="574657"/>
                  </a:cubicBezTo>
                  <a:cubicBezTo>
                    <a:pt x="704360" y="557014"/>
                    <a:pt x="700276" y="524886"/>
                    <a:pt x="699405" y="514431"/>
                  </a:cubicBezTo>
                  <a:cubicBezTo>
                    <a:pt x="698479" y="504030"/>
                    <a:pt x="688514" y="449250"/>
                    <a:pt x="665916" y="456492"/>
                  </a:cubicBezTo>
                  <a:cubicBezTo>
                    <a:pt x="643263" y="463734"/>
                    <a:pt x="491609" y="527554"/>
                    <a:pt x="435032" y="544762"/>
                  </a:cubicBezTo>
                  <a:cubicBezTo>
                    <a:pt x="378454" y="561969"/>
                    <a:pt x="278858" y="585057"/>
                    <a:pt x="267532" y="599107"/>
                  </a:cubicBezTo>
                  <a:cubicBezTo>
                    <a:pt x="256205" y="613156"/>
                    <a:pt x="260725" y="621759"/>
                    <a:pt x="328193" y="653887"/>
                  </a:cubicBezTo>
                  <a:cubicBezTo>
                    <a:pt x="395661" y="686015"/>
                    <a:pt x="420982" y="710955"/>
                    <a:pt x="451803" y="710955"/>
                  </a:cubicBezTo>
                  <a:cubicBezTo>
                    <a:pt x="482624" y="710955"/>
                    <a:pt x="534628" y="709158"/>
                    <a:pt x="559567" y="757567"/>
                  </a:cubicBezTo>
                  <a:cubicBezTo>
                    <a:pt x="584453" y="806031"/>
                    <a:pt x="550964" y="861683"/>
                    <a:pt x="505222" y="859450"/>
                  </a:cubicBezTo>
                  <a:cubicBezTo>
                    <a:pt x="459481" y="857163"/>
                    <a:pt x="423760" y="838159"/>
                    <a:pt x="416517" y="788388"/>
                  </a:cubicBezTo>
                  <a:cubicBezTo>
                    <a:pt x="409275" y="738617"/>
                    <a:pt x="402033" y="722771"/>
                    <a:pt x="321441" y="687866"/>
                  </a:cubicBezTo>
                  <a:cubicBezTo>
                    <a:pt x="240849" y="653016"/>
                    <a:pt x="191950" y="626769"/>
                    <a:pt x="142179" y="644412"/>
                  </a:cubicBezTo>
                  <a:cubicBezTo>
                    <a:pt x="92408" y="662055"/>
                    <a:pt x="26301" y="683782"/>
                    <a:pt x="16772" y="686505"/>
                  </a:cubicBezTo>
                  <a:lnTo>
                    <a:pt x="0" y="641798"/>
                  </a:lnTo>
                  <a:close/>
                </a:path>
              </a:pathLst>
            </a:custGeom>
            <a:solidFill>
              <a:srgbClr val="C0E6F9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06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4081944" y="2165587"/>
              <a:ext cx="839732" cy="817065"/>
              <a:chOff x="4081944" y="2165587"/>
              <a:chExt cx="839732" cy="817065"/>
            </a:xfrm>
            <a:solidFill>
              <a:srgbClr val="EBF8FC"/>
            </a:solidFill>
          </p:grpSpPr>
          <p:sp>
            <p:nvSpPr>
              <p:cNvPr id="1507" name="Forme libre : forme 1506">
                <a:extLst>
                  <a:ext uri="{FF2B5EF4-FFF2-40B4-BE49-F238E27FC236}">
                    <a16:creationId xmlns:a16="http://schemas.microsoft.com/office/drawing/2014/main" id="{C0A870CD-E39B-4E2D-A664-73756120750A}"/>
                  </a:ext>
                </a:extLst>
              </p:cNvPr>
              <p:cNvSpPr/>
              <p:nvPr/>
            </p:nvSpPr>
            <p:spPr>
              <a:xfrm>
                <a:off x="4543385" y="2387854"/>
                <a:ext cx="26518" cy="129001"/>
              </a:xfrm>
              <a:custGeom>
                <a:avLst/>
                <a:gdLst>
                  <a:gd name="connsiteX0" fmla="*/ 0 w 26518"/>
                  <a:gd name="connsiteY0" fmla="*/ 0 h 129001"/>
                  <a:gd name="connsiteX1" fmla="*/ 5718 w 26518"/>
                  <a:gd name="connsiteY1" fmla="*/ 45360 h 129001"/>
                  <a:gd name="connsiteX2" fmla="*/ 26519 w 26518"/>
                  <a:gd name="connsiteY2" fmla="*/ 129001 h 129001"/>
                  <a:gd name="connsiteX3" fmla="*/ 8767 w 26518"/>
                  <a:gd name="connsiteY3" fmla="*/ 51949 h 129001"/>
                  <a:gd name="connsiteX4" fmla="*/ 0 w 26518"/>
                  <a:gd name="connsiteY4" fmla="*/ 0 h 129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518" h="129001">
                    <a:moveTo>
                      <a:pt x="0" y="0"/>
                    </a:moveTo>
                    <a:cubicBezTo>
                      <a:pt x="5119" y="13396"/>
                      <a:pt x="5718" y="28479"/>
                      <a:pt x="5718" y="45360"/>
                    </a:cubicBezTo>
                    <a:cubicBezTo>
                      <a:pt x="5718" y="71879"/>
                      <a:pt x="12524" y="99215"/>
                      <a:pt x="26519" y="129001"/>
                    </a:cubicBezTo>
                    <a:cubicBezTo>
                      <a:pt x="14594" y="101774"/>
                      <a:pt x="8767" y="76508"/>
                      <a:pt x="8767" y="51949"/>
                    </a:cubicBezTo>
                    <a:cubicBezTo>
                      <a:pt x="8713" y="32237"/>
                      <a:pt x="7841" y="15029"/>
                      <a:pt x="0" y="0"/>
                    </a:cubicBezTo>
                    <a:close/>
                  </a:path>
                </a:pathLst>
              </a:custGeom>
              <a:solidFill>
                <a:srgbClr val="EBF8FC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8" name="Forme libre : forme 1507">
                <a:extLst>
                  <a:ext uri="{FF2B5EF4-FFF2-40B4-BE49-F238E27FC236}">
                    <a16:creationId xmlns:a16="http://schemas.microsoft.com/office/drawing/2014/main" id="{59C652D9-0D10-4051-B7B0-8F4EC3CD1AD5}"/>
                  </a:ext>
                </a:extLst>
              </p:cNvPr>
              <p:cNvSpPr/>
              <p:nvPr/>
            </p:nvSpPr>
            <p:spPr>
              <a:xfrm>
                <a:off x="4248518" y="2550017"/>
                <a:ext cx="344403" cy="187795"/>
              </a:xfrm>
              <a:custGeom>
                <a:avLst/>
                <a:gdLst>
                  <a:gd name="connsiteX0" fmla="*/ 7242 w 344403"/>
                  <a:gd name="connsiteY0" fmla="*/ 178935 h 187795"/>
                  <a:gd name="connsiteX1" fmla="*/ 0 w 344403"/>
                  <a:gd name="connsiteY1" fmla="*/ 169733 h 187795"/>
                  <a:gd name="connsiteX2" fmla="*/ 10237 w 344403"/>
                  <a:gd name="connsiteY2" fmla="*/ 185524 h 187795"/>
                  <a:gd name="connsiteX3" fmla="*/ 289095 w 344403"/>
                  <a:gd name="connsiteY3" fmla="*/ 99814 h 187795"/>
                  <a:gd name="connsiteX4" fmla="*/ 338213 w 344403"/>
                  <a:gd name="connsiteY4" fmla="*/ 0 h 187795"/>
                  <a:gd name="connsiteX5" fmla="*/ 286100 w 344403"/>
                  <a:gd name="connsiteY5" fmla="*/ 93225 h 187795"/>
                  <a:gd name="connsiteX6" fmla="*/ 7242 w 344403"/>
                  <a:gd name="connsiteY6" fmla="*/ 178935 h 187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4403" h="187795">
                    <a:moveTo>
                      <a:pt x="7242" y="178935"/>
                    </a:moveTo>
                    <a:cubicBezTo>
                      <a:pt x="4302" y="176376"/>
                      <a:pt x="1960" y="173218"/>
                      <a:pt x="0" y="169733"/>
                    </a:cubicBezTo>
                    <a:cubicBezTo>
                      <a:pt x="2233" y="175940"/>
                      <a:pt x="5609" y="181440"/>
                      <a:pt x="10237" y="185524"/>
                    </a:cubicBezTo>
                    <a:cubicBezTo>
                      <a:pt x="29568" y="202405"/>
                      <a:pt x="255279" y="120343"/>
                      <a:pt x="289095" y="99814"/>
                    </a:cubicBezTo>
                    <a:cubicBezTo>
                      <a:pt x="322475" y="79557"/>
                      <a:pt x="359286" y="39316"/>
                      <a:pt x="338213" y="0"/>
                    </a:cubicBezTo>
                    <a:cubicBezTo>
                      <a:pt x="352207" y="37192"/>
                      <a:pt x="317575" y="74112"/>
                      <a:pt x="286100" y="93225"/>
                    </a:cubicBezTo>
                    <a:cubicBezTo>
                      <a:pt x="252285" y="113754"/>
                      <a:pt x="26519" y="195870"/>
                      <a:pt x="7242" y="178935"/>
                    </a:cubicBezTo>
                    <a:close/>
                  </a:path>
                </a:pathLst>
              </a:custGeom>
              <a:solidFill>
                <a:srgbClr val="EBF8FC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9" name="Forme libre : forme 1508">
                <a:extLst>
                  <a:ext uri="{FF2B5EF4-FFF2-40B4-BE49-F238E27FC236}">
                    <a16:creationId xmlns:a16="http://schemas.microsoft.com/office/drawing/2014/main" id="{EFE6B745-B5B0-4E75-A1DC-A3382DDB3D4B}"/>
                  </a:ext>
                </a:extLst>
              </p:cNvPr>
              <p:cNvSpPr/>
              <p:nvPr/>
            </p:nvSpPr>
            <p:spPr>
              <a:xfrm>
                <a:off x="4840540" y="2736794"/>
                <a:ext cx="74057" cy="61532"/>
              </a:xfrm>
              <a:custGeom>
                <a:avLst/>
                <a:gdLst>
                  <a:gd name="connsiteX0" fmla="*/ 39915 w 74057"/>
                  <a:gd name="connsiteY0" fmla="*/ 25212 h 61532"/>
                  <a:gd name="connsiteX1" fmla="*/ 0 w 74057"/>
                  <a:gd name="connsiteY1" fmla="*/ 0 h 61532"/>
                  <a:gd name="connsiteX2" fmla="*/ 42910 w 74057"/>
                  <a:gd name="connsiteY2" fmla="*/ 31801 h 61532"/>
                  <a:gd name="connsiteX3" fmla="*/ 74057 w 74057"/>
                  <a:gd name="connsiteY3" fmla="*/ 61533 h 61532"/>
                  <a:gd name="connsiteX4" fmla="*/ 39915 w 74057"/>
                  <a:gd name="connsiteY4" fmla="*/ 25212 h 6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57" h="61532">
                    <a:moveTo>
                      <a:pt x="39915" y="25212"/>
                    </a:moveTo>
                    <a:cubicBezTo>
                      <a:pt x="12252" y="13831"/>
                      <a:pt x="4030" y="6861"/>
                      <a:pt x="0" y="0"/>
                    </a:cubicBezTo>
                    <a:cubicBezTo>
                      <a:pt x="3757" y="9475"/>
                      <a:pt x="6535" y="16881"/>
                      <a:pt x="42910" y="31801"/>
                    </a:cubicBezTo>
                    <a:cubicBezTo>
                      <a:pt x="57231" y="37682"/>
                      <a:pt x="67468" y="48736"/>
                      <a:pt x="74057" y="61533"/>
                    </a:cubicBezTo>
                    <a:cubicBezTo>
                      <a:pt x="67849" y="46013"/>
                      <a:pt x="56632" y="32128"/>
                      <a:pt x="39915" y="25212"/>
                    </a:cubicBezTo>
                    <a:close/>
                  </a:path>
                </a:pathLst>
              </a:custGeom>
              <a:solidFill>
                <a:srgbClr val="EBF8FC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0" name="Forme libre : forme 1509">
                <a:extLst>
                  <a:ext uri="{FF2B5EF4-FFF2-40B4-BE49-F238E27FC236}">
                    <a16:creationId xmlns:a16="http://schemas.microsoft.com/office/drawing/2014/main" id="{5B0438D2-B119-4355-925E-B92CC112F882}"/>
                  </a:ext>
                </a:extLst>
              </p:cNvPr>
              <p:cNvSpPr/>
              <p:nvPr/>
            </p:nvSpPr>
            <p:spPr>
              <a:xfrm>
                <a:off x="4602522" y="2451456"/>
                <a:ext cx="319153" cy="124341"/>
              </a:xfrm>
              <a:custGeom>
                <a:avLst/>
                <a:gdLst>
                  <a:gd name="connsiteX0" fmla="*/ 37410 w 319153"/>
                  <a:gd name="connsiteY0" fmla="*/ 122957 h 124341"/>
                  <a:gd name="connsiteX1" fmla="*/ 293179 w 319153"/>
                  <a:gd name="connsiteY1" fmla="*/ 6589 h 124341"/>
                  <a:gd name="connsiteX2" fmla="*/ 318555 w 319153"/>
                  <a:gd name="connsiteY2" fmla="*/ 50588 h 124341"/>
                  <a:gd name="connsiteX3" fmla="*/ 319154 w 319153"/>
                  <a:gd name="connsiteY3" fmla="*/ 50261 h 124341"/>
                  <a:gd name="connsiteX4" fmla="*/ 290184 w 319153"/>
                  <a:gd name="connsiteY4" fmla="*/ 0 h 124341"/>
                  <a:gd name="connsiteX5" fmla="*/ 34415 w 319153"/>
                  <a:gd name="connsiteY5" fmla="*/ 116368 h 124341"/>
                  <a:gd name="connsiteX6" fmla="*/ 0 w 319153"/>
                  <a:gd name="connsiteY6" fmla="*/ 77869 h 124341"/>
                  <a:gd name="connsiteX7" fmla="*/ 37410 w 319153"/>
                  <a:gd name="connsiteY7" fmla="*/ 122957 h 124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9153" h="124341">
                    <a:moveTo>
                      <a:pt x="37410" y="122957"/>
                    </a:moveTo>
                    <a:cubicBezTo>
                      <a:pt x="72260" y="139238"/>
                      <a:pt x="293179" y="6589"/>
                      <a:pt x="293179" y="6589"/>
                    </a:cubicBezTo>
                    <a:lnTo>
                      <a:pt x="318555" y="50588"/>
                    </a:lnTo>
                    <a:cubicBezTo>
                      <a:pt x="318936" y="50370"/>
                      <a:pt x="319154" y="50261"/>
                      <a:pt x="319154" y="50261"/>
                    </a:cubicBezTo>
                    <a:lnTo>
                      <a:pt x="290184" y="0"/>
                    </a:lnTo>
                    <a:cubicBezTo>
                      <a:pt x="290184" y="0"/>
                      <a:pt x="69265" y="132649"/>
                      <a:pt x="34415" y="116368"/>
                    </a:cubicBezTo>
                    <a:cubicBezTo>
                      <a:pt x="19876" y="109561"/>
                      <a:pt x="8495" y="95294"/>
                      <a:pt x="0" y="77869"/>
                    </a:cubicBezTo>
                    <a:cubicBezTo>
                      <a:pt x="8713" y="98235"/>
                      <a:pt x="21019" y="115279"/>
                      <a:pt x="37410" y="122957"/>
                    </a:cubicBezTo>
                    <a:close/>
                  </a:path>
                </a:pathLst>
              </a:custGeom>
              <a:solidFill>
                <a:srgbClr val="EBF8FC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1" name="Forme libre : forme 1510">
                <a:extLst>
                  <a:ext uri="{FF2B5EF4-FFF2-40B4-BE49-F238E27FC236}">
                    <a16:creationId xmlns:a16="http://schemas.microsoft.com/office/drawing/2014/main" id="{9FFB0F74-3C27-4289-A972-34B9FBF85B82}"/>
                  </a:ext>
                </a:extLst>
              </p:cNvPr>
              <p:cNvSpPr/>
              <p:nvPr/>
            </p:nvSpPr>
            <p:spPr>
              <a:xfrm>
                <a:off x="4347678" y="2782590"/>
                <a:ext cx="296664" cy="146970"/>
              </a:xfrm>
              <a:custGeom>
                <a:avLst/>
                <a:gdLst>
                  <a:gd name="connsiteX0" fmla="*/ 296664 w 296664"/>
                  <a:gd name="connsiteY0" fmla="*/ 146971 h 146970"/>
                  <a:gd name="connsiteX1" fmla="*/ 293778 w 296664"/>
                  <a:gd name="connsiteY1" fmla="*/ 140600 h 146970"/>
                  <a:gd name="connsiteX2" fmla="*/ 186014 w 296664"/>
                  <a:gd name="connsiteY2" fmla="*/ 93987 h 146970"/>
                  <a:gd name="connsiteX3" fmla="*/ 62404 w 296664"/>
                  <a:gd name="connsiteY3" fmla="*/ 36920 h 146970"/>
                  <a:gd name="connsiteX4" fmla="*/ 0 w 296664"/>
                  <a:gd name="connsiteY4" fmla="*/ 0 h 146970"/>
                  <a:gd name="connsiteX5" fmla="*/ 65399 w 296664"/>
                  <a:gd name="connsiteY5" fmla="*/ 43509 h 146970"/>
                  <a:gd name="connsiteX6" fmla="*/ 189009 w 296664"/>
                  <a:gd name="connsiteY6" fmla="*/ 100576 h 146970"/>
                  <a:gd name="connsiteX7" fmla="*/ 296664 w 296664"/>
                  <a:gd name="connsiteY7" fmla="*/ 146971 h 146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6664" h="146970">
                    <a:moveTo>
                      <a:pt x="296664" y="146971"/>
                    </a:moveTo>
                    <a:cubicBezTo>
                      <a:pt x="295793" y="144847"/>
                      <a:pt x="294867" y="142723"/>
                      <a:pt x="293778" y="140600"/>
                    </a:cubicBezTo>
                    <a:cubicBezTo>
                      <a:pt x="268893" y="92136"/>
                      <a:pt x="216835" y="93987"/>
                      <a:pt x="186014" y="93987"/>
                    </a:cubicBezTo>
                    <a:cubicBezTo>
                      <a:pt x="155193" y="93987"/>
                      <a:pt x="129872" y="69102"/>
                      <a:pt x="62404" y="36920"/>
                    </a:cubicBezTo>
                    <a:cubicBezTo>
                      <a:pt x="24613" y="18950"/>
                      <a:pt x="6589" y="8331"/>
                      <a:pt x="0" y="0"/>
                    </a:cubicBezTo>
                    <a:cubicBezTo>
                      <a:pt x="980" y="9529"/>
                      <a:pt x="16990" y="20475"/>
                      <a:pt x="65399" y="43509"/>
                    </a:cubicBezTo>
                    <a:cubicBezTo>
                      <a:pt x="132867" y="75636"/>
                      <a:pt x="158188" y="100576"/>
                      <a:pt x="189009" y="100576"/>
                    </a:cubicBezTo>
                    <a:cubicBezTo>
                      <a:pt x="219776" y="100576"/>
                      <a:pt x="271670" y="98779"/>
                      <a:pt x="296664" y="146971"/>
                    </a:cubicBezTo>
                    <a:close/>
                  </a:path>
                </a:pathLst>
              </a:custGeom>
              <a:solidFill>
                <a:srgbClr val="EBF8FC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2" name="Forme libre : forme 1511">
                <a:extLst>
                  <a:ext uri="{FF2B5EF4-FFF2-40B4-BE49-F238E27FC236}">
                    <a16:creationId xmlns:a16="http://schemas.microsoft.com/office/drawing/2014/main" id="{2AB98B80-2E71-46A9-B809-62FBBA597764}"/>
                  </a:ext>
                </a:extLst>
              </p:cNvPr>
              <p:cNvSpPr/>
              <p:nvPr/>
            </p:nvSpPr>
            <p:spPr>
              <a:xfrm>
                <a:off x="4772146" y="2642861"/>
                <a:ext cx="34604" cy="203330"/>
              </a:xfrm>
              <a:custGeom>
                <a:avLst/>
                <a:gdLst>
                  <a:gd name="connsiteX0" fmla="*/ 31801 w 34604"/>
                  <a:gd name="connsiteY0" fmla="*/ 203331 h 203330"/>
                  <a:gd name="connsiteX1" fmla="*/ 32128 w 34604"/>
                  <a:gd name="connsiteY1" fmla="*/ 154322 h 203330"/>
                  <a:gd name="connsiteX2" fmla="*/ 25811 w 34604"/>
                  <a:gd name="connsiteY2" fmla="*/ 104061 h 203330"/>
                  <a:gd name="connsiteX3" fmla="*/ 12252 w 34604"/>
                  <a:gd name="connsiteY3" fmla="*/ 43835 h 203330"/>
                  <a:gd name="connsiteX4" fmla="*/ 0 w 34604"/>
                  <a:gd name="connsiteY4" fmla="*/ 0 h 203330"/>
                  <a:gd name="connsiteX5" fmla="*/ 9257 w 34604"/>
                  <a:gd name="connsiteY5" fmla="*/ 37192 h 203330"/>
                  <a:gd name="connsiteX6" fmla="*/ 22816 w 34604"/>
                  <a:gd name="connsiteY6" fmla="*/ 97418 h 203330"/>
                  <a:gd name="connsiteX7" fmla="*/ 29133 w 34604"/>
                  <a:gd name="connsiteY7" fmla="*/ 147679 h 203330"/>
                  <a:gd name="connsiteX8" fmla="*/ 31801 w 34604"/>
                  <a:gd name="connsiteY8" fmla="*/ 203331 h 203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604" h="203330">
                    <a:moveTo>
                      <a:pt x="31801" y="203331"/>
                    </a:moveTo>
                    <a:cubicBezTo>
                      <a:pt x="23143" y="181495"/>
                      <a:pt x="28534" y="162817"/>
                      <a:pt x="32128" y="154322"/>
                    </a:cubicBezTo>
                    <a:cubicBezTo>
                      <a:pt x="37083" y="142560"/>
                      <a:pt x="34415" y="121704"/>
                      <a:pt x="25811" y="104061"/>
                    </a:cubicBezTo>
                    <a:cubicBezTo>
                      <a:pt x="17207" y="86418"/>
                      <a:pt x="13123" y="54290"/>
                      <a:pt x="12252" y="43835"/>
                    </a:cubicBezTo>
                    <a:cubicBezTo>
                      <a:pt x="11708" y="37573"/>
                      <a:pt x="7896" y="15247"/>
                      <a:pt x="0" y="0"/>
                    </a:cubicBezTo>
                    <a:cubicBezTo>
                      <a:pt x="5881" y="14430"/>
                      <a:pt x="8767" y="31801"/>
                      <a:pt x="9257" y="37192"/>
                    </a:cubicBezTo>
                    <a:cubicBezTo>
                      <a:pt x="10183" y="47593"/>
                      <a:pt x="14212" y="79720"/>
                      <a:pt x="22816" y="97418"/>
                    </a:cubicBezTo>
                    <a:cubicBezTo>
                      <a:pt x="31420" y="115061"/>
                      <a:pt x="34142" y="135917"/>
                      <a:pt x="29133" y="147679"/>
                    </a:cubicBezTo>
                    <a:cubicBezTo>
                      <a:pt x="25158" y="157045"/>
                      <a:pt x="18950" y="178663"/>
                      <a:pt x="31801" y="203331"/>
                    </a:cubicBezTo>
                    <a:close/>
                  </a:path>
                </a:pathLst>
              </a:custGeom>
              <a:solidFill>
                <a:srgbClr val="EBF8FC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3" name="Forme libre : forme 1512">
                <a:extLst>
                  <a:ext uri="{FF2B5EF4-FFF2-40B4-BE49-F238E27FC236}">
                    <a16:creationId xmlns:a16="http://schemas.microsoft.com/office/drawing/2014/main" id="{4659BC0A-A84F-4CCD-B2DE-502F208EC67E}"/>
                  </a:ext>
                </a:extLst>
              </p:cNvPr>
              <p:cNvSpPr/>
              <p:nvPr/>
            </p:nvSpPr>
            <p:spPr>
              <a:xfrm>
                <a:off x="4081944" y="2698295"/>
                <a:ext cx="134534" cy="153832"/>
              </a:xfrm>
              <a:custGeom>
                <a:avLst/>
                <a:gdLst>
                  <a:gd name="connsiteX0" fmla="*/ 2995 w 134534"/>
                  <a:gd name="connsiteY0" fmla="*/ 115769 h 153832"/>
                  <a:gd name="connsiteX1" fmla="*/ 129763 w 134534"/>
                  <a:gd name="connsiteY1" fmla="*/ 51786 h 153832"/>
                  <a:gd name="connsiteX2" fmla="*/ 127912 w 134534"/>
                  <a:gd name="connsiteY2" fmla="*/ 0 h 153832"/>
                  <a:gd name="connsiteX3" fmla="*/ 126768 w 134534"/>
                  <a:gd name="connsiteY3" fmla="*/ 45197 h 153832"/>
                  <a:gd name="connsiteX4" fmla="*/ 0 w 134534"/>
                  <a:gd name="connsiteY4" fmla="*/ 109180 h 153832"/>
                  <a:gd name="connsiteX5" fmla="*/ 16772 w 134534"/>
                  <a:gd name="connsiteY5" fmla="*/ 153832 h 153832"/>
                  <a:gd name="connsiteX6" fmla="*/ 17262 w 134534"/>
                  <a:gd name="connsiteY6" fmla="*/ 153669 h 153832"/>
                  <a:gd name="connsiteX7" fmla="*/ 2995 w 134534"/>
                  <a:gd name="connsiteY7" fmla="*/ 115769 h 15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4534" h="153832">
                    <a:moveTo>
                      <a:pt x="2995" y="115769"/>
                    </a:moveTo>
                    <a:cubicBezTo>
                      <a:pt x="2995" y="115769"/>
                      <a:pt x="118873" y="80755"/>
                      <a:pt x="129763" y="51786"/>
                    </a:cubicBezTo>
                    <a:cubicBezTo>
                      <a:pt x="136733" y="33217"/>
                      <a:pt x="136026" y="15029"/>
                      <a:pt x="127912" y="0"/>
                    </a:cubicBezTo>
                    <a:cubicBezTo>
                      <a:pt x="133031" y="13613"/>
                      <a:pt x="132758" y="29296"/>
                      <a:pt x="126768" y="45197"/>
                    </a:cubicBezTo>
                    <a:cubicBezTo>
                      <a:pt x="115878" y="74166"/>
                      <a:pt x="0" y="109180"/>
                      <a:pt x="0" y="109180"/>
                    </a:cubicBezTo>
                    <a:lnTo>
                      <a:pt x="16772" y="153832"/>
                    </a:lnTo>
                    <a:cubicBezTo>
                      <a:pt x="16935" y="153778"/>
                      <a:pt x="17099" y="153723"/>
                      <a:pt x="17262" y="153669"/>
                    </a:cubicBezTo>
                    <a:lnTo>
                      <a:pt x="2995" y="115769"/>
                    </a:lnTo>
                    <a:close/>
                  </a:path>
                </a:pathLst>
              </a:custGeom>
              <a:solidFill>
                <a:srgbClr val="EBF8FC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4" name="Forme libre : forme 1513">
                <a:extLst>
                  <a:ext uri="{FF2B5EF4-FFF2-40B4-BE49-F238E27FC236}">
                    <a16:creationId xmlns:a16="http://schemas.microsoft.com/office/drawing/2014/main" id="{C11DFFEA-F916-4CDF-9392-3A193DDF4BC6}"/>
                  </a:ext>
                </a:extLst>
              </p:cNvPr>
              <p:cNvSpPr/>
              <p:nvPr/>
            </p:nvSpPr>
            <p:spPr>
              <a:xfrm>
                <a:off x="4418496" y="2165587"/>
                <a:ext cx="138884" cy="113685"/>
              </a:xfrm>
              <a:custGeom>
                <a:avLst/>
                <a:gdLst>
                  <a:gd name="connsiteX0" fmla="*/ 10863 w 138884"/>
                  <a:gd name="connsiteY0" fmla="*/ 113686 h 113685"/>
                  <a:gd name="connsiteX1" fmla="*/ 4438 w 138884"/>
                  <a:gd name="connsiteY1" fmla="*/ 91904 h 113685"/>
                  <a:gd name="connsiteX2" fmla="*/ 53936 w 138884"/>
                  <a:gd name="connsiteY2" fmla="*/ 9788 h 113685"/>
                  <a:gd name="connsiteX3" fmla="*/ 138884 w 138884"/>
                  <a:gd name="connsiteY3" fmla="*/ 53732 h 113685"/>
                  <a:gd name="connsiteX4" fmla="*/ 50941 w 138884"/>
                  <a:gd name="connsiteY4" fmla="*/ 3199 h 113685"/>
                  <a:gd name="connsiteX5" fmla="*/ 1443 w 138884"/>
                  <a:gd name="connsiteY5" fmla="*/ 85315 h 113685"/>
                  <a:gd name="connsiteX6" fmla="*/ 10863 w 138884"/>
                  <a:gd name="connsiteY6" fmla="*/ 113686 h 113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884" h="113685">
                    <a:moveTo>
                      <a:pt x="10863" y="113686"/>
                    </a:moveTo>
                    <a:cubicBezTo>
                      <a:pt x="7977" y="106879"/>
                      <a:pt x="5745" y="99637"/>
                      <a:pt x="4438" y="91904"/>
                    </a:cubicBezTo>
                    <a:cubicBezTo>
                      <a:pt x="-4003" y="41208"/>
                      <a:pt x="26165" y="19481"/>
                      <a:pt x="53936" y="9788"/>
                    </a:cubicBezTo>
                    <a:cubicBezTo>
                      <a:pt x="78495" y="1239"/>
                      <a:pt x="116286" y="7828"/>
                      <a:pt x="138884" y="53732"/>
                    </a:cubicBezTo>
                    <a:cubicBezTo>
                      <a:pt x="116776" y="1892"/>
                      <a:pt x="76643" y="-5731"/>
                      <a:pt x="50941" y="3199"/>
                    </a:cubicBezTo>
                    <a:cubicBezTo>
                      <a:pt x="23170" y="12837"/>
                      <a:pt x="-6998" y="34564"/>
                      <a:pt x="1443" y="85315"/>
                    </a:cubicBezTo>
                    <a:cubicBezTo>
                      <a:pt x="3131" y="95607"/>
                      <a:pt x="6452" y="105028"/>
                      <a:pt x="10863" y="113686"/>
                    </a:cubicBezTo>
                    <a:close/>
                  </a:path>
                </a:pathLst>
              </a:custGeom>
              <a:solidFill>
                <a:srgbClr val="EBF8FC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5" name="Forme libre : forme 1514">
                <a:extLst>
                  <a:ext uri="{FF2B5EF4-FFF2-40B4-BE49-F238E27FC236}">
                    <a16:creationId xmlns:a16="http://schemas.microsoft.com/office/drawing/2014/main" id="{046DF3A9-083A-4A9E-B3C6-C0637880E9F8}"/>
                  </a:ext>
                </a:extLst>
              </p:cNvPr>
              <p:cNvSpPr/>
              <p:nvPr/>
            </p:nvSpPr>
            <p:spPr>
              <a:xfrm>
                <a:off x="4490021" y="2917308"/>
                <a:ext cx="17261" cy="65344"/>
              </a:xfrm>
              <a:custGeom>
                <a:avLst/>
                <a:gdLst>
                  <a:gd name="connsiteX0" fmla="*/ 11381 w 17261"/>
                  <a:gd name="connsiteY0" fmla="*/ 43236 h 65344"/>
                  <a:gd name="connsiteX1" fmla="*/ 0 w 17261"/>
                  <a:gd name="connsiteY1" fmla="*/ 0 h 65344"/>
                  <a:gd name="connsiteX2" fmla="*/ 8331 w 17261"/>
                  <a:gd name="connsiteY2" fmla="*/ 36647 h 65344"/>
                  <a:gd name="connsiteX3" fmla="*/ 17262 w 17261"/>
                  <a:gd name="connsiteY3" fmla="*/ 65345 h 65344"/>
                  <a:gd name="connsiteX4" fmla="*/ 11381 w 17261"/>
                  <a:gd name="connsiteY4" fmla="*/ 43236 h 65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61" h="65344">
                    <a:moveTo>
                      <a:pt x="11381" y="43236"/>
                    </a:moveTo>
                    <a:cubicBezTo>
                      <a:pt x="8767" y="25212"/>
                      <a:pt x="6099" y="11653"/>
                      <a:pt x="0" y="0"/>
                    </a:cubicBezTo>
                    <a:cubicBezTo>
                      <a:pt x="4030" y="10183"/>
                      <a:pt x="6208" y="21890"/>
                      <a:pt x="8331" y="36647"/>
                    </a:cubicBezTo>
                    <a:cubicBezTo>
                      <a:pt x="9965" y="47702"/>
                      <a:pt x="13014" y="57177"/>
                      <a:pt x="17262" y="65345"/>
                    </a:cubicBezTo>
                    <a:cubicBezTo>
                      <a:pt x="14594" y="58756"/>
                      <a:pt x="12579" y="51459"/>
                      <a:pt x="11381" y="43236"/>
                    </a:cubicBezTo>
                    <a:close/>
                  </a:path>
                </a:pathLst>
              </a:custGeom>
              <a:solidFill>
                <a:srgbClr val="EBF8FC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6" name="Forme libre : forme 1515">
                <a:extLst>
                  <a:ext uri="{FF2B5EF4-FFF2-40B4-BE49-F238E27FC236}">
                    <a16:creationId xmlns:a16="http://schemas.microsoft.com/office/drawing/2014/main" id="{6A171888-77ED-4594-A11B-1221713AB463}"/>
                  </a:ext>
                </a:extLst>
              </p:cNvPr>
              <p:cNvSpPr/>
              <p:nvPr/>
            </p:nvSpPr>
            <p:spPr>
              <a:xfrm>
                <a:off x="4155681" y="2558191"/>
                <a:ext cx="111350" cy="85649"/>
              </a:xfrm>
              <a:custGeom>
                <a:avLst/>
                <a:gdLst>
                  <a:gd name="connsiteX0" fmla="*/ 59021 w 111350"/>
                  <a:gd name="connsiteY0" fmla="*/ 7182 h 85649"/>
                  <a:gd name="connsiteX1" fmla="*/ 111351 w 111350"/>
                  <a:gd name="connsiteY1" fmla="*/ 27112 h 85649"/>
                  <a:gd name="connsiteX2" fmla="*/ 56026 w 111350"/>
                  <a:gd name="connsiteY2" fmla="*/ 593 h 85649"/>
                  <a:gd name="connsiteX3" fmla="*/ 8706 w 111350"/>
                  <a:gd name="connsiteY3" fmla="*/ 85650 h 85649"/>
                  <a:gd name="connsiteX4" fmla="*/ 59021 w 111350"/>
                  <a:gd name="connsiteY4" fmla="*/ 7182 h 85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50" h="85649">
                    <a:moveTo>
                      <a:pt x="59021" y="7182"/>
                    </a:moveTo>
                    <a:cubicBezTo>
                      <a:pt x="87718" y="4078"/>
                      <a:pt x="103564" y="13281"/>
                      <a:pt x="111351" y="27112"/>
                    </a:cubicBezTo>
                    <a:cubicBezTo>
                      <a:pt x="105089" y="9796"/>
                      <a:pt x="89025" y="-2946"/>
                      <a:pt x="56026" y="593"/>
                    </a:cubicBezTo>
                    <a:cubicBezTo>
                      <a:pt x="-5997" y="7291"/>
                      <a:pt x="-7467" y="53686"/>
                      <a:pt x="8706" y="85650"/>
                    </a:cubicBezTo>
                    <a:cubicBezTo>
                      <a:pt x="-4037" y="54230"/>
                      <a:pt x="1136" y="13390"/>
                      <a:pt x="59021" y="7182"/>
                    </a:cubicBezTo>
                    <a:close/>
                  </a:path>
                </a:pathLst>
              </a:custGeom>
              <a:solidFill>
                <a:srgbClr val="EBF8FC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17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4092998" y="2213438"/>
              <a:ext cx="828623" cy="812845"/>
              <a:chOff x="4092998" y="2213438"/>
              <a:chExt cx="828623" cy="812845"/>
            </a:xfrm>
            <a:solidFill>
              <a:srgbClr val="A4D2E0"/>
            </a:solidFill>
          </p:grpSpPr>
          <p:sp>
            <p:nvSpPr>
              <p:cNvPr id="1518" name="Forme libre : forme 1517">
                <a:extLst>
                  <a:ext uri="{FF2B5EF4-FFF2-40B4-BE49-F238E27FC236}">
                    <a16:creationId xmlns:a16="http://schemas.microsoft.com/office/drawing/2014/main" id="{D93A1A39-DFDE-465D-8C7E-C82AA24C2722}"/>
                  </a:ext>
                </a:extLst>
              </p:cNvPr>
              <p:cNvSpPr/>
              <p:nvPr/>
            </p:nvSpPr>
            <p:spPr>
              <a:xfrm>
                <a:off x="4423696" y="2266912"/>
                <a:ext cx="115115" cy="112773"/>
              </a:xfrm>
              <a:custGeom>
                <a:avLst/>
                <a:gdLst>
                  <a:gd name="connsiteX0" fmla="*/ 80428 w 115115"/>
                  <a:gd name="connsiteY0" fmla="*/ 71716 h 112773"/>
                  <a:gd name="connsiteX1" fmla="*/ 0 w 115115"/>
                  <a:gd name="connsiteY1" fmla="*/ 0 h 112773"/>
                  <a:gd name="connsiteX2" fmla="*/ 86745 w 115115"/>
                  <a:gd name="connsiteY2" fmla="*/ 86582 h 112773"/>
                  <a:gd name="connsiteX3" fmla="*/ 115115 w 115115"/>
                  <a:gd name="connsiteY3" fmla="*/ 112774 h 112773"/>
                  <a:gd name="connsiteX4" fmla="*/ 80428 w 115115"/>
                  <a:gd name="connsiteY4" fmla="*/ 71716 h 112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115" h="112773">
                    <a:moveTo>
                      <a:pt x="80428" y="71716"/>
                    </a:moveTo>
                    <a:cubicBezTo>
                      <a:pt x="51949" y="55543"/>
                      <a:pt x="17534" y="33380"/>
                      <a:pt x="0" y="0"/>
                    </a:cubicBezTo>
                    <a:cubicBezTo>
                      <a:pt x="13995" y="41875"/>
                      <a:pt x="54236" y="68176"/>
                      <a:pt x="86745" y="86582"/>
                    </a:cubicBezTo>
                    <a:cubicBezTo>
                      <a:pt x="100522" y="94423"/>
                      <a:pt x="109398" y="103081"/>
                      <a:pt x="115115" y="112774"/>
                    </a:cubicBezTo>
                    <a:cubicBezTo>
                      <a:pt x="110650" y="96982"/>
                      <a:pt x="101012" y="83369"/>
                      <a:pt x="80428" y="71716"/>
                    </a:cubicBezTo>
                    <a:close/>
                  </a:path>
                </a:pathLst>
              </a:custGeom>
              <a:solidFill>
                <a:srgbClr val="A4D2E0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9" name="Forme libre : forme 1518">
                <a:extLst>
                  <a:ext uri="{FF2B5EF4-FFF2-40B4-BE49-F238E27FC236}">
                    <a16:creationId xmlns:a16="http://schemas.microsoft.com/office/drawing/2014/main" id="{FD0BC13A-A5CD-4F63-BFC6-B0F6678EB48F}"/>
                  </a:ext>
                </a:extLst>
              </p:cNvPr>
              <p:cNvSpPr/>
              <p:nvPr/>
            </p:nvSpPr>
            <p:spPr>
              <a:xfrm>
                <a:off x="4562607" y="2501227"/>
                <a:ext cx="19385" cy="40186"/>
              </a:xfrm>
              <a:custGeom>
                <a:avLst/>
                <a:gdLst>
                  <a:gd name="connsiteX0" fmla="*/ 0 w 19385"/>
                  <a:gd name="connsiteY0" fmla="*/ 0 h 40186"/>
                  <a:gd name="connsiteX1" fmla="*/ 19386 w 19385"/>
                  <a:gd name="connsiteY1" fmla="*/ 40187 h 40186"/>
                  <a:gd name="connsiteX2" fmla="*/ 13940 w 19385"/>
                  <a:gd name="connsiteY2" fmla="*/ 26955 h 40186"/>
                  <a:gd name="connsiteX3" fmla="*/ 0 w 19385"/>
                  <a:gd name="connsiteY3" fmla="*/ 0 h 40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385" h="40186">
                    <a:moveTo>
                      <a:pt x="0" y="0"/>
                    </a:moveTo>
                    <a:cubicBezTo>
                      <a:pt x="5010" y="12906"/>
                      <a:pt x="11490" y="26247"/>
                      <a:pt x="19386" y="40187"/>
                    </a:cubicBezTo>
                    <a:cubicBezTo>
                      <a:pt x="18242" y="35776"/>
                      <a:pt x="16499" y="31365"/>
                      <a:pt x="13940" y="26955"/>
                    </a:cubicBezTo>
                    <a:cubicBezTo>
                      <a:pt x="8604" y="17697"/>
                      <a:pt x="4030" y="8767"/>
                      <a:pt x="0" y="0"/>
                    </a:cubicBezTo>
                    <a:close/>
                  </a:path>
                </a:pathLst>
              </a:custGeom>
              <a:solidFill>
                <a:srgbClr val="A4D2E0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0" name="Forme libre : forme 1519">
                <a:extLst>
                  <a:ext uri="{FF2B5EF4-FFF2-40B4-BE49-F238E27FC236}">
                    <a16:creationId xmlns:a16="http://schemas.microsoft.com/office/drawing/2014/main" id="{8A769935-9EA6-4D29-BC42-C0666EE5AA91}"/>
                  </a:ext>
                </a:extLst>
              </p:cNvPr>
              <p:cNvSpPr/>
              <p:nvPr/>
            </p:nvSpPr>
            <p:spPr>
              <a:xfrm>
                <a:off x="4554058" y="2213438"/>
                <a:ext cx="42147" cy="302381"/>
              </a:xfrm>
              <a:custGeom>
                <a:avLst/>
                <a:gdLst>
                  <a:gd name="connsiteX0" fmla="*/ 1960 w 42147"/>
                  <a:gd name="connsiteY0" fmla="*/ 5663 h 302381"/>
                  <a:gd name="connsiteX1" fmla="*/ 5609 w 42147"/>
                  <a:gd name="connsiteY1" fmla="*/ 123991 h 302381"/>
                  <a:gd name="connsiteX2" fmla="*/ 22653 w 42147"/>
                  <a:gd name="connsiteY2" fmla="*/ 222553 h 302381"/>
                  <a:gd name="connsiteX3" fmla="*/ 42147 w 42147"/>
                  <a:gd name="connsiteY3" fmla="*/ 302382 h 302381"/>
                  <a:gd name="connsiteX4" fmla="*/ 28969 w 42147"/>
                  <a:gd name="connsiteY4" fmla="*/ 237419 h 302381"/>
                  <a:gd name="connsiteX5" fmla="*/ 11925 w 42147"/>
                  <a:gd name="connsiteY5" fmla="*/ 138857 h 302381"/>
                  <a:gd name="connsiteX6" fmla="*/ 8277 w 42147"/>
                  <a:gd name="connsiteY6" fmla="*/ 20529 h 302381"/>
                  <a:gd name="connsiteX7" fmla="*/ 0 w 42147"/>
                  <a:gd name="connsiteY7" fmla="*/ 0 h 302381"/>
                  <a:gd name="connsiteX8" fmla="*/ 1960 w 42147"/>
                  <a:gd name="connsiteY8" fmla="*/ 5663 h 302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47" h="302381">
                    <a:moveTo>
                      <a:pt x="1960" y="5663"/>
                    </a:moveTo>
                    <a:cubicBezTo>
                      <a:pt x="15192" y="46885"/>
                      <a:pt x="-436" y="86527"/>
                      <a:pt x="5609" y="123991"/>
                    </a:cubicBezTo>
                    <a:cubicBezTo>
                      <a:pt x="11653" y="161401"/>
                      <a:pt x="20420" y="179534"/>
                      <a:pt x="22653" y="222553"/>
                    </a:cubicBezTo>
                    <a:cubicBezTo>
                      <a:pt x="23960" y="247656"/>
                      <a:pt x="30276" y="278096"/>
                      <a:pt x="42147" y="302382"/>
                    </a:cubicBezTo>
                    <a:cubicBezTo>
                      <a:pt x="34306" y="281254"/>
                      <a:pt x="30004" y="257621"/>
                      <a:pt x="28969" y="237419"/>
                    </a:cubicBezTo>
                    <a:cubicBezTo>
                      <a:pt x="26682" y="194400"/>
                      <a:pt x="17970" y="176321"/>
                      <a:pt x="11925" y="138857"/>
                    </a:cubicBezTo>
                    <a:cubicBezTo>
                      <a:pt x="5881" y="101447"/>
                      <a:pt x="21509" y="61751"/>
                      <a:pt x="8277" y="20529"/>
                    </a:cubicBezTo>
                    <a:cubicBezTo>
                      <a:pt x="5826" y="12906"/>
                      <a:pt x="3049" y="6099"/>
                      <a:pt x="0" y="0"/>
                    </a:cubicBezTo>
                    <a:cubicBezTo>
                      <a:pt x="708" y="1851"/>
                      <a:pt x="1361" y="3757"/>
                      <a:pt x="1960" y="5663"/>
                    </a:cubicBezTo>
                    <a:close/>
                  </a:path>
                </a:pathLst>
              </a:custGeom>
              <a:solidFill>
                <a:srgbClr val="A4D2E0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1" name="Forme libre : forme 1520">
                <a:extLst>
                  <a:ext uri="{FF2B5EF4-FFF2-40B4-BE49-F238E27FC236}">
                    <a16:creationId xmlns:a16="http://schemas.microsoft.com/office/drawing/2014/main" id="{E457F9E7-7B9B-42EB-B15D-F7388BF73F78}"/>
                  </a:ext>
                </a:extLst>
              </p:cNvPr>
              <p:cNvSpPr/>
              <p:nvPr/>
            </p:nvSpPr>
            <p:spPr>
              <a:xfrm>
                <a:off x="4791093" y="2488975"/>
                <a:ext cx="130527" cy="212369"/>
              </a:xfrm>
              <a:custGeom>
                <a:avLst/>
                <a:gdLst>
                  <a:gd name="connsiteX0" fmla="*/ 122523 w 130527"/>
                  <a:gd name="connsiteY0" fmla="*/ 0 h 212369"/>
                  <a:gd name="connsiteX1" fmla="*/ 31422 w 130527"/>
                  <a:gd name="connsiteY1" fmla="*/ 52929 h 212369"/>
                  <a:gd name="connsiteX2" fmla="*/ 1091 w 130527"/>
                  <a:gd name="connsiteY2" fmla="*/ 100467 h 212369"/>
                  <a:gd name="connsiteX3" fmla="*/ 14650 w 130527"/>
                  <a:gd name="connsiteY3" fmla="*/ 155248 h 212369"/>
                  <a:gd name="connsiteX4" fmla="*/ 33382 w 130527"/>
                  <a:gd name="connsiteY4" fmla="*/ 212370 h 212369"/>
                  <a:gd name="connsiteX5" fmla="*/ 20967 w 130527"/>
                  <a:gd name="connsiteY5" fmla="*/ 170114 h 212369"/>
                  <a:gd name="connsiteX6" fmla="*/ 7408 w 130527"/>
                  <a:gd name="connsiteY6" fmla="*/ 115333 h 212369"/>
                  <a:gd name="connsiteX7" fmla="*/ 37739 w 130527"/>
                  <a:gd name="connsiteY7" fmla="*/ 67795 h 212369"/>
                  <a:gd name="connsiteX8" fmla="*/ 130528 w 130527"/>
                  <a:gd name="connsiteY8" fmla="*/ 13940 h 212369"/>
                  <a:gd name="connsiteX9" fmla="*/ 122523 w 130527"/>
                  <a:gd name="connsiteY9" fmla="*/ 0 h 212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0527" h="212369">
                    <a:moveTo>
                      <a:pt x="122523" y="0"/>
                    </a:moveTo>
                    <a:cubicBezTo>
                      <a:pt x="111360" y="6153"/>
                      <a:pt x="47105" y="41766"/>
                      <a:pt x="31422" y="52929"/>
                    </a:cubicBezTo>
                    <a:cubicBezTo>
                      <a:pt x="14215" y="65127"/>
                      <a:pt x="-4790" y="81898"/>
                      <a:pt x="1091" y="100467"/>
                    </a:cubicBezTo>
                    <a:cubicBezTo>
                      <a:pt x="6972" y="119036"/>
                      <a:pt x="11982" y="131234"/>
                      <a:pt x="14650" y="155248"/>
                    </a:cubicBezTo>
                    <a:cubicBezTo>
                      <a:pt x="16719" y="173435"/>
                      <a:pt x="26576" y="197068"/>
                      <a:pt x="33382" y="212370"/>
                    </a:cubicBezTo>
                    <a:cubicBezTo>
                      <a:pt x="27883" y="198811"/>
                      <a:pt x="22437" y="183074"/>
                      <a:pt x="20967" y="170114"/>
                    </a:cubicBezTo>
                    <a:cubicBezTo>
                      <a:pt x="18244" y="146100"/>
                      <a:pt x="13289" y="133902"/>
                      <a:pt x="7408" y="115333"/>
                    </a:cubicBezTo>
                    <a:cubicBezTo>
                      <a:pt x="1527" y="96764"/>
                      <a:pt x="20531" y="80047"/>
                      <a:pt x="37739" y="67795"/>
                    </a:cubicBezTo>
                    <a:cubicBezTo>
                      <a:pt x="54946" y="55597"/>
                      <a:pt x="130528" y="13940"/>
                      <a:pt x="130528" y="13940"/>
                    </a:cubicBezTo>
                    <a:lnTo>
                      <a:pt x="122523" y="0"/>
                    </a:lnTo>
                    <a:close/>
                  </a:path>
                </a:pathLst>
              </a:custGeom>
              <a:solidFill>
                <a:srgbClr val="A4D2E0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2" name="Forme libre : forme 1521">
                <a:extLst>
                  <a:ext uri="{FF2B5EF4-FFF2-40B4-BE49-F238E27FC236}">
                    <a16:creationId xmlns:a16="http://schemas.microsoft.com/office/drawing/2014/main" id="{2FBD6F6C-29EB-4705-900B-524ABD87CB49}"/>
                  </a:ext>
                </a:extLst>
              </p:cNvPr>
              <p:cNvSpPr/>
              <p:nvPr/>
            </p:nvSpPr>
            <p:spPr>
              <a:xfrm>
                <a:off x="4235811" y="2577135"/>
                <a:ext cx="34493" cy="131669"/>
              </a:xfrm>
              <a:custGeom>
                <a:avLst/>
                <a:gdLst>
                  <a:gd name="connsiteX0" fmla="*/ 13578 w 34493"/>
                  <a:gd name="connsiteY0" fmla="*/ 62077 h 131669"/>
                  <a:gd name="connsiteX1" fmla="*/ 7969 w 34493"/>
                  <a:gd name="connsiteY1" fmla="*/ 131669 h 131669"/>
                  <a:gd name="connsiteX2" fmla="*/ 19895 w 34493"/>
                  <a:gd name="connsiteY2" fmla="*/ 76943 h 131669"/>
                  <a:gd name="connsiteX3" fmla="*/ 26484 w 34493"/>
                  <a:gd name="connsiteY3" fmla="*/ 0 h 131669"/>
                  <a:gd name="connsiteX4" fmla="*/ 13578 w 34493"/>
                  <a:gd name="connsiteY4" fmla="*/ 62077 h 131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93" h="131669">
                    <a:moveTo>
                      <a:pt x="13578" y="62077"/>
                    </a:moveTo>
                    <a:cubicBezTo>
                      <a:pt x="-1451" y="78196"/>
                      <a:pt x="-4991" y="112393"/>
                      <a:pt x="7969" y="131669"/>
                    </a:cubicBezTo>
                    <a:cubicBezTo>
                      <a:pt x="3504" y="112828"/>
                      <a:pt x="8241" y="89413"/>
                      <a:pt x="19895" y="76943"/>
                    </a:cubicBezTo>
                    <a:cubicBezTo>
                      <a:pt x="31058" y="64963"/>
                      <a:pt x="42711" y="23960"/>
                      <a:pt x="26484" y="0"/>
                    </a:cubicBezTo>
                    <a:cubicBezTo>
                      <a:pt x="32092" y="23361"/>
                      <a:pt x="22672" y="52330"/>
                      <a:pt x="13578" y="62077"/>
                    </a:cubicBezTo>
                    <a:close/>
                  </a:path>
                </a:pathLst>
              </a:custGeom>
              <a:solidFill>
                <a:srgbClr val="A4D2E0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3" name="Forme libre : forme 1522">
                <a:extLst>
                  <a:ext uri="{FF2B5EF4-FFF2-40B4-BE49-F238E27FC236}">
                    <a16:creationId xmlns:a16="http://schemas.microsoft.com/office/drawing/2014/main" id="{F6AD4C03-007F-46DA-A3F4-5AD3AB186A3E}"/>
                  </a:ext>
                </a:extLst>
              </p:cNvPr>
              <p:cNvSpPr/>
              <p:nvPr/>
            </p:nvSpPr>
            <p:spPr>
              <a:xfrm>
                <a:off x="4338324" y="2607792"/>
                <a:ext cx="429792" cy="165105"/>
              </a:xfrm>
              <a:custGeom>
                <a:avLst/>
                <a:gdLst>
                  <a:gd name="connsiteX0" fmla="*/ 403164 w 429792"/>
                  <a:gd name="connsiteY0" fmla="*/ 655 h 165105"/>
                  <a:gd name="connsiteX1" fmla="*/ 172280 w 429792"/>
                  <a:gd name="connsiteY1" fmla="*/ 88924 h 165105"/>
                  <a:gd name="connsiteX2" fmla="*/ 4780 w 429792"/>
                  <a:gd name="connsiteY2" fmla="*/ 143269 h 165105"/>
                  <a:gd name="connsiteX3" fmla="*/ 6904 w 429792"/>
                  <a:gd name="connsiteY3" fmla="*/ 165105 h 165105"/>
                  <a:gd name="connsiteX4" fmla="*/ 11097 w 429792"/>
                  <a:gd name="connsiteY4" fmla="*/ 158135 h 165105"/>
                  <a:gd name="connsiteX5" fmla="*/ 178597 w 429792"/>
                  <a:gd name="connsiteY5" fmla="*/ 103790 h 165105"/>
                  <a:gd name="connsiteX6" fmla="*/ 409481 w 429792"/>
                  <a:gd name="connsiteY6" fmla="*/ 15520 h 165105"/>
                  <a:gd name="connsiteX7" fmla="*/ 429792 w 429792"/>
                  <a:gd name="connsiteY7" fmla="*/ 27990 h 165105"/>
                  <a:gd name="connsiteX8" fmla="*/ 403164 w 429792"/>
                  <a:gd name="connsiteY8" fmla="*/ 655 h 165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9792" h="165105">
                    <a:moveTo>
                      <a:pt x="403164" y="655"/>
                    </a:moveTo>
                    <a:cubicBezTo>
                      <a:pt x="380511" y="7897"/>
                      <a:pt x="228857" y="71717"/>
                      <a:pt x="172280" y="88924"/>
                    </a:cubicBezTo>
                    <a:cubicBezTo>
                      <a:pt x="115702" y="106132"/>
                      <a:pt x="16107" y="129220"/>
                      <a:pt x="4780" y="143269"/>
                    </a:cubicBezTo>
                    <a:cubicBezTo>
                      <a:pt x="-1155" y="150620"/>
                      <a:pt x="-2735" y="156501"/>
                      <a:pt x="6904" y="165105"/>
                    </a:cubicBezTo>
                    <a:cubicBezTo>
                      <a:pt x="7666" y="162818"/>
                      <a:pt x="9137" y="160585"/>
                      <a:pt x="11097" y="158135"/>
                    </a:cubicBezTo>
                    <a:cubicBezTo>
                      <a:pt x="22423" y="144086"/>
                      <a:pt x="122019" y="120997"/>
                      <a:pt x="178597" y="103790"/>
                    </a:cubicBezTo>
                    <a:cubicBezTo>
                      <a:pt x="235174" y="86583"/>
                      <a:pt x="386828" y="22763"/>
                      <a:pt x="409481" y="15520"/>
                    </a:cubicBezTo>
                    <a:cubicBezTo>
                      <a:pt x="417976" y="12798"/>
                      <a:pt x="424673" y="18842"/>
                      <a:pt x="429792" y="27990"/>
                    </a:cubicBezTo>
                    <a:cubicBezTo>
                      <a:pt x="424456" y="11872"/>
                      <a:pt x="415797" y="-3375"/>
                      <a:pt x="403164" y="655"/>
                    </a:cubicBezTo>
                    <a:close/>
                  </a:path>
                </a:pathLst>
              </a:custGeom>
              <a:solidFill>
                <a:srgbClr val="A4D2E0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4" name="Forme libre : forme 1523">
                <a:extLst>
                  <a:ext uri="{FF2B5EF4-FFF2-40B4-BE49-F238E27FC236}">
                    <a16:creationId xmlns:a16="http://schemas.microsoft.com/office/drawing/2014/main" id="{778CF3A4-B0D5-4067-A4AA-B9CF9BF7344D}"/>
                  </a:ext>
                </a:extLst>
              </p:cNvPr>
              <p:cNvSpPr/>
              <p:nvPr/>
            </p:nvSpPr>
            <p:spPr>
              <a:xfrm>
                <a:off x="4798828" y="2790758"/>
                <a:ext cx="121671" cy="94111"/>
              </a:xfrm>
              <a:custGeom>
                <a:avLst/>
                <a:gdLst>
                  <a:gd name="connsiteX0" fmla="*/ 106076 w 121671"/>
                  <a:gd name="connsiteY0" fmla="*/ 54889 h 94111"/>
                  <a:gd name="connsiteX1" fmla="*/ 12797 w 121671"/>
                  <a:gd name="connsiteY1" fmla="*/ 61206 h 94111"/>
                  <a:gd name="connsiteX2" fmla="*/ 0 w 121671"/>
                  <a:gd name="connsiteY2" fmla="*/ 44108 h 94111"/>
                  <a:gd name="connsiteX3" fmla="*/ 19113 w 121671"/>
                  <a:gd name="connsiteY3" fmla="*/ 76072 h 94111"/>
                  <a:gd name="connsiteX4" fmla="*/ 112393 w 121671"/>
                  <a:gd name="connsiteY4" fmla="*/ 69755 h 94111"/>
                  <a:gd name="connsiteX5" fmla="*/ 111630 w 121671"/>
                  <a:gd name="connsiteY5" fmla="*/ 0 h 94111"/>
                  <a:gd name="connsiteX6" fmla="*/ 106076 w 121671"/>
                  <a:gd name="connsiteY6" fmla="*/ 54889 h 9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1671" h="94111">
                    <a:moveTo>
                      <a:pt x="106076" y="54889"/>
                    </a:moveTo>
                    <a:cubicBezTo>
                      <a:pt x="87507" y="77052"/>
                      <a:pt x="43127" y="93388"/>
                      <a:pt x="12797" y="61206"/>
                    </a:cubicBezTo>
                    <a:cubicBezTo>
                      <a:pt x="7351" y="55434"/>
                      <a:pt x="3213" y="49716"/>
                      <a:pt x="0" y="44108"/>
                    </a:cubicBezTo>
                    <a:cubicBezTo>
                      <a:pt x="2941" y="54182"/>
                      <a:pt x="8713" y="65072"/>
                      <a:pt x="19113" y="76072"/>
                    </a:cubicBezTo>
                    <a:cubicBezTo>
                      <a:pt x="49444" y="108200"/>
                      <a:pt x="93824" y="91918"/>
                      <a:pt x="112393" y="69755"/>
                    </a:cubicBezTo>
                    <a:cubicBezTo>
                      <a:pt x="124808" y="54944"/>
                      <a:pt x="124972" y="23960"/>
                      <a:pt x="111630" y="0"/>
                    </a:cubicBezTo>
                    <a:cubicBezTo>
                      <a:pt x="118110" y="20747"/>
                      <a:pt x="116041" y="43018"/>
                      <a:pt x="106076" y="54889"/>
                    </a:cubicBezTo>
                    <a:close/>
                  </a:path>
                </a:pathLst>
              </a:custGeom>
              <a:solidFill>
                <a:srgbClr val="A4D2E0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5" name="Forme libre : forme 1524">
                <a:extLst>
                  <a:ext uri="{FF2B5EF4-FFF2-40B4-BE49-F238E27FC236}">
                    <a16:creationId xmlns:a16="http://schemas.microsoft.com/office/drawing/2014/main" id="{0F53E2B8-8E1E-48DF-B9E0-1346059B6E6D}"/>
                  </a:ext>
                </a:extLst>
              </p:cNvPr>
              <p:cNvSpPr/>
              <p:nvPr/>
            </p:nvSpPr>
            <p:spPr>
              <a:xfrm>
                <a:off x="4159214" y="2632352"/>
                <a:ext cx="46013" cy="57666"/>
              </a:xfrm>
              <a:custGeom>
                <a:avLst/>
                <a:gdLst>
                  <a:gd name="connsiteX0" fmla="*/ 27009 w 46013"/>
                  <a:gd name="connsiteY0" fmla="*/ 38717 h 57666"/>
                  <a:gd name="connsiteX1" fmla="*/ 46014 w 46013"/>
                  <a:gd name="connsiteY1" fmla="*/ 57667 h 57666"/>
                  <a:gd name="connsiteX2" fmla="*/ 20692 w 46013"/>
                  <a:gd name="connsiteY2" fmla="*/ 23851 h 57666"/>
                  <a:gd name="connsiteX3" fmla="*/ 0 w 46013"/>
                  <a:gd name="connsiteY3" fmla="*/ 0 h 57666"/>
                  <a:gd name="connsiteX4" fmla="*/ 27009 w 46013"/>
                  <a:gd name="connsiteY4" fmla="*/ 38717 h 57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13" h="57666">
                    <a:moveTo>
                      <a:pt x="27009" y="38717"/>
                    </a:moveTo>
                    <a:cubicBezTo>
                      <a:pt x="35177" y="43944"/>
                      <a:pt x="41494" y="50424"/>
                      <a:pt x="46014" y="57667"/>
                    </a:cubicBezTo>
                    <a:cubicBezTo>
                      <a:pt x="42528" y="44271"/>
                      <a:pt x="34088" y="32454"/>
                      <a:pt x="20692" y="23851"/>
                    </a:cubicBezTo>
                    <a:cubicBezTo>
                      <a:pt x="13014" y="18895"/>
                      <a:pt x="5609" y="10292"/>
                      <a:pt x="0" y="0"/>
                    </a:cubicBezTo>
                    <a:cubicBezTo>
                      <a:pt x="5282" y="16663"/>
                      <a:pt x="15846" y="31529"/>
                      <a:pt x="27009" y="38717"/>
                    </a:cubicBezTo>
                    <a:close/>
                  </a:path>
                </a:pathLst>
              </a:custGeom>
              <a:solidFill>
                <a:srgbClr val="A4D2E0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6" name="Forme libre : forme 1525">
                <a:extLst>
                  <a:ext uri="{FF2B5EF4-FFF2-40B4-BE49-F238E27FC236}">
                    <a16:creationId xmlns:a16="http://schemas.microsoft.com/office/drawing/2014/main" id="{BD01FCA6-647C-45EE-B7B0-DE977FB20156}"/>
                  </a:ext>
                </a:extLst>
              </p:cNvPr>
              <p:cNvSpPr/>
              <p:nvPr/>
            </p:nvSpPr>
            <p:spPr>
              <a:xfrm>
                <a:off x="4502055" y="2922482"/>
                <a:ext cx="147873" cy="103802"/>
              </a:xfrm>
              <a:custGeom>
                <a:avLst/>
                <a:gdLst>
                  <a:gd name="connsiteX0" fmla="*/ 138313 w 147873"/>
                  <a:gd name="connsiteY0" fmla="*/ 0 h 103802"/>
                  <a:gd name="connsiteX1" fmla="*/ 78740 w 147873"/>
                  <a:gd name="connsiteY1" fmla="*/ 88869 h 103802"/>
                  <a:gd name="connsiteX2" fmla="*/ 0 w 147873"/>
                  <a:gd name="connsiteY2" fmla="*/ 48573 h 103802"/>
                  <a:gd name="connsiteX3" fmla="*/ 85057 w 147873"/>
                  <a:gd name="connsiteY3" fmla="*/ 103734 h 103802"/>
                  <a:gd name="connsiteX4" fmla="*/ 139402 w 147873"/>
                  <a:gd name="connsiteY4" fmla="*/ 1851 h 103802"/>
                  <a:gd name="connsiteX5" fmla="*/ 138313 w 147873"/>
                  <a:gd name="connsiteY5" fmla="*/ 0 h 10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7873" h="103802">
                    <a:moveTo>
                      <a:pt x="138313" y="0"/>
                    </a:moveTo>
                    <a:cubicBezTo>
                      <a:pt x="151872" y="44870"/>
                      <a:pt x="120397" y="90883"/>
                      <a:pt x="78740" y="88869"/>
                    </a:cubicBezTo>
                    <a:cubicBezTo>
                      <a:pt x="44053" y="87126"/>
                      <a:pt x="15084" y="75745"/>
                      <a:pt x="0" y="48573"/>
                    </a:cubicBezTo>
                    <a:cubicBezTo>
                      <a:pt x="11980" y="86527"/>
                      <a:pt x="44598" y="101720"/>
                      <a:pt x="85057" y="103734"/>
                    </a:cubicBezTo>
                    <a:cubicBezTo>
                      <a:pt x="130798" y="106022"/>
                      <a:pt x="164287" y="50315"/>
                      <a:pt x="139402" y="1851"/>
                    </a:cubicBezTo>
                    <a:cubicBezTo>
                      <a:pt x="139021" y="1198"/>
                      <a:pt x="138639" y="653"/>
                      <a:pt x="138313" y="0"/>
                    </a:cubicBezTo>
                    <a:close/>
                  </a:path>
                </a:pathLst>
              </a:custGeom>
              <a:solidFill>
                <a:srgbClr val="A4D2E0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7" name="Forme libre : forme 1526">
                <a:extLst>
                  <a:ext uri="{FF2B5EF4-FFF2-40B4-BE49-F238E27FC236}">
                    <a16:creationId xmlns:a16="http://schemas.microsoft.com/office/drawing/2014/main" id="{3299FC2B-BFA5-4467-80F4-EB33AA87CA40}"/>
                  </a:ext>
                </a:extLst>
              </p:cNvPr>
              <p:cNvSpPr/>
              <p:nvPr/>
            </p:nvSpPr>
            <p:spPr>
              <a:xfrm>
                <a:off x="4092998" y="2790665"/>
                <a:ext cx="392884" cy="119129"/>
              </a:xfrm>
              <a:custGeom>
                <a:avLst/>
                <a:gdLst>
                  <a:gd name="connsiteX0" fmla="*/ 303961 w 392884"/>
                  <a:gd name="connsiteY0" fmla="*/ 49101 h 119129"/>
                  <a:gd name="connsiteX1" fmla="*/ 124699 w 392884"/>
                  <a:gd name="connsiteY1" fmla="*/ 5647 h 119129"/>
                  <a:gd name="connsiteX2" fmla="*/ 0 w 392884"/>
                  <a:gd name="connsiteY2" fmla="*/ 47522 h 119129"/>
                  <a:gd name="connsiteX3" fmla="*/ 5663 w 392884"/>
                  <a:gd name="connsiteY3" fmla="*/ 62606 h 119129"/>
                  <a:gd name="connsiteX4" fmla="*/ 131070 w 392884"/>
                  <a:gd name="connsiteY4" fmla="*/ 20513 h 119129"/>
                  <a:gd name="connsiteX5" fmla="*/ 310332 w 392884"/>
                  <a:gd name="connsiteY5" fmla="*/ 63967 h 119129"/>
                  <a:gd name="connsiteX6" fmla="*/ 392884 w 392884"/>
                  <a:gd name="connsiteY6" fmla="*/ 119129 h 119129"/>
                  <a:gd name="connsiteX7" fmla="*/ 303961 w 392884"/>
                  <a:gd name="connsiteY7" fmla="*/ 49101 h 119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2884" h="119129">
                    <a:moveTo>
                      <a:pt x="303961" y="49101"/>
                    </a:moveTo>
                    <a:cubicBezTo>
                      <a:pt x="223369" y="14251"/>
                      <a:pt x="174470" y="-11996"/>
                      <a:pt x="124699" y="5647"/>
                    </a:cubicBezTo>
                    <a:cubicBezTo>
                      <a:pt x="75909" y="22964"/>
                      <a:pt x="11544" y="44146"/>
                      <a:pt x="0" y="47522"/>
                    </a:cubicBezTo>
                    <a:lnTo>
                      <a:pt x="5663" y="62606"/>
                    </a:lnTo>
                    <a:cubicBezTo>
                      <a:pt x="15193" y="59883"/>
                      <a:pt x="81245" y="38156"/>
                      <a:pt x="131070" y="20513"/>
                    </a:cubicBezTo>
                    <a:cubicBezTo>
                      <a:pt x="180841" y="2870"/>
                      <a:pt x="229741" y="29117"/>
                      <a:pt x="310332" y="63967"/>
                    </a:cubicBezTo>
                    <a:cubicBezTo>
                      <a:pt x="359994" y="85422"/>
                      <a:pt x="381776" y="99744"/>
                      <a:pt x="392884" y="119129"/>
                    </a:cubicBezTo>
                    <a:cubicBezTo>
                      <a:pt x="384226" y="91194"/>
                      <a:pt x="365385" y="75675"/>
                      <a:pt x="303961" y="49101"/>
                    </a:cubicBezTo>
                    <a:close/>
                  </a:path>
                </a:pathLst>
              </a:custGeom>
              <a:solidFill>
                <a:srgbClr val="A4D2E0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528" name="Forme libre : forme 1527">
              <a:extLst>
                <a:ext uri="{FF2B5EF4-FFF2-40B4-BE49-F238E27FC236}">
                  <a16:creationId xmlns:a16="http://schemas.microsoft.com/office/drawing/2014/main" id="{6F95BC25-AD61-4D0B-B467-252F1FFD43F3}"/>
                </a:ext>
              </a:extLst>
            </p:cNvPr>
            <p:cNvSpPr/>
            <p:nvPr/>
          </p:nvSpPr>
          <p:spPr>
            <a:xfrm>
              <a:off x="4081889" y="2166820"/>
              <a:ext cx="810762" cy="641798"/>
            </a:xfrm>
            <a:custGeom>
              <a:avLst/>
              <a:gdLst>
                <a:gd name="connsiteX0" fmla="*/ 0 w 810762"/>
                <a:gd name="connsiteY0" fmla="*/ 641798 h 641798"/>
                <a:gd name="connsiteX1" fmla="*/ 126768 w 810762"/>
                <a:gd name="connsiteY1" fmla="*/ 577815 h 641798"/>
                <a:gd name="connsiteX2" fmla="*/ 104334 w 810762"/>
                <a:gd name="connsiteY2" fmla="*/ 504248 h 641798"/>
                <a:gd name="connsiteX3" fmla="*/ 129764 w 810762"/>
                <a:gd name="connsiteY3" fmla="*/ 393108 h 641798"/>
                <a:gd name="connsiteX4" fmla="*/ 173817 w 810762"/>
                <a:gd name="connsiteY4" fmla="*/ 487258 h 641798"/>
                <a:gd name="connsiteX5" fmla="*/ 173817 w 810762"/>
                <a:gd name="connsiteY5" fmla="*/ 563330 h 641798"/>
                <a:gd name="connsiteX6" fmla="*/ 452674 w 810762"/>
                <a:gd name="connsiteY6" fmla="*/ 477620 h 641798"/>
                <a:gd name="connsiteX7" fmla="*/ 500975 w 810762"/>
                <a:gd name="connsiteY7" fmla="*/ 376227 h 641798"/>
                <a:gd name="connsiteX8" fmla="*/ 467159 w 810762"/>
                <a:gd name="connsiteY8" fmla="*/ 267592 h 641798"/>
                <a:gd name="connsiteX9" fmla="*/ 428552 w 810762"/>
                <a:gd name="connsiteY9" fmla="*/ 186728 h 641798"/>
                <a:gd name="connsiteX10" fmla="*/ 337995 w 810762"/>
                <a:gd name="connsiteY10" fmla="*/ 85335 h 641798"/>
                <a:gd name="connsiteX11" fmla="*/ 387493 w 810762"/>
                <a:gd name="connsiteY11" fmla="*/ 3219 h 641798"/>
                <a:gd name="connsiteX12" fmla="*/ 480446 w 810762"/>
                <a:gd name="connsiteY12" fmla="*/ 67202 h 641798"/>
                <a:gd name="connsiteX13" fmla="*/ 484094 w 810762"/>
                <a:gd name="connsiteY13" fmla="*/ 185530 h 641798"/>
                <a:gd name="connsiteX14" fmla="*/ 501138 w 810762"/>
                <a:gd name="connsiteY14" fmla="*/ 284091 h 641798"/>
                <a:gd name="connsiteX15" fmla="*/ 554993 w 810762"/>
                <a:gd name="connsiteY15" fmla="*/ 402256 h 641798"/>
                <a:gd name="connsiteX16" fmla="*/ 810763 w 810762"/>
                <a:gd name="connsiteY16" fmla="*/ 285888 h 64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0762" h="641798">
                  <a:moveTo>
                    <a:pt x="0" y="641798"/>
                  </a:moveTo>
                  <a:cubicBezTo>
                    <a:pt x="0" y="641798"/>
                    <a:pt x="115878" y="606785"/>
                    <a:pt x="126768" y="577815"/>
                  </a:cubicBezTo>
                  <a:cubicBezTo>
                    <a:pt x="137659" y="548846"/>
                    <a:pt x="129927" y="520693"/>
                    <a:pt x="104334" y="504248"/>
                  </a:cubicBezTo>
                  <a:cubicBezTo>
                    <a:pt x="72750" y="483937"/>
                    <a:pt x="45905" y="402147"/>
                    <a:pt x="129764" y="393108"/>
                  </a:cubicBezTo>
                  <a:cubicBezTo>
                    <a:pt x="208776" y="384558"/>
                    <a:pt x="190752" y="469180"/>
                    <a:pt x="173817" y="487258"/>
                  </a:cubicBezTo>
                  <a:cubicBezTo>
                    <a:pt x="156936" y="505392"/>
                    <a:pt x="154485" y="546395"/>
                    <a:pt x="173817" y="563330"/>
                  </a:cubicBezTo>
                  <a:cubicBezTo>
                    <a:pt x="193148" y="580211"/>
                    <a:pt x="418859" y="498149"/>
                    <a:pt x="452674" y="477620"/>
                  </a:cubicBezTo>
                  <a:cubicBezTo>
                    <a:pt x="486490" y="457091"/>
                    <a:pt x="523900" y="416033"/>
                    <a:pt x="500975" y="376227"/>
                  </a:cubicBezTo>
                  <a:cubicBezTo>
                    <a:pt x="478050" y="336421"/>
                    <a:pt x="467159" y="301353"/>
                    <a:pt x="467159" y="267592"/>
                  </a:cubicBezTo>
                  <a:cubicBezTo>
                    <a:pt x="467159" y="233776"/>
                    <a:pt x="464763" y="207257"/>
                    <a:pt x="428552" y="186728"/>
                  </a:cubicBezTo>
                  <a:cubicBezTo>
                    <a:pt x="392340" y="166199"/>
                    <a:pt x="346435" y="136031"/>
                    <a:pt x="337995" y="85335"/>
                  </a:cubicBezTo>
                  <a:cubicBezTo>
                    <a:pt x="329555" y="34638"/>
                    <a:pt x="359722" y="12911"/>
                    <a:pt x="387493" y="3219"/>
                  </a:cubicBezTo>
                  <a:cubicBezTo>
                    <a:pt x="415265" y="-6474"/>
                    <a:pt x="459917" y="3219"/>
                    <a:pt x="480446" y="67202"/>
                  </a:cubicBezTo>
                  <a:cubicBezTo>
                    <a:pt x="493678" y="108423"/>
                    <a:pt x="478050" y="148066"/>
                    <a:pt x="484094" y="185530"/>
                  </a:cubicBezTo>
                  <a:cubicBezTo>
                    <a:pt x="490139" y="222940"/>
                    <a:pt x="498906" y="241073"/>
                    <a:pt x="501138" y="284091"/>
                  </a:cubicBezTo>
                  <a:cubicBezTo>
                    <a:pt x="503425" y="327110"/>
                    <a:pt x="520143" y="385974"/>
                    <a:pt x="554993" y="402256"/>
                  </a:cubicBezTo>
                  <a:cubicBezTo>
                    <a:pt x="589844" y="418538"/>
                    <a:pt x="810763" y="285888"/>
                    <a:pt x="810763" y="285888"/>
                  </a:cubicBezTo>
                </a:path>
              </a:pathLst>
            </a:custGeom>
            <a:noFill/>
            <a:ln w="5445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9" name="Forme libre : forme 1528">
              <a:extLst>
                <a:ext uri="{FF2B5EF4-FFF2-40B4-BE49-F238E27FC236}">
                  <a16:creationId xmlns:a16="http://schemas.microsoft.com/office/drawing/2014/main" id="{68D2D75C-F579-4186-9C39-99A35D0C6892}"/>
                </a:ext>
              </a:extLst>
            </p:cNvPr>
            <p:cNvSpPr/>
            <p:nvPr/>
          </p:nvSpPr>
          <p:spPr>
            <a:xfrm>
              <a:off x="4098715" y="2502860"/>
              <a:ext cx="822960" cy="523366"/>
            </a:xfrm>
            <a:custGeom>
              <a:avLst/>
              <a:gdLst>
                <a:gd name="connsiteX0" fmla="*/ 822960 w 822960"/>
                <a:gd name="connsiteY0" fmla="*/ 0 h 523366"/>
                <a:gd name="connsiteX1" fmla="*/ 730171 w 822960"/>
                <a:gd name="connsiteY1" fmla="*/ 53855 h 523366"/>
                <a:gd name="connsiteX2" fmla="*/ 699840 w 822960"/>
                <a:gd name="connsiteY2" fmla="*/ 101393 h 523366"/>
                <a:gd name="connsiteX3" fmla="*/ 713399 w 822960"/>
                <a:gd name="connsiteY3" fmla="*/ 156173 h 523366"/>
                <a:gd name="connsiteX4" fmla="*/ 737413 w 822960"/>
                <a:gd name="connsiteY4" fmla="*/ 225003 h 523366"/>
                <a:gd name="connsiteX5" fmla="*/ 781793 w 822960"/>
                <a:gd name="connsiteY5" fmla="*/ 260289 h 523366"/>
                <a:gd name="connsiteX6" fmla="*/ 812560 w 822960"/>
                <a:gd name="connsiteY6" fmla="*/ 357598 h 523366"/>
                <a:gd name="connsiteX7" fmla="*/ 719280 w 822960"/>
                <a:gd name="connsiteY7" fmla="*/ 363915 h 523366"/>
                <a:gd name="connsiteX8" fmla="*/ 702509 w 822960"/>
                <a:gd name="connsiteY8" fmla="*/ 288769 h 523366"/>
                <a:gd name="connsiteX9" fmla="*/ 696192 w 822960"/>
                <a:gd name="connsiteY9" fmla="*/ 238508 h 523366"/>
                <a:gd name="connsiteX10" fmla="*/ 682633 w 822960"/>
                <a:gd name="connsiteY10" fmla="*/ 178282 h 523366"/>
                <a:gd name="connsiteX11" fmla="*/ 649144 w 822960"/>
                <a:gd name="connsiteY11" fmla="*/ 120343 h 523366"/>
                <a:gd name="connsiteX12" fmla="*/ 418260 w 822960"/>
                <a:gd name="connsiteY12" fmla="*/ 208613 h 523366"/>
                <a:gd name="connsiteX13" fmla="*/ 250760 w 822960"/>
                <a:gd name="connsiteY13" fmla="*/ 262957 h 523366"/>
                <a:gd name="connsiteX14" fmla="*/ 311421 w 822960"/>
                <a:gd name="connsiteY14" fmla="*/ 317738 h 523366"/>
                <a:gd name="connsiteX15" fmla="*/ 435032 w 822960"/>
                <a:gd name="connsiteY15" fmla="*/ 374806 h 523366"/>
                <a:gd name="connsiteX16" fmla="*/ 542796 w 822960"/>
                <a:gd name="connsiteY16" fmla="*/ 421418 h 523366"/>
                <a:gd name="connsiteX17" fmla="*/ 488451 w 822960"/>
                <a:gd name="connsiteY17" fmla="*/ 523301 h 523366"/>
                <a:gd name="connsiteX18" fmla="*/ 399745 w 822960"/>
                <a:gd name="connsiteY18" fmla="*/ 452239 h 523366"/>
                <a:gd name="connsiteX19" fmla="*/ 304669 w 822960"/>
                <a:gd name="connsiteY19" fmla="*/ 351717 h 523366"/>
                <a:gd name="connsiteX20" fmla="*/ 125407 w 822960"/>
                <a:gd name="connsiteY20" fmla="*/ 308263 h 523366"/>
                <a:gd name="connsiteX21" fmla="*/ 0 w 822960"/>
                <a:gd name="connsiteY21" fmla="*/ 350356 h 52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22960" h="523366">
                  <a:moveTo>
                    <a:pt x="822960" y="0"/>
                  </a:moveTo>
                  <a:cubicBezTo>
                    <a:pt x="822960" y="0"/>
                    <a:pt x="747378" y="41657"/>
                    <a:pt x="730171" y="53855"/>
                  </a:cubicBezTo>
                  <a:cubicBezTo>
                    <a:pt x="712964" y="66052"/>
                    <a:pt x="693959" y="82824"/>
                    <a:pt x="699840" y="101393"/>
                  </a:cubicBezTo>
                  <a:cubicBezTo>
                    <a:pt x="705721" y="119962"/>
                    <a:pt x="710731" y="132159"/>
                    <a:pt x="713399" y="156173"/>
                  </a:cubicBezTo>
                  <a:cubicBezTo>
                    <a:pt x="716122" y="180188"/>
                    <a:pt x="732404" y="213677"/>
                    <a:pt x="737413" y="225003"/>
                  </a:cubicBezTo>
                  <a:cubicBezTo>
                    <a:pt x="742369" y="236330"/>
                    <a:pt x="741062" y="243572"/>
                    <a:pt x="781793" y="260289"/>
                  </a:cubicBezTo>
                  <a:cubicBezTo>
                    <a:pt x="822525" y="277007"/>
                    <a:pt x="831128" y="335435"/>
                    <a:pt x="812560" y="357598"/>
                  </a:cubicBezTo>
                  <a:cubicBezTo>
                    <a:pt x="793991" y="379761"/>
                    <a:pt x="749611" y="396097"/>
                    <a:pt x="719280" y="363915"/>
                  </a:cubicBezTo>
                  <a:cubicBezTo>
                    <a:pt x="688950" y="331787"/>
                    <a:pt x="697553" y="300531"/>
                    <a:pt x="702509" y="288769"/>
                  </a:cubicBezTo>
                  <a:cubicBezTo>
                    <a:pt x="707464" y="277007"/>
                    <a:pt x="704796" y="256151"/>
                    <a:pt x="696192" y="238508"/>
                  </a:cubicBezTo>
                  <a:cubicBezTo>
                    <a:pt x="687588" y="220865"/>
                    <a:pt x="683504" y="188737"/>
                    <a:pt x="682633" y="178282"/>
                  </a:cubicBezTo>
                  <a:cubicBezTo>
                    <a:pt x="681707" y="167881"/>
                    <a:pt x="671742" y="113101"/>
                    <a:pt x="649144" y="120343"/>
                  </a:cubicBezTo>
                  <a:cubicBezTo>
                    <a:pt x="626491" y="127585"/>
                    <a:pt x="474837" y="191405"/>
                    <a:pt x="418260" y="208613"/>
                  </a:cubicBezTo>
                  <a:cubicBezTo>
                    <a:pt x="361682" y="225820"/>
                    <a:pt x="262086" y="248908"/>
                    <a:pt x="250760" y="262957"/>
                  </a:cubicBezTo>
                  <a:cubicBezTo>
                    <a:pt x="239433" y="277007"/>
                    <a:pt x="243953" y="285610"/>
                    <a:pt x="311421" y="317738"/>
                  </a:cubicBezTo>
                  <a:cubicBezTo>
                    <a:pt x="378890" y="349866"/>
                    <a:pt x="404211" y="374806"/>
                    <a:pt x="435032" y="374806"/>
                  </a:cubicBezTo>
                  <a:cubicBezTo>
                    <a:pt x="465852" y="374806"/>
                    <a:pt x="517856" y="373009"/>
                    <a:pt x="542796" y="421418"/>
                  </a:cubicBezTo>
                  <a:cubicBezTo>
                    <a:pt x="567681" y="469882"/>
                    <a:pt x="534192" y="525534"/>
                    <a:pt x="488451" y="523301"/>
                  </a:cubicBezTo>
                  <a:cubicBezTo>
                    <a:pt x="442710" y="521014"/>
                    <a:pt x="406988" y="502010"/>
                    <a:pt x="399745" y="452239"/>
                  </a:cubicBezTo>
                  <a:cubicBezTo>
                    <a:pt x="392503" y="402468"/>
                    <a:pt x="385261" y="386622"/>
                    <a:pt x="304669" y="351717"/>
                  </a:cubicBezTo>
                  <a:cubicBezTo>
                    <a:pt x="224078" y="316867"/>
                    <a:pt x="175178" y="290620"/>
                    <a:pt x="125407" y="308263"/>
                  </a:cubicBezTo>
                  <a:cubicBezTo>
                    <a:pt x="75636" y="325906"/>
                    <a:pt x="9529" y="347633"/>
                    <a:pt x="0" y="350356"/>
                  </a:cubicBezTo>
                </a:path>
              </a:pathLst>
            </a:custGeom>
            <a:noFill/>
            <a:ln w="5445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0" name="Forme libre : forme 1529">
              <a:extLst>
                <a:ext uri="{FF2B5EF4-FFF2-40B4-BE49-F238E27FC236}">
                  <a16:creationId xmlns:a16="http://schemas.microsoft.com/office/drawing/2014/main" id="{B8181FC2-A4EB-44A5-8990-FC397AB4DCE1}"/>
                </a:ext>
              </a:extLst>
            </p:cNvPr>
            <p:cNvSpPr/>
            <p:nvPr/>
          </p:nvSpPr>
          <p:spPr>
            <a:xfrm>
              <a:off x="4098715" y="2502860"/>
              <a:ext cx="822960" cy="523366"/>
            </a:xfrm>
            <a:custGeom>
              <a:avLst/>
              <a:gdLst>
                <a:gd name="connsiteX0" fmla="*/ 822960 w 822960"/>
                <a:gd name="connsiteY0" fmla="*/ 0 h 523366"/>
                <a:gd name="connsiteX1" fmla="*/ 730171 w 822960"/>
                <a:gd name="connsiteY1" fmla="*/ 53855 h 523366"/>
                <a:gd name="connsiteX2" fmla="*/ 699840 w 822960"/>
                <a:gd name="connsiteY2" fmla="*/ 101393 h 523366"/>
                <a:gd name="connsiteX3" fmla="*/ 713399 w 822960"/>
                <a:gd name="connsiteY3" fmla="*/ 156173 h 523366"/>
                <a:gd name="connsiteX4" fmla="*/ 737413 w 822960"/>
                <a:gd name="connsiteY4" fmla="*/ 225003 h 523366"/>
                <a:gd name="connsiteX5" fmla="*/ 781793 w 822960"/>
                <a:gd name="connsiteY5" fmla="*/ 260289 h 523366"/>
                <a:gd name="connsiteX6" fmla="*/ 812560 w 822960"/>
                <a:gd name="connsiteY6" fmla="*/ 357598 h 523366"/>
                <a:gd name="connsiteX7" fmla="*/ 719280 w 822960"/>
                <a:gd name="connsiteY7" fmla="*/ 363915 h 523366"/>
                <a:gd name="connsiteX8" fmla="*/ 702509 w 822960"/>
                <a:gd name="connsiteY8" fmla="*/ 288769 h 523366"/>
                <a:gd name="connsiteX9" fmla="*/ 696192 w 822960"/>
                <a:gd name="connsiteY9" fmla="*/ 238508 h 523366"/>
                <a:gd name="connsiteX10" fmla="*/ 682633 w 822960"/>
                <a:gd name="connsiteY10" fmla="*/ 178282 h 523366"/>
                <a:gd name="connsiteX11" fmla="*/ 649144 w 822960"/>
                <a:gd name="connsiteY11" fmla="*/ 120343 h 523366"/>
                <a:gd name="connsiteX12" fmla="*/ 418260 w 822960"/>
                <a:gd name="connsiteY12" fmla="*/ 208613 h 523366"/>
                <a:gd name="connsiteX13" fmla="*/ 250760 w 822960"/>
                <a:gd name="connsiteY13" fmla="*/ 262957 h 523366"/>
                <a:gd name="connsiteX14" fmla="*/ 311421 w 822960"/>
                <a:gd name="connsiteY14" fmla="*/ 317738 h 523366"/>
                <a:gd name="connsiteX15" fmla="*/ 435032 w 822960"/>
                <a:gd name="connsiteY15" fmla="*/ 374806 h 523366"/>
                <a:gd name="connsiteX16" fmla="*/ 542796 w 822960"/>
                <a:gd name="connsiteY16" fmla="*/ 421418 h 523366"/>
                <a:gd name="connsiteX17" fmla="*/ 488451 w 822960"/>
                <a:gd name="connsiteY17" fmla="*/ 523301 h 523366"/>
                <a:gd name="connsiteX18" fmla="*/ 399745 w 822960"/>
                <a:gd name="connsiteY18" fmla="*/ 452239 h 523366"/>
                <a:gd name="connsiteX19" fmla="*/ 304669 w 822960"/>
                <a:gd name="connsiteY19" fmla="*/ 351717 h 523366"/>
                <a:gd name="connsiteX20" fmla="*/ 125407 w 822960"/>
                <a:gd name="connsiteY20" fmla="*/ 308263 h 523366"/>
                <a:gd name="connsiteX21" fmla="*/ 0 w 822960"/>
                <a:gd name="connsiteY21" fmla="*/ 350356 h 52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22960" h="523366">
                  <a:moveTo>
                    <a:pt x="822960" y="0"/>
                  </a:moveTo>
                  <a:cubicBezTo>
                    <a:pt x="822960" y="0"/>
                    <a:pt x="747378" y="41657"/>
                    <a:pt x="730171" y="53855"/>
                  </a:cubicBezTo>
                  <a:cubicBezTo>
                    <a:pt x="712964" y="66052"/>
                    <a:pt x="693959" y="82824"/>
                    <a:pt x="699840" y="101393"/>
                  </a:cubicBezTo>
                  <a:cubicBezTo>
                    <a:pt x="705721" y="119962"/>
                    <a:pt x="710731" y="132159"/>
                    <a:pt x="713399" y="156173"/>
                  </a:cubicBezTo>
                  <a:cubicBezTo>
                    <a:pt x="716122" y="180188"/>
                    <a:pt x="732404" y="213677"/>
                    <a:pt x="737413" y="225003"/>
                  </a:cubicBezTo>
                  <a:cubicBezTo>
                    <a:pt x="742369" y="236330"/>
                    <a:pt x="741062" y="243572"/>
                    <a:pt x="781793" y="260289"/>
                  </a:cubicBezTo>
                  <a:cubicBezTo>
                    <a:pt x="822525" y="277007"/>
                    <a:pt x="831128" y="335435"/>
                    <a:pt x="812560" y="357598"/>
                  </a:cubicBezTo>
                  <a:cubicBezTo>
                    <a:pt x="793991" y="379761"/>
                    <a:pt x="749611" y="396097"/>
                    <a:pt x="719280" y="363915"/>
                  </a:cubicBezTo>
                  <a:cubicBezTo>
                    <a:pt x="688950" y="331787"/>
                    <a:pt x="697553" y="300531"/>
                    <a:pt x="702509" y="288769"/>
                  </a:cubicBezTo>
                  <a:cubicBezTo>
                    <a:pt x="707464" y="277007"/>
                    <a:pt x="704796" y="256151"/>
                    <a:pt x="696192" y="238508"/>
                  </a:cubicBezTo>
                  <a:cubicBezTo>
                    <a:pt x="687588" y="220865"/>
                    <a:pt x="683504" y="188737"/>
                    <a:pt x="682633" y="178282"/>
                  </a:cubicBezTo>
                  <a:cubicBezTo>
                    <a:pt x="681707" y="167881"/>
                    <a:pt x="671742" y="113101"/>
                    <a:pt x="649144" y="120343"/>
                  </a:cubicBezTo>
                  <a:cubicBezTo>
                    <a:pt x="626491" y="127585"/>
                    <a:pt x="474837" y="191405"/>
                    <a:pt x="418260" y="208613"/>
                  </a:cubicBezTo>
                  <a:cubicBezTo>
                    <a:pt x="361682" y="225820"/>
                    <a:pt x="262086" y="248908"/>
                    <a:pt x="250760" y="262957"/>
                  </a:cubicBezTo>
                  <a:cubicBezTo>
                    <a:pt x="239433" y="277007"/>
                    <a:pt x="243953" y="285610"/>
                    <a:pt x="311421" y="317738"/>
                  </a:cubicBezTo>
                  <a:cubicBezTo>
                    <a:pt x="378890" y="349866"/>
                    <a:pt x="404211" y="374806"/>
                    <a:pt x="435032" y="374806"/>
                  </a:cubicBezTo>
                  <a:cubicBezTo>
                    <a:pt x="465852" y="374806"/>
                    <a:pt x="517856" y="373009"/>
                    <a:pt x="542796" y="421418"/>
                  </a:cubicBezTo>
                  <a:cubicBezTo>
                    <a:pt x="567681" y="469882"/>
                    <a:pt x="534192" y="525534"/>
                    <a:pt x="488451" y="523301"/>
                  </a:cubicBezTo>
                  <a:cubicBezTo>
                    <a:pt x="442710" y="521014"/>
                    <a:pt x="406988" y="502010"/>
                    <a:pt x="399745" y="452239"/>
                  </a:cubicBezTo>
                  <a:cubicBezTo>
                    <a:pt x="392503" y="402468"/>
                    <a:pt x="385261" y="386622"/>
                    <a:pt x="304669" y="351717"/>
                  </a:cubicBezTo>
                  <a:cubicBezTo>
                    <a:pt x="224078" y="316867"/>
                    <a:pt x="175178" y="290620"/>
                    <a:pt x="125407" y="308263"/>
                  </a:cubicBezTo>
                  <a:cubicBezTo>
                    <a:pt x="75636" y="325906"/>
                    <a:pt x="9529" y="347633"/>
                    <a:pt x="0" y="350356"/>
                  </a:cubicBezTo>
                </a:path>
              </a:pathLst>
            </a:custGeom>
            <a:noFill/>
            <a:ln w="5445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1" name="Forme libre : forme 1530">
              <a:extLst>
                <a:ext uri="{FF2B5EF4-FFF2-40B4-BE49-F238E27FC236}">
                  <a16:creationId xmlns:a16="http://schemas.microsoft.com/office/drawing/2014/main" id="{C4187A70-3180-4CFA-9F67-1B1BD0674C26}"/>
                </a:ext>
              </a:extLst>
            </p:cNvPr>
            <p:cNvSpPr/>
            <p:nvPr/>
          </p:nvSpPr>
          <p:spPr>
            <a:xfrm rot="-1430419">
              <a:off x="4434166" y="2190077"/>
              <a:ext cx="112286" cy="121326"/>
            </a:xfrm>
            <a:custGeom>
              <a:avLst/>
              <a:gdLst>
                <a:gd name="connsiteX0" fmla="*/ 112287 w 112286"/>
                <a:gd name="connsiteY0" fmla="*/ 60663 h 121326"/>
                <a:gd name="connsiteX1" fmla="*/ 56143 w 112286"/>
                <a:gd name="connsiteY1" fmla="*/ 121326 h 121326"/>
                <a:gd name="connsiteX2" fmla="*/ 0 w 112286"/>
                <a:gd name="connsiteY2" fmla="*/ 60663 h 121326"/>
                <a:gd name="connsiteX3" fmla="*/ 56143 w 112286"/>
                <a:gd name="connsiteY3" fmla="*/ 0 h 121326"/>
                <a:gd name="connsiteX4" fmla="*/ 112287 w 112286"/>
                <a:gd name="connsiteY4" fmla="*/ 60663 h 12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286" h="121326">
                  <a:moveTo>
                    <a:pt x="112287" y="60663"/>
                  </a:moveTo>
                  <a:cubicBezTo>
                    <a:pt x="112287" y="94167"/>
                    <a:pt x="87151" y="121326"/>
                    <a:pt x="56143" y="121326"/>
                  </a:cubicBezTo>
                  <a:cubicBezTo>
                    <a:pt x="25136" y="121326"/>
                    <a:pt x="0" y="94167"/>
                    <a:pt x="0" y="60663"/>
                  </a:cubicBezTo>
                  <a:cubicBezTo>
                    <a:pt x="0" y="27160"/>
                    <a:pt x="25136" y="0"/>
                    <a:pt x="56143" y="0"/>
                  </a:cubicBezTo>
                  <a:cubicBezTo>
                    <a:pt x="87151" y="0"/>
                    <a:pt x="112287" y="27160"/>
                    <a:pt x="112287" y="60663"/>
                  </a:cubicBezTo>
                  <a:close/>
                </a:path>
              </a:pathLst>
            </a:custGeom>
            <a:solidFill>
              <a:srgbClr val="75B3C6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2" name="Forme libre : forme 1531">
              <a:extLst>
                <a:ext uri="{FF2B5EF4-FFF2-40B4-BE49-F238E27FC236}">
                  <a16:creationId xmlns:a16="http://schemas.microsoft.com/office/drawing/2014/main" id="{7A0A2A12-09A0-4671-81D8-4F5BD1426365}"/>
                </a:ext>
              </a:extLst>
            </p:cNvPr>
            <p:cNvSpPr/>
            <p:nvPr/>
          </p:nvSpPr>
          <p:spPr>
            <a:xfrm>
              <a:off x="4183282" y="2583016"/>
              <a:ext cx="69265" cy="85056"/>
            </a:xfrm>
            <a:custGeom>
              <a:avLst/>
              <a:gdLst>
                <a:gd name="connsiteX0" fmla="*/ 69265 w 69265"/>
                <a:gd name="connsiteY0" fmla="*/ 42528 h 85056"/>
                <a:gd name="connsiteX1" fmla="*/ 34633 w 69265"/>
                <a:gd name="connsiteY1" fmla="*/ 85057 h 85056"/>
                <a:gd name="connsiteX2" fmla="*/ 0 w 69265"/>
                <a:gd name="connsiteY2" fmla="*/ 42528 h 85056"/>
                <a:gd name="connsiteX3" fmla="*/ 34633 w 69265"/>
                <a:gd name="connsiteY3" fmla="*/ 0 h 85056"/>
                <a:gd name="connsiteX4" fmla="*/ 69265 w 69265"/>
                <a:gd name="connsiteY4" fmla="*/ 42528 h 85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65" h="85056">
                  <a:moveTo>
                    <a:pt x="69265" y="42528"/>
                  </a:moveTo>
                  <a:cubicBezTo>
                    <a:pt x="69265" y="66016"/>
                    <a:pt x="53760" y="85057"/>
                    <a:pt x="34633" y="85057"/>
                  </a:cubicBezTo>
                  <a:cubicBezTo>
                    <a:pt x="15505" y="85057"/>
                    <a:pt x="0" y="66016"/>
                    <a:pt x="0" y="42528"/>
                  </a:cubicBezTo>
                  <a:cubicBezTo>
                    <a:pt x="0" y="19041"/>
                    <a:pt x="15506" y="0"/>
                    <a:pt x="34633" y="0"/>
                  </a:cubicBezTo>
                  <a:cubicBezTo>
                    <a:pt x="53760" y="0"/>
                    <a:pt x="69265" y="19041"/>
                    <a:pt x="69265" y="42528"/>
                  </a:cubicBezTo>
                  <a:close/>
                </a:path>
              </a:pathLst>
            </a:custGeom>
            <a:solidFill>
              <a:srgbClr val="75B3C6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3" name="Forme libre : forme 1532">
              <a:extLst>
                <a:ext uri="{FF2B5EF4-FFF2-40B4-BE49-F238E27FC236}">
                  <a16:creationId xmlns:a16="http://schemas.microsoft.com/office/drawing/2014/main" id="{FBF9C44E-D5D5-4DC7-98B8-663E16D2319E}"/>
                </a:ext>
              </a:extLst>
            </p:cNvPr>
            <p:cNvSpPr/>
            <p:nvPr/>
          </p:nvSpPr>
          <p:spPr>
            <a:xfrm>
              <a:off x="4514198" y="2903586"/>
              <a:ext cx="116313" cy="107709"/>
            </a:xfrm>
            <a:custGeom>
              <a:avLst/>
              <a:gdLst>
                <a:gd name="connsiteX0" fmla="*/ 116313 w 116313"/>
                <a:gd name="connsiteY0" fmla="*/ 53855 h 107709"/>
                <a:gd name="connsiteX1" fmla="*/ 58157 w 116313"/>
                <a:gd name="connsiteY1" fmla="*/ 107710 h 107709"/>
                <a:gd name="connsiteX2" fmla="*/ 0 w 116313"/>
                <a:gd name="connsiteY2" fmla="*/ 53855 h 107709"/>
                <a:gd name="connsiteX3" fmla="*/ 58157 w 116313"/>
                <a:gd name="connsiteY3" fmla="*/ 0 h 107709"/>
                <a:gd name="connsiteX4" fmla="*/ 116313 w 116313"/>
                <a:gd name="connsiteY4" fmla="*/ 53855 h 107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13" h="107709">
                  <a:moveTo>
                    <a:pt x="116313" y="53855"/>
                  </a:moveTo>
                  <a:cubicBezTo>
                    <a:pt x="116313" y="83598"/>
                    <a:pt x="90276" y="107710"/>
                    <a:pt x="58157" y="107710"/>
                  </a:cubicBezTo>
                  <a:cubicBezTo>
                    <a:pt x="26038" y="107710"/>
                    <a:pt x="0" y="83598"/>
                    <a:pt x="0" y="53855"/>
                  </a:cubicBezTo>
                  <a:cubicBezTo>
                    <a:pt x="0" y="24112"/>
                    <a:pt x="26038" y="0"/>
                    <a:pt x="58157" y="0"/>
                  </a:cubicBezTo>
                  <a:cubicBezTo>
                    <a:pt x="90276" y="0"/>
                    <a:pt x="116313" y="24112"/>
                    <a:pt x="116313" y="53855"/>
                  </a:cubicBezTo>
                  <a:close/>
                </a:path>
              </a:pathLst>
            </a:custGeom>
            <a:solidFill>
              <a:srgbClr val="75B3C6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4" name="Forme libre : forme 1533">
              <a:extLst>
                <a:ext uri="{FF2B5EF4-FFF2-40B4-BE49-F238E27FC236}">
                  <a16:creationId xmlns:a16="http://schemas.microsoft.com/office/drawing/2014/main" id="{B7F9AF24-9D05-494C-A7FF-3E9B7AF5654E}"/>
                </a:ext>
              </a:extLst>
            </p:cNvPr>
            <p:cNvSpPr/>
            <p:nvPr/>
          </p:nvSpPr>
          <p:spPr>
            <a:xfrm>
              <a:off x="4809392" y="2780847"/>
              <a:ext cx="94205" cy="90066"/>
            </a:xfrm>
            <a:custGeom>
              <a:avLst/>
              <a:gdLst>
                <a:gd name="connsiteX0" fmla="*/ 94205 w 94205"/>
                <a:gd name="connsiteY0" fmla="*/ 45033 h 90066"/>
                <a:gd name="connsiteX1" fmla="*/ 47103 w 94205"/>
                <a:gd name="connsiteY1" fmla="*/ 90067 h 90066"/>
                <a:gd name="connsiteX2" fmla="*/ 0 w 94205"/>
                <a:gd name="connsiteY2" fmla="*/ 45033 h 90066"/>
                <a:gd name="connsiteX3" fmla="*/ 47103 w 94205"/>
                <a:gd name="connsiteY3" fmla="*/ 0 h 90066"/>
                <a:gd name="connsiteX4" fmla="*/ 94205 w 94205"/>
                <a:gd name="connsiteY4" fmla="*/ 45033 h 90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205" h="90066">
                  <a:moveTo>
                    <a:pt x="94205" y="45033"/>
                  </a:moveTo>
                  <a:cubicBezTo>
                    <a:pt x="94205" y="69905"/>
                    <a:pt x="73117" y="90067"/>
                    <a:pt x="47103" y="90067"/>
                  </a:cubicBezTo>
                  <a:cubicBezTo>
                    <a:pt x="21089" y="90067"/>
                    <a:pt x="0" y="69905"/>
                    <a:pt x="0" y="45033"/>
                  </a:cubicBezTo>
                  <a:cubicBezTo>
                    <a:pt x="0" y="20162"/>
                    <a:pt x="21089" y="0"/>
                    <a:pt x="47103" y="0"/>
                  </a:cubicBezTo>
                  <a:cubicBezTo>
                    <a:pt x="73117" y="0"/>
                    <a:pt x="94205" y="20162"/>
                    <a:pt x="94205" y="45033"/>
                  </a:cubicBezTo>
                  <a:close/>
                </a:path>
              </a:pathLst>
            </a:custGeom>
            <a:solidFill>
              <a:srgbClr val="75B3C6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5" name="Forme libre : forme 1534">
              <a:extLst>
                <a:ext uri="{FF2B5EF4-FFF2-40B4-BE49-F238E27FC236}">
                  <a16:creationId xmlns:a16="http://schemas.microsoft.com/office/drawing/2014/main" id="{AF880607-4685-4B44-BF19-F1C1393BADF2}"/>
                </a:ext>
              </a:extLst>
            </p:cNvPr>
            <p:cNvSpPr/>
            <p:nvPr/>
          </p:nvSpPr>
          <p:spPr>
            <a:xfrm rot="-1430419">
              <a:off x="4441687" y="2208220"/>
              <a:ext cx="72752" cy="78633"/>
            </a:xfrm>
            <a:custGeom>
              <a:avLst/>
              <a:gdLst>
                <a:gd name="connsiteX0" fmla="*/ 72752 w 72752"/>
                <a:gd name="connsiteY0" fmla="*/ 39317 h 78633"/>
                <a:gd name="connsiteX1" fmla="*/ 36376 w 72752"/>
                <a:gd name="connsiteY1" fmla="*/ 78633 h 78633"/>
                <a:gd name="connsiteX2" fmla="*/ 0 w 72752"/>
                <a:gd name="connsiteY2" fmla="*/ 39317 h 78633"/>
                <a:gd name="connsiteX3" fmla="*/ 36376 w 72752"/>
                <a:gd name="connsiteY3" fmla="*/ 0 h 78633"/>
                <a:gd name="connsiteX4" fmla="*/ 72752 w 72752"/>
                <a:gd name="connsiteY4" fmla="*/ 39317 h 7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752" h="78633">
                  <a:moveTo>
                    <a:pt x="72752" y="39317"/>
                  </a:moveTo>
                  <a:cubicBezTo>
                    <a:pt x="72752" y="61031"/>
                    <a:pt x="56466" y="78633"/>
                    <a:pt x="36376" y="78633"/>
                  </a:cubicBezTo>
                  <a:cubicBezTo>
                    <a:pt x="16286" y="78633"/>
                    <a:pt x="0" y="61031"/>
                    <a:pt x="0" y="39317"/>
                  </a:cubicBezTo>
                  <a:cubicBezTo>
                    <a:pt x="0" y="17603"/>
                    <a:pt x="16286" y="0"/>
                    <a:pt x="36376" y="0"/>
                  </a:cubicBezTo>
                  <a:cubicBezTo>
                    <a:pt x="56466" y="0"/>
                    <a:pt x="72752" y="17603"/>
                    <a:pt x="72752" y="39317"/>
                  </a:cubicBezTo>
                  <a:close/>
                </a:path>
              </a:pathLst>
            </a:custGeom>
            <a:solidFill>
              <a:srgbClr val="90D1E0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6" name="Forme libre : forme 1535">
              <a:extLst>
                <a:ext uri="{FF2B5EF4-FFF2-40B4-BE49-F238E27FC236}">
                  <a16:creationId xmlns:a16="http://schemas.microsoft.com/office/drawing/2014/main" id="{540BD878-779A-410A-86C6-F0E2735BCDB4}"/>
                </a:ext>
              </a:extLst>
            </p:cNvPr>
            <p:cNvSpPr/>
            <p:nvPr/>
          </p:nvSpPr>
          <p:spPr>
            <a:xfrm>
              <a:off x="4187203" y="2591620"/>
              <a:ext cx="44869" cy="55107"/>
            </a:xfrm>
            <a:custGeom>
              <a:avLst/>
              <a:gdLst>
                <a:gd name="connsiteX0" fmla="*/ 44870 w 44869"/>
                <a:gd name="connsiteY0" fmla="*/ 27554 h 55107"/>
                <a:gd name="connsiteX1" fmla="*/ 22435 w 44869"/>
                <a:gd name="connsiteY1" fmla="*/ 55107 h 55107"/>
                <a:gd name="connsiteX2" fmla="*/ 0 w 44869"/>
                <a:gd name="connsiteY2" fmla="*/ 27554 h 55107"/>
                <a:gd name="connsiteX3" fmla="*/ 22435 w 44869"/>
                <a:gd name="connsiteY3" fmla="*/ 0 h 55107"/>
                <a:gd name="connsiteX4" fmla="*/ 44870 w 44869"/>
                <a:gd name="connsiteY4" fmla="*/ 27554 h 55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869" h="55107">
                  <a:moveTo>
                    <a:pt x="44870" y="27554"/>
                  </a:moveTo>
                  <a:cubicBezTo>
                    <a:pt x="44870" y="42771"/>
                    <a:pt x="34826" y="55107"/>
                    <a:pt x="22435" y="55107"/>
                  </a:cubicBezTo>
                  <a:cubicBezTo>
                    <a:pt x="10045" y="55107"/>
                    <a:pt x="0" y="42771"/>
                    <a:pt x="0" y="27554"/>
                  </a:cubicBezTo>
                  <a:cubicBezTo>
                    <a:pt x="0" y="12336"/>
                    <a:pt x="10045" y="0"/>
                    <a:pt x="22435" y="0"/>
                  </a:cubicBezTo>
                  <a:cubicBezTo>
                    <a:pt x="34826" y="0"/>
                    <a:pt x="44870" y="12336"/>
                    <a:pt x="44870" y="27554"/>
                  </a:cubicBezTo>
                  <a:close/>
                </a:path>
              </a:pathLst>
            </a:custGeom>
            <a:solidFill>
              <a:srgbClr val="90D1E0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7" name="Forme libre : forme 1536">
              <a:extLst>
                <a:ext uri="{FF2B5EF4-FFF2-40B4-BE49-F238E27FC236}">
                  <a16:creationId xmlns:a16="http://schemas.microsoft.com/office/drawing/2014/main" id="{0C17CAB8-ACBA-427F-9E64-DC780FD87479}"/>
                </a:ext>
              </a:extLst>
            </p:cNvPr>
            <p:cNvSpPr/>
            <p:nvPr/>
          </p:nvSpPr>
          <p:spPr>
            <a:xfrm>
              <a:off x="4527757" y="2910229"/>
              <a:ext cx="75364" cy="69809"/>
            </a:xfrm>
            <a:custGeom>
              <a:avLst/>
              <a:gdLst>
                <a:gd name="connsiteX0" fmla="*/ 75364 w 75364"/>
                <a:gd name="connsiteY0" fmla="*/ 34905 h 69809"/>
                <a:gd name="connsiteX1" fmla="*/ 37682 w 75364"/>
                <a:gd name="connsiteY1" fmla="*/ 69810 h 69809"/>
                <a:gd name="connsiteX2" fmla="*/ 0 w 75364"/>
                <a:gd name="connsiteY2" fmla="*/ 34905 h 69809"/>
                <a:gd name="connsiteX3" fmla="*/ 37682 w 75364"/>
                <a:gd name="connsiteY3" fmla="*/ 0 h 69809"/>
                <a:gd name="connsiteX4" fmla="*/ 75364 w 75364"/>
                <a:gd name="connsiteY4" fmla="*/ 34905 h 6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64" h="69809">
                  <a:moveTo>
                    <a:pt x="75364" y="34905"/>
                  </a:moveTo>
                  <a:cubicBezTo>
                    <a:pt x="75364" y="54182"/>
                    <a:pt x="58493" y="69810"/>
                    <a:pt x="37682" y="69810"/>
                  </a:cubicBezTo>
                  <a:cubicBezTo>
                    <a:pt x="16871" y="69810"/>
                    <a:pt x="0" y="54182"/>
                    <a:pt x="0" y="34905"/>
                  </a:cubicBezTo>
                  <a:cubicBezTo>
                    <a:pt x="0" y="15627"/>
                    <a:pt x="16871" y="0"/>
                    <a:pt x="37682" y="0"/>
                  </a:cubicBezTo>
                  <a:cubicBezTo>
                    <a:pt x="58493" y="0"/>
                    <a:pt x="75364" y="15627"/>
                    <a:pt x="75364" y="34905"/>
                  </a:cubicBezTo>
                  <a:close/>
                </a:path>
              </a:pathLst>
            </a:custGeom>
            <a:solidFill>
              <a:srgbClr val="90D1E0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8" name="Forme libre : forme 1537">
              <a:extLst>
                <a:ext uri="{FF2B5EF4-FFF2-40B4-BE49-F238E27FC236}">
                  <a16:creationId xmlns:a16="http://schemas.microsoft.com/office/drawing/2014/main" id="{61D85D99-3B87-45F7-BECA-478977CDBC05}"/>
                </a:ext>
              </a:extLst>
            </p:cNvPr>
            <p:cNvSpPr/>
            <p:nvPr/>
          </p:nvSpPr>
          <p:spPr>
            <a:xfrm>
              <a:off x="4815545" y="2789669"/>
              <a:ext cx="60988" cy="58374"/>
            </a:xfrm>
            <a:custGeom>
              <a:avLst/>
              <a:gdLst>
                <a:gd name="connsiteX0" fmla="*/ 60988 w 60988"/>
                <a:gd name="connsiteY0" fmla="*/ 29187 h 58374"/>
                <a:gd name="connsiteX1" fmla="*/ 30494 w 60988"/>
                <a:gd name="connsiteY1" fmla="*/ 58375 h 58374"/>
                <a:gd name="connsiteX2" fmla="*/ 0 w 60988"/>
                <a:gd name="connsiteY2" fmla="*/ 29187 h 58374"/>
                <a:gd name="connsiteX3" fmla="*/ 30494 w 60988"/>
                <a:gd name="connsiteY3" fmla="*/ 0 h 58374"/>
                <a:gd name="connsiteX4" fmla="*/ 60988 w 60988"/>
                <a:gd name="connsiteY4" fmla="*/ 29187 h 58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988" h="58374">
                  <a:moveTo>
                    <a:pt x="60988" y="29187"/>
                  </a:moveTo>
                  <a:cubicBezTo>
                    <a:pt x="60988" y="45307"/>
                    <a:pt x="47336" y="58375"/>
                    <a:pt x="30494" y="58375"/>
                  </a:cubicBezTo>
                  <a:cubicBezTo>
                    <a:pt x="13653" y="58375"/>
                    <a:pt x="0" y="45307"/>
                    <a:pt x="0" y="29187"/>
                  </a:cubicBezTo>
                  <a:cubicBezTo>
                    <a:pt x="0" y="13068"/>
                    <a:pt x="13653" y="0"/>
                    <a:pt x="30494" y="0"/>
                  </a:cubicBezTo>
                  <a:cubicBezTo>
                    <a:pt x="47336" y="0"/>
                    <a:pt x="60988" y="13068"/>
                    <a:pt x="60988" y="29187"/>
                  </a:cubicBezTo>
                  <a:close/>
                </a:path>
              </a:pathLst>
            </a:custGeom>
            <a:solidFill>
              <a:srgbClr val="90D1E0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9" name="Forme libre : forme 1538">
              <a:extLst>
                <a:ext uri="{FF2B5EF4-FFF2-40B4-BE49-F238E27FC236}">
                  <a16:creationId xmlns:a16="http://schemas.microsoft.com/office/drawing/2014/main" id="{89EDD9BA-AE5B-4860-B13D-7727D32F1A8A}"/>
                </a:ext>
              </a:extLst>
            </p:cNvPr>
            <p:cNvSpPr/>
            <p:nvPr/>
          </p:nvSpPr>
          <p:spPr>
            <a:xfrm rot="-1430419">
              <a:off x="4434166" y="2190077"/>
              <a:ext cx="112286" cy="121326"/>
            </a:xfrm>
            <a:custGeom>
              <a:avLst/>
              <a:gdLst>
                <a:gd name="connsiteX0" fmla="*/ 112287 w 112286"/>
                <a:gd name="connsiteY0" fmla="*/ 60663 h 121326"/>
                <a:gd name="connsiteX1" fmla="*/ 56143 w 112286"/>
                <a:gd name="connsiteY1" fmla="*/ 121326 h 121326"/>
                <a:gd name="connsiteX2" fmla="*/ 0 w 112286"/>
                <a:gd name="connsiteY2" fmla="*/ 60663 h 121326"/>
                <a:gd name="connsiteX3" fmla="*/ 56143 w 112286"/>
                <a:gd name="connsiteY3" fmla="*/ 0 h 121326"/>
                <a:gd name="connsiteX4" fmla="*/ 112287 w 112286"/>
                <a:gd name="connsiteY4" fmla="*/ 60663 h 12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286" h="121326">
                  <a:moveTo>
                    <a:pt x="112287" y="60663"/>
                  </a:moveTo>
                  <a:cubicBezTo>
                    <a:pt x="112287" y="94167"/>
                    <a:pt x="87151" y="121326"/>
                    <a:pt x="56143" y="121326"/>
                  </a:cubicBezTo>
                  <a:cubicBezTo>
                    <a:pt x="25136" y="121326"/>
                    <a:pt x="0" y="94167"/>
                    <a:pt x="0" y="60663"/>
                  </a:cubicBezTo>
                  <a:cubicBezTo>
                    <a:pt x="0" y="27160"/>
                    <a:pt x="25136" y="0"/>
                    <a:pt x="56143" y="0"/>
                  </a:cubicBezTo>
                  <a:cubicBezTo>
                    <a:pt x="87151" y="0"/>
                    <a:pt x="112287" y="27160"/>
                    <a:pt x="112287" y="60663"/>
                  </a:cubicBezTo>
                  <a:close/>
                </a:path>
              </a:pathLst>
            </a:custGeom>
            <a:noFill/>
            <a:ln w="4084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0" name="Forme libre : forme 1539">
              <a:extLst>
                <a:ext uri="{FF2B5EF4-FFF2-40B4-BE49-F238E27FC236}">
                  <a16:creationId xmlns:a16="http://schemas.microsoft.com/office/drawing/2014/main" id="{CBDAB0B9-42ED-45E0-8596-FD66EEE86E74}"/>
                </a:ext>
              </a:extLst>
            </p:cNvPr>
            <p:cNvSpPr/>
            <p:nvPr/>
          </p:nvSpPr>
          <p:spPr>
            <a:xfrm>
              <a:off x="4183282" y="2583016"/>
              <a:ext cx="69265" cy="85056"/>
            </a:xfrm>
            <a:custGeom>
              <a:avLst/>
              <a:gdLst>
                <a:gd name="connsiteX0" fmla="*/ 69265 w 69265"/>
                <a:gd name="connsiteY0" fmla="*/ 42528 h 85056"/>
                <a:gd name="connsiteX1" fmla="*/ 34633 w 69265"/>
                <a:gd name="connsiteY1" fmla="*/ 85057 h 85056"/>
                <a:gd name="connsiteX2" fmla="*/ 0 w 69265"/>
                <a:gd name="connsiteY2" fmla="*/ 42528 h 85056"/>
                <a:gd name="connsiteX3" fmla="*/ 34633 w 69265"/>
                <a:gd name="connsiteY3" fmla="*/ 0 h 85056"/>
                <a:gd name="connsiteX4" fmla="*/ 69265 w 69265"/>
                <a:gd name="connsiteY4" fmla="*/ 42528 h 85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65" h="85056">
                  <a:moveTo>
                    <a:pt x="69265" y="42528"/>
                  </a:moveTo>
                  <a:cubicBezTo>
                    <a:pt x="69265" y="66016"/>
                    <a:pt x="53760" y="85057"/>
                    <a:pt x="34633" y="85057"/>
                  </a:cubicBezTo>
                  <a:cubicBezTo>
                    <a:pt x="15505" y="85057"/>
                    <a:pt x="0" y="66016"/>
                    <a:pt x="0" y="42528"/>
                  </a:cubicBezTo>
                  <a:cubicBezTo>
                    <a:pt x="0" y="19041"/>
                    <a:pt x="15506" y="0"/>
                    <a:pt x="34633" y="0"/>
                  </a:cubicBezTo>
                  <a:cubicBezTo>
                    <a:pt x="53760" y="0"/>
                    <a:pt x="69265" y="19041"/>
                    <a:pt x="69265" y="42528"/>
                  </a:cubicBezTo>
                  <a:close/>
                </a:path>
              </a:pathLst>
            </a:custGeom>
            <a:noFill/>
            <a:ln w="4084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1" name="Forme libre : forme 1540">
              <a:extLst>
                <a:ext uri="{FF2B5EF4-FFF2-40B4-BE49-F238E27FC236}">
                  <a16:creationId xmlns:a16="http://schemas.microsoft.com/office/drawing/2014/main" id="{9E66155E-7364-4619-B52D-341F498D0913}"/>
                </a:ext>
              </a:extLst>
            </p:cNvPr>
            <p:cNvSpPr/>
            <p:nvPr/>
          </p:nvSpPr>
          <p:spPr>
            <a:xfrm>
              <a:off x="4514198" y="2903586"/>
              <a:ext cx="116313" cy="107709"/>
            </a:xfrm>
            <a:custGeom>
              <a:avLst/>
              <a:gdLst>
                <a:gd name="connsiteX0" fmla="*/ 116313 w 116313"/>
                <a:gd name="connsiteY0" fmla="*/ 53855 h 107709"/>
                <a:gd name="connsiteX1" fmla="*/ 58157 w 116313"/>
                <a:gd name="connsiteY1" fmla="*/ 107710 h 107709"/>
                <a:gd name="connsiteX2" fmla="*/ 0 w 116313"/>
                <a:gd name="connsiteY2" fmla="*/ 53855 h 107709"/>
                <a:gd name="connsiteX3" fmla="*/ 58157 w 116313"/>
                <a:gd name="connsiteY3" fmla="*/ 0 h 107709"/>
                <a:gd name="connsiteX4" fmla="*/ 116313 w 116313"/>
                <a:gd name="connsiteY4" fmla="*/ 53855 h 107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13" h="107709">
                  <a:moveTo>
                    <a:pt x="116313" y="53855"/>
                  </a:moveTo>
                  <a:cubicBezTo>
                    <a:pt x="116313" y="83598"/>
                    <a:pt x="90276" y="107710"/>
                    <a:pt x="58157" y="107710"/>
                  </a:cubicBezTo>
                  <a:cubicBezTo>
                    <a:pt x="26038" y="107710"/>
                    <a:pt x="0" y="83598"/>
                    <a:pt x="0" y="53855"/>
                  </a:cubicBezTo>
                  <a:cubicBezTo>
                    <a:pt x="0" y="24112"/>
                    <a:pt x="26038" y="0"/>
                    <a:pt x="58157" y="0"/>
                  </a:cubicBezTo>
                  <a:cubicBezTo>
                    <a:pt x="90276" y="0"/>
                    <a:pt x="116313" y="24112"/>
                    <a:pt x="116313" y="53855"/>
                  </a:cubicBezTo>
                  <a:close/>
                </a:path>
              </a:pathLst>
            </a:custGeom>
            <a:noFill/>
            <a:ln w="4084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2" name="Forme libre : forme 1541">
              <a:extLst>
                <a:ext uri="{FF2B5EF4-FFF2-40B4-BE49-F238E27FC236}">
                  <a16:creationId xmlns:a16="http://schemas.microsoft.com/office/drawing/2014/main" id="{89901030-5EEF-4A4B-937E-5ED7ADE5FE2A}"/>
                </a:ext>
              </a:extLst>
            </p:cNvPr>
            <p:cNvSpPr/>
            <p:nvPr/>
          </p:nvSpPr>
          <p:spPr>
            <a:xfrm>
              <a:off x="4809392" y="2780847"/>
              <a:ext cx="94205" cy="90066"/>
            </a:xfrm>
            <a:custGeom>
              <a:avLst/>
              <a:gdLst>
                <a:gd name="connsiteX0" fmla="*/ 94205 w 94205"/>
                <a:gd name="connsiteY0" fmla="*/ 45033 h 90066"/>
                <a:gd name="connsiteX1" fmla="*/ 47103 w 94205"/>
                <a:gd name="connsiteY1" fmla="*/ 90067 h 90066"/>
                <a:gd name="connsiteX2" fmla="*/ 0 w 94205"/>
                <a:gd name="connsiteY2" fmla="*/ 45033 h 90066"/>
                <a:gd name="connsiteX3" fmla="*/ 47103 w 94205"/>
                <a:gd name="connsiteY3" fmla="*/ 0 h 90066"/>
                <a:gd name="connsiteX4" fmla="*/ 94205 w 94205"/>
                <a:gd name="connsiteY4" fmla="*/ 45033 h 90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205" h="90066">
                  <a:moveTo>
                    <a:pt x="94205" y="45033"/>
                  </a:moveTo>
                  <a:cubicBezTo>
                    <a:pt x="94205" y="69905"/>
                    <a:pt x="73117" y="90067"/>
                    <a:pt x="47103" y="90067"/>
                  </a:cubicBezTo>
                  <a:cubicBezTo>
                    <a:pt x="21089" y="90067"/>
                    <a:pt x="0" y="69905"/>
                    <a:pt x="0" y="45033"/>
                  </a:cubicBezTo>
                  <a:cubicBezTo>
                    <a:pt x="0" y="20162"/>
                    <a:pt x="21089" y="0"/>
                    <a:pt x="47103" y="0"/>
                  </a:cubicBezTo>
                  <a:cubicBezTo>
                    <a:pt x="73117" y="0"/>
                    <a:pt x="94205" y="20162"/>
                    <a:pt x="94205" y="45033"/>
                  </a:cubicBezTo>
                  <a:close/>
                </a:path>
              </a:pathLst>
            </a:custGeom>
            <a:noFill/>
            <a:ln w="4084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3" name="Forme libre : forme 1542">
              <a:extLst>
                <a:ext uri="{FF2B5EF4-FFF2-40B4-BE49-F238E27FC236}">
                  <a16:creationId xmlns:a16="http://schemas.microsoft.com/office/drawing/2014/main" id="{C0F78390-8DDC-4439-8C42-4A472238D0B7}"/>
                </a:ext>
              </a:extLst>
            </p:cNvPr>
            <p:cNvSpPr/>
            <p:nvPr/>
          </p:nvSpPr>
          <p:spPr>
            <a:xfrm>
              <a:off x="4215900" y="2596521"/>
              <a:ext cx="20365" cy="20365"/>
            </a:xfrm>
            <a:custGeom>
              <a:avLst/>
              <a:gdLst>
                <a:gd name="connsiteX0" fmla="*/ 20366 w 20365"/>
                <a:gd name="connsiteY0" fmla="*/ 10183 h 20365"/>
                <a:gd name="connsiteX1" fmla="*/ 10183 w 20365"/>
                <a:gd name="connsiteY1" fmla="*/ 20366 h 20365"/>
                <a:gd name="connsiteX2" fmla="*/ 0 w 20365"/>
                <a:gd name="connsiteY2" fmla="*/ 10183 h 20365"/>
                <a:gd name="connsiteX3" fmla="*/ 10183 w 20365"/>
                <a:gd name="connsiteY3" fmla="*/ 0 h 20365"/>
                <a:gd name="connsiteX4" fmla="*/ 20366 w 20365"/>
                <a:gd name="connsiteY4" fmla="*/ 10183 h 2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65" h="20365">
                  <a:moveTo>
                    <a:pt x="20366" y="10183"/>
                  </a:moveTo>
                  <a:cubicBezTo>
                    <a:pt x="20366" y="15807"/>
                    <a:pt x="15807" y="20366"/>
                    <a:pt x="10183" y="20366"/>
                  </a:cubicBezTo>
                  <a:cubicBezTo>
                    <a:pt x="4559" y="20366"/>
                    <a:pt x="0" y="15807"/>
                    <a:pt x="0" y="10183"/>
                  </a:cubicBezTo>
                  <a:cubicBezTo>
                    <a:pt x="0" y="4559"/>
                    <a:pt x="4559" y="0"/>
                    <a:pt x="10183" y="0"/>
                  </a:cubicBezTo>
                  <a:cubicBezTo>
                    <a:pt x="15807" y="0"/>
                    <a:pt x="20366" y="4559"/>
                    <a:pt x="20366" y="1018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4" name="Forme libre : forme 1543">
              <a:extLst>
                <a:ext uri="{FF2B5EF4-FFF2-40B4-BE49-F238E27FC236}">
                  <a16:creationId xmlns:a16="http://schemas.microsoft.com/office/drawing/2014/main" id="{429DA353-8340-4F03-9ED4-0B07EF4F7327}"/>
                </a:ext>
              </a:extLst>
            </p:cNvPr>
            <p:cNvSpPr/>
            <p:nvPr/>
          </p:nvSpPr>
          <p:spPr>
            <a:xfrm>
              <a:off x="4228533" y="2622387"/>
              <a:ext cx="7732" cy="7732"/>
            </a:xfrm>
            <a:custGeom>
              <a:avLst/>
              <a:gdLst>
                <a:gd name="connsiteX0" fmla="*/ 7732 w 7732"/>
                <a:gd name="connsiteY0" fmla="*/ 3866 h 7732"/>
                <a:gd name="connsiteX1" fmla="*/ 3866 w 7732"/>
                <a:gd name="connsiteY1" fmla="*/ 7732 h 7732"/>
                <a:gd name="connsiteX2" fmla="*/ 0 w 7732"/>
                <a:gd name="connsiteY2" fmla="*/ 3866 h 7732"/>
                <a:gd name="connsiteX3" fmla="*/ 3866 w 7732"/>
                <a:gd name="connsiteY3" fmla="*/ 0 h 7732"/>
                <a:gd name="connsiteX4" fmla="*/ 7732 w 7732"/>
                <a:gd name="connsiteY4" fmla="*/ 3866 h 7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2" h="7732">
                  <a:moveTo>
                    <a:pt x="7732" y="3866"/>
                  </a:moveTo>
                  <a:cubicBezTo>
                    <a:pt x="7732" y="6001"/>
                    <a:pt x="6001" y="7732"/>
                    <a:pt x="3866" y="7732"/>
                  </a:cubicBezTo>
                  <a:cubicBezTo>
                    <a:pt x="1731" y="7732"/>
                    <a:pt x="0" y="6002"/>
                    <a:pt x="0" y="3866"/>
                  </a:cubicBezTo>
                  <a:cubicBezTo>
                    <a:pt x="0" y="1731"/>
                    <a:pt x="1731" y="0"/>
                    <a:pt x="3866" y="0"/>
                  </a:cubicBezTo>
                  <a:cubicBezTo>
                    <a:pt x="6001" y="0"/>
                    <a:pt x="7732" y="1731"/>
                    <a:pt x="7732" y="3866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5" name="Forme libre : forme 1544">
              <a:extLst>
                <a:ext uri="{FF2B5EF4-FFF2-40B4-BE49-F238E27FC236}">
                  <a16:creationId xmlns:a16="http://schemas.microsoft.com/office/drawing/2014/main" id="{30E17ED7-8D7B-43D5-9970-DF7AB939D90A}"/>
                </a:ext>
              </a:extLst>
            </p:cNvPr>
            <p:cNvSpPr/>
            <p:nvPr/>
          </p:nvSpPr>
          <p:spPr>
            <a:xfrm>
              <a:off x="4578944" y="2915294"/>
              <a:ext cx="24177" cy="24177"/>
            </a:xfrm>
            <a:custGeom>
              <a:avLst/>
              <a:gdLst>
                <a:gd name="connsiteX0" fmla="*/ 24177 w 24177"/>
                <a:gd name="connsiteY0" fmla="*/ 12089 h 24177"/>
                <a:gd name="connsiteX1" fmla="*/ 12089 w 24177"/>
                <a:gd name="connsiteY1" fmla="*/ 24177 h 24177"/>
                <a:gd name="connsiteX2" fmla="*/ 0 w 24177"/>
                <a:gd name="connsiteY2" fmla="*/ 12089 h 24177"/>
                <a:gd name="connsiteX3" fmla="*/ 12089 w 24177"/>
                <a:gd name="connsiteY3" fmla="*/ 0 h 24177"/>
                <a:gd name="connsiteX4" fmla="*/ 24177 w 24177"/>
                <a:gd name="connsiteY4" fmla="*/ 12089 h 2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77" h="24177">
                  <a:moveTo>
                    <a:pt x="24177" y="12089"/>
                  </a:moveTo>
                  <a:cubicBezTo>
                    <a:pt x="24177" y="18765"/>
                    <a:pt x="18765" y="24177"/>
                    <a:pt x="12089" y="24177"/>
                  </a:cubicBezTo>
                  <a:cubicBezTo>
                    <a:pt x="5412" y="24177"/>
                    <a:pt x="0" y="18765"/>
                    <a:pt x="0" y="12089"/>
                  </a:cubicBezTo>
                  <a:cubicBezTo>
                    <a:pt x="0" y="5412"/>
                    <a:pt x="5412" y="0"/>
                    <a:pt x="12089" y="0"/>
                  </a:cubicBezTo>
                  <a:cubicBezTo>
                    <a:pt x="18765" y="0"/>
                    <a:pt x="24177" y="5412"/>
                    <a:pt x="24177" y="12089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6" name="Forme libre : forme 1545">
              <a:extLst>
                <a:ext uri="{FF2B5EF4-FFF2-40B4-BE49-F238E27FC236}">
                  <a16:creationId xmlns:a16="http://schemas.microsoft.com/office/drawing/2014/main" id="{616D6488-E9D4-4F3B-AC50-0357E56D0D69}"/>
                </a:ext>
              </a:extLst>
            </p:cNvPr>
            <p:cNvSpPr/>
            <p:nvPr/>
          </p:nvSpPr>
          <p:spPr>
            <a:xfrm>
              <a:off x="4608839" y="2936585"/>
              <a:ext cx="11326" cy="11326"/>
            </a:xfrm>
            <a:custGeom>
              <a:avLst/>
              <a:gdLst>
                <a:gd name="connsiteX0" fmla="*/ 11326 w 11326"/>
                <a:gd name="connsiteY0" fmla="*/ 5663 h 11326"/>
                <a:gd name="connsiteX1" fmla="*/ 5663 w 11326"/>
                <a:gd name="connsiteY1" fmla="*/ 11326 h 11326"/>
                <a:gd name="connsiteX2" fmla="*/ 0 w 11326"/>
                <a:gd name="connsiteY2" fmla="*/ 5663 h 11326"/>
                <a:gd name="connsiteX3" fmla="*/ 5663 w 11326"/>
                <a:gd name="connsiteY3" fmla="*/ 0 h 11326"/>
                <a:gd name="connsiteX4" fmla="*/ 11326 w 11326"/>
                <a:gd name="connsiteY4" fmla="*/ 5663 h 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26" h="11326">
                  <a:moveTo>
                    <a:pt x="11326" y="5663"/>
                  </a:moveTo>
                  <a:cubicBezTo>
                    <a:pt x="11326" y="8791"/>
                    <a:pt x="8791" y="11326"/>
                    <a:pt x="5663" y="11326"/>
                  </a:cubicBezTo>
                  <a:cubicBezTo>
                    <a:pt x="2535" y="11326"/>
                    <a:pt x="0" y="8791"/>
                    <a:pt x="0" y="5663"/>
                  </a:cubicBezTo>
                  <a:cubicBezTo>
                    <a:pt x="0" y="2535"/>
                    <a:pt x="2535" y="0"/>
                    <a:pt x="5663" y="0"/>
                  </a:cubicBezTo>
                  <a:cubicBezTo>
                    <a:pt x="8791" y="0"/>
                    <a:pt x="11326" y="2535"/>
                    <a:pt x="11326" y="566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7" name="Forme libre : forme 1546">
              <a:extLst>
                <a:ext uri="{FF2B5EF4-FFF2-40B4-BE49-F238E27FC236}">
                  <a16:creationId xmlns:a16="http://schemas.microsoft.com/office/drawing/2014/main" id="{C8D2FFC3-24E2-42F2-98E3-CD908DD24CD7}"/>
                </a:ext>
              </a:extLst>
            </p:cNvPr>
            <p:cNvSpPr/>
            <p:nvPr/>
          </p:nvSpPr>
          <p:spPr>
            <a:xfrm>
              <a:off x="4853336" y="2789669"/>
              <a:ext cx="20801" cy="20801"/>
            </a:xfrm>
            <a:custGeom>
              <a:avLst/>
              <a:gdLst>
                <a:gd name="connsiteX0" fmla="*/ 20801 w 20801"/>
                <a:gd name="connsiteY0" fmla="*/ 10401 h 20801"/>
                <a:gd name="connsiteX1" fmla="*/ 10401 w 20801"/>
                <a:gd name="connsiteY1" fmla="*/ 20801 h 20801"/>
                <a:gd name="connsiteX2" fmla="*/ 0 w 20801"/>
                <a:gd name="connsiteY2" fmla="*/ 10401 h 20801"/>
                <a:gd name="connsiteX3" fmla="*/ 10401 w 20801"/>
                <a:gd name="connsiteY3" fmla="*/ 0 h 20801"/>
                <a:gd name="connsiteX4" fmla="*/ 20801 w 20801"/>
                <a:gd name="connsiteY4" fmla="*/ 10401 h 2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1" h="20801">
                  <a:moveTo>
                    <a:pt x="20801" y="10401"/>
                  </a:moveTo>
                  <a:cubicBezTo>
                    <a:pt x="20801" y="16145"/>
                    <a:pt x="16145" y="20801"/>
                    <a:pt x="10401" y="20801"/>
                  </a:cubicBezTo>
                  <a:cubicBezTo>
                    <a:pt x="4657" y="20801"/>
                    <a:pt x="0" y="16145"/>
                    <a:pt x="0" y="10401"/>
                  </a:cubicBezTo>
                  <a:cubicBezTo>
                    <a:pt x="0" y="4656"/>
                    <a:pt x="4657" y="0"/>
                    <a:pt x="10401" y="0"/>
                  </a:cubicBezTo>
                  <a:cubicBezTo>
                    <a:pt x="16145" y="0"/>
                    <a:pt x="20801" y="4656"/>
                    <a:pt x="20801" y="10401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8" name="Forme libre : forme 1547">
              <a:extLst>
                <a:ext uri="{FF2B5EF4-FFF2-40B4-BE49-F238E27FC236}">
                  <a16:creationId xmlns:a16="http://schemas.microsoft.com/office/drawing/2014/main" id="{915F3573-3BB0-4034-805E-B9AF107ECDD3}"/>
                </a:ext>
              </a:extLst>
            </p:cNvPr>
            <p:cNvSpPr/>
            <p:nvPr/>
          </p:nvSpPr>
          <p:spPr>
            <a:xfrm>
              <a:off x="4884538" y="2804861"/>
              <a:ext cx="9692" cy="9692"/>
            </a:xfrm>
            <a:custGeom>
              <a:avLst/>
              <a:gdLst>
                <a:gd name="connsiteX0" fmla="*/ 9693 w 9692"/>
                <a:gd name="connsiteY0" fmla="*/ 4846 h 9692"/>
                <a:gd name="connsiteX1" fmla="*/ 4846 w 9692"/>
                <a:gd name="connsiteY1" fmla="*/ 9693 h 9692"/>
                <a:gd name="connsiteX2" fmla="*/ 0 w 9692"/>
                <a:gd name="connsiteY2" fmla="*/ 4846 h 9692"/>
                <a:gd name="connsiteX3" fmla="*/ 4846 w 9692"/>
                <a:gd name="connsiteY3" fmla="*/ 0 h 9692"/>
                <a:gd name="connsiteX4" fmla="*/ 9693 w 9692"/>
                <a:gd name="connsiteY4" fmla="*/ 4846 h 9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2" h="9692">
                  <a:moveTo>
                    <a:pt x="9693" y="4846"/>
                  </a:moveTo>
                  <a:cubicBezTo>
                    <a:pt x="9693" y="7523"/>
                    <a:pt x="7523" y="9693"/>
                    <a:pt x="4846" y="9693"/>
                  </a:cubicBezTo>
                  <a:cubicBezTo>
                    <a:pt x="2170" y="9693"/>
                    <a:pt x="0" y="7523"/>
                    <a:pt x="0" y="4846"/>
                  </a:cubicBezTo>
                  <a:cubicBezTo>
                    <a:pt x="0" y="2170"/>
                    <a:pt x="2170" y="0"/>
                    <a:pt x="4846" y="0"/>
                  </a:cubicBezTo>
                  <a:cubicBezTo>
                    <a:pt x="7523" y="0"/>
                    <a:pt x="9693" y="2170"/>
                    <a:pt x="9693" y="4846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9" name="Forme libre : forme 1548">
              <a:extLst>
                <a:ext uri="{FF2B5EF4-FFF2-40B4-BE49-F238E27FC236}">
                  <a16:creationId xmlns:a16="http://schemas.microsoft.com/office/drawing/2014/main" id="{7D1AB209-3CFE-4A1C-9CE0-566E477F0752}"/>
                </a:ext>
              </a:extLst>
            </p:cNvPr>
            <p:cNvSpPr/>
            <p:nvPr/>
          </p:nvSpPr>
          <p:spPr>
            <a:xfrm>
              <a:off x="4478041" y="2200478"/>
              <a:ext cx="21236" cy="21236"/>
            </a:xfrm>
            <a:custGeom>
              <a:avLst/>
              <a:gdLst>
                <a:gd name="connsiteX0" fmla="*/ 21237 w 21236"/>
                <a:gd name="connsiteY0" fmla="*/ 10618 h 21236"/>
                <a:gd name="connsiteX1" fmla="*/ 10619 w 21236"/>
                <a:gd name="connsiteY1" fmla="*/ 21237 h 21236"/>
                <a:gd name="connsiteX2" fmla="*/ 0 w 21236"/>
                <a:gd name="connsiteY2" fmla="*/ 10618 h 21236"/>
                <a:gd name="connsiteX3" fmla="*/ 10619 w 21236"/>
                <a:gd name="connsiteY3" fmla="*/ 0 h 21236"/>
                <a:gd name="connsiteX4" fmla="*/ 21237 w 21236"/>
                <a:gd name="connsiteY4" fmla="*/ 10618 h 21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36" h="21236">
                  <a:moveTo>
                    <a:pt x="21237" y="10618"/>
                  </a:moveTo>
                  <a:cubicBezTo>
                    <a:pt x="21237" y="16483"/>
                    <a:pt x="16483" y="21237"/>
                    <a:pt x="10619" y="21237"/>
                  </a:cubicBezTo>
                  <a:cubicBezTo>
                    <a:pt x="4754" y="21237"/>
                    <a:pt x="0" y="16483"/>
                    <a:pt x="0" y="10618"/>
                  </a:cubicBezTo>
                  <a:cubicBezTo>
                    <a:pt x="0" y="4754"/>
                    <a:pt x="4754" y="0"/>
                    <a:pt x="10619" y="0"/>
                  </a:cubicBezTo>
                  <a:cubicBezTo>
                    <a:pt x="16483" y="0"/>
                    <a:pt x="21237" y="4754"/>
                    <a:pt x="21237" y="10618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0" name="Forme libre : forme 1549">
              <a:extLst>
                <a:ext uri="{FF2B5EF4-FFF2-40B4-BE49-F238E27FC236}">
                  <a16:creationId xmlns:a16="http://schemas.microsoft.com/office/drawing/2014/main" id="{ADFAB3E1-4AA1-47BB-81CE-EF3CDD6D1A3C}"/>
                </a:ext>
              </a:extLst>
            </p:cNvPr>
            <p:cNvSpPr/>
            <p:nvPr/>
          </p:nvSpPr>
          <p:spPr>
            <a:xfrm>
              <a:off x="4510168" y="2215889"/>
              <a:ext cx="12633" cy="12633"/>
            </a:xfrm>
            <a:custGeom>
              <a:avLst/>
              <a:gdLst>
                <a:gd name="connsiteX0" fmla="*/ 12633 w 12633"/>
                <a:gd name="connsiteY0" fmla="*/ 6317 h 12633"/>
                <a:gd name="connsiteX1" fmla="*/ 6317 w 12633"/>
                <a:gd name="connsiteY1" fmla="*/ 12633 h 12633"/>
                <a:gd name="connsiteX2" fmla="*/ 0 w 12633"/>
                <a:gd name="connsiteY2" fmla="*/ 6317 h 12633"/>
                <a:gd name="connsiteX3" fmla="*/ 6317 w 12633"/>
                <a:gd name="connsiteY3" fmla="*/ 0 h 12633"/>
                <a:gd name="connsiteX4" fmla="*/ 12633 w 12633"/>
                <a:gd name="connsiteY4" fmla="*/ 6317 h 12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3" h="12633">
                  <a:moveTo>
                    <a:pt x="12633" y="6317"/>
                  </a:moveTo>
                  <a:cubicBezTo>
                    <a:pt x="12633" y="9805"/>
                    <a:pt x="9805" y="12633"/>
                    <a:pt x="6317" y="12633"/>
                  </a:cubicBezTo>
                  <a:cubicBezTo>
                    <a:pt x="2828" y="12633"/>
                    <a:pt x="0" y="9805"/>
                    <a:pt x="0" y="6317"/>
                  </a:cubicBezTo>
                  <a:cubicBezTo>
                    <a:pt x="0" y="2828"/>
                    <a:pt x="2828" y="0"/>
                    <a:pt x="6317" y="0"/>
                  </a:cubicBezTo>
                  <a:cubicBezTo>
                    <a:pt x="9805" y="0"/>
                    <a:pt x="12633" y="2828"/>
                    <a:pt x="12633" y="631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1" name="Forme libre : forme 1550">
              <a:extLst>
                <a:ext uri="{FF2B5EF4-FFF2-40B4-BE49-F238E27FC236}">
                  <a16:creationId xmlns:a16="http://schemas.microsoft.com/office/drawing/2014/main" id="{243DFB68-6B9C-43D6-87E5-E55B3033D3AA}"/>
                </a:ext>
              </a:extLst>
            </p:cNvPr>
            <p:cNvSpPr/>
            <p:nvPr/>
          </p:nvSpPr>
          <p:spPr>
            <a:xfrm>
              <a:off x="4180204" y="2570267"/>
              <a:ext cx="24968" cy="75970"/>
            </a:xfrm>
            <a:custGeom>
              <a:avLst/>
              <a:gdLst>
                <a:gd name="connsiteX0" fmla="*/ 11682 w 24968"/>
                <a:gd name="connsiteY0" fmla="*/ 62 h 75970"/>
                <a:gd name="connsiteX1" fmla="*/ 24969 w 24968"/>
                <a:gd name="connsiteY1" fmla="*/ 75970 h 75970"/>
                <a:gd name="connsiteX2" fmla="*/ 11682 w 24968"/>
                <a:gd name="connsiteY2" fmla="*/ 62 h 75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968" h="75970">
                  <a:moveTo>
                    <a:pt x="11682" y="62"/>
                  </a:moveTo>
                  <a:cubicBezTo>
                    <a:pt x="13207" y="-2062"/>
                    <a:pt x="-6070" y="51031"/>
                    <a:pt x="24969" y="75970"/>
                  </a:cubicBezTo>
                  <a:cubicBezTo>
                    <a:pt x="24969" y="75970"/>
                    <a:pt x="-20882" y="45803"/>
                    <a:pt x="11682" y="62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2" name="Forme libre : forme 1551">
              <a:extLst>
                <a:ext uri="{FF2B5EF4-FFF2-40B4-BE49-F238E27FC236}">
                  <a16:creationId xmlns:a16="http://schemas.microsoft.com/office/drawing/2014/main" id="{67310A56-4183-4FF2-A5FD-A0173B6BE026}"/>
                </a:ext>
              </a:extLst>
            </p:cNvPr>
            <p:cNvSpPr/>
            <p:nvPr/>
          </p:nvSpPr>
          <p:spPr>
            <a:xfrm>
              <a:off x="4435383" y="2196394"/>
              <a:ext cx="45870" cy="83314"/>
            </a:xfrm>
            <a:custGeom>
              <a:avLst/>
              <a:gdLst>
                <a:gd name="connsiteX0" fmla="*/ 7753 w 45870"/>
                <a:gd name="connsiteY0" fmla="*/ 0 h 83314"/>
                <a:gd name="connsiteX1" fmla="*/ 45871 w 45870"/>
                <a:gd name="connsiteY1" fmla="*/ 83314 h 83314"/>
                <a:gd name="connsiteX2" fmla="*/ 7753 w 45870"/>
                <a:gd name="connsiteY2" fmla="*/ 0 h 83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70" h="83314">
                  <a:moveTo>
                    <a:pt x="7753" y="0"/>
                  </a:moveTo>
                  <a:cubicBezTo>
                    <a:pt x="7753" y="0"/>
                    <a:pt x="-15118" y="70627"/>
                    <a:pt x="45871" y="83314"/>
                  </a:cubicBezTo>
                  <a:cubicBezTo>
                    <a:pt x="45871" y="83314"/>
                    <a:pt x="-22578" y="76072"/>
                    <a:pt x="7753" y="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3" name="Forme libre : forme 1552">
              <a:extLst>
                <a:ext uri="{FF2B5EF4-FFF2-40B4-BE49-F238E27FC236}">
                  <a16:creationId xmlns:a16="http://schemas.microsoft.com/office/drawing/2014/main" id="{1F6A81EB-102D-46FF-AA01-A35E233F341A}"/>
                </a:ext>
              </a:extLst>
            </p:cNvPr>
            <p:cNvSpPr/>
            <p:nvPr/>
          </p:nvSpPr>
          <p:spPr>
            <a:xfrm>
              <a:off x="4544856" y="2974376"/>
              <a:ext cx="85710" cy="38997"/>
            </a:xfrm>
            <a:custGeom>
              <a:avLst/>
              <a:gdLst>
                <a:gd name="connsiteX0" fmla="*/ 85710 w 85710"/>
                <a:gd name="connsiteY0" fmla="*/ 20584 h 38997"/>
                <a:gd name="connsiteX1" fmla="*/ 0 w 85710"/>
                <a:gd name="connsiteY1" fmla="*/ 0 h 38997"/>
                <a:gd name="connsiteX2" fmla="*/ 85710 w 85710"/>
                <a:gd name="connsiteY2" fmla="*/ 20584 h 3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10" h="38997">
                  <a:moveTo>
                    <a:pt x="85710" y="20584"/>
                  </a:moveTo>
                  <a:cubicBezTo>
                    <a:pt x="85710" y="20584"/>
                    <a:pt x="32019" y="60879"/>
                    <a:pt x="0" y="0"/>
                  </a:cubicBezTo>
                  <a:cubicBezTo>
                    <a:pt x="0" y="0"/>
                    <a:pt x="34959" y="71770"/>
                    <a:pt x="85710" y="20584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4" name="Forme libre : forme 1553">
              <a:extLst>
                <a:ext uri="{FF2B5EF4-FFF2-40B4-BE49-F238E27FC236}">
                  <a16:creationId xmlns:a16="http://schemas.microsoft.com/office/drawing/2014/main" id="{0E1E62A6-0459-4D3F-A701-F915EA206CD4}"/>
                </a:ext>
              </a:extLst>
            </p:cNvPr>
            <p:cNvSpPr/>
            <p:nvPr/>
          </p:nvSpPr>
          <p:spPr>
            <a:xfrm>
              <a:off x="4826599" y="2837806"/>
              <a:ext cx="71098" cy="31992"/>
            </a:xfrm>
            <a:custGeom>
              <a:avLst/>
              <a:gdLst>
                <a:gd name="connsiteX0" fmla="*/ 71062 w 71098"/>
                <a:gd name="connsiteY0" fmla="*/ 22707 h 31992"/>
                <a:gd name="connsiteX1" fmla="*/ 0 w 71098"/>
                <a:gd name="connsiteY1" fmla="*/ 0 h 31992"/>
                <a:gd name="connsiteX2" fmla="*/ 71062 w 71098"/>
                <a:gd name="connsiteY2" fmla="*/ 22707 h 3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098" h="31992">
                  <a:moveTo>
                    <a:pt x="71062" y="22707"/>
                  </a:moveTo>
                  <a:cubicBezTo>
                    <a:pt x="72750" y="21836"/>
                    <a:pt x="15846" y="44815"/>
                    <a:pt x="0" y="0"/>
                  </a:cubicBezTo>
                  <a:cubicBezTo>
                    <a:pt x="0" y="54"/>
                    <a:pt x="12198" y="52820"/>
                    <a:pt x="71062" y="2270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01" name="encapsulated-dimorphic-fungal-yeast-cells">
            <a:extLst>
              <a:ext uri="{FF2B5EF4-FFF2-40B4-BE49-F238E27FC236}">
                <a16:creationId xmlns:a16="http://schemas.microsoft.com/office/drawing/2014/main" id="{BD358A1F-8041-47C7-A091-941AC8386904}"/>
              </a:ext>
            </a:extLst>
          </p:cNvPr>
          <p:cNvGrpSpPr/>
          <p:nvPr/>
        </p:nvGrpSpPr>
        <p:grpSpPr>
          <a:xfrm>
            <a:off x="8857168" y="1616552"/>
            <a:ext cx="1190594" cy="663402"/>
            <a:chOff x="6702409" y="2201949"/>
            <a:chExt cx="847845" cy="494440"/>
          </a:xfrm>
        </p:grpSpPr>
        <p:sp>
          <p:nvSpPr>
            <p:cNvPr id="1499" name="Forme libre : forme 1498">
              <a:extLst>
                <a:ext uri="{FF2B5EF4-FFF2-40B4-BE49-F238E27FC236}">
                  <a16:creationId xmlns:a16="http://schemas.microsoft.com/office/drawing/2014/main" id="{C31658E6-1203-4BE5-8D8C-0F91579A2B3F}"/>
                </a:ext>
              </a:extLst>
            </p:cNvPr>
            <p:cNvSpPr/>
            <p:nvPr/>
          </p:nvSpPr>
          <p:spPr>
            <a:xfrm>
              <a:off x="6702409" y="2201949"/>
              <a:ext cx="847845" cy="494440"/>
            </a:xfrm>
            <a:custGeom>
              <a:avLst/>
              <a:gdLst>
                <a:gd name="connsiteX0" fmla="*/ 483114 w 847845"/>
                <a:gd name="connsiteY0" fmla="*/ 460625 h 494440"/>
                <a:gd name="connsiteX1" fmla="*/ 588918 w 847845"/>
                <a:gd name="connsiteY1" fmla="*/ 481590 h 494440"/>
                <a:gd name="connsiteX2" fmla="*/ 847845 w 847845"/>
                <a:gd name="connsiteY2" fmla="*/ 240795 h 494440"/>
                <a:gd name="connsiteX3" fmla="*/ 588918 w 847845"/>
                <a:gd name="connsiteY3" fmla="*/ 0 h 494440"/>
                <a:gd name="connsiteX4" fmla="*/ 461823 w 847845"/>
                <a:gd name="connsiteY4" fmla="*/ 46776 h 494440"/>
                <a:gd name="connsiteX5" fmla="*/ 302273 w 847845"/>
                <a:gd name="connsiteY5" fmla="*/ 65562 h 494440"/>
                <a:gd name="connsiteX6" fmla="*/ 235404 w 847845"/>
                <a:gd name="connsiteY6" fmla="*/ 56632 h 494440"/>
                <a:gd name="connsiteX7" fmla="*/ 0 w 847845"/>
                <a:gd name="connsiteY7" fmla="*/ 275536 h 494440"/>
                <a:gd name="connsiteX8" fmla="*/ 235404 w 847845"/>
                <a:gd name="connsiteY8" fmla="*/ 494441 h 494440"/>
                <a:gd name="connsiteX9" fmla="*/ 340336 w 847845"/>
                <a:gd name="connsiteY9" fmla="*/ 471516 h 494440"/>
                <a:gd name="connsiteX10" fmla="*/ 483114 w 847845"/>
                <a:gd name="connsiteY10" fmla="*/ 460625 h 49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7845" h="494440">
                  <a:moveTo>
                    <a:pt x="483114" y="460625"/>
                  </a:moveTo>
                  <a:cubicBezTo>
                    <a:pt x="515405" y="474075"/>
                    <a:pt x="551236" y="481590"/>
                    <a:pt x="588918" y="481590"/>
                  </a:cubicBezTo>
                  <a:cubicBezTo>
                    <a:pt x="731913" y="481590"/>
                    <a:pt x="847845" y="373771"/>
                    <a:pt x="847845" y="240795"/>
                  </a:cubicBezTo>
                  <a:cubicBezTo>
                    <a:pt x="847845" y="107819"/>
                    <a:pt x="731913" y="0"/>
                    <a:pt x="588918" y="0"/>
                  </a:cubicBezTo>
                  <a:cubicBezTo>
                    <a:pt x="544211" y="0"/>
                    <a:pt x="493351" y="20420"/>
                    <a:pt x="461823" y="46776"/>
                  </a:cubicBezTo>
                  <a:cubicBezTo>
                    <a:pt x="376167" y="118383"/>
                    <a:pt x="361628" y="84186"/>
                    <a:pt x="302273" y="65562"/>
                  </a:cubicBezTo>
                  <a:cubicBezTo>
                    <a:pt x="281308" y="58973"/>
                    <a:pt x="258656" y="56632"/>
                    <a:pt x="235404" y="56632"/>
                  </a:cubicBezTo>
                  <a:cubicBezTo>
                    <a:pt x="105368" y="56632"/>
                    <a:pt x="0" y="154649"/>
                    <a:pt x="0" y="275536"/>
                  </a:cubicBezTo>
                  <a:cubicBezTo>
                    <a:pt x="0" y="396424"/>
                    <a:pt x="105368" y="494441"/>
                    <a:pt x="235404" y="494441"/>
                  </a:cubicBezTo>
                  <a:cubicBezTo>
                    <a:pt x="273086" y="494441"/>
                    <a:pt x="310768" y="489975"/>
                    <a:pt x="340336" y="471516"/>
                  </a:cubicBezTo>
                  <a:cubicBezTo>
                    <a:pt x="374914" y="450006"/>
                    <a:pt x="398221" y="415755"/>
                    <a:pt x="483114" y="460625"/>
                  </a:cubicBezTo>
                  <a:close/>
                </a:path>
              </a:pathLst>
            </a:custGeom>
            <a:solidFill>
              <a:srgbClr val="C0E6F9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0" name="Forme libre : forme 1499">
              <a:extLst>
                <a:ext uri="{FF2B5EF4-FFF2-40B4-BE49-F238E27FC236}">
                  <a16:creationId xmlns:a16="http://schemas.microsoft.com/office/drawing/2014/main" id="{E4ECB78F-1D4F-472F-821D-79E3A0F16A36}"/>
                </a:ext>
              </a:extLst>
            </p:cNvPr>
            <p:cNvSpPr/>
            <p:nvPr/>
          </p:nvSpPr>
          <p:spPr>
            <a:xfrm>
              <a:off x="6772709" y="2242299"/>
              <a:ext cx="777545" cy="454035"/>
            </a:xfrm>
            <a:custGeom>
              <a:avLst/>
              <a:gdLst>
                <a:gd name="connsiteX0" fmla="*/ 662104 w 777545"/>
                <a:gd name="connsiteY0" fmla="*/ 0 h 454035"/>
                <a:gd name="connsiteX1" fmla="*/ 741334 w 777545"/>
                <a:gd name="connsiteY1" fmla="*/ 173272 h 454035"/>
                <a:gd name="connsiteX2" fmla="*/ 482406 w 777545"/>
                <a:gd name="connsiteY2" fmla="*/ 414067 h 454035"/>
                <a:gd name="connsiteX3" fmla="*/ 376603 w 777545"/>
                <a:gd name="connsiteY3" fmla="*/ 393102 h 454035"/>
                <a:gd name="connsiteX4" fmla="*/ 233825 w 777545"/>
                <a:gd name="connsiteY4" fmla="*/ 403993 h 454035"/>
                <a:gd name="connsiteX5" fmla="*/ 128892 w 777545"/>
                <a:gd name="connsiteY5" fmla="*/ 426918 h 454035"/>
                <a:gd name="connsiteX6" fmla="*/ 0 w 777545"/>
                <a:gd name="connsiteY6" fmla="*/ 391142 h 454035"/>
                <a:gd name="connsiteX7" fmla="*/ 165104 w 777545"/>
                <a:gd name="connsiteY7" fmla="*/ 454036 h 454035"/>
                <a:gd name="connsiteX8" fmla="*/ 270037 w 777545"/>
                <a:gd name="connsiteY8" fmla="*/ 431111 h 454035"/>
                <a:gd name="connsiteX9" fmla="*/ 412814 w 777545"/>
                <a:gd name="connsiteY9" fmla="*/ 420220 h 454035"/>
                <a:gd name="connsiteX10" fmla="*/ 518618 w 777545"/>
                <a:gd name="connsiteY10" fmla="*/ 441185 h 454035"/>
                <a:gd name="connsiteX11" fmla="*/ 777546 w 777545"/>
                <a:gd name="connsiteY11" fmla="*/ 200390 h 454035"/>
                <a:gd name="connsiteX12" fmla="*/ 662104 w 777545"/>
                <a:gd name="connsiteY12" fmla="*/ 0 h 45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545" h="454035">
                  <a:moveTo>
                    <a:pt x="662104" y="0"/>
                  </a:moveTo>
                  <a:cubicBezTo>
                    <a:pt x="710949" y="43781"/>
                    <a:pt x="741334" y="105205"/>
                    <a:pt x="741334" y="173272"/>
                  </a:cubicBezTo>
                  <a:cubicBezTo>
                    <a:pt x="741334" y="306248"/>
                    <a:pt x="625402" y="414067"/>
                    <a:pt x="482406" y="414067"/>
                  </a:cubicBezTo>
                  <a:cubicBezTo>
                    <a:pt x="444724" y="414067"/>
                    <a:pt x="408948" y="406607"/>
                    <a:pt x="376603" y="393102"/>
                  </a:cubicBezTo>
                  <a:cubicBezTo>
                    <a:pt x="291709" y="348232"/>
                    <a:pt x="268349" y="382429"/>
                    <a:pt x="233825" y="403993"/>
                  </a:cubicBezTo>
                  <a:cubicBezTo>
                    <a:pt x="204256" y="422398"/>
                    <a:pt x="166574" y="426918"/>
                    <a:pt x="128892" y="426918"/>
                  </a:cubicBezTo>
                  <a:cubicBezTo>
                    <a:pt x="81299" y="426918"/>
                    <a:pt x="37029" y="413740"/>
                    <a:pt x="0" y="391142"/>
                  </a:cubicBezTo>
                  <a:cubicBezTo>
                    <a:pt x="42474" y="430022"/>
                    <a:pt x="100794" y="454036"/>
                    <a:pt x="165104" y="454036"/>
                  </a:cubicBezTo>
                  <a:cubicBezTo>
                    <a:pt x="202786" y="454036"/>
                    <a:pt x="240468" y="449571"/>
                    <a:pt x="270037" y="431111"/>
                  </a:cubicBezTo>
                  <a:cubicBezTo>
                    <a:pt x="304560" y="409602"/>
                    <a:pt x="327866" y="375350"/>
                    <a:pt x="412814" y="420220"/>
                  </a:cubicBezTo>
                  <a:cubicBezTo>
                    <a:pt x="445105" y="433670"/>
                    <a:pt x="480936" y="441185"/>
                    <a:pt x="518618" y="441185"/>
                  </a:cubicBezTo>
                  <a:cubicBezTo>
                    <a:pt x="661614" y="441185"/>
                    <a:pt x="777546" y="333366"/>
                    <a:pt x="777546" y="200390"/>
                  </a:cubicBezTo>
                  <a:cubicBezTo>
                    <a:pt x="777546" y="116803"/>
                    <a:pt x="731696" y="43182"/>
                    <a:pt x="662104" y="0"/>
                  </a:cubicBezTo>
                  <a:close/>
                </a:path>
              </a:pathLst>
            </a:custGeom>
            <a:solidFill>
              <a:srgbClr val="A4D2E0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1" name="Forme libre : forme 1500">
              <a:extLst>
                <a:ext uri="{FF2B5EF4-FFF2-40B4-BE49-F238E27FC236}">
                  <a16:creationId xmlns:a16="http://schemas.microsoft.com/office/drawing/2014/main" id="{74917AB0-454B-4958-92FD-DAB58BCCB0E3}"/>
                </a:ext>
              </a:extLst>
            </p:cNvPr>
            <p:cNvSpPr/>
            <p:nvPr/>
          </p:nvSpPr>
          <p:spPr>
            <a:xfrm>
              <a:off x="6702409" y="2201949"/>
              <a:ext cx="847845" cy="494440"/>
            </a:xfrm>
            <a:custGeom>
              <a:avLst/>
              <a:gdLst>
                <a:gd name="connsiteX0" fmla="*/ 483114 w 847845"/>
                <a:gd name="connsiteY0" fmla="*/ 460625 h 494440"/>
                <a:gd name="connsiteX1" fmla="*/ 588918 w 847845"/>
                <a:gd name="connsiteY1" fmla="*/ 481590 h 494440"/>
                <a:gd name="connsiteX2" fmla="*/ 847845 w 847845"/>
                <a:gd name="connsiteY2" fmla="*/ 240795 h 494440"/>
                <a:gd name="connsiteX3" fmla="*/ 588918 w 847845"/>
                <a:gd name="connsiteY3" fmla="*/ 0 h 494440"/>
                <a:gd name="connsiteX4" fmla="*/ 461823 w 847845"/>
                <a:gd name="connsiteY4" fmla="*/ 46776 h 494440"/>
                <a:gd name="connsiteX5" fmla="*/ 302273 w 847845"/>
                <a:gd name="connsiteY5" fmla="*/ 65562 h 494440"/>
                <a:gd name="connsiteX6" fmla="*/ 235404 w 847845"/>
                <a:gd name="connsiteY6" fmla="*/ 56632 h 494440"/>
                <a:gd name="connsiteX7" fmla="*/ 0 w 847845"/>
                <a:gd name="connsiteY7" fmla="*/ 275536 h 494440"/>
                <a:gd name="connsiteX8" fmla="*/ 235404 w 847845"/>
                <a:gd name="connsiteY8" fmla="*/ 494441 h 494440"/>
                <a:gd name="connsiteX9" fmla="*/ 340336 w 847845"/>
                <a:gd name="connsiteY9" fmla="*/ 471516 h 494440"/>
                <a:gd name="connsiteX10" fmla="*/ 483114 w 847845"/>
                <a:gd name="connsiteY10" fmla="*/ 460625 h 49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7845" h="494440">
                  <a:moveTo>
                    <a:pt x="483114" y="460625"/>
                  </a:moveTo>
                  <a:cubicBezTo>
                    <a:pt x="515405" y="474075"/>
                    <a:pt x="551236" y="481590"/>
                    <a:pt x="588918" y="481590"/>
                  </a:cubicBezTo>
                  <a:cubicBezTo>
                    <a:pt x="731913" y="481590"/>
                    <a:pt x="847845" y="373771"/>
                    <a:pt x="847845" y="240795"/>
                  </a:cubicBezTo>
                  <a:cubicBezTo>
                    <a:pt x="847845" y="107819"/>
                    <a:pt x="731913" y="0"/>
                    <a:pt x="588918" y="0"/>
                  </a:cubicBezTo>
                  <a:cubicBezTo>
                    <a:pt x="544211" y="0"/>
                    <a:pt x="493351" y="20420"/>
                    <a:pt x="461823" y="46776"/>
                  </a:cubicBezTo>
                  <a:cubicBezTo>
                    <a:pt x="376167" y="118383"/>
                    <a:pt x="361628" y="84186"/>
                    <a:pt x="302273" y="65562"/>
                  </a:cubicBezTo>
                  <a:cubicBezTo>
                    <a:pt x="281308" y="58973"/>
                    <a:pt x="258656" y="56632"/>
                    <a:pt x="235404" y="56632"/>
                  </a:cubicBezTo>
                  <a:cubicBezTo>
                    <a:pt x="105368" y="56632"/>
                    <a:pt x="0" y="154649"/>
                    <a:pt x="0" y="275536"/>
                  </a:cubicBezTo>
                  <a:cubicBezTo>
                    <a:pt x="0" y="396424"/>
                    <a:pt x="105368" y="494441"/>
                    <a:pt x="235404" y="494441"/>
                  </a:cubicBezTo>
                  <a:cubicBezTo>
                    <a:pt x="273086" y="494441"/>
                    <a:pt x="310768" y="489975"/>
                    <a:pt x="340336" y="471516"/>
                  </a:cubicBezTo>
                  <a:cubicBezTo>
                    <a:pt x="374914" y="450006"/>
                    <a:pt x="398221" y="415755"/>
                    <a:pt x="483114" y="460625"/>
                  </a:cubicBezTo>
                  <a:close/>
                </a:path>
              </a:pathLst>
            </a:custGeom>
            <a:noFill/>
            <a:ln w="5445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2" name="Forme libre : forme 1501">
              <a:extLst>
                <a:ext uri="{FF2B5EF4-FFF2-40B4-BE49-F238E27FC236}">
                  <a16:creationId xmlns:a16="http://schemas.microsoft.com/office/drawing/2014/main" id="{0BD4A4D5-66CC-4D3E-B2EB-3244D31DF732}"/>
                </a:ext>
              </a:extLst>
            </p:cNvPr>
            <p:cNvSpPr/>
            <p:nvPr/>
          </p:nvSpPr>
          <p:spPr>
            <a:xfrm>
              <a:off x="6778209" y="2273883"/>
              <a:ext cx="696246" cy="374261"/>
            </a:xfrm>
            <a:custGeom>
              <a:avLst/>
              <a:gdLst>
                <a:gd name="connsiteX0" fmla="*/ 396750 w 696246"/>
                <a:gd name="connsiteY0" fmla="*/ 348668 h 374261"/>
                <a:gd name="connsiteX1" fmla="*/ 483604 w 696246"/>
                <a:gd name="connsiteY1" fmla="*/ 364514 h 374261"/>
                <a:gd name="connsiteX2" fmla="*/ 696246 w 696246"/>
                <a:gd name="connsiteY2" fmla="*/ 182257 h 374261"/>
                <a:gd name="connsiteX3" fmla="*/ 483604 w 696246"/>
                <a:gd name="connsiteY3" fmla="*/ 0 h 374261"/>
                <a:gd name="connsiteX4" fmla="*/ 379216 w 696246"/>
                <a:gd name="connsiteY4" fmla="*/ 35395 h 374261"/>
                <a:gd name="connsiteX5" fmla="*/ 248201 w 696246"/>
                <a:gd name="connsiteY5" fmla="*/ 49607 h 374261"/>
                <a:gd name="connsiteX6" fmla="*/ 193311 w 696246"/>
                <a:gd name="connsiteY6" fmla="*/ 42855 h 374261"/>
                <a:gd name="connsiteX7" fmla="*/ 0 w 696246"/>
                <a:gd name="connsiteY7" fmla="*/ 208558 h 374261"/>
                <a:gd name="connsiteX8" fmla="*/ 193311 w 696246"/>
                <a:gd name="connsiteY8" fmla="*/ 374261 h 374261"/>
                <a:gd name="connsiteX9" fmla="*/ 279511 w 696246"/>
                <a:gd name="connsiteY9" fmla="*/ 356945 h 374261"/>
                <a:gd name="connsiteX10" fmla="*/ 396750 w 696246"/>
                <a:gd name="connsiteY10" fmla="*/ 348668 h 37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6246" h="374261">
                  <a:moveTo>
                    <a:pt x="396750" y="348668"/>
                  </a:moveTo>
                  <a:cubicBezTo>
                    <a:pt x="423269" y="358851"/>
                    <a:pt x="452674" y="364514"/>
                    <a:pt x="483604" y="364514"/>
                  </a:cubicBezTo>
                  <a:cubicBezTo>
                    <a:pt x="601061" y="364514"/>
                    <a:pt x="696246" y="282942"/>
                    <a:pt x="696246" y="182257"/>
                  </a:cubicBezTo>
                  <a:cubicBezTo>
                    <a:pt x="696246" y="81572"/>
                    <a:pt x="601007" y="0"/>
                    <a:pt x="483604" y="0"/>
                  </a:cubicBezTo>
                  <a:cubicBezTo>
                    <a:pt x="446902" y="0"/>
                    <a:pt x="405136" y="15465"/>
                    <a:pt x="379216" y="35395"/>
                  </a:cubicBezTo>
                  <a:cubicBezTo>
                    <a:pt x="308862" y="89577"/>
                    <a:pt x="296936" y="63711"/>
                    <a:pt x="248201" y="49607"/>
                  </a:cubicBezTo>
                  <a:cubicBezTo>
                    <a:pt x="230993" y="44598"/>
                    <a:pt x="212370" y="42855"/>
                    <a:pt x="193311" y="42855"/>
                  </a:cubicBezTo>
                  <a:cubicBezTo>
                    <a:pt x="86527" y="42855"/>
                    <a:pt x="0" y="117021"/>
                    <a:pt x="0" y="208558"/>
                  </a:cubicBezTo>
                  <a:cubicBezTo>
                    <a:pt x="0" y="300095"/>
                    <a:pt x="86582" y="374261"/>
                    <a:pt x="193311" y="374261"/>
                  </a:cubicBezTo>
                  <a:cubicBezTo>
                    <a:pt x="224295" y="374261"/>
                    <a:pt x="255225" y="370885"/>
                    <a:pt x="279511" y="356945"/>
                  </a:cubicBezTo>
                  <a:cubicBezTo>
                    <a:pt x="307882" y="340609"/>
                    <a:pt x="326995" y="314689"/>
                    <a:pt x="396750" y="348668"/>
                  </a:cubicBezTo>
                  <a:close/>
                </a:path>
              </a:pathLst>
            </a:custGeom>
            <a:solidFill>
              <a:srgbClr val="75B3C6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3" name="Forme libre : forme 1502">
              <a:extLst>
                <a:ext uri="{FF2B5EF4-FFF2-40B4-BE49-F238E27FC236}">
                  <a16:creationId xmlns:a16="http://schemas.microsoft.com/office/drawing/2014/main" id="{C1AF9A1D-E5F0-41F7-AD6E-A6E417D47A71}"/>
                </a:ext>
              </a:extLst>
            </p:cNvPr>
            <p:cNvSpPr/>
            <p:nvPr/>
          </p:nvSpPr>
          <p:spPr>
            <a:xfrm>
              <a:off x="6778209" y="2273883"/>
              <a:ext cx="696246" cy="374261"/>
            </a:xfrm>
            <a:custGeom>
              <a:avLst/>
              <a:gdLst>
                <a:gd name="connsiteX0" fmla="*/ 396750 w 696246"/>
                <a:gd name="connsiteY0" fmla="*/ 348668 h 374261"/>
                <a:gd name="connsiteX1" fmla="*/ 483604 w 696246"/>
                <a:gd name="connsiteY1" fmla="*/ 364514 h 374261"/>
                <a:gd name="connsiteX2" fmla="*/ 696246 w 696246"/>
                <a:gd name="connsiteY2" fmla="*/ 182257 h 374261"/>
                <a:gd name="connsiteX3" fmla="*/ 483604 w 696246"/>
                <a:gd name="connsiteY3" fmla="*/ 0 h 374261"/>
                <a:gd name="connsiteX4" fmla="*/ 379216 w 696246"/>
                <a:gd name="connsiteY4" fmla="*/ 35395 h 374261"/>
                <a:gd name="connsiteX5" fmla="*/ 248201 w 696246"/>
                <a:gd name="connsiteY5" fmla="*/ 49607 h 374261"/>
                <a:gd name="connsiteX6" fmla="*/ 193311 w 696246"/>
                <a:gd name="connsiteY6" fmla="*/ 42855 h 374261"/>
                <a:gd name="connsiteX7" fmla="*/ 0 w 696246"/>
                <a:gd name="connsiteY7" fmla="*/ 208558 h 374261"/>
                <a:gd name="connsiteX8" fmla="*/ 193311 w 696246"/>
                <a:gd name="connsiteY8" fmla="*/ 374261 h 374261"/>
                <a:gd name="connsiteX9" fmla="*/ 279511 w 696246"/>
                <a:gd name="connsiteY9" fmla="*/ 356945 h 374261"/>
                <a:gd name="connsiteX10" fmla="*/ 396750 w 696246"/>
                <a:gd name="connsiteY10" fmla="*/ 348668 h 37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6246" h="374261">
                  <a:moveTo>
                    <a:pt x="396750" y="348668"/>
                  </a:moveTo>
                  <a:cubicBezTo>
                    <a:pt x="423269" y="358851"/>
                    <a:pt x="452674" y="364514"/>
                    <a:pt x="483604" y="364514"/>
                  </a:cubicBezTo>
                  <a:cubicBezTo>
                    <a:pt x="601061" y="364514"/>
                    <a:pt x="696246" y="282942"/>
                    <a:pt x="696246" y="182257"/>
                  </a:cubicBezTo>
                  <a:cubicBezTo>
                    <a:pt x="696246" y="81572"/>
                    <a:pt x="601007" y="0"/>
                    <a:pt x="483604" y="0"/>
                  </a:cubicBezTo>
                  <a:cubicBezTo>
                    <a:pt x="446902" y="0"/>
                    <a:pt x="405136" y="15465"/>
                    <a:pt x="379216" y="35395"/>
                  </a:cubicBezTo>
                  <a:cubicBezTo>
                    <a:pt x="308862" y="89577"/>
                    <a:pt x="296936" y="63711"/>
                    <a:pt x="248201" y="49607"/>
                  </a:cubicBezTo>
                  <a:cubicBezTo>
                    <a:pt x="230993" y="44598"/>
                    <a:pt x="212370" y="42855"/>
                    <a:pt x="193311" y="42855"/>
                  </a:cubicBezTo>
                  <a:cubicBezTo>
                    <a:pt x="86527" y="42855"/>
                    <a:pt x="0" y="117021"/>
                    <a:pt x="0" y="208558"/>
                  </a:cubicBezTo>
                  <a:cubicBezTo>
                    <a:pt x="0" y="300095"/>
                    <a:pt x="86582" y="374261"/>
                    <a:pt x="193311" y="374261"/>
                  </a:cubicBezTo>
                  <a:cubicBezTo>
                    <a:pt x="224295" y="374261"/>
                    <a:pt x="255225" y="370885"/>
                    <a:pt x="279511" y="356945"/>
                  </a:cubicBezTo>
                  <a:cubicBezTo>
                    <a:pt x="307882" y="340609"/>
                    <a:pt x="326995" y="314689"/>
                    <a:pt x="396750" y="348668"/>
                  </a:cubicBezTo>
                  <a:close/>
                </a:path>
              </a:pathLst>
            </a:custGeom>
            <a:noFill/>
            <a:ln w="5445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5" name="Forme libre : forme 1554">
              <a:extLst>
                <a:ext uri="{FF2B5EF4-FFF2-40B4-BE49-F238E27FC236}">
                  <a16:creationId xmlns:a16="http://schemas.microsoft.com/office/drawing/2014/main" id="{BA5902D6-0D1F-4903-9604-4B6CCE8AB933}"/>
                </a:ext>
              </a:extLst>
            </p:cNvPr>
            <p:cNvSpPr/>
            <p:nvPr/>
          </p:nvSpPr>
          <p:spPr>
            <a:xfrm>
              <a:off x="6894893" y="2326941"/>
              <a:ext cx="200935" cy="308816"/>
            </a:xfrm>
            <a:custGeom>
              <a:avLst/>
              <a:gdLst>
                <a:gd name="connsiteX0" fmla="*/ 176822 w 200935"/>
                <a:gd name="connsiteY0" fmla="*/ 66414 h 308816"/>
                <a:gd name="connsiteX1" fmla="*/ 196861 w 200935"/>
                <a:gd name="connsiteY1" fmla="*/ 139218 h 308816"/>
                <a:gd name="connsiteX2" fmla="*/ 198440 w 200935"/>
                <a:gd name="connsiteY2" fmla="*/ 217087 h 308816"/>
                <a:gd name="connsiteX3" fmla="*/ 161302 w 200935"/>
                <a:gd name="connsiteY3" fmla="*/ 283957 h 308816"/>
                <a:gd name="connsiteX4" fmla="*/ 126397 w 200935"/>
                <a:gd name="connsiteY4" fmla="*/ 301600 h 308816"/>
                <a:gd name="connsiteX5" fmla="*/ 25331 w 200935"/>
                <a:gd name="connsiteY5" fmla="*/ 294521 h 308816"/>
                <a:gd name="connsiteX6" fmla="*/ 1426 w 200935"/>
                <a:gd name="connsiteY6" fmla="*/ 250086 h 308816"/>
                <a:gd name="connsiteX7" fmla="*/ 30885 w 200935"/>
                <a:gd name="connsiteY7" fmla="*/ 222315 h 308816"/>
                <a:gd name="connsiteX8" fmla="*/ 67315 w 200935"/>
                <a:gd name="connsiteY8" fmla="*/ 96799 h 308816"/>
                <a:gd name="connsiteX9" fmla="*/ 57132 w 200935"/>
                <a:gd name="connsiteY9" fmla="*/ 71532 h 308816"/>
                <a:gd name="connsiteX10" fmla="*/ 40469 w 200935"/>
                <a:gd name="connsiteY10" fmla="*/ 47137 h 308816"/>
                <a:gd name="connsiteX11" fmla="*/ 47548 w 200935"/>
                <a:gd name="connsiteY11" fmla="*/ 3628 h 308816"/>
                <a:gd name="connsiteX12" fmla="*/ 84304 w 200935"/>
                <a:gd name="connsiteY12" fmla="*/ 3901 h 308816"/>
                <a:gd name="connsiteX13" fmla="*/ 176822 w 200935"/>
                <a:gd name="connsiteY13" fmla="*/ 66414 h 30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0935" h="308816">
                  <a:moveTo>
                    <a:pt x="176822" y="66414"/>
                  </a:moveTo>
                  <a:cubicBezTo>
                    <a:pt x="187985" y="89121"/>
                    <a:pt x="193212" y="114224"/>
                    <a:pt x="196861" y="139218"/>
                  </a:cubicBezTo>
                  <a:cubicBezTo>
                    <a:pt x="200672" y="165029"/>
                    <a:pt x="202960" y="191385"/>
                    <a:pt x="198440" y="217087"/>
                  </a:cubicBezTo>
                  <a:cubicBezTo>
                    <a:pt x="193920" y="242735"/>
                    <a:pt x="181831" y="267893"/>
                    <a:pt x="161302" y="283957"/>
                  </a:cubicBezTo>
                  <a:cubicBezTo>
                    <a:pt x="150956" y="292016"/>
                    <a:pt x="138867" y="297570"/>
                    <a:pt x="126397" y="301600"/>
                  </a:cubicBezTo>
                  <a:cubicBezTo>
                    <a:pt x="93289" y="312273"/>
                    <a:pt x="55389" y="312055"/>
                    <a:pt x="25331" y="294521"/>
                  </a:cubicBezTo>
                  <a:cubicBezTo>
                    <a:pt x="9539" y="285318"/>
                    <a:pt x="-4618" y="267348"/>
                    <a:pt x="1426" y="250086"/>
                  </a:cubicBezTo>
                  <a:cubicBezTo>
                    <a:pt x="5946" y="237126"/>
                    <a:pt x="19777" y="230428"/>
                    <a:pt x="30885" y="222315"/>
                  </a:cubicBezTo>
                  <a:cubicBezTo>
                    <a:pt x="68241" y="194925"/>
                    <a:pt x="79349" y="141505"/>
                    <a:pt x="67315" y="96799"/>
                  </a:cubicBezTo>
                  <a:cubicBezTo>
                    <a:pt x="64973" y="87977"/>
                    <a:pt x="61815" y="79319"/>
                    <a:pt x="57132" y="71532"/>
                  </a:cubicBezTo>
                  <a:cubicBezTo>
                    <a:pt x="52068" y="63092"/>
                    <a:pt x="45316" y="55686"/>
                    <a:pt x="40469" y="47137"/>
                  </a:cubicBezTo>
                  <a:cubicBezTo>
                    <a:pt x="32682" y="33360"/>
                    <a:pt x="32846" y="13158"/>
                    <a:pt x="47548" y="3628"/>
                  </a:cubicBezTo>
                  <a:cubicBezTo>
                    <a:pt x="58439" y="-3451"/>
                    <a:pt x="72652" y="1614"/>
                    <a:pt x="84304" y="3901"/>
                  </a:cubicBezTo>
                  <a:cubicBezTo>
                    <a:pt x="126179" y="11905"/>
                    <a:pt x="157055" y="26281"/>
                    <a:pt x="176822" y="66414"/>
                  </a:cubicBezTo>
                  <a:close/>
                </a:path>
              </a:pathLst>
            </a:custGeom>
            <a:solidFill>
              <a:srgbClr val="61A1A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6" name="Forme libre : forme 1555">
              <a:extLst>
                <a:ext uri="{FF2B5EF4-FFF2-40B4-BE49-F238E27FC236}">
                  <a16:creationId xmlns:a16="http://schemas.microsoft.com/office/drawing/2014/main" id="{0C73A61D-A427-4E9A-85E0-E7D163432EA5}"/>
                </a:ext>
              </a:extLst>
            </p:cNvPr>
            <p:cNvSpPr/>
            <p:nvPr/>
          </p:nvSpPr>
          <p:spPr>
            <a:xfrm>
              <a:off x="7119696" y="2292239"/>
              <a:ext cx="244598" cy="327496"/>
            </a:xfrm>
            <a:custGeom>
              <a:avLst/>
              <a:gdLst>
                <a:gd name="connsiteX0" fmla="*/ 79386 w 244598"/>
                <a:gd name="connsiteY0" fmla="*/ 24336 h 327496"/>
                <a:gd name="connsiteX1" fmla="*/ 18888 w 244598"/>
                <a:gd name="connsiteY1" fmla="*/ 76557 h 327496"/>
                <a:gd name="connsiteX2" fmla="*/ 1190 w 244598"/>
                <a:gd name="connsiteY2" fmla="*/ 137926 h 327496"/>
                <a:gd name="connsiteX3" fmla="*/ 15784 w 244598"/>
                <a:gd name="connsiteY3" fmla="*/ 243948 h 327496"/>
                <a:gd name="connsiteX4" fmla="*/ 89841 w 244598"/>
                <a:gd name="connsiteY4" fmla="*/ 319040 h 327496"/>
                <a:gd name="connsiteX5" fmla="*/ 172883 w 244598"/>
                <a:gd name="connsiteY5" fmla="*/ 321054 h 327496"/>
                <a:gd name="connsiteX6" fmla="*/ 236921 w 244598"/>
                <a:gd name="connsiteY6" fmla="*/ 268125 h 327496"/>
                <a:gd name="connsiteX7" fmla="*/ 239208 w 244598"/>
                <a:gd name="connsiteY7" fmla="*/ 227122 h 327496"/>
                <a:gd name="connsiteX8" fmla="*/ 222708 w 244598"/>
                <a:gd name="connsiteY8" fmla="*/ 216884 h 327496"/>
                <a:gd name="connsiteX9" fmla="*/ 190635 w 244598"/>
                <a:gd name="connsiteY9" fmla="*/ 203271 h 327496"/>
                <a:gd name="connsiteX10" fmla="*/ 165205 w 244598"/>
                <a:gd name="connsiteY10" fmla="*/ 190093 h 327496"/>
                <a:gd name="connsiteX11" fmla="*/ 138850 w 244598"/>
                <a:gd name="connsiteY11" fmla="*/ 116308 h 327496"/>
                <a:gd name="connsiteX12" fmla="*/ 161557 w 244598"/>
                <a:gd name="connsiteY12" fmla="*/ 12846 h 327496"/>
                <a:gd name="connsiteX13" fmla="*/ 79386 w 244598"/>
                <a:gd name="connsiteY13" fmla="*/ 24336 h 32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4598" h="327496">
                  <a:moveTo>
                    <a:pt x="79386" y="24336"/>
                  </a:moveTo>
                  <a:cubicBezTo>
                    <a:pt x="55808" y="37405"/>
                    <a:pt x="32828" y="53523"/>
                    <a:pt x="18888" y="76557"/>
                  </a:cubicBezTo>
                  <a:cubicBezTo>
                    <a:pt x="7779" y="94908"/>
                    <a:pt x="3205" y="116526"/>
                    <a:pt x="1190" y="137926"/>
                  </a:cubicBezTo>
                  <a:cubicBezTo>
                    <a:pt x="-2186" y="173811"/>
                    <a:pt x="1299" y="210894"/>
                    <a:pt x="15784" y="243948"/>
                  </a:cubicBezTo>
                  <a:cubicBezTo>
                    <a:pt x="30269" y="277001"/>
                    <a:pt x="56352" y="305644"/>
                    <a:pt x="89841" y="319040"/>
                  </a:cubicBezTo>
                  <a:cubicBezTo>
                    <a:pt x="116088" y="329549"/>
                    <a:pt x="146146" y="330312"/>
                    <a:pt x="172883" y="321054"/>
                  </a:cubicBezTo>
                  <a:cubicBezTo>
                    <a:pt x="199620" y="311797"/>
                    <a:pt x="222763" y="292630"/>
                    <a:pt x="236921" y="268125"/>
                  </a:cubicBezTo>
                  <a:cubicBezTo>
                    <a:pt x="244218" y="255438"/>
                    <a:pt x="248683" y="238285"/>
                    <a:pt x="239208" y="227122"/>
                  </a:cubicBezTo>
                  <a:cubicBezTo>
                    <a:pt x="234960" y="222112"/>
                    <a:pt x="228698" y="219389"/>
                    <a:pt x="222708" y="216884"/>
                  </a:cubicBezTo>
                  <a:cubicBezTo>
                    <a:pt x="212036" y="212365"/>
                    <a:pt x="201363" y="207845"/>
                    <a:pt x="190635" y="203271"/>
                  </a:cubicBezTo>
                  <a:cubicBezTo>
                    <a:pt x="181813" y="199514"/>
                    <a:pt x="172937" y="195756"/>
                    <a:pt x="165205" y="190093"/>
                  </a:cubicBezTo>
                  <a:cubicBezTo>
                    <a:pt x="142988" y="173811"/>
                    <a:pt x="133949" y="143372"/>
                    <a:pt x="138850" y="116308"/>
                  </a:cubicBezTo>
                  <a:cubicBezTo>
                    <a:pt x="144349" y="86086"/>
                    <a:pt x="178274" y="43558"/>
                    <a:pt x="161557" y="12846"/>
                  </a:cubicBezTo>
                  <a:cubicBezTo>
                    <a:pt x="145221" y="-17158"/>
                    <a:pt x="99207" y="13336"/>
                    <a:pt x="79386" y="24336"/>
                  </a:cubicBezTo>
                  <a:close/>
                </a:path>
              </a:pathLst>
            </a:custGeom>
            <a:solidFill>
              <a:srgbClr val="61A1A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7" name="Forme libre : forme 1556">
              <a:extLst>
                <a:ext uri="{FF2B5EF4-FFF2-40B4-BE49-F238E27FC236}">
                  <a16:creationId xmlns:a16="http://schemas.microsoft.com/office/drawing/2014/main" id="{1E7E7B5B-A57D-4F59-94CE-480DDE1864D0}"/>
                </a:ext>
              </a:extLst>
            </p:cNvPr>
            <p:cNvSpPr/>
            <p:nvPr/>
          </p:nvSpPr>
          <p:spPr>
            <a:xfrm>
              <a:off x="6817812" y="2366661"/>
              <a:ext cx="95865" cy="124360"/>
            </a:xfrm>
            <a:custGeom>
              <a:avLst/>
              <a:gdLst>
                <a:gd name="connsiteX0" fmla="*/ 16593 w 95865"/>
                <a:gd name="connsiteY0" fmla="*/ 34807 h 124360"/>
                <a:gd name="connsiteX1" fmla="*/ 1401 w 95865"/>
                <a:gd name="connsiteY1" fmla="*/ 96776 h 124360"/>
                <a:gd name="connsiteX2" fmla="*/ 15341 w 95865"/>
                <a:gd name="connsiteY2" fmla="*/ 120735 h 124360"/>
                <a:gd name="connsiteX3" fmla="*/ 41043 w 95865"/>
                <a:gd name="connsiteY3" fmla="*/ 118230 h 124360"/>
                <a:gd name="connsiteX4" fmla="*/ 47904 w 95865"/>
                <a:gd name="connsiteY4" fmla="*/ 88063 h 124360"/>
                <a:gd name="connsiteX5" fmla="*/ 76111 w 95865"/>
                <a:gd name="connsiteY5" fmla="*/ 65193 h 124360"/>
                <a:gd name="connsiteX6" fmla="*/ 82700 w 95865"/>
                <a:gd name="connsiteY6" fmla="*/ 2189 h 124360"/>
                <a:gd name="connsiteX7" fmla="*/ 16593 w 95865"/>
                <a:gd name="connsiteY7" fmla="*/ 34807 h 12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865" h="124360">
                  <a:moveTo>
                    <a:pt x="16593" y="34807"/>
                  </a:moveTo>
                  <a:cubicBezTo>
                    <a:pt x="3252" y="52232"/>
                    <a:pt x="-3010" y="75321"/>
                    <a:pt x="1401" y="96776"/>
                  </a:cubicBezTo>
                  <a:cubicBezTo>
                    <a:pt x="3307" y="106087"/>
                    <a:pt x="7500" y="115453"/>
                    <a:pt x="15341" y="120735"/>
                  </a:cubicBezTo>
                  <a:cubicBezTo>
                    <a:pt x="23182" y="126072"/>
                    <a:pt x="35271" y="125745"/>
                    <a:pt x="41043" y="118230"/>
                  </a:cubicBezTo>
                  <a:cubicBezTo>
                    <a:pt x="47360" y="109954"/>
                    <a:pt x="43820" y="97647"/>
                    <a:pt x="47904" y="88063"/>
                  </a:cubicBezTo>
                  <a:cubicBezTo>
                    <a:pt x="52751" y="76737"/>
                    <a:pt x="66201" y="72489"/>
                    <a:pt x="76111" y="65193"/>
                  </a:cubicBezTo>
                  <a:cubicBezTo>
                    <a:pt x="92284" y="53267"/>
                    <a:pt x="107695" y="13897"/>
                    <a:pt x="82700" y="2189"/>
                  </a:cubicBezTo>
                  <a:cubicBezTo>
                    <a:pt x="61246" y="-7939"/>
                    <a:pt x="28247" y="19506"/>
                    <a:pt x="16593" y="34807"/>
                  </a:cubicBezTo>
                  <a:close/>
                </a:path>
              </a:pathLst>
            </a:custGeom>
            <a:solidFill>
              <a:srgbClr val="90D1E0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8" name="Forme libre : forme 1557">
              <a:extLst>
                <a:ext uri="{FF2B5EF4-FFF2-40B4-BE49-F238E27FC236}">
                  <a16:creationId xmlns:a16="http://schemas.microsoft.com/office/drawing/2014/main" id="{5D147B41-FF06-412B-B17F-81C965F760A6}"/>
                </a:ext>
              </a:extLst>
            </p:cNvPr>
            <p:cNvSpPr/>
            <p:nvPr/>
          </p:nvSpPr>
          <p:spPr>
            <a:xfrm>
              <a:off x="7307128" y="2308398"/>
              <a:ext cx="111966" cy="117287"/>
            </a:xfrm>
            <a:custGeom>
              <a:avLst/>
              <a:gdLst>
                <a:gd name="connsiteX0" fmla="*/ 18886 w 111966"/>
                <a:gd name="connsiteY0" fmla="*/ 879 h 117287"/>
                <a:gd name="connsiteX1" fmla="*/ 48944 w 111966"/>
                <a:gd name="connsiteY1" fmla="*/ 4909 h 117287"/>
                <a:gd name="connsiteX2" fmla="*/ 103888 w 111966"/>
                <a:gd name="connsiteY2" fmla="*/ 45259 h 117287"/>
                <a:gd name="connsiteX3" fmla="*/ 97789 w 111966"/>
                <a:gd name="connsiteY3" fmla="*/ 109079 h 117287"/>
                <a:gd name="connsiteX4" fmla="*/ 60325 w 111966"/>
                <a:gd name="connsiteY4" fmla="*/ 111475 h 117287"/>
                <a:gd name="connsiteX5" fmla="*/ 44643 w 111966"/>
                <a:gd name="connsiteY5" fmla="*/ 77714 h 117287"/>
                <a:gd name="connsiteX6" fmla="*/ 22807 w 111966"/>
                <a:gd name="connsiteY6" fmla="*/ 56912 h 117287"/>
                <a:gd name="connsiteX7" fmla="*/ 2332 w 111966"/>
                <a:gd name="connsiteY7" fmla="*/ 34967 h 117287"/>
                <a:gd name="connsiteX8" fmla="*/ 7941 w 111966"/>
                <a:gd name="connsiteY8" fmla="*/ 5889 h 117287"/>
                <a:gd name="connsiteX9" fmla="*/ 18886 w 111966"/>
                <a:gd name="connsiteY9" fmla="*/ 879 h 11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966" h="117287">
                  <a:moveTo>
                    <a:pt x="18886" y="879"/>
                  </a:moveTo>
                  <a:cubicBezTo>
                    <a:pt x="28851" y="-1517"/>
                    <a:pt x="39306" y="1369"/>
                    <a:pt x="48944" y="4909"/>
                  </a:cubicBezTo>
                  <a:cubicBezTo>
                    <a:pt x="70726" y="12914"/>
                    <a:pt x="92017" y="25329"/>
                    <a:pt x="103888" y="45259"/>
                  </a:cubicBezTo>
                  <a:cubicBezTo>
                    <a:pt x="115759" y="65189"/>
                    <a:pt x="115215" y="93723"/>
                    <a:pt x="97789" y="109079"/>
                  </a:cubicBezTo>
                  <a:cubicBezTo>
                    <a:pt x="87498" y="118118"/>
                    <a:pt x="70454" y="120787"/>
                    <a:pt x="60325" y="111475"/>
                  </a:cubicBezTo>
                  <a:cubicBezTo>
                    <a:pt x="51068" y="102980"/>
                    <a:pt x="50850" y="88604"/>
                    <a:pt x="44643" y="77714"/>
                  </a:cubicBezTo>
                  <a:cubicBezTo>
                    <a:pt x="39633" y="68892"/>
                    <a:pt x="30975" y="62902"/>
                    <a:pt x="22807" y="56912"/>
                  </a:cubicBezTo>
                  <a:cubicBezTo>
                    <a:pt x="14639" y="50922"/>
                    <a:pt x="6252" y="44333"/>
                    <a:pt x="2332" y="34967"/>
                  </a:cubicBezTo>
                  <a:cubicBezTo>
                    <a:pt x="-1589" y="25601"/>
                    <a:pt x="-1099" y="10518"/>
                    <a:pt x="7941" y="5889"/>
                  </a:cubicBezTo>
                  <a:cubicBezTo>
                    <a:pt x="9574" y="4147"/>
                    <a:pt x="16817" y="879"/>
                    <a:pt x="18886" y="879"/>
                  </a:cubicBezTo>
                </a:path>
              </a:pathLst>
            </a:custGeom>
            <a:solidFill>
              <a:srgbClr val="91D1E0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9" name="Forme libre : forme 1558">
              <a:extLst>
                <a:ext uri="{FF2B5EF4-FFF2-40B4-BE49-F238E27FC236}">
                  <a16:creationId xmlns:a16="http://schemas.microsoft.com/office/drawing/2014/main" id="{77D79AE6-8630-4CC0-9427-66B8A721AABE}"/>
                </a:ext>
              </a:extLst>
            </p:cNvPr>
            <p:cNvSpPr/>
            <p:nvPr/>
          </p:nvSpPr>
          <p:spPr>
            <a:xfrm>
              <a:off x="7374129" y="2446018"/>
              <a:ext cx="53626" cy="78028"/>
            </a:xfrm>
            <a:custGeom>
              <a:avLst/>
              <a:gdLst>
                <a:gd name="connsiteX0" fmla="*/ 1111 w 53626"/>
                <a:gd name="connsiteY0" fmla="*/ 32774 h 78028"/>
                <a:gd name="connsiteX1" fmla="*/ 76 w 53626"/>
                <a:gd name="connsiteY1" fmla="*/ 50091 h 78028"/>
                <a:gd name="connsiteX2" fmla="*/ 3343 w 53626"/>
                <a:gd name="connsiteY2" fmla="*/ 67843 h 78028"/>
                <a:gd name="connsiteX3" fmla="*/ 17338 w 53626"/>
                <a:gd name="connsiteY3" fmla="*/ 78025 h 78028"/>
                <a:gd name="connsiteX4" fmla="*/ 30407 w 53626"/>
                <a:gd name="connsiteY4" fmla="*/ 72471 h 78028"/>
                <a:gd name="connsiteX5" fmla="*/ 48976 w 53626"/>
                <a:gd name="connsiteY5" fmla="*/ 7835 h 78028"/>
                <a:gd name="connsiteX6" fmla="*/ 1111 w 53626"/>
                <a:gd name="connsiteY6" fmla="*/ 32774 h 7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626" h="78028">
                  <a:moveTo>
                    <a:pt x="1111" y="32774"/>
                  </a:moveTo>
                  <a:cubicBezTo>
                    <a:pt x="-87" y="38438"/>
                    <a:pt x="-87" y="44319"/>
                    <a:pt x="76" y="50091"/>
                  </a:cubicBezTo>
                  <a:cubicBezTo>
                    <a:pt x="294" y="56135"/>
                    <a:pt x="730" y="62397"/>
                    <a:pt x="3343" y="67843"/>
                  </a:cubicBezTo>
                  <a:cubicBezTo>
                    <a:pt x="5957" y="73288"/>
                    <a:pt x="11239" y="77917"/>
                    <a:pt x="17338" y="78025"/>
                  </a:cubicBezTo>
                  <a:cubicBezTo>
                    <a:pt x="22185" y="78134"/>
                    <a:pt x="26595" y="75466"/>
                    <a:pt x="30407" y="72471"/>
                  </a:cubicBezTo>
                  <a:cubicBezTo>
                    <a:pt x="45709" y="60219"/>
                    <a:pt x="61772" y="26839"/>
                    <a:pt x="48976" y="7835"/>
                  </a:cubicBezTo>
                  <a:cubicBezTo>
                    <a:pt x="33838" y="-14437"/>
                    <a:pt x="4596" y="16166"/>
                    <a:pt x="1111" y="32774"/>
                  </a:cubicBezTo>
                  <a:close/>
                </a:path>
              </a:pathLst>
            </a:custGeom>
            <a:solidFill>
              <a:srgbClr val="91D1E0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0" name="Forme libre : forme 1559">
              <a:extLst>
                <a:ext uri="{FF2B5EF4-FFF2-40B4-BE49-F238E27FC236}">
                  <a16:creationId xmlns:a16="http://schemas.microsoft.com/office/drawing/2014/main" id="{93FF005B-B9FD-44E5-9D89-64CB1766806D}"/>
                </a:ext>
              </a:extLst>
            </p:cNvPr>
            <p:cNvSpPr/>
            <p:nvPr/>
          </p:nvSpPr>
          <p:spPr>
            <a:xfrm>
              <a:off x="6834098" y="2509993"/>
              <a:ext cx="36485" cy="55984"/>
            </a:xfrm>
            <a:custGeom>
              <a:avLst/>
              <a:gdLst>
                <a:gd name="connsiteX0" fmla="*/ 3411 w 36485"/>
                <a:gd name="connsiteY0" fmla="*/ 38772 h 55984"/>
                <a:gd name="connsiteX1" fmla="*/ 18712 w 36485"/>
                <a:gd name="connsiteY1" fmla="*/ 52876 h 55984"/>
                <a:gd name="connsiteX2" fmla="*/ 27861 w 36485"/>
                <a:gd name="connsiteY2" fmla="*/ 55980 h 55984"/>
                <a:gd name="connsiteX3" fmla="*/ 35865 w 36485"/>
                <a:gd name="connsiteY3" fmla="*/ 51460 h 55984"/>
                <a:gd name="connsiteX4" fmla="*/ 36464 w 36485"/>
                <a:gd name="connsiteY4" fmla="*/ 46396 h 55984"/>
                <a:gd name="connsiteX5" fmla="*/ 30801 w 36485"/>
                <a:gd name="connsiteY5" fmla="*/ 14976 h 55984"/>
                <a:gd name="connsiteX6" fmla="*/ 3411 w 36485"/>
                <a:gd name="connsiteY6" fmla="*/ 38772 h 55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85" h="55984">
                  <a:moveTo>
                    <a:pt x="3411" y="38772"/>
                  </a:moveTo>
                  <a:cubicBezTo>
                    <a:pt x="6623" y="45034"/>
                    <a:pt x="12559" y="49445"/>
                    <a:pt x="18712" y="52876"/>
                  </a:cubicBezTo>
                  <a:cubicBezTo>
                    <a:pt x="21544" y="54455"/>
                    <a:pt x="24593" y="55871"/>
                    <a:pt x="27861" y="55980"/>
                  </a:cubicBezTo>
                  <a:cubicBezTo>
                    <a:pt x="31128" y="56089"/>
                    <a:pt x="34613" y="54509"/>
                    <a:pt x="35865" y="51460"/>
                  </a:cubicBezTo>
                  <a:cubicBezTo>
                    <a:pt x="36519" y="49881"/>
                    <a:pt x="36519" y="48084"/>
                    <a:pt x="36464" y="46396"/>
                  </a:cubicBezTo>
                  <a:cubicBezTo>
                    <a:pt x="36192" y="35668"/>
                    <a:pt x="35321" y="24723"/>
                    <a:pt x="30801" y="14976"/>
                  </a:cubicBezTo>
                  <a:cubicBezTo>
                    <a:pt x="14410" y="-20365"/>
                    <a:pt x="-8787" y="14813"/>
                    <a:pt x="3411" y="38772"/>
                  </a:cubicBezTo>
                  <a:close/>
                </a:path>
              </a:pathLst>
            </a:custGeom>
            <a:solidFill>
              <a:srgbClr val="91D1E0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1" name="Forme libre : forme 1560">
              <a:extLst>
                <a:ext uri="{FF2B5EF4-FFF2-40B4-BE49-F238E27FC236}">
                  <a16:creationId xmlns:a16="http://schemas.microsoft.com/office/drawing/2014/main" id="{11D202FF-8E42-4B79-BE0D-743B1C213E77}"/>
                </a:ext>
              </a:extLst>
            </p:cNvPr>
            <p:cNvSpPr/>
            <p:nvPr/>
          </p:nvSpPr>
          <p:spPr>
            <a:xfrm>
              <a:off x="6865716" y="2359811"/>
              <a:ext cx="24939" cy="24939"/>
            </a:xfrm>
            <a:custGeom>
              <a:avLst/>
              <a:gdLst>
                <a:gd name="connsiteX0" fmla="*/ 24940 w 24939"/>
                <a:gd name="connsiteY0" fmla="*/ 12470 h 24939"/>
                <a:gd name="connsiteX1" fmla="*/ 12470 w 24939"/>
                <a:gd name="connsiteY1" fmla="*/ 24940 h 24939"/>
                <a:gd name="connsiteX2" fmla="*/ 0 w 24939"/>
                <a:gd name="connsiteY2" fmla="*/ 12470 h 24939"/>
                <a:gd name="connsiteX3" fmla="*/ 12470 w 24939"/>
                <a:gd name="connsiteY3" fmla="*/ 0 h 24939"/>
                <a:gd name="connsiteX4" fmla="*/ 24940 w 24939"/>
                <a:gd name="connsiteY4" fmla="*/ 12470 h 2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39" h="24939">
                  <a:moveTo>
                    <a:pt x="24940" y="12470"/>
                  </a:moveTo>
                  <a:cubicBezTo>
                    <a:pt x="24940" y="19357"/>
                    <a:pt x="19357" y="24940"/>
                    <a:pt x="12470" y="24940"/>
                  </a:cubicBezTo>
                  <a:cubicBezTo>
                    <a:pt x="5583" y="24940"/>
                    <a:pt x="0" y="19357"/>
                    <a:pt x="0" y="12470"/>
                  </a:cubicBezTo>
                  <a:cubicBezTo>
                    <a:pt x="0" y="5583"/>
                    <a:pt x="5583" y="0"/>
                    <a:pt x="12470" y="0"/>
                  </a:cubicBezTo>
                  <a:cubicBezTo>
                    <a:pt x="19357" y="0"/>
                    <a:pt x="24940" y="5583"/>
                    <a:pt x="24940" y="1247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2" name="Forme libre : forme 1561">
              <a:extLst>
                <a:ext uri="{FF2B5EF4-FFF2-40B4-BE49-F238E27FC236}">
                  <a16:creationId xmlns:a16="http://schemas.microsoft.com/office/drawing/2014/main" id="{FB9421B4-E562-45D1-B4D5-F512F5814BBC}"/>
                </a:ext>
              </a:extLst>
            </p:cNvPr>
            <p:cNvSpPr/>
            <p:nvPr/>
          </p:nvSpPr>
          <p:spPr>
            <a:xfrm>
              <a:off x="6899859" y="2356761"/>
              <a:ext cx="13831" cy="13831"/>
            </a:xfrm>
            <a:custGeom>
              <a:avLst/>
              <a:gdLst>
                <a:gd name="connsiteX0" fmla="*/ 13831 w 13831"/>
                <a:gd name="connsiteY0" fmla="*/ 6916 h 13831"/>
                <a:gd name="connsiteX1" fmla="*/ 6916 w 13831"/>
                <a:gd name="connsiteY1" fmla="*/ 13831 h 13831"/>
                <a:gd name="connsiteX2" fmla="*/ 0 w 13831"/>
                <a:gd name="connsiteY2" fmla="*/ 6916 h 13831"/>
                <a:gd name="connsiteX3" fmla="*/ 6916 w 13831"/>
                <a:gd name="connsiteY3" fmla="*/ 0 h 13831"/>
                <a:gd name="connsiteX4" fmla="*/ 13831 w 13831"/>
                <a:gd name="connsiteY4" fmla="*/ 6916 h 1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1" h="13831">
                  <a:moveTo>
                    <a:pt x="13831" y="6916"/>
                  </a:moveTo>
                  <a:cubicBezTo>
                    <a:pt x="13831" y="10735"/>
                    <a:pt x="10735" y="13831"/>
                    <a:pt x="6916" y="13831"/>
                  </a:cubicBezTo>
                  <a:cubicBezTo>
                    <a:pt x="3096" y="13831"/>
                    <a:pt x="0" y="10735"/>
                    <a:pt x="0" y="6916"/>
                  </a:cubicBezTo>
                  <a:cubicBezTo>
                    <a:pt x="0" y="3096"/>
                    <a:pt x="3096" y="0"/>
                    <a:pt x="6916" y="0"/>
                  </a:cubicBezTo>
                  <a:cubicBezTo>
                    <a:pt x="10735" y="0"/>
                    <a:pt x="13831" y="3096"/>
                    <a:pt x="13831" y="6916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3" name="Forme libre : forme 1562">
              <a:extLst>
                <a:ext uri="{FF2B5EF4-FFF2-40B4-BE49-F238E27FC236}">
                  <a16:creationId xmlns:a16="http://schemas.microsoft.com/office/drawing/2014/main" id="{9F769827-1F45-45B8-B42B-D1C4E7D40EE4}"/>
                </a:ext>
              </a:extLst>
            </p:cNvPr>
            <p:cNvSpPr/>
            <p:nvPr/>
          </p:nvSpPr>
          <p:spPr>
            <a:xfrm>
              <a:off x="7267476" y="2308461"/>
              <a:ext cx="28315" cy="28315"/>
            </a:xfrm>
            <a:custGeom>
              <a:avLst/>
              <a:gdLst>
                <a:gd name="connsiteX0" fmla="*/ 28316 w 28315"/>
                <a:gd name="connsiteY0" fmla="*/ 14158 h 28315"/>
                <a:gd name="connsiteX1" fmla="*/ 14158 w 28315"/>
                <a:gd name="connsiteY1" fmla="*/ 28316 h 28315"/>
                <a:gd name="connsiteX2" fmla="*/ 0 w 28315"/>
                <a:gd name="connsiteY2" fmla="*/ 14158 h 28315"/>
                <a:gd name="connsiteX3" fmla="*/ 14158 w 28315"/>
                <a:gd name="connsiteY3" fmla="*/ 0 h 28315"/>
                <a:gd name="connsiteX4" fmla="*/ 28316 w 28315"/>
                <a:gd name="connsiteY4" fmla="*/ 14158 h 2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315" h="28315">
                  <a:moveTo>
                    <a:pt x="28316" y="14158"/>
                  </a:moveTo>
                  <a:cubicBezTo>
                    <a:pt x="28316" y="21977"/>
                    <a:pt x="21977" y="28316"/>
                    <a:pt x="14158" y="28316"/>
                  </a:cubicBezTo>
                  <a:cubicBezTo>
                    <a:pt x="6339" y="28316"/>
                    <a:pt x="0" y="21977"/>
                    <a:pt x="0" y="14158"/>
                  </a:cubicBezTo>
                  <a:cubicBezTo>
                    <a:pt x="0" y="6339"/>
                    <a:pt x="6339" y="0"/>
                    <a:pt x="14158" y="0"/>
                  </a:cubicBezTo>
                  <a:cubicBezTo>
                    <a:pt x="21977" y="0"/>
                    <a:pt x="28316" y="6339"/>
                    <a:pt x="28316" y="14158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4" name="Forme libre : forme 1563">
              <a:extLst>
                <a:ext uri="{FF2B5EF4-FFF2-40B4-BE49-F238E27FC236}">
                  <a16:creationId xmlns:a16="http://schemas.microsoft.com/office/drawing/2014/main" id="{F9A1CCD9-EADF-4243-854B-27B15D81060D}"/>
                </a:ext>
              </a:extLst>
            </p:cNvPr>
            <p:cNvSpPr/>
            <p:nvPr/>
          </p:nvSpPr>
          <p:spPr>
            <a:xfrm>
              <a:off x="7314524" y="2322564"/>
              <a:ext cx="16227" cy="16227"/>
            </a:xfrm>
            <a:custGeom>
              <a:avLst/>
              <a:gdLst>
                <a:gd name="connsiteX0" fmla="*/ 16227 w 16227"/>
                <a:gd name="connsiteY0" fmla="*/ 8114 h 16227"/>
                <a:gd name="connsiteX1" fmla="*/ 8114 w 16227"/>
                <a:gd name="connsiteY1" fmla="*/ 16227 h 16227"/>
                <a:gd name="connsiteX2" fmla="*/ 0 w 16227"/>
                <a:gd name="connsiteY2" fmla="*/ 8114 h 16227"/>
                <a:gd name="connsiteX3" fmla="*/ 8114 w 16227"/>
                <a:gd name="connsiteY3" fmla="*/ 0 h 16227"/>
                <a:gd name="connsiteX4" fmla="*/ 16227 w 16227"/>
                <a:gd name="connsiteY4" fmla="*/ 8114 h 1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27" h="16227">
                  <a:moveTo>
                    <a:pt x="16227" y="8114"/>
                  </a:moveTo>
                  <a:cubicBezTo>
                    <a:pt x="16227" y="12595"/>
                    <a:pt x="12594" y="16227"/>
                    <a:pt x="8114" y="16227"/>
                  </a:cubicBezTo>
                  <a:cubicBezTo>
                    <a:pt x="3633" y="16227"/>
                    <a:pt x="0" y="12595"/>
                    <a:pt x="0" y="8114"/>
                  </a:cubicBezTo>
                  <a:cubicBezTo>
                    <a:pt x="0" y="3633"/>
                    <a:pt x="3633" y="0"/>
                    <a:pt x="8114" y="0"/>
                  </a:cubicBezTo>
                  <a:cubicBezTo>
                    <a:pt x="12594" y="0"/>
                    <a:pt x="16227" y="3633"/>
                    <a:pt x="16227" y="8114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5" name="Forme libre : forme 1564">
              <a:extLst>
                <a:ext uri="{FF2B5EF4-FFF2-40B4-BE49-F238E27FC236}">
                  <a16:creationId xmlns:a16="http://schemas.microsoft.com/office/drawing/2014/main" id="{AF5E250A-C08F-471F-8C70-BF05B21DB4AF}"/>
                </a:ext>
              </a:extLst>
            </p:cNvPr>
            <p:cNvSpPr/>
            <p:nvPr/>
          </p:nvSpPr>
          <p:spPr>
            <a:xfrm>
              <a:off x="6780550" y="2322981"/>
              <a:ext cx="348940" cy="79726"/>
            </a:xfrm>
            <a:custGeom>
              <a:avLst/>
              <a:gdLst>
                <a:gd name="connsiteX0" fmla="*/ 81898 w 348940"/>
                <a:gd name="connsiteY0" fmla="*/ 237 h 79726"/>
                <a:gd name="connsiteX1" fmla="*/ 194019 w 348940"/>
                <a:gd name="connsiteY1" fmla="*/ 31439 h 79726"/>
                <a:gd name="connsiteX2" fmla="*/ 265190 w 348940"/>
                <a:gd name="connsiteY2" fmla="*/ 64493 h 79726"/>
                <a:gd name="connsiteX3" fmla="*/ 348940 w 348940"/>
                <a:gd name="connsiteY3" fmla="*/ 40805 h 79726"/>
                <a:gd name="connsiteX4" fmla="*/ 237963 w 348940"/>
                <a:gd name="connsiteY4" fmla="*/ 77997 h 79726"/>
                <a:gd name="connsiteX5" fmla="*/ 148659 w 348940"/>
                <a:gd name="connsiteY5" fmla="*/ 25177 h 79726"/>
                <a:gd name="connsiteX6" fmla="*/ 69102 w 348940"/>
                <a:gd name="connsiteY6" fmla="*/ 12380 h 79726"/>
                <a:gd name="connsiteX7" fmla="*/ 0 w 348940"/>
                <a:gd name="connsiteY7" fmla="*/ 37375 h 79726"/>
                <a:gd name="connsiteX8" fmla="*/ 81898 w 348940"/>
                <a:gd name="connsiteY8" fmla="*/ 237 h 79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940" h="79726">
                  <a:moveTo>
                    <a:pt x="81898" y="237"/>
                  </a:moveTo>
                  <a:cubicBezTo>
                    <a:pt x="121160" y="-1995"/>
                    <a:pt x="159931" y="11781"/>
                    <a:pt x="194019" y="31439"/>
                  </a:cubicBezTo>
                  <a:cubicBezTo>
                    <a:pt x="216835" y="44617"/>
                    <a:pt x="239107" y="60790"/>
                    <a:pt x="265190" y="64493"/>
                  </a:cubicBezTo>
                  <a:cubicBezTo>
                    <a:pt x="294541" y="68686"/>
                    <a:pt x="323673" y="56216"/>
                    <a:pt x="348940" y="40805"/>
                  </a:cubicBezTo>
                  <a:cubicBezTo>
                    <a:pt x="315560" y="63022"/>
                    <a:pt x="277224" y="86329"/>
                    <a:pt x="237963" y="77997"/>
                  </a:cubicBezTo>
                  <a:cubicBezTo>
                    <a:pt x="203875" y="70755"/>
                    <a:pt x="179316" y="41622"/>
                    <a:pt x="148659" y="25177"/>
                  </a:cubicBezTo>
                  <a:cubicBezTo>
                    <a:pt x="124481" y="12217"/>
                    <a:pt x="96111" y="8296"/>
                    <a:pt x="69102" y="12380"/>
                  </a:cubicBezTo>
                  <a:cubicBezTo>
                    <a:pt x="48355" y="15539"/>
                    <a:pt x="17588" y="40261"/>
                    <a:pt x="0" y="37375"/>
                  </a:cubicBezTo>
                  <a:cubicBezTo>
                    <a:pt x="19495" y="14123"/>
                    <a:pt x="52221" y="1925"/>
                    <a:pt x="81898" y="23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6" name="Forme libre : forme 1565">
              <a:extLst>
                <a:ext uri="{FF2B5EF4-FFF2-40B4-BE49-F238E27FC236}">
                  <a16:creationId xmlns:a16="http://schemas.microsoft.com/office/drawing/2014/main" id="{DDE46B30-463E-48CB-A26A-493D47E2A30A}"/>
                </a:ext>
              </a:extLst>
            </p:cNvPr>
            <p:cNvSpPr/>
            <p:nvPr/>
          </p:nvSpPr>
          <p:spPr>
            <a:xfrm>
              <a:off x="7211879" y="2264657"/>
              <a:ext cx="151925" cy="37650"/>
            </a:xfrm>
            <a:custGeom>
              <a:avLst/>
              <a:gdLst>
                <a:gd name="connsiteX0" fmla="*/ 106348 w 151925"/>
                <a:gd name="connsiteY0" fmla="*/ 77 h 37650"/>
                <a:gd name="connsiteX1" fmla="*/ 151926 w 151925"/>
                <a:gd name="connsiteY1" fmla="*/ 9552 h 37650"/>
                <a:gd name="connsiteX2" fmla="*/ 65562 w 151925"/>
                <a:gd name="connsiteY2" fmla="*/ 15488 h 37650"/>
                <a:gd name="connsiteX3" fmla="*/ 0 w 151925"/>
                <a:gd name="connsiteY3" fmla="*/ 37650 h 37650"/>
                <a:gd name="connsiteX4" fmla="*/ 106348 w 151925"/>
                <a:gd name="connsiteY4" fmla="*/ 77 h 3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925" h="37650">
                  <a:moveTo>
                    <a:pt x="106348" y="77"/>
                  </a:moveTo>
                  <a:cubicBezTo>
                    <a:pt x="122085" y="-413"/>
                    <a:pt x="138530" y="1275"/>
                    <a:pt x="151926" y="9552"/>
                  </a:cubicBezTo>
                  <a:cubicBezTo>
                    <a:pt x="134065" y="-1393"/>
                    <a:pt x="84730" y="11131"/>
                    <a:pt x="65562" y="15488"/>
                  </a:cubicBezTo>
                  <a:cubicBezTo>
                    <a:pt x="42855" y="20661"/>
                    <a:pt x="22054" y="31824"/>
                    <a:pt x="0" y="37650"/>
                  </a:cubicBezTo>
                  <a:cubicBezTo>
                    <a:pt x="29133" y="13963"/>
                    <a:pt x="69047" y="1221"/>
                    <a:pt x="106348" y="7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03" name="ZoneTexte 1602">
            <a:extLst>
              <a:ext uri="{FF2B5EF4-FFF2-40B4-BE49-F238E27FC236}">
                <a16:creationId xmlns:a16="http://schemas.microsoft.com/office/drawing/2014/main" id="{0C022EF8-AC34-41A6-9D45-2514D0DFF41E}"/>
              </a:ext>
            </a:extLst>
          </p:cNvPr>
          <p:cNvSpPr txBox="1"/>
          <p:nvPr/>
        </p:nvSpPr>
        <p:spPr>
          <a:xfrm>
            <a:off x="6861098" y="1072947"/>
            <a:ext cx="70083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25°C</a:t>
            </a:r>
          </a:p>
        </p:txBody>
      </p:sp>
      <p:sp>
        <p:nvSpPr>
          <p:cNvPr id="1604" name="ZoneTexte 1603">
            <a:extLst>
              <a:ext uri="{FF2B5EF4-FFF2-40B4-BE49-F238E27FC236}">
                <a16:creationId xmlns:a16="http://schemas.microsoft.com/office/drawing/2014/main" id="{F9780A81-F6D0-4344-9A01-3D4A5A49D32D}"/>
              </a:ext>
            </a:extLst>
          </p:cNvPr>
          <p:cNvSpPr txBox="1"/>
          <p:nvPr/>
        </p:nvSpPr>
        <p:spPr>
          <a:xfrm>
            <a:off x="8960627" y="1072947"/>
            <a:ext cx="70083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37°C</a:t>
            </a:r>
          </a:p>
        </p:txBody>
      </p:sp>
      <p:sp>
        <p:nvSpPr>
          <p:cNvPr id="1605" name="ZoneTexte 1604">
            <a:extLst>
              <a:ext uri="{FF2B5EF4-FFF2-40B4-BE49-F238E27FC236}">
                <a16:creationId xmlns:a16="http://schemas.microsoft.com/office/drawing/2014/main" id="{32F64E05-65E6-4E09-8D96-ECFC3F74772E}"/>
              </a:ext>
            </a:extLst>
          </p:cNvPr>
          <p:cNvSpPr txBox="1"/>
          <p:nvPr/>
        </p:nvSpPr>
        <p:spPr>
          <a:xfrm>
            <a:off x="3272450" y="2022785"/>
            <a:ext cx="273664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tx1">
                    <a:lumMod val="50000"/>
                  </a:schemeClr>
                </a:solidFill>
              </a:rPr>
              <a:t>Blastomyces dermatitidis</a:t>
            </a:r>
          </a:p>
        </p:txBody>
      </p:sp>
      <p:sp>
        <p:nvSpPr>
          <p:cNvPr id="1606" name="ZoneTexte 1605">
            <a:extLst>
              <a:ext uri="{FF2B5EF4-FFF2-40B4-BE49-F238E27FC236}">
                <a16:creationId xmlns:a16="http://schemas.microsoft.com/office/drawing/2014/main" id="{56627187-EDFC-46C2-8CF0-B5C41EDAB346}"/>
              </a:ext>
            </a:extLst>
          </p:cNvPr>
          <p:cNvSpPr txBox="1"/>
          <p:nvPr/>
        </p:nvSpPr>
        <p:spPr>
          <a:xfrm>
            <a:off x="3734115" y="3389839"/>
            <a:ext cx="22749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>
              <a:defRPr>
                <a:solidFill>
                  <a:schemeClr val="tx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Coccidioides </a:t>
            </a:r>
            <a:r>
              <a:rPr lang="en-US" dirty="0" err="1"/>
              <a:t>immitis</a:t>
            </a:r>
            <a:endParaRPr lang="en-US" dirty="0"/>
          </a:p>
        </p:txBody>
      </p:sp>
      <p:sp>
        <p:nvSpPr>
          <p:cNvPr id="1607" name="ZoneTexte 1606">
            <a:extLst>
              <a:ext uri="{FF2B5EF4-FFF2-40B4-BE49-F238E27FC236}">
                <a16:creationId xmlns:a16="http://schemas.microsoft.com/office/drawing/2014/main" id="{BA3B03C5-C760-4714-85B8-3476D8049420}"/>
              </a:ext>
            </a:extLst>
          </p:cNvPr>
          <p:cNvSpPr txBox="1"/>
          <p:nvPr/>
        </p:nvSpPr>
        <p:spPr>
          <a:xfrm>
            <a:off x="3310922" y="4540463"/>
            <a:ext cx="269817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>
              <a:defRPr>
                <a:solidFill>
                  <a:schemeClr val="tx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Histoplasma capsulatum</a:t>
            </a:r>
          </a:p>
        </p:txBody>
      </p:sp>
      <p:sp>
        <p:nvSpPr>
          <p:cNvPr id="1608" name="ZoneTexte 1607">
            <a:extLst>
              <a:ext uri="{FF2B5EF4-FFF2-40B4-BE49-F238E27FC236}">
                <a16:creationId xmlns:a16="http://schemas.microsoft.com/office/drawing/2014/main" id="{779427EE-433B-4F0C-80C9-86642F3EDA8F}"/>
              </a:ext>
            </a:extLst>
          </p:cNvPr>
          <p:cNvSpPr txBox="1"/>
          <p:nvPr/>
        </p:nvSpPr>
        <p:spPr>
          <a:xfrm>
            <a:off x="2874906" y="5602302"/>
            <a:ext cx="313419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>
              <a:defRPr>
                <a:solidFill>
                  <a:schemeClr val="tx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Paracoccidioides </a:t>
            </a:r>
            <a:r>
              <a:rPr lang="en-US" dirty="0" err="1"/>
              <a:t>brasiliensis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604566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B262609-D5AE-4FFF-8F0D-A1AF84C31A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Opportunistic fungi</a:t>
            </a:r>
          </a:p>
        </p:txBody>
      </p:sp>
      <p:grpSp>
        <p:nvGrpSpPr>
          <p:cNvPr id="1598" name="Budding-yeast-opportunistic-fungi">
            <a:extLst>
              <a:ext uri="{FF2B5EF4-FFF2-40B4-BE49-F238E27FC236}">
                <a16:creationId xmlns:a16="http://schemas.microsoft.com/office/drawing/2014/main" id="{F3185031-D517-4F23-A7B1-5BD7451D5D16}"/>
              </a:ext>
            </a:extLst>
          </p:cNvPr>
          <p:cNvGrpSpPr/>
          <p:nvPr/>
        </p:nvGrpSpPr>
        <p:grpSpPr>
          <a:xfrm>
            <a:off x="6539431" y="1523380"/>
            <a:ext cx="1850097" cy="1626519"/>
            <a:chOff x="7436415" y="2018552"/>
            <a:chExt cx="1494878" cy="1314227"/>
          </a:xfrm>
        </p:grpSpPr>
        <p:grpSp>
          <p:nvGrpSpPr>
            <p:cNvPr id="401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8607474" y="2789924"/>
              <a:ext cx="205386" cy="169027"/>
              <a:chOff x="8607474" y="2789924"/>
              <a:chExt cx="205386" cy="169027"/>
            </a:xfrm>
            <a:solidFill>
              <a:schemeClr val="accent1"/>
            </a:solidFill>
          </p:grpSpPr>
          <p:sp>
            <p:nvSpPr>
              <p:cNvPr id="402" name="Forme libre : forme 401">
                <a:extLst>
                  <a:ext uri="{FF2B5EF4-FFF2-40B4-BE49-F238E27FC236}">
                    <a16:creationId xmlns:a16="http://schemas.microsoft.com/office/drawing/2014/main" id="{8C81C95E-214E-4709-9A4A-7E92866E29E0}"/>
                  </a:ext>
                </a:extLst>
              </p:cNvPr>
              <p:cNvSpPr/>
              <p:nvPr/>
            </p:nvSpPr>
            <p:spPr>
              <a:xfrm>
                <a:off x="8607474" y="2789924"/>
                <a:ext cx="205386" cy="169027"/>
              </a:xfrm>
              <a:custGeom>
                <a:avLst/>
                <a:gdLst>
                  <a:gd name="connsiteX0" fmla="*/ 833 w 205386"/>
                  <a:gd name="connsiteY0" fmla="*/ 36828 h 169027"/>
                  <a:gd name="connsiteX1" fmla="*/ 82623 w 205386"/>
                  <a:gd name="connsiteY1" fmla="*/ 158968 h 169027"/>
                  <a:gd name="connsiteX2" fmla="*/ 202040 w 205386"/>
                  <a:gd name="connsiteY2" fmla="*/ 107999 h 169027"/>
                  <a:gd name="connsiteX3" fmla="*/ 93405 w 205386"/>
                  <a:gd name="connsiteY3" fmla="*/ 72 h 169027"/>
                  <a:gd name="connsiteX4" fmla="*/ 833 w 205386"/>
                  <a:gd name="connsiteY4" fmla="*/ 36828 h 169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386" h="169027">
                    <a:moveTo>
                      <a:pt x="833" y="36828"/>
                    </a:moveTo>
                    <a:cubicBezTo>
                      <a:pt x="-5537" y="59916"/>
                      <a:pt x="24902" y="134681"/>
                      <a:pt x="82623" y="158968"/>
                    </a:cubicBezTo>
                    <a:cubicBezTo>
                      <a:pt x="140344" y="183200"/>
                      <a:pt x="184996" y="162671"/>
                      <a:pt x="202040" y="107999"/>
                    </a:cubicBezTo>
                    <a:cubicBezTo>
                      <a:pt x="219084" y="53273"/>
                      <a:pt x="169205" y="-2270"/>
                      <a:pt x="93405" y="72"/>
                    </a:cubicBezTo>
                    <a:cubicBezTo>
                      <a:pt x="17605" y="2304"/>
                      <a:pt x="833" y="36828"/>
                      <a:pt x="833" y="36828"/>
                    </a:cubicBez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" name="Forme libre : forme 402">
                <a:extLst>
                  <a:ext uri="{FF2B5EF4-FFF2-40B4-BE49-F238E27FC236}">
                    <a16:creationId xmlns:a16="http://schemas.microsoft.com/office/drawing/2014/main" id="{B651ADEE-3D62-4D33-A4B2-56D6F8191536}"/>
                  </a:ext>
                </a:extLst>
              </p:cNvPr>
              <p:cNvSpPr/>
              <p:nvPr/>
            </p:nvSpPr>
            <p:spPr>
              <a:xfrm>
                <a:off x="8607474" y="2789924"/>
                <a:ext cx="205386" cy="169027"/>
              </a:xfrm>
              <a:custGeom>
                <a:avLst/>
                <a:gdLst>
                  <a:gd name="connsiteX0" fmla="*/ 833 w 205386"/>
                  <a:gd name="connsiteY0" fmla="*/ 36828 h 169027"/>
                  <a:gd name="connsiteX1" fmla="*/ 82623 w 205386"/>
                  <a:gd name="connsiteY1" fmla="*/ 158968 h 169027"/>
                  <a:gd name="connsiteX2" fmla="*/ 202040 w 205386"/>
                  <a:gd name="connsiteY2" fmla="*/ 107999 h 169027"/>
                  <a:gd name="connsiteX3" fmla="*/ 93405 w 205386"/>
                  <a:gd name="connsiteY3" fmla="*/ 72 h 169027"/>
                  <a:gd name="connsiteX4" fmla="*/ 833 w 205386"/>
                  <a:gd name="connsiteY4" fmla="*/ 36828 h 169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386" h="169027">
                    <a:moveTo>
                      <a:pt x="833" y="36828"/>
                    </a:moveTo>
                    <a:cubicBezTo>
                      <a:pt x="-5537" y="59916"/>
                      <a:pt x="24902" y="134681"/>
                      <a:pt x="82623" y="158968"/>
                    </a:cubicBezTo>
                    <a:cubicBezTo>
                      <a:pt x="140344" y="183200"/>
                      <a:pt x="184996" y="162671"/>
                      <a:pt x="202040" y="107999"/>
                    </a:cubicBezTo>
                    <a:cubicBezTo>
                      <a:pt x="219084" y="53273"/>
                      <a:pt x="169205" y="-2270"/>
                      <a:pt x="93405" y="72"/>
                    </a:cubicBezTo>
                    <a:cubicBezTo>
                      <a:pt x="17605" y="2304"/>
                      <a:pt x="833" y="36828"/>
                      <a:pt x="833" y="36828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" name="Forme libre : forme 403">
                <a:extLst>
                  <a:ext uri="{FF2B5EF4-FFF2-40B4-BE49-F238E27FC236}">
                    <a16:creationId xmlns:a16="http://schemas.microsoft.com/office/drawing/2014/main" id="{751ABF56-8D63-4776-9AB2-7066475F9CB8}"/>
                  </a:ext>
                </a:extLst>
              </p:cNvPr>
              <p:cNvSpPr/>
              <p:nvPr/>
            </p:nvSpPr>
            <p:spPr>
              <a:xfrm>
                <a:off x="8688454" y="2802109"/>
                <a:ext cx="104504" cy="140614"/>
              </a:xfrm>
              <a:custGeom>
                <a:avLst/>
                <a:gdLst>
                  <a:gd name="connsiteX0" fmla="*/ 95794 w 104504"/>
                  <a:gd name="connsiteY0" fmla="*/ 103655 h 140614"/>
                  <a:gd name="connsiteX1" fmla="*/ 101184 w 104504"/>
                  <a:gd name="connsiteY1" fmla="*/ 48385 h 140614"/>
                  <a:gd name="connsiteX2" fmla="*/ 92417 w 104504"/>
                  <a:gd name="connsiteY2" fmla="*/ 31232 h 140614"/>
                  <a:gd name="connsiteX3" fmla="*/ 76898 w 104504"/>
                  <a:gd name="connsiteY3" fmla="*/ 16312 h 140614"/>
                  <a:gd name="connsiteX4" fmla="*/ 60889 w 104504"/>
                  <a:gd name="connsiteY4" fmla="*/ 5911 h 140614"/>
                  <a:gd name="connsiteX5" fmla="*/ 30939 w 104504"/>
                  <a:gd name="connsiteY5" fmla="*/ 357 h 140614"/>
                  <a:gd name="connsiteX6" fmla="*/ 13023 w 104504"/>
                  <a:gd name="connsiteY6" fmla="*/ 956 h 140614"/>
                  <a:gd name="connsiteX7" fmla="*/ 2078 w 104504"/>
                  <a:gd name="connsiteY7" fmla="*/ 7762 h 140614"/>
                  <a:gd name="connsiteX8" fmla="*/ 989 w 104504"/>
                  <a:gd name="connsiteY8" fmla="*/ 21702 h 140614"/>
                  <a:gd name="connsiteX9" fmla="*/ 7197 w 104504"/>
                  <a:gd name="connsiteY9" fmla="*/ 34717 h 140614"/>
                  <a:gd name="connsiteX10" fmla="*/ 16563 w 104504"/>
                  <a:gd name="connsiteY10" fmla="*/ 70493 h 140614"/>
                  <a:gd name="connsiteX11" fmla="*/ 16618 w 104504"/>
                  <a:gd name="connsiteY11" fmla="*/ 92765 h 140614"/>
                  <a:gd name="connsiteX12" fmla="*/ 24350 w 104504"/>
                  <a:gd name="connsiteY12" fmla="*/ 120591 h 140614"/>
                  <a:gd name="connsiteX13" fmla="*/ 42156 w 104504"/>
                  <a:gd name="connsiteY13" fmla="*/ 139540 h 140614"/>
                  <a:gd name="connsiteX14" fmla="*/ 58656 w 104504"/>
                  <a:gd name="connsiteY14" fmla="*/ 136110 h 140614"/>
                  <a:gd name="connsiteX15" fmla="*/ 95794 w 104504"/>
                  <a:gd name="connsiteY15" fmla="*/ 103655 h 140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4504" h="140614">
                    <a:moveTo>
                      <a:pt x="95794" y="103655"/>
                    </a:moveTo>
                    <a:cubicBezTo>
                      <a:pt x="105050" y="87047"/>
                      <a:pt x="107065" y="66518"/>
                      <a:pt x="101184" y="48385"/>
                    </a:cubicBezTo>
                    <a:cubicBezTo>
                      <a:pt x="99170" y="42232"/>
                      <a:pt x="96338" y="36351"/>
                      <a:pt x="92417" y="31232"/>
                    </a:cubicBezTo>
                    <a:cubicBezTo>
                      <a:pt x="88061" y="25514"/>
                      <a:pt x="82561" y="20777"/>
                      <a:pt x="76898" y="16312"/>
                    </a:cubicBezTo>
                    <a:cubicBezTo>
                      <a:pt x="71888" y="12336"/>
                      <a:pt x="66715" y="8470"/>
                      <a:pt x="60889" y="5911"/>
                    </a:cubicBezTo>
                    <a:cubicBezTo>
                      <a:pt x="51577" y="1772"/>
                      <a:pt x="41122" y="1010"/>
                      <a:pt x="30939" y="357"/>
                    </a:cubicBezTo>
                    <a:cubicBezTo>
                      <a:pt x="24949" y="-25"/>
                      <a:pt x="18850" y="-406"/>
                      <a:pt x="13023" y="956"/>
                    </a:cubicBezTo>
                    <a:cubicBezTo>
                      <a:pt x="8722" y="1936"/>
                      <a:pt x="4474" y="4059"/>
                      <a:pt x="2078" y="7762"/>
                    </a:cubicBezTo>
                    <a:cubicBezTo>
                      <a:pt x="-536" y="11792"/>
                      <a:pt x="-427" y="17128"/>
                      <a:pt x="989" y="21702"/>
                    </a:cubicBezTo>
                    <a:cubicBezTo>
                      <a:pt x="2405" y="26331"/>
                      <a:pt x="4964" y="30469"/>
                      <a:pt x="7197" y="34717"/>
                    </a:cubicBezTo>
                    <a:cubicBezTo>
                      <a:pt x="12861" y="45771"/>
                      <a:pt x="16128" y="58078"/>
                      <a:pt x="16563" y="70493"/>
                    </a:cubicBezTo>
                    <a:cubicBezTo>
                      <a:pt x="16836" y="77899"/>
                      <a:pt x="16182" y="85359"/>
                      <a:pt x="16618" y="92765"/>
                    </a:cubicBezTo>
                    <a:cubicBezTo>
                      <a:pt x="17271" y="102457"/>
                      <a:pt x="19885" y="111987"/>
                      <a:pt x="24350" y="120591"/>
                    </a:cubicBezTo>
                    <a:cubicBezTo>
                      <a:pt x="28162" y="127942"/>
                      <a:pt x="34261" y="136110"/>
                      <a:pt x="42156" y="139540"/>
                    </a:cubicBezTo>
                    <a:cubicBezTo>
                      <a:pt x="48473" y="142263"/>
                      <a:pt x="53210" y="139323"/>
                      <a:pt x="58656" y="136110"/>
                    </a:cubicBezTo>
                    <a:cubicBezTo>
                      <a:pt x="73685" y="127234"/>
                      <a:pt x="87080" y="119284"/>
                      <a:pt x="95794" y="103655"/>
                    </a:cubicBezTo>
                    <a:close/>
                  </a:path>
                </a:pathLst>
              </a:custGeom>
              <a:solidFill>
                <a:srgbClr val="AFBC3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" name="Forme libre : forme 404">
                <a:extLst>
                  <a:ext uri="{FF2B5EF4-FFF2-40B4-BE49-F238E27FC236}">
                    <a16:creationId xmlns:a16="http://schemas.microsoft.com/office/drawing/2014/main" id="{0D5451AA-EA73-49C2-8C81-88DBE96C3B21}"/>
                  </a:ext>
                </a:extLst>
              </p:cNvPr>
              <p:cNvSpPr/>
              <p:nvPr/>
            </p:nvSpPr>
            <p:spPr>
              <a:xfrm>
                <a:off x="8618981" y="2811819"/>
                <a:ext cx="70327" cy="49417"/>
              </a:xfrm>
              <a:custGeom>
                <a:avLst/>
                <a:gdLst>
                  <a:gd name="connsiteX0" fmla="*/ 5499 w 70327"/>
                  <a:gd name="connsiteY0" fmla="*/ 14388 h 49417"/>
                  <a:gd name="connsiteX1" fmla="*/ 1742 w 70327"/>
                  <a:gd name="connsiteY1" fmla="*/ 37585 h 49417"/>
                  <a:gd name="connsiteX2" fmla="*/ 4737 w 70327"/>
                  <a:gd name="connsiteY2" fmla="*/ 41996 h 49417"/>
                  <a:gd name="connsiteX3" fmla="*/ 17588 w 70327"/>
                  <a:gd name="connsiteY3" fmla="*/ 43902 h 49417"/>
                  <a:gd name="connsiteX4" fmla="*/ 41166 w 70327"/>
                  <a:gd name="connsiteY4" fmla="*/ 40145 h 49417"/>
                  <a:gd name="connsiteX5" fmla="*/ 65126 w 70327"/>
                  <a:gd name="connsiteY5" fmla="*/ 49347 h 49417"/>
                  <a:gd name="connsiteX6" fmla="*/ 69319 w 70327"/>
                  <a:gd name="connsiteY6" fmla="*/ 48422 h 49417"/>
                  <a:gd name="connsiteX7" fmla="*/ 70135 w 70327"/>
                  <a:gd name="connsiteY7" fmla="*/ 43412 h 49417"/>
                  <a:gd name="connsiteX8" fmla="*/ 57502 w 70327"/>
                  <a:gd name="connsiteY8" fmla="*/ 6165 h 49417"/>
                  <a:gd name="connsiteX9" fmla="*/ 33379 w 70327"/>
                  <a:gd name="connsiteY9" fmla="*/ 2354 h 49417"/>
                  <a:gd name="connsiteX10" fmla="*/ 5499 w 70327"/>
                  <a:gd name="connsiteY10" fmla="*/ 14388 h 49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0327" h="49417">
                    <a:moveTo>
                      <a:pt x="5499" y="14388"/>
                    </a:moveTo>
                    <a:cubicBezTo>
                      <a:pt x="-55" y="20541"/>
                      <a:pt x="-1580" y="30016"/>
                      <a:pt x="1742" y="37585"/>
                    </a:cubicBezTo>
                    <a:cubicBezTo>
                      <a:pt x="2450" y="39219"/>
                      <a:pt x="3376" y="40798"/>
                      <a:pt x="4737" y="41996"/>
                    </a:cubicBezTo>
                    <a:cubicBezTo>
                      <a:pt x="8113" y="44936"/>
                      <a:pt x="13177" y="44773"/>
                      <a:pt x="17588" y="43902"/>
                    </a:cubicBezTo>
                    <a:cubicBezTo>
                      <a:pt x="25429" y="42268"/>
                      <a:pt x="33271" y="38838"/>
                      <a:pt x="41166" y="40145"/>
                    </a:cubicBezTo>
                    <a:cubicBezTo>
                      <a:pt x="49661" y="41560"/>
                      <a:pt x="56631" y="48258"/>
                      <a:pt x="65126" y="49347"/>
                    </a:cubicBezTo>
                    <a:cubicBezTo>
                      <a:pt x="66596" y="49511"/>
                      <a:pt x="68284" y="49456"/>
                      <a:pt x="69319" y="48422"/>
                    </a:cubicBezTo>
                    <a:cubicBezTo>
                      <a:pt x="70571" y="47169"/>
                      <a:pt x="70408" y="45154"/>
                      <a:pt x="70135" y="43412"/>
                    </a:cubicBezTo>
                    <a:cubicBezTo>
                      <a:pt x="68175" y="30288"/>
                      <a:pt x="65889" y="16457"/>
                      <a:pt x="57502" y="6165"/>
                    </a:cubicBezTo>
                    <a:cubicBezTo>
                      <a:pt x="50260" y="-2711"/>
                      <a:pt x="42800" y="-97"/>
                      <a:pt x="33379" y="2354"/>
                    </a:cubicBezTo>
                    <a:cubicBezTo>
                      <a:pt x="23687" y="4804"/>
                      <a:pt x="12524" y="6547"/>
                      <a:pt x="5499" y="14388"/>
                    </a:cubicBezTo>
                    <a:close/>
                  </a:path>
                </a:pathLst>
              </a:custGeom>
              <a:solidFill>
                <a:srgbClr val="AFBC3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" name="Forme libre : forme 405">
                <a:extLst>
                  <a:ext uri="{FF2B5EF4-FFF2-40B4-BE49-F238E27FC236}">
                    <a16:creationId xmlns:a16="http://schemas.microsoft.com/office/drawing/2014/main" id="{97C92F02-7D93-462D-8E63-E4A7AD9398D1}"/>
                  </a:ext>
                </a:extLst>
              </p:cNvPr>
              <p:cNvSpPr/>
              <p:nvPr/>
            </p:nvSpPr>
            <p:spPr>
              <a:xfrm>
                <a:off x="8745531" y="2904131"/>
                <a:ext cx="32454" cy="32454"/>
              </a:xfrm>
              <a:custGeom>
                <a:avLst/>
                <a:gdLst>
                  <a:gd name="connsiteX0" fmla="*/ 32455 w 32454"/>
                  <a:gd name="connsiteY0" fmla="*/ 16227 h 32454"/>
                  <a:gd name="connsiteX1" fmla="*/ 16227 w 32454"/>
                  <a:gd name="connsiteY1" fmla="*/ 32454 h 32454"/>
                  <a:gd name="connsiteX2" fmla="*/ 0 w 32454"/>
                  <a:gd name="connsiteY2" fmla="*/ 16227 h 32454"/>
                  <a:gd name="connsiteX3" fmla="*/ 16227 w 32454"/>
                  <a:gd name="connsiteY3" fmla="*/ 0 h 32454"/>
                  <a:gd name="connsiteX4" fmla="*/ 32455 w 32454"/>
                  <a:gd name="connsiteY4" fmla="*/ 16227 h 3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54" h="32454">
                    <a:moveTo>
                      <a:pt x="32455" y="16227"/>
                    </a:moveTo>
                    <a:cubicBezTo>
                      <a:pt x="32455" y="25189"/>
                      <a:pt x="25189" y="32454"/>
                      <a:pt x="16227" y="32454"/>
                    </a:cubicBezTo>
                    <a:cubicBezTo>
                      <a:pt x="7266" y="32454"/>
                      <a:pt x="0" y="25189"/>
                      <a:pt x="0" y="16227"/>
                    </a:cubicBezTo>
                    <a:cubicBezTo>
                      <a:pt x="0" y="7265"/>
                      <a:pt x="7266" y="0"/>
                      <a:pt x="16227" y="0"/>
                    </a:cubicBezTo>
                    <a:cubicBezTo>
                      <a:pt x="25189" y="0"/>
                      <a:pt x="32455" y="7265"/>
                      <a:pt x="32455" y="162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" name="Forme libre : forme 406">
                <a:extLst>
                  <a:ext uri="{FF2B5EF4-FFF2-40B4-BE49-F238E27FC236}">
                    <a16:creationId xmlns:a16="http://schemas.microsoft.com/office/drawing/2014/main" id="{FA08921E-8093-4C99-8B86-8D9E4D42B99F}"/>
                  </a:ext>
                </a:extLst>
              </p:cNvPr>
              <p:cNvSpPr/>
              <p:nvPr/>
            </p:nvSpPr>
            <p:spPr>
              <a:xfrm>
                <a:off x="8774609" y="2877121"/>
                <a:ext cx="15900" cy="15900"/>
              </a:xfrm>
              <a:custGeom>
                <a:avLst/>
                <a:gdLst>
                  <a:gd name="connsiteX0" fmla="*/ 15900 w 15900"/>
                  <a:gd name="connsiteY0" fmla="*/ 7950 h 15900"/>
                  <a:gd name="connsiteX1" fmla="*/ 7950 w 15900"/>
                  <a:gd name="connsiteY1" fmla="*/ 15901 h 15900"/>
                  <a:gd name="connsiteX2" fmla="*/ 0 w 15900"/>
                  <a:gd name="connsiteY2" fmla="*/ 7950 h 15900"/>
                  <a:gd name="connsiteX3" fmla="*/ 7950 w 15900"/>
                  <a:gd name="connsiteY3" fmla="*/ 0 h 15900"/>
                  <a:gd name="connsiteX4" fmla="*/ 15900 w 15900"/>
                  <a:gd name="connsiteY4" fmla="*/ 7950 h 15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00" h="15900">
                    <a:moveTo>
                      <a:pt x="15900" y="7950"/>
                    </a:moveTo>
                    <a:cubicBezTo>
                      <a:pt x="15900" y="12341"/>
                      <a:pt x="12341" y="15901"/>
                      <a:pt x="7950" y="15901"/>
                    </a:cubicBezTo>
                    <a:cubicBezTo>
                      <a:pt x="3559" y="15901"/>
                      <a:pt x="0" y="12341"/>
                      <a:pt x="0" y="7950"/>
                    </a:cubicBezTo>
                    <a:cubicBezTo>
                      <a:pt x="0" y="3559"/>
                      <a:pt x="3560" y="0"/>
                      <a:pt x="7950" y="0"/>
                    </a:cubicBezTo>
                    <a:cubicBezTo>
                      <a:pt x="12341" y="0"/>
                      <a:pt x="15900" y="3559"/>
                      <a:pt x="15900" y="79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08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8731092" y="2322987"/>
              <a:ext cx="200201" cy="172941"/>
              <a:chOff x="8731092" y="2322987"/>
              <a:chExt cx="200201" cy="172941"/>
            </a:xfrm>
            <a:solidFill>
              <a:schemeClr val="accent1"/>
            </a:solidFill>
          </p:grpSpPr>
          <p:sp>
            <p:nvSpPr>
              <p:cNvPr id="409" name="Forme libre : forme 408">
                <a:extLst>
                  <a:ext uri="{FF2B5EF4-FFF2-40B4-BE49-F238E27FC236}">
                    <a16:creationId xmlns:a16="http://schemas.microsoft.com/office/drawing/2014/main" id="{AD198554-E299-4FF0-89DA-9739B173F969}"/>
                  </a:ext>
                </a:extLst>
              </p:cNvPr>
              <p:cNvSpPr/>
              <p:nvPr/>
            </p:nvSpPr>
            <p:spPr>
              <a:xfrm>
                <a:off x="8731092" y="2322987"/>
                <a:ext cx="200201" cy="172941"/>
              </a:xfrm>
              <a:custGeom>
                <a:avLst/>
                <a:gdLst>
                  <a:gd name="connsiteX0" fmla="*/ 3548 w 200201"/>
                  <a:gd name="connsiteY0" fmla="*/ 148944 h 172941"/>
                  <a:gd name="connsiteX1" fmla="*/ 150355 w 200201"/>
                  <a:gd name="connsiteY1" fmla="*/ 156350 h 172941"/>
                  <a:gd name="connsiteX2" fmla="*/ 180795 w 200201"/>
                  <a:gd name="connsiteY2" fmla="*/ 30126 h 172941"/>
                  <a:gd name="connsiteX3" fmla="*/ 29305 w 200201"/>
                  <a:gd name="connsiteY3" fmla="*/ 52724 h 172941"/>
                  <a:gd name="connsiteX4" fmla="*/ 3548 w 200201"/>
                  <a:gd name="connsiteY4" fmla="*/ 148944 h 172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201" h="172941">
                    <a:moveTo>
                      <a:pt x="3548" y="148944"/>
                    </a:moveTo>
                    <a:cubicBezTo>
                      <a:pt x="18251" y="167840"/>
                      <a:pt x="96446" y="188096"/>
                      <a:pt x="150355" y="156350"/>
                    </a:cubicBezTo>
                    <a:cubicBezTo>
                      <a:pt x="204265" y="124603"/>
                      <a:pt x="214502" y="76466"/>
                      <a:pt x="180795" y="30126"/>
                    </a:cubicBezTo>
                    <a:cubicBezTo>
                      <a:pt x="147088" y="-16214"/>
                      <a:pt x="72759" y="-9408"/>
                      <a:pt x="29305" y="52724"/>
                    </a:cubicBezTo>
                    <a:cubicBezTo>
                      <a:pt x="-14095" y="114910"/>
                      <a:pt x="3548" y="148944"/>
                      <a:pt x="3548" y="148944"/>
                    </a:cubicBez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" name="Forme libre : forme 409">
                <a:extLst>
                  <a:ext uri="{FF2B5EF4-FFF2-40B4-BE49-F238E27FC236}">
                    <a16:creationId xmlns:a16="http://schemas.microsoft.com/office/drawing/2014/main" id="{A8E9BC5F-68E7-4A7F-9172-9EFADF232D57}"/>
                  </a:ext>
                </a:extLst>
              </p:cNvPr>
              <p:cNvSpPr/>
              <p:nvPr/>
            </p:nvSpPr>
            <p:spPr>
              <a:xfrm>
                <a:off x="8731092" y="2322987"/>
                <a:ext cx="200201" cy="172941"/>
              </a:xfrm>
              <a:custGeom>
                <a:avLst/>
                <a:gdLst>
                  <a:gd name="connsiteX0" fmla="*/ 3548 w 200201"/>
                  <a:gd name="connsiteY0" fmla="*/ 148944 h 172941"/>
                  <a:gd name="connsiteX1" fmla="*/ 150355 w 200201"/>
                  <a:gd name="connsiteY1" fmla="*/ 156350 h 172941"/>
                  <a:gd name="connsiteX2" fmla="*/ 180795 w 200201"/>
                  <a:gd name="connsiteY2" fmla="*/ 30126 h 172941"/>
                  <a:gd name="connsiteX3" fmla="*/ 29305 w 200201"/>
                  <a:gd name="connsiteY3" fmla="*/ 52724 h 172941"/>
                  <a:gd name="connsiteX4" fmla="*/ 3548 w 200201"/>
                  <a:gd name="connsiteY4" fmla="*/ 148944 h 172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201" h="172941">
                    <a:moveTo>
                      <a:pt x="3548" y="148944"/>
                    </a:moveTo>
                    <a:cubicBezTo>
                      <a:pt x="18251" y="167840"/>
                      <a:pt x="96446" y="188096"/>
                      <a:pt x="150355" y="156350"/>
                    </a:cubicBezTo>
                    <a:cubicBezTo>
                      <a:pt x="204265" y="124603"/>
                      <a:pt x="214502" y="76466"/>
                      <a:pt x="180795" y="30126"/>
                    </a:cubicBezTo>
                    <a:cubicBezTo>
                      <a:pt x="147088" y="-16214"/>
                      <a:pt x="72759" y="-9408"/>
                      <a:pt x="29305" y="52724"/>
                    </a:cubicBezTo>
                    <a:cubicBezTo>
                      <a:pt x="-14095" y="114910"/>
                      <a:pt x="3548" y="148944"/>
                      <a:pt x="3548" y="148944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" name="Forme libre : forme 410">
                <a:extLst>
                  <a:ext uri="{FF2B5EF4-FFF2-40B4-BE49-F238E27FC236}">
                    <a16:creationId xmlns:a16="http://schemas.microsoft.com/office/drawing/2014/main" id="{792E9B1C-7344-46AA-B6DE-1A4AEC46906C}"/>
                  </a:ext>
                </a:extLst>
              </p:cNvPr>
              <p:cNvSpPr/>
              <p:nvPr/>
            </p:nvSpPr>
            <p:spPr>
              <a:xfrm>
                <a:off x="8769426" y="2337430"/>
                <a:ext cx="139096" cy="108676"/>
              </a:xfrm>
              <a:custGeom>
                <a:avLst/>
                <a:gdLst>
                  <a:gd name="connsiteX0" fmla="*/ 133639 w 139096"/>
                  <a:gd name="connsiteY0" fmla="*/ 40622 h 108676"/>
                  <a:gd name="connsiteX1" fmla="*/ 92581 w 139096"/>
                  <a:gd name="connsiteY1" fmla="*/ 3267 h 108676"/>
                  <a:gd name="connsiteX2" fmla="*/ 73577 w 139096"/>
                  <a:gd name="connsiteY2" fmla="*/ 0 h 108676"/>
                  <a:gd name="connsiteX3" fmla="*/ 52340 w 139096"/>
                  <a:gd name="connsiteY3" fmla="*/ 3485 h 108676"/>
                  <a:gd name="connsiteX4" fmla="*/ 34425 w 139096"/>
                  <a:gd name="connsiteY4" fmla="*/ 10128 h 108676"/>
                  <a:gd name="connsiteX5" fmla="*/ 12099 w 139096"/>
                  <a:gd name="connsiteY5" fmla="*/ 30821 h 108676"/>
                  <a:gd name="connsiteX6" fmla="*/ 1861 w 139096"/>
                  <a:gd name="connsiteY6" fmla="*/ 45523 h 108676"/>
                  <a:gd name="connsiteX7" fmla="*/ 826 w 139096"/>
                  <a:gd name="connsiteY7" fmla="*/ 58374 h 108676"/>
                  <a:gd name="connsiteX8" fmla="*/ 11391 w 139096"/>
                  <a:gd name="connsiteY8" fmla="*/ 67577 h 108676"/>
                  <a:gd name="connsiteX9" fmla="*/ 25549 w 139096"/>
                  <a:gd name="connsiteY9" fmla="*/ 70409 h 108676"/>
                  <a:gd name="connsiteX10" fmla="*/ 59855 w 139096"/>
                  <a:gd name="connsiteY10" fmla="*/ 84240 h 108676"/>
                  <a:gd name="connsiteX11" fmla="*/ 77770 w 139096"/>
                  <a:gd name="connsiteY11" fmla="*/ 97472 h 108676"/>
                  <a:gd name="connsiteX12" fmla="*/ 104670 w 139096"/>
                  <a:gd name="connsiteY12" fmla="*/ 107873 h 108676"/>
                  <a:gd name="connsiteX13" fmla="*/ 130481 w 139096"/>
                  <a:gd name="connsiteY13" fmla="*/ 104933 h 108676"/>
                  <a:gd name="connsiteX14" fmla="*/ 137614 w 139096"/>
                  <a:gd name="connsiteY14" fmla="*/ 89631 h 108676"/>
                  <a:gd name="connsiteX15" fmla="*/ 133639 w 139096"/>
                  <a:gd name="connsiteY15" fmla="*/ 40622 h 108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9096" h="108676">
                    <a:moveTo>
                      <a:pt x="133639" y="40622"/>
                    </a:moveTo>
                    <a:cubicBezTo>
                      <a:pt x="125853" y="23252"/>
                      <a:pt x="110605" y="9366"/>
                      <a:pt x="92581" y="3267"/>
                    </a:cubicBezTo>
                    <a:cubicBezTo>
                      <a:pt x="86482" y="1198"/>
                      <a:pt x="80057" y="0"/>
                      <a:pt x="73577" y="0"/>
                    </a:cubicBezTo>
                    <a:cubicBezTo>
                      <a:pt x="66389" y="54"/>
                      <a:pt x="59310" y="1634"/>
                      <a:pt x="52340" y="3485"/>
                    </a:cubicBezTo>
                    <a:cubicBezTo>
                      <a:pt x="46187" y="5119"/>
                      <a:pt x="39979" y="6970"/>
                      <a:pt x="34425" y="10128"/>
                    </a:cubicBezTo>
                    <a:cubicBezTo>
                      <a:pt x="25549" y="15138"/>
                      <a:pt x="18687" y="23034"/>
                      <a:pt x="12099" y="30821"/>
                    </a:cubicBezTo>
                    <a:cubicBezTo>
                      <a:pt x="8178" y="35395"/>
                      <a:pt x="4257" y="40024"/>
                      <a:pt x="1861" y="45523"/>
                    </a:cubicBezTo>
                    <a:cubicBezTo>
                      <a:pt x="118" y="49553"/>
                      <a:pt x="-752" y="54236"/>
                      <a:pt x="826" y="58374"/>
                    </a:cubicBezTo>
                    <a:cubicBezTo>
                      <a:pt x="2515" y="62894"/>
                      <a:pt x="6816" y="65944"/>
                      <a:pt x="11391" y="67577"/>
                    </a:cubicBezTo>
                    <a:cubicBezTo>
                      <a:pt x="15910" y="69211"/>
                      <a:pt x="20811" y="69592"/>
                      <a:pt x="25549" y="70409"/>
                    </a:cubicBezTo>
                    <a:cubicBezTo>
                      <a:pt x="37801" y="72478"/>
                      <a:pt x="49617" y="77215"/>
                      <a:pt x="59855" y="84240"/>
                    </a:cubicBezTo>
                    <a:cubicBezTo>
                      <a:pt x="65954" y="88433"/>
                      <a:pt x="71507" y="93443"/>
                      <a:pt x="77770" y="97472"/>
                    </a:cubicBezTo>
                    <a:cubicBezTo>
                      <a:pt x="85883" y="102754"/>
                      <a:pt x="95141" y="106294"/>
                      <a:pt x="104670" y="107873"/>
                    </a:cubicBezTo>
                    <a:cubicBezTo>
                      <a:pt x="112893" y="109234"/>
                      <a:pt x="123076" y="109234"/>
                      <a:pt x="130481" y="104933"/>
                    </a:cubicBezTo>
                    <a:cubicBezTo>
                      <a:pt x="136416" y="101502"/>
                      <a:pt x="136906" y="95948"/>
                      <a:pt x="137614" y="89631"/>
                    </a:cubicBezTo>
                    <a:cubicBezTo>
                      <a:pt x="139357" y="72478"/>
                      <a:pt x="140990" y="57013"/>
                      <a:pt x="133639" y="40622"/>
                    </a:cubicBezTo>
                    <a:close/>
                  </a:path>
                </a:pathLst>
              </a:custGeom>
              <a:solidFill>
                <a:srgbClr val="AFBC3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" name="Forme libre : forme 411">
                <a:extLst>
                  <a:ext uri="{FF2B5EF4-FFF2-40B4-BE49-F238E27FC236}">
                    <a16:creationId xmlns:a16="http://schemas.microsoft.com/office/drawing/2014/main" id="{2F562D86-8216-4CBA-8AA9-83406154BFCC}"/>
                  </a:ext>
                </a:extLst>
              </p:cNvPr>
              <p:cNvSpPr/>
              <p:nvPr/>
            </p:nvSpPr>
            <p:spPr>
              <a:xfrm>
                <a:off x="8743377" y="2411993"/>
                <a:ext cx="65937" cy="63949"/>
              </a:xfrm>
              <a:custGeom>
                <a:avLst/>
                <a:gdLst>
                  <a:gd name="connsiteX0" fmla="*/ 465 w 65937"/>
                  <a:gd name="connsiteY0" fmla="*/ 46651 h 63949"/>
                  <a:gd name="connsiteX1" fmla="*/ 16801 w 65937"/>
                  <a:gd name="connsiteY1" fmla="*/ 63532 h 63949"/>
                  <a:gd name="connsiteX2" fmla="*/ 22138 w 65937"/>
                  <a:gd name="connsiteY2" fmla="*/ 63750 h 63949"/>
                  <a:gd name="connsiteX3" fmla="*/ 31341 w 65937"/>
                  <a:gd name="connsiteY3" fmla="*/ 54602 h 63949"/>
                  <a:gd name="connsiteX4" fmla="*/ 42394 w 65937"/>
                  <a:gd name="connsiteY4" fmla="*/ 33419 h 63949"/>
                  <a:gd name="connsiteX5" fmla="*/ 64122 w 65937"/>
                  <a:gd name="connsiteY5" fmla="*/ 19697 h 63949"/>
                  <a:gd name="connsiteX6" fmla="*/ 65919 w 65937"/>
                  <a:gd name="connsiteY6" fmla="*/ 15776 h 63949"/>
                  <a:gd name="connsiteX7" fmla="*/ 62379 w 65937"/>
                  <a:gd name="connsiteY7" fmla="*/ 12128 h 63949"/>
                  <a:gd name="connsiteX8" fmla="*/ 24969 w 65937"/>
                  <a:gd name="connsiteY8" fmla="*/ 39 h 63949"/>
                  <a:gd name="connsiteX9" fmla="*/ 7490 w 65937"/>
                  <a:gd name="connsiteY9" fmla="*/ 17083 h 63949"/>
                  <a:gd name="connsiteX10" fmla="*/ 465 w 65937"/>
                  <a:gd name="connsiteY10" fmla="*/ 46651 h 6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937" h="63949">
                    <a:moveTo>
                      <a:pt x="465" y="46651"/>
                    </a:moveTo>
                    <a:cubicBezTo>
                      <a:pt x="2099" y="54765"/>
                      <a:pt x="8742" y="61626"/>
                      <a:pt x="16801" y="63532"/>
                    </a:cubicBezTo>
                    <a:cubicBezTo>
                      <a:pt x="18544" y="63913"/>
                      <a:pt x="20396" y="64131"/>
                      <a:pt x="22138" y="63750"/>
                    </a:cubicBezTo>
                    <a:cubicBezTo>
                      <a:pt x="26549" y="62824"/>
                      <a:pt x="29434" y="58631"/>
                      <a:pt x="31341" y="54602"/>
                    </a:cubicBezTo>
                    <a:cubicBezTo>
                      <a:pt x="34717" y="47359"/>
                      <a:pt x="36623" y="38973"/>
                      <a:pt x="42394" y="33419"/>
                    </a:cubicBezTo>
                    <a:cubicBezTo>
                      <a:pt x="48602" y="27429"/>
                      <a:pt x="58132" y="25904"/>
                      <a:pt x="64122" y="19697"/>
                    </a:cubicBezTo>
                    <a:cubicBezTo>
                      <a:pt x="65156" y="18608"/>
                      <a:pt x="66082" y="17246"/>
                      <a:pt x="65919" y="15776"/>
                    </a:cubicBezTo>
                    <a:cubicBezTo>
                      <a:pt x="65646" y="14034"/>
                      <a:pt x="63959" y="12944"/>
                      <a:pt x="62379" y="12128"/>
                    </a:cubicBezTo>
                    <a:cubicBezTo>
                      <a:pt x="50671" y="5865"/>
                      <a:pt x="38257" y="-560"/>
                      <a:pt x="24969" y="39"/>
                    </a:cubicBezTo>
                    <a:cubicBezTo>
                      <a:pt x="13480" y="529"/>
                      <a:pt x="11192" y="8098"/>
                      <a:pt x="7490" y="17083"/>
                    </a:cubicBezTo>
                    <a:cubicBezTo>
                      <a:pt x="3678" y="26340"/>
                      <a:pt x="-1604" y="36360"/>
                      <a:pt x="465" y="46651"/>
                    </a:cubicBezTo>
                    <a:close/>
                  </a:path>
                </a:pathLst>
              </a:custGeom>
              <a:solidFill>
                <a:srgbClr val="AFBC3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" name="Forme libre : forme 412">
                <a:extLst>
                  <a:ext uri="{FF2B5EF4-FFF2-40B4-BE49-F238E27FC236}">
                    <a16:creationId xmlns:a16="http://schemas.microsoft.com/office/drawing/2014/main" id="{573C9F86-AC5B-41CB-82FF-30449799DB96}"/>
                  </a:ext>
                </a:extLst>
              </p:cNvPr>
              <p:cNvSpPr/>
              <p:nvPr/>
            </p:nvSpPr>
            <p:spPr>
              <a:xfrm>
                <a:off x="8885150" y="2388616"/>
                <a:ext cx="32454" cy="32454"/>
              </a:xfrm>
              <a:custGeom>
                <a:avLst/>
                <a:gdLst>
                  <a:gd name="connsiteX0" fmla="*/ 32455 w 32454"/>
                  <a:gd name="connsiteY0" fmla="*/ 16227 h 32454"/>
                  <a:gd name="connsiteX1" fmla="*/ 16227 w 32454"/>
                  <a:gd name="connsiteY1" fmla="*/ 32454 h 32454"/>
                  <a:gd name="connsiteX2" fmla="*/ 0 w 32454"/>
                  <a:gd name="connsiteY2" fmla="*/ 16227 h 32454"/>
                  <a:gd name="connsiteX3" fmla="*/ 16227 w 32454"/>
                  <a:gd name="connsiteY3" fmla="*/ 0 h 32454"/>
                  <a:gd name="connsiteX4" fmla="*/ 32455 w 32454"/>
                  <a:gd name="connsiteY4" fmla="*/ 16227 h 3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54" h="32454">
                    <a:moveTo>
                      <a:pt x="32455" y="16227"/>
                    </a:moveTo>
                    <a:cubicBezTo>
                      <a:pt x="32455" y="25189"/>
                      <a:pt x="25189" y="32454"/>
                      <a:pt x="16227" y="32454"/>
                    </a:cubicBezTo>
                    <a:cubicBezTo>
                      <a:pt x="7266" y="32454"/>
                      <a:pt x="0" y="25189"/>
                      <a:pt x="0" y="16227"/>
                    </a:cubicBezTo>
                    <a:cubicBezTo>
                      <a:pt x="0" y="7265"/>
                      <a:pt x="7266" y="0"/>
                      <a:pt x="16227" y="0"/>
                    </a:cubicBezTo>
                    <a:cubicBezTo>
                      <a:pt x="25189" y="0"/>
                      <a:pt x="32455" y="7265"/>
                      <a:pt x="32455" y="162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" name="Forme libre : forme 413">
                <a:extLst>
                  <a:ext uri="{FF2B5EF4-FFF2-40B4-BE49-F238E27FC236}">
                    <a16:creationId xmlns:a16="http://schemas.microsoft.com/office/drawing/2014/main" id="{243F765C-788F-4088-B950-748AC90B8D54}"/>
                  </a:ext>
                </a:extLst>
              </p:cNvPr>
              <p:cNvSpPr/>
              <p:nvPr/>
            </p:nvSpPr>
            <p:spPr>
              <a:xfrm>
                <a:off x="8877527" y="2359102"/>
                <a:ext cx="15900" cy="15900"/>
              </a:xfrm>
              <a:custGeom>
                <a:avLst/>
                <a:gdLst>
                  <a:gd name="connsiteX0" fmla="*/ 15900 w 15900"/>
                  <a:gd name="connsiteY0" fmla="*/ 7950 h 15900"/>
                  <a:gd name="connsiteX1" fmla="*/ 7950 w 15900"/>
                  <a:gd name="connsiteY1" fmla="*/ 15901 h 15900"/>
                  <a:gd name="connsiteX2" fmla="*/ 0 w 15900"/>
                  <a:gd name="connsiteY2" fmla="*/ 7950 h 15900"/>
                  <a:gd name="connsiteX3" fmla="*/ 7950 w 15900"/>
                  <a:gd name="connsiteY3" fmla="*/ 0 h 15900"/>
                  <a:gd name="connsiteX4" fmla="*/ 15900 w 15900"/>
                  <a:gd name="connsiteY4" fmla="*/ 7950 h 15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00" h="15900">
                    <a:moveTo>
                      <a:pt x="15900" y="7950"/>
                    </a:moveTo>
                    <a:cubicBezTo>
                      <a:pt x="15900" y="12341"/>
                      <a:pt x="12341" y="15901"/>
                      <a:pt x="7950" y="15901"/>
                    </a:cubicBezTo>
                    <a:cubicBezTo>
                      <a:pt x="3559" y="15901"/>
                      <a:pt x="0" y="12341"/>
                      <a:pt x="0" y="7950"/>
                    </a:cubicBezTo>
                    <a:cubicBezTo>
                      <a:pt x="0" y="3559"/>
                      <a:pt x="3560" y="0"/>
                      <a:pt x="7950" y="0"/>
                    </a:cubicBezTo>
                    <a:cubicBezTo>
                      <a:pt x="12341" y="0"/>
                      <a:pt x="15900" y="3559"/>
                      <a:pt x="15900" y="79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15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8436434" y="2716520"/>
              <a:ext cx="205386" cy="169027"/>
              <a:chOff x="8436434" y="2716520"/>
              <a:chExt cx="205386" cy="169027"/>
            </a:xfrm>
            <a:solidFill>
              <a:schemeClr val="accent1"/>
            </a:solidFill>
          </p:grpSpPr>
          <p:sp>
            <p:nvSpPr>
              <p:cNvPr id="416" name="Forme libre : forme 415">
                <a:extLst>
                  <a:ext uri="{FF2B5EF4-FFF2-40B4-BE49-F238E27FC236}">
                    <a16:creationId xmlns:a16="http://schemas.microsoft.com/office/drawing/2014/main" id="{8ECC7A8A-B277-41AD-AAEB-981100C61EA8}"/>
                  </a:ext>
                </a:extLst>
              </p:cNvPr>
              <p:cNvSpPr/>
              <p:nvPr/>
            </p:nvSpPr>
            <p:spPr>
              <a:xfrm>
                <a:off x="8436434" y="2716520"/>
                <a:ext cx="205386" cy="169027"/>
              </a:xfrm>
              <a:custGeom>
                <a:avLst/>
                <a:gdLst>
                  <a:gd name="connsiteX0" fmla="*/ 833 w 205386"/>
                  <a:gd name="connsiteY0" fmla="*/ 36828 h 169027"/>
                  <a:gd name="connsiteX1" fmla="*/ 82623 w 205386"/>
                  <a:gd name="connsiteY1" fmla="*/ 158968 h 169027"/>
                  <a:gd name="connsiteX2" fmla="*/ 202040 w 205386"/>
                  <a:gd name="connsiteY2" fmla="*/ 107999 h 169027"/>
                  <a:gd name="connsiteX3" fmla="*/ 93405 w 205386"/>
                  <a:gd name="connsiteY3" fmla="*/ 72 h 169027"/>
                  <a:gd name="connsiteX4" fmla="*/ 833 w 205386"/>
                  <a:gd name="connsiteY4" fmla="*/ 36828 h 169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386" h="169027">
                    <a:moveTo>
                      <a:pt x="833" y="36828"/>
                    </a:moveTo>
                    <a:cubicBezTo>
                      <a:pt x="-5537" y="59916"/>
                      <a:pt x="24902" y="134681"/>
                      <a:pt x="82623" y="158968"/>
                    </a:cubicBezTo>
                    <a:cubicBezTo>
                      <a:pt x="140344" y="183200"/>
                      <a:pt x="184996" y="162671"/>
                      <a:pt x="202040" y="107999"/>
                    </a:cubicBezTo>
                    <a:cubicBezTo>
                      <a:pt x="219084" y="53273"/>
                      <a:pt x="169205" y="-2270"/>
                      <a:pt x="93405" y="72"/>
                    </a:cubicBezTo>
                    <a:cubicBezTo>
                      <a:pt x="17605" y="2304"/>
                      <a:pt x="833" y="36828"/>
                      <a:pt x="833" y="36828"/>
                    </a:cubicBez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" name="Forme libre : forme 416">
                <a:extLst>
                  <a:ext uri="{FF2B5EF4-FFF2-40B4-BE49-F238E27FC236}">
                    <a16:creationId xmlns:a16="http://schemas.microsoft.com/office/drawing/2014/main" id="{15C0A756-DF6F-449C-B944-5EEC80BA6E8D}"/>
                  </a:ext>
                </a:extLst>
              </p:cNvPr>
              <p:cNvSpPr/>
              <p:nvPr/>
            </p:nvSpPr>
            <p:spPr>
              <a:xfrm>
                <a:off x="8436434" y="2716520"/>
                <a:ext cx="205386" cy="169027"/>
              </a:xfrm>
              <a:custGeom>
                <a:avLst/>
                <a:gdLst>
                  <a:gd name="connsiteX0" fmla="*/ 833 w 205386"/>
                  <a:gd name="connsiteY0" fmla="*/ 36828 h 169027"/>
                  <a:gd name="connsiteX1" fmla="*/ 82623 w 205386"/>
                  <a:gd name="connsiteY1" fmla="*/ 158968 h 169027"/>
                  <a:gd name="connsiteX2" fmla="*/ 202040 w 205386"/>
                  <a:gd name="connsiteY2" fmla="*/ 107999 h 169027"/>
                  <a:gd name="connsiteX3" fmla="*/ 93405 w 205386"/>
                  <a:gd name="connsiteY3" fmla="*/ 72 h 169027"/>
                  <a:gd name="connsiteX4" fmla="*/ 833 w 205386"/>
                  <a:gd name="connsiteY4" fmla="*/ 36828 h 169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386" h="169027">
                    <a:moveTo>
                      <a:pt x="833" y="36828"/>
                    </a:moveTo>
                    <a:cubicBezTo>
                      <a:pt x="-5537" y="59916"/>
                      <a:pt x="24902" y="134681"/>
                      <a:pt x="82623" y="158968"/>
                    </a:cubicBezTo>
                    <a:cubicBezTo>
                      <a:pt x="140344" y="183200"/>
                      <a:pt x="184996" y="162671"/>
                      <a:pt x="202040" y="107999"/>
                    </a:cubicBezTo>
                    <a:cubicBezTo>
                      <a:pt x="219084" y="53273"/>
                      <a:pt x="169205" y="-2270"/>
                      <a:pt x="93405" y="72"/>
                    </a:cubicBezTo>
                    <a:cubicBezTo>
                      <a:pt x="17605" y="2304"/>
                      <a:pt x="833" y="36828"/>
                      <a:pt x="833" y="36828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" name="Forme libre : forme 417">
                <a:extLst>
                  <a:ext uri="{FF2B5EF4-FFF2-40B4-BE49-F238E27FC236}">
                    <a16:creationId xmlns:a16="http://schemas.microsoft.com/office/drawing/2014/main" id="{9AACDB86-4F4E-4B9D-AAF7-F3EB08A99C9E}"/>
                  </a:ext>
                </a:extLst>
              </p:cNvPr>
              <p:cNvSpPr/>
              <p:nvPr/>
            </p:nvSpPr>
            <p:spPr>
              <a:xfrm>
                <a:off x="8517414" y="2728651"/>
                <a:ext cx="104504" cy="140614"/>
              </a:xfrm>
              <a:custGeom>
                <a:avLst/>
                <a:gdLst>
                  <a:gd name="connsiteX0" fmla="*/ 95794 w 104504"/>
                  <a:gd name="connsiteY0" fmla="*/ 103655 h 140614"/>
                  <a:gd name="connsiteX1" fmla="*/ 101184 w 104504"/>
                  <a:gd name="connsiteY1" fmla="*/ 48385 h 140614"/>
                  <a:gd name="connsiteX2" fmla="*/ 92417 w 104504"/>
                  <a:gd name="connsiteY2" fmla="*/ 31232 h 140614"/>
                  <a:gd name="connsiteX3" fmla="*/ 76898 w 104504"/>
                  <a:gd name="connsiteY3" fmla="*/ 16311 h 140614"/>
                  <a:gd name="connsiteX4" fmla="*/ 60888 w 104504"/>
                  <a:gd name="connsiteY4" fmla="*/ 5911 h 140614"/>
                  <a:gd name="connsiteX5" fmla="*/ 30939 w 104504"/>
                  <a:gd name="connsiteY5" fmla="*/ 357 h 140614"/>
                  <a:gd name="connsiteX6" fmla="*/ 13024 w 104504"/>
                  <a:gd name="connsiteY6" fmla="*/ 956 h 140614"/>
                  <a:gd name="connsiteX7" fmla="*/ 2079 w 104504"/>
                  <a:gd name="connsiteY7" fmla="*/ 7762 h 140614"/>
                  <a:gd name="connsiteX8" fmla="*/ 989 w 104504"/>
                  <a:gd name="connsiteY8" fmla="*/ 21702 h 140614"/>
                  <a:gd name="connsiteX9" fmla="*/ 7197 w 104504"/>
                  <a:gd name="connsiteY9" fmla="*/ 34717 h 140614"/>
                  <a:gd name="connsiteX10" fmla="*/ 16563 w 104504"/>
                  <a:gd name="connsiteY10" fmla="*/ 70493 h 140614"/>
                  <a:gd name="connsiteX11" fmla="*/ 16617 w 104504"/>
                  <a:gd name="connsiteY11" fmla="*/ 92765 h 140614"/>
                  <a:gd name="connsiteX12" fmla="*/ 24350 w 104504"/>
                  <a:gd name="connsiteY12" fmla="*/ 120591 h 140614"/>
                  <a:gd name="connsiteX13" fmla="*/ 42157 w 104504"/>
                  <a:gd name="connsiteY13" fmla="*/ 139541 h 140614"/>
                  <a:gd name="connsiteX14" fmla="*/ 58656 w 104504"/>
                  <a:gd name="connsiteY14" fmla="*/ 136110 h 140614"/>
                  <a:gd name="connsiteX15" fmla="*/ 95794 w 104504"/>
                  <a:gd name="connsiteY15" fmla="*/ 103655 h 140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4504" h="140614">
                    <a:moveTo>
                      <a:pt x="95794" y="103655"/>
                    </a:moveTo>
                    <a:cubicBezTo>
                      <a:pt x="105050" y="87047"/>
                      <a:pt x="107065" y="66518"/>
                      <a:pt x="101184" y="48385"/>
                    </a:cubicBezTo>
                    <a:cubicBezTo>
                      <a:pt x="99170" y="42232"/>
                      <a:pt x="96338" y="36351"/>
                      <a:pt x="92417" y="31232"/>
                    </a:cubicBezTo>
                    <a:cubicBezTo>
                      <a:pt x="88061" y="25514"/>
                      <a:pt x="82561" y="20777"/>
                      <a:pt x="76898" y="16311"/>
                    </a:cubicBezTo>
                    <a:cubicBezTo>
                      <a:pt x="71888" y="12336"/>
                      <a:pt x="66715" y="8470"/>
                      <a:pt x="60888" y="5911"/>
                    </a:cubicBezTo>
                    <a:cubicBezTo>
                      <a:pt x="51577" y="1772"/>
                      <a:pt x="41122" y="1010"/>
                      <a:pt x="30939" y="357"/>
                    </a:cubicBezTo>
                    <a:cubicBezTo>
                      <a:pt x="24949" y="-25"/>
                      <a:pt x="18850" y="-406"/>
                      <a:pt x="13024" y="956"/>
                    </a:cubicBezTo>
                    <a:cubicBezTo>
                      <a:pt x="8722" y="1936"/>
                      <a:pt x="4474" y="4059"/>
                      <a:pt x="2079" y="7762"/>
                    </a:cubicBezTo>
                    <a:cubicBezTo>
                      <a:pt x="-536" y="11792"/>
                      <a:pt x="-427" y="17128"/>
                      <a:pt x="989" y="21702"/>
                    </a:cubicBezTo>
                    <a:cubicBezTo>
                      <a:pt x="2405" y="26331"/>
                      <a:pt x="4964" y="30470"/>
                      <a:pt x="7197" y="34717"/>
                    </a:cubicBezTo>
                    <a:cubicBezTo>
                      <a:pt x="12860" y="45771"/>
                      <a:pt x="16128" y="58078"/>
                      <a:pt x="16563" y="70493"/>
                    </a:cubicBezTo>
                    <a:cubicBezTo>
                      <a:pt x="16836" y="77899"/>
                      <a:pt x="16182" y="85359"/>
                      <a:pt x="16617" y="92765"/>
                    </a:cubicBezTo>
                    <a:cubicBezTo>
                      <a:pt x="17271" y="102457"/>
                      <a:pt x="19885" y="111987"/>
                      <a:pt x="24350" y="120591"/>
                    </a:cubicBezTo>
                    <a:cubicBezTo>
                      <a:pt x="28162" y="127942"/>
                      <a:pt x="34260" y="136110"/>
                      <a:pt x="42157" y="139541"/>
                    </a:cubicBezTo>
                    <a:cubicBezTo>
                      <a:pt x="48473" y="142263"/>
                      <a:pt x="53211" y="139323"/>
                      <a:pt x="58656" y="136110"/>
                    </a:cubicBezTo>
                    <a:cubicBezTo>
                      <a:pt x="73685" y="127288"/>
                      <a:pt x="87081" y="119338"/>
                      <a:pt x="95794" y="103655"/>
                    </a:cubicBezTo>
                    <a:close/>
                  </a:path>
                </a:pathLst>
              </a:custGeom>
              <a:solidFill>
                <a:srgbClr val="AFBC3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" name="Forme libre : forme 418">
                <a:extLst>
                  <a:ext uri="{FF2B5EF4-FFF2-40B4-BE49-F238E27FC236}">
                    <a16:creationId xmlns:a16="http://schemas.microsoft.com/office/drawing/2014/main" id="{655C0EC9-795C-44FF-96A7-58659E37A741}"/>
                  </a:ext>
                </a:extLst>
              </p:cNvPr>
              <p:cNvSpPr/>
              <p:nvPr/>
            </p:nvSpPr>
            <p:spPr>
              <a:xfrm>
                <a:off x="8447941" y="2738415"/>
                <a:ext cx="70327" cy="49417"/>
              </a:xfrm>
              <a:custGeom>
                <a:avLst/>
                <a:gdLst>
                  <a:gd name="connsiteX0" fmla="*/ 5499 w 70327"/>
                  <a:gd name="connsiteY0" fmla="*/ 14388 h 49417"/>
                  <a:gd name="connsiteX1" fmla="*/ 1742 w 70327"/>
                  <a:gd name="connsiteY1" fmla="*/ 37585 h 49417"/>
                  <a:gd name="connsiteX2" fmla="*/ 4737 w 70327"/>
                  <a:gd name="connsiteY2" fmla="*/ 41996 h 49417"/>
                  <a:gd name="connsiteX3" fmla="*/ 17588 w 70327"/>
                  <a:gd name="connsiteY3" fmla="*/ 43902 h 49417"/>
                  <a:gd name="connsiteX4" fmla="*/ 41166 w 70327"/>
                  <a:gd name="connsiteY4" fmla="*/ 40145 h 49417"/>
                  <a:gd name="connsiteX5" fmla="*/ 65126 w 70327"/>
                  <a:gd name="connsiteY5" fmla="*/ 49347 h 49417"/>
                  <a:gd name="connsiteX6" fmla="*/ 69319 w 70327"/>
                  <a:gd name="connsiteY6" fmla="*/ 48422 h 49417"/>
                  <a:gd name="connsiteX7" fmla="*/ 70136 w 70327"/>
                  <a:gd name="connsiteY7" fmla="*/ 43412 h 49417"/>
                  <a:gd name="connsiteX8" fmla="*/ 57502 w 70327"/>
                  <a:gd name="connsiteY8" fmla="*/ 6165 h 49417"/>
                  <a:gd name="connsiteX9" fmla="*/ 33380 w 70327"/>
                  <a:gd name="connsiteY9" fmla="*/ 2354 h 49417"/>
                  <a:gd name="connsiteX10" fmla="*/ 5499 w 70327"/>
                  <a:gd name="connsiteY10" fmla="*/ 14388 h 49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0327" h="49417">
                    <a:moveTo>
                      <a:pt x="5499" y="14388"/>
                    </a:moveTo>
                    <a:cubicBezTo>
                      <a:pt x="-55" y="20541"/>
                      <a:pt x="-1580" y="30016"/>
                      <a:pt x="1742" y="37585"/>
                    </a:cubicBezTo>
                    <a:cubicBezTo>
                      <a:pt x="2450" y="39219"/>
                      <a:pt x="3376" y="40798"/>
                      <a:pt x="4737" y="41996"/>
                    </a:cubicBezTo>
                    <a:cubicBezTo>
                      <a:pt x="8113" y="44937"/>
                      <a:pt x="13177" y="44773"/>
                      <a:pt x="17588" y="43902"/>
                    </a:cubicBezTo>
                    <a:cubicBezTo>
                      <a:pt x="25429" y="42268"/>
                      <a:pt x="33271" y="38838"/>
                      <a:pt x="41166" y="40145"/>
                    </a:cubicBezTo>
                    <a:cubicBezTo>
                      <a:pt x="49661" y="41560"/>
                      <a:pt x="56632" y="48258"/>
                      <a:pt x="65126" y="49347"/>
                    </a:cubicBezTo>
                    <a:cubicBezTo>
                      <a:pt x="66596" y="49511"/>
                      <a:pt x="68284" y="49456"/>
                      <a:pt x="69319" y="48422"/>
                    </a:cubicBezTo>
                    <a:cubicBezTo>
                      <a:pt x="70571" y="47169"/>
                      <a:pt x="70408" y="45154"/>
                      <a:pt x="70136" y="43412"/>
                    </a:cubicBezTo>
                    <a:cubicBezTo>
                      <a:pt x="68176" y="30288"/>
                      <a:pt x="65889" y="16457"/>
                      <a:pt x="57502" y="6165"/>
                    </a:cubicBezTo>
                    <a:cubicBezTo>
                      <a:pt x="50260" y="-2711"/>
                      <a:pt x="42800" y="-97"/>
                      <a:pt x="33380" y="2354"/>
                    </a:cubicBezTo>
                    <a:cubicBezTo>
                      <a:pt x="23741" y="4804"/>
                      <a:pt x="12524" y="6547"/>
                      <a:pt x="5499" y="14388"/>
                    </a:cubicBezTo>
                    <a:close/>
                  </a:path>
                </a:pathLst>
              </a:custGeom>
              <a:solidFill>
                <a:srgbClr val="AFBC3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" name="Forme libre : forme 419">
                <a:extLst>
                  <a:ext uri="{FF2B5EF4-FFF2-40B4-BE49-F238E27FC236}">
                    <a16:creationId xmlns:a16="http://schemas.microsoft.com/office/drawing/2014/main" id="{E6BFDC06-91CF-4AAC-BDC4-4014E94ADDF2}"/>
                  </a:ext>
                </a:extLst>
              </p:cNvPr>
              <p:cNvSpPr/>
              <p:nvPr/>
            </p:nvSpPr>
            <p:spPr>
              <a:xfrm>
                <a:off x="8574491" y="2830727"/>
                <a:ext cx="32454" cy="32454"/>
              </a:xfrm>
              <a:custGeom>
                <a:avLst/>
                <a:gdLst>
                  <a:gd name="connsiteX0" fmla="*/ 32454 w 32454"/>
                  <a:gd name="connsiteY0" fmla="*/ 16227 h 32454"/>
                  <a:gd name="connsiteX1" fmla="*/ 16227 w 32454"/>
                  <a:gd name="connsiteY1" fmla="*/ 32454 h 32454"/>
                  <a:gd name="connsiteX2" fmla="*/ 0 w 32454"/>
                  <a:gd name="connsiteY2" fmla="*/ 16227 h 32454"/>
                  <a:gd name="connsiteX3" fmla="*/ 16227 w 32454"/>
                  <a:gd name="connsiteY3" fmla="*/ 0 h 32454"/>
                  <a:gd name="connsiteX4" fmla="*/ 32454 w 32454"/>
                  <a:gd name="connsiteY4" fmla="*/ 16227 h 3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54" h="32454">
                    <a:moveTo>
                      <a:pt x="32454" y="16227"/>
                    </a:moveTo>
                    <a:cubicBezTo>
                      <a:pt x="32454" y="25189"/>
                      <a:pt x="25189" y="32454"/>
                      <a:pt x="16227" y="32454"/>
                    </a:cubicBezTo>
                    <a:cubicBezTo>
                      <a:pt x="7265" y="32454"/>
                      <a:pt x="0" y="25189"/>
                      <a:pt x="0" y="16227"/>
                    </a:cubicBezTo>
                    <a:cubicBezTo>
                      <a:pt x="0" y="7265"/>
                      <a:pt x="7265" y="0"/>
                      <a:pt x="16227" y="0"/>
                    </a:cubicBezTo>
                    <a:cubicBezTo>
                      <a:pt x="25189" y="0"/>
                      <a:pt x="32454" y="7265"/>
                      <a:pt x="32454" y="162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" name="Forme libre : forme 420">
                <a:extLst>
                  <a:ext uri="{FF2B5EF4-FFF2-40B4-BE49-F238E27FC236}">
                    <a16:creationId xmlns:a16="http://schemas.microsoft.com/office/drawing/2014/main" id="{DC3AB754-A54B-47DA-B8C8-FB76F4A123E6}"/>
                  </a:ext>
                </a:extLst>
              </p:cNvPr>
              <p:cNvSpPr/>
              <p:nvPr/>
            </p:nvSpPr>
            <p:spPr>
              <a:xfrm>
                <a:off x="8603570" y="2803718"/>
                <a:ext cx="15900" cy="15900"/>
              </a:xfrm>
              <a:custGeom>
                <a:avLst/>
                <a:gdLst>
                  <a:gd name="connsiteX0" fmla="*/ 15901 w 15900"/>
                  <a:gd name="connsiteY0" fmla="*/ 7950 h 15900"/>
                  <a:gd name="connsiteX1" fmla="*/ 7951 w 15900"/>
                  <a:gd name="connsiteY1" fmla="*/ 15901 h 15900"/>
                  <a:gd name="connsiteX2" fmla="*/ 1 w 15900"/>
                  <a:gd name="connsiteY2" fmla="*/ 7950 h 15900"/>
                  <a:gd name="connsiteX3" fmla="*/ 7951 w 15900"/>
                  <a:gd name="connsiteY3" fmla="*/ 0 h 15900"/>
                  <a:gd name="connsiteX4" fmla="*/ 15901 w 15900"/>
                  <a:gd name="connsiteY4" fmla="*/ 7950 h 15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00" h="15900">
                    <a:moveTo>
                      <a:pt x="15901" y="7950"/>
                    </a:moveTo>
                    <a:cubicBezTo>
                      <a:pt x="15901" y="12341"/>
                      <a:pt x="12341" y="15901"/>
                      <a:pt x="7951" y="15901"/>
                    </a:cubicBezTo>
                    <a:cubicBezTo>
                      <a:pt x="3559" y="15901"/>
                      <a:pt x="1" y="12341"/>
                      <a:pt x="1" y="7950"/>
                    </a:cubicBezTo>
                    <a:cubicBezTo>
                      <a:pt x="1" y="3559"/>
                      <a:pt x="3560" y="0"/>
                      <a:pt x="7951" y="0"/>
                    </a:cubicBezTo>
                    <a:cubicBezTo>
                      <a:pt x="12342" y="0"/>
                      <a:pt x="15901" y="3559"/>
                      <a:pt x="15901" y="79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2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8584502" y="2406900"/>
              <a:ext cx="200201" cy="172941"/>
              <a:chOff x="8584502" y="2406900"/>
              <a:chExt cx="200201" cy="172941"/>
            </a:xfrm>
            <a:solidFill>
              <a:schemeClr val="accent1"/>
            </a:solidFill>
          </p:grpSpPr>
          <p:sp>
            <p:nvSpPr>
              <p:cNvPr id="423" name="Forme libre : forme 422">
                <a:extLst>
                  <a:ext uri="{FF2B5EF4-FFF2-40B4-BE49-F238E27FC236}">
                    <a16:creationId xmlns:a16="http://schemas.microsoft.com/office/drawing/2014/main" id="{31BE1F4D-4983-45DF-9ADF-DB4029BA2704}"/>
                  </a:ext>
                </a:extLst>
              </p:cNvPr>
              <p:cNvSpPr/>
              <p:nvPr/>
            </p:nvSpPr>
            <p:spPr>
              <a:xfrm>
                <a:off x="8584502" y="2406900"/>
                <a:ext cx="200201" cy="172941"/>
              </a:xfrm>
              <a:custGeom>
                <a:avLst/>
                <a:gdLst>
                  <a:gd name="connsiteX0" fmla="*/ 3548 w 200201"/>
                  <a:gd name="connsiteY0" fmla="*/ 148944 h 172941"/>
                  <a:gd name="connsiteX1" fmla="*/ 150355 w 200201"/>
                  <a:gd name="connsiteY1" fmla="*/ 156350 h 172941"/>
                  <a:gd name="connsiteX2" fmla="*/ 180795 w 200201"/>
                  <a:gd name="connsiteY2" fmla="*/ 30126 h 172941"/>
                  <a:gd name="connsiteX3" fmla="*/ 29305 w 200201"/>
                  <a:gd name="connsiteY3" fmla="*/ 52724 h 172941"/>
                  <a:gd name="connsiteX4" fmla="*/ 3548 w 200201"/>
                  <a:gd name="connsiteY4" fmla="*/ 148944 h 172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201" h="172941">
                    <a:moveTo>
                      <a:pt x="3548" y="148944"/>
                    </a:moveTo>
                    <a:cubicBezTo>
                      <a:pt x="18250" y="167840"/>
                      <a:pt x="96446" y="188096"/>
                      <a:pt x="150355" y="156350"/>
                    </a:cubicBezTo>
                    <a:cubicBezTo>
                      <a:pt x="204265" y="124549"/>
                      <a:pt x="214502" y="76466"/>
                      <a:pt x="180795" y="30126"/>
                    </a:cubicBezTo>
                    <a:cubicBezTo>
                      <a:pt x="147088" y="-16214"/>
                      <a:pt x="72759" y="-9408"/>
                      <a:pt x="29305" y="52724"/>
                    </a:cubicBezTo>
                    <a:cubicBezTo>
                      <a:pt x="-14095" y="114910"/>
                      <a:pt x="3548" y="148944"/>
                      <a:pt x="3548" y="148944"/>
                    </a:cubicBez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" name="Forme libre : forme 423">
                <a:extLst>
                  <a:ext uri="{FF2B5EF4-FFF2-40B4-BE49-F238E27FC236}">
                    <a16:creationId xmlns:a16="http://schemas.microsoft.com/office/drawing/2014/main" id="{E0F59019-55C6-4FCC-8DF4-ED14C8AD442E}"/>
                  </a:ext>
                </a:extLst>
              </p:cNvPr>
              <p:cNvSpPr/>
              <p:nvPr/>
            </p:nvSpPr>
            <p:spPr>
              <a:xfrm>
                <a:off x="8584502" y="2406900"/>
                <a:ext cx="200201" cy="172941"/>
              </a:xfrm>
              <a:custGeom>
                <a:avLst/>
                <a:gdLst>
                  <a:gd name="connsiteX0" fmla="*/ 3548 w 200201"/>
                  <a:gd name="connsiteY0" fmla="*/ 148944 h 172941"/>
                  <a:gd name="connsiteX1" fmla="*/ 150355 w 200201"/>
                  <a:gd name="connsiteY1" fmla="*/ 156350 h 172941"/>
                  <a:gd name="connsiteX2" fmla="*/ 180795 w 200201"/>
                  <a:gd name="connsiteY2" fmla="*/ 30126 h 172941"/>
                  <a:gd name="connsiteX3" fmla="*/ 29305 w 200201"/>
                  <a:gd name="connsiteY3" fmla="*/ 52724 h 172941"/>
                  <a:gd name="connsiteX4" fmla="*/ 3548 w 200201"/>
                  <a:gd name="connsiteY4" fmla="*/ 148944 h 172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201" h="172941">
                    <a:moveTo>
                      <a:pt x="3548" y="148944"/>
                    </a:moveTo>
                    <a:cubicBezTo>
                      <a:pt x="18250" y="167840"/>
                      <a:pt x="96446" y="188096"/>
                      <a:pt x="150355" y="156350"/>
                    </a:cubicBezTo>
                    <a:cubicBezTo>
                      <a:pt x="204265" y="124549"/>
                      <a:pt x="214502" y="76466"/>
                      <a:pt x="180795" y="30126"/>
                    </a:cubicBezTo>
                    <a:cubicBezTo>
                      <a:pt x="147088" y="-16214"/>
                      <a:pt x="72759" y="-9408"/>
                      <a:pt x="29305" y="52724"/>
                    </a:cubicBezTo>
                    <a:cubicBezTo>
                      <a:pt x="-14095" y="114910"/>
                      <a:pt x="3548" y="148944"/>
                      <a:pt x="3548" y="148944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" name="Forme libre : forme 424">
                <a:extLst>
                  <a:ext uri="{FF2B5EF4-FFF2-40B4-BE49-F238E27FC236}">
                    <a16:creationId xmlns:a16="http://schemas.microsoft.com/office/drawing/2014/main" id="{7E5A64C5-5224-4F5B-8090-CE780F9EA0A3}"/>
                  </a:ext>
                </a:extLst>
              </p:cNvPr>
              <p:cNvSpPr/>
              <p:nvPr/>
            </p:nvSpPr>
            <p:spPr>
              <a:xfrm>
                <a:off x="8622891" y="2421343"/>
                <a:ext cx="139096" cy="108676"/>
              </a:xfrm>
              <a:custGeom>
                <a:avLst/>
                <a:gdLst>
                  <a:gd name="connsiteX0" fmla="*/ 133639 w 139096"/>
                  <a:gd name="connsiteY0" fmla="*/ 40622 h 108676"/>
                  <a:gd name="connsiteX1" fmla="*/ 92581 w 139096"/>
                  <a:gd name="connsiteY1" fmla="*/ 3267 h 108676"/>
                  <a:gd name="connsiteX2" fmla="*/ 73577 w 139096"/>
                  <a:gd name="connsiteY2" fmla="*/ 0 h 108676"/>
                  <a:gd name="connsiteX3" fmla="*/ 52340 w 139096"/>
                  <a:gd name="connsiteY3" fmla="*/ 3485 h 108676"/>
                  <a:gd name="connsiteX4" fmla="*/ 34424 w 139096"/>
                  <a:gd name="connsiteY4" fmla="*/ 10128 h 108676"/>
                  <a:gd name="connsiteX5" fmla="*/ 12098 w 139096"/>
                  <a:gd name="connsiteY5" fmla="*/ 30821 h 108676"/>
                  <a:gd name="connsiteX6" fmla="*/ 1861 w 139096"/>
                  <a:gd name="connsiteY6" fmla="*/ 45523 h 108676"/>
                  <a:gd name="connsiteX7" fmla="*/ 827 w 139096"/>
                  <a:gd name="connsiteY7" fmla="*/ 58374 h 108676"/>
                  <a:gd name="connsiteX8" fmla="*/ 11390 w 139096"/>
                  <a:gd name="connsiteY8" fmla="*/ 67577 h 108676"/>
                  <a:gd name="connsiteX9" fmla="*/ 25548 w 139096"/>
                  <a:gd name="connsiteY9" fmla="*/ 70409 h 108676"/>
                  <a:gd name="connsiteX10" fmla="*/ 59854 w 139096"/>
                  <a:gd name="connsiteY10" fmla="*/ 84240 h 108676"/>
                  <a:gd name="connsiteX11" fmla="*/ 77769 w 139096"/>
                  <a:gd name="connsiteY11" fmla="*/ 97472 h 108676"/>
                  <a:gd name="connsiteX12" fmla="*/ 104670 w 139096"/>
                  <a:gd name="connsiteY12" fmla="*/ 107873 h 108676"/>
                  <a:gd name="connsiteX13" fmla="*/ 130481 w 139096"/>
                  <a:gd name="connsiteY13" fmla="*/ 104932 h 108676"/>
                  <a:gd name="connsiteX14" fmla="*/ 137615 w 139096"/>
                  <a:gd name="connsiteY14" fmla="*/ 89631 h 108676"/>
                  <a:gd name="connsiteX15" fmla="*/ 133639 w 139096"/>
                  <a:gd name="connsiteY15" fmla="*/ 40622 h 108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9096" h="108676">
                    <a:moveTo>
                      <a:pt x="133639" y="40622"/>
                    </a:moveTo>
                    <a:cubicBezTo>
                      <a:pt x="125852" y="23252"/>
                      <a:pt x="110605" y="9366"/>
                      <a:pt x="92581" y="3267"/>
                    </a:cubicBezTo>
                    <a:cubicBezTo>
                      <a:pt x="86482" y="1198"/>
                      <a:pt x="80057" y="0"/>
                      <a:pt x="73577" y="0"/>
                    </a:cubicBezTo>
                    <a:cubicBezTo>
                      <a:pt x="66389" y="54"/>
                      <a:pt x="59310" y="1634"/>
                      <a:pt x="52340" y="3485"/>
                    </a:cubicBezTo>
                    <a:cubicBezTo>
                      <a:pt x="46186" y="5119"/>
                      <a:pt x="39979" y="6970"/>
                      <a:pt x="34424" y="10128"/>
                    </a:cubicBezTo>
                    <a:cubicBezTo>
                      <a:pt x="25548" y="15138"/>
                      <a:pt x="18687" y="23034"/>
                      <a:pt x="12098" y="30821"/>
                    </a:cubicBezTo>
                    <a:cubicBezTo>
                      <a:pt x="8178" y="35395"/>
                      <a:pt x="4257" y="40024"/>
                      <a:pt x="1861" y="45523"/>
                    </a:cubicBezTo>
                    <a:cubicBezTo>
                      <a:pt x="119" y="49553"/>
                      <a:pt x="-753" y="54236"/>
                      <a:pt x="827" y="58374"/>
                    </a:cubicBezTo>
                    <a:cubicBezTo>
                      <a:pt x="2514" y="62894"/>
                      <a:pt x="6817" y="65944"/>
                      <a:pt x="11390" y="67577"/>
                    </a:cubicBezTo>
                    <a:cubicBezTo>
                      <a:pt x="15910" y="69211"/>
                      <a:pt x="20811" y="69592"/>
                      <a:pt x="25548" y="70409"/>
                    </a:cubicBezTo>
                    <a:cubicBezTo>
                      <a:pt x="37800" y="72478"/>
                      <a:pt x="49617" y="77215"/>
                      <a:pt x="59854" y="84240"/>
                    </a:cubicBezTo>
                    <a:cubicBezTo>
                      <a:pt x="65953" y="88433"/>
                      <a:pt x="71508" y="93443"/>
                      <a:pt x="77769" y="97472"/>
                    </a:cubicBezTo>
                    <a:cubicBezTo>
                      <a:pt x="85884" y="102754"/>
                      <a:pt x="95140" y="106294"/>
                      <a:pt x="104670" y="107873"/>
                    </a:cubicBezTo>
                    <a:cubicBezTo>
                      <a:pt x="112892" y="109234"/>
                      <a:pt x="123075" y="109234"/>
                      <a:pt x="130481" y="104932"/>
                    </a:cubicBezTo>
                    <a:cubicBezTo>
                      <a:pt x="136416" y="101502"/>
                      <a:pt x="136907" y="95948"/>
                      <a:pt x="137615" y="89631"/>
                    </a:cubicBezTo>
                    <a:cubicBezTo>
                      <a:pt x="139357" y="72478"/>
                      <a:pt x="140991" y="57013"/>
                      <a:pt x="133639" y="40622"/>
                    </a:cubicBezTo>
                    <a:close/>
                  </a:path>
                </a:pathLst>
              </a:custGeom>
              <a:solidFill>
                <a:srgbClr val="AFBC3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" name="Forme libre : forme 425">
                <a:extLst>
                  <a:ext uri="{FF2B5EF4-FFF2-40B4-BE49-F238E27FC236}">
                    <a16:creationId xmlns:a16="http://schemas.microsoft.com/office/drawing/2014/main" id="{F9C00B94-B6E9-4A53-9B6D-24235DE398C3}"/>
                  </a:ext>
                </a:extLst>
              </p:cNvPr>
              <p:cNvSpPr/>
              <p:nvPr/>
            </p:nvSpPr>
            <p:spPr>
              <a:xfrm>
                <a:off x="8596788" y="2495960"/>
                <a:ext cx="65937" cy="63949"/>
              </a:xfrm>
              <a:custGeom>
                <a:avLst/>
                <a:gdLst>
                  <a:gd name="connsiteX0" fmla="*/ 465 w 65937"/>
                  <a:gd name="connsiteY0" fmla="*/ 46651 h 63949"/>
                  <a:gd name="connsiteX1" fmla="*/ 16801 w 65937"/>
                  <a:gd name="connsiteY1" fmla="*/ 63532 h 63949"/>
                  <a:gd name="connsiteX2" fmla="*/ 22138 w 65937"/>
                  <a:gd name="connsiteY2" fmla="*/ 63750 h 63949"/>
                  <a:gd name="connsiteX3" fmla="*/ 31341 w 65937"/>
                  <a:gd name="connsiteY3" fmla="*/ 54602 h 63949"/>
                  <a:gd name="connsiteX4" fmla="*/ 42395 w 65937"/>
                  <a:gd name="connsiteY4" fmla="*/ 33419 h 63949"/>
                  <a:gd name="connsiteX5" fmla="*/ 64122 w 65937"/>
                  <a:gd name="connsiteY5" fmla="*/ 19697 h 63949"/>
                  <a:gd name="connsiteX6" fmla="*/ 65919 w 65937"/>
                  <a:gd name="connsiteY6" fmla="*/ 15776 h 63949"/>
                  <a:gd name="connsiteX7" fmla="*/ 62379 w 65937"/>
                  <a:gd name="connsiteY7" fmla="*/ 12128 h 63949"/>
                  <a:gd name="connsiteX8" fmla="*/ 24969 w 65937"/>
                  <a:gd name="connsiteY8" fmla="*/ 39 h 63949"/>
                  <a:gd name="connsiteX9" fmla="*/ 7490 w 65937"/>
                  <a:gd name="connsiteY9" fmla="*/ 17083 h 63949"/>
                  <a:gd name="connsiteX10" fmla="*/ 465 w 65937"/>
                  <a:gd name="connsiteY10" fmla="*/ 46651 h 6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937" h="63949">
                    <a:moveTo>
                      <a:pt x="465" y="46651"/>
                    </a:moveTo>
                    <a:cubicBezTo>
                      <a:pt x="2099" y="54765"/>
                      <a:pt x="8742" y="61626"/>
                      <a:pt x="16801" y="63532"/>
                    </a:cubicBezTo>
                    <a:cubicBezTo>
                      <a:pt x="18544" y="63913"/>
                      <a:pt x="20395" y="64131"/>
                      <a:pt x="22138" y="63750"/>
                    </a:cubicBezTo>
                    <a:cubicBezTo>
                      <a:pt x="26549" y="62824"/>
                      <a:pt x="29435" y="58631"/>
                      <a:pt x="31341" y="54602"/>
                    </a:cubicBezTo>
                    <a:cubicBezTo>
                      <a:pt x="34717" y="47359"/>
                      <a:pt x="36623" y="38973"/>
                      <a:pt x="42395" y="33419"/>
                    </a:cubicBezTo>
                    <a:cubicBezTo>
                      <a:pt x="48603" y="27429"/>
                      <a:pt x="58132" y="25904"/>
                      <a:pt x="64122" y="19697"/>
                    </a:cubicBezTo>
                    <a:cubicBezTo>
                      <a:pt x="65156" y="18608"/>
                      <a:pt x="66082" y="17246"/>
                      <a:pt x="65919" y="15776"/>
                    </a:cubicBezTo>
                    <a:cubicBezTo>
                      <a:pt x="65647" y="14034"/>
                      <a:pt x="63959" y="12944"/>
                      <a:pt x="62379" y="12128"/>
                    </a:cubicBezTo>
                    <a:cubicBezTo>
                      <a:pt x="50672" y="5865"/>
                      <a:pt x="38256" y="-560"/>
                      <a:pt x="24969" y="39"/>
                    </a:cubicBezTo>
                    <a:cubicBezTo>
                      <a:pt x="13480" y="529"/>
                      <a:pt x="11193" y="8098"/>
                      <a:pt x="7490" y="17083"/>
                    </a:cubicBezTo>
                    <a:cubicBezTo>
                      <a:pt x="3678" y="26286"/>
                      <a:pt x="-1604" y="36305"/>
                      <a:pt x="465" y="46651"/>
                    </a:cubicBezTo>
                    <a:close/>
                  </a:path>
                </a:pathLst>
              </a:custGeom>
              <a:solidFill>
                <a:srgbClr val="AFBC3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" name="Forme libre : forme 426">
                <a:extLst>
                  <a:ext uri="{FF2B5EF4-FFF2-40B4-BE49-F238E27FC236}">
                    <a16:creationId xmlns:a16="http://schemas.microsoft.com/office/drawing/2014/main" id="{3803C57A-7BD5-4F1C-A0DF-6D64994C810B}"/>
                  </a:ext>
                </a:extLst>
              </p:cNvPr>
              <p:cNvSpPr/>
              <p:nvPr/>
            </p:nvSpPr>
            <p:spPr>
              <a:xfrm>
                <a:off x="8738561" y="2472530"/>
                <a:ext cx="32454" cy="32454"/>
              </a:xfrm>
              <a:custGeom>
                <a:avLst/>
                <a:gdLst>
                  <a:gd name="connsiteX0" fmla="*/ 32454 w 32454"/>
                  <a:gd name="connsiteY0" fmla="*/ 16227 h 32454"/>
                  <a:gd name="connsiteX1" fmla="*/ 16227 w 32454"/>
                  <a:gd name="connsiteY1" fmla="*/ 32454 h 32454"/>
                  <a:gd name="connsiteX2" fmla="*/ 0 w 32454"/>
                  <a:gd name="connsiteY2" fmla="*/ 16227 h 32454"/>
                  <a:gd name="connsiteX3" fmla="*/ 16227 w 32454"/>
                  <a:gd name="connsiteY3" fmla="*/ 0 h 32454"/>
                  <a:gd name="connsiteX4" fmla="*/ 32454 w 32454"/>
                  <a:gd name="connsiteY4" fmla="*/ 16227 h 3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54" h="32454">
                    <a:moveTo>
                      <a:pt x="32454" y="16227"/>
                    </a:moveTo>
                    <a:cubicBezTo>
                      <a:pt x="32454" y="25189"/>
                      <a:pt x="25189" y="32454"/>
                      <a:pt x="16227" y="32454"/>
                    </a:cubicBezTo>
                    <a:cubicBezTo>
                      <a:pt x="7266" y="32454"/>
                      <a:pt x="0" y="25189"/>
                      <a:pt x="0" y="16227"/>
                    </a:cubicBezTo>
                    <a:cubicBezTo>
                      <a:pt x="0" y="7265"/>
                      <a:pt x="7266" y="0"/>
                      <a:pt x="16227" y="0"/>
                    </a:cubicBezTo>
                    <a:cubicBezTo>
                      <a:pt x="25189" y="0"/>
                      <a:pt x="32454" y="7265"/>
                      <a:pt x="32454" y="162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" name="Forme libre : forme 427">
                <a:extLst>
                  <a:ext uri="{FF2B5EF4-FFF2-40B4-BE49-F238E27FC236}">
                    <a16:creationId xmlns:a16="http://schemas.microsoft.com/office/drawing/2014/main" id="{968AFF93-0A14-419D-A74B-35166396CDD8}"/>
                  </a:ext>
                </a:extLst>
              </p:cNvPr>
              <p:cNvSpPr/>
              <p:nvPr/>
            </p:nvSpPr>
            <p:spPr>
              <a:xfrm>
                <a:off x="8730991" y="2443016"/>
                <a:ext cx="15900" cy="15900"/>
              </a:xfrm>
              <a:custGeom>
                <a:avLst/>
                <a:gdLst>
                  <a:gd name="connsiteX0" fmla="*/ 15901 w 15900"/>
                  <a:gd name="connsiteY0" fmla="*/ 7950 h 15900"/>
                  <a:gd name="connsiteX1" fmla="*/ 7951 w 15900"/>
                  <a:gd name="connsiteY1" fmla="*/ 15901 h 15900"/>
                  <a:gd name="connsiteX2" fmla="*/ 1 w 15900"/>
                  <a:gd name="connsiteY2" fmla="*/ 7950 h 15900"/>
                  <a:gd name="connsiteX3" fmla="*/ 7951 w 15900"/>
                  <a:gd name="connsiteY3" fmla="*/ 0 h 15900"/>
                  <a:gd name="connsiteX4" fmla="*/ 15901 w 15900"/>
                  <a:gd name="connsiteY4" fmla="*/ 7950 h 15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00" h="15900">
                    <a:moveTo>
                      <a:pt x="15901" y="7950"/>
                    </a:moveTo>
                    <a:cubicBezTo>
                      <a:pt x="15901" y="12341"/>
                      <a:pt x="12341" y="15901"/>
                      <a:pt x="7951" y="15901"/>
                    </a:cubicBezTo>
                    <a:cubicBezTo>
                      <a:pt x="3560" y="15901"/>
                      <a:pt x="1" y="12341"/>
                      <a:pt x="1" y="7950"/>
                    </a:cubicBezTo>
                    <a:cubicBezTo>
                      <a:pt x="1" y="3559"/>
                      <a:pt x="3560" y="0"/>
                      <a:pt x="7951" y="0"/>
                    </a:cubicBezTo>
                    <a:cubicBezTo>
                      <a:pt x="12342" y="0"/>
                      <a:pt x="15901" y="3559"/>
                      <a:pt x="15901" y="79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16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7436415" y="2276212"/>
              <a:ext cx="430139" cy="591974"/>
              <a:chOff x="7436415" y="2276212"/>
              <a:chExt cx="430139" cy="591974"/>
            </a:xfrm>
            <a:solidFill>
              <a:schemeClr val="accent1"/>
            </a:solidFill>
          </p:grpSpPr>
          <p:grpSp>
            <p:nvGrpSpPr>
              <p:cNvPr id="817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436415" y="2445405"/>
                <a:ext cx="363277" cy="422781"/>
                <a:chOff x="7436415" y="2445405"/>
                <a:chExt cx="363277" cy="422781"/>
              </a:xfrm>
              <a:solidFill>
                <a:schemeClr val="accent1"/>
              </a:solidFill>
            </p:grpSpPr>
            <p:sp>
              <p:nvSpPr>
                <p:cNvPr id="818" name="Forme libre : forme 817">
                  <a:extLst>
                    <a:ext uri="{FF2B5EF4-FFF2-40B4-BE49-F238E27FC236}">
                      <a16:creationId xmlns:a16="http://schemas.microsoft.com/office/drawing/2014/main" id="{8CFB536C-642F-4251-912E-FD55EF353D56}"/>
                    </a:ext>
                  </a:extLst>
                </p:cNvPr>
                <p:cNvSpPr/>
                <p:nvPr/>
              </p:nvSpPr>
              <p:spPr>
                <a:xfrm>
                  <a:off x="7436415" y="2445405"/>
                  <a:ext cx="363277" cy="422781"/>
                </a:xfrm>
                <a:custGeom>
                  <a:avLst/>
                  <a:gdLst>
                    <a:gd name="connsiteX0" fmla="*/ 304117 w 363277"/>
                    <a:gd name="connsiteY0" fmla="*/ 3709 h 422781"/>
                    <a:gd name="connsiteX1" fmla="*/ 31303 w 363277"/>
                    <a:gd name="connsiteY1" fmla="*/ 149754 h 422781"/>
                    <a:gd name="connsiteX2" fmla="*/ 113419 w 363277"/>
                    <a:gd name="connsiteY2" fmla="*/ 410534 h 422781"/>
                    <a:gd name="connsiteX3" fmla="*/ 362110 w 363277"/>
                    <a:gd name="connsiteY3" fmla="*/ 205243 h 422781"/>
                    <a:gd name="connsiteX4" fmla="*/ 304117 w 363277"/>
                    <a:gd name="connsiteY4" fmla="*/ 3709 h 422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3277" h="422781">
                      <a:moveTo>
                        <a:pt x="304117" y="3709"/>
                      </a:moveTo>
                      <a:cubicBezTo>
                        <a:pt x="257014" y="-14424"/>
                        <a:pt x="94088" y="33877"/>
                        <a:pt x="31303" y="149754"/>
                      </a:cubicBezTo>
                      <a:cubicBezTo>
                        <a:pt x="-31482" y="265632"/>
                        <a:pt x="2334" y="363431"/>
                        <a:pt x="113419" y="410534"/>
                      </a:cubicBezTo>
                      <a:cubicBezTo>
                        <a:pt x="224505" y="457636"/>
                        <a:pt x="351219" y="364575"/>
                        <a:pt x="362110" y="205243"/>
                      </a:cubicBezTo>
                      <a:cubicBezTo>
                        <a:pt x="373001" y="45911"/>
                        <a:pt x="304117" y="3709"/>
                        <a:pt x="304117" y="3709"/>
                      </a:cubicBezTo>
                      <a:close/>
                    </a:path>
                  </a:pathLst>
                </a:custGeom>
                <a:solidFill>
                  <a:srgbClr val="9BAF2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9" name="Forme libre : forme 818">
                  <a:extLst>
                    <a:ext uri="{FF2B5EF4-FFF2-40B4-BE49-F238E27FC236}">
                      <a16:creationId xmlns:a16="http://schemas.microsoft.com/office/drawing/2014/main" id="{CB0BF282-F978-4619-BCC6-FFA4190F3068}"/>
                    </a:ext>
                  </a:extLst>
                </p:cNvPr>
                <p:cNvSpPr/>
                <p:nvPr/>
              </p:nvSpPr>
              <p:spPr>
                <a:xfrm>
                  <a:off x="7436415" y="2445405"/>
                  <a:ext cx="363277" cy="422781"/>
                </a:xfrm>
                <a:custGeom>
                  <a:avLst/>
                  <a:gdLst>
                    <a:gd name="connsiteX0" fmla="*/ 304117 w 363277"/>
                    <a:gd name="connsiteY0" fmla="*/ 3709 h 422781"/>
                    <a:gd name="connsiteX1" fmla="*/ 31303 w 363277"/>
                    <a:gd name="connsiteY1" fmla="*/ 149754 h 422781"/>
                    <a:gd name="connsiteX2" fmla="*/ 113419 w 363277"/>
                    <a:gd name="connsiteY2" fmla="*/ 410534 h 422781"/>
                    <a:gd name="connsiteX3" fmla="*/ 362110 w 363277"/>
                    <a:gd name="connsiteY3" fmla="*/ 205243 h 422781"/>
                    <a:gd name="connsiteX4" fmla="*/ 304117 w 363277"/>
                    <a:gd name="connsiteY4" fmla="*/ 3709 h 422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3277" h="422781">
                      <a:moveTo>
                        <a:pt x="304117" y="3709"/>
                      </a:moveTo>
                      <a:cubicBezTo>
                        <a:pt x="257014" y="-14424"/>
                        <a:pt x="94088" y="33877"/>
                        <a:pt x="31303" y="149754"/>
                      </a:cubicBezTo>
                      <a:cubicBezTo>
                        <a:pt x="-31482" y="265632"/>
                        <a:pt x="2334" y="363431"/>
                        <a:pt x="113419" y="410534"/>
                      </a:cubicBezTo>
                      <a:cubicBezTo>
                        <a:pt x="224505" y="457636"/>
                        <a:pt x="351219" y="364575"/>
                        <a:pt x="362110" y="205243"/>
                      </a:cubicBezTo>
                      <a:cubicBezTo>
                        <a:pt x="373001" y="45911"/>
                        <a:pt x="304117" y="3709"/>
                        <a:pt x="304117" y="3709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0" name="Forme libre : forme 819">
                  <a:extLst>
                    <a:ext uri="{FF2B5EF4-FFF2-40B4-BE49-F238E27FC236}">
                      <a16:creationId xmlns:a16="http://schemas.microsoft.com/office/drawing/2014/main" id="{346C3808-291F-40C6-8A75-1A990FBC2FE5}"/>
                    </a:ext>
                  </a:extLst>
                </p:cNvPr>
                <p:cNvSpPr/>
                <p:nvPr/>
              </p:nvSpPr>
              <p:spPr>
                <a:xfrm>
                  <a:off x="7471235" y="2618818"/>
                  <a:ext cx="300378" cy="208479"/>
                </a:xfrm>
                <a:custGeom>
                  <a:avLst/>
                  <a:gdLst>
                    <a:gd name="connsiteX0" fmla="*/ 67327 w 300378"/>
                    <a:gd name="connsiteY0" fmla="*/ 182449 h 208479"/>
                    <a:gd name="connsiteX1" fmla="*/ 181952 w 300378"/>
                    <a:gd name="connsiteY1" fmla="*/ 205211 h 208479"/>
                    <a:gd name="connsiteX2" fmla="*/ 219743 w 300378"/>
                    <a:gd name="connsiteY2" fmla="*/ 190454 h 208479"/>
                    <a:gd name="connsiteX3" fmla="*/ 254267 w 300378"/>
                    <a:gd name="connsiteY3" fmla="*/ 161104 h 208479"/>
                    <a:gd name="connsiteX4" fmla="*/ 279424 w 300378"/>
                    <a:gd name="connsiteY4" fmla="*/ 129684 h 208479"/>
                    <a:gd name="connsiteX5" fmla="*/ 297285 w 300378"/>
                    <a:gd name="connsiteY5" fmla="*/ 68096 h 208479"/>
                    <a:gd name="connsiteX6" fmla="*/ 299790 w 300378"/>
                    <a:gd name="connsiteY6" fmla="*/ 30414 h 208479"/>
                    <a:gd name="connsiteX7" fmla="*/ 287756 w 300378"/>
                    <a:gd name="connsiteY7" fmla="*/ 6128 h 208479"/>
                    <a:gd name="connsiteX8" fmla="*/ 258732 w 300378"/>
                    <a:gd name="connsiteY8" fmla="*/ 955 h 208479"/>
                    <a:gd name="connsiteX9" fmla="*/ 230144 w 300378"/>
                    <a:gd name="connsiteY9" fmla="*/ 11247 h 208479"/>
                    <a:gd name="connsiteX10" fmla="*/ 153255 w 300378"/>
                    <a:gd name="connsiteY10" fmla="*/ 23499 h 208479"/>
                    <a:gd name="connsiteX11" fmla="*/ 106588 w 300378"/>
                    <a:gd name="connsiteY11" fmla="*/ 19034 h 208479"/>
                    <a:gd name="connsiteX12" fmla="*/ 46743 w 300378"/>
                    <a:gd name="connsiteY12" fmla="*/ 29489 h 208479"/>
                    <a:gd name="connsiteX13" fmla="*/ 3398 w 300378"/>
                    <a:gd name="connsiteY13" fmla="*/ 62814 h 208479"/>
                    <a:gd name="connsiteX14" fmla="*/ 7155 w 300378"/>
                    <a:gd name="connsiteY14" fmla="*/ 98101 h 208479"/>
                    <a:gd name="connsiteX15" fmla="*/ 67327 w 300378"/>
                    <a:gd name="connsiteY15" fmla="*/ 182449 h 208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00378" h="208479">
                      <a:moveTo>
                        <a:pt x="67327" y="182449"/>
                      </a:moveTo>
                      <a:cubicBezTo>
                        <a:pt x="100271" y="205320"/>
                        <a:pt x="142800" y="213760"/>
                        <a:pt x="181952" y="205211"/>
                      </a:cubicBezTo>
                      <a:cubicBezTo>
                        <a:pt x="195239" y="202325"/>
                        <a:pt x="208144" y="197533"/>
                        <a:pt x="219743" y="190454"/>
                      </a:cubicBezTo>
                      <a:cubicBezTo>
                        <a:pt x="232649" y="182558"/>
                        <a:pt x="243702" y="171940"/>
                        <a:pt x="254267" y="161104"/>
                      </a:cubicBezTo>
                      <a:cubicBezTo>
                        <a:pt x="263633" y="151465"/>
                        <a:pt x="272781" y="141391"/>
                        <a:pt x="279424" y="129684"/>
                      </a:cubicBezTo>
                      <a:cubicBezTo>
                        <a:pt x="290043" y="111006"/>
                        <a:pt x="293746" y="89279"/>
                        <a:pt x="297285" y="68096"/>
                      </a:cubicBezTo>
                      <a:cubicBezTo>
                        <a:pt x="299354" y="55627"/>
                        <a:pt x="301424" y="42939"/>
                        <a:pt x="299790" y="30414"/>
                      </a:cubicBezTo>
                      <a:cubicBezTo>
                        <a:pt x="298592" y="21212"/>
                        <a:pt x="295052" y="11846"/>
                        <a:pt x="287756" y="6128"/>
                      </a:cubicBezTo>
                      <a:cubicBezTo>
                        <a:pt x="279806" y="-134"/>
                        <a:pt x="268697" y="-1060"/>
                        <a:pt x="258732" y="955"/>
                      </a:cubicBezTo>
                      <a:cubicBezTo>
                        <a:pt x="248821" y="2970"/>
                        <a:pt x="239564" y="7544"/>
                        <a:pt x="230144" y="11247"/>
                      </a:cubicBezTo>
                      <a:cubicBezTo>
                        <a:pt x="205803" y="20885"/>
                        <a:pt x="179393" y="25078"/>
                        <a:pt x="153255" y="23499"/>
                      </a:cubicBezTo>
                      <a:cubicBezTo>
                        <a:pt x="137627" y="22573"/>
                        <a:pt x="122216" y="19578"/>
                        <a:pt x="106588" y="19034"/>
                      </a:cubicBezTo>
                      <a:cubicBezTo>
                        <a:pt x="86222" y="18380"/>
                        <a:pt x="65693" y="21974"/>
                        <a:pt x="46743" y="29489"/>
                      </a:cubicBezTo>
                      <a:cubicBezTo>
                        <a:pt x="30516" y="35969"/>
                        <a:pt x="12111" y="47023"/>
                        <a:pt x="3398" y="62814"/>
                      </a:cubicBezTo>
                      <a:cubicBezTo>
                        <a:pt x="-3627" y="75502"/>
                        <a:pt x="1547" y="86012"/>
                        <a:pt x="7155" y="98101"/>
                      </a:cubicBezTo>
                      <a:cubicBezTo>
                        <a:pt x="22457" y="131263"/>
                        <a:pt x="36343" y="160940"/>
                        <a:pt x="67327" y="182449"/>
                      </a:cubicBezTo>
                      <a:close/>
                    </a:path>
                  </a:pathLst>
                </a:custGeom>
                <a:solidFill>
                  <a:srgbClr val="AFBC3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1" name="Forme libre : forme 820">
                  <a:extLst>
                    <a:ext uri="{FF2B5EF4-FFF2-40B4-BE49-F238E27FC236}">
                      <a16:creationId xmlns:a16="http://schemas.microsoft.com/office/drawing/2014/main" id="{5848E3BD-9F4A-41BF-B922-06A87208146A}"/>
                    </a:ext>
                  </a:extLst>
                </p:cNvPr>
                <p:cNvSpPr/>
                <p:nvPr/>
              </p:nvSpPr>
              <p:spPr>
                <a:xfrm>
                  <a:off x="7652244" y="2468238"/>
                  <a:ext cx="108059" cy="144315"/>
                </a:xfrm>
                <a:custGeom>
                  <a:avLst/>
                  <a:gdLst>
                    <a:gd name="connsiteX0" fmla="*/ 86054 w 108059"/>
                    <a:gd name="connsiteY0" fmla="*/ 14747 h 144315"/>
                    <a:gd name="connsiteX1" fmla="*/ 38244 w 108059"/>
                    <a:gd name="connsiteY1" fmla="*/ 2114 h 144315"/>
                    <a:gd name="connsiteX2" fmla="*/ 28388 w 108059"/>
                    <a:gd name="connsiteY2" fmla="*/ 7505 h 144315"/>
                    <a:gd name="connsiteX3" fmla="*/ 21745 w 108059"/>
                    <a:gd name="connsiteY3" fmla="*/ 33969 h 144315"/>
                    <a:gd name="connsiteX4" fmla="*/ 24740 w 108059"/>
                    <a:gd name="connsiteY4" fmla="*/ 84176 h 144315"/>
                    <a:gd name="connsiteX5" fmla="*/ 508 w 108059"/>
                    <a:gd name="connsiteY5" fmla="*/ 132531 h 144315"/>
                    <a:gd name="connsiteX6" fmla="*/ 1542 w 108059"/>
                    <a:gd name="connsiteY6" fmla="*/ 141516 h 144315"/>
                    <a:gd name="connsiteX7" fmla="*/ 11889 w 108059"/>
                    <a:gd name="connsiteY7" fmla="*/ 144238 h 144315"/>
                    <a:gd name="connsiteX8" fmla="*/ 92480 w 108059"/>
                    <a:gd name="connsiteY8" fmla="*/ 125452 h 144315"/>
                    <a:gd name="connsiteX9" fmla="*/ 105495 w 108059"/>
                    <a:gd name="connsiteY9" fmla="*/ 75735 h 144315"/>
                    <a:gd name="connsiteX10" fmla="*/ 86054 w 108059"/>
                    <a:gd name="connsiteY10" fmla="*/ 14747 h 144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059" h="144315">
                      <a:moveTo>
                        <a:pt x="86054" y="14747"/>
                      </a:moveTo>
                      <a:cubicBezTo>
                        <a:pt x="74292" y="1896"/>
                        <a:pt x="54798" y="-3277"/>
                        <a:pt x="38244" y="2114"/>
                      </a:cubicBezTo>
                      <a:cubicBezTo>
                        <a:pt x="34650" y="3257"/>
                        <a:pt x="31165" y="4945"/>
                        <a:pt x="28388" y="7505"/>
                      </a:cubicBezTo>
                      <a:cubicBezTo>
                        <a:pt x="21472" y="13985"/>
                        <a:pt x="20764" y="24603"/>
                        <a:pt x="21745" y="33969"/>
                      </a:cubicBezTo>
                      <a:cubicBezTo>
                        <a:pt x="23487" y="50741"/>
                        <a:pt x="29150" y="67840"/>
                        <a:pt x="24740" y="84176"/>
                      </a:cubicBezTo>
                      <a:cubicBezTo>
                        <a:pt x="20002" y="101655"/>
                        <a:pt x="4537" y="114833"/>
                        <a:pt x="508" y="132531"/>
                      </a:cubicBezTo>
                      <a:cubicBezTo>
                        <a:pt x="-200" y="135580"/>
                        <a:pt x="-418" y="139120"/>
                        <a:pt x="1542" y="141516"/>
                      </a:cubicBezTo>
                      <a:cubicBezTo>
                        <a:pt x="3884" y="144402"/>
                        <a:pt x="8185" y="144456"/>
                        <a:pt x="11889" y="144238"/>
                      </a:cubicBezTo>
                      <a:cubicBezTo>
                        <a:pt x="39769" y="142823"/>
                        <a:pt x="69228" y="140917"/>
                        <a:pt x="92480" y="125452"/>
                      </a:cubicBezTo>
                      <a:cubicBezTo>
                        <a:pt x="112628" y="112111"/>
                        <a:pt x="108598" y="95938"/>
                        <a:pt x="105495" y="75735"/>
                      </a:cubicBezTo>
                      <a:cubicBezTo>
                        <a:pt x="102390" y="54934"/>
                        <a:pt x="101029" y="31138"/>
                        <a:pt x="86054" y="14747"/>
                      </a:cubicBezTo>
                      <a:close/>
                    </a:path>
                  </a:pathLst>
                </a:custGeom>
                <a:solidFill>
                  <a:srgbClr val="AFBC3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2" name="Forme libre : forme 821">
                  <a:extLst>
                    <a:ext uri="{FF2B5EF4-FFF2-40B4-BE49-F238E27FC236}">
                      <a16:creationId xmlns:a16="http://schemas.microsoft.com/office/drawing/2014/main" id="{96533AA5-F128-43BA-8EB1-0CD19F3BD119}"/>
                    </a:ext>
                  </a:extLst>
                </p:cNvPr>
                <p:cNvSpPr/>
                <p:nvPr/>
              </p:nvSpPr>
              <p:spPr>
                <a:xfrm>
                  <a:off x="7478391" y="2716918"/>
                  <a:ext cx="68393" cy="68393"/>
                </a:xfrm>
                <a:custGeom>
                  <a:avLst/>
                  <a:gdLst>
                    <a:gd name="connsiteX0" fmla="*/ 68394 w 68393"/>
                    <a:gd name="connsiteY0" fmla="*/ 34197 h 68393"/>
                    <a:gd name="connsiteX1" fmla="*/ 34197 w 68393"/>
                    <a:gd name="connsiteY1" fmla="*/ 68394 h 68393"/>
                    <a:gd name="connsiteX2" fmla="*/ 0 w 68393"/>
                    <a:gd name="connsiteY2" fmla="*/ 34197 h 68393"/>
                    <a:gd name="connsiteX3" fmla="*/ 34197 w 68393"/>
                    <a:gd name="connsiteY3" fmla="*/ 0 h 68393"/>
                    <a:gd name="connsiteX4" fmla="*/ 68394 w 68393"/>
                    <a:gd name="connsiteY4" fmla="*/ 34197 h 68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393" h="68393">
                      <a:moveTo>
                        <a:pt x="68394" y="34197"/>
                      </a:moveTo>
                      <a:cubicBezTo>
                        <a:pt x="68394" y="53084"/>
                        <a:pt x="53083" y="68394"/>
                        <a:pt x="34197" y="68394"/>
                      </a:cubicBezTo>
                      <a:cubicBezTo>
                        <a:pt x="15310" y="68394"/>
                        <a:pt x="0" y="53084"/>
                        <a:pt x="0" y="34197"/>
                      </a:cubicBezTo>
                      <a:cubicBezTo>
                        <a:pt x="0" y="15311"/>
                        <a:pt x="15310" y="0"/>
                        <a:pt x="34197" y="0"/>
                      </a:cubicBezTo>
                      <a:cubicBezTo>
                        <a:pt x="53083" y="0"/>
                        <a:pt x="68394" y="15311"/>
                        <a:pt x="68394" y="34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3" name="Forme libre : forme 822">
                  <a:extLst>
                    <a:ext uri="{FF2B5EF4-FFF2-40B4-BE49-F238E27FC236}">
                      <a16:creationId xmlns:a16="http://schemas.microsoft.com/office/drawing/2014/main" id="{9A55C38F-8F25-45C0-92D0-2BCD73CA144A}"/>
                    </a:ext>
                  </a:extLst>
                </p:cNvPr>
                <p:cNvSpPr/>
                <p:nvPr/>
              </p:nvSpPr>
              <p:spPr>
                <a:xfrm>
                  <a:off x="7565462" y="2785312"/>
                  <a:ext cx="33543" cy="33543"/>
                </a:xfrm>
                <a:custGeom>
                  <a:avLst/>
                  <a:gdLst>
                    <a:gd name="connsiteX0" fmla="*/ 33544 w 33543"/>
                    <a:gd name="connsiteY0" fmla="*/ 16772 h 33543"/>
                    <a:gd name="connsiteX1" fmla="*/ 16772 w 33543"/>
                    <a:gd name="connsiteY1" fmla="*/ 33544 h 33543"/>
                    <a:gd name="connsiteX2" fmla="*/ 0 w 33543"/>
                    <a:gd name="connsiteY2" fmla="*/ 16772 h 33543"/>
                    <a:gd name="connsiteX3" fmla="*/ 16772 w 33543"/>
                    <a:gd name="connsiteY3" fmla="*/ 0 h 33543"/>
                    <a:gd name="connsiteX4" fmla="*/ 33544 w 33543"/>
                    <a:gd name="connsiteY4" fmla="*/ 16772 h 33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543" h="33543">
                      <a:moveTo>
                        <a:pt x="33544" y="16772"/>
                      </a:moveTo>
                      <a:cubicBezTo>
                        <a:pt x="33544" y="26035"/>
                        <a:pt x="26035" y="33544"/>
                        <a:pt x="16772" y="33544"/>
                      </a:cubicBezTo>
                      <a:cubicBezTo>
                        <a:pt x="7509" y="33544"/>
                        <a:pt x="0" y="26035"/>
                        <a:pt x="0" y="16772"/>
                      </a:cubicBezTo>
                      <a:cubicBezTo>
                        <a:pt x="0" y="7509"/>
                        <a:pt x="7509" y="0"/>
                        <a:pt x="16772" y="0"/>
                      </a:cubicBezTo>
                      <a:cubicBezTo>
                        <a:pt x="26035" y="0"/>
                        <a:pt x="33544" y="7509"/>
                        <a:pt x="33544" y="167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824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695628" y="2276212"/>
                <a:ext cx="170925" cy="202858"/>
                <a:chOff x="7695628" y="2276212"/>
                <a:chExt cx="170925" cy="202858"/>
              </a:xfrm>
              <a:solidFill>
                <a:schemeClr val="accent1"/>
              </a:solidFill>
            </p:grpSpPr>
            <p:sp>
              <p:nvSpPr>
                <p:cNvPr id="825" name="Forme libre : forme 824">
                  <a:extLst>
                    <a:ext uri="{FF2B5EF4-FFF2-40B4-BE49-F238E27FC236}">
                      <a16:creationId xmlns:a16="http://schemas.microsoft.com/office/drawing/2014/main" id="{F94FA7B5-B665-4959-BBA6-BD0A4BC8DE79}"/>
                    </a:ext>
                  </a:extLst>
                </p:cNvPr>
                <p:cNvSpPr/>
                <p:nvPr/>
              </p:nvSpPr>
              <p:spPr>
                <a:xfrm>
                  <a:off x="7695628" y="2276212"/>
                  <a:ext cx="170925" cy="202858"/>
                </a:xfrm>
                <a:custGeom>
                  <a:avLst/>
                  <a:gdLst>
                    <a:gd name="connsiteX0" fmla="*/ 31562 w 170925"/>
                    <a:gd name="connsiteY0" fmla="*/ 201545 h 202858"/>
                    <a:gd name="connsiteX1" fmla="*/ 158167 w 170925"/>
                    <a:gd name="connsiteY1" fmla="*/ 126835 h 202858"/>
                    <a:gd name="connsiteX2" fmla="*/ 114059 w 170925"/>
                    <a:gd name="connsiteY2" fmla="*/ 4695 h 202858"/>
                    <a:gd name="connsiteX3" fmla="*/ 87 w 170925"/>
                    <a:gd name="connsiteY3" fmla="*/ 107014 h 202858"/>
                    <a:gd name="connsiteX4" fmla="*/ 31562 w 170925"/>
                    <a:gd name="connsiteY4" fmla="*/ 201545 h 202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925" h="202858">
                      <a:moveTo>
                        <a:pt x="31562" y="201545"/>
                      </a:moveTo>
                      <a:cubicBezTo>
                        <a:pt x="54269" y="209223"/>
                        <a:pt x="130668" y="183086"/>
                        <a:pt x="158167" y="126835"/>
                      </a:cubicBezTo>
                      <a:cubicBezTo>
                        <a:pt x="185666" y="70584"/>
                        <a:pt x="167696" y="24843"/>
                        <a:pt x="114059" y="4695"/>
                      </a:cubicBezTo>
                      <a:cubicBezTo>
                        <a:pt x="60422" y="-15453"/>
                        <a:pt x="2102" y="31214"/>
                        <a:pt x="87" y="107014"/>
                      </a:cubicBezTo>
                      <a:cubicBezTo>
                        <a:pt x="-1927" y="182868"/>
                        <a:pt x="31562" y="201545"/>
                        <a:pt x="31562" y="201545"/>
                      </a:cubicBezTo>
                      <a:close/>
                    </a:path>
                  </a:pathLst>
                </a:custGeom>
                <a:solidFill>
                  <a:srgbClr val="9BAF2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6" name="Forme libre : forme 825">
                  <a:extLst>
                    <a:ext uri="{FF2B5EF4-FFF2-40B4-BE49-F238E27FC236}">
                      <a16:creationId xmlns:a16="http://schemas.microsoft.com/office/drawing/2014/main" id="{26D160B5-4360-42E6-A3FD-79466B150C5E}"/>
                    </a:ext>
                  </a:extLst>
                </p:cNvPr>
                <p:cNvSpPr/>
                <p:nvPr/>
              </p:nvSpPr>
              <p:spPr>
                <a:xfrm>
                  <a:off x="7695628" y="2276212"/>
                  <a:ext cx="170925" cy="202858"/>
                </a:xfrm>
                <a:custGeom>
                  <a:avLst/>
                  <a:gdLst>
                    <a:gd name="connsiteX0" fmla="*/ 31562 w 170925"/>
                    <a:gd name="connsiteY0" fmla="*/ 201545 h 202858"/>
                    <a:gd name="connsiteX1" fmla="*/ 158167 w 170925"/>
                    <a:gd name="connsiteY1" fmla="*/ 126835 h 202858"/>
                    <a:gd name="connsiteX2" fmla="*/ 114059 w 170925"/>
                    <a:gd name="connsiteY2" fmla="*/ 4695 h 202858"/>
                    <a:gd name="connsiteX3" fmla="*/ 87 w 170925"/>
                    <a:gd name="connsiteY3" fmla="*/ 107014 h 202858"/>
                    <a:gd name="connsiteX4" fmla="*/ 31562 w 170925"/>
                    <a:gd name="connsiteY4" fmla="*/ 201545 h 202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925" h="202858">
                      <a:moveTo>
                        <a:pt x="31562" y="201545"/>
                      </a:moveTo>
                      <a:cubicBezTo>
                        <a:pt x="54269" y="209223"/>
                        <a:pt x="130668" y="183086"/>
                        <a:pt x="158167" y="126835"/>
                      </a:cubicBezTo>
                      <a:cubicBezTo>
                        <a:pt x="185666" y="70584"/>
                        <a:pt x="167696" y="24843"/>
                        <a:pt x="114059" y="4695"/>
                      </a:cubicBezTo>
                      <a:cubicBezTo>
                        <a:pt x="60422" y="-15453"/>
                        <a:pt x="2102" y="31214"/>
                        <a:pt x="87" y="107014"/>
                      </a:cubicBezTo>
                      <a:cubicBezTo>
                        <a:pt x="-1927" y="182868"/>
                        <a:pt x="31562" y="201545"/>
                        <a:pt x="31562" y="201545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7" name="Forme libre : forme 826">
                  <a:extLst>
                    <a:ext uri="{FF2B5EF4-FFF2-40B4-BE49-F238E27FC236}">
                      <a16:creationId xmlns:a16="http://schemas.microsoft.com/office/drawing/2014/main" id="{E21B49BE-7836-4C82-AF46-FF09D32D7079}"/>
                    </a:ext>
                  </a:extLst>
                </p:cNvPr>
                <p:cNvSpPr/>
                <p:nvPr/>
              </p:nvSpPr>
              <p:spPr>
                <a:xfrm>
                  <a:off x="7708320" y="2295867"/>
                  <a:ext cx="141938" cy="101277"/>
                </a:xfrm>
                <a:custGeom>
                  <a:avLst/>
                  <a:gdLst>
                    <a:gd name="connsiteX0" fmla="*/ 107793 w 141938"/>
                    <a:gd name="connsiteY0" fmla="*/ 10741 h 101277"/>
                    <a:gd name="connsiteX1" fmla="*/ 52958 w 141938"/>
                    <a:gd name="connsiteY1" fmla="*/ 2192 h 101277"/>
                    <a:gd name="connsiteX2" fmla="*/ 35314 w 141938"/>
                    <a:gd name="connsiteY2" fmla="*/ 9925 h 101277"/>
                    <a:gd name="connsiteX3" fmla="*/ 19523 w 141938"/>
                    <a:gd name="connsiteY3" fmla="*/ 24573 h 101277"/>
                    <a:gd name="connsiteX4" fmla="*/ 8197 w 141938"/>
                    <a:gd name="connsiteY4" fmla="*/ 39983 h 101277"/>
                    <a:gd name="connsiteX5" fmla="*/ 954 w 141938"/>
                    <a:gd name="connsiteY5" fmla="*/ 69552 h 101277"/>
                    <a:gd name="connsiteX6" fmla="*/ 519 w 141938"/>
                    <a:gd name="connsiteY6" fmla="*/ 87467 h 101277"/>
                    <a:gd name="connsiteX7" fmla="*/ 6726 w 141938"/>
                    <a:gd name="connsiteY7" fmla="*/ 98739 h 101277"/>
                    <a:gd name="connsiteX8" fmla="*/ 20612 w 141938"/>
                    <a:gd name="connsiteY8" fmla="*/ 100590 h 101277"/>
                    <a:gd name="connsiteX9" fmla="*/ 33953 w 141938"/>
                    <a:gd name="connsiteY9" fmla="*/ 95145 h 101277"/>
                    <a:gd name="connsiteX10" fmla="*/ 70219 w 141938"/>
                    <a:gd name="connsiteY10" fmla="*/ 87794 h 101277"/>
                    <a:gd name="connsiteX11" fmla="*/ 92437 w 141938"/>
                    <a:gd name="connsiteY11" fmla="*/ 88992 h 101277"/>
                    <a:gd name="connsiteX12" fmla="*/ 120644 w 141938"/>
                    <a:gd name="connsiteY12" fmla="*/ 82838 h 101277"/>
                    <a:gd name="connsiteX13" fmla="*/ 140574 w 141938"/>
                    <a:gd name="connsiteY13" fmla="*/ 66176 h 101277"/>
                    <a:gd name="connsiteX14" fmla="*/ 138123 w 141938"/>
                    <a:gd name="connsiteY14" fmla="*/ 49513 h 101277"/>
                    <a:gd name="connsiteX15" fmla="*/ 107793 w 141938"/>
                    <a:gd name="connsiteY15" fmla="*/ 10741 h 101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41938" h="101277">
                      <a:moveTo>
                        <a:pt x="107793" y="10741"/>
                      </a:moveTo>
                      <a:cubicBezTo>
                        <a:pt x="91729" y="559"/>
                        <a:pt x="71363" y="-2600"/>
                        <a:pt x="52958" y="2192"/>
                      </a:cubicBezTo>
                      <a:cubicBezTo>
                        <a:pt x="46696" y="3826"/>
                        <a:pt x="40651" y="6331"/>
                        <a:pt x="35314" y="9925"/>
                      </a:cubicBezTo>
                      <a:cubicBezTo>
                        <a:pt x="29325" y="13954"/>
                        <a:pt x="24315" y="19182"/>
                        <a:pt x="19523" y="24573"/>
                      </a:cubicBezTo>
                      <a:cubicBezTo>
                        <a:pt x="15276" y="29365"/>
                        <a:pt x="11137" y="34320"/>
                        <a:pt x="8197" y="39983"/>
                      </a:cubicBezTo>
                      <a:cubicBezTo>
                        <a:pt x="3514" y="49077"/>
                        <a:pt x="2207" y="59423"/>
                        <a:pt x="954" y="69552"/>
                      </a:cubicBezTo>
                      <a:cubicBezTo>
                        <a:pt x="192" y="75487"/>
                        <a:pt x="-516" y="81586"/>
                        <a:pt x="519" y="87467"/>
                      </a:cubicBezTo>
                      <a:cubicBezTo>
                        <a:pt x="1281" y="91823"/>
                        <a:pt x="3133" y="96180"/>
                        <a:pt x="6726" y="98739"/>
                      </a:cubicBezTo>
                      <a:cubicBezTo>
                        <a:pt x="10647" y="101570"/>
                        <a:pt x="15929" y="101788"/>
                        <a:pt x="20612" y="100590"/>
                      </a:cubicBezTo>
                      <a:cubicBezTo>
                        <a:pt x="25295" y="99447"/>
                        <a:pt x="29543" y="97105"/>
                        <a:pt x="33953" y="95145"/>
                      </a:cubicBezTo>
                      <a:cubicBezTo>
                        <a:pt x="45334" y="90081"/>
                        <a:pt x="57804" y="87576"/>
                        <a:pt x="70219" y="87794"/>
                      </a:cubicBezTo>
                      <a:cubicBezTo>
                        <a:pt x="77625" y="87957"/>
                        <a:pt x="85031" y="89046"/>
                        <a:pt x="92437" y="88992"/>
                      </a:cubicBezTo>
                      <a:cubicBezTo>
                        <a:pt x="102129" y="88883"/>
                        <a:pt x="111768" y="86813"/>
                        <a:pt x="120644" y="82838"/>
                      </a:cubicBezTo>
                      <a:cubicBezTo>
                        <a:pt x="128213" y="79462"/>
                        <a:pt x="136708" y="73853"/>
                        <a:pt x="140574" y="66176"/>
                      </a:cubicBezTo>
                      <a:cubicBezTo>
                        <a:pt x="143623" y="60022"/>
                        <a:pt x="141009" y="55121"/>
                        <a:pt x="138123" y="49513"/>
                      </a:cubicBezTo>
                      <a:cubicBezTo>
                        <a:pt x="130119" y="34211"/>
                        <a:pt x="122931" y="20380"/>
                        <a:pt x="107793" y="10741"/>
                      </a:cubicBezTo>
                      <a:close/>
                    </a:path>
                  </a:pathLst>
                </a:custGeom>
                <a:solidFill>
                  <a:srgbClr val="AFBC3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8" name="Forme libre : forme 827">
                  <a:extLst>
                    <a:ext uri="{FF2B5EF4-FFF2-40B4-BE49-F238E27FC236}">
                      <a16:creationId xmlns:a16="http://schemas.microsoft.com/office/drawing/2014/main" id="{786DF2B7-1D01-4458-9DC1-9614ECE73A1D}"/>
                    </a:ext>
                  </a:extLst>
                </p:cNvPr>
                <p:cNvSpPr/>
                <p:nvPr/>
              </p:nvSpPr>
              <p:spPr>
                <a:xfrm>
                  <a:off x="7715464" y="2398715"/>
                  <a:ext cx="50559" cy="69278"/>
                </a:xfrm>
                <a:custGeom>
                  <a:avLst/>
                  <a:gdLst>
                    <a:gd name="connsiteX0" fmla="*/ 12107 w 50559"/>
                    <a:gd name="connsiteY0" fmla="*/ 62924 h 69278"/>
                    <a:gd name="connsiteX1" fmla="*/ 35032 w 50559"/>
                    <a:gd name="connsiteY1" fmla="*/ 67988 h 69278"/>
                    <a:gd name="connsiteX2" fmla="*/ 39606 w 50559"/>
                    <a:gd name="connsiteY2" fmla="*/ 65265 h 69278"/>
                    <a:gd name="connsiteX3" fmla="*/ 42220 w 50559"/>
                    <a:gd name="connsiteY3" fmla="*/ 52578 h 69278"/>
                    <a:gd name="connsiteX4" fmla="*/ 39824 w 50559"/>
                    <a:gd name="connsiteY4" fmla="*/ 28836 h 69278"/>
                    <a:gd name="connsiteX5" fmla="*/ 50388 w 50559"/>
                    <a:gd name="connsiteY5" fmla="*/ 5421 h 69278"/>
                    <a:gd name="connsiteX6" fmla="*/ 49735 w 50559"/>
                    <a:gd name="connsiteY6" fmla="*/ 1173 h 69278"/>
                    <a:gd name="connsiteX7" fmla="*/ 44779 w 50559"/>
                    <a:gd name="connsiteY7" fmla="*/ 84 h 69278"/>
                    <a:gd name="connsiteX8" fmla="*/ 6879 w 50559"/>
                    <a:gd name="connsiteY8" fmla="*/ 10594 h 69278"/>
                    <a:gd name="connsiteX9" fmla="*/ 1652 w 50559"/>
                    <a:gd name="connsiteY9" fmla="*/ 34444 h 69278"/>
                    <a:gd name="connsiteX10" fmla="*/ 12107 w 50559"/>
                    <a:gd name="connsiteY10" fmla="*/ 62924 h 69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0559" h="69278">
                      <a:moveTo>
                        <a:pt x="12107" y="62924"/>
                      </a:moveTo>
                      <a:cubicBezTo>
                        <a:pt x="17933" y="68805"/>
                        <a:pt x="27300" y="70874"/>
                        <a:pt x="35032" y="67988"/>
                      </a:cubicBezTo>
                      <a:cubicBezTo>
                        <a:pt x="36720" y="67389"/>
                        <a:pt x="38354" y="66518"/>
                        <a:pt x="39606" y="65265"/>
                      </a:cubicBezTo>
                      <a:cubicBezTo>
                        <a:pt x="42764" y="62053"/>
                        <a:pt x="42873" y="56988"/>
                        <a:pt x="42220" y="52578"/>
                      </a:cubicBezTo>
                      <a:cubicBezTo>
                        <a:pt x="41077" y="44627"/>
                        <a:pt x="38027" y="36623"/>
                        <a:pt x="39824" y="28836"/>
                      </a:cubicBezTo>
                      <a:cubicBezTo>
                        <a:pt x="41730" y="20450"/>
                        <a:pt x="48809" y="13861"/>
                        <a:pt x="50388" y="5421"/>
                      </a:cubicBezTo>
                      <a:cubicBezTo>
                        <a:pt x="50660" y="3950"/>
                        <a:pt x="50714" y="2262"/>
                        <a:pt x="49735" y="1173"/>
                      </a:cubicBezTo>
                      <a:cubicBezTo>
                        <a:pt x="48591" y="-134"/>
                        <a:pt x="46522" y="-79"/>
                        <a:pt x="44779" y="84"/>
                      </a:cubicBezTo>
                      <a:cubicBezTo>
                        <a:pt x="31547" y="1337"/>
                        <a:pt x="17661" y="2807"/>
                        <a:pt x="6879" y="10594"/>
                      </a:cubicBezTo>
                      <a:cubicBezTo>
                        <a:pt x="-2432" y="17346"/>
                        <a:pt x="-200" y="24915"/>
                        <a:pt x="1652" y="34444"/>
                      </a:cubicBezTo>
                      <a:cubicBezTo>
                        <a:pt x="3612" y="44137"/>
                        <a:pt x="4701" y="55464"/>
                        <a:pt x="12107" y="62924"/>
                      </a:cubicBezTo>
                      <a:close/>
                    </a:path>
                  </a:pathLst>
                </a:custGeom>
                <a:solidFill>
                  <a:srgbClr val="AFBC3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9" name="Forme libre : forme 828">
                  <a:extLst>
                    <a:ext uri="{FF2B5EF4-FFF2-40B4-BE49-F238E27FC236}">
                      <a16:creationId xmlns:a16="http://schemas.microsoft.com/office/drawing/2014/main" id="{FD27D8E5-A85B-4C03-BA4E-A67699D0437A}"/>
                    </a:ext>
                  </a:extLst>
                </p:cNvPr>
                <p:cNvSpPr/>
                <p:nvPr/>
              </p:nvSpPr>
              <p:spPr>
                <a:xfrm>
                  <a:off x="7813227" y="2313688"/>
                  <a:ext cx="32454" cy="32454"/>
                </a:xfrm>
                <a:custGeom>
                  <a:avLst/>
                  <a:gdLst>
                    <a:gd name="connsiteX0" fmla="*/ 32455 w 32454"/>
                    <a:gd name="connsiteY0" fmla="*/ 16227 h 32454"/>
                    <a:gd name="connsiteX1" fmla="*/ 16228 w 32454"/>
                    <a:gd name="connsiteY1" fmla="*/ 32454 h 32454"/>
                    <a:gd name="connsiteX2" fmla="*/ 1 w 32454"/>
                    <a:gd name="connsiteY2" fmla="*/ 16227 h 32454"/>
                    <a:gd name="connsiteX3" fmla="*/ 16228 w 32454"/>
                    <a:gd name="connsiteY3" fmla="*/ 0 h 32454"/>
                    <a:gd name="connsiteX4" fmla="*/ 32455 w 32454"/>
                    <a:gd name="connsiteY4" fmla="*/ 16227 h 32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54" h="32454">
                      <a:moveTo>
                        <a:pt x="32455" y="16227"/>
                      </a:moveTo>
                      <a:cubicBezTo>
                        <a:pt x="32455" y="25189"/>
                        <a:pt x="25189" y="32454"/>
                        <a:pt x="16228" y="32454"/>
                      </a:cubicBezTo>
                      <a:cubicBezTo>
                        <a:pt x="7266" y="32454"/>
                        <a:pt x="1" y="25189"/>
                        <a:pt x="1" y="16227"/>
                      </a:cubicBezTo>
                      <a:cubicBezTo>
                        <a:pt x="1" y="7265"/>
                        <a:pt x="7266" y="0"/>
                        <a:pt x="16228" y="0"/>
                      </a:cubicBezTo>
                      <a:cubicBezTo>
                        <a:pt x="25189" y="0"/>
                        <a:pt x="32455" y="7265"/>
                        <a:pt x="32455" y="162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0" name="Forme libre : forme 829">
                  <a:extLst>
                    <a:ext uri="{FF2B5EF4-FFF2-40B4-BE49-F238E27FC236}">
                      <a16:creationId xmlns:a16="http://schemas.microsoft.com/office/drawing/2014/main" id="{7CE21EC4-0FD7-418D-9A6B-7608A3277B66}"/>
                    </a:ext>
                  </a:extLst>
                </p:cNvPr>
                <p:cNvSpPr/>
                <p:nvPr/>
              </p:nvSpPr>
              <p:spPr>
                <a:xfrm>
                  <a:off x="7787416" y="2299149"/>
                  <a:ext cx="15900" cy="15900"/>
                </a:xfrm>
                <a:custGeom>
                  <a:avLst/>
                  <a:gdLst>
                    <a:gd name="connsiteX0" fmla="*/ 15901 w 15900"/>
                    <a:gd name="connsiteY0" fmla="*/ 7950 h 15900"/>
                    <a:gd name="connsiteX1" fmla="*/ 7951 w 15900"/>
                    <a:gd name="connsiteY1" fmla="*/ 15901 h 15900"/>
                    <a:gd name="connsiteX2" fmla="*/ 1 w 15900"/>
                    <a:gd name="connsiteY2" fmla="*/ 7950 h 15900"/>
                    <a:gd name="connsiteX3" fmla="*/ 7951 w 15900"/>
                    <a:gd name="connsiteY3" fmla="*/ 0 h 15900"/>
                    <a:gd name="connsiteX4" fmla="*/ 15901 w 15900"/>
                    <a:gd name="connsiteY4" fmla="*/ 7950 h 15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0" h="15900">
                      <a:moveTo>
                        <a:pt x="15901" y="7950"/>
                      </a:moveTo>
                      <a:cubicBezTo>
                        <a:pt x="15901" y="12341"/>
                        <a:pt x="12341" y="15901"/>
                        <a:pt x="7951" y="15901"/>
                      </a:cubicBezTo>
                      <a:cubicBezTo>
                        <a:pt x="3559" y="15901"/>
                        <a:pt x="1" y="12341"/>
                        <a:pt x="1" y="7950"/>
                      </a:cubicBezTo>
                      <a:cubicBezTo>
                        <a:pt x="1" y="3559"/>
                        <a:pt x="3560" y="0"/>
                        <a:pt x="7951" y="0"/>
                      </a:cubicBezTo>
                      <a:cubicBezTo>
                        <a:pt x="12342" y="0"/>
                        <a:pt x="15901" y="3559"/>
                        <a:pt x="15901" y="79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831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8002697" y="2018552"/>
              <a:ext cx="542659" cy="504855"/>
              <a:chOff x="8002697" y="2018552"/>
              <a:chExt cx="542659" cy="504855"/>
            </a:xfrm>
            <a:solidFill>
              <a:schemeClr val="accent1"/>
            </a:solidFill>
          </p:grpSpPr>
          <p:grpSp>
            <p:nvGrpSpPr>
              <p:cNvPr id="832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002697" y="2143047"/>
                <a:ext cx="403064" cy="380360"/>
                <a:chOff x="8002697" y="2143047"/>
                <a:chExt cx="403064" cy="380360"/>
              </a:xfrm>
              <a:solidFill>
                <a:schemeClr val="accent1"/>
              </a:solidFill>
            </p:grpSpPr>
            <p:sp>
              <p:nvSpPr>
                <p:cNvPr id="833" name="Forme libre : forme 832">
                  <a:extLst>
                    <a:ext uri="{FF2B5EF4-FFF2-40B4-BE49-F238E27FC236}">
                      <a16:creationId xmlns:a16="http://schemas.microsoft.com/office/drawing/2014/main" id="{7DFF7912-DD1D-42B4-BC8C-7D2DA39FEAC6}"/>
                    </a:ext>
                  </a:extLst>
                </p:cNvPr>
                <p:cNvSpPr/>
                <p:nvPr/>
              </p:nvSpPr>
              <p:spPr>
                <a:xfrm>
                  <a:off x="8002697" y="2143047"/>
                  <a:ext cx="403064" cy="380360"/>
                </a:xfrm>
                <a:custGeom>
                  <a:avLst/>
                  <a:gdLst>
                    <a:gd name="connsiteX0" fmla="*/ 385780 w 403064"/>
                    <a:gd name="connsiteY0" fmla="*/ 26011 h 380360"/>
                    <a:gd name="connsiteX1" fmla="*/ 78715 w 403064"/>
                    <a:gd name="connsiteY1" fmla="*/ 64619 h 380360"/>
                    <a:gd name="connsiteX2" fmla="*/ 61943 w 403064"/>
                    <a:gd name="connsiteY2" fmla="*/ 337487 h 380360"/>
                    <a:gd name="connsiteX3" fmla="*/ 367647 w 403064"/>
                    <a:gd name="connsiteY3" fmla="*/ 234950 h 380360"/>
                    <a:gd name="connsiteX4" fmla="*/ 385780 w 403064"/>
                    <a:gd name="connsiteY4" fmla="*/ 26011 h 380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3064" h="380360">
                      <a:moveTo>
                        <a:pt x="385780" y="26011"/>
                      </a:moveTo>
                      <a:cubicBezTo>
                        <a:pt x="348316" y="-7750"/>
                        <a:pt x="178855" y="-21091"/>
                        <a:pt x="78715" y="64619"/>
                      </a:cubicBezTo>
                      <a:cubicBezTo>
                        <a:pt x="-21426" y="150329"/>
                        <a:pt x="-24911" y="253737"/>
                        <a:pt x="61943" y="337487"/>
                      </a:cubicBezTo>
                      <a:cubicBezTo>
                        <a:pt x="148742" y="421237"/>
                        <a:pt x="300450" y="379798"/>
                        <a:pt x="367647" y="234950"/>
                      </a:cubicBezTo>
                      <a:cubicBezTo>
                        <a:pt x="434843" y="90103"/>
                        <a:pt x="385780" y="26011"/>
                        <a:pt x="385780" y="26011"/>
                      </a:cubicBezTo>
                      <a:close/>
                    </a:path>
                  </a:pathLst>
                </a:custGeom>
                <a:solidFill>
                  <a:srgbClr val="9BAF2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4" name="Forme libre : forme 833">
                  <a:extLst>
                    <a:ext uri="{FF2B5EF4-FFF2-40B4-BE49-F238E27FC236}">
                      <a16:creationId xmlns:a16="http://schemas.microsoft.com/office/drawing/2014/main" id="{7134522C-2D3A-41ED-A17A-F1CA0C17C5AE}"/>
                    </a:ext>
                  </a:extLst>
                </p:cNvPr>
                <p:cNvSpPr/>
                <p:nvPr/>
              </p:nvSpPr>
              <p:spPr>
                <a:xfrm>
                  <a:off x="8002697" y="2143047"/>
                  <a:ext cx="403064" cy="380360"/>
                </a:xfrm>
                <a:custGeom>
                  <a:avLst/>
                  <a:gdLst>
                    <a:gd name="connsiteX0" fmla="*/ 385780 w 403064"/>
                    <a:gd name="connsiteY0" fmla="*/ 26011 h 380360"/>
                    <a:gd name="connsiteX1" fmla="*/ 78715 w 403064"/>
                    <a:gd name="connsiteY1" fmla="*/ 64619 h 380360"/>
                    <a:gd name="connsiteX2" fmla="*/ 61943 w 403064"/>
                    <a:gd name="connsiteY2" fmla="*/ 337487 h 380360"/>
                    <a:gd name="connsiteX3" fmla="*/ 367647 w 403064"/>
                    <a:gd name="connsiteY3" fmla="*/ 234950 h 380360"/>
                    <a:gd name="connsiteX4" fmla="*/ 385780 w 403064"/>
                    <a:gd name="connsiteY4" fmla="*/ 26011 h 380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3064" h="380360">
                      <a:moveTo>
                        <a:pt x="385780" y="26011"/>
                      </a:moveTo>
                      <a:cubicBezTo>
                        <a:pt x="348316" y="-7750"/>
                        <a:pt x="178855" y="-21091"/>
                        <a:pt x="78715" y="64619"/>
                      </a:cubicBezTo>
                      <a:cubicBezTo>
                        <a:pt x="-21426" y="150329"/>
                        <a:pt x="-24911" y="253737"/>
                        <a:pt x="61943" y="337487"/>
                      </a:cubicBezTo>
                      <a:cubicBezTo>
                        <a:pt x="148742" y="421237"/>
                        <a:pt x="300450" y="379798"/>
                        <a:pt x="367647" y="234950"/>
                      </a:cubicBezTo>
                      <a:cubicBezTo>
                        <a:pt x="434843" y="90103"/>
                        <a:pt x="385780" y="26011"/>
                        <a:pt x="385780" y="26011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5" name="Forme libre : forme 834">
                  <a:extLst>
                    <a:ext uri="{FF2B5EF4-FFF2-40B4-BE49-F238E27FC236}">
                      <a16:creationId xmlns:a16="http://schemas.microsoft.com/office/drawing/2014/main" id="{83DB5C67-7BC1-4273-94BA-D2DC368E31CA}"/>
                    </a:ext>
                  </a:extLst>
                </p:cNvPr>
                <p:cNvSpPr/>
                <p:nvPr/>
              </p:nvSpPr>
              <p:spPr>
                <a:xfrm>
                  <a:off x="8047304" y="2275230"/>
                  <a:ext cx="299399" cy="214125"/>
                </a:xfrm>
                <a:custGeom>
                  <a:avLst/>
                  <a:gdLst>
                    <a:gd name="connsiteX0" fmla="*/ 26485 w 299399"/>
                    <a:gd name="connsiteY0" fmla="*/ 150251 h 214125"/>
                    <a:gd name="connsiteX1" fmla="*/ 125373 w 299399"/>
                    <a:gd name="connsiteY1" fmla="*/ 212546 h 214125"/>
                    <a:gd name="connsiteX2" fmla="*/ 165942 w 299399"/>
                    <a:gd name="connsiteY2" fmla="*/ 212274 h 214125"/>
                    <a:gd name="connsiteX3" fmla="*/ 208688 w 299399"/>
                    <a:gd name="connsiteY3" fmla="*/ 197190 h 214125"/>
                    <a:gd name="connsiteX4" fmla="*/ 243429 w 299399"/>
                    <a:gd name="connsiteY4" fmla="*/ 176879 h 214125"/>
                    <a:gd name="connsiteX5" fmla="*/ 282146 w 299399"/>
                    <a:gd name="connsiteY5" fmla="*/ 125747 h 214125"/>
                    <a:gd name="connsiteX6" fmla="*/ 297992 w 299399"/>
                    <a:gd name="connsiteY6" fmla="*/ 91441 h 214125"/>
                    <a:gd name="connsiteX7" fmla="*/ 295487 w 299399"/>
                    <a:gd name="connsiteY7" fmla="*/ 64432 h 214125"/>
                    <a:gd name="connsiteX8" fmla="*/ 270275 w 299399"/>
                    <a:gd name="connsiteY8" fmla="*/ 49239 h 214125"/>
                    <a:gd name="connsiteX9" fmla="*/ 239890 w 299399"/>
                    <a:gd name="connsiteY9" fmla="*/ 48640 h 214125"/>
                    <a:gd name="connsiteX10" fmla="*/ 163709 w 299399"/>
                    <a:gd name="connsiteY10" fmla="*/ 32522 h 214125"/>
                    <a:gd name="connsiteX11" fmla="*/ 121725 w 299399"/>
                    <a:gd name="connsiteY11" fmla="*/ 11666 h 214125"/>
                    <a:gd name="connsiteX12" fmla="*/ 62098 w 299399"/>
                    <a:gd name="connsiteY12" fmla="*/ 13 h 214125"/>
                    <a:gd name="connsiteX13" fmla="*/ 9659 w 299399"/>
                    <a:gd name="connsiteY13" fmla="*/ 15587 h 214125"/>
                    <a:gd name="connsiteX14" fmla="*/ 511 w 299399"/>
                    <a:gd name="connsiteY14" fmla="*/ 49893 h 214125"/>
                    <a:gd name="connsiteX15" fmla="*/ 26485 w 299399"/>
                    <a:gd name="connsiteY15" fmla="*/ 150251 h 214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99399" h="214125">
                      <a:moveTo>
                        <a:pt x="26485" y="150251"/>
                      </a:moveTo>
                      <a:cubicBezTo>
                        <a:pt x="49029" y="183413"/>
                        <a:pt x="85730" y="206502"/>
                        <a:pt x="125373" y="212546"/>
                      </a:cubicBezTo>
                      <a:cubicBezTo>
                        <a:pt x="138823" y="214616"/>
                        <a:pt x="152600" y="214779"/>
                        <a:pt x="165942" y="212274"/>
                      </a:cubicBezTo>
                      <a:cubicBezTo>
                        <a:pt x="180862" y="209551"/>
                        <a:pt x="194965" y="203616"/>
                        <a:pt x="208688" y="197190"/>
                      </a:cubicBezTo>
                      <a:cubicBezTo>
                        <a:pt x="220885" y="191527"/>
                        <a:pt x="233028" y="185374"/>
                        <a:pt x="243429" y="176879"/>
                      </a:cubicBezTo>
                      <a:cubicBezTo>
                        <a:pt x="260037" y="163266"/>
                        <a:pt x="271255" y="144316"/>
                        <a:pt x="282146" y="125747"/>
                      </a:cubicBezTo>
                      <a:cubicBezTo>
                        <a:pt x="288571" y="114856"/>
                        <a:pt x="295051" y="103748"/>
                        <a:pt x="297992" y="91441"/>
                      </a:cubicBezTo>
                      <a:cubicBezTo>
                        <a:pt x="300170" y="82456"/>
                        <a:pt x="300170" y="72437"/>
                        <a:pt x="295487" y="64432"/>
                      </a:cubicBezTo>
                      <a:cubicBezTo>
                        <a:pt x="290314" y="55719"/>
                        <a:pt x="280240" y="50927"/>
                        <a:pt x="270275" y="49239"/>
                      </a:cubicBezTo>
                      <a:cubicBezTo>
                        <a:pt x="260310" y="47551"/>
                        <a:pt x="250072" y="48531"/>
                        <a:pt x="239890" y="48640"/>
                      </a:cubicBezTo>
                      <a:cubicBezTo>
                        <a:pt x="213751" y="48913"/>
                        <a:pt x="187560" y="43358"/>
                        <a:pt x="163709" y="32522"/>
                      </a:cubicBezTo>
                      <a:cubicBezTo>
                        <a:pt x="149496" y="26042"/>
                        <a:pt x="136100" y="17711"/>
                        <a:pt x="121725" y="11666"/>
                      </a:cubicBezTo>
                      <a:cubicBezTo>
                        <a:pt x="102938" y="3716"/>
                        <a:pt x="82463" y="-259"/>
                        <a:pt x="62098" y="13"/>
                      </a:cubicBezTo>
                      <a:cubicBezTo>
                        <a:pt x="44618" y="231"/>
                        <a:pt x="23490" y="3988"/>
                        <a:pt x="9659" y="15587"/>
                      </a:cubicBezTo>
                      <a:cubicBezTo>
                        <a:pt x="-1450" y="24898"/>
                        <a:pt x="-361" y="36606"/>
                        <a:pt x="511" y="49893"/>
                      </a:cubicBezTo>
                      <a:cubicBezTo>
                        <a:pt x="2906" y="86377"/>
                        <a:pt x="5194" y="119049"/>
                        <a:pt x="26485" y="150251"/>
                      </a:cubicBezTo>
                      <a:close/>
                    </a:path>
                  </a:pathLst>
                </a:custGeom>
                <a:solidFill>
                  <a:srgbClr val="AFBC3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6" name="Forme libre : forme 835">
                  <a:extLst>
                    <a:ext uri="{FF2B5EF4-FFF2-40B4-BE49-F238E27FC236}">
                      <a16:creationId xmlns:a16="http://schemas.microsoft.com/office/drawing/2014/main" id="{DF7FAC43-552C-4585-A13F-0A598ED6387F}"/>
                    </a:ext>
                  </a:extLst>
                </p:cNvPr>
                <p:cNvSpPr/>
                <p:nvPr/>
              </p:nvSpPr>
              <p:spPr>
                <a:xfrm>
                  <a:off x="8249632" y="2170898"/>
                  <a:ext cx="128284" cy="136707"/>
                </a:xfrm>
                <a:custGeom>
                  <a:avLst/>
                  <a:gdLst>
                    <a:gd name="connsiteX0" fmla="*/ 124632 w 128284"/>
                    <a:gd name="connsiteY0" fmla="*/ 29036 h 136707"/>
                    <a:gd name="connsiteX1" fmla="*/ 84500 w 128284"/>
                    <a:gd name="connsiteY1" fmla="*/ 66 h 136707"/>
                    <a:gd name="connsiteX2" fmla="*/ 73391 w 128284"/>
                    <a:gd name="connsiteY2" fmla="*/ 1591 h 136707"/>
                    <a:gd name="connsiteX3" fmla="*/ 57708 w 128284"/>
                    <a:gd name="connsiteY3" fmla="*/ 23971 h 136707"/>
                    <a:gd name="connsiteX4" fmla="*/ 42516 w 128284"/>
                    <a:gd name="connsiteY4" fmla="*/ 71891 h 136707"/>
                    <a:gd name="connsiteX5" fmla="*/ 2547 w 128284"/>
                    <a:gd name="connsiteY5" fmla="*/ 108320 h 136707"/>
                    <a:gd name="connsiteX6" fmla="*/ 314 w 128284"/>
                    <a:gd name="connsiteY6" fmla="*/ 117087 h 136707"/>
                    <a:gd name="connsiteX7" fmla="*/ 8972 w 128284"/>
                    <a:gd name="connsiteY7" fmla="*/ 123350 h 136707"/>
                    <a:gd name="connsiteX8" fmla="*/ 90980 w 128284"/>
                    <a:gd name="connsiteY8" fmla="*/ 134676 h 136707"/>
                    <a:gd name="connsiteX9" fmla="*/ 120929 w 128284"/>
                    <a:gd name="connsiteY9" fmla="*/ 92964 h 136707"/>
                    <a:gd name="connsiteX10" fmla="*/ 124632 w 128284"/>
                    <a:gd name="connsiteY10" fmla="*/ 29036 h 13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8284" h="136707">
                      <a:moveTo>
                        <a:pt x="124632" y="29036"/>
                      </a:moveTo>
                      <a:cubicBezTo>
                        <a:pt x="118261" y="12808"/>
                        <a:pt x="101925" y="1046"/>
                        <a:pt x="84500" y="66"/>
                      </a:cubicBezTo>
                      <a:cubicBezTo>
                        <a:pt x="80742" y="-152"/>
                        <a:pt x="76876" y="121"/>
                        <a:pt x="73391" y="1591"/>
                      </a:cubicBezTo>
                      <a:cubicBezTo>
                        <a:pt x="64624" y="5130"/>
                        <a:pt x="60159" y="14823"/>
                        <a:pt x="57708" y="23971"/>
                      </a:cubicBezTo>
                      <a:cubicBezTo>
                        <a:pt x="53352" y="40308"/>
                        <a:pt x="52481" y="58277"/>
                        <a:pt x="42516" y="71891"/>
                      </a:cubicBezTo>
                      <a:cubicBezTo>
                        <a:pt x="31843" y="86539"/>
                        <a:pt x="12675" y="93291"/>
                        <a:pt x="2547" y="108320"/>
                      </a:cubicBezTo>
                      <a:cubicBezTo>
                        <a:pt x="804" y="110934"/>
                        <a:pt x="-666" y="114147"/>
                        <a:pt x="314" y="117087"/>
                      </a:cubicBezTo>
                      <a:cubicBezTo>
                        <a:pt x="1458" y="120627"/>
                        <a:pt x="5433" y="122206"/>
                        <a:pt x="8972" y="123350"/>
                      </a:cubicBezTo>
                      <a:cubicBezTo>
                        <a:pt x="35546" y="132008"/>
                        <a:pt x="63699" y="140775"/>
                        <a:pt x="90980" y="134676"/>
                      </a:cubicBezTo>
                      <a:cubicBezTo>
                        <a:pt x="114558" y="129449"/>
                        <a:pt x="116628" y="112895"/>
                        <a:pt x="120929" y="92964"/>
                      </a:cubicBezTo>
                      <a:cubicBezTo>
                        <a:pt x="125449" y="72381"/>
                        <a:pt x="132746" y="49674"/>
                        <a:pt x="124632" y="29036"/>
                      </a:cubicBezTo>
                      <a:close/>
                    </a:path>
                  </a:pathLst>
                </a:custGeom>
                <a:solidFill>
                  <a:srgbClr val="AFBC3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7" name="Forme libre : forme 836">
                  <a:extLst>
                    <a:ext uri="{FF2B5EF4-FFF2-40B4-BE49-F238E27FC236}">
                      <a16:creationId xmlns:a16="http://schemas.microsoft.com/office/drawing/2014/main" id="{99FCCB1C-B4A8-432F-8BC7-D1E261AFC16E}"/>
                    </a:ext>
                  </a:extLst>
                </p:cNvPr>
                <p:cNvSpPr/>
                <p:nvPr/>
              </p:nvSpPr>
              <p:spPr>
                <a:xfrm>
                  <a:off x="8033275" y="2335143"/>
                  <a:ext cx="68393" cy="68393"/>
                </a:xfrm>
                <a:custGeom>
                  <a:avLst/>
                  <a:gdLst>
                    <a:gd name="connsiteX0" fmla="*/ 68394 w 68393"/>
                    <a:gd name="connsiteY0" fmla="*/ 34197 h 68393"/>
                    <a:gd name="connsiteX1" fmla="*/ 34197 w 68393"/>
                    <a:gd name="connsiteY1" fmla="*/ 68394 h 68393"/>
                    <a:gd name="connsiteX2" fmla="*/ -1 w 68393"/>
                    <a:gd name="connsiteY2" fmla="*/ 34197 h 68393"/>
                    <a:gd name="connsiteX3" fmla="*/ 34197 w 68393"/>
                    <a:gd name="connsiteY3" fmla="*/ 0 h 68393"/>
                    <a:gd name="connsiteX4" fmla="*/ 68394 w 68393"/>
                    <a:gd name="connsiteY4" fmla="*/ 34197 h 68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393" h="68393">
                      <a:moveTo>
                        <a:pt x="68394" y="34197"/>
                      </a:moveTo>
                      <a:cubicBezTo>
                        <a:pt x="68394" y="53084"/>
                        <a:pt x="53083" y="68394"/>
                        <a:pt x="34197" y="68394"/>
                      </a:cubicBezTo>
                      <a:cubicBezTo>
                        <a:pt x="15310" y="68394"/>
                        <a:pt x="-1" y="53084"/>
                        <a:pt x="-1" y="34197"/>
                      </a:cubicBezTo>
                      <a:cubicBezTo>
                        <a:pt x="-1" y="15310"/>
                        <a:pt x="15310" y="0"/>
                        <a:pt x="34197" y="0"/>
                      </a:cubicBezTo>
                      <a:cubicBezTo>
                        <a:pt x="53083" y="0"/>
                        <a:pt x="68394" y="15310"/>
                        <a:pt x="68394" y="34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8" name="Forme libre : forme 837">
                  <a:extLst>
                    <a:ext uri="{FF2B5EF4-FFF2-40B4-BE49-F238E27FC236}">
                      <a16:creationId xmlns:a16="http://schemas.microsoft.com/office/drawing/2014/main" id="{81CEAF44-2301-4A04-82B4-6ADC6937DABC}"/>
                    </a:ext>
                  </a:extLst>
                </p:cNvPr>
                <p:cNvSpPr/>
                <p:nvPr/>
              </p:nvSpPr>
              <p:spPr>
                <a:xfrm>
                  <a:off x="8097476" y="2425100"/>
                  <a:ext cx="33543" cy="33543"/>
                </a:xfrm>
                <a:custGeom>
                  <a:avLst/>
                  <a:gdLst>
                    <a:gd name="connsiteX0" fmla="*/ 33543 w 33543"/>
                    <a:gd name="connsiteY0" fmla="*/ 16772 h 33543"/>
                    <a:gd name="connsiteX1" fmla="*/ 16772 w 33543"/>
                    <a:gd name="connsiteY1" fmla="*/ 33544 h 33543"/>
                    <a:gd name="connsiteX2" fmla="*/ 0 w 33543"/>
                    <a:gd name="connsiteY2" fmla="*/ 16772 h 33543"/>
                    <a:gd name="connsiteX3" fmla="*/ 16772 w 33543"/>
                    <a:gd name="connsiteY3" fmla="*/ 0 h 33543"/>
                    <a:gd name="connsiteX4" fmla="*/ 33543 w 33543"/>
                    <a:gd name="connsiteY4" fmla="*/ 16772 h 33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543" h="33543">
                      <a:moveTo>
                        <a:pt x="33543" y="16772"/>
                      </a:moveTo>
                      <a:cubicBezTo>
                        <a:pt x="33543" y="26035"/>
                        <a:pt x="26035" y="33544"/>
                        <a:pt x="16772" y="33544"/>
                      </a:cubicBezTo>
                      <a:cubicBezTo>
                        <a:pt x="7509" y="33544"/>
                        <a:pt x="0" y="26035"/>
                        <a:pt x="0" y="16772"/>
                      </a:cubicBezTo>
                      <a:cubicBezTo>
                        <a:pt x="0" y="7509"/>
                        <a:pt x="7509" y="0"/>
                        <a:pt x="16772" y="0"/>
                      </a:cubicBezTo>
                      <a:cubicBezTo>
                        <a:pt x="26035" y="0"/>
                        <a:pt x="33543" y="7509"/>
                        <a:pt x="33543" y="167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839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356158" y="2018552"/>
                <a:ext cx="189198" cy="182808"/>
                <a:chOff x="8356158" y="2018552"/>
                <a:chExt cx="189198" cy="182808"/>
              </a:xfrm>
              <a:solidFill>
                <a:schemeClr val="accent1"/>
              </a:solidFill>
            </p:grpSpPr>
            <p:sp>
              <p:nvSpPr>
                <p:cNvPr id="840" name="Forme libre : forme 839">
                  <a:extLst>
                    <a:ext uri="{FF2B5EF4-FFF2-40B4-BE49-F238E27FC236}">
                      <a16:creationId xmlns:a16="http://schemas.microsoft.com/office/drawing/2014/main" id="{BC624FAF-4BD3-453B-B1E0-6C71D9FE39DA}"/>
                    </a:ext>
                  </a:extLst>
                </p:cNvPr>
                <p:cNvSpPr/>
                <p:nvPr/>
              </p:nvSpPr>
              <p:spPr>
                <a:xfrm>
                  <a:off x="8356158" y="2018552"/>
                  <a:ext cx="189198" cy="182808"/>
                </a:xfrm>
                <a:custGeom>
                  <a:avLst/>
                  <a:gdLst>
                    <a:gd name="connsiteX0" fmla="*/ 9666 w 189198"/>
                    <a:gd name="connsiteY0" fmla="*/ 172506 h 182808"/>
                    <a:gd name="connsiteX1" fmla="*/ 154622 w 189198"/>
                    <a:gd name="connsiteY1" fmla="*/ 148110 h 182808"/>
                    <a:gd name="connsiteX2" fmla="*/ 157236 w 189198"/>
                    <a:gd name="connsiteY2" fmla="*/ 18293 h 182808"/>
                    <a:gd name="connsiteX3" fmla="*/ 14186 w 189198"/>
                    <a:gd name="connsiteY3" fmla="*/ 72964 h 182808"/>
                    <a:gd name="connsiteX4" fmla="*/ 9666 w 189198"/>
                    <a:gd name="connsiteY4" fmla="*/ 172506 h 18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198" h="182808">
                      <a:moveTo>
                        <a:pt x="9666" y="172506"/>
                      </a:moveTo>
                      <a:cubicBezTo>
                        <a:pt x="28126" y="187807"/>
                        <a:pt x="108772" y="190748"/>
                        <a:pt x="154622" y="148110"/>
                      </a:cubicBezTo>
                      <a:cubicBezTo>
                        <a:pt x="200472" y="105473"/>
                        <a:pt x="200091" y="56301"/>
                        <a:pt x="157236" y="18293"/>
                      </a:cubicBezTo>
                      <a:cubicBezTo>
                        <a:pt x="114381" y="-19716"/>
                        <a:pt x="43209" y="2937"/>
                        <a:pt x="14186" y="72964"/>
                      </a:cubicBezTo>
                      <a:cubicBezTo>
                        <a:pt x="-14839" y="142992"/>
                        <a:pt x="9666" y="172506"/>
                        <a:pt x="9666" y="172506"/>
                      </a:cubicBezTo>
                      <a:close/>
                    </a:path>
                  </a:pathLst>
                </a:custGeom>
                <a:solidFill>
                  <a:srgbClr val="9BAF2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1" name="Forme libre : forme 840">
                  <a:extLst>
                    <a:ext uri="{FF2B5EF4-FFF2-40B4-BE49-F238E27FC236}">
                      <a16:creationId xmlns:a16="http://schemas.microsoft.com/office/drawing/2014/main" id="{04A5A142-CAB7-4658-826A-7BD9497D39F6}"/>
                    </a:ext>
                  </a:extLst>
                </p:cNvPr>
                <p:cNvSpPr/>
                <p:nvPr/>
              </p:nvSpPr>
              <p:spPr>
                <a:xfrm>
                  <a:off x="8356158" y="2018552"/>
                  <a:ext cx="189198" cy="182808"/>
                </a:xfrm>
                <a:custGeom>
                  <a:avLst/>
                  <a:gdLst>
                    <a:gd name="connsiteX0" fmla="*/ 9666 w 189198"/>
                    <a:gd name="connsiteY0" fmla="*/ 172506 h 182808"/>
                    <a:gd name="connsiteX1" fmla="*/ 154622 w 189198"/>
                    <a:gd name="connsiteY1" fmla="*/ 148110 h 182808"/>
                    <a:gd name="connsiteX2" fmla="*/ 157236 w 189198"/>
                    <a:gd name="connsiteY2" fmla="*/ 18293 h 182808"/>
                    <a:gd name="connsiteX3" fmla="*/ 14186 w 189198"/>
                    <a:gd name="connsiteY3" fmla="*/ 72964 h 182808"/>
                    <a:gd name="connsiteX4" fmla="*/ 9666 w 189198"/>
                    <a:gd name="connsiteY4" fmla="*/ 172506 h 18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198" h="182808">
                      <a:moveTo>
                        <a:pt x="9666" y="172506"/>
                      </a:moveTo>
                      <a:cubicBezTo>
                        <a:pt x="28126" y="187807"/>
                        <a:pt x="108772" y="190748"/>
                        <a:pt x="154622" y="148110"/>
                      </a:cubicBezTo>
                      <a:cubicBezTo>
                        <a:pt x="200472" y="105473"/>
                        <a:pt x="200091" y="56301"/>
                        <a:pt x="157236" y="18293"/>
                      </a:cubicBezTo>
                      <a:cubicBezTo>
                        <a:pt x="114381" y="-19716"/>
                        <a:pt x="43209" y="2937"/>
                        <a:pt x="14186" y="72964"/>
                      </a:cubicBezTo>
                      <a:cubicBezTo>
                        <a:pt x="-14839" y="142992"/>
                        <a:pt x="9666" y="172506"/>
                        <a:pt x="9666" y="172506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2" name="Forme libre : forme 841">
                  <a:extLst>
                    <a:ext uri="{FF2B5EF4-FFF2-40B4-BE49-F238E27FC236}">
                      <a16:creationId xmlns:a16="http://schemas.microsoft.com/office/drawing/2014/main" id="{C13FE96F-6BD4-4F07-8FA1-F0BA672F32E4}"/>
                    </a:ext>
                  </a:extLst>
                </p:cNvPr>
                <p:cNvSpPr/>
                <p:nvPr/>
              </p:nvSpPr>
              <p:spPr>
                <a:xfrm>
                  <a:off x="8381964" y="2035146"/>
                  <a:ext cx="142924" cy="100150"/>
                </a:xfrm>
                <a:custGeom>
                  <a:avLst/>
                  <a:gdLst>
                    <a:gd name="connsiteX0" fmla="*/ 128162 w 142924"/>
                    <a:gd name="connsiteY0" fmla="*/ 28000 h 100150"/>
                    <a:gd name="connsiteX1" fmla="*/ 80025 w 142924"/>
                    <a:gd name="connsiteY1" fmla="*/ 392 h 100150"/>
                    <a:gd name="connsiteX2" fmla="*/ 60748 w 142924"/>
                    <a:gd name="connsiteY2" fmla="*/ 1318 h 100150"/>
                    <a:gd name="connsiteX3" fmla="*/ 40764 w 142924"/>
                    <a:gd name="connsiteY3" fmla="*/ 9322 h 100150"/>
                    <a:gd name="connsiteX4" fmla="*/ 24700 w 142924"/>
                    <a:gd name="connsiteY4" fmla="*/ 19669 h 100150"/>
                    <a:gd name="connsiteX5" fmla="*/ 7330 w 142924"/>
                    <a:gd name="connsiteY5" fmla="*/ 44717 h 100150"/>
                    <a:gd name="connsiteX6" fmla="*/ 468 w 142924"/>
                    <a:gd name="connsiteY6" fmla="*/ 61326 h 100150"/>
                    <a:gd name="connsiteX7" fmla="*/ 2211 w 142924"/>
                    <a:gd name="connsiteY7" fmla="*/ 74068 h 100150"/>
                    <a:gd name="connsiteX8" fmla="*/ 14463 w 142924"/>
                    <a:gd name="connsiteY8" fmla="*/ 80766 h 100150"/>
                    <a:gd name="connsiteX9" fmla="*/ 28893 w 142924"/>
                    <a:gd name="connsiteY9" fmla="*/ 80439 h 100150"/>
                    <a:gd name="connsiteX10" fmla="*/ 65377 w 142924"/>
                    <a:gd name="connsiteY10" fmla="*/ 86592 h 100150"/>
                    <a:gd name="connsiteX11" fmla="*/ 85689 w 142924"/>
                    <a:gd name="connsiteY11" fmla="*/ 95686 h 100150"/>
                    <a:gd name="connsiteX12" fmla="*/ 114222 w 142924"/>
                    <a:gd name="connsiteY12" fmla="*/ 100042 h 100150"/>
                    <a:gd name="connsiteX13" fmla="*/ 138781 w 142924"/>
                    <a:gd name="connsiteY13" fmla="*/ 91602 h 100150"/>
                    <a:gd name="connsiteX14" fmla="*/ 142429 w 142924"/>
                    <a:gd name="connsiteY14" fmla="*/ 75157 h 100150"/>
                    <a:gd name="connsiteX15" fmla="*/ 128162 w 142924"/>
                    <a:gd name="connsiteY15" fmla="*/ 28000 h 100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42924" h="100150">
                      <a:moveTo>
                        <a:pt x="128162" y="28000"/>
                      </a:moveTo>
                      <a:cubicBezTo>
                        <a:pt x="116782" y="12698"/>
                        <a:pt x="98921" y="2461"/>
                        <a:pt x="80025" y="392"/>
                      </a:cubicBezTo>
                      <a:cubicBezTo>
                        <a:pt x="73600" y="-316"/>
                        <a:pt x="67065" y="-98"/>
                        <a:pt x="60748" y="1318"/>
                      </a:cubicBezTo>
                      <a:cubicBezTo>
                        <a:pt x="53724" y="2897"/>
                        <a:pt x="47135" y="6001"/>
                        <a:pt x="40764" y="9322"/>
                      </a:cubicBezTo>
                      <a:cubicBezTo>
                        <a:pt x="35101" y="12263"/>
                        <a:pt x="29437" y="15421"/>
                        <a:pt x="24700" y="19669"/>
                      </a:cubicBezTo>
                      <a:cubicBezTo>
                        <a:pt x="17077" y="26475"/>
                        <a:pt x="12121" y="35678"/>
                        <a:pt x="7330" y="44717"/>
                      </a:cubicBezTo>
                      <a:cubicBezTo>
                        <a:pt x="4498" y="49999"/>
                        <a:pt x="1666" y="55390"/>
                        <a:pt x="468" y="61326"/>
                      </a:cubicBezTo>
                      <a:cubicBezTo>
                        <a:pt x="-403" y="65628"/>
                        <a:pt x="-185" y="70420"/>
                        <a:pt x="2211" y="74068"/>
                      </a:cubicBezTo>
                      <a:cubicBezTo>
                        <a:pt x="4825" y="78098"/>
                        <a:pt x="9725" y="80167"/>
                        <a:pt x="14463" y="80766"/>
                      </a:cubicBezTo>
                      <a:cubicBezTo>
                        <a:pt x="19200" y="81365"/>
                        <a:pt x="24101" y="80711"/>
                        <a:pt x="28893" y="80439"/>
                      </a:cubicBezTo>
                      <a:cubicBezTo>
                        <a:pt x="41309" y="79786"/>
                        <a:pt x="53833" y="81909"/>
                        <a:pt x="65377" y="86592"/>
                      </a:cubicBezTo>
                      <a:cubicBezTo>
                        <a:pt x="72239" y="89369"/>
                        <a:pt x="78773" y="93072"/>
                        <a:pt x="85689" y="95686"/>
                      </a:cubicBezTo>
                      <a:cubicBezTo>
                        <a:pt x="94782" y="99062"/>
                        <a:pt x="104529" y="100587"/>
                        <a:pt x="114222" y="100042"/>
                      </a:cubicBezTo>
                      <a:cubicBezTo>
                        <a:pt x="122499" y="99607"/>
                        <a:pt x="132464" y="97374"/>
                        <a:pt x="138781" y="91602"/>
                      </a:cubicBezTo>
                      <a:cubicBezTo>
                        <a:pt x="143845" y="86973"/>
                        <a:pt x="143137" y="81419"/>
                        <a:pt x="142429" y="75157"/>
                      </a:cubicBezTo>
                      <a:cubicBezTo>
                        <a:pt x="140578" y="57841"/>
                        <a:pt x="138836" y="42376"/>
                        <a:pt x="128162" y="28000"/>
                      </a:cubicBezTo>
                      <a:close/>
                    </a:path>
                  </a:pathLst>
                </a:custGeom>
                <a:solidFill>
                  <a:srgbClr val="AFBC3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3" name="Forme libre : forme 842">
                  <a:extLst>
                    <a:ext uri="{FF2B5EF4-FFF2-40B4-BE49-F238E27FC236}">
                      <a16:creationId xmlns:a16="http://schemas.microsoft.com/office/drawing/2014/main" id="{8CD83C00-6CA8-405F-A2D4-3A9CB3A3047A}"/>
                    </a:ext>
                  </a:extLst>
                </p:cNvPr>
                <p:cNvSpPr/>
                <p:nvPr/>
              </p:nvSpPr>
              <p:spPr>
                <a:xfrm>
                  <a:off x="8369746" y="2124003"/>
                  <a:ext cx="59554" cy="65095"/>
                </a:xfrm>
                <a:custGeom>
                  <a:avLst/>
                  <a:gdLst>
                    <a:gd name="connsiteX0" fmla="*/ 2177 w 59554"/>
                    <a:gd name="connsiteY0" fmla="*/ 52135 h 65095"/>
                    <a:gd name="connsiteX1" fmla="*/ 21780 w 59554"/>
                    <a:gd name="connsiteY1" fmla="*/ 65095 h 65095"/>
                    <a:gd name="connsiteX2" fmla="*/ 27008 w 59554"/>
                    <a:gd name="connsiteY2" fmla="*/ 64169 h 65095"/>
                    <a:gd name="connsiteX3" fmla="*/ 33978 w 59554"/>
                    <a:gd name="connsiteY3" fmla="*/ 53224 h 65095"/>
                    <a:gd name="connsiteX4" fmla="*/ 40240 w 59554"/>
                    <a:gd name="connsiteY4" fmla="*/ 30190 h 65095"/>
                    <a:gd name="connsiteX5" fmla="*/ 58482 w 59554"/>
                    <a:gd name="connsiteY5" fmla="*/ 12111 h 65095"/>
                    <a:gd name="connsiteX6" fmla="*/ 59353 w 59554"/>
                    <a:gd name="connsiteY6" fmla="*/ 7919 h 65095"/>
                    <a:gd name="connsiteX7" fmla="*/ 55106 w 59554"/>
                    <a:gd name="connsiteY7" fmla="*/ 5141 h 65095"/>
                    <a:gd name="connsiteX8" fmla="*/ 15953 w 59554"/>
                    <a:gd name="connsiteY8" fmla="*/ 1384 h 65095"/>
                    <a:gd name="connsiteX9" fmla="*/ 2558 w 59554"/>
                    <a:gd name="connsiteY9" fmla="*/ 21804 h 65095"/>
                    <a:gd name="connsiteX10" fmla="*/ 2177 w 59554"/>
                    <a:gd name="connsiteY10" fmla="*/ 52135 h 65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9554" h="65095">
                      <a:moveTo>
                        <a:pt x="2177" y="52135"/>
                      </a:moveTo>
                      <a:cubicBezTo>
                        <a:pt x="5499" y="59704"/>
                        <a:pt x="13503" y="64986"/>
                        <a:pt x="21780" y="65095"/>
                      </a:cubicBezTo>
                      <a:cubicBezTo>
                        <a:pt x="23577" y="65095"/>
                        <a:pt x="25374" y="64932"/>
                        <a:pt x="27008" y="64169"/>
                      </a:cubicBezTo>
                      <a:cubicBezTo>
                        <a:pt x="31092" y="62318"/>
                        <a:pt x="32998" y="57635"/>
                        <a:pt x="33978" y="53224"/>
                      </a:cubicBezTo>
                      <a:cubicBezTo>
                        <a:pt x="35720" y="45383"/>
                        <a:pt x="35775" y="36834"/>
                        <a:pt x="40240" y="30190"/>
                      </a:cubicBezTo>
                      <a:cubicBezTo>
                        <a:pt x="45032" y="23057"/>
                        <a:pt x="54017" y="19463"/>
                        <a:pt x="58482" y="12111"/>
                      </a:cubicBezTo>
                      <a:cubicBezTo>
                        <a:pt x="59245" y="10859"/>
                        <a:pt x="59898" y="9280"/>
                        <a:pt x="59353" y="7919"/>
                      </a:cubicBezTo>
                      <a:cubicBezTo>
                        <a:pt x="58754" y="6285"/>
                        <a:pt x="56794" y="5577"/>
                        <a:pt x="55106" y="5141"/>
                      </a:cubicBezTo>
                      <a:cubicBezTo>
                        <a:pt x="42309" y="1547"/>
                        <a:pt x="28805" y="-2047"/>
                        <a:pt x="15953" y="1384"/>
                      </a:cubicBezTo>
                      <a:cubicBezTo>
                        <a:pt x="4845" y="4325"/>
                        <a:pt x="4246" y="12220"/>
                        <a:pt x="2558" y="21804"/>
                      </a:cubicBezTo>
                      <a:cubicBezTo>
                        <a:pt x="924" y="31551"/>
                        <a:pt x="-2070" y="42497"/>
                        <a:pt x="2177" y="52135"/>
                      </a:cubicBezTo>
                      <a:close/>
                    </a:path>
                  </a:pathLst>
                </a:custGeom>
                <a:solidFill>
                  <a:srgbClr val="AFBC3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4" name="Forme libre : forme 843">
                  <a:extLst>
                    <a:ext uri="{FF2B5EF4-FFF2-40B4-BE49-F238E27FC236}">
                      <a16:creationId xmlns:a16="http://schemas.microsoft.com/office/drawing/2014/main" id="{C9155711-08F0-4E57-8924-AC90E8CB20A1}"/>
                    </a:ext>
                  </a:extLst>
                </p:cNvPr>
                <p:cNvSpPr/>
                <p:nvPr/>
              </p:nvSpPr>
              <p:spPr>
                <a:xfrm>
                  <a:off x="8497984" y="2073438"/>
                  <a:ext cx="32454" cy="32454"/>
                </a:xfrm>
                <a:custGeom>
                  <a:avLst/>
                  <a:gdLst>
                    <a:gd name="connsiteX0" fmla="*/ 32455 w 32454"/>
                    <a:gd name="connsiteY0" fmla="*/ 16227 h 32454"/>
                    <a:gd name="connsiteX1" fmla="*/ 16228 w 32454"/>
                    <a:gd name="connsiteY1" fmla="*/ 32454 h 32454"/>
                    <a:gd name="connsiteX2" fmla="*/ 1 w 32454"/>
                    <a:gd name="connsiteY2" fmla="*/ 16227 h 32454"/>
                    <a:gd name="connsiteX3" fmla="*/ 16228 w 32454"/>
                    <a:gd name="connsiteY3" fmla="*/ 0 h 32454"/>
                    <a:gd name="connsiteX4" fmla="*/ 32455 w 32454"/>
                    <a:gd name="connsiteY4" fmla="*/ 16227 h 32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54" h="32454">
                      <a:moveTo>
                        <a:pt x="32455" y="16227"/>
                      </a:moveTo>
                      <a:cubicBezTo>
                        <a:pt x="32455" y="25189"/>
                        <a:pt x="25189" y="32454"/>
                        <a:pt x="16228" y="32454"/>
                      </a:cubicBezTo>
                      <a:cubicBezTo>
                        <a:pt x="7266" y="32454"/>
                        <a:pt x="1" y="25189"/>
                        <a:pt x="1" y="16227"/>
                      </a:cubicBezTo>
                      <a:cubicBezTo>
                        <a:pt x="1" y="7265"/>
                        <a:pt x="7266" y="0"/>
                        <a:pt x="16228" y="0"/>
                      </a:cubicBezTo>
                      <a:cubicBezTo>
                        <a:pt x="25189" y="0"/>
                        <a:pt x="32455" y="7265"/>
                        <a:pt x="32455" y="162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5" name="Forme libre : forme 844">
                  <a:extLst>
                    <a:ext uri="{FF2B5EF4-FFF2-40B4-BE49-F238E27FC236}">
                      <a16:creationId xmlns:a16="http://schemas.microsoft.com/office/drawing/2014/main" id="{313E089B-260B-4D86-A220-1000BFCC4EEE}"/>
                    </a:ext>
                  </a:extLst>
                </p:cNvPr>
                <p:cNvSpPr/>
                <p:nvPr/>
              </p:nvSpPr>
              <p:spPr>
                <a:xfrm>
                  <a:off x="8482628" y="2048226"/>
                  <a:ext cx="15900" cy="15900"/>
                </a:xfrm>
                <a:custGeom>
                  <a:avLst/>
                  <a:gdLst>
                    <a:gd name="connsiteX0" fmla="*/ 15900 w 15900"/>
                    <a:gd name="connsiteY0" fmla="*/ 7950 h 15900"/>
                    <a:gd name="connsiteX1" fmla="*/ 7950 w 15900"/>
                    <a:gd name="connsiteY1" fmla="*/ 15901 h 15900"/>
                    <a:gd name="connsiteX2" fmla="*/ 0 w 15900"/>
                    <a:gd name="connsiteY2" fmla="*/ 7950 h 15900"/>
                    <a:gd name="connsiteX3" fmla="*/ 7950 w 15900"/>
                    <a:gd name="connsiteY3" fmla="*/ 0 h 15900"/>
                    <a:gd name="connsiteX4" fmla="*/ 15900 w 15900"/>
                    <a:gd name="connsiteY4" fmla="*/ 7950 h 15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0" h="15900">
                      <a:moveTo>
                        <a:pt x="15900" y="7950"/>
                      </a:moveTo>
                      <a:cubicBezTo>
                        <a:pt x="15900" y="12341"/>
                        <a:pt x="12341" y="15901"/>
                        <a:pt x="7950" y="15901"/>
                      </a:cubicBezTo>
                      <a:cubicBezTo>
                        <a:pt x="3559" y="15901"/>
                        <a:pt x="0" y="12341"/>
                        <a:pt x="0" y="7950"/>
                      </a:cubicBezTo>
                      <a:cubicBezTo>
                        <a:pt x="0" y="3559"/>
                        <a:pt x="3560" y="0"/>
                        <a:pt x="7950" y="0"/>
                      </a:cubicBezTo>
                      <a:cubicBezTo>
                        <a:pt x="12341" y="0"/>
                        <a:pt x="15900" y="3559"/>
                        <a:pt x="15900" y="79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846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7971475" y="2987914"/>
              <a:ext cx="751826" cy="344865"/>
              <a:chOff x="7971475" y="2987914"/>
              <a:chExt cx="751826" cy="344865"/>
            </a:xfrm>
            <a:solidFill>
              <a:schemeClr val="accent1"/>
            </a:solidFill>
          </p:grpSpPr>
          <p:grpSp>
            <p:nvGrpSpPr>
              <p:cNvPr id="847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971475" y="2987914"/>
                <a:ext cx="447773" cy="344865"/>
                <a:chOff x="7971475" y="2987914"/>
                <a:chExt cx="447773" cy="344865"/>
              </a:xfrm>
              <a:solidFill>
                <a:schemeClr val="accent1"/>
              </a:solidFill>
            </p:grpSpPr>
            <p:sp>
              <p:nvSpPr>
                <p:cNvPr id="848" name="Forme libre : forme 847">
                  <a:extLst>
                    <a:ext uri="{FF2B5EF4-FFF2-40B4-BE49-F238E27FC236}">
                      <a16:creationId xmlns:a16="http://schemas.microsoft.com/office/drawing/2014/main" id="{B0224759-3D0E-4C36-9B22-A03546FB5FE1}"/>
                    </a:ext>
                  </a:extLst>
                </p:cNvPr>
                <p:cNvSpPr/>
                <p:nvPr/>
              </p:nvSpPr>
              <p:spPr>
                <a:xfrm>
                  <a:off x="7971475" y="2987914"/>
                  <a:ext cx="447773" cy="344865"/>
                </a:xfrm>
                <a:custGeom>
                  <a:avLst/>
                  <a:gdLst>
                    <a:gd name="connsiteX0" fmla="*/ 447768 w 447773"/>
                    <a:gd name="connsiteY0" fmla="*/ 209613 h 344865"/>
                    <a:gd name="connsiteX1" fmla="*/ 217102 w 447773"/>
                    <a:gd name="connsiteY1" fmla="*/ 3342 h 344865"/>
                    <a:gd name="connsiteX2" fmla="*/ 212 w 447773"/>
                    <a:gd name="connsiteY2" fmla="*/ 169808 h 344865"/>
                    <a:gd name="connsiteX3" fmla="*/ 278254 w 447773"/>
                    <a:gd name="connsiteY3" fmla="*/ 333115 h 344865"/>
                    <a:gd name="connsiteX4" fmla="*/ 447768 w 447773"/>
                    <a:gd name="connsiteY4" fmla="*/ 209613 h 344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773" h="344865">
                      <a:moveTo>
                        <a:pt x="447768" y="209613"/>
                      </a:moveTo>
                      <a:cubicBezTo>
                        <a:pt x="448640" y="159189"/>
                        <a:pt x="347464" y="22619"/>
                        <a:pt x="217102" y="3342"/>
                      </a:cubicBezTo>
                      <a:cubicBezTo>
                        <a:pt x="86739" y="-15934"/>
                        <a:pt x="6420" y="49301"/>
                        <a:pt x="212" y="169808"/>
                      </a:cubicBezTo>
                      <a:cubicBezTo>
                        <a:pt x="-5995" y="290314"/>
                        <a:pt x="124857" y="377495"/>
                        <a:pt x="278254" y="333115"/>
                      </a:cubicBezTo>
                      <a:cubicBezTo>
                        <a:pt x="431650" y="288735"/>
                        <a:pt x="447768" y="209613"/>
                        <a:pt x="447768" y="209613"/>
                      </a:cubicBezTo>
                      <a:close/>
                    </a:path>
                  </a:pathLst>
                </a:custGeom>
                <a:solidFill>
                  <a:srgbClr val="9BAF2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9" name="Forme libre : forme 848">
                  <a:extLst>
                    <a:ext uri="{FF2B5EF4-FFF2-40B4-BE49-F238E27FC236}">
                      <a16:creationId xmlns:a16="http://schemas.microsoft.com/office/drawing/2014/main" id="{4DAE01CA-F5BB-40FF-9D13-AF8DDE00AC32}"/>
                    </a:ext>
                  </a:extLst>
                </p:cNvPr>
                <p:cNvSpPr/>
                <p:nvPr/>
              </p:nvSpPr>
              <p:spPr>
                <a:xfrm>
                  <a:off x="7971475" y="2987914"/>
                  <a:ext cx="447773" cy="344865"/>
                </a:xfrm>
                <a:custGeom>
                  <a:avLst/>
                  <a:gdLst>
                    <a:gd name="connsiteX0" fmla="*/ 447768 w 447773"/>
                    <a:gd name="connsiteY0" fmla="*/ 209613 h 344865"/>
                    <a:gd name="connsiteX1" fmla="*/ 217102 w 447773"/>
                    <a:gd name="connsiteY1" fmla="*/ 3342 h 344865"/>
                    <a:gd name="connsiteX2" fmla="*/ 212 w 447773"/>
                    <a:gd name="connsiteY2" fmla="*/ 169808 h 344865"/>
                    <a:gd name="connsiteX3" fmla="*/ 278254 w 447773"/>
                    <a:gd name="connsiteY3" fmla="*/ 333115 h 344865"/>
                    <a:gd name="connsiteX4" fmla="*/ 447768 w 447773"/>
                    <a:gd name="connsiteY4" fmla="*/ 209613 h 344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773" h="344865">
                      <a:moveTo>
                        <a:pt x="447768" y="209613"/>
                      </a:moveTo>
                      <a:cubicBezTo>
                        <a:pt x="448640" y="159189"/>
                        <a:pt x="347464" y="22619"/>
                        <a:pt x="217102" y="3342"/>
                      </a:cubicBezTo>
                      <a:cubicBezTo>
                        <a:pt x="86739" y="-15934"/>
                        <a:pt x="6420" y="49301"/>
                        <a:pt x="212" y="169808"/>
                      </a:cubicBezTo>
                      <a:cubicBezTo>
                        <a:pt x="-5995" y="290314"/>
                        <a:pt x="124857" y="377495"/>
                        <a:pt x="278254" y="333115"/>
                      </a:cubicBezTo>
                      <a:cubicBezTo>
                        <a:pt x="431650" y="288735"/>
                        <a:pt x="447768" y="209613"/>
                        <a:pt x="447768" y="209613"/>
                      </a:cubicBezTo>
                      <a:close/>
                    </a:path>
                  </a:pathLst>
                </a:custGeom>
                <a:noFill/>
                <a:ln w="5445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0" name="Forme libre : forme 849">
                  <a:extLst>
                    <a:ext uri="{FF2B5EF4-FFF2-40B4-BE49-F238E27FC236}">
                      <a16:creationId xmlns:a16="http://schemas.microsoft.com/office/drawing/2014/main" id="{6892F1B1-A08A-4AD9-9085-495D8D1F22B2}"/>
                    </a:ext>
                  </a:extLst>
                </p:cNvPr>
                <p:cNvSpPr/>
                <p:nvPr/>
              </p:nvSpPr>
              <p:spPr>
                <a:xfrm>
                  <a:off x="8014492" y="3027106"/>
                  <a:ext cx="247263" cy="283947"/>
                </a:xfrm>
                <a:custGeom>
                  <a:avLst/>
                  <a:gdLst>
                    <a:gd name="connsiteX0" fmla="*/ 4679 w 247263"/>
                    <a:gd name="connsiteY0" fmla="*/ 101374 h 283947"/>
                    <a:gd name="connsiteX1" fmla="*/ 22594 w 247263"/>
                    <a:gd name="connsiteY1" fmla="*/ 216871 h 283947"/>
                    <a:gd name="connsiteX2" fmla="*/ 49440 w 247263"/>
                    <a:gd name="connsiteY2" fmla="*/ 247310 h 283947"/>
                    <a:gd name="connsiteX3" fmla="*/ 88865 w 247263"/>
                    <a:gd name="connsiteY3" fmla="*/ 269691 h 283947"/>
                    <a:gd name="connsiteX4" fmla="*/ 127037 w 247263"/>
                    <a:gd name="connsiteY4" fmla="*/ 282542 h 283947"/>
                    <a:gd name="connsiteX5" fmla="*/ 191020 w 247263"/>
                    <a:gd name="connsiteY5" fmla="*/ 278186 h 283947"/>
                    <a:gd name="connsiteX6" fmla="*/ 227286 w 247263"/>
                    <a:gd name="connsiteY6" fmla="*/ 267621 h 283947"/>
                    <a:gd name="connsiteX7" fmla="*/ 245964 w 247263"/>
                    <a:gd name="connsiteY7" fmla="*/ 248018 h 283947"/>
                    <a:gd name="connsiteX8" fmla="*/ 240845 w 247263"/>
                    <a:gd name="connsiteY8" fmla="*/ 218994 h 283947"/>
                    <a:gd name="connsiteX9" fmla="*/ 221405 w 247263"/>
                    <a:gd name="connsiteY9" fmla="*/ 195688 h 283947"/>
                    <a:gd name="connsiteX10" fmla="*/ 183560 w 247263"/>
                    <a:gd name="connsiteY10" fmla="*/ 127675 h 283947"/>
                    <a:gd name="connsiteX11" fmla="*/ 171743 w 247263"/>
                    <a:gd name="connsiteY11" fmla="*/ 82315 h 283947"/>
                    <a:gd name="connsiteX12" fmla="*/ 141413 w 247263"/>
                    <a:gd name="connsiteY12" fmla="*/ 29658 h 283947"/>
                    <a:gd name="connsiteX13" fmla="*/ 95236 w 247263"/>
                    <a:gd name="connsiteY13" fmla="*/ 362 h 283947"/>
                    <a:gd name="connsiteX14" fmla="*/ 63380 w 247263"/>
                    <a:gd name="connsiteY14" fmla="*/ 15990 h 283947"/>
                    <a:gd name="connsiteX15" fmla="*/ 4679 w 247263"/>
                    <a:gd name="connsiteY15" fmla="*/ 101374 h 283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47263" h="283947">
                      <a:moveTo>
                        <a:pt x="4679" y="101374"/>
                      </a:moveTo>
                      <a:cubicBezTo>
                        <a:pt x="-5504" y="140145"/>
                        <a:pt x="1140" y="183000"/>
                        <a:pt x="22594" y="216871"/>
                      </a:cubicBezTo>
                      <a:cubicBezTo>
                        <a:pt x="29891" y="228360"/>
                        <a:pt x="38767" y="238870"/>
                        <a:pt x="49440" y="247310"/>
                      </a:cubicBezTo>
                      <a:cubicBezTo>
                        <a:pt x="61311" y="256731"/>
                        <a:pt x="75033" y="263483"/>
                        <a:pt x="88865" y="269691"/>
                      </a:cubicBezTo>
                      <a:cubicBezTo>
                        <a:pt x="101171" y="275191"/>
                        <a:pt x="113750" y="280309"/>
                        <a:pt x="127037" y="282542"/>
                      </a:cubicBezTo>
                      <a:cubicBezTo>
                        <a:pt x="148219" y="286136"/>
                        <a:pt x="169892" y="282161"/>
                        <a:pt x="191020" y="278186"/>
                      </a:cubicBezTo>
                      <a:cubicBezTo>
                        <a:pt x="203436" y="275844"/>
                        <a:pt x="216069" y="273448"/>
                        <a:pt x="227286" y="267621"/>
                      </a:cubicBezTo>
                      <a:cubicBezTo>
                        <a:pt x="235509" y="263320"/>
                        <a:pt x="243078" y="256785"/>
                        <a:pt x="245964" y="248018"/>
                      </a:cubicBezTo>
                      <a:cubicBezTo>
                        <a:pt x="249122" y="238380"/>
                        <a:pt x="246182" y="227652"/>
                        <a:pt x="240845" y="218994"/>
                      </a:cubicBezTo>
                      <a:cubicBezTo>
                        <a:pt x="235563" y="210336"/>
                        <a:pt x="228103" y="203257"/>
                        <a:pt x="221405" y="195688"/>
                      </a:cubicBezTo>
                      <a:cubicBezTo>
                        <a:pt x="204035" y="176139"/>
                        <a:pt x="191020" y="152724"/>
                        <a:pt x="183560" y="127675"/>
                      </a:cubicBezTo>
                      <a:cubicBezTo>
                        <a:pt x="179094" y="112700"/>
                        <a:pt x="176590" y="97181"/>
                        <a:pt x="171743" y="82315"/>
                      </a:cubicBezTo>
                      <a:cubicBezTo>
                        <a:pt x="165372" y="62930"/>
                        <a:pt x="154972" y="44905"/>
                        <a:pt x="141413" y="29658"/>
                      </a:cubicBezTo>
                      <a:cubicBezTo>
                        <a:pt x="129759" y="16590"/>
                        <a:pt x="113096" y="3139"/>
                        <a:pt x="95236" y="362"/>
                      </a:cubicBezTo>
                      <a:cubicBezTo>
                        <a:pt x="80915" y="-1870"/>
                        <a:pt x="72801" y="6570"/>
                        <a:pt x="63380" y="15990"/>
                      </a:cubicBezTo>
                      <a:cubicBezTo>
                        <a:pt x="37461" y="41638"/>
                        <a:pt x="14318" y="64836"/>
                        <a:pt x="4679" y="101374"/>
                      </a:cubicBezTo>
                      <a:close/>
                    </a:path>
                  </a:pathLst>
                </a:custGeom>
                <a:solidFill>
                  <a:srgbClr val="AFBC3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1" name="Forme libre : forme 850">
                  <a:extLst>
                    <a:ext uri="{FF2B5EF4-FFF2-40B4-BE49-F238E27FC236}">
                      <a16:creationId xmlns:a16="http://schemas.microsoft.com/office/drawing/2014/main" id="{1E70E056-F59B-41EE-8ED4-65CBBC6C279A}"/>
                    </a:ext>
                  </a:extLst>
                </p:cNvPr>
                <p:cNvSpPr/>
                <p:nvPr/>
              </p:nvSpPr>
              <p:spPr>
                <a:xfrm>
                  <a:off x="8237645" y="3148350"/>
                  <a:ext cx="153971" cy="110083"/>
                </a:xfrm>
                <a:custGeom>
                  <a:avLst/>
                  <a:gdLst>
                    <a:gd name="connsiteX0" fmla="*/ 148981 w 153971"/>
                    <a:gd name="connsiteY0" fmla="*/ 58762 h 110083"/>
                    <a:gd name="connsiteX1" fmla="*/ 144515 w 153971"/>
                    <a:gd name="connsiteY1" fmla="*/ 9481 h 110083"/>
                    <a:gd name="connsiteX2" fmla="*/ 136075 w 153971"/>
                    <a:gd name="connsiteY2" fmla="*/ 2075 h 110083"/>
                    <a:gd name="connsiteX3" fmla="*/ 108903 w 153971"/>
                    <a:gd name="connsiteY3" fmla="*/ 4907 h 110083"/>
                    <a:gd name="connsiteX4" fmla="*/ 62780 w 153971"/>
                    <a:gd name="connsiteY4" fmla="*/ 24892 h 110083"/>
                    <a:gd name="connsiteX5" fmla="*/ 9034 w 153971"/>
                    <a:gd name="connsiteY5" fmla="*/ 18684 h 110083"/>
                    <a:gd name="connsiteX6" fmla="*/ 921 w 153971"/>
                    <a:gd name="connsiteY6" fmla="*/ 22768 h 110083"/>
                    <a:gd name="connsiteX7" fmla="*/ 1901 w 153971"/>
                    <a:gd name="connsiteY7" fmla="*/ 33386 h 110083"/>
                    <a:gd name="connsiteX8" fmla="*/ 47152 w 153971"/>
                    <a:gd name="connsiteY8" fmla="*/ 102706 h 110083"/>
                    <a:gd name="connsiteX9" fmla="*/ 98338 w 153971"/>
                    <a:gd name="connsiteY9" fmla="*/ 97914 h 110083"/>
                    <a:gd name="connsiteX10" fmla="*/ 148981 w 153971"/>
                    <a:gd name="connsiteY10" fmla="*/ 58762 h 110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3971" h="110083">
                      <a:moveTo>
                        <a:pt x="148981" y="58762"/>
                      </a:moveTo>
                      <a:cubicBezTo>
                        <a:pt x="157040" y="43297"/>
                        <a:pt x="155189" y="23258"/>
                        <a:pt x="144515" y="9481"/>
                      </a:cubicBezTo>
                      <a:cubicBezTo>
                        <a:pt x="142174" y="6486"/>
                        <a:pt x="139451" y="3763"/>
                        <a:pt x="136075" y="2075"/>
                      </a:cubicBezTo>
                      <a:cubicBezTo>
                        <a:pt x="127635" y="-2172"/>
                        <a:pt x="117397" y="769"/>
                        <a:pt x="108903" y="4907"/>
                      </a:cubicBezTo>
                      <a:cubicBezTo>
                        <a:pt x="93710" y="12313"/>
                        <a:pt x="79607" y="23476"/>
                        <a:pt x="62780" y="24892"/>
                      </a:cubicBezTo>
                      <a:cubicBezTo>
                        <a:pt x="44756" y="26471"/>
                        <a:pt x="27059" y="16397"/>
                        <a:pt x="9034" y="18684"/>
                      </a:cubicBezTo>
                      <a:cubicBezTo>
                        <a:pt x="5931" y="19065"/>
                        <a:pt x="2554" y="20045"/>
                        <a:pt x="921" y="22768"/>
                      </a:cubicBezTo>
                      <a:cubicBezTo>
                        <a:pt x="-985" y="25926"/>
                        <a:pt x="431" y="30010"/>
                        <a:pt x="1901" y="33386"/>
                      </a:cubicBezTo>
                      <a:cubicBezTo>
                        <a:pt x="12792" y="59089"/>
                        <a:pt x="24662" y="86098"/>
                        <a:pt x="47152" y="102706"/>
                      </a:cubicBezTo>
                      <a:cubicBezTo>
                        <a:pt x="66592" y="117027"/>
                        <a:pt x="80369" y="107770"/>
                        <a:pt x="98338" y="97914"/>
                      </a:cubicBezTo>
                      <a:cubicBezTo>
                        <a:pt x="116798" y="87840"/>
                        <a:pt x="138743" y="78420"/>
                        <a:pt x="148981" y="58762"/>
                      </a:cubicBezTo>
                      <a:close/>
                    </a:path>
                  </a:pathLst>
                </a:custGeom>
                <a:solidFill>
                  <a:srgbClr val="AFBC3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2" name="Forme libre : forme 851">
                  <a:extLst>
                    <a:ext uri="{FF2B5EF4-FFF2-40B4-BE49-F238E27FC236}">
                      <a16:creationId xmlns:a16="http://schemas.microsoft.com/office/drawing/2014/main" id="{F66A208B-F2BE-4774-AD24-B1121FDAD273}"/>
                    </a:ext>
                  </a:extLst>
                </p:cNvPr>
                <p:cNvSpPr/>
                <p:nvPr/>
              </p:nvSpPr>
              <p:spPr>
                <a:xfrm>
                  <a:off x="8023201" y="3052681"/>
                  <a:ext cx="68393" cy="68393"/>
                </a:xfrm>
                <a:custGeom>
                  <a:avLst/>
                  <a:gdLst>
                    <a:gd name="connsiteX0" fmla="*/ 68394 w 68393"/>
                    <a:gd name="connsiteY0" fmla="*/ 34197 h 68393"/>
                    <a:gd name="connsiteX1" fmla="*/ 34197 w 68393"/>
                    <a:gd name="connsiteY1" fmla="*/ 68394 h 68393"/>
                    <a:gd name="connsiteX2" fmla="*/ -1 w 68393"/>
                    <a:gd name="connsiteY2" fmla="*/ 34197 h 68393"/>
                    <a:gd name="connsiteX3" fmla="*/ 34197 w 68393"/>
                    <a:gd name="connsiteY3" fmla="*/ 0 h 68393"/>
                    <a:gd name="connsiteX4" fmla="*/ 68394 w 68393"/>
                    <a:gd name="connsiteY4" fmla="*/ 34197 h 68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393" h="68393">
                      <a:moveTo>
                        <a:pt x="68394" y="34197"/>
                      </a:moveTo>
                      <a:cubicBezTo>
                        <a:pt x="68394" y="53084"/>
                        <a:pt x="53083" y="68394"/>
                        <a:pt x="34197" y="68394"/>
                      </a:cubicBezTo>
                      <a:cubicBezTo>
                        <a:pt x="15310" y="68394"/>
                        <a:pt x="-1" y="53084"/>
                        <a:pt x="-1" y="34197"/>
                      </a:cubicBezTo>
                      <a:cubicBezTo>
                        <a:pt x="-1" y="15311"/>
                        <a:pt x="15310" y="0"/>
                        <a:pt x="34197" y="0"/>
                      </a:cubicBezTo>
                      <a:cubicBezTo>
                        <a:pt x="53083" y="0"/>
                        <a:pt x="68394" y="15311"/>
                        <a:pt x="68394" y="34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3" name="Forme libre : forme 852">
                  <a:extLst>
                    <a:ext uri="{FF2B5EF4-FFF2-40B4-BE49-F238E27FC236}">
                      <a16:creationId xmlns:a16="http://schemas.microsoft.com/office/drawing/2014/main" id="{C5A0F158-C939-48B5-9381-1ED057D6CB24}"/>
                    </a:ext>
                  </a:extLst>
                </p:cNvPr>
                <p:cNvSpPr/>
                <p:nvPr/>
              </p:nvSpPr>
              <p:spPr>
                <a:xfrm>
                  <a:off x="8016612" y="3152984"/>
                  <a:ext cx="33543" cy="33543"/>
                </a:xfrm>
                <a:custGeom>
                  <a:avLst/>
                  <a:gdLst>
                    <a:gd name="connsiteX0" fmla="*/ 33543 w 33543"/>
                    <a:gd name="connsiteY0" fmla="*/ 16772 h 33543"/>
                    <a:gd name="connsiteX1" fmla="*/ 16772 w 33543"/>
                    <a:gd name="connsiteY1" fmla="*/ 33544 h 33543"/>
                    <a:gd name="connsiteX2" fmla="*/ 0 w 33543"/>
                    <a:gd name="connsiteY2" fmla="*/ 16772 h 33543"/>
                    <a:gd name="connsiteX3" fmla="*/ 16772 w 33543"/>
                    <a:gd name="connsiteY3" fmla="*/ 0 h 33543"/>
                    <a:gd name="connsiteX4" fmla="*/ 33543 w 33543"/>
                    <a:gd name="connsiteY4" fmla="*/ 16772 h 33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543" h="33543">
                      <a:moveTo>
                        <a:pt x="33543" y="16772"/>
                      </a:moveTo>
                      <a:cubicBezTo>
                        <a:pt x="33543" y="26035"/>
                        <a:pt x="26035" y="33544"/>
                        <a:pt x="16772" y="33544"/>
                      </a:cubicBezTo>
                      <a:cubicBezTo>
                        <a:pt x="7509" y="33544"/>
                        <a:pt x="0" y="26035"/>
                        <a:pt x="0" y="16772"/>
                      </a:cubicBezTo>
                      <a:cubicBezTo>
                        <a:pt x="0" y="7509"/>
                        <a:pt x="7509" y="0"/>
                        <a:pt x="16772" y="0"/>
                      </a:cubicBezTo>
                      <a:cubicBezTo>
                        <a:pt x="26035" y="0"/>
                        <a:pt x="33543" y="7509"/>
                        <a:pt x="33543" y="167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854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387768" y="3119613"/>
                <a:ext cx="335534" cy="133031"/>
                <a:chOff x="8387768" y="3119613"/>
                <a:chExt cx="335534" cy="133031"/>
              </a:xfrm>
              <a:solidFill>
                <a:schemeClr val="accent1"/>
              </a:solidFill>
            </p:grpSpPr>
            <p:sp>
              <p:nvSpPr>
                <p:cNvPr id="855" name="Forme libre : forme 854">
                  <a:extLst>
                    <a:ext uri="{FF2B5EF4-FFF2-40B4-BE49-F238E27FC236}">
                      <a16:creationId xmlns:a16="http://schemas.microsoft.com/office/drawing/2014/main" id="{9495AF5E-9DEC-49B6-B57F-8BDC4A66A23E}"/>
                    </a:ext>
                  </a:extLst>
                </p:cNvPr>
                <p:cNvSpPr/>
                <p:nvPr/>
              </p:nvSpPr>
              <p:spPr>
                <a:xfrm>
                  <a:off x="8387768" y="3119613"/>
                  <a:ext cx="335534" cy="133031"/>
                </a:xfrm>
                <a:custGeom>
                  <a:avLst/>
                  <a:gdLst>
                    <a:gd name="connsiteX0" fmla="*/ 2 w 335534"/>
                    <a:gd name="connsiteY0" fmla="*/ 75246 h 133031"/>
                    <a:gd name="connsiteX1" fmla="*/ 202733 w 335534"/>
                    <a:gd name="connsiteY1" fmla="*/ 132750 h 133031"/>
                    <a:gd name="connsiteX2" fmla="*/ 332551 w 335534"/>
                    <a:gd name="connsiteY2" fmla="*/ 51178 h 133031"/>
                    <a:gd name="connsiteX3" fmla="*/ 102647 w 335534"/>
                    <a:gd name="connsiteY3" fmla="*/ 13932 h 133031"/>
                    <a:gd name="connsiteX4" fmla="*/ 2 w 335534"/>
                    <a:gd name="connsiteY4" fmla="*/ 75246 h 133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5534" h="133031">
                      <a:moveTo>
                        <a:pt x="2" y="75246"/>
                      </a:moveTo>
                      <a:cubicBezTo>
                        <a:pt x="7843" y="94305"/>
                        <a:pt x="104553" y="136888"/>
                        <a:pt x="202733" y="132750"/>
                      </a:cubicBezTo>
                      <a:cubicBezTo>
                        <a:pt x="300913" y="128611"/>
                        <a:pt x="348342" y="97082"/>
                        <a:pt x="332551" y="51178"/>
                      </a:cubicBezTo>
                      <a:cubicBezTo>
                        <a:pt x="316760" y="5273"/>
                        <a:pt x="206817" y="-16127"/>
                        <a:pt x="102647" y="13932"/>
                      </a:cubicBezTo>
                      <a:cubicBezTo>
                        <a:pt x="-1632" y="44045"/>
                        <a:pt x="2" y="75246"/>
                        <a:pt x="2" y="75246"/>
                      </a:cubicBezTo>
                      <a:close/>
                    </a:path>
                  </a:pathLst>
                </a:custGeom>
                <a:solidFill>
                  <a:srgbClr val="9BAF2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6" name="Forme libre : forme 855">
                  <a:extLst>
                    <a:ext uri="{FF2B5EF4-FFF2-40B4-BE49-F238E27FC236}">
                      <a16:creationId xmlns:a16="http://schemas.microsoft.com/office/drawing/2014/main" id="{A66F229A-55B9-4DB0-B0E5-A77EB685C2E4}"/>
                    </a:ext>
                  </a:extLst>
                </p:cNvPr>
                <p:cNvSpPr/>
                <p:nvPr/>
              </p:nvSpPr>
              <p:spPr>
                <a:xfrm>
                  <a:off x="8387768" y="3119613"/>
                  <a:ext cx="335534" cy="133031"/>
                </a:xfrm>
                <a:custGeom>
                  <a:avLst/>
                  <a:gdLst>
                    <a:gd name="connsiteX0" fmla="*/ 2 w 335534"/>
                    <a:gd name="connsiteY0" fmla="*/ 75246 h 133031"/>
                    <a:gd name="connsiteX1" fmla="*/ 202733 w 335534"/>
                    <a:gd name="connsiteY1" fmla="*/ 132750 h 133031"/>
                    <a:gd name="connsiteX2" fmla="*/ 332551 w 335534"/>
                    <a:gd name="connsiteY2" fmla="*/ 51178 h 133031"/>
                    <a:gd name="connsiteX3" fmla="*/ 102647 w 335534"/>
                    <a:gd name="connsiteY3" fmla="*/ 13932 h 133031"/>
                    <a:gd name="connsiteX4" fmla="*/ 2 w 335534"/>
                    <a:gd name="connsiteY4" fmla="*/ 75246 h 133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5534" h="133031">
                      <a:moveTo>
                        <a:pt x="2" y="75246"/>
                      </a:moveTo>
                      <a:cubicBezTo>
                        <a:pt x="7843" y="94305"/>
                        <a:pt x="104553" y="136888"/>
                        <a:pt x="202733" y="132750"/>
                      </a:cubicBezTo>
                      <a:cubicBezTo>
                        <a:pt x="300913" y="128611"/>
                        <a:pt x="348342" y="97082"/>
                        <a:pt x="332551" y="51178"/>
                      </a:cubicBezTo>
                      <a:cubicBezTo>
                        <a:pt x="316760" y="5273"/>
                        <a:pt x="206817" y="-16127"/>
                        <a:pt x="102647" y="13932"/>
                      </a:cubicBezTo>
                      <a:cubicBezTo>
                        <a:pt x="-1632" y="44045"/>
                        <a:pt x="2" y="75246"/>
                        <a:pt x="2" y="75246"/>
                      </a:cubicBezTo>
                      <a:close/>
                    </a:path>
                  </a:pathLst>
                </a:custGeom>
                <a:noFill/>
                <a:ln w="615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7" name="Forme libre : forme 856">
                  <a:extLst>
                    <a:ext uri="{FF2B5EF4-FFF2-40B4-BE49-F238E27FC236}">
                      <a16:creationId xmlns:a16="http://schemas.microsoft.com/office/drawing/2014/main" id="{82B4ABC3-466D-4427-972B-BC5792E52CA0}"/>
                    </a:ext>
                  </a:extLst>
                </p:cNvPr>
                <p:cNvSpPr/>
                <p:nvPr/>
              </p:nvSpPr>
              <p:spPr>
                <a:xfrm>
                  <a:off x="8490170" y="3128410"/>
                  <a:ext cx="200461" cy="103577"/>
                </a:xfrm>
                <a:custGeom>
                  <a:avLst/>
                  <a:gdLst>
                    <a:gd name="connsiteX0" fmla="*/ 200417 w 200461"/>
                    <a:gd name="connsiteY0" fmla="*/ 57573 h 103577"/>
                    <a:gd name="connsiteX1" fmla="*/ 167908 w 200461"/>
                    <a:gd name="connsiteY1" fmla="*/ 15644 h 103577"/>
                    <a:gd name="connsiteX2" fmla="*/ 143240 w 200461"/>
                    <a:gd name="connsiteY2" fmla="*/ 6550 h 103577"/>
                    <a:gd name="connsiteX3" fmla="*/ 110786 w 200461"/>
                    <a:gd name="connsiteY3" fmla="*/ 1595 h 103577"/>
                    <a:gd name="connsiteX4" fmla="*/ 80837 w 200461"/>
                    <a:gd name="connsiteY4" fmla="*/ 70 h 103577"/>
                    <a:gd name="connsiteX5" fmla="*/ 34986 w 200461"/>
                    <a:gd name="connsiteY5" fmla="*/ 7258 h 103577"/>
                    <a:gd name="connsiteX6" fmla="*/ 10373 w 200461"/>
                    <a:gd name="connsiteY6" fmla="*/ 14391 h 103577"/>
                    <a:gd name="connsiteX7" fmla="*/ 82 w 200461"/>
                    <a:gd name="connsiteY7" fmla="*/ 23431 h 103577"/>
                    <a:gd name="connsiteX8" fmla="*/ 8685 w 200461"/>
                    <a:gd name="connsiteY8" fmla="*/ 33886 h 103577"/>
                    <a:gd name="connsiteX9" fmla="*/ 26764 w 200461"/>
                    <a:gd name="connsiteY9" fmla="*/ 40965 h 103577"/>
                    <a:gd name="connsiteX10" fmla="*/ 65807 w 200461"/>
                    <a:gd name="connsiteY10" fmla="*/ 63291 h 103577"/>
                    <a:gd name="connsiteX11" fmla="*/ 82034 w 200461"/>
                    <a:gd name="connsiteY11" fmla="*/ 79355 h 103577"/>
                    <a:gd name="connsiteX12" fmla="*/ 113019 w 200461"/>
                    <a:gd name="connsiteY12" fmla="*/ 96508 h 103577"/>
                    <a:gd name="connsiteX13" fmla="*/ 151572 w 200461"/>
                    <a:gd name="connsiteY13" fmla="*/ 103532 h 103577"/>
                    <a:gd name="connsiteX14" fmla="*/ 172156 w 200461"/>
                    <a:gd name="connsiteY14" fmla="*/ 94874 h 103577"/>
                    <a:gd name="connsiteX15" fmla="*/ 200417 w 200461"/>
                    <a:gd name="connsiteY15" fmla="*/ 57573 h 103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00461" h="103577">
                      <a:moveTo>
                        <a:pt x="200417" y="57573"/>
                      </a:moveTo>
                      <a:cubicBezTo>
                        <a:pt x="201288" y="42108"/>
                        <a:pt x="189254" y="26535"/>
                        <a:pt x="167908" y="15644"/>
                      </a:cubicBezTo>
                      <a:cubicBezTo>
                        <a:pt x="160666" y="11941"/>
                        <a:pt x="152389" y="8783"/>
                        <a:pt x="143240" y="6550"/>
                      </a:cubicBezTo>
                      <a:cubicBezTo>
                        <a:pt x="133003" y="4045"/>
                        <a:pt x="121895" y="2684"/>
                        <a:pt x="110786" y="1595"/>
                      </a:cubicBezTo>
                      <a:cubicBezTo>
                        <a:pt x="100930" y="614"/>
                        <a:pt x="90856" y="-257"/>
                        <a:pt x="80837" y="70"/>
                      </a:cubicBezTo>
                      <a:cubicBezTo>
                        <a:pt x="64827" y="560"/>
                        <a:pt x="49689" y="3936"/>
                        <a:pt x="34986" y="7258"/>
                      </a:cubicBezTo>
                      <a:cubicBezTo>
                        <a:pt x="26328" y="9218"/>
                        <a:pt x="17561" y="11233"/>
                        <a:pt x="10373" y="14391"/>
                      </a:cubicBezTo>
                      <a:cubicBezTo>
                        <a:pt x="5091" y="16733"/>
                        <a:pt x="681" y="19837"/>
                        <a:pt x="82" y="23431"/>
                      </a:cubicBezTo>
                      <a:cubicBezTo>
                        <a:pt x="-626" y="27351"/>
                        <a:pt x="3349" y="31109"/>
                        <a:pt x="8685" y="33886"/>
                      </a:cubicBezTo>
                      <a:cubicBezTo>
                        <a:pt x="14022" y="36663"/>
                        <a:pt x="20610" y="38678"/>
                        <a:pt x="26764" y="40965"/>
                      </a:cubicBezTo>
                      <a:cubicBezTo>
                        <a:pt x="42719" y="46791"/>
                        <a:pt x="56114" y="54469"/>
                        <a:pt x="65807" y="63291"/>
                      </a:cubicBezTo>
                      <a:cubicBezTo>
                        <a:pt x="71580" y="68518"/>
                        <a:pt x="75990" y="74182"/>
                        <a:pt x="82034" y="79355"/>
                      </a:cubicBezTo>
                      <a:cubicBezTo>
                        <a:pt x="89931" y="86107"/>
                        <a:pt x="100549" y="91988"/>
                        <a:pt x="113019" y="96508"/>
                      </a:cubicBezTo>
                      <a:cubicBezTo>
                        <a:pt x="123692" y="100428"/>
                        <a:pt x="138122" y="104022"/>
                        <a:pt x="151572" y="103532"/>
                      </a:cubicBezTo>
                      <a:cubicBezTo>
                        <a:pt x="162354" y="103151"/>
                        <a:pt x="166819" y="99230"/>
                        <a:pt x="172156" y="94874"/>
                      </a:cubicBezTo>
                      <a:cubicBezTo>
                        <a:pt x="186694" y="82894"/>
                        <a:pt x="199600" y="72167"/>
                        <a:pt x="200417" y="57573"/>
                      </a:cubicBezTo>
                      <a:close/>
                    </a:path>
                  </a:pathLst>
                </a:custGeom>
                <a:solidFill>
                  <a:srgbClr val="AFBC3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8" name="Forme libre : forme 857">
                  <a:extLst>
                    <a:ext uri="{FF2B5EF4-FFF2-40B4-BE49-F238E27FC236}">
                      <a16:creationId xmlns:a16="http://schemas.microsoft.com/office/drawing/2014/main" id="{D5D67D86-6E69-4B96-AE1C-21C167933B6B}"/>
                    </a:ext>
                  </a:extLst>
                </p:cNvPr>
                <p:cNvSpPr/>
                <p:nvPr/>
              </p:nvSpPr>
              <p:spPr>
                <a:xfrm>
                  <a:off x="8408854" y="3161732"/>
                  <a:ext cx="115098" cy="47111"/>
                </a:xfrm>
                <a:custGeom>
                  <a:avLst/>
                  <a:gdLst>
                    <a:gd name="connsiteX0" fmla="*/ 1024 w 115098"/>
                    <a:gd name="connsiteY0" fmla="*/ 26702 h 47111"/>
                    <a:gd name="connsiteX1" fmla="*/ 12622 w 115098"/>
                    <a:gd name="connsiteY1" fmla="*/ 44835 h 47111"/>
                    <a:gd name="connsiteX2" fmla="*/ 20028 w 115098"/>
                    <a:gd name="connsiteY2" fmla="*/ 46904 h 47111"/>
                    <a:gd name="connsiteX3" fmla="*/ 39304 w 115098"/>
                    <a:gd name="connsiteY3" fmla="*/ 43474 h 47111"/>
                    <a:gd name="connsiteX4" fmla="*/ 69526 w 115098"/>
                    <a:gd name="connsiteY4" fmla="*/ 31929 h 47111"/>
                    <a:gd name="connsiteX5" fmla="*/ 109659 w 115098"/>
                    <a:gd name="connsiteY5" fmla="*/ 29588 h 47111"/>
                    <a:gd name="connsiteX6" fmla="*/ 114886 w 115098"/>
                    <a:gd name="connsiteY6" fmla="*/ 27355 h 47111"/>
                    <a:gd name="connsiteX7" fmla="*/ 112382 w 115098"/>
                    <a:gd name="connsiteY7" fmla="*/ 23435 h 47111"/>
                    <a:gd name="connsiteX8" fmla="*/ 67730 w 115098"/>
                    <a:gd name="connsiteY8" fmla="*/ 1326 h 47111"/>
                    <a:gd name="connsiteX9" fmla="*/ 31300 w 115098"/>
                    <a:gd name="connsiteY9" fmla="*/ 7589 h 47111"/>
                    <a:gd name="connsiteX10" fmla="*/ 1024 w 115098"/>
                    <a:gd name="connsiteY10" fmla="*/ 26702 h 47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098" h="47111">
                      <a:moveTo>
                        <a:pt x="1024" y="26702"/>
                      </a:moveTo>
                      <a:cubicBezTo>
                        <a:pt x="-2244" y="33236"/>
                        <a:pt x="2494" y="40642"/>
                        <a:pt x="12622" y="44835"/>
                      </a:cubicBezTo>
                      <a:cubicBezTo>
                        <a:pt x="14800" y="45761"/>
                        <a:pt x="17251" y="46523"/>
                        <a:pt x="20028" y="46904"/>
                      </a:cubicBezTo>
                      <a:cubicBezTo>
                        <a:pt x="26889" y="47776"/>
                        <a:pt x="33805" y="45761"/>
                        <a:pt x="39304" y="43474"/>
                      </a:cubicBezTo>
                      <a:cubicBezTo>
                        <a:pt x="49106" y="39390"/>
                        <a:pt x="57492" y="33944"/>
                        <a:pt x="69526" y="31929"/>
                      </a:cubicBezTo>
                      <a:cubicBezTo>
                        <a:pt x="82377" y="29751"/>
                        <a:pt x="96971" y="31984"/>
                        <a:pt x="109659" y="29588"/>
                      </a:cubicBezTo>
                      <a:cubicBezTo>
                        <a:pt x="111837" y="29152"/>
                        <a:pt x="114178" y="28499"/>
                        <a:pt x="114886" y="27355"/>
                      </a:cubicBezTo>
                      <a:cubicBezTo>
                        <a:pt x="115703" y="25994"/>
                        <a:pt x="114015" y="24578"/>
                        <a:pt x="112382" y="23435"/>
                      </a:cubicBezTo>
                      <a:cubicBezTo>
                        <a:pt x="100129" y="14722"/>
                        <a:pt x="86898" y="5574"/>
                        <a:pt x="67730" y="1326"/>
                      </a:cubicBezTo>
                      <a:cubicBezTo>
                        <a:pt x="51176" y="-2376"/>
                        <a:pt x="42680" y="2307"/>
                        <a:pt x="31300" y="7589"/>
                      </a:cubicBezTo>
                      <a:cubicBezTo>
                        <a:pt x="19538" y="12925"/>
                        <a:pt x="5162" y="18425"/>
                        <a:pt x="1024" y="26702"/>
                      </a:cubicBezTo>
                      <a:close/>
                    </a:path>
                  </a:pathLst>
                </a:custGeom>
                <a:solidFill>
                  <a:srgbClr val="AFBC35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859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8038508" y="2567344"/>
              <a:ext cx="425351" cy="361093"/>
              <a:chOff x="8038508" y="2567344"/>
              <a:chExt cx="425351" cy="361093"/>
            </a:xfrm>
            <a:solidFill>
              <a:schemeClr val="accent1"/>
            </a:solidFill>
          </p:grpSpPr>
          <p:sp>
            <p:nvSpPr>
              <p:cNvPr id="860" name="Forme libre : forme 859">
                <a:extLst>
                  <a:ext uri="{FF2B5EF4-FFF2-40B4-BE49-F238E27FC236}">
                    <a16:creationId xmlns:a16="http://schemas.microsoft.com/office/drawing/2014/main" id="{F7E0A21C-FF78-4804-98C7-0FF340D7A8DE}"/>
                  </a:ext>
                </a:extLst>
              </p:cNvPr>
              <p:cNvSpPr/>
              <p:nvPr/>
            </p:nvSpPr>
            <p:spPr>
              <a:xfrm>
                <a:off x="8038508" y="2567344"/>
                <a:ext cx="425351" cy="361093"/>
              </a:xfrm>
              <a:custGeom>
                <a:avLst/>
                <a:gdLst>
                  <a:gd name="connsiteX0" fmla="*/ 419507 w 425351"/>
                  <a:gd name="connsiteY0" fmla="*/ 57766 h 361093"/>
                  <a:gd name="connsiteX1" fmla="*/ 111353 w 425351"/>
                  <a:gd name="connsiteY1" fmla="*/ 29395 h 361093"/>
                  <a:gd name="connsiteX2" fmla="*/ 36261 w 425351"/>
                  <a:gd name="connsiteY2" fmla="*/ 292244 h 361093"/>
                  <a:gd name="connsiteX3" fmla="*/ 356885 w 425351"/>
                  <a:gd name="connsiteY3" fmla="*/ 257883 h 361093"/>
                  <a:gd name="connsiteX4" fmla="*/ 419507 w 425351"/>
                  <a:gd name="connsiteY4" fmla="*/ 57766 h 361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5351" h="361093">
                    <a:moveTo>
                      <a:pt x="419507" y="57766"/>
                    </a:moveTo>
                    <a:cubicBezTo>
                      <a:pt x="390211" y="16707"/>
                      <a:pt x="227557" y="-32737"/>
                      <a:pt x="111353" y="29395"/>
                    </a:cubicBezTo>
                    <a:cubicBezTo>
                      <a:pt x="-4852" y="91527"/>
                      <a:pt x="-30499" y="191776"/>
                      <a:pt x="36261" y="292244"/>
                    </a:cubicBezTo>
                    <a:cubicBezTo>
                      <a:pt x="103022" y="392711"/>
                      <a:pt x="260066" y="384870"/>
                      <a:pt x="356885" y="257883"/>
                    </a:cubicBezTo>
                    <a:cubicBezTo>
                      <a:pt x="453650" y="130951"/>
                      <a:pt x="419507" y="57766"/>
                      <a:pt x="419507" y="57766"/>
                    </a:cubicBez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1" name="Forme libre : forme 860">
                <a:extLst>
                  <a:ext uri="{FF2B5EF4-FFF2-40B4-BE49-F238E27FC236}">
                    <a16:creationId xmlns:a16="http://schemas.microsoft.com/office/drawing/2014/main" id="{DDCC2EE7-6108-485B-A3EC-B0B3F60A93B8}"/>
                  </a:ext>
                </a:extLst>
              </p:cNvPr>
              <p:cNvSpPr/>
              <p:nvPr/>
            </p:nvSpPr>
            <p:spPr>
              <a:xfrm>
                <a:off x="8038508" y="2567344"/>
                <a:ext cx="425351" cy="361093"/>
              </a:xfrm>
              <a:custGeom>
                <a:avLst/>
                <a:gdLst>
                  <a:gd name="connsiteX0" fmla="*/ 419507 w 425351"/>
                  <a:gd name="connsiteY0" fmla="*/ 57766 h 361093"/>
                  <a:gd name="connsiteX1" fmla="*/ 111353 w 425351"/>
                  <a:gd name="connsiteY1" fmla="*/ 29395 h 361093"/>
                  <a:gd name="connsiteX2" fmla="*/ 36261 w 425351"/>
                  <a:gd name="connsiteY2" fmla="*/ 292244 h 361093"/>
                  <a:gd name="connsiteX3" fmla="*/ 356885 w 425351"/>
                  <a:gd name="connsiteY3" fmla="*/ 257883 h 361093"/>
                  <a:gd name="connsiteX4" fmla="*/ 419507 w 425351"/>
                  <a:gd name="connsiteY4" fmla="*/ 57766 h 361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5351" h="361093">
                    <a:moveTo>
                      <a:pt x="419507" y="57766"/>
                    </a:moveTo>
                    <a:cubicBezTo>
                      <a:pt x="390211" y="16707"/>
                      <a:pt x="227557" y="-32737"/>
                      <a:pt x="111353" y="29395"/>
                    </a:cubicBezTo>
                    <a:cubicBezTo>
                      <a:pt x="-4852" y="91527"/>
                      <a:pt x="-30499" y="191776"/>
                      <a:pt x="36261" y="292244"/>
                    </a:cubicBezTo>
                    <a:cubicBezTo>
                      <a:pt x="103022" y="392711"/>
                      <a:pt x="260066" y="384870"/>
                      <a:pt x="356885" y="257883"/>
                    </a:cubicBezTo>
                    <a:cubicBezTo>
                      <a:pt x="453650" y="130951"/>
                      <a:pt x="419507" y="57766"/>
                      <a:pt x="419507" y="57766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2" name="Forme libre : forme 861">
                <a:extLst>
                  <a:ext uri="{FF2B5EF4-FFF2-40B4-BE49-F238E27FC236}">
                    <a16:creationId xmlns:a16="http://schemas.microsoft.com/office/drawing/2014/main" id="{3F023654-6267-410D-9884-C5CA62111D32}"/>
                  </a:ext>
                </a:extLst>
              </p:cNvPr>
              <p:cNvSpPr/>
              <p:nvPr/>
            </p:nvSpPr>
            <p:spPr>
              <a:xfrm>
                <a:off x="8086267" y="2666328"/>
                <a:ext cx="291683" cy="232207"/>
              </a:xfrm>
              <a:custGeom>
                <a:avLst/>
                <a:gdLst>
                  <a:gd name="connsiteX0" fmla="*/ 9194 w 291683"/>
                  <a:gd name="connsiteY0" fmla="*/ 141528 h 232207"/>
                  <a:gd name="connsiteX1" fmla="*/ 92344 w 291683"/>
                  <a:gd name="connsiteY1" fmla="*/ 223645 h 232207"/>
                  <a:gd name="connsiteX2" fmla="*/ 132041 w 291683"/>
                  <a:gd name="connsiteY2" fmla="*/ 232139 h 232207"/>
                  <a:gd name="connsiteX3" fmla="*/ 177020 w 291683"/>
                  <a:gd name="connsiteY3" fmla="*/ 226640 h 232207"/>
                  <a:gd name="connsiteX4" fmla="*/ 215356 w 291683"/>
                  <a:gd name="connsiteY4" fmla="*/ 214279 h 232207"/>
                  <a:gd name="connsiteX5" fmla="*/ 264201 w 291683"/>
                  <a:gd name="connsiteY5" fmla="*/ 172676 h 232207"/>
                  <a:gd name="connsiteX6" fmla="*/ 287017 w 291683"/>
                  <a:gd name="connsiteY6" fmla="*/ 142617 h 232207"/>
                  <a:gd name="connsiteX7" fmla="*/ 290339 w 291683"/>
                  <a:gd name="connsiteY7" fmla="*/ 115717 h 232207"/>
                  <a:gd name="connsiteX8" fmla="*/ 268938 w 291683"/>
                  <a:gd name="connsiteY8" fmla="*/ 95460 h 232207"/>
                  <a:gd name="connsiteX9" fmla="*/ 239424 w 291683"/>
                  <a:gd name="connsiteY9" fmla="*/ 88327 h 232207"/>
                  <a:gd name="connsiteX10" fmla="*/ 168526 w 291683"/>
                  <a:gd name="connsiteY10" fmla="*/ 56199 h 232207"/>
                  <a:gd name="connsiteX11" fmla="*/ 132041 w 291683"/>
                  <a:gd name="connsiteY11" fmla="*/ 26794 h 232207"/>
                  <a:gd name="connsiteX12" fmla="*/ 76335 w 291683"/>
                  <a:gd name="connsiteY12" fmla="*/ 2562 h 232207"/>
                  <a:gd name="connsiteX13" fmla="*/ 21772 w 291683"/>
                  <a:gd name="connsiteY13" fmla="*/ 6537 h 232207"/>
                  <a:gd name="connsiteX14" fmla="*/ 5436 w 291683"/>
                  <a:gd name="connsiteY14" fmla="*/ 38066 h 232207"/>
                  <a:gd name="connsiteX15" fmla="*/ 9194 w 291683"/>
                  <a:gd name="connsiteY15" fmla="*/ 141528 h 23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91683" h="232207">
                    <a:moveTo>
                      <a:pt x="9194" y="141528"/>
                    </a:moveTo>
                    <a:cubicBezTo>
                      <a:pt x="24060" y="178720"/>
                      <a:pt x="54935" y="209214"/>
                      <a:pt x="92344" y="223645"/>
                    </a:cubicBezTo>
                    <a:cubicBezTo>
                      <a:pt x="105033" y="228545"/>
                      <a:pt x="118428" y="231649"/>
                      <a:pt x="132041" y="232139"/>
                    </a:cubicBezTo>
                    <a:cubicBezTo>
                      <a:pt x="147180" y="232684"/>
                      <a:pt x="162264" y="229907"/>
                      <a:pt x="177020" y="226640"/>
                    </a:cubicBezTo>
                    <a:cubicBezTo>
                      <a:pt x="190144" y="223754"/>
                      <a:pt x="203321" y="220377"/>
                      <a:pt x="215356" y="214279"/>
                    </a:cubicBezTo>
                    <a:cubicBezTo>
                      <a:pt x="234524" y="204531"/>
                      <a:pt x="249552" y="188467"/>
                      <a:pt x="264201" y="172676"/>
                    </a:cubicBezTo>
                    <a:cubicBezTo>
                      <a:pt x="272804" y="163419"/>
                      <a:pt x="281518" y="153944"/>
                      <a:pt x="287017" y="142617"/>
                    </a:cubicBezTo>
                    <a:cubicBezTo>
                      <a:pt x="291047" y="134286"/>
                      <a:pt x="293279" y="124539"/>
                      <a:pt x="290339" y="115717"/>
                    </a:cubicBezTo>
                    <a:cubicBezTo>
                      <a:pt x="287180" y="106079"/>
                      <a:pt x="278359" y="99218"/>
                      <a:pt x="268938" y="95460"/>
                    </a:cubicBezTo>
                    <a:cubicBezTo>
                      <a:pt x="259518" y="91703"/>
                      <a:pt x="249335" y="90396"/>
                      <a:pt x="239424" y="88327"/>
                    </a:cubicBezTo>
                    <a:cubicBezTo>
                      <a:pt x="213831" y="82936"/>
                      <a:pt x="189436" y="71882"/>
                      <a:pt x="168526" y="56199"/>
                    </a:cubicBezTo>
                    <a:cubicBezTo>
                      <a:pt x="156001" y="46833"/>
                      <a:pt x="144783" y="35833"/>
                      <a:pt x="132041" y="26794"/>
                    </a:cubicBezTo>
                    <a:cubicBezTo>
                      <a:pt x="115379" y="14978"/>
                      <a:pt x="96266" y="6701"/>
                      <a:pt x="76335" y="2562"/>
                    </a:cubicBezTo>
                    <a:cubicBezTo>
                      <a:pt x="59182" y="-977"/>
                      <a:pt x="37782" y="-1849"/>
                      <a:pt x="21772" y="6537"/>
                    </a:cubicBezTo>
                    <a:cubicBezTo>
                      <a:pt x="8921" y="13235"/>
                      <a:pt x="7451" y="24888"/>
                      <a:pt x="5436" y="38066"/>
                    </a:cubicBezTo>
                    <a:cubicBezTo>
                      <a:pt x="-64" y="74006"/>
                      <a:pt x="-4801" y="106406"/>
                      <a:pt x="9194" y="141528"/>
                    </a:cubicBezTo>
                    <a:close/>
                  </a:path>
                </a:pathLst>
              </a:custGeom>
              <a:solidFill>
                <a:srgbClr val="AFBC3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3" name="Forme libre : forme 862">
                <a:extLst>
                  <a:ext uri="{FF2B5EF4-FFF2-40B4-BE49-F238E27FC236}">
                    <a16:creationId xmlns:a16="http://schemas.microsoft.com/office/drawing/2014/main" id="{789C81A3-F648-484B-8F20-AAEA2A205B32}"/>
                  </a:ext>
                </a:extLst>
              </p:cNvPr>
              <p:cNvSpPr/>
              <p:nvPr/>
            </p:nvSpPr>
            <p:spPr>
              <a:xfrm>
                <a:off x="8297125" y="2614108"/>
                <a:ext cx="140979" cy="134066"/>
              </a:xfrm>
              <a:custGeom>
                <a:avLst/>
                <a:gdLst>
                  <a:gd name="connsiteX0" fmla="*/ 140361 w 140979"/>
                  <a:gd name="connsiteY0" fmla="*/ 38119 h 134066"/>
                  <a:gd name="connsiteX1" fmla="*/ 107417 w 140979"/>
                  <a:gd name="connsiteY1" fmla="*/ 1199 h 134066"/>
                  <a:gd name="connsiteX2" fmla="*/ 96253 w 140979"/>
                  <a:gd name="connsiteY2" fmla="*/ 274 h 134066"/>
                  <a:gd name="connsiteX3" fmla="*/ 76160 w 140979"/>
                  <a:gd name="connsiteY3" fmla="*/ 18734 h 134066"/>
                  <a:gd name="connsiteX4" fmla="*/ 51002 w 140979"/>
                  <a:gd name="connsiteY4" fmla="*/ 62297 h 134066"/>
                  <a:gd name="connsiteX5" fmla="*/ 4117 w 140979"/>
                  <a:gd name="connsiteY5" fmla="*/ 89306 h 134066"/>
                  <a:gd name="connsiteX6" fmla="*/ 33 w 140979"/>
                  <a:gd name="connsiteY6" fmla="*/ 97419 h 134066"/>
                  <a:gd name="connsiteX7" fmla="*/ 7167 w 140979"/>
                  <a:gd name="connsiteY7" fmla="*/ 105370 h 134066"/>
                  <a:gd name="connsiteX8" fmla="*/ 84818 w 140979"/>
                  <a:gd name="connsiteY8" fmla="*/ 134067 h 134066"/>
                  <a:gd name="connsiteX9" fmla="*/ 123099 w 140979"/>
                  <a:gd name="connsiteY9" fmla="*/ 99761 h 134066"/>
                  <a:gd name="connsiteX10" fmla="*/ 140361 w 140979"/>
                  <a:gd name="connsiteY10" fmla="*/ 38119 h 134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0979" h="134066">
                    <a:moveTo>
                      <a:pt x="140361" y="38119"/>
                    </a:moveTo>
                    <a:cubicBezTo>
                      <a:pt x="137638" y="20912"/>
                      <a:pt x="124188" y="5882"/>
                      <a:pt x="107417" y="1199"/>
                    </a:cubicBezTo>
                    <a:cubicBezTo>
                      <a:pt x="103768" y="219"/>
                      <a:pt x="99956" y="-380"/>
                      <a:pt x="96253" y="274"/>
                    </a:cubicBezTo>
                    <a:cubicBezTo>
                      <a:pt x="86942" y="1853"/>
                      <a:pt x="80516" y="10348"/>
                      <a:pt x="76160" y="18734"/>
                    </a:cubicBezTo>
                    <a:cubicBezTo>
                      <a:pt x="68373" y="33708"/>
                      <a:pt x="63636" y="51079"/>
                      <a:pt x="51002" y="62297"/>
                    </a:cubicBezTo>
                    <a:cubicBezTo>
                      <a:pt x="37443" y="74276"/>
                      <a:pt x="17241" y="76781"/>
                      <a:pt x="4117" y="89306"/>
                    </a:cubicBezTo>
                    <a:cubicBezTo>
                      <a:pt x="1831" y="91484"/>
                      <a:pt x="-293" y="94261"/>
                      <a:pt x="33" y="97419"/>
                    </a:cubicBezTo>
                    <a:cubicBezTo>
                      <a:pt x="415" y="101122"/>
                      <a:pt x="3954" y="103518"/>
                      <a:pt x="7167" y="105370"/>
                    </a:cubicBezTo>
                    <a:cubicBezTo>
                      <a:pt x="31235" y="119528"/>
                      <a:pt x="56829" y="134121"/>
                      <a:pt x="84818" y="134067"/>
                    </a:cubicBezTo>
                    <a:cubicBezTo>
                      <a:pt x="108995" y="134012"/>
                      <a:pt x="114550" y="118330"/>
                      <a:pt x="123099" y="99761"/>
                    </a:cubicBezTo>
                    <a:cubicBezTo>
                      <a:pt x="131866" y="80593"/>
                      <a:pt x="143846" y="59955"/>
                      <a:pt x="140361" y="38119"/>
                    </a:cubicBezTo>
                    <a:close/>
                  </a:path>
                </a:pathLst>
              </a:custGeom>
              <a:solidFill>
                <a:srgbClr val="AFBC3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4" name="Forme libre : forme 863">
                <a:extLst>
                  <a:ext uri="{FF2B5EF4-FFF2-40B4-BE49-F238E27FC236}">
                    <a16:creationId xmlns:a16="http://schemas.microsoft.com/office/drawing/2014/main" id="{9ECACBA1-4C78-4650-A3F2-BAE6182F3D74}"/>
                  </a:ext>
                </a:extLst>
              </p:cNvPr>
              <p:cNvSpPr/>
              <p:nvPr/>
            </p:nvSpPr>
            <p:spPr>
              <a:xfrm>
                <a:off x="8067200" y="2717463"/>
                <a:ext cx="68393" cy="68393"/>
              </a:xfrm>
              <a:custGeom>
                <a:avLst/>
                <a:gdLst>
                  <a:gd name="connsiteX0" fmla="*/ 68394 w 68393"/>
                  <a:gd name="connsiteY0" fmla="*/ 34197 h 68393"/>
                  <a:gd name="connsiteX1" fmla="*/ 34197 w 68393"/>
                  <a:gd name="connsiteY1" fmla="*/ 68394 h 68393"/>
                  <a:gd name="connsiteX2" fmla="*/ 0 w 68393"/>
                  <a:gd name="connsiteY2" fmla="*/ 34197 h 68393"/>
                  <a:gd name="connsiteX3" fmla="*/ 34197 w 68393"/>
                  <a:gd name="connsiteY3" fmla="*/ 0 h 68393"/>
                  <a:gd name="connsiteX4" fmla="*/ 68394 w 68393"/>
                  <a:gd name="connsiteY4" fmla="*/ 34197 h 68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393" h="68393">
                    <a:moveTo>
                      <a:pt x="68394" y="34197"/>
                    </a:moveTo>
                    <a:cubicBezTo>
                      <a:pt x="68394" y="53083"/>
                      <a:pt x="53084" y="68394"/>
                      <a:pt x="34197" y="68394"/>
                    </a:cubicBezTo>
                    <a:cubicBezTo>
                      <a:pt x="15310" y="68394"/>
                      <a:pt x="0" y="53083"/>
                      <a:pt x="0" y="34197"/>
                    </a:cubicBezTo>
                    <a:cubicBezTo>
                      <a:pt x="0" y="15310"/>
                      <a:pt x="15310" y="0"/>
                      <a:pt x="34197" y="0"/>
                    </a:cubicBezTo>
                    <a:cubicBezTo>
                      <a:pt x="53084" y="0"/>
                      <a:pt x="68394" y="15310"/>
                      <a:pt x="68394" y="341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5" name="Forme libre : forme 864">
                <a:extLst>
                  <a:ext uri="{FF2B5EF4-FFF2-40B4-BE49-F238E27FC236}">
                    <a16:creationId xmlns:a16="http://schemas.microsoft.com/office/drawing/2014/main" id="{3E1461A3-D001-4063-B0AA-B819C4312699}"/>
                  </a:ext>
                </a:extLst>
              </p:cNvPr>
              <p:cNvSpPr/>
              <p:nvPr/>
            </p:nvSpPr>
            <p:spPr>
              <a:xfrm>
                <a:off x="8114683" y="2815752"/>
                <a:ext cx="33543" cy="33543"/>
              </a:xfrm>
              <a:custGeom>
                <a:avLst/>
                <a:gdLst>
                  <a:gd name="connsiteX0" fmla="*/ 33543 w 33543"/>
                  <a:gd name="connsiteY0" fmla="*/ 16772 h 33543"/>
                  <a:gd name="connsiteX1" fmla="*/ 16772 w 33543"/>
                  <a:gd name="connsiteY1" fmla="*/ 33544 h 33543"/>
                  <a:gd name="connsiteX2" fmla="*/ 0 w 33543"/>
                  <a:gd name="connsiteY2" fmla="*/ 16772 h 33543"/>
                  <a:gd name="connsiteX3" fmla="*/ 16772 w 33543"/>
                  <a:gd name="connsiteY3" fmla="*/ 0 h 33543"/>
                  <a:gd name="connsiteX4" fmla="*/ 33543 w 33543"/>
                  <a:gd name="connsiteY4" fmla="*/ 16772 h 33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43" h="33543">
                    <a:moveTo>
                      <a:pt x="33543" y="16772"/>
                    </a:moveTo>
                    <a:cubicBezTo>
                      <a:pt x="33543" y="26035"/>
                      <a:pt x="26035" y="33544"/>
                      <a:pt x="16772" y="33544"/>
                    </a:cubicBezTo>
                    <a:cubicBezTo>
                      <a:pt x="7509" y="33544"/>
                      <a:pt x="0" y="26035"/>
                      <a:pt x="0" y="16772"/>
                    </a:cubicBezTo>
                    <a:cubicBezTo>
                      <a:pt x="0" y="7509"/>
                      <a:pt x="7509" y="0"/>
                      <a:pt x="16772" y="0"/>
                    </a:cubicBezTo>
                    <a:cubicBezTo>
                      <a:pt x="26035" y="0"/>
                      <a:pt x="33543" y="7509"/>
                      <a:pt x="33543" y="167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66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8427548" y="2492774"/>
              <a:ext cx="200220" cy="172941"/>
              <a:chOff x="8427548" y="2492774"/>
              <a:chExt cx="200220" cy="172941"/>
            </a:xfrm>
            <a:solidFill>
              <a:schemeClr val="accent1"/>
            </a:solidFill>
          </p:grpSpPr>
          <p:sp>
            <p:nvSpPr>
              <p:cNvPr id="867" name="Forme libre : forme 866">
                <a:extLst>
                  <a:ext uri="{FF2B5EF4-FFF2-40B4-BE49-F238E27FC236}">
                    <a16:creationId xmlns:a16="http://schemas.microsoft.com/office/drawing/2014/main" id="{1B03E291-B9CE-49E0-A177-A9B13883573A}"/>
                  </a:ext>
                </a:extLst>
              </p:cNvPr>
              <p:cNvSpPr/>
              <p:nvPr/>
            </p:nvSpPr>
            <p:spPr>
              <a:xfrm>
                <a:off x="8427548" y="2492774"/>
                <a:ext cx="200220" cy="172941"/>
              </a:xfrm>
              <a:custGeom>
                <a:avLst/>
                <a:gdLst>
                  <a:gd name="connsiteX0" fmla="*/ 3566 w 200220"/>
                  <a:gd name="connsiteY0" fmla="*/ 148944 h 172941"/>
                  <a:gd name="connsiteX1" fmla="*/ 150374 w 200220"/>
                  <a:gd name="connsiteY1" fmla="*/ 156350 h 172941"/>
                  <a:gd name="connsiteX2" fmla="*/ 180814 w 200220"/>
                  <a:gd name="connsiteY2" fmla="*/ 30126 h 172941"/>
                  <a:gd name="connsiteX3" fmla="*/ 29323 w 200220"/>
                  <a:gd name="connsiteY3" fmla="*/ 52724 h 172941"/>
                  <a:gd name="connsiteX4" fmla="*/ 3566 w 200220"/>
                  <a:gd name="connsiteY4" fmla="*/ 148944 h 172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220" h="172941">
                    <a:moveTo>
                      <a:pt x="3566" y="148944"/>
                    </a:moveTo>
                    <a:cubicBezTo>
                      <a:pt x="18269" y="167840"/>
                      <a:pt x="96465" y="188096"/>
                      <a:pt x="150374" y="156350"/>
                    </a:cubicBezTo>
                    <a:cubicBezTo>
                      <a:pt x="204283" y="124549"/>
                      <a:pt x="214521" y="76466"/>
                      <a:pt x="180814" y="30126"/>
                    </a:cubicBezTo>
                    <a:cubicBezTo>
                      <a:pt x="147161" y="-16214"/>
                      <a:pt x="72777" y="-9408"/>
                      <a:pt x="29323" y="52724"/>
                    </a:cubicBezTo>
                    <a:cubicBezTo>
                      <a:pt x="-14131" y="114856"/>
                      <a:pt x="3566" y="148944"/>
                      <a:pt x="3566" y="148944"/>
                    </a:cubicBez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8" name="Forme libre : forme 867">
                <a:extLst>
                  <a:ext uri="{FF2B5EF4-FFF2-40B4-BE49-F238E27FC236}">
                    <a16:creationId xmlns:a16="http://schemas.microsoft.com/office/drawing/2014/main" id="{5335F260-3208-4698-8B87-08891C6EF3F0}"/>
                  </a:ext>
                </a:extLst>
              </p:cNvPr>
              <p:cNvSpPr/>
              <p:nvPr/>
            </p:nvSpPr>
            <p:spPr>
              <a:xfrm>
                <a:off x="8427548" y="2492774"/>
                <a:ext cx="200220" cy="172941"/>
              </a:xfrm>
              <a:custGeom>
                <a:avLst/>
                <a:gdLst>
                  <a:gd name="connsiteX0" fmla="*/ 3566 w 200220"/>
                  <a:gd name="connsiteY0" fmla="*/ 148944 h 172941"/>
                  <a:gd name="connsiteX1" fmla="*/ 150374 w 200220"/>
                  <a:gd name="connsiteY1" fmla="*/ 156350 h 172941"/>
                  <a:gd name="connsiteX2" fmla="*/ 180814 w 200220"/>
                  <a:gd name="connsiteY2" fmla="*/ 30126 h 172941"/>
                  <a:gd name="connsiteX3" fmla="*/ 29323 w 200220"/>
                  <a:gd name="connsiteY3" fmla="*/ 52724 h 172941"/>
                  <a:gd name="connsiteX4" fmla="*/ 3566 w 200220"/>
                  <a:gd name="connsiteY4" fmla="*/ 148944 h 172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220" h="172941">
                    <a:moveTo>
                      <a:pt x="3566" y="148944"/>
                    </a:moveTo>
                    <a:cubicBezTo>
                      <a:pt x="18269" y="167840"/>
                      <a:pt x="96465" y="188096"/>
                      <a:pt x="150374" y="156350"/>
                    </a:cubicBezTo>
                    <a:cubicBezTo>
                      <a:pt x="204283" y="124549"/>
                      <a:pt x="214521" y="76466"/>
                      <a:pt x="180814" y="30126"/>
                    </a:cubicBezTo>
                    <a:cubicBezTo>
                      <a:pt x="147161" y="-16214"/>
                      <a:pt x="72777" y="-9408"/>
                      <a:pt x="29323" y="52724"/>
                    </a:cubicBezTo>
                    <a:cubicBezTo>
                      <a:pt x="-14131" y="114856"/>
                      <a:pt x="3566" y="148944"/>
                      <a:pt x="3566" y="148944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9" name="Forme libre : forme 868">
                <a:extLst>
                  <a:ext uri="{FF2B5EF4-FFF2-40B4-BE49-F238E27FC236}">
                    <a16:creationId xmlns:a16="http://schemas.microsoft.com/office/drawing/2014/main" id="{208BF6AF-5CB1-4671-944E-DDB199F9C4BF}"/>
                  </a:ext>
                </a:extLst>
              </p:cNvPr>
              <p:cNvSpPr/>
              <p:nvPr/>
            </p:nvSpPr>
            <p:spPr>
              <a:xfrm>
                <a:off x="8465900" y="2507217"/>
                <a:ext cx="139141" cy="108676"/>
              </a:xfrm>
              <a:custGeom>
                <a:avLst/>
                <a:gdLst>
                  <a:gd name="connsiteX0" fmla="*/ 133694 w 139141"/>
                  <a:gd name="connsiteY0" fmla="*/ 40623 h 108676"/>
                  <a:gd name="connsiteX1" fmla="*/ 92636 w 139141"/>
                  <a:gd name="connsiteY1" fmla="*/ 3267 h 108676"/>
                  <a:gd name="connsiteX2" fmla="*/ 73631 w 139141"/>
                  <a:gd name="connsiteY2" fmla="*/ 0 h 108676"/>
                  <a:gd name="connsiteX3" fmla="*/ 52394 w 139141"/>
                  <a:gd name="connsiteY3" fmla="*/ 3485 h 108676"/>
                  <a:gd name="connsiteX4" fmla="*/ 34479 w 139141"/>
                  <a:gd name="connsiteY4" fmla="*/ 10128 h 108676"/>
                  <a:gd name="connsiteX5" fmla="*/ 12099 w 139141"/>
                  <a:gd name="connsiteY5" fmla="*/ 30821 h 108676"/>
                  <a:gd name="connsiteX6" fmla="*/ 1862 w 139141"/>
                  <a:gd name="connsiteY6" fmla="*/ 45523 h 108676"/>
                  <a:gd name="connsiteX7" fmla="*/ 827 w 139141"/>
                  <a:gd name="connsiteY7" fmla="*/ 58374 h 108676"/>
                  <a:gd name="connsiteX8" fmla="*/ 11391 w 139141"/>
                  <a:gd name="connsiteY8" fmla="*/ 67577 h 108676"/>
                  <a:gd name="connsiteX9" fmla="*/ 25549 w 139141"/>
                  <a:gd name="connsiteY9" fmla="*/ 70409 h 108676"/>
                  <a:gd name="connsiteX10" fmla="*/ 59854 w 139141"/>
                  <a:gd name="connsiteY10" fmla="*/ 84240 h 108676"/>
                  <a:gd name="connsiteX11" fmla="*/ 77770 w 139141"/>
                  <a:gd name="connsiteY11" fmla="*/ 97472 h 108676"/>
                  <a:gd name="connsiteX12" fmla="*/ 104670 w 139141"/>
                  <a:gd name="connsiteY12" fmla="*/ 107873 h 108676"/>
                  <a:gd name="connsiteX13" fmla="*/ 130482 w 139141"/>
                  <a:gd name="connsiteY13" fmla="*/ 104933 h 108676"/>
                  <a:gd name="connsiteX14" fmla="*/ 137615 w 139141"/>
                  <a:gd name="connsiteY14" fmla="*/ 89631 h 108676"/>
                  <a:gd name="connsiteX15" fmla="*/ 133694 w 139141"/>
                  <a:gd name="connsiteY15" fmla="*/ 40623 h 108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9141" h="108676">
                    <a:moveTo>
                      <a:pt x="133694" y="40623"/>
                    </a:moveTo>
                    <a:cubicBezTo>
                      <a:pt x="125907" y="23252"/>
                      <a:pt x="110660" y="9366"/>
                      <a:pt x="92636" y="3267"/>
                    </a:cubicBezTo>
                    <a:cubicBezTo>
                      <a:pt x="86537" y="1198"/>
                      <a:pt x="80112" y="0"/>
                      <a:pt x="73631" y="0"/>
                    </a:cubicBezTo>
                    <a:cubicBezTo>
                      <a:pt x="66444" y="55"/>
                      <a:pt x="59365" y="1634"/>
                      <a:pt x="52394" y="3485"/>
                    </a:cubicBezTo>
                    <a:cubicBezTo>
                      <a:pt x="46241" y="5119"/>
                      <a:pt x="40034" y="6970"/>
                      <a:pt x="34479" y="10128"/>
                    </a:cubicBezTo>
                    <a:cubicBezTo>
                      <a:pt x="25603" y="15138"/>
                      <a:pt x="18742" y="23034"/>
                      <a:pt x="12099" y="30821"/>
                    </a:cubicBezTo>
                    <a:cubicBezTo>
                      <a:pt x="8178" y="35395"/>
                      <a:pt x="4257" y="40024"/>
                      <a:pt x="1862" y="45523"/>
                    </a:cubicBezTo>
                    <a:cubicBezTo>
                      <a:pt x="119" y="49553"/>
                      <a:pt x="-753" y="54236"/>
                      <a:pt x="827" y="58374"/>
                    </a:cubicBezTo>
                    <a:cubicBezTo>
                      <a:pt x="2515" y="62894"/>
                      <a:pt x="6816" y="65944"/>
                      <a:pt x="11391" y="67577"/>
                    </a:cubicBezTo>
                    <a:cubicBezTo>
                      <a:pt x="15910" y="69211"/>
                      <a:pt x="20811" y="69592"/>
                      <a:pt x="25549" y="70409"/>
                    </a:cubicBezTo>
                    <a:cubicBezTo>
                      <a:pt x="37801" y="72478"/>
                      <a:pt x="49617" y="77216"/>
                      <a:pt x="59854" y="84240"/>
                    </a:cubicBezTo>
                    <a:cubicBezTo>
                      <a:pt x="65953" y="88433"/>
                      <a:pt x="71508" y="93443"/>
                      <a:pt x="77770" y="97472"/>
                    </a:cubicBezTo>
                    <a:cubicBezTo>
                      <a:pt x="85883" y="102754"/>
                      <a:pt x="95141" y="106294"/>
                      <a:pt x="104670" y="107873"/>
                    </a:cubicBezTo>
                    <a:cubicBezTo>
                      <a:pt x="112893" y="109234"/>
                      <a:pt x="123076" y="109234"/>
                      <a:pt x="130482" y="104933"/>
                    </a:cubicBezTo>
                    <a:cubicBezTo>
                      <a:pt x="136417" y="101502"/>
                      <a:pt x="136907" y="95948"/>
                      <a:pt x="137615" y="89631"/>
                    </a:cubicBezTo>
                    <a:cubicBezTo>
                      <a:pt x="139412" y="72478"/>
                      <a:pt x="141045" y="57013"/>
                      <a:pt x="133694" y="40623"/>
                    </a:cubicBezTo>
                    <a:close/>
                  </a:path>
                </a:pathLst>
              </a:custGeom>
              <a:solidFill>
                <a:srgbClr val="AFBC3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0" name="Forme libre : forme 869">
                <a:extLst>
                  <a:ext uri="{FF2B5EF4-FFF2-40B4-BE49-F238E27FC236}">
                    <a16:creationId xmlns:a16="http://schemas.microsoft.com/office/drawing/2014/main" id="{AB147EFD-E927-4140-876E-3FC14DF08CF7}"/>
                  </a:ext>
                </a:extLst>
              </p:cNvPr>
              <p:cNvSpPr/>
              <p:nvPr/>
            </p:nvSpPr>
            <p:spPr>
              <a:xfrm>
                <a:off x="8439852" y="2581780"/>
                <a:ext cx="65949" cy="63948"/>
              </a:xfrm>
              <a:custGeom>
                <a:avLst/>
                <a:gdLst>
                  <a:gd name="connsiteX0" fmla="*/ 465 w 65949"/>
                  <a:gd name="connsiteY0" fmla="*/ 46651 h 63948"/>
                  <a:gd name="connsiteX1" fmla="*/ 16801 w 65949"/>
                  <a:gd name="connsiteY1" fmla="*/ 63532 h 63948"/>
                  <a:gd name="connsiteX2" fmla="*/ 22138 w 65949"/>
                  <a:gd name="connsiteY2" fmla="*/ 63750 h 63948"/>
                  <a:gd name="connsiteX3" fmla="*/ 31341 w 65949"/>
                  <a:gd name="connsiteY3" fmla="*/ 54602 h 63948"/>
                  <a:gd name="connsiteX4" fmla="*/ 42394 w 65949"/>
                  <a:gd name="connsiteY4" fmla="*/ 33419 h 63948"/>
                  <a:gd name="connsiteX5" fmla="*/ 64121 w 65949"/>
                  <a:gd name="connsiteY5" fmla="*/ 19697 h 63948"/>
                  <a:gd name="connsiteX6" fmla="*/ 65919 w 65949"/>
                  <a:gd name="connsiteY6" fmla="*/ 15776 h 63948"/>
                  <a:gd name="connsiteX7" fmla="*/ 62379 w 65949"/>
                  <a:gd name="connsiteY7" fmla="*/ 12128 h 63948"/>
                  <a:gd name="connsiteX8" fmla="*/ 24969 w 65949"/>
                  <a:gd name="connsiteY8" fmla="*/ 39 h 63948"/>
                  <a:gd name="connsiteX9" fmla="*/ 7490 w 65949"/>
                  <a:gd name="connsiteY9" fmla="*/ 17083 h 63948"/>
                  <a:gd name="connsiteX10" fmla="*/ 465 w 65949"/>
                  <a:gd name="connsiteY10" fmla="*/ 46651 h 63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949" h="63948">
                    <a:moveTo>
                      <a:pt x="465" y="46651"/>
                    </a:moveTo>
                    <a:cubicBezTo>
                      <a:pt x="2099" y="54765"/>
                      <a:pt x="8742" y="61626"/>
                      <a:pt x="16801" y="63532"/>
                    </a:cubicBezTo>
                    <a:cubicBezTo>
                      <a:pt x="18544" y="63913"/>
                      <a:pt x="20396" y="64131"/>
                      <a:pt x="22138" y="63750"/>
                    </a:cubicBezTo>
                    <a:cubicBezTo>
                      <a:pt x="26549" y="62824"/>
                      <a:pt x="29434" y="58631"/>
                      <a:pt x="31341" y="54602"/>
                    </a:cubicBezTo>
                    <a:cubicBezTo>
                      <a:pt x="34717" y="47359"/>
                      <a:pt x="36623" y="38973"/>
                      <a:pt x="42394" y="33419"/>
                    </a:cubicBezTo>
                    <a:cubicBezTo>
                      <a:pt x="48602" y="27429"/>
                      <a:pt x="58132" y="25904"/>
                      <a:pt x="64121" y="19697"/>
                    </a:cubicBezTo>
                    <a:cubicBezTo>
                      <a:pt x="65156" y="18608"/>
                      <a:pt x="66136" y="17246"/>
                      <a:pt x="65919" y="15776"/>
                    </a:cubicBezTo>
                    <a:cubicBezTo>
                      <a:pt x="65646" y="14033"/>
                      <a:pt x="63959" y="12944"/>
                      <a:pt x="62379" y="12128"/>
                    </a:cubicBezTo>
                    <a:cubicBezTo>
                      <a:pt x="50671" y="5865"/>
                      <a:pt x="38256" y="-560"/>
                      <a:pt x="24969" y="39"/>
                    </a:cubicBezTo>
                    <a:cubicBezTo>
                      <a:pt x="13480" y="529"/>
                      <a:pt x="11192" y="8098"/>
                      <a:pt x="7490" y="17083"/>
                    </a:cubicBezTo>
                    <a:cubicBezTo>
                      <a:pt x="3678" y="26340"/>
                      <a:pt x="-1604" y="36360"/>
                      <a:pt x="465" y="46651"/>
                    </a:cubicBezTo>
                    <a:close/>
                  </a:path>
                </a:pathLst>
              </a:custGeom>
              <a:solidFill>
                <a:srgbClr val="AFBC3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1" name="Forme libre : forme 870">
                <a:extLst>
                  <a:ext uri="{FF2B5EF4-FFF2-40B4-BE49-F238E27FC236}">
                    <a16:creationId xmlns:a16="http://schemas.microsoft.com/office/drawing/2014/main" id="{4E3F987C-242E-4465-9FA0-8BF0593585E1}"/>
                  </a:ext>
                </a:extLst>
              </p:cNvPr>
              <p:cNvSpPr/>
              <p:nvPr/>
            </p:nvSpPr>
            <p:spPr>
              <a:xfrm>
                <a:off x="8581625" y="2558403"/>
                <a:ext cx="32454" cy="32454"/>
              </a:xfrm>
              <a:custGeom>
                <a:avLst/>
                <a:gdLst>
                  <a:gd name="connsiteX0" fmla="*/ 32455 w 32454"/>
                  <a:gd name="connsiteY0" fmla="*/ 16227 h 32454"/>
                  <a:gd name="connsiteX1" fmla="*/ 16228 w 32454"/>
                  <a:gd name="connsiteY1" fmla="*/ 32454 h 32454"/>
                  <a:gd name="connsiteX2" fmla="*/ 0 w 32454"/>
                  <a:gd name="connsiteY2" fmla="*/ 16227 h 32454"/>
                  <a:gd name="connsiteX3" fmla="*/ 16228 w 32454"/>
                  <a:gd name="connsiteY3" fmla="*/ 0 h 32454"/>
                  <a:gd name="connsiteX4" fmla="*/ 32455 w 32454"/>
                  <a:gd name="connsiteY4" fmla="*/ 16227 h 3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54" h="32454">
                    <a:moveTo>
                      <a:pt x="32455" y="16227"/>
                    </a:moveTo>
                    <a:cubicBezTo>
                      <a:pt x="32455" y="25189"/>
                      <a:pt x="25189" y="32454"/>
                      <a:pt x="16228" y="32454"/>
                    </a:cubicBezTo>
                    <a:cubicBezTo>
                      <a:pt x="7266" y="32454"/>
                      <a:pt x="0" y="25189"/>
                      <a:pt x="0" y="16227"/>
                    </a:cubicBezTo>
                    <a:cubicBezTo>
                      <a:pt x="0" y="7265"/>
                      <a:pt x="7266" y="0"/>
                      <a:pt x="16228" y="0"/>
                    </a:cubicBezTo>
                    <a:cubicBezTo>
                      <a:pt x="25189" y="0"/>
                      <a:pt x="32455" y="7265"/>
                      <a:pt x="32455" y="162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2" name="Forme libre : forme 871">
                <a:extLst>
                  <a:ext uri="{FF2B5EF4-FFF2-40B4-BE49-F238E27FC236}">
                    <a16:creationId xmlns:a16="http://schemas.microsoft.com/office/drawing/2014/main" id="{9353A73E-4F92-4E85-B7AE-1FB3AB4114D7}"/>
                  </a:ext>
                </a:extLst>
              </p:cNvPr>
              <p:cNvSpPr/>
              <p:nvPr/>
            </p:nvSpPr>
            <p:spPr>
              <a:xfrm>
                <a:off x="8574056" y="2528889"/>
                <a:ext cx="15900" cy="15900"/>
              </a:xfrm>
              <a:custGeom>
                <a:avLst/>
                <a:gdLst>
                  <a:gd name="connsiteX0" fmla="*/ 15900 w 15900"/>
                  <a:gd name="connsiteY0" fmla="*/ 7950 h 15900"/>
                  <a:gd name="connsiteX1" fmla="*/ 7950 w 15900"/>
                  <a:gd name="connsiteY1" fmla="*/ 15901 h 15900"/>
                  <a:gd name="connsiteX2" fmla="*/ 0 w 15900"/>
                  <a:gd name="connsiteY2" fmla="*/ 7950 h 15900"/>
                  <a:gd name="connsiteX3" fmla="*/ 7950 w 15900"/>
                  <a:gd name="connsiteY3" fmla="*/ 0 h 15900"/>
                  <a:gd name="connsiteX4" fmla="*/ 15900 w 15900"/>
                  <a:gd name="connsiteY4" fmla="*/ 7950 h 15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00" h="15900">
                    <a:moveTo>
                      <a:pt x="15900" y="7950"/>
                    </a:moveTo>
                    <a:cubicBezTo>
                      <a:pt x="15900" y="12341"/>
                      <a:pt x="12341" y="15901"/>
                      <a:pt x="7950" y="15901"/>
                    </a:cubicBezTo>
                    <a:cubicBezTo>
                      <a:pt x="3559" y="15901"/>
                      <a:pt x="0" y="12341"/>
                      <a:pt x="0" y="7950"/>
                    </a:cubicBezTo>
                    <a:cubicBezTo>
                      <a:pt x="0" y="3559"/>
                      <a:pt x="3560" y="0"/>
                      <a:pt x="7950" y="0"/>
                    </a:cubicBezTo>
                    <a:cubicBezTo>
                      <a:pt x="12342" y="0"/>
                      <a:pt x="15900" y="3559"/>
                      <a:pt x="15900" y="79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73" name="Forme libre : forme 872">
              <a:extLst>
                <a:ext uri="{FF2B5EF4-FFF2-40B4-BE49-F238E27FC236}">
                  <a16:creationId xmlns:a16="http://schemas.microsoft.com/office/drawing/2014/main" id="{1C044121-24FF-45E1-B525-3EB9273AA8CD}"/>
                </a:ext>
              </a:extLst>
            </p:cNvPr>
            <p:cNvSpPr/>
            <p:nvPr/>
          </p:nvSpPr>
          <p:spPr>
            <a:xfrm>
              <a:off x="8631994" y="3143401"/>
              <a:ext cx="36266" cy="36266"/>
            </a:xfrm>
            <a:custGeom>
              <a:avLst/>
              <a:gdLst>
                <a:gd name="connsiteX0" fmla="*/ 36266 w 36266"/>
                <a:gd name="connsiteY0" fmla="*/ 18133 h 36266"/>
                <a:gd name="connsiteX1" fmla="*/ 18133 w 36266"/>
                <a:gd name="connsiteY1" fmla="*/ 36266 h 36266"/>
                <a:gd name="connsiteX2" fmla="*/ 0 w 36266"/>
                <a:gd name="connsiteY2" fmla="*/ 18133 h 36266"/>
                <a:gd name="connsiteX3" fmla="*/ 18133 w 36266"/>
                <a:gd name="connsiteY3" fmla="*/ 0 h 36266"/>
                <a:gd name="connsiteX4" fmla="*/ 36266 w 36266"/>
                <a:gd name="connsiteY4" fmla="*/ 18133 h 3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66" h="36266">
                  <a:moveTo>
                    <a:pt x="36266" y="18133"/>
                  </a:moveTo>
                  <a:cubicBezTo>
                    <a:pt x="36266" y="28148"/>
                    <a:pt x="28148" y="36266"/>
                    <a:pt x="18133" y="36266"/>
                  </a:cubicBezTo>
                  <a:cubicBezTo>
                    <a:pt x="8119" y="36266"/>
                    <a:pt x="0" y="28148"/>
                    <a:pt x="0" y="18133"/>
                  </a:cubicBezTo>
                  <a:cubicBezTo>
                    <a:pt x="0" y="8118"/>
                    <a:pt x="8119" y="0"/>
                    <a:pt x="18133" y="0"/>
                  </a:cubicBezTo>
                  <a:cubicBezTo>
                    <a:pt x="28148" y="0"/>
                    <a:pt x="36266" y="8119"/>
                    <a:pt x="36266" y="1813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orme libre : forme 873">
              <a:extLst>
                <a:ext uri="{FF2B5EF4-FFF2-40B4-BE49-F238E27FC236}">
                  <a16:creationId xmlns:a16="http://schemas.microsoft.com/office/drawing/2014/main" id="{1BA74A29-C416-44CF-B746-B7BC23655ED6}"/>
                </a:ext>
              </a:extLst>
            </p:cNvPr>
            <p:cNvSpPr/>
            <p:nvPr/>
          </p:nvSpPr>
          <p:spPr>
            <a:xfrm>
              <a:off x="8680948" y="3166925"/>
              <a:ext cx="20365" cy="20365"/>
            </a:xfrm>
            <a:custGeom>
              <a:avLst/>
              <a:gdLst>
                <a:gd name="connsiteX0" fmla="*/ 20366 w 20365"/>
                <a:gd name="connsiteY0" fmla="*/ 10183 h 20365"/>
                <a:gd name="connsiteX1" fmla="*/ 10183 w 20365"/>
                <a:gd name="connsiteY1" fmla="*/ 20366 h 20365"/>
                <a:gd name="connsiteX2" fmla="*/ 0 w 20365"/>
                <a:gd name="connsiteY2" fmla="*/ 10183 h 20365"/>
                <a:gd name="connsiteX3" fmla="*/ 10183 w 20365"/>
                <a:gd name="connsiteY3" fmla="*/ 0 h 20365"/>
                <a:gd name="connsiteX4" fmla="*/ 20366 w 20365"/>
                <a:gd name="connsiteY4" fmla="*/ 10183 h 2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65" h="20365">
                  <a:moveTo>
                    <a:pt x="20366" y="10183"/>
                  </a:moveTo>
                  <a:cubicBezTo>
                    <a:pt x="20366" y="15807"/>
                    <a:pt x="15807" y="20366"/>
                    <a:pt x="10183" y="20366"/>
                  </a:cubicBezTo>
                  <a:cubicBezTo>
                    <a:pt x="4560" y="20366"/>
                    <a:pt x="0" y="15807"/>
                    <a:pt x="0" y="10183"/>
                  </a:cubicBezTo>
                  <a:cubicBezTo>
                    <a:pt x="0" y="4559"/>
                    <a:pt x="4560" y="0"/>
                    <a:pt x="10183" y="0"/>
                  </a:cubicBezTo>
                  <a:cubicBezTo>
                    <a:pt x="15807" y="0"/>
                    <a:pt x="20366" y="4559"/>
                    <a:pt x="20366" y="1018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99" name="Budding-yeast-cell-illustration">
            <a:extLst>
              <a:ext uri="{FF2B5EF4-FFF2-40B4-BE49-F238E27FC236}">
                <a16:creationId xmlns:a16="http://schemas.microsoft.com/office/drawing/2014/main" id="{75CAAD31-AF8D-492C-A6CB-D106CC4E0135}"/>
              </a:ext>
            </a:extLst>
          </p:cNvPr>
          <p:cNvGrpSpPr/>
          <p:nvPr/>
        </p:nvGrpSpPr>
        <p:grpSpPr>
          <a:xfrm>
            <a:off x="6888377" y="3489769"/>
            <a:ext cx="1342696" cy="933760"/>
            <a:chOff x="7863651" y="3829464"/>
            <a:chExt cx="827099" cy="575195"/>
          </a:xfrm>
        </p:grpSpPr>
        <p:grpSp>
          <p:nvGrpSpPr>
            <p:cNvPr id="875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7863651" y="3871121"/>
              <a:ext cx="533538" cy="533538"/>
              <a:chOff x="7863651" y="3871121"/>
              <a:chExt cx="533538" cy="533538"/>
            </a:xfrm>
            <a:solidFill>
              <a:schemeClr val="accent1"/>
            </a:solidFill>
          </p:grpSpPr>
          <p:sp>
            <p:nvSpPr>
              <p:cNvPr id="876" name="Forme libre : forme 875">
                <a:extLst>
                  <a:ext uri="{FF2B5EF4-FFF2-40B4-BE49-F238E27FC236}">
                    <a16:creationId xmlns:a16="http://schemas.microsoft.com/office/drawing/2014/main" id="{D2385845-48D4-4F3E-8138-F6413FC11FB8}"/>
                  </a:ext>
                </a:extLst>
              </p:cNvPr>
              <p:cNvSpPr/>
              <p:nvPr/>
            </p:nvSpPr>
            <p:spPr>
              <a:xfrm>
                <a:off x="7863651" y="3871121"/>
                <a:ext cx="533538" cy="533538"/>
              </a:xfrm>
              <a:custGeom>
                <a:avLst/>
                <a:gdLst>
                  <a:gd name="connsiteX0" fmla="*/ 533538 w 533538"/>
                  <a:gd name="connsiteY0" fmla="*/ 266769 h 533538"/>
                  <a:gd name="connsiteX1" fmla="*/ 266769 w 533538"/>
                  <a:gd name="connsiteY1" fmla="*/ 533538 h 533538"/>
                  <a:gd name="connsiteX2" fmla="*/ 0 w 533538"/>
                  <a:gd name="connsiteY2" fmla="*/ 266769 h 533538"/>
                  <a:gd name="connsiteX3" fmla="*/ 266769 w 533538"/>
                  <a:gd name="connsiteY3" fmla="*/ 0 h 533538"/>
                  <a:gd name="connsiteX4" fmla="*/ 533538 w 533538"/>
                  <a:gd name="connsiteY4" fmla="*/ 266769 h 53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538" h="533538">
                    <a:moveTo>
                      <a:pt x="533538" y="266769"/>
                    </a:moveTo>
                    <a:cubicBezTo>
                      <a:pt x="533538" y="414102"/>
                      <a:pt x="414101" y="533538"/>
                      <a:pt x="266769" y="533538"/>
                    </a:cubicBezTo>
                    <a:cubicBezTo>
                      <a:pt x="119437" y="533538"/>
                      <a:pt x="0" y="414102"/>
                      <a:pt x="0" y="266769"/>
                    </a:cubicBezTo>
                    <a:cubicBezTo>
                      <a:pt x="0" y="119437"/>
                      <a:pt x="119437" y="0"/>
                      <a:pt x="266769" y="0"/>
                    </a:cubicBezTo>
                    <a:cubicBezTo>
                      <a:pt x="414101" y="0"/>
                      <a:pt x="533538" y="119437"/>
                      <a:pt x="533538" y="266769"/>
                    </a:cubicBezTo>
                    <a:close/>
                  </a:path>
                </a:pathLst>
              </a:custGeom>
              <a:solidFill>
                <a:srgbClr val="52529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7" name="Forme libre : forme 876">
                <a:extLst>
                  <a:ext uri="{FF2B5EF4-FFF2-40B4-BE49-F238E27FC236}">
                    <a16:creationId xmlns:a16="http://schemas.microsoft.com/office/drawing/2014/main" id="{D44297A9-76B4-4899-9E72-F2790D79363B}"/>
                  </a:ext>
                </a:extLst>
              </p:cNvPr>
              <p:cNvSpPr/>
              <p:nvPr/>
            </p:nvSpPr>
            <p:spPr>
              <a:xfrm>
                <a:off x="7890334" y="3897804"/>
                <a:ext cx="480173" cy="480173"/>
              </a:xfrm>
              <a:custGeom>
                <a:avLst/>
                <a:gdLst>
                  <a:gd name="connsiteX0" fmla="*/ 480174 w 480173"/>
                  <a:gd name="connsiteY0" fmla="*/ 240087 h 480173"/>
                  <a:gd name="connsiteX1" fmla="*/ 240087 w 480173"/>
                  <a:gd name="connsiteY1" fmla="*/ 480174 h 480173"/>
                  <a:gd name="connsiteX2" fmla="*/ 1 w 480173"/>
                  <a:gd name="connsiteY2" fmla="*/ 240087 h 480173"/>
                  <a:gd name="connsiteX3" fmla="*/ 240087 w 480173"/>
                  <a:gd name="connsiteY3" fmla="*/ 0 h 480173"/>
                  <a:gd name="connsiteX4" fmla="*/ 480174 w 480173"/>
                  <a:gd name="connsiteY4" fmla="*/ 240087 h 480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173" h="480173">
                    <a:moveTo>
                      <a:pt x="480174" y="240087"/>
                    </a:moveTo>
                    <a:cubicBezTo>
                      <a:pt x="480174" y="372683"/>
                      <a:pt x="372684" y="480174"/>
                      <a:pt x="240087" y="480174"/>
                    </a:cubicBezTo>
                    <a:cubicBezTo>
                      <a:pt x="107491" y="480174"/>
                      <a:pt x="1" y="372683"/>
                      <a:pt x="1" y="240087"/>
                    </a:cubicBezTo>
                    <a:cubicBezTo>
                      <a:pt x="1" y="107491"/>
                      <a:pt x="107491" y="0"/>
                      <a:pt x="240087" y="0"/>
                    </a:cubicBezTo>
                    <a:cubicBezTo>
                      <a:pt x="372684" y="0"/>
                      <a:pt x="480174" y="107491"/>
                      <a:pt x="480174" y="240087"/>
                    </a:cubicBezTo>
                    <a:close/>
                  </a:path>
                </a:pathLst>
              </a:custGeom>
              <a:solidFill>
                <a:srgbClr val="6868BC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8" name="Forme libre : forme 877">
                <a:extLst>
                  <a:ext uri="{FF2B5EF4-FFF2-40B4-BE49-F238E27FC236}">
                    <a16:creationId xmlns:a16="http://schemas.microsoft.com/office/drawing/2014/main" id="{42496762-446F-4ACE-8CC5-FA58D88C3539}"/>
                  </a:ext>
                </a:extLst>
              </p:cNvPr>
              <p:cNvSpPr/>
              <p:nvPr/>
            </p:nvSpPr>
            <p:spPr>
              <a:xfrm>
                <a:off x="7986336" y="3993806"/>
                <a:ext cx="288169" cy="288169"/>
              </a:xfrm>
              <a:custGeom>
                <a:avLst/>
                <a:gdLst>
                  <a:gd name="connsiteX0" fmla="*/ 288170 w 288169"/>
                  <a:gd name="connsiteY0" fmla="*/ 144085 h 288169"/>
                  <a:gd name="connsiteX1" fmla="*/ 144085 w 288169"/>
                  <a:gd name="connsiteY1" fmla="*/ 288169 h 288169"/>
                  <a:gd name="connsiteX2" fmla="*/ 1 w 288169"/>
                  <a:gd name="connsiteY2" fmla="*/ 144085 h 288169"/>
                  <a:gd name="connsiteX3" fmla="*/ 144085 w 288169"/>
                  <a:gd name="connsiteY3" fmla="*/ 0 h 288169"/>
                  <a:gd name="connsiteX4" fmla="*/ 288170 w 288169"/>
                  <a:gd name="connsiteY4" fmla="*/ 144085 h 288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169" h="288169">
                    <a:moveTo>
                      <a:pt x="288170" y="144085"/>
                    </a:moveTo>
                    <a:cubicBezTo>
                      <a:pt x="288170" y="223661"/>
                      <a:pt x="223661" y="288169"/>
                      <a:pt x="144085" y="288169"/>
                    </a:cubicBezTo>
                    <a:cubicBezTo>
                      <a:pt x="64510" y="288169"/>
                      <a:pt x="1" y="223660"/>
                      <a:pt x="1" y="144085"/>
                    </a:cubicBezTo>
                    <a:cubicBezTo>
                      <a:pt x="1" y="64509"/>
                      <a:pt x="64510" y="0"/>
                      <a:pt x="144085" y="0"/>
                    </a:cubicBezTo>
                    <a:cubicBezTo>
                      <a:pt x="223661" y="0"/>
                      <a:pt x="288170" y="64509"/>
                      <a:pt x="288170" y="144085"/>
                    </a:cubicBezTo>
                    <a:close/>
                  </a:path>
                </a:pathLst>
              </a:custGeom>
              <a:solidFill>
                <a:srgbClr val="282870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9" name="Forme libre : forme 878">
                <a:extLst>
                  <a:ext uri="{FF2B5EF4-FFF2-40B4-BE49-F238E27FC236}">
                    <a16:creationId xmlns:a16="http://schemas.microsoft.com/office/drawing/2014/main" id="{BE6EBE0A-6521-482D-9BDA-4C2E9A84557B}"/>
                  </a:ext>
                </a:extLst>
              </p:cNvPr>
              <p:cNvSpPr/>
              <p:nvPr/>
            </p:nvSpPr>
            <p:spPr>
              <a:xfrm>
                <a:off x="7986445" y="4092694"/>
                <a:ext cx="288169" cy="189281"/>
              </a:xfrm>
              <a:custGeom>
                <a:avLst/>
                <a:gdLst>
                  <a:gd name="connsiteX0" fmla="*/ 280818 w 288169"/>
                  <a:gd name="connsiteY0" fmla="*/ 0 h 189281"/>
                  <a:gd name="connsiteX1" fmla="*/ 136788 w 288169"/>
                  <a:gd name="connsiteY1" fmla="*/ 143159 h 189281"/>
                  <a:gd name="connsiteX2" fmla="*/ 0 w 288169"/>
                  <a:gd name="connsiteY2" fmla="*/ 44271 h 189281"/>
                  <a:gd name="connsiteX3" fmla="*/ 0 w 288169"/>
                  <a:gd name="connsiteY3" fmla="*/ 45197 h 189281"/>
                  <a:gd name="connsiteX4" fmla="*/ 144085 w 288169"/>
                  <a:gd name="connsiteY4" fmla="*/ 189282 h 189281"/>
                  <a:gd name="connsiteX5" fmla="*/ 288169 w 288169"/>
                  <a:gd name="connsiteY5" fmla="*/ 45197 h 189281"/>
                  <a:gd name="connsiteX6" fmla="*/ 280818 w 288169"/>
                  <a:gd name="connsiteY6" fmla="*/ 0 h 18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8169" h="189281">
                    <a:moveTo>
                      <a:pt x="280818" y="0"/>
                    </a:moveTo>
                    <a:cubicBezTo>
                      <a:pt x="280328" y="79121"/>
                      <a:pt x="216018" y="143159"/>
                      <a:pt x="136788" y="143159"/>
                    </a:cubicBezTo>
                    <a:cubicBezTo>
                      <a:pt x="73022" y="143159"/>
                      <a:pt x="18950" y="101720"/>
                      <a:pt x="0" y="44271"/>
                    </a:cubicBezTo>
                    <a:cubicBezTo>
                      <a:pt x="0" y="44598"/>
                      <a:pt x="0" y="44870"/>
                      <a:pt x="0" y="45197"/>
                    </a:cubicBezTo>
                    <a:cubicBezTo>
                      <a:pt x="0" y="124754"/>
                      <a:pt x="64528" y="189282"/>
                      <a:pt x="144085" y="189282"/>
                    </a:cubicBezTo>
                    <a:cubicBezTo>
                      <a:pt x="223641" y="189282"/>
                      <a:pt x="288169" y="124754"/>
                      <a:pt x="288169" y="45197"/>
                    </a:cubicBezTo>
                    <a:cubicBezTo>
                      <a:pt x="288061" y="29405"/>
                      <a:pt x="285501" y="14213"/>
                      <a:pt x="280818" y="0"/>
                    </a:cubicBezTo>
                    <a:close/>
                  </a:path>
                </a:pathLst>
              </a:custGeom>
              <a:solidFill>
                <a:srgbClr val="17174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0" name="Forme libre : forme 879">
                <a:extLst>
                  <a:ext uri="{FF2B5EF4-FFF2-40B4-BE49-F238E27FC236}">
                    <a16:creationId xmlns:a16="http://schemas.microsoft.com/office/drawing/2014/main" id="{693C33C2-DBCE-44EA-85B7-AF1C9D7126A2}"/>
                  </a:ext>
                </a:extLst>
              </p:cNvPr>
              <p:cNvSpPr/>
              <p:nvPr/>
            </p:nvSpPr>
            <p:spPr>
              <a:xfrm>
                <a:off x="7890334" y="3897804"/>
                <a:ext cx="480173" cy="480173"/>
              </a:xfrm>
              <a:custGeom>
                <a:avLst/>
                <a:gdLst>
                  <a:gd name="connsiteX0" fmla="*/ 480174 w 480173"/>
                  <a:gd name="connsiteY0" fmla="*/ 240087 h 480173"/>
                  <a:gd name="connsiteX1" fmla="*/ 240087 w 480173"/>
                  <a:gd name="connsiteY1" fmla="*/ 480174 h 480173"/>
                  <a:gd name="connsiteX2" fmla="*/ 1 w 480173"/>
                  <a:gd name="connsiteY2" fmla="*/ 240087 h 480173"/>
                  <a:gd name="connsiteX3" fmla="*/ 240087 w 480173"/>
                  <a:gd name="connsiteY3" fmla="*/ 0 h 480173"/>
                  <a:gd name="connsiteX4" fmla="*/ 480174 w 480173"/>
                  <a:gd name="connsiteY4" fmla="*/ 240087 h 480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173" h="480173">
                    <a:moveTo>
                      <a:pt x="480174" y="240087"/>
                    </a:moveTo>
                    <a:cubicBezTo>
                      <a:pt x="480174" y="372683"/>
                      <a:pt x="372684" y="480174"/>
                      <a:pt x="240087" y="480174"/>
                    </a:cubicBezTo>
                    <a:cubicBezTo>
                      <a:pt x="107491" y="480174"/>
                      <a:pt x="1" y="372683"/>
                      <a:pt x="1" y="240087"/>
                    </a:cubicBezTo>
                    <a:cubicBezTo>
                      <a:pt x="1" y="107491"/>
                      <a:pt x="107491" y="0"/>
                      <a:pt x="240087" y="0"/>
                    </a:cubicBezTo>
                    <a:cubicBezTo>
                      <a:pt x="372684" y="0"/>
                      <a:pt x="480174" y="107491"/>
                      <a:pt x="480174" y="240087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1" name="Forme libre : forme 880">
                <a:extLst>
                  <a:ext uri="{FF2B5EF4-FFF2-40B4-BE49-F238E27FC236}">
                    <a16:creationId xmlns:a16="http://schemas.microsoft.com/office/drawing/2014/main" id="{8671D782-B150-4D65-98B9-18483E92A3B3}"/>
                  </a:ext>
                </a:extLst>
              </p:cNvPr>
              <p:cNvSpPr/>
              <p:nvPr/>
            </p:nvSpPr>
            <p:spPr>
              <a:xfrm>
                <a:off x="7863651" y="3871121"/>
                <a:ext cx="533538" cy="533538"/>
              </a:xfrm>
              <a:custGeom>
                <a:avLst/>
                <a:gdLst>
                  <a:gd name="connsiteX0" fmla="*/ 533538 w 533538"/>
                  <a:gd name="connsiteY0" fmla="*/ 266769 h 533538"/>
                  <a:gd name="connsiteX1" fmla="*/ 266769 w 533538"/>
                  <a:gd name="connsiteY1" fmla="*/ 533538 h 533538"/>
                  <a:gd name="connsiteX2" fmla="*/ 0 w 533538"/>
                  <a:gd name="connsiteY2" fmla="*/ 266769 h 533538"/>
                  <a:gd name="connsiteX3" fmla="*/ 266769 w 533538"/>
                  <a:gd name="connsiteY3" fmla="*/ 0 h 533538"/>
                  <a:gd name="connsiteX4" fmla="*/ 533538 w 533538"/>
                  <a:gd name="connsiteY4" fmla="*/ 266769 h 533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538" h="533538">
                    <a:moveTo>
                      <a:pt x="533538" y="266769"/>
                    </a:moveTo>
                    <a:cubicBezTo>
                      <a:pt x="533538" y="414102"/>
                      <a:pt x="414101" y="533538"/>
                      <a:pt x="266769" y="533538"/>
                    </a:cubicBezTo>
                    <a:cubicBezTo>
                      <a:pt x="119437" y="533538"/>
                      <a:pt x="0" y="414102"/>
                      <a:pt x="0" y="266769"/>
                    </a:cubicBezTo>
                    <a:cubicBezTo>
                      <a:pt x="0" y="119437"/>
                      <a:pt x="119437" y="0"/>
                      <a:pt x="266769" y="0"/>
                    </a:cubicBezTo>
                    <a:cubicBezTo>
                      <a:pt x="414101" y="0"/>
                      <a:pt x="533538" y="119437"/>
                      <a:pt x="533538" y="266769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2" name="Forme libre : forme 881">
                <a:extLst>
                  <a:ext uri="{FF2B5EF4-FFF2-40B4-BE49-F238E27FC236}">
                    <a16:creationId xmlns:a16="http://schemas.microsoft.com/office/drawing/2014/main" id="{04C751FE-4E03-4A7A-85BE-FD90AC1CFC65}"/>
                  </a:ext>
                </a:extLst>
              </p:cNvPr>
              <p:cNvSpPr/>
              <p:nvPr/>
            </p:nvSpPr>
            <p:spPr>
              <a:xfrm>
                <a:off x="7909989" y="3904068"/>
                <a:ext cx="289118" cy="434941"/>
              </a:xfrm>
              <a:custGeom>
                <a:avLst/>
                <a:gdLst>
                  <a:gd name="connsiteX0" fmla="*/ 85985 w 289118"/>
                  <a:gd name="connsiteY0" fmla="*/ 62457 h 434941"/>
                  <a:gd name="connsiteX1" fmla="*/ 3052 w 289118"/>
                  <a:gd name="connsiteY1" fmla="*/ 208828 h 434941"/>
                  <a:gd name="connsiteX2" fmla="*/ 39318 w 289118"/>
                  <a:gd name="connsiteY2" fmla="*/ 372026 h 434941"/>
                  <a:gd name="connsiteX3" fmla="*/ 154488 w 289118"/>
                  <a:gd name="connsiteY3" fmla="*/ 434648 h 434941"/>
                  <a:gd name="connsiteX4" fmla="*/ 200066 w 289118"/>
                  <a:gd name="connsiteY4" fmla="*/ 421144 h 434941"/>
                  <a:gd name="connsiteX5" fmla="*/ 230614 w 289118"/>
                  <a:gd name="connsiteY5" fmla="*/ 395550 h 434941"/>
                  <a:gd name="connsiteX6" fmla="*/ 230723 w 289118"/>
                  <a:gd name="connsiteY6" fmla="*/ 337612 h 434941"/>
                  <a:gd name="connsiteX7" fmla="*/ 199141 w 289118"/>
                  <a:gd name="connsiteY7" fmla="*/ 286534 h 434941"/>
                  <a:gd name="connsiteX8" fmla="*/ 181878 w 289118"/>
                  <a:gd name="connsiteY8" fmla="*/ 225981 h 434941"/>
                  <a:gd name="connsiteX9" fmla="*/ 219397 w 289118"/>
                  <a:gd name="connsiteY9" fmla="*/ 174849 h 434941"/>
                  <a:gd name="connsiteX10" fmla="*/ 276247 w 289118"/>
                  <a:gd name="connsiteY10" fmla="*/ 93550 h 434941"/>
                  <a:gd name="connsiteX11" fmla="*/ 280440 w 289118"/>
                  <a:gd name="connsiteY11" fmla="*/ 23032 h 434941"/>
                  <a:gd name="connsiteX12" fmla="*/ 192279 w 289118"/>
                  <a:gd name="connsiteY12" fmla="*/ 3701 h 434941"/>
                  <a:gd name="connsiteX13" fmla="*/ 125355 w 289118"/>
                  <a:gd name="connsiteY13" fmla="*/ 33650 h 434941"/>
                  <a:gd name="connsiteX14" fmla="*/ 85985 w 289118"/>
                  <a:gd name="connsiteY14" fmla="*/ 62457 h 434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89118" h="434941">
                    <a:moveTo>
                      <a:pt x="85985" y="62457"/>
                    </a:moveTo>
                    <a:cubicBezTo>
                      <a:pt x="43076" y="100247"/>
                      <a:pt x="12473" y="152414"/>
                      <a:pt x="3052" y="208828"/>
                    </a:cubicBezTo>
                    <a:cubicBezTo>
                      <a:pt x="-6369" y="265243"/>
                      <a:pt x="6101" y="325523"/>
                      <a:pt x="39318" y="372026"/>
                    </a:cubicBezTo>
                    <a:cubicBezTo>
                      <a:pt x="65837" y="409218"/>
                      <a:pt x="108910" y="438188"/>
                      <a:pt x="154488" y="434648"/>
                    </a:cubicBezTo>
                    <a:cubicBezTo>
                      <a:pt x="170389" y="433396"/>
                      <a:pt x="185799" y="428332"/>
                      <a:pt x="200066" y="421144"/>
                    </a:cubicBezTo>
                    <a:cubicBezTo>
                      <a:pt x="212100" y="415099"/>
                      <a:pt x="223753" y="407095"/>
                      <a:pt x="230614" y="395550"/>
                    </a:cubicBezTo>
                    <a:cubicBezTo>
                      <a:pt x="240852" y="378289"/>
                      <a:pt x="238565" y="356017"/>
                      <a:pt x="230723" y="337612"/>
                    </a:cubicBezTo>
                    <a:cubicBezTo>
                      <a:pt x="222882" y="319152"/>
                      <a:pt x="210085" y="303306"/>
                      <a:pt x="199141" y="286534"/>
                    </a:cubicBezTo>
                    <a:cubicBezTo>
                      <a:pt x="187378" y="268455"/>
                      <a:pt x="177359" y="247055"/>
                      <a:pt x="181878" y="225981"/>
                    </a:cubicBezTo>
                    <a:cubicBezTo>
                      <a:pt x="186398" y="204962"/>
                      <a:pt x="204041" y="189824"/>
                      <a:pt x="219397" y="174849"/>
                    </a:cubicBezTo>
                    <a:cubicBezTo>
                      <a:pt x="243248" y="151597"/>
                      <a:pt x="263995" y="124534"/>
                      <a:pt x="276247" y="93550"/>
                    </a:cubicBezTo>
                    <a:cubicBezTo>
                      <a:pt x="286866" y="66541"/>
                      <a:pt x="296830" y="46992"/>
                      <a:pt x="280440" y="23032"/>
                    </a:cubicBezTo>
                    <a:cubicBezTo>
                      <a:pt x="262742" y="-2779"/>
                      <a:pt x="217382" y="-2997"/>
                      <a:pt x="192279" y="3701"/>
                    </a:cubicBezTo>
                    <a:cubicBezTo>
                      <a:pt x="164725" y="11052"/>
                      <a:pt x="149805" y="18839"/>
                      <a:pt x="125355" y="33650"/>
                    </a:cubicBezTo>
                    <a:cubicBezTo>
                      <a:pt x="111360" y="42036"/>
                      <a:pt x="98183" y="51675"/>
                      <a:pt x="85985" y="62457"/>
                    </a:cubicBezTo>
                    <a:close/>
                  </a:path>
                </a:pathLst>
              </a:custGeom>
              <a:solidFill>
                <a:srgbClr val="FFFFFF">
                  <a:alpha val="18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3" name="Forme libre : forme 882">
                <a:extLst>
                  <a:ext uri="{FF2B5EF4-FFF2-40B4-BE49-F238E27FC236}">
                    <a16:creationId xmlns:a16="http://schemas.microsoft.com/office/drawing/2014/main" id="{8E3CAC47-B07F-4AB1-9186-3E8846C12A15}"/>
                  </a:ext>
                </a:extLst>
              </p:cNvPr>
              <p:cNvSpPr/>
              <p:nvPr/>
            </p:nvSpPr>
            <p:spPr>
              <a:xfrm rot="-5110556">
                <a:off x="8034026" y="3973465"/>
                <a:ext cx="97803" cy="76020"/>
              </a:xfrm>
              <a:custGeom>
                <a:avLst/>
                <a:gdLst>
                  <a:gd name="connsiteX0" fmla="*/ 97803 w 97803"/>
                  <a:gd name="connsiteY0" fmla="*/ 38010 h 76020"/>
                  <a:gd name="connsiteX1" fmla="*/ 48901 w 97803"/>
                  <a:gd name="connsiteY1" fmla="*/ 76021 h 76020"/>
                  <a:gd name="connsiteX2" fmla="*/ 0 w 97803"/>
                  <a:gd name="connsiteY2" fmla="*/ 38010 h 76020"/>
                  <a:gd name="connsiteX3" fmla="*/ 48901 w 97803"/>
                  <a:gd name="connsiteY3" fmla="*/ 0 h 76020"/>
                  <a:gd name="connsiteX4" fmla="*/ 97803 w 97803"/>
                  <a:gd name="connsiteY4" fmla="*/ 38010 h 76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803" h="76020">
                    <a:moveTo>
                      <a:pt x="97803" y="38010"/>
                    </a:moveTo>
                    <a:cubicBezTo>
                      <a:pt x="97803" y="59003"/>
                      <a:pt x="75909" y="76021"/>
                      <a:pt x="48901" y="76021"/>
                    </a:cubicBezTo>
                    <a:cubicBezTo>
                      <a:pt x="21894" y="76021"/>
                      <a:pt x="0" y="59003"/>
                      <a:pt x="0" y="38010"/>
                    </a:cubicBezTo>
                    <a:cubicBezTo>
                      <a:pt x="0" y="17018"/>
                      <a:pt x="21894" y="0"/>
                      <a:pt x="48901" y="0"/>
                    </a:cubicBezTo>
                    <a:cubicBezTo>
                      <a:pt x="75909" y="0"/>
                      <a:pt x="97803" y="17018"/>
                      <a:pt x="97803" y="38010"/>
                    </a:cubicBezTo>
                    <a:close/>
                  </a:path>
                </a:pathLst>
              </a:custGeom>
              <a:solidFill>
                <a:srgbClr val="FFFFFF">
                  <a:alpha val="49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4" name="Forme libre : forme 883">
                <a:extLst>
                  <a:ext uri="{FF2B5EF4-FFF2-40B4-BE49-F238E27FC236}">
                    <a16:creationId xmlns:a16="http://schemas.microsoft.com/office/drawing/2014/main" id="{73A2E554-B474-4B12-BBC7-B7A466D6AC27}"/>
                  </a:ext>
                </a:extLst>
              </p:cNvPr>
              <p:cNvSpPr/>
              <p:nvPr/>
            </p:nvSpPr>
            <p:spPr>
              <a:xfrm rot="-3908810">
                <a:off x="7936167" y="4151030"/>
                <a:ext cx="160531" cy="104225"/>
              </a:xfrm>
              <a:custGeom>
                <a:avLst/>
                <a:gdLst>
                  <a:gd name="connsiteX0" fmla="*/ 160532 w 160531"/>
                  <a:gd name="connsiteY0" fmla="*/ 52113 h 104225"/>
                  <a:gd name="connsiteX1" fmla="*/ 80266 w 160531"/>
                  <a:gd name="connsiteY1" fmla="*/ 104226 h 104225"/>
                  <a:gd name="connsiteX2" fmla="*/ 0 w 160531"/>
                  <a:gd name="connsiteY2" fmla="*/ 52113 h 104225"/>
                  <a:gd name="connsiteX3" fmla="*/ 80266 w 160531"/>
                  <a:gd name="connsiteY3" fmla="*/ 0 h 104225"/>
                  <a:gd name="connsiteX4" fmla="*/ 160532 w 160531"/>
                  <a:gd name="connsiteY4" fmla="*/ 52113 h 104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531" h="104225">
                    <a:moveTo>
                      <a:pt x="160532" y="52113"/>
                    </a:moveTo>
                    <a:cubicBezTo>
                      <a:pt x="160532" y="80894"/>
                      <a:pt x="124596" y="104226"/>
                      <a:pt x="80266" y="104226"/>
                    </a:cubicBezTo>
                    <a:cubicBezTo>
                      <a:pt x="35937" y="104226"/>
                      <a:pt x="0" y="80894"/>
                      <a:pt x="0" y="52113"/>
                    </a:cubicBezTo>
                    <a:cubicBezTo>
                      <a:pt x="0" y="23332"/>
                      <a:pt x="35937" y="0"/>
                      <a:pt x="80266" y="0"/>
                    </a:cubicBezTo>
                    <a:cubicBezTo>
                      <a:pt x="124596" y="0"/>
                      <a:pt x="160532" y="23332"/>
                      <a:pt x="160532" y="52113"/>
                    </a:cubicBezTo>
                    <a:close/>
                  </a:path>
                </a:pathLst>
              </a:custGeom>
              <a:solidFill>
                <a:srgbClr val="FFFFFF">
                  <a:alpha val="49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5" name="Forme libre : forme 884">
                <a:extLst>
                  <a:ext uri="{FF2B5EF4-FFF2-40B4-BE49-F238E27FC236}">
                    <a16:creationId xmlns:a16="http://schemas.microsoft.com/office/drawing/2014/main" id="{25333904-EF82-4103-B04A-58B57E55E209}"/>
                  </a:ext>
                </a:extLst>
              </p:cNvPr>
              <p:cNvSpPr/>
              <p:nvPr/>
            </p:nvSpPr>
            <p:spPr>
              <a:xfrm>
                <a:off x="7973594" y="4137836"/>
                <a:ext cx="32127" cy="32127"/>
              </a:xfrm>
              <a:custGeom>
                <a:avLst/>
                <a:gdLst>
                  <a:gd name="connsiteX0" fmla="*/ 32127 w 32127"/>
                  <a:gd name="connsiteY0" fmla="*/ 16064 h 32127"/>
                  <a:gd name="connsiteX1" fmla="*/ 16064 w 32127"/>
                  <a:gd name="connsiteY1" fmla="*/ 32128 h 32127"/>
                  <a:gd name="connsiteX2" fmla="*/ 0 w 32127"/>
                  <a:gd name="connsiteY2" fmla="*/ 16064 h 32127"/>
                  <a:gd name="connsiteX3" fmla="*/ 16064 w 32127"/>
                  <a:gd name="connsiteY3" fmla="*/ 0 h 32127"/>
                  <a:gd name="connsiteX4" fmla="*/ 32127 w 32127"/>
                  <a:gd name="connsiteY4" fmla="*/ 16064 h 3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127" h="32127">
                    <a:moveTo>
                      <a:pt x="32127" y="16064"/>
                    </a:moveTo>
                    <a:cubicBezTo>
                      <a:pt x="32127" y="24936"/>
                      <a:pt x="24935" y="32128"/>
                      <a:pt x="16064" y="32128"/>
                    </a:cubicBezTo>
                    <a:cubicBezTo>
                      <a:pt x="7192" y="32128"/>
                      <a:pt x="0" y="24936"/>
                      <a:pt x="0" y="16064"/>
                    </a:cubicBezTo>
                    <a:cubicBezTo>
                      <a:pt x="0" y="7192"/>
                      <a:pt x="7193" y="0"/>
                      <a:pt x="16064" y="0"/>
                    </a:cubicBezTo>
                    <a:cubicBezTo>
                      <a:pt x="24936" y="0"/>
                      <a:pt x="32127" y="7192"/>
                      <a:pt x="32127" y="160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6" name="Forme libre : forme 885">
                <a:extLst>
                  <a:ext uri="{FF2B5EF4-FFF2-40B4-BE49-F238E27FC236}">
                    <a16:creationId xmlns:a16="http://schemas.microsoft.com/office/drawing/2014/main" id="{A3D6E852-2C91-4E03-B37C-676BF525551A}"/>
                  </a:ext>
                </a:extLst>
              </p:cNvPr>
              <p:cNvSpPr/>
              <p:nvPr/>
            </p:nvSpPr>
            <p:spPr>
              <a:xfrm>
                <a:off x="7982742" y="4097704"/>
                <a:ext cx="16227" cy="16227"/>
              </a:xfrm>
              <a:custGeom>
                <a:avLst/>
                <a:gdLst>
                  <a:gd name="connsiteX0" fmla="*/ 16227 w 16227"/>
                  <a:gd name="connsiteY0" fmla="*/ 8114 h 16227"/>
                  <a:gd name="connsiteX1" fmla="*/ 8113 w 16227"/>
                  <a:gd name="connsiteY1" fmla="*/ 16227 h 16227"/>
                  <a:gd name="connsiteX2" fmla="*/ 0 w 16227"/>
                  <a:gd name="connsiteY2" fmla="*/ 8114 h 16227"/>
                  <a:gd name="connsiteX3" fmla="*/ 8113 w 16227"/>
                  <a:gd name="connsiteY3" fmla="*/ 0 h 16227"/>
                  <a:gd name="connsiteX4" fmla="*/ 16227 w 16227"/>
                  <a:gd name="connsiteY4" fmla="*/ 8114 h 16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27" h="16227">
                    <a:moveTo>
                      <a:pt x="16227" y="8114"/>
                    </a:moveTo>
                    <a:cubicBezTo>
                      <a:pt x="16227" y="12595"/>
                      <a:pt x="12594" y="16227"/>
                      <a:pt x="8113" y="16227"/>
                    </a:cubicBezTo>
                    <a:cubicBezTo>
                      <a:pt x="3633" y="16227"/>
                      <a:pt x="0" y="12595"/>
                      <a:pt x="0" y="8114"/>
                    </a:cubicBezTo>
                    <a:cubicBezTo>
                      <a:pt x="0" y="3633"/>
                      <a:pt x="3633" y="0"/>
                      <a:pt x="8113" y="0"/>
                    </a:cubicBezTo>
                    <a:cubicBezTo>
                      <a:pt x="12594" y="0"/>
                      <a:pt x="16227" y="3633"/>
                      <a:pt x="16227" y="81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87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8370562" y="3829464"/>
              <a:ext cx="320188" cy="320188"/>
              <a:chOff x="8370562" y="3829464"/>
              <a:chExt cx="320188" cy="320188"/>
            </a:xfrm>
            <a:solidFill>
              <a:schemeClr val="accent1"/>
            </a:solidFill>
          </p:grpSpPr>
          <p:sp>
            <p:nvSpPr>
              <p:cNvPr id="888" name="Forme libre : forme 887">
                <a:extLst>
                  <a:ext uri="{FF2B5EF4-FFF2-40B4-BE49-F238E27FC236}">
                    <a16:creationId xmlns:a16="http://schemas.microsoft.com/office/drawing/2014/main" id="{5B3FE727-A552-4AFC-BDBB-CC476C0AE74E}"/>
                  </a:ext>
                </a:extLst>
              </p:cNvPr>
              <p:cNvSpPr/>
              <p:nvPr/>
            </p:nvSpPr>
            <p:spPr>
              <a:xfrm>
                <a:off x="8370562" y="3829464"/>
                <a:ext cx="320188" cy="320188"/>
              </a:xfrm>
              <a:custGeom>
                <a:avLst/>
                <a:gdLst>
                  <a:gd name="connsiteX0" fmla="*/ 320188 w 320188"/>
                  <a:gd name="connsiteY0" fmla="*/ 160094 h 320188"/>
                  <a:gd name="connsiteX1" fmla="*/ 160094 w 320188"/>
                  <a:gd name="connsiteY1" fmla="*/ 320188 h 320188"/>
                  <a:gd name="connsiteX2" fmla="*/ 0 w 320188"/>
                  <a:gd name="connsiteY2" fmla="*/ 160094 h 320188"/>
                  <a:gd name="connsiteX3" fmla="*/ 160094 w 320188"/>
                  <a:gd name="connsiteY3" fmla="*/ 0 h 320188"/>
                  <a:gd name="connsiteX4" fmla="*/ 320188 w 320188"/>
                  <a:gd name="connsiteY4" fmla="*/ 160094 h 320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0188" h="320188">
                    <a:moveTo>
                      <a:pt x="320188" y="160094"/>
                    </a:moveTo>
                    <a:cubicBezTo>
                      <a:pt x="320188" y="248512"/>
                      <a:pt x="248512" y="320188"/>
                      <a:pt x="160094" y="320188"/>
                    </a:cubicBezTo>
                    <a:cubicBezTo>
                      <a:pt x="71676" y="320188"/>
                      <a:pt x="0" y="248512"/>
                      <a:pt x="0" y="160094"/>
                    </a:cubicBezTo>
                    <a:cubicBezTo>
                      <a:pt x="0" y="71677"/>
                      <a:pt x="71676" y="0"/>
                      <a:pt x="160094" y="0"/>
                    </a:cubicBezTo>
                    <a:cubicBezTo>
                      <a:pt x="248512" y="0"/>
                      <a:pt x="320188" y="71677"/>
                      <a:pt x="320188" y="160094"/>
                    </a:cubicBezTo>
                    <a:close/>
                  </a:path>
                </a:pathLst>
              </a:custGeom>
              <a:solidFill>
                <a:srgbClr val="52529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9" name="Forme libre : forme 888">
                <a:extLst>
                  <a:ext uri="{FF2B5EF4-FFF2-40B4-BE49-F238E27FC236}">
                    <a16:creationId xmlns:a16="http://schemas.microsoft.com/office/drawing/2014/main" id="{AD9DCB9C-470D-494D-822B-64CAC23EB180}"/>
                  </a:ext>
                </a:extLst>
              </p:cNvPr>
              <p:cNvSpPr/>
              <p:nvPr/>
            </p:nvSpPr>
            <p:spPr>
              <a:xfrm>
                <a:off x="8386571" y="3845474"/>
                <a:ext cx="288169" cy="288169"/>
              </a:xfrm>
              <a:custGeom>
                <a:avLst/>
                <a:gdLst>
                  <a:gd name="connsiteX0" fmla="*/ 288170 w 288169"/>
                  <a:gd name="connsiteY0" fmla="*/ 144085 h 288169"/>
                  <a:gd name="connsiteX1" fmla="*/ 144085 w 288169"/>
                  <a:gd name="connsiteY1" fmla="*/ 288169 h 288169"/>
                  <a:gd name="connsiteX2" fmla="*/ 1 w 288169"/>
                  <a:gd name="connsiteY2" fmla="*/ 144085 h 288169"/>
                  <a:gd name="connsiteX3" fmla="*/ 144085 w 288169"/>
                  <a:gd name="connsiteY3" fmla="*/ 0 h 288169"/>
                  <a:gd name="connsiteX4" fmla="*/ 288170 w 288169"/>
                  <a:gd name="connsiteY4" fmla="*/ 144085 h 288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169" h="288169">
                    <a:moveTo>
                      <a:pt x="288170" y="144085"/>
                    </a:moveTo>
                    <a:cubicBezTo>
                      <a:pt x="288170" y="223661"/>
                      <a:pt x="223661" y="288169"/>
                      <a:pt x="144085" y="288169"/>
                    </a:cubicBezTo>
                    <a:cubicBezTo>
                      <a:pt x="64510" y="288169"/>
                      <a:pt x="1" y="223660"/>
                      <a:pt x="1" y="144085"/>
                    </a:cubicBezTo>
                    <a:cubicBezTo>
                      <a:pt x="1" y="64509"/>
                      <a:pt x="64510" y="0"/>
                      <a:pt x="144085" y="0"/>
                    </a:cubicBezTo>
                    <a:cubicBezTo>
                      <a:pt x="223661" y="0"/>
                      <a:pt x="288170" y="64509"/>
                      <a:pt x="288170" y="144085"/>
                    </a:cubicBezTo>
                    <a:close/>
                  </a:path>
                </a:pathLst>
              </a:custGeom>
              <a:solidFill>
                <a:srgbClr val="6868BC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0" name="Forme libre : forme 889">
                <a:extLst>
                  <a:ext uri="{FF2B5EF4-FFF2-40B4-BE49-F238E27FC236}">
                    <a16:creationId xmlns:a16="http://schemas.microsoft.com/office/drawing/2014/main" id="{3AE93747-19CB-4718-8424-D9C53A27420F}"/>
                  </a:ext>
                </a:extLst>
              </p:cNvPr>
              <p:cNvSpPr/>
              <p:nvPr/>
            </p:nvSpPr>
            <p:spPr>
              <a:xfrm>
                <a:off x="8444238" y="3903140"/>
                <a:ext cx="172836" cy="172836"/>
              </a:xfrm>
              <a:custGeom>
                <a:avLst/>
                <a:gdLst>
                  <a:gd name="connsiteX0" fmla="*/ 172836 w 172836"/>
                  <a:gd name="connsiteY0" fmla="*/ 86418 h 172836"/>
                  <a:gd name="connsiteX1" fmla="*/ 86418 w 172836"/>
                  <a:gd name="connsiteY1" fmla="*/ 172836 h 172836"/>
                  <a:gd name="connsiteX2" fmla="*/ 0 w 172836"/>
                  <a:gd name="connsiteY2" fmla="*/ 86418 h 172836"/>
                  <a:gd name="connsiteX3" fmla="*/ 86418 w 172836"/>
                  <a:gd name="connsiteY3" fmla="*/ 0 h 172836"/>
                  <a:gd name="connsiteX4" fmla="*/ 172836 w 172836"/>
                  <a:gd name="connsiteY4" fmla="*/ 86418 h 172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836" h="172836">
                    <a:moveTo>
                      <a:pt x="172836" y="86418"/>
                    </a:moveTo>
                    <a:cubicBezTo>
                      <a:pt x="172836" y="134146"/>
                      <a:pt x="134146" y="172836"/>
                      <a:pt x="86418" y="172836"/>
                    </a:cubicBezTo>
                    <a:cubicBezTo>
                      <a:pt x="38691" y="172836"/>
                      <a:pt x="0" y="134146"/>
                      <a:pt x="0" y="86418"/>
                    </a:cubicBezTo>
                    <a:cubicBezTo>
                      <a:pt x="0" y="38691"/>
                      <a:pt x="38691" y="0"/>
                      <a:pt x="86418" y="0"/>
                    </a:cubicBezTo>
                    <a:cubicBezTo>
                      <a:pt x="134146" y="0"/>
                      <a:pt x="172836" y="38691"/>
                      <a:pt x="172836" y="86418"/>
                    </a:cubicBezTo>
                    <a:close/>
                  </a:path>
                </a:pathLst>
              </a:custGeom>
              <a:solidFill>
                <a:srgbClr val="282870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1" name="Forme libre : forme 890">
                <a:extLst>
                  <a:ext uri="{FF2B5EF4-FFF2-40B4-BE49-F238E27FC236}">
                    <a16:creationId xmlns:a16="http://schemas.microsoft.com/office/drawing/2014/main" id="{8D164069-23EE-4237-ACE5-2DDC3AD571AE}"/>
                  </a:ext>
                </a:extLst>
              </p:cNvPr>
              <p:cNvSpPr/>
              <p:nvPr/>
            </p:nvSpPr>
            <p:spPr>
              <a:xfrm>
                <a:off x="8444238" y="3962440"/>
                <a:ext cx="172836" cy="113481"/>
              </a:xfrm>
              <a:custGeom>
                <a:avLst/>
                <a:gdLst>
                  <a:gd name="connsiteX0" fmla="*/ 168480 w 172836"/>
                  <a:gd name="connsiteY0" fmla="*/ 0 h 113481"/>
                  <a:gd name="connsiteX1" fmla="*/ 82062 w 172836"/>
                  <a:gd name="connsiteY1" fmla="*/ 85874 h 113481"/>
                  <a:gd name="connsiteX2" fmla="*/ 0 w 172836"/>
                  <a:gd name="connsiteY2" fmla="*/ 26519 h 113481"/>
                  <a:gd name="connsiteX3" fmla="*/ 0 w 172836"/>
                  <a:gd name="connsiteY3" fmla="*/ 27063 h 113481"/>
                  <a:gd name="connsiteX4" fmla="*/ 86418 w 172836"/>
                  <a:gd name="connsiteY4" fmla="*/ 113482 h 113481"/>
                  <a:gd name="connsiteX5" fmla="*/ 172836 w 172836"/>
                  <a:gd name="connsiteY5" fmla="*/ 27063 h 113481"/>
                  <a:gd name="connsiteX6" fmla="*/ 168480 w 172836"/>
                  <a:gd name="connsiteY6" fmla="*/ 0 h 11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836" h="113481">
                    <a:moveTo>
                      <a:pt x="168480" y="0"/>
                    </a:moveTo>
                    <a:cubicBezTo>
                      <a:pt x="168153" y="47484"/>
                      <a:pt x="129600" y="85874"/>
                      <a:pt x="82062" y="85874"/>
                    </a:cubicBezTo>
                    <a:cubicBezTo>
                      <a:pt x="43781" y="85874"/>
                      <a:pt x="11381" y="60988"/>
                      <a:pt x="0" y="26519"/>
                    </a:cubicBezTo>
                    <a:cubicBezTo>
                      <a:pt x="0" y="26682"/>
                      <a:pt x="0" y="26900"/>
                      <a:pt x="0" y="27063"/>
                    </a:cubicBezTo>
                    <a:cubicBezTo>
                      <a:pt x="0" y="74819"/>
                      <a:pt x="38717" y="113482"/>
                      <a:pt x="86418" y="113482"/>
                    </a:cubicBezTo>
                    <a:cubicBezTo>
                      <a:pt x="134174" y="113482"/>
                      <a:pt x="172836" y="74765"/>
                      <a:pt x="172836" y="27063"/>
                    </a:cubicBezTo>
                    <a:cubicBezTo>
                      <a:pt x="172836" y="17643"/>
                      <a:pt x="171312" y="8549"/>
                      <a:pt x="168480" y="0"/>
                    </a:cubicBezTo>
                    <a:close/>
                  </a:path>
                </a:pathLst>
              </a:custGeom>
              <a:solidFill>
                <a:srgbClr val="17174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2" name="Forme libre : forme 891">
                <a:extLst>
                  <a:ext uri="{FF2B5EF4-FFF2-40B4-BE49-F238E27FC236}">
                    <a16:creationId xmlns:a16="http://schemas.microsoft.com/office/drawing/2014/main" id="{C4AB7998-F1E2-4E5D-AC1D-C87DC5FF0D5F}"/>
                  </a:ext>
                </a:extLst>
              </p:cNvPr>
              <p:cNvSpPr/>
              <p:nvPr/>
            </p:nvSpPr>
            <p:spPr>
              <a:xfrm>
                <a:off x="8386571" y="3845474"/>
                <a:ext cx="288169" cy="288169"/>
              </a:xfrm>
              <a:custGeom>
                <a:avLst/>
                <a:gdLst>
                  <a:gd name="connsiteX0" fmla="*/ 288170 w 288169"/>
                  <a:gd name="connsiteY0" fmla="*/ 144085 h 288169"/>
                  <a:gd name="connsiteX1" fmla="*/ 144085 w 288169"/>
                  <a:gd name="connsiteY1" fmla="*/ 288169 h 288169"/>
                  <a:gd name="connsiteX2" fmla="*/ 1 w 288169"/>
                  <a:gd name="connsiteY2" fmla="*/ 144085 h 288169"/>
                  <a:gd name="connsiteX3" fmla="*/ 144085 w 288169"/>
                  <a:gd name="connsiteY3" fmla="*/ 0 h 288169"/>
                  <a:gd name="connsiteX4" fmla="*/ 288170 w 288169"/>
                  <a:gd name="connsiteY4" fmla="*/ 144085 h 288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169" h="288169">
                    <a:moveTo>
                      <a:pt x="288170" y="144085"/>
                    </a:moveTo>
                    <a:cubicBezTo>
                      <a:pt x="288170" y="223661"/>
                      <a:pt x="223661" y="288169"/>
                      <a:pt x="144085" y="288169"/>
                    </a:cubicBezTo>
                    <a:cubicBezTo>
                      <a:pt x="64510" y="288169"/>
                      <a:pt x="1" y="223660"/>
                      <a:pt x="1" y="144085"/>
                    </a:cubicBezTo>
                    <a:cubicBezTo>
                      <a:pt x="1" y="64509"/>
                      <a:pt x="64510" y="0"/>
                      <a:pt x="144085" y="0"/>
                    </a:cubicBezTo>
                    <a:cubicBezTo>
                      <a:pt x="223661" y="0"/>
                      <a:pt x="288170" y="64509"/>
                      <a:pt x="288170" y="144085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3" name="Forme libre : forme 892">
                <a:extLst>
                  <a:ext uri="{FF2B5EF4-FFF2-40B4-BE49-F238E27FC236}">
                    <a16:creationId xmlns:a16="http://schemas.microsoft.com/office/drawing/2014/main" id="{90CBC337-FE2F-4B8B-9880-4FD2AC4C34BA}"/>
                  </a:ext>
                </a:extLst>
              </p:cNvPr>
              <p:cNvSpPr/>
              <p:nvPr/>
            </p:nvSpPr>
            <p:spPr>
              <a:xfrm>
                <a:off x="8370562" y="3829464"/>
                <a:ext cx="320188" cy="320188"/>
              </a:xfrm>
              <a:custGeom>
                <a:avLst/>
                <a:gdLst>
                  <a:gd name="connsiteX0" fmla="*/ 320188 w 320188"/>
                  <a:gd name="connsiteY0" fmla="*/ 160094 h 320188"/>
                  <a:gd name="connsiteX1" fmla="*/ 160094 w 320188"/>
                  <a:gd name="connsiteY1" fmla="*/ 320188 h 320188"/>
                  <a:gd name="connsiteX2" fmla="*/ 0 w 320188"/>
                  <a:gd name="connsiteY2" fmla="*/ 160094 h 320188"/>
                  <a:gd name="connsiteX3" fmla="*/ 160094 w 320188"/>
                  <a:gd name="connsiteY3" fmla="*/ 0 h 320188"/>
                  <a:gd name="connsiteX4" fmla="*/ 320188 w 320188"/>
                  <a:gd name="connsiteY4" fmla="*/ 160094 h 320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0188" h="320188">
                    <a:moveTo>
                      <a:pt x="320188" y="160094"/>
                    </a:moveTo>
                    <a:cubicBezTo>
                      <a:pt x="320188" y="248512"/>
                      <a:pt x="248512" y="320188"/>
                      <a:pt x="160094" y="320188"/>
                    </a:cubicBezTo>
                    <a:cubicBezTo>
                      <a:pt x="71676" y="320188"/>
                      <a:pt x="0" y="248512"/>
                      <a:pt x="0" y="160094"/>
                    </a:cubicBezTo>
                    <a:cubicBezTo>
                      <a:pt x="0" y="71677"/>
                      <a:pt x="71676" y="0"/>
                      <a:pt x="160094" y="0"/>
                    </a:cubicBezTo>
                    <a:cubicBezTo>
                      <a:pt x="248512" y="0"/>
                      <a:pt x="320188" y="71677"/>
                      <a:pt x="320188" y="160094"/>
                    </a:cubicBezTo>
                    <a:close/>
                  </a:path>
                </a:pathLst>
              </a:custGeom>
              <a:noFill/>
              <a:ln w="5445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4" name="Forme libre : forme 893">
                <a:extLst>
                  <a:ext uri="{FF2B5EF4-FFF2-40B4-BE49-F238E27FC236}">
                    <a16:creationId xmlns:a16="http://schemas.microsoft.com/office/drawing/2014/main" id="{CA9610F0-1781-4A61-96C8-8B3F1E05E508}"/>
                  </a:ext>
                </a:extLst>
              </p:cNvPr>
              <p:cNvSpPr/>
              <p:nvPr/>
            </p:nvSpPr>
            <p:spPr>
              <a:xfrm>
                <a:off x="8398345" y="3849189"/>
                <a:ext cx="173416" cy="260997"/>
              </a:xfrm>
              <a:custGeom>
                <a:avLst/>
                <a:gdLst>
                  <a:gd name="connsiteX0" fmla="*/ 51610 w 173416"/>
                  <a:gd name="connsiteY0" fmla="*/ 37507 h 260997"/>
                  <a:gd name="connsiteX1" fmla="*/ 1840 w 173416"/>
                  <a:gd name="connsiteY1" fmla="*/ 125340 h 260997"/>
                  <a:gd name="connsiteX2" fmla="*/ 23567 w 173416"/>
                  <a:gd name="connsiteY2" fmla="*/ 223248 h 260997"/>
                  <a:gd name="connsiteX3" fmla="*/ 92668 w 173416"/>
                  <a:gd name="connsiteY3" fmla="*/ 260822 h 260997"/>
                  <a:gd name="connsiteX4" fmla="*/ 120004 w 173416"/>
                  <a:gd name="connsiteY4" fmla="*/ 252708 h 260997"/>
                  <a:gd name="connsiteX5" fmla="*/ 138301 w 173416"/>
                  <a:gd name="connsiteY5" fmla="*/ 237352 h 260997"/>
                  <a:gd name="connsiteX6" fmla="*/ 138355 w 173416"/>
                  <a:gd name="connsiteY6" fmla="*/ 202556 h 260997"/>
                  <a:gd name="connsiteX7" fmla="*/ 119405 w 173416"/>
                  <a:gd name="connsiteY7" fmla="*/ 171899 h 260997"/>
                  <a:gd name="connsiteX8" fmla="*/ 109059 w 173416"/>
                  <a:gd name="connsiteY8" fmla="*/ 135578 h 260997"/>
                  <a:gd name="connsiteX9" fmla="*/ 131603 w 173416"/>
                  <a:gd name="connsiteY9" fmla="*/ 104920 h 260997"/>
                  <a:gd name="connsiteX10" fmla="*/ 165691 w 173416"/>
                  <a:gd name="connsiteY10" fmla="*/ 56130 h 260997"/>
                  <a:gd name="connsiteX11" fmla="*/ 168196 w 173416"/>
                  <a:gd name="connsiteY11" fmla="*/ 13819 h 260997"/>
                  <a:gd name="connsiteX12" fmla="*/ 115267 w 173416"/>
                  <a:gd name="connsiteY12" fmla="*/ 2220 h 260997"/>
                  <a:gd name="connsiteX13" fmla="*/ 75134 w 173416"/>
                  <a:gd name="connsiteY13" fmla="*/ 20190 h 260997"/>
                  <a:gd name="connsiteX14" fmla="*/ 51610 w 173416"/>
                  <a:gd name="connsiteY14" fmla="*/ 37507 h 260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3416" h="260997">
                    <a:moveTo>
                      <a:pt x="51610" y="37507"/>
                    </a:moveTo>
                    <a:cubicBezTo>
                      <a:pt x="25854" y="60214"/>
                      <a:pt x="7503" y="91470"/>
                      <a:pt x="1840" y="125340"/>
                    </a:cubicBezTo>
                    <a:cubicBezTo>
                      <a:pt x="-3824" y="159211"/>
                      <a:pt x="3636" y="195368"/>
                      <a:pt x="23567" y="223248"/>
                    </a:cubicBezTo>
                    <a:cubicBezTo>
                      <a:pt x="39467" y="245575"/>
                      <a:pt x="65333" y="262945"/>
                      <a:pt x="92668" y="260822"/>
                    </a:cubicBezTo>
                    <a:cubicBezTo>
                      <a:pt x="102198" y="260059"/>
                      <a:pt x="111455" y="257010"/>
                      <a:pt x="120004" y="252708"/>
                    </a:cubicBezTo>
                    <a:cubicBezTo>
                      <a:pt x="127192" y="249060"/>
                      <a:pt x="134216" y="244268"/>
                      <a:pt x="138301" y="237352"/>
                    </a:cubicBezTo>
                    <a:cubicBezTo>
                      <a:pt x="144454" y="227006"/>
                      <a:pt x="143092" y="213665"/>
                      <a:pt x="138355" y="202556"/>
                    </a:cubicBezTo>
                    <a:cubicBezTo>
                      <a:pt x="133618" y="191502"/>
                      <a:pt x="125995" y="181973"/>
                      <a:pt x="119405" y="171899"/>
                    </a:cubicBezTo>
                    <a:cubicBezTo>
                      <a:pt x="112327" y="161062"/>
                      <a:pt x="106336" y="148211"/>
                      <a:pt x="109059" y="135578"/>
                    </a:cubicBezTo>
                    <a:cubicBezTo>
                      <a:pt x="111782" y="122999"/>
                      <a:pt x="122346" y="113905"/>
                      <a:pt x="131603" y="104920"/>
                    </a:cubicBezTo>
                    <a:cubicBezTo>
                      <a:pt x="145924" y="90980"/>
                      <a:pt x="158394" y="74753"/>
                      <a:pt x="165691" y="56130"/>
                    </a:cubicBezTo>
                    <a:cubicBezTo>
                      <a:pt x="172062" y="39957"/>
                      <a:pt x="178052" y="28195"/>
                      <a:pt x="168196" y="13819"/>
                    </a:cubicBezTo>
                    <a:cubicBezTo>
                      <a:pt x="157577" y="-1646"/>
                      <a:pt x="130350" y="-1809"/>
                      <a:pt x="115267" y="2220"/>
                    </a:cubicBezTo>
                    <a:cubicBezTo>
                      <a:pt x="98713" y="6631"/>
                      <a:pt x="89783" y="11314"/>
                      <a:pt x="75134" y="20190"/>
                    </a:cubicBezTo>
                    <a:cubicBezTo>
                      <a:pt x="66803" y="25309"/>
                      <a:pt x="58907" y="31081"/>
                      <a:pt x="51610" y="37507"/>
                    </a:cubicBezTo>
                    <a:close/>
                  </a:path>
                </a:pathLst>
              </a:custGeom>
              <a:solidFill>
                <a:srgbClr val="FFFFFF">
                  <a:alpha val="18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5" name="Forme libre : forme 894">
                <a:extLst>
                  <a:ext uri="{FF2B5EF4-FFF2-40B4-BE49-F238E27FC236}">
                    <a16:creationId xmlns:a16="http://schemas.microsoft.com/office/drawing/2014/main" id="{2AF9F142-B096-4B97-A2E8-E733B6CA017D}"/>
                  </a:ext>
                </a:extLst>
              </p:cNvPr>
              <p:cNvSpPr/>
              <p:nvPr/>
            </p:nvSpPr>
            <p:spPr>
              <a:xfrm rot="-5110556">
                <a:off x="8472847" y="3890795"/>
                <a:ext cx="58703" cy="45634"/>
              </a:xfrm>
              <a:custGeom>
                <a:avLst/>
                <a:gdLst>
                  <a:gd name="connsiteX0" fmla="*/ 58704 w 58703"/>
                  <a:gd name="connsiteY0" fmla="*/ 22817 h 45634"/>
                  <a:gd name="connsiteX1" fmla="*/ 29352 w 58703"/>
                  <a:gd name="connsiteY1" fmla="*/ 45634 h 45634"/>
                  <a:gd name="connsiteX2" fmla="*/ 0 w 58703"/>
                  <a:gd name="connsiteY2" fmla="*/ 22817 h 45634"/>
                  <a:gd name="connsiteX3" fmla="*/ 29352 w 58703"/>
                  <a:gd name="connsiteY3" fmla="*/ 0 h 45634"/>
                  <a:gd name="connsiteX4" fmla="*/ 58704 w 58703"/>
                  <a:gd name="connsiteY4" fmla="*/ 22817 h 45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703" h="45634">
                    <a:moveTo>
                      <a:pt x="58704" y="22817"/>
                    </a:moveTo>
                    <a:cubicBezTo>
                      <a:pt x="58704" y="35419"/>
                      <a:pt x="45562" y="45634"/>
                      <a:pt x="29352" y="45634"/>
                    </a:cubicBezTo>
                    <a:cubicBezTo>
                      <a:pt x="13141" y="45634"/>
                      <a:pt x="0" y="35419"/>
                      <a:pt x="0" y="22817"/>
                    </a:cubicBezTo>
                    <a:cubicBezTo>
                      <a:pt x="0" y="10215"/>
                      <a:pt x="13141" y="0"/>
                      <a:pt x="29352" y="0"/>
                    </a:cubicBezTo>
                    <a:cubicBezTo>
                      <a:pt x="45562" y="0"/>
                      <a:pt x="58704" y="10215"/>
                      <a:pt x="58704" y="22817"/>
                    </a:cubicBezTo>
                    <a:close/>
                  </a:path>
                </a:pathLst>
              </a:custGeom>
              <a:solidFill>
                <a:srgbClr val="FFFFFF">
                  <a:alpha val="49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6" name="Forme libre : forme 895">
                <a:extLst>
                  <a:ext uri="{FF2B5EF4-FFF2-40B4-BE49-F238E27FC236}">
                    <a16:creationId xmlns:a16="http://schemas.microsoft.com/office/drawing/2014/main" id="{7378B899-A1B4-4C46-866E-FCEC81941CAF}"/>
                  </a:ext>
                </a:extLst>
              </p:cNvPr>
              <p:cNvSpPr/>
              <p:nvPr/>
            </p:nvSpPr>
            <p:spPr>
              <a:xfrm rot="-3908810">
                <a:off x="8413992" y="3997360"/>
                <a:ext cx="96384" cy="62513"/>
              </a:xfrm>
              <a:custGeom>
                <a:avLst/>
                <a:gdLst>
                  <a:gd name="connsiteX0" fmla="*/ 96385 w 96384"/>
                  <a:gd name="connsiteY0" fmla="*/ 31257 h 62513"/>
                  <a:gd name="connsiteX1" fmla="*/ 48192 w 96384"/>
                  <a:gd name="connsiteY1" fmla="*/ 62514 h 62513"/>
                  <a:gd name="connsiteX2" fmla="*/ 0 w 96384"/>
                  <a:gd name="connsiteY2" fmla="*/ 31257 h 62513"/>
                  <a:gd name="connsiteX3" fmla="*/ 48192 w 96384"/>
                  <a:gd name="connsiteY3" fmla="*/ 0 h 62513"/>
                  <a:gd name="connsiteX4" fmla="*/ 96385 w 96384"/>
                  <a:gd name="connsiteY4" fmla="*/ 31257 h 62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84" h="62513">
                    <a:moveTo>
                      <a:pt x="96385" y="31257"/>
                    </a:moveTo>
                    <a:cubicBezTo>
                      <a:pt x="96385" y="48520"/>
                      <a:pt x="74808" y="62514"/>
                      <a:pt x="48192" y="62514"/>
                    </a:cubicBezTo>
                    <a:cubicBezTo>
                      <a:pt x="21577" y="62514"/>
                      <a:pt x="0" y="48520"/>
                      <a:pt x="0" y="31257"/>
                    </a:cubicBezTo>
                    <a:cubicBezTo>
                      <a:pt x="0" y="13994"/>
                      <a:pt x="21577" y="0"/>
                      <a:pt x="48192" y="0"/>
                    </a:cubicBezTo>
                    <a:cubicBezTo>
                      <a:pt x="74808" y="0"/>
                      <a:pt x="96385" y="13994"/>
                      <a:pt x="96385" y="31257"/>
                    </a:cubicBezTo>
                    <a:close/>
                  </a:path>
                </a:pathLst>
              </a:custGeom>
              <a:solidFill>
                <a:srgbClr val="FFFFFF">
                  <a:alpha val="49000"/>
                </a:srgbClr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7" name="Forme libre : forme 896">
                <a:extLst>
                  <a:ext uri="{FF2B5EF4-FFF2-40B4-BE49-F238E27FC236}">
                    <a16:creationId xmlns:a16="http://schemas.microsoft.com/office/drawing/2014/main" id="{AF28A616-32D4-472A-ADC1-FAFDD23456CB}"/>
                  </a:ext>
                </a:extLst>
              </p:cNvPr>
              <p:cNvSpPr/>
              <p:nvPr/>
            </p:nvSpPr>
            <p:spPr>
              <a:xfrm>
                <a:off x="8436505" y="3989558"/>
                <a:ext cx="19276" cy="19276"/>
              </a:xfrm>
              <a:custGeom>
                <a:avLst/>
                <a:gdLst>
                  <a:gd name="connsiteX0" fmla="*/ 19276 w 19276"/>
                  <a:gd name="connsiteY0" fmla="*/ 9638 h 19276"/>
                  <a:gd name="connsiteX1" fmla="*/ 9638 w 19276"/>
                  <a:gd name="connsiteY1" fmla="*/ 19277 h 19276"/>
                  <a:gd name="connsiteX2" fmla="*/ 0 w 19276"/>
                  <a:gd name="connsiteY2" fmla="*/ 9638 h 19276"/>
                  <a:gd name="connsiteX3" fmla="*/ 9638 w 19276"/>
                  <a:gd name="connsiteY3" fmla="*/ 0 h 19276"/>
                  <a:gd name="connsiteX4" fmla="*/ 19276 w 19276"/>
                  <a:gd name="connsiteY4" fmla="*/ 9638 h 19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76" h="19276">
                    <a:moveTo>
                      <a:pt x="19276" y="9638"/>
                    </a:moveTo>
                    <a:cubicBezTo>
                      <a:pt x="19276" y="14961"/>
                      <a:pt x="14961" y="19277"/>
                      <a:pt x="9638" y="19277"/>
                    </a:cubicBezTo>
                    <a:cubicBezTo>
                      <a:pt x="4315" y="19277"/>
                      <a:pt x="0" y="14961"/>
                      <a:pt x="0" y="9638"/>
                    </a:cubicBezTo>
                    <a:cubicBezTo>
                      <a:pt x="0" y="4315"/>
                      <a:pt x="4315" y="0"/>
                      <a:pt x="9638" y="0"/>
                    </a:cubicBezTo>
                    <a:cubicBezTo>
                      <a:pt x="14961" y="0"/>
                      <a:pt x="19276" y="4315"/>
                      <a:pt x="19276" y="96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8" name="Forme libre : forme 897">
                <a:extLst>
                  <a:ext uri="{FF2B5EF4-FFF2-40B4-BE49-F238E27FC236}">
                    <a16:creationId xmlns:a16="http://schemas.microsoft.com/office/drawing/2014/main" id="{F7D731B9-B3D6-47CF-90CE-A8AE50792EE0}"/>
                  </a:ext>
                </a:extLst>
              </p:cNvPr>
              <p:cNvSpPr/>
              <p:nvPr/>
            </p:nvSpPr>
            <p:spPr>
              <a:xfrm>
                <a:off x="8442060" y="3965490"/>
                <a:ext cx="9692" cy="9692"/>
              </a:xfrm>
              <a:custGeom>
                <a:avLst/>
                <a:gdLst>
                  <a:gd name="connsiteX0" fmla="*/ 9693 w 9692"/>
                  <a:gd name="connsiteY0" fmla="*/ 4846 h 9692"/>
                  <a:gd name="connsiteX1" fmla="*/ 4846 w 9692"/>
                  <a:gd name="connsiteY1" fmla="*/ 9693 h 9692"/>
                  <a:gd name="connsiteX2" fmla="*/ 0 w 9692"/>
                  <a:gd name="connsiteY2" fmla="*/ 4846 h 9692"/>
                  <a:gd name="connsiteX3" fmla="*/ 4846 w 9692"/>
                  <a:gd name="connsiteY3" fmla="*/ 0 h 9692"/>
                  <a:gd name="connsiteX4" fmla="*/ 9693 w 9692"/>
                  <a:gd name="connsiteY4" fmla="*/ 4846 h 9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92" h="9692">
                    <a:moveTo>
                      <a:pt x="9693" y="4846"/>
                    </a:moveTo>
                    <a:cubicBezTo>
                      <a:pt x="9693" y="7523"/>
                      <a:pt x="7523" y="9693"/>
                      <a:pt x="4846" y="9693"/>
                    </a:cubicBezTo>
                    <a:cubicBezTo>
                      <a:pt x="2169" y="9693"/>
                      <a:pt x="0" y="7523"/>
                      <a:pt x="0" y="4846"/>
                    </a:cubicBezTo>
                    <a:cubicBezTo>
                      <a:pt x="0" y="2170"/>
                      <a:pt x="2169" y="0"/>
                      <a:pt x="4846" y="0"/>
                    </a:cubicBezTo>
                    <a:cubicBezTo>
                      <a:pt x="7523" y="0"/>
                      <a:pt x="9693" y="2170"/>
                      <a:pt x="9693" y="48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00" name="Fungal-hyphae-with-conidiophores-illustration">
            <a:extLst>
              <a:ext uri="{FF2B5EF4-FFF2-40B4-BE49-F238E27FC236}">
                <a16:creationId xmlns:a16="http://schemas.microsoft.com/office/drawing/2014/main" id="{41F49B2F-FFE4-41C0-A9FD-2C3247C80E40}"/>
              </a:ext>
            </a:extLst>
          </p:cNvPr>
          <p:cNvGrpSpPr/>
          <p:nvPr/>
        </p:nvGrpSpPr>
        <p:grpSpPr>
          <a:xfrm>
            <a:off x="6749905" y="4621144"/>
            <a:ext cx="2235483" cy="1621093"/>
            <a:chOff x="7646888" y="4804024"/>
            <a:chExt cx="1649839" cy="1196405"/>
          </a:xfrm>
        </p:grpSpPr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3FD0104A-AA70-4E8B-84D7-B9EF030A3BC1}"/>
                </a:ext>
              </a:extLst>
            </p:cNvPr>
            <p:cNvSpPr/>
            <p:nvPr/>
          </p:nvSpPr>
          <p:spPr>
            <a:xfrm>
              <a:off x="7646888" y="5014270"/>
              <a:ext cx="1649826" cy="986106"/>
            </a:xfrm>
            <a:custGeom>
              <a:avLst/>
              <a:gdLst>
                <a:gd name="connsiteX0" fmla="*/ 1635231 w 1649826"/>
                <a:gd name="connsiteY0" fmla="*/ 331297 h 986106"/>
                <a:gd name="connsiteX1" fmla="*/ 1581703 w 1649826"/>
                <a:gd name="connsiteY1" fmla="*/ 337777 h 986106"/>
                <a:gd name="connsiteX2" fmla="*/ 1441430 w 1649826"/>
                <a:gd name="connsiteY2" fmla="*/ 388147 h 986106"/>
                <a:gd name="connsiteX3" fmla="*/ 1412461 w 1649826"/>
                <a:gd name="connsiteY3" fmla="*/ 411453 h 986106"/>
                <a:gd name="connsiteX4" fmla="*/ 1377228 w 1649826"/>
                <a:gd name="connsiteY4" fmla="*/ 398221 h 986106"/>
                <a:gd name="connsiteX5" fmla="*/ 1305186 w 1649826"/>
                <a:gd name="connsiteY5" fmla="*/ 414993 h 986106"/>
                <a:gd name="connsiteX6" fmla="*/ 1155928 w 1649826"/>
                <a:gd name="connsiteY6" fmla="*/ 444397 h 986106"/>
                <a:gd name="connsiteX7" fmla="*/ 1128593 w 1649826"/>
                <a:gd name="connsiteY7" fmla="*/ 448536 h 986106"/>
                <a:gd name="connsiteX8" fmla="*/ 1167527 w 1649826"/>
                <a:gd name="connsiteY8" fmla="*/ 361573 h 986106"/>
                <a:gd name="connsiteX9" fmla="*/ 1235486 w 1649826"/>
                <a:gd name="connsiteY9" fmla="*/ 136353 h 986106"/>
                <a:gd name="connsiteX10" fmla="*/ 1276871 w 1649826"/>
                <a:gd name="connsiteY10" fmla="*/ 71552 h 986106"/>
                <a:gd name="connsiteX11" fmla="*/ 1205318 w 1649826"/>
                <a:gd name="connsiteY11" fmla="*/ 0 h 986106"/>
                <a:gd name="connsiteX12" fmla="*/ 1133766 w 1649826"/>
                <a:gd name="connsiteY12" fmla="*/ 71552 h 986106"/>
                <a:gd name="connsiteX13" fmla="*/ 1191814 w 1649826"/>
                <a:gd name="connsiteY13" fmla="*/ 141798 h 986106"/>
                <a:gd name="connsiteX14" fmla="*/ 1132459 w 1649826"/>
                <a:gd name="connsiteY14" fmla="*/ 335708 h 986106"/>
                <a:gd name="connsiteX15" fmla="*/ 1083722 w 1649826"/>
                <a:gd name="connsiteY15" fmla="*/ 455615 h 986106"/>
                <a:gd name="connsiteX16" fmla="*/ 1083396 w 1649826"/>
                <a:gd name="connsiteY16" fmla="*/ 455669 h 986106"/>
                <a:gd name="connsiteX17" fmla="*/ 1053936 w 1649826"/>
                <a:gd name="connsiteY17" fmla="*/ 479520 h 986106"/>
                <a:gd name="connsiteX18" fmla="*/ 1018051 w 1649826"/>
                <a:gd name="connsiteY18" fmla="*/ 466996 h 986106"/>
                <a:gd name="connsiteX19" fmla="*/ 981023 w 1649826"/>
                <a:gd name="connsiteY19" fmla="*/ 474293 h 986106"/>
                <a:gd name="connsiteX20" fmla="*/ 924010 w 1649826"/>
                <a:gd name="connsiteY20" fmla="*/ 496401 h 986106"/>
                <a:gd name="connsiteX21" fmla="*/ 906856 w 1649826"/>
                <a:gd name="connsiteY21" fmla="*/ 455071 h 986106"/>
                <a:gd name="connsiteX22" fmla="*/ 902663 w 1649826"/>
                <a:gd name="connsiteY22" fmla="*/ 429804 h 986106"/>
                <a:gd name="connsiteX23" fmla="*/ 903426 w 1649826"/>
                <a:gd name="connsiteY23" fmla="*/ 386840 h 986106"/>
                <a:gd name="connsiteX24" fmla="*/ 882570 w 1649826"/>
                <a:gd name="connsiteY24" fmla="*/ 376113 h 986106"/>
                <a:gd name="connsiteX25" fmla="*/ 864546 w 1649826"/>
                <a:gd name="connsiteY25" fmla="*/ 391087 h 986106"/>
                <a:gd name="connsiteX26" fmla="*/ 873259 w 1649826"/>
                <a:gd name="connsiteY26" fmla="*/ 419240 h 986106"/>
                <a:gd name="connsiteX27" fmla="*/ 888125 w 1649826"/>
                <a:gd name="connsiteY27" fmla="*/ 435522 h 986106"/>
                <a:gd name="connsiteX28" fmla="*/ 891283 w 1649826"/>
                <a:gd name="connsiteY28" fmla="*/ 455288 h 986106"/>
                <a:gd name="connsiteX29" fmla="*/ 905114 w 1649826"/>
                <a:gd name="connsiteY29" fmla="*/ 509633 h 986106"/>
                <a:gd name="connsiteX30" fmla="*/ 830295 w 1649826"/>
                <a:gd name="connsiteY30" fmla="*/ 685083 h 986106"/>
                <a:gd name="connsiteX31" fmla="*/ 815375 w 1649826"/>
                <a:gd name="connsiteY31" fmla="*/ 687098 h 986106"/>
                <a:gd name="connsiteX32" fmla="*/ 742733 w 1649826"/>
                <a:gd name="connsiteY32" fmla="*/ 697172 h 986106"/>
                <a:gd name="connsiteX33" fmla="*/ 712892 w 1649826"/>
                <a:gd name="connsiteY33" fmla="*/ 720315 h 986106"/>
                <a:gd name="connsiteX34" fmla="*/ 677552 w 1649826"/>
                <a:gd name="connsiteY34" fmla="*/ 706810 h 986106"/>
                <a:gd name="connsiteX35" fmla="*/ 676136 w 1649826"/>
                <a:gd name="connsiteY35" fmla="*/ 707028 h 986106"/>
                <a:gd name="connsiteX36" fmla="*/ 536299 w 1649826"/>
                <a:gd name="connsiteY36" fmla="*/ 563434 h 986106"/>
                <a:gd name="connsiteX37" fmla="*/ 365749 w 1649826"/>
                <a:gd name="connsiteY37" fmla="*/ 221791 h 986106"/>
                <a:gd name="connsiteX38" fmla="*/ 414812 w 1649826"/>
                <a:gd name="connsiteY38" fmla="*/ 153887 h 986106"/>
                <a:gd name="connsiteX39" fmla="*/ 343260 w 1649826"/>
                <a:gd name="connsiteY39" fmla="*/ 82334 h 986106"/>
                <a:gd name="connsiteX40" fmla="*/ 271707 w 1649826"/>
                <a:gd name="connsiteY40" fmla="*/ 153887 h 986106"/>
                <a:gd name="connsiteX41" fmla="*/ 322023 w 1649826"/>
                <a:gd name="connsiteY41" fmla="*/ 222226 h 986106"/>
                <a:gd name="connsiteX42" fmla="*/ 514081 w 1649826"/>
                <a:gd name="connsiteY42" fmla="*/ 600898 h 986106"/>
                <a:gd name="connsiteX43" fmla="*/ 630449 w 1649826"/>
                <a:gd name="connsiteY43" fmla="*/ 714380 h 986106"/>
                <a:gd name="connsiteX44" fmla="*/ 534339 w 1649826"/>
                <a:gd name="connsiteY44" fmla="*/ 733384 h 986106"/>
                <a:gd name="connsiteX45" fmla="*/ 452984 w 1649826"/>
                <a:gd name="connsiteY45" fmla="*/ 762136 h 986106"/>
                <a:gd name="connsiteX46" fmla="*/ 382630 w 1649826"/>
                <a:gd name="connsiteY46" fmla="*/ 788546 h 986106"/>
                <a:gd name="connsiteX47" fmla="*/ 358343 w 1649826"/>
                <a:gd name="connsiteY47" fmla="*/ 816263 h 986106"/>
                <a:gd name="connsiteX48" fmla="*/ 322459 w 1649826"/>
                <a:gd name="connsiteY48" fmla="*/ 808803 h 986106"/>
                <a:gd name="connsiteX49" fmla="*/ 272960 w 1649826"/>
                <a:gd name="connsiteY49" fmla="*/ 821871 h 986106"/>
                <a:gd name="connsiteX50" fmla="*/ 36467 w 1649826"/>
                <a:gd name="connsiteY50" fmla="*/ 853673 h 986106"/>
                <a:gd name="connsiteX51" fmla="*/ 37 w 1649826"/>
                <a:gd name="connsiteY51" fmla="*/ 893424 h 986106"/>
                <a:gd name="connsiteX52" fmla="*/ 38101 w 1649826"/>
                <a:gd name="connsiteY52" fmla="*/ 929908 h 986106"/>
                <a:gd name="connsiteX53" fmla="*/ 39789 w 1649826"/>
                <a:gd name="connsiteY53" fmla="*/ 929853 h 986106"/>
                <a:gd name="connsiteX54" fmla="*/ 288588 w 1649826"/>
                <a:gd name="connsiteY54" fmla="*/ 896473 h 986106"/>
                <a:gd name="connsiteX55" fmla="*/ 344730 w 1649826"/>
                <a:gd name="connsiteY55" fmla="*/ 881716 h 986106"/>
                <a:gd name="connsiteX56" fmla="*/ 370814 w 1649826"/>
                <a:gd name="connsiteY56" fmla="*/ 853400 h 986106"/>
                <a:gd name="connsiteX57" fmla="*/ 408495 w 1649826"/>
                <a:gd name="connsiteY57" fmla="*/ 860262 h 986106"/>
                <a:gd name="connsiteX58" fmla="*/ 456415 w 1649826"/>
                <a:gd name="connsiteY58" fmla="*/ 842455 h 986106"/>
                <a:gd name="connsiteX59" fmla="*/ 434960 w 1649826"/>
                <a:gd name="connsiteY59" fmla="*/ 888632 h 986106"/>
                <a:gd name="connsiteX60" fmla="*/ 380234 w 1649826"/>
                <a:gd name="connsiteY60" fmla="*/ 942922 h 986106"/>
                <a:gd name="connsiteX61" fmla="*/ 371140 w 1649826"/>
                <a:gd name="connsiteY61" fmla="*/ 975377 h 986106"/>
                <a:gd name="connsiteX62" fmla="*/ 401961 w 1649826"/>
                <a:gd name="connsiteY62" fmla="*/ 983490 h 986106"/>
                <a:gd name="connsiteX63" fmla="*/ 423362 w 1649826"/>
                <a:gd name="connsiteY63" fmla="*/ 956209 h 986106"/>
                <a:gd name="connsiteX64" fmla="*/ 435396 w 1649826"/>
                <a:gd name="connsiteY64" fmla="*/ 922829 h 986106"/>
                <a:gd name="connsiteX65" fmla="*/ 469647 w 1649826"/>
                <a:gd name="connsiteY65" fmla="*/ 873113 h 986106"/>
                <a:gd name="connsiteX66" fmla="*/ 486800 w 1649826"/>
                <a:gd name="connsiteY66" fmla="*/ 835213 h 986106"/>
                <a:gd name="connsiteX67" fmla="*/ 496656 w 1649826"/>
                <a:gd name="connsiteY67" fmla="*/ 827099 h 986106"/>
                <a:gd name="connsiteX68" fmla="*/ 552253 w 1649826"/>
                <a:gd name="connsiteY68" fmla="*/ 807550 h 986106"/>
                <a:gd name="connsiteX69" fmla="*/ 689259 w 1649826"/>
                <a:gd name="connsiteY69" fmla="*/ 782120 h 986106"/>
                <a:gd name="connsiteX70" fmla="*/ 718610 w 1649826"/>
                <a:gd name="connsiteY70" fmla="*/ 759032 h 986106"/>
                <a:gd name="connsiteX71" fmla="*/ 753461 w 1649826"/>
                <a:gd name="connsiteY71" fmla="*/ 772591 h 986106"/>
                <a:gd name="connsiteX72" fmla="*/ 825612 w 1649826"/>
                <a:gd name="connsiteY72" fmla="*/ 762626 h 986106"/>
                <a:gd name="connsiteX73" fmla="*/ 875001 w 1649826"/>
                <a:gd name="connsiteY73" fmla="*/ 755710 h 986106"/>
                <a:gd name="connsiteX74" fmla="*/ 880120 w 1649826"/>
                <a:gd name="connsiteY74" fmla="*/ 755438 h 986106"/>
                <a:gd name="connsiteX75" fmla="*/ 1028997 w 1649826"/>
                <a:gd name="connsiteY75" fmla="*/ 791323 h 986106"/>
                <a:gd name="connsiteX76" fmla="*/ 1065045 w 1649826"/>
                <a:gd name="connsiteY76" fmla="*/ 785551 h 986106"/>
                <a:gd name="connsiteX77" fmla="*/ 1087644 w 1649826"/>
                <a:gd name="connsiteY77" fmla="*/ 814193 h 986106"/>
                <a:gd name="connsiteX78" fmla="*/ 1170087 w 1649826"/>
                <a:gd name="connsiteY78" fmla="*/ 855687 h 986106"/>
                <a:gd name="connsiteX79" fmla="*/ 1346354 w 1649826"/>
                <a:gd name="connsiteY79" fmla="*/ 898760 h 986106"/>
                <a:gd name="connsiteX80" fmla="*/ 1388446 w 1649826"/>
                <a:gd name="connsiteY80" fmla="*/ 897018 h 986106"/>
                <a:gd name="connsiteX81" fmla="*/ 1423297 w 1649826"/>
                <a:gd name="connsiteY81" fmla="*/ 855905 h 986106"/>
                <a:gd name="connsiteX82" fmla="*/ 1382184 w 1649826"/>
                <a:gd name="connsiteY82" fmla="*/ 821055 h 986106"/>
                <a:gd name="connsiteX83" fmla="*/ 1346354 w 1649826"/>
                <a:gd name="connsiteY83" fmla="*/ 822579 h 986106"/>
                <a:gd name="connsiteX84" fmla="*/ 1209511 w 1649826"/>
                <a:gd name="connsiteY84" fmla="*/ 790452 h 986106"/>
                <a:gd name="connsiteX85" fmla="*/ 1117702 w 1649826"/>
                <a:gd name="connsiteY85" fmla="*/ 744166 h 986106"/>
                <a:gd name="connsiteX86" fmla="*/ 1079366 w 1649826"/>
                <a:gd name="connsiteY86" fmla="*/ 749067 h 986106"/>
                <a:gd name="connsiteX87" fmla="*/ 1054481 w 1649826"/>
                <a:gd name="connsiteY87" fmla="*/ 719498 h 986106"/>
                <a:gd name="connsiteX88" fmla="*/ 1039234 w 1649826"/>
                <a:gd name="connsiteY88" fmla="*/ 714271 h 986106"/>
                <a:gd name="connsiteX89" fmla="*/ 1114326 w 1649826"/>
                <a:gd name="connsiteY89" fmla="*/ 706919 h 986106"/>
                <a:gd name="connsiteX90" fmla="*/ 1160557 w 1649826"/>
                <a:gd name="connsiteY90" fmla="*/ 679638 h 986106"/>
                <a:gd name="connsiteX91" fmla="*/ 1170686 w 1649826"/>
                <a:gd name="connsiteY91" fmla="*/ 660797 h 986106"/>
                <a:gd name="connsiteX92" fmla="*/ 1162409 w 1649826"/>
                <a:gd name="connsiteY92" fmla="*/ 642283 h 986106"/>
                <a:gd name="connsiteX93" fmla="*/ 1143676 w 1649826"/>
                <a:gd name="connsiteY93" fmla="*/ 644570 h 986106"/>
                <a:gd name="connsiteX94" fmla="*/ 1129518 w 1649826"/>
                <a:gd name="connsiteY94" fmla="*/ 658292 h 986106"/>
                <a:gd name="connsiteX95" fmla="*/ 1019140 w 1649826"/>
                <a:gd name="connsiteY95" fmla="*/ 702835 h 986106"/>
                <a:gd name="connsiteX96" fmla="*/ 996161 w 1649826"/>
                <a:gd name="connsiteY96" fmla="*/ 700821 h 986106"/>
                <a:gd name="connsiteX97" fmla="*/ 906802 w 1649826"/>
                <a:gd name="connsiteY97" fmla="*/ 681217 h 986106"/>
                <a:gd name="connsiteX98" fmla="*/ 996596 w 1649826"/>
                <a:gd name="connsiteY98" fmla="*/ 549003 h 986106"/>
                <a:gd name="connsiteX99" fmla="*/ 1032209 w 1649826"/>
                <a:gd name="connsiteY99" fmla="*/ 541979 h 986106"/>
                <a:gd name="connsiteX100" fmla="*/ 1060743 w 1649826"/>
                <a:gd name="connsiteY100" fmla="*/ 518291 h 986106"/>
                <a:gd name="connsiteX101" fmla="*/ 1095703 w 1649826"/>
                <a:gd name="connsiteY101" fmla="*/ 530979 h 986106"/>
                <a:gd name="connsiteX102" fmla="*/ 1167364 w 1649826"/>
                <a:gd name="connsiteY102" fmla="*/ 519871 h 986106"/>
                <a:gd name="connsiteX103" fmla="*/ 1335245 w 1649826"/>
                <a:gd name="connsiteY103" fmla="*/ 485184 h 986106"/>
                <a:gd name="connsiteX104" fmla="*/ 1389154 w 1649826"/>
                <a:gd name="connsiteY104" fmla="*/ 473639 h 986106"/>
                <a:gd name="connsiteX105" fmla="*/ 1418559 w 1649826"/>
                <a:gd name="connsiteY105" fmla="*/ 450224 h 986106"/>
                <a:gd name="connsiteX106" fmla="*/ 1454226 w 1649826"/>
                <a:gd name="connsiteY106" fmla="*/ 463402 h 986106"/>
                <a:gd name="connsiteX107" fmla="*/ 1641765 w 1649826"/>
                <a:gd name="connsiteY107" fmla="*/ 384934 h 986106"/>
                <a:gd name="connsiteX108" fmla="*/ 1635231 w 1649826"/>
                <a:gd name="connsiteY108" fmla="*/ 331297 h 986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1649826" h="986106">
                  <a:moveTo>
                    <a:pt x="1635231" y="331297"/>
                  </a:moveTo>
                  <a:cubicBezTo>
                    <a:pt x="1618677" y="318283"/>
                    <a:pt x="1594717" y="321223"/>
                    <a:pt x="1581703" y="337777"/>
                  </a:cubicBezTo>
                  <a:cubicBezTo>
                    <a:pt x="1557634" y="368435"/>
                    <a:pt x="1470182" y="383246"/>
                    <a:pt x="1441430" y="388147"/>
                  </a:cubicBezTo>
                  <a:cubicBezTo>
                    <a:pt x="1427871" y="390434"/>
                    <a:pt x="1417252" y="399582"/>
                    <a:pt x="1412461" y="411453"/>
                  </a:cubicBezTo>
                  <a:cubicBezTo>
                    <a:pt x="1404129" y="401488"/>
                    <a:pt x="1390951" y="396043"/>
                    <a:pt x="1377228" y="398221"/>
                  </a:cubicBezTo>
                  <a:cubicBezTo>
                    <a:pt x="1344992" y="403339"/>
                    <a:pt x="1321740" y="407914"/>
                    <a:pt x="1305186" y="414993"/>
                  </a:cubicBezTo>
                  <a:cubicBezTo>
                    <a:pt x="1280682" y="425502"/>
                    <a:pt x="1220075" y="434650"/>
                    <a:pt x="1155928" y="444397"/>
                  </a:cubicBezTo>
                  <a:cubicBezTo>
                    <a:pt x="1146944" y="445759"/>
                    <a:pt x="1137795" y="447120"/>
                    <a:pt x="1128593" y="448536"/>
                  </a:cubicBezTo>
                  <a:cubicBezTo>
                    <a:pt x="1132622" y="425774"/>
                    <a:pt x="1142860" y="394954"/>
                    <a:pt x="1167527" y="361573"/>
                  </a:cubicBezTo>
                  <a:cubicBezTo>
                    <a:pt x="1211308" y="302273"/>
                    <a:pt x="1234886" y="222607"/>
                    <a:pt x="1235486" y="136353"/>
                  </a:cubicBezTo>
                  <a:cubicBezTo>
                    <a:pt x="1259881" y="124972"/>
                    <a:pt x="1276871" y="100250"/>
                    <a:pt x="1276871" y="71552"/>
                  </a:cubicBezTo>
                  <a:cubicBezTo>
                    <a:pt x="1276871" y="32073"/>
                    <a:pt x="1244852" y="0"/>
                    <a:pt x="1205318" y="0"/>
                  </a:cubicBezTo>
                  <a:cubicBezTo>
                    <a:pt x="1165839" y="0"/>
                    <a:pt x="1133766" y="32019"/>
                    <a:pt x="1133766" y="71552"/>
                  </a:cubicBezTo>
                  <a:cubicBezTo>
                    <a:pt x="1133766" y="106457"/>
                    <a:pt x="1158760" y="135481"/>
                    <a:pt x="1191814" y="141798"/>
                  </a:cubicBezTo>
                  <a:cubicBezTo>
                    <a:pt x="1190398" y="216617"/>
                    <a:pt x="1169814" y="285011"/>
                    <a:pt x="1132459" y="335708"/>
                  </a:cubicBezTo>
                  <a:cubicBezTo>
                    <a:pt x="1098044" y="382320"/>
                    <a:pt x="1086881" y="425938"/>
                    <a:pt x="1083722" y="455615"/>
                  </a:cubicBezTo>
                  <a:cubicBezTo>
                    <a:pt x="1083614" y="455615"/>
                    <a:pt x="1083505" y="455669"/>
                    <a:pt x="1083396" y="455669"/>
                  </a:cubicBezTo>
                  <a:cubicBezTo>
                    <a:pt x="1069565" y="457902"/>
                    <a:pt x="1058674" y="467323"/>
                    <a:pt x="1053936" y="479520"/>
                  </a:cubicBezTo>
                  <a:cubicBezTo>
                    <a:pt x="1045333" y="469610"/>
                    <a:pt x="1031883" y="464382"/>
                    <a:pt x="1018051" y="466996"/>
                  </a:cubicBezTo>
                  <a:cubicBezTo>
                    <a:pt x="1004982" y="469446"/>
                    <a:pt x="992839" y="471842"/>
                    <a:pt x="981023" y="474293"/>
                  </a:cubicBezTo>
                  <a:cubicBezTo>
                    <a:pt x="960058" y="478649"/>
                    <a:pt x="940999" y="486164"/>
                    <a:pt x="924010" y="496401"/>
                  </a:cubicBezTo>
                  <a:cubicBezTo>
                    <a:pt x="920089" y="481699"/>
                    <a:pt x="909035" y="462258"/>
                    <a:pt x="906856" y="455071"/>
                  </a:cubicBezTo>
                  <a:cubicBezTo>
                    <a:pt x="904352" y="446848"/>
                    <a:pt x="902283" y="438353"/>
                    <a:pt x="902663" y="429804"/>
                  </a:cubicBezTo>
                  <a:cubicBezTo>
                    <a:pt x="903263" y="415210"/>
                    <a:pt x="910560" y="399582"/>
                    <a:pt x="903426" y="386840"/>
                  </a:cubicBezTo>
                  <a:cubicBezTo>
                    <a:pt x="899396" y="379598"/>
                    <a:pt x="890793" y="375241"/>
                    <a:pt x="882570" y="376113"/>
                  </a:cubicBezTo>
                  <a:cubicBezTo>
                    <a:pt x="874348" y="376984"/>
                    <a:pt x="866942" y="383137"/>
                    <a:pt x="864546" y="391087"/>
                  </a:cubicBezTo>
                  <a:cubicBezTo>
                    <a:pt x="861551" y="400943"/>
                    <a:pt x="866180" y="411780"/>
                    <a:pt x="873259" y="419240"/>
                  </a:cubicBezTo>
                  <a:cubicBezTo>
                    <a:pt x="878377" y="424577"/>
                    <a:pt x="884858" y="428878"/>
                    <a:pt x="888125" y="435522"/>
                  </a:cubicBezTo>
                  <a:cubicBezTo>
                    <a:pt x="891119" y="441512"/>
                    <a:pt x="891011" y="448536"/>
                    <a:pt x="891283" y="455288"/>
                  </a:cubicBezTo>
                  <a:cubicBezTo>
                    <a:pt x="891719" y="466070"/>
                    <a:pt x="893516" y="497381"/>
                    <a:pt x="905114" y="509633"/>
                  </a:cubicBezTo>
                  <a:cubicBezTo>
                    <a:pt x="859209" y="546662"/>
                    <a:pt x="832473" y="607759"/>
                    <a:pt x="830295" y="685083"/>
                  </a:cubicBezTo>
                  <a:cubicBezTo>
                    <a:pt x="825612" y="685737"/>
                    <a:pt x="820602" y="686390"/>
                    <a:pt x="815375" y="687098"/>
                  </a:cubicBezTo>
                  <a:cubicBezTo>
                    <a:pt x="794464" y="689930"/>
                    <a:pt x="769524" y="693360"/>
                    <a:pt x="742733" y="697172"/>
                  </a:cubicBezTo>
                  <a:cubicBezTo>
                    <a:pt x="728902" y="699133"/>
                    <a:pt x="717848" y="708281"/>
                    <a:pt x="712892" y="720315"/>
                  </a:cubicBezTo>
                  <a:cubicBezTo>
                    <a:pt x="704615" y="710241"/>
                    <a:pt x="691438" y="704687"/>
                    <a:pt x="677552" y="706810"/>
                  </a:cubicBezTo>
                  <a:cubicBezTo>
                    <a:pt x="677062" y="706865"/>
                    <a:pt x="676626" y="706974"/>
                    <a:pt x="676136" y="707028"/>
                  </a:cubicBezTo>
                  <a:cubicBezTo>
                    <a:pt x="657894" y="670544"/>
                    <a:pt x="618034" y="611734"/>
                    <a:pt x="536299" y="563434"/>
                  </a:cubicBezTo>
                  <a:cubicBezTo>
                    <a:pt x="447267" y="510831"/>
                    <a:pt x="355621" y="392176"/>
                    <a:pt x="365749" y="221791"/>
                  </a:cubicBezTo>
                  <a:cubicBezTo>
                    <a:pt x="394228" y="212370"/>
                    <a:pt x="414812" y="185579"/>
                    <a:pt x="414812" y="153887"/>
                  </a:cubicBezTo>
                  <a:cubicBezTo>
                    <a:pt x="414812" y="114408"/>
                    <a:pt x="382793" y="82334"/>
                    <a:pt x="343260" y="82334"/>
                  </a:cubicBezTo>
                  <a:cubicBezTo>
                    <a:pt x="303781" y="82334"/>
                    <a:pt x="271707" y="114353"/>
                    <a:pt x="271707" y="153887"/>
                  </a:cubicBezTo>
                  <a:cubicBezTo>
                    <a:pt x="271707" y="186014"/>
                    <a:pt x="292890" y="213187"/>
                    <a:pt x="322023" y="222226"/>
                  </a:cubicBezTo>
                  <a:cubicBezTo>
                    <a:pt x="311894" y="410364"/>
                    <a:pt x="414486" y="542088"/>
                    <a:pt x="514081" y="600898"/>
                  </a:cubicBezTo>
                  <a:cubicBezTo>
                    <a:pt x="577793" y="638525"/>
                    <a:pt x="612480" y="683341"/>
                    <a:pt x="630449" y="714380"/>
                  </a:cubicBezTo>
                  <a:cubicBezTo>
                    <a:pt x="591297" y="721023"/>
                    <a:pt x="559604" y="727340"/>
                    <a:pt x="534339" y="733384"/>
                  </a:cubicBezTo>
                  <a:cubicBezTo>
                    <a:pt x="517076" y="737522"/>
                    <a:pt x="488761" y="748359"/>
                    <a:pt x="452984" y="762136"/>
                  </a:cubicBezTo>
                  <a:cubicBezTo>
                    <a:pt x="431475" y="770358"/>
                    <a:pt x="407134" y="779724"/>
                    <a:pt x="382630" y="788546"/>
                  </a:cubicBezTo>
                  <a:cubicBezTo>
                    <a:pt x="369833" y="793174"/>
                    <a:pt x="361012" y="803902"/>
                    <a:pt x="358343" y="816263"/>
                  </a:cubicBezTo>
                  <a:cubicBezTo>
                    <a:pt x="348760" y="808095"/>
                    <a:pt x="335419" y="804882"/>
                    <a:pt x="322459" y="808803"/>
                  </a:cubicBezTo>
                  <a:cubicBezTo>
                    <a:pt x="303835" y="814520"/>
                    <a:pt x="287173" y="818876"/>
                    <a:pt x="272960" y="821871"/>
                  </a:cubicBezTo>
                  <a:cubicBezTo>
                    <a:pt x="145429" y="848608"/>
                    <a:pt x="38101" y="853618"/>
                    <a:pt x="36467" y="853673"/>
                  </a:cubicBezTo>
                  <a:cubicBezTo>
                    <a:pt x="15448" y="854598"/>
                    <a:pt x="-888" y="872405"/>
                    <a:pt x="37" y="893424"/>
                  </a:cubicBezTo>
                  <a:cubicBezTo>
                    <a:pt x="909" y="913898"/>
                    <a:pt x="17789" y="929908"/>
                    <a:pt x="38101" y="929908"/>
                  </a:cubicBezTo>
                  <a:cubicBezTo>
                    <a:pt x="38645" y="929908"/>
                    <a:pt x="39244" y="929908"/>
                    <a:pt x="39789" y="929853"/>
                  </a:cubicBezTo>
                  <a:cubicBezTo>
                    <a:pt x="44417" y="929636"/>
                    <a:pt x="154305" y="924626"/>
                    <a:pt x="288588" y="896473"/>
                  </a:cubicBezTo>
                  <a:cubicBezTo>
                    <a:pt x="305251" y="892988"/>
                    <a:pt x="323656" y="888142"/>
                    <a:pt x="344730" y="881716"/>
                  </a:cubicBezTo>
                  <a:cubicBezTo>
                    <a:pt x="358343" y="877578"/>
                    <a:pt x="367982" y="866415"/>
                    <a:pt x="370814" y="853400"/>
                  </a:cubicBezTo>
                  <a:cubicBezTo>
                    <a:pt x="380887" y="862004"/>
                    <a:pt x="395154" y="865053"/>
                    <a:pt x="408495" y="860262"/>
                  </a:cubicBezTo>
                  <a:cubicBezTo>
                    <a:pt x="424940" y="854326"/>
                    <a:pt x="441059" y="848282"/>
                    <a:pt x="456415" y="842455"/>
                  </a:cubicBezTo>
                  <a:cubicBezTo>
                    <a:pt x="454673" y="859063"/>
                    <a:pt x="446014" y="875617"/>
                    <a:pt x="434960" y="888632"/>
                  </a:cubicBezTo>
                  <a:cubicBezTo>
                    <a:pt x="418352" y="908235"/>
                    <a:pt x="396625" y="923101"/>
                    <a:pt x="380234" y="942922"/>
                  </a:cubicBezTo>
                  <a:cubicBezTo>
                    <a:pt x="372665" y="952071"/>
                    <a:pt x="366022" y="964649"/>
                    <a:pt x="371140" y="975377"/>
                  </a:cubicBezTo>
                  <a:cubicBezTo>
                    <a:pt x="376259" y="986050"/>
                    <a:pt x="391397" y="988772"/>
                    <a:pt x="401961" y="983490"/>
                  </a:cubicBezTo>
                  <a:cubicBezTo>
                    <a:pt x="412525" y="978208"/>
                    <a:pt x="419169" y="967263"/>
                    <a:pt x="423362" y="956209"/>
                  </a:cubicBezTo>
                  <a:cubicBezTo>
                    <a:pt x="427609" y="945155"/>
                    <a:pt x="430059" y="933393"/>
                    <a:pt x="435396" y="922829"/>
                  </a:cubicBezTo>
                  <a:cubicBezTo>
                    <a:pt x="444490" y="904805"/>
                    <a:pt x="461261" y="891409"/>
                    <a:pt x="469647" y="873113"/>
                  </a:cubicBezTo>
                  <a:cubicBezTo>
                    <a:pt x="475474" y="860425"/>
                    <a:pt x="477270" y="845450"/>
                    <a:pt x="486800" y="835213"/>
                  </a:cubicBezTo>
                  <a:cubicBezTo>
                    <a:pt x="489686" y="832109"/>
                    <a:pt x="493171" y="829604"/>
                    <a:pt x="496656" y="827099"/>
                  </a:cubicBezTo>
                  <a:cubicBezTo>
                    <a:pt x="520833" y="817896"/>
                    <a:pt x="542016" y="810000"/>
                    <a:pt x="552253" y="807550"/>
                  </a:cubicBezTo>
                  <a:cubicBezTo>
                    <a:pt x="584436" y="799818"/>
                    <a:pt x="630558" y="791214"/>
                    <a:pt x="689259" y="782120"/>
                  </a:cubicBezTo>
                  <a:cubicBezTo>
                    <a:pt x="702873" y="779996"/>
                    <a:pt x="713709" y="770903"/>
                    <a:pt x="718610" y="759032"/>
                  </a:cubicBezTo>
                  <a:cubicBezTo>
                    <a:pt x="726778" y="768997"/>
                    <a:pt x="739793" y="774551"/>
                    <a:pt x="753461" y="772591"/>
                  </a:cubicBezTo>
                  <a:cubicBezTo>
                    <a:pt x="780089" y="768779"/>
                    <a:pt x="804865" y="765403"/>
                    <a:pt x="825612" y="762626"/>
                  </a:cubicBezTo>
                  <a:cubicBezTo>
                    <a:pt x="847175" y="759685"/>
                    <a:pt x="864219" y="757344"/>
                    <a:pt x="875001" y="755710"/>
                  </a:cubicBezTo>
                  <a:cubicBezTo>
                    <a:pt x="875383" y="755656"/>
                    <a:pt x="876961" y="755438"/>
                    <a:pt x="880120" y="755438"/>
                  </a:cubicBezTo>
                  <a:cubicBezTo>
                    <a:pt x="903698" y="755438"/>
                    <a:pt x="958860" y="766546"/>
                    <a:pt x="1028997" y="791323"/>
                  </a:cubicBezTo>
                  <a:cubicBezTo>
                    <a:pt x="1041684" y="795788"/>
                    <a:pt x="1055134" y="793174"/>
                    <a:pt x="1065045" y="785551"/>
                  </a:cubicBezTo>
                  <a:cubicBezTo>
                    <a:pt x="1067169" y="797857"/>
                    <a:pt x="1075282" y="808911"/>
                    <a:pt x="1087644" y="814193"/>
                  </a:cubicBezTo>
                  <a:cubicBezTo>
                    <a:pt x="1118954" y="827643"/>
                    <a:pt x="1146726" y="841584"/>
                    <a:pt x="1170087" y="855687"/>
                  </a:cubicBezTo>
                  <a:cubicBezTo>
                    <a:pt x="1217461" y="884276"/>
                    <a:pt x="1276761" y="898760"/>
                    <a:pt x="1346354" y="898760"/>
                  </a:cubicBezTo>
                  <a:cubicBezTo>
                    <a:pt x="1360184" y="898760"/>
                    <a:pt x="1374343" y="898161"/>
                    <a:pt x="1388446" y="897018"/>
                  </a:cubicBezTo>
                  <a:cubicBezTo>
                    <a:pt x="1409411" y="895275"/>
                    <a:pt x="1425039" y="876870"/>
                    <a:pt x="1423297" y="855905"/>
                  </a:cubicBezTo>
                  <a:cubicBezTo>
                    <a:pt x="1421554" y="834940"/>
                    <a:pt x="1403149" y="819421"/>
                    <a:pt x="1382184" y="821055"/>
                  </a:cubicBezTo>
                  <a:cubicBezTo>
                    <a:pt x="1370150" y="822035"/>
                    <a:pt x="1358115" y="822579"/>
                    <a:pt x="1346354" y="822579"/>
                  </a:cubicBezTo>
                  <a:cubicBezTo>
                    <a:pt x="1291627" y="822579"/>
                    <a:pt x="1244307" y="811471"/>
                    <a:pt x="1209511" y="790452"/>
                  </a:cubicBezTo>
                  <a:cubicBezTo>
                    <a:pt x="1183155" y="774551"/>
                    <a:pt x="1152280" y="758977"/>
                    <a:pt x="1117702" y="744166"/>
                  </a:cubicBezTo>
                  <a:cubicBezTo>
                    <a:pt x="1104524" y="738503"/>
                    <a:pt x="1089930" y="740899"/>
                    <a:pt x="1079366" y="749067"/>
                  </a:cubicBezTo>
                  <a:cubicBezTo>
                    <a:pt x="1077134" y="735889"/>
                    <a:pt x="1067986" y="724290"/>
                    <a:pt x="1054481" y="719498"/>
                  </a:cubicBezTo>
                  <a:cubicBezTo>
                    <a:pt x="1049362" y="717701"/>
                    <a:pt x="1044298" y="715959"/>
                    <a:pt x="1039234" y="714271"/>
                  </a:cubicBezTo>
                  <a:cubicBezTo>
                    <a:pt x="1062486" y="708009"/>
                    <a:pt x="1089985" y="712419"/>
                    <a:pt x="1114326" y="706919"/>
                  </a:cubicBezTo>
                  <a:cubicBezTo>
                    <a:pt x="1132077" y="702890"/>
                    <a:pt x="1148468" y="693197"/>
                    <a:pt x="1160557" y="679638"/>
                  </a:cubicBezTo>
                  <a:cubicBezTo>
                    <a:pt x="1165349" y="674247"/>
                    <a:pt x="1169596" y="667931"/>
                    <a:pt x="1170686" y="660797"/>
                  </a:cubicBezTo>
                  <a:cubicBezTo>
                    <a:pt x="1171720" y="653664"/>
                    <a:pt x="1168834" y="645550"/>
                    <a:pt x="1162409" y="642283"/>
                  </a:cubicBezTo>
                  <a:cubicBezTo>
                    <a:pt x="1156528" y="639288"/>
                    <a:pt x="1149176" y="640976"/>
                    <a:pt x="1143676" y="644570"/>
                  </a:cubicBezTo>
                  <a:cubicBezTo>
                    <a:pt x="1138176" y="648164"/>
                    <a:pt x="1133984" y="653446"/>
                    <a:pt x="1129518" y="658292"/>
                  </a:cubicBezTo>
                  <a:cubicBezTo>
                    <a:pt x="1101856" y="688678"/>
                    <a:pt x="1060090" y="706048"/>
                    <a:pt x="1019140" y="702835"/>
                  </a:cubicBezTo>
                  <a:cubicBezTo>
                    <a:pt x="1011463" y="702236"/>
                    <a:pt x="1003839" y="701038"/>
                    <a:pt x="996161" y="700821"/>
                  </a:cubicBezTo>
                  <a:cubicBezTo>
                    <a:pt x="962400" y="691128"/>
                    <a:pt x="931470" y="684321"/>
                    <a:pt x="906802" y="681217"/>
                  </a:cubicBezTo>
                  <a:cubicBezTo>
                    <a:pt x="909198" y="632917"/>
                    <a:pt x="925480" y="563760"/>
                    <a:pt x="996596" y="549003"/>
                  </a:cubicBezTo>
                  <a:cubicBezTo>
                    <a:pt x="1008467" y="546553"/>
                    <a:pt x="1020339" y="544211"/>
                    <a:pt x="1032209" y="541979"/>
                  </a:cubicBezTo>
                  <a:cubicBezTo>
                    <a:pt x="1045659" y="539474"/>
                    <a:pt x="1056115" y="530162"/>
                    <a:pt x="1060743" y="518291"/>
                  </a:cubicBezTo>
                  <a:cubicBezTo>
                    <a:pt x="1069129" y="527930"/>
                    <a:pt x="1082144" y="533212"/>
                    <a:pt x="1095703" y="530979"/>
                  </a:cubicBezTo>
                  <a:cubicBezTo>
                    <a:pt x="1120425" y="526950"/>
                    <a:pt x="1144276" y="523355"/>
                    <a:pt x="1167364" y="519871"/>
                  </a:cubicBezTo>
                  <a:cubicBezTo>
                    <a:pt x="1242455" y="508490"/>
                    <a:pt x="1301756" y="499505"/>
                    <a:pt x="1335245" y="485184"/>
                  </a:cubicBezTo>
                  <a:cubicBezTo>
                    <a:pt x="1346354" y="480392"/>
                    <a:pt x="1376358" y="475654"/>
                    <a:pt x="1389154" y="473639"/>
                  </a:cubicBezTo>
                  <a:cubicBezTo>
                    <a:pt x="1402877" y="471461"/>
                    <a:pt x="1413713" y="462258"/>
                    <a:pt x="1418559" y="450224"/>
                  </a:cubicBezTo>
                  <a:cubicBezTo>
                    <a:pt x="1426945" y="460298"/>
                    <a:pt x="1440341" y="465744"/>
                    <a:pt x="1454226" y="463402"/>
                  </a:cubicBezTo>
                  <a:cubicBezTo>
                    <a:pt x="1526106" y="451259"/>
                    <a:pt x="1604573" y="432418"/>
                    <a:pt x="1641765" y="384934"/>
                  </a:cubicBezTo>
                  <a:cubicBezTo>
                    <a:pt x="1654671" y="368271"/>
                    <a:pt x="1651785" y="344312"/>
                    <a:pt x="1635231" y="331297"/>
                  </a:cubicBezTo>
                  <a:close/>
                </a:path>
              </a:pathLst>
            </a:custGeom>
            <a:solidFill>
              <a:srgbClr val="DB75B9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93FB9B3F-A39E-404A-8A70-0A27D561C729}"/>
                </a:ext>
              </a:extLst>
            </p:cNvPr>
            <p:cNvSpPr/>
            <p:nvPr/>
          </p:nvSpPr>
          <p:spPr>
            <a:xfrm>
              <a:off x="7646888" y="5014325"/>
              <a:ext cx="1649839" cy="986104"/>
            </a:xfrm>
            <a:custGeom>
              <a:avLst/>
              <a:gdLst>
                <a:gd name="connsiteX0" fmla="*/ 1205264 w 1649839"/>
                <a:gd name="connsiteY0" fmla="*/ 8168 h 986104"/>
                <a:gd name="connsiteX1" fmla="*/ 1268648 w 1649839"/>
                <a:gd name="connsiteY1" fmla="*/ 71552 h 986104"/>
                <a:gd name="connsiteX2" fmla="*/ 1232001 w 1649839"/>
                <a:gd name="connsiteY2" fmla="*/ 128947 h 986104"/>
                <a:gd name="connsiteX3" fmla="*/ 1227318 w 1649839"/>
                <a:gd name="connsiteY3" fmla="*/ 131125 h 986104"/>
                <a:gd name="connsiteX4" fmla="*/ 1227263 w 1649839"/>
                <a:gd name="connsiteY4" fmla="*/ 136298 h 986104"/>
                <a:gd name="connsiteX5" fmla="*/ 1160938 w 1649839"/>
                <a:gd name="connsiteY5" fmla="*/ 356727 h 986104"/>
                <a:gd name="connsiteX6" fmla="*/ 1120533 w 1649839"/>
                <a:gd name="connsiteY6" fmla="*/ 447120 h 986104"/>
                <a:gd name="connsiteX7" fmla="*/ 1118518 w 1649839"/>
                <a:gd name="connsiteY7" fmla="*/ 458338 h 986104"/>
                <a:gd name="connsiteX8" fmla="*/ 1129791 w 1649839"/>
                <a:gd name="connsiteY8" fmla="*/ 456595 h 986104"/>
                <a:gd name="connsiteX9" fmla="*/ 1157127 w 1649839"/>
                <a:gd name="connsiteY9" fmla="*/ 452457 h 986104"/>
                <a:gd name="connsiteX10" fmla="*/ 1308399 w 1649839"/>
                <a:gd name="connsiteY10" fmla="*/ 422507 h 986104"/>
                <a:gd name="connsiteX11" fmla="*/ 1378481 w 1649839"/>
                <a:gd name="connsiteY11" fmla="*/ 406280 h 986104"/>
                <a:gd name="connsiteX12" fmla="*/ 1383218 w 1649839"/>
                <a:gd name="connsiteY12" fmla="*/ 405899 h 986104"/>
                <a:gd name="connsiteX13" fmla="*/ 1406198 w 1649839"/>
                <a:gd name="connsiteY13" fmla="*/ 416681 h 986104"/>
                <a:gd name="connsiteX14" fmla="*/ 1414911 w 1649839"/>
                <a:gd name="connsiteY14" fmla="*/ 427136 h 986104"/>
                <a:gd name="connsiteX15" fmla="*/ 1420029 w 1649839"/>
                <a:gd name="connsiteY15" fmla="*/ 414502 h 986104"/>
                <a:gd name="connsiteX16" fmla="*/ 1442846 w 1649839"/>
                <a:gd name="connsiteY16" fmla="*/ 396151 h 986104"/>
                <a:gd name="connsiteX17" fmla="*/ 1588182 w 1649839"/>
                <a:gd name="connsiteY17" fmla="*/ 342787 h 986104"/>
                <a:gd name="connsiteX18" fmla="*/ 1611761 w 1649839"/>
                <a:gd name="connsiteY18" fmla="*/ 331297 h 986104"/>
                <a:gd name="connsiteX19" fmla="*/ 1630221 w 1649839"/>
                <a:gd name="connsiteY19" fmla="*/ 337668 h 986104"/>
                <a:gd name="connsiteX20" fmla="*/ 1641493 w 1649839"/>
                <a:gd name="connsiteY20" fmla="*/ 357653 h 986104"/>
                <a:gd name="connsiteX21" fmla="*/ 1635340 w 1649839"/>
                <a:gd name="connsiteY21" fmla="*/ 379706 h 986104"/>
                <a:gd name="connsiteX22" fmla="*/ 1452865 w 1649839"/>
                <a:gd name="connsiteY22" fmla="*/ 455180 h 986104"/>
                <a:gd name="connsiteX23" fmla="*/ 1447801 w 1649839"/>
                <a:gd name="connsiteY23" fmla="*/ 455615 h 986104"/>
                <a:gd name="connsiteX24" fmla="*/ 1424821 w 1649839"/>
                <a:gd name="connsiteY24" fmla="*/ 444833 h 986104"/>
                <a:gd name="connsiteX25" fmla="*/ 1416109 w 1649839"/>
                <a:gd name="connsiteY25" fmla="*/ 434378 h 986104"/>
                <a:gd name="connsiteX26" fmla="*/ 1410990 w 1649839"/>
                <a:gd name="connsiteY26" fmla="*/ 447011 h 986104"/>
                <a:gd name="connsiteX27" fmla="*/ 1387847 w 1649839"/>
                <a:gd name="connsiteY27" fmla="*/ 465417 h 986104"/>
                <a:gd name="connsiteX28" fmla="*/ 1332032 w 1649839"/>
                <a:gd name="connsiteY28" fmla="*/ 477505 h 986104"/>
                <a:gd name="connsiteX29" fmla="*/ 1166111 w 1649839"/>
                <a:gd name="connsiteY29" fmla="*/ 511648 h 986104"/>
                <a:gd name="connsiteX30" fmla="*/ 1165785 w 1649839"/>
                <a:gd name="connsiteY30" fmla="*/ 511703 h 986104"/>
                <a:gd name="connsiteX31" fmla="*/ 1094341 w 1649839"/>
                <a:gd name="connsiteY31" fmla="*/ 522811 h 986104"/>
                <a:gd name="connsiteX32" fmla="*/ 1089495 w 1649839"/>
                <a:gd name="connsiteY32" fmla="*/ 523192 h 986104"/>
                <a:gd name="connsiteX33" fmla="*/ 1066951 w 1649839"/>
                <a:gd name="connsiteY33" fmla="*/ 512791 h 986104"/>
                <a:gd name="connsiteX34" fmla="*/ 1058075 w 1649839"/>
                <a:gd name="connsiteY34" fmla="*/ 502554 h 986104"/>
                <a:gd name="connsiteX35" fmla="*/ 1053174 w 1649839"/>
                <a:gd name="connsiteY35" fmla="*/ 515187 h 986104"/>
                <a:gd name="connsiteX36" fmla="*/ 1030739 w 1649839"/>
                <a:gd name="connsiteY36" fmla="*/ 533811 h 986104"/>
                <a:gd name="connsiteX37" fmla="*/ 995018 w 1649839"/>
                <a:gd name="connsiteY37" fmla="*/ 540835 h 986104"/>
                <a:gd name="connsiteX38" fmla="*/ 898743 w 1649839"/>
                <a:gd name="connsiteY38" fmla="*/ 680673 h 986104"/>
                <a:gd name="connsiteX39" fmla="*/ 898362 w 1649839"/>
                <a:gd name="connsiteY39" fmla="*/ 688242 h 986104"/>
                <a:gd name="connsiteX40" fmla="*/ 905877 w 1649839"/>
                <a:gd name="connsiteY40" fmla="*/ 689167 h 986104"/>
                <a:gd name="connsiteX41" fmla="*/ 994037 w 1649839"/>
                <a:gd name="connsiteY41" fmla="*/ 708553 h 986104"/>
                <a:gd name="connsiteX42" fmla="*/ 995072 w 1649839"/>
                <a:gd name="connsiteY42" fmla="*/ 708825 h 986104"/>
                <a:gd name="connsiteX43" fmla="*/ 996106 w 1649839"/>
                <a:gd name="connsiteY43" fmla="*/ 708825 h 986104"/>
                <a:gd name="connsiteX44" fmla="*/ 1009829 w 1649839"/>
                <a:gd name="connsiteY44" fmla="*/ 709914 h 986104"/>
                <a:gd name="connsiteX45" fmla="*/ 1018596 w 1649839"/>
                <a:gd name="connsiteY45" fmla="*/ 710786 h 986104"/>
                <a:gd name="connsiteX46" fmla="*/ 1019957 w 1649839"/>
                <a:gd name="connsiteY46" fmla="*/ 710894 h 986104"/>
                <a:gd name="connsiteX47" fmla="*/ 1011190 w 1649839"/>
                <a:gd name="connsiteY47" fmla="*/ 713236 h 986104"/>
                <a:gd name="connsiteX48" fmla="*/ 1036729 w 1649839"/>
                <a:gd name="connsiteY48" fmla="*/ 721840 h 986104"/>
                <a:gd name="connsiteX49" fmla="*/ 1051813 w 1649839"/>
                <a:gd name="connsiteY49" fmla="*/ 727013 h 986104"/>
                <a:gd name="connsiteX50" fmla="*/ 1071362 w 1649839"/>
                <a:gd name="connsiteY50" fmla="*/ 750210 h 986104"/>
                <a:gd name="connsiteX51" fmla="*/ 1073649 w 1649839"/>
                <a:gd name="connsiteY51" fmla="*/ 763606 h 986104"/>
                <a:gd name="connsiteX52" fmla="*/ 1084376 w 1649839"/>
                <a:gd name="connsiteY52" fmla="*/ 755274 h 986104"/>
                <a:gd name="connsiteX53" fmla="*/ 1102727 w 1649839"/>
                <a:gd name="connsiteY53" fmla="*/ 749012 h 986104"/>
                <a:gd name="connsiteX54" fmla="*/ 1114489 w 1649839"/>
                <a:gd name="connsiteY54" fmla="*/ 751463 h 986104"/>
                <a:gd name="connsiteX55" fmla="*/ 1205264 w 1649839"/>
                <a:gd name="connsiteY55" fmla="*/ 797258 h 986104"/>
                <a:gd name="connsiteX56" fmla="*/ 1346354 w 1649839"/>
                <a:gd name="connsiteY56" fmla="*/ 830530 h 986104"/>
                <a:gd name="connsiteX57" fmla="*/ 1382783 w 1649839"/>
                <a:gd name="connsiteY57" fmla="*/ 829005 h 986104"/>
                <a:gd name="connsiteX58" fmla="*/ 1385234 w 1649839"/>
                <a:gd name="connsiteY58" fmla="*/ 828896 h 986104"/>
                <a:gd name="connsiteX59" fmla="*/ 1415183 w 1649839"/>
                <a:gd name="connsiteY59" fmla="*/ 856395 h 986104"/>
                <a:gd name="connsiteX60" fmla="*/ 1387793 w 1649839"/>
                <a:gd name="connsiteY60" fmla="*/ 888741 h 986104"/>
                <a:gd name="connsiteX61" fmla="*/ 1346354 w 1649839"/>
                <a:gd name="connsiteY61" fmla="*/ 890483 h 986104"/>
                <a:gd name="connsiteX62" fmla="*/ 1174334 w 1649839"/>
                <a:gd name="connsiteY62" fmla="*/ 848608 h 986104"/>
                <a:gd name="connsiteX63" fmla="*/ 1090911 w 1649839"/>
                <a:gd name="connsiteY63" fmla="*/ 806624 h 986104"/>
                <a:gd name="connsiteX64" fmla="*/ 1073159 w 1649839"/>
                <a:gd name="connsiteY64" fmla="*/ 784080 h 986104"/>
                <a:gd name="connsiteX65" fmla="*/ 1070871 w 1649839"/>
                <a:gd name="connsiteY65" fmla="*/ 770685 h 986104"/>
                <a:gd name="connsiteX66" fmla="*/ 1060090 w 1649839"/>
                <a:gd name="connsiteY66" fmla="*/ 779016 h 986104"/>
                <a:gd name="connsiteX67" fmla="*/ 1041739 w 1649839"/>
                <a:gd name="connsiteY67" fmla="*/ 785279 h 986104"/>
                <a:gd name="connsiteX68" fmla="*/ 1031774 w 1649839"/>
                <a:gd name="connsiteY68" fmla="*/ 783536 h 986104"/>
                <a:gd name="connsiteX69" fmla="*/ 880175 w 1649839"/>
                <a:gd name="connsiteY69" fmla="*/ 747161 h 986104"/>
                <a:gd name="connsiteX70" fmla="*/ 873858 w 1649839"/>
                <a:gd name="connsiteY70" fmla="*/ 747542 h 986104"/>
                <a:gd name="connsiteX71" fmla="*/ 825938 w 1649839"/>
                <a:gd name="connsiteY71" fmla="*/ 754240 h 986104"/>
                <a:gd name="connsiteX72" fmla="*/ 824631 w 1649839"/>
                <a:gd name="connsiteY72" fmla="*/ 754403 h 986104"/>
                <a:gd name="connsiteX73" fmla="*/ 752426 w 1649839"/>
                <a:gd name="connsiteY73" fmla="*/ 764423 h 986104"/>
                <a:gd name="connsiteX74" fmla="*/ 748124 w 1649839"/>
                <a:gd name="connsiteY74" fmla="*/ 764749 h 986104"/>
                <a:gd name="connsiteX75" fmla="*/ 725035 w 1649839"/>
                <a:gd name="connsiteY75" fmla="*/ 753804 h 986104"/>
                <a:gd name="connsiteX76" fmla="*/ 716377 w 1649839"/>
                <a:gd name="connsiteY76" fmla="*/ 743295 h 986104"/>
                <a:gd name="connsiteX77" fmla="*/ 711150 w 1649839"/>
                <a:gd name="connsiteY77" fmla="*/ 755873 h 986104"/>
                <a:gd name="connsiteX78" fmla="*/ 688061 w 1649839"/>
                <a:gd name="connsiteY78" fmla="*/ 774007 h 986104"/>
                <a:gd name="connsiteX79" fmla="*/ 550402 w 1649839"/>
                <a:gd name="connsiteY79" fmla="*/ 799600 h 986104"/>
                <a:gd name="connsiteX80" fmla="*/ 493825 w 1649839"/>
                <a:gd name="connsiteY80" fmla="*/ 819475 h 986104"/>
                <a:gd name="connsiteX81" fmla="*/ 492790 w 1649839"/>
                <a:gd name="connsiteY81" fmla="*/ 819911 h 986104"/>
                <a:gd name="connsiteX82" fmla="*/ 491919 w 1649839"/>
                <a:gd name="connsiteY82" fmla="*/ 820510 h 986104"/>
                <a:gd name="connsiteX83" fmla="*/ 480919 w 1649839"/>
                <a:gd name="connsiteY83" fmla="*/ 829658 h 986104"/>
                <a:gd name="connsiteX84" fmla="*/ 467033 w 1649839"/>
                <a:gd name="connsiteY84" fmla="*/ 857103 h 986104"/>
                <a:gd name="connsiteX85" fmla="*/ 462350 w 1649839"/>
                <a:gd name="connsiteY85" fmla="*/ 869736 h 986104"/>
                <a:gd name="connsiteX86" fmla="*/ 445797 w 1649839"/>
                <a:gd name="connsiteY86" fmla="*/ 893914 h 986104"/>
                <a:gd name="connsiteX87" fmla="*/ 428208 w 1649839"/>
                <a:gd name="connsiteY87" fmla="*/ 919235 h 986104"/>
                <a:gd name="connsiteX88" fmla="*/ 419986 w 1649839"/>
                <a:gd name="connsiteY88" fmla="*/ 941016 h 986104"/>
                <a:gd name="connsiteX89" fmla="*/ 415847 w 1649839"/>
                <a:gd name="connsiteY89" fmla="*/ 953377 h 986104"/>
                <a:gd name="connsiteX90" fmla="*/ 398421 w 1649839"/>
                <a:gd name="connsiteY90" fmla="*/ 976248 h 986104"/>
                <a:gd name="connsiteX91" fmla="*/ 390635 w 1649839"/>
                <a:gd name="connsiteY91" fmla="*/ 977990 h 986104"/>
                <a:gd name="connsiteX92" fmla="*/ 378655 w 1649839"/>
                <a:gd name="connsiteY92" fmla="*/ 971892 h 986104"/>
                <a:gd name="connsiteX93" fmla="*/ 386660 w 1649839"/>
                <a:gd name="connsiteY93" fmla="*/ 948204 h 986104"/>
                <a:gd name="connsiteX94" fmla="*/ 413669 w 1649839"/>
                <a:gd name="connsiteY94" fmla="*/ 921359 h 986104"/>
                <a:gd name="connsiteX95" fmla="*/ 441331 w 1649839"/>
                <a:gd name="connsiteY95" fmla="*/ 894023 h 986104"/>
                <a:gd name="connsiteX96" fmla="*/ 464637 w 1649839"/>
                <a:gd name="connsiteY96" fmla="*/ 843381 h 986104"/>
                <a:gd name="connsiteX97" fmla="*/ 465999 w 1649839"/>
                <a:gd name="connsiteY97" fmla="*/ 830203 h 986104"/>
                <a:gd name="connsiteX98" fmla="*/ 453583 w 1649839"/>
                <a:gd name="connsiteY98" fmla="*/ 834940 h 986104"/>
                <a:gd name="connsiteX99" fmla="*/ 405827 w 1649839"/>
                <a:gd name="connsiteY99" fmla="*/ 852692 h 986104"/>
                <a:gd name="connsiteX100" fmla="*/ 395699 w 1649839"/>
                <a:gd name="connsiteY100" fmla="*/ 854489 h 986104"/>
                <a:gd name="connsiteX101" fmla="*/ 376259 w 1649839"/>
                <a:gd name="connsiteY101" fmla="*/ 847301 h 986104"/>
                <a:gd name="connsiteX102" fmla="*/ 365913 w 1649839"/>
                <a:gd name="connsiteY102" fmla="*/ 838480 h 986104"/>
                <a:gd name="connsiteX103" fmla="*/ 362972 w 1649839"/>
                <a:gd name="connsiteY103" fmla="*/ 851766 h 986104"/>
                <a:gd name="connsiteX104" fmla="*/ 342443 w 1649839"/>
                <a:gd name="connsiteY104" fmla="*/ 873984 h 986104"/>
                <a:gd name="connsiteX105" fmla="*/ 287009 w 1649839"/>
                <a:gd name="connsiteY105" fmla="*/ 888577 h 986104"/>
                <a:gd name="connsiteX106" fmla="*/ 39516 w 1649839"/>
                <a:gd name="connsiteY106" fmla="*/ 921794 h 986104"/>
                <a:gd name="connsiteX107" fmla="*/ 38210 w 1649839"/>
                <a:gd name="connsiteY107" fmla="*/ 921848 h 986104"/>
                <a:gd name="connsiteX108" fmla="*/ 8315 w 1649839"/>
                <a:gd name="connsiteY108" fmla="*/ 893206 h 986104"/>
                <a:gd name="connsiteX109" fmla="*/ 16156 w 1649839"/>
                <a:gd name="connsiteY109" fmla="*/ 871642 h 986104"/>
                <a:gd name="connsiteX110" fmla="*/ 36957 w 1649839"/>
                <a:gd name="connsiteY110" fmla="*/ 861949 h 986104"/>
                <a:gd name="connsiteX111" fmla="*/ 274757 w 1649839"/>
                <a:gd name="connsiteY111" fmla="*/ 829930 h 986104"/>
                <a:gd name="connsiteX112" fmla="*/ 325018 w 1649839"/>
                <a:gd name="connsiteY112" fmla="*/ 816698 h 986104"/>
                <a:gd name="connsiteX113" fmla="*/ 333785 w 1649839"/>
                <a:gd name="connsiteY113" fmla="*/ 815391 h 986104"/>
                <a:gd name="connsiteX114" fmla="*/ 353225 w 1649839"/>
                <a:gd name="connsiteY114" fmla="*/ 822579 h 986104"/>
                <a:gd name="connsiteX115" fmla="*/ 363571 w 1649839"/>
                <a:gd name="connsiteY115" fmla="*/ 831401 h 986104"/>
                <a:gd name="connsiteX116" fmla="*/ 366512 w 1649839"/>
                <a:gd name="connsiteY116" fmla="*/ 818114 h 986104"/>
                <a:gd name="connsiteX117" fmla="*/ 385625 w 1649839"/>
                <a:gd name="connsiteY117" fmla="*/ 796332 h 986104"/>
                <a:gd name="connsiteX118" fmla="*/ 456142 w 1649839"/>
                <a:gd name="connsiteY118" fmla="*/ 769868 h 986104"/>
                <a:gd name="connsiteX119" fmla="*/ 536516 w 1649839"/>
                <a:gd name="connsiteY119" fmla="*/ 741443 h 986104"/>
                <a:gd name="connsiteX120" fmla="*/ 632083 w 1649839"/>
                <a:gd name="connsiteY120" fmla="*/ 722548 h 986104"/>
                <a:gd name="connsiteX121" fmla="*/ 643682 w 1649839"/>
                <a:gd name="connsiteY121" fmla="*/ 720587 h 986104"/>
                <a:gd name="connsiteX122" fmla="*/ 637801 w 1649839"/>
                <a:gd name="connsiteY122" fmla="*/ 710405 h 986104"/>
                <a:gd name="connsiteX123" fmla="*/ 518547 w 1649839"/>
                <a:gd name="connsiteY123" fmla="*/ 593982 h 986104"/>
                <a:gd name="connsiteX124" fmla="*/ 384318 w 1649839"/>
                <a:gd name="connsiteY124" fmla="*/ 456105 h 986104"/>
                <a:gd name="connsiteX125" fmla="*/ 330518 w 1649839"/>
                <a:gd name="connsiteY125" fmla="*/ 222770 h 986104"/>
                <a:gd name="connsiteX126" fmla="*/ 330845 w 1649839"/>
                <a:gd name="connsiteY126" fmla="*/ 216399 h 986104"/>
                <a:gd name="connsiteX127" fmla="*/ 324746 w 1649839"/>
                <a:gd name="connsiteY127" fmla="*/ 214494 h 986104"/>
                <a:gd name="connsiteX128" fmla="*/ 280202 w 1649839"/>
                <a:gd name="connsiteY128" fmla="*/ 153996 h 986104"/>
                <a:gd name="connsiteX129" fmla="*/ 343587 w 1649839"/>
                <a:gd name="connsiteY129" fmla="*/ 90611 h 986104"/>
                <a:gd name="connsiteX130" fmla="*/ 406971 w 1649839"/>
                <a:gd name="connsiteY130" fmla="*/ 153996 h 986104"/>
                <a:gd name="connsiteX131" fmla="*/ 363517 w 1649839"/>
                <a:gd name="connsiteY131" fmla="*/ 214112 h 986104"/>
                <a:gd name="connsiteX132" fmla="*/ 358234 w 1649839"/>
                <a:gd name="connsiteY132" fmla="*/ 215855 h 986104"/>
                <a:gd name="connsiteX133" fmla="*/ 357908 w 1649839"/>
                <a:gd name="connsiteY133" fmla="*/ 221409 h 986104"/>
                <a:gd name="connsiteX134" fmla="*/ 532432 w 1649839"/>
                <a:gd name="connsiteY134" fmla="*/ 570567 h 986104"/>
                <a:gd name="connsiteX135" fmla="*/ 669112 w 1649839"/>
                <a:gd name="connsiteY135" fmla="*/ 710786 h 986104"/>
                <a:gd name="connsiteX136" fmla="*/ 671780 w 1649839"/>
                <a:gd name="connsiteY136" fmla="*/ 716122 h 986104"/>
                <a:gd name="connsiteX137" fmla="*/ 677661 w 1649839"/>
                <a:gd name="connsiteY137" fmla="*/ 715197 h 986104"/>
                <a:gd name="connsiteX138" fmla="*/ 678314 w 1649839"/>
                <a:gd name="connsiteY138" fmla="*/ 715087 h 986104"/>
                <a:gd name="connsiteX139" fmla="*/ 679076 w 1649839"/>
                <a:gd name="connsiteY139" fmla="*/ 714978 h 986104"/>
                <a:gd name="connsiteX140" fmla="*/ 683705 w 1649839"/>
                <a:gd name="connsiteY140" fmla="*/ 714597 h 986104"/>
                <a:gd name="connsiteX141" fmla="*/ 706848 w 1649839"/>
                <a:gd name="connsiteY141" fmla="*/ 725543 h 986104"/>
                <a:gd name="connsiteX142" fmla="*/ 715506 w 1649839"/>
                <a:gd name="connsiteY142" fmla="*/ 736052 h 986104"/>
                <a:gd name="connsiteX143" fmla="*/ 720734 w 1649839"/>
                <a:gd name="connsiteY143" fmla="*/ 723473 h 986104"/>
                <a:gd name="connsiteX144" fmla="*/ 744203 w 1649839"/>
                <a:gd name="connsiteY144" fmla="*/ 705286 h 986104"/>
                <a:gd name="connsiteX145" fmla="*/ 816790 w 1649839"/>
                <a:gd name="connsiteY145" fmla="*/ 695212 h 986104"/>
                <a:gd name="connsiteX146" fmla="*/ 831711 w 1649839"/>
                <a:gd name="connsiteY146" fmla="*/ 693197 h 986104"/>
                <a:gd name="connsiteX147" fmla="*/ 838572 w 1649839"/>
                <a:gd name="connsiteY147" fmla="*/ 692271 h 986104"/>
                <a:gd name="connsiteX148" fmla="*/ 838789 w 1649839"/>
                <a:gd name="connsiteY148" fmla="*/ 685356 h 986104"/>
                <a:gd name="connsiteX149" fmla="*/ 910560 w 1649839"/>
                <a:gd name="connsiteY149" fmla="*/ 516004 h 986104"/>
                <a:gd name="connsiteX150" fmla="*/ 917421 w 1649839"/>
                <a:gd name="connsiteY150" fmla="*/ 510450 h 986104"/>
                <a:gd name="connsiteX151" fmla="*/ 911377 w 1649839"/>
                <a:gd name="connsiteY151" fmla="*/ 504024 h 986104"/>
                <a:gd name="connsiteX152" fmla="*/ 899995 w 1649839"/>
                <a:gd name="connsiteY152" fmla="*/ 459481 h 986104"/>
                <a:gd name="connsiteX153" fmla="*/ 905332 w 1649839"/>
                <a:gd name="connsiteY153" fmla="*/ 471516 h 986104"/>
                <a:gd name="connsiteX154" fmla="*/ 916386 w 1649839"/>
                <a:gd name="connsiteY154" fmla="*/ 498579 h 986104"/>
                <a:gd name="connsiteX155" fmla="*/ 919163 w 1649839"/>
                <a:gd name="connsiteY155" fmla="*/ 509089 h 986104"/>
                <a:gd name="connsiteX156" fmla="*/ 928475 w 1649839"/>
                <a:gd name="connsiteY156" fmla="*/ 503480 h 986104"/>
                <a:gd name="connsiteX157" fmla="*/ 982929 w 1649839"/>
                <a:gd name="connsiteY157" fmla="*/ 482352 h 986104"/>
                <a:gd name="connsiteX158" fmla="*/ 1019794 w 1649839"/>
                <a:gd name="connsiteY158" fmla="*/ 475055 h 986104"/>
                <a:gd name="connsiteX159" fmla="*/ 1025348 w 1649839"/>
                <a:gd name="connsiteY159" fmla="*/ 474511 h 986104"/>
                <a:gd name="connsiteX160" fmla="*/ 1047946 w 1649839"/>
                <a:gd name="connsiteY160" fmla="*/ 484857 h 986104"/>
                <a:gd name="connsiteX161" fmla="*/ 1056823 w 1649839"/>
                <a:gd name="connsiteY161" fmla="*/ 495094 h 986104"/>
                <a:gd name="connsiteX162" fmla="*/ 1061723 w 1649839"/>
                <a:gd name="connsiteY162" fmla="*/ 482461 h 986104"/>
                <a:gd name="connsiteX163" fmla="*/ 1084866 w 1649839"/>
                <a:gd name="connsiteY163" fmla="*/ 463674 h 986104"/>
                <a:gd name="connsiteX164" fmla="*/ 1083560 w 1649839"/>
                <a:gd name="connsiteY164" fmla="*/ 455615 h 986104"/>
                <a:gd name="connsiteX165" fmla="*/ 1085193 w 1649839"/>
                <a:gd name="connsiteY165" fmla="*/ 463620 h 986104"/>
                <a:gd name="connsiteX166" fmla="*/ 1091346 w 1649839"/>
                <a:gd name="connsiteY166" fmla="*/ 462640 h 986104"/>
                <a:gd name="connsiteX167" fmla="*/ 1091999 w 1649839"/>
                <a:gd name="connsiteY167" fmla="*/ 456432 h 986104"/>
                <a:gd name="connsiteX168" fmla="*/ 1139157 w 1649839"/>
                <a:gd name="connsiteY168" fmla="*/ 340554 h 986104"/>
                <a:gd name="connsiteX169" fmla="*/ 1200145 w 1649839"/>
                <a:gd name="connsiteY169" fmla="*/ 141961 h 986104"/>
                <a:gd name="connsiteX170" fmla="*/ 1200254 w 1649839"/>
                <a:gd name="connsiteY170" fmla="*/ 135045 h 986104"/>
                <a:gd name="connsiteX171" fmla="*/ 1193501 w 1649839"/>
                <a:gd name="connsiteY171" fmla="*/ 133739 h 986104"/>
                <a:gd name="connsiteX172" fmla="*/ 1142097 w 1649839"/>
                <a:gd name="connsiteY172" fmla="*/ 71552 h 986104"/>
                <a:gd name="connsiteX173" fmla="*/ 1205264 w 1649839"/>
                <a:gd name="connsiteY173" fmla="*/ 8168 h 986104"/>
                <a:gd name="connsiteX174" fmla="*/ 884640 w 1649839"/>
                <a:gd name="connsiteY174" fmla="*/ 384117 h 986104"/>
                <a:gd name="connsiteX175" fmla="*/ 896238 w 1649839"/>
                <a:gd name="connsiteY175" fmla="*/ 390815 h 986104"/>
                <a:gd name="connsiteX176" fmla="*/ 896511 w 1649839"/>
                <a:gd name="connsiteY176" fmla="*/ 414176 h 986104"/>
                <a:gd name="connsiteX177" fmla="*/ 894442 w 1649839"/>
                <a:gd name="connsiteY177" fmla="*/ 429477 h 986104"/>
                <a:gd name="connsiteX178" fmla="*/ 894442 w 1649839"/>
                <a:gd name="connsiteY178" fmla="*/ 430022 h 986104"/>
                <a:gd name="connsiteX179" fmla="*/ 883659 w 1649839"/>
                <a:gd name="connsiteY179" fmla="*/ 417878 h 986104"/>
                <a:gd name="connsiteX180" fmla="*/ 879140 w 1649839"/>
                <a:gd name="connsiteY180" fmla="*/ 413577 h 986104"/>
                <a:gd name="connsiteX181" fmla="*/ 872333 w 1649839"/>
                <a:gd name="connsiteY181" fmla="*/ 393429 h 986104"/>
                <a:gd name="connsiteX182" fmla="*/ 883442 w 1649839"/>
                <a:gd name="connsiteY182" fmla="*/ 384226 h 986104"/>
                <a:gd name="connsiteX183" fmla="*/ 884640 w 1649839"/>
                <a:gd name="connsiteY183" fmla="*/ 384117 h 986104"/>
                <a:gd name="connsiteX184" fmla="*/ 1155656 w 1649839"/>
                <a:gd name="connsiteY184" fmla="*/ 648817 h 986104"/>
                <a:gd name="connsiteX185" fmla="*/ 1158705 w 1649839"/>
                <a:gd name="connsiteY185" fmla="*/ 649471 h 986104"/>
                <a:gd name="connsiteX186" fmla="*/ 1162627 w 1649839"/>
                <a:gd name="connsiteY186" fmla="*/ 659545 h 986104"/>
                <a:gd name="connsiteX187" fmla="*/ 1154512 w 1649839"/>
                <a:gd name="connsiteY187" fmla="*/ 674138 h 986104"/>
                <a:gd name="connsiteX188" fmla="*/ 1112583 w 1649839"/>
                <a:gd name="connsiteY188" fmla="*/ 698860 h 986104"/>
                <a:gd name="connsiteX189" fmla="*/ 1078877 w 1649839"/>
                <a:gd name="connsiteY189" fmla="*/ 701964 h 986104"/>
                <a:gd name="connsiteX190" fmla="*/ 1135562 w 1649839"/>
                <a:gd name="connsiteY190" fmla="*/ 663683 h 986104"/>
                <a:gd name="connsiteX191" fmla="*/ 1137959 w 1649839"/>
                <a:gd name="connsiteY191" fmla="*/ 661015 h 986104"/>
                <a:gd name="connsiteX192" fmla="*/ 1148142 w 1649839"/>
                <a:gd name="connsiteY192" fmla="*/ 651267 h 986104"/>
                <a:gd name="connsiteX193" fmla="*/ 1155656 w 1649839"/>
                <a:gd name="connsiteY193" fmla="*/ 648817 h 986104"/>
                <a:gd name="connsiteX194" fmla="*/ 1205264 w 1649839"/>
                <a:gd name="connsiteY194" fmla="*/ 0 h 986104"/>
                <a:gd name="connsiteX195" fmla="*/ 1133711 w 1649839"/>
                <a:gd name="connsiteY195" fmla="*/ 71552 h 986104"/>
                <a:gd name="connsiteX196" fmla="*/ 1191759 w 1649839"/>
                <a:gd name="connsiteY196" fmla="*/ 141798 h 986104"/>
                <a:gd name="connsiteX197" fmla="*/ 1132404 w 1649839"/>
                <a:gd name="connsiteY197" fmla="*/ 335708 h 986104"/>
                <a:gd name="connsiteX198" fmla="*/ 1083669 w 1649839"/>
                <a:gd name="connsiteY198" fmla="*/ 455615 h 986104"/>
                <a:gd name="connsiteX199" fmla="*/ 1083341 w 1649839"/>
                <a:gd name="connsiteY199" fmla="*/ 455669 h 986104"/>
                <a:gd name="connsiteX200" fmla="*/ 1053882 w 1649839"/>
                <a:gd name="connsiteY200" fmla="*/ 479520 h 986104"/>
                <a:gd name="connsiteX201" fmla="*/ 1025076 w 1649839"/>
                <a:gd name="connsiteY201" fmla="*/ 466343 h 986104"/>
                <a:gd name="connsiteX202" fmla="*/ 1017997 w 1649839"/>
                <a:gd name="connsiteY202" fmla="*/ 466996 h 986104"/>
                <a:gd name="connsiteX203" fmla="*/ 980968 w 1649839"/>
                <a:gd name="connsiteY203" fmla="*/ 474293 h 986104"/>
                <a:gd name="connsiteX204" fmla="*/ 923955 w 1649839"/>
                <a:gd name="connsiteY204" fmla="*/ 496401 h 986104"/>
                <a:gd name="connsiteX205" fmla="*/ 906802 w 1649839"/>
                <a:gd name="connsiteY205" fmla="*/ 455071 h 986104"/>
                <a:gd name="connsiteX206" fmla="*/ 902610 w 1649839"/>
                <a:gd name="connsiteY206" fmla="*/ 429804 h 986104"/>
                <a:gd name="connsiteX207" fmla="*/ 903371 w 1649839"/>
                <a:gd name="connsiteY207" fmla="*/ 386840 h 986104"/>
                <a:gd name="connsiteX208" fmla="*/ 884640 w 1649839"/>
                <a:gd name="connsiteY208" fmla="*/ 376004 h 986104"/>
                <a:gd name="connsiteX209" fmla="*/ 882516 w 1649839"/>
                <a:gd name="connsiteY209" fmla="*/ 376113 h 986104"/>
                <a:gd name="connsiteX210" fmla="*/ 864492 w 1649839"/>
                <a:gd name="connsiteY210" fmla="*/ 391087 h 986104"/>
                <a:gd name="connsiteX211" fmla="*/ 873204 w 1649839"/>
                <a:gd name="connsiteY211" fmla="*/ 419240 h 986104"/>
                <a:gd name="connsiteX212" fmla="*/ 888070 w 1649839"/>
                <a:gd name="connsiteY212" fmla="*/ 435521 h 986104"/>
                <a:gd name="connsiteX213" fmla="*/ 891228 w 1649839"/>
                <a:gd name="connsiteY213" fmla="*/ 455288 h 986104"/>
                <a:gd name="connsiteX214" fmla="*/ 905060 w 1649839"/>
                <a:gd name="connsiteY214" fmla="*/ 509633 h 986104"/>
                <a:gd name="connsiteX215" fmla="*/ 830240 w 1649839"/>
                <a:gd name="connsiteY215" fmla="*/ 685083 h 986104"/>
                <a:gd name="connsiteX216" fmla="*/ 815320 w 1649839"/>
                <a:gd name="connsiteY216" fmla="*/ 687098 h 986104"/>
                <a:gd name="connsiteX217" fmla="*/ 742679 w 1649839"/>
                <a:gd name="connsiteY217" fmla="*/ 697172 h 986104"/>
                <a:gd name="connsiteX218" fmla="*/ 712838 w 1649839"/>
                <a:gd name="connsiteY218" fmla="*/ 720315 h 986104"/>
                <a:gd name="connsiteX219" fmla="*/ 683433 w 1649839"/>
                <a:gd name="connsiteY219" fmla="*/ 706375 h 986104"/>
                <a:gd name="connsiteX220" fmla="*/ 677552 w 1649839"/>
                <a:gd name="connsiteY220" fmla="*/ 706810 h 986104"/>
                <a:gd name="connsiteX221" fmla="*/ 676136 w 1649839"/>
                <a:gd name="connsiteY221" fmla="*/ 707028 h 986104"/>
                <a:gd name="connsiteX222" fmla="*/ 536299 w 1649839"/>
                <a:gd name="connsiteY222" fmla="*/ 563434 h 986104"/>
                <a:gd name="connsiteX223" fmla="*/ 365749 w 1649839"/>
                <a:gd name="connsiteY223" fmla="*/ 221790 h 986104"/>
                <a:gd name="connsiteX224" fmla="*/ 414812 w 1649839"/>
                <a:gd name="connsiteY224" fmla="*/ 153887 h 986104"/>
                <a:gd name="connsiteX225" fmla="*/ 343260 w 1649839"/>
                <a:gd name="connsiteY225" fmla="*/ 82334 h 986104"/>
                <a:gd name="connsiteX226" fmla="*/ 271707 w 1649839"/>
                <a:gd name="connsiteY226" fmla="*/ 153887 h 986104"/>
                <a:gd name="connsiteX227" fmla="*/ 322023 w 1649839"/>
                <a:gd name="connsiteY227" fmla="*/ 222226 h 986104"/>
                <a:gd name="connsiteX228" fmla="*/ 514081 w 1649839"/>
                <a:gd name="connsiteY228" fmla="*/ 600898 h 986104"/>
                <a:gd name="connsiteX229" fmla="*/ 630449 w 1649839"/>
                <a:gd name="connsiteY229" fmla="*/ 714380 h 986104"/>
                <a:gd name="connsiteX230" fmla="*/ 534339 w 1649839"/>
                <a:gd name="connsiteY230" fmla="*/ 733384 h 986104"/>
                <a:gd name="connsiteX231" fmla="*/ 452984 w 1649839"/>
                <a:gd name="connsiteY231" fmla="*/ 762136 h 986104"/>
                <a:gd name="connsiteX232" fmla="*/ 382630 w 1649839"/>
                <a:gd name="connsiteY232" fmla="*/ 788546 h 986104"/>
                <a:gd name="connsiteX233" fmla="*/ 358343 w 1649839"/>
                <a:gd name="connsiteY233" fmla="*/ 816263 h 986104"/>
                <a:gd name="connsiteX234" fmla="*/ 333621 w 1649839"/>
                <a:gd name="connsiteY234" fmla="*/ 807115 h 986104"/>
                <a:gd name="connsiteX235" fmla="*/ 322459 w 1649839"/>
                <a:gd name="connsiteY235" fmla="*/ 808803 h 986104"/>
                <a:gd name="connsiteX236" fmla="*/ 272960 w 1649839"/>
                <a:gd name="connsiteY236" fmla="*/ 821871 h 986104"/>
                <a:gd name="connsiteX237" fmla="*/ 36467 w 1649839"/>
                <a:gd name="connsiteY237" fmla="*/ 853673 h 986104"/>
                <a:gd name="connsiteX238" fmla="*/ 37 w 1649839"/>
                <a:gd name="connsiteY238" fmla="*/ 893424 h 986104"/>
                <a:gd name="connsiteX239" fmla="*/ 38101 w 1649839"/>
                <a:gd name="connsiteY239" fmla="*/ 929908 h 986104"/>
                <a:gd name="connsiteX240" fmla="*/ 39789 w 1649839"/>
                <a:gd name="connsiteY240" fmla="*/ 929853 h 986104"/>
                <a:gd name="connsiteX241" fmla="*/ 288588 w 1649839"/>
                <a:gd name="connsiteY241" fmla="*/ 896473 h 986104"/>
                <a:gd name="connsiteX242" fmla="*/ 344730 w 1649839"/>
                <a:gd name="connsiteY242" fmla="*/ 881716 h 986104"/>
                <a:gd name="connsiteX243" fmla="*/ 370814 w 1649839"/>
                <a:gd name="connsiteY243" fmla="*/ 853400 h 986104"/>
                <a:gd name="connsiteX244" fmla="*/ 395536 w 1649839"/>
                <a:gd name="connsiteY244" fmla="*/ 862548 h 986104"/>
                <a:gd name="connsiteX245" fmla="*/ 408441 w 1649839"/>
                <a:gd name="connsiteY245" fmla="*/ 860261 h 986104"/>
                <a:gd name="connsiteX246" fmla="*/ 456360 w 1649839"/>
                <a:gd name="connsiteY246" fmla="*/ 842455 h 986104"/>
                <a:gd name="connsiteX247" fmla="*/ 434906 w 1649839"/>
                <a:gd name="connsiteY247" fmla="*/ 888632 h 986104"/>
                <a:gd name="connsiteX248" fmla="*/ 380179 w 1649839"/>
                <a:gd name="connsiteY248" fmla="*/ 942922 h 986104"/>
                <a:gd name="connsiteX249" fmla="*/ 371085 w 1649839"/>
                <a:gd name="connsiteY249" fmla="*/ 975377 h 986104"/>
                <a:gd name="connsiteX250" fmla="*/ 390471 w 1649839"/>
                <a:gd name="connsiteY250" fmla="*/ 986104 h 986104"/>
                <a:gd name="connsiteX251" fmla="*/ 401906 w 1649839"/>
                <a:gd name="connsiteY251" fmla="*/ 983490 h 986104"/>
                <a:gd name="connsiteX252" fmla="*/ 423307 w 1649839"/>
                <a:gd name="connsiteY252" fmla="*/ 956209 h 986104"/>
                <a:gd name="connsiteX253" fmla="*/ 435341 w 1649839"/>
                <a:gd name="connsiteY253" fmla="*/ 922829 h 986104"/>
                <a:gd name="connsiteX254" fmla="*/ 469593 w 1649839"/>
                <a:gd name="connsiteY254" fmla="*/ 873113 h 986104"/>
                <a:gd name="connsiteX255" fmla="*/ 486746 w 1649839"/>
                <a:gd name="connsiteY255" fmla="*/ 835213 h 986104"/>
                <a:gd name="connsiteX256" fmla="*/ 496602 w 1649839"/>
                <a:gd name="connsiteY256" fmla="*/ 827099 h 986104"/>
                <a:gd name="connsiteX257" fmla="*/ 552199 w 1649839"/>
                <a:gd name="connsiteY257" fmla="*/ 807550 h 986104"/>
                <a:gd name="connsiteX258" fmla="*/ 689205 w 1649839"/>
                <a:gd name="connsiteY258" fmla="*/ 782120 h 986104"/>
                <a:gd name="connsiteX259" fmla="*/ 718555 w 1649839"/>
                <a:gd name="connsiteY259" fmla="*/ 759032 h 986104"/>
                <a:gd name="connsiteX260" fmla="*/ 747961 w 1649839"/>
                <a:gd name="connsiteY260" fmla="*/ 772972 h 986104"/>
                <a:gd name="connsiteX261" fmla="*/ 753406 w 1649839"/>
                <a:gd name="connsiteY261" fmla="*/ 772591 h 986104"/>
                <a:gd name="connsiteX262" fmla="*/ 825557 w 1649839"/>
                <a:gd name="connsiteY262" fmla="*/ 762626 h 986104"/>
                <a:gd name="connsiteX263" fmla="*/ 874947 w 1649839"/>
                <a:gd name="connsiteY263" fmla="*/ 755710 h 986104"/>
                <a:gd name="connsiteX264" fmla="*/ 880066 w 1649839"/>
                <a:gd name="connsiteY264" fmla="*/ 755438 h 986104"/>
                <a:gd name="connsiteX265" fmla="*/ 1028942 w 1649839"/>
                <a:gd name="connsiteY265" fmla="*/ 791323 h 986104"/>
                <a:gd name="connsiteX266" fmla="*/ 1041630 w 1649839"/>
                <a:gd name="connsiteY266" fmla="*/ 793501 h 986104"/>
                <a:gd name="connsiteX267" fmla="*/ 1064991 w 1649839"/>
                <a:gd name="connsiteY267" fmla="*/ 785496 h 986104"/>
                <a:gd name="connsiteX268" fmla="*/ 1087589 w 1649839"/>
                <a:gd name="connsiteY268" fmla="*/ 814139 h 986104"/>
                <a:gd name="connsiteX269" fmla="*/ 1170032 w 1649839"/>
                <a:gd name="connsiteY269" fmla="*/ 855633 h 986104"/>
                <a:gd name="connsiteX270" fmla="*/ 1346299 w 1649839"/>
                <a:gd name="connsiteY270" fmla="*/ 898706 h 986104"/>
                <a:gd name="connsiteX271" fmla="*/ 1388392 w 1649839"/>
                <a:gd name="connsiteY271" fmla="*/ 896963 h 986104"/>
                <a:gd name="connsiteX272" fmla="*/ 1423242 w 1649839"/>
                <a:gd name="connsiteY272" fmla="*/ 855850 h 986104"/>
                <a:gd name="connsiteX273" fmla="*/ 1385179 w 1649839"/>
                <a:gd name="connsiteY273" fmla="*/ 820891 h 986104"/>
                <a:gd name="connsiteX274" fmla="*/ 1382129 w 1649839"/>
                <a:gd name="connsiteY274" fmla="*/ 821000 h 986104"/>
                <a:gd name="connsiteX275" fmla="*/ 1346299 w 1649839"/>
                <a:gd name="connsiteY275" fmla="*/ 822525 h 986104"/>
                <a:gd name="connsiteX276" fmla="*/ 1209457 w 1649839"/>
                <a:gd name="connsiteY276" fmla="*/ 790397 h 986104"/>
                <a:gd name="connsiteX277" fmla="*/ 1117648 w 1649839"/>
                <a:gd name="connsiteY277" fmla="*/ 744111 h 986104"/>
                <a:gd name="connsiteX278" fmla="*/ 1102673 w 1649839"/>
                <a:gd name="connsiteY278" fmla="*/ 741008 h 986104"/>
                <a:gd name="connsiteX279" fmla="*/ 1079312 w 1649839"/>
                <a:gd name="connsiteY279" fmla="*/ 749012 h 986104"/>
                <a:gd name="connsiteX280" fmla="*/ 1054427 w 1649839"/>
                <a:gd name="connsiteY280" fmla="*/ 719444 h 986104"/>
                <a:gd name="connsiteX281" fmla="*/ 1039179 w 1649839"/>
                <a:gd name="connsiteY281" fmla="*/ 714216 h 986104"/>
                <a:gd name="connsiteX282" fmla="*/ 1114272 w 1649839"/>
                <a:gd name="connsiteY282" fmla="*/ 706865 h 986104"/>
                <a:gd name="connsiteX283" fmla="*/ 1160503 w 1649839"/>
                <a:gd name="connsiteY283" fmla="*/ 679584 h 986104"/>
                <a:gd name="connsiteX284" fmla="*/ 1170631 w 1649839"/>
                <a:gd name="connsiteY284" fmla="*/ 660743 h 986104"/>
                <a:gd name="connsiteX285" fmla="*/ 1162354 w 1649839"/>
                <a:gd name="connsiteY285" fmla="*/ 642228 h 986104"/>
                <a:gd name="connsiteX286" fmla="*/ 1155656 w 1649839"/>
                <a:gd name="connsiteY286" fmla="*/ 640703 h 986104"/>
                <a:gd name="connsiteX287" fmla="*/ 1143622 w 1649839"/>
                <a:gd name="connsiteY287" fmla="*/ 644515 h 986104"/>
                <a:gd name="connsiteX288" fmla="*/ 1129464 w 1649839"/>
                <a:gd name="connsiteY288" fmla="*/ 658238 h 986104"/>
                <a:gd name="connsiteX289" fmla="*/ 1028833 w 1649839"/>
                <a:gd name="connsiteY289" fmla="*/ 703162 h 986104"/>
                <a:gd name="connsiteX290" fmla="*/ 1019086 w 1649839"/>
                <a:gd name="connsiteY290" fmla="*/ 702781 h 986104"/>
                <a:gd name="connsiteX291" fmla="*/ 996106 w 1649839"/>
                <a:gd name="connsiteY291" fmla="*/ 700766 h 986104"/>
                <a:gd name="connsiteX292" fmla="*/ 906747 w 1649839"/>
                <a:gd name="connsiteY292" fmla="*/ 681163 h 986104"/>
                <a:gd name="connsiteX293" fmla="*/ 996542 w 1649839"/>
                <a:gd name="connsiteY293" fmla="*/ 548949 h 986104"/>
                <a:gd name="connsiteX294" fmla="*/ 1032155 w 1649839"/>
                <a:gd name="connsiteY294" fmla="*/ 541924 h 986104"/>
                <a:gd name="connsiteX295" fmla="*/ 1060689 w 1649839"/>
                <a:gd name="connsiteY295" fmla="*/ 518237 h 986104"/>
                <a:gd name="connsiteX296" fmla="*/ 1089440 w 1649839"/>
                <a:gd name="connsiteY296" fmla="*/ 531415 h 986104"/>
                <a:gd name="connsiteX297" fmla="*/ 1095648 w 1649839"/>
                <a:gd name="connsiteY297" fmla="*/ 530925 h 986104"/>
                <a:gd name="connsiteX298" fmla="*/ 1167309 w 1649839"/>
                <a:gd name="connsiteY298" fmla="*/ 519816 h 986104"/>
                <a:gd name="connsiteX299" fmla="*/ 1335190 w 1649839"/>
                <a:gd name="connsiteY299" fmla="*/ 485129 h 986104"/>
                <a:gd name="connsiteX300" fmla="*/ 1389100 w 1649839"/>
                <a:gd name="connsiteY300" fmla="*/ 473585 h 986104"/>
                <a:gd name="connsiteX301" fmla="*/ 1418505 w 1649839"/>
                <a:gd name="connsiteY301" fmla="*/ 450170 h 986104"/>
                <a:gd name="connsiteX302" fmla="*/ 1447747 w 1649839"/>
                <a:gd name="connsiteY302" fmla="*/ 463892 h 986104"/>
                <a:gd name="connsiteX303" fmla="*/ 1454172 w 1649839"/>
                <a:gd name="connsiteY303" fmla="*/ 463348 h 986104"/>
                <a:gd name="connsiteX304" fmla="*/ 1641711 w 1649839"/>
                <a:gd name="connsiteY304" fmla="*/ 384879 h 986104"/>
                <a:gd name="connsiteX305" fmla="*/ 1635231 w 1649839"/>
                <a:gd name="connsiteY305" fmla="*/ 331351 h 986104"/>
                <a:gd name="connsiteX306" fmla="*/ 1611761 w 1649839"/>
                <a:gd name="connsiteY306" fmla="*/ 323238 h 986104"/>
                <a:gd name="connsiteX307" fmla="*/ 1581757 w 1649839"/>
                <a:gd name="connsiteY307" fmla="*/ 337831 h 986104"/>
                <a:gd name="connsiteX308" fmla="*/ 1441484 w 1649839"/>
                <a:gd name="connsiteY308" fmla="*/ 388201 h 986104"/>
                <a:gd name="connsiteX309" fmla="*/ 1412514 w 1649839"/>
                <a:gd name="connsiteY309" fmla="*/ 411507 h 986104"/>
                <a:gd name="connsiteX310" fmla="*/ 1383273 w 1649839"/>
                <a:gd name="connsiteY310" fmla="*/ 397785 h 986104"/>
                <a:gd name="connsiteX311" fmla="*/ 1377283 w 1649839"/>
                <a:gd name="connsiteY311" fmla="*/ 398275 h 986104"/>
                <a:gd name="connsiteX312" fmla="*/ 1305241 w 1649839"/>
                <a:gd name="connsiteY312" fmla="*/ 415047 h 986104"/>
                <a:gd name="connsiteX313" fmla="*/ 1155983 w 1649839"/>
                <a:gd name="connsiteY313" fmla="*/ 444452 h 986104"/>
                <a:gd name="connsiteX314" fmla="*/ 1128647 w 1649839"/>
                <a:gd name="connsiteY314" fmla="*/ 448591 h 986104"/>
                <a:gd name="connsiteX315" fmla="*/ 1167581 w 1649839"/>
                <a:gd name="connsiteY315" fmla="*/ 361628 h 986104"/>
                <a:gd name="connsiteX316" fmla="*/ 1235540 w 1649839"/>
                <a:gd name="connsiteY316" fmla="*/ 136407 h 986104"/>
                <a:gd name="connsiteX317" fmla="*/ 1276925 w 1649839"/>
                <a:gd name="connsiteY317" fmla="*/ 71607 h 986104"/>
                <a:gd name="connsiteX318" fmla="*/ 1205264 w 1649839"/>
                <a:gd name="connsiteY318" fmla="*/ 0 h 986104"/>
                <a:gd name="connsiteX319" fmla="*/ 1205264 w 1649839"/>
                <a:gd name="connsiteY319" fmla="*/ 0 h 98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</a:cxnLst>
              <a:rect l="l" t="t" r="r" b="b"/>
              <a:pathLst>
                <a:path w="1649839" h="986104">
                  <a:moveTo>
                    <a:pt x="1205264" y="8168"/>
                  </a:moveTo>
                  <a:cubicBezTo>
                    <a:pt x="1240223" y="8168"/>
                    <a:pt x="1268648" y="36593"/>
                    <a:pt x="1268648" y="71552"/>
                  </a:cubicBezTo>
                  <a:cubicBezTo>
                    <a:pt x="1268648" y="96057"/>
                    <a:pt x="1254272" y="118546"/>
                    <a:pt x="1232001" y="128947"/>
                  </a:cubicBezTo>
                  <a:lnTo>
                    <a:pt x="1227318" y="131125"/>
                  </a:lnTo>
                  <a:lnTo>
                    <a:pt x="1227263" y="136298"/>
                  </a:lnTo>
                  <a:cubicBezTo>
                    <a:pt x="1226664" y="221246"/>
                    <a:pt x="1203140" y="299496"/>
                    <a:pt x="1160938" y="356727"/>
                  </a:cubicBezTo>
                  <a:cubicBezTo>
                    <a:pt x="1139647" y="385587"/>
                    <a:pt x="1126033" y="416027"/>
                    <a:pt x="1120533" y="447120"/>
                  </a:cubicBezTo>
                  <a:lnTo>
                    <a:pt x="1118518" y="458338"/>
                  </a:lnTo>
                  <a:lnTo>
                    <a:pt x="1129791" y="456595"/>
                  </a:lnTo>
                  <a:cubicBezTo>
                    <a:pt x="1138993" y="455180"/>
                    <a:pt x="1148142" y="453818"/>
                    <a:pt x="1157127" y="452457"/>
                  </a:cubicBezTo>
                  <a:cubicBezTo>
                    <a:pt x="1221818" y="442655"/>
                    <a:pt x="1282915" y="433398"/>
                    <a:pt x="1308399" y="422507"/>
                  </a:cubicBezTo>
                  <a:cubicBezTo>
                    <a:pt x="1324191" y="415755"/>
                    <a:pt x="1346898" y="411290"/>
                    <a:pt x="1378481" y="406280"/>
                  </a:cubicBezTo>
                  <a:cubicBezTo>
                    <a:pt x="1380060" y="406008"/>
                    <a:pt x="1381640" y="405899"/>
                    <a:pt x="1383218" y="405899"/>
                  </a:cubicBezTo>
                  <a:cubicBezTo>
                    <a:pt x="1392094" y="405899"/>
                    <a:pt x="1400480" y="409819"/>
                    <a:pt x="1406198" y="416681"/>
                  </a:cubicBezTo>
                  <a:lnTo>
                    <a:pt x="1414911" y="427136"/>
                  </a:lnTo>
                  <a:lnTo>
                    <a:pt x="1420029" y="414502"/>
                  </a:lnTo>
                  <a:cubicBezTo>
                    <a:pt x="1423950" y="404755"/>
                    <a:pt x="1432499" y="397894"/>
                    <a:pt x="1442846" y="396151"/>
                  </a:cubicBezTo>
                  <a:cubicBezTo>
                    <a:pt x="1494087" y="387493"/>
                    <a:pt x="1564877" y="372518"/>
                    <a:pt x="1588182" y="342787"/>
                  </a:cubicBezTo>
                  <a:cubicBezTo>
                    <a:pt x="1593900" y="335490"/>
                    <a:pt x="1602504" y="331297"/>
                    <a:pt x="1611761" y="331297"/>
                  </a:cubicBezTo>
                  <a:cubicBezTo>
                    <a:pt x="1618514" y="331297"/>
                    <a:pt x="1624884" y="333530"/>
                    <a:pt x="1630221" y="337668"/>
                  </a:cubicBezTo>
                  <a:cubicBezTo>
                    <a:pt x="1636537" y="342623"/>
                    <a:pt x="1640512" y="349703"/>
                    <a:pt x="1641493" y="357653"/>
                  </a:cubicBezTo>
                  <a:cubicBezTo>
                    <a:pt x="1642473" y="365603"/>
                    <a:pt x="1640241" y="373444"/>
                    <a:pt x="1635340" y="379706"/>
                  </a:cubicBezTo>
                  <a:cubicBezTo>
                    <a:pt x="1599836" y="425012"/>
                    <a:pt x="1523165" y="443254"/>
                    <a:pt x="1452865" y="455180"/>
                  </a:cubicBezTo>
                  <a:cubicBezTo>
                    <a:pt x="1451177" y="455452"/>
                    <a:pt x="1449489" y="455615"/>
                    <a:pt x="1447801" y="455615"/>
                  </a:cubicBezTo>
                  <a:cubicBezTo>
                    <a:pt x="1438925" y="455615"/>
                    <a:pt x="1430539" y="451694"/>
                    <a:pt x="1424821" y="444833"/>
                  </a:cubicBezTo>
                  <a:lnTo>
                    <a:pt x="1416109" y="434378"/>
                  </a:lnTo>
                  <a:lnTo>
                    <a:pt x="1410990" y="447011"/>
                  </a:lnTo>
                  <a:cubicBezTo>
                    <a:pt x="1407015" y="456868"/>
                    <a:pt x="1398357" y="463729"/>
                    <a:pt x="1387847" y="465417"/>
                  </a:cubicBezTo>
                  <a:cubicBezTo>
                    <a:pt x="1366229" y="468847"/>
                    <a:pt x="1342650" y="472931"/>
                    <a:pt x="1332032" y="477505"/>
                  </a:cubicBezTo>
                  <a:cubicBezTo>
                    <a:pt x="1299523" y="491446"/>
                    <a:pt x="1240713" y="500376"/>
                    <a:pt x="1166111" y="511648"/>
                  </a:cubicBezTo>
                  <a:lnTo>
                    <a:pt x="1165785" y="511703"/>
                  </a:lnTo>
                  <a:cubicBezTo>
                    <a:pt x="1142805" y="515187"/>
                    <a:pt x="1119009" y="518782"/>
                    <a:pt x="1094341" y="522811"/>
                  </a:cubicBezTo>
                  <a:cubicBezTo>
                    <a:pt x="1092707" y="523083"/>
                    <a:pt x="1091074" y="523192"/>
                    <a:pt x="1089495" y="523192"/>
                  </a:cubicBezTo>
                  <a:cubicBezTo>
                    <a:pt x="1080837" y="523192"/>
                    <a:pt x="1072614" y="519435"/>
                    <a:pt x="1066951" y="512791"/>
                  </a:cubicBezTo>
                  <a:lnTo>
                    <a:pt x="1058075" y="502554"/>
                  </a:lnTo>
                  <a:lnTo>
                    <a:pt x="1053174" y="515187"/>
                  </a:lnTo>
                  <a:cubicBezTo>
                    <a:pt x="1049417" y="524935"/>
                    <a:pt x="1041031" y="531905"/>
                    <a:pt x="1030739" y="533811"/>
                  </a:cubicBezTo>
                  <a:cubicBezTo>
                    <a:pt x="1018051" y="536207"/>
                    <a:pt x="1006344" y="538494"/>
                    <a:pt x="995018" y="540835"/>
                  </a:cubicBezTo>
                  <a:cubicBezTo>
                    <a:pt x="936806" y="552924"/>
                    <a:pt x="902663" y="602586"/>
                    <a:pt x="898743" y="680673"/>
                  </a:cubicBezTo>
                  <a:lnTo>
                    <a:pt x="898362" y="688242"/>
                  </a:lnTo>
                  <a:lnTo>
                    <a:pt x="905877" y="689167"/>
                  </a:lnTo>
                  <a:cubicBezTo>
                    <a:pt x="930054" y="692217"/>
                    <a:pt x="960548" y="698915"/>
                    <a:pt x="994037" y="708553"/>
                  </a:cubicBezTo>
                  <a:lnTo>
                    <a:pt x="995072" y="708825"/>
                  </a:lnTo>
                  <a:lnTo>
                    <a:pt x="996106" y="708825"/>
                  </a:lnTo>
                  <a:cubicBezTo>
                    <a:pt x="1000572" y="708934"/>
                    <a:pt x="1005091" y="709424"/>
                    <a:pt x="1009829" y="709914"/>
                  </a:cubicBezTo>
                  <a:cubicBezTo>
                    <a:pt x="1012770" y="710241"/>
                    <a:pt x="1015655" y="710568"/>
                    <a:pt x="1018596" y="710786"/>
                  </a:cubicBezTo>
                  <a:cubicBezTo>
                    <a:pt x="1019032" y="710840"/>
                    <a:pt x="1019522" y="710840"/>
                    <a:pt x="1019957" y="710894"/>
                  </a:cubicBezTo>
                  <a:lnTo>
                    <a:pt x="1011190" y="713236"/>
                  </a:lnTo>
                  <a:lnTo>
                    <a:pt x="1036729" y="721840"/>
                  </a:lnTo>
                  <a:cubicBezTo>
                    <a:pt x="1041739" y="723528"/>
                    <a:pt x="1046749" y="725270"/>
                    <a:pt x="1051813" y="727013"/>
                  </a:cubicBezTo>
                  <a:cubicBezTo>
                    <a:pt x="1062050" y="730607"/>
                    <a:pt x="1069510" y="739537"/>
                    <a:pt x="1071362" y="750210"/>
                  </a:cubicBezTo>
                  <a:lnTo>
                    <a:pt x="1073649" y="763606"/>
                  </a:lnTo>
                  <a:lnTo>
                    <a:pt x="1084376" y="755274"/>
                  </a:lnTo>
                  <a:cubicBezTo>
                    <a:pt x="1089604" y="751245"/>
                    <a:pt x="1096138" y="749012"/>
                    <a:pt x="1102727" y="749012"/>
                  </a:cubicBezTo>
                  <a:cubicBezTo>
                    <a:pt x="1106757" y="749012"/>
                    <a:pt x="1110732" y="749829"/>
                    <a:pt x="1114489" y="751463"/>
                  </a:cubicBezTo>
                  <a:cubicBezTo>
                    <a:pt x="1148741" y="766111"/>
                    <a:pt x="1179289" y="781521"/>
                    <a:pt x="1205264" y="797258"/>
                  </a:cubicBezTo>
                  <a:cubicBezTo>
                    <a:pt x="1241367" y="819040"/>
                    <a:pt x="1290102" y="830530"/>
                    <a:pt x="1346354" y="830530"/>
                  </a:cubicBezTo>
                  <a:cubicBezTo>
                    <a:pt x="1358279" y="830530"/>
                    <a:pt x="1370585" y="830039"/>
                    <a:pt x="1382783" y="829005"/>
                  </a:cubicBezTo>
                  <a:cubicBezTo>
                    <a:pt x="1383600" y="828950"/>
                    <a:pt x="1384417" y="828896"/>
                    <a:pt x="1385234" y="828896"/>
                  </a:cubicBezTo>
                  <a:cubicBezTo>
                    <a:pt x="1400753" y="828896"/>
                    <a:pt x="1413876" y="840985"/>
                    <a:pt x="1415183" y="856395"/>
                  </a:cubicBezTo>
                  <a:cubicBezTo>
                    <a:pt x="1416545" y="872840"/>
                    <a:pt x="1404238" y="887325"/>
                    <a:pt x="1387793" y="888741"/>
                  </a:cubicBezTo>
                  <a:cubicBezTo>
                    <a:pt x="1373852" y="889884"/>
                    <a:pt x="1359913" y="890483"/>
                    <a:pt x="1346354" y="890483"/>
                  </a:cubicBezTo>
                  <a:cubicBezTo>
                    <a:pt x="1278286" y="890483"/>
                    <a:pt x="1220402" y="876380"/>
                    <a:pt x="1174334" y="848608"/>
                  </a:cubicBezTo>
                  <a:cubicBezTo>
                    <a:pt x="1150701" y="834341"/>
                    <a:pt x="1122602" y="820183"/>
                    <a:pt x="1090911" y="806624"/>
                  </a:cubicBezTo>
                  <a:cubicBezTo>
                    <a:pt x="1081545" y="802595"/>
                    <a:pt x="1074901" y="794209"/>
                    <a:pt x="1073159" y="784080"/>
                  </a:cubicBezTo>
                  <a:lnTo>
                    <a:pt x="1070871" y="770685"/>
                  </a:lnTo>
                  <a:lnTo>
                    <a:pt x="1060090" y="779016"/>
                  </a:lnTo>
                  <a:cubicBezTo>
                    <a:pt x="1054862" y="783046"/>
                    <a:pt x="1048327" y="785279"/>
                    <a:pt x="1041739" y="785279"/>
                  </a:cubicBezTo>
                  <a:cubicBezTo>
                    <a:pt x="1038363" y="785279"/>
                    <a:pt x="1034986" y="784679"/>
                    <a:pt x="1031774" y="783536"/>
                  </a:cubicBezTo>
                  <a:cubicBezTo>
                    <a:pt x="960711" y="758433"/>
                    <a:pt x="904461" y="747161"/>
                    <a:pt x="880175" y="747161"/>
                  </a:cubicBezTo>
                  <a:cubicBezTo>
                    <a:pt x="876635" y="747161"/>
                    <a:pt x="874675" y="747379"/>
                    <a:pt x="873858" y="747542"/>
                  </a:cubicBezTo>
                  <a:cubicBezTo>
                    <a:pt x="863402" y="749176"/>
                    <a:pt x="846848" y="751408"/>
                    <a:pt x="825938" y="754240"/>
                  </a:cubicBezTo>
                  <a:lnTo>
                    <a:pt x="824631" y="754403"/>
                  </a:lnTo>
                  <a:cubicBezTo>
                    <a:pt x="805682" y="756962"/>
                    <a:pt x="779707" y="760502"/>
                    <a:pt x="752426" y="764423"/>
                  </a:cubicBezTo>
                  <a:cubicBezTo>
                    <a:pt x="751010" y="764640"/>
                    <a:pt x="749539" y="764749"/>
                    <a:pt x="748124" y="764749"/>
                  </a:cubicBezTo>
                  <a:cubicBezTo>
                    <a:pt x="739194" y="764749"/>
                    <a:pt x="730753" y="760774"/>
                    <a:pt x="725035" y="753804"/>
                  </a:cubicBezTo>
                  <a:lnTo>
                    <a:pt x="716377" y="743295"/>
                  </a:lnTo>
                  <a:lnTo>
                    <a:pt x="711150" y="755873"/>
                  </a:lnTo>
                  <a:cubicBezTo>
                    <a:pt x="707120" y="765620"/>
                    <a:pt x="698462" y="772427"/>
                    <a:pt x="688061" y="774007"/>
                  </a:cubicBezTo>
                  <a:cubicBezTo>
                    <a:pt x="629088" y="783155"/>
                    <a:pt x="582802" y="791759"/>
                    <a:pt x="550402" y="799600"/>
                  </a:cubicBezTo>
                  <a:cubicBezTo>
                    <a:pt x="540219" y="802050"/>
                    <a:pt x="520398" y="809293"/>
                    <a:pt x="493825" y="819475"/>
                  </a:cubicBezTo>
                  <a:lnTo>
                    <a:pt x="492790" y="819911"/>
                  </a:lnTo>
                  <a:lnTo>
                    <a:pt x="491919" y="820510"/>
                  </a:lnTo>
                  <a:cubicBezTo>
                    <a:pt x="488216" y="823178"/>
                    <a:pt x="484350" y="825955"/>
                    <a:pt x="480919" y="829658"/>
                  </a:cubicBezTo>
                  <a:cubicBezTo>
                    <a:pt x="473459" y="837718"/>
                    <a:pt x="470192" y="847574"/>
                    <a:pt x="467033" y="857103"/>
                  </a:cubicBezTo>
                  <a:cubicBezTo>
                    <a:pt x="465563" y="861568"/>
                    <a:pt x="464147" y="865816"/>
                    <a:pt x="462350" y="869736"/>
                  </a:cubicBezTo>
                  <a:cubicBezTo>
                    <a:pt x="458430" y="878340"/>
                    <a:pt x="452276" y="885909"/>
                    <a:pt x="445797" y="893914"/>
                  </a:cubicBezTo>
                  <a:cubicBezTo>
                    <a:pt x="439480" y="901701"/>
                    <a:pt x="432946" y="909760"/>
                    <a:pt x="428208" y="919235"/>
                  </a:cubicBezTo>
                  <a:cubicBezTo>
                    <a:pt x="424614" y="926368"/>
                    <a:pt x="422272" y="933828"/>
                    <a:pt x="419986" y="941016"/>
                  </a:cubicBezTo>
                  <a:cubicBezTo>
                    <a:pt x="418624" y="945318"/>
                    <a:pt x="417371" y="949402"/>
                    <a:pt x="415847" y="953377"/>
                  </a:cubicBezTo>
                  <a:cubicBezTo>
                    <a:pt x="411381" y="965031"/>
                    <a:pt x="405555" y="972708"/>
                    <a:pt x="398421" y="976248"/>
                  </a:cubicBezTo>
                  <a:cubicBezTo>
                    <a:pt x="396135" y="977391"/>
                    <a:pt x="393412" y="977990"/>
                    <a:pt x="390635" y="977990"/>
                  </a:cubicBezTo>
                  <a:cubicBezTo>
                    <a:pt x="386224" y="977990"/>
                    <a:pt x="380778" y="976411"/>
                    <a:pt x="378655" y="971892"/>
                  </a:cubicBezTo>
                  <a:cubicBezTo>
                    <a:pt x="374789" y="963832"/>
                    <a:pt x="382957" y="952615"/>
                    <a:pt x="386660" y="948204"/>
                  </a:cubicBezTo>
                  <a:cubicBezTo>
                    <a:pt x="394664" y="938566"/>
                    <a:pt x="403921" y="930235"/>
                    <a:pt x="413669" y="921359"/>
                  </a:cubicBezTo>
                  <a:cubicBezTo>
                    <a:pt x="423089" y="912864"/>
                    <a:pt x="432837" y="904042"/>
                    <a:pt x="441331" y="894023"/>
                  </a:cubicBezTo>
                  <a:cubicBezTo>
                    <a:pt x="454618" y="878394"/>
                    <a:pt x="462895" y="860370"/>
                    <a:pt x="464637" y="843381"/>
                  </a:cubicBezTo>
                  <a:lnTo>
                    <a:pt x="465999" y="830203"/>
                  </a:lnTo>
                  <a:lnTo>
                    <a:pt x="453583" y="834940"/>
                  </a:lnTo>
                  <a:cubicBezTo>
                    <a:pt x="440678" y="839841"/>
                    <a:pt x="423524" y="846321"/>
                    <a:pt x="405827" y="852692"/>
                  </a:cubicBezTo>
                  <a:cubicBezTo>
                    <a:pt x="402560" y="853890"/>
                    <a:pt x="399129" y="854489"/>
                    <a:pt x="395699" y="854489"/>
                  </a:cubicBezTo>
                  <a:cubicBezTo>
                    <a:pt x="388620" y="854489"/>
                    <a:pt x="381704" y="851930"/>
                    <a:pt x="376259" y="847301"/>
                  </a:cubicBezTo>
                  <a:lnTo>
                    <a:pt x="365913" y="838480"/>
                  </a:lnTo>
                  <a:lnTo>
                    <a:pt x="362972" y="851766"/>
                  </a:lnTo>
                  <a:cubicBezTo>
                    <a:pt x="360631" y="862330"/>
                    <a:pt x="352789" y="870880"/>
                    <a:pt x="342443" y="873984"/>
                  </a:cubicBezTo>
                  <a:cubicBezTo>
                    <a:pt x="321533" y="880355"/>
                    <a:pt x="303400" y="885147"/>
                    <a:pt x="287009" y="888577"/>
                  </a:cubicBezTo>
                  <a:cubicBezTo>
                    <a:pt x="153597" y="916512"/>
                    <a:pt x="44145" y="921576"/>
                    <a:pt x="39516" y="921794"/>
                  </a:cubicBezTo>
                  <a:cubicBezTo>
                    <a:pt x="39081" y="921794"/>
                    <a:pt x="38645" y="921848"/>
                    <a:pt x="38210" y="921848"/>
                  </a:cubicBezTo>
                  <a:cubicBezTo>
                    <a:pt x="22146" y="921848"/>
                    <a:pt x="9022" y="909270"/>
                    <a:pt x="8315" y="893206"/>
                  </a:cubicBezTo>
                  <a:cubicBezTo>
                    <a:pt x="7988" y="885201"/>
                    <a:pt x="10765" y="877577"/>
                    <a:pt x="16156" y="871642"/>
                  </a:cubicBezTo>
                  <a:cubicBezTo>
                    <a:pt x="21547" y="865761"/>
                    <a:pt x="28952" y="862330"/>
                    <a:pt x="36957" y="861949"/>
                  </a:cubicBezTo>
                  <a:cubicBezTo>
                    <a:pt x="38046" y="861895"/>
                    <a:pt x="146791" y="856776"/>
                    <a:pt x="274757" y="829930"/>
                  </a:cubicBezTo>
                  <a:cubicBezTo>
                    <a:pt x="289187" y="826935"/>
                    <a:pt x="306068" y="822470"/>
                    <a:pt x="325018" y="816698"/>
                  </a:cubicBezTo>
                  <a:cubicBezTo>
                    <a:pt x="327904" y="815827"/>
                    <a:pt x="330845" y="815391"/>
                    <a:pt x="333785" y="815391"/>
                  </a:cubicBezTo>
                  <a:cubicBezTo>
                    <a:pt x="340864" y="815391"/>
                    <a:pt x="347780" y="817951"/>
                    <a:pt x="353225" y="822579"/>
                  </a:cubicBezTo>
                  <a:lnTo>
                    <a:pt x="363571" y="831401"/>
                  </a:lnTo>
                  <a:lnTo>
                    <a:pt x="366512" y="818114"/>
                  </a:lnTo>
                  <a:cubicBezTo>
                    <a:pt x="368744" y="807986"/>
                    <a:pt x="375877" y="799872"/>
                    <a:pt x="385625" y="796332"/>
                  </a:cubicBezTo>
                  <a:cubicBezTo>
                    <a:pt x="410129" y="787511"/>
                    <a:pt x="434470" y="778145"/>
                    <a:pt x="456142" y="769868"/>
                  </a:cubicBezTo>
                  <a:cubicBezTo>
                    <a:pt x="491701" y="756255"/>
                    <a:pt x="519745" y="745473"/>
                    <a:pt x="536516" y="741443"/>
                  </a:cubicBezTo>
                  <a:cubicBezTo>
                    <a:pt x="561674" y="735399"/>
                    <a:pt x="592931" y="729191"/>
                    <a:pt x="632083" y="722548"/>
                  </a:cubicBezTo>
                  <a:lnTo>
                    <a:pt x="643682" y="720587"/>
                  </a:lnTo>
                  <a:lnTo>
                    <a:pt x="637801" y="710405"/>
                  </a:lnTo>
                  <a:cubicBezTo>
                    <a:pt x="619395" y="678549"/>
                    <a:pt x="583728" y="632481"/>
                    <a:pt x="518547" y="593982"/>
                  </a:cubicBezTo>
                  <a:cubicBezTo>
                    <a:pt x="465073" y="562399"/>
                    <a:pt x="417426" y="513391"/>
                    <a:pt x="384318" y="456105"/>
                  </a:cubicBezTo>
                  <a:cubicBezTo>
                    <a:pt x="344022" y="386350"/>
                    <a:pt x="325944" y="307828"/>
                    <a:pt x="330518" y="222770"/>
                  </a:cubicBezTo>
                  <a:lnTo>
                    <a:pt x="330845" y="216399"/>
                  </a:lnTo>
                  <a:lnTo>
                    <a:pt x="324746" y="214494"/>
                  </a:lnTo>
                  <a:cubicBezTo>
                    <a:pt x="298063" y="206217"/>
                    <a:pt x="280202" y="181930"/>
                    <a:pt x="280202" y="153996"/>
                  </a:cubicBezTo>
                  <a:cubicBezTo>
                    <a:pt x="280202" y="119036"/>
                    <a:pt x="308627" y="90611"/>
                    <a:pt x="343587" y="90611"/>
                  </a:cubicBezTo>
                  <a:cubicBezTo>
                    <a:pt x="378546" y="90611"/>
                    <a:pt x="406971" y="119036"/>
                    <a:pt x="406971" y="153996"/>
                  </a:cubicBezTo>
                  <a:cubicBezTo>
                    <a:pt x="406971" y="181386"/>
                    <a:pt x="389491" y="205509"/>
                    <a:pt x="363517" y="214112"/>
                  </a:cubicBezTo>
                  <a:lnTo>
                    <a:pt x="358234" y="215855"/>
                  </a:lnTo>
                  <a:lnTo>
                    <a:pt x="357908" y="221409"/>
                  </a:lnTo>
                  <a:cubicBezTo>
                    <a:pt x="347453" y="396642"/>
                    <a:pt x="441222" y="516658"/>
                    <a:pt x="532432" y="570567"/>
                  </a:cubicBezTo>
                  <a:cubicBezTo>
                    <a:pt x="610574" y="616744"/>
                    <a:pt x="649889" y="672287"/>
                    <a:pt x="669112" y="710786"/>
                  </a:cubicBezTo>
                  <a:lnTo>
                    <a:pt x="671780" y="716122"/>
                  </a:lnTo>
                  <a:lnTo>
                    <a:pt x="677661" y="715197"/>
                  </a:lnTo>
                  <a:lnTo>
                    <a:pt x="678314" y="715087"/>
                  </a:lnTo>
                  <a:lnTo>
                    <a:pt x="679076" y="714978"/>
                  </a:lnTo>
                  <a:cubicBezTo>
                    <a:pt x="680601" y="714761"/>
                    <a:pt x="682180" y="714597"/>
                    <a:pt x="683705" y="714597"/>
                  </a:cubicBezTo>
                  <a:cubicBezTo>
                    <a:pt x="692690" y="714597"/>
                    <a:pt x="701131" y="718573"/>
                    <a:pt x="706848" y="725543"/>
                  </a:cubicBezTo>
                  <a:lnTo>
                    <a:pt x="715506" y="736052"/>
                  </a:lnTo>
                  <a:lnTo>
                    <a:pt x="720734" y="723473"/>
                  </a:lnTo>
                  <a:cubicBezTo>
                    <a:pt x="724763" y="713726"/>
                    <a:pt x="733748" y="706756"/>
                    <a:pt x="744203" y="705286"/>
                  </a:cubicBezTo>
                  <a:cubicBezTo>
                    <a:pt x="771648" y="701365"/>
                    <a:pt x="797732" y="697826"/>
                    <a:pt x="816790" y="695212"/>
                  </a:cubicBezTo>
                  <a:lnTo>
                    <a:pt x="831711" y="693197"/>
                  </a:lnTo>
                  <a:lnTo>
                    <a:pt x="838572" y="692271"/>
                  </a:lnTo>
                  <a:lnTo>
                    <a:pt x="838789" y="685356"/>
                  </a:lnTo>
                  <a:cubicBezTo>
                    <a:pt x="840859" y="611843"/>
                    <a:pt x="866343" y="551672"/>
                    <a:pt x="910560" y="516004"/>
                  </a:cubicBezTo>
                  <a:lnTo>
                    <a:pt x="917421" y="510450"/>
                  </a:lnTo>
                  <a:lnTo>
                    <a:pt x="911377" y="504024"/>
                  </a:lnTo>
                  <a:cubicBezTo>
                    <a:pt x="908490" y="500975"/>
                    <a:pt x="901902" y="490683"/>
                    <a:pt x="899995" y="459481"/>
                  </a:cubicBezTo>
                  <a:cubicBezTo>
                    <a:pt x="901194" y="462640"/>
                    <a:pt x="903045" y="466669"/>
                    <a:pt x="905332" y="471516"/>
                  </a:cubicBezTo>
                  <a:cubicBezTo>
                    <a:pt x="909253" y="479847"/>
                    <a:pt x="914154" y="490248"/>
                    <a:pt x="916386" y="498579"/>
                  </a:cubicBezTo>
                  <a:lnTo>
                    <a:pt x="919163" y="509089"/>
                  </a:lnTo>
                  <a:lnTo>
                    <a:pt x="928475" y="503480"/>
                  </a:lnTo>
                  <a:cubicBezTo>
                    <a:pt x="944865" y="493569"/>
                    <a:pt x="963217" y="486490"/>
                    <a:pt x="982929" y="482352"/>
                  </a:cubicBezTo>
                  <a:cubicBezTo>
                    <a:pt x="994691" y="479901"/>
                    <a:pt x="1006780" y="477505"/>
                    <a:pt x="1019794" y="475055"/>
                  </a:cubicBezTo>
                  <a:cubicBezTo>
                    <a:pt x="1021646" y="474728"/>
                    <a:pt x="1023497" y="474511"/>
                    <a:pt x="1025348" y="474511"/>
                  </a:cubicBezTo>
                  <a:cubicBezTo>
                    <a:pt x="1034007" y="474511"/>
                    <a:pt x="1042229" y="478268"/>
                    <a:pt x="1047946" y="484857"/>
                  </a:cubicBezTo>
                  <a:lnTo>
                    <a:pt x="1056823" y="495094"/>
                  </a:lnTo>
                  <a:lnTo>
                    <a:pt x="1061723" y="482461"/>
                  </a:lnTo>
                  <a:cubicBezTo>
                    <a:pt x="1065535" y="472605"/>
                    <a:pt x="1074411" y="465417"/>
                    <a:pt x="1084866" y="463674"/>
                  </a:cubicBezTo>
                  <a:lnTo>
                    <a:pt x="1083560" y="455615"/>
                  </a:lnTo>
                  <a:lnTo>
                    <a:pt x="1085193" y="463620"/>
                  </a:lnTo>
                  <a:lnTo>
                    <a:pt x="1091346" y="462640"/>
                  </a:lnTo>
                  <a:lnTo>
                    <a:pt x="1091999" y="456432"/>
                  </a:lnTo>
                  <a:cubicBezTo>
                    <a:pt x="1094886" y="428769"/>
                    <a:pt x="1105450" y="386186"/>
                    <a:pt x="1139157" y="340554"/>
                  </a:cubicBezTo>
                  <a:cubicBezTo>
                    <a:pt x="1177002" y="289313"/>
                    <a:pt x="1198675" y="218741"/>
                    <a:pt x="1200145" y="141961"/>
                  </a:cubicBezTo>
                  <a:lnTo>
                    <a:pt x="1200254" y="135045"/>
                  </a:lnTo>
                  <a:lnTo>
                    <a:pt x="1193501" y="133739"/>
                  </a:lnTo>
                  <a:cubicBezTo>
                    <a:pt x="1163715" y="128075"/>
                    <a:pt x="1142097" y="101883"/>
                    <a:pt x="1142097" y="71552"/>
                  </a:cubicBezTo>
                  <a:cubicBezTo>
                    <a:pt x="1141879" y="36593"/>
                    <a:pt x="1170304" y="8168"/>
                    <a:pt x="1205264" y="8168"/>
                  </a:cubicBezTo>
                  <a:moveTo>
                    <a:pt x="884640" y="384117"/>
                  </a:moveTo>
                  <a:cubicBezTo>
                    <a:pt x="889268" y="384117"/>
                    <a:pt x="894005" y="386840"/>
                    <a:pt x="896238" y="390815"/>
                  </a:cubicBezTo>
                  <a:cubicBezTo>
                    <a:pt x="899669" y="396914"/>
                    <a:pt x="898199" y="404918"/>
                    <a:pt x="896511" y="414176"/>
                  </a:cubicBezTo>
                  <a:cubicBezTo>
                    <a:pt x="895585" y="419131"/>
                    <a:pt x="894659" y="424249"/>
                    <a:pt x="894442" y="429477"/>
                  </a:cubicBezTo>
                  <a:cubicBezTo>
                    <a:pt x="894442" y="429641"/>
                    <a:pt x="894442" y="429858"/>
                    <a:pt x="894442" y="430022"/>
                  </a:cubicBezTo>
                  <a:cubicBezTo>
                    <a:pt x="891501" y="425012"/>
                    <a:pt x="887362" y="421255"/>
                    <a:pt x="883659" y="417878"/>
                  </a:cubicBezTo>
                  <a:cubicBezTo>
                    <a:pt x="882026" y="416408"/>
                    <a:pt x="880501" y="414993"/>
                    <a:pt x="879140" y="413577"/>
                  </a:cubicBezTo>
                  <a:cubicBezTo>
                    <a:pt x="874620" y="408839"/>
                    <a:pt x="870100" y="400726"/>
                    <a:pt x="872333" y="393429"/>
                  </a:cubicBezTo>
                  <a:cubicBezTo>
                    <a:pt x="873803" y="388637"/>
                    <a:pt x="878486" y="384770"/>
                    <a:pt x="883442" y="384226"/>
                  </a:cubicBezTo>
                  <a:cubicBezTo>
                    <a:pt x="883823" y="384117"/>
                    <a:pt x="884259" y="384117"/>
                    <a:pt x="884640" y="384117"/>
                  </a:cubicBezTo>
                  <a:moveTo>
                    <a:pt x="1155656" y="648817"/>
                  </a:moveTo>
                  <a:cubicBezTo>
                    <a:pt x="1156800" y="648817"/>
                    <a:pt x="1157835" y="649035"/>
                    <a:pt x="1158705" y="649471"/>
                  </a:cubicBezTo>
                  <a:cubicBezTo>
                    <a:pt x="1161537" y="650887"/>
                    <a:pt x="1163225" y="655297"/>
                    <a:pt x="1162627" y="659545"/>
                  </a:cubicBezTo>
                  <a:cubicBezTo>
                    <a:pt x="1161973" y="663955"/>
                    <a:pt x="1159304" y="668747"/>
                    <a:pt x="1154512" y="674138"/>
                  </a:cubicBezTo>
                  <a:cubicBezTo>
                    <a:pt x="1143568" y="686445"/>
                    <a:pt x="1128647" y="695266"/>
                    <a:pt x="1112583" y="698860"/>
                  </a:cubicBezTo>
                  <a:cubicBezTo>
                    <a:pt x="1102019" y="701256"/>
                    <a:pt x="1090312" y="701637"/>
                    <a:pt x="1078877" y="701964"/>
                  </a:cubicBezTo>
                  <a:cubicBezTo>
                    <a:pt x="1100331" y="693850"/>
                    <a:pt x="1120043" y="680727"/>
                    <a:pt x="1135562" y="663683"/>
                  </a:cubicBezTo>
                  <a:cubicBezTo>
                    <a:pt x="1136379" y="662812"/>
                    <a:pt x="1137142" y="661886"/>
                    <a:pt x="1137959" y="661015"/>
                  </a:cubicBezTo>
                  <a:cubicBezTo>
                    <a:pt x="1141335" y="657258"/>
                    <a:pt x="1144493" y="653663"/>
                    <a:pt x="1148142" y="651267"/>
                  </a:cubicBezTo>
                  <a:cubicBezTo>
                    <a:pt x="1150537" y="649688"/>
                    <a:pt x="1153260" y="648817"/>
                    <a:pt x="1155656" y="648817"/>
                  </a:cubicBezTo>
                  <a:moveTo>
                    <a:pt x="1205264" y="0"/>
                  </a:moveTo>
                  <a:cubicBezTo>
                    <a:pt x="1165785" y="0"/>
                    <a:pt x="1133711" y="32019"/>
                    <a:pt x="1133711" y="71552"/>
                  </a:cubicBezTo>
                  <a:cubicBezTo>
                    <a:pt x="1133711" y="106457"/>
                    <a:pt x="1158705" y="135481"/>
                    <a:pt x="1191759" y="141798"/>
                  </a:cubicBezTo>
                  <a:cubicBezTo>
                    <a:pt x="1190343" y="216617"/>
                    <a:pt x="1169760" y="285011"/>
                    <a:pt x="1132404" y="335708"/>
                  </a:cubicBezTo>
                  <a:cubicBezTo>
                    <a:pt x="1097990" y="382320"/>
                    <a:pt x="1086827" y="425938"/>
                    <a:pt x="1083669" y="455615"/>
                  </a:cubicBezTo>
                  <a:cubicBezTo>
                    <a:pt x="1083560" y="455615"/>
                    <a:pt x="1083450" y="455669"/>
                    <a:pt x="1083341" y="455669"/>
                  </a:cubicBezTo>
                  <a:cubicBezTo>
                    <a:pt x="1069510" y="457902"/>
                    <a:pt x="1058619" y="467323"/>
                    <a:pt x="1053882" y="479520"/>
                  </a:cubicBezTo>
                  <a:cubicBezTo>
                    <a:pt x="1046803" y="471298"/>
                    <a:pt x="1036348" y="466343"/>
                    <a:pt x="1025076" y="466343"/>
                  </a:cubicBezTo>
                  <a:cubicBezTo>
                    <a:pt x="1022734" y="466343"/>
                    <a:pt x="1020393" y="466560"/>
                    <a:pt x="1017997" y="466996"/>
                  </a:cubicBezTo>
                  <a:cubicBezTo>
                    <a:pt x="1004928" y="469446"/>
                    <a:pt x="992785" y="471842"/>
                    <a:pt x="980968" y="474293"/>
                  </a:cubicBezTo>
                  <a:cubicBezTo>
                    <a:pt x="960003" y="478649"/>
                    <a:pt x="940945" y="486164"/>
                    <a:pt x="923955" y="496401"/>
                  </a:cubicBezTo>
                  <a:cubicBezTo>
                    <a:pt x="920035" y="481699"/>
                    <a:pt x="908980" y="462258"/>
                    <a:pt x="906802" y="455071"/>
                  </a:cubicBezTo>
                  <a:cubicBezTo>
                    <a:pt x="904297" y="446848"/>
                    <a:pt x="902228" y="438353"/>
                    <a:pt x="902610" y="429804"/>
                  </a:cubicBezTo>
                  <a:cubicBezTo>
                    <a:pt x="903209" y="415210"/>
                    <a:pt x="910505" y="399582"/>
                    <a:pt x="903371" y="386840"/>
                  </a:cubicBezTo>
                  <a:cubicBezTo>
                    <a:pt x="899669" y="380251"/>
                    <a:pt x="892209" y="376004"/>
                    <a:pt x="884640" y="376004"/>
                  </a:cubicBezTo>
                  <a:cubicBezTo>
                    <a:pt x="883932" y="376004"/>
                    <a:pt x="883224" y="376058"/>
                    <a:pt x="882516" y="376113"/>
                  </a:cubicBezTo>
                  <a:cubicBezTo>
                    <a:pt x="874293" y="376984"/>
                    <a:pt x="866888" y="383137"/>
                    <a:pt x="864492" y="391087"/>
                  </a:cubicBezTo>
                  <a:cubicBezTo>
                    <a:pt x="861497" y="400943"/>
                    <a:pt x="866125" y="411780"/>
                    <a:pt x="873204" y="419240"/>
                  </a:cubicBezTo>
                  <a:cubicBezTo>
                    <a:pt x="878323" y="424577"/>
                    <a:pt x="884803" y="428878"/>
                    <a:pt x="888070" y="435521"/>
                  </a:cubicBezTo>
                  <a:cubicBezTo>
                    <a:pt x="891065" y="441512"/>
                    <a:pt x="890956" y="448536"/>
                    <a:pt x="891228" y="455288"/>
                  </a:cubicBezTo>
                  <a:cubicBezTo>
                    <a:pt x="891664" y="466070"/>
                    <a:pt x="893461" y="497381"/>
                    <a:pt x="905060" y="509633"/>
                  </a:cubicBezTo>
                  <a:cubicBezTo>
                    <a:pt x="859155" y="546662"/>
                    <a:pt x="832419" y="607759"/>
                    <a:pt x="830240" y="685083"/>
                  </a:cubicBezTo>
                  <a:cubicBezTo>
                    <a:pt x="825557" y="685737"/>
                    <a:pt x="820547" y="686390"/>
                    <a:pt x="815320" y="687098"/>
                  </a:cubicBezTo>
                  <a:cubicBezTo>
                    <a:pt x="794410" y="689930"/>
                    <a:pt x="769470" y="693360"/>
                    <a:pt x="742679" y="697172"/>
                  </a:cubicBezTo>
                  <a:cubicBezTo>
                    <a:pt x="728847" y="699133"/>
                    <a:pt x="717793" y="708281"/>
                    <a:pt x="712838" y="720315"/>
                  </a:cubicBezTo>
                  <a:cubicBezTo>
                    <a:pt x="705759" y="711711"/>
                    <a:pt x="695032" y="706375"/>
                    <a:pt x="683433" y="706375"/>
                  </a:cubicBezTo>
                  <a:cubicBezTo>
                    <a:pt x="681472" y="706375"/>
                    <a:pt x="679512" y="706538"/>
                    <a:pt x="677552" y="706810"/>
                  </a:cubicBezTo>
                  <a:cubicBezTo>
                    <a:pt x="677062" y="706865"/>
                    <a:pt x="676626" y="706974"/>
                    <a:pt x="676136" y="707028"/>
                  </a:cubicBezTo>
                  <a:cubicBezTo>
                    <a:pt x="657894" y="670544"/>
                    <a:pt x="618034" y="611734"/>
                    <a:pt x="536299" y="563434"/>
                  </a:cubicBezTo>
                  <a:cubicBezTo>
                    <a:pt x="447267" y="510831"/>
                    <a:pt x="355621" y="392176"/>
                    <a:pt x="365749" y="221790"/>
                  </a:cubicBezTo>
                  <a:cubicBezTo>
                    <a:pt x="394228" y="212370"/>
                    <a:pt x="414812" y="185579"/>
                    <a:pt x="414812" y="153887"/>
                  </a:cubicBezTo>
                  <a:cubicBezTo>
                    <a:pt x="414812" y="114408"/>
                    <a:pt x="382793" y="82334"/>
                    <a:pt x="343260" y="82334"/>
                  </a:cubicBezTo>
                  <a:cubicBezTo>
                    <a:pt x="303781" y="82334"/>
                    <a:pt x="271707" y="114353"/>
                    <a:pt x="271707" y="153887"/>
                  </a:cubicBezTo>
                  <a:cubicBezTo>
                    <a:pt x="271707" y="186014"/>
                    <a:pt x="292890" y="213187"/>
                    <a:pt x="322023" y="222226"/>
                  </a:cubicBezTo>
                  <a:cubicBezTo>
                    <a:pt x="311894" y="410364"/>
                    <a:pt x="414486" y="542088"/>
                    <a:pt x="514081" y="600898"/>
                  </a:cubicBezTo>
                  <a:cubicBezTo>
                    <a:pt x="577793" y="638525"/>
                    <a:pt x="612480" y="683341"/>
                    <a:pt x="630449" y="714380"/>
                  </a:cubicBezTo>
                  <a:cubicBezTo>
                    <a:pt x="591297" y="721023"/>
                    <a:pt x="559604" y="727340"/>
                    <a:pt x="534339" y="733384"/>
                  </a:cubicBezTo>
                  <a:cubicBezTo>
                    <a:pt x="517076" y="737522"/>
                    <a:pt x="488761" y="748359"/>
                    <a:pt x="452984" y="762136"/>
                  </a:cubicBezTo>
                  <a:cubicBezTo>
                    <a:pt x="431475" y="770358"/>
                    <a:pt x="407134" y="779724"/>
                    <a:pt x="382630" y="788546"/>
                  </a:cubicBezTo>
                  <a:cubicBezTo>
                    <a:pt x="369833" y="793174"/>
                    <a:pt x="361012" y="803902"/>
                    <a:pt x="358343" y="816263"/>
                  </a:cubicBezTo>
                  <a:cubicBezTo>
                    <a:pt x="351537" y="810436"/>
                    <a:pt x="342770" y="807115"/>
                    <a:pt x="333621" y="807115"/>
                  </a:cubicBezTo>
                  <a:cubicBezTo>
                    <a:pt x="329919" y="807115"/>
                    <a:pt x="326161" y="807659"/>
                    <a:pt x="322459" y="808803"/>
                  </a:cubicBezTo>
                  <a:cubicBezTo>
                    <a:pt x="303835" y="814520"/>
                    <a:pt x="287173" y="818876"/>
                    <a:pt x="272960" y="821871"/>
                  </a:cubicBezTo>
                  <a:cubicBezTo>
                    <a:pt x="145429" y="848608"/>
                    <a:pt x="38101" y="853618"/>
                    <a:pt x="36467" y="853673"/>
                  </a:cubicBezTo>
                  <a:cubicBezTo>
                    <a:pt x="15448" y="854598"/>
                    <a:pt x="-888" y="872405"/>
                    <a:pt x="37" y="893424"/>
                  </a:cubicBezTo>
                  <a:cubicBezTo>
                    <a:pt x="909" y="913898"/>
                    <a:pt x="17789" y="929908"/>
                    <a:pt x="38101" y="929908"/>
                  </a:cubicBezTo>
                  <a:cubicBezTo>
                    <a:pt x="38645" y="929908"/>
                    <a:pt x="39244" y="929908"/>
                    <a:pt x="39789" y="929853"/>
                  </a:cubicBezTo>
                  <a:cubicBezTo>
                    <a:pt x="44417" y="929636"/>
                    <a:pt x="154305" y="924626"/>
                    <a:pt x="288588" y="896473"/>
                  </a:cubicBezTo>
                  <a:cubicBezTo>
                    <a:pt x="305251" y="892988"/>
                    <a:pt x="323656" y="888142"/>
                    <a:pt x="344730" y="881716"/>
                  </a:cubicBezTo>
                  <a:cubicBezTo>
                    <a:pt x="358343" y="877577"/>
                    <a:pt x="367982" y="866415"/>
                    <a:pt x="370814" y="853400"/>
                  </a:cubicBezTo>
                  <a:cubicBezTo>
                    <a:pt x="377675" y="859227"/>
                    <a:pt x="386442" y="862548"/>
                    <a:pt x="395536" y="862548"/>
                  </a:cubicBezTo>
                  <a:cubicBezTo>
                    <a:pt x="399837" y="862548"/>
                    <a:pt x="404194" y="861841"/>
                    <a:pt x="408441" y="860261"/>
                  </a:cubicBezTo>
                  <a:cubicBezTo>
                    <a:pt x="424886" y="854326"/>
                    <a:pt x="441005" y="848282"/>
                    <a:pt x="456360" y="842455"/>
                  </a:cubicBezTo>
                  <a:cubicBezTo>
                    <a:pt x="454618" y="859063"/>
                    <a:pt x="445959" y="875617"/>
                    <a:pt x="434906" y="888632"/>
                  </a:cubicBezTo>
                  <a:cubicBezTo>
                    <a:pt x="418297" y="908235"/>
                    <a:pt x="396570" y="923101"/>
                    <a:pt x="380179" y="942922"/>
                  </a:cubicBezTo>
                  <a:cubicBezTo>
                    <a:pt x="372610" y="952071"/>
                    <a:pt x="365967" y="964649"/>
                    <a:pt x="371085" y="975377"/>
                  </a:cubicBezTo>
                  <a:cubicBezTo>
                    <a:pt x="374516" y="982510"/>
                    <a:pt x="382412" y="986104"/>
                    <a:pt x="390471" y="986104"/>
                  </a:cubicBezTo>
                  <a:cubicBezTo>
                    <a:pt x="394446" y="986104"/>
                    <a:pt x="398421" y="985233"/>
                    <a:pt x="401906" y="983490"/>
                  </a:cubicBezTo>
                  <a:cubicBezTo>
                    <a:pt x="412471" y="978208"/>
                    <a:pt x="419114" y="967263"/>
                    <a:pt x="423307" y="956209"/>
                  </a:cubicBezTo>
                  <a:cubicBezTo>
                    <a:pt x="427554" y="945155"/>
                    <a:pt x="430005" y="933393"/>
                    <a:pt x="435341" y="922829"/>
                  </a:cubicBezTo>
                  <a:cubicBezTo>
                    <a:pt x="444435" y="904804"/>
                    <a:pt x="461207" y="891409"/>
                    <a:pt x="469593" y="873113"/>
                  </a:cubicBezTo>
                  <a:cubicBezTo>
                    <a:pt x="475419" y="860425"/>
                    <a:pt x="477217" y="845450"/>
                    <a:pt x="486746" y="835213"/>
                  </a:cubicBezTo>
                  <a:cubicBezTo>
                    <a:pt x="489631" y="832109"/>
                    <a:pt x="493117" y="829604"/>
                    <a:pt x="496602" y="827099"/>
                  </a:cubicBezTo>
                  <a:cubicBezTo>
                    <a:pt x="520780" y="817896"/>
                    <a:pt x="541962" y="810000"/>
                    <a:pt x="552199" y="807550"/>
                  </a:cubicBezTo>
                  <a:cubicBezTo>
                    <a:pt x="584381" y="799818"/>
                    <a:pt x="630503" y="791214"/>
                    <a:pt x="689205" y="782120"/>
                  </a:cubicBezTo>
                  <a:cubicBezTo>
                    <a:pt x="702818" y="779996"/>
                    <a:pt x="713655" y="770903"/>
                    <a:pt x="718555" y="759032"/>
                  </a:cubicBezTo>
                  <a:cubicBezTo>
                    <a:pt x="725635" y="767636"/>
                    <a:pt x="736362" y="772972"/>
                    <a:pt x="747961" y="772972"/>
                  </a:cubicBezTo>
                  <a:cubicBezTo>
                    <a:pt x="749757" y="772972"/>
                    <a:pt x="751554" y="772863"/>
                    <a:pt x="753406" y="772591"/>
                  </a:cubicBezTo>
                  <a:cubicBezTo>
                    <a:pt x="780034" y="768779"/>
                    <a:pt x="804810" y="765403"/>
                    <a:pt x="825557" y="762626"/>
                  </a:cubicBezTo>
                  <a:cubicBezTo>
                    <a:pt x="847121" y="759685"/>
                    <a:pt x="864165" y="757344"/>
                    <a:pt x="874947" y="755710"/>
                  </a:cubicBezTo>
                  <a:cubicBezTo>
                    <a:pt x="875328" y="755656"/>
                    <a:pt x="876907" y="755438"/>
                    <a:pt x="880066" y="755438"/>
                  </a:cubicBezTo>
                  <a:cubicBezTo>
                    <a:pt x="903644" y="755438"/>
                    <a:pt x="958806" y="766546"/>
                    <a:pt x="1028942" y="791323"/>
                  </a:cubicBezTo>
                  <a:cubicBezTo>
                    <a:pt x="1033135" y="792793"/>
                    <a:pt x="1037437" y="793501"/>
                    <a:pt x="1041630" y="793501"/>
                  </a:cubicBezTo>
                  <a:cubicBezTo>
                    <a:pt x="1050125" y="793501"/>
                    <a:pt x="1058347" y="790615"/>
                    <a:pt x="1064991" y="785496"/>
                  </a:cubicBezTo>
                  <a:cubicBezTo>
                    <a:pt x="1067114" y="797803"/>
                    <a:pt x="1075228" y="808857"/>
                    <a:pt x="1087589" y="814139"/>
                  </a:cubicBezTo>
                  <a:cubicBezTo>
                    <a:pt x="1118900" y="827589"/>
                    <a:pt x="1146671" y="841529"/>
                    <a:pt x="1170032" y="855633"/>
                  </a:cubicBezTo>
                  <a:cubicBezTo>
                    <a:pt x="1217407" y="884221"/>
                    <a:pt x="1276707" y="898706"/>
                    <a:pt x="1346299" y="898706"/>
                  </a:cubicBezTo>
                  <a:cubicBezTo>
                    <a:pt x="1360130" y="898706"/>
                    <a:pt x="1374288" y="898107"/>
                    <a:pt x="1388392" y="896963"/>
                  </a:cubicBezTo>
                  <a:cubicBezTo>
                    <a:pt x="1409356" y="895221"/>
                    <a:pt x="1424985" y="876815"/>
                    <a:pt x="1423242" y="855850"/>
                  </a:cubicBezTo>
                  <a:cubicBezTo>
                    <a:pt x="1421608" y="835921"/>
                    <a:pt x="1404891" y="820891"/>
                    <a:pt x="1385179" y="820891"/>
                  </a:cubicBezTo>
                  <a:cubicBezTo>
                    <a:pt x="1384144" y="820891"/>
                    <a:pt x="1383164" y="820946"/>
                    <a:pt x="1382129" y="821000"/>
                  </a:cubicBezTo>
                  <a:cubicBezTo>
                    <a:pt x="1370095" y="821980"/>
                    <a:pt x="1358061" y="822525"/>
                    <a:pt x="1346299" y="822525"/>
                  </a:cubicBezTo>
                  <a:cubicBezTo>
                    <a:pt x="1291573" y="822525"/>
                    <a:pt x="1244253" y="811416"/>
                    <a:pt x="1209457" y="790397"/>
                  </a:cubicBezTo>
                  <a:cubicBezTo>
                    <a:pt x="1183101" y="774496"/>
                    <a:pt x="1152226" y="758923"/>
                    <a:pt x="1117648" y="744111"/>
                  </a:cubicBezTo>
                  <a:cubicBezTo>
                    <a:pt x="1112747" y="742042"/>
                    <a:pt x="1107682" y="741008"/>
                    <a:pt x="1102673" y="741008"/>
                  </a:cubicBezTo>
                  <a:cubicBezTo>
                    <a:pt x="1094178" y="741008"/>
                    <a:pt x="1085955" y="743839"/>
                    <a:pt x="1079312" y="749012"/>
                  </a:cubicBezTo>
                  <a:cubicBezTo>
                    <a:pt x="1077079" y="735834"/>
                    <a:pt x="1067931" y="724236"/>
                    <a:pt x="1054427" y="719444"/>
                  </a:cubicBezTo>
                  <a:cubicBezTo>
                    <a:pt x="1049308" y="717647"/>
                    <a:pt x="1044243" y="715904"/>
                    <a:pt x="1039179" y="714216"/>
                  </a:cubicBezTo>
                  <a:cubicBezTo>
                    <a:pt x="1062431" y="707954"/>
                    <a:pt x="1089930" y="712365"/>
                    <a:pt x="1114272" y="706865"/>
                  </a:cubicBezTo>
                  <a:cubicBezTo>
                    <a:pt x="1132024" y="702835"/>
                    <a:pt x="1148414" y="693142"/>
                    <a:pt x="1160503" y="679584"/>
                  </a:cubicBezTo>
                  <a:cubicBezTo>
                    <a:pt x="1165295" y="674193"/>
                    <a:pt x="1169542" y="667876"/>
                    <a:pt x="1170631" y="660743"/>
                  </a:cubicBezTo>
                  <a:cubicBezTo>
                    <a:pt x="1171665" y="653609"/>
                    <a:pt x="1168780" y="645495"/>
                    <a:pt x="1162354" y="642228"/>
                  </a:cubicBezTo>
                  <a:cubicBezTo>
                    <a:pt x="1160230" y="641139"/>
                    <a:pt x="1157943" y="640703"/>
                    <a:pt x="1155656" y="640703"/>
                  </a:cubicBezTo>
                  <a:cubicBezTo>
                    <a:pt x="1151463" y="640703"/>
                    <a:pt x="1147216" y="642228"/>
                    <a:pt x="1143622" y="644515"/>
                  </a:cubicBezTo>
                  <a:cubicBezTo>
                    <a:pt x="1138122" y="648109"/>
                    <a:pt x="1133929" y="653391"/>
                    <a:pt x="1129464" y="658238"/>
                  </a:cubicBezTo>
                  <a:cubicBezTo>
                    <a:pt x="1104034" y="686227"/>
                    <a:pt x="1066570" y="703162"/>
                    <a:pt x="1028833" y="703162"/>
                  </a:cubicBezTo>
                  <a:cubicBezTo>
                    <a:pt x="1025566" y="703162"/>
                    <a:pt x="1022299" y="703053"/>
                    <a:pt x="1019086" y="702781"/>
                  </a:cubicBezTo>
                  <a:cubicBezTo>
                    <a:pt x="1011408" y="702182"/>
                    <a:pt x="1003785" y="700984"/>
                    <a:pt x="996106" y="700766"/>
                  </a:cubicBezTo>
                  <a:cubicBezTo>
                    <a:pt x="962345" y="691073"/>
                    <a:pt x="931415" y="684266"/>
                    <a:pt x="906747" y="681163"/>
                  </a:cubicBezTo>
                  <a:cubicBezTo>
                    <a:pt x="909144" y="632862"/>
                    <a:pt x="925425" y="563706"/>
                    <a:pt x="996542" y="548949"/>
                  </a:cubicBezTo>
                  <a:cubicBezTo>
                    <a:pt x="1008413" y="546498"/>
                    <a:pt x="1020284" y="544157"/>
                    <a:pt x="1032155" y="541924"/>
                  </a:cubicBezTo>
                  <a:cubicBezTo>
                    <a:pt x="1045605" y="539419"/>
                    <a:pt x="1056060" y="530108"/>
                    <a:pt x="1060689" y="518237"/>
                  </a:cubicBezTo>
                  <a:cubicBezTo>
                    <a:pt x="1067768" y="526405"/>
                    <a:pt x="1078169" y="531415"/>
                    <a:pt x="1089440" y="531415"/>
                  </a:cubicBezTo>
                  <a:cubicBezTo>
                    <a:pt x="1091510" y="531415"/>
                    <a:pt x="1093579" y="531251"/>
                    <a:pt x="1095648" y="530925"/>
                  </a:cubicBezTo>
                  <a:cubicBezTo>
                    <a:pt x="1120370" y="526895"/>
                    <a:pt x="1144221" y="523301"/>
                    <a:pt x="1167309" y="519816"/>
                  </a:cubicBezTo>
                  <a:cubicBezTo>
                    <a:pt x="1242401" y="508435"/>
                    <a:pt x="1301701" y="499451"/>
                    <a:pt x="1335190" y="485129"/>
                  </a:cubicBezTo>
                  <a:cubicBezTo>
                    <a:pt x="1346299" y="480337"/>
                    <a:pt x="1376303" y="475600"/>
                    <a:pt x="1389100" y="473585"/>
                  </a:cubicBezTo>
                  <a:cubicBezTo>
                    <a:pt x="1402822" y="471407"/>
                    <a:pt x="1413658" y="462204"/>
                    <a:pt x="1418505" y="450170"/>
                  </a:cubicBezTo>
                  <a:cubicBezTo>
                    <a:pt x="1425583" y="458664"/>
                    <a:pt x="1436257" y="463892"/>
                    <a:pt x="1447747" y="463892"/>
                  </a:cubicBezTo>
                  <a:cubicBezTo>
                    <a:pt x="1449870" y="463892"/>
                    <a:pt x="1451993" y="463729"/>
                    <a:pt x="1454172" y="463348"/>
                  </a:cubicBezTo>
                  <a:cubicBezTo>
                    <a:pt x="1526051" y="451204"/>
                    <a:pt x="1604519" y="432363"/>
                    <a:pt x="1641711" y="384879"/>
                  </a:cubicBezTo>
                  <a:cubicBezTo>
                    <a:pt x="1654726" y="368326"/>
                    <a:pt x="1651785" y="344366"/>
                    <a:pt x="1635231" y="331351"/>
                  </a:cubicBezTo>
                  <a:cubicBezTo>
                    <a:pt x="1628260" y="325906"/>
                    <a:pt x="1619984" y="323238"/>
                    <a:pt x="1611761" y="323238"/>
                  </a:cubicBezTo>
                  <a:cubicBezTo>
                    <a:pt x="1600435" y="323238"/>
                    <a:pt x="1589272" y="328248"/>
                    <a:pt x="1581757" y="337831"/>
                  </a:cubicBezTo>
                  <a:cubicBezTo>
                    <a:pt x="1557688" y="368489"/>
                    <a:pt x="1470236" y="383300"/>
                    <a:pt x="1441484" y="388201"/>
                  </a:cubicBezTo>
                  <a:cubicBezTo>
                    <a:pt x="1427925" y="390488"/>
                    <a:pt x="1417306" y="399637"/>
                    <a:pt x="1412514" y="411507"/>
                  </a:cubicBezTo>
                  <a:cubicBezTo>
                    <a:pt x="1405436" y="403013"/>
                    <a:pt x="1394763" y="397785"/>
                    <a:pt x="1383273" y="397785"/>
                  </a:cubicBezTo>
                  <a:cubicBezTo>
                    <a:pt x="1381313" y="397785"/>
                    <a:pt x="1379298" y="397949"/>
                    <a:pt x="1377283" y="398275"/>
                  </a:cubicBezTo>
                  <a:cubicBezTo>
                    <a:pt x="1345047" y="403394"/>
                    <a:pt x="1321795" y="407968"/>
                    <a:pt x="1305241" y="415047"/>
                  </a:cubicBezTo>
                  <a:cubicBezTo>
                    <a:pt x="1280737" y="425557"/>
                    <a:pt x="1220129" y="434705"/>
                    <a:pt x="1155983" y="444452"/>
                  </a:cubicBezTo>
                  <a:cubicBezTo>
                    <a:pt x="1146998" y="445813"/>
                    <a:pt x="1137850" y="447175"/>
                    <a:pt x="1128647" y="448591"/>
                  </a:cubicBezTo>
                  <a:cubicBezTo>
                    <a:pt x="1132677" y="425829"/>
                    <a:pt x="1142914" y="395008"/>
                    <a:pt x="1167581" y="361628"/>
                  </a:cubicBezTo>
                  <a:cubicBezTo>
                    <a:pt x="1211362" y="302328"/>
                    <a:pt x="1234941" y="222662"/>
                    <a:pt x="1235540" y="136407"/>
                  </a:cubicBezTo>
                  <a:cubicBezTo>
                    <a:pt x="1259935" y="125026"/>
                    <a:pt x="1276925" y="100304"/>
                    <a:pt x="1276925" y="71607"/>
                  </a:cubicBezTo>
                  <a:cubicBezTo>
                    <a:pt x="1276761" y="32019"/>
                    <a:pt x="1244743" y="0"/>
                    <a:pt x="1205264" y="0"/>
                  </a:cubicBezTo>
                  <a:lnTo>
                    <a:pt x="1205264" y="0"/>
                  </a:lnTo>
                  <a:close/>
                </a:path>
              </a:pathLst>
            </a:custGeom>
            <a:solidFill>
              <a:srgbClr val="BC4B9C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CC1053C2-1763-4B23-905D-F3A462210884}"/>
                </a:ext>
              </a:extLst>
            </p:cNvPr>
            <p:cNvSpPr/>
            <p:nvPr/>
          </p:nvSpPr>
          <p:spPr>
            <a:xfrm>
              <a:off x="7646888" y="5014270"/>
              <a:ext cx="1649826" cy="986106"/>
            </a:xfrm>
            <a:custGeom>
              <a:avLst/>
              <a:gdLst>
                <a:gd name="connsiteX0" fmla="*/ 1635231 w 1649826"/>
                <a:gd name="connsiteY0" fmla="*/ 331297 h 986106"/>
                <a:gd name="connsiteX1" fmla="*/ 1581703 w 1649826"/>
                <a:gd name="connsiteY1" fmla="*/ 337777 h 986106"/>
                <a:gd name="connsiteX2" fmla="*/ 1441430 w 1649826"/>
                <a:gd name="connsiteY2" fmla="*/ 388147 h 986106"/>
                <a:gd name="connsiteX3" fmla="*/ 1412461 w 1649826"/>
                <a:gd name="connsiteY3" fmla="*/ 411453 h 986106"/>
                <a:gd name="connsiteX4" fmla="*/ 1377228 w 1649826"/>
                <a:gd name="connsiteY4" fmla="*/ 398221 h 986106"/>
                <a:gd name="connsiteX5" fmla="*/ 1305186 w 1649826"/>
                <a:gd name="connsiteY5" fmla="*/ 414993 h 986106"/>
                <a:gd name="connsiteX6" fmla="*/ 1155928 w 1649826"/>
                <a:gd name="connsiteY6" fmla="*/ 444397 h 986106"/>
                <a:gd name="connsiteX7" fmla="*/ 1128593 w 1649826"/>
                <a:gd name="connsiteY7" fmla="*/ 448536 h 986106"/>
                <a:gd name="connsiteX8" fmla="*/ 1167527 w 1649826"/>
                <a:gd name="connsiteY8" fmla="*/ 361573 h 986106"/>
                <a:gd name="connsiteX9" fmla="*/ 1235486 w 1649826"/>
                <a:gd name="connsiteY9" fmla="*/ 136353 h 986106"/>
                <a:gd name="connsiteX10" fmla="*/ 1276871 w 1649826"/>
                <a:gd name="connsiteY10" fmla="*/ 71552 h 986106"/>
                <a:gd name="connsiteX11" fmla="*/ 1205318 w 1649826"/>
                <a:gd name="connsiteY11" fmla="*/ 0 h 986106"/>
                <a:gd name="connsiteX12" fmla="*/ 1133766 w 1649826"/>
                <a:gd name="connsiteY12" fmla="*/ 71552 h 986106"/>
                <a:gd name="connsiteX13" fmla="*/ 1191814 w 1649826"/>
                <a:gd name="connsiteY13" fmla="*/ 141798 h 986106"/>
                <a:gd name="connsiteX14" fmla="*/ 1132459 w 1649826"/>
                <a:gd name="connsiteY14" fmla="*/ 335708 h 986106"/>
                <a:gd name="connsiteX15" fmla="*/ 1083722 w 1649826"/>
                <a:gd name="connsiteY15" fmla="*/ 455615 h 986106"/>
                <a:gd name="connsiteX16" fmla="*/ 1083396 w 1649826"/>
                <a:gd name="connsiteY16" fmla="*/ 455669 h 986106"/>
                <a:gd name="connsiteX17" fmla="*/ 1053936 w 1649826"/>
                <a:gd name="connsiteY17" fmla="*/ 479520 h 986106"/>
                <a:gd name="connsiteX18" fmla="*/ 1018051 w 1649826"/>
                <a:gd name="connsiteY18" fmla="*/ 466996 h 986106"/>
                <a:gd name="connsiteX19" fmla="*/ 981023 w 1649826"/>
                <a:gd name="connsiteY19" fmla="*/ 474293 h 986106"/>
                <a:gd name="connsiteX20" fmla="*/ 924010 w 1649826"/>
                <a:gd name="connsiteY20" fmla="*/ 496401 h 986106"/>
                <a:gd name="connsiteX21" fmla="*/ 906856 w 1649826"/>
                <a:gd name="connsiteY21" fmla="*/ 455071 h 986106"/>
                <a:gd name="connsiteX22" fmla="*/ 902663 w 1649826"/>
                <a:gd name="connsiteY22" fmla="*/ 429804 h 986106"/>
                <a:gd name="connsiteX23" fmla="*/ 903426 w 1649826"/>
                <a:gd name="connsiteY23" fmla="*/ 386840 h 986106"/>
                <a:gd name="connsiteX24" fmla="*/ 882570 w 1649826"/>
                <a:gd name="connsiteY24" fmla="*/ 376113 h 986106"/>
                <a:gd name="connsiteX25" fmla="*/ 864546 w 1649826"/>
                <a:gd name="connsiteY25" fmla="*/ 391087 h 986106"/>
                <a:gd name="connsiteX26" fmla="*/ 873259 w 1649826"/>
                <a:gd name="connsiteY26" fmla="*/ 419240 h 986106"/>
                <a:gd name="connsiteX27" fmla="*/ 888125 w 1649826"/>
                <a:gd name="connsiteY27" fmla="*/ 435522 h 986106"/>
                <a:gd name="connsiteX28" fmla="*/ 891283 w 1649826"/>
                <a:gd name="connsiteY28" fmla="*/ 455288 h 986106"/>
                <a:gd name="connsiteX29" fmla="*/ 905114 w 1649826"/>
                <a:gd name="connsiteY29" fmla="*/ 509633 h 986106"/>
                <a:gd name="connsiteX30" fmla="*/ 830295 w 1649826"/>
                <a:gd name="connsiteY30" fmla="*/ 685083 h 986106"/>
                <a:gd name="connsiteX31" fmla="*/ 815375 w 1649826"/>
                <a:gd name="connsiteY31" fmla="*/ 687098 h 986106"/>
                <a:gd name="connsiteX32" fmla="*/ 742733 w 1649826"/>
                <a:gd name="connsiteY32" fmla="*/ 697172 h 986106"/>
                <a:gd name="connsiteX33" fmla="*/ 712892 w 1649826"/>
                <a:gd name="connsiteY33" fmla="*/ 720315 h 986106"/>
                <a:gd name="connsiteX34" fmla="*/ 677552 w 1649826"/>
                <a:gd name="connsiteY34" fmla="*/ 706810 h 986106"/>
                <a:gd name="connsiteX35" fmla="*/ 676136 w 1649826"/>
                <a:gd name="connsiteY35" fmla="*/ 707028 h 986106"/>
                <a:gd name="connsiteX36" fmla="*/ 536299 w 1649826"/>
                <a:gd name="connsiteY36" fmla="*/ 563434 h 986106"/>
                <a:gd name="connsiteX37" fmla="*/ 365749 w 1649826"/>
                <a:gd name="connsiteY37" fmla="*/ 221791 h 986106"/>
                <a:gd name="connsiteX38" fmla="*/ 414812 w 1649826"/>
                <a:gd name="connsiteY38" fmla="*/ 153887 h 986106"/>
                <a:gd name="connsiteX39" fmla="*/ 343260 w 1649826"/>
                <a:gd name="connsiteY39" fmla="*/ 82334 h 986106"/>
                <a:gd name="connsiteX40" fmla="*/ 271707 w 1649826"/>
                <a:gd name="connsiteY40" fmla="*/ 153887 h 986106"/>
                <a:gd name="connsiteX41" fmla="*/ 322023 w 1649826"/>
                <a:gd name="connsiteY41" fmla="*/ 222226 h 986106"/>
                <a:gd name="connsiteX42" fmla="*/ 514081 w 1649826"/>
                <a:gd name="connsiteY42" fmla="*/ 600898 h 986106"/>
                <a:gd name="connsiteX43" fmla="*/ 630449 w 1649826"/>
                <a:gd name="connsiteY43" fmla="*/ 714380 h 986106"/>
                <a:gd name="connsiteX44" fmla="*/ 534339 w 1649826"/>
                <a:gd name="connsiteY44" fmla="*/ 733384 h 986106"/>
                <a:gd name="connsiteX45" fmla="*/ 452984 w 1649826"/>
                <a:gd name="connsiteY45" fmla="*/ 762136 h 986106"/>
                <a:gd name="connsiteX46" fmla="*/ 382630 w 1649826"/>
                <a:gd name="connsiteY46" fmla="*/ 788546 h 986106"/>
                <a:gd name="connsiteX47" fmla="*/ 358343 w 1649826"/>
                <a:gd name="connsiteY47" fmla="*/ 816263 h 986106"/>
                <a:gd name="connsiteX48" fmla="*/ 322459 w 1649826"/>
                <a:gd name="connsiteY48" fmla="*/ 808803 h 986106"/>
                <a:gd name="connsiteX49" fmla="*/ 272960 w 1649826"/>
                <a:gd name="connsiteY49" fmla="*/ 821871 h 986106"/>
                <a:gd name="connsiteX50" fmla="*/ 36467 w 1649826"/>
                <a:gd name="connsiteY50" fmla="*/ 853673 h 986106"/>
                <a:gd name="connsiteX51" fmla="*/ 37 w 1649826"/>
                <a:gd name="connsiteY51" fmla="*/ 893424 h 986106"/>
                <a:gd name="connsiteX52" fmla="*/ 38101 w 1649826"/>
                <a:gd name="connsiteY52" fmla="*/ 929908 h 986106"/>
                <a:gd name="connsiteX53" fmla="*/ 39789 w 1649826"/>
                <a:gd name="connsiteY53" fmla="*/ 929853 h 986106"/>
                <a:gd name="connsiteX54" fmla="*/ 288588 w 1649826"/>
                <a:gd name="connsiteY54" fmla="*/ 896473 h 986106"/>
                <a:gd name="connsiteX55" fmla="*/ 344730 w 1649826"/>
                <a:gd name="connsiteY55" fmla="*/ 881716 h 986106"/>
                <a:gd name="connsiteX56" fmla="*/ 370814 w 1649826"/>
                <a:gd name="connsiteY56" fmla="*/ 853400 h 986106"/>
                <a:gd name="connsiteX57" fmla="*/ 408495 w 1649826"/>
                <a:gd name="connsiteY57" fmla="*/ 860262 h 986106"/>
                <a:gd name="connsiteX58" fmla="*/ 456415 w 1649826"/>
                <a:gd name="connsiteY58" fmla="*/ 842455 h 986106"/>
                <a:gd name="connsiteX59" fmla="*/ 434960 w 1649826"/>
                <a:gd name="connsiteY59" fmla="*/ 888632 h 986106"/>
                <a:gd name="connsiteX60" fmla="*/ 380234 w 1649826"/>
                <a:gd name="connsiteY60" fmla="*/ 942922 h 986106"/>
                <a:gd name="connsiteX61" fmla="*/ 371140 w 1649826"/>
                <a:gd name="connsiteY61" fmla="*/ 975377 h 986106"/>
                <a:gd name="connsiteX62" fmla="*/ 401961 w 1649826"/>
                <a:gd name="connsiteY62" fmla="*/ 983490 h 986106"/>
                <a:gd name="connsiteX63" fmla="*/ 423362 w 1649826"/>
                <a:gd name="connsiteY63" fmla="*/ 956209 h 986106"/>
                <a:gd name="connsiteX64" fmla="*/ 435396 w 1649826"/>
                <a:gd name="connsiteY64" fmla="*/ 922829 h 986106"/>
                <a:gd name="connsiteX65" fmla="*/ 469647 w 1649826"/>
                <a:gd name="connsiteY65" fmla="*/ 873113 h 986106"/>
                <a:gd name="connsiteX66" fmla="*/ 486800 w 1649826"/>
                <a:gd name="connsiteY66" fmla="*/ 835213 h 986106"/>
                <a:gd name="connsiteX67" fmla="*/ 496656 w 1649826"/>
                <a:gd name="connsiteY67" fmla="*/ 827099 h 986106"/>
                <a:gd name="connsiteX68" fmla="*/ 552253 w 1649826"/>
                <a:gd name="connsiteY68" fmla="*/ 807550 h 986106"/>
                <a:gd name="connsiteX69" fmla="*/ 689259 w 1649826"/>
                <a:gd name="connsiteY69" fmla="*/ 782120 h 986106"/>
                <a:gd name="connsiteX70" fmla="*/ 718610 w 1649826"/>
                <a:gd name="connsiteY70" fmla="*/ 759032 h 986106"/>
                <a:gd name="connsiteX71" fmla="*/ 753461 w 1649826"/>
                <a:gd name="connsiteY71" fmla="*/ 772591 h 986106"/>
                <a:gd name="connsiteX72" fmla="*/ 825612 w 1649826"/>
                <a:gd name="connsiteY72" fmla="*/ 762626 h 986106"/>
                <a:gd name="connsiteX73" fmla="*/ 875001 w 1649826"/>
                <a:gd name="connsiteY73" fmla="*/ 755710 h 986106"/>
                <a:gd name="connsiteX74" fmla="*/ 880120 w 1649826"/>
                <a:gd name="connsiteY74" fmla="*/ 755438 h 986106"/>
                <a:gd name="connsiteX75" fmla="*/ 1028997 w 1649826"/>
                <a:gd name="connsiteY75" fmla="*/ 791323 h 986106"/>
                <a:gd name="connsiteX76" fmla="*/ 1065045 w 1649826"/>
                <a:gd name="connsiteY76" fmla="*/ 785551 h 986106"/>
                <a:gd name="connsiteX77" fmla="*/ 1087644 w 1649826"/>
                <a:gd name="connsiteY77" fmla="*/ 814193 h 986106"/>
                <a:gd name="connsiteX78" fmla="*/ 1170087 w 1649826"/>
                <a:gd name="connsiteY78" fmla="*/ 855687 h 986106"/>
                <a:gd name="connsiteX79" fmla="*/ 1346354 w 1649826"/>
                <a:gd name="connsiteY79" fmla="*/ 898760 h 986106"/>
                <a:gd name="connsiteX80" fmla="*/ 1388446 w 1649826"/>
                <a:gd name="connsiteY80" fmla="*/ 897018 h 986106"/>
                <a:gd name="connsiteX81" fmla="*/ 1423297 w 1649826"/>
                <a:gd name="connsiteY81" fmla="*/ 855905 h 986106"/>
                <a:gd name="connsiteX82" fmla="*/ 1382184 w 1649826"/>
                <a:gd name="connsiteY82" fmla="*/ 821055 h 986106"/>
                <a:gd name="connsiteX83" fmla="*/ 1346354 w 1649826"/>
                <a:gd name="connsiteY83" fmla="*/ 822579 h 986106"/>
                <a:gd name="connsiteX84" fmla="*/ 1209511 w 1649826"/>
                <a:gd name="connsiteY84" fmla="*/ 790452 h 986106"/>
                <a:gd name="connsiteX85" fmla="*/ 1117702 w 1649826"/>
                <a:gd name="connsiteY85" fmla="*/ 744166 h 986106"/>
                <a:gd name="connsiteX86" fmla="*/ 1079366 w 1649826"/>
                <a:gd name="connsiteY86" fmla="*/ 749067 h 986106"/>
                <a:gd name="connsiteX87" fmla="*/ 1054481 w 1649826"/>
                <a:gd name="connsiteY87" fmla="*/ 719498 h 986106"/>
                <a:gd name="connsiteX88" fmla="*/ 1039234 w 1649826"/>
                <a:gd name="connsiteY88" fmla="*/ 714271 h 986106"/>
                <a:gd name="connsiteX89" fmla="*/ 1114326 w 1649826"/>
                <a:gd name="connsiteY89" fmla="*/ 706919 h 986106"/>
                <a:gd name="connsiteX90" fmla="*/ 1160557 w 1649826"/>
                <a:gd name="connsiteY90" fmla="*/ 679638 h 986106"/>
                <a:gd name="connsiteX91" fmla="*/ 1170686 w 1649826"/>
                <a:gd name="connsiteY91" fmla="*/ 660797 h 986106"/>
                <a:gd name="connsiteX92" fmla="*/ 1162409 w 1649826"/>
                <a:gd name="connsiteY92" fmla="*/ 642283 h 986106"/>
                <a:gd name="connsiteX93" fmla="*/ 1143676 w 1649826"/>
                <a:gd name="connsiteY93" fmla="*/ 644570 h 986106"/>
                <a:gd name="connsiteX94" fmla="*/ 1129518 w 1649826"/>
                <a:gd name="connsiteY94" fmla="*/ 658292 h 986106"/>
                <a:gd name="connsiteX95" fmla="*/ 1019140 w 1649826"/>
                <a:gd name="connsiteY95" fmla="*/ 702835 h 986106"/>
                <a:gd name="connsiteX96" fmla="*/ 996161 w 1649826"/>
                <a:gd name="connsiteY96" fmla="*/ 700821 h 986106"/>
                <a:gd name="connsiteX97" fmla="*/ 906802 w 1649826"/>
                <a:gd name="connsiteY97" fmla="*/ 681217 h 986106"/>
                <a:gd name="connsiteX98" fmla="*/ 996596 w 1649826"/>
                <a:gd name="connsiteY98" fmla="*/ 549003 h 986106"/>
                <a:gd name="connsiteX99" fmla="*/ 1032209 w 1649826"/>
                <a:gd name="connsiteY99" fmla="*/ 541979 h 986106"/>
                <a:gd name="connsiteX100" fmla="*/ 1060743 w 1649826"/>
                <a:gd name="connsiteY100" fmla="*/ 518291 h 986106"/>
                <a:gd name="connsiteX101" fmla="*/ 1095703 w 1649826"/>
                <a:gd name="connsiteY101" fmla="*/ 530979 h 986106"/>
                <a:gd name="connsiteX102" fmla="*/ 1167364 w 1649826"/>
                <a:gd name="connsiteY102" fmla="*/ 519871 h 986106"/>
                <a:gd name="connsiteX103" fmla="*/ 1335245 w 1649826"/>
                <a:gd name="connsiteY103" fmla="*/ 485184 h 986106"/>
                <a:gd name="connsiteX104" fmla="*/ 1389154 w 1649826"/>
                <a:gd name="connsiteY104" fmla="*/ 473639 h 986106"/>
                <a:gd name="connsiteX105" fmla="*/ 1418559 w 1649826"/>
                <a:gd name="connsiteY105" fmla="*/ 450224 h 986106"/>
                <a:gd name="connsiteX106" fmla="*/ 1454226 w 1649826"/>
                <a:gd name="connsiteY106" fmla="*/ 463402 h 986106"/>
                <a:gd name="connsiteX107" fmla="*/ 1641765 w 1649826"/>
                <a:gd name="connsiteY107" fmla="*/ 384934 h 986106"/>
                <a:gd name="connsiteX108" fmla="*/ 1635231 w 1649826"/>
                <a:gd name="connsiteY108" fmla="*/ 331297 h 986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1649826" h="986106">
                  <a:moveTo>
                    <a:pt x="1635231" y="331297"/>
                  </a:moveTo>
                  <a:cubicBezTo>
                    <a:pt x="1618677" y="318283"/>
                    <a:pt x="1594717" y="321223"/>
                    <a:pt x="1581703" y="337777"/>
                  </a:cubicBezTo>
                  <a:cubicBezTo>
                    <a:pt x="1557634" y="368435"/>
                    <a:pt x="1470182" y="383246"/>
                    <a:pt x="1441430" y="388147"/>
                  </a:cubicBezTo>
                  <a:cubicBezTo>
                    <a:pt x="1427871" y="390434"/>
                    <a:pt x="1417252" y="399582"/>
                    <a:pt x="1412461" y="411453"/>
                  </a:cubicBezTo>
                  <a:cubicBezTo>
                    <a:pt x="1404129" y="401488"/>
                    <a:pt x="1390951" y="396043"/>
                    <a:pt x="1377228" y="398221"/>
                  </a:cubicBezTo>
                  <a:cubicBezTo>
                    <a:pt x="1344992" y="403339"/>
                    <a:pt x="1321740" y="407914"/>
                    <a:pt x="1305186" y="414993"/>
                  </a:cubicBezTo>
                  <a:cubicBezTo>
                    <a:pt x="1280682" y="425502"/>
                    <a:pt x="1220075" y="434650"/>
                    <a:pt x="1155928" y="444397"/>
                  </a:cubicBezTo>
                  <a:cubicBezTo>
                    <a:pt x="1146944" y="445759"/>
                    <a:pt x="1137795" y="447120"/>
                    <a:pt x="1128593" y="448536"/>
                  </a:cubicBezTo>
                  <a:cubicBezTo>
                    <a:pt x="1132622" y="425774"/>
                    <a:pt x="1142860" y="394954"/>
                    <a:pt x="1167527" y="361573"/>
                  </a:cubicBezTo>
                  <a:cubicBezTo>
                    <a:pt x="1211308" y="302273"/>
                    <a:pt x="1234886" y="222607"/>
                    <a:pt x="1235486" y="136353"/>
                  </a:cubicBezTo>
                  <a:cubicBezTo>
                    <a:pt x="1259881" y="124972"/>
                    <a:pt x="1276871" y="100250"/>
                    <a:pt x="1276871" y="71552"/>
                  </a:cubicBezTo>
                  <a:cubicBezTo>
                    <a:pt x="1276871" y="32073"/>
                    <a:pt x="1244852" y="0"/>
                    <a:pt x="1205318" y="0"/>
                  </a:cubicBezTo>
                  <a:cubicBezTo>
                    <a:pt x="1165839" y="0"/>
                    <a:pt x="1133766" y="32019"/>
                    <a:pt x="1133766" y="71552"/>
                  </a:cubicBezTo>
                  <a:cubicBezTo>
                    <a:pt x="1133766" y="106457"/>
                    <a:pt x="1158760" y="135481"/>
                    <a:pt x="1191814" y="141798"/>
                  </a:cubicBezTo>
                  <a:cubicBezTo>
                    <a:pt x="1190398" y="216617"/>
                    <a:pt x="1169814" y="285011"/>
                    <a:pt x="1132459" y="335708"/>
                  </a:cubicBezTo>
                  <a:cubicBezTo>
                    <a:pt x="1098044" y="382320"/>
                    <a:pt x="1086881" y="425938"/>
                    <a:pt x="1083722" y="455615"/>
                  </a:cubicBezTo>
                  <a:cubicBezTo>
                    <a:pt x="1083614" y="455615"/>
                    <a:pt x="1083505" y="455669"/>
                    <a:pt x="1083396" y="455669"/>
                  </a:cubicBezTo>
                  <a:cubicBezTo>
                    <a:pt x="1069565" y="457902"/>
                    <a:pt x="1058674" y="467323"/>
                    <a:pt x="1053936" y="479520"/>
                  </a:cubicBezTo>
                  <a:cubicBezTo>
                    <a:pt x="1045333" y="469610"/>
                    <a:pt x="1031883" y="464382"/>
                    <a:pt x="1018051" y="466996"/>
                  </a:cubicBezTo>
                  <a:cubicBezTo>
                    <a:pt x="1004982" y="469446"/>
                    <a:pt x="992839" y="471842"/>
                    <a:pt x="981023" y="474293"/>
                  </a:cubicBezTo>
                  <a:cubicBezTo>
                    <a:pt x="960058" y="478649"/>
                    <a:pt x="940999" y="486164"/>
                    <a:pt x="924010" y="496401"/>
                  </a:cubicBezTo>
                  <a:cubicBezTo>
                    <a:pt x="920089" y="481699"/>
                    <a:pt x="909035" y="462258"/>
                    <a:pt x="906856" y="455071"/>
                  </a:cubicBezTo>
                  <a:cubicBezTo>
                    <a:pt x="904352" y="446848"/>
                    <a:pt x="902283" y="438353"/>
                    <a:pt x="902663" y="429804"/>
                  </a:cubicBezTo>
                  <a:cubicBezTo>
                    <a:pt x="903263" y="415210"/>
                    <a:pt x="910560" y="399582"/>
                    <a:pt x="903426" y="386840"/>
                  </a:cubicBezTo>
                  <a:cubicBezTo>
                    <a:pt x="899396" y="379598"/>
                    <a:pt x="890793" y="375241"/>
                    <a:pt x="882570" y="376113"/>
                  </a:cubicBezTo>
                  <a:cubicBezTo>
                    <a:pt x="874348" y="376984"/>
                    <a:pt x="866942" y="383137"/>
                    <a:pt x="864546" y="391087"/>
                  </a:cubicBezTo>
                  <a:cubicBezTo>
                    <a:pt x="861551" y="400943"/>
                    <a:pt x="866180" y="411780"/>
                    <a:pt x="873259" y="419240"/>
                  </a:cubicBezTo>
                  <a:cubicBezTo>
                    <a:pt x="878377" y="424577"/>
                    <a:pt x="884858" y="428878"/>
                    <a:pt x="888125" y="435522"/>
                  </a:cubicBezTo>
                  <a:cubicBezTo>
                    <a:pt x="891119" y="441512"/>
                    <a:pt x="891011" y="448536"/>
                    <a:pt x="891283" y="455288"/>
                  </a:cubicBezTo>
                  <a:cubicBezTo>
                    <a:pt x="891719" y="466070"/>
                    <a:pt x="893516" y="497381"/>
                    <a:pt x="905114" y="509633"/>
                  </a:cubicBezTo>
                  <a:cubicBezTo>
                    <a:pt x="859209" y="546662"/>
                    <a:pt x="832473" y="607759"/>
                    <a:pt x="830295" y="685083"/>
                  </a:cubicBezTo>
                  <a:cubicBezTo>
                    <a:pt x="825612" y="685737"/>
                    <a:pt x="820602" y="686390"/>
                    <a:pt x="815375" y="687098"/>
                  </a:cubicBezTo>
                  <a:cubicBezTo>
                    <a:pt x="794464" y="689930"/>
                    <a:pt x="769524" y="693360"/>
                    <a:pt x="742733" y="697172"/>
                  </a:cubicBezTo>
                  <a:cubicBezTo>
                    <a:pt x="728902" y="699133"/>
                    <a:pt x="717848" y="708281"/>
                    <a:pt x="712892" y="720315"/>
                  </a:cubicBezTo>
                  <a:cubicBezTo>
                    <a:pt x="704615" y="710241"/>
                    <a:pt x="691438" y="704687"/>
                    <a:pt x="677552" y="706810"/>
                  </a:cubicBezTo>
                  <a:cubicBezTo>
                    <a:pt x="677062" y="706865"/>
                    <a:pt x="676626" y="706974"/>
                    <a:pt x="676136" y="707028"/>
                  </a:cubicBezTo>
                  <a:cubicBezTo>
                    <a:pt x="657894" y="670544"/>
                    <a:pt x="618034" y="611734"/>
                    <a:pt x="536299" y="563434"/>
                  </a:cubicBezTo>
                  <a:cubicBezTo>
                    <a:pt x="447267" y="510831"/>
                    <a:pt x="355621" y="392176"/>
                    <a:pt x="365749" y="221791"/>
                  </a:cubicBezTo>
                  <a:cubicBezTo>
                    <a:pt x="394228" y="212370"/>
                    <a:pt x="414812" y="185579"/>
                    <a:pt x="414812" y="153887"/>
                  </a:cubicBezTo>
                  <a:cubicBezTo>
                    <a:pt x="414812" y="114408"/>
                    <a:pt x="382793" y="82334"/>
                    <a:pt x="343260" y="82334"/>
                  </a:cubicBezTo>
                  <a:cubicBezTo>
                    <a:pt x="303781" y="82334"/>
                    <a:pt x="271707" y="114353"/>
                    <a:pt x="271707" y="153887"/>
                  </a:cubicBezTo>
                  <a:cubicBezTo>
                    <a:pt x="271707" y="186014"/>
                    <a:pt x="292890" y="213187"/>
                    <a:pt x="322023" y="222226"/>
                  </a:cubicBezTo>
                  <a:cubicBezTo>
                    <a:pt x="311894" y="410364"/>
                    <a:pt x="414486" y="542088"/>
                    <a:pt x="514081" y="600898"/>
                  </a:cubicBezTo>
                  <a:cubicBezTo>
                    <a:pt x="577793" y="638525"/>
                    <a:pt x="612480" y="683341"/>
                    <a:pt x="630449" y="714380"/>
                  </a:cubicBezTo>
                  <a:cubicBezTo>
                    <a:pt x="591297" y="721023"/>
                    <a:pt x="559604" y="727340"/>
                    <a:pt x="534339" y="733384"/>
                  </a:cubicBezTo>
                  <a:cubicBezTo>
                    <a:pt x="517076" y="737522"/>
                    <a:pt x="488761" y="748359"/>
                    <a:pt x="452984" y="762136"/>
                  </a:cubicBezTo>
                  <a:cubicBezTo>
                    <a:pt x="431475" y="770358"/>
                    <a:pt x="407134" y="779724"/>
                    <a:pt x="382630" y="788546"/>
                  </a:cubicBezTo>
                  <a:cubicBezTo>
                    <a:pt x="369833" y="793174"/>
                    <a:pt x="361012" y="803902"/>
                    <a:pt x="358343" y="816263"/>
                  </a:cubicBezTo>
                  <a:cubicBezTo>
                    <a:pt x="348760" y="808095"/>
                    <a:pt x="335419" y="804882"/>
                    <a:pt x="322459" y="808803"/>
                  </a:cubicBezTo>
                  <a:cubicBezTo>
                    <a:pt x="303835" y="814520"/>
                    <a:pt x="287173" y="818876"/>
                    <a:pt x="272960" y="821871"/>
                  </a:cubicBezTo>
                  <a:cubicBezTo>
                    <a:pt x="145429" y="848608"/>
                    <a:pt x="38101" y="853618"/>
                    <a:pt x="36467" y="853673"/>
                  </a:cubicBezTo>
                  <a:cubicBezTo>
                    <a:pt x="15448" y="854598"/>
                    <a:pt x="-888" y="872405"/>
                    <a:pt x="37" y="893424"/>
                  </a:cubicBezTo>
                  <a:cubicBezTo>
                    <a:pt x="909" y="913898"/>
                    <a:pt x="17789" y="929908"/>
                    <a:pt x="38101" y="929908"/>
                  </a:cubicBezTo>
                  <a:cubicBezTo>
                    <a:pt x="38645" y="929908"/>
                    <a:pt x="39244" y="929908"/>
                    <a:pt x="39789" y="929853"/>
                  </a:cubicBezTo>
                  <a:cubicBezTo>
                    <a:pt x="44417" y="929636"/>
                    <a:pt x="154305" y="924626"/>
                    <a:pt x="288588" y="896473"/>
                  </a:cubicBezTo>
                  <a:cubicBezTo>
                    <a:pt x="305251" y="892988"/>
                    <a:pt x="323656" y="888142"/>
                    <a:pt x="344730" y="881716"/>
                  </a:cubicBezTo>
                  <a:cubicBezTo>
                    <a:pt x="358343" y="877578"/>
                    <a:pt x="367982" y="866415"/>
                    <a:pt x="370814" y="853400"/>
                  </a:cubicBezTo>
                  <a:cubicBezTo>
                    <a:pt x="380887" y="862004"/>
                    <a:pt x="395154" y="865053"/>
                    <a:pt x="408495" y="860262"/>
                  </a:cubicBezTo>
                  <a:cubicBezTo>
                    <a:pt x="424940" y="854326"/>
                    <a:pt x="441059" y="848282"/>
                    <a:pt x="456415" y="842455"/>
                  </a:cubicBezTo>
                  <a:cubicBezTo>
                    <a:pt x="454673" y="859063"/>
                    <a:pt x="446014" y="875617"/>
                    <a:pt x="434960" y="888632"/>
                  </a:cubicBezTo>
                  <a:cubicBezTo>
                    <a:pt x="418352" y="908235"/>
                    <a:pt x="396625" y="923101"/>
                    <a:pt x="380234" y="942922"/>
                  </a:cubicBezTo>
                  <a:cubicBezTo>
                    <a:pt x="372665" y="952071"/>
                    <a:pt x="366022" y="964649"/>
                    <a:pt x="371140" y="975377"/>
                  </a:cubicBezTo>
                  <a:cubicBezTo>
                    <a:pt x="376259" y="986050"/>
                    <a:pt x="391397" y="988772"/>
                    <a:pt x="401961" y="983490"/>
                  </a:cubicBezTo>
                  <a:cubicBezTo>
                    <a:pt x="412525" y="978208"/>
                    <a:pt x="419169" y="967263"/>
                    <a:pt x="423362" y="956209"/>
                  </a:cubicBezTo>
                  <a:cubicBezTo>
                    <a:pt x="427609" y="945155"/>
                    <a:pt x="430059" y="933393"/>
                    <a:pt x="435396" y="922829"/>
                  </a:cubicBezTo>
                  <a:cubicBezTo>
                    <a:pt x="444490" y="904805"/>
                    <a:pt x="461261" y="891409"/>
                    <a:pt x="469647" y="873113"/>
                  </a:cubicBezTo>
                  <a:cubicBezTo>
                    <a:pt x="475474" y="860425"/>
                    <a:pt x="477270" y="845450"/>
                    <a:pt x="486800" y="835213"/>
                  </a:cubicBezTo>
                  <a:cubicBezTo>
                    <a:pt x="489686" y="832109"/>
                    <a:pt x="493171" y="829604"/>
                    <a:pt x="496656" y="827099"/>
                  </a:cubicBezTo>
                  <a:cubicBezTo>
                    <a:pt x="520833" y="817896"/>
                    <a:pt x="542016" y="810000"/>
                    <a:pt x="552253" y="807550"/>
                  </a:cubicBezTo>
                  <a:cubicBezTo>
                    <a:pt x="584436" y="799818"/>
                    <a:pt x="630558" y="791214"/>
                    <a:pt x="689259" y="782120"/>
                  </a:cubicBezTo>
                  <a:cubicBezTo>
                    <a:pt x="702873" y="779996"/>
                    <a:pt x="713709" y="770903"/>
                    <a:pt x="718610" y="759032"/>
                  </a:cubicBezTo>
                  <a:cubicBezTo>
                    <a:pt x="726778" y="768997"/>
                    <a:pt x="739793" y="774551"/>
                    <a:pt x="753461" y="772591"/>
                  </a:cubicBezTo>
                  <a:cubicBezTo>
                    <a:pt x="780089" y="768779"/>
                    <a:pt x="804865" y="765403"/>
                    <a:pt x="825612" y="762626"/>
                  </a:cubicBezTo>
                  <a:cubicBezTo>
                    <a:pt x="847175" y="759685"/>
                    <a:pt x="864219" y="757344"/>
                    <a:pt x="875001" y="755710"/>
                  </a:cubicBezTo>
                  <a:cubicBezTo>
                    <a:pt x="875383" y="755656"/>
                    <a:pt x="876961" y="755438"/>
                    <a:pt x="880120" y="755438"/>
                  </a:cubicBezTo>
                  <a:cubicBezTo>
                    <a:pt x="903698" y="755438"/>
                    <a:pt x="958860" y="766546"/>
                    <a:pt x="1028997" y="791323"/>
                  </a:cubicBezTo>
                  <a:cubicBezTo>
                    <a:pt x="1041684" y="795788"/>
                    <a:pt x="1055134" y="793174"/>
                    <a:pt x="1065045" y="785551"/>
                  </a:cubicBezTo>
                  <a:cubicBezTo>
                    <a:pt x="1067169" y="797857"/>
                    <a:pt x="1075282" y="808911"/>
                    <a:pt x="1087644" y="814193"/>
                  </a:cubicBezTo>
                  <a:cubicBezTo>
                    <a:pt x="1118954" y="827643"/>
                    <a:pt x="1146726" y="841584"/>
                    <a:pt x="1170087" y="855687"/>
                  </a:cubicBezTo>
                  <a:cubicBezTo>
                    <a:pt x="1217461" y="884276"/>
                    <a:pt x="1276761" y="898760"/>
                    <a:pt x="1346354" y="898760"/>
                  </a:cubicBezTo>
                  <a:cubicBezTo>
                    <a:pt x="1360184" y="898760"/>
                    <a:pt x="1374343" y="898161"/>
                    <a:pt x="1388446" y="897018"/>
                  </a:cubicBezTo>
                  <a:cubicBezTo>
                    <a:pt x="1409411" y="895275"/>
                    <a:pt x="1425039" y="876870"/>
                    <a:pt x="1423297" y="855905"/>
                  </a:cubicBezTo>
                  <a:cubicBezTo>
                    <a:pt x="1421554" y="834940"/>
                    <a:pt x="1403149" y="819421"/>
                    <a:pt x="1382184" y="821055"/>
                  </a:cubicBezTo>
                  <a:cubicBezTo>
                    <a:pt x="1370150" y="822035"/>
                    <a:pt x="1358115" y="822579"/>
                    <a:pt x="1346354" y="822579"/>
                  </a:cubicBezTo>
                  <a:cubicBezTo>
                    <a:pt x="1291627" y="822579"/>
                    <a:pt x="1244307" y="811471"/>
                    <a:pt x="1209511" y="790452"/>
                  </a:cubicBezTo>
                  <a:cubicBezTo>
                    <a:pt x="1183155" y="774551"/>
                    <a:pt x="1152280" y="758977"/>
                    <a:pt x="1117702" y="744166"/>
                  </a:cubicBezTo>
                  <a:cubicBezTo>
                    <a:pt x="1104524" y="738503"/>
                    <a:pt x="1089930" y="740899"/>
                    <a:pt x="1079366" y="749067"/>
                  </a:cubicBezTo>
                  <a:cubicBezTo>
                    <a:pt x="1077134" y="735889"/>
                    <a:pt x="1067986" y="724290"/>
                    <a:pt x="1054481" y="719498"/>
                  </a:cubicBezTo>
                  <a:cubicBezTo>
                    <a:pt x="1049362" y="717701"/>
                    <a:pt x="1044298" y="715959"/>
                    <a:pt x="1039234" y="714271"/>
                  </a:cubicBezTo>
                  <a:cubicBezTo>
                    <a:pt x="1062486" y="708009"/>
                    <a:pt x="1089985" y="712419"/>
                    <a:pt x="1114326" y="706919"/>
                  </a:cubicBezTo>
                  <a:cubicBezTo>
                    <a:pt x="1132077" y="702890"/>
                    <a:pt x="1148468" y="693197"/>
                    <a:pt x="1160557" y="679638"/>
                  </a:cubicBezTo>
                  <a:cubicBezTo>
                    <a:pt x="1165349" y="674247"/>
                    <a:pt x="1169596" y="667931"/>
                    <a:pt x="1170686" y="660797"/>
                  </a:cubicBezTo>
                  <a:cubicBezTo>
                    <a:pt x="1171720" y="653664"/>
                    <a:pt x="1168834" y="645550"/>
                    <a:pt x="1162409" y="642283"/>
                  </a:cubicBezTo>
                  <a:cubicBezTo>
                    <a:pt x="1156528" y="639288"/>
                    <a:pt x="1149176" y="640976"/>
                    <a:pt x="1143676" y="644570"/>
                  </a:cubicBezTo>
                  <a:cubicBezTo>
                    <a:pt x="1138176" y="648164"/>
                    <a:pt x="1133984" y="653446"/>
                    <a:pt x="1129518" y="658292"/>
                  </a:cubicBezTo>
                  <a:cubicBezTo>
                    <a:pt x="1101856" y="688678"/>
                    <a:pt x="1060090" y="706048"/>
                    <a:pt x="1019140" y="702835"/>
                  </a:cubicBezTo>
                  <a:cubicBezTo>
                    <a:pt x="1011463" y="702236"/>
                    <a:pt x="1003839" y="701038"/>
                    <a:pt x="996161" y="700821"/>
                  </a:cubicBezTo>
                  <a:cubicBezTo>
                    <a:pt x="962400" y="691128"/>
                    <a:pt x="931470" y="684321"/>
                    <a:pt x="906802" y="681217"/>
                  </a:cubicBezTo>
                  <a:cubicBezTo>
                    <a:pt x="909198" y="632917"/>
                    <a:pt x="925480" y="563760"/>
                    <a:pt x="996596" y="549003"/>
                  </a:cubicBezTo>
                  <a:cubicBezTo>
                    <a:pt x="1008467" y="546553"/>
                    <a:pt x="1020339" y="544211"/>
                    <a:pt x="1032209" y="541979"/>
                  </a:cubicBezTo>
                  <a:cubicBezTo>
                    <a:pt x="1045659" y="539474"/>
                    <a:pt x="1056115" y="530162"/>
                    <a:pt x="1060743" y="518291"/>
                  </a:cubicBezTo>
                  <a:cubicBezTo>
                    <a:pt x="1069129" y="527930"/>
                    <a:pt x="1082144" y="533212"/>
                    <a:pt x="1095703" y="530979"/>
                  </a:cubicBezTo>
                  <a:cubicBezTo>
                    <a:pt x="1120425" y="526950"/>
                    <a:pt x="1144276" y="523355"/>
                    <a:pt x="1167364" y="519871"/>
                  </a:cubicBezTo>
                  <a:cubicBezTo>
                    <a:pt x="1242455" y="508490"/>
                    <a:pt x="1301756" y="499505"/>
                    <a:pt x="1335245" y="485184"/>
                  </a:cubicBezTo>
                  <a:cubicBezTo>
                    <a:pt x="1346354" y="480392"/>
                    <a:pt x="1376358" y="475654"/>
                    <a:pt x="1389154" y="473639"/>
                  </a:cubicBezTo>
                  <a:cubicBezTo>
                    <a:pt x="1402877" y="471461"/>
                    <a:pt x="1413713" y="462258"/>
                    <a:pt x="1418559" y="450224"/>
                  </a:cubicBezTo>
                  <a:cubicBezTo>
                    <a:pt x="1426945" y="460298"/>
                    <a:pt x="1440341" y="465744"/>
                    <a:pt x="1454226" y="463402"/>
                  </a:cubicBezTo>
                  <a:cubicBezTo>
                    <a:pt x="1526106" y="451259"/>
                    <a:pt x="1604573" y="432418"/>
                    <a:pt x="1641765" y="384934"/>
                  </a:cubicBezTo>
                  <a:cubicBezTo>
                    <a:pt x="1654671" y="368271"/>
                    <a:pt x="1651785" y="344312"/>
                    <a:pt x="1635231" y="331297"/>
                  </a:cubicBezTo>
                  <a:close/>
                </a:path>
              </a:pathLst>
            </a:custGeom>
            <a:noFill/>
            <a:ln w="5445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orme libre : forme 898">
              <a:extLst>
                <a:ext uri="{FF2B5EF4-FFF2-40B4-BE49-F238E27FC236}">
                  <a16:creationId xmlns:a16="http://schemas.microsoft.com/office/drawing/2014/main" id="{ACCE9189-32E5-403E-A98F-F124F3A15C2F}"/>
                </a:ext>
              </a:extLst>
            </p:cNvPr>
            <p:cNvSpPr/>
            <p:nvPr/>
          </p:nvSpPr>
          <p:spPr>
            <a:xfrm>
              <a:off x="7831905" y="5836757"/>
              <a:ext cx="170955" cy="41218"/>
            </a:xfrm>
            <a:custGeom>
              <a:avLst/>
              <a:gdLst>
                <a:gd name="connsiteX0" fmla="*/ 150673 w 170955"/>
                <a:gd name="connsiteY0" fmla="*/ 474 h 41218"/>
                <a:gd name="connsiteX1" fmla="*/ 112556 w 170955"/>
                <a:gd name="connsiteY1" fmla="*/ 11855 h 41218"/>
                <a:gd name="connsiteX2" fmla="*/ 0 w 170955"/>
                <a:gd name="connsiteY2" fmla="*/ 37121 h 41218"/>
                <a:gd name="connsiteX3" fmla="*/ 54563 w 170955"/>
                <a:gd name="connsiteY3" fmla="*/ 38374 h 41218"/>
                <a:gd name="connsiteX4" fmla="*/ 108526 w 170955"/>
                <a:gd name="connsiteY4" fmla="*/ 26938 h 41218"/>
                <a:gd name="connsiteX5" fmla="*/ 128293 w 170955"/>
                <a:gd name="connsiteY5" fmla="*/ 27319 h 41218"/>
                <a:gd name="connsiteX6" fmla="*/ 144139 w 170955"/>
                <a:gd name="connsiteY6" fmla="*/ 34126 h 41218"/>
                <a:gd name="connsiteX7" fmla="*/ 163307 w 170955"/>
                <a:gd name="connsiteY7" fmla="*/ 37012 h 41218"/>
                <a:gd name="connsiteX8" fmla="*/ 168916 w 170955"/>
                <a:gd name="connsiteY8" fmla="*/ 16919 h 41218"/>
                <a:gd name="connsiteX9" fmla="*/ 150673 w 170955"/>
                <a:gd name="connsiteY9" fmla="*/ 474 h 41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955" h="41218">
                  <a:moveTo>
                    <a:pt x="150673" y="474"/>
                  </a:moveTo>
                  <a:cubicBezTo>
                    <a:pt x="137441" y="-2085"/>
                    <a:pt x="124862" y="6300"/>
                    <a:pt x="112556" y="11855"/>
                  </a:cubicBezTo>
                  <a:cubicBezTo>
                    <a:pt x="77379" y="27755"/>
                    <a:pt x="35340" y="21547"/>
                    <a:pt x="0" y="37121"/>
                  </a:cubicBezTo>
                  <a:cubicBezTo>
                    <a:pt x="17425" y="43002"/>
                    <a:pt x="36484" y="41750"/>
                    <a:pt x="54563" y="38374"/>
                  </a:cubicBezTo>
                  <a:cubicBezTo>
                    <a:pt x="72641" y="34943"/>
                    <a:pt x="90284" y="29443"/>
                    <a:pt x="108526" y="26938"/>
                  </a:cubicBezTo>
                  <a:cubicBezTo>
                    <a:pt x="115115" y="26013"/>
                    <a:pt x="121922" y="25523"/>
                    <a:pt x="128293" y="27319"/>
                  </a:cubicBezTo>
                  <a:cubicBezTo>
                    <a:pt x="133847" y="28844"/>
                    <a:pt x="138803" y="32002"/>
                    <a:pt x="144139" y="34126"/>
                  </a:cubicBezTo>
                  <a:cubicBezTo>
                    <a:pt x="150183" y="36522"/>
                    <a:pt x="156827" y="37502"/>
                    <a:pt x="163307" y="37012"/>
                  </a:cubicBezTo>
                  <a:cubicBezTo>
                    <a:pt x="173381" y="36250"/>
                    <a:pt x="171475" y="23889"/>
                    <a:pt x="168916" y="16919"/>
                  </a:cubicBezTo>
                  <a:cubicBezTo>
                    <a:pt x="166139" y="8859"/>
                    <a:pt x="159168" y="2107"/>
                    <a:pt x="150673" y="474"/>
                  </a:cubicBezTo>
                  <a:close/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orme libre : forme 899">
              <a:extLst>
                <a:ext uri="{FF2B5EF4-FFF2-40B4-BE49-F238E27FC236}">
                  <a16:creationId xmlns:a16="http://schemas.microsoft.com/office/drawing/2014/main" id="{EAAF2D36-E227-4304-B0D9-4BB1779C944A}"/>
                </a:ext>
              </a:extLst>
            </p:cNvPr>
            <p:cNvSpPr/>
            <p:nvPr/>
          </p:nvSpPr>
          <p:spPr>
            <a:xfrm>
              <a:off x="8020240" y="5761159"/>
              <a:ext cx="152327" cy="94756"/>
            </a:xfrm>
            <a:custGeom>
              <a:avLst/>
              <a:gdLst>
                <a:gd name="connsiteX0" fmla="*/ 5956 w 152327"/>
                <a:gd name="connsiteY0" fmla="*/ 85819 h 94756"/>
                <a:gd name="connsiteX1" fmla="*/ 1273 w 152327"/>
                <a:gd name="connsiteY1" fmla="*/ 79993 h 94756"/>
                <a:gd name="connsiteX2" fmla="*/ 2907 w 152327"/>
                <a:gd name="connsiteY2" fmla="*/ 64745 h 94756"/>
                <a:gd name="connsiteX3" fmla="*/ 14941 w 152327"/>
                <a:gd name="connsiteY3" fmla="*/ 54345 h 94756"/>
                <a:gd name="connsiteX4" fmla="*/ 50227 w 152327"/>
                <a:gd name="connsiteY4" fmla="*/ 40677 h 94756"/>
                <a:gd name="connsiteX5" fmla="*/ 152328 w 152327"/>
                <a:gd name="connsiteY5" fmla="*/ 0 h 94756"/>
                <a:gd name="connsiteX6" fmla="*/ 129185 w 152327"/>
                <a:gd name="connsiteY6" fmla="*/ 13287 h 94756"/>
                <a:gd name="connsiteX7" fmla="*/ 38465 w 152327"/>
                <a:gd name="connsiteY7" fmla="*/ 58592 h 94756"/>
                <a:gd name="connsiteX8" fmla="*/ 25560 w 152327"/>
                <a:gd name="connsiteY8" fmla="*/ 69810 h 94756"/>
                <a:gd name="connsiteX9" fmla="*/ 24525 w 152327"/>
                <a:gd name="connsiteY9" fmla="*/ 83695 h 94756"/>
                <a:gd name="connsiteX10" fmla="*/ 18807 w 152327"/>
                <a:gd name="connsiteY10" fmla="*/ 94749 h 94756"/>
                <a:gd name="connsiteX11" fmla="*/ 5956 w 152327"/>
                <a:gd name="connsiteY11" fmla="*/ 85819 h 94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2327" h="94756">
                  <a:moveTo>
                    <a:pt x="5956" y="85819"/>
                  </a:moveTo>
                  <a:cubicBezTo>
                    <a:pt x="4105" y="84077"/>
                    <a:pt x="2362" y="82225"/>
                    <a:pt x="1273" y="79993"/>
                  </a:cubicBezTo>
                  <a:cubicBezTo>
                    <a:pt x="-1068" y="75201"/>
                    <a:pt x="21" y="69211"/>
                    <a:pt x="2907" y="64745"/>
                  </a:cubicBezTo>
                  <a:cubicBezTo>
                    <a:pt x="5793" y="60226"/>
                    <a:pt x="10258" y="57013"/>
                    <a:pt x="14941" y="54345"/>
                  </a:cubicBezTo>
                  <a:cubicBezTo>
                    <a:pt x="25941" y="48137"/>
                    <a:pt x="38302" y="44815"/>
                    <a:pt x="50227" y="40677"/>
                  </a:cubicBezTo>
                  <a:cubicBezTo>
                    <a:pt x="84859" y="28642"/>
                    <a:pt x="116824" y="9148"/>
                    <a:pt x="152328" y="0"/>
                  </a:cubicBezTo>
                  <a:cubicBezTo>
                    <a:pt x="145412" y="5663"/>
                    <a:pt x="137244" y="9475"/>
                    <a:pt x="129185" y="13287"/>
                  </a:cubicBezTo>
                  <a:cubicBezTo>
                    <a:pt x="98636" y="27771"/>
                    <a:pt x="68360" y="42855"/>
                    <a:pt x="38465" y="58592"/>
                  </a:cubicBezTo>
                  <a:cubicBezTo>
                    <a:pt x="33292" y="61315"/>
                    <a:pt x="27792" y="64419"/>
                    <a:pt x="25560" y="69810"/>
                  </a:cubicBezTo>
                  <a:cubicBezTo>
                    <a:pt x="23762" y="74112"/>
                    <a:pt x="24470" y="79012"/>
                    <a:pt x="24525" y="83695"/>
                  </a:cubicBezTo>
                  <a:cubicBezTo>
                    <a:pt x="24579" y="87834"/>
                    <a:pt x="24198" y="95022"/>
                    <a:pt x="18807" y="94749"/>
                  </a:cubicBezTo>
                  <a:cubicBezTo>
                    <a:pt x="14614" y="94477"/>
                    <a:pt x="8788" y="88487"/>
                    <a:pt x="5956" y="85819"/>
                  </a:cubicBezTo>
                  <a:close/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orme libre : forme 900">
              <a:extLst>
                <a:ext uri="{FF2B5EF4-FFF2-40B4-BE49-F238E27FC236}">
                  <a16:creationId xmlns:a16="http://schemas.microsoft.com/office/drawing/2014/main" id="{FCC7B248-779B-450D-838B-608D0C0A95C3}"/>
                </a:ext>
              </a:extLst>
            </p:cNvPr>
            <p:cNvSpPr/>
            <p:nvPr/>
          </p:nvSpPr>
          <p:spPr>
            <a:xfrm>
              <a:off x="8372141" y="5710353"/>
              <a:ext cx="117293" cy="58229"/>
            </a:xfrm>
            <a:custGeom>
              <a:avLst/>
              <a:gdLst>
                <a:gd name="connsiteX0" fmla="*/ 109 w 117293"/>
                <a:gd name="connsiteY0" fmla="*/ 37682 h 58229"/>
                <a:gd name="connsiteX1" fmla="*/ 2941 w 117293"/>
                <a:gd name="connsiteY1" fmla="*/ 31747 h 58229"/>
                <a:gd name="connsiteX2" fmla="*/ 32999 w 117293"/>
                <a:gd name="connsiteY2" fmla="*/ 12906 h 58229"/>
                <a:gd name="connsiteX3" fmla="*/ 48409 w 117293"/>
                <a:gd name="connsiteY3" fmla="*/ 11000 h 58229"/>
                <a:gd name="connsiteX4" fmla="*/ 62567 w 117293"/>
                <a:gd name="connsiteY4" fmla="*/ 6916 h 58229"/>
                <a:gd name="connsiteX5" fmla="*/ 76671 w 117293"/>
                <a:gd name="connsiteY5" fmla="*/ 4628 h 58229"/>
                <a:gd name="connsiteX6" fmla="*/ 117294 w 117293"/>
                <a:gd name="connsiteY6" fmla="*/ 0 h 58229"/>
                <a:gd name="connsiteX7" fmla="*/ 49825 w 117293"/>
                <a:gd name="connsiteY7" fmla="*/ 23415 h 58229"/>
                <a:gd name="connsiteX8" fmla="*/ 27554 w 117293"/>
                <a:gd name="connsiteY8" fmla="*/ 34251 h 58229"/>
                <a:gd name="connsiteX9" fmla="*/ 19004 w 117293"/>
                <a:gd name="connsiteY9" fmla="*/ 46122 h 58229"/>
                <a:gd name="connsiteX10" fmla="*/ 13722 w 117293"/>
                <a:gd name="connsiteY10" fmla="*/ 58157 h 58229"/>
                <a:gd name="connsiteX11" fmla="*/ 109 w 117293"/>
                <a:gd name="connsiteY11" fmla="*/ 37682 h 5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293" h="58229">
                  <a:moveTo>
                    <a:pt x="109" y="37682"/>
                  </a:moveTo>
                  <a:cubicBezTo>
                    <a:pt x="490" y="35504"/>
                    <a:pt x="1634" y="33543"/>
                    <a:pt x="2941" y="31747"/>
                  </a:cubicBezTo>
                  <a:cubicBezTo>
                    <a:pt x="10019" y="21891"/>
                    <a:pt x="21073" y="14975"/>
                    <a:pt x="32999" y="12906"/>
                  </a:cubicBezTo>
                  <a:cubicBezTo>
                    <a:pt x="38118" y="12034"/>
                    <a:pt x="43345" y="12034"/>
                    <a:pt x="48409" y="11000"/>
                  </a:cubicBezTo>
                  <a:cubicBezTo>
                    <a:pt x="53201" y="10019"/>
                    <a:pt x="57775" y="8168"/>
                    <a:pt x="62567" y="6916"/>
                  </a:cubicBezTo>
                  <a:cubicBezTo>
                    <a:pt x="67196" y="5718"/>
                    <a:pt x="71933" y="5173"/>
                    <a:pt x="76671" y="4628"/>
                  </a:cubicBezTo>
                  <a:cubicBezTo>
                    <a:pt x="90230" y="3104"/>
                    <a:pt x="103735" y="1525"/>
                    <a:pt x="117294" y="0"/>
                  </a:cubicBezTo>
                  <a:cubicBezTo>
                    <a:pt x="94804" y="7787"/>
                    <a:pt x="72315" y="15574"/>
                    <a:pt x="49825" y="23415"/>
                  </a:cubicBezTo>
                  <a:cubicBezTo>
                    <a:pt x="41984" y="26138"/>
                    <a:pt x="33924" y="28969"/>
                    <a:pt x="27554" y="34251"/>
                  </a:cubicBezTo>
                  <a:cubicBezTo>
                    <a:pt x="23796" y="37355"/>
                    <a:pt x="20638" y="41494"/>
                    <a:pt x="19004" y="46122"/>
                  </a:cubicBezTo>
                  <a:cubicBezTo>
                    <a:pt x="17371" y="50805"/>
                    <a:pt x="19821" y="57231"/>
                    <a:pt x="13722" y="58157"/>
                  </a:cubicBezTo>
                  <a:cubicBezTo>
                    <a:pt x="5554" y="59409"/>
                    <a:pt x="-926" y="44107"/>
                    <a:pt x="109" y="37682"/>
                  </a:cubicBezTo>
                  <a:close/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orme libre : forme 901">
              <a:extLst>
                <a:ext uri="{FF2B5EF4-FFF2-40B4-BE49-F238E27FC236}">
                  <a16:creationId xmlns:a16="http://schemas.microsoft.com/office/drawing/2014/main" id="{09FC3594-7ECC-4C5A-9F7F-60AECF5D3916}"/>
                </a:ext>
              </a:extLst>
            </p:cNvPr>
            <p:cNvSpPr/>
            <p:nvPr/>
          </p:nvSpPr>
          <p:spPr>
            <a:xfrm>
              <a:off x="8308539" y="5735503"/>
              <a:ext cx="44115" cy="46630"/>
            </a:xfrm>
            <a:custGeom>
              <a:avLst/>
              <a:gdLst>
                <a:gd name="connsiteX0" fmla="*/ 22217 w 44115"/>
                <a:gd name="connsiteY0" fmla="*/ 1314 h 46630"/>
                <a:gd name="connsiteX1" fmla="*/ 0 w 44115"/>
                <a:gd name="connsiteY1" fmla="*/ 1478 h 46630"/>
                <a:gd name="connsiteX2" fmla="*/ 7787 w 44115"/>
                <a:gd name="connsiteY2" fmla="*/ 6324 h 46630"/>
                <a:gd name="connsiteX3" fmla="*/ 18351 w 44115"/>
                <a:gd name="connsiteY3" fmla="*/ 16344 h 46630"/>
                <a:gd name="connsiteX4" fmla="*/ 14212 w 44115"/>
                <a:gd name="connsiteY4" fmla="*/ 36437 h 46630"/>
                <a:gd name="connsiteX5" fmla="*/ 27608 w 44115"/>
                <a:gd name="connsiteY5" fmla="*/ 44823 h 46630"/>
                <a:gd name="connsiteX6" fmla="*/ 42147 w 44115"/>
                <a:gd name="connsiteY6" fmla="*/ 34041 h 46630"/>
                <a:gd name="connsiteX7" fmla="*/ 22217 w 44115"/>
                <a:gd name="connsiteY7" fmla="*/ 1314 h 4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5" h="46630">
                  <a:moveTo>
                    <a:pt x="22217" y="1314"/>
                  </a:moveTo>
                  <a:cubicBezTo>
                    <a:pt x="14975" y="-646"/>
                    <a:pt x="7242" y="-265"/>
                    <a:pt x="0" y="1478"/>
                  </a:cubicBezTo>
                  <a:cubicBezTo>
                    <a:pt x="2614" y="3111"/>
                    <a:pt x="5227" y="4690"/>
                    <a:pt x="7787" y="6324"/>
                  </a:cubicBezTo>
                  <a:cubicBezTo>
                    <a:pt x="11980" y="8938"/>
                    <a:pt x="16444" y="11824"/>
                    <a:pt x="18351" y="16344"/>
                  </a:cubicBezTo>
                  <a:cubicBezTo>
                    <a:pt x="21128" y="22878"/>
                    <a:pt x="17806" y="30284"/>
                    <a:pt x="14212" y="36437"/>
                  </a:cubicBezTo>
                  <a:cubicBezTo>
                    <a:pt x="7678" y="47709"/>
                    <a:pt x="20148" y="48145"/>
                    <a:pt x="27608" y="44823"/>
                  </a:cubicBezTo>
                  <a:cubicBezTo>
                    <a:pt x="32944" y="42481"/>
                    <a:pt x="39261" y="39486"/>
                    <a:pt x="42147" y="34041"/>
                  </a:cubicBezTo>
                  <a:cubicBezTo>
                    <a:pt x="49498" y="20210"/>
                    <a:pt x="34795" y="4745"/>
                    <a:pt x="22217" y="1314"/>
                  </a:cubicBezTo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orme libre : forme 902">
              <a:extLst>
                <a:ext uri="{FF2B5EF4-FFF2-40B4-BE49-F238E27FC236}">
                  <a16:creationId xmlns:a16="http://schemas.microsoft.com/office/drawing/2014/main" id="{1FD2A83C-F5B4-4F28-A744-EBB76CF9801E}"/>
                </a:ext>
              </a:extLst>
            </p:cNvPr>
            <p:cNvSpPr/>
            <p:nvPr/>
          </p:nvSpPr>
          <p:spPr>
            <a:xfrm>
              <a:off x="8027279" y="5957719"/>
              <a:ext cx="22644" cy="32980"/>
            </a:xfrm>
            <a:custGeom>
              <a:avLst/>
              <a:gdLst>
                <a:gd name="connsiteX0" fmla="*/ 5615 w 22644"/>
                <a:gd name="connsiteY0" fmla="*/ 10908 h 32980"/>
                <a:gd name="connsiteX1" fmla="*/ 116 w 22644"/>
                <a:gd name="connsiteY1" fmla="*/ 21963 h 32980"/>
                <a:gd name="connsiteX2" fmla="*/ 5125 w 22644"/>
                <a:gd name="connsiteY2" fmla="*/ 32418 h 32980"/>
                <a:gd name="connsiteX3" fmla="*/ 13565 w 22644"/>
                <a:gd name="connsiteY3" fmla="*/ 31819 h 32980"/>
                <a:gd name="connsiteX4" fmla="*/ 19991 w 22644"/>
                <a:gd name="connsiteY4" fmla="*/ 27898 h 32980"/>
                <a:gd name="connsiteX5" fmla="*/ 22605 w 22644"/>
                <a:gd name="connsiteY5" fmla="*/ 21037 h 32980"/>
                <a:gd name="connsiteX6" fmla="*/ 21407 w 22644"/>
                <a:gd name="connsiteY6" fmla="*/ 17007 h 32980"/>
                <a:gd name="connsiteX7" fmla="*/ 19283 w 22644"/>
                <a:gd name="connsiteY7" fmla="*/ 8240 h 32980"/>
                <a:gd name="connsiteX8" fmla="*/ 17377 w 22644"/>
                <a:gd name="connsiteY8" fmla="*/ 508 h 32980"/>
                <a:gd name="connsiteX9" fmla="*/ 5615 w 22644"/>
                <a:gd name="connsiteY9" fmla="*/ 10908 h 32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44" h="32980">
                  <a:moveTo>
                    <a:pt x="5615" y="10908"/>
                  </a:moveTo>
                  <a:cubicBezTo>
                    <a:pt x="3165" y="14285"/>
                    <a:pt x="714" y="17879"/>
                    <a:pt x="116" y="21963"/>
                  </a:cubicBezTo>
                  <a:cubicBezTo>
                    <a:pt x="-484" y="26047"/>
                    <a:pt x="1259" y="30838"/>
                    <a:pt x="5125" y="32418"/>
                  </a:cubicBezTo>
                  <a:cubicBezTo>
                    <a:pt x="7793" y="33507"/>
                    <a:pt x="10843" y="32853"/>
                    <a:pt x="13565" y="31819"/>
                  </a:cubicBezTo>
                  <a:cubicBezTo>
                    <a:pt x="15907" y="30947"/>
                    <a:pt x="18248" y="29750"/>
                    <a:pt x="19991" y="27898"/>
                  </a:cubicBezTo>
                  <a:cubicBezTo>
                    <a:pt x="21734" y="26101"/>
                    <a:pt x="22877" y="23542"/>
                    <a:pt x="22605" y="21037"/>
                  </a:cubicBezTo>
                  <a:cubicBezTo>
                    <a:pt x="22441" y="19621"/>
                    <a:pt x="21897" y="18314"/>
                    <a:pt x="21407" y="17007"/>
                  </a:cubicBezTo>
                  <a:cubicBezTo>
                    <a:pt x="20372" y="14176"/>
                    <a:pt x="19664" y="11235"/>
                    <a:pt x="19283" y="8240"/>
                  </a:cubicBezTo>
                  <a:cubicBezTo>
                    <a:pt x="19011" y="5844"/>
                    <a:pt x="19555" y="2250"/>
                    <a:pt x="17377" y="508"/>
                  </a:cubicBezTo>
                  <a:cubicBezTo>
                    <a:pt x="13620" y="-2433"/>
                    <a:pt x="7576" y="8240"/>
                    <a:pt x="5615" y="10908"/>
                  </a:cubicBezTo>
                  <a:close/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orme libre : forme 903">
              <a:extLst>
                <a:ext uri="{FF2B5EF4-FFF2-40B4-BE49-F238E27FC236}">
                  <a16:creationId xmlns:a16="http://schemas.microsoft.com/office/drawing/2014/main" id="{0614EFAD-7D6C-437E-B43A-B2A924FAC4F4}"/>
                </a:ext>
              </a:extLst>
            </p:cNvPr>
            <p:cNvSpPr/>
            <p:nvPr/>
          </p:nvSpPr>
          <p:spPr>
            <a:xfrm>
              <a:off x="8782266" y="5666476"/>
              <a:ext cx="24646" cy="17629"/>
            </a:xfrm>
            <a:custGeom>
              <a:avLst/>
              <a:gdLst>
                <a:gd name="connsiteX0" fmla="*/ 24634 w 24646"/>
                <a:gd name="connsiteY0" fmla="*/ 8864 h 17629"/>
                <a:gd name="connsiteX1" fmla="*/ 20114 w 24646"/>
                <a:gd name="connsiteY1" fmla="*/ 315 h 17629"/>
                <a:gd name="connsiteX2" fmla="*/ 14451 w 24646"/>
                <a:gd name="connsiteY2" fmla="*/ 968 h 17629"/>
                <a:gd name="connsiteX3" fmla="*/ 9877 w 24646"/>
                <a:gd name="connsiteY3" fmla="*/ 4508 h 17629"/>
                <a:gd name="connsiteX4" fmla="*/ 5520 w 24646"/>
                <a:gd name="connsiteY4" fmla="*/ 8537 h 17629"/>
                <a:gd name="connsiteX5" fmla="*/ 566 w 24646"/>
                <a:gd name="connsiteY5" fmla="*/ 14200 h 17629"/>
                <a:gd name="connsiteX6" fmla="*/ 348 w 24646"/>
                <a:gd name="connsiteY6" fmla="*/ 17086 h 17629"/>
                <a:gd name="connsiteX7" fmla="*/ 4159 w 24646"/>
                <a:gd name="connsiteY7" fmla="*/ 16651 h 17629"/>
                <a:gd name="connsiteX8" fmla="*/ 12872 w 24646"/>
                <a:gd name="connsiteY8" fmla="*/ 12730 h 17629"/>
                <a:gd name="connsiteX9" fmla="*/ 20877 w 24646"/>
                <a:gd name="connsiteY9" fmla="*/ 16106 h 17629"/>
                <a:gd name="connsiteX10" fmla="*/ 24634 w 24646"/>
                <a:gd name="connsiteY10" fmla="*/ 8864 h 17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646" h="17629">
                  <a:moveTo>
                    <a:pt x="24634" y="8864"/>
                  </a:moveTo>
                  <a:cubicBezTo>
                    <a:pt x="24797" y="5433"/>
                    <a:pt x="23381" y="1458"/>
                    <a:pt x="20114" y="315"/>
                  </a:cubicBezTo>
                  <a:cubicBezTo>
                    <a:pt x="18263" y="-339"/>
                    <a:pt x="16194" y="97"/>
                    <a:pt x="14451" y="968"/>
                  </a:cubicBezTo>
                  <a:cubicBezTo>
                    <a:pt x="12709" y="1839"/>
                    <a:pt x="11293" y="3200"/>
                    <a:pt x="9877" y="4508"/>
                  </a:cubicBezTo>
                  <a:cubicBezTo>
                    <a:pt x="8407" y="5869"/>
                    <a:pt x="6991" y="7230"/>
                    <a:pt x="5520" y="8537"/>
                  </a:cubicBezTo>
                  <a:cubicBezTo>
                    <a:pt x="3669" y="10280"/>
                    <a:pt x="1818" y="12022"/>
                    <a:pt x="566" y="14200"/>
                  </a:cubicBezTo>
                  <a:cubicBezTo>
                    <a:pt x="75" y="15126"/>
                    <a:pt x="-306" y="16324"/>
                    <a:pt x="348" y="17086"/>
                  </a:cubicBezTo>
                  <a:cubicBezTo>
                    <a:pt x="1274" y="18175"/>
                    <a:pt x="2961" y="17413"/>
                    <a:pt x="4159" y="16651"/>
                  </a:cubicBezTo>
                  <a:cubicBezTo>
                    <a:pt x="6828" y="14854"/>
                    <a:pt x="9659" y="13002"/>
                    <a:pt x="12872" y="12730"/>
                  </a:cubicBezTo>
                  <a:cubicBezTo>
                    <a:pt x="16629" y="12403"/>
                    <a:pt x="17827" y="15507"/>
                    <a:pt x="20877" y="16106"/>
                  </a:cubicBezTo>
                  <a:cubicBezTo>
                    <a:pt x="23980" y="16814"/>
                    <a:pt x="24525" y="11205"/>
                    <a:pt x="24634" y="8864"/>
                  </a:cubicBezTo>
                  <a:close/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orme libre : forme 904">
              <a:extLst>
                <a:ext uri="{FF2B5EF4-FFF2-40B4-BE49-F238E27FC236}">
                  <a16:creationId xmlns:a16="http://schemas.microsoft.com/office/drawing/2014/main" id="{23D8E3F6-CCCB-41EF-A1F2-4A6AC296C514}"/>
                </a:ext>
              </a:extLst>
            </p:cNvPr>
            <p:cNvSpPr/>
            <p:nvPr/>
          </p:nvSpPr>
          <p:spPr>
            <a:xfrm>
              <a:off x="8674646" y="5739050"/>
              <a:ext cx="36094" cy="55385"/>
            </a:xfrm>
            <a:custGeom>
              <a:avLst/>
              <a:gdLst>
                <a:gd name="connsiteX0" fmla="*/ 9896 w 36094"/>
                <a:gd name="connsiteY0" fmla="*/ 1307 h 55385"/>
                <a:gd name="connsiteX1" fmla="*/ 24599 w 36094"/>
                <a:gd name="connsiteY1" fmla="*/ 12742 h 55385"/>
                <a:gd name="connsiteX2" fmla="*/ 33257 w 36094"/>
                <a:gd name="connsiteY2" fmla="*/ 21237 h 55385"/>
                <a:gd name="connsiteX3" fmla="*/ 32604 w 36094"/>
                <a:gd name="connsiteY3" fmla="*/ 43182 h 55385"/>
                <a:gd name="connsiteX4" fmla="*/ 13490 w 36094"/>
                <a:gd name="connsiteY4" fmla="*/ 55162 h 55385"/>
                <a:gd name="connsiteX5" fmla="*/ 7501 w 36094"/>
                <a:gd name="connsiteY5" fmla="*/ 54018 h 55385"/>
                <a:gd name="connsiteX6" fmla="*/ 6466 w 36094"/>
                <a:gd name="connsiteY6" fmla="*/ 49880 h 55385"/>
                <a:gd name="connsiteX7" fmla="*/ 13599 w 36094"/>
                <a:gd name="connsiteY7" fmla="*/ 33761 h 55385"/>
                <a:gd name="connsiteX8" fmla="*/ 9570 w 36094"/>
                <a:gd name="connsiteY8" fmla="*/ 22108 h 55385"/>
                <a:gd name="connsiteX9" fmla="*/ 1946 w 36094"/>
                <a:gd name="connsiteY9" fmla="*/ 12034 h 55385"/>
                <a:gd name="connsiteX10" fmla="*/ 1293 w 36094"/>
                <a:gd name="connsiteY10" fmla="*/ 0 h 5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094" h="55385">
                  <a:moveTo>
                    <a:pt x="9896" y="1307"/>
                  </a:moveTo>
                  <a:cubicBezTo>
                    <a:pt x="14797" y="5119"/>
                    <a:pt x="19698" y="8930"/>
                    <a:pt x="24599" y="12742"/>
                  </a:cubicBezTo>
                  <a:cubicBezTo>
                    <a:pt x="27812" y="15247"/>
                    <a:pt x="31079" y="17806"/>
                    <a:pt x="33257" y="21237"/>
                  </a:cubicBezTo>
                  <a:cubicBezTo>
                    <a:pt x="37450" y="27771"/>
                    <a:pt x="36797" y="36702"/>
                    <a:pt x="32604" y="43182"/>
                  </a:cubicBezTo>
                  <a:cubicBezTo>
                    <a:pt x="28411" y="49662"/>
                    <a:pt x="21114" y="53800"/>
                    <a:pt x="13490" y="55162"/>
                  </a:cubicBezTo>
                  <a:cubicBezTo>
                    <a:pt x="11421" y="55543"/>
                    <a:pt x="8917" y="55597"/>
                    <a:pt x="7501" y="54018"/>
                  </a:cubicBezTo>
                  <a:cubicBezTo>
                    <a:pt x="6520" y="52929"/>
                    <a:pt x="6302" y="51295"/>
                    <a:pt x="6466" y="49880"/>
                  </a:cubicBezTo>
                  <a:cubicBezTo>
                    <a:pt x="7119" y="43998"/>
                    <a:pt x="12783" y="39642"/>
                    <a:pt x="13599" y="33761"/>
                  </a:cubicBezTo>
                  <a:cubicBezTo>
                    <a:pt x="14144" y="29568"/>
                    <a:pt x="12129" y="25484"/>
                    <a:pt x="9570" y="22108"/>
                  </a:cubicBezTo>
                  <a:cubicBezTo>
                    <a:pt x="7065" y="18732"/>
                    <a:pt x="3961" y="15737"/>
                    <a:pt x="1946" y="12034"/>
                  </a:cubicBezTo>
                  <a:cubicBezTo>
                    <a:pt x="-68" y="8331"/>
                    <a:pt x="-885" y="3594"/>
                    <a:pt x="1293" y="0"/>
                  </a:cubicBezTo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orme libre : forme 905">
              <a:extLst>
                <a:ext uri="{FF2B5EF4-FFF2-40B4-BE49-F238E27FC236}">
                  <a16:creationId xmlns:a16="http://schemas.microsoft.com/office/drawing/2014/main" id="{791DD945-0D64-43A0-AC14-D3B409818660}"/>
                </a:ext>
              </a:extLst>
            </p:cNvPr>
            <p:cNvSpPr/>
            <p:nvPr/>
          </p:nvSpPr>
          <p:spPr>
            <a:xfrm>
              <a:off x="8726159" y="5769612"/>
              <a:ext cx="127132" cy="50721"/>
            </a:xfrm>
            <a:custGeom>
              <a:avLst/>
              <a:gdLst>
                <a:gd name="connsiteX0" fmla="*/ 32877 w 127132"/>
                <a:gd name="connsiteY0" fmla="*/ 1348 h 50721"/>
                <a:gd name="connsiteX1" fmla="*/ 7719 w 127132"/>
                <a:gd name="connsiteY1" fmla="*/ 4125 h 50721"/>
                <a:gd name="connsiteX2" fmla="*/ 150 w 127132"/>
                <a:gd name="connsiteY2" fmla="*/ 18501 h 50721"/>
                <a:gd name="connsiteX3" fmla="*/ 2873 w 127132"/>
                <a:gd name="connsiteY3" fmla="*/ 34837 h 50721"/>
                <a:gd name="connsiteX4" fmla="*/ 10387 w 127132"/>
                <a:gd name="connsiteY4" fmla="*/ 45619 h 50721"/>
                <a:gd name="connsiteX5" fmla="*/ 22911 w 127132"/>
                <a:gd name="connsiteY5" fmla="*/ 47252 h 50721"/>
                <a:gd name="connsiteX6" fmla="*/ 34892 w 127132"/>
                <a:gd name="connsiteY6" fmla="*/ 31951 h 50721"/>
                <a:gd name="connsiteX7" fmla="*/ 53460 w 127132"/>
                <a:gd name="connsiteY7" fmla="*/ 28738 h 50721"/>
                <a:gd name="connsiteX8" fmla="*/ 90870 w 127132"/>
                <a:gd name="connsiteY8" fmla="*/ 39357 h 50721"/>
                <a:gd name="connsiteX9" fmla="*/ 121691 w 127132"/>
                <a:gd name="connsiteY9" fmla="*/ 50302 h 50721"/>
                <a:gd name="connsiteX10" fmla="*/ 126537 w 127132"/>
                <a:gd name="connsiteY10" fmla="*/ 46926 h 50721"/>
                <a:gd name="connsiteX11" fmla="*/ 114829 w 127132"/>
                <a:gd name="connsiteY11" fmla="*/ 40065 h 50721"/>
                <a:gd name="connsiteX12" fmla="*/ 63697 w 127132"/>
                <a:gd name="connsiteY12" fmla="*/ 11803 h 50721"/>
                <a:gd name="connsiteX13" fmla="*/ 32877 w 127132"/>
                <a:gd name="connsiteY13" fmla="*/ 1348 h 50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132" h="50721">
                  <a:moveTo>
                    <a:pt x="32877" y="1348"/>
                  </a:moveTo>
                  <a:cubicBezTo>
                    <a:pt x="24327" y="-504"/>
                    <a:pt x="14635" y="-1157"/>
                    <a:pt x="7719" y="4125"/>
                  </a:cubicBezTo>
                  <a:cubicBezTo>
                    <a:pt x="3308" y="7501"/>
                    <a:pt x="749" y="13001"/>
                    <a:pt x="150" y="18501"/>
                  </a:cubicBezTo>
                  <a:cubicBezTo>
                    <a:pt x="-449" y="24001"/>
                    <a:pt x="803" y="29664"/>
                    <a:pt x="2873" y="34837"/>
                  </a:cubicBezTo>
                  <a:cubicBezTo>
                    <a:pt x="4506" y="38975"/>
                    <a:pt x="6848" y="42951"/>
                    <a:pt x="10387" y="45619"/>
                  </a:cubicBezTo>
                  <a:cubicBezTo>
                    <a:pt x="13927" y="48287"/>
                    <a:pt x="18936" y="49322"/>
                    <a:pt x="22911" y="47252"/>
                  </a:cubicBezTo>
                  <a:cubicBezTo>
                    <a:pt x="28738" y="44258"/>
                    <a:pt x="29991" y="36307"/>
                    <a:pt x="34892" y="31951"/>
                  </a:cubicBezTo>
                  <a:cubicBezTo>
                    <a:pt x="39738" y="27649"/>
                    <a:pt x="47035" y="27758"/>
                    <a:pt x="53460" y="28738"/>
                  </a:cubicBezTo>
                  <a:cubicBezTo>
                    <a:pt x="66312" y="30699"/>
                    <a:pt x="78618" y="35055"/>
                    <a:pt x="90870" y="39357"/>
                  </a:cubicBezTo>
                  <a:cubicBezTo>
                    <a:pt x="100944" y="42951"/>
                    <a:pt x="111290" y="47851"/>
                    <a:pt x="121691" y="50302"/>
                  </a:cubicBezTo>
                  <a:cubicBezTo>
                    <a:pt x="124413" y="50955"/>
                    <a:pt x="128715" y="51446"/>
                    <a:pt x="126537" y="46926"/>
                  </a:cubicBezTo>
                  <a:cubicBezTo>
                    <a:pt x="125285" y="44366"/>
                    <a:pt x="117335" y="41535"/>
                    <a:pt x="114829" y="40065"/>
                  </a:cubicBezTo>
                  <a:cubicBezTo>
                    <a:pt x="98003" y="30263"/>
                    <a:pt x="81449" y="19808"/>
                    <a:pt x="63697" y="11803"/>
                  </a:cubicBezTo>
                  <a:cubicBezTo>
                    <a:pt x="53732" y="7338"/>
                    <a:pt x="43495" y="3635"/>
                    <a:pt x="32877" y="1348"/>
                  </a:cubicBezTo>
                  <a:close/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1E71AC68-70D4-4C75-A28F-44750AADDC97}"/>
                </a:ext>
              </a:extLst>
            </p:cNvPr>
            <p:cNvSpPr/>
            <p:nvPr/>
          </p:nvSpPr>
          <p:spPr>
            <a:xfrm>
              <a:off x="8957683" y="5848557"/>
              <a:ext cx="93228" cy="46798"/>
            </a:xfrm>
            <a:custGeom>
              <a:avLst/>
              <a:gdLst>
                <a:gd name="connsiteX0" fmla="*/ 11054 w 93228"/>
                <a:gd name="connsiteY0" fmla="*/ 0 h 46798"/>
                <a:gd name="connsiteX1" fmla="*/ 65181 w 93228"/>
                <a:gd name="connsiteY1" fmla="*/ 2614 h 46798"/>
                <a:gd name="connsiteX2" fmla="*/ 82171 w 93228"/>
                <a:gd name="connsiteY2" fmla="*/ 5227 h 46798"/>
                <a:gd name="connsiteX3" fmla="*/ 88215 w 93228"/>
                <a:gd name="connsiteY3" fmla="*/ 11980 h 46798"/>
                <a:gd name="connsiteX4" fmla="*/ 93225 w 93228"/>
                <a:gd name="connsiteY4" fmla="*/ 28697 h 46798"/>
                <a:gd name="connsiteX5" fmla="*/ 85983 w 93228"/>
                <a:gd name="connsiteY5" fmla="*/ 44216 h 46798"/>
                <a:gd name="connsiteX6" fmla="*/ 75527 w 93228"/>
                <a:gd name="connsiteY6" fmla="*/ 45905 h 46798"/>
                <a:gd name="connsiteX7" fmla="*/ 69700 w 93228"/>
                <a:gd name="connsiteY7" fmla="*/ 36212 h 46798"/>
                <a:gd name="connsiteX8" fmla="*/ 37028 w 93228"/>
                <a:gd name="connsiteY8" fmla="*/ 11980 h 46798"/>
                <a:gd name="connsiteX9" fmla="*/ 23143 w 93228"/>
                <a:gd name="connsiteY9" fmla="*/ 6589 h 46798"/>
                <a:gd name="connsiteX10" fmla="*/ 0 w 93228"/>
                <a:gd name="connsiteY10" fmla="*/ 3703 h 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228" h="46798">
                  <a:moveTo>
                    <a:pt x="11054" y="0"/>
                  </a:moveTo>
                  <a:cubicBezTo>
                    <a:pt x="28969" y="2559"/>
                    <a:pt x="47103" y="3431"/>
                    <a:pt x="65181" y="2614"/>
                  </a:cubicBezTo>
                  <a:cubicBezTo>
                    <a:pt x="71008" y="2341"/>
                    <a:pt x="77270" y="2015"/>
                    <a:pt x="82171" y="5227"/>
                  </a:cubicBezTo>
                  <a:cubicBezTo>
                    <a:pt x="84730" y="6916"/>
                    <a:pt x="86636" y="9366"/>
                    <a:pt x="88215" y="11980"/>
                  </a:cubicBezTo>
                  <a:cubicBezTo>
                    <a:pt x="91265" y="16990"/>
                    <a:pt x="93334" y="22816"/>
                    <a:pt x="93225" y="28697"/>
                  </a:cubicBezTo>
                  <a:cubicBezTo>
                    <a:pt x="93116" y="34578"/>
                    <a:pt x="90611" y="40568"/>
                    <a:pt x="85983" y="44216"/>
                  </a:cubicBezTo>
                  <a:cubicBezTo>
                    <a:pt x="83042" y="46503"/>
                    <a:pt x="78740" y="47756"/>
                    <a:pt x="75527" y="45905"/>
                  </a:cubicBezTo>
                  <a:cubicBezTo>
                    <a:pt x="72206" y="43999"/>
                    <a:pt x="71225" y="39751"/>
                    <a:pt x="69700" y="36212"/>
                  </a:cubicBezTo>
                  <a:cubicBezTo>
                    <a:pt x="64310" y="23361"/>
                    <a:pt x="50043" y="17044"/>
                    <a:pt x="37028" y="11980"/>
                  </a:cubicBezTo>
                  <a:cubicBezTo>
                    <a:pt x="32400" y="10183"/>
                    <a:pt x="27771" y="8386"/>
                    <a:pt x="23143" y="6589"/>
                  </a:cubicBezTo>
                  <a:cubicBezTo>
                    <a:pt x="15737" y="3703"/>
                    <a:pt x="7406" y="762"/>
                    <a:pt x="0" y="3703"/>
                  </a:cubicBezTo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orme libre : forme 907">
              <a:extLst>
                <a:ext uri="{FF2B5EF4-FFF2-40B4-BE49-F238E27FC236}">
                  <a16:creationId xmlns:a16="http://schemas.microsoft.com/office/drawing/2014/main" id="{4BEF49BD-67F9-41B4-BDD4-7F1BA65F2E25}"/>
                </a:ext>
              </a:extLst>
            </p:cNvPr>
            <p:cNvSpPr/>
            <p:nvPr/>
          </p:nvSpPr>
          <p:spPr>
            <a:xfrm>
              <a:off x="8580263" y="5496907"/>
              <a:ext cx="113991" cy="40745"/>
            </a:xfrm>
            <a:custGeom>
              <a:avLst/>
              <a:gdLst>
                <a:gd name="connsiteX0" fmla="*/ 94804 w 113991"/>
                <a:gd name="connsiteY0" fmla="*/ 1566 h 40745"/>
                <a:gd name="connsiteX1" fmla="*/ 70844 w 113991"/>
                <a:gd name="connsiteY1" fmla="*/ 967 h 40745"/>
                <a:gd name="connsiteX2" fmla="*/ 21346 w 113991"/>
                <a:gd name="connsiteY2" fmla="*/ 12729 h 40745"/>
                <a:gd name="connsiteX3" fmla="*/ 0 w 113991"/>
                <a:gd name="connsiteY3" fmla="*/ 26288 h 40745"/>
                <a:gd name="connsiteX4" fmla="*/ 5936 w 113991"/>
                <a:gd name="connsiteY4" fmla="*/ 27813 h 40745"/>
                <a:gd name="connsiteX5" fmla="*/ 29296 w 113991"/>
                <a:gd name="connsiteY5" fmla="*/ 19917 h 40745"/>
                <a:gd name="connsiteX6" fmla="*/ 72043 w 113991"/>
                <a:gd name="connsiteY6" fmla="*/ 17358 h 40745"/>
                <a:gd name="connsiteX7" fmla="*/ 91374 w 113991"/>
                <a:gd name="connsiteY7" fmla="*/ 29446 h 40745"/>
                <a:gd name="connsiteX8" fmla="*/ 98344 w 113991"/>
                <a:gd name="connsiteY8" fmla="*/ 40391 h 40745"/>
                <a:gd name="connsiteX9" fmla="*/ 113918 w 113991"/>
                <a:gd name="connsiteY9" fmla="*/ 20461 h 40745"/>
                <a:gd name="connsiteX10" fmla="*/ 94804 w 113991"/>
                <a:gd name="connsiteY10" fmla="*/ 1566 h 4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991" h="40745">
                  <a:moveTo>
                    <a:pt x="94804" y="1566"/>
                  </a:moveTo>
                  <a:cubicBezTo>
                    <a:pt x="87126" y="-776"/>
                    <a:pt x="78850" y="-68"/>
                    <a:pt x="70844" y="967"/>
                  </a:cubicBezTo>
                  <a:cubicBezTo>
                    <a:pt x="54018" y="3254"/>
                    <a:pt x="37410" y="7175"/>
                    <a:pt x="21346" y="12729"/>
                  </a:cubicBezTo>
                  <a:cubicBezTo>
                    <a:pt x="13233" y="15560"/>
                    <a:pt x="4792" y="19155"/>
                    <a:pt x="0" y="26288"/>
                  </a:cubicBezTo>
                  <a:cubicBezTo>
                    <a:pt x="1144" y="28139"/>
                    <a:pt x="3758" y="28139"/>
                    <a:pt x="5936" y="27813"/>
                  </a:cubicBezTo>
                  <a:cubicBezTo>
                    <a:pt x="14050" y="26451"/>
                    <a:pt x="21510" y="22585"/>
                    <a:pt x="29296" y="19917"/>
                  </a:cubicBezTo>
                  <a:cubicBezTo>
                    <a:pt x="42964" y="15234"/>
                    <a:pt x="57939" y="14363"/>
                    <a:pt x="72043" y="17358"/>
                  </a:cubicBezTo>
                  <a:cubicBezTo>
                    <a:pt x="79720" y="18991"/>
                    <a:pt x="87889" y="22367"/>
                    <a:pt x="91374" y="29446"/>
                  </a:cubicBezTo>
                  <a:cubicBezTo>
                    <a:pt x="93334" y="33476"/>
                    <a:pt x="94151" y="38921"/>
                    <a:pt x="98344" y="40391"/>
                  </a:cubicBezTo>
                  <a:cubicBezTo>
                    <a:pt x="106893" y="43332"/>
                    <a:pt x="114844" y="27159"/>
                    <a:pt x="113918" y="20461"/>
                  </a:cubicBezTo>
                  <a:cubicBezTo>
                    <a:pt x="112829" y="12021"/>
                    <a:pt x="102373" y="3853"/>
                    <a:pt x="94804" y="1566"/>
                  </a:cubicBezTo>
                  <a:close/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orme libre : forme 908">
              <a:extLst>
                <a:ext uri="{FF2B5EF4-FFF2-40B4-BE49-F238E27FC236}">
                  <a16:creationId xmlns:a16="http://schemas.microsoft.com/office/drawing/2014/main" id="{0BDDB506-5212-4787-9D77-CE9DBAEB65F4}"/>
                </a:ext>
              </a:extLst>
            </p:cNvPr>
            <p:cNvSpPr/>
            <p:nvPr/>
          </p:nvSpPr>
          <p:spPr>
            <a:xfrm>
              <a:off x="8713657" y="5487982"/>
              <a:ext cx="41974" cy="39461"/>
            </a:xfrm>
            <a:custGeom>
              <a:avLst/>
              <a:gdLst>
                <a:gd name="connsiteX0" fmla="*/ 1924 w 41974"/>
                <a:gd name="connsiteY0" fmla="*/ 28734 h 39461"/>
                <a:gd name="connsiteX1" fmla="*/ 5681 w 41974"/>
                <a:gd name="connsiteY1" fmla="*/ 33961 h 39461"/>
                <a:gd name="connsiteX2" fmla="*/ 10854 w 41974"/>
                <a:gd name="connsiteY2" fmla="*/ 36303 h 39461"/>
                <a:gd name="connsiteX3" fmla="*/ 26537 w 41974"/>
                <a:gd name="connsiteY3" fmla="*/ 39461 h 39461"/>
                <a:gd name="connsiteX4" fmla="*/ 40858 w 41974"/>
                <a:gd name="connsiteY4" fmla="*/ 33417 h 39461"/>
                <a:gd name="connsiteX5" fmla="*/ 41948 w 41974"/>
                <a:gd name="connsiteY5" fmla="*/ 30640 h 39461"/>
                <a:gd name="connsiteX6" fmla="*/ 40423 w 41974"/>
                <a:gd name="connsiteY6" fmla="*/ 28407 h 39461"/>
                <a:gd name="connsiteX7" fmla="*/ 24686 w 41974"/>
                <a:gd name="connsiteY7" fmla="*/ 16972 h 39461"/>
                <a:gd name="connsiteX8" fmla="*/ 15102 w 41974"/>
                <a:gd name="connsiteY8" fmla="*/ 1126 h 39461"/>
                <a:gd name="connsiteX9" fmla="*/ 2686 w 41974"/>
                <a:gd name="connsiteY9" fmla="*/ 8368 h 39461"/>
                <a:gd name="connsiteX10" fmla="*/ 1924 w 41974"/>
                <a:gd name="connsiteY10" fmla="*/ 28734 h 3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74" h="39461">
                  <a:moveTo>
                    <a:pt x="1924" y="28734"/>
                  </a:moveTo>
                  <a:cubicBezTo>
                    <a:pt x="2795" y="30694"/>
                    <a:pt x="3939" y="32654"/>
                    <a:pt x="5681" y="33961"/>
                  </a:cubicBezTo>
                  <a:cubicBezTo>
                    <a:pt x="7206" y="35105"/>
                    <a:pt x="9057" y="35704"/>
                    <a:pt x="10854" y="36303"/>
                  </a:cubicBezTo>
                  <a:cubicBezTo>
                    <a:pt x="15973" y="37937"/>
                    <a:pt x="21201" y="39461"/>
                    <a:pt x="26537" y="39461"/>
                  </a:cubicBezTo>
                  <a:cubicBezTo>
                    <a:pt x="31874" y="39407"/>
                    <a:pt x="37482" y="37555"/>
                    <a:pt x="40858" y="33417"/>
                  </a:cubicBezTo>
                  <a:cubicBezTo>
                    <a:pt x="41512" y="32600"/>
                    <a:pt x="42111" y="31620"/>
                    <a:pt x="41948" y="30640"/>
                  </a:cubicBezTo>
                  <a:cubicBezTo>
                    <a:pt x="41839" y="29714"/>
                    <a:pt x="41131" y="29006"/>
                    <a:pt x="40423" y="28407"/>
                  </a:cubicBezTo>
                  <a:cubicBezTo>
                    <a:pt x="35576" y="24051"/>
                    <a:pt x="29151" y="21709"/>
                    <a:pt x="24686" y="16972"/>
                  </a:cubicBezTo>
                  <a:cubicBezTo>
                    <a:pt x="20656" y="12724"/>
                    <a:pt x="19785" y="4502"/>
                    <a:pt x="15102" y="1126"/>
                  </a:cubicBezTo>
                  <a:cubicBezTo>
                    <a:pt x="9820" y="-2632"/>
                    <a:pt x="5028" y="3848"/>
                    <a:pt x="2686" y="8368"/>
                  </a:cubicBezTo>
                  <a:cubicBezTo>
                    <a:pt x="-581" y="14521"/>
                    <a:pt x="-907" y="22254"/>
                    <a:pt x="1924" y="28734"/>
                  </a:cubicBezTo>
                  <a:close/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orme libre : forme 909">
              <a:extLst>
                <a:ext uri="{FF2B5EF4-FFF2-40B4-BE49-F238E27FC236}">
                  <a16:creationId xmlns:a16="http://schemas.microsoft.com/office/drawing/2014/main" id="{4B3001F7-42C2-4A16-AA71-93CC418BC141}"/>
                </a:ext>
              </a:extLst>
            </p:cNvPr>
            <p:cNvSpPr/>
            <p:nvPr/>
          </p:nvSpPr>
          <p:spPr>
            <a:xfrm>
              <a:off x="8518560" y="5409813"/>
              <a:ext cx="12140" cy="16248"/>
            </a:xfrm>
            <a:custGeom>
              <a:avLst/>
              <a:gdLst>
                <a:gd name="connsiteX0" fmla="*/ 7 w 12140"/>
                <a:gd name="connsiteY0" fmla="*/ 5836 h 16248"/>
                <a:gd name="connsiteX1" fmla="*/ 5398 w 12140"/>
                <a:gd name="connsiteY1" fmla="*/ 14712 h 16248"/>
                <a:gd name="connsiteX2" fmla="*/ 10081 w 12140"/>
                <a:gd name="connsiteY2" fmla="*/ 16236 h 16248"/>
                <a:gd name="connsiteX3" fmla="*/ 11932 w 12140"/>
                <a:gd name="connsiteY3" fmla="*/ 15583 h 16248"/>
                <a:gd name="connsiteX4" fmla="*/ 12096 w 12140"/>
                <a:gd name="connsiteY4" fmla="*/ 14167 h 16248"/>
                <a:gd name="connsiteX5" fmla="*/ 6705 w 12140"/>
                <a:gd name="connsiteY5" fmla="*/ 880 h 16248"/>
                <a:gd name="connsiteX6" fmla="*/ 7 w 12140"/>
                <a:gd name="connsiteY6" fmla="*/ 5836 h 16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40" h="16248">
                  <a:moveTo>
                    <a:pt x="7" y="5836"/>
                  </a:moveTo>
                  <a:cubicBezTo>
                    <a:pt x="116" y="9484"/>
                    <a:pt x="2349" y="12860"/>
                    <a:pt x="5398" y="14712"/>
                  </a:cubicBezTo>
                  <a:cubicBezTo>
                    <a:pt x="6814" y="15583"/>
                    <a:pt x="8393" y="16128"/>
                    <a:pt x="10081" y="16236"/>
                  </a:cubicBezTo>
                  <a:cubicBezTo>
                    <a:pt x="10789" y="16291"/>
                    <a:pt x="11606" y="16182"/>
                    <a:pt x="11932" y="15583"/>
                  </a:cubicBezTo>
                  <a:cubicBezTo>
                    <a:pt x="12205" y="15147"/>
                    <a:pt x="12150" y="14657"/>
                    <a:pt x="12096" y="14167"/>
                  </a:cubicBezTo>
                  <a:cubicBezTo>
                    <a:pt x="11551" y="9539"/>
                    <a:pt x="11442" y="3494"/>
                    <a:pt x="6705" y="880"/>
                  </a:cubicBezTo>
                  <a:cubicBezTo>
                    <a:pt x="2512" y="-1461"/>
                    <a:pt x="-156" y="1098"/>
                    <a:pt x="7" y="5836"/>
                  </a:cubicBezTo>
                  <a:close/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orme libre : forme 910">
              <a:extLst>
                <a:ext uri="{FF2B5EF4-FFF2-40B4-BE49-F238E27FC236}">
                  <a16:creationId xmlns:a16="http://schemas.microsoft.com/office/drawing/2014/main" id="{E7486913-2987-4B78-BBCD-C8FC41163017}"/>
                </a:ext>
              </a:extLst>
            </p:cNvPr>
            <p:cNvSpPr/>
            <p:nvPr/>
          </p:nvSpPr>
          <p:spPr>
            <a:xfrm>
              <a:off x="8917822" y="5423109"/>
              <a:ext cx="139510" cy="41863"/>
            </a:xfrm>
            <a:custGeom>
              <a:avLst/>
              <a:gdLst>
                <a:gd name="connsiteX0" fmla="*/ 139511 w 139510"/>
                <a:gd name="connsiteY0" fmla="*/ 30767 h 41863"/>
                <a:gd name="connsiteX1" fmla="*/ 125244 w 139510"/>
                <a:gd name="connsiteY1" fmla="*/ 4520 h 41863"/>
                <a:gd name="connsiteX2" fmla="*/ 115497 w 139510"/>
                <a:gd name="connsiteY2" fmla="*/ 273 h 41863"/>
                <a:gd name="connsiteX3" fmla="*/ 104715 w 139510"/>
                <a:gd name="connsiteY3" fmla="*/ 763 h 41863"/>
                <a:gd name="connsiteX4" fmla="*/ 60117 w 139510"/>
                <a:gd name="connsiteY4" fmla="*/ 12089 h 41863"/>
                <a:gd name="connsiteX5" fmla="*/ 0 w 139510"/>
                <a:gd name="connsiteY5" fmla="*/ 41058 h 41863"/>
                <a:gd name="connsiteX6" fmla="*/ 9802 w 139510"/>
                <a:gd name="connsiteY6" fmla="*/ 40242 h 41863"/>
                <a:gd name="connsiteX7" fmla="*/ 88161 w 139510"/>
                <a:gd name="connsiteY7" fmla="*/ 21455 h 41863"/>
                <a:gd name="connsiteX8" fmla="*/ 103245 w 139510"/>
                <a:gd name="connsiteY8" fmla="*/ 19822 h 41863"/>
                <a:gd name="connsiteX9" fmla="*/ 134556 w 139510"/>
                <a:gd name="connsiteY9" fmla="*/ 29678 h 41863"/>
                <a:gd name="connsiteX10" fmla="*/ 131670 w 139510"/>
                <a:gd name="connsiteY10" fmla="*/ 28970 h 4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510" h="41863">
                  <a:moveTo>
                    <a:pt x="139511" y="30767"/>
                  </a:moveTo>
                  <a:cubicBezTo>
                    <a:pt x="139457" y="20421"/>
                    <a:pt x="133739" y="10401"/>
                    <a:pt x="125244" y="4520"/>
                  </a:cubicBezTo>
                  <a:cubicBezTo>
                    <a:pt x="122304" y="2451"/>
                    <a:pt x="118982" y="871"/>
                    <a:pt x="115497" y="273"/>
                  </a:cubicBezTo>
                  <a:cubicBezTo>
                    <a:pt x="111957" y="-326"/>
                    <a:pt x="108309" y="164"/>
                    <a:pt x="104715" y="763"/>
                  </a:cubicBezTo>
                  <a:cubicBezTo>
                    <a:pt x="89577" y="3267"/>
                    <a:pt x="74820" y="7678"/>
                    <a:pt x="60117" y="12089"/>
                  </a:cubicBezTo>
                  <a:cubicBezTo>
                    <a:pt x="38608" y="18569"/>
                    <a:pt x="16228" y="25485"/>
                    <a:pt x="0" y="41058"/>
                  </a:cubicBezTo>
                  <a:cubicBezTo>
                    <a:pt x="2941" y="42746"/>
                    <a:pt x="6644" y="41440"/>
                    <a:pt x="9802" y="40242"/>
                  </a:cubicBezTo>
                  <a:cubicBezTo>
                    <a:pt x="34905" y="30549"/>
                    <a:pt x="61642" y="25975"/>
                    <a:pt x="88161" y="21455"/>
                  </a:cubicBezTo>
                  <a:cubicBezTo>
                    <a:pt x="93171" y="20584"/>
                    <a:pt x="98180" y="19767"/>
                    <a:pt x="103245" y="19822"/>
                  </a:cubicBezTo>
                  <a:cubicBezTo>
                    <a:pt x="114299" y="19985"/>
                    <a:pt x="124754" y="24614"/>
                    <a:pt x="134556" y="29678"/>
                  </a:cubicBezTo>
                  <a:cubicBezTo>
                    <a:pt x="133575" y="29460"/>
                    <a:pt x="132650" y="29188"/>
                    <a:pt x="131670" y="28970"/>
                  </a:cubicBezTo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orme libre : forme 911">
              <a:extLst>
                <a:ext uri="{FF2B5EF4-FFF2-40B4-BE49-F238E27FC236}">
                  <a16:creationId xmlns:a16="http://schemas.microsoft.com/office/drawing/2014/main" id="{6FE800EB-1F84-4A01-BE63-3A6AC325C396}"/>
                </a:ext>
              </a:extLst>
            </p:cNvPr>
            <p:cNvSpPr/>
            <p:nvPr/>
          </p:nvSpPr>
          <p:spPr>
            <a:xfrm>
              <a:off x="9072853" y="5407372"/>
              <a:ext cx="74927" cy="46619"/>
            </a:xfrm>
            <a:custGeom>
              <a:avLst/>
              <a:gdLst>
                <a:gd name="connsiteX0" fmla="*/ 4682 w 74927"/>
                <a:gd name="connsiteY0" fmla="*/ 23143 h 46619"/>
                <a:gd name="connsiteX1" fmla="*/ 28697 w 74927"/>
                <a:gd name="connsiteY1" fmla="*/ 9965 h 46619"/>
                <a:gd name="connsiteX2" fmla="*/ 74928 w 74927"/>
                <a:gd name="connsiteY2" fmla="*/ 0 h 46619"/>
                <a:gd name="connsiteX3" fmla="*/ 36973 w 74927"/>
                <a:gd name="connsiteY3" fmla="*/ 15792 h 46619"/>
                <a:gd name="connsiteX4" fmla="*/ 18350 w 74927"/>
                <a:gd name="connsiteY4" fmla="*/ 26846 h 46619"/>
                <a:gd name="connsiteX5" fmla="*/ 10454 w 74927"/>
                <a:gd name="connsiteY5" fmla="*/ 37736 h 46619"/>
                <a:gd name="connsiteX6" fmla="*/ 5009 w 74927"/>
                <a:gd name="connsiteY6" fmla="*/ 46558 h 46619"/>
                <a:gd name="connsiteX7" fmla="*/ 4682 w 74927"/>
                <a:gd name="connsiteY7" fmla="*/ 23143 h 4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4927" h="46619">
                  <a:moveTo>
                    <a:pt x="4682" y="23143"/>
                  </a:moveTo>
                  <a:cubicBezTo>
                    <a:pt x="10563" y="15955"/>
                    <a:pt x="19821" y="12579"/>
                    <a:pt x="28697" y="9965"/>
                  </a:cubicBezTo>
                  <a:cubicBezTo>
                    <a:pt x="43834" y="5500"/>
                    <a:pt x="59300" y="2178"/>
                    <a:pt x="74928" y="0"/>
                  </a:cubicBezTo>
                  <a:cubicBezTo>
                    <a:pt x="62185" y="5119"/>
                    <a:pt x="49498" y="10183"/>
                    <a:pt x="36973" y="15792"/>
                  </a:cubicBezTo>
                  <a:cubicBezTo>
                    <a:pt x="30330" y="18732"/>
                    <a:pt x="23687" y="21945"/>
                    <a:pt x="18350" y="26846"/>
                  </a:cubicBezTo>
                  <a:cubicBezTo>
                    <a:pt x="15029" y="29895"/>
                    <a:pt x="12361" y="33652"/>
                    <a:pt x="10454" y="37736"/>
                  </a:cubicBezTo>
                  <a:cubicBezTo>
                    <a:pt x="8984" y="40840"/>
                    <a:pt x="8984" y="47320"/>
                    <a:pt x="5009" y="46558"/>
                  </a:cubicBezTo>
                  <a:cubicBezTo>
                    <a:pt x="-4139" y="44870"/>
                    <a:pt x="1415" y="27172"/>
                    <a:pt x="4682" y="23143"/>
                  </a:cubicBezTo>
                  <a:close/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orme libre : forme 912">
              <a:extLst>
                <a:ext uri="{FF2B5EF4-FFF2-40B4-BE49-F238E27FC236}">
                  <a16:creationId xmlns:a16="http://schemas.microsoft.com/office/drawing/2014/main" id="{797CD245-EE19-4A6E-99F2-77DA4C0A1827}"/>
                </a:ext>
              </a:extLst>
            </p:cNvPr>
            <p:cNvSpPr/>
            <p:nvPr/>
          </p:nvSpPr>
          <p:spPr>
            <a:xfrm>
              <a:off x="9235279" y="5351842"/>
              <a:ext cx="37554" cy="21090"/>
            </a:xfrm>
            <a:custGeom>
              <a:avLst/>
              <a:gdLst>
                <a:gd name="connsiteX0" fmla="*/ 26419 w 37554"/>
                <a:gd name="connsiteY0" fmla="*/ 532 h 21090"/>
                <a:gd name="connsiteX1" fmla="*/ 33335 w 37554"/>
                <a:gd name="connsiteY1" fmla="*/ 6031 h 21090"/>
                <a:gd name="connsiteX2" fmla="*/ 37093 w 37554"/>
                <a:gd name="connsiteY2" fmla="*/ 11313 h 21090"/>
                <a:gd name="connsiteX3" fmla="*/ 36221 w 37554"/>
                <a:gd name="connsiteY3" fmla="*/ 17412 h 21090"/>
                <a:gd name="connsiteX4" fmla="*/ 18251 w 37554"/>
                <a:gd name="connsiteY4" fmla="*/ 18338 h 21090"/>
                <a:gd name="connsiteX5" fmla="*/ 1262 w 37554"/>
                <a:gd name="connsiteY5" fmla="*/ 19046 h 21090"/>
                <a:gd name="connsiteX6" fmla="*/ 26419 w 37554"/>
                <a:gd name="connsiteY6" fmla="*/ 532 h 2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54" h="21090">
                  <a:moveTo>
                    <a:pt x="26419" y="532"/>
                  </a:moveTo>
                  <a:cubicBezTo>
                    <a:pt x="29142" y="1729"/>
                    <a:pt x="31320" y="3908"/>
                    <a:pt x="33335" y="6031"/>
                  </a:cubicBezTo>
                  <a:cubicBezTo>
                    <a:pt x="34806" y="7610"/>
                    <a:pt x="36330" y="9299"/>
                    <a:pt x="37093" y="11313"/>
                  </a:cubicBezTo>
                  <a:cubicBezTo>
                    <a:pt x="37855" y="13328"/>
                    <a:pt x="37746" y="15888"/>
                    <a:pt x="36221" y="17412"/>
                  </a:cubicBezTo>
                  <a:cubicBezTo>
                    <a:pt x="32573" y="21224"/>
                    <a:pt x="23043" y="17630"/>
                    <a:pt x="18251" y="18338"/>
                  </a:cubicBezTo>
                  <a:cubicBezTo>
                    <a:pt x="13623" y="18991"/>
                    <a:pt x="5346" y="23729"/>
                    <a:pt x="1262" y="19046"/>
                  </a:cubicBezTo>
                  <a:cubicBezTo>
                    <a:pt x="-5762" y="11096"/>
                    <a:pt x="18469" y="-2899"/>
                    <a:pt x="26419" y="532"/>
                  </a:cubicBezTo>
                  <a:close/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orme libre : forme 913">
              <a:extLst>
                <a:ext uri="{FF2B5EF4-FFF2-40B4-BE49-F238E27FC236}">
                  <a16:creationId xmlns:a16="http://schemas.microsoft.com/office/drawing/2014/main" id="{268E0D87-72F3-48CB-A92E-648585698484}"/>
                </a:ext>
              </a:extLst>
            </p:cNvPr>
            <p:cNvSpPr/>
            <p:nvPr/>
          </p:nvSpPr>
          <p:spPr>
            <a:xfrm>
              <a:off x="7657789" y="5876456"/>
              <a:ext cx="47004" cy="47628"/>
            </a:xfrm>
            <a:custGeom>
              <a:avLst/>
              <a:gdLst>
                <a:gd name="connsiteX0" fmla="*/ 1062 w 47004"/>
                <a:gd name="connsiteY0" fmla="*/ 25194 h 47628"/>
                <a:gd name="connsiteX1" fmla="*/ 1988 w 47004"/>
                <a:gd name="connsiteY1" fmla="*/ 40931 h 47628"/>
                <a:gd name="connsiteX2" fmla="*/ 15547 w 47004"/>
                <a:gd name="connsiteY2" fmla="*/ 47193 h 47628"/>
                <a:gd name="connsiteX3" fmla="*/ 24042 w 47004"/>
                <a:gd name="connsiteY3" fmla="*/ 29659 h 47628"/>
                <a:gd name="connsiteX4" fmla="*/ 46966 w 47004"/>
                <a:gd name="connsiteY4" fmla="*/ 6679 h 47628"/>
                <a:gd name="connsiteX5" fmla="*/ 14185 w 47004"/>
                <a:gd name="connsiteY5" fmla="*/ 7115 h 47628"/>
                <a:gd name="connsiteX6" fmla="*/ 1062 w 47004"/>
                <a:gd name="connsiteY6" fmla="*/ 25194 h 47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004" h="47628">
                  <a:moveTo>
                    <a:pt x="1062" y="25194"/>
                  </a:moveTo>
                  <a:cubicBezTo>
                    <a:pt x="-408" y="30367"/>
                    <a:pt x="-572" y="36194"/>
                    <a:pt x="1988" y="40931"/>
                  </a:cubicBezTo>
                  <a:cubicBezTo>
                    <a:pt x="4602" y="45669"/>
                    <a:pt x="10374" y="48827"/>
                    <a:pt x="15547" y="47193"/>
                  </a:cubicBezTo>
                  <a:cubicBezTo>
                    <a:pt x="22245" y="45069"/>
                    <a:pt x="24586" y="36683"/>
                    <a:pt x="24042" y="29659"/>
                  </a:cubicBezTo>
                  <a:cubicBezTo>
                    <a:pt x="22898" y="14085"/>
                    <a:pt x="48110" y="22743"/>
                    <a:pt x="46966" y="6679"/>
                  </a:cubicBezTo>
                  <a:cubicBezTo>
                    <a:pt x="46095" y="-6281"/>
                    <a:pt x="20338" y="2868"/>
                    <a:pt x="14185" y="7115"/>
                  </a:cubicBezTo>
                  <a:cubicBezTo>
                    <a:pt x="7978" y="11417"/>
                    <a:pt x="3186" y="17897"/>
                    <a:pt x="1062" y="25194"/>
                  </a:cubicBezTo>
                  <a:close/>
                </a:path>
              </a:pathLst>
            </a:custGeom>
            <a:solidFill>
              <a:srgbClr val="E887CD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orme libre : forme 914">
              <a:extLst>
                <a:ext uri="{FF2B5EF4-FFF2-40B4-BE49-F238E27FC236}">
                  <a16:creationId xmlns:a16="http://schemas.microsoft.com/office/drawing/2014/main" id="{AC4A0323-8A05-45A3-BA40-D73A88FD5CB8}"/>
                </a:ext>
              </a:extLst>
            </p:cNvPr>
            <p:cNvSpPr/>
            <p:nvPr/>
          </p:nvSpPr>
          <p:spPr>
            <a:xfrm>
              <a:off x="7979202" y="5839136"/>
              <a:ext cx="10890" cy="10890"/>
            </a:xfrm>
            <a:custGeom>
              <a:avLst/>
              <a:gdLst>
                <a:gd name="connsiteX0" fmla="*/ 10890 w 10890"/>
                <a:gd name="connsiteY0" fmla="*/ 5446 h 10890"/>
                <a:gd name="connsiteX1" fmla="*/ 5445 w 10890"/>
                <a:gd name="connsiteY1" fmla="*/ 10891 h 10890"/>
                <a:gd name="connsiteX2" fmla="*/ 0 w 10890"/>
                <a:gd name="connsiteY2" fmla="*/ 5446 h 10890"/>
                <a:gd name="connsiteX3" fmla="*/ 5445 w 10890"/>
                <a:gd name="connsiteY3" fmla="*/ 0 h 10890"/>
                <a:gd name="connsiteX4" fmla="*/ 10890 w 10890"/>
                <a:gd name="connsiteY4" fmla="*/ 5446 h 1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90" h="10890">
                  <a:moveTo>
                    <a:pt x="10890" y="5446"/>
                  </a:moveTo>
                  <a:cubicBezTo>
                    <a:pt x="10890" y="8453"/>
                    <a:pt x="8452" y="10891"/>
                    <a:pt x="5445" y="10891"/>
                  </a:cubicBezTo>
                  <a:cubicBezTo>
                    <a:pt x="2438" y="10891"/>
                    <a:pt x="0" y="8453"/>
                    <a:pt x="0" y="5446"/>
                  </a:cubicBezTo>
                  <a:cubicBezTo>
                    <a:pt x="0" y="2438"/>
                    <a:pt x="2438" y="0"/>
                    <a:pt x="5445" y="0"/>
                  </a:cubicBezTo>
                  <a:cubicBezTo>
                    <a:pt x="8452" y="0"/>
                    <a:pt x="10890" y="2438"/>
                    <a:pt x="10890" y="5446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orme libre : forme 915">
              <a:extLst>
                <a:ext uri="{FF2B5EF4-FFF2-40B4-BE49-F238E27FC236}">
                  <a16:creationId xmlns:a16="http://schemas.microsoft.com/office/drawing/2014/main" id="{5EDBD149-2D8D-4547-B525-F0F478E4AA20}"/>
                </a:ext>
              </a:extLst>
            </p:cNvPr>
            <p:cNvSpPr/>
            <p:nvPr/>
          </p:nvSpPr>
          <p:spPr>
            <a:xfrm>
              <a:off x="7996900" y="5846379"/>
              <a:ext cx="7187" cy="7187"/>
            </a:xfrm>
            <a:custGeom>
              <a:avLst/>
              <a:gdLst>
                <a:gd name="connsiteX0" fmla="*/ 7188 w 7187"/>
                <a:gd name="connsiteY0" fmla="*/ 3594 h 7187"/>
                <a:gd name="connsiteX1" fmla="*/ 3594 w 7187"/>
                <a:gd name="connsiteY1" fmla="*/ 7188 h 7187"/>
                <a:gd name="connsiteX2" fmla="*/ 0 w 7187"/>
                <a:gd name="connsiteY2" fmla="*/ 3594 h 7187"/>
                <a:gd name="connsiteX3" fmla="*/ 3594 w 7187"/>
                <a:gd name="connsiteY3" fmla="*/ 0 h 7187"/>
                <a:gd name="connsiteX4" fmla="*/ 7188 w 7187"/>
                <a:gd name="connsiteY4" fmla="*/ 3594 h 7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7" h="7187">
                  <a:moveTo>
                    <a:pt x="7188" y="3594"/>
                  </a:moveTo>
                  <a:cubicBezTo>
                    <a:pt x="7188" y="5579"/>
                    <a:pt x="5579" y="7188"/>
                    <a:pt x="3594" y="7188"/>
                  </a:cubicBezTo>
                  <a:cubicBezTo>
                    <a:pt x="1609" y="7188"/>
                    <a:pt x="0" y="5579"/>
                    <a:pt x="0" y="3594"/>
                  </a:cubicBezTo>
                  <a:cubicBezTo>
                    <a:pt x="0" y="1609"/>
                    <a:pt x="1609" y="0"/>
                    <a:pt x="3594" y="0"/>
                  </a:cubicBezTo>
                  <a:cubicBezTo>
                    <a:pt x="5579" y="0"/>
                    <a:pt x="7188" y="1609"/>
                    <a:pt x="7188" y="3594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orme libre : forme 916">
              <a:extLst>
                <a:ext uri="{FF2B5EF4-FFF2-40B4-BE49-F238E27FC236}">
                  <a16:creationId xmlns:a16="http://schemas.microsoft.com/office/drawing/2014/main" id="{A998CF19-1058-4567-A521-086BC30B8CEE}"/>
                </a:ext>
              </a:extLst>
            </p:cNvPr>
            <p:cNvSpPr/>
            <p:nvPr/>
          </p:nvSpPr>
          <p:spPr>
            <a:xfrm>
              <a:off x="8017266" y="5836740"/>
              <a:ext cx="5989" cy="5989"/>
            </a:xfrm>
            <a:custGeom>
              <a:avLst/>
              <a:gdLst>
                <a:gd name="connsiteX0" fmla="*/ 5990 w 5989"/>
                <a:gd name="connsiteY0" fmla="*/ 2995 h 5989"/>
                <a:gd name="connsiteX1" fmla="*/ 2995 w 5989"/>
                <a:gd name="connsiteY1" fmla="*/ 5990 h 5989"/>
                <a:gd name="connsiteX2" fmla="*/ 0 w 5989"/>
                <a:gd name="connsiteY2" fmla="*/ 2995 h 5989"/>
                <a:gd name="connsiteX3" fmla="*/ 2995 w 5989"/>
                <a:gd name="connsiteY3" fmla="*/ 0 h 5989"/>
                <a:gd name="connsiteX4" fmla="*/ 5990 w 5989"/>
                <a:gd name="connsiteY4" fmla="*/ 2995 h 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89" h="5989">
                  <a:moveTo>
                    <a:pt x="5990" y="2995"/>
                  </a:moveTo>
                  <a:cubicBezTo>
                    <a:pt x="5990" y="4649"/>
                    <a:pt x="4649" y="5990"/>
                    <a:pt x="2995" y="5990"/>
                  </a:cubicBezTo>
                  <a:cubicBezTo>
                    <a:pt x="1341" y="5990"/>
                    <a:pt x="0" y="4649"/>
                    <a:pt x="0" y="2995"/>
                  </a:cubicBezTo>
                  <a:cubicBezTo>
                    <a:pt x="0" y="1341"/>
                    <a:pt x="1340" y="0"/>
                    <a:pt x="2995" y="0"/>
                  </a:cubicBezTo>
                  <a:cubicBezTo>
                    <a:pt x="4649" y="0"/>
                    <a:pt x="5990" y="1341"/>
                    <a:pt x="5990" y="2995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orme libre : forme 917">
              <a:extLst>
                <a:ext uri="{FF2B5EF4-FFF2-40B4-BE49-F238E27FC236}">
                  <a16:creationId xmlns:a16="http://schemas.microsoft.com/office/drawing/2014/main" id="{F8E1E684-BF87-4EED-875A-4F4D2996FE82}"/>
                </a:ext>
              </a:extLst>
            </p:cNvPr>
            <p:cNvSpPr/>
            <p:nvPr/>
          </p:nvSpPr>
          <p:spPr>
            <a:xfrm>
              <a:off x="8023201" y="5821493"/>
              <a:ext cx="6098" cy="6098"/>
            </a:xfrm>
            <a:custGeom>
              <a:avLst/>
              <a:gdLst>
                <a:gd name="connsiteX0" fmla="*/ 6099 w 6098"/>
                <a:gd name="connsiteY0" fmla="*/ 3049 h 6098"/>
                <a:gd name="connsiteX1" fmla="*/ 3049 w 6098"/>
                <a:gd name="connsiteY1" fmla="*/ 6099 h 6098"/>
                <a:gd name="connsiteX2" fmla="*/ -1 w 6098"/>
                <a:gd name="connsiteY2" fmla="*/ 3049 h 6098"/>
                <a:gd name="connsiteX3" fmla="*/ 3049 w 6098"/>
                <a:gd name="connsiteY3" fmla="*/ 0 h 6098"/>
                <a:gd name="connsiteX4" fmla="*/ 6099 w 6098"/>
                <a:gd name="connsiteY4" fmla="*/ 3049 h 6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98" h="6098">
                  <a:moveTo>
                    <a:pt x="6099" y="3049"/>
                  </a:moveTo>
                  <a:cubicBezTo>
                    <a:pt x="6099" y="4733"/>
                    <a:pt x="4734" y="6099"/>
                    <a:pt x="3049" y="6099"/>
                  </a:cubicBezTo>
                  <a:cubicBezTo>
                    <a:pt x="1365" y="6099"/>
                    <a:pt x="-1" y="4733"/>
                    <a:pt x="-1" y="3049"/>
                  </a:cubicBezTo>
                  <a:cubicBezTo>
                    <a:pt x="-1" y="1365"/>
                    <a:pt x="1365" y="0"/>
                    <a:pt x="3049" y="0"/>
                  </a:cubicBezTo>
                  <a:cubicBezTo>
                    <a:pt x="4734" y="0"/>
                    <a:pt x="6099" y="1365"/>
                    <a:pt x="6099" y="3049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9" name="Forme libre : forme 918">
              <a:extLst>
                <a:ext uri="{FF2B5EF4-FFF2-40B4-BE49-F238E27FC236}">
                  <a16:creationId xmlns:a16="http://schemas.microsoft.com/office/drawing/2014/main" id="{E1AF1B61-5FD5-45B4-B3F4-13A211BB3005}"/>
                </a:ext>
              </a:extLst>
            </p:cNvPr>
            <p:cNvSpPr/>
            <p:nvPr/>
          </p:nvSpPr>
          <p:spPr>
            <a:xfrm>
              <a:off x="8330756" y="5736818"/>
              <a:ext cx="16553" cy="16553"/>
            </a:xfrm>
            <a:custGeom>
              <a:avLst/>
              <a:gdLst>
                <a:gd name="connsiteX0" fmla="*/ 16554 w 16553"/>
                <a:gd name="connsiteY0" fmla="*/ 8277 h 16553"/>
                <a:gd name="connsiteX1" fmla="*/ 8277 w 16553"/>
                <a:gd name="connsiteY1" fmla="*/ 16554 h 16553"/>
                <a:gd name="connsiteX2" fmla="*/ 0 w 16553"/>
                <a:gd name="connsiteY2" fmla="*/ 8277 h 16553"/>
                <a:gd name="connsiteX3" fmla="*/ 8277 w 16553"/>
                <a:gd name="connsiteY3" fmla="*/ 0 h 16553"/>
                <a:gd name="connsiteX4" fmla="*/ 16554 w 16553"/>
                <a:gd name="connsiteY4" fmla="*/ 8277 h 16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53" h="16553">
                  <a:moveTo>
                    <a:pt x="16554" y="8277"/>
                  </a:moveTo>
                  <a:cubicBezTo>
                    <a:pt x="16554" y="12848"/>
                    <a:pt x="12848" y="16554"/>
                    <a:pt x="8277" y="16554"/>
                  </a:cubicBezTo>
                  <a:cubicBezTo>
                    <a:pt x="3706" y="16554"/>
                    <a:pt x="0" y="12848"/>
                    <a:pt x="0" y="8277"/>
                  </a:cubicBezTo>
                  <a:cubicBezTo>
                    <a:pt x="0" y="3706"/>
                    <a:pt x="3706" y="0"/>
                    <a:pt x="8277" y="0"/>
                  </a:cubicBezTo>
                  <a:cubicBezTo>
                    <a:pt x="12848" y="0"/>
                    <a:pt x="16554" y="3706"/>
                    <a:pt x="16554" y="827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0" name="Forme libre : forme 919">
              <a:extLst>
                <a:ext uri="{FF2B5EF4-FFF2-40B4-BE49-F238E27FC236}">
                  <a16:creationId xmlns:a16="http://schemas.microsoft.com/office/drawing/2014/main" id="{4D347FC0-BC62-4706-98DA-08913008B8F6}"/>
                </a:ext>
              </a:extLst>
            </p:cNvPr>
            <p:cNvSpPr/>
            <p:nvPr/>
          </p:nvSpPr>
          <p:spPr>
            <a:xfrm>
              <a:off x="8350632" y="5753372"/>
              <a:ext cx="5445" cy="5445"/>
            </a:xfrm>
            <a:custGeom>
              <a:avLst/>
              <a:gdLst>
                <a:gd name="connsiteX0" fmla="*/ 5446 w 5445"/>
                <a:gd name="connsiteY0" fmla="*/ 2723 h 5445"/>
                <a:gd name="connsiteX1" fmla="*/ 2723 w 5445"/>
                <a:gd name="connsiteY1" fmla="*/ 5446 h 5445"/>
                <a:gd name="connsiteX2" fmla="*/ 0 w 5445"/>
                <a:gd name="connsiteY2" fmla="*/ 2723 h 5445"/>
                <a:gd name="connsiteX3" fmla="*/ 2723 w 5445"/>
                <a:gd name="connsiteY3" fmla="*/ 0 h 5445"/>
                <a:gd name="connsiteX4" fmla="*/ 5446 w 5445"/>
                <a:gd name="connsiteY4" fmla="*/ 2723 h 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45" h="5445">
                  <a:moveTo>
                    <a:pt x="5446" y="2723"/>
                  </a:moveTo>
                  <a:cubicBezTo>
                    <a:pt x="5446" y="4226"/>
                    <a:pt x="4226" y="5446"/>
                    <a:pt x="2723" y="5446"/>
                  </a:cubicBezTo>
                  <a:cubicBezTo>
                    <a:pt x="1219" y="5446"/>
                    <a:pt x="0" y="4226"/>
                    <a:pt x="0" y="2723"/>
                  </a:cubicBezTo>
                  <a:cubicBezTo>
                    <a:pt x="0" y="1219"/>
                    <a:pt x="1219" y="0"/>
                    <a:pt x="2723" y="0"/>
                  </a:cubicBezTo>
                  <a:cubicBezTo>
                    <a:pt x="4226" y="0"/>
                    <a:pt x="5446" y="1219"/>
                    <a:pt x="5446" y="272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orme libre : forme 920">
              <a:extLst>
                <a:ext uri="{FF2B5EF4-FFF2-40B4-BE49-F238E27FC236}">
                  <a16:creationId xmlns:a16="http://schemas.microsoft.com/office/drawing/2014/main" id="{5B9E701E-690D-4F78-9FFE-16AD21335267}"/>
                </a:ext>
              </a:extLst>
            </p:cNvPr>
            <p:cNvSpPr/>
            <p:nvPr/>
          </p:nvSpPr>
          <p:spPr>
            <a:xfrm>
              <a:off x="8376715" y="5730011"/>
              <a:ext cx="9474" cy="9474"/>
            </a:xfrm>
            <a:custGeom>
              <a:avLst/>
              <a:gdLst>
                <a:gd name="connsiteX0" fmla="*/ 9475 w 9474"/>
                <a:gd name="connsiteY0" fmla="*/ 4737 h 9474"/>
                <a:gd name="connsiteX1" fmla="*/ 4737 w 9474"/>
                <a:gd name="connsiteY1" fmla="*/ 9475 h 9474"/>
                <a:gd name="connsiteX2" fmla="*/ 0 w 9474"/>
                <a:gd name="connsiteY2" fmla="*/ 4737 h 9474"/>
                <a:gd name="connsiteX3" fmla="*/ 4737 w 9474"/>
                <a:gd name="connsiteY3" fmla="*/ 0 h 9474"/>
                <a:gd name="connsiteX4" fmla="*/ 9475 w 9474"/>
                <a:gd name="connsiteY4" fmla="*/ 4737 h 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4" h="9474">
                  <a:moveTo>
                    <a:pt x="9475" y="4737"/>
                  </a:moveTo>
                  <a:cubicBezTo>
                    <a:pt x="9475" y="7354"/>
                    <a:pt x="7354" y="9475"/>
                    <a:pt x="4737" y="9475"/>
                  </a:cubicBezTo>
                  <a:cubicBezTo>
                    <a:pt x="2121" y="9475"/>
                    <a:pt x="0" y="7354"/>
                    <a:pt x="0" y="4737"/>
                  </a:cubicBezTo>
                  <a:cubicBezTo>
                    <a:pt x="0" y="2121"/>
                    <a:pt x="2121" y="0"/>
                    <a:pt x="4737" y="0"/>
                  </a:cubicBezTo>
                  <a:cubicBezTo>
                    <a:pt x="7354" y="0"/>
                    <a:pt x="9475" y="2121"/>
                    <a:pt x="9475" y="473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2" name="Forme libre : forme 921">
              <a:extLst>
                <a:ext uri="{FF2B5EF4-FFF2-40B4-BE49-F238E27FC236}">
                  <a16:creationId xmlns:a16="http://schemas.microsoft.com/office/drawing/2014/main" id="{2CF86E9D-CDCE-496B-8905-1E38DD9BD7E5}"/>
                </a:ext>
              </a:extLst>
            </p:cNvPr>
            <p:cNvSpPr/>
            <p:nvPr/>
          </p:nvSpPr>
          <p:spPr>
            <a:xfrm>
              <a:off x="8372250" y="5748090"/>
              <a:ext cx="9148" cy="9148"/>
            </a:xfrm>
            <a:custGeom>
              <a:avLst/>
              <a:gdLst>
                <a:gd name="connsiteX0" fmla="*/ 9149 w 9148"/>
                <a:gd name="connsiteY0" fmla="*/ 4574 h 9148"/>
                <a:gd name="connsiteX1" fmla="*/ 4575 w 9148"/>
                <a:gd name="connsiteY1" fmla="*/ 9149 h 9148"/>
                <a:gd name="connsiteX2" fmla="*/ 1 w 9148"/>
                <a:gd name="connsiteY2" fmla="*/ 4574 h 9148"/>
                <a:gd name="connsiteX3" fmla="*/ 4575 w 9148"/>
                <a:gd name="connsiteY3" fmla="*/ 0 h 9148"/>
                <a:gd name="connsiteX4" fmla="*/ 9149 w 9148"/>
                <a:gd name="connsiteY4" fmla="*/ 4574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8" h="9148">
                  <a:moveTo>
                    <a:pt x="9149" y="4574"/>
                  </a:moveTo>
                  <a:cubicBezTo>
                    <a:pt x="9149" y="7101"/>
                    <a:pt x="7101" y="9149"/>
                    <a:pt x="4575" y="9149"/>
                  </a:cubicBezTo>
                  <a:cubicBezTo>
                    <a:pt x="2049" y="9149"/>
                    <a:pt x="1" y="7101"/>
                    <a:pt x="1" y="4574"/>
                  </a:cubicBezTo>
                  <a:cubicBezTo>
                    <a:pt x="1" y="2048"/>
                    <a:pt x="2049" y="0"/>
                    <a:pt x="4575" y="0"/>
                  </a:cubicBezTo>
                  <a:cubicBezTo>
                    <a:pt x="7101" y="0"/>
                    <a:pt x="9149" y="2048"/>
                    <a:pt x="9149" y="4574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3" name="Forme libre : forme 922">
              <a:extLst>
                <a:ext uri="{FF2B5EF4-FFF2-40B4-BE49-F238E27FC236}">
                  <a16:creationId xmlns:a16="http://schemas.microsoft.com/office/drawing/2014/main" id="{4C8B34E0-F3D1-4A5F-A891-894B89D97C99}"/>
                </a:ext>
              </a:extLst>
            </p:cNvPr>
            <p:cNvSpPr/>
            <p:nvPr/>
          </p:nvSpPr>
          <p:spPr>
            <a:xfrm>
              <a:off x="8694943" y="5753372"/>
              <a:ext cx="11762" cy="11762"/>
            </a:xfrm>
            <a:custGeom>
              <a:avLst/>
              <a:gdLst>
                <a:gd name="connsiteX0" fmla="*/ 11762 w 11762"/>
                <a:gd name="connsiteY0" fmla="*/ 5881 h 11762"/>
                <a:gd name="connsiteX1" fmla="*/ 5882 w 11762"/>
                <a:gd name="connsiteY1" fmla="*/ 11762 h 11762"/>
                <a:gd name="connsiteX2" fmla="*/ 1 w 11762"/>
                <a:gd name="connsiteY2" fmla="*/ 5881 h 11762"/>
                <a:gd name="connsiteX3" fmla="*/ 5882 w 11762"/>
                <a:gd name="connsiteY3" fmla="*/ 0 h 11762"/>
                <a:gd name="connsiteX4" fmla="*/ 11762 w 11762"/>
                <a:gd name="connsiteY4" fmla="*/ 5881 h 11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11762">
                  <a:moveTo>
                    <a:pt x="11762" y="5881"/>
                  </a:moveTo>
                  <a:cubicBezTo>
                    <a:pt x="11762" y="9129"/>
                    <a:pt x="9129" y="11762"/>
                    <a:pt x="5882" y="11762"/>
                  </a:cubicBezTo>
                  <a:cubicBezTo>
                    <a:pt x="2634" y="11762"/>
                    <a:pt x="1" y="9129"/>
                    <a:pt x="1" y="5881"/>
                  </a:cubicBezTo>
                  <a:cubicBezTo>
                    <a:pt x="1" y="2633"/>
                    <a:pt x="2634" y="0"/>
                    <a:pt x="5882" y="0"/>
                  </a:cubicBezTo>
                  <a:cubicBezTo>
                    <a:pt x="9129" y="0"/>
                    <a:pt x="11762" y="2633"/>
                    <a:pt x="11762" y="5881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orme libre : forme 923">
              <a:extLst>
                <a:ext uri="{FF2B5EF4-FFF2-40B4-BE49-F238E27FC236}">
                  <a16:creationId xmlns:a16="http://schemas.microsoft.com/office/drawing/2014/main" id="{9C22D00B-DEC6-493B-8714-92A80A4B88A2}"/>
                </a:ext>
              </a:extLst>
            </p:cNvPr>
            <p:cNvSpPr/>
            <p:nvPr/>
          </p:nvSpPr>
          <p:spPr>
            <a:xfrm>
              <a:off x="8708557" y="5768619"/>
              <a:ext cx="4247" cy="4247"/>
            </a:xfrm>
            <a:custGeom>
              <a:avLst/>
              <a:gdLst>
                <a:gd name="connsiteX0" fmla="*/ 4248 w 4247"/>
                <a:gd name="connsiteY0" fmla="*/ 2124 h 4247"/>
                <a:gd name="connsiteX1" fmla="*/ 2124 w 4247"/>
                <a:gd name="connsiteY1" fmla="*/ 4247 h 4247"/>
                <a:gd name="connsiteX2" fmla="*/ 0 w 4247"/>
                <a:gd name="connsiteY2" fmla="*/ 2124 h 4247"/>
                <a:gd name="connsiteX3" fmla="*/ 2124 w 4247"/>
                <a:gd name="connsiteY3" fmla="*/ 0 h 4247"/>
                <a:gd name="connsiteX4" fmla="*/ 4248 w 4247"/>
                <a:gd name="connsiteY4" fmla="*/ 2124 h 4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47" h="4247">
                  <a:moveTo>
                    <a:pt x="4248" y="2124"/>
                  </a:moveTo>
                  <a:cubicBezTo>
                    <a:pt x="4248" y="3296"/>
                    <a:pt x="3297" y="4247"/>
                    <a:pt x="2124" y="4247"/>
                  </a:cubicBezTo>
                  <a:cubicBezTo>
                    <a:pt x="951" y="4247"/>
                    <a:pt x="0" y="3296"/>
                    <a:pt x="0" y="2124"/>
                  </a:cubicBezTo>
                  <a:cubicBezTo>
                    <a:pt x="0" y="951"/>
                    <a:pt x="951" y="0"/>
                    <a:pt x="2124" y="0"/>
                  </a:cubicBezTo>
                  <a:cubicBezTo>
                    <a:pt x="3296" y="0"/>
                    <a:pt x="4248" y="951"/>
                    <a:pt x="4248" y="2124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orme libre : forme 924">
              <a:extLst>
                <a:ext uri="{FF2B5EF4-FFF2-40B4-BE49-F238E27FC236}">
                  <a16:creationId xmlns:a16="http://schemas.microsoft.com/office/drawing/2014/main" id="{5477FE6B-A286-4F11-A49E-CF12C34666F5}"/>
                </a:ext>
              </a:extLst>
            </p:cNvPr>
            <p:cNvSpPr/>
            <p:nvPr/>
          </p:nvSpPr>
          <p:spPr>
            <a:xfrm>
              <a:off x="8729576" y="5778529"/>
              <a:ext cx="8385" cy="8385"/>
            </a:xfrm>
            <a:custGeom>
              <a:avLst/>
              <a:gdLst>
                <a:gd name="connsiteX0" fmla="*/ 8386 w 8385"/>
                <a:gd name="connsiteY0" fmla="*/ 4193 h 8385"/>
                <a:gd name="connsiteX1" fmla="*/ 4193 w 8385"/>
                <a:gd name="connsiteY1" fmla="*/ 8386 h 8385"/>
                <a:gd name="connsiteX2" fmla="*/ 0 w 8385"/>
                <a:gd name="connsiteY2" fmla="*/ 4193 h 8385"/>
                <a:gd name="connsiteX3" fmla="*/ 4193 w 8385"/>
                <a:gd name="connsiteY3" fmla="*/ 0 h 8385"/>
                <a:gd name="connsiteX4" fmla="*/ 8386 w 8385"/>
                <a:gd name="connsiteY4" fmla="*/ 4193 h 8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5" h="8385">
                  <a:moveTo>
                    <a:pt x="8386" y="4193"/>
                  </a:moveTo>
                  <a:cubicBezTo>
                    <a:pt x="8386" y="6508"/>
                    <a:pt x="6509" y="8386"/>
                    <a:pt x="4193" y="8386"/>
                  </a:cubicBezTo>
                  <a:cubicBezTo>
                    <a:pt x="1877" y="8386"/>
                    <a:pt x="0" y="6509"/>
                    <a:pt x="0" y="4193"/>
                  </a:cubicBezTo>
                  <a:cubicBezTo>
                    <a:pt x="0" y="1877"/>
                    <a:pt x="1877" y="0"/>
                    <a:pt x="4193" y="0"/>
                  </a:cubicBezTo>
                  <a:cubicBezTo>
                    <a:pt x="6509" y="0"/>
                    <a:pt x="8386" y="1877"/>
                    <a:pt x="8386" y="419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orme libre : forme 925">
              <a:extLst>
                <a:ext uri="{FF2B5EF4-FFF2-40B4-BE49-F238E27FC236}">
                  <a16:creationId xmlns:a16="http://schemas.microsoft.com/office/drawing/2014/main" id="{5A0BDF3F-2D8E-43B2-BF44-2167C1F34E18}"/>
                </a:ext>
              </a:extLst>
            </p:cNvPr>
            <p:cNvSpPr/>
            <p:nvPr/>
          </p:nvSpPr>
          <p:spPr>
            <a:xfrm>
              <a:off x="8746565" y="5770742"/>
              <a:ext cx="14049" cy="14049"/>
            </a:xfrm>
            <a:custGeom>
              <a:avLst/>
              <a:gdLst>
                <a:gd name="connsiteX0" fmla="*/ 14049 w 14049"/>
                <a:gd name="connsiteY0" fmla="*/ 7025 h 14049"/>
                <a:gd name="connsiteX1" fmla="*/ 7024 w 14049"/>
                <a:gd name="connsiteY1" fmla="*/ 14049 h 14049"/>
                <a:gd name="connsiteX2" fmla="*/ -1 w 14049"/>
                <a:gd name="connsiteY2" fmla="*/ 7025 h 14049"/>
                <a:gd name="connsiteX3" fmla="*/ 7024 w 14049"/>
                <a:gd name="connsiteY3" fmla="*/ 0 h 14049"/>
                <a:gd name="connsiteX4" fmla="*/ 14049 w 14049"/>
                <a:gd name="connsiteY4" fmla="*/ 7025 h 14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49" h="14049">
                  <a:moveTo>
                    <a:pt x="14049" y="7025"/>
                  </a:moveTo>
                  <a:cubicBezTo>
                    <a:pt x="14049" y="10904"/>
                    <a:pt x="10904" y="14049"/>
                    <a:pt x="7024" y="14049"/>
                  </a:cubicBezTo>
                  <a:cubicBezTo>
                    <a:pt x="3145" y="14049"/>
                    <a:pt x="-1" y="10904"/>
                    <a:pt x="-1" y="7025"/>
                  </a:cubicBezTo>
                  <a:cubicBezTo>
                    <a:pt x="-1" y="3145"/>
                    <a:pt x="3144" y="0"/>
                    <a:pt x="7024" y="0"/>
                  </a:cubicBezTo>
                  <a:cubicBezTo>
                    <a:pt x="10903" y="0"/>
                    <a:pt x="14049" y="3145"/>
                    <a:pt x="14049" y="7025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orme libre : forme 926">
              <a:extLst>
                <a:ext uri="{FF2B5EF4-FFF2-40B4-BE49-F238E27FC236}">
                  <a16:creationId xmlns:a16="http://schemas.microsoft.com/office/drawing/2014/main" id="{8AD8A994-3AA5-4F02-BFAC-75AE8C213F5A}"/>
                </a:ext>
              </a:extLst>
            </p:cNvPr>
            <p:cNvSpPr/>
            <p:nvPr/>
          </p:nvSpPr>
          <p:spPr>
            <a:xfrm>
              <a:off x="8789693" y="5668478"/>
              <a:ext cx="6861" cy="6861"/>
            </a:xfrm>
            <a:custGeom>
              <a:avLst/>
              <a:gdLst>
                <a:gd name="connsiteX0" fmla="*/ 6861 w 6861"/>
                <a:gd name="connsiteY0" fmla="*/ 3431 h 6861"/>
                <a:gd name="connsiteX1" fmla="*/ 3431 w 6861"/>
                <a:gd name="connsiteY1" fmla="*/ 6861 h 6861"/>
                <a:gd name="connsiteX2" fmla="*/ 0 w 6861"/>
                <a:gd name="connsiteY2" fmla="*/ 3431 h 6861"/>
                <a:gd name="connsiteX3" fmla="*/ 3431 w 6861"/>
                <a:gd name="connsiteY3" fmla="*/ 0 h 6861"/>
                <a:gd name="connsiteX4" fmla="*/ 6861 w 6861"/>
                <a:gd name="connsiteY4" fmla="*/ 3431 h 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61" h="6861">
                  <a:moveTo>
                    <a:pt x="6861" y="3431"/>
                  </a:moveTo>
                  <a:cubicBezTo>
                    <a:pt x="6861" y="5325"/>
                    <a:pt x="5325" y="6861"/>
                    <a:pt x="3431" y="6861"/>
                  </a:cubicBezTo>
                  <a:cubicBezTo>
                    <a:pt x="1536" y="6861"/>
                    <a:pt x="0" y="5325"/>
                    <a:pt x="0" y="3431"/>
                  </a:cubicBezTo>
                  <a:cubicBezTo>
                    <a:pt x="0" y="1536"/>
                    <a:pt x="1536" y="0"/>
                    <a:pt x="3431" y="0"/>
                  </a:cubicBezTo>
                  <a:cubicBezTo>
                    <a:pt x="5325" y="0"/>
                    <a:pt x="6861" y="1536"/>
                    <a:pt x="6861" y="3431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orme libre : forme 927">
              <a:extLst>
                <a:ext uri="{FF2B5EF4-FFF2-40B4-BE49-F238E27FC236}">
                  <a16:creationId xmlns:a16="http://schemas.microsoft.com/office/drawing/2014/main" id="{AB066915-351F-4248-8E3D-ED8D47DDAE73}"/>
                </a:ext>
              </a:extLst>
            </p:cNvPr>
            <p:cNvSpPr/>
            <p:nvPr/>
          </p:nvSpPr>
          <p:spPr>
            <a:xfrm>
              <a:off x="8782233" y="5675339"/>
              <a:ext cx="6425" cy="6425"/>
            </a:xfrm>
            <a:custGeom>
              <a:avLst/>
              <a:gdLst>
                <a:gd name="connsiteX0" fmla="*/ 6425 w 6425"/>
                <a:gd name="connsiteY0" fmla="*/ 3213 h 6425"/>
                <a:gd name="connsiteX1" fmla="*/ 3213 w 6425"/>
                <a:gd name="connsiteY1" fmla="*/ 6426 h 6425"/>
                <a:gd name="connsiteX2" fmla="*/ 0 w 6425"/>
                <a:gd name="connsiteY2" fmla="*/ 3213 h 6425"/>
                <a:gd name="connsiteX3" fmla="*/ 3213 w 6425"/>
                <a:gd name="connsiteY3" fmla="*/ 0 h 6425"/>
                <a:gd name="connsiteX4" fmla="*/ 6425 w 6425"/>
                <a:gd name="connsiteY4" fmla="*/ 3213 h 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25" h="6425">
                  <a:moveTo>
                    <a:pt x="6425" y="3213"/>
                  </a:moveTo>
                  <a:cubicBezTo>
                    <a:pt x="6425" y="4987"/>
                    <a:pt x="4987" y="6426"/>
                    <a:pt x="3213" y="6426"/>
                  </a:cubicBezTo>
                  <a:cubicBezTo>
                    <a:pt x="1439" y="6426"/>
                    <a:pt x="0" y="4987"/>
                    <a:pt x="0" y="3213"/>
                  </a:cubicBezTo>
                  <a:cubicBezTo>
                    <a:pt x="0" y="1438"/>
                    <a:pt x="1439" y="0"/>
                    <a:pt x="3213" y="0"/>
                  </a:cubicBezTo>
                  <a:cubicBezTo>
                    <a:pt x="4987" y="0"/>
                    <a:pt x="6425" y="1438"/>
                    <a:pt x="6425" y="321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orme libre : forme 928">
              <a:extLst>
                <a:ext uri="{FF2B5EF4-FFF2-40B4-BE49-F238E27FC236}">
                  <a16:creationId xmlns:a16="http://schemas.microsoft.com/office/drawing/2014/main" id="{931D4D92-F577-4F29-9055-C5E6CC6B9A5F}"/>
                </a:ext>
              </a:extLst>
            </p:cNvPr>
            <p:cNvSpPr/>
            <p:nvPr/>
          </p:nvSpPr>
          <p:spPr>
            <a:xfrm>
              <a:off x="9034953" y="5853676"/>
              <a:ext cx="12197" cy="12197"/>
            </a:xfrm>
            <a:custGeom>
              <a:avLst/>
              <a:gdLst>
                <a:gd name="connsiteX0" fmla="*/ 12197 w 12197"/>
                <a:gd name="connsiteY0" fmla="*/ 6099 h 12197"/>
                <a:gd name="connsiteX1" fmla="*/ 6099 w 12197"/>
                <a:gd name="connsiteY1" fmla="*/ 12198 h 12197"/>
                <a:gd name="connsiteX2" fmla="*/ 0 w 12197"/>
                <a:gd name="connsiteY2" fmla="*/ 6099 h 12197"/>
                <a:gd name="connsiteX3" fmla="*/ 6099 w 12197"/>
                <a:gd name="connsiteY3" fmla="*/ 0 h 12197"/>
                <a:gd name="connsiteX4" fmla="*/ 12197 w 12197"/>
                <a:gd name="connsiteY4" fmla="*/ 6099 h 1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97" h="12197">
                  <a:moveTo>
                    <a:pt x="12197" y="6099"/>
                  </a:moveTo>
                  <a:cubicBezTo>
                    <a:pt x="12197" y="9467"/>
                    <a:pt x="9467" y="12198"/>
                    <a:pt x="6099" y="12198"/>
                  </a:cubicBezTo>
                  <a:cubicBezTo>
                    <a:pt x="2730" y="12198"/>
                    <a:pt x="0" y="9467"/>
                    <a:pt x="0" y="6099"/>
                  </a:cubicBezTo>
                  <a:cubicBezTo>
                    <a:pt x="0" y="2731"/>
                    <a:pt x="2730" y="0"/>
                    <a:pt x="6099" y="0"/>
                  </a:cubicBezTo>
                  <a:cubicBezTo>
                    <a:pt x="9467" y="0"/>
                    <a:pt x="12197" y="2731"/>
                    <a:pt x="12197" y="6099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orme libre : forme 929">
              <a:extLst>
                <a:ext uri="{FF2B5EF4-FFF2-40B4-BE49-F238E27FC236}">
                  <a16:creationId xmlns:a16="http://schemas.microsoft.com/office/drawing/2014/main" id="{87DC10EC-55F2-4472-8D6C-DE52EEF7074B}"/>
                </a:ext>
              </a:extLst>
            </p:cNvPr>
            <p:cNvSpPr/>
            <p:nvPr/>
          </p:nvSpPr>
          <p:spPr>
            <a:xfrm>
              <a:off x="9049655" y="5868759"/>
              <a:ext cx="5445" cy="5445"/>
            </a:xfrm>
            <a:custGeom>
              <a:avLst/>
              <a:gdLst>
                <a:gd name="connsiteX0" fmla="*/ 5446 w 5445"/>
                <a:gd name="connsiteY0" fmla="*/ 2723 h 5445"/>
                <a:gd name="connsiteX1" fmla="*/ 2723 w 5445"/>
                <a:gd name="connsiteY1" fmla="*/ 5445 h 5445"/>
                <a:gd name="connsiteX2" fmla="*/ 0 w 5445"/>
                <a:gd name="connsiteY2" fmla="*/ 2723 h 5445"/>
                <a:gd name="connsiteX3" fmla="*/ 2723 w 5445"/>
                <a:gd name="connsiteY3" fmla="*/ 0 h 5445"/>
                <a:gd name="connsiteX4" fmla="*/ 5446 w 5445"/>
                <a:gd name="connsiteY4" fmla="*/ 2723 h 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45" h="5445">
                  <a:moveTo>
                    <a:pt x="5446" y="2723"/>
                  </a:moveTo>
                  <a:cubicBezTo>
                    <a:pt x="5446" y="4226"/>
                    <a:pt x="4226" y="5445"/>
                    <a:pt x="2723" y="5445"/>
                  </a:cubicBezTo>
                  <a:cubicBezTo>
                    <a:pt x="1219" y="5445"/>
                    <a:pt x="0" y="4226"/>
                    <a:pt x="0" y="2723"/>
                  </a:cubicBezTo>
                  <a:cubicBezTo>
                    <a:pt x="0" y="1219"/>
                    <a:pt x="1219" y="0"/>
                    <a:pt x="2723" y="0"/>
                  </a:cubicBezTo>
                  <a:cubicBezTo>
                    <a:pt x="4226" y="0"/>
                    <a:pt x="5446" y="1219"/>
                    <a:pt x="5446" y="272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orme libre : forme 930">
              <a:extLst>
                <a:ext uri="{FF2B5EF4-FFF2-40B4-BE49-F238E27FC236}">
                  <a16:creationId xmlns:a16="http://schemas.microsoft.com/office/drawing/2014/main" id="{9F36C9AD-2462-41E7-A8DA-0833588A0A82}"/>
                </a:ext>
              </a:extLst>
            </p:cNvPr>
            <p:cNvSpPr/>
            <p:nvPr/>
          </p:nvSpPr>
          <p:spPr>
            <a:xfrm>
              <a:off x="8518567" y="5407318"/>
              <a:ext cx="6752" cy="6752"/>
            </a:xfrm>
            <a:custGeom>
              <a:avLst/>
              <a:gdLst>
                <a:gd name="connsiteX0" fmla="*/ 6752 w 6752"/>
                <a:gd name="connsiteY0" fmla="*/ 3376 h 6752"/>
                <a:gd name="connsiteX1" fmla="*/ 3376 w 6752"/>
                <a:gd name="connsiteY1" fmla="*/ 6752 h 6752"/>
                <a:gd name="connsiteX2" fmla="*/ 0 w 6752"/>
                <a:gd name="connsiteY2" fmla="*/ 3376 h 6752"/>
                <a:gd name="connsiteX3" fmla="*/ 3376 w 6752"/>
                <a:gd name="connsiteY3" fmla="*/ 0 h 6752"/>
                <a:gd name="connsiteX4" fmla="*/ 6752 w 6752"/>
                <a:gd name="connsiteY4" fmla="*/ 3376 h 6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2" h="6752">
                  <a:moveTo>
                    <a:pt x="6752" y="3376"/>
                  </a:moveTo>
                  <a:cubicBezTo>
                    <a:pt x="6752" y="5241"/>
                    <a:pt x="5241" y="6752"/>
                    <a:pt x="3376" y="6752"/>
                  </a:cubicBezTo>
                  <a:cubicBezTo>
                    <a:pt x="1512" y="6752"/>
                    <a:pt x="0" y="5241"/>
                    <a:pt x="0" y="3376"/>
                  </a:cubicBezTo>
                  <a:cubicBezTo>
                    <a:pt x="0" y="1511"/>
                    <a:pt x="1512" y="0"/>
                    <a:pt x="3376" y="0"/>
                  </a:cubicBezTo>
                  <a:cubicBezTo>
                    <a:pt x="5241" y="0"/>
                    <a:pt x="6752" y="1511"/>
                    <a:pt x="6752" y="3376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orme libre : forme 931">
              <a:extLst>
                <a:ext uri="{FF2B5EF4-FFF2-40B4-BE49-F238E27FC236}">
                  <a16:creationId xmlns:a16="http://schemas.microsoft.com/office/drawing/2014/main" id="{2A7E2790-4442-4997-A3D3-3906B6ECC3E1}"/>
                </a:ext>
              </a:extLst>
            </p:cNvPr>
            <p:cNvSpPr/>
            <p:nvPr/>
          </p:nvSpPr>
          <p:spPr>
            <a:xfrm>
              <a:off x="8667335" y="5494607"/>
              <a:ext cx="13613" cy="13613"/>
            </a:xfrm>
            <a:custGeom>
              <a:avLst/>
              <a:gdLst>
                <a:gd name="connsiteX0" fmla="*/ 13613 w 13613"/>
                <a:gd name="connsiteY0" fmla="*/ 6807 h 13613"/>
                <a:gd name="connsiteX1" fmla="*/ 6806 w 13613"/>
                <a:gd name="connsiteY1" fmla="*/ 13614 h 13613"/>
                <a:gd name="connsiteX2" fmla="*/ 0 w 13613"/>
                <a:gd name="connsiteY2" fmla="*/ 6807 h 13613"/>
                <a:gd name="connsiteX3" fmla="*/ 6806 w 13613"/>
                <a:gd name="connsiteY3" fmla="*/ 0 h 13613"/>
                <a:gd name="connsiteX4" fmla="*/ 13613 w 13613"/>
                <a:gd name="connsiteY4" fmla="*/ 6807 h 13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13" h="13613">
                  <a:moveTo>
                    <a:pt x="13613" y="6807"/>
                  </a:moveTo>
                  <a:cubicBezTo>
                    <a:pt x="13613" y="10566"/>
                    <a:pt x="10565" y="13614"/>
                    <a:pt x="6806" y="13614"/>
                  </a:cubicBezTo>
                  <a:cubicBezTo>
                    <a:pt x="3047" y="13614"/>
                    <a:pt x="0" y="10566"/>
                    <a:pt x="0" y="6807"/>
                  </a:cubicBezTo>
                  <a:cubicBezTo>
                    <a:pt x="0" y="3047"/>
                    <a:pt x="3047" y="0"/>
                    <a:pt x="6806" y="0"/>
                  </a:cubicBezTo>
                  <a:cubicBezTo>
                    <a:pt x="10565" y="0"/>
                    <a:pt x="13613" y="3047"/>
                    <a:pt x="13613" y="680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orme libre : forme 932">
              <a:extLst>
                <a:ext uri="{FF2B5EF4-FFF2-40B4-BE49-F238E27FC236}">
                  <a16:creationId xmlns:a16="http://schemas.microsoft.com/office/drawing/2014/main" id="{4C0E3647-17AF-4705-A64E-993EFC116058}"/>
                </a:ext>
              </a:extLst>
            </p:cNvPr>
            <p:cNvSpPr/>
            <p:nvPr/>
          </p:nvSpPr>
          <p:spPr>
            <a:xfrm>
              <a:off x="8688844" y="5507404"/>
              <a:ext cx="9910" cy="9910"/>
            </a:xfrm>
            <a:custGeom>
              <a:avLst/>
              <a:gdLst>
                <a:gd name="connsiteX0" fmla="*/ 9910 w 9910"/>
                <a:gd name="connsiteY0" fmla="*/ 4955 h 9910"/>
                <a:gd name="connsiteX1" fmla="*/ 4955 w 9910"/>
                <a:gd name="connsiteY1" fmla="*/ 9911 h 9910"/>
                <a:gd name="connsiteX2" fmla="*/ -1 w 9910"/>
                <a:gd name="connsiteY2" fmla="*/ 4955 h 9910"/>
                <a:gd name="connsiteX3" fmla="*/ 4955 w 9910"/>
                <a:gd name="connsiteY3" fmla="*/ 0 h 9910"/>
                <a:gd name="connsiteX4" fmla="*/ 9910 w 9910"/>
                <a:gd name="connsiteY4" fmla="*/ 4955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10" h="9910">
                  <a:moveTo>
                    <a:pt x="9910" y="4955"/>
                  </a:moveTo>
                  <a:cubicBezTo>
                    <a:pt x="9910" y="7692"/>
                    <a:pt x="7692" y="9911"/>
                    <a:pt x="4955" y="9911"/>
                  </a:cubicBezTo>
                  <a:cubicBezTo>
                    <a:pt x="2218" y="9911"/>
                    <a:pt x="-1" y="7692"/>
                    <a:pt x="-1" y="4955"/>
                  </a:cubicBezTo>
                  <a:cubicBezTo>
                    <a:pt x="-1" y="2219"/>
                    <a:pt x="2218" y="0"/>
                    <a:pt x="4955" y="0"/>
                  </a:cubicBezTo>
                  <a:cubicBezTo>
                    <a:pt x="7692" y="0"/>
                    <a:pt x="9910" y="2219"/>
                    <a:pt x="9910" y="4955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orme libre : forme 933">
              <a:extLst>
                <a:ext uri="{FF2B5EF4-FFF2-40B4-BE49-F238E27FC236}">
                  <a16:creationId xmlns:a16="http://schemas.microsoft.com/office/drawing/2014/main" id="{0310E71E-76AD-43BE-97B7-9A981A058498}"/>
                </a:ext>
              </a:extLst>
            </p:cNvPr>
            <p:cNvSpPr/>
            <p:nvPr/>
          </p:nvSpPr>
          <p:spPr>
            <a:xfrm>
              <a:off x="8713621" y="5494607"/>
              <a:ext cx="12088" cy="12088"/>
            </a:xfrm>
            <a:custGeom>
              <a:avLst/>
              <a:gdLst>
                <a:gd name="connsiteX0" fmla="*/ 12089 w 12088"/>
                <a:gd name="connsiteY0" fmla="*/ 6044 h 12088"/>
                <a:gd name="connsiteX1" fmla="*/ 6045 w 12088"/>
                <a:gd name="connsiteY1" fmla="*/ 12089 h 12088"/>
                <a:gd name="connsiteX2" fmla="*/ 0 w 12088"/>
                <a:gd name="connsiteY2" fmla="*/ 6044 h 12088"/>
                <a:gd name="connsiteX3" fmla="*/ 6045 w 12088"/>
                <a:gd name="connsiteY3" fmla="*/ 0 h 12088"/>
                <a:gd name="connsiteX4" fmla="*/ 12089 w 12088"/>
                <a:gd name="connsiteY4" fmla="*/ 6044 h 1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88" h="12088">
                  <a:moveTo>
                    <a:pt x="12089" y="6044"/>
                  </a:moveTo>
                  <a:cubicBezTo>
                    <a:pt x="12089" y="9383"/>
                    <a:pt x="9383" y="12089"/>
                    <a:pt x="6045" y="12089"/>
                  </a:cubicBezTo>
                  <a:cubicBezTo>
                    <a:pt x="2706" y="12089"/>
                    <a:pt x="0" y="9383"/>
                    <a:pt x="0" y="6044"/>
                  </a:cubicBezTo>
                  <a:cubicBezTo>
                    <a:pt x="0" y="2706"/>
                    <a:pt x="2706" y="0"/>
                    <a:pt x="6045" y="0"/>
                  </a:cubicBezTo>
                  <a:cubicBezTo>
                    <a:pt x="9383" y="0"/>
                    <a:pt x="12089" y="2706"/>
                    <a:pt x="12089" y="6044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orme libre : forme 934">
              <a:extLst>
                <a:ext uri="{FF2B5EF4-FFF2-40B4-BE49-F238E27FC236}">
                  <a16:creationId xmlns:a16="http://schemas.microsoft.com/office/drawing/2014/main" id="{C3CEE618-C83B-4F72-9168-553E2A75CD06}"/>
                </a:ext>
              </a:extLst>
            </p:cNvPr>
            <p:cNvSpPr/>
            <p:nvPr/>
          </p:nvSpPr>
          <p:spPr>
            <a:xfrm>
              <a:off x="8725709" y="5484206"/>
              <a:ext cx="4791" cy="4791"/>
            </a:xfrm>
            <a:custGeom>
              <a:avLst/>
              <a:gdLst>
                <a:gd name="connsiteX0" fmla="*/ 4792 w 4791"/>
                <a:gd name="connsiteY0" fmla="*/ 2396 h 4791"/>
                <a:gd name="connsiteX1" fmla="*/ 2397 w 4791"/>
                <a:gd name="connsiteY1" fmla="*/ 4792 h 4791"/>
                <a:gd name="connsiteX2" fmla="*/ 1 w 4791"/>
                <a:gd name="connsiteY2" fmla="*/ 2396 h 4791"/>
                <a:gd name="connsiteX3" fmla="*/ 2397 w 4791"/>
                <a:gd name="connsiteY3" fmla="*/ 0 h 4791"/>
                <a:gd name="connsiteX4" fmla="*/ 4792 w 4791"/>
                <a:gd name="connsiteY4" fmla="*/ 2396 h 4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1" h="4791">
                  <a:moveTo>
                    <a:pt x="4792" y="2396"/>
                  </a:moveTo>
                  <a:cubicBezTo>
                    <a:pt x="4792" y="3719"/>
                    <a:pt x="3719" y="4792"/>
                    <a:pt x="2397" y="4792"/>
                  </a:cubicBezTo>
                  <a:cubicBezTo>
                    <a:pt x="1073" y="4792"/>
                    <a:pt x="1" y="3719"/>
                    <a:pt x="1" y="2396"/>
                  </a:cubicBezTo>
                  <a:cubicBezTo>
                    <a:pt x="1" y="1073"/>
                    <a:pt x="1074" y="0"/>
                    <a:pt x="2397" y="0"/>
                  </a:cubicBezTo>
                  <a:cubicBezTo>
                    <a:pt x="3720" y="0"/>
                    <a:pt x="4792" y="1073"/>
                    <a:pt x="4792" y="2396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orme libre : forme 935">
              <a:extLst>
                <a:ext uri="{FF2B5EF4-FFF2-40B4-BE49-F238E27FC236}">
                  <a16:creationId xmlns:a16="http://schemas.microsoft.com/office/drawing/2014/main" id="{CDC01B17-19FB-49E2-9971-3A84D515B454}"/>
                </a:ext>
              </a:extLst>
            </p:cNvPr>
            <p:cNvSpPr/>
            <p:nvPr/>
          </p:nvSpPr>
          <p:spPr>
            <a:xfrm>
              <a:off x="9024988" y="5423109"/>
              <a:ext cx="11435" cy="11435"/>
            </a:xfrm>
            <a:custGeom>
              <a:avLst/>
              <a:gdLst>
                <a:gd name="connsiteX0" fmla="*/ 11435 w 11435"/>
                <a:gd name="connsiteY0" fmla="*/ 5718 h 11435"/>
                <a:gd name="connsiteX1" fmla="*/ 5717 w 11435"/>
                <a:gd name="connsiteY1" fmla="*/ 11435 h 11435"/>
                <a:gd name="connsiteX2" fmla="*/ -1 w 11435"/>
                <a:gd name="connsiteY2" fmla="*/ 5718 h 11435"/>
                <a:gd name="connsiteX3" fmla="*/ 5717 w 11435"/>
                <a:gd name="connsiteY3" fmla="*/ 0 h 11435"/>
                <a:gd name="connsiteX4" fmla="*/ 11435 w 11435"/>
                <a:gd name="connsiteY4" fmla="*/ 5718 h 1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5" h="11435">
                  <a:moveTo>
                    <a:pt x="11435" y="5718"/>
                  </a:moveTo>
                  <a:cubicBezTo>
                    <a:pt x="11435" y="8875"/>
                    <a:pt x="8875" y="11435"/>
                    <a:pt x="5717" y="11435"/>
                  </a:cubicBezTo>
                  <a:cubicBezTo>
                    <a:pt x="2559" y="11435"/>
                    <a:pt x="-1" y="8875"/>
                    <a:pt x="-1" y="5718"/>
                  </a:cubicBezTo>
                  <a:cubicBezTo>
                    <a:pt x="-1" y="2560"/>
                    <a:pt x="2559" y="0"/>
                    <a:pt x="5717" y="0"/>
                  </a:cubicBezTo>
                  <a:cubicBezTo>
                    <a:pt x="8875" y="0"/>
                    <a:pt x="11435" y="2560"/>
                    <a:pt x="11435" y="5718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orme libre : forme 936">
              <a:extLst>
                <a:ext uri="{FF2B5EF4-FFF2-40B4-BE49-F238E27FC236}">
                  <a16:creationId xmlns:a16="http://schemas.microsoft.com/office/drawing/2014/main" id="{59F4D5DB-567D-4872-8D4E-706C0B7AC443}"/>
                </a:ext>
              </a:extLst>
            </p:cNvPr>
            <p:cNvSpPr/>
            <p:nvPr/>
          </p:nvSpPr>
          <p:spPr>
            <a:xfrm>
              <a:off x="9041269" y="5430678"/>
              <a:ext cx="10781" cy="10781"/>
            </a:xfrm>
            <a:custGeom>
              <a:avLst/>
              <a:gdLst>
                <a:gd name="connsiteX0" fmla="*/ 10782 w 10781"/>
                <a:gd name="connsiteY0" fmla="*/ 5391 h 10781"/>
                <a:gd name="connsiteX1" fmla="*/ 5391 w 10781"/>
                <a:gd name="connsiteY1" fmla="*/ 10782 h 10781"/>
                <a:gd name="connsiteX2" fmla="*/ 0 w 10781"/>
                <a:gd name="connsiteY2" fmla="*/ 5391 h 10781"/>
                <a:gd name="connsiteX3" fmla="*/ 5391 w 10781"/>
                <a:gd name="connsiteY3" fmla="*/ 0 h 10781"/>
                <a:gd name="connsiteX4" fmla="*/ 10782 w 10781"/>
                <a:gd name="connsiteY4" fmla="*/ 5391 h 10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81" h="10781">
                  <a:moveTo>
                    <a:pt x="10782" y="5391"/>
                  </a:moveTo>
                  <a:cubicBezTo>
                    <a:pt x="10782" y="8368"/>
                    <a:pt x="8368" y="10782"/>
                    <a:pt x="5391" y="10782"/>
                  </a:cubicBezTo>
                  <a:cubicBezTo>
                    <a:pt x="2414" y="10782"/>
                    <a:pt x="0" y="8368"/>
                    <a:pt x="0" y="5391"/>
                  </a:cubicBezTo>
                  <a:cubicBezTo>
                    <a:pt x="0" y="2414"/>
                    <a:pt x="2414" y="0"/>
                    <a:pt x="5391" y="0"/>
                  </a:cubicBezTo>
                  <a:cubicBezTo>
                    <a:pt x="8368" y="0"/>
                    <a:pt x="10782" y="2414"/>
                    <a:pt x="10782" y="5391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orme libre : forme 937">
              <a:extLst>
                <a:ext uri="{FF2B5EF4-FFF2-40B4-BE49-F238E27FC236}">
                  <a16:creationId xmlns:a16="http://schemas.microsoft.com/office/drawing/2014/main" id="{01807E85-0FAB-43F5-9882-533A9C02A388}"/>
                </a:ext>
              </a:extLst>
            </p:cNvPr>
            <p:cNvSpPr/>
            <p:nvPr/>
          </p:nvSpPr>
          <p:spPr>
            <a:xfrm>
              <a:off x="9069966" y="5430678"/>
              <a:ext cx="8712" cy="8712"/>
            </a:xfrm>
            <a:custGeom>
              <a:avLst/>
              <a:gdLst>
                <a:gd name="connsiteX0" fmla="*/ 8713 w 8712"/>
                <a:gd name="connsiteY0" fmla="*/ 4356 h 8712"/>
                <a:gd name="connsiteX1" fmla="*/ 4356 w 8712"/>
                <a:gd name="connsiteY1" fmla="*/ 8713 h 8712"/>
                <a:gd name="connsiteX2" fmla="*/ -1 w 8712"/>
                <a:gd name="connsiteY2" fmla="*/ 4356 h 8712"/>
                <a:gd name="connsiteX3" fmla="*/ 4356 w 8712"/>
                <a:gd name="connsiteY3" fmla="*/ 0 h 8712"/>
                <a:gd name="connsiteX4" fmla="*/ 8713 w 8712"/>
                <a:gd name="connsiteY4" fmla="*/ 4356 h 8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12" h="8712">
                  <a:moveTo>
                    <a:pt x="8713" y="4356"/>
                  </a:moveTo>
                  <a:cubicBezTo>
                    <a:pt x="8713" y="6762"/>
                    <a:pt x="6762" y="8713"/>
                    <a:pt x="4356" y="8713"/>
                  </a:cubicBezTo>
                  <a:cubicBezTo>
                    <a:pt x="1950" y="8713"/>
                    <a:pt x="-1" y="6762"/>
                    <a:pt x="-1" y="4356"/>
                  </a:cubicBezTo>
                  <a:cubicBezTo>
                    <a:pt x="-1" y="1950"/>
                    <a:pt x="1950" y="0"/>
                    <a:pt x="4356" y="0"/>
                  </a:cubicBezTo>
                  <a:cubicBezTo>
                    <a:pt x="6762" y="0"/>
                    <a:pt x="8713" y="1950"/>
                    <a:pt x="8713" y="4356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9" name="Forme libre : forme 938">
              <a:extLst>
                <a:ext uri="{FF2B5EF4-FFF2-40B4-BE49-F238E27FC236}">
                  <a16:creationId xmlns:a16="http://schemas.microsoft.com/office/drawing/2014/main" id="{C994F89C-6DAC-4D52-82AC-A6DF0F4CCFE6}"/>
                </a:ext>
              </a:extLst>
            </p:cNvPr>
            <p:cNvSpPr/>
            <p:nvPr/>
          </p:nvSpPr>
          <p:spPr>
            <a:xfrm>
              <a:off x="9082055" y="5419951"/>
              <a:ext cx="4574" cy="4574"/>
            </a:xfrm>
            <a:custGeom>
              <a:avLst/>
              <a:gdLst>
                <a:gd name="connsiteX0" fmla="*/ 4574 w 4574"/>
                <a:gd name="connsiteY0" fmla="*/ 2287 h 4574"/>
                <a:gd name="connsiteX1" fmla="*/ 2287 w 4574"/>
                <a:gd name="connsiteY1" fmla="*/ 4574 h 4574"/>
                <a:gd name="connsiteX2" fmla="*/ -1 w 4574"/>
                <a:gd name="connsiteY2" fmla="*/ 2287 h 4574"/>
                <a:gd name="connsiteX3" fmla="*/ 2287 w 4574"/>
                <a:gd name="connsiteY3" fmla="*/ 0 h 4574"/>
                <a:gd name="connsiteX4" fmla="*/ 4574 w 4574"/>
                <a:gd name="connsiteY4" fmla="*/ 2287 h 4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4" h="4574">
                  <a:moveTo>
                    <a:pt x="4574" y="2287"/>
                  </a:moveTo>
                  <a:cubicBezTo>
                    <a:pt x="4574" y="3550"/>
                    <a:pt x="3550" y="4574"/>
                    <a:pt x="2287" y="4574"/>
                  </a:cubicBezTo>
                  <a:cubicBezTo>
                    <a:pt x="1024" y="4574"/>
                    <a:pt x="-1" y="3550"/>
                    <a:pt x="-1" y="2287"/>
                  </a:cubicBezTo>
                  <a:cubicBezTo>
                    <a:pt x="-1" y="1024"/>
                    <a:pt x="1023" y="0"/>
                    <a:pt x="2287" y="0"/>
                  </a:cubicBezTo>
                  <a:cubicBezTo>
                    <a:pt x="3549" y="0"/>
                    <a:pt x="4574" y="1024"/>
                    <a:pt x="4574" y="228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0" name="Forme libre : forme 939">
              <a:extLst>
                <a:ext uri="{FF2B5EF4-FFF2-40B4-BE49-F238E27FC236}">
                  <a16:creationId xmlns:a16="http://schemas.microsoft.com/office/drawing/2014/main" id="{1D9960FA-BB22-49FF-B289-14370E5E3455}"/>
                </a:ext>
              </a:extLst>
            </p:cNvPr>
            <p:cNvSpPr/>
            <p:nvPr/>
          </p:nvSpPr>
          <p:spPr>
            <a:xfrm>
              <a:off x="9246778" y="5351829"/>
              <a:ext cx="5445" cy="5445"/>
            </a:xfrm>
            <a:custGeom>
              <a:avLst/>
              <a:gdLst>
                <a:gd name="connsiteX0" fmla="*/ 5445 w 5445"/>
                <a:gd name="connsiteY0" fmla="*/ 2723 h 5445"/>
                <a:gd name="connsiteX1" fmla="*/ 2723 w 5445"/>
                <a:gd name="connsiteY1" fmla="*/ 5445 h 5445"/>
                <a:gd name="connsiteX2" fmla="*/ 0 w 5445"/>
                <a:gd name="connsiteY2" fmla="*/ 2723 h 5445"/>
                <a:gd name="connsiteX3" fmla="*/ 2723 w 5445"/>
                <a:gd name="connsiteY3" fmla="*/ 0 h 5445"/>
                <a:gd name="connsiteX4" fmla="*/ 5445 w 5445"/>
                <a:gd name="connsiteY4" fmla="*/ 2723 h 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45" h="5445">
                  <a:moveTo>
                    <a:pt x="5445" y="2723"/>
                  </a:moveTo>
                  <a:cubicBezTo>
                    <a:pt x="5445" y="4226"/>
                    <a:pt x="4226" y="5445"/>
                    <a:pt x="2723" y="5445"/>
                  </a:cubicBezTo>
                  <a:cubicBezTo>
                    <a:pt x="1219" y="5445"/>
                    <a:pt x="0" y="4226"/>
                    <a:pt x="0" y="2723"/>
                  </a:cubicBezTo>
                  <a:cubicBezTo>
                    <a:pt x="0" y="1219"/>
                    <a:pt x="1219" y="0"/>
                    <a:pt x="2723" y="0"/>
                  </a:cubicBezTo>
                  <a:cubicBezTo>
                    <a:pt x="4226" y="0"/>
                    <a:pt x="5445" y="1219"/>
                    <a:pt x="5445" y="272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orme libre : forme 940">
              <a:extLst>
                <a:ext uri="{FF2B5EF4-FFF2-40B4-BE49-F238E27FC236}">
                  <a16:creationId xmlns:a16="http://schemas.microsoft.com/office/drawing/2014/main" id="{848001BF-69B5-4839-AEE3-C3A1652BDDC2}"/>
                </a:ext>
              </a:extLst>
            </p:cNvPr>
            <p:cNvSpPr/>
            <p:nvPr/>
          </p:nvSpPr>
          <p:spPr>
            <a:xfrm>
              <a:off x="8027067" y="5971949"/>
              <a:ext cx="7405" cy="7405"/>
            </a:xfrm>
            <a:custGeom>
              <a:avLst/>
              <a:gdLst>
                <a:gd name="connsiteX0" fmla="*/ 7406 w 7405"/>
                <a:gd name="connsiteY0" fmla="*/ 3703 h 7405"/>
                <a:gd name="connsiteX1" fmla="*/ 3702 w 7405"/>
                <a:gd name="connsiteY1" fmla="*/ 7406 h 7405"/>
                <a:gd name="connsiteX2" fmla="*/ -1 w 7405"/>
                <a:gd name="connsiteY2" fmla="*/ 3703 h 7405"/>
                <a:gd name="connsiteX3" fmla="*/ 3702 w 7405"/>
                <a:gd name="connsiteY3" fmla="*/ 0 h 7405"/>
                <a:gd name="connsiteX4" fmla="*/ 7406 w 7405"/>
                <a:gd name="connsiteY4" fmla="*/ 3703 h 7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05" h="7405">
                  <a:moveTo>
                    <a:pt x="7406" y="3703"/>
                  </a:moveTo>
                  <a:cubicBezTo>
                    <a:pt x="7406" y="5748"/>
                    <a:pt x="5748" y="7406"/>
                    <a:pt x="3702" y="7406"/>
                  </a:cubicBezTo>
                  <a:cubicBezTo>
                    <a:pt x="1657" y="7406"/>
                    <a:pt x="-1" y="5748"/>
                    <a:pt x="-1" y="3703"/>
                  </a:cubicBezTo>
                  <a:cubicBezTo>
                    <a:pt x="-1" y="1658"/>
                    <a:pt x="1657" y="0"/>
                    <a:pt x="3702" y="0"/>
                  </a:cubicBezTo>
                  <a:cubicBezTo>
                    <a:pt x="5748" y="0"/>
                    <a:pt x="7406" y="1658"/>
                    <a:pt x="7406" y="370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orme libre : forme 941">
              <a:extLst>
                <a:ext uri="{FF2B5EF4-FFF2-40B4-BE49-F238E27FC236}">
                  <a16:creationId xmlns:a16="http://schemas.microsoft.com/office/drawing/2014/main" id="{B0C6F659-045E-4309-8118-F0DFD26A5BFA}"/>
                </a:ext>
              </a:extLst>
            </p:cNvPr>
            <p:cNvSpPr/>
            <p:nvPr/>
          </p:nvSpPr>
          <p:spPr>
            <a:xfrm>
              <a:off x="7662989" y="5892773"/>
              <a:ext cx="11108" cy="11108"/>
            </a:xfrm>
            <a:custGeom>
              <a:avLst/>
              <a:gdLst>
                <a:gd name="connsiteX0" fmla="*/ 11108 w 11108"/>
                <a:gd name="connsiteY0" fmla="*/ 5554 h 11108"/>
                <a:gd name="connsiteX1" fmla="*/ 5554 w 11108"/>
                <a:gd name="connsiteY1" fmla="*/ 11109 h 11108"/>
                <a:gd name="connsiteX2" fmla="*/ 0 w 11108"/>
                <a:gd name="connsiteY2" fmla="*/ 5554 h 11108"/>
                <a:gd name="connsiteX3" fmla="*/ 5554 w 11108"/>
                <a:gd name="connsiteY3" fmla="*/ 0 h 11108"/>
                <a:gd name="connsiteX4" fmla="*/ 11108 w 11108"/>
                <a:gd name="connsiteY4" fmla="*/ 5554 h 11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08" h="11108">
                  <a:moveTo>
                    <a:pt x="11108" y="5554"/>
                  </a:moveTo>
                  <a:cubicBezTo>
                    <a:pt x="11108" y="8622"/>
                    <a:pt x="8622" y="11109"/>
                    <a:pt x="5554" y="11109"/>
                  </a:cubicBezTo>
                  <a:cubicBezTo>
                    <a:pt x="2486" y="11109"/>
                    <a:pt x="0" y="8622"/>
                    <a:pt x="0" y="5554"/>
                  </a:cubicBezTo>
                  <a:cubicBezTo>
                    <a:pt x="0" y="2487"/>
                    <a:pt x="2486" y="0"/>
                    <a:pt x="5554" y="0"/>
                  </a:cubicBezTo>
                  <a:cubicBezTo>
                    <a:pt x="8622" y="0"/>
                    <a:pt x="11108" y="2487"/>
                    <a:pt x="11108" y="5554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orme libre : forme 942">
              <a:extLst>
                <a:ext uri="{FF2B5EF4-FFF2-40B4-BE49-F238E27FC236}">
                  <a16:creationId xmlns:a16="http://schemas.microsoft.com/office/drawing/2014/main" id="{B9ECF74F-DEAF-41AA-8ACE-304D2180A090}"/>
                </a:ext>
              </a:extLst>
            </p:cNvPr>
            <p:cNvSpPr/>
            <p:nvPr/>
          </p:nvSpPr>
          <p:spPr>
            <a:xfrm>
              <a:off x="7674098" y="5882318"/>
              <a:ext cx="7187" cy="7187"/>
            </a:xfrm>
            <a:custGeom>
              <a:avLst/>
              <a:gdLst>
                <a:gd name="connsiteX0" fmla="*/ 7188 w 7187"/>
                <a:gd name="connsiteY0" fmla="*/ 3594 h 7187"/>
                <a:gd name="connsiteX1" fmla="*/ 3594 w 7187"/>
                <a:gd name="connsiteY1" fmla="*/ 7188 h 7187"/>
                <a:gd name="connsiteX2" fmla="*/ 0 w 7187"/>
                <a:gd name="connsiteY2" fmla="*/ 3594 h 7187"/>
                <a:gd name="connsiteX3" fmla="*/ 3594 w 7187"/>
                <a:gd name="connsiteY3" fmla="*/ 0 h 7187"/>
                <a:gd name="connsiteX4" fmla="*/ 7188 w 7187"/>
                <a:gd name="connsiteY4" fmla="*/ 3594 h 7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7" h="7187">
                  <a:moveTo>
                    <a:pt x="7188" y="3594"/>
                  </a:moveTo>
                  <a:cubicBezTo>
                    <a:pt x="7188" y="5579"/>
                    <a:pt x="5579" y="7188"/>
                    <a:pt x="3594" y="7188"/>
                  </a:cubicBezTo>
                  <a:cubicBezTo>
                    <a:pt x="1609" y="7188"/>
                    <a:pt x="0" y="5579"/>
                    <a:pt x="0" y="3594"/>
                  </a:cubicBezTo>
                  <a:cubicBezTo>
                    <a:pt x="0" y="1609"/>
                    <a:pt x="1609" y="0"/>
                    <a:pt x="3594" y="0"/>
                  </a:cubicBezTo>
                  <a:cubicBezTo>
                    <a:pt x="5579" y="0"/>
                    <a:pt x="7188" y="1609"/>
                    <a:pt x="7188" y="3594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orme libre : forme 943">
              <a:extLst>
                <a:ext uri="{FF2B5EF4-FFF2-40B4-BE49-F238E27FC236}">
                  <a16:creationId xmlns:a16="http://schemas.microsoft.com/office/drawing/2014/main" id="{426AFE96-B4BC-4ED9-BA5C-AB77A816A52D}"/>
                </a:ext>
              </a:extLst>
            </p:cNvPr>
            <p:cNvSpPr/>
            <p:nvPr/>
          </p:nvSpPr>
          <p:spPr>
            <a:xfrm>
              <a:off x="7990093" y="5353844"/>
              <a:ext cx="14484" cy="14484"/>
            </a:xfrm>
            <a:custGeom>
              <a:avLst/>
              <a:gdLst>
                <a:gd name="connsiteX0" fmla="*/ 14485 w 14484"/>
                <a:gd name="connsiteY0" fmla="*/ 7242 h 14484"/>
                <a:gd name="connsiteX1" fmla="*/ 7243 w 14484"/>
                <a:gd name="connsiteY1" fmla="*/ 14485 h 14484"/>
                <a:gd name="connsiteX2" fmla="*/ 0 w 14484"/>
                <a:gd name="connsiteY2" fmla="*/ 7242 h 14484"/>
                <a:gd name="connsiteX3" fmla="*/ 7243 w 14484"/>
                <a:gd name="connsiteY3" fmla="*/ 0 h 14484"/>
                <a:gd name="connsiteX4" fmla="*/ 14485 w 14484"/>
                <a:gd name="connsiteY4" fmla="*/ 7242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84" h="14484">
                  <a:moveTo>
                    <a:pt x="14485" y="7242"/>
                  </a:moveTo>
                  <a:cubicBezTo>
                    <a:pt x="14485" y="11242"/>
                    <a:pt x="11242" y="14485"/>
                    <a:pt x="7243" y="14485"/>
                  </a:cubicBezTo>
                  <a:cubicBezTo>
                    <a:pt x="3243" y="14485"/>
                    <a:pt x="0" y="11242"/>
                    <a:pt x="0" y="7242"/>
                  </a:cubicBezTo>
                  <a:cubicBezTo>
                    <a:pt x="0" y="3242"/>
                    <a:pt x="3243" y="0"/>
                    <a:pt x="7243" y="0"/>
                  </a:cubicBezTo>
                  <a:cubicBezTo>
                    <a:pt x="11242" y="0"/>
                    <a:pt x="14485" y="3242"/>
                    <a:pt x="14485" y="7242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orme libre : forme 944">
              <a:extLst>
                <a:ext uri="{FF2B5EF4-FFF2-40B4-BE49-F238E27FC236}">
                  <a16:creationId xmlns:a16="http://schemas.microsoft.com/office/drawing/2014/main" id="{7D9CFF13-E1C4-4C6E-AD5C-28F831703E9B}"/>
                </a:ext>
              </a:extLst>
            </p:cNvPr>
            <p:cNvSpPr/>
            <p:nvPr/>
          </p:nvSpPr>
          <p:spPr>
            <a:xfrm>
              <a:off x="8000494" y="5381180"/>
              <a:ext cx="7950" cy="7950"/>
            </a:xfrm>
            <a:custGeom>
              <a:avLst/>
              <a:gdLst>
                <a:gd name="connsiteX0" fmla="*/ 7950 w 7950"/>
                <a:gd name="connsiteY0" fmla="*/ 3975 h 7950"/>
                <a:gd name="connsiteX1" fmla="*/ 3975 w 7950"/>
                <a:gd name="connsiteY1" fmla="*/ 7950 h 7950"/>
                <a:gd name="connsiteX2" fmla="*/ 0 w 7950"/>
                <a:gd name="connsiteY2" fmla="*/ 3975 h 7950"/>
                <a:gd name="connsiteX3" fmla="*/ 3975 w 7950"/>
                <a:gd name="connsiteY3" fmla="*/ 0 h 7950"/>
                <a:gd name="connsiteX4" fmla="*/ 7950 w 7950"/>
                <a:gd name="connsiteY4" fmla="*/ 3975 h 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50" h="7950">
                  <a:moveTo>
                    <a:pt x="7950" y="3975"/>
                  </a:moveTo>
                  <a:cubicBezTo>
                    <a:pt x="7950" y="6171"/>
                    <a:pt x="6171" y="7950"/>
                    <a:pt x="3975" y="7950"/>
                  </a:cubicBezTo>
                  <a:cubicBezTo>
                    <a:pt x="1779" y="7950"/>
                    <a:pt x="0" y="6170"/>
                    <a:pt x="0" y="3975"/>
                  </a:cubicBezTo>
                  <a:cubicBezTo>
                    <a:pt x="0" y="1779"/>
                    <a:pt x="1779" y="0"/>
                    <a:pt x="3975" y="0"/>
                  </a:cubicBezTo>
                  <a:cubicBezTo>
                    <a:pt x="6171" y="0"/>
                    <a:pt x="7950" y="1780"/>
                    <a:pt x="7950" y="3975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46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7714230" y="4897848"/>
              <a:ext cx="1145054" cy="497871"/>
              <a:chOff x="7714230" y="4897848"/>
              <a:chExt cx="1145054" cy="497871"/>
            </a:xfrm>
            <a:solidFill>
              <a:schemeClr val="accent1"/>
            </a:solidFill>
          </p:grpSpPr>
          <p:sp>
            <p:nvSpPr>
              <p:cNvPr id="947" name="Forme libre : forme 946">
                <a:extLst>
                  <a:ext uri="{FF2B5EF4-FFF2-40B4-BE49-F238E27FC236}">
                    <a16:creationId xmlns:a16="http://schemas.microsoft.com/office/drawing/2014/main" id="{D1645D3E-8C80-4941-A5F4-A92954C2645C}"/>
                  </a:ext>
                </a:extLst>
              </p:cNvPr>
              <p:cNvSpPr/>
              <p:nvPr/>
            </p:nvSpPr>
            <p:spPr>
              <a:xfrm>
                <a:off x="7816091" y="5204013"/>
                <a:ext cx="119242" cy="73088"/>
              </a:xfrm>
              <a:custGeom>
                <a:avLst/>
                <a:gdLst>
                  <a:gd name="connsiteX0" fmla="*/ 118568 w 119242"/>
                  <a:gd name="connsiteY0" fmla="*/ 3024 h 73088"/>
                  <a:gd name="connsiteX1" fmla="*/ 94009 w 119242"/>
                  <a:gd name="connsiteY1" fmla="*/ 25785 h 73088"/>
                  <a:gd name="connsiteX2" fmla="*/ 82465 w 119242"/>
                  <a:gd name="connsiteY2" fmla="*/ 38255 h 73088"/>
                  <a:gd name="connsiteX3" fmla="*/ 69941 w 119242"/>
                  <a:gd name="connsiteY3" fmla="*/ 50616 h 73088"/>
                  <a:gd name="connsiteX4" fmla="*/ 56110 w 119242"/>
                  <a:gd name="connsiteY4" fmla="*/ 63359 h 73088"/>
                  <a:gd name="connsiteX5" fmla="*/ 38358 w 119242"/>
                  <a:gd name="connsiteY5" fmla="*/ 71962 h 73088"/>
                  <a:gd name="connsiteX6" fmla="*/ 20007 w 119242"/>
                  <a:gd name="connsiteY6" fmla="*/ 72670 h 73088"/>
                  <a:gd name="connsiteX7" fmla="*/ 1873 w 119242"/>
                  <a:gd name="connsiteY7" fmla="*/ 69730 h 73088"/>
                  <a:gd name="connsiteX8" fmla="*/ 1764 w 119242"/>
                  <a:gd name="connsiteY8" fmla="*/ 69730 h 73088"/>
                  <a:gd name="connsiteX9" fmla="*/ 22 w 119242"/>
                  <a:gd name="connsiteY9" fmla="*/ 67334 h 73088"/>
                  <a:gd name="connsiteX10" fmla="*/ 131 w 119242"/>
                  <a:gd name="connsiteY10" fmla="*/ 66952 h 73088"/>
                  <a:gd name="connsiteX11" fmla="*/ 13091 w 119242"/>
                  <a:gd name="connsiteY11" fmla="*/ 50616 h 73088"/>
                  <a:gd name="connsiteX12" fmla="*/ 27140 w 119242"/>
                  <a:gd name="connsiteY12" fmla="*/ 41250 h 73088"/>
                  <a:gd name="connsiteX13" fmla="*/ 39991 w 119242"/>
                  <a:gd name="connsiteY13" fmla="*/ 35315 h 73088"/>
                  <a:gd name="connsiteX14" fmla="*/ 54530 w 119242"/>
                  <a:gd name="connsiteY14" fmla="*/ 29488 h 73088"/>
                  <a:gd name="connsiteX15" fmla="*/ 68906 w 119242"/>
                  <a:gd name="connsiteY15" fmla="*/ 21211 h 73088"/>
                  <a:gd name="connsiteX16" fmla="*/ 84098 w 119242"/>
                  <a:gd name="connsiteY16" fmla="*/ 12771 h 73088"/>
                  <a:gd name="connsiteX17" fmla="*/ 117207 w 119242"/>
                  <a:gd name="connsiteY17" fmla="*/ 29 h 73088"/>
                  <a:gd name="connsiteX18" fmla="*/ 119167 w 119242"/>
                  <a:gd name="connsiteY18" fmla="*/ 1336 h 73088"/>
                  <a:gd name="connsiteX19" fmla="*/ 118568 w 119242"/>
                  <a:gd name="connsiteY19" fmla="*/ 3024 h 73088"/>
                  <a:gd name="connsiteX20" fmla="*/ 118568 w 119242"/>
                  <a:gd name="connsiteY20" fmla="*/ 3024 h 7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9242" h="73088">
                    <a:moveTo>
                      <a:pt x="118568" y="3024"/>
                    </a:moveTo>
                    <a:cubicBezTo>
                      <a:pt x="109474" y="9939"/>
                      <a:pt x="101579" y="17508"/>
                      <a:pt x="94009" y="25785"/>
                    </a:cubicBezTo>
                    <a:cubicBezTo>
                      <a:pt x="90143" y="29815"/>
                      <a:pt x="86331" y="34008"/>
                      <a:pt x="82465" y="38255"/>
                    </a:cubicBezTo>
                    <a:cubicBezTo>
                      <a:pt x="78436" y="42339"/>
                      <a:pt x="74352" y="46532"/>
                      <a:pt x="69941" y="50616"/>
                    </a:cubicBezTo>
                    <a:cubicBezTo>
                      <a:pt x="65530" y="54700"/>
                      <a:pt x="61174" y="59220"/>
                      <a:pt x="56110" y="63359"/>
                    </a:cubicBezTo>
                    <a:cubicBezTo>
                      <a:pt x="51154" y="67551"/>
                      <a:pt x="44946" y="70438"/>
                      <a:pt x="38358" y="71962"/>
                    </a:cubicBezTo>
                    <a:cubicBezTo>
                      <a:pt x="31714" y="73378"/>
                      <a:pt x="25724" y="73269"/>
                      <a:pt x="20007" y="72670"/>
                    </a:cubicBezTo>
                    <a:cubicBezTo>
                      <a:pt x="14234" y="72017"/>
                      <a:pt x="8953" y="70873"/>
                      <a:pt x="1873" y="69730"/>
                    </a:cubicBezTo>
                    <a:lnTo>
                      <a:pt x="1764" y="69730"/>
                    </a:lnTo>
                    <a:cubicBezTo>
                      <a:pt x="621" y="69566"/>
                      <a:pt x="-141" y="68477"/>
                      <a:pt x="22" y="67334"/>
                    </a:cubicBezTo>
                    <a:cubicBezTo>
                      <a:pt x="22" y="67225"/>
                      <a:pt x="77" y="67061"/>
                      <a:pt x="131" y="66952"/>
                    </a:cubicBezTo>
                    <a:cubicBezTo>
                      <a:pt x="2636" y="59765"/>
                      <a:pt x="8081" y="54646"/>
                      <a:pt x="13091" y="50616"/>
                    </a:cubicBezTo>
                    <a:cubicBezTo>
                      <a:pt x="18209" y="46641"/>
                      <a:pt x="23165" y="43701"/>
                      <a:pt x="27140" y="41250"/>
                    </a:cubicBezTo>
                    <a:cubicBezTo>
                      <a:pt x="31060" y="38636"/>
                      <a:pt x="35199" y="36948"/>
                      <a:pt x="39991" y="35315"/>
                    </a:cubicBezTo>
                    <a:cubicBezTo>
                      <a:pt x="44783" y="33899"/>
                      <a:pt x="49793" y="32048"/>
                      <a:pt x="54530" y="29488"/>
                    </a:cubicBezTo>
                    <a:cubicBezTo>
                      <a:pt x="59268" y="26983"/>
                      <a:pt x="64060" y="24097"/>
                      <a:pt x="68906" y="21211"/>
                    </a:cubicBezTo>
                    <a:cubicBezTo>
                      <a:pt x="73916" y="18434"/>
                      <a:pt x="78871" y="15548"/>
                      <a:pt x="84098" y="12771"/>
                    </a:cubicBezTo>
                    <a:cubicBezTo>
                      <a:pt x="94445" y="7325"/>
                      <a:pt x="105608" y="2370"/>
                      <a:pt x="117207" y="29"/>
                    </a:cubicBezTo>
                    <a:cubicBezTo>
                      <a:pt x="118132" y="-135"/>
                      <a:pt x="119003" y="410"/>
                      <a:pt x="119167" y="1336"/>
                    </a:cubicBezTo>
                    <a:cubicBezTo>
                      <a:pt x="119385" y="1989"/>
                      <a:pt x="119112" y="2588"/>
                      <a:pt x="118568" y="3024"/>
                    </a:cubicBezTo>
                    <a:lnTo>
                      <a:pt x="118568" y="3024"/>
                    </a:ln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8" name="Forme libre : forme 947">
                <a:extLst>
                  <a:ext uri="{FF2B5EF4-FFF2-40B4-BE49-F238E27FC236}">
                    <a16:creationId xmlns:a16="http://schemas.microsoft.com/office/drawing/2014/main" id="{6B3640FC-5011-4416-A263-2BD74AA900EA}"/>
                  </a:ext>
                </a:extLst>
              </p:cNvPr>
              <p:cNvSpPr/>
              <p:nvPr/>
            </p:nvSpPr>
            <p:spPr>
              <a:xfrm>
                <a:off x="7781997" y="5181320"/>
                <a:ext cx="130311" cy="51195"/>
              </a:xfrm>
              <a:custGeom>
                <a:avLst/>
                <a:gdLst>
                  <a:gd name="connsiteX0" fmla="*/ 128484 w 130311"/>
                  <a:gd name="connsiteY0" fmla="*/ 6984 h 51195"/>
                  <a:gd name="connsiteX1" fmla="*/ 99570 w 130311"/>
                  <a:gd name="connsiteY1" fmla="*/ 17712 h 51195"/>
                  <a:gd name="connsiteX2" fmla="*/ 85847 w 130311"/>
                  <a:gd name="connsiteY2" fmla="*/ 27295 h 51195"/>
                  <a:gd name="connsiteX3" fmla="*/ 70655 w 130311"/>
                  <a:gd name="connsiteY3" fmla="*/ 36498 h 51195"/>
                  <a:gd name="connsiteX4" fmla="*/ 55081 w 130311"/>
                  <a:gd name="connsiteY4" fmla="*/ 45592 h 51195"/>
                  <a:gd name="connsiteX5" fmla="*/ 38037 w 130311"/>
                  <a:gd name="connsiteY5" fmla="*/ 50874 h 51195"/>
                  <a:gd name="connsiteX6" fmla="*/ 1009 w 130311"/>
                  <a:gd name="connsiteY6" fmla="*/ 43305 h 51195"/>
                  <a:gd name="connsiteX7" fmla="*/ 301 w 130311"/>
                  <a:gd name="connsiteY7" fmla="*/ 40419 h 51195"/>
                  <a:gd name="connsiteX8" fmla="*/ 518 w 130311"/>
                  <a:gd name="connsiteY8" fmla="*/ 40092 h 51195"/>
                  <a:gd name="connsiteX9" fmla="*/ 573 w 130311"/>
                  <a:gd name="connsiteY9" fmla="*/ 40038 h 51195"/>
                  <a:gd name="connsiteX10" fmla="*/ 15166 w 130311"/>
                  <a:gd name="connsiteY10" fmla="*/ 27568 h 51195"/>
                  <a:gd name="connsiteX11" fmla="*/ 29597 w 130311"/>
                  <a:gd name="connsiteY11" fmla="*/ 19291 h 51195"/>
                  <a:gd name="connsiteX12" fmla="*/ 44789 w 130311"/>
                  <a:gd name="connsiteY12" fmla="*/ 14880 h 51195"/>
                  <a:gd name="connsiteX13" fmla="*/ 60799 w 130311"/>
                  <a:gd name="connsiteY13" fmla="*/ 12266 h 51195"/>
                  <a:gd name="connsiteX14" fmla="*/ 76372 w 130311"/>
                  <a:gd name="connsiteY14" fmla="*/ 7747 h 51195"/>
                  <a:gd name="connsiteX15" fmla="*/ 93035 w 130311"/>
                  <a:gd name="connsiteY15" fmla="*/ 2791 h 51195"/>
                  <a:gd name="connsiteX16" fmla="*/ 111332 w 130311"/>
                  <a:gd name="connsiteY16" fmla="*/ 14 h 51195"/>
                  <a:gd name="connsiteX17" fmla="*/ 129410 w 130311"/>
                  <a:gd name="connsiteY17" fmla="*/ 3935 h 51195"/>
                  <a:gd name="connsiteX18" fmla="*/ 130118 w 130311"/>
                  <a:gd name="connsiteY18" fmla="*/ 6167 h 51195"/>
                  <a:gd name="connsiteX19" fmla="*/ 128593 w 130311"/>
                  <a:gd name="connsiteY19" fmla="*/ 7039 h 51195"/>
                  <a:gd name="connsiteX20" fmla="*/ 128484 w 130311"/>
                  <a:gd name="connsiteY20" fmla="*/ 6984 h 5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0311" h="51195">
                    <a:moveTo>
                      <a:pt x="128484" y="6984"/>
                    </a:moveTo>
                    <a:cubicBezTo>
                      <a:pt x="117431" y="6658"/>
                      <a:pt x="108391" y="11722"/>
                      <a:pt x="99570" y="17712"/>
                    </a:cubicBezTo>
                    <a:cubicBezTo>
                      <a:pt x="95104" y="20652"/>
                      <a:pt x="90639" y="23919"/>
                      <a:pt x="85847" y="27295"/>
                    </a:cubicBezTo>
                    <a:cubicBezTo>
                      <a:pt x="80892" y="30508"/>
                      <a:pt x="75828" y="33558"/>
                      <a:pt x="70655" y="36498"/>
                    </a:cubicBezTo>
                    <a:lnTo>
                      <a:pt x="55081" y="45592"/>
                    </a:lnTo>
                    <a:cubicBezTo>
                      <a:pt x="49744" y="48478"/>
                      <a:pt x="44027" y="50329"/>
                      <a:pt x="38037" y="50874"/>
                    </a:cubicBezTo>
                    <a:cubicBezTo>
                      <a:pt x="26003" y="51909"/>
                      <a:pt x="13478" y="50711"/>
                      <a:pt x="1009" y="43305"/>
                    </a:cubicBezTo>
                    <a:cubicBezTo>
                      <a:pt x="28" y="42706"/>
                      <a:pt x="-298" y="41454"/>
                      <a:pt x="301" y="40419"/>
                    </a:cubicBezTo>
                    <a:cubicBezTo>
                      <a:pt x="355" y="40310"/>
                      <a:pt x="464" y="40201"/>
                      <a:pt x="518" y="40092"/>
                    </a:cubicBezTo>
                    <a:lnTo>
                      <a:pt x="573" y="40038"/>
                    </a:lnTo>
                    <a:cubicBezTo>
                      <a:pt x="5474" y="34647"/>
                      <a:pt x="10320" y="30944"/>
                      <a:pt x="15166" y="27568"/>
                    </a:cubicBezTo>
                    <a:cubicBezTo>
                      <a:pt x="20013" y="24301"/>
                      <a:pt x="24750" y="21578"/>
                      <a:pt x="29597" y="19291"/>
                    </a:cubicBezTo>
                    <a:cubicBezTo>
                      <a:pt x="34443" y="17004"/>
                      <a:pt x="39453" y="15588"/>
                      <a:pt x="44789" y="14880"/>
                    </a:cubicBezTo>
                    <a:cubicBezTo>
                      <a:pt x="50125" y="14281"/>
                      <a:pt x="55571" y="13628"/>
                      <a:pt x="60799" y="12266"/>
                    </a:cubicBezTo>
                    <a:cubicBezTo>
                      <a:pt x="66026" y="10905"/>
                      <a:pt x="71200" y="9435"/>
                      <a:pt x="76372" y="7747"/>
                    </a:cubicBezTo>
                    <a:cubicBezTo>
                      <a:pt x="81654" y="6167"/>
                      <a:pt x="87263" y="4316"/>
                      <a:pt x="93035" y="2791"/>
                    </a:cubicBezTo>
                    <a:cubicBezTo>
                      <a:pt x="98916" y="1375"/>
                      <a:pt x="105015" y="69"/>
                      <a:pt x="111332" y="14"/>
                    </a:cubicBezTo>
                    <a:cubicBezTo>
                      <a:pt x="117594" y="-149"/>
                      <a:pt x="124074" y="1103"/>
                      <a:pt x="129410" y="3935"/>
                    </a:cubicBezTo>
                    <a:cubicBezTo>
                      <a:pt x="130227" y="4371"/>
                      <a:pt x="130554" y="5351"/>
                      <a:pt x="130118" y="6167"/>
                    </a:cubicBezTo>
                    <a:cubicBezTo>
                      <a:pt x="129791" y="6766"/>
                      <a:pt x="129192" y="7093"/>
                      <a:pt x="128593" y="7039"/>
                    </a:cubicBezTo>
                    <a:lnTo>
                      <a:pt x="128484" y="6984"/>
                    </a:ln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9" name="Forme libre : forme 948">
                <a:extLst>
                  <a:ext uri="{FF2B5EF4-FFF2-40B4-BE49-F238E27FC236}">
                    <a16:creationId xmlns:a16="http://schemas.microsoft.com/office/drawing/2014/main" id="{A736860D-C2A4-4EE5-8A95-AC7B0F3778CB}"/>
                  </a:ext>
                </a:extLst>
              </p:cNvPr>
              <p:cNvSpPr/>
              <p:nvPr/>
            </p:nvSpPr>
            <p:spPr>
              <a:xfrm>
                <a:off x="7760290" y="5146375"/>
                <a:ext cx="139307" cy="34195"/>
              </a:xfrm>
              <a:custGeom>
                <a:avLst/>
                <a:gdLst>
                  <a:gd name="connsiteX0" fmla="*/ 137123 w 139307"/>
                  <a:gd name="connsiteY0" fmla="*/ 21019 h 34195"/>
                  <a:gd name="connsiteX1" fmla="*/ 103688 w 139307"/>
                  <a:gd name="connsiteY1" fmla="*/ 21782 h 34195"/>
                  <a:gd name="connsiteX2" fmla="*/ 86698 w 139307"/>
                  <a:gd name="connsiteY2" fmla="*/ 24559 h 34195"/>
                  <a:gd name="connsiteX3" fmla="*/ 69926 w 139307"/>
                  <a:gd name="connsiteY3" fmla="*/ 27608 h 34195"/>
                  <a:gd name="connsiteX4" fmla="*/ 53481 w 139307"/>
                  <a:gd name="connsiteY4" fmla="*/ 32237 h 34195"/>
                  <a:gd name="connsiteX5" fmla="*/ 33769 w 139307"/>
                  <a:gd name="connsiteY5" fmla="*/ 33653 h 34195"/>
                  <a:gd name="connsiteX6" fmla="*/ 22388 w 139307"/>
                  <a:gd name="connsiteY6" fmla="*/ 30331 h 34195"/>
                  <a:gd name="connsiteX7" fmla="*/ 12804 w 139307"/>
                  <a:gd name="connsiteY7" fmla="*/ 23960 h 34195"/>
                  <a:gd name="connsiteX8" fmla="*/ 7032 w 139307"/>
                  <a:gd name="connsiteY8" fmla="*/ 17153 h 34195"/>
                  <a:gd name="connsiteX9" fmla="*/ 988 w 139307"/>
                  <a:gd name="connsiteY9" fmla="*/ 10510 h 34195"/>
                  <a:gd name="connsiteX10" fmla="*/ 770 w 139307"/>
                  <a:gd name="connsiteY10" fmla="*/ 10346 h 34195"/>
                  <a:gd name="connsiteX11" fmla="*/ 443 w 139307"/>
                  <a:gd name="connsiteY11" fmla="*/ 7460 h 34195"/>
                  <a:gd name="connsiteX12" fmla="*/ 661 w 139307"/>
                  <a:gd name="connsiteY12" fmla="*/ 7243 h 34195"/>
                  <a:gd name="connsiteX13" fmla="*/ 11770 w 139307"/>
                  <a:gd name="connsiteY13" fmla="*/ 2995 h 34195"/>
                  <a:gd name="connsiteX14" fmla="*/ 22116 w 139307"/>
                  <a:gd name="connsiteY14" fmla="*/ 2832 h 34195"/>
                  <a:gd name="connsiteX15" fmla="*/ 28977 w 139307"/>
                  <a:gd name="connsiteY15" fmla="*/ 2233 h 34195"/>
                  <a:gd name="connsiteX16" fmla="*/ 34858 w 139307"/>
                  <a:gd name="connsiteY16" fmla="*/ 1035 h 34195"/>
                  <a:gd name="connsiteX17" fmla="*/ 49887 w 139307"/>
                  <a:gd name="connsiteY17" fmla="*/ 109 h 34195"/>
                  <a:gd name="connsiteX18" fmla="*/ 68129 w 139307"/>
                  <a:gd name="connsiteY18" fmla="*/ 1525 h 34195"/>
                  <a:gd name="connsiteX19" fmla="*/ 86153 w 139307"/>
                  <a:gd name="connsiteY19" fmla="*/ 2832 h 34195"/>
                  <a:gd name="connsiteX20" fmla="*/ 104014 w 139307"/>
                  <a:gd name="connsiteY20" fmla="*/ 5445 h 34195"/>
                  <a:gd name="connsiteX21" fmla="*/ 121984 w 139307"/>
                  <a:gd name="connsiteY21" fmla="*/ 9584 h 34195"/>
                  <a:gd name="connsiteX22" fmla="*/ 138701 w 139307"/>
                  <a:gd name="connsiteY22" fmla="*/ 18133 h 34195"/>
                  <a:gd name="connsiteX23" fmla="*/ 138919 w 139307"/>
                  <a:gd name="connsiteY23" fmla="*/ 20475 h 34195"/>
                  <a:gd name="connsiteX24" fmla="*/ 137231 w 139307"/>
                  <a:gd name="connsiteY24" fmla="*/ 21019 h 34195"/>
                  <a:gd name="connsiteX25" fmla="*/ 137123 w 139307"/>
                  <a:gd name="connsiteY25" fmla="*/ 21019 h 34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9307" h="34195">
                    <a:moveTo>
                      <a:pt x="137123" y="21019"/>
                    </a:moveTo>
                    <a:cubicBezTo>
                      <a:pt x="126014" y="18242"/>
                      <a:pt x="115232" y="20039"/>
                      <a:pt x="103688" y="21782"/>
                    </a:cubicBezTo>
                    <a:cubicBezTo>
                      <a:pt x="97970" y="22599"/>
                      <a:pt x="92306" y="23524"/>
                      <a:pt x="86698" y="24559"/>
                    </a:cubicBezTo>
                    <a:cubicBezTo>
                      <a:pt x="81089" y="25430"/>
                      <a:pt x="75480" y="26465"/>
                      <a:pt x="69926" y="27608"/>
                    </a:cubicBezTo>
                    <a:cubicBezTo>
                      <a:pt x="64372" y="28697"/>
                      <a:pt x="58926" y="30494"/>
                      <a:pt x="53481" y="32237"/>
                    </a:cubicBezTo>
                    <a:cubicBezTo>
                      <a:pt x="47927" y="33925"/>
                      <a:pt x="41229" y="34851"/>
                      <a:pt x="33769" y="33653"/>
                    </a:cubicBezTo>
                    <a:cubicBezTo>
                      <a:pt x="30066" y="33054"/>
                      <a:pt x="26146" y="32019"/>
                      <a:pt x="22388" y="30331"/>
                    </a:cubicBezTo>
                    <a:cubicBezTo>
                      <a:pt x="18522" y="28643"/>
                      <a:pt x="15091" y="26247"/>
                      <a:pt x="12804" y="23960"/>
                    </a:cubicBezTo>
                    <a:cubicBezTo>
                      <a:pt x="10408" y="21673"/>
                      <a:pt x="8720" y="19277"/>
                      <a:pt x="7032" y="17153"/>
                    </a:cubicBezTo>
                    <a:cubicBezTo>
                      <a:pt x="5344" y="14812"/>
                      <a:pt x="3765" y="12742"/>
                      <a:pt x="988" y="10510"/>
                    </a:cubicBezTo>
                    <a:lnTo>
                      <a:pt x="770" y="10346"/>
                    </a:lnTo>
                    <a:cubicBezTo>
                      <a:pt x="-101" y="9639"/>
                      <a:pt x="-265" y="8332"/>
                      <a:pt x="443" y="7460"/>
                    </a:cubicBezTo>
                    <a:cubicBezTo>
                      <a:pt x="497" y="7406"/>
                      <a:pt x="552" y="7297"/>
                      <a:pt x="661" y="7243"/>
                    </a:cubicBezTo>
                    <a:cubicBezTo>
                      <a:pt x="3656" y="4465"/>
                      <a:pt x="7903" y="3431"/>
                      <a:pt x="11770" y="2995"/>
                    </a:cubicBezTo>
                    <a:cubicBezTo>
                      <a:pt x="15581" y="2723"/>
                      <a:pt x="19175" y="2777"/>
                      <a:pt x="22116" y="2832"/>
                    </a:cubicBezTo>
                    <a:cubicBezTo>
                      <a:pt x="25111" y="2886"/>
                      <a:pt x="27180" y="2668"/>
                      <a:pt x="28977" y="2233"/>
                    </a:cubicBezTo>
                    <a:lnTo>
                      <a:pt x="34858" y="1035"/>
                    </a:lnTo>
                    <a:cubicBezTo>
                      <a:pt x="38997" y="218"/>
                      <a:pt x="43951" y="-218"/>
                      <a:pt x="49887" y="109"/>
                    </a:cubicBezTo>
                    <a:cubicBezTo>
                      <a:pt x="55932" y="545"/>
                      <a:pt x="62140" y="1252"/>
                      <a:pt x="68129" y="1525"/>
                    </a:cubicBezTo>
                    <a:cubicBezTo>
                      <a:pt x="74174" y="1797"/>
                      <a:pt x="80163" y="2287"/>
                      <a:pt x="86153" y="2832"/>
                    </a:cubicBezTo>
                    <a:cubicBezTo>
                      <a:pt x="92144" y="3540"/>
                      <a:pt x="98079" y="4411"/>
                      <a:pt x="104014" y="5445"/>
                    </a:cubicBezTo>
                    <a:cubicBezTo>
                      <a:pt x="109896" y="6589"/>
                      <a:pt x="115940" y="7678"/>
                      <a:pt x="121984" y="9584"/>
                    </a:cubicBezTo>
                    <a:cubicBezTo>
                      <a:pt x="127974" y="11435"/>
                      <a:pt x="133855" y="14212"/>
                      <a:pt x="138701" y="18133"/>
                    </a:cubicBezTo>
                    <a:cubicBezTo>
                      <a:pt x="139409" y="18732"/>
                      <a:pt x="139518" y="19767"/>
                      <a:pt x="138919" y="20475"/>
                    </a:cubicBezTo>
                    <a:cubicBezTo>
                      <a:pt x="138484" y="20965"/>
                      <a:pt x="137830" y="21183"/>
                      <a:pt x="137231" y="21019"/>
                    </a:cubicBezTo>
                    <a:lnTo>
                      <a:pt x="137123" y="21019"/>
                    </a:ln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0" name="Forme libre : forme 949">
                <a:extLst>
                  <a:ext uri="{FF2B5EF4-FFF2-40B4-BE49-F238E27FC236}">
                    <a16:creationId xmlns:a16="http://schemas.microsoft.com/office/drawing/2014/main" id="{1739FE24-73B0-45F6-B348-9D588EC7BD87}"/>
                  </a:ext>
                </a:extLst>
              </p:cNvPr>
              <p:cNvSpPr/>
              <p:nvPr/>
            </p:nvSpPr>
            <p:spPr>
              <a:xfrm>
                <a:off x="7839795" y="5061268"/>
                <a:ext cx="76444" cy="89536"/>
              </a:xfrm>
              <a:custGeom>
                <a:avLst/>
                <a:gdLst>
                  <a:gd name="connsiteX0" fmla="*/ 74117 w 76444"/>
                  <a:gd name="connsiteY0" fmla="*/ 89409 h 89536"/>
                  <a:gd name="connsiteX1" fmla="*/ 47761 w 76444"/>
                  <a:gd name="connsiteY1" fmla="*/ 74598 h 89536"/>
                  <a:gd name="connsiteX2" fmla="*/ 35890 w 76444"/>
                  <a:gd name="connsiteY2" fmla="*/ 64796 h 89536"/>
                  <a:gd name="connsiteX3" fmla="*/ 25217 w 76444"/>
                  <a:gd name="connsiteY3" fmla="*/ 53470 h 89536"/>
                  <a:gd name="connsiteX4" fmla="*/ 14925 w 76444"/>
                  <a:gd name="connsiteY4" fmla="*/ 42252 h 89536"/>
                  <a:gd name="connsiteX5" fmla="*/ 7901 w 76444"/>
                  <a:gd name="connsiteY5" fmla="*/ 31089 h 89536"/>
                  <a:gd name="connsiteX6" fmla="*/ 4362 w 76444"/>
                  <a:gd name="connsiteY6" fmla="*/ 19055 h 89536"/>
                  <a:gd name="connsiteX7" fmla="*/ 169 w 76444"/>
                  <a:gd name="connsiteY7" fmla="*/ 4026 h 89536"/>
                  <a:gd name="connsiteX8" fmla="*/ 114 w 76444"/>
                  <a:gd name="connsiteY8" fmla="*/ 3917 h 89536"/>
                  <a:gd name="connsiteX9" fmla="*/ 1530 w 76444"/>
                  <a:gd name="connsiteY9" fmla="*/ 1085 h 89536"/>
                  <a:gd name="connsiteX10" fmla="*/ 1530 w 76444"/>
                  <a:gd name="connsiteY10" fmla="*/ 1085 h 89536"/>
                  <a:gd name="connsiteX11" fmla="*/ 20534 w 76444"/>
                  <a:gd name="connsiteY11" fmla="*/ 2610 h 89536"/>
                  <a:gd name="connsiteX12" fmla="*/ 34965 w 76444"/>
                  <a:gd name="connsiteY12" fmla="*/ 12793 h 89536"/>
                  <a:gd name="connsiteX13" fmla="*/ 42915 w 76444"/>
                  <a:gd name="connsiteY13" fmla="*/ 26025 h 89536"/>
                  <a:gd name="connsiteX14" fmla="*/ 47271 w 76444"/>
                  <a:gd name="connsiteY14" fmla="*/ 39421 h 89536"/>
                  <a:gd name="connsiteX15" fmla="*/ 53097 w 76444"/>
                  <a:gd name="connsiteY15" fmla="*/ 51510 h 89536"/>
                  <a:gd name="connsiteX16" fmla="*/ 59741 w 76444"/>
                  <a:gd name="connsiteY16" fmla="*/ 63489 h 89536"/>
                  <a:gd name="connsiteX17" fmla="*/ 76077 w 76444"/>
                  <a:gd name="connsiteY17" fmla="*/ 86796 h 89536"/>
                  <a:gd name="connsiteX18" fmla="*/ 75805 w 76444"/>
                  <a:gd name="connsiteY18" fmla="*/ 89192 h 89536"/>
                  <a:gd name="connsiteX19" fmla="*/ 74117 w 76444"/>
                  <a:gd name="connsiteY19" fmla="*/ 89409 h 89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6444" h="89536">
                    <a:moveTo>
                      <a:pt x="74117" y="89409"/>
                    </a:moveTo>
                    <a:cubicBezTo>
                      <a:pt x="64805" y="85761"/>
                      <a:pt x="56093" y="80588"/>
                      <a:pt x="47761" y="74598"/>
                    </a:cubicBezTo>
                    <a:cubicBezTo>
                      <a:pt x="43677" y="71549"/>
                      <a:pt x="39702" y="68281"/>
                      <a:pt x="35890" y="64796"/>
                    </a:cubicBezTo>
                    <a:cubicBezTo>
                      <a:pt x="32187" y="61202"/>
                      <a:pt x="28593" y="57445"/>
                      <a:pt x="25217" y="53470"/>
                    </a:cubicBezTo>
                    <a:cubicBezTo>
                      <a:pt x="21841" y="49440"/>
                      <a:pt x="18247" y="45737"/>
                      <a:pt x="14925" y="42252"/>
                    </a:cubicBezTo>
                    <a:cubicBezTo>
                      <a:pt x="11658" y="38713"/>
                      <a:pt x="9371" y="35010"/>
                      <a:pt x="7901" y="31089"/>
                    </a:cubicBezTo>
                    <a:cubicBezTo>
                      <a:pt x="6431" y="27169"/>
                      <a:pt x="5396" y="23303"/>
                      <a:pt x="4362" y="19055"/>
                    </a:cubicBezTo>
                    <a:cubicBezTo>
                      <a:pt x="3327" y="14753"/>
                      <a:pt x="2238" y="10233"/>
                      <a:pt x="169" y="4026"/>
                    </a:cubicBezTo>
                    <a:lnTo>
                      <a:pt x="114" y="3917"/>
                    </a:lnTo>
                    <a:cubicBezTo>
                      <a:pt x="-267" y="2719"/>
                      <a:pt x="332" y="1467"/>
                      <a:pt x="1530" y="1085"/>
                    </a:cubicBezTo>
                    <a:lnTo>
                      <a:pt x="1530" y="1085"/>
                    </a:lnTo>
                    <a:cubicBezTo>
                      <a:pt x="8119" y="-1038"/>
                      <a:pt x="14762" y="214"/>
                      <a:pt x="20534" y="2610"/>
                    </a:cubicBezTo>
                    <a:cubicBezTo>
                      <a:pt x="26307" y="5115"/>
                      <a:pt x="31099" y="8818"/>
                      <a:pt x="34965" y="12793"/>
                    </a:cubicBezTo>
                    <a:cubicBezTo>
                      <a:pt x="38831" y="16823"/>
                      <a:pt x="41390" y="21342"/>
                      <a:pt x="42915" y="26025"/>
                    </a:cubicBezTo>
                    <a:cubicBezTo>
                      <a:pt x="44385" y="30763"/>
                      <a:pt x="45528" y="35391"/>
                      <a:pt x="47271" y="39421"/>
                    </a:cubicBezTo>
                    <a:cubicBezTo>
                      <a:pt x="49013" y="43505"/>
                      <a:pt x="50919" y="47534"/>
                      <a:pt x="53097" y="51510"/>
                    </a:cubicBezTo>
                    <a:cubicBezTo>
                      <a:pt x="55112" y="55594"/>
                      <a:pt x="57345" y="59569"/>
                      <a:pt x="59741" y="63489"/>
                    </a:cubicBezTo>
                    <a:cubicBezTo>
                      <a:pt x="64478" y="71494"/>
                      <a:pt x="70033" y="79118"/>
                      <a:pt x="76077" y="86796"/>
                    </a:cubicBezTo>
                    <a:cubicBezTo>
                      <a:pt x="76676" y="87503"/>
                      <a:pt x="76513" y="88593"/>
                      <a:pt x="75805" y="89192"/>
                    </a:cubicBezTo>
                    <a:cubicBezTo>
                      <a:pt x="75261" y="89573"/>
                      <a:pt x="74662" y="89627"/>
                      <a:pt x="74117" y="89409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1" name="Forme libre : forme 950">
                <a:extLst>
                  <a:ext uri="{FF2B5EF4-FFF2-40B4-BE49-F238E27FC236}">
                    <a16:creationId xmlns:a16="http://schemas.microsoft.com/office/drawing/2014/main" id="{9ED82815-9C19-47B8-82FC-40F71E278F88}"/>
                  </a:ext>
                </a:extLst>
              </p:cNvPr>
              <p:cNvSpPr/>
              <p:nvPr/>
            </p:nvSpPr>
            <p:spPr>
              <a:xfrm>
                <a:off x="7865104" y="5030362"/>
                <a:ext cx="71558" cy="103522"/>
              </a:xfrm>
              <a:custGeom>
                <a:avLst/>
                <a:gdLst>
                  <a:gd name="connsiteX0" fmla="*/ 69011 w 71558"/>
                  <a:gd name="connsiteY0" fmla="*/ 103270 h 103522"/>
                  <a:gd name="connsiteX1" fmla="*/ 44125 w 71558"/>
                  <a:gd name="connsiteY1" fmla="*/ 82905 h 103522"/>
                  <a:gd name="connsiteX2" fmla="*/ 33180 w 71558"/>
                  <a:gd name="connsiteY2" fmla="*/ 70762 h 103522"/>
                  <a:gd name="connsiteX3" fmla="*/ 23542 w 71558"/>
                  <a:gd name="connsiteY3" fmla="*/ 57420 h 103522"/>
                  <a:gd name="connsiteX4" fmla="*/ 14176 w 71558"/>
                  <a:gd name="connsiteY4" fmla="*/ 44079 h 103522"/>
                  <a:gd name="connsiteX5" fmla="*/ 8131 w 71558"/>
                  <a:gd name="connsiteY5" fmla="*/ 31773 h 103522"/>
                  <a:gd name="connsiteX6" fmla="*/ 5082 w 71558"/>
                  <a:gd name="connsiteY6" fmla="*/ 19412 h 103522"/>
                  <a:gd name="connsiteX7" fmla="*/ 236 w 71558"/>
                  <a:gd name="connsiteY7" fmla="*/ 4165 h 103522"/>
                  <a:gd name="connsiteX8" fmla="*/ 181 w 71558"/>
                  <a:gd name="connsiteY8" fmla="*/ 4001 h 103522"/>
                  <a:gd name="connsiteX9" fmla="*/ 1325 w 71558"/>
                  <a:gd name="connsiteY9" fmla="*/ 1169 h 103522"/>
                  <a:gd name="connsiteX10" fmla="*/ 1488 w 71558"/>
                  <a:gd name="connsiteY10" fmla="*/ 1115 h 103522"/>
                  <a:gd name="connsiteX11" fmla="*/ 21690 w 71558"/>
                  <a:gd name="connsiteY11" fmla="*/ 3348 h 103522"/>
                  <a:gd name="connsiteX12" fmla="*/ 36665 w 71558"/>
                  <a:gd name="connsiteY12" fmla="*/ 15818 h 103522"/>
                  <a:gd name="connsiteX13" fmla="*/ 43853 w 71558"/>
                  <a:gd name="connsiteY13" fmla="*/ 31228 h 103522"/>
                  <a:gd name="connsiteX14" fmla="*/ 47066 w 71558"/>
                  <a:gd name="connsiteY14" fmla="*/ 45931 h 103522"/>
                  <a:gd name="connsiteX15" fmla="*/ 51913 w 71558"/>
                  <a:gd name="connsiteY15" fmla="*/ 59707 h 103522"/>
                  <a:gd name="connsiteX16" fmla="*/ 57521 w 71558"/>
                  <a:gd name="connsiteY16" fmla="*/ 73484 h 103522"/>
                  <a:gd name="connsiteX17" fmla="*/ 71352 w 71558"/>
                  <a:gd name="connsiteY17" fmla="*/ 100875 h 103522"/>
                  <a:gd name="connsiteX18" fmla="*/ 70699 w 71558"/>
                  <a:gd name="connsiteY18" fmla="*/ 103162 h 103522"/>
                  <a:gd name="connsiteX19" fmla="*/ 69011 w 71558"/>
                  <a:gd name="connsiteY19" fmla="*/ 103270 h 103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1558" h="103522">
                    <a:moveTo>
                      <a:pt x="69011" y="103270"/>
                    </a:moveTo>
                    <a:cubicBezTo>
                      <a:pt x="60026" y="97553"/>
                      <a:pt x="51858" y="90528"/>
                      <a:pt x="44125" y="82905"/>
                    </a:cubicBezTo>
                    <a:cubicBezTo>
                      <a:pt x="40368" y="79039"/>
                      <a:pt x="36720" y="75009"/>
                      <a:pt x="33180" y="70762"/>
                    </a:cubicBezTo>
                    <a:cubicBezTo>
                      <a:pt x="29804" y="66460"/>
                      <a:pt x="26591" y="61995"/>
                      <a:pt x="23542" y="57420"/>
                    </a:cubicBezTo>
                    <a:cubicBezTo>
                      <a:pt x="20493" y="52846"/>
                      <a:pt x="17116" y="48218"/>
                      <a:pt x="14176" y="44079"/>
                    </a:cubicBezTo>
                    <a:cubicBezTo>
                      <a:pt x="11236" y="39886"/>
                      <a:pt x="9275" y="35802"/>
                      <a:pt x="8131" y="31773"/>
                    </a:cubicBezTo>
                    <a:cubicBezTo>
                      <a:pt x="6934" y="27689"/>
                      <a:pt x="6171" y="23768"/>
                      <a:pt x="5082" y="19412"/>
                    </a:cubicBezTo>
                    <a:cubicBezTo>
                      <a:pt x="4047" y="15001"/>
                      <a:pt x="2904" y="10372"/>
                      <a:pt x="236" y="4165"/>
                    </a:cubicBezTo>
                    <a:lnTo>
                      <a:pt x="181" y="4001"/>
                    </a:lnTo>
                    <a:cubicBezTo>
                      <a:pt x="-309" y="2912"/>
                      <a:pt x="236" y="1660"/>
                      <a:pt x="1325" y="1169"/>
                    </a:cubicBezTo>
                    <a:cubicBezTo>
                      <a:pt x="1379" y="1169"/>
                      <a:pt x="1434" y="1115"/>
                      <a:pt x="1488" y="1115"/>
                    </a:cubicBezTo>
                    <a:cubicBezTo>
                      <a:pt x="8350" y="-1226"/>
                      <a:pt x="15646" y="407"/>
                      <a:pt x="21690" y="3348"/>
                    </a:cubicBezTo>
                    <a:cubicBezTo>
                      <a:pt x="27789" y="6343"/>
                      <a:pt x="32854" y="10971"/>
                      <a:pt x="36665" y="15818"/>
                    </a:cubicBezTo>
                    <a:cubicBezTo>
                      <a:pt x="40531" y="20719"/>
                      <a:pt x="42764" y="26055"/>
                      <a:pt x="43853" y="31228"/>
                    </a:cubicBezTo>
                    <a:cubicBezTo>
                      <a:pt x="44942" y="36510"/>
                      <a:pt x="45596" y="41356"/>
                      <a:pt x="47066" y="45931"/>
                    </a:cubicBezTo>
                    <a:cubicBezTo>
                      <a:pt x="48482" y="50559"/>
                      <a:pt x="50115" y="55188"/>
                      <a:pt x="51913" y="59707"/>
                    </a:cubicBezTo>
                    <a:cubicBezTo>
                      <a:pt x="53600" y="64336"/>
                      <a:pt x="55452" y="68965"/>
                      <a:pt x="57521" y="73484"/>
                    </a:cubicBezTo>
                    <a:cubicBezTo>
                      <a:pt x="61496" y="82742"/>
                      <a:pt x="66234" y="91726"/>
                      <a:pt x="71352" y="100875"/>
                    </a:cubicBezTo>
                    <a:cubicBezTo>
                      <a:pt x="71788" y="101691"/>
                      <a:pt x="71516" y="102726"/>
                      <a:pt x="70699" y="103162"/>
                    </a:cubicBezTo>
                    <a:cubicBezTo>
                      <a:pt x="70154" y="103652"/>
                      <a:pt x="69501" y="103597"/>
                      <a:pt x="69011" y="103270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2" name="Forme libre : forme 951">
                <a:extLst>
                  <a:ext uri="{FF2B5EF4-FFF2-40B4-BE49-F238E27FC236}">
                    <a16:creationId xmlns:a16="http://schemas.microsoft.com/office/drawing/2014/main" id="{CD8935CB-9C26-49F5-8D6D-6025F7F09F25}"/>
                  </a:ext>
                </a:extLst>
              </p:cNvPr>
              <p:cNvSpPr/>
              <p:nvPr/>
            </p:nvSpPr>
            <p:spPr>
              <a:xfrm>
                <a:off x="7900017" y="5006211"/>
                <a:ext cx="66379" cy="122490"/>
              </a:xfrm>
              <a:custGeom>
                <a:avLst/>
                <a:gdLst>
                  <a:gd name="connsiteX0" fmla="*/ 63285 w 66379"/>
                  <a:gd name="connsiteY0" fmla="*/ 121813 h 122490"/>
                  <a:gd name="connsiteX1" fmla="*/ 42592 w 66379"/>
                  <a:gd name="connsiteY1" fmla="*/ 93987 h 122490"/>
                  <a:gd name="connsiteX2" fmla="*/ 32737 w 66379"/>
                  <a:gd name="connsiteY2" fmla="*/ 79829 h 122490"/>
                  <a:gd name="connsiteX3" fmla="*/ 23370 w 66379"/>
                  <a:gd name="connsiteY3" fmla="*/ 65454 h 122490"/>
                  <a:gd name="connsiteX4" fmla="*/ 13187 w 66379"/>
                  <a:gd name="connsiteY4" fmla="*/ 51459 h 122490"/>
                  <a:gd name="connsiteX5" fmla="*/ 5727 w 66379"/>
                  <a:gd name="connsiteY5" fmla="*/ 36484 h 122490"/>
                  <a:gd name="connsiteX6" fmla="*/ 2296 w 66379"/>
                  <a:gd name="connsiteY6" fmla="*/ 20692 h 122490"/>
                  <a:gd name="connsiteX7" fmla="*/ 10 w 66379"/>
                  <a:gd name="connsiteY7" fmla="*/ 2396 h 122490"/>
                  <a:gd name="connsiteX8" fmla="*/ 10 w 66379"/>
                  <a:gd name="connsiteY8" fmla="*/ 2287 h 122490"/>
                  <a:gd name="connsiteX9" fmla="*/ 1861 w 66379"/>
                  <a:gd name="connsiteY9" fmla="*/ 0 h 122490"/>
                  <a:gd name="connsiteX10" fmla="*/ 2242 w 66379"/>
                  <a:gd name="connsiteY10" fmla="*/ 0 h 122490"/>
                  <a:gd name="connsiteX11" fmla="*/ 21573 w 66379"/>
                  <a:gd name="connsiteY11" fmla="*/ 7950 h 122490"/>
                  <a:gd name="connsiteX12" fmla="*/ 34914 w 66379"/>
                  <a:gd name="connsiteY12" fmla="*/ 21782 h 122490"/>
                  <a:gd name="connsiteX13" fmla="*/ 42374 w 66379"/>
                  <a:gd name="connsiteY13" fmla="*/ 37410 h 122490"/>
                  <a:gd name="connsiteX14" fmla="*/ 47003 w 66379"/>
                  <a:gd name="connsiteY14" fmla="*/ 54127 h 122490"/>
                  <a:gd name="connsiteX15" fmla="*/ 52449 w 66379"/>
                  <a:gd name="connsiteY15" fmla="*/ 70409 h 122490"/>
                  <a:gd name="connsiteX16" fmla="*/ 57404 w 66379"/>
                  <a:gd name="connsiteY16" fmla="*/ 86908 h 122490"/>
                  <a:gd name="connsiteX17" fmla="*/ 66334 w 66379"/>
                  <a:gd name="connsiteY17" fmla="*/ 120452 h 122490"/>
                  <a:gd name="connsiteX18" fmla="*/ 65082 w 66379"/>
                  <a:gd name="connsiteY18" fmla="*/ 122467 h 122490"/>
                  <a:gd name="connsiteX19" fmla="*/ 63285 w 66379"/>
                  <a:gd name="connsiteY19" fmla="*/ 121813 h 122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6379" h="122490">
                    <a:moveTo>
                      <a:pt x="63285" y="121813"/>
                    </a:moveTo>
                    <a:cubicBezTo>
                      <a:pt x="56042" y="112719"/>
                      <a:pt x="49345" y="103353"/>
                      <a:pt x="42592" y="93987"/>
                    </a:cubicBezTo>
                    <a:lnTo>
                      <a:pt x="32737" y="79829"/>
                    </a:lnTo>
                    <a:lnTo>
                      <a:pt x="23370" y="65454"/>
                    </a:lnTo>
                    <a:cubicBezTo>
                      <a:pt x="20266" y="60662"/>
                      <a:pt x="16618" y="56087"/>
                      <a:pt x="13187" y="51459"/>
                    </a:cubicBezTo>
                    <a:cubicBezTo>
                      <a:pt x="9757" y="46830"/>
                      <a:pt x="7197" y="41657"/>
                      <a:pt x="5727" y="36484"/>
                    </a:cubicBezTo>
                    <a:cubicBezTo>
                      <a:pt x="4148" y="31256"/>
                      <a:pt x="3113" y="26083"/>
                      <a:pt x="2296" y="20692"/>
                    </a:cubicBezTo>
                    <a:cubicBezTo>
                      <a:pt x="1480" y="15192"/>
                      <a:pt x="772" y="9638"/>
                      <a:pt x="10" y="2396"/>
                    </a:cubicBezTo>
                    <a:lnTo>
                      <a:pt x="10" y="2287"/>
                    </a:lnTo>
                    <a:cubicBezTo>
                      <a:pt x="-99" y="1144"/>
                      <a:pt x="718" y="109"/>
                      <a:pt x="1861" y="0"/>
                    </a:cubicBezTo>
                    <a:cubicBezTo>
                      <a:pt x="1970" y="0"/>
                      <a:pt x="2134" y="0"/>
                      <a:pt x="2242" y="0"/>
                    </a:cubicBezTo>
                    <a:cubicBezTo>
                      <a:pt x="9757" y="599"/>
                      <a:pt x="16128" y="3975"/>
                      <a:pt x="21573" y="7950"/>
                    </a:cubicBezTo>
                    <a:cubicBezTo>
                      <a:pt x="26964" y="11980"/>
                      <a:pt x="31375" y="16826"/>
                      <a:pt x="34914" y="21782"/>
                    </a:cubicBezTo>
                    <a:cubicBezTo>
                      <a:pt x="38508" y="26737"/>
                      <a:pt x="40796" y="31855"/>
                      <a:pt x="42374" y="37410"/>
                    </a:cubicBezTo>
                    <a:cubicBezTo>
                      <a:pt x="43845" y="43018"/>
                      <a:pt x="45152" y="48682"/>
                      <a:pt x="47003" y="54127"/>
                    </a:cubicBezTo>
                    <a:lnTo>
                      <a:pt x="52449" y="70409"/>
                    </a:lnTo>
                    <a:lnTo>
                      <a:pt x="57404" y="86908"/>
                    </a:lnTo>
                    <a:cubicBezTo>
                      <a:pt x="60562" y="98017"/>
                      <a:pt x="63720" y="109071"/>
                      <a:pt x="66334" y="120452"/>
                    </a:cubicBezTo>
                    <a:cubicBezTo>
                      <a:pt x="66552" y="121377"/>
                      <a:pt x="65953" y="122249"/>
                      <a:pt x="65082" y="122467"/>
                    </a:cubicBezTo>
                    <a:cubicBezTo>
                      <a:pt x="64319" y="122576"/>
                      <a:pt x="63666" y="122303"/>
                      <a:pt x="63285" y="12181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3" name="Forme libre : forme 952">
                <a:extLst>
                  <a:ext uri="{FF2B5EF4-FFF2-40B4-BE49-F238E27FC236}">
                    <a16:creationId xmlns:a16="http://schemas.microsoft.com/office/drawing/2014/main" id="{FC54EC05-958C-404E-8D5E-A6F9411E8399}"/>
                  </a:ext>
                </a:extLst>
              </p:cNvPr>
              <p:cNvSpPr/>
              <p:nvPr/>
            </p:nvSpPr>
            <p:spPr>
              <a:xfrm>
                <a:off x="7956507" y="4992723"/>
                <a:ext cx="34218" cy="131296"/>
              </a:xfrm>
              <a:custGeom>
                <a:avLst/>
                <a:gdLst>
                  <a:gd name="connsiteX0" fmla="*/ 24819 w 34218"/>
                  <a:gd name="connsiteY0" fmla="*/ 130128 h 131296"/>
                  <a:gd name="connsiteX1" fmla="*/ 14963 w 34218"/>
                  <a:gd name="connsiteY1" fmla="*/ 98654 h 131296"/>
                  <a:gd name="connsiteX2" fmla="*/ 10443 w 34218"/>
                  <a:gd name="connsiteY2" fmla="*/ 82862 h 131296"/>
                  <a:gd name="connsiteX3" fmla="*/ 6468 w 34218"/>
                  <a:gd name="connsiteY3" fmla="*/ 66908 h 131296"/>
                  <a:gd name="connsiteX4" fmla="*/ 1731 w 34218"/>
                  <a:gd name="connsiteY4" fmla="*/ 50844 h 131296"/>
                  <a:gd name="connsiteX5" fmla="*/ 206 w 34218"/>
                  <a:gd name="connsiteY5" fmla="*/ 34290 h 131296"/>
                  <a:gd name="connsiteX6" fmla="*/ 4073 w 34218"/>
                  <a:gd name="connsiteY6" fmla="*/ 17409 h 131296"/>
                  <a:gd name="connsiteX7" fmla="*/ 13656 w 34218"/>
                  <a:gd name="connsiteY7" fmla="*/ 746 h 131296"/>
                  <a:gd name="connsiteX8" fmla="*/ 16706 w 34218"/>
                  <a:gd name="connsiteY8" fmla="*/ 528 h 131296"/>
                  <a:gd name="connsiteX9" fmla="*/ 16924 w 34218"/>
                  <a:gd name="connsiteY9" fmla="*/ 746 h 131296"/>
                  <a:gd name="connsiteX10" fmla="*/ 27161 w 34218"/>
                  <a:gd name="connsiteY10" fmla="*/ 16538 h 131296"/>
                  <a:gd name="connsiteX11" fmla="*/ 32824 w 34218"/>
                  <a:gd name="connsiteY11" fmla="*/ 32057 h 131296"/>
                  <a:gd name="connsiteX12" fmla="*/ 33968 w 34218"/>
                  <a:gd name="connsiteY12" fmla="*/ 47849 h 131296"/>
                  <a:gd name="connsiteX13" fmla="*/ 32497 w 34218"/>
                  <a:gd name="connsiteY13" fmla="*/ 64076 h 131296"/>
                  <a:gd name="connsiteX14" fmla="*/ 32116 w 34218"/>
                  <a:gd name="connsiteY14" fmla="*/ 80357 h 131296"/>
                  <a:gd name="connsiteX15" fmla="*/ 31299 w 34218"/>
                  <a:gd name="connsiteY15" fmla="*/ 96803 h 131296"/>
                  <a:gd name="connsiteX16" fmla="*/ 28195 w 34218"/>
                  <a:gd name="connsiteY16" fmla="*/ 129856 h 131296"/>
                  <a:gd name="connsiteX17" fmla="*/ 26289 w 34218"/>
                  <a:gd name="connsiteY17" fmla="*/ 131272 h 131296"/>
                  <a:gd name="connsiteX18" fmla="*/ 24819 w 34218"/>
                  <a:gd name="connsiteY18" fmla="*/ 130128 h 131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4218" h="131296">
                    <a:moveTo>
                      <a:pt x="24819" y="130128"/>
                    </a:moveTo>
                    <a:cubicBezTo>
                      <a:pt x="21279" y="119619"/>
                      <a:pt x="18176" y="109109"/>
                      <a:pt x="14963" y="98654"/>
                    </a:cubicBezTo>
                    <a:lnTo>
                      <a:pt x="10443" y="82862"/>
                    </a:lnTo>
                    <a:lnTo>
                      <a:pt x="6468" y="66908"/>
                    </a:lnTo>
                    <a:cubicBezTo>
                      <a:pt x="5216" y="61571"/>
                      <a:pt x="3365" y="56234"/>
                      <a:pt x="1731" y="50844"/>
                    </a:cubicBezTo>
                    <a:cubicBezTo>
                      <a:pt x="206" y="45453"/>
                      <a:pt x="-339" y="39898"/>
                      <a:pt x="206" y="34290"/>
                    </a:cubicBezTo>
                    <a:cubicBezTo>
                      <a:pt x="805" y="28681"/>
                      <a:pt x="2058" y="23018"/>
                      <a:pt x="4073" y="17409"/>
                    </a:cubicBezTo>
                    <a:cubicBezTo>
                      <a:pt x="6251" y="11800"/>
                      <a:pt x="8974" y="6191"/>
                      <a:pt x="13656" y="746"/>
                    </a:cubicBezTo>
                    <a:cubicBezTo>
                      <a:pt x="14419" y="-180"/>
                      <a:pt x="15780" y="-234"/>
                      <a:pt x="16706" y="528"/>
                    </a:cubicBezTo>
                    <a:cubicBezTo>
                      <a:pt x="16760" y="583"/>
                      <a:pt x="16869" y="691"/>
                      <a:pt x="16924" y="746"/>
                    </a:cubicBezTo>
                    <a:cubicBezTo>
                      <a:pt x="21661" y="6137"/>
                      <a:pt x="24602" y="11365"/>
                      <a:pt x="27161" y="16538"/>
                    </a:cubicBezTo>
                    <a:cubicBezTo>
                      <a:pt x="29666" y="21711"/>
                      <a:pt x="31517" y="26884"/>
                      <a:pt x="32824" y="32057"/>
                    </a:cubicBezTo>
                    <a:cubicBezTo>
                      <a:pt x="34186" y="37230"/>
                      <a:pt x="34512" y="42512"/>
                      <a:pt x="33968" y="47849"/>
                    </a:cubicBezTo>
                    <a:cubicBezTo>
                      <a:pt x="33369" y="53240"/>
                      <a:pt x="32606" y="58685"/>
                      <a:pt x="32497" y="64076"/>
                    </a:cubicBezTo>
                    <a:lnTo>
                      <a:pt x="32116" y="80357"/>
                    </a:lnTo>
                    <a:lnTo>
                      <a:pt x="31299" y="96803"/>
                    </a:lnTo>
                    <a:cubicBezTo>
                      <a:pt x="30537" y="107802"/>
                      <a:pt x="29775" y="118856"/>
                      <a:pt x="28195" y="129856"/>
                    </a:cubicBezTo>
                    <a:cubicBezTo>
                      <a:pt x="28086" y="130782"/>
                      <a:pt x="27215" y="131435"/>
                      <a:pt x="26289" y="131272"/>
                    </a:cubicBezTo>
                    <a:cubicBezTo>
                      <a:pt x="25527" y="131163"/>
                      <a:pt x="25037" y="130727"/>
                      <a:pt x="24819" y="13012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4" name="Forme libre : forme 953">
                <a:extLst>
                  <a:ext uri="{FF2B5EF4-FFF2-40B4-BE49-F238E27FC236}">
                    <a16:creationId xmlns:a16="http://schemas.microsoft.com/office/drawing/2014/main" id="{25121D53-A0A9-4703-AAF8-CAB26E6E4D03}"/>
                  </a:ext>
                </a:extLst>
              </p:cNvPr>
              <p:cNvSpPr/>
              <p:nvPr/>
            </p:nvSpPr>
            <p:spPr>
              <a:xfrm>
                <a:off x="8001256" y="4978365"/>
                <a:ext cx="41298" cy="152202"/>
              </a:xfrm>
              <a:custGeom>
                <a:avLst/>
                <a:gdLst>
                  <a:gd name="connsiteX0" fmla="*/ 708 w 41298"/>
                  <a:gd name="connsiteY0" fmla="*/ 150639 h 152202"/>
                  <a:gd name="connsiteX1" fmla="*/ 218 w 41298"/>
                  <a:gd name="connsiteY1" fmla="*/ 111432 h 152202"/>
                  <a:gd name="connsiteX2" fmla="*/ 0 w 41298"/>
                  <a:gd name="connsiteY2" fmla="*/ 91666 h 152202"/>
                  <a:gd name="connsiteX3" fmla="*/ 762 w 41298"/>
                  <a:gd name="connsiteY3" fmla="*/ 71627 h 152202"/>
                  <a:gd name="connsiteX4" fmla="*/ 1742 w 41298"/>
                  <a:gd name="connsiteY4" fmla="*/ 50934 h 152202"/>
                  <a:gd name="connsiteX5" fmla="*/ 7351 w 41298"/>
                  <a:gd name="connsiteY5" fmla="*/ 30678 h 152202"/>
                  <a:gd name="connsiteX6" fmla="*/ 38608 w 41298"/>
                  <a:gd name="connsiteY6" fmla="*/ 129 h 152202"/>
                  <a:gd name="connsiteX7" fmla="*/ 41167 w 41298"/>
                  <a:gd name="connsiteY7" fmla="*/ 1272 h 152202"/>
                  <a:gd name="connsiteX8" fmla="*/ 41276 w 41298"/>
                  <a:gd name="connsiteY8" fmla="*/ 1926 h 152202"/>
                  <a:gd name="connsiteX9" fmla="*/ 41276 w 41298"/>
                  <a:gd name="connsiteY9" fmla="*/ 1980 h 152202"/>
                  <a:gd name="connsiteX10" fmla="*/ 38281 w 41298"/>
                  <a:gd name="connsiteY10" fmla="*/ 41187 h 152202"/>
                  <a:gd name="connsiteX11" fmla="*/ 33217 w 41298"/>
                  <a:gd name="connsiteY11" fmla="*/ 58394 h 152202"/>
                  <a:gd name="connsiteX12" fmla="*/ 26519 w 41298"/>
                  <a:gd name="connsiteY12" fmla="*/ 75929 h 152202"/>
                  <a:gd name="connsiteX13" fmla="*/ 21509 w 41298"/>
                  <a:gd name="connsiteY13" fmla="*/ 94443 h 152202"/>
                  <a:gd name="connsiteX14" fmla="*/ 16391 w 41298"/>
                  <a:gd name="connsiteY14" fmla="*/ 113393 h 152202"/>
                  <a:gd name="connsiteX15" fmla="*/ 3866 w 41298"/>
                  <a:gd name="connsiteY15" fmla="*/ 151184 h 152202"/>
                  <a:gd name="connsiteX16" fmla="*/ 1688 w 41298"/>
                  <a:gd name="connsiteY16" fmla="*/ 152055 h 152202"/>
                  <a:gd name="connsiteX17" fmla="*/ 708 w 41298"/>
                  <a:gd name="connsiteY17" fmla="*/ 150639 h 152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1298" h="152202">
                    <a:moveTo>
                      <a:pt x="708" y="150639"/>
                    </a:moveTo>
                    <a:cubicBezTo>
                      <a:pt x="817" y="137461"/>
                      <a:pt x="599" y="124501"/>
                      <a:pt x="218" y="111432"/>
                    </a:cubicBezTo>
                    <a:lnTo>
                      <a:pt x="0" y="91666"/>
                    </a:lnTo>
                    <a:cubicBezTo>
                      <a:pt x="164" y="85077"/>
                      <a:pt x="381" y="78379"/>
                      <a:pt x="762" y="71627"/>
                    </a:cubicBezTo>
                    <a:cubicBezTo>
                      <a:pt x="1198" y="64874"/>
                      <a:pt x="1252" y="57959"/>
                      <a:pt x="1742" y="50934"/>
                    </a:cubicBezTo>
                    <a:cubicBezTo>
                      <a:pt x="2342" y="43964"/>
                      <a:pt x="4139" y="37103"/>
                      <a:pt x="7351" y="30678"/>
                    </a:cubicBezTo>
                    <a:cubicBezTo>
                      <a:pt x="13831" y="18044"/>
                      <a:pt x="23578" y="5901"/>
                      <a:pt x="38608" y="129"/>
                    </a:cubicBezTo>
                    <a:cubicBezTo>
                      <a:pt x="39643" y="-252"/>
                      <a:pt x="40786" y="238"/>
                      <a:pt x="41167" y="1272"/>
                    </a:cubicBezTo>
                    <a:cubicBezTo>
                      <a:pt x="41276" y="1490"/>
                      <a:pt x="41276" y="1708"/>
                      <a:pt x="41276" y="1926"/>
                    </a:cubicBezTo>
                    <a:lnTo>
                      <a:pt x="41276" y="1980"/>
                    </a:lnTo>
                    <a:cubicBezTo>
                      <a:pt x="41494" y="17554"/>
                      <a:pt x="40132" y="29207"/>
                      <a:pt x="38281" y="41187"/>
                    </a:cubicBezTo>
                    <a:cubicBezTo>
                      <a:pt x="37301" y="47068"/>
                      <a:pt x="35613" y="52731"/>
                      <a:pt x="33217" y="58394"/>
                    </a:cubicBezTo>
                    <a:cubicBezTo>
                      <a:pt x="30712" y="64057"/>
                      <a:pt x="28261" y="69884"/>
                      <a:pt x="26519" y="75929"/>
                    </a:cubicBezTo>
                    <a:cubicBezTo>
                      <a:pt x="24722" y="81973"/>
                      <a:pt x="23088" y="88181"/>
                      <a:pt x="21509" y="94443"/>
                    </a:cubicBezTo>
                    <a:lnTo>
                      <a:pt x="16391" y="113393"/>
                    </a:lnTo>
                    <a:cubicBezTo>
                      <a:pt x="12742" y="126080"/>
                      <a:pt x="9040" y="138931"/>
                      <a:pt x="3866" y="151184"/>
                    </a:cubicBezTo>
                    <a:cubicBezTo>
                      <a:pt x="3485" y="152055"/>
                      <a:pt x="2559" y="152436"/>
                      <a:pt x="1688" y="152055"/>
                    </a:cubicBezTo>
                    <a:cubicBezTo>
                      <a:pt x="1089" y="151891"/>
                      <a:pt x="708" y="151293"/>
                      <a:pt x="708" y="150639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5" name="Forme libre : forme 954">
                <a:extLst>
                  <a:ext uri="{FF2B5EF4-FFF2-40B4-BE49-F238E27FC236}">
                    <a16:creationId xmlns:a16="http://schemas.microsoft.com/office/drawing/2014/main" id="{50346A3C-9DF0-4475-AB3A-B38BB5CA15C8}"/>
                  </a:ext>
                </a:extLst>
              </p:cNvPr>
              <p:cNvSpPr/>
              <p:nvPr/>
            </p:nvSpPr>
            <p:spPr>
              <a:xfrm>
                <a:off x="8016530" y="4986474"/>
                <a:ext cx="106357" cy="159278"/>
              </a:xfrm>
              <a:custGeom>
                <a:avLst/>
                <a:gdLst>
                  <a:gd name="connsiteX0" fmla="*/ 246 w 106357"/>
                  <a:gd name="connsiteY0" fmla="*/ 156743 h 159278"/>
                  <a:gd name="connsiteX1" fmla="*/ 7325 w 106357"/>
                  <a:gd name="connsiteY1" fmla="*/ 134961 h 159278"/>
                  <a:gd name="connsiteX2" fmla="*/ 13369 w 106357"/>
                  <a:gd name="connsiteY2" fmla="*/ 111329 h 159278"/>
                  <a:gd name="connsiteX3" fmla="*/ 21646 w 106357"/>
                  <a:gd name="connsiteY3" fmla="*/ 88131 h 159278"/>
                  <a:gd name="connsiteX4" fmla="*/ 32155 w 106357"/>
                  <a:gd name="connsiteY4" fmla="*/ 65751 h 159278"/>
                  <a:gd name="connsiteX5" fmla="*/ 43645 w 106357"/>
                  <a:gd name="connsiteY5" fmla="*/ 43479 h 159278"/>
                  <a:gd name="connsiteX6" fmla="*/ 59165 w 106357"/>
                  <a:gd name="connsiteY6" fmla="*/ 23930 h 159278"/>
                  <a:gd name="connsiteX7" fmla="*/ 79585 w 106357"/>
                  <a:gd name="connsiteY7" fmla="*/ 9119 h 159278"/>
                  <a:gd name="connsiteX8" fmla="*/ 104144 w 106357"/>
                  <a:gd name="connsiteY8" fmla="*/ 25 h 159278"/>
                  <a:gd name="connsiteX9" fmla="*/ 106321 w 106357"/>
                  <a:gd name="connsiteY9" fmla="*/ 1550 h 159278"/>
                  <a:gd name="connsiteX10" fmla="*/ 106267 w 106357"/>
                  <a:gd name="connsiteY10" fmla="*/ 2475 h 159278"/>
                  <a:gd name="connsiteX11" fmla="*/ 106267 w 106357"/>
                  <a:gd name="connsiteY11" fmla="*/ 2530 h 159278"/>
                  <a:gd name="connsiteX12" fmla="*/ 95867 w 106357"/>
                  <a:gd name="connsiteY12" fmla="*/ 25564 h 159278"/>
                  <a:gd name="connsiteX13" fmla="*/ 83886 w 106357"/>
                  <a:gd name="connsiteY13" fmla="*/ 45385 h 159278"/>
                  <a:gd name="connsiteX14" fmla="*/ 69620 w 106357"/>
                  <a:gd name="connsiteY14" fmla="*/ 62810 h 159278"/>
                  <a:gd name="connsiteX15" fmla="*/ 54264 w 106357"/>
                  <a:gd name="connsiteY15" fmla="*/ 79745 h 159278"/>
                  <a:gd name="connsiteX16" fmla="*/ 40869 w 106357"/>
                  <a:gd name="connsiteY16" fmla="*/ 98369 h 159278"/>
                  <a:gd name="connsiteX17" fmla="*/ 28398 w 106357"/>
                  <a:gd name="connsiteY17" fmla="*/ 117917 h 159278"/>
                  <a:gd name="connsiteX18" fmla="*/ 17018 w 106357"/>
                  <a:gd name="connsiteY18" fmla="*/ 138447 h 159278"/>
                  <a:gd name="connsiteX19" fmla="*/ 2805 w 106357"/>
                  <a:gd name="connsiteY19" fmla="*/ 158867 h 159278"/>
                  <a:gd name="connsiteX20" fmla="*/ 464 w 106357"/>
                  <a:gd name="connsiteY20" fmla="*/ 158703 h 159278"/>
                  <a:gd name="connsiteX21" fmla="*/ 246 w 106357"/>
                  <a:gd name="connsiteY21" fmla="*/ 156743 h 159278"/>
                  <a:gd name="connsiteX22" fmla="*/ 246 w 106357"/>
                  <a:gd name="connsiteY22" fmla="*/ 156743 h 159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6357" h="159278">
                    <a:moveTo>
                      <a:pt x="246" y="156743"/>
                    </a:moveTo>
                    <a:cubicBezTo>
                      <a:pt x="4166" y="150100"/>
                      <a:pt x="5636" y="142694"/>
                      <a:pt x="7325" y="134961"/>
                    </a:cubicBezTo>
                    <a:cubicBezTo>
                      <a:pt x="8958" y="127120"/>
                      <a:pt x="11082" y="119170"/>
                      <a:pt x="13369" y="111329"/>
                    </a:cubicBezTo>
                    <a:cubicBezTo>
                      <a:pt x="15874" y="103542"/>
                      <a:pt x="18542" y="95809"/>
                      <a:pt x="21646" y="88131"/>
                    </a:cubicBezTo>
                    <a:cubicBezTo>
                      <a:pt x="24859" y="80562"/>
                      <a:pt x="28344" y="73047"/>
                      <a:pt x="32155" y="65751"/>
                    </a:cubicBezTo>
                    <a:cubicBezTo>
                      <a:pt x="35913" y="58399"/>
                      <a:pt x="39616" y="50885"/>
                      <a:pt x="43645" y="43479"/>
                    </a:cubicBezTo>
                    <a:cubicBezTo>
                      <a:pt x="47838" y="36237"/>
                      <a:pt x="52957" y="29593"/>
                      <a:pt x="59165" y="23930"/>
                    </a:cubicBezTo>
                    <a:cubicBezTo>
                      <a:pt x="65318" y="18267"/>
                      <a:pt x="72179" y="13257"/>
                      <a:pt x="79585" y="9119"/>
                    </a:cubicBezTo>
                    <a:cubicBezTo>
                      <a:pt x="87045" y="5035"/>
                      <a:pt x="95050" y="1604"/>
                      <a:pt x="104144" y="25"/>
                    </a:cubicBezTo>
                    <a:cubicBezTo>
                      <a:pt x="105178" y="-139"/>
                      <a:pt x="106159" y="515"/>
                      <a:pt x="106321" y="1550"/>
                    </a:cubicBezTo>
                    <a:cubicBezTo>
                      <a:pt x="106376" y="1876"/>
                      <a:pt x="106376" y="2203"/>
                      <a:pt x="106267" y="2475"/>
                    </a:cubicBezTo>
                    <a:lnTo>
                      <a:pt x="106267" y="2530"/>
                    </a:lnTo>
                    <a:cubicBezTo>
                      <a:pt x="103381" y="11242"/>
                      <a:pt x="99569" y="18485"/>
                      <a:pt x="95867" y="25564"/>
                    </a:cubicBezTo>
                    <a:cubicBezTo>
                      <a:pt x="92055" y="32534"/>
                      <a:pt x="88025" y="39068"/>
                      <a:pt x="83886" y="45385"/>
                    </a:cubicBezTo>
                    <a:cubicBezTo>
                      <a:pt x="79693" y="51647"/>
                      <a:pt x="75010" y="57474"/>
                      <a:pt x="69620" y="62810"/>
                    </a:cubicBezTo>
                    <a:cubicBezTo>
                      <a:pt x="64338" y="68201"/>
                      <a:pt x="58892" y="73646"/>
                      <a:pt x="54264" y="79745"/>
                    </a:cubicBezTo>
                    <a:cubicBezTo>
                      <a:pt x="49581" y="85735"/>
                      <a:pt x="45115" y="91998"/>
                      <a:pt x="40869" y="98369"/>
                    </a:cubicBezTo>
                    <a:cubicBezTo>
                      <a:pt x="36457" y="104685"/>
                      <a:pt x="32373" y="111220"/>
                      <a:pt x="28398" y="117917"/>
                    </a:cubicBezTo>
                    <a:cubicBezTo>
                      <a:pt x="24423" y="124615"/>
                      <a:pt x="20720" y="131422"/>
                      <a:pt x="17018" y="138447"/>
                    </a:cubicBezTo>
                    <a:cubicBezTo>
                      <a:pt x="13369" y="145525"/>
                      <a:pt x="9176" y="153258"/>
                      <a:pt x="2805" y="158867"/>
                    </a:cubicBezTo>
                    <a:cubicBezTo>
                      <a:pt x="2097" y="159466"/>
                      <a:pt x="1062" y="159411"/>
                      <a:pt x="464" y="158703"/>
                    </a:cubicBezTo>
                    <a:cubicBezTo>
                      <a:pt x="-81" y="158159"/>
                      <a:pt x="-135" y="157342"/>
                      <a:pt x="246" y="156743"/>
                    </a:cubicBezTo>
                    <a:lnTo>
                      <a:pt x="246" y="156743"/>
                    </a:ln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6" name="Forme libre : forme 955">
                <a:extLst>
                  <a:ext uri="{FF2B5EF4-FFF2-40B4-BE49-F238E27FC236}">
                    <a16:creationId xmlns:a16="http://schemas.microsoft.com/office/drawing/2014/main" id="{14E08777-E27A-40C1-B281-4B67BBC22BDC}"/>
                  </a:ext>
                </a:extLst>
              </p:cNvPr>
              <p:cNvSpPr/>
              <p:nvPr/>
            </p:nvSpPr>
            <p:spPr>
              <a:xfrm>
                <a:off x="8030965" y="5065029"/>
                <a:ext cx="147357" cy="93571"/>
              </a:xfrm>
              <a:custGeom>
                <a:avLst/>
                <a:gdLst>
                  <a:gd name="connsiteX0" fmla="*/ 187 w 147357"/>
                  <a:gd name="connsiteY0" fmla="*/ 91093 h 93571"/>
                  <a:gd name="connsiteX1" fmla="*/ 27632 w 147357"/>
                  <a:gd name="connsiteY1" fmla="*/ 55371 h 93571"/>
                  <a:gd name="connsiteX2" fmla="*/ 45220 w 147357"/>
                  <a:gd name="connsiteY2" fmla="*/ 40777 h 93571"/>
                  <a:gd name="connsiteX3" fmla="*/ 64224 w 147357"/>
                  <a:gd name="connsiteY3" fmla="*/ 28362 h 93571"/>
                  <a:gd name="connsiteX4" fmla="*/ 83447 w 147357"/>
                  <a:gd name="connsiteY4" fmla="*/ 16437 h 93571"/>
                  <a:gd name="connsiteX5" fmla="*/ 103758 w 147357"/>
                  <a:gd name="connsiteY5" fmla="*/ 8051 h 93571"/>
                  <a:gd name="connsiteX6" fmla="*/ 114540 w 147357"/>
                  <a:gd name="connsiteY6" fmla="*/ 5818 h 93571"/>
                  <a:gd name="connsiteX7" fmla="*/ 125050 w 147357"/>
                  <a:gd name="connsiteY7" fmla="*/ 4620 h 93571"/>
                  <a:gd name="connsiteX8" fmla="*/ 134415 w 147357"/>
                  <a:gd name="connsiteY8" fmla="*/ 3803 h 93571"/>
                  <a:gd name="connsiteX9" fmla="*/ 143945 w 147357"/>
                  <a:gd name="connsiteY9" fmla="*/ 427 h 93571"/>
                  <a:gd name="connsiteX10" fmla="*/ 144108 w 147357"/>
                  <a:gd name="connsiteY10" fmla="*/ 318 h 93571"/>
                  <a:gd name="connsiteX11" fmla="*/ 146777 w 147357"/>
                  <a:gd name="connsiteY11" fmla="*/ 917 h 93571"/>
                  <a:gd name="connsiteX12" fmla="*/ 147048 w 147357"/>
                  <a:gd name="connsiteY12" fmla="*/ 1516 h 93571"/>
                  <a:gd name="connsiteX13" fmla="*/ 143890 w 147357"/>
                  <a:gd name="connsiteY13" fmla="*/ 15348 h 93571"/>
                  <a:gd name="connsiteX14" fmla="*/ 134687 w 147357"/>
                  <a:gd name="connsiteY14" fmla="*/ 25639 h 93571"/>
                  <a:gd name="connsiteX15" fmla="*/ 125158 w 147357"/>
                  <a:gd name="connsiteY15" fmla="*/ 32718 h 93571"/>
                  <a:gd name="connsiteX16" fmla="*/ 115737 w 147357"/>
                  <a:gd name="connsiteY16" fmla="*/ 38490 h 93571"/>
                  <a:gd name="connsiteX17" fmla="*/ 95862 w 147357"/>
                  <a:gd name="connsiteY17" fmla="*/ 46332 h 93571"/>
                  <a:gd name="connsiteX18" fmla="*/ 75442 w 147357"/>
                  <a:gd name="connsiteY18" fmla="*/ 51995 h 93571"/>
                  <a:gd name="connsiteX19" fmla="*/ 56056 w 147357"/>
                  <a:gd name="connsiteY19" fmla="*/ 59619 h 93571"/>
                  <a:gd name="connsiteX20" fmla="*/ 37270 w 147357"/>
                  <a:gd name="connsiteY20" fmla="*/ 68603 h 93571"/>
                  <a:gd name="connsiteX21" fmla="*/ 2800 w 147357"/>
                  <a:gd name="connsiteY21" fmla="*/ 93107 h 93571"/>
                  <a:gd name="connsiteX22" fmla="*/ 459 w 147357"/>
                  <a:gd name="connsiteY22" fmla="*/ 93053 h 93571"/>
                  <a:gd name="connsiteX23" fmla="*/ 187 w 147357"/>
                  <a:gd name="connsiteY23" fmla="*/ 91093 h 9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47357" h="93571">
                    <a:moveTo>
                      <a:pt x="187" y="91093"/>
                    </a:moveTo>
                    <a:cubicBezTo>
                      <a:pt x="6830" y="77752"/>
                      <a:pt x="16577" y="65826"/>
                      <a:pt x="27632" y="55371"/>
                    </a:cubicBezTo>
                    <a:cubicBezTo>
                      <a:pt x="33186" y="50198"/>
                      <a:pt x="39067" y="45297"/>
                      <a:pt x="45220" y="40777"/>
                    </a:cubicBezTo>
                    <a:cubicBezTo>
                      <a:pt x="51428" y="36367"/>
                      <a:pt x="57799" y="32228"/>
                      <a:pt x="64224" y="28362"/>
                    </a:cubicBezTo>
                    <a:cubicBezTo>
                      <a:pt x="70704" y="24496"/>
                      <a:pt x="77021" y="20357"/>
                      <a:pt x="83447" y="16437"/>
                    </a:cubicBezTo>
                    <a:cubicBezTo>
                      <a:pt x="89872" y="12625"/>
                      <a:pt x="96679" y="9793"/>
                      <a:pt x="103758" y="8051"/>
                    </a:cubicBezTo>
                    <a:cubicBezTo>
                      <a:pt x="107298" y="7180"/>
                      <a:pt x="110891" y="6417"/>
                      <a:pt x="114540" y="5818"/>
                    </a:cubicBezTo>
                    <a:cubicBezTo>
                      <a:pt x="118243" y="5219"/>
                      <a:pt x="121891" y="4838"/>
                      <a:pt x="125050" y="4620"/>
                    </a:cubicBezTo>
                    <a:cubicBezTo>
                      <a:pt x="128262" y="4348"/>
                      <a:pt x="131475" y="4293"/>
                      <a:pt x="134415" y="3803"/>
                    </a:cubicBezTo>
                    <a:cubicBezTo>
                      <a:pt x="137573" y="3422"/>
                      <a:pt x="140460" y="2660"/>
                      <a:pt x="143945" y="427"/>
                    </a:cubicBezTo>
                    <a:lnTo>
                      <a:pt x="144108" y="318"/>
                    </a:lnTo>
                    <a:cubicBezTo>
                      <a:pt x="144979" y="-281"/>
                      <a:pt x="146178" y="-8"/>
                      <a:pt x="146777" y="917"/>
                    </a:cubicBezTo>
                    <a:cubicBezTo>
                      <a:pt x="146886" y="1135"/>
                      <a:pt x="146994" y="1298"/>
                      <a:pt x="147048" y="1516"/>
                    </a:cubicBezTo>
                    <a:cubicBezTo>
                      <a:pt x="148083" y="6090"/>
                      <a:pt x="146395" y="11264"/>
                      <a:pt x="143890" y="15348"/>
                    </a:cubicBezTo>
                    <a:cubicBezTo>
                      <a:pt x="141277" y="19432"/>
                      <a:pt x="138010" y="22862"/>
                      <a:pt x="134687" y="25639"/>
                    </a:cubicBezTo>
                    <a:cubicBezTo>
                      <a:pt x="131311" y="28471"/>
                      <a:pt x="128153" y="30595"/>
                      <a:pt x="125158" y="32718"/>
                    </a:cubicBezTo>
                    <a:cubicBezTo>
                      <a:pt x="122054" y="34788"/>
                      <a:pt x="118896" y="36693"/>
                      <a:pt x="115737" y="38490"/>
                    </a:cubicBezTo>
                    <a:cubicBezTo>
                      <a:pt x="109421" y="42030"/>
                      <a:pt x="102777" y="44589"/>
                      <a:pt x="95862" y="46332"/>
                    </a:cubicBezTo>
                    <a:cubicBezTo>
                      <a:pt x="88947" y="48020"/>
                      <a:pt x="82031" y="49653"/>
                      <a:pt x="75442" y="51995"/>
                    </a:cubicBezTo>
                    <a:cubicBezTo>
                      <a:pt x="68853" y="54336"/>
                      <a:pt x="62373" y="56841"/>
                      <a:pt x="56056" y="59619"/>
                    </a:cubicBezTo>
                    <a:cubicBezTo>
                      <a:pt x="49630" y="62287"/>
                      <a:pt x="43369" y="65227"/>
                      <a:pt x="37270" y="68603"/>
                    </a:cubicBezTo>
                    <a:cubicBezTo>
                      <a:pt x="24909" y="75083"/>
                      <a:pt x="13419" y="83197"/>
                      <a:pt x="2800" y="93107"/>
                    </a:cubicBezTo>
                    <a:cubicBezTo>
                      <a:pt x="2147" y="93761"/>
                      <a:pt x="1113" y="93707"/>
                      <a:pt x="459" y="93053"/>
                    </a:cubicBezTo>
                    <a:cubicBezTo>
                      <a:pt x="-31" y="92454"/>
                      <a:pt x="-140" y="91692"/>
                      <a:pt x="187" y="9109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7" name="Forme libre : forme 956">
                <a:extLst>
                  <a:ext uri="{FF2B5EF4-FFF2-40B4-BE49-F238E27FC236}">
                    <a16:creationId xmlns:a16="http://schemas.microsoft.com/office/drawing/2014/main" id="{9834C004-DEC6-4673-AED2-309660E5DCB5}"/>
                  </a:ext>
                </a:extLst>
              </p:cNvPr>
              <p:cNvSpPr/>
              <p:nvPr/>
            </p:nvSpPr>
            <p:spPr>
              <a:xfrm>
                <a:off x="8051432" y="5128521"/>
                <a:ext cx="143863" cy="43740"/>
              </a:xfrm>
              <a:custGeom>
                <a:avLst/>
                <a:gdLst>
                  <a:gd name="connsiteX0" fmla="*/ 574 w 143863"/>
                  <a:gd name="connsiteY0" fmla="*/ 40780 h 43740"/>
                  <a:gd name="connsiteX1" fmla="*/ 32539 w 143863"/>
                  <a:gd name="connsiteY1" fmla="*/ 19543 h 43740"/>
                  <a:gd name="connsiteX2" fmla="*/ 50509 w 143863"/>
                  <a:gd name="connsiteY2" fmla="*/ 11810 h 43740"/>
                  <a:gd name="connsiteX3" fmla="*/ 69513 w 143863"/>
                  <a:gd name="connsiteY3" fmla="*/ 6365 h 43740"/>
                  <a:gd name="connsiteX4" fmla="*/ 88354 w 143863"/>
                  <a:gd name="connsiteY4" fmla="*/ 1682 h 43740"/>
                  <a:gd name="connsiteX5" fmla="*/ 105943 w 143863"/>
                  <a:gd name="connsiteY5" fmla="*/ 102 h 43740"/>
                  <a:gd name="connsiteX6" fmla="*/ 122824 w 143863"/>
                  <a:gd name="connsiteY6" fmla="*/ 1900 h 43740"/>
                  <a:gd name="connsiteX7" fmla="*/ 142046 w 143863"/>
                  <a:gd name="connsiteY7" fmla="*/ 4568 h 43740"/>
                  <a:gd name="connsiteX8" fmla="*/ 142100 w 143863"/>
                  <a:gd name="connsiteY8" fmla="*/ 4568 h 43740"/>
                  <a:gd name="connsiteX9" fmla="*/ 143843 w 143863"/>
                  <a:gd name="connsiteY9" fmla="*/ 6855 h 43740"/>
                  <a:gd name="connsiteX10" fmla="*/ 143734 w 143863"/>
                  <a:gd name="connsiteY10" fmla="*/ 7345 h 43740"/>
                  <a:gd name="connsiteX11" fmla="*/ 128977 w 143863"/>
                  <a:gd name="connsiteY11" fmla="*/ 24171 h 43740"/>
                  <a:gd name="connsiteX12" fmla="*/ 109646 w 143863"/>
                  <a:gd name="connsiteY12" fmla="*/ 32612 h 43740"/>
                  <a:gd name="connsiteX13" fmla="*/ 90478 w 143863"/>
                  <a:gd name="connsiteY13" fmla="*/ 34027 h 43740"/>
                  <a:gd name="connsiteX14" fmla="*/ 72563 w 143863"/>
                  <a:gd name="connsiteY14" fmla="*/ 32394 h 43740"/>
                  <a:gd name="connsiteX15" fmla="*/ 55192 w 143863"/>
                  <a:gd name="connsiteY15" fmla="*/ 33101 h 43740"/>
                  <a:gd name="connsiteX16" fmla="*/ 37603 w 143863"/>
                  <a:gd name="connsiteY16" fmla="*/ 35116 h 43740"/>
                  <a:gd name="connsiteX17" fmla="*/ 2208 w 143863"/>
                  <a:gd name="connsiteY17" fmla="*/ 43666 h 43740"/>
                  <a:gd name="connsiteX18" fmla="*/ 85 w 143863"/>
                  <a:gd name="connsiteY18" fmla="*/ 42576 h 43740"/>
                  <a:gd name="connsiteX19" fmla="*/ 574 w 143863"/>
                  <a:gd name="connsiteY19" fmla="*/ 40780 h 43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43863" h="43740">
                    <a:moveTo>
                      <a:pt x="574" y="40780"/>
                    </a:moveTo>
                    <a:cubicBezTo>
                      <a:pt x="10104" y="32394"/>
                      <a:pt x="20941" y="25424"/>
                      <a:pt x="32539" y="19543"/>
                    </a:cubicBezTo>
                    <a:cubicBezTo>
                      <a:pt x="38366" y="16711"/>
                      <a:pt x="44355" y="14097"/>
                      <a:pt x="50509" y="11810"/>
                    </a:cubicBezTo>
                    <a:cubicBezTo>
                      <a:pt x="56717" y="9686"/>
                      <a:pt x="63033" y="7889"/>
                      <a:pt x="69513" y="6365"/>
                    </a:cubicBezTo>
                    <a:cubicBezTo>
                      <a:pt x="75993" y="4894"/>
                      <a:pt x="82255" y="3206"/>
                      <a:pt x="88354" y="1682"/>
                    </a:cubicBezTo>
                    <a:cubicBezTo>
                      <a:pt x="94453" y="211"/>
                      <a:pt x="100280" y="-224"/>
                      <a:pt x="105943" y="102"/>
                    </a:cubicBezTo>
                    <a:cubicBezTo>
                      <a:pt x="111606" y="429"/>
                      <a:pt x="117106" y="1083"/>
                      <a:pt x="122824" y="1900"/>
                    </a:cubicBezTo>
                    <a:lnTo>
                      <a:pt x="142046" y="4568"/>
                    </a:lnTo>
                    <a:lnTo>
                      <a:pt x="142100" y="4568"/>
                    </a:lnTo>
                    <a:cubicBezTo>
                      <a:pt x="143189" y="4731"/>
                      <a:pt x="144006" y="5766"/>
                      <a:pt x="143843" y="6855"/>
                    </a:cubicBezTo>
                    <a:cubicBezTo>
                      <a:pt x="143843" y="7018"/>
                      <a:pt x="143788" y="7181"/>
                      <a:pt x="143734" y="7345"/>
                    </a:cubicBezTo>
                    <a:cubicBezTo>
                      <a:pt x="140685" y="14642"/>
                      <a:pt x="135076" y="20033"/>
                      <a:pt x="128977" y="24171"/>
                    </a:cubicBezTo>
                    <a:cubicBezTo>
                      <a:pt x="122824" y="28201"/>
                      <a:pt x="116126" y="30869"/>
                      <a:pt x="109646" y="32612"/>
                    </a:cubicBezTo>
                    <a:cubicBezTo>
                      <a:pt x="103111" y="34354"/>
                      <a:pt x="96631" y="34681"/>
                      <a:pt x="90478" y="34027"/>
                    </a:cubicBezTo>
                    <a:cubicBezTo>
                      <a:pt x="84270" y="33319"/>
                      <a:pt x="78335" y="32394"/>
                      <a:pt x="72563" y="32394"/>
                    </a:cubicBezTo>
                    <a:cubicBezTo>
                      <a:pt x="66790" y="32339"/>
                      <a:pt x="61019" y="32557"/>
                      <a:pt x="55192" y="33101"/>
                    </a:cubicBezTo>
                    <a:cubicBezTo>
                      <a:pt x="49365" y="33483"/>
                      <a:pt x="43484" y="34136"/>
                      <a:pt x="37603" y="35116"/>
                    </a:cubicBezTo>
                    <a:cubicBezTo>
                      <a:pt x="25787" y="36859"/>
                      <a:pt x="14080" y="39908"/>
                      <a:pt x="2208" y="43666"/>
                    </a:cubicBezTo>
                    <a:cubicBezTo>
                      <a:pt x="1337" y="43938"/>
                      <a:pt x="412" y="43448"/>
                      <a:pt x="85" y="42576"/>
                    </a:cubicBezTo>
                    <a:cubicBezTo>
                      <a:pt x="-134" y="41923"/>
                      <a:pt x="85" y="41215"/>
                      <a:pt x="574" y="40780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8" name="Forme libre : forme 957">
                <a:extLst>
                  <a:ext uri="{FF2B5EF4-FFF2-40B4-BE49-F238E27FC236}">
                    <a16:creationId xmlns:a16="http://schemas.microsoft.com/office/drawing/2014/main" id="{B6199568-9908-4FFF-9FF7-9A96A88D2417}"/>
                  </a:ext>
                </a:extLst>
              </p:cNvPr>
              <p:cNvSpPr/>
              <p:nvPr/>
            </p:nvSpPr>
            <p:spPr>
              <a:xfrm>
                <a:off x="8040346" y="5166357"/>
                <a:ext cx="191863" cy="37396"/>
              </a:xfrm>
              <a:custGeom>
                <a:avLst/>
                <a:gdLst>
                  <a:gd name="connsiteX0" fmla="*/ 608 w 191863"/>
                  <a:gd name="connsiteY0" fmla="*/ 19606 h 37396"/>
                  <a:gd name="connsiteX1" fmla="*/ 47601 w 191863"/>
                  <a:gd name="connsiteY1" fmla="*/ 493 h 37396"/>
                  <a:gd name="connsiteX2" fmla="*/ 73848 w 191863"/>
                  <a:gd name="connsiteY2" fmla="*/ 1037 h 37396"/>
                  <a:gd name="connsiteX3" fmla="*/ 97753 w 191863"/>
                  <a:gd name="connsiteY3" fmla="*/ 4468 h 37396"/>
                  <a:gd name="connsiteX4" fmla="*/ 119644 w 191863"/>
                  <a:gd name="connsiteY4" fmla="*/ 4196 h 37396"/>
                  <a:gd name="connsiteX5" fmla="*/ 140935 w 191863"/>
                  <a:gd name="connsiteY5" fmla="*/ 3052 h 37396"/>
                  <a:gd name="connsiteX6" fmla="*/ 164677 w 191863"/>
                  <a:gd name="connsiteY6" fmla="*/ 3379 h 37396"/>
                  <a:gd name="connsiteX7" fmla="*/ 191087 w 191863"/>
                  <a:gd name="connsiteY7" fmla="*/ 11384 h 37396"/>
                  <a:gd name="connsiteX8" fmla="*/ 191522 w 191863"/>
                  <a:gd name="connsiteY8" fmla="*/ 13997 h 37396"/>
                  <a:gd name="connsiteX9" fmla="*/ 190814 w 191863"/>
                  <a:gd name="connsiteY9" fmla="*/ 14596 h 37396"/>
                  <a:gd name="connsiteX10" fmla="*/ 190760 w 191863"/>
                  <a:gd name="connsiteY10" fmla="*/ 14651 h 37396"/>
                  <a:gd name="connsiteX11" fmla="*/ 169087 w 191863"/>
                  <a:gd name="connsiteY11" fmla="*/ 26086 h 37396"/>
                  <a:gd name="connsiteX12" fmla="*/ 145346 w 191863"/>
                  <a:gd name="connsiteY12" fmla="*/ 35452 h 37396"/>
                  <a:gd name="connsiteX13" fmla="*/ 118391 w 191863"/>
                  <a:gd name="connsiteY13" fmla="*/ 36541 h 37396"/>
                  <a:gd name="connsiteX14" fmla="*/ 92362 w 191863"/>
                  <a:gd name="connsiteY14" fmla="*/ 30061 h 37396"/>
                  <a:gd name="connsiteX15" fmla="*/ 69219 w 191863"/>
                  <a:gd name="connsiteY15" fmla="*/ 22329 h 37396"/>
                  <a:gd name="connsiteX16" fmla="*/ 47601 w 191863"/>
                  <a:gd name="connsiteY16" fmla="*/ 16884 h 37396"/>
                  <a:gd name="connsiteX17" fmla="*/ 2241 w 191863"/>
                  <a:gd name="connsiteY17" fmla="*/ 22492 h 37396"/>
                  <a:gd name="connsiteX18" fmla="*/ 117 w 191863"/>
                  <a:gd name="connsiteY18" fmla="*/ 21567 h 37396"/>
                  <a:gd name="connsiteX19" fmla="*/ 608 w 191863"/>
                  <a:gd name="connsiteY19" fmla="*/ 19606 h 37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91863" h="37396">
                    <a:moveTo>
                      <a:pt x="608" y="19606"/>
                    </a:moveTo>
                    <a:cubicBezTo>
                      <a:pt x="13568" y="9151"/>
                      <a:pt x="30067" y="2453"/>
                      <a:pt x="47601" y="493"/>
                    </a:cubicBezTo>
                    <a:cubicBezTo>
                      <a:pt x="56423" y="-433"/>
                      <a:pt x="65462" y="57"/>
                      <a:pt x="73848" y="1037"/>
                    </a:cubicBezTo>
                    <a:cubicBezTo>
                      <a:pt x="82288" y="2127"/>
                      <a:pt x="90238" y="3597"/>
                      <a:pt x="97753" y="4468"/>
                    </a:cubicBezTo>
                    <a:cubicBezTo>
                      <a:pt x="105213" y="5394"/>
                      <a:pt x="112455" y="5013"/>
                      <a:pt x="119644" y="4196"/>
                    </a:cubicBezTo>
                    <a:cubicBezTo>
                      <a:pt x="126777" y="3433"/>
                      <a:pt x="133747" y="3052"/>
                      <a:pt x="140935" y="3052"/>
                    </a:cubicBezTo>
                    <a:cubicBezTo>
                      <a:pt x="147959" y="3107"/>
                      <a:pt x="155801" y="2780"/>
                      <a:pt x="164677" y="3379"/>
                    </a:cubicBezTo>
                    <a:cubicBezTo>
                      <a:pt x="173389" y="4032"/>
                      <a:pt x="183191" y="5775"/>
                      <a:pt x="191087" y="11384"/>
                    </a:cubicBezTo>
                    <a:cubicBezTo>
                      <a:pt x="191904" y="11983"/>
                      <a:pt x="192121" y="13126"/>
                      <a:pt x="191522" y="13997"/>
                    </a:cubicBezTo>
                    <a:cubicBezTo>
                      <a:pt x="191305" y="14270"/>
                      <a:pt x="191087" y="14488"/>
                      <a:pt x="190814" y="14596"/>
                    </a:cubicBezTo>
                    <a:lnTo>
                      <a:pt x="190760" y="14651"/>
                    </a:lnTo>
                    <a:cubicBezTo>
                      <a:pt x="182537" y="18517"/>
                      <a:pt x="176221" y="22384"/>
                      <a:pt x="169087" y="26086"/>
                    </a:cubicBezTo>
                    <a:cubicBezTo>
                      <a:pt x="162117" y="29735"/>
                      <a:pt x="154331" y="33328"/>
                      <a:pt x="145346" y="35452"/>
                    </a:cubicBezTo>
                    <a:cubicBezTo>
                      <a:pt x="136524" y="37631"/>
                      <a:pt x="127322" y="37957"/>
                      <a:pt x="118391" y="36541"/>
                    </a:cubicBezTo>
                    <a:cubicBezTo>
                      <a:pt x="109461" y="35071"/>
                      <a:pt x="100694" y="32566"/>
                      <a:pt x="92362" y="30061"/>
                    </a:cubicBezTo>
                    <a:cubicBezTo>
                      <a:pt x="84140" y="27556"/>
                      <a:pt x="76570" y="24670"/>
                      <a:pt x="69219" y="22329"/>
                    </a:cubicBezTo>
                    <a:cubicBezTo>
                      <a:pt x="61923" y="19770"/>
                      <a:pt x="54898" y="17809"/>
                      <a:pt x="47601" y="16884"/>
                    </a:cubicBezTo>
                    <a:cubicBezTo>
                      <a:pt x="32898" y="14869"/>
                      <a:pt x="17216" y="16775"/>
                      <a:pt x="2241" y="22492"/>
                    </a:cubicBezTo>
                    <a:cubicBezTo>
                      <a:pt x="1370" y="22819"/>
                      <a:pt x="444" y="22384"/>
                      <a:pt x="117" y="21567"/>
                    </a:cubicBezTo>
                    <a:cubicBezTo>
                      <a:pt x="-155" y="20804"/>
                      <a:pt x="63" y="20042"/>
                      <a:pt x="608" y="19606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9" name="Forme libre : forme 958">
                <a:extLst>
                  <a:ext uri="{FF2B5EF4-FFF2-40B4-BE49-F238E27FC236}">
                    <a16:creationId xmlns:a16="http://schemas.microsoft.com/office/drawing/2014/main" id="{0915E999-8EBC-44E7-AF07-980DF168FB71}"/>
                  </a:ext>
                </a:extLst>
              </p:cNvPr>
              <p:cNvSpPr/>
              <p:nvPr/>
            </p:nvSpPr>
            <p:spPr>
              <a:xfrm>
                <a:off x="8040215" y="5200209"/>
                <a:ext cx="147845" cy="77284"/>
              </a:xfrm>
              <a:custGeom>
                <a:avLst/>
                <a:gdLst>
                  <a:gd name="connsiteX0" fmla="*/ 1773 w 147845"/>
                  <a:gd name="connsiteY0" fmla="*/ 21 h 77284"/>
                  <a:gd name="connsiteX1" fmla="*/ 42995 w 147845"/>
                  <a:gd name="connsiteY1" fmla="*/ 6501 h 77284"/>
                  <a:gd name="connsiteX2" fmla="*/ 63632 w 147845"/>
                  <a:gd name="connsiteY2" fmla="*/ 12273 h 77284"/>
                  <a:gd name="connsiteX3" fmla="*/ 83835 w 147845"/>
                  <a:gd name="connsiteY3" fmla="*/ 20876 h 77284"/>
                  <a:gd name="connsiteX4" fmla="*/ 103220 w 147845"/>
                  <a:gd name="connsiteY4" fmla="*/ 30787 h 77284"/>
                  <a:gd name="connsiteX5" fmla="*/ 119230 w 147845"/>
                  <a:gd name="connsiteY5" fmla="*/ 42440 h 77284"/>
                  <a:gd name="connsiteX6" fmla="*/ 132353 w 147845"/>
                  <a:gd name="connsiteY6" fmla="*/ 55781 h 77284"/>
                  <a:gd name="connsiteX7" fmla="*/ 147165 w 147845"/>
                  <a:gd name="connsiteY7" fmla="*/ 70484 h 77284"/>
                  <a:gd name="connsiteX8" fmla="*/ 147219 w 147845"/>
                  <a:gd name="connsiteY8" fmla="*/ 70538 h 77284"/>
                  <a:gd name="connsiteX9" fmla="*/ 147328 w 147845"/>
                  <a:gd name="connsiteY9" fmla="*/ 73315 h 77284"/>
                  <a:gd name="connsiteX10" fmla="*/ 146783 w 147845"/>
                  <a:gd name="connsiteY10" fmla="*/ 73751 h 77284"/>
                  <a:gd name="connsiteX11" fmla="*/ 122661 w 147845"/>
                  <a:gd name="connsiteY11" fmla="*/ 76692 h 77284"/>
                  <a:gd name="connsiteX12" fmla="*/ 100661 w 147845"/>
                  <a:gd name="connsiteY12" fmla="*/ 69286 h 77284"/>
                  <a:gd name="connsiteX13" fmla="*/ 83835 w 147845"/>
                  <a:gd name="connsiteY13" fmla="*/ 56652 h 77284"/>
                  <a:gd name="connsiteX14" fmla="*/ 69895 w 147845"/>
                  <a:gd name="connsiteY14" fmla="*/ 42985 h 77284"/>
                  <a:gd name="connsiteX15" fmla="*/ 54321 w 147845"/>
                  <a:gd name="connsiteY15" fmla="*/ 31930 h 77284"/>
                  <a:gd name="connsiteX16" fmla="*/ 37331 w 147845"/>
                  <a:gd name="connsiteY16" fmla="*/ 21857 h 77284"/>
                  <a:gd name="connsiteX17" fmla="*/ 901 w 147845"/>
                  <a:gd name="connsiteY17" fmla="*/ 3179 h 77284"/>
                  <a:gd name="connsiteX18" fmla="*/ 193 w 147845"/>
                  <a:gd name="connsiteY18" fmla="*/ 946 h 77284"/>
                  <a:gd name="connsiteX19" fmla="*/ 1773 w 147845"/>
                  <a:gd name="connsiteY19" fmla="*/ 21 h 77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47845" h="77284">
                    <a:moveTo>
                      <a:pt x="1773" y="21"/>
                    </a:moveTo>
                    <a:cubicBezTo>
                      <a:pt x="15550" y="1436"/>
                      <a:pt x="29218" y="3506"/>
                      <a:pt x="42995" y="6501"/>
                    </a:cubicBezTo>
                    <a:cubicBezTo>
                      <a:pt x="49856" y="8134"/>
                      <a:pt x="56716" y="9986"/>
                      <a:pt x="63632" y="12273"/>
                    </a:cubicBezTo>
                    <a:cubicBezTo>
                      <a:pt x="70439" y="14723"/>
                      <a:pt x="77191" y="17500"/>
                      <a:pt x="83835" y="20876"/>
                    </a:cubicBezTo>
                    <a:lnTo>
                      <a:pt x="103220" y="30787"/>
                    </a:lnTo>
                    <a:cubicBezTo>
                      <a:pt x="109374" y="34109"/>
                      <a:pt x="114655" y="38029"/>
                      <a:pt x="119230" y="42440"/>
                    </a:cubicBezTo>
                    <a:cubicBezTo>
                      <a:pt x="123858" y="46796"/>
                      <a:pt x="127997" y="51261"/>
                      <a:pt x="132353" y="55781"/>
                    </a:cubicBezTo>
                    <a:cubicBezTo>
                      <a:pt x="136709" y="60410"/>
                      <a:pt x="141229" y="64984"/>
                      <a:pt x="147165" y="70484"/>
                    </a:cubicBezTo>
                    <a:lnTo>
                      <a:pt x="147219" y="70538"/>
                    </a:lnTo>
                    <a:cubicBezTo>
                      <a:pt x="148036" y="71300"/>
                      <a:pt x="148036" y="72499"/>
                      <a:pt x="147328" y="73315"/>
                    </a:cubicBezTo>
                    <a:cubicBezTo>
                      <a:pt x="147165" y="73479"/>
                      <a:pt x="146947" y="73642"/>
                      <a:pt x="146783" y="73751"/>
                    </a:cubicBezTo>
                    <a:cubicBezTo>
                      <a:pt x="139214" y="77563"/>
                      <a:pt x="130611" y="77835"/>
                      <a:pt x="122661" y="76692"/>
                    </a:cubicBezTo>
                    <a:cubicBezTo>
                      <a:pt x="114655" y="75439"/>
                      <a:pt x="107250" y="72662"/>
                      <a:pt x="100661" y="69286"/>
                    </a:cubicBezTo>
                    <a:cubicBezTo>
                      <a:pt x="94072" y="65910"/>
                      <a:pt x="88518" y="61499"/>
                      <a:pt x="83835" y="56652"/>
                    </a:cubicBezTo>
                    <a:cubicBezTo>
                      <a:pt x="79151" y="51752"/>
                      <a:pt x="74795" y="46905"/>
                      <a:pt x="69895" y="42985"/>
                    </a:cubicBezTo>
                    <a:cubicBezTo>
                      <a:pt x="65048" y="39064"/>
                      <a:pt x="59821" y="35361"/>
                      <a:pt x="54321" y="31930"/>
                    </a:cubicBezTo>
                    <a:cubicBezTo>
                      <a:pt x="48875" y="28337"/>
                      <a:pt x="43212" y="25015"/>
                      <a:pt x="37331" y="21857"/>
                    </a:cubicBezTo>
                    <a:cubicBezTo>
                      <a:pt x="25624" y="15322"/>
                      <a:pt x="13208" y="9550"/>
                      <a:pt x="901" y="3179"/>
                    </a:cubicBezTo>
                    <a:cubicBezTo>
                      <a:pt x="85" y="2743"/>
                      <a:pt x="-242" y="1763"/>
                      <a:pt x="193" y="946"/>
                    </a:cubicBezTo>
                    <a:cubicBezTo>
                      <a:pt x="466" y="238"/>
                      <a:pt x="1119" y="-88"/>
                      <a:pt x="1773" y="21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0" name="Forme libre : forme 959">
                <a:extLst>
                  <a:ext uri="{FF2B5EF4-FFF2-40B4-BE49-F238E27FC236}">
                    <a16:creationId xmlns:a16="http://schemas.microsoft.com/office/drawing/2014/main" id="{6DA3F24E-F3A5-4E77-A7BA-D5A87298A2C0}"/>
                  </a:ext>
                </a:extLst>
              </p:cNvPr>
              <p:cNvSpPr/>
              <p:nvPr/>
            </p:nvSpPr>
            <p:spPr>
              <a:xfrm>
                <a:off x="8032850" y="5217577"/>
                <a:ext cx="117574" cy="90000"/>
              </a:xfrm>
              <a:custGeom>
                <a:avLst/>
                <a:gdLst>
                  <a:gd name="connsiteX0" fmla="*/ 1841 w 117574"/>
                  <a:gd name="connsiteY0" fmla="*/ 23 h 90000"/>
                  <a:gd name="connsiteX1" fmla="*/ 37562 w 117574"/>
                  <a:gd name="connsiteY1" fmla="*/ 12820 h 90000"/>
                  <a:gd name="connsiteX2" fmla="*/ 53898 w 117574"/>
                  <a:gd name="connsiteY2" fmla="*/ 22567 h 90000"/>
                  <a:gd name="connsiteX3" fmla="*/ 69091 w 117574"/>
                  <a:gd name="connsiteY3" fmla="*/ 33349 h 90000"/>
                  <a:gd name="connsiteX4" fmla="*/ 84393 w 117574"/>
                  <a:gd name="connsiteY4" fmla="*/ 43368 h 90000"/>
                  <a:gd name="connsiteX5" fmla="*/ 97516 w 117574"/>
                  <a:gd name="connsiteY5" fmla="*/ 54804 h 90000"/>
                  <a:gd name="connsiteX6" fmla="*/ 102907 w 117574"/>
                  <a:gd name="connsiteY6" fmla="*/ 61665 h 90000"/>
                  <a:gd name="connsiteX7" fmla="*/ 107971 w 117574"/>
                  <a:gd name="connsiteY7" fmla="*/ 69071 h 90000"/>
                  <a:gd name="connsiteX8" fmla="*/ 112763 w 117574"/>
                  <a:gd name="connsiteY8" fmla="*/ 77184 h 90000"/>
                  <a:gd name="connsiteX9" fmla="*/ 117392 w 117574"/>
                  <a:gd name="connsiteY9" fmla="*/ 86659 h 90000"/>
                  <a:gd name="connsiteX10" fmla="*/ 117446 w 117574"/>
                  <a:gd name="connsiteY10" fmla="*/ 86768 h 90000"/>
                  <a:gd name="connsiteX11" fmla="*/ 116248 w 117574"/>
                  <a:gd name="connsiteY11" fmla="*/ 89436 h 90000"/>
                  <a:gd name="connsiteX12" fmla="*/ 115867 w 117574"/>
                  <a:gd name="connsiteY12" fmla="*/ 89545 h 90000"/>
                  <a:gd name="connsiteX13" fmla="*/ 104868 w 117574"/>
                  <a:gd name="connsiteY13" fmla="*/ 89872 h 90000"/>
                  <a:gd name="connsiteX14" fmla="*/ 94630 w 117574"/>
                  <a:gd name="connsiteY14" fmla="*/ 87912 h 90000"/>
                  <a:gd name="connsiteX15" fmla="*/ 85155 w 117574"/>
                  <a:gd name="connsiteY15" fmla="*/ 84427 h 90000"/>
                  <a:gd name="connsiteX16" fmla="*/ 76497 w 117574"/>
                  <a:gd name="connsiteY16" fmla="*/ 79798 h 90000"/>
                  <a:gd name="connsiteX17" fmla="*/ 62557 w 117574"/>
                  <a:gd name="connsiteY17" fmla="*/ 67165 h 90000"/>
                  <a:gd name="connsiteX18" fmla="*/ 51339 w 117574"/>
                  <a:gd name="connsiteY18" fmla="*/ 52517 h 90000"/>
                  <a:gd name="connsiteX19" fmla="*/ 39686 w 117574"/>
                  <a:gd name="connsiteY19" fmla="*/ 39012 h 90000"/>
                  <a:gd name="connsiteX20" fmla="*/ 27870 w 117574"/>
                  <a:gd name="connsiteY20" fmla="*/ 25943 h 90000"/>
                  <a:gd name="connsiteX21" fmla="*/ 751 w 117574"/>
                  <a:gd name="connsiteY21" fmla="*/ 3127 h 90000"/>
                  <a:gd name="connsiteX22" fmla="*/ 262 w 117574"/>
                  <a:gd name="connsiteY22" fmla="*/ 840 h 90000"/>
                  <a:gd name="connsiteX23" fmla="*/ 1841 w 117574"/>
                  <a:gd name="connsiteY23" fmla="*/ 23 h 9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17574" h="90000">
                    <a:moveTo>
                      <a:pt x="1841" y="23"/>
                    </a:moveTo>
                    <a:cubicBezTo>
                      <a:pt x="14257" y="1984"/>
                      <a:pt x="26291" y="6885"/>
                      <a:pt x="37562" y="12820"/>
                    </a:cubicBezTo>
                    <a:cubicBezTo>
                      <a:pt x="43117" y="15924"/>
                      <a:pt x="48562" y="19191"/>
                      <a:pt x="53898" y="22567"/>
                    </a:cubicBezTo>
                    <a:cubicBezTo>
                      <a:pt x="59072" y="26107"/>
                      <a:pt x="64136" y="29701"/>
                      <a:pt x="69091" y="33349"/>
                    </a:cubicBezTo>
                    <a:cubicBezTo>
                      <a:pt x="73992" y="36997"/>
                      <a:pt x="79329" y="40156"/>
                      <a:pt x="84393" y="43368"/>
                    </a:cubicBezTo>
                    <a:cubicBezTo>
                      <a:pt x="89457" y="46581"/>
                      <a:pt x="93813" y="50339"/>
                      <a:pt x="97516" y="54804"/>
                    </a:cubicBezTo>
                    <a:cubicBezTo>
                      <a:pt x="99368" y="56982"/>
                      <a:pt x="101219" y="59215"/>
                      <a:pt x="102907" y="61665"/>
                    </a:cubicBezTo>
                    <a:cubicBezTo>
                      <a:pt x="104650" y="63952"/>
                      <a:pt x="106337" y="66403"/>
                      <a:pt x="107971" y="69071"/>
                    </a:cubicBezTo>
                    <a:cubicBezTo>
                      <a:pt x="109659" y="71521"/>
                      <a:pt x="111184" y="74353"/>
                      <a:pt x="112763" y="77184"/>
                    </a:cubicBezTo>
                    <a:cubicBezTo>
                      <a:pt x="114343" y="80071"/>
                      <a:pt x="115976" y="82956"/>
                      <a:pt x="117392" y="86659"/>
                    </a:cubicBezTo>
                    <a:lnTo>
                      <a:pt x="117446" y="86768"/>
                    </a:lnTo>
                    <a:cubicBezTo>
                      <a:pt x="117827" y="87857"/>
                      <a:pt x="117337" y="89001"/>
                      <a:pt x="116248" y="89436"/>
                    </a:cubicBezTo>
                    <a:cubicBezTo>
                      <a:pt x="116139" y="89491"/>
                      <a:pt x="115976" y="89545"/>
                      <a:pt x="115867" y="89545"/>
                    </a:cubicBezTo>
                    <a:cubicBezTo>
                      <a:pt x="112055" y="90144"/>
                      <a:pt x="108516" y="90035"/>
                      <a:pt x="104868" y="89872"/>
                    </a:cubicBezTo>
                    <a:cubicBezTo>
                      <a:pt x="101437" y="89382"/>
                      <a:pt x="97952" y="88838"/>
                      <a:pt x="94630" y="87912"/>
                    </a:cubicBezTo>
                    <a:cubicBezTo>
                      <a:pt x="91417" y="86931"/>
                      <a:pt x="88259" y="85734"/>
                      <a:pt x="85155" y="84427"/>
                    </a:cubicBezTo>
                    <a:cubicBezTo>
                      <a:pt x="82160" y="83011"/>
                      <a:pt x="79329" y="81486"/>
                      <a:pt x="76497" y="79798"/>
                    </a:cubicBezTo>
                    <a:cubicBezTo>
                      <a:pt x="71051" y="76422"/>
                      <a:pt x="66369" y="72120"/>
                      <a:pt x="62557" y="67165"/>
                    </a:cubicBezTo>
                    <a:cubicBezTo>
                      <a:pt x="58799" y="62155"/>
                      <a:pt x="55260" y="57091"/>
                      <a:pt x="51339" y="52517"/>
                    </a:cubicBezTo>
                    <a:cubicBezTo>
                      <a:pt x="47473" y="47943"/>
                      <a:pt x="43607" y="43423"/>
                      <a:pt x="39686" y="39012"/>
                    </a:cubicBezTo>
                    <a:cubicBezTo>
                      <a:pt x="35875" y="34492"/>
                      <a:pt x="31954" y="30191"/>
                      <a:pt x="27870" y="25943"/>
                    </a:cubicBezTo>
                    <a:cubicBezTo>
                      <a:pt x="19810" y="17449"/>
                      <a:pt x="10935" y="9770"/>
                      <a:pt x="751" y="3127"/>
                    </a:cubicBezTo>
                    <a:cubicBezTo>
                      <a:pt x="-10" y="2637"/>
                      <a:pt x="-228" y="1602"/>
                      <a:pt x="262" y="840"/>
                    </a:cubicBezTo>
                    <a:cubicBezTo>
                      <a:pt x="534" y="187"/>
                      <a:pt x="1187" y="-86"/>
                      <a:pt x="1841" y="2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1" name="Forme libre : forme 960">
                <a:extLst>
                  <a:ext uri="{FF2B5EF4-FFF2-40B4-BE49-F238E27FC236}">
                    <a16:creationId xmlns:a16="http://schemas.microsoft.com/office/drawing/2014/main" id="{FFBC3212-074D-4A27-AF1D-6DD0B0FE9DB1}"/>
                  </a:ext>
                </a:extLst>
              </p:cNvPr>
              <p:cNvSpPr/>
              <p:nvPr/>
            </p:nvSpPr>
            <p:spPr>
              <a:xfrm>
                <a:off x="8004686" y="5228185"/>
                <a:ext cx="94567" cy="110025"/>
              </a:xfrm>
              <a:custGeom>
                <a:avLst/>
                <a:gdLst>
                  <a:gd name="connsiteX0" fmla="*/ 2234 w 94567"/>
                  <a:gd name="connsiteY0" fmla="*/ 143 h 110025"/>
                  <a:gd name="connsiteX1" fmla="*/ 33054 w 94567"/>
                  <a:gd name="connsiteY1" fmla="*/ 21108 h 110025"/>
                  <a:gd name="connsiteX2" fmla="*/ 46178 w 94567"/>
                  <a:gd name="connsiteY2" fmla="*/ 34286 h 110025"/>
                  <a:gd name="connsiteX3" fmla="*/ 58103 w 94567"/>
                  <a:gd name="connsiteY3" fmla="*/ 47954 h 110025"/>
                  <a:gd name="connsiteX4" fmla="*/ 70464 w 94567"/>
                  <a:gd name="connsiteY4" fmla="*/ 60587 h 110025"/>
                  <a:gd name="connsiteX5" fmla="*/ 80593 w 94567"/>
                  <a:gd name="connsiteY5" fmla="*/ 73820 h 110025"/>
                  <a:gd name="connsiteX6" fmla="*/ 94478 w 94567"/>
                  <a:gd name="connsiteY6" fmla="*/ 107254 h 110025"/>
                  <a:gd name="connsiteX7" fmla="*/ 93117 w 94567"/>
                  <a:gd name="connsiteY7" fmla="*/ 109868 h 110025"/>
                  <a:gd name="connsiteX8" fmla="*/ 92627 w 94567"/>
                  <a:gd name="connsiteY8" fmla="*/ 109977 h 110025"/>
                  <a:gd name="connsiteX9" fmla="*/ 81736 w 94567"/>
                  <a:gd name="connsiteY9" fmla="*/ 108997 h 110025"/>
                  <a:gd name="connsiteX10" fmla="*/ 71825 w 94567"/>
                  <a:gd name="connsiteY10" fmla="*/ 105620 h 110025"/>
                  <a:gd name="connsiteX11" fmla="*/ 63004 w 94567"/>
                  <a:gd name="connsiteY11" fmla="*/ 100611 h 110025"/>
                  <a:gd name="connsiteX12" fmla="*/ 55272 w 94567"/>
                  <a:gd name="connsiteY12" fmla="*/ 94457 h 110025"/>
                  <a:gd name="connsiteX13" fmla="*/ 48846 w 94567"/>
                  <a:gd name="connsiteY13" fmla="*/ 87324 h 110025"/>
                  <a:gd name="connsiteX14" fmla="*/ 44054 w 94567"/>
                  <a:gd name="connsiteY14" fmla="*/ 79265 h 110025"/>
                  <a:gd name="connsiteX15" fmla="*/ 36430 w 94567"/>
                  <a:gd name="connsiteY15" fmla="*/ 62548 h 110025"/>
                  <a:gd name="connsiteX16" fmla="*/ 28426 w 94567"/>
                  <a:gd name="connsiteY16" fmla="*/ 46810 h 110025"/>
                  <a:gd name="connsiteX17" fmla="*/ 20367 w 94567"/>
                  <a:gd name="connsiteY17" fmla="*/ 31400 h 110025"/>
                  <a:gd name="connsiteX18" fmla="*/ 436 w 94567"/>
                  <a:gd name="connsiteY18" fmla="*/ 2866 h 110025"/>
                  <a:gd name="connsiteX19" fmla="*/ 545 w 94567"/>
                  <a:gd name="connsiteY19" fmla="*/ 525 h 110025"/>
                  <a:gd name="connsiteX20" fmla="*/ 2234 w 94567"/>
                  <a:gd name="connsiteY20" fmla="*/ 143 h 110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4567" h="110025">
                    <a:moveTo>
                      <a:pt x="2234" y="143"/>
                    </a:moveTo>
                    <a:cubicBezTo>
                      <a:pt x="13614" y="5044"/>
                      <a:pt x="23797" y="12777"/>
                      <a:pt x="33054" y="21108"/>
                    </a:cubicBezTo>
                    <a:cubicBezTo>
                      <a:pt x="37574" y="25410"/>
                      <a:pt x="41930" y="29766"/>
                      <a:pt x="46178" y="34286"/>
                    </a:cubicBezTo>
                    <a:lnTo>
                      <a:pt x="58103" y="47954"/>
                    </a:lnTo>
                    <a:cubicBezTo>
                      <a:pt x="61969" y="52473"/>
                      <a:pt x="66326" y="56557"/>
                      <a:pt x="70464" y="60587"/>
                    </a:cubicBezTo>
                    <a:cubicBezTo>
                      <a:pt x="74602" y="64617"/>
                      <a:pt x="77979" y="68919"/>
                      <a:pt x="80593" y="73820"/>
                    </a:cubicBezTo>
                    <a:cubicBezTo>
                      <a:pt x="85875" y="83621"/>
                      <a:pt x="90122" y="93205"/>
                      <a:pt x="94478" y="107254"/>
                    </a:cubicBezTo>
                    <a:cubicBezTo>
                      <a:pt x="94805" y="108343"/>
                      <a:pt x="94206" y="109487"/>
                      <a:pt x="93117" y="109868"/>
                    </a:cubicBezTo>
                    <a:cubicBezTo>
                      <a:pt x="92953" y="109922"/>
                      <a:pt x="92791" y="109977"/>
                      <a:pt x="92627" y="109977"/>
                    </a:cubicBezTo>
                    <a:cubicBezTo>
                      <a:pt x="88815" y="110195"/>
                      <a:pt x="85330" y="109650"/>
                      <a:pt x="81736" y="108997"/>
                    </a:cubicBezTo>
                    <a:cubicBezTo>
                      <a:pt x="78415" y="108016"/>
                      <a:pt x="75039" y="106982"/>
                      <a:pt x="71825" y="105620"/>
                    </a:cubicBezTo>
                    <a:cubicBezTo>
                      <a:pt x="68776" y="104150"/>
                      <a:pt x="65835" y="102462"/>
                      <a:pt x="63004" y="100611"/>
                    </a:cubicBezTo>
                    <a:cubicBezTo>
                      <a:pt x="60336" y="98705"/>
                      <a:pt x="57722" y="96636"/>
                      <a:pt x="55272" y="94457"/>
                    </a:cubicBezTo>
                    <a:cubicBezTo>
                      <a:pt x="52930" y="92225"/>
                      <a:pt x="50752" y="89884"/>
                      <a:pt x="48846" y="87324"/>
                    </a:cubicBezTo>
                    <a:cubicBezTo>
                      <a:pt x="46995" y="84819"/>
                      <a:pt x="45470" y="82042"/>
                      <a:pt x="44054" y="79265"/>
                    </a:cubicBezTo>
                    <a:cubicBezTo>
                      <a:pt x="41440" y="73602"/>
                      <a:pt x="39153" y="67884"/>
                      <a:pt x="36430" y="62548"/>
                    </a:cubicBezTo>
                    <a:lnTo>
                      <a:pt x="28426" y="46810"/>
                    </a:lnTo>
                    <a:cubicBezTo>
                      <a:pt x="25867" y="41583"/>
                      <a:pt x="23198" y="36464"/>
                      <a:pt x="20367" y="31400"/>
                    </a:cubicBezTo>
                    <a:cubicBezTo>
                      <a:pt x="14812" y="21272"/>
                      <a:pt x="8442" y="11742"/>
                      <a:pt x="436" y="2866"/>
                    </a:cubicBezTo>
                    <a:cubicBezTo>
                      <a:pt x="-163" y="2158"/>
                      <a:pt x="-163" y="1124"/>
                      <a:pt x="545" y="525"/>
                    </a:cubicBezTo>
                    <a:cubicBezTo>
                      <a:pt x="927" y="-20"/>
                      <a:pt x="1635" y="-129"/>
                      <a:pt x="2234" y="14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2" name="Forme libre : forme 961">
                <a:extLst>
                  <a:ext uri="{FF2B5EF4-FFF2-40B4-BE49-F238E27FC236}">
                    <a16:creationId xmlns:a16="http://schemas.microsoft.com/office/drawing/2014/main" id="{45F9939F-6F2E-4500-9A3F-29E99C33785D}"/>
                  </a:ext>
                </a:extLst>
              </p:cNvPr>
              <p:cNvSpPr/>
              <p:nvPr/>
            </p:nvSpPr>
            <p:spPr>
              <a:xfrm>
                <a:off x="7875312" y="5219077"/>
                <a:ext cx="91258" cy="121239"/>
              </a:xfrm>
              <a:custGeom>
                <a:avLst/>
                <a:gdLst>
                  <a:gd name="connsiteX0" fmla="*/ 90822 w 91258"/>
                  <a:gd name="connsiteY0" fmla="*/ 1409 h 121239"/>
                  <a:gd name="connsiteX1" fmla="*/ 89079 w 91258"/>
                  <a:gd name="connsiteY1" fmla="*/ 21557 h 121239"/>
                  <a:gd name="connsiteX2" fmla="*/ 80094 w 91258"/>
                  <a:gd name="connsiteY2" fmla="*/ 40180 h 121239"/>
                  <a:gd name="connsiteX3" fmla="*/ 67461 w 91258"/>
                  <a:gd name="connsiteY3" fmla="*/ 56027 h 121239"/>
                  <a:gd name="connsiteX4" fmla="*/ 54392 w 91258"/>
                  <a:gd name="connsiteY4" fmla="*/ 69695 h 121239"/>
                  <a:gd name="connsiteX5" fmla="*/ 44155 w 91258"/>
                  <a:gd name="connsiteY5" fmla="*/ 83526 h 121239"/>
                  <a:gd name="connsiteX6" fmla="*/ 33917 w 91258"/>
                  <a:gd name="connsiteY6" fmla="*/ 96431 h 121239"/>
                  <a:gd name="connsiteX7" fmla="*/ 5112 w 91258"/>
                  <a:gd name="connsiteY7" fmla="*/ 120881 h 121239"/>
                  <a:gd name="connsiteX8" fmla="*/ 2280 w 91258"/>
                  <a:gd name="connsiteY8" fmla="*/ 120337 h 121239"/>
                  <a:gd name="connsiteX9" fmla="*/ 2007 w 91258"/>
                  <a:gd name="connsiteY9" fmla="*/ 119792 h 121239"/>
                  <a:gd name="connsiteX10" fmla="*/ 592 w 91258"/>
                  <a:gd name="connsiteY10" fmla="*/ 97847 h 121239"/>
                  <a:gd name="connsiteX11" fmla="*/ 7126 w 91258"/>
                  <a:gd name="connsiteY11" fmla="*/ 77699 h 121239"/>
                  <a:gd name="connsiteX12" fmla="*/ 20467 w 91258"/>
                  <a:gd name="connsiteY12" fmla="*/ 61472 h 121239"/>
                  <a:gd name="connsiteX13" fmla="*/ 37511 w 91258"/>
                  <a:gd name="connsiteY13" fmla="*/ 49710 h 121239"/>
                  <a:gd name="connsiteX14" fmla="*/ 53358 w 91258"/>
                  <a:gd name="connsiteY14" fmla="*/ 39472 h 121239"/>
                  <a:gd name="connsiteX15" fmla="*/ 67787 w 91258"/>
                  <a:gd name="connsiteY15" fmla="*/ 29399 h 121239"/>
                  <a:gd name="connsiteX16" fmla="*/ 87500 w 91258"/>
                  <a:gd name="connsiteY16" fmla="*/ 1301 h 121239"/>
                  <a:gd name="connsiteX17" fmla="*/ 87500 w 91258"/>
                  <a:gd name="connsiteY17" fmla="*/ 1246 h 121239"/>
                  <a:gd name="connsiteX18" fmla="*/ 89515 w 91258"/>
                  <a:gd name="connsiteY18" fmla="*/ 48 h 121239"/>
                  <a:gd name="connsiteX19" fmla="*/ 90822 w 91258"/>
                  <a:gd name="connsiteY19" fmla="*/ 1409 h 121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91258" h="121239">
                    <a:moveTo>
                      <a:pt x="90822" y="1409"/>
                    </a:moveTo>
                    <a:cubicBezTo>
                      <a:pt x="91802" y="7998"/>
                      <a:pt x="91094" y="14968"/>
                      <a:pt x="89079" y="21557"/>
                    </a:cubicBezTo>
                    <a:cubicBezTo>
                      <a:pt x="87064" y="28201"/>
                      <a:pt x="83852" y="34354"/>
                      <a:pt x="80094" y="40180"/>
                    </a:cubicBezTo>
                    <a:cubicBezTo>
                      <a:pt x="76228" y="45953"/>
                      <a:pt x="71871" y="51071"/>
                      <a:pt x="67461" y="56027"/>
                    </a:cubicBezTo>
                    <a:lnTo>
                      <a:pt x="54392" y="69695"/>
                    </a:lnTo>
                    <a:cubicBezTo>
                      <a:pt x="50253" y="74105"/>
                      <a:pt x="47095" y="78788"/>
                      <a:pt x="44155" y="83526"/>
                    </a:cubicBezTo>
                    <a:cubicBezTo>
                      <a:pt x="41214" y="88263"/>
                      <a:pt x="37892" y="92511"/>
                      <a:pt x="33917" y="96431"/>
                    </a:cubicBezTo>
                    <a:cubicBezTo>
                      <a:pt x="25858" y="104273"/>
                      <a:pt x="17690" y="112223"/>
                      <a:pt x="5112" y="120881"/>
                    </a:cubicBezTo>
                    <a:cubicBezTo>
                      <a:pt x="4186" y="121534"/>
                      <a:pt x="2933" y="121262"/>
                      <a:pt x="2280" y="120337"/>
                    </a:cubicBezTo>
                    <a:cubicBezTo>
                      <a:pt x="2171" y="120173"/>
                      <a:pt x="2062" y="119955"/>
                      <a:pt x="2007" y="119792"/>
                    </a:cubicBezTo>
                    <a:cubicBezTo>
                      <a:pt x="-388" y="112278"/>
                      <a:pt x="-334" y="104981"/>
                      <a:pt x="592" y="97847"/>
                    </a:cubicBezTo>
                    <a:cubicBezTo>
                      <a:pt x="1627" y="90768"/>
                      <a:pt x="3913" y="83962"/>
                      <a:pt x="7126" y="77699"/>
                    </a:cubicBezTo>
                    <a:cubicBezTo>
                      <a:pt x="10339" y="71383"/>
                      <a:pt x="14913" y="65883"/>
                      <a:pt x="20467" y="61472"/>
                    </a:cubicBezTo>
                    <a:cubicBezTo>
                      <a:pt x="26022" y="57061"/>
                      <a:pt x="32121" y="53304"/>
                      <a:pt x="37511" y="49710"/>
                    </a:cubicBezTo>
                    <a:lnTo>
                      <a:pt x="53358" y="39472"/>
                    </a:lnTo>
                    <a:cubicBezTo>
                      <a:pt x="58476" y="36260"/>
                      <a:pt x="63377" y="33047"/>
                      <a:pt x="67787" y="29399"/>
                    </a:cubicBezTo>
                    <a:cubicBezTo>
                      <a:pt x="76718" y="22211"/>
                      <a:pt x="84396" y="13172"/>
                      <a:pt x="87500" y="1301"/>
                    </a:cubicBezTo>
                    <a:lnTo>
                      <a:pt x="87500" y="1246"/>
                    </a:lnTo>
                    <a:cubicBezTo>
                      <a:pt x="87718" y="375"/>
                      <a:pt x="88644" y="-170"/>
                      <a:pt x="89515" y="48"/>
                    </a:cubicBezTo>
                    <a:cubicBezTo>
                      <a:pt x="90277" y="212"/>
                      <a:pt x="90713" y="810"/>
                      <a:pt x="90822" y="1409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3" name="Forme libre : forme 962">
                <a:extLst>
                  <a:ext uri="{FF2B5EF4-FFF2-40B4-BE49-F238E27FC236}">
                    <a16:creationId xmlns:a16="http://schemas.microsoft.com/office/drawing/2014/main" id="{AECDDF3B-79FA-4C10-B582-42D8E8117A56}"/>
                  </a:ext>
                </a:extLst>
              </p:cNvPr>
              <p:cNvSpPr/>
              <p:nvPr/>
            </p:nvSpPr>
            <p:spPr>
              <a:xfrm>
                <a:off x="8174419" y="5051680"/>
                <a:ext cx="19167" cy="19167"/>
              </a:xfrm>
              <a:custGeom>
                <a:avLst/>
                <a:gdLst>
                  <a:gd name="connsiteX0" fmla="*/ 19167 w 19167"/>
                  <a:gd name="connsiteY0" fmla="*/ 9584 h 19167"/>
                  <a:gd name="connsiteX1" fmla="*/ 9584 w 19167"/>
                  <a:gd name="connsiteY1" fmla="*/ 19168 h 19167"/>
                  <a:gd name="connsiteX2" fmla="*/ 0 w 19167"/>
                  <a:gd name="connsiteY2" fmla="*/ 9584 h 19167"/>
                  <a:gd name="connsiteX3" fmla="*/ 9584 w 19167"/>
                  <a:gd name="connsiteY3" fmla="*/ 0 h 19167"/>
                  <a:gd name="connsiteX4" fmla="*/ 19167 w 19167"/>
                  <a:gd name="connsiteY4" fmla="*/ 9584 h 1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67" h="19167">
                    <a:moveTo>
                      <a:pt x="19167" y="9584"/>
                    </a:moveTo>
                    <a:cubicBezTo>
                      <a:pt x="19167" y="14877"/>
                      <a:pt x="14877" y="19168"/>
                      <a:pt x="9584" y="19168"/>
                    </a:cubicBezTo>
                    <a:cubicBezTo>
                      <a:pt x="4290" y="19168"/>
                      <a:pt x="0" y="14877"/>
                      <a:pt x="0" y="9584"/>
                    </a:cubicBezTo>
                    <a:cubicBezTo>
                      <a:pt x="0" y="4291"/>
                      <a:pt x="4290" y="0"/>
                      <a:pt x="9584" y="0"/>
                    </a:cubicBezTo>
                    <a:cubicBezTo>
                      <a:pt x="14877" y="0"/>
                      <a:pt x="19167" y="4291"/>
                      <a:pt x="19167" y="9584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4" name="Forme libre : forme 963">
                <a:extLst>
                  <a:ext uri="{FF2B5EF4-FFF2-40B4-BE49-F238E27FC236}">
                    <a16:creationId xmlns:a16="http://schemas.microsoft.com/office/drawing/2014/main" id="{D48E379F-59A5-45C2-B922-C696D1B339F3}"/>
                  </a:ext>
                </a:extLst>
              </p:cNvPr>
              <p:cNvSpPr/>
              <p:nvPr/>
            </p:nvSpPr>
            <p:spPr>
              <a:xfrm>
                <a:off x="8189503" y="5044111"/>
                <a:ext cx="14266" cy="14266"/>
              </a:xfrm>
              <a:custGeom>
                <a:avLst/>
                <a:gdLst>
                  <a:gd name="connsiteX0" fmla="*/ 14267 w 14266"/>
                  <a:gd name="connsiteY0" fmla="*/ 7134 h 14266"/>
                  <a:gd name="connsiteX1" fmla="*/ 7133 w 14266"/>
                  <a:gd name="connsiteY1" fmla="*/ 14267 h 14266"/>
                  <a:gd name="connsiteX2" fmla="*/ -1 w 14266"/>
                  <a:gd name="connsiteY2" fmla="*/ 7134 h 14266"/>
                  <a:gd name="connsiteX3" fmla="*/ 7133 w 14266"/>
                  <a:gd name="connsiteY3" fmla="*/ 0 h 14266"/>
                  <a:gd name="connsiteX4" fmla="*/ 14267 w 14266"/>
                  <a:gd name="connsiteY4" fmla="*/ 7134 h 14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66" h="14266">
                    <a:moveTo>
                      <a:pt x="14267" y="7134"/>
                    </a:moveTo>
                    <a:cubicBezTo>
                      <a:pt x="14267" y="11073"/>
                      <a:pt x="11073" y="14267"/>
                      <a:pt x="7133" y="14267"/>
                    </a:cubicBezTo>
                    <a:cubicBezTo>
                      <a:pt x="3193" y="14267"/>
                      <a:pt x="-1" y="11073"/>
                      <a:pt x="-1" y="7134"/>
                    </a:cubicBezTo>
                    <a:cubicBezTo>
                      <a:pt x="-1" y="3194"/>
                      <a:pt x="3193" y="0"/>
                      <a:pt x="7133" y="0"/>
                    </a:cubicBezTo>
                    <a:cubicBezTo>
                      <a:pt x="11073" y="0"/>
                      <a:pt x="14267" y="3194"/>
                      <a:pt x="14267" y="7134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5" name="Forme libre : forme 964">
                <a:extLst>
                  <a:ext uri="{FF2B5EF4-FFF2-40B4-BE49-F238E27FC236}">
                    <a16:creationId xmlns:a16="http://schemas.microsoft.com/office/drawing/2014/main" id="{D2B7B9E1-087D-4D0B-9978-2530F82AEF5B}"/>
                  </a:ext>
                </a:extLst>
              </p:cNvPr>
              <p:cNvSpPr/>
              <p:nvPr/>
            </p:nvSpPr>
            <p:spPr>
              <a:xfrm>
                <a:off x="8199849" y="5034963"/>
                <a:ext cx="15682" cy="15682"/>
              </a:xfrm>
              <a:custGeom>
                <a:avLst/>
                <a:gdLst>
                  <a:gd name="connsiteX0" fmla="*/ 15683 w 15682"/>
                  <a:gd name="connsiteY0" fmla="*/ 7841 h 15682"/>
                  <a:gd name="connsiteX1" fmla="*/ 7842 w 15682"/>
                  <a:gd name="connsiteY1" fmla="*/ 15683 h 15682"/>
                  <a:gd name="connsiteX2" fmla="*/ 1 w 15682"/>
                  <a:gd name="connsiteY2" fmla="*/ 7841 h 15682"/>
                  <a:gd name="connsiteX3" fmla="*/ 7842 w 15682"/>
                  <a:gd name="connsiteY3" fmla="*/ 0 h 15682"/>
                  <a:gd name="connsiteX4" fmla="*/ 15683 w 15682"/>
                  <a:gd name="connsiteY4" fmla="*/ 7841 h 15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82" h="15682">
                    <a:moveTo>
                      <a:pt x="15683" y="7841"/>
                    </a:moveTo>
                    <a:cubicBezTo>
                      <a:pt x="15683" y="12172"/>
                      <a:pt x="12172" y="15683"/>
                      <a:pt x="7842" y="15683"/>
                    </a:cubicBezTo>
                    <a:cubicBezTo>
                      <a:pt x="3511" y="15683"/>
                      <a:pt x="1" y="12172"/>
                      <a:pt x="1" y="7841"/>
                    </a:cubicBezTo>
                    <a:cubicBezTo>
                      <a:pt x="1" y="3511"/>
                      <a:pt x="3511" y="0"/>
                      <a:pt x="7842" y="0"/>
                    </a:cubicBezTo>
                    <a:cubicBezTo>
                      <a:pt x="12172" y="0"/>
                      <a:pt x="15683" y="3511"/>
                      <a:pt x="15683" y="7841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6" name="Forme libre : forme 965">
                <a:extLst>
                  <a:ext uri="{FF2B5EF4-FFF2-40B4-BE49-F238E27FC236}">
                    <a16:creationId xmlns:a16="http://schemas.microsoft.com/office/drawing/2014/main" id="{F47A43A8-04AC-4DE9-9F32-F2F199BCF2D8}"/>
                  </a:ext>
                </a:extLst>
              </p:cNvPr>
              <p:cNvSpPr/>
              <p:nvPr/>
            </p:nvSpPr>
            <p:spPr>
              <a:xfrm>
                <a:off x="7842251" y="5014379"/>
                <a:ext cx="28315" cy="28315"/>
              </a:xfrm>
              <a:custGeom>
                <a:avLst/>
                <a:gdLst>
                  <a:gd name="connsiteX0" fmla="*/ 28316 w 28315"/>
                  <a:gd name="connsiteY0" fmla="*/ 14158 h 28315"/>
                  <a:gd name="connsiteX1" fmla="*/ 14158 w 28315"/>
                  <a:gd name="connsiteY1" fmla="*/ 28316 h 28315"/>
                  <a:gd name="connsiteX2" fmla="*/ 0 w 28315"/>
                  <a:gd name="connsiteY2" fmla="*/ 14158 h 28315"/>
                  <a:gd name="connsiteX3" fmla="*/ 14158 w 28315"/>
                  <a:gd name="connsiteY3" fmla="*/ 0 h 28315"/>
                  <a:gd name="connsiteX4" fmla="*/ 28316 w 28315"/>
                  <a:gd name="connsiteY4" fmla="*/ 14158 h 2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15" h="28315">
                    <a:moveTo>
                      <a:pt x="28316" y="14158"/>
                    </a:moveTo>
                    <a:cubicBezTo>
                      <a:pt x="28316" y="21977"/>
                      <a:pt x="21977" y="28316"/>
                      <a:pt x="14158" y="28316"/>
                    </a:cubicBezTo>
                    <a:cubicBezTo>
                      <a:pt x="6339" y="28316"/>
                      <a:pt x="0" y="21977"/>
                      <a:pt x="0" y="14158"/>
                    </a:cubicBezTo>
                    <a:cubicBezTo>
                      <a:pt x="0" y="6339"/>
                      <a:pt x="6339" y="0"/>
                      <a:pt x="14158" y="0"/>
                    </a:cubicBezTo>
                    <a:cubicBezTo>
                      <a:pt x="21977" y="0"/>
                      <a:pt x="28316" y="6339"/>
                      <a:pt x="28316" y="1415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7" name="Forme libre : forme 966">
                <a:extLst>
                  <a:ext uri="{FF2B5EF4-FFF2-40B4-BE49-F238E27FC236}">
                    <a16:creationId xmlns:a16="http://schemas.microsoft.com/office/drawing/2014/main" id="{3CF9A915-1FEA-4134-80BF-0F66989CF092}"/>
                  </a:ext>
                </a:extLst>
              </p:cNvPr>
              <p:cNvSpPr/>
              <p:nvPr/>
            </p:nvSpPr>
            <p:spPr>
              <a:xfrm>
                <a:off x="7828365" y="5004087"/>
                <a:ext cx="21563" cy="21563"/>
              </a:xfrm>
              <a:custGeom>
                <a:avLst/>
                <a:gdLst>
                  <a:gd name="connsiteX0" fmla="*/ 21563 w 21563"/>
                  <a:gd name="connsiteY0" fmla="*/ 10782 h 21563"/>
                  <a:gd name="connsiteX1" fmla="*/ 10782 w 21563"/>
                  <a:gd name="connsiteY1" fmla="*/ 21563 h 21563"/>
                  <a:gd name="connsiteX2" fmla="*/ 0 w 21563"/>
                  <a:gd name="connsiteY2" fmla="*/ 10782 h 21563"/>
                  <a:gd name="connsiteX3" fmla="*/ 10782 w 21563"/>
                  <a:gd name="connsiteY3" fmla="*/ 0 h 21563"/>
                  <a:gd name="connsiteX4" fmla="*/ 21563 w 21563"/>
                  <a:gd name="connsiteY4" fmla="*/ 10782 h 21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63" h="21563">
                    <a:moveTo>
                      <a:pt x="21563" y="10782"/>
                    </a:moveTo>
                    <a:cubicBezTo>
                      <a:pt x="21563" y="16736"/>
                      <a:pt x="16736" y="21563"/>
                      <a:pt x="10782" y="21563"/>
                    </a:cubicBezTo>
                    <a:cubicBezTo>
                      <a:pt x="4827" y="21563"/>
                      <a:pt x="0" y="16736"/>
                      <a:pt x="0" y="10782"/>
                    </a:cubicBezTo>
                    <a:cubicBezTo>
                      <a:pt x="0" y="4827"/>
                      <a:pt x="4827" y="0"/>
                      <a:pt x="10782" y="0"/>
                    </a:cubicBezTo>
                    <a:cubicBezTo>
                      <a:pt x="16736" y="0"/>
                      <a:pt x="21563" y="4827"/>
                      <a:pt x="21563" y="10782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8" name="Forme libre : forme 967">
                <a:extLst>
                  <a:ext uri="{FF2B5EF4-FFF2-40B4-BE49-F238E27FC236}">
                    <a16:creationId xmlns:a16="http://schemas.microsoft.com/office/drawing/2014/main" id="{D56E6EAB-FDFE-4CAF-A96D-7312349F0AE7}"/>
                  </a:ext>
                </a:extLst>
              </p:cNvPr>
              <p:cNvSpPr/>
              <p:nvPr/>
            </p:nvSpPr>
            <p:spPr>
              <a:xfrm>
                <a:off x="7817148" y="4993414"/>
                <a:ext cx="17534" cy="17534"/>
              </a:xfrm>
              <a:custGeom>
                <a:avLst/>
                <a:gdLst>
                  <a:gd name="connsiteX0" fmla="*/ 17534 w 17534"/>
                  <a:gd name="connsiteY0" fmla="*/ 8767 h 17534"/>
                  <a:gd name="connsiteX1" fmla="*/ 8767 w 17534"/>
                  <a:gd name="connsiteY1" fmla="*/ 17534 h 17534"/>
                  <a:gd name="connsiteX2" fmla="*/ 0 w 17534"/>
                  <a:gd name="connsiteY2" fmla="*/ 8767 h 17534"/>
                  <a:gd name="connsiteX3" fmla="*/ 8767 w 17534"/>
                  <a:gd name="connsiteY3" fmla="*/ 0 h 17534"/>
                  <a:gd name="connsiteX4" fmla="*/ 17534 w 17534"/>
                  <a:gd name="connsiteY4" fmla="*/ 8767 h 17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34" h="17534">
                    <a:moveTo>
                      <a:pt x="17534" y="8767"/>
                    </a:moveTo>
                    <a:cubicBezTo>
                      <a:pt x="17534" y="13609"/>
                      <a:pt x="13609" y="17534"/>
                      <a:pt x="8767" y="17534"/>
                    </a:cubicBezTo>
                    <a:cubicBezTo>
                      <a:pt x="3926" y="17534"/>
                      <a:pt x="0" y="13609"/>
                      <a:pt x="0" y="8767"/>
                    </a:cubicBezTo>
                    <a:cubicBezTo>
                      <a:pt x="0" y="3925"/>
                      <a:pt x="3926" y="0"/>
                      <a:pt x="8767" y="0"/>
                    </a:cubicBezTo>
                    <a:cubicBezTo>
                      <a:pt x="13609" y="0"/>
                      <a:pt x="17534" y="3925"/>
                      <a:pt x="17534" y="8767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9" name="Forme libre : forme 968">
                <a:extLst>
                  <a:ext uri="{FF2B5EF4-FFF2-40B4-BE49-F238E27FC236}">
                    <a16:creationId xmlns:a16="http://schemas.microsoft.com/office/drawing/2014/main" id="{3CB5EA9A-6BDC-4D89-A222-4C966E7859D0}"/>
                  </a:ext>
                </a:extLst>
              </p:cNvPr>
              <p:cNvSpPr/>
              <p:nvPr/>
            </p:nvSpPr>
            <p:spPr>
              <a:xfrm>
                <a:off x="7799069" y="4993414"/>
                <a:ext cx="19603" cy="19603"/>
              </a:xfrm>
              <a:custGeom>
                <a:avLst/>
                <a:gdLst>
                  <a:gd name="connsiteX0" fmla="*/ 19603 w 19603"/>
                  <a:gd name="connsiteY0" fmla="*/ 9802 h 19603"/>
                  <a:gd name="connsiteX1" fmla="*/ 9801 w 19603"/>
                  <a:gd name="connsiteY1" fmla="*/ 19603 h 19603"/>
                  <a:gd name="connsiteX2" fmla="*/ -1 w 19603"/>
                  <a:gd name="connsiteY2" fmla="*/ 9802 h 19603"/>
                  <a:gd name="connsiteX3" fmla="*/ 9801 w 19603"/>
                  <a:gd name="connsiteY3" fmla="*/ 0 h 19603"/>
                  <a:gd name="connsiteX4" fmla="*/ 19603 w 19603"/>
                  <a:gd name="connsiteY4" fmla="*/ 9802 h 19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03" h="19603">
                    <a:moveTo>
                      <a:pt x="19603" y="9802"/>
                    </a:moveTo>
                    <a:cubicBezTo>
                      <a:pt x="19603" y="15215"/>
                      <a:pt x="15215" y="19603"/>
                      <a:pt x="9801" y="19603"/>
                    </a:cubicBezTo>
                    <a:cubicBezTo>
                      <a:pt x="4388" y="19603"/>
                      <a:pt x="-1" y="15215"/>
                      <a:pt x="-1" y="9802"/>
                    </a:cubicBezTo>
                    <a:cubicBezTo>
                      <a:pt x="-1" y="4388"/>
                      <a:pt x="4388" y="0"/>
                      <a:pt x="9801" y="0"/>
                    </a:cubicBezTo>
                    <a:cubicBezTo>
                      <a:pt x="15215" y="0"/>
                      <a:pt x="19603" y="4389"/>
                      <a:pt x="19603" y="9802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0" name="Forme libre : forme 969">
                <a:extLst>
                  <a:ext uri="{FF2B5EF4-FFF2-40B4-BE49-F238E27FC236}">
                    <a16:creationId xmlns:a16="http://schemas.microsoft.com/office/drawing/2014/main" id="{E1D4DD2D-E7DB-40C7-AA67-37C4853353D7}"/>
                  </a:ext>
                </a:extLst>
              </p:cNvPr>
              <p:cNvSpPr/>
              <p:nvPr/>
            </p:nvSpPr>
            <p:spPr>
              <a:xfrm>
                <a:off x="7882492" y="4981108"/>
                <a:ext cx="31256" cy="31256"/>
              </a:xfrm>
              <a:custGeom>
                <a:avLst/>
                <a:gdLst>
                  <a:gd name="connsiteX0" fmla="*/ 31257 w 31256"/>
                  <a:gd name="connsiteY0" fmla="*/ 15628 h 31256"/>
                  <a:gd name="connsiteX1" fmla="*/ 15629 w 31256"/>
                  <a:gd name="connsiteY1" fmla="*/ 31257 h 31256"/>
                  <a:gd name="connsiteX2" fmla="*/ 0 w 31256"/>
                  <a:gd name="connsiteY2" fmla="*/ 15628 h 31256"/>
                  <a:gd name="connsiteX3" fmla="*/ 15629 w 31256"/>
                  <a:gd name="connsiteY3" fmla="*/ 0 h 31256"/>
                  <a:gd name="connsiteX4" fmla="*/ 31257 w 31256"/>
                  <a:gd name="connsiteY4" fmla="*/ 15628 h 31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56" h="31256">
                    <a:moveTo>
                      <a:pt x="31257" y="15628"/>
                    </a:moveTo>
                    <a:cubicBezTo>
                      <a:pt x="31257" y="24260"/>
                      <a:pt x="24260" y="31257"/>
                      <a:pt x="15629" y="31257"/>
                    </a:cubicBezTo>
                    <a:cubicBezTo>
                      <a:pt x="6997" y="31257"/>
                      <a:pt x="0" y="24259"/>
                      <a:pt x="0" y="15628"/>
                    </a:cubicBezTo>
                    <a:cubicBezTo>
                      <a:pt x="0" y="6997"/>
                      <a:pt x="6997" y="0"/>
                      <a:pt x="15629" y="0"/>
                    </a:cubicBezTo>
                    <a:cubicBezTo>
                      <a:pt x="24260" y="0"/>
                      <a:pt x="31257" y="6997"/>
                      <a:pt x="31257" y="1562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1" name="Forme libre : forme 970">
                <a:extLst>
                  <a:ext uri="{FF2B5EF4-FFF2-40B4-BE49-F238E27FC236}">
                    <a16:creationId xmlns:a16="http://schemas.microsoft.com/office/drawing/2014/main" id="{28A10320-B1A6-4016-92F0-2B52C54092D6}"/>
                  </a:ext>
                </a:extLst>
              </p:cNvPr>
              <p:cNvSpPr/>
              <p:nvPr/>
            </p:nvSpPr>
            <p:spPr>
              <a:xfrm>
                <a:off x="7881784" y="4962430"/>
                <a:ext cx="22326" cy="22326"/>
              </a:xfrm>
              <a:custGeom>
                <a:avLst/>
                <a:gdLst>
                  <a:gd name="connsiteX0" fmla="*/ 22326 w 22326"/>
                  <a:gd name="connsiteY0" fmla="*/ 11163 h 22326"/>
                  <a:gd name="connsiteX1" fmla="*/ 11163 w 22326"/>
                  <a:gd name="connsiteY1" fmla="*/ 22326 h 22326"/>
                  <a:gd name="connsiteX2" fmla="*/ 0 w 22326"/>
                  <a:gd name="connsiteY2" fmla="*/ 11163 h 22326"/>
                  <a:gd name="connsiteX3" fmla="*/ 11163 w 22326"/>
                  <a:gd name="connsiteY3" fmla="*/ 0 h 22326"/>
                  <a:gd name="connsiteX4" fmla="*/ 22326 w 22326"/>
                  <a:gd name="connsiteY4" fmla="*/ 11163 h 22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26" h="22326">
                    <a:moveTo>
                      <a:pt x="22326" y="11163"/>
                    </a:moveTo>
                    <a:cubicBezTo>
                      <a:pt x="22326" y="17328"/>
                      <a:pt x="17328" y="22326"/>
                      <a:pt x="11163" y="22326"/>
                    </a:cubicBezTo>
                    <a:cubicBezTo>
                      <a:pt x="4998" y="22326"/>
                      <a:pt x="0" y="17328"/>
                      <a:pt x="0" y="11163"/>
                    </a:cubicBezTo>
                    <a:cubicBezTo>
                      <a:pt x="0" y="4998"/>
                      <a:pt x="4998" y="0"/>
                      <a:pt x="11163" y="0"/>
                    </a:cubicBezTo>
                    <a:cubicBezTo>
                      <a:pt x="17328" y="0"/>
                      <a:pt x="22326" y="4998"/>
                      <a:pt x="22326" y="1116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2" name="Forme libre : forme 971">
                <a:extLst>
                  <a:ext uri="{FF2B5EF4-FFF2-40B4-BE49-F238E27FC236}">
                    <a16:creationId xmlns:a16="http://schemas.microsoft.com/office/drawing/2014/main" id="{4452692D-6DA1-410A-BE54-6105EEF4F03C}"/>
                  </a:ext>
                </a:extLst>
              </p:cNvPr>
              <p:cNvSpPr/>
              <p:nvPr/>
            </p:nvSpPr>
            <p:spPr>
              <a:xfrm>
                <a:off x="7881784" y="4942228"/>
                <a:ext cx="23741" cy="23741"/>
              </a:xfrm>
              <a:custGeom>
                <a:avLst/>
                <a:gdLst>
                  <a:gd name="connsiteX0" fmla="*/ 23742 w 23741"/>
                  <a:gd name="connsiteY0" fmla="*/ 11871 h 23741"/>
                  <a:gd name="connsiteX1" fmla="*/ 11871 w 23741"/>
                  <a:gd name="connsiteY1" fmla="*/ 23742 h 23741"/>
                  <a:gd name="connsiteX2" fmla="*/ 0 w 23741"/>
                  <a:gd name="connsiteY2" fmla="*/ 11871 h 23741"/>
                  <a:gd name="connsiteX3" fmla="*/ 11871 w 23741"/>
                  <a:gd name="connsiteY3" fmla="*/ 0 h 23741"/>
                  <a:gd name="connsiteX4" fmla="*/ 23742 w 23741"/>
                  <a:gd name="connsiteY4" fmla="*/ 11871 h 23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41" h="23741">
                    <a:moveTo>
                      <a:pt x="23742" y="11871"/>
                    </a:moveTo>
                    <a:cubicBezTo>
                      <a:pt x="23742" y="18427"/>
                      <a:pt x="18427" y="23742"/>
                      <a:pt x="11871" y="23742"/>
                    </a:cubicBezTo>
                    <a:cubicBezTo>
                      <a:pt x="5315" y="23742"/>
                      <a:pt x="0" y="18427"/>
                      <a:pt x="0" y="11871"/>
                    </a:cubicBezTo>
                    <a:cubicBezTo>
                      <a:pt x="0" y="5315"/>
                      <a:pt x="5315" y="0"/>
                      <a:pt x="11871" y="0"/>
                    </a:cubicBezTo>
                    <a:cubicBezTo>
                      <a:pt x="18427" y="0"/>
                      <a:pt x="23742" y="5315"/>
                      <a:pt x="23742" y="11871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3" name="Forme libre : forme 972">
                <a:extLst>
                  <a:ext uri="{FF2B5EF4-FFF2-40B4-BE49-F238E27FC236}">
                    <a16:creationId xmlns:a16="http://schemas.microsoft.com/office/drawing/2014/main" id="{EFA76469-A96B-4814-98E9-D6ACDAF926E4}"/>
                  </a:ext>
                </a:extLst>
              </p:cNvPr>
              <p:cNvSpPr/>
              <p:nvPr/>
            </p:nvSpPr>
            <p:spPr>
              <a:xfrm>
                <a:off x="7892947" y="4931664"/>
                <a:ext cx="13940" cy="13940"/>
              </a:xfrm>
              <a:custGeom>
                <a:avLst/>
                <a:gdLst>
                  <a:gd name="connsiteX0" fmla="*/ 13940 w 13940"/>
                  <a:gd name="connsiteY0" fmla="*/ 6970 h 13940"/>
                  <a:gd name="connsiteX1" fmla="*/ 6970 w 13940"/>
                  <a:gd name="connsiteY1" fmla="*/ 13940 h 13940"/>
                  <a:gd name="connsiteX2" fmla="*/ 0 w 13940"/>
                  <a:gd name="connsiteY2" fmla="*/ 6970 h 13940"/>
                  <a:gd name="connsiteX3" fmla="*/ 6970 w 13940"/>
                  <a:gd name="connsiteY3" fmla="*/ 0 h 13940"/>
                  <a:gd name="connsiteX4" fmla="*/ 13940 w 13940"/>
                  <a:gd name="connsiteY4" fmla="*/ 6970 h 13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40" h="13940">
                    <a:moveTo>
                      <a:pt x="13940" y="6970"/>
                    </a:moveTo>
                    <a:cubicBezTo>
                      <a:pt x="13940" y="10819"/>
                      <a:pt x="10820" y="13940"/>
                      <a:pt x="6970" y="13940"/>
                    </a:cubicBezTo>
                    <a:cubicBezTo>
                      <a:pt x="3121" y="13940"/>
                      <a:pt x="0" y="10820"/>
                      <a:pt x="0" y="6970"/>
                    </a:cubicBezTo>
                    <a:cubicBezTo>
                      <a:pt x="0" y="3121"/>
                      <a:pt x="3121" y="0"/>
                      <a:pt x="6970" y="0"/>
                    </a:cubicBezTo>
                    <a:cubicBezTo>
                      <a:pt x="10820" y="0"/>
                      <a:pt x="13940" y="3120"/>
                      <a:pt x="13940" y="6970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4" name="Forme libre : forme 973">
                <a:extLst>
                  <a:ext uri="{FF2B5EF4-FFF2-40B4-BE49-F238E27FC236}">
                    <a16:creationId xmlns:a16="http://schemas.microsoft.com/office/drawing/2014/main" id="{4EF5A485-85B7-428D-8D32-7A32D6F97441}"/>
                  </a:ext>
                </a:extLst>
              </p:cNvPr>
              <p:cNvSpPr/>
              <p:nvPr/>
            </p:nvSpPr>
            <p:spPr>
              <a:xfrm>
                <a:off x="7956386" y="4969073"/>
                <a:ext cx="30167" cy="30167"/>
              </a:xfrm>
              <a:custGeom>
                <a:avLst/>
                <a:gdLst>
                  <a:gd name="connsiteX0" fmla="*/ 30168 w 30167"/>
                  <a:gd name="connsiteY0" fmla="*/ 15084 h 30167"/>
                  <a:gd name="connsiteX1" fmla="*/ 15084 w 30167"/>
                  <a:gd name="connsiteY1" fmla="*/ 30168 h 30167"/>
                  <a:gd name="connsiteX2" fmla="*/ 0 w 30167"/>
                  <a:gd name="connsiteY2" fmla="*/ 15084 h 30167"/>
                  <a:gd name="connsiteX3" fmla="*/ 15084 w 30167"/>
                  <a:gd name="connsiteY3" fmla="*/ 0 h 30167"/>
                  <a:gd name="connsiteX4" fmla="*/ 30168 w 30167"/>
                  <a:gd name="connsiteY4" fmla="*/ 15084 h 30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67" h="30167">
                    <a:moveTo>
                      <a:pt x="30168" y="15084"/>
                    </a:moveTo>
                    <a:cubicBezTo>
                      <a:pt x="30168" y="23414"/>
                      <a:pt x="23415" y="30168"/>
                      <a:pt x="15084" y="30168"/>
                    </a:cubicBezTo>
                    <a:cubicBezTo>
                      <a:pt x="6754" y="30168"/>
                      <a:pt x="0" y="23414"/>
                      <a:pt x="0" y="15084"/>
                    </a:cubicBezTo>
                    <a:cubicBezTo>
                      <a:pt x="0" y="6753"/>
                      <a:pt x="6753" y="0"/>
                      <a:pt x="15084" y="0"/>
                    </a:cubicBezTo>
                    <a:cubicBezTo>
                      <a:pt x="23414" y="0"/>
                      <a:pt x="30168" y="6753"/>
                      <a:pt x="30168" y="15084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5" name="Forme libre : forme 974">
                <a:extLst>
                  <a:ext uri="{FF2B5EF4-FFF2-40B4-BE49-F238E27FC236}">
                    <a16:creationId xmlns:a16="http://schemas.microsoft.com/office/drawing/2014/main" id="{DC475116-D84B-42E3-BEB7-D78A0E7F1441}"/>
                  </a:ext>
                </a:extLst>
              </p:cNvPr>
              <p:cNvSpPr/>
              <p:nvPr/>
            </p:nvSpPr>
            <p:spPr>
              <a:xfrm>
                <a:off x="7962648" y="4948218"/>
                <a:ext cx="25375" cy="25375"/>
              </a:xfrm>
              <a:custGeom>
                <a:avLst/>
                <a:gdLst>
                  <a:gd name="connsiteX0" fmla="*/ 25375 w 25375"/>
                  <a:gd name="connsiteY0" fmla="*/ 12688 h 25375"/>
                  <a:gd name="connsiteX1" fmla="*/ 12688 w 25375"/>
                  <a:gd name="connsiteY1" fmla="*/ 25376 h 25375"/>
                  <a:gd name="connsiteX2" fmla="*/ 0 w 25375"/>
                  <a:gd name="connsiteY2" fmla="*/ 12688 h 25375"/>
                  <a:gd name="connsiteX3" fmla="*/ 12688 w 25375"/>
                  <a:gd name="connsiteY3" fmla="*/ 0 h 25375"/>
                  <a:gd name="connsiteX4" fmla="*/ 25375 w 25375"/>
                  <a:gd name="connsiteY4" fmla="*/ 12688 h 25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75" h="25375">
                    <a:moveTo>
                      <a:pt x="25375" y="12688"/>
                    </a:moveTo>
                    <a:cubicBezTo>
                      <a:pt x="25375" y="19695"/>
                      <a:pt x="19694" y="25376"/>
                      <a:pt x="12688" y="25376"/>
                    </a:cubicBezTo>
                    <a:cubicBezTo>
                      <a:pt x="5680" y="25376"/>
                      <a:pt x="0" y="19695"/>
                      <a:pt x="0" y="12688"/>
                    </a:cubicBezTo>
                    <a:cubicBezTo>
                      <a:pt x="0" y="5681"/>
                      <a:pt x="5681" y="0"/>
                      <a:pt x="12688" y="0"/>
                    </a:cubicBezTo>
                    <a:cubicBezTo>
                      <a:pt x="19695" y="0"/>
                      <a:pt x="25375" y="5680"/>
                      <a:pt x="25375" y="1268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6" name="Forme libre : forme 975">
                <a:extLst>
                  <a:ext uri="{FF2B5EF4-FFF2-40B4-BE49-F238E27FC236}">
                    <a16:creationId xmlns:a16="http://schemas.microsoft.com/office/drawing/2014/main" id="{B3447093-171E-4FC8-B949-C8E5DFCDDDAB}"/>
                  </a:ext>
                </a:extLst>
              </p:cNvPr>
              <p:cNvSpPr/>
              <p:nvPr/>
            </p:nvSpPr>
            <p:spPr>
              <a:xfrm>
                <a:off x="7958455" y="4928288"/>
                <a:ext cx="24286" cy="24286"/>
              </a:xfrm>
              <a:custGeom>
                <a:avLst/>
                <a:gdLst>
                  <a:gd name="connsiteX0" fmla="*/ 24286 w 24286"/>
                  <a:gd name="connsiteY0" fmla="*/ 12143 h 24286"/>
                  <a:gd name="connsiteX1" fmla="*/ 12143 w 24286"/>
                  <a:gd name="connsiteY1" fmla="*/ 24286 h 24286"/>
                  <a:gd name="connsiteX2" fmla="*/ 0 w 24286"/>
                  <a:gd name="connsiteY2" fmla="*/ 12143 h 24286"/>
                  <a:gd name="connsiteX3" fmla="*/ 12143 w 24286"/>
                  <a:gd name="connsiteY3" fmla="*/ 0 h 24286"/>
                  <a:gd name="connsiteX4" fmla="*/ 24286 w 24286"/>
                  <a:gd name="connsiteY4" fmla="*/ 12143 h 24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86" h="24286">
                    <a:moveTo>
                      <a:pt x="24286" y="12143"/>
                    </a:moveTo>
                    <a:cubicBezTo>
                      <a:pt x="24286" y="18850"/>
                      <a:pt x="18850" y="24286"/>
                      <a:pt x="12143" y="24286"/>
                    </a:cubicBezTo>
                    <a:cubicBezTo>
                      <a:pt x="5437" y="24286"/>
                      <a:pt x="0" y="18850"/>
                      <a:pt x="0" y="12143"/>
                    </a:cubicBezTo>
                    <a:cubicBezTo>
                      <a:pt x="0" y="5437"/>
                      <a:pt x="5437" y="0"/>
                      <a:pt x="12143" y="0"/>
                    </a:cubicBezTo>
                    <a:cubicBezTo>
                      <a:pt x="18850" y="0"/>
                      <a:pt x="24286" y="5437"/>
                      <a:pt x="24286" y="1214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7" name="Forme libre : forme 976">
                <a:extLst>
                  <a:ext uri="{FF2B5EF4-FFF2-40B4-BE49-F238E27FC236}">
                    <a16:creationId xmlns:a16="http://schemas.microsoft.com/office/drawing/2014/main" id="{DF8749A4-E416-495A-BAAA-14E90A146D5F}"/>
                  </a:ext>
                </a:extLst>
              </p:cNvPr>
              <p:cNvSpPr/>
              <p:nvPr/>
            </p:nvSpPr>
            <p:spPr>
              <a:xfrm>
                <a:off x="7964827" y="4913857"/>
                <a:ext cx="17751" cy="17751"/>
              </a:xfrm>
              <a:custGeom>
                <a:avLst/>
                <a:gdLst>
                  <a:gd name="connsiteX0" fmla="*/ 17752 w 17751"/>
                  <a:gd name="connsiteY0" fmla="*/ 8876 h 17751"/>
                  <a:gd name="connsiteX1" fmla="*/ 8876 w 17751"/>
                  <a:gd name="connsiteY1" fmla="*/ 17752 h 17751"/>
                  <a:gd name="connsiteX2" fmla="*/ 0 w 17751"/>
                  <a:gd name="connsiteY2" fmla="*/ 8876 h 17751"/>
                  <a:gd name="connsiteX3" fmla="*/ 8876 w 17751"/>
                  <a:gd name="connsiteY3" fmla="*/ 0 h 17751"/>
                  <a:gd name="connsiteX4" fmla="*/ 17752 w 17751"/>
                  <a:gd name="connsiteY4" fmla="*/ 8876 h 17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51" h="17751">
                    <a:moveTo>
                      <a:pt x="17752" y="8876"/>
                    </a:moveTo>
                    <a:cubicBezTo>
                      <a:pt x="17752" y="13778"/>
                      <a:pt x="13778" y="17752"/>
                      <a:pt x="8876" y="17752"/>
                    </a:cubicBezTo>
                    <a:cubicBezTo>
                      <a:pt x="3973" y="17752"/>
                      <a:pt x="0" y="13778"/>
                      <a:pt x="0" y="8876"/>
                    </a:cubicBezTo>
                    <a:cubicBezTo>
                      <a:pt x="0" y="3974"/>
                      <a:pt x="3973" y="0"/>
                      <a:pt x="8876" y="0"/>
                    </a:cubicBezTo>
                    <a:cubicBezTo>
                      <a:pt x="13778" y="0"/>
                      <a:pt x="17752" y="3974"/>
                      <a:pt x="17752" y="8876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8" name="Forme libre : forme 977">
                <a:extLst>
                  <a:ext uri="{FF2B5EF4-FFF2-40B4-BE49-F238E27FC236}">
                    <a16:creationId xmlns:a16="http://schemas.microsoft.com/office/drawing/2014/main" id="{2CB924D3-F38C-4654-BFAE-9F9F546ABD92}"/>
                  </a:ext>
                </a:extLst>
              </p:cNvPr>
              <p:cNvSpPr/>
              <p:nvPr/>
            </p:nvSpPr>
            <p:spPr>
              <a:xfrm>
                <a:off x="8026468" y="4950995"/>
                <a:ext cx="33761" cy="33761"/>
              </a:xfrm>
              <a:custGeom>
                <a:avLst/>
                <a:gdLst>
                  <a:gd name="connsiteX0" fmla="*/ 33761 w 33761"/>
                  <a:gd name="connsiteY0" fmla="*/ 16881 h 33761"/>
                  <a:gd name="connsiteX1" fmla="*/ 16881 w 33761"/>
                  <a:gd name="connsiteY1" fmla="*/ 33761 h 33761"/>
                  <a:gd name="connsiteX2" fmla="*/ 0 w 33761"/>
                  <a:gd name="connsiteY2" fmla="*/ 16881 h 33761"/>
                  <a:gd name="connsiteX3" fmla="*/ 16881 w 33761"/>
                  <a:gd name="connsiteY3" fmla="*/ 0 h 33761"/>
                  <a:gd name="connsiteX4" fmla="*/ 33761 w 33761"/>
                  <a:gd name="connsiteY4" fmla="*/ 16881 h 33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61" h="33761">
                    <a:moveTo>
                      <a:pt x="33761" y="16881"/>
                    </a:moveTo>
                    <a:cubicBezTo>
                      <a:pt x="33761" y="26204"/>
                      <a:pt x="26203" y="33761"/>
                      <a:pt x="16881" y="33761"/>
                    </a:cubicBezTo>
                    <a:cubicBezTo>
                      <a:pt x="7558" y="33761"/>
                      <a:pt x="0" y="26204"/>
                      <a:pt x="0" y="16881"/>
                    </a:cubicBezTo>
                    <a:cubicBezTo>
                      <a:pt x="0" y="7558"/>
                      <a:pt x="7558" y="0"/>
                      <a:pt x="16881" y="0"/>
                    </a:cubicBezTo>
                    <a:cubicBezTo>
                      <a:pt x="26203" y="0"/>
                      <a:pt x="33761" y="7558"/>
                      <a:pt x="33761" y="16881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9" name="Forme libre : forme 978">
                <a:extLst>
                  <a:ext uri="{FF2B5EF4-FFF2-40B4-BE49-F238E27FC236}">
                    <a16:creationId xmlns:a16="http://schemas.microsoft.com/office/drawing/2014/main" id="{70ECC641-205B-453B-900A-36EF5F0DF66B}"/>
                  </a:ext>
                </a:extLst>
              </p:cNvPr>
              <p:cNvSpPr/>
              <p:nvPr/>
            </p:nvSpPr>
            <p:spPr>
              <a:xfrm>
                <a:off x="8029953" y="4931664"/>
                <a:ext cx="24504" cy="24504"/>
              </a:xfrm>
              <a:custGeom>
                <a:avLst/>
                <a:gdLst>
                  <a:gd name="connsiteX0" fmla="*/ 24504 w 24504"/>
                  <a:gd name="connsiteY0" fmla="*/ 12252 h 24504"/>
                  <a:gd name="connsiteX1" fmla="*/ 12252 w 24504"/>
                  <a:gd name="connsiteY1" fmla="*/ 24504 h 24504"/>
                  <a:gd name="connsiteX2" fmla="*/ 0 w 24504"/>
                  <a:gd name="connsiteY2" fmla="*/ 12252 h 24504"/>
                  <a:gd name="connsiteX3" fmla="*/ 12252 w 24504"/>
                  <a:gd name="connsiteY3" fmla="*/ 0 h 24504"/>
                  <a:gd name="connsiteX4" fmla="*/ 24504 w 24504"/>
                  <a:gd name="connsiteY4" fmla="*/ 12252 h 24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04" h="24504">
                    <a:moveTo>
                      <a:pt x="24504" y="12252"/>
                    </a:moveTo>
                    <a:cubicBezTo>
                      <a:pt x="24504" y="19019"/>
                      <a:pt x="19019" y="24504"/>
                      <a:pt x="12252" y="24504"/>
                    </a:cubicBezTo>
                    <a:cubicBezTo>
                      <a:pt x="5485" y="24504"/>
                      <a:pt x="0" y="19019"/>
                      <a:pt x="0" y="12252"/>
                    </a:cubicBezTo>
                    <a:cubicBezTo>
                      <a:pt x="0" y="5486"/>
                      <a:pt x="5485" y="0"/>
                      <a:pt x="12252" y="0"/>
                    </a:cubicBezTo>
                    <a:cubicBezTo>
                      <a:pt x="19019" y="0"/>
                      <a:pt x="24504" y="5486"/>
                      <a:pt x="24504" y="12252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0" name="Forme libre : forme 979">
                <a:extLst>
                  <a:ext uri="{FF2B5EF4-FFF2-40B4-BE49-F238E27FC236}">
                    <a16:creationId xmlns:a16="http://schemas.microsoft.com/office/drawing/2014/main" id="{3C50A062-F907-4257-A842-FE0A26051042}"/>
                  </a:ext>
                </a:extLst>
              </p:cNvPr>
              <p:cNvSpPr/>
              <p:nvPr/>
            </p:nvSpPr>
            <p:spPr>
              <a:xfrm>
                <a:off x="8037849" y="4911407"/>
                <a:ext cx="22979" cy="22979"/>
              </a:xfrm>
              <a:custGeom>
                <a:avLst/>
                <a:gdLst>
                  <a:gd name="connsiteX0" fmla="*/ 22979 w 22979"/>
                  <a:gd name="connsiteY0" fmla="*/ 11490 h 22979"/>
                  <a:gd name="connsiteX1" fmla="*/ 11490 w 22979"/>
                  <a:gd name="connsiteY1" fmla="*/ 22980 h 22979"/>
                  <a:gd name="connsiteX2" fmla="*/ 0 w 22979"/>
                  <a:gd name="connsiteY2" fmla="*/ 11490 h 22979"/>
                  <a:gd name="connsiteX3" fmla="*/ 11490 w 22979"/>
                  <a:gd name="connsiteY3" fmla="*/ 0 h 22979"/>
                  <a:gd name="connsiteX4" fmla="*/ 22979 w 22979"/>
                  <a:gd name="connsiteY4" fmla="*/ 11490 h 22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79" h="22979">
                    <a:moveTo>
                      <a:pt x="22979" y="11490"/>
                    </a:moveTo>
                    <a:cubicBezTo>
                      <a:pt x="22979" y="17836"/>
                      <a:pt x="17835" y="22980"/>
                      <a:pt x="11490" y="22980"/>
                    </a:cubicBezTo>
                    <a:cubicBezTo>
                      <a:pt x="5144" y="22980"/>
                      <a:pt x="0" y="17835"/>
                      <a:pt x="0" y="11490"/>
                    </a:cubicBezTo>
                    <a:cubicBezTo>
                      <a:pt x="0" y="5144"/>
                      <a:pt x="5144" y="0"/>
                      <a:pt x="11490" y="0"/>
                    </a:cubicBezTo>
                    <a:cubicBezTo>
                      <a:pt x="17835" y="0"/>
                      <a:pt x="22979" y="5144"/>
                      <a:pt x="22979" y="11490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1" name="Forme libre : forme 980">
                <a:extLst>
                  <a:ext uri="{FF2B5EF4-FFF2-40B4-BE49-F238E27FC236}">
                    <a16:creationId xmlns:a16="http://schemas.microsoft.com/office/drawing/2014/main" id="{A0EF672A-93B6-44E5-AB7B-BA91A563AE8E}"/>
                  </a:ext>
                </a:extLst>
              </p:cNvPr>
              <p:cNvSpPr/>
              <p:nvPr/>
            </p:nvSpPr>
            <p:spPr>
              <a:xfrm>
                <a:off x="8043948" y="4897848"/>
                <a:ext cx="16009" cy="16009"/>
              </a:xfrm>
              <a:custGeom>
                <a:avLst/>
                <a:gdLst>
                  <a:gd name="connsiteX0" fmla="*/ 16010 w 16009"/>
                  <a:gd name="connsiteY0" fmla="*/ 8005 h 16009"/>
                  <a:gd name="connsiteX1" fmla="*/ 8005 w 16009"/>
                  <a:gd name="connsiteY1" fmla="*/ 16009 h 16009"/>
                  <a:gd name="connsiteX2" fmla="*/ 0 w 16009"/>
                  <a:gd name="connsiteY2" fmla="*/ 8005 h 16009"/>
                  <a:gd name="connsiteX3" fmla="*/ 8005 w 16009"/>
                  <a:gd name="connsiteY3" fmla="*/ 0 h 16009"/>
                  <a:gd name="connsiteX4" fmla="*/ 16010 w 16009"/>
                  <a:gd name="connsiteY4" fmla="*/ 8005 h 16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09" h="16009">
                    <a:moveTo>
                      <a:pt x="16010" y="8005"/>
                    </a:moveTo>
                    <a:cubicBezTo>
                      <a:pt x="16010" y="12426"/>
                      <a:pt x="12426" y="16009"/>
                      <a:pt x="8005" y="16009"/>
                    </a:cubicBezTo>
                    <a:cubicBezTo>
                      <a:pt x="3584" y="16009"/>
                      <a:pt x="0" y="12426"/>
                      <a:pt x="0" y="8005"/>
                    </a:cubicBezTo>
                    <a:cubicBezTo>
                      <a:pt x="0" y="3584"/>
                      <a:pt x="3584" y="0"/>
                      <a:pt x="8005" y="0"/>
                    </a:cubicBezTo>
                    <a:cubicBezTo>
                      <a:pt x="12426" y="0"/>
                      <a:pt x="16010" y="3584"/>
                      <a:pt x="16010" y="8005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2" name="Forme libre : forme 981">
                <a:extLst>
                  <a:ext uri="{FF2B5EF4-FFF2-40B4-BE49-F238E27FC236}">
                    <a16:creationId xmlns:a16="http://schemas.microsoft.com/office/drawing/2014/main" id="{0D50A280-2B6C-4489-8F13-2AC567245AEF}"/>
                  </a:ext>
                </a:extLst>
              </p:cNvPr>
              <p:cNvSpPr/>
              <p:nvPr/>
            </p:nvSpPr>
            <p:spPr>
              <a:xfrm>
                <a:off x="8112015" y="4973593"/>
                <a:ext cx="23197" cy="23197"/>
              </a:xfrm>
              <a:custGeom>
                <a:avLst/>
                <a:gdLst>
                  <a:gd name="connsiteX0" fmla="*/ 23197 w 23197"/>
                  <a:gd name="connsiteY0" fmla="*/ 11599 h 23197"/>
                  <a:gd name="connsiteX1" fmla="*/ 11599 w 23197"/>
                  <a:gd name="connsiteY1" fmla="*/ 23197 h 23197"/>
                  <a:gd name="connsiteX2" fmla="*/ 0 w 23197"/>
                  <a:gd name="connsiteY2" fmla="*/ 11599 h 23197"/>
                  <a:gd name="connsiteX3" fmla="*/ 11599 w 23197"/>
                  <a:gd name="connsiteY3" fmla="*/ 0 h 23197"/>
                  <a:gd name="connsiteX4" fmla="*/ 23197 w 23197"/>
                  <a:gd name="connsiteY4" fmla="*/ 11599 h 2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7" h="23197">
                    <a:moveTo>
                      <a:pt x="23197" y="11599"/>
                    </a:moveTo>
                    <a:cubicBezTo>
                      <a:pt x="23197" y="18005"/>
                      <a:pt x="18004" y="23197"/>
                      <a:pt x="11599" y="23197"/>
                    </a:cubicBezTo>
                    <a:cubicBezTo>
                      <a:pt x="5193" y="23197"/>
                      <a:pt x="0" y="18005"/>
                      <a:pt x="0" y="11599"/>
                    </a:cubicBezTo>
                    <a:cubicBezTo>
                      <a:pt x="0" y="5193"/>
                      <a:pt x="5193" y="0"/>
                      <a:pt x="11599" y="0"/>
                    </a:cubicBezTo>
                    <a:cubicBezTo>
                      <a:pt x="18004" y="0"/>
                      <a:pt x="23197" y="5193"/>
                      <a:pt x="23197" y="11599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3" name="Forme libre : forme 982">
                <a:extLst>
                  <a:ext uri="{FF2B5EF4-FFF2-40B4-BE49-F238E27FC236}">
                    <a16:creationId xmlns:a16="http://schemas.microsoft.com/office/drawing/2014/main" id="{DB0E5BB8-CF20-4F36-9594-28AD702E1E0A}"/>
                  </a:ext>
                </a:extLst>
              </p:cNvPr>
              <p:cNvSpPr/>
              <p:nvPr/>
            </p:nvSpPr>
            <p:spPr>
              <a:xfrm>
                <a:off x="8128025" y="4960905"/>
                <a:ext cx="18514" cy="18514"/>
              </a:xfrm>
              <a:custGeom>
                <a:avLst/>
                <a:gdLst>
                  <a:gd name="connsiteX0" fmla="*/ 18515 w 18514"/>
                  <a:gd name="connsiteY0" fmla="*/ 9257 h 18514"/>
                  <a:gd name="connsiteX1" fmla="*/ 9258 w 18514"/>
                  <a:gd name="connsiteY1" fmla="*/ 18514 h 18514"/>
                  <a:gd name="connsiteX2" fmla="*/ 1 w 18514"/>
                  <a:gd name="connsiteY2" fmla="*/ 9257 h 18514"/>
                  <a:gd name="connsiteX3" fmla="*/ 9258 w 18514"/>
                  <a:gd name="connsiteY3" fmla="*/ 0 h 18514"/>
                  <a:gd name="connsiteX4" fmla="*/ 18515 w 18514"/>
                  <a:gd name="connsiteY4" fmla="*/ 9257 h 18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14" h="18514">
                    <a:moveTo>
                      <a:pt x="18515" y="9257"/>
                    </a:moveTo>
                    <a:cubicBezTo>
                      <a:pt x="18515" y="14370"/>
                      <a:pt x="14370" y="18514"/>
                      <a:pt x="9258" y="18514"/>
                    </a:cubicBezTo>
                    <a:cubicBezTo>
                      <a:pt x="4145" y="18514"/>
                      <a:pt x="1" y="14370"/>
                      <a:pt x="1" y="9257"/>
                    </a:cubicBezTo>
                    <a:cubicBezTo>
                      <a:pt x="1" y="4145"/>
                      <a:pt x="4145" y="0"/>
                      <a:pt x="9258" y="0"/>
                    </a:cubicBezTo>
                    <a:cubicBezTo>
                      <a:pt x="14370" y="0"/>
                      <a:pt x="18515" y="4145"/>
                      <a:pt x="18515" y="9257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4" name="Forme libre : forme 983">
                <a:extLst>
                  <a:ext uri="{FF2B5EF4-FFF2-40B4-BE49-F238E27FC236}">
                    <a16:creationId xmlns:a16="http://schemas.microsoft.com/office/drawing/2014/main" id="{1A9B2A74-6D98-4F13-A6E1-2FEE68DAAD52}"/>
                  </a:ext>
                </a:extLst>
              </p:cNvPr>
              <p:cNvSpPr/>
              <p:nvPr/>
            </p:nvSpPr>
            <p:spPr>
              <a:xfrm>
                <a:off x="8138207" y="4952574"/>
                <a:ext cx="13395" cy="13395"/>
              </a:xfrm>
              <a:custGeom>
                <a:avLst/>
                <a:gdLst>
                  <a:gd name="connsiteX0" fmla="*/ 13396 w 13395"/>
                  <a:gd name="connsiteY0" fmla="*/ 6698 h 13395"/>
                  <a:gd name="connsiteX1" fmla="*/ 6698 w 13395"/>
                  <a:gd name="connsiteY1" fmla="*/ 13396 h 13395"/>
                  <a:gd name="connsiteX2" fmla="*/ 0 w 13395"/>
                  <a:gd name="connsiteY2" fmla="*/ 6698 h 13395"/>
                  <a:gd name="connsiteX3" fmla="*/ 6698 w 13395"/>
                  <a:gd name="connsiteY3" fmla="*/ 0 h 13395"/>
                  <a:gd name="connsiteX4" fmla="*/ 13396 w 13395"/>
                  <a:gd name="connsiteY4" fmla="*/ 6698 h 13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95" h="13395">
                    <a:moveTo>
                      <a:pt x="13396" y="6698"/>
                    </a:moveTo>
                    <a:cubicBezTo>
                      <a:pt x="13396" y="10397"/>
                      <a:pt x="10397" y="13396"/>
                      <a:pt x="6698" y="13396"/>
                    </a:cubicBezTo>
                    <a:cubicBezTo>
                      <a:pt x="2999" y="13396"/>
                      <a:pt x="0" y="10397"/>
                      <a:pt x="0" y="6698"/>
                    </a:cubicBezTo>
                    <a:cubicBezTo>
                      <a:pt x="0" y="2999"/>
                      <a:pt x="2999" y="0"/>
                      <a:pt x="6698" y="0"/>
                    </a:cubicBezTo>
                    <a:cubicBezTo>
                      <a:pt x="10397" y="0"/>
                      <a:pt x="13396" y="2999"/>
                      <a:pt x="13396" y="669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5" name="Forme libre : forme 984">
                <a:extLst>
                  <a:ext uri="{FF2B5EF4-FFF2-40B4-BE49-F238E27FC236}">
                    <a16:creationId xmlns:a16="http://schemas.microsoft.com/office/drawing/2014/main" id="{94A3B9D9-4BAE-47BE-BCC3-4B6A4E0A8EA5}"/>
                  </a:ext>
                </a:extLst>
              </p:cNvPr>
              <p:cNvSpPr/>
              <p:nvPr/>
            </p:nvSpPr>
            <p:spPr>
              <a:xfrm>
                <a:off x="7818672" y="5045145"/>
                <a:ext cx="31256" cy="31256"/>
              </a:xfrm>
              <a:custGeom>
                <a:avLst/>
                <a:gdLst>
                  <a:gd name="connsiteX0" fmla="*/ 31256 w 31256"/>
                  <a:gd name="connsiteY0" fmla="*/ 15628 h 31256"/>
                  <a:gd name="connsiteX1" fmla="*/ 15628 w 31256"/>
                  <a:gd name="connsiteY1" fmla="*/ 31257 h 31256"/>
                  <a:gd name="connsiteX2" fmla="*/ 0 w 31256"/>
                  <a:gd name="connsiteY2" fmla="*/ 15628 h 31256"/>
                  <a:gd name="connsiteX3" fmla="*/ 15628 w 31256"/>
                  <a:gd name="connsiteY3" fmla="*/ 0 h 31256"/>
                  <a:gd name="connsiteX4" fmla="*/ 31256 w 31256"/>
                  <a:gd name="connsiteY4" fmla="*/ 15628 h 31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56" h="31256">
                    <a:moveTo>
                      <a:pt x="31256" y="15628"/>
                    </a:moveTo>
                    <a:cubicBezTo>
                      <a:pt x="31256" y="24260"/>
                      <a:pt x="24259" y="31257"/>
                      <a:pt x="15628" y="31257"/>
                    </a:cubicBezTo>
                    <a:cubicBezTo>
                      <a:pt x="6997" y="31257"/>
                      <a:pt x="0" y="24259"/>
                      <a:pt x="0" y="15628"/>
                    </a:cubicBezTo>
                    <a:cubicBezTo>
                      <a:pt x="0" y="6997"/>
                      <a:pt x="6997" y="0"/>
                      <a:pt x="15628" y="0"/>
                    </a:cubicBezTo>
                    <a:cubicBezTo>
                      <a:pt x="24259" y="0"/>
                      <a:pt x="31256" y="6997"/>
                      <a:pt x="31256" y="1562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6" name="Forme libre : forme 985">
                <a:extLst>
                  <a:ext uri="{FF2B5EF4-FFF2-40B4-BE49-F238E27FC236}">
                    <a16:creationId xmlns:a16="http://schemas.microsoft.com/office/drawing/2014/main" id="{82CB37F4-D125-46E4-956A-6BBD2F0460C1}"/>
                  </a:ext>
                </a:extLst>
              </p:cNvPr>
              <p:cNvSpPr/>
              <p:nvPr/>
            </p:nvSpPr>
            <p:spPr>
              <a:xfrm>
                <a:off x="7806910" y="5033057"/>
                <a:ext cx="22652" cy="22652"/>
              </a:xfrm>
              <a:custGeom>
                <a:avLst/>
                <a:gdLst>
                  <a:gd name="connsiteX0" fmla="*/ 22653 w 22652"/>
                  <a:gd name="connsiteY0" fmla="*/ 11326 h 22652"/>
                  <a:gd name="connsiteX1" fmla="*/ 11326 w 22652"/>
                  <a:gd name="connsiteY1" fmla="*/ 22653 h 22652"/>
                  <a:gd name="connsiteX2" fmla="*/ 0 w 22652"/>
                  <a:gd name="connsiteY2" fmla="*/ 11326 h 22652"/>
                  <a:gd name="connsiteX3" fmla="*/ 11326 w 22652"/>
                  <a:gd name="connsiteY3" fmla="*/ 0 h 22652"/>
                  <a:gd name="connsiteX4" fmla="*/ 22653 w 22652"/>
                  <a:gd name="connsiteY4" fmla="*/ 11326 h 22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52" h="22652">
                    <a:moveTo>
                      <a:pt x="22653" y="11326"/>
                    </a:moveTo>
                    <a:cubicBezTo>
                      <a:pt x="22653" y="17582"/>
                      <a:pt x="17581" y="22653"/>
                      <a:pt x="11326" y="22653"/>
                    </a:cubicBezTo>
                    <a:cubicBezTo>
                      <a:pt x="5071" y="22653"/>
                      <a:pt x="0" y="17582"/>
                      <a:pt x="0" y="11326"/>
                    </a:cubicBezTo>
                    <a:cubicBezTo>
                      <a:pt x="0" y="5071"/>
                      <a:pt x="5071" y="0"/>
                      <a:pt x="11326" y="0"/>
                    </a:cubicBezTo>
                    <a:cubicBezTo>
                      <a:pt x="17582" y="0"/>
                      <a:pt x="22653" y="5071"/>
                      <a:pt x="22653" y="11326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7" name="Forme libre : forme 986">
                <a:extLst>
                  <a:ext uri="{FF2B5EF4-FFF2-40B4-BE49-F238E27FC236}">
                    <a16:creationId xmlns:a16="http://schemas.microsoft.com/office/drawing/2014/main" id="{14132A49-3F7B-4959-86A4-2B773B8CE65E}"/>
                  </a:ext>
                </a:extLst>
              </p:cNvPr>
              <p:cNvSpPr/>
              <p:nvPr/>
            </p:nvSpPr>
            <p:spPr>
              <a:xfrm>
                <a:off x="7735685" y="5147083"/>
                <a:ext cx="33543" cy="33543"/>
              </a:xfrm>
              <a:custGeom>
                <a:avLst/>
                <a:gdLst>
                  <a:gd name="connsiteX0" fmla="*/ 33544 w 33543"/>
                  <a:gd name="connsiteY0" fmla="*/ 16772 h 33543"/>
                  <a:gd name="connsiteX1" fmla="*/ 16772 w 33543"/>
                  <a:gd name="connsiteY1" fmla="*/ 33544 h 33543"/>
                  <a:gd name="connsiteX2" fmla="*/ 0 w 33543"/>
                  <a:gd name="connsiteY2" fmla="*/ 16772 h 33543"/>
                  <a:gd name="connsiteX3" fmla="*/ 16772 w 33543"/>
                  <a:gd name="connsiteY3" fmla="*/ 0 h 33543"/>
                  <a:gd name="connsiteX4" fmla="*/ 33544 w 33543"/>
                  <a:gd name="connsiteY4" fmla="*/ 16772 h 33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43" h="33543">
                    <a:moveTo>
                      <a:pt x="33544" y="16772"/>
                    </a:moveTo>
                    <a:cubicBezTo>
                      <a:pt x="33544" y="26035"/>
                      <a:pt x="26035" y="33544"/>
                      <a:pt x="16772" y="33544"/>
                    </a:cubicBezTo>
                    <a:cubicBezTo>
                      <a:pt x="7509" y="33544"/>
                      <a:pt x="0" y="26035"/>
                      <a:pt x="0" y="16772"/>
                    </a:cubicBezTo>
                    <a:cubicBezTo>
                      <a:pt x="0" y="7509"/>
                      <a:pt x="7509" y="0"/>
                      <a:pt x="16772" y="0"/>
                    </a:cubicBezTo>
                    <a:cubicBezTo>
                      <a:pt x="26035" y="0"/>
                      <a:pt x="33544" y="7509"/>
                      <a:pt x="33544" y="16772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8" name="Forme libre : forme 987">
                <a:extLst>
                  <a:ext uri="{FF2B5EF4-FFF2-40B4-BE49-F238E27FC236}">
                    <a16:creationId xmlns:a16="http://schemas.microsoft.com/office/drawing/2014/main" id="{531021B8-2F79-4124-95E1-295FB38AAF5C}"/>
                  </a:ext>
                </a:extLst>
              </p:cNvPr>
              <p:cNvSpPr/>
              <p:nvPr/>
            </p:nvSpPr>
            <p:spPr>
              <a:xfrm>
                <a:off x="7714285" y="5149370"/>
                <a:ext cx="25048" cy="25048"/>
              </a:xfrm>
              <a:custGeom>
                <a:avLst/>
                <a:gdLst>
                  <a:gd name="connsiteX0" fmla="*/ 25049 w 25048"/>
                  <a:gd name="connsiteY0" fmla="*/ 12524 h 25048"/>
                  <a:gd name="connsiteX1" fmla="*/ 12525 w 25048"/>
                  <a:gd name="connsiteY1" fmla="*/ 25049 h 25048"/>
                  <a:gd name="connsiteX2" fmla="*/ 0 w 25048"/>
                  <a:gd name="connsiteY2" fmla="*/ 12524 h 25048"/>
                  <a:gd name="connsiteX3" fmla="*/ 12525 w 25048"/>
                  <a:gd name="connsiteY3" fmla="*/ 0 h 25048"/>
                  <a:gd name="connsiteX4" fmla="*/ 25049 w 25048"/>
                  <a:gd name="connsiteY4" fmla="*/ 12524 h 25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48" h="25048">
                    <a:moveTo>
                      <a:pt x="25049" y="12524"/>
                    </a:moveTo>
                    <a:cubicBezTo>
                      <a:pt x="25049" y="19441"/>
                      <a:pt x="19442" y="25049"/>
                      <a:pt x="12525" y="25049"/>
                    </a:cubicBezTo>
                    <a:cubicBezTo>
                      <a:pt x="5608" y="25049"/>
                      <a:pt x="0" y="19441"/>
                      <a:pt x="0" y="12524"/>
                    </a:cubicBezTo>
                    <a:cubicBezTo>
                      <a:pt x="0" y="5607"/>
                      <a:pt x="5608" y="0"/>
                      <a:pt x="12525" y="0"/>
                    </a:cubicBezTo>
                    <a:cubicBezTo>
                      <a:pt x="19442" y="0"/>
                      <a:pt x="25049" y="5607"/>
                      <a:pt x="25049" y="12524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9" name="Forme libre : forme 988">
                <a:extLst>
                  <a:ext uri="{FF2B5EF4-FFF2-40B4-BE49-F238E27FC236}">
                    <a16:creationId xmlns:a16="http://schemas.microsoft.com/office/drawing/2014/main" id="{9D0FDE36-FF56-4F59-8F7D-3D1CFD688BCF}"/>
                  </a:ext>
                </a:extLst>
              </p:cNvPr>
              <p:cNvSpPr/>
              <p:nvPr/>
            </p:nvSpPr>
            <p:spPr>
              <a:xfrm>
                <a:off x="7769228" y="5210304"/>
                <a:ext cx="23197" cy="23197"/>
              </a:xfrm>
              <a:custGeom>
                <a:avLst/>
                <a:gdLst>
                  <a:gd name="connsiteX0" fmla="*/ 23197 w 23197"/>
                  <a:gd name="connsiteY0" fmla="*/ 11599 h 23197"/>
                  <a:gd name="connsiteX1" fmla="*/ 11599 w 23197"/>
                  <a:gd name="connsiteY1" fmla="*/ 23197 h 23197"/>
                  <a:gd name="connsiteX2" fmla="*/ 0 w 23197"/>
                  <a:gd name="connsiteY2" fmla="*/ 11599 h 23197"/>
                  <a:gd name="connsiteX3" fmla="*/ 11599 w 23197"/>
                  <a:gd name="connsiteY3" fmla="*/ 0 h 23197"/>
                  <a:gd name="connsiteX4" fmla="*/ 23197 w 23197"/>
                  <a:gd name="connsiteY4" fmla="*/ 11599 h 2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7" h="23197">
                    <a:moveTo>
                      <a:pt x="23197" y="11599"/>
                    </a:moveTo>
                    <a:cubicBezTo>
                      <a:pt x="23197" y="18005"/>
                      <a:pt x="18005" y="23197"/>
                      <a:pt x="11599" y="23197"/>
                    </a:cubicBezTo>
                    <a:cubicBezTo>
                      <a:pt x="5193" y="23197"/>
                      <a:pt x="0" y="18005"/>
                      <a:pt x="0" y="11599"/>
                    </a:cubicBezTo>
                    <a:cubicBezTo>
                      <a:pt x="0" y="5193"/>
                      <a:pt x="5193" y="0"/>
                      <a:pt x="11599" y="0"/>
                    </a:cubicBezTo>
                    <a:cubicBezTo>
                      <a:pt x="18005" y="0"/>
                      <a:pt x="23197" y="5193"/>
                      <a:pt x="23197" y="11599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0" name="Forme libre : forme 989">
                <a:extLst>
                  <a:ext uri="{FF2B5EF4-FFF2-40B4-BE49-F238E27FC236}">
                    <a16:creationId xmlns:a16="http://schemas.microsoft.com/office/drawing/2014/main" id="{9036AFC9-419D-42AF-B7A6-A9743E2C6E63}"/>
                  </a:ext>
                </a:extLst>
              </p:cNvPr>
              <p:cNvSpPr/>
              <p:nvPr/>
            </p:nvSpPr>
            <p:spPr>
              <a:xfrm>
                <a:off x="7752402" y="5203334"/>
                <a:ext cx="20692" cy="20692"/>
              </a:xfrm>
              <a:custGeom>
                <a:avLst/>
                <a:gdLst>
                  <a:gd name="connsiteX0" fmla="*/ 20692 w 20692"/>
                  <a:gd name="connsiteY0" fmla="*/ 10346 h 20692"/>
                  <a:gd name="connsiteX1" fmla="*/ 10346 w 20692"/>
                  <a:gd name="connsiteY1" fmla="*/ 20692 h 20692"/>
                  <a:gd name="connsiteX2" fmla="*/ 0 w 20692"/>
                  <a:gd name="connsiteY2" fmla="*/ 10346 h 20692"/>
                  <a:gd name="connsiteX3" fmla="*/ 10346 w 20692"/>
                  <a:gd name="connsiteY3" fmla="*/ 0 h 20692"/>
                  <a:gd name="connsiteX4" fmla="*/ 20692 w 20692"/>
                  <a:gd name="connsiteY4" fmla="*/ 10346 h 20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692" h="20692">
                    <a:moveTo>
                      <a:pt x="20692" y="10346"/>
                    </a:moveTo>
                    <a:cubicBezTo>
                      <a:pt x="20692" y="16060"/>
                      <a:pt x="16060" y="20692"/>
                      <a:pt x="10346" y="20692"/>
                    </a:cubicBezTo>
                    <a:cubicBezTo>
                      <a:pt x="4632" y="20692"/>
                      <a:pt x="0" y="16060"/>
                      <a:pt x="0" y="10346"/>
                    </a:cubicBezTo>
                    <a:cubicBezTo>
                      <a:pt x="0" y="4632"/>
                      <a:pt x="4632" y="0"/>
                      <a:pt x="10346" y="0"/>
                    </a:cubicBezTo>
                    <a:cubicBezTo>
                      <a:pt x="16060" y="0"/>
                      <a:pt x="20692" y="4632"/>
                      <a:pt x="20692" y="10346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1" name="Forme libre : forme 990">
                <a:extLst>
                  <a:ext uri="{FF2B5EF4-FFF2-40B4-BE49-F238E27FC236}">
                    <a16:creationId xmlns:a16="http://schemas.microsoft.com/office/drawing/2014/main" id="{47F2532B-2FAD-4ADC-924B-50AF890287EA}"/>
                  </a:ext>
                </a:extLst>
              </p:cNvPr>
              <p:cNvSpPr/>
              <p:nvPr/>
            </p:nvSpPr>
            <p:spPr>
              <a:xfrm>
                <a:off x="7737809" y="5196309"/>
                <a:ext cx="21454" cy="21454"/>
              </a:xfrm>
              <a:custGeom>
                <a:avLst/>
                <a:gdLst>
                  <a:gd name="connsiteX0" fmla="*/ 21455 w 21454"/>
                  <a:gd name="connsiteY0" fmla="*/ 10727 h 21454"/>
                  <a:gd name="connsiteX1" fmla="*/ 10728 w 21454"/>
                  <a:gd name="connsiteY1" fmla="*/ 21455 h 21454"/>
                  <a:gd name="connsiteX2" fmla="*/ 1 w 21454"/>
                  <a:gd name="connsiteY2" fmla="*/ 10727 h 21454"/>
                  <a:gd name="connsiteX3" fmla="*/ 10728 w 21454"/>
                  <a:gd name="connsiteY3" fmla="*/ 0 h 21454"/>
                  <a:gd name="connsiteX4" fmla="*/ 21455 w 21454"/>
                  <a:gd name="connsiteY4" fmla="*/ 10727 h 21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54" h="21454">
                    <a:moveTo>
                      <a:pt x="21455" y="10727"/>
                    </a:moveTo>
                    <a:cubicBezTo>
                      <a:pt x="21455" y="16652"/>
                      <a:pt x="16653" y="21455"/>
                      <a:pt x="10728" y="21455"/>
                    </a:cubicBezTo>
                    <a:cubicBezTo>
                      <a:pt x="4803" y="21455"/>
                      <a:pt x="1" y="16652"/>
                      <a:pt x="1" y="10727"/>
                    </a:cubicBezTo>
                    <a:cubicBezTo>
                      <a:pt x="1" y="4803"/>
                      <a:pt x="4803" y="0"/>
                      <a:pt x="10728" y="0"/>
                    </a:cubicBezTo>
                    <a:cubicBezTo>
                      <a:pt x="16653" y="0"/>
                      <a:pt x="21455" y="4803"/>
                      <a:pt x="21455" y="10727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2" name="Forme libre : forme 991">
                <a:extLst>
                  <a:ext uri="{FF2B5EF4-FFF2-40B4-BE49-F238E27FC236}">
                    <a16:creationId xmlns:a16="http://schemas.microsoft.com/office/drawing/2014/main" id="{E73AC5D6-6447-4DC1-95D4-74CCBC89E082}"/>
                  </a:ext>
                </a:extLst>
              </p:cNvPr>
              <p:cNvSpPr/>
              <p:nvPr/>
            </p:nvSpPr>
            <p:spPr>
              <a:xfrm>
                <a:off x="7792426" y="5262416"/>
                <a:ext cx="37137" cy="37137"/>
              </a:xfrm>
              <a:custGeom>
                <a:avLst/>
                <a:gdLst>
                  <a:gd name="connsiteX0" fmla="*/ 37137 w 37137"/>
                  <a:gd name="connsiteY0" fmla="*/ 18569 h 37137"/>
                  <a:gd name="connsiteX1" fmla="*/ 18568 w 37137"/>
                  <a:gd name="connsiteY1" fmla="*/ 37138 h 37137"/>
                  <a:gd name="connsiteX2" fmla="*/ -1 w 37137"/>
                  <a:gd name="connsiteY2" fmla="*/ 18569 h 37137"/>
                  <a:gd name="connsiteX3" fmla="*/ 18568 w 37137"/>
                  <a:gd name="connsiteY3" fmla="*/ 0 h 37137"/>
                  <a:gd name="connsiteX4" fmla="*/ 37137 w 37137"/>
                  <a:gd name="connsiteY4" fmla="*/ 18569 h 37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37" h="37137">
                    <a:moveTo>
                      <a:pt x="37137" y="18569"/>
                    </a:moveTo>
                    <a:cubicBezTo>
                      <a:pt x="37137" y="28824"/>
                      <a:pt x="28824" y="37138"/>
                      <a:pt x="18568" y="37138"/>
                    </a:cubicBezTo>
                    <a:cubicBezTo>
                      <a:pt x="8313" y="37138"/>
                      <a:pt x="-1" y="28824"/>
                      <a:pt x="-1" y="18569"/>
                    </a:cubicBezTo>
                    <a:cubicBezTo>
                      <a:pt x="-1" y="8314"/>
                      <a:pt x="8313" y="0"/>
                      <a:pt x="18568" y="0"/>
                    </a:cubicBezTo>
                    <a:cubicBezTo>
                      <a:pt x="28824" y="0"/>
                      <a:pt x="37137" y="8314"/>
                      <a:pt x="37137" y="18569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3" name="Forme libre : forme 992">
                <a:extLst>
                  <a:ext uri="{FF2B5EF4-FFF2-40B4-BE49-F238E27FC236}">
                    <a16:creationId xmlns:a16="http://schemas.microsoft.com/office/drawing/2014/main" id="{3E7209E2-7955-4E82-B95A-4BD2DC08B072}"/>
                  </a:ext>
                </a:extLst>
              </p:cNvPr>
              <p:cNvSpPr/>
              <p:nvPr/>
            </p:nvSpPr>
            <p:spPr>
              <a:xfrm>
                <a:off x="7770426" y="5283217"/>
                <a:ext cx="27444" cy="27444"/>
              </a:xfrm>
              <a:custGeom>
                <a:avLst/>
                <a:gdLst>
                  <a:gd name="connsiteX0" fmla="*/ 27445 w 27444"/>
                  <a:gd name="connsiteY0" fmla="*/ 13722 h 27444"/>
                  <a:gd name="connsiteX1" fmla="*/ 13722 w 27444"/>
                  <a:gd name="connsiteY1" fmla="*/ 27445 h 27444"/>
                  <a:gd name="connsiteX2" fmla="*/ 0 w 27444"/>
                  <a:gd name="connsiteY2" fmla="*/ 13722 h 27444"/>
                  <a:gd name="connsiteX3" fmla="*/ 13722 w 27444"/>
                  <a:gd name="connsiteY3" fmla="*/ 0 h 27444"/>
                  <a:gd name="connsiteX4" fmla="*/ 27445 w 27444"/>
                  <a:gd name="connsiteY4" fmla="*/ 13722 h 27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44" h="27444">
                    <a:moveTo>
                      <a:pt x="27445" y="13722"/>
                    </a:moveTo>
                    <a:cubicBezTo>
                      <a:pt x="27445" y="21301"/>
                      <a:pt x="21301" y="27445"/>
                      <a:pt x="13722" y="27445"/>
                    </a:cubicBezTo>
                    <a:cubicBezTo>
                      <a:pt x="6144" y="27445"/>
                      <a:pt x="0" y="21301"/>
                      <a:pt x="0" y="13722"/>
                    </a:cubicBezTo>
                    <a:cubicBezTo>
                      <a:pt x="0" y="6144"/>
                      <a:pt x="6144" y="0"/>
                      <a:pt x="13722" y="0"/>
                    </a:cubicBezTo>
                    <a:cubicBezTo>
                      <a:pt x="21301" y="0"/>
                      <a:pt x="27445" y="6144"/>
                      <a:pt x="27445" y="13722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4" name="Forme libre : forme 993">
                <a:extLst>
                  <a:ext uri="{FF2B5EF4-FFF2-40B4-BE49-F238E27FC236}">
                    <a16:creationId xmlns:a16="http://schemas.microsoft.com/office/drawing/2014/main" id="{D2FC8CBF-CFFB-4618-8FC4-97F4EF668A79}"/>
                  </a:ext>
                </a:extLst>
              </p:cNvPr>
              <p:cNvSpPr/>
              <p:nvPr/>
            </p:nvSpPr>
            <p:spPr>
              <a:xfrm>
                <a:off x="7756813" y="5299554"/>
                <a:ext cx="20801" cy="20801"/>
              </a:xfrm>
              <a:custGeom>
                <a:avLst/>
                <a:gdLst>
                  <a:gd name="connsiteX0" fmla="*/ 20802 w 20801"/>
                  <a:gd name="connsiteY0" fmla="*/ 10401 h 20801"/>
                  <a:gd name="connsiteX1" fmla="*/ 10401 w 20801"/>
                  <a:gd name="connsiteY1" fmla="*/ 20801 h 20801"/>
                  <a:gd name="connsiteX2" fmla="*/ 0 w 20801"/>
                  <a:gd name="connsiteY2" fmla="*/ 10401 h 20801"/>
                  <a:gd name="connsiteX3" fmla="*/ 10401 w 20801"/>
                  <a:gd name="connsiteY3" fmla="*/ 0 h 20801"/>
                  <a:gd name="connsiteX4" fmla="*/ 20802 w 20801"/>
                  <a:gd name="connsiteY4" fmla="*/ 10401 h 20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1" h="20801">
                    <a:moveTo>
                      <a:pt x="20802" y="10401"/>
                    </a:moveTo>
                    <a:cubicBezTo>
                      <a:pt x="20802" y="16145"/>
                      <a:pt x="16145" y="20801"/>
                      <a:pt x="10401" y="20801"/>
                    </a:cubicBezTo>
                    <a:cubicBezTo>
                      <a:pt x="4657" y="20801"/>
                      <a:pt x="0" y="16144"/>
                      <a:pt x="0" y="10401"/>
                    </a:cubicBezTo>
                    <a:cubicBezTo>
                      <a:pt x="0" y="4656"/>
                      <a:pt x="4656" y="0"/>
                      <a:pt x="10401" y="0"/>
                    </a:cubicBezTo>
                    <a:cubicBezTo>
                      <a:pt x="16145" y="0"/>
                      <a:pt x="20802" y="4657"/>
                      <a:pt x="20802" y="10401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5" name="Forme libre : forme 994">
                <a:extLst>
                  <a:ext uri="{FF2B5EF4-FFF2-40B4-BE49-F238E27FC236}">
                    <a16:creationId xmlns:a16="http://schemas.microsoft.com/office/drawing/2014/main" id="{4DCEE945-1AE3-477E-AC4C-0CA04D420730}"/>
                  </a:ext>
                </a:extLst>
              </p:cNvPr>
              <p:cNvSpPr/>
              <p:nvPr/>
            </p:nvSpPr>
            <p:spPr>
              <a:xfrm>
                <a:off x="7849929" y="5326726"/>
                <a:ext cx="34632" cy="34632"/>
              </a:xfrm>
              <a:custGeom>
                <a:avLst/>
                <a:gdLst>
                  <a:gd name="connsiteX0" fmla="*/ 34632 w 34632"/>
                  <a:gd name="connsiteY0" fmla="*/ 17316 h 34632"/>
                  <a:gd name="connsiteX1" fmla="*/ 17316 w 34632"/>
                  <a:gd name="connsiteY1" fmla="*/ 34633 h 34632"/>
                  <a:gd name="connsiteX2" fmla="*/ -1 w 34632"/>
                  <a:gd name="connsiteY2" fmla="*/ 17316 h 34632"/>
                  <a:gd name="connsiteX3" fmla="*/ 17316 w 34632"/>
                  <a:gd name="connsiteY3" fmla="*/ 0 h 34632"/>
                  <a:gd name="connsiteX4" fmla="*/ 34632 w 34632"/>
                  <a:gd name="connsiteY4" fmla="*/ 17316 h 34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632" h="34632">
                    <a:moveTo>
                      <a:pt x="34632" y="17316"/>
                    </a:moveTo>
                    <a:cubicBezTo>
                      <a:pt x="34632" y="26880"/>
                      <a:pt x="26880" y="34633"/>
                      <a:pt x="17316" y="34633"/>
                    </a:cubicBezTo>
                    <a:cubicBezTo>
                      <a:pt x="7752" y="34633"/>
                      <a:pt x="-1" y="26880"/>
                      <a:pt x="-1" y="17316"/>
                    </a:cubicBezTo>
                    <a:cubicBezTo>
                      <a:pt x="-1" y="7753"/>
                      <a:pt x="7752" y="0"/>
                      <a:pt x="17316" y="0"/>
                    </a:cubicBezTo>
                    <a:cubicBezTo>
                      <a:pt x="26879" y="0"/>
                      <a:pt x="34632" y="7753"/>
                      <a:pt x="34632" y="17316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6" name="Forme libre : forme 995">
                <a:extLst>
                  <a:ext uri="{FF2B5EF4-FFF2-40B4-BE49-F238E27FC236}">
                    <a16:creationId xmlns:a16="http://schemas.microsoft.com/office/drawing/2014/main" id="{7E4302C1-8965-4ADA-99FA-2732BACEA48E}"/>
                  </a:ext>
                </a:extLst>
              </p:cNvPr>
              <p:cNvSpPr/>
              <p:nvPr/>
            </p:nvSpPr>
            <p:spPr>
              <a:xfrm>
                <a:off x="7842197" y="5350522"/>
                <a:ext cx="23741" cy="23741"/>
              </a:xfrm>
              <a:custGeom>
                <a:avLst/>
                <a:gdLst>
                  <a:gd name="connsiteX0" fmla="*/ 23742 w 23741"/>
                  <a:gd name="connsiteY0" fmla="*/ 11871 h 23741"/>
                  <a:gd name="connsiteX1" fmla="*/ 11871 w 23741"/>
                  <a:gd name="connsiteY1" fmla="*/ 23742 h 23741"/>
                  <a:gd name="connsiteX2" fmla="*/ 0 w 23741"/>
                  <a:gd name="connsiteY2" fmla="*/ 11871 h 23741"/>
                  <a:gd name="connsiteX3" fmla="*/ 11871 w 23741"/>
                  <a:gd name="connsiteY3" fmla="*/ 0 h 23741"/>
                  <a:gd name="connsiteX4" fmla="*/ 23742 w 23741"/>
                  <a:gd name="connsiteY4" fmla="*/ 11871 h 23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41" h="23741">
                    <a:moveTo>
                      <a:pt x="23742" y="11871"/>
                    </a:moveTo>
                    <a:cubicBezTo>
                      <a:pt x="23742" y="18427"/>
                      <a:pt x="18427" y="23742"/>
                      <a:pt x="11871" y="23742"/>
                    </a:cubicBezTo>
                    <a:cubicBezTo>
                      <a:pt x="5315" y="23742"/>
                      <a:pt x="0" y="18427"/>
                      <a:pt x="0" y="11871"/>
                    </a:cubicBezTo>
                    <a:cubicBezTo>
                      <a:pt x="0" y="5315"/>
                      <a:pt x="5315" y="0"/>
                      <a:pt x="11871" y="0"/>
                    </a:cubicBezTo>
                    <a:cubicBezTo>
                      <a:pt x="18427" y="0"/>
                      <a:pt x="23742" y="5315"/>
                      <a:pt x="23742" y="11871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7" name="Forme libre : forme 996">
                <a:extLst>
                  <a:ext uri="{FF2B5EF4-FFF2-40B4-BE49-F238E27FC236}">
                    <a16:creationId xmlns:a16="http://schemas.microsoft.com/office/drawing/2014/main" id="{05BB6493-6867-43CA-AB93-73A8609E78D4}"/>
                  </a:ext>
                </a:extLst>
              </p:cNvPr>
              <p:cNvSpPr/>
              <p:nvPr/>
            </p:nvSpPr>
            <p:spPr>
              <a:xfrm>
                <a:off x="7834301" y="5369581"/>
                <a:ext cx="23306" cy="23306"/>
              </a:xfrm>
              <a:custGeom>
                <a:avLst/>
                <a:gdLst>
                  <a:gd name="connsiteX0" fmla="*/ 23306 w 23306"/>
                  <a:gd name="connsiteY0" fmla="*/ 11653 h 23306"/>
                  <a:gd name="connsiteX1" fmla="*/ 11653 w 23306"/>
                  <a:gd name="connsiteY1" fmla="*/ 23306 h 23306"/>
                  <a:gd name="connsiteX2" fmla="*/ 0 w 23306"/>
                  <a:gd name="connsiteY2" fmla="*/ 11653 h 23306"/>
                  <a:gd name="connsiteX3" fmla="*/ 11653 w 23306"/>
                  <a:gd name="connsiteY3" fmla="*/ 0 h 23306"/>
                  <a:gd name="connsiteX4" fmla="*/ 23306 w 23306"/>
                  <a:gd name="connsiteY4" fmla="*/ 11653 h 23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06" h="23306">
                    <a:moveTo>
                      <a:pt x="23306" y="11653"/>
                    </a:moveTo>
                    <a:cubicBezTo>
                      <a:pt x="23306" y="18089"/>
                      <a:pt x="18089" y="23306"/>
                      <a:pt x="11653" y="23306"/>
                    </a:cubicBezTo>
                    <a:cubicBezTo>
                      <a:pt x="5217" y="23306"/>
                      <a:pt x="0" y="18089"/>
                      <a:pt x="0" y="11653"/>
                    </a:cubicBezTo>
                    <a:cubicBezTo>
                      <a:pt x="0" y="5217"/>
                      <a:pt x="5217" y="0"/>
                      <a:pt x="11653" y="0"/>
                    </a:cubicBezTo>
                    <a:cubicBezTo>
                      <a:pt x="18089" y="0"/>
                      <a:pt x="23306" y="5217"/>
                      <a:pt x="23306" y="1165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8" name="Forme libre : forme 997">
                <a:extLst>
                  <a:ext uri="{FF2B5EF4-FFF2-40B4-BE49-F238E27FC236}">
                    <a16:creationId xmlns:a16="http://schemas.microsoft.com/office/drawing/2014/main" id="{12B76F56-070E-4F6D-AD2F-7126E9AC8FC5}"/>
                  </a:ext>
                </a:extLst>
              </p:cNvPr>
              <p:cNvSpPr/>
              <p:nvPr/>
            </p:nvSpPr>
            <p:spPr>
              <a:xfrm>
                <a:off x="8082501" y="5330048"/>
                <a:ext cx="28315" cy="28315"/>
              </a:xfrm>
              <a:custGeom>
                <a:avLst/>
                <a:gdLst>
                  <a:gd name="connsiteX0" fmla="*/ 28316 w 28315"/>
                  <a:gd name="connsiteY0" fmla="*/ 14158 h 28315"/>
                  <a:gd name="connsiteX1" fmla="*/ 14158 w 28315"/>
                  <a:gd name="connsiteY1" fmla="*/ 28316 h 28315"/>
                  <a:gd name="connsiteX2" fmla="*/ 0 w 28315"/>
                  <a:gd name="connsiteY2" fmla="*/ 14158 h 28315"/>
                  <a:gd name="connsiteX3" fmla="*/ 14158 w 28315"/>
                  <a:gd name="connsiteY3" fmla="*/ 0 h 28315"/>
                  <a:gd name="connsiteX4" fmla="*/ 28316 w 28315"/>
                  <a:gd name="connsiteY4" fmla="*/ 14158 h 2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15" h="28315">
                    <a:moveTo>
                      <a:pt x="28316" y="14158"/>
                    </a:moveTo>
                    <a:cubicBezTo>
                      <a:pt x="28316" y="21977"/>
                      <a:pt x="21977" y="28316"/>
                      <a:pt x="14158" y="28316"/>
                    </a:cubicBezTo>
                    <a:cubicBezTo>
                      <a:pt x="6339" y="28316"/>
                      <a:pt x="0" y="21977"/>
                      <a:pt x="0" y="14158"/>
                    </a:cubicBezTo>
                    <a:cubicBezTo>
                      <a:pt x="0" y="6339"/>
                      <a:pt x="6339" y="0"/>
                      <a:pt x="14158" y="0"/>
                    </a:cubicBezTo>
                    <a:cubicBezTo>
                      <a:pt x="21977" y="0"/>
                      <a:pt x="28316" y="6339"/>
                      <a:pt x="28316" y="1415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9" name="Forme libre : forme 998">
                <a:extLst>
                  <a:ext uri="{FF2B5EF4-FFF2-40B4-BE49-F238E27FC236}">
                    <a16:creationId xmlns:a16="http://schemas.microsoft.com/office/drawing/2014/main" id="{EFB72F80-394D-477A-A116-C8CD3B712FE1}"/>
                  </a:ext>
                </a:extLst>
              </p:cNvPr>
              <p:cNvSpPr/>
              <p:nvPr/>
            </p:nvSpPr>
            <p:spPr>
              <a:xfrm>
                <a:off x="8101832" y="5345839"/>
                <a:ext cx="25048" cy="25048"/>
              </a:xfrm>
              <a:custGeom>
                <a:avLst/>
                <a:gdLst>
                  <a:gd name="connsiteX0" fmla="*/ 25048 w 25048"/>
                  <a:gd name="connsiteY0" fmla="*/ 12524 h 25048"/>
                  <a:gd name="connsiteX1" fmla="*/ 12524 w 25048"/>
                  <a:gd name="connsiteY1" fmla="*/ 25049 h 25048"/>
                  <a:gd name="connsiteX2" fmla="*/ -1 w 25048"/>
                  <a:gd name="connsiteY2" fmla="*/ 12524 h 25048"/>
                  <a:gd name="connsiteX3" fmla="*/ 12524 w 25048"/>
                  <a:gd name="connsiteY3" fmla="*/ 0 h 25048"/>
                  <a:gd name="connsiteX4" fmla="*/ 25048 w 25048"/>
                  <a:gd name="connsiteY4" fmla="*/ 12524 h 25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48" h="25048">
                    <a:moveTo>
                      <a:pt x="25048" y="12524"/>
                    </a:moveTo>
                    <a:cubicBezTo>
                      <a:pt x="25048" y="19441"/>
                      <a:pt x="19441" y="25049"/>
                      <a:pt x="12524" y="25049"/>
                    </a:cubicBezTo>
                    <a:cubicBezTo>
                      <a:pt x="5607" y="25049"/>
                      <a:pt x="-1" y="19441"/>
                      <a:pt x="-1" y="12524"/>
                    </a:cubicBezTo>
                    <a:cubicBezTo>
                      <a:pt x="-1" y="5607"/>
                      <a:pt x="5607" y="0"/>
                      <a:pt x="12524" y="0"/>
                    </a:cubicBezTo>
                    <a:cubicBezTo>
                      <a:pt x="19441" y="0"/>
                      <a:pt x="25048" y="5607"/>
                      <a:pt x="25048" y="12524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0" name="Forme libre : forme 999">
                <a:extLst>
                  <a:ext uri="{FF2B5EF4-FFF2-40B4-BE49-F238E27FC236}">
                    <a16:creationId xmlns:a16="http://schemas.microsoft.com/office/drawing/2014/main" id="{6FA9C7F4-EAF0-4111-8901-94604763C242}"/>
                  </a:ext>
                </a:extLst>
              </p:cNvPr>
              <p:cNvSpPr/>
              <p:nvPr/>
            </p:nvSpPr>
            <p:spPr>
              <a:xfrm>
                <a:off x="8111198" y="5367675"/>
                <a:ext cx="18949" cy="18949"/>
              </a:xfrm>
              <a:custGeom>
                <a:avLst/>
                <a:gdLst>
                  <a:gd name="connsiteX0" fmla="*/ 18950 w 18949"/>
                  <a:gd name="connsiteY0" fmla="*/ 9475 h 18949"/>
                  <a:gd name="connsiteX1" fmla="*/ 9475 w 18949"/>
                  <a:gd name="connsiteY1" fmla="*/ 18950 h 18949"/>
                  <a:gd name="connsiteX2" fmla="*/ 0 w 18949"/>
                  <a:gd name="connsiteY2" fmla="*/ 9475 h 18949"/>
                  <a:gd name="connsiteX3" fmla="*/ 9475 w 18949"/>
                  <a:gd name="connsiteY3" fmla="*/ 0 h 18949"/>
                  <a:gd name="connsiteX4" fmla="*/ 18950 w 18949"/>
                  <a:gd name="connsiteY4" fmla="*/ 9475 h 18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49" h="18949">
                    <a:moveTo>
                      <a:pt x="18950" y="9475"/>
                    </a:moveTo>
                    <a:cubicBezTo>
                      <a:pt x="18950" y="14708"/>
                      <a:pt x="14708" y="18950"/>
                      <a:pt x="9475" y="18950"/>
                    </a:cubicBezTo>
                    <a:cubicBezTo>
                      <a:pt x="4243" y="18950"/>
                      <a:pt x="0" y="14708"/>
                      <a:pt x="0" y="9475"/>
                    </a:cubicBezTo>
                    <a:cubicBezTo>
                      <a:pt x="0" y="4242"/>
                      <a:pt x="4243" y="0"/>
                      <a:pt x="9475" y="0"/>
                    </a:cubicBezTo>
                    <a:cubicBezTo>
                      <a:pt x="14708" y="0"/>
                      <a:pt x="18950" y="4242"/>
                      <a:pt x="18950" y="9475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1" name="Forme libre : forme 1000">
                <a:extLst>
                  <a:ext uri="{FF2B5EF4-FFF2-40B4-BE49-F238E27FC236}">
                    <a16:creationId xmlns:a16="http://schemas.microsoft.com/office/drawing/2014/main" id="{9379B424-17AE-4084-9ADB-D58F05524957}"/>
                  </a:ext>
                </a:extLst>
              </p:cNvPr>
              <p:cNvSpPr/>
              <p:nvPr/>
            </p:nvSpPr>
            <p:spPr>
              <a:xfrm>
                <a:off x="8134777" y="5296504"/>
                <a:ext cx="32454" cy="32454"/>
              </a:xfrm>
              <a:custGeom>
                <a:avLst/>
                <a:gdLst>
                  <a:gd name="connsiteX0" fmla="*/ 32454 w 32454"/>
                  <a:gd name="connsiteY0" fmla="*/ 16227 h 32454"/>
                  <a:gd name="connsiteX1" fmla="*/ 16227 w 32454"/>
                  <a:gd name="connsiteY1" fmla="*/ 32454 h 32454"/>
                  <a:gd name="connsiteX2" fmla="*/ 0 w 32454"/>
                  <a:gd name="connsiteY2" fmla="*/ 16227 h 32454"/>
                  <a:gd name="connsiteX3" fmla="*/ 16227 w 32454"/>
                  <a:gd name="connsiteY3" fmla="*/ 0 h 32454"/>
                  <a:gd name="connsiteX4" fmla="*/ 32454 w 32454"/>
                  <a:gd name="connsiteY4" fmla="*/ 16227 h 3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54" h="32454">
                    <a:moveTo>
                      <a:pt x="32454" y="16227"/>
                    </a:moveTo>
                    <a:cubicBezTo>
                      <a:pt x="32454" y="25189"/>
                      <a:pt x="25189" y="32454"/>
                      <a:pt x="16227" y="32454"/>
                    </a:cubicBezTo>
                    <a:cubicBezTo>
                      <a:pt x="7265" y="32454"/>
                      <a:pt x="0" y="25189"/>
                      <a:pt x="0" y="16227"/>
                    </a:cubicBezTo>
                    <a:cubicBezTo>
                      <a:pt x="0" y="7265"/>
                      <a:pt x="7265" y="0"/>
                      <a:pt x="16227" y="0"/>
                    </a:cubicBezTo>
                    <a:cubicBezTo>
                      <a:pt x="25189" y="0"/>
                      <a:pt x="32454" y="7265"/>
                      <a:pt x="32454" y="16227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2" name="Forme libre : forme 1001">
                <a:extLst>
                  <a:ext uri="{FF2B5EF4-FFF2-40B4-BE49-F238E27FC236}">
                    <a16:creationId xmlns:a16="http://schemas.microsoft.com/office/drawing/2014/main" id="{17DEC1E3-4D6E-4FA1-806B-C03818EBB2D5}"/>
                  </a:ext>
                </a:extLst>
              </p:cNvPr>
              <p:cNvSpPr/>
              <p:nvPr/>
            </p:nvSpPr>
            <p:spPr>
              <a:xfrm>
                <a:off x="8158192" y="5319429"/>
                <a:ext cx="25375" cy="25375"/>
              </a:xfrm>
              <a:custGeom>
                <a:avLst/>
                <a:gdLst>
                  <a:gd name="connsiteX0" fmla="*/ 25375 w 25375"/>
                  <a:gd name="connsiteY0" fmla="*/ 12688 h 25375"/>
                  <a:gd name="connsiteX1" fmla="*/ 12688 w 25375"/>
                  <a:gd name="connsiteY1" fmla="*/ 25375 h 25375"/>
                  <a:gd name="connsiteX2" fmla="*/ 0 w 25375"/>
                  <a:gd name="connsiteY2" fmla="*/ 12688 h 25375"/>
                  <a:gd name="connsiteX3" fmla="*/ 12688 w 25375"/>
                  <a:gd name="connsiteY3" fmla="*/ 0 h 25375"/>
                  <a:gd name="connsiteX4" fmla="*/ 25375 w 25375"/>
                  <a:gd name="connsiteY4" fmla="*/ 12688 h 25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75" h="25375">
                    <a:moveTo>
                      <a:pt x="25375" y="12688"/>
                    </a:moveTo>
                    <a:cubicBezTo>
                      <a:pt x="25375" y="19695"/>
                      <a:pt x="19695" y="25375"/>
                      <a:pt x="12688" y="25375"/>
                    </a:cubicBezTo>
                    <a:cubicBezTo>
                      <a:pt x="5680" y="25375"/>
                      <a:pt x="0" y="19695"/>
                      <a:pt x="0" y="12688"/>
                    </a:cubicBezTo>
                    <a:cubicBezTo>
                      <a:pt x="0" y="5681"/>
                      <a:pt x="5681" y="0"/>
                      <a:pt x="12688" y="0"/>
                    </a:cubicBezTo>
                    <a:cubicBezTo>
                      <a:pt x="19695" y="0"/>
                      <a:pt x="25375" y="5680"/>
                      <a:pt x="25375" y="1268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3" name="Forme libre : forme 1002">
                <a:extLst>
                  <a:ext uri="{FF2B5EF4-FFF2-40B4-BE49-F238E27FC236}">
                    <a16:creationId xmlns:a16="http://schemas.microsoft.com/office/drawing/2014/main" id="{32168AF8-7175-40AF-8A40-2D6856E6BA07}"/>
                  </a:ext>
                </a:extLst>
              </p:cNvPr>
              <p:cNvSpPr/>
              <p:nvPr/>
            </p:nvSpPr>
            <p:spPr>
              <a:xfrm>
                <a:off x="8176325" y="5339414"/>
                <a:ext cx="19603" cy="19603"/>
              </a:xfrm>
              <a:custGeom>
                <a:avLst/>
                <a:gdLst>
                  <a:gd name="connsiteX0" fmla="*/ 19603 w 19603"/>
                  <a:gd name="connsiteY0" fmla="*/ 9802 h 19603"/>
                  <a:gd name="connsiteX1" fmla="*/ 9801 w 19603"/>
                  <a:gd name="connsiteY1" fmla="*/ 19603 h 19603"/>
                  <a:gd name="connsiteX2" fmla="*/ -1 w 19603"/>
                  <a:gd name="connsiteY2" fmla="*/ 9802 h 19603"/>
                  <a:gd name="connsiteX3" fmla="*/ 9801 w 19603"/>
                  <a:gd name="connsiteY3" fmla="*/ 0 h 19603"/>
                  <a:gd name="connsiteX4" fmla="*/ 19603 w 19603"/>
                  <a:gd name="connsiteY4" fmla="*/ 9802 h 19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03" h="19603">
                    <a:moveTo>
                      <a:pt x="19603" y="9802"/>
                    </a:moveTo>
                    <a:cubicBezTo>
                      <a:pt x="19603" y="15215"/>
                      <a:pt x="15215" y="19603"/>
                      <a:pt x="9801" y="19603"/>
                    </a:cubicBezTo>
                    <a:cubicBezTo>
                      <a:pt x="4388" y="19603"/>
                      <a:pt x="-1" y="15215"/>
                      <a:pt x="-1" y="9802"/>
                    </a:cubicBezTo>
                    <a:cubicBezTo>
                      <a:pt x="-1" y="4388"/>
                      <a:pt x="4388" y="0"/>
                      <a:pt x="9801" y="0"/>
                    </a:cubicBezTo>
                    <a:cubicBezTo>
                      <a:pt x="15215" y="0"/>
                      <a:pt x="19603" y="4389"/>
                      <a:pt x="19603" y="9802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4" name="Forme libre : forme 1003">
                <a:extLst>
                  <a:ext uri="{FF2B5EF4-FFF2-40B4-BE49-F238E27FC236}">
                    <a16:creationId xmlns:a16="http://schemas.microsoft.com/office/drawing/2014/main" id="{D04249E0-C3AC-4471-965D-7FF0DDBE2C22}"/>
                  </a:ext>
                </a:extLst>
              </p:cNvPr>
              <p:cNvSpPr/>
              <p:nvPr/>
            </p:nvSpPr>
            <p:spPr>
              <a:xfrm>
                <a:off x="8169028" y="5255119"/>
                <a:ext cx="36266" cy="36266"/>
              </a:xfrm>
              <a:custGeom>
                <a:avLst/>
                <a:gdLst>
                  <a:gd name="connsiteX0" fmla="*/ 36266 w 36266"/>
                  <a:gd name="connsiteY0" fmla="*/ 18133 h 36266"/>
                  <a:gd name="connsiteX1" fmla="*/ 18133 w 36266"/>
                  <a:gd name="connsiteY1" fmla="*/ 36266 h 36266"/>
                  <a:gd name="connsiteX2" fmla="*/ 0 w 36266"/>
                  <a:gd name="connsiteY2" fmla="*/ 18133 h 36266"/>
                  <a:gd name="connsiteX3" fmla="*/ 18133 w 36266"/>
                  <a:gd name="connsiteY3" fmla="*/ 0 h 36266"/>
                  <a:gd name="connsiteX4" fmla="*/ 36266 w 36266"/>
                  <a:gd name="connsiteY4" fmla="*/ 18133 h 36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266" h="36266">
                    <a:moveTo>
                      <a:pt x="36266" y="18133"/>
                    </a:moveTo>
                    <a:cubicBezTo>
                      <a:pt x="36266" y="28148"/>
                      <a:pt x="28148" y="36266"/>
                      <a:pt x="18133" y="36266"/>
                    </a:cubicBezTo>
                    <a:cubicBezTo>
                      <a:pt x="8119" y="36266"/>
                      <a:pt x="0" y="28148"/>
                      <a:pt x="0" y="18133"/>
                    </a:cubicBezTo>
                    <a:cubicBezTo>
                      <a:pt x="0" y="8118"/>
                      <a:pt x="8119" y="0"/>
                      <a:pt x="18133" y="0"/>
                    </a:cubicBezTo>
                    <a:cubicBezTo>
                      <a:pt x="28148" y="0"/>
                      <a:pt x="36266" y="8118"/>
                      <a:pt x="36266" y="1813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5" name="Forme libre : forme 1004">
                <a:extLst>
                  <a:ext uri="{FF2B5EF4-FFF2-40B4-BE49-F238E27FC236}">
                    <a16:creationId xmlns:a16="http://schemas.microsoft.com/office/drawing/2014/main" id="{65E097B6-1DAB-4986-9E9A-A258B0B35326}"/>
                  </a:ext>
                </a:extLst>
              </p:cNvPr>
              <p:cNvSpPr/>
              <p:nvPr/>
            </p:nvSpPr>
            <p:spPr>
              <a:xfrm>
                <a:off x="8198923" y="5273252"/>
                <a:ext cx="24177" cy="24177"/>
              </a:xfrm>
              <a:custGeom>
                <a:avLst/>
                <a:gdLst>
                  <a:gd name="connsiteX0" fmla="*/ 24177 w 24177"/>
                  <a:gd name="connsiteY0" fmla="*/ 12089 h 24177"/>
                  <a:gd name="connsiteX1" fmla="*/ 12089 w 24177"/>
                  <a:gd name="connsiteY1" fmla="*/ 24177 h 24177"/>
                  <a:gd name="connsiteX2" fmla="*/ 0 w 24177"/>
                  <a:gd name="connsiteY2" fmla="*/ 12089 h 24177"/>
                  <a:gd name="connsiteX3" fmla="*/ 12089 w 24177"/>
                  <a:gd name="connsiteY3" fmla="*/ 0 h 24177"/>
                  <a:gd name="connsiteX4" fmla="*/ 24177 w 24177"/>
                  <a:gd name="connsiteY4" fmla="*/ 12089 h 24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77" h="24177">
                    <a:moveTo>
                      <a:pt x="24177" y="12089"/>
                    </a:moveTo>
                    <a:cubicBezTo>
                      <a:pt x="24177" y="18765"/>
                      <a:pt x="18765" y="24177"/>
                      <a:pt x="12089" y="24177"/>
                    </a:cubicBezTo>
                    <a:cubicBezTo>
                      <a:pt x="5412" y="24177"/>
                      <a:pt x="0" y="18765"/>
                      <a:pt x="0" y="12089"/>
                    </a:cubicBezTo>
                    <a:cubicBezTo>
                      <a:pt x="0" y="5412"/>
                      <a:pt x="5412" y="0"/>
                      <a:pt x="12089" y="0"/>
                    </a:cubicBezTo>
                    <a:cubicBezTo>
                      <a:pt x="18765" y="0"/>
                      <a:pt x="24177" y="5413"/>
                      <a:pt x="24177" y="12089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6" name="Forme libre : forme 1005">
                <a:extLst>
                  <a:ext uri="{FF2B5EF4-FFF2-40B4-BE49-F238E27FC236}">
                    <a16:creationId xmlns:a16="http://schemas.microsoft.com/office/drawing/2014/main" id="{77EA7FDF-CA3C-45C0-804F-36D9BAAADAC1}"/>
                  </a:ext>
                </a:extLst>
              </p:cNvPr>
              <p:cNvSpPr/>
              <p:nvPr/>
            </p:nvSpPr>
            <p:spPr>
              <a:xfrm>
                <a:off x="8220487" y="5280930"/>
                <a:ext cx="17425" cy="17425"/>
              </a:xfrm>
              <a:custGeom>
                <a:avLst/>
                <a:gdLst>
                  <a:gd name="connsiteX0" fmla="*/ 17425 w 17425"/>
                  <a:gd name="connsiteY0" fmla="*/ 8713 h 17425"/>
                  <a:gd name="connsiteX1" fmla="*/ 8713 w 17425"/>
                  <a:gd name="connsiteY1" fmla="*/ 17425 h 17425"/>
                  <a:gd name="connsiteX2" fmla="*/ 0 w 17425"/>
                  <a:gd name="connsiteY2" fmla="*/ 8713 h 17425"/>
                  <a:gd name="connsiteX3" fmla="*/ 8713 w 17425"/>
                  <a:gd name="connsiteY3" fmla="*/ 0 h 17425"/>
                  <a:gd name="connsiteX4" fmla="*/ 17425 w 17425"/>
                  <a:gd name="connsiteY4" fmla="*/ 8713 h 17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25" h="17425">
                    <a:moveTo>
                      <a:pt x="17425" y="8713"/>
                    </a:moveTo>
                    <a:cubicBezTo>
                      <a:pt x="17425" y="13524"/>
                      <a:pt x="13524" y="17425"/>
                      <a:pt x="8713" y="17425"/>
                    </a:cubicBezTo>
                    <a:cubicBezTo>
                      <a:pt x="3901" y="17425"/>
                      <a:pt x="0" y="13524"/>
                      <a:pt x="0" y="8713"/>
                    </a:cubicBezTo>
                    <a:cubicBezTo>
                      <a:pt x="0" y="3901"/>
                      <a:pt x="3901" y="0"/>
                      <a:pt x="8713" y="0"/>
                    </a:cubicBezTo>
                    <a:cubicBezTo>
                      <a:pt x="13524" y="0"/>
                      <a:pt x="17425" y="3901"/>
                      <a:pt x="17425" y="871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7" name="Forme libre : forme 1006">
                <a:extLst>
                  <a:ext uri="{FF2B5EF4-FFF2-40B4-BE49-F238E27FC236}">
                    <a16:creationId xmlns:a16="http://schemas.microsoft.com/office/drawing/2014/main" id="{B192A6DA-8AB3-46C4-9906-B593AF05F39A}"/>
                  </a:ext>
                </a:extLst>
              </p:cNvPr>
              <p:cNvSpPr/>
              <p:nvPr/>
            </p:nvSpPr>
            <p:spPr>
              <a:xfrm>
                <a:off x="8217383" y="5165978"/>
                <a:ext cx="31365" cy="31365"/>
              </a:xfrm>
              <a:custGeom>
                <a:avLst/>
                <a:gdLst>
                  <a:gd name="connsiteX0" fmla="*/ 31365 w 31365"/>
                  <a:gd name="connsiteY0" fmla="*/ 15683 h 31365"/>
                  <a:gd name="connsiteX1" fmla="*/ 15682 w 31365"/>
                  <a:gd name="connsiteY1" fmla="*/ 31365 h 31365"/>
                  <a:gd name="connsiteX2" fmla="*/ 0 w 31365"/>
                  <a:gd name="connsiteY2" fmla="*/ 15683 h 31365"/>
                  <a:gd name="connsiteX3" fmla="*/ 15682 w 31365"/>
                  <a:gd name="connsiteY3" fmla="*/ 0 h 31365"/>
                  <a:gd name="connsiteX4" fmla="*/ 31365 w 31365"/>
                  <a:gd name="connsiteY4" fmla="*/ 15683 h 31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365" h="31365">
                    <a:moveTo>
                      <a:pt x="31365" y="15683"/>
                    </a:moveTo>
                    <a:cubicBezTo>
                      <a:pt x="31365" y="24344"/>
                      <a:pt x="24344" y="31365"/>
                      <a:pt x="15682" y="31365"/>
                    </a:cubicBezTo>
                    <a:cubicBezTo>
                      <a:pt x="7021" y="31365"/>
                      <a:pt x="0" y="24344"/>
                      <a:pt x="0" y="15683"/>
                    </a:cubicBezTo>
                    <a:cubicBezTo>
                      <a:pt x="0" y="7021"/>
                      <a:pt x="7021" y="0"/>
                      <a:pt x="15682" y="0"/>
                    </a:cubicBezTo>
                    <a:cubicBezTo>
                      <a:pt x="24344" y="0"/>
                      <a:pt x="31365" y="7021"/>
                      <a:pt x="31365" y="1568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8" name="Forme libre : forme 1007">
                <a:extLst>
                  <a:ext uri="{FF2B5EF4-FFF2-40B4-BE49-F238E27FC236}">
                    <a16:creationId xmlns:a16="http://schemas.microsoft.com/office/drawing/2014/main" id="{F12FDAE5-92AC-4384-ABE9-1772C5A4F98B}"/>
                  </a:ext>
                </a:extLst>
              </p:cNvPr>
              <p:cNvSpPr/>
              <p:nvPr/>
            </p:nvSpPr>
            <p:spPr>
              <a:xfrm>
                <a:off x="8242977" y="5181661"/>
                <a:ext cx="25702" cy="25702"/>
              </a:xfrm>
              <a:custGeom>
                <a:avLst/>
                <a:gdLst>
                  <a:gd name="connsiteX0" fmla="*/ 25702 w 25702"/>
                  <a:gd name="connsiteY0" fmla="*/ 12851 h 25702"/>
                  <a:gd name="connsiteX1" fmla="*/ 12851 w 25702"/>
                  <a:gd name="connsiteY1" fmla="*/ 25702 h 25702"/>
                  <a:gd name="connsiteX2" fmla="*/ 0 w 25702"/>
                  <a:gd name="connsiteY2" fmla="*/ 12851 h 25702"/>
                  <a:gd name="connsiteX3" fmla="*/ 12851 w 25702"/>
                  <a:gd name="connsiteY3" fmla="*/ 0 h 25702"/>
                  <a:gd name="connsiteX4" fmla="*/ 25702 w 25702"/>
                  <a:gd name="connsiteY4" fmla="*/ 12851 h 25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02" h="25702">
                    <a:moveTo>
                      <a:pt x="25702" y="12851"/>
                    </a:moveTo>
                    <a:cubicBezTo>
                      <a:pt x="25702" y="19949"/>
                      <a:pt x="19948" y="25702"/>
                      <a:pt x="12851" y="25702"/>
                    </a:cubicBezTo>
                    <a:cubicBezTo>
                      <a:pt x="5754" y="25702"/>
                      <a:pt x="0" y="19949"/>
                      <a:pt x="0" y="12851"/>
                    </a:cubicBezTo>
                    <a:cubicBezTo>
                      <a:pt x="0" y="5754"/>
                      <a:pt x="5754" y="0"/>
                      <a:pt x="12851" y="0"/>
                    </a:cubicBezTo>
                    <a:cubicBezTo>
                      <a:pt x="19948" y="0"/>
                      <a:pt x="25702" y="5754"/>
                      <a:pt x="25702" y="12851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9" name="Forme libre : forme 1008">
                <a:extLst>
                  <a:ext uri="{FF2B5EF4-FFF2-40B4-BE49-F238E27FC236}">
                    <a16:creationId xmlns:a16="http://schemas.microsoft.com/office/drawing/2014/main" id="{DB4C7EC5-693A-4881-91E2-9B759C7291A1}"/>
                  </a:ext>
                </a:extLst>
              </p:cNvPr>
              <p:cNvSpPr/>
              <p:nvPr/>
            </p:nvSpPr>
            <p:spPr>
              <a:xfrm>
                <a:off x="8264758" y="5181661"/>
                <a:ext cx="19276" cy="19276"/>
              </a:xfrm>
              <a:custGeom>
                <a:avLst/>
                <a:gdLst>
                  <a:gd name="connsiteX0" fmla="*/ 19277 w 19276"/>
                  <a:gd name="connsiteY0" fmla="*/ 9638 h 19276"/>
                  <a:gd name="connsiteX1" fmla="*/ 9639 w 19276"/>
                  <a:gd name="connsiteY1" fmla="*/ 19277 h 19276"/>
                  <a:gd name="connsiteX2" fmla="*/ 0 w 19276"/>
                  <a:gd name="connsiteY2" fmla="*/ 9638 h 19276"/>
                  <a:gd name="connsiteX3" fmla="*/ 9639 w 19276"/>
                  <a:gd name="connsiteY3" fmla="*/ 0 h 19276"/>
                  <a:gd name="connsiteX4" fmla="*/ 19277 w 19276"/>
                  <a:gd name="connsiteY4" fmla="*/ 9638 h 19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76" h="19276">
                    <a:moveTo>
                      <a:pt x="19277" y="9638"/>
                    </a:moveTo>
                    <a:cubicBezTo>
                      <a:pt x="19277" y="14961"/>
                      <a:pt x="14962" y="19277"/>
                      <a:pt x="9639" y="19277"/>
                    </a:cubicBezTo>
                    <a:cubicBezTo>
                      <a:pt x="4315" y="19277"/>
                      <a:pt x="0" y="14961"/>
                      <a:pt x="0" y="9638"/>
                    </a:cubicBezTo>
                    <a:cubicBezTo>
                      <a:pt x="0" y="4315"/>
                      <a:pt x="4315" y="0"/>
                      <a:pt x="9639" y="0"/>
                    </a:cubicBezTo>
                    <a:cubicBezTo>
                      <a:pt x="14962" y="0"/>
                      <a:pt x="19277" y="4315"/>
                      <a:pt x="19277" y="963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0" name="Forme libre : forme 1009">
                <a:extLst>
                  <a:ext uri="{FF2B5EF4-FFF2-40B4-BE49-F238E27FC236}">
                    <a16:creationId xmlns:a16="http://schemas.microsoft.com/office/drawing/2014/main" id="{89E754E2-C615-48C3-93BE-572283CD177C}"/>
                  </a:ext>
                </a:extLst>
              </p:cNvPr>
              <p:cNvSpPr/>
              <p:nvPr/>
            </p:nvSpPr>
            <p:spPr>
              <a:xfrm>
                <a:off x="8210849" y="5023418"/>
                <a:ext cx="19276" cy="19276"/>
              </a:xfrm>
              <a:custGeom>
                <a:avLst/>
                <a:gdLst>
                  <a:gd name="connsiteX0" fmla="*/ 19277 w 19276"/>
                  <a:gd name="connsiteY0" fmla="*/ 9638 h 19276"/>
                  <a:gd name="connsiteX1" fmla="*/ 9638 w 19276"/>
                  <a:gd name="connsiteY1" fmla="*/ 19277 h 19276"/>
                  <a:gd name="connsiteX2" fmla="*/ 0 w 19276"/>
                  <a:gd name="connsiteY2" fmla="*/ 9638 h 19276"/>
                  <a:gd name="connsiteX3" fmla="*/ 9638 w 19276"/>
                  <a:gd name="connsiteY3" fmla="*/ 0 h 19276"/>
                  <a:gd name="connsiteX4" fmla="*/ 19277 w 19276"/>
                  <a:gd name="connsiteY4" fmla="*/ 9638 h 19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76" h="19276">
                    <a:moveTo>
                      <a:pt x="19277" y="9638"/>
                    </a:moveTo>
                    <a:cubicBezTo>
                      <a:pt x="19277" y="14961"/>
                      <a:pt x="14961" y="19277"/>
                      <a:pt x="9638" y="19277"/>
                    </a:cubicBezTo>
                    <a:cubicBezTo>
                      <a:pt x="4315" y="19277"/>
                      <a:pt x="0" y="14961"/>
                      <a:pt x="0" y="9638"/>
                    </a:cubicBezTo>
                    <a:cubicBezTo>
                      <a:pt x="0" y="4315"/>
                      <a:pt x="4315" y="0"/>
                      <a:pt x="9638" y="0"/>
                    </a:cubicBezTo>
                    <a:cubicBezTo>
                      <a:pt x="14961" y="0"/>
                      <a:pt x="19277" y="4315"/>
                      <a:pt x="19277" y="963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1" name="Forme libre : forme 1010">
                <a:extLst>
                  <a:ext uri="{FF2B5EF4-FFF2-40B4-BE49-F238E27FC236}">
                    <a16:creationId xmlns:a16="http://schemas.microsoft.com/office/drawing/2014/main" id="{D041DD2E-F37E-4564-9435-CC62303ADFC8}"/>
                  </a:ext>
                </a:extLst>
              </p:cNvPr>
              <p:cNvSpPr/>
              <p:nvPr/>
            </p:nvSpPr>
            <p:spPr>
              <a:xfrm>
                <a:off x="8184003" y="5125084"/>
                <a:ext cx="30385" cy="30385"/>
              </a:xfrm>
              <a:custGeom>
                <a:avLst/>
                <a:gdLst>
                  <a:gd name="connsiteX0" fmla="*/ 30385 w 30385"/>
                  <a:gd name="connsiteY0" fmla="*/ 15193 h 30385"/>
                  <a:gd name="connsiteX1" fmla="*/ 15192 w 30385"/>
                  <a:gd name="connsiteY1" fmla="*/ 30385 h 30385"/>
                  <a:gd name="connsiteX2" fmla="*/ 0 w 30385"/>
                  <a:gd name="connsiteY2" fmla="*/ 15193 h 30385"/>
                  <a:gd name="connsiteX3" fmla="*/ 15192 w 30385"/>
                  <a:gd name="connsiteY3" fmla="*/ 0 h 30385"/>
                  <a:gd name="connsiteX4" fmla="*/ 30385 w 30385"/>
                  <a:gd name="connsiteY4" fmla="*/ 15193 h 30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385" h="30385">
                    <a:moveTo>
                      <a:pt x="30385" y="15193"/>
                    </a:moveTo>
                    <a:cubicBezTo>
                      <a:pt x="30385" y="23583"/>
                      <a:pt x="23583" y="30385"/>
                      <a:pt x="15192" y="30385"/>
                    </a:cubicBezTo>
                    <a:cubicBezTo>
                      <a:pt x="6802" y="30385"/>
                      <a:pt x="0" y="23583"/>
                      <a:pt x="0" y="15193"/>
                    </a:cubicBezTo>
                    <a:cubicBezTo>
                      <a:pt x="0" y="6802"/>
                      <a:pt x="6802" y="0"/>
                      <a:pt x="15192" y="0"/>
                    </a:cubicBezTo>
                    <a:cubicBezTo>
                      <a:pt x="23583" y="0"/>
                      <a:pt x="30385" y="6802"/>
                      <a:pt x="30385" y="1519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2" name="Forme libre : forme 1011">
                <a:extLst>
                  <a:ext uri="{FF2B5EF4-FFF2-40B4-BE49-F238E27FC236}">
                    <a16:creationId xmlns:a16="http://schemas.microsoft.com/office/drawing/2014/main" id="{E653C446-16EE-4CBC-8A22-2F66E09672E4}"/>
                  </a:ext>
                </a:extLst>
              </p:cNvPr>
              <p:cNvSpPr/>
              <p:nvPr/>
            </p:nvSpPr>
            <p:spPr>
              <a:xfrm>
                <a:off x="8207690" y="5132217"/>
                <a:ext cx="25375" cy="25375"/>
              </a:xfrm>
              <a:custGeom>
                <a:avLst/>
                <a:gdLst>
                  <a:gd name="connsiteX0" fmla="*/ 25375 w 25375"/>
                  <a:gd name="connsiteY0" fmla="*/ 12688 h 25375"/>
                  <a:gd name="connsiteX1" fmla="*/ 12688 w 25375"/>
                  <a:gd name="connsiteY1" fmla="*/ 25375 h 25375"/>
                  <a:gd name="connsiteX2" fmla="*/ 0 w 25375"/>
                  <a:gd name="connsiteY2" fmla="*/ 12688 h 25375"/>
                  <a:gd name="connsiteX3" fmla="*/ 12688 w 25375"/>
                  <a:gd name="connsiteY3" fmla="*/ 0 h 25375"/>
                  <a:gd name="connsiteX4" fmla="*/ 25375 w 25375"/>
                  <a:gd name="connsiteY4" fmla="*/ 12688 h 25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75" h="25375">
                    <a:moveTo>
                      <a:pt x="25375" y="12688"/>
                    </a:moveTo>
                    <a:cubicBezTo>
                      <a:pt x="25375" y="19695"/>
                      <a:pt x="19694" y="25375"/>
                      <a:pt x="12688" y="25375"/>
                    </a:cubicBezTo>
                    <a:cubicBezTo>
                      <a:pt x="5680" y="25375"/>
                      <a:pt x="0" y="19695"/>
                      <a:pt x="0" y="12688"/>
                    </a:cubicBezTo>
                    <a:cubicBezTo>
                      <a:pt x="0" y="5680"/>
                      <a:pt x="5681" y="0"/>
                      <a:pt x="12688" y="0"/>
                    </a:cubicBezTo>
                    <a:cubicBezTo>
                      <a:pt x="19695" y="0"/>
                      <a:pt x="25375" y="5680"/>
                      <a:pt x="25375" y="1268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3" name="Forme libre : forme 1012">
                <a:extLst>
                  <a:ext uri="{FF2B5EF4-FFF2-40B4-BE49-F238E27FC236}">
                    <a16:creationId xmlns:a16="http://schemas.microsoft.com/office/drawing/2014/main" id="{C7D36BEA-37F5-47B5-AD59-1DF93830C331}"/>
                  </a:ext>
                </a:extLst>
              </p:cNvPr>
              <p:cNvSpPr/>
              <p:nvPr/>
            </p:nvSpPr>
            <p:spPr>
              <a:xfrm>
                <a:off x="8231106" y="5135648"/>
                <a:ext cx="23850" cy="23850"/>
              </a:xfrm>
              <a:custGeom>
                <a:avLst/>
                <a:gdLst>
                  <a:gd name="connsiteX0" fmla="*/ 23851 w 23850"/>
                  <a:gd name="connsiteY0" fmla="*/ 11926 h 23850"/>
                  <a:gd name="connsiteX1" fmla="*/ 11926 w 23850"/>
                  <a:gd name="connsiteY1" fmla="*/ 23851 h 23850"/>
                  <a:gd name="connsiteX2" fmla="*/ 0 w 23850"/>
                  <a:gd name="connsiteY2" fmla="*/ 11926 h 23850"/>
                  <a:gd name="connsiteX3" fmla="*/ 11926 w 23850"/>
                  <a:gd name="connsiteY3" fmla="*/ 0 h 23850"/>
                  <a:gd name="connsiteX4" fmla="*/ 23851 w 23850"/>
                  <a:gd name="connsiteY4" fmla="*/ 11926 h 2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50" h="23850">
                    <a:moveTo>
                      <a:pt x="23851" y="11926"/>
                    </a:moveTo>
                    <a:cubicBezTo>
                      <a:pt x="23851" y="18512"/>
                      <a:pt x="18512" y="23851"/>
                      <a:pt x="11926" y="23851"/>
                    </a:cubicBezTo>
                    <a:cubicBezTo>
                      <a:pt x="5339" y="23851"/>
                      <a:pt x="0" y="18512"/>
                      <a:pt x="0" y="11926"/>
                    </a:cubicBezTo>
                    <a:cubicBezTo>
                      <a:pt x="0" y="5339"/>
                      <a:pt x="5339" y="0"/>
                      <a:pt x="11926" y="0"/>
                    </a:cubicBezTo>
                    <a:cubicBezTo>
                      <a:pt x="18512" y="0"/>
                      <a:pt x="23851" y="5339"/>
                      <a:pt x="23851" y="11926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014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714230" y="4897848"/>
                <a:ext cx="569913" cy="494985"/>
                <a:chOff x="7714230" y="4897848"/>
                <a:chExt cx="569913" cy="494985"/>
              </a:xfrm>
              <a:solidFill>
                <a:srgbClr val="C65CAD"/>
              </a:solidFill>
            </p:grpSpPr>
            <p:sp>
              <p:nvSpPr>
                <p:cNvPr id="1015" name="Forme libre : forme 1014">
                  <a:extLst>
                    <a:ext uri="{FF2B5EF4-FFF2-40B4-BE49-F238E27FC236}">
                      <a16:creationId xmlns:a16="http://schemas.microsoft.com/office/drawing/2014/main" id="{7919F28C-962A-4EDC-BDA2-994992207088}"/>
                    </a:ext>
                  </a:extLst>
                </p:cNvPr>
                <p:cNvSpPr/>
                <p:nvPr/>
              </p:nvSpPr>
              <p:spPr>
                <a:xfrm>
                  <a:off x="7756867" y="5203987"/>
                  <a:ext cx="178547" cy="116313"/>
                </a:xfrm>
                <a:custGeom>
                  <a:avLst/>
                  <a:gdLst>
                    <a:gd name="connsiteX0" fmla="*/ 160312 w 178547"/>
                    <a:gd name="connsiteY0" fmla="*/ 10782 h 116313"/>
                    <a:gd name="connsiteX1" fmla="*/ 149313 w 178547"/>
                    <a:gd name="connsiteY1" fmla="*/ 22054 h 116313"/>
                    <a:gd name="connsiteX2" fmla="*/ 140926 w 178547"/>
                    <a:gd name="connsiteY2" fmla="*/ 31093 h 116313"/>
                    <a:gd name="connsiteX3" fmla="*/ 137823 w 178547"/>
                    <a:gd name="connsiteY3" fmla="*/ 34469 h 116313"/>
                    <a:gd name="connsiteX4" fmla="*/ 136353 w 178547"/>
                    <a:gd name="connsiteY4" fmla="*/ 35939 h 116313"/>
                    <a:gd name="connsiteX5" fmla="*/ 125462 w 178547"/>
                    <a:gd name="connsiteY5" fmla="*/ 46667 h 116313"/>
                    <a:gd name="connsiteX6" fmla="*/ 121051 w 178547"/>
                    <a:gd name="connsiteY6" fmla="*/ 50860 h 116313"/>
                    <a:gd name="connsiteX7" fmla="*/ 111848 w 178547"/>
                    <a:gd name="connsiteY7" fmla="*/ 59246 h 116313"/>
                    <a:gd name="connsiteX8" fmla="*/ 96492 w 178547"/>
                    <a:gd name="connsiteY8" fmla="*/ 66651 h 116313"/>
                    <a:gd name="connsiteX9" fmla="*/ 86582 w 178547"/>
                    <a:gd name="connsiteY9" fmla="*/ 67632 h 116313"/>
                    <a:gd name="connsiteX10" fmla="*/ 79884 w 178547"/>
                    <a:gd name="connsiteY10" fmla="*/ 67250 h 116313"/>
                    <a:gd name="connsiteX11" fmla="*/ 72750 w 178547"/>
                    <a:gd name="connsiteY11" fmla="*/ 66216 h 116313"/>
                    <a:gd name="connsiteX12" fmla="*/ 66325 w 178547"/>
                    <a:gd name="connsiteY12" fmla="*/ 65127 h 116313"/>
                    <a:gd name="connsiteX13" fmla="*/ 67305 w 178547"/>
                    <a:gd name="connsiteY13" fmla="*/ 63711 h 116313"/>
                    <a:gd name="connsiteX14" fmla="*/ 75745 w 178547"/>
                    <a:gd name="connsiteY14" fmla="*/ 54998 h 116313"/>
                    <a:gd name="connsiteX15" fmla="*/ 87453 w 178547"/>
                    <a:gd name="connsiteY15" fmla="*/ 47102 h 116313"/>
                    <a:gd name="connsiteX16" fmla="*/ 89468 w 178547"/>
                    <a:gd name="connsiteY16" fmla="*/ 45850 h 116313"/>
                    <a:gd name="connsiteX17" fmla="*/ 100849 w 178547"/>
                    <a:gd name="connsiteY17" fmla="*/ 40622 h 116313"/>
                    <a:gd name="connsiteX18" fmla="*/ 116368 w 178547"/>
                    <a:gd name="connsiteY18" fmla="*/ 34360 h 116313"/>
                    <a:gd name="connsiteX19" fmla="*/ 129437 w 178547"/>
                    <a:gd name="connsiteY19" fmla="*/ 26900 h 116313"/>
                    <a:gd name="connsiteX20" fmla="*/ 130853 w 178547"/>
                    <a:gd name="connsiteY20" fmla="*/ 26029 h 116313"/>
                    <a:gd name="connsiteX21" fmla="*/ 135046 w 178547"/>
                    <a:gd name="connsiteY21" fmla="*/ 23687 h 116313"/>
                    <a:gd name="connsiteX22" fmla="*/ 145882 w 178547"/>
                    <a:gd name="connsiteY22" fmla="*/ 17643 h 116313"/>
                    <a:gd name="connsiteX23" fmla="*/ 160312 w 178547"/>
                    <a:gd name="connsiteY23" fmla="*/ 10782 h 116313"/>
                    <a:gd name="connsiteX24" fmla="*/ 54127 w 178547"/>
                    <a:gd name="connsiteY24" fmla="*/ 63820 h 116313"/>
                    <a:gd name="connsiteX25" fmla="*/ 60226 w 178547"/>
                    <a:gd name="connsiteY25" fmla="*/ 65399 h 116313"/>
                    <a:gd name="connsiteX26" fmla="*/ 64528 w 178547"/>
                    <a:gd name="connsiteY26" fmla="*/ 67686 h 116313"/>
                    <a:gd name="connsiteX27" fmla="*/ 64855 w 178547"/>
                    <a:gd name="connsiteY27" fmla="*/ 67250 h 116313"/>
                    <a:gd name="connsiteX28" fmla="*/ 66651 w 178547"/>
                    <a:gd name="connsiteY28" fmla="*/ 73186 h 116313"/>
                    <a:gd name="connsiteX29" fmla="*/ 67305 w 178547"/>
                    <a:gd name="connsiteY29" fmla="*/ 76998 h 116313"/>
                    <a:gd name="connsiteX30" fmla="*/ 54181 w 178547"/>
                    <a:gd name="connsiteY30" fmla="*/ 90121 h 116313"/>
                    <a:gd name="connsiteX31" fmla="*/ 44544 w 178547"/>
                    <a:gd name="connsiteY31" fmla="*/ 85819 h 116313"/>
                    <a:gd name="connsiteX32" fmla="*/ 42692 w 178547"/>
                    <a:gd name="connsiteY32" fmla="*/ 83859 h 116313"/>
                    <a:gd name="connsiteX33" fmla="*/ 41766 w 178547"/>
                    <a:gd name="connsiteY33" fmla="*/ 81190 h 116313"/>
                    <a:gd name="connsiteX34" fmla="*/ 41004 w 178547"/>
                    <a:gd name="connsiteY34" fmla="*/ 76998 h 116313"/>
                    <a:gd name="connsiteX35" fmla="*/ 54127 w 178547"/>
                    <a:gd name="connsiteY35" fmla="*/ 63820 h 116313"/>
                    <a:gd name="connsiteX36" fmla="*/ 27281 w 178547"/>
                    <a:gd name="connsiteY36" fmla="*/ 84676 h 116313"/>
                    <a:gd name="connsiteX37" fmla="*/ 32945 w 178547"/>
                    <a:gd name="connsiteY37" fmla="*/ 86963 h 116313"/>
                    <a:gd name="connsiteX38" fmla="*/ 34687 w 178547"/>
                    <a:gd name="connsiteY38" fmla="*/ 88596 h 116313"/>
                    <a:gd name="connsiteX39" fmla="*/ 35286 w 178547"/>
                    <a:gd name="connsiteY39" fmla="*/ 90938 h 116313"/>
                    <a:gd name="connsiteX40" fmla="*/ 35613 w 178547"/>
                    <a:gd name="connsiteY40" fmla="*/ 93007 h 116313"/>
                    <a:gd name="connsiteX41" fmla="*/ 27336 w 178547"/>
                    <a:gd name="connsiteY41" fmla="*/ 101284 h 116313"/>
                    <a:gd name="connsiteX42" fmla="*/ 23361 w 178547"/>
                    <a:gd name="connsiteY42" fmla="*/ 100195 h 116313"/>
                    <a:gd name="connsiteX43" fmla="*/ 20202 w 178547"/>
                    <a:gd name="connsiteY43" fmla="*/ 98452 h 116313"/>
                    <a:gd name="connsiteX44" fmla="*/ 19331 w 178547"/>
                    <a:gd name="connsiteY44" fmla="*/ 94967 h 116313"/>
                    <a:gd name="connsiteX45" fmla="*/ 19059 w 178547"/>
                    <a:gd name="connsiteY45" fmla="*/ 92953 h 116313"/>
                    <a:gd name="connsiteX46" fmla="*/ 27281 w 178547"/>
                    <a:gd name="connsiteY46" fmla="*/ 84676 h 116313"/>
                    <a:gd name="connsiteX47" fmla="*/ 10346 w 178547"/>
                    <a:gd name="connsiteY47" fmla="*/ 101012 h 116313"/>
                    <a:gd name="connsiteX48" fmla="*/ 12089 w 178547"/>
                    <a:gd name="connsiteY48" fmla="*/ 101338 h 116313"/>
                    <a:gd name="connsiteX49" fmla="*/ 14975 w 178547"/>
                    <a:gd name="connsiteY49" fmla="*/ 102428 h 116313"/>
                    <a:gd name="connsiteX50" fmla="*/ 15302 w 178547"/>
                    <a:gd name="connsiteY50" fmla="*/ 105477 h 116313"/>
                    <a:gd name="connsiteX51" fmla="*/ 15356 w 178547"/>
                    <a:gd name="connsiteY51" fmla="*/ 105967 h 116313"/>
                    <a:gd name="connsiteX52" fmla="*/ 10401 w 178547"/>
                    <a:gd name="connsiteY52" fmla="*/ 110922 h 116313"/>
                    <a:gd name="connsiteX53" fmla="*/ 5445 w 178547"/>
                    <a:gd name="connsiteY53" fmla="*/ 105967 h 116313"/>
                    <a:gd name="connsiteX54" fmla="*/ 10346 w 178547"/>
                    <a:gd name="connsiteY54" fmla="*/ 101012 h 116313"/>
                    <a:gd name="connsiteX55" fmla="*/ 176811 w 178547"/>
                    <a:gd name="connsiteY55" fmla="*/ 0 h 116313"/>
                    <a:gd name="connsiteX56" fmla="*/ 176485 w 178547"/>
                    <a:gd name="connsiteY56" fmla="*/ 55 h 116313"/>
                    <a:gd name="connsiteX57" fmla="*/ 143377 w 178547"/>
                    <a:gd name="connsiteY57" fmla="*/ 12797 h 116313"/>
                    <a:gd name="connsiteX58" fmla="*/ 128184 w 178547"/>
                    <a:gd name="connsiteY58" fmla="*/ 21237 h 116313"/>
                    <a:gd name="connsiteX59" fmla="*/ 113809 w 178547"/>
                    <a:gd name="connsiteY59" fmla="*/ 29514 h 116313"/>
                    <a:gd name="connsiteX60" fmla="*/ 99269 w 178547"/>
                    <a:gd name="connsiteY60" fmla="*/ 35340 h 116313"/>
                    <a:gd name="connsiteX61" fmla="*/ 86418 w 178547"/>
                    <a:gd name="connsiteY61" fmla="*/ 41276 h 116313"/>
                    <a:gd name="connsiteX62" fmla="*/ 72369 w 178547"/>
                    <a:gd name="connsiteY62" fmla="*/ 50642 h 116313"/>
                    <a:gd name="connsiteX63" fmla="*/ 62785 w 178547"/>
                    <a:gd name="connsiteY63" fmla="*/ 60607 h 116313"/>
                    <a:gd name="connsiteX64" fmla="*/ 54127 w 178547"/>
                    <a:gd name="connsiteY64" fmla="*/ 58374 h 116313"/>
                    <a:gd name="connsiteX65" fmla="*/ 35558 w 178547"/>
                    <a:gd name="connsiteY65" fmla="*/ 76943 h 116313"/>
                    <a:gd name="connsiteX66" fmla="*/ 36647 w 178547"/>
                    <a:gd name="connsiteY66" fmla="*/ 82933 h 116313"/>
                    <a:gd name="connsiteX67" fmla="*/ 27281 w 178547"/>
                    <a:gd name="connsiteY67" fmla="*/ 79176 h 116313"/>
                    <a:gd name="connsiteX68" fmla="*/ 13559 w 178547"/>
                    <a:gd name="connsiteY68" fmla="*/ 92898 h 116313"/>
                    <a:gd name="connsiteX69" fmla="*/ 13994 w 178547"/>
                    <a:gd name="connsiteY69" fmla="*/ 96220 h 116313"/>
                    <a:gd name="connsiteX70" fmla="*/ 10401 w 178547"/>
                    <a:gd name="connsiteY70" fmla="*/ 95512 h 116313"/>
                    <a:gd name="connsiteX71" fmla="*/ 0 w 178547"/>
                    <a:gd name="connsiteY71" fmla="*/ 105913 h 116313"/>
                    <a:gd name="connsiteX72" fmla="*/ 10401 w 178547"/>
                    <a:gd name="connsiteY72" fmla="*/ 116313 h 116313"/>
                    <a:gd name="connsiteX73" fmla="*/ 20801 w 178547"/>
                    <a:gd name="connsiteY73" fmla="*/ 105913 h 116313"/>
                    <a:gd name="connsiteX74" fmla="*/ 20693 w 178547"/>
                    <a:gd name="connsiteY74" fmla="*/ 104878 h 116313"/>
                    <a:gd name="connsiteX75" fmla="*/ 27281 w 178547"/>
                    <a:gd name="connsiteY75" fmla="*/ 106620 h 116313"/>
                    <a:gd name="connsiteX76" fmla="*/ 41004 w 178547"/>
                    <a:gd name="connsiteY76" fmla="*/ 92898 h 116313"/>
                    <a:gd name="connsiteX77" fmla="*/ 40514 w 178547"/>
                    <a:gd name="connsiteY77" fmla="*/ 89468 h 116313"/>
                    <a:gd name="connsiteX78" fmla="*/ 54127 w 178547"/>
                    <a:gd name="connsiteY78" fmla="*/ 95512 h 116313"/>
                    <a:gd name="connsiteX79" fmla="*/ 72696 w 178547"/>
                    <a:gd name="connsiteY79" fmla="*/ 76943 h 116313"/>
                    <a:gd name="connsiteX80" fmla="*/ 71825 w 178547"/>
                    <a:gd name="connsiteY80" fmla="*/ 71552 h 116313"/>
                    <a:gd name="connsiteX81" fmla="*/ 79285 w 178547"/>
                    <a:gd name="connsiteY81" fmla="*/ 72641 h 116313"/>
                    <a:gd name="connsiteX82" fmla="*/ 86582 w 178547"/>
                    <a:gd name="connsiteY82" fmla="*/ 73022 h 116313"/>
                    <a:gd name="connsiteX83" fmla="*/ 97636 w 178547"/>
                    <a:gd name="connsiteY83" fmla="*/ 71879 h 116313"/>
                    <a:gd name="connsiteX84" fmla="*/ 115388 w 178547"/>
                    <a:gd name="connsiteY84" fmla="*/ 63275 h 116313"/>
                    <a:gd name="connsiteX85" fmla="*/ 129219 w 178547"/>
                    <a:gd name="connsiteY85" fmla="*/ 50533 h 116313"/>
                    <a:gd name="connsiteX86" fmla="*/ 141743 w 178547"/>
                    <a:gd name="connsiteY86" fmla="*/ 38172 h 116313"/>
                    <a:gd name="connsiteX87" fmla="*/ 153288 w 178547"/>
                    <a:gd name="connsiteY87" fmla="*/ 25702 h 116313"/>
                    <a:gd name="connsiteX88" fmla="*/ 177846 w 178547"/>
                    <a:gd name="connsiteY88" fmla="*/ 2940 h 116313"/>
                    <a:gd name="connsiteX89" fmla="*/ 177901 w 178547"/>
                    <a:gd name="connsiteY89" fmla="*/ 2886 h 116313"/>
                    <a:gd name="connsiteX90" fmla="*/ 178500 w 178547"/>
                    <a:gd name="connsiteY90" fmla="*/ 1252 h 116313"/>
                    <a:gd name="connsiteX91" fmla="*/ 176811 w 178547"/>
                    <a:gd name="connsiteY91" fmla="*/ 0 h 116313"/>
                    <a:gd name="connsiteX92" fmla="*/ 176811 w 178547"/>
                    <a:gd name="connsiteY92" fmla="*/ 0 h 116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</a:cxnLst>
                  <a:rect l="l" t="t" r="r" b="b"/>
                  <a:pathLst>
                    <a:path w="178547" h="116313">
                      <a:moveTo>
                        <a:pt x="160312" y="10782"/>
                      </a:moveTo>
                      <a:cubicBezTo>
                        <a:pt x="156664" y="14212"/>
                        <a:pt x="153015" y="17970"/>
                        <a:pt x="149313" y="22054"/>
                      </a:cubicBezTo>
                      <a:cubicBezTo>
                        <a:pt x="146535" y="24994"/>
                        <a:pt x="143704" y="27989"/>
                        <a:pt x="140926" y="31093"/>
                      </a:cubicBezTo>
                      <a:lnTo>
                        <a:pt x="137823" y="34469"/>
                      </a:lnTo>
                      <a:lnTo>
                        <a:pt x="136353" y="35939"/>
                      </a:lnTo>
                      <a:cubicBezTo>
                        <a:pt x="132867" y="39479"/>
                        <a:pt x="129273" y="43127"/>
                        <a:pt x="125462" y="46667"/>
                      </a:cubicBezTo>
                      <a:cubicBezTo>
                        <a:pt x="123991" y="48028"/>
                        <a:pt x="122521" y="49444"/>
                        <a:pt x="121051" y="50860"/>
                      </a:cubicBezTo>
                      <a:cubicBezTo>
                        <a:pt x="118164" y="53637"/>
                        <a:pt x="115115" y="56578"/>
                        <a:pt x="111848" y="59246"/>
                      </a:cubicBezTo>
                      <a:cubicBezTo>
                        <a:pt x="107710" y="62731"/>
                        <a:pt x="102373" y="65290"/>
                        <a:pt x="96492" y="66651"/>
                      </a:cubicBezTo>
                      <a:cubicBezTo>
                        <a:pt x="93279" y="67305"/>
                        <a:pt x="90012" y="67632"/>
                        <a:pt x="86582" y="67632"/>
                      </a:cubicBezTo>
                      <a:cubicBezTo>
                        <a:pt x="84512" y="67632"/>
                        <a:pt x="82280" y="67523"/>
                        <a:pt x="79884" y="67250"/>
                      </a:cubicBezTo>
                      <a:cubicBezTo>
                        <a:pt x="77379" y="66978"/>
                        <a:pt x="74983" y="66597"/>
                        <a:pt x="72750" y="66216"/>
                      </a:cubicBezTo>
                      <a:lnTo>
                        <a:pt x="66325" y="65127"/>
                      </a:lnTo>
                      <a:lnTo>
                        <a:pt x="67305" y="63711"/>
                      </a:lnTo>
                      <a:cubicBezTo>
                        <a:pt x="69320" y="60770"/>
                        <a:pt x="72097" y="57884"/>
                        <a:pt x="75745" y="54998"/>
                      </a:cubicBezTo>
                      <a:cubicBezTo>
                        <a:pt x="79829" y="51786"/>
                        <a:pt x="83913" y="49281"/>
                        <a:pt x="87453" y="47102"/>
                      </a:cubicBezTo>
                      <a:lnTo>
                        <a:pt x="89468" y="45850"/>
                      </a:lnTo>
                      <a:cubicBezTo>
                        <a:pt x="92844" y="43563"/>
                        <a:pt x="96546" y="42093"/>
                        <a:pt x="100849" y="40622"/>
                      </a:cubicBezTo>
                      <a:cubicBezTo>
                        <a:pt x="107056" y="38771"/>
                        <a:pt x="112011" y="36756"/>
                        <a:pt x="116368" y="34360"/>
                      </a:cubicBezTo>
                      <a:cubicBezTo>
                        <a:pt x="120724" y="32073"/>
                        <a:pt x="125189" y="29405"/>
                        <a:pt x="129437" y="26900"/>
                      </a:cubicBezTo>
                      <a:lnTo>
                        <a:pt x="130853" y="26029"/>
                      </a:lnTo>
                      <a:lnTo>
                        <a:pt x="135046" y="23687"/>
                      </a:lnTo>
                      <a:cubicBezTo>
                        <a:pt x="138639" y="21673"/>
                        <a:pt x="142233" y="19658"/>
                        <a:pt x="145882" y="17643"/>
                      </a:cubicBezTo>
                      <a:cubicBezTo>
                        <a:pt x="151164" y="14866"/>
                        <a:pt x="155901" y="12633"/>
                        <a:pt x="160312" y="10782"/>
                      </a:cubicBezTo>
                      <a:moveTo>
                        <a:pt x="54127" y="63820"/>
                      </a:moveTo>
                      <a:cubicBezTo>
                        <a:pt x="56196" y="63820"/>
                        <a:pt x="58211" y="64364"/>
                        <a:pt x="60226" y="65399"/>
                      </a:cubicBezTo>
                      <a:lnTo>
                        <a:pt x="64528" y="67686"/>
                      </a:lnTo>
                      <a:lnTo>
                        <a:pt x="64855" y="67250"/>
                      </a:lnTo>
                      <a:lnTo>
                        <a:pt x="66651" y="73186"/>
                      </a:lnTo>
                      <a:cubicBezTo>
                        <a:pt x="67087" y="74656"/>
                        <a:pt x="67305" y="75854"/>
                        <a:pt x="67305" y="76998"/>
                      </a:cubicBezTo>
                      <a:cubicBezTo>
                        <a:pt x="67305" y="84240"/>
                        <a:pt x="61424" y="90121"/>
                        <a:pt x="54181" y="90121"/>
                      </a:cubicBezTo>
                      <a:cubicBezTo>
                        <a:pt x="50533" y="90121"/>
                        <a:pt x="47103" y="88596"/>
                        <a:pt x="44544" y="85819"/>
                      </a:cubicBezTo>
                      <a:lnTo>
                        <a:pt x="42692" y="83859"/>
                      </a:lnTo>
                      <a:lnTo>
                        <a:pt x="41766" y="81190"/>
                      </a:lnTo>
                      <a:cubicBezTo>
                        <a:pt x="41221" y="79666"/>
                        <a:pt x="41004" y="78305"/>
                        <a:pt x="41004" y="76998"/>
                      </a:cubicBezTo>
                      <a:cubicBezTo>
                        <a:pt x="41004" y="69755"/>
                        <a:pt x="46885" y="63820"/>
                        <a:pt x="54127" y="63820"/>
                      </a:cubicBezTo>
                      <a:moveTo>
                        <a:pt x="27281" y="84676"/>
                      </a:moveTo>
                      <a:cubicBezTo>
                        <a:pt x="29351" y="84676"/>
                        <a:pt x="31365" y="85493"/>
                        <a:pt x="32945" y="86963"/>
                      </a:cubicBezTo>
                      <a:lnTo>
                        <a:pt x="34687" y="88596"/>
                      </a:lnTo>
                      <a:lnTo>
                        <a:pt x="35286" y="90938"/>
                      </a:lnTo>
                      <a:cubicBezTo>
                        <a:pt x="35504" y="91755"/>
                        <a:pt x="35613" y="92408"/>
                        <a:pt x="35613" y="93007"/>
                      </a:cubicBezTo>
                      <a:cubicBezTo>
                        <a:pt x="35613" y="97581"/>
                        <a:pt x="31910" y="101284"/>
                        <a:pt x="27336" y="101284"/>
                      </a:cubicBezTo>
                      <a:cubicBezTo>
                        <a:pt x="26029" y="101284"/>
                        <a:pt x="24668" y="100903"/>
                        <a:pt x="23361" y="100195"/>
                      </a:cubicBezTo>
                      <a:lnTo>
                        <a:pt x="20202" y="98452"/>
                      </a:lnTo>
                      <a:lnTo>
                        <a:pt x="19331" y="94967"/>
                      </a:lnTo>
                      <a:cubicBezTo>
                        <a:pt x="19113" y="94205"/>
                        <a:pt x="19059" y="93552"/>
                        <a:pt x="19059" y="92953"/>
                      </a:cubicBezTo>
                      <a:cubicBezTo>
                        <a:pt x="18950" y="88378"/>
                        <a:pt x="22707" y="84676"/>
                        <a:pt x="27281" y="84676"/>
                      </a:cubicBezTo>
                      <a:moveTo>
                        <a:pt x="10346" y="101012"/>
                      </a:moveTo>
                      <a:cubicBezTo>
                        <a:pt x="10891" y="101012"/>
                        <a:pt x="11435" y="101121"/>
                        <a:pt x="12089" y="101338"/>
                      </a:cubicBezTo>
                      <a:lnTo>
                        <a:pt x="14975" y="102428"/>
                      </a:lnTo>
                      <a:lnTo>
                        <a:pt x="15302" y="105477"/>
                      </a:lnTo>
                      <a:lnTo>
                        <a:pt x="15356" y="105967"/>
                      </a:lnTo>
                      <a:cubicBezTo>
                        <a:pt x="15356" y="108690"/>
                        <a:pt x="13124" y="110922"/>
                        <a:pt x="10401" y="110922"/>
                      </a:cubicBezTo>
                      <a:cubicBezTo>
                        <a:pt x="7678" y="110922"/>
                        <a:pt x="5445" y="108690"/>
                        <a:pt x="5445" y="105967"/>
                      </a:cubicBezTo>
                      <a:cubicBezTo>
                        <a:pt x="5391" y="103244"/>
                        <a:pt x="7624" y="101012"/>
                        <a:pt x="10346" y="101012"/>
                      </a:cubicBezTo>
                      <a:moveTo>
                        <a:pt x="176811" y="0"/>
                      </a:moveTo>
                      <a:cubicBezTo>
                        <a:pt x="176702" y="0"/>
                        <a:pt x="176594" y="0"/>
                        <a:pt x="176485" y="55"/>
                      </a:cubicBezTo>
                      <a:cubicBezTo>
                        <a:pt x="164941" y="2396"/>
                        <a:pt x="153777" y="7351"/>
                        <a:pt x="143377" y="12797"/>
                      </a:cubicBezTo>
                      <a:cubicBezTo>
                        <a:pt x="138204" y="15574"/>
                        <a:pt x="133194" y="18460"/>
                        <a:pt x="128184" y="21237"/>
                      </a:cubicBezTo>
                      <a:cubicBezTo>
                        <a:pt x="123338" y="24123"/>
                        <a:pt x="118546" y="27009"/>
                        <a:pt x="113809" y="29514"/>
                      </a:cubicBezTo>
                      <a:cubicBezTo>
                        <a:pt x="109071" y="32073"/>
                        <a:pt x="104061" y="33925"/>
                        <a:pt x="99269" y="35340"/>
                      </a:cubicBezTo>
                      <a:cubicBezTo>
                        <a:pt x="94477" y="36974"/>
                        <a:pt x="90339" y="38662"/>
                        <a:pt x="86418" y="41276"/>
                      </a:cubicBezTo>
                      <a:cubicBezTo>
                        <a:pt x="82443" y="43781"/>
                        <a:pt x="77488" y="46667"/>
                        <a:pt x="72369" y="50642"/>
                      </a:cubicBezTo>
                      <a:cubicBezTo>
                        <a:pt x="68993" y="53365"/>
                        <a:pt x="65563" y="56632"/>
                        <a:pt x="62785" y="60607"/>
                      </a:cubicBezTo>
                      <a:cubicBezTo>
                        <a:pt x="60172" y="59246"/>
                        <a:pt x="57286" y="58374"/>
                        <a:pt x="54127" y="58374"/>
                      </a:cubicBezTo>
                      <a:cubicBezTo>
                        <a:pt x="43890" y="58374"/>
                        <a:pt x="35558" y="66706"/>
                        <a:pt x="35558" y="76943"/>
                      </a:cubicBezTo>
                      <a:cubicBezTo>
                        <a:pt x="35558" y="79067"/>
                        <a:pt x="35994" y="81027"/>
                        <a:pt x="36647" y="82933"/>
                      </a:cubicBezTo>
                      <a:cubicBezTo>
                        <a:pt x="34197" y="80646"/>
                        <a:pt x="30930" y="79176"/>
                        <a:pt x="27281" y="79176"/>
                      </a:cubicBezTo>
                      <a:cubicBezTo>
                        <a:pt x="19712" y="79176"/>
                        <a:pt x="13559" y="85329"/>
                        <a:pt x="13559" y="92898"/>
                      </a:cubicBezTo>
                      <a:cubicBezTo>
                        <a:pt x="13559" y="94042"/>
                        <a:pt x="13722" y="95131"/>
                        <a:pt x="13994" y="96220"/>
                      </a:cubicBezTo>
                      <a:cubicBezTo>
                        <a:pt x="12851" y="95784"/>
                        <a:pt x="11653" y="95512"/>
                        <a:pt x="10401" y="95512"/>
                      </a:cubicBezTo>
                      <a:cubicBezTo>
                        <a:pt x="4628" y="95512"/>
                        <a:pt x="0" y="100195"/>
                        <a:pt x="0" y="105913"/>
                      </a:cubicBezTo>
                      <a:cubicBezTo>
                        <a:pt x="0" y="111685"/>
                        <a:pt x="4683" y="116313"/>
                        <a:pt x="10401" y="116313"/>
                      </a:cubicBezTo>
                      <a:cubicBezTo>
                        <a:pt x="16118" y="116313"/>
                        <a:pt x="20801" y="111630"/>
                        <a:pt x="20801" y="105913"/>
                      </a:cubicBezTo>
                      <a:cubicBezTo>
                        <a:pt x="20801" y="105532"/>
                        <a:pt x="20747" y="105205"/>
                        <a:pt x="20693" y="104878"/>
                      </a:cubicBezTo>
                      <a:cubicBezTo>
                        <a:pt x="22653" y="105967"/>
                        <a:pt x="24885" y="106620"/>
                        <a:pt x="27281" y="106620"/>
                      </a:cubicBezTo>
                      <a:cubicBezTo>
                        <a:pt x="34851" y="106620"/>
                        <a:pt x="41004" y="100467"/>
                        <a:pt x="41004" y="92898"/>
                      </a:cubicBezTo>
                      <a:cubicBezTo>
                        <a:pt x="41004" y="91700"/>
                        <a:pt x="40786" y="90557"/>
                        <a:pt x="40514" y="89468"/>
                      </a:cubicBezTo>
                      <a:cubicBezTo>
                        <a:pt x="43890" y="93170"/>
                        <a:pt x="48736" y="95512"/>
                        <a:pt x="54127" y="95512"/>
                      </a:cubicBezTo>
                      <a:cubicBezTo>
                        <a:pt x="64364" y="95512"/>
                        <a:pt x="72696" y="87181"/>
                        <a:pt x="72696" y="76943"/>
                      </a:cubicBezTo>
                      <a:cubicBezTo>
                        <a:pt x="72696" y="75037"/>
                        <a:pt x="72315" y="73295"/>
                        <a:pt x="71825" y="71552"/>
                      </a:cubicBezTo>
                      <a:cubicBezTo>
                        <a:pt x="74330" y="71988"/>
                        <a:pt x="76780" y="72369"/>
                        <a:pt x="79285" y="72641"/>
                      </a:cubicBezTo>
                      <a:cubicBezTo>
                        <a:pt x="81626" y="72859"/>
                        <a:pt x="84077" y="73022"/>
                        <a:pt x="86582" y="73022"/>
                      </a:cubicBezTo>
                      <a:cubicBezTo>
                        <a:pt x="90067" y="73022"/>
                        <a:pt x="93715" y="72696"/>
                        <a:pt x="97636" y="71879"/>
                      </a:cubicBezTo>
                      <a:cubicBezTo>
                        <a:pt x="104225" y="70354"/>
                        <a:pt x="110432" y="67468"/>
                        <a:pt x="115388" y="63275"/>
                      </a:cubicBezTo>
                      <a:cubicBezTo>
                        <a:pt x="120452" y="59137"/>
                        <a:pt x="124808" y="54617"/>
                        <a:pt x="129219" y="50533"/>
                      </a:cubicBezTo>
                      <a:cubicBezTo>
                        <a:pt x="133684" y="46449"/>
                        <a:pt x="137714" y="42256"/>
                        <a:pt x="141743" y="38172"/>
                      </a:cubicBezTo>
                      <a:cubicBezTo>
                        <a:pt x="145609" y="33979"/>
                        <a:pt x="149422" y="29732"/>
                        <a:pt x="153288" y="25702"/>
                      </a:cubicBezTo>
                      <a:cubicBezTo>
                        <a:pt x="160857" y="17425"/>
                        <a:pt x="168752" y="9856"/>
                        <a:pt x="177846" y="2940"/>
                      </a:cubicBezTo>
                      <a:lnTo>
                        <a:pt x="177901" y="2886"/>
                      </a:lnTo>
                      <a:cubicBezTo>
                        <a:pt x="178391" y="2505"/>
                        <a:pt x="178663" y="1851"/>
                        <a:pt x="178500" y="1252"/>
                      </a:cubicBezTo>
                      <a:cubicBezTo>
                        <a:pt x="178282" y="544"/>
                        <a:pt x="177574" y="0"/>
                        <a:pt x="176811" y="0"/>
                      </a:cubicBezTo>
                      <a:lnTo>
                        <a:pt x="176811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6" name="Forme libre : forme 1015">
                  <a:extLst>
                    <a:ext uri="{FF2B5EF4-FFF2-40B4-BE49-F238E27FC236}">
                      <a16:creationId xmlns:a16="http://schemas.microsoft.com/office/drawing/2014/main" id="{8CFB0796-EC94-43D0-9743-8F150D3335F3}"/>
                    </a:ext>
                  </a:extLst>
                </p:cNvPr>
                <p:cNvSpPr/>
                <p:nvPr/>
              </p:nvSpPr>
              <p:spPr>
                <a:xfrm>
                  <a:off x="7956386" y="4913857"/>
                  <a:ext cx="34175" cy="210137"/>
                </a:xfrm>
                <a:custGeom>
                  <a:avLst/>
                  <a:gdLst>
                    <a:gd name="connsiteX0" fmla="*/ 17316 w 34175"/>
                    <a:gd name="connsiteY0" fmla="*/ 5445 h 210137"/>
                    <a:gd name="connsiteX1" fmla="*/ 20801 w 34175"/>
                    <a:gd name="connsiteY1" fmla="*/ 8931 h 210137"/>
                    <a:gd name="connsiteX2" fmla="*/ 18895 w 34175"/>
                    <a:gd name="connsiteY2" fmla="*/ 11980 h 210137"/>
                    <a:gd name="connsiteX3" fmla="*/ 16609 w 34175"/>
                    <a:gd name="connsiteY3" fmla="*/ 13124 h 210137"/>
                    <a:gd name="connsiteX4" fmla="*/ 14866 w 34175"/>
                    <a:gd name="connsiteY4" fmla="*/ 11272 h 210137"/>
                    <a:gd name="connsiteX5" fmla="*/ 13886 w 34175"/>
                    <a:gd name="connsiteY5" fmla="*/ 8931 h 210137"/>
                    <a:gd name="connsiteX6" fmla="*/ 17316 w 34175"/>
                    <a:gd name="connsiteY6" fmla="*/ 5445 h 210137"/>
                    <a:gd name="connsiteX7" fmla="*/ 15465 w 34175"/>
                    <a:gd name="connsiteY7" fmla="*/ 19331 h 210137"/>
                    <a:gd name="connsiteX8" fmla="*/ 18078 w 34175"/>
                    <a:gd name="connsiteY8" fmla="*/ 21237 h 210137"/>
                    <a:gd name="connsiteX9" fmla="*/ 20856 w 34175"/>
                    <a:gd name="connsiteY9" fmla="*/ 26628 h 210137"/>
                    <a:gd name="connsiteX10" fmla="*/ 18950 w 34175"/>
                    <a:gd name="connsiteY10" fmla="*/ 31311 h 210137"/>
                    <a:gd name="connsiteX11" fmla="*/ 16009 w 34175"/>
                    <a:gd name="connsiteY11" fmla="*/ 34306 h 210137"/>
                    <a:gd name="connsiteX12" fmla="*/ 11980 w 34175"/>
                    <a:gd name="connsiteY12" fmla="*/ 32890 h 210137"/>
                    <a:gd name="connsiteX13" fmla="*/ 7515 w 34175"/>
                    <a:gd name="connsiteY13" fmla="*/ 26628 h 210137"/>
                    <a:gd name="connsiteX14" fmla="*/ 12361 w 34175"/>
                    <a:gd name="connsiteY14" fmla="*/ 20257 h 210137"/>
                    <a:gd name="connsiteX15" fmla="*/ 15465 w 34175"/>
                    <a:gd name="connsiteY15" fmla="*/ 19331 h 210137"/>
                    <a:gd name="connsiteX16" fmla="*/ 16990 w 34175"/>
                    <a:gd name="connsiteY16" fmla="*/ 38880 h 210137"/>
                    <a:gd name="connsiteX17" fmla="*/ 21128 w 34175"/>
                    <a:gd name="connsiteY17" fmla="*/ 40241 h 210137"/>
                    <a:gd name="connsiteX18" fmla="*/ 26138 w 34175"/>
                    <a:gd name="connsiteY18" fmla="*/ 47048 h 210137"/>
                    <a:gd name="connsiteX19" fmla="*/ 22000 w 34175"/>
                    <a:gd name="connsiteY19" fmla="*/ 53528 h 210137"/>
                    <a:gd name="connsiteX20" fmla="*/ 17479 w 34175"/>
                    <a:gd name="connsiteY20" fmla="*/ 55706 h 210137"/>
                    <a:gd name="connsiteX21" fmla="*/ 13886 w 34175"/>
                    <a:gd name="connsiteY21" fmla="*/ 52221 h 210137"/>
                    <a:gd name="connsiteX22" fmla="*/ 11708 w 34175"/>
                    <a:gd name="connsiteY22" fmla="*/ 47048 h 210137"/>
                    <a:gd name="connsiteX23" fmla="*/ 13940 w 34175"/>
                    <a:gd name="connsiteY23" fmla="*/ 41875 h 210137"/>
                    <a:gd name="connsiteX24" fmla="*/ 16990 w 34175"/>
                    <a:gd name="connsiteY24" fmla="*/ 38880 h 210137"/>
                    <a:gd name="connsiteX25" fmla="*/ 16881 w 34175"/>
                    <a:gd name="connsiteY25" fmla="*/ 59518 h 210137"/>
                    <a:gd name="connsiteX26" fmla="*/ 21019 w 34175"/>
                    <a:gd name="connsiteY26" fmla="*/ 62785 h 210137"/>
                    <a:gd name="connsiteX27" fmla="*/ 24777 w 34175"/>
                    <a:gd name="connsiteY27" fmla="*/ 70300 h 210137"/>
                    <a:gd name="connsiteX28" fmla="*/ 18732 w 34175"/>
                    <a:gd name="connsiteY28" fmla="*/ 79230 h 210137"/>
                    <a:gd name="connsiteX29" fmla="*/ 15410 w 34175"/>
                    <a:gd name="connsiteY29" fmla="*/ 80592 h 210137"/>
                    <a:gd name="connsiteX30" fmla="*/ 11925 w 34175"/>
                    <a:gd name="connsiteY30" fmla="*/ 79394 h 210137"/>
                    <a:gd name="connsiteX31" fmla="*/ 5445 w 34175"/>
                    <a:gd name="connsiteY31" fmla="*/ 70355 h 210137"/>
                    <a:gd name="connsiteX32" fmla="*/ 11925 w 34175"/>
                    <a:gd name="connsiteY32" fmla="*/ 61315 h 210137"/>
                    <a:gd name="connsiteX33" fmla="*/ 16881 w 34175"/>
                    <a:gd name="connsiteY33" fmla="*/ 59518 h 210137"/>
                    <a:gd name="connsiteX34" fmla="*/ 15465 w 34175"/>
                    <a:gd name="connsiteY34" fmla="*/ 86255 h 210137"/>
                    <a:gd name="connsiteX35" fmla="*/ 16336 w 34175"/>
                    <a:gd name="connsiteY35" fmla="*/ 87453 h 210137"/>
                    <a:gd name="connsiteX36" fmla="*/ 22380 w 34175"/>
                    <a:gd name="connsiteY36" fmla="*/ 97745 h 210137"/>
                    <a:gd name="connsiteX37" fmla="*/ 27662 w 34175"/>
                    <a:gd name="connsiteY37" fmla="*/ 112284 h 210137"/>
                    <a:gd name="connsiteX38" fmla="*/ 28643 w 34175"/>
                    <a:gd name="connsiteY38" fmla="*/ 126115 h 210137"/>
                    <a:gd name="connsiteX39" fmla="*/ 28261 w 34175"/>
                    <a:gd name="connsiteY39" fmla="*/ 129165 h 210137"/>
                    <a:gd name="connsiteX40" fmla="*/ 27118 w 34175"/>
                    <a:gd name="connsiteY40" fmla="*/ 142778 h 210137"/>
                    <a:gd name="connsiteX41" fmla="*/ 26737 w 34175"/>
                    <a:gd name="connsiteY41" fmla="*/ 158951 h 210137"/>
                    <a:gd name="connsiteX42" fmla="*/ 25920 w 34175"/>
                    <a:gd name="connsiteY42" fmla="*/ 175287 h 210137"/>
                    <a:gd name="connsiteX43" fmla="*/ 25920 w 34175"/>
                    <a:gd name="connsiteY43" fmla="*/ 175668 h 210137"/>
                    <a:gd name="connsiteX44" fmla="*/ 24831 w 34175"/>
                    <a:gd name="connsiteY44" fmla="*/ 190534 h 210137"/>
                    <a:gd name="connsiteX45" fmla="*/ 22217 w 34175"/>
                    <a:gd name="connsiteY45" fmla="*/ 181930 h 210137"/>
                    <a:gd name="connsiteX46" fmla="*/ 20420 w 34175"/>
                    <a:gd name="connsiteY46" fmla="*/ 176049 h 210137"/>
                    <a:gd name="connsiteX47" fmla="*/ 15955 w 34175"/>
                    <a:gd name="connsiteY47" fmla="*/ 160421 h 210137"/>
                    <a:gd name="connsiteX48" fmla="*/ 11980 w 34175"/>
                    <a:gd name="connsiteY48" fmla="*/ 144521 h 210137"/>
                    <a:gd name="connsiteX49" fmla="*/ 8603 w 34175"/>
                    <a:gd name="connsiteY49" fmla="*/ 132867 h 210137"/>
                    <a:gd name="connsiteX50" fmla="*/ 7188 w 34175"/>
                    <a:gd name="connsiteY50" fmla="*/ 128239 h 210137"/>
                    <a:gd name="connsiteX51" fmla="*/ 5881 w 34175"/>
                    <a:gd name="connsiteY51" fmla="*/ 113754 h 210137"/>
                    <a:gd name="connsiteX52" fmla="*/ 9420 w 34175"/>
                    <a:gd name="connsiteY52" fmla="*/ 98289 h 210137"/>
                    <a:gd name="connsiteX53" fmla="*/ 14811 w 34175"/>
                    <a:gd name="connsiteY53" fmla="*/ 87562 h 210137"/>
                    <a:gd name="connsiteX54" fmla="*/ 15465 w 34175"/>
                    <a:gd name="connsiteY54" fmla="*/ 86255 h 210137"/>
                    <a:gd name="connsiteX55" fmla="*/ 17316 w 34175"/>
                    <a:gd name="connsiteY55" fmla="*/ 0 h 210137"/>
                    <a:gd name="connsiteX56" fmla="*/ 8386 w 34175"/>
                    <a:gd name="connsiteY56" fmla="*/ 8931 h 210137"/>
                    <a:gd name="connsiteX57" fmla="*/ 10836 w 34175"/>
                    <a:gd name="connsiteY57" fmla="*/ 15029 h 210137"/>
                    <a:gd name="connsiteX58" fmla="*/ 2069 w 34175"/>
                    <a:gd name="connsiteY58" fmla="*/ 26628 h 210137"/>
                    <a:gd name="connsiteX59" fmla="*/ 10128 w 34175"/>
                    <a:gd name="connsiteY59" fmla="*/ 38009 h 210137"/>
                    <a:gd name="connsiteX60" fmla="*/ 6262 w 34175"/>
                    <a:gd name="connsiteY60" fmla="*/ 47103 h 210137"/>
                    <a:gd name="connsiteX61" fmla="*/ 10074 w 34175"/>
                    <a:gd name="connsiteY61" fmla="*/ 56142 h 210137"/>
                    <a:gd name="connsiteX62" fmla="*/ 0 w 34175"/>
                    <a:gd name="connsiteY62" fmla="*/ 70300 h 210137"/>
                    <a:gd name="connsiteX63" fmla="*/ 10128 w 34175"/>
                    <a:gd name="connsiteY63" fmla="*/ 84512 h 210137"/>
                    <a:gd name="connsiteX64" fmla="*/ 4193 w 34175"/>
                    <a:gd name="connsiteY64" fmla="*/ 96274 h 210137"/>
                    <a:gd name="connsiteX65" fmla="*/ 326 w 34175"/>
                    <a:gd name="connsiteY65" fmla="*/ 113155 h 210137"/>
                    <a:gd name="connsiteX66" fmla="*/ 1851 w 34175"/>
                    <a:gd name="connsiteY66" fmla="*/ 129709 h 210137"/>
                    <a:gd name="connsiteX67" fmla="*/ 6589 w 34175"/>
                    <a:gd name="connsiteY67" fmla="*/ 145773 h 210137"/>
                    <a:gd name="connsiteX68" fmla="*/ 10564 w 34175"/>
                    <a:gd name="connsiteY68" fmla="*/ 161728 h 210137"/>
                    <a:gd name="connsiteX69" fmla="*/ 15084 w 34175"/>
                    <a:gd name="connsiteY69" fmla="*/ 177520 h 210137"/>
                    <a:gd name="connsiteX70" fmla="*/ 24940 w 34175"/>
                    <a:gd name="connsiteY70" fmla="*/ 208994 h 210137"/>
                    <a:gd name="connsiteX71" fmla="*/ 26301 w 34175"/>
                    <a:gd name="connsiteY71" fmla="*/ 210137 h 210137"/>
                    <a:gd name="connsiteX72" fmla="*/ 26519 w 34175"/>
                    <a:gd name="connsiteY72" fmla="*/ 210137 h 210137"/>
                    <a:gd name="connsiteX73" fmla="*/ 28153 w 34175"/>
                    <a:gd name="connsiteY73" fmla="*/ 208722 h 210137"/>
                    <a:gd name="connsiteX74" fmla="*/ 31256 w 34175"/>
                    <a:gd name="connsiteY74" fmla="*/ 175668 h 210137"/>
                    <a:gd name="connsiteX75" fmla="*/ 32073 w 34175"/>
                    <a:gd name="connsiteY75" fmla="*/ 159223 h 210137"/>
                    <a:gd name="connsiteX76" fmla="*/ 32454 w 34175"/>
                    <a:gd name="connsiteY76" fmla="*/ 142941 h 210137"/>
                    <a:gd name="connsiteX77" fmla="*/ 33925 w 34175"/>
                    <a:gd name="connsiteY77" fmla="*/ 126714 h 210137"/>
                    <a:gd name="connsiteX78" fmla="*/ 32781 w 34175"/>
                    <a:gd name="connsiteY78" fmla="*/ 110922 h 210137"/>
                    <a:gd name="connsiteX79" fmla="*/ 27118 w 34175"/>
                    <a:gd name="connsiteY79" fmla="*/ 95403 h 210137"/>
                    <a:gd name="connsiteX80" fmla="*/ 20584 w 34175"/>
                    <a:gd name="connsiteY80" fmla="*/ 84295 h 210137"/>
                    <a:gd name="connsiteX81" fmla="*/ 30004 w 34175"/>
                    <a:gd name="connsiteY81" fmla="*/ 70355 h 210137"/>
                    <a:gd name="connsiteX82" fmla="*/ 24177 w 34175"/>
                    <a:gd name="connsiteY82" fmla="*/ 58538 h 210137"/>
                    <a:gd name="connsiteX83" fmla="*/ 31420 w 34175"/>
                    <a:gd name="connsiteY83" fmla="*/ 47103 h 210137"/>
                    <a:gd name="connsiteX84" fmla="*/ 22653 w 34175"/>
                    <a:gd name="connsiteY84" fmla="*/ 35123 h 210137"/>
                    <a:gd name="connsiteX85" fmla="*/ 26138 w 34175"/>
                    <a:gd name="connsiteY85" fmla="*/ 26628 h 210137"/>
                    <a:gd name="connsiteX86" fmla="*/ 21128 w 34175"/>
                    <a:gd name="connsiteY86" fmla="*/ 16826 h 210137"/>
                    <a:gd name="connsiteX87" fmla="*/ 26029 w 34175"/>
                    <a:gd name="connsiteY87" fmla="*/ 8931 h 210137"/>
                    <a:gd name="connsiteX88" fmla="*/ 17316 w 34175"/>
                    <a:gd name="connsiteY88" fmla="*/ 0 h 210137"/>
                    <a:gd name="connsiteX89" fmla="*/ 17316 w 34175"/>
                    <a:gd name="connsiteY89" fmla="*/ 0 h 21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34175" h="210137">
                      <a:moveTo>
                        <a:pt x="17316" y="5445"/>
                      </a:moveTo>
                      <a:cubicBezTo>
                        <a:pt x="19222" y="5445"/>
                        <a:pt x="20801" y="6970"/>
                        <a:pt x="20801" y="8931"/>
                      </a:cubicBezTo>
                      <a:cubicBezTo>
                        <a:pt x="20801" y="10455"/>
                        <a:pt x="19821" y="11544"/>
                        <a:pt x="18895" y="11980"/>
                      </a:cubicBezTo>
                      <a:lnTo>
                        <a:pt x="16609" y="13124"/>
                      </a:lnTo>
                      <a:lnTo>
                        <a:pt x="14866" y="11272"/>
                      </a:lnTo>
                      <a:cubicBezTo>
                        <a:pt x="14430" y="10782"/>
                        <a:pt x="13886" y="10020"/>
                        <a:pt x="13886" y="8931"/>
                      </a:cubicBezTo>
                      <a:cubicBezTo>
                        <a:pt x="13831" y="6970"/>
                        <a:pt x="15410" y="5445"/>
                        <a:pt x="17316" y="5445"/>
                      </a:cubicBezTo>
                      <a:moveTo>
                        <a:pt x="15465" y="19331"/>
                      </a:moveTo>
                      <a:lnTo>
                        <a:pt x="18078" y="21237"/>
                      </a:lnTo>
                      <a:cubicBezTo>
                        <a:pt x="19821" y="22544"/>
                        <a:pt x="20856" y="24504"/>
                        <a:pt x="20856" y="26628"/>
                      </a:cubicBezTo>
                      <a:cubicBezTo>
                        <a:pt x="20856" y="28371"/>
                        <a:pt x="20202" y="30059"/>
                        <a:pt x="18950" y="31311"/>
                      </a:cubicBezTo>
                      <a:lnTo>
                        <a:pt x="16009" y="34306"/>
                      </a:lnTo>
                      <a:lnTo>
                        <a:pt x="11980" y="32890"/>
                      </a:lnTo>
                      <a:cubicBezTo>
                        <a:pt x="9311" y="31964"/>
                        <a:pt x="7515" y="29460"/>
                        <a:pt x="7515" y="26628"/>
                      </a:cubicBezTo>
                      <a:cubicBezTo>
                        <a:pt x="7515" y="23688"/>
                        <a:pt x="9475" y="21128"/>
                        <a:pt x="12361" y="20257"/>
                      </a:cubicBezTo>
                      <a:lnTo>
                        <a:pt x="15465" y="19331"/>
                      </a:lnTo>
                      <a:moveTo>
                        <a:pt x="16990" y="38880"/>
                      </a:moveTo>
                      <a:lnTo>
                        <a:pt x="21128" y="40241"/>
                      </a:lnTo>
                      <a:cubicBezTo>
                        <a:pt x="24123" y="41222"/>
                        <a:pt x="26138" y="43944"/>
                        <a:pt x="26138" y="47048"/>
                      </a:cubicBezTo>
                      <a:cubicBezTo>
                        <a:pt x="26138" y="49825"/>
                        <a:pt x="24559" y="52330"/>
                        <a:pt x="22000" y="53528"/>
                      </a:cubicBezTo>
                      <a:lnTo>
                        <a:pt x="17479" y="55706"/>
                      </a:lnTo>
                      <a:lnTo>
                        <a:pt x="13886" y="52221"/>
                      </a:lnTo>
                      <a:cubicBezTo>
                        <a:pt x="12470" y="50860"/>
                        <a:pt x="11708" y="49008"/>
                        <a:pt x="11708" y="47048"/>
                      </a:cubicBezTo>
                      <a:cubicBezTo>
                        <a:pt x="11708" y="45088"/>
                        <a:pt x="12525" y="43236"/>
                        <a:pt x="13940" y="41875"/>
                      </a:cubicBezTo>
                      <a:lnTo>
                        <a:pt x="16990" y="38880"/>
                      </a:lnTo>
                      <a:moveTo>
                        <a:pt x="16881" y="59518"/>
                      </a:moveTo>
                      <a:lnTo>
                        <a:pt x="21019" y="62785"/>
                      </a:lnTo>
                      <a:cubicBezTo>
                        <a:pt x="23415" y="64637"/>
                        <a:pt x="24777" y="67414"/>
                        <a:pt x="24777" y="70300"/>
                      </a:cubicBezTo>
                      <a:cubicBezTo>
                        <a:pt x="24777" y="74221"/>
                        <a:pt x="22435" y="77760"/>
                        <a:pt x="18732" y="79230"/>
                      </a:cubicBezTo>
                      <a:lnTo>
                        <a:pt x="15410" y="80592"/>
                      </a:lnTo>
                      <a:lnTo>
                        <a:pt x="11925" y="79394"/>
                      </a:lnTo>
                      <a:cubicBezTo>
                        <a:pt x="8059" y="78032"/>
                        <a:pt x="5445" y="74384"/>
                        <a:pt x="5445" y="70355"/>
                      </a:cubicBezTo>
                      <a:cubicBezTo>
                        <a:pt x="5445" y="66325"/>
                        <a:pt x="8059" y="62676"/>
                        <a:pt x="11925" y="61315"/>
                      </a:cubicBezTo>
                      <a:lnTo>
                        <a:pt x="16881" y="59518"/>
                      </a:lnTo>
                      <a:moveTo>
                        <a:pt x="15465" y="86255"/>
                      </a:moveTo>
                      <a:lnTo>
                        <a:pt x="16336" y="87453"/>
                      </a:lnTo>
                      <a:cubicBezTo>
                        <a:pt x="18460" y="90448"/>
                        <a:pt x="20366" y="93606"/>
                        <a:pt x="22380" y="97745"/>
                      </a:cubicBezTo>
                      <a:cubicBezTo>
                        <a:pt x="24668" y="102537"/>
                        <a:pt x="26410" y="107274"/>
                        <a:pt x="27662" y="112284"/>
                      </a:cubicBezTo>
                      <a:cubicBezTo>
                        <a:pt x="28806" y="116749"/>
                        <a:pt x="29133" y="121323"/>
                        <a:pt x="28643" y="126115"/>
                      </a:cubicBezTo>
                      <a:lnTo>
                        <a:pt x="28261" y="129165"/>
                      </a:lnTo>
                      <a:cubicBezTo>
                        <a:pt x="27717" y="133575"/>
                        <a:pt x="27227" y="138204"/>
                        <a:pt x="27118" y="142778"/>
                      </a:cubicBezTo>
                      <a:lnTo>
                        <a:pt x="26737" y="158951"/>
                      </a:lnTo>
                      <a:lnTo>
                        <a:pt x="25920" y="175287"/>
                      </a:lnTo>
                      <a:lnTo>
                        <a:pt x="25920" y="175668"/>
                      </a:lnTo>
                      <a:cubicBezTo>
                        <a:pt x="25593" y="180569"/>
                        <a:pt x="25212" y="185524"/>
                        <a:pt x="24831" y="190534"/>
                      </a:cubicBezTo>
                      <a:cubicBezTo>
                        <a:pt x="23960" y="187648"/>
                        <a:pt x="23088" y="184762"/>
                        <a:pt x="22217" y="181930"/>
                      </a:cubicBezTo>
                      <a:lnTo>
                        <a:pt x="20420" y="176049"/>
                      </a:lnTo>
                      <a:lnTo>
                        <a:pt x="15955" y="160421"/>
                      </a:lnTo>
                      <a:lnTo>
                        <a:pt x="11980" y="144521"/>
                      </a:lnTo>
                      <a:cubicBezTo>
                        <a:pt x="11054" y="140545"/>
                        <a:pt x="9802" y="136679"/>
                        <a:pt x="8603" y="132867"/>
                      </a:cubicBezTo>
                      <a:cubicBezTo>
                        <a:pt x="8114" y="131288"/>
                        <a:pt x="7624" y="129709"/>
                        <a:pt x="7188" y="128239"/>
                      </a:cubicBezTo>
                      <a:cubicBezTo>
                        <a:pt x="5826" y="123447"/>
                        <a:pt x="5391" y="118601"/>
                        <a:pt x="5881" y="113754"/>
                      </a:cubicBezTo>
                      <a:cubicBezTo>
                        <a:pt x="6425" y="108472"/>
                        <a:pt x="7624" y="103190"/>
                        <a:pt x="9420" y="98289"/>
                      </a:cubicBezTo>
                      <a:cubicBezTo>
                        <a:pt x="11054" y="94096"/>
                        <a:pt x="12742" y="90666"/>
                        <a:pt x="14811" y="87562"/>
                      </a:cubicBezTo>
                      <a:lnTo>
                        <a:pt x="15465" y="86255"/>
                      </a:lnTo>
                      <a:moveTo>
                        <a:pt x="17316" y="0"/>
                      </a:moveTo>
                      <a:cubicBezTo>
                        <a:pt x="12416" y="0"/>
                        <a:pt x="8386" y="3975"/>
                        <a:pt x="8386" y="8931"/>
                      </a:cubicBezTo>
                      <a:cubicBezTo>
                        <a:pt x="8386" y="11326"/>
                        <a:pt x="9311" y="13450"/>
                        <a:pt x="10836" y="15029"/>
                      </a:cubicBezTo>
                      <a:cubicBezTo>
                        <a:pt x="5772" y="16500"/>
                        <a:pt x="2069" y="21074"/>
                        <a:pt x="2069" y="26628"/>
                      </a:cubicBezTo>
                      <a:cubicBezTo>
                        <a:pt x="2069" y="31910"/>
                        <a:pt x="5445" y="36321"/>
                        <a:pt x="10128" y="38009"/>
                      </a:cubicBezTo>
                      <a:cubicBezTo>
                        <a:pt x="7733" y="40296"/>
                        <a:pt x="6262" y="43509"/>
                        <a:pt x="6262" y="47103"/>
                      </a:cubicBezTo>
                      <a:cubicBezTo>
                        <a:pt x="6262" y="50642"/>
                        <a:pt x="7733" y="53855"/>
                        <a:pt x="10074" y="56142"/>
                      </a:cubicBezTo>
                      <a:cubicBezTo>
                        <a:pt x="4193" y="58211"/>
                        <a:pt x="0" y="63766"/>
                        <a:pt x="0" y="70300"/>
                      </a:cubicBezTo>
                      <a:cubicBezTo>
                        <a:pt x="0" y="76889"/>
                        <a:pt x="4248" y="82443"/>
                        <a:pt x="10128" y="84512"/>
                      </a:cubicBezTo>
                      <a:cubicBezTo>
                        <a:pt x="7569" y="88379"/>
                        <a:pt x="5718" y="92299"/>
                        <a:pt x="4193" y="96274"/>
                      </a:cubicBezTo>
                      <a:cubicBezTo>
                        <a:pt x="2178" y="101883"/>
                        <a:pt x="871" y="107546"/>
                        <a:pt x="326" y="113155"/>
                      </a:cubicBezTo>
                      <a:cubicBezTo>
                        <a:pt x="-273" y="118764"/>
                        <a:pt x="273" y="124318"/>
                        <a:pt x="1851" y="129709"/>
                      </a:cubicBezTo>
                      <a:cubicBezTo>
                        <a:pt x="3485" y="135100"/>
                        <a:pt x="5336" y="140437"/>
                        <a:pt x="6589" y="145773"/>
                      </a:cubicBezTo>
                      <a:lnTo>
                        <a:pt x="10564" y="161728"/>
                      </a:lnTo>
                      <a:lnTo>
                        <a:pt x="15084" y="177520"/>
                      </a:lnTo>
                      <a:cubicBezTo>
                        <a:pt x="18296" y="188029"/>
                        <a:pt x="21400" y="198484"/>
                        <a:pt x="24940" y="208994"/>
                      </a:cubicBezTo>
                      <a:cubicBezTo>
                        <a:pt x="25158" y="209593"/>
                        <a:pt x="25648" y="210028"/>
                        <a:pt x="26301" y="210137"/>
                      </a:cubicBezTo>
                      <a:cubicBezTo>
                        <a:pt x="26410" y="210137"/>
                        <a:pt x="26464" y="210137"/>
                        <a:pt x="26519" y="210137"/>
                      </a:cubicBezTo>
                      <a:cubicBezTo>
                        <a:pt x="27336" y="210137"/>
                        <a:pt x="28044" y="209538"/>
                        <a:pt x="28153" y="208722"/>
                      </a:cubicBezTo>
                      <a:cubicBezTo>
                        <a:pt x="29786" y="197667"/>
                        <a:pt x="30494" y="186668"/>
                        <a:pt x="31256" y="175668"/>
                      </a:cubicBezTo>
                      <a:lnTo>
                        <a:pt x="32073" y="159223"/>
                      </a:lnTo>
                      <a:lnTo>
                        <a:pt x="32454" y="142941"/>
                      </a:lnTo>
                      <a:cubicBezTo>
                        <a:pt x="32563" y="137550"/>
                        <a:pt x="33326" y="132105"/>
                        <a:pt x="33925" y="126714"/>
                      </a:cubicBezTo>
                      <a:cubicBezTo>
                        <a:pt x="34469" y="121323"/>
                        <a:pt x="34143" y="116096"/>
                        <a:pt x="32781" y="110922"/>
                      </a:cubicBezTo>
                      <a:cubicBezTo>
                        <a:pt x="31474" y="105750"/>
                        <a:pt x="29623" y="100576"/>
                        <a:pt x="27118" y="95403"/>
                      </a:cubicBezTo>
                      <a:cubicBezTo>
                        <a:pt x="25321" y="91755"/>
                        <a:pt x="23252" y="88052"/>
                        <a:pt x="20584" y="84295"/>
                      </a:cubicBezTo>
                      <a:cubicBezTo>
                        <a:pt x="26084" y="82062"/>
                        <a:pt x="30004" y="76671"/>
                        <a:pt x="30004" y="70355"/>
                      </a:cubicBezTo>
                      <a:cubicBezTo>
                        <a:pt x="30004" y="65563"/>
                        <a:pt x="27717" y="61315"/>
                        <a:pt x="24177" y="58538"/>
                      </a:cubicBezTo>
                      <a:cubicBezTo>
                        <a:pt x="28479" y="56523"/>
                        <a:pt x="31420" y="52167"/>
                        <a:pt x="31420" y="47103"/>
                      </a:cubicBezTo>
                      <a:cubicBezTo>
                        <a:pt x="31420" y="41494"/>
                        <a:pt x="27717" y="36756"/>
                        <a:pt x="22653" y="35123"/>
                      </a:cubicBezTo>
                      <a:cubicBezTo>
                        <a:pt x="24777" y="32944"/>
                        <a:pt x="26138" y="29950"/>
                        <a:pt x="26138" y="26628"/>
                      </a:cubicBezTo>
                      <a:cubicBezTo>
                        <a:pt x="26138" y="22598"/>
                        <a:pt x="24123" y="19059"/>
                        <a:pt x="21128" y="16826"/>
                      </a:cubicBezTo>
                      <a:cubicBezTo>
                        <a:pt x="24014" y="15356"/>
                        <a:pt x="26029" y="12361"/>
                        <a:pt x="26029" y="8931"/>
                      </a:cubicBezTo>
                      <a:cubicBezTo>
                        <a:pt x="26192" y="3975"/>
                        <a:pt x="22217" y="0"/>
                        <a:pt x="17316" y="0"/>
                      </a:cubicBezTo>
                      <a:lnTo>
                        <a:pt x="17316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7" name="Forme libre : forme 1016">
                  <a:extLst>
                    <a:ext uri="{FF2B5EF4-FFF2-40B4-BE49-F238E27FC236}">
                      <a16:creationId xmlns:a16="http://schemas.microsoft.com/office/drawing/2014/main" id="{BD5AB2CE-F277-454D-A160-1898572EED36}"/>
                    </a:ext>
                  </a:extLst>
                </p:cNvPr>
                <p:cNvSpPr/>
                <p:nvPr/>
              </p:nvSpPr>
              <p:spPr>
                <a:xfrm>
                  <a:off x="8001311" y="4897848"/>
                  <a:ext cx="59572" cy="232790"/>
                </a:xfrm>
                <a:custGeom>
                  <a:avLst/>
                  <a:gdLst>
                    <a:gd name="connsiteX0" fmla="*/ 50642 w 59572"/>
                    <a:gd name="connsiteY0" fmla="*/ 5445 h 232790"/>
                    <a:gd name="connsiteX1" fmla="*/ 53201 w 59572"/>
                    <a:gd name="connsiteY1" fmla="*/ 8005 h 232790"/>
                    <a:gd name="connsiteX2" fmla="*/ 51677 w 59572"/>
                    <a:gd name="connsiteY2" fmla="*/ 10292 h 232790"/>
                    <a:gd name="connsiteX3" fmla="*/ 50206 w 59572"/>
                    <a:gd name="connsiteY3" fmla="*/ 10945 h 232790"/>
                    <a:gd name="connsiteX4" fmla="*/ 48954 w 59572"/>
                    <a:gd name="connsiteY4" fmla="*/ 9856 h 232790"/>
                    <a:gd name="connsiteX5" fmla="*/ 48082 w 59572"/>
                    <a:gd name="connsiteY5" fmla="*/ 7950 h 232790"/>
                    <a:gd name="connsiteX6" fmla="*/ 50642 w 59572"/>
                    <a:gd name="connsiteY6" fmla="*/ 5445 h 232790"/>
                    <a:gd name="connsiteX7" fmla="*/ 49008 w 59572"/>
                    <a:gd name="connsiteY7" fmla="*/ 18623 h 232790"/>
                    <a:gd name="connsiteX8" fmla="*/ 51132 w 59572"/>
                    <a:gd name="connsiteY8" fmla="*/ 19876 h 232790"/>
                    <a:gd name="connsiteX9" fmla="*/ 54072 w 59572"/>
                    <a:gd name="connsiteY9" fmla="*/ 24994 h 232790"/>
                    <a:gd name="connsiteX10" fmla="*/ 48300 w 59572"/>
                    <a:gd name="connsiteY10" fmla="*/ 30984 h 232790"/>
                    <a:gd name="connsiteX11" fmla="*/ 46013 w 59572"/>
                    <a:gd name="connsiteY11" fmla="*/ 31093 h 232790"/>
                    <a:gd name="connsiteX12" fmla="*/ 44216 w 59572"/>
                    <a:gd name="connsiteY12" fmla="*/ 29623 h 232790"/>
                    <a:gd name="connsiteX13" fmla="*/ 42038 w 59572"/>
                    <a:gd name="connsiteY13" fmla="*/ 25049 h 232790"/>
                    <a:gd name="connsiteX14" fmla="*/ 46612 w 59572"/>
                    <a:gd name="connsiteY14" fmla="*/ 19222 h 232790"/>
                    <a:gd name="connsiteX15" fmla="*/ 49008 w 59572"/>
                    <a:gd name="connsiteY15" fmla="*/ 18623 h 232790"/>
                    <a:gd name="connsiteX16" fmla="*/ 43181 w 59572"/>
                    <a:gd name="connsiteY16" fmla="*/ 39207 h 232790"/>
                    <a:gd name="connsiteX17" fmla="*/ 45088 w 59572"/>
                    <a:gd name="connsiteY17" fmla="*/ 40732 h 232790"/>
                    <a:gd name="connsiteX18" fmla="*/ 47702 w 59572"/>
                    <a:gd name="connsiteY18" fmla="*/ 46068 h 232790"/>
                    <a:gd name="connsiteX19" fmla="*/ 45632 w 59572"/>
                    <a:gd name="connsiteY19" fmla="*/ 50969 h 232790"/>
                    <a:gd name="connsiteX20" fmla="*/ 41385 w 59572"/>
                    <a:gd name="connsiteY20" fmla="*/ 55107 h 232790"/>
                    <a:gd name="connsiteX21" fmla="*/ 36702 w 59572"/>
                    <a:gd name="connsiteY21" fmla="*/ 51404 h 232790"/>
                    <a:gd name="connsiteX22" fmla="*/ 34088 w 59572"/>
                    <a:gd name="connsiteY22" fmla="*/ 46123 h 232790"/>
                    <a:gd name="connsiteX23" fmla="*/ 40786 w 59572"/>
                    <a:gd name="connsiteY23" fmla="*/ 39316 h 232790"/>
                    <a:gd name="connsiteX24" fmla="*/ 43181 w 59572"/>
                    <a:gd name="connsiteY24" fmla="*/ 39207 h 232790"/>
                    <a:gd name="connsiteX25" fmla="*/ 41439 w 59572"/>
                    <a:gd name="connsiteY25" fmla="*/ 57013 h 232790"/>
                    <a:gd name="connsiteX26" fmla="*/ 47048 w 59572"/>
                    <a:gd name="connsiteY26" fmla="*/ 59736 h 232790"/>
                    <a:gd name="connsiteX27" fmla="*/ 53528 w 59572"/>
                    <a:gd name="connsiteY27" fmla="*/ 69973 h 232790"/>
                    <a:gd name="connsiteX28" fmla="*/ 42311 w 59572"/>
                    <a:gd name="connsiteY28" fmla="*/ 81409 h 232790"/>
                    <a:gd name="connsiteX29" fmla="*/ 41603 w 59572"/>
                    <a:gd name="connsiteY29" fmla="*/ 81354 h 232790"/>
                    <a:gd name="connsiteX30" fmla="*/ 38172 w 59572"/>
                    <a:gd name="connsiteY30" fmla="*/ 81191 h 232790"/>
                    <a:gd name="connsiteX31" fmla="*/ 35449 w 59572"/>
                    <a:gd name="connsiteY31" fmla="*/ 79230 h 232790"/>
                    <a:gd name="connsiteX32" fmla="*/ 30603 w 59572"/>
                    <a:gd name="connsiteY32" fmla="*/ 69919 h 232790"/>
                    <a:gd name="connsiteX33" fmla="*/ 36157 w 59572"/>
                    <a:gd name="connsiteY33" fmla="*/ 60171 h 232790"/>
                    <a:gd name="connsiteX34" fmla="*/ 41439 w 59572"/>
                    <a:gd name="connsiteY34" fmla="*/ 57013 h 232790"/>
                    <a:gd name="connsiteX35" fmla="*/ 35885 w 59572"/>
                    <a:gd name="connsiteY35" fmla="*/ 87943 h 232790"/>
                    <a:gd name="connsiteX36" fmla="*/ 32945 w 59572"/>
                    <a:gd name="connsiteY36" fmla="*/ 120833 h 232790"/>
                    <a:gd name="connsiteX37" fmla="*/ 28261 w 59572"/>
                    <a:gd name="connsiteY37" fmla="*/ 136788 h 232790"/>
                    <a:gd name="connsiteX38" fmla="*/ 21346 w 59572"/>
                    <a:gd name="connsiteY38" fmla="*/ 154976 h 232790"/>
                    <a:gd name="connsiteX39" fmla="*/ 16336 w 59572"/>
                    <a:gd name="connsiteY39" fmla="*/ 173599 h 232790"/>
                    <a:gd name="connsiteX40" fmla="*/ 11217 w 59572"/>
                    <a:gd name="connsiteY40" fmla="*/ 192440 h 232790"/>
                    <a:gd name="connsiteX41" fmla="*/ 6044 w 59572"/>
                    <a:gd name="connsiteY41" fmla="*/ 209811 h 232790"/>
                    <a:gd name="connsiteX42" fmla="*/ 5663 w 59572"/>
                    <a:gd name="connsiteY42" fmla="*/ 191841 h 232790"/>
                    <a:gd name="connsiteX43" fmla="*/ 5445 w 59572"/>
                    <a:gd name="connsiteY43" fmla="*/ 172292 h 232790"/>
                    <a:gd name="connsiteX44" fmla="*/ 6208 w 59572"/>
                    <a:gd name="connsiteY44" fmla="*/ 152471 h 232790"/>
                    <a:gd name="connsiteX45" fmla="*/ 6643 w 59572"/>
                    <a:gd name="connsiteY45" fmla="*/ 143050 h 232790"/>
                    <a:gd name="connsiteX46" fmla="*/ 7188 w 59572"/>
                    <a:gd name="connsiteY46" fmla="*/ 131887 h 232790"/>
                    <a:gd name="connsiteX47" fmla="*/ 12252 w 59572"/>
                    <a:gd name="connsiteY47" fmla="*/ 113700 h 232790"/>
                    <a:gd name="connsiteX48" fmla="*/ 34960 w 59572"/>
                    <a:gd name="connsiteY48" fmla="*/ 88487 h 232790"/>
                    <a:gd name="connsiteX49" fmla="*/ 35885 w 59572"/>
                    <a:gd name="connsiteY49" fmla="*/ 87943 h 232790"/>
                    <a:gd name="connsiteX50" fmla="*/ 50642 w 59572"/>
                    <a:gd name="connsiteY50" fmla="*/ 0 h 232790"/>
                    <a:gd name="connsiteX51" fmla="*/ 42637 w 59572"/>
                    <a:gd name="connsiteY51" fmla="*/ 8005 h 232790"/>
                    <a:gd name="connsiteX52" fmla="*/ 45305 w 59572"/>
                    <a:gd name="connsiteY52" fmla="*/ 13940 h 232790"/>
                    <a:gd name="connsiteX53" fmla="*/ 36538 w 59572"/>
                    <a:gd name="connsiteY53" fmla="*/ 25049 h 232790"/>
                    <a:gd name="connsiteX54" fmla="*/ 40677 w 59572"/>
                    <a:gd name="connsiteY54" fmla="*/ 33816 h 232790"/>
                    <a:gd name="connsiteX55" fmla="*/ 28588 w 59572"/>
                    <a:gd name="connsiteY55" fmla="*/ 46068 h 232790"/>
                    <a:gd name="connsiteX56" fmla="*/ 33271 w 59572"/>
                    <a:gd name="connsiteY56" fmla="*/ 55597 h 232790"/>
                    <a:gd name="connsiteX57" fmla="*/ 25103 w 59572"/>
                    <a:gd name="connsiteY57" fmla="*/ 69973 h 232790"/>
                    <a:gd name="connsiteX58" fmla="*/ 32237 w 59572"/>
                    <a:gd name="connsiteY58" fmla="*/ 83695 h 232790"/>
                    <a:gd name="connsiteX59" fmla="*/ 7351 w 59572"/>
                    <a:gd name="connsiteY59" fmla="*/ 111195 h 232790"/>
                    <a:gd name="connsiteX60" fmla="*/ 1742 w 59572"/>
                    <a:gd name="connsiteY60" fmla="*/ 131452 h 232790"/>
                    <a:gd name="connsiteX61" fmla="*/ 762 w 59572"/>
                    <a:gd name="connsiteY61" fmla="*/ 152144 h 232790"/>
                    <a:gd name="connsiteX62" fmla="*/ 0 w 59572"/>
                    <a:gd name="connsiteY62" fmla="*/ 172183 h 232790"/>
                    <a:gd name="connsiteX63" fmla="*/ 218 w 59572"/>
                    <a:gd name="connsiteY63" fmla="*/ 191950 h 232790"/>
                    <a:gd name="connsiteX64" fmla="*/ 708 w 59572"/>
                    <a:gd name="connsiteY64" fmla="*/ 231156 h 232790"/>
                    <a:gd name="connsiteX65" fmla="*/ 1742 w 59572"/>
                    <a:gd name="connsiteY65" fmla="*/ 232681 h 232790"/>
                    <a:gd name="connsiteX66" fmla="*/ 2396 w 59572"/>
                    <a:gd name="connsiteY66" fmla="*/ 232790 h 232790"/>
                    <a:gd name="connsiteX67" fmla="*/ 3921 w 59572"/>
                    <a:gd name="connsiteY67" fmla="*/ 231755 h 232790"/>
                    <a:gd name="connsiteX68" fmla="*/ 16445 w 59572"/>
                    <a:gd name="connsiteY68" fmla="*/ 193964 h 232790"/>
                    <a:gd name="connsiteX69" fmla="*/ 21563 w 59572"/>
                    <a:gd name="connsiteY69" fmla="*/ 175015 h 232790"/>
                    <a:gd name="connsiteX70" fmla="*/ 26573 w 59572"/>
                    <a:gd name="connsiteY70" fmla="*/ 156500 h 232790"/>
                    <a:gd name="connsiteX71" fmla="*/ 33271 w 59572"/>
                    <a:gd name="connsiteY71" fmla="*/ 138966 h 232790"/>
                    <a:gd name="connsiteX72" fmla="*/ 38336 w 59572"/>
                    <a:gd name="connsiteY72" fmla="*/ 121759 h 232790"/>
                    <a:gd name="connsiteX73" fmla="*/ 41385 w 59572"/>
                    <a:gd name="connsiteY73" fmla="*/ 86854 h 232790"/>
                    <a:gd name="connsiteX74" fmla="*/ 42093 w 59572"/>
                    <a:gd name="connsiteY74" fmla="*/ 86908 h 232790"/>
                    <a:gd name="connsiteX75" fmla="*/ 58973 w 59572"/>
                    <a:gd name="connsiteY75" fmla="*/ 70028 h 232790"/>
                    <a:gd name="connsiteX76" fmla="*/ 49444 w 59572"/>
                    <a:gd name="connsiteY76" fmla="*/ 54890 h 232790"/>
                    <a:gd name="connsiteX77" fmla="*/ 53201 w 59572"/>
                    <a:gd name="connsiteY77" fmla="*/ 46068 h 232790"/>
                    <a:gd name="connsiteX78" fmla="*/ 48519 w 59572"/>
                    <a:gd name="connsiteY78" fmla="*/ 36484 h 232790"/>
                    <a:gd name="connsiteX79" fmla="*/ 59572 w 59572"/>
                    <a:gd name="connsiteY79" fmla="*/ 25049 h 232790"/>
                    <a:gd name="connsiteX80" fmla="*/ 54018 w 59572"/>
                    <a:gd name="connsiteY80" fmla="*/ 15247 h 232790"/>
                    <a:gd name="connsiteX81" fmla="*/ 58701 w 59572"/>
                    <a:gd name="connsiteY81" fmla="*/ 8005 h 232790"/>
                    <a:gd name="connsiteX82" fmla="*/ 50642 w 59572"/>
                    <a:gd name="connsiteY82" fmla="*/ 0 h 232790"/>
                    <a:gd name="connsiteX83" fmla="*/ 50642 w 59572"/>
                    <a:gd name="connsiteY83" fmla="*/ 0 h 232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</a:cxnLst>
                  <a:rect l="l" t="t" r="r" b="b"/>
                  <a:pathLst>
                    <a:path w="59572" h="232790">
                      <a:moveTo>
                        <a:pt x="50642" y="5445"/>
                      </a:moveTo>
                      <a:cubicBezTo>
                        <a:pt x="52057" y="5445"/>
                        <a:pt x="53201" y="6589"/>
                        <a:pt x="53201" y="8005"/>
                      </a:cubicBezTo>
                      <a:cubicBezTo>
                        <a:pt x="53201" y="8985"/>
                        <a:pt x="52603" y="9911"/>
                        <a:pt x="51677" y="10292"/>
                      </a:cubicBezTo>
                      <a:lnTo>
                        <a:pt x="50206" y="10945"/>
                      </a:lnTo>
                      <a:lnTo>
                        <a:pt x="48954" y="9856"/>
                      </a:lnTo>
                      <a:cubicBezTo>
                        <a:pt x="48627" y="9584"/>
                        <a:pt x="48082" y="8931"/>
                        <a:pt x="48082" y="7950"/>
                      </a:cubicBezTo>
                      <a:cubicBezTo>
                        <a:pt x="48082" y="6589"/>
                        <a:pt x="49226" y="5445"/>
                        <a:pt x="50642" y="5445"/>
                      </a:cubicBezTo>
                      <a:moveTo>
                        <a:pt x="49008" y="18623"/>
                      </a:moveTo>
                      <a:lnTo>
                        <a:pt x="51132" y="19876"/>
                      </a:lnTo>
                      <a:cubicBezTo>
                        <a:pt x="52983" y="20965"/>
                        <a:pt x="54072" y="22925"/>
                        <a:pt x="54072" y="24994"/>
                      </a:cubicBezTo>
                      <a:cubicBezTo>
                        <a:pt x="54072" y="28207"/>
                        <a:pt x="51513" y="30876"/>
                        <a:pt x="48300" y="30984"/>
                      </a:cubicBezTo>
                      <a:lnTo>
                        <a:pt x="46013" y="31093"/>
                      </a:lnTo>
                      <a:lnTo>
                        <a:pt x="44216" y="29623"/>
                      </a:lnTo>
                      <a:cubicBezTo>
                        <a:pt x="43400" y="28915"/>
                        <a:pt x="42038" y="27445"/>
                        <a:pt x="42038" y="25049"/>
                      </a:cubicBezTo>
                      <a:cubicBezTo>
                        <a:pt x="42038" y="22272"/>
                        <a:pt x="43944" y="19876"/>
                        <a:pt x="46612" y="19222"/>
                      </a:cubicBezTo>
                      <a:lnTo>
                        <a:pt x="49008" y="18623"/>
                      </a:lnTo>
                      <a:moveTo>
                        <a:pt x="43181" y="39207"/>
                      </a:moveTo>
                      <a:lnTo>
                        <a:pt x="45088" y="40732"/>
                      </a:lnTo>
                      <a:cubicBezTo>
                        <a:pt x="46776" y="42039"/>
                        <a:pt x="47702" y="43999"/>
                        <a:pt x="47702" y="46068"/>
                      </a:cubicBezTo>
                      <a:cubicBezTo>
                        <a:pt x="47702" y="47919"/>
                        <a:pt x="46939" y="49662"/>
                        <a:pt x="45632" y="50969"/>
                      </a:cubicBezTo>
                      <a:lnTo>
                        <a:pt x="41385" y="55107"/>
                      </a:lnTo>
                      <a:lnTo>
                        <a:pt x="36702" y="51404"/>
                      </a:lnTo>
                      <a:cubicBezTo>
                        <a:pt x="35068" y="50098"/>
                        <a:pt x="34088" y="48137"/>
                        <a:pt x="34088" y="46123"/>
                      </a:cubicBezTo>
                      <a:cubicBezTo>
                        <a:pt x="34088" y="42420"/>
                        <a:pt x="37083" y="39370"/>
                        <a:pt x="40786" y="39316"/>
                      </a:cubicBezTo>
                      <a:lnTo>
                        <a:pt x="43181" y="39207"/>
                      </a:lnTo>
                      <a:moveTo>
                        <a:pt x="41439" y="57013"/>
                      </a:moveTo>
                      <a:lnTo>
                        <a:pt x="47048" y="59736"/>
                      </a:lnTo>
                      <a:cubicBezTo>
                        <a:pt x="51023" y="61696"/>
                        <a:pt x="53528" y="65617"/>
                        <a:pt x="53528" y="69973"/>
                      </a:cubicBezTo>
                      <a:cubicBezTo>
                        <a:pt x="53528" y="76235"/>
                        <a:pt x="48519" y="81300"/>
                        <a:pt x="42311" y="81409"/>
                      </a:cubicBezTo>
                      <a:cubicBezTo>
                        <a:pt x="42093" y="81354"/>
                        <a:pt x="41820" y="81354"/>
                        <a:pt x="41603" y="81354"/>
                      </a:cubicBezTo>
                      <a:lnTo>
                        <a:pt x="38172" y="81191"/>
                      </a:lnTo>
                      <a:lnTo>
                        <a:pt x="35449" y="79230"/>
                      </a:lnTo>
                      <a:cubicBezTo>
                        <a:pt x="32400" y="77052"/>
                        <a:pt x="30603" y="73622"/>
                        <a:pt x="30603" y="69919"/>
                      </a:cubicBezTo>
                      <a:cubicBezTo>
                        <a:pt x="30603" y="65944"/>
                        <a:pt x="32672" y="62295"/>
                        <a:pt x="36157" y="60171"/>
                      </a:cubicBezTo>
                      <a:lnTo>
                        <a:pt x="41439" y="57013"/>
                      </a:lnTo>
                      <a:moveTo>
                        <a:pt x="35885" y="87943"/>
                      </a:moveTo>
                      <a:cubicBezTo>
                        <a:pt x="35721" y="101230"/>
                        <a:pt x="34415" y="111630"/>
                        <a:pt x="32945" y="120833"/>
                      </a:cubicBezTo>
                      <a:cubicBezTo>
                        <a:pt x="32019" y="126278"/>
                        <a:pt x="30494" y="131506"/>
                        <a:pt x="28261" y="136788"/>
                      </a:cubicBezTo>
                      <a:cubicBezTo>
                        <a:pt x="25757" y="142506"/>
                        <a:pt x="23143" y="148605"/>
                        <a:pt x="21346" y="154976"/>
                      </a:cubicBezTo>
                      <a:cubicBezTo>
                        <a:pt x="19767" y="160476"/>
                        <a:pt x="18133" y="166411"/>
                        <a:pt x="16336" y="173599"/>
                      </a:cubicBezTo>
                      <a:lnTo>
                        <a:pt x="11217" y="192440"/>
                      </a:lnTo>
                      <a:cubicBezTo>
                        <a:pt x="9638" y="197940"/>
                        <a:pt x="7950" y="203821"/>
                        <a:pt x="6044" y="209811"/>
                      </a:cubicBezTo>
                      <a:cubicBezTo>
                        <a:pt x="5990" y="204147"/>
                        <a:pt x="5826" y="198212"/>
                        <a:pt x="5663" y="191841"/>
                      </a:cubicBezTo>
                      <a:lnTo>
                        <a:pt x="5445" y="172292"/>
                      </a:lnTo>
                      <a:cubicBezTo>
                        <a:pt x="5609" y="164614"/>
                        <a:pt x="5826" y="158352"/>
                        <a:pt x="6208" y="152471"/>
                      </a:cubicBezTo>
                      <a:cubicBezTo>
                        <a:pt x="6425" y="149367"/>
                        <a:pt x="6534" y="146209"/>
                        <a:pt x="6643" y="143050"/>
                      </a:cubicBezTo>
                      <a:cubicBezTo>
                        <a:pt x="6807" y="139402"/>
                        <a:pt x="6916" y="135590"/>
                        <a:pt x="7188" y="131887"/>
                      </a:cubicBezTo>
                      <a:cubicBezTo>
                        <a:pt x="7733" y="125407"/>
                        <a:pt x="9420" y="119254"/>
                        <a:pt x="12252" y="113700"/>
                      </a:cubicBezTo>
                      <a:cubicBezTo>
                        <a:pt x="18242" y="102046"/>
                        <a:pt x="25866" y="93552"/>
                        <a:pt x="34960" y="88487"/>
                      </a:cubicBezTo>
                      <a:lnTo>
                        <a:pt x="35885" y="87943"/>
                      </a:lnTo>
                      <a:moveTo>
                        <a:pt x="50642" y="0"/>
                      </a:moveTo>
                      <a:cubicBezTo>
                        <a:pt x="46231" y="0"/>
                        <a:pt x="42637" y="3594"/>
                        <a:pt x="42637" y="8005"/>
                      </a:cubicBezTo>
                      <a:cubicBezTo>
                        <a:pt x="42637" y="10401"/>
                        <a:pt x="43672" y="12470"/>
                        <a:pt x="45305" y="13940"/>
                      </a:cubicBezTo>
                      <a:cubicBezTo>
                        <a:pt x="40296" y="15138"/>
                        <a:pt x="36538" y="19658"/>
                        <a:pt x="36538" y="25049"/>
                      </a:cubicBezTo>
                      <a:cubicBezTo>
                        <a:pt x="36538" y="28588"/>
                        <a:pt x="38172" y="31692"/>
                        <a:pt x="40677" y="33816"/>
                      </a:cubicBezTo>
                      <a:cubicBezTo>
                        <a:pt x="33979" y="33925"/>
                        <a:pt x="28588" y="39370"/>
                        <a:pt x="28588" y="46068"/>
                      </a:cubicBezTo>
                      <a:cubicBezTo>
                        <a:pt x="28588" y="49934"/>
                        <a:pt x="30439" y="53365"/>
                        <a:pt x="33271" y="55597"/>
                      </a:cubicBezTo>
                      <a:cubicBezTo>
                        <a:pt x="28425" y="58538"/>
                        <a:pt x="25103" y="63875"/>
                        <a:pt x="25103" y="69973"/>
                      </a:cubicBezTo>
                      <a:cubicBezTo>
                        <a:pt x="25103" y="75636"/>
                        <a:pt x="27935" y="80646"/>
                        <a:pt x="32237" y="83695"/>
                      </a:cubicBezTo>
                      <a:cubicBezTo>
                        <a:pt x="20747" y="90121"/>
                        <a:pt x="12851" y="100467"/>
                        <a:pt x="7351" y="111195"/>
                      </a:cubicBezTo>
                      <a:cubicBezTo>
                        <a:pt x="4139" y="117620"/>
                        <a:pt x="2287" y="124482"/>
                        <a:pt x="1742" y="131452"/>
                      </a:cubicBezTo>
                      <a:cubicBezTo>
                        <a:pt x="1198" y="138476"/>
                        <a:pt x="1198" y="145392"/>
                        <a:pt x="762" y="152144"/>
                      </a:cubicBezTo>
                      <a:cubicBezTo>
                        <a:pt x="381" y="158896"/>
                        <a:pt x="164" y="165540"/>
                        <a:pt x="0" y="172183"/>
                      </a:cubicBezTo>
                      <a:lnTo>
                        <a:pt x="218" y="191950"/>
                      </a:lnTo>
                      <a:cubicBezTo>
                        <a:pt x="544" y="205073"/>
                        <a:pt x="762" y="217979"/>
                        <a:pt x="708" y="231156"/>
                      </a:cubicBezTo>
                      <a:cubicBezTo>
                        <a:pt x="708" y="231810"/>
                        <a:pt x="1089" y="232409"/>
                        <a:pt x="1742" y="232681"/>
                      </a:cubicBezTo>
                      <a:cubicBezTo>
                        <a:pt x="1960" y="232790"/>
                        <a:pt x="2178" y="232790"/>
                        <a:pt x="2396" y="232790"/>
                      </a:cubicBezTo>
                      <a:cubicBezTo>
                        <a:pt x="3049" y="232790"/>
                        <a:pt x="3649" y="232409"/>
                        <a:pt x="3921" y="231755"/>
                      </a:cubicBezTo>
                      <a:cubicBezTo>
                        <a:pt x="9094" y="219449"/>
                        <a:pt x="12851" y="206598"/>
                        <a:pt x="16445" y="193964"/>
                      </a:cubicBezTo>
                      <a:lnTo>
                        <a:pt x="21563" y="175015"/>
                      </a:lnTo>
                      <a:cubicBezTo>
                        <a:pt x="23143" y="168752"/>
                        <a:pt x="24777" y="162545"/>
                        <a:pt x="26573" y="156500"/>
                      </a:cubicBezTo>
                      <a:cubicBezTo>
                        <a:pt x="28316" y="150456"/>
                        <a:pt x="30767" y="144629"/>
                        <a:pt x="33271" y="138966"/>
                      </a:cubicBezTo>
                      <a:cubicBezTo>
                        <a:pt x="35721" y="133303"/>
                        <a:pt x="37410" y="127640"/>
                        <a:pt x="38336" y="121759"/>
                      </a:cubicBezTo>
                      <a:cubicBezTo>
                        <a:pt x="40023" y="110922"/>
                        <a:pt x="41276" y="100304"/>
                        <a:pt x="41385" y="86854"/>
                      </a:cubicBezTo>
                      <a:cubicBezTo>
                        <a:pt x="41603" y="86854"/>
                        <a:pt x="41820" y="86908"/>
                        <a:pt x="42093" y="86908"/>
                      </a:cubicBezTo>
                      <a:cubicBezTo>
                        <a:pt x="51404" y="86908"/>
                        <a:pt x="58973" y="79339"/>
                        <a:pt x="58973" y="70028"/>
                      </a:cubicBezTo>
                      <a:cubicBezTo>
                        <a:pt x="58973" y="63330"/>
                        <a:pt x="55053" y="57612"/>
                        <a:pt x="49444" y="54890"/>
                      </a:cubicBezTo>
                      <a:cubicBezTo>
                        <a:pt x="51731" y="52657"/>
                        <a:pt x="53201" y="49553"/>
                        <a:pt x="53201" y="46068"/>
                      </a:cubicBezTo>
                      <a:cubicBezTo>
                        <a:pt x="53201" y="42147"/>
                        <a:pt x="51350" y="38717"/>
                        <a:pt x="48519" y="36484"/>
                      </a:cubicBezTo>
                      <a:cubicBezTo>
                        <a:pt x="54672" y="36266"/>
                        <a:pt x="59572" y="31256"/>
                        <a:pt x="59572" y="25049"/>
                      </a:cubicBezTo>
                      <a:cubicBezTo>
                        <a:pt x="59572" y="20856"/>
                        <a:pt x="57340" y="17262"/>
                        <a:pt x="54018" y="15247"/>
                      </a:cubicBezTo>
                      <a:cubicBezTo>
                        <a:pt x="56795" y="13995"/>
                        <a:pt x="58701" y="11217"/>
                        <a:pt x="58701" y="8005"/>
                      </a:cubicBezTo>
                      <a:cubicBezTo>
                        <a:pt x="58592" y="3594"/>
                        <a:pt x="55053" y="0"/>
                        <a:pt x="50642" y="0"/>
                      </a:cubicBezTo>
                      <a:lnTo>
                        <a:pt x="50642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8" name="Forme libre : forme 1017">
                  <a:extLst>
                    <a:ext uri="{FF2B5EF4-FFF2-40B4-BE49-F238E27FC236}">
                      <a16:creationId xmlns:a16="http://schemas.microsoft.com/office/drawing/2014/main" id="{DFFCCB76-9879-4A87-B5FA-7EA98477AD94}"/>
                    </a:ext>
                  </a:extLst>
                </p:cNvPr>
                <p:cNvSpPr/>
                <p:nvPr/>
              </p:nvSpPr>
              <p:spPr>
                <a:xfrm>
                  <a:off x="8016620" y="4952574"/>
                  <a:ext cx="135037" cy="193256"/>
                </a:xfrm>
                <a:custGeom>
                  <a:avLst/>
                  <a:gdLst>
                    <a:gd name="connsiteX0" fmla="*/ 128285 w 135037"/>
                    <a:gd name="connsiteY0" fmla="*/ 5445 h 193256"/>
                    <a:gd name="connsiteX1" fmla="*/ 129538 w 135037"/>
                    <a:gd name="connsiteY1" fmla="*/ 6698 h 193256"/>
                    <a:gd name="connsiteX2" fmla="*/ 128340 w 135037"/>
                    <a:gd name="connsiteY2" fmla="*/ 7896 h 193256"/>
                    <a:gd name="connsiteX3" fmla="*/ 127414 w 135037"/>
                    <a:gd name="connsiteY3" fmla="*/ 7950 h 193256"/>
                    <a:gd name="connsiteX4" fmla="*/ 127142 w 135037"/>
                    <a:gd name="connsiteY4" fmla="*/ 6970 h 193256"/>
                    <a:gd name="connsiteX5" fmla="*/ 127087 w 135037"/>
                    <a:gd name="connsiteY5" fmla="*/ 6698 h 193256"/>
                    <a:gd name="connsiteX6" fmla="*/ 127087 w 135037"/>
                    <a:gd name="connsiteY6" fmla="*/ 6698 h 193256"/>
                    <a:gd name="connsiteX7" fmla="*/ 127033 w 135037"/>
                    <a:gd name="connsiteY7" fmla="*/ 6480 h 193256"/>
                    <a:gd name="connsiteX8" fmla="*/ 128285 w 135037"/>
                    <a:gd name="connsiteY8" fmla="*/ 5445 h 193256"/>
                    <a:gd name="connsiteX9" fmla="*/ 120607 w 135037"/>
                    <a:gd name="connsiteY9" fmla="*/ 13777 h 193256"/>
                    <a:gd name="connsiteX10" fmla="*/ 121206 w 135037"/>
                    <a:gd name="connsiteY10" fmla="*/ 13831 h 193256"/>
                    <a:gd name="connsiteX11" fmla="*/ 123112 w 135037"/>
                    <a:gd name="connsiteY11" fmla="*/ 14104 h 193256"/>
                    <a:gd name="connsiteX12" fmla="*/ 124038 w 135037"/>
                    <a:gd name="connsiteY12" fmla="*/ 15846 h 193256"/>
                    <a:gd name="connsiteX13" fmla="*/ 124528 w 135037"/>
                    <a:gd name="connsiteY13" fmla="*/ 17589 h 193256"/>
                    <a:gd name="connsiteX14" fmla="*/ 120716 w 135037"/>
                    <a:gd name="connsiteY14" fmla="*/ 21401 h 193256"/>
                    <a:gd name="connsiteX15" fmla="*/ 118919 w 135037"/>
                    <a:gd name="connsiteY15" fmla="*/ 20910 h 193256"/>
                    <a:gd name="connsiteX16" fmla="*/ 117993 w 135037"/>
                    <a:gd name="connsiteY16" fmla="*/ 20420 h 193256"/>
                    <a:gd name="connsiteX17" fmla="*/ 117503 w 135037"/>
                    <a:gd name="connsiteY17" fmla="*/ 19658 h 193256"/>
                    <a:gd name="connsiteX18" fmla="*/ 116850 w 135037"/>
                    <a:gd name="connsiteY18" fmla="*/ 17589 h 193256"/>
                    <a:gd name="connsiteX19" fmla="*/ 120607 w 135037"/>
                    <a:gd name="connsiteY19" fmla="*/ 13777 h 193256"/>
                    <a:gd name="connsiteX20" fmla="*/ 106994 w 135037"/>
                    <a:gd name="connsiteY20" fmla="*/ 26465 h 193256"/>
                    <a:gd name="connsiteX21" fmla="*/ 110152 w 135037"/>
                    <a:gd name="connsiteY21" fmla="*/ 27390 h 193256"/>
                    <a:gd name="connsiteX22" fmla="*/ 111187 w 135037"/>
                    <a:gd name="connsiteY22" fmla="*/ 28044 h 193256"/>
                    <a:gd name="connsiteX23" fmla="*/ 111895 w 135037"/>
                    <a:gd name="connsiteY23" fmla="*/ 29024 h 193256"/>
                    <a:gd name="connsiteX24" fmla="*/ 113147 w 135037"/>
                    <a:gd name="connsiteY24" fmla="*/ 32672 h 193256"/>
                    <a:gd name="connsiteX25" fmla="*/ 106994 w 135037"/>
                    <a:gd name="connsiteY25" fmla="*/ 38826 h 193256"/>
                    <a:gd name="connsiteX26" fmla="*/ 105142 w 135037"/>
                    <a:gd name="connsiteY26" fmla="*/ 38499 h 193256"/>
                    <a:gd name="connsiteX27" fmla="*/ 102093 w 135037"/>
                    <a:gd name="connsiteY27" fmla="*/ 37519 h 193256"/>
                    <a:gd name="connsiteX28" fmla="*/ 101167 w 135037"/>
                    <a:gd name="connsiteY28" fmla="*/ 34469 h 193256"/>
                    <a:gd name="connsiteX29" fmla="*/ 100840 w 135037"/>
                    <a:gd name="connsiteY29" fmla="*/ 32672 h 193256"/>
                    <a:gd name="connsiteX30" fmla="*/ 106994 w 135037"/>
                    <a:gd name="connsiteY30" fmla="*/ 26465 h 193256"/>
                    <a:gd name="connsiteX31" fmla="*/ 98716 w 135037"/>
                    <a:gd name="connsiteY31" fmla="*/ 40840 h 193256"/>
                    <a:gd name="connsiteX32" fmla="*/ 98445 w 135037"/>
                    <a:gd name="connsiteY32" fmla="*/ 41494 h 193256"/>
                    <a:gd name="connsiteX33" fmla="*/ 90984 w 135037"/>
                    <a:gd name="connsiteY33" fmla="*/ 56850 h 193256"/>
                    <a:gd name="connsiteX34" fmla="*/ 79222 w 135037"/>
                    <a:gd name="connsiteY34" fmla="*/ 76290 h 193256"/>
                    <a:gd name="connsiteX35" fmla="*/ 65609 w 135037"/>
                    <a:gd name="connsiteY35" fmla="*/ 92953 h 193256"/>
                    <a:gd name="connsiteX36" fmla="*/ 64737 w 135037"/>
                    <a:gd name="connsiteY36" fmla="*/ 93824 h 193256"/>
                    <a:gd name="connsiteX37" fmla="*/ 49872 w 135037"/>
                    <a:gd name="connsiteY37" fmla="*/ 110323 h 193256"/>
                    <a:gd name="connsiteX38" fmla="*/ 36313 w 135037"/>
                    <a:gd name="connsiteY38" fmla="*/ 129165 h 193256"/>
                    <a:gd name="connsiteX39" fmla="*/ 23625 w 135037"/>
                    <a:gd name="connsiteY39" fmla="*/ 149040 h 193256"/>
                    <a:gd name="connsiteX40" fmla="*/ 13061 w 135037"/>
                    <a:gd name="connsiteY40" fmla="*/ 168045 h 193256"/>
                    <a:gd name="connsiteX41" fmla="*/ 18561 w 135037"/>
                    <a:gd name="connsiteY41" fmla="*/ 146971 h 193256"/>
                    <a:gd name="connsiteX42" fmla="*/ 26674 w 135037"/>
                    <a:gd name="connsiteY42" fmla="*/ 124264 h 193256"/>
                    <a:gd name="connsiteX43" fmla="*/ 36966 w 135037"/>
                    <a:gd name="connsiteY43" fmla="*/ 102210 h 193256"/>
                    <a:gd name="connsiteX44" fmla="*/ 40451 w 135037"/>
                    <a:gd name="connsiteY44" fmla="*/ 95349 h 193256"/>
                    <a:gd name="connsiteX45" fmla="*/ 48347 w 135037"/>
                    <a:gd name="connsiteY45" fmla="*/ 80156 h 193256"/>
                    <a:gd name="connsiteX46" fmla="*/ 62832 w 135037"/>
                    <a:gd name="connsiteY46" fmla="*/ 61914 h 193256"/>
                    <a:gd name="connsiteX47" fmla="*/ 82218 w 135037"/>
                    <a:gd name="connsiteY47" fmla="*/ 47865 h 193256"/>
                    <a:gd name="connsiteX48" fmla="*/ 97682 w 135037"/>
                    <a:gd name="connsiteY48" fmla="*/ 41222 h 193256"/>
                    <a:gd name="connsiteX49" fmla="*/ 98716 w 135037"/>
                    <a:gd name="connsiteY49" fmla="*/ 40840 h 193256"/>
                    <a:gd name="connsiteX50" fmla="*/ 128285 w 135037"/>
                    <a:gd name="connsiteY50" fmla="*/ 0 h 193256"/>
                    <a:gd name="connsiteX51" fmla="*/ 121587 w 135037"/>
                    <a:gd name="connsiteY51" fmla="*/ 6698 h 193256"/>
                    <a:gd name="connsiteX52" fmla="*/ 121968 w 135037"/>
                    <a:gd name="connsiteY52" fmla="*/ 8495 h 193256"/>
                    <a:gd name="connsiteX53" fmla="*/ 120716 w 135037"/>
                    <a:gd name="connsiteY53" fmla="*/ 8386 h 193256"/>
                    <a:gd name="connsiteX54" fmla="*/ 111459 w 135037"/>
                    <a:gd name="connsiteY54" fmla="*/ 17643 h 193256"/>
                    <a:gd name="connsiteX55" fmla="*/ 112983 w 135037"/>
                    <a:gd name="connsiteY55" fmla="*/ 22762 h 193256"/>
                    <a:gd name="connsiteX56" fmla="*/ 107048 w 135037"/>
                    <a:gd name="connsiteY56" fmla="*/ 21074 h 193256"/>
                    <a:gd name="connsiteX57" fmla="*/ 95449 w 135037"/>
                    <a:gd name="connsiteY57" fmla="*/ 32672 h 193256"/>
                    <a:gd name="connsiteX58" fmla="*/ 95994 w 135037"/>
                    <a:gd name="connsiteY58" fmla="*/ 36049 h 193256"/>
                    <a:gd name="connsiteX59" fmla="*/ 79549 w 135037"/>
                    <a:gd name="connsiteY59" fmla="*/ 43128 h 193256"/>
                    <a:gd name="connsiteX60" fmla="*/ 59129 w 135037"/>
                    <a:gd name="connsiteY60" fmla="*/ 57939 h 193256"/>
                    <a:gd name="connsiteX61" fmla="*/ 43609 w 135037"/>
                    <a:gd name="connsiteY61" fmla="*/ 77488 h 193256"/>
                    <a:gd name="connsiteX62" fmla="*/ 32120 w 135037"/>
                    <a:gd name="connsiteY62" fmla="*/ 99759 h 193256"/>
                    <a:gd name="connsiteX63" fmla="*/ 21610 w 135037"/>
                    <a:gd name="connsiteY63" fmla="*/ 122140 h 193256"/>
                    <a:gd name="connsiteX64" fmla="*/ 13333 w 135037"/>
                    <a:gd name="connsiteY64" fmla="*/ 145337 h 193256"/>
                    <a:gd name="connsiteX65" fmla="*/ 7289 w 135037"/>
                    <a:gd name="connsiteY65" fmla="*/ 168970 h 193256"/>
                    <a:gd name="connsiteX66" fmla="*/ 210 w 135037"/>
                    <a:gd name="connsiteY66" fmla="*/ 190752 h 193256"/>
                    <a:gd name="connsiteX67" fmla="*/ 210 w 135037"/>
                    <a:gd name="connsiteY67" fmla="*/ 190806 h 193256"/>
                    <a:gd name="connsiteX68" fmla="*/ 373 w 135037"/>
                    <a:gd name="connsiteY68" fmla="*/ 192712 h 193256"/>
                    <a:gd name="connsiteX69" fmla="*/ 1626 w 135037"/>
                    <a:gd name="connsiteY69" fmla="*/ 193257 h 193256"/>
                    <a:gd name="connsiteX70" fmla="*/ 2714 w 135037"/>
                    <a:gd name="connsiteY70" fmla="*/ 192821 h 193256"/>
                    <a:gd name="connsiteX71" fmla="*/ 16927 w 135037"/>
                    <a:gd name="connsiteY71" fmla="*/ 172401 h 193256"/>
                    <a:gd name="connsiteX72" fmla="*/ 28308 w 135037"/>
                    <a:gd name="connsiteY72" fmla="*/ 151872 h 193256"/>
                    <a:gd name="connsiteX73" fmla="*/ 40778 w 135037"/>
                    <a:gd name="connsiteY73" fmla="*/ 132323 h 193256"/>
                    <a:gd name="connsiteX74" fmla="*/ 54174 w 135037"/>
                    <a:gd name="connsiteY74" fmla="*/ 113700 h 193256"/>
                    <a:gd name="connsiteX75" fmla="*/ 69529 w 135037"/>
                    <a:gd name="connsiteY75" fmla="*/ 96765 h 193256"/>
                    <a:gd name="connsiteX76" fmla="*/ 83796 w 135037"/>
                    <a:gd name="connsiteY76" fmla="*/ 79339 h 193256"/>
                    <a:gd name="connsiteX77" fmla="*/ 95776 w 135037"/>
                    <a:gd name="connsiteY77" fmla="*/ 59518 h 193256"/>
                    <a:gd name="connsiteX78" fmla="*/ 103454 w 135037"/>
                    <a:gd name="connsiteY78" fmla="*/ 43618 h 193256"/>
                    <a:gd name="connsiteX79" fmla="*/ 106994 w 135037"/>
                    <a:gd name="connsiteY79" fmla="*/ 44217 h 193256"/>
                    <a:gd name="connsiteX80" fmla="*/ 118592 w 135037"/>
                    <a:gd name="connsiteY80" fmla="*/ 32618 h 193256"/>
                    <a:gd name="connsiteX81" fmla="*/ 116306 w 135037"/>
                    <a:gd name="connsiteY81" fmla="*/ 25757 h 193256"/>
                    <a:gd name="connsiteX82" fmla="*/ 120716 w 135037"/>
                    <a:gd name="connsiteY82" fmla="*/ 26900 h 193256"/>
                    <a:gd name="connsiteX83" fmla="*/ 129973 w 135037"/>
                    <a:gd name="connsiteY83" fmla="*/ 17643 h 193256"/>
                    <a:gd name="connsiteX84" fmla="*/ 128884 w 135037"/>
                    <a:gd name="connsiteY84" fmla="*/ 13341 h 193256"/>
                    <a:gd name="connsiteX85" fmla="*/ 135037 w 135037"/>
                    <a:gd name="connsiteY85" fmla="*/ 6753 h 193256"/>
                    <a:gd name="connsiteX86" fmla="*/ 128285 w 135037"/>
                    <a:gd name="connsiteY86" fmla="*/ 0 h 193256"/>
                    <a:gd name="connsiteX87" fmla="*/ 128285 w 135037"/>
                    <a:gd name="connsiteY87" fmla="*/ 0 h 193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</a:cxnLst>
                  <a:rect l="l" t="t" r="r" b="b"/>
                  <a:pathLst>
                    <a:path w="135037" h="193256">
                      <a:moveTo>
                        <a:pt x="128285" y="5445"/>
                      </a:moveTo>
                      <a:cubicBezTo>
                        <a:pt x="128993" y="5445"/>
                        <a:pt x="129538" y="5990"/>
                        <a:pt x="129538" y="6698"/>
                      </a:cubicBezTo>
                      <a:cubicBezTo>
                        <a:pt x="129538" y="7406"/>
                        <a:pt x="128939" y="7841"/>
                        <a:pt x="128340" y="7896"/>
                      </a:cubicBezTo>
                      <a:lnTo>
                        <a:pt x="127414" y="7950"/>
                      </a:lnTo>
                      <a:lnTo>
                        <a:pt x="127142" y="6970"/>
                      </a:lnTo>
                      <a:lnTo>
                        <a:pt x="127087" y="6698"/>
                      </a:lnTo>
                      <a:lnTo>
                        <a:pt x="127087" y="6698"/>
                      </a:lnTo>
                      <a:lnTo>
                        <a:pt x="127033" y="6480"/>
                      </a:lnTo>
                      <a:cubicBezTo>
                        <a:pt x="127142" y="5881"/>
                        <a:pt x="127686" y="5445"/>
                        <a:pt x="128285" y="5445"/>
                      </a:cubicBezTo>
                      <a:moveTo>
                        <a:pt x="120607" y="13777"/>
                      </a:moveTo>
                      <a:lnTo>
                        <a:pt x="121206" y="13831"/>
                      </a:lnTo>
                      <a:lnTo>
                        <a:pt x="123112" y="14104"/>
                      </a:lnTo>
                      <a:lnTo>
                        <a:pt x="124038" y="15846"/>
                      </a:lnTo>
                      <a:cubicBezTo>
                        <a:pt x="124365" y="16445"/>
                        <a:pt x="124528" y="17044"/>
                        <a:pt x="124528" y="17589"/>
                      </a:cubicBezTo>
                      <a:cubicBezTo>
                        <a:pt x="124528" y="19713"/>
                        <a:pt x="122785" y="21401"/>
                        <a:pt x="120716" y="21401"/>
                      </a:cubicBezTo>
                      <a:cubicBezTo>
                        <a:pt x="120117" y="21401"/>
                        <a:pt x="119518" y="21237"/>
                        <a:pt x="118919" y="20910"/>
                      </a:cubicBezTo>
                      <a:lnTo>
                        <a:pt x="117993" y="20420"/>
                      </a:lnTo>
                      <a:lnTo>
                        <a:pt x="117503" y="19658"/>
                      </a:lnTo>
                      <a:cubicBezTo>
                        <a:pt x="117231" y="19222"/>
                        <a:pt x="116850" y="18514"/>
                        <a:pt x="116850" y="17589"/>
                      </a:cubicBezTo>
                      <a:cubicBezTo>
                        <a:pt x="116850" y="15520"/>
                        <a:pt x="118592" y="13777"/>
                        <a:pt x="120607" y="13777"/>
                      </a:cubicBezTo>
                      <a:moveTo>
                        <a:pt x="106994" y="26465"/>
                      </a:moveTo>
                      <a:cubicBezTo>
                        <a:pt x="108083" y="26465"/>
                        <a:pt x="109117" y="26792"/>
                        <a:pt x="110152" y="27390"/>
                      </a:cubicBezTo>
                      <a:lnTo>
                        <a:pt x="111187" y="28044"/>
                      </a:lnTo>
                      <a:lnTo>
                        <a:pt x="111895" y="29024"/>
                      </a:lnTo>
                      <a:cubicBezTo>
                        <a:pt x="112439" y="29786"/>
                        <a:pt x="113147" y="31039"/>
                        <a:pt x="113147" y="32672"/>
                      </a:cubicBezTo>
                      <a:cubicBezTo>
                        <a:pt x="113147" y="36049"/>
                        <a:pt x="110370" y="38826"/>
                        <a:pt x="106994" y="38826"/>
                      </a:cubicBezTo>
                      <a:cubicBezTo>
                        <a:pt x="106449" y="38826"/>
                        <a:pt x="105850" y="38717"/>
                        <a:pt x="105142" y="38499"/>
                      </a:cubicBezTo>
                      <a:lnTo>
                        <a:pt x="102093" y="37519"/>
                      </a:lnTo>
                      <a:lnTo>
                        <a:pt x="101167" y="34469"/>
                      </a:lnTo>
                      <a:cubicBezTo>
                        <a:pt x="100949" y="33761"/>
                        <a:pt x="100840" y="33217"/>
                        <a:pt x="100840" y="32672"/>
                      </a:cubicBezTo>
                      <a:cubicBezTo>
                        <a:pt x="100840" y="29187"/>
                        <a:pt x="103617" y="26465"/>
                        <a:pt x="106994" y="26465"/>
                      </a:cubicBezTo>
                      <a:moveTo>
                        <a:pt x="98716" y="40840"/>
                      </a:moveTo>
                      <a:lnTo>
                        <a:pt x="98445" y="41494"/>
                      </a:lnTo>
                      <a:cubicBezTo>
                        <a:pt x="96103" y="47103"/>
                        <a:pt x="93380" y="52330"/>
                        <a:pt x="90984" y="56850"/>
                      </a:cubicBezTo>
                      <a:cubicBezTo>
                        <a:pt x="87281" y="63602"/>
                        <a:pt x="83415" y="69973"/>
                        <a:pt x="79222" y="76290"/>
                      </a:cubicBezTo>
                      <a:cubicBezTo>
                        <a:pt x="75029" y="82552"/>
                        <a:pt x="70564" y="87998"/>
                        <a:pt x="65609" y="92953"/>
                      </a:cubicBezTo>
                      <a:lnTo>
                        <a:pt x="64737" y="93824"/>
                      </a:lnTo>
                      <a:cubicBezTo>
                        <a:pt x="59674" y="98997"/>
                        <a:pt x="54392" y="104388"/>
                        <a:pt x="49872" y="110323"/>
                      </a:cubicBezTo>
                      <a:cubicBezTo>
                        <a:pt x="45243" y="116259"/>
                        <a:pt x="40615" y="122630"/>
                        <a:pt x="36313" y="129165"/>
                      </a:cubicBezTo>
                      <a:cubicBezTo>
                        <a:pt x="32392" y="134773"/>
                        <a:pt x="28363" y="141090"/>
                        <a:pt x="23625" y="149040"/>
                      </a:cubicBezTo>
                      <a:cubicBezTo>
                        <a:pt x="20195" y="154758"/>
                        <a:pt x="16818" y="160857"/>
                        <a:pt x="13061" y="168045"/>
                      </a:cubicBezTo>
                      <a:cubicBezTo>
                        <a:pt x="14422" y="161837"/>
                        <a:pt x="16165" y="155085"/>
                        <a:pt x="18561" y="146971"/>
                      </a:cubicBezTo>
                      <a:cubicBezTo>
                        <a:pt x="21447" y="137986"/>
                        <a:pt x="24061" y="130744"/>
                        <a:pt x="26674" y="124264"/>
                      </a:cubicBezTo>
                      <a:cubicBezTo>
                        <a:pt x="29887" y="116640"/>
                        <a:pt x="33372" y="109235"/>
                        <a:pt x="36966" y="102210"/>
                      </a:cubicBezTo>
                      <a:cubicBezTo>
                        <a:pt x="38109" y="99923"/>
                        <a:pt x="39308" y="97636"/>
                        <a:pt x="40451" y="95349"/>
                      </a:cubicBezTo>
                      <a:cubicBezTo>
                        <a:pt x="43010" y="90339"/>
                        <a:pt x="45624" y="85111"/>
                        <a:pt x="48347" y="80156"/>
                      </a:cubicBezTo>
                      <a:cubicBezTo>
                        <a:pt x="52431" y="73023"/>
                        <a:pt x="57332" y="66924"/>
                        <a:pt x="62832" y="61914"/>
                      </a:cubicBezTo>
                      <a:cubicBezTo>
                        <a:pt x="68821" y="56414"/>
                        <a:pt x="75356" y="51677"/>
                        <a:pt x="82218" y="47865"/>
                      </a:cubicBezTo>
                      <a:cubicBezTo>
                        <a:pt x="87499" y="44979"/>
                        <a:pt x="92563" y="42801"/>
                        <a:pt x="97682" y="41222"/>
                      </a:cubicBezTo>
                      <a:lnTo>
                        <a:pt x="98716" y="40840"/>
                      </a:lnTo>
                      <a:moveTo>
                        <a:pt x="128285" y="0"/>
                      </a:moveTo>
                      <a:cubicBezTo>
                        <a:pt x="124582" y="0"/>
                        <a:pt x="121587" y="2995"/>
                        <a:pt x="121587" y="6698"/>
                      </a:cubicBezTo>
                      <a:cubicBezTo>
                        <a:pt x="121587" y="7351"/>
                        <a:pt x="121805" y="7896"/>
                        <a:pt x="121968" y="8495"/>
                      </a:cubicBezTo>
                      <a:cubicBezTo>
                        <a:pt x="121533" y="8441"/>
                        <a:pt x="121151" y="8386"/>
                        <a:pt x="120716" y="8386"/>
                      </a:cubicBezTo>
                      <a:cubicBezTo>
                        <a:pt x="115598" y="8386"/>
                        <a:pt x="111459" y="12525"/>
                        <a:pt x="111459" y="17643"/>
                      </a:cubicBezTo>
                      <a:cubicBezTo>
                        <a:pt x="111459" y="19549"/>
                        <a:pt x="112004" y="21292"/>
                        <a:pt x="112983" y="22762"/>
                      </a:cubicBezTo>
                      <a:cubicBezTo>
                        <a:pt x="111241" y="21727"/>
                        <a:pt x="109226" y="21074"/>
                        <a:pt x="107048" y="21074"/>
                      </a:cubicBezTo>
                      <a:cubicBezTo>
                        <a:pt x="100623" y="21074"/>
                        <a:pt x="95449" y="26247"/>
                        <a:pt x="95449" y="32672"/>
                      </a:cubicBezTo>
                      <a:cubicBezTo>
                        <a:pt x="95449" y="33870"/>
                        <a:pt x="95667" y="34960"/>
                        <a:pt x="95994" y="36049"/>
                      </a:cubicBezTo>
                      <a:cubicBezTo>
                        <a:pt x="90168" y="37845"/>
                        <a:pt x="84722" y="40296"/>
                        <a:pt x="79549" y="43128"/>
                      </a:cubicBezTo>
                      <a:cubicBezTo>
                        <a:pt x="72089" y="47266"/>
                        <a:pt x="65282" y="52276"/>
                        <a:pt x="59129" y="57939"/>
                      </a:cubicBezTo>
                      <a:cubicBezTo>
                        <a:pt x="52921" y="63548"/>
                        <a:pt x="47748" y="70191"/>
                        <a:pt x="43609" y="77488"/>
                      </a:cubicBezTo>
                      <a:cubicBezTo>
                        <a:pt x="39580" y="84894"/>
                        <a:pt x="35932" y="92354"/>
                        <a:pt x="32120" y="99759"/>
                      </a:cubicBezTo>
                      <a:cubicBezTo>
                        <a:pt x="28308" y="107111"/>
                        <a:pt x="24823" y="114571"/>
                        <a:pt x="21610" y="122140"/>
                      </a:cubicBezTo>
                      <a:cubicBezTo>
                        <a:pt x="18506" y="129764"/>
                        <a:pt x="15838" y="137550"/>
                        <a:pt x="13333" y="145337"/>
                      </a:cubicBezTo>
                      <a:cubicBezTo>
                        <a:pt x="11046" y="153179"/>
                        <a:pt x="8922" y="161129"/>
                        <a:pt x="7289" y="168970"/>
                      </a:cubicBezTo>
                      <a:cubicBezTo>
                        <a:pt x="5601" y="176703"/>
                        <a:pt x="4130" y="184109"/>
                        <a:pt x="210" y="190752"/>
                      </a:cubicBezTo>
                      <a:lnTo>
                        <a:pt x="210" y="190806"/>
                      </a:lnTo>
                      <a:cubicBezTo>
                        <a:pt x="-117" y="191405"/>
                        <a:pt x="-62" y="192168"/>
                        <a:pt x="373" y="192712"/>
                      </a:cubicBezTo>
                      <a:cubicBezTo>
                        <a:pt x="700" y="193093"/>
                        <a:pt x="1136" y="193257"/>
                        <a:pt x="1626" y="193257"/>
                      </a:cubicBezTo>
                      <a:cubicBezTo>
                        <a:pt x="2006" y="193257"/>
                        <a:pt x="2388" y="193148"/>
                        <a:pt x="2714" y="192821"/>
                      </a:cubicBezTo>
                      <a:cubicBezTo>
                        <a:pt x="9086" y="187212"/>
                        <a:pt x="13279" y="179534"/>
                        <a:pt x="16927" y="172401"/>
                      </a:cubicBezTo>
                      <a:cubicBezTo>
                        <a:pt x="20630" y="165322"/>
                        <a:pt x="24333" y="158570"/>
                        <a:pt x="28308" y="151872"/>
                      </a:cubicBezTo>
                      <a:cubicBezTo>
                        <a:pt x="32283" y="145229"/>
                        <a:pt x="36367" y="138640"/>
                        <a:pt x="40778" y="132323"/>
                      </a:cubicBezTo>
                      <a:cubicBezTo>
                        <a:pt x="45025" y="125898"/>
                        <a:pt x="49491" y="119690"/>
                        <a:pt x="54174" y="113700"/>
                      </a:cubicBezTo>
                      <a:cubicBezTo>
                        <a:pt x="58802" y="107655"/>
                        <a:pt x="64193" y="102155"/>
                        <a:pt x="69529" y="96765"/>
                      </a:cubicBezTo>
                      <a:cubicBezTo>
                        <a:pt x="74920" y="91428"/>
                        <a:pt x="79603" y="85602"/>
                        <a:pt x="83796" y="79339"/>
                      </a:cubicBezTo>
                      <a:cubicBezTo>
                        <a:pt x="87989" y="73023"/>
                        <a:pt x="91964" y="66488"/>
                        <a:pt x="95776" y="59518"/>
                      </a:cubicBezTo>
                      <a:cubicBezTo>
                        <a:pt x="98445" y="54454"/>
                        <a:pt x="101113" y="49335"/>
                        <a:pt x="103454" y="43618"/>
                      </a:cubicBezTo>
                      <a:cubicBezTo>
                        <a:pt x="104598" y="43999"/>
                        <a:pt x="105741" y="44217"/>
                        <a:pt x="106994" y="44217"/>
                      </a:cubicBezTo>
                      <a:cubicBezTo>
                        <a:pt x="113365" y="44217"/>
                        <a:pt x="118592" y="39044"/>
                        <a:pt x="118592" y="32618"/>
                      </a:cubicBezTo>
                      <a:cubicBezTo>
                        <a:pt x="118592" y="30059"/>
                        <a:pt x="117721" y="27663"/>
                        <a:pt x="116306" y="25757"/>
                      </a:cubicBezTo>
                      <a:cubicBezTo>
                        <a:pt x="117612" y="26465"/>
                        <a:pt x="119082" y="26900"/>
                        <a:pt x="120716" y="26900"/>
                      </a:cubicBezTo>
                      <a:cubicBezTo>
                        <a:pt x="125835" y="26900"/>
                        <a:pt x="129973" y="22762"/>
                        <a:pt x="129973" y="17643"/>
                      </a:cubicBezTo>
                      <a:cubicBezTo>
                        <a:pt x="129973" y="16064"/>
                        <a:pt x="129538" y="14648"/>
                        <a:pt x="128884" y="13341"/>
                      </a:cubicBezTo>
                      <a:cubicBezTo>
                        <a:pt x="132315" y="13069"/>
                        <a:pt x="135037" y="10237"/>
                        <a:pt x="135037" y="6753"/>
                      </a:cubicBezTo>
                      <a:cubicBezTo>
                        <a:pt x="135037" y="2995"/>
                        <a:pt x="131988" y="0"/>
                        <a:pt x="128285" y="0"/>
                      </a:cubicBezTo>
                      <a:lnTo>
                        <a:pt x="128285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9" name="Forme libre : forme 1018">
                  <a:extLst>
                    <a:ext uri="{FF2B5EF4-FFF2-40B4-BE49-F238E27FC236}">
                      <a16:creationId xmlns:a16="http://schemas.microsoft.com/office/drawing/2014/main" id="{985A324C-6CB2-4E38-90D4-CF28FBB1C01B}"/>
                    </a:ext>
                  </a:extLst>
                </p:cNvPr>
                <p:cNvSpPr/>
                <p:nvPr/>
              </p:nvSpPr>
              <p:spPr>
                <a:xfrm>
                  <a:off x="8030934" y="5023418"/>
                  <a:ext cx="199246" cy="134991"/>
                </a:xfrm>
                <a:custGeom>
                  <a:avLst/>
                  <a:gdLst>
                    <a:gd name="connsiteX0" fmla="*/ 189553 w 199246"/>
                    <a:gd name="connsiteY0" fmla="*/ 5445 h 134991"/>
                    <a:gd name="connsiteX1" fmla="*/ 193746 w 199246"/>
                    <a:gd name="connsiteY1" fmla="*/ 9638 h 134991"/>
                    <a:gd name="connsiteX2" fmla="*/ 189553 w 199246"/>
                    <a:gd name="connsiteY2" fmla="*/ 13831 h 134991"/>
                    <a:gd name="connsiteX3" fmla="*/ 187321 w 199246"/>
                    <a:gd name="connsiteY3" fmla="*/ 13178 h 134991"/>
                    <a:gd name="connsiteX4" fmla="*/ 186014 w 199246"/>
                    <a:gd name="connsiteY4" fmla="*/ 12361 h 134991"/>
                    <a:gd name="connsiteX5" fmla="*/ 185578 w 199246"/>
                    <a:gd name="connsiteY5" fmla="*/ 10836 h 134991"/>
                    <a:gd name="connsiteX6" fmla="*/ 185360 w 199246"/>
                    <a:gd name="connsiteY6" fmla="*/ 9638 h 134991"/>
                    <a:gd name="connsiteX7" fmla="*/ 189553 w 199246"/>
                    <a:gd name="connsiteY7" fmla="*/ 5445 h 134991"/>
                    <a:gd name="connsiteX8" fmla="*/ 176757 w 199246"/>
                    <a:gd name="connsiteY8" fmla="*/ 16935 h 134991"/>
                    <a:gd name="connsiteX9" fmla="*/ 177846 w 199246"/>
                    <a:gd name="connsiteY9" fmla="*/ 17208 h 134991"/>
                    <a:gd name="connsiteX10" fmla="*/ 178881 w 199246"/>
                    <a:gd name="connsiteY10" fmla="*/ 17752 h 134991"/>
                    <a:gd name="connsiteX11" fmla="*/ 179098 w 199246"/>
                    <a:gd name="connsiteY11" fmla="*/ 18841 h 134991"/>
                    <a:gd name="connsiteX12" fmla="*/ 179153 w 199246"/>
                    <a:gd name="connsiteY12" fmla="*/ 19331 h 134991"/>
                    <a:gd name="connsiteX13" fmla="*/ 176757 w 199246"/>
                    <a:gd name="connsiteY13" fmla="*/ 21727 h 134991"/>
                    <a:gd name="connsiteX14" fmla="*/ 175450 w 199246"/>
                    <a:gd name="connsiteY14" fmla="*/ 21346 h 134991"/>
                    <a:gd name="connsiteX15" fmla="*/ 174742 w 199246"/>
                    <a:gd name="connsiteY15" fmla="*/ 20910 h 134991"/>
                    <a:gd name="connsiteX16" fmla="*/ 174470 w 199246"/>
                    <a:gd name="connsiteY16" fmla="*/ 20093 h 134991"/>
                    <a:gd name="connsiteX17" fmla="*/ 174306 w 199246"/>
                    <a:gd name="connsiteY17" fmla="*/ 19331 h 134991"/>
                    <a:gd name="connsiteX18" fmla="*/ 176757 w 199246"/>
                    <a:gd name="connsiteY18" fmla="*/ 16935 h 134991"/>
                    <a:gd name="connsiteX19" fmla="*/ 165703 w 199246"/>
                    <a:gd name="connsiteY19" fmla="*/ 26138 h 134991"/>
                    <a:gd name="connsiteX20" fmla="*/ 166465 w 199246"/>
                    <a:gd name="connsiteY20" fmla="*/ 26465 h 134991"/>
                    <a:gd name="connsiteX21" fmla="*/ 167009 w 199246"/>
                    <a:gd name="connsiteY21" fmla="*/ 26792 h 134991"/>
                    <a:gd name="connsiteX22" fmla="*/ 167173 w 199246"/>
                    <a:gd name="connsiteY22" fmla="*/ 27390 h 134991"/>
                    <a:gd name="connsiteX23" fmla="*/ 167282 w 199246"/>
                    <a:gd name="connsiteY23" fmla="*/ 27772 h 134991"/>
                    <a:gd name="connsiteX24" fmla="*/ 167336 w 199246"/>
                    <a:gd name="connsiteY24" fmla="*/ 27989 h 134991"/>
                    <a:gd name="connsiteX25" fmla="*/ 165648 w 199246"/>
                    <a:gd name="connsiteY25" fmla="*/ 29460 h 134991"/>
                    <a:gd name="connsiteX26" fmla="*/ 164722 w 199246"/>
                    <a:gd name="connsiteY26" fmla="*/ 29024 h 134991"/>
                    <a:gd name="connsiteX27" fmla="*/ 164232 w 199246"/>
                    <a:gd name="connsiteY27" fmla="*/ 28643 h 134991"/>
                    <a:gd name="connsiteX28" fmla="*/ 164123 w 199246"/>
                    <a:gd name="connsiteY28" fmla="*/ 28371 h 134991"/>
                    <a:gd name="connsiteX29" fmla="*/ 163960 w 199246"/>
                    <a:gd name="connsiteY29" fmla="*/ 27772 h 134991"/>
                    <a:gd name="connsiteX30" fmla="*/ 165703 w 199246"/>
                    <a:gd name="connsiteY30" fmla="*/ 26138 h 134991"/>
                    <a:gd name="connsiteX31" fmla="*/ 153070 w 199246"/>
                    <a:gd name="connsiteY31" fmla="*/ 33707 h 134991"/>
                    <a:gd name="connsiteX32" fmla="*/ 155683 w 199246"/>
                    <a:gd name="connsiteY32" fmla="*/ 34687 h 134991"/>
                    <a:gd name="connsiteX33" fmla="*/ 156337 w 199246"/>
                    <a:gd name="connsiteY33" fmla="*/ 35232 h 134991"/>
                    <a:gd name="connsiteX34" fmla="*/ 156718 w 199246"/>
                    <a:gd name="connsiteY34" fmla="*/ 35994 h 134991"/>
                    <a:gd name="connsiteX35" fmla="*/ 157207 w 199246"/>
                    <a:gd name="connsiteY35" fmla="*/ 37900 h 134991"/>
                    <a:gd name="connsiteX36" fmla="*/ 153070 w 199246"/>
                    <a:gd name="connsiteY36" fmla="*/ 42039 h 134991"/>
                    <a:gd name="connsiteX37" fmla="*/ 150564 w 199246"/>
                    <a:gd name="connsiteY37" fmla="*/ 41113 h 134991"/>
                    <a:gd name="connsiteX38" fmla="*/ 149747 w 199246"/>
                    <a:gd name="connsiteY38" fmla="*/ 40459 h 134991"/>
                    <a:gd name="connsiteX39" fmla="*/ 149366 w 199246"/>
                    <a:gd name="connsiteY39" fmla="*/ 39588 h 134991"/>
                    <a:gd name="connsiteX40" fmla="*/ 148986 w 199246"/>
                    <a:gd name="connsiteY40" fmla="*/ 37900 h 134991"/>
                    <a:gd name="connsiteX41" fmla="*/ 153070 w 199246"/>
                    <a:gd name="connsiteY41" fmla="*/ 33707 h 134991"/>
                    <a:gd name="connsiteX42" fmla="*/ 141253 w 199246"/>
                    <a:gd name="connsiteY42" fmla="*/ 49390 h 134991"/>
                    <a:gd name="connsiteX43" fmla="*/ 139238 w 199246"/>
                    <a:gd name="connsiteY43" fmla="*/ 54018 h 134991"/>
                    <a:gd name="connsiteX44" fmla="*/ 131179 w 199246"/>
                    <a:gd name="connsiteY44" fmla="*/ 63058 h 134991"/>
                    <a:gd name="connsiteX45" fmla="*/ 122085 w 199246"/>
                    <a:gd name="connsiteY45" fmla="*/ 69810 h 134991"/>
                    <a:gd name="connsiteX46" fmla="*/ 113046 w 199246"/>
                    <a:gd name="connsiteY46" fmla="*/ 75310 h 134991"/>
                    <a:gd name="connsiteX47" fmla="*/ 94532 w 199246"/>
                    <a:gd name="connsiteY47" fmla="*/ 82607 h 134991"/>
                    <a:gd name="connsiteX48" fmla="*/ 92680 w 199246"/>
                    <a:gd name="connsiteY48" fmla="*/ 83042 h 134991"/>
                    <a:gd name="connsiteX49" fmla="*/ 73621 w 199246"/>
                    <a:gd name="connsiteY49" fmla="*/ 88379 h 134991"/>
                    <a:gd name="connsiteX50" fmla="*/ 53963 w 199246"/>
                    <a:gd name="connsiteY50" fmla="*/ 96111 h 134991"/>
                    <a:gd name="connsiteX51" fmla="*/ 34686 w 199246"/>
                    <a:gd name="connsiteY51" fmla="*/ 105314 h 134991"/>
                    <a:gd name="connsiteX52" fmla="*/ 17697 w 199246"/>
                    <a:gd name="connsiteY52" fmla="*/ 115606 h 134991"/>
                    <a:gd name="connsiteX53" fmla="*/ 31310 w 199246"/>
                    <a:gd name="connsiteY53" fmla="*/ 100903 h 134991"/>
                    <a:gd name="connsiteX54" fmla="*/ 48300 w 199246"/>
                    <a:gd name="connsiteY54" fmla="*/ 86745 h 134991"/>
                    <a:gd name="connsiteX55" fmla="*/ 66923 w 199246"/>
                    <a:gd name="connsiteY55" fmla="*/ 74547 h 134991"/>
                    <a:gd name="connsiteX56" fmla="*/ 77488 w 199246"/>
                    <a:gd name="connsiteY56" fmla="*/ 68013 h 134991"/>
                    <a:gd name="connsiteX57" fmla="*/ 86091 w 199246"/>
                    <a:gd name="connsiteY57" fmla="*/ 62622 h 134991"/>
                    <a:gd name="connsiteX58" fmla="*/ 104932 w 199246"/>
                    <a:gd name="connsiteY58" fmla="*/ 54835 h 134991"/>
                    <a:gd name="connsiteX59" fmla="*/ 115333 w 199246"/>
                    <a:gd name="connsiteY59" fmla="*/ 52711 h 134991"/>
                    <a:gd name="connsiteX60" fmla="*/ 125407 w 199246"/>
                    <a:gd name="connsiteY60" fmla="*/ 51568 h 134991"/>
                    <a:gd name="connsiteX61" fmla="*/ 128402 w 199246"/>
                    <a:gd name="connsiteY61" fmla="*/ 51350 h 134991"/>
                    <a:gd name="connsiteX62" fmla="*/ 135100 w 199246"/>
                    <a:gd name="connsiteY62" fmla="*/ 50696 h 134991"/>
                    <a:gd name="connsiteX63" fmla="*/ 141253 w 199246"/>
                    <a:gd name="connsiteY63" fmla="*/ 49390 h 134991"/>
                    <a:gd name="connsiteX64" fmla="*/ 189553 w 199246"/>
                    <a:gd name="connsiteY64" fmla="*/ 0 h 134991"/>
                    <a:gd name="connsiteX65" fmla="*/ 179915 w 199246"/>
                    <a:gd name="connsiteY65" fmla="*/ 9638 h 134991"/>
                    <a:gd name="connsiteX66" fmla="*/ 180350 w 199246"/>
                    <a:gd name="connsiteY66" fmla="*/ 12416 h 134991"/>
                    <a:gd name="connsiteX67" fmla="*/ 176757 w 199246"/>
                    <a:gd name="connsiteY67" fmla="*/ 11490 h 134991"/>
                    <a:gd name="connsiteX68" fmla="*/ 168915 w 199246"/>
                    <a:gd name="connsiteY68" fmla="*/ 19331 h 134991"/>
                    <a:gd name="connsiteX69" fmla="*/ 169351 w 199246"/>
                    <a:gd name="connsiteY69" fmla="*/ 21727 h 134991"/>
                    <a:gd name="connsiteX70" fmla="*/ 165757 w 199246"/>
                    <a:gd name="connsiteY70" fmla="*/ 20638 h 134991"/>
                    <a:gd name="connsiteX71" fmla="*/ 158623 w 199246"/>
                    <a:gd name="connsiteY71" fmla="*/ 27772 h 134991"/>
                    <a:gd name="connsiteX72" fmla="*/ 159168 w 199246"/>
                    <a:gd name="connsiteY72" fmla="*/ 30440 h 134991"/>
                    <a:gd name="connsiteX73" fmla="*/ 153123 w 199246"/>
                    <a:gd name="connsiteY73" fmla="*/ 28207 h 134991"/>
                    <a:gd name="connsiteX74" fmla="*/ 143540 w 199246"/>
                    <a:gd name="connsiteY74" fmla="*/ 37791 h 134991"/>
                    <a:gd name="connsiteX75" fmla="*/ 144411 w 199246"/>
                    <a:gd name="connsiteY75" fmla="*/ 41712 h 134991"/>
                    <a:gd name="connsiteX76" fmla="*/ 144085 w 199246"/>
                    <a:gd name="connsiteY76" fmla="*/ 41820 h 134991"/>
                    <a:gd name="connsiteX77" fmla="*/ 143921 w 199246"/>
                    <a:gd name="connsiteY77" fmla="*/ 41930 h 134991"/>
                    <a:gd name="connsiteX78" fmla="*/ 134392 w 199246"/>
                    <a:gd name="connsiteY78" fmla="*/ 45306 h 134991"/>
                    <a:gd name="connsiteX79" fmla="*/ 125026 w 199246"/>
                    <a:gd name="connsiteY79" fmla="*/ 46123 h 134991"/>
                    <a:gd name="connsiteX80" fmla="*/ 114516 w 199246"/>
                    <a:gd name="connsiteY80" fmla="*/ 47320 h 134991"/>
                    <a:gd name="connsiteX81" fmla="*/ 103734 w 199246"/>
                    <a:gd name="connsiteY81" fmla="*/ 49553 h 134991"/>
                    <a:gd name="connsiteX82" fmla="*/ 83423 w 199246"/>
                    <a:gd name="connsiteY82" fmla="*/ 57939 h 134991"/>
                    <a:gd name="connsiteX83" fmla="*/ 64201 w 199246"/>
                    <a:gd name="connsiteY83" fmla="*/ 69864 h 134991"/>
                    <a:gd name="connsiteX84" fmla="*/ 45196 w 199246"/>
                    <a:gd name="connsiteY84" fmla="*/ 82280 h 134991"/>
                    <a:gd name="connsiteX85" fmla="*/ 27608 w 199246"/>
                    <a:gd name="connsiteY85" fmla="*/ 96874 h 134991"/>
                    <a:gd name="connsiteX86" fmla="*/ 163 w 199246"/>
                    <a:gd name="connsiteY86" fmla="*/ 132595 h 134991"/>
                    <a:gd name="connsiteX87" fmla="*/ 435 w 199246"/>
                    <a:gd name="connsiteY87" fmla="*/ 134501 h 134991"/>
                    <a:gd name="connsiteX88" fmla="*/ 1633 w 199246"/>
                    <a:gd name="connsiteY88" fmla="*/ 134991 h 134991"/>
                    <a:gd name="connsiteX89" fmla="*/ 2777 w 199246"/>
                    <a:gd name="connsiteY89" fmla="*/ 134555 h 134991"/>
                    <a:gd name="connsiteX90" fmla="*/ 37246 w 199246"/>
                    <a:gd name="connsiteY90" fmla="*/ 110051 h 134991"/>
                    <a:gd name="connsiteX91" fmla="*/ 56033 w 199246"/>
                    <a:gd name="connsiteY91" fmla="*/ 101066 h 134991"/>
                    <a:gd name="connsiteX92" fmla="*/ 75418 w 199246"/>
                    <a:gd name="connsiteY92" fmla="*/ 93443 h 134991"/>
                    <a:gd name="connsiteX93" fmla="*/ 95839 w 199246"/>
                    <a:gd name="connsiteY93" fmla="*/ 87780 h 134991"/>
                    <a:gd name="connsiteX94" fmla="*/ 115714 w 199246"/>
                    <a:gd name="connsiteY94" fmla="*/ 79938 h 134991"/>
                    <a:gd name="connsiteX95" fmla="*/ 125135 w 199246"/>
                    <a:gd name="connsiteY95" fmla="*/ 74166 h 134991"/>
                    <a:gd name="connsiteX96" fmla="*/ 134664 w 199246"/>
                    <a:gd name="connsiteY96" fmla="*/ 67087 h 134991"/>
                    <a:gd name="connsiteX97" fmla="*/ 143867 w 199246"/>
                    <a:gd name="connsiteY97" fmla="*/ 56795 h 134991"/>
                    <a:gd name="connsiteX98" fmla="*/ 147188 w 199246"/>
                    <a:gd name="connsiteY98" fmla="*/ 45142 h 134991"/>
                    <a:gd name="connsiteX99" fmla="*/ 153123 w 199246"/>
                    <a:gd name="connsiteY99" fmla="*/ 47266 h 134991"/>
                    <a:gd name="connsiteX100" fmla="*/ 162707 w 199246"/>
                    <a:gd name="connsiteY100" fmla="*/ 37682 h 134991"/>
                    <a:gd name="connsiteX101" fmla="*/ 161564 w 199246"/>
                    <a:gd name="connsiteY101" fmla="*/ 33272 h 134991"/>
                    <a:gd name="connsiteX102" fmla="*/ 165757 w 199246"/>
                    <a:gd name="connsiteY102" fmla="*/ 34796 h 134991"/>
                    <a:gd name="connsiteX103" fmla="*/ 172890 w 199246"/>
                    <a:gd name="connsiteY103" fmla="*/ 27663 h 134991"/>
                    <a:gd name="connsiteX104" fmla="*/ 172509 w 199246"/>
                    <a:gd name="connsiteY104" fmla="*/ 25811 h 134991"/>
                    <a:gd name="connsiteX105" fmla="*/ 176811 w 199246"/>
                    <a:gd name="connsiteY105" fmla="*/ 27064 h 134991"/>
                    <a:gd name="connsiteX106" fmla="*/ 184652 w 199246"/>
                    <a:gd name="connsiteY106" fmla="*/ 19222 h 134991"/>
                    <a:gd name="connsiteX107" fmla="*/ 184489 w 199246"/>
                    <a:gd name="connsiteY107" fmla="*/ 17643 h 134991"/>
                    <a:gd name="connsiteX108" fmla="*/ 189608 w 199246"/>
                    <a:gd name="connsiteY108" fmla="*/ 19113 h 134991"/>
                    <a:gd name="connsiteX109" fmla="*/ 199246 w 199246"/>
                    <a:gd name="connsiteY109" fmla="*/ 9475 h 134991"/>
                    <a:gd name="connsiteX110" fmla="*/ 189553 w 199246"/>
                    <a:gd name="connsiteY110" fmla="*/ 0 h 134991"/>
                    <a:gd name="connsiteX111" fmla="*/ 189553 w 199246"/>
                    <a:gd name="connsiteY111" fmla="*/ 0 h 134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</a:cxnLst>
                  <a:rect l="l" t="t" r="r" b="b"/>
                  <a:pathLst>
                    <a:path w="199246" h="134991">
                      <a:moveTo>
                        <a:pt x="189553" y="5445"/>
                      </a:moveTo>
                      <a:cubicBezTo>
                        <a:pt x="191895" y="5445"/>
                        <a:pt x="193746" y="7351"/>
                        <a:pt x="193746" y="9638"/>
                      </a:cubicBezTo>
                      <a:cubicBezTo>
                        <a:pt x="193746" y="11980"/>
                        <a:pt x="191841" y="13831"/>
                        <a:pt x="189553" y="13831"/>
                      </a:cubicBezTo>
                      <a:cubicBezTo>
                        <a:pt x="188791" y="13831"/>
                        <a:pt x="188029" y="13613"/>
                        <a:pt x="187321" y="13178"/>
                      </a:cubicBezTo>
                      <a:lnTo>
                        <a:pt x="186014" y="12361"/>
                      </a:lnTo>
                      <a:lnTo>
                        <a:pt x="185578" y="10836"/>
                      </a:lnTo>
                      <a:cubicBezTo>
                        <a:pt x="185415" y="10346"/>
                        <a:pt x="185360" y="9965"/>
                        <a:pt x="185360" y="9638"/>
                      </a:cubicBezTo>
                      <a:cubicBezTo>
                        <a:pt x="185306" y="7297"/>
                        <a:pt x="187212" y="5445"/>
                        <a:pt x="189553" y="5445"/>
                      </a:cubicBezTo>
                      <a:moveTo>
                        <a:pt x="176757" y="16935"/>
                      </a:moveTo>
                      <a:cubicBezTo>
                        <a:pt x="177083" y="16935"/>
                        <a:pt x="177465" y="17044"/>
                        <a:pt x="177846" y="17208"/>
                      </a:cubicBezTo>
                      <a:lnTo>
                        <a:pt x="178881" y="17752"/>
                      </a:lnTo>
                      <a:lnTo>
                        <a:pt x="179098" y="18841"/>
                      </a:lnTo>
                      <a:cubicBezTo>
                        <a:pt x="179153" y="19004"/>
                        <a:pt x="179153" y="19168"/>
                        <a:pt x="179153" y="19331"/>
                      </a:cubicBezTo>
                      <a:cubicBezTo>
                        <a:pt x="179153" y="20638"/>
                        <a:pt x="178064" y="21727"/>
                        <a:pt x="176757" y="21727"/>
                      </a:cubicBezTo>
                      <a:cubicBezTo>
                        <a:pt x="176321" y="21727"/>
                        <a:pt x="175831" y="21618"/>
                        <a:pt x="175450" y="21346"/>
                      </a:cubicBezTo>
                      <a:lnTo>
                        <a:pt x="174742" y="20910"/>
                      </a:lnTo>
                      <a:lnTo>
                        <a:pt x="174470" y="20093"/>
                      </a:lnTo>
                      <a:cubicBezTo>
                        <a:pt x="174361" y="19767"/>
                        <a:pt x="174306" y="19549"/>
                        <a:pt x="174306" y="19331"/>
                      </a:cubicBezTo>
                      <a:cubicBezTo>
                        <a:pt x="174306" y="18024"/>
                        <a:pt x="175396" y="16935"/>
                        <a:pt x="176757" y="16935"/>
                      </a:cubicBezTo>
                      <a:moveTo>
                        <a:pt x="165703" y="26138"/>
                      </a:moveTo>
                      <a:cubicBezTo>
                        <a:pt x="165757" y="26138"/>
                        <a:pt x="165975" y="26138"/>
                        <a:pt x="166465" y="26465"/>
                      </a:cubicBezTo>
                      <a:lnTo>
                        <a:pt x="167009" y="26792"/>
                      </a:lnTo>
                      <a:lnTo>
                        <a:pt x="167173" y="27390"/>
                      </a:lnTo>
                      <a:lnTo>
                        <a:pt x="167282" y="27772"/>
                      </a:lnTo>
                      <a:cubicBezTo>
                        <a:pt x="167282" y="27826"/>
                        <a:pt x="167336" y="27935"/>
                        <a:pt x="167336" y="27989"/>
                      </a:cubicBezTo>
                      <a:cubicBezTo>
                        <a:pt x="167227" y="28806"/>
                        <a:pt x="166520" y="29460"/>
                        <a:pt x="165648" y="29460"/>
                      </a:cubicBezTo>
                      <a:cubicBezTo>
                        <a:pt x="165376" y="29460"/>
                        <a:pt x="164995" y="29242"/>
                        <a:pt x="164722" y="29024"/>
                      </a:cubicBezTo>
                      <a:lnTo>
                        <a:pt x="164232" y="28643"/>
                      </a:lnTo>
                      <a:lnTo>
                        <a:pt x="164123" y="28371"/>
                      </a:lnTo>
                      <a:cubicBezTo>
                        <a:pt x="164014" y="28153"/>
                        <a:pt x="163960" y="27935"/>
                        <a:pt x="163960" y="27772"/>
                      </a:cubicBezTo>
                      <a:cubicBezTo>
                        <a:pt x="164014" y="26900"/>
                        <a:pt x="164777" y="26138"/>
                        <a:pt x="165703" y="26138"/>
                      </a:cubicBezTo>
                      <a:moveTo>
                        <a:pt x="153070" y="33707"/>
                      </a:moveTo>
                      <a:cubicBezTo>
                        <a:pt x="154213" y="33707"/>
                        <a:pt x="155138" y="34252"/>
                        <a:pt x="155683" y="34687"/>
                      </a:cubicBezTo>
                      <a:lnTo>
                        <a:pt x="156337" y="35232"/>
                      </a:lnTo>
                      <a:lnTo>
                        <a:pt x="156718" y="35994"/>
                      </a:lnTo>
                      <a:cubicBezTo>
                        <a:pt x="157045" y="36648"/>
                        <a:pt x="157207" y="37247"/>
                        <a:pt x="157207" y="37900"/>
                      </a:cubicBezTo>
                      <a:cubicBezTo>
                        <a:pt x="157207" y="40187"/>
                        <a:pt x="155356" y="42039"/>
                        <a:pt x="153070" y="42039"/>
                      </a:cubicBezTo>
                      <a:cubicBezTo>
                        <a:pt x="151926" y="42039"/>
                        <a:pt x="151054" y="41548"/>
                        <a:pt x="150564" y="41113"/>
                      </a:cubicBezTo>
                      <a:lnTo>
                        <a:pt x="149747" y="40459"/>
                      </a:lnTo>
                      <a:lnTo>
                        <a:pt x="149366" y="39588"/>
                      </a:lnTo>
                      <a:cubicBezTo>
                        <a:pt x="149094" y="39044"/>
                        <a:pt x="148986" y="38444"/>
                        <a:pt x="148986" y="37900"/>
                      </a:cubicBezTo>
                      <a:cubicBezTo>
                        <a:pt x="148931" y="35558"/>
                        <a:pt x="150782" y="33707"/>
                        <a:pt x="153070" y="33707"/>
                      </a:cubicBezTo>
                      <a:moveTo>
                        <a:pt x="141253" y="49390"/>
                      </a:moveTo>
                      <a:cubicBezTo>
                        <a:pt x="140817" y="50915"/>
                        <a:pt x="140163" y="52548"/>
                        <a:pt x="139238" y="54018"/>
                      </a:cubicBezTo>
                      <a:cubicBezTo>
                        <a:pt x="137169" y="57286"/>
                        <a:pt x="134446" y="60280"/>
                        <a:pt x="131179" y="63058"/>
                      </a:cubicBezTo>
                      <a:cubicBezTo>
                        <a:pt x="128020" y="65726"/>
                        <a:pt x="125026" y="67741"/>
                        <a:pt x="122085" y="69810"/>
                      </a:cubicBezTo>
                      <a:cubicBezTo>
                        <a:pt x="119526" y="71552"/>
                        <a:pt x="116749" y="73240"/>
                        <a:pt x="113046" y="75310"/>
                      </a:cubicBezTo>
                      <a:cubicBezTo>
                        <a:pt x="107328" y="78523"/>
                        <a:pt x="101229" y="80919"/>
                        <a:pt x="94532" y="82607"/>
                      </a:cubicBezTo>
                      <a:lnTo>
                        <a:pt x="92680" y="83042"/>
                      </a:lnTo>
                      <a:cubicBezTo>
                        <a:pt x="86364" y="84567"/>
                        <a:pt x="79829" y="86146"/>
                        <a:pt x="73621" y="88379"/>
                      </a:cubicBezTo>
                      <a:cubicBezTo>
                        <a:pt x="66433" y="90938"/>
                        <a:pt x="59953" y="93497"/>
                        <a:pt x="53963" y="96111"/>
                      </a:cubicBezTo>
                      <a:cubicBezTo>
                        <a:pt x="47320" y="98888"/>
                        <a:pt x="40785" y="101992"/>
                        <a:pt x="34686" y="105314"/>
                      </a:cubicBezTo>
                      <a:cubicBezTo>
                        <a:pt x="28806" y="108418"/>
                        <a:pt x="23142" y="111848"/>
                        <a:pt x="17697" y="115606"/>
                      </a:cubicBezTo>
                      <a:cubicBezTo>
                        <a:pt x="21673" y="110650"/>
                        <a:pt x="26246" y="105695"/>
                        <a:pt x="31310" y="100903"/>
                      </a:cubicBezTo>
                      <a:cubicBezTo>
                        <a:pt x="36647" y="95948"/>
                        <a:pt x="42365" y="91156"/>
                        <a:pt x="48300" y="86745"/>
                      </a:cubicBezTo>
                      <a:cubicBezTo>
                        <a:pt x="54018" y="82661"/>
                        <a:pt x="60117" y="78686"/>
                        <a:pt x="66923" y="74547"/>
                      </a:cubicBezTo>
                      <a:cubicBezTo>
                        <a:pt x="70463" y="72424"/>
                        <a:pt x="74003" y="70191"/>
                        <a:pt x="77488" y="68013"/>
                      </a:cubicBezTo>
                      <a:cubicBezTo>
                        <a:pt x="80373" y="66216"/>
                        <a:pt x="83259" y="64364"/>
                        <a:pt x="86091" y="62622"/>
                      </a:cubicBezTo>
                      <a:cubicBezTo>
                        <a:pt x="92026" y="59083"/>
                        <a:pt x="98343" y="56469"/>
                        <a:pt x="104932" y="54835"/>
                      </a:cubicBezTo>
                      <a:cubicBezTo>
                        <a:pt x="108907" y="53909"/>
                        <a:pt x="112175" y="53201"/>
                        <a:pt x="115333" y="52711"/>
                      </a:cubicBezTo>
                      <a:cubicBezTo>
                        <a:pt x="118654" y="52167"/>
                        <a:pt x="122085" y="51786"/>
                        <a:pt x="125407" y="51568"/>
                      </a:cubicBezTo>
                      <a:cubicBezTo>
                        <a:pt x="126387" y="51459"/>
                        <a:pt x="127421" y="51404"/>
                        <a:pt x="128402" y="51350"/>
                      </a:cubicBezTo>
                      <a:cubicBezTo>
                        <a:pt x="130580" y="51241"/>
                        <a:pt x="132867" y="51078"/>
                        <a:pt x="135100" y="50696"/>
                      </a:cubicBezTo>
                      <a:cubicBezTo>
                        <a:pt x="136951" y="50588"/>
                        <a:pt x="138966" y="50207"/>
                        <a:pt x="141253" y="49390"/>
                      </a:cubicBezTo>
                      <a:moveTo>
                        <a:pt x="189553" y="0"/>
                      </a:moveTo>
                      <a:cubicBezTo>
                        <a:pt x="184217" y="0"/>
                        <a:pt x="179915" y="4302"/>
                        <a:pt x="179915" y="9638"/>
                      </a:cubicBezTo>
                      <a:cubicBezTo>
                        <a:pt x="179915" y="10619"/>
                        <a:pt x="180078" y="11544"/>
                        <a:pt x="180350" y="12416"/>
                      </a:cubicBezTo>
                      <a:cubicBezTo>
                        <a:pt x="179262" y="11871"/>
                        <a:pt x="178064" y="11490"/>
                        <a:pt x="176757" y="11490"/>
                      </a:cubicBezTo>
                      <a:cubicBezTo>
                        <a:pt x="172400" y="11490"/>
                        <a:pt x="168915" y="15029"/>
                        <a:pt x="168915" y="19331"/>
                      </a:cubicBezTo>
                      <a:cubicBezTo>
                        <a:pt x="168915" y="20202"/>
                        <a:pt x="169079" y="20965"/>
                        <a:pt x="169351" y="21727"/>
                      </a:cubicBezTo>
                      <a:cubicBezTo>
                        <a:pt x="168262" y="21074"/>
                        <a:pt x="167118" y="20638"/>
                        <a:pt x="165757" y="20638"/>
                      </a:cubicBezTo>
                      <a:cubicBezTo>
                        <a:pt x="161837" y="20638"/>
                        <a:pt x="158623" y="23851"/>
                        <a:pt x="158623" y="27772"/>
                      </a:cubicBezTo>
                      <a:cubicBezTo>
                        <a:pt x="158623" y="28697"/>
                        <a:pt x="158841" y="29623"/>
                        <a:pt x="159168" y="30440"/>
                      </a:cubicBezTo>
                      <a:cubicBezTo>
                        <a:pt x="157535" y="29078"/>
                        <a:pt x="155411" y="28207"/>
                        <a:pt x="153123" y="28207"/>
                      </a:cubicBezTo>
                      <a:cubicBezTo>
                        <a:pt x="147842" y="28207"/>
                        <a:pt x="143540" y="32509"/>
                        <a:pt x="143540" y="37791"/>
                      </a:cubicBezTo>
                      <a:cubicBezTo>
                        <a:pt x="143540" y="39207"/>
                        <a:pt x="143867" y="40514"/>
                        <a:pt x="144411" y="41712"/>
                      </a:cubicBezTo>
                      <a:cubicBezTo>
                        <a:pt x="144302" y="41766"/>
                        <a:pt x="144194" y="41766"/>
                        <a:pt x="144085" y="41820"/>
                      </a:cubicBezTo>
                      <a:lnTo>
                        <a:pt x="143921" y="41930"/>
                      </a:lnTo>
                      <a:cubicBezTo>
                        <a:pt x="140436" y="44162"/>
                        <a:pt x="137550" y="44924"/>
                        <a:pt x="134392" y="45306"/>
                      </a:cubicBezTo>
                      <a:cubicBezTo>
                        <a:pt x="131451" y="45850"/>
                        <a:pt x="128238" y="45850"/>
                        <a:pt x="125026" y="46123"/>
                      </a:cubicBezTo>
                      <a:cubicBezTo>
                        <a:pt x="121867" y="46340"/>
                        <a:pt x="118219" y="46721"/>
                        <a:pt x="114516" y="47320"/>
                      </a:cubicBezTo>
                      <a:cubicBezTo>
                        <a:pt x="110868" y="47920"/>
                        <a:pt x="107328" y="48682"/>
                        <a:pt x="103734" y="49553"/>
                      </a:cubicBezTo>
                      <a:cubicBezTo>
                        <a:pt x="96655" y="51296"/>
                        <a:pt x="89848" y="54073"/>
                        <a:pt x="83423" y="57939"/>
                      </a:cubicBezTo>
                      <a:cubicBezTo>
                        <a:pt x="76997" y="61805"/>
                        <a:pt x="70681" y="65998"/>
                        <a:pt x="64201" y="69864"/>
                      </a:cubicBezTo>
                      <a:cubicBezTo>
                        <a:pt x="57721" y="73785"/>
                        <a:pt x="51350" y="77869"/>
                        <a:pt x="45196" y="82280"/>
                      </a:cubicBezTo>
                      <a:cubicBezTo>
                        <a:pt x="39097" y="86799"/>
                        <a:pt x="33217" y="91700"/>
                        <a:pt x="27608" y="96874"/>
                      </a:cubicBezTo>
                      <a:cubicBezTo>
                        <a:pt x="16608" y="107329"/>
                        <a:pt x="6861" y="119308"/>
                        <a:pt x="163" y="132595"/>
                      </a:cubicBezTo>
                      <a:cubicBezTo>
                        <a:pt x="-109" y="133194"/>
                        <a:pt x="-55" y="133957"/>
                        <a:pt x="435" y="134501"/>
                      </a:cubicBezTo>
                      <a:cubicBezTo>
                        <a:pt x="762" y="134828"/>
                        <a:pt x="1198" y="134991"/>
                        <a:pt x="1633" y="134991"/>
                      </a:cubicBezTo>
                      <a:cubicBezTo>
                        <a:pt x="2069" y="134991"/>
                        <a:pt x="2450" y="134828"/>
                        <a:pt x="2777" y="134555"/>
                      </a:cubicBezTo>
                      <a:cubicBezTo>
                        <a:pt x="13341" y="124645"/>
                        <a:pt x="24885" y="116586"/>
                        <a:pt x="37246" y="110051"/>
                      </a:cubicBezTo>
                      <a:cubicBezTo>
                        <a:pt x="43345" y="106730"/>
                        <a:pt x="49607" y="103735"/>
                        <a:pt x="56033" y="101066"/>
                      </a:cubicBezTo>
                      <a:cubicBezTo>
                        <a:pt x="62349" y="98289"/>
                        <a:pt x="68829" y="95730"/>
                        <a:pt x="75418" y="93443"/>
                      </a:cubicBezTo>
                      <a:cubicBezTo>
                        <a:pt x="82007" y="91101"/>
                        <a:pt x="88923" y="89468"/>
                        <a:pt x="95839" y="87780"/>
                      </a:cubicBezTo>
                      <a:cubicBezTo>
                        <a:pt x="102754" y="86037"/>
                        <a:pt x="109343" y="83478"/>
                        <a:pt x="115714" y="79938"/>
                      </a:cubicBezTo>
                      <a:cubicBezTo>
                        <a:pt x="118872" y="78141"/>
                        <a:pt x="122031" y="76235"/>
                        <a:pt x="125135" y="74166"/>
                      </a:cubicBezTo>
                      <a:cubicBezTo>
                        <a:pt x="128129" y="72097"/>
                        <a:pt x="131288" y="69919"/>
                        <a:pt x="134664" y="67087"/>
                      </a:cubicBezTo>
                      <a:cubicBezTo>
                        <a:pt x="137986" y="64310"/>
                        <a:pt x="141198" y="60879"/>
                        <a:pt x="143867" y="56795"/>
                      </a:cubicBezTo>
                      <a:cubicBezTo>
                        <a:pt x="145990" y="53310"/>
                        <a:pt x="147406" y="49117"/>
                        <a:pt x="147188" y="45142"/>
                      </a:cubicBezTo>
                      <a:cubicBezTo>
                        <a:pt x="148822" y="46449"/>
                        <a:pt x="150837" y="47266"/>
                        <a:pt x="153123" y="47266"/>
                      </a:cubicBezTo>
                      <a:cubicBezTo>
                        <a:pt x="158406" y="47266"/>
                        <a:pt x="162707" y="42964"/>
                        <a:pt x="162707" y="37682"/>
                      </a:cubicBezTo>
                      <a:cubicBezTo>
                        <a:pt x="162707" y="36103"/>
                        <a:pt x="162272" y="34578"/>
                        <a:pt x="161564" y="33272"/>
                      </a:cubicBezTo>
                      <a:cubicBezTo>
                        <a:pt x="162762" y="34143"/>
                        <a:pt x="164178" y="34796"/>
                        <a:pt x="165757" y="34796"/>
                      </a:cubicBezTo>
                      <a:cubicBezTo>
                        <a:pt x="169678" y="34796"/>
                        <a:pt x="172890" y="31583"/>
                        <a:pt x="172890" y="27663"/>
                      </a:cubicBezTo>
                      <a:cubicBezTo>
                        <a:pt x="172890" y="27009"/>
                        <a:pt x="172673" y="26410"/>
                        <a:pt x="172509" y="25811"/>
                      </a:cubicBezTo>
                      <a:cubicBezTo>
                        <a:pt x="173762" y="26628"/>
                        <a:pt x="175232" y="27064"/>
                        <a:pt x="176811" y="27064"/>
                      </a:cubicBezTo>
                      <a:cubicBezTo>
                        <a:pt x="181167" y="27064"/>
                        <a:pt x="184652" y="23524"/>
                        <a:pt x="184652" y="19222"/>
                      </a:cubicBezTo>
                      <a:cubicBezTo>
                        <a:pt x="184652" y="18678"/>
                        <a:pt x="184598" y="18188"/>
                        <a:pt x="184489" y="17643"/>
                      </a:cubicBezTo>
                      <a:cubicBezTo>
                        <a:pt x="185959" y="18569"/>
                        <a:pt x="187702" y="19113"/>
                        <a:pt x="189608" y="19113"/>
                      </a:cubicBezTo>
                      <a:cubicBezTo>
                        <a:pt x="194944" y="19113"/>
                        <a:pt x="199246" y="14812"/>
                        <a:pt x="199246" y="9475"/>
                      </a:cubicBezTo>
                      <a:cubicBezTo>
                        <a:pt x="199192" y="4302"/>
                        <a:pt x="194890" y="0"/>
                        <a:pt x="189553" y="0"/>
                      </a:cubicBezTo>
                      <a:lnTo>
                        <a:pt x="189553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0" name="Forme libre : forme 1019">
                  <a:extLst>
                    <a:ext uri="{FF2B5EF4-FFF2-40B4-BE49-F238E27FC236}">
                      <a16:creationId xmlns:a16="http://schemas.microsoft.com/office/drawing/2014/main" id="{86DD26B6-F31B-47F9-8622-9C082925A71E}"/>
                    </a:ext>
                  </a:extLst>
                </p:cNvPr>
                <p:cNvSpPr/>
                <p:nvPr/>
              </p:nvSpPr>
              <p:spPr>
                <a:xfrm>
                  <a:off x="7834355" y="5219071"/>
                  <a:ext cx="132293" cy="173762"/>
                </a:xfrm>
                <a:custGeom>
                  <a:avLst/>
                  <a:gdLst>
                    <a:gd name="connsiteX0" fmla="*/ 124318 w 132293"/>
                    <a:gd name="connsiteY0" fmla="*/ 21509 h 173762"/>
                    <a:gd name="connsiteX1" fmla="*/ 116531 w 132293"/>
                    <a:gd name="connsiteY1" fmla="*/ 37192 h 173762"/>
                    <a:gd name="connsiteX2" fmla="*/ 104497 w 132293"/>
                    <a:gd name="connsiteY2" fmla="*/ 52330 h 173762"/>
                    <a:gd name="connsiteX3" fmla="*/ 91428 w 132293"/>
                    <a:gd name="connsiteY3" fmla="*/ 65998 h 173762"/>
                    <a:gd name="connsiteX4" fmla="*/ 80537 w 132293"/>
                    <a:gd name="connsiteY4" fmla="*/ 80701 h 173762"/>
                    <a:gd name="connsiteX5" fmla="*/ 71117 w 132293"/>
                    <a:gd name="connsiteY5" fmla="*/ 92571 h 173762"/>
                    <a:gd name="connsiteX6" fmla="*/ 46885 w 132293"/>
                    <a:gd name="connsiteY6" fmla="*/ 113645 h 173762"/>
                    <a:gd name="connsiteX7" fmla="*/ 46613 w 132293"/>
                    <a:gd name="connsiteY7" fmla="*/ 109452 h 173762"/>
                    <a:gd name="connsiteX8" fmla="*/ 46994 w 132293"/>
                    <a:gd name="connsiteY8" fmla="*/ 98671 h 173762"/>
                    <a:gd name="connsiteX9" fmla="*/ 52983 w 132293"/>
                    <a:gd name="connsiteY9" fmla="*/ 80211 h 173762"/>
                    <a:gd name="connsiteX10" fmla="*/ 64800 w 132293"/>
                    <a:gd name="connsiteY10" fmla="*/ 65780 h 173762"/>
                    <a:gd name="connsiteX11" fmla="*/ 77433 w 132293"/>
                    <a:gd name="connsiteY11" fmla="*/ 56959 h 173762"/>
                    <a:gd name="connsiteX12" fmla="*/ 81409 w 132293"/>
                    <a:gd name="connsiteY12" fmla="*/ 54291 h 173762"/>
                    <a:gd name="connsiteX13" fmla="*/ 97145 w 132293"/>
                    <a:gd name="connsiteY13" fmla="*/ 44108 h 173762"/>
                    <a:gd name="connsiteX14" fmla="*/ 112120 w 132293"/>
                    <a:gd name="connsiteY14" fmla="*/ 33653 h 173762"/>
                    <a:gd name="connsiteX15" fmla="*/ 124318 w 132293"/>
                    <a:gd name="connsiteY15" fmla="*/ 21509 h 173762"/>
                    <a:gd name="connsiteX16" fmla="*/ 32890 w 132293"/>
                    <a:gd name="connsiteY16" fmla="*/ 113046 h 173762"/>
                    <a:gd name="connsiteX17" fmla="*/ 38554 w 132293"/>
                    <a:gd name="connsiteY17" fmla="*/ 114571 h 173762"/>
                    <a:gd name="connsiteX18" fmla="*/ 42529 w 132293"/>
                    <a:gd name="connsiteY18" fmla="*/ 116749 h 173762"/>
                    <a:gd name="connsiteX19" fmla="*/ 42474 w 132293"/>
                    <a:gd name="connsiteY19" fmla="*/ 116803 h 173762"/>
                    <a:gd name="connsiteX20" fmla="*/ 43999 w 132293"/>
                    <a:gd name="connsiteY20" fmla="*/ 120724 h 173762"/>
                    <a:gd name="connsiteX21" fmla="*/ 44815 w 132293"/>
                    <a:gd name="connsiteY21" fmla="*/ 124917 h 173762"/>
                    <a:gd name="connsiteX22" fmla="*/ 32836 w 132293"/>
                    <a:gd name="connsiteY22" fmla="*/ 136788 h 173762"/>
                    <a:gd name="connsiteX23" fmla="*/ 32781 w 132293"/>
                    <a:gd name="connsiteY23" fmla="*/ 136788 h 173762"/>
                    <a:gd name="connsiteX24" fmla="*/ 31964 w 132293"/>
                    <a:gd name="connsiteY24" fmla="*/ 136679 h 173762"/>
                    <a:gd name="connsiteX25" fmla="*/ 25430 w 132293"/>
                    <a:gd name="connsiteY25" fmla="*/ 136135 h 173762"/>
                    <a:gd name="connsiteX26" fmla="*/ 26084 w 132293"/>
                    <a:gd name="connsiteY26" fmla="*/ 142669 h 173762"/>
                    <a:gd name="connsiteX27" fmla="*/ 26193 w 132293"/>
                    <a:gd name="connsiteY27" fmla="*/ 143322 h 173762"/>
                    <a:gd name="connsiteX28" fmla="*/ 20366 w 132293"/>
                    <a:gd name="connsiteY28" fmla="*/ 149639 h 173762"/>
                    <a:gd name="connsiteX29" fmla="*/ 16881 w 132293"/>
                    <a:gd name="connsiteY29" fmla="*/ 149966 h 173762"/>
                    <a:gd name="connsiteX30" fmla="*/ 14757 w 132293"/>
                    <a:gd name="connsiteY30" fmla="*/ 147243 h 173762"/>
                    <a:gd name="connsiteX31" fmla="*/ 13342 w 132293"/>
                    <a:gd name="connsiteY31" fmla="*/ 143322 h 173762"/>
                    <a:gd name="connsiteX32" fmla="*/ 18296 w 132293"/>
                    <a:gd name="connsiteY32" fmla="*/ 137115 h 173762"/>
                    <a:gd name="connsiteX33" fmla="*/ 24613 w 132293"/>
                    <a:gd name="connsiteY33" fmla="*/ 135590 h 173762"/>
                    <a:gd name="connsiteX34" fmla="*/ 22054 w 132293"/>
                    <a:gd name="connsiteY34" fmla="*/ 129655 h 173762"/>
                    <a:gd name="connsiteX35" fmla="*/ 21074 w 132293"/>
                    <a:gd name="connsiteY35" fmla="*/ 124972 h 173762"/>
                    <a:gd name="connsiteX36" fmla="*/ 32890 w 132293"/>
                    <a:gd name="connsiteY36" fmla="*/ 113046 h 173762"/>
                    <a:gd name="connsiteX37" fmla="*/ 14430 w 132293"/>
                    <a:gd name="connsiteY37" fmla="*/ 155684 h 173762"/>
                    <a:gd name="connsiteX38" fmla="*/ 16500 w 132293"/>
                    <a:gd name="connsiteY38" fmla="*/ 158406 h 173762"/>
                    <a:gd name="connsiteX39" fmla="*/ 17807 w 132293"/>
                    <a:gd name="connsiteY39" fmla="*/ 162164 h 173762"/>
                    <a:gd name="connsiteX40" fmla="*/ 11599 w 132293"/>
                    <a:gd name="connsiteY40" fmla="*/ 168371 h 173762"/>
                    <a:gd name="connsiteX41" fmla="*/ 5391 w 132293"/>
                    <a:gd name="connsiteY41" fmla="*/ 162164 h 173762"/>
                    <a:gd name="connsiteX42" fmla="*/ 11000 w 132293"/>
                    <a:gd name="connsiteY42" fmla="*/ 156065 h 173762"/>
                    <a:gd name="connsiteX43" fmla="*/ 14430 w 132293"/>
                    <a:gd name="connsiteY43" fmla="*/ 155684 h 173762"/>
                    <a:gd name="connsiteX44" fmla="*/ 130145 w 132293"/>
                    <a:gd name="connsiteY44" fmla="*/ 0 h 173762"/>
                    <a:gd name="connsiteX45" fmla="*/ 128511 w 132293"/>
                    <a:gd name="connsiteY45" fmla="*/ 1253 h 173762"/>
                    <a:gd name="connsiteX46" fmla="*/ 128511 w 132293"/>
                    <a:gd name="connsiteY46" fmla="*/ 1307 h 173762"/>
                    <a:gd name="connsiteX47" fmla="*/ 108799 w 132293"/>
                    <a:gd name="connsiteY47" fmla="*/ 29405 h 173762"/>
                    <a:gd name="connsiteX48" fmla="*/ 94369 w 132293"/>
                    <a:gd name="connsiteY48" fmla="*/ 39479 h 173762"/>
                    <a:gd name="connsiteX49" fmla="*/ 78523 w 132293"/>
                    <a:gd name="connsiteY49" fmla="*/ 49716 h 173762"/>
                    <a:gd name="connsiteX50" fmla="*/ 61479 w 132293"/>
                    <a:gd name="connsiteY50" fmla="*/ 61479 h 173762"/>
                    <a:gd name="connsiteX51" fmla="*/ 48137 w 132293"/>
                    <a:gd name="connsiteY51" fmla="*/ 77706 h 173762"/>
                    <a:gd name="connsiteX52" fmla="*/ 41603 w 132293"/>
                    <a:gd name="connsiteY52" fmla="*/ 97854 h 173762"/>
                    <a:gd name="connsiteX53" fmla="*/ 41167 w 132293"/>
                    <a:gd name="connsiteY53" fmla="*/ 109779 h 173762"/>
                    <a:gd name="connsiteX54" fmla="*/ 32890 w 132293"/>
                    <a:gd name="connsiteY54" fmla="*/ 107601 h 173762"/>
                    <a:gd name="connsiteX55" fmla="*/ 15574 w 132293"/>
                    <a:gd name="connsiteY55" fmla="*/ 124917 h 173762"/>
                    <a:gd name="connsiteX56" fmla="*/ 16990 w 132293"/>
                    <a:gd name="connsiteY56" fmla="*/ 131778 h 173762"/>
                    <a:gd name="connsiteX57" fmla="*/ 7896 w 132293"/>
                    <a:gd name="connsiteY57" fmla="*/ 143268 h 173762"/>
                    <a:gd name="connsiteX58" fmla="*/ 10455 w 132293"/>
                    <a:gd name="connsiteY58" fmla="*/ 150565 h 173762"/>
                    <a:gd name="connsiteX59" fmla="*/ 0 w 132293"/>
                    <a:gd name="connsiteY59" fmla="*/ 162109 h 173762"/>
                    <a:gd name="connsiteX60" fmla="*/ 11653 w 132293"/>
                    <a:gd name="connsiteY60" fmla="*/ 173762 h 173762"/>
                    <a:gd name="connsiteX61" fmla="*/ 23306 w 132293"/>
                    <a:gd name="connsiteY61" fmla="*/ 162109 h 173762"/>
                    <a:gd name="connsiteX62" fmla="*/ 20856 w 132293"/>
                    <a:gd name="connsiteY62" fmla="*/ 155030 h 173762"/>
                    <a:gd name="connsiteX63" fmla="*/ 31638 w 132293"/>
                    <a:gd name="connsiteY63" fmla="*/ 143268 h 173762"/>
                    <a:gd name="connsiteX64" fmla="*/ 31529 w 132293"/>
                    <a:gd name="connsiteY64" fmla="*/ 142070 h 173762"/>
                    <a:gd name="connsiteX65" fmla="*/ 32945 w 132293"/>
                    <a:gd name="connsiteY65" fmla="*/ 142234 h 173762"/>
                    <a:gd name="connsiteX66" fmla="*/ 50261 w 132293"/>
                    <a:gd name="connsiteY66" fmla="*/ 124917 h 173762"/>
                    <a:gd name="connsiteX67" fmla="*/ 49063 w 132293"/>
                    <a:gd name="connsiteY67" fmla="*/ 118764 h 173762"/>
                    <a:gd name="connsiteX68" fmla="*/ 74928 w 132293"/>
                    <a:gd name="connsiteY68" fmla="*/ 96438 h 173762"/>
                    <a:gd name="connsiteX69" fmla="*/ 85166 w 132293"/>
                    <a:gd name="connsiteY69" fmla="*/ 83532 h 173762"/>
                    <a:gd name="connsiteX70" fmla="*/ 95403 w 132293"/>
                    <a:gd name="connsiteY70" fmla="*/ 69701 h 173762"/>
                    <a:gd name="connsiteX71" fmla="*/ 108472 w 132293"/>
                    <a:gd name="connsiteY71" fmla="*/ 56033 h 173762"/>
                    <a:gd name="connsiteX72" fmla="*/ 121105 w 132293"/>
                    <a:gd name="connsiteY72" fmla="*/ 40187 h 173762"/>
                    <a:gd name="connsiteX73" fmla="*/ 130090 w 132293"/>
                    <a:gd name="connsiteY73" fmla="*/ 21564 h 173762"/>
                    <a:gd name="connsiteX74" fmla="*/ 131833 w 132293"/>
                    <a:gd name="connsiteY74" fmla="*/ 1416 h 173762"/>
                    <a:gd name="connsiteX75" fmla="*/ 130635 w 132293"/>
                    <a:gd name="connsiteY75" fmla="*/ 55 h 173762"/>
                    <a:gd name="connsiteX76" fmla="*/ 130145 w 132293"/>
                    <a:gd name="connsiteY76" fmla="*/ 0 h 173762"/>
                    <a:gd name="connsiteX77" fmla="*/ 130145 w 132293"/>
                    <a:gd name="connsiteY77" fmla="*/ 0 h 173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</a:cxnLst>
                  <a:rect l="l" t="t" r="r" b="b"/>
                  <a:pathLst>
                    <a:path w="132293" h="173762">
                      <a:moveTo>
                        <a:pt x="124318" y="21509"/>
                      </a:moveTo>
                      <a:cubicBezTo>
                        <a:pt x="122630" y="26465"/>
                        <a:pt x="120071" y="31638"/>
                        <a:pt x="116531" y="37192"/>
                      </a:cubicBezTo>
                      <a:cubicBezTo>
                        <a:pt x="112611" y="42964"/>
                        <a:pt x="108200" y="48137"/>
                        <a:pt x="104497" y="52330"/>
                      </a:cubicBezTo>
                      <a:lnTo>
                        <a:pt x="91428" y="65998"/>
                      </a:lnTo>
                      <a:cubicBezTo>
                        <a:pt x="86636" y="71062"/>
                        <a:pt x="83206" y="76290"/>
                        <a:pt x="80537" y="80701"/>
                      </a:cubicBezTo>
                      <a:cubicBezTo>
                        <a:pt x="77706" y="85220"/>
                        <a:pt x="74657" y="89087"/>
                        <a:pt x="71117" y="92571"/>
                      </a:cubicBezTo>
                      <a:cubicBezTo>
                        <a:pt x="64147" y="99324"/>
                        <a:pt x="57013" y="106294"/>
                        <a:pt x="46885" y="113645"/>
                      </a:cubicBezTo>
                      <a:lnTo>
                        <a:pt x="46613" y="109452"/>
                      </a:lnTo>
                      <a:cubicBezTo>
                        <a:pt x="46340" y="105967"/>
                        <a:pt x="46504" y="102428"/>
                        <a:pt x="46994" y="98671"/>
                      </a:cubicBezTo>
                      <a:cubicBezTo>
                        <a:pt x="47920" y="92299"/>
                        <a:pt x="49989" y="86037"/>
                        <a:pt x="52983" y="80211"/>
                      </a:cubicBezTo>
                      <a:cubicBezTo>
                        <a:pt x="55815" y="74602"/>
                        <a:pt x="59845" y="69755"/>
                        <a:pt x="64800" y="65780"/>
                      </a:cubicBezTo>
                      <a:cubicBezTo>
                        <a:pt x="68830" y="62622"/>
                        <a:pt x="73241" y="59736"/>
                        <a:pt x="77433" y="56959"/>
                      </a:cubicBezTo>
                      <a:cubicBezTo>
                        <a:pt x="78794" y="56033"/>
                        <a:pt x="80210" y="55162"/>
                        <a:pt x="81409" y="54291"/>
                      </a:cubicBezTo>
                      <a:lnTo>
                        <a:pt x="97145" y="44108"/>
                      </a:lnTo>
                      <a:cubicBezTo>
                        <a:pt x="101502" y="41385"/>
                        <a:pt x="107111" y="37791"/>
                        <a:pt x="112120" y="33653"/>
                      </a:cubicBezTo>
                      <a:cubicBezTo>
                        <a:pt x="117021" y="29732"/>
                        <a:pt x="121051" y="25702"/>
                        <a:pt x="124318" y="21509"/>
                      </a:cubicBezTo>
                      <a:moveTo>
                        <a:pt x="32890" y="113046"/>
                      </a:moveTo>
                      <a:cubicBezTo>
                        <a:pt x="34796" y="113046"/>
                        <a:pt x="36702" y="113536"/>
                        <a:pt x="38554" y="114571"/>
                      </a:cubicBezTo>
                      <a:lnTo>
                        <a:pt x="42529" y="116749"/>
                      </a:lnTo>
                      <a:lnTo>
                        <a:pt x="42474" y="116803"/>
                      </a:lnTo>
                      <a:lnTo>
                        <a:pt x="43999" y="120724"/>
                      </a:lnTo>
                      <a:cubicBezTo>
                        <a:pt x="44544" y="122140"/>
                        <a:pt x="44815" y="123556"/>
                        <a:pt x="44815" y="124917"/>
                      </a:cubicBezTo>
                      <a:cubicBezTo>
                        <a:pt x="44815" y="131452"/>
                        <a:pt x="39534" y="136788"/>
                        <a:pt x="32836" y="136788"/>
                      </a:cubicBezTo>
                      <a:cubicBezTo>
                        <a:pt x="32836" y="136788"/>
                        <a:pt x="32781" y="136788"/>
                        <a:pt x="32781" y="136788"/>
                      </a:cubicBezTo>
                      <a:cubicBezTo>
                        <a:pt x="32509" y="136734"/>
                        <a:pt x="32237" y="136734"/>
                        <a:pt x="31964" y="136679"/>
                      </a:cubicBezTo>
                      <a:lnTo>
                        <a:pt x="25430" y="136135"/>
                      </a:lnTo>
                      <a:lnTo>
                        <a:pt x="26084" y="142669"/>
                      </a:lnTo>
                      <a:lnTo>
                        <a:pt x="26193" y="143322"/>
                      </a:lnTo>
                      <a:cubicBezTo>
                        <a:pt x="26193" y="146644"/>
                        <a:pt x="23687" y="149367"/>
                        <a:pt x="20366" y="149639"/>
                      </a:cubicBezTo>
                      <a:lnTo>
                        <a:pt x="16881" y="149966"/>
                      </a:lnTo>
                      <a:lnTo>
                        <a:pt x="14757" y="147243"/>
                      </a:lnTo>
                      <a:cubicBezTo>
                        <a:pt x="14103" y="146426"/>
                        <a:pt x="13342" y="145065"/>
                        <a:pt x="13342" y="143322"/>
                      </a:cubicBezTo>
                      <a:cubicBezTo>
                        <a:pt x="13342" y="140328"/>
                        <a:pt x="15356" y="137823"/>
                        <a:pt x="18296" y="137115"/>
                      </a:cubicBezTo>
                      <a:lnTo>
                        <a:pt x="24613" y="135590"/>
                      </a:lnTo>
                      <a:lnTo>
                        <a:pt x="22054" y="129655"/>
                      </a:lnTo>
                      <a:cubicBezTo>
                        <a:pt x="21401" y="128130"/>
                        <a:pt x="21074" y="126551"/>
                        <a:pt x="21074" y="124972"/>
                      </a:cubicBezTo>
                      <a:cubicBezTo>
                        <a:pt x="21019" y="118383"/>
                        <a:pt x="26355" y="113046"/>
                        <a:pt x="32890" y="113046"/>
                      </a:cubicBezTo>
                      <a:moveTo>
                        <a:pt x="14430" y="155684"/>
                      </a:moveTo>
                      <a:lnTo>
                        <a:pt x="16500" y="158406"/>
                      </a:lnTo>
                      <a:cubicBezTo>
                        <a:pt x="17099" y="159169"/>
                        <a:pt x="17807" y="160476"/>
                        <a:pt x="17807" y="162164"/>
                      </a:cubicBezTo>
                      <a:cubicBezTo>
                        <a:pt x="17807" y="165594"/>
                        <a:pt x="15029" y="168371"/>
                        <a:pt x="11599" y="168371"/>
                      </a:cubicBezTo>
                      <a:cubicBezTo>
                        <a:pt x="8168" y="168371"/>
                        <a:pt x="5391" y="165594"/>
                        <a:pt x="5391" y="162164"/>
                      </a:cubicBezTo>
                      <a:cubicBezTo>
                        <a:pt x="5391" y="159005"/>
                        <a:pt x="7787" y="156392"/>
                        <a:pt x="11000" y="156065"/>
                      </a:cubicBezTo>
                      <a:lnTo>
                        <a:pt x="14430" y="155684"/>
                      </a:lnTo>
                      <a:moveTo>
                        <a:pt x="130145" y="0"/>
                      </a:moveTo>
                      <a:cubicBezTo>
                        <a:pt x="129382" y="0"/>
                        <a:pt x="128729" y="490"/>
                        <a:pt x="128511" y="1253"/>
                      </a:cubicBezTo>
                      <a:lnTo>
                        <a:pt x="128511" y="1307"/>
                      </a:lnTo>
                      <a:cubicBezTo>
                        <a:pt x="125407" y="13178"/>
                        <a:pt x="117675" y="22217"/>
                        <a:pt x="108799" y="29405"/>
                      </a:cubicBezTo>
                      <a:cubicBezTo>
                        <a:pt x="104388" y="32999"/>
                        <a:pt x="99487" y="36266"/>
                        <a:pt x="94369" y="39479"/>
                      </a:cubicBezTo>
                      <a:lnTo>
                        <a:pt x="78523" y="49716"/>
                      </a:lnTo>
                      <a:cubicBezTo>
                        <a:pt x="73132" y="53365"/>
                        <a:pt x="67033" y="57122"/>
                        <a:pt x="61479" y="61479"/>
                      </a:cubicBezTo>
                      <a:cubicBezTo>
                        <a:pt x="55924" y="65889"/>
                        <a:pt x="51350" y="71389"/>
                        <a:pt x="48137" y="77706"/>
                      </a:cubicBezTo>
                      <a:cubicBezTo>
                        <a:pt x="44870" y="83968"/>
                        <a:pt x="42638" y="90775"/>
                        <a:pt x="41603" y="97854"/>
                      </a:cubicBezTo>
                      <a:cubicBezTo>
                        <a:pt x="41058" y="101774"/>
                        <a:pt x="40895" y="105750"/>
                        <a:pt x="41167" y="109779"/>
                      </a:cubicBezTo>
                      <a:cubicBezTo>
                        <a:pt x="38717" y="108418"/>
                        <a:pt x="35885" y="107601"/>
                        <a:pt x="32890" y="107601"/>
                      </a:cubicBezTo>
                      <a:cubicBezTo>
                        <a:pt x="23306" y="107601"/>
                        <a:pt x="15574" y="115333"/>
                        <a:pt x="15574" y="124917"/>
                      </a:cubicBezTo>
                      <a:cubicBezTo>
                        <a:pt x="15574" y="127368"/>
                        <a:pt x="16064" y="129655"/>
                        <a:pt x="16990" y="131778"/>
                      </a:cubicBezTo>
                      <a:cubicBezTo>
                        <a:pt x="11762" y="133031"/>
                        <a:pt x="7896" y="137714"/>
                        <a:pt x="7896" y="143268"/>
                      </a:cubicBezTo>
                      <a:cubicBezTo>
                        <a:pt x="7896" y="146045"/>
                        <a:pt x="8876" y="148550"/>
                        <a:pt x="10455" y="150565"/>
                      </a:cubicBezTo>
                      <a:cubicBezTo>
                        <a:pt x="4574" y="151164"/>
                        <a:pt x="0" y="156065"/>
                        <a:pt x="0" y="162109"/>
                      </a:cubicBezTo>
                      <a:cubicBezTo>
                        <a:pt x="0" y="168535"/>
                        <a:pt x="5228" y="173762"/>
                        <a:pt x="11653" y="173762"/>
                      </a:cubicBezTo>
                      <a:cubicBezTo>
                        <a:pt x="18079" y="173762"/>
                        <a:pt x="23306" y="168535"/>
                        <a:pt x="23306" y="162109"/>
                      </a:cubicBezTo>
                      <a:cubicBezTo>
                        <a:pt x="23306" y="159441"/>
                        <a:pt x="22380" y="156990"/>
                        <a:pt x="20856" y="155030"/>
                      </a:cubicBezTo>
                      <a:cubicBezTo>
                        <a:pt x="26901" y="154486"/>
                        <a:pt x="31638" y="149476"/>
                        <a:pt x="31638" y="143268"/>
                      </a:cubicBezTo>
                      <a:cubicBezTo>
                        <a:pt x="31638" y="142833"/>
                        <a:pt x="31583" y="142451"/>
                        <a:pt x="31529" y="142070"/>
                      </a:cubicBezTo>
                      <a:cubicBezTo>
                        <a:pt x="32019" y="142125"/>
                        <a:pt x="32455" y="142234"/>
                        <a:pt x="32945" y="142234"/>
                      </a:cubicBezTo>
                      <a:cubicBezTo>
                        <a:pt x="42529" y="142234"/>
                        <a:pt x="50261" y="134501"/>
                        <a:pt x="50261" y="124917"/>
                      </a:cubicBezTo>
                      <a:cubicBezTo>
                        <a:pt x="50261" y="122739"/>
                        <a:pt x="49825" y="120670"/>
                        <a:pt x="49063" y="118764"/>
                      </a:cubicBezTo>
                      <a:cubicBezTo>
                        <a:pt x="60008" y="110923"/>
                        <a:pt x="67523" y="103626"/>
                        <a:pt x="74928" y="96438"/>
                      </a:cubicBezTo>
                      <a:cubicBezTo>
                        <a:pt x="78904" y="92517"/>
                        <a:pt x="82171" y="88270"/>
                        <a:pt x="85166" y="83532"/>
                      </a:cubicBezTo>
                      <a:cubicBezTo>
                        <a:pt x="88107" y="78740"/>
                        <a:pt x="91265" y="74057"/>
                        <a:pt x="95403" y="69701"/>
                      </a:cubicBezTo>
                      <a:lnTo>
                        <a:pt x="108472" y="56033"/>
                      </a:lnTo>
                      <a:cubicBezTo>
                        <a:pt x="112828" y="51132"/>
                        <a:pt x="117185" y="45959"/>
                        <a:pt x="121105" y="40187"/>
                      </a:cubicBezTo>
                      <a:cubicBezTo>
                        <a:pt x="124808" y="34360"/>
                        <a:pt x="128075" y="28207"/>
                        <a:pt x="130090" y="21564"/>
                      </a:cubicBezTo>
                      <a:cubicBezTo>
                        <a:pt x="132105" y="14975"/>
                        <a:pt x="132867" y="7950"/>
                        <a:pt x="131833" y="1416"/>
                      </a:cubicBezTo>
                      <a:cubicBezTo>
                        <a:pt x="131724" y="762"/>
                        <a:pt x="131288" y="218"/>
                        <a:pt x="130635" y="55"/>
                      </a:cubicBezTo>
                      <a:cubicBezTo>
                        <a:pt x="130417" y="55"/>
                        <a:pt x="130254" y="0"/>
                        <a:pt x="130145" y="0"/>
                      </a:cubicBezTo>
                      <a:lnTo>
                        <a:pt x="130145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1" name="Forme libre : forme 1020">
                  <a:extLst>
                    <a:ext uri="{FF2B5EF4-FFF2-40B4-BE49-F238E27FC236}">
                      <a16:creationId xmlns:a16="http://schemas.microsoft.com/office/drawing/2014/main" id="{EA19B805-1E6E-4DFE-B35F-6FC6427065A2}"/>
                    </a:ext>
                  </a:extLst>
                </p:cNvPr>
                <p:cNvSpPr/>
                <p:nvPr/>
              </p:nvSpPr>
              <p:spPr>
                <a:xfrm>
                  <a:off x="7799069" y="4993414"/>
                  <a:ext cx="137647" cy="140491"/>
                </a:xfrm>
                <a:custGeom>
                  <a:avLst/>
                  <a:gdLst>
                    <a:gd name="connsiteX0" fmla="*/ 26846 w 137647"/>
                    <a:gd name="connsiteY0" fmla="*/ 5445 h 140491"/>
                    <a:gd name="connsiteX1" fmla="*/ 30168 w 137647"/>
                    <a:gd name="connsiteY1" fmla="*/ 8767 h 140491"/>
                    <a:gd name="connsiteX2" fmla="*/ 29950 w 137647"/>
                    <a:gd name="connsiteY2" fmla="*/ 9965 h 140491"/>
                    <a:gd name="connsiteX3" fmla="*/ 29460 w 137647"/>
                    <a:gd name="connsiteY3" fmla="*/ 11218 h 140491"/>
                    <a:gd name="connsiteX4" fmla="*/ 28207 w 137647"/>
                    <a:gd name="connsiteY4" fmla="*/ 11762 h 140491"/>
                    <a:gd name="connsiteX5" fmla="*/ 26901 w 137647"/>
                    <a:gd name="connsiteY5" fmla="*/ 12034 h 140491"/>
                    <a:gd name="connsiteX6" fmla="*/ 24014 w 137647"/>
                    <a:gd name="connsiteY6" fmla="*/ 10237 h 140491"/>
                    <a:gd name="connsiteX7" fmla="*/ 23361 w 137647"/>
                    <a:gd name="connsiteY7" fmla="*/ 8931 h 140491"/>
                    <a:gd name="connsiteX8" fmla="*/ 23851 w 137647"/>
                    <a:gd name="connsiteY8" fmla="*/ 7569 h 140491"/>
                    <a:gd name="connsiteX9" fmla="*/ 26846 w 137647"/>
                    <a:gd name="connsiteY9" fmla="*/ 5445 h 140491"/>
                    <a:gd name="connsiteX10" fmla="*/ 9802 w 137647"/>
                    <a:gd name="connsiteY10" fmla="*/ 5445 h 140491"/>
                    <a:gd name="connsiteX11" fmla="*/ 13722 w 137647"/>
                    <a:gd name="connsiteY11" fmla="*/ 8005 h 140491"/>
                    <a:gd name="connsiteX12" fmla="*/ 14430 w 137647"/>
                    <a:gd name="connsiteY12" fmla="*/ 9529 h 140491"/>
                    <a:gd name="connsiteX13" fmla="*/ 13886 w 137647"/>
                    <a:gd name="connsiteY13" fmla="*/ 11163 h 140491"/>
                    <a:gd name="connsiteX14" fmla="*/ 9747 w 137647"/>
                    <a:gd name="connsiteY14" fmla="*/ 14213 h 140491"/>
                    <a:gd name="connsiteX15" fmla="*/ 5391 w 137647"/>
                    <a:gd name="connsiteY15" fmla="*/ 9856 h 140491"/>
                    <a:gd name="connsiteX16" fmla="*/ 9802 w 137647"/>
                    <a:gd name="connsiteY16" fmla="*/ 5445 h 140491"/>
                    <a:gd name="connsiteX17" fmla="*/ 40078 w 137647"/>
                    <a:gd name="connsiteY17" fmla="*/ 16118 h 140491"/>
                    <a:gd name="connsiteX18" fmla="*/ 45414 w 137647"/>
                    <a:gd name="connsiteY18" fmla="*/ 21564 h 140491"/>
                    <a:gd name="connsiteX19" fmla="*/ 45360 w 137647"/>
                    <a:gd name="connsiteY19" fmla="*/ 22054 h 140491"/>
                    <a:gd name="connsiteX20" fmla="*/ 44979 w 137647"/>
                    <a:gd name="connsiteY20" fmla="*/ 25376 h 140491"/>
                    <a:gd name="connsiteX21" fmla="*/ 41875 w 137647"/>
                    <a:gd name="connsiteY21" fmla="*/ 26465 h 140491"/>
                    <a:gd name="connsiteX22" fmla="*/ 40078 w 137647"/>
                    <a:gd name="connsiteY22" fmla="*/ 26792 h 140491"/>
                    <a:gd name="connsiteX23" fmla="*/ 34742 w 137647"/>
                    <a:gd name="connsiteY23" fmla="*/ 21455 h 140491"/>
                    <a:gd name="connsiteX24" fmla="*/ 35286 w 137647"/>
                    <a:gd name="connsiteY24" fmla="*/ 19168 h 140491"/>
                    <a:gd name="connsiteX25" fmla="*/ 36048 w 137647"/>
                    <a:gd name="connsiteY25" fmla="*/ 17643 h 140491"/>
                    <a:gd name="connsiteX26" fmla="*/ 37573 w 137647"/>
                    <a:gd name="connsiteY26" fmla="*/ 16826 h 140491"/>
                    <a:gd name="connsiteX27" fmla="*/ 40078 w 137647"/>
                    <a:gd name="connsiteY27" fmla="*/ 16118 h 140491"/>
                    <a:gd name="connsiteX28" fmla="*/ 57340 w 137647"/>
                    <a:gd name="connsiteY28" fmla="*/ 26356 h 140491"/>
                    <a:gd name="connsiteX29" fmla="*/ 66052 w 137647"/>
                    <a:gd name="connsiteY29" fmla="*/ 35068 h 140491"/>
                    <a:gd name="connsiteX30" fmla="*/ 65889 w 137647"/>
                    <a:gd name="connsiteY30" fmla="*/ 36375 h 140491"/>
                    <a:gd name="connsiteX31" fmla="*/ 65508 w 137647"/>
                    <a:gd name="connsiteY31" fmla="*/ 39044 h 140491"/>
                    <a:gd name="connsiteX32" fmla="*/ 63711 w 137647"/>
                    <a:gd name="connsiteY32" fmla="*/ 41004 h 140491"/>
                    <a:gd name="connsiteX33" fmla="*/ 57340 w 137647"/>
                    <a:gd name="connsiteY33" fmla="*/ 43836 h 140491"/>
                    <a:gd name="connsiteX34" fmla="*/ 48628 w 137647"/>
                    <a:gd name="connsiteY34" fmla="*/ 35123 h 140491"/>
                    <a:gd name="connsiteX35" fmla="*/ 48954 w 137647"/>
                    <a:gd name="connsiteY35" fmla="*/ 32945 h 140491"/>
                    <a:gd name="connsiteX36" fmla="*/ 49880 w 137647"/>
                    <a:gd name="connsiteY36" fmla="*/ 29242 h 140491"/>
                    <a:gd name="connsiteX37" fmla="*/ 53310 w 137647"/>
                    <a:gd name="connsiteY37" fmla="*/ 27445 h 140491"/>
                    <a:gd name="connsiteX38" fmla="*/ 57340 w 137647"/>
                    <a:gd name="connsiteY38" fmla="*/ 26356 h 140491"/>
                    <a:gd name="connsiteX39" fmla="*/ 74493 w 137647"/>
                    <a:gd name="connsiteY39" fmla="*/ 42474 h 140491"/>
                    <a:gd name="connsiteX40" fmla="*/ 85329 w 137647"/>
                    <a:gd name="connsiteY40" fmla="*/ 45197 h 140491"/>
                    <a:gd name="connsiteX41" fmla="*/ 98452 w 137647"/>
                    <a:gd name="connsiteY41" fmla="*/ 56142 h 140491"/>
                    <a:gd name="connsiteX42" fmla="*/ 104606 w 137647"/>
                    <a:gd name="connsiteY42" fmla="*/ 69265 h 140491"/>
                    <a:gd name="connsiteX43" fmla="*/ 105368 w 137647"/>
                    <a:gd name="connsiteY43" fmla="*/ 73404 h 140491"/>
                    <a:gd name="connsiteX44" fmla="*/ 107927 w 137647"/>
                    <a:gd name="connsiteY44" fmla="*/ 84567 h 140491"/>
                    <a:gd name="connsiteX45" fmla="*/ 112883 w 137647"/>
                    <a:gd name="connsiteY45" fmla="*/ 98616 h 140491"/>
                    <a:gd name="connsiteX46" fmla="*/ 118601 w 137647"/>
                    <a:gd name="connsiteY46" fmla="*/ 112719 h 140491"/>
                    <a:gd name="connsiteX47" fmla="*/ 124754 w 137647"/>
                    <a:gd name="connsiteY47" fmla="*/ 125843 h 140491"/>
                    <a:gd name="connsiteX48" fmla="*/ 114080 w 137647"/>
                    <a:gd name="connsiteY48" fmla="*/ 116041 h 140491"/>
                    <a:gd name="connsiteX49" fmla="*/ 103517 w 137647"/>
                    <a:gd name="connsiteY49" fmla="*/ 104334 h 140491"/>
                    <a:gd name="connsiteX50" fmla="*/ 94151 w 137647"/>
                    <a:gd name="connsiteY50" fmla="*/ 91374 h 140491"/>
                    <a:gd name="connsiteX51" fmla="*/ 86255 w 137647"/>
                    <a:gd name="connsiteY51" fmla="*/ 80047 h 140491"/>
                    <a:gd name="connsiteX52" fmla="*/ 84676 w 137647"/>
                    <a:gd name="connsiteY52" fmla="*/ 77869 h 140491"/>
                    <a:gd name="connsiteX53" fmla="*/ 79393 w 137647"/>
                    <a:gd name="connsiteY53" fmla="*/ 67142 h 140491"/>
                    <a:gd name="connsiteX54" fmla="*/ 77379 w 137647"/>
                    <a:gd name="connsiteY54" fmla="*/ 59028 h 140491"/>
                    <a:gd name="connsiteX55" fmla="*/ 76453 w 137647"/>
                    <a:gd name="connsiteY55" fmla="*/ 55053 h 140491"/>
                    <a:gd name="connsiteX56" fmla="*/ 72805 w 137647"/>
                    <a:gd name="connsiteY56" fmla="*/ 42746 h 140491"/>
                    <a:gd name="connsiteX57" fmla="*/ 72696 w 137647"/>
                    <a:gd name="connsiteY57" fmla="*/ 42474 h 140491"/>
                    <a:gd name="connsiteX58" fmla="*/ 74493 w 137647"/>
                    <a:gd name="connsiteY58" fmla="*/ 42474 h 140491"/>
                    <a:gd name="connsiteX59" fmla="*/ 26846 w 137647"/>
                    <a:gd name="connsiteY59" fmla="*/ 0 h 140491"/>
                    <a:gd name="connsiteX60" fmla="*/ 18678 w 137647"/>
                    <a:gd name="connsiteY60" fmla="*/ 5663 h 140491"/>
                    <a:gd name="connsiteX61" fmla="*/ 9802 w 137647"/>
                    <a:gd name="connsiteY61" fmla="*/ 0 h 140491"/>
                    <a:gd name="connsiteX62" fmla="*/ 0 w 137647"/>
                    <a:gd name="connsiteY62" fmla="*/ 9802 h 140491"/>
                    <a:gd name="connsiteX63" fmla="*/ 9802 w 137647"/>
                    <a:gd name="connsiteY63" fmla="*/ 19604 h 140491"/>
                    <a:gd name="connsiteX64" fmla="*/ 19113 w 137647"/>
                    <a:gd name="connsiteY64" fmla="*/ 12742 h 140491"/>
                    <a:gd name="connsiteX65" fmla="*/ 26846 w 137647"/>
                    <a:gd name="connsiteY65" fmla="*/ 17480 h 140491"/>
                    <a:gd name="connsiteX66" fmla="*/ 30385 w 137647"/>
                    <a:gd name="connsiteY66" fmla="*/ 16717 h 140491"/>
                    <a:gd name="connsiteX67" fmla="*/ 29296 w 137647"/>
                    <a:gd name="connsiteY67" fmla="*/ 21401 h 140491"/>
                    <a:gd name="connsiteX68" fmla="*/ 40078 w 137647"/>
                    <a:gd name="connsiteY68" fmla="*/ 32182 h 140491"/>
                    <a:gd name="connsiteX69" fmla="*/ 43672 w 137647"/>
                    <a:gd name="connsiteY69" fmla="*/ 31529 h 140491"/>
                    <a:gd name="connsiteX70" fmla="*/ 43182 w 137647"/>
                    <a:gd name="connsiteY70" fmla="*/ 35068 h 140491"/>
                    <a:gd name="connsiteX71" fmla="*/ 57340 w 137647"/>
                    <a:gd name="connsiteY71" fmla="*/ 49226 h 140491"/>
                    <a:gd name="connsiteX72" fmla="*/ 67686 w 137647"/>
                    <a:gd name="connsiteY72" fmla="*/ 44707 h 140491"/>
                    <a:gd name="connsiteX73" fmla="*/ 71117 w 137647"/>
                    <a:gd name="connsiteY73" fmla="*/ 56360 h 140491"/>
                    <a:gd name="connsiteX74" fmla="*/ 74166 w 137647"/>
                    <a:gd name="connsiteY74" fmla="*/ 68721 h 140491"/>
                    <a:gd name="connsiteX75" fmla="*/ 80210 w 137647"/>
                    <a:gd name="connsiteY75" fmla="*/ 81027 h 140491"/>
                    <a:gd name="connsiteX76" fmla="*/ 89576 w 137647"/>
                    <a:gd name="connsiteY76" fmla="*/ 94369 h 140491"/>
                    <a:gd name="connsiteX77" fmla="*/ 99215 w 137647"/>
                    <a:gd name="connsiteY77" fmla="*/ 107710 h 140491"/>
                    <a:gd name="connsiteX78" fmla="*/ 110160 w 137647"/>
                    <a:gd name="connsiteY78" fmla="*/ 119853 h 140491"/>
                    <a:gd name="connsiteX79" fmla="*/ 135046 w 137647"/>
                    <a:gd name="connsiteY79" fmla="*/ 140219 h 140491"/>
                    <a:gd name="connsiteX80" fmla="*/ 135971 w 137647"/>
                    <a:gd name="connsiteY80" fmla="*/ 140491 h 140491"/>
                    <a:gd name="connsiteX81" fmla="*/ 136788 w 137647"/>
                    <a:gd name="connsiteY81" fmla="*/ 140273 h 140491"/>
                    <a:gd name="connsiteX82" fmla="*/ 137441 w 137647"/>
                    <a:gd name="connsiteY82" fmla="*/ 137986 h 140491"/>
                    <a:gd name="connsiteX83" fmla="*/ 123610 w 137647"/>
                    <a:gd name="connsiteY83" fmla="*/ 110596 h 140491"/>
                    <a:gd name="connsiteX84" fmla="*/ 118002 w 137647"/>
                    <a:gd name="connsiteY84" fmla="*/ 96765 h 140491"/>
                    <a:gd name="connsiteX85" fmla="*/ 113155 w 137647"/>
                    <a:gd name="connsiteY85" fmla="*/ 82988 h 140491"/>
                    <a:gd name="connsiteX86" fmla="*/ 109943 w 137647"/>
                    <a:gd name="connsiteY86" fmla="*/ 68285 h 140491"/>
                    <a:gd name="connsiteX87" fmla="*/ 102754 w 137647"/>
                    <a:gd name="connsiteY87" fmla="*/ 52875 h 140491"/>
                    <a:gd name="connsiteX88" fmla="*/ 87780 w 137647"/>
                    <a:gd name="connsiteY88" fmla="*/ 40405 h 140491"/>
                    <a:gd name="connsiteX89" fmla="*/ 74548 w 137647"/>
                    <a:gd name="connsiteY89" fmla="*/ 37138 h 140491"/>
                    <a:gd name="connsiteX90" fmla="*/ 71389 w 137647"/>
                    <a:gd name="connsiteY90" fmla="*/ 37356 h 140491"/>
                    <a:gd name="connsiteX91" fmla="*/ 71607 w 137647"/>
                    <a:gd name="connsiteY91" fmla="*/ 35177 h 140491"/>
                    <a:gd name="connsiteX92" fmla="*/ 57449 w 137647"/>
                    <a:gd name="connsiteY92" fmla="*/ 21019 h 140491"/>
                    <a:gd name="connsiteX93" fmla="*/ 50860 w 137647"/>
                    <a:gd name="connsiteY93" fmla="*/ 22707 h 140491"/>
                    <a:gd name="connsiteX94" fmla="*/ 50969 w 137647"/>
                    <a:gd name="connsiteY94" fmla="*/ 21509 h 140491"/>
                    <a:gd name="connsiteX95" fmla="*/ 40187 w 137647"/>
                    <a:gd name="connsiteY95" fmla="*/ 10728 h 140491"/>
                    <a:gd name="connsiteX96" fmla="*/ 35122 w 137647"/>
                    <a:gd name="connsiteY96" fmla="*/ 12034 h 140491"/>
                    <a:gd name="connsiteX97" fmla="*/ 35722 w 137647"/>
                    <a:gd name="connsiteY97" fmla="*/ 8822 h 140491"/>
                    <a:gd name="connsiteX98" fmla="*/ 26846 w 137647"/>
                    <a:gd name="connsiteY98" fmla="*/ 0 h 140491"/>
                    <a:gd name="connsiteX99" fmla="*/ 26846 w 137647"/>
                    <a:gd name="connsiteY99" fmla="*/ 0 h 140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137647" h="140491">
                      <a:moveTo>
                        <a:pt x="26846" y="5445"/>
                      </a:moveTo>
                      <a:cubicBezTo>
                        <a:pt x="28697" y="5445"/>
                        <a:pt x="30168" y="6916"/>
                        <a:pt x="30168" y="8767"/>
                      </a:cubicBezTo>
                      <a:cubicBezTo>
                        <a:pt x="30168" y="9149"/>
                        <a:pt x="30113" y="9584"/>
                        <a:pt x="29950" y="9965"/>
                      </a:cubicBezTo>
                      <a:lnTo>
                        <a:pt x="29460" y="11218"/>
                      </a:lnTo>
                      <a:lnTo>
                        <a:pt x="28207" y="11762"/>
                      </a:lnTo>
                      <a:cubicBezTo>
                        <a:pt x="27771" y="11925"/>
                        <a:pt x="27336" y="12034"/>
                        <a:pt x="26901" y="12034"/>
                      </a:cubicBezTo>
                      <a:cubicBezTo>
                        <a:pt x="25430" y="12034"/>
                        <a:pt x="24450" y="11109"/>
                        <a:pt x="24014" y="10237"/>
                      </a:cubicBezTo>
                      <a:lnTo>
                        <a:pt x="23361" y="8931"/>
                      </a:lnTo>
                      <a:lnTo>
                        <a:pt x="23851" y="7569"/>
                      </a:lnTo>
                      <a:cubicBezTo>
                        <a:pt x="24286" y="6317"/>
                        <a:pt x="25485" y="5445"/>
                        <a:pt x="26846" y="5445"/>
                      </a:cubicBezTo>
                      <a:moveTo>
                        <a:pt x="9802" y="5445"/>
                      </a:moveTo>
                      <a:cubicBezTo>
                        <a:pt x="11490" y="5445"/>
                        <a:pt x="13015" y="6426"/>
                        <a:pt x="13722" y="8005"/>
                      </a:cubicBezTo>
                      <a:lnTo>
                        <a:pt x="14430" y="9529"/>
                      </a:lnTo>
                      <a:lnTo>
                        <a:pt x="13886" y="11163"/>
                      </a:lnTo>
                      <a:cubicBezTo>
                        <a:pt x="13287" y="13015"/>
                        <a:pt x="11653" y="14213"/>
                        <a:pt x="9747" y="14213"/>
                      </a:cubicBezTo>
                      <a:cubicBezTo>
                        <a:pt x="7351" y="14213"/>
                        <a:pt x="5391" y="12252"/>
                        <a:pt x="5391" y="9856"/>
                      </a:cubicBezTo>
                      <a:cubicBezTo>
                        <a:pt x="5445" y="7406"/>
                        <a:pt x="7406" y="5445"/>
                        <a:pt x="9802" y="5445"/>
                      </a:cubicBezTo>
                      <a:moveTo>
                        <a:pt x="40078" y="16118"/>
                      </a:moveTo>
                      <a:cubicBezTo>
                        <a:pt x="43019" y="16118"/>
                        <a:pt x="45414" y="18514"/>
                        <a:pt x="45414" y="21564"/>
                      </a:cubicBezTo>
                      <a:lnTo>
                        <a:pt x="45360" y="22054"/>
                      </a:lnTo>
                      <a:lnTo>
                        <a:pt x="44979" y="25376"/>
                      </a:lnTo>
                      <a:lnTo>
                        <a:pt x="41875" y="26465"/>
                      </a:lnTo>
                      <a:cubicBezTo>
                        <a:pt x="41221" y="26683"/>
                        <a:pt x="40622" y="26792"/>
                        <a:pt x="40078" y="26792"/>
                      </a:cubicBezTo>
                      <a:cubicBezTo>
                        <a:pt x="37137" y="26792"/>
                        <a:pt x="34742" y="24396"/>
                        <a:pt x="34742" y="21455"/>
                      </a:cubicBezTo>
                      <a:cubicBezTo>
                        <a:pt x="34742" y="20693"/>
                        <a:pt x="34905" y="19930"/>
                        <a:pt x="35286" y="19168"/>
                      </a:cubicBezTo>
                      <a:lnTo>
                        <a:pt x="36048" y="17643"/>
                      </a:lnTo>
                      <a:lnTo>
                        <a:pt x="37573" y="16826"/>
                      </a:lnTo>
                      <a:cubicBezTo>
                        <a:pt x="38390" y="16336"/>
                        <a:pt x="39261" y="16118"/>
                        <a:pt x="40078" y="16118"/>
                      </a:cubicBezTo>
                      <a:moveTo>
                        <a:pt x="57340" y="26356"/>
                      </a:moveTo>
                      <a:cubicBezTo>
                        <a:pt x="62132" y="26356"/>
                        <a:pt x="66052" y="30277"/>
                        <a:pt x="66052" y="35068"/>
                      </a:cubicBezTo>
                      <a:cubicBezTo>
                        <a:pt x="66052" y="35504"/>
                        <a:pt x="65943" y="35940"/>
                        <a:pt x="65889" y="36375"/>
                      </a:cubicBezTo>
                      <a:lnTo>
                        <a:pt x="65508" y="39044"/>
                      </a:lnTo>
                      <a:lnTo>
                        <a:pt x="63711" y="41004"/>
                      </a:lnTo>
                      <a:cubicBezTo>
                        <a:pt x="62023" y="42801"/>
                        <a:pt x="59736" y="43836"/>
                        <a:pt x="57340" y="43836"/>
                      </a:cubicBezTo>
                      <a:cubicBezTo>
                        <a:pt x="52494" y="43836"/>
                        <a:pt x="48628" y="39915"/>
                        <a:pt x="48628" y="35123"/>
                      </a:cubicBezTo>
                      <a:cubicBezTo>
                        <a:pt x="48628" y="34524"/>
                        <a:pt x="48736" y="33816"/>
                        <a:pt x="48954" y="32945"/>
                      </a:cubicBezTo>
                      <a:lnTo>
                        <a:pt x="49880" y="29242"/>
                      </a:lnTo>
                      <a:lnTo>
                        <a:pt x="53310" y="27445"/>
                      </a:lnTo>
                      <a:cubicBezTo>
                        <a:pt x="54617" y="26737"/>
                        <a:pt x="55979" y="26356"/>
                        <a:pt x="57340" y="26356"/>
                      </a:cubicBezTo>
                      <a:moveTo>
                        <a:pt x="74493" y="42474"/>
                      </a:moveTo>
                      <a:cubicBezTo>
                        <a:pt x="77869" y="42474"/>
                        <a:pt x="81626" y="43400"/>
                        <a:pt x="85329" y="45197"/>
                      </a:cubicBezTo>
                      <a:cubicBezTo>
                        <a:pt x="91428" y="48192"/>
                        <a:pt x="95839" y="52820"/>
                        <a:pt x="98452" y="56142"/>
                      </a:cubicBezTo>
                      <a:cubicBezTo>
                        <a:pt x="101502" y="60008"/>
                        <a:pt x="103571" y="64473"/>
                        <a:pt x="104606" y="69265"/>
                      </a:cubicBezTo>
                      <a:cubicBezTo>
                        <a:pt x="104878" y="70681"/>
                        <a:pt x="105151" y="72043"/>
                        <a:pt x="105368" y="73404"/>
                      </a:cubicBezTo>
                      <a:cubicBezTo>
                        <a:pt x="106076" y="77270"/>
                        <a:pt x="106729" y="80919"/>
                        <a:pt x="107927" y="84567"/>
                      </a:cubicBezTo>
                      <a:cubicBezTo>
                        <a:pt x="109398" y="89304"/>
                        <a:pt x="111086" y="94096"/>
                        <a:pt x="112883" y="98616"/>
                      </a:cubicBezTo>
                      <a:cubicBezTo>
                        <a:pt x="114571" y="103354"/>
                        <a:pt x="116531" y="108146"/>
                        <a:pt x="118601" y="112719"/>
                      </a:cubicBezTo>
                      <a:cubicBezTo>
                        <a:pt x="120506" y="117239"/>
                        <a:pt x="122630" y="121650"/>
                        <a:pt x="124754" y="125843"/>
                      </a:cubicBezTo>
                      <a:cubicBezTo>
                        <a:pt x="121214" y="122902"/>
                        <a:pt x="117675" y="119635"/>
                        <a:pt x="114080" y="116041"/>
                      </a:cubicBezTo>
                      <a:cubicBezTo>
                        <a:pt x="110378" y="112230"/>
                        <a:pt x="106784" y="108254"/>
                        <a:pt x="103517" y="104334"/>
                      </a:cubicBezTo>
                      <a:cubicBezTo>
                        <a:pt x="100250" y="100141"/>
                        <a:pt x="97091" y="95784"/>
                        <a:pt x="94151" y="91374"/>
                      </a:cubicBezTo>
                      <a:cubicBezTo>
                        <a:pt x="91591" y="87507"/>
                        <a:pt x="88760" y="83532"/>
                        <a:pt x="86255" y="80047"/>
                      </a:cubicBezTo>
                      <a:lnTo>
                        <a:pt x="84676" y="77869"/>
                      </a:lnTo>
                      <a:cubicBezTo>
                        <a:pt x="82171" y="74330"/>
                        <a:pt x="80483" y="70844"/>
                        <a:pt x="79393" y="67142"/>
                      </a:cubicBezTo>
                      <a:cubicBezTo>
                        <a:pt x="78632" y="64473"/>
                        <a:pt x="78032" y="61805"/>
                        <a:pt x="77379" y="59028"/>
                      </a:cubicBezTo>
                      <a:cubicBezTo>
                        <a:pt x="77052" y="57721"/>
                        <a:pt x="76780" y="56414"/>
                        <a:pt x="76453" y="55053"/>
                      </a:cubicBezTo>
                      <a:cubicBezTo>
                        <a:pt x="75636" y="51622"/>
                        <a:pt x="74656" y="47593"/>
                        <a:pt x="72805" y="42746"/>
                      </a:cubicBezTo>
                      <a:lnTo>
                        <a:pt x="72696" y="42474"/>
                      </a:lnTo>
                      <a:cubicBezTo>
                        <a:pt x="73295" y="42529"/>
                        <a:pt x="73894" y="42474"/>
                        <a:pt x="74493" y="42474"/>
                      </a:cubicBezTo>
                      <a:moveTo>
                        <a:pt x="26846" y="0"/>
                      </a:moveTo>
                      <a:cubicBezTo>
                        <a:pt x="23088" y="0"/>
                        <a:pt x="19930" y="2342"/>
                        <a:pt x="18678" y="5663"/>
                      </a:cubicBezTo>
                      <a:cubicBezTo>
                        <a:pt x="17099" y="2342"/>
                        <a:pt x="13722" y="0"/>
                        <a:pt x="9802" y="0"/>
                      </a:cubicBezTo>
                      <a:cubicBezTo>
                        <a:pt x="4411" y="0"/>
                        <a:pt x="0" y="4411"/>
                        <a:pt x="0" y="9802"/>
                      </a:cubicBezTo>
                      <a:cubicBezTo>
                        <a:pt x="0" y="15193"/>
                        <a:pt x="4411" y="19604"/>
                        <a:pt x="9802" y="19604"/>
                      </a:cubicBezTo>
                      <a:cubicBezTo>
                        <a:pt x="14158" y="19604"/>
                        <a:pt x="17861" y="16717"/>
                        <a:pt x="19113" y="12742"/>
                      </a:cubicBezTo>
                      <a:cubicBezTo>
                        <a:pt x="20584" y="15574"/>
                        <a:pt x="23470" y="17480"/>
                        <a:pt x="26846" y="17480"/>
                      </a:cubicBezTo>
                      <a:cubicBezTo>
                        <a:pt x="28098" y="17480"/>
                        <a:pt x="29296" y="17208"/>
                        <a:pt x="30385" y="16717"/>
                      </a:cubicBezTo>
                      <a:cubicBezTo>
                        <a:pt x="29677" y="18133"/>
                        <a:pt x="29296" y="19713"/>
                        <a:pt x="29296" y="21401"/>
                      </a:cubicBezTo>
                      <a:cubicBezTo>
                        <a:pt x="29296" y="27336"/>
                        <a:pt x="34143" y="32182"/>
                        <a:pt x="40078" y="32182"/>
                      </a:cubicBezTo>
                      <a:cubicBezTo>
                        <a:pt x="41330" y="32182"/>
                        <a:pt x="42529" y="31910"/>
                        <a:pt x="43672" y="31529"/>
                      </a:cubicBezTo>
                      <a:cubicBezTo>
                        <a:pt x="43400" y="32672"/>
                        <a:pt x="43182" y="33816"/>
                        <a:pt x="43182" y="35068"/>
                      </a:cubicBezTo>
                      <a:cubicBezTo>
                        <a:pt x="43182" y="42910"/>
                        <a:pt x="49553" y="49226"/>
                        <a:pt x="57340" y="49226"/>
                      </a:cubicBezTo>
                      <a:cubicBezTo>
                        <a:pt x="61424" y="49226"/>
                        <a:pt x="65127" y="47484"/>
                        <a:pt x="67686" y="44707"/>
                      </a:cubicBezTo>
                      <a:cubicBezTo>
                        <a:pt x="69374" y="49172"/>
                        <a:pt x="70300" y="52820"/>
                        <a:pt x="71117" y="56360"/>
                      </a:cubicBezTo>
                      <a:cubicBezTo>
                        <a:pt x="72151" y="60716"/>
                        <a:pt x="72968" y="64637"/>
                        <a:pt x="74166" y="68721"/>
                      </a:cubicBezTo>
                      <a:cubicBezTo>
                        <a:pt x="75309" y="72805"/>
                        <a:pt x="77270" y="76835"/>
                        <a:pt x="80210" y="81027"/>
                      </a:cubicBezTo>
                      <a:cubicBezTo>
                        <a:pt x="83206" y="85166"/>
                        <a:pt x="86582" y="89795"/>
                        <a:pt x="89576" y="94369"/>
                      </a:cubicBezTo>
                      <a:cubicBezTo>
                        <a:pt x="92626" y="98943"/>
                        <a:pt x="95839" y="103408"/>
                        <a:pt x="99215" y="107710"/>
                      </a:cubicBezTo>
                      <a:cubicBezTo>
                        <a:pt x="102700" y="111903"/>
                        <a:pt x="106348" y="115987"/>
                        <a:pt x="110160" y="119853"/>
                      </a:cubicBezTo>
                      <a:cubicBezTo>
                        <a:pt x="117893" y="127477"/>
                        <a:pt x="126061" y="134446"/>
                        <a:pt x="135046" y="140219"/>
                      </a:cubicBezTo>
                      <a:cubicBezTo>
                        <a:pt x="135318" y="140382"/>
                        <a:pt x="135645" y="140491"/>
                        <a:pt x="135971" y="140491"/>
                      </a:cubicBezTo>
                      <a:cubicBezTo>
                        <a:pt x="136244" y="140491"/>
                        <a:pt x="136515" y="140437"/>
                        <a:pt x="136788" y="140273"/>
                      </a:cubicBezTo>
                      <a:cubicBezTo>
                        <a:pt x="137605" y="139838"/>
                        <a:pt x="137877" y="138803"/>
                        <a:pt x="137441" y="137986"/>
                      </a:cubicBezTo>
                      <a:cubicBezTo>
                        <a:pt x="132323" y="128838"/>
                        <a:pt x="127586" y="119798"/>
                        <a:pt x="123610" y="110596"/>
                      </a:cubicBezTo>
                      <a:cubicBezTo>
                        <a:pt x="121541" y="106022"/>
                        <a:pt x="119689" y="101447"/>
                        <a:pt x="118002" y="96765"/>
                      </a:cubicBezTo>
                      <a:cubicBezTo>
                        <a:pt x="116204" y="92191"/>
                        <a:pt x="114571" y="87616"/>
                        <a:pt x="113155" y="82988"/>
                      </a:cubicBezTo>
                      <a:cubicBezTo>
                        <a:pt x="111685" y="78359"/>
                        <a:pt x="111031" y="73567"/>
                        <a:pt x="109943" y="68285"/>
                      </a:cubicBezTo>
                      <a:cubicBezTo>
                        <a:pt x="108853" y="63058"/>
                        <a:pt x="106566" y="57721"/>
                        <a:pt x="102754" y="52875"/>
                      </a:cubicBezTo>
                      <a:cubicBezTo>
                        <a:pt x="98943" y="47974"/>
                        <a:pt x="93878" y="43400"/>
                        <a:pt x="87780" y="40405"/>
                      </a:cubicBezTo>
                      <a:cubicBezTo>
                        <a:pt x="83750" y="38445"/>
                        <a:pt x="79176" y="37138"/>
                        <a:pt x="74548" y="37138"/>
                      </a:cubicBezTo>
                      <a:cubicBezTo>
                        <a:pt x="73513" y="37138"/>
                        <a:pt x="72424" y="37192"/>
                        <a:pt x="71389" y="37356"/>
                      </a:cubicBezTo>
                      <a:cubicBezTo>
                        <a:pt x="71498" y="36648"/>
                        <a:pt x="71607" y="35940"/>
                        <a:pt x="71607" y="35177"/>
                      </a:cubicBezTo>
                      <a:cubicBezTo>
                        <a:pt x="71607" y="27336"/>
                        <a:pt x="65236" y="21019"/>
                        <a:pt x="57449" y="21019"/>
                      </a:cubicBezTo>
                      <a:cubicBezTo>
                        <a:pt x="55053" y="21019"/>
                        <a:pt x="52820" y="21673"/>
                        <a:pt x="50860" y="22707"/>
                      </a:cubicBezTo>
                      <a:cubicBezTo>
                        <a:pt x="50914" y="22326"/>
                        <a:pt x="50969" y="21945"/>
                        <a:pt x="50969" y="21509"/>
                      </a:cubicBezTo>
                      <a:cubicBezTo>
                        <a:pt x="50969" y="15574"/>
                        <a:pt x="46122" y="10728"/>
                        <a:pt x="40187" y="10728"/>
                      </a:cubicBezTo>
                      <a:cubicBezTo>
                        <a:pt x="38336" y="10728"/>
                        <a:pt x="36647" y="11218"/>
                        <a:pt x="35122" y="12034"/>
                      </a:cubicBezTo>
                      <a:cubicBezTo>
                        <a:pt x="35504" y="11054"/>
                        <a:pt x="35722" y="9965"/>
                        <a:pt x="35722" y="8822"/>
                      </a:cubicBezTo>
                      <a:cubicBezTo>
                        <a:pt x="35613" y="3921"/>
                        <a:pt x="31692" y="0"/>
                        <a:pt x="26846" y="0"/>
                      </a:cubicBezTo>
                      <a:lnTo>
                        <a:pt x="26846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2" name="Forme libre : forme 1021">
                  <a:extLst>
                    <a:ext uri="{FF2B5EF4-FFF2-40B4-BE49-F238E27FC236}">
                      <a16:creationId xmlns:a16="http://schemas.microsoft.com/office/drawing/2014/main" id="{CD7B8CB9-6689-4859-A35A-2F555FE5CC58}"/>
                    </a:ext>
                  </a:extLst>
                </p:cNvPr>
                <p:cNvSpPr/>
                <p:nvPr/>
              </p:nvSpPr>
              <p:spPr>
                <a:xfrm>
                  <a:off x="7881785" y="4931664"/>
                  <a:ext cx="84505" cy="196959"/>
                </a:xfrm>
                <a:custGeom>
                  <a:avLst/>
                  <a:gdLst>
                    <a:gd name="connsiteX0" fmla="*/ 18133 w 84505"/>
                    <a:gd name="connsiteY0" fmla="*/ 5445 h 196959"/>
                    <a:gd name="connsiteX1" fmla="*/ 19658 w 84505"/>
                    <a:gd name="connsiteY1" fmla="*/ 6970 h 196959"/>
                    <a:gd name="connsiteX2" fmla="*/ 18459 w 84505"/>
                    <a:gd name="connsiteY2" fmla="*/ 8331 h 196959"/>
                    <a:gd name="connsiteX3" fmla="*/ 17479 w 84505"/>
                    <a:gd name="connsiteY3" fmla="*/ 8604 h 196959"/>
                    <a:gd name="connsiteX4" fmla="*/ 16935 w 84505"/>
                    <a:gd name="connsiteY4" fmla="*/ 7732 h 196959"/>
                    <a:gd name="connsiteX5" fmla="*/ 16608 w 84505"/>
                    <a:gd name="connsiteY5" fmla="*/ 6970 h 196959"/>
                    <a:gd name="connsiteX6" fmla="*/ 18133 w 84505"/>
                    <a:gd name="connsiteY6" fmla="*/ 5445 h 196959"/>
                    <a:gd name="connsiteX7" fmla="*/ 11598 w 84505"/>
                    <a:gd name="connsiteY7" fmla="*/ 16009 h 196959"/>
                    <a:gd name="connsiteX8" fmla="*/ 11762 w 84505"/>
                    <a:gd name="connsiteY8" fmla="*/ 16009 h 196959"/>
                    <a:gd name="connsiteX9" fmla="*/ 12034 w 84505"/>
                    <a:gd name="connsiteY9" fmla="*/ 16009 h 196959"/>
                    <a:gd name="connsiteX10" fmla="*/ 14321 w 84505"/>
                    <a:gd name="connsiteY10" fmla="*/ 16118 h 196959"/>
                    <a:gd name="connsiteX11" fmla="*/ 16064 w 84505"/>
                    <a:gd name="connsiteY11" fmla="*/ 17697 h 196959"/>
                    <a:gd name="connsiteX12" fmla="*/ 18242 w 84505"/>
                    <a:gd name="connsiteY12" fmla="*/ 22435 h 196959"/>
                    <a:gd name="connsiteX13" fmla="*/ 14866 w 84505"/>
                    <a:gd name="connsiteY13" fmla="*/ 28044 h 196959"/>
                    <a:gd name="connsiteX14" fmla="*/ 11490 w 84505"/>
                    <a:gd name="connsiteY14" fmla="*/ 29895 h 196959"/>
                    <a:gd name="connsiteX15" fmla="*/ 8331 w 84505"/>
                    <a:gd name="connsiteY15" fmla="*/ 27826 h 196959"/>
                    <a:gd name="connsiteX16" fmla="*/ 5391 w 84505"/>
                    <a:gd name="connsiteY16" fmla="*/ 22435 h 196959"/>
                    <a:gd name="connsiteX17" fmla="*/ 11598 w 84505"/>
                    <a:gd name="connsiteY17" fmla="*/ 16009 h 196959"/>
                    <a:gd name="connsiteX18" fmla="*/ 11381 w 84505"/>
                    <a:gd name="connsiteY18" fmla="*/ 35123 h 196959"/>
                    <a:gd name="connsiteX19" fmla="*/ 14375 w 84505"/>
                    <a:gd name="connsiteY19" fmla="*/ 37246 h 196959"/>
                    <a:gd name="connsiteX20" fmla="*/ 16826 w 84505"/>
                    <a:gd name="connsiteY20" fmla="*/ 41930 h 196959"/>
                    <a:gd name="connsiteX21" fmla="*/ 15192 w 84505"/>
                    <a:gd name="connsiteY21" fmla="*/ 45959 h 196959"/>
                    <a:gd name="connsiteX22" fmla="*/ 12633 w 84505"/>
                    <a:gd name="connsiteY22" fmla="*/ 48573 h 196959"/>
                    <a:gd name="connsiteX23" fmla="*/ 9148 w 84505"/>
                    <a:gd name="connsiteY23" fmla="*/ 47320 h 196959"/>
                    <a:gd name="connsiteX24" fmla="*/ 5391 w 84505"/>
                    <a:gd name="connsiteY24" fmla="*/ 41984 h 196959"/>
                    <a:gd name="connsiteX25" fmla="*/ 8168 w 84505"/>
                    <a:gd name="connsiteY25" fmla="*/ 37138 h 196959"/>
                    <a:gd name="connsiteX26" fmla="*/ 11381 w 84505"/>
                    <a:gd name="connsiteY26" fmla="*/ 35123 h 196959"/>
                    <a:gd name="connsiteX27" fmla="*/ 13940 w 84505"/>
                    <a:gd name="connsiteY27" fmla="*/ 54345 h 196959"/>
                    <a:gd name="connsiteX28" fmla="*/ 18133 w 84505"/>
                    <a:gd name="connsiteY28" fmla="*/ 55107 h 196959"/>
                    <a:gd name="connsiteX29" fmla="*/ 26519 w 84505"/>
                    <a:gd name="connsiteY29" fmla="*/ 65072 h 196959"/>
                    <a:gd name="connsiteX30" fmla="*/ 23578 w 84505"/>
                    <a:gd name="connsiteY30" fmla="*/ 72206 h 196959"/>
                    <a:gd name="connsiteX31" fmla="*/ 21236 w 84505"/>
                    <a:gd name="connsiteY31" fmla="*/ 74602 h 196959"/>
                    <a:gd name="connsiteX32" fmla="*/ 17534 w 84505"/>
                    <a:gd name="connsiteY32" fmla="*/ 75146 h 196959"/>
                    <a:gd name="connsiteX33" fmla="*/ 16336 w 84505"/>
                    <a:gd name="connsiteY33" fmla="*/ 75255 h 196959"/>
                    <a:gd name="connsiteX34" fmla="*/ 6153 w 84505"/>
                    <a:gd name="connsiteY34" fmla="*/ 65072 h 196959"/>
                    <a:gd name="connsiteX35" fmla="*/ 10455 w 84505"/>
                    <a:gd name="connsiteY35" fmla="*/ 56795 h 196959"/>
                    <a:gd name="connsiteX36" fmla="*/ 13940 w 84505"/>
                    <a:gd name="connsiteY36" fmla="*/ 54345 h 196959"/>
                    <a:gd name="connsiteX37" fmla="*/ 24068 w 84505"/>
                    <a:gd name="connsiteY37" fmla="*/ 80646 h 196959"/>
                    <a:gd name="connsiteX38" fmla="*/ 25811 w 84505"/>
                    <a:gd name="connsiteY38" fmla="*/ 81190 h 196959"/>
                    <a:gd name="connsiteX39" fmla="*/ 36484 w 84505"/>
                    <a:gd name="connsiteY39" fmla="*/ 86799 h 196959"/>
                    <a:gd name="connsiteX40" fmla="*/ 48681 w 84505"/>
                    <a:gd name="connsiteY40" fmla="*/ 99433 h 196959"/>
                    <a:gd name="connsiteX41" fmla="*/ 55270 w 84505"/>
                    <a:gd name="connsiteY41" fmla="*/ 113264 h 196959"/>
                    <a:gd name="connsiteX42" fmla="*/ 56305 w 84505"/>
                    <a:gd name="connsiteY42" fmla="*/ 117348 h 196959"/>
                    <a:gd name="connsiteX43" fmla="*/ 59953 w 84505"/>
                    <a:gd name="connsiteY43" fmla="*/ 130308 h 196959"/>
                    <a:gd name="connsiteX44" fmla="*/ 65345 w 84505"/>
                    <a:gd name="connsiteY44" fmla="*/ 146481 h 196959"/>
                    <a:gd name="connsiteX45" fmla="*/ 70299 w 84505"/>
                    <a:gd name="connsiteY45" fmla="*/ 162926 h 196959"/>
                    <a:gd name="connsiteX46" fmla="*/ 71007 w 84505"/>
                    <a:gd name="connsiteY46" fmla="*/ 165485 h 196959"/>
                    <a:gd name="connsiteX47" fmla="*/ 74601 w 84505"/>
                    <a:gd name="connsiteY47" fmla="*/ 178282 h 196959"/>
                    <a:gd name="connsiteX48" fmla="*/ 66814 w 84505"/>
                    <a:gd name="connsiteY48" fmla="*/ 167500 h 196959"/>
                    <a:gd name="connsiteX49" fmla="*/ 65345 w 84505"/>
                    <a:gd name="connsiteY49" fmla="*/ 165431 h 196959"/>
                    <a:gd name="connsiteX50" fmla="*/ 55597 w 84505"/>
                    <a:gd name="connsiteY50" fmla="*/ 151382 h 196959"/>
                    <a:gd name="connsiteX51" fmla="*/ 46231 w 84505"/>
                    <a:gd name="connsiteY51" fmla="*/ 137006 h 196959"/>
                    <a:gd name="connsiteX52" fmla="*/ 38335 w 84505"/>
                    <a:gd name="connsiteY52" fmla="*/ 126061 h 196959"/>
                    <a:gd name="connsiteX53" fmla="*/ 35830 w 84505"/>
                    <a:gd name="connsiteY53" fmla="*/ 122739 h 196959"/>
                    <a:gd name="connsiteX54" fmla="*/ 29187 w 84505"/>
                    <a:gd name="connsiteY54" fmla="*/ 109398 h 196959"/>
                    <a:gd name="connsiteX55" fmla="*/ 25919 w 84505"/>
                    <a:gd name="connsiteY55" fmla="*/ 94369 h 196959"/>
                    <a:gd name="connsiteX56" fmla="*/ 24068 w 84505"/>
                    <a:gd name="connsiteY56" fmla="*/ 80646 h 196959"/>
                    <a:gd name="connsiteX57" fmla="*/ 18133 w 84505"/>
                    <a:gd name="connsiteY57" fmla="*/ 0 h 196959"/>
                    <a:gd name="connsiteX58" fmla="*/ 11163 w 84505"/>
                    <a:gd name="connsiteY58" fmla="*/ 6970 h 196959"/>
                    <a:gd name="connsiteX59" fmla="*/ 12306 w 84505"/>
                    <a:gd name="connsiteY59" fmla="*/ 10564 h 196959"/>
                    <a:gd name="connsiteX60" fmla="*/ 11871 w 84505"/>
                    <a:gd name="connsiteY60" fmla="*/ 10510 h 196959"/>
                    <a:gd name="connsiteX61" fmla="*/ 0 w 84505"/>
                    <a:gd name="connsiteY61" fmla="*/ 22380 h 196959"/>
                    <a:gd name="connsiteX62" fmla="*/ 5445 w 84505"/>
                    <a:gd name="connsiteY62" fmla="*/ 32346 h 196959"/>
                    <a:gd name="connsiteX63" fmla="*/ 0 w 84505"/>
                    <a:gd name="connsiteY63" fmla="*/ 41875 h 196959"/>
                    <a:gd name="connsiteX64" fmla="*/ 7351 w 84505"/>
                    <a:gd name="connsiteY64" fmla="*/ 52330 h 196959"/>
                    <a:gd name="connsiteX65" fmla="*/ 762 w 84505"/>
                    <a:gd name="connsiteY65" fmla="*/ 65072 h 196959"/>
                    <a:gd name="connsiteX66" fmla="*/ 16390 w 84505"/>
                    <a:gd name="connsiteY66" fmla="*/ 80701 h 196959"/>
                    <a:gd name="connsiteX67" fmla="*/ 18623 w 84505"/>
                    <a:gd name="connsiteY67" fmla="*/ 80483 h 196959"/>
                    <a:gd name="connsiteX68" fmla="*/ 20529 w 84505"/>
                    <a:gd name="connsiteY68" fmla="*/ 95185 h 196959"/>
                    <a:gd name="connsiteX69" fmla="*/ 23959 w 84505"/>
                    <a:gd name="connsiteY69" fmla="*/ 110977 h 196959"/>
                    <a:gd name="connsiteX70" fmla="*/ 31419 w 84505"/>
                    <a:gd name="connsiteY70" fmla="*/ 125952 h 196959"/>
                    <a:gd name="connsiteX71" fmla="*/ 41602 w 84505"/>
                    <a:gd name="connsiteY71" fmla="*/ 139946 h 196959"/>
                    <a:gd name="connsiteX72" fmla="*/ 50969 w 84505"/>
                    <a:gd name="connsiteY72" fmla="*/ 154322 h 196959"/>
                    <a:gd name="connsiteX73" fmla="*/ 60824 w 84505"/>
                    <a:gd name="connsiteY73" fmla="*/ 168480 h 196959"/>
                    <a:gd name="connsiteX74" fmla="*/ 81517 w 84505"/>
                    <a:gd name="connsiteY74" fmla="*/ 196306 h 196959"/>
                    <a:gd name="connsiteX75" fmla="*/ 82824 w 84505"/>
                    <a:gd name="connsiteY75" fmla="*/ 196959 h 196959"/>
                    <a:gd name="connsiteX76" fmla="*/ 83205 w 84505"/>
                    <a:gd name="connsiteY76" fmla="*/ 196905 h 196959"/>
                    <a:gd name="connsiteX77" fmla="*/ 84457 w 84505"/>
                    <a:gd name="connsiteY77" fmla="*/ 194890 h 196959"/>
                    <a:gd name="connsiteX78" fmla="*/ 75527 w 84505"/>
                    <a:gd name="connsiteY78" fmla="*/ 161347 h 196959"/>
                    <a:gd name="connsiteX79" fmla="*/ 70572 w 84505"/>
                    <a:gd name="connsiteY79" fmla="*/ 144847 h 196959"/>
                    <a:gd name="connsiteX80" fmla="*/ 65127 w 84505"/>
                    <a:gd name="connsiteY80" fmla="*/ 128565 h 196959"/>
                    <a:gd name="connsiteX81" fmla="*/ 60498 w 84505"/>
                    <a:gd name="connsiteY81" fmla="*/ 111848 h 196959"/>
                    <a:gd name="connsiteX82" fmla="*/ 53038 w 84505"/>
                    <a:gd name="connsiteY82" fmla="*/ 96220 h 196959"/>
                    <a:gd name="connsiteX83" fmla="*/ 39696 w 84505"/>
                    <a:gd name="connsiteY83" fmla="*/ 82389 h 196959"/>
                    <a:gd name="connsiteX84" fmla="*/ 27444 w 84505"/>
                    <a:gd name="connsiteY84" fmla="*/ 75963 h 196959"/>
                    <a:gd name="connsiteX85" fmla="*/ 31964 w 84505"/>
                    <a:gd name="connsiteY85" fmla="*/ 65018 h 196959"/>
                    <a:gd name="connsiteX86" fmla="*/ 19113 w 84505"/>
                    <a:gd name="connsiteY86" fmla="*/ 49662 h 196959"/>
                    <a:gd name="connsiteX87" fmla="*/ 22326 w 84505"/>
                    <a:gd name="connsiteY87" fmla="*/ 41820 h 196959"/>
                    <a:gd name="connsiteX88" fmla="*/ 17588 w 84505"/>
                    <a:gd name="connsiteY88" fmla="*/ 32727 h 196959"/>
                    <a:gd name="connsiteX89" fmla="*/ 23796 w 84505"/>
                    <a:gd name="connsiteY89" fmla="*/ 22326 h 196959"/>
                    <a:gd name="connsiteX90" fmla="*/ 19821 w 84505"/>
                    <a:gd name="connsiteY90" fmla="*/ 13504 h 196959"/>
                    <a:gd name="connsiteX91" fmla="*/ 25158 w 84505"/>
                    <a:gd name="connsiteY91" fmla="*/ 6861 h 196959"/>
                    <a:gd name="connsiteX92" fmla="*/ 18133 w 84505"/>
                    <a:gd name="connsiteY92" fmla="*/ 0 h 196959"/>
                    <a:gd name="connsiteX93" fmla="*/ 18133 w 84505"/>
                    <a:gd name="connsiteY93" fmla="*/ 0 h 196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</a:cxnLst>
                  <a:rect l="l" t="t" r="r" b="b"/>
                  <a:pathLst>
                    <a:path w="84505" h="196959">
                      <a:moveTo>
                        <a:pt x="18133" y="5445"/>
                      </a:moveTo>
                      <a:cubicBezTo>
                        <a:pt x="19004" y="5445"/>
                        <a:pt x="19658" y="6153"/>
                        <a:pt x="19658" y="6970"/>
                      </a:cubicBezTo>
                      <a:cubicBezTo>
                        <a:pt x="19658" y="7732"/>
                        <a:pt x="19004" y="8223"/>
                        <a:pt x="18459" y="8331"/>
                      </a:cubicBezTo>
                      <a:lnTo>
                        <a:pt x="17479" y="8604"/>
                      </a:lnTo>
                      <a:lnTo>
                        <a:pt x="16935" y="7732"/>
                      </a:lnTo>
                      <a:cubicBezTo>
                        <a:pt x="16608" y="7242"/>
                        <a:pt x="16608" y="7024"/>
                        <a:pt x="16608" y="6970"/>
                      </a:cubicBezTo>
                      <a:cubicBezTo>
                        <a:pt x="16608" y="6099"/>
                        <a:pt x="17261" y="5445"/>
                        <a:pt x="18133" y="5445"/>
                      </a:cubicBezTo>
                      <a:moveTo>
                        <a:pt x="11598" y="16009"/>
                      </a:moveTo>
                      <a:lnTo>
                        <a:pt x="11762" y="16009"/>
                      </a:lnTo>
                      <a:lnTo>
                        <a:pt x="12034" y="16009"/>
                      </a:lnTo>
                      <a:lnTo>
                        <a:pt x="14321" y="16118"/>
                      </a:lnTo>
                      <a:lnTo>
                        <a:pt x="16064" y="17697"/>
                      </a:lnTo>
                      <a:cubicBezTo>
                        <a:pt x="17479" y="18950"/>
                        <a:pt x="18242" y="20638"/>
                        <a:pt x="18242" y="22435"/>
                      </a:cubicBezTo>
                      <a:cubicBezTo>
                        <a:pt x="18242" y="24722"/>
                        <a:pt x="16935" y="26900"/>
                        <a:pt x="14866" y="28044"/>
                      </a:cubicBezTo>
                      <a:lnTo>
                        <a:pt x="11490" y="29895"/>
                      </a:lnTo>
                      <a:lnTo>
                        <a:pt x="8331" y="27826"/>
                      </a:lnTo>
                      <a:cubicBezTo>
                        <a:pt x="6480" y="26628"/>
                        <a:pt x="5391" y="24613"/>
                        <a:pt x="5391" y="22435"/>
                      </a:cubicBezTo>
                      <a:cubicBezTo>
                        <a:pt x="5445" y="18950"/>
                        <a:pt x="8168" y="16118"/>
                        <a:pt x="11598" y="16009"/>
                      </a:cubicBezTo>
                      <a:moveTo>
                        <a:pt x="11381" y="35123"/>
                      </a:moveTo>
                      <a:lnTo>
                        <a:pt x="14375" y="37246"/>
                      </a:lnTo>
                      <a:cubicBezTo>
                        <a:pt x="15955" y="38335"/>
                        <a:pt x="16826" y="40023"/>
                        <a:pt x="16826" y="41930"/>
                      </a:cubicBezTo>
                      <a:cubicBezTo>
                        <a:pt x="16826" y="43454"/>
                        <a:pt x="16227" y="44870"/>
                        <a:pt x="15192" y="45959"/>
                      </a:cubicBezTo>
                      <a:lnTo>
                        <a:pt x="12633" y="48573"/>
                      </a:lnTo>
                      <a:lnTo>
                        <a:pt x="9148" y="47320"/>
                      </a:lnTo>
                      <a:cubicBezTo>
                        <a:pt x="6915" y="46503"/>
                        <a:pt x="5391" y="44325"/>
                        <a:pt x="5391" y="41984"/>
                      </a:cubicBezTo>
                      <a:cubicBezTo>
                        <a:pt x="5391" y="39969"/>
                        <a:pt x="6425" y="38172"/>
                        <a:pt x="8168" y="37138"/>
                      </a:cubicBezTo>
                      <a:lnTo>
                        <a:pt x="11381" y="35123"/>
                      </a:lnTo>
                      <a:moveTo>
                        <a:pt x="13940" y="54345"/>
                      </a:moveTo>
                      <a:lnTo>
                        <a:pt x="18133" y="55107"/>
                      </a:lnTo>
                      <a:cubicBezTo>
                        <a:pt x="22979" y="55978"/>
                        <a:pt x="26519" y="60171"/>
                        <a:pt x="26519" y="65072"/>
                      </a:cubicBezTo>
                      <a:cubicBezTo>
                        <a:pt x="26519" y="67741"/>
                        <a:pt x="25484" y="70300"/>
                        <a:pt x="23578" y="72206"/>
                      </a:cubicBezTo>
                      <a:lnTo>
                        <a:pt x="21236" y="74602"/>
                      </a:lnTo>
                      <a:lnTo>
                        <a:pt x="17534" y="75146"/>
                      </a:lnTo>
                      <a:cubicBezTo>
                        <a:pt x="17152" y="75201"/>
                        <a:pt x="16717" y="75255"/>
                        <a:pt x="16336" y="75255"/>
                      </a:cubicBezTo>
                      <a:cubicBezTo>
                        <a:pt x="10727" y="75255"/>
                        <a:pt x="6153" y="70681"/>
                        <a:pt x="6153" y="65072"/>
                      </a:cubicBezTo>
                      <a:cubicBezTo>
                        <a:pt x="6153" y="61805"/>
                        <a:pt x="7787" y="58701"/>
                        <a:pt x="10455" y="56795"/>
                      </a:cubicBezTo>
                      <a:lnTo>
                        <a:pt x="13940" y="54345"/>
                      </a:lnTo>
                      <a:moveTo>
                        <a:pt x="24068" y="80646"/>
                      </a:moveTo>
                      <a:lnTo>
                        <a:pt x="25811" y="81190"/>
                      </a:lnTo>
                      <a:cubicBezTo>
                        <a:pt x="29405" y="82334"/>
                        <a:pt x="32999" y="84240"/>
                        <a:pt x="36484" y="86799"/>
                      </a:cubicBezTo>
                      <a:cubicBezTo>
                        <a:pt x="40949" y="90121"/>
                        <a:pt x="45033" y="94369"/>
                        <a:pt x="48681" y="99433"/>
                      </a:cubicBezTo>
                      <a:cubicBezTo>
                        <a:pt x="51731" y="103680"/>
                        <a:pt x="53854" y="108091"/>
                        <a:pt x="55270" y="113264"/>
                      </a:cubicBezTo>
                      <a:cubicBezTo>
                        <a:pt x="55652" y="114625"/>
                        <a:pt x="55978" y="115987"/>
                        <a:pt x="56305" y="117348"/>
                      </a:cubicBezTo>
                      <a:cubicBezTo>
                        <a:pt x="57394" y="121650"/>
                        <a:pt x="58538" y="126061"/>
                        <a:pt x="59953" y="130308"/>
                      </a:cubicBezTo>
                      <a:lnTo>
                        <a:pt x="65345" y="146481"/>
                      </a:lnTo>
                      <a:lnTo>
                        <a:pt x="70299" y="162926"/>
                      </a:lnTo>
                      <a:lnTo>
                        <a:pt x="71007" y="165485"/>
                      </a:lnTo>
                      <a:cubicBezTo>
                        <a:pt x="72205" y="169732"/>
                        <a:pt x="73404" y="173980"/>
                        <a:pt x="74601" y="178282"/>
                      </a:cubicBezTo>
                      <a:cubicBezTo>
                        <a:pt x="71933" y="174688"/>
                        <a:pt x="69374" y="171039"/>
                        <a:pt x="66814" y="167500"/>
                      </a:cubicBezTo>
                      <a:lnTo>
                        <a:pt x="65345" y="165431"/>
                      </a:lnTo>
                      <a:lnTo>
                        <a:pt x="55597" y="151382"/>
                      </a:lnTo>
                      <a:lnTo>
                        <a:pt x="46231" y="137006"/>
                      </a:lnTo>
                      <a:cubicBezTo>
                        <a:pt x="43780" y="133194"/>
                        <a:pt x="41003" y="129545"/>
                        <a:pt x="38335" y="126061"/>
                      </a:cubicBezTo>
                      <a:cubicBezTo>
                        <a:pt x="37464" y="124972"/>
                        <a:pt x="36647" y="123828"/>
                        <a:pt x="35830" y="122739"/>
                      </a:cubicBezTo>
                      <a:cubicBezTo>
                        <a:pt x="32835" y="118709"/>
                        <a:pt x="30549" y="114081"/>
                        <a:pt x="29187" y="109398"/>
                      </a:cubicBezTo>
                      <a:cubicBezTo>
                        <a:pt x="27880" y="105041"/>
                        <a:pt x="26845" y="100358"/>
                        <a:pt x="25919" y="94369"/>
                      </a:cubicBezTo>
                      <a:cubicBezTo>
                        <a:pt x="25320" y="90666"/>
                        <a:pt x="24667" y="86091"/>
                        <a:pt x="24068" y="80646"/>
                      </a:cubicBezTo>
                      <a:moveTo>
                        <a:pt x="18133" y="0"/>
                      </a:moveTo>
                      <a:cubicBezTo>
                        <a:pt x="14267" y="0"/>
                        <a:pt x="11163" y="3104"/>
                        <a:pt x="11163" y="6970"/>
                      </a:cubicBezTo>
                      <a:cubicBezTo>
                        <a:pt x="11163" y="8331"/>
                        <a:pt x="11653" y="9529"/>
                        <a:pt x="12306" y="10564"/>
                      </a:cubicBezTo>
                      <a:cubicBezTo>
                        <a:pt x="12143" y="10564"/>
                        <a:pt x="12034" y="10510"/>
                        <a:pt x="11871" y="10510"/>
                      </a:cubicBezTo>
                      <a:cubicBezTo>
                        <a:pt x="5282" y="10510"/>
                        <a:pt x="0" y="15846"/>
                        <a:pt x="0" y="22380"/>
                      </a:cubicBezTo>
                      <a:cubicBezTo>
                        <a:pt x="0" y="26573"/>
                        <a:pt x="2178" y="30222"/>
                        <a:pt x="5445" y="32346"/>
                      </a:cubicBezTo>
                      <a:cubicBezTo>
                        <a:pt x="2178" y="34306"/>
                        <a:pt x="0" y="37845"/>
                        <a:pt x="0" y="41875"/>
                      </a:cubicBezTo>
                      <a:cubicBezTo>
                        <a:pt x="0" y="46667"/>
                        <a:pt x="3049" y="50751"/>
                        <a:pt x="7351" y="52330"/>
                      </a:cubicBezTo>
                      <a:cubicBezTo>
                        <a:pt x="3376" y="55162"/>
                        <a:pt x="762" y="59790"/>
                        <a:pt x="762" y="65072"/>
                      </a:cubicBezTo>
                      <a:cubicBezTo>
                        <a:pt x="762" y="73676"/>
                        <a:pt x="7732" y="80701"/>
                        <a:pt x="16390" y="80701"/>
                      </a:cubicBezTo>
                      <a:cubicBezTo>
                        <a:pt x="17152" y="80701"/>
                        <a:pt x="17860" y="80592"/>
                        <a:pt x="18623" y="80483"/>
                      </a:cubicBezTo>
                      <a:cubicBezTo>
                        <a:pt x="19222" y="85982"/>
                        <a:pt x="19875" y="90611"/>
                        <a:pt x="20529" y="95185"/>
                      </a:cubicBezTo>
                      <a:cubicBezTo>
                        <a:pt x="21400" y="100631"/>
                        <a:pt x="22435" y="105804"/>
                        <a:pt x="23959" y="110977"/>
                      </a:cubicBezTo>
                      <a:cubicBezTo>
                        <a:pt x="25484" y="116150"/>
                        <a:pt x="27989" y="121323"/>
                        <a:pt x="31419" y="125952"/>
                      </a:cubicBezTo>
                      <a:cubicBezTo>
                        <a:pt x="34904" y="130580"/>
                        <a:pt x="38499" y="135154"/>
                        <a:pt x="41602" y="139946"/>
                      </a:cubicBezTo>
                      <a:lnTo>
                        <a:pt x="50969" y="154322"/>
                      </a:lnTo>
                      <a:lnTo>
                        <a:pt x="60824" y="168480"/>
                      </a:lnTo>
                      <a:cubicBezTo>
                        <a:pt x="67577" y="177846"/>
                        <a:pt x="74274" y="187212"/>
                        <a:pt x="81517" y="196306"/>
                      </a:cubicBezTo>
                      <a:cubicBezTo>
                        <a:pt x="81844" y="196687"/>
                        <a:pt x="82334" y="196959"/>
                        <a:pt x="82824" y="196959"/>
                      </a:cubicBezTo>
                      <a:cubicBezTo>
                        <a:pt x="82933" y="196959"/>
                        <a:pt x="83096" y="196959"/>
                        <a:pt x="83205" y="196905"/>
                      </a:cubicBezTo>
                      <a:cubicBezTo>
                        <a:pt x="84131" y="196687"/>
                        <a:pt x="84675" y="195816"/>
                        <a:pt x="84457" y="194890"/>
                      </a:cubicBezTo>
                      <a:cubicBezTo>
                        <a:pt x="81844" y="183564"/>
                        <a:pt x="78685" y="172455"/>
                        <a:pt x="75527" y="161347"/>
                      </a:cubicBezTo>
                      <a:lnTo>
                        <a:pt x="70572" y="144847"/>
                      </a:lnTo>
                      <a:lnTo>
                        <a:pt x="65127" y="128565"/>
                      </a:lnTo>
                      <a:cubicBezTo>
                        <a:pt x="63275" y="123174"/>
                        <a:pt x="61968" y="117457"/>
                        <a:pt x="60498" y="111848"/>
                      </a:cubicBezTo>
                      <a:cubicBezTo>
                        <a:pt x="58973" y="106294"/>
                        <a:pt x="56631" y="101175"/>
                        <a:pt x="53038" y="96220"/>
                      </a:cubicBezTo>
                      <a:cubicBezTo>
                        <a:pt x="49498" y="91319"/>
                        <a:pt x="45087" y="86473"/>
                        <a:pt x="39696" y="82389"/>
                      </a:cubicBezTo>
                      <a:cubicBezTo>
                        <a:pt x="36048" y="79720"/>
                        <a:pt x="31964" y="77433"/>
                        <a:pt x="27444" y="75963"/>
                      </a:cubicBezTo>
                      <a:cubicBezTo>
                        <a:pt x="30221" y="73131"/>
                        <a:pt x="31964" y="69265"/>
                        <a:pt x="31964" y="65018"/>
                      </a:cubicBezTo>
                      <a:cubicBezTo>
                        <a:pt x="31964" y="57340"/>
                        <a:pt x="26410" y="50969"/>
                        <a:pt x="19113" y="49662"/>
                      </a:cubicBezTo>
                      <a:cubicBezTo>
                        <a:pt x="21074" y="47647"/>
                        <a:pt x="22326" y="44870"/>
                        <a:pt x="22326" y="41820"/>
                      </a:cubicBezTo>
                      <a:cubicBezTo>
                        <a:pt x="22326" y="38063"/>
                        <a:pt x="20420" y="34742"/>
                        <a:pt x="17588" y="32727"/>
                      </a:cubicBezTo>
                      <a:cubicBezTo>
                        <a:pt x="21291" y="30712"/>
                        <a:pt x="23796" y="26846"/>
                        <a:pt x="23796" y="22326"/>
                      </a:cubicBezTo>
                      <a:cubicBezTo>
                        <a:pt x="23796" y="18841"/>
                        <a:pt x="22271" y="15683"/>
                        <a:pt x="19821" y="13504"/>
                      </a:cubicBezTo>
                      <a:cubicBezTo>
                        <a:pt x="22870" y="12742"/>
                        <a:pt x="25158" y="10128"/>
                        <a:pt x="25158" y="6861"/>
                      </a:cubicBezTo>
                      <a:cubicBezTo>
                        <a:pt x="25103" y="3104"/>
                        <a:pt x="21999" y="0"/>
                        <a:pt x="18133" y="0"/>
                      </a:cubicBezTo>
                      <a:lnTo>
                        <a:pt x="18133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3" name="Forme libre : forme 1022">
                  <a:extLst>
                    <a:ext uri="{FF2B5EF4-FFF2-40B4-BE49-F238E27FC236}">
                      <a16:creationId xmlns:a16="http://schemas.microsoft.com/office/drawing/2014/main" id="{63F618F5-F23A-4171-9EDF-DC041DFBC764}"/>
                    </a:ext>
                  </a:extLst>
                </p:cNvPr>
                <p:cNvSpPr/>
                <p:nvPr/>
              </p:nvSpPr>
              <p:spPr>
                <a:xfrm>
                  <a:off x="7806911" y="5033057"/>
                  <a:ext cx="109220" cy="117674"/>
                </a:xfrm>
                <a:custGeom>
                  <a:avLst/>
                  <a:gdLst>
                    <a:gd name="connsiteX0" fmla="*/ 11326 w 109220"/>
                    <a:gd name="connsiteY0" fmla="*/ 5445 h 117674"/>
                    <a:gd name="connsiteX1" fmla="*/ 17207 w 109220"/>
                    <a:gd name="connsiteY1" fmla="*/ 11326 h 117674"/>
                    <a:gd name="connsiteX2" fmla="*/ 17098 w 109220"/>
                    <a:gd name="connsiteY2" fmla="*/ 12143 h 117674"/>
                    <a:gd name="connsiteX3" fmla="*/ 16444 w 109220"/>
                    <a:gd name="connsiteY3" fmla="*/ 16554 h 117674"/>
                    <a:gd name="connsiteX4" fmla="*/ 11980 w 109220"/>
                    <a:gd name="connsiteY4" fmla="*/ 17099 h 117674"/>
                    <a:gd name="connsiteX5" fmla="*/ 11544 w 109220"/>
                    <a:gd name="connsiteY5" fmla="*/ 17153 h 117674"/>
                    <a:gd name="connsiteX6" fmla="*/ 11272 w 109220"/>
                    <a:gd name="connsiteY6" fmla="*/ 17207 h 117674"/>
                    <a:gd name="connsiteX7" fmla="*/ 5391 w 109220"/>
                    <a:gd name="connsiteY7" fmla="*/ 11326 h 117674"/>
                    <a:gd name="connsiteX8" fmla="*/ 11326 w 109220"/>
                    <a:gd name="connsiteY8" fmla="*/ 5445 h 117674"/>
                    <a:gd name="connsiteX9" fmla="*/ 27390 w 109220"/>
                    <a:gd name="connsiteY9" fmla="*/ 17534 h 117674"/>
                    <a:gd name="connsiteX10" fmla="*/ 37573 w 109220"/>
                    <a:gd name="connsiteY10" fmla="*/ 27445 h 117674"/>
                    <a:gd name="connsiteX11" fmla="*/ 37518 w 109220"/>
                    <a:gd name="connsiteY11" fmla="*/ 27717 h 117674"/>
                    <a:gd name="connsiteX12" fmla="*/ 37518 w 109220"/>
                    <a:gd name="connsiteY12" fmla="*/ 28044 h 117674"/>
                    <a:gd name="connsiteX13" fmla="*/ 37355 w 109220"/>
                    <a:gd name="connsiteY13" fmla="*/ 33326 h 117674"/>
                    <a:gd name="connsiteX14" fmla="*/ 37518 w 109220"/>
                    <a:gd name="connsiteY14" fmla="*/ 33326 h 117674"/>
                    <a:gd name="connsiteX15" fmla="*/ 32781 w 109220"/>
                    <a:gd name="connsiteY15" fmla="*/ 36266 h 117674"/>
                    <a:gd name="connsiteX16" fmla="*/ 27444 w 109220"/>
                    <a:gd name="connsiteY16" fmla="*/ 37845 h 117674"/>
                    <a:gd name="connsiteX17" fmla="*/ 17261 w 109220"/>
                    <a:gd name="connsiteY17" fmla="*/ 27663 h 117674"/>
                    <a:gd name="connsiteX18" fmla="*/ 17915 w 109220"/>
                    <a:gd name="connsiteY18" fmla="*/ 24287 h 117674"/>
                    <a:gd name="connsiteX19" fmla="*/ 19549 w 109220"/>
                    <a:gd name="connsiteY19" fmla="*/ 19603 h 117674"/>
                    <a:gd name="connsiteX20" fmla="*/ 24286 w 109220"/>
                    <a:gd name="connsiteY20" fmla="*/ 18024 h 117674"/>
                    <a:gd name="connsiteX21" fmla="*/ 27390 w 109220"/>
                    <a:gd name="connsiteY21" fmla="*/ 17534 h 117674"/>
                    <a:gd name="connsiteX22" fmla="*/ 39261 w 109220"/>
                    <a:gd name="connsiteY22" fmla="*/ 33435 h 117674"/>
                    <a:gd name="connsiteX23" fmla="*/ 42583 w 109220"/>
                    <a:gd name="connsiteY23" fmla="*/ 33652 h 117674"/>
                    <a:gd name="connsiteX24" fmla="*/ 51241 w 109220"/>
                    <a:gd name="connsiteY24" fmla="*/ 35776 h 117674"/>
                    <a:gd name="connsiteX25" fmla="*/ 63929 w 109220"/>
                    <a:gd name="connsiteY25" fmla="*/ 44761 h 117674"/>
                    <a:gd name="connsiteX26" fmla="*/ 70572 w 109220"/>
                    <a:gd name="connsiteY26" fmla="*/ 55815 h 117674"/>
                    <a:gd name="connsiteX27" fmla="*/ 71715 w 109220"/>
                    <a:gd name="connsiteY27" fmla="*/ 59627 h 117674"/>
                    <a:gd name="connsiteX28" fmla="*/ 75091 w 109220"/>
                    <a:gd name="connsiteY28" fmla="*/ 69701 h 117674"/>
                    <a:gd name="connsiteX29" fmla="*/ 81027 w 109220"/>
                    <a:gd name="connsiteY29" fmla="*/ 82062 h 117674"/>
                    <a:gd name="connsiteX30" fmla="*/ 87888 w 109220"/>
                    <a:gd name="connsiteY30" fmla="*/ 94423 h 117674"/>
                    <a:gd name="connsiteX31" fmla="*/ 95294 w 109220"/>
                    <a:gd name="connsiteY31" fmla="*/ 105858 h 117674"/>
                    <a:gd name="connsiteX32" fmla="*/ 83913 w 109220"/>
                    <a:gd name="connsiteY32" fmla="*/ 98453 h 117674"/>
                    <a:gd name="connsiteX33" fmla="*/ 72532 w 109220"/>
                    <a:gd name="connsiteY33" fmla="*/ 89086 h 117674"/>
                    <a:gd name="connsiteX34" fmla="*/ 62240 w 109220"/>
                    <a:gd name="connsiteY34" fmla="*/ 78141 h 117674"/>
                    <a:gd name="connsiteX35" fmla="*/ 53364 w 109220"/>
                    <a:gd name="connsiteY35" fmla="*/ 68394 h 117674"/>
                    <a:gd name="connsiteX36" fmla="*/ 51785 w 109220"/>
                    <a:gd name="connsiteY36" fmla="*/ 66706 h 117674"/>
                    <a:gd name="connsiteX37" fmla="*/ 45850 w 109220"/>
                    <a:gd name="connsiteY37" fmla="*/ 57286 h 117674"/>
                    <a:gd name="connsiteX38" fmla="*/ 42528 w 109220"/>
                    <a:gd name="connsiteY38" fmla="*/ 45959 h 117674"/>
                    <a:gd name="connsiteX39" fmla="*/ 40949 w 109220"/>
                    <a:gd name="connsiteY39" fmla="*/ 39479 h 117674"/>
                    <a:gd name="connsiteX40" fmla="*/ 39261 w 109220"/>
                    <a:gd name="connsiteY40" fmla="*/ 33435 h 117674"/>
                    <a:gd name="connsiteX41" fmla="*/ 11326 w 109220"/>
                    <a:gd name="connsiteY41" fmla="*/ 0 h 117674"/>
                    <a:gd name="connsiteX42" fmla="*/ 0 w 109220"/>
                    <a:gd name="connsiteY42" fmla="*/ 11326 h 117674"/>
                    <a:gd name="connsiteX43" fmla="*/ 11326 w 109220"/>
                    <a:gd name="connsiteY43" fmla="*/ 22653 h 117674"/>
                    <a:gd name="connsiteX44" fmla="*/ 12687 w 109220"/>
                    <a:gd name="connsiteY44" fmla="*/ 22489 h 117674"/>
                    <a:gd name="connsiteX45" fmla="*/ 11762 w 109220"/>
                    <a:gd name="connsiteY45" fmla="*/ 27663 h 117674"/>
                    <a:gd name="connsiteX46" fmla="*/ 27390 w 109220"/>
                    <a:gd name="connsiteY46" fmla="*/ 43291 h 117674"/>
                    <a:gd name="connsiteX47" fmla="*/ 35612 w 109220"/>
                    <a:gd name="connsiteY47" fmla="*/ 40895 h 117674"/>
                    <a:gd name="connsiteX48" fmla="*/ 37192 w 109220"/>
                    <a:gd name="connsiteY48" fmla="*/ 47211 h 117674"/>
                    <a:gd name="connsiteX49" fmla="*/ 40731 w 109220"/>
                    <a:gd name="connsiteY49" fmla="*/ 59246 h 117674"/>
                    <a:gd name="connsiteX50" fmla="*/ 47755 w 109220"/>
                    <a:gd name="connsiteY50" fmla="*/ 70409 h 117674"/>
                    <a:gd name="connsiteX51" fmla="*/ 58047 w 109220"/>
                    <a:gd name="connsiteY51" fmla="*/ 81626 h 117674"/>
                    <a:gd name="connsiteX52" fmla="*/ 68721 w 109220"/>
                    <a:gd name="connsiteY52" fmla="*/ 92953 h 117674"/>
                    <a:gd name="connsiteX53" fmla="*/ 80591 w 109220"/>
                    <a:gd name="connsiteY53" fmla="*/ 102754 h 117674"/>
                    <a:gd name="connsiteX54" fmla="*/ 106947 w 109220"/>
                    <a:gd name="connsiteY54" fmla="*/ 117566 h 117674"/>
                    <a:gd name="connsiteX55" fmla="*/ 107546 w 109220"/>
                    <a:gd name="connsiteY55" fmla="*/ 117675 h 117674"/>
                    <a:gd name="connsiteX56" fmla="*/ 108581 w 109220"/>
                    <a:gd name="connsiteY56" fmla="*/ 117293 h 117674"/>
                    <a:gd name="connsiteX57" fmla="*/ 108853 w 109220"/>
                    <a:gd name="connsiteY57" fmla="*/ 114897 h 117674"/>
                    <a:gd name="connsiteX58" fmla="*/ 92517 w 109220"/>
                    <a:gd name="connsiteY58" fmla="*/ 91591 h 117674"/>
                    <a:gd name="connsiteX59" fmla="*/ 85873 w 109220"/>
                    <a:gd name="connsiteY59" fmla="*/ 79611 h 117674"/>
                    <a:gd name="connsiteX60" fmla="*/ 80047 w 109220"/>
                    <a:gd name="connsiteY60" fmla="*/ 67523 h 117674"/>
                    <a:gd name="connsiteX61" fmla="*/ 75690 w 109220"/>
                    <a:gd name="connsiteY61" fmla="*/ 54127 h 117674"/>
                    <a:gd name="connsiteX62" fmla="*/ 67740 w 109220"/>
                    <a:gd name="connsiteY62" fmla="*/ 40895 h 117674"/>
                    <a:gd name="connsiteX63" fmla="*/ 53310 w 109220"/>
                    <a:gd name="connsiteY63" fmla="*/ 30712 h 117674"/>
                    <a:gd name="connsiteX64" fmla="*/ 42855 w 109220"/>
                    <a:gd name="connsiteY64" fmla="*/ 28153 h 117674"/>
                    <a:gd name="connsiteX65" fmla="*/ 42909 w 109220"/>
                    <a:gd name="connsiteY65" fmla="*/ 27608 h 117674"/>
                    <a:gd name="connsiteX66" fmla="*/ 27281 w 109220"/>
                    <a:gd name="connsiteY66" fmla="*/ 11980 h 117674"/>
                    <a:gd name="connsiteX67" fmla="*/ 22435 w 109220"/>
                    <a:gd name="connsiteY67" fmla="*/ 12851 h 117674"/>
                    <a:gd name="connsiteX68" fmla="*/ 22598 w 109220"/>
                    <a:gd name="connsiteY68" fmla="*/ 11272 h 117674"/>
                    <a:gd name="connsiteX69" fmla="*/ 11326 w 109220"/>
                    <a:gd name="connsiteY69" fmla="*/ 0 h 117674"/>
                    <a:gd name="connsiteX70" fmla="*/ 11326 w 109220"/>
                    <a:gd name="connsiteY70" fmla="*/ 0 h 117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109220" h="117674">
                      <a:moveTo>
                        <a:pt x="11326" y="5445"/>
                      </a:moveTo>
                      <a:cubicBezTo>
                        <a:pt x="14593" y="5445"/>
                        <a:pt x="17207" y="8114"/>
                        <a:pt x="17207" y="11326"/>
                      </a:cubicBezTo>
                      <a:cubicBezTo>
                        <a:pt x="17207" y="11544"/>
                        <a:pt x="17152" y="11762"/>
                        <a:pt x="17098" y="12143"/>
                      </a:cubicBezTo>
                      <a:lnTo>
                        <a:pt x="16444" y="16554"/>
                      </a:lnTo>
                      <a:lnTo>
                        <a:pt x="11980" y="17099"/>
                      </a:lnTo>
                      <a:lnTo>
                        <a:pt x="11544" y="17153"/>
                      </a:lnTo>
                      <a:lnTo>
                        <a:pt x="11272" y="17207"/>
                      </a:lnTo>
                      <a:cubicBezTo>
                        <a:pt x="8005" y="17207"/>
                        <a:pt x="5391" y="14539"/>
                        <a:pt x="5391" y="11326"/>
                      </a:cubicBezTo>
                      <a:cubicBezTo>
                        <a:pt x="5445" y="8059"/>
                        <a:pt x="8114" y="5445"/>
                        <a:pt x="11326" y="5445"/>
                      </a:cubicBezTo>
                      <a:moveTo>
                        <a:pt x="27390" y="17534"/>
                      </a:moveTo>
                      <a:cubicBezTo>
                        <a:pt x="32890" y="17534"/>
                        <a:pt x="37410" y="21945"/>
                        <a:pt x="37573" y="27445"/>
                      </a:cubicBezTo>
                      <a:lnTo>
                        <a:pt x="37518" y="27717"/>
                      </a:lnTo>
                      <a:lnTo>
                        <a:pt x="37518" y="28044"/>
                      </a:lnTo>
                      <a:lnTo>
                        <a:pt x="37355" y="33326"/>
                      </a:lnTo>
                      <a:lnTo>
                        <a:pt x="37518" y="33326"/>
                      </a:lnTo>
                      <a:lnTo>
                        <a:pt x="32781" y="36266"/>
                      </a:lnTo>
                      <a:cubicBezTo>
                        <a:pt x="31093" y="37301"/>
                        <a:pt x="29296" y="37845"/>
                        <a:pt x="27444" y="37845"/>
                      </a:cubicBezTo>
                      <a:cubicBezTo>
                        <a:pt x="21835" y="37845"/>
                        <a:pt x="17261" y="33271"/>
                        <a:pt x="17261" y="27663"/>
                      </a:cubicBezTo>
                      <a:cubicBezTo>
                        <a:pt x="17261" y="26628"/>
                        <a:pt x="17479" y="25539"/>
                        <a:pt x="17915" y="24287"/>
                      </a:cubicBezTo>
                      <a:lnTo>
                        <a:pt x="19549" y="19603"/>
                      </a:lnTo>
                      <a:lnTo>
                        <a:pt x="24286" y="18024"/>
                      </a:lnTo>
                      <a:cubicBezTo>
                        <a:pt x="25430" y="17697"/>
                        <a:pt x="26464" y="17534"/>
                        <a:pt x="27390" y="17534"/>
                      </a:cubicBezTo>
                      <a:moveTo>
                        <a:pt x="39261" y="33435"/>
                      </a:moveTo>
                      <a:lnTo>
                        <a:pt x="42583" y="33652"/>
                      </a:lnTo>
                      <a:cubicBezTo>
                        <a:pt x="45360" y="33816"/>
                        <a:pt x="48300" y="34524"/>
                        <a:pt x="51241" y="35776"/>
                      </a:cubicBezTo>
                      <a:cubicBezTo>
                        <a:pt x="55815" y="37736"/>
                        <a:pt x="60062" y="40786"/>
                        <a:pt x="63929" y="44761"/>
                      </a:cubicBezTo>
                      <a:cubicBezTo>
                        <a:pt x="66978" y="47919"/>
                        <a:pt x="69265" y="51677"/>
                        <a:pt x="70572" y="55815"/>
                      </a:cubicBezTo>
                      <a:cubicBezTo>
                        <a:pt x="70953" y="57122"/>
                        <a:pt x="71334" y="58374"/>
                        <a:pt x="71715" y="59627"/>
                      </a:cubicBezTo>
                      <a:cubicBezTo>
                        <a:pt x="72696" y="63003"/>
                        <a:pt x="73730" y="66542"/>
                        <a:pt x="75091" y="69701"/>
                      </a:cubicBezTo>
                      <a:cubicBezTo>
                        <a:pt x="76889" y="73948"/>
                        <a:pt x="78904" y="78141"/>
                        <a:pt x="81027" y="82062"/>
                      </a:cubicBezTo>
                      <a:cubicBezTo>
                        <a:pt x="83096" y="86309"/>
                        <a:pt x="85438" y="90448"/>
                        <a:pt x="87888" y="94423"/>
                      </a:cubicBezTo>
                      <a:cubicBezTo>
                        <a:pt x="90066" y="98126"/>
                        <a:pt x="92462" y="101883"/>
                        <a:pt x="95294" y="105858"/>
                      </a:cubicBezTo>
                      <a:cubicBezTo>
                        <a:pt x="91536" y="103680"/>
                        <a:pt x="87780" y="101230"/>
                        <a:pt x="83913" y="98453"/>
                      </a:cubicBezTo>
                      <a:cubicBezTo>
                        <a:pt x="79938" y="95512"/>
                        <a:pt x="76072" y="92299"/>
                        <a:pt x="72532" y="89086"/>
                      </a:cubicBezTo>
                      <a:cubicBezTo>
                        <a:pt x="68938" y="85601"/>
                        <a:pt x="65453" y="81898"/>
                        <a:pt x="62240" y="78141"/>
                      </a:cubicBezTo>
                      <a:cubicBezTo>
                        <a:pt x="59300" y="74656"/>
                        <a:pt x="56305" y="71498"/>
                        <a:pt x="53364" y="68394"/>
                      </a:cubicBezTo>
                      <a:lnTo>
                        <a:pt x="51785" y="66706"/>
                      </a:lnTo>
                      <a:cubicBezTo>
                        <a:pt x="49062" y="63711"/>
                        <a:pt x="47102" y="60662"/>
                        <a:pt x="45850" y="57286"/>
                      </a:cubicBezTo>
                      <a:cubicBezTo>
                        <a:pt x="44543" y="53855"/>
                        <a:pt x="43563" y="50370"/>
                        <a:pt x="42528" y="45959"/>
                      </a:cubicBezTo>
                      <a:cubicBezTo>
                        <a:pt x="42038" y="43890"/>
                        <a:pt x="41548" y="41820"/>
                        <a:pt x="40949" y="39479"/>
                      </a:cubicBezTo>
                      <a:lnTo>
                        <a:pt x="39261" y="33435"/>
                      </a:lnTo>
                      <a:moveTo>
                        <a:pt x="11326" y="0"/>
                      </a:moveTo>
                      <a:cubicBezTo>
                        <a:pt x="5064" y="0"/>
                        <a:pt x="0" y="5064"/>
                        <a:pt x="0" y="11326"/>
                      </a:cubicBezTo>
                      <a:cubicBezTo>
                        <a:pt x="0" y="17588"/>
                        <a:pt x="5064" y="22653"/>
                        <a:pt x="11326" y="22653"/>
                      </a:cubicBezTo>
                      <a:cubicBezTo>
                        <a:pt x="11816" y="22653"/>
                        <a:pt x="12252" y="22544"/>
                        <a:pt x="12687" y="22489"/>
                      </a:cubicBezTo>
                      <a:cubicBezTo>
                        <a:pt x="12143" y="24123"/>
                        <a:pt x="11762" y="25811"/>
                        <a:pt x="11762" y="27663"/>
                      </a:cubicBezTo>
                      <a:cubicBezTo>
                        <a:pt x="11762" y="36266"/>
                        <a:pt x="18732" y="43291"/>
                        <a:pt x="27390" y="43291"/>
                      </a:cubicBezTo>
                      <a:cubicBezTo>
                        <a:pt x="30439" y="43291"/>
                        <a:pt x="33217" y="42365"/>
                        <a:pt x="35612" y="40895"/>
                      </a:cubicBezTo>
                      <a:cubicBezTo>
                        <a:pt x="36211" y="43127"/>
                        <a:pt x="36702" y="45197"/>
                        <a:pt x="37192" y="47211"/>
                      </a:cubicBezTo>
                      <a:cubicBezTo>
                        <a:pt x="38226" y="51459"/>
                        <a:pt x="39261" y="55325"/>
                        <a:pt x="40731" y="59246"/>
                      </a:cubicBezTo>
                      <a:cubicBezTo>
                        <a:pt x="42202" y="63166"/>
                        <a:pt x="44488" y="66869"/>
                        <a:pt x="47755" y="70409"/>
                      </a:cubicBezTo>
                      <a:cubicBezTo>
                        <a:pt x="51077" y="73948"/>
                        <a:pt x="54671" y="77651"/>
                        <a:pt x="58047" y="81626"/>
                      </a:cubicBezTo>
                      <a:cubicBezTo>
                        <a:pt x="61423" y="85601"/>
                        <a:pt x="65018" y="89359"/>
                        <a:pt x="68721" y="92953"/>
                      </a:cubicBezTo>
                      <a:cubicBezTo>
                        <a:pt x="72532" y="96438"/>
                        <a:pt x="76507" y="99705"/>
                        <a:pt x="80591" y="102754"/>
                      </a:cubicBezTo>
                      <a:cubicBezTo>
                        <a:pt x="88923" y="108744"/>
                        <a:pt x="97635" y="113863"/>
                        <a:pt x="106947" y="117566"/>
                      </a:cubicBezTo>
                      <a:cubicBezTo>
                        <a:pt x="107165" y="117620"/>
                        <a:pt x="107328" y="117675"/>
                        <a:pt x="107546" y="117675"/>
                      </a:cubicBezTo>
                      <a:cubicBezTo>
                        <a:pt x="107927" y="117675"/>
                        <a:pt x="108308" y="117566"/>
                        <a:pt x="108581" y="117293"/>
                      </a:cubicBezTo>
                      <a:cubicBezTo>
                        <a:pt x="109288" y="116694"/>
                        <a:pt x="109452" y="115660"/>
                        <a:pt x="108853" y="114897"/>
                      </a:cubicBezTo>
                      <a:cubicBezTo>
                        <a:pt x="102808" y="107220"/>
                        <a:pt x="97254" y="99542"/>
                        <a:pt x="92517" y="91591"/>
                      </a:cubicBezTo>
                      <a:cubicBezTo>
                        <a:pt x="90066" y="87671"/>
                        <a:pt x="87888" y="83641"/>
                        <a:pt x="85873" y="79611"/>
                      </a:cubicBezTo>
                      <a:cubicBezTo>
                        <a:pt x="83749" y="75636"/>
                        <a:pt x="81789" y="71607"/>
                        <a:pt x="80047" y="67523"/>
                      </a:cubicBezTo>
                      <a:cubicBezTo>
                        <a:pt x="78304" y="63493"/>
                        <a:pt x="77161" y="58865"/>
                        <a:pt x="75690" y="54127"/>
                      </a:cubicBezTo>
                      <a:cubicBezTo>
                        <a:pt x="74166" y="49390"/>
                        <a:pt x="71606" y="44870"/>
                        <a:pt x="67740" y="40895"/>
                      </a:cubicBezTo>
                      <a:cubicBezTo>
                        <a:pt x="63874" y="36920"/>
                        <a:pt x="59082" y="33163"/>
                        <a:pt x="53310" y="30712"/>
                      </a:cubicBezTo>
                      <a:cubicBezTo>
                        <a:pt x="50043" y="29351"/>
                        <a:pt x="46503" y="28371"/>
                        <a:pt x="42855" y="28153"/>
                      </a:cubicBezTo>
                      <a:cubicBezTo>
                        <a:pt x="42855" y="27989"/>
                        <a:pt x="42909" y="27826"/>
                        <a:pt x="42909" y="27608"/>
                      </a:cubicBezTo>
                      <a:cubicBezTo>
                        <a:pt x="42909" y="19004"/>
                        <a:pt x="35939" y="11980"/>
                        <a:pt x="27281" y="11980"/>
                      </a:cubicBezTo>
                      <a:cubicBezTo>
                        <a:pt x="25593" y="11980"/>
                        <a:pt x="23959" y="12307"/>
                        <a:pt x="22435" y="12851"/>
                      </a:cubicBezTo>
                      <a:cubicBezTo>
                        <a:pt x="22489" y="12307"/>
                        <a:pt x="22598" y="11816"/>
                        <a:pt x="22598" y="11272"/>
                      </a:cubicBezTo>
                      <a:cubicBezTo>
                        <a:pt x="22707" y="5064"/>
                        <a:pt x="17588" y="0"/>
                        <a:pt x="11326" y="0"/>
                      </a:cubicBezTo>
                      <a:lnTo>
                        <a:pt x="11326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4" name="Forme libre : forme 1023">
                  <a:extLst>
                    <a:ext uri="{FF2B5EF4-FFF2-40B4-BE49-F238E27FC236}">
                      <a16:creationId xmlns:a16="http://schemas.microsoft.com/office/drawing/2014/main" id="{CD3329AA-30B5-4A19-AAA0-1E3D15A1631F}"/>
                    </a:ext>
                  </a:extLst>
                </p:cNvPr>
                <p:cNvSpPr/>
                <p:nvPr/>
              </p:nvSpPr>
              <p:spPr>
                <a:xfrm>
                  <a:off x="7714230" y="5146430"/>
                  <a:ext cx="185204" cy="34251"/>
                </a:xfrm>
                <a:custGeom>
                  <a:avLst/>
                  <a:gdLst>
                    <a:gd name="connsiteX0" fmla="*/ 91646 w 185204"/>
                    <a:gd name="connsiteY0" fmla="*/ 5445 h 34251"/>
                    <a:gd name="connsiteX1" fmla="*/ 95457 w 185204"/>
                    <a:gd name="connsiteY1" fmla="*/ 5554 h 34251"/>
                    <a:gd name="connsiteX2" fmla="*/ 102755 w 185204"/>
                    <a:gd name="connsiteY2" fmla="*/ 6153 h 34251"/>
                    <a:gd name="connsiteX3" fmla="*/ 113808 w 185204"/>
                    <a:gd name="connsiteY3" fmla="*/ 6970 h 34251"/>
                    <a:gd name="connsiteX4" fmla="*/ 131452 w 185204"/>
                    <a:gd name="connsiteY4" fmla="*/ 8277 h 34251"/>
                    <a:gd name="connsiteX5" fmla="*/ 148931 w 185204"/>
                    <a:gd name="connsiteY5" fmla="*/ 10836 h 34251"/>
                    <a:gd name="connsiteX6" fmla="*/ 150565 w 185204"/>
                    <a:gd name="connsiteY6" fmla="*/ 11163 h 34251"/>
                    <a:gd name="connsiteX7" fmla="*/ 164940 w 185204"/>
                    <a:gd name="connsiteY7" fmla="*/ 14430 h 34251"/>
                    <a:gd name="connsiteX8" fmla="*/ 150184 w 185204"/>
                    <a:gd name="connsiteY8" fmla="*/ 16282 h 34251"/>
                    <a:gd name="connsiteX9" fmla="*/ 148877 w 185204"/>
                    <a:gd name="connsiteY9" fmla="*/ 16499 h 34251"/>
                    <a:gd name="connsiteX10" fmla="*/ 131778 w 185204"/>
                    <a:gd name="connsiteY10" fmla="*/ 19277 h 34251"/>
                    <a:gd name="connsiteX11" fmla="*/ 114789 w 185204"/>
                    <a:gd name="connsiteY11" fmla="*/ 22326 h 34251"/>
                    <a:gd name="connsiteX12" fmla="*/ 99488 w 185204"/>
                    <a:gd name="connsiteY12" fmla="*/ 26573 h 34251"/>
                    <a:gd name="connsiteX13" fmla="*/ 97799 w 185204"/>
                    <a:gd name="connsiteY13" fmla="*/ 27118 h 34251"/>
                    <a:gd name="connsiteX14" fmla="*/ 86418 w 185204"/>
                    <a:gd name="connsiteY14" fmla="*/ 28860 h 34251"/>
                    <a:gd name="connsiteX15" fmla="*/ 80537 w 185204"/>
                    <a:gd name="connsiteY15" fmla="*/ 28425 h 34251"/>
                    <a:gd name="connsiteX16" fmla="*/ 70463 w 185204"/>
                    <a:gd name="connsiteY16" fmla="*/ 25484 h 34251"/>
                    <a:gd name="connsiteX17" fmla="*/ 62459 w 185204"/>
                    <a:gd name="connsiteY17" fmla="*/ 20148 h 34251"/>
                    <a:gd name="connsiteX18" fmla="*/ 58974 w 185204"/>
                    <a:gd name="connsiteY18" fmla="*/ 16173 h 34251"/>
                    <a:gd name="connsiteX19" fmla="*/ 53801 w 185204"/>
                    <a:gd name="connsiteY19" fmla="*/ 9529 h 34251"/>
                    <a:gd name="connsiteX20" fmla="*/ 58048 w 185204"/>
                    <a:gd name="connsiteY20" fmla="*/ 8604 h 34251"/>
                    <a:gd name="connsiteX21" fmla="*/ 64038 w 185204"/>
                    <a:gd name="connsiteY21" fmla="*/ 8386 h 34251"/>
                    <a:gd name="connsiteX22" fmla="*/ 67850 w 185204"/>
                    <a:gd name="connsiteY22" fmla="*/ 8440 h 34251"/>
                    <a:gd name="connsiteX23" fmla="*/ 68884 w 185204"/>
                    <a:gd name="connsiteY23" fmla="*/ 8440 h 34251"/>
                    <a:gd name="connsiteX24" fmla="*/ 75909 w 185204"/>
                    <a:gd name="connsiteY24" fmla="*/ 7732 h 34251"/>
                    <a:gd name="connsiteX25" fmla="*/ 81790 w 185204"/>
                    <a:gd name="connsiteY25" fmla="*/ 6535 h 34251"/>
                    <a:gd name="connsiteX26" fmla="*/ 91646 w 185204"/>
                    <a:gd name="connsiteY26" fmla="*/ 5445 h 34251"/>
                    <a:gd name="connsiteX27" fmla="*/ 38227 w 185204"/>
                    <a:gd name="connsiteY27" fmla="*/ 6099 h 34251"/>
                    <a:gd name="connsiteX28" fmla="*/ 45959 w 185204"/>
                    <a:gd name="connsiteY28" fmla="*/ 9203 h 34251"/>
                    <a:gd name="connsiteX29" fmla="*/ 48736 w 185204"/>
                    <a:gd name="connsiteY29" fmla="*/ 11816 h 34251"/>
                    <a:gd name="connsiteX30" fmla="*/ 50261 w 185204"/>
                    <a:gd name="connsiteY30" fmla="*/ 11000 h 34251"/>
                    <a:gd name="connsiteX31" fmla="*/ 49335 w 185204"/>
                    <a:gd name="connsiteY31" fmla="*/ 18678 h 34251"/>
                    <a:gd name="connsiteX32" fmla="*/ 38173 w 185204"/>
                    <a:gd name="connsiteY32" fmla="*/ 28643 h 34251"/>
                    <a:gd name="connsiteX33" fmla="*/ 27608 w 185204"/>
                    <a:gd name="connsiteY33" fmla="*/ 21128 h 34251"/>
                    <a:gd name="connsiteX34" fmla="*/ 25920 w 185204"/>
                    <a:gd name="connsiteY34" fmla="*/ 16445 h 34251"/>
                    <a:gd name="connsiteX35" fmla="*/ 28262 w 185204"/>
                    <a:gd name="connsiteY35" fmla="*/ 12034 h 34251"/>
                    <a:gd name="connsiteX36" fmla="*/ 38227 w 185204"/>
                    <a:gd name="connsiteY36" fmla="*/ 6099 h 34251"/>
                    <a:gd name="connsiteX37" fmla="*/ 12579 w 185204"/>
                    <a:gd name="connsiteY37" fmla="*/ 8386 h 34251"/>
                    <a:gd name="connsiteX38" fmla="*/ 18732 w 185204"/>
                    <a:gd name="connsiteY38" fmla="*/ 12143 h 34251"/>
                    <a:gd name="connsiteX39" fmla="*/ 20910 w 185204"/>
                    <a:gd name="connsiteY39" fmla="*/ 16118 h 34251"/>
                    <a:gd name="connsiteX40" fmla="*/ 18188 w 185204"/>
                    <a:gd name="connsiteY40" fmla="*/ 19712 h 34251"/>
                    <a:gd name="connsiteX41" fmla="*/ 12579 w 185204"/>
                    <a:gd name="connsiteY41" fmla="*/ 22544 h 34251"/>
                    <a:gd name="connsiteX42" fmla="*/ 5500 w 185204"/>
                    <a:gd name="connsiteY42" fmla="*/ 15465 h 34251"/>
                    <a:gd name="connsiteX43" fmla="*/ 12579 w 185204"/>
                    <a:gd name="connsiteY43" fmla="*/ 8386 h 34251"/>
                    <a:gd name="connsiteX44" fmla="*/ 91646 w 185204"/>
                    <a:gd name="connsiteY44" fmla="*/ 0 h 34251"/>
                    <a:gd name="connsiteX45" fmla="*/ 80810 w 185204"/>
                    <a:gd name="connsiteY45" fmla="*/ 1035 h 34251"/>
                    <a:gd name="connsiteX46" fmla="*/ 74929 w 185204"/>
                    <a:gd name="connsiteY46" fmla="*/ 2232 h 34251"/>
                    <a:gd name="connsiteX47" fmla="*/ 68993 w 185204"/>
                    <a:gd name="connsiteY47" fmla="*/ 2832 h 34251"/>
                    <a:gd name="connsiteX48" fmla="*/ 68068 w 185204"/>
                    <a:gd name="connsiteY48" fmla="*/ 2832 h 34251"/>
                    <a:gd name="connsiteX49" fmla="*/ 64146 w 185204"/>
                    <a:gd name="connsiteY49" fmla="*/ 2777 h 34251"/>
                    <a:gd name="connsiteX50" fmla="*/ 57721 w 185204"/>
                    <a:gd name="connsiteY50" fmla="*/ 2995 h 34251"/>
                    <a:gd name="connsiteX51" fmla="*/ 49608 w 185204"/>
                    <a:gd name="connsiteY51" fmla="*/ 5228 h 34251"/>
                    <a:gd name="connsiteX52" fmla="*/ 38173 w 185204"/>
                    <a:gd name="connsiteY52" fmla="*/ 653 h 34251"/>
                    <a:gd name="connsiteX53" fmla="*/ 23470 w 185204"/>
                    <a:gd name="connsiteY53" fmla="*/ 9529 h 34251"/>
                    <a:gd name="connsiteX54" fmla="*/ 12525 w 185204"/>
                    <a:gd name="connsiteY54" fmla="*/ 2940 h 34251"/>
                    <a:gd name="connsiteX55" fmla="*/ 0 w 185204"/>
                    <a:gd name="connsiteY55" fmla="*/ 15465 h 34251"/>
                    <a:gd name="connsiteX56" fmla="*/ 12525 w 185204"/>
                    <a:gd name="connsiteY56" fmla="*/ 27989 h 34251"/>
                    <a:gd name="connsiteX57" fmla="*/ 22435 w 185204"/>
                    <a:gd name="connsiteY57" fmla="*/ 23034 h 34251"/>
                    <a:gd name="connsiteX58" fmla="*/ 38173 w 185204"/>
                    <a:gd name="connsiteY58" fmla="*/ 34197 h 34251"/>
                    <a:gd name="connsiteX59" fmla="*/ 54726 w 185204"/>
                    <a:gd name="connsiteY59" fmla="*/ 19386 h 34251"/>
                    <a:gd name="connsiteX60" fmla="*/ 58756 w 185204"/>
                    <a:gd name="connsiteY60" fmla="*/ 24014 h 34251"/>
                    <a:gd name="connsiteX61" fmla="*/ 68339 w 185204"/>
                    <a:gd name="connsiteY61" fmla="*/ 30385 h 34251"/>
                    <a:gd name="connsiteX62" fmla="*/ 79721 w 185204"/>
                    <a:gd name="connsiteY62" fmla="*/ 33707 h 34251"/>
                    <a:gd name="connsiteX63" fmla="*/ 86473 w 185204"/>
                    <a:gd name="connsiteY63" fmla="*/ 34251 h 34251"/>
                    <a:gd name="connsiteX64" fmla="*/ 99433 w 185204"/>
                    <a:gd name="connsiteY64" fmla="*/ 32291 h 34251"/>
                    <a:gd name="connsiteX65" fmla="*/ 115878 w 185204"/>
                    <a:gd name="connsiteY65" fmla="*/ 27663 h 34251"/>
                    <a:gd name="connsiteX66" fmla="*/ 132650 w 185204"/>
                    <a:gd name="connsiteY66" fmla="*/ 24613 h 34251"/>
                    <a:gd name="connsiteX67" fmla="*/ 149639 w 185204"/>
                    <a:gd name="connsiteY67" fmla="*/ 21836 h 34251"/>
                    <a:gd name="connsiteX68" fmla="*/ 170713 w 185204"/>
                    <a:gd name="connsiteY68" fmla="*/ 19658 h 34251"/>
                    <a:gd name="connsiteX69" fmla="*/ 183074 w 185204"/>
                    <a:gd name="connsiteY69" fmla="*/ 21074 h 34251"/>
                    <a:gd name="connsiteX70" fmla="*/ 183129 w 185204"/>
                    <a:gd name="connsiteY70" fmla="*/ 21074 h 34251"/>
                    <a:gd name="connsiteX71" fmla="*/ 183509 w 185204"/>
                    <a:gd name="connsiteY71" fmla="*/ 21128 h 34251"/>
                    <a:gd name="connsiteX72" fmla="*/ 184816 w 185204"/>
                    <a:gd name="connsiteY72" fmla="*/ 20529 h 34251"/>
                    <a:gd name="connsiteX73" fmla="*/ 184598 w 185204"/>
                    <a:gd name="connsiteY73" fmla="*/ 18187 h 34251"/>
                    <a:gd name="connsiteX74" fmla="*/ 167881 w 185204"/>
                    <a:gd name="connsiteY74" fmla="*/ 9638 h 34251"/>
                    <a:gd name="connsiteX75" fmla="*/ 149911 w 185204"/>
                    <a:gd name="connsiteY75" fmla="*/ 5500 h 34251"/>
                    <a:gd name="connsiteX76" fmla="*/ 132051 w 185204"/>
                    <a:gd name="connsiteY76" fmla="*/ 2886 h 34251"/>
                    <a:gd name="connsiteX77" fmla="*/ 114026 w 185204"/>
                    <a:gd name="connsiteY77" fmla="*/ 1579 h 34251"/>
                    <a:gd name="connsiteX78" fmla="*/ 95784 w 185204"/>
                    <a:gd name="connsiteY78" fmla="*/ 163 h 34251"/>
                    <a:gd name="connsiteX79" fmla="*/ 91646 w 185204"/>
                    <a:gd name="connsiteY79" fmla="*/ 0 h 34251"/>
                    <a:gd name="connsiteX80" fmla="*/ 91646 w 185204"/>
                    <a:gd name="connsiteY80" fmla="*/ 0 h 34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185204" h="34251">
                      <a:moveTo>
                        <a:pt x="91646" y="5445"/>
                      </a:moveTo>
                      <a:cubicBezTo>
                        <a:pt x="92898" y="5445"/>
                        <a:pt x="94151" y="5500"/>
                        <a:pt x="95457" y="5554"/>
                      </a:cubicBezTo>
                      <a:cubicBezTo>
                        <a:pt x="97908" y="5718"/>
                        <a:pt x="100304" y="5935"/>
                        <a:pt x="102755" y="6153"/>
                      </a:cubicBezTo>
                      <a:cubicBezTo>
                        <a:pt x="106403" y="6480"/>
                        <a:pt x="110106" y="6807"/>
                        <a:pt x="113808" y="6970"/>
                      </a:cubicBezTo>
                      <a:cubicBezTo>
                        <a:pt x="119526" y="7242"/>
                        <a:pt x="125353" y="7678"/>
                        <a:pt x="131452" y="8277"/>
                      </a:cubicBezTo>
                      <a:cubicBezTo>
                        <a:pt x="137115" y="8985"/>
                        <a:pt x="143051" y="9802"/>
                        <a:pt x="148931" y="10836"/>
                      </a:cubicBezTo>
                      <a:lnTo>
                        <a:pt x="150565" y="11163"/>
                      </a:lnTo>
                      <a:cubicBezTo>
                        <a:pt x="155303" y="12089"/>
                        <a:pt x="160203" y="13015"/>
                        <a:pt x="164940" y="14430"/>
                      </a:cubicBezTo>
                      <a:cubicBezTo>
                        <a:pt x="160094" y="14757"/>
                        <a:pt x="155248" y="15519"/>
                        <a:pt x="150184" y="16282"/>
                      </a:cubicBezTo>
                      <a:lnTo>
                        <a:pt x="148877" y="16499"/>
                      </a:lnTo>
                      <a:cubicBezTo>
                        <a:pt x="142942" y="17371"/>
                        <a:pt x="137115" y="18296"/>
                        <a:pt x="131778" y="19277"/>
                      </a:cubicBezTo>
                      <a:cubicBezTo>
                        <a:pt x="125734" y="20257"/>
                        <a:pt x="120180" y="21237"/>
                        <a:pt x="114789" y="22326"/>
                      </a:cubicBezTo>
                      <a:cubicBezTo>
                        <a:pt x="109507" y="23361"/>
                        <a:pt x="104388" y="24994"/>
                        <a:pt x="99488" y="26573"/>
                      </a:cubicBezTo>
                      <a:lnTo>
                        <a:pt x="97799" y="27118"/>
                      </a:lnTo>
                      <a:cubicBezTo>
                        <a:pt x="93988" y="28262"/>
                        <a:pt x="90175" y="28860"/>
                        <a:pt x="86418" y="28860"/>
                      </a:cubicBezTo>
                      <a:cubicBezTo>
                        <a:pt x="84458" y="28860"/>
                        <a:pt x="82497" y="28697"/>
                        <a:pt x="80537" y="28425"/>
                      </a:cubicBezTo>
                      <a:cubicBezTo>
                        <a:pt x="76835" y="27826"/>
                        <a:pt x="73458" y="26846"/>
                        <a:pt x="70463" y="25484"/>
                      </a:cubicBezTo>
                      <a:cubicBezTo>
                        <a:pt x="67469" y="24178"/>
                        <a:pt x="64528" y="22217"/>
                        <a:pt x="62459" y="20148"/>
                      </a:cubicBezTo>
                      <a:cubicBezTo>
                        <a:pt x="61097" y="18841"/>
                        <a:pt x="60009" y="17480"/>
                        <a:pt x="58974" y="16173"/>
                      </a:cubicBezTo>
                      <a:lnTo>
                        <a:pt x="53801" y="9529"/>
                      </a:lnTo>
                      <a:cubicBezTo>
                        <a:pt x="55053" y="9094"/>
                        <a:pt x="56469" y="8767"/>
                        <a:pt x="58048" y="8604"/>
                      </a:cubicBezTo>
                      <a:cubicBezTo>
                        <a:pt x="59845" y="8440"/>
                        <a:pt x="61805" y="8386"/>
                        <a:pt x="64038" y="8386"/>
                      </a:cubicBezTo>
                      <a:cubicBezTo>
                        <a:pt x="65399" y="8386"/>
                        <a:pt x="66652" y="8386"/>
                        <a:pt x="67850" y="8440"/>
                      </a:cubicBezTo>
                      <a:lnTo>
                        <a:pt x="68884" y="8440"/>
                      </a:lnTo>
                      <a:cubicBezTo>
                        <a:pt x="71607" y="8440"/>
                        <a:pt x="73839" y="8223"/>
                        <a:pt x="75909" y="7732"/>
                      </a:cubicBezTo>
                      <a:lnTo>
                        <a:pt x="81790" y="6535"/>
                      </a:lnTo>
                      <a:cubicBezTo>
                        <a:pt x="84948" y="5718"/>
                        <a:pt x="88161" y="5445"/>
                        <a:pt x="91646" y="5445"/>
                      </a:cubicBezTo>
                      <a:moveTo>
                        <a:pt x="38227" y="6099"/>
                      </a:moveTo>
                      <a:cubicBezTo>
                        <a:pt x="41058" y="6099"/>
                        <a:pt x="43835" y="7188"/>
                        <a:pt x="45959" y="9203"/>
                      </a:cubicBezTo>
                      <a:lnTo>
                        <a:pt x="48736" y="11816"/>
                      </a:lnTo>
                      <a:lnTo>
                        <a:pt x="50261" y="11000"/>
                      </a:lnTo>
                      <a:lnTo>
                        <a:pt x="49335" y="18678"/>
                      </a:lnTo>
                      <a:cubicBezTo>
                        <a:pt x="48682" y="24395"/>
                        <a:pt x="43890" y="28643"/>
                        <a:pt x="38173" y="28643"/>
                      </a:cubicBezTo>
                      <a:cubicBezTo>
                        <a:pt x="33435" y="28643"/>
                        <a:pt x="29187" y="25593"/>
                        <a:pt x="27608" y="21128"/>
                      </a:cubicBezTo>
                      <a:lnTo>
                        <a:pt x="25920" y="16445"/>
                      </a:lnTo>
                      <a:lnTo>
                        <a:pt x="28262" y="12034"/>
                      </a:lnTo>
                      <a:cubicBezTo>
                        <a:pt x="30276" y="8386"/>
                        <a:pt x="34088" y="6099"/>
                        <a:pt x="38227" y="6099"/>
                      </a:cubicBezTo>
                      <a:moveTo>
                        <a:pt x="12579" y="8386"/>
                      </a:moveTo>
                      <a:cubicBezTo>
                        <a:pt x="15138" y="8386"/>
                        <a:pt x="17480" y="9802"/>
                        <a:pt x="18732" y="12143"/>
                      </a:cubicBezTo>
                      <a:lnTo>
                        <a:pt x="20910" y="16118"/>
                      </a:lnTo>
                      <a:lnTo>
                        <a:pt x="18188" y="19712"/>
                      </a:lnTo>
                      <a:cubicBezTo>
                        <a:pt x="16826" y="21509"/>
                        <a:pt x="14757" y="22544"/>
                        <a:pt x="12579" y="22544"/>
                      </a:cubicBezTo>
                      <a:cubicBezTo>
                        <a:pt x="8658" y="22544"/>
                        <a:pt x="5500" y="19386"/>
                        <a:pt x="5500" y="15465"/>
                      </a:cubicBezTo>
                      <a:cubicBezTo>
                        <a:pt x="5500" y="11544"/>
                        <a:pt x="8658" y="8386"/>
                        <a:pt x="12579" y="8386"/>
                      </a:cubicBezTo>
                      <a:moveTo>
                        <a:pt x="91646" y="0"/>
                      </a:moveTo>
                      <a:cubicBezTo>
                        <a:pt x="87507" y="0"/>
                        <a:pt x="83968" y="381"/>
                        <a:pt x="80810" y="1035"/>
                      </a:cubicBezTo>
                      <a:lnTo>
                        <a:pt x="74929" y="2232"/>
                      </a:lnTo>
                      <a:cubicBezTo>
                        <a:pt x="73295" y="2614"/>
                        <a:pt x="71498" y="2832"/>
                        <a:pt x="68993" y="2832"/>
                      </a:cubicBezTo>
                      <a:cubicBezTo>
                        <a:pt x="68721" y="2832"/>
                        <a:pt x="68394" y="2832"/>
                        <a:pt x="68068" y="2832"/>
                      </a:cubicBezTo>
                      <a:cubicBezTo>
                        <a:pt x="66869" y="2832"/>
                        <a:pt x="65562" y="2777"/>
                        <a:pt x="64146" y="2777"/>
                      </a:cubicBezTo>
                      <a:cubicBezTo>
                        <a:pt x="62132" y="2777"/>
                        <a:pt x="60009" y="2832"/>
                        <a:pt x="57721" y="2995"/>
                      </a:cubicBezTo>
                      <a:cubicBezTo>
                        <a:pt x="55053" y="3322"/>
                        <a:pt x="52167" y="3975"/>
                        <a:pt x="49608" y="5228"/>
                      </a:cubicBezTo>
                      <a:cubicBezTo>
                        <a:pt x="46612" y="2396"/>
                        <a:pt x="42583" y="653"/>
                        <a:pt x="38173" y="653"/>
                      </a:cubicBezTo>
                      <a:cubicBezTo>
                        <a:pt x="31801" y="653"/>
                        <a:pt x="26301" y="4247"/>
                        <a:pt x="23470" y="9529"/>
                      </a:cubicBezTo>
                      <a:cubicBezTo>
                        <a:pt x="21346" y="5609"/>
                        <a:pt x="17262" y="2940"/>
                        <a:pt x="12525" y="2940"/>
                      </a:cubicBezTo>
                      <a:cubicBezTo>
                        <a:pt x="5609" y="2940"/>
                        <a:pt x="0" y="8549"/>
                        <a:pt x="0" y="15465"/>
                      </a:cubicBezTo>
                      <a:cubicBezTo>
                        <a:pt x="0" y="22380"/>
                        <a:pt x="5609" y="27989"/>
                        <a:pt x="12525" y="27989"/>
                      </a:cubicBezTo>
                      <a:cubicBezTo>
                        <a:pt x="16609" y="27989"/>
                        <a:pt x="20148" y="26029"/>
                        <a:pt x="22435" y="23034"/>
                      </a:cubicBezTo>
                      <a:cubicBezTo>
                        <a:pt x="24722" y="29514"/>
                        <a:pt x="30875" y="34197"/>
                        <a:pt x="38173" y="34197"/>
                      </a:cubicBezTo>
                      <a:cubicBezTo>
                        <a:pt x="46776" y="34197"/>
                        <a:pt x="53746" y="27717"/>
                        <a:pt x="54726" y="19386"/>
                      </a:cubicBezTo>
                      <a:cubicBezTo>
                        <a:pt x="55924" y="20910"/>
                        <a:pt x="57177" y="22489"/>
                        <a:pt x="58756" y="24014"/>
                      </a:cubicBezTo>
                      <a:cubicBezTo>
                        <a:pt x="61043" y="26301"/>
                        <a:pt x="64473" y="28697"/>
                        <a:pt x="68339" y="30385"/>
                      </a:cubicBezTo>
                      <a:cubicBezTo>
                        <a:pt x="72097" y="32073"/>
                        <a:pt x="76018" y="33108"/>
                        <a:pt x="79721" y="33707"/>
                      </a:cubicBezTo>
                      <a:cubicBezTo>
                        <a:pt x="82062" y="34088"/>
                        <a:pt x="84295" y="34251"/>
                        <a:pt x="86473" y="34251"/>
                      </a:cubicBezTo>
                      <a:cubicBezTo>
                        <a:pt x="91265" y="34251"/>
                        <a:pt x="95621" y="33435"/>
                        <a:pt x="99433" y="32291"/>
                      </a:cubicBezTo>
                      <a:cubicBezTo>
                        <a:pt x="104933" y="30549"/>
                        <a:pt x="110324" y="28751"/>
                        <a:pt x="115878" y="27663"/>
                      </a:cubicBezTo>
                      <a:cubicBezTo>
                        <a:pt x="121432" y="26519"/>
                        <a:pt x="127041" y="25539"/>
                        <a:pt x="132650" y="24613"/>
                      </a:cubicBezTo>
                      <a:cubicBezTo>
                        <a:pt x="138259" y="23579"/>
                        <a:pt x="143921" y="22653"/>
                        <a:pt x="149639" y="21836"/>
                      </a:cubicBezTo>
                      <a:cubicBezTo>
                        <a:pt x="156827" y="20747"/>
                        <a:pt x="163797" y="19658"/>
                        <a:pt x="170713" y="19658"/>
                      </a:cubicBezTo>
                      <a:cubicBezTo>
                        <a:pt x="174797" y="19658"/>
                        <a:pt x="178935" y="20039"/>
                        <a:pt x="183074" y="21074"/>
                      </a:cubicBezTo>
                      <a:lnTo>
                        <a:pt x="183129" y="21074"/>
                      </a:lnTo>
                      <a:cubicBezTo>
                        <a:pt x="183237" y="21128"/>
                        <a:pt x="183400" y="21128"/>
                        <a:pt x="183509" y="21128"/>
                      </a:cubicBezTo>
                      <a:cubicBezTo>
                        <a:pt x="183999" y="21128"/>
                        <a:pt x="184490" y="20910"/>
                        <a:pt x="184816" y="20529"/>
                      </a:cubicBezTo>
                      <a:cubicBezTo>
                        <a:pt x="185415" y="19821"/>
                        <a:pt x="185306" y="18787"/>
                        <a:pt x="184598" y="18187"/>
                      </a:cubicBezTo>
                      <a:cubicBezTo>
                        <a:pt x="179807" y="14267"/>
                        <a:pt x="173871" y="11544"/>
                        <a:pt x="167881" y="9638"/>
                      </a:cubicBezTo>
                      <a:cubicBezTo>
                        <a:pt x="161891" y="7732"/>
                        <a:pt x="155793" y="6643"/>
                        <a:pt x="149911" y="5500"/>
                      </a:cubicBezTo>
                      <a:cubicBezTo>
                        <a:pt x="143976" y="4520"/>
                        <a:pt x="138041" y="3648"/>
                        <a:pt x="132051" y="2886"/>
                      </a:cubicBezTo>
                      <a:cubicBezTo>
                        <a:pt x="126060" y="2341"/>
                        <a:pt x="120016" y="1851"/>
                        <a:pt x="114026" y="1579"/>
                      </a:cubicBezTo>
                      <a:cubicBezTo>
                        <a:pt x="107982" y="1307"/>
                        <a:pt x="101829" y="599"/>
                        <a:pt x="95784" y="163"/>
                      </a:cubicBezTo>
                      <a:cubicBezTo>
                        <a:pt x="94369" y="0"/>
                        <a:pt x="93007" y="0"/>
                        <a:pt x="91646" y="0"/>
                      </a:cubicBezTo>
                      <a:lnTo>
                        <a:pt x="91646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5" name="Forme libre : forme 1024">
                  <a:extLst>
                    <a:ext uri="{FF2B5EF4-FFF2-40B4-BE49-F238E27FC236}">
                      <a16:creationId xmlns:a16="http://schemas.microsoft.com/office/drawing/2014/main" id="{C7FB1280-2639-4843-B2C5-73B738AE097F}"/>
                    </a:ext>
                  </a:extLst>
                </p:cNvPr>
                <p:cNvSpPr/>
                <p:nvPr/>
              </p:nvSpPr>
              <p:spPr>
                <a:xfrm>
                  <a:off x="7737809" y="5181280"/>
                  <a:ext cx="174336" cy="52221"/>
                </a:xfrm>
                <a:custGeom>
                  <a:avLst/>
                  <a:gdLst>
                    <a:gd name="connsiteX0" fmla="*/ 154213 w 174336"/>
                    <a:gd name="connsiteY0" fmla="*/ 5500 h 52221"/>
                    <a:gd name="connsiteX1" fmla="*/ 140763 w 174336"/>
                    <a:gd name="connsiteY1" fmla="*/ 13233 h 52221"/>
                    <a:gd name="connsiteX2" fmla="*/ 132214 w 174336"/>
                    <a:gd name="connsiteY2" fmla="*/ 19168 h 52221"/>
                    <a:gd name="connsiteX3" fmla="*/ 127040 w 174336"/>
                    <a:gd name="connsiteY3" fmla="*/ 22816 h 52221"/>
                    <a:gd name="connsiteX4" fmla="*/ 112066 w 174336"/>
                    <a:gd name="connsiteY4" fmla="*/ 31856 h 52221"/>
                    <a:gd name="connsiteX5" fmla="*/ 96601 w 174336"/>
                    <a:gd name="connsiteY5" fmla="*/ 40895 h 52221"/>
                    <a:gd name="connsiteX6" fmla="*/ 81681 w 174336"/>
                    <a:gd name="connsiteY6" fmla="*/ 45578 h 52221"/>
                    <a:gd name="connsiteX7" fmla="*/ 75147 w 174336"/>
                    <a:gd name="connsiteY7" fmla="*/ 45850 h 52221"/>
                    <a:gd name="connsiteX8" fmla="*/ 54672 w 174336"/>
                    <a:gd name="connsiteY8" fmla="*/ 42039 h 52221"/>
                    <a:gd name="connsiteX9" fmla="*/ 51459 w 174336"/>
                    <a:gd name="connsiteY9" fmla="*/ 40732 h 52221"/>
                    <a:gd name="connsiteX10" fmla="*/ 55325 w 174336"/>
                    <a:gd name="connsiteY10" fmla="*/ 37464 h 52221"/>
                    <a:gd name="connsiteX11" fmla="*/ 62295 w 174336"/>
                    <a:gd name="connsiteY11" fmla="*/ 32182 h 52221"/>
                    <a:gd name="connsiteX12" fmla="*/ 76017 w 174336"/>
                    <a:gd name="connsiteY12" fmla="*/ 24341 h 52221"/>
                    <a:gd name="connsiteX13" fmla="*/ 89522 w 174336"/>
                    <a:gd name="connsiteY13" fmla="*/ 20420 h 52221"/>
                    <a:gd name="connsiteX14" fmla="*/ 89958 w 174336"/>
                    <a:gd name="connsiteY14" fmla="*/ 20366 h 52221"/>
                    <a:gd name="connsiteX15" fmla="*/ 106239 w 174336"/>
                    <a:gd name="connsiteY15" fmla="*/ 17643 h 52221"/>
                    <a:gd name="connsiteX16" fmla="*/ 121977 w 174336"/>
                    <a:gd name="connsiteY16" fmla="*/ 13069 h 52221"/>
                    <a:gd name="connsiteX17" fmla="*/ 128021 w 174336"/>
                    <a:gd name="connsiteY17" fmla="*/ 11218 h 52221"/>
                    <a:gd name="connsiteX18" fmla="*/ 138367 w 174336"/>
                    <a:gd name="connsiteY18" fmla="*/ 8168 h 52221"/>
                    <a:gd name="connsiteX19" fmla="*/ 154213 w 174336"/>
                    <a:gd name="connsiteY19" fmla="*/ 5500 h 52221"/>
                    <a:gd name="connsiteX20" fmla="*/ 10727 w 174336"/>
                    <a:gd name="connsiteY20" fmla="*/ 20475 h 52221"/>
                    <a:gd name="connsiteX21" fmla="*/ 15737 w 174336"/>
                    <a:gd name="connsiteY21" fmla="*/ 24341 h 52221"/>
                    <a:gd name="connsiteX22" fmla="*/ 16935 w 174336"/>
                    <a:gd name="connsiteY22" fmla="*/ 28643 h 52221"/>
                    <a:gd name="connsiteX23" fmla="*/ 12851 w 174336"/>
                    <a:gd name="connsiteY23" fmla="*/ 30494 h 52221"/>
                    <a:gd name="connsiteX24" fmla="*/ 10673 w 174336"/>
                    <a:gd name="connsiteY24" fmla="*/ 30984 h 52221"/>
                    <a:gd name="connsiteX25" fmla="*/ 5391 w 174336"/>
                    <a:gd name="connsiteY25" fmla="*/ 25702 h 52221"/>
                    <a:gd name="connsiteX26" fmla="*/ 10727 w 174336"/>
                    <a:gd name="connsiteY26" fmla="*/ 20475 h 52221"/>
                    <a:gd name="connsiteX27" fmla="*/ 24940 w 174336"/>
                    <a:gd name="connsiteY27" fmla="*/ 27554 h 52221"/>
                    <a:gd name="connsiteX28" fmla="*/ 29786 w 174336"/>
                    <a:gd name="connsiteY28" fmla="*/ 32237 h 52221"/>
                    <a:gd name="connsiteX29" fmla="*/ 29895 w 174336"/>
                    <a:gd name="connsiteY29" fmla="*/ 34687 h 52221"/>
                    <a:gd name="connsiteX30" fmla="*/ 27989 w 174336"/>
                    <a:gd name="connsiteY30" fmla="*/ 36212 h 52221"/>
                    <a:gd name="connsiteX31" fmla="*/ 24940 w 174336"/>
                    <a:gd name="connsiteY31" fmla="*/ 37301 h 52221"/>
                    <a:gd name="connsiteX32" fmla="*/ 20311 w 174336"/>
                    <a:gd name="connsiteY32" fmla="*/ 33870 h 52221"/>
                    <a:gd name="connsiteX33" fmla="*/ 19004 w 174336"/>
                    <a:gd name="connsiteY33" fmla="*/ 29623 h 52221"/>
                    <a:gd name="connsiteX34" fmla="*/ 23088 w 174336"/>
                    <a:gd name="connsiteY34" fmla="*/ 27935 h 52221"/>
                    <a:gd name="connsiteX35" fmla="*/ 24940 w 174336"/>
                    <a:gd name="connsiteY35" fmla="*/ 27554 h 52221"/>
                    <a:gd name="connsiteX36" fmla="*/ 43019 w 174336"/>
                    <a:gd name="connsiteY36" fmla="*/ 34415 h 52221"/>
                    <a:gd name="connsiteX37" fmla="*/ 47756 w 174336"/>
                    <a:gd name="connsiteY37" fmla="*/ 36702 h 52221"/>
                    <a:gd name="connsiteX38" fmla="*/ 50751 w 174336"/>
                    <a:gd name="connsiteY38" fmla="*/ 40350 h 52221"/>
                    <a:gd name="connsiteX39" fmla="*/ 50642 w 174336"/>
                    <a:gd name="connsiteY39" fmla="*/ 40296 h 52221"/>
                    <a:gd name="connsiteX40" fmla="*/ 48191 w 174336"/>
                    <a:gd name="connsiteY40" fmla="*/ 43999 h 52221"/>
                    <a:gd name="connsiteX41" fmla="*/ 43073 w 174336"/>
                    <a:gd name="connsiteY41" fmla="*/ 46776 h 52221"/>
                    <a:gd name="connsiteX42" fmla="*/ 36920 w 174336"/>
                    <a:gd name="connsiteY42" fmla="*/ 40895 h 52221"/>
                    <a:gd name="connsiteX43" fmla="*/ 36920 w 174336"/>
                    <a:gd name="connsiteY43" fmla="*/ 40895 h 52221"/>
                    <a:gd name="connsiteX44" fmla="*/ 36920 w 174336"/>
                    <a:gd name="connsiteY44" fmla="*/ 40514 h 52221"/>
                    <a:gd name="connsiteX45" fmla="*/ 36974 w 174336"/>
                    <a:gd name="connsiteY45" fmla="*/ 37845 h 52221"/>
                    <a:gd name="connsiteX46" fmla="*/ 38989 w 174336"/>
                    <a:gd name="connsiteY46" fmla="*/ 36049 h 52221"/>
                    <a:gd name="connsiteX47" fmla="*/ 43019 w 174336"/>
                    <a:gd name="connsiteY47" fmla="*/ 34415 h 52221"/>
                    <a:gd name="connsiteX48" fmla="*/ 156664 w 174336"/>
                    <a:gd name="connsiteY48" fmla="*/ 0 h 52221"/>
                    <a:gd name="connsiteX49" fmla="*/ 155520 w 174336"/>
                    <a:gd name="connsiteY49" fmla="*/ 0 h 52221"/>
                    <a:gd name="connsiteX50" fmla="*/ 137223 w 174336"/>
                    <a:gd name="connsiteY50" fmla="*/ 2777 h 52221"/>
                    <a:gd name="connsiteX51" fmla="*/ 120561 w 174336"/>
                    <a:gd name="connsiteY51" fmla="*/ 7733 h 52221"/>
                    <a:gd name="connsiteX52" fmla="*/ 104987 w 174336"/>
                    <a:gd name="connsiteY52" fmla="*/ 12252 h 52221"/>
                    <a:gd name="connsiteX53" fmla="*/ 88977 w 174336"/>
                    <a:gd name="connsiteY53" fmla="*/ 14866 h 52221"/>
                    <a:gd name="connsiteX54" fmla="*/ 73785 w 174336"/>
                    <a:gd name="connsiteY54" fmla="*/ 19277 h 52221"/>
                    <a:gd name="connsiteX55" fmla="*/ 59355 w 174336"/>
                    <a:gd name="connsiteY55" fmla="*/ 27554 h 52221"/>
                    <a:gd name="connsiteX56" fmla="*/ 51949 w 174336"/>
                    <a:gd name="connsiteY56" fmla="*/ 33163 h 52221"/>
                    <a:gd name="connsiteX57" fmla="*/ 43019 w 174336"/>
                    <a:gd name="connsiteY57" fmla="*/ 28915 h 52221"/>
                    <a:gd name="connsiteX58" fmla="*/ 35286 w 174336"/>
                    <a:gd name="connsiteY58" fmla="*/ 31910 h 52221"/>
                    <a:gd name="connsiteX59" fmla="*/ 24994 w 174336"/>
                    <a:gd name="connsiteY59" fmla="*/ 22000 h 52221"/>
                    <a:gd name="connsiteX60" fmla="*/ 21019 w 174336"/>
                    <a:gd name="connsiteY60" fmla="*/ 22816 h 52221"/>
                    <a:gd name="connsiteX61" fmla="*/ 10727 w 174336"/>
                    <a:gd name="connsiteY61" fmla="*/ 14975 h 52221"/>
                    <a:gd name="connsiteX62" fmla="*/ 0 w 174336"/>
                    <a:gd name="connsiteY62" fmla="*/ 25702 h 52221"/>
                    <a:gd name="connsiteX63" fmla="*/ 10727 w 174336"/>
                    <a:gd name="connsiteY63" fmla="*/ 36430 h 52221"/>
                    <a:gd name="connsiteX64" fmla="*/ 15138 w 174336"/>
                    <a:gd name="connsiteY64" fmla="*/ 35449 h 52221"/>
                    <a:gd name="connsiteX65" fmla="*/ 24940 w 174336"/>
                    <a:gd name="connsiteY65" fmla="*/ 42746 h 52221"/>
                    <a:gd name="connsiteX66" fmla="*/ 31365 w 174336"/>
                    <a:gd name="connsiteY66" fmla="*/ 40459 h 52221"/>
                    <a:gd name="connsiteX67" fmla="*/ 31365 w 174336"/>
                    <a:gd name="connsiteY67" fmla="*/ 40623 h 52221"/>
                    <a:gd name="connsiteX68" fmla="*/ 42964 w 174336"/>
                    <a:gd name="connsiteY68" fmla="*/ 52221 h 52221"/>
                    <a:gd name="connsiteX69" fmla="*/ 52657 w 174336"/>
                    <a:gd name="connsiteY69" fmla="*/ 46994 h 52221"/>
                    <a:gd name="connsiteX70" fmla="*/ 75147 w 174336"/>
                    <a:gd name="connsiteY70" fmla="*/ 51187 h 52221"/>
                    <a:gd name="connsiteX71" fmla="*/ 82116 w 174336"/>
                    <a:gd name="connsiteY71" fmla="*/ 50860 h 52221"/>
                    <a:gd name="connsiteX72" fmla="*/ 99160 w 174336"/>
                    <a:gd name="connsiteY72" fmla="*/ 45578 h 52221"/>
                    <a:gd name="connsiteX73" fmla="*/ 114734 w 174336"/>
                    <a:gd name="connsiteY73" fmla="*/ 36484 h 52221"/>
                    <a:gd name="connsiteX74" fmla="*/ 129927 w 174336"/>
                    <a:gd name="connsiteY74" fmla="*/ 27281 h 52221"/>
                    <a:gd name="connsiteX75" fmla="*/ 143649 w 174336"/>
                    <a:gd name="connsiteY75" fmla="*/ 17697 h 52221"/>
                    <a:gd name="connsiteX76" fmla="*/ 171584 w 174336"/>
                    <a:gd name="connsiteY76" fmla="*/ 6970 h 52221"/>
                    <a:gd name="connsiteX77" fmla="*/ 172564 w 174336"/>
                    <a:gd name="connsiteY77" fmla="*/ 6970 h 52221"/>
                    <a:gd name="connsiteX78" fmla="*/ 172618 w 174336"/>
                    <a:gd name="connsiteY78" fmla="*/ 6970 h 52221"/>
                    <a:gd name="connsiteX79" fmla="*/ 172673 w 174336"/>
                    <a:gd name="connsiteY79" fmla="*/ 6970 h 52221"/>
                    <a:gd name="connsiteX80" fmla="*/ 174143 w 174336"/>
                    <a:gd name="connsiteY80" fmla="*/ 6099 h 52221"/>
                    <a:gd name="connsiteX81" fmla="*/ 173435 w 174336"/>
                    <a:gd name="connsiteY81" fmla="*/ 3866 h 52221"/>
                    <a:gd name="connsiteX82" fmla="*/ 156664 w 174336"/>
                    <a:gd name="connsiteY82" fmla="*/ 0 h 52221"/>
                    <a:gd name="connsiteX83" fmla="*/ 156664 w 174336"/>
                    <a:gd name="connsiteY83" fmla="*/ 0 h 52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</a:cxnLst>
                  <a:rect l="l" t="t" r="r" b="b"/>
                  <a:pathLst>
                    <a:path w="174336" h="52221">
                      <a:moveTo>
                        <a:pt x="154213" y="5500"/>
                      </a:moveTo>
                      <a:cubicBezTo>
                        <a:pt x="149258" y="7678"/>
                        <a:pt x="144847" y="10510"/>
                        <a:pt x="140763" y="13233"/>
                      </a:cubicBezTo>
                      <a:cubicBezTo>
                        <a:pt x="137877" y="15138"/>
                        <a:pt x="135154" y="17099"/>
                        <a:pt x="132214" y="19168"/>
                      </a:cubicBezTo>
                      <a:cubicBezTo>
                        <a:pt x="130471" y="20366"/>
                        <a:pt x="128729" y="21618"/>
                        <a:pt x="127040" y="22816"/>
                      </a:cubicBezTo>
                      <a:cubicBezTo>
                        <a:pt x="122521" y="25757"/>
                        <a:pt x="117675" y="28697"/>
                        <a:pt x="112066" y="31856"/>
                      </a:cubicBezTo>
                      <a:lnTo>
                        <a:pt x="96601" y="40895"/>
                      </a:lnTo>
                      <a:cubicBezTo>
                        <a:pt x="91809" y="43509"/>
                        <a:pt x="86800" y="45088"/>
                        <a:pt x="81681" y="45578"/>
                      </a:cubicBezTo>
                      <a:cubicBezTo>
                        <a:pt x="79448" y="45796"/>
                        <a:pt x="77216" y="45850"/>
                        <a:pt x="75147" y="45850"/>
                      </a:cubicBezTo>
                      <a:cubicBezTo>
                        <a:pt x="67632" y="45850"/>
                        <a:pt x="60934" y="44598"/>
                        <a:pt x="54672" y="42039"/>
                      </a:cubicBezTo>
                      <a:lnTo>
                        <a:pt x="51459" y="40732"/>
                      </a:lnTo>
                      <a:lnTo>
                        <a:pt x="55325" y="37464"/>
                      </a:lnTo>
                      <a:cubicBezTo>
                        <a:pt x="57884" y="35341"/>
                        <a:pt x="60444" y="33489"/>
                        <a:pt x="62295" y="32182"/>
                      </a:cubicBezTo>
                      <a:cubicBezTo>
                        <a:pt x="66978" y="29024"/>
                        <a:pt x="71443" y="26465"/>
                        <a:pt x="76017" y="24341"/>
                      </a:cubicBezTo>
                      <a:cubicBezTo>
                        <a:pt x="80319" y="22326"/>
                        <a:pt x="84730" y="21019"/>
                        <a:pt x="89522" y="20420"/>
                      </a:cubicBezTo>
                      <a:lnTo>
                        <a:pt x="89958" y="20366"/>
                      </a:lnTo>
                      <a:cubicBezTo>
                        <a:pt x="95294" y="19767"/>
                        <a:pt x="100849" y="19113"/>
                        <a:pt x="106239" y="17643"/>
                      </a:cubicBezTo>
                      <a:cubicBezTo>
                        <a:pt x="112066" y="16118"/>
                        <a:pt x="117294" y="14594"/>
                        <a:pt x="121977" y="13069"/>
                      </a:cubicBezTo>
                      <a:cubicBezTo>
                        <a:pt x="123937" y="12470"/>
                        <a:pt x="125952" y="11871"/>
                        <a:pt x="128021" y="11218"/>
                      </a:cubicBezTo>
                      <a:cubicBezTo>
                        <a:pt x="131452" y="10183"/>
                        <a:pt x="134991" y="9094"/>
                        <a:pt x="138367" y="8168"/>
                      </a:cubicBezTo>
                      <a:cubicBezTo>
                        <a:pt x="143431" y="6916"/>
                        <a:pt x="148768" y="5718"/>
                        <a:pt x="154213" y="5500"/>
                      </a:cubicBezTo>
                      <a:moveTo>
                        <a:pt x="10727" y="20475"/>
                      </a:moveTo>
                      <a:cubicBezTo>
                        <a:pt x="13069" y="20475"/>
                        <a:pt x="15138" y="22054"/>
                        <a:pt x="15737" y="24341"/>
                      </a:cubicBezTo>
                      <a:lnTo>
                        <a:pt x="16935" y="28643"/>
                      </a:lnTo>
                      <a:lnTo>
                        <a:pt x="12851" y="30494"/>
                      </a:lnTo>
                      <a:cubicBezTo>
                        <a:pt x="12143" y="30821"/>
                        <a:pt x="11381" y="30984"/>
                        <a:pt x="10673" y="30984"/>
                      </a:cubicBezTo>
                      <a:cubicBezTo>
                        <a:pt x="7787" y="30984"/>
                        <a:pt x="5391" y="28643"/>
                        <a:pt x="5391" y="25702"/>
                      </a:cubicBezTo>
                      <a:cubicBezTo>
                        <a:pt x="5445" y="22871"/>
                        <a:pt x="7787" y="20475"/>
                        <a:pt x="10727" y="20475"/>
                      </a:cubicBezTo>
                      <a:moveTo>
                        <a:pt x="24940" y="27554"/>
                      </a:moveTo>
                      <a:cubicBezTo>
                        <a:pt x="27554" y="27554"/>
                        <a:pt x="29677" y="29623"/>
                        <a:pt x="29786" y="32237"/>
                      </a:cubicBezTo>
                      <a:lnTo>
                        <a:pt x="29895" y="34687"/>
                      </a:lnTo>
                      <a:lnTo>
                        <a:pt x="27989" y="36212"/>
                      </a:lnTo>
                      <a:cubicBezTo>
                        <a:pt x="27336" y="36702"/>
                        <a:pt x="26301" y="37301"/>
                        <a:pt x="24940" y="37301"/>
                      </a:cubicBezTo>
                      <a:cubicBezTo>
                        <a:pt x="22816" y="37301"/>
                        <a:pt x="20965" y="35940"/>
                        <a:pt x="20311" y="33870"/>
                      </a:cubicBezTo>
                      <a:lnTo>
                        <a:pt x="19004" y="29623"/>
                      </a:lnTo>
                      <a:lnTo>
                        <a:pt x="23088" y="27935"/>
                      </a:lnTo>
                      <a:cubicBezTo>
                        <a:pt x="23687" y="27663"/>
                        <a:pt x="24341" y="27554"/>
                        <a:pt x="24940" y="27554"/>
                      </a:cubicBezTo>
                      <a:moveTo>
                        <a:pt x="43019" y="34415"/>
                      </a:moveTo>
                      <a:cubicBezTo>
                        <a:pt x="45469" y="34415"/>
                        <a:pt x="47048" y="35831"/>
                        <a:pt x="47756" y="36702"/>
                      </a:cubicBezTo>
                      <a:lnTo>
                        <a:pt x="50751" y="40350"/>
                      </a:lnTo>
                      <a:lnTo>
                        <a:pt x="50642" y="40296"/>
                      </a:lnTo>
                      <a:lnTo>
                        <a:pt x="48191" y="43999"/>
                      </a:lnTo>
                      <a:cubicBezTo>
                        <a:pt x="47048" y="45741"/>
                        <a:pt x="45142" y="46776"/>
                        <a:pt x="43073" y="46776"/>
                      </a:cubicBezTo>
                      <a:cubicBezTo>
                        <a:pt x="39752" y="46776"/>
                        <a:pt x="37083" y="44162"/>
                        <a:pt x="36920" y="40895"/>
                      </a:cubicBezTo>
                      <a:lnTo>
                        <a:pt x="36920" y="40895"/>
                      </a:lnTo>
                      <a:lnTo>
                        <a:pt x="36920" y="40514"/>
                      </a:lnTo>
                      <a:lnTo>
                        <a:pt x="36974" y="37845"/>
                      </a:lnTo>
                      <a:lnTo>
                        <a:pt x="38989" y="36049"/>
                      </a:lnTo>
                      <a:cubicBezTo>
                        <a:pt x="39697" y="35286"/>
                        <a:pt x="41113" y="34415"/>
                        <a:pt x="43019" y="34415"/>
                      </a:cubicBezTo>
                      <a:moveTo>
                        <a:pt x="156664" y="0"/>
                      </a:moveTo>
                      <a:cubicBezTo>
                        <a:pt x="156282" y="0"/>
                        <a:pt x="155901" y="0"/>
                        <a:pt x="155520" y="0"/>
                      </a:cubicBezTo>
                      <a:cubicBezTo>
                        <a:pt x="149204" y="55"/>
                        <a:pt x="143105" y="1361"/>
                        <a:pt x="137223" y="2777"/>
                      </a:cubicBezTo>
                      <a:cubicBezTo>
                        <a:pt x="131452" y="4357"/>
                        <a:pt x="125843" y="6208"/>
                        <a:pt x="120561" y="7733"/>
                      </a:cubicBezTo>
                      <a:cubicBezTo>
                        <a:pt x="115388" y="9421"/>
                        <a:pt x="110214" y="10891"/>
                        <a:pt x="104987" y="12252"/>
                      </a:cubicBezTo>
                      <a:cubicBezTo>
                        <a:pt x="99759" y="13668"/>
                        <a:pt x="94314" y="14267"/>
                        <a:pt x="88977" y="14866"/>
                      </a:cubicBezTo>
                      <a:cubicBezTo>
                        <a:pt x="83641" y="15574"/>
                        <a:pt x="78632" y="16990"/>
                        <a:pt x="73785" y="19277"/>
                      </a:cubicBezTo>
                      <a:cubicBezTo>
                        <a:pt x="68939" y="21564"/>
                        <a:pt x="64147" y="24287"/>
                        <a:pt x="59355" y="27554"/>
                      </a:cubicBezTo>
                      <a:cubicBezTo>
                        <a:pt x="56904" y="29296"/>
                        <a:pt x="54399" y="31093"/>
                        <a:pt x="51949" y="33163"/>
                      </a:cubicBezTo>
                      <a:cubicBezTo>
                        <a:pt x="49825" y="30603"/>
                        <a:pt x="46667" y="28915"/>
                        <a:pt x="43019" y="28915"/>
                      </a:cubicBezTo>
                      <a:cubicBezTo>
                        <a:pt x="40023" y="28915"/>
                        <a:pt x="37355" y="30059"/>
                        <a:pt x="35286" y="31910"/>
                      </a:cubicBezTo>
                      <a:cubicBezTo>
                        <a:pt x="35069" y="26410"/>
                        <a:pt x="30549" y="22000"/>
                        <a:pt x="24994" y="22000"/>
                      </a:cubicBezTo>
                      <a:cubicBezTo>
                        <a:pt x="23578" y="22000"/>
                        <a:pt x="22217" y="22272"/>
                        <a:pt x="21019" y="22816"/>
                      </a:cubicBezTo>
                      <a:cubicBezTo>
                        <a:pt x="19767" y="18297"/>
                        <a:pt x="15683" y="14975"/>
                        <a:pt x="10727" y="14975"/>
                      </a:cubicBezTo>
                      <a:cubicBezTo>
                        <a:pt x="4792" y="14975"/>
                        <a:pt x="0" y="19767"/>
                        <a:pt x="0" y="25702"/>
                      </a:cubicBezTo>
                      <a:cubicBezTo>
                        <a:pt x="0" y="31638"/>
                        <a:pt x="4792" y="36430"/>
                        <a:pt x="10727" y="36430"/>
                      </a:cubicBezTo>
                      <a:cubicBezTo>
                        <a:pt x="12307" y="36430"/>
                        <a:pt x="13831" y="36049"/>
                        <a:pt x="15138" y="35449"/>
                      </a:cubicBezTo>
                      <a:cubicBezTo>
                        <a:pt x="16445" y="39643"/>
                        <a:pt x="20311" y="42746"/>
                        <a:pt x="24940" y="42746"/>
                      </a:cubicBezTo>
                      <a:cubicBezTo>
                        <a:pt x="27390" y="42746"/>
                        <a:pt x="29623" y="41875"/>
                        <a:pt x="31365" y="40459"/>
                      </a:cubicBezTo>
                      <a:cubicBezTo>
                        <a:pt x="31365" y="40514"/>
                        <a:pt x="31365" y="40568"/>
                        <a:pt x="31365" y="40623"/>
                      </a:cubicBezTo>
                      <a:cubicBezTo>
                        <a:pt x="31365" y="47048"/>
                        <a:pt x="36593" y="52221"/>
                        <a:pt x="42964" y="52221"/>
                      </a:cubicBezTo>
                      <a:cubicBezTo>
                        <a:pt x="46994" y="52221"/>
                        <a:pt x="50588" y="50152"/>
                        <a:pt x="52657" y="46994"/>
                      </a:cubicBezTo>
                      <a:cubicBezTo>
                        <a:pt x="60226" y="50098"/>
                        <a:pt x="67741" y="51187"/>
                        <a:pt x="75147" y="51187"/>
                      </a:cubicBezTo>
                      <a:cubicBezTo>
                        <a:pt x="77488" y="51187"/>
                        <a:pt x="79829" y="51078"/>
                        <a:pt x="82116" y="50860"/>
                      </a:cubicBezTo>
                      <a:cubicBezTo>
                        <a:pt x="88107" y="50261"/>
                        <a:pt x="93878" y="48464"/>
                        <a:pt x="99160" y="45578"/>
                      </a:cubicBezTo>
                      <a:lnTo>
                        <a:pt x="114734" y="36484"/>
                      </a:lnTo>
                      <a:cubicBezTo>
                        <a:pt x="119907" y="33544"/>
                        <a:pt x="124971" y="30549"/>
                        <a:pt x="129927" y="27281"/>
                      </a:cubicBezTo>
                      <a:cubicBezTo>
                        <a:pt x="134773" y="23960"/>
                        <a:pt x="139184" y="20693"/>
                        <a:pt x="143649" y="17697"/>
                      </a:cubicBezTo>
                      <a:cubicBezTo>
                        <a:pt x="152253" y="11925"/>
                        <a:pt x="160966" y="6970"/>
                        <a:pt x="171584" y="6970"/>
                      </a:cubicBezTo>
                      <a:cubicBezTo>
                        <a:pt x="171910" y="6970"/>
                        <a:pt x="172237" y="6970"/>
                        <a:pt x="172564" y="6970"/>
                      </a:cubicBezTo>
                      <a:lnTo>
                        <a:pt x="172618" y="6970"/>
                      </a:lnTo>
                      <a:cubicBezTo>
                        <a:pt x="172618" y="6970"/>
                        <a:pt x="172673" y="6970"/>
                        <a:pt x="172673" y="6970"/>
                      </a:cubicBezTo>
                      <a:cubicBezTo>
                        <a:pt x="173272" y="6970"/>
                        <a:pt x="173871" y="6644"/>
                        <a:pt x="174143" y="6099"/>
                      </a:cubicBezTo>
                      <a:cubicBezTo>
                        <a:pt x="174579" y="5282"/>
                        <a:pt x="174252" y="4302"/>
                        <a:pt x="173435" y="3866"/>
                      </a:cubicBezTo>
                      <a:cubicBezTo>
                        <a:pt x="168534" y="1307"/>
                        <a:pt x="162544" y="0"/>
                        <a:pt x="156664" y="0"/>
                      </a:cubicBezTo>
                      <a:lnTo>
                        <a:pt x="156664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6" name="Forme libre : forme 1025">
                  <a:extLst>
                    <a:ext uri="{FF2B5EF4-FFF2-40B4-BE49-F238E27FC236}">
                      <a16:creationId xmlns:a16="http://schemas.microsoft.com/office/drawing/2014/main" id="{E67A9FD9-B958-42C5-B44A-7A3DE0023528}"/>
                    </a:ext>
                  </a:extLst>
                </p:cNvPr>
                <p:cNvSpPr/>
                <p:nvPr/>
              </p:nvSpPr>
              <p:spPr>
                <a:xfrm>
                  <a:off x="8004577" y="5228165"/>
                  <a:ext cx="125462" cy="158460"/>
                </a:xfrm>
                <a:custGeom>
                  <a:avLst/>
                  <a:gdLst>
                    <a:gd name="connsiteX0" fmla="*/ 16555 w 125462"/>
                    <a:gd name="connsiteY0" fmla="*/ 14594 h 158460"/>
                    <a:gd name="connsiteX1" fmla="*/ 29406 w 125462"/>
                    <a:gd name="connsiteY1" fmla="*/ 25049 h 158460"/>
                    <a:gd name="connsiteX2" fmla="*/ 42203 w 125462"/>
                    <a:gd name="connsiteY2" fmla="*/ 37845 h 158460"/>
                    <a:gd name="connsiteX3" fmla="*/ 54074 w 125462"/>
                    <a:gd name="connsiteY3" fmla="*/ 51459 h 158460"/>
                    <a:gd name="connsiteX4" fmla="*/ 65128 w 125462"/>
                    <a:gd name="connsiteY4" fmla="*/ 62894 h 158460"/>
                    <a:gd name="connsiteX5" fmla="*/ 66761 w 125462"/>
                    <a:gd name="connsiteY5" fmla="*/ 64473 h 158460"/>
                    <a:gd name="connsiteX6" fmla="*/ 75910 w 125462"/>
                    <a:gd name="connsiteY6" fmla="*/ 76399 h 158460"/>
                    <a:gd name="connsiteX7" fmla="*/ 87726 w 125462"/>
                    <a:gd name="connsiteY7" fmla="*/ 103625 h 158460"/>
                    <a:gd name="connsiteX8" fmla="*/ 88217 w 125462"/>
                    <a:gd name="connsiteY8" fmla="*/ 105150 h 158460"/>
                    <a:gd name="connsiteX9" fmla="*/ 81682 w 125462"/>
                    <a:gd name="connsiteY9" fmla="*/ 103190 h 158460"/>
                    <a:gd name="connsiteX10" fmla="*/ 74276 w 125462"/>
                    <a:gd name="connsiteY10" fmla="*/ 100631 h 158460"/>
                    <a:gd name="connsiteX11" fmla="*/ 66217 w 125462"/>
                    <a:gd name="connsiteY11" fmla="*/ 96111 h 158460"/>
                    <a:gd name="connsiteX12" fmla="*/ 59083 w 125462"/>
                    <a:gd name="connsiteY12" fmla="*/ 90502 h 158460"/>
                    <a:gd name="connsiteX13" fmla="*/ 53312 w 125462"/>
                    <a:gd name="connsiteY13" fmla="*/ 84077 h 158460"/>
                    <a:gd name="connsiteX14" fmla="*/ 49009 w 125462"/>
                    <a:gd name="connsiteY14" fmla="*/ 76780 h 158460"/>
                    <a:gd name="connsiteX15" fmla="*/ 46450 w 125462"/>
                    <a:gd name="connsiteY15" fmla="*/ 70953 h 158460"/>
                    <a:gd name="connsiteX16" fmla="*/ 41386 w 125462"/>
                    <a:gd name="connsiteY16" fmla="*/ 59954 h 158460"/>
                    <a:gd name="connsiteX17" fmla="*/ 33381 w 125462"/>
                    <a:gd name="connsiteY17" fmla="*/ 44271 h 158460"/>
                    <a:gd name="connsiteX18" fmla="*/ 25213 w 125462"/>
                    <a:gd name="connsiteY18" fmla="*/ 28643 h 158460"/>
                    <a:gd name="connsiteX19" fmla="*/ 16555 w 125462"/>
                    <a:gd name="connsiteY19" fmla="*/ 14594 h 158460"/>
                    <a:gd name="connsiteX20" fmla="*/ 88379 w 125462"/>
                    <a:gd name="connsiteY20" fmla="*/ 105640 h 158460"/>
                    <a:gd name="connsiteX21" fmla="*/ 88870 w 125462"/>
                    <a:gd name="connsiteY21" fmla="*/ 107165 h 158460"/>
                    <a:gd name="connsiteX22" fmla="*/ 92572 w 125462"/>
                    <a:gd name="connsiteY22" fmla="*/ 107383 h 158460"/>
                    <a:gd name="connsiteX23" fmla="*/ 100795 w 125462"/>
                    <a:gd name="connsiteY23" fmla="*/ 116041 h 158460"/>
                    <a:gd name="connsiteX24" fmla="*/ 100632 w 125462"/>
                    <a:gd name="connsiteY24" fmla="*/ 117457 h 158460"/>
                    <a:gd name="connsiteX25" fmla="*/ 99815 w 125462"/>
                    <a:gd name="connsiteY25" fmla="*/ 122303 h 158460"/>
                    <a:gd name="connsiteX26" fmla="*/ 95295 w 125462"/>
                    <a:gd name="connsiteY26" fmla="*/ 124100 h 158460"/>
                    <a:gd name="connsiteX27" fmla="*/ 92028 w 125462"/>
                    <a:gd name="connsiteY27" fmla="*/ 124754 h 158460"/>
                    <a:gd name="connsiteX28" fmla="*/ 83316 w 125462"/>
                    <a:gd name="connsiteY28" fmla="*/ 116041 h 158460"/>
                    <a:gd name="connsiteX29" fmla="*/ 84677 w 125462"/>
                    <a:gd name="connsiteY29" fmla="*/ 111412 h 158460"/>
                    <a:gd name="connsiteX30" fmla="*/ 88379 w 125462"/>
                    <a:gd name="connsiteY30" fmla="*/ 105640 h 158460"/>
                    <a:gd name="connsiteX31" fmla="*/ 109780 w 125462"/>
                    <a:gd name="connsiteY31" fmla="*/ 123120 h 158460"/>
                    <a:gd name="connsiteX32" fmla="*/ 116859 w 125462"/>
                    <a:gd name="connsiteY32" fmla="*/ 130199 h 158460"/>
                    <a:gd name="connsiteX33" fmla="*/ 114300 w 125462"/>
                    <a:gd name="connsiteY33" fmla="*/ 135535 h 158460"/>
                    <a:gd name="connsiteX34" fmla="*/ 112176 w 125462"/>
                    <a:gd name="connsiteY34" fmla="*/ 137332 h 158460"/>
                    <a:gd name="connsiteX35" fmla="*/ 109399 w 125462"/>
                    <a:gd name="connsiteY35" fmla="*/ 137169 h 158460"/>
                    <a:gd name="connsiteX36" fmla="*/ 102701 w 125462"/>
                    <a:gd name="connsiteY36" fmla="*/ 130253 h 158460"/>
                    <a:gd name="connsiteX37" fmla="*/ 102755 w 125462"/>
                    <a:gd name="connsiteY37" fmla="*/ 129600 h 158460"/>
                    <a:gd name="connsiteX38" fmla="*/ 103137 w 125462"/>
                    <a:gd name="connsiteY38" fmla="*/ 124917 h 158460"/>
                    <a:gd name="connsiteX39" fmla="*/ 107602 w 125462"/>
                    <a:gd name="connsiteY39" fmla="*/ 123501 h 158460"/>
                    <a:gd name="connsiteX40" fmla="*/ 109780 w 125462"/>
                    <a:gd name="connsiteY40" fmla="*/ 123120 h 158460"/>
                    <a:gd name="connsiteX41" fmla="*/ 114681 w 125462"/>
                    <a:gd name="connsiteY41" fmla="*/ 144629 h 158460"/>
                    <a:gd name="connsiteX42" fmla="*/ 116859 w 125462"/>
                    <a:gd name="connsiteY42" fmla="*/ 145065 h 158460"/>
                    <a:gd name="connsiteX43" fmla="*/ 120181 w 125462"/>
                    <a:gd name="connsiteY43" fmla="*/ 149040 h 158460"/>
                    <a:gd name="connsiteX44" fmla="*/ 116151 w 125462"/>
                    <a:gd name="connsiteY44" fmla="*/ 153070 h 158460"/>
                    <a:gd name="connsiteX45" fmla="*/ 112121 w 125462"/>
                    <a:gd name="connsiteY45" fmla="*/ 149040 h 158460"/>
                    <a:gd name="connsiteX46" fmla="*/ 113211 w 125462"/>
                    <a:gd name="connsiteY46" fmla="*/ 146317 h 158460"/>
                    <a:gd name="connsiteX47" fmla="*/ 114681 w 125462"/>
                    <a:gd name="connsiteY47" fmla="*/ 144629 h 158460"/>
                    <a:gd name="connsiteX48" fmla="*/ 1689 w 125462"/>
                    <a:gd name="connsiteY48" fmla="*/ 0 h 158460"/>
                    <a:gd name="connsiteX49" fmla="*/ 545 w 125462"/>
                    <a:gd name="connsiteY49" fmla="*/ 435 h 158460"/>
                    <a:gd name="connsiteX50" fmla="*/ 436 w 125462"/>
                    <a:gd name="connsiteY50" fmla="*/ 2777 h 158460"/>
                    <a:gd name="connsiteX51" fmla="*/ 20367 w 125462"/>
                    <a:gd name="connsiteY51" fmla="*/ 31311 h 158460"/>
                    <a:gd name="connsiteX52" fmla="*/ 28426 w 125462"/>
                    <a:gd name="connsiteY52" fmla="*/ 46721 h 158460"/>
                    <a:gd name="connsiteX53" fmla="*/ 36431 w 125462"/>
                    <a:gd name="connsiteY53" fmla="*/ 62458 h 158460"/>
                    <a:gd name="connsiteX54" fmla="*/ 44054 w 125462"/>
                    <a:gd name="connsiteY54" fmla="*/ 79176 h 158460"/>
                    <a:gd name="connsiteX55" fmla="*/ 48846 w 125462"/>
                    <a:gd name="connsiteY55" fmla="*/ 87235 h 158460"/>
                    <a:gd name="connsiteX56" fmla="*/ 55272 w 125462"/>
                    <a:gd name="connsiteY56" fmla="*/ 94368 h 158460"/>
                    <a:gd name="connsiteX57" fmla="*/ 63004 w 125462"/>
                    <a:gd name="connsiteY57" fmla="*/ 100522 h 158460"/>
                    <a:gd name="connsiteX58" fmla="*/ 71826 w 125462"/>
                    <a:gd name="connsiteY58" fmla="*/ 105532 h 158460"/>
                    <a:gd name="connsiteX59" fmla="*/ 80049 w 125462"/>
                    <a:gd name="connsiteY59" fmla="*/ 108417 h 158460"/>
                    <a:gd name="connsiteX60" fmla="*/ 77816 w 125462"/>
                    <a:gd name="connsiteY60" fmla="*/ 115987 h 158460"/>
                    <a:gd name="connsiteX61" fmla="*/ 91974 w 125462"/>
                    <a:gd name="connsiteY61" fmla="*/ 130144 h 158460"/>
                    <a:gd name="connsiteX62" fmla="*/ 97255 w 125462"/>
                    <a:gd name="connsiteY62" fmla="*/ 129110 h 158460"/>
                    <a:gd name="connsiteX63" fmla="*/ 97146 w 125462"/>
                    <a:gd name="connsiteY63" fmla="*/ 130144 h 158460"/>
                    <a:gd name="connsiteX64" fmla="*/ 109018 w 125462"/>
                    <a:gd name="connsiteY64" fmla="*/ 142615 h 158460"/>
                    <a:gd name="connsiteX65" fmla="*/ 106513 w 125462"/>
                    <a:gd name="connsiteY65" fmla="*/ 148986 h 158460"/>
                    <a:gd name="connsiteX66" fmla="*/ 115988 w 125462"/>
                    <a:gd name="connsiteY66" fmla="*/ 158460 h 158460"/>
                    <a:gd name="connsiteX67" fmla="*/ 125463 w 125462"/>
                    <a:gd name="connsiteY67" fmla="*/ 148986 h 158460"/>
                    <a:gd name="connsiteX68" fmla="*/ 117730 w 125462"/>
                    <a:gd name="connsiteY68" fmla="*/ 139674 h 158460"/>
                    <a:gd name="connsiteX69" fmla="*/ 122196 w 125462"/>
                    <a:gd name="connsiteY69" fmla="*/ 130144 h 158460"/>
                    <a:gd name="connsiteX70" fmla="*/ 109671 w 125462"/>
                    <a:gd name="connsiteY70" fmla="*/ 117620 h 158460"/>
                    <a:gd name="connsiteX71" fmla="*/ 105914 w 125462"/>
                    <a:gd name="connsiteY71" fmla="*/ 118274 h 158460"/>
                    <a:gd name="connsiteX72" fmla="*/ 106131 w 125462"/>
                    <a:gd name="connsiteY72" fmla="*/ 115987 h 158460"/>
                    <a:gd name="connsiteX73" fmla="*/ 92736 w 125462"/>
                    <a:gd name="connsiteY73" fmla="*/ 101883 h 158460"/>
                    <a:gd name="connsiteX74" fmla="*/ 80538 w 125462"/>
                    <a:gd name="connsiteY74" fmla="*/ 73785 h 158460"/>
                    <a:gd name="connsiteX75" fmla="*/ 70410 w 125462"/>
                    <a:gd name="connsiteY75" fmla="*/ 60553 h 158460"/>
                    <a:gd name="connsiteX76" fmla="*/ 58049 w 125462"/>
                    <a:gd name="connsiteY76" fmla="*/ 47919 h 158460"/>
                    <a:gd name="connsiteX77" fmla="*/ 46123 w 125462"/>
                    <a:gd name="connsiteY77" fmla="*/ 34251 h 158460"/>
                    <a:gd name="connsiteX78" fmla="*/ 33000 w 125462"/>
                    <a:gd name="connsiteY78" fmla="*/ 21074 h 158460"/>
                    <a:gd name="connsiteX79" fmla="*/ 2179 w 125462"/>
                    <a:gd name="connsiteY79" fmla="*/ 109 h 158460"/>
                    <a:gd name="connsiteX80" fmla="*/ 1689 w 125462"/>
                    <a:gd name="connsiteY80" fmla="*/ 0 h 158460"/>
                    <a:gd name="connsiteX81" fmla="*/ 1689 w 125462"/>
                    <a:gd name="connsiteY81" fmla="*/ 0 h 158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</a:cxnLst>
                  <a:rect l="l" t="t" r="r" b="b"/>
                  <a:pathLst>
                    <a:path w="125462" h="158460">
                      <a:moveTo>
                        <a:pt x="16555" y="14594"/>
                      </a:moveTo>
                      <a:cubicBezTo>
                        <a:pt x="20694" y="17534"/>
                        <a:pt x="24941" y="21019"/>
                        <a:pt x="29406" y="25049"/>
                      </a:cubicBezTo>
                      <a:cubicBezTo>
                        <a:pt x="33708" y="29133"/>
                        <a:pt x="38010" y="33489"/>
                        <a:pt x="42203" y="37845"/>
                      </a:cubicBezTo>
                      <a:lnTo>
                        <a:pt x="54074" y="51459"/>
                      </a:lnTo>
                      <a:cubicBezTo>
                        <a:pt x="57613" y="55597"/>
                        <a:pt x="61425" y="59300"/>
                        <a:pt x="65128" y="62894"/>
                      </a:cubicBezTo>
                      <a:lnTo>
                        <a:pt x="66761" y="64473"/>
                      </a:lnTo>
                      <a:cubicBezTo>
                        <a:pt x="70573" y="68176"/>
                        <a:pt x="73568" y="72097"/>
                        <a:pt x="75910" y="76399"/>
                      </a:cubicBezTo>
                      <a:cubicBezTo>
                        <a:pt x="80810" y="85493"/>
                        <a:pt x="84350" y="93661"/>
                        <a:pt x="87726" y="103625"/>
                      </a:cubicBezTo>
                      <a:lnTo>
                        <a:pt x="88217" y="105150"/>
                      </a:lnTo>
                      <a:lnTo>
                        <a:pt x="81682" y="103190"/>
                      </a:lnTo>
                      <a:cubicBezTo>
                        <a:pt x="79177" y="102428"/>
                        <a:pt x="76509" y="101611"/>
                        <a:pt x="74276" y="100631"/>
                      </a:cubicBezTo>
                      <a:cubicBezTo>
                        <a:pt x="71553" y="99324"/>
                        <a:pt x="68776" y="97745"/>
                        <a:pt x="66217" y="96111"/>
                      </a:cubicBezTo>
                      <a:cubicBezTo>
                        <a:pt x="63821" y="94423"/>
                        <a:pt x="61371" y="92462"/>
                        <a:pt x="59083" y="90502"/>
                      </a:cubicBezTo>
                      <a:cubicBezTo>
                        <a:pt x="56742" y="88269"/>
                        <a:pt x="54836" y="86146"/>
                        <a:pt x="53312" y="84077"/>
                      </a:cubicBezTo>
                      <a:cubicBezTo>
                        <a:pt x="51678" y="81844"/>
                        <a:pt x="50262" y="79285"/>
                        <a:pt x="49009" y="76780"/>
                      </a:cubicBezTo>
                      <a:cubicBezTo>
                        <a:pt x="48138" y="74819"/>
                        <a:pt x="47267" y="72913"/>
                        <a:pt x="46450" y="70953"/>
                      </a:cubicBezTo>
                      <a:cubicBezTo>
                        <a:pt x="44871" y="67305"/>
                        <a:pt x="43183" y="63548"/>
                        <a:pt x="41386" y="59954"/>
                      </a:cubicBezTo>
                      <a:lnTo>
                        <a:pt x="33381" y="44271"/>
                      </a:lnTo>
                      <a:cubicBezTo>
                        <a:pt x="30713" y="38880"/>
                        <a:pt x="27936" y="33598"/>
                        <a:pt x="25213" y="28643"/>
                      </a:cubicBezTo>
                      <a:cubicBezTo>
                        <a:pt x="22436" y="23687"/>
                        <a:pt x="19550" y="19004"/>
                        <a:pt x="16555" y="14594"/>
                      </a:cubicBezTo>
                      <a:moveTo>
                        <a:pt x="88379" y="105640"/>
                      </a:moveTo>
                      <a:lnTo>
                        <a:pt x="88870" y="107165"/>
                      </a:lnTo>
                      <a:lnTo>
                        <a:pt x="92572" y="107383"/>
                      </a:lnTo>
                      <a:cubicBezTo>
                        <a:pt x="97201" y="107655"/>
                        <a:pt x="100795" y="111412"/>
                        <a:pt x="100795" y="116041"/>
                      </a:cubicBezTo>
                      <a:cubicBezTo>
                        <a:pt x="100795" y="116422"/>
                        <a:pt x="100741" y="116967"/>
                        <a:pt x="100632" y="117457"/>
                      </a:cubicBezTo>
                      <a:lnTo>
                        <a:pt x="99815" y="122303"/>
                      </a:lnTo>
                      <a:lnTo>
                        <a:pt x="95295" y="124100"/>
                      </a:lnTo>
                      <a:cubicBezTo>
                        <a:pt x="94206" y="124536"/>
                        <a:pt x="93117" y="124754"/>
                        <a:pt x="92028" y="124754"/>
                      </a:cubicBezTo>
                      <a:cubicBezTo>
                        <a:pt x="87236" y="124754"/>
                        <a:pt x="83316" y="120833"/>
                        <a:pt x="83316" y="116041"/>
                      </a:cubicBezTo>
                      <a:cubicBezTo>
                        <a:pt x="83316" y="114408"/>
                        <a:pt x="83806" y="112828"/>
                        <a:pt x="84677" y="111412"/>
                      </a:cubicBezTo>
                      <a:lnTo>
                        <a:pt x="88379" y="105640"/>
                      </a:lnTo>
                      <a:moveTo>
                        <a:pt x="109780" y="123120"/>
                      </a:moveTo>
                      <a:cubicBezTo>
                        <a:pt x="113701" y="123120"/>
                        <a:pt x="116859" y="126278"/>
                        <a:pt x="116859" y="130199"/>
                      </a:cubicBezTo>
                      <a:cubicBezTo>
                        <a:pt x="116859" y="132268"/>
                        <a:pt x="115933" y="134174"/>
                        <a:pt x="114300" y="135535"/>
                      </a:cubicBezTo>
                      <a:lnTo>
                        <a:pt x="112176" y="137332"/>
                      </a:lnTo>
                      <a:lnTo>
                        <a:pt x="109399" y="137169"/>
                      </a:lnTo>
                      <a:cubicBezTo>
                        <a:pt x="105642" y="136951"/>
                        <a:pt x="102701" y="133902"/>
                        <a:pt x="102701" y="130253"/>
                      </a:cubicBezTo>
                      <a:cubicBezTo>
                        <a:pt x="102755" y="130036"/>
                        <a:pt x="102755" y="129818"/>
                        <a:pt x="102755" y="129600"/>
                      </a:cubicBezTo>
                      <a:lnTo>
                        <a:pt x="103137" y="124917"/>
                      </a:lnTo>
                      <a:lnTo>
                        <a:pt x="107602" y="123501"/>
                      </a:lnTo>
                      <a:cubicBezTo>
                        <a:pt x="108473" y="123229"/>
                        <a:pt x="109181" y="123120"/>
                        <a:pt x="109780" y="123120"/>
                      </a:cubicBezTo>
                      <a:moveTo>
                        <a:pt x="114681" y="144629"/>
                      </a:moveTo>
                      <a:lnTo>
                        <a:pt x="116859" y="145065"/>
                      </a:lnTo>
                      <a:cubicBezTo>
                        <a:pt x="118765" y="145446"/>
                        <a:pt x="120181" y="147080"/>
                        <a:pt x="120181" y="149040"/>
                      </a:cubicBezTo>
                      <a:cubicBezTo>
                        <a:pt x="120181" y="151273"/>
                        <a:pt x="118384" y="153070"/>
                        <a:pt x="116151" y="153070"/>
                      </a:cubicBezTo>
                      <a:cubicBezTo>
                        <a:pt x="113919" y="153070"/>
                        <a:pt x="112121" y="151273"/>
                        <a:pt x="112121" y="149040"/>
                      </a:cubicBezTo>
                      <a:cubicBezTo>
                        <a:pt x="112121" y="147787"/>
                        <a:pt x="112721" y="146862"/>
                        <a:pt x="113211" y="146317"/>
                      </a:cubicBezTo>
                      <a:lnTo>
                        <a:pt x="114681" y="144629"/>
                      </a:lnTo>
                      <a:moveTo>
                        <a:pt x="1689" y="0"/>
                      </a:moveTo>
                      <a:cubicBezTo>
                        <a:pt x="1308" y="0"/>
                        <a:pt x="872" y="163"/>
                        <a:pt x="545" y="435"/>
                      </a:cubicBezTo>
                      <a:cubicBezTo>
                        <a:pt x="-163" y="1035"/>
                        <a:pt x="-163" y="2123"/>
                        <a:pt x="436" y="2777"/>
                      </a:cubicBezTo>
                      <a:cubicBezTo>
                        <a:pt x="8442" y="11653"/>
                        <a:pt x="14812" y="21182"/>
                        <a:pt x="20367" y="31311"/>
                      </a:cubicBezTo>
                      <a:cubicBezTo>
                        <a:pt x="23198" y="36321"/>
                        <a:pt x="25867" y="41439"/>
                        <a:pt x="28426" y="46721"/>
                      </a:cubicBezTo>
                      <a:lnTo>
                        <a:pt x="36431" y="62458"/>
                      </a:lnTo>
                      <a:cubicBezTo>
                        <a:pt x="39154" y="67795"/>
                        <a:pt x="41440" y="73513"/>
                        <a:pt x="44054" y="79176"/>
                      </a:cubicBezTo>
                      <a:cubicBezTo>
                        <a:pt x="45524" y="81953"/>
                        <a:pt x="46995" y="84730"/>
                        <a:pt x="48846" y="87235"/>
                      </a:cubicBezTo>
                      <a:cubicBezTo>
                        <a:pt x="50752" y="89794"/>
                        <a:pt x="52930" y="92136"/>
                        <a:pt x="55272" y="94368"/>
                      </a:cubicBezTo>
                      <a:cubicBezTo>
                        <a:pt x="57776" y="96547"/>
                        <a:pt x="60336" y="98616"/>
                        <a:pt x="63004" y="100522"/>
                      </a:cubicBezTo>
                      <a:cubicBezTo>
                        <a:pt x="65835" y="102373"/>
                        <a:pt x="68776" y="104061"/>
                        <a:pt x="71826" y="105532"/>
                      </a:cubicBezTo>
                      <a:cubicBezTo>
                        <a:pt x="74494" y="106675"/>
                        <a:pt x="77271" y="107601"/>
                        <a:pt x="80049" y="108417"/>
                      </a:cubicBezTo>
                      <a:cubicBezTo>
                        <a:pt x="78633" y="110596"/>
                        <a:pt x="77816" y="113209"/>
                        <a:pt x="77816" y="115987"/>
                      </a:cubicBezTo>
                      <a:cubicBezTo>
                        <a:pt x="77816" y="123828"/>
                        <a:pt x="84133" y="130144"/>
                        <a:pt x="91974" y="130144"/>
                      </a:cubicBezTo>
                      <a:cubicBezTo>
                        <a:pt x="93825" y="130144"/>
                        <a:pt x="95622" y="129763"/>
                        <a:pt x="97255" y="129110"/>
                      </a:cubicBezTo>
                      <a:cubicBezTo>
                        <a:pt x="97201" y="129436"/>
                        <a:pt x="97146" y="129818"/>
                        <a:pt x="97146" y="130144"/>
                      </a:cubicBezTo>
                      <a:cubicBezTo>
                        <a:pt x="97146" y="136842"/>
                        <a:pt x="102374" y="142233"/>
                        <a:pt x="109018" y="142615"/>
                      </a:cubicBezTo>
                      <a:cubicBezTo>
                        <a:pt x="107493" y="144303"/>
                        <a:pt x="106513" y="146535"/>
                        <a:pt x="106513" y="148986"/>
                      </a:cubicBezTo>
                      <a:cubicBezTo>
                        <a:pt x="106513" y="154213"/>
                        <a:pt x="110760" y="158460"/>
                        <a:pt x="115988" y="158460"/>
                      </a:cubicBezTo>
                      <a:cubicBezTo>
                        <a:pt x="121215" y="158460"/>
                        <a:pt x="125463" y="154213"/>
                        <a:pt x="125463" y="148986"/>
                      </a:cubicBezTo>
                      <a:cubicBezTo>
                        <a:pt x="125463" y="144357"/>
                        <a:pt x="122141" y="140491"/>
                        <a:pt x="117730" y="139674"/>
                      </a:cubicBezTo>
                      <a:cubicBezTo>
                        <a:pt x="120453" y="137387"/>
                        <a:pt x="122196" y="134011"/>
                        <a:pt x="122196" y="130144"/>
                      </a:cubicBezTo>
                      <a:cubicBezTo>
                        <a:pt x="122196" y="123229"/>
                        <a:pt x="116587" y="117620"/>
                        <a:pt x="109671" y="117620"/>
                      </a:cubicBezTo>
                      <a:cubicBezTo>
                        <a:pt x="108364" y="117620"/>
                        <a:pt x="107112" y="117892"/>
                        <a:pt x="105914" y="118274"/>
                      </a:cubicBezTo>
                      <a:cubicBezTo>
                        <a:pt x="106022" y="117511"/>
                        <a:pt x="106131" y="116749"/>
                        <a:pt x="106131" y="115987"/>
                      </a:cubicBezTo>
                      <a:cubicBezTo>
                        <a:pt x="106131" y="108417"/>
                        <a:pt x="100196" y="102319"/>
                        <a:pt x="92736" y="101883"/>
                      </a:cubicBezTo>
                      <a:cubicBezTo>
                        <a:pt x="88978" y="90665"/>
                        <a:pt x="85167" y="82280"/>
                        <a:pt x="80538" y="73785"/>
                      </a:cubicBezTo>
                      <a:cubicBezTo>
                        <a:pt x="77925" y="68938"/>
                        <a:pt x="74549" y="64582"/>
                        <a:pt x="70410" y="60553"/>
                      </a:cubicBezTo>
                      <a:cubicBezTo>
                        <a:pt x="66272" y="56523"/>
                        <a:pt x="61915" y="52439"/>
                        <a:pt x="58049" y="47919"/>
                      </a:cubicBezTo>
                      <a:lnTo>
                        <a:pt x="46123" y="34251"/>
                      </a:lnTo>
                      <a:cubicBezTo>
                        <a:pt x="41876" y="29786"/>
                        <a:pt x="37520" y="25375"/>
                        <a:pt x="33000" y="21074"/>
                      </a:cubicBezTo>
                      <a:cubicBezTo>
                        <a:pt x="23743" y="12687"/>
                        <a:pt x="13560" y="5010"/>
                        <a:pt x="2179" y="109"/>
                      </a:cubicBezTo>
                      <a:cubicBezTo>
                        <a:pt x="2125" y="55"/>
                        <a:pt x="1907" y="0"/>
                        <a:pt x="1689" y="0"/>
                      </a:cubicBezTo>
                      <a:lnTo>
                        <a:pt x="1689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7" name="Forme libre : forme 1026">
                  <a:extLst>
                    <a:ext uri="{FF2B5EF4-FFF2-40B4-BE49-F238E27FC236}">
                      <a16:creationId xmlns:a16="http://schemas.microsoft.com/office/drawing/2014/main" id="{A9D2DADF-FD81-4FCF-85EA-443286214647}"/>
                    </a:ext>
                  </a:extLst>
                </p:cNvPr>
                <p:cNvSpPr/>
                <p:nvPr/>
              </p:nvSpPr>
              <p:spPr>
                <a:xfrm>
                  <a:off x="8032741" y="5217546"/>
                  <a:ext cx="150771" cy="127204"/>
                </a:xfrm>
                <a:custGeom>
                  <a:avLst/>
                  <a:gdLst>
                    <a:gd name="connsiteX0" fmla="*/ 19702 w 150771"/>
                    <a:gd name="connsiteY0" fmla="*/ 10564 h 127204"/>
                    <a:gd name="connsiteX1" fmla="*/ 35003 w 150771"/>
                    <a:gd name="connsiteY1" fmla="*/ 17588 h 127204"/>
                    <a:gd name="connsiteX2" fmla="*/ 50904 w 150771"/>
                    <a:gd name="connsiteY2" fmla="*/ 27063 h 127204"/>
                    <a:gd name="connsiteX3" fmla="*/ 65988 w 150771"/>
                    <a:gd name="connsiteY3" fmla="*/ 37736 h 127204"/>
                    <a:gd name="connsiteX4" fmla="*/ 78512 w 150771"/>
                    <a:gd name="connsiteY4" fmla="*/ 46014 h 127204"/>
                    <a:gd name="connsiteX5" fmla="*/ 81616 w 150771"/>
                    <a:gd name="connsiteY5" fmla="*/ 47974 h 127204"/>
                    <a:gd name="connsiteX6" fmla="*/ 93541 w 150771"/>
                    <a:gd name="connsiteY6" fmla="*/ 58374 h 127204"/>
                    <a:gd name="connsiteX7" fmla="*/ 98714 w 150771"/>
                    <a:gd name="connsiteY7" fmla="*/ 64963 h 127204"/>
                    <a:gd name="connsiteX8" fmla="*/ 103452 w 150771"/>
                    <a:gd name="connsiteY8" fmla="*/ 71879 h 127204"/>
                    <a:gd name="connsiteX9" fmla="*/ 103506 w 150771"/>
                    <a:gd name="connsiteY9" fmla="*/ 71988 h 127204"/>
                    <a:gd name="connsiteX10" fmla="*/ 103615 w 150771"/>
                    <a:gd name="connsiteY10" fmla="*/ 72097 h 127204"/>
                    <a:gd name="connsiteX11" fmla="*/ 107699 w 150771"/>
                    <a:gd name="connsiteY11" fmla="*/ 79013 h 127204"/>
                    <a:gd name="connsiteX12" fmla="*/ 108080 w 150771"/>
                    <a:gd name="connsiteY12" fmla="*/ 79720 h 127204"/>
                    <a:gd name="connsiteX13" fmla="*/ 108679 w 150771"/>
                    <a:gd name="connsiteY13" fmla="*/ 80864 h 127204"/>
                    <a:gd name="connsiteX14" fmla="*/ 109278 w 150771"/>
                    <a:gd name="connsiteY14" fmla="*/ 82007 h 127204"/>
                    <a:gd name="connsiteX15" fmla="*/ 111293 w 150771"/>
                    <a:gd name="connsiteY15" fmla="*/ 85765 h 127204"/>
                    <a:gd name="connsiteX16" fmla="*/ 115431 w 150771"/>
                    <a:gd name="connsiteY16" fmla="*/ 84676 h 127204"/>
                    <a:gd name="connsiteX17" fmla="*/ 118209 w 150771"/>
                    <a:gd name="connsiteY17" fmla="*/ 84240 h 127204"/>
                    <a:gd name="connsiteX18" fmla="*/ 128990 w 150771"/>
                    <a:gd name="connsiteY18" fmla="*/ 95022 h 127204"/>
                    <a:gd name="connsiteX19" fmla="*/ 127412 w 150771"/>
                    <a:gd name="connsiteY19" fmla="*/ 100522 h 127204"/>
                    <a:gd name="connsiteX20" fmla="*/ 126050 w 150771"/>
                    <a:gd name="connsiteY20" fmla="*/ 102809 h 127204"/>
                    <a:gd name="connsiteX21" fmla="*/ 123872 w 150771"/>
                    <a:gd name="connsiteY21" fmla="*/ 104170 h 127204"/>
                    <a:gd name="connsiteX22" fmla="*/ 118154 w 150771"/>
                    <a:gd name="connsiteY22" fmla="*/ 105858 h 127204"/>
                    <a:gd name="connsiteX23" fmla="*/ 107372 w 150771"/>
                    <a:gd name="connsiteY23" fmla="*/ 95076 h 127204"/>
                    <a:gd name="connsiteX24" fmla="*/ 108080 w 150771"/>
                    <a:gd name="connsiteY24" fmla="*/ 91319 h 127204"/>
                    <a:gd name="connsiteX25" fmla="*/ 110422 w 150771"/>
                    <a:gd name="connsiteY25" fmla="*/ 85057 h 127204"/>
                    <a:gd name="connsiteX26" fmla="*/ 103833 w 150771"/>
                    <a:gd name="connsiteY26" fmla="*/ 84022 h 127204"/>
                    <a:gd name="connsiteX27" fmla="*/ 96155 w 150771"/>
                    <a:gd name="connsiteY27" fmla="*/ 82498 h 127204"/>
                    <a:gd name="connsiteX28" fmla="*/ 87442 w 150771"/>
                    <a:gd name="connsiteY28" fmla="*/ 79285 h 127204"/>
                    <a:gd name="connsiteX29" fmla="*/ 79329 w 150771"/>
                    <a:gd name="connsiteY29" fmla="*/ 74983 h 127204"/>
                    <a:gd name="connsiteX30" fmla="*/ 66859 w 150771"/>
                    <a:gd name="connsiteY30" fmla="*/ 63711 h 127204"/>
                    <a:gd name="connsiteX31" fmla="*/ 63755 w 150771"/>
                    <a:gd name="connsiteY31" fmla="*/ 59518 h 127204"/>
                    <a:gd name="connsiteX32" fmla="*/ 55478 w 150771"/>
                    <a:gd name="connsiteY32" fmla="*/ 48791 h 127204"/>
                    <a:gd name="connsiteX33" fmla="*/ 43770 w 150771"/>
                    <a:gd name="connsiteY33" fmla="*/ 35231 h 127204"/>
                    <a:gd name="connsiteX34" fmla="*/ 31736 w 150771"/>
                    <a:gd name="connsiteY34" fmla="*/ 21945 h 127204"/>
                    <a:gd name="connsiteX35" fmla="*/ 19702 w 150771"/>
                    <a:gd name="connsiteY35" fmla="*/ 10564 h 127204"/>
                    <a:gd name="connsiteX36" fmla="*/ 138139 w 150771"/>
                    <a:gd name="connsiteY36" fmla="*/ 107329 h 127204"/>
                    <a:gd name="connsiteX37" fmla="*/ 145381 w 150771"/>
                    <a:gd name="connsiteY37" fmla="*/ 114571 h 127204"/>
                    <a:gd name="connsiteX38" fmla="*/ 138139 w 150771"/>
                    <a:gd name="connsiteY38" fmla="*/ 121813 h 127204"/>
                    <a:gd name="connsiteX39" fmla="*/ 130896 w 150771"/>
                    <a:gd name="connsiteY39" fmla="*/ 114571 h 127204"/>
                    <a:gd name="connsiteX40" fmla="*/ 131713 w 150771"/>
                    <a:gd name="connsiteY40" fmla="*/ 111358 h 127204"/>
                    <a:gd name="connsiteX41" fmla="*/ 132748 w 150771"/>
                    <a:gd name="connsiteY41" fmla="*/ 109343 h 127204"/>
                    <a:gd name="connsiteX42" fmla="*/ 134763 w 150771"/>
                    <a:gd name="connsiteY42" fmla="*/ 108254 h 127204"/>
                    <a:gd name="connsiteX43" fmla="*/ 138139 w 150771"/>
                    <a:gd name="connsiteY43" fmla="*/ 107329 h 127204"/>
                    <a:gd name="connsiteX44" fmla="*/ 1677 w 150771"/>
                    <a:gd name="connsiteY44" fmla="*/ 0 h 127204"/>
                    <a:gd name="connsiteX45" fmla="*/ 261 w 150771"/>
                    <a:gd name="connsiteY45" fmla="*/ 762 h 127204"/>
                    <a:gd name="connsiteX46" fmla="*/ 752 w 150771"/>
                    <a:gd name="connsiteY46" fmla="*/ 3049 h 127204"/>
                    <a:gd name="connsiteX47" fmla="*/ 27870 w 150771"/>
                    <a:gd name="connsiteY47" fmla="*/ 25866 h 127204"/>
                    <a:gd name="connsiteX48" fmla="*/ 39686 w 150771"/>
                    <a:gd name="connsiteY48" fmla="*/ 38935 h 127204"/>
                    <a:gd name="connsiteX49" fmla="*/ 51339 w 150771"/>
                    <a:gd name="connsiteY49" fmla="*/ 52439 h 127204"/>
                    <a:gd name="connsiteX50" fmla="*/ 62557 w 150771"/>
                    <a:gd name="connsiteY50" fmla="*/ 67087 h 127204"/>
                    <a:gd name="connsiteX51" fmla="*/ 76497 w 150771"/>
                    <a:gd name="connsiteY51" fmla="*/ 79720 h 127204"/>
                    <a:gd name="connsiteX52" fmla="*/ 85155 w 150771"/>
                    <a:gd name="connsiteY52" fmla="*/ 84349 h 127204"/>
                    <a:gd name="connsiteX53" fmla="*/ 94630 w 150771"/>
                    <a:gd name="connsiteY53" fmla="*/ 87834 h 127204"/>
                    <a:gd name="connsiteX54" fmla="*/ 103016 w 150771"/>
                    <a:gd name="connsiteY54" fmla="*/ 89522 h 127204"/>
                    <a:gd name="connsiteX55" fmla="*/ 101981 w 150771"/>
                    <a:gd name="connsiteY55" fmla="*/ 95131 h 127204"/>
                    <a:gd name="connsiteX56" fmla="*/ 118209 w 150771"/>
                    <a:gd name="connsiteY56" fmla="*/ 111358 h 127204"/>
                    <a:gd name="connsiteX57" fmla="*/ 126812 w 150771"/>
                    <a:gd name="connsiteY57" fmla="*/ 108853 h 127204"/>
                    <a:gd name="connsiteX58" fmla="*/ 125397 w 150771"/>
                    <a:gd name="connsiteY58" fmla="*/ 114516 h 127204"/>
                    <a:gd name="connsiteX59" fmla="*/ 138084 w 150771"/>
                    <a:gd name="connsiteY59" fmla="*/ 127204 h 127204"/>
                    <a:gd name="connsiteX60" fmla="*/ 150772 w 150771"/>
                    <a:gd name="connsiteY60" fmla="*/ 114516 h 127204"/>
                    <a:gd name="connsiteX61" fmla="*/ 138084 w 150771"/>
                    <a:gd name="connsiteY61" fmla="*/ 101829 h 127204"/>
                    <a:gd name="connsiteX62" fmla="*/ 132095 w 150771"/>
                    <a:gd name="connsiteY62" fmla="*/ 103408 h 127204"/>
                    <a:gd name="connsiteX63" fmla="*/ 134436 w 150771"/>
                    <a:gd name="connsiteY63" fmla="*/ 95131 h 127204"/>
                    <a:gd name="connsiteX64" fmla="*/ 118209 w 150771"/>
                    <a:gd name="connsiteY64" fmla="*/ 78904 h 127204"/>
                    <a:gd name="connsiteX65" fmla="*/ 114070 w 150771"/>
                    <a:gd name="connsiteY65" fmla="*/ 79502 h 127204"/>
                    <a:gd name="connsiteX66" fmla="*/ 112818 w 150771"/>
                    <a:gd name="connsiteY66" fmla="*/ 77161 h 127204"/>
                    <a:gd name="connsiteX67" fmla="*/ 108026 w 150771"/>
                    <a:gd name="connsiteY67" fmla="*/ 69047 h 127204"/>
                    <a:gd name="connsiteX68" fmla="*/ 102961 w 150771"/>
                    <a:gd name="connsiteY68" fmla="*/ 61642 h 127204"/>
                    <a:gd name="connsiteX69" fmla="*/ 97570 w 150771"/>
                    <a:gd name="connsiteY69" fmla="*/ 54781 h 127204"/>
                    <a:gd name="connsiteX70" fmla="*/ 84448 w 150771"/>
                    <a:gd name="connsiteY70" fmla="*/ 43345 h 127204"/>
                    <a:gd name="connsiteX71" fmla="*/ 69146 w 150771"/>
                    <a:gd name="connsiteY71" fmla="*/ 33326 h 127204"/>
                    <a:gd name="connsiteX72" fmla="*/ 53953 w 150771"/>
                    <a:gd name="connsiteY72" fmla="*/ 22544 h 127204"/>
                    <a:gd name="connsiteX73" fmla="*/ 37617 w 150771"/>
                    <a:gd name="connsiteY73" fmla="*/ 12797 h 127204"/>
                    <a:gd name="connsiteX74" fmla="*/ 1895 w 150771"/>
                    <a:gd name="connsiteY74" fmla="*/ 0 h 127204"/>
                    <a:gd name="connsiteX75" fmla="*/ 1677 w 150771"/>
                    <a:gd name="connsiteY75" fmla="*/ 0 h 127204"/>
                    <a:gd name="connsiteX76" fmla="*/ 1677 w 150771"/>
                    <a:gd name="connsiteY76" fmla="*/ 0 h 127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</a:cxnLst>
                  <a:rect l="l" t="t" r="r" b="b"/>
                  <a:pathLst>
                    <a:path w="150771" h="127204">
                      <a:moveTo>
                        <a:pt x="19702" y="10564"/>
                      </a:moveTo>
                      <a:cubicBezTo>
                        <a:pt x="24603" y="12470"/>
                        <a:pt x="29667" y="14757"/>
                        <a:pt x="35003" y="17588"/>
                      </a:cubicBezTo>
                      <a:cubicBezTo>
                        <a:pt x="40286" y="20529"/>
                        <a:pt x="45676" y="23742"/>
                        <a:pt x="50904" y="27063"/>
                      </a:cubicBezTo>
                      <a:cubicBezTo>
                        <a:pt x="55750" y="30385"/>
                        <a:pt x="60651" y="33870"/>
                        <a:pt x="65988" y="37736"/>
                      </a:cubicBezTo>
                      <a:cubicBezTo>
                        <a:pt x="70072" y="40786"/>
                        <a:pt x="74373" y="43454"/>
                        <a:pt x="78512" y="46014"/>
                      </a:cubicBezTo>
                      <a:lnTo>
                        <a:pt x="81616" y="47974"/>
                      </a:lnTo>
                      <a:cubicBezTo>
                        <a:pt x="86299" y="50969"/>
                        <a:pt x="90219" y="54345"/>
                        <a:pt x="93541" y="58374"/>
                      </a:cubicBezTo>
                      <a:cubicBezTo>
                        <a:pt x="95610" y="60770"/>
                        <a:pt x="97190" y="62840"/>
                        <a:pt x="98714" y="64963"/>
                      </a:cubicBezTo>
                      <a:cubicBezTo>
                        <a:pt x="100566" y="67468"/>
                        <a:pt x="102090" y="69646"/>
                        <a:pt x="103452" y="71879"/>
                      </a:cubicBezTo>
                      <a:lnTo>
                        <a:pt x="103506" y="71988"/>
                      </a:lnTo>
                      <a:lnTo>
                        <a:pt x="103615" y="72097"/>
                      </a:lnTo>
                      <a:cubicBezTo>
                        <a:pt x="104977" y="74112"/>
                        <a:pt x="106338" y="76508"/>
                        <a:pt x="107699" y="79013"/>
                      </a:cubicBezTo>
                      <a:lnTo>
                        <a:pt x="108080" y="79720"/>
                      </a:lnTo>
                      <a:lnTo>
                        <a:pt x="108679" y="80864"/>
                      </a:lnTo>
                      <a:lnTo>
                        <a:pt x="109278" y="82007"/>
                      </a:lnTo>
                      <a:lnTo>
                        <a:pt x="111293" y="85765"/>
                      </a:lnTo>
                      <a:lnTo>
                        <a:pt x="115431" y="84676"/>
                      </a:lnTo>
                      <a:cubicBezTo>
                        <a:pt x="116521" y="84403"/>
                        <a:pt x="117392" y="84240"/>
                        <a:pt x="118209" y="84240"/>
                      </a:cubicBezTo>
                      <a:cubicBezTo>
                        <a:pt x="124144" y="84240"/>
                        <a:pt x="128990" y="89086"/>
                        <a:pt x="128990" y="95022"/>
                      </a:cubicBezTo>
                      <a:cubicBezTo>
                        <a:pt x="128990" y="96928"/>
                        <a:pt x="128446" y="98779"/>
                        <a:pt x="127412" y="100522"/>
                      </a:cubicBezTo>
                      <a:lnTo>
                        <a:pt x="126050" y="102809"/>
                      </a:lnTo>
                      <a:lnTo>
                        <a:pt x="123872" y="104170"/>
                      </a:lnTo>
                      <a:cubicBezTo>
                        <a:pt x="122075" y="105259"/>
                        <a:pt x="120169" y="105858"/>
                        <a:pt x="118154" y="105858"/>
                      </a:cubicBezTo>
                      <a:cubicBezTo>
                        <a:pt x="112219" y="105858"/>
                        <a:pt x="107372" y="101012"/>
                        <a:pt x="107372" y="95076"/>
                      </a:cubicBezTo>
                      <a:cubicBezTo>
                        <a:pt x="107372" y="93878"/>
                        <a:pt x="107590" y="92626"/>
                        <a:pt x="108080" y="91319"/>
                      </a:cubicBezTo>
                      <a:lnTo>
                        <a:pt x="110422" y="85057"/>
                      </a:lnTo>
                      <a:lnTo>
                        <a:pt x="103833" y="84022"/>
                      </a:lnTo>
                      <a:cubicBezTo>
                        <a:pt x="101274" y="83641"/>
                        <a:pt x="98551" y="83151"/>
                        <a:pt x="96155" y="82498"/>
                      </a:cubicBezTo>
                      <a:cubicBezTo>
                        <a:pt x="93432" y="81681"/>
                        <a:pt x="90492" y="80592"/>
                        <a:pt x="87442" y="79285"/>
                      </a:cubicBezTo>
                      <a:cubicBezTo>
                        <a:pt x="84992" y="78141"/>
                        <a:pt x="82378" y="76725"/>
                        <a:pt x="79329" y="74983"/>
                      </a:cubicBezTo>
                      <a:cubicBezTo>
                        <a:pt x="74482" y="71988"/>
                        <a:pt x="70289" y="68176"/>
                        <a:pt x="66859" y="63711"/>
                      </a:cubicBezTo>
                      <a:cubicBezTo>
                        <a:pt x="65824" y="62295"/>
                        <a:pt x="64790" y="60934"/>
                        <a:pt x="63755" y="59518"/>
                      </a:cubicBezTo>
                      <a:cubicBezTo>
                        <a:pt x="61141" y="55924"/>
                        <a:pt x="58364" y="52221"/>
                        <a:pt x="55478" y="48791"/>
                      </a:cubicBezTo>
                      <a:cubicBezTo>
                        <a:pt x="51339" y="43890"/>
                        <a:pt x="47473" y="39425"/>
                        <a:pt x="43770" y="35231"/>
                      </a:cubicBezTo>
                      <a:cubicBezTo>
                        <a:pt x="39795" y="30549"/>
                        <a:pt x="35711" y="26083"/>
                        <a:pt x="31736" y="21945"/>
                      </a:cubicBezTo>
                      <a:cubicBezTo>
                        <a:pt x="27870" y="17970"/>
                        <a:pt x="23840" y="14158"/>
                        <a:pt x="19702" y="10564"/>
                      </a:cubicBezTo>
                      <a:moveTo>
                        <a:pt x="138139" y="107329"/>
                      </a:moveTo>
                      <a:cubicBezTo>
                        <a:pt x="142114" y="107329"/>
                        <a:pt x="145381" y="110596"/>
                        <a:pt x="145381" y="114571"/>
                      </a:cubicBezTo>
                      <a:cubicBezTo>
                        <a:pt x="145381" y="118546"/>
                        <a:pt x="142114" y="121813"/>
                        <a:pt x="138139" y="121813"/>
                      </a:cubicBezTo>
                      <a:cubicBezTo>
                        <a:pt x="134164" y="121813"/>
                        <a:pt x="130896" y="118546"/>
                        <a:pt x="130896" y="114571"/>
                      </a:cubicBezTo>
                      <a:cubicBezTo>
                        <a:pt x="130896" y="113482"/>
                        <a:pt x="131169" y="112447"/>
                        <a:pt x="131713" y="111358"/>
                      </a:cubicBezTo>
                      <a:lnTo>
                        <a:pt x="132748" y="109343"/>
                      </a:lnTo>
                      <a:lnTo>
                        <a:pt x="134763" y="108254"/>
                      </a:lnTo>
                      <a:cubicBezTo>
                        <a:pt x="135852" y="107655"/>
                        <a:pt x="136995" y="107329"/>
                        <a:pt x="138139" y="107329"/>
                      </a:cubicBezTo>
                      <a:moveTo>
                        <a:pt x="1677" y="0"/>
                      </a:moveTo>
                      <a:cubicBezTo>
                        <a:pt x="1133" y="0"/>
                        <a:pt x="589" y="272"/>
                        <a:pt x="261" y="762"/>
                      </a:cubicBezTo>
                      <a:cubicBezTo>
                        <a:pt x="-228" y="1525"/>
                        <a:pt x="-10" y="2559"/>
                        <a:pt x="752" y="3049"/>
                      </a:cubicBezTo>
                      <a:cubicBezTo>
                        <a:pt x="10935" y="9693"/>
                        <a:pt x="19811" y="17371"/>
                        <a:pt x="27870" y="25866"/>
                      </a:cubicBezTo>
                      <a:cubicBezTo>
                        <a:pt x="31954" y="30059"/>
                        <a:pt x="35874" y="34415"/>
                        <a:pt x="39686" y="38935"/>
                      </a:cubicBezTo>
                      <a:cubicBezTo>
                        <a:pt x="43607" y="43345"/>
                        <a:pt x="47473" y="47865"/>
                        <a:pt x="51339" y="52439"/>
                      </a:cubicBezTo>
                      <a:cubicBezTo>
                        <a:pt x="55260" y="57013"/>
                        <a:pt x="58799" y="62132"/>
                        <a:pt x="62557" y="67087"/>
                      </a:cubicBezTo>
                      <a:cubicBezTo>
                        <a:pt x="66368" y="72042"/>
                        <a:pt x="71051" y="76290"/>
                        <a:pt x="76497" y="79720"/>
                      </a:cubicBezTo>
                      <a:cubicBezTo>
                        <a:pt x="79329" y="81354"/>
                        <a:pt x="82160" y="82933"/>
                        <a:pt x="85155" y="84349"/>
                      </a:cubicBezTo>
                      <a:cubicBezTo>
                        <a:pt x="88259" y="85656"/>
                        <a:pt x="91363" y="86854"/>
                        <a:pt x="94630" y="87834"/>
                      </a:cubicBezTo>
                      <a:cubicBezTo>
                        <a:pt x="97353" y="88596"/>
                        <a:pt x="100185" y="89086"/>
                        <a:pt x="103016" y="89522"/>
                      </a:cubicBezTo>
                      <a:cubicBezTo>
                        <a:pt x="102362" y="91265"/>
                        <a:pt x="101981" y="93170"/>
                        <a:pt x="101981" y="95131"/>
                      </a:cubicBezTo>
                      <a:cubicBezTo>
                        <a:pt x="101981" y="104116"/>
                        <a:pt x="109278" y="111358"/>
                        <a:pt x="118209" y="111358"/>
                      </a:cubicBezTo>
                      <a:cubicBezTo>
                        <a:pt x="121367" y="111358"/>
                        <a:pt x="124307" y="110432"/>
                        <a:pt x="126812" y="108853"/>
                      </a:cubicBezTo>
                      <a:cubicBezTo>
                        <a:pt x="125941" y="110541"/>
                        <a:pt x="125397" y="112447"/>
                        <a:pt x="125397" y="114516"/>
                      </a:cubicBezTo>
                      <a:cubicBezTo>
                        <a:pt x="125397" y="121541"/>
                        <a:pt x="131060" y="127204"/>
                        <a:pt x="138084" y="127204"/>
                      </a:cubicBezTo>
                      <a:cubicBezTo>
                        <a:pt x="145109" y="127204"/>
                        <a:pt x="150772" y="121541"/>
                        <a:pt x="150772" y="114516"/>
                      </a:cubicBezTo>
                      <a:cubicBezTo>
                        <a:pt x="150772" y="107492"/>
                        <a:pt x="145109" y="101829"/>
                        <a:pt x="138084" y="101829"/>
                      </a:cubicBezTo>
                      <a:cubicBezTo>
                        <a:pt x="135906" y="101829"/>
                        <a:pt x="133891" y="102428"/>
                        <a:pt x="132095" y="103408"/>
                      </a:cubicBezTo>
                      <a:cubicBezTo>
                        <a:pt x="133565" y="100957"/>
                        <a:pt x="134436" y="98180"/>
                        <a:pt x="134436" y="95131"/>
                      </a:cubicBezTo>
                      <a:cubicBezTo>
                        <a:pt x="134436" y="86146"/>
                        <a:pt x="127139" y="78904"/>
                        <a:pt x="118209" y="78904"/>
                      </a:cubicBezTo>
                      <a:cubicBezTo>
                        <a:pt x="116738" y="78904"/>
                        <a:pt x="115377" y="79176"/>
                        <a:pt x="114070" y="79502"/>
                      </a:cubicBezTo>
                      <a:cubicBezTo>
                        <a:pt x="113635" y="78740"/>
                        <a:pt x="113253" y="77923"/>
                        <a:pt x="112818" y="77161"/>
                      </a:cubicBezTo>
                      <a:cubicBezTo>
                        <a:pt x="111238" y="74275"/>
                        <a:pt x="109714" y="71498"/>
                        <a:pt x="108026" y="69047"/>
                      </a:cubicBezTo>
                      <a:cubicBezTo>
                        <a:pt x="106446" y="66379"/>
                        <a:pt x="104704" y="63983"/>
                        <a:pt x="102961" y="61642"/>
                      </a:cubicBezTo>
                      <a:cubicBezTo>
                        <a:pt x="101274" y="59191"/>
                        <a:pt x="99422" y="56959"/>
                        <a:pt x="97570" y="54781"/>
                      </a:cubicBezTo>
                      <a:cubicBezTo>
                        <a:pt x="93868" y="50315"/>
                        <a:pt x="89511" y="46558"/>
                        <a:pt x="84448" y="43345"/>
                      </a:cubicBezTo>
                      <a:cubicBezTo>
                        <a:pt x="79329" y="40132"/>
                        <a:pt x="74047" y="36974"/>
                        <a:pt x="69146" y="33326"/>
                      </a:cubicBezTo>
                      <a:cubicBezTo>
                        <a:pt x="64190" y="29677"/>
                        <a:pt x="59072" y="26083"/>
                        <a:pt x="53953" y="22544"/>
                      </a:cubicBezTo>
                      <a:cubicBezTo>
                        <a:pt x="48616" y="19113"/>
                        <a:pt x="43171" y="15846"/>
                        <a:pt x="37617" y="12797"/>
                      </a:cubicBezTo>
                      <a:cubicBezTo>
                        <a:pt x="26345" y="6861"/>
                        <a:pt x="14311" y="1960"/>
                        <a:pt x="1895" y="0"/>
                      </a:cubicBezTo>
                      <a:cubicBezTo>
                        <a:pt x="1841" y="0"/>
                        <a:pt x="1786" y="0"/>
                        <a:pt x="1677" y="0"/>
                      </a:cubicBezTo>
                      <a:lnTo>
                        <a:pt x="1677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8" name="Forme libre : forme 1027">
                  <a:extLst>
                    <a:ext uri="{FF2B5EF4-FFF2-40B4-BE49-F238E27FC236}">
                      <a16:creationId xmlns:a16="http://schemas.microsoft.com/office/drawing/2014/main" id="{0F20A3C2-274D-4E02-83E9-8168A681C671}"/>
                    </a:ext>
                  </a:extLst>
                </p:cNvPr>
                <p:cNvSpPr/>
                <p:nvPr/>
              </p:nvSpPr>
              <p:spPr>
                <a:xfrm>
                  <a:off x="8176325" y="5339414"/>
                  <a:ext cx="19603" cy="19603"/>
                </a:xfrm>
                <a:custGeom>
                  <a:avLst/>
                  <a:gdLst>
                    <a:gd name="connsiteX0" fmla="*/ 9801 w 19603"/>
                    <a:gd name="connsiteY0" fmla="*/ 5445 h 19603"/>
                    <a:gd name="connsiteX1" fmla="*/ 14158 w 19603"/>
                    <a:gd name="connsiteY1" fmla="*/ 9802 h 19603"/>
                    <a:gd name="connsiteX2" fmla="*/ 9801 w 19603"/>
                    <a:gd name="connsiteY2" fmla="*/ 14158 h 19603"/>
                    <a:gd name="connsiteX3" fmla="*/ 5445 w 19603"/>
                    <a:gd name="connsiteY3" fmla="*/ 9802 h 19603"/>
                    <a:gd name="connsiteX4" fmla="*/ 9801 w 19603"/>
                    <a:gd name="connsiteY4" fmla="*/ 5445 h 19603"/>
                    <a:gd name="connsiteX5" fmla="*/ 9801 w 19603"/>
                    <a:gd name="connsiteY5" fmla="*/ 0 h 19603"/>
                    <a:gd name="connsiteX6" fmla="*/ 0 w 19603"/>
                    <a:gd name="connsiteY6" fmla="*/ 9802 h 19603"/>
                    <a:gd name="connsiteX7" fmla="*/ 9801 w 19603"/>
                    <a:gd name="connsiteY7" fmla="*/ 19603 h 19603"/>
                    <a:gd name="connsiteX8" fmla="*/ 19603 w 19603"/>
                    <a:gd name="connsiteY8" fmla="*/ 9802 h 19603"/>
                    <a:gd name="connsiteX9" fmla="*/ 9801 w 19603"/>
                    <a:gd name="connsiteY9" fmla="*/ 0 h 19603"/>
                    <a:gd name="connsiteX10" fmla="*/ 9801 w 19603"/>
                    <a:gd name="connsiteY10" fmla="*/ 0 h 19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603" h="19603">
                      <a:moveTo>
                        <a:pt x="9801" y="5445"/>
                      </a:moveTo>
                      <a:cubicBezTo>
                        <a:pt x="12198" y="5445"/>
                        <a:pt x="14158" y="7406"/>
                        <a:pt x="14158" y="9802"/>
                      </a:cubicBezTo>
                      <a:cubicBezTo>
                        <a:pt x="14158" y="12198"/>
                        <a:pt x="12198" y="14158"/>
                        <a:pt x="9801" y="14158"/>
                      </a:cubicBezTo>
                      <a:cubicBezTo>
                        <a:pt x="7406" y="14158"/>
                        <a:pt x="5445" y="12198"/>
                        <a:pt x="5445" y="9802"/>
                      </a:cubicBezTo>
                      <a:cubicBezTo>
                        <a:pt x="5445" y="7406"/>
                        <a:pt x="7406" y="5445"/>
                        <a:pt x="9801" y="5445"/>
                      </a:cubicBezTo>
                      <a:moveTo>
                        <a:pt x="9801" y="0"/>
                      </a:moveTo>
                      <a:cubicBezTo>
                        <a:pt x="4410" y="0"/>
                        <a:pt x="0" y="4356"/>
                        <a:pt x="0" y="9802"/>
                      </a:cubicBezTo>
                      <a:cubicBezTo>
                        <a:pt x="0" y="15247"/>
                        <a:pt x="4356" y="19603"/>
                        <a:pt x="9801" y="19603"/>
                      </a:cubicBezTo>
                      <a:cubicBezTo>
                        <a:pt x="15247" y="19603"/>
                        <a:pt x="19603" y="15247"/>
                        <a:pt x="19603" y="9802"/>
                      </a:cubicBezTo>
                      <a:cubicBezTo>
                        <a:pt x="19603" y="4356"/>
                        <a:pt x="15247" y="0"/>
                        <a:pt x="9801" y="0"/>
                      </a:cubicBezTo>
                      <a:lnTo>
                        <a:pt x="9801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9" name="Forme libre : forme 1028">
                  <a:extLst>
                    <a:ext uri="{FF2B5EF4-FFF2-40B4-BE49-F238E27FC236}">
                      <a16:creationId xmlns:a16="http://schemas.microsoft.com/office/drawing/2014/main" id="{8078794E-B2C6-45BD-B490-035704F5218A}"/>
                    </a:ext>
                  </a:extLst>
                </p:cNvPr>
                <p:cNvSpPr/>
                <p:nvPr/>
              </p:nvSpPr>
              <p:spPr>
                <a:xfrm>
                  <a:off x="8040160" y="5200121"/>
                  <a:ext cx="197751" cy="98234"/>
                </a:xfrm>
                <a:custGeom>
                  <a:avLst/>
                  <a:gdLst>
                    <a:gd name="connsiteX0" fmla="*/ 23337 w 197751"/>
                    <a:gd name="connsiteY0" fmla="*/ 8386 h 98234"/>
                    <a:gd name="connsiteX1" fmla="*/ 41850 w 197751"/>
                    <a:gd name="connsiteY1" fmla="*/ 11871 h 98234"/>
                    <a:gd name="connsiteX2" fmla="*/ 61890 w 197751"/>
                    <a:gd name="connsiteY2" fmla="*/ 17480 h 98234"/>
                    <a:gd name="connsiteX3" fmla="*/ 81438 w 197751"/>
                    <a:gd name="connsiteY3" fmla="*/ 25811 h 98234"/>
                    <a:gd name="connsiteX4" fmla="*/ 100715 w 197751"/>
                    <a:gd name="connsiteY4" fmla="*/ 35667 h 98234"/>
                    <a:gd name="connsiteX5" fmla="*/ 115581 w 197751"/>
                    <a:gd name="connsiteY5" fmla="*/ 46449 h 98234"/>
                    <a:gd name="connsiteX6" fmla="*/ 127016 w 197751"/>
                    <a:gd name="connsiteY6" fmla="*/ 58048 h 98234"/>
                    <a:gd name="connsiteX7" fmla="*/ 128487 w 197751"/>
                    <a:gd name="connsiteY7" fmla="*/ 59572 h 98234"/>
                    <a:gd name="connsiteX8" fmla="*/ 131754 w 197751"/>
                    <a:gd name="connsiteY8" fmla="*/ 63003 h 98234"/>
                    <a:gd name="connsiteX9" fmla="*/ 135239 w 197751"/>
                    <a:gd name="connsiteY9" fmla="*/ 66597 h 98234"/>
                    <a:gd name="connsiteX10" fmla="*/ 139105 w 197751"/>
                    <a:gd name="connsiteY10" fmla="*/ 63439 h 98234"/>
                    <a:gd name="connsiteX11" fmla="*/ 147056 w 197751"/>
                    <a:gd name="connsiteY11" fmla="*/ 60553 h 98234"/>
                    <a:gd name="connsiteX12" fmla="*/ 159743 w 197751"/>
                    <a:gd name="connsiteY12" fmla="*/ 73131 h 98234"/>
                    <a:gd name="connsiteX13" fmla="*/ 159689 w 197751"/>
                    <a:gd name="connsiteY13" fmla="*/ 73458 h 98234"/>
                    <a:gd name="connsiteX14" fmla="*/ 159580 w 197751"/>
                    <a:gd name="connsiteY14" fmla="*/ 74275 h 98234"/>
                    <a:gd name="connsiteX15" fmla="*/ 159144 w 197751"/>
                    <a:gd name="connsiteY15" fmla="*/ 79285 h 98234"/>
                    <a:gd name="connsiteX16" fmla="*/ 155387 w 197751"/>
                    <a:gd name="connsiteY16" fmla="*/ 82606 h 98234"/>
                    <a:gd name="connsiteX17" fmla="*/ 147056 w 197751"/>
                    <a:gd name="connsiteY17" fmla="*/ 85819 h 98234"/>
                    <a:gd name="connsiteX18" fmla="*/ 134749 w 197751"/>
                    <a:gd name="connsiteY18" fmla="*/ 76018 h 98234"/>
                    <a:gd name="connsiteX19" fmla="*/ 133768 w 197751"/>
                    <a:gd name="connsiteY19" fmla="*/ 71934 h 98234"/>
                    <a:gd name="connsiteX20" fmla="*/ 129522 w 197751"/>
                    <a:gd name="connsiteY20" fmla="*/ 71825 h 98234"/>
                    <a:gd name="connsiteX21" fmla="*/ 123477 w 197751"/>
                    <a:gd name="connsiteY21" fmla="*/ 71335 h 98234"/>
                    <a:gd name="connsiteX22" fmla="*/ 103165 w 197751"/>
                    <a:gd name="connsiteY22" fmla="*/ 64473 h 98234"/>
                    <a:gd name="connsiteX23" fmla="*/ 87755 w 197751"/>
                    <a:gd name="connsiteY23" fmla="*/ 52929 h 98234"/>
                    <a:gd name="connsiteX24" fmla="*/ 85741 w 197751"/>
                    <a:gd name="connsiteY24" fmla="*/ 50805 h 98234"/>
                    <a:gd name="connsiteX25" fmla="*/ 73325 w 197751"/>
                    <a:gd name="connsiteY25" fmla="*/ 38826 h 98234"/>
                    <a:gd name="connsiteX26" fmla="*/ 57316 w 197751"/>
                    <a:gd name="connsiteY26" fmla="*/ 27445 h 98234"/>
                    <a:gd name="connsiteX27" fmla="*/ 39945 w 197751"/>
                    <a:gd name="connsiteY27" fmla="*/ 17153 h 98234"/>
                    <a:gd name="connsiteX28" fmla="*/ 23337 w 197751"/>
                    <a:gd name="connsiteY28" fmla="*/ 8386 h 98234"/>
                    <a:gd name="connsiteX29" fmla="*/ 170852 w 197751"/>
                    <a:gd name="connsiteY29" fmla="*/ 78577 h 98234"/>
                    <a:gd name="connsiteX30" fmla="*/ 177386 w 197751"/>
                    <a:gd name="connsiteY30" fmla="*/ 84240 h 98234"/>
                    <a:gd name="connsiteX31" fmla="*/ 177768 w 197751"/>
                    <a:gd name="connsiteY31" fmla="*/ 86854 h 98234"/>
                    <a:gd name="connsiteX32" fmla="*/ 176297 w 197751"/>
                    <a:gd name="connsiteY32" fmla="*/ 88923 h 98234"/>
                    <a:gd name="connsiteX33" fmla="*/ 170852 w 197751"/>
                    <a:gd name="connsiteY33" fmla="*/ 91755 h 98234"/>
                    <a:gd name="connsiteX34" fmla="*/ 164317 w 197751"/>
                    <a:gd name="connsiteY34" fmla="*/ 85928 h 98234"/>
                    <a:gd name="connsiteX35" fmla="*/ 163773 w 197751"/>
                    <a:gd name="connsiteY35" fmla="*/ 81572 h 98234"/>
                    <a:gd name="connsiteX36" fmla="*/ 167585 w 197751"/>
                    <a:gd name="connsiteY36" fmla="*/ 79394 h 98234"/>
                    <a:gd name="connsiteX37" fmla="*/ 170852 w 197751"/>
                    <a:gd name="connsiteY37" fmla="*/ 78577 h 98234"/>
                    <a:gd name="connsiteX38" fmla="*/ 189039 w 197751"/>
                    <a:gd name="connsiteY38" fmla="*/ 86309 h 98234"/>
                    <a:gd name="connsiteX39" fmla="*/ 192306 w 197751"/>
                    <a:gd name="connsiteY39" fmla="*/ 89577 h 98234"/>
                    <a:gd name="connsiteX40" fmla="*/ 189039 w 197751"/>
                    <a:gd name="connsiteY40" fmla="*/ 92844 h 98234"/>
                    <a:gd name="connsiteX41" fmla="*/ 185990 w 197751"/>
                    <a:gd name="connsiteY41" fmla="*/ 90557 h 98234"/>
                    <a:gd name="connsiteX42" fmla="*/ 185391 w 197751"/>
                    <a:gd name="connsiteY42" fmla="*/ 88705 h 98234"/>
                    <a:gd name="connsiteX43" fmla="*/ 186698 w 197751"/>
                    <a:gd name="connsiteY43" fmla="*/ 87344 h 98234"/>
                    <a:gd name="connsiteX44" fmla="*/ 189039 w 197751"/>
                    <a:gd name="connsiteY44" fmla="*/ 86309 h 98234"/>
                    <a:gd name="connsiteX45" fmla="*/ 1663 w 197751"/>
                    <a:gd name="connsiteY45" fmla="*/ 55 h 98234"/>
                    <a:gd name="connsiteX46" fmla="*/ 194 w 197751"/>
                    <a:gd name="connsiteY46" fmla="*/ 980 h 98234"/>
                    <a:gd name="connsiteX47" fmla="*/ 902 w 197751"/>
                    <a:gd name="connsiteY47" fmla="*/ 3213 h 98234"/>
                    <a:gd name="connsiteX48" fmla="*/ 37331 w 197751"/>
                    <a:gd name="connsiteY48" fmla="*/ 21891 h 98234"/>
                    <a:gd name="connsiteX49" fmla="*/ 54321 w 197751"/>
                    <a:gd name="connsiteY49" fmla="*/ 31964 h 98234"/>
                    <a:gd name="connsiteX50" fmla="*/ 69894 w 197751"/>
                    <a:gd name="connsiteY50" fmla="*/ 43019 h 98234"/>
                    <a:gd name="connsiteX51" fmla="*/ 83835 w 197751"/>
                    <a:gd name="connsiteY51" fmla="*/ 56687 h 98234"/>
                    <a:gd name="connsiteX52" fmla="*/ 100661 w 197751"/>
                    <a:gd name="connsiteY52" fmla="*/ 69320 h 98234"/>
                    <a:gd name="connsiteX53" fmla="*/ 122660 w 197751"/>
                    <a:gd name="connsiteY53" fmla="*/ 76726 h 98234"/>
                    <a:gd name="connsiteX54" fmla="*/ 129413 w 197751"/>
                    <a:gd name="connsiteY54" fmla="*/ 77270 h 98234"/>
                    <a:gd name="connsiteX55" fmla="*/ 147001 w 197751"/>
                    <a:gd name="connsiteY55" fmla="*/ 91265 h 98234"/>
                    <a:gd name="connsiteX56" fmla="*/ 158926 w 197751"/>
                    <a:gd name="connsiteY56" fmla="*/ 86690 h 98234"/>
                    <a:gd name="connsiteX57" fmla="*/ 170852 w 197751"/>
                    <a:gd name="connsiteY57" fmla="*/ 97309 h 98234"/>
                    <a:gd name="connsiteX58" fmla="*/ 180762 w 197751"/>
                    <a:gd name="connsiteY58" fmla="*/ 92136 h 98234"/>
                    <a:gd name="connsiteX59" fmla="*/ 189039 w 197751"/>
                    <a:gd name="connsiteY59" fmla="*/ 98235 h 98234"/>
                    <a:gd name="connsiteX60" fmla="*/ 197752 w 197751"/>
                    <a:gd name="connsiteY60" fmla="*/ 89522 h 98234"/>
                    <a:gd name="connsiteX61" fmla="*/ 189039 w 197751"/>
                    <a:gd name="connsiteY61" fmla="*/ 80810 h 98234"/>
                    <a:gd name="connsiteX62" fmla="*/ 182777 w 197751"/>
                    <a:gd name="connsiteY62" fmla="*/ 83478 h 98234"/>
                    <a:gd name="connsiteX63" fmla="*/ 170852 w 197751"/>
                    <a:gd name="connsiteY63" fmla="*/ 73131 h 98234"/>
                    <a:gd name="connsiteX64" fmla="*/ 164970 w 197751"/>
                    <a:gd name="connsiteY64" fmla="*/ 74711 h 98234"/>
                    <a:gd name="connsiteX65" fmla="*/ 165134 w 197751"/>
                    <a:gd name="connsiteY65" fmla="*/ 73131 h 98234"/>
                    <a:gd name="connsiteX66" fmla="*/ 147001 w 197751"/>
                    <a:gd name="connsiteY66" fmla="*/ 54999 h 98234"/>
                    <a:gd name="connsiteX67" fmla="*/ 135620 w 197751"/>
                    <a:gd name="connsiteY67" fmla="*/ 59137 h 98234"/>
                    <a:gd name="connsiteX68" fmla="*/ 132407 w 197751"/>
                    <a:gd name="connsiteY68" fmla="*/ 55761 h 98234"/>
                    <a:gd name="connsiteX69" fmla="*/ 119284 w 197751"/>
                    <a:gd name="connsiteY69" fmla="*/ 42419 h 98234"/>
                    <a:gd name="connsiteX70" fmla="*/ 103274 w 197751"/>
                    <a:gd name="connsiteY70" fmla="*/ 30767 h 98234"/>
                    <a:gd name="connsiteX71" fmla="*/ 83889 w 197751"/>
                    <a:gd name="connsiteY71" fmla="*/ 20856 h 98234"/>
                    <a:gd name="connsiteX72" fmla="*/ 63686 w 197751"/>
                    <a:gd name="connsiteY72" fmla="*/ 12252 h 98234"/>
                    <a:gd name="connsiteX73" fmla="*/ 43049 w 197751"/>
                    <a:gd name="connsiteY73" fmla="*/ 6480 h 98234"/>
                    <a:gd name="connsiteX74" fmla="*/ 1827 w 197751"/>
                    <a:gd name="connsiteY74" fmla="*/ 0 h 98234"/>
                    <a:gd name="connsiteX75" fmla="*/ 1663 w 197751"/>
                    <a:gd name="connsiteY75" fmla="*/ 55 h 98234"/>
                    <a:gd name="connsiteX76" fmla="*/ 1663 w 197751"/>
                    <a:gd name="connsiteY76" fmla="*/ 55 h 98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</a:cxnLst>
                  <a:rect l="l" t="t" r="r" b="b"/>
                  <a:pathLst>
                    <a:path w="197751" h="98234">
                      <a:moveTo>
                        <a:pt x="23337" y="8386"/>
                      </a:moveTo>
                      <a:cubicBezTo>
                        <a:pt x="29707" y="9420"/>
                        <a:pt x="35861" y="10564"/>
                        <a:pt x="41850" y="11871"/>
                      </a:cubicBezTo>
                      <a:cubicBezTo>
                        <a:pt x="49148" y="13613"/>
                        <a:pt x="55736" y="15411"/>
                        <a:pt x="61890" y="17480"/>
                      </a:cubicBezTo>
                      <a:cubicBezTo>
                        <a:pt x="68860" y="19930"/>
                        <a:pt x="75449" y="22762"/>
                        <a:pt x="81438" y="25811"/>
                      </a:cubicBezTo>
                      <a:lnTo>
                        <a:pt x="100715" y="35667"/>
                      </a:lnTo>
                      <a:cubicBezTo>
                        <a:pt x="106215" y="38608"/>
                        <a:pt x="111062" y="42147"/>
                        <a:pt x="115581" y="46449"/>
                      </a:cubicBezTo>
                      <a:cubicBezTo>
                        <a:pt x="119556" y="50207"/>
                        <a:pt x="123205" y="54018"/>
                        <a:pt x="127016" y="58048"/>
                      </a:cubicBezTo>
                      <a:lnTo>
                        <a:pt x="128487" y="59572"/>
                      </a:lnTo>
                      <a:cubicBezTo>
                        <a:pt x="129575" y="60716"/>
                        <a:pt x="130665" y="61859"/>
                        <a:pt x="131754" y="63003"/>
                      </a:cubicBezTo>
                      <a:lnTo>
                        <a:pt x="135239" y="66597"/>
                      </a:lnTo>
                      <a:lnTo>
                        <a:pt x="139105" y="63439"/>
                      </a:lnTo>
                      <a:cubicBezTo>
                        <a:pt x="140739" y="62132"/>
                        <a:pt x="143407" y="60553"/>
                        <a:pt x="147056" y="60553"/>
                      </a:cubicBezTo>
                      <a:cubicBezTo>
                        <a:pt x="154026" y="60553"/>
                        <a:pt x="159743" y="66216"/>
                        <a:pt x="159743" y="73131"/>
                      </a:cubicBezTo>
                      <a:lnTo>
                        <a:pt x="159689" y="73458"/>
                      </a:lnTo>
                      <a:cubicBezTo>
                        <a:pt x="159634" y="73730"/>
                        <a:pt x="159634" y="74003"/>
                        <a:pt x="159580" y="74275"/>
                      </a:cubicBezTo>
                      <a:lnTo>
                        <a:pt x="159144" y="79285"/>
                      </a:lnTo>
                      <a:lnTo>
                        <a:pt x="155387" y="82606"/>
                      </a:lnTo>
                      <a:cubicBezTo>
                        <a:pt x="153699" y="84077"/>
                        <a:pt x="150922" y="85819"/>
                        <a:pt x="147056" y="85819"/>
                      </a:cubicBezTo>
                      <a:cubicBezTo>
                        <a:pt x="141174" y="85819"/>
                        <a:pt x="136110" y="81790"/>
                        <a:pt x="134749" y="76018"/>
                      </a:cubicBezTo>
                      <a:lnTo>
                        <a:pt x="133768" y="71934"/>
                      </a:lnTo>
                      <a:lnTo>
                        <a:pt x="129522" y="71825"/>
                      </a:lnTo>
                      <a:cubicBezTo>
                        <a:pt x="127507" y="71770"/>
                        <a:pt x="125438" y="71607"/>
                        <a:pt x="123477" y="71335"/>
                      </a:cubicBezTo>
                      <a:cubicBezTo>
                        <a:pt x="116833" y="70300"/>
                        <a:pt x="110027" y="68013"/>
                        <a:pt x="103165" y="64473"/>
                      </a:cubicBezTo>
                      <a:cubicBezTo>
                        <a:pt x="97503" y="61587"/>
                        <a:pt x="92493" y="57775"/>
                        <a:pt x="87755" y="52929"/>
                      </a:cubicBezTo>
                      <a:lnTo>
                        <a:pt x="85741" y="50805"/>
                      </a:lnTo>
                      <a:cubicBezTo>
                        <a:pt x="81656" y="46449"/>
                        <a:pt x="77736" y="42365"/>
                        <a:pt x="73325" y="38826"/>
                      </a:cubicBezTo>
                      <a:cubicBezTo>
                        <a:pt x="68478" y="34905"/>
                        <a:pt x="63088" y="31039"/>
                        <a:pt x="57316" y="27445"/>
                      </a:cubicBezTo>
                      <a:cubicBezTo>
                        <a:pt x="52033" y="23960"/>
                        <a:pt x="46316" y="20584"/>
                        <a:pt x="39945" y="17153"/>
                      </a:cubicBezTo>
                      <a:cubicBezTo>
                        <a:pt x="34554" y="14104"/>
                        <a:pt x="28945" y="11163"/>
                        <a:pt x="23337" y="8386"/>
                      </a:cubicBezTo>
                      <a:moveTo>
                        <a:pt x="170852" y="78577"/>
                      </a:moveTo>
                      <a:cubicBezTo>
                        <a:pt x="174119" y="78577"/>
                        <a:pt x="176896" y="81027"/>
                        <a:pt x="177386" y="84240"/>
                      </a:cubicBezTo>
                      <a:lnTo>
                        <a:pt x="177768" y="86854"/>
                      </a:lnTo>
                      <a:lnTo>
                        <a:pt x="176297" y="88923"/>
                      </a:lnTo>
                      <a:cubicBezTo>
                        <a:pt x="175045" y="90720"/>
                        <a:pt x="173030" y="91755"/>
                        <a:pt x="170852" y="91755"/>
                      </a:cubicBezTo>
                      <a:cubicBezTo>
                        <a:pt x="167530" y="91755"/>
                        <a:pt x="164753" y="89250"/>
                        <a:pt x="164317" y="85928"/>
                      </a:cubicBezTo>
                      <a:lnTo>
                        <a:pt x="163773" y="81572"/>
                      </a:lnTo>
                      <a:lnTo>
                        <a:pt x="167585" y="79394"/>
                      </a:lnTo>
                      <a:cubicBezTo>
                        <a:pt x="168674" y="78904"/>
                        <a:pt x="169762" y="78577"/>
                        <a:pt x="170852" y="78577"/>
                      </a:cubicBezTo>
                      <a:moveTo>
                        <a:pt x="189039" y="86309"/>
                      </a:moveTo>
                      <a:cubicBezTo>
                        <a:pt x="190836" y="86309"/>
                        <a:pt x="192306" y="87780"/>
                        <a:pt x="192306" y="89577"/>
                      </a:cubicBezTo>
                      <a:cubicBezTo>
                        <a:pt x="192306" y="91374"/>
                        <a:pt x="190836" y="92844"/>
                        <a:pt x="189039" y="92844"/>
                      </a:cubicBezTo>
                      <a:cubicBezTo>
                        <a:pt x="187406" y="92844"/>
                        <a:pt x="186317" y="91700"/>
                        <a:pt x="185990" y="90557"/>
                      </a:cubicBezTo>
                      <a:lnTo>
                        <a:pt x="185391" y="88705"/>
                      </a:lnTo>
                      <a:lnTo>
                        <a:pt x="186698" y="87344"/>
                      </a:lnTo>
                      <a:cubicBezTo>
                        <a:pt x="187024" y="86908"/>
                        <a:pt x="187841" y="86309"/>
                        <a:pt x="189039" y="86309"/>
                      </a:cubicBezTo>
                      <a:moveTo>
                        <a:pt x="1663" y="55"/>
                      </a:moveTo>
                      <a:cubicBezTo>
                        <a:pt x="1065" y="55"/>
                        <a:pt x="466" y="381"/>
                        <a:pt x="194" y="980"/>
                      </a:cubicBezTo>
                      <a:cubicBezTo>
                        <a:pt x="-242" y="1797"/>
                        <a:pt x="85" y="2777"/>
                        <a:pt x="902" y="3213"/>
                      </a:cubicBezTo>
                      <a:cubicBezTo>
                        <a:pt x="13208" y="9584"/>
                        <a:pt x="25623" y="15356"/>
                        <a:pt x="37331" y="21891"/>
                      </a:cubicBezTo>
                      <a:cubicBezTo>
                        <a:pt x="43212" y="25049"/>
                        <a:pt x="48930" y="28371"/>
                        <a:pt x="54321" y="31964"/>
                      </a:cubicBezTo>
                      <a:cubicBezTo>
                        <a:pt x="59820" y="35395"/>
                        <a:pt x="65048" y="39043"/>
                        <a:pt x="69894" y="43019"/>
                      </a:cubicBezTo>
                      <a:cubicBezTo>
                        <a:pt x="74795" y="46939"/>
                        <a:pt x="79152" y="51786"/>
                        <a:pt x="83835" y="56687"/>
                      </a:cubicBezTo>
                      <a:cubicBezTo>
                        <a:pt x="88518" y="61533"/>
                        <a:pt x="94072" y="65943"/>
                        <a:pt x="100661" y="69320"/>
                      </a:cubicBezTo>
                      <a:cubicBezTo>
                        <a:pt x="107249" y="72696"/>
                        <a:pt x="114655" y="75527"/>
                        <a:pt x="122660" y="76726"/>
                      </a:cubicBezTo>
                      <a:cubicBezTo>
                        <a:pt x="124892" y="77052"/>
                        <a:pt x="127125" y="77215"/>
                        <a:pt x="129413" y="77270"/>
                      </a:cubicBezTo>
                      <a:cubicBezTo>
                        <a:pt x="131264" y="85275"/>
                        <a:pt x="138451" y="91265"/>
                        <a:pt x="147001" y="91265"/>
                      </a:cubicBezTo>
                      <a:cubicBezTo>
                        <a:pt x="151575" y="91265"/>
                        <a:pt x="155714" y="89522"/>
                        <a:pt x="158926" y="86690"/>
                      </a:cubicBezTo>
                      <a:cubicBezTo>
                        <a:pt x="159634" y="92680"/>
                        <a:pt x="164699" y="97309"/>
                        <a:pt x="170852" y="97309"/>
                      </a:cubicBezTo>
                      <a:cubicBezTo>
                        <a:pt x="174936" y="97309"/>
                        <a:pt x="178530" y="95240"/>
                        <a:pt x="180762" y="92136"/>
                      </a:cubicBezTo>
                      <a:cubicBezTo>
                        <a:pt x="181852" y="95675"/>
                        <a:pt x="185119" y="98235"/>
                        <a:pt x="189039" y="98235"/>
                      </a:cubicBezTo>
                      <a:cubicBezTo>
                        <a:pt x="193831" y="98235"/>
                        <a:pt x="197752" y="94314"/>
                        <a:pt x="197752" y="89522"/>
                      </a:cubicBezTo>
                      <a:cubicBezTo>
                        <a:pt x="197752" y="84730"/>
                        <a:pt x="193831" y="80810"/>
                        <a:pt x="189039" y="80810"/>
                      </a:cubicBezTo>
                      <a:cubicBezTo>
                        <a:pt x="186589" y="80810"/>
                        <a:pt x="184356" y="81844"/>
                        <a:pt x="182777" y="83478"/>
                      </a:cubicBezTo>
                      <a:cubicBezTo>
                        <a:pt x="181961" y="77651"/>
                        <a:pt x="176951" y="73131"/>
                        <a:pt x="170852" y="73131"/>
                      </a:cubicBezTo>
                      <a:cubicBezTo>
                        <a:pt x="168674" y="73131"/>
                        <a:pt x="166713" y="73730"/>
                        <a:pt x="164970" y="74711"/>
                      </a:cubicBezTo>
                      <a:cubicBezTo>
                        <a:pt x="165025" y="74166"/>
                        <a:pt x="165134" y="73676"/>
                        <a:pt x="165134" y="73131"/>
                      </a:cubicBezTo>
                      <a:cubicBezTo>
                        <a:pt x="165134" y="63112"/>
                        <a:pt x="157020" y="54999"/>
                        <a:pt x="147001" y="54999"/>
                      </a:cubicBezTo>
                      <a:cubicBezTo>
                        <a:pt x="142644" y="54999"/>
                        <a:pt x="138724" y="56578"/>
                        <a:pt x="135620" y="59137"/>
                      </a:cubicBezTo>
                      <a:cubicBezTo>
                        <a:pt x="134531" y="57993"/>
                        <a:pt x="133442" y="56904"/>
                        <a:pt x="132407" y="55761"/>
                      </a:cubicBezTo>
                      <a:cubicBezTo>
                        <a:pt x="128051" y="51241"/>
                        <a:pt x="123913" y="46776"/>
                        <a:pt x="119284" y="42419"/>
                      </a:cubicBezTo>
                      <a:cubicBezTo>
                        <a:pt x="114710" y="38063"/>
                        <a:pt x="109428" y="34143"/>
                        <a:pt x="103274" y="30767"/>
                      </a:cubicBezTo>
                      <a:lnTo>
                        <a:pt x="83889" y="20856"/>
                      </a:lnTo>
                      <a:cubicBezTo>
                        <a:pt x="77245" y="17534"/>
                        <a:pt x="70493" y="14703"/>
                        <a:pt x="63686" y="12252"/>
                      </a:cubicBezTo>
                      <a:cubicBezTo>
                        <a:pt x="56825" y="9965"/>
                        <a:pt x="49910" y="8114"/>
                        <a:pt x="43049" y="6480"/>
                      </a:cubicBezTo>
                      <a:cubicBezTo>
                        <a:pt x="29272" y="3431"/>
                        <a:pt x="15604" y="1416"/>
                        <a:pt x="1827" y="0"/>
                      </a:cubicBezTo>
                      <a:cubicBezTo>
                        <a:pt x="1773" y="55"/>
                        <a:pt x="1718" y="55"/>
                        <a:pt x="1663" y="55"/>
                      </a:cubicBezTo>
                      <a:lnTo>
                        <a:pt x="1663" y="55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0" name="Forme libre : forme 1029">
                  <a:extLst>
                    <a:ext uri="{FF2B5EF4-FFF2-40B4-BE49-F238E27FC236}">
                      <a16:creationId xmlns:a16="http://schemas.microsoft.com/office/drawing/2014/main" id="{4288FA7F-D34F-46F7-858D-70A3ADA7283D}"/>
                    </a:ext>
                  </a:extLst>
                </p:cNvPr>
                <p:cNvSpPr/>
                <p:nvPr/>
              </p:nvSpPr>
              <p:spPr>
                <a:xfrm>
                  <a:off x="8040455" y="5165978"/>
                  <a:ext cx="243688" cy="41439"/>
                </a:xfrm>
                <a:custGeom>
                  <a:avLst/>
                  <a:gdLst>
                    <a:gd name="connsiteX0" fmla="*/ 192611 w 243688"/>
                    <a:gd name="connsiteY0" fmla="*/ 5445 h 41439"/>
                    <a:gd name="connsiteX1" fmla="*/ 202848 w 243688"/>
                    <a:gd name="connsiteY1" fmla="*/ 15683 h 41439"/>
                    <a:gd name="connsiteX2" fmla="*/ 202686 w 243688"/>
                    <a:gd name="connsiteY2" fmla="*/ 17208 h 41439"/>
                    <a:gd name="connsiteX3" fmla="*/ 202141 w 243688"/>
                    <a:gd name="connsiteY3" fmla="*/ 21019 h 41439"/>
                    <a:gd name="connsiteX4" fmla="*/ 199200 w 243688"/>
                    <a:gd name="connsiteY4" fmla="*/ 23524 h 41439"/>
                    <a:gd name="connsiteX5" fmla="*/ 192666 w 243688"/>
                    <a:gd name="connsiteY5" fmla="*/ 25975 h 41439"/>
                    <a:gd name="connsiteX6" fmla="*/ 183191 w 243688"/>
                    <a:gd name="connsiteY6" fmla="*/ 19495 h 41439"/>
                    <a:gd name="connsiteX7" fmla="*/ 180904 w 243688"/>
                    <a:gd name="connsiteY7" fmla="*/ 13777 h 41439"/>
                    <a:gd name="connsiteX8" fmla="*/ 175513 w 243688"/>
                    <a:gd name="connsiteY8" fmla="*/ 16717 h 41439"/>
                    <a:gd name="connsiteX9" fmla="*/ 173825 w 243688"/>
                    <a:gd name="connsiteY9" fmla="*/ 17643 h 41439"/>
                    <a:gd name="connsiteX10" fmla="*/ 166528 w 243688"/>
                    <a:gd name="connsiteY10" fmla="*/ 21618 h 41439"/>
                    <a:gd name="connsiteX11" fmla="*/ 143984 w 243688"/>
                    <a:gd name="connsiteY11" fmla="*/ 30549 h 41439"/>
                    <a:gd name="connsiteX12" fmla="*/ 129227 w 243688"/>
                    <a:gd name="connsiteY12" fmla="*/ 32346 h 41439"/>
                    <a:gd name="connsiteX13" fmla="*/ 119207 w 243688"/>
                    <a:gd name="connsiteY13" fmla="*/ 31529 h 41439"/>
                    <a:gd name="connsiteX14" fmla="*/ 93886 w 243688"/>
                    <a:gd name="connsiteY14" fmla="*/ 25212 h 41439"/>
                    <a:gd name="connsiteX15" fmla="*/ 80436 w 243688"/>
                    <a:gd name="connsiteY15" fmla="*/ 20747 h 41439"/>
                    <a:gd name="connsiteX16" fmla="*/ 70961 w 243688"/>
                    <a:gd name="connsiteY16" fmla="*/ 17534 h 41439"/>
                    <a:gd name="connsiteX17" fmla="*/ 48309 w 243688"/>
                    <a:gd name="connsiteY17" fmla="*/ 11871 h 41439"/>
                    <a:gd name="connsiteX18" fmla="*/ 36056 w 243688"/>
                    <a:gd name="connsiteY18" fmla="*/ 11054 h 41439"/>
                    <a:gd name="connsiteX19" fmla="*/ 26582 w 243688"/>
                    <a:gd name="connsiteY19" fmla="*/ 11545 h 41439"/>
                    <a:gd name="connsiteX20" fmla="*/ 48200 w 243688"/>
                    <a:gd name="connsiteY20" fmla="*/ 6371 h 41439"/>
                    <a:gd name="connsiteX21" fmla="*/ 57457 w 243688"/>
                    <a:gd name="connsiteY21" fmla="*/ 5936 h 41439"/>
                    <a:gd name="connsiteX22" fmla="*/ 73194 w 243688"/>
                    <a:gd name="connsiteY22" fmla="*/ 6916 h 41439"/>
                    <a:gd name="connsiteX23" fmla="*/ 83922 w 243688"/>
                    <a:gd name="connsiteY23" fmla="*/ 8495 h 41439"/>
                    <a:gd name="connsiteX24" fmla="*/ 97154 w 243688"/>
                    <a:gd name="connsiteY24" fmla="*/ 10346 h 41439"/>
                    <a:gd name="connsiteX25" fmla="*/ 106846 w 243688"/>
                    <a:gd name="connsiteY25" fmla="*/ 10891 h 41439"/>
                    <a:gd name="connsiteX26" fmla="*/ 120297 w 243688"/>
                    <a:gd name="connsiteY26" fmla="*/ 10074 h 41439"/>
                    <a:gd name="connsiteX27" fmla="*/ 140336 w 243688"/>
                    <a:gd name="connsiteY27" fmla="*/ 8985 h 41439"/>
                    <a:gd name="connsiteX28" fmla="*/ 140934 w 243688"/>
                    <a:gd name="connsiteY28" fmla="*/ 8985 h 41439"/>
                    <a:gd name="connsiteX29" fmla="*/ 143276 w 243688"/>
                    <a:gd name="connsiteY29" fmla="*/ 8985 h 41439"/>
                    <a:gd name="connsiteX30" fmla="*/ 147633 w 243688"/>
                    <a:gd name="connsiteY30" fmla="*/ 8985 h 41439"/>
                    <a:gd name="connsiteX31" fmla="*/ 152316 w 243688"/>
                    <a:gd name="connsiteY31" fmla="*/ 8985 h 41439"/>
                    <a:gd name="connsiteX32" fmla="*/ 164295 w 243688"/>
                    <a:gd name="connsiteY32" fmla="*/ 9312 h 41439"/>
                    <a:gd name="connsiteX33" fmla="*/ 178453 w 243688"/>
                    <a:gd name="connsiteY33" fmla="*/ 11817 h 41439"/>
                    <a:gd name="connsiteX34" fmla="*/ 182156 w 243688"/>
                    <a:gd name="connsiteY34" fmla="*/ 12960 h 41439"/>
                    <a:gd name="connsiteX35" fmla="*/ 184443 w 243688"/>
                    <a:gd name="connsiteY35" fmla="*/ 9802 h 41439"/>
                    <a:gd name="connsiteX36" fmla="*/ 192611 w 243688"/>
                    <a:gd name="connsiteY36" fmla="*/ 5445 h 41439"/>
                    <a:gd name="connsiteX37" fmla="*/ 233942 w 243688"/>
                    <a:gd name="connsiteY37" fmla="*/ 21128 h 41439"/>
                    <a:gd name="connsiteX38" fmla="*/ 238135 w 243688"/>
                    <a:gd name="connsiteY38" fmla="*/ 25321 h 41439"/>
                    <a:gd name="connsiteX39" fmla="*/ 233942 w 243688"/>
                    <a:gd name="connsiteY39" fmla="*/ 29514 h 41439"/>
                    <a:gd name="connsiteX40" fmla="*/ 231165 w 243688"/>
                    <a:gd name="connsiteY40" fmla="*/ 28425 h 41439"/>
                    <a:gd name="connsiteX41" fmla="*/ 228714 w 243688"/>
                    <a:gd name="connsiteY41" fmla="*/ 26192 h 41439"/>
                    <a:gd name="connsiteX42" fmla="*/ 230293 w 243688"/>
                    <a:gd name="connsiteY42" fmla="*/ 23306 h 41439"/>
                    <a:gd name="connsiteX43" fmla="*/ 233942 w 243688"/>
                    <a:gd name="connsiteY43" fmla="*/ 21128 h 41439"/>
                    <a:gd name="connsiteX44" fmla="*/ 215373 w 243688"/>
                    <a:gd name="connsiteY44" fmla="*/ 21128 h 41439"/>
                    <a:gd name="connsiteX45" fmla="*/ 221199 w 243688"/>
                    <a:gd name="connsiteY45" fmla="*/ 24069 h 41439"/>
                    <a:gd name="connsiteX46" fmla="*/ 223541 w 243688"/>
                    <a:gd name="connsiteY46" fmla="*/ 27118 h 41439"/>
                    <a:gd name="connsiteX47" fmla="*/ 222343 w 243688"/>
                    <a:gd name="connsiteY47" fmla="*/ 30821 h 41439"/>
                    <a:gd name="connsiteX48" fmla="*/ 215373 w 243688"/>
                    <a:gd name="connsiteY48" fmla="*/ 35940 h 41439"/>
                    <a:gd name="connsiteX49" fmla="*/ 208022 w 243688"/>
                    <a:gd name="connsiteY49" fmla="*/ 28752 h 41439"/>
                    <a:gd name="connsiteX50" fmla="*/ 208076 w 243688"/>
                    <a:gd name="connsiteY50" fmla="*/ 28044 h 41439"/>
                    <a:gd name="connsiteX51" fmla="*/ 208294 w 243688"/>
                    <a:gd name="connsiteY51" fmla="*/ 24504 h 41439"/>
                    <a:gd name="connsiteX52" fmla="*/ 211180 w 243688"/>
                    <a:gd name="connsiteY52" fmla="*/ 22489 h 41439"/>
                    <a:gd name="connsiteX53" fmla="*/ 215373 w 243688"/>
                    <a:gd name="connsiteY53" fmla="*/ 21128 h 41439"/>
                    <a:gd name="connsiteX54" fmla="*/ 192611 w 243688"/>
                    <a:gd name="connsiteY54" fmla="*/ 0 h 41439"/>
                    <a:gd name="connsiteX55" fmla="*/ 179978 w 243688"/>
                    <a:gd name="connsiteY55" fmla="*/ 6480 h 41439"/>
                    <a:gd name="connsiteX56" fmla="*/ 164622 w 243688"/>
                    <a:gd name="connsiteY56" fmla="*/ 3757 h 41439"/>
                    <a:gd name="connsiteX57" fmla="*/ 152261 w 243688"/>
                    <a:gd name="connsiteY57" fmla="*/ 3376 h 41439"/>
                    <a:gd name="connsiteX58" fmla="*/ 143222 w 243688"/>
                    <a:gd name="connsiteY58" fmla="*/ 3431 h 41439"/>
                    <a:gd name="connsiteX59" fmla="*/ 140934 w 243688"/>
                    <a:gd name="connsiteY59" fmla="*/ 3431 h 41439"/>
                    <a:gd name="connsiteX60" fmla="*/ 140281 w 243688"/>
                    <a:gd name="connsiteY60" fmla="*/ 3431 h 41439"/>
                    <a:gd name="connsiteX61" fmla="*/ 119698 w 243688"/>
                    <a:gd name="connsiteY61" fmla="*/ 4574 h 41439"/>
                    <a:gd name="connsiteX62" fmla="*/ 106846 w 243688"/>
                    <a:gd name="connsiteY62" fmla="*/ 5391 h 41439"/>
                    <a:gd name="connsiteX63" fmla="*/ 97808 w 243688"/>
                    <a:gd name="connsiteY63" fmla="*/ 4846 h 41439"/>
                    <a:gd name="connsiteX64" fmla="*/ 73902 w 243688"/>
                    <a:gd name="connsiteY64" fmla="*/ 1416 h 41439"/>
                    <a:gd name="connsiteX65" fmla="*/ 57457 w 243688"/>
                    <a:gd name="connsiteY65" fmla="*/ 381 h 41439"/>
                    <a:gd name="connsiteX66" fmla="*/ 47601 w 243688"/>
                    <a:gd name="connsiteY66" fmla="*/ 871 h 41439"/>
                    <a:gd name="connsiteX67" fmla="*/ 608 w 243688"/>
                    <a:gd name="connsiteY67" fmla="*/ 19985 h 41439"/>
                    <a:gd name="connsiteX68" fmla="*/ 117 w 243688"/>
                    <a:gd name="connsiteY68" fmla="*/ 21891 h 41439"/>
                    <a:gd name="connsiteX69" fmla="*/ 1642 w 243688"/>
                    <a:gd name="connsiteY69" fmla="*/ 22925 h 41439"/>
                    <a:gd name="connsiteX70" fmla="*/ 2241 w 243688"/>
                    <a:gd name="connsiteY70" fmla="*/ 22816 h 41439"/>
                    <a:gd name="connsiteX71" fmla="*/ 36056 w 243688"/>
                    <a:gd name="connsiteY71" fmla="*/ 16445 h 41439"/>
                    <a:gd name="connsiteX72" fmla="*/ 47601 w 243688"/>
                    <a:gd name="connsiteY72" fmla="*/ 17208 h 41439"/>
                    <a:gd name="connsiteX73" fmla="*/ 69219 w 243688"/>
                    <a:gd name="connsiteY73" fmla="*/ 22653 h 41439"/>
                    <a:gd name="connsiteX74" fmla="*/ 92362 w 243688"/>
                    <a:gd name="connsiteY74" fmla="*/ 30385 h 41439"/>
                    <a:gd name="connsiteX75" fmla="*/ 118391 w 243688"/>
                    <a:gd name="connsiteY75" fmla="*/ 36865 h 41439"/>
                    <a:gd name="connsiteX76" fmla="*/ 129281 w 243688"/>
                    <a:gd name="connsiteY76" fmla="*/ 37737 h 41439"/>
                    <a:gd name="connsiteX77" fmla="*/ 145346 w 243688"/>
                    <a:gd name="connsiteY77" fmla="*/ 35776 h 41439"/>
                    <a:gd name="connsiteX78" fmla="*/ 169087 w 243688"/>
                    <a:gd name="connsiteY78" fmla="*/ 26410 h 41439"/>
                    <a:gd name="connsiteX79" fmla="*/ 178181 w 243688"/>
                    <a:gd name="connsiteY79" fmla="*/ 21509 h 41439"/>
                    <a:gd name="connsiteX80" fmla="*/ 192720 w 243688"/>
                    <a:gd name="connsiteY80" fmla="*/ 31420 h 41439"/>
                    <a:gd name="connsiteX81" fmla="*/ 202740 w 243688"/>
                    <a:gd name="connsiteY81" fmla="*/ 27717 h 41439"/>
                    <a:gd name="connsiteX82" fmla="*/ 202631 w 243688"/>
                    <a:gd name="connsiteY82" fmla="*/ 28588 h 41439"/>
                    <a:gd name="connsiteX83" fmla="*/ 215482 w 243688"/>
                    <a:gd name="connsiteY83" fmla="*/ 41440 h 41439"/>
                    <a:gd name="connsiteX84" fmla="*/ 227625 w 243688"/>
                    <a:gd name="connsiteY84" fmla="*/ 32618 h 41439"/>
                    <a:gd name="connsiteX85" fmla="*/ 234051 w 243688"/>
                    <a:gd name="connsiteY85" fmla="*/ 35123 h 41439"/>
                    <a:gd name="connsiteX86" fmla="*/ 243689 w 243688"/>
                    <a:gd name="connsiteY86" fmla="*/ 25485 h 41439"/>
                    <a:gd name="connsiteX87" fmla="*/ 234051 w 243688"/>
                    <a:gd name="connsiteY87" fmla="*/ 15846 h 41439"/>
                    <a:gd name="connsiteX88" fmla="*/ 225610 w 243688"/>
                    <a:gd name="connsiteY88" fmla="*/ 20910 h 41439"/>
                    <a:gd name="connsiteX89" fmla="*/ 215482 w 243688"/>
                    <a:gd name="connsiteY89" fmla="*/ 15846 h 41439"/>
                    <a:gd name="connsiteX90" fmla="*/ 208131 w 243688"/>
                    <a:gd name="connsiteY90" fmla="*/ 18188 h 41439"/>
                    <a:gd name="connsiteX91" fmla="*/ 208348 w 243688"/>
                    <a:gd name="connsiteY91" fmla="*/ 15846 h 41439"/>
                    <a:gd name="connsiteX92" fmla="*/ 192611 w 243688"/>
                    <a:gd name="connsiteY92" fmla="*/ 0 h 41439"/>
                    <a:gd name="connsiteX93" fmla="*/ 192611 w 243688"/>
                    <a:gd name="connsiteY93" fmla="*/ 0 h 41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</a:cxnLst>
                  <a:rect l="l" t="t" r="r" b="b"/>
                  <a:pathLst>
                    <a:path w="243688" h="41439">
                      <a:moveTo>
                        <a:pt x="192611" y="5445"/>
                      </a:moveTo>
                      <a:cubicBezTo>
                        <a:pt x="198275" y="5445"/>
                        <a:pt x="202848" y="10020"/>
                        <a:pt x="202848" y="15683"/>
                      </a:cubicBezTo>
                      <a:cubicBezTo>
                        <a:pt x="202848" y="16173"/>
                        <a:pt x="202740" y="16609"/>
                        <a:pt x="202686" y="17208"/>
                      </a:cubicBezTo>
                      <a:lnTo>
                        <a:pt x="202141" y="21019"/>
                      </a:lnTo>
                      <a:lnTo>
                        <a:pt x="199200" y="23524"/>
                      </a:lnTo>
                      <a:cubicBezTo>
                        <a:pt x="197894" y="24668"/>
                        <a:pt x="195661" y="25975"/>
                        <a:pt x="192666" y="25975"/>
                      </a:cubicBezTo>
                      <a:cubicBezTo>
                        <a:pt x="188473" y="25975"/>
                        <a:pt x="184716" y="23415"/>
                        <a:pt x="183191" y="19495"/>
                      </a:cubicBezTo>
                      <a:lnTo>
                        <a:pt x="180904" y="13777"/>
                      </a:lnTo>
                      <a:lnTo>
                        <a:pt x="175513" y="16717"/>
                      </a:lnTo>
                      <a:lnTo>
                        <a:pt x="173825" y="17643"/>
                      </a:lnTo>
                      <a:cubicBezTo>
                        <a:pt x="171429" y="18950"/>
                        <a:pt x="169033" y="20311"/>
                        <a:pt x="166528" y="21618"/>
                      </a:cubicBezTo>
                      <a:cubicBezTo>
                        <a:pt x="160375" y="24831"/>
                        <a:pt x="152860" y="28425"/>
                        <a:pt x="143984" y="30549"/>
                      </a:cubicBezTo>
                      <a:cubicBezTo>
                        <a:pt x="139192" y="31747"/>
                        <a:pt x="134237" y="32346"/>
                        <a:pt x="129227" y="32346"/>
                      </a:cubicBezTo>
                      <a:cubicBezTo>
                        <a:pt x="125905" y="32346"/>
                        <a:pt x="122529" y="32073"/>
                        <a:pt x="119207" y="31529"/>
                      </a:cubicBezTo>
                      <a:cubicBezTo>
                        <a:pt x="110604" y="30113"/>
                        <a:pt x="101946" y="27663"/>
                        <a:pt x="93886" y="25212"/>
                      </a:cubicBezTo>
                      <a:cubicBezTo>
                        <a:pt x="89258" y="23797"/>
                        <a:pt x="84793" y="22217"/>
                        <a:pt x="80436" y="20747"/>
                      </a:cubicBezTo>
                      <a:cubicBezTo>
                        <a:pt x="77169" y="19604"/>
                        <a:pt x="73957" y="18514"/>
                        <a:pt x="70961" y="17534"/>
                      </a:cubicBezTo>
                      <a:cubicBezTo>
                        <a:pt x="62031" y="14430"/>
                        <a:pt x="55007" y="12688"/>
                        <a:pt x="48309" y="11871"/>
                      </a:cubicBezTo>
                      <a:cubicBezTo>
                        <a:pt x="44279" y="11326"/>
                        <a:pt x="40195" y="11054"/>
                        <a:pt x="36056" y="11054"/>
                      </a:cubicBezTo>
                      <a:cubicBezTo>
                        <a:pt x="32898" y="11054"/>
                        <a:pt x="29740" y="11217"/>
                        <a:pt x="26582" y="11545"/>
                      </a:cubicBezTo>
                      <a:cubicBezTo>
                        <a:pt x="33443" y="8985"/>
                        <a:pt x="40740" y="7188"/>
                        <a:pt x="48200" y="6371"/>
                      </a:cubicBezTo>
                      <a:cubicBezTo>
                        <a:pt x="51086" y="6045"/>
                        <a:pt x="54244" y="5936"/>
                        <a:pt x="57457" y="5936"/>
                      </a:cubicBezTo>
                      <a:cubicBezTo>
                        <a:pt x="62249" y="5936"/>
                        <a:pt x="67422" y="6262"/>
                        <a:pt x="73194" y="6916"/>
                      </a:cubicBezTo>
                      <a:cubicBezTo>
                        <a:pt x="76843" y="7406"/>
                        <a:pt x="80436" y="7950"/>
                        <a:pt x="83922" y="8495"/>
                      </a:cubicBezTo>
                      <a:cubicBezTo>
                        <a:pt x="88550" y="9203"/>
                        <a:pt x="92907" y="9856"/>
                        <a:pt x="97154" y="10346"/>
                      </a:cubicBezTo>
                      <a:cubicBezTo>
                        <a:pt x="100258" y="10728"/>
                        <a:pt x="103470" y="10891"/>
                        <a:pt x="106846" y="10891"/>
                      </a:cubicBezTo>
                      <a:cubicBezTo>
                        <a:pt x="110930" y="10891"/>
                        <a:pt x="115232" y="10619"/>
                        <a:pt x="120297" y="10074"/>
                      </a:cubicBezTo>
                      <a:cubicBezTo>
                        <a:pt x="127321" y="9312"/>
                        <a:pt x="133856" y="8985"/>
                        <a:pt x="140336" y="8985"/>
                      </a:cubicBezTo>
                      <a:lnTo>
                        <a:pt x="140934" y="8985"/>
                      </a:lnTo>
                      <a:lnTo>
                        <a:pt x="143276" y="8985"/>
                      </a:lnTo>
                      <a:cubicBezTo>
                        <a:pt x="144692" y="8985"/>
                        <a:pt x="146163" y="8985"/>
                        <a:pt x="147633" y="8985"/>
                      </a:cubicBezTo>
                      <a:cubicBezTo>
                        <a:pt x="149157" y="8985"/>
                        <a:pt x="150736" y="8985"/>
                        <a:pt x="152316" y="8985"/>
                      </a:cubicBezTo>
                      <a:cubicBezTo>
                        <a:pt x="155528" y="8985"/>
                        <a:pt x="159776" y="9040"/>
                        <a:pt x="164295" y="9312"/>
                      </a:cubicBezTo>
                      <a:cubicBezTo>
                        <a:pt x="169795" y="9747"/>
                        <a:pt x="174424" y="10564"/>
                        <a:pt x="178453" y="11817"/>
                      </a:cubicBezTo>
                      <a:lnTo>
                        <a:pt x="182156" y="12960"/>
                      </a:lnTo>
                      <a:lnTo>
                        <a:pt x="184443" y="9802"/>
                      </a:lnTo>
                      <a:cubicBezTo>
                        <a:pt x="186349" y="6970"/>
                        <a:pt x="189344" y="5445"/>
                        <a:pt x="192611" y="5445"/>
                      </a:cubicBezTo>
                      <a:moveTo>
                        <a:pt x="233942" y="21128"/>
                      </a:moveTo>
                      <a:cubicBezTo>
                        <a:pt x="236283" y="21128"/>
                        <a:pt x="238135" y="23034"/>
                        <a:pt x="238135" y="25321"/>
                      </a:cubicBezTo>
                      <a:cubicBezTo>
                        <a:pt x="238135" y="27663"/>
                        <a:pt x="236229" y="29514"/>
                        <a:pt x="233942" y="29514"/>
                      </a:cubicBezTo>
                      <a:cubicBezTo>
                        <a:pt x="232635" y="29514"/>
                        <a:pt x="231709" y="28915"/>
                        <a:pt x="231165" y="28425"/>
                      </a:cubicBezTo>
                      <a:lnTo>
                        <a:pt x="228714" y="26192"/>
                      </a:lnTo>
                      <a:lnTo>
                        <a:pt x="230293" y="23306"/>
                      </a:lnTo>
                      <a:cubicBezTo>
                        <a:pt x="231056" y="21945"/>
                        <a:pt x="232417" y="21128"/>
                        <a:pt x="233942" y="21128"/>
                      </a:cubicBezTo>
                      <a:moveTo>
                        <a:pt x="215373" y="21128"/>
                      </a:moveTo>
                      <a:cubicBezTo>
                        <a:pt x="217660" y="21128"/>
                        <a:pt x="219784" y="22217"/>
                        <a:pt x="221199" y="24069"/>
                      </a:cubicBezTo>
                      <a:lnTo>
                        <a:pt x="223541" y="27118"/>
                      </a:lnTo>
                      <a:lnTo>
                        <a:pt x="222343" y="30821"/>
                      </a:lnTo>
                      <a:cubicBezTo>
                        <a:pt x="221363" y="33870"/>
                        <a:pt x="218531" y="35940"/>
                        <a:pt x="215373" y="35940"/>
                      </a:cubicBezTo>
                      <a:cubicBezTo>
                        <a:pt x="211344" y="35940"/>
                        <a:pt x="208076" y="32727"/>
                        <a:pt x="208022" y="28752"/>
                      </a:cubicBezTo>
                      <a:cubicBezTo>
                        <a:pt x="208076" y="28534"/>
                        <a:pt x="208076" y="28316"/>
                        <a:pt x="208076" y="28044"/>
                      </a:cubicBezTo>
                      <a:lnTo>
                        <a:pt x="208294" y="24504"/>
                      </a:lnTo>
                      <a:lnTo>
                        <a:pt x="211180" y="22489"/>
                      </a:lnTo>
                      <a:cubicBezTo>
                        <a:pt x="212432" y="21618"/>
                        <a:pt x="213903" y="21128"/>
                        <a:pt x="215373" y="21128"/>
                      </a:cubicBezTo>
                      <a:moveTo>
                        <a:pt x="192611" y="0"/>
                      </a:moveTo>
                      <a:cubicBezTo>
                        <a:pt x="187384" y="0"/>
                        <a:pt x="182810" y="2560"/>
                        <a:pt x="179978" y="6480"/>
                      </a:cubicBezTo>
                      <a:cubicBezTo>
                        <a:pt x="174860" y="4901"/>
                        <a:pt x="169523" y="4139"/>
                        <a:pt x="164622" y="3757"/>
                      </a:cubicBezTo>
                      <a:cubicBezTo>
                        <a:pt x="160266" y="3485"/>
                        <a:pt x="156127" y="3376"/>
                        <a:pt x="152261" y="3376"/>
                      </a:cubicBezTo>
                      <a:cubicBezTo>
                        <a:pt x="149103" y="3376"/>
                        <a:pt x="146054" y="3431"/>
                        <a:pt x="143222" y="3431"/>
                      </a:cubicBezTo>
                      <a:cubicBezTo>
                        <a:pt x="142459" y="3431"/>
                        <a:pt x="141697" y="3431"/>
                        <a:pt x="140934" y="3431"/>
                      </a:cubicBezTo>
                      <a:cubicBezTo>
                        <a:pt x="140717" y="3431"/>
                        <a:pt x="140499" y="3431"/>
                        <a:pt x="140281" y="3431"/>
                      </a:cubicBezTo>
                      <a:cubicBezTo>
                        <a:pt x="133365" y="3431"/>
                        <a:pt x="126613" y="3812"/>
                        <a:pt x="119698" y="4574"/>
                      </a:cubicBezTo>
                      <a:cubicBezTo>
                        <a:pt x="115450" y="5064"/>
                        <a:pt x="111148" y="5391"/>
                        <a:pt x="106846" y="5391"/>
                      </a:cubicBezTo>
                      <a:cubicBezTo>
                        <a:pt x="103852" y="5391"/>
                        <a:pt x="100857" y="5228"/>
                        <a:pt x="97808" y="4846"/>
                      </a:cubicBezTo>
                      <a:cubicBezTo>
                        <a:pt x="90293" y="3975"/>
                        <a:pt x="82288" y="2560"/>
                        <a:pt x="73902" y="1416"/>
                      </a:cubicBezTo>
                      <a:cubicBezTo>
                        <a:pt x="68620" y="817"/>
                        <a:pt x="63066" y="381"/>
                        <a:pt x="57457" y="381"/>
                      </a:cubicBezTo>
                      <a:cubicBezTo>
                        <a:pt x="54190" y="381"/>
                        <a:pt x="50868" y="545"/>
                        <a:pt x="47601" y="871"/>
                      </a:cubicBezTo>
                      <a:cubicBezTo>
                        <a:pt x="30067" y="2832"/>
                        <a:pt x="13513" y="9475"/>
                        <a:pt x="608" y="19985"/>
                      </a:cubicBezTo>
                      <a:cubicBezTo>
                        <a:pt x="63" y="20420"/>
                        <a:pt x="-155" y="21183"/>
                        <a:pt x="117" y="21891"/>
                      </a:cubicBezTo>
                      <a:cubicBezTo>
                        <a:pt x="390" y="22544"/>
                        <a:pt x="988" y="22925"/>
                        <a:pt x="1642" y="22925"/>
                      </a:cubicBezTo>
                      <a:cubicBezTo>
                        <a:pt x="1860" y="22925"/>
                        <a:pt x="2023" y="22871"/>
                        <a:pt x="2241" y="22816"/>
                      </a:cubicBezTo>
                      <a:cubicBezTo>
                        <a:pt x="13350" y="18623"/>
                        <a:pt x="24839" y="16445"/>
                        <a:pt x="36056" y="16445"/>
                      </a:cubicBezTo>
                      <a:cubicBezTo>
                        <a:pt x="39923" y="16445"/>
                        <a:pt x="43789" y="16717"/>
                        <a:pt x="47601" y="17208"/>
                      </a:cubicBezTo>
                      <a:cubicBezTo>
                        <a:pt x="54898" y="18079"/>
                        <a:pt x="61922" y="20093"/>
                        <a:pt x="69219" y="22653"/>
                      </a:cubicBezTo>
                      <a:cubicBezTo>
                        <a:pt x="76570" y="24994"/>
                        <a:pt x="84085" y="27881"/>
                        <a:pt x="92362" y="30385"/>
                      </a:cubicBezTo>
                      <a:cubicBezTo>
                        <a:pt x="100639" y="32890"/>
                        <a:pt x="109461" y="35395"/>
                        <a:pt x="118391" y="36865"/>
                      </a:cubicBezTo>
                      <a:cubicBezTo>
                        <a:pt x="121985" y="37464"/>
                        <a:pt x="125633" y="37737"/>
                        <a:pt x="129281" y="37737"/>
                      </a:cubicBezTo>
                      <a:cubicBezTo>
                        <a:pt x="134673" y="37737"/>
                        <a:pt x="140118" y="37083"/>
                        <a:pt x="145346" y="35776"/>
                      </a:cubicBezTo>
                      <a:cubicBezTo>
                        <a:pt x="154331" y="33598"/>
                        <a:pt x="162117" y="30059"/>
                        <a:pt x="169087" y="26410"/>
                      </a:cubicBezTo>
                      <a:cubicBezTo>
                        <a:pt x="172191" y="24777"/>
                        <a:pt x="175132" y="23143"/>
                        <a:pt x="178181" y="21509"/>
                      </a:cubicBezTo>
                      <a:cubicBezTo>
                        <a:pt x="180468" y="27281"/>
                        <a:pt x="186131" y="31420"/>
                        <a:pt x="192720" y="31420"/>
                      </a:cubicBezTo>
                      <a:cubicBezTo>
                        <a:pt x="196587" y="31420"/>
                        <a:pt x="200017" y="30004"/>
                        <a:pt x="202740" y="27717"/>
                      </a:cubicBezTo>
                      <a:cubicBezTo>
                        <a:pt x="202740" y="27989"/>
                        <a:pt x="202631" y="28262"/>
                        <a:pt x="202631" y="28588"/>
                      </a:cubicBezTo>
                      <a:cubicBezTo>
                        <a:pt x="202631" y="35668"/>
                        <a:pt x="208348" y="41440"/>
                        <a:pt x="215482" y="41440"/>
                      </a:cubicBezTo>
                      <a:cubicBezTo>
                        <a:pt x="221146" y="41440"/>
                        <a:pt x="225937" y="37737"/>
                        <a:pt x="227625" y="32618"/>
                      </a:cubicBezTo>
                      <a:cubicBezTo>
                        <a:pt x="229314" y="34143"/>
                        <a:pt x="231600" y="35123"/>
                        <a:pt x="234051" y="35123"/>
                      </a:cubicBezTo>
                      <a:cubicBezTo>
                        <a:pt x="239387" y="35123"/>
                        <a:pt x="243689" y="30821"/>
                        <a:pt x="243689" y="25485"/>
                      </a:cubicBezTo>
                      <a:cubicBezTo>
                        <a:pt x="243689" y="20148"/>
                        <a:pt x="239387" y="15846"/>
                        <a:pt x="234051" y="15846"/>
                      </a:cubicBezTo>
                      <a:cubicBezTo>
                        <a:pt x="230402" y="15846"/>
                        <a:pt x="227244" y="17916"/>
                        <a:pt x="225610" y="20910"/>
                      </a:cubicBezTo>
                      <a:cubicBezTo>
                        <a:pt x="223269" y="17861"/>
                        <a:pt x="219621" y="15846"/>
                        <a:pt x="215482" y="15846"/>
                      </a:cubicBezTo>
                      <a:cubicBezTo>
                        <a:pt x="212759" y="15846"/>
                        <a:pt x="210255" y="16717"/>
                        <a:pt x="208131" y="18188"/>
                      </a:cubicBezTo>
                      <a:cubicBezTo>
                        <a:pt x="208239" y="17425"/>
                        <a:pt x="208348" y="16663"/>
                        <a:pt x="208348" y="15846"/>
                      </a:cubicBezTo>
                      <a:cubicBezTo>
                        <a:pt x="208294" y="7025"/>
                        <a:pt x="201270" y="0"/>
                        <a:pt x="192611" y="0"/>
                      </a:cubicBezTo>
                      <a:lnTo>
                        <a:pt x="192611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1" name="Forme libre : forme 1030">
                  <a:extLst>
                    <a:ext uri="{FF2B5EF4-FFF2-40B4-BE49-F238E27FC236}">
                      <a16:creationId xmlns:a16="http://schemas.microsoft.com/office/drawing/2014/main" id="{9AB3F48F-0DBC-4153-B12B-51CDDD5AFB6D}"/>
                    </a:ext>
                  </a:extLst>
                </p:cNvPr>
                <p:cNvSpPr/>
                <p:nvPr/>
              </p:nvSpPr>
              <p:spPr>
                <a:xfrm>
                  <a:off x="8051432" y="5125084"/>
                  <a:ext cx="203469" cy="47102"/>
                </a:xfrm>
                <a:custGeom>
                  <a:avLst/>
                  <a:gdLst>
                    <a:gd name="connsiteX0" fmla="*/ 147763 w 203469"/>
                    <a:gd name="connsiteY0" fmla="*/ 5445 h 47102"/>
                    <a:gd name="connsiteX1" fmla="*/ 156748 w 203469"/>
                    <a:gd name="connsiteY1" fmla="*/ 11435 h 47102"/>
                    <a:gd name="connsiteX2" fmla="*/ 159307 w 203469"/>
                    <a:gd name="connsiteY2" fmla="*/ 17643 h 47102"/>
                    <a:gd name="connsiteX3" fmla="*/ 164862 w 203469"/>
                    <a:gd name="connsiteY3" fmla="*/ 13831 h 47102"/>
                    <a:gd name="connsiteX4" fmla="*/ 168946 w 203469"/>
                    <a:gd name="connsiteY4" fmla="*/ 12579 h 47102"/>
                    <a:gd name="connsiteX5" fmla="*/ 175916 w 203469"/>
                    <a:gd name="connsiteY5" fmla="*/ 18078 h 47102"/>
                    <a:gd name="connsiteX6" fmla="*/ 176569 w 203469"/>
                    <a:gd name="connsiteY6" fmla="*/ 20692 h 47102"/>
                    <a:gd name="connsiteX7" fmla="*/ 175317 w 203469"/>
                    <a:gd name="connsiteY7" fmla="*/ 23143 h 47102"/>
                    <a:gd name="connsiteX8" fmla="*/ 168946 w 203469"/>
                    <a:gd name="connsiteY8" fmla="*/ 27063 h 47102"/>
                    <a:gd name="connsiteX9" fmla="*/ 162738 w 203469"/>
                    <a:gd name="connsiteY9" fmla="*/ 23470 h 47102"/>
                    <a:gd name="connsiteX10" fmla="*/ 159307 w 203469"/>
                    <a:gd name="connsiteY10" fmla="*/ 17643 h 47102"/>
                    <a:gd name="connsiteX11" fmla="*/ 154353 w 203469"/>
                    <a:gd name="connsiteY11" fmla="*/ 22271 h 47102"/>
                    <a:gd name="connsiteX12" fmla="*/ 147763 w 203469"/>
                    <a:gd name="connsiteY12" fmla="*/ 24885 h 47102"/>
                    <a:gd name="connsiteX13" fmla="*/ 139486 w 203469"/>
                    <a:gd name="connsiteY13" fmla="*/ 20148 h 47102"/>
                    <a:gd name="connsiteX14" fmla="*/ 136056 w 203469"/>
                    <a:gd name="connsiteY14" fmla="*/ 14485 h 47102"/>
                    <a:gd name="connsiteX15" fmla="*/ 131155 w 203469"/>
                    <a:gd name="connsiteY15" fmla="*/ 18950 h 47102"/>
                    <a:gd name="connsiteX16" fmla="*/ 125982 w 203469"/>
                    <a:gd name="connsiteY16" fmla="*/ 23088 h 47102"/>
                    <a:gd name="connsiteX17" fmla="*/ 108230 w 203469"/>
                    <a:gd name="connsiteY17" fmla="*/ 30821 h 47102"/>
                    <a:gd name="connsiteX18" fmla="*/ 96305 w 203469"/>
                    <a:gd name="connsiteY18" fmla="*/ 32346 h 47102"/>
                    <a:gd name="connsiteX19" fmla="*/ 91023 w 203469"/>
                    <a:gd name="connsiteY19" fmla="*/ 32073 h 47102"/>
                    <a:gd name="connsiteX20" fmla="*/ 87102 w 203469"/>
                    <a:gd name="connsiteY20" fmla="*/ 31583 h 47102"/>
                    <a:gd name="connsiteX21" fmla="*/ 72563 w 203469"/>
                    <a:gd name="connsiteY21" fmla="*/ 30385 h 47102"/>
                    <a:gd name="connsiteX22" fmla="*/ 70494 w 203469"/>
                    <a:gd name="connsiteY22" fmla="*/ 30385 h 47102"/>
                    <a:gd name="connsiteX23" fmla="*/ 54811 w 203469"/>
                    <a:gd name="connsiteY23" fmla="*/ 31093 h 47102"/>
                    <a:gd name="connsiteX24" fmla="*/ 36786 w 203469"/>
                    <a:gd name="connsiteY24" fmla="*/ 33162 h 47102"/>
                    <a:gd name="connsiteX25" fmla="*/ 20015 w 203469"/>
                    <a:gd name="connsiteY25" fmla="*/ 36430 h 47102"/>
                    <a:gd name="connsiteX26" fmla="*/ 34881 w 203469"/>
                    <a:gd name="connsiteY26" fmla="*/ 27880 h 47102"/>
                    <a:gd name="connsiteX27" fmla="*/ 52252 w 203469"/>
                    <a:gd name="connsiteY27" fmla="*/ 20420 h 47102"/>
                    <a:gd name="connsiteX28" fmla="*/ 70711 w 203469"/>
                    <a:gd name="connsiteY28" fmla="*/ 15138 h 47102"/>
                    <a:gd name="connsiteX29" fmla="*/ 83616 w 203469"/>
                    <a:gd name="connsiteY29" fmla="*/ 11980 h 47102"/>
                    <a:gd name="connsiteX30" fmla="*/ 89607 w 203469"/>
                    <a:gd name="connsiteY30" fmla="*/ 10455 h 47102"/>
                    <a:gd name="connsiteX31" fmla="*/ 102403 w 203469"/>
                    <a:gd name="connsiteY31" fmla="*/ 8930 h 47102"/>
                    <a:gd name="connsiteX32" fmla="*/ 105616 w 203469"/>
                    <a:gd name="connsiteY32" fmla="*/ 9039 h 47102"/>
                    <a:gd name="connsiteX33" fmla="*/ 122061 w 203469"/>
                    <a:gd name="connsiteY33" fmla="*/ 10782 h 47102"/>
                    <a:gd name="connsiteX34" fmla="*/ 134259 w 203469"/>
                    <a:gd name="connsiteY34" fmla="*/ 12470 h 47102"/>
                    <a:gd name="connsiteX35" fmla="*/ 137744 w 203469"/>
                    <a:gd name="connsiteY35" fmla="*/ 12960 h 47102"/>
                    <a:gd name="connsiteX36" fmla="*/ 139595 w 203469"/>
                    <a:gd name="connsiteY36" fmla="*/ 10019 h 47102"/>
                    <a:gd name="connsiteX37" fmla="*/ 147763 w 203469"/>
                    <a:gd name="connsiteY37" fmla="*/ 5445 h 47102"/>
                    <a:gd name="connsiteX38" fmla="*/ 191599 w 203469"/>
                    <a:gd name="connsiteY38" fmla="*/ 16009 h 47102"/>
                    <a:gd name="connsiteX39" fmla="*/ 198078 w 203469"/>
                    <a:gd name="connsiteY39" fmla="*/ 22489 h 47102"/>
                    <a:gd name="connsiteX40" fmla="*/ 191599 w 203469"/>
                    <a:gd name="connsiteY40" fmla="*/ 28969 h 47102"/>
                    <a:gd name="connsiteX41" fmla="*/ 185391 w 203469"/>
                    <a:gd name="connsiteY41" fmla="*/ 24232 h 47102"/>
                    <a:gd name="connsiteX42" fmla="*/ 184683 w 203469"/>
                    <a:gd name="connsiteY42" fmla="*/ 21727 h 47102"/>
                    <a:gd name="connsiteX43" fmla="*/ 185935 w 203469"/>
                    <a:gd name="connsiteY43" fmla="*/ 19440 h 47102"/>
                    <a:gd name="connsiteX44" fmla="*/ 191599 w 203469"/>
                    <a:gd name="connsiteY44" fmla="*/ 16009 h 47102"/>
                    <a:gd name="connsiteX45" fmla="*/ 147763 w 203469"/>
                    <a:gd name="connsiteY45" fmla="*/ 0 h 47102"/>
                    <a:gd name="connsiteX46" fmla="*/ 135021 w 203469"/>
                    <a:gd name="connsiteY46" fmla="*/ 7024 h 47102"/>
                    <a:gd name="connsiteX47" fmla="*/ 122824 w 203469"/>
                    <a:gd name="connsiteY47" fmla="*/ 5336 h 47102"/>
                    <a:gd name="connsiteX48" fmla="*/ 105943 w 203469"/>
                    <a:gd name="connsiteY48" fmla="*/ 3539 h 47102"/>
                    <a:gd name="connsiteX49" fmla="*/ 102458 w 203469"/>
                    <a:gd name="connsiteY49" fmla="*/ 3431 h 47102"/>
                    <a:gd name="connsiteX50" fmla="*/ 88354 w 203469"/>
                    <a:gd name="connsiteY50" fmla="*/ 5119 h 47102"/>
                    <a:gd name="connsiteX51" fmla="*/ 69513 w 203469"/>
                    <a:gd name="connsiteY51" fmla="*/ 9802 h 47102"/>
                    <a:gd name="connsiteX52" fmla="*/ 50509 w 203469"/>
                    <a:gd name="connsiteY52" fmla="*/ 15247 h 47102"/>
                    <a:gd name="connsiteX53" fmla="*/ 32539 w 203469"/>
                    <a:gd name="connsiteY53" fmla="*/ 22979 h 47102"/>
                    <a:gd name="connsiteX54" fmla="*/ 574 w 203469"/>
                    <a:gd name="connsiteY54" fmla="*/ 44216 h 47102"/>
                    <a:gd name="connsiteX55" fmla="*/ 85 w 203469"/>
                    <a:gd name="connsiteY55" fmla="*/ 45959 h 47102"/>
                    <a:gd name="connsiteX56" fmla="*/ 1664 w 203469"/>
                    <a:gd name="connsiteY56" fmla="*/ 47102 h 47102"/>
                    <a:gd name="connsiteX57" fmla="*/ 2154 w 203469"/>
                    <a:gd name="connsiteY57" fmla="*/ 47048 h 47102"/>
                    <a:gd name="connsiteX58" fmla="*/ 37549 w 203469"/>
                    <a:gd name="connsiteY58" fmla="*/ 38499 h 47102"/>
                    <a:gd name="connsiteX59" fmla="*/ 55137 w 203469"/>
                    <a:gd name="connsiteY59" fmla="*/ 36484 h 47102"/>
                    <a:gd name="connsiteX60" fmla="*/ 70494 w 203469"/>
                    <a:gd name="connsiteY60" fmla="*/ 35776 h 47102"/>
                    <a:gd name="connsiteX61" fmla="*/ 72508 w 203469"/>
                    <a:gd name="connsiteY61" fmla="*/ 35776 h 47102"/>
                    <a:gd name="connsiteX62" fmla="*/ 90423 w 203469"/>
                    <a:gd name="connsiteY62" fmla="*/ 37410 h 47102"/>
                    <a:gd name="connsiteX63" fmla="*/ 96305 w 203469"/>
                    <a:gd name="connsiteY63" fmla="*/ 37736 h 47102"/>
                    <a:gd name="connsiteX64" fmla="*/ 109591 w 203469"/>
                    <a:gd name="connsiteY64" fmla="*/ 36048 h 47102"/>
                    <a:gd name="connsiteX65" fmla="*/ 128922 w 203469"/>
                    <a:gd name="connsiteY65" fmla="*/ 27608 h 47102"/>
                    <a:gd name="connsiteX66" fmla="*/ 134749 w 203469"/>
                    <a:gd name="connsiteY66" fmla="*/ 22925 h 47102"/>
                    <a:gd name="connsiteX67" fmla="*/ 147709 w 203469"/>
                    <a:gd name="connsiteY67" fmla="*/ 30330 h 47102"/>
                    <a:gd name="connsiteX68" fmla="*/ 158001 w 203469"/>
                    <a:gd name="connsiteY68" fmla="*/ 26246 h 47102"/>
                    <a:gd name="connsiteX69" fmla="*/ 168891 w 203469"/>
                    <a:gd name="connsiteY69" fmla="*/ 32509 h 47102"/>
                    <a:gd name="connsiteX70" fmla="*/ 180109 w 203469"/>
                    <a:gd name="connsiteY70" fmla="*/ 25648 h 47102"/>
                    <a:gd name="connsiteX71" fmla="*/ 191544 w 203469"/>
                    <a:gd name="connsiteY71" fmla="*/ 34415 h 47102"/>
                    <a:gd name="connsiteX72" fmla="*/ 203469 w 203469"/>
                    <a:gd name="connsiteY72" fmla="*/ 22489 h 47102"/>
                    <a:gd name="connsiteX73" fmla="*/ 191544 w 203469"/>
                    <a:gd name="connsiteY73" fmla="*/ 10564 h 47102"/>
                    <a:gd name="connsiteX74" fmla="*/ 181143 w 203469"/>
                    <a:gd name="connsiteY74" fmla="*/ 16717 h 47102"/>
                    <a:gd name="connsiteX75" fmla="*/ 168891 w 203469"/>
                    <a:gd name="connsiteY75" fmla="*/ 7133 h 47102"/>
                    <a:gd name="connsiteX76" fmla="*/ 161704 w 203469"/>
                    <a:gd name="connsiteY76" fmla="*/ 9366 h 47102"/>
                    <a:gd name="connsiteX77" fmla="*/ 147763 w 203469"/>
                    <a:gd name="connsiteY77" fmla="*/ 0 h 47102"/>
                    <a:gd name="connsiteX78" fmla="*/ 147763 w 203469"/>
                    <a:gd name="connsiteY78" fmla="*/ 0 h 47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203469" h="47102">
                      <a:moveTo>
                        <a:pt x="147763" y="5445"/>
                      </a:moveTo>
                      <a:cubicBezTo>
                        <a:pt x="151684" y="5445"/>
                        <a:pt x="155223" y="7787"/>
                        <a:pt x="156748" y="11435"/>
                      </a:cubicBezTo>
                      <a:lnTo>
                        <a:pt x="159307" y="17643"/>
                      </a:lnTo>
                      <a:lnTo>
                        <a:pt x="164862" y="13831"/>
                      </a:lnTo>
                      <a:cubicBezTo>
                        <a:pt x="166060" y="13014"/>
                        <a:pt x="167475" y="12579"/>
                        <a:pt x="168946" y="12579"/>
                      </a:cubicBezTo>
                      <a:cubicBezTo>
                        <a:pt x="172267" y="12579"/>
                        <a:pt x="175099" y="14811"/>
                        <a:pt x="175916" y="18078"/>
                      </a:cubicBezTo>
                      <a:lnTo>
                        <a:pt x="176569" y="20692"/>
                      </a:lnTo>
                      <a:lnTo>
                        <a:pt x="175317" y="23143"/>
                      </a:lnTo>
                      <a:cubicBezTo>
                        <a:pt x="174065" y="25593"/>
                        <a:pt x="171614" y="27063"/>
                        <a:pt x="168946" y="27063"/>
                      </a:cubicBezTo>
                      <a:cubicBezTo>
                        <a:pt x="166387" y="27063"/>
                        <a:pt x="164099" y="25702"/>
                        <a:pt x="162738" y="23470"/>
                      </a:cubicBezTo>
                      <a:lnTo>
                        <a:pt x="159307" y="17643"/>
                      </a:lnTo>
                      <a:lnTo>
                        <a:pt x="154353" y="22271"/>
                      </a:lnTo>
                      <a:cubicBezTo>
                        <a:pt x="152501" y="23959"/>
                        <a:pt x="150160" y="24885"/>
                        <a:pt x="147763" y="24885"/>
                      </a:cubicBezTo>
                      <a:cubicBezTo>
                        <a:pt x="144387" y="24885"/>
                        <a:pt x="141284" y="23088"/>
                        <a:pt x="139486" y="20148"/>
                      </a:cubicBezTo>
                      <a:lnTo>
                        <a:pt x="136056" y="14485"/>
                      </a:lnTo>
                      <a:lnTo>
                        <a:pt x="131155" y="18950"/>
                      </a:lnTo>
                      <a:cubicBezTo>
                        <a:pt x="129303" y="20638"/>
                        <a:pt x="127616" y="21999"/>
                        <a:pt x="125982" y="23088"/>
                      </a:cubicBezTo>
                      <a:cubicBezTo>
                        <a:pt x="120863" y="26464"/>
                        <a:pt x="114874" y="29078"/>
                        <a:pt x="108230" y="30821"/>
                      </a:cubicBezTo>
                      <a:cubicBezTo>
                        <a:pt x="104364" y="31855"/>
                        <a:pt x="100389" y="32346"/>
                        <a:pt x="96305" y="32346"/>
                      </a:cubicBezTo>
                      <a:cubicBezTo>
                        <a:pt x="94562" y="32346"/>
                        <a:pt x="92765" y="32237"/>
                        <a:pt x="91023" y="32073"/>
                      </a:cubicBezTo>
                      <a:cubicBezTo>
                        <a:pt x="89715" y="31910"/>
                        <a:pt x="88408" y="31746"/>
                        <a:pt x="87102" y="31583"/>
                      </a:cubicBezTo>
                      <a:cubicBezTo>
                        <a:pt x="82310" y="30984"/>
                        <a:pt x="77355" y="30385"/>
                        <a:pt x="72563" y="30385"/>
                      </a:cubicBezTo>
                      <a:lnTo>
                        <a:pt x="70494" y="30385"/>
                      </a:lnTo>
                      <a:cubicBezTo>
                        <a:pt x="65266" y="30385"/>
                        <a:pt x="59929" y="30603"/>
                        <a:pt x="54811" y="31093"/>
                      </a:cubicBezTo>
                      <a:cubicBezTo>
                        <a:pt x="48767" y="31474"/>
                        <a:pt x="42668" y="32182"/>
                        <a:pt x="36786" y="33162"/>
                      </a:cubicBezTo>
                      <a:cubicBezTo>
                        <a:pt x="31395" y="33979"/>
                        <a:pt x="25841" y="35068"/>
                        <a:pt x="20015" y="36430"/>
                      </a:cubicBezTo>
                      <a:cubicBezTo>
                        <a:pt x="24643" y="33434"/>
                        <a:pt x="29653" y="30603"/>
                        <a:pt x="34881" y="27880"/>
                      </a:cubicBezTo>
                      <a:cubicBezTo>
                        <a:pt x="40544" y="25103"/>
                        <a:pt x="46425" y="22598"/>
                        <a:pt x="52252" y="20420"/>
                      </a:cubicBezTo>
                      <a:cubicBezTo>
                        <a:pt x="58296" y="18351"/>
                        <a:pt x="64504" y="16554"/>
                        <a:pt x="70711" y="15138"/>
                      </a:cubicBezTo>
                      <a:cubicBezTo>
                        <a:pt x="75122" y="14158"/>
                        <a:pt x="79424" y="13014"/>
                        <a:pt x="83616" y="11980"/>
                      </a:cubicBezTo>
                      <a:cubicBezTo>
                        <a:pt x="85631" y="11435"/>
                        <a:pt x="87701" y="10945"/>
                        <a:pt x="89607" y="10455"/>
                      </a:cubicBezTo>
                      <a:cubicBezTo>
                        <a:pt x="93908" y="9420"/>
                        <a:pt x="98210" y="8930"/>
                        <a:pt x="102403" y="8930"/>
                      </a:cubicBezTo>
                      <a:cubicBezTo>
                        <a:pt x="103492" y="8930"/>
                        <a:pt x="104527" y="8985"/>
                        <a:pt x="105616" y="9039"/>
                      </a:cubicBezTo>
                      <a:cubicBezTo>
                        <a:pt x="111388" y="9366"/>
                        <a:pt x="117160" y="10128"/>
                        <a:pt x="122061" y="10782"/>
                      </a:cubicBezTo>
                      <a:lnTo>
                        <a:pt x="134259" y="12470"/>
                      </a:lnTo>
                      <a:lnTo>
                        <a:pt x="137744" y="12960"/>
                      </a:lnTo>
                      <a:lnTo>
                        <a:pt x="139595" y="10019"/>
                      </a:lnTo>
                      <a:cubicBezTo>
                        <a:pt x="141393" y="7133"/>
                        <a:pt x="144442" y="5445"/>
                        <a:pt x="147763" y="5445"/>
                      </a:cubicBezTo>
                      <a:moveTo>
                        <a:pt x="191599" y="16009"/>
                      </a:moveTo>
                      <a:cubicBezTo>
                        <a:pt x="195193" y="16009"/>
                        <a:pt x="198078" y="18895"/>
                        <a:pt x="198078" y="22489"/>
                      </a:cubicBezTo>
                      <a:cubicBezTo>
                        <a:pt x="198078" y="26083"/>
                        <a:pt x="195193" y="28969"/>
                        <a:pt x="191599" y="28969"/>
                      </a:cubicBezTo>
                      <a:cubicBezTo>
                        <a:pt x="188713" y="28969"/>
                        <a:pt x="186208" y="27009"/>
                        <a:pt x="185391" y="24232"/>
                      </a:cubicBezTo>
                      <a:lnTo>
                        <a:pt x="184683" y="21727"/>
                      </a:lnTo>
                      <a:lnTo>
                        <a:pt x="185935" y="19440"/>
                      </a:lnTo>
                      <a:cubicBezTo>
                        <a:pt x="187133" y="17262"/>
                        <a:pt x="189257" y="16009"/>
                        <a:pt x="191599" y="16009"/>
                      </a:cubicBezTo>
                      <a:moveTo>
                        <a:pt x="147763" y="0"/>
                      </a:moveTo>
                      <a:cubicBezTo>
                        <a:pt x="142372" y="0"/>
                        <a:pt x="137689" y="2831"/>
                        <a:pt x="135021" y="7024"/>
                      </a:cubicBezTo>
                      <a:lnTo>
                        <a:pt x="122824" y="5336"/>
                      </a:lnTo>
                      <a:cubicBezTo>
                        <a:pt x="117106" y="4574"/>
                        <a:pt x="111606" y="3866"/>
                        <a:pt x="105943" y="3539"/>
                      </a:cubicBezTo>
                      <a:cubicBezTo>
                        <a:pt x="104799" y="3485"/>
                        <a:pt x="103601" y="3431"/>
                        <a:pt x="102458" y="3431"/>
                      </a:cubicBezTo>
                      <a:cubicBezTo>
                        <a:pt x="97883" y="3431"/>
                        <a:pt x="93200" y="3975"/>
                        <a:pt x="88354" y="5119"/>
                      </a:cubicBezTo>
                      <a:cubicBezTo>
                        <a:pt x="82310" y="6643"/>
                        <a:pt x="75993" y="8331"/>
                        <a:pt x="69513" y="9802"/>
                      </a:cubicBezTo>
                      <a:cubicBezTo>
                        <a:pt x="63033" y="11272"/>
                        <a:pt x="56717" y="13123"/>
                        <a:pt x="50509" y="15247"/>
                      </a:cubicBezTo>
                      <a:cubicBezTo>
                        <a:pt x="44355" y="17534"/>
                        <a:pt x="38366" y="20093"/>
                        <a:pt x="32539" y="22979"/>
                      </a:cubicBezTo>
                      <a:cubicBezTo>
                        <a:pt x="20995" y="28860"/>
                        <a:pt x="10104" y="35830"/>
                        <a:pt x="574" y="44216"/>
                      </a:cubicBezTo>
                      <a:cubicBezTo>
                        <a:pt x="85" y="44652"/>
                        <a:pt x="-134" y="45305"/>
                        <a:pt x="85" y="45959"/>
                      </a:cubicBezTo>
                      <a:cubicBezTo>
                        <a:pt x="303" y="46667"/>
                        <a:pt x="956" y="47102"/>
                        <a:pt x="1664" y="47102"/>
                      </a:cubicBezTo>
                      <a:cubicBezTo>
                        <a:pt x="1827" y="47102"/>
                        <a:pt x="1990" y="47102"/>
                        <a:pt x="2154" y="47048"/>
                      </a:cubicBezTo>
                      <a:cubicBezTo>
                        <a:pt x="14025" y="43291"/>
                        <a:pt x="25787" y="40241"/>
                        <a:pt x="37549" y="38499"/>
                      </a:cubicBezTo>
                      <a:cubicBezTo>
                        <a:pt x="43430" y="37518"/>
                        <a:pt x="49256" y="36865"/>
                        <a:pt x="55137" y="36484"/>
                      </a:cubicBezTo>
                      <a:cubicBezTo>
                        <a:pt x="60256" y="35994"/>
                        <a:pt x="65375" y="35776"/>
                        <a:pt x="70494" y="35776"/>
                      </a:cubicBezTo>
                      <a:cubicBezTo>
                        <a:pt x="71147" y="35776"/>
                        <a:pt x="71855" y="35776"/>
                        <a:pt x="72508" y="35776"/>
                      </a:cubicBezTo>
                      <a:cubicBezTo>
                        <a:pt x="78280" y="35776"/>
                        <a:pt x="84216" y="36702"/>
                        <a:pt x="90423" y="37410"/>
                      </a:cubicBezTo>
                      <a:cubicBezTo>
                        <a:pt x="92330" y="37627"/>
                        <a:pt x="94290" y="37736"/>
                        <a:pt x="96305" y="37736"/>
                      </a:cubicBezTo>
                      <a:cubicBezTo>
                        <a:pt x="100661" y="37736"/>
                        <a:pt x="105126" y="37192"/>
                        <a:pt x="109591" y="36048"/>
                      </a:cubicBezTo>
                      <a:cubicBezTo>
                        <a:pt x="116126" y="34360"/>
                        <a:pt x="122824" y="31692"/>
                        <a:pt x="128922" y="27608"/>
                      </a:cubicBezTo>
                      <a:cubicBezTo>
                        <a:pt x="130937" y="26246"/>
                        <a:pt x="132897" y="24613"/>
                        <a:pt x="134749" y="22925"/>
                      </a:cubicBezTo>
                      <a:cubicBezTo>
                        <a:pt x="137417" y="27336"/>
                        <a:pt x="142209" y="30330"/>
                        <a:pt x="147709" y="30330"/>
                      </a:cubicBezTo>
                      <a:cubicBezTo>
                        <a:pt x="151684" y="30330"/>
                        <a:pt x="155278" y="28751"/>
                        <a:pt x="158001" y="26246"/>
                      </a:cubicBezTo>
                      <a:cubicBezTo>
                        <a:pt x="160233" y="29950"/>
                        <a:pt x="164208" y="32509"/>
                        <a:pt x="168891" y="32509"/>
                      </a:cubicBezTo>
                      <a:cubicBezTo>
                        <a:pt x="173792" y="32509"/>
                        <a:pt x="177985" y="29732"/>
                        <a:pt x="180109" y="25648"/>
                      </a:cubicBezTo>
                      <a:cubicBezTo>
                        <a:pt x="181525" y="30658"/>
                        <a:pt x="186044" y="34415"/>
                        <a:pt x="191544" y="34415"/>
                      </a:cubicBezTo>
                      <a:cubicBezTo>
                        <a:pt x="198133" y="34415"/>
                        <a:pt x="203469" y="29078"/>
                        <a:pt x="203469" y="22489"/>
                      </a:cubicBezTo>
                      <a:cubicBezTo>
                        <a:pt x="203469" y="15900"/>
                        <a:pt x="198133" y="10564"/>
                        <a:pt x="191544" y="10564"/>
                      </a:cubicBezTo>
                      <a:cubicBezTo>
                        <a:pt x="187079" y="10564"/>
                        <a:pt x="183213" y="13069"/>
                        <a:pt x="181143" y="16717"/>
                      </a:cubicBezTo>
                      <a:cubicBezTo>
                        <a:pt x="179782" y="11217"/>
                        <a:pt x="174827" y="7133"/>
                        <a:pt x="168891" y="7133"/>
                      </a:cubicBezTo>
                      <a:cubicBezTo>
                        <a:pt x="166223" y="7133"/>
                        <a:pt x="163773" y="7950"/>
                        <a:pt x="161704" y="9366"/>
                      </a:cubicBezTo>
                      <a:cubicBezTo>
                        <a:pt x="159471" y="3866"/>
                        <a:pt x="154080" y="0"/>
                        <a:pt x="147763" y="0"/>
                      </a:cubicBezTo>
                      <a:lnTo>
                        <a:pt x="147763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032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714230" y="4897848"/>
                <a:ext cx="569804" cy="494985"/>
                <a:chOff x="7714230" y="4897848"/>
                <a:chExt cx="569804" cy="494985"/>
              </a:xfrm>
              <a:noFill/>
            </p:grpSpPr>
            <p:sp>
              <p:nvSpPr>
                <p:cNvPr id="1033" name="Forme libre : forme 1032">
                  <a:extLst>
                    <a:ext uri="{FF2B5EF4-FFF2-40B4-BE49-F238E27FC236}">
                      <a16:creationId xmlns:a16="http://schemas.microsoft.com/office/drawing/2014/main" id="{2CD13CD0-84E8-4FF4-976C-F2399834F28C}"/>
                    </a:ext>
                  </a:extLst>
                </p:cNvPr>
                <p:cNvSpPr/>
                <p:nvPr/>
              </p:nvSpPr>
              <p:spPr>
                <a:xfrm>
                  <a:off x="7756922" y="5204013"/>
                  <a:ext cx="178492" cy="116287"/>
                </a:xfrm>
                <a:custGeom>
                  <a:avLst/>
                  <a:gdLst>
                    <a:gd name="connsiteX0" fmla="*/ 79231 w 178492"/>
                    <a:gd name="connsiteY0" fmla="*/ 72670 h 116287"/>
                    <a:gd name="connsiteX1" fmla="*/ 97581 w 178492"/>
                    <a:gd name="connsiteY1" fmla="*/ 71962 h 116287"/>
                    <a:gd name="connsiteX2" fmla="*/ 115333 w 178492"/>
                    <a:gd name="connsiteY2" fmla="*/ 63359 h 116287"/>
                    <a:gd name="connsiteX3" fmla="*/ 129164 w 178492"/>
                    <a:gd name="connsiteY3" fmla="*/ 50616 h 116287"/>
                    <a:gd name="connsiteX4" fmla="*/ 141689 w 178492"/>
                    <a:gd name="connsiteY4" fmla="*/ 38255 h 116287"/>
                    <a:gd name="connsiteX5" fmla="*/ 153233 w 178492"/>
                    <a:gd name="connsiteY5" fmla="*/ 25785 h 116287"/>
                    <a:gd name="connsiteX6" fmla="*/ 177792 w 178492"/>
                    <a:gd name="connsiteY6" fmla="*/ 3024 h 116287"/>
                    <a:gd name="connsiteX7" fmla="*/ 177846 w 178492"/>
                    <a:gd name="connsiteY7" fmla="*/ 2969 h 116287"/>
                    <a:gd name="connsiteX8" fmla="*/ 178445 w 178492"/>
                    <a:gd name="connsiteY8" fmla="*/ 1336 h 116287"/>
                    <a:gd name="connsiteX9" fmla="*/ 176485 w 178492"/>
                    <a:gd name="connsiteY9" fmla="*/ 29 h 116287"/>
                    <a:gd name="connsiteX10" fmla="*/ 143377 w 178492"/>
                    <a:gd name="connsiteY10" fmla="*/ 12771 h 116287"/>
                    <a:gd name="connsiteX11" fmla="*/ 128184 w 178492"/>
                    <a:gd name="connsiteY11" fmla="*/ 21211 h 116287"/>
                    <a:gd name="connsiteX12" fmla="*/ 113809 w 178492"/>
                    <a:gd name="connsiteY12" fmla="*/ 29488 h 116287"/>
                    <a:gd name="connsiteX13" fmla="*/ 99269 w 178492"/>
                    <a:gd name="connsiteY13" fmla="*/ 35315 h 116287"/>
                    <a:gd name="connsiteX14" fmla="*/ 86418 w 178492"/>
                    <a:gd name="connsiteY14" fmla="*/ 41250 h 116287"/>
                    <a:gd name="connsiteX15" fmla="*/ 72369 w 178492"/>
                    <a:gd name="connsiteY15" fmla="*/ 50616 h 116287"/>
                    <a:gd name="connsiteX16" fmla="*/ 62785 w 178492"/>
                    <a:gd name="connsiteY16" fmla="*/ 60581 h 116287"/>
                    <a:gd name="connsiteX17" fmla="*/ 54127 w 178492"/>
                    <a:gd name="connsiteY17" fmla="*/ 58349 h 116287"/>
                    <a:gd name="connsiteX18" fmla="*/ 35558 w 178492"/>
                    <a:gd name="connsiteY18" fmla="*/ 76918 h 116287"/>
                    <a:gd name="connsiteX19" fmla="*/ 36647 w 178492"/>
                    <a:gd name="connsiteY19" fmla="*/ 82907 h 116287"/>
                    <a:gd name="connsiteX20" fmla="*/ 27281 w 178492"/>
                    <a:gd name="connsiteY20" fmla="*/ 79150 h 116287"/>
                    <a:gd name="connsiteX21" fmla="*/ 13559 w 178492"/>
                    <a:gd name="connsiteY21" fmla="*/ 92873 h 116287"/>
                    <a:gd name="connsiteX22" fmla="*/ 13994 w 178492"/>
                    <a:gd name="connsiteY22" fmla="*/ 96194 h 116287"/>
                    <a:gd name="connsiteX23" fmla="*/ 10401 w 178492"/>
                    <a:gd name="connsiteY23" fmla="*/ 95486 h 116287"/>
                    <a:gd name="connsiteX24" fmla="*/ 0 w 178492"/>
                    <a:gd name="connsiteY24" fmla="*/ 105887 h 116287"/>
                    <a:gd name="connsiteX25" fmla="*/ 10401 w 178492"/>
                    <a:gd name="connsiteY25" fmla="*/ 116288 h 116287"/>
                    <a:gd name="connsiteX26" fmla="*/ 20801 w 178492"/>
                    <a:gd name="connsiteY26" fmla="*/ 105887 h 116287"/>
                    <a:gd name="connsiteX27" fmla="*/ 20693 w 178492"/>
                    <a:gd name="connsiteY27" fmla="*/ 104852 h 116287"/>
                    <a:gd name="connsiteX28" fmla="*/ 27281 w 178492"/>
                    <a:gd name="connsiteY28" fmla="*/ 106595 h 116287"/>
                    <a:gd name="connsiteX29" fmla="*/ 41004 w 178492"/>
                    <a:gd name="connsiteY29" fmla="*/ 92873 h 116287"/>
                    <a:gd name="connsiteX30" fmla="*/ 40513 w 178492"/>
                    <a:gd name="connsiteY30" fmla="*/ 89442 h 116287"/>
                    <a:gd name="connsiteX31" fmla="*/ 54127 w 178492"/>
                    <a:gd name="connsiteY31" fmla="*/ 95486 h 116287"/>
                    <a:gd name="connsiteX32" fmla="*/ 72696 w 178492"/>
                    <a:gd name="connsiteY32" fmla="*/ 76918 h 116287"/>
                    <a:gd name="connsiteX33" fmla="*/ 71824 w 178492"/>
                    <a:gd name="connsiteY33" fmla="*/ 71527 h 116287"/>
                    <a:gd name="connsiteX34" fmla="*/ 79231 w 178492"/>
                    <a:gd name="connsiteY34" fmla="*/ 72670 h 116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78492" h="116287">
                      <a:moveTo>
                        <a:pt x="79231" y="72670"/>
                      </a:moveTo>
                      <a:cubicBezTo>
                        <a:pt x="84893" y="73269"/>
                        <a:pt x="90883" y="73323"/>
                        <a:pt x="97581" y="71962"/>
                      </a:cubicBezTo>
                      <a:cubicBezTo>
                        <a:pt x="104170" y="70438"/>
                        <a:pt x="110378" y="67551"/>
                        <a:pt x="115333" y="63359"/>
                      </a:cubicBezTo>
                      <a:cubicBezTo>
                        <a:pt x="120397" y="59220"/>
                        <a:pt x="124754" y="54700"/>
                        <a:pt x="129164" y="50616"/>
                      </a:cubicBezTo>
                      <a:cubicBezTo>
                        <a:pt x="133630" y="46532"/>
                        <a:pt x="137659" y="42339"/>
                        <a:pt x="141689" y="38255"/>
                      </a:cubicBezTo>
                      <a:cubicBezTo>
                        <a:pt x="145555" y="34062"/>
                        <a:pt x="149367" y="29815"/>
                        <a:pt x="153233" y="25785"/>
                      </a:cubicBezTo>
                      <a:cubicBezTo>
                        <a:pt x="160802" y="17508"/>
                        <a:pt x="168698" y="9939"/>
                        <a:pt x="177792" y="3024"/>
                      </a:cubicBezTo>
                      <a:lnTo>
                        <a:pt x="177846" y="2969"/>
                      </a:lnTo>
                      <a:cubicBezTo>
                        <a:pt x="178336" y="2588"/>
                        <a:pt x="178609" y="1935"/>
                        <a:pt x="178445" y="1336"/>
                      </a:cubicBezTo>
                      <a:cubicBezTo>
                        <a:pt x="178282" y="410"/>
                        <a:pt x="177356" y="-135"/>
                        <a:pt x="176485" y="29"/>
                      </a:cubicBezTo>
                      <a:cubicBezTo>
                        <a:pt x="164941" y="2370"/>
                        <a:pt x="153777" y="7325"/>
                        <a:pt x="143377" y="12771"/>
                      </a:cubicBezTo>
                      <a:cubicBezTo>
                        <a:pt x="138204" y="15548"/>
                        <a:pt x="133194" y="18434"/>
                        <a:pt x="128184" y="21211"/>
                      </a:cubicBezTo>
                      <a:cubicBezTo>
                        <a:pt x="123338" y="24097"/>
                        <a:pt x="118546" y="26983"/>
                        <a:pt x="113809" y="29488"/>
                      </a:cubicBezTo>
                      <a:cubicBezTo>
                        <a:pt x="109071" y="32048"/>
                        <a:pt x="104061" y="33899"/>
                        <a:pt x="99269" y="35315"/>
                      </a:cubicBezTo>
                      <a:cubicBezTo>
                        <a:pt x="94477" y="36948"/>
                        <a:pt x="90339" y="38636"/>
                        <a:pt x="86418" y="41250"/>
                      </a:cubicBezTo>
                      <a:cubicBezTo>
                        <a:pt x="82443" y="43755"/>
                        <a:pt x="77488" y="46641"/>
                        <a:pt x="72369" y="50616"/>
                      </a:cubicBezTo>
                      <a:cubicBezTo>
                        <a:pt x="68993" y="53339"/>
                        <a:pt x="65563" y="56606"/>
                        <a:pt x="62785" y="60581"/>
                      </a:cubicBezTo>
                      <a:cubicBezTo>
                        <a:pt x="60172" y="59220"/>
                        <a:pt x="57286" y="58349"/>
                        <a:pt x="54127" y="58349"/>
                      </a:cubicBezTo>
                      <a:cubicBezTo>
                        <a:pt x="43889" y="58349"/>
                        <a:pt x="35558" y="66680"/>
                        <a:pt x="35558" y="76918"/>
                      </a:cubicBezTo>
                      <a:cubicBezTo>
                        <a:pt x="35558" y="79041"/>
                        <a:pt x="35994" y="81002"/>
                        <a:pt x="36647" y="82907"/>
                      </a:cubicBezTo>
                      <a:cubicBezTo>
                        <a:pt x="34197" y="80620"/>
                        <a:pt x="30930" y="79150"/>
                        <a:pt x="27281" y="79150"/>
                      </a:cubicBezTo>
                      <a:cubicBezTo>
                        <a:pt x="19712" y="79150"/>
                        <a:pt x="13559" y="85303"/>
                        <a:pt x="13559" y="92873"/>
                      </a:cubicBezTo>
                      <a:cubicBezTo>
                        <a:pt x="13559" y="94016"/>
                        <a:pt x="13722" y="95105"/>
                        <a:pt x="13994" y="96194"/>
                      </a:cubicBezTo>
                      <a:cubicBezTo>
                        <a:pt x="12851" y="95758"/>
                        <a:pt x="11653" y="95486"/>
                        <a:pt x="10401" y="95486"/>
                      </a:cubicBezTo>
                      <a:cubicBezTo>
                        <a:pt x="4628" y="95486"/>
                        <a:pt x="0" y="100169"/>
                        <a:pt x="0" y="105887"/>
                      </a:cubicBezTo>
                      <a:cubicBezTo>
                        <a:pt x="0" y="111605"/>
                        <a:pt x="4683" y="116288"/>
                        <a:pt x="10401" y="116288"/>
                      </a:cubicBezTo>
                      <a:cubicBezTo>
                        <a:pt x="16118" y="116288"/>
                        <a:pt x="20801" y="111605"/>
                        <a:pt x="20801" y="105887"/>
                      </a:cubicBezTo>
                      <a:cubicBezTo>
                        <a:pt x="20801" y="105506"/>
                        <a:pt x="20747" y="105179"/>
                        <a:pt x="20693" y="104852"/>
                      </a:cubicBezTo>
                      <a:cubicBezTo>
                        <a:pt x="22653" y="105941"/>
                        <a:pt x="24885" y="106595"/>
                        <a:pt x="27281" y="106595"/>
                      </a:cubicBezTo>
                      <a:cubicBezTo>
                        <a:pt x="34851" y="106595"/>
                        <a:pt x="41004" y="100442"/>
                        <a:pt x="41004" y="92873"/>
                      </a:cubicBezTo>
                      <a:cubicBezTo>
                        <a:pt x="41004" y="91674"/>
                        <a:pt x="40786" y="90531"/>
                        <a:pt x="40513" y="89442"/>
                      </a:cubicBezTo>
                      <a:cubicBezTo>
                        <a:pt x="43889" y="93145"/>
                        <a:pt x="48736" y="95486"/>
                        <a:pt x="54127" y="95486"/>
                      </a:cubicBezTo>
                      <a:cubicBezTo>
                        <a:pt x="64364" y="95486"/>
                        <a:pt x="72696" y="87155"/>
                        <a:pt x="72696" y="76918"/>
                      </a:cubicBezTo>
                      <a:cubicBezTo>
                        <a:pt x="72696" y="75012"/>
                        <a:pt x="72315" y="73269"/>
                        <a:pt x="71824" y="71527"/>
                      </a:cubicBezTo>
                      <a:cubicBezTo>
                        <a:pt x="74275" y="72017"/>
                        <a:pt x="76725" y="72398"/>
                        <a:pt x="79231" y="72670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4" name="Forme libre : forme 1033">
                  <a:extLst>
                    <a:ext uri="{FF2B5EF4-FFF2-40B4-BE49-F238E27FC236}">
                      <a16:creationId xmlns:a16="http://schemas.microsoft.com/office/drawing/2014/main" id="{220D5506-C8DA-417F-A797-70650B85357D}"/>
                    </a:ext>
                  </a:extLst>
                </p:cNvPr>
                <p:cNvSpPr/>
                <p:nvPr/>
              </p:nvSpPr>
              <p:spPr>
                <a:xfrm>
                  <a:off x="7956332" y="4913803"/>
                  <a:ext cx="34229" cy="210150"/>
                </a:xfrm>
                <a:custGeom>
                  <a:avLst/>
                  <a:gdLst>
                    <a:gd name="connsiteX0" fmla="*/ 27336 w 34229"/>
                    <a:gd name="connsiteY0" fmla="*/ 95403 h 210150"/>
                    <a:gd name="connsiteX1" fmla="*/ 20801 w 34229"/>
                    <a:gd name="connsiteY1" fmla="*/ 84295 h 210150"/>
                    <a:gd name="connsiteX2" fmla="*/ 30222 w 34229"/>
                    <a:gd name="connsiteY2" fmla="*/ 70355 h 210150"/>
                    <a:gd name="connsiteX3" fmla="*/ 24395 w 34229"/>
                    <a:gd name="connsiteY3" fmla="*/ 58538 h 210150"/>
                    <a:gd name="connsiteX4" fmla="*/ 31638 w 34229"/>
                    <a:gd name="connsiteY4" fmla="*/ 47103 h 210150"/>
                    <a:gd name="connsiteX5" fmla="*/ 22870 w 34229"/>
                    <a:gd name="connsiteY5" fmla="*/ 35123 h 210150"/>
                    <a:gd name="connsiteX6" fmla="*/ 26355 w 34229"/>
                    <a:gd name="connsiteY6" fmla="*/ 26628 h 210150"/>
                    <a:gd name="connsiteX7" fmla="*/ 21346 w 34229"/>
                    <a:gd name="connsiteY7" fmla="*/ 16826 h 210150"/>
                    <a:gd name="connsiteX8" fmla="*/ 26246 w 34229"/>
                    <a:gd name="connsiteY8" fmla="*/ 8931 h 210150"/>
                    <a:gd name="connsiteX9" fmla="*/ 17317 w 34229"/>
                    <a:gd name="connsiteY9" fmla="*/ 0 h 210150"/>
                    <a:gd name="connsiteX10" fmla="*/ 8386 w 34229"/>
                    <a:gd name="connsiteY10" fmla="*/ 8931 h 210150"/>
                    <a:gd name="connsiteX11" fmla="*/ 10836 w 34229"/>
                    <a:gd name="connsiteY11" fmla="*/ 15029 h 210150"/>
                    <a:gd name="connsiteX12" fmla="*/ 2069 w 34229"/>
                    <a:gd name="connsiteY12" fmla="*/ 26628 h 210150"/>
                    <a:gd name="connsiteX13" fmla="*/ 10128 w 34229"/>
                    <a:gd name="connsiteY13" fmla="*/ 38009 h 210150"/>
                    <a:gd name="connsiteX14" fmla="*/ 6262 w 34229"/>
                    <a:gd name="connsiteY14" fmla="*/ 47103 h 210150"/>
                    <a:gd name="connsiteX15" fmla="*/ 10074 w 34229"/>
                    <a:gd name="connsiteY15" fmla="*/ 56142 h 210150"/>
                    <a:gd name="connsiteX16" fmla="*/ 0 w 34229"/>
                    <a:gd name="connsiteY16" fmla="*/ 70300 h 210150"/>
                    <a:gd name="connsiteX17" fmla="*/ 10128 w 34229"/>
                    <a:gd name="connsiteY17" fmla="*/ 84512 h 210150"/>
                    <a:gd name="connsiteX18" fmla="*/ 4193 w 34229"/>
                    <a:gd name="connsiteY18" fmla="*/ 96275 h 210150"/>
                    <a:gd name="connsiteX19" fmla="*/ 327 w 34229"/>
                    <a:gd name="connsiteY19" fmla="*/ 113155 h 210150"/>
                    <a:gd name="connsiteX20" fmla="*/ 1851 w 34229"/>
                    <a:gd name="connsiteY20" fmla="*/ 129709 h 210150"/>
                    <a:gd name="connsiteX21" fmla="*/ 6589 w 34229"/>
                    <a:gd name="connsiteY21" fmla="*/ 145773 h 210150"/>
                    <a:gd name="connsiteX22" fmla="*/ 10564 w 34229"/>
                    <a:gd name="connsiteY22" fmla="*/ 161728 h 210150"/>
                    <a:gd name="connsiteX23" fmla="*/ 15084 w 34229"/>
                    <a:gd name="connsiteY23" fmla="*/ 177520 h 210150"/>
                    <a:gd name="connsiteX24" fmla="*/ 24940 w 34229"/>
                    <a:gd name="connsiteY24" fmla="*/ 208994 h 210150"/>
                    <a:gd name="connsiteX25" fmla="*/ 26301 w 34229"/>
                    <a:gd name="connsiteY25" fmla="*/ 210137 h 210150"/>
                    <a:gd name="connsiteX26" fmla="*/ 28207 w 34229"/>
                    <a:gd name="connsiteY26" fmla="*/ 208722 h 210150"/>
                    <a:gd name="connsiteX27" fmla="*/ 31311 w 34229"/>
                    <a:gd name="connsiteY27" fmla="*/ 175668 h 210150"/>
                    <a:gd name="connsiteX28" fmla="*/ 32128 w 34229"/>
                    <a:gd name="connsiteY28" fmla="*/ 159223 h 210150"/>
                    <a:gd name="connsiteX29" fmla="*/ 32509 w 34229"/>
                    <a:gd name="connsiteY29" fmla="*/ 142941 h 210150"/>
                    <a:gd name="connsiteX30" fmla="*/ 33979 w 34229"/>
                    <a:gd name="connsiteY30" fmla="*/ 126714 h 210150"/>
                    <a:gd name="connsiteX31" fmla="*/ 32836 w 34229"/>
                    <a:gd name="connsiteY31" fmla="*/ 110922 h 210150"/>
                    <a:gd name="connsiteX32" fmla="*/ 27336 w 34229"/>
                    <a:gd name="connsiteY32" fmla="*/ 95403 h 210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4229" h="210150">
                      <a:moveTo>
                        <a:pt x="27336" y="95403"/>
                      </a:moveTo>
                      <a:cubicBezTo>
                        <a:pt x="25539" y="91755"/>
                        <a:pt x="23470" y="88052"/>
                        <a:pt x="20801" y="84295"/>
                      </a:cubicBezTo>
                      <a:cubicBezTo>
                        <a:pt x="26301" y="82062"/>
                        <a:pt x="30222" y="76671"/>
                        <a:pt x="30222" y="70355"/>
                      </a:cubicBezTo>
                      <a:cubicBezTo>
                        <a:pt x="30222" y="65563"/>
                        <a:pt x="27935" y="61315"/>
                        <a:pt x="24395" y="58538"/>
                      </a:cubicBezTo>
                      <a:cubicBezTo>
                        <a:pt x="28697" y="56523"/>
                        <a:pt x="31638" y="52167"/>
                        <a:pt x="31638" y="47103"/>
                      </a:cubicBezTo>
                      <a:cubicBezTo>
                        <a:pt x="31638" y="41494"/>
                        <a:pt x="27935" y="36756"/>
                        <a:pt x="22870" y="35123"/>
                      </a:cubicBezTo>
                      <a:cubicBezTo>
                        <a:pt x="24994" y="32945"/>
                        <a:pt x="26355" y="29950"/>
                        <a:pt x="26355" y="26628"/>
                      </a:cubicBezTo>
                      <a:cubicBezTo>
                        <a:pt x="26355" y="22598"/>
                        <a:pt x="24341" y="19059"/>
                        <a:pt x="21346" y="16826"/>
                      </a:cubicBezTo>
                      <a:cubicBezTo>
                        <a:pt x="24232" y="15356"/>
                        <a:pt x="26246" y="12361"/>
                        <a:pt x="26246" y="8931"/>
                      </a:cubicBezTo>
                      <a:cubicBezTo>
                        <a:pt x="26246" y="4030"/>
                        <a:pt x="22271" y="0"/>
                        <a:pt x="17317" y="0"/>
                      </a:cubicBezTo>
                      <a:cubicBezTo>
                        <a:pt x="12361" y="0"/>
                        <a:pt x="8386" y="3975"/>
                        <a:pt x="8386" y="8931"/>
                      </a:cubicBezTo>
                      <a:cubicBezTo>
                        <a:pt x="8386" y="11326"/>
                        <a:pt x="9311" y="13450"/>
                        <a:pt x="10836" y="15029"/>
                      </a:cubicBezTo>
                      <a:cubicBezTo>
                        <a:pt x="5772" y="16500"/>
                        <a:pt x="2069" y="21074"/>
                        <a:pt x="2069" y="26628"/>
                      </a:cubicBezTo>
                      <a:cubicBezTo>
                        <a:pt x="2069" y="31910"/>
                        <a:pt x="5445" y="36321"/>
                        <a:pt x="10128" y="38009"/>
                      </a:cubicBezTo>
                      <a:cubicBezTo>
                        <a:pt x="7733" y="40296"/>
                        <a:pt x="6262" y="43509"/>
                        <a:pt x="6262" y="47103"/>
                      </a:cubicBezTo>
                      <a:cubicBezTo>
                        <a:pt x="6262" y="50642"/>
                        <a:pt x="7733" y="53855"/>
                        <a:pt x="10074" y="56142"/>
                      </a:cubicBezTo>
                      <a:cubicBezTo>
                        <a:pt x="4193" y="58211"/>
                        <a:pt x="0" y="63766"/>
                        <a:pt x="0" y="70300"/>
                      </a:cubicBezTo>
                      <a:cubicBezTo>
                        <a:pt x="0" y="76889"/>
                        <a:pt x="4248" y="82443"/>
                        <a:pt x="10128" y="84512"/>
                      </a:cubicBezTo>
                      <a:cubicBezTo>
                        <a:pt x="7569" y="88379"/>
                        <a:pt x="5718" y="92299"/>
                        <a:pt x="4193" y="96275"/>
                      </a:cubicBezTo>
                      <a:cubicBezTo>
                        <a:pt x="2178" y="101883"/>
                        <a:pt x="871" y="107546"/>
                        <a:pt x="327" y="113155"/>
                      </a:cubicBezTo>
                      <a:cubicBezTo>
                        <a:pt x="-273" y="118764"/>
                        <a:pt x="273" y="124318"/>
                        <a:pt x="1851" y="129709"/>
                      </a:cubicBezTo>
                      <a:cubicBezTo>
                        <a:pt x="3485" y="135100"/>
                        <a:pt x="5336" y="140437"/>
                        <a:pt x="6589" y="145773"/>
                      </a:cubicBezTo>
                      <a:lnTo>
                        <a:pt x="10564" y="161728"/>
                      </a:lnTo>
                      <a:lnTo>
                        <a:pt x="15084" y="177520"/>
                      </a:lnTo>
                      <a:cubicBezTo>
                        <a:pt x="18296" y="188029"/>
                        <a:pt x="21401" y="198484"/>
                        <a:pt x="24940" y="208994"/>
                      </a:cubicBezTo>
                      <a:cubicBezTo>
                        <a:pt x="25158" y="209593"/>
                        <a:pt x="25648" y="210028"/>
                        <a:pt x="26301" y="210137"/>
                      </a:cubicBezTo>
                      <a:cubicBezTo>
                        <a:pt x="27227" y="210246"/>
                        <a:pt x="28098" y="209647"/>
                        <a:pt x="28207" y="208722"/>
                      </a:cubicBezTo>
                      <a:cubicBezTo>
                        <a:pt x="29841" y="197668"/>
                        <a:pt x="30549" y="186668"/>
                        <a:pt x="31311" y="175668"/>
                      </a:cubicBezTo>
                      <a:lnTo>
                        <a:pt x="32128" y="159223"/>
                      </a:lnTo>
                      <a:lnTo>
                        <a:pt x="32509" y="142941"/>
                      </a:lnTo>
                      <a:cubicBezTo>
                        <a:pt x="32618" y="137550"/>
                        <a:pt x="33380" y="132105"/>
                        <a:pt x="33979" y="126714"/>
                      </a:cubicBezTo>
                      <a:cubicBezTo>
                        <a:pt x="34524" y="121323"/>
                        <a:pt x="34197" y="116096"/>
                        <a:pt x="32836" y="110922"/>
                      </a:cubicBezTo>
                      <a:cubicBezTo>
                        <a:pt x="31638" y="105750"/>
                        <a:pt x="29841" y="100576"/>
                        <a:pt x="27336" y="95403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5" name="Forme libre : forme 1034">
                  <a:extLst>
                    <a:ext uri="{FF2B5EF4-FFF2-40B4-BE49-F238E27FC236}">
                      <a16:creationId xmlns:a16="http://schemas.microsoft.com/office/drawing/2014/main" id="{444968A0-6CC4-4F99-911E-2F8F8E6951B5}"/>
                    </a:ext>
                  </a:extLst>
                </p:cNvPr>
                <p:cNvSpPr/>
                <p:nvPr/>
              </p:nvSpPr>
              <p:spPr>
                <a:xfrm>
                  <a:off x="8001311" y="4897848"/>
                  <a:ext cx="59517" cy="232820"/>
                </a:xfrm>
                <a:custGeom>
                  <a:avLst/>
                  <a:gdLst>
                    <a:gd name="connsiteX0" fmla="*/ 16391 w 59517"/>
                    <a:gd name="connsiteY0" fmla="*/ 193964 h 232820"/>
                    <a:gd name="connsiteX1" fmla="*/ 21509 w 59517"/>
                    <a:gd name="connsiteY1" fmla="*/ 175015 h 232820"/>
                    <a:gd name="connsiteX2" fmla="*/ 26519 w 59517"/>
                    <a:gd name="connsiteY2" fmla="*/ 156500 h 232820"/>
                    <a:gd name="connsiteX3" fmla="*/ 33217 w 59517"/>
                    <a:gd name="connsiteY3" fmla="*/ 138966 h 232820"/>
                    <a:gd name="connsiteX4" fmla="*/ 38281 w 59517"/>
                    <a:gd name="connsiteY4" fmla="*/ 121759 h 232820"/>
                    <a:gd name="connsiteX5" fmla="*/ 41330 w 59517"/>
                    <a:gd name="connsiteY5" fmla="*/ 86854 h 232820"/>
                    <a:gd name="connsiteX6" fmla="*/ 42038 w 59517"/>
                    <a:gd name="connsiteY6" fmla="*/ 86908 h 232820"/>
                    <a:gd name="connsiteX7" fmla="*/ 58919 w 59517"/>
                    <a:gd name="connsiteY7" fmla="*/ 70028 h 232820"/>
                    <a:gd name="connsiteX8" fmla="*/ 49389 w 59517"/>
                    <a:gd name="connsiteY8" fmla="*/ 54890 h 232820"/>
                    <a:gd name="connsiteX9" fmla="*/ 53147 w 59517"/>
                    <a:gd name="connsiteY9" fmla="*/ 46068 h 232820"/>
                    <a:gd name="connsiteX10" fmla="*/ 48464 w 59517"/>
                    <a:gd name="connsiteY10" fmla="*/ 36484 h 232820"/>
                    <a:gd name="connsiteX11" fmla="*/ 59518 w 59517"/>
                    <a:gd name="connsiteY11" fmla="*/ 25049 h 232820"/>
                    <a:gd name="connsiteX12" fmla="*/ 53964 w 59517"/>
                    <a:gd name="connsiteY12" fmla="*/ 15247 h 232820"/>
                    <a:gd name="connsiteX13" fmla="*/ 58647 w 59517"/>
                    <a:gd name="connsiteY13" fmla="*/ 8005 h 232820"/>
                    <a:gd name="connsiteX14" fmla="*/ 50642 w 59517"/>
                    <a:gd name="connsiteY14" fmla="*/ 0 h 232820"/>
                    <a:gd name="connsiteX15" fmla="*/ 42637 w 59517"/>
                    <a:gd name="connsiteY15" fmla="*/ 8005 h 232820"/>
                    <a:gd name="connsiteX16" fmla="*/ 45305 w 59517"/>
                    <a:gd name="connsiteY16" fmla="*/ 13940 h 232820"/>
                    <a:gd name="connsiteX17" fmla="*/ 36538 w 59517"/>
                    <a:gd name="connsiteY17" fmla="*/ 25049 h 232820"/>
                    <a:gd name="connsiteX18" fmla="*/ 40677 w 59517"/>
                    <a:gd name="connsiteY18" fmla="*/ 33816 h 232820"/>
                    <a:gd name="connsiteX19" fmla="*/ 28588 w 59517"/>
                    <a:gd name="connsiteY19" fmla="*/ 46068 h 232820"/>
                    <a:gd name="connsiteX20" fmla="*/ 33271 w 59517"/>
                    <a:gd name="connsiteY20" fmla="*/ 55597 h 232820"/>
                    <a:gd name="connsiteX21" fmla="*/ 25103 w 59517"/>
                    <a:gd name="connsiteY21" fmla="*/ 69973 h 232820"/>
                    <a:gd name="connsiteX22" fmla="*/ 32237 w 59517"/>
                    <a:gd name="connsiteY22" fmla="*/ 83695 h 232820"/>
                    <a:gd name="connsiteX23" fmla="*/ 7351 w 59517"/>
                    <a:gd name="connsiteY23" fmla="*/ 111195 h 232820"/>
                    <a:gd name="connsiteX24" fmla="*/ 1742 w 59517"/>
                    <a:gd name="connsiteY24" fmla="*/ 131452 h 232820"/>
                    <a:gd name="connsiteX25" fmla="*/ 762 w 59517"/>
                    <a:gd name="connsiteY25" fmla="*/ 152144 h 232820"/>
                    <a:gd name="connsiteX26" fmla="*/ 0 w 59517"/>
                    <a:gd name="connsiteY26" fmla="*/ 172183 h 232820"/>
                    <a:gd name="connsiteX27" fmla="*/ 218 w 59517"/>
                    <a:gd name="connsiteY27" fmla="*/ 191950 h 232820"/>
                    <a:gd name="connsiteX28" fmla="*/ 708 w 59517"/>
                    <a:gd name="connsiteY28" fmla="*/ 231156 h 232820"/>
                    <a:gd name="connsiteX29" fmla="*/ 1742 w 59517"/>
                    <a:gd name="connsiteY29" fmla="*/ 232681 h 232820"/>
                    <a:gd name="connsiteX30" fmla="*/ 3921 w 59517"/>
                    <a:gd name="connsiteY30" fmla="*/ 231810 h 232820"/>
                    <a:gd name="connsiteX31" fmla="*/ 16391 w 59517"/>
                    <a:gd name="connsiteY31" fmla="*/ 193964 h 232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59517" h="232820">
                      <a:moveTo>
                        <a:pt x="16391" y="193964"/>
                      </a:moveTo>
                      <a:lnTo>
                        <a:pt x="21509" y="175015"/>
                      </a:lnTo>
                      <a:cubicBezTo>
                        <a:pt x="23088" y="168752"/>
                        <a:pt x="24722" y="162545"/>
                        <a:pt x="26519" y="156500"/>
                      </a:cubicBezTo>
                      <a:cubicBezTo>
                        <a:pt x="28261" y="150456"/>
                        <a:pt x="30712" y="144629"/>
                        <a:pt x="33217" y="138966"/>
                      </a:cubicBezTo>
                      <a:cubicBezTo>
                        <a:pt x="35668" y="133303"/>
                        <a:pt x="37355" y="127640"/>
                        <a:pt x="38281" y="121759"/>
                      </a:cubicBezTo>
                      <a:cubicBezTo>
                        <a:pt x="39969" y="110922"/>
                        <a:pt x="41221" y="100304"/>
                        <a:pt x="41330" y="86854"/>
                      </a:cubicBezTo>
                      <a:cubicBezTo>
                        <a:pt x="41548" y="86854"/>
                        <a:pt x="41766" y="86908"/>
                        <a:pt x="42038" y="86908"/>
                      </a:cubicBezTo>
                      <a:cubicBezTo>
                        <a:pt x="51350" y="86908"/>
                        <a:pt x="58919" y="79339"/>
                        <a:pt x="58919" y="70028"/>
                      </a:cubicBezTo>
                      <a:cubicBezTo>
                        <a:pt x="58919" y="63330"/>
                        <a:pt x="54998" y="57612"/>
                        <a:pt x="49389" y="54890"/>
                      </a:cubicBezTo>
                      <a:cubicBezTo>
                        <a:pt x="51677" y="52657"/>
                        <a:pt x="53147" y="49553"/>
                        <a:pt x="53147" y="46068"/>
                      </a:cubicBezTo>
                      <a:cubicBezTo>
                        <a:pt x="53147" y="42147"/>
                        <a:pt x="51296" y="38717"/>
                        <a:pt x="48464" y="36484"/>
                      </a:cubicBezTo>
                      <a:cubicBezTo>
                        <a:pt x="54617" y="36266"/>
                        <a:pt x="59518" y="31256"/>
                        <a:pt x="59518" y="25049"/>
                      </a:cubicBezTo>
                      <a:cubicBezTo>
                        <a:pt x="59518" y="20856"/>
                        <a:pt x="57286" y="17262"/>
                        <a:pt x="53964" y="15247"/>
                      </a:cubicBezTo>
                      <a:cubicBezTo>
                        <a:pt x="56741" y="13995"/>
                        <a:pt x="58647" y="11217"/>
                        <a:pt x="58647" y="8005"/>
                      </a:cubicBezTo>
                      <a:cubicBezTo>
                        <a:pt x="58647" y="3594"/>
                        <a:pt x="55053" y="0"/>
                        <a:pt x="50642" y="0"/>
                      </a:cubicBezTo>
                      <a:cubicBezTo>
                        <a:pt x="46231" y="0"/>
                        <a:pt x="42637" y="3594"/>
                        <a:pt x="42637" y="8005"/>
                      </a:cubicBezTo>
                      <a:cubicBezTo>
                        <a:pt x="42637" y="10401"/>
                        <a:pt x="43672" y="12470"/>
                        <a:pt x="45305" y="13940"/>
                      </a:cubicBezTo>
                      <a:cubicBezTo>
                        <a:pt x="40296" y="15138"/>
                        <a:pt x="36538" y="19658"/>
                        <a:pt x="36538" y="25049"/>
                      </a:cubicBezTo>
                      <a:cubicBezTo>
                        <a:pt x="36538" y="28588"/>
                        <a:pt x="38172" y="31692"/>
                        <a:pt x="40677" y="33816"/>
                      </a:cubicBezTo>
                      <a:cubicBezTo>
                        <a:pt x="33979" y="33925"/>
                        <a:pt x="28588" y="39370"/>
                        <a:pt x="28588" y="46068"/>
                      </a:cubicBezTo>
                      <a:cubicBezTo>
                        <a:pt x="28588" y="49934"/>
                        <a:pt x="30439" y="53365"/>
                        <a:pt x="33271" y="55597"/>
                      </a:cubicBezTo>
                      <a:cubicBezTo>
                        <a:pt x="28425" y="58538"/>
                        <a:pt x="25103" y="63875"/>
                        <a:pt x="25103" y="69973"/>
                      </a:cubicBezTo>
                      <a:cubicBezTo>
                        <a:pt x="25103" y="75636"/>
                        <a:pt x="27935" y="80646"/>
                        <a:pt x="32237" y="83695"/>
                      </a:cubicBezTo>
                      <a:cubicBezTo>
                        <a:pt x="20747" y="90121"/>
                        <a:pt x="12851" y="100467"/>
                        <a:pt x="7351" y="111195"/>
                      </a:cubicBezTo>
                      <a:cubicBezTo>
                        <a:pt x="4139" y="117620"/>
                        <a:pt x="2287" y="124482"/>
                        <a:pt x="1742" y="131452"/>
                      </a:cubicBezTo>
                      <a:cubicBezTo>
                        <a:pt x="1198" y="138476"/>
                        <a:pt x="1198" y="145392"/>
                        <a:pt x="762" y="152144"/>
                      </a:cubicBezTo>
                      <a:cubicBezTo>
                        <a:pt x="381" y="158896"/>
                        <a:pt x="164" y="165540"/>
                        <a:pt x="0" y="172183"/>
                      </a:cubicBezTo>
                      <a:lnTo>
                        <a:pt x="218" y="191950"/>
                      </a:lnTo>
                      <a:cubicBezTo>
                        <a:pt x="544" y="205073"/>
                        <a:pt x="762" y="217979"/>
                        <a:pt x="708" y="231156"/>
                      </a:cubicBezTo>
                      <a:cubicBezTo>
                        <a:pt x="708" y="231810"/>
                        <a:pt x="1089" y="232463"/>
                        <a:pt x="1742" y="232681"/>
                      </a:cubicBezTo>
                      <a:cubicBezTo>
                        <a:pt x="2614" y="233062"/>
                        <a:pt x="3540" y="232627"/>
                        <a:pt x="3921" y="231810"/>
                      </a:cubicBezTo>
                      <a:cubicBezTo>
                        <a:pt x="9040" y="219503"/>
                        <a:pt x="12797" y="206652"/>
                        <a:pt x="16391" y="193964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6" name="Forme libre : forme 1035">
                  <a:extLst>
                    <a:ext uri="{FF2B5EF4-FFF2-40B4-BE49-F238E27FC236}">
                      <a16:creationId xmlns:a16="http://schemas.microsoft.com/office/drawing/2014/main" id="{DAB34B22-798A-4420-9F90-6BA50FCF2874}"/>
                    </a:ext>
                  </a:extLst>
                </p:cNvPr>
                <p:cNvSpPr/>
                <p:nvPr/>
              </p:nvSpPr>
              <p:spPr>
                <a:xfrm>
                  <a:off x="8016566" y="4952574"/>
                  <a:ext cx="135037" cy="193178"/>
                </a:xfrm>
                <a:custGeom>
                  <a:avLst/>
                  <a:gdLst>
                    <a:gd name="connsiteX0" fmla="*/ 32120 w 135037"/>
                    <a:gd name="connsiteY0" fmla="*/ 99651 h 193178"/>
                    <a:gd name="connsiteX1" fmla="*/ 21610 w 135037"/>
                    <a:gd name="connsiteY1" fmla="*/ 122031 h 193178"/>
                    <a:gd name="connsiteX2" fmla="*/ 13333 w 135037"/>
                    <a:gd name="connsiteY2" fmla="*/ 145229 h 193178"/>
                    <a:gd name="connsiteX3" fmla="*/ 7289 w 135037"/>
                    <a:gd name="connsiteY3" fmla="*/ 168861 h 193178"/>
                    <a:gd name="connsiteX4" fmla="*/ 210 w 135037"/>
                    <a:gd name="connsiteY4" fmla="*/ 190643 h 193178"/>
                    <a:gd name="connsiteX5" fmla="*/ 210 w 135037"/>
                    <a:gd name="connsiteY5" fmla="*/ 190697 h 193178"/>
                    <a:gd name="connsiteX6" fmla="*/ 373 w 135037"/>
                    <a:gd name="connsiteY6" fmla="*/ 192603 h 193178"/>
                    <a:gd name="connsiteX7" fmla="*/ 2715 w 135037"/>
                    <a:gd name="connsiteY7" fmla="*/ 192767 h 193178"/>
                    <a:gd name="connsiteX8" fmla="*/ 16927 w 135037"/>
                    <a:gd name="connsiteY8" fmla="*/ 172346 h 193178"/>
                    <a:gd name="connsiteX9" fmla="*/ 28308 w 135037"/>
                    <a:gd name="connsiteY9" fmla="*/ 151817 h 193178"/>
                    <a:gd name="connsiteX10" fmla="*/ 40778 w 135037"/>
                    <a:gd name="connsiteY10" fmla="*/ 132269 h 193178"/>
                    <a:gd name="connsiteX11" fmla="*/ 54174 w 135037"/>
                    <a:gd name="connsiteY11" fmla="*/ 113645 h 193178"/>
                    <a:gd name="connsiteX12" fmla="*/ 69529 w 135037"/>
                    <a:gd name="connsiteY12" fmla="*/ 96710 h 193178"/>
                    <a:gd name="connsiteX13" fmla="*/ 83796 w 135037"/>
                    <a:gd name="connsiteY13" fmla="*/ 79285 h 193178"/>
                    <a:gd name="connsiteX14" fmla="*/ 95776 w 135037"/>
                    <a:gd name="connsiteY14" fmla="*/ 59464 h 193178"/>
                    <a:gd name="connsiteX15" fmla="*/ 103455 w 135037"/>
                    <a:gd name="connsiteY15" fmla="*/ 43563 h 193178"/>
                    <a:gd name="connsiteX16" fmla="*/ 106994 w 135037"/>
                    <a:gd name="connsiteY16" fmla="*/ 44162 h 193178"/>
                    <a:gd name="connsiteX17" fmla="*/ 118592 w 135037"/>
                    <a:gd name="connsiteY17" fmla="*/ 32564 h 193178"/>
                    <a:gd name="connsiteX18" fmla="*/ 116306 w 135037"/>
                    <a:gd name="connsiteY18" fmla="*/ 25702 h 193178"/>
                    <a:gd name="connsiteX19" fmla="*/ 120716 w 135037"/>
                    <a:gd name="connsiteY19" fmla="*/ 26846 h 193178"/>
                    <a:gd name="connsiteX20" fmla="*/ 129974 w 135037"/>
                    <a:gd name="connsiteY20" fmla="*/ 17589 h 193178"/>
                    <a:gd name="connsiteX21" fmla="*/ 128884 w 135037"/>
                    <a:gd name="connsiteY21" fmla="*/ 13287 h 193178"/>
                    <a:gd name="connsiteX22" fmla="*/ 135037 w 135037"/>
                    <a:gd name="connsiteY22" fmla="*/ 6698 h 193178"/>
                    <a:gd name="connsiteX23" fmla="*/ 128340 w 135037"/>
                    <a:gd name="connsiteY23" fmla="*/ 0 h 193178"/>
                    <a:gd name="connsiteX24" fmla="*/ 121642 w 135037"/>
                    <a:gd name="connsiteY24" fmla="*/ 6698 h 193178"/>
                    <a:gd name="connsiteX25" fmla="*/ 122023 w 135037"/>
                    <a:gd name="connsiteY25" fmla="*/ 8495 h 193178"/>
                    <a:gd name="connsiteX26" fmla="*/ 120771 w 135037"/>
                    <a:gd name="connsiteY26" fmla="*/ 8386 h 193178"/>
                    <a:gd name="connsiteX27" fmla="*/ 111514 w 135037"/>
                    <a:gd name="connsiteY27" fmla="*/ 17643 h 193178"/>
                    <a:gd name="connsiteX28" fmla="*/ 113038 w 135037"/>
                    <a:gd name="connsiteY28" fmla="*/ 22762 h 193178"/>
                    <a:gd name="connsiteX29" fmla="*/ 107103 w 135037"/>
                    <a:gd name="connsiteY29" fmla="*/ 21074 h 193178"/>
                    <a:gd name="connsiteX30" fmla="*/ 95504 w 135037"/>
                    <a:gd name="connsiteY30" fmla="*/ 32672 h 193178"/>
                    <a:gd name="connsiteX31" fmla="*/ 96048 w 135037"/>
                    <a:gd name="connsiteY31" fmla="*/ 36049 h 193178"/>
                    <a:gd name="connsiteX32" fmla="*/ 79604 w 135037"/>
                    <a:gd name="connsiteY32" fmla="*/ 43128 h 193178"/>
                    <a:gd name="connsiteX33" fmla="*/ 59184 w 135037"/>
                    <a:gd name="connsiteY33" fmla="*/ 57939 h 193178"/>
                    <a:gd name="connsiteX34" fmla="*/ 43664 w 135037"/>
                    <a:gd name="connsiteY34" fmla="*/ 77488 h 193178"/>
                    <a:gd name="connsiteX35" fmla="*/ 32120 w 135037"/>
                    <a:gd name="connsiteY35" fmla="*/ 99651 h 193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35037" h="193178">
                      <a:moveTo>
                        <a:pt x="32120" y="99651"/>
                      </a:moveTo>
                      <a:cubicBezTo>
                        <a:pt x="28308" y="107002"/>
                        <a:pt x="24823" y="114462"/>
                        <a:pt x="21610" y="122031"/>
                      </a:cubicBezTo>
                      <a:cubicBezTo>
                        <a:pt x="18506" y="129655"/>
                        <a:pt x="15838" y="137442"/>
                        <a:pt x="13333" y="145229"/>
                      </a:cubicBezTo>
                      <a:cubicBezTo>
                        <a:pt x="11046" y="153070"/>
                        <a:pt x="8922" y="161020"/>
                        <a:pt x="7289" y="168861"/>
                      </a:cubicBezTo>
                      <a:cubicBezTo>
                        <a:pt x="5601" y="176594"/>
                        <a:pt x="4130" y="184000"/>
                        <a:pt x="210" y="190643"/>
                      </a:cubicBezTo>
                      <a:lnTo>
                        <a:pt x="210" y="190697"/>
                      </a:lnTo>
                      <a:cubicBezTo>
                        <a:pt x="-117" y="191296"/>
                        <a:pt x="-62" y="192059"/>
                        <a:pt x="373" y="192603"/>
                      </a:cubicBezTo>
                      <a:cubicBezTo>
                        <a:pt x="972" y="193311"/>
                        <a:pt x="2007" y="193366"/>
                        <a:pt x="2715" y="192767"/>
                      </a:cubicBezTo>
                      <a:cubicBezTo>
                        <a:pt x="9086" y="187158"/>
                        <a:pt x="13279" y="179480"/>
                        <a:pt x="16927" y="172346"/>
                      </a:cubicBezTo>
                      <a:cubicBezTo>
                        <a:pt x="20630" y="165268"/>
                        <a:pt x="24333" y="158515"/>
                        <a:pt x="28308" y="151817"/>
                      </a:cubicBezTo>
                      <a:cubicBezTo>
                        <a:pt x="32283" y="145174"/>
                        <a:pt x="36367" y="138585"/>
                        <a:pt x="40778" y="132269"/>
                      </a:cubicBezTo>
                      <a:cubicBezTo>
                        <a:pt x="45025" y="125843"/>
                        <a:pt x="49491" y="119635"/>
                        <a:pt x="54174" y="113645"/>
                      </a:cubicBezTo>
                      <a:cubicBezTo>
                        <a:pt x="58802" y="107601"/>
                        <a:pt x="64193" y="102101"/>
                        <a:pt x="69529" y="96710"/>
                      </a:cubicBezTo>
                      <a:cubicBezTo>
                        <a:pt x="74920" y="91374"/>
                        <a:pt x="79604" y="85547"/>
                        <a:pt x="83796" y="79285"/>
                      </a:cubicBezTo>
                      <a:cubicBezTo>
                        <a:pt x="87989" y="72968"/>
                        <a:pt x="91964" y="66434"/>
                        <a:pt x="95776" y="59464"/>
                      </a:cubicBezTo>
                      <a:cubicBezTo>
                        <a:pt x="98445" y="54400"/>
                        <a:pt x="101113" y="49281"/>
                        <a:pt x="103455" y="43563"/>
                      </a:cubicBezTo>
                      <a:cubicBezTo>
                        <a:pt x="104598" y="43944"/>
                        <a:pt x="105741" y="44162"/>
                        <a:pt x="106994" y="44162"/>
                      </a:cubicBezTo>
                      <a:cubicBezTo>
                        <a:pt x="113365" y="44162"/>
                        <a:pt x="118592" y="38989"/>
                        <a:pt x="118592" y="32564"/>
                      </a:cubicBezTo>
                      <a:cubicBezTo>
                        <a:pt x="118592" y="30004"/>
                        <a:pt x="117721" y="27608"/>
                        <a:pt x="116306" y="25702"/>
                      </a:cubicBezTo>
                      <a:cubicBezTo>
                        <a:pt x="117612" y="26410"/>
                        <a:pt x="119083" y="26846"/>
                        <a:pt x="120716" y="26846"/>
                      </a:cubicBezTo>
                      <a:cubicBezTo>
                        <a:pt x="125835" y="26846"/>
                        <a:pt x="129974" y="22707"/>
                        <a:pt x="129974" y="17589"/>
                      </a:cubicBezTo>
                      <a:cubicBezTo>
                        <a:pt x="129974" y="16009"/>
                        <a:pt x="129538" y="14594"/>
                        <a:pt x="128884" y="13287"/>
                      </a:cubicBezTo>
                      <a:cubicBezTo>
                        <a:pt x="132315" y="13015"/>
                        <a:pt x="135037" y="10183"/>
                        <a:pt x="135037" y="6698"/>
                      </a:cubicBezTo>
                      <a:cubicBezTo>
                        <a:pt x="135037" y="2995"/>
                        <a:pt x="132043" y="0"/>
                        <a:pt x="128340" y="0"/>
                      </a:cubicBezTo>
                      <a:cubicBezTo>
                        <a:pt x="124637" y="0"/>
                        <a:pt x="121642" y="2995"/>
                        <a:pt x="121642" y="6698"/>
                      </a:cubicBezTo>
                      <a:cubicBezTo>
                        <a:pt x="121642" y="7351"/>
                        <a:pt x="121859" y="7896"/>
                        <a:pt x="122023" y="8495"/>
                      </a:cubicBezTo>
                      <a:cubicBezTo>
                        <a:pt x="121587" y="8441"/>
                        <a:pt x="121206" y="8386"/>
                        <a:pt x="120771" y="8386"/>
                      </a:cubicBezTo>
                      <a:cubicBezTo>
                        <a:pt x="115652" y="8386"/>
                        <a:pt x="111514" y="12525"/>
                        <a:pt x="111514" y="17643"/>
                      </a:cubicBezTo>
                      <a:cubicBezTo>
                        <a:pt x="111514" y="19549"/>
                        <a:pt x="112058" y="21292"/>
                        <a:pt x="113038" y="22762"/>
                      </a:cubicBezTo>
                      <a:cubicBezTo>
                        <a:pt x="111296" y="21727"/>
                        <a:pt x="109281" y="21074"/>
                        <a:pt x="107103" y="21074"/>
                      </a:cubicBezTo>
                      <a:cubicBezTo>
                        <a:pt x="100677" y="21074"/>
                        <a:pt x="95504" y="26247"/>
                        <a:pt x="95504" y="32672"/>
                      </a:cubicBezTo>
                      <a:cubicBezTo>
                        <a:pt x="95504" y="33870"/>
                        <a:pt x="95722" y="34960"/>
                        <a:pt x="96048" y="36049"/>
                      </a:cubicBezTo>
                      <a:cubicBezTo>
                        <a:pt x="90222" y="37845"/>
                        <a:pt x="84777" y="40296"/>
                        <a:pt x="79604" y="43128"/>
                      </a:cubicBezTo>
                      <a:cubicBezTo>
                        <a:pt x="72144" y="47266"/>
                        <a:pt x="65337" y="52276"/>
                        <a:pt x="59184" y="57939"/>
                      </a:cubicBezTo>
                      <a:cubicBezTo>
                        <a:pt x="52976" y="63548"/>
                        <a:pt x="47802" y="70191"/>
                        <a:pt x="43664" y="77488"/>
                      </a:cubicBezTo>
                      <a:cubicBezTo>
                        <a:pt x="39580" y="84785"/>
                        <a:pt x="35877" y="92299"/>
                        <a:pt x="32120" y="99651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7" name="Forme libre : forme 1036">
                  <a:extLst>
                    <a:ext uri="{FF2B5EF4-FFF2-40B4-BE49-F238E27FC236}">
                      <a16:creationId xmlns:a16="http://schemas.microsoft.com/office/drawing/2014/main" id="{5116E610-58FD-4C9D-A172-4B96441C7E56}"/>
                    </a:ext>
                  </a:extLst>
                </p:cNvPr>
                <p:cNvSpPr/>
                <p:nvPr/>
              </p:nvSpPr>
              <p:spPr>
                <a:xfrm>
                  <a:off x="8030934" y="5023364"/>
                  <a:ext cx="199246" cy="135182"/>
                </a:xfrm>
                <a:custGeom>
                  <a:avLst/>
                  <a:gdLst>
                    <a:gd name="connsiteX0" fmla="*/ 103734 w 199246"/>
                    <a:gd name="connsiteY0" fmla="*/ 49716 h 135182"/>
                    <a:gd name="connsiteX1" fmla="*/ 83423 w 199246"/>
                    <a:gd name="connsiteY1" fmla="*/ 58102 h 135182"/>
                    <a:gd name="connsiteX2" fmla="*/ 64201 w 199246"/>
                    <a:gd name="connsiteY2" fmla="*/ 70028 h 135182"/>
                    <a:gd name="connsiteX3" fmla="*/ 45196 w 199246"/>
                    <a:gd name="connsiteY3" fmla="*/ 82443 h 135182"/>
                    <a:gd name="connsiteX4" fmla="*/ 27608 w 199246"/>
                    <a:gd name="connsiteY4" fmla="*/ 97037 h 135182"/>
                    <a:gd name="connsiteX5" fmla="*/ 163 w 199246"/>
                    <a:gd name="connsiteY5" fmla="*/ 132758 h 135182"/>
                    <a:gd name="connsiteX6" fmla="*/ 435 w 199246"/>
                    <a:gd name="connsiteY6" fmla="*/ 134665 h 135182"/>
                    <a:gd name="connsiteX7" fmla="*/ 2777 w 199246"/>
                    <a:gd name="connsiteY7" fmla="*/ 134719 h 135182"/>
                    <a:gd name="connsiteX8" fmla="*/ 37246 w 199246"/>
                    <a:gd name="connsiteY8" fmla="*/ 110215 h 135182"/>
                    <a:gd name="connsiteX9" fmla="*/ 56033 w 199246"/>
                    <a:gd name="connsiteY9" fmla="*/ 101230 h 135182"/>
                    <a:gd name="connsiteX10" fmla="*/ 75418 w 199246"/>
                    <a:gd name="connsiteY10" fmla="*/ 93606 h 135182"/>
                    <a:gd name="connsiteX11" fmla="*/ 95839 w 199246"/>
                    <a:gd name="connsiteY11" fmla="*/ 87943 h 135182"/>
                    <a:gd name="connsiteX12" fmla="*/ 115714 w 199246"/>
                    <a:gd name="connsiteY12" fmla="*/ 80102 h 135182"/>
                    <a:gd name="connsiteX13" fmla="*/ 125135 w 199246"/>
                    <a:gd name="connsiteY13" fmla="*/ 74330 h 135182"/>
                    <a:gd name="connsiteX14" fmla="*/ 134664 w 199246"/>
                    <a:gd name="connsiteY14" fmla="*/ 67251 h 135182"/>
                    <a:gd name="connsiteX15" fmla="*/ 143867 w 199246"/>
                    <a:gd name="connsiteY15" fmla="*/ 56959 h 135182"/>
                    <a:gd name="connsiteX16" fmla="*/ 147188 w 199246"/>
                    <a:gd name="connsiteY16" fmla="*/ 45306 h 135182"/>
                    <a:gd name="connsiteX17" fmla="*/ 153123 w 199246"/>
                    <a:gd name="connsiteY17" fmla="*/ 47429 h 135182"/>
                    <a:gd name="connsiteX18" fmla="*/ 162707 w 199246"/>
                    <a:gd name="connsiteY18" fmla="*/ 37845 h 135182"/>
                    <a:gd name="connsiteX19" fmla="*/ 161564 w 199246"/>
                    <a:gd name="connsiteY19" fmla="*/ 33435 h 135182"/>
                    <a:gd name="connsiteX20" fmla="*/ 165757 w 199246"/>
                    <a:gd name="connsiteY20" fmla="*/ 34960 h 135182"/>
                    <a:gd name="connsiteX21" fmla="*/ 172890 w 199246"/>
                    <a:gd name="connsiteY21" fmla="*/ 27826 h 135182"/>
                    <a:gd name="connsiteX22" fmla="*/ 172509 w 199246"/>
                    <a:gd name="connsiteY22" fmla="*/ 25975 h 135182"/>
                    <a:gd name="connsiteX23" fmla="*/ 176811 w 199246"/>
                    <a:gd name="connsiteY23" fmla="*/ 27227 h 135182"/>
                    <a:gd name="connsiteX24" fmla="*/ 184652 w 199246"/>
                    <a:gd name="connsiteY24" fmla="*/ 19386 h 135182"/>
                    <a:gd name="connsiteX25" fmla="*/ 184489 w 199246"/>
                    <a:gd name="connsiteY25" fmla="*/ 17807 h 135182"/>
                    <a:gd name="connsiteX26" fmla="*/ 189608 w 199246"/>
                    <a:gd name="connsiteY26" fmla="*/ 19277 h 135182"/>
                    <a:gd name="connsiteX27" fmla="*/ 199246 w 199246"/>
                    <a:gd name="connsiteY27" fmla="*/ 9638 h 135182"/>
                    <a:gd name="connsiteX28" fmla="*/ 189608 w 199246"/>
                    <a:gd name="connsiteY28" fmla="*/ 0 h 135182"/>
                    <a:gd name="connsiteX29" fmla="*/ 179969 w 199246"/>
                    <a:gd name="connsiteY29" fmla="*/ 9638 h 135182"/>
                    <a:gd name="connsiteX30" fmla="*/ 180405 w 199246"/>
                    <a:gd name="connsiteY30" fmla="*/ 12416 h 135182"/>
                    <a:gd name="connsiteX31" fmla="*/ 176811 w 199246"/>
                    <a:gd name="connsiteY31" fmla="*/ 11490 h 135182"/>
                    <a:gd name="connsiteX32" fmla="*/ 168970 w 199246"/>
                    <a:gd name="connsiteY32" fmla="*/ 19331 h 135182"/>
                    <a:gd name="connsiteX33" fmla="*/ 169406 w 199246"/>
                    <a:gd name="connsiteY33" fmla="*/ 21727 h 135182"/>
                    <a:gd name="connsiteX34" fmla="*/ 165812 w 199246"/>
                    <a:gd name="connsiteY34" fmla="*/ 20638 h 135182"/>
                    <a:gd name="connsiteX35" fmla="*/ 158678 w 199246"/>
                    <a:gd name="connsiteY35" fmla="*/ 27772 h 135182"/>
                    <a:gd name="connsiteX36" fmla="*/ 159222 w 199246"/>
                    <a:gd name="connsiteY36" fmla="*/ 30440 h 135182"/>
                    <a:gd name="connsiteX37" fmla="*/ 153178 w 199246"/>
                    <a:gd name="connsiteY37" fmla="*/ 28207 h 135182"/>
                    <a:gd name="connsiteX38" fmla="*/ 143594 w 199246"/>
                    <a:gd name="connsiteY38" fmla="*/ 37791 h 135182"/>
                    <a:gd name="connsiteX39" fmla="*/ 144465 w 199246"/>
                    <a:gd name="connsiteY39" fmla="*/ 41712 h 135182"/>
                    <a:gd name="connsiteX40" fmla="*/ 144139 w 199246"/>
                    <a:gd name="connsiteY40" fmla="*/ 41821 h 135182"/>
                    <a:gd name="connsiteX41" fmla="*/ 143976 w 199246"/>
                    <a:gd name="connsiteY41" fmla="*/ 41930 h 135182"/>
                    <a:gd name="connsiteX42" fmla="*/ 134446 w 199246"/>
                    <a:gd name="connsiteY42" fmla="*/ 45306 h 135182"/>
                    <a:gd name="connsiteX43" fmla="*/ 125080 w 199246"/>
                    <a:gd name="connsiteY43" fmla="*/ 46123 h 135182"/>
                    <a:gd name="connsiteX44" fmla="*/ 114570 w 199246"/>
                    <a:gd name="connsiteY44" fmla="*/ 47320 h 135182"/>
                    <a:gd name="connsiteX45" fmla="*/ 103734 w 199246"/>
                    <a:gd name="connsiteY45" fmla="*/ 49716 h 135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199246" h="135182">
                      <a:moveTo>
                        <a:pt x="103734" y="49716"/>
                      </a:moveTo>
                      <a:cubicBezTo>
                        <a:pt x="96655" y="51459"/>
                        <a:pt x="89848" y="54236"/>
                        <a:pt x="83423" y="58102"/>
                      </a:cubicBezTo>
                      <a:cubicBezTo>
                        <a:pt x="76997" y="61968"/>
                        <a:pt x="70681" y="66162"/>
                        <a:pt x="64201" y="70028"/>
                      </a:cubicBezTo>
                      <a:cubicBezTo>
                        <a:pt x="57721" y="73948"/>
                        <a:pt x="51350" y="78032"/>
                        <a:pt x="45196" y="82443"/>
                      </a:cubicBezTo>
                      <a:cubicBezTo>
                        <a:pt x="39097" y="86963"/>
                        <a:pt x="33217" y="91864"/>
                        <a:pt x="27608" y="97037"/>
                      </a:cubicBezTo>
                      <a:cubicBezTo>
                        <a:pt x="16608" y="107492"/>
                        <a:pt x="6861" y="119472"/>
                        <a:pt x="163" y="132758"/>
                      </a:cubicBezTo>
                      <a:cubicBezTo>
                        <a:pt x="-109" y="133358"/>
                        <a:pt x="-55" y="134120"/>
                        <a:pt x="435" y="134665"/>
                      </a:cubicBezTo>
                      <a:cubicBezTo>
                        <a:pt x="1089" y="135318"/>
                        <a:pt x="2123" y="135372"/>
                        <a:pt x="2777" y="134719"/>
                      </a:cubicBezTo>
                      <a:cubicBezTo>
                        <a:pt x="13341" y="124808"/>
                        <a:pt x="24885" y="116749"/>
                        <a:pt x="37246" y="110215"/>
                      </a:cubicBezTo>
                      <a:cubicBezTo>
                        <a:pt x="43345" y="106893"/>
                        <a:pt x="49607" y="103898"/>
                        <a:pt x="56033" y="101230"/>
                      </a:cubicBezTo>
                      <a:cubicBezTo>
                        <a:pt x="62349" y="98453"/>
                        <a:pt x="68829" y="95893"/>
                        <a:pt x="75418" y="93606"/>
                      </a:cubicBezTo>
                      <a:cubicBezTo>
                        <a:pt x="82007" y="91265"/>
                        <a:pt x="88923" y="89631"/>
                        <a:pt x="95839" y="87943"/>
                      </a:cubicBezTo>
                      <a:cubicBezTo>
                        <a:pt x="102754" y="86200"/>
                        <a:pt x="109343" y="83641"/>
                        <a:pt x="115714" y="80102"/>
                      </a:cubicBezTo>
                      <a:cubicBezTo>
                        <a:pt x="118872" y="78305"/>
                        <a:pt x="122031" y="76399"/>
                        <a:pt x="125135" y="74330"/>
                      </a:cubicBezTo>
                      <a:cubicBezTo>
                        <a:pt x="128129" y="72260"/>
                        <a:pt x="131288" y="70082"/>
                        <a:pt x="134664" y="67251"/>
                      </a:cubicBezTo>
                      <a:cubicBezTo>
                        <a:pt x="137986" y="64473"/>
                        <a:pt x="141198" y="61043"/>
                        <a:pt x="143867" y="56959"/>
                      </a:cubicBezTo>
                      <a:cubicBezTo>
                        <a:pt x="145990" y="53474"/>
                        <a:pt x="147406" y="49281"/>
                        <a:pt x="147188" y="45306"/>
                      </a:cubicBezTo>
                      <a:cubicBezTo>
                        <a:pt x="148822" y="46613"/>
                        <a:pt x="150837" y="47429"/>
                        <a:pt x="153123" y="47429"/>
                      </a:cubicBezTo>
                      <a:cubicBezTo>
                        <a:pt x="158406" y="47429"/>
                        <a:pt x="162707" y="43128"/>
                        <a:pt x="162707" y="37845"/>
                      </a:cubicBezTo>
                      <a:cubicBezTo>
                        <a:pt x="162707" y="36266"/>
                        <a:pt x="162272" y="34742"/>
                        <a:pt x="161564" y="33435"/>
                      </a:cubicBezTo>
                      <a:cubicBezTo>
                        <a:pt x="162762" y="34306"/>
                        <a:pt x="164178" y="34960"/>
                        <a:pt x="165757" y="34960"/>
                      </a:cubicBezTo>
                      <a:cubicBezTo>
                        <a:pt x="169678" y="34960"/>
                        <a:pt x="172890" y="31747"/>
                        <a:pt x="172890" y="27826"/>
                      </a:cubicBezTo>
                      <a:cubicBezTo>
                        <a:pt x="172890" y="27173"/>
                        <a:pt x="172673" y="26573"/>
                        <a:pt x="172509" y="25975"/>
                      </a:cubicBezTo>
                      <a:cubicBezTo>
                        <a:pt x="173762" y="26792"/>
                        <a:pt x="175232" y="27227"/>
                        <a:pt x="176811" y="27227"/>
                      </a:cubicBezTo>
                      <a:cubicBezTo>
                        <a:pt x="181167" y="27227"/>
                        <a:pt x="184652" y="23688"/>
                        <a:pt x="184652" y="19386"/>
                      </a:cubicBezTo>
                      <a:cubicBezTo>
                        <a:pt x="184652" y="18841"/>
                        <a:pt x="184598" y="18351"/>
                        <a:pt x="184489" y="17807"/>
                      </a:cubicBezTo>
                      <a:cubicBezTo>
                        <a:pt x="185959" y="18732"/>
                        <a:pt x="187702" y="19277"/>
                        <a:pt x="189608" y="19277"/>
                      </a:cubicBezTo>
                      <a:cubicBezTo>
                        <a:pt x="194944" y="19277"/>
                        <a:pt x="199246" y="14975"/>
                        <a:pt x="199246" y="9638"/>
                      </a:cubicBezTo>
                      <a:cubicBezTo>
                        <a:pt x="199246" y="4302"/>
                        <a:pt x="194944" y="0"/>
                        <a:pt x="189608" y="0"/>
                      </a:cubicBezTo>
                      <a:cubicBezTo>
                        <a:pt x="184272" y="0"/>
                        <a:pt x="179969" y="4302"/>
                        <a:pt x="179969" y="9638"/>
                      </a:cubicBezTo>
                      <a:cubicBezTo>
                        <a:pt x="179969" y="10619"/>
                        <a:pt x="180133" y="11545"/>
                        <a:pt x="180405" y="12416"/>
                      </a:cubicBezTo>
                      <a:cubicBezTo>
                        <a:pt x="179316" y="11871"/>
                        <a:pt x="178118" y="11490"/>
                        <a:pt x="176811" y="11490"/>
                      </a:cubicBezTo>
                      <a:cubicBezTo>
                        <a:pt x="172455" y="11490"/>
                        <a:pt x="168970" y="15029"/>
                        <a:pt x="168970" y="19331"/>
                      </a:cubicBezTo>
                      <a:cubicBezTo>
                        <a:pt x="168970" y="20202"/>
                        <a:pt x="169133" y="20965"/>
                        <a:pt x="169406" y="21727"/>
                      </a:cubicBezTo>
                      <a:cubicBezTo>
                        <a:pt x="168316" y="21074"/>
                        <a:pt x="167173" y="20638"/>
                        <a:pt x="165812" y="20638"/>
                      </a:cubicBezTo>
                      <a:cubicBezTo>
                        <a:pt x="161891" y="20638"/>
                        <a:pt x="158678" y="23851"/>
                        <a:pt x="158678" y="27772"/>
                      </a:cubicBezTo>
                      <a:cubicBezTo>
                        <a:pt x="158678" y="28697"/>
                        <a:pt x="158896" y="29623"/>
                        <a:pt x="159222" y="30440"/>
                      </a:cubicBezTo>
                      <a:cubicBezTo>
                        <a:pt x="157589" y="29078"/>
                        <a:pt x="155465" y="28207"/>
                        <a:pt x="153178" y="28207"/>
                      </a:cubicBezTo>
                      <a:cubicBezTo>
                        <a:pt x="147896" y="28207"/>
                        <a:pt x="143594" y="32509"/>
                        <a:pt x="143594" y="37791"/>
                      </a:cubicBezTo>
                      <a:cubicBezTo>
                        <a:pt x="143594" y="39207"/>
                        <a:pt x="143921" y="40514"/>
                        <a:pt x="144465" y="41712"/>
                      </a:cubicBezTo>
                      <a:cubicBezTo>
                        <a:pt x="144356" y="41766"/>
                        <a:pt x="144247" y="41766"/>
                        <a:pt x="144139" y="41821"/>
                      </a:cubicBezTo>
                      <a:lnTo>
                        <a:pt x="143976" y="41930"/>
                      </a:lnTo>
                      <a:cubicBezTo>
                        <a:pt x="140490" y="44162"/>
                        <a:pt x="137604" y="44924"/>
                        <a:pt x="134446" y="45306"/>
                      </a:cubicBezTo>
                      <a:cubicBezTo>
                        <a:pt x="131505" y="45850"/>
                        <a:pt x="128293" y="45850"/>
                        <a:pt x="125080" y="46123"/>
                      </a:cubicBezTo>
                      <a:cubicBezTo>
                        <a:pt x="121922" y="46340"/>
                        <a:pt x="118274" y="46721"/>
                        <a:pt x="114570" y="47320"/>
                      </a:cubicBezTo>
                      <a:cubicBezTo>
                        <a:pt x="110868" y="48083"/>
                        <a:pt x="107274" y="48845"/>
                        <a:pt x="103734" y="49716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8" name="Forme libre : forme 1037">
                  <a:extLst>
                    <a:ext uri="{FF2B5EF4-FFF2-40B4-BE49-F238E27FC236}">
                      <a16:creationId xmlns:a16="http://schemas.microsoft.com/office/drawing/2014/main" id="{0C04E646-7EBB-4636-938D-06CB2629C185}"/>
                    </a:ext>
                  </a:extLst>
                </p:cNvPr>
                <p:cNvSpPr/>
                <p:nvPr/>
              </p:nvSpPr>
              <p:spPr>
                <a:xfrm>
                  <a:off x="7834410" y="5219074"/>
                  <a:ext cx="132293" cy="173759"/>
                </a:xfrm>
                <a:custGeom>
                  <a:avLst/>
                  <a:gdLst>
                    <a:gd name="connsiteX0" fmla="*/ 130526 w 132293"/>
                    <a:gd name="connsiteY0" fmla="*/ 51 h 173759"/>
                    <a:gd name="connsiteX1" fmla="*/ 128511 w 132293"/>
                    <a:gd name="connsiteY1" fmla="*/ 1249 h 173759"/>
                    <a:gd name="connsiteX2" fmla="*/ 128511 w 132293"/>
                    <a:gd name="connsiteY2" fmla="*/ 1304 h 173759"/>
                    <a:gd name="connsiteX3" fmla="*/ 108799 w 132293"/>
                    <a:gd name="connsiteY3" fmla="*/ 29402 h 173759"/>
                    <a:gd name="connsiteX4" fmla="*/ 94368 w 132293"/>
                    <a:gd name="connsiteY4" fmla="*/ 39476 h 173759"/>
                    <a:gd name="connsiteX5" fmla="*/ 78523 w 132293"/>
                    <a:gd name="connsiteY5" fmla="*/ 49713 h 173759"/>
                    <a:gd name="connsiteX6" fmla="*/ 61479 w 132293"/>
                    <a:gd name="connsiteY6" fmla="*/ 61475 h 173759"/>
                    <a:gd name="connsiteX7" fmla="*/ 48137 w 132293"/>
                    <a:gd name="connsiteY7" fmla="*/ 77702 h 173759"/>
                    <a:gd name="connsiteX8" fmla="*/ 41603 w 132293"/>
                    <a:gd name="connsiteY8" fmla="*/ 97850 h 173759"/>
                    <a:gd name="connsiteX9" fmla="*/ 41167 w 132293"/>
                    <a:gd name="connsiteY9" fmla="*/ 109776 h 173759"/>
                    <a:gd name="connsiteX10" fmla="*/ 32890 w 132293"/>
                    <a:gd name="connsiteY10" fmla="*/ 107598 h 173759"/>
                    <a:gd name="connsiteX11" fmla="*/ 15574 w 132293"/>
                    <a:gd name="connsiteY11" fmla="*/ 124914 h 173759"/>
                    <a:gd name="connsiteX12" fmla="*/ 16990 w 132293"/>
                    <a:gd name="connsiteY12" fmla="*/ 131775 h 173759"/>
                    <a:gd name="connsiteX13" fmla="*/ 7896 w 132293"/>
                    <a:gd name="connsiteY13" fmla="*/ 143265 h 173759"/>
                    <a:gd name="connsiteX14" fmla="*/ 10455 w 132293"/>
                    <a:gd name="connsiteY14" fmla="*/ 150562 h 173759"/>
                    <a:gd name="connsiteX15" fmla="*/ 0 w 132293"/>
                    <a:gd name="connsiteY15" fmla="*/ 162106 h 173759"/>
                    <a:gd name="connsiteX16" fmla="*/ 11653 w 132293"/>
                    <a:gd name="connsiteY16" fmla="*/ 173759 h 173759"/>
                    <a:gd name="connsiteX17" fmla="*/ 23306 w 132293"/>
                    <a:gd name="connsiteY17" fmla="*/ 162106 h 173759"/>
                    <a:gd name="connsiteX18" fmla="*/ 20856 w 132293"/>
                    <a:gd name="connsiteY18" fmla="*/ 155027 h 173759"/>
                    <a:gd name="connsiteX19" fmla="*/ 31638 w 132293"/>
                    <a:gd name="connsiteY19" fmla="*/ 143265 h 173759"/>
                    <a:gd name="connsiteX20" fmla="*/ 31529 w 132293"/>
                    <a:gd name="connsiteY20" fmla="*/ 142067 h 173759"/>
                    <a:gd name="connsiteX21" fmla="*/ 32945 w 132293"/>
                    <a:gd name="connsiteY21" fmla="*/ 142230 h 173759"/>
                    <a:gd name="connsiteX22" fmla="*/ 50261 w 132293"/>
                    <a:gd name="connsiteY22" fmla="*/ 124914 h 173759"/>
                    <a:gd name="connsiteX23" fmla="*/ 49063 w 132293"/>
                    <a:gd name="connsiteY23" fmla="*/ 118761 h 173759"/>
                    <a:gd name="connsiteX24" fmla="*/ 74928 w 132293"/>
                    <a:gd name="connsiteY24" fmla="*/ 96435 h 173759"/>
                    <a:gd name="connsiteX25" fmla="*/ 85166 w 132293"/>
                    <a:gd name="connsiteY25" fmla="*/ 83529 h 173759"/>
                    <a:gd name="connsiteX26" fmla="*/ 95403 w 132293"/>
                    <a:gd name="connsiteY26" fmla="*/ 69698 h 173759"/>
                    <a:gd name="connsiteX27" fmla="*/ 108472 w 132293"/>
                    <a:gd name="connsiteY27" fmla="*/ 56030 h 173759"/>
                    <a:gd name="connsiteX28" fmla="*/ 121105 w 132293"/>
                    <a:gd name="connsiteY28" fmla="*/ 40184 h 173759"/>
                    <a:gd name="connsiteX29" fmla="*/ 130090 w 132293"/>
                    <a:gd name="connsiteY29" fmla="*/ 21561 h 173759"/>
                    <a:gd name="connsiteX30" fmla="*/ 131832 w 132293"/>
                    <a:gd name="connsiteY30" fmla="*/ 1413 h 173759"/>
                    <a:gd name="connsiteX31" fmla="*/ 130526 w 132293"/>
                    <a:gd name="connsiteY31" fmla="*/ 51 h 173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132293" h="173759">
                      <a:moveTo>
                        <a:pt x="130526" y="51"/>
                      </a:moveTo>
                      <a:cubicBezTo>
                        <a:pt x="129655" y="-166"/>
                        <a:pt x="128729" y="323"/>
                        <a:pt x="128511" y="1249"/>
                      </a:cubicBezTo>
                      <a:lnTo>
                        <a:pt x="128511" y="1304"/>
                      </a:lnTo>
                      <a:cubicBezTo>
                        <a:pt x="125407" y="13175"/>
                        <a:pt x="117675" y="22214"/>
                        <a:pt x="108799" y="29402"/>
                      </a:cubicBezTo>
                      <a:cubicBezTo>
                        <a:pt x="104388" y="32996"/>
                        <a:pt x="99487" y="36263"/>
                        <a:pt x="94368" y="39476"/>
                      </a:cubicBezTo>
                      <a:lnTo>
                        <a:pt x="78523" y="49713"/>
                      </a:lnTo>
                      <a:cubicBezTo>
                        <a:pt x="73132" y="53362"/>
                        <a:pt x="67033" y="57119"/>
                        <a:pt x="61479" y="61475"/>
                      </a:cubicBezTo>
                      <a:cubicBezTo>
                        <a:pt x="55924" y="65886"/>
                        <a:pt x="51350" y="71386"/>
                        <a:pt x="48137" y="77702"/>
                      </a:cubicBezTo>
                      <a:cubicBezTo>
                        <a:pt x="44870" y="83965"/>
                        <a:pt x="42637" y="90772"/>
                        <a:pt x="41603" y="97850"/>
                      </a:cubicBezTo>
                      <a:cubicBezTo>
                        <a:pt x="41058" y="101771"/>
                        <a:pt x="40895" y="105746"/>
                        <a:pt x="41167" y="109776"/>
                      </a:cubicBezTo>
                      <a:cubicBezTo>
                        <a:pt x="38717" y="108414"/>
                        <a:pt x="35885" y="107598"/>
                        <a:pt x="32890" y="107598"/>
                      </a:cubicBezTo>
                      <a:cubicBezTo>
                        <a:pt x="23306" y="107598"/>
                        <a:pt x="15574" y="115330"/>
                        <a:pt x="15574" y="124914"/>
                      </a:cubicBezTo>
                      <a:cubicBezTo>
                        <a:pt x="15574" y="127364"/>
                        <a:pt x="16064" y="129651"/>
                        <a:pt x="16990" y="131775"/>
                      </a:cubicBezTo>
                      <a:cubicBezTo>
                        <a:pt x="11762" y="133028"/>
                        <a:pt x="7896" y="137711"/>
                        <a:pt x="7896" y="143265"/>
                      </a:cubicBezTo>
                      <a:cubicBezTo>
                        <a:pt x="7896" y="146042"/>
                        <a:pt x="8876" y="148547"/>
                        <a:pt x="10455" y="150562"/>
                      </a:cubicBezTo>
                      <a:cubicBezTo>
                        <a:pt x="4574" y="151161"/>
                        <a:pt x="0" y="156062"/>
                        <a:pt x="0" y="162106"/>
                      </a:cubicBezTo>
                      <a:cubicBezTo>
                        <a:pt x="0" y="168531"/>
                        <a:pt x="5227" y="173759"/>
                        <a:pt x="11653" y="173759"/>
                      </a:cubicBezTo>
                      <a:cubicBezTo>
                        <a:pt x="18079" y="173759"/>
                        <a:pt x="23306" y="168531"/>
                        <a:pt x="23306" y="162106"/>
                      </a:cubicBezTo>
                      <a:cubicBezTo>
                        <a:pt x="23306" y="159438"/>
                        <a:pt x="22380" y="156987"/>
                        <a:pt x="20856" y="155027"/>
                      </a:cubicBezTo>
                      <a:cubicBezTo>
                        <a:pt x="26901" y="154483"/>
                        <a:pt x="31638" y="149473"/>
                        <a:pt x="31638" y="143265"/>
                      </a:cubicBezTo>
                      <a:cubicBezTo>
                        <a:pt x="31638" y="142829"/>
                        <a:pt x="31583" y="142448"/>
                        <a:pt x="31529" y="142067"/>
                      </a:cubicBezTo>
                      <a:cubicBezTo>
                        <a:pt x="32019" y="142121"/>
                        <a:pt x="32454" y="142230"/>
                        <a:pt x="32945" y="142230"/>
                      </a:cubicBezTo>
                      <a:cubicBezTo>
                        <a:pt x="42529" y="142230"/>
                        <a:pt x="50261" y="134498"/>
                        <a:pt x="50261" y="124914"/>
                      </a:cubicBezTo>
                      <a:cubicBezTo>
                        <a:pt x="50261" y="122736"/>
                        <a:pt x="49825" y="120667"/>
                        <a:pt x="49063" y="118761"/>
                      </a:cubicBezTo>
                      <a:cubicBezTo>
                        <a:pt x="60008" y="110919"/>
                        <a:pt x="67523" y="103623"/>
                        <a:pt x="74928" y="96435"/>
                      </a:cubicBezTo>
                      <a:cubicBezTo>
                        <a:pt x="78904" y="92514"/>
                        <a:pt x="82171" y="88267"/>
                        <a:pt x="85166" y="83529"/>
                      </a:cubicBezTo>
                      <a:cubicBezTo>
                        <a:pt x="88107" y="78737"/>
                        <a:pt x="91265" y="74054"/>
                        <a:pt x="95403" y="69698"/>
                      </a:cubicBezTo>
                      <a:lnTo>
                        <a:pt x="108472" y="56030"/>
                      </a:lnTo>
                      <a:cubicBezTo>
                        <a:pt x="112828" y="51129"/>
                        <a:pt x="117185" y="45956"/>
                        <a:pt x="121105" y="40184"/>
                      </a:cubicBezTo>
                      <a:cubicBezTo>
                        <a:pt x="124808" y="34357"/>
                        <a:pt x="128075" y="28204"/>
                        <a:pt x="130090" y="21561"/>
                      </a:cubicBezTo>
                      <a:cubicBezTo>
                        <a:pt x="132105" y="14972"/>
                        <a:pt x="132867" y="7947"/>
                        <a:pt x="131832" y="1413"/>
                      </a:cubicBezTo>
                      <a:cubicBezTo>
                        <a:pt x="131615" y="814"/>
                        <a:pt x="131179" y="215"/>
                        <a:pt x="130526" y="51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9" name="Forme libre : forme 1038">
                  <a:extLst>
                    <a:ext uri="{FF2B5EF4-FFF2-40B4-BE49-F238E27FC236}">
                      <a16:creationId xmlns:a16="http://schemas.microsoft.com/office/drawing/2014/main" id="{C3711E1D-31AB-4096-86C7-1C72A0D1B4F8}"/>
                    </a:ext>
                  </a:extLst>
                </p:cNvPr>
                <p:cNvSpPr/>
                <p:nvPr/>
              </p:nvSpPr>
              <p:spPr>
                <a:xfrm>
                  <a:off x="7799178" y="4993523"/>
                  <a:ext cx="137538" cy="140383"/>
                </a:xfrm>
                <a:custGeom>
                  <a:avLst/>
                  <a:gdLst>
                    <a:gd name="connsiteX0" fmla="*/ 9693 w 137538"/>
                    <a:gd name="connsiteY0" fmla="*/ 19495 h 140383"/>
                    <a:gd name="connsiteX1" fmla="*/ 19004 w 137538"/>
                    <a:gd name="connsiteY1" fmla="*/ 12633 h 140383"/>
                    <a:gd name="connsiteX2" fmla="*/ 26737 w 137538"/>
                    <a:gd name="connsiteY2" fmla="*/ 17371 h 140383"/>
                    <a:gd name="connsiteX3" fmla="*/ 30276 w 137538"/>
                    <a:gd name="connsiteY3" fmla="*/ 16608 h 140383"/>
                    <a:gd name="connsiteX4" fmla="*/ 29187 w 137538"/>
                    <a:gd name="connsiteY4" fmla="*/ 21292 h 140383"/>
                    <a:gd name="connsiteX5" fmla="*/ 39969 w 137538"/>
                    <a:gd name="connsiteY5" fmla="*/ 32073 h 140383"/>
                    <a:gd name="connsiteX6" fmla="*/ 43563 w 137538"/>
                    <a:gd name="connsiteY6" fmla="*/ 31420 h 140383"/>
                    <a:gd name="connsiteX7" fmla="*/ 43073 w 137538"/>
                    <a:gd name="connsiteY7" fmla="*/ 34959 h 140383"/>
                    <a:gd name="connsiteX8" fmla="*/ 57231 w 137538"/>
                    <a:gd name="connsiteY8" fmla="*/ 49117 h 140383"/>
                    <a:gd name="connsiteX9" fmla="*/ 67577 w 137538"/>
                    <a:gd name="connsiteY9" fmla="*/ 44598 h 140383"/>
                    <a:gd name="connsiteX10" fmla="*/ 71008 w 137538"/>
                    <a:gd name="connsiteY10" fmla="*/ 56251 h 140383"/>
                    <a:gd name="connsiteX11" fmla="*/ 74057 w 137538"/>
                    <a:gd name="connsiteY11" fmla="*/ 68612 h 140383"/>
                    <a:gd name="connsiteX12" fmla="*/ 80101 w 137538"/>
                    <a:gd name="connsiteY12" fmla="*/ 80918 h 140383"/>
                    <a:gd name="connsiteX13" fmla="*/ 89467 w 137538"/>
                    <a:gd name="connsiteY13" fmla="*/ 94260 h 140383"/>
                    <a:gd name="connsiteX14" fmla="*/ 99106 w 137538"/>
                    <a:gd name="connsiteY14" fmla="*/ 107601 h 140383"/>
                    <a:gd name="connsiteX15" fmla="*/ 110051 w 137538"/>
                    <a:gd name="connsiteY15" fmla="*/ 119744 h 140383"/>
                    <a:gd name="connsiteX16" fmla="*/ 134937 w 137538"/>
                    <a:gd name="connsiteY16" fmla="*/ 140110 h 140383"/>
                    <a:gd name="connsiteX17" fmla="*/ 136679 w 137538"/>
                    <a:gd name="connsiteY17" fmla="*/ 140164 h 140383"/>
                    <a:gd name="connsiteX18" fmla="*/ 137332 w 137538"/>
                    <a:gd name="connsiteY18" fmla="*/ 137877 h 140383"/>
                    <a:gd name="connsiteX19" fmla="*/ 123501 w 137538"/>
                    <a:gd name="connsiteY19" fmla="*/ 110487 h 140383"/>
                    <a:gd name="connsiteX20" fmla="*/ 117893 w 137538"/>
                    <a:gd name="connsiteY20" fmla="*/ 96710 h 140383"/>
                    <a:gd name="connsiteX21" fmla="*/ 113046 w 137538"/>
                    <a:gd name="connsiteY21" fmla="*/ 82933 h 140383"/>
                    <a:gd name="connsiteX22" fmla="*/ 109834 w 137538"/>
                    <a:gd name="connsiteY22" fmla="*/ 68231 h 140383"/>
                    <a:gd name="connsiteX23" fmla="*/ 102645 w 137538"/>
                    <a:gd name="connsiteY23" fmla="*/ 52820 h 140383"/>
                    <a:gd name="connsiteX24" fmla="*/ 87670 w 137538"/>
                    <a:gd name="connsiteY24" fmla="*/ 40350 h 140383"/>
                    <a:gd name="connsiteX25" fmla="*/ 71280 w 137538"/>
                    <a:gd name="connsiteY25" fmla="*/ 37301 h 140383"/>
                    <a:gd name="connsiteX26" fmla="*/ 71498 w 137538"/>
                    <a:gd name="connsiteY26" fmla="*/ 35123 h 140383"/>
                    <a:gd name="connsiteX27" fmla="*/ 57340 w 137538"/>
                    <a:gd name="connsiteY27" fmla="*/ 20965 h 140383"/>
                    <a:gd name="connsiteX28" fmla="*/ 50751 w 137538"/>
                    <a:gd name="connsiteY28" fmla="*/ 22653 h 140383"/>
                    <a:gd name="connsiteX29" fmla="*/ 50860 w 137538"/>
                    <a:gd name="connsiteY29" fmla="*/ 21455 h 140383"/>
                    <a:gd name="connsiteX30" fmla="*/ 40078 w 137538"/>
                    <a:gd name="connsiteY30" fmla="*/ 10673 h 140383"/>
                    <a:gd name="connsiteX31" fmla="*/ 35013 w 137538"/>
                    <a:gd name="connsiteY31" fmla="*/ 11980 h 140383"/>
                    <a:gd name="connsiteX32" fmla="*/ 35613 w 137538"/>
                    <a:gd name="connsiteY32" fmla="*/ 8767 h 140383"/>
                    <a:gd name="connsiteX33" fmla="*/ 26845 w 137538"/>
                    <a:gd name="connsiteY33" fmla="*/ 0 h 140383"/>
                    <a:gd name="connsiteX34" fmla="*/ 18677 w 137538"/>
                    <a:gd name="connsiteY34" fmla="*/ 5663 h 140383"/>
                    <a:gd name="connsiteX35" fmla="*/ 9801 w 137538"/>
                    <a:gd name="connsiteY35" fmla="*/ 0 h 140383"/>
                    <a:gd name="connsiteX36" fmla="*/ 0 w 137538"/>
                    <a:gd name="connsiteY36" fmla="*/ 9802 h 140383"/>
                    <a:gd name="connsiteX37" fmla="*/ 9693 w 137538"/>
                    <a:gd name="connsiteY37" fmla="*/ 19495 h 140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137538" h="140383">
                      <a:moveTo>
                        <a:pt x="9693" y="19495"/>
                      </a:moveTo>
                      <a:cubicBezTo>
                        <a:pt x="14049" y="19495"/>
                        <a:pt x="17752" y="16608"/>
                        <a:pt x="19004" y="12633"/>
                      </a:cubicBezTo>
                      <a:cubicBezTo>
                        <a:pt x="20475" y="15465"/>
                        <a:pt x="23361" y="17371"/>
                        <a:pt x="26737" y="17371"/>
                      </a:cubicBezTo>
                      <a:cubicBezTo>
                        <a:pt x="27989" y="17371"/>
                        <a:pt x="29187" y="17099"/>
                        <a:pt x="30276" y="16608"/>
                      </a:cubicBezTo>
                      <a:cubicBezTo>
                        <a:pt x="29568" y="18024"/>
                        <a:pt x="29187" y="19604"/>
                        <a:pt x="29187" y="21292"/>
                      </a:cubicBezTo>
                      <a:cubicBezTo>
                        <a:pt x="29187" y="27227"/>
                        <a:pt x="34034" y="32073"/>
                        <a:pt x="39969" y="32073"/>
                      </a:cubicBezTo>
                      <a:cubicBezTo>
                        <a:pt x="41221" y="32073"/>
                        <a:pt x="42420" y="31801"/>
                        <a:pt x="43563" y="31420"/>
                      </a:cubicBezTo>
                      <a:cubicBezTo>
                        <a:pt x="43291" y="32563"/>
                        <a:pt x="43073" y="33707"/>
                        <a:pt x="43073" y="34959"/>
                      </a:cubicBezTo>
                      <a:cubicBezTo>
                        <a:pt x="43073" y="42801"/>
                        <a:pt x="49444" y="49117"/>
                        <a:pt x="57231" y="49117"/>
                      </a:cubicBezTo>
                      <a:cubicBezTo>
                        <a:pt x="61315" y="49117"/>
                        <a:pt x="65018" y="47375"/>
                        <a:pt x="67577" y="44598"/>
                      </a:cubicBezTo>
                      <a:cubicBezTo>
                        <a:pt x="69265" y="49063"/>
                        <a:pt x="70191" y="52711"/>
                        <a:pt x="71008" y="56251"/>
                      </a:cubicBezTo>
                      <a:cubicBezTo>
                        <a:pt x="72042" y="60607"/>
                        <a:pt x="72859" y="64528"/>
                        <a:pt x="74057" y="68612"/>
                      </a:cubicBezTo>
                      <a:cubicBezTo>
                        <a:pt x="75200" y="72696"/>
                        <a:pt x="77161" y="76726"/>
                        <a:pt x="80101" y="80918"/>
                      </a:cubicBezTo>
                      <a:cubicBezTo>
                        <a:pt x="83097" y="85057"/>
                        <a:pt x="86473" y="89686"/>
                        <a:pt x="89467" y="94260"/>
                      </a:cubicBezTo>
                      <a:cubicBezTo>
                        <a:pt x="92517" y="98834"/>
                        <a:pt x="95730" y="103299"/>
                        <a:pt x="99106" y="107601"/>
                      </a:cubicBezTo>
                      <a:cubicBezTo>
                        <a:pt x="102591" y="111794"/>
                        <a:pt x="106239" y="115878"/>
                        <a:pt x="110051" y="119744"/>
                      </a:cubicBezTo>
                      <a:cubicBezTo>
                        <a:pt x="117784" y="127368"/>
                        <a:pt x="125952" y="134337"/>
                        <a:pt x="134937" y="140110"/>
                      </a:cubicBezTo>
                      <a:cubicBezTo>
                        <a:pt x="135427" y="140437"/>
                        <a:pt x="136135" y="140491"/>
                        <a:pt x="136679" y="140164"/>
                      </a:cubicBezTo>
                      <a:cubicBezTo>
                        <a:pt x="137496" y="139729"/>
                        <a:pt x="137768" y="138694"/>
                        <a:pt x="137332" y="137877"/>
                      </a:cubicBezTo>
                      <a:cubicBezTo>
                        <a:pt x="132214" y="128729"/>
                        <a:pt x="127477" y="119689"/>
                        <a:pt x="123501" y="110487"/>
                      </a:cubicBezTo>
                      <a:cubicBezTo>
                        <a:pt x="121432" y="105913"/>
                        <a:pt x="119580" y="101338"/>
                        <a:pt x="117893" y="96710"/>
                      </a:cubicBezTo>
                      <a:cubicBezTo>
                        <a:pt x="116095" y="92136"/>
                        <a:pt x="114462" y="87562"/>
                        <a:pt x="113046" y="82933"/>
                      </a:cubicBezTo>
                      <a:cubicBezTo>
                        <a:pt x="111576" y="78305"/>
                        <a:pt x="110922" y="73513"/>
                        <a:pt x="109834" y="68231"/>
                      </a:cubicBezTo>
                      <a:cubicBezTo>
                        <a:pt x="108744" y="63003"/>
                        <a:pt x="106457" y="57667"/>
                        <a:pt x="102645" y="52820"/>
                      </a:cubicBezTo>
                      <a:cubicBezTo>
                        <a:pt x="98834" y="47919"/>
                        <a:pt x="93769" y="43345"/>
                        <a:pt x="87670" y="40350"/>
                      </a:cubicBezTo>
                      <a:cubicBezTo>
                        <a:pt x="82715" y="37954"/>
                        <a:pt x="76943" y="36484"/>
                        <a:pt x="71280" y="37301"/>
                      </a:cubicBezTo>
                      <a:cubicBezTo>
                        <a:pt x="71389" y="36593"/>
                        <a:pt x="71498" y="35885"/>
                        <a:pt x="71498" y="35123"/>
                      </a:cubicBezTo>
                      <a:cubicBezTo>
                        <a:pt x="71498" y="27281"/>
                        <a:pt x="65127" y="20965"/>
                        <a:pt x="57340" y="20965"/>
                      </a:cubicBezTo>
                      <a:cubicBezTo>
                        <a:pt x="54944" y="20965"/>
                        <a:pt x="52711" y="21618"/>
                        <a:pt x="50751" y="22653"/>
                      </a:cubicBezTo>
                      <a:cubicBezTo>
                        <a:pt x="50805" y="22272"/>
                        <a:pt x="50860" y="21891"/>
                        <a:pt x="50860" y="21455"/>
                      </a:cubicBezTo>
                      <a:cubicBezTo>
                        <a:pt x="50860" y="15520"/>
                        <a:pt x="46013" y="10673"/>
                        <a:pt x="40078" y="10673"/>
                      </a:cubicBezTo>
                      <a:cubicBezTo>
                        <a:pt x="38227" y="10673"/>
                        <a:pt x="36538" y="11163"/>
                        <a:pt x="35013" y="11980"/>
                      </a:cubicBezTo>
                      <a:cubicBezTo>
                        <a:pt x="35395" y="11000"/>
                        <a:pt x="35613" y="9911"/>
                        <a:pt x="35613" y="8767"/>
                      </a:cubicBezTo>
                      <a:cubicBezTo>
                        <a:pt x="35613" y="3921"/>
                        <a:pt x="31692" y="0"/>
                        <a:pt x="26845" y="0"/>
                      </a:cubicBezTo>
                      <a:cubicBezTo>
                        <a:pt x="23088" y="0"/>
                        <a:pt x="19930" y="2341"/>
                        <a:pt x="18677" y="5663"/>
                      </a:cubicBezTo>
                      <a:cubicBezTo>
                        <a:pt x="17099" y="2341"/>
                        <a:pt x="13722" y="0"/>
                        <a:pt x="9801" y="0"/>
                      </a:cubicBezTo>
                      <a:cubicBezTo>
                        <a:pt x="4410" y="0"/>
                        <a:pt x="0" y="4411"/>
                        <a:pt x="0" y="9802"/>
                      </a:cubicBezTo>
                      <a:cubicBezTo>
                        <a:pt x="0" y="15193"/>
                        <a:pt x="4302" y="19495"/>
                        <a:pt x="9693" y="19495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0" name="Forme libre : forme 1039">
                  <a:extLst>
                    <a:ext uri="{FF2B5EF4-FFF2-40B4-BE49-F238E27FC236}">
                      <a16:creationId xmlns:a16="http://schemas.microsoft.com/office/drawing/2014/main" id="{41740450-DCA6-4D4E-9207-557B96333298}"/>
                    </a:ext>
                  </a:extLst>
                </p:cNvPr>
                <p:cNvSpPr/>
                <p:nvPr/>
              </p:nvSpPr>
              <p:spPr>
                <a:xfrm>
                  <a:off x="7881785" y="4931609"/>
                  <a:ext cx="84505" cy="197061"/>
                </a:xfrm>
                <a:custGeom>
                  <a:avLst/>
                  <a:gdLst>
                    <a:gd name="connsiteX0" fmla="*/ 0 w 84505"/>
                    <a:gd name="connsiteY0" fmla="*/ 41984 h 197061"/>
                    <a:gd name="connsiteX1" fmla="*/ 7351 w 84505"/>
                    <a:gd name="connsiteY1" fmla="*/ 52439 h 197061"/>
                    <a:gd name="connsiteX2" fmla="*/ 762 w 84505"/>
                    <a:gd name="connsiteY2" fmla="*/ 65181 h 197061"/>
                    <a:gd name="connsiteX3" fmla="*/ 16390 w 84505"/>
                    <a:gd name="connsiteY3" fmla="*/ 80810 h 197061"/>
                    <a:gd name="connsiteX4" fmla="*/ 18623 w 84505"/>
                    <a:gd name="connsiteY4" fmla="*/ 80592 h 197061"/>
                    <a:gd name="connsiteX5" fmla="*/ 20529 w 84505"/>
                    <a:gd name="connsiteY5" fmla="*/ 95294 h 197061"/>
                    <a:gd name="connsiteX6" fmla="*/ 23959 w 84505"/>
                    <a:gd name="connsiteY6" fmla="*/ 111086 h 197061"/>
                    <a:gd name="connsiteX7" fmla="*/ 31419 w 84505"/>
                    <a:gd name="connsiteY7" fmla="*/ 126061 h 197061"/>
                    <a:gd name="connsiteX8" fmla="*/ 41602 w 84505"/>
                    <a:gd name="connsiteY8" fmla="*/ 140055 h 197061"/>
                    <a:gd name="connsiteX9" fmla="*/ 50969 w 84505"/>
                    <a:gd name="connsiteY9" fmla="*/ 154431 h 197061"/>
                    <a:gd name="connsiteX10" fmla="*/ 60824 w 84505"/>
                    <a:gd name="connsiteY10" fmla="*/ 168589 h 197061"/>
                    <a:gd name="connsiteX11" fmla="*/ 81517 w 84505"/>
                    <a:gd name="connsiteY11" fmla="*/ 196415 h 197061"/>
                    <a:gd name="connsiteX12" fmla="*/ 83205 w 84505"/>
                    <a:gd name="connsiteY12" fmla="*/ 197014 h 197061"/>
                    <a:gd name="connsiteX13" fmla="*/ 84457 w 84505"/>
                    <a:gd name="connsiteY13" fmla="*/ 194999 h 197061"/>
                    <a:gd name="connsiteX14" fmla="*/ 75527 w 84505"/>
                    <a:gd name="connsiteY14" fmla="*/ 161456 h 197061"/>
                    <a:gd name="connsiteX15" fmla="*/ 70572 w 84505"/>
                    <a:gd name="connsiteY15" fmla="*/ 144956 h 197061"/>
                    <a:gd name="connsiteX16" fmla="*/ 65127 w 84505"/>
                    <a:gd name="connsiteY16" fmla="*/ 128674 h 197061"/>
                    <a:gd name="connsiteX17" fmla="*/ 60498 w 84505"/>
                    <a:gd name="connsiteY17" fmla="*/ 111957 h 197061"/>
                    <a:gd name="connsiteX18" fmla="*/ 53038 w 84505"/>
                    <a:gd name="connsiteY18" fmla="*/ 96329 h 197061"/>
                    <a:gd name="connsiteX19" fmla="*/ 39696 w 84505"/>
                    <a:gd name="connsiteY19" fmla="*/ 82498 h 197061"/>
                    <a:gd name="connsiteX20" fmla="*/ 27444 w 84505"/>
                    <a:gd name="connsiteY20" fmla="*/ 76072 h 197061"/>
                    <a:gd name="connsiteX21" fmla="*/ 31964 w 84505"/>
                    <a:gd name="connsiteY21" fmla="*/ 65127 h 197061"/>
                    <a:gd name="connsiteX22" fmla="*/ 19113 w 84505"/>
                    <a:gd name="connsiteY22" fmla="*/ 49771 h 197061"/>
                    <a:gd name="connsiteX23" fmla="*/ 22326 w 84505"/>
                    <a:gd name="connsiteY23" fmla="*/ 41930 h 197061"/>
                    <a:gd name="connsiteX24" fmla="*/ 17588 w 84505"/>
                    <a:gd name="connsiteY24" fmla="*/ 32836 h 197061"/>
                    <a:gd name="connsiteX25" fmla="*/ 23796 w 84505"/>
                    <a:gd name="connsiteY25" fmla="*/ 22435 h 197061"/>
                    <a:gd name="connsiteX26" fmla="*/ 19821 w 84505"/>
                    <a:gd name="connsiteY26" fmla="*/ 13613 h 197061"/>
                    <a:gd name="connsiteX27" fmla="*/ 25158 w 84505"/>
                    <a:gd name="connsiteY27" fmla="*/ 6970 h 197061"/>
                    <a:gd name="connsiteX28" fmla="*/ 18187 w 84505"/>
                    <a:gd name="connsiteY28" fmla="*/ 0 h 197061"/>
                    <a:gd name="connsiteX29" fmla="*/ 11217 w 84505"/>
                    <a:gd name="connsiteY29" fmla="*/ 6970 h 197061"/>
                    <a:gd name="connsiteX30" fmla="*/ 12360 w 84505"/>
                    <a:gd name="connsiteY30" fmla="*/ 10564 h 197061"/>
                    <a:gd name="connsiteX31" fmla="*/ 11925 w 84505"/>
                    <a:gd name="connsiteY31" fmla="*/ 10510 h 197061"/>
                    <a:gd name="connsiteX32" fmla="*/ 54 w 84505"/>
                    <a:gd name="connsiteY32" fmla="*/ 22380 h 197061"/>
                    <a:gd name="connsiteX33" fmla="*/ 5499 w 84505"/>
                    <a:gd name="connsiteY33" fmla="*/ 32346 h 197061"/>
                    <a:gd name="connsiteX34" fmla="*/ 0 w 84505"/>
                    <a:gd name="connsiteY34" fmla="*/ 41984 h 197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84505" h="197061">
                      <a:moveTo>
                        <a:pt x="0" y="41984"/>
                      </a:moveTo>
                      <a:cubicBezTo>
                        <a:pt x="0" y="46776"/>
                        <a:pt x="3049" y="50860"/>
                        <a:pt x="7351" y="52439"/>
                      </a:cubicBezTo>
                      <a:cubicBezTo>
                        <a:pt x="3376" y="55271"/>
                        <a:pt x="762" y="59899"/>
                        <a:pt x="762" y="65181"/>
                      </a:cubicBezTo>
                      <a:cubicBezTo>
                        <a:pt x="762" y="73785"/>
                        <a:pt x="7732" y="80810"/>
                        <a:pt x="16390" y="80810"/>
                      </a:cubicBezTo>
                      <a:cubicBezTo>
                        <a:pt x="17152" y="80810"/>
                        <a:pt x="17860" y="80701"/>
                        <a:pt x="18623" y="80592"/>
                      </a:cubicBezTo>
                      <a:cubicBezTo>
                        <a:pt x="19222" y="86091"/>
                        <a:pt x="19875" y="90720"/>
                        <a:pt x="20529" y="95294"/>
                      </a:cubicBezTo>
                      <a:cubicBezTo>
                        <a:pt x="21400" y="100740"/>
                        <a:pt x="22435" y="105913"/>
                        <a:pt x="23959" y="111086"/>
                      </a:cubicBezTo>
                      <a:cubicBezTo>
                        <a:pt x="25484" y="116259"/>
                        <a:pt x="27989" y="121432"/>
                        <a:pt x="31419" y="126061"/>
                      </a:cubicBezTo>
                      <a:cubicBezTo>
                        <a:pt x="34904" y="130689"/>
                        <a:pt x="38499" y="135263"/>
                        <a:pt x="41602" y="140055"/>
                      </a:cubicBezTo>
                      <a:lnTo>
                        <a:pt x="50969" y="154431"/>
                      </a:lnTo>
                      <a:lnTo>
                        <a:pt x="60824" y="168589"/>
                      </a:lnTo>
                      <a:cubicBezTo>
                        <a:pt x="67577" y="177955"/>
                        <a:pt x="74274" y="187321"/>
                        <a:pt x="81517" y="196415"/>
                      </a:cubicBezTo>
                      <a:cubicBezTo>
                        <a:pt x="81898" y="196905"/>
                        <a:pt x="82551" y="197177"/>
                        <a:pt x="83205" y="197014"/>
                      </a:cubicBezTo>
                      <a:cubicBezTo>
                        <a:pt x="84131" y="196796"/>
                        <a:pt x="84675" y="195925"/>
                        <a:pt x="84457" y="194999"/>
                      </a:cubicBezTo>
                      <a:cubicBezTo>
                        <a:pt x="81844" y="183673"/>
                        <a:pt x="78685" y="172564"/>
                        <a:pt x="75527" y="161456"/>
                      </a:cubicBezTo>
                      <a:lnTo>
                        <a:pt x="70572" y="144956"/>
                      </a:lnTo>
                      <a:lnTo>
                        <a:pt x="65127" y="128674"/>
                      </a:lnTo>
                      <a:cubicBezTo>
                        <a:pt x="63275" y="123284"/>
                        <a:pt x="61968" y="117566"/>
                        <a:pt x="60498" y="111957"/>
                      </a:cubicBezTo>
                      <a:cubicBezTo>
                        <a:pt x="58973" y="106403"/>
                        <a:pt x="56631" y="101284"/>
                        <a:pt x="53038" y="96329"/>
                      </a:cubicBezTo>
                      <a:cubicBezTo>
                        <a:pt x="49498" y="91428"/>
                        <a:pt x="45087" y="86582"/>
                        <a:pt x="39696" y="82498"/>
                      </a:cubicBezTo>
                      <a:cubicBezTo>
                        <a:pt x="36048" y="79829"/>
                        <a:pt x="31964" y="77542"/>
                        <a:pt x="27444" y="76072"/>
                      </a:cubicBezTo>
                      <a:cubicBezTo>
                        <a:pt x="30221" y="73240"/>
                        <a:pt x="31964" y="69374"/>
                        <a:pt x="31964" y="65127"/>
                      </a:cubicBezTo>
                      <a:cubicBezTo>
                        <a:pt x="31964" y="57449"/>
                        <a:pt x="26410" y="51078"/>
                        <a:pt x="19113" y="49771"/>
                      </a:cubicBezTo>
                      <a:cubicBezTo>
                        <a:pt x="21074" y="47756"/>
                        <a:pt x="22326" y="44979"/>
                        <a:pt x="22326" y="41930"/>
                      </a:cubicBezTo>
                      <a:cubicBezTo>
                        <a:pt x="22326" y="38172"/>
                        <a:pt x="20420" y="34851"/>
                        <a:pt x="17588" y="32836"/>
                      </a:cubicBezTo>
                      <a:cubicBezTo>
                        <a:pt x="21291" y="30821"/>
                        <a:pt x="23796" y="26955"/>
                        <a:pt x="23796" y="22435"/>
                      </a:cubicBezTo>
                      <a:cubicBezTo>
                        <a:pt x="23796" y="18950"/>
                        <a:pt x="22271" y="15792"/>
                        <a:pt x="19821" y="13613"/>
                      </a:cubicBezTo>
                      <a:cubicBezTo>
                        <a:pt x="22870" y="12851"/>
                        <a:pt x="25158" y="10237"/>
                        <a:pt x="25158" y="6970"/>
                      </a:cubicBezTo>
                      <a:cubicBezTo>
                        <a:pt x="25158" y="3104"/>
                        <a:pt x="22053" y="0"/>
                        <a:pt x="18187" y="0"/>
                      </a:cubicBezTo>
                      <a:cubicBezTo>
                        <a:pt x="14321" y="0"/>
                        <a:pt x="11217" y="3104"/>
                        <a:pt x="11217" y="6970"/>
                      </a:cubicBezTo>
                      <a:cubicBezTo>
                        <a:pt x="11217" y="8332"/>
                        <a:pt x="11707" y="9529"/>
                        <a:pt x="12360" y="10564"/>
                      </a:cubicBezTo>
                      <a:cubicBezTo>
                        <a:pt x="12198" y="10564"/>
                        <a:pt x="12089" y="10510"/>
                        <a:pt x="11925" y="10510"/>
                      </a:cubicBezTo>
                      <a:cubicBezTo>
                        <a:pt x="5336" y="10510"/>
                        <a:pt x="54" y="15846"/>
                        <a:pt x="54" y="22380"/>
                      </a:cubicBezTo>
                      <a:cubicBezTo>
                        <a:pt x="54" y="26573"/>
                        <a:pt x="2232" y="30222"/>
                        <a:pt x="5499" y="32346"/>
                      </a:cubicBezTo>
                      <a:cubicBezTo>
                        <a:pt x="2178" y="34415"/>
                        <a:pt x="0" y="37900"/>
                        <a:pt x="0" y="41984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1" name="Forme libre : forme 1040">
                  <a:extLst>
                    <a:ext uri="{FF2B5EF4-FFF2-40B4-BE49-F238E27FC236}">
                      <a16:creationId xmlns:a16="http://schemas.microsoft.com/office/drawing/2014/main" id="{465878C2-78F0-430B-9CA8-7654AB85BAB2}"/>
                    </a:ext>
                  </a:extLst>
                </p:cNvPr>
                <p:cNvSpPr/>
                <p:nvPr/>
              </p:nvSpPr>
              <p:spPr>
                <a:xfrm>
                  <a:off x="7806911" y="5033002"/>
                  <a:ext cx="109274" cy="117744"/>
                </a:xfrm>
                <a:custGeom>
                  <a:avLst/>
                  <a:gdLst>
                    <a:gd name="connsiteX0" fmla="*/ 27390 w 109274"/>
                    <a:gd name="connsiteY0" fmla="*/ 43345 h 117744"/>
                    <a:gd name="connsiteX1" fmla="*/ 35612 w 109274"/>
                    <a:gd name="connsiteY1" fmla="*/ 40949 h 117744"/>
                    <a:gd name="connsiteX2" fmla="*/ 37192 w 109274"/>
                    <a:gd name="connsiteY2" fmla="*/ 47266 h 117744"/>
                    <a:gd name="connsiteX3" fmla="*/ 40731 w 109274"/>
                    <a:gd name="connsiteY3" fmla="*/ 59300 h 117744"/>
                    <a:gd name="connsiteX4" fmla="*/ 47755 w 109274"/>
                    <a:gd name="connsiteY4" fmla="*/ 70463 h 117744"/>
                    <a:gd name="connsiteX5" fmla="*/ 58047 w 109274"/>
                    <a:gd name="connsiteY5" fmla="*/ 81681 h 117744"/>
                    <a:gd name="connsiteX6" fmla="*/ 68721 w 109274"/>
                    <a:gd name="connsiteY6" fmla="*/ 93007 h 117744"/>
                    <a:gd name="connsiteX7" fmla="*/ 80591 w 109274"/>
                    <a:gd name="connsiteY7" fmla="*/ 102809 h 117744"/>
                    <a:gd name="connsiteX8" fmla="*/ 106947 w 109274"/>
                    <a:gd name="connsiteY8" fmla="*/ 117620 h 117744"/>
                    <a:gd name="connsiteX9" fmla="*/ 108635 w 109274"/>
                    <a:gd name="connsiteY9" fmla="*/ 117348 h 117744"/>
                    <a:gd name="connsiteX10" fmla="*/ 108908 w 109274"/>
                    <a:gd name="connsiteY10" fmla="*/ 114952 h 117744"/>
                    <a:gd name="connsiteX11" fmla="*/ 92571 w 109274"/>
                    <a:gd name="connsiteY11" fmla="*/ 91646 h 117744"/>
                    <a:gd name="connsiteX12" fmla="*/ 85928 w 109274"/>
                    <a:gd name="connsiteY12" fmla="*/ 79666 h 117744"/>
                    <a:gd name="connsiteX13" fmla="*/ 80101 w 109274"/>
                    <a:gd name="connsiteY13" fmla="*/ 67577 h 117744"/>
                    <a:gd name="connsiteX14" fmla="*/ 75745 w 109274"/>
                    <a:gd name="connsiteY14" fmla="*/ 54182 h 117744"/>
                    <a:gd name="connsiteX15" fmla="*/ 67795 w 109274"/>
                    <a:gd name="connsiteY15" fmla="*/ 40949 h 117744"/>
                    <a:gd name="connsiteX16" fmla="*/ 53364 w 109274"/>
                    <a:gd name="connsiteY16" fmla="*/ 30767 h 117744"/>
                    <a:gd name="connsiteX17" fmla="*/ 42909 w 109274"/>
                    <a:gd name="connsiteY17" fmla="*/ 28207 h 117744"/>
                    <a:gd name="connsiteX18" fmla="*/ 42963 w 109274"/>
                    <a:gd name="connsiteY18" fmla="*/ 27663 h 117744"/>
                    <a:gd name="connsiteX19" fmla="*/ 27335 w 109274"/>
                    <a:gd name="connsiteY19" fmla="*/ 12034 h 117744"/>
                    <a:gd name="connsiteX20" fmla="*/ 22489 w 109274"/>
                    <a:gd name="connsiteY20" fmla="*/ 12906 h 117744"/>
                    <a:gd name="connsiteX21" fmla="*/ 22652 w 109274"/>
                    <a:gd name="connsiteY21" fmla="*/ 11326 h 117744"/>
                    <a:gd name="connsiteX22" fmla="*/ 11326 w 109274"/>
                    <a:gd name="connsiteY22" fmla="*/ 0 h 117744"/>
                    <a:gd name="connsiteX23" fmla="*/ 0 w 109274"/>
                    <a:gd name="connsiteY23" fmla="*/ 11326 h 117744"/>
                    <a:gd name="connsiteX24" fmla="*/ 11326 w 109274"/>
                    <a:gd name="connsiteY24" fmla="*/ 22653 h 117744"/>
                    <a:gd name="connsiteX25" fmla="*/ 12687 w 109274"/>
                    <a:gd name="connsiteY25" fmla="*/ 22489 h 117744"/>
                    <a:gd name="connsiteX26" fmla="*/ 11762 w 109274"/>
                    <a:gd name="connsiteY26" fmla="*/ 27663 h 117744"/>
                    <a:gd name="connsiteX27" fmla="*/ 27390 w 109274"/>
                    <a:gd name="connsiteY27" fmla="*/ 43345 h 117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09274" h="117744">
                      <a:moveTo>
                        <a:pt x="27390" y="43345"/>
                      </a:moveTo>
                      <a:cubicBezTo>
                        <a:pt x="30439" y="43345"/>
                        <a:pt x="33217" y="42420"/>
                        <a:pt x="35612" y="40949"/>
                      </a:cubicBezTo>
                      <a:cubicBezTo>
                        <a:pt x="36211" y="43182"/>
                        <a:pt x="36702" y="45251"/>
                        <a:pt x="37192" y="47266"/>
                      </a:cubicBezTo>
                      <a:cubicBezTo>
                        <a:pt x="38226" y="51513"/>
                        <a:pt x="39261" y="55379"/>
                        <a:pt x="40731" y="59300"/>
                      </a:cubicBezTo>
                      <a:cubicBezTo>
                        <a:pt x="42202" y="63221"/>
                        <a:pt x="44488" y="66924"/>
                        <a:pt x="47755" y="70463"/>
                      </a:cubicBezTo>
                      <a:cubicBezTo>
                        <a:pt x="51077" y="74003"/>
                        <a:pt x="54671" y="77706"/>
                        <a:pt x="58047" y="81681"/>
                      </a:cubicBezTo>
                      <a:cubicBezTo>
                        <a:pt x="61423" y="85656"/>
                        <a:pt x="65018" y="89413"/>
                        <a:pt x="68721" y="93007"/>
                      </a:cubicBezTo>
                      <a:cubicBezTo>
                        <a:pt x="72532" y="96492"/>
                        <a:pt x="76507" y="99759"/>
                        <a:pt x="80591" y="102809"/>
                      </a:cubicBezTo>
                      <a:cubicBezTo>
                        <a:pt x="88923" y="108799"/>
                        <a:pt x="97635" y="113917"/>
                        <a:pt x="106947" y="117620"/>
                      </a:cubicBezTo>
                      <a:cubicBezTo>
                        <a:pt x="107492" y="117838"/>
                        <a:pt x="108145" y="117784"/>
                        <a:pt x="108635" y="117348"/>
                      </a:cubicBezTo>
                      <a:cubicBezTo>
                        <a:pt x="109343" y="116749"/>
                        <a:pt x="109507" y="115714"/>
                        <a:pt x="108908" y="114952"/>
                      </a:cubicBezTo>
                      <a:cubicBezTo>
                        <a:pt x="102863" y="107274"/>
                        <a:pt x="97309" y="99596"/>
                        <a:pt x="92571" y="91646"/>
                      </a:cubicBezTo>
                      <a:cubicBezTo>
                        <a:pt x="90121" y="87725"/>
                        <a:pt x="87942" y="83695"/>
                        <a:pt x="85928" y="79666"/>
                      </a:cubicBezTo>
                      <a:cubicBezTo>
                        <a:pt x="83804" y="75691"/>
                        <a:pt x="81844" y="71661"/>
                        <a:pt x="80101" y="67577"/>
                      </a:cubicBezTo>
                      <a:cubicBezTo>
                        <a:pt x="78358" y="63548"/>
                        <a:pt x="77215" y="58919"/>
                        <a:pt x="75745" y="54182"/>
                      </a:cubicBezTo>
                      <a:cubicBezTo>
                        <a:pt x="74220" y="49444"/>
                        <a:pt x="71661" y="44924"/>
                        <a:pt x="67795" y="40949"/>
                      </a:cubicBezTo>
                      <a:cubicBezTo>
                        <a:pt x="63929" y="36974"/>
                        <a:pt x="59137" y="33217"/>
                        <a:pt x="53364" y="30767"/>
                      </a:cubicBezTo>
                      <a:cubicBezTo>
                        <a:pt x="50097" y="29405"/>
                        <a:pt x="46558" y="28425"/>
                        <a:pt x="42909" y="28207"/>
                      </a:cubicBezTo>
                      <a:cubicBezTo>
                        <a:pt x="42909" y="28044"/>
                        <a:pt x="42963" y="27880"/>
                        <a:pt x="42963" y="27663"/>
                      </a:cubicBezTo>
                      <a:cubicBezTo>
                        <a:pt x="42963" y="19059"/>
                        <a:pt x="35994" y="12034"/>
                        <a:pt x="27335" y="12034"/>
                      </a:cubicBezTo>
                      <a:cubicBezTo>
                        <a:pt x="25648" y="12034"/>
                        <a:pt x="24014" y="12361"/>
                        <a:pt x="22489" y="12906"/>
                      </a:cubicBezTo>
                      <a:cubicBezTo>
                        <a:pt x="22543" y="12361"/>
                        <a:pt x="22652" y="11871"/>
                        <a:pt x="22652" y="11326"/>
                      </a:cubicBezTo>
                      <a:cubicBezTo>
                        <a:pt x="22652" y="5064"/>
                        <a:pt x="17588" y="0"/>
                        <a:pt x="11326" y="0"/>
                      </a:cubicBezTo>
                      <a:cubicBezTo>
                        <a:pt x="5064" y="0"/>
                        <a:pt x="0" y="5064"/>
                        <a:pt x="0" y="11326"/>
                      </a:cubicBezTo>
                      <a:cubicBezTo>
                        <a:pt x="0" y="17588"/>
                        <a:pt x="5064" y="22653"/>
                        <a:pt x="11326" y="22653"/>
                      </a:cubicBezTo>
                      <a:cubicBezTo>
                        <a:pt x="11816" y="22653"/>
                        <a:pt x="12252" y="22544"/>
                        <a:pt x="12687" y="22489"/>
                      </a:cubicBezTo>
                      <a:cubicBezTo>
                        <a:pt x="12143" y="24123"/>
                        <a:pt x="11762" y="25811"/>
                        <a:pt x="11762" y="27663"/>
                      </a:cubicBezTo>
                      <a:cubicBezTo>
                        <a:pt x="11762" y="36375"/>
                        <a:pt x="18786" y="43345"/>
                        <a:pt x="27390" y="43345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2" name="Forme libre : forme 1041">
                  <a:extLst>
                    <a:ext uri="{FF2B5EF4-FFF2-40B4-BE49-F238E27FC236}">
                      <a16:creationId xmlns:a16="http://schemas.microsoft.com/office/drawing/2014/main" id="{411189B1-1727-4E52-B622-A339F9319BA7}"/>
                    </a:ext>
                  </a:extLst>
                </p:cNvPr>
                <p:cNvSpPr/>
                <p:nvPr/>
              </p:nvSpPr>
              <p:spPr>
                <a:xfrm>
                  <a:off x="7714230" y="5146400"/>
                  <a:ext cx="185259" cy="34224"/>
                </a:xfrm>
                <a:custGeom>
                  <a:avLst/>
                  <a:gdLst>
                    <a:gd name="connsiteX0" fmla="*/ 38227 w 185259"/>
                    <a:gd name="connsiteY0" fmla="*/ 34172 h 34224"/>
                    <a:gd name="connsiteX1" fmla="*/ 54781 w 185259"/>
                    <a:gd name="connsiteY1" fmla="*/ 19361 h 34224"/>
                    <a:gd name="connsiteX2" fmla="*/ 58810 w 185259"/>
                    <a:gd name="connsiteY2" fmla="*/ 23989 h 34224"/>
                    <a:gd name="connsiteX3" fmla="*/ 68394 w 185259"/>
                    <a:gd name="connsiteY3" fmla="*/ 30361 h 34224"/>
                    <a:gd name="connsiteX4" fmla="*/ 79775 w 185259"/>
                    <a:gd name="connsiteY4" fmla="*/ 33682 h 34224"/>
                    <a:gd name="connsiteX5" fmla="*/ 99488 w 185259"/>
                    <a:gd name="connsiteY5" fmla="*/ 32266 h 34224"/>
                    <a:gd name="connsiteX6" fmla="*/ 115932 w 185259"/>
                    <a:gd name="connsiteY6" fmla="*/ 27638 h 34224"/>
                    <a:gd name="connsiteX7" fmla="*/ 132704 w 185259"/>
                    <a:gd name="connsiteY7" fmla="*/ 24588 h 34224"/>
                    <a:gd name="connsiteX8" fmla="*/ 149694 w 185259"/>
                    <a:gd name="connsiteY8" fmla="*/ 21811 h 34224"/>
                    <a:gd name="connsiteX9" fmla="*/ 183129 w 185259"/>
                    <a:gd name="connsiteY9" fmla="*/ 21049 h 34224"/>
                    <a:gd name="connsiteX10" fmla="*/ 183183 w 185259"/>
                    <a:gd name="connsiteY10" fmla="*/ 21049 h 34224"/>
                    <a:gd name="connsiteX11" fmla="*/ 184871 w 185259"/>
                    <a:gd name="connsiteY11" fmla="*/ 20504 h 34224"/>
                    <a:gd name="connsiteX12" fmla="*/ 184653 w 185259"/>
                    <a:gd name="connsiteY12" fmla="*/ 18163 h 34224"/>
                    <a:gd name="connsiteX13" fmla="*/ 167936 w 185259"/>
                    <a:gd name="connsiteY13" fmla="*/ 9614 h 34224"/>
                    <a:gd name="connsiteX14" fmla="*/ 149966 w 185259"/>
                    <a:gd name="connsiteY14" fmla="*/ 5475 h 34224"/>
                    <a:gd name="connsiteX15" fmla="*/ 132105 w 185259"/>
                    <a:gd name="connsiteY15" fmla="*/ 2861 h 34224"/>
                    <a:gd name="connsiteX16" fmla="*/ 114081 w 185259"/>
                    <a:gd name="connsiteY16" fmla="*/ 1554 h 34224"/>
                    <a:gd name="connsiteX17" fmla="*/ 95839 w 185259"/>
                    <a:gd name="connsiteY17" fmla="*/ 139 h 34224"/>
                    <a:gd name="connsiteX18" fmla="*/ 80810 w 185259"/>
                    <a:gd name="connsiteY18" fmla="*/ 1064 h 34224"/>
                    <a:gd name="connsiteX19" fmla="*/ 74929 w 185259"/>
                    <a:gd name="connsiteY19" fmla="*/ 2262 h 34224"/>
                    <a:gd name="connsiteX20" fmla="*/ 68068 w 185259"/>
                    <a:gd name="connsiteY20" fmla="*/ 2861 h 34224"/>
                    <a:gd name="connsiteX21" fmla="*/ 57721 w 185259"/>
                    <a:gd name="connsiteY21" fmla="*/ 3025 h 34224"/>
                    <a:gd name="connsiteX22" fmla="*/ 49608 w 185259"/>
                    <a:gd name="connsiteY22" fmla="*/ 5257 h 34224"/>
                    <a:gd name="connsiteX23" fmla="*/ 38173 w 185259"/>
                    <a:gd name="connsiteY23" fmla="*/ 683 h 34224"/>
                    <a:gd name="connsiteX24" fmla="*/ 23470 w 185259"/>
                    <a:gd name="connsiteY24" fmla="*/ 9559 h 34224"/>
                    <a:gd name="connsiteX25" fmla="*/ 12525 w 185259"/>
                    <a:gd name="connsiteY25" fmla="*/ 2970 h 34224"/>
                    <a:gd name="connsiteX26" fmla="*/ 0 w 185259"/>
                    <a:gd name="connsiteY26" fmla="*/ 15494 h 34224"/>
                    <a:gd name="connsiteX27" fmla="*/ 12525 w 185259"/>
                    <a:gd name="connsiteY27" fmla="*/ 28019 h 34224"/>
                    <a:gd name="connsiteX28" fmla="*/ 22435 w 185259"/>
                    <a:gd name="connsiteY28" fmla="*/ 23064 h 34224"/>
                    <a:gd name="connsiteX29" fmla="*/ 38227 w 185259"/>
                    <a:gd name="connsiteY29" fmla="*/ 34172 h 34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85259" h="34224">
                      <a:moveTo>
                        <a:pt x="38227" y="34172"/>
                      </a:moveTo>
                      <a:cubicBezTo>
                        <a:pt x="46830" y="34172"/>
                        <a:pt x="53801" y="27692"/>
                        <a:pt x="54781" y="19361"/>
                      </a:cubicBezTo>
                      <a:cubicBezTo>
                        <a:pt x="55978" y="20886"/>
                        <a:pt x="57231" y="22465"/>
                        <a:pt x="58810" y="23989"/>
                      </a:cubicBezTo>
                      <a:cubicBezTo>
                        <a:pt x="61097" y="26277"/>
                        <a:pt x="64528" y="28672"/>
                        <a:pt x="68394" y="30361"/>
                      </a:cubicBezTo>
                      <a:cubicBezTo>
                        <a:pt x="72152" y="32049"/>
                        <a:pt x="76072" y="33083"/>
                        <a:pt x="79775" y="33682"/>
                      </a:cubicBezTo>
                      <a:cubicBezTo>
                        <a:pt x="87235" y="34880"/>
                        <a:pt x="93933" y="33954"/>
                        <a:pt x="99488" y="32266"/>
                      </a:cubicBezTo>
                      <a:cubicBezTo>
                        <a:pt x="104987" y="30524"/>
                        <a:pt x="110378" y="28727"/>
                        <a:pt x="115932" y="27638"/>
                      </a:cubicBezTo>
                      <a:cubicBezTo>
                        <a:pt x="121486" y="26494"/>
                        <a:pt x="127095" y="25514"/>
                        <a:pt x="132704" y="24588"/>
                      </a:cubicBezTo>
                      <a:cubicBezTo>
                        <a:pt x="138312" y="23554"/>
                        <a:pt x="143976" y="22628"/>
                        <a:pt x="149694" y="21811"/>
                      </a:cubicBezTo>
                      <a:cubicBezTo>
                        <a:pt x="161183" y="20069"/>
                        <a:pt x="171965" y="18272"/>
                        <a:pt x="183129" y="21049"/>
                      </a:cubicBezTo>
                      <a:lnTo>
                        <a:pt x="183183" y="21049"/>
                      </a:lnTo>
                      <a:cubicBezTo>
                        <a:pt x="183782" y="21212"/>
                        <a:pt x="184435" y="20994"/>
                        <a:pt x="184871" y="20504"/>
                      </a:cubicBezTo>
                      <a:cubicBezTo>
                        <a:pt x="185470" y="19797"/>
                        <a:pt x="185361" y="18762"/>
                        <a:pt x="184653" y="18163"/>
                      </a:cubicBezTo>
                      <a:cubicBezTo>
                        <a:pt x="179861" y="14242"/>
                        <a:pt x="173925" y="11519"/>
                        <a:pt x="167936" y="9614"/>
                      </a:cubicBezTo>
                      <a:cubicBezTo>
                        <a:pt x="161946" y="7708"/>
                        <a:pt x="155847" y="6619"/>
                        <a:pt x="149966" y="5475"/>
                      </a:cubicBezTo>
                      <a:cubicBezTo>
                        <a:pt x="144030" y="4495"/>
                        <a:pt x="138095" y="3624"/>
                        <a:pt x="132105" y="2861"/>
                      </a:cubicBezTo>
                      <a:cubicBezTo>
                        <a:pt x="126115" y="2317"/>
                        <a:pt x="120071" y="1827"/>
                        <a:pt x="114081" y="1554"/>
                      </a:cubicBezTo>
                      <a:cubicBezTo>
                        <a:pt x="108036" y="1282"/>
                        <a:pt x="101883" y="574"/>
                        <a:pt x="95839" y="139"/>
                      </a:cubicBezTo>
                      <a:cubicBezTo>
                        <a:pt x="89849" y="-242"/>
                        <a:pt x="84948" y="193"/>
                        <a:pt x="80810" y="1064"/>
                      </a:cubicBezTo>
                      <a:lnTo>
                        <a:pt x="74929" y="2262"/>
                      </a:lnTo>
                      <a:cubicBezTo>
                        <a:pt x="73131" y="2698"/>
                        <a:pt x="71117" y="2916"/>
                        <a:pt x="68068" y="2861"/>
                      </a:cubicBezTo>
                      <a:cubicBezTo>
                        <a:pt x="65127" y="2807"/>
                        <a:pt x="61533" y="2752"/>
                        <a:pt x="57721" y="3025"/>
                      </a:cubicBezTo>
                      <a:cubicBezTo>
                        <a:pt x="55053" y="3351"/>
                        <a:pt x="52167" y="4005"/>
                        <a:pt x="49608" y="5257"/>
                      </a:cubicBezTo>
                      <a:cubicBezTo>
                        <a:pt x="46612" y="2426"/>
                        <a:pt x="42583" y="683"/>
                        <a:pt x="38173" y="683"/>
                      </a:cubicBezTo>
                      <a:cubicBezTo>
                        <a:pt x="31801" y="683"/>
                        <a:pt x="26301" y="4277"/>
                        <a:pt x="23470" y="9559"/>
                      </a:cubicBezTo>
                      <a:cubicBezTo>
                        <a:pt x="21346" y="5638"/>
                        <a:pt x="17262" y="2970"/>
                        <a:pt x="12525" y="2970"/>
                      </a:cubicBezTo>
                      <a:cubicBezTo>
                        <a:pt x="5609" y="2970"/>
                        <a:pt x="0" y="8579"/>
                        <a:pt x="0" y="15494"/>
                      </a:cubicBezTo>
                      <a:cubicBezTo>
                        <a:pt x="0" y="22410"/>
                        <a:pt x="5609" y="28019"/>
                        <a:pt x="12525" y="28019"/>
                      </a:cubicBezTo>
                      <a:cubicBezTo>
                        <a:pt x="16609" y="28019"/>
                        <a:pt x="20148" y="26058"/>
                        <a:pt x="22435" y="23064"/>
                      </a:cubicBezTo>
                      <a:cubicBezTo>
                        <a:pt x="24831" y="29544"/>
                        <a:pt x="30930" y="34172"/>
                        <a:pt x="38227" y="34172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3" name="Forme libre : forme 1042">
                  <a:extLst>
                    <a:ext uri="{FF2B5EF4-FFF2-40B4-BE49-F238E27FC236}">
                      <a16:creationId xmlns:a16="http://schemas.microsoft.com/office/drawing/2014/main" id="{0493FD69-4A22-445E-BEA8-C46FCF0B4D85}"/>
                    </a:ext>
                  </a:extLst>
                </p:cNvPr>
                <p:cNvSpPr/>
                <p:nvPr/>
              </p:nvSpPr>
              <p:spPr>
                <a:xfrm>
                  <a:off x="7737700" y="5181212"/>
                  <a:ext cx="174500" cy="52289"/>
                </a:xfrm>
                <a:custGeom>
                  <a:avLst/>
                  <a:gdLst>
                    <a:gd name="connsiteX0" fmla="*/ 25049 w 174500"/>
                    <a:gd name="connsiteY0" fmla="*/ 42814 h 52289"/>
                    <a:gd name="connsiteX1" fmla="*/ 31474 w 174500"/>
                    <a:gd name="connsiteY1" fmla="*/ 40527 h 52289"/>
                    <a:gd name="connsiteX2" fmla="*/ 31474 w 174500"/>
                    <a:gd name="connsiteY2" fmla="*/ 40690 h 52289"/>
                    <a:gd name="connsiteX3" fmla="*/ 43073 w 174500"/>
                    <a:gd name="connsiteY3" fmla="*/ 52289 h 52289"/>
                    <a:gd name="connsiteX4" fmla="*/ 52766 w 174500"/>
                    <a:gd name="connsiteY4" fmla="*/ 47061 h 52289"/>
                    <a:gd name="connsiteX5" fmla="*/ 82280 w 174500"/>
                    <a:gd name="connsiteY5" fmla="*/ 50928 h 52289"/>
                    <a:gd name="connsiteX6" fmla="*/ 99324 w 174500"/>
                    <a:gd name="connsiteY6" fmla="*/ 45646 h 52289"/>
                    <a:gd name="connsiteX7" fmla="*/ 114897 w 174500"/>
                    <a:gd name="connsiteY7" fmla="*/ 36552 h 52289"/>
                    <a:gd name="connsiteX8" fmla="*/ 130090 w 174500"/>
                    <a:gd name="connsiteY8" fmla="*/ 27349 h 52289"/>
                    <a:gd name="connsiteX9" fmla="*/ 143813 w 174500"/>
                    <a:gd name="connsiteY9" fmla="*/ 17765 h 52289"/>
                    <a:gd name="connsiteX10" fmla="*/ 172727 w 174500"/>
                    <a:gd name="connsiteY10" fmla="*/ 7038 h 52289"/>
                    <a:gd name="connsiteX11" fmla="*/ 172782 w 174500"/>
                    <a:gd name="connsiteY11" fmla="*/ 7038 h 52289"/>
                    <a:gd name="connsiteX12" fmla="*/ 174307 w 174500"/>
                    <a:gd name="connsiteY12" fmla="*/ 6167 h 52289"/>
                    <a:gd name="connsiteX13" fmla="*/ 173599 w 174500"/>
                    <a:gd name="connsiteY13" fmla="*/ 3934 h 52289"/>
                    <a:gd name="connsiteX14" fmla="*/ 155520 w 174500"/>
                    <a:gd name="connsiteY14" fmla="*/ 14 h 52289"/>
                    <a:gd name="connsiteX15" fmla="*/ 137224 w 174500"/>
                    <a:gd name="connsiteY15" fmla="*/ 2791 h 52289"/>
                    <a:gd name="connsiteX16" fmla="*/ 120561 w 174500"/>
                    <a:gd name="connsiteY16" fmla="*/ 7746 h 52289"/>
                    <a:gd name="connsiteX17" fmla="*/ 104987 w 174500"/>
                    <a:gd name="connsiteY17" fmla="*/ 12266 h 52289"/>
                    <a:gd name="connsiteX18" fmla="*/ 88977 w 174500"/>
                    <a:gd name="connsiteY18" fmla="*/ 14879 h 52289"/>
                    <a:gd name="connsiteX19" fmla="*/ 73785 w 174500"/>
                    <a:gd name="connsiteY19" fmla="*/ 19290 h 52289"/>
                    <a:gd name="connsiteX20" fmla="*/ 59355 w 174500"/>
                    <a:gd name="connsiteY20" fmla="*/ 27567 h 52289"/>
                    <a:gd name="connsiteX21" fmla="*/ 51949 w 174500"/>
                    <a:gd name="connsiteY21" fmla="*/ 33176 h 52289"/>
                    <a:gd name="connsiteX22" fmla="*/ 43019 w 174500"/>
                    <a:gd name="connsiteY22" fmla="*/ 28929 h 52289"/>
                    <a:gd name="connsiteX23" fmla="*/ 35286 w 174500"/>
                    <a:gd name="connsiteY23" fmla="*/ 31923 h 52289"/>
                    <a:gd name="connsiteX24" fmla="*/ 24994 w 174500"/>
                    <a:gd name="connsiteY24" fmla="*/ 22013 h 52289"/>
                    <a:gd name="connsiteX25" fmla="*/ 21019 w 174500"/>
                    <a:gd name="connsiteY25" fmla="*/ 22830 h 52289"/>
                    <a:gd name="connsiteX26" fmla="*/ 10727 w 174500"/>
                    <a:gd name="connsiteY26" fmla="*/ 14988 h 52289"/>
                    <a:gd name="connsiteX27" fmla="*/ 0 w 174500"/>
                    <a:gd name="connsiteY27" fmla="*/ 25716 h 52289"/>
                    <a:gd name="connsiteX28" fmla="*/ 10727 w 174500"/>
                    <a:gd name="connsiteY28" fmla="*/ 36443 h 52289"/>
                    <a:gd name="connsiteX29" fmla="*/ 15138 w 174500"/>
                    <a:gd name="connsiteY29" fmla="*/ 35463 h 52289"/>
                    <a:gd name="connsiteX30" fmla="*/ 25049 w 174500"/>
                    <a:gd name="connsiteY30" fmla="*/ 42814 h 52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74500" h="52289">
                      <a:moveTo>
                        <a:pt x="25049" y="42814"/>
                      </a:moveTo>
                      <a:cubicBezTo>
                        <a:pt x="27499" y="42814"/>
                        <a:pt x="29732" y="41943"/>
                        <a:pt x="31474" y="40527"/>
                      </a:cubicBezTo>
                      <a:cubicBezTo>
                        <a:pt x="31474" y="40581"/>
                        <a:pt x="31474" y="40636"/>
                        <a:pt x="31474" y="40690"/>
                      </a:cubicBezTo>
                      <a:cubicBezTo>
                        <a:pt x="31474" y="47116"/>
                        <a:pt x="36702" y="52289"/>
                        <a:pt x="43073" y="52289"/>
                      </a:cubicBezTo>
                      <a:cubicBezTo>
                        <a:pt x="47103" y="52289"/>
                        <a:pt x="50697" y="50220"/>
                        <a:pt x="52766" y="47061"/>
                      </a:cubicBezTo>
                      <a:cubicBezTo>
                        <a:pt x="62731" y="51146"/>
                        <a:pt x="72641" y="51799"/>
                        <a:pt x="82280" y="50928"/>
                      </a:cubicBezTo>
                      <a:cubicBezTo>
                        <a:pt x="88270" y="50329"/>
                        <a:pt x="94042" y="48532"/>
                        <a:pt x="99324" y="45646"/>
                      </a:cubicBezTo>
                      <a:lnTo>
                        <a:pt x="114897" y="36552"/>
                      </a:lnTo>
                      <a:cubicBezTo>
                        <a:pt x="120071" y="33612"/>
                        <a:pt x="125135" y="30617"/>
                        <a:pt x="130090" y="27349"/>
                      </a:cubicBezTo>
                      <a:cubicBezTo>
                        <a:pt x="134937" y="24028"/>
                        <a:pt x="139347" y="20761"/>
                        <a:pt x="143813" y="17765"/>
                      </a:cubicBezTo>
                      <a:cubicBezTo>
                        <a:pt x="152689" y="11830"/>
                        <a:pt x="161674" y="6711"/>
                        <a:pt x="172727" y="7038"/>
                      </a:cubicBezTo>
                      <a:lnTo>
                        <a:pt x="172782" y="7038"/>
                      </a:lnTo>
                      <a:cubicBezTo>
                        <a:pt x="173381" y="7038"/>
                        <a:pt x="173980" y="6711"/>
                        <a:pt x="174307" y="6167"/>
                      </a:cubicBezTo>
                      <a:cubicBezTo>
                        <a:pt x="174742" y="5350"/>
                        <a:pt x="174416" y="4370"/>
                        <a:pt x="173599" y="3934"/>
                      </a:cubicBezTo>
                      <a:cubicBezTo>
                        <a:pt x="168262" y="1157"/>
                        <a:pt x="161783" y="-150"/>
                        <a:pt x="155520" y="14"/>
                      </a:cubicBezTo>
                      <a:cubicBezTo>
                        <a:pt x="149204" y="68"/>
                        <a:pt x="143105" y="1375"/>
                        <a:pt x="137224" y="2791"/>
                      </a:cubicBezTo>
                      <a:cubicBezTo>
                        <a:pt x="131452" y="4370"/>
                        <a:pt x="125843" y="6221"/>
                        <a:pt x="120561" y="7746"/>
                      </a:cubicBezTo>
                      <a:cubicBezTo>
                        <a:pt x="115388" y="9434"/>
                        <a:pt x="110214" y="10904"/>
                        <a:pt x="104987" y="12266"/>
                      </a:cubicBezTo>
                      <a:cubicBezTo>
                        <a:pt x="99760" y="13681"/>
                        <a:pt x="94314" y="14281"/>
                        <a:pt x="88977" y="14879"/>
                      </a:cubicBezTo>
                      <a:cubicBezTo>
                        <a:pt x="83641" y="15587"/>
                        <a:pt x="78632" y="17003"/>
                        <a:pt x="73785" y="19290"/>
                      </a:cubicBezTo>
                      <a:cubicBezTo>
                        <a:pt x="68939" y="21577"/>
                        <a:pt x="64147" y="24300"/>
                        <a:pt x="59355" y="27567"/>
                      </a:cubicBezTo>
                      <a:cubicBezTo>
                        <a:pt x="56905" y="29310"/>
                        <a:pt x="54399" y="31107"/>
                        <a:pt x="51949" y="33176"/>
                      </a:cubicBezTo>
                      <a:cubicBezTo>
                        <a:pt x="49825" y="30617"/>
                        <a:pt x="46667" y="28929"/>
                        <a:pt x="43019" y="28929"/>
                      </a:cubicBezTo>
                      <a:cubicBezTo>
                        <a:pt x="40023" y="28929"/>
                        <a:pt x="37355" y="30072"/>
                        <a:pt x="35286" y="31923"/>
                      </a:cubicBezTo>
                      <a:cubicBezTo>
                        <a:pt x="35069" y="26424"/>
                        <a:pt x="30549" y="22013"/>
                        <a:pt x="24994" y="22013"/>
                      </a:cubicBezTo>
                      <a:cubicBezTo>
                        <a:pt x="23579" y="22013"/>
                        <a:pt x="22218" y="22285"/>
                        <a:pt x="21019" y="22830"/>
                      </a:cubicBezTo>
                      <a:cubicBezTo>
                        <a:pt x="19767" y="18310"/>
                        <a:pt x="15683" y="14988"/>
                        <a:pt x="10727" y="14988"/>
                      </a:cubicBezTo>
                      <a:cubicBezTo>
                        <a:pt x="4792" y="14988"/>
                        <a:pt x="0" y="19780"/>
                        <a:pt x="0" y="25716"/>
                      </a:cubicBezTo>
                      <a:cubicBezTo>
                        <a:pt x="0" y="31651"/>
                        <a:pt x="4792" y="36443"/>
                        <a:pt x="10727" y="36443"/>
                      </a:cubicBezTo>
                      <a:cubicBezTo>
                        <a:pt x="12307" y="36443"/>
                        <a:pt x="13831" y="36062"/>
                        <a:pt x="15138" y="35463"/>
                      </a:cubicBezTo>
                      <a:cubicBezTo>
                        <a:pt x="16554" y="39765"/>
                        <a:pt x="20420" y="42814"/>
                        <a:pt x="25049" y="42814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4" name="Forme libre : forme 1043">
                  <a:extLst>
                    <a:ext uri="{FF2B5EF4-FFF2-40B4-BE49-F238E27FC236}">
                      <a16:creationId xmlns:a16="http://schemas.microsoft.com/office/drawing/2014/main" id="{8B19A7AD-6D54-495B-B32A-C68A480552B7}"/>
                    </a:ext>
                  </a:extLst>
                </p:cNvPr>
                <p:cNvSpPr/>
                <p:nvPr/>
              </p:nvSpPr>
              <p:spPr>
                <a:xfrm>
                  <a:off x="8004522" y="5228128"/>
                  <a:ext cx="125472" cy="158497"/>
                </a:xfrm>
                <a:custGeom>
                  <a:avLst/>
                  <a:gdLst>
                    <a:gd name="connsiteX0" fmla="*/ 117894 w 125472"/>
                    <a:gd name="connsiteY0" fmla="*/ 139711 h 158497"/>
                    <a:gd name="connsiteX1" fmla="*/ 122358 w 125472"/>
                    <a:gd name="connsiteY1" fmla="*/ 130182 h 158497"/>
                    <a:gd name="connsiteX2" fmla="*/ 109834 w 125472"/>
                    <a:gd name="connsiteY2" fmla="*/ 117657 h 158497"/>
                    <a:gd name="connsiteX3" fmla="*/ 106077 w 125472"/>
                    <a:gd name="connsiteY3" fmla="*/ 118311 h 158497"/>
                    <a:gd name="connsiteX4" fmla="*/ 106295 w 125472"/>
                    <a:gd name="connsiteY4" fmla="*/ 116024 h 158497"/>
                    <a:gd name="connsiteX5" fmla="*/ 92899 w 125472"/>
                    <a:gd name="connsiteY5" fmla="*/ 101920 h 158497"/>
                    <a:gd name="connsiteX6" fmla="*/ 80702 w 125472"/>
                    <a:gd name="connsiteY6" fmla="*/ 73822 h 158497"/>
                    <a:gd name="connsiteX7" fmla="*/ 70574 w 125472"/>
                    <a:gd name="connsiteY7" fmla="*/ 60590 h 158497"/>
                    <a:gd name="connsiteX8" fmla="*/ 58212 w 125472"/>
                    <a:gd name="connsiteY8" fmla="*/ 47956 h 158497"/>
                    <a:gd name="connsiteX9" fmla="*/ 46287 w 125472"/>
                    <a:gd name="connsiteY9" fmla="*/ 34288 h 158497"/>
                    <a:gd name="connsiteX10" fmla="*/ 33163 w 125472"/>
                    <a:gd name="connsiteY10" fmla="*/ 21111 h 158497"/>
                    <a:gd name="connsiteX11" fmla="*/ 2343 w 125472"/>
                    <a:gd name="connsiteY11" fmla="*/ 146 h 158497"/>
                    <a:gd name="connsiteX12" fmla="*/ 545 w 125472"/>
                    <a:gd name="connsiteY12" fmla="*/ 472 h 158497"/>
                    <a:gd name="connsiteX13" fmla="*/ 437 w 125472"/>
                    <a:gd name="connsiteY13" fmla="*/ 2814 h 158497"/>
                    <a:gd name="connsiteX14" fmla="*/ 20367 w 125472"/>
                    <a:gd name="connsiteY14" fmla="*/ 31348 h 158497"/>
                    <a:gd name="connsiteX15" fmla="*/ 28426 w 125472"/>
                    <a:gd name="connsiteY15" fmla="*/ 46758 h 158497"/>
                    <a:gd name="connsiteX16" fmla="*/ 36431 w 125472"/>
                    <a:gd name="connsiteY16" fmla="*/ 62495 h 158497"/>
                    <a:gd name="connsiteX17" fmla="*/ 44054 w 125472"/>
                    <a:gd name="connsiteY17" fmla="*/ 79213 h 158497"/>
                    <a:gd name="connsiteX18" fmla="*/ 48846 w 125472"/>
                    <a:gd name="connsiteY18" fmla="*/ 87272 h 158497"/>
                    <a:gd name="connsiteX19" fmla="*/ 55272 w 125472"/>
                    <a:gd name="connsiteY19" fmla="*/ 94405 h 158497"/>
                    <a:gd name="connsiteX20" fmla="*/ 63004 w 125472"/>
                    <a:gd name="connsiteY20" fmla="*/ 100559 h 158497"/>
                    <a:gd name="connsiteX21" fmla="*/ 71826 w 125472"/>
                    <a:gd name="connsiteY21" fmla="*/ 105569 h 158497"/>
                    <a:gd name="connsiteX22" fmla="*/ 80048 w 125472"/>
                    <a:gd name="connsiteY22" fmla="*/ 108454 h 158497"/>
                    <a:gd name="connsiteX23" fmla="*/ 77816 w 125472"/>
                    <a:gd name="connsiteY23" fmla="*/ 116024 h 158497"/>
                    <a:gd name="connsiteX24" fmla="*/ 91973 w 125472"/>
                    <a:gd name="connsiteY24" fmla="*/ 130182 h 158497"/>
                    <a:gd name="connsiteX25" fmla="*/ 97255 w 125472"/>
                    <a:gd name="connsiteY25" fmla="*/ 129147 h 158497"/>
                    <a:gd name="connsiteX26" fmla="*/ 97146 w 125472"/>
                    <a:gd name="connsiteY26" fmla="*/ 130182 h 158497"/>
                    <a:gd name="connsiteX27" fmla="*/ 109018 w 125472"/>
                    <a:gd name="connsiteY27" fmla="*/ 142652 h 158497"/>
                    <a:gd name="connsiteX28" fmla="*/ 106513 w 125472"/>
                    <a:gd name="connsiteY28" fmla="*/ 149023 h 158497"/>
                    <a:gd name="connsiteX29" fmla="*/ 115988 w 125472"/>
                    <a:gd name="connsiteY29" fmla="*/ 158498 h 158497"/>
                    <a:gd name="connsiteX30" fmla="*/ 125463 w 125472"/>
                    <a:gd name="connsiteY30" fmla="*/ 149023 h 158497"/>
                    <a:gd name="connsiteX31" fmla="*/ 117894 w 125472"/>
                    <a:gd name="connsiteY31" fmla="*/ 139711 h 158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125472" h="158497">
                      <a:moveTo>
                        <a:pt x="117894" y="139711"/>
                      </a:moveTo>
                      <a:cubicBezTo>
                        <a:pt x="120616" y="137424"/>
                        <a:pt x="122358" y="134048"/>
                        <a:pt x="122358" y="130182"/>
                      </a:cubicBezTo>
                      <a:cubicBezTo>
                        <a:pt x="122358" y="123266"/>
                        <a:pt x="116750" y="117657"/>
                        <a:pt x="109834" y="117657"/>
                      </a:cubicBezTo>
                      <a:cubicBezTo>
                        <a:pt x="108528" y="117657"/>
                        <a:pt x="107275" y="117929"/>
                        <a:pt x="106077" y="118311"/>
                      </a:cubicBezTo>
                      <a:cubicBezTo>
                        <a:pt x="106186" y="117548"/>
                        <a:pt x="106295" y="116786"/>
                        <a:pt x="106295" y="116024"/>
                      </a:cubicBezTo>
                      <a:cubicBezTo>
                        <a:pt x="106295" y="108454"/>
                        <a:pt x="100360" y="102356"/>
                        <a:pt x="92899" y="101920"/>
                      </a:cubicBezTo>
                      <a:cubicBezTo>
                        <a:pt x="89142" y="90703"/>
                        <a:pt x="85330" y="82317"/>
                        <a:pt x="80702" y="73822"/>
                      </a:cubicBezTo>
                      <a:cubicBezTo>
                        <a:pt x="78087" y="68975"/>
                        <a:pt x="74711" y="64619"/>
                        <a:pt x="70574" y="60590"/>
                      </a:cubicBezTo>
                      <a:cubicBezTo>
                        <a:pt x="66435" y="56560"/>
                        <a:pt x="62078" y="52476"/>
                        <a:pt x="58212" y="47956"/>
                      </a:cubicBezTo>
                      <a:lnTo>
                        <a:pt x="46287" y="34288"/>
                      </a:lnTo>
                      <a:cubicBezTo>
                        <a:pt x="42039" y="29823"/>
                        <a:pt x="37683" y="25412"/>
                        <a:pt x="33163" y="21111"/>
                      </a:cubicBezTo>
                      <a:cubicBezTo>
                        <a:pt x="23906" y="12725"/>
                        <a:pt x="13723" y="5047"/>
                        <a:pt x="2343" y="146"/>
                      </a:cubicBezTo>
                      <a:cubicBezTo>
                        <a:pt x="1744" y="-126"/>
                        <a:pt x="1036" y="-17"/>
                        <a:pt x="545" y="472"/>
                      </a:cubicBezTo>
                      <a:cubicBezTo>
                        <a:pt x="-163" y="1072"/>
                        <a:pt x="-163" y="2161"/>
                        <a:pt x="437" y="2814"/>
                      </a:cubicBezTo>
                      <a:cubicBezTo>
                        <a:pt x="8442" y="11690"/>
                        <a:pt x="14812" y="21219"/>
                        <a:pt x="20367" y="31348"/>
                      </a:cubicBezTo>
                      <a:cubicBezTo>
                        <a:pt x="23198" y="36358"/>
                        <a:pt x="25866" y="41476"/>
                        <a:pt x="28426" y="46758"/>
                      </a:cubicBezTo>
                      <a:lnTo>
                        <a:pt x="36431" y="62495"/>
                      </a:lnTo>
                      <a:cubicBezTo>
                        <a:pt x="39154" y="67832"/>
                        <a:pt x="41440" y="73550"/>
                        <a:pt x="44054" y="79213"/>
                      </a:cubicBezTo>
                      <a:cubicBezTo>
                        <a:pt x="45524" y="81990"/>
                        <a:pt x="46995" y="84767"/>
                        <a:pt x="48846" y="87272"/>
                      </a:cubicBezTo>
                      <a:cubicBezTo>
                        <a:pt x="50752" y="89831"/>
                        <a:pt x="52930" y="92173"/>
                        <a:pt x="55272" y="94405"/>
                      </a:cubicBezTo>
                      <a:cubicBezTo>
                        <a:pt x="57776" y="96584"/>
                        <a:pt x="60336" y="98653"/>
                        <a:pt x="63004" y="100559"/>
                      </a:cubicBezTo>
                      <a:cubicBezTo>
                        <a:pt x="65835" y="102410"/>
                        <a:pt x="68776" y="104098"/>
                        <a:pt x="71826" y="105569"/>
                      </a:cubicBezTo>
                      <a:cubicBezTo>
                        <a:pt x="74494" y="106712"/>
                        <a:pt x="77271" y="107638"/>
                        <a:pt x="80048" y="108454"/>
                      </a:cubicBezTo>
                      <a:cubicBezTo>
                        <a:pt x="78633" y="110633"/>
                        <a:pt x="77816" y="113246"/>
                        <a:pt x="77816" y="116024"/>
                      </a:cubicBezTo>
                      <a:cubicBezTo>
                        <a:pt x="77816" y="123865"/>
                        <a:pt x="84132" y="130182"/>
                        <a:pt x="91973" y="130182"/>
                      </a:cubicBezTo>
                      <a:cubicBezTo>
                        <a:pt x="93825" y="130182"/>
                        <a:pt x="95622" y="129800"/>
                        <a:pt x="97255" y="129147"/>
                      </a:cubicBezTo>
                      <a:cubicBezTo>
                        <a:pt x="97201" y="129474"/>
                        <a:pt x="97146" y="129855"/>
                        <a:pt x="97146" y="130182"/>
                      </a:cubicBezTo>
                      <a:cubicBezTo>
                        <a:pt x="97146" y="136880"/>
                        <a:pt x="102374" y="142270"/>
                        <a:pt x="109018" y="142652"/>
                      </a:cubicBezTo>
                      <a:cubicBezTo>
                        <a:pt x="107493" y="144340"/>
                        <a:pt x="106513" y="146572"/>
                        <a:pt x="106513" y="149023"/>
                      </a:cubicBezTo>
                      <a:cubicBezTo>
                        <a:pt x="106513" y="154250"/>
                        <a:pt x="110760" y="158498"/>
                        <a:pt x="115988" y="158498"/>
                      </a:cubicBezTo>
                      <a:cubicBezTo>
                        <a:pt x="121215" y="158498"/>
                        <a:pt x="125463" y="154250"/>
                        <a:pt x="125463" y="149023"/>
                      </a:cubicBezTo>
                      <a:cubicBezTo>
                        <a:pt x="125681" y="144394"/>
                        <a:pt x="122305" y="140528"/>
                        <a:pt x="117894" y="139711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5" name="Forme libre : forme 1044">
                  <a:extLst>
                    <a:ext uri="{FF2B5EF4-FFF2-40B4-BE49-F238E27FC236}">
                      <a16:creationId xmlns:a16="http://schemas.microsoft.com/office/drawing/2014/main" id="{55836211-2ED9-406E-B006-B0E37AC24D7F}"/>
                    </a:ext>
                  </a:extLst>
                </p:cNvPr>
                <p:cNvSpPr/>
                <p:nvPr/>
              </p:nvSpPr>
              <p:spPr>
                <a:xfrm>
                  <a:off x="8032741" y="5217577"/>
                  <a:ext cx="150826" cy="127227"/>
                </a:xfrm>
                <a:custGeom>
                  <a:avLst/>
                  <a:gdLst>
                    <a:gd name="connsiteX0" fmla="*/ 150826 w 150826"/>
                    <a:gd name="connsiteY0" fmla="*/ 114540 h 127227"/>
                    <a:gd name="connsiteX1" fmla="*/ 138139 w 150826"/>
                    <a:gd name="connsiteY1" fmla="*/ 101852 h 127227"/>
                    <a:gd name="connsiteX2" fmla="*/ 132149 w 150826"/>
                    <a:gd name="connsiteY2" fmla="*/ 103431 h 127227"/>
                    <a:gd name="connsiteX3" fmla="*/ 134490 w 150826"/>
                    <a:gd name="connsiteY3" fmla="*/ 95154 h 127227"/>
                    <a:gd name="connsiteX4" fmla="*/ 118263 w 150826"/>
                    <a:gd name="connsiteY4" fmla="*/ 78927 h 127227"/>
                    <a:gd name="connsiteX5" fmla="*/ 114125 w 150826"/>
                    <a:gd name="connsiteY5" fmla="*/ 79526 h 127227"/>
                    <a:gd name="connsiteX6" fmla="*/ 112872 w 150826"/>
                    <a:gd name="connsiteY6" fmla="*/ 77184 h 127227"/>
                    <a:gd name="connsiteX7" fmla="*/ 108080 w 150826"/>
                    <a:gd name="connsiteY7" fmla="*/ 69071 h 127227"/>
                    <a:gd name="connsiteX8" fmla="*/ 103016 w 150826"/>
                    <a:gd name="connsiteY8" fmla="*/ 61665 h 127227"/>
                    <a:gd name="connsiteX9" fmla="*/ 97625 w 150826"/>
                    <a:gd name="connsiteY9" fmla="*/ 54804 h 127227"/>
                    <a:gd name="connsiteX10" fmla="*/ 84502 w 150826"/>
                    <a:gd name="connsiteY10" fmla="*/ 43369 h 127227"/>
                    <a:gd name="connsiteX11" fmla="*/ 69200 w 150826"/>
                    <a:gd name="connsiteY11" fmla="*/ 33349 h 127227"/>
                    <a:gd name="connsiteX12" fmla="*/ 54007 w 150826"/>
                    <a:gd name="connsiteY12" fmla="*/ 22567 h 127227"/>
                    <a:gd name="connsiteX13" fmla="*/ 37671 w 150826"/>
                    <a:gd name="connsiteY13" fmla="*/ 12820 h 127227"/>
                    <a:gd name="connsiteX14" fmla="*/ 1950 w 150826"/>
                    <a:gd name="connsiteY14" fmla="*/ 24 h 127227"/>
                    <a:gd name="connsiteX15" fmla="*/ 261 w 150826"/>
                    <a:gd name="connsiteY15" fmla="*/ 786 h 127227"/>
                    <a:gd name="connsiteX16" fmla="*/ 752 w 150826"/>
                    <a:gd name="connsiteY16" fmla="*/ 3073 h 127227"/>
                    <a:gd name="connsiteX17" fmla="*/ 27870 w 150826"/>
                    <a:gd name="connsiteY17" fmla="*/ 25889 h 127227"/>
                    <a:gd name="connsiteX18" fmla="*/ 39686 w 150826"/>
                    <a:gd name="connsiteY18" fmla="*/ 38958 h 127227"/>
                    <a:gd name="connsiteX19" fmla="*/ 51339 w 150826"/>
                    <a:gd name="connsiteY19" fmla="*/ 52463 h 127227"/>
                    <a:gd name="connsiteX20" fmla="*/ 62557 w 150826"/>
                    <a:gd name="connsiteY20" fmla="*/ 67111 h 127227"/>
                    <a:gd name="connsiteX21" fmla="*/ 76497 w 150826"/>
                    <a:gd name="connsiteY21" fmla="*/ 79744 h 127227"/>
                    <a:gd name="connsiteX22" fmla="*/ 85155 w 150826"/>
                    <a:gd name="connsiteY22" fmla="*/ 84372 h 127227"/>
                    <a:gd name="connsiteX23" fmla="*/ 94630 w 150826"/>
                    <a:gd name="connsiteY23" fmla="*/ 87858 h 127227"/>
                    <a:gd name="connsiteX24" fmla="*/ 103016 w 150826"/>
                    <a:gd name="connsiteY24" fmla="*/ 89546 h 127227"/>
                    <a:gd name="connsiteX25" fmla="*/ 101981 w 150826"/>
                    <a:gd name="connsiteY25" fmla="*/ 95154 h 127227"/>
                    <a:gd name="connsiteX26" fmla="*/ 118209 w 150826"/>
                    <a:gd name="connsiteY26" fmla="*/ 111382 h 127227"/>
                    <a:gd name="connsiteX27" fmla="*/ 126812 w 150826"/>
                    <a:gd name="connsiteY27" fmla="*/ 108877 h 127227"/>
                    <a:gd name="connsiteX28" fmla="*/ 125397 w 150826"/>
                    <a:gd name="connsiteY28" fmla="*/ 114540 h 127227"/>
                    <a:gd name="connsiteX29" fmla="*/ 138084 w 150826"/>
                    <a:gd name="connsiteY29" fmla="*/ 127228 h 127227"/>
                    <a:gd name="connsiteX30" fmla="*/ 150826 w 150826"/>
                    <a:gd name="connsiteY30" fmla="*/ 114540 h 127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50826" h="127227">
                      <a:moveTo>
                        <a:pt x="150826" y="114540"/>
                      </a:moveTo>
                      <a:cubicBezTo>
                        <a:pt x="150826" y="107515"/>
                        <a:pt x="145163" y="101852"/>
                        <a:pt x="138139" y="101852"/>
                      </a:cubicBezTo>
                      <a:cubicBezTo>
                        <a:pt x="135961" y="101852"/>
                        <a:pt x="133946" y="102451"/>
                        <a:pt x="132149" y="103431"/>
                      </a:cubicBezTo>
                      <a:cubicBezTo>
                        <a:pt x="133619" y="100981"/>
                        <a:pt x="134490" y="98204"/>
                        <a:pt x="134490" y="95154"/>
                      </a:cubicBezTo>
                      <a:cubicBezTo>
                        <a:pt x="134490" y="86170"/>
                        <a:pt x="127194" y="78927"/>
                        <a:pt x="118263" y="78927"/>
                      </a:cubicBezTo>
                      <a:cubicBezTo>
                        <a:pt x="116793" y="78927"/>
                        <a:pt x="115431" y="79199"/>
                        <a:pt x="114125" y="79526"/>
                      </a:cubicBezTo>
                      <a:cubicBezTo>
                        <a:pt x="113689" y="78764"/>
                        <a:pt x="113308" y="77947"/>
                        <a:pt x="112872" y="77184"/>
                      </a:cubicBezTo>
                      <a:cubicBezTo>
                        <a:pt x="111293" y="74299"/>
                        <a:pt x="109768" y="71521"/>
                        <a:pt x="108080" y="69071"/>
                      </a:cubicBezTo>
                      <a:cubicBezTo>
                        <a:pt x="106501" y="66403"/>
                        <a:pt x="104759" y="64007"/>
                        <a:pt x="103016" y="61665"/>
                      </a:cubicBezTo>
                      <a:cubicBezTo>
                        <a:pt x="101328" y="59215"/>
                        <a:pt x="99477" y="56982"/>
                        <a:pt x="97625" y="54804"/>
                      </a:cubicBezTo>
                      <a:cubicBezTo>
                        <a:pt x="93922" y="50339"/>
                        <a:pt x="89566" y="46581"/>
                        <a:pt x="84502" y="43369"/>
                      </a:cubicBezTo>
                      <a:cubicBezTo>
                        <a:pt x="79383" y="40156"/>
                        <a:pt x="74101" y="36998"/>
                        <a:pt x="69200" y="33349"/>
                      </a:cubicBezTo>
                      <a:cubicBezTo>
                        <a:pt x="64245" y="29701"/>
                        <a:pt x="59126" y="26107"/>
                        <a:pt x="54007" y="22567"/>
                      </a:cubicBezTo>
                      <a:cubicBezTo>
                        <a:pt x="48671" y="19137"/>
                        <a:pt x="43226" y="15869"/>
                        <a:pt x="37671" y="12820"/>
                      </a:cubicBezTo>
                      <a:cubicBezTo>
                        <a:pt x="26400" y="6885"/>
                        <a:pt x="14365" y="1984"/>
                        <a:pt x="1950" y="24"/>
                      </a:cubicBezTo>
                      <a:cubicBezTo>
                        <a:pt x="1296" y="-85"/>
                        <a:pt x="643" y="187"/>
                        <a:pt x="261" y="786"/>
                      </a:cubicBezTo>
                      <a:cubicBezTo>
                        <a:pt x="-228" y="1548"/>
                        <a:pt x="-10" y="2583"/>
                        <a:pt x="752" y="3073"/>
                      </a:cubicBezTo>
                      <a:cubicBezTo>
                        <a:pt x="10935" y="9716"/>
                        <a:pt x="19811" y="17394"/>
                        <a:pt x="27870" y="25889"/>
                      </a:cubicBezTo>
                      <a:cubicBezTo>
                        <a:pt x="31954" y="30082"/>
                        <a:pt x="35874" y="34438"/>
                        <a:pt x="39686" y="38958"/>
                      </a:cubicBezTo>
                      <a:cubicBezTo>
                        <a:pt x="43607" y="43369"/>
                        <a:pt x="47473" y="47888"/>
                        <a:pt x="51339" y="52463"/>
                      </a:cubicBezTo>
                      <a:cubicBezTo>
                        <a:pt x="55260" y="57037"/>
                        <a:pt x="58799" y="62155"/>
                        <a:pt x="62557" y="67111"/>
                      </a:cubicBezTo>
                      <a:cubicBezTo>
                        <a:pt x="66368" y="72066"/>
                        <a:pt x="71051" y="76313"/>
                        <a:pt x="76497" y="79744"/>
                      </a:cubicBezTo>
                      <a:cubicBezTo>
                        <a:pt x="79329" y="81378"/>
                        <a:pt x="82160" y="82957"/>
                        <a:pt x="85155" y="84372"/>
                      </a:cubicBezTo>
                      <a:cubicBezTo>
                        <a:pt x="88259" y="85679"/>
                        <a:pt x="91363" y="86877"/>
                        <a:pt x="94630" y="87858"/>
                      </a:cubicBezTo>
                      <a:cubicBezTo>
                        <a:pt x="97353" y="88620"/>
                        <a:pt x="100185" y="89110"/>
                        <a:pt x="103016" y="89546"/>
                      </a:cubicBezTo>
                      <a:cubicBezTo>
                        <a:pt x="102362" y="91288"/>
                        <a:pt x="101981" y="93194"/>
                        <a:pt x="101981" y="95154"/>
                      </a:cubicBezTo>
                      <a:cubicBezTo>
                        <a:pt x="101981" y="104139"/>
                        <a:pt x="109278" y="111382"/>
                        <a:pt x="118209" y="111382"/>
                      </a:cubicBezTo>
                      <a:cubicBezTo>
                        <a:pt x="121367" y="111382"/>
                        <a:pt x="124307" y="110456"/>
                        <a:pt x="126812" y="108877"/>
                      </a:cubicBezTo>
                      <a:cubicBezTo>
                        <a:pt x="125941" y="110565"/>
                        <a:pt x="125397" y="112470"/>
                        <a:pt x="125397" y="114540"/>
                      </a:cubicBezTo>
                      <a:cubicBezTo>
                        <a:pt x="125397" y="121564"/>
                        <a:pt x="131060" y="127228"/>
                        <a:pt x="138084" y="127228"/>
                      </a:cubicBezTo>
                      <a:cubicBezTo>
                        <a:pt x="145109" y="127228"/>
                        <a:pt x="150826" y="121564"/>
                        <a:pt x="150826" y="114540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6" name="Forme libre : forme 1045">
                  <a:extLst>
                    <a:ext uri="{FF2B5EF4-FFF2-40B4-BE49-F238E27FC236}">
                      <a16:creationId xmlns:a16="http://schemas.microsoft.com/office/drawing/2014/main" id="{61F3AAF5-6D45-4216-BC4B-436EB27C25C0}"/>
                    </a:ext>
                  </a:extLst>
                </p:cNvPr>
                <p:cNvSpPr/>
                <p:nvPr/>
              </p:nvSpPr>
              <p:spPr>
                <a:xfrm>
                  <a:off x="8176325" y="5339414"/>
                  <a:ext cx="19603" cy="19603"/>
                </a:xfrm>
                <a:custGeom>
                  <a:avLst/>
                  <a:gdLst>
                    <a:gd name="connsiteX0" fmla="*/ 9801 w 19603"/>
                    <a:gd name="connsiteY0" fmla="*/ 0 h 19603"/>
                    <a:gd name="connsiteX1" fmla="*/ 0 w 19603"/>
                    <a:gd name="connsiteY1" fmla="*/ 9802 h 19603"/>
                    <a:gd name="connsiteX2" fmla="*/ 9801 w 19603"/>
                    <a:gd name="connsiteY2" fmla="*/ 19603 h 19603"/>
                    <a:gd name="connsiteX3" fmla="*/ 19603 w 19603"/>
                    <a:gd name="connsiteY3" fmla="*/ 9802 h 19603"/>
                    <a:gd name="connsiteX4" fmla="*/ 9801 w 19603"/>
                    <a:gd name="connsiteY4" fmla="*/ 0 h 19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03" h="19603">
                      <a:moveTo>
                        <a:pt x="9801" y="0"/>
                      </a:moveTo>
                      <a:cubicBezTo>
                        <a:pt x="4410" y="0"/>
                        <a:pt x="0" y="4356"/>
                        <a:pt x="0" y="9802"/>
                      </a:cubicBezTo>
                      <a:cubicBezTo>
                        <a:pt x="0" y="15192"/>
                        <a:pt x="4356" y="19603"/>
                        <a:pt x="9801" y="19603"/>
                      </a:cubicBezTo>
                      <a:cubicBezTo>
                        <a:pt x="15247" y="19603"/>
                        <a:pt x="19603" y="15247"/>
                        <a:pt x="19603" y="9802"/>
                      </a:cubicBezTo>
                      <a:cubicBezTo>
                        <a:pt x="19603" y="4411"/>
                        <a:pt x="15247" y="0"/>
                        <a:pt x="9801" y="0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7" name="Forme libre : forme 1046">
                  <a:extLst>
                    <a:ext uri="{FF2B5EF4-FFF2-40B4-BE49-F238E27FC236}">
                      <a16:creationId xmlns:a16="http://schemas.microsoft.com/office/drawing/2014/main" id="{DE848B55-42ED-4355-B64B-89A7B64EAC2C}"/>
                    </a:ext>
                  </a:extLst>
                </p:cNvPr>
                <p:cNvSpPr/>
                <p:nvPr/>
              </p:nvSpPr>
              <p:spPr>
                <a:xfrm>
                  <a:off x="8040160" y="5200170"/>
                  <a:ext cx="197751" cy="98131"/>
                </a:xfrm>
                <a:custGeom>
                  <a:avLst/>
                  <a:gdLst>
                    <a:gd name="connsiteX0" fmla="*/ 189039 w 197751"/>
                    <a:gd name="connsiteY0" fmla="*/ 80815 h 98131"/>
                    <a:gd name="connsiteX1" fmla="*/ 182777 w 197751"/>
                    <a:gd name="connsiteY1" fmla="*/ 83484 h 98131"/>
                    <a:gd name="connsiteX2" fmla="*/ 170852 w 197751"/>
                    <a:gd name="connsiteY2" fmla="*/ 73137 h 98131"/>
                    <a:gd name="connsiteX3" fmla="*/ 164970 w 197751"/>
                    <a:gd name="connsiteY3" fmla="*/ 74716 h 98131"/>
                    <a:gd name="connsiteX4" fmla="*/ 165134 w 197751"/>
                    <a:gd name="connsiteY4" fmla="*/ 73137 h 98131"/>
                    <a:gd name="connsiteX5" fmla="*/ 147001 w 197751"/>
                    <a:gd name="connsiteY5" fmla="*/ 55004 h 98131"/>
                    <a:gd name="connsiteX6" fmla="*/ 135620 w 197751"/>
                    <a:gd name="connsiteY6" fmla="*/ 59143 h 98131"/>
                    <a:gd name="connsiteX7" fmla="*/ 132407 w 197751"/>
                    <a:gd name="connsiteY7" fmla="*/ 55767 h 98131"/>
                    <a:gd name="connsiteX8" fmla="*/ 119284 w 197751"/>
                    <a:gd name="connsiteY8" fmla="*/ 42425 h 98131"/>
                    <a:gd name="connsiteX9" fmla="*/ 103274 w 197751"/>
                    <a:gd name="connsiteY9" fmla="*/ 30772 h 98131"/>
                    <a:gd name="connsiteX10" fmla="*/ 83889 w 197751"/>
                    <a:gd name="connsiteY10" fmla="*/ 20862 h 98131"/>
                    <a:gd name="connsiteX11" fmla="*/ 63686 w 197751"/>
                    <a:gd name="connsiteY11" fmla="*/ 12258 h 98131"/>
                    <a:gd name="connsiteX12" fmla="*/ 43049 w 197751"/>
                    <a:gd name="connsiteY12" fmla="*/ 6486 h 98131"/>
                    <a:gd name="connsiteX13" fmla="*/ 1827 w 197751"/>
                    <a:gd name="connsiteY13" fmla="*/ 6 h 98131"/>
                    <a:gd name="connsiteX14" fmla="*/ 194 w 197751"/>
                    <a:gd name="connsiteY14" fmla="*/ 877 h 98131"/>
                    <a:gd name="connsiteX15" fmla="*/ 902 w 197751"/>
                    <a:gd name="connsiteY15" fmla="*/ 3110 h 98131"/>
                    <a:gd name="connsiteX16" fmla="*/ 37331 w 197751"/>
                    <a:gd name="connsiteY16" fmla="*/ 21787 h 98131"/>
                    <a:gd name="connsiteX17" fmla="*/ 54321 w 197751"/>
                    <a:gd name="connsiteY17" fmla="*/ 31861 h 98131"/>
                    <a:gd name="connsiteX18" fmla="*/ 69894 w 197751"/>
                    <a:gd name="connsiteY18" fmla="*/ 42916 h 98131"/>
                    <a:gd name="connsiteX19" fmla="*/ 83835 w 197751"/>
                    <a:gd name="connsiteY19" fmla="*/ 56583 h 98131"/>
                    <a:gd name="connsiteX20" fmla="*/ 100661 w 197751"/>
                    <a:gd name="connsiteY20" fmla="*/ 69217 h 98131"/>
                    <a:gd name="connsiteX21" fmla="*/ 122660 w 197751"/>
                    <a:gd name="connsiteY21" fmla="*/ 76622 h 98131"/>
                    <a:gd name="connsiteX22" fmla="*/ 129413 w 197751"/>
                    <a:gd name="connsiteY22" fmla="*/ 77167 h 98131"/>
                    <a:gd name="connsiteX23" fmla="*/ 147001 w 197751"/>
                    <a:gd name="connsiteY23" fmla="*/ 91162 h 98131"/>
                    <a:gd name="connsiteX24" fmla="*/ 158926 w 197751"/>
                    <a:gd name="connsiteY24" fmla="*/ 86588 h 98131"/>
                    <a:gd name="connsiteX25" fmla="*/ 170852 w 197751"/>
                    <a:gd name="connsiteY25" fmla="*/ 97206 h 98131"/>
                    <a:gd name="connsiteX26" fmla="*/ 180762 w 197751"/>
                    <a:gd name="connsiteY26" fmla="*/ 92033 h 98131"/>
                    <a:gd name="connsiteX27" fmla="*/ 189039 w 197751"/>
                    <a:gd name="connsiteY27" fmla="*/ 98132 h 98131"/>
                    <a:gd name="connsiteX28" fmla="*/ 197752 w 197751"/>
                    <a:gd name="connsiteY28" fmla="*/ 89419 h 98131"/>
                    <a:gd name="connsiteX29" fmla="*/ 189039 w 197751"/>
                    <a:gd name="connsiteY29" fmla="*/ 80815 h 98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97751" h="98131">
                      <a:moveTo>
                        <a:pt x="189039" y="80815"/>
                      </a:moveTo>
                      <a:cubicBezTo>
                        <a:pt x="186589" y="80815"/>
                        <a:pt x="184356" y="81850"/>
                        <a:pt x="182777" y="83484"/>
                      </a:cubicBezTo>
                      <a:cubicBezTo>
                        <a:pt x="181961" y="77657"/>
                        <a:pt x="176951" y="73137"/>
                        <a:pt x="170852" y="73137"/>
                      </a:cubicBezTo>
                      <a:cubicBezTo>
                        <a:pt x="168674" y="73137"/>
                        <a:pt x="166713" y="73736"/>
                        <a:pt x="164970" y="74716"/>
                      </a:cubicBezTo>
                      <a:cubicBezTo>
                        <a:pt x="165025" y="74172"/>
                        <a:pt x="165134" y="73682"/>
                        <a:pt x="165134" y="73137"/>
                      </a:cubicBezTo>
                      <a:cubicBezTo>
                        <a:pt x="165134" y="63118"/>
                        <a:pt x="157020" y="55004"/>
                        <a:pt x="147001" y="55004"/>
                      </a:cubicBezTo>
                      <a:cubicBezTo>
                        <a:pt x="142644" y="55004"/>
                        <a:pt x="138724" y="56583"/>
                        <a:pt x="135620" y="59143"/>
                      </a:cubicBezTo>
                      <a:cubicBezTo>
                        <a:pt x="134531" y="57999"/>
                        <a:pt x="133442" y="56910"/>
                        <a:pt x="132407" y="55767"/>
                      </a:cubicBezTo>
                      <a:cubicBezTo>
                        <a:pt x="128051" y="51247"/>
                        <a:pt x="123913" y="46782"/>
                        <a:pt x="119284" y="42425"/>
                      </a:cubicBezTo>
                      <a:cubicBezTo>
                        <a:pt x="114710" y="38069"/>
                        <a:pt x="109428" y="34149"/>
                        <a:pt x="103274" y="30772"/>
                      </a:cubicBezTo>
                      <a:lnTo>
                        <a:pt x="83889" y="20862"/>
                      </a:lnTo>
                      <a:cubicBezTo>
                        <a:pt x="77245" y="17540"/>
                        <a:pt x="70493" y="14708"/>
                        <a:pt x="63686" y="12258"/>
                      </a:cubicBezTo>
                      <a:cubicBezTo>
                        <a:pt x="56825" y="9971"/>
                        <a:pt x="49910" y="8119"/>
                        <a:pt x="43049" y="6486"/>
                      </a:cubicBezTo>
                      <a:cubicBezTo>
                        <a:pt x="29272" y="3437"/>
                        <a:pt x="15604" y="1422"/>
                        <a:pt x="1827" y="6"/>
                      </a:cubicBezTo>
                      <a:cubicBezTo>
                        <a:pt x="1174" y="-49"/>
                        <a:pt x="520" y="278"/>
                        <a:pt x="194" y="877"/>
                      </a:cubicBezTo>
                      <a:cubicBezTo>
                        <a:pt x="-242" y="1694"/>
                        <a:pt x="85" y="2674"/>
                        <a:pt x="902" y="3110"/>
                      </a:cubicBezTo>
                      <a:cubicBezTo>
                        <a:pt x="13208" y="9481"/>
                        <a:pt x="25623" y="15253"/>
                        <a:pt x="37331" y="21787"/>
                      </a:cubicBezTo>
                      <a:cubicBezTo>
                        <a:pt x="43212" y="24946"/>
                        <a:pt x="48930" y="28267"/>
                        <a:pt x="54321" y="31861"/>
                      </a:cubicBezTo>
                      <a:cubicBezTo>
                        <a:pt x="59820" y="35292"/>
                        <a:pt x="65048" y="38940"/>
                        <a:pt x="69894" y="42916"/>
                      </a:cubicBezTo>
                      <a:cubicBezTo>
                        <a:pt x="74795" y="46836"/>
                        <a:pt x="79152" y="51682"/>
                        <a:pt x="83835" y="56583"/>
                      </a:cubicBezTo>
                      <a:cubicBezTo>
                        <a:pt x="88518" y="61430"/>
                        <a:pt x="94072" y="65841"/>
                        <a:pt x="100661" y="69217"/>
                      </a:cubicBezTo>
                      <a:cubicBezTo>
                        <a:pt x="107249" y="72593"/>
                        <a:pt x="114655" y="75424"/>
                        <a:pt x="122660" y="76622"/>
                      </a:cubicBezTo>
                      <a:cubicBezTo>
                        <a:pt x="124892" y="76949"/>
                        <a:pt x="127125" y="77112"/>
                        <a:pt x="129413" y="77167"/>
                      </a:cubicBezTo>
                      <a:cubicBezTo>
                        <a:pt x="131264" y="85172"/>
                        <a:pt x="138451" y="91162"/>
                        <a:pt x="147001" y="91162"/>
                      </a:cubicBezTo>
                      <a:cubicBezTo>
                        <a:pt x="151575" y="91162"/>
                        <a:pt x="155714" y="89419"/>
                        <a:pt x="158926" y="86588"/>
                      </a:cubicBezTo>
                      <a:cubicBezTo>
                        <a:pt x="159634" y="92577"/>
                        <a:pt x="164699" y="97206"/>
                        <a:pt x="170852" y="97206"/>
                      </a:cubicBezTo>
                      <a:cubicBezTo>
                        <a:pt x="174936" y="97206"/>
                        <a:pt x="178530" y="95137"/>
                        <a:pt x="180762" y="92033"/>
                      </a:cubicBezTo>
                      <a:cubicBezTo>
                        <a:pt x="181852" y="95572"/>
                        <a:pt x="185119" y="98132"/>
                        <a:pt x="189039" y="98132"/>
                      </a:cubicBezTo>
                      <a:cubicBezTo>
                        <a:pt x="193831" y="98132"/>
                        <a:pt x="197752" y="94211"/>
                        <a:pt x="197752" y="89419"/>
                      </a:cubicBezTo>
                      <a:cubicBezTo>
                        <a:pt x="197752" y="84681"/>
                        <a:pt x="193831" y="80815"/>
                        <a:pt x="189039" y="80815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8" name="Forme libre : forme 1047">
                  <a:extLst>
                    <a:ext uri="{FF2B5EF4-FFF2-40B4-BE49-F238E27FC236}">
                      <a16:creationId xmlns:a16="http://schemas.microsoft.com/office/drawing/2014/main" id="{B546FB1C-81AE-444D-86F0-29621C94E2AC}"/>
                    </a:ext>
                  </a:extLst>
                </p:cNvPr>
                <p:cNvSpPr/>
                <p:nvPr/>
              </p:nvSpPr>
              <p:spPr>
                <a:xfrm>
                  <a:off x="8040346" y="5165978"/>
                  <a:ext cx="243689" cy="41439"/>
                </a:xfrm>
                <a:custGeom>
                  <a:avLst/>
                  <a:gdLst>
                    <a:gd name="connsiteX0" fmla="*/ 234051 w 243689"/>
                    <a:gd name="connsiteY0" fmla="*/ 15683 h 41439"/>
                    <a:gd name="connsiteX1" fmla="*/ 225610 w 243689"/>
                    <a:gd name="connsiteY1" fmla="*/ 20747 h 41439"/>
                    <a:gd name="connsiteX2" fmla="*/ 215482 w 243689"/>
                    <a:gd name="connsiteY2" fmla="*/ 15683 h 41439"/>
                    <a:gd name="connsiteX3" fmla="*/ 208131 w 243689"/>
                    <a:gd name="connsiteY3" fmla="*/ 18024 h 41439"/>
                    <a:gd name="connsiteX4" fmla="*/ 208348 w 243689"/>
                    <a:gd name="connsiteY4" fmla="*/ 15683 h 41439"/>
                    <a:gd name="connsiteX5" fmla="*/ 192666 w 243689"/>
                    <a:gd name="connsiteY5" fmla="*/ 0 h 41439"/>
                    <a:gd name="connsiteX6" fmla="*/ 180033 w 243689"/>
                    <a:gd name="connsiteY6" fmla="*/ 6480 h 41439"/>
                    <a:gd name="connsiteX7" fmla="*/ 164677 w 243689"/>
                    <a:gd name="connsiteY7" fmla="*/ 3757 h 41439"/>
                    <a:gd name="connsiteX8" fmla="*/ 140935 w 243689"/>
                    <a:gd name="connsiteY8" fmla="*/ 3431 h 41439"/>
                    <a:gd name="connsiteX9" fmla="*/ 119644 w 243689"/>
                    <a:gd name="connsiteY9" fmla="*/ 4574 h 41439"/>
                    <a:gd name="connsiteX10" fmla="*/ 97753 w 243689"/>
                    <a:gd name="connsiteY10" fmla="*/ 4846 h 41439"/>
                    <a:gd name="connsiteX11" fmla="*/ 73848 w 243689"/>
                    <a:gd name="connsiteY11" fmla="*/ 1416 h 41439"/>
                    <a:gd name="connsiteX12" fmla="*/ 47601 w 243689"/>
                    <a:gd name="connsiteY12" fmla="*/ 871 h 41439"/>
                    <a:gd name="connsiteX13" fmla="*/ 608 w 243689"/>
                    <a:gd name="connsiteY13" fmla="*/ 19985 h 41439"/>
                    <a:gd name="connsiteX14" fmla="*/ 117 w 243689"/>
                    <a:gd name="connsiteY14" fmla="*/ 21891 h 41439"/>
                    <a:gd name="connsiteX15" fmla="*/ 2241 w 243689"/>
                    <a:gd name="connsiteY15" fmla="*/ 22816 h 41439"/>
                    <a:gd name="connsiteX16" fmla="*/ 47601 w 243689"/>
                    <a:gd name="connsiteY16" fmla="*/ 17208 h 41439"/>
                    <a:gd name="connsiteX17" fmla="*/ 69219 w 243689"/>
                    <a:gd name="connsiteY17" fmla="*/ 22653 h 41439"/>
                    <a:gd name="connsiteX18" fmla="*/ 92362 w 243689"/>
                    <a:gd name="connsiteY18" fmla="*/ 30385 h 41439"/>
                    <a:gd name="connsiteX19" fmla="*/ 118391 w 243689"/>
                    <a:gd name="connsiteY19" fmla="*/ 36865 h 41439"/>
                    <a:gd name="connsiteX20" fmla="*/ 145346 w 243689"/>
                    <a:gd name="connsiteY20" fmla="*/ 35776 h 41439"/>
                    <a:gd name="connsiteX21" fmla="*/ 169087 w 243689"/>
                    <a:gd name="connsiteY21" fmla="*/ 26410 h 41439"/>
                    <a:gd name="connsiteX22" fmla="*/ 178181 w 243689"/>
                    <a:gd name="connsiteY22" fmla="*/ 21509 h 41439"/>
                    <a:gd name="connsiteX23" fmla="*/ 192720 w 243689"/>
                    <a:gd name="connsiteY23" fmla="*/ 31420 h 41439"/>
                    <a:gd name="connsiteX24" fmla="*/ 202740 w 243689"/>
                    <a:gd name="connsiteY24" fmla="*/ 27717 h 41439"/>
                    <a:gd name="connsiteX25" fmla="*/ 202631 w 243689"/>
                    <a:gd name="connsiteY25" fmla="*/ 28588 h 41439"/>
                    <a:gd name="connsiteX26" fmla="*/ 215482 w 243689"/>
                    <a:gd name="connsiteY26" fmla="*/ 41440 h 41439"/>
                    <a:gd name="connsiteX27" fmla="*/ 227625 w 243689"/>
                    <a:gd name="connsiteY27" fmla="*/ 32618 h 41439"/>
                    <a:gd name="connsiteX28" fmla="*/ 234051 w 243689"/>
                    <a:gd name="connsiteY28" fmla="*/ 35123 h 41439"/>
                    <a:gd name="connsiteX29" fmla="*/ 243689 w 243689"/>
                    <a:gd name="connsiteY29" fmla="*/ 25485 h 41439"/>
                    <a:gd name="connsiteX30" fmla="*/ 234051 w 243689"/>
                    <a:gd name="connsiteY30" fmla="*/ 15683 h 41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43689" h="41439">
                      <a:moveTo>
                        <a:pt x="234051" y="15683"/>
                      </a:moveTo>
                      <a:cubicBezTo>
                        <a:pt x="230402" y="15683"/>
                        <a:pt x="227244" y="17752"/>
                        <a:pt x="225610" y="20747"/>
                      </a:cubicBezTo>
                      <a:cubicBezTo>
                        <a:pt x="223269" y="17697"/>
                        <a:pt x="219621" y="15683"/>
                        <a:pt x="215482" y="15683"/>
                      </a:cubicBezTo>
                      <a:cubicBezTo>
                        <a:pt x="212759" y="15683"/>
                        <a:pt x="210255" y="16554"/>
                        <a:pt x="208131" y="18024"/>
                      </a:cubicBezTo>
                      <a:cubicBezTo>
                        <a:pt x="208240" y="17262"/>
                        <a:pt x="208348" y="16500"/>
                        <a:pt x="208348" y="15683"/>
                      </a:cubicBezTo>
                      <a:cubicBezTo>
                        <a:pt x="208348" y="7025"/>
                        <a:pt x="201324" y="0"/>
                        <a:pt x="192666" y="0"/>
                      </a:cubicBezTo>
                      <a:cubicBezTo>
                        <a:pt x="187438" y="0"/>
                        <a:pt x="182864" y="2560"/>
                        <a:pt x="180033" y="6480"/>
                      </a:cubicBezTo>
                      <a:cubicBezTo>
                        <a:pt x="174914" y="4901"/>
                        <a:pt x="169577" y="4139"/>
                        <a:pt x="164677" y="3757"/>
                      </a:cubicBezTo>
                      <a:cubicBezTo>
                        <a:pt x="155855" y="3158"/>
                        <a:pt x="147959" y="3485"/>
                        <a:pt x="140935" y="3431"/>
                      </a:cubicBezTo>
                      <a:cubicBezTo>
                        <a:pt x="133747" y="3376"/>
                        <a:pt x="126831" y="3812"/>
                        <a:pt x="119644" y="4574"/>
                      </a:cubicBezTo>
                      <a:cubicBezTo>
                        <a:pt x="112455" y="5391"/>
                        <a:pt x="105213" y="5772"/>
                        <a:pt x="97753" y="4846"/>
                      </a:cubicBezTo>
                      <a:cubicBezTo>
                        <a:pt x="90238" y="3975"/>
                        <a:pt x="82234" y="2560"/>
                        <a:pt x="73848" y="1416"/>
                      </a:cubicBezTo>
                      <a:cubicBezTo>
                        <a:pt x="65462" y="436"/>
                        <a:pt x="56423" y="-54"/>
                        <a:pt x="47601" y="871"/>
                      </a:cubicBezTo>
                      <a:cubicBezTo>
                        <a:pt x="30067" y="2832"/>
                        <a:pt x="13513" y="9475"/>
                        <a:pt x="608" y="19985"/>
                      </a:cubicBezTo>
                      <a:cubicBezTo>
                        <a:pt x="63" y="20420"/>
                        <a:pt x="-155" y="21183"/>
                        <a:pt x="117" y="21891"/>
                      </a:cubicBezTo>
                      <a:cubicBezTo>
                        <a:pt x="444" y="22762"/>
                        <a:pt x="1424" y="23143"/>
                        <a:pt x="2241" y="22816"/>
                      </a:cubicBezTo>
                      <a:cubicBezTo>
                        <a:pt x="17216" y="17153"/>
                        <a:pt x="32898" y="15193"/>
                        <a:pt x="47601" y="17208"/>
                      </a:cubicBezTo>
                      <a:cubicBezTo>
                        <a:pt x="54898" y="18079"/>
                        <a:pt x="61923" y="20093"/>
                        <a:pt x="69219" y="22653"/>
                      </a:cubicBezTo>
                      <a:cubicBezTo>
                        <a:pt x="76570" y="24994"/>
                        <a:pt x="84085" y="27881"/>
                        <a:pt x="92362" y="30385"/>
                      </a:cubicBezTo>
                      <a:cubicBezTo>
                        <a:pt x="100639" y="32890"/>
                        <a:pt x="109461" y="35395"/>
                        <a:pt x="118391" y="36865"/>
                      </a:cubicBezTo>
                      <a:cubicBezTo>
                        <a:pt x="127322" y="38281"/>
                        <a:pt x="136524" y="37954"/>
                        <a:pt x="145346" y="35776"/>
                      </a:cubicBezTo>
                      <a:cubicBezTo>
                        <a:pt x="154331" y="33598"/>
                        <a:pt x="162117" y="30059"/>
                        <a:pt x="169087" y="26410"/>
                      </a:cubicBezTo>
                      <a:cubicBezTo>
                        <a:pt x="172192" y="24777"/>
                        <a:pt x="175132" y="23143"/>
                        <a:pt x="178181" y="21509"/>
                      </a:cubicBezTo>
                      <a:cubicBezTo>
                        <a:pt x="180468" y="27281"/>
                        <a:pt x="186131" y="31420"/>
                        <a:pt x="192720" y="31420"/>
                      </a:cubicBezTo>
                      <a:cubicBezTo>
                        <a:pt x="196587" y="31420"/>
                        <a:pt x="200017" y="30004"/>
                        <a:pt x="202740" y="27717"/>
                      </a:cubicBezTo>
                      <a:cubicBezTo>
                        <a:pt x="202740" y="27989"/>
                        <a:pt x="202631" y="28262"/>
                        <a:pt x="202631" y="28588"/>
                      </a:cubicBezTo>
                      <a:cubicBezTo>
                        <a:pt x="202631" y="35668"/>
                        <a:pt x="208348" y="41440"/>
                        <a:pt x="215482" y="41440"/>
                      </a:cubicBezTo>
                      <a:cubicBezTo>
                        <a:pt x="221146" y="41440"/>
                        <a:pt x="225937" y="37737"/>
                        <a:pt x="227625" y="32618"/>
                      </a:cubicBezTo>
                      <a:cubicBezTo>
                        <a:pt x="229314" y="34143"/>
                        <a:pt x="231600" y="35123"/>
                        <a:pt x="234051" y="35123"/>
                      </a:cubicBezTo>
                      <a:cubicBezTo>
                        <a:pt x="239387" y="35123"/>
                        <a:pt x="243689" y="30821"/>
                        <a:pt x="243689" y="25485"/>
                      </a:cubicBezTo>
                      <a:cubicBezTo>
                        <a:pt x="243689" y="20148"/>
                        <a:pt x="239387" y="15683"/>
                        <a:pt x="234051" y="15683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9" name="Forme libre : forme 1048">
                  <a:extLst>
                    <a:ext uri="{FF2B5EF4-FFF2-40B4-BE49-F238E27FC236}">
                      <a16:creationId xmlns:a16="http://schemas.microsoft.com/office/drawing/2014/main" id="{D753B2D6-C17D-45CF-A3F8-B76F45CF62C4}"/>
                    </a:ext>
                  </a:extLst>
                </p:cNvPr>
                <p:cNvSpPr/>
                <p:nvPr/>
              </p:nvSpPr>
              <p:spPr>
                <a:xfrm>
                  <a:off x="8051432" y="5125084"/>
                  <a:ext cx="203523" cy="47123"/>
                </a:xfrm>
                <a:custGeom>
                  <a:avLst/>
                  <a:gdLst>
                    <a:gd name="connsiteX0" fmla="*/ 168946 w 203523"/>
                    <a:gd name="connsiteY0" fmla="*/ 7133 h 47123"/>
                    <a:gd name="connsiteX1" fmla="*/ 161758 w 203523"/>
                    <a:gd name="connsiteY1" fmla="*/ 9366 h 47123"/>
                    <a:gd name="connsiteX2" fmla="*/ 147763 w 203523"/>
                    <a:gd name="connsiteY2" fmla="*/ 0 h 47123"/>
                    <a:gd name="connsiteX3" fmla="*/ 135021 w 203523"/>
                    <a:gd name="connsiteY3" fmla="*/ 7024 h 47123"/>
                    <a:gd name="connsiteX4" fmla="*/ 122824 w 203523"/>
                    <a:gd name="connsiteY4" fmla="*/ 5336 h 47123"/>
                    <a:gd name="connsiteX5" fmla="*/ 105943 w 203523"/>
                    <a:gd name="connsiteY5" fmla="*/ 3539 h 47123"/>
                    <a:gd name="connsiteX6" fmla="*/ 88354 w 203523"/>
                    <a:gd name="connsiteY6" fmla="*/ 5119 h 47123"/>
                    <a:gd name="connsiteX7" fmla="*/ 69513 w 203523"/>
                    <a:gd name="connsiteY7" fmla="*/ 9802 h 47123"/>
                    <a:gd name="connsiteX8" fmla="*/ 50509 w 203523"/>
                    <a:gd name="connsiteY8" fmla="*/ 15247 h 47123"/>
                    <a:gd name="connsiteX9" fmla="*/ 32539 w 203523"/>
                    <a:gd name="connsiteY9" fmla="*/ 22979 h 47123"/>
                    <a:gd name="connsiteX10" fmla="*/ 574 w 203523"/>
                    <a:gd name="connsiteY10" fmla="*/ 44216 h 47123"/>
                    <a:gd name="connsiteX11" fmla="*/ 85 w 203523"/>
                    <a:gd name="connsiteY11" fmla="*/ 45959 h 47123"/>
                    <a:gd name="connsiteX12" fmla="*/ 2208 w 203523"/>
                    <a:gd name="connsiteY12" fmla="*/ 47048 h 47123"/>
                    <a:gd name="connsiteX13" fmla="*/ 37603 w 203523"/>
                    <a:gd name="connsiteY13" fmla="*/ 38499 h 47123"/>
                    <a:gd name="connsiteX14" fmla="*/ 55192 w 203523"/>
                    <a:gd name="connsiteY14" fmla="*/ 36484 h 47123"/>
                    <a:gd name="connsiteX15" fmla="*/ 72563 w 203523"/>
                    <a:gd name="connsiteY15" fmla="*/ 35776 h 47123"/>
                    <a:gd name="connsiteX16" fmla="*/ 90478 w 203523"/>
                    <a:gd name="connsiteY16" fmla="*/ 37410 h 47123"/>
                    <a:gd name="connsiteX17" fmla="*/ 109646 w 203523"/>
                    <a:gd name="connsiteY17" fmla="*/ 35994 h 47123"/>
                    <a:gd name="connsiteX18" fmla="*/ 128977 w 203523"/>
                    <a:gd name="connsiteY18" fmla="*/ 27554 h 47123"/>
                    <a:gd name="connsiteX19" fmla="*/ 134803 w 203523"/>
                    <a:gd name="connsiteY19" fmla="*/ 22870 h 47123"/>
                    <a:gd name="connsiteX20" fmla="*/ 147763 w 203523"/>
                    <a:gd name="connsiteY20" fmla="*/ 30276 h 47123"/>
                    <a:gd name="connsiteX21" fmla="*/ 158055 w 203523"/>
                    <a:gd name="connsiteY21" fmla="*/ 26192 h 47123"/>
                    <a:gd name="connsiteX22" fmla="*/ 168946 w 203523"/>
                    <a:gd name="connsiteY22" fmla="*/ 32454 h 47123"/>
                    <a:gd name="connsiteX23" fmla="*/ 180164 w 203523"/>
                    <a:gd name="connsiteY23" fmla="*/ 25593 h 47123"/>
                    <a:gd name="connsiteX24" fmla="*/ 191599 w 203523"/>
                    <a:gd name="connsiteY24" fmla="*/ 34360 h 47123"/>
                    <a:gd name="connsiteX25" fmla="*/ 203524 w 203523"/>
                    <a:gd name="connsiteY25" fmla="*/ 22435 h 47123"/>
                    <a:gd name="connsiteX26" fmla="*/ 191599 w 203523"/>
                    <a:gd name="connsiteY26" fmla="*/ 10510 h 47123"/>
                    <a:gd name="connsiteX27" fmla="*/ 181198 w 203523"/>
                    <a:gd name="connsiteY27" fmla="*/ 16663 h 47123"/>
                    <a:gd name="connsiteX28" fmla="*/ 168946 w 203523"/>
                    <a:gd name="connsiteY28" fmla="*/ 7133 h 47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03523" h="47123">
                      <a:moveTo>
                        <a:pt x="168946" y="7133"/>
                      </a:moveTo>
                      <a:cubicBezTo>
                        <a:pt x="166278" y="7133"/>
                        <a:pt x="163827" y="7950"/>
                        <a:pt x="161758" y="9366"/>
                      </a:cubicBezTo>
                      <a:cubicBezTo>
                        <a:pt x="159471" y="3866"/>
                        <a:pt x="154080" y="0"/>
                        <a:pt x="147763" y="0"/>
                      </a:cubicBezTo>
                      <a:cubicBezTo>
                        <a:pt x="142372" y="0"/>
                        <a:pt x="137689" y="2831"/>
                        <a:pt x="135021" y="7024"/>
                      </a:cubicBezTo>
                      <a:lnTo>
                        <a:pt x="122824" y="5336"/>
                      </a:lnTo>
                      <a:cubicBezTo>
                        <a:pt x="117106" y="4574"/>
                        <a:pt x="111606" y="3866"/>
                        <a:pt x="105943" y="3539"/>
                      </a:cubicBezTo>
                      <a:cubicBezTo>
                        <a:pt x="100280" y="3213"/>
                        <a:pt x="94453" y="3648"/>
                        <a:pt x="88354" y="5119"/>
                      </a:cubicBezTo>
                      <a:cubicBezTo>
                        <a:pt x="82310" y="6643"/>
                        <a:pt x="75993" y="8331"/>
                        <a:pt x="69513" y="9802"/>
                      </a:cubicBezTo>
                      <a:cubicBezTo>
                        <a:pt x="63033" y="11272"/>
                        <a:pt x="56717" y="13123"/>
                        <a:pt x="50509" y="15247"/>
                      </a:cubicBezTo>
                      <a:cubicBezTo>
                        <a:pt x="44355" y="17534"/>
                        <a:pt x="38366" y="20093"/>
                        <a:pt x="32539" y="22979"/>
                      </a:cubicBezTo>
                      <a:cubicBezTo>
                        <a:pt x="20995" y="28860"/>
                        <a:pt x="10104" y="35830"/>
                        <a:pt x="574" y="44216"/>
                      </a:cubicBezTo>
                      <a:cubicBezTo>
                        <a:pt x="85" y="44652"/>
                        <a:pt x="-134" y="45305"/>
                        <a:pt x="85" y="45959"/>
                      </a:cubicBezTo>
                      <a:cubicBezTo>
                        <a:pt x="357" y="46830"/>
                        <a:pt x="1282" y="47320"/>
                        <a:pt x="2208" y="47048"/>
                      </a:cubicBezTo>
                      <a:cubicBezTo>
                        <a:pt x="14080" y="43291"/>
                        <a:pt x="25841" y="40241"/>
                        <a:pt x="37603" y="38499"/>
                      </a:cubicBezTo>
                      <a:cubicBezTo>
                        <a:pt x="43484" y="37518"/>
                        <a:pt x="49311" y="36865"/>
                        <a:pt x="55192" y="36484"/>
                      </a:cubicBezTo>
                      <a:cubicBezTo>
                        <a:pt x="61019" y="35939"/>
                        <a:pt x="66790" y="35722"/>
                        <a:pt x="72563" y="35776"/>
                      </a:cubicBezTo>
                      <a:cubicBezTo>
                        <a:pt x="78335" y="35776"/>
                        <a:pt x="84270" y="36702"/>
                        <a:pt x="90478" y="37410"/>
                      </a:cubicBezTo>
                      <a:cubicBezTo>
                        <a:pt x="96686" y="38063"/>
                        <a:pt x="103111" y="37736"/>
                        <a:pt x="109646" y="35994"/>
                      </a:cubicBezTo>
                      <a:cubicBezTo>
                        <a:pt x="116180" y="34306"/>
                        <a:pt x="122878" y="31638"/>
                        <a:pt x="128977" y="27554"/>
                      </a:cubicBezTo>
                      <a:cubicBezTo>
                        <a:pt x="130992" y="26192"/>
                        <a:pt x="132952" y="24558"/>
                        <a:pt x="134803" y="22870"/>
                      </a:cubicBezTo>
                      <a:cubicBezTo>
                        <a:pt x="137471" y="27281"/>
                        <a:pt x="142263" y="30276"/>
                        <a:pt x="147763" y="30276"/>
                      </a:cubicBezTo>
                      <a:cubicBezTo>
                        <a:pt x="151738" y="30276"/>
                        <a:pt x="155332" y="28697"/>
                        <a:pt x="158055" y="26192"/>
                      </a:cubicBezTo>
                      <a:cubicBezTo>
                        <a:pt x="160288" y="29895"/>
                        <a:pt x="164263" y="32454"/>
                        <a:pt x="168946" y="32454"/>
                      </a:cubicBezTo>
                      <a:cubicBezTo>
                        <a:pt x="173847" y="32454"/>
                        <a:pt x="178040" y="29677"/>
                        <a:pt x="180164" y="25593"/>
                      </a:cubicBezTo>
                      <a:cubicBezTo>
                        <a:pt x="181579" y="30603"/>
                        <a:pt x="186099" y="34360"/>
                        <a:pt x="191599" y="34360"/>
                      </a:cubicBezTo>
                      <a:cubicBezTo>
                        <a:pt x="198187" y="34360"/>
                        <a:pt x="203524" y="29024"/>
                        <a:pt x="203524" y="22435"/>
                      </a:cubicBezTo>
                      <a:cubicBezTo>
                        <a:pt x="203524" y="15846"/>
                        <a:pt x="198187" y="10510"/>
                        <a:pt x="191599" y="10510"/>
                      </a:cubicBezTo>
                      <a:cubicBezTo>
                        <a:pt x="187133" y="10510"/>
                        <a:pt x="183267" y="13014"/>
                        <a:pt x="181198" y="16663"/>
                      </a:cubicBezTo>
                      <a:cubicBezTo>
                        <a:pt x="179837" y="11217"/>
                        <a:pt x="174881" y="7133"/>
                        <a:pt x="168946" y="7133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050" name="Forme libre : forme 1049">
                <a:extLst>
                  <a:ext uri="{FF2B5EF4-FFF2-40B4-BE49-F238E27FC236}">
                    <a16:creationId xmlns:a16="http://schemas.microsoft.com/office/drawing/2014/main" id="{256EC940-ED4D-4B8B-AA5F-05D9DEEB5C77}"/>
                  </a:ext>
                </a:extLst>
              </p:cNvPr>
              <p:cNvSpPr/>
              <p:nvPr/>
            </p:nvSpPr>
            <p:spPr>
              <a:xfrm>
                <a:off x="7889136" y="4990310"/>
                <a:ext cx="3811" cy="3811"/>
              </a:xfrm>
              <a:custGeom>
                <a:avLst/>
                <a:gdLst>
                  <a:gd name="connsiteX0" fmla="*/ 3812 w 3811"/>
                  <a:gd name="connsiteY0" fmla="*/ 1906 h 3811"/>
                  <a:gd name="connsiteX1" fmla="*/ 1906 w 3811"/>
                  <a:gd name="connsiteY1" fmla="*/ 3812 h 3811"/>
                  <a:gd name="connsiteX2" fmla="*/ 0 w 3811"/>
                  <a:gd name="connsiteY2" fmla="*/ 1906 h 3811"/>
                  <a:gd name="connsiteX3" fmla="*/ 1906 w 3811"/>
                  <a:gd name="connsiteY3" fmla="*/ 0 h 3811"/>
                  <a:gd name="connsiteX4" fmla="*/ 3812 w 3811"/>
                  <a:gd name="connsiteY4" fmla="*/ 1906 h 3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1" h="3811">
                    <a:moveTo>
                      <a:pt x="3812" y="1906"/>
                    </a:moveTo>
                    <a:cubicBezTo>
                      <a:pt x="3812" y="2958"/>
                      <a:pt x="2958" y="3812"/>
                      <a:pt x="1906" y="3812"/>
                    </a:cubicBezTo>
                    <a:cubicBezTo>
                      <a:pt x="853" y="3812"/>
                      <a:pt x="0" y="2958"/>
                      <a:pt x="0" y="1906"/>
                    </a:cubicBezTo>
                    <a:cubicBezTo>
                      <a:pt x="0" y="853"/>
                      <a:pt x="854" y="0"/>
                      <a:pt x="1906" y="0"/>
                    </a:cubicBezTo>
                    <a:cubicBezTo>
                      <a:pt x="2959" y="0"/>
                      <a:pt x="3812" y="853"/>
                      <a:pt x="3812" y="19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1" name="Forme libre : forme 1050">
                <a:extLst>
                  <a:ext uri="{FF2B5EF4-FFF2-40B4-BE49-F238E27FC236}">
                    <a16:creationId xmlns:a16="http://schemas.microsoft.com/office/drawing/2014/main" id="{444C10E1-B8A6-437B-95DD-C57AE293B588}"/>
                  </a:ext>
                </a:extLst>
              </p:cNvPr>
              <p:cNvSpPr/>
              <p:nvPr/>
            </p:nvSpPr>
            <p:spPr>
              <a:xfrm>
                <a:off x="7898121" y="4990310"/>
                <a:ext cx="3811" cy="3811"/>
              </a:xfrm>
              <a:custGeom>
                <a:avLst/>
                <a:gdLst>
                  <a:gd name="connsiteX0" fmla="*/ 3812 w 3811"/>
                  <a:gd name="connsiteY0" fmla="*/ 1906 h 3811"/>
                  <a:gd name="connsiteX1" fmla="*/ 1906 w 3811"/>
                  <a:gd name="connsiteY1" fmla="*/ 3812 h 3811"/>
                  <a:gd name="connsiteX2" fmla="*/ 0 w 3811"/>
                  <a:gd name="connsiteY2" fmla="*/ 1906 h 3811"/>
                  <a:gd name="connsiteX3" fmla="*/ 1906 w 3811"/>
                  <a:gd name="connsiteY3" fmla="*/ 0 h 3811"/>
                  <a:gd name="connsiteX4" fmla="*/ 3812 w 3811"/>
                  <a:gd name="connsiteY4" fmla="*/ 1906 h 3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1" h="3811">
                    <a:moveTo>
                      <a:pt x="3812" y="1906"/>
                    </a:moveTo>
                    <a:cubicBezTo>
                      <a:pt x="3812" y="2958"/>
                      <a:pt x="2958" y="3812"/>
                      <a:pt x="1906" y="3812"/>
                    </a:cubicBezTo>
                    <a:cubicBezTo>
                      <a:pt x="853" y="3812"/>
                      <a:pt x="0" y="2958"/>
                      <a:pt x="0" y="1906"/>
                    </a:cubicBezTo>
                    <a:cubicBezTo>
                      <a:pt x="0" y="853"/>
                      <a:pt x="854" y="0"/>
                      <a:pt x="1906" y="0"/>
                    </a:cubicBezTo>
                    <a:cubicBezTo>
                      <a:pt x="2959" y="0"/>
                      <a:pt x="3812" y="853"/>
                      <a:pt x="3812" y="19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2" name="Forme libre : forme 1051">
                <a:extLst>
                  <a:ext uri="{FF2B5EF4-FFF2-40B4-BE49-F238E27FC236}">
                    <a16:creationId xmlns:a16="http://schemas.microsoft.com/office/drawing/2014/main" id="{3B15F8C1-9858-4394-9A10-F4B4B896E0DF}"/>
                  </a:ext>
                </a:extLst>
              </p:cNvPr>
              <p:cNvSpPr/>
              <p:nvPr/>
            </p:nvSpPr>
            <p:spPr>
              <a:xfrm>
                <a:off x="7852488" y="5018899"/>
                <a:ext cx="5554" cy="5554"/>
              </a:xfrm>
              <a:custGeom>
                <a:avLst/>
                <a:gdLst>
                  <a:gd name="connsiteX0" fmla="*/ 5554 w 5554"/>
                  <a:gd name="connsiteY0" fmla="*/ 2777 h 5554"/>
                  <a:gd name="connsiteX1" fmla="*/ 2777 w 5554"/>
                  <a:gd name="connsiteY1" fmla="*/ 5554 h 5554"/>
                  <a:gd name="connsiteX2" fmla="*/ 0 w 5554"/>
                  <a:gd name="connsiteY2" fmla="*/ 2777 h 5554"/>
                  <a:gd name="connsiteX3" fmla="*/ 2777 w 5554"/>
                  <a:gd name="connsiteY3" fmla="*/ 0 h 5554"/>
                  <a:gd name="connsiteX4" fmla="*/ 5554 w 5554"/>
                  <a:gd name="connsiteY4" fmla="*/ 2777 h 5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4" h="5554">
                    <a:moveTo>
                      <a:pt x="5554" y="2777"/>
                    </a:moveTo>
                    <a:cubicBezTo>
                      <a:pt x="5554" y="4311"/>
                      <a:pt x="4310" y="5554"/>
                      <a:pt x="2777" y="5554"/>
                    </a:cubicBezTo>
                    <a:cubicBezTo>
                      <a:pt x="1243" y="5554"/>
                      <a:pt x="0" y="4311"/>
                      <a:pt x="0" y="2777"/>
                    </a:cubicBezTo>
                    <a:cubicBezTo>
                      <a:pt x="0" y="1243"/>
                      <a:pt x="1243" y="0"/>
                      <a:pt x="2777" y="0"/>
                    </a:cubicBezTo>
                    <a:cubicBezTo>
                      <a:pt x="4310" y="0"/>
                      <a:pt x="5554" y="1243"/>
                      <a:pt x="5554" y="27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3" name="Forme libre : forme 1052">
                <a:extLst>
                  <a:ext uri="{FF2B5EF4-FFF2-40B4-BE49-F238E27FC236}">
                    <a16:creationId xmlns:a16="http://schemas.microsoft.com/office/drawing/2014/main" id="{EB2760F0-4EC0-4F17-B7D8-F350AE5981DE}"/>
                  </a:ext>
                </a:extLst>
              </p:cNvPr>
              <p:cNvSpPr/>
              <p:nvPr/>
            </p:nvSpPr>
            <p:spPr>
              <a:xfrm>
                <a:off x="7848186" y="5028483"/>
                <a:ext cx="8712" cy="8712"/>
              </a:xfrm>
              <a:custGeom>
                <a:avLst/>
                <a:gdLst>
                  <a:gd name="connsiteX0" fmla="*/ 8713 w 8712"/>
                  <a:gd name="connsiteY0" fmla="*/ 4356 h 8712"/>
                  <a:gd name="connsiteX1" fmla="*/ 4356 w 8712"/>
                  <a:gd name="connsiteY1" fmla="*/ 8713 h 8712"/>
                  <a:gd name="connsiteX2" fmla="*/ -1 w 8712"/>
                  <a:gd name="connsiteY2" fmla="*/ 4356 h 8712"/>
                  <a:gd name="connsiteX3" fmla="*/ 4356 w 8712"/>
                  <a:gd name="connsiteY3" fmla="*/ 0 h 8712"/>
                  <a:gd name="connsiteX4" fmla="*/ 8713 w 8712"/>
                  <a:gd name="connsiteY4" fmla="*/ 4356 h 8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12" h="8712">
                    <a:moveTo>
                      <a:pt x="8713" y="4356"/>
                    </a:moveTo>
                    <a:cubicBezTo>
                      <a:pt x="8713" y="6762"/>
                      <a:pt x="6762" y="8713"/>
                      <a:pt x="4356" y="8713"/>
                    </a:cubicBezTo>
                    <a:cubicBezTo>
                      <a:pt x="1950" y="8713"/>
                      <a:pt x="-1" y="6762"/>
                      <a:pt x="-1" y="4356"/>
                    </a:cubicBezTo>
                    <a:cubicBezTo>
                      <a:pt x="-1" y="1950"/>
                      <a:pt x="1950" y="0"/>
                      <a:pt x="4356" y="0"/>
                    </a:cubicBezTo>
                    <a:cubicBezTo>
                      <a:pt x="6762" y="0"/>
                      <a:pt x="8713" y="1950"/>
                      <a:pt x="8713" y="43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4" name="Forme libre : forme 1053">
                <a:extLst>
                  <a:ext uri="{FF2B5EF4-FFF2-40B4-BE49-F238E27FC236}">
                    <a16:creationId xmlns:a16="http://schemas.microsoft.com/office/drawing/2014/main" id="{FF79A80C-0852-4F80-A1E9-F1A0C831C746}"/>
                  </a:ext>
                </a:extLst>
              </p:cNvPr>
              <p:cNvSpPr/>
              <p:nvPr/>
            </p:nvSpPr>
            <p:spPr>
              <a:xfrm>
                <a:off x="7804732" y="4998261"/>
                <a:ext cx="6752" cy="6752"/>
              </a:xfrm>
              <a:custGeom>
                <a:avLst/>
                <a:gdLst>
                  <a:gd name="connsiteX0" fmla="*/ 6752 w 6752"/>
                  <a:gd name="connsiteY0" fmla="*/ 3376 h 6752"/>
                  <a:gd name="connsiteX1" fmla="*/ 3376 w 6752"/>
                  <a:gd name="connsiteY1" fmla="*/ 6752 h 6752"/>
                  <a:gd name="connsiteX2" fmla="*/ 0 w 6752"/>
                  <a:gd name="connsiteY2" fmla="*/ 3376 h 6752"/>
                  <a:gd name="connsiteX3" fmla="*/ 3376 w 6752"/>
                  <a:gd name="connsiteY3" fmla="*/ 0 h 6752"/>
                  <a:gd name="connsiteX4" fmla="*/ 6752 w 6752"/>
                  <a:gd name="connsiteY4" fmla="*/ 3376 h 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2" h="6752">
                    <a:moveTo>
                      <a:pt x="6752" y="3376"/>
                    </a:moveTo>
                    <a:cubicBezTo>
                      <a:pt x="6752" y="5241"/>
                      <a:pt x="5241" y="6752"/>
                      <a:pt x="3376" y="6752"/>
                    </a:cubicBezTo>
                    <a:cubicBezTo>
                      <a:pt x="1512" y="6752"/>
                      <a:pt x="0" y="5241"/>
                      <a:pt x="0" y="3376"/>
                    </a:cubicBezTo>
                    <a:cubicBezTo>
                      <a:pt x="0" y="1511"/>
                      <a:pt x="1512" y="0"/>
                      <a:pt x="3376" y="0"/>
                    </a:cubicBezTo>
                    <a:cubicBezTo>
                      <a:pt x="5241" y="0"/>
                      <a:pt x="6752" y="1511"/>
                      <a:pt x="6752" y="33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5" name="Forme libre : forme 1054">
                <a:extLst>
                  <a:ext uri="{FF2B5EF4-FFF2-40B4-BE49-F238E27FC236}">
                    <a16:creationId xmlns:a16="http://schemas.microsoft.com/office/drawing/2014/main" id="{6DC6B3E4-AACF-4231-82B2-580606602C54}"/>
                  </a:ext>
                </a:extLst>
              </p:cNvPr>
              <p:cNvSpPr/>
              <p:nvPr/>
            </p:nvSpPr>
            <p:spPr>
              <a:xfrm>
                <a:off x="7813554" y="5038339"/>
                <a:ext cx="9692" cy="9692"/>
              </a:xfrm>
              <a:custGeom>
                <a:avLst/>
                <a:gdLst>
                  <a:gd name="connsiteX0" fmla="*/ 9693 w 9692"/>
                  <a:gd name="connsiteY0" fmla="*/ 4846 h 9692"/>
                  <a:gd name="connsiteX1" fmla="*/ 4847 w 9692"/>
                  <a:gd name="connsiteY1" fmla="*/ 9693 h 9692"/>
                  <a:gd name="connsiteX2" fmla="*/ 0 w 9692"/>
                  <a:gd name="connsiteY2" fmla="*/ 4846 h 9692"/>
                  <a:gd name="connsiteX3" fmla="*/ 4847 w 9692"/>
                  <a:gd name="connsiteY3" fmla="*/ 0 h 9692"/>
                  <a:gd name="connsiteX4" fmla="*/ 9693 w 9692"/>
                  <a:gd name="connsiteY4" fmla="*/ 4846 h 9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92" h="9692">
                    <a:moveTo>
                      <a:pt x="9693" y="4846"/>
                    </a:moveTo>
                    <a:cubicBezTo>
                      <a:pt x="9693" y="7523"/>
                      <a:pt x="7523" y="9693"/>
                      <a:pt x="4847" y="9693"/>
                    </a:cubicBezTo>
                    <a:cubicBezTo>
                      <a:pt x="2170" y="9693"/>
                      <a:pt x="0" y="7523"/>
                      <a:pt x="0" y="4846"/>
                    </a:cubicBezTo>
                    <a:cubicBezTo>
                      <a:pt x="0" y="2170"/>
                      <a:pt x="2170" y="0"/>
                      <a:pt x="4847" y="0"/>
                    </a:cubicBezTo>
                    <a:cubicBezTo>
                      <a:pt x="7523" y="0"/>
                      <a:pt x="9693" y="2169"/>
                      <a:pt x="9693" y="48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6" name="Forme libre : forme 1055">
                <a:extLst>
                  <a:ext uri="{FF2B5EF4-FFF2-40B4-BE49-F238E27FC236}">
                    <a16:creationId xmlns:a16="http://schemas.microsoft.com/office/drawing/2014/main" id="{87AD2994-B4CE-456D-AE6C-9BEFCFD060C4}"/>
                  </a:ext>
                </a:extLst>
              </p:cNvPr>
              <p:cNvSpPr/>
              <p:nvPr/>
            </p:nvSpPr>
            <p:spPr>
              <a:xfrm>
                <a:off x="7719839" y="5154924"/>
                <a:ext cx="6316" cy="6316"/>
              </a:xfrm>
              <a:custGeom>
                <a:avLst/>
                <a:gdLst>
                  <a:gd name="connsiteX0" fmla="*/ 6317 w 6316"/>
                  <a:gd name="connsiteY0" fmla="*/ 3158 h 6316"/>
                  <a:gd name="connsiteX1" fmla="*/ 3158 w 6316"/>
                  <a:gd name="connsiteY1" fmla="*/ 6317 h 6316"/>
                  <a:gd name="connsiteX2" fmla="*/ 0 w 6316"/>
                  <a:gd name="connsiteY2" fmla="*/ 3158 h 6316"/>
                  <a:gd name="connsiteX3" fmla="*/ 3158 w 6316"/>
                  <a:gd name="connsiteY3" fmla="*/ 0 h 6316"/>
                  <a:gd name="connsiteX4" fmla="*/ 6317 w 6316"/>
                  <a:gd name="connsiteY4" fmla="*/ 3158 h 6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16" h="6316">
                    <a:moveTo>
                      <a:pt x="6317" y="3158"/>
                    </a:moveTo>
                    <a:cubicBezTo>
                      <a:pt x="6317" y="4903"/>
                      <a:pt x="4902" y="6317"/>
                      <a:pt x="3158" y="6317"/>
                    </a:cubicBezTo>
                    <a:cubicBezTo>
                      <a:pt x="1414" y="6317"/>
                      <a:pt x="0" y="4903"/>
                      <a:pt x="0" y="3158"/>
                    </a:cubicBezTo>
                    <a:cubicBezTo>
                      <a:pt x="0" y="1414"/>
                      <a:pt x="1414" y="0"/>
                      <a:pt x="3158" y="0"/>
                    </a:cubicBezTo>
                    <a:cubicBezTo>
                      <a:pt x="4902" y="0"/>
                      <a:pt x="6317" y="1414"/>
                      <a:pt x="6317" y="31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7" name="Forme libre : forme 1056">
                <a:extLst>
                  <a:ext uri="{FF2B5EF4-FFF2-40B4-BE49-F238E27FC236}">
                    <a16:creationId xmlns:a16="http://schemas.microsoft.com/office/drawing/2014/main" id="{3039AEC6-2CE0-4A86-93A9-F8331A002FA9}"/>
                  </a:ext>
                </a:extLst>
              </p:cNvPr>
              <p:cNvSpPr/>
              <p:nvPr/>
            </p:nvSpPr>
            <p:spPr>
              <a:xfrm>
                <a:off x="7746303" y="5150786"/>
                <a:ext cx="7296" cy="7296"/>
              </a:xfrm>
              <a:custGeom>
                <a:avLst/>
                <a:gdLst>
                  <a:gd name="connsiteX0" fmla="*/ 7297 w 7296"/>
                  <a:gd name="connsiteY0" fmla="*/ 3648 h 7296"/>
                  <a:gd name="connsiteX1" fmla="*/ 3648 w 7296"/>
                  <a:gd name="connsiteY1" fmla="*/ 7297 h 7296"/>
                  <a:gd name="connsiteX2" fmla="*/ 0 w 7296"/>
                  <a:gd name="connsiteY2" fmla="*/ 3648 h 7296"/>
                  <a:gd name="connsiteX3" fmla="*/ 3648 w 7296"/>
                  <a:gd name="connsiteY3" fmla="*/ 0 h 7296"/>
                  <a:gd name="connsiteX4" fmla="*/ 7297 w 7296"/>
                  <a:gd name="connsiteY4" fmla="*/ 3648 h 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96" h="7296">
                    <a:moveTo>
                      <a:pt x="7297" y="3648"/>
                    </a:moveTo>
                    <a:cubicBezTo>
                      <a:pt x="7297" y="5663"/>
                      <a:pt x="5664" y="7297"/>
                      <a:pt x="3648" y="7297"/>
                    </a:cubicBezTo>
                    <a:cubicBezTo>
                      <a:pt x="1634" y="7297"/>
                      <a:pt x="0" y="5663"/>
                      <a:pt x="0" y="3648"/>
                    </a:cubicBezTo>
                    <a:cubicBezTo>
                      <a:pt x="0" y="1633"/>
                      <a:pt x="1633" y="0"/>
                      <a:pt x="3648" y="0"/>
                    </a:cubicBezTo>
                    <a:cubicBezTo>
                      <a:pt x="5663" y="0"/>
                      <a:pt x="7297" y="1634"/>
                      <a:pt x="7297" y="36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8" name="Forme libre : forme 1057">
                <a:extLst>
                  <a:ext uri="{FF2B5EF4-FFF2-40B4-BE49-F238E27FC236}">
                    <a16:creationId xmlns:a16="http://schemas.microsoft.com/office/drawing/2014/main" id="{A1236726-17CF-45BB-8895-A7A3876E2011}"/>
                  </a:ext>
                </a:extLst>
              </p:cNvPr>
              <p:cNvSpPr/>
              <p:nvPr/>
            </p:nvSpPr>
            <p:spPr>
              <a:xfrm>
                <a:off x="7749952" y="5165053"/>
                <a:ext cx="4900" cy="4900"/>
              </a:xfrm>
              <a:custGeom>
                <a:avLst/>
                <a:gdLst>
                  <a:gd name="connsiteX0" fmla="*/ 4901 w 4900"/>
                  <a:gd name="connsiteY0" fmla="*/ 2450 h 4900"/>
                  <a:gd name="connsiteX1" fmla="*/ 2451 w 4900"/>
                  <a:gd name="connsiteY1" fmla="*/ 4901 h 4900"/>
                  <a:gd name="connsiteX2" fmla="*/ 1 w 4900"/>
                  <a:gd name="connsiteY2" fmla="*/ 2450 h 4900"/>
                  <a:gd name="connsiteX3" fmla="*/ 2451 w 4900"/>
                  <a:gd name="connsiteY3" fmla="*/ 0 h 4900"/>
                  <a:gd name="connsiteX4" fmla="*/ 4901 w 4900"/>
                  <a:gd name="connsiteY4" fmla="*/ 2450 h 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00" h="4900">
                    <a:moveTo>
                      <a:pt x="4901" y="2450"/>
                    </a:moveTo>
                    <a:cubicBezTo>
                      <a:pt x="4901" y="3804"/>
                      <a:pt x="3804" y="4901"/>
                      <a:pt x="2451" y="4901"/>
                    </a:cubicBezTo>
                    <a:cubicBezTo>
                      <a:pt x="1097" y="4901"/>
                      <a:pt x="1" y="3804"/>
                      <a:pt x="1" y="2450"/>
                    </a:cubicBezTo>
                    <a:cubicBezTo>
                      <a:pt x="1" y="1097"/>
                      <a:pt x="1097" y="0"/>
                      <a:pt x="2451" y="0"/>
                    </a:cubicBezTo>
                    <a:cubicBezTo>
                      <a:pt x="3804" y="0"/>
                      <a:pt x="4901" y="1097"/>
                      <a:pt x="4901" y="24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9" name="Forme libre : forme 1058">
                <a:extLst>
                  <a:ext uri="{FF2B5EF4-FFF2-40B4-BE49-F238E27FC236}">
                    <a16:creationId xmlns:a16="http://schemas.microsoft.com/office/drawing/2014/main" id="{3F977062-49CA-4D9B-A5CC-444BC88912E7}"/>
                  </a:ext>
                </a:extLst>
              </p:cNvPr>
              <p:cNvSpPr/>
              <p:nvPr/>
            </p:nvSpPr>
            <p:spPr>
              <a:xfrm>
                <a:off x="7742437" y="5202408"/>
                <a:ext cx="7514" cy="7514"/>
              </a:xfrm>
              <a:custGeom>
                <a:avLst/>
                <a:gdLst>
                  <a:gd name="connsiteX0" fmla="*/ 7514 w 7514"/>
                  <a:gd name="connsiteY0" fmla="*/ 3757 h 7514"/>
                  <a:gd name="connsiteX1" fmla="*/ 3757 w 7514"/>
                  <a:gd name="connsiteY1" fmla="*/ 7515 h 7514"/>
                  <a:gd name="connsiteX2" fmla="*/ 1 w 7514"/>
                  <a:gd name="connsiteY2" fmla="*/ 3757 h 7514"/>
                  <a:gd name="connsiteX3" fmla="*/ 3757 w 7514"/>
                  <a:gd name="connsiteY3" fmla="*/ 0 h 7514"/>
                  <a:gd name="connsiteX4" fmla="*/ 7514 w 7514"/>
                  <a:gd name="connsiteY4" fmla="*/ 3757 h 7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14" h="7514">
                    <a:moveTo>
                      <a:pt x="7514" y="3757"/>
                    </a:moveTo>
                    <a:cubicBezTo>
                      <a:pt x="7514" y="5832"/>
                      <a:pt x="5832" y="7515"/>
                      <a:pt x="3757" y="7515"/>
                    </a:cubicBezTo>
                    <a:cubicBezTo>
                      <a:pt x="1682" y="7515"/>
                      <a:pt x="1" y="5832"/>
                      <a:pt x="1" y="3757"/>
                    </a:cubicBezTo>
                    <a:cubicBezTo>
                      <a:pt x="1" y="1682"/>
                      <a:pt x="1683" y="0"/>
                      <a:pt x="3757" y="0"/>
                    </a:cubicBezTo>
                    <a:cubicBezTo>
                      <a:pt x="5833" y="0"/>
                      <a:pt x="7514" y="1682"/>
                      <a:pt x="7514" y="37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0" name="Forme libre : forme 1059">
                <a:extLst>
                  <a:ext uri="{FF2B5EF4-FFF2-40B4-BE49-F238E27FC236}">
                    <a16:creationId xmlns:a16="http://schemas.microsoft.com/office/drawing/2014/main" id="{E169C4FE-2520-4BB3-A17E-18B4AED29107}"/>
                  </a:ext>
                </a:extLst>
              </p:cNvPr>
              <p:cNvSpPr/>
              <p:nvPr/>
            </p:nvSpPr>
            <p:spPr>
              <a:xfrm>
                <a:off x="7759209" y="5216457"/>
                <a:ext cx="3593" cy="3593"/>
              </a:xfrm>
              <a:custGeom>
                <a:avLst/>
                <a:gdLst>
                  <a:gd name="connsiteX0" fmla="*/ 3594 w 3593"/>
                  <a:gd name="connsiteY0" fmla="*/ 1797 h 3593"/>
                  <a:gd name="connsiteX1" fmla="*/ 1797 w 3593"/>
                  <a:gd name="connsiteY1" fmla="*/ 3594 h 3593"/>
                  <a:gd name="connsiteX2" fmla="*/ 0 w 3593"/>
                  <a:gd name="connsiteY2" fmla="*/ 1797 h 3593"/>
                  <a:gd name="connsiteX3" fmla="*/ 1797 w 3593"/>
                  <a:gd name="connsiteY3" fmla="*/ 0 h 3593"/>
                  <a:gd name="connsiteX4" fmla="*/ 3594 w 3593"/>
                  <a:gd name="connsiteY4" fmla="*/ 1797 h 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3" h="3593">
                    <a:moveTo>
                      <a:pt x="3594" y="1797"/>
                    </a:moveTo>
                    <a:cubicBezTo>
                      <a:pt x="3594" y="2789"/>
                      <a:pt x="2789" y="3594"/>
                      <a:pt x="1797" y="3594"/>
                    </a:cubicBezTo>
                    <a:cubicBezTo>
                      <a:pt x="805" y="3594"/>
                      <a:pt x="0" y="2789"/>
                      <a:pt x="0" y="1797"/>
                    </a:cubicBezTo>
                    <a:cubicBezTo>
                      <a:pt x="0" y="805"/>
                      <a:pt x="805" y="0"/>
                      <a:pt x="1797" y="0"/>
                    </a:cubicBezTo>
                    <a:cubicBezTo>
                      <a:pt x="2789" y="0"/>
                      <a:pt x="3594" y="805"/>
                      <a:pt x="3594" y="17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1" name="Forme libre : forme 1060">
                <a:extLst>
                  <a:ext uri="{FF2B5EF4-FFF2-40B4-BE49-F238E27FC236}">
                    <a16:creationId xmlns:a16="http://schemas.microsoft.com/office/drawing/2014/main" id="{354EE964-9C20-43C8-A68A-BA868CB1F9F2}"/>
                  </a:ext>
                </a:extLst>
              </p:cNvPr>
              <p:cNvSpPr/>
              <p:nvPr/>
            </p:nvSpPr>
            <p:spPr>
              <a:xfrm>
                <a:off x="7776416" y="5224026"/>
                <a:ext cx="4356" cy="4356"/>
              </a:xfrm>
              <a:custGeom>
                <a:avLst/>
                <a:gdLst>
                  <a:gd name="connsiteX0" fmla="*/ 4356 w 4356"/>
                  <a:gd name="connsiteY0" fmla="*/ 2178 h 4356"/>
                  <a:gd name="connsiteX1" fmla="*/ 2178 w 4356"/>
                  <a:gd name="connsiteY1" fmla="*/ 4356 h 4356"/>
                  <a:gd name="connsiteX2" fmla="*/ 0 w 4356"/>
                  <a:gd name="connsiteY2" fmla="*/ 2178 h 4356"/>
                  <a:gd name="connsiteX3" fmla="*/ 2178 w 4356"/>
                  <a:gd name="connsiteY3" fmla="*/ 0 h 4356"/>
                  <a:gd name="connsiteX4" fmla="*/ 4356 w 4356"/>
                  <a:gd name="connsiteY4" fmla="*/ 2178 h 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" h="4356">
                    <a:moveTo>
                      <a:pt x="4356" y="2178"/>
                    </a:moveTo>
                    <a:cubicBezTo>
                      <a:pt x="4356" y="3381"/>
                      <a:pt x="3381" y="4356"/>
                      <a:pt x="2178" y="4356"/>
                    </a:cubicBezTo>
                    <a:cubicBezTo>
                      <a:pt x="975" y="4356"/>
                      <a:pt x="0" y="3381"/>
                      <a:pt x="0" y="2178"/>
                    </a:cubicBezTo>
                    <a:cubicBezTo>
                      <a:pt x="0" y="975"/>
                      <a:pt x="975" y="0"/>
                      <a:pt x="2178" y="0"/>
                    </a:cubicBezTo>
                    <a:cubicBezTo>
                      <a:pt x="3381" y="0"/>
                      <a:pt x="4356" y="975"/>
                      <a:pt x="4356" y="21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2" name="Forme libre : forme 1061">
                <a:extLst>
                  <a:ext uri="{FF2B5EF4-FFF2-40B4-BE49-F238E27FC236}">
                    <a16:creationId xmlns:a16="http://schemas.microsoft.com/office/drawing/2014/main" id="{BDB99578-5A80-4AF2-BC77-8B136C430F41}"/>
                  </a:ext>
                </a:extLst>
              </p:cNvPr>
              <p:cNvSpPr/>
              <p:nvPr/>
            </p:nvSpPr>
            <p:spPr>
              <a:xfrm>
                <a:off x="7776416" y="5152855"/>
                <a:ext cx="4356" cy="4356"/>
              </a:xfrm>
              <a:custGeom>
                <a:avLst/>
                <a:gdLst>
                  <a:gd name="connsiteX0" fmla="*/ 4356 w 4356"/>
                  <a:gd name="connsiteY0" fmla="*/ 2178 h 4356"/>
                  <a:gd name="connsiteX1" fmla="*/ 2178 w 4356"/>
                  <a:gd name="connsiteY1" fmla="*/ 4357 h 4356"/>
                  <a:gd name="connsiteX2" fmla="*/ 0 w 4356"/>
                  <a:gd name="connsiteY2" fmla="*/ 2178 h 4356"/>
                  <a:gd name="connsiteX3" fmla="*/ 2178 w 4356"/>
                  <a:gd name="connsiteY3" fmla="*/ 0 h 4356"/>
                  <a:gd name="connsiteX4" fmla="*/ 4356 w 4356"/>
                  <a:gd name="connsiteY4" fmla="*/ 2178 h 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" h="4356">
                    <a:moveTo>
                      <a:pt x="4356" y="2178"/>
                    </a:moveTo>
                    <a:cubicBezTo>
                      <a:pt x="4356" y="3381"/>
                      <a:pt x="3381" y="4357"/>
                      <a:pt x="2178" y="4357"/>
                    </a:cubicBezTo>
                    <a:cubicBezTo>
                      <a:pt x="975" y="4357"/>
                      <a:pt x="0" y="3381"/>
                      <a:pt x="0" y="2178"/>
                    </a:cubicBezTo>
                    <a:cubicBezTo>
                      <a:pt x="0" y="975"/>
                      <a:pt x="975" y="0"/>
                      <a:pt x="2178" y="0"/>
                    </a:cubicBezTo>
                    <a:cubicBezTo>
                      <a:pt x="3381" y="0"/>
                      <a:pt x="4356" y="975"/>
                      <a:pt x="4356" y="21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3" name="Forme libre : forme 1062">
                <a:extLst>
                  <a:ext uri="{FF2B5EF4-FFF2-40B4-BE49-F238E27FC236}">
                    <a16:creationId xmlns:a16="http://schemas.microsoft.com/office/drawing/2014/main" id="{128BDB58-D3DA-4E23-9078-3581CAA29849}"/>
                  </a:ext>
                </a:extLst>
              </p:cNvPr>
              <p:cNvSpPr/>
              <p:nvPr/>
            </p:nvSpPr>
            <p:spPr>
              <a:xfrm>
                <a:off x="7825044" y="4998261"/>
                <a:ext cx="3376" cy="3376"/>
              </a:xfrm>
              <a:custGeom>
                <a:avLst/>
                <a:gdLst>
                  <a:gd name="connsiteX0" fmla="*/ 3376 w 3376"/>
                  <a:gd name="connsiteY0" fmla="*/ 1688 h 3376"/>
                  <a:gd name="connsiteX1" fmla="*/ 1688 w 3376"/>
                  <a:gd name="connsiteY1" fmla="*/ 3376 h 3376"/>
                  <a:gd name="connsiteX2" fmla="*/ -1 w 3376"/>
                  <a:gd name="connsiteY2" fmla="*/ 1688 h 3376"/>
                  <a:gd name="connsiteX3" fmla="*/ 1688 w 3376"/>
                  <a:gd name="connsiteY3" fmla="*/ 0 h 3376"/>
                  <a:gd name="connsiteX4" fmla="*/ 3376 w 3376"/>
                  <a:gd name="connsiteY4" fmla="*/ 1688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6" h="3376">
                    <a:moveTo>
                      <a:pt x="3376" y="1688"/>
                    </a:moveTo>
                    <a:cubicBezTo>
                      <a:pt x="3376" y="2620"/>
                      <a:pt x="2620" y="3376"/>
                      <a:pt x="1688" y="3376"/>
                    </a:cubicBezTo>
                    <a:cubicBezTo>
                      <a:pt x="755" y="3376"/>
                      <a:pt x="-1" y="2620"/>
                      <a:pt x="-1" y="1688"/>
                    </a:cubicBezTo>
                    <a:cubicBezTo>
                      <a:pt x="-1" y="756"/>
                      <a:pt x="755" y="0"/>
                      <a:pt x="1688" y="0"/>
                    </a:cubicBezTo>
                    <a:cubicBezTo>
                      <a:pt x="2620" y="0"/>
                      <a:pt x="3376" y="756"/>
                      <a:pt x="3376" y="16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4" name="Forme libre : forme 1063">
                <a:extLst>
                  <a:ext uri="{FF2B5EF4-FFF2-40B4-BE49-F238E27FC236}">
                    <a16:creationId xmlns:a16="http://schemas.microsoft.com/office/drawing/2014/main" id="{E3045F64-4200-4261-BC0C-DB1BAC862C49}"/>
                  </a:ext>
                </a:extLst>
              </p:cNvPr>
              <p:cNvSpPr/>
              <p:nvPr/>
            </p:nvSpPr>
            <p:spPr>
              <a:xfrm>
                <a:off x="7837514" y="5008661"/>
                <a:ext cx="8168" cy="8168"/>
              </a:xfrm>
              <a:custGeom>
                <a:avLst/>
                <a:gdLst>
                  <a:gd name="connsiteX0" fmla="*/ 8168 w 8168"/>
                  <a:gd name="connsiteY0" fmla="*/ 4084 h 8168"/>
                  <a:gd name="connsiteX1" fmla="*/ 4084 w 8168"/>
                  <a:gd name="connsiteY1" fmla="*/ 8168 h 8168"/>
                  <a:gd name="connsiteX2" fmla="*/ 0 w 8168"/>
                  <a:gd name="connsiteY2" fmla="*/ 4084 h 8168"/>
                  <a:gd name="connsiteX3" fmla="*/ 4084 w 8168"/>
                  <a:gd name="connsiteY3" fmla="*/ 0 h 8168"/>
                  <a:gd name="connsiteX4" fmla="*/ 8168 w 8168"/>
                  <a:gd name="connsiteY4" fmla="*/ 4084 h 8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68" h="8168">
                    <a:moveTo>
                      <a:pt x="8168" y="4084"/>
                    </a:moveTo>
                    <a:cubicBezTo>
                      <a:pt x="8168" y="6340"/>
                      <a:pt x="6340" y="8168"/>
                      <a:pt x="4084" y="8168"/>
                    </a:cubicBezTo>
                    <a:cubicBezTo>
                      <a:pt x="1829" y="8168"/>
                      <a:pt x="0" y="6340"/>
                      <a:pt x="0" y="4084"/>
                    </a:cubicBezTo>
                    <a:cubicBezTo>
                      <a:pt x="0" y="1829"/>
                      <a:pt x="1829" y="0"/>
                      <a:pt x="4084" y="0"/>
                    </a:cubicBezTo>
                    <a:cubicBezTo>
                      <a:pt x="6340" y="0"/>
                      <a:pt x="8168" y="1829"/>
                      <a:pt x="8168" y="40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5" name="Forme libre : forme 1064">
                <a:extLst>
                  <a:ext uri="{FF2B5EF4-FFF2-40B4-BE49-F238E27FC236}">
                    <a16:creationId xmlns:a16="http://schemas.microsoft.com/office/drawing/2014/main" id="{EC0BB51D-357C-4509-A50F-B8CFCF674B0F}"/>
                  </a:ext>
                </a:extLst>
              </p:cNvPr>
              <p:cNvSpPr/>
              <p:nvPr/>
            </p:nvSpPr>
            <p:spPr>
              <a:xfrm>
                <a:off x="7829836" y="5050101"/>
                <a:ext cx="5009" cy="5009"/>
              </a:xfrm>
              <a:custGeom>
                <a:avLst/>
                <a:gdLst>
                  <a:gd name="connsiteX0" fmla="*/ 5009 w 5009"/>
                  <a:gd name="connsiteY0" fmla="*/ 2505 h 5009"/>
                  <a:gd name="connsiteX1" fmla="*/ 2505 w 5009"/>
                  <a:gd name="connsiteY1" fmla="*/ 5010 h 5009"/>
                  <a:gd name="connsiteX2" fmla="*/ 0 w 5009"/>
                  <a:gd name="connsiteY2" fmla="*/ 2505 h 5009"/>
                  <a:gd name="connsiteX3" fmla="*/ 2505 w 5009"/>
                  <a:gd name="connsiteY3" fmla="*/ 0 h 5009"/>
                  <a:gd name="connsiteX4" fmla="*/ 5009 w 5009"/>
                  <a:gd name="connsiteY4" fmla="*/ 2505 h 5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9" h="5009">
                    <a:moveTo>
                      <a:pt x="5009" y="2505"/>
                    </a:moveTo>
                    <a:cubicBezTo>
                      <a:pt x="5009" y="3888"/>
                      <a:pt x="3888" y="5010"/>
                      <a:pt x="2505" y="5010"/>
                    </a:cubicBezTo>
                    <a:cubicBezTo>
                      <a:pt x="1121" y="5010"/>
                      <a:pt x="0" y="3889"/>
                      <a:pt x="0" y="2505"/>
                    </a:cubicBezTo>
                    <a:cubicBezTo>
                      <a:pt x="0" y="1122"/>
                      <a:pt x="1121" y="0"/>
                      <a:pt x="2505" y="0"/>
                    </a:cubicBezTo>
                    <a:cubicBezTo>
                      <a:pt x="3888" y="0"/>
                      <a:pt x="5009" y="1121"/>
                      <a:pt x="5009" y="25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6" name="Forme libre : forme 1065">
                <a:extLst>
                  <a:ext uri="{FF2B5EF4-FFF2-40B4-BE49-F238E27FC236}">
                    <a16:creationId xmlns:a16="http://schemas.microsoft.com/office/drawing/2014/main" id="{DC3687F1-B855-412B-84D6-CD50241C48B7}"/>
                  </a:ext>
                </a:extLst>
              </p:cNvPr>
              <p:cNvSpPr/>
              <p:nvPr/>
            </p:nvSpPr>
            <p:spPr>
              <a:xfrm>
                <a:off x="7817148" y="5037195"/>
                <a:ext cx="3049" cy="3049"/>
              </a:xfrm>
              <a:custGeom>
                <a:avLst/>
                <a:gdLst>
                  <a:gd name="connsiteX0" fmla="*/ 3049 w 3049"/>
                  <a:gd name="connsiteY0" fmla="*/ 1525 h 3049"/>
                  <a:gd name="connsiteX1" fmla="*/ 1525 w 3049"/>
                  <a:gd name="connsiteY1" fmla="*/ 3049 h 3049"/>
                  <a:gd name="connsiteX2" fmla="*/ 0 w 3049"/>
                  <a:gd name="connsiteY2" fmla="*/ 1525 h 3049"/>
                  <a:gd name="connsiteX3" fmla="*/ 1525 w 3049"/>
                  <a:gd name="connsiteY3" fmla="*/ 0 h 3049"/>
                  <a:gd name="connsiteX4" fmla="*/ 3049 w 3049"/>
                  <a:gd name="connsiteY4" fmla="*/ 1525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9" h="3049">
                    <a:moveTo>
                      <a:pt x="3049" y="1525"/>
                    </a:moveTo>
                    <a:cubicBezTo>
                      <a:pt x="3049" y="2367"/>
                      <a:pt x="2367" y="3049"/>
                      <a:pt x="1525" y="3049"/>
                    </a:cubicBezTo>
                    <a:cubicBezTo>
                      <a:pt x="682" y="3049"/>
                      <a:pt x="0" y="2367"/>
                      <a:pt x="0" y="1525"/>
                    </a:cubicBezTo>
                    <a:cubicBezTo>
                      <a:pt x="0" y="682"/>
                      <a:pt x="682" y="0"/>
                      <a:pt x="1525" y="0"/>
                    </a:cubicBezTo>
                    <a:cubicBezTo>
                      <a:pt x="2367" y="0"/>
                      <a:pt x="3049" y="682"/>
                      <a:pt x="3049" y="15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7" name="Forme libre : forme 1066">
                <a:extLst>
                  <a:ext uri="{FF2B5EF4-FFF2-40B4-BE49-F238E27FC236}">
                    <a16:creationId xmlns:a16="http://schemas.microsoft.com/office/drawing/2014/main" id="{2B517A89-A934-4637-8088-A3BED59776B2}"/>
                  </a:ext>
                </a:extLst>
              </p:cNvPr>
              <p:cNvSpPr/>
              <p:nvPr/>
            </p:nvSpPr>
            <p:spPr>
              <a:xfrm>
                <a:off x="7887774" y="4948218"/>
                <a:ext cx="4356" cy="4356"/>
              </a:xfrm>
              <a:custGeom>
                <a:avLst/>
                <a:gdLst>
                  <a:gd name="connsiteX0" fmla="*/ 4356 w 4356"/>
                  <a:gd name="connsiteY0" fmla="*/ 2178 h 4356"/>
                  <a:gd name="connsiteX1" fmla="*/ 2178 w 4356"/>
                  <a:gd name="connsiteY1" fmla="*/ 4356 h 4356"/>
                  <a:gd name="connsiteX2" fmla="*/ 0 w 4356"/>
                  <a:gd name="connsiteY2" fmla="*/ 2178 h 4356"/>
                  <a:gd name="connsiteX3" fmla="*/ 2178 w 4356"/>
                  <a:gd name="connsiteY3" fmla="*/ 0 h 4356"/>
                  <a:gd name="connsiteX4" fmla="*/ 4356 w 4356"/>
                  <a:gd name="connsiteY4" fmla="*/ 2178 h 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" h="4356">
                    <a:moveTo>
                      <a:pt x="4356" y="2178"/>
                    </a:moveTo>
                    <a:cubicBezTo>
                      <a:pt x="4356" y="3381"/>
                      <a:pt x="3381" y="4356"/>
                      <a:pt x="2178" y="4356"/>
                    </a:cubicBezTo>
                    <a:cubicBezTo>
                      <a:pt x="975" y="4356"/>
                      <a:pt x="0" y="3381"/>
                      <a:pt x="0" y="2178"/>
                    </a:cubicBezTo>
                    <a:cubicBezTo>
                      <a:pt x="0" y="975"/>
                      <a:pt x="975" y="0"/>
                      <a:pt x="2178" y="0"/>
                    </a:cubicBezTo>
                    <a:cubicBezTo>
                      <a:pt x="3381" y="0"/>
                      <a:pt x="4356" y="975"/>
                      <a:pt x="4356" y="21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8" name="Forme libre : forme 1067">
                <a:extLst>
                  <a:ext uri="{FF2B5EF4-FFF2-40B4-BE49-F238E27FC236}">
                    <a16:creationId xmlns:a16="http://schemas.microsoft.com/office/drawing/2014/main" id="{CD5F377E-F83E-4B28-9272-C0CDEE6BEA9C}"/>
                  </a:ext>
                </a:extLst>
              </p:cNvPr>
              <p:cNvSpPr/>
              <p:nvPr/>
            </p:nvSpPr>
            <p:spPr>
              <a:xfrm>
                <a:off x="7886903" y="4971088"/>
                <a:ext cx="6752" cy="6752"/>
              </a:xfrm>
              <a:custGeom>
                <a:avLst/>
                <a:gdLst>
                  <a:gd name="connsiteX0" fmla="*/ 6752 w 6752"/>
                  <a:gd name="connsiteY0" fmla="*/ 3376 h 6752"/>
                  <a:gd name="connsiteX1" fmla="*/ 3376 w 6752"/>
                  <a:gd name="connsiteY1" fmla="*/ 6752 h 6752"/>
                  <a:gd name="connsiteX2" fmla="*/ 0 w 6752"/>
                  <a:gd name="connsiteY2" fmla="*/ 3376 h 6752"/>
                  <a:gd name="connsiteX3" fmla="*/ 3376 w 6752"/>
                  <a:gd name="connsiteY3" fmla="*/ 0 h 6752"/>
                  <a:gd name="connsiteX4" fmla="*/ 6752 w 6752"/>
                  <a:gd name="connsiteY4" fmla="*/ 3376 h 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2" h="6752">
                    <a:moveTo>
                      <a:pt x="6752" y="3376"/>
                    </a:moveTo>
                    <a:cubicBezTo>
                      <a:pt x="6752" y="5241"/>
                      <a:pt x="5241" y="6752"/>
                      <a:pt x="3376" y="6752"/>
                    </a:cubicBezTo>
                    <a:cubicBezTo>
                      <a:pt x="1512" y="6752"/>
                      <a:pt x="0" y="5241"/>
                      <a:pt x="0" y="3376"/>
                    </a:cubicBezTo>
                    <a:cubicBezTo>
                      <a:pt x="0" y="1512"/>
                      <a:pt x="1512" y="0"/>
                      <a:pt x="3376" y="0"/>
                    </a:cubicBezTo>
                    <a:cubicBezTo>
                      <a:pt x="5241" y="0"/>
                      <a:pt x="6752" y="1512"/>
                      <a:pt x="6752" y="33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9" name="Forme libre : forme 1068">
                <a:extLst>
                  <a:ext uri="{FF2B5EF4-FFF2-40B4-BE49-F238E27FC236}">
                    <a16:creationId xmlns:a16="http://schemas.microsoft.com/office/drawing/2014/main" id="{0210C758-88BA-4A9D-BB98-15E261EEC1A6}"/>
                  </a:ext>
                </a:extLst>
              </p:cNvPr>
              <p:cNvSpPr/>
              <p:nvPr/>
            </p:nvSpPr>
            <p:spPr>
              <a:xfrm>
                <a:off x="7971470" y="4918595"/>
                <a:ext cx="5227" cy="5227"/>
              </a:xfrm>
              <a:custGeom>
                <a:avLst/>
                <a:gdLst>
                  <a:gd name="connsiteX0" fmla="*/ 5228 w 5227"/>
                  <a:gd name="connsiteY0" fmla="*/ 2614 h 5227"/>
                  <a:gd name="connsiteX1" fmla="*/ 2614 w 5227"/>
                  <a:gd name="connsiteY1" fmla="*/ 5228 h 5227"/>
                  <a:gd name="connsiteX2" fmla="*/ 0 w 5227"/>
                  <a:gd name="connsiteY2" fmla="*/ 2614 h 5227"/>
                  <a:gd name="connsiteX3" fmla="*/ 2614 w 5227"/>
                  <a:gd name="connsiteY3" fmla="*/ 0 h 5227"/>
                  <a:gd name="connsiteX4" fmla="*/ 5228 w 5227"/>
                  <a:gd name="connsiteY4" fmla="*/ 2614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27" h="5227">
                    <a:moveTo>
                      <a:pt x="5228" y="2614"/>
                    </a:moveTo>
                    <a:cubicBezTo>
                      <a:pt x="5228" y="4057"/>
                      <a:pt x="4058" y="5228"/>
                      <a:pt x="2614" y="5228"/>
                    </a:cubicBezTo>
                    <a:cubicBezTo>
                      <a:pt x="1170" y="5228"/>
                      <a:pt x="0" y="4057"/>
                      <a:pt x="0" y="2614"/>
                    </a:cubicBezTo>
                    <a:cubicBezTo>
                      <a:pt x="0" y="1170"/>
                      <a:pt x="1170" y="0"/>
                      <a:pt x="2614" y="0"/>
                    </a:cubicBezTo>
                    <a:cubicBezTo>
                      <a:pt x="4058" y="0"/>
                      <a:pt x="5228" y="1170"/>
                      <a:pt x="5228" y="26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0" name="Forme libre : forme 1069">
                <a:extLst>
                  <a:ext uri="{FF2B5EF4-FFF2-40B4-BE49-F238E27FC236}">
                    <a16:creationId xmlns:a16="http://schemas.microsoft.com/office/drawing/2014/main" id="{9B1ED83A-9730-4DC2-9921-350A0322DC7F}"/>
                  </a:ext>
                </a:extLst>
              </p:cNvPr>
              <p:cNvSpPr/>
              <p:nvPr/>
            </p:nvSpPr>
            <p:spPr>
              <a:xfrm>
                <a:off x="7962648" y="4937599"/>
                <a:ext cx="7950" cy="7950"/>
              </a:xfrm>
              <a:custGeom>
                <a:avLst/>
                <a:gdLst>
                  <a:gd name="connsiteX0" fmla="*/ 7950 w 7950"/>
                  <a:gd name="connsiteY0" fmla="*/ 3975 h 7950"/>
                  <a:gd name="connsiteX1" fmla="*/ 3975 w 7950"/>
                  <a:gd name="connsiteY1" fmla="*/ 7950 h 7950"/>
                  <a:gd name="connsiteX2" fmla="*/ 0 w 7950"/>
                  <a:gd name="connsiteY2" fmla="*/ 3975 h 7950"/>
                  <a:gd name="connsiteX3" fmla="*/ 3975 w 7950"/>
                  <a:gd name="connsiteY3" fmla="*/ 0 h 7950"/>
                  <a:gd name="connsiteX4" fmla="*/ 7950 w 7950"/>
                  <a:gd name="connsiteY4" fmla="*/ 3975 h 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50" h="7950">
                    <a:moveTo>
                      <a:pt x="7950" y="3975"/>
                    </a:moveTo>
                    <a:cubicBezTo>
                      <a:pt x="7950" y="6171"/>
                      <a:pt x="6171" y="7950"/>
                      <a:pt x="3975" y="7950"/>
                    </a:cubicBezTo>
                    <a:cubicBezTo>
                      <a:pt x="1780" y="7950"/>
                      <a:pt x="0" y="6170"/>
                      <a:pt x="0" y="3975"/>
                    </a:cubicBezTo>
                    <a:cubicBezTo>
                      <a:pt x="0" y="1780"/>
                      <a:pt x="1780" y="0"/>
                      <a:pt x="3975" y="0"/>
                    </a:cubicBezTo>
                    <a:cubicBezTo>
                      <a:pt x="6171" y="0"/>
                      <a:pt x="7950" y="1780"/>
                      <a:pt x="7950" y="39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1" name="Forme libre : forme 1070">
                <a:extLst>
                  <a:ext uri="{FF2B5EF4-FFF2-40B4-BE49-F238E27FC236}">
                    <a16:creationId xmlns:a16="http://schemas.microsoft.com/office/drawing/2014/main" id="{88C7DAD8-4777-4CE2-98DA-9D3F606EFE09}"/>
                  </a:ext>
                </a:extLst>
              </p:cNvPr>
              <p:cNvSpPr/>
              <p:nvPr/>
            </p:nvSpPr>
            <p:spPr>
              <a:xfrm>
                <a:off x="7969019" y="4954044"/>
                <a:ext cx="6861" cy="6861"/>
              </a:xfrm>
              <a:custGeom>
                <a:avLst/>
                <a:gdLst>
                  <a:gd name="connsiteX0" fmla="*/ 6861 w 6861"/>
                  <a:gd name="connsiteY0" fmla="*/ 3431 h 6861"/>
                  <a:gd name="connsiteX1" fmla="*/ 3430 w 6861"/>
                  <a:gd name="connsiteY1" fmla="*/ 6861 h 6861"/>
                  <a:gd name="connsiteX2" fmla="*/ 0 w 6861"/>
                  <a:gd name="connsiteY2" fmla="*/ 3431 h 6861"/>
                  <a:gd name="connsiteX3" fmla="*/ 3430 w 6861"/>
                  <a:gd name="connsiteY3" fmla="*/ 0 h 6861"/>
                  <a:gd name="connsiteX4" fmla="*/ 6861 w 6861"/>
                  <a:gd name="connsiteY4" fmla="*/ 3431 h 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61" h="6861">
                    <a:moveTo>
                      <a:pt x="6861" y="3431"/>
                    </a:moveTo>
                    <a:cubicBezTo>
                      <a:pt x="6861" y="5325"/>
                      <a:pt x="5325" y="6861"/>
                      <a:pt x="3430" y="6861"/>
                    </a:cubicBezTo>
                    <a:cubicBezTo>
                      <a:pt x="1536" y="6861"/>
                      <a:pt x="0" y="5325"/>
                      <a:pt x="0" y="3431"/>
                    </a:cubicBezTo>
                    <a:cubicBezTo>
                      <a:pt x="0" y="1536"/>
                      <a:pt x="1536" y="0"/>
                      <a:pt x="3430" y="0"/>
                    </a:cubicBezTo>
                    <a:cubicBezTo>
                      <a:pt x="5325" y="0"/>
                      <a:pt x="6861" y="1536"/>
                      <a:pt x="6861" y="34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2" name="Forme libre : forme 1071">
                <a:extLst>
                  <a:ext uri="{FF2B5EF4-FFF2-40B4-BE49-F238E27FC236}">
                    <a16:creationId xmlns:a16="http://schemas.microsoft.com/office/drawing/2014/main" id="{B916438F-31E1-420C-BC9E-F4A4A3F904AB}"/>
                  </a:ext>
                </a:extLst>
              </p:cNvPr>
              <p:cNvSpPr/>
              <p:nvPr/>
            </p:nvSpPr>
            <p:spPr>
              <a:xfrm>
                <a:off x="7966623" y="4975880"/>
                <a:ext cx="2504" cy="2504"/>
              </a:xfrm>
              <a:custGeom>
                <a:avLst/>
                <a:gdLst>
                  <a:gd name="connsiteX0" fmla="*/ 2505 w 2504"/>
                  <a:gd name="connsiteY0" fmla="*/ 1252 h 2504"/>
                  <a:gd name="connsiteX1" fmla="*/ 1252 w 2504"/>
                  <a:gd name="connsiteY1" fmla="*/ 2505 h 2504"/>
                  <a:gd name="connsiteX2" fmla="*/ 0 w 2504"/>
                  <a:gd name="connsiteY2" fmla="*/ 1252 h 2504"/>
                  <a:gd name="connsiteX3" fmla="*/ 1252 w 2504"/>
                  <a:gd name="connsiteY3" fmla="*/ 0 h 2504"/>
                  <a:gd name="connsiteX4" fmla="*/ 2505 w 2504"/>
                  <a:gd name="connsiteY4" fmla="*/ 1252 h 2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4" h="2504">
                    <a:moveTo>
                      <a:pt x="2505" y="1252"/>
                    </a:moveTo>
                    <a:cubicBezTo>
                      <a:pt x="2505" y="1944"/>
                      <a:pt x="1944" y="2505"/>
                      <a:pt x="1252" y="2505"/>
                    </a:cubicBezTo>
                    <a:cubicBezTo>
                      <a:pt x="560" y="2505"/>
                      <a:pt x="0" y="1944"/>
                      <a:pt x="0" y="1252"/>
                    </a:cubicBezTo>
                    <a:cubicBezTo>
                      <a:pt x="0" y="561"/>
                      <a:pt x="561" y="0"/>
                      <a:pt x="1252" y="0"/>
                    </a:cubicBezTo>
                    <a:cubicBezTo>
                      <a:pt x="1944" y="0"/>
                      <a:pt x="2505" y="561"/>
                      <a:pt x="2505" y="12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3" name="Forme libre : forme 1072">
                <a:extLst>
                  <a:ext uri="{FF2B5EF4-FFF2-40B4-BE49-F238E27FC236}">
                    <a16:creationId xmlns:a16="http://schemas.microsoft.com/office/drawing/2014/main" id="{0509F078-B4DF-4E44-8448-A1292B27F39B}"/>
                  </a:ext>
                </a:extLst>
              </p:cNvPr>
              <p:cNvSpPr/>
              <p:nvPr/>
            </p:nvSpPr>
            <p:spPr>
              <a:xfrm>
                <a:off x="8033819" y="4959272"/>
                <a:ext cx="4029" cy="4029"/>
              </a:xfrm>
              <a:custGeom>
                <a:avLst/>
                <a:gdLst>
                  <a:gd name="connsiteX0" fmla="*/ 4029 w 4029"/>
                  <a:gd name="connsiteY0" fmla="*/ 2015 h 4029"/>
                  <a:gd name="connsiteX1" fmla="*/ 2015 w 4029"/>
                  <a:gd name="connsiteY1" fmla="*/ 4030 h 4029"/>
                  <a:gd name="connsiteX2" fmla="*/ 0 w 4029"/>
                  <a:gd name="connsiteY2" fmla="*/ 2015 h 4029"/>
                  <a:gd name="connsiteX3" fmla="*/ 2015 w 4029"/>
                  <a:gd name="connsiteY3" fmla="*/ 0 h 4029"/>
                  <a:gd name="connsiteX4" fmla="*/ 4029 w 4029"/>
                  <a:gd name="connsiteY4" fmla="*/ 2015 h 4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9" h="4029">
                    <a:moveTo>
                      <a:pt x="4029" y="2015"/>
                    </a:moveTo>
                    <a:cubicBezTo>
                      <a:pt x="4029" y="3128"/>
                      <a:pt x="3127" y="4030"/>
                      <a:pt x="2015" y="4030"/>
                    </a:cubicBezTo>
                    <a:cubicBezTo>
                      <a:pt x="902" y="4030"/>
                      <a:pt x="0" y="3128"/>
                      <a:pt x="0" y="2015"/>
                    </a:cubicBezTo>
                    <a:cubicBezTo>
                      <a:pt x="0" y="902"/>
                      <a:pt x="902" y="0"/>
                      <a:pt x="2015" y="0"/>
                    </a:cubicBezTo>
                    <a:cubicBezTo>
                      <a:pt x="3127" y="0"/>
                      <a:pt x="4029" y="902"/>
                      <a:pt x="4029" y="20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4" name="Forme libre : forme 1073">
                <a:extLst>
                  <a:ext uri="{FF2B5EF4-FFF2-40B4-BE49-F238E27FC236}">
                    <a16:creationId xmlns:a16="http://schemas.microsoft.com/office/drawing/2014/main" id="{3C5A10D9-EFBB-4242-8062-211AC8BC126E}"/>
                  </a:ext>
                </a:extLst>
              </p:cNvPr>
              <p:cNvSpPr/>
              <p:nvPr/>
            </p:nvSpPr>
            <p:spPr>
              <a:xfrm>
                <a:off x="8043349" y="4962430"/>
                <a:ext cx="2504" cy="2504"/>
              </a:xfrm>
              <a:custGeom>
                <a:avLst/>
                <a:gdLst>
                  <a:gd name="connsiteX0" fmla="*/ 2505 w 2504"/>
                  <a:gd name="connsiteY0" fmla="*/ 1252 h 2504"/>
                  <a:gd name="connsiteX1" fmla="*/ 1252 w 2504"/>
                  <a:gd name="connsiteY1" fmla="*/ 2505 h 2504"/>
                  <a:gd name="connsiteX2" fmla="*/ 0 w 2504"/>
                  <a:gd name="connsiteY2" fmla="*/ 1252 h 2504"/>
                  <a:gd name="connsiteX3" fmla="*/ 1252 w 2504"/>
                  <a:gd name="connsiteY3" fmla="*/ 0 h 2504"/>
                  <a:gd name="connsiteX4" fmla="*/ 2505 w 2504"/>
                  <a:gd name="connsiteY4" fmla="*/ 1252 h 2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4" h="2504">
                    <a:moveTo>
                      <a:pt x="2505" y="1252"/>
                    </a:moveTo>
                    <a:cubicBezTo>
                      <a:pt x="2505" y="1944"/>
                      <a:pt x="1944" y="2505"/>
                      <a:pt x="1252" y="2505"/>
                    </a:cubicBezTo>
                    <a:cubicBezTo>
                      <a:pt x="560" y="2505"/>
                      <a:pt x="0" y="1944"/>
                      <a:pt x="0" y="1252"/>
                    </a:cubicBezTo>
                    <a:cubicBezTo>
                      <a:pt x="0" y="561"/>
                      <a:pt x="561" y="0"/>
                      <a:pt x="1252" y="0"/>
                    </a:cubicBezTo>
                    <a:cubicBezTo>
                      <a:pt x="1944" y="0"/>
                      <a:pt x="2505" y="561"/>
                      <a:pt x="2505" y="12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5" name="Forme libre : forme 1074">
                <a:extLst>
                  <a:ext uri="{FF2B5EF4-FFF2-40B4-BE49-F238E27FC236}">
                    <a16:creationId xmlns:a16="http://schemas.microsoft.com/office/drawing/2014/main" id="{7CE57EE5-F3BA-4B4E-A210-B214B30BB203}"/>
                  </a:ext>
                </a:extLst>
              </p:cNvPr>
              <p:cNvSpPr/>
              <p:nvPr/>
            </p:nvSpPr>
            <p:spPr>
              <a:xfrm>
                <a:off x="8037904" y="4937599"/>
                <a:ext cx="4574" cy="4574"/>
              </a:xfrm>
              <a:custGeom>
                <a:avLst/>
                <a:gdLst>
                  <a:gd name="connsiteX0" fmla="*/ 4574 w 4574"/>
                  <a:gd name="connsiteY0" fmla="*/ 2287 h 4574"/>
                  <a:gd name="connsiteX1" fmla="*/ 2287 w 4574"/>
                  <a:gd name="connsiteY1" fmla="*/ 4574 h 4574"/>
                  <a:gd name="connsiteX2" fmla="*/ -1 w 4574"/>
                  <a:gd name="connsiteY2" fmla="*/ 2287 h 4574"/>
                  <a:gd name="connsiteX3" fmla="*/ 2287 w 4574"/>
                  <a:gd name="connsiteY3" fmla="*/ 0 h 4574"/>
                  <a:gd name="connsiteX4" fmla="*/ 4574 w 4574"/>
                  <a:gd name="connsiteY4" fmla="*/ 2287 h 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4" h="4574">
                    <a:moveTo>
                      <a:pt x="4574" y="2287"/>
                    </a:moveTo>
                    <a:cubicBezTo>
                      <a:pt x="4574" y="3550"/>
                      <a:pt x="3550" y="4574"/>
                      <a:pt x="2287" y="4574"/>
                    </a:cubicBezTo>
                    <a:cubicBezTo>
                      <a:pt x="1024" y="4574"/>
                      <a:pt x="-1" y="3550"/>
                      <a:pt x="-1" y="2287"/>
                    </a:cubicBezTo>
                    <a:cubicBezTo>
                      <a:pt x="-1" y="1024"/>
                      <a:pt x="1023" y="0"/>
                      <a:pt x="2287" y="0"/>
                    </a:cubicBezTo>
                    <a:cubicBezTo>
                      <a:pt x="3549" y="0"/>
                      <a:pt x="4574" y="1024"/>
                      <a:pt x="4574" y="22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6" name="Forme libre : forme 1075">
                <a:extLst>
                  <a:ext uri="{FF2B5EF4-FFF2-40B4-BE49-F238E27FC236}">
                    <a16:creationId xmlns:a16="http://schemas.microsoft.com/office/drawing/2014/main" id="{4D12B78A-A4F5-4E54-A12F-19802C3957A3}"/>
                  </a:ext>
                </a:extLst>
              </p:cNvPr>
              <p:cNvSpPr/>
              <p:nvPr/>
            </p:nvSpPr>
            <p:spPr>
              <a:xfrm>
                <a:off x="8044601" y="4918595"/>
                <a:ext cx="2613" cy="2613"/>
              </a:xfrm>
              <a:custGeom>
                <a:avLst/>
                <a:gdLst>
                  <a:gd name="connsiteX0" fmla="*/ 2613 w 2613"/>
                  <a:gd name="connsiteY0" fmla="*/ 1307 h 2613"/>
                  <a:gd name="connsiteX1" fmla="*/ 1307 w 2613"/>
                  <a:gd name="connsiteY1" fmla="*/ 2614 h 2613"/>
                  <a:gd name="connsiteX2" fmla="*/ 0 w 2613"/>
                  <a:gd name="connsiteY2" fmla="*/ 1307 h 2613"/>
                  <a:gd name="connsiteX3" fmla="*/ 1307 w 2613"/>
                  <a:gd name="connsiteY3" fmla="*/ 0 h 2613"/>
                  <a:gd name="connsiteX4" fmla="*/ 2613 w 2613"/>
                  <a:gd name="connsiteY4" fmla="*/ 1307 h 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3" h="2613">
                    <a:moveTo>
                      <a:pt x="2613" y="1307"/>
                    </a:moveTo>
                    <a:cubicBezTo>
                      <a:pt x="2613" y="2029"/>
                      <a:pt x="2029" y="2614"/>
                      <a:pt x="1307" y="2614"/>
                    </a:cubicBezTo>
                    <a:cubicBezTo>
                      <a:pt x="585" y="2614"/>
                      <a:pt x="0" y="2029"/>
                      <a:pt x="0" y="1307"/>
                    </a:cubicBezTo>
                    <a:cubicBezTo>
                      <a:pt x="0" y="585"/>
                      <a:pt x="585" y="0"/>
                      <a:pt x="1307" y="0"/>
                    </a:cubicBezTo>
                    <a:cubicBezTo>
                      <a:pt x="2029" y="0"/>
                      <a:pt x="2613" y="585"/>
                      <a:pt x="2613" y="13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7" name="Forme libre : forme 1076">
                <a:extLst>
                  <a:ext uri="{FF2B5EF4-FFF2-40B4-BE49-F238E27FC236}">
                    <a16:creationId xmlns:a16="http://schemas.microsoft.com/office/drawing/2014/main" id="{06FD40D6-A536-49BF-B525-0D58869B553F}"/>
                  </a:ext>
                </a:extLst>
              </p:cNvPr>
              <p:cNvSpPr/>
              <p:nvPr/>
            </p:nvSpPr>
            <p:spPr>
              <a:xfrm>
                <a:off x="8049339" y="4902313"/>
                <a:ext cx="2831" cy="2831"/>
              </a:xfrm>
              <a:custGeom>
                <a:avLst/>
                <a:gdLst>
                  <a:gd name="connsiteX0" fmla="*/ 2831 w 2831"/>
                  <a:gd name="connsiteY0" fmla="*/ 1416 h 2831"/>
                  <a:gd name="connsiteX1" fmla="*/ 1416 w 2831"/>
                  <a:gd name="connsiteY1" fmla="*/ 2832 h 2831"/>
                  <a:gd name="connsiteX2" fmla="*/ 0 w 2831"/>
                  <a:gd name="connsiteY2" fmla="*/ 1416 h 2831"/>
                  <a:gd name="connsiteX3" fmla="*/ 1416 w 2831"/>
                  <a:gd name="connsiteY3" fmla="*/ 0 h 2831"/>
                  <a:gd name="connsiteX4" fmla="*/ 2831 w 2831"/>
                  <a:gd name="connsiteY4" fmla="*/ 1416 h 2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1" h="2831">
                    <a:moveTo>
                      <a:pt x="2831" y="1416"/>
                    </a:moveTo>
                    <a:cubicBezTo>
                      <a:pt x="2831" y="2198"/>
                      <a:pt x="2197" y="2832"/>
                      <a:pt x="1416" y="2832"/>
                    </a:cubicBezTo>
                    <a:cubicBezTo>
                      <a:pt x="634" y="2832"/>
                      <a:pt x="0" y="2198"/>
                      <a:pt x="0" y="1416"/>
                    </a:cubicBezTo>
                    <a:cubicBezTo>
                      <a:pt x="0" y="634"/>
                      <a:pt x="634" y="0"/>
                      <a:pt x="1416" y="0"/>
                    </a:cubicBezTo>
                    <a:cubicBezTo>
                      <a:pt x="2197" y="0"/>
                      <a:pt x="2831" y="634"/>
                      <a:pt x="2831" y="14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8" name="Forme libre : forme 1077">
                <a:extLst>
                  <a:ext uri="{FF2B5EF4-FFF2-40B4-BE49-F238E27FC236}">
                    <a16:creationId xmlns:a16="http://schemas.microsoft.com/office/drawing/2014/main" id="{F2A3F482-C9D5-423E-80D6-BD6A78A935A2}"/>
                  </a:ext>
                </a:extLst>
              </p:cNvPr>
              <p:cNvSpPr/>
              <p:nvPr/>
            </p:nvSpPr>
            <p:spPr>
              <a:xfrm>
                <a:off x="8135212" y="4964935"/>
                <a:ext cx="4138" cy="4138"/>
              </a:xfrm>
              <a:custGeom>
                <a:avLst/>
                <a:gdLst>
                  <a:gd name="connsiteX0" fmla="*/ 4138 w 4138"/>
                  <a:gd name="connsiteY0" fmla="*/ 2069 h 4138"/>
                  <a:gd name="connsiteX1" fmla="*/ 2069 w 4138"/>
                  <a:gd name="connsiteY1" fmla="*/ 4138 h 4138"/>
                  <a:gd name="connsiteX2" fmla="*/ 0 w 4138"/>
                  <a:gd name="connsiteY2" fmla="*/ 2069 h 4138"/>
                  <a:gd name="connsiteX3" fmla="*/ 2069 w 4138"/>
                  <a:gd name="connsiteY3" fmla="*/ 0 h 4138"/>
                  <a:gd name="connsiteX4" fmla="*/ 4138 w 4138"/>
                  <a:gd name="connsiteY4" fmla="*/ 2069 h 4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38" h="4138">
                    <a:moveTo>
                      <a:pt x="4138" y="2069"/>
                    </a:moveTo>
                    <a:cubicBezTo>
                      <a:pt x="4138" y="3212"/>
                      <a:pt x="3212" y="4138"/>
                      <a:pt x="2069" y="4138"/>
                    </a:cubicBezTo>
                    <a:cubicBezTo>
                      <a:pt x="926" y="4138"/>
                      <a:pt x="0" y="3212"/>
                      <a:pt x="0" y="2069"/>
                    </a:cubicBezTo>
                    <a:cubicBezTo>
                      <a:pt x="0" y="927"/>
                      <a:pt x="926" y="0"/>
                      <a:pt x="2069" y="0"/>
                    </a:cubicBezTo>
                    <a:cubicBezTo>
                      <a:pt x="3212" y="0"/>
                      <a:pt x="4138" y="926"/>
                      <a:pt x="4138" y="20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9" name="Forme libre : forme 1078">
                <a:extLst>
                  <a:ext uri="{FF2B5EF4-FFF2-40B4-BE49-F238E27FC236}">
                    <a16:creationId xmlns:a16="http://schemas.microsoft.com/office/drawing/2014/main" id="{DD651683-6CF5-4EFC-AB99-D7701C3E8516}"/>
                  </a:ext>
                </a:extLst>
              </p:cNvPr>
              <p:cNvSpPr/>
              <p:nvPr/>
            </p:nvSpPr>
            <p:spPr>
              <a:xfrm>
                <a:off x="8120946" y="4978385"/>
                <a:ext cx="4356" cy="4356"/>
              </a:xfrm>
              <a:custGeom>
                <a:avLst/>
                <a:gdLst>
                  <a:gd name="connsiteX0" fmla="*/ 4356 w 4356"/>
                  <a:gd name="connsiteY0" fmla="*/ 2178 h 4356"/>
                  <a:gd name="connsiteX1" fmla="*/ 2178 w 4356"/>
                  <a:gd name="connsiteY1" fmla="*/ 4356 h 4356"/>
                  <a:gd name="connsiteX2" fmla="*/ 0 w 4356"/>
                  <a:gd name="connsiteY2" fmla="*/ 2178 h 4356"/>
                  <a:gd name="connsiteX3" fmla="*/ 2178 w 4356"/>
                  <a:gd name="connsiteY3" fmla="*/ 0 h 4356"/>
                  <a:gd name="connsiteX4" fmla="*/ 4356 w 4356"/>
                  <a:gd name="connsiteY4" fmla="*/ 2178 h 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" h="4356">
                    <a:moveTo>
                      <a:pt x="4356" y="2178"/>
                    </a:moveTo>
                    <a:cubicBezTo>
                      <a:pt x="4356" y="3381"/>
                      <a:pt x="3381" y="4356"/>
                      <a:pt x="2178" y="4356"/>
                    </a:cubicBezTo>
                    <a:cubicBezTo>
                      <a:pt x="975" y="4356"/>
                      <a:pt x="0" y="3381"/>
                      <a:pt x="0" y="2178"/>
                    </a:cubicBezTo>
                    <a:cubicBezTo>
                      <a:pt x="0" y="975"/>
                      <a:pt x="975" y="0"/>
                      <a:pt x="2178" y="0"/>
                    </a:cubicBezTo>
                    <a:cubicBezTo>
                      <a:pt x="3381" y="0"/>
                      <a:pt x="4356" y="975"/>
                      <a:pt x="4356" y="21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0" name="Forme libre : forme 1079">
                <a:extLst>
                  <a:ext uri="{FF2B5EF4-FFF2-40B4-BE49-F238E27FC236}">
                    <a16:creationId xmlns:a16="http://schemas.microsoft.com/office/drawing/2014/main" id="{B1210C01-74F2-42DF-BF42-26A1F88B144F}"/>
                  </a:ext>
                </a:extLst>
              </p:cNvPr>
              <p:cNvSpPr/>
              <p:nvPr/>
            </p:nvSpPr>
            <p:spPr>
              <a:xfrm>
                <a:off x="8219180" y="5026359"/>
                <a:ext cx="3811" cy="3811"/>
              </a:xfrm>
              <a:custGeom>
                <a:avLst/>
                <a:gdLst>
                  <a:gd name="connsiteX0" fmla="*/ 3812 w 3811"/>
                  <a:gd name="connsiteY0" fmla="*/ 1906 h 3811"/>
                  <a:gd name="connsiteX1" fmla="*/ 1906 w 3811"/>
                  <a:gd name="connsiteY1" fmla="*/ 3812 h 3811"/>
                  <a:gd name="connsiteX2" fmla="*/ 0 w 3811"/>
                  <a:gd name="connsiteY2" fmla="*/ 1906 h 3811"/>
                  <a:gd name="connsiteX3" fmla="*/ 1906 w 3811"/>
                  <a:gd name="connsiteY3" fmla="*/ 0 h 3811"/>
                  <a:gd name="connsiteX4" fmla="*/ 3812 w 3811"/>
                  <a:gd name="connsiteY4" fmla="*/ 1906 h 3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1" h="3811">
                    <a:moveTo>
                      <a:pt x="3812" y="1906"/>
                    </a:moveTo>
                    <a:cubicBezTo>
                      <a:pt x="3812" y="2958"/>
                      <a:pt x="2958" y="3812"/>
                      <a:pt x="1906" y="3812"/>
                    </a:cubicBezTo>
                    <a:cubicBezTo>
                      <a:pt x="853" y="3812"/>
                      <a:pt x="0" y="2958"/>
                      <a:pt x="0" y="1906"/>
                    </a:cubicBezTo>
                    <a:cubicBezTo>
                      <a:pt x="0" y="853"/>
                      <a:pt x="854" y="0"/>
                      <a:pt x="1906" y="0"/>
                    </a:cubicBezTo>
                    <a:cubicBezTo>
                      <a:pt x="2959" y="0"/>
                      <a:pt x="3812" y="853"/>
                      <a:pt x="3812" y="19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1" name="Forme libre : forme 1080">
                <a:extLst>
                  <a:ext uri="{FF2B5EF4-FFF2-40B4-BE49-F238E27FC236}">
                    <a16:creationId xmlns:a16="http://schemas.microsoft.com/office/drawing/2014/main" id="{2803F7E4-123F-4355-B90B-CC0B0321543C}"/>
                  </a:ext>
                </a:extLst>
              </p:cNvPr>
              <p:cNvSpPr/>
              <p:nvPr/>
            </p:nvSpPr>
            <p:spPr>
              <a:xfrm>
                <a:off x="8206765" y="5040136"/>
                <a:ext cx="3920" cy="3920"/>
              </a:xfrm>
              <a:custGeom>
                <a:avLst/>
                <a:gdLst>
                  <a:gd name="connsiteX0" fmla="*/ 3920 w 3920"/>
                  <a:gd name="connsiteY0" fmla="*/ 1960 h 3920"/>
                  <a:gd name="connsiteX1" fmla="*/ 1960 w 3920"/>
                  <a:gd name="connsiteY1" fmla="*/ 3920 h 3920"/>
                  <a:gd name="connsiteX2" fmla="*/ 0 w 3920"/>
                  <a:gd name="connsiteY2" fmla="*/ 1960 h 3920"/>
                  <a:gd name="connsiteX3" fmla="*/ 1960 w 3920"/>
                  <a:gd name="connsiteY3" fmla="*/ 0 h 3920"/>
                  <a:gd name="connsiteX4" fmla="*/ 3920 w 3920"/>
                  <a:gd name="connsiteY4" fmla="*/ 196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20" h="3920">
                    <a:moveTo>
                      <a:pt x="3920" y="1960"/>
                    </a:moveTo>
                    <a:cubicBezTo>
                      <a:pt x="3920" y="3043"/>
                      <a:pt x="3043" y="3920"/>
                      <a:pt x="1960" y="3920"/>
                    </a:cubicBezTo>
                    <a:cubicBezTo>
                      <a:pt x="877" y="3920"/>
                      <a:pt x="0" y="3043"/>
                      <a:pt x="0" y="1960"/>
                    </a:cubicBezTo>
                    <a:cubicBezTo>
                      <a:pt x="0" y="877"/>
                      <a:pt x="877" y="0"/>
                      <a:pt x="1960" y="0"/>
                    </a:cubicBezTo>
                    <a:cubicBezTo>
                      <a:pt x="3043" y="0"/>
                      <a:pt x="3920" y="878"/>
                      <a:pt x="3920" y="19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2" name="Forme libre : forme 1081">
                <a:extLst>
                  <a:ext uri="{FF2B5EF4-FFF2-40B4-BE49-F238E27FC236}">
                    <a16:creationId xmlns:a16="http://schemas.microsoft.com/office/drawing/2014/main" id="{665533B3-FE24-4963-AB0F-DA0C1883D819}"/>
                  </a:ext>
                </a:extLst>
              </p:cNvPr>
              <p:cNvSpPr/>
              <p:nvPr/>
            </p:nvSpPr>
            <p:spPr>
              <a:xfrm>
                <a:off x="8196636" y="5049175"/>
                <a:ext cx="2504" cy="2504"/>
              </a:xfrm>
              <a:custGeom>
                <a:avLst/>
                <a:gdLst>
                  <a:gd name="connsiteX0" fmla="*/ 2505 w 2504"/>
                  <a:gd name="connsiteY0" fmla="*/ 1252 h 2504"/>
                  <a:gd name="connsiteX1" fmla="*/ 1252 w 2504"/>
                  <a:gd name="connsiteY1" fmla="*/ 2505 h 2504"/>
                  <a:gd name="connsiteX2" fmla="*/ 0 w 2504"/>
                  <a:gd name="connsiteY2" fmla="*/ 1252 h 2504"/>
                  <a:gd name="connsiteX3" fmla="*/ 1252 w 2504"/>
                  <a:gd name="connsiteY3" fmla="*/ 0 h 2504"/>
                  <a:gd name="connsiteX4" fmla="*/ 2505 w 2504"/>
                  <a:gd name="connsiteY4" fmla="*/ 1252 h 2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4" h="2504">
                    <a:moveTo>
                      <a:pt x="2505" y="1252"/>
                    </a:moveTo>
                    <a:cubicBezTo>
                      <a:pt x="2505" y="1944"/>
                      <a:pt x="1944" y="2505"/>
                      <a:pt x="1252" y="2505"/>
                    </a:cubicBezTo>
                    <a:cubicBezTo>
                      <a:pt x="560" y="2505"/>
                      <a:pt x="0" y="1944"/>
                      <a:pt x="0" y="1252"/>
                    </a:cubicBezTo>
                    <a:cubicBezTo>
                      <a:pt x="0" y="561"/>
                      <a:pt x="561" y="0"/>
                      <a:pt x="1252" y="0"/>
                    </a:cubicBezTo>
                    <a:cubicBezTo>
                      <a:pt x="1944" y="0"/>
                      <a:pt x="2505" y="561"/>
                      <a:pt x="2505" y="12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3" name="Forme libre : forme 1082">
                <a:extLst>
                  <a:ext uri="{FF2B5EF4-FFF2-40B4-BE49-F238E27FC236}">
                    <a16:creationId xmlns:a16="http://schemas.microsoft.com/office/drawing/2014/main" id="{BFD957C8-C6E1-4891-9152-D38D48A86C85}"/>
                  </a:ext>
                </a:extLst>
              </p:cNvPr>
              <p:cNvSpPr/>
              <p:nvPr/>
            </p:nvSpPr>
            <p:spPr>
              <a:xfrm>
                <a:off x="8245427" y="5140276"/>
                <a:ext cx="5445" cy="5445"/>
              </a:xfrm>
              <a:custGeom>
                <a:avLst/>
                <a:gdLst>
                  <a:gd name="connsiteX0" fmla="*/ 5445 w 5445"/>
                  <a:gd name="connsiteY0" fmla="*/ 2723 h 5445"/>
                  <a:gd name="connsiteX1" fmla="*/ 2723 w 5445"/>
                  <a:gd name="connsiteY1" fmla="*/ 5445 h 5445"/>
                  <a:gd name="connsiteX2" fmla="*/ 0 w 5445"/>
                  <a:gd name="connsiteY2" fmla="*/ 2723 h 5445"/>
                  <a:gd name="connsiteX3" fmla="*/ 2723 w 5445"/>
                  <a:gd name="connsiteY3" fmla="*/ 0 h 5445"/>
                  <a:gd name="connsiteX4" fmla="*/ 5445 w 5445"/>
                  <a:gd name="connsiteY4" fmla="*/ 2723 h 5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5" h="5445">
                    <a:moveTo>
                      <a:pt x="5445" y="2723"/>
                    </a:moveTo>
                    <a:cubicBezTo>
                      <a:pt x="5445" y="4226"/>
                      <a:pt x="4226" y="5445"/>
                      <a:pt x="2723" y="5445"/>
                    </a:cubicBezTo>
                    <a:cubicBezTo>
                      <a:pt x="1219" y="5445"/>
                      <a:pt x="0" y="4226"/>
                      <a:pt x="0" y="2723"/>
                    </a:cubicBezTo>
                    <a:cubicBezTo>
                      <a:pt x="0" y="1219"/>
                      <a:pt x="1219" y="0"/>
                      <a:pt x="2723" y="0"/>
                    </a:cubicBezTo>
                    <a:cubicBezTo>
                      <a:pt x="4226" y="0"/>
                      <a:pt x="5445" y="1219"/>
                      <a:pt x="5445" y="27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4" name="Forme libre : forme 1083">
                <a:extLst>
                  <a:ext uri="{FF2B5EF4-FFF2-40B4-BE49-F238E27FC236}">
                    <a16:creationId xmlns:a16="http://schemas.microsoft.com/office/drawing/2014/main" id="{6066B7D5-12CF-46D0-9331-9F03F729467B}"/>
                  </a:ext>
                </a:extLst>
              </p:cNvPr>
              <p:cNvSpPr/>
              <p:nvPr/>
            </p:nvSpPr>
            <p:spPr>
              <a:xfrm>
                <a:off x="8223101" y="5138643"/>
                <a:ext cx="4356" cy="4356"/>
              </a:xfrm>
              <a:custGeom>
                <a:avLst/>
                <a:gdLst>
                  <a:gd name="connsiteX0" fmla="*/ 4357 w 4356"/>
                  <a:gd name="connsiteY0" fmla="*/ 2178 h 4356"/>
                  <a:gd name="connsiteX1" fmla="*/ 2178 w 4356"/>
                  <a:gd name="connsiteY1" fmla="*/ 4356 h 4356"/>
                  <a:gd name="connsiteX2" fmla="*/ 0 w 4356"/>
                  <a:gd name="connsiteY2" fmla="*/ 2178 h 4356"/>
                  <a:gd name="connsiteX3" fmla="*/ 2178 w 4356"/>
                  <a:gd name="connsiteY3" fmla="*/ 0 h 4356"/>
                  <a:gd name="connsiteX4" fmla="*/ 4357 w 4356"/>
                  <a:gd name="connsiteY4" fmla="*/ 2178 h 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" h="4356">
                    <a:moveTo>
                      <a:pt x="4357" y="2178"/>
                    </a:moveTo>
                    <a:cubicBezTo>
                      <a:pt x="4357" y="3381"/>
                      <a:pt x="3381" y="4356"/>
                      <a:pt x="2178" y="4356"/>
                    </a:cubicBezTo>
                    <a:cubicBezTo>
                      <a:pt x="975" y="4356"/>
                      <a:pt x="0" y="3381"/>
                      <a:pt x="0" y="2178"/>
                    </a:cubicBezTo>
                    <a:cubicBezTo>
                      <a:pt x="0" y="975"/>
                      <a:pt x="975" y="0"/>
                      <a:pt x="2178" y="0"/>
                    </a:cubicBezTo>
                    <a:cubicBezTo>
                      <a:pt x="3381" y="0"/>
                      <a:pt x="4357" y="975"/>
                      <a:pt x="4357" y="21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5" name="Forme libre : forme 1084">
                <a:extLst>
                  <a:ext uri="{FF2B5EF4-FFF2-40B4-BE49-F238E27FC236}">
                    <a16:creationId xmlns:a16="http://schemas.microsoft.com/office/drawing/2014/main" id="{DC8E1E3F-8A1C-443A-8899-D316E1146FDD}"/>
                  </a:ext>
                </a:extLst>
              </p:cNvPr>
              <p:cNvSpPr/>
              <p:nvPr/>
            </p:nvSpPr>
            <p:spPr>
              <a:xfrm>
                <a:off x="8217329" y="5140222"/>
                <a:ext cx="3158" cy="3158"/>
              </a:xfrm>
              <a:custGeom>
                <a:avLst/>
                <a:gdLst>
                  <a:gd name="connsiteX0" fmla="*/ 3158 w 3158"/>
                  <a:gd name="connsiteY0" fmla="*/ 1579 h 3158"/>
                  <a:gd name="connsiteX1" fmla="*/ 1579 w 3158"/>
                  <a:gd name="connsiteY1" fmla="*/ 3158 h 3158"/>
                  <a:gd name="connsiteX2" fmla="*/ 0 w 3158"/>
                  <a:gd name="connsiteY2" fmla="*/ 1579 h 3158"/>
                  <a:gd name="connsiteX3" fmla="*/ 1579 w 3158"/>
                  <a:gd name="connsiteY3" fmla="*/ 0 h 3158"/>
                  <a:gd name="connsiteX4" fmla="*/ 3158 w 3158"/>
                  <a:gd name="connsiteY4" fmla="*/ 1579 h 3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8" h="3158">
                    <a:moveTo>
                      <a:pt x="3158" y="1579"/>
                    </a:moveTo>
                    <a:cubicBezTo>
                      <a:pt x="3158" y="2451"/>
                      <a:pt x="2451" y="3158"/>
                      <a:pt x="1579" y="3158"/>
                    </a:cubicBezTo>
                    <a:cubicBezTo>
                      <a:pt x="707" y="3158"/>
                      <a:pt x="0" y="2451"/>
                      <a:pt x="0" y="1579"/>
                    </a:cubicBezTo>
                    <a:cubicBezTo>
                      <a:pt x="0" y="707"/>
                      <a:pt x="707" y="0"/>
                      <a:pt x="1579" y="0"/>
                    </a:cubicBezTo>
                    <a:cubicBezTo>
                      <a:pt x="2451" y="0"/>
                      <a:pt x="3158" y="707"/>
                      <a:pt x="3158" y="15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6" name="Forme libre : forme 1085">
                <a:extLst>
                  <a:ext uri="{FF2B5EF4-FFF2-40B4-BE49-F238E27FC236}">
                    <a16:creationId xmlns:a16="http://schemas.microsoft.com/office/drawing/2014/main" id="{28685554-AFC3-4692-9F5B-E5D862C1AB56}"/>
                  </a:ext>
                </a:extLst>
              </p:cNvPr>
              <p:cNvSpPr/>
              <p:nvPr/>
            </p:nvSpPr>
            <p:spPr>
              <a:xfrm>
                <a:off x="8199795" y="5128569"/>
                <a:ext cx="7078" cy="7078"/>
              </a:xfrm>
              <a:custGeom>
                <a:avLst/>
                <a:gdLst>
                  <a:gd name="connsiteX0" fmla="*/ 7079 w 7078"/>
                  <a:gd name="connsiteY0" fmla="*/ 3540 h 7078"/>
                  <a:gd name="connsiteX1" fmla="*/ 3539 w 7078"/>
                  <a:gd name="connsiteY1" fmla="*/ 7079 h 7078"/>
                  <a:gd name="connsiteX2" fmla="*/ 0 w 7078"/>
                  <a:gd name="connsiteY2" fmla="*/ 3540 h 7078"/>
                  <a:gd name="connsiteX3" fmla="*/ 3539 w 7078"/>
                  <a:gd name="connsiteY3" fmla="*/ 0 h 7078"/>
                  <a:gd name="connsiteX4" fmla="*/ 7079 w 7078"/>
                  <a:gd name="connsiteY4" fmla="*/ 3540 h 7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78" h="7078">
                    <a:moveTo>
                      <a:pt x="7079" y="3540"/>
                    </a:moveTo>
                    <a:cubicBezTo>
                      <a:pt x="7079" y="5494"/>
                      <a:pt x="5494" y="7079"/>
                      <a:pt x="3539" y="7079"/>
                    </a:cubicBezTo>
                    <a:cubicBezTo>
                      <a:pt x="1584" y="7079"/>
                      <a:pt x="0" y="5494"/>
                      <a:pt x="0" y="3540"/>
                    </a:cubicBezTo>
                    <a:cubicBezTo>
                      <a:pt x="0" y="1585"/>
                      <a:pt x="1584" y="0"/>
                      <a:pt x="3539" y="0"/>
                    </a:cubicBezTo>
                    <a:cubicBezTo>
                      <a:pt x="5494" y="0"/>
                      <a:pt x="7079" y="1585"/>
                      <a:pt x="7079" y="35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7" name="Forme libre : forme 1086">
                <a:extLst>
                  <a:ext uri="{FF2B5EF4-FFF2-40B4-BE49-F238E27FC236}">
                    <a16:creationId xmlns:a16="http://schemas.microsoft.com/office/drawing/2014/main" id="{041BC9D0-A724-4D6A-8D82-65DD6011322A}"/>
                  </a:ext>
                </a:extLst>
              </p:cNvPr>
              <p:cNvSpPr/>
              <p:nvPr/>
            </p:nvSpPr>
            <p:spPr>
              <a:xfrm>
                <a:off x="8195275" y="5137227"/>
                <a:ext cx="3920" cy="3920"/>
              </a:xfrm>
              <a:custGeom>
                <a:avLst/>
                <a:gdLst>
                  <a:gd name="connsiteX0" fmla="*/ 3921 w 3920"/>
                  <a:gd name="connsiteY0" fmla="*/ 1960 h 3920"/>
                  <a:gd name="connsiteX1" fmla="*/ 1960 w 3920"/>
                  <a:gd name="connsiteY1" fmla="*/ 3921 h 3920"/>
                  <a:gd name="connsiteX2" fmla="*/ 0 w 3920"/>
                  <a:gd name="connsiteY2" fmla="*/ 1960 h 3920"/>
                  <a:gd name="connsiteX3" fmla="*/ 1960 w 3920"/>
                  <a:gd name="connsiteY3" fmla="*/ 0 h 3920"/>
                  <a:gd name="connsiteX4" fmla="*/ 3921 w 3920"/>
                  <a:gd name="connsiteY4" fmla="*/ 196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20" h="3920">
                    <a:moveTo>
                      <a:pt x="3921" y="1960"/>
                    </a:moveTo>
                    <a:cubicBezTo>
                      <a:pt x="3921" y="3043"/>
                      <a:pt x="3043" y="3921"/>
                      <a:pt x="1960" y="3921"/>
                    </a:cubicBezTo>
                    <a:cubicBezTo>
                      <a:pt x="877" y="3921"/>
                      <a:pt x="0" y="3043"/>
                      <a:pt x="0" y="1960"/>
                    </a:cubicBezTo>
                    <a:cubicBezTo>
                      <a:pt x="0" y="877"/>
                      <a:pt x="877" y="0"/>
                      <a:pt x="1960" y="0"/>
                    </a:cubicBezTo>
                    <a:cubicBezTo>
                      <a:pt x="3043" y="0"/>
                      <a:pt x="3921" y="878"/>
                      <a:pt x="3921" y="19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8" name="Forme libre : forme 1087">
                <a:extLst>
                  <a:ext uri="{FF2B5EF4-FFF2-40B4-BE49-F238E27FC236}">
                    <a16:creationId xmlns:a16="http://schemas.microsoft.com/office/drawing/2014/main" id="{084C6686-EA1F-4737-B79D-DAE1A179C746}"/>
                  </a:ext>
                </a:extLst>
              </p:cNvPr>
              <p:cNvSpPr/>
              <p:nvPr/>
            </p:nvSpPr>
            <p:spPr>
              <a:xfrm>
                <a:off x="8232195" y="5170498"/>
                <a:ext cx="3485" cy="3485"/>
              </a:xfrm>
              <a:custGeom>
                <a:avLst/>
                <a:gdLst>
                  <a:gd name="connsiteX0" fmla="*/ 3485 w 3485"/>
                  <a:gd name="connsiteY0" fmla="*/ 1743 h 3485"/>
                  <a:gd name="connsiteX1" fmla="*/ 1743 w 3485"/>
                  <a:gd name="connsiteY1" fmla="*/ 3485 h 3485"/>
                  <a:gd name="connsiteX2" fmla="*/ 1 w 3485"/>
                  <a:gd name="connsiteY2" fmla="*/ 1743 h 3485"/>
                  <a:gd name="connsiteX3" fmla="*/ 1743 w 3485"/>
                  <a:gd name="connsiteY3" fmla="*/ 0 h 3485"/>
                  <a:gd name="connsiteX4" fmla="*/ 3485 w 3485"/>
                  <a:gd name="connsiteY4" fmla="*/ 1743 h 3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5" h="3485">
                    <a:moveTo>
                      <a:pt x="3485" y="1743"/>
                    </a:moveTo>
                    <a:cubicBezTo>
                      <a:pt x="3485" y="2705"/>
                      <a:pt x="2705" y="3485"/>
                      <a:pt x="1743" y="3485"/>
                    </a:cubicBezTo>
                    <a:cubicBezTo>
                      <a:pt x="781" y="3485"/>
                      <a:pt x="1" y="2705"/>
                      <a:pt x="1" y="1743"/>
                    </a:cubicBezTo>
                    <a:cubicBezTo>
                      <a:pt x="1" y="780"/>
                      <a:pt x="781" y="0"/>
                      <a:pt x="1743" y="0"/>
                    </a:cubicBezTo>
                    <a:cubicBezTo>
                      <a:pt x="2706" y="0"/>
                      <a:pt x="3485" y="780"/>
                      <a:pt x="3485" y="17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9" name="Forme libre : forme 1088">
                <a:extLst>
                  <a:ext uri="{FF2B5EF4-FFF2-40B4-BE49-F238E27FC236}">
                    <a16:creationId xmlns:a16="http://schemas.microsoft.com/office/drawing/2014/main" id="{84FF7EAF-DD59-42F1-B98B-3EA9C9D57D99}"/>
                  </a:ext>
                </a:extLst>
              </p:cNvPr>
              <p:cNvSpPr/>
              <p:nvPr/>
            </p:nvSpPr>
            <p:spPr>
              <a:xfrm>
                <a:off x="8230125" y="5179537"/>
                <a:ext cx="2940" cy="2940"/>
              </a:xfrm>
              <a:custGeom>
                <a:avLst/>
                <a:gdLst>
                  <a:gd name="connsiteX0" fmla="*/ 2940 w 2940"/>
                  <a:gd name="connsiteY0" fmla="*/ 1470 h 2940"/>
                  <a:gd name="connsiteX1" fmla="*/ 1470 w 2940"/>
                  <a:gd name="connsiteY1" fmla="*/ 2941 h 2940"/>
                  <a:gd name="connsiteX2" fmla="*/ -1 w 2940"/>
                  <a:gd name="connsiteY2" fmla="*/ 1470 h 2940"/>
                  <a:gd name="connsiteX3" fmla="*/ 1470 w 2940"/>
                  <a:gd name="connsiteY3" fmla="*/ 0 h 2940"/>
                  <a:gd name="connsiteX4" fmla="*/ 2940 w 2940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40" h="2940">
                    <a:moveTo>
                      <a:pt x="2940" y="1470"/>
                    </a:moveTo>
                    <a:cubicBezTo>
                      <a:pt x="2940" y="2282"/>
                      <a:pt x="2282" y="2941"/>
                      <a:pt x="1470" y="2941"/>
                    </a:cubicBezTo>
                    <a:cubicBezTo>
                      <a:pt x="658" y="2941"/>
                      <a:pt x="-1" y="2282"/>
                      <a:pt x="-1" y="1470"/>
                    </a:cubicBezTo>
                    <a:cubicBezTo>
                      <a:pt x="-1" y="658"/>
                      <a:pt x="658" y="0"/>
                      <a:pt x="1470" y="0"/>
                    </a:cubicBezTo>
                    <a:cubicBezTo>
                      <a:pt x="2282" y="0"/>
                      <a:pt x="2940" y="658"/>
                      <a:pt x="2940" y="14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0" name="Forme libre : forme 1089">
                <a:extLst>
                  <a:ext uri="{FF2B5EF4-FFF2-40B4-BE49-F238E27FC236}">
                    <a16:creationId xmlns:a16="http://schemas.microsoft.com/office/drawing/2014/main" id="{985E7281-462E-43AA-8864-BB8F8135F789}"/>
                  </a:ext>
                </a:extLst>
              </p:cNvPr>
              <p:cNvSpPr/>
              <p:nvPr/>
            </p:nvSpPr>
            <p:spPr>
              <a:xfrm>
                <a:off x="8255882" y="5185037"/>
                <a:ext cx="5118" cy="5118"/>
              </a:xfrm>
              <a:custGeom>
                <a:avLst/>
                <a:gdLst>
                  <a:gd name="connsiteX0" fmla="*/ 5118 w 5118"/>
                  <a:gd name="connsiteY0" fmla="*/ 2559 h 5118"/>
                  <a:gd name="connsiteX1" fmla="*/ 2559 w 5118"/>
                  <a:gd name="connsiteY1" fmla="*/ 5119 h 5118"/>
                  <a:gd name="connsiteX2" fmla="*/ 0 w 5118"/>
                  <a:gd name="connsiteY2" fmla="*/ 2559 h 5118"/>
                  <a:gd name="connsiteX3" fmla="*/ 2559 w 5118"/>
                  <a:gd name="connsiteY3" fmla="*/ 0 h 5118"/>
                  <a:gd name="connsiteX4" fmla="*/ 5118 w 5118"/>
                  <a:gd name="connsiteY4" fmla="*/ 2559 h 5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8" h="5118">
                    <a:moveTo>
                      <a:pt x="5118" y="2559"/>
                    </a:moveTo>
                    <a:cubicBezTo>
                      <a:pt x="5118" y="3973"/>
                      <a:pt x="3972" y="5119"/>
                      <a:pt x="2559" y="5119"/>
                    </a:cubicBezTo>
                    <a:cubicBezTo>
                      <a:pt x="1146" y="5119"/>
                      <a:pt x="0" y="3973"/>
                      <a:pt x="0" y="2559"/>
                    </a:cubicBezTo>
                    <a:cubicBezTo>
                      <a:pt x="0" y="1146"/>
                      <a:pt x="1146" y="0"/>
                      <a:pt x="2559" y="0"/>
                    </a:cubicBezTo>
                    <a:cubicBezTo>
                      <a:pt x="3972" y="0"/>
                      <a:pt x="5118" y="1146"/>
                      <a:pt x="5118" y="25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1" name="Forme libre : forme 1090">
                <a:extLst>
                  <a:ext uri="{FF2B5EF4-FFF2-40B4-BE49-F238E27FC236}">
                    <a16:creationId xmlns:a16="http://schemas.microsoft.com/office/drawing/2014/main" id="{40C9E6B1-3971-4F2B-AB85-451007B281AC}"/>
                  </a:ext>
                </a:extLst>
              </p:cNvPr>
              <p:cNvSpPr/>
              <p:nvPr/>
            </p:nvSpPr>
            <p:spPr>
              <a:xfrm>
                <a:off x="8252451" y="5188849"/>
                <a:ext cx="3376" cy="3376"/>
              </a:xfrm>
              <a:custGeom>
                <a:avLst/>
                <a:gdLst>
                  <a:gd name="connsiteX0" fmla="*/ 3376 w 3376"/>
                  <a:gd name="connsiteY0" fmla="*/ 1688 h 3376"/>
                  <a:gd name="connsiteX1" fmla="*/ 1688 w 3376"/>
                  <a:gd name="connsiteY1" fmla="*/ 3376 h 3376"/>
                  <a:gd name="connsiteX2" fmla="*/ -1 w 3376"/>
                  <a:gd name="connsiteY2" fmla="*/ 1688 h 3376"/>
                  <a:gd name="connsiteX3" fmla="*/ 1688 w 3376"/>
                  <a:gd name="connsiteY3" fmla="*/ 0 h 3376"/>
                  <a:gd name="connsiteX4" fmla="*/ 3376 w 3376"/>
                  <a:gd name="connsiteY4" fmla="*/ 1688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6" h="3376">
                    <a:moveTo>
                      <a:pt x="3376" y="1688"/>
                    </a:moveTo>
                    <a:cubicBezTo>
                      <a:pt x="3376" y="2620"/>
                      <a:pt x="2620" y="3376"/>
                      <a:pt x="1688" y="3376"/>
                    </a:cubicBezTo>
                    <a:cubicBezTo>
                      <a:pt x="755" y="3376"/>
                      <a:pt x="-1" y="2620"/>
                      <a:pt x="-1" y="1688"/>
                    </a:cubicBezTo>
                    <a:cubicBezTo>
                      <a:pt x="-1" y="756"/>
                      <a:pt x="755" y="0"/>
                      <a:pt x="1688" y="0"/>
                    </a:cubicBezTo>
                    <a:cubicBezTo>
                      <a:pt x="2620" y="0"/>
                      <a:pt x="3376" y="756"/>
                      <a:pt x="3376" y="16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2" name="Forme libre : forme 1091">
                <a:extLst>
                  <a:ext uri="{FF2B5EF4-FFF2-40B4-BE49-F238E27FC236}">
                    <a16:creationId xmlns:a16="http://schemas.microsoft.com/office/drawing/2014/main" id="{F301746D-FB8A-4585-90F7-DE789EB10ABD}"/>
                  </a:ext>
                </a:extLst>
              </p:cNvPr>
              <p:cNvSpPr/>
              <p:nvPr/>
            </p:nvSpPr>
            <p:spPr>
              <a:xfrm>
                <a:off x="8276847" y="5185037"/>
                <a:ext cx="5554" cy="5554"/>
              </a:xfrm>
              <a:custGeom>
                <a:avLst/>
                <a:gdLst>
                  <a:gd name="connsiteX0" fmla="*/ 5554 w 5554"/>
                  <a:gd name="connsiteY0" fmla="*/ 2777 h 5554"/>
                  <a:gd name="connsiteX1" fmla="*/ 2777 w 5554"/>
                  <a:gd name="connsiteY1" fmla="*/ 5554 h 5554"/>
                  <a:gd name="connsiteX2" fmla="*/ 0 w 5554"/>
                  <a:gd name="connsiteY2" fmla="*/ 2777 h 5554"/>
                  <a:gd name="connsiteX3" fmla="*/ 2777 w 5554"/>
                  <a:gd name="connsiteY3" fmla="*/ 0 h 5554"/>
                  <a:gd name="connsiteX4" fmla="*/ 5554 w 5554"/>
                  <a:gd name="connsiteY4" fmla="*/ 2777 h 5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4" h="5554">
                    <a:moveTo>
                      <a:pt x="5554" y="2777"/>
                    </a:moveTo>
                    <a:cubicBezTo>
                      <a:pt x="5554" y="4311"/>
                      <a:pt x="4311" y="5554"/>
                      <a:pt x="2777" y="5554"/>
                    </a:cubicBezTo>
                    <a:cubicBezTo>
                      <a:pt x="1244" y="5554"/>
                      <a:pt x="0" y="4311"/>
                      <a:pt x="0" y="2777"/>
                    </a:cubicBezTo>
                    <a:cubicBezTo>
                      <a:pt x="0" y="1243"/>
                      <a:pt x="1244" y="0"/>
                      <a:pt x="2777" y="0"/>
                    </a:cubicBezTo>
                    <a:cubicBezTo>
                      <a:pt x="4311" y="0"/>
                      <a:pt x="5554" y="1243"/>
                      <a:pt x="5554" y="27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3" name="Forme libre : forme 1092">
                <a:extLst>
                  <a:ext uri="{FF2B5EF4-FFF2-40B4-BE49-F238E27FC236}">
                    <a16:creationId xmlns:a16="http://schemas.microsoft.com/office/drawing/2014/main" id="{AF1EF4E4-F790-4413-BFA4-2AFB42901288}"/>
                  </a:ext>
                </a:extLst>
              </p:cNvPr>
              <p:cNvSpPr/>
              <p:nvPr/>
            </p:nvSpPr>
            <p:spPr>
              <a:xfrm>
                <a:off x="8231051" y="5285341"/>
                <a:ext cx="4356" cy="4356"/>
              </a:xfrm>
              <a:custGeom>
                <a:avLst/>
                <a:gdLst>
                  <a:gd name="connsiteX0" fmla="*/ 4356 w 4356"/>
                  <a:gd name="connsiteY0" fmla="*/ 2178 h 4356"/>
                  <a:gd name="connsiteX1" fmla="*/ 2178 w 4356"/>
                  <a:gd name="connsiteY1" fmla="*/ 4356 h 4356"/>
                  <a:gd name="connsiteX2" fmla="*/ 0 w 4356"/>
                  <a:gd name="connsiteY2" fmla="*/ 2178 h 4356"/>
                  <a:gd name="connsiteX3" fmla="*/ 2178 w 4356"/>
                  <a:gd name="connsiteY3" fmla="*/ 0 h 4356"/>
                  <a:gd name="connsiteX4" fmla="*/ 4356 w 4356"/>
                  <a:gd name="connsiteY4" fmla="*/ 2178 h 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" h="4356">
                    <a:moveTo>
                      <a:pt x="4356" y="2178"/>
                    </a:moveTo>
                    <a:cubicBezTo>
                      <a:pt x="4356" y="3381"/>
                      <a:pt x="3381" y="4356"/>
                      <a:pt x="2178" y="4356"/>
                    </a:cubicBezTo>
                    <a:cubicBezTo>
                      <a:pt x="975" y="4356"/>
                      <a:pt x="0" y="3381"/>
                      <a:pt x="0" y="2178"/>
                    </a:cubicBezTo>
                    <a:cubicBezTo>
                      <a:pt x="0" y="975"/>
                      <a:pt x="975" y="0"/>
                      <a:pt x="2178" y="0"/>
                    </a:cubicBezTo>
                    <a:cubicBezTo>
                      <a:pt x="3381" y="0"/>
                      <a:pt x="4356" y="975"/>
                      <a:pt x="4356" y="21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4" name="Forme libre : forme 1093">
                <a:extLst>
                  <a:ext uri="{FF2B5EF4-FFF2-40B4-BE49-F238E27FC236}">
                    <a16:creationId xmlns:a16="http://schemas.microsoft.com/office/drawing/2014/main" id="{B6F13ACD-AE58-4D27-B547-2C4A1A96BB35}"/>
                  </a:ext>
                </a:extLst>
              </p:cNvPr>
              <p:cNvSpPr/>
              <p:nvPr/>
            </p:nvSpPr>
            <p:spPr>
              <a:xfrm>
                <a:off x="8214388" y="5280114"/>
                <a:ext cx="3049" cy="3049"/>
              </a:xfrm>
              <a:custGeom>
                <a:avLst/>
                <a:gdLst>
                  <a:gd name="connsiteX0" fmla="*/ 3049 w 3049"/>
                  <a:gd name="connsiteY0" fmla="*/ 1525 h 3049"/>
                  <a:gd name="connsiteX1" fmla="*/ 1524 w 3049"/>
                  <a:gd name="connsiteY1" fmla="*/ 3050 h 3049"/>
                  <a:gd name="connsiteX2" fmla="*/ -1 w 3049"/>
                  <a:gd name="connsiteY2" fmla="*/ 1525 h 3049"/>
                  <a:gd name="connsiteX3" fmla="*/ 1524 w 3049"/>
                  <a:gd name="connsiteY3" fmla="*/ 0 h 3049"/>
                  <a:gd name="connsiteX4" fmla="*/ 3049 w 3049"/>
                  <a:gd name="connsiteY4" fmla="*/ 1525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9" h="3049">
                    <a:moveTo>
                      <a:pt x="3049" y="1525"/>
                    </a:moveTo>
                    <a:cubicBezTo>
                      <a:pt x="3049" y="2367"/>
                      <a:pt x="2366" y="3050"/>
                      <a:pt x="1524" y="3050"/>
                    </a:cubicBezTo>
                    <a:cubicBezTo>
                      <a:pt x="682" y="3050"/>
                      <a:pt x="-1" y="2367"/>
                      <a:pt x="-1" y="1525"/>
                    </a:cubicBezTo>
                    <a:cubicBezTo>
                      <a:pt x="-1" y="683"/>
                      <a:pt x="682" y="0"/>
                      <a:pt x="1524" y="0"/>
                    </a:cubicBezTo>
                    <a:cubicBezTo>
                      <a:pt x="2366" y="0"/>
                      <a:pt x="3049" y="683"/>
                      <a:pt x="3049" y="15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5" name="Forme libre : forme 1094">
                <a:extLst>
                  <a:ext uri="{FF2B5EF4-FFF2-40B4-BE49-F238E27FC236}">
                    <a16:creationId xmlns:a16="http://schemas.microsoft.com/office/drawing/2014/main" id="{8B21FF83-D60D-419A-BE9E-8BE0454EE253}"/>
                  </a:ext>
                </a:extLst>
              </p:cNvPr>
              <p:cNvSpPr/>
              <p:nvPr/>
            </p:nvSpPr>
            <p:spPr>
              <a:xfrm>
                <a:off x="8195221" y="5266718"/>
                <a:ext cx="5772" cy="5772"/>
              </a:xfrm>
              <a:custGeom>
                <a:avLst/>
                <a:gdLst>
                  <a:gd name="connsiteX0" fmla="*/ 5772 w 5772"/>
                  <a:gd name="connsiteY0" fmla="*/ 2886 h 5772"/>
                  <a:gd name="connsiteX1" fmla="*/ 2886 w 5772"/>
                  <a:gd name="connsiteY1" fmla="*/ 5772 h 5772"/>
                  <a:gd name="connsiteX2" fmla="*/ 0 w 5772"/>
                  <a:gd name="connsiteY2" fmla="*/ 2886 h 5772"/>
                  <a:gd name="connsiteX3" fmla="*/ 2886 w 5772"/>
                  <a:gd name="connsiteY3" fmla="*/ 0 h 5772"/>
                  <a:gd name="connsiteX4" fmla="*/ 5772 w 5772"/>
                  <a:gd name="connsiteY4" fmla="*/ 2886 h 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72" h="5772">
                    <a:moveTo>
                      <a:pt x="5772" y="2886"/>
                    </a:moveTo>
                    <a:cubicBezTo>
                      <a:pt x="5772" y="4480"/>
                      <a:pt x="4480" y="5772"/>
                      <a:pt x="2886" y="5772"/>
                    </a:cubicBezTo>
                    <a:cubicBezTo>
                      <a:pt x="1292" y="5772"/>
                      <a:pt x="0" y="4480"/>
                      <a:pt x="0" y="2886"/>
                    </a:cubicBezTo>
                    <a:cubicBezTo>
                      <a:pt x="0" y="1292"/>
                      <a:pt x="1292" y="0"/>
                      <a:pt x="2886" y="0"/>
                    </a:cubicBezTo>
                    <a:cubicBezTo>
                      <a:pt x="4480" y="0"/>
                      <a:pt x="5772" y="1292"/>
                      <a:pt x="5772" y="28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6" name="Forme libre : forme 1095">
                <a:extLst>
                  <a:ext uri="{FF2B5EF4-FFF2-40B4-BE49-F238E27FC236}">
                    <a16:creationId xmlns:a16="http://schemas.microsoft.com/office/drawing/2014/main" id="{6D4CBA0E-E68E-4436-BAFE-C80C13190F1B}"/>
                  </a:ext>
                </a:extLst>
              </p:cNvPr>
              <p:cNvSpPr/>
              <p:nvPr/>
            </p:nvSpPr>
            <p:spPr>
              <a:xfrm>
                <a:off x="8189503" y="5264703"/>
                <a:ext cx="3049" cy="3049"/>
              </a:xfrm>
              <a:custGeom>
                <a:avLst/>
                <a:gdLst>
                  <a:gd name="connsiteX0" fmla="*/ 3049 w 3049"/>
                  <a:gd name="connsiteY0" fmla="*/ 1525 h 3049"/>
                  <a:gd name="connsiteX1" fmla="*/ 1525 w 3049"/>
                  <a:gd name="connsiteY1" fmla="*/ 3050 h 3049"/>
                  <a:gd name="connsiteX2" fmla="*/ 0 w 3049"/>
                  <a:gd name="connsiteY2" fmla="*/ 1525 h 3049"/>
                  <a:gd name="connsiteX3" fmla="*/ 1525 w 3049"/>
                  <a:gd name="connsiteY3" fmla="*/ 0 h 3049"/>
                  <a:gd name="connsiteX4" fmla="*/ 3049 w 3049"/>
                  <a:gd name="connsiteY4" fmla="*/ 1525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9" h="3049">
                    <a:moveTo>
                      <a:pt x="3049" y="1525"/>
                    </a:moveTo>
                    <a:cubicBezTo>
                      <a:pt x="3049" y="2367"/>
                      <a:pt x="2367" y="3050"/>
                      <a:pt x="1525" y="3050"/>
                    </a:cubicBezTo>
                    <a:cubicBezTo>
                      <a:pt x="682" y="3050"/>
                      <a:pt x="0" y="2367"/>
                      <a:pt x="0" y="1525"/>
                    </a:cubicBezTo>
                    <a:cubicBezTo>
                      <a:pt x="0" y="683"/>
                      <a:pt x="682" y="0"/>
                      <a:pt x="1525" y="0"/>
                    </a:cubicBezTo>
                    <a:cubicBezTo>
                      <a:pt x="2367" y="0"/>
                      <a:pt x="3049" y="683"/>
                      <a:pt x="3049" y="15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7" name="Forme libre : forme 1096">
                <a:extLst>
                  <a:ext uri="{FF2B5EF4-FFF2-40B4-BE49-F238E27FC236}">
                    <a16:creationId xmlns:a16="http://schemas.microsoft.com/office/drawing/2014/main" id="{393C5251-F6A0-426D-83B5-E3FDC4CB5B1E}"/>
                  </a:ext>
                </a:extLst>
              </p:cNvPr>
              <p:cNvSpPr/>
              <p:nvPr/>
            </p:nvSpPr>
            <p:spPr>
              <a:xfrm>
                <a:off x="8152148" y="5303583"/>
                <a:ext cx="5118" cy="5118"/>
              </a:xfrm>
              <a:custGeom>
                <a:avLst/>
                <a:gdLst>
                  <a:gd name="connsiteX0" fmla="*/ 5119 w 5118"/>
                  <a:gd name="connsiteY0" fmla="*/ 2559 h 5118"/>
                  <a:gd name="connsiteX1" fmla="*/ 2560 w 5118"/>
                  <a:gd name="connsiteY1" fmla="*/ 5119 h 5118"/>
                  <a:gd name="connsiteX2" fmla="*/ 0 w 5118"/>
                  <a:gd name="connsiteY2" fmla="*/ 2559 h 5118"/>
                  <a:gd name="connsiteX3" fmla="*/ 2560 w 5118"/>
                  <a:gd name="connsiteY3" fmla="*/ 0 h 5118"/>
                  <a:gd name="connsiteX4" fmla="*/ 5119 w 5118"/>
                  <a:gd name="connsiteY4" fmla="*/ 2559 h 5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8" h="5118">
                    <a:moveTo>
                      <a:pt x="5119" y="2559"/>
                    </a:moveTo>
                    <a:cubicBezTo>
                      <a:pt x="5119" y="3973"/>
                      <a:pt x="3973" y="5119"/>
                      <a:pt x="2560" y="5119"/>
                    </a:cubicBezTo>
                    <a:cubicBezTo>
                      <a:pt x="1146" y="5119"/>
                      <a:pt x="0" y="3973"/>
                      <a:pt x="0" y="2559"/>
                    </a:cubicBezTo>
                    <a:cubicBezTo>
                      <a:pt x="0" y="1146"/>
                      <a:pt x="1146" y="0"/>
                      <a:pt x="2560" y="0"/>
                    </a:cubicBezTo>
                    <a:cubicBezTo>
                      <a:pt x="3973" y="0"/>
                      <a:pt x="5119" y="1146"/>
                      <a:pt x="5119" y="25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8" name="Forme libre : forme 1097">
                <a:extLst>
                  <a:ext uri="{FF2B5EF4-FFF2-40B4-BE49-F238E27FC236}">
                    <a16:creationId xmlns:a16="http://schemas.microsoft.com/office/drawing/2014/main" id="{29AE1428-80F8-4398-872D-14C3963C73F9}"/>
                  </a:ext>
                </a:extLst>
              </p:cNvPr>
              <p:cNvSpPr/>
              <p:nvPr/>
            </p:nvSpPr>
            <p:spPr>
              <a:xfrm>
                <a:off x="8159662" y="5312731"/>
                <a:ext cx="4574" cy="4574"/>
              </a:xfrm>
              <a:custGeom>
                <a:avLst/>
                <a:gdLst>
                  <a:gd name="connsiteX0" fmla="*/ 4574 w 4574"/>
                  <a:gd name="connsiteY0" fmla="*/ 2287 h 4574"/>
                  <a:gd name="connsiteX1" fmla="*/ 2287 w 4574"/>
                  <a:gd name="connsiteY1" fmla="*/ 4574 h 4574"/>
                  <a:gd name="connsiteX2" fmla="*/ 0 w 4574"/>
                  <a:gd name="connsiteY2" fmla="*/ 2287 h 4574"/>
                  <a:gd name="connsiteX3" fmla="*/ 2287 w 4574"/>
                  <a:gd name="connsiteY3" fmla="*/ 0 h 4574"/>
                  <a:gd name="connsiteX4" fmla="*/ 4574 w 4574"/>
                  <a:gd name="connsiteY4" fmla="*/ 2287 h 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4" h="4574">
                    <a:moveTo>
                      <a:pt x="4574" y="2287"/>
                    </a:moveTo>
                    <a:cubicBezTo>
                      <a:pt x="4574" y="3550"/>
                      <a:pt x="3551" y="4574"/>
                      <a:pt x="2287" y="4574"/>
                    </a:cubicBezTo>
                    <a:cubicBezTo>
                      <a:pt x="1024" y="4574"/>
                      <a:pt x="0" y="3550"/>
                      <a:pt x="0" y="2287"/>
                    </a:cubicBezTo>
                    <a:cubicBezTo>
                      <a:pt x="0" y="1024"/>
                      <a:pt x="1023" y="0"/>
                      <a:pt x="2287" y="0"/>
                    </a:cubicBezTo>
                    <a:cubicBezTo>
                      <a:pt x="3550" y="0"/>
                      <a:pt x="4574" y="1024"/>
                      <a:pt x="4574" y="22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9" name="Forme libre : forme 1098">
                <a:extLst>
                  <a:ext uri="{FF2B5EF4-FFF2-40B4-BE49-F238E27FC236}">
                    <a16:creationId xmlns:a16="http://schemas.microsoft.com/office/drawing/2014/main" id="{F8C34309-5130-4729-876A-B8135000E00A}"/>
                  </a:ext>
                </a:extLst>
              </p:cNvPr>
              <p:cNvSpPr/>
              <p:nvPr/>
            </p:nvSpPr>
            <p:spPr>
              <a:xfrm>
                <a:off x="8176325" y="5329993"/>
                <a:ext cx="5772" cy="5772"/>
              </a:xfrm>
              <a:custGeom>
                <a:avLst/>
                <a:gdLst>
                  <a:gd name="connsiteX0" fmla="*/ 5772 w 5772"/>
                  <a:gd name="connsiteY0" fmla="*/ 2886 h 5772"/>
                  <a:gd name="connsiteX1" fmla="*/ 2886 w 5772"/>
                  <a:gd name="connsiteY1" fmla="*/ 5772 h 5772"/>
                  <a:gd name="connsiteX2" fmla="*/ -1 w 5772"/>
                  <a:gd name="connsiteY2" fmla="*/ 2886 h 5772"/>
                  <a:gd name="connsiteX3" fmla="*/ 2886 w 5772"/>
                  <a:gd name="connsiteY3" fmla="*/ 0 h 5772"/>
                  <a:gd name="connsiteX4" fmla="*/ 5772 w 5772"/>
                  <a:gd name="connsiteY4" fmla="*/ 2886 h 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72" h="5772">
                    <a:moveTo>
                      <a:pt x="5772" y="2886"/>
                    </a:moveTo>
                    <a:cubicBezTo>
                      <a:pt x="5772" y="4480"/>
                      <a:pt x="4480" y="5772"/>
                      <a:pt x="2886" y="5772"/>
                    </a:cubicBezTo>
                    <a:cubicBezTo>
                      <a:pt x="1292" y="5772"/>
                      <a:pt x="-1" y="4480"/>
                      <a:pt x="-1" y="2886"/>
                    </a:cubicBezTo>
                    <a:cubicBezTo>
                      <a:pt x="-1" y="1292"/>
                      <a:pt x="1292" y="0"/>
                      <a:pt x="2886" y="0"/>
                    </a:cubicBezTo>
                    <a:cubicBezTo>
                      <a:pt x="4480" y="0"/>
                      <a:pt x="5772" y="1292"/>
                      <a:pt x="5772" y="28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0" name="Forme libre : forme 1099">
                <a:extLst>
                  <a:ext uri="{FF2B5EF4-FFF2-40B4-BE49-F238E27FC236}">
                    <a16:creationId xmlns:a16="http://schemas.microsoft.com/office/drawing/2014/main" id="{0DF897F7-D27B-450F-88EF-20D8446004E4}"/>
                  </a:ext>
                </a:extLst>
              </p:cNvPr>
              <p:cNvSpPr/>
              <p:nvPr/>
            </p:nvSpPr>
            <p:spPr>
              <a:xfrm>
                <a:off x="8189557" y="5349215"/>
                <a:ext cx="3267" cy="3267"/>
              </a:xfrm>
              <a:custGeom>
                <a:avLst/>
                <a:gdLst>
                  <a:gd name="connsiteX0" fmla="*/ 3268 w 3267"/>
                  <a:gd name="connsiteY0" fmla="*/ 1634 h 3267"/>
                  <a:gd name="connsiteX1" fmla="*/ 1634 w 3267"/>
                  <a:gd name="connsiteY1" fmla="*/ 3267 h 3267"/>
                  <a:gd name="connsiteX2" fmla="*/ 0 w 3267"/>
                  <a:gd name="connsiteY2" fmla="*/ 1634 h 3267"/>
                  <a:gd name="connsiteX3" fmla="*/ 1634 w 3267"/>
                  <a:gd name="connsiteY3" fmla="*/ 0 h 3267"/>
                  <a:gd name="connsiteX4" fmla="*/ 3268 w 3267"/>
                  <a:gd name="connsiteY4" fmla="*/ 1634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67" h="3267">
                    <a:moveTo>
                      <a:pt x="3268" y="1634"/>
                    </a:moveTo>
                    <a:cubicBezTo>
                      <a:pt x="3268" y="2536"/>
                      <a:pt x="2536" y="3267"/>
                      <a:pt x="1634" y="3267"/>
                    </a:cubicBezTo>
                    <a:cubicBezTo>
                      <a:pt x="732" y="3267"/>
                      <a:pt x="0" y="2536"/>
                      <a:pt x="0" y="1634"/>
                    </a:cubicBezTo>
                    <a:cubicBezTo>
                      <a:pt x="0" y="731"/>
                      <a:pt x="731" y="0"/>
                      <a:pt x="1634" y="0"/>
                    </a:cubicBezTo>
                    <a:cubicBezTo>
                      <a:pt x="2536" y="0"/>
                      <a:pt x="3268" y="732"/>
                      <a:pt x="3268" y="16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1" name="Forme libre : forme 1100">
                <a:extLst>
                  <a:ext uri="{FF2B5EF4-FFF2-40B4-BE49-F238E27FC236}">
                    <a16:creationId xmlns:a16="http://schemas.microsoft.com/office/drawing/2014/main" id="{0E57F0B4-D35C-4C4E-9830-EE13A11DC7E5}"/>
                  </a:ext>
                </a:extLst>
              </p:cNvPr>
              <p:cNvSpPr/>
              <p:nvPr/>
            </p:nvSpPr>
            <p:spPr>
              <a:xfrm>
                <a:off x="8120673" y="5377150"/>
                <a:ext cx="4029" cy="4029"/>
              </a:xfrm>
              <a:custGeom>
                <a:avLst/>
                <a:gdLst>
                  <a:gd name="connsiteX0" fmla="*/ 4030 w 4029"/>
                  <a:gd name="connsiteY0" fmla="*/ 2015 h 4029"/>
                  <a:gd name="connsiteX1" fmla="*/ 2015 w 4029"/>
                  <a:gd name="connsiteY1" fmla="*/ 4030 h 4029"/>
                  <a:gd name="connsiteX2" fmla="*/ 0 w 4029"/>
                  <a:gd name="connsiteY2" fmla="*/ 2015 h 4029"/>
                  <a:gd name="connsiteX3" fmla="*/ 2015 w 4029"/>
                  <a:gd name="connsiteY3" fmla="*/ 0 h 4029"/>
                  <a:gd name="connsiteX4" fmla="*/ 4030 w 4029"/>
                  <a:gd name="connsiteY4" fmla="*/ 2015 h 4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9" h="4029">
                    <a:moveTo>
                      <a:pt x="4030" y="2015"/>
                    </a:moveTo>
                    <a:cubicBezTo>
                      <a:pt x="4030" y="3128"/>
                      <a:pt x="3128" y="4030"/>
                      <a:pt x="2015" y="4030"/>
                    </a:cubicBezTo>
                    <a:cubicBezTo>
                      <a:pt x="902" y="4030"/>
                      <a:pt x="0" y="3128"/>
                      <a:pt x="0" y="2015"/>
                    </a:cubicBezTo>
                    <a:cubicBezTo>
                      <a:pt x="0" y="902"/>
                      <a:pt x="902" y="0"/>
                      <a:pt x="2015" y="0"/>
                    </a:cubicBezTo>
                    <a:cubicBezTo>
                      <a:pt x="3128" y="0"/>
                      <a:pt x="4030" y="902"/>
                      <a:pt x="4030" y="20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2" name="Forme libre : forme 1101">
                <a:extLst>
                  <a:ext uri="{FF2B5EF4-FFF2-40B4-BE49-F238E27FC236}">
                    <a16:creationId xmlns:a16="http://schemas.microsoft.com/office/drawing/2014/main" id="{BC00BDE5-69E7-45F3-BE6B-8B0D70ED36DB}"/>
                  </a:ext>
                </a:extLst>
              </p:cNvPr>
              <p:cNvSpPr/>
              <p:nvPr/>
            </p:nvSpPr>
            <p:spPr>
              <a:xfrm>
                <a:off x="8120728" y="5361141"/>
                <a:ext cx="4029" cy="4029"/>
              </a:xfrm>
              <a:custGeom>
                <a:avLst/>
                <a:gdLst>
                  <a:gd name="connsiteX0" fmla="*/ 4030 w 4029"/>
                  <a:gd name="connsiteY0" fmla="*/ 2015 h 4029"/>
                  <a:gd name="connsiteX1" fmla="*/ 2015 w 4029"/>
                  <a:gd name="connsiteY1" fmla="*/ 4030 h 4029"/>
                  <a:gd name="connsiteX2" fmla="*/ 0 w 4029"/>
                  <a:gd name="connsiteY2" fmla="*/ 2015 h 4029"/>
                  <a:gd name="connsiteX3" fmla="*/ 2015 w 4029"/>
                  <a:gd name="connsiteY3" fmla="*/ 0 h 4029"/>
                  <a:gd name="connsiteX4" fmla="*/ 4030 w 4029"/>
                  <a:gd name="connsiteY4" fmla="*/ 2015 h 4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9" h="4029">
                    <a:moveTo>
                      <a:pt x="4030" y="2015"/>
                    </a:moveTo>
                    <a:cubicBezTo>
                      <a:pt x="4030" y="3128"/>
                      <a:pt x="3128" y="4030"/>
                      <a:pt x="2015" y="4030"/>
                    </a:cubicBezTo>
                    <a:cubicBezTo>
                      <a:pt x="902" y="4030"/>
                      <a:pt x="0" y="3128"/>
                      <a:pt x="0" y="2015"/>
                    </a:cubicBezTo>
                    <a:cubicBezTo>
                      <a:pt x="0" y="902"/>
                      <a:pt x="902" y="0"/>
                      <a:pt x="2015" y="0"/>
                    </a:cubicBezTo>
                    <a:cubicBezTo>
                      <a:pt x="3128" y="0"/>
                      <a:pt x="4030" y="902"/>
                      <a:pt x="4030" y="20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3" name="Forme libre : forme 1102">
                <a:extLst>
                  <a:ext uri="{FF2B5EF4-FFF2-40B4-BE49-F238E27FC236}">
                    <a16:creationId xmlns:a16="http://schemas.microsoft.com/office/drawing/2014/main" id="{D07E94AF-462B-47A1-A8A2-E745433E3E52}"/>
                  </a:ext>
                </a:extLst>
              </p:cNvPr>
              <p:cNvSpPr/>
              <p:nvPr/>
            </p:nvSpPr>
            <p:spPr>
              <a:xfrm>
                <a:off x="8103248" y="5341592"/>
                <a:ext cx="4900" cy="4900"/>
              </a:xfrm>
              <a:custGeom>
                <a:avLst/>
                <a:gdLst>
                  <a:gd name="connsiteX0" fmla="*/ 4901 w 4900"/>
                  <a:gd name="connsiteY0" fmla="*/ 2450 h 4900"/>
                  <a:gd name="connsiteX1" fmla="*/ 2451 w 4900"/>
                  <a:gd name="connsiteY1" fmla="*/ 4901 h 4900"/>
                  <a:gd name="connsiteX2" fmla="*/ 1 w 4900"/>
                  <a:gd name="connsiteY2" fmla="*/ 2450 h 4900"/>
                  <a:gd name="connsiteX3" fmla="*/ 2451 w 4900"/>
                  <a:gd name="connsiteY3" fmla="*/ 0 h 4900"/>
                  <a:gd name="connsiteX4" fmla="*/ 4901 w 4900"/>
                  <a:gd name="connsiteY4" fmla="*/ 2450 h 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00" h="4900">
                    <a:moveTo>
                      <a:pt x="4901" y="2450"/>
                    </a:moveTo>
                    <a:cubicBezTo>
                      <a:pt x="4901" y="3804"/>
                      <a:pt x="3804" y="4901"/>
                      <a:pt x="2451" y="4901"/>
                    </a:cubicBezTo>
                    <a:cubicBezTo>
                      <a:pt x="1097" y="4901"/>
                      <a:pt x="1" y="3804"/>
                      <a:pt x="1" y="2450"/>
                    </a:cubicBezTo>
                    <a:cubicBezTo>
                      <a:pt x="1" y="1097"/>
                      <a:pt x="1097" y="0"/>
                      <a:pt x="2451" y="0"/>
                    </a:cubicBezTo>
                    <a:cubicBezTo>
                      <a:pt x="3804" y="0"/>
                      <a:pt x="4901" y="1097"/>
                      <a:pt x="4901" y="24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4" name="Forme libre : forme 1103">
                <a:extLst>
                  <a:ext uri="{FF2B5EF4-FFF2-40B4-BE49-F238E27FC236}">
                    <a16:creationId xmlns:a16="http://schemas.microsoft.com/office/drawing/2014/main" id="{F0126AD0-965C-4F02-8B2B-3282CE45D7D3}"/>
                  </a:ext>
                </a:extLst>
              </p:cNvPr>
              <p:cNvSpPr/>
              <p:nvPr/>
            </p:nvSpPr>
            <p:spPr>
              <a:xfrm>
                <a:off x="7762748" y="5303583"/>
                <a:ext cx="5118" cy="5118"/>
              </a:xfrm>
              <a:custGeom>
                <a:avLst/>
                <a:gdLst>
                  <a:gd name="connsiteX0" fmla="*/ 5119 w 5118"/>
                  <a:gd name="connsiteY0" fmla="*/ 2559 h 5118"/>
                  <a:gd name="connsiteX1" fmla="*/ 2560 w 5118"/>
                  <a:gd name="connsiteY1" fmla="*/ 5119 h 5118"/>
                  <a:gd name="connsiteX2" fmla="*/ 0 w 5118"/>
                  <a:gd name="connsiteY2" fmla="*/ 2559 h 5118"/>
                  <a:gd name="connsiteX3" fmla="*/ 2560 w 5118"/>
                  <a:gd name="connsiteY3" fmla="*/ 0 h 5118"/>
                  <a:gd name="connsiteX4" fmla="*/ 5119 w 5118"/>
                  <a:gd name="connsiteY4" fmla="*/ 2559 h 5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8" h="5118">
                    <a:moveTo>
                      <a:pt x="5119" y="2559"/>
                    </a:moveTo>
                    <a:cubicBezTo>
                      <a:pt x="5119" y="3973"/>
                      <a:pt x="3973" y="5119"/>
                      <a:pt x="2560" y="5119"/>
                    </a:cubicBezTo>
                    <a:cubicBezTo>
                      <a:pt x="1146" y="5119"/>
                      <a:pt x="0" y="3973"/>
                      <a:pt x="0" y="2559"/>
                    </a:cubicBezTo>
                    <a:cubicBezTo>
                      <a:pt x="0" y="1146"/>
                      <a:pt x="1146" y="0"/>
                      <a:pt x="2560" y="0"/>
                    </a:cubicBezTo>
                    <a:cubicBezTo>
                      <a:pt x="3973" y="0"/>
                      <a:pt x="5119" y="1146"/>
                      <a:pt x="5119" y="25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5" name="Forme libre : forme 1104">
                <a:extLst>
                  <a:ext uri="{FF2B5EF4-FFF2-40B4-BE49-F238E27FC236}">
                    <a16:creationId xmlns:a16="http://schemas.microsoft.com/office/drawing/2014/main" id="{4F51FAE4-DB7E-4AED-8541-EA207B03EA66}"/>
                  </a:ext>
                </a:extLst>
              </p:cNvPr>
              <p:cNvSpPr/>
              <p:nvPr/>
            </p:nvSpPr>
            <p:spPr>
              <a:xfrm>
                <a:off x="7776416" y="5291386"/>
                <a:ext cx="4356" cy="4356"/>
              </a:xfrm>
              <a:custGeom>
                <a:avLst/>
                <a:gdLst>
                  <a:gd name="connsiteX0" fmla="*/ 4356 w 4356"/>
                  <a:gd name="connsiteY0" fmla="*/ 2178 h 4356"/>
                  <a:gd name="connsiteX1" fmla="*/ 2178 w 4356"/>
                  <a:gd name="connsiteY1" fmla="*/ 4357 h 4356"/>
                  <a:gd name="connsiteX2" fmla="*/ 0 w 4356"/>
                  <a:gd name="connsiteY2" fmla="*/ 2178 h 4356"/>
                  <a:gd name="connsiteX3" fmla="*/ 2178 w 4356"/>
                  <a:gd name="connsiteY3" fmla="*/ 0 h 4356"/>
                  <a:gd name="connsiteX4" fmla="*/ 4356 w 4356"/>
                  <a:gd name="connsiteY4" fmla="*/ 2178 h 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" h="4356">
                    <a:moveTo>
                      <a:pt x="4356" y="2178"/>
                    </a:moveTo>
                    <a:cubicBezTo>
                      <a:pt x="4356" y="3381"/>
                      <a:pt x="3381" y="4357"/>
                      <a:pt x="2178" y="4357"/>
                    </a:cubicBezTo>
                    <a:cubicBezTo>
                      <a:pt x="975" y="4357"/>
                      <a:pt x="0" y="3381"/>
                      <a:pt x="0" y="2178"/>
                    </a:cubicBezTo>
                    <a:cubicBezTo>
                      <a:pt x="0" y="975"/>
                      <a:pt x="975" y="0"/>
                      <a:pt x="2178" y="0"/>
                    </a:cubicBezTo>
                    <a:cubicBezTo>
                      <a:pt x="3381" y="0"/>
                      <a:pt x="4356" y="975"/>
                      <a:pt x="4356" y="21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6" name="Forme libre : forme 1105">
                <a:extLst>
                  <a:ext uri="{FF2B5EF4-FFF2-40B4-BE49-F238E27FC236}">
                    <a16:creationId xmlns:a16="http://schemas.microsoft.com/office/drawing/2014/main" id="{71429668-874F-490A-ADA9-980C5C53771F}"/>
                  </a:ext>
                </a:extLst>
              </p:cNvPr>
              <p:cNvSpPr/>
              <p:nvPr/>
            </p:nvSpPr>
            <p:spPr>
              <a:xfrm>
                <a:off x="7797871" y="5275431"/>
                <a:ext cx="7514" cy="7514"/>
              </a:xfrm>
              <a:custGeom>
                <a:avLst/>
                <a:gdLst>
                  <a:gd name="connsiteX0" fmla="*/ 7515 w 7514"/>
                  <a:gd name="connsiteY0" fmla="*/ 3757 h 7514"/>
                  <a:gd name="connsiteX1" fmla="*/ 3758 w 7514"/>
                  <a:gd name="connsiteY1" fmla="*/ 7515 h 7514"/>
                  <a:gd name="connsiteX2" fmla="*/ 1 w 7514"/>
                  <a:gd name="connsiteY2" fmla="*/ 3757 h 7514"/>
                  <a:gd name="connsiteX3" fmla="*/ 3758 w 7514"/>
                  <a:gd name="connsiteY3" fmla="*/ 0 h 7514"/>
                  <a:gd name="connsiteX4" fmla="*/ 7515 w 7514"/>
                  <a:gd name="connsiteY4" fmla="*/ 3757 h 7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14" h="7514">
                    <a:moveTo>
                      <a:pt x="7515" y="3757"/>
                    </a:moveTo>
                    <a:cubicBezTo>
                      <a:pt x="7515" y="5833"/>
                      <a:pt x="5832" y="7515"/>
                      <a:pt x="3758" y="7515"/>
                    </a:cubicBezTo>
                    <a:cubicBezTo>
                      <a:pt x="1683" y="7515"/>
                      <a:pt x="1" y="5833"/>
                      <a:pt x="1" y="3757"/>
                    </a:cubicBezTo>
                    <a:cubicBezTo>
                      <a:pt x="1" y="1682"/>
                      <a:pt x="1683" y="0"/>
                      <a:pt x="3758" y="0"/>
                    </a:cubicBezTo>
                    <a:cubicBezTo>
                      <a:pt x="5833" y="0"/>
                      <a:pt x="7515" y="1682"/>
                      <a:pt x="7515" y="37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7" name="Forme libre : forme 1106">
                <a:extLst>
                  <a:ext uri="{FF2B5EF4-FFF2-40B4-BE49-F238E27FC236}">
                    <a16:creationId xmlns:a16="http://schemas.microsoft.com/office/drawing/2014/main" id="{8A948E20-306B-43EB-810E-CB42094E205C}"/>
                  </a:ext>
                </a:extLst>
              </p:cNvPr>
              <p:cNvSpPr/>
              <p:nvPr/>
            </p:nvSpPr>
            <p:spPr>
              <a:xfrm>
                <a:off x="7810995" y="5277445"/>
                <a:ext cx="5772" cy="5772"/>
              </a:xfrm>
              <a:custGeom>
                <a:avLst/>
                <a:gdLst>
                  <a:gd name="connsiteX0" fmla="*/ 5772 w 5772"/>
                  <a:gd name="connsiteY0" fmla="*/ 2886 h 5772"/>
                  <a:gd name="connsiteX1" fmla="*/ 2886 w 5772"/>
                  <a:gd name="connsiteY1" fmla="*/ 5772 h 5772"/>
                  <a:gd name="connsiteX2" fmla="*/ 0 w 5772"/>
                  <a:gd name="connsiteY2" fmla="*/ 2886 h 5772"/>
                  <a:gd name="connsiteX3" fmla="*/ 2886 w 5772"/>
                  <a:gd name="connsiteY3" fmla="*/ 0 h 5772"/>
                  <a:gd name="connsiteX4" fmla="*/ 5772 w 5772"/>
                  <a:gd name="connsiteY4" fmla="*/ 2886 h 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72" h="5772">
                    <a:moveTo>
                      <a:pt x="5772" y="2886"/>
                    </a:moveTo>
                    <a:cubicBezTo>
                      <a:pt x="5772" y="4480"/>
                      <a:pt x="4480" y="5772"/>
                      <a:pt x="2886" y="5772"/>
                    </a:cubicBezTo>
                    <a:cubicBezTo>
                      <a:pt x="1292" y="5772"/>
                      <a:pt x="0" y="4480"/>
                      <a:pt x="0" y="2886"/>
                    </a:cubicBezTo>
                    <a:cubicBezTo>
                      <a:pt x="0" y="1292"/>
                      <a:pt x="1292" y="0"/>
                      <a:pt x="2886" y="0"/>
                    </a:cubicBezTo>
                    <a:cubicBezTo>
                      <a:pt x="4480" y="0"/>
                      <a:pt x="5772" y="1292"/>
                      <a:pt x="5772" y="28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8" name="Forme libre : forme 1107">
                <a:extLst>
                  <a:ext uri="{FF2B5EF4-FFF2-40B4-BE49-F238E27FC236}">
                    <a16:creationId xmlns:a16="http://schemas.microsoft.com/office/drawing/2014/main" id="{20C1CA0B-7DAD-45FC-B527-C90009518F20}"/>
                  </a:ext>
                </a:extLst>
              </p:cNvPr>
              <p:cNvSpPr/>
              <p:nvPr/>
            </p:nvSpPr>
            <p:spPr>
              <a:xfrm>
                <a:off x="7837405" y="5379165"/>
                <a:ext cx="6643" cy="6643"/>
              </a:xfrm>
              <a:custGeom>
                <a:avLst/>
                <a:gdLst>
                  <a:gd name="connsiteX0" fmla="*/ 6643 w 6643"/>
                  <a:gd name="connsiteY0" fmla="*/ 3322 h 6643"/>
                  <a:gd name="connsiteX1" fmla="*/ 3322 w 6643"/>
                  <a:gd name="connsiteY1" fmla="*/ 6643 h 6643"/>
                  <a:gd name="connsiteX2" fmla="*/ 0 w 6643"/>
                  <a:gd name="connsiteY2" fmla="*/ 3322 h 6643"/>
                  <a:gd name="connsiteX3" fmla="*/ 3322 w 6643"/>
                  <a:gd name="connsiteY3" fmla="*/ 0 h 6643"/>
                  <a:gd name="connsiteX4" fmla="*/ 6643 w 6643"/>
                  <a:gd name="connsiteY4" fmla="*/ 3322 h 6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43" h="6643">
                    <a:moveTo>
                      <a:pt x="6643" y="3322"/>
                    </a:moveTo>
                    <a:cubicBezTo>
                      <a:pt x="6643" y="5156"/>
                      <a:pt x="5156" y="6643"/>
                      <a:pt x="3322" y="6643"/>
                    </a:cubicBezTo>
                    <a:cubicBezTo>
                      <a:pt x="1487" y="6643"/>
                      <a:pt x="0" y="5156"/>
                      <a:pt x="0" y="3322"/>
                    </a:cubicBezTo>
                    <a:cubicBezTo>
                      <a:pt x="0" y="1487"/>
                      <a:pt x="1487" y="0"/>
                      <a:pt x="3322" y="0"/>
                    </a:cubicBezTo>
                    <a:cubicBezTo>
                      <a:pt x="5156" y="0"/>
                      <a:pt x="6643" y="1487"/>
                      <a:pt x="6643" y="33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9" name="Forme libre : forme 1108">
                <a:extLst>
                  <a:ext uri="{FF2B5EF4-FFF2-40B4-BE49-F238E27FC236}">
                    <a16:creationId xmlns:a16="http://schemas.microsoft.com/office/drawing/2014/main" id="{9FD73600-C6F9-40C0-929B-260404F13414}"/>
                  </a:ext>
                </a:extLst>
              </p:cNvPr>
              <p:cNvSpPr/>
              <p:nvPr/>
            </p:nvSpPr>
            <p:spPr>
              <a:xfrm>
                <a:off x="7847152" y="5361359"/>
                <a:ext cx="5663" cy="5663"/>
              </a:xfrm>
              <a:custGeom>
                <a:avLst/>
                <a:gdLst>
                  <a:gd name="connsiteX0" fmla="*/ 5663 w 5663"/>
                  <a:gd name="connsiteY0" fmla="*/ 2832 h 5663"/>
                  <a:gd name="connsiteX1" fmla="*/ 2831 w 5663"/>
                  <a:gd name="connsiteY1" fmla="*/ 5663 h 5663"/>
                  <a:gd name="connsiteX2" fmla="*/ 0 w 5663"/>
                  <a:gd name="connsiteY2" fmla="*/ 2832 h 5663"/>
                  <a:gd name="connsiteX3" fmla="*/ 2831 w 5663"/>
                  <a:gd name="connsiteY3" fmla="*/ 0 h 5663"/>
                  <a:gd name="connsiteX4" fmla="*/ 5663 w 5663"/>
                  <a:gd name="connsiteY4" fmla="*/ 2832 h 5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63" h="5663">
                    <a:moveTo>
                      <a:pt x="5663" y="2832"/>
                    </a:moveTo>
                    <a:cubicBezTo>
                      <a:pt x="5663" y="4395"/>
                      <a:pt x="4396" y="5663"/>
                      <a:pt x="2831" y="5663"/>
                    </a:cubicBezTo>
                    <a:cubicBezTo>
                      <a:pt x="1267" y="5663"/>
                      <a:pt x="0" y="4396"/>
                      <a:pt x="0" y="2832"/>
                    </a:cubicBezTo>
                    <a:cubicBezTo>
                      <a:pt x="0" y="1268"/>
                      <a:pt x="1267" y="0"/>
                      <a:pt x="2831" y="0"/>
                    </a:cubicBezTo>
                    <a:cubicBezTo>
                      <a:pt x="4396" y="0"/>
                      <a:pt x="5663" y="1268"/>
                      <a:pt x="5663" y="28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0" name="Forme libre : forme 1109">
                <a:extLst>
                  <a:ext uri="{FF2B5EF4-FFF2-40B4-BE49-F238E27FC236}">
                    <a16:creationId xmlns:a16="http://schemas.microsoft.com/office/drawing/2014/main" id="{18F1AB71-E046-46CB-A977-2DBE12AAC885}"/>
                  </a:ext>
                </a:extLst>
              </p:cNvPr>
              <p:cNvSpPr/>
              <p:nvPr/>
            </p:nvSpPr>
            <p:spPr>
              <a:xfrm>
                <a:off x="7856082" y="5339414"/>
                <a:ext cx="5445" cy="5445"/>
              </a:xfrm>
              <a:custGeom>
                <a:avLst/>
                <a:gdLst>
                  <a:gd name="connsiteX0" fmla="*/ 5445 w 5445"/>
                  <a:gd name="connsiteY0" fmla="*/ 2723 h 5445"/>
                  <a:gd name="connsiteX1" fmla="*/ 2723 w 5445"/>
                  <a:gd name="connsiteY1" fmla="*/ 5445 h 5445"/>
                  <a:gd name="connsiteX2" fmla="*/ 0 w 5445"/>
                  <a:gd name="connsiteY2" fmla="*/ 2723 h 5445"/>
                  <a:gd name="connsiteX3" fmla="*/ 2723 w 5445"/>
                  <a:gd name="connsiteY3" fmla="*/ 0 h 5445"/>
                  <a:gd name="connsiteX4" fmla="*/ 5445 w 5445"/>
                  <a:gd name="connsiteY4" fmla="*/ 2723 h 5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5" h="5445">
                    <a:moveTo>
                      <a:pt x="5445" y="2723"/>
                    </a:moveTo>
                    <a:cubicBezTo>
                      <a:pt x="5445" y="4226"/>
                      <a:pt x="4226" y="5445"/>
                      <a:pt x="2723" y="5445"/>
                    </a:cubicBezTo>
                    <a:cubicBezTo>
                      <a:pt x="1219" y="5445"/>
                      <a:pt x="0" y="4226"/>
                      <a:pt x="0" y="2723"/>
                    </a:cubicBezTo>
                    <a:cubicBezTo>
                      <a:pt x="0" y="1219"/>
                      <a:pt x="1219" y="0"/>
                      <a:pt x="2723" y="0"/>
                    </a:cubicBezTo>
                    <a:cubicBezTo>
                      <a:pt x="4226" y="0"/>
                      <a:pt x="5445" y="1219"/>
                      <a:pt x="5445" y="27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1" name="Forme libre : forme 1110">
                <a:extLst>
                  <a:ext uri="{FF2B5EF4-FFF2-40B4-BE49-F238E27FC236}">
                    <a16:creationId xmlns:a16="http://schemas.microsoft.com/office/drawing/2014/main" id="{5C0CB821-D4AD-4F5A-A64F-AC27C0777D72}"/>
                  </a:ext>
                </a:extLst>
              </p:cNvPr>
              <p:cNvSpPr/>
              <p:nvPr/>
            </p:nvSpPr>
            <p:spPr>
              <a:xfrm>
                <a:off x="7867245" y="5344042"/>
                <a:ext cx="5118" cy="5118"/>
              </a:xfrm>
              <a:custGeom>
                <a:avLst/>
                <a:gdLst>
                  <a:gd name="connsiteX0" fmla="*/ 5118 w 5118"/>
                  <a:gd name="connsiteY0" fmla="*/ 2559 h 5118"/>
                  <a:gd name="connsiteX1" fmla="*/ 2559 w 5118"/>
                  <a:gd name="connsiteY1" fmla="*/ 5119 h 5118"/>
                  <a:gd name="connsiteX2" fmla="*/ 0 w 5118"/>
                  <a:gd name="connsiteY2" fmla="*/ 2559 h 5118"/>
                  <a:gd name="connsiteX3" fmla="*/ 2559 w 5118"/>
                  <a:gd name="connsiteY3" fmla="*/ 0 h 5118"/>
                  <a:gd name="connsiteX4" fmla="*/ 5118 w 5118"/>
                  <a:gd name="connsiteY4" fmla="*/ 2559 h 5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8" h="5118">
                    <a:moveTo>
                      <a:pt x="5118" y="2559"/>
                    </a:moveTo>
                    <a:cubicBezTo>
                      <a:pt x="5118" y="3973"/>
                      <a:pt x="3972" y="5119"/>
                      <a:pt x="2559" y="5119"/>
                    </a:cubicBezTo>
                    <a:cubicBezTo>
                      <a:pt x="1146" y="5119"/>
                      <a:pt x="0" y="3973"/>
                      <a:pt x="0" y="2559"/>
                    </a:cubicBezTo>
                    <a:cubicBezTo>
                      <a:pt x="0" y="1146"/>
                      <a:pt x="1146" y="0"/>
                      <a:pt x="2559" y="0"/>
                    </a:cubicBezTo>
                    <a:cubicBezTo>
                      <a:pt x="3972" y="0"/>
                      <a:pt x="5118" y="1146"/>
                      <a:pt x="5118" y="25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2" name="Forme libre : forme 1111">
                <a:extLst>
                  <a:ext uri="{FF2B5EF4-FFF2-40B4-BE49-F238E27FC236}">
                    <a16:creationId xmlns:a16="http://schemas.microsoft.com/office/drawing/2014/main" id="{C32CC37E-C46D-46C8-8EEB-BAA927B87AAE}"/>
                  </a:ext>
                </a:extLst>
              </p:cNvPr>
              <p:cNvSpPr/>
              <p:nvPr/>
            </p:nvSpPr>
            <p:spPr>
              <a:xfrm>
                <a:off x="8842404" y="5209923"/>
                <a:ext cx="16880" cy="16880"/>
              </a:xfrm>
              <a:custGeom>
                <a:avLst/>
                <a:gdLst>
                  <a:gd name="connsiteX0" fmla="*/ 16880 w 16880"/>
                  <a:gd name="connsiteY0" fmla="*/ 8441 h 16880"/>
                  <a:gd name="connsiteX1" fmla="*/ 8440 w 16880"/>
                  <a:gd name="connsiteY1" fmla="*/ 16881 h 16880"/>
                  <a:gd name="connsiteX2" fmla="*/ -1 w 16880"/>
                  <a:gd name="connsiteY2" fmla="*/ 8441 h 16880"/>
                  <a:gd name="connsiteX3" fmla="*/ 8440 w 16880"/>
                  <a:gd name="connsiteY3" fmla="*/ 0 h 16880"/>
                  <a:gd name="connsiteX4" fmla="*/ 16880 w 16880"/>
                  <a:gd name="connsiteY4" fmla="*/ 8441 h 16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80" h="16880">
                    <a:moveTo>
                      <a:pt x="16880" y="8441"/>
                    </a:moveTo>
                    <a:cubicBezTo>
                      <a:pt x="16880" y="13102"/>
                      <a:pt x="13101" y="16881"/>
                      <a:pt x="8440" y="16881"/>
                    </a:cubicBezTo>
                    <a:cubicBezTo>
                      <a:pt x="3778" y="16881"/>
                      <a:pt x="-1" y="13102"/>
                      <a:pt x="-1" y="8441"/>
                    </a:cubicBezTo>
                    <a:cubicBezTo>
                      <a:pt x="-1" y="3779"/>
                      <a:pt x="3778" y="0"/>
                      <a:pt x="8440" y="0"/>
                    </a:cubicBezTo>
                    <a:cubicBezTo>
                      <a:pt x="13101" y="0"/>
                      <a:pt x="16880" y="3779"/>
                      <a:pt x="16880" y="84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3" name="Forme libre : forme 1112">
                <a:extLst>
                  <a:ext uri="{FF2B5EF4-FFF2-40B4-BE49-F238E27FC236}">
                    <a16:creationId xmlns:a16="http://schemas.microsoft.com/office/drawing/2014/main" id="{FA5FC5DE-F77A-4502-9845-052D1AFDE69E}"/>
                  </a:ext>
                </a:extLst>
              </p:cNvPr>
              <p:cNvSpPr/>
              <p:nvPr/>
            </p:nvSpPr>
            <p:spPr>
              <a:xfrm>
                <a:off x="8842350" y="5244610"/>
                <a:ext cx="8494" cy="8494"/>
              </a:xfrm>
              <a:custGeom>
                <a:avLst/>
                <a:gdLst>
                  <a:gd name="connsiteX0" fmla="*/ 8495 w 8494"/>
                  <a:gd name="connsiteY0" fmla="*/ 4247 h 8494"/>
                  <a:gd name="connsiteX1" fmla="*/ 4247 w 8494"/>
                  <a:gd name="connsiteY1" fmla="*/ 8495 h 8494"/>
                  <a:gd name="connsiteX2" fmla="*/ 0 w 8494"/>
                  <a:gd name="connsiteY2" fmla="*/ 4247 h 8494"/>
                  <a:gd name="connsiteX3" fmla="*/ 4247 w 8494"/>
                  <a:gd name="connsiteY3" fmla="*/ 0 h 8494"/>
                  <a:gd name="connsiteX4" fmla="*/ 8495 w 8494"/>
                  <a:gd name="connsiteY4" fmla="*/ 4247 h 8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94" h="8494">
                    <a:moveTo>
                      <a:pt x="8495" y="4247"/>
                    </a:moveTo>
                    <a:cubicBezTo>
                      <a:pt x="8495" y="6593"/>
                      <a:pt x="6593" y="8495"/>
                      <a:pt x="4247" y="8495"/>
                    </a:cubicBezTo>
                    <a:cubicBezTo>
                      <a:pt x="1902" y="8495"/>
                      <a:pt x="0" y="6593"/>
                      <a:pt x="0" y="4247"/>
                    </a:cubicBezTo>
                    <a:cubicBezTo>
                      <a:pt x="0" y="1902"/>
                      <a:pt x="1902" y="0"/>
                      <a:pt x="4247" y="0"/>
                    </a:cubicBezTo>
                    <a:cubicBezTo>
                      <a:pt x="6593" y="0"/>
                      <a:pt x="8495" y="1902"/>
                      <a:pt x="8495" y="42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4" name="Forme libre : forme 1113">
                <a:extLst>
                  <a:ext uri="{FF2B5EF4-FFF2-40B4-BE49-F238E27FC236}">
                    <a16:creationId xmlns:a16="http://schemas.microsoft.com/office/drawing/2014/main" id="{A0951221-5A82-4EB8-97B4-5CEEAD891981}"/>
                  </a:ext>
                </a:extLst>
              </p:cNvPr>
              <p:cNvSpPr/>
              <p:nvPr/>
            </p:nvSpPr>
            <p:spPr>
              <a:xfrm>
                <a:off x="8770852" y="5372957"/>
                <a:ext cx="11435" cy="11435"/>
              </a:xfrm>
              <a:custGeom>
                <a:avLst/>
                <a:gdLst>
                  <a:gd name="connsiteX0" fmla="*/ 11436 w 11435"/>
                  <a:gd name="connsiteY0" fmla="*/ 5717 h 11435"/>
                  <a:gd name="connsiteX1" fmla="*/ 5718 w 11435"/>
                  <a:gd name="connsiteY1" fmla="*/ 11435 h 11435"/>
                  <a:gd name="connsiteX2" fmla="*/ 0 w 11435"/>
                  <a:gd name="connsiteY2" fmla="*/ 5717 h 11435"/>
                  <a:gd name="connsiteX3" fmla="*/ 5718 w 11435"/>
                  <a:gd name="connsiteY3" fmla="*/ 0 h 11435"/>
                  <a:gd name="connsiteX4" fmla="*/ 11436 w 11435"/>
                  <a:gd name="connsiteY4" fmla="*/ 5717 h 1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35" h="11435">
                    <a:moveTo>
                      <a:pt x="11436" y="5717"/>
                    </a:moveTo>
                    <a:cubicBezTo>
                      <a:pt x="11436" y="8875"/>
                      <a:pt x="8876" y="11435"/>
                      <a:pt x="5718" y="11435"/>
                    </a:cubicBezTo>
                    <a:cubicBezTo>
                      <a:pt x="2560" y="11435"/>
                      <a:pt x="0" y="8875"/>
                      <a:pt x="0" y="5717"/>
                    </a:cubicBezTo>
                    <a:cubicBezTo>
                      <a:pt x="0" y="2560"/>
                      <a:pt x="2560" y="0"/>
                      <a:pt x="5718" y="0"/>
                    </a:cubicBezTo>
                    <a:cubicBezTo>
                      <a:pt x="8876" y="0"/>
                      <a:pt x="11436" y="2560"/>
                      <a:pt x="11436" y="57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5" name="Forme libre : forme 1114">
                <a:extLst>
                  <a:ext uri="{FF2B5EF4-FFF2-40B4-BE49-F238E27FC236}">
                    <a16:creationId xmlns:a16="http://schemas.microsoft.com/office/drawing/2014/main" id="{F9C56ED6-12C5-4B7F-AA1D-ACECC2DC8D5A}"/>
                  </a:ext>
                </a:extLst>
              </p:cNvPr>
              <p:cNvSpPr/>
              <p:nvPr/>
            </p:nvSpPr>
            <p:spPr>
              <a:xfrm>
                <a:off x="8767639" y="5392452"/>
                <a:ext cx="3267" cy="3267"/>
              </a:xfrm>
              <a:custGeom>
                <a:avLst/>
                <a:gdLst>
                  <a:gd name="connsiteX0" fmla="*/ 3267 w 3267"/>
                  <a:gd name="connsiteY0" fmla="*/ 1634 h 3267"/>
                  <a:gd name="connsiteX1" fmla="*/ 1633 w 3267"/>
                  <a:gd name="connsiteY1" fmla="*/ 3267 h 3267"/>
                  <a:gd name="connsiteX2" fmla="*/ -1 w 3267"/>
                  <a:gd name="connsiteY2" fmla="*/ 1634 h 3267"/>
                  <a:gd name="connsiteX3" fmla="*/ 1633 w 3267"/>
                  <a:gd name="connsiteY3" fmla="*/ 0 h 3267"/>
                  <a:gd name="connsiteX4" fmla="*/ 3267 w 3267"/>
                  <a:gd name="connsiteY4" fmla="*/ 1634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67" h="3267">
                    <a:moveTo>
                      <a:pt x="3267" y="1634"/>
                    </a:moveTo>
                    <a:cubicBezTo>
                      <a:pt x="3267" y="2536"/>
                      <a:pt x="2536" y="3267"/>
                      <a:pt x="1633" y="3267"/>
                    </a:cubicBezTo>
                    <a:cubicBezTo>
                      <a:pt x="731" y="3267"/>
                      <a:pt x="-1" y="2536"/>
                      <a:pt x="-1" y="1634"/>
                    </a:cubicBezTo>
                    <a:cubicBezTo>
                      <a:pt x="-1" y="731"/>
                      <a:pt x="730" y="0"/>
                      <a:pt x="1633" y="0"/>
                    </a:cubicBezTo>
                    <a:cubicBezTo>
                      <a:pt x="2535" y="0"/>
                      <a:pt x="3267" y="732"/>
                      <a:pt x="3267" y="16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16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7826298" y="5034933"/>
              <a:ext cx="323951" cy="299252"/>
              <a:chOff x="7826298" y="5034933"/>
              <a:chExt cx="323951" cy="299252"/>
            </a:xfrm>
            <a:solidFill>
              <a:schemeClr val="accent1"/>
            </a:solidFill>
          </p:grpSpPr>
          <p:sp>
            <p:nvSpPr>
              <p:cNvPr id="1117" name="Forme libre : forme 1116">
                <a:extLst>
                  <a:ext uri="{FF2B5EF4-FFF2-40B4-BE49-F238E27FC236}">
                    <a16:creationId xmlns:a16="http://schemas.microsoft.com/office/drawing/2014/main" id="{683A8FB8-0D32-4964-9C76-7E7E26FFB7CF}"/>
                  </a:ext>
                </a:extLst>
              </p:cNvPr>
              <p:cNvSpPr/>
              <p:nvPr/>
            </p:nvSpPr>
            <p:spPr>
              <a:xfrm>
                <a:off x="7960364" y="5045327"/>
                <a:ext cx="34016" cy="88203"/>
              </a:xfrm>
              <a:custGeom>
                <a:avLst/>
                <a:gdLst>
                  <a:gd name="connsiteX0" fmla="*/ 20799 w 34016"/>
                  <a:gd name="connsiteY0" fmla="*/ 87598 h 88203"/>
                  <a:gd name="connsiteX1" fmla="*/ 9363 w 34016"/>
                  <a:gd name="connsiteY1" fmla="*/ 66796 h 88203"/>
                  <a:gd name="connsiteX2" fmla="*/ 5824 w 34016"/>
                  <a:gd name="connsiteY2" fmla="*/ 55415 h 88203"/>
                  <a:gd name="connsiteX3" fmla="*/ 3482 w 34016"/>
                  <a:gd name="connsiteY3" fmla="*/ 43980 h 88203"/>
                  <a:gd name="connsiteX4" fmla="*/ 650 w 34016"/>
                  <a:gd name="connsiteY4" fmla="*/ 32708 h 88203"/>
                  <a:gd name="connsiteX5" fmla="*/ 868 w 34016"/>
                  <a:gd name="connsiteY5" fmla="*/ 21872 h 88203"/>
                  <a:gd name="connsiteX6" fmla="*/ 5824 w 34016"/>
                  <a:gd name="connsiteY6" fmla="*/ 11471 h 88203"/>
                  <a:gd name="connsiteX7" fmla="*/ 15462 w 34016"/>
                  <a:gd name="connsiteY7" fmla="*/ 689 h 88203"/>
                  <a:gd name="connsiteX8" fmla="*/ 15516 w 34016"/>
                  <a:gd name="connsiteY8" fmla="*/ 635 h 88203"/>
                  <a:gd name="connsiteX9" fmla="*/ 18729 w 34016"/>
                  <a:gd name="connsiteY9" fmla="*/ 472 h 88203"/>
                  <a:gd name="connsiteX10" fmla="*/ 28912 w 34016"/>
                  <a:gd name="connsiteY10" fmla="*/ 11471 h 88203"/>
                  <a:gd name="connsiteX11" fmla="*/ 33486 w 34016"/>
                  <a:gd name="connsiteY11" fmla="*/ 22852 h 88203"/>
                  <a:gd name="connsiteX12" fmla="*/ 32942 w 34016"/>
                  <a:gd name="connsiteY12" fmla="*/ 33797 h 88203"/>
                  <a:gd name="connsiteX13" fmla="*/ 29566 w 34016"/>
                  <a:gd name="connsiteY13" fmla="*/ 44307 h 88203"/>
                  <a:gd name="connsiteX14" fmla="*/ 27442 w 34016"/>
                  <a:gd name="connsiteY14" fmla="*/ 54653 h 88203"/>
                  <a:gd name="connsiteX15" fmla="*/ 25481 w 34016"/>
                  <a:gd name="connsiteY15" fmla="*/ 64945 h 88203"/>
                  <a:gd name="connsiteX16" fmla="*/ 23793 w 34016"/>
                  <a:gd name="connsiteY16" fmla="*/ 86454 h 88203"/>
                  <a:gd name="connsiteX17" fmla="*/ 22105 w 34016"/>
                  <a:gd name="connsiteY17" fmla="*/ 88197 h 88203"/>
                  <a:gd name="connsiteX18" fmla="*/ 20799 w 34016"/>
                  <a:gd name="connsiteY18" fmla="*/ 87598 h 88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4016" h="88203">
                    <a:moveTo>
                      <a:pt x="20799" y="87598"/>
                    </a:moveTo>
                    <a:cubicBezTo>
                      <a:pt x="15789" y="81553"/>
                      <a:pt x="12194" y="74256"/>
                      <a:pt x="9363" y="66796"/>
                    </a:cubicBezTo>
                    <a:cubicBezTo>
                      <a:pt x="8056" y="63039"/>
                      <a:pt x="6858" y="59227"/>
                      <a:pt x="5824" y="55415"/>
                    </a:cubicBezTo>
                    <a:cubicBezTo>
                      <a:pt x="4952" y="51603"/>
                      <a:pt x="4190" y="47792"/>
                      <a:pt x="3482" y="43980"/>
                    </a:cubicBezTo>
                    <a:cubicBezTo>
                      <a:pt x="2829" y="40223"/>
                      <a:pt x="1631" y="36411"/>
                      <a:pt x="650" y="32708"/>
                    </a:cubicBezTo>
                    <a:cubicBezTo>
                      <a:pt x="-276" y="29005"/>
                      <a:pt x="-221" y="25411"/>
                      <a:pt x="868" y="21872"/>
                    </a:cubicBezTo>
                    <a:cubicBezTo>
                      <a:pt x="1957" y="18387"/>
                      <a:pt x="3536" y="14956"/>
                      <a:pt x="5824" y="11471"/>
                    </a:cubicBezTo>
                    <a:cubicBezTo>
                      <a:pt x="8219" y="7986"/>
                      <a:pt x="10942" y="4556"/>
                      <a:pt x="15462" y="689"/>
                    </a:cubicBezTo>
                    <a:lnTo>
                      <a:pt x="15516" y="635"/>
                    </a:lnTo>
                    <a:cubicBezTo>
                      <a:pt x="16442" y="-182"/>
                      <a:pt x="17803" y="-182"/>
                      <a:pt x="18729" y="472"/>
                    </a:cubicBezTo>
                    <a:cubicBezTo>
                      <a:pt x="23630" y="3902"/>
                      <a:pt x="26516" y="7659"/>
                      <a:pt x="28912" y="11471"/>
                    </a:cubicBezTo>
                    <a:cubicBezTo>
                      <a:pt x="31144" y="15283"/>
                      <a:pt x="32669" y="19095"/>
                      <a:pt x="33486" y="22852"/>
                    </a:cubicBezTo>
                    <a:cubicBezTo>
                      <a:pt x="34357" y="26609"/>
                      <a:pt x="34139" y="30258"/>
                      <a:pt x="32942" y="33797"/>
                    </a:cubicBezTo>
                    <a:cubicBezTo>
                      <a:pt x="31689" y="37337"/>
                      <a:pt x="30328" y="40822"/>
                      <a:pt x="29566" y="44307"/>
                    </a:cubicBezTo>
                    <a:cubicBezTo>
                      <a:pt x="28803" y="47792"/>
                      <a:pt x="28095" y="51222"/>
                      <a:pt x="27442" y="54653"/>
                    </a:cubicBezTo>
                    <a:cubicBezTo>
                      <a:pt x="26679" y="58084"/>
                      <a:pt x="26026" y="61514"/>
                      <a:pt x="25481" y="64945"/>
                    </a:cubicBezTo>
                    <a:cubicBezTo>
                      <a:pt x="24283" y="71860"/>
                      <a:pt x="23739" y="78939"/>
                      <a:pt x="23793" y="86454"/>
                    </a:cubicBezTo>
                    <a:cubicBezTo>
                      <a:pt x="23793" y="87434"/>
                      <a:pt x="23031" y="88197"/>
                      <a:pt x="22105" y="88197"/>
                    </a:cubicBezTo>
                    <a:cubicBezTo>
                      <a:pt x="21615" y="88251"/>
                      <a:pt x="21125" y="87979"/>
                      <a:pt x="20799" y="87598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8" name="Forme libre : forme 1117">
                <a:extLst>
                  <a:ext uri="{FF2B5EF4-FFF2-40B4-BE49-F238E27FC236}">
                    <a16:creationId xmlns:a16="http://schemas.microsoft.com/office/drawing/2014/main" id="{A1E6BCAF-1BBA-4776-BAD0-36463DE80A40}"/>
                  </a:ext>
                </a:extLst>
              </p:cNvPr>
              <p:cNvSpPr/>
              <p:nvPr/>
            </p:nvSpPr>
            <p:spPr>
              <a:xfrm>
                <a:off x="8012103" y="5034988"/>
                <a:ext cx="38729" cy="101012"/>
              </a:xfrm>
              <a:custGeom>
                <a:avLst/>
                <a:gdLst>
                  <a:gd name="connsiteX0" fmla="*/ 2114 w 38729"/>
                  <a:gd name="connsiteY0" fmla="*/ 99679 h 101012"/>
                  <a:gd name="connsiteX1" fmla="*/ 153 w 38729"/>
                  <a:gd name="connsiteY1" fmla="*/ 72561 h 101012"/>
                  <a:gd name="connsiteX2" fmla="*/ 1297 w 38729"/>
                  <a:gd name="connsiteY2" fmla="*/ 59112 h 101012"/>
                  <a:gd name="connsiteX3" fmla="*/ 3202 w 38729"/>
                  <a:gd name="connsiteY3" fmla="*/ 46206 h 101012"/>
                  <a:gd name="connsiteX4" fmla="*/ 4019 w 38729"/>
                  <a:gd name="connsiteY4" fmla="*/ 33518 h 101012"/>
                  <a:gd name="connsiteX5" fmla="*/ 6906 w 38729"/>
                  <a:gd name="connsiteY5" fmla="*/ 22192 h 101012"/>
                  <a:gd name="connsiteX6" fmla="*/ 13658 w 38729"/>
                  <a:gd name="connsiteY6" fmla="*/ 11900 h 101012"/>
                  <a:gd name="connsiteX7" fmla="*/ 23841 w 38729"/>
                  <a:gd name="connsiteY7" fmla="*/ 846 h 101012"/>
                  <a:gd name="connsiteX8" fmla="*/ 23950 w 38729"/>
                  <a:gd name="connsiteY8" fmla="*/ 737 h 101012"/>
                  <a:gd name="connsiteX9" fmla="*/ 27108 w 38729"/>
                  <a:gd name="connsiteY9" fmla="*/ 465 h 101012"/>
                  <a:gd name="connsiteX10" fmla="*/ 36583 w 38729"/>
                  <a:gd name="connsiteY10" fmla="*/ 14841 h 101012"/>
                  <a:gd name="connsiteX11" fmla="*/ 38706 w 38729"/>
                  <a:gd name="connsiteY11" fmla="*/ 29597 h 101012"/>
                  <a:gd name="connsiteX12" fmla="*/ 34949 w 38729"/>
                  <a:gd name="connsiteY12" fmla="*/ 42884 h 101012"/>
                  <a:gd name="connsiteX13" fmla="*/ 27979 w 38729"/>
                  <a:gd name="connsiteY13" fmla="*/ 54483 h 101012"/>
                  <a:gd name="connsiteX14" fmla="*/ 21935 w 38729"/>
                  <a:gd name="connsiteY14" fmla="*/ 65809 h 101012"/>
                  <a:gd name="connsiteX15" fmla="*/ 15836 w 38729"/>
                  <a:gd name="connsiteY15" fmla="*/ 76809 h 101012"/>
                  <a:gd name="connsiteX16" fmla="*/ 5272 w 38729"/>
                  <a:gd name="connsiteY16" fmla="*/ 99843 h 101012"/>
                  <a:gd name="connsiteX17" fmla="*/ 5272 w 38729"/>
                  <a:gd name="connsiteY17" fmla="*/ 99897 h 101012"/>
                  <a:gd name="connsiteX18" fmla="*/ 3094 w 38729"/>
                  <a:gd name="connsiteY18" fmla="*/ 100932 h 101012"/>
                  <a:gd name="connsiteX19" fmla="*/ 2114 w 38729"/>
                  <a:gd name="connsiteY19" fmla="*/ 99679 h 10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8729" h="101012">
                    <a:moveTo>
                      <a:pt x="2114" y="99679"/>
                    </a:moveTo>
                    <a:cubicBezTo>
                      <a:pt x="-10" y="90912"/>
                      <a:pt x="-228" y="81601"/>
                      <a:pt x="153" y="72561"/>
                    </a:cubicBezTo>
                    <a:cubicBezTo>
                      <a:pt x="425" y="68042"/>
                      <a:pt x="861" y="63577"/>
                      <a:pt x="1297" y="59112"/>
                    </a:cubicBezTo>
                    <a:lnTo>
                      <a:pt x="3202" y="46206"/>
                    </a:lnTo>
                    <a:cubicBezTo>
                      <a:pt x="3856" y="42013"/>
                      <a:pt x="3910" y="37657"/>
                      <a:pt x="4019" y="33518"/>
                    </a:cubicBezTo>
                    <a:cubicBezTo>
                      <a:pt x="4183" y="29380"/>
                      <a:pt x="5109" y="25677"/>
                      <a:pt x="6906" y="22192"/>
                    </a:cubicBezTo>
                    <a:cubicBezTo>
                      <a:pt x="8702" y="18707"/>
                      <a:pt x="10881" y="15385"/>
                      <a:pt x="13658" y="11900"/>
                    </a:cubicBezTo>
                    <a:cubicBezTo>
                      <a:pt x="16489" y="8415"/>
                      <a:pt x="19593" y="5311"/>
                      <a:pt x="23841" y="846"/>
                    </a:cubicBezTo>
                    <a:lnTo>
                      <a:pt x="23950" y="737"/>
                    </a:lnTo>
                    <a:cubicBezTo>
                      <a:pt x="24767" y="-134"/>
                      <a:pt x="26128" y="-243"/>
                      <a:pt x="27108" y="465"/>
                    </a:cubicBezTo>
                    <a:cubicBezTo>
                      <a:pt x="32336" y="4440"/>
                      <a:pt x="34840" y="9885"/>
                      <a:pt x="36583" y="14841"/>
                    </a:cubicBezTo>
                    <a:cubicBezTo>
                      <a:pt x="38162" y="19796"/>
                      <a:pt x="38870" y="24860"/>
                      <a:pt x="38706" y="29597"/>
                    </a:cubicBezTo>
                    <a:cubicBezTo>
                      <a:pt x="38597" y="34389"/>
                      <a:pt x="37291" y="38909"/>
                      <a:pt x="34949" y="42884"/>
                    </a:cubicBezTo>
                    <a:cubicBezTo>
                      <a:pt x="32608" y="46914"/>
                      <a:pt x="29994" y="50617"/>
                      <a:pt x="27979" y="54483"/>
                    </a:cubicBezTo>
                    <a:lnTo>
                      <a:pt x="21935" y="65809"/>
                    </a:lnTo>
                    <a:cubicBezTo>
                      <a:pt x="19811" y="69458"/>
                      <a:pt x="17742" y="73160"/>
                      <a:pt x="15836" y="76809"/>
                    </a:cubicBezTo>
                    <a:cubicBezTo>
                      <a:pt x="11807" y="84160"/>
                      <a:pt x="8321" y="91675"/>
                      <a:pt x="5272" y="99843"/>
                    </a:cubicBezTo>
                    <a:lnTo>
                      <a:pt x="5272" y="99897"/>
                    </a:lnTo>
                    <a:cubicBezTo>
                      <a:pt x="4945" y="100768"/>
                      <a:pt x="3965" y="101204"/>
                      <a:pt x="3094" y="100932"/>
                    </a:cubicBezTo>
                    <a:cubicBezTo>
                      <a:pt x="2658" y="100660"/>
                      <a:pt x="2223" y="100170"/>
                      <a:pt x="2114" y="99679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9" name="Forme libre : forme 1118">
                <a:extLst>
                  <a:ext uri="{FF2B5EF4-FFF2-40B4-BE49-F238E27FC236}">
                    <a16:creationId xmlns:a16="http://schemas.microsoft.com/office/drawing/2014/main" id="{E2B42002-FD2F-4478-B549-3D9E966CD8AA}"/>
                  </a:ext>
                </a:extLst>
              </p:cNvPr>
              <p:cNvSpPr/>
              <p:nvPr/>
            </p:nvSpPr>
            <p:spPr>
              <a:xfrm>
                <a:off x="8030029" y="5066989"/>
                <a:ext cx="68988" cy="72709"/>
              </a:xfrm>
              <a:custGeom>
                <a:avLst/>
                <a:gdLst>
                  <a:gd name="connsiteX0" fmla="*/ 33 w 68988"/>
                  <a:gd name="connsiteY0" fmla="*/ 70673 h 72709"/>
                  <a:gd name="connsiteX1" fmla="*/ 10978 w 68988"/>
                  <a:gd name="connsiteY1" fmla="*/ 47095 h 72709"/>
                  <a:gd name="connsiteX2" fmla="*/ 18765 w 68988"/>
                  <a:gd name="connsiteY2" fmla="*/ 36966 h 72709"/>
                  <a:gd name="connsiteX3" fmla="*/ 26715 w 68988"/>
                  <a:gd name="connsiteY3" fmla="*/ 27818 h 72709"/>
                  <a:gd name="connsiteX4" fmla="*/ 32868 w 68988"/>
                  <a:gd name="connsiteY4" fmla="*/ 18452 h 72709"/>
                  <a:gd name="connsiteX5" fmla="*/ 39458 w 68988"/>
                  <a:gd name="connsiteY5" fmla="*/ 11264 h 72709"/>
                  <a:gd name="connsiteX6" fmla="*/ 61239 w 68988"/>
                  <a:gd name="connsiteY6" fmla="*/ 319 h 72709"/>
                  <a:gd name="connsiteX7" fmla="*/ 61348 w 68988"/>
                  <a:gd name="connsiteY7" fmla="*/ 264 h 72709"/>
                  <a:gd name="connsiteX8" fmla="*/ 64452 w 68988"/>
                  <a:gd name="connsiteY8" fmla="*/ 972 h 72709"/>
                  <a:gd name="connsiteX9" fmla="*/ 68971 w 68988"/>
                  <a:gd name="connsiteY9" fmla="*/ 17145 h 72709"/>
                  <a:gd name="connsiteX10" fmla="*/ 64724 w 68988"/>
                  <a:gd name="connsiteY10" fmla="*/ 31956 h 72709"/>
                  <a:gd name="connsiteX11" fmla="*/ 54977 w 68988"/>
                  <a:gd name="connsiteY11" fmla="*/ 42030 h 72709"/>
                  <a:gd name="connsiteX12" fmla="*/ 43106 w 68988"/>
                  <a:gd name="connsiteY12" fmla="*/ 48184 h 72709"/>
                  <a:gd name="connsiteX13" fmla="*/ 32378 w 68988"/>
                  <a:gd name="connsiteY13" fmla="*/ 53901 h 72709"/>
                  <a:gd name="connsiteX14" fmla="*/ 21978 w 68988"/>
                  <a:gd name="connsiteY14" fmla="*/ 59183 h 72709"/>
                  <a:gd name="connsiteX15" fmla="*/ 2865 w 68988"/>
                  <a:gd name="connsiteY15" fmla="*/ 72252 h 72709"/>
                  <a:gd name="connsiteX16" fmla="*/ 2865 w 68988"/>
                  <a:gd name="connsiteY16" fmla="*/ 72252 h 72709"/>
                  <a:gd name="connsiteX17" fmla="*/ 469 w 68988"/>
                  <a:gd name="connsiteY17" fmla="*/ 72143 h 72709"/>
                  <a:gd name="connsiteX18" fmla="*/ 33 w 68988"/>
                  <a:gd name="connsiteY18" fmla="*/ 70673 h 72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8988" h="72709">
                    <a:moveTo>
                      <a:pt x="33" y="70673"/>
                    </a:moveTo>
                    <a:cubicBezTo>
                      <a:pt x="1666" y="62178"/>
                      <a:pt x="6132" y="54228"/>
                      <a:pt x="10978" y="47095"/>
                    </a:cubicBezTo>
                    <a:cubicBezTo>
                      <a:pt x="13483" y="43555"/>
                      <a:pt x="16151" y="40233"/>
                      <a:pt x="18765" y="36966"/>
                    </a:cubicBezTo>
                    <a:lnTo>
                      <a:pt x="26715" y="27818"/>
                    </a:lnTo>
                    <a:cubicBezTo>
                      <a:pt x="29220" y="24932"/>
                      <a:pt x="31126" y="21556"/>
                      <a:pt x="32868" y="18452"/>
                    </a:cubicBezTo>
                    <a:cubicBezTo>
                      <a:pt x="34666" y="15348"/>
                      <a:pt x="36789" y="13006"/>
                      <a:pt x="39458" y="11264"/>
                    </a:cubicBezTo>
                    <a:cubicBezTo>
                      <a:pt x="45012" y="7616"/>
                      <a:pt x="50729" y="5655"/>
                      <a:pt x="61239" y="319"/>
                    </a:cubicBezTo>
                    <a:lnTo>
                      <a:pt x="61348" y="264"/>
                    </a:lnTo>
                    <a:cubicBezTo>
                      <a:pt x="62437" y="-280"/>
                      <a:pt x="63744" y="46"/>
                      <a:pt x="64452" y="972"/>
                    </a:cubicBezTo>
                    <a:cubicBezTo>
                      <a:pt x="68209" y="6036"/>
                      <a:pt x="69135" y="11754"/>
                      <a:pt x="68971" y="17145"/>
                    </a:cubicBezTo>
                    <a:cubicBezTo>
                      <a:pt x="68699" y="22536"/>
                      <a:pt x="67065" y="27654"/>
                      <a:pt x="64724" y="31956"/>
                    </a:cubicBezTo>
                    <a:cubicBezTo>
                      <a:pt x="62382" y="36313"/>
                      <a:pt x="58952" y="39743"/>
                      <a:pt x="54977" y="42030"/>
                    </a:cubicBezTo>
                    <a:cubicBezTo>
                      <a:pt x="50947" y="44317"/>
                      <a:pt x="46809" y="46060"/>
                      <a:pt x="43106" y="48184"/>
                    </a:cubicBezTo>
                    <a:lnTo>
                      <a:pt x="32378" y="53901"/>
                    </a:lnTo>
                    <a:cubicBezTo>
                      <a:pt x="28784" y="55589"/>
                      <a:pt x="25354" y="57332"/>
                      <a:pt x="21978" y="59183"/>
                    </a:cubicBezTo>
                    <a:cubicBezTo>
                      <a:pt x="15171" y="62723"/>
                      <a:pt x="8800" y="66752"/>
                      <a:pt x="2865" y="72252"/>
                    </a:cubicBezTo>
                    <a:lnTo>
                      <a:pt x="2865" y="72252"/>
                    </a:lnTo>
                    <a:cubicBezTo>
                      <a:pt x="2157" y="72906"/>
                      <a:pt x="1067" y="72851"/>
                      <a:pt x="469" y="72143"/>
                    </a:cubicBezTo>
                    <a:cubicBezTo>
                      <a:pt x="88" y="71762"/>
                      <a:pt x="-76" y="71163"/>
                      <a:pt x="33" y="70673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0" name="Forme libre : forme 1119">
                <a:extLst>
                  <a:ext uri="{FF2B5EF4-FFF2-40B4-BE49-F238E27FC236}">
                    <a16:creationId xmlns:a16="http://schemas.microsoft.com/office/drawing/2014/main" id="{87C0D8EC-E76E-43C9-AAA8-5447850C1A04}"/>
                  </a:ext>
                </a:extLst>
              </p:cNvPr>
              <p:cNvSpPr/>
              <p:nvPr/>
            </p:nvSpPr>
            <p:spPr>
              <a:xfrm>
                <a:off x="8032742" y="5110519"/>
                <a:ext cx="87030" cy="58371"/>
              </a:xfrm>
              <a:custGeom>
                <a:avLst/>
                <a:gdLst>
                  <a:gd name="connsiteX0" fmla="*/ 152 w 87030"/>
                  <a:gd name="connsiteY0" fmla="*/ 55895 h 58371"/>
                  <a:gd name="connsiteX1" fmla="*/ 14419 w 87030"/>
                  <a:gd name="connsiteY1" fmla="*/ 33514 h 58371"/>
                  <a:gd name="connsiteX2" fmla="*/ 23295 w 87030"/>
                  <a:gd name="connsiteY2" fmla="*/ 23386 h 58371"/>
                  <a:gd name="connsiteX3" fmla="*/ 33314 w 87030"/>
                  <a:gd name="connsiteY3" fmla="*/ 14238 h 58371"/>
                  <a:gd name="connsiteX4" fmla="*/ 44749 w 87030"/>
                  <a:gd name="connsiteY4" fmla="*/ 4763 h 58371"/>
                  <a:gd name="connsiteX5" fmla="*/ 61358 w 87030"/>
                  <a:gd name="connsiteY5" fmla="*/ 25 h 58371"/>
                  <a:gd name="connsiteX6" fmla="*/ 79382 w 87030"/>
                  <a:gd name="connsiteY6" fmla="*/ 6723 h 58371"/>
                  <a:gd name="connsiteX7" fmla="*/ 86788 w 87030"/>
                  <a:gd name="connsiteY7" fmla="*/ 23930 h 58371"/>
                  <a:gd name="connsiteX8" fmla="*/ 84392 w 87030"/>
                  <a:gd name="connsiteY8" fmla="*/ 25836 h 58371"/>
                  <a:gd name="connsiteX9" fmla="*/ 84119 w 87030"/>
                  <a:gd name="connsiteY9" fmla="*/ 25836 h 58371"/>
                  <a:gd name="connsiteX10" fmla="*/ 71649 w 87030"/>
                  <a:gd name="connsiteY10" fmla="*/ 28505 h 58371"/>
                  <a:gd name="connsiteX11" fmla="*/ 65006 w 87030"/>
                  <a:gd name="connsiteY11" fmla="*/ 32534 h 58371"/>
                  <a:gd name="connsiteX12" fmla="*/ 57546 w 87030"/>
                  <a:gd name="connsiteY12" fmla="*/ 34495 h 58371"/>
                  <a:gd name="connsiteX13" fmla="*/ 46819 w 87030"/>
                  <a:gd name="connsiteY13" fmla="*/ 36673 h 58371"/>
                  <a:gd name="connsiteX14" fmla="*/ 35819 w 87030"/>
                  <a:gd name="connsiteY14" fmla="*/ 41192 h 58371"/>
                  <a:gd name="connsiteX15" fmla="*/ 24765 w 87030"/>
                  <a:gd name="connsiteY15" fmla="*/ 46202 h 58371"/>
                  <a:gd name="connsiteX16" fmla="*/ 2602 w 87030"/>
                  <a:gd name="connsiteY16" fmla="*/ 58128 h 58371"/>
                  <a:gd name="connsiteX17" fmla="*/ 260 w 87030"/>
                  <a:gd name="connsiteY17" fmla="*/ 57528 h 58371"/>
                  <a:gd name="connsiteX18" fmla="*/ 152 w 87030"/>
                  <a:gd name="connsiteY18" fmla="*/ 55895 h 58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7030" h="58371">
                    <a:moveTo>
                      <a:pt x="152" y="55895"/>
                    </a:moveTo>
                    <a:cubicBezTo>
                      <a:pt x="3964" y="47945"/>
                      <a:pt x="8919" y="40593"/>
                      <a:pt x="14419" y="33514"/>
                    </a:cubicBezTo>
                    <a:cubicBezTo>
                      <a:pt x="17250" y="30084"/>
                      <a:pt x="20191" y="26708"/>
                      <a:pt x="23295" y="23386"/>
                    </a:cubicBezTo>
                    <a:cubicBezTo>
                      <a:pt x="26507" y="20228"/>
                      <a:pt x="29829" y="17178"/>
                      <a:pt x="33314" y="14238"/>
                    </a:cubicBezTo>
                    <a:cubicBezTo>
                      <a:pt x="36799" y="11352"/>
                      <a:pt x="40284" y="7867"/>
                      <a:pt x="44749" y="4763"/>
                    </a:cubicBezTo>
                    <a:cubicBezTo>
                      <a:pt x="49160" y="1713"/>
                      <a:pt x="55041" y="-247"/>
                      <a:pt x="61358" y="25"/>
                    </a:cubicBezTo>
                    <a:cubicBezTo>
                      <a:pt x="67892" y="243"/>
                      <a:pt x="74372" y="2530"/>
                      <a:pt x="79382" y="6723"/>
                    </a:cubicBezTo>
                    <a:cubicBezTo>
                      <a:pt x="84283" y="10861"/>
                      <a:pt x="88040" y="17341"/>
                      <a:pt x="86788" y="23930"/>
                    </a:cubicBezTo>
                    <a:cubicBezTo>
                      <a:pt x="86570" y="25074"/>
                      <a:pt x="85535" y="25891"/>
                      <a:pt x="84392" y="25836"/>
                    </a:cubicBezTo>
                    <a:lnTo>
                      <a:pt x="84119" y="25836"/>
                    </a:lnTo>
                    <a:cubicBezTo>
                      <a:pt x="78075" y="25564"/>
                      <a:pt x="74535" y="27089"/>
                      <a:pt x="71649" y="28505"/>
                    </a:cubicBezTo>
                    <a:cubicBezTo>
                      <a:pt x="68764" y="29920"/>
                      <a:pt x="66749" y="31336"/>
                      <a:pt x="65006" y="32534"/>
                    </a:cubicBezTo>
                    <a:cubicBezTo>
                      <a:pt x="63046" y="33732"/>
                      <a:pt x="60813" y="34277"/>
                      <a:pt x="57546" y="34495"/>
                    </a:cubicBezTo>
                    <a:cubicBezTo>
                      <a:pt x="54333" y="34658"/>
                      <a:pt x="50522" y="35257"/>
                      <a:pt x="46819" y="36673"/>
                    </a:cubicBezTo>
                    <a:cubicBezTo>
                      <a:pt x="43115" y="38034"/>
                      <a:pt x="39467" y="39559"/>
                      <a:pt x="35819" y="41192"/>
                    </a:cubicBezTo>
                    <a:cubicBezTo>
                      <a:pt x="32116" y="42717"/>
                      <a:pt x="28413" y="44351"/>
                      <a:pt x="24765" y="46202"/>
                    </a:cubicBezTo>
                    <a:cubicBezTo>
                      <a:pt x="17304" y="49687"/>
                      <a:pt x="10062" y="53771"/>
                      <a:pt x="2602" y="58128"/>
                    </a:cubicBezTo>
                    <a:cubicBezTo>
                      <a:pt x="1785" y="58618"/>
                      <a:pt x="751" y="58345"/>
                      <a:pt x="260" y="57528"/>
                    </a:cubicBezTo>
                    <a:cubicBezTo>
                      <a:pt x="-66" y="57038"/>
                      <a:pt x="-66" y="56385"/>
                      <a:pt x="152" y="55895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1" name="Forme libre : forme 1120">
                <a:extLst>
                  <a:ext uri="{FF2B5EF4-FFF2-40B4-BE49-F238E27FC236}">
                    <a16:creationId xmlns:a16="http://schemas.microsoft.com/office/drawing/2014/main" id="{A81BBEB9-879A-4CD5-8B67-82DE78A1DBF1}"/>
                  </a:ext>
                </a:extLst>
              </p:cNvPr>
              <p:cNvSpPr/>
              <p:nvPr/>
            </p:nvSpPr>
            <p:spPr>
              <a:xfrm>
                <a:off x="8039320" y="5173930"/>
                <a:ext cx="110930" cy="37560"/>
              </a:xfrm>
              <a:custGeom>
                <a:avLst/>
                <a:gdLst>
                  <a:gd name="connsiteX0" fmla="*/ 2668 w 110930"/>
                  <a:gd name="connsiteY0" fmla="*/ 2667 h 37560"/>
                  <a:gd name="connsiteX1" fmla="*/ 14702 w 110930"/>
                  <a:gd name="connsiteY1" fmla="*/ 7296 h 37560"/>
                  <a:gd name="connsiteX2" fmla="*/ 27390 w 110930"/>
                  <a:gd name="connsiteY2" fmla="*/ 6043 h 37560"/>
                  <a:gd name="connsiteX3" fmla="*/ 41384 w 110930"/>
                  <a:gd name="connsiteY3" fmla="*/ 2449 h 37560"/>
                  <a:gd name="connsiteX4" fmla="*/ 57939 w 110930"/>
                  <a:gd name="connsiteY4" fmla="*/ 380 h 37560"/>
                  <a:gd name="connsiteX5" fmla="*/ 75255 w 110930"/>
                  <a:gd name="connsiteY5" fmla="*/ 162 h 37560"/>
                  <a:gd name="connsiteX6" fmla="*/ 91645 w 110930"/>
                  <a:gd name="connsiteY6" fmla="*/ 5553 h 37560"/>
                  <a:gd name="connsiteX7" fmla="*/ 104333 w 110930"/>
                  <a:gd name="connsiteY7" fmla="*/ 17696 h 37560"/>
                  <a:gd name="connsiteX8" fmla="*/ 110922 w 110930"/>
                  <a:gd name="connsiteY8" fmla="*/ 35067 h 37560"/>
                  <a:gd name="connsiteX9" fmla="*/ 108907 w 110930"/>
                  <a:gd name="connsiteY9" fmla="*/ 37463 h 37560"/>
                  <a:gd name="connsiteX10" fmla="*/ 108798 w 110930"/>
                  <a:gd name="connsiteY10" fmla="*/ 37463 h 37560"/>
                  <a:gd name="connsiteX11" fmla="*/ 108744 w 110930"/>
                  <a:gd name="connsiteY11" fmla="*/ 37463 h 37560"/>
                  <a:gd name="connsiteX12" fmla="*/ 78685 w 110930"/>
                  <a:gd name="connsiteY12" fmla="*/ 35503 h 37560"/>
                  <a:gd name="connsiteX13" fmla="*/ 67304 w 110930"/>
                  <a:gd name="connsiteY13" fmla="*/ 31419 h 37560"/>
                  <a:gd name="connsiteX14" fmla="*/ 55706 w 110930"/>
                  <a:gd name="connsiteY14" fmla="*/ 26300 h 37560"/>
                  <a:gd name="connsiteX15" fmla="*/ 42909 w 110930"/>
                  <a:gd name="connsiteY15" fmla="*/ 24013 h 37560"/>
                  <a:gd name="connsiteX16" fmla="*/ 27608 w 110930"/>
                  <a:gd name="connsiteY16" fmla="*/ 22271 h 37560"/>
                  <a:gd name="connsiteX17" fmla="*/ 11380 w 110930"/>
                  <a:gd name="connsiteY17" fmla="*/ 16825 h 37560"/>
                  <a:gd name="connsiteX18" fmla="*/ 109 w 110930"/>
                  <a:gd name="connsiteY18" fmla="*/ 4355 h 37560"/>
                  <a:gd name="connsiteX19" fmla="*/ 1088 w 110930"/>
                  <a:gd name="connsiteY19" fmla="*/ 2177 h 37560"/>
                  <a:gd name="connsiteX20" fmla="*/ 2777 w 110930"/>
                  <a:gd name="connsiteY20" fmla="*/ 2449 h 37560"/>
                  <a:gd name="connsiteX21" fmla="*/ 2668 w 110930"/>
                  <a:gd name="connsiteY21" fmla="*/ 2667 h 37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0930" h="37560">
                    <a:moveTo>
                      <a:pt x="2668" y="2667"/>
                    </a:moveTo>
                    <a:cubicBezTo>
                      <a:pt x="6262" y="5662"/>
                      <a:pt x="10509" y="6915"/>
                      <a:pt x="14702" y="7296"/>
                    </a:cubicBezTo>
                    <a:cubicBezTo>
                      <a:pt x="19004" y="7677"/>
                      <a:pt x="23033" y="7132"/>
                      <a:pt x="27390" y="6043"/>
                    </a:cubicBezTo>
                    <a:cubicBezTo>
                      <a:pt x="31746" y="5117"/>
                      <a:pt x="36266" y="3702"/>
                      <a:pt x="41384" y="2449"/>
                    </a:cubicBezTo>
                    <a:cubicBezTo>
                      <a:pt x="46558" y="1306"/>
                      <a:pt x="52330" y="598"/>
                      <a:pt x="57939" y="380"/>
                    </a:cubicBezTo>
                    <a:cubicBezTo>
                      <a:pt x="63602" y="162"/>
                      <a:pt x="69374" y="-219"/>
                      <a:pt x="75255" y="162"/>
                    </a:cubicBezTo>
                    <a:cubicBezTo>
                      <a:pt x="81081" y="598"/>
                      <a:pt x="86745" y="2395"/>
                      <a:pt x="91645" y="5553"/>
                    </a:cubicBezTo>
                    <a:cubicBezTo>
                      <a:pt x="96546" y="8711"/>
                      <a:pt x="100903" y="12795"/>
                      <a:pt x="104333" y="17696"/>
                    </a:cubicBezTo>
                    <a:cubicBezTo>
                      <a:pt x="107709" y="22652"/>
                      <a:pt x="110323" y="28260"/>
                      <a:pt x="110922" y="35067"/>
                    </a:cubicBezTo>
                    <a:cubicBezTo>
                      <a:pt x="111031" y="36319"/>
                      <a:pt x="110105" y="37354"/>
                      <a:pt x="108907" y="37463"/>
                    </a:cubicBezTo>
                    <a:cubicBezTo>
                      <a:pt x="108853" y="37463"/>
                      <a:pt x="108853" y="37463"/>
                      <a:pt x="108798" y="37463"/>
                    </a:cubicBezTo>
                    <a:lnTo>
                      <a:pt x="108744" y="37463"/>
                    </a:lnTo>
                    <a:cubicBezTo>
                      <a:pt x="95566" y="37899"/>
                      <a:pt x="87071" y="36810"/>
                      <a:pt x="78685" y="35503"/>
                    </a:cubicBezTo>
                    <a:cubicBezTo>
                      <a:pt x="74601" y="34795"/>
                      <a:pt x="70953" y="33488"/>
                      <a:pt x="67304" y="31419"/>
                    </a:cubicBezTo>
                    <a:cubicBezTo>
                      <a:pt x="63656" y="29349"/>
                      <a:pt x="59790" y="27389"/>
                      <a:pt x="55706" y="26300"/>
                    </a:cubicBezTo>
                    <a:cubicBezTo>
                      <a:pt x="51567" y="25211"/>
                      <a:pt x="47483" y="24394"/>
                      <a:pt x="42909" y="24013"/>
                    </a:cubicBezTo>
                    <a:cubicBezTo>
                      <a:pt x="38281" y="23414"/>
                      <a:pt x="33053" y="23087"/>
                      <a:pt x="27608" y="22271"/>
                    </a:cubicBezTo>
                    <a:cubicBezTo>
                      <a:pt x="22216" y="21345"/>
                      <a:pt x="16336" y="19766"/>
                      <a:pt x="11380" y="16825"/>
                    </a:cubicBezTo>
                    <a:cubicBezTo>
                      <a:pt x="6371" y="13939"/>
                      <a:pt x="2014" y="9583"/>
                      <a:pt x="109" y="4355"/>
                    </a:cubicBezTo>
                    <a:cubicBezTo>
                      <a:pt x="-218" y="3484"/>
                      <a:pt x="218" y="2504"/>
                      <a:pt x="1088" y="2177"/>
                    </a:cubicBezTo>
                    <a:cubicBezTo>
                      <a:pt x="1688" y="1959"/>
                      <a:pt x="2287" y="2068"/>
                      <a:pt x="2777" y="2449"/>
                    </a:cubicBezTo>
                    <a:lnTo>
                      <a:pt x="2668" y="2667"/>
                    </a:ln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2" name="Forme libre : forme 1121">
                <a:extLst>
                  <a:ext uri="{FF2B5EF4-FFF2-40B4-BE49-F238E27FC236}">
                    <a16:creationId xmlns:a16="http://schemas.microsoft.com/office/drawing/2014/main" id="{DD05CFAF-0453-4D1D-9102-BF85BEC7C59C}"/>
                  </a:ext>
                </a:extLst>
              </p:cNvPr>
              <p:cNvSpPr/>
              <p:nvPr/>
            </p:nvSpPr>
            <p:spPr>
              <a:xfrm>
                <a:off x="8018034" y="5202735"/>
                <a:ext cx="78120" cy="55352"/>
              </a:xfrm>
              <a:custGeom>
                <a:avLst/>
                <a:gdLst>
                  <a:gd name="connsiteX0" fmla="*/ 2825 w 78120"/>
                  <a:gd name="connsiteY0" fmla="*/ 490 h 55352"/>
                  <a:gd name="connsiteX1" fmla="*/ 21938 w 78120"/>
                  <a:gd name="connsiteY1" fmla="*/ 12906 h 55352"/>
                  <a:gd name="connsiteX2" fmla="*/ 31740 w 78120"/>
                  <a:gd name="connsiteY2" fmla="*/ 17153 h 55352"/>
                  <a:gd name="connsiteX3" fmla="*/ 41487 w 78120"/>
                  <a:gd name="connsiteY3" fmla="*/ 20311 h 55352"/>
                  <a:gd name="connsiteX4" fmla="*/ 62779 w 78120"/>
                  <a:gd name="connsiteY4" fmla="*/ 24504 h 55352"/>
                  <a:gd name="connsiteX5" fmla="*/ 74650 w 78120"/>
                  <a:gd name="connsiteY5" fmla="*/ 35668 h 55352"/>
                  <a:gd name="connsiteX6" fmla="*/ 76719 w 78120"/>
                  <a:gd name="connsiteY6" fmla="*/ 53310 h 55352"/>
                  <a:gd name="connsiteX7" fmla="*/ 73997 w 78120"/>
                  <a:gd name="connsiteY7" fmla="*/ 54563 h 55352"/>
                  <a:gd name="connsiteX8" fmla="*/ 73670 w 78120"/>
                  <a:gd name="connsiteY8" fmla="*/ 54454 h 55352"/>
                  <a:gd name="connsiteX9" fmla="*/ 61146 w 78120"/>
                  <a:gd name="connsiteY9" fmla="*/ 54345 h 55352"/>
                  <a:gd name="connsiteX10" fmla="*/ 52161 w 78120"/>
                  <a:gd name="connsiteY10" fmla="*/ 55325 h 55352"/>
                  <a:gd name="connsiteX11" fmla="*/ 41215 w 78120"/>
                  <a:gd name="connsiteY11" fmla="*/ 51731 h 55352"/>
                  <a:gd name="connsiteX12" fmla="*/ 29835 w 78120"/>
                  <a:gd name="connsiteY12" fmla="*/ 43618 h 55352"/>
                  <a:gd name="connsiteX13" fmla="*/ 19543 w 78120"/>
                  <a:gd name="connsiteY13" fmla="*/ 35014 h 55352"/>
                  <a:gd name="connsiteX14" fmla="*/ 11048 w 78120"/>
                  <a:gd name="connsiteY14" fmla="*/ 24940 h 55352"/>
                  <a:gd name="connsiteX15" fmla="*/ 48 w 78120"/>
                  <a:gd name="connsiteY15" fmla="*/ 2069 h 55352"/>
                  <a:gd name="connsiteX16" fmla="*/ 1246 w 78120"/>
                  <a:gd name="connsiteY16" fmla="*/ 0 h 55352"/>
                  <a:gd name="connsiteX17" fmla="*/ 2825 w 78120"/>
                  <a:gd name="connsiteY17" fmla="*/ 490 h 55352"/>
                  <a:gd name="connsiteX18" fmla="*/ 2825 w 78120"/>
                  <a:gd name="connsiteY18" fmla="*/ 490 h 55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8120" h="55352">
                    <a:moveTo>
                      <a:pt x="2825" y="490"/>
                    </a:moveTo>
                    <a:cubicBezTo>
                      <a:pt x="9142" y="5445"/>
                      <a:pt x="15350" y="9747"/>
                      <a:pt x="21938" y="12906"/>
                    </a:cubicBezTo>
                    <a:cubicBezTo>
                      <a:pt x="25151" y="14594"/>
                      <a:pt x="28419" y="16009"/>
                      <a:pt x="31740" y="17153"/>
                    </a:cubicBezTo>
                    <a:cubicBezTo>
                      <a:pt x="34953" y="18460"/>
                      <a:pt x="38220" y="19549"/>
                      <a:pt x="41487" y="20311"/>
                    </a:cubicBezTo>
                    <a:cubicBezTo>
                      <a:pt x="48348" y="22272"/>
                      <a:pt x="54339" y="19222"/>
                      <a:pt x="62779" y="24504"/>
                    </a:cubicBezTo>
                    <a:cubicBezTo>
                      <a:pt x="66808" y="26846"/>
                      <a:pt x="71491" y="30549"/>
                      <a:pt x="74650" y="35668"/>
                    </a:cubicBezTo>
                    <a:cubicBezTo>
                      <a:pt x="77699" y="40623"/>
                      <a:pt x="79550" y="47484"/>
                      <a:pt x="76719" y="53310"/>
                    </a:cubicBezTo>
                    <a:cubicBezTo>
                      <a:pt x="76229" y="54345"/>
                      <a:pt x="75085" y="54835"/>
                      <a:pt x="73997" y="54563"/>
                    </a:cubicBezTo>
                    <a:lnTo>
                      <a:pt x="73670" y="54454"/>
                    </a:lnTo>
                    <a:cubicBezTo>
                      <a:pt x="67952" y="53038"/>
                      <a:pt x="64413" y="53855"/>
                      <a:pt x="61146" y="54345"/>
                    </a:cubicBezTo>
                    <a:cubicBezTo>
                      <a:pt x="57987" y="54890"/>
                      <a:pt x="55482" y="55488"/>
                      <a:pt x="52161" y="55325"/>
                    </a:cubicBezTo>
                    <a:cubicBezTo>
                      <a:pt x="49002" y="55271"/>
                      <a:pt x="45245" y="54182"/>
                      <a:pt x="41215" y="51731"/>
                    </a:cubicBezTo>
                    <a:cubicBezTo>
                      <a:pt x="37186" y="49172"/>
                      <a:pt x="33483" y="46232"/>
                      <a:pt x="29835" y="43618"/>
                    </a:cubicBezTo>
                    <a:cubicBezTo>
                      <a:pt x="26131" y="41004"/>
                      <a:pt x="22755" y="38063"/>
                      <a:pt x="19543" y="35014"/>
                    </a:cubicBezTo>
                    <a:cubicBezTo>
                      <a:pt x="16439" y="31856"/>
                      <a:pt x="13607" y="28480"/>
                      <a:pt x="11048" y="24940"/>
                    </a:cubicBezTo>
                    <a:cubicBezTo>
                      <a:pt x="6038" y="17807"/>
                      <a:pt x="2172" y="10129"/>
                      <a:pt x="48" y="2069"/>
                    </a:cubicBezTo>
                    <a:cubicBezTo>
                      <a:pt x="-169" y="1144"/>
                      <a:pt x="375" y="218"/>
                      <a:pt x="1246" y="0"/>
                    </a:cubicBezTo>
                    <a:cubicBezTo>
                      <a:pt x="1845" y="0"/>
                      <a:pt x="2390" y="164"/>
                      <a:pt x="2825" y="490"/>
                    </a:cubicBezTo>
                    <a:lnTo>
                      <a:pt x="2825" y="490"/>
                    </a:ln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3" name="Forme libre : forme 1122">
                <a:extLst>
                  <a:ext uri="{FF2B5EF4-FFF2-40B4-BE49-F238E27FC236}">
                    <a16:creationId xmlns:a16="http://schemas.microsoft.com/office/drawing/2014/main" id="{F63BCD63-DBDD-47B8-A23D-F30D4782119F}"/>
                  </a:ext>
                </a:extLst>
              </p:cNvPr>
              <p:cNvSpPr/>
              <p:nvPr/>
            </p:nvSpPr>
            <p:spPr>
              <a:xfrm>
                <a:off x="7998970" y="5227194"/>
                <a:ext cx="52538" cy="88540"/>
              </a:xfrm>
              <a:custGeom>
                <a:avLst/>
                <a:gdLst>
                  <a:gd name="connsiteX0" fmla="*/ 2721 w 52538"/>
                  <a:gd name="connsiteY0" fmla="*/ 318 h 88540"/>
                  <a:gd name="connsiteX1" fmla="*/ 21889 w 52538"/>
                  <a:gd name="connsiteY1" fmla="*/ 18832 h 88540"/>
                  <a:gd name="connsiteX2" fmla="*/ 29785 w 52538"/>
                  <a:gd name="connsiteY2" fmla="*/ 29941 h 88540"/>
                  <a:gd name="connsiteX3" fmla="*/ 36211 w 52538"/>
                  <a:gd name="connsiteY3" fmla="*/ 41920 h 88540"/>
                  <a:gd name="connsiteX4" fmla="*/ 42745 w 52538"/>
                  <a:gd name="connsiteY4" fmla="*/ 52158 h 88540"/>
                  <a:gd name="connsiteX5" fmla="*/ 46666 w 52538"/>
                  <a:gd name="connsiteY5" fmla="*/ 60435 h 88540"/>
                  <a:gd name="connsiteX6" fmla="*/ 48082 w 52538"/>
                  <a:gd name="connsiteY6" fmla="*/ 69474 h 88540"/>
                  <a:gd name="connsiteX7" fmla="*/ 52166 w 52538"/>
                  <a:gd name="connsiteY7" fmla="*/ 82216 h 88540"/>
                  <a:gd name="connsiteX8" fmla="*/ 52275 w 52538"/>
                  <a:gd name="connsiteY8" fmla="*/ 82434 h 88540"/>
                  <a:gd name="connsiteX9" fmla="*/ 51567 w 52538"/>
                  <a:gd name="connsiteY9" fmla="*/ 85429 h 88540"/>
                  <a:gd name="connsiteX10" fmla="*/ 33433 w 52538"/>
                  <a:gd name="connsiteY10" fmla="*/ 87335 h 88540"/>
                  <a:gd name="connsiteX11" fmla="*/ 18731 w 52538"/>
                  <a:gd name="connsiteY11" fmla="*/ 77479 h 88540"/>
                  <a:gd name="connsiteX12" fmla="*/ 12251 w 52538"/>
                  <a:gd name="connsiteY12" fmla="*/ 63103 h 88540"/>
                  <a:gd name="connsiteX13" fmla="*/ 11162 w 52538"/>
                  <a:gd name="connsiteY13" fmla="*/ 49544 h 88540"/>
                  <a:gd name="connsiteX14" fmla="*/ 9528 w 52538"/>
                  <a:gd name="connsiteY14" fmla="*/ 37891 h 88540"/>
                  <a:gd name="connsiteX15" fmla="*/ 7296 w 52538"/>
                  <a:gd name="connsiteY15" fmla="*/ 26183 h 88540"/>
                  <a:gd name="connsiteX16" fmla="*/ 108 w 52538"/>
                  <a:gd name="connsiteY16" fmla="*/ 2333 h 88540"/>
                  <a:gd name="connsiteX17" fmla="*/ 1143 w 52538"/>
                  <a:gd name="connsiteY17" fmla="*/ 154 h 88540"/>
                  <a:gd name="connsiteX18" fmla="*/ 2721 w 52538"/>
                  <a:gd name="connsiteY18" fmla="*/ 318 h 88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2538" h="88540">
                    <a:moveTo>
                      <a:pt x="2721" y="318"/>
                    </a:moveTo>
                    <a:cubicBezTo>
                      <a:pt x="9855" y="5491"/>
                      <a:pt x="16172" y="11807"/>
                      <a:pt x="21889" y="18832"/>
                    </a:cubicBezTo>
                    <a:cubicBezTo>
                      <a:pt x="24666" y="22371"/>
                      <a:pt x="27280" y="26074"/>
                      <a:pt x="29785" y="29941"/>
                    </a:cubicBezTo>
                    <a:cubicBezTo>
                      <a:pt x="32127" y="33807"/>
                      <a:pt x="34250" y="38054"/>
                      <a:pt x="36211" y="41920"/>
                    </a:cubicBezTo>
                    <a:cubicBezTo>
                      <a:pt x="38116" y="45787"/>
                      <a:pt x="40513" y="49272"/>
                      <a:pt x="42745" y="52158"/>
                    </a:cubicBezTo>
                    <a:cubicBezTo>
                      <a:pt x="44923" y="55098"/>
                      <a:pt x="46230" y="57821"/>
                      <a:pt x="46666" y="60435"/>
                    </a:cubicBezTo>
                    <a:cubicBezTo>
                      <a:pt x="47210" y="63157"/>
                      <a:pt x="47537" y="66098"/>
                      <a:pt x="48082" y="69474"/>
                    </a:cubicBezTo>
                    <a:cubicBezTo>
                      <a:pt x="48681" y="72959"/>
                      <a:pt x="49334" y="76825"/>
                      <a:pt x="52166" y="82216"/>
                    </a:cubicBezTo>
                    <a:lnTo>
                      <a:pt x="52275" y="82434"/>
                    </a:lnTo>
                    <a:cubicBezTo>
                      <a:pt x="52819" y="83468"/>
                      <a:pt x="52492" y="84775"/>
                      <a:pt x="51567" y="85429"/>
                    </a:cubicBezTo>
                    <a:cubicBezTo>
                      <a:pt x="46176" y="89241"/>
                      <a:pt x="39260" y="89132"/>
                      <a:pt x="33433" y="87335"/>
                    </a:cubicBezTo>
                    <a:cubicBezTo>
                      <a:pt x="27553" y="85429"/>
                      <a:pt x="22543" y="81835"/>
                      <a:pt x="18731" y="77479"/>
                    </a:cubicBezTo>
                    <a:cubicBezTo>
                      <a:pt x="14865" y="72959"/>
                      <a:pt x="12904" y="68004"/>
                      <a:pt x="12251" y="63103"/>
                    </a:cubicBezTo>
                    <a:cubicBezTo>
                      <a:pt x="11652" y="58202"/>
                      <a:pt x="11706" y="53628"/>
                      <a:pt x="11162" y="49544"/>
                    </a:cubicBezTo>
                    <a:cubicBezTo>
                      <a:pt x="10672" y="45460"/>
                      <a:pt x="10236" y="41757"/>
                      <a:pt x="9528" y="37891"/>
                    </a:cubicBezTo>
                    <a:cubicBezTo>
                      <a:pt x="8984" y="34025"/>
                      <a:pt x="8221" y="30104"/>
                      <a:pt x="7296" y="26183"/>
                    </a:cubicBezTo>
                    <a:cubicBezTo>
                      <a:pt x="5553" y="18287"/>
                      <a:pt x="2994" y="10446"/>
                      <a:pt x="108" y="2333"/>
                    </a:cubicBezTo>
                    <a:cubicBezTo>
                      <a:pt x="-219" y="1461"/>
                      <a:pt x="217" y="481"/>
                      <a:pt x="1143" y="154"/>
                    </a:cubicBezTo>
                    <a:cubicBezTo>
                      <a:pt x="1687" y="-118"/>
                      <a:pt x="2286" y="-9"/>
                      <a:pt x="2721" y="318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4" name="Forme libre : forme 1123">
                <a:extLst>
                  <a:ext uri="{FF2B5EF4-FFF2-40B4-BE49-F238E27FC236}">
                    <a16:creationId xmlns:a16="http://schemas.microsoft.com/office/drawing/2014/main" id="{54096A24-4FD7-4E18-996D-2C1963B61721}"/>
                  </a:ext>
                </a:extLst>
              </p:cNvPr>
              <p:cNvSpPr/>
              <p:nvPr/>
            </p:nvSpPr>
            <p:spPr>
              <a:xfrm>
                <a:off x="7918541" y="5215528"/>
                <a:ext cx="63978" cy="118625"/>
              </a:xfrm>
              <a:custGeom>
                <a:avLst/>
                <a:gdLst>
                  <a:gd name="connsiteX0" fmla="*/ 59354 w 63978"/>
                  <a:gd name="connsiteY0" fmla="*/ 1092 h 118625"/>
                  <a:gd name="connsiteX1" fmla="*/ 62948 w 63978"/>
                  <a:gd name="connsiteY1" fmla="*/ 36433 h 118625"/>
                  <a:gd name="connsiteX2" fmla="*/ 56904 w 63978"/>
                  <a:gd name="connsiteY2" fmla="*/ 54511 h 118625"/>
                  <a:gd name="connsiteX3" fmla="*/ 46721 w 63978"/>
                  <a:gd name="connsiteY3" fmla="*/ 70030 h 118625"/>
                  <a:gd name="connsiteX4" fmla="*/ 38118 w 63978"/>
                  <a:gd name="connsiteY4" fmla="*/ 83535 h 118625"/>
                  <a:gd name="connsiteX5" fmla="*/ 31583 w 63978"/>
                  <a:gd name="connsiteY5" fmla="*/ 93173 h 118625"/>
                  <a:gd name="connsiteX6" fmla="*/ 25211 w 63978"/>
                  <a:gd name="connsiteY6" fmla="*/ 101450 h 118625"/>
                  <a:gd name="connsiteX7" fmla="*/ 20311 w 63978"/>
                  <a:gd name="connsiteY7" fmla="*/ 116697 h 118625"/>
                  <a:gd name="connsiteX8" fmla="*/ 20311 w 63978"/>
                  <a:gd name="connsiteY8" fmla="*/ 116861 h 118625"/>
                  <a:gd name="connsiteX9" fmla="*/ 17915 w 63978"/>
                  <a:gd name="connsiteY9" fmla="*/ 118603 h 118625"/>
                  <a:gd name="connsiteX10" fmla="*/ 17643 w 63978"/>
                  <a:gd name="connsiteY10" fmla="*/ 118549 h 118625"/>
                  <a:gd name="connsiteX11" fmla="*/ 2178 w 63978"/>
                  <a:gd name="connsiteY11" fmla="*/ 103084 h 118625"/>
                  <a:gd name="connsiteX12" fmla="*/ 0 w 63978"/>
                  <a:gd name="connsiteY12" fmla="*/ 91268 h 118625"/>
                  <a:gd name="connsiteX13" fmla="*/ 1906 w 63978"/>
                  <a:gd name="connsiteY13" fmla="*/ 79451 h 118625"/>
                  <a:gd name="connsiteX14" fmla="*/ 13885 w 63978"/>
                  <a:gd name="connsiteY14" fmla="*/ 62080 h 118625"/>
                  <a:gd name="connsiteX15" fmla="*/ 27989 w 63978"/>
                  <a:gd name="connsiteY15" fmla="*/ 51843 h 118625"/>
                  <a:gd name="connsiteX16" fmla="*/ 38934 w 63978"/>
                  <a:gd name="connsiteY16" fmla="*/ 42314 h 118625"/>
                  <a:gd name="connsiteX17" fmla="*/ 47538 w 63978"/>
                  <a:gd name="connsiteY17" fmla="*/ 31042 h 118625"/>
                  <a:gd name="connsiteX18" fmla="*/ 56142 w 63978"/>
                  <a:gd name="connsiteY18" fmla="*/ 1636 h 118625"/>
                  <a:gd name="connsiteX19" fmla="*/ 56142 w 63978"/>
                  <a:gd name="connsiteY19" fmla="*/ 1582 h 118625"/>
                  <a:gd name="connsiteX20" fmla="*/ 57884 w 63978"/>
                  <a:gd name="connsiteY20" fmla="*/ 3 h 118625"/>
                  <a:gd name="connsiteX21" fmla="*/ 59354 w 63978"/>
                  <a:gd name="connsiteY21" fmla="*/ 1092 h 118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3978" h="118625">
                    <a:moveTo>
                      <a:pt x="59354" y="1092"/>
                    </a:moveTo>
                    <a:cubicBezTo>
                      <a:pt x="63929" y="11710"/>
                      <a:pt x="65072" y="24180"/>
                      <a:pt x="62948" y="36433"/>
                    </a:cubicBezTo>
                    <a:cubicBezTo>
                      <a:pt x="61750" y="42531"/>
                      <a:pt x="59790" y="48630"/>
                      <a:pt x="56904" y="54511"/>
                    </a:cubicBezTo>
                    <a:cubicBezTo>
                      <a:pt x="53854" y="60338"/>
                      <a:pt x="50206" y="65402"/>
                      <a:pt x="46721" y="70030"/>
                    </a:cubicBezTo>
                    <a:cubicBezTo>
                      <a:pt x="43236" y="74659"/>
                      <a:pt x="40350" y="79288"/>
                      <a:pt x="38118" y="83535"/>
                    </a:cubicBezTo>
                    <a:cubicBezTo>
                      <a:pt x="35776" y="87728"/>
                      <a:pt x="33761" y="90777"/>
                      <a:pt x="31583" y="93173"/>
                    </a:cubicBezTo>
                    <a:cubicBezTo>
                      <a:pt x="29405" y="95678"/>
                      <a:pt x="27227" y="97802"/>
                      <a:pt x="25211" y="101450"/>
                    </a:cubicBezTo>
                    <a:cubicBezTo>
                      <a:pt x="23088" y="105153"/>
                      <a:pt x="21400" y="109836"/>
                      <a:pt x="20311" y="116697"/>
                    </a:cubicBezTo>
                    <a:lnTo>
                      <a:pt x="20311" y="116861"/>
                    </a:lnTo>
                    <a:cubicBezTo>
                      <a:pt x="20148" y="118004"/>
                      <a:pt x="19059" y="118767"/>
                      <a:pt x="17915" y="118603"/>
                    </a:cubicBezTo>
                    <a:cubicBezTo>
                      <a:pt x="17806" y="118603"/>
                      <a:pt x="17697" y="118549"/>
                      <a:pt x="17643" y="118549"/>
                    </a:cubicBezTo>
                    <a:cubicBezTo>
                      <a:pt x="10455" y="116371"/>
                      <a:pt x="5064" y="110326"/>
                      <a:pt x="2178" y="103084"/>
                    </a:cubicBezTo>
                    <a:cubicBezTo>
                      <a:pt x="707" y="99436"/>
                      <a:pt x="54" y="95406"/>
                      <a:pt x="0" y="91268"/>
                    </a:cubicBezTo>
                    <a:cubicBezTo>
                      <a:pt x="54" y="87292"/>
                      <a:pt x="707" y="83154"/>
                      <a:pt x="1906" y="79451"/>
                    </a:cubicBezTo>
                    <a:cubicBezTo>
                      <a:pt x="4301" y="71882"/>
                      <a:pt x="8930" y="66055"/>
                      <a:pt x="13885" y="62080"/>
                    </a:cubicBezTo>
                    <a:cubicBezTo>
                      <a:pt x="18895" y="58105"/>
                      <a:pt x="23850" y="55110"/>
                      <a:pt x="27989" y="51843"/>
                    </a:cubicBezTo>
                    <a:cubicBezTo>
                      <a:pt x="32127" y="48630"/>
                      <a:pt x="35830" y="45526"/>
                      <a:pt x="38934" y="42314"/>
                    </a:cubicBezTo>
                    <a:cubicBezTo>
                      <a:pt x="42202" y="39101"/>
                      <a:pt x="45087" y="35289"/>
                      <a:pt x="47538" y="31042"/>
                    </a:cubicBezTo>
                    <a:cubicBezTo>
                      <a:pt x="52547" y="22601"/>
                      <a:pt x="55543" y="12527"/>
                      <a:pt x="56142" y="1636"/>
                    </a:cubicBezTo>
                    <a:lnTo>
                      <a:pt x="56142" y="1582"/>
                    </a:lnTo>
                    <a:cubicBezTo>
                      <a:pt x="56196" y="656"/>
                      <a:pt x="56958" y="-52"/>
                      <a:pt x="57884" y="3"/>
                    </a:cubicBezTo>
                    <a:cubicBezTo>
                      <a:pt x="58592" y="112"/>
                      <a:pt x="59137" y="493"/>
                      <a:pt x="59354" y="1092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5" name="Forme libre : forme 1124">
                <a:extLst>
                  <a:ext uri="{FF2B5EF4-FFF2-40B4-BE49-F238E27FC236}">
                    <a16:creationId xmlns:a16="http://schemas.microsoft.com/office/drawing/2014/main" id="{B3936B8A-C899-4638-ACDD-C01AECE50178}"/>
                  </a:ext>
                </a:extLst>
              </p:cNvPr>
              <p:cNvSpPr/>
              <p:nvPr/>
            </p:nvSpPr>
            <p:spPr>
              <a:xfrm>
                <a:off x="7883633" y="5221994"/>
                <a:ext cx="71086" cy="60120"/>
              </a:xfrm>
              <a:custGeom>
                <a:avLst/>
                <a:gdLst>
                  <a:gd name="connsiteX0" fmla="*/ 70902 w 71086"/>
                  <a:gd name="connsiteY0" fmla="*/ 2468 h 60120"/>
                  <a:gd name="connsiteX1" fmla="*/ 59085 w 71086"/>
                  <a:gd name="connsiteY1" fmla="*/ 22562 h 60120"/>
                  <a:gd name="connsiteX2" fmla="*/ 52333 w 71086"/>
                  <a:gd name="connsiteY2" fmla="*/ 32037 h 60120"/>
                  <a:gd name="connsiteX3" fmla="*/ 44982 w 71086"/>
                  <a:gd name="connsiteY3" fmla="*/ 40967 h 60120"/>
                  <a:gd name="connsiteX4" fmla="*/ 37903 w 71086"/>
                  <a:gd name="connsiteY4" fmla="*/ 50442 h 60120"/>
                  <a:gd name="connsiteX5" fmla="*/ 28755 w 71086"/>
                  <a:gd name="connsiteY5" fmla="*/ 57412 h 60120"/>
                  <a:gd name="connsiteX6" fmla="*/ 16666 w 71086"/>
                  <a:gd name="connsiteY6" fmla="*/ 60080 h 60120"/>
                  <a:gd name="connsiteX7" fmla="*/ 1800 w 71086"/>
                  <a:gd name="connsiteY7" fmla="*/ 58065 h 60120"/>
                  <a:gd name="connsiteX8" fmla="*/ 3 w 71086"/>
                  <a:gd name="connsiteY8" fmla="*/ 55343 h 60120"/>
                  <a:gd name="connsiteX9" fmla="*/ 3597 w 71086"/>
                  <a:gd name="connsiteY9" fmla="*/ 41076 h 60120"/>
                  <a:gd name="connsiteX10" fmla="*/ 9587 w 71086"/>
                  <a:gd name="connsiteY10" fmla="*/ 31002 h 60120"/>
                  <a:gd name="connsiteX11" fmla="*/ 18245 w 71086"/>
                  <a:gd name="connsiteY11" fmla="*/ 24794 h 60120"/>
                  <a:gd name="connsiteX12" fmla="*/ 28591 w 71086"/>
                  <a:gd name="connsiteY12" fmla="*/ 20656 h 60120"/>
                  <a:gd name="connsiteX13" fmla="*/ 38284 w 71086"/>
                  <a:gd name="connsiteY13" fmla="*/ 15482 h 60120"/>
                  <a:gd name="connsiteX14" fmla="*/ 48195 w 71086"/>
                  <a:gd name="connsiteY14" fmla="*/ 10418 h 60120"/>
                  <a:gd name="connsiteX15" fmla="*/ 68615 w 71086"/>
                  <a:gd name="connsiteY15" fmla="*/ 181 h 60120"/>
                  <a:gd name="connsiteX16" fmla="*/ 70902 w 71086"/>
                  <a:gd name="connsiteY16" fmla="*/ 998 h 60120"/>
                  <a:gd name="connsiteX17" fmla="*/ 70902 w 71086"/>
                  <a:gd name="connsiteY17" fmla="*/ 2468 h 60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1086" h="60120">
                    <a:moveTo>
                      <a:pt x="70902" y="2468"/>
                    </a:moveTo>
                    <a:cubicBezTo>
                      <a:pt x="67472" y="9493"/>
                      <a:pt x="63333" y="16082"/>
                      <a:pt x="59085" y="22562"/>
                    </a:cubicBezTo>
                    <a:lnTo>
                      <a:pt x="52333" y="32037"/>
                    </a:lnTo>
                    <a:lnTo>
                      <a:pt x="44982" y="40967"/>
                    </a:lnTo>
                    <a:cubicBezTo>
                      <a:pt x="42477" y="43907"/>
                      <a:pt x="40245" y="47284"/>
                      <a:pt x="37903" y="50442"/>
                    </a:cubicBezTo>
                    <a:cubicBezTo>
                      <a:pt x="35507" y="53600"/>
                      <a:pt x="32457" y="55942"/>
                      <a:pt x="28755" y="57412"/>
                    </a:cubicBezTo>
                    <a:cubicBezTo>
                      <a:pt x="25106" y="58882"/>
                      <a:pt x="21077" y="59808"/>
                      <a:pt x="16666" y="60080"/>
                    </a:cubicBezTo>
                    <a:cubicBezTo>
                      <a:pt x="12201" y="60244"/>
                      <a:pt x="7463" y="59971"/>
                      <a:pt x="1800" y="58065"/>
                    </a:cubicBezTo>
                    <a:cubicBezTo>
                      <a:pt x="602" y="57684"/>
                      <a:pt x="-51" y="56486"/>
                      <a:pt x="3" y="55343"/>
                    </a:cubicBezTo>
                    <a:cubicBezTo>
                      <a:pt x="548" y="49407"/>
                      <a:pt x="1963" y="45051"/>
                      <a:pt x="3597" y="41076"/>
                    </a:cubicBezTo>
                    <a:cubicBezTo>
                      <a:pt x="5285" y="37155"/>
                      <a:pt x="7300" y="33833"/>
                      <a:pt x="9587" y="31002"/>
                    </a:cubicBezTo>
                    <a:cubicBezTo>
                      <a:pt x="11874" y="28116"/>
                      <a:pt x="14760" y="26101"/>
                      <a:pt x="18245" y="24794"/>
                    </a:cubicBezTo>
                    <a:cubicBezTo>
                      <a:pt x="21730" y="23542"/>
                      <a:pt x="25324" y="22344"/>
                      <a:pt x="28591" y="20656"/>
                    </a:cubicBezTo>
                    <a:lnTo>
                      <a:pt x="38284" y="15482"/>
                    </a:lnTo>
                    <a:lnTo>
                      <a:pt x="48195" y="10418"/>
                    </a:lnTo>
                    <a:cubicBezTo>
                      <a:pt x="54947" y="7097"/>
                      <a:pt x="61536" y="3503"/>
                      <a:pt x="68615" y="181"/>
                    </a:cubicBezTo>
                    <a:cubicBezTo>
                      <a:pt x="69486" y="-254"/>
                      <a:pt x="70521" y="126"/>
                      <a:pt x="70902" y="998"/>
                    </a:cubicBezTo>
                    <a:cubicBezTo>
                      <a:pt x="71174" y="1434"/>
                      <a:pt x="71119" y="2032"/>
                      <a:pt x="70902" y="2468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6" name="Forme libre : forme 1125">
                <a:extLst>
                  <a:ext uri="{FF2B5EF4-FFF2-40B4-BE49-F238E27FC236}">
                    <a16:creationId xmlns:a16="http://schemas.microsoft.com/office/drawing/2014/main" id="{98B10676-899E-4F14-A366-13A6E415B69A}"/>
                  </a:ext>
                </a:extLst>
              </p:cNvPr>
              <p:cNvSpPr/>
              <p:nvPr/>
            </p:nvSpPr>
            <p:spPr>
              <a:xfrm>
                <a:off x="7848357" y="5187794"/>
                <a:ext cx="95475" cy="53956"/>
              </a:xfrm>
              <a:custGeom>
                <a:avLst/>
                <a:gdLst>
                  <a:gd name="connsiteX0" fmla="*/ 95179 w 95475"/>
                  <a:gd name="connsiteY0" fmla="*/ 1219 h 53956"/>
                  <a:gd name="connsiteX1" fmla="*/ 93000 w 95475"/>
                  <a:gd name="connsiteY1" fmla="*/ 9931 h 53956"/>
                  <a:gd name="connsiteX2" fmla="*/ 86412 w 95475"/>
                  <a:gd name="connsiteY2" fmla="*/ 15431 h 53956"/>
                  <a:gd name="connsiteX3" fmla="*/ 82708 w 95475"/>
                  <a:gd name="connsiteY3" fmla="*/ 17283 h 53956"/>
                  <a:gd name="connsiteX4" fmla="*/ 79387 w 95475"/>
                  <a:gd name="connsiteY4" fmla="*/ 18753 h 53956"/>
                  <a:gd name="connsiteX5" fmla="*/ 72744 w 95475"/>
                  <a:gd name="connsiteY5" fmla="*/ 21530 h 53956"/>
                  <a:gd name="connsiteX6" fmla="*/ 59784 w 95475"/>
                  <a:gd name="connsiteY6" fmla="*/ 26540 h 53956"/>
                  <a:gd name="connsiteX7" fmla="*/ 47858 w 95475"/>
                  <a:gd name="connsiteY7" fmla="*/ 31495 h 53956"/>
                  <a:gd name="connsiteX8" fmla="*/ 38329 w 95475"/>
                  <a:gd name="connsiteY8" fmla="*/ 38193 h 53956"/>
                  <a:gd name="connsiteX9" fmla="*/ 29889 w 95475"/>
                  <a:gd name="connsiteY9" fmla="*/ 43584 h 53956"/>
                  <a:gd name="connsiteX10" fmla="*/ 19815 w 95475"/>
                  <a:gd name="connsiteY10" fmla="*/ 47232 h 53956"/>
                  <a:gd name="connsiteX11" fmla="*/ 6419 w 95475"/>
                  <a:gd name="connsiteY11" fmla="*/ 53603 h 53956"/>
                  <a:gd name="connsiteX12" fmla="*/ 6310 w 95475"/>
                  <a:gd name="connsiteY12" fmla="*/ 53658 h 53956"/>
                  <a:gd name="connsiteX13" fmla="*/ 3261 w 95475"/>
                  <a:gd name="connsiteY13" fmla="*/ 52896 h 53956"/>
                  <a:gd name="connsiteX14" fmla="*/ 810 w 95475"/>
                  <a:gd name="connsiteY14" fmla="*/ 34163 h 53956"/>
                  <a:gd name="connsiteX15" fmla="*/ 9631 w 95475"/>
                  <a:gd name="connsiteY15" fmla="*/ 17936 h 53956"/>
                  <a:gd name="connsiteX16" fmla="*/ 24552 w 95475"/>
                  <a:gd name="connsiteY16" fmla="*/ 8897 h 53956"/>
                  <a:gd name="connsiteX17" fmla="*/ 40888 w 95475"/>
                  <a:gd name="connsiteY17" fmla="*/ 6229 h 53956"/>
                  <a:gd name="connsiteX18" fmla="*/ 55809 w 95475"/>
                  <a:gd name="connsiteY18" fmla="*/ 5139 h 53956"/>
                  <a:gd name="connsiteX19" fmla="*/ 69966 w 95475"/>
                  <a:gd name="connsiteY19" fmla="*/ 5412 h 53956"/>
                  <a:gd name="connsiteX20" fmla="*/ 76828 w 95475"/>
                  <a:gd name="connsiteY20" fmla="*/ 5684 h 53956"/>
                  <a:gd name="connsiteX21" fmla="*/ 80204 w 95475"/>
                  <a:gd name="connsiteY21" fmla="*/ 5738 h 53956"/>
                  <a:gd name="connsiteX22" fmla="*/ 83090 w 95475"/>
                  <a:gd name="connsiteY22" fmla="*/ 5738 h 53956"/>
                  <a:gd name="connsiteX23" fmla="*/ 88481 w 95475"/>
                  <a:gd name="connsiteY23" fmla="*/ 4704 h 53956"/>
                  <a:gd name="connsiteX24" fmla="*/ 91912 w 95475"/>
                  <a:gd name="connsiteY24" fmla="*/ 1382 h 53956"/>
                  <a:gd name="connsiteX25" fmla="*/ 91966 w 95475"/>
                  <a:gd name="connsiteY25" fmla="*/ 1164 h 53956"/>
                  <a:gd name="connsiteX26" fmla="*/ 94035 w 95475"/>
                  <a:gd name="connsiteY26" fmla="*/ 75 h 53956"/>
                  <a:gd name="connsiteX27" fmla="*/ 95179 w 95475"/>
                  <a:gd name="connsiteY27" fmla="*/ 1219 h 5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5475" h="53956">
                    <a:moveTo>
                      <a:pt x="95179" y="1219"/>
                    </a:moveTo>
                    <a:cubicBezTo>
                      <a:pt x="96050" y="4050"/>
                      <a:pt x="94906" y="7644"/>
                      <a:pt x="93000" y="9931"/>
                    </a:cubicBezTo>
                    <a:cubicBezTo>
                      <a:pt x="91095" y="12327"/>
                      <a:pt x="88753" y="14015"/>
                      <a:pt x="86412" y="15431"/>
                    </a:cubicBezTo>
                    <a:cubicBezTo>
                      <a:pt x="85213" y="16139"/>
                      <a:pt x="83961" y="16793"/>
                      <a:pt x="82708" y="17283"/>
                    </a:cubicBezTo>
                    <a:lnTo>
                      <a:pt x="79387" y="18753"/>
                    </a:lnTo>
                    <a:lnTo>
                      <a:pt x="72744" y="21530"/>
                    </a:lnTo>
                    <a:lnTo>
                      <a:pt x="59784" y="26540"/>
                    </a:lnTo>
                    <a:cubicBezTo>
                      <a:pt x="55591" y="28065"/>
                      <a:pt x="51561" y="29698"/>
                      <a:pt x="47858" y="31495"/>
                    </a:cubicBezTo>
                    <a:cubicBezTo>
                      <a:pt x="44155" y="33238"/>
                      <a:pt x="40888" y="35797"/>
                      <a:pt x="38329" y="38193"/>
                    </a:cubicBezTo>
                    <a:cubicBezTo>
                      <a:pt x="35660" y="40589"/>
                      <a:pt x="32992" y="42331"/>
                      <a:pt x="29889" y="43584"/>
                    </a:cubicBezTo>
                    <a:cubicBezTo>
                      <a:pt x="26784" y="44836"/>
                      <a:pt x="23517" y="45871"/>
                      <a:pt x="19815" y="47232"/>
                    </a:cubicBezTo>
                    <a:cubicBezTo>
                      <a:pt x="16057" y="48594"/>
                      <a:pt x="11973" y="50336"/>
                      <a:pt x="6419" y="53603"/>
                    </a:cubicBezTo>
                    <a:lnTo>
                      <a:pt x="6310" y="53658"/>
                    </a:lnTo>
                    <a:cubicBezTo>
                      <a:pt x="5275" y="54257"/>
                      <a:pt x="3914" y="53930"/>
                      <a:pt x="3261" y="52896"/>
                    </a:cubicBezTo>
                    <a:cubicBezTo>
                      <a:pt x="-388" y="47178"/>
                      <a:pt x="-605" y="40371"/>
                      <a:pt x="810" y="34163"/>
                    </a:cubicBezTo>
                    <a:cubicBezTo>
                      <a:pt x="2280" y="27956"/>
                      <a:pt x="5547" y="22402"/>
                      <a:pt x="9631" y="17936"/>
                    </a:cubicBezTo>
                    <a:cubicBezTo>
                      <a:pt x="13715" y="13416"/>
                      <a:pt x="18943" y="10367"/>
                      <a:pt x="24552" y="8897"/>
                    </a:cubicBezTo>
                    <a:cubicBezTo>
                      <a:pt x="30324" y="7427"/>
                      <a:pt x="35769" y="6936"/>
                      <a:pt x="40888" y="6229"/>
                    </a:cubicBezTo>
                    <a:cubicBezTo>
                      <a:pt x="46007" y="5575"/>
                      <a:pt x="51017" y="5303"/>
                      <a:pt x="55809" y="5139"/>
                    </a:cubicBezTo>
                    <a:lnTo>
                      <a:pt x="69966" y="5412"/>
                    </a:lnTo>
                    <a:lnTo>
                      <a:pt x="76828" y="5684"/>
                    </a:lnTo>
                    <a:lnTo>
                      <a:pt x="80204" y="5738"/>
                    </a:lnTo>
                    <a:cubicBezTo>
                      <a:pt x="81184" y="5793"/>
                      <a:pt x="82164" y="5793"/>
                      <a:pt x="83090" y="5738"/>
                    </a:cubicBezTo>
                    <a:cubicBezTo>
                      <a:pt x="85050" y="5630"/>
                      <a:pt x="86902" y="5303"/>
                      <a:pt x="88481" y="4704"/>
                    </a:cubicBezTo>
                    <a:cubicBezTo>
                      <a:pt x="90114" y="4105"/>
                      <a:pt x="91366" y="3234"/>
                      <a:pt x="91912" y="1382"/>
                    </a:cubicBezTo>
                    <a:lnTo>
                      <a:pt x="91966" y="1164"/>
                    </a:lnTo>
                    <a:cubicBezTo>
                      <a:pt x="92238" y="293"/>
                      <a:pt x="93164" y="-197"/>
                      <a:pt x="94035" y="75"/>
                    </a:cubicBezTo>
                    <a:cubicBezTo>
                      <a:pt x="94634" y="293"/>
                      <a:pt x="95070" y="729"/>
                      <a:pt x="95179" y="1219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7" name="Forme libre : forme 1126">
                <a:extLst>
                  <a:ext uri="{FF2B5EF4-FFF2-40B4-BE49-F238E27FC236}">
                    <a16:creationId xmlns:a16="http://schemas.microsoft.com/office/drawing/2014/main" id="{2687C814-9FD9-4A2E-9559-B11ECEB51739}"/>
                  </a:ext>
                </a:extLst>
              </p:cNvPr>
              <p:cNvSpPr/>
              <p:nvPr/>
            </p:nvSpPr>
            <p:spPr>
              <a:xfrm>
                <a:off x="7826298" y="5115213"/>
                <a:ext cx="112874" cy="49632"/>
              </a:xfrm>
              <a:custGeom>
                <a:avLst/>
                <a:gdLst>
                  <a:gd name="connsiteX0" fmla="*/ 111302 w 112874"/>
                  <a:gd name="connsiteY0" fmla="*/ 49296 h 49632"/>
                  <a:gd name="connsiteX1" fmla="*/ 79010 w 112874"/>
                  <a:gd name="connsiteY1" fmla="*/ 45375 h 49632"/>
                  <a:gd name="connsiteX2" fmla="*/ 64743 w 112874"/>
                  <a:gd name="connsiteY2" fmla="*/ 37697 h 49632"/>
                  <a:gd name="connsiteX3" fmla="*/ 53907 w 112874"/>
                  <a:gd name="connsiteY3" fmla="*/ 33177 h 49632"/>
                  <a:gd name="connsiteX4" fmla="*/ 42907 w 112874"/>
                  <a:gd name="connsiteY4" fmla="*/ 33504 h 49632"/>
                  <a:gd name="connsiteX5" fmla="*/ 31527 w 112874"/>
                  <a:gd name="connsiteY5" fmla="*/ 33667 h 49632"/>
                  <a:gd name="connsiteX6" fmla="*/ 17804 w 112874"/>
                  <a:gd name="connsiteY6" fmla="*/ 31217 h 49632"/>
                  <a:gd name="connsiteX7" fmla="*/ 1195 w 112874"/>
                  <a:gd name="connsiteY7" fmla="*/ 25336 h 49632"/>
                  <a:gd name="connsiteX8" fmla="*/ 270 w 112874"/>
                  <a:gd name="connsiteY8" fmla="*/ 22286 h 49632"/>
                  <a:gd name="connsiteX9" fmla="*/ 325 w 112874"/>
                  <a:gd name="connsiteY9" fmla="*/ 22177 h 49632"/>
                  <a:gd name="connsiteX10" fmla="*/ 12577 w 112874"/>
                  <a:gd name="connsiteY10" fmla="*/ 8728 h 49632"/>
                  <a:gd name="connsiteX11" fmla="*/ 28260 w 112874"/>
                  <a:gd name="connsiteY11" fmla="*/ 1158 h 49632"/>
                  <a:gd name="connsiteX12" fmla="*/ 46664 w 112874"/>
                  <a:gd name="connsiteY12" fmla="*/ 1376 h 49632"/>
                  <a:gd name="connsiteX13" fmla="*/ 64471 w 112874"/>
                  <a:gd name="connsiteY13" fmla="*/ 9272 h 49632"/>
                  <a:gd name="connsiteX14" fmla="*/ 78575 w 112874"/>
                  <a:gd name="connsiteY14" fmla="*/ 20925 h 49632"/>
                  <a:gd name="connsiteX15" fmla="*/ 87832 w 112874"/>
                  <a:gd name="connsiteY15" fmla="*/ 31653 h 49632"/>
                  <a:gd name="connsiteX16" fmla="*/ 111900 w 112874"/>
                  <a:gd name="connsiteY16" fmla="*/ 46137 h 49632"/>
                  <a:gd name="connsiteX17" fmla="*/ 112717 w 112874"/>
                  <a:gd name="connsiteY17" fmla="*/ 48370 h 49632"/>
                  <a:gd name="connsiteX18" fmla="*/ 111302 w 112874"/>
                  <a:gd name="connsiteY18" fmla="*/ 49296 h 49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2874" h="49632">
                    <a:moveTo>
                      <a:pt x="111302" y="49296"/>
                    </a:moveTo>
                    <a:cubicBezTo>
                      <a:pt x="101173" y="49949"/>
                      <a:pt x="90336" y="50112"/>
                      <a:pt x="79010" y="45375"/>
                    </a:cubicBezTo>
                    <a:cubicBezTo>
                      <a:pt x="73565" y="42924"/>
                      <a:pt x="68936" y="39929"/>
                      <a:pt x="64743" y="37697"/>
                    </a:cubicBezTo>
                    <a:cubicBezTo>
                      <a:pt x="60605" y="35246"/>
                      <a:pt x="57338" y="33831"/>
                      <a:pt x="53907" y="33177"/>
                    </a:cubicBezTo>
                    <a:cubicBezTo>
                      <a:pt x="50422" y="32415"/>
                      <a:pt x="46610" y="32796"/>
                      <a:pt x="42907" y="33504"/>
                    </a:cubicBezTo>
                    <a:cubicBezTo>
                      <a:pt x="39150" y="34157"/>
                      <a:pt x="35611" y="34266"/>
                      <a:pt x="31527" y="33667"/>
                    </a:cubicBezTo>
                    <a:cubicBezTo>
                      <a:pt x="27443" y="33123"/>
                      <a:pt x="22868" y="32361"/>
                      <a:pt x="17804" y="31217"/>
                    </a:cubicBezTo>
                    <a:cubicBezTo>
                      <a:pt x="12740" y="29965"/>
                      <a:pt x="7240" y="28549"/>
                      <a:pt x="1195" y="25336"/>
                    </a:cubicBezTo>
                    <a:cubicBezTo>
                      <a:pt x="107" y="24737"/>
                      <a:pt x="-329" y="23376"/>
                      <a:pt x="270" y="22286"/>
                    </a:cubicBezTo>
                    <a:cubicBezTo>
                      <a:pt x="270" y="22232"/>
                      <a:pt x="325" y="22232"/>
                      <a:pt x="325" y="22177"/>
                    </a:cubicBezTo>
                    <a:cubicBezTo>
                      <a:pt x="3864" y="16297"/>
                      <a:pt x="7948" y="12213"/>
                      <a:pt x="12577" y="8728"/>
                    </a:cubicBezTo>
                    <a:cubicBezTo>
                      <a:pt x="17205" y="5297"/>
                      <a:pt x="22487" y="2683"/>
                      <a:pt x="28260" y="1158"/>
                    </a:cubicBezTo>
                    <a:cubicBezTo>
                      <a:pt x="34031" y="-421"/>
                      <a:pt x="40512" y="-421"/>
                      <a:pt x="46664" y="1376"/>
                    </a:cubicBezTo>
                    <a:cubicBezTo>
                      <a:pt x="52818" y="3173"/>
                      <a:pt x="58808" y="6005"/>
                      <a:pt x="64471" y="9272"/>
                    </a:cubicBezTo>
                    <a:cubicBezTo>
                      <a:pt x="70243" y="12539"/>
                      <a:pt x="75090" y="17059"/>
                      <a:pt x="78575" y="20925"/>
                    </a:cubicBezTo>
                    <a:cubicBezTo>
                      <a:pt x="82059" y="25009"/>
                      <a:pt x="84891" y="28657"/>
                      <a:pt x="87832" y="31653"/>
                    </a:cubicBezTo>
                    <a:cubicBezTo>
                      <a:pt x="93386" y="37751"/>
                      <a:pt x="102643" y="41836"/>
                      <a:pt x="111900" y="46137"/>
                    </a:cubicBezTo>
                    <a:cubicBezTo>
                      <a:pt x="112771" y="46518"/>
                      <a:pt x="113098" y="47553"/>
                      <a:pt x="112717" y="48370"/>
                    </a:cubicBezTo>
                    <a:cubicBezTo>
                      <a:pt x="112499" y="48914"/>
                      <a:pt x="111900" y="49296"/>
                      <a:pt x="111302" y="49296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8" name="Forme libre : forme 1127">
                <a:extLst>
                  <a:ext uri="{FF2B5EF4-FFF2-40B4-BE49-F238E27FC236}">
                    <a16:creationId xmlns:a16="http://schemas.microsoft.com/office/drawing/2014/main" id="{3E013AAB-A500-49D4-BDE0-9D8D8C4F038A}"/>
                  </a:ext>
                </a:extLst>
              </p:cNvPr>
              <p:cNvSpPr/>
              <p:nvPr/>
            </p:nvSpPr>
            <p:spPr>
              <a:xfrm>
                <a:off x="7849009" y="5074113"/>
                <a:ext cx="93375" cy="71671"/>
              </a:xfrm>
              <a:custGeom>
                <a:avLst/>
                <a:gdLst>
                  <a:gd name="connsiteX0" fmla="*/ 91205 w 93375"/>
                  <a:gd name="connsiteY0" fmla="*/ 71608 h 71671"/>
                  <a:gd name="connsiteX1" fmla="*/ 65448 w 93375"/>
                  <a:gd name="connsiteY1" fmla="*/ 55055 h 71671"/>
                  <a:gd name="connsiteX2" fmla="*/ 54993 w 93375"/>
                  <a:gd name="connsiteY2" fmla="*/ 45416 h 71671"/>
                  <a:gd name="connsiteX3" fmla="*/ 45300 w 93375"/>
                  <a:gd name="connsiteY3" fmla="*/ 37902 h 71671"/>
                  <a:gd name="connsiteX4" fmla="*/ 35335 w 93375"/>
                  <a:gd name="connsiteY4" fmla="*/ 34907 h 71671"/>
                  <a:gd name="connsiteX5" fmla="*/ 26023 w 93375"/>
                  <a:gd name="connsiteY5" fmla="*/ 32184 h 71671"/>
                  <a:gd name="connsiteX6" fmla="*/ 1465 w 93375"/>
                  <a:gd name="connsiteY6" fmla="*/ 20694 h 71671"/>
                  <a:gd name="connsiteX7" fmla="*/ 1356 w 93375"/>
                  <a:gd name="connsiteY7" fmla="*/ 20640 h 71671"/>
                  <a:gd name="connsiteX8" fmla="*/ 157 w 93375"/>
                  <a:gd name="connsiteY8" fmla="*/ 17754 h 71671"/>
                  <a:gd name="connsiteX9" fmla="*/ 212 w 93375"/>
                  <a:gd name="connsiteY9" fmla="*/ 17699 h 71671"/>
                  <a:gd name="connsiteX10" fmla="*/ 31468 w 93375"/>
                  <a:gd name="connsiteY10" fmla="*/ 2 h 71671"/>
                  <a:gd name="connsiteX11" fmla="*/ 49220 w 93375"/>
                  <a:gd name="connsiteY11" fmla="*/ 5720 h 71671"/>
                  <a:gd name="connsiteX12" fmla="*/ 62834 w 93375"/>
                  <a:gd name="connsiteY12" fmla="*/ 18516 h 71671"/>
                  <a:gd name="connsiteX13" fmla="*/ 72200 w 93375"/>
                  <a:gd name="connsiteY13" fmla="*/ 32129 h 71671"/>
                  <a:gd name="connsiteX14" fmla="*/ 78626 w 93375"/>
                  <a:gd name="connsiteY14" fmla="*/ 45416 h 71671"/>
                  <a:gd name="connsiteX15" fmla="*/ 92838 w 93375"/>
                  <a:gd name="connsiteY15" fmla="*/ 68777 h 71671"/>
                  <a:gd name="connsiteX16" fmla="*/ 92892 w 93375"/>
                  <a:gd name="connsiteY16" fmla="*/ 68831 h 71671"/>
                  <a:gd name="connsiteX17" fmla="*/ 92838 w 93375"/>
                  <a:gd name="connsiteY17" fmla="*/ 71227 h 71671"/>
                  <a:gd name="connsiteX18" fmla="*/ 91205 w 93375"/>
                  <a:gd name="connsiteY18" fmla="*/ 71608 h 71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3375" h="71671">
                    <a:moveTo>
                      <a:pt x="91205" y="71608"/>
                    </a:moveTo>
                    <a:cubicBezTo>
                      <a:pt x="81185" y="68886"/>
                      <a:pt x="72745" y="61698"/>
                      <a:pt x="65448" y="55055"/>
                    </a:cubicBezTo>
                    <a:cubicBezTo>
                      <a:pt x="61854" y="51679"/>
                      <a:pt x="58423" y="48302"/>
                      <a:pt x="54993" y="45416"/>
                    </a:cubicBezTo>
                    <a:cubicBezTo>
                      <a:pt x="51726" y="42421"/>
                      <a:pt x="48512" y="39807"/>
                      <a:pt x="45300" y="37902"/>
                    </a:cubicBezTo>
                    <a:cubicBezTo>
                      <a:pt x="42142" y="35996"/>
                      <a:pt x="38766" y="35342"/>
                      <a:pt x="35335" y="34907"/>
                    </a:cubicBezTo>
                    <a:cubicBezTo>
                      <a:pt x="32013" y="34471"/>
                      <a:pt x="29073" y="33654"/>
                      <a:pt x="26023" y="32184"/>
                    </a:cubicBezTo>
                    <a:cubicBezTo>
                      <a:pt x="19761" y="29135"/>
                      <a:pt x="13281" y="25595"/>
                      <a:pt x="1465" y="20694"/>
                    </a:cubicBezTo>
                    <a:lnTo>
                      <a:pt x="1356" y="20640"/>
                    </a:lnTo>
                    <a:cubicBezTo>
                      <a:pt x="212" y="20150"/>
                      <a:pt x="-278" y="18897"/>
                      <a:pt x="157" y="17754"/>
                    </a:cubicBezTo>
                    <a:cubicBezTo>
                      <a:pt x="157" y="17754"/>
                      <a:pt x="157" y="17699"/>
                      <a:pt x="212" y="17699"/>
                    </a:cubicBezTo>
                    <a:cubicBezTo>
                      <a:pt x="5875" y="5338"/>
                      <a:pt x="19053" y="-107"/>
                      <a:pt x="31468" y="2"/>
                    </a:cubicBezTo>
                    <a:cubicBezTo>
                      <a:pt x="37785" y="56"/>
                      <a:pt x="43993" y="2071"/>
                      <a:pt x="49220" y="5720"/>
                    </a:cubicBezTo>
                    <a:cubicBezTo>
                      <a:pt x="54394" y="9368"/>
                      <a:pt x="58968" y="14051"/>
                      <a:pt x="62834" y="18516"/>
                    </a:cubicBezTo>
                    <a:cubicBezTo>
                      <a:pt x="66700" y="22981"/>
                      <a:pt x="69640" y="27610"/>
                      <a:pt x="72200" y="32129"/>
                    </a:cubicBezTo>
                    <a:cubicBezTo>
                      <a:pt x="74596" y="36704"/>
                      <a:pt x="76611" y="41169"/>
                      <a:pt x="78626" y="45416"/>
                    </a:cubicBezTo>
                    <a:cubicBezTo>
                      <a:pt x="82492" y="54020"/>
                      <a:pt x="86249" y="61970"/>
                      <a:pt x="92838" y="68777"/>
                    </a:cubicBezTo>
                    <a:lnTo>
                      <a:pt x="92892" y="68831"/>
                    </a:lnTo>
                    <a:cubicBezTo>
                      <a:pt x="93546" y="69485"/>
                      <a:pt x="93546" y="70574"/>
                      <a:pt x="92838" y="71227"/>
                    </a:cubicBezTo>
                    <a:cubicBezTo>
                      <a:pt x="92402" y="71608"/>
                      <a:pt x="91749" y="71772"/>
                      <a:pt x="91205" y="71608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9" name="Forme libre : forme 1128">
                <a:extLst>
                  <a:ext uri="{FF2B5EF4-FFF2-40B4-BE49-F238E27FC236}">
                    <a16:creationId xmlns:a16="http://schemas.microsoft.com/office/drawing/2014/main" id="{418B3930-5922-4522-B1E7-EEEC90541A8D}"/>
                  </a:ext>
                </a:extLst>
              </p:cNvPr>
              <p:cNvSpPr/>
              <p:nvPr/>
            </p:nvSpPr>
            <p:spPr>
              <a:xfrm>
                <a:off x="7960419" y="5045363"/>
                <a:ext cx="34124" cy="88215"/>
              </a:xfrm>
              <a:custGeom>
                <a:avLst/>
                <a:gdLst>
                  <a:gd name="connsiteX0" fmla="*/ 17367 w 34124"/>
                  <a:gd name="connsiteY0" fmla="*/ 6262 h 88215"/>
                  <a:gd name="connsiteX1" fmla="*/ 24228 w 34124"/>
                  <a:gd name="connsiteY1" fmla="*/ 14267 h 88215"/>
                  <a:gd name="connsiteX2" fmla="*/ 28204 w 34124"/>
                  <a:gd name="connsiteY2" fmla="*/ 24068 h 88215"/>
                  <a:gd name="connsiteX3" fmla="*/ 27823 w 34124"/>
                  <a:gd name="connsiteY3" fmla="*/ 32019 h 88215"/>
                  <a:gd name="connsiteX4" fmla="*/ 27006 w 34124"/>
                  <a:gd name="connsiteY4" fmla="*/ 34306 h 88215"/>
                  <a:gd name="connsiteX5" fmla="*/ 24283 w 34124"/>
                  <a:gd name="connsiteY5" fmla="*/ 43127 h 88215"/>
                  <a:gd name="connsiteX6" fmla="*/ 22159 w 34124"/>
                  <a:gd name="connsiteY6" fmla="*/ 53474 h 88215"/>
                  <a:gd name="connsiteX7" fmla="*/ 20144 w 34124"/>
                  <a:gd name="connsiteY7" fmla="*/ 64038 h 88215"/>
                  <a:gd name="connsiteX8" fmla="*/ 18783 w 34124"/>
                  <a:gd name="connsiteY8" fmla="*/ 74819 h 88215"/>
                  <a:gd name="connsiteX9" fmla="*/ 14427 w 34124"/>
                  <a:gd name="connsiteY9" fmla="*/ 65072 h 88215"/>
                  <a:gd name="connsiteX10" fmla="*/ 11051 w 34124"/>
                  <a:gd name="connsiteY10" fmla="*/ 54290 h 88215"/>
                  <a:gd name="connsiteX11" fmla="*/ 8818 w 34124"/>
                  <a:gd name="connsiteY11" fmla="*/ 43127 h 88215"/>
                  <a:gd name="connsiteX12" fmla="*/ 6695 w 34124"/>
                  <a:gd name="connsiteY12" fmla="*/ 34360 h 88215"/>
                  <a:gd name="connsiteX13" fmla="*/ 5932 w 34124"/>
                  <a:gd name="connsiteY13" fmla="*/ 31474 h 88215"/>
                  <a:gd name="connsiteX14" fmla="*/ 6096 w 34124"/>
                  <a:gd name="connsiteY14" fmla="*/ 23524 h 88215"/>
                  <a:gd name="connsiteX15" fmla="*/ 10343 w 34124"/>
                  <a:gd name="connsiteY15" fmla="*/ 14648 h 88215"/>
                  <a:gd name="connsiteX16" fmla="*/ 17367 w 34124"/>
                  <a:gd name="connsiteY16" fmla="*/ 6262 h 88215"/>
                  <a:gd name="connsiteX17" fmla="*/ 17204 w 34124"/>
                  <a:gd name="connsiteY17" fmla="*/ 0 h 88215"/>
                  <a:gd name="connsiteX18" fmla="*/ 15516 w 34124"/>
                  <a:gd name="connsiteY18" fmla="*/ 599 h 88215"/>
                  <a:gd name="connsiteX19" fmla="*/ 15462 w 34124"/>
                  <a:gd name="connsiteY19" fmla="*/ 653 h 88215"/>
                  <a:gd name="connsiteX20" fmla="*/ 5823 w 34124"/>
                  <a:gd name="connsiteY20" fmla="*/ 11435 h 88215"/>
                  <a:gd name="connsiteX21" fmla="*/ 868 w 34124"/>
                  <a:gd name="connsiteY21" fmla="*/ 21836 h 88215"/>
                  <a:gd name="connsiteX22" fmla="*/ 650 w 34124"/>
                  <a:gd name="connsiteY22" fmla="*/ 32672 h 88215"/>
                  <a:gd name="connsiteX23" fmla="*/ 3482 w 34124"/>
                  <a:gd name="connsiteY23" fmla="*/ 43944 h 88215"/>
                  <a:gd name="connsiteX24" fmla="*/ 5823 w 34124"/>
                  <a:gd name="connsiteY24" fmla="*/ 55379 h 88215"/>
                  <a:gd name="connsiteX25" fmla="*/ 9363 w 34124"/>
                  <a:gd name="connsiteY25" fmla="*/ 66760 h 88215"/>
                  <a:gd name="connsiteX26" fmla="*/ 20798 w 34124"/>
                  <a:gd name="connsiteY26" fmla="*/ 87562 h 88215"/>
                  <a:gd name="connsiteX27" fmla="*/ 22159 w 34124"/>
                  <a:gd name="connsiteY27" fmla="*/ 88215 h 88215"/>
                  <a:gd name="connsiteX28" fmla="*/ 22214 w 34124"/>
                  <a:gd name="connsiteY28" fmla="*/ 88215 h 88215"/>
                  <a:gd name="connsiteX29" fmla="*/ 23902 w 34124"/>
                  <a:gd name="connsiteY29" fmla="*/ 86473 h 88215"/>
                  <a:gd name="connsiteX30" fmla="*/ 25590 w 34124"/>
                  <a:gd name="connsiteY30" fmla="*/ 64963 h 88215"/>
                  <a:gd name="connsiteX31" fmla="*/ 27551 w 34124"/>
                  <a:gd name="connsiteY31" fmla="*/ 54672 h 88215"/>
                  <a:gd name="connsiteX32" fmla="*/ 29674 w 34124"/>
                  <a:gd name="connsiteY32" fmla="*/ 44325 h 88215"/>
                  <a:gd name="connsiteX33" fmla="*/ 33050 w 34124"/>
                  <a:gd name="connsiteY33" fmla="*/ 33816 h 88215"/>
                  <a:gd name="connsiteX34" fmla="*/ 33595 w 34124"/>
                  <a:gd name="connsiteY34" fmla="*/ 22871 h 88215"/>
                  <a:gd name="connsiteX35" fmla="*/ 29020 w 34124"/>
                  <a:gd name="connsiteY35" fmla="*/ 11490 h 88215"/>
                  <a:gd name="connsiteX36" fmla="*/ 18838 w 34124"/>
                  <a:gd name="connsiteY36" fmla="*/ 490 h 88215"/>
                  <a:gd name="connsiteX37" fmla="*/ 17204 w 34124"/>
                  <a:gd name="connsiteY37" fmla="*/ 0 h 88215"/>
                  <a:gd name="connsiteX38" fmla="*/ 17204 w 34124"/>
                  <a:gd name="connsiteY38" fmla="*/ 0 h 8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34124" h="88215">
                    <a:moveTo>
                      <a:pt x="17367" y="6262"/>
                    </a:moveTo>
                    <a:cubicBezTo>
                      <a:pt x="20690" y="8985"/>
                      <a:pt x="22704" y="11816"/>
                      <a:pt x="24228" y="14267"/>
                    </a:cubicBezTo>
                    <a:cubicBezTo>
                      <a:pt x="26135" y="17425"/>
                      <a:pt x="27442" y="20747"/>
                      <a:pt x="28204" y="24068"/>
                    </a:cubicBezTo>
                    <a:cubicBezTo>
                      <a:pt x="28803" y="26791"/>
                      <a:pt x="28694" y="29405"/>
                      <a:pt x="27823" y="32019"/>
                    </a:cubicBezTo>
                    <a:lnTo>
                      <a:pt x="27006" y="34306"/>
                    </a:lnTo>
                    <a:cubicBezTo>
                      <a:pt x="25971" y="37138"/>
                      <a:pt x="24936" y="40078"/>
                      <a:pt x="24283" y="43127"/>
                    </a:cubicBezTo>
                    <a:cubicBezTo>
                      <a:pt x="23467" y="46830"/>
                      <a:pt x="22759" y="50261"/>
                      <a:pt x="22159" y="53474"/>
                    </a:cubicBezTo>
                    <a:cubicBezTo>
                      <a:pt x="21343" y="57067"/>
                      <a:pt x="20690" y="60662"/>
                      <a:pt x="20144" y="64038"/>
                    </a:cubicBezTo>
                    <a:cubicBezTo>
                      <a:pt x="19546" y="67577"/>
                      <a:pt x="19056" y="71117"/>
                      <a:pt x="18783" y="74819"/>
                    </a:cubicBezTo>
                    <a:cubicBezTo>
                      <a:pt x="17259" y="71933"/>
                      <a:pt x="15843" y="68721"/>
                      <a:pt x="14427" y="65072"/>
                    </a:cubicBezTo>
                    <a:cubicBezTo>
                      <a:pt x="13175" y="61533"/>
                      <a:pt x="12031" y="57775"/>
                      <a:pt x="11051" y="54290"/>
                    </a:cubicBezTo>
                    <a:cubicBezTo>
                      <a:pt x="10234" y="50751"/>
                      <a:pt x="9472" y="46939"/>
                      <a:pt x="8818" y="43127"/>
                    </a:cubicBezTo>
                    <a:cubicBezTo>
                      <a:pt x="8328" y="40078"/>
                      <a:pt x="7511" y="37138"/>
                      <a:pt x="6695" y="34360"/>
                    </a:cubicBezTo>
                    <a:cubicBezTo>
                      <a:pt x="6423" y="33380"/>
                      <a:pt x="6150" y="32400"/>
                      <a:pt x="5932" y="31474"/>
                    </a:cubicBezTo>
                    <a:cubicBezTo>
                      <a:pt x="5224" y="28697"/>
                      <a:pt x="5279" y="26083"/>
                      <a:pt x="6096" y="23524"/>
                    </a:cubicBezTo>
                    <a:cubicBezTo>
                      <a:pt x="7022" y="20475"/>
                      <a:pt x="8437" y="17534"/>
                      <a:pt x="10343" y="14648"/>
                    </a:cubicBezTo>
                    <a:cubicBezTo>
                      <a:pt x="12031" y="11980"/>
                      <a:pt x="14100" y="9257"/>
                      <a:pt x="17367" y="6262"/>
                    </a:cubicBezTo>
                    <a:moveTo>
                      <a:pt x="17204" y="0"/>
                    </a:moveTo>
                    <a:cubicBezTo>
                      <a:pt x="16605" y="0"/>
                      <a:pt x="16006" y="218"/>
                      <a:pt x="15516" y="599"/>
                    </a:cubicBezTo>
                    <a:lnTo>
                      <a:pt x="15462" y="653"/>
                    </a:lnTo>
                    <a:cubicBezTo>
                      <a:pt x="10942" y="4465"/>
                      <a:pt x="8219" y="7950"/>
                      <a:pt x="5823" y="11435"/>
                    </a:cubicBezTo>
                    <a:cubicBezTo>
                      <a:pt x="3536" y="14920"/>
                      <a:pt x="1903" y="18351"/>
                      <a:pt x="868" y="21836"/>
                    </a:cubicBezTo>
                    <a:cubicBezTo>
                      <a:pt x="-221" y="25375"/>
                      <a:pt x="-276" y="28969"/>
                      <a:pt x="650" y="32672"/>
                    </a:cubicBezTo>
                    <a:cubicBezTo>
                      <a:pt x="1631" y="36375"/>
                      <a:pt x="2829" y="40187"/>
                      <a:pt x="3482" y="43944"/>
                    </a:cubicBezTo>
                    <a:cubicBezTo>
                      <a:pt x="4190" y="47756"/>
                      <a:pt x="4952" y="51568"/>
                      <a:pt x="5823" y="55379"/>
                    </a:cubicBezTo>
                    <a:cubicBezTo>
                      <a:pt x="6858" y="59191"/>
                      <a:pt x="8056" y="63003"/>
                      <a:pt x="9363" y="66760"/>
                    </a:cubicBezTo>
                    <a:cubicBezTo>
                      <a:pt x="12249" y="74221"/>
                      <a:pt x="15789" y="81517"/>
                      <a:pt x="20798" y="87562"/>
                    </a:cubicBezTo>
                    <a:cubicBezTo>
                      <a:pt x="21125" y="87943"/>
                      <a:pt x="21615" y="88215"/>
                      <a:pt x="22159" y="88215"/>
                    </a:cubicBezTo>
                    <a:cubicBezTo>
                      <a:pt x="22159" y="88215"/>
                      <a:pt x="22159" y="88215"/>
                      <a:pt x="22214" y="88215"/>
                    </a:cubicBezTo>
                    <a:cubicBezTo>
                      <a:pt x="23194" y="88215"/>
                      <a:pt x="23902" y="87398"/>
                      <a:pt x="23902" y="86473"/>
                    </a:cubicBezTo>
                    <a:cubicBezTo>
                      <a:pt x="23848" y="78904"/>
                      <a:pt x="24392" y="71879"/>
                      <a:pt x="25590" y="64963"/>
                    </a:cubicBezTo>
                    <a:cubicBezTo>
                      <a:pt x="26135" y="61478"/>
                      <a:pt x="26788" y="58048"/>
                      <a:pt x="27551" y="54672"/>
                    </a:cubicBezTo>
                    <a:cubicBezTo>
                      <a:pt x="28204" y="51241"/>
                      <a:pt x="28858" y="47810"/>
                      <a:pt x="29674" y="44325"/>
                    </a:cubicBezTo>
                    <a:cubicBezTo>
                      <a:pt x="30436" y="40840"/>
                      <a:pt x="31798" y="37355"/>
                      <a:pt x="33050" y="33816"/>
                    </a:cubicBezTo>
                    <a:cubicBezTo>
                      <a:pt x="34248" y="30276"/>
                      <a:pt x="34466" y="26628"/>
                      <a:pt x="33595" y="22871"/>
                    </a:cubicBezTo>
                    <a:cubicBezTo>
                      <a:pt x="32778" y="19113"/>
                      <a:pt x="31253" y="15302"/>
                      <a:pt x="29020" y="11490"/>
                    </a:cubicBezTo>
                    <a:cubicBezTo>
                      <a:pt x="26625" y="7678"/>
                      <a:pt x="23739" y="3921"/>
                      <a:pt x="18838" y="490"/>
                    </a:cubicBezTo>
                    <a:cubicBezTo>
                      <a:pt x="18293" y="163"/>
                      <a:pt x="17749" y="0"/>
                      <a:pt x="17204" y="0"/>
                    </a:cubicBezTo>
                    <a:lnTo>
                      <a:pt x="17204" y="0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0" name="Forme libre : forme 1129">
                <a:extLst>
                  <a:ext uri="{FF2B5EF4-FFF2-40B4-BE49-F238E27FC236}">
                    <a16:creationId xmlns:a16="http://schemas.microsoft.com/office/drawing/2014/main" id="{47E1BEF6-31F9-4169-820B-5B22B370FABA}"/>
                  </a:ext>
                </a:extLst>
              </p:cNvPr>
              <p:cNvSpPr/>
              <p:nvPr/>
            </p:nvSpPr>
            <p:spPr>
              <a:xfrm>
                <a:off x="8012103" y="5034962"/>
                <a:ext cx="38838" cy="101012"/>
              </a:xfrm>
              <a:custGeom>
                <a:avLst/>
                <a:gdLst>
                  <a:gd name="connsiteX0" fmla="*/ 25910 w 38838"/>
                  <a:gd name="connsiteY0" fmla="*/ 6644 h 101012"/>
                  <a:gd name="connsiteX1" fmla="*/ 31464 w 38838"/>
                  <a:gd name="connsiteY1" fmla="*/ 16500 h 101012"/>
                  <a:gd name="connsiteX2" fmla="*/ 33316 w 38838"/>
                  <a:gd name="connsiteY2" fmla="*/ 29460 h 101012"/>
                  <a:gd name="connsiteX3" fmla="*/ 30321 w 38838"/>
                  <a:gd name="connsiteY3" fmla="*/ 40132 h 101012"/>
                  <a:gd name="connsiteX4" fmla="*/ 27598 w 38838"/>
                  <a:gd name="connsiteY4" fmla="*/ 44544 h 101012"/>
                  <a:gd name="connsiteX5" fmla="*/ 23242 w 38838"/>
                  <a:gd name="connsiteY5" fmla="*/ 51895 h 101012"/>
                  <a:gd name="connsiteX6" fmla="*/ 17252 w 38838"/>
                  <a:gd name="connsiteY6" fmla="*/ 63058 h 101012"/>
                  <a:gd name="connsiteX7" fmla="*/ 11099 w 38838"/>
                  <a:gd name="connsiteY7" fmla="*/ 74166 h 101012"/>
                  <a:gd name="connsiteX8" fmla="*/ 5544 w 38838"/>
                  <a:gd name="connsiteY8" fmla="*/ 85166 h 101012"/>
                  <a:gd name="connsiteX9" fmla="*/ 5544 w 38838"/>
                  <a:gd name="connsiteY9" fmla="*/ 72859 h 101012"/>
                  <a:gd name="connsiteX10" fmla="*/ 6688 w 38838"/>
                  <a:gd name="connsiteY10" fmla="*/ 59899 h 101012"/>
                  <a:gd name="connsiteX11" fmla="*/ 8593 w 38838"/>
                  <a:gd name="connsiteY11" fmla="*/ 46994 h 101012"/>
                  <a:gd name="connsiteX12" fmla="*/ 9465 w 38838"/>
                  <a:gd name="connsiteY12" fmla="*/ 33707 h 101012"/>
                  <a:gd name="connsiteX13" fmla="*/ 11752 w 38838"/>
                  <a:gd name="connsiteY13" fmla="*/ 24668 h 101012"/>
                  <a:gd name="connsiteX14" fmla="*/ 17905 w 38838"/>
                  <a:gd name="connsiteY14" fmla="*/ 15302 h 101012"/>
                  <a:gd name="connsiteX15" fmla="*/ 25093 w 38838"/>
                  <a:gd name="connsiteY15" fmla="*/ 7406 h 101012"/>
                  <a:gd name="connsiteX16" fmla="*/ 25910 w 38838"/>
                  <a:gd name="connsiteY16" fmla="*/ 6644 h 101012"/>
                  <a:gd name="connsiteX17" fmla="*/ 25692 w 38838"/>
                  <a:gd name="connsiteY17" fmla="*/ 0 h 101012"/>
                  <a:gd name="connsiteX18" fmla="*/ 23950 w 38838"/>
                  <a:gd name="connsiteY18" fmla="*/ 762 h 101012"/>
                  <a:gd name="connsiteX19" fmla="*/ 23841 w 38838"/>
                  <a:gd name="connsiteY19" fmla="*/ 871 h 101012"/>
                  <a:gd name="connsiteX20" fmla="*/ 13658 w 38838"/>
                  <a:gd name="connsiteY20" fmla="*/ 11925 h 101012"/>
                  <a:gd name="connsiteX21" fmla="*/ 6906 w 38838"/>
                  <a:gd name="connsiteY21" fmla="*/ 22217 h 101012"/>
                  <a:gd name="connsiteX22" fmla="*/ 4019 w 38838"/>
                  <a:gd name="connsiteY22" fmla="*/ 33544 h 101012"/>
                  <a:gd name="connsiteX23" fmla="*/ 3202 w 38838"/>
                  <a:gd name="connsiteY23" fmla="*/ 46232 h 101012"/>
                  <a:gd name="connsiteX24" fmla="*/ 1297 w 38838"/>
                  <a:gd name="connsiteY24" fmla="*/ 59137 h 101012"/>
                  <a:gd name="connsiteX25" fmla="*/ 153 w 38838"/>
                  <a:gd name="connsiteY25" fmla="*/ 72587 h 101012"/>
                  <a:gd name="connsiteX26" fmla="*/ 2114 w 38838"/>
                  <a:gd name="connsiteY26" fmla="*/ 99705 h 101012"/>
                  <a:gd name="connsiteX27" fmla="*/ 3202 w 38838"/>
                  <a:gd name="connsiteY27" fmla="*/ 100903 h 101012"/>
                  <a:gd name="connsiteX28" fmla="*/ 3801 w 38838"/>
                  <a:gd name="connsiteY28" fmla="*/ 101012 h 101012"/>
                  <a:gd name="connsiteX29" fmla="*/ 5381 w 38838"/>
                  <a:gd name="connsiteY29" fmla="*/ 99923 h 101012"/>
                  <a:gd name="connsiteX30" fmla="*/ 5381 w 38838"/>
                  <a:gd name="connsiteY30" fmla="*/ 99868 h 101012"/>
                  <a:gd name="connsiteX31" fmla="*/ 15945 w 38838"/>
                  <a:gd name="connsiteY31" fmla="*/ 76835 h 101012"/>
                  <a:gd name="connsiteX32" fmla="*/ 22044 w 38838"/>
                  <a:gd name="connsiteY32" fmla="*/ 65835 h 101012"/>
                  <a:gd name="connsiteX33" fmla="*/ 28088 w 38838"/>
                  <a:gd name="connsiteY33" fmla="*/ 54508 h 101012"/>
                  <a:gd name="connsiteX34" fmla="*/ 35058 w 38838"/>
                  <a:gd name="connsiteY34" fmla="*/ 42910 h 101012"/>
                  <a:gd name="connsiteX35" fmla="*/ 38815 w 38838"/>
                  <a:gd name="connsiteY35" fmla="*/ 29623 h 101012"/>
                  <a:gd name="connsiteX36" fmla="*/ 36692 w 38838"/>
                  <a:gd name="connsiteY36" fmla="*/ 14866 h 101012"/>
                  <a:gd name="connsiteX37" fmla="*/ 27217 w 38838"/>
                  <a:gd name="connsiteY37" fmla="*/ 490 h 101012"/>
                  <a:gd name="connsiteX38" fmla="*/ 25692 w 38838"/>
                  <a:gd name="connsiteY38" fmla="*/ 0 h 101012"/>
                  <a:gd name="connsiteX39" fmla="*/ 25692 w 38838"/>
                  <a:gd name="connsiteY39" fmla="*/ 0 h 10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8838" h="101012">
                    <a:moveTo>
                      <a:pt x="25910" y="6644"/>
                    </a:moveTo>
                    <a:cubicBezTo>
                      <a:pt x="28742" y="9638"/>
                      <a:pt x="30321" y="13287"/>
                      <a:pt x="31464" y="16500"/>
                    </a:cubicBezTo>
                    <a:cubicBezTo>
                      <a:pt x="32826" y="20693"/>
                      <a:pt x="33479" y="25212"/>
                      <a:pt x="33316" y="29460"/>
                    </a:cubicBezTo>
                    <a:cubicBezTo>
                      <a:pt x="33206" y="33272"/>
                      <a:pt x="32172" y="36865"/>
                      <a:pt x="30321" y="40132"/>
                    </a:cubicBezTo>
                    <a:cubicBezTo>
                      <a:pt x="29450" y="41657"/>
                      <a:pt x="28524" y="43073"/>
                      <a:pt x="27598" y="44544"/>
                    </a:cubicBezTo>
                    <a:cubicBezTo>
                      <a:pt x="26073" y="46939"/>
                      <a:pt x="24549" y="49390"/>
                      <a:pt x="23242" y="51895"/>
                    </a:cubicBezTo>
                    <a:lnTo>
                      <a:pt x="17252" y="63058"/>
                    </a:lnTo>
                    <a:cubicBezTo>
                      <a:pt x="15128" y="66815"/>
                      <a:pt x="13004" y="70463"/>
                      <a:pt x="11099" y="74166"/>
                    </a:cubicBezTo>
                    <a:cubicBezTo>
                      <a:pt x="9084" y="77815"/>
                      <a:pt x="7232" y="81463"/>
                      <a:pt x="5544" y="85166"/>
                    </a:cubicBezTo>
                    <a:cubicBezTo>
                      <a:pt x="5326" y="80701"/>
                      <a:pt x="5381" y="76508"/>
                      <a:pt x="5544" y="72859"/>
                    </a:cubicBezTo>
                    <a:cubicBezTo>
                      <a:pt x="5817" y="68394"/>
                      <a:pt x="6252" y="64092"/>
                      <a:pt x="6688" y="59899"/>
                    </a:cubicBezTo>
                    <a:lnTo>
                      <a:pt x="8593" y="46994"/>
                    </a:lnTo>
                    <a:cubicBezTo>
                      <a:pt x="9301" y="42474"/>
                      <a:pt x="9356" y="38063"/>
                      <a:pt x="9465" y="33707"/>
                    </a:cubicBezTo>
                    <a:cubicBezTo>
                      <a:pt x="9628" y="30222"/>
                      <a:pt x="10336" y="27336"/>
                      <a:pt x="11752" y="24668"/>
                    </a:cubicBezTo>
                    <a:cubicBezTo>
                      <a:pt x="13440" y="21455"/>
                      <a:pt x="15455" y="18351"/>
                      <a:pt x="17905" y="15302"/>
                    </a:cubicBezTo>
                    <a:cubicBezTo>
                      <a:pt x="19975" y="12797"/>
                      <a:pt x="22207" y="10401"/>
                      <a:pt x="25093" y="7406"/>
                    </a:cubicBezTo>
                    <a:lnTo>
                      <a:pt x="25910" y="6644"/>
                    </a:lnTo>
                    <a:moveTo>
                      <a:pt x="25692" y="0"/>
                    </a:moveTo>
                    <a:cubicBezTo>
                      <a:pt x="25038" y="0"/>
                      <a:pt x="24440" y="273"/>
                      <a:pt x="23950" y="762"/>
                    </a:cubicBezTo>
                    <a:lnTo>
                      <a:pt x="23841" y="871"/>
                    </a:lnTo>
                    <a:cubicBezTo>
                      <a:pt x="19593" y="5391"/>
                      <a:pt x="16489" y="8495"/>
                      <a:pt x="13658" y="11925"/>
                    </a:cubicBezTo>
                    <a:cubicBezTo>
                      <a:pt x="10881" y="15411"/>
                      <a:pt x="8702" y="18732"/>
                      <a:pt x="6906" y="22217"/>
                    </a:cubicBezTo>
                    <a:cubicBezTo>
                      <a:pt x="5054" y="25702"/>
                      <a:pt x="4183" y="29405"/>
                      <a:pt x="4019" y="33544"/>
                    </a:cubicBezTo>
                    <a:cubicBezTo>
                      <a:pt x="3965" y="37682"/>
                      <a:pt x="3856" y="42039"/>
                      <a:pt x="3202" y="46232"/>
                    </a:cubicBezTo>
                    <a:lnTo>
                      <a:pt x="1297" y="59137"/>
                    </a:lnTo>
                    <a:cubicBezTo>
                      <a:pt x="861" y="63602"/>
                      <a:pt x="371" y="68013"/>
                      <a:pt x="153" y="72587"/>
                    </a:cubicBezTo>
                    <a:cubicBezTo>
                      <a:pt x="-228" y="81627"/>
                      <a:pt x="-10" y="90938"/>
                      <a:pt x="2114" y="99705"/>
                    </a:cubicBezTo>
                    <a:cubicBezTo>
                      <a:pt x="2223" y="100250"/>
                      <a:pt x="2603" y="100685"/>
                      <a:pt x="3202" y="100903"/>
                    </a:cubicBezTo>
                    <a:cubicBezTo>
                      <a:pt x="3420" y="100958"/>
                      <a:pt x="3584" y="101012"/>
                      <a:pt x="3801" y="101012"/>
                    </a:cubicBezTo>
                    <a:cubicBezTo>
                      <a:pt x="4509" y="101012"/>
                      <a:pt x="5163" y="100576"/>
                      <a:pt x="5381" y="99923"/>
                    </a:cubicBezTo>
                    <a:lnTo>
                      <a:pt x="5381" y="99868"/>
                    </a:lnTo>
                    <a:cubicBezTo>
                      <a:pt x="8430" y="91646"/>
                      <a:pt x="11916" y="84131"/>
                      <a:pt x="15945" y="76835"/>
                    </a:cubicBezTo>
                    <a:cubicBezTo>
                      <a:pt x="17851" y="73132"/>
                      <a:pt x="19920" y="69483"/>
                      <a:pt x="22044" y="65835"/>
                    </a:cubicBezTo>
                    <a:lnTo>
                      <a:pt x="28088" y="54508"/>
                    </a:lnTo>
                    <a:cubicBezTo>
                      <a:pt x="30103" y="50642"/>
                      <a:pt x="32717" y="46939"/>
                      <a:pt x="35058" y="42910"/>
                    </a:cubicBezTo>
                    <a:cubicBezTo>
                      <a:pt x="37400" y="38935"/>
                      <a:pt x="38706" y="34415"/>
                      <a:pt x="38815" y="29623"/>
                    </a:cubicBezTo>
                    <a:cubicBezTo>
                      <a:pt x="38979" y="24831"/>
                      <a:pt x="38271" y="19767"/>
                      <a:pt x="36692" y="14866"/>
                    </a:cubicBezTo>
                    <a:cubicBezTo>
                      <a:pt x="34949" y="9911"/>
                      <a:pt x="32390" y="4465"/>
                      <a:pt x="27217" y="490"/>
                    </a:cubicBezTo>
                    <a:cubicBezTo>
                      <a:pt x="26727" y="164"/>
                      <a:pt x="26237" y="0"/>
                      <a:pt x="25692" y="0"/>
                    </a:cubicBezTo>
                    <a:lnTo>
                      <a:pt x="25692" y="0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1" name="Forme libre : forme 1130">
                <a:extLst>
                  <a:ext uri="{FF2B5EF4-FFF2-40B4-BE49-F238E27FC236}">
                    <a16:creationId xmlns:a16="http://schemas.microsoft.com/office/drawing/2014/main" id="{2AD910AF-BF3D-4C52-8C19-73B1C190E086}"/>
                  </a:ext>
                </a:extLst>
              </p:cNvPr>
              <p:cNvSpPr/>
              <p:nvPr/>
            </p:nvSpPr>
            <p:spPr>
              <a:xfrm>
                <a:off x="8030029" y="5066981"/>
                <a:ext cx="68988" cy="72696"/>
              </a:xfrm>
              <a:custGeom>
                <a:avLst/>
                <a:gdLst>
                  <a:gd name="connsiteX0" fmla="*/ 61403 w 68988"/>
                  <a:gd name="connsiteY0" fmla="*/ 6371 h 72696"/>
                  <a:gd name="connsiteX1" fmla="*/ 63526 w 68988"/>
                  <a:gd name="connsiteY1" fmla="*/ 16935 h 72696"/>
                  <a:gd name="connsiteX2" fmla="*/ 59932 w 68988"/>
                  <a:gd name="connsiteY2" fmla="*/ 29514 h 72696"/>
                  <a:gd name="connsiteX3" fmla="*/ 52309 w 68988"/>
                  <a:gd name="connsiteY3" fmla="*/ 37410 h 72696"/>
                  <a:gd name="connsiteX4" fmla="*/ 46373 w 68988"/>
                  <a:gd name="connsiteY4" fmla="*/ 40459 h 72696"/>
                  <a:gd name="connsiteX5" fmla="*/ 40546 w 68988"/>
                  <a:gd name="connsiteY5" fmla="*/ 43454 h 72696"/>
                  <a:gd name="connsiteX6" fmla="*/ 30037 w 68988"/>
                  <a:gd name="connsiteY6" fmla="*/ 49063 h 72696"/>
                  <a:gd name="connsiteX7" fmla="*/ 19527 w 68988"/>
                  <a:gd name="connsiteY7" fmla="*/ 54399 h 72696"/>
                  <a:gd name="connsiteX8" fmla="*/ 9508 w 68988"/>
                  <a:gd name="connsiteY8" fmla="*/ 60280 h 72696"/>
                  <a:gd name="connsiteX9" fmla="*/ 15443 w 68988"/>
                  <a:gd name="connsiteY9" fmla="*/ 50370 h 72696"/>
                  <a:gd name="connsiteX10" fmla="*/ 22903 w 68988"/>
                  <a:gd name="connsiteY10" fmla="*/ 40623 h 72696"/>
                  <a:gd name="connsiteX11" fmla="*/ 30854 w 68988"/>
                  <a:gd name="connsiteY11" fmla="*/ 31474 h 72696"/>
                  <a:gd name="connsiteX12" fmla="*/ 37606 w 68988"/>
                  <a:gd name="connsiteY12" fmla="*/ 21237 h 72696"/>
                  <a:gd name="connsiteX13" fmla="*/ 42507 w 68988"/>
                  <a:gd name="connsiteY13" fmla="*/ 15901 h 72696"/>
                  <a:gd name="connsiteX14" fmla="*/ 53126 w 68988"/>
                  <a:gd name="connsiteY14" fmla="*/ 10401 h 72696"/>
                  <a:gd name="connsiteX15" fmla="*/ 61403 w 68988"/>
                  <a:gd name="connsiteY15" fmla="*/ 6371 h 72696"/>
                  <a:gd name="connsiteX16" fmla="*/ 62437 w 68988"/>
                  <a:gd name="connsiteY16" fmla="*/ 0 h 72696"/>
                  <a:gd name="connsiteX17" fmla="*/ 61348 w 68988"/>
                  <a:gd name="connsiteY17" fmla="*/ 273 h 72696"/>
                  <a:gd name="connsiteX18" fmla="*/ 61239 w 68988"/>
                  <a:gd name="connsiteY18" fmla="*/ 327 h 72696"/>
                  <a:gd name="connsiteX19" fmla="*/ 39458 w 68988"/>
                  <a:gd name="connsiteY19" fmla="*/ 11272 h 72696"/>
                  <a:gd name="connsiteX20" fmla="*/ 32868 w 68988"/>
                  <a:gd name="connsiteY20" fmla="*/ 18460 h 72696"/>
                  <a:gd name="connsiteX21" fmla="*/ 26715 w 68988"/>
                  <a:gd name="connsiteY21" fmla="*/ 27826 h 72696"/>
                  <a:gd name="connsiteX22" fmla="*/ 18765 w 68988"/>
                  <a:gd name="connsiteY22" fmla="*/ 36974 h 72696"/>
                  <a:gd name="connsiteX23" fmla="*/ 10978 w 68988"/>
                  <a:gd name="connsiteY23" fmla="*/ 47103 h 72696"/>
                  <a:gd name="connsiteX24" fmla="*/ 33 w 68988"/>
                  <a:gd name="connsiteY24" fmla="*/ 70681 h 72696"/>
                  <a:gd name="connsiteX25" fmla="*/ 469 w 68988"/>
                  <a:gd name="connsiteY25" fmla="*/ 72151 h 72696"/>
                  <a:gd name="connsiteX26" fmla="*/ 1721 w 68988"/>
                  <a:gd name="connsiteY26" fmla="*/ 72696 h 72696"/>
                  <a:gd name="connsiteX27" fmla="*/ 2865 w 68988"/>
                  <a:gd name="connsiteY27" fmla="*/ 72260 h 72696"/>
                  <a:gd name="connsiteX28" fmla="*/ 2865 w 68988"/>
                  <a:gd name="connsiteY28" fmla="*/ 72260 h 72696"/>
                  <a:gd name="connsiteX29" fmla="*/ 21978 w 68988"/>
                  <a:gd name="connsiteY29" fmla="*/ 59191 h 72696"/>
                  <a:gd name="connsiteX30" fmla="*/ 32378 w 68988"/>
                  <a:gd name="connsiteY30" fmla="*/ 53909 h 72696"/>
                  <a:gd name="connsiteX31" fmla="*/ 43106 w 68988"/>
                  <a:gd name="connsiteY31" fmla="*/ 48192 h 72696"/>
                  <a:gd name="connsiteX32" fmla="*/ 54977 w 68988"/>
                  <a:gd name="connsiteY32" fmla="*/ 42039 h 72696"/>
                  <a:gd name="connsiteX33" fmla="*/ 64724 w 68988"/>
                  <a:gd name="connsiteY33" fmla="*/ 31964 h 72696"/>
                  <a:gd name="connsiteX34" fmla="*/ 68971 w 68988"/>
                  <a:gd name="connsiteY34" fmla="*/ 17153 h 72696"/>
                  <a:gd name="connsiteX35" fmla="*/ 64452 w 68988"/>
                  <a:gd name="connsiteY35" fmla="*/ 980 h 72696"/>
                  <a:gd name="connsiteX36" fmla="*/ 62437 w 68988"/>
                  <a:gd name="connsiteY36" fmla="*/ 0 h 72696"/>
                  <a:gd name="connsiteX37" fmla="*/ 62437 w 68988"/>
                  <a:gd name="connsiteY37" fmla="*/ 0 h 7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68988" h="72696">
                    <a:moveTo>
                      <a:pt x="61403" y="6371"/>
                    </a:moveTo>
                    <a:cubicBezTo>
                      <a:pt x="62981" y="9312"/>
                      <a:pt x="63689" y="12851"/>
                      <a:pt x="63526" y="16935"/>
                    </a:cubicBezTo>
                    <a:cubicBezTo>
                      <a:pt x="63308" y="21183"/>
                      <a:pt x="62056" y="25539"/>
                      <a:pt x="59932" y="29514"/>
                    </a:cubicBezTo>
                    <a:cubicBezTo>
                      <a:pt x="58135" y="32890"/>
                      <a:pt x="55576" y="35504"/>
                      <a:pt x="52309" y="37410"/>
                    </a:cubicBezTo>
                    <a:cubicBezTo>
                      <a:pt x="50348" y="38499"/>
                      <a:pt x="48334" y="39479"/>
                      <a:pt x="46373" y="40459"/>
                    </a:cubicBezTo>
                    <a:cubicBezTo>
                      <a:pt x="44304" y="41494"/>
                      <a:pt x="42289" y="42474"/>
                      <a:pt x="40546" y="43454"/>
                    </a:cubicBezTo>
                    <a:lnTo>
                      <a:pt x="30037" y="49063"/>
                    </a:lnTo>
                    <a:cubicBezTo>
                      <a:pt x="26661" y="50696"/>
                      <a:pt x="23013" y="52494"/>
                      <a:pt x="19527" y="54399"/>
                    </a:cubicBezTo>
                    <a:cubicBezTo>
                      <a:pt x="15879" y="56305"/>
                      <a:pt x="12557" y="58211"/>
                      <a:pt x="9508" y="60280"/>
                    </a:cubicBezTo>
                    <a:cubicBezTo>
                      <a:pt x="11087" y="57177"/>
                      <a:pt x="13048" y="53909"/>
                      <a:pt x="15443" y="50370"/>
                    </a:cubicBezTo>
                    <a:cubicBezTo>
                      <a:pt x="17948" y="46830"/>
                      <a:pt x="20562" y="43563"/>
                      <a:pt x="22903" y="40623"/>
                    </a:cubicBezTo>
                    <a:lnTo>
                      <a:pt x="30854" y="31474"/>
                    </a:lnTo>
                    <a:cubicBezTo>
                      <a:pt x="33685" y="28153"/>
                      <a:pt x="35864" y="24450"/>
                      <a:pt x="37606" y="21237"/>
                    </a:cubicBezTo>
                    <a:cubicBezTo>
                      <a:pt x="38967" y="18841"/>
                      <a:pt x="40492" y="17153"/>
                      <a:pt x="42507" y="15901"/>
                    </a:cubicBezTo>
                    <a:cubicBezTo>
                      <a:pt x="45556" y="13886"/>
                      <a:pt x="48715" y="12416"/>
                      <a:pt x="53126" y="10401"/>
                    </a:cubicBezTo>
                    <a:cubicBezTo>
                      <a:pt x="55521" y="9203"/>
                      <a:pt x="58189" y="7950"/>
                      <a:pt x="61403" y="6371"/>
                    </a:cubicBezTo>
                    <a:moveTo>
                      <a:pt x="62437" y="0"/>
                    </a:moveTo>
                    <a:cubicBezTo>
                      <a:pt x="62056" y="0"/>
                      <a:pt x="61675" y="109"/>
                      <a:pt x="61348" y="273"/>
                    </a:cubicBezTo>
                    <a:lnTo>
                      <a:pt x="61239" y="327"/>
                    </a:lnTo>
                    <a:cubicBezTo>
                      <a:pt x="50729" y="5663"/>
                      <a:pt x="45012" y="7624"/>
                      <a:pt x="39458" y="11272"/>
                    </a:cubicBezTo>
                    <a:cubicBezTo>
                      <a:pt x="36735" y="13015"/>
                      <a:pt x="34611" y="15356"/>
                      <a:pt x="32868" y="18460"/>
                    </a:cubicBezTo>
                    <a:cubicBezTo>
                      <a:pt x="31126" y="21618"/>
                      <a:pt x="29166" y="24940"/>
                      <a:pt x="26715" y="27826"/>
                    </a:cubicBezTo>
                    <a:lnTo>
                      <a:pt x="18765" y="36974"/>
                    </a:lnTo>
                    <a:cubicBezTo>
                      <a:pt x="16151" y="40241"/>
                      <a:pt x="13483" y="43563"/>
                      <a:pt x="10978" y="47103"/>
                    </a:cubicBezTo>
                    <a:cubicBezTo>
                      <a:pt x="6077" y="54236"/>
                      <a:pt x="1666" y="62186"/>
                      <a:pt x="33" y="70681"/>
                    </a:cubicBezTo>
                    <a:cubicBezTo>
                      <a:pt x="-76" y="71171"/>
                      <a:pt x="88" y="71770"/>
                      <a:pt x="469" y="72151"/>
                    </a:cubicBezTo>
                    <a:cubicBezTo>
                      <a:pt x="796" y="72533"/>
                      <a:pt x="1285" y="72696"/>
                      <a:pt x="1721" y="72696"/>
                    </a:cubicBezTo>
                    <a:cubicBezTo>
                      <a:pt x="2157" y="72696"/>
                      <a:pt x="2538" y="72533"/>
                      <a:pt x="2865" y="72260"/>
                    </a:cubicBezTo>
                    <a:lnTo>
                      <a:pt x="2865" y="72260"/>
                    </a:lnTo>
                    <a:cubicBezTo>
                      <a:pt x="8800" y="66760"/>
                      <a:pt x="15171" y="62731"/>
                      <a:pt x="21978" y="59191"/>
                    </a:cubicBezTo>
                    <a:cubicBezTo>
                      <a:pt x="25300" y="57340"/>
                      <a:pt x="28784" y="55652"/>
                      <a:pt x="32378" y="53909"/>
                    </a:cubicBezTo>
                    <a:lnTo>
                      <a:pt x="43106" y="48192"/>
                    </a:lnTo>
                    <a:cubicBezTo>
                      <a:pt x="46809" y="46123"/>
                      <a:pt x="50947" y="44325"/>
                      <a:pt x="54977" y="42039"/>
                    </a:cubicBezTo>
                    <a:cubicBezTo>
                      <a:pt x="59006" y="39752"/>
                      <a:pt x="62382" y="36375"/>
                      <a:pt x="64724" y="31964"/>
                    </a:cubicBezTo>
                    <a:cubicBezTo>
                      <a:pt x="67065" y="27608"/>
                      <a:pt x="68699" y="22544"/>
                      <a:pt x="68971" y="17153"/>
                    </a:cubicBezTo>
                    <a:cubicBezTo>
                      <a:pt x="69135" y="11762"/>
                      <a:pt x="68209" y="6045"/>
                      <a:pt x="64452" y="980"/>
                    </a:cubicBezTo>
                    <a:cubicBezTo>
                      <a:pt x="63962" y="381"/>
                      <a:pt x="63199" y="0"/>
                      <a:pt x="62437" y="0"/>
                    </a:cubicBezTo>
                    <a:lnTo>
                      <a:pt x="62437" y="0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2" name="Forme libre : forme 1131">
                <a:extLst>
                  <a:ext uri="{FF2B5EF4-FFF2-40B4-BE49-F238E27FC236}">
                    <a16:creationId xmlns:a16="http://schemas.microsoft.com/office/drawing/2014/main" id="{7702A312-F253-4BC3-8A08-9C244BC91E34}"/>
                  </a:ext>
                </a:extLst>
              </p:cNvPr>
              <p:cNvSpPr/>
              <p:nvPr/>
            </p:nvSpPr>
            <p:spPr>
              <a:xfrm>
                <a:off x="8032737" y="5110599"/>
                <a:ext cx="87035" cy="58320"/>
              </a:xfrm>
              <a:custGeom>
                <a:avLst/>
                <a:gdLst>
                  <a:gd name="connsiteX0" fmla="*/ 60110 w 87035"/>
                  <a:gd name="connsiteY0" fmla="*/ 5445 h 58320"/>
                  <a:gd name="connsiteX1" fmla="*/ 60110 w 87035"/>
                  <a:gd name="connsiteY1" fmla="*/ 5445 h 58320"/>
                  <a:gd name="connsiteX2" fmla="*/ 61145 w 87035"/>
                  <a:gd name="connsiteY2" fmla="*/ 5445 h 58320"/>
                  <a:gd name="connsiteX3" fmla="*/ 75848 w 87035"/>
                  <a:gd name="connsiteY3" fmla="*/ 10891 h 58320"/>
                  <a:gd name="connsiteX4" fmla="*/ 81511 w 87035"/>
                  <a:gd name="connsiteY4" fmla="*/ 20366 h 58320"/>
                  <a:gd name="connsiteX5" fmla="*/ 69204 w 87035"/>
                  <a:gd name="connsiteY5" fmla="*/ 23579 h 58320"/>
                  <a:gd name="connsiteX6" fmla="*/ 62616 w 87035"/>
                  <a:gd name="connsiteY6" fmla="*/ 27499 h 58320"/>
                  <a:gd name="connsiteX7" fmla="*/ 62125 w 87035"/>
                  <a:gd name="connsiteY7" fmla="*/ 27826 h 58320"/>
                  <a:gd name="connsiteX8" fmla="*/ 57225 w 87035"/>
                  <a:gd name="connsiteY8" fmla="*/ 29024 h 58320"/>
                  <a:gd name="connsiteX9" fmla="*/ 44918 w 87035"/>
                  <a:gd name="connsiteY9" fmla="*/ 31529 h 58320"/>
                  <a:gd name="connsiteX10" fmla="*/ 33755 w 87035"/>
                  <a:gd name="connsiteY10" fmla="*/ 36103 h 58320"/>
                  <a:gd name="connsiteX11" fmla="*/ 22429 w 87035"/>
                  <a:gd name="connsiteY11" fmla="*/ 41222 h 58320"/>
                  <a:gd name="connsiteX12" fmla="*/ 11593 w 87035"/>
                  <a:gd name="connsiteY12" fmla="*/ 46721 h 58320"/>
                  <a:gd name="connsiteX13" fmla="*/ 18617 w 87035"/>
                  <a:gd name="connsiteY13" fmla="*/ 36920 h 58320"/>
                  <a:gd name="connsiteX14" fmla="*/ 27112 w 87035"/>
                  <a:gd name="connsiteY14" fmla="*/ 27227 h 58320"/>
                  <a:gd name="connsiteX15" fmla="*/ 36805 w 87035"/>
                  <a:gd name="connsiteY15" fmla="*/ 18405 h 58320"/>
                  <a:gd name="connsiteX16" fmla="*/ 40181 w 87035"/>
                  <a:gd name="connsiteY16" fmla="*/ 15465 h 58320"/>
                  <a:gd name="connsiteX17" fmla="*/ 47804 w 87035"/>
                  <a:gd name="connsiteY17" fmla="*/ 9203 h 58320"/>
                  <a:gd name="connsiteX18" fmla="*/ 60110 w 87035"/>
                  <a:gd name="connsiteY18" fmla="*/ 5445 h 58320"/>
                  <a:gd name="connsiteX19" fmla="*/ 60110 w 87035"/>
                  <a:gd name="connsiteY19" fmla="*/ 0 h 58320"/>
                  <a:gd name="connsiteX20" fmla="*/ 44755 w 87035"/>
                  <a:gd name="connsiteY20" fmla="*/ 4737 h 58320"/>
                  <a:gd name="connsiteX21" fmla="*/ 33320 w 87035"/>
                  <a:gd name="connsiteY21" fmla="*/ 14212 h 58320"/>
                  <a:gd name="connsiteX22" fmla="*/ 23300 w 87035"/>
                  <a:gd name="connsiteY22" fmla="*/ 23361 h 58320"/>
                  <a:gd name="connsiteX23" fmla="*/ 14424 w 87035"/>
                  <a:gd name="connsiteY23" fmla="*/ 33489 h 58320"/>
                  <a:gd name="connsiteX24" fmla="*/ 157 w 87035"/>
                  <a:gd name="connsiteY24" fmla="*/ 55870 h 58320"/>
                  <a:gd name="connsiteX25" fmla="*/ 211 w 87035"/>
                  <a:gd name="connsiteY25" fmla="*/ 57449 h 58320"/>
                  <a:gd name="connsiteX26" fmla="*/ 1682 w 87035"/>
                  <a:gd name="connsiteY26" fmla="*/ 58320 h 58320"/>
                  <a:gd name="connsiteX27" fmla="*/ 2553 w 87035"/>
                  <a:gd name="connsiteY27" fmla="*/ 58102 h 58320"/>
                  <a:gd name="connsiteX28" fmla="*/ 24715 w 87035"/>
                  <a:gd name="connsiteY28" fmla="*/ 46177 h 58320"/>
                  <a:gd name="connsiteX29" fmla="*/ 35770 w 87035"/>
                  <a:gd name="connsiteY29" fmla="*/ 41167 h 58320"/>
                  <a:gd name="connsiteX30" fmla="*/ 46769 w 87035"/>
                  <a:gd name="connsiteY30" fmla="*/ 36647 h 58320"/>
                  <a:gd name="connsiteX31" fmla="*/ 57497 w 87035"/>
                  <a:gd name="connsiteY31" fmla="*/ 34469 h 58320"/>
                  <a:gd name="connsiteX32" fmla="*/ 64957 w 87035"/>
                  <a:gd name="connsiteY32" fmla="*/ 32509 h 58320"/>
                  <a:gd name="connsiteX33" fmla="*/ 71601 w 87035"/>
                  <a:gd name="connsiteY33" fmla="*/ 28479 h 58320"/>
                  <a:gd name="connsiteX34" fmla="*/ 82709 w 87035"/>
                  <a:gd name="connsiteY34" fmla="*/ 25757 h 58320"/>
                  <a:gd name="connsiteX35" fmla="*/ 84125 w 87035"/>
                  <a:gd name="connsiteY35" fmla="*/ 25811 h 58320"/>
                  <a:gd name="connsiteX36" fmla="*/ 84397 w 87035"/>
                  <a:gd name="connsiteY36" fmla="*/ 25811 h 58320"/>
                  <a:gd name="connsiteX37" fmla="*/ 84506 w 87035"/>
                  <a:gd name="connsiteY37" fmla="*/ 25811 h 58320"/>
                  <a:gd name="connsiteX38" fmla="*/ 86793 w 87035"/>
                  <a:gd name="connsiteY38" fmla="*/ 23905 h 58320"/>
                  <a:gd name="connsiteX39" fmla="*/ 79387 w 87035"/>
                  <a:gd name="connsiteY39" fmla="*/ 6698 h 58320"/>
                  <a:gd name="connsiteX40" fmla="*/ 61363 w 87035"/>
                  <a:gd name="connsiteY40" fmla="*/ 0 h 58320"/>
                  <a:gd name="connsiteX41" fmla="*/ 60110 w 87035"/>
                  <a:gd name="connsiteY41" fmla="*/ 0 h 58320"/>
                  <a:gd name="connsiteX42" fmla="*/ 60110 w 87035"/>
                  <a:gd name="connsiteY42" fmla="*/ 0 h 58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87035" h="58320">
                    <a:moveTo>
                      <a:pt x="60110" y="5445"/>
                    </a:moveTo>
                    <a:lnTo>
                      <a:pt x="60110" y="5445"/>
                    </a:lnTo>
                    <a:cubicBezTo>
                      <a:pt x="60437" y="5445"/>
                      <a:pt x="60764" y="5445"/>
                      <a:pt x="61145" y="5445"/>
                    </a:cubicBezTo>
                    <a:cubicBezTo>
                      <a:pt x="66645" y="5609"/>
                      <a:pt x="71873" y="7569"/>
                      <a:pt x="75848" y="10891"/>
                    </a:cubicBezTo>
                    <a:cubicBezTo>
                      <a:pt x="78516" y="13124"/>
                      <a:pt x="81130" y="16608"/>
                      <a:pt x="81511" y="20366"/>
                    </a:cubicBezTo>
                    <a:cubicBezTo>
                      <a:pt x="75521" y="20584"/>
                      <a:pt x="71655" y="22435"/>
                      <a:pt x="69204" y="23579"/>
                    </a:cubicBezTo>
                    <a:cubicBezTo>
                      <a:pt x="66373" y="24940"/>
                      <a:pt x="64303" y="26356"/>
                      <a:pt x="62616" y="27499"/>
                    </a:cubicBezTo>
                    <a:lnTo>
                      <a:pt x="62125" y="27826"/>
                    </a:lnTo>
                    <a:cubicBezTo>
                      <a:pt x="61309" y="28316"/>
                      <a:pt x="60165" y="28806"/>
                      <a:pt x="57225" y="29024"/>
                    </a:cubicBezTo>
                    <a:cubicBezTo>
                      <a:pt x="52759" y="29242"/>
                      <a:pt x="48566" y="30113"/>
                      <a:pt x="44918" y="31529"/>
                    </a:cubicBezTo>
                    <a:cubicBezTo>
                      <a:pt x="41106" y="32944"/>
                      <a:pt x="37295" y="34524"/>
                      <a:pt x="33755" y="36103"/>
                    </a:cubicBezTo>
                    <a:cubicBezTo>
                      <a:pt x="29889" y="37682"/>
                      <a:pt x="26077" y="39425"/>
                      <a:pt x="22429" y="41222"/>
                    </a:cubicBezTo>
                    <a:cubicBezTo>
                      <a:pt x="18780" y="42910"/>
                      <a:pt x="15186" y="44761"/>
                      <a:pt x="11593" y="46721"/>
                    </a:cubicBezTo>
                    <a:cubicBezTo>
                      <a:pt x="13662" y="43563"/>
                      <a:pt x="16003" y="40350"/>
                      <a:pt x="18617" y="36920"/>
                    </a:cubicBezTo>
                    <a:cubicBezTo>
                      <a:pt x="21339" y="33544"/>
                      <a:pt x="24226" y="30276"/>
                      <a:pt x="27112" y="27227"/>
                    </a:cubicBezTo>
                    <a:cubicBezTo>
                      <a:pt x="30215" y="24178"/>
                      <a:pt x="33483" y="21183"/>
                      <a:pt x="36805" y="18405"/>
                    </a:cubicBezTo>
                    <a:cubicBezTo>
                      <a:pt x="37893" y="17480"/>
                      <a:pt x="39037" y="16500"/>
                      <a:pt x="40181" y="15465"/>
                    </a:cubicBezTo>
                    <a:cubicBezTo>
                      <a:pt x="42576" y="13341"/>
                      <a:pt x="45027" y="11163"/>
                      <a:pt x="47804" y="9203"/>
                    </a:cubicBezTo>
                    <a:cubicBezTo>
                      <a:pt x="51343" y="6752"/>
                      <a:pt x="55700" y="5445"/>
                      <a:pt x="60110" y="5445"/>
                    </a:cubicBezTo>
                    <a:moveTo>
                      <a:pt x="60110" y="0"/>
                    </a:moveTo>
                    <a:cubicBezTo>
                      <a:pt x="54284" y="0"/>
                      <a:pt x="48893" y="1906"/>
                      <a:pt x="44755" y="4737"/>
                    </a:cubicBezTo>
                    <a:cubicBezTo>
                      <a:pt x="40290" y="7841"/>
                      <a:pt x="36805" y="11326"/>
                      <a:pt x="33320" y="14212"/>
                    </a:cubicBezTo>
                    <a:cubicBezTo>
                      <a:pt x="29834" y="17153"/>
                      <a:pt x="26513" y="20202"/>
                      <a:pt x="23300" y="23361"/>
                    </a:cubicBezTo>
                    <a:cubicBezTo>
                      <a:pt x="20196" y="26628"/>
                      <a:pt x="17201" y="30004"/>
                      <a:pt x="14424" y="33489"/>
                    </a:cubicBezTo>
                    <a:cubicBezTo>
                      <a:pt x="8924" y="40568"/>
                      <a:pt x="3969" y="47919"/>
                      <a:pt x="157" y="55870"/>
                    </a:cubicBezTo>
                    <a:cubicBezTo>
                      <a:pt x="-61" y="56360"/>
                      <a:pt x="-61" y="56959"/>
                      <a:pt x="211" y="57449"/>
                    </a:cubicBezTo>
                    <a:cubicBezTo>
                      <a:pt x="538" y="57993"/>
                      <a:pt x="1083" y="58320"/>
                      <a:pt x="1682" y="58320"/>
                    </a:cubicBezTo>
                    <a:cubicBezTo>
                      <a:pt x="1954" y="58320"/>
                      <a:pt x="2280" y="58266"/>
                      <a:pt x="2553" y="58102"/>
                    </a:cubicBezTo>
                    <a:cubicBezTo>
                      <a:pt x="10068" y="53800"/>
                      <a:pt x="17310" y="49662"/>
                      <a:pt x="24715" y="46177"/>
                    </a:cubicBezTo>
                    <a:cubicBezTo>
                      <a:pt x="28364" y="44380"/>
                      <a:pt x="32067" y="42692"/>
                      <a:pt x="35770" y="41167"/>
                    </a:cubicBezTo>
                    <a:cubicBezTo>
                      <a:pt x="39418" y="39534"/>
                      <a:pt x="43066" y="38009"/>
                      <a:pt x="46769" y="36647"/>
                    </a:cubicBezTo>
                    <a:cubicBezTo>
                      <a:pt x="50473" y="35232"/>
                      <a:pt x="54230" y="34633"/>
                      <a:pt x="57497" y="34469"/>
                    </a:cubicBezTo>
                    <a:cubicBezTo>
                      <a:pt x="60710" y="34252"/>
                      <a:pt x="62942" y="33707"/>
                      <a:pt x="64957" y="32509"/>
                    </a:cubicBezTo>
                    <a:cubicBezTo>
                      <a:pt x="66700" y="31365"/>
                      <a:pt x="68769" y="29895"/>
                      <a:pt x="71601" y="28479"/>
                    </a:cubicBezTo>
                    <a:cubicBezTo>
                      <a:pt x="74269" y="27227"/>
                      <a:pt x="77481" y="25757"/>
                      <a:pt x="82709" y="25757"/>
                    </a:cubicBezTo>
                    <a:cubicBezTo>
                      <a:pt x="83145" y="25757"/>
                      <a:pt x="83635" y="25757"/>
                      <a:pt x="84125" y="25811"/>
                    </a:cubicBezTo>
                    <a:lnTo>
                      <a:pt x="84397" y="25811"/>
                    </a:lnTo>
                    <a:cubicBezTo>
                      <a:pt x="84452" y="25811"/>
                      <a:pt x="84452" y="25811"/>
                      <a:pt x="84506" y="25811"/>
                    </a:cubicBezTo>
                    <a:cubicBezTo>
                      <a:pt x="85595" y="25811"/>
                      <a:pt x="86576" y="25049"/>
                      <a:pt x="86793" y="23905"/>
                    </a:cubicBezTo>
                    <a:cubicBezTo>
                      <a:pt x="88045" y="17316"/>
                      <a:pt x="84288" y="10836"/>
                      <a:pt x="79387" y="6698"/>
                    </a:cubicBezTo>
                    <a:cubicBezTo>
                      <a:pt x="74377" y="2505"/>
                      <a:pt x="67898" y="218"/>
                      <a:pt x="61363" y="0"/>
                    </a:cubicBezTo>
                    <a:cubicBezTo>
                      <a:pt x="60927" y="0"/>
                      <a:pt x="60492" y="0"/>
                      <a:pt x="60110" y="0"/>
                    </a:cubicBezTo>
                    <a:lnTo>
                      <a:pt x="60110" y="0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3" name="Forme libre : forme 1132">
                <a:extLst>
                  <a:ext uri="{FF2B5EF4-FFF2-40B4-BE49-F238E27FC236}">
                    <a16:creationId xmlns:a16="http://schemas.microsoft.com/office/drawing/2014/main" id="{69686172-0232-4692-977C-843AB7B296A1}"/>
                  </a:ext>
                </a:extLst>
              </p:cNvPr>
              <p:cNvSpPr/>
              <p:nvPr/>
            </p:nvSpPr>
            <p:spPr>
              <a:xfrm>
                <a:off x="8039156" y="5173929"/>
                <a:ext cx="110876" cy="37736"/>
              </a:xfrm>
              <a:custGeom>
                <a:avLst/>
                <a:gdLst>
                  <a:gd name="connsiteX0" fmla="*/ 70081 w 110876"/>
                  <a:gd name="connsiteY0" fmla="*/ 5445 h 37736"/>
                  <a:gd name="connsiteX1" fmla="*/ 74982 w 110876"/>
                  <a:gd name="connsiteY1" fmla="*/ 5609 h 37736"/>
                  <a:gd name="connsiteX2" fmla="*/ 88814 w 110876"/>
                  <a:gd name="connsiteY2" fmla="*/ 10183 h 37736"/>
                  <a:gd name="connsiteX3" fmla="*/ 99923 w 110876"/>
                  <a:gd name="connsiteY3" fmla="*/ 20801 h 37736"/>
                  <a:gd name="connsiteX4" fmla="*/ 105095 w 110876"/>
                  <a:gd name="connsiteY4" fmla="*/ 32182 h 37736"/>
                  <a:gd name="connsiteX5" fmla="*/ 103244 w 110876"/>
                  <a:gd name="connsiteY5" fmla="*/ 32182 h 37736"/>
                  <a:gd name="connsiteX6" fmla="*/ 79665 w 110876"/>
                  <a:gd name="connsiteY6" fmla="*/ 30222 h 37736"/>
                  <a:gd name="connsiteX7" fmla="*/ 70081 w 110876"/>
                  <a:gd name="connsiteY7" fmla="*/ 26791 h 37736"/>
                  <a:gd name="connsiteX8" fmla="*/ 57121 w 110876"/>
                  <a:gd name="connsiteY8" fmla="*/ 21128 h 37736"/>
                  <a:gd name="connsiteX9" fmla="*/ 43617 w 110876"/>
                  <a:gd name="connsiteY9" fmla="*/ 18732 h 37736"/>
                  <a:gd name="connsiteX10" fmla="*/ 37627 w 110876"/>
                  <a:gd name="connsiteY10" fmla="*/ 18079 h 37736"/>
                  <a:gd name="connsiteX11" fmla="*/ 28533 w 110876"/>
                  <a:gd name="connsiteY11" fmla="*/ 16990 h 37736"/>
                  <a:gd name="connsiteX12" fmla="*/ 15029 w 110876"/>
                  <a:gd name="connsiteY12" fmla="*/ 12742 h 37736"/>
                  <a:gd name="connsiteX13" fmla="*/ 17479 w 110876"/>
                  <a:gd name="connsiteY13" fmla="*/ 12797 h 37736"/>
                  <a:gd name="connsiteX14" fmla="*/ 28588 w 110876"/>
                  <a:gd name="connsiteY14" fmla="*/ 11326 h 37736"/>
                  <a:gd name="connsiteX15" fmla="*/ 36593 w 110876"/>
                  <a:gd name="connsiteY15" fmla="*/ 9312 h 37736"/>
                  <a:gd name="connsiteX16" fmla="*/ 42637 w 110876"/>
                  <a:gd name="connsiteY16" fmla="*/ 7732 h 37736"/>
                  <a:gd name="connsiteX17" fmla="*/ 58211 w 110876"/>
                  <a:gd name="connsiteY17" fmla="*/ 5772 h 37736"/>
                  <a:gd name="connsiteX18" fmla="*/ 61587 w 110876"/>
                  <a:gd name="connsiteY18" fmla="*/ 5663 h 37736"/>
                  <a:gd name="connsiteX19" fmla="*/ 70081 w 110876"/>
                  <a:gd name="connsiteY19" fmla="*/ 5445 h 37736"/>
                  <a:gd name="connsiteX20" fmla="*/ 70081 w 110876"/>
                  <a:gd name="connsiteY20" fmla="*/ 0 h 37736"/>
                  <a:gd name="connsiteX21" fmla="*/ 58047 w 110876"/>
                  <a:gd name="connsiteY21" fmla="*/ 381 h 37736"/>
                  <a:gd name="connsiteX22" fmla="*/ 41493 w 110876"/>
                  <a:gd name="connsiteY22" fmla="*/ 2450 h 37736"/>
                  <a:gd name="connsiteX23" fmla="*/ 27499 w 110876"/>
                  <a:gd name="connsiteY23" fmla="*/ 6044 h 37736"/>
                  <a:gd name="connsiteX24" fmla="*/ 17534 w 110876"/>
                  <a:gd name="connsiteY24" fmla="*/ 7406 h 37736"/>
                  <a:gd name="connsiteX25" fmla="*/ 14865 w 110876"/>
                  <a:gd name="connsiteY25" fmla="*/ 7297 h 37736"/>
                  <a:gd name="connsiteX26" fmla="*/ 2831 w 110876"/>
                  <a:gd name="connsiteY26" fmla="*/ 2668 h 37736"/>
                  <a:gd name="connsiteX27" fmla="*/ 2777 w 110876"/>
                  <a:gd name="connsiteY27" fmla="*/ 2614 h 37736"/>
                  <a:gd name="connsiteX28" fmla="*/ 1688 w 110876"/>
                  <a:gd name="connsiteY28" fmla="*/ 2233 h 37736"/>
                  <a:gd name="connsiteX29" fmla="*/ 1089 w 110876"/>
                  <a:gd name="connsiteY29" fmla="*/ 2341 h 37736"/>
                  <a:gd name="connsiteX30" fmla="*/ 108 w 110876"/>
                  <a:gd name="connsiteY30" fmla="*/ 4520 h 37736"/>
                  <a:gd name="connsiteX31" fmla="*/ 11381 w 110876"/>
                  <a:gd name="connsiteY31" fmla="*/ 16990 h 37736"/>
                  <a:gd name="connsiteX32" fmla="*/ 27608 w 110876"/>
                  <a:gd name="connsiteY32" fmla="*/ 22435 h 37736"/>
                  <a:gd name="connsiteX33" fmla="*/ 42909 w 110876"/>
                  <a:gd name="connsiteY33" fmla="*/ 24178 h 37736"/>
                  <a:gd name="connsiteX34" fmla="*/ 55705 w 110876"/>
                  <a:gd name="connsiteY34" fmla="*/ 26464 h 37736"/>
                  <a:gd name="connsiteX35" fmla="*/ 67304 w 110876"/>
                  <a:gd name="connsiteY35" fmla="*/ 31583 h 37736"/>
                  <a:gd name="connsiteX36" fmla="*/ 78685 w 110876"/>
                  <a:gd name="connsiteY36" fmla="*/ 35667 h 37736"/>
                  <a:gd name="connsiteX37" fmla="*/ 103135 w 110876"/>
                  <a:gd name="connsiteY37" fmla="*/ 37736 h 37736"/>
                  <a:gd name="connsiteX38" fmla="*/ 108690 w 110876"/>
                  <a:gd name="connsiteY38" fmla="*/ 37628 h 37736"/>
                  <a:gd name="connsiteX39" fmla="*/ 108744 w 110876"/>
                  <a:gd name="connsiteY39" fmla="*/ 37628 h 37736"/>
                  <a:gd name="connsiteX40" fmla="*/ 108852 w 110876"/>
                  <a:gd name="connsiteY40" fmla="*/ 37628 h 37736"/>
                  <a:gd name="connsiteX41" fmla="*/ 110867 w 110876"/>
                  <a:gd name="connsiteY41" fmla="*/ 35232 h 37736"/>
                  <a:gd name="connsiteX42" fmla="*/ 104278 w 110876"/>
                  <a:gd name="connsiteY42" fmla="*/ 17861 h 37736"/>
                  <a:gd name="connsiteX43" fmla="*/ 91591 w 110876"/>
                  <a:gd name="connsiteY43" fmla="*/ 5718 h 37736"/>
                  <a:gd name="connsiteX44" fmla="*/ 75200 w 110876"/>
                  <a:gd name="connsiteY44" fmla="*/ 327 h 37736"/>
                  <a:gd name="connsiteX45" fmla="*/ 70081 w 110876"/>
                  <a:gd name="connsiteY45" fmla="*/ 0 h 37736"/>
                  <a:gd name="connsiteX46" fmla="*/ 70081 w 110876"/>
                  <a:gd name="connsiteY46" fmla="*/ 0 h 37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10876" h="37736">
                    <a:moveTo>
                      <a:pt x="70081" y="5445"/>
                    </a:moveTo>
                    <a:cubicBezTo>
                      <a:pt x="71715" y="5445"/>
                      <a:pt x="73349" y="5500"/>
                      <a:pt x="74982" y="5609"/>
                    </a:cubicBezTo>
                    <a:cubicBezTo>
                      <a:pt x="79938" y="5936"/>
                      <a:pt x="84730" y="7515"/>
                      <a:pt x="88814" y="10183"/>
                    </a:cubicBezTo>
                    <a:cubicBezTo>
                      <a:pt x="93224" y="13015"/>
                      <a:pt x="96982" y="16608"/>
                      <a:pt x="99923" y="20801"/>
                    </a:cubicBezTo>
                    <a:cubicBezTo>
                      <a:pt x="102591" y="24722"/>
                      <a:pt x="104224" y="28425"/>
                      <a:pt x="105095" y="32182"/>
                    </a:cubicBezTo>
                    <a:cubicBezTo>
                      <a:pt x="104497" y="32182"/>
                      <a:pt x="103843" y="32182"/>
                      <a:pt x="103244" y="32182"/>
                    </a:cubicBezTo>
                    <a:cubicBezTo>
                      <a:pt x="93170" y="32182"/>
                      <a:pt x="86037" y="31202"/>
                      <a:pt x="79665" y="30222"/>
                    </a:cubicBezTo>
                    <a:cubicBezTo>
                      <a:pt x="76289" y="29677"/>
                      <a:pt x="73240" y="28534"/>
                      <a:pt x="70081" y="26791"/>
                    </a:cubicBezTo>
                    <a:cubicBezTo>
                      <a:pt x="66978" y="24994"/>
                      <a:pt x="62295" y="22489"/>
                      <a:pt x="57121" y="21128"/>
                    </a:cubicBezTo>
                    <a:cubicBezTo>
                      <a:pt x="52166" y="19821"/>
                      <a:pt x="47919" y="19059"/>
                      <a:pt x="43617" y="18732"/>
                    </a:cubicBezTo>
                    <a:cubicBezTo>
                      <a:pt x="41711" y="18514"/>
                      <a:pt x="39696" y="18296"/>
                      <a:pt x="37627" y="18079"/>
                    </a:cubicBezTo>
                    <a:cubicBezTo>
                      <a:pt x="34632" y="17807"/>
                      <a:pt x="31583" y="17480"/>
                      <a:pt x="28533" y="16990"/>
                    </a:cubicBezTo>
                    <a:cubicBezTo>
                      <a:pt x="23033" y="16064"/>
                      <a:pt x="18623" y="14648"/>
                      <a:pt x="15029" y="12742"/>
                    </a:cubicBezTo>
                    <a:cubicBezTo>
                      <a:pt x="15846" y="12797"/>
                      <a:pt x="16662" y="12797"/>
                      <a:pt x="17479" y="12797"/>
                    </a:cubicBezTo>
                    <a:cubicBezTo>
                      <a:pt x="20965" y="12797"/>
                      <a:pt x="24558" y="12307"/>
                      <a:pt x="28588" y="11326"/>
                    </a:cubicBezTo>
                    <a:cubicBezTo>
                      <a:pt x="31201" y="10782"/>
                      <a:pt x="33816" y="10074"/>
                      <a:pt x="36593" y="9312"/>
                    </a:cubicBezTo>
                    <a:cubicBezTo>
                      <a:pt x="38553" y="8767"/>
                      <a:pt x="40568" y="8223"/>
                      <a:pt x="42637" y="7732"/>
                    </a:cubicBezTo>
                    <a:cubicBezTo>
                      <a:pt x="47429" y="6698"/>
                      <a:pt x="52820" y="5990"/>
                      <a:pt x="58211" y="5772"/>
                    </a:cubicBezTo>
                    <a:lnTo>
                      <a:pt x="61587" y="5663"/>
                    </a:lnTo>
                    <a:cubicBezTo>
                      <a:pt x="64419" y="5609"/>
                      <a:pt x="67250" y="5445"/>
                      <a:pt x="70081" y="5445"/>
                    </a:cubicBezTo>
                    <a:moveTo>
                      <a:pt x="70081" y="0"/>
                    </a:moveTo>
                    <a:cubicBezTo>
                      <a:pt x="65997" y="0"/>
                      <a:pt x="62022" y="218"/>
                      <a:pt x="58047" y="381"/>
                    </a:cubicBezTo>
                    <a:cubicBezTo>
                      <a:pt x="52438" y="599"/>
                      <a:pt x="46667" y="1307"/>
                      <a:pt x="41493" y="2450"/>
                    </a:cubicBezTo>
                    <a:cubicBezTo>
                      <a:pt x="36375" y="3703"/>
                      <a:pt x="31855" y="5119"/>
                      <a:pt x="27499" y="6044"/>
                    </a:cubicBezTo>
                    <a:cubicBezTo>
                      <a:pt x="24068" y="6861"/>
                      <a:pt x="20856" y="7406"/>
                      <a:pt x="17534" y="7406"/>
                    </a:cubicBezTo>
                    <a:cubicBezTo>
                      <a:pt x="16662" y="7406"/>
                      <a:pt x="15737" y="7351"/>
                      <a:pt x="14865" y="7297"/>
                    </a:cubicBezTo>
                    <a:cubicBezTo>
                      <a:pt x="10673" y="6916"/>
                      <a:pt x="6425" y="5663"/>
                      <a:pt x="2831" y="2668"/>
                    </a:cubicBezTo>
                    <a:lnTo>
                      <a:pt x="2777" y="2614"/>
                    </a:lnTo>
                    <a:cubicBezTo>
                      <a:pt x="2450" y="2341"/>
                      <a:pt x="2069" y="2233"/>
                      <a:pt x="1688" y="2233"/>
                    </a:cubicBezTo>
                    <a:cubicBezTo>
                      <a:pt x="1470" y="2233"/>
                      <a:pt x="1306" y="2287"/>
                      <a:pt x="1089" y="2341"/>
                    </a:cubicBezTo>
                    <a:cubicBezTo>
                      <a:pt x="217" y="2668"/>
                      <a:pt x="-218" y="3648"/>
                      <a:pt x="108" y="4520"/>
                    </a:cubicBezTo>
                    <a:cubicBezTo>
                      <a:pt x="2014" y="9693"/>
                      <a:pt x="6371" y="14104"/>
                      <a:pt x="11381" y="16990"/>
                    </a:cubicBezTo>
                    <a:cubicBezTo>
                      <a:pt x="16335" y="19930"/>
                      <a:pt x="22217" y="21509"/>
                      <a:pt x="27608" y="22435"/>
                    </a:cubicBezTo>
                    <a:cubicBezTo>
                      <a:pt x="33053" y="23306"/>
                      <a:pt x="38280" y="23579"/>
                      <a:pt x="42909" y="24178"/>
                    </a:cubicBezTo>
                    <a:cubicBezTo>
                      <a:pt x="47484" y="24559"/>
                      <a:pt x="51568" y="25376"/>
                      <a:pt x="55705" y="26464"/>
                    </a:cubicBezTo>
                    <a:cubicBezTo>
                      <a:pt x="59789" y="27554"/>
                      <a:pt x="63711" y="29460"/>
                      <a:pt x="67304" y="31583"/>
                    </a:cubicBezTo>
                    <a:cubicBezTo>
                      <a:pt x="70953" y="33598"/>
                      <a:pt x="74601" y="34959"/>
                      <a:pt x="78685" y="35667"/>
                    </a:cubicBezTo>
                    <a:cubicBezTo>
                      <a:pt x="85764" y="36756"/>
                      <a:pt x="93007" y="37736"/>
                      <a:pt x="103135" y="37736"/>
                    </a:cubicBezTo>
                    <a:cubicBezTo>
                      <a:pt x="104877" y="37736"/>
                      <a:pt x="106729" y="37682"/>
                      <a:pt x="108690" y="37628"/>
                    </a:cubicBezTo>
                    <a:lnTo>
                      <a:pt x="108744" y="37628"/>
                    </a:lnTo>
                    <a:cubicBezTo>
                      <a:pt x="108798" y="37628"/>
                      <a:pt x="108798" y="37628"/>
                      <a:pt x="108852" y="37628"/>
                    </a:cubicBezTo>
                    <a:cubicBezTo>
                      <a:pt x="110105" y="37519"/>
                      <a:pt x="110976" y="36430"/>
                      <a:pt x="110867" y="35232"/>
                    </a:cubicBezTo>
                    <a:cubicBezTo>
                      <a:pt x="110268" y="28371"/>
                      <a:pt x="107655" y="22816"/>
                      <a:pt x="104278" y="17861"/>
                    </a:cubicBezTo>
                    <a:cubicBezTo>
                      <a:pt x="100848" y="12960"/>
                      <a:pt x="96492" y="8876"/>
                      <a:pt x="91591" y="5718"/>
                    </a:cubicBezTo>
                    <a:cubicBezTo>
                      <a:pt x="86690" y="2560"/>
                      <a:pt x="81027" y="708"/>
                      <a:pt x="75200" y="327"/>
                    </a:cubicBezTo>
                    <a:cubicBezTo>
                      <a:pt x="73566" y="55"/>
                      <a:pt x="71824" y="0"/>
                      <a:pt x="70081" y="0"/>
                    </a:cubicBezTo>
                    <a:lnTo>
                      <a:pt x="70081" y="0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4" name="Forme libre : forme 1133">
                <a:extLst>
                  <a:ext uri="{FF2B5EF4-FFF2-40B4-BE49-F238E27FC236}">
                    <a16:creationId xmlns:a16="http://schemas.microsoft.com/office/drawing/2014/main" id="{3A6F037F-7122-43FD-ADEC-4B718CDEFCC9}"/>
                  </a:ext>
                </a:extLst>
              </p:cNvPr>
              <p:cNvSpPr/>
              <p:nvPr/>
            </p:nvSpPr>
            <p:spPr>
              <a:xfrm>
                <a:off x="8018067" y="5202844"/>
                <a:ext cx="78034" cy="55379"/>
              </a:xfrm>
              <a:custGeom>
                <a:avLst/>
                <a:gdLst>
                  <a:gd name="connsiteX0" fmla="*/ 9599 w 78034"/>
                  <a:gd name="connsiteY0" fmla="*/ 12089 h 55379"/>
                  <a:gd name="connsiteX1" fmla="*/ 19347 w 78034"/>
                  <a:gd name="connsiteY1" fmla="*/ 17643 h 55379"/>
                  <a:gd name="connsiteX2" fmla="*/ 29693 w 78034"/>
                  <a:gd name="connsiteY2" fmla="*/ 22163 h 55379"/>
                  <a:gd name="connsiteX3" fmla="*/ 39985 w 78034"/>
                  <a:gd name="connsiteY3" fmla="*/ 25484 h 55379"/>
                  <a:gd name="connsiteX4" fmla="*/ 48915 w 78034"/>
                  <a:gd name="connsiteY4" fmla="*/ 26464 h 55379"/>
                  <a:gd name="connsiteX5" fmla="*/ 60024 w 78034"/>
                  <a:gd name="connsiteY5" fmla="*/ 29133 h 55379"/>
                  <a:gd name="connsiteX6" fmla="*/ 69989 w 78034"/>
                  <a:gd name="connsiteY6" fmla="*/ 38444 h 55379"/>
                  <a:gd name="connsiteX7" fmla="*/ 72494 w 78034"/>
                  <a:gd name="connsiteY7" fmla="*/ 48627 h 55379"/>
                  <a:gd name="connsiteX8" fmla="*/ 67484 w 78034"/>
                  <a:gd name="connsiteY8" fmla="*/ 48192 h 55379"/>
                  <a:gd name="connsiteX9" fmla="*/ 61222 w 78034"/>
                  <a:gd name="connsiteY9" fmla="*/ 48791 h 55379"/>
                  <a:gd name="connsiteX10" fmla="*/ 60187 w 78034"/>
                  <a:gd name="connsiteY10" fmla="*/ 48954 h 55379"/>
                  <a:gd name="connsiteX11" fmla="*/ 58499 w 78034"/>
                  <a:gd name="connsiteY11" fmla="*/ 49226 h 55379"/>
                  <a:gd name="connsiteX12" fmla="*/ 52999 w 78034"/>
                  <a:gd name="connsiteY12" fmla="*/ 49880 h 55379"/>
                  <a:gd name="connsiteX13" fmla="*/ 52237 w 78034"/>
                  <a:gd name="connsiteY13" fmla="*/ 49880 h 55379"/>
                  <a:gd name="connsiteX14" fmla="*/ 44069 w 78034"/>
                  <a:gd name="connsiteY14" fmla="*/ 47103 h 55379"/>
                  <a:gd name="connsiteX15" fmla="*/ 36881 w 78034"/>
                  <a:gd name="connsiteY15" fmla="*/ 42039 h 55379"/>
                  <a:gd name="connsiteX16" fmla="*/ 32960 w 78034"/>
                  <a:gd name="connsiteY16" fmla="*/ 39152 h 55379"/>
                  <a:gd name="connsiteX17" fmla="*/ 23376 w 78034"/>
                  <a:gd name="connsiteY17" fmla="*/ 31202 h 55379"/>
                  <a:gd name="connsiteX18" fmla="*/ 15426 w 78034"/>
                  <a:gd name="connsiteY18" fmla="*/ 21836 h 55379"/>
                  <a:gd name="connsiteX19" fmla="*/ 9599 w 78034"/>
                  <a:gd name="connsiteY19" fmla="*/ 12089 h 55379"/>
                  <a:gd name="connsiteX20" fmla="*/ 1704 w 78034"/>
                  <a:gd name="connsiteY20" fmla="*/ 0 h 55379"/>
                  <a:gd name="connsiteX21" fmla="*/ 1268 w 78034"/>
                  <a:gd name="connsiteY21" fmla="*/ 55 h 55379"/>
                  <a:gd name="connsiteX22" fmla="*/ 70 w 78034"/>
                  <a:gd name="connsiteY22" fmla="*/ 2124 h 55379"/>
                  <a:gd name="connsiteX23" fmla="*/ 11070 w 78034"/>
                  <a:gd name="connsiteY23" fmla="*/ 24994 h 55379"/>
                  <a:gd name="connsiteX24" fmla="*/ 19565 w 78034"/>
                  <a:gd name="connsiteY24" fmla="*/ 35068 h 55379"/>
                  <a:gd name="connsiteX25" fmla="*/ 29856 w 78034"/>
                  <a:gd name="connsiteY25" fmla="*/ 43672 h 55379"/>
                  <a:gd name="connsiteX26" fmla="*/ 41237 w 78034"/>
                  <a:gd name="connsiteY26" fmla="*/ 51786 h 55379"/>
                  <a:gd name="connsiteX27" fmla="*/ 52183 w 78034"/>
                  <a:gd name="connsiteY27" fmla="*/ 55379 h 55379"/>
                  <a:gd name="connsiteX28" fmla="*/ 53108 w 78034"/>
                  <a:gd name="connsiteY28" fmla="*/ 55379 h 55379"/>
                  <a:gd name="connsiteX29" fmla="*/ 61167 w 78034"/>
                  <a:gd name="connsiteY29" fmla="*/ 54345 h 55379"/>
                  <a:gd name="connsiteX30" fmla="*/ 67538 w 78034"/>
                  <a:gd name="connsiteY30" fmla="*/ 53637 h 55379"/>
                  <a:gd name="connsiteX31" fmla="*/ 73637 w 78034"/>
                  <a:gd name="connsiteY31" fmla="*/ 54399 h 55379"/>
                  <a:gd name="connsiteX32" fmla="*/ 73964 w 78034"/>
                  <a:gd name="connsiteY32" fmla="*/ 54508 h 55379"/>
                  <a:gd name="connsiteX33" fmla="*/ 74509 w 78034"/>
                  <a:gd name="connsiteY33" fmla="*/ 54563 h 55379"/>
                  <a:gd name="connsiteX34" fmla="*/ 76632 w 78034"/>
                  <a:gd name="connsiteY34" fmla="*/ 53201 h 55379"/>
                  <a:gd name="connsiteX35" fmla="*/ 74563 w 78034"/>
                  <a:gd name="connsiteY35" fmla="*/ 35558 h 55379"/>
                  <a:gd name="connsiteX36" fmla="*/ 62692 w 78034"/>
                  <a:gd name="connsiteY36" fmla="*/ 24395 h 55379"/>
                  <a:gd name="connsiteX37" fmla="*/ 41400 w 78034"/>
                  <a:gd name="connsiteY37" fmla="*/ 20202 h 55379"/>
                  <a:gd name="connsiteX38" fmla="*/ 31654 w 78034"/>
                  <a:gd name="connsiteY38" fmla="*/ 17044 h 55379"/>
                  <a:gd name="connsiteX39" fmla="*/ 21852 w 78034"/>
                  <a:gd name="connsiteY39" fmla="*/ 12797 h 55379"/>
                  <a:gd name="connsiteX40" fmla="*/ 2738 w 78034"/>
                  <a:gd name="connsiteY40" fmla="*/ 381 h 55379"/>
                  <a:gd name="connsiteX41" fmla="*/ 2684 w 78034"/>
                  <a:gd name="connsiteY41" fmla="*/ 327 h 55379"/>
                  <a:gd name="connsiteX42" fmla="*/ 1704 w 78034"/>
                  <a:gd name="connsiteY42" fmla="*/ 0 h 55379"/>
                  <a:gd name="connsiteX43" fmla="*/ 1704 w 78034"/>
                  <a:gd name="connsiteY43" fmla="*/ 0 h 55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78034" h="55379">
                    <a:moveTo>
                      <a:pt x="9599" y="12089"/>
                    </a:moveTo>
                    <a:cubicBezTo>
                      <a:pt x="12976" y="14321"/>
                      <a:pt x="16189" y="16118"/>
                      <a:pt x="19347" y="17643"/>
                    </a:cubicBezTo>
                    <a:cubicBezTo>
                      <a:pt x="22723" y="19440"/>
                      <a:pt x="26317" y="20965"/>
                      <a:pt x="29693" y="22163"/>
                    </a:cubicBezTo>
                    <a:cubicBezTo>
                      <a:pt x="33505" y="23688"/>
                      <a:pt x="36935" y="24776"/>
                      <a:pt x="39985" y="25484"/>
                    </a:cubicBezTo>
                    <a:cubicBezTo>
                      <a:pt x="43252" y="26410"/>
                      <a:pt x="46247" y="26464"/>
                      <a:pt x="48915" y="26464"/>
                    </a:cubicBezTo>
                    <a:cubicBezTo>
                      <a:pt x="52782" y="26519"/>
                      <a:pt x="55885" y="26573"/>
                      <a:pt x="60024" y="29133"/>
                    </a:cubicBezTo>
                    <a:cubicBezTo>
                      <a:pt x="62475" y="30603"/>
                      <a:pt x="67103" y="33707"/>
                      <a:pt x="69989" y="38444"/>
                    </a:cubicBezTo>
                    <a:cubicBezTo>
                      <a:pt x="70860" y="39860"/>
                      <a:pt x="73311" y="44325"/>
                      <a:pt x="72494" y="48627"/>
                    </a:cubicBezTo>
                    <a:cubicBezTo>
                      <a:pt x="70806" y="48355"/>
                      <a:pt x="69172" y="48192"/>
                      <a:pt x="67484" y="48192"/>
                    </a:cubicBezTo>
                    <a:cubicBezTo>
                      <a:pt x="64979" y="48192"/>
                      <a:pt x="62910" y="48519"/>
                      <a:pt x="61222" y="48791"/>
                    </a:cubicBezTo>
                    <a:lnTo>
                      <a:pt x="60187" y="48954"/>
                    </a:lnTo>
                    <a:lnTo>
                      <a:pt x="58499" y="49226"/>
                    </a:lnTo>
                    <a:cubicBezTo>
                      <a:pt x="56430" y="49607"/>
                      <a:pt x="54851" y="49880"/>
                      <a:pt x="52999" y="49880"/>
                    </a:cubicBezTo>
                    <a:cubicBezTo>
                      <a:pt x="52782" y="49880"/>
                      <a:pt x="52564" y="49880"/>
                      <a:pt x="52237" y="49880"/>
                    </a:cubicBezTo>
                    <a:cubicBezTo>
                      <a:pt x="49786" y="49825"/>
                      <a:pt x="46900" y="48845"/>
                      <a:pt x="44069" y="47103"/>
                    </a:cubicBezTo>
                    <a:cubicBezTo>
                      <a:pt x="41618" y="45578"/>
                      <a:pt x="39168" y="43781"/>
                      <a:pt x="36881" y="42039"/>
                    </a:cubicBezTo>
                    <a:cubicBezTo>
                      <a:pt x="35574" y="41058"/>
                      <a:pt x="34267" y="40078"/>
                      <a:pt x="32960" y="39152"/>
                    </a:cubicBezTo>
                    <a:cubicBezTo>
                      <a:pt x="29802" y="36865"/>
                      <a:pt x="26589" y="34251"/>
                      <a:pt x="23376" y="31202"/>
                    </a:cubicBezTo>
                    <a:cubicBezTo>
                      <a:pt x="20490" y="28262"/>
                      <a:pt x="17768" y="25049"/>
                      <a:pt x="15426" y="21836"/>
                    </a:cubicBezTo>
                    <a:cubicBezTo>
                      <a:pt x="13194" y="18623"/>
                      <a:pt x="11233" y="15356"/>
                      <a:pt x="9599" y="12089"/>
                    </a:cubicBezTo>
                    <a:moveTo>
                      <a:pt x="1704" y="0"/>
                    </a:moveTo>
                    <a:cubicBezTo>
                      <a:pt x="1540" y="0"/>
                      <a:pt x="1431" y="0"/>
                      <a:pt x="1268" y="55"/>
                    </a:cubicBezTo>
                    <a:cubicBezTo>
                      <a:pt x="343" y="272"/>
                      <a:pt x="-202" y="1252"/>
                      <a:pt x="70" y="2124"/>
                    </a:cubicBezTo>
                    <a:cubicBezTo>
                      <a:pt x="2194" y="10183"/>
                      <a:pt x="6060" y="17861"/>
                      <a:pt x="11070" y="24994"/>
                    </a:cubicBezTo>
                    <a:cubicBezTo>
                      <a:pt x="13629" y="28479"/>
                      <a:pt x="16461" y="31856"/>
                      <a:pt x="19565" y="35068"/>
                    </a:cubicBezTo>
                    <a:cubicBezTo>
                      <a:pt x="22778" y="38118"/>
                      <a:pt x="26154" y="41058"/>
                      <a:pt x="29856" y="43672"/>
                    </a:cubicBezTo>
                    <a:cubicBezTo>
                      <a:pt x="33559" y="46286"/>
                      <a:pt x="37208" y="49226"/>
                      <a:pt x="41237" y="51786"/>
                    </a:cubicBezTo>
                    <a:cubicBezTo>
                      <a:pt x="45267" y="54236"/>
                      <a:pt x="49024" y="55325"/>
                      <a:pt x="52183" y="55379"/>
                    </a:cubicBezTo>
                    <a:cubicBezTo>
                      <a:pt x="52509" y="55379"/>
                      <a:pt x="52782" y="55379"/>
                      <a:pt x="53108" y="55379"/>
                    </a:cubicBezTo>
                    <a:cubicBezTo>
                      <a:pt x="55994" y="55379"/>
                      <a:pt x="58282" y="54835"/>
                      <a:pt x="61167" y="54345"/>
                    </a:cubicBezTo>
                    <a:cubicBezTo>
                      <a:pt x="63073" y="54073"/>
                      <a:pt x="65088" y="53637"/>
                      <a:pt x="67538" y="53637"/>
                    </a:cubicBezTo>
                    <a:cubicBezTo>
                      <a:pt x="69281" y="53637"/>
                      <a:pt x="71296" y="53855"/>
                      <a:pt x="73637" y="54399"/>
                    </a:cubicBezTo>
                    <a:lnTo>
                      <a:pt x="73964" y="54508"/>
                    </a:lnTo>
                    <a:cubicBezTo>
                      <a:pt x="74127" y="54563"/>
                      <a:pt x="74345" y="54563"/>
                      <a:pt x="74509" y="54563"/>
                    </a:cubicBezTo>
                    <a:cubicBezTo>
                      <a:pt x="75380" y="54563"/>
                      <a:pt x="76251" y="54073"/>
                      <a:pt x="76632" y="53201"/>
                    </a:cubicBezTo>
                    <a:cubicBezTo>
                      <a:pt x="79464" y="47375"/>
                      <a:pt x="77612" y="40514"/>
                      <a:pt x="74563" y="35558"/>
                    </a:cubicBezTo>
                    <a:cubicBezTo>
                      <a:pt x="71404" y="30440"/>
                      <a:pt x="66721" y="26737"/>
                      <a:pt x="62692" y="24395"/>
                    </a:cubicBezTo>
                    <a:cubicBezTo>
                      <a:pt x="54252" y="19113"/>
                      <a:pt x="48262" y="22163"/>
                      <a:pt x="41400" y="20202"/>
                    </a:cubicBezTo>
                    <a:cubicBezTo>
                      <a:pt x="38133" y="19440"/>
                      <a:pt x="34866" y="18296"/>
                      <a:pt x="31654" y="17044"/>
                    </a:cubicBezTo>
                    <a:cubicBezTo>
                      <a:pt x="28332" y="15900"/>
                      <a:pt x="25064" y="14485"/>
                      <a:pt x="21852" y="12797"/>
                    </a:cubicBezTo>
                    <a:cubicBezTo>
                      <a:pt x="15263" y="9584"/>
                      <a:pt x="9001" y="5336"/>
                      <a:pt x="2738" y="381"/>
                    </a:cubicBezTo>
                    <a:lnTo>
                      <a:pt x="2684" y="327"/>
                    </a:lnTo>
                    <a:cubicBezTo>
                      <a:pt x="2466" y="109"/>
                      <a:pt x="2085" y="0"/>
                      <a:pt x="1704" y="0"/>
                    </a:cubicBezTo>
                    <a:lnTo>
                      <a:pt x="1704" y="0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5" name="Forme libre : forme 1134">
                <a:extLst>
                  <a:ext uri="{FF2B5EF4-FFF2-40B4-BE49-F238E27FC236}">
                    <a16:creationId xmlns:a16="http://schemas.microsoft.com/office/drawing/2014/main" id="{498F3B6A-E3FA-4A4C-95FC-C8D4A9F75026}"/>
                  </a:ext>
                </a:extLst>
              </p:cNvPr>
              <p:cNvSpPr/>
              <p:nvPr/>
            </p:nvSpPr>
            <p:spPr>
              <a:xfrm>
                <a:off x="7998922" y="5227185"/>
                <a:ext cx="52532" cy="88487"/>
              </a:xfrm>
              <a:custGeom>
                <a:avLst/>
                <a:gdLst>
                  <a:gd name="connsiteX0" fmla="*/ 9577 w 52532"/>
                  <a:gd name="connsiteY0" fmla="*/ 13287 h 88487"/>
                  <a:gd name="connsiteX1" fmla="*/ 17690 w 52532"/>
                  <a:gd name="connsiteY1" fmla="*/ 22217 h 88487"/>
                  <a:gd name="connsiteX2" fmla="*/ 25205 w 52532"/>
                  <a:gd name="connsiteY2" fmla="*/ 32781 h 88487"/>
                  <a:gd name="connsiteX3" fmla="*/ 31413 w 52532"/>
                  <a:gd name="connsiteY3" fmla="*/ 44325 h 88487"/>
                  <a:gd name="connsiteX4" fmla="*/ 38437 w 52532"/>
                  <a:gd name="connsiteY4" fmla="*/ 55434 h 88487"/>
                  <a:gd name="connsiteX5" fmla="*/ 41433 w 52532"/>
                  <a:gd name="connsiteY5" fmla="*/ 61533 h 88487"/>
                  <a:gd name="connsiteX6" fmla="*/ 42249 w 52532"/>
                  <a:gd name="connsiteY6" fmla="*/ 66542 h 88487"/>
                  <a:gd name="connsiteX7" fmla="*/ 42848 w 52532"/>
                  <a:gd name="connsiteY7" fmla="*/ 70354 h 88487"/>
                  <a:gd name="connsiteX8" fmla="*/ 46278 w 52532"/>
                  <a:gd name="connsiteY8" fmla="*/ 82225 h 88487"/>
                  <a:gd name="connsiteX9" fmla="*/ 41269 w 52532"/>
                  <a:gd name="connsiteY9" fmla="*/ 83096 h 88487"/>
                  <a:gd name="connsiteX10" fmla="*/ 35225 w 52532"/>
                  <a:gd name="connsiteY10" fmla="*/ 82116 h 88487"/>
                  <a:gd name="connsiteX11" fmla="*/ 23027 w 52532"/>
                  <a:gd name="connsiteY11" fmla="*/ 73894 h 88487"/>
                  <a:gd name="connsiteX12" fmla="*/ 17799 w 52532"/>
                  <a:gd name="connsiteY12" fmla="*/ 62458 h 88487"/>
                  <a:gd name="connsiteX13" fmla="*/ 17255 w 52532"/>
                  <a:gd name="connsiteY13" fmla="*/ 55597 h 88487"/>
                  <a:gd name="connsiteX14" fmla="*/ 16710 w 52532"/>
                  <a:gd name="connsiteY14" fmla="*/ 48954 h 88487"/>
                  <a:gd name="connsiteX15" fmla="*/ 15022 w 52532"/>
                  <a:gd name="connsiteY15" fmla="*/ 37137 h 88487"/>
                  <a:gd name="connsiteX16" fmla="*/ 12681 w 52532"/>
                  <a:gd name="connsiteY16" fmla="*/ 25049 h 88487"/>
                  <a:gd name="connsiteX17" fmla="*/ 9577 w 52532"/>
                  <a:gd name="connsiteY17" fmla="*/ 13287 h 88487"/>
                  <a:gd name="connsiteX18" fmla="*/ 1736 w 52532"/>
                  <a:gd name="connsiteY18" fmla="*/ 0 h 88487"/>
                  <a:gd name="connsiteX19" fmla="*/ 1137 w 52532"/>
                  <a:gd name="connsiteY19" fmla="*/ 109 h 88487"/>
                  <a:gd name="connsiteX20" fmla="*/ 102 w 52532"/>
                  <a:gd name="connsiteY20" fmla="*/ 2287 h 88487"/>
                  <a:gd name="connsiteX21" fmla="*/ 7290 w 52532"/>
                  <a:gd name="connsiteY21" fmla="*/ 26138 h 88487"/>
                  <a:gd name="connsiteX22" fmla="*/ 9522 w 52532"/>
                  <a:gd name="connsiteY22" fmla="*/ 37845 h 88487"/>
                  <a:gd name="connsiteX23" fmla="*/ 11156 w 52532"/>
                  <a:gd name="connsiteY23" fmla="*/ 49498 h 88487"/>
                  <a:gd name="connsiteX24" fmla="*/ 12245 w 52532"/>
                  <a:gd name="connsiteY24" fmla="*/ 63057 h 88487"/>
                  <a:gd name="connsiteX25" fmla="*/ 18725 w 52532"/>
                  <a:gd name="connsiteY25" fmla="*/ 77433 h 88487"/>
                  <a:gd name="connsiteX26" fmla="*/ 33427 w 52532"/>
                  <a:gd name="connsiteY26" fmla="*/ 87289 h 88487"/>
                  <a:gd name="connsiteX27" fmla="*/ 41106 w 52532"/>
                  <a:gd name="connsiteY27" fmla="*/ 88487 h 88487"/>
                  <a:gd name="connsiteX28" fmla="*/ 51561 w 52532"/>
                  <a:gd name="connsiteY28" fmla="*/ 85384 h 88487"/>
                  <a:gd name="connsiteX29" fmla="*/ 52269 w 52532"/>
                  <a:gd name="connsiteY29" fmla="*/ 82389 h 88487"/>
                  <a:gd name="connsiteX30" fmla="*/ 52160 w 52532"/>
                  <a:gd name="connsiteY30" fmla="*/ 82171 h 88487"/>
                  <a:gd name="connsiteX31" fmla="*/ 48076 w 52532"/>
                  <a:gd name="connsiteY31" fmla="*/ 69429 h 88487"/>
                  <a:gd name="connsiteX32" fmla="*/ 46660 w 52532"/>
                  <a:gd name="connsiteY32" fmla="*/ 60389 h 88487"/>
                  <a:gd name="connsiteX33" fmla="*/ 42739 w 52532"/>
                  <a:gd name="connsiteY33" fmla="*/ 52112 h 88487"/>
                  <a:gd name="connsiteX34" fmla="*/ 36205 w 52532"/>
                  <a:gd name="connsiteY34" fmla="*/ 41875 h 88487"/>
                  <a:gd name="connsiteX35" fmla="*/ 29779 w 52532"/>
                  <a:gd name="connsiteY35" fmla="*/ 29895 h 88487"/>
                  <a:gd name="connsiteX36" fmla="*/ 21883 w 52532"/>
                  <a:gd name="connsiteY36" fmla="*/ 18786 h 88487"/>
                  <a:gd name="connsiteX37" fmla="*/ 2715 w 52532"/>
                  <a:gd name="connsiteY37" fmla="*/ 272 h 88487"/>
                  <a:gd name="connsiteX38" fmla="*/ 1736 w 52532"/>
                  <a:gd name="connsiteY38" fmla="*/ 0 h 88487"/>
                  <a:gd name="connsiteX39" fmla="*/ 1736 w 52532"/>
                  <a:gd name="connsiteY39" fmla="*/ 0 h 88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52532" h="88487">
                    <a:moveTo>
                      <a:pt x="9577" y="13287"/>
                    </a:moveTo>
                    <a:cubicBezTo>
                      <a:pt x="12299" y="15955"/>
                      <a:pt x="14967" y="18950"/>
                      <a:pt x="17690" y="22217"/>
                    </a:cubicBezTo>
                    <a:cubicBezTo>
                      <a:pt x="20359" y="25648"/>
                      <a:pt x="22918" y="29242"/>
                      <a:pt x="25205" y="32781"/>
                    </a:cubicBezTo>
                    <a:cubicBezTo>
                      <a:pt x="27492" y="36647"/>
                      <a:pt x="29616" y="40786"/>
                      <a:pt x="31413" y="44325"/>
                    </a:cubicBezTo>
                    <a:cubicBezTo>
                      <a:pt x="33210" y="47919"/>
                      <a:pt x="35442" y="51459"/>
                      <a:pt x="38437" y="55434"/>
                    </a:cubicBezTo>
                    <a:cubicBezTo>
                      <a:pt x="40071" y="57666"/>
                      <a:pt x="41106" y="59681"/>
                      <a:pt x="41433" y="61533"/>
                    </a:cubicBezTo>
                    <a:cubicBezTo>
                      <a:pt x="41759" y="63112"/>
                      <a:pt x="41977" y="64745"/>
                      <a:pt x="42249" y="66542"/>
                    </a:cubicBezTo>
                    <a:cubicBezTo>
                      <a:pt x="42412" y="67741"/>
                      <a:pt x="42630" y="69047"/>
                      <a:pt x="42848" y="70354"/>
                    </a:cubicBezTo>
                    <a:cubicBezTo>
                      <a:pt x="43338" y="73240"/>
                      <a:pt x="43992" y="77106"/>
                      <a:pt x="46278" y="82225"/>
                    </a:cubicBezTo>
                    <a:cubicBezTo>
                      <a:pt x="44809" y="82824"/>
                      <a:pt x="43120" y="83096"/>
                      <a:pt x="41269" y="83096"/>
                    </a:cubicBezTo>
                    <a:cubicBezTo>
                      <a:pt x="39363" y="83096"/>
                      <a:pt x="37240" y="82770"/>
                      <a:pt x="35225" y="82116"/>
                    </a:cubicBezTo>
                    <a:cubicBezTo>
                      <a:pt x="30650" y="80646"/>
                      <a:pt x="26403" y="77814"/>
                      <a:pt x="23027" y="73894"/>
                    </a:cubicBezTo>
                    <a:cubicBezTo>
                      <a:pt x="20141" y="70517"/>
                      <a:pt x="18398" y="66651"/>
                      <a:pt x="17799" y="62458"/>
                    </a:cubicBezTo>
                    <a:cubicBezTo>
                      <a:pt x="17527" y="60117"/>
                      <a:pt x="17418" y="57830"/>
                      <a:pt x="17255" y="55597"/>
                    </a:cubicBezTo>
                    <a:cubicBezTo>
                      <a:pt x="17146" y="53256"/>
                      <a:pt x="16982" y="51078"/>
                      <a:pt x="16710" y="48954"/>
                    </a:cubicBezTo>
                    <a:cubicBezTo>
                      <a:pt x="16275" y="44924"/>
                      <a:pt x="15784" y="41004"/>
                      <a:pt x="15022" y="37137"/>
                    </a:cubicBezTo>
                    <a:cubicBezTo>
                      <a:pt x="14423" y="33053"/>
                      <a:pt x="13661" y="28969"/>
                      <a:pt x="12681" y="25049"/>
                    </a:cubicBezTo>
                    <a:cubicBezTo>
                      <a:pt x="11809" y="20965"/>
                      <a:pt x="10721" y="17044"/>
                      <a:pt x="9577" y="13287"/>
                    </a:cubicBezTo>
                    <a:moveTo>
                      <a:pt x="1736" y="0"/>
                    </a:moveTo>
                    <a:cubicBezTo>
                      <a:pt x="1518" y="0"/>
                      <a:pt x="1354" y="54"/>
                      <a:pt x="1137" y="109"/>
                    </a:cubicBezTo>
                    <a:cubicBezTo>
                      <a:pt x="265" y="435"/>
                      <a:pt x="-225" y="1416"/>
                      <a:pt x="102" y="2287"/>
                    </a:cubicBezTo>
                    <a:cubicBezTo>
                      <a:pt x="2988" y="10401"/>
                      <a:pt x="5547" y="18242"/>
                      <a:pt x="7290" y="26138"/>
                    </a:cubicBezTo>
                    <a:cubicBezTo>
                      <a:pt x="8215" y="30058"/>
                      <a:pt x="8978" y="33925"/>
                      <a:pt x="9522" y="37845"/>
                    </a:cubicBezTo>
                    <a:cubicBezTo>
                      <a:pt x="10230" y="41711"/>
                      <a:pt x="10721" y="45414"/>
                      <a:pt x="11156" y="49498"/>
                    </a:cubicBezTo>
                    <a:cubicBezTo>
                      <a:pt x="11646" y="53582"/>
                      <a:pt x="11646" y="58157"/>
                      <a:pt x="12245" y="63057"/>
                    </a:cubicBezTo>
                    <a:cubicBezTo>
                      <a:pt x="12898" y="67958"/>
                      <a:pt x="14859" y="72913"/>
                      <a:pt x="18725" y="77433"/>
                    </a:cubicBezTo>
                    <a:cubicBezTo>
                      <a:pt x="22537" y="81789"/>
                      <a:pt x="27492" y="85438"/>
                      <a:pt x="33427" y="87289"/>
                    </a:cubicBezTo>
                    <a:cubicBezTo>
                      <a:pt x="35878" y="88052"/>
                      <a:pt x="38492" y="88487"/>
                      <a:pt x="41106" y="88487"/>
                    </a:cubicBezTo>
                    <a:cubicBezTo>
                      <a:pt x="44754" y="88487"/>
                      <a:pt x="48402" y="87616"/>
                      <a:pt x="51561" y="85384"/>
                    </a:cubicBezTo>
                    <a:cubicBezTo>
                      <a:pt x="52486" y="84730"/>
                      <a:pt x="52813" y="83423"/>
                      <a:pt x="52269" y="82389"/>
                    </a:cubicBezTo>
                    <a:lnTo>
                      <a:pt x="52160" y="82171"/>
                    </a:lnTo>
                    <a:cubicBezTo>
                      <a:pt x="49328" y="76780"/>
                      <a:pt x="48620" y="72913"/>
                      <a:pt x="48076" y="69429"/>
                    </a:cubicBezTo>
                    <a:cubicBezTo>
                      <a:pt x="47531" y="66053"/>
                      <a:pt x="47204" y="63112"/>
                      <a:pt x="46660" y="60389"/>
                    </a:cubicBezTo>
                    <a:cubicBezTo>
                      <a:pt x="46225" y="57775"/>
                      <a:pt x="44863" y="55053"/>
                      <a:pt x="42739" y="52112"/>
                    </a:cubicBezTo>
                    <a:cubicBezTo>
                      <a:pt x="40507" y="49172"/>
                      <a:pt x="38165" y="45741"/>
                      <a:pt x="36205" y="41875"/>
                    </a:cubicBezTo>
                    <a:cubicBezTo>
                      <a:pt x="34244" y="38009"/>
                      <a:pt x="32121" y="33816"/>
                      <a:pt x="29779" y="29895"/>
                    </a:cubicBezTo>
                    <a:cubicBezTo>
                      <a:pt x="27329" y="26029"/>
                      <a:pt x="24660" y="22326"/>
                      <a:pt x="21883" y="18786"/>
                    </a:cubicBezTo>
                    <a:cubicBezTo>
                      <a:pt x="16111" y="11816"/>
                      <a:pt x="9849" y="5445"/>
                      <a:pt x="2715" y="272"/>
                    </a:cubicBezTo>
                    <a:cubicBezTo>
                      <a:pt x="2443" y="109"/>
                      <a:pt x="2116" y="0"/>
                      <a:pt x="1736" y="0"/>
                    </a:cubicBezTo>
                    <a:lnTo>
                      <a:pt x="1736" y="0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6" name="Forme libre : forme 1135">
                <a:extLst>
                  <a:ext uri="{FF2B5EF4-FFF2-40B4-BE49-F238E27FC236}">
                    <a16:creationId xmlns:a16="http://schemas.microsoft.com/office/drawing/2014/main" id="{5F43E901-B1C5-4BDC-9FEC-579EB8FD2ECC}"/>
                  </a:ext>
                </a:extLst>
              </p:cNvPr>
              <p:cNvSpPr/>
              <p:nvPr/>
            </p:nvSpPr>
            <p:spPr>
              <a:xfrm>
                <a:off x="7918541" y="5215586"/>
                <a:ext cx="63978" cy="118600"/>
              </a:xfrm>
              <a:custGeom>
                <a:avLst/>
                <a:gdLst>
                  <a:gd name="connsiteX0" fmla="*/ 58374 w 63978"/>
                  <a:gd name="connsiteY0" fmla="*/ 19875 h 118600"/>
                  <a:gd name="connsiteX1" fmla="*/ 57612 w 63978"/>
                  <a:gd name="connsiteY1" fmla="*/ 35340 h 118600"/>
                  <a:gd name="connsiteX2" fmla="*/ 52112 w 63978"/>
                  <a:gd name="connsiteY2" fmla="*/ 51894 h 118600"/>
                  <a:gd name="connsiteX3" fmla="*/ 42419 w 63978"/>
                  <a:gd name="connsiteY3" fmla="*/ 66706 h 118600"/>
                  <a:gd name="connsiteX4" fmla="*/ 33380 w 63978"/>
                  <a:gd name="connsiteY4" fmla="*/ 80809 h 118600"/>
                  <a:gd name="connsiteX5" fmla="*/ 27499 w 63978"/>
                  <a:gd name="connsiteY5" fmla="*/ 89522 h 118600"/>
                  <a:gd name="connsiteX6" fmla="*/ 26355 w 63978"/>
                  <a:gd name="connsiteY6" fmla="*/ 90829 h 118600"/>
                  <a:gd name="connsiteX7" fmla="*/ 20474 w 63978"/>
                  <a:gd name="connsiteY7" fmla="*/ 98725 h 118600"/>
                  <a:gd name="connsiteX8" fmla="*/ 15682 w 63978"/>
                  <a:gd name="connsiteY8" fmla="*/ 111739 h 118600"/>
                  <a:gd name="connsiteX9" fmla="*/ 7242 w 63978"/>
                  <a:gd name="connsiteY9" fmla="*/ 101066 h 118600"/>
                  <a:gd name="connsiteX10" fmla="*/ 5445 w 63978"/>
                  <a:gd name="connsiteY10" fmla="*/ 91373 h 118600"/>
                  <a:gd name="connsiteX11" fmla="*/ 7079 w 63978"/>
                  <a:gd name="connsiteY11" fmla="*/ 81136 h 118600"/>
                  <a:gd name="connsiteX12" fmla="*/ 17261 w 63978"/>
                  <a:gd name="connsiteY12" fmla="*/ 66379 h 118600"/>
                  <a:gd name="connsiteX13" fmla="*/ 24722 w 63978"/>
                  <a:gd name="connsiteY13" fmla="*/ 60934 h 118600"/>
                  <a:gd name="connsiteX14" fmla="*/ 31311 w 63978"/>
                  <a:gd name="connsiteY14" fmla="*/ 56142 h 118600"/>
                  <a:gd name="connsiteX15" fmla="*/ 42746 w 63978"/>
                  <a:gd name="connsiteY15" fmla="*/ 46177 h 118600"/>
                  <a:gd name="connsiteX16" fmla="*/ 52221 w 63978"/>
                  <a:gd name="connsiteY16" fmla="*/ 33816 h 118600"/>
                  <a:gd name="connsiteX17" fmla="*/ 58374 w 63978"/>
                  <a:gd name="connsiteY17" fmla="*/ 19875 h 118600"/>
                  <a:gd name="connsiteX18" fmla="*/ 57830 w 63978"/>
                  <a:gd name="connsiteY18" fmla="*/ 0 h 118600"/>
                  <a:gd name="connsiteX19" fmla="*/ 56142 w 63978"/>
                  <a:gd name="connsiteY19" fmla="*/ 1579 h 118600"/>
                  <a:gd name="connsiteX20" fmla="*/ 56142 w 63978"/>
                  <a:gd name="connsiteY20" fmla="*/ 1634 h 118600"/>
                  <a:gd name="connsiteX21" fmla="*/ 47538 w 63978"/>
                  <a:gd name="connsiteY21" fmla="*/ 31038 h 118600"/>
                  <a:gd name="connsiteX22" fmla="*/ 38934 w 63978"/>
                  <a:gd name="connsiteY22" fmla="*/ 42310 h 118600"/>
                  <a:gd name="connsiteX23" fmla="*/ 27989 w 63978"/>
                  <a:gd name="connsiteY23" fmla="*/ 51840 h 118600"/>
                  <a:gd name="connsiteX24" fmla="*/ 13885 w 63978"/>
                  <a:gd name="connsiteY24" fmla="*/ 62077 h 118600"/>
                  <a:gd name="connsiteX25" fmla="*/ 1906 w 63978"/>
                  <a:gd name="connsiteY25" fmla="*/ 79448 h 118600"/>
                  <a:gd name="connsiteX26" fmla="*/ 0 w 63978"/>
                  <a:gd name="connsiteY26" fmla="*/ 91265 h 118600"/>
                  <a:gd name="connsiteX27" fmla="*/ 2178 w 63978"/>
                  <a:gd name="connsiteY27" fmla="*/ 103081 h 118600"/>
                  <a:gd name="connsiteX28" fmla="*/ 17643 w 63978"/>
                  <a:gd name="connsiteY28" fmla="*/ 118546 h 118600"/>
                  <a:gd name="connsiteX29" fmla="*/ 17915 w 63978"/>
                  <a:gd name="connsiteY29" fmla="*/ 118600 h 118600"/>
                  <a:gd name="connsiteX30" fmla="*/ 18242 w 63978"/>
                  <a:gd name="connsiteY30" fmla="*/ 118600 h 118600"/>
                  <a:gd name="connsiteX31" fmla="*/ 20311 w 63978"/>
                  <a:gd name="connsiteY31" fmla="*/ 116803 h 118600"/>
                  <a:gd name="connsiteX32" fmla="*/ 20311 w 63978"/>
                  <a:gd name="connsiteY32" fmla="*/ 116640 h 118600"/>
                  <a:gd name="connsiteX33" fmla="*/ 25211 w 63978"/>
                  <a:gd name="connsiteY33" fmla="*/ 101393 h 118600"/>
                  <a:gd name="connsiteX34" fmla="*/ 31583 w 63978"/>
                  <a:gd name="connsiteY34" fmla="*/ 93116 h 118600"/>
                  <a:gd name="connsiteX35" fmla="*/ 38118 w 63978"/>
                  <a:gd name="connsiteY35" fmla="*/ 83477 h 118600"/>
                  <a:gd name="connsiteX36" fmla="*/ 46721 w 63978"/>
                  <a:gd name="connsiteY36" fmla="*/ 69973 h 118600"/>
                  <a:gd name="connsiteX37" fmla="*/ 56904 w 63978"/>
                  <a:gd name="connsiteY37" fmla="*/ 54454 h 118600"/>
                  <a:gd name="connsiteX38" fmla="*/ 62948 w 63978"/>
                  <a:gd name="connsiteY38" fmla="*/ 36375 h 118600"/>
                  <a:gd name="connsiteX39" fmla="*/ 59354 w 63978"/>
                  <a:gd name="connsiteY39" fmla="*/ 1035 h 118600"/>
                  <a:gd name="connsiteX40" fmla="*/ 57884 w 63978"/>
                  <a:gd name="connsiteY40" fmla="*/ 55 h 118600"/>
                  <a:gd name="connsiteX41" fmla="*/ 57830 w 63978"/>
                  <a:gd name="connsiteY41" fmla="*/ 0 h 118600"/>
                  <a:gd name="connsiteX42" fmla="*/ 57830 w 63978"/>
                  <a:gd name="connsiteY42" fmla="*/ 0 h 11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63978" h="118600">
                    <a:moveTo>
                      <a:pt x="58374" y="19875"/>
                    </a:moveTo>
                    <a:cubicBezTo>
                      <a:pt x="58755" y="24940"/>
                      <a:pt x="58538" y="30113"/>
                      <a:pt x="57612" y="35340"/>
                    </a:cubicBezTo>
                    <a:cubicBezTo>
                      <a:pt x="56469" y="41276"/>
                      <a:pt x="54562" y="46939"/>
                      <a:pt x="52112" y="51894"/>
                    </a:cubicBezTo>
                    <a:cubicBezTo>
                      <a:pt x="49171" y="57449"/>
                      <a:pt x="45578" y="62458"/>
                      <a:pt x="42419" y="66706"/>
                    </a:cubicBezTo>
                    <a:cubicBezTo>
                      <a:pt x="39043" y="71117"/>
                      <a:pt x="35939" y="76072"/>
                      <a:pt x="33380" y="80809"/>
                    </a:cubicBezTo>
                    <a:cubicBezTo>
                      <a:pt x="31202" y="84785"/>
                      <a:pt x="29405" y="87453"/>
                      <a:pt x="27499" y="89522"/>
                    </a:cubicBezTo>
                    <a:lnTo>
                      <a:pt x="26355" y="90829"/>
                    </a:lnTo>
                    <a:cubicBezTo>
                      <a:pt x="24504" y="92898"/>
                      <a:pt x="22380" y="95240"/>
                      <a:pt x="20474" y="98725"/>
                    </a:cubicBezTo>
                    <a:cubicBezTo>
                      <a:pt x="18351" y="102482"/>
                      <a:pt x="16826" y="106675"/>
                      <a:pt x="15682" y="111739"/>
                    </a:cubicBezTo>
                    <a:cubicBezTo>
                      <a:pt x="12089" y="109561"/>
                      <a:pt x="9093" y="105804"/>
                      <a:pt x="7242" y="101066"/>
                    </a:cubicBezTo>
                    <a:cubicBezTo>
                      <a:pt x="6099" y="98180"/>
                      <a:pt x="5499" y="94858"/>
                      <a:pt x="5445" y="91373"/>
                    </a:cubicBezTo>
                    <a:cubicBezTo>
                      <a:pt x="5499" y="87780"/>
                      <a:pt x="6044" y="84294"/>
                      <a:pt x="7079" y="81136"/>
                    </a:cubicBezTo>
                    <a:cubicBezTo>
                      <a:pt x="9420" y="73785"/>
                      <a:pt x="13885" y="69047"/>
                      <a:pt x="17261" y="66379"/>
                    </a:cubicBezTo>
                    <a:cubicBezTo>
                      <a:pt x="19766" y="64364"/>
                      <a:pt x="22271" y="62622"/>
                      <a:pt x="24722" y="60934"/>
                    </a:cubicBezTo>
                    <a:cubicBezTo>
                      <a:pt x="27063" y="59300"/>
                      <a:pt x="29242" y="57775"/>
                      <a:pt x="31311" y="56142"/>
                    </a:cubicBezTo>
                    <a:cubicBezTo>
                      <a:pt x="35231" y="53038"/>
                      <a:pt x="39370" y="49716"/>
                      <a:pt x="42746" y="46177"/>
                    </a:cubicBezTo>
                    <a:cubicBezTo>
                      <a:pt x="46286" y="42692"/>
                      <a:pt x="49498" y="38499"/>
                      <a:pt x="52221" y="33816"/>
                    </a:cubicBezTo>
                    <a:cubicBezTo>
                      <a:pt x="54780" y="29514"/>
                      <a:pt x="56849" y="24831"/>
                      <a:pt x="58374" y="19875"/>
                    </a:cubicBezTo>
                    <a:moveTo>
                      <a:pt x="57830" y="0"/>
                    </a:moveTo>
                    <a:cubicBezTo>
                      <a:pt x="56958" y="0"/>
                      <a:pt x="56196" y="708"/>
                      <a:pt x="56142" y="1579"/>
                    </a:cubicBezTo>
                    <a:lnTo>
                      <a:pt x="56142" y="1634"/>
                    </a:lnTo>
                    <a:cubicBezTo>
                      <a:pt x="55543" y="12579"/>
                      <a:pt x="52547" y="22653"/>
                      <a:pt x="47538" y="31038"/>
                    </a:cubicBezTo>
                    <a:cubicBezTo>
                      <a:pt x="45087" y="35231"/>
                      <a:pt x="42202" y="39043"/>
                      <a:pt x="38934" y="42310"/>
                    </a:cubicBezTo>
                    <a:cubicBezTo>
                      <a:pt x="35830" y="45578"/>
                      <a:pt x="32127" y="48627"/>
                      <a:pt x="27989" y="51840"/>
                    </a:cubicBezTo>
                    <a:cubicBezTo>
                      <a:pt x="23850" y="55107"/>
                      <a:pt x="18895" y="58102"/>
                      <a:pt x="13885" y="62077"/>
                    </a:cubicBezTo>
                    <a:cubicBezTo>
                      <a:pt x="8930" y="66053"/>
                      <a:pt x="4356" y="71879"/>
                      <a:pt x="1906" y="79448"/>
                    </a:cubicBezTo>
                    <a:cubicBezTo>
                      <a:pt x="707" y="83151"/>
                      <a:pt x="54" y="87289"/>
                      <a:pt x="0" y="91265"/>
                    </a:cubicBezTo>
                    <a:cubicBezTo>
                      <a:pt x="54" y="95403"/>
                      <a:pt x="707" y="99433"/>
                      <a:pt x="2178" y="103081"/>
                    </a:cubicBezTo>
                    <a:cubicBezTo>
                      <a:pt x="5009" y="110323"/>
                      <a:pt x="10455" y="116313"/>
                      <a:pt x="17643" y="118546"/>
                    </a:cubicBezTo>
                    <a:cubicBezTo>
                      <a:pt x="17751" y="118546"/>
                      <a:pt x="17860" y="118600"/>
                      <a:pt x="17915" y="118600"/>
                    </a:cubicBezTo>
                    <a:cubicBezTo>
                      <a:pt x="18024" y="118600"/>
                      <a:pt x="18133" y="118600"/>
                      <a:pt x="18242" y="118600"/>
                    </a:cubicBezTo>
                    <a:cubicBezTo>
                      <a:pt x="19276" y="118600"/>
                      <a:pt x="20148" y="117838"/>
                      <a:pt x="20311" y="116803"/>
                    </a:cubicBezTo>
                    <a:lnTo>
                      <a:pt x="20311" y="116640"/>
                    </a:lnTo>
                    <a:cubicBezTo>
                      <a:pt x="21400" y="109724"/>
                      <a:pt x="23088" y="105041"/>
                      <a:pt x="25211" y="101393"/>
                    </a:cubicBezTo>
                    <a:cubicBezTo>
                      <a:pt x="27227" y="97744"/>
                      <a:pt x="29405" y="95621"/>
                      <a:pt x="31583" y="93116"/>
                    </a:cubicBezTo>
                    <a:cubicBezTo>
                      <a:pt x="33761" y="90720"/>
                      <a:pt x="35776" y="87671"/>
                      <a:pt x="38118" y="83477"/>
                    </a:cubicBezTo>
                    <a:cubicBezTo>
                      <a:pt x="40350" y="79230"/>
                      <a:pt x="43236" y="74601"/>
                      <a:pt x="46721" y="69973"/>
                    </a:cubicBezTo>
                    <a:cubicBezTo>
                      <a:pt x="50152" y="65345"/>
                      <a:pt x="53854" y="60226"/>
                      <a:pt x="56904" y="54454"/>
                    </a:cubicBezTo>
                    <a:cubicBezTo>
                      <a:pt x="59790" y="48627"/>
                      <a:pt x="61750" y="42474"/>
                      <a:pt x="62948" y="36375"/>
                    </a:cubicBezTo>
                    <a:cubicBezTo>
                      <a:pt x="65072" y="24068"/>
                      <a:pt x="63929" y="11653"/>
                      <a:pt x="59354" y="1035"/>
                    </a:cubicBezTo>
                    <a:cubicBezTo>
                      <a:pt x="59137" y="490"/>
                      <a:pt x="58538" y="55"/>
                      <a:pt x="57884" y="55"/>
                    </a:cubicBezTo>
                    <a:cubicBezTo>
                      <a:pt x="57884" y="0"/>
                      <a:pt x="57884" y="0"/>
                      <a:pt x="57830" y="0"/>
                    </a:cubicBezTo>
                    <a:lnTo>
                      <a:pt x="57830" y="0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7" name="Forme libre : forme 1136">
                <a:extLst>
                  <a:ext uri="{FF2B5EF4-FFF2-40B4-BE49-F238E27FC236}">
                    <a16:creationId xmlns:a16="http://schemas.microsoft.com/office/drawing/2014/main" id="{F8E5EBC8-A007-4A6B-A48B-C5070BFD2665}"/>
                  </a:ext>
                </a:extLst>
              </p:cNvPr>
              <p:cNvSpPr/>
              <p:nvPr/>
            </p:nvSpPr>
            <p:spPr>
              <a:xfrm>
                <a:off x="7883625" y="5221957"/>
                <a:ext cx="71072" cy="60116"/>
              </a:xfrm>
              <a:custGeom>
                <a:avLst/>
                <a:gdLst>
                  <a:gd name="connsiteX0" fmla="*/ 60455 w 71072"/>
                  <a:gd name="connsiteY0" fmla="*/ 10346 h 60116"/>
                  <a:gd name="connsiteX1" fmla="*/ 54682 w 71072"/>
                  <a:gd name="connsiteY1" fmla="*/ 19440 h 60116"/>
                  <a:gd name="connsiteX2" fmla="*/ 48039 w 71072"/>
                  <a:gd name="connsiteY2" fmla="*/ 28751 h 60116"/>
                  <a:gd name="connsiteX3" fmla="*/ 40906 w 71072"/>
                  <a:gd name="connsiteY3" fmla="*/ 37464 h 60116"/>
                  <a:gd name="connsiteX4" fmla="*/ 35623 w 71072"/>
                  <a:gd name="connsiteY4" fmla="*/ 44380 h 60116"/>
                  <a:gd name="connsiteX5" fmla="*/ 33609 w 71072"/>
                  <a:gd name="connsiteY5" fmla="*/ 47211 h 60116"/>
                  <a:gd name="connsiteX6" fmla="*/ 26802 w 71072"/>
                  <a:gd name="connsiteY6" fmla="*/ 52439 h 60116"/>
                  <a:gd name="connsiteX7" fmla="*/ 16511 w 71072"/>
                  <a:gd name="connsiteY7" fmla="*/ 54726 h 60116"/>
                  <a:gd name="connsiteX8" fmla="*/ 14604 w 71072"/>
                  <a:gd name="connsiteY8" fmla="*/ 54781 h 60116"/>
                  <a:gd name="connsiteX9" fmla="*/ 5783 w 71072"/>
                  <a:gd name="connsiteY9" fmla="*/ 53637 h 60116"/>
                  <a:gd name="connsiteX10" fmla="*/ 8669 w 71072"/>
                  <a:gd name="connsiteY10" fmla="*/ 43236 h 60116"/>
                  <a:gd name="connsiteX11" fmla="*/ 13896 w 71072"/>
                  <a:gd name="connsiteY11" fmla="*/ 34415 h 60116"/>
                  <a:gd name="connsiteX12" fmla="*/ 20159 w 71072"/>
                  <a:gd name="connsiteY12" fmla="*/ 29895 h 60116"/>
                  <a:gd name="connsiteX13" fmla="*/ 22064 w 71072"/>
                  <a:gd name="connsiteY13" fmla="*/ 29187 h 60116"/>
                  <a:gd name="connsiteX14" fmla="*/ 31158 w 71072"/>
                  <a:gd name="connsiteY14" fmla="*/ 25430 h 60116"/>
                  <a:gd name="connsiteX15" fmla="*/ 40797 w 71072"/>
                  <a:gd name="connsiteY15" fmla="*/ 20311 h 60116"/>
                  <a:gd name="connsiteX16" fmla="*/ 50653 w 71072"/>
                  <a:gd name="connsiteY16" fmla="*/ 15247 h 60116"/>
                  <a:gd name="connsiteX17" fmla="*/ 58766 w 71072"/>
                  <a:gd name="connsiteY17" fmla="*/ 11163 h 60116"/>
                  <a:gd name="connsiteX18" fmla="*/ 60455 w 71072"/>
                  <a:gd name="connsiteY18" fmla="*/ 10346 h 60116"/>
                  <a:gd name="connsiteX19" fmla="*/ 69385 w 71072"/>
                  <a:gd name="connsiteY19" fmla="*/ 0 h 60116"/>
                  <a:gd name="connsiteX20" fmla="*/ 68623 w 71072"/>
                  <a:gd name="connsiteY20" fmla="*/ 163 h 60116"/>
                  <a:gd name="connsiteX21" fmla="*/ 48202 w 71072"/>
                  <a:gd name="connsiteY21" fmla="*/ 10401 h 60116"/>
                  <a:gd name="connsiteX22" fmla="*/ 38292 w 71072"/>
                  <a:gd name="connsiteY22" fmla="*/ 15465 h 60116"/>
                  <a:gd name="connsiteX23" fmla="*/ 28599 w 71072"/>
                  <a:gd name="connsiteY23" fmla="*/ 20638 h 60116"/>
                  <a:gd name="connsiteX24" fmla="*/ 18253 w 71072"/>
                  <a:gd name="connsiteY24" fmla="*/ 24776 h 60116"/>
                  <a:gd name="connsiteX25" fmla="*/ 9595 w 71072"/>
                  <a:gd name="connsiteY25" fmla="*/ 30984 h 60116"/>
                  <a:gd name="connsiteX26" fmla="*/ 3605 w 71072"/>
                  <a:gd name="connsiteY26" fmla="*/ 41058 h 60116"/>
                  <a:gd name="connsiteX27" fmla="*/ 11 w 71072"/>
                  <a:gd name="connsiteY27" fmla="*/ 55325 h 60116"/>
                  <a:gd name="connsiteX28" fmla="*/ 1808 w 71072"/>
                  <a:gd name="connsiteY28" fmla="*/ 58048 h 60116"/>
                  <a:gd name="connsiteX29" fmla="*/ 14550 w 71072"/>
                  <a:gd name="connsiteY29" fmla="*/ 60117 h 60116"/>
                  <a:gd name="connsiteX30" fmla="*/ 16674 w 71072"/>
                  <a:gd name="connsiteY30" fmla="*/ 60062 h 60116"/>
                  <a:gd name="connsiteX31" fmla="*/ 28763 w 71072"/>
                  <a:gd name="connsiteY31" fmla="*/ 57394 h 60116"/>
                  <a:gd name="connsiteX32" fmla="*/ 37911 w 71072"/>
                  <a:gd name="connsiteY32" fmla="*/ 50424 h 60116"/>
                  <a:gd name="connsiteX33" fmla="*/ 44990 w 71072"/>
                  <a:gd name="connsiteY33" fmla="*/ 40949 h 60116"/>
                  <a:gd name="connsiteX34" fmla="*/ 52341 w 71072"/>
                  <a:gd name="connsiteY34" fmla="*/ 32019 h 60116"/>
                  <a:gd name="connsiteX35" fmla="*/ 59093 w 71072"/>
                  <a:gd name="connsiteY35" fmla="*/ 22544 h 60116"/>
                  <a:gd name="connsiteX36" fmla="*/ 70910 w 71072"/>
                  <a:gd name="connsiteY36" fmla="*/ 2450 h 60116"/>
                  <a:gd name="connsiteX37" fmla="*/ 70910 w 71072"/>
                  <a:gd name="connsiteY37" fmla="*/ 926 h 60116"/>
                  <a:gd name="connsiteX38" fmla="*/ 69385 w 71072"/>
                  <a:gd name="connsiteY38" fmla="*/ 0 h 60116"/>
                  <a:gd name="connsiteX39" fmla="*/ 69385 w 71072"/>
                  <a:gd name="connsiteY39" fmla="*/ 0 h 6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71072" h="60116">
                    <a:moveTo>
                      <a:pt x="60455" y="10346"/>
                    </a:moveTo>
                    <a:cubicBezTo>
                      <a:pt x="58549" y="13504"/>
                      <a:pt x="56589" y="16554"/>
                      <a:pt x="54682" y="19440"/>
                    </a:cubicBezTo>
                    <a:lnTo>
                      <a:pt x="48039" y="28751"/>
                    </a:lnTo>
                    <a:lnTo>
                      <a:pt x="40906" y="37464"/>
                    </a:lnTo>
                    <a:cubicBezTo>
                      <a:pt x="39000" y="39697"/>
                      <a:pt x="37257" y="42093"/>
                      <a:pt x="35623" y="44380"/>
                    </a:cubicBezTo>
                    <a:cubicBezTo>
                      <a:pt x="34916" y="45360"/>
                      <a:pt x="34262" y="46340"/>
                      <a:pt x="33609" y="47211"/>
                    </a:cubicBezTo>
                    <a:cubicBezTo>
                      <a:pt x="31757" y="49607"/>
                      <a:pt x="29471" y="51350"/>
                      <a:pt x="26802" y="52439"/>
                    </a:cubicBezTo>
                    <a:cubicBezTo>
                      <a:pt x="23589" y="53746"/>
                      <a:pt x="20050" y="54508"/>
                      <a:pt x="16511" y="54726"/>
                    </a:cubicBezTo>
                    <a:cubicBezTo>
                      <a:pt x="15857" y="54726"/>
                      <a:pt x="15258" y="54781"/>
                      <a:pt x="14604" y="54781"/>
                    </a:cubicBezTo>
                    <a:cubicBezTo>
                      <a:pt x="11446" y="54781"/>
                      <a:pt x="8614" y="54454"/>
                      <a:pt x="5783" y="53637"/>
                    </a:cubicBezTo>
                    <a:cubicBezTo>
                      <a:pt x="6382" y="49335"/>
                      <a:pt x="7526" y="46068"/>
                      <a:pt x="8669" y="43236"/>
                    </a:cubicBezTo>
                    <a:cubicBezTo>
                      <a:pt x="10139" y="39860"/>
                      <a:pt x="11827" y="36974"/>
                      <a:pt x="13896" y="34415"/>
                    </a:cubicBezTo>
                    <a:cubicBezTo>
                      <a:pt x="15530" y="32346"/>
                      <a:pt x="17599" y="30875"/>
                      <a:pt x="20159" y="29895"/>
                    </a:cubicBezTo>
                    <a:lnTo>
                      <a:pt x="22064" y="29187"/>
                    </a:lnTo>
                    <a:cubicBezTo>
                      <a:pt x="25060" y="28098"/>
                      <a:pt x="28163" y="27009"/>
                      <a:pt x="31158" y="25430"/>
                    </a:cubicBezTo>
                    <a:lnTo>
                      <a:pt x="40797" y="20311"/>
                    </a:lnTo>
                    <a:lnTo>
                      <a:pt x="50653" y="15247"/>
                    </a:lnTo>
                    <a:cubicBezTo>
                      <a:pt x="53375" y="13886"/>
                      <a:pt x="56044" y="12524"/>
                      <a:pt x="58766" y="11163"/>
                    </a:cubicBezTo>
                    <a:cubicBezTo>
                      <a:pt x="59311" y="10891"/>
                      <a:pt x="59856" y="10619"/>
                      <a:pt x="60455" y="10346"/>
                    </a:cubicBezTo>
                    <a:moveTo>
                      <a:pt x="69385" y="0"/>
                    </a:moveTo>
                    <a:cubicBezTo>
                      <a:pt x="69113" y="0"/>
                      <a:pt x="68895" y="55"/>
                      <a:pt x="68623" y="163"/>
                    </a:cubicBezTo>
                    <a:cubicBezTo>
                      <a:pt x="61598" y="3485"/>
                      <a:pt x="54955" y="7079"/>
                      <a:pt x="48202" y="10401"/>
                    </a:cubicBezTo>
                    <a:lnTo>
                      <a:pt x="38292" y="15465"/>
                    </a:lnTo>
                    <a:lnTo>
                      <a:pt x="28599" y="20638"/>
                    </a:lnTo>
                    <a:cubicBezTo>
                      <a:pt x="25387" y="22326"/>
                      <a:pt x="21738" y="23524"/>
                      <a:pt x="18253" y="24776"/>
                    </a:cubicBezTo>
                    <a:cubicBezTo>
                      <a:pt x="14768" y="26083"/>
                      <a:pt x="11936" y="28098"/>
                      <a:pt x="9595" y="30984"/>
                    </a:cubicBezTo>
                    <a:cubicBezTo>
                      <a:pt x="7253" y="33816"/>
                      <a:pt x="5293" y="37138"/>
                      <a:pt x="3605" y="41058"/>
                    </a:cubicBezTo>
                    <a:cubicBezTo>
                      <a:pt x="1971" y="45033"/>
                      <a:pt x="555" y="49390"/>
                      <a:pt x="11" y="55325"/>
                    </a:cubicBezTo>
                    <a:cubicBezTo>
                      <a:pt x="-98" y="56523"/>
                      <a:pt x="610" y="57667"/>
                      <a:pt x="1808" y="58048"/>
                    </a:cubicBezTo>
                    <a:cubicBezTo>
                      <a:pt x="6600" y="59681"/>
                      <a:pt x="10684" y="60117"/>
                      <a:pt x="14550" y="60117"/>
                    </a:cubicBezTo>
                    <a:cubicBezTo>
                      <a:pt x="15258" y="60117"/>
                      <a:pt x="15966" y="60117"/>
                      <a:pt x="16674" y="60062"/>
                    </a:cubicBezTo>
                    <a:cubicBezTo>
                      <a:pt x="21085" y="59790"/>
                      <a:pt x="25114" y="58865"/>
                      <a:pt x="28763" y="57394"/>
                    </a:cubicBezTo>
                    <a:cubicBezTo>
                      <a:pt x="32411" y="55924"/>
                      <a:pt x="35460" y="53583"/>
                      <a:pt x="37911" y="50424"/>
                    </a:cubicBezTo>
                    <a:cubicBezTo>
                      <a:pt x="40307" y="47211"/>
                      <a:pt x="42485" y="43835"/>
                      <a:pt x="44990" y="40949"/>
                    </a:cubicBezTo>
                    <a:lnTo>
                      <a:pt x="52341" y="32019"/>
                    </a:lnTo>
                    <a:lnTo>
                      <a:pt x="59093" y="22544"/>
                    </a:lnTo>
                    <a:cubicBezTo>
                      <a:pt x="63341" y="16064"/>
                      <a:pt x="67479" y="9475"/>
                      <a:pt x="70910" y="2450"/>
                    </a:cubicBezTo>
                    <a:cubicBezTo>
                      <a:pt x="71127" y="2015"/>
                      <a:pt x="71127" y="1416"/>
                      <a:pt x="70910" y="926"/>
                    </a:cubicBezTo>
                    <a:cubicBezTo>
                      <a:pt x="70637" y="381"/>
                      <a:pt x="70039" y="0"/>
                      <a:pt x="69385" y="0"/>
                    </a:cubicBezTo>
                    <a:lnTo>
                      <a:pt x="69385" y="0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8" name="Forme libre : forme 1137">
                <a:extLst>
                  <a:ext uri="{FF2B5EF4-FFF2-40B4-BE49-F238E27FC236}">
                    <a16:creationId xmlns:a16="http://schemas.microsoft.com/office/drawing/2014/main" id="{F9FAAD37-B176-4D16-A7B3-AE397D0E3442}"/>
                  </a:ext>
                </a:extLst>
              </p:cNvPr>
              <p:cNvSpPr/>
              <p:nvPr/>
            </p:nvSpPr>
            <p:spPr>
              <a:xfrm>
                <a:off x="7848448" y="5187814"/>
                <a:ext cx="95437" cy="53963"/>
              </a:xfrm>
              <a:custGeom>
                <a:avLst/>
                <a:gdLst>
                  <a:gd name="connsiteX0" fmla="*/ 55717 w 95437"/>
                  <a:gd name="connsiteY0" fmla="*/ 10619 h 53963"/>
                  <a:gd name="connsiteX1" fmla="*/ 69602 w 95437"/>
                  <a:gd name="connsiteY1" fmla="*/ 10891 h 53963"/>
                  <a:gd name="connsiteX2" fmla="*/ 76572 w 95437"/>
                  <a:gd name="connsiteY2" fmla="*/ 11163 h 53963"/>
                  <a:gd name="connsiteX3" fmla="*/ 79839 w 95437"/>
                  <a:gd name="connsiteY3" fmla="*/ 11217 h 53963"/>
                  <a:gd name="connsiteX4" fmla="*/ 81473 w 95437"/>
                  <a:gd name="connsiteY4" fmla="*/ 11272 h 53963"/>
                  <a:gd name="connsiteX5" fmla="*/ 82726 w 95437"/>
                  <a:gd name="connsiteY5" fmla="*/ 11272 h 53963"/>
                  <a:gd name="connsiteX6" fmla="*/ 80438 w 95437"/>
                  <a:gd name="connsiteY6" fmla="*/ 12361 h 53963"/>
                  <a:gd name="connsiteX7" fmla="*/ 77171 w 95437"/>
                  <a:gd name="connsiteY7" fmla="*/ 13777 h 53963"/>
                  <a:gd name="connsiteX8" fmla="*/ 70637 w 95437"/>
                  <a:gd name="connsiteY8" fmla="*/ 16500 h 53963"/>
                  <a:gd name="connsiteX9" fmla="*/ 57732 w 95437"/>
                  <a:gd name="connsiteY9" fmla="*/ 21455 h 53963"/>
                  <a:gd name="connsiteX10" fmla="*/ 45316 w 95437"/>
                  <a:gd name="connsiteY10" fmla="*/ 26573 h 53963"/>
                  <a:gd name="connsiteX11" fmla="*/ 34480 w 95437"/>
                  <a:gd name="connsiteY11" fmla="*/ 34143 h 53963"/>
                  <a:gd name="connsiteX12" fmla="*/ 27618 w 95437"/>
                  <a:gd name="connsiteY12" fmla="*/ 38499 h 53963"/>
                  <a:gd name="connsiteX13" fmla="*/ 22337 w 95437"/>
                  <a:gd name="connsiteY13" fmla="*/ 40459 h 53963"/>
                  <a:gd name="connsiteX14" fmla="*/ 17762 w 95437"/>
                  <a:gd name="connsiteY14" fmla="*/ 42093 h 53963"/>
                  <a:gd name="connsiteX15" fmla="*/ 6327 w 95437"/>
                  <a:gd name="connsiteY15" fmla="*/ 47266 h 53963"/>
                  <a:gd name="connsiteX16" fmla="*/ 5891 w 95437"/>
                  <a:gd name="connsiteY16" fmla="*/ 35395 h 53963"/>
                  <a:gd name="connsiteX17" fmla="*/ 13406 w 95437"/>
                  <a:gd name="connsiteY17" fmla="*/ 21564 h 53963"/>
                  <a:gd name="connsiteX18" fmla="*/ 25658 w 95437"/>
                  <a:gd name="connsiteY18" fmla="*/ 14158 h 53963"/>
                  <a:gd name="connsiteX19" fmla="*/ 37692 w 95437"/>
                  <a:gd name="connsiteY19" fmla="*/ 12089 h 53963"/>
                  <a:gd name="connsiteX20" fmla="*/ 41286 w 95437"/>
                  <a:gd name="connsiteY20" fmla="*/ 11599 h 53963"/>
                  <a:gd name="connsiteX21" fmla="*/ 55717 w 95437"/>
                  <a:gd name="connsiteY21" fmla="*/ 10619 h 53963"/>
                  <a:gd name="connsiteX22" fmla="*/ 93507 w 95437"/>
                  <a:gd name="connsiteY22" fmla="*/ 0 h 53963"/>
                  <a:gd name="connsiteX23" fmla="*/ 91928 w 95437"/>
                  <a:gd name="connsiteY23" fmla="*/ 1198 h 53963"/>
                  <a:gd name="connsiteX24" fmla="*/ 91874 w 95437"/>
                  <a:gd name="connsiteY24" fmla="*/ 1416 h 53963"/>
                  <a:gd name="connsiteX25" fmla="*/ 88444 w 95437"/>
                  <a:gd name="connsiteY25" fmla="*/ 4737 h 53963"/>
                  <a:gd name="connsiteX26" fmla="*/ 83052 w 95437"/>
                  <a:gd name="connsiteY26" fmla="*/ 5772 h 53963"/>
                  <a:gd name="connsiteX27" fmla="*/ 81582 w 95437"/>
                  <a:gd name="connsiteY27" fmla="*/ 5772 h 53963"/>
                  <a:gd name="connsiteX28" fmla="*/ 80166 w 95437"/>
                  <a:gd name="connsiteY28" fmla="*/ 5772 h 53963"/>
                  <a:gd name="connsiteX29" fmla="*/ 76790 w 95437"/>
                  <a:gd name="connsiteY29" fmla="*/ 5718 h 53963"/>
                  <a:gd name="connsiteX30" fmla="*/ 69929 w 95437"/>
                  <a:gd name="connsiteY30" fmla="*/ 5445 h 53963"/>
                  <a:gd name="connsiteX31" fmla="*/ 55771 w 95437"/>
                  <a:gd name="connsiteY31" fmla="*/ 5173 h 53963"/>
                  <a:gd name="connsiteX32" fmla="*/ 40850 w 95437"/>
                  <a:gd name="connsiteY32" fmla="*/ 6262 h 53963"/>
                  <a:gd name="connsiteX33" fmla="*/ 24514 w 95437"/>
                  <a:gd name="connsiteY33" fmla="*/ 8931 h 53963"/>
                  <a:gd name="connsiteX34" fmla="*/ 9594 w 95437"/>
                  <a:gd name="connsiteY34" fmla="*/ 17970 h 53963"/>
                  <a:gd name="connsiteX35" fmla="*/ 772 w 95437"/>
                  <a:gd name="connsiteY35" fmla="*/ 34197 h 53963"/>
                  <a:gd name="connsiteX36" fmla="*/ 3223 w 95437"/>
                  <a:gd name="connsiteY36" fmla="*/ 52929 h 53963"/>
                  <a:gd name="connsiteX37" fmla="*/ 5129 w 95437"/>
                  <a:gd name="connsiteY37" fmla="*/ 53964 h 53963"/>
                  <a:gd name="connsiteX38" fmla="*/ 6272 w 95437"/>
                  <a:gd name="connsiteY38" fmla="*/ 53637 h 53963"/>
                  <a:gd name="connsiteX39" fmla="*/ 6381 w 95437"/>
                  <a:gd name="connsiteY39" fmla="*/ 53583 h 53963"/>
                  <a:gd name="connsiteX40" fmla="*/ 19777 w 95437"/>
                  <a:gd name="connsiteY40" fmla="*/ 47212 h 53963"/>
                  <a:gd name="connsiteX41" fmla="*/ 29851 w 95437"/>
                  <a:gd name="connsiteY41" fmla="*/ 43563 h 53963"/>
                  <a:gd name="connsiteX42" fmla="*/ 38291 w 95437"/>
                  <a:gd name="connsiteY42" fmla="*/ 38172 h 53963"/>
                  <a:gd name="connsiteX43" fmla="*/ 47821 w 95437"/>
                  <a:gd name="connsiteY43" fmla="*/ 31474 h 53963"/>
                  <a:gd name="connsiteX44" fmla="*/ 59746 w 95437"/>
                  <a:gd name="connsiteY44" fmla="*/ 26519 h 53963"/>
                  <a:gd name="connsiteX45" fmla="*/ 72706 w 95437"/>
                  <a:gd name="connsiteY45" fmla="*/ 21509 h 53963"/>
                  <a:gd name="connsiteX46" fmla="*/ 79350 w 95437"/>
                  <a:gd name="connsiteY46" fmla="*/ 18732 h 53963"/>
                  <a:gd name="connsiteX47" fmla="*/ 82671 w 95437"/>
                  <a:gd name="connsiteY47" fmla="*/ 17262 h 53963"/>
                  <a:gd name="connsiteX48" fmla="*/ 86374 w 95437"/>
                  <a:gd name="connsiteY48" fmla="*/ 15411 h 53963"/>
                  <a:gd name="connsiteX49" fmla="*/ 92963 w 95437"/>
                  <a:gd name="connsiteY49" fmla="*/ 9911 h 53963"/>
                  <a:gd name="connsiteX50" fmla="*/ 95141 w 95437"/>
                  <a:gd name="connsiteY50" fmla="*/ 1198 h 53963"/>
                  <a:gd name="connsiteX51" fmla="*/ 94052 w 95437"/>
                  <a:gd name="connsiteY51" fmla="*/ 109 h 53963"/>
                  <a:gd name="connsiteX52" fmla="*/ 93507 w 95437"/>
                  <a:gd name="connsiteY52" fmla="*/ 0 h 53963"/>
                  <a:gd name="connsiteX53" fmla="*/ 93507 w 95437"/>
                  <a:gd name="connsiteY53" fmla="*/ 0 h 53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95437" h="53963">
                    <a:moveTo>
                      <a:pt x="55717" y="10619"/>
                    </a:moveTo>
                    <a:lnTo>
                      <a:pt x="69602" y="10891"/>
                    </a:lnTo>
                    <a:lnTo>
                      <a:pt x="76572" y="11163"/>
                    </a:lnTo>
                    <a:lnTo>
                      <a:pt x="79839" y="11217"/>
                    </a:lnTo>
                    <a:cubicBezTo>
                      <a:pt x="80384" y="11217"/>
                      <a:pt x="80929" y="11272"/>
                      <a:pt x="81473" y="11272"/>
                    </a:cubicBezTo>
                    <a:cubicBezTo>
                      <a:pt x="81854" y="11272"/>
                      <a:pt x="82290" y="11272"/>
                      <a:pt x="82726" y="11272"/>
                    </a:cubicBezTo>
                    <a:cubicBezTo>
                      <a:pt x="81963" y="11708"/>
                      <a:pt x="81201" y="12034"/>
                      <a:pt x="80438" y="12361"/>
                    </a:cubicBezTo>
                    <a:lnTo>
                      <a:pt x="77171" y="13777"/>
                    </a:lnTo>
                    <a:lnTo>
                      <a:pt x="70637" y="16500"/>
                    </a:lnTo>
                    <a:lnTo>
                      <a:pt x="57732" y="21455"/>
                    </a:lnTo>
                    <a:cubicBezTo>
                      <a:pt x="52885" y="23252"/>
                      <a:pt x="48801" y="24885"/>
                      <a:pt x="45316" y="26573"/>
                    </a:cubicBezTo>
                    <a:cubicBezTo>
                      <a:pt x="41558" y="28371"/>
                      <a:pt x="37856" y="30930"/>
                      <a:pt x="34480" y="34143"/>
                    </a:cubicBezTo>
                    <a:cubicBezTo>
                      <a:pt x="32192" y="36212"/>
                      <a:pt x="30069" y="37573"/>
                      <a:pt x="27618" y="38499"/>
                    </a:cubicBezTo>
                    <a:cubicBezTo>
                      <a:pt x="25930" y="39207"/>
                      <a:pt x="24188" y="39806"/>
                      <a:pt x="22337" y="40459"/>
                    </a:cubicBezTo>
                    <a:cubicBezTo>
                      <a:pt x="20866" y="41004"/>
                      <a:pt x="19287" y="41548"/>
                      <a:pt x="17762" y="42093"/>
                    </a:cubicBezTo>
                    <a:cubicBezTo>
                      <a:pt x="14713" y="43182"/>
                      <a:pt x="11064" y="44652"/>
                      <a:pt x="6327" y="47266"/>
                    </a:cubicBezTo>
                    <a:cubicBezTo>
                      <a:pt x="4748" y="43073"/>
                      <a:pt x="5183" y="38608"/>
                      <a:pt x="5891" y="35395"/>
                    </a:cubicBezTo>
                    <a:cubicBezTo>
                      <a:pt x="7035" y="30494"/>
                      <a:pt x="9648" y="25702"/>
                      <a:pt x="13406" y="21564"/>
                    </a:cubicBezTo>
                    <a:cubicBezTo>
                      <a:pt x="16673" y="17970"/>
                      <a:pt x="20921" y="15356"/>
                      <a:pt x="25658" y="14158"/>
                    </a:cubicBezTo>
                    <a:cubicBezTo>
                      <a:pt x="29742" y="13124"/>
                      <a:pt x="33772" y="12579"/>
                      <a:pt x="37692" y="12089"/>
                    </a:cubicBezTo>
                    <a:cubicBezTo>
                      <a:pt x="38945" y="11925"/>
                      <a:pt x="40143" y="11762"/>
                      <a:pt x="41286" y="11599"/>
                    </a:cubicBezTo>
                    <a:cubicBezTo>
                      <a:pt x="45697" y="11163"/>
                      <a:pt x="50217" y="10782"/>
                      <a:pt x="55717" y="10619"/>
                    </a:cubicBezTo>
                    <a:moveTo>
                      <a:pt x="93507" y="0"/>
                    </a:moveTo>
                    <a:cubicBezTo>
                      <a:pt x="92799" y="0"/>
                      <a:pt x="92146" y="436"/>
                      <a:pt x="91928" y="1198"/>
                    </a:cubicBezTo>
                    <a:lnTo>
                      <a:pt x="91874" y="1416"/>
                    </a:lnTo>
                    <a:cubicBezTo>
                      <a:pt x="91329" y="3267"/>
                      <a:pt x="90022" y="4139"/>
                      <a:pt x="88444" y="4737"/>
                    </a:cubicBezTo>
                    <a:cubicBezTo>
                      <a:pt x="86864" y="5391"/>
                      <a:pt x="84958" y="5663"/>
                      <a:pt x="83052" y="5772"/>
                    </a:cubicBezTo>
                    <a:cubicBezTo>
                      <a:pt x="82562" y="5772"/>
                      <a:pt x="82072" y="5772"/>
                      <a:pt x="81582" y="5772"/>
                    </a:cubicBezTo>
                    <a:cubicBezTo>
                      <a:pt x="81092" y="5772"/>
                      <a:pt x="80656" y="5772"/>
                      <a:pt x="80166" y="5772"/>
                    </a:cubicBezTo>
                    <a:lnTo>
                      <a:pt x="76790" y="5718"/>
                    </a:lnTo>
                    <a:lnTo>
                      <a:pt x="69929" y="5445"/>
                    </a:lnTo>
                    <a:lnTo>
                      <a:pt x="55771" y="5173"/>
                    </a:lnTo>
                    <a:cubicBezTo>
                      <a:pt x="50979" y="5337"/>
                      <a:pt x="45969" y="5609"/>
                      <a:pt x="40850" y="6262"/>
                    </a:cubicBezTo>
                    <a:cubicBezTo>
                      <a:pt x="35732" y="6970"/>
                      <a:pt x="30287" y="7460"/>
                      <a:pt x="24514" y="8931"/>
                    </a:cubicBezTo>
                    <a:cubicBezTo>
                      <a:pt x="18906" y="10401"/>
                      <a:pt x="13678" y="13450"/>
                      <a:pt x="9594" y="17970"/>
                    </a:cubicBezTo>
                    <a:cubicBezTo>
                      <a:pt x="5510" y="22435"/>
                      <a:pt x="2243" y="27989"/>
                      <a:pt x="772" y="34197"/>
                    </a:cubicBezTo>
                    <a:cubicBezTo>
                      <a:pt x="-589" y="40405"/>
                      <a:pt x="-371" y="47212"/>
                      <a:pt x="3223" y="52929"/>
                    </a:cubicBezTo>
                    <a:cubicBezTo>
                      <a:pt x="3659" y="53583"/>
                      <a:pt x="4367" y="53964"/>
                      <a:pt x="5129" y="53964"/>
                    </a:cubicBezTo>
                    <a:cubicBezTo>
                      <a:pt x="5510" y="53964"/>
                      <a:pt x="5891" y="53855"/>
                      <a:pt x="6272" y="53637"/>
                    </a:cubicBezTo>
                    <a:lnTo>
                      <a:pt x="6381" y="53583"/>
                    </a:lnTo>
                    <a:cubicBezTo>
                      <a:pt x="11936" y="50315"/>
                      <a:pt x="16020" y="48627"/>
                      <a:pt x="19777" y="47212"/>
                    </a:cubicBezTo>
                    <a:cubicBezTo>
                      <a:pt x="23425" y="45850"/>
                      <a:pt x="26747" y="44816"/>
                      <a:pt x="29851" y="43563"/>
                    </a:cubicBezTo>
                    <a:cubicBezTo>
                      <a:pt x="32955" y="42365"/>
                      <a:pt x="35623" y="40623"/>
                      <a:pt x="38291" y="38172"/>
                    </a:cubicBezTo>
                    <a:cubicBezTo>
                      <a:pt x="40850" y="35722"/>
                      <a:pt x="44064" y="33217"/>
                      <a:pt x="47821" y="31474"/>
                    </a:cubicBezTo>
                    <a:cubicBezTo>
                      <a:pt x="51524" y="29677"/>
                      <a:pt x="55553" y="28098"/>
                      <a:pt x="59746" y="26519"/>
                    </a:cubicBezTo>
                    <a:lnTo>
                      <a:pt x="72706" y="21509"/>
                    </a:lnTo>
                    <a:lnTo>
                      <a:pt x="79350" y="18732"/>
                    </a:lnTo>
                    <a:lnTo>
                      <a:pt x="82671" y="17262"/>
                    </a:lnTo>
                    <a:cubicBezTo>
                      <a:pt x="83978" y="16717"/>
                      <a:pt x="85176" y="16064"/>
                      <a:pt x="86374" y="15411"/>
                    </a:cubicBezTo>
                    <a:cubicBezTo>
                      <a:pt x="88770" y="13995"/>
                      <a:pt x="91057" y="12307"/>
                      <a:pt x="92963" y="9911"/>
                    </a:cubicBezTo>
                    <a:cubicBezTo>
                      <a:pt x="94869" y="7624"/>
                      <a:pt x="96012" y="4030"/>
                      <a:pt x="95141" y="1198"/>
                    </a:cubicBezTo>
                    <a:cubicBezTo>
                      <a:pt x="94978" y="708"/>
                      <a:pt x="94597" y="272"/>
                      <a:pt x="94052" y="109"/>
                    </a:cubicBezTo>
                    <a:cubicBezTo>
                      <a:pt x="93834" y="55"/>
                      <a:pt x="93671" y="0"/>
                      <a:pt x="93507" y="0"/>
                    </a:cubicBezTo>
                    <a:lnTo>
                      <a:pt x="93507" y="0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9" name="Forme libre : forme 1138">
                <a:extLst>
                  <a:ext uri="{FF2B5EF4-FFF2-40B4-BE49-F238E27FC236}">
                    <a16:creationId xmlns:a16="http://schemas.microsoft.com/office/drawing/2014/main" id="{3B984AB2-2D35-4E88-91EA-0FFB3099735D}"/>
                  </a:ext>
                </a:extLst>
              </p:cNvPr>
              <p:cNvSpPr/>
              <p:nvPr/>
            </p:nvSpPr>
            <p:spPr>
              <a:xfrm>
                <a:off x="7826298" y="5115173"/>
                <a:ext cx="112919" cy="49607"/>
              </a:xfrm>
              <a:custGeom>
                <a:avLst/>
                <a:gdLst>
                  <a:gd name="connsiteX0" fmla="*/ 37026 w 112919"/>
                  <a:gd name="connsiteY0" fmla="*/ 5445 h 49607"/>
                  <a:gd name="connsiteX1" fmla="*/ 45140 w 112919"/>
                  <a:gd name="connsiteY1" fmla="*/ 6589 h 49607"/>
                  <a:gd name="connsiteX2" fmla="*/ 61748 w 112919"/>
                  <a:gd name="connsiteY2" fmla="*/ 13995 h 49607"/>
                  <a:gd name="connsiteX3" fmla="*/ 74436 w 112919"/>
                  <a:gd name="connsiteY3" fmla="*/ 24504 h 49607"/>
                  <a:gd name="connsiteX4" fmla="*/ 77758 w 112919"/>
                  <a:gd name="connsiteY4" fmla="*/ 28479 h 49607"/>
                  <a:gd name="connsiteX5" fmla="*/ 83802 w 112919"/>
                  <a:gd name="connsiteY5" fmla="*/ 35340 h 49607"/>
                  <a:gd name="connsiteX6" fmla="*/ 95074 w 112919"/>
                  <a:gd name="connsiteY6" fmla="*/ 43890 h 49607"/>
                  <a:gd name="connsiteX7" fmla="*/ 81243 w 112919"/>
                  <a:gd name="connsiteY7" fmla="*/ 40459 h 49607"/>
                  <a:gd name="connsiteX8" fmla="*/ 71659 w 112919"/>
                  <a:gd name="connsiteY8" fmla="*/ 35340 h 49607"/>
                  <a:gd name="connsiteX9" fmla="*/ 67575 w 112919"/>
                  <a:gd name="connsiteY9" fmla="*/ 33054 h 49607"/>
                  <a:gd name="connsiteX10" fmla="*/ 55105 w 112919"/>
                  <a:gd name="connsiteY10" fmla="*/ 27880 h 49607"/>
                  <a:gd name="connsiteX11" fmla="*/ 49768 w 112919"/>
                  <a:gd name="connsiteY11" fmla="*/ 27336 h 49607"/>
                  <a:gd name="connsiteX12" fmla="*/ 42036 w 112919"/>
                  <a:gd name="connsiteY12" fmla="*/ 28153 h 49607"/>
                  <a:gd name="connsiteX13" fmla="*/ 36754 w 112919"/>
                  <a:gd name="connsiteY13" fmla="*/ 28643 h 49607"/>
                  <a:gd name="connsiteX14" fmla="*/ 32289 w 112919"/>
                  <a:gd name="connsiteY14" fmla="*/ 28316 h 49607"/>
                  <a:gd name="connsiteX15" fmla="*/ 19165 w 112919"/>
                  <a:gd name="connsiteY15" fmla="*/ 25974 h 49607"/>
                  <a:gd name="connsiteX16" fmla="*/ 6968 w 112919"/>
                  <a:gd name="connsiteY16" fmla="*/ 22108 h 49607"/>
                  <a:gd name="connsiteX17" fmla="*/ 15844 w 112919"/>
                  <a:gd name="connsiteY17" fmla="*/ 13178 h 49607"/>
                  <a:gd name="connsiteX18" fmla="*/ 29729 w 112919"/>
                  <a:gd name="connsiteY18" fmla="*/ 6480 h 49607"/>
                  <a:gd name="connsiteX19" fmla="*/ 37026 w 112919"/>
                  <a:gd name="connsiteY19" fmla="*/ 5445 h 49607"/>
                  <a:gd name="connsiteX20" fmla="*/ 37026 w 112919"/>
                  <a:gd name="connsiteY20" fmla="*/ 0 h 49607"/>
                  <a:gd name="connsiteX21" fmla="*/ 28260 w 112919"/>
                  <a:gd name="connsiteY21" fmla="*/ 1143 h 49607"/>
                  <a:gd name="connsiteX22" fmla="*/ 12577 w 112919"/>
                  <a:gd name="connsiteY22" fmla="*/ 8712 h 49607"/>
                  <a:gd name="connsiteX23" fmla="*/ 325 w 112919"/>
                  <a:gd name="connsiteY23" fmla="*/ 22163 h 49607"/>
                  <a:gd name="connsiteX24" fmla="*/ 270 w 112919"/>
                  <a:gd name="connsiteY24" fmla="*/ 22271 h 49607"/>
                  <a:gd name="connsiteX25" fmla="*/ 1195 w 112919"/>
                  <a:gd name="connsiteY25" fmla="*/ 25321 h 49607"/>
                  <a:gd name="connsiteX26" fmla="*/ 17804 w 112919"/>
                  <a:gd name="connsiteY26" fmla="*/ 31202 h 49607"/>
                  <a:gd name="connsiteX27" fmla="*/ 31527 w 112919"/>
                  <a:gd name="connsiteY27" fmla="*/ 33652 h 49607"/>
                  <a:gd name="connsiteX28" fmla="*/ 36754 w 112919"/>
                  <a:gd name="connsiteY28" fmla="*/ 34034 h 49607"/>
                  <a:gd name="connsiteX29" fmla="*/ 42962 w 112919"/>
                  <a:gd name="connsiteY29" fmla="*/ 33489 h 49607"/>
                  <a:gd name="connsiteX30" fmla="*/ 49768 w 112919"/>
                  <a:gd name="connsiteY30" fmla="*/ 32727 h 49607"/>
                  <a:gd name="connsiteX31" fmla="*/ 53907 w 112919"/>
                  <a:gd name="connsiteY31" fmla="*/ 33162 h 49607"/>
                  <a:gd name="connsiteX32" fmla="*/ 64743 w 112919"/>
                  <a:gd name="connsiteY32" fmla="*/ 37682 h 49607"/>
                  <a:gd name="connsiteX33" fmla="*/ 79010 w 112919"/>
                  <a:gd name="connsiteY33" fmla="*/ 45360 h 49607"/>
                  <a:gd name="connsiteX34" fmla="*/ 102317 w 112919"/>
                  <a:gd name="connsiteY34" fmla="*/ 49607 h 49607"/>
                  <a:gd name="connsiteX35" fmla="*/ 111355 w 112919"/>
                  <a:gd name="connsiteY35" fmla="*/ 49281 h 49607"/>
                  <a:gd name="connsiteX36" fmla="*/ 112771 w 112919"/>
                  <a:gd name="connsiteY36" fmla="*/ 48301 h 49607"/>
                  <a:gd name="connsiteX37" fmla="*/ 111955 w 112919"/>
                  <a:gd name="connsiteY37" fmla="*/ 46068 h 49607"/>
                  <a:gd name="connsiteX38" fmla="*/ 87886 w 112919"/>
                  <a:gd name="connsiteY38" fmla="*/ 31583 h 49607"/>
                  <a:gd name="connsiteX39" fmla="*/ 78629 w 112919"/>
                  <a:gd name="connsiteY39" fmla="*/ 20856 h 49607"/>
                  <a:gd name="connsiteX40" fmla="*/ 64525 w 112919"/>
                  <a:gd name="connsiteY40" fmla="*/ 9203 h 49607"/>
                  <a:gd name="connsiteX41" fmla="*/ 46719 w 112919"/>
                  <a:gd name="connsiteY41" fmla="*/ 1307 h 49607"/>
                  <a:gd name="connsiteX42" fmla="*/ 37026 w 112919"/>
                  <a:gd name="connsiteY42" fmla="*/ 0 h 49607"/>
                  <a:gd name="connsiteX43" fmla="*/ 37026 w 112919"/>
                  <a:gd name="connsiteY43" fmla="*/ 0 h 4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919" h="49607">
                    <a:moveTo>
                      <a:pt x="37026" y="5445"/>
                    </a:moveTo>
                    <a:cubicBezTo>
                      <a:pt x="39749" y="5445"/>
                      <a:pt x="42526" y="5827"/>
                      <a:pt x="45140" y="6589"/>
                    </a:cubicBezTo>
                    <a:cubicBezTo>
                      <a:pt x="50313" y="8114"/>
                      <a:pt x="55758" y="10510"/>
                      <a:pt x="61748" y="13995"/>
                    </a:cubicBezTo>
                    <a:cubicBezTo>
                      <a:pt x="67193" y="17098"/>
                      <a:pt x="71714" y="21455"/>
                      <a:pt x="74436" y="24504"/>
                    </a:cubicBezTo>
                    <a:cubicBezTo>
                      <a:pt x="75634" y="25866"/>
                      <a:pt x="76723" y="27227"/>
                      <a:pt x="77758" y="28479"/>
                    </a:cubicBezTo>
                    <a:cubicBezTo>
                      <a:pt x="79827" y="30984"/>
                      <a:pt x="81842" y="33380"/>
                      <a:pt x="83802" y="35340"/>
                    </a:cubicBezTo>
                    <a:cubicBezTo>
                      <a:pt x="86851" y="38662"/>
                      <a:pt x="90772" y="41439"/>
                      <a:pt x="95074" y="43890"/>
                    </a:cubicBezTo>
                    <a:cubicBezTo>
                      <a:pt x="89955" y="43345"/>
                      <a:pt x="85490" y="42256"/>
                      <a:pt x="81243" y="40459"/>
                    </a:cubicBezTo>
                    <a:cubicBezTo>
                      <a:pt x="77812" y="38934"/>
                      <a:pt x="74654" y="37083"/>
                      <a:pt x="71659" y="35340"/>
                    </a:cubicBezTo>
                    <a:cubicBezTo>
                      <a:pt x="70189" y="34469"/>
                      <a:pt x="68773" y="33652"/>
                      <a:pt x="67575" y="33054"/>
                    </a:cubicBezTo>
                    <a:cubicBezTo>
                      <a:pt x="62892" y="30222"/>
                      <a:pt x="58971" y="28643"/>
                      <a:pt x="55105" y="27880"/>
                    </a:cubicBezTo>
                    <a:cubicBezTo>
                      <a:pt x="53471" y="27499"/>
                      <a:pt x="51674" y="27336"/>
                      <a:pt x="49768" y="27336"/>
                    </a:cubicBezTo>
                    <a:cubicBezTo>
                      <a:pt x="47427" y="27336"/>
                      <a:pt x="44922" y="27608"/>
                      <a:pt x="42036" y="28153"/>
                    </a:cubicBezTo>
                    <a:cubicBezTo>
                      <a:pt x="40185" y="28479"/>
                      <a:pt x="38496" y="28643"/>
                      <a:pt x="36754" y="28643"/>
                    </a:cubicBezTo>
                    <a:cubicBezTo>
                      <a:pt x="35284" y="28643"/>
                      <a:pt x="33868" y="28534"/>
                      <a:pt x="32289" y="28316"/>
                    </a:cubicBezTo>
                    <a:cubicBezTo>
                      <a:pt x="27497" y="27662"/>
                      <a:pt x="23304" y="26900"/>
                      <a:pt x="19165" y="25974"/>
                    </a:cubicBezTo>
                    <a:cubicBezTo>
                      <a:pt x="15462" y="25049"/>
                      <a:pt x="11378" y="24014"/>
                      <a:pt x="6968" y="22108"/>
                    </a:cubicBezTo>
                    <a:cubicBezTo>
                      <a:pt x="9364" y="18787"/>
                      <a:pt x="12195" y="15955"/>
                      <a:pt x="15844" y="13178"/>
                    </a:cubicBezTo>
                    <a:cubicBezTo>
                      <a:pt x="20091" y="10074"/>
                      <a:pt x="24774" y="7787"/>
                      <a:pt x="29729" y="6480"/>
                    </a:cubicBezTo>
                    <a:cubicBezTo>
                      <a:pt x="32071" y="5772"/>
                      <a:pt x="34521" y="5445"/>
                      <a:pt x="37026" y="5445"/>
                    </a:cubicBezTo>
                    <a:moveTo>
                      <a:pt x="37026" y="0"/>
                    </a:moveTo>
                    <a:cubicBezTo>
                      <a:pt x="34031" y="0"/>
                      <a:pt x="31091" y="381"/>
                      <a:pt x="28260" y="1143"/>
                    </a:cubicBezTo>
                    <a:cubicBezTo>
                      <a:pt x="22433" y="2668"/>
                      <a:pt x="17205" y="5282"/>
                      <a:pt x="12577" y="8712"/>
                    </a:cubicBezTo>
                    <a:cubicBezTo>
                      <a:pt x="7948" y="12252"/>
                      <a:pt x="3864" y="16336"/>
                      <a:pt x="325" y="22163"/>
                    </a:cubicBezTo>
                    <a:cubicBezTo>
                      <a:pt x="325" y="22217"/>
                      <a:pt x="270" y="22217"/>
                      <a:pt x="270" y="22271"/>
                    </a:cubicBezTo>
                    <a:cubicBezTo>
                      <a:pt x="-329" y="23361"/>
                      <a:pt x="107" y="24722"/>
                      <a:pt x="1195" y="25321"/>
                    </a:cubicBezTo>
                    <a:cubicBezTo>
                      <a:pt x="7240" y="28534"/>
                      <a:pt x="12740" y="29895"/>
                      <a:pt x="17804" y="31202"/>
                    </a:cubicBezTo>
                    <a:cubicBezTo>
                      <a:pt x="22868" y="32346"/>
                      <a:pt x="27388" y="33108"/>
                      <a:pt x="31527" y="33652"/>
                    </a:cubicBezTo>
                    <a:cubicBezTo>
                      <a:pt x="33378" y="33925"/>
                      <a:pt x="35066" y="34034"/>
                      <a:pt x="36754" y="34034"/>
                    </a:cubicBezTo>
                    <a:cubicBezTo>
                      <a:pt x="38823" y="34034"/>
                      <a:pt x="40892" y="33870"/>
                      <a:pt x="42962" y="33489"/>
                    </a:cubicBezTo>
                    <a:cubicBezTo>
                      <a:pt x="45249" y="33054"/>
                      <a:pt x="47536" y="32727"/>
                      <a:pt x="49768" y="32727"/>
                    </a:cubicBezTo>
                    <a:cubicBezTo>
                      <a:pt x="51184" y="32727"/>
                      <a:pt x="52600" y="32835"/>
                      <a:pt x="53907" y="33162"/>
                    </a:cubicBezTo>
                    <a:cubicBezTo>
                      <a:pt x="57338" y="33816"/>
                      <a:pt x="60605" y="35231"/>
                      <a:pt x="64743" y="37682"/>
                    </a:cubicBezTo>
                    <a:cubicBezTo>
                      <a:pt x="68936" y="39914"/>
                      <a:pt x="73565" y="42964"/>
                      <a:pt x="79010" y="45360"/>
                    </a:cubicBezTo>
                    <a:cubicBezTo>
                      <a:pt x="87069" y="48736"/>
                      <a:pt x="94802" y="49607"/>
                      <a:pt x="102317" y="49607"/>
                    </a:cubicBezTo>
                    <a:cubicBezTo>
                      <a:pt x="105366" y="49607"/>
                      <a:pt x="108415" y="49444"/>
                      <a:pt x="111355" y="49281"/>
                    </a:cubicBezTo>
                    <a:cubicBezTo>
                      <a:pt x="111955" y="49226"/>
                      <a:pt x="112499" y="48899"/>
                      <a:pt x="112771" y="48301"/>
                    </a:cubicBezTo>
                    <a:cubicBezTo>
                      <a:pt x="113153" y="47429"/>
                      <a:pt x="112771" y="46449"/>
                      <a:pt x="111955" y="46068"/>
                    </a:cubicBezTo>
                    <a:cubicBezTo>
                      <a:pt x="102643" y="41766"/>
                      <a:pt x="93441" y="37682"/>
                      <a:pt x="87886" y="31583"/>
                    </a:cubicBezTo>
                    <a:cubicBezTo>
                      <a:pt x="84945" y="28643"/>
                      <a:pt x="82168" y="24940"/>
                      <a:pt x="78629" y="20856"/>
                    </a:cubicBezTo>
                    <a:cubicBezTo>
                      <a:pt x="75144" y="16990"/>
                      <a:pt x="70298" y="12470"/>
                      <a:pt x="64525" y="9203"/>
                    </a:cubicBezTo>
                    <a:cubicBezTo>
                      <a:pt x="58863" y="5935"/>
                      <a:pt x="52927" y="3158"/>
                      <a:pt x="46719" y="1307"/>
                    </a:cubicBezTo>
                    <a:cubicBezTo>
                      <a:pt x="43506" y="490"/>
                      <a:pt x="40239" y="0"/>
                      <a:pt x="37026" y="0"/>
                    </a:cubicBezTo>
                    <a:lnTo>
                      <a:pt x="37026" y="0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0" name="Forme libre : forme 1139">
                <a:extLst>
                  <a:ext uri="{FF2B5EF4-FFF2-40B4-BE49-F238E27FC236}">
                    <a16:creationId xmlns:a16="http://schemas.microsoft.com/office/drawing/2014/main" id="{7C6ED4D4-5C6E-42A7-BDD6-EAD5D64FF5E5}"/>
                  </a:ext>
                </a:extLst>
              </p:cNvPr>
              <p:cNvSpPr/>
              <p:nvPr/>
            </p:nvSpPr>
            <p:spPr>
              <a:xfrm>
                <a:off x="7849041" y="5074061"/>
                <a:ext cx="93378" cy="71715"/>
              </a:xfrm>
              <a:custGeom>
                <a:avLst/>
                <a:gdLst>
                  <a:gd name="connsiteX0" fmla="*/ 31165 w 93378"/>
                  <a:gd name="connsiteY0" fmla="*/ 5500 h 71715"/>
                  <a:gd name="connsiteX1" fmla="*/ 31165 w 93378"/>
                  <a:gd name="connsiteY1" fmla="*/ 5500 h 71715"/>
                  <a:gd name="connsiteX2" fmla="*/ 31437 w 93378"/>
                  <a:gd name="connsiteY2" fmla="*/ 5500 h 71715"/>
                  <a:gd name="connsiteX3" fmla="*/ 46085 w 93378"/>
                  <a:gd name="connsiteY3" fmla="*/ 10237 h 71715"/>
                  <a:gd name="connsiteX4" fmla="*/ 58718 w 93378"/>
                  <a:gd name="connsiteY4" fmla="*/ 22108 h 71715"/>
                  <a:gd name="connsiteX5" fmla="*/ 67377 w 93378"/>
                  <a:gd name="connsiteY5" fmla="*/ 34687 h 71715"/>
                  <a:gd name="connsiteX6" fmla="*/ 72386 w 93378"/>
                  <a:gd name="connsiteY6" fmla="*/ 44979 h 71715"/>
                  <a:gd name="connsiteX7" fmla="*/ 73638 w 93378"/>
                  <a:gd name="connsiteY7" fmla="*/ 47647 h 71715"/>
                  <a:gd name="connsiteX8" fmla="*/ 79574 w 93378"/>
                  <a:gd name="connsiteY8" fmla="*/ 59790 h 71715"/>
                  <a:gd name="connsiteX9" fmla="*/ 69173 w 93378"/>
                  <a:gd name="connsiteY9" fmla="*/ 51132 h 71715"/>
                  <a:gd name="connsiteX10" fmla="*/ 66941 w 93378"/>
                  <a:gd name="connsiteY10" fmla="*/ 49063 h 71715"/>
                  <a:gd name="connsiteX11" fmla="*/ 58664 w 93378"/>
                  <a:gd name="connsiteY11" fmla="*/ 41494 h 71715"/>
                  <a:gd name="connsiteX12" fmla="*/ 48100 w 93378"/>
                  <a:gd name="connsiteY12" fmla="*/ 33326 h 71715"/>
                  <a:gd name="connsiteX13" fmla="*/ 35957 w 93378"/>
                  <a:gd name="connsiteY13" fmla="*/ 29623 h 71715"/>
                  <a:gd name="connsiteX14" fmla="*/ 28388 w 93378"/>
                  <a:gd name="connsiteY14" fmla="*/ 27390 h 71715"/>
                  <a:gd name="connsiteX15" fmla="*/ 24031 w 93378"/>
                  <a:gd name="connsiteY15" fmla="*/ 25212 h 71715"/>
                  <a:gd name="connsiteX16" fmla="*/ 6715 w 93378"/>
                  <a:gd name="connsiteY16" fmla="*/ 17098 h 71715"/>
                  <a:gd name="connsiteX17" fmla="*/ 31165 w 93378"/>
                  <a:gd name="connsiteY17" fmla="*/ 5500 h 71715"/>
                  <a:gd name="connsiteX18" fmla="*/ 31165 w 93378"/>
                  <a:gd name="connsiteY18" fmla="*/ 54 h 71715"/>
                  <a:gd name="connsiteX19" fmla="*/ 235 w 93378"/>
                  <a:gd name="connsiteY19" fmla="*/ 17752 h 71715"/>
                  <a:gd name="connsiteX20" fmla="*/ 180 w 93378"/>
                  <a:gd name="connsiteY20" fmla="*/ 17806 h 71715"/>
                  <a:gd name="connsiteX21" fmla="*/ 1379 w 93378"/>
                  <a:gd name="connsiteY21" fmla="*/ 20692 h 71715"/>
                  <a:gd name="connsiteX22" fmla="*/ 1487 w 93378"/>
                  <a:gd name="connsiteY22" fmla="*/ 20747 h 71715"/>
                  <a:gd name="connsiteX23" fmla="*/ 26046 w 93378"/>
                  <a:gd name="connsiteY23" fmla="*/ 32237 h 71715"/>
                  <a:gd name="connsiteX24" fmla="*/ 35358 w 93378"/>
                  <a:gd name="connsiteY24" fmla="*/ 34959 h 71715"/>
                  <a:gd name="connsiteX25" fmla="*/ 45323 w 93378"/>
                  <a:gd name="connsiteY25" fmla="*/ 37954 h 71715"/>
                  <a:gd name="connsiteX26" fmla="*/ 55016 w 93378"/>
                  <a:gd name="connsiteY26" fmla="*/ 45469 h 71715"/>
                  <a:gd name="connsiteX27" fmla="*/ 65470 w 93378"/>
                  <a:gd name="connsiteY27" fmla="*/ 55107 h 71715"/>
                  <a:gd name="connsiteX28" fmla="*/ 91228 w 93378"/>
                  <a:gd name="connsiteY28" fmla="*/ 71661 h 71715"/>
                  <a:gd name="connsiteX29" fmla="*/ 91663 w 93378"/>
                  <a:gd name="connsiteY29" fmla="*/ 71716 h 71715"/>
                  <a:gd name="connsiteX30" fmla="*/ 92861 w 93378"/>
                  <a:gd name="connsiteY30" fmla="*/ 71225 h 71715"/>
                  <a:gd name="connsiteX31" fmla="*/ 92915 w 93378"/>
                  <a:gd name="connsiteY31" fmla="*/ 68829 h 71715"/>
                  <a:gd name="connsiteX32" fmla="*/ 92861 w 93378"/>
                  <a:gd name="connsiteY32" fmla="*/ 68775 h 71715"/>
                  <a:gd name="connsiteX33" fmla="*/ 78648 w 93378"/>
                  <a:gd name="connsiteY33" fmla="*/ 45414 h 71715"/>
                  <a:gd name="connsiteX34" fmla="*/ 72223 w 93378"/>
                  <a:gd name="connsiteY34" fmla="*/ 32128 h 71715"/>
                  <a:gd name="connsiteX35" fmla="*/ 62857 w 93378"/>
                  <a:gd name="connsiteY35" fmla="*/ 18514 h 71715"/>
                  <a:gd name="connsiteX36" fmla="*/ 49243 w 93378"/>
                  <a:gd name="connsiteY36" fmla="*/ 5718 h 71715"/>
                  <a:gd name="connsiteX37" fmla="*/ 31491 w 93378"/>
                  <a:gd name="connsiteY37" fmla="*/ 0 h 71715"/>
                  <a:gd name="connsiteX38" fmla="*/ 31165 w 93378"/>
                  <a:gd name="connsiteY38" fmla="*/ 54 h 71715"/>
                  <a:gd name="connsiteX39" fmla="*/ 31165 w 93378"/>
                  <a:gd name="connsiteY39" fmla="*/ 54 h 71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93378" h="71715">
                    <a:moveTo>
                      <a:pt x="31165" y="5500"/>
                    </a:moveTo>
                    <a:lnTo>
                      <a:pt x="31165" y="5500"/>
                    </a:lnTo>
                    <a:lnTo>
                      <a:pt x="31437" y="5500"/>
                    </a:lnTo>
                    <a:cubicBezTo>
                      <a:pt x="36610" y="5554"/>
                      <a:pt x="41838" y="7242"/>
                      <a:pt x="46085" y="10237"/>
                    </a:cubicBezTo>
                    <a:cubicBezTo>
                      <a:pt x="50169" y="13123"/>
                      <a:pt x="54308" y="16990"/>
                      <a:pt x="58718" y="22108"/>
                    </a:cubicBezTo>
                    <a:cubicBezTo>
                      <a:pt x="61768" y="25702"/>
                      <a:pt x="64491" y="29623"/>
                      <a:pt x="67377" y="34687"/>
                    </a:cubicBezTo>
                    <a:cubicBezTo>
                      <a:pt x="69228" y="38172"/>
                      <a:pt x="70807" y="41657"/>
                      <a:pt x="72386" y="44979"/>
                    </a:cubicBezTo>
                    <a:lnTo>
                      <a:pt x="73638" y="47647"/>
                    </a:lnTo>
                    <a:cubicBezTo>
                      <a:pt x="75545" y="51894"/>
                      <a:pt x="77451" y="55924"/>
                      <a:pt x="79574" y="59790"/>
                    </a:cubicBezTo>
                    <a:cubicBezTo>
                      <a:pt x="75926" y="57177"/>
                      <a:pt x="72495" y="54127"/>
                      <a:pt x="69173" y="51132"/>
                    </a:cubicBezTo>
                    <a:lnTo>
                      <a:pt x="66941" y="49063"/>
                    </a:lnTo>
                    <a:cubicBezTo>
                      <a:pt x="64055" y="46340"/>
                      <a:pt x="61332" y="43726"/>
                      <a:pt x="58664" y="41494"/>
                    </a:cubicBezTo>
                    <a:cubicBezTo>
                      <a:pt x="54798" y="37900"/>
                      <a:pt x="51312" y="35231"/>
                      <a:pt x="48100" y="33326"/>
                    </a:cubicBezTo>
                    <a:cubicBezTo>
                      <a:pt x="43961" y="30821"/>
                      <a:pt x="39659" y="30004"/>
                      <a:pt x="35957" y="29623"/>
                    </a:cubicBezTo>
                    <a:cubicBezTo>
                      <a:pt x="33125" y="29296"/>
                      <a:pt x="30783" y="28588"/>
                      <a:pt x="28388" y="27390"/>
                    </a:cubicBezTo>
                    <a:cubicBezTo>
                      <a:pt x="26972" y="26682"/>
                      <a:pt x="25556" y="25974"/>
                      <a:pt x="24031" y="25212"/>
                    </a:cubicBezTo>
                    <a:cubicBezTo>
                      <a:pt x="19403" y="22925"/>
                      <a:pt x="14284" y="20311"/>
                      <a:pt x="6715" y="17098"/>
                    </a:cubicBezTo>
                    <a:cubicBezTo>
                      <a:pt x="12378" y="8658"/>
                      <a:pt x="22724" y="5500"/>
                      <a:pt x="31165" y="5500"/>
                    </a:cubicBezTo>
                    <a:moveTo>
                      <a:pt x="31165" y="54"/>
                    </a:moveTo>
                    <a:cubicBezTo>
                      <a:pt x="18858" y="54"/>
                      <a:pt x="5844" y="5554"/>
                      <a:pt x="235" y="17752"/>
                    </a:cubicBezTo>
                    <a:cubicBezTo>
                      <a:pt x="235" y="17752"/>
                      <a:pt x="235" y="17806"/>
                      <a:pt x="180" y="17806"/>
                    </a:cubicBezTo>
                    <a:cubicBezTo>
                      <a:pt x="-310" y="18950"/>
                      <a:pt x="235" y="20202"/>
                      <a:pt x="1379" y="20692"/>
                    </a:cubicBezTo>
                    <a:lnTo>
                      <a:pt x="1487" y="20747"/>
                    </a:lnTo>
                    <a:cubicBezTo>
                      <a:pt x="13304" y="25648"/>
                      <a:pt x="19784" y="29187"/>
                      <a:pt x="26046" y="32237"/>
                    </a:cubicBezTo>
                    <a:cubicBezTo>
                      <a:pt x="29096" y="33761"/>
                      <a:pt x="31982" y="34578"/>
                      <a:pt x="35358" y="34959"/>
                    </a:cubicBezTo>
                    <a:cubicBezTo>
                      <a:pt x="38734" y="35340"/>
                      <a:pt x="42165" y="35994"/>
                      <a:pt x="45323" y="37954"/>
                    </a:cubicBezTo>
                    <a:cubicBezTo>
                      <a:pt x="48481" y="39860"/>
                      <a:pt x="51749" y="42419"/>
                      <a:pt x="55016" y="45469"/>
                    </a:cubicBezTo>
                    <a:cubicBezTo>
                      <a:pt x="58392" y="48409"/>
                      <a:pt x="61822" y="51731"/>
                      <a:pt x="65470" y="55107"/>
                    </a:cubicBezTo>
                    <a:cubicBezTo>
                      <a:pt x="72713" y="61696"/>
                      <a:pt x="81208" y="68938"/>
                      <a:pt x="91228" y="71661"/>
                    </a:cubicBezTo>
                    <a:cubicBezTo>
                      <a:pt x="91390" y="71716"/>
                      <a:pt x="91499" y="71716"/>
                      <a:pt x="91663" y="71716"/>
                    </a:cubicBezTo>
                    <a:cubicBezTo>
                      <a:pt x="92098" y="71716"/>
                      <a:pt x="92534" y="71552"/>
                      <a:pt x="92861" y="71225"/>
                    </a:cubicBezTo>
                    <a:cubicBezTo>
                      <a:pt x="93514" y="70572"/>
                      <a:pt x="93569" y="69483"/>
                      <a:pt x="92915" y="68829"/>
                    </a:cubicBezTo>
                    <a:lnTo>
                      <a:pt x="92861" y="68775"/>
                    </a:lnTo>
                    <a:cubicBezTo>
                      <a:pt x="86272" y="61968"/>
                      <a:pt x="82514" y="54018"/>
                      <a:pt x="78648" y="45414"/>
                    </a:cubicBezTo>
                    <a:cubicBezTo>
                      <a:pt x="76634" y="41167"/>
                      <a:pt x="74619" y="36702"/>
                      <a:pt x="72223" y="32128"/>
                    </a:cubicBezTo>
                    <a:cubicBezTo>
                      <a:pt x="69663" y="27662"/>
                      <a:pt x="66723" y="23034"/>
                      <a:pt x="62857" y="18514"/>
                    </a:cubicBezTo>
                    <a:cubicBezTo>
                      <a:pt x="58991" y="14049"/>
                      <a:pt x="54417" y="9366"/>
                      <a:pt x="49243" y="5718"/>
                    </a:cubicBezTo>
                    <a:cubicBezTo>
                      <a:pt x="44016" y="2069"/>
                      <a:pt x="37808" y="54"/>
                      <a:pt x="31491" y="0"/>
                    </a:cubicBezTo>
                    <a:cubicBezTo>
                      <a:pt x="31383" y="54"/>
                      <a:pt x="31274" y="54"/>
                      <a:pt x="31165" y="54"/>
                    </a:cubicBezTo>
                    <a:lnTo>
                      <a:pt x="31165" y="54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141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826353" y="5034933"/>
                <a:ext cx="323897" cy="299165"/>
                <a:chOff x="7826353" y="5034933"/>
                <a:chExt cx="323897" cy="299165"/>
              </a:xfrm>
              <a:noFill/>
            </p:grpSpPr>
            <p:sp>
              <p:nvSpPr>
                <p:cNvPr id="1142" name="Forme libre : forme 1141">
                  <a:extLst>
                    <a:ext uri="{FF2B5EF4-FFF2-40B4-BE49-F238E27FC236}">
                      <a16:creationId xmlns:a16="http://schemas.microsoft.com/office/drawing/2014/main" id="{5903CFEB-DC9C-4751-88B4-35324EFDF138}"/>
                    </a:ext>
                  </a:extLst>
                </p:cNvPr>
                <p:cNvSpPr/>
                <p:nvPr/>
              </p:nvSpPr>
              <p:spPr>
                <a:xfrm>
                  <a:off x="7960364" y="5045273"/>
                  <a:ext cx="34016" cy="88203"/>
                </a:xfrm>
                <a:custGeom>
                  <a:avLst/>
                  <a:gdLst>
                    <a:gd name="connsiteX0" fmla="*/ 20799 w 34016"/>
                    <a:gd name="connsiteY0" fmla="*/ 87597 h 88203"/>
                    <a:gd name="connsiteX1" fmla="*/ 9363 w 34016"/>
                    <a:gd name="connsiteY1" fmla="*/ 66796 h 88203"/>
                    <a:gd name="connsiteX2" fmla="*/ 5824 w 34016"/>
                    <a:gd name="connsiteY2" fmla="*/ 55415 h 88203"/>
                    <a:gd name="connsiteX3" fmla="*/ 3482 w 34016"/>
                    <a:gd name="connsiteY3" fmla="*/ 43980 h 88203"/>
                    <a:gd name="connsiteX4" fmla="*/ 650 w 34016"/>
                    <a:gd name="connsiteY4" fmla="*/ 32708 h 88203"/>
                    <a:gd name="connsiteX5" fmla="*/ 868 w 34016"/>
                    <a:gd name="connsiteY5" fmla="*/ 21872 h 88203"/>
                    <a:gd name="connsiteX6" fmla="*/ 5824 w 34016"/>
                    <a:gd name="connsiteY6" fmla="*/ 11471 h 88203"/>
                    <a:gd name="connsiteX7" fmla="*/ 15462 w 34016"/>
                    <a:gd name="connsiteY7" fmla="*/ 689 h 88203"/>
                    <a:gd name="connsiteX8" fmla="*/ 15516 w 34016"/>
                    <a:gd name="connsiteY8" fmla="*/ 635 h 88203"/>
                    <a:gd name="connsiteX9" fmla="*/ 18729 w 34016"/>
                    <a:gd name="connsiteY9" fmla="*/ 471 h 88203"/>
                    <a:gd name="connsiteX10" fmla="*/ 28912 w 34016"/>
                    <a:gd name="connsiteY10" fmla="*/ 11471 h 88203"/>
                    <a:gd name="connsiteX11" fmla="*/ 33486 w 34016"/>
                    <a:gd name="connsiteY11" fmla="*/ 22852 h 88203"/>
                    <a:gd name="connsiteX12" fmla="*/ 32942 w 34016"/>
                    <a:gd name="connsiteY12" fmla="*/ 33797 h 88203"/>
                    <a:gd name="connsiteX13" fmla="*/ 29566 w 34016"/>
                    <a:gd name="connsiteY13" fmla="*/ 44307 h 88203"/>
                    <a:gd name="connsiteX14" fmla="*/ 27442 w 34016"/>
                    <a:gd name="connsiteY14" fmla="*/ 54653 h 88203"/>
                    <a:gd name="connsiteX15" fmla="*/ 25481 w 34016"/>
                    <a:gd name="connsiteY15" fmla="*/ 64944 h 88203"/>
                    <a:gd name="connsiteX16" fmla="*/ 23793 w 34016"/>
                    <a:gd name="connsiteY16" fmla="*/ 86454 h 88203"/>
                    <a:gd name="connsiteX17" fmla="*/ 22105 w 34016"/>
                    <a:gd name="connsiteY17" fmla="*/ 88196 h 88203"/>
                    <a:gd name="connsiteX18" fmla="*/ 20799 w 34016"/>
                    <a:gd name="connsiteY18" fmla="*/ 87597 h 88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4016" h="88203">
                      <a:moveTo>
                        <a:pt x="20799" y="87597"/>
                      </a:moveTo>
                      <a:cubicBezTo>
                        <a:pt x="15789" y="81553"/>
                        <a:pt x="12194" y="74256"/>
                        <a:pt x="9363" y="66796"/>
                      </a:cubicBezTo>
                      <a:cubicBezTo>
                        <a:pt x="8056" y="63039"/>
                        <a:pt x="6858" y="59227"/>
                        <a:pt x="5824" y="55415"/>
                      </a:cubicBezTo>
                      <a:cubicBezTo>
                        <a:pt x="4952" y="51603"/>
                        <a:pt x="4190" y="47792"/>
                        <a:pt x="3482" y="43980"/>
                      </a:cubicBezTo>
                      <a:cubicBezTo>
                        <a:pt x="2829" y="40223"/>
                        <a:pt x="1631" y="36411"/>
                        <a:pt x="650" y="32708"/>
                      </a:cubicBezTo>
                      <a:cubicBezTo>
                        <a:pt x="-276" y="29005"/>
                        <a:pt x="-221" y="25411"/>
                        <a:pt x="868" y="21872"/>
                      </a:cubicBezTo>
                      <a:cubicBezTo>
                        <a:pt x="1957" y="18387"/>
                        <a:pt x="3536" y="14956"/>
                        <a:pt x="5824" y="11471"/>
                      </a:cubicBezTo>
                      <a:cubicBezTo>
                        <a:pt x="8219" y="7986"/>
                        <a:pt x="10942" y="4555"/>
                        <a:pt x="15462" y="689"/>
                      </a:cubicBezTo>
                      <a:lnTo>
                        <a:pt x="15516" y="635"/>
                      </a:lnTo>
                      <a:cubicBezTo>
                        <a:pt x="16442" y="-182"/>
                        <a:pt x="17803" y="-182"/>
                        <a:pt x="18729" y="471"/>
                      </a:cubicBezTo>
                      <a:cubicBezTo>
                        <a:pt x="23630" y="3902"/>
                        <a:pt x="26516" y="7659"/>
                        <a:pt x="28912" y="11471"/>
                      </a:cubicBezTo>
                      <a:cubicBezTo>
                        <a:pt x="31144" y="15283"/>
                        <a:pt x="32669" y="19094"/>
                        <a:pt x="33486" y="22852"/>
                      </a:cubicBezTo>
                      <a:cubicBezTo>
                        <a:pt x="34357" y="26609"/>
                        <a:pt x="34139" y="30257"/>
                        <a:pt x="32942" y="33797"/>
                      </a:cubicBezTo>
                      <a:cubicBezTo>
                        <a:pt x="31689" y="37336"/>
                        <a:pt x="30328" y="40821"/>
                        <a:pt x="29566" y="44307"/>
                      </a:cubicBezTo>
                      <a:cubicBezTo>
                        <a:pt x="28803" y="47792"/>
                        <a:pt x="28095" y="51222"/>
                        <a:pt x="27442" y="54653"/>
                      </a:cubicBezTo>
                      <a:cubicBezTo>
                        <a:pt x="26679" y="58083"/>
                        <a:pt x="26026" y="61514"/>
                        <a:pt x="25481" y="64944"/>
                      </a:cubicBezTo>
                      <a:cubicBezTo>
                        <a:pt x="24283" y="71860"/>
                        <a:pt x="23739" y="78939"/>
                        <a:pt x="23793" y="86454"/>
                      </a:cubicBezTo>
                      <a:cubicBezTo>
                        <a:pt x="23793" y="87434"/>
                        <a:pt x="23031" y="88196"/>
                        <a:pt x="22105" y="88196"/>
                      </a:cubicBezTo>
                      <a:cubicBezTo>
                        <a:pt x="21615" y="88251"/>
                        <a:pt x="21125" y="87979"/>
                        <a:pt x="20799" y="87597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3" name="Forme libre : forme 1142">
                  <a:extLst>
                    <a:ext uri="{FF2B5EF4-FFF2-40B4-BE49-F238E27FC236}">
                      <a16:creationId xmlns:a16="http://schemas.microsoft.com/office/drawing/2014/main" id="{27EA8F11-7B0A-4C8A-863C-9BCC070A6E25}"/>
                    </a:ext>
                  </a:extLst>
                </p:cNvPr>
                <p:cNvSpPr/>
                <p:nvPr/>
              </p:nvSpPr>
              <p:spPr>
                <a:xfrm>
                  <a:off x="8012103" y="5034933"/>
                  <a:ext cx="38729" cy="101012"/>
                </a:xfrm>
                <a:custGeom>
                  <a:avLst/>
                  <a:gdLst>
                    <a:gd name="connsiteX0" fmla="*/ 2114 w 38729"/>
                    <a:gd name="connsiteY0" fmla="*/ 99680 h 101012"/>
                    <a:gd name="connsiteX1" fmla="*/ 153 w 38729"/>
                    <a:gd name="connsiteY1" fmla="*/ 72561 h 101012"/>
                    <a:gd name="connsiteX2" fmla="*/ 1297 w 38729"/>
                    <a:gd name="connsiteY2" fmla="*/ 59112 h 101012"/>
                    <a:gd name="connsiteX3" fmla="*/ 3202 w 38729"/>
                    <a:gd name="connsiteY3" fmla="*/ 46206 h 101012"/>
                    <a:gd name="connsiteX4" fmla="*/ 4019 w 38729"/>
                    <a:gd name="connsiteY4" fmla="*/ 33518 h 101012"/>
                    <a:gd name="connsiteX5" fmla="*/ 6906 w 38729"/>
                    <a:gd name="connsiteY5" fmla="*/ 22192 h 101012"/>
                    <a:gd name="connsiteX6" fmla="*/ 13658 w 38729"/>
                    <a:gd name="connsiteY6" fmla="*/ 11900 h 101012"/>
                    <a:gd name="connsiteX7" fmla="*/ 23841 w 38729"/>
                    <a:gd name="connsiteY7" fmla="*/ 846 h 101012"/>
                    <a:gd name="connsiteX8" fmla="*/ 23950 w 38729"/>
                    <a:gd name="connsiteY8" fmla="*/ 737 h 101012"/>
                    <a:gd name="connsiteX9" fmla="*/ 27108 w 38729"/>
                    <a:gd name="connsiteY9" fmla="*/ 465 h 101012"/>
                    <a:gd name="connsiteX10" fmla="*/ 36583 w 38729"/>
                    <a:gd name="connsiteY10" fmla="*/ 14841 h 101012"/>
                    <a:gd name="connsiteX11" fmla="*/ 38706 w 38729"/>
                    <a:gd name="connsiteY11" fmla="*/ 29598 h 101012"/>
                    <a:gd name="connsiteX12" fmla="*/ 34949 w 38729"/>
                    <a:gd name="connsiteY12" fmla="*/ 42884 h 101012"/>
                    <a:gd name="connsiteX13" fmla="*/ 27979 w 38729"/>
                    <a:gd name="connsiteY13" fmla="*/ 54483 h 101012"/>
                    <a:gd name="connsiteX14" fmla="*/ 21935 w 38729"/>
                    <a:gd name="connsiteY14" fmla="*/ 65809 h 101012"/>
                    <a:gd name="connsiteX15" fmla="*/ 15836 w 38729"/>
                    <a:gd name="connsiteY15" fmla="*/ 76809 h 101012"/>
                    <a:gd name="connsiteX16" fmla="*/ 5272 w 38729"/>
                    <a:gd name="connsiteY16" fmla="*/ 99843 h 101012"/>
                    <a:gd name="connsiteX17" fmla="*/ 5272 w 38729"/>
                    <a:gd name="connsiteY17" fmla="*/ 99897 h 101012"/>
                    <a:gd name="connsiteX18" fmla="*/ 3094 w 38729"/>
                    <a:gd name="connsiteY18" fmla="*/ 100932 h 101012"/>
                    <a:gd name="connsiteX19" fmla="*/ 2114 w 38729"/>
                    <a:gd name="connsiteY19" fmla="*/ 99680 h 101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8729" h="101012">
                      <a:moveTo>
                        <a:pt x="2114" y="99680"/>
                      </a:moveTo>
                      <a:cubicBezTo>
                        <a:pt x="-10" y="90912"/>
                        <a:pt x="-228" y="81601"/>
                        <a:pt x="153" y="72561"/>
                      </a:cubicBezTo>
                      <a:cubicBezTo>
                        <a:pt x="425" y="68042"/>
                        <a:pt x="861" y="63577"/>
                        <a:pt x="1297" y="59112"/>
                      </a:cubicBezTo>
                      <a:lnTo>
                        <a:pt x="3202" y="46206"/>
                      </a:lnTo>
                      <a:cubicBezTo>
                        <a:pt x="3856" y="42013"/>
                        <a:pt x="3910" y="37657"/>
                        <a:pt x="4019" y="33518"/>
                      </a:cubicBezTo>
                      <a:cubicBezTo>
                        <a:pt x="4183" y="29380"/>
                        <a:pt x="5109" y="25677"/>
                        <a:pt x="6906" y="22192"/>
                      </a:cubicBezTo>
                      <a:cubicBezTo>
                        <a:pt x="8702" y="18707"/>
                        <a:pt x="10881" y="15385"/>
                        <a:pt x="13658" y="11900"/>
                      </a:cubicBezTo>
                      <a:cubicBezTo>
                        <a:pt x="16489" y="8415"/>
                        <a:pt x="19593" y="5311"/>
                        <a:pt x="23841" y="846"/>
                      </a:cubicBezTo>
                      <a:lnTo>
                        <a:pt x="23950" y="737"/>
                      </a:lnTo>
                      <a:cubicBezTo>
                        <a:pt x="24767" y="-134"/>
                        <a:pt x="26128" y="-243"/>
                        <a:pt x="27108" y="465"/>
                      </a:cubicBezTo>
                      <a:cubicBezTo>
                        <a:pt x="32336" y="4440"/>
                        <a:pt x="34840" y="9885"/>
                        <a:pt x="36583" y="14841"/>
                      </a:cubicBezTo>
                      <a:cubicBezTo>
                        <a:pt x="38162" y="19796"/>
                        <a:pt x="38870" y="24860"/>
                        <a:pt x="38706" y="29598"/>
                      </a:cubicBezTo>
                      <a:cubicBezTo>
                        <a:pt x="38597" y="34389"/>
                        <a:pt x="37291" y="38909"/>
                        <a:pt x="34949" y="42884"/>
                      </a:cubicBezTo>
                      <a:cubicBezTo>
                        <a:pt x="32608" y="46914"/>
                        <a:pt x="29994" y="50617"/>
                        <a:pt x="27979" y="54483"/>
                      </a:cubicBezTo>
                      <a:lnTo>
                        <a:pt x="21935" y="65809"/>
                      </a:lnTo>
                      <a:cubicBezTo>
                        <a:pt x="19811" y="69458"/>
                        <a:pt x="17742" y="73161"/>
                        <a:pt x="15836" y="76809"/>
                      </a:cubicBezTo>
                      <a:cubicBezTo>
                        <a:pt x="11807" y="84160"/>
                        <a:pt x="8321" y="91675"/>
                        <a:pt x="5272" y="99843"/>
                      </a:cubicBezTo>
                      <a:lnTo>
                        <a:pt x="5272" y="99897"/>
                      </a:lnTo>
                      <a:cubicBezTo>
                        <a:pt x="4945" y="100768"/>
                        <a:pt x="3965" y="101204"/>
                        <a:pt x="3094" y="100932"/>
                      </a:cubicBezTo>
                      <a:cubicBezTo>
                        <a:pt x="2658" y="100660"/>
                        <a:pt x="2277" y="100224"/>
                        <a:pt x="2114" y="99680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4" name="Forme libre : forme 1143">
                  <a:extLst>
                    <a:ext uri="{FF2B5EF4-FFF2-40B4-BE49-F238E27FC236}">
                      <a16:creationId xmlns:a16="http://schemas.microsoft.com/office/drawing/2014/main" id="{B299CB18-A04A-4C1D-BD0C-D0E9C2A48E6A}"/>
                    </a:ext>
                  </a:extLst>
                </p:cNvPr>
                <p:cNvSpPr/>
                <p:nvPr/>
              </p:nvSpPr>
              <p:spPr>
                <a:xfrm>
                  <a:off x="8030029" y="5066935"/>
                  <a:ext cx="68988" cy="72709"/>
                </a:xfrm>
                <a:custGeom>
                  <a:avLst/>
                  <a:gdLst>
                    <a:gd name="connsiteX0" fmla="*/ 33 w 68988"/>
                    <a:gd name="connsiteY0" fmla="*/ 70673 h 72709"/>
                    <a:gd name="connsiteX1" fmla="*/ 10978 w 68988"/>
                    <a:gd name="connsiteY1" fmla="*/ 47095 h 72709"/>
                    <a:gd name="connsiteX2" fmla="*/ 18765 w 68988"/>
                    <a:gd name="connsiteY2" fmla="*/ 36966 h 72709"/>
                    <a:gd name="connsiteX3" fmla="*/ 26715 w 68988"/>
                    <a:gd name="connsiteY3" fmla="*/ 27818 h 72709"/>
                    <a:gd name="connsiteX4" fmla="*/ 32868 w 68988"/>
                    <a:gd name="connsiteY4" fmla="*/ 18452 h 72709"/>
                    <a:gd name="connsiteX5" fmla="*/ 39458 w 68988"/>
                    <a:gd name="connsiteY5" fmla="*/ 11264 h 72709"/>
                    <a:gd name="connsiteX6" fmla="*/ 61239 w 68988"/>
                    <a:gd name="connsiteY6" fmla="*/ 319 h 72709"/>
                    <a:gd name="connsiteX7" fmla="*/ 61348 w 68988"/>
                    <a:gd name="connsiteY7" fmla="*/ 264 h 72709"/>
                    <a:gd name="connsiteX8" fmla="*/ 64452 w 68988"/>
                    <a:gd name="connsiteY8" fmla="*/ 972 h 72709"/>
                    <a:gd name="connsiteX9" fmla="*/ 68971 w 68988"/>
                    <a:gd name="connsiteY9" fmla="*/ 17145 h 72709"/>
                    <a:gd name="connsiteX10" fmla="*/ 64724 w 68988"/>
                    <a:gd name="connsiteY10" fmla="*/ 31957 h 72709"/>
                    <a:gd name="connsiteX11" fmla="*/ 54977 w 68988"/>
                    <a:gd name="connsiteY11" fmla="*/ 42030 h 72709"/>
                    <a:gd name="connsiteX12" fmla="*/ 43106 w 68988"/>
                    <a:gd name="connsiteY12" fmla="*/ 48184 h 72709"/>
                    <a:gd name="connsiteX13" fmla="*/ 32378 w 68988"/>
                    <a:gd name="connsiteY13" fmla="*/ 53901 h 72709"/>
                    <a:gd name="connsiteX14" fmla="*/ 21978 w 68988"/>
                    <a:gd name="connsiteY14" fmla="*/ 59183 h 72709"/>
                    <a:gd name="connsiteX15" fmla="*/ 2865 w 68988"/>
                    <a:gd name="connsiteY15" fmla="*/ 72252 h 72709"/>
                    <a:gd name="connsiteX16" fmla="*/ 2865 w 68988"/>
                    <a:gd name="connsiteY16" fmla="*/ 72252 h 72709"/>
                    <a:gd name="connsiteX17" fmla="*/ 469 w 68988"/>
                    <a:gd name="connsiteY17" fmla="*/ 72143 h 72709"/>
                    <a:gd name="connsiteX18" fmla="*/ 33 w 68988"/>
                    <a:gd name="connsiteY18" fmla="*/ 70673 h 72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8988" h="72709">
                      <a:moveTo>
                        <a:pt x="33" y="70673"/>
                      </a:moveTo>
                      <a:cubicBezTo>
                        <a:pt x="1666" y="62178"/>
                        <a:pt x="6132" y="54228"/>
                        <a:pt x="10978" y="47095"/>
                      </a:cubicBezTo>
                      <a:cubicBezTo>
                        <a:pt x="13483" y="43555"/>
                        <a:pt x="16151" y="40233"/>
                        <a:pt x="18765" y="36966"/>
                      </a:cubicBezTo>
                      <a:lnTo>
                        <a:pt x="26715" y="27818"/>
                      </a:lnTo>
                      <a:cubicBezTo>
                        <a:pt x="29220" y="24932"/>
                        <a:pt x="31126" y="21556"/>
                        <a:pt x="32868" y="18452"/>
                      </a:cubicBezTo>
                      <a:cubicBezTo>
                        <a:pt x="34666" y="15348"/>
                        <a:pt x="36789" y="13006"/>
                        <a:pt x="39458" y="11264"/>
                      </a:cubicBezTo>
                      <a:cubicBezTo>
                        <a:pt x="45012" y="7616"/>
                        <a:pt x="50729" y="5655"/>
                        <a:pt x="61239" y="319"/>
                      </a:cubicBezTo>
                      <a:lnTo>
                        <a:pt x="61348" y="264"/>
                      </a:lnTo>
                      <a:cubicBezTo>
                        <a:pt x="62437" y="-280"/>
                        <a:pt x="63744" y="46"/>
                        <a:pt x="64452" y="972"/>
                      </a:cubicBezTo>
                      <a:cubicBezTo>
                        <a:pt x="68209" y="6036"/>
                        <a:pt x="69135" y="11754"/>
                        <a:pt x="68971" y="17145"/>
                      </a:cubicBezTo>
                      <a:cubicBezTo>
                        <a:pt x="68699" y="22536"/>
                        <a:pt x="67065" y="27654"/>
                        <a:pt x="64724" y="31957"/>
                      </a:cubicBezTo>
                      <a:cubicBezTo>
                        <a:pt x="62382" y="36313"/>
                        <a:pt x="58952" y="39743"/>
                        <a:pt x="54977" y="42030"/>
                      </a:cubicBezTo>
                      <a:cubicBezTo>
                        <a:pt x="50947" y="44317"/>
                        <a:pt x="46809" y="46060"/>
                        <a:pt x="43106" y="48184"/>
                      </a:cubicBezTo>
                      <a:lnTo>
                        <a:pt x="32378" y="53901"/>
                      </a:lnTo>
                      <a:cubicBezTo>
                        <a:pt x="28784" y="55589"/>
                        <a:pt x="25354" y="57332"/>
                        <a:pt x="21978" y="59183"/>
                      </a:cubicBezTo>
                      <a:cubicBezTo>
                        <a:pt x="15171" y="62723"/>
                        <a:pt x="8800" y="66752"/>
                        <a:pt x="2865" y="72252"/>
                      </a:cubicBezTo>
                      <a:lnTo>
                        <a:pt x="2865" y="72252"/>
                      </a:lnTo>
                      <a:cubicBezTo>
                        <a:pt x="2157" y="72906"/>
                        <a:pt x="1067" y="72851"/>
                        <a:pt x="469" y="72143"/>
                      </a:cubicBezTo>
                      <a:cubicBezTo>
                        <a:pt x="88" y="71762"/>
                        <a:pt x="-76" y="71218"/>
                        <a:pt x="33" y="70673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5" name="Forme libre : forme 1144">
                  <a:extLst>
                    <a:ext uri="{FF2B5EF4-FFF2-40B4-BE49-F238E27FC236}">
                      <a16:creationId xmlns:a16="http://schemas.microsoft.com/office/drawing/2014/main" id="{4B1B93AC-237D-4C72-881D-474F250EF055}"/>
                    </a:ext>
                  </a:extLst>
                </p:cNvPr>
                <p:cNvSpPr/>
                <p:nvPr/>
              </p:nvSpPr>
              <p:spPr>
                <a:xfrm>
                  <a:off x="8032742" y="5110519"/>
                  <a:ext cx="87030" cy="58371"/>
                </a:xfrm>
                <a:custGeom>
                  <a:avLst/>
                  <a:gdLst>
                    <a:gd name="connsiteX0" fmla="*/ 152 w 87030"/>
                    <a:gd name="connsiteY0" fmla="*/ 55895 h 58371"/>
                    <a:gd name="connsiteX1" fmla="*/ 14419 w 87030"/>
                    <a:gd name="connsiteY1" fmla="*/ 33514 h 58371"/>
                    <a:gd name="connsiteX2" fmla="*/ 23295 w 87030"/>
                    <a:gd name="connsiteY2" fmla="*/ 23386 h 58371"/>
                    <a:gd name="connsiteX3" fmla="*/ 33314 w 87030"/>
                    <a:gd name="connsiteY3" fmla="*/ 14238 h 58371"/>
                    <a:gd name="connsiteX4" fmla="*/ 44749 w 87030"/>
                    <a:gd name="connsiteY4" fmla="*/ 4763 h 58371"/>
                    <a:gd name="connsiteX5" fmla="*/ 61358 w 87030"/>
                    <a:gd name="connsiteY5" fmla="*/ 25 h 58371"/>
                    <a:gd name="connsiteX6" fmla="*/ 79382 w 87030"/>
                    <a:gd name="connsiteY6" fmla="*/ 6723 h 58371"/>
                    <a:gd name="connsiteX7" fmla="*/ 86788 w 87030"/>
                    <a:gd name="connsiteY7" fmla="*/ 23930 h 58371"/>
                    <a:gd name="connsiteX8" fmla="*/ 84392 w 87030"/>
                    <a:gd name="connsiteY8" fmla="*/ 25836 h 58371"/>
                    <a:gd name="connsiteX9" fmla="*/ 84119 w 87030"/>
                    <a:gd name="connsiteY9" fmla="*/ 25836 h 58371"/>
                    <a:gd name="connsiteX10" fmla="*/ 71649 w 87030"/>
                    <a:gd name="connsiteY10" fmla="*/ 28505 h 58371"/>
                    <a:gd name="connsiteX11" fmla="*/ 65006 w 87030"/>
                    <a:gd name="connsiteY11" fmla="*/ 32534 h 58371"/>
                    <a:gd name="connsiteX12" fmla="*/ 57546 w 87030"/>
                    <a:gd name="connsiteY12" fmla="*/ 34495 h 58371"/>
                    <a:gd name="connsiteX13" fmla="*/ 46819 w 87030"/>
                    <a:gd name="connsiteY13" fmla="*/ 36673 h 58371"/>
                    <a:gd name="connsiteX14" fmla="*/ 35819 w 87030"/>
                    <a:gd name="connsiteY14" fmla="*/ 41192 h 58371"/>
                    <a:gd name="connsiteX15" fmla="*/ 24765 w 87030"/>
                    <a:gd name="connsiteY15" fmla="*/ 46202 h 58371"/>
                    <a:gd name="connsiteX16" fmla="*/ 2602 w 87030"/>
                    <a:gd name="connsiteY16" fmla="*/ 58128 h 58371"/>
                    <a:gd name="connsiteX17" fmla="*/ 260 w 87030"/>
                    <a:gd name="connsiteY17" fmla="*/ 57528 h 58371"/>
                    <a:gd name="connsiteX18" fmla="*/ 152 w 87030"/>
                    <a:gd name="connsiteY18" fmla="*/ 55895 h 583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87030" h="58371">
                      <a:moveTo>
                        <a:pt x="152" y="55895"/>
                      </a:moveTo>
                      <a:cubicBezTo>
                        <a:pt x="3964" y="47945"/>
                        <a:pt x="8919" y="40593"/>
                        <a:pt x="14419" y="33514"/>
                      </a:cubicBezTo>
                      <a:cubicBezTo>
                        <a:pt x="17250" y="30084"/>
                        <a:pt x="20191" y="26708"/>
                        <a:pt x="23295" y="23386"/>
                      </a:cubicBezTo>
                      <a:cubicBezTo>
                        <a:pt x="26507" y="20228"/>
                        <a:pt x="29829" y="17178"/>
                        <a:pt x="33314" y="14238"/>
                      </a:cubicBezTo>
                      <a:cubicBezTo>
                        <a:pt x="36799" y="11352"/>
                        <a:pt x="40284" y="7867"/>
                        <a:pt x="44749" y="4763"/>
                      </a:cubicBezTo>
                      <a:cubicBezTo>
                        <a:pt x="49160" y="1713"/>
                        <a:pt x="55041" y="-247"/>
                        <a:pt x="61358" y="25"/>
                      </a:cubicBezTo>
                      <a:cubicBezTo>
                        <a:pt x="67892" y="243"/>
                        <a:pt x="74372" y="2530"/>
                        <a:pt x="79382" y="6723"/>
                      </a:cubicBezTo>
                      <a:cubicBezTo>
                        <a:pt x="84283" y="10861"/>
                        <a:pt x="88040" y="17341"/>
                        <a:pt x="86788" y="23930"/>
                      </a:cubicBezTo>
                      <a:cubicBezTo>
                        <a:pt x="86570" y="25074"/>
                        <a:pt x="85535" y="25891"/>
                        <a:pt x="84392" y="25836"/>
                      </a:cubicBezTo>
                      <a:lnTo>
                        <a:pt x="84119" y="25836"/>
                      </a:lnTo>
                      <a:cubicBezTo>
                        <a:pt x="78075" y="25564"/>
                        <a:pt x="74535" y="27089"/>
                        <a:pt x="71649" y="28505"/>
                      </a:cubicBezTo>
                      <a:cubicBezTo>
                        <a:pt x="68764" y="29920"/>
                        <a:pt x="66749" y="31336"/>
                        <a:pt x="65006" y="32534"/>
                      </a:cubicBezTo>
                      <a:cubicBezTo>
                        <a:pt x="63046" y="33732"/>
                        <a:pt x="60813" y="34277"/>
                        <a:pt x="57546" y="34495"/>
                      </a:cubicBezTo>
                      <a:cubicBezTo>
                        <a:pt x="54333" y="34658"/>
                        <a:pt x="50522" y="35257"/>
                        <a:pt x="46819" y="36673"/>
                      </a:cubicBezTo>
                      <a:cubicBezTo>
                        <a:pt x="43115" y="38034"/>
                        <a:pt x="39467" y="39559"/>
                        <a:pt x="35819" y="41192"/>
                      </a:cubicBezTo>
                      <a:cubicBezTo>
                        <a:pt x="32116" y="42717"/>
                        <a:pt x="28413" y="44351"/>
                        <a:pt x="24765" y="46202"/>
                      </a:cubicBezTo>
                      <a:cubicBezTo>
                        <a:pt x="17304" y="49687"/>
                        <a:pt x="10062" y="53771"/>
                        <a:pt x="2602" y="58128"/>
                      </a:cubicBezTo>
                      <a:cubicBezTo>
                        <a:pt x="1785" y="58618"/>
                        <a:pt x="751" y="58345"/>
                        <a:pt x="260" y="57528"/>
                      </a:cubicBezTo>
                      <a:cubicBezTo>
                        <a:pt x="-66" y="56984"/>
                        <a:pt x="-66" y="56385"/>
                        <a:pt x="152" y="55895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6" name="Forme libre : forme 1145">
                  <a:extLst>
                    <a:ext uri="{FF2B5EF4-FFF2-40B4-BE49-F238E27FC236}">
                      <a16:creationId xmlns:a16="http://schemas.microsoft.com/office/drawing/2014/main" id="{A5E025A8-858D-443F-B8FE-0781113D485F}"/>
                    </a:ext>
                  </a:extLst>
                </p:cNvPr>
                <p:cNvSpPr/>
                <p:nvPr/>
              </p:nvSpPr>
              <p:spPr>
                <a:xfrm>
                  <a:off x="8039320" y="5173930"/>
                  <a:ext cx="110930" cy="37560"/>
                </a:xfrm>
                <a:custGeom>
                  <a:avLst/>
                  <a:gdLst>
                    <a:gd name="connsiteX0" fmla="*/ 2668 w 110930"/>
                    <a:gd name="connsiteY0" fmla="*/ 2667 h 37560"/>
                    <a:gd name="connsiteX1" fmla="*/ 14702 w 110930"/>
                    <a:gd name="connsiteY1" fmla="*/ 7296 h 37560"/>
                    <a:gd name="connsiteX2" fmla="*/ 27390 w 110930"/>
                    <a:gd name="connsiteY2" fmla="*/ 6043 h 37560"/>
                    <a:gd name="connsiteX3" fmla="*/ 41384 w 110930"/>
                    <a:gd name="connsiteY3" fmla="*/ 2449 h 37560"/>
                    <a:gd name="connsiteX4" fmla="*/ 57939 w 110930"/>
                    <a:gd name="connsiteY4" fmla="*/ 380 h 37560"/>
                    <a:gd name="connsiteX5" fmla="*/ 75255 w 110930"/>
                    <a:gd name="connsiteY5" fmla="*/ 162 h 37560"/>
                    <a:gd name="connsiteX6" fmla="*/ 91645 w 110930"/>
                    <a:gd name="connsiteY6" fmla="*/ 5553 h 37560"/>
                    <a:gd name="connsiteX7" fmla="*/ 104333 w 110930"/>
                    <a:gd name="connsiteY7" fmla="*/ 17696 h 37560"/>
                    <a:gd name="connsiteX8" fmla="*/ 110922 w 110930"/>
                    <a:gd name="connsiteY8" fmla="*/ 35067 h 37560"/>
                    <a:gd name="connsiteX9" fmla="*/ 108907 w 110930"/>
                    <a:gd name="connsiteY9" fmla="*/ 37463 h 37560"/>
                    <a:gd name="connsiteX10" fmla="*/ 108798 w 110930"/>
                    <a:gd name="connsiteY10" fmla="*/ 37463 h 37560"/>
                    <a:gd name="connsiteX11" fmla="*/ 108744 w 110930"/>
                    <a:gd name="connsiteY11" fmla="*/ 37463 h 37560"/>
                    <a:gd name="connsiteX12" fmla="*/ 78685 w 110930"/>
                    <a:gd name="connsiteY12" fmla="*/ 35503 h 37560"/>
                    <a:gd name="connsiteX13" fmla="*/ 67304 w 110930"/>
                    <a:gd name="connsiteY13" fmla="*/ 31419 h 37560"/>
                    <a:gd name="connsiteX14" fmla="*/ 55706 w 110930"/>
                    <a:gd name="connsiteY14" fmla="*/ 26300 h 37560"/>
                    <a:gd name="connsiteX15" fmla="*/ 42909 w 110930"/>
                    <a:gd name="connsiteY15" fmla="*/ 24013 h 37560"/>
                    <a:gd name="connsiteX16" fmla="*/ 27608 w 110930"/>
                    <a:gd name="connsiteY16" fmla="*/ 22271 h 37560"/>
                    <a:gd name="connsiteX17" fmla="*/ 11380 w 110930"/>
                    <a:gd name="connsiteY17" fmla="*/ 16825 h 37560"/>
                    <a:gd name="connsiteX18" fmla="*/ 109 w 110930"/>
                    <a:gd name="connsiteY18" fmla="*/ 4355 h 37560"/>
                    <a:gd name="connsiteX19" fmla="*/ 1088 w 110930"/>
                    <a:gd name="connsiteY19" fmla="*/ 2177 h 37560"/>
                    <a:gd name="connsiteX20" fmla="*/ 2777 w 110930"/>
                    <a:gd name="connsiteY20" fmla="*/ 2449 h 37560"/>
                    <a:gd name="connsiteX21" fmla="*/ 2668 w 110930"/>
                    <a:gd name="connsiteY21" fmla="*/ 2667 h 37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10930" h="37560">
                      <a:moveTo>
                        <a:pt x="2668" y="2667"/>
                      </a:moveTo>
                      <a:cubicBezTo>
                        <a:pt x="6262" y="5662"/>
                        <a:pt x="10509" y="6915"/>
                        <a:pt x="14702" y="7296"/>
                      </a:cubicBezTo>
                      <a:cubicBezTo>
                        <a:pt x="19004" y="7677"/>
                        <a:pt x="23033" y="7132"/>
                        <a:pt x="27390" y="6043"/>
                      </a:cubicBezTo>
                      <a:cubicBezTo>
                        <a:pt x="31746" y="5117"/>
                        <a:pt x="36266" y="3702"/>
                        <a:pt x="41384" y="2449"/>
                      </a:cubicBezTo>
                      <a:cubicBezTo>
                        <a:pt x="46558" y="1306"/>
                        <a:pt x="52330" y="598"/>
                        <a:pt x="57939" y="380"/>
                      </a:cubicBezTo>
                      <a:cubicBezTo>
                        <a:pt x="63602" y="162"/>
                        <a:pt x="69374" y="-219"/>
                        <a:pt x="75255" y="162"/>
                      </a:cubicBezTo>
                      <a:cubicBezTo>
                        <a:pt x="81081" y="598"/>
                        <a:pt x="86745" y="2395"/>
                        <a:pt x="91645" y="5553"/>
                      </a:cubicBezTo>
                      <a:cubicBezTo>
                        <a:pt x="96546" y="8711"/>
                        <a:pt x="100903" y="12795"/>
                        <a:pt x="104333" y="17696"/>
                      </a:cubicBezTo>
                      <a:cubicBezTo>
                        <a:pt x="107709" y="22652"/>
                        <a:pt x="110323" y="28260"/>
                        <a:pt x="110922" y="35067"/>
                      </a:cubicBezTo>
                      <a:cubicBezTo>
                        <a:pt x="111031" y="36319"/>
                        <a:pt x="110105" y="37354"/>
                        <a:pt x="108907" y="37463"/>
                      </a:cubicBezTo>
                      <a:cubicBezTo>
                        <a:pt x="108853" y="37463"/>
                        <a:pt x="108853" y="37463"/>
                        <a:pt x="108798" y="37463"/>
                      </a:cubicBezTo>
                      <a:lnTo>
                        <a:pt x="108744" y="37463"/>
                      </a:lnTo>
                      <a:cubicBezTo>
                        <a:pt x="95566" y="37899"/>
                        <a:pt x="87071" y="36810"/>
                        <a:pt x="78685" y="35503"/>
                      </a:cubicBezTo>
                      <a:cubicBezTo>
                        <a:pt x="74601" y="34795"/>
                        <a:pt x="70953" y="33488"/>
                        <a:pt x="67304" y="31419"/>
                      </a:cubicBezTo>
                      <a:cubicBezTo>
                        <a:pt x="63656" y="29349"/>
                        <a:pt x="59790" y="27389"/>
                        <a:pt x="55706" y="26300"/>
                      </a:cubicBezTo>
                      <a:cubicBezTo>
                        <a:pt x="51567" y="25211"/>
                        <a:pt x="47483" y="24394"/>
                        <a:pt x="42909" y="24013"/>
                      </a:cubicBezTo>
                      <a:cubicBezTo>
                        <a:pt x="38281" y="23414"/>
                        <a:pt x="33053" y="23087"/>
                        <a:pt x="27608" y="22271"/>
                      </a:cubicBezTo>
                      <a:cubicBezTo>
                        <a:pt x="22216" y="21345"/>
                        <a:pt x="16336" y="19766"/>
                        <a:pt x="11380" y="16825"/>
                      </a:cubicBezTo>
                      <a:cubicBezTo>
                        <a:pt x="6371" y="13939"/>
                        <a:pt x="2014" y="9583"/>
                        <a:pt x="109" y="4355"/>
                      </a:cubicBezTo>
                      <a:cubicBezTo>
                        <a:pt x="-218" y="3484"/>
                        <a:pt x="218" y="2504"/>
                        <a:pt x="1088" y="2177"/>
                      </a:cubicBezTo>
                      <a:cubicBezTo>
                        <a:pt x="1688" y="1959"/>
                        <a:pt x="2287" y="2068"/>
                        <a:pt x="2777" y="2449"/>
                      </a:cubicBezTo>
                      <a:lnTo>
                        <a:pt x="2668" y="2667"/>
                      </a:ln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7" name="Forme libre : forme 1146">
                  <a:extLst>
                    <a:ext uri="{FF2B5EF4-FFF2-40B4-BE49-F238E27FC236}">
                      <a16:creationId xmlns:a16="http://schemas.microsoft.com/office/drawing/2014/main" id="{A88A6A21-D7D7-42CC-B2C4-9290DA4682D5}"/>
                    </a:ext>
                  </a:extLst>
                </p:cNvPr>
                <p:cNvSpPr/>
                <p:nvPr/>
              </p:nvSpPr>
              <p:spPr>
                <a:xfrm>
                  <a:off x="8018034" y="5202735"/>
                  <a:ext cx="78120" cy="55352"/>
                </a:xfrm>
                <a:custGeom>
                  <a:avLst/>
                  <a:gdLst>
                    <a:gd name="connsiteX0" fmla="*/ 2825 w 78120"/>
                    <a:gd name="connsiteY0" fmla="*/ 490 h 55352"/>
                    <a:gd name="connsiteX1" fmla="*/ 21938 w 78120"/>
                    <a:gd name="connsiteY1" fmla="*/ 12906 h 55352"/>
                    <a:gd name="connsiteX2" fmla="*/ 31740 w 78120"/>
                    <a:gd name="connsiteY2" fmla="*/ 17153 h 55352"/>
                    <a:gd name="connsiteX3" fmla="*/ 41487 w 78120"/>
                    <a:gd name="connsiteY3" fmla="*/ 20311 h 55352"/>
                    <a:gd name="connsiteX4" fmla="*/ 62779 w 78120"/>
                    <a:gd name="connsiteY4" fmla="*/ 24504 h 55352"/>
                    <a:gd name="connsiteX5" fmla="*/ 74650 w 78120"/>
                    <a:gd name="connsiteY5" fmla="*/ 35668 h 55352"/>
                    <a:gd name="connsiteX6" fmla="*/ 76719 w 78120"/>
                    <a:gd name="connsiteY6" fmla="*/ 53310 h 55352"/>
                    <a:gd name="connsiteX7" fmla="*/ 73997 w 78120"/>
                    <a:gd name="connsiteY7" fmla="*/ 54563 h 55352"/>
                    <a:gd name="connsiteX8" fmla="*/ 73670 w 78120"/>
                    <a:gd name="connsiteY8" fmla="*/ 54454 h 55352"/>
                    <a:gd name="connsiteX9" fmla="*/ 61146 w 78120"/>
                    <a:gd name="connsiteY9" fmla="*/ 54345 h 55352"/>
                    <a:gd name="connsiteX10" fmla="*/ 52161 w 78120"/>
                    <a:gd name="connsiteY10" fmla="*/ 55325 h 55352"/>
                    <a:gd name="connsiteX11" fmla="*/ 41215 w 78120"/>
                    <a:gd name="connsiteY11" fmla="*/ 51731 h 55352"/>
                    <a:gd name="connsiteX12" fmla="*/ 29835 w 78120"/>
                    <a:gd name="connsiteY12" fmla="*/ 43618 h 55352"/>
                    <a:gd name="connsiteX13" fmla="*/ 19543 w 78120"/>
                    <a:gd name="connsiteY13" fmla="*/ 35014 h 55352"/>
                    <a:gd name="connsiteX14" fmla="*/ 11048 w 78120"/>
                    <a:gd name="connsiteY14" fmla="*/ 24940 h 55352"/>
                    <a:gd name="connsiteX15" fmla="*/ 48 w 78120"/>
                    <a:gd name="connsiteY15" fmla="*/ 2069 h 55352"/>
                    <a:gd name="connsiteX16" fmla="*/ 1246 w 78120"/>
                    <a:gd name="connsiteY16" fmla="*/ 0 h 55352"/>
                    <a:gd name="connsiteX17" fmla="*/ 2825 w 78120"/>
                    <a:gd name="connsiteY17" fmla="*/ 490 h 55352"/>
                    <a:gd name="connsiteX18" fmla="*/ 2825 w 78120"/>
                    <a:gd name="connsiteY18" fmla="*/ 490 h 55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8120" h="55352">
                      <a:moveTo>
                        <a:pt x="2825" y="490"/>
                      </a:moveTo>
                      <a:cubicBezTo>
                        <a:pt x="9142" y="5445"/>
                        <a:pt x="15350" y="9747"/>
                        <a:pt x="21938" y="12906"/>
                      </a:cubicBezTo>
                      <a:cubicBezTo>
                        <a:pt x="25151" y="14594"/>
                        <a:pt x="28419" y="16009"/>
                        <a:pt x="31740" y="17153"/>
                      </a:cubicBezTo>
                      <a:cubicBezTo>
                        <a:pt x="34953" y="18460"/>
                        <a:pt x="38220" y="19549"/>
                        <a:pt x="41487" y="20311"/>
                      </a:cubicBezTo>
                      <a:cubicBezTo>
                        <a:pt x="48348" y="22272"/>
                        <a:pt x="54339" y="19222"/>
                        <a:pt x="62779" y="24504"/>
                      </a:cubicBezTo>
                      <a:cubicBezTo>
                        <a:pt x="66808" y="26846"/>
                        <a:pt x="71491" y="30549"/>
                        <a:pt x="74650" y="35668"/>
                      </a:cubicBezTo>
                      <a:cubicBezTo>
                        <a:pt x="77699" y="40623"/>
                        <a:pt x="79550" y="47484"/>
                        <a:pt x="76719" y="53310"/>
                      </a:cubicBezTo>
                      <a:cubicBezTo>
                        <a:pt x="76229" y="54345"/>
                        <a:pt x="75085" y="54835"/>
                        <a:pt x="73997" y="54563"/>
                      </a:cubicBezTo>
                      <a:lnTo>
                        <a:pt x="73670" y="54454"/>
                      </a:lnTo>
                      <a:cubicBezTo>
                        <a:pt x="67952" y="53038"/>
                        <a:pt x="64413" y="53855"/>
                        <a:pt x="61146" y="54345"/>
                      </a:cubicBezTo>
                      <a:cubicBezTo>
                        <a:pt x="57987" y="54890"/>
                        <a:pt x="55482" y="55488"/>
                        <a:pt x="52161" y="55325"/>
                      </a:cubicBezTo>
                      <a:cubicBezTo>
                        <a:pt x="49002" y="55271"/>
                        <a:pt x="45245" y="54182"/>
                        <a:pt x="41215" y="51731"/>
                      </a:cubicBezTo>
                      <a:cubicBezTo>
                        <a:pt x="37186" y="49172"/>
                        <a:pt x="33483" y="46232"/>
                        <a:pt x="29835" y="43618"/>
                      </a:cubicBezTo>
                      <a:cubicBezTo>
                        <a:pt x="26131" y="41004"/>
                        <a:pt x="22755" y="38063"/>
                        <a:pt x="19543" y="35014"/>
                      </a:cubicBezTo>
                      <a:cubicBezTo>
                        <a:pt x="16439" y="31856"/>
                        <a:pt x="13607" y="28480"/>
                        <a:pt x="11048" y="24940"/>
                      </a:cubicBezTo>
                      <a:cubicBezTo>
                        <a:pt x="6038" y="17807"/>
                        <a:pt x="2172" y="10129"/>
                        <a:pt x="48" y="2069"/>
                      </a:cubicBezTo>
                      <a:cubicBezTo>
                        <a:pt x="-169" y="1144"/>
                        <a:pt x="375" y="218"/>
                        <a:pt x="1246" y="0"/>
                      </a:cubicBezTo>
                      <a:cubicBezTo>
                        <a:pt x="1845" y="0"/>
                        <a:pt x="2390" y="109"/>
                        <a:pt x="2825" y="490"/>
                      </a:cubicBezTo>
                      <a:lnTo>
                        <a:pt x="2825" y="490"/>
                      </a:ln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8" name="Forme libre : forme 1147">
                  <a:extLst>
                    <a:ext uri="{FF2B5EF4-FFF2-40B4-BE49-F238E27FC236}">
                      <a16:creationId xmlns:a16="http://schemas.microsoft.com/office/drawing/2014/main" id="{C6210BFD-CBD9-422A-8065-6D2C9D97E3DF}"/>
                    </a:ext>
                  </a:extLst>
                </p:cNvPr>
                <p:cNvSpPr/>
                <p:nvPr/>
              </p:nvSpPr>
              <p:spPr>
                <a:xfrm>
                  <a:off x="7998970" y="5227194"/>
                  <a:ext cx="52538" cy="88540"/>
                </a:xfrm>
                <a:custGeom>
                  <a:avLst/>
                  <a:gdLst>
                    <a:gd name="connsiteX0" fmla="*/ 2721 w 52538"/>
                    <a:gd name="connsiteY0" fmla="*/ 318 h 88540"/>
                    <a:gd name="connsiteX1" fmla="*/ 21889 w 52538"/>
                    <a:gd name="connsiteY1" fmla="*/ 18832 h 88540"/>
                    <a:gd name="connsiteX2" fmla="*/ 29785 w 52538"/>
                    <a:gd name="connsiteY2" fmla="*/ 29941 h 88540"/>
                    <a:gd name="connsiteX3" fmla="*/ 36211 w 52538"/>
                    <a:gd name="connsiteY3" fmla="*/ 41920 h 88540"/>
                    <a:gd name="connsiteX4" fmla="*/ 42745 w 52538"/>
                    <a:gd name="connsiteY4" fmla="*/ 52158 h 88540"/>
                    <a:gd name="connsiteX5" fmla="*/ 46666 w 52538"/>
                    <a:gd name="connsiteY5" fmla="*/ 60435 h 88540"/>
                    <a:gd name="connsiteX6" fmla="*/ 48082 w 52538"/>
                    <a:gd name="connsiteY6" fmla="*/ 69474 h 88540"/>
                    <a:gd name="connsiteX7" fmla="*/ 52166 w 52538"/>
                    <a:gd name="connsiteY7" fmla="*/ 82216 h 88540"/>
                    <a:gd name="connsiteX8" fmla="*/ 52275 w 52538"/>
                    <a:gd name="connsiteY8" fmla="*/ 82434 h 88540"/>
                    <a:gd name="connsiteX9" fmla="*/ 51567 w 52538"/>
                    <a:gd name="connsiteY9" fmla="*/ 85429 h 88540"/>
                    <a:gd name="connsiteX10" fmla="*/ 33433 w 52538"/>
                    <a:gd name="connsiteY10" fmla="*/ 87335 h 88540"/>
                    <a:gd name="connsiteX11" fmla="*/ 18731 w 52538"/>
                    <a:gd name="connsiteY11" fmla="*/ 77479 h 88540"/>
                    <a:gd name="connsiteX12" fmla="*/ 12251 w 52538"/>
                    <a:gd name="connsiteY12" fmla="*/ 63103 h 88540"/>
                    <a:gd name="connsiteX13" fmla="*/ 11162 w 52538"/>
                    <a:gd name="connsiteY13" fmla="*/ 49544 h 88540"/>
                    <a:gd name="connsiteX14" fmla="*/ 9528 w 52538"/>
                    <a:gd name="connsiteY14" fmla="*/ 37891 h 88540"/>
                    <a:gd name="connsiteX15" fmla="*/ 7296 w 52538"/>
                    <a:gd name="connsiteY15" fmla="*/ 26183 h 88540"/>
                    <a:gd name="connsiteX16" fmla="*/ 108 w 52538"/>
                    <a:gd name="connsiteY16" fmla="*/ 2333 h 88540"/>
                    <a:gd name="connsiteX17" fmla="*/ 1143 w 52538"/>
                    <a:gd name="connsiteY17" fmla="*/ 154 h 88540"/>
                    <a:gd name="connsiteX18" fmla="*/ 2721 w 52538"/>
                    <a:gd name="connsiteY18" fmla="*/ 318 h 88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2538" h="88540">
                      <a:moveTo>
                        <a:pt x="2721" y="318"/>
                      </a:moveTo>
                      <a:cubicBezTo>
                        <a:pt x="9855" y="5491"/>
                        <a:pt x="16172" y="11807"/>
                        <a:pt x="21889" y="18832"/>
                      </a:cubicBezTo>
                      <a:cubicBezTo>
                        <a:pt x="24666" y="22371"/>
                        <a:pt x="27280" y="26074"/>
                        <a:pt x="29785" y="29941"/>
                      </a:cubicBezTo>
                      <a:cubicBezTo>
                        <a:pt x="32127" y="33807"/>
                        <a:pt x="34250" y="38054"/>
                        <a:pt x="36211" y="41920"/>
                      </a:cubicBezTo>
                      <a:cubicBezTo>
                        <a:pt x="38116" y="45787"/>
                        <a:pt x="40513" y="49272"/>
                        <a:pt x="42745" y="52158"/>
                      </a:cubicBezTo>
                      <a:cubicBezTo>
                        <a:pt x="44923" y="55098"/>
                        <a:pt x="46230" y="57821"/>
                        <a:pt x="46666" y="60435"/>
                      </a:cubicBezTo>
                      <a:cubicBezTo>
                        <a:pt x="47210" y="63157"/>
                        <a:pt x="47537" y="66098"/>
                        <a:pt x="48082" y="69474"/>
                      </a:cubicBezTo>
                      <a:cubicBezTo>
                        <a:pt x="48681" y="72959"/>
                        <a:pt x="49334" y="76825"/>
                        <a:pt x="52166" y="82216"/>
                      </a:cubicBezTo>
                      <a:lnTo>
                        <a:pt x="52275" y="82434"/>
                      </a:lnTo>
                      <a:cubicBezTo>
                        <a:pt x="52819" y="83468"/>
                        <a:pt x="52492" y="84775"/>
                        <a:pt x="51567" y="85429"/>
                      </a:cubicBezTo>
                      <a:cubicBezTo>
                        <a:pt x="46176" y="89241"/>
                        <a:pt x="39260" y="89132"/>
                        <a:pt x="33433" y="87335"/>
                      </a:cubicBezTo>
                      <a:cubicBezTo>
                        <a:pt x="27553" y="85429"/>
                        <a:pt x="22543" y="81835"/>
                        <a:pt x="18731" y="77479"/>
                      </a:cubicBezTo>
                      <a:cubicBezTo>
                        <a:pt x="14865" y="72959"/>
                        <a:pt x="12904" y="68004"/>
                        <a:pt x="12251" y="63103"/>
                      </a:cubicBezTo>
                      <a:cubicBezTo>
                        <a:pt x="11652" y="58202"/>
                        <a:pt x="11706" y="53628"/>
                        <a:pt x="11162" y="49544"/>
                      </a:cubicBezTo>
                      <a:cubicBezTo>
                        <a:pt x="10672" y="45460"/>
                        <a:pt x="10236" y="41757"/>
                        <a:pt x="9528" y="37891"/>
                      </a:cubicBezTo>
                      <a:cubicBezTo>
                        <a:pt x="8984" y="34025"/>
                        <a:pt x="8221" y="30104"/>
                        <a:pt x="7296" y="26183"/>
                      </a:cubicBezTo>
                      <a:cubicBezTo>
                        <a:pt x="5553" y="18287"/>
                        <a:pt x="2994" y="10446"/>
                        <a:pt x="108" y="2333"/>
                      </a:cubicBezTo>
                      <a:cubicBezTo>
                        <a:pt x="-219" y="1461"/>
                        <a:pt x="217" y="481"/>
                        <a:pt x="1143" y="154"/>
                      </a:cubicBezTo>
                      <a:cubicBezTo>
                        <a:pt x="1687" y="-118"/>
                        <a:pt x="2286" y="-9"/>
                        <a:pt x="2721" y="318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9" name="Forme libre : forme 1148">
                  <a:extLst>
                    <a:ext uri="{FF2B5EF4-FFF2-40B4-BE49-F238E27FC236}">
                      <a16:creationId xmlns:a16="http://schemas.microsoft.com/office/drawing/2014/main" id="{02DF0756-60FE-49D7-8EBC-BB8174EC0CEB}"/>
                    </a:ext>
                  </a:extLst>
                </p:cNvPr>
                <p:cNvSpPr/>
                <p:nvPr/>
              </p:nvSpPr>
              <p:spPr>
                <a:xfrm>
                  <a:off x="7918541" y="5215474"/>
                  <a:ext cx="63978" cy="118625"/>
                </a:xfrm>
                <a:custGeom>
                  <a:avLst/>
                  <a:gdLst>
                    <a:gd name="connsiteX0" fmla="*/ 59354 w 63978"/>
                    <a:gd name="connsiteY0" fmla="*/ 1092 h 118625"/>
                    <a:gd name="connsiteX1" fmla="*/ 62948 w 63978"/>
                    <a:gd name="connsiteY1" fmla="*/ 36433 h 118625"/>
                    <a:gd name="connsiteX2" fmla="*/ 56904 w 63978"/>
                    <a:gd name="connsiteY2" fmla="*/ 54511 h 118625"/>
                    <a:gd name="connsiteX3" fmla="*/ 46721 w 63978"/>
                    <a:gd name="connsiteY3" fmla="*/ 70030 h 118625"/>
                    <a:gd name="connsiteX4" fmla="*/ 38118 w 63978"/>
                    <a:gd name="connsiteY4" fmla="*/ 83535 h 118625"/>
                    <a:gd name="connsiteX5" fmla="*/ 31583 w 63978"/>
                    <a:gd name="connsiteY5" fmla="*/ 93173 h 118625"/>
                    <a:gd name="connsiteX6" fmla="*/ 25211 w 63978"/>
                    <a:gd name="connsiteY6" fmla="*/ 101450 h 118625"/>
                    <a:gd name="connsiteX7" fmla="*/ 20311 w 63978"/>
                    <a:gd name="connsiteY7" fmla="*/ 116697 h 118625"/>
                    <a:gd name="connsiteX8" fmla="*/ 20311 w 63978"/>
                    <a:gd name="connsiteY8" fmla="*/ 116861 h 118625"/>
                    <a:gd name="connsiteX9" fmla="*/ 17915 w 63978"/>
                    <a:gd name="connsiteY9" fmla="*/ 118604 h 118625"/>
                    <a:gd name="connsiteX10" fmla="*/ 17643 w 63978"/>
                    <a:gd name="connsiteY10" fmla="*/ 118549 h 118625"/>
                    <a:gd name="connsiteX11" fmla="*/ 2178 w 63978"/>
                    <a:gd name="connsiteY11" fmla="*/ 103084 h 118625"/>
                    <a:gd name="connsiteX12" fmla="*/ 0 w 63978"/>
                    <a:gd name="connsiteY12" fmla="*/ 91268 h 118625"/>
                    <a:gd name="connsiteX13" fmla="*/ 1906 w 63978"/>
                    <a:gd name="connsiteY13" fmla="*/ 79451 h 118625"/>
                    <a:gd name="connsiteX14" fmla="*/ 13885 w 63978"/>
                    <a:gd name="connsiteY14" fmla="*/ 62080 h 118625"/>
                    <a:gd name="connsiteX15" fmla="*/ 27989 w 63978"/>
                    <a:gd name="connsiteY15" fmla="*/ 51843 h 118625"/>
                    <a:gd name="connsiteX16" fmla="*/ 38934 w 63978"/>
                    <a:gd name="connsiteY16" fmla="*/ 42314 h 118625"/>
                    <a:gd name="connsiteX17" fmla="*/ 47538 w 63978"/>
                    <a:gd name="connsiteY17" fmla="*/ 31042 h 118625"/>
                    <a:gd name="connsiteX18" fmla="*/ 56142 w 63978"/>
                    <a:gd name="connsiteY18" fmla="*/ 1636 h 118625"/>
                    <a:gd name="connsiteX19" fmla="*/ 56142 w 63978"/>
                    <a:gd name="connsiteY19" fmla="*/ 1582 h 118625"/>
                    <a:gd name="connsiteX20" fmla="*/ 57884 w 63978"/>
                    <a:gd name="connsiteY20" fmla="*/ 3 h 118625"/>
                    <a:gd name="connsiteX21" fmla="*/ 59354 w 63978"/>
                    <a:gd name="connsiteY21" fmla="*/ 1092 h 118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3978" h="118625">
                      <a:moveTo>
                        <a:pt x="59354" y="1092"/>
                      </a:moveTo>
                      <a:cubicBezTo>
                        <a:pt x="63929" y="11711"/>
                        <a:pt x="65072" y="24180"/>
                        <a:pt x="62948" y="36433"/>
                      </a:cubicBezTo>
                      <a:cubicBezTo>
                        <a:pt x="61750" y="42531"/>
                        <a:pt x="59790" y="48630"/>
                        <a:pt x="56904" y="54511"/>
                      </a:cubicBezTo>
                      <a:cubicBezTo>
                        <a:pt x="53854" y="60338"/>
                        <a:pt x="50206" y="65402"/>
                        <a:pt x="46721" y="70030"/>
                      </a:cubicBezTo>
                      <a:cubicBezTo>
                        <a:pt x="43236" y="74659"/>
                        <a:pt x="40350" y="79288"/>
                        <a:pt x="38118" y="83535"/>
                      </a:cubicBezTo>
                      <a:cubicBezTo>
                        <a:pt x="35776" y="87728"/>
                        <a:pt x="33761" y="90777"/>
                        <a:pt x="31583" y="93173"/>
                      </a:cubicBezTo>
                      <a:cubicBezTo>
                        <a:pt x="29405" y="95678"/>
                        <a:pt x="27227" y="97802"/>
                        <a:pt x="25211" y="101450"/>
                      </a:cubicBezTo>
                      <a:cubicBezTo>
                        <a:pt x="23088" y="105153"/>
                        <a:pt x="21400" y="109836"/>
                        <a:pt x="20311" y="116697"/>
                      </a:cubicBezTo>
                      <a:lnTo>
                        <a:pt x="20311" y="116861"/>
                      </a:lnTo>
                      <a:cubicBezTo>
                        <a:pt x="20148" y="118004"/>
                        <a:pt x="19059" y="118767"/>
                        <a:pt x="17915" y="118604"/>
                      </a:cubicBezTo>
                      <a:cubicBezTo>
                        <a:pt x="17806" y="118604"/>
                        <a:pt x="17697" y="118549"/>
                        <a:pt x="17643" y="118549"/>
                      </a:cubicBezTo>
                      <a:cubicBezTo>
                        <a:pt x="10455" y="116371"/>
                        <a:pt x="5064" y="110326"/>
                        <a:pt x="2178" y="103084"/>
                      </a:cubicBezTo>
                      <a:cubicBezTo>
                        <a:pt x="707" y="99436"/>
                        <a:pt x="54" y="95406"/>
                        <a:pt x="0" y="91268"/>
                      </a:cubicBezTo>
                      <a:cubicBezTo>
                        <a:pt x="54" y="87293"/>
                        <a:pt x="707" y="83154"/>
                        <a:pt x="1906" y="79451"/>
                      </a:cubicBezTo>
                      <a:cubicBezTo>
                        <a:pt x="4301" y="71882"/>
                        <a:pt x="8930" y="66055"/>
                        <a:pt x="13885" y="62080"/>
                      </a:cubicBezTo>
                      <a:cubicBezTo>
                        <a:pt x="18895" y="58105"/>
                        <a:pt x="23850" y="55110"/>
                        <a:pt x="27989" y="51843"/>
                      </a:cubicBezTo>
                      <a:cubicBezTo>
                        <a:pt x="32127" y="48630"/>
                        <a:pt x="35830" y="45526"/>
                        <a:pt x="38934" y="42314"/>
                      </a:cubicBezTo>
                      <a:cubicBezTo>
                        <a:pt x="42202" y="39101"/>
                        <a:pt x="45087" y="35289"/>
                        <a:pt x="47538" y="31042"/>
                      </a:cubicBezTo>
                      <a:cubicBezTo>
                        <a:pt x="52547" y="22601"/>
                        <a:pt x="55543" y="12527"/>
                        <a:pt x="56142" y="1636"/>
                      </a:cubicBezTo>
                      <a:lnTo>
                        <a:pt x="56142" y="1582"/>
                      </a:lnTo>
                      <a:cubicBezTo>
                        <a:pt x="56196" y="656"/>
                        <a:pt x="56958" y="-52"/>
                        <a:pt x="57884" y="3"/>
                      </a:cubicBezTo>
                      <a:cubicBezTo>
                        <a:pt x="58592" y="112"/>
                        <a:pt x="59137" y="547"/>
                        <a:pt x="59354" y="1092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0" name="Forme libre : forme 1149">
                  <a:extLst>
                    <a:ext uri="{FF2B5EF4-FFF2-40B4-BE49-F238E27FC236}">
                      <a16:creationId xmlns:a16="http://schemas.microsoft.com/office/drawing/2014/main" id="{381972D9-2A90-403F-AE9E-C322E033C32B}"/>
                    </a:ext>
                  </a:extLst>
                </p:cNvPr>
                <p:cNvSpPr/>
                <p:nvPr/>
              </p:nvSpPr>
              <p:spPr>
                <a:xfrm>
                  <a:off x="7883687" y="5221939"/>
                  <a:ext cx="71065" cy="60120"/>
                </a:xfrm>
                <a:custGeom>
                  <a:avLst/>
                  <a:gdLst>
                    <a:gd name="connsiteX0" fmla="*/ 70902 w 71065"/>
                    <a:gd name="connsiteY0" fmla="*/ 2468 h 60120"/>
                    <a:gd name="connsiteX1" fmla="*/ 59085 w 71065"/>
                    <a:gd name="connsiteY1" fmla="*/ 22562 h 60120"/>
                    <a:gd name="connsiteX2" fmla="*/ 52333 w 71065"/>
                    <a:gd name="connsiteY2" fmla="*/ 32037 h 60120"/>
                    <a:gd name="connsiteX3" fmla="*/ 44982 w 71065"/>
                    <a:gd name="connsiteY3" fmla="*/ 40967 h 60120"/>
                    <a:gd name="connsiteX4" fmla="*/ 37903 w 71065"/>
                    <a:gd name="connsiteY4" fmla="*/ 50442 h 60120"/>
                    <a:gd name="connsiteX5" fmla="*/ 28754 w 71065"/>
                    <a:gd name="connsiteY5" fmla="*/ 57412 h 60120"/>
                    <a:gd name="connsiteX6" fmla="*/ 16666 w 71065"/>
                    <a:gd name="connsiteY6" fmla="*/ 60080 h 60120"/>
                    <a:gd name="connsiteX7" fmla="*/ 1800 w 71065"/>
                    <a:gd name="connsiteY7" fmla="*/ 58065 h 60120"/>
                    <a:gd name="connsiteX8" fmla="*/ 3 w 71065"/>
                    <a:gd name="connsiteY8" fmla="*/ 55343 h 60120"/>
                    <a:gd name="connsiteX9" fmla="*/ 3597 w 71065"/>
                    <a:gd name="connsiteY9" fmla="*/ 41076 h 60120"/>
                    <a:gd name="connsiteX10" fmla="*/ 9587 w 71065"/>
                    <a:gd name="connsiteY10" fmla="*/ 31002 h 60120"/>
                    <a:gd name="connsiteX11" fmla="*/ 18245 w 71065"/>
                    <a:gd name="connsiteY11" fmla="*/ 24794 h 60120"/>
                    <a:gd name="connsiteX12" fmla="*/ 28591 w 71065"/>
                    <a:gd name="connsiteY12" fmla="*/ 20656 h 60120"/>
                    <a:gd name="connsiteX13" fmla="*/ 38284 w 71065"/>
                    <a:gd name="connsiteY13" fmla="*/ 15483 h 60120"/>
                    <a:gd name="connsiteX14" fmla="*/ 48195 w 71065"/>
                    <a:gd name="connsiteY14" fmla="*/ 10418 h 60120"/>
                    <a:gd name="connsiteX15" fmla="*/ 68615 w 71065"/>
                    <a:gd name="connsiteY15" fmla="*/ 181 h 60120"/>
                    <a:gd name="connsiteX16" fmla="*/ 70902 w 71065"/>
                    <a:gd name="connsiteY16" fmla="*/ 998 h 60120"/>
                    <a:gd name="connsiteX17" fmla="*/ 70902 w 71065"/>
                    <a:gd name="connsiteY17" fmla="*/ 2468 h 60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1065" h="60120">
                      <a:moveTo>
                        <a:pt x="70902" y="2468"/>
                      </a:moveTo>
                      <a:cubicBezTo>
                        <a:pt x="67472" y="9493"/>
                        <a:pt x="63333" y="16082"/>
                        <a:pt x="59085" y="22562"/>
                      </a:cubicBezTo>
                      <a:lnTo>
                        <a:pt x="52333" y="32037"/>
                      </a:lnTo>
                      <a:lnTo>
                        <a:pt x="44982" y="40967"/>
                      </a:lnTo>
                      <a:cubicBezTo>
                        <a:pt x="42477" y="43907"/>
                        <a:pt x="40245" y="47284"/>
                        <a:pt x="37903" y="50442"/>
                      </a:cubicBezTo>
                      <a:cubicBezTo>
                        <a:pt x="35507" y="53600"/>
                        <a:pt x="32457" y="55942"/>
                        <a:pt x="28754" y="57412"/>
                      </a:cubicBezTo>
                      <a:cubicBezTo>
                        <a:pt x="25106" y="58882"/>
                        <a:pt x="21077" y="59808"/>
                        <a:pt x="16666" y="60080"/>
                      </a:cubicBezTo>
                      <a:cubicBezTo>
                        <a:pt x="12201" y="60244"/>
                        <a:pt x="7463" y="59971"/>
                        <a:pt x="1800" y="58065"/>
                      </a:cubicBezTo>
                      <a:cubicBezTo>
                        <a:pt x="602" y="57684"/>
                        <a:pt x="-51" y="56486"/>
                        <a:pt x="3" y="55343"/>
                      </a:cubicBezTo>
                      <a:cubicBezTo>
                        <a:pt x="548" y="49407"/>
                        <a:pt x="1963" y="45051"/>
                        <a:pt x="3597" y="41076"/>
                      </a:cubicBezTo>
                      <a:cubicBezTo>
                        <a:pt x="5285" y="37155"/>
                        <a:pt x="7300" y="33834"/>
                        <a:pt x="9587" y="31002"/>
                      </a:cubicBezTo>
                      <a:cubicBezTo>
                        <a:pt x="11874" y="28116"/>
                        <a:pt x="14760" y="26101"/>
                        <a:pt x="18245" y="24794"/>
                      </a:cubicBezTo>
                      <a:cubicBezTo>
                        <a:pt x="21730" y="23542"/>
                        <a:pt x="25324" y="22344"/>
                        <a:pt x="28591" y="20656"/>
                      </a:cubicBezTo>
                      <a:lnTo>
                        <a:pt x="38284" y="15483"/>
                      </a:lnTo>
                      <a:lnTo>
                        <a:pt x="48195" y="10418"/>
                      </a:lnTo>
                      <a:cubicBezTo>
                        <a:pt x="54947" y="7097"/>
                        <a:pt x="61536" y="3503"/>
                        <a:pt x="68615" y="181"/>
                      </a:cubicBezTo>
                      <a:cubicBezTo>
                        <a:pt x="69486" y="-255"/>
                        <a:pt x="70521" y="127"/>
                        <a:pt x="70902" y="998"/>
                      </a:cubicBezTo>
                      <a:cubicBezTo>
                        <a:pt x="71119" y="1488"/>
                        <a:pt x="71119" y="2032"/>
                        <a:pt x="70902" y="2468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1" name="Forme libre : forme 1150">
                  <a:extLst>
                    <a:ext uri="{FF2B5EF4-FFF2-40B4-BE49-F238E27FC236}">
                      <a16:creationId xmlns:a16="http://schemas.microsoft.com/office/drawing/2014/main" id="{A9FF6AFC-5975-4238-A36D-CA3EC7E89DDA}"/>
                    </a:ext>
                  </a:extLst>
                </p:cNvPr>
                <p:cNvSpPr/>
                <p:nvPr/>
              </p:nvSpPr>
              <p:spPr>
                <a:xfrm>
                  <a:off x="7848411" y="5187739"/>
                  <a:ext cx="95475" cy="53956"/>
                </a:xfrm>
                <a:custGeom>
                  <a:avLst/>
                  <a:gdLst>
                    <a:gd name="connsiteX0" fmla="*/ 95179 w 95475"/>
                    <a:gd name="connsiteY0" fmla="*/ 1219 h 53956"/>
                    <a:gd name="connsiteX1" fmla="*/ 93001 w 95475"/>
                    <a:gd name="connsiteY1" fmla="*/ 9931 h 53956"/>
                    <a:gd name="connsiteX2" fmla="*/ 86412 w 95475"/>
                    <a:gd name="connsiteY2" fmla="*/ 15431 h 53956"/>
                    <a:gd name="connsiteX3" fmla="*/ 82709 w 95475"/>
                    <a:gd name="connsiteY3" fmla="*/ 17283 h 53956"/>
                    <a:gd name="connsiteX4" fmla="*/ 79387 w 95475"/>
                    <a:gd name="connsiteY4" fmla="*/ 18753 h 53956"/>
                    <a:gd name="connsiteX5" fmla="*/ 72744 w 95475"/>
                    <a:gd name="connsiteY5" fmla="*/ 21530 h 53956"/>
                    <a:gd name="connsiteX6" fmla="*/ 59784 w 95475"/>
                    <a:gd name="connsiteY6" fmla="*/ 26540 h 53956"/>
                    <a:gd name="connsiteX7" fmla="*/ 47858 w 95475"/>
                    <a:gd name="connsiteY7" fmla="*/ 31495 h 53956"/>
                    <a:gd name="connsiteX8" fmla="*/ 38329 w 95475"/>
                    <a:gd name="connsiteY8" fmla="*/ 38193 h 53956"/>
                    <a:gd name="connsiteX9" fmla="*/ 29889 w 95475"/>
                    <a:gd name="connsiteY9" fmla="*/ 43584 h 53956"/>
                    <a:gd name="connsiteX10" fmla="*/ 19814 w 95475"/>
                    <a:gd name="connsiteY10" fmla="*/ 47232 h 53956"/>
                    <a:gd name="connsiteX11" fmla="*/ 6419 w 95475"/>
                    <a:gd name="connsiteY11" fmla="*/ 53603 h 53956"/>
                    <a:gd name="connsiteX12" fmla="*/ 6310 w 95475"/>
                    <a:gd name="connsiteY12" fmla="*/ 53658 h 53956"/>
                    <a:gd name="connsiteX13" fmla="*/ 3261 w 95475"/>
                    <a:gd name="connsiteY13" fmla="*/ 52895 h 53956"/>
                    <a:gd name="connsiteX14" fmla="*/ 810 w 95475"/>
                    <a:gd name="connsiteY14" fmla="*/ 34163 h 53956"/>
                    <a:gd name="connsiteX15" fmla="*/ 9632 w 95475"/>
                    <a:gd name="connsiteY15" fmla="*/ 17936 h 53956"/>
                    <a:gd name="connsiteX16" fmla="*/ 24552 w 95475"/>
                    <a:gd name="connsiteY16" fmla="*/ 8897 h 53956"/>
                    <a:gd name="connsiteX17" fmla="*/ 40888 w 95475"/>
                    <a:gd name="connsiteY17" fmla="*/ 6229 h 53956"/>
                    <a:gd name="connsiteX18" fmla="*/ 55809 w 95475"/>
                    <a:gd name="connsiteY18" fmla="*/ 5139 h 53956"/>
                    <a:gd name="connsiteX19" fmla="*/ 69967 w 95475"/>
                    <a:gd name="connsiteY19" fmla="*/ 5412 h 53956"/>
                    <a:gd name="connsiteX20" fmla="*/ 76828 w 95475"/>
                    <a:gd name="connsiteY20" fmla="*/ 5684 h 53956"/>
                    <a:gd name="connsiteX21" fmla="*/ 80204 w 95475"/>
                    <a:gd name="connsiteY21" fmla="*/ 5739 h 53956"/>
                    <a:gd name="connsiteX22" fmla="*/ 83090 w 95475"/>
                    <a:gd name="connsiteY22" fmla="*/ 5739 h 53956"/>
                    <a:gd name="connsiteX23" fmla="*/ 88481 w 95475"/>
                    <a:gd name="connsiteY23" fmla="*/ 4704 h 53956"/>
                    <a:gd name="connsiteX24" fmla="*/ 91912 w 95475"/>
                    <a:gd name="connsiteY24" fmla="*/ 1382 h 53956"/>
                    <a:gd name="connsiteX25" fmla="*/ 91966 w 95475"/>
                    <a:gd name="connsiteY25" fmla="*/ 1164 h 53956"/>
                    <a:gd name="connsiteX26" fmla="*/ 94035 w 95475"/>
                    <a:gd name="connsiteY26" fmla="*/ 75 h 53956"/>
                    <a:gd name="connsiteX27" fmla="*/ 95179 w 95475"/>
                    <a:gd name="connsiteY27" fmla="*/ 1219 h 5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95475" h="53956">
                      <a:moveTo>
                        <a:pt x="95179" y="1219"/>
                      </a:moveTo>
                      <a:cubicBezTo>
                        <a:pt x="96050" y="4051"/>
                        <a:pt x="94906" y="7644"/>
                        <a:pt x="93001" y="9931"/>
                      </a:cubicBezTo>
                      <a:cubicBezTo>
                        <a:pt x="91095" y="12327"/>
                        <a:pt x="88753" y="14015"/>
                        <a:pt x="86412" y="15431"/>
                      </a:cubicBezTo>
                      <a:cubicBezTo>
                        <a:pt x="85213" y="16139"/>
                        <a:pt x="83961" y="16793"/>
                        <a:pt x="82709" y="17283"/>
                      </a:cubicBezTo>
                      <a:lnTo>
                        <a:pt x="79387" y="18753"/>
                      </a:lnTo>
                      <a:lnTo>
                        <a:pt x="72744" y="21530"/>
                      </a:lnTo>
                      <a:lnTo>
                        <a:pt x="59784" y="26540"/>
                      </a:lnTo>
                      <a:cubicBezTo>
                        <a:pt x="55591" y="28065"/>
                        <a:pt x="51561" y="29698"/>
                        <a:pt x="47858" y="31495"/>
                      </a:cubicBezTo>
                      <a:cubicBezTo>
                        <a:pt x="44156" y="33238"/>
                        <a:pt x="40888" y="35797"/>
                        <a:pt x="38329" y="38193"/>
                      </a:cubicBezTo>
                      <a:cubicBezTo>
                        <a:pt x="35661" y="40589"/>
                        <a:pt x="32992" y="42331"/>
                        <a:pt x="29889" y="43584"/>
                      </a:cubicBezTo>
                      <a:cubicBezTo>
                        <a:pt x="26785" y="44836"/>
                        <a:pt x="23518" y="45871"/>
                        <a:pt x="19814" y="47232"/>
                      </a:cubicBezTo>
                      <a:cubicBezTo>
                        <a:pt x="16057" y="48594"/>
                        <a:pt x="11973" y="50336"/>
                        <a:pt x="6419" y="53603"/>
                      </a:cubicBezTo>
                      <a:lnTo>
                        <a:pt x="6310" y="53658"/>
                      </a:lnTo>
                      <a:cubicBezTo>
                        <a:pt x="5276" y="54257"/>
                        <a:pt x="3914" y="53930"/>
                        <a:pt x="3261" y="52895"/>
                      </a:cubicBezTo>
                      <a:cubicBezTo>
                        <a:pt x="-388" y="47178"/>
                        <a:pt x="-606" y="40371"/>
                        <a:pt x="810" y="34163"/>
                      </a:cubicBezTo>
                      <a:cubicBezTo>
                        <a:pt x="2280" y="27956"/>
                        <a:pt x="5548" y="22401"/>
                        <a:pt x="9632" y="17936"/>
                      </a:cubicBezTo>
                      <a:cubicBezTo>
                        <a:pt x="13716" y="13416"/>
                        <a:pt x="18944" y="10367"/>
                        <a:pt x="24552" y="8897"/>
                      </a:cubicBezTo>
                      <a:cubicBezTo>
                        <a:pt x="30324" y="7427"/>
                        <a:pt x="35770" y="6936"/>
                        <a:pt x="40888" y="6229"/>
                      </a:cubicBezTo>
                      <a:cubicBezTo>
                        <a:pt x="46007" y="5575"/>
                        <a:pt x="51017" y="5303"/>
                        <a:pt x="55809" y="5139"/>
                      </a:cubicBezTo>
                      <a:lnTo>
                        <a:pt x="69967" y="5412"/>
                      </a:lnTo>
                      <a:lnTo>
                        <a:pt x="76828" y="5684"/>
                      </a:lnTo>
                      <a:lnTo>
                        <a:pt x="80204" y="5739"/>
                      </a:lnTo>
                      <a:cubicBezTo>
                        <a:pt x="81184" y="5793"/>
                        <a:pt x="82164" y="5793"/>
                        <a:pt x="83090" y="5739"/>
                      </a:cubicBezTo>
                      <a:cubicBezTo>
                        <a:pt x="85051" y="5630"/>
                        <a:pt x="86902" y="5303"/>
                        <a:pt x="88481" y="4704"/>
                      </a:cubicBezTo>
                      <a:cubicBezTo>
                        <a:pt x="90114" y="4105"/>
                        <a:pt x="91367" y="3234"/>
                        <a:pt x="91912" y="1382"/>
                      </a:cubicBezTo>
                      <a:lnTo>
                        <a:pt x="91966" y="1164"/>
                      </a:lnTo>
                      <a:cubicBezTo>
                        <a:pt x="92238" y="293"/>
                        <a:pt x="93164" y="-197"/>
                        <a:pt x="94035" y="75"/>
                      </a:cubicBezTo>
                      <a:cubicBezTo>
                        <a:pt x="94580" y="293"/>
                        <a:pt x="95015" y="729"/>
                        <a:pt x="95179" y="1219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2" name="Forme libre : forme 1151">
                  <a:extLst>
                    <a:ext uri="{FF2B5EF4-FFF2-40B4-BE49-F238E27FC236}">
                      <a16:creationId xmlns:a16="http://schemas.microsoft.com/office/drawing/2014/main" id="{20D3C18A-47F7-43CB-8605-6DE8073D9ADF}"/>
                    </a:ext>
                  </a:extLst>
                </p:cNvPr>
                <p:cNvSpPr/>
                <p:nvPr/>
              </p:nvSpPr>
              <p:spPr>
                <a:xfrm>
                  <a:off x="7826353" y="5115213"/>
                  <a:ext cx="112874" cy="49632"/>
                </a:xfrm>
                <a:custGeom>
                  <a:avLst/>
                  <a:gdLst>
                    <a:gd name="connsiteX0" fmla="*/ 111301 w 112874"/>
                    <a:gd name="connsiteY0" fmla="*/ 49296 h 49632"/>
                    <a:gd name="connsiteX1" fmla="*/ 79010 w 112874"/>
                    <a:gd name="connsiteY1" fmla="*/ 45375 h 49632"/>
                    <a:gd name="connsiteX2" fmla="*/ 64744 w 112874"/>
                    <a:gd name="connsiteY2" fmla="*/ 37697 h 49632"/>
                    <a:gd name="connsiteX3" fmla="*/ 53907 w 112874"/>
                    <a:gd name="connsiteY3" fmla="*/ 33177 h 49632"/>
                    <a:gd name="connsiteX4" fmla="*/ 42908 w 112874"/>
                    <a:gd name="connsiteY4" fmla="*/ 33504 h 49632"/>
                    <a:gd name="connsiteX5" fmla="*/ 31527 w 112874"/>
                    <a:gd name="connsiteY5" fmla="*/ 33667 h 49632"/>
                    <a:gd name="connsiteX6" fmla="*/ 17804 w 112874"/>
                    <a:gd name="connsiteY6" fmla="*/ 31217 h 49632"/>
                    <a:gd name="connsiteX7" fmla="*/ 1196 w 112874"/>
                    <a:gd name="connsiteY7" fmla="*/ 25336 h 49632"/>
                    <a:gd name="connsiteX8" fmla="*/ 270 w 112874"/>
                    <a:gd name="connsiteY8" fmla="*/ 22286 h 49632"/>
                    <a:gd name="connsiteX9" fmla="*/ 324 w 112874"/>
                    <a:gd name="connsiteY9" fmla="*/ 22177 h 49632"/>
                    <a:gd name="connsiteX10" fmla="*/ 12576 w 112874"/>
                    <a:gd name="connsiteY10" fmla="*/ 8728 h 49632"/>
                    <a:gd name="connsiteX11" fmla="*/ 28259 w 112874"/>
                    <a:gd name="connsiteY11" fmla="*/ 1158 h 49632"/>
                    <a:gd name="connsiteX12" fmla="*/ 46665 w 112874"/>
                    <a:gd name="connsiteY12" fmla="*/ 1376 h 49632"/>
                    <a:gd name="connsiteX13" fmla="*/ 64471 w 112874"/>
                    <a:gd name="connsiteY13" fmla="*/ 9272 h 49632"/>
                    <a:gd name="connsiteX14" fmla="*/ 78575 w 112874"/>
                    <a:gd name="connsiteY14" fmla="*/ 20925 h 49632"/>
                    <a:gd name="connsiteX15" fmla="*/ 87832 w 112874"/>
                    <a:gd name="connsiteY15" fmla="*/ 31653 h 49632"/>
                    <a:gd name="connsiteX16" fmla="*/ 111901 w 112874"/>
                    <a:gd name="connsiteY16" fmla="*/ 46137 h 49632"/>
                    <a:gd name="connsiteX17" fmla="*/ 112717 w 112874"/>
                    <a:gd name="connsiteY17" fmla="*/ 48370 h 49632"/>
                    <a:gd name="connsiteX18" fmla="*/ 111301 w 112874"/>
                    <a:gd name="connsiteY18" fmla="*/ 49296 h 49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2874" h="49632">
                      <a:moveTo>
                        <a:pt x="111301" y="49296"/>
                      </a:moveTo>
                      <a:cubicBezTo>
                        <a:pt x="101173" y="49949"/>
                        <a:pt x="90337" y="50112"/>
                        <a:pt x="79010" y="45375"/>
                      </a:cubicBezTo>
                      <a:cubicBezTo>
                        <a:pt x="73565" y="42924"/>
                        <a:pt x="68937" y="39929"/>
                        <a:pt x="64744" y="37697"/>
                      </a:cubicBezTo>
                      <a:cubicBezTo>
                        <a:pt x="60605" y="35246"/>
                        <a:pt x="57338" y="33831"/>
                        <a:pt x="53907" y="33177"/>
                      </a:cubicBezTo>
                      <a:cubicBezTo>
                        <a:pt x="50422" y="32415"/>
                        <a:pt x="46610" y="32796"/>
                        <a:pt x="42908" y="33504"/>
                      </a:cubicBezTo>
                      <a:cubicBezTo>
                        <a:pt x="39150" y="34157"/>
                        <a:pt x="35611" y="34266"/>
                        <a:pt x="31527" y="33667"/>
                      </a:cubicBezTo>
                      <a:cubicBezTo>
                        <a:pt x="27443" y="33123"/>
                        <a:pt x="22868" y="32361"/>
                        <a:pt x="17804" y="31217"/>
                      </a:cubicBezTo>
                      <a:cubicBezTo>
                        <a:pt x="12740" y="29965"/>
                        <a:pt x="7240" y="28549"/>
                        <a:pt x="1196" y="25336"/>
                      </a:cubicBezTo>
                      <a:cubicBezTo>
                        <a:pt x="107" y="24737"/>
                        <a:pt x="-329" y="23376"/>
                        <a:pt x="270" y="22286"/>
                      </a:cubicBezTo>
                      <a:cubicBezTo>
                        <a:pt x="270" y="22232"/>
                        <a:pt x="324" y="22232"/>
                        <a:pt x="324" y="22177"/>
                      </a:cubicBezTo>
                      <a:cubicBezTo>
                        <a:pt x="3864" y="16297"/>
                        <a:pt x="7948" y="12213"/>
                        <a:pt x="12576" y="8728"/>
                      </a:cubicBezTo>
                      <a:cubicBezTo>
                        <a:pt x="17206" y="5297"/>
                        <a:pt x="22487" y="2683"/>
                        <a:pt x="28259" y="1158"/>
                      </a:cubicBezTo>
                      <a:cubicBezTo>
                        <a:pt x="34032" y="-421"/>
                        <a:pt x="40511" y="-421"/>
                        <a:pt x="46665" y="1376"/>
                      </a:cubicBezTo>
                      <a:cubicBezTo>
                        <a:pt x="52818" y="3173"/>
                        <a:pt x="58808" y="6005"/>
                        <a:pt x="64471" y="9272"/>
                      </a:cubicBezTo>
                      <a:cubicBezTo>
                        <a:pt x="70243" y="12539"/>
                        <a:pt x="75090" y="17059"/>
                        <a:pt x="78575" y="20925"/>
                      </a:cubicBezTo>
                      <a:cubicBezTo>
                        <a:pt x="82060" y="25009"/>
                        <a:pt x="84891" y="28657"/>
                        <a:pt x="87832" y="31653"/>
                      </a:cubicBezTo>
                      <a:cubicBezTo>
                        <a:pt x="93386" y="37751"/>
                        <a:pt x="102643" y="41836"/>
                        <a:pt x="111901" y="46137"/>
                      </a:cubicBezTo>
                      <a:cubicBezTo>
                        <a:pt x="112772" y="46518"/>
                        <a:pt x="113099" y="47553"/>
                        <a:pt x="112717" y="48370"/>
                      </a:cubicBezTo>
                      <a:cubicBezTo>
                        <a:pt x="112445" y="48914"/>
                        <a:pt x="111846" y="49241"/>
                        <a:pt x="111301" y="49296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3" name="Forme libre : forme 1152">
                  <a:extLst>
                    <a:ext uri="{FF2B5EF4-FFF2-40B4-BE49-F238E27FC236}">
                      <a16:creationId xmlns:a16="http://schemas.microsoft.com/office/drawing/2014/main" id="{18C8A20A-F555-4339-8AAF-0F3773A56B9C}"/>
                    </a:ext>
                  </a:extLst>
                </p:cNvPr>
                <p:cNvSpPr/>
                <p:nvPr/>
              </p:nvSpPr>
              <p:spPr>
                <a:xfrm>
                  <a:off x="7849009" y="5074113"/>
                  <a:ext cx="93375" cy="71648"/>
                </a:xfrm>
                <a:custGeom>
                  <a:avLst/>
                  <a:gdLst>
                    <a:gd name="connsiteX0" fmla="*/ 91205 w 93375"/>
                    <a:gd name="connsiteY0" fmla="*/ 71608 h 71648"/>
                    <a:gd name="connsiteX1" fmla="*/ 65448 w 93375"/>
                    <a:gd name="connsiteY1" fmla="*/ 55055 h 71648"/>
                    <a:gd name="connsiteX2" fmla="*/ 54993 w 93375"/>
                    <a:gd name="connsiteY2" fmla="*/ 45416 h 71648"/>
                    <a:gd name="connsiteX3" fmla="*/ 45300 w 93375"/>
                    <a:gd name="connsiteY3" fmla="*/ 37902 h 71648"/>
                    <a:gd name="connsiteX4" fmla="*/ 35335 w 93375"/>
                    <a:gd name="connsiteY4" fmla="*/ 34907 h 71648"/>
                    <a:gd name="connsiteX5" fmla="*/ 26023 w 93375"/>
                    <a:gd name="connsiteY5" fmla="*/ 32184 h 71648"/>
                    <a:gd name="connsiteX6" fmla="*/ 1465 w 93375"/>
                    <a:gd name="connsiteY6" fmla="*/ 20694 h 71648"/>
                    <a:gd name="connsiteX7" fmla="*/ 1356 w 93375"/>
                    <a:gd name="connsiteY7" fmla="*/ 20640 h 71648"/>
                    <a:gd name="connsiteX8" fmla="*/ 157 w 93375"/>
                    <a:gd name="connsiteY8" fmla="*/ 17754 h 71648"/>
                    <a:gd name="connsiteX9" fmla="*/ 212 w 93375"/>
                    <a:gd name="connsiteY9" fmla="*/ 17699 h 71648"/>
                    <a:gd name="connsiteX10" fmla="*/ 31468 w 93375"/>
                    <a:gd name="connsiteY10" fmla="*/ 2 h 71648"/>
                    <a:gd name="connsiteX11" fmla="*/ 49220 w 93375"/>
                    <a:gd name="connsiteY11" fmla="*/ 5720 h 71648"/>
                    <a:gd name="connsiteX12" fmla="*/ 62834 w 93375"/>
                    <a:gd name="connsiteY12" fmla="*/ 18516 h 71648"/>
                    <a:gd name="connsiteX13" fmla="*/ 72200 w 93375"/>
                    <a:gd name="connsiteY13" fmla="*/ 32129 h 71648"/>
                    <a:gd name="connsiteX14" fmla="*/ 78626 w 93375"/>
                    <a:gd name="connsiteY14" fmla="*/ 45416 h 71648"/>
                    <a:gd name="connsiteX15" fmla="*/ 92838 w 93375"/>
                    <a:gd name="connsiteY15" fmla="*/ 68777 h 71648"/>
                    <a:gd name="connsiteX16" fmla="*/ 92892 w 93375"/>
                    <a:gd name="connsiteY16" fmla="*/ 68831 h 71648"/>
                    <a:gd name="connsiteX17" fmla="*/ 92838 w 93375"/>
                    <a:gd name="connsiteY17" fmla="*/ 71227 h 71648"/>
                    <a:gd name="connsiteX18" fmla="*/ 91205 w 93375"/>
                    <a:gd name="connsiteY18" fmla="*/ 71608 h 71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3375" h="71648">
                      <a:moveTo>
                        <a:pt x="91205" y="71608"/>
                      </a:moveTo>
                      <a:cubicBezTo>
                        <a:pt x="81185" y="68886"/>
                        <a:pt x="72745" y="61698"/>
                        <a:pt x="65448" y="55055"/>
                      </a:cubicBezTo>
                      <a:cubicBezTo>
                        <a:pt x="61854" y="51679"/>
                        <a:pt x="58423" y="48302"/>
                        <a:pt x="54993" y="45416"/>
                      </a:cubicBezTo>
                      <a:cubicBezTo>
                        <a:pt x="51726" y="42421"/>
                        <a:pt x="48512" y="39807"/>
                        <a:pt x="45300" y="37902"/>
                      </a:cubicBezTo>
                      <a:cubicBezTo>
                        <a:pt x="42142" y="35996"/>
                        <a:pt x="38766" y="35342"/>
                        <a:pt x="35335" y="34907"/>
                      </a:cubicBezTo>
                      <a:cubicBezTo>
                        <a:pt x="32013" y="34471"/>
                        <a:pt x="29073" y="33654"/>
                        <a:pt x="26023" y="32184"/>
                      </a:cubicBezTo>
                      <a:cubicBezTo>
                        <a:pt x="19761" y="29135"/>
                        <a:pt x="13281" y="25595"/>
                        <a:pt x="1465" y="20694"/>
                      </a:cubicBezTo>
                      <a:lnTo>
                        <a:pt x="1356" y="20640"/>
                      </a:lnTo>
                      <a:cubicBezTo>
                        <a:pt x="212" y="20150"/>
                        <a:pt x="-278" y="18897"/>
                        <a:pt x="157" y="17754"/>
                      </a:cubicBezTo>
                      <a:cubicBezTo>
                        <a:pt x="157" y="17754"/>
                        <a:pt x="157" y="17699"/>
                        <a:pt x="212" y="17699"/>
                      </a:cubicBezTo>
                      <a:cubicBezTo>
                        <a:pt x="5875" y="5338"/>
                        <a:pt x="19053" y="-107"/>
                        <a:pt x="31468" y="2"/>
                      </a:cubicBezTo>
                      <a:cubicBezTo>
                        <a:pt x="37785" y="56"/>
                        <a:pt x="43993" y="2071"/>
                        <a:pt x="49220" y="5720"/>
                      </a:cubicBezTo>
                      <a:cubicBezTo>
                        <a:pt x="54394" y="9368"/>
                        <a:pt x="58968" y="14051"/>
                        <a:pt x="62834" y="18516"/>
                      </a:cubicBezTo>
                      <a:cubicBezTo>
                        <a:pt x="66700" y="22981"/>
                        <a:pt x="69640" y="27610"/>
                        <a:pt x="72200" y="32129"/>
                      </a:cubicBezTo>
                      <a:cubicBezTo>
                        <a:pt x="74596" y="36704"/>
                        <a:pt x="76611" y="41169"/>
                        <a:pt x="78626" y="45416"/>
                      </a:cubicBezTo>
                      <a:cubicBezTo>
                        <a:pt x="82492" y="54020"/>
                        <a:pt x="86249" y="61970"/>
                        <a:pt x="92838" y="68777"/>
                      </a:cubicBezTo>
                      <a:lnTo>
                        <a:pt x="92892" y="68831"/>
                      </a:lnTo>
                      <a:cubicBezTo>
                        <a:pt x="93546" y="69485"/>
                        <a:pt x="93546" y="70574"/>
                        <a:pt x="92838" y="71227"/>
                      </a:cubicBezTo>
                      <a:cubicBezTo>
                        <a:pt x="92402" y="71608"/>
                        <a:pt x="91749" y="71718"/>
                        <a:pt x="91205" y="71608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154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7881282" y="5043893"/>
              <a:ext cx="213379" cy="235022"/>
              <a:chOff x="7881282" y="5043893"/>
              <a:chExt cx="213379" cy="235022"/>
            </a:xfrm>
            <a:solidFill>
              <a:schemeClr val="accent1"/>
            </a:solidFill>
          </p:grpSpPr>
          <p:grpSp>
            <p:nvGrpSpPr>
              <p:cNvPr id="1155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881390" y="5043893"/>
                <a:ext cx="213216" cy="234976"/>
                <a:chOff x="7881390" y="5043893"/>
                <a:chExt cx="213216" cy="234976"/>
              </a:xfrm>
              <a:solidFill>
                <a:srgbClr val="ED7ECD"/>
              </a:solidFill>
            </p:grpSpPr>
            <p:sp>
              <p:nvSpPr>
                <p:cNvPr id="1156" name="Forme libre : forme 1155">
                  <a:extLst>
                    <a:ext uri="{FF2B5EF4-FFF2-40B4-BE49-F238E27FC236}">
                      <a16:creationId xmlns:a16="http://schemas.microsoft.com/office/drawing/2014/main" id="{07F26518-9FDB-4418-B600-12B8FFFCC969}"/>
                    </a:ext>
                  </a:extLst>
                </p:cNvPr>
                <p:cNvSpPr/>
                <p:nvPr/>
              </p:nvSpPr>
              <p:spPr>
                <a:xfrm>
                  <a:off x="7982834" y="5076592"/>
                  <a:ext cx="34130" cy="92272"/>
                </a:xfrm>
                <a:custGeom>
                  <a:avLst/>
                  <a:gdLst>
                    <a:gd name="connsiteX0" fmla="*/ 23432 w 34130"/>
                    <a:gd name="connsiteY0" fmla="*/ 91728 h 92272"/>
                    <a:gd name="connsiteX1" fmla="*/ 9709 w 34130"/>
                    <a:gd name="connsiteY1" fmla="*/ 70600 h 92272"/>
                    <a:gd name="connsiteX2" fmla="*/ 5625 w 34130"/>
                    <a:gd name="connsiteY2" fmla="*/ 58511 h 92272"/>
                    <a:gd name="connsiteX3" fmla="*/ 3175 w 34130"/>
                    <a:gd name="connsiteY3" fmla="*/ 46205 h 92272"/>
                    <a:gd name="connsiteX4" fmla="*/ 506 w 34130"/>
                    <a:gd name="connsiteY4" fmla="*/ 34061 h 92272"/>
                    <a:gd name="connsiteX5" fmla="*/ 1051 w 34130"/>
                    <a:gd name="connsiteY5" fmla="*/ 22517 h 92272"/>
                    <a:gd name="connsiteX6" fmla="*/ 6388 w 34130"/>
                    <a:gd name="connsiteY6" fmla="*/ 11681 h 92272"/>
                    <a:gd name="connsiteX7" fmla="*/ 16298 w 34130"/>
                    <a:gd name="connsiteY7" fmla="*/ 627 h 92272"/>
                    <a:gd name="connsiteX8" fmla="*/ 16353 w 34130"/>
                    <a:gd name="connsiteY8" fmla="*/ 627 h 92272"/>
                    <a:gd name="connsiteX9" fmla="*/ 19565 w 34130"/>
                    <a:gd name="connsiteY9" fmla="*/ 518 h 92272"/>
                    <a:gd name="connsiteX10" fmla="*/ 29476 w 34130"/>
                    <a:gd name="connsiteY10" fmla="*/ 12389 h 92272"/>
                    <a:gd name="connsiteX11" fmla="*/ 33724 w 34130"/>
                    <a:gd name="connsiteY11" fmla="*/ 24478 h 92272"/>
                    <a:gd name="connsiteX12" fmla="*/ 32907 w 34130"/>
                    <a:gd name="connsiteY12" fmla="*/ 35859 h 92272"/>
                    <a:gd name="connsiteX13" fmla="*/ 29422 w 34130"/>
                    <a:gd name="connsiteY13" fmla="*/ 46640 h 92272"/>
                    <a:gd name="connsiteX14" fmla="*/ 27461 w 34130"/>
                    <a:gd name="connsiteY14" fmla="*/ 57259 h 92272"/>
                    <a:gd name="connsiteX15" fmla="*/ 25937 w 34130"/>
                    <a:gd name="connsiteY15" fmla="*/ 67932 h 92272"/>
                    <a:gd name="connsiteX16" fmla="*/ 26426 w 34130"/>
                    <a:gd name="connsiteY16" fmla="*/ 90258 h 92272"/>
                    <a:gd name="connsiteX17" fmla="*/ 26426 w 34130"/>
                    <a:gd name="connsiteY17" fmla="*/ 90312 h 92272"/>
                    <a:gd name="connsiteX18" fmla="*/ 25011 w 34130"/>
                    <a:gd name="connsiteY18" fmla="*/ 92273 h 92272"/>
                    <a:gd name="connsiteX19" fmla="*/ 23432 w 34130"/>
                    <a:gd name="connsiteY19" fmla="*/ 91728 h 92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4130" h="92272">
                      <a:moveTo>
                        <a:pt x="23432" y="91728"/>
                      </a:moveTo>
                      <a:cubicBezTo>
                        <a:pt x="17441" y="86010"/>
                        <a:pt x="13031" y="78441"/>
                        <a:pt x="9709" y="70600"/>
                      </a:cubicBezTo>
                      <a:cubicBezTo>
                        <a:pt x="8130" y="66625"/>
                        <a:pt x="6769" y="62595"/>
                        <a:pt x="5625" y="58511"/>
                      </a:cubicBezTo>
                      <a:cubicBezTo>
                        <a:pt x="4645" y="54427"/>
                        <a:pt x="3828" y="50289"/>
                        <a:pt x="3175" y="46205"/>
                      </a:cubicBezTo>
                      <a:cubicBezTo>
                        <a:pt x="2521" y="42121"/>
                        <a:pt x="1432" y="38037"/>
                        <a:pt x="506" y="34061"/>
                      </a:cubicBezTo>
                      <a:cubicBezTo>
                        <a:pt x="-310" y="30086"/>
                        <a:pt x="-147" y="26220"/>
                        <a:pt x="1051" y="22517"/>
                      </a:cubicBezTo>
                      <a:cubicBezTo>
                        <a:pt x="2249" y="18814"/>
                        <a:pt x="3991" y="15220"/>
                        <a:pt x="6388" y="11681"/>
                      </a:cubicBezTo>
                      <a:cubicBezTo>
                        <a:pt x="8892" y="8087"/>
                        <a:pt x="11724" y="4548"/>
                        <a:pt x="16298" y="627"/>
                      </a:cubicBezTo>
                      <a:lnTo>
                        <a:pt x="16353" y="627"/>
                      </a:lnTo>
                      <a:cubicBezTo>
                        <a:pt x="17279" y="-190"/>
                        <a:pt x="18640" y="-190"/>
                        <a:pt x="19565" y="518"/>
                      </a:cubicBezTo>
                      <a:cubicBezTo>
                        <a:pt x="24412" y="4221"/>
                        <a:pt x="27189" y="8305"/>
                        <a:pt x="29476" y="12389"/>
                      </a:cubicBezTo>
                      <a:cubicBezTo>
                        <a:pt x="31600" y="16473"/>
                        <a:pt x="32961" y="20557"/>
                        <a:pt x="33724" y="24478"/>
                      </a:cubicBezTo>
                      <a:cubicBezTo>
                        <a:pt x="34485" y="28398"/>
                        <a:pt x="34159" y="32210"/>
                        <a:pt x="32907" y="35859"/>
                      </a:cubicBezTo>
                      <a:cubicBezTo>
                        <a:pt x="31600" y="39507"/>
                        <a:pt x="30130" y="43046"/>
                        <a:pt x="29422" y="46640"/>
                      </a:cubicBezTo>
                      <a:cubicBezTo>
                        <a:pt x="28659" y="50180"/>
                        <a:pt x="27951" y="53719"/>
                        <a:pt x="27461" y="57259"/>
                      </a:cubicBezTo>
                      <a:cubicBezTo>
                        <a:pt x="26808" y="60798"/>
                        <a:pt x="26263" y="64392"/>
                        <a:pt x="25937" y="67932"/>
                      </a:cubicBezTo>
                      <a:cubicBezTo>
                        <a:pt x="25120" y="75174"/>
                        <a:pt x="25229" y="82471"/>
                        <a:pt x="26426" y="90258"/>
                      </a:cubicBezTo>
                      <a:lnTo>
                        <a:pt x="26426" y="90312"/>
                      </a:lnTo>
                      <a:cubicBezTo>
                        <a:pt x="26590" y="91238"/>
                        <a:pt x="25937" y="92109"/>
                        <a:pt x="25011" y="92273"/>
                      </a:cubicBezTo>
                      <a:cubicBezTo>
                        <a:pt x="24357" y="92273"/>
                        <a:pt x="23813" y="92109"/>
                        <a:pt x="23432" y="91728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7" name="Forme libre : forme 1156">
                  <a:extLst>
                    <a:ext uri="{FF2B5EF4-FFF2-40B4-BE49-F238E27FC236}">
                      <a16:creationId xmlns:a16="http://schemas.microsoft.com/office/drawing/2014/main" id="{CACA08D6-AA69-4618-8947-0FE6280F765F}"/>
                    </a:ext>
                  </a:extLst>
                </p:cNvPr>
                <p:cNvSpPr/>
                <p:nvPr/>
              </p:nvSpPr>
              <p:spPr>
                <a:xfrm>
                  <a:off x="7900834" y="5043893"/>
                  <a:ext cx="79156" cy="104054"/>
                </a:xfrm>
                <a:custGeom>
                  <a:avLst/>
                  <a:gdLst>
                    <a:gd name="connsiteX0" fmla="*/ 76516 w 79156"/>
                    <a:gd name="connsiteY0" fmla="*/ 103789 h 104054"/>
                    <a:gd name="connsiteX1" fmla="*/ 50161 w 79156"/>
                    <a:gd name="connsiteY1" fmla="*/ 82498 h 104054"/>
                    <a:gd name="connsiteX2" fmla="*/ 39869 w 79156"/>
                    <a:gd name="connsiteY2" fmla="*/ 68503 h 104054"/>
                    <a:gd name="connsiteX3" fmla="*/ 31320 w 79156"/>
                    <a:gd name="connsiteY3" fmla="*/ 55597 h 104054"/>
                    <a:gd name="connsiteX4" fmla="*/ 21300 w 79156"/>
                    <a:gd name="connsiteY4" fmla="*/ 45523 h 104054"/>
                    <a:gd name="connsiteX5" fmla="*/ 12043 w 79156"/>
                    <a:gd name="connsiteY5" fmla="*/ 34633 h 104054"/>
                    <a:gd name="connsiteX6" fmla="*/ 4855 w 79156"/>
                    <a:gd name="connsiteY6" fmla="*/ 20475 h 104054"/>
                    <a:gd name="connsiteX7" fmla="*/ 9 w 79156"/>
                    <a:gd name="connsiteY7" fmla="*/ 2396 h 104054"/>
                    <a:gd name="connsiteX8" fmla="*/ 1969 w 79156"/>
                    <a:gd name="connsiteY8" fmla="*/ 0 h 104054"/>
                    <a:gd name="connsiteX9" fmla="*/ 2241 w 79156"/>
                    <a:gd name="connsiteY9" fmla="*/ 0 h 104054"/>
                    <a:gd name="connsiteX10" fmla="*/ 20865 w 79156"/>
                    <a:gd name="connsiteY10" fmla="*/ 3812 h 104054"/>
                    <a:gd name="connsiteX11" fmla="*/ 36166 w 79156"/>
                    <a:gd name="connsiteY11" fmla="*/ 12524 h 104054"/>
                    <a:gd name="connsiteX12" fmla="*/ 47384 w 79156"/>
                    <a:gd name="connsiteY12" fmla="*/ 26301 h 104054"/>
                    <a:gd name="connsiteX13" fmla="*/ 54463 w 79156"/>
                    <a:gd name="connsiteY13" fmla="*/ 43345 h 104054"/>
                    <a:gd name="connsiteX14" fmla="*/ 59636 w 79156"/>
                    <a:gd name="connsiteY14" fmla="*/ 59409 h 104054"/>
                    <a:gd name="connsiteX15" fmla="*/ 64046 w 79156"/>
                    <a:gd name="connsiteY15" fmla="*/ 73839 h 104054"/>
                    <a:gd name="connsiteX16" fmla="*/ 78913 w 79156"/>
                    <a:gd name="connsiteY16" fmla="*/ 101502 h 104054"/>
                    <a:gd name="connsiteX17" fmla="*/ 78313 w 79156"/>
                    <a:gd name="connsiteY17" fmla="*/ 103789 h 104054"/>
                    <a:gd name="connsiteX18" fmla="*/ 76516 w 79156"/>
                    <a:gd name="connsiteY18" fmla="*/ 103789 h 104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9156" h="104054">
                      <a:moveTo>
                        <a:pt x="76516" y="103789"/>
                      </a:moveTo>
                      <a:cubicBezTo>
                        <a:pt x="67260" y="97908"/>
                        <a:pt x="58166" y="91537"/>
                        <a:pt x="50161" y="82498"/>
                      </a:cubicBezTo>
                      <a:cubicBezTo>
                        <a:pt x="46240" y="77923"/>
                        <a:pt x="42973" y="73077"/>
                        <a:pt x="39869" y="68503"/>
                      </a:cubicBezTo>
                      <a:cubicBezTo>
                        <a:pt x="36928" y="63820"/>
                        <a:pt x="34151" y="59409"/>
                        <a:pt x="31320" y="55597"/>
                      </a:cubicBezTo>
                      <a:cubicBezTo>
                        <a:pt x="28488" y="51840"/>
                        <a:pt x="24949" y="48627"/>
                        <a:pt x="21300" y="45523"/>
                      </a:cubicBezTo>
                      <a:cubicBezTo>
                        <a:pt x="17707" y="42420"/>
                        <a:pt x="14657" y="38880"/>
                        <a:pt x="12043" y="34633"/>
                      </a:cubicBezTo>
                      <a:cubicBezTo>
                        <a:pt x="9430" y="30385"/>
                        <a:pt x="7033" y="25702"/>
                        <a:pt x="4855" y="20475"/>
                      </a:cubicBezTo>
                      <a:cubicBezTo>
                        <a:pt x="2786" y="15193"/>
                        <a:pt x="771" y="9475"/>
                        <a:pt x="9" y="2396"/>
                      </a:cubicBezTo>
                      <a:cubicBezTo>
                        <a:pt x="-100" y="1198"/>
                        <a:pt x="771" y="109"/>
                        <a:pt x="1969" y="0"/>
                      </a:cubicBezTo>
                      <a:cubicBezTo>
                        <a:pt x="2078" y="0"/>
                        <a:pt x="2132" y="0"/>
                        <a:pt x="2241" y="0"/>
                      </a:cubicBezTo>
                      <a:cubicBezTo>
                        <a:pt x="9375" y="164"/>
                        <a:pt x="15256" y="1688"/>
                        <a:pt x="20865" y="3812"/>
                      </a:cubicBezTo>
                      <a:cubicBezTo>
                        <a:pt x="26419" y="5990"/>
                        <a:pt x="31538" y="8876"/>
                        <a:pt x="36166" y="12524"/>
                      </a:cubicBezTo>
                      <a:cubicBezTo>
                        <a:pt x="40795" y="16118"/>
                        <a:pt x="44661" y="20801"/>
                        <a:pt x="47384" y="26301"/>
                      </a:cubicBezTo>
                      <a:cubicBezTo>
                        <a:pt x="50106" y="31801"/>
                        <a:pt x="52230" y="37682"/>
                        <a:pt x="54463" y="43345"/>
                      </a:cubicBezTo>
                      <a:cubicBezTo>
                        <a:pt x="56586" y="48954"/>
                        <a:pt x="58111" y="54345"/>
                        <a:pt x="59636" y="59409"/>
                      </a:cubicBezTo>
                      <a:cubicBezTo>
                        <a:pt x="60997" y="64528"/>
                        <a:pt x="62304" y="69320"/>
                        <a:pt x="64046" y="73839"/>
                      </a:cubicBezTo>
                      <a:cubicBezTo>
                        <a:pt x="67369" y="83042"/>
                        <a:pt x="73304" y="92027"/>
                        <a:pt x="78913" y="101502"/>
                      </a:cubicBezTo>
                      <a:cubicBezTo>
                        <a:pt x="79403" y="102319"/>
                        <a:pt x="79130" y="103353"/>
                        <a:pt x="78313" y="103789"/>
                      </a:cubicBezTo>
                      <a:cubicBezTo>
                        <a:pt x="77714" y="104170"/>
                        <a:pt x="77061" y="104116"/>
                        <a:pt x="76516" y="103789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8" name="Forme libre : forme 1157">
                  <a:extLst>
                    <a:ext uri="{FF2B5EF4-FFF2-40B4-BE49-F238E27FC236}">
                      <a16:creationId xmlns:a16="http://schemas.microsoft.com/office/drawing/2014/main" id="{A8557D8E-B2DD-45E4-B04A-80F1F3D5E6D2}"/>
                    </a:ext>
                  </a:extLst>
                </p:cNvPr>
                <p:cNvSpPr/>
                <p:nvPr/>
              </p:nvSpPr>
              <p:spPr>
                <a:xfrm>
                  <a:off x="7907746" y="5107651"/>
                  <a:ext cx="51986" cy="53849"/>
                </a:xfrm>
                <a:custGeom>
                  <a:avLst/>
                  <a:gdLst>
                    <a:gd name="connsiteX0" fmla="*/ 49784 w 51986"/>
                    <a:gd name="connsiteY0" fmla="*/ 53807 h 53849"/>
                    <a:gd name="connsiteX1" fmla="*/ 32304 w 51986"/>
                    <a:gd name="connsiteY1" fmla="*/ 44496 h 53849"/>
                    <a:gd name="connsiteX2" fmla="*/ 25279 w 51986"/>
                    <a:gd name="connsiteY2" fmla="*/ 38778 h 53849"/>
                    <a:gd name="connsiteX3" fmla="*/ 19235 w 51986"/>
                    <a:gd name="connsiteY3" fmla="*/ 34258 h 53849"/>
                    <a:gd name="connsiteX4" fmla="*/ 12864 w 51986"/>
                    <a:gd name="connsiteY4" fmla="*/ 32353 h 53849"/>
                    <a:gd name="connsiteX5" fmla="*/ 7527 w 51986"/>
                    <a:gd name="connsiteY5" fmla="*/ 28813 h 53849"/>
                    <a:gd name="connsiteX6" fmla="*/ 3280 w 51986"/>
                    <a:gd name="connsiteY6" fmla="*/ 20972 h 53849"/>
                    <a:gd name="connsiteX7" fmla="*/ 1374 w 51986"/>
                    <a:gd name="connsiteY7" fmla="*/ 15526 h 53849"/>
                    <a:gd name="connsiteX8" fmla="*/ 13 w 51986"/>
                    <a:gd name="connsiteY8" fmla="*/ 8447 h 53849"/>
                    <a:gd name="connsiteX9" fmla="*/ 1374 w 51986"/>
                    <a:gd name="connsiteY9" fmla="*/ 5507 h 53849"/>
                    <a:gd name="connsiteX10" fmla="*/ 7800 w 51986"/>
                    <a:gd name="connsiteY10" fmla="*/ 2076 h 53849"/>
                    <a:gd name="connsiteX11" fmla="*/ 13626 w 51986"/>
                    <a:gd name="connsiteY11" fmla="*/ 443 h 53849"/>
                    <a:gd name="connsiteX12" fmla="*/ 24517 w 51986"/>
                    <a:gd name="connsiteY12" fmla="*/ 878 h 53849"/>
                    <a:gd name="connsiteX13" fmla="*/ 33284 w 51986"/>
                    <a:gd name="connsiteY13" fmla="*/ 7195 h 53849"/>
                    <a:gd name="connsiteX14" fmla="*/ 39220 w 51986"/>
                    <a:gd name="connsiteY14" fmla="*/ 17323 h 53849"/>
                    <a:gd name="connsiteX15" fmla="*/ 43413 w 51986"/>
                    <a:gd name="connsiteY15" fmla="*/ 26635 h 53849"/>
                    <a:gd name="connsiteX16" fmla="*/ 45918 w 51986"/>
                    <a:gd name="connsiteY16" fmla="*/ 35293 h 53849"/>
                    <a:gd name="connsiteX17" fmla="*/ 51689 w 51986"/>
                    <a:gd name="connsiteY17" fmla="*/ 51085 h 53849"/>
                    <a:gd name="connsiteX18" fmla="*/ 51744 w 51986"/>
                    <a:gd name="connsiteY18" fmla="*/ 51139 h 53849"/>
                    <a:gd name="connsiteX19" fmla="*/ 51090 w 51986"/>
                    <a:gd name="connsiteY19" fmla="*/ 53589 h 53849"/>
                    <a:gd name="connsiteX20" fmla="*/ 49784 w 51986"/>
                    <a:gd name="connsiteY20" fmla="*/ 53807 h 53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986" h="53849">
                      <a:moveTo>
                        <a:pt x="49784" y="53807"/>
                      </a:moveTo>
                      <a:cubicBezTo>
                        <a:pt x="43195" y="52609"/>
                        <a:pt x="37314" y="48362"/>
                        <a:pt x="32304" y="44496"/>
                      </a:cubicBezTo>
                      <a:cubicBezTo>
                        <a:pt x="29854" y="42481"/>
                        <a:pt x="27512" y="40521"/>
                        <a:pt x="25279" y="38778"/>
                      </a:cubicBezTo>
                      <a:cubicBezTo>
                        <a:pt x="23156" y="36981"/>
                        <a:pt x="21141" y="35402"/>
                        <a:pt x="19235" y="34258"/>
                      </a:cubicBezTo>
                      <a:cubicBezTo>
                        <a:pt x="17384" y="33115"/>
                        <a:pt x="15096" y="32788"/>
                        <a:pt x="12864" y="32353"/>
                      </a:cubicBezTo>
                      <a:cubicBezTo>
                        <a:pt x="10686" y="31917"/>
                        <a:pt x="8998" y="30882"/>
                        <a:pt x="7527" y="28813"/>
                      </a:cubicBezTo>
                      <a:cubicBezTo>
                        <a:pt x="6111" y="26798"/>
                        <a:pt x="4587" y="24293"/>
                        <a:pt x="3280" y="20972"/>
                      </a:cubicBezTo>
                      <a:cubicBezTo>
                        <a:pt x="2572" y="19393"/>
                        <a:pt x="1973" y="17541"/>
                        <a:pt x="1374" y="15526"/>
                      </a:cubicBezTo>
                      <a:cubicBezTo>
                        <a:pt x="939" y="13130"/>
                        <a:pt x="231" y="11333"/>
                        <a:pt x="13" y="8447"/>
                      </a:cubicBezTo>
                      <a:cubicBezTo>
                        <a:pt x="-96" y="7249"/>
                        <a:pt x="503" y="6160"/>
                        <a:pt x="1374" y="5507"/>
                      </a:cubicBezTo>
                      <a:cubicBezTo>
                        <a:pt x="3716" y="3819"/>
                        <a:pt x="5622" y="3220"/>
                        <a:pt x="7800" y="2076"/>
                      </a:cubicBezTo>
                      <a:cubicBezTo>
                        <a:pt x="9760" y="1314"/>
                        <a:pt x="11775" y="715"/>
                        <a:pt x="13626" y="443"/>
                      </a:cubicBezTo>
                      <a:cubicBezTo>
                        <a:pt x="17438" y="-320"/>
                        <a:pt x="21032" y="-48"/>
                        <a:pt x="24517" y="878"/>
                      </a:cubicBezTo>
                      <a:cubicBezTo>
                        <a:pt x="27947" y="1858"/>
                        <a:pt x="31052" y="4037"/>
                        <a:pt x="33284" y="7195"/>
                      </a:cubicBezTo>
                      <a:cubicBezTo>
                        <a:pt x="35517" y="10408"/>
                        <a:pt x="37368" y="14056"/>
                        <a:pt x="39220" y="17323"/>
                      </a:cubicBezTo>
                      <a:cubicBezTo>
                        <a:pt x="41017" y="20590"/>
                        <a:pt x="42269" y="23694"/>
                        <a:pt x="43413" y="26635"/>
                      </a:cubicBezTo>
                      <a:cubicBezTo>
                        <a:pt x="44393" y="29684"/>
                        <a:pt x="45101" y="32570"/>
                        <a:pt x="45918" y="35293"/>
                      </a:cubicBezTo>
                      <a:cubicBezTo>
                        <a:pt x="47333" y="40847"/>
                        <a:pt x="48640" y="45912"/>
                        <a:pt x="51689" y="51085"/>
                      </a:cubicBezTo>
                      <a:lnTo>
                        <a:pt x="51744" y="51139"/>
                      </a:lnTo>
                      <a:cubicBezTo>
                        <a:pt x="52234" y="52010"/>
                        <a:pt x="51962" y="53045"/>
                        <a:pt x="51090" y="53589"/>
                      </a:cubicBezTo>
                      <a:cubicBezTo>
                        <a:pt x="50655" y="53807"/>
                        <a:pt x="50220" y="53916"/>
                        <a:pt x="49784" y="53807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9" name="Forme libre : forme 1158">
                  <a:extLst>
                    <a:ext uri="{FF2B5EF4-FFF2-40B4-BE49-F238E27FC236}">
                      <a16:creationId xmlns:a16="http://schemas.microsoft.com/office/drawing/2014/main" id="{63F0E5FF-EC3C-4BB4-B17E-0551D73CC894}"/>
                    </a:ext>
                  </a:extLst>
                </p:cNvPr>
                <p:cNvSpPr/>
                <p:nvPr/>
              </p:nvSpPr>
              <p:spPr>
                <a:xfrm>
                  <a:off x="7881390" y="5159552"/>
                  <a:ext cx="69794" cy="33952"/>
                </a:xfrm>
                <a:custGeom>
                  <a:avLst/>
                  <a:gdLst>
                    <a:gd name="connsiteX0" fmla="*/ 68189 w 69794"/>
                    <a:gd name="connsiteY0" fmla="*/ 25703 h 33952"/>
                    <a:gd name="connsiteX1" fmla="*/ 49947 w 69794"/>
                    <a:gd name="connsiteY1" fmla="*/ 26901 h 33952"/>
                    <a:gd name="connsiteX2" fmla="*/ 42432 w 69794"/>
                    <a:gd name="connsiteY2" fmla="*/ 28317 h 33952"/>
                    <a:gd name="connsiteX3" fmla="*/ 34591 w 69794"/>
                    <a:gd name="connsiteY3" fmla="*/ 30005 h 33952"/>
                    <a:gd name="connsiteX4" fmla="*/ 26477 w 69794"/>
                    <a:gd name="connsiteY4" fmla="*/ 33054 h 33952"/>
                    <a:gd name="connsiteX5" fmla="*/ 17819 w 69794"/>
                    <a:gd name="connsiteY5" fmla="*/ 33326 h 33952"/>
                    <a:gd name="connsiteX6" fmla="*/ 8725 w 69794"/>
                    <a:gd name="connsiteY6" fmla="*/ 28371 h 33952"/>
                    <a:gd name="connsiteX7" fmla="*/ 4260 w 69794"/>
                    <a:gd name="connsiteY7" fmla="*/ 24123 h 33952"/>
                    <a:gd name="connsiteX8" fmla="*/ 285 w 69794"/>
                    <a:gd name="connsiteY8" fmla="*/ 17971 h 33952"/>
                    <a:gd name="connsiteX9" fmla="*/ 612 w 69794"/>
                    <a:gd name="connsiteY9" fmla="*/ 14812 h 33952"/>
                    <a:gd name="connsiteX10" fmla="*/ 666 w 69794"/>
                    <a:gd name="connsiteY10" fmla="*/ 14758 h 33952"/>
                    <a:gd name="connsiteX11" fmla="*/ 5295 w 69794"/>
                    <a:gd name="connsiteY11" fmla="*/ 9312 h 33952"/>
                    <a:gd name="connsiteX12" fmla="*/ 9488 w 69794"/>
                    <a:gd name="connsiteY12" fmla="*/ 5500 h 33952"/>
                    <a:gd name="connsiteX13" fmla="*/ 17656 w 69794"/>
                    <a:gd name="connsiteY13" fmla="*/ 708 h 33952"/>
                    <a:gd name="connsiteX14" fmla="*/ 26314 w 69794"/>
                    <a:gd name="connsiteY14" fmla="*/ 763 h 33952"/>
                    <a:gd name="connsiteX15" fmla="*/ 35462 w 69794"/>
                    <a:gd name="connsiteY15" fmla="*/ 3921 h 33952"/>
                    <a:gd name="connsiteX16" fmla="*/ 44828 w 69794"/>
                    <a:gd name="connsiteY16" fmla="*/ 6753 h 33952"/>
                    <a:gd name="connsiteX17" fmla="*/ 54303 w 69794"/>
                    <a:gd name="connsiteY17" fmla="*/ 11164 h 33952"/>
                    <a:gd name="connsiteX18" fmla="*/ 69060 w 69794"/>
                    <a:gd name="connsiteY18" fmla="*/ 22599 h 33952"/>
                    <a:gd name="connsiteX19" fmla="*/ 69115 w 69794"/>
                    <a:gd name="connsiteY19" fmla="*/ 22653 h 33952"/>
                    <a:gd name="connsiteX20" fmla="*/ 69387 w 69794"/>
                    <a:gd name="connsiteY20" fmla="*/ 25158 h 33952"/>
                    <a:gd name="connsiteX21" fmla="*/ 68189 w 69794"/>
                    <a:gd name="connsiteY21" fmla="*/ 25703 h 33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9794" h="33952">
                      <a:moveTo>
                        <a:pt x="68189" y="25703"/>
                      </a:moveTo>
                      <a:cubicBezTo>
                        <a:pt x="61763" y="26792"/>
                        <a:pt x="55283" y="26193"/>
                        <a:pt x="49947" y="26901"/>
                      </a:cubicBezTo>
                      <a:cubicBezTo>
                        <a:pt x="47279" y="27064"/>
                        <a:pt x="45155" y="27718"/>
                        <a:pt x="42432" y="28317"/>
                      </a:cubicBezTo>
                      <a:cubicBezTo>
                        <a:pt x="39819" y="28752"/>
                        <a:pt x="37204" y="29351"/>
                        <a:pt x="34591" y="30005"/>
                      </a:cubicBezTo>
                      <a:cubicBezTo>
                        <a:pt x="31923" y="30604"/>
                        <a:pt x="29200" y="31911"/>
                        <a:pt x="26477" y="33054"/>
                      </a:cubicBezTo>
                      <a:cubicBezTo>
                        <a:pt x="23700" y="34143"/>
                        <a:pt x="20814" y="34252"/>
                        <a:pt x="17819" y="33326"/>
                      </a:cubicBezTo>
                      <a:cubicBezTo>
                        <a:pt x="14824" y="32346"/>
                        <a:pt x="11720" y="30876"/>
                        <a:pt x="8725" y="28371"/>
                      </a:cubicBezTo>
                      <a:cubicBezTo>
                        <a:pt x="7201" y="27227"/>
                        <a:pt x="5731" y="25757"/>
                        <a:pt x="4260" y="24123"/>
                      </a:cubicBezTo>
                      <a:cubicBezTo>
                        <a:pt x="2844" y="22109"/>
                        <a:pt x="1429" y="20584"/>
                        <a:pt x="285" y="17971"/>
                      </a:cubicBezTo>
                      <a:cubicBezTo>
                        <a:pt x="-205" y="16881"/>
                        <a:pt x="-42" y="15683"/>
                        <a:pt x="612" y="14812"/>
                      </a:cubicBezTo>
                      <a:lnTo>
                        <a:pt x="666" y="14758"/>
                      </a:lnTo>
                      <a:cubicBezTo>
                        <a:pt x="2355" y="12416"/>
                        <a:pt x="3824" y="11218"/>
                        <a:pt x="5295" y="9312"/>
                      </a:cubicBezTo>
                      <a:cubicBezTo>
                        <a:pt x="6710" y="7896"/>
                        <a:pt x="8126" y="6481"/>
                        <a:pt x="9488" y="5500"/>
                      </a:cubicBezTo>
                      <a:cubicBezTo>
                        <a:pt x="12210" y="3213"/>
                        <a:pt x="14879" y="1743"/>
                        <a:pt x="17656" y="708"/>
                      </a:cubicBezTo>
                      <a:cubicBezTo>
                        <a:pt x="20433" y="-272"/>
                        <a:pt x="23319" y="-217"/>
                        <a:pt x="26314" y="763"/>
                      </a:cubicBezTo>
                      <a:cubicBezTo>
                        <a:pt x="29309" y="1852"/>
                        <a:pt x="32359" y="3159"/>
                        <a:pt x="35462" y="3921"/>
                      </a:cubicBezTo>
                      <a:cubicBezTo>
                        <a:pt x="38566" y="4738"/>
                        <a:pt x="41725" y="5664"/>
                        <a:pt x="44828" y="6753"/>
                      </a:cubicBezTo>
                      <a:cubicBezTo>
                        <a:pt x="47823" y="7951"/>
                        <a:pt x="51417" y="9421"/>
                        <a:pt x="54303" y="11164"/>
                      </a:cubicBezTo>
                      <a:cubicBezTo>
                        <a:pt x="60130" y="14812"/>
                        <a:pt x="64268" y="18787"/>
                        <a:pt x="69060" y="22599"/>
                      </a:cubicBezTo>
                      <a:lnTo>
                        <a:pt x="69115" y="22653"/>
                      </a:lnTo>
                      <a:cubicBezTo>
                        <a:pt x="69877" y="23252"/>
                        <a:pt x="70040" y="24396"/>
                        <a:pt x="69387" y="25158"/>
                      </a:cubicBezTo>
                      <a:cubicBezTo>
                        <a:pt x="69006" y="25376"/>
                        <a:pt x="68624" y="25594"/>
                        <a:pt x="68189" y="25703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0" name="Forme libre : forme 1159">
                  <a:extLst>
                    <a:ext uri="{FF2B5EF4-FFF2-40B4-BE49-F238E27FC236}">
                      <a16:creationId xmlns:a16="http://schemas.microsoft.com/office/drawing/2014/main" id="{0BB6275F-BC68-42C4-BE7E-1DE9038DDEFC}"/>
                    </a:ext>
                  </a:extLst>
                </p:cNvPr>
                <p:cNvSpPr/>
                <p:nvPr/>
              </p:nvSpPr>
              <p:spPr>
                <a:xfrm>
                  <a:off x="7901827" y="5206644"/>
                  <a:ext cx="49442" cy="35895"/>
                </a:xfrm>
                <a:custGeom>
                  <a:avLst/>
                  <a:gdLst>
                    <a:gd name="connsiteX0" fmla="*/ 49278 w 49442"/>
                    <a:gd name="connsiteY0" fmla="*/ 2679 h 35895"/>
                    <a:gd name="connsiteX1" fmla="*/ 41436 w 49442"/>
                    <a:gd name="connsiteY1" fmla="*/ 15803 h 35895"/>
                    <a:gd name="connsiteX2" fmla="*/ 36644 w 49442"/>
                    <a:gd name="connsiteY2" fmla="*/ 21684 h 35895"/>
                    <a:gd name="connsiteX3" fmla="*/ 31253 w 49442"/>
                    <a:gd name="connsiteY3" fmla="*/ 26966 h 35895"/>
                    <a:gd name="connsiteX4" fmla="*/ 25917 w 49442"/>
                    <a:gd name="connsiteY4" fmla="*/ 32901 h 35895"/>
                    <a:gd name="connsiteX5" fmla="*/ 19164 w 49442"/>
                    <a:gd name="connsiteY5" fmla="*/ 35896 h 35895"/>
                    <a:gd name="connsiteX6" fmla="*/ 10615 w 49442"/>
                    <a:gd name="connsiteY6" fmla="*/ 33827 h 35895"/>
                    <a:gd name="connsiteX7" fmla="*/ 5986 w 49442"/>
                    <a:gd name="connsiteY7" fmla="*/ 31104 h 35895"/>
                    <a:gd name="connsiteX8" fmla="*/ 977 w 49442"/>
                    <a:gd name="connsiteY8" fmla="*/ 26530 h 35895"/>
                    <a:gd name="connsiteX9" fmla="*/ 868 w 49442"/>
                    <a:gd name="connsiteY9" fmla="*/ 26421 h 35895"/>
                    <a:gd name="connsiteX10" fmla="*/ 51 w 49442"/>
                    <a:gd name="connsiteY10" fmla="*/ 23372 h 35895"/>
                    <a:gd name="connsiteX11" fmla="*/ 3209 w 49442"/>
                    <a:gd name="connsiteY11" fmla="*/ 12045 h 35895"/>
                    <a:gd name="connsiteX12" fmla="*/ 7239 w 49442"/>
                    <a:gd name="connsiteY12" fmla="*/ 5402 h 35895"/>
                    <a:gd name="connsiteX13" fmla="*/ 12848 w 49442"/>
                    <a:gd name="connsiteY13" fmla="*/ 3278 h 35895"/>
                    <a:gd name="connsiteX14" fmla="*/ 19654 w 49442"/>
                    <a:gd name="connsiteY14" fmla="*/ 3551 h 35895"/>
                    <a:gd name="connsiteX15" fmla="*/ 26135 w 49442"/>
                    <a:gd name="connsiteY15" fmla="*/ 2625 h 35895"/>
                    <a:gd name="connsiteX16" fmla="*/ 32941 w 49442"/>
                    <a:gd name="connsiteY16" fmla="*/ 1808 h 35895"/>
                    <a:gd name="connsiteX17" fmla="*/ 47317 w 49442"/>
                    <a:gd name="connsiteY17" fmla="*/ 11 h 35895"/>
                    <a:gd name="connsiteX18" fmla="*/ 49387 w 49442"/>
                    <a:gd name="connsiteY18" fmla="*/ 1645 h 35895"/>
                    <a:gd name="connsiteX19" fmla="*/ 49278 w 49442"/>
                    <a:gd name="connsiteY19" fmla="*/ 2679 h 3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9442" h="35895">
                      <a:moveTo>
                        <a:pt x="49278" y="2679"/>
                      </a:moveTo>
                      <a:cubicBezTo>
                        <a:pt x="47154" y="7417"/>
                        <a:pt x="44431" y="11664"/>
                        <a:pt x="41436" y="15803"/>
                      </a:cubicBezTo>
                      <a:cubicBezTo>
                        <a:pt x="39911" y="17763"/>
                        <a:pt x="38278" y="19778"/>
                        <a:pt x="36644" y="21684"/>
                      </a:cubicBezTo>
                      <a:cubicBezTo>
                        <a:pt x="34902" y="23481"/>
                        <a:pt x="33104" y="25223"/>
                        <a:pt x="31253" y="26966"/>
                      </a:cubicBezTo>
                      <a:cubicBezTo>
                        <a:pt x="29402" y="28654"/>
                        <a:pt x="27713" y="30886"/>
                        <a:pt x="25917" y="32901"/>
                      </a:cubicBezTo>
                      <a:cubicBezTo>
                        <a:pt x="24065" y="34862"/>
                        <a:pt x="21778" y="35896"/>
                        <a:pt x="19164" y="35896"/>
                      </a:cubicBezTo>
                      <a:cubicBezTo>
                        <a:pt x="16496" y="35896"/>
                        <a:pt x="13665" y="35297"/>
                        <a:pt x="10615" y="33827"/>
                      </a:cubicBezTo>
                      <a:cubicBezTo>
                        <a:pt x="9145" y="33173"/>
                        <a:pt x="7566" y="32193"/>
                        <a:pt x="5986" y="31104"/>
                      </a:cubicBezTo>
                      <a:cubicBezTo>
                        <a:pt x="4299" y="29579"/>
                        <a:pt x="2774" y="28599"/>
                        <a:pt x="977" y="26530"/>
                      </a:cubicBezTo>
                      <a:lnTo>
                        <a:pt x="868" y="26421"/>
                      </a:lnTo>
                      <a:cubicBezTo>
                        <a:pt x="106" y="25550"/>
                        <a:pt x="-112" y="24406"/>
                        <a:pt x="51" y="23372"/>
                      </a:cubicBezTo>
                      <a:cubicBezTo>
                        <a:pt x="923" y="18471"/>
                        <a:pt x="1902" y="14714"/>
                        <a:pt x="3209" y="12045"/>
                      </a:cubicBezTo>
                      <a:cubicBezTo>
                        <a:pt x="4408" y="9105"/>
                        <a:pt x="5769" y="7035"/>
                        <a:pt x="7239" y="5402"/>
                      </a:cubicBezTo>
                      <a:cubicBezTo>
                        <a:pt x="8764" y="3768"/>
                        <a:pt x="10561" y="3115"/>
                        <a:pt x="12848" y="3278"/>
                      </a:cubicBezTo>
                      <a:cubicBezTo>
                        <a:pt x="15135" y="3496"/>
                        <a:pt x="17531" y="3823"/>
                        <a:pt x="19654" y="3551"/>
                      </a:cubicBezTo>
                      <a:cubicBezTo>
                        <a:pt x="21833" y="3278"/>
                        <a:pt x="23956" y="3006"/>
                        <a:pt x="26135" y="2625"/>
                      </a:cubicBezTo>
                      <a:cubicBezTo>
                        <a:pt x="28367" y="2407"/>
                        <a:pt x="30654" y="2135"/>
                        <a:pt x="32941" y="1808"/>
                      </a:cubicBezTo>
                      <a:lnTo>
                        <a:pt x="47317" y="11"/>
                      </a:lnTo>
                      <a:cubicBezTo>
                        <a:pt x="48352" y="-98"/>
                        <a:pt x="49278" y="610"/>
                        <a:pt x="49387" y="1645"/>
                      </a:cubicBezTo>
                      <a:cubicBezTo>
                        <a:pt x="49495" y="2026"/>
                        <a:pt x="49440" y="2407"/>
                        <a:pt x="49278" y="2679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1" name="Forme libre : forme 1160">
                  <a:extLst>
                    <a:ext uri="{FF2B5EF4-FFF2-40B4-BE49-F238E27FC236}">
                      <a16:creationId xmlns:a16="http://schemas.microsoft.com/office/drawing/2014/main" id="{29DE9652-0D57-468F-9B55-9A8BBFF47506}"/>
                    </a:ext>
                  </a:extLst>
                </p:cNvPr>
                <p:cNvSpPr/>
                <p:nvPr/>
              </p:nvSpPr>
              <p:spPr>
                <a:xfrm>
                  <a:off x="7945538" y="5223611"/>
                  <a:ext cx="34317" cy="55258"/>
                </a:xfrm>
                <a:custGeom>
                  <a:avLst/>
                  <a:gdLst>
                    <a:gd name="connsiteX0" fmla="*/ 33011 w 34317"/>
                    <a:gd name="connsiteY0" fmla="*/ 1504 h 55258"/>
                    <a:gd name="connsiteX1" fmla="*/ 34318 w 34317"/>
                    <a:gd name="connsiteY1" fmla="*/ 17568 h 55258"/>
                    <a:gd name="connsiteX2" fmla="*/ 34046 w 34317"/>
                    <a:gd name="connsiteY2" fmla="*/ 25518 h 55258"/>
                    <a:gd name="connsiteX3" fmla="*/ 33065 w 34317"/>
                    <a:gd name="connsiteY3" fmla="*/ 33360 h 55258"/>
                    <a:gd name="connsiteX4" fmla="*/ 32630 w 34317"/>
                    <a:gd name="connsiteY4" fmla="*/ 41582 h 55258"/>
                    <a:gd name="connsiteX5" fmla="*/ 29689 w 34317"/>
                    <a:gd name="connsiteY5" fmla="*/ 47953 h 55258"/>
                    <a:gd name="connsiteX6" fmla="*/ 23155 w 34317"/>
                    <a:gd name="connsiteY6" fmla="*/ 51221 h 55258"/>
                    <a:gd name="connsiteX7" fmla="*/ 18635 w 34317"/>
                    <a:gd name="connsiteY7" fmla="*/ 52691 h 55258"/>
                    <a:gd name="connsiteX8" fmla="*/ 12482 w 34317"/>
                    <a:gd name="connsiteY8" fmla="*/ 54924 h 55258"/>
                    <a:gd name="connsiteX9" fmla="*/ 12210 w 34317"/>
                    <a:gd name="connsiteY9" fmla="*/ 55032 h 55258"/>
                    <a:gd name="connsiteX10" fmla="*/ 9215 w 34317"/>
                    <a:gd name="connsiteY10" fmla="*/ 54760 h 55258"/>
                    <a:gd name="connsiteX11" fmla="*/ 3987 w 34317"/>
                    <a:gd name="connsiteY11" fmla="*/ 49805 h 55258"/>
                    <a:gd name="connsiteX12" fmla="*/ 1265 w 34317"/>
                    <a:gd name="connsiteY12" fmla="*/ 44251 h 55258"/>
                    <a:gd name="connsiteX13" fmla="*/ 121 w 34317"/>
                    <a:gd name="connsiteY13" fmla="*/ 34122 h 55258"/>
                    <a:gd name="connsiteX14" fmla="*/ 3552 w 34317"/>
                    <a:gd name="connsiteY14" fmla="*/ 27479 h 55258"/>
                    <a:gd name="connsiteX15" fmla="*/ 9269 w 34317"/>
                    <a:gd name="connsiteY15" fmla="*/ 22633 h 55258"/>
                    <a:gd name="connsiteX16" fmla="*/ 14007 w 34317"/>
                    <a:gd name="connsiteY16" fmla="*/ 17187 h 55258"/>
                    <a:gd name="connsiteX17" fmla="*/ 19071 w 34317"/>
                    <a:gd name="connsiteY17" fmla="*/ 11742 h 55258"/>
                    <a:gd name="connsiteX18" fmla="*/ 29907 w 34317"/>
                    <a:gd name="connsiteY18" fmla="*/ 524 h 55258"/>
                    <a:gd name="connsiteX19" fmla="*/ 32521 w 34317"/>
                    <a:gd name="connsiteY19" fmla="*/ 579 h 55258"/>
                    <a:gd name="connsiteX20" fmla="*/ 33011 w 34317"/>
                    <a:gd name="connsiteY20" fmla="*/ 1504 h 55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4317" h="55258">
                      <a:moveTo>
                        <a:pt x="33011" y="1504"/>
                      </a:moveTo>
                      <a:cubicBezTo>
                        <a:pt x="33991" y="6895"/>
                        <a:pt x="34209" y="12177"/>
                        <a:pt x="34318" y="17568"/>
                      </a:cubicBezTo>
                      <a:lnTo>
                        <a:pt x="34046" y="25518"/>
                      </a:lnTo>
                      <a:lnTo>
                        <a:pt x="33065" y="33360"/>
                      </a:lnTo>
                      <a:cubicBezTo>
                        <a:pt x="32630" y="35974"/>
                        <a:pt x="32794" y="38805"/>
                        <a:pt x="32630" y="41582"/>
                      </a:cubicBezTo>
                      <a:cubicBezTo>
                        <a:pt x="32467" y="44414"/>
                        <a:pt x="31432" y="46538"/>
                        <a:pt x="29689" y="47953"/>
                      </a:cubicBezTo>
                      <a:cubicBezTo>
                        <a:pt x="27947" y="49369"/>
                        <a:pt x="25932" y="50349"/>
                        <a:pt x="23155" y="51221"/>
                      </a:cubicBezTo>
                      <a:lnTo>
                        <a:pt x="18635" y="52691"/>
                      </a:lnTo>
                      <a:cubicBezTo>
                        <a:pt x="16512" y="53181"/>
                        <a:pt x="15096" y="53944"/>
                        <a:pt x="12482" y="54924"/>
                      </a:cubicBezTo>
                      <a:lnTo>
                        <a:pt x="12210" y="55032"/>
                      </a:lnTo>
                      <a:cubicBezTo>
                        <a:pt x="11175" y="55414"/>
                        <a:pt x="10086" y="55305"/>
                        <a:pt x="9215" y="54760"/>
                      </a:cubicBezTo>
                      <a:cubicBezTo>
                        <a:pt x="6819" y="53344"/>
                        <a:pt x="5621" y="51656"/>
                        <a:pt x="3987" y="49805"/>
                      </a:cubicBezTo>
                      <a:cubicBezTo>
                        <a:pt x="2789" y="48008"/>
                        <a:pt x="1809" y="46102"/>
                        <a:pt x="1265" y="44251"/>
                      </a:cubicBezTo>
                      <a:cubicBezTo>
                        <a:pt x="-42" y="40493"/>
                        <a:pt x="-151" y="37008"/>
                        <a:pt x="121" y="34122"/>
                      </a:cubicBezTo>
                      <a:cubicBezTo>
                        <a:pt x="448" y="31182"/>
                        <a:pt x="1646" y="29004"/>
                        <a:pt x="3552" y="27479"/>
                      </a:cubicBezTo>
                      <a:cubicBezTo>
                        <a:pt x="5512" y="25954"/>
                        <a:pt x="7690" y="24429"/>
                        <a:pt x="9269" y="22633"/>
                      </a:cubicBezTo>
                      <a:lnTo>
                        <a:pt x="14007" y="17187"/>
                      </a:lnTo>
                      <a:lnTo>
                        <a:pt x="19071" y="11742"/>
                      </a:lnTo>
                      <a:cubicBezTo>
                        <a:pt x="22611" y="8093"/>
                        <a:pt x="25987" y="4336"/>
                        <a:pt x="29907" y="524"/>
                      </a:cubicBezTo>
                      <a:cubicBezTo>
                        <a:pt x="30615" y="-184"/>
                        <a:pt x="31813" y="-184"/>
                        <a:pt x="32521" y="579"/>
                      </a:cubicBezTo>
                      <a:cubicBezTo>
                        <a:pt x="32794" y="851"/>
                        <a:pt x="32956" y="1178"/>
                        <a:pt x="33011" y="1504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2" name="Forme libre : forme 1161">
                  <a:extLst>
                    <a:ext uri="{FF2B5EF4-FFF2-40B4-BE49-F238E27FC236}">
                      <a16:creationId xmlns:a16="http://schemas.microsoft.com/office/drawing/2014/main" id="{3F3EE0EB-D334-48FE-8D50-F1DEEB0758DB}"/>
                    </a:ext>
                  </a:extLst>
                </p:cNvPr>
                <p:cNvSpPr/>
                <p:nvPr/>
              </p:nvSpPr>
              <p:spPr>
                <a:xfrm>
                  <a:off x="8008365" y="5216289"/>
                  <a:ext cx="40475" cy="44460"/>
                </a:xfrm>
                <a:custGeom>
                  <a:avLst/>
                  <a:gdLst>
                    <a:gd name="connsiteX0" fmla="*/ 2530 w 40475"/>
                    <a:gd name="connsiteY0" fmla="*/ 114 h 44460"/>
                    <a:gd name="connsiteX1" fmla="*/ 16034 w 40475"/>
                    <a:gd name="connsiteY1" fmla="*/ 6158 h 44460"/>
                    <a:gd name="connsiteX2" fmla="*/ 22405 w 40475"/>
                    <a:gd name="connsiteY2" fmla="*/ 9643 h 44460"/>
                    <a:gd name="connsiteX3" fmla="*/ 28450 w 40475"/>
                    <a:gd name="connsiteY3" fmla="*/ 13455 h 44460"/>
                    <a:gd name="connsiteX4" fmla="*/ 35202 w 40475"/>
                    <a:gd name="connsiteY4" fmla="*/ 16722 h 44460"/>
                    <a:gd name="connsiteX5" fmla="*/ 39721 w 40475"/>
                    <a:gd name="connsiteY5" fmla="*/ 21895 h 44460"/>
                    <a:gd name="connsiteX6" fmla="*/ 40266 w 40475"/>
                    <a:gd name="connsiteY6" fmla="*/ 30172 h 44460"/>
                    <a:gd name="connsiteX7" fmla="*/ 39231 w 40475"/>
                    <a:gd name="connsiteY7" fmla="*/ 35291 h 44460"/>
                    <a:gd name="connsiteX8" fmla="*/ 36781 w 40475"/>
                    <a:gd name="connsiteY8" fmla="*/ 41444 h 44460"/>
                    <a:gd name="connsiteX9" fmla="*/ 34276 w 40475"/>
                    <a:gd name="connsiteY9" fmla="*/ 43405 h 44460"/>
                    <a:gd name="connsiteX10" fmla="*/ 34221 w 40475"/>
                    <a:gd name="connsiteY10" fmla="*/ 43405 h 44460"/>
                    <a:gd name="connsiteX11" fmla="*/ 27469 w 40475"/>
                    <a:gd name="connsiteY11" fmla="*/ 44385 h 44460"/>
                    <a:gd name="connsiteX12" fmla="*/ 22187 w 40475"/>
                    <a:gd name="connsiteY12" fmla="*/ 44330 h 44460"/>
                    <a:gd name="connsiteX13" fmla="*/ 14183 w 40475"/>
                    <a:gd name="connsiteY13" fmla="*/ 42315 h 44460"/>
                    <a:gd name="connsiteX14" fmla="*/ 10099 w 40475"/>
                    <a:gd name="connsiteY14" fmla="*/ 37197 h 44460"/>
                    <a:gd name="connsiteX15" fmla="*/ 8301 w 40475"/>
                    <a:gd name="connsiteY15" fmla="*/ 30172 h 44460"/>
                    <a:gd name="connsiteX16" fmla="*/ 5797 w 40475"/>
                    <a:gd name="connsiteY16" fmla="*/ 23692 h 44460"/>
                    <a:gd name="connsiteX17" fmla="*/ 3618 w 40475"/>
                    <a:gd name="connsiteY17" fmla="*/ 16886 h 44460"/>
                    <a:gd name="connsiteX18" fmla="*/ 25 w 40475"/>
                    <a:gd name="connsiteY18" fmla="*/ 2346 h 44460"/>
                    <a:gd name="connsiteX19" fmla="*/ 25 w 40475"/>
                    <a:gd name="connsiteY19" fmla="*/ 2237 h 44460"/>
                    <a:gd name="connsiteX20" fmla="*/ 1549 w 40475"/>
                    <a:gd name="connsiteY20" fmla="*/ 59 h 44460"/>
                    <a:gd name="connsiteX21" fmla="*/ 2530 w 40475"/>
                    <a:gd name="connsiteY21" fmla="*/ 114 h 44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0475" h="44460">
                      <a:moveTo>
                        <a:pt x="2530" y="114"/>
                      </a:moveTo>
                      <a:cubicBezTo>
                        <a:pt x="7322" y="1802"/>
                        <a:pt x="11678" y="3980"/>
                        <a:pt x="16034" y="6158"/>
                      </a:cubicBezTo>
                      <a:lnTo>
                        <a:pt x="22405" y="9643"/>
                      </a:lnTo>
                      <a:lnTo>
                        <a:pt x="28450" y="13455"/>
                      </a:lnTo>
                      <a:cubicBezTo>
                        <a:pt x="30410" y="14762"/>
                        <a:pt x="32915" y="15688"/>
                        <a:pt x="35202" y="16722"/>
                      </a:cubicBezTo>
                      <a:cubicBezTo>
                        <a:pt x="37489" y="17811"/>
                        <a:pt x="39013" y="19499"/>
                        <a:pt x="39721" y="21895"/>
                      </a:cubicBezTo>
                      <a:cubicBezTo>
                        <a:pt x="40429" y="24237"/>
                        <a:pt x="40702" y="26959"/>
                        <a:pt x="40266" y="30172"/>
                      </a:cubicBezTo>
                      <a:cubicBezTo>
                        <a:pt x="40157" y="31697"/>
                        <a:pt x="39721" y="33439"/>
                        <a:pt x="39231" y="35291"/>
                      </a:cubicBezTo>
                      <a:cubicBezTo>
                        <a:pt x="38415" y="37360"/>
                        <a:pt x="38034" y="39048"/>
                        <a:pt x="36781" y="41444"/>
                      </a:cubicBezTo>
                      <a:cubicBezTo>
                        <a:pt x="36236" y="42479"/>
                        <a:pt x="35311" y="43132"/>
                        <a:pt x="34276" y="43405"/>
                      </a:cubicBezTo>
                      <a:lnTo>
                        <a:pt x="34221" y="43405"/>
                      </a:lnTo>
                      <a:cubicBezTo>
                        <a:pt x="31499" y="44058"/>
                        <a:pt x="29757" y="44058"/>
                        <a:pt x="27469" y="44385"/>
                      </a:cubicBezTo>
                      <a:cubicBezTo>
                        <a:pt x="25564" y="44494"/>
                        <a:pt x="23712" y="44494"/>
                        <a:pt x="22187" y="44330"/>
                      </a:cubicBezTo>
                      <a:cubicBezTo>
                        <a:pt x="18920" y="44112"/>
                        <a:pt x="16361" y="43350"/>
                        <a:pt x="14183" y="42315"/>
                      </a:cubicBezTo>
                      <a:cubicBezTo>
                        <a:pt x="12005" y="41226"/>
                        <a:pt x="10698" y="39538"/>
                        <a:pt x="10099" y="37197"/>
                      </a:cubicBezTo>
                      <a:cubicBezTo>
                        <a:pt x="9554" y="34855"/>
                        <a:pt x="9173" y="32296"/>
                        <a:pt x="8301" y="30172"/>
                      </a:cubicBezTo>
                      <a:lnTo>
                        <a:pt x="5797" y="23692"/>
                      </a:lnTo>
                      <a:lnTo>
                        <a:pt x="3618" y="16886"/>
                      </a:lnTo>
                      <a:cubicBezTo>
                        <a:pt x="2312" y="12203"/>
                        <a:pt x="950" y="7465"/>
                        <a:pt x="25" y="2346"/>
                      </a:cubicBezTo>
                      <a:lnTo>
                        <a:pt x="25" y="2237"/>
                      </a:lnTo>
                      <a:cubicBezTo>
                        <a:pt x="-139" y="1203"/>
                        <a:pt x="515" y="277"/>
                        <a:pt x="1549" y="59"/>
                      </a:cubicBezTo>
                      <a:cubicBezTo>
                        <a:pt x="1931" y="-49"/>
                        <a:pt x="2257" y="5"/>
                        <a:pt x="2530" y="114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3" name="Forme libre : forme 1162">
                  <a:extLst>
                    <a:ext uri="{FF2B5EF4-FFF2-40B4-BE49-F238E27FC236}">
                      <a16:creationId xmlns:a16="http://schemas.microsoft.com/office/drawing/2014/main" id="{DBCA474F-2CAF-470E-B100-89B8C70BBE27}"/>
                    </a:ext>
                  </a:extLst>
                </p:cNvPr>
                <p:cNvSpPr/>
                <p:nvPr/>
              </p:nvSpPr>
              <p:spPr>
                <a:xfrm>
                  <a:off x="8025297" y="5185494"/>
                  <a:ext cx="58435" cy="33645"/>
                </a:xfrm>
                <a:custGeom>
                  <a:avLst/>
                  <a:gdLst>
                    <a:gd name="connsiteX0" fmla="*/ 1933 w 58435"/>
                    <a:gd name="connsiteY0" fmla="*/ 8419 h 33645"/>
                    <a:gd name="connsiteX1" fmla="*/ 17126 w 58435"/>
                    <a:gd name="connsiteY1" fmla="*/ 7766 h 33645"/>
                    <a:gd name="connsiteX2" fmla="*/ 23769 w 58435"/>
                    <a:gd name="connsiteY2" fmla="*/ 6513 h 33645"/>
                    <a:gd name="connsiteX3" fmla="*/ 29650 w 58435"/>
                    <a:gd name="connsiteY3" fmla="*/ 4825 h 33645"/>
                    <a:gd name="connsiteX4" fmla="*/ 34551 w 58435"/>
                    <a:gd name="connsiteY4" fmla="*/ 1395 h 33645"/>
                    <a:gd name="connsiteX5" fmla="*/ 39125 w 58435"/>
                    <a:gd name="connsiteY5" fmla="*/ 197 h 33645"/>
                    <a:gd name="connsiteX6" fmla="*/ 45551 w 58435"/>
                    <a:gd name="connsiteY6" fmla="*/ 2756 h 33645"/>
                    <a:gd name="connsiteX7" fmla="*/ 50016 w 58435"/>
                    <a:gd name="connsiteY7" fmla="*/ 4771 h 33645"/>
                    <a:gd name="connsiteX8" fmla="*/ 52848 w 58435"/>
                    <a:gd name="connsiteY8" fmla="*/ 6132 h 33645"/>
                    <a:gd name="connsiteX9" fmla="*/ 56060 w 58435"/>
                    <a:gd name="connsiteY9" fmla="*/ 7548 h 33645"/>
                    <a:gd name="connsiteX10" fmla="*/ 56169 w 58435"/>
                    <a:gd name="connsiteY10" fmla="*/ 7602 h 33645"/>
                    <a:gd name="connsiteX11" fmla="*/ 58129 w 58435"/>
                    <a:gd name="connsiteY11" fmla="*/ 10107 h 33645"/>
                    <a:gd name="connsiteX12" fmla="*/ 58238 w 58435"/>
                    <a:gd name="connsiteY12" fmla="*/ 17240 h 33645"/>
                    <a:gd name="connsiteX13" fmla="*/ 56333 w 58435"/>
                    <a:gd name="connsiteY13" fmla="*/ 23067 h 33645"/>
                    <a:gd name="connsiteX14" fmla="*/ 49091 w 58435"/>
                    <a:gd name="connsiteY14" fmla="*/ 31344 h 33645"/>
                    <a:gd name="connsiteX15" fmla="*/ 39180 w 58435"/>
                    <a:gd name="connsiteY15" fmla="*/ 33468 h 33645"/>
                    <a:gd name="connsiteX16" fmla="*/ 29269 w 58435"/>
                    <a:gd name="connsiteY16" fmla="*/ 31017 h 33645"/>
                    <a:gd name="connsiteX17" fmla="*/ 20339 w 58435"/>
                    <a:gd name="connsiteY17" fmla="*/ 28023 h 33645"/>
                    <a:gd name="connsiteX18" fmla="*/ 12497 w 58435"/>
                    <a:gd name="connsiteY18" fmla="*/ 23503 h 33645"/>
                    <a:gd name="connsiteX19" fmla="*/ 299 w 58435"/>
                    <a:gd name="connsiteY19" fmla="*/ 11360 h 33645"/>
                    <a:gd name="connsiteX20" fmla="*/ 790 w 58435"/>
                    <a:gd name="connsiteY20" fmla="*/ 8800 h 33645"/>
                    <a:gd name="connsiteX21" fmla="*/ 1933 w 58435"/>
                    <a:gd name="connsiteY21" fmla="*/ 8419 h 33645"/>
                    <a:gd name="connsiteX22" fmla="*/ 1933 w 58435"/>
                    <a:gd name="connsiteY22" fmla="*/ 8419 h 33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8435" h="33645">
                      <a:moveTo>
                        <a:pt x="1933" y="8419"/>
                      </a:moveTo>
                      <a:cubicBezTo>
                        <a:pt x="7433" y="8473"/>
                        <a:pt x="12443" y="8473"/>
                        <a:pt x="17126" y="7766"/>
                      </a:cubicBezTo>
                      <a:cubicBezTo>
                        <a:pt x="19467" y="7493"/>
                        <a:pt x="21646" y="7112"/>
                        <a:pt x="23769" y="6513"/>
                      </a:cubicBezTo>
                      <a:cubicBezTo>
                        <a:pt x="25839" y="6078"/>
                        <a:pt x="27799" y="5533"/>
                        <a:pt x="29650" y="4825"/>
                      </a:cubicBezTo>
                      <a:cubicBezTo>
                        <a:pt x="31447" y="4172"/>
                        <a:pt x="33135" y="2701"/>
                        <a:pt x="34551" y="1395"/>
                      </a:cubicBezTo>
                      <a:cubicBezTo>
                        <a:pt x="36021" y="142"/>
                        <a:pt x="37383" y="-293"/>
                        <a:pt x="39125" y="197"/>
                      </a:cubicBezTo>
                      <a:cubicBezTo>
                        <a:pt x="40922" y="632"/>
                        <a:pt x="42883" y="1449"/>
                        <a:pt x="45551" y="2756"/>
                      </a:cubicBezTo>
                      <a:lnTo>
                        <a:pt x="50016" y="4771"/>
                      </a:lnTo>
                      <a:cubicBezTo>
                        <a:pt x="50942" y="5261"/>
                        <a:pt x="51867" y="5696"/>
                        <a:pt x="52848" y="6132"/>
                      </a:cubicBezTo>
                      <a:cubicBezTo>
                        <a:pt x="53773" y="6459"/>
                        <a:pt x="54862" y="6949"/>
                        <a:pt x="56060" y="7548"/>
                      </a:cubicBezTo>
                      <a:lnTo>
                        <a:pt x="56169" y="7602"/>
                      </a:lnTo>
                      <a:cubicBezTo>
                        <a:pt x="57204" y="8092"/>
                        <a:pt x="57912" y="9018"/>
                        <a:pt x="58129" y="10107"/>
                      </a:cubicBezTo>
                      <a:cubicBezTo>
                        <a:pt x="58674" y="12884"/>
                        <a:pt x="58347" y="14790"/>
                        <a:pt x="58238" y="17240"/>
                      </a:cubicBezTo>
                      <a:cubicBezTo>
                        <a:pt x="57857" y="19310"/>
                        <a:pt x="57204" y="21379"/>
                        <a:pt x="56333" y="23067"/>
                      </a:cubicBezTo>
                      <a:cubicBezTo>
                        <a:pt x="54644" y="26661"/>
                        <a:pt x="52031" y="29384"/>
                        <a:pt x="49091" y="31344"/>
                      </a:cubicBezTo>
                      <a:cubicBezTo>
                        <a:pt x="46150" y="33304"/>
                        <a:pt x="42665" y="34012"/>
                        <a:pt x="39180" y="33468"/>
                      </a:cubicBezTo>
                      <a:cubicBezTo>
                        <a:pt x="35694" y="32869"/>
                        <a:pt x="32427" y="31725"/>
                        <a:pt x="29269" y="31017"/>
                      </a:cubicBezTo>
                      <a:cubicBezTo>
                        <a:pt x="26165" y="30255"/>
                        <a:pt x="23170" y="29220"/>
                        <a:pt x="20339" y="28023"/>
                      </a:cubicBezTo>
                      <a:cubicBezTo>
                        <a:pt x="17562" y="26661"/>
                        <a:pt x="14948" y="25136"/>
                        <a:pt x="12497" y="23503"/>
                      </a:cubicBezTo>
                      <a:cubicBezTo>
                        <a:pt x="7651" y="20018"/>
                        <a:pt x="3513" y="16043"/>
                        <a:pt x="299" y="11360"/>
                      </a:cubicBezTo>
                      <a:cubicBezTo>
                        <a:pt x="-245" y="10543"/>
                        <a:pt x="-27" y="9399"/>
                        <a:pt x="790" y="8800"/>
                      </a:cubicBezTo>
                      <a:cubicBezTo>
                        <a:pt x="1171" y="8528"/>
                        <a:pt x="1552" y="8419"/>
                        <a:pt x="1933" y="8419"/>
                      </a:cubicBezTo>
                      <a:lnTo>
                        <a:pt x="1933" y="8419"/>
                      </a:ln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4" name="Forme libre : forme 1163">
                  <a:extLst>
                    <a:ext uri="{FF2B5EF4-FFF2-40B4-BE49-F238E27FC236}">
                      <a16:creationId xmlns:a16="http://schemas.microsoft.com/office/drawing/2014/main" id="{D9275A56-E459-45F6-8577-64D8E394A66F}"/>
                    </a:ext>
                  </a:extLst>
                </p:cNvPr>
                <p:cNvSpPr/>
                <p:nvPr/>
              </p:nvSpPr>
              <p:spPr>
                <a:xfrm>
                  <a:off x="8041919" y="5148537"/>
                  <a:ext cx="52688" cy="33470"/>
                </a:xfrm>
                <a:custGeom>
                  <a:avLst/>
                  <a:gdLst>
                    <a:gd name="connsiteX0" fmla="*/ 1212 w 52688"/>
                    <a:gd name="connsiteY0" fmla="*/ 24901 h 33470"/>
                    <a:gd name="connsiteX1" fmla="*/ 12375 w 52688"/>
                    <a:gd name="connsiteY1" fmla="*/ 17441 h 33470"/>
                    <a:gd name="connsiteX2" fmla="*/ 17004 w 52688"/>
                    <a:gd name="connsiteY2" fmla="*/ 13139 h 33470"/>
                    <a:gd name="connsiteX3" fmla="*/ 21687 w 52688"/>
                    <a:gd name="connsiteY3" fmla="*/ 8783 h 33470"/>
                    <a:gd name="connsiteX4" fmla="*/ 26424 w 52688"/>
                    <a:gd name="connsiteY4" fmla="*/ 3174 h 33470"/>
                    <a:gd name="connsiteX5" fmla="*/ 33122 w 52688"/>
                    <a:gd name="connsiteY5" fmla="*/ 16 h 33470"/>
                    <a:gd name="connsiteX6" fmla="*/ 42270 w 52688"/>
                    <a:gd name="connsiteY6" fmla="*/ 1813 h 33470"/>
                    <a:gd name="connsiteX7" fmla="*/ 47171 w 52688"/>
                    <a:gd name="connsiteY7" fmla="*/ 4590 h 33470"/>
                    <a:gd name="connsiteX8" fmla="*/ 52018 w 52688"/>
                    <a:gd name="connsiteY8" fmla="*/ 9545 h 33470"/>
                    <a:gd name="connsiteX9" fmla="*/ 52562 w 52688"/>
                    <a:gd name="connsiteY9" fmla="*/ 12649 h 33470"/>
                    <a:gd name="connsiteX10" fmla="*/ 52562 w 52688"/>
                    <a:gd name="connsiteY10" fmla="*/ 12758 h 33470"/>
                    <a:gd name="connsiteX11" fmla="*/ 51582 w 52688"/>
                    <a:gd name="connsiteY11" fmla="*/ 16080 h 33470"/>
                    <a:gd name="connsiteX12" fmla="*/ 50765 w 52688"/>
                    <a:gd name="connsiteY12" fmla="*/ 19075 h 33470"/>
                    <a:gd name="connsiteX13" fmla="*/ 49186 w 52688"/>
                    <a:gd name="connsiteY13" fmla="*/ 23703 h 33470"/>
                    <a:gd name="connsiteX14" fmla="*/ 45646 w 52688"/>
                    <a:gd name="connsiteY14" fmla="*/ 30183 h 33470"/>
                    <a:gd name="connsiteX15" fmla="*/ 39984 w 52688"/>
                    <a:gd name="connsiteY15" fmla="*/ 32525 h 33470"/>
                    <a:gd name="connsiteX16" fmla="*/ 32415 w 52688"/>
                    <a:gd name="connsiteY16" fmla="*/ 32579 h 33470"/>
                    <a:gd name="connsiteX17" fmla="*/ 24627 w 52688"/>
                    <a:gd name="connsiteY17" fmla="*/ 33450 h 33470"/>
                    <a:gd name="connsiteX18" fmla="*/ 16405 w 52688"/>
                    <a:gd name="connsiteY18" fmla="*/ 33287 h 33470"/>
                    <a:gd name="connsiteX19" fmla="*/ 777 w 52688"/>
                    <a:gd name="connsiteY19" fmla="*/ 28168 h 33470"/>
                    <a:gd name="connsiteX20" fmla="*/ 341 w 52688"/>
                    <a:gd name="connsiteY20" fmla="*/ 25555 h 33470"/>
                    <a:gd name="connsiteX21" fmla="*/ 1049 w 52688"/>
                    <a:gd name="connsiteY21" fmla="*/ 24956 h 33470"/>
                    <a:gd name="connsiteX22" fmla="*/ 1212 w 52688"/>
                    <a:gd name="connsiteY22" fmla="*/ 24901 h 33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2688" h="33470">
                      <a:moveTo>
                        <a:pt x="1212" y="24901"/>
                      </a:moveTo>
                      <a:cubicBezTo>
                        <a:pt x="5732" y="22832"/>
                        <a:pt x="9163" y="20327"/>
                        <a:pt x="12375" y="17441"/>
                      </a:cubicBezTo>
                      <a:cubicBezTo>
                        <a:pt x="14009" y="16080"/>
                        <a:pt x="15533" y="14664"/>
                        <a:pt x="17004" y="13139"/>
                      </a:cubicBezTo>
                      <a:cubicBezTo>
                        <a:pt x="18583" y="11778"/>
                        <a:pt x="20108" y="10307"/>
                        <a:pt x="21687" y="8783"/>
                      </a:cubicBezTo>
                      <a:cubicBezTo>
                        <a:pt x="23320" y="7313"/>
                        <a:pt x="24736" y="5189"/>
                        <a:pt x="26424" y="3174"/>
                      </a:cubicBezTo>
                      <a:cubicBezTo>
                        <a:pt x="28112" y="1268"/>
                        <a:pt x="30345" y="125"/>
                        <a:pt x="33122" y="16"/>
                      </a:cubicBezTo>
                      <a:cubicBezTo>
                        <a:pt x="35900" y="-93"/>
                        <a:pt x="39003" y="343"/>
                        <a:pt x="42270" y="1813"/>
                      </a:cubicBezTo>
                      <a:cubicBezTo>
                        <a:pt x="43904" y="2466"/>
                        <a:pt x="45592" y="3447"/>
                        <a:pt x="47171" y="4590"/>
                      </a:cubicBezTo>
                      <a:cubicBezTo>
                        <a:pt x="48914" y="6169"/>
                        <a:pt x="50438" y="7258"/>
                        <a:pt x="52018" y="9545"/>
                      </a:cubicBezTo>
                      <a:cubicBezTo>
                        <a:pt x="52671" y="10471"/>
                        <a:pt x="52835" y="11615"/>
                        <a:pt x="52562" y="12649"/>
                      </a:cubicBezTo>
                      <a:lnTo>
                        <a:pt x="52562" y="12758"/>
                      </a:lnTo>
                      <a:cubicBezTo>
                        <a:pt x="52236" y="14065"/>
                        <a:pt x="51909" y="15154"/>
                        <a:pt x="51582" y="16080"/>
                      </a:cubicBezTo>
                      <a:cubicBezTo>
                        <a:pt x="51255" y="17060"/>
                        <a:pt x="50983" y="18095"/>
                        <a:pt x="50765" y="19075"/>
                      </a:cubicBezTo>
                      <a:cubicBezTo>
                        <a:pt x="50220" y="20817"/>
                        <a:pt x="49730" y="22396"/>
                        <a:pt x="49186" y="23703"/>
                      </a:cubicBezTo>
                      <a:cubicBezTo>
                        <a:pt x="48152" y="26535"/>
                        <a:pt x="47062" y="28550"/>
                        <a:pt x="45646" y="30183"/>
                      </a:cubicBezTo>
                      <a:cubicBezTo>
                        <a:pt x="44285" y="31817"/>
                        <a:pt x="42379" y="32579"/>
                        <a:pt x="39984" y="32525"/>
                      </a:cubicBezTo>
                      <a:cubicBezTo>
                        <a:pt x="37533" y="32416"/>
                        <a:pt x="34865" y="32252"/>
                        <a:pt x="32415" y="32579"/>
                      </a:cubicBezTo>
                      <a:cubicBezTo>
                        <a:pt x="29909" y="32906"/>
                        <a:pt x="27296" y="33233"/>
                        <a:pt x="24627" y="33450"/>
                      </a:cubicBezTo>
                      <a:cubicBezTo>
                        <a:pt x="21905" y="33505"/>
                        <a:pt x="19182" y="33450"/>
                        <a:pt x="16405" y="33287"/>
                      </a:cubicBezTo>
                      <a:cubicBezTo>
                        <a:pt x="10905" y="32688"/>
                        <a:pt x="5242" y="31327"/>
                        <a:pt x="777" y="28168"/>
                      </a:cubicBezTo>
                      <a:cubicBezTo>
                        <a:pt x="-40" y="27570"/>
                        <a:pt x="-258" y="26426"/>
                        <a:pt x="341" y="25555"/>
                      </a:cubicBezTo>
                      <a:cubicBezTo>
                        <a:pt x="559" y="25282"/>
                        <a:pt x="777" y="25065"/>
                        <a:pt x="1049" y="24956"/>
                      </a:cubicBezTo>
                      <a:lnTo>
                        <a:pt x="1212" y="24901"/>
                      </a:ln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5" name="Forme libre : forme 1164">
                  <a:extLst>
                    <a:ext uri="{FF2B5EF4-FFF2-40B4-BE49-F238E27FC236}">
                      <a16:creationId xmlns:a16="http://schemas.microsoft.com/office/drawing/2014/main" id="{CF8AD3AD-D537-48D3-8DBB-C0300E744B28}"/>
                    </a:ext>
                  </a:extLst>
                </p:cNvPr>
                <p:cNvSpPr/>
                <p:nvPr/>
              </p:nvSpPr>
              <p:spPr>
                <a:xfrm>
                  <a:off x="8017510" y="5114081"/>
                  <a:ext cx="35649" cy="48423"/>
                </a:xfrm>
                <a:custGeom>
                  <a:avLst/>
                  <a:gdLst>
                    <a:gd name="connsiteX0" fmla="*/ 82 w 35649"/>
                    <a:gd name="connsiteY0" fmla="*/ 46017 h 48423"/>
                    <a:gd name="connsiteX1" fmla="*/ 2424 w 35649"/>
                    <a:gd name="connsiteY1" fmla="*/ 32512 h 48423"/>
                    <a:gd name="connsiteX2" fmla="*/ 3077 w 35649"/>
                    <a:gd name="connsiteY2" fmla="*/ 26032 h 48423"/>
                    <a:gd name="connsiteX3" fmla="*/ 3948 w 35649"/>
                    <a:gd name="connsiteY3" fmla="*/ 19552 h 48423"/>
                    <a:gd name="connsiteX4" fmla="*/ 4057 w 35649"/>
                    <a:gd name="connsiteY4" fmla="*/ 12310 h 48423"/>
                    <a:gd name="connsiteX5" fmla="*/ 7760 w 35649"/>
                    <a:gd name="connsiteY5" fmla="*/ 5122 h 48423"/>
                    <a:gd name="connsiteX6" fmla="*/ 17398 w 35649"/>
                    <a:gd name="connsiteY6" fmla="*/ 384 h 48423"/>
                    <a:gd name="connsiteX7" fmla="*/ 23769 w 35649"/>
                    <a:gd name="connsiteY7" fmla="*/ 166 h 48423"/>
                    <a:gd name="connsiteX8" fmla="*/ 30304 w 35649"/>
                    <a:gd name="connsiteY8" fmla="*/ 3053 h 48423"/>
                    <a:gd name="connsiteX9" fmla="*/ 31611 w 35649"/>
                    <a:gd name="connsiteY9" fmla="*/ 5612 h 48423"/>
                    <a:gd name="connsiteX10" fmla="*/ 31611 w 35649"/>
                    <a:gd name="connsiteY10" fmla="*/ 6047 h 48423"/>
                    <a:gd name="connsiteX11" fmla="*/ 32482 w 35649"/>
                    <a:gd name="connsiteY11" fmla="*/ 12255 h 48423"/>
                    <a:gd name="connsiteX12" fmla="*/ 33897 w 35649"/>
                    <a:gd name="connsiteY12" fmla="*/ 16394 h 48423"/>
                    <a:gd name="connsiteX13" fmla="*/ 35640 w 35649"/>
                    <a:gd name="connsiteY13" fmla="*/ 22111 h 48423"/>
                    <a:gd name="connsiteX14" fmla="*/ 33081 w 35649"/>
                    <a:gd name="connsiteY14" fmla="*/ 26522 h 48423"/>
                    <a:gd name="connsiteX15" fmla="*/ 27363 w 35649"/>
                    <a:gd name="connsiteY15" fmla="*/ 31096 h 48423"/>
                    <a:gd name="connsiteX16" fmla="*/ 22190 w 35649"/>
                    <a:gd name="connsiteY16" fmla="*/ 36324 h 48423"/>
                    <a:gd name="connsiteX17" fmla="*/ 16254 w 35649"/>
                    <a:gd name="connsiteY17" fmla="*/ 41225 h 48423"/>
                    <a:gd name="connsiteX18" fmla="*/ 2369 w 35649"/>
                    <a:gd name="connsiteY18" fmla="*/ 48358 h 48423"/>
                    <a:gd name="connsiteX19" fmla="*/ 82 w 35649"/>
                    <a:gd name="connsiteY19" fmla="*/ 47051 h 48423"/>
                    <a:gd name="connsiteX20" fmla="*/ 82 w 35649"/>
                    <a:gd name="connsiteY20" fmla="*/ 46125 h 48423"/>
                    <a:gd name="connsiteX21" fmla="*/ 82 w 35649"/>
                    <a:gd name="connsiteY21" fmla="*/ 46017 h 48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5649" h="48423">
                      <a:moveTo>
                        <a:pt x="82" y="46017"/>
                      </a:moveTo>
                      <a:cubicBezTo>
                        <a:pt x="1280" y="41225"/>
                        <a:pt x="2042" y="36923"/>
                        <a:pt x="2424" y="32512"/>
                      </a:cubicBezTo>
                      <a:cubicBezTo>
                        <a:pt x="2695" y="30388"/>
                        <a:pt x="2913" y="28210"/>
                        <a:pt x="3077" y="26032"/>
                      </a:cubicBezTo>
                      <a:lnTo>
                        <a:pt x="3948" y="19552"/>
                      </a:lnTo>
                      <a:cubicBezTo>
                        <a:pt x="4275" y="17374"/>
                        <a:pt x="4002" y="14814"/>
                        <a:pt x="4057" y="12310"/>
                      </a:cubicBezTo>
                      <a:cubicBezTo>
                        <a:pt x="4166" y="9696"/>
                        <a:pt x="5309" y="7246"/>
                        <a:pt x="7760" y="5122"/>
                      </a:cubicBezTo>
                      <a:cubicBezTo>
                        <a:pt x="10156" y="3107"/>
                        <a:pt x="13314" y="1147"/>
                        <a:pt x="17398" y="384"/>
                      </a:cubicBezTo>
                      <a:cubicBezTo>
                        <a:pt x="19359" y="-51"/>
                        <a:pt x="21591" y="-106"/>
                        <a:pt x="23769" y="166"/>
                      </a:cubicBezTo>
                      <a:cubicBezTo>
                        <a:pt x="26165" y="820"/>
                        <a:pt x="28180" y="1310"/>
                        <a:pt x="30304" y="3053"/>
                      </a:cubicBezTo>
                      <a:cubicBezTo>
                        <a:pt x="31120" y="3706"/>
                        <a:pt x="31556" y="4632"/>
                        <a:pt x="31611" y="5612"/>
                      </a:cubicBezTo>
                      <a:lnTo>
                        <a:pt x="31611" y="6047"/>
                      </a:lnTo>
                      <a:cubicBezTo>
                        <a:pt x="31774" y="8770"/>
                        <a:pt x="31828" y="10240"/>
                        <a:pt x="32482" y="12255"/>
                      </a:cubicBezTo>
                      <a:cubicBezTo>
                        <a:pt x="32863" y="13834"/>
                        <a:pt x="33462" y="15250"/>
                        <a:pt x="33897" y="16394"/>
                      </a:cubicBezTo>
                      <a:cubicBezTo>
                        <a:pt x="34932" y="18735"/>
                        <a:pt x="35531" y="20423"/>
                        <a:pt x="35640" y="22111"/>
                      </a:cubicBezTo>
                      <a:cubicBezTo>
                        <a:pt x="35749" y="23745"/>
                        <a:pt x="34932" y="25215"/>
                        <a:pt x="33081" y="26522"/>
                      </a:cubicBezTo>
                      <a:cubicBezTo>
                        <a:pt x="31175" y="27938"/>
                        <a:pt x="28997" y="29354"/>
                        <a:pt x="27363" y="31096"/>
                      </a:cubicBezTo>
                      <a:lnTo>
                        <a:pt x="22190" y="36324"/>
                      </a:lnTo>
                      <a:cubicBezTo>
                        <a:pt x="20284" y="38012"/>
                        <a:pt x="18269" y="39645"/>
                        <a:pt x="16254" y="41225"/>
                      </a:cubicBezTo>
                      <a:cubicBezTo>
                        <a:pt x="12007" y="44274"/>
                        <a:pt x="7433" y="46997"/>
                        <a:pt x="2369" y="48358"/>
                      </a:cubicBezTo>
                      <a:cubicBezTo>
                        <a:pt x="1389" y="48630"/>
                        <a:pt x="354" y="48031"/>
                        <a:pt x="82" y="47051"/>
                      </a:cubicBezTo>
                      <a:cubicBezTo>
                        <a:pt x="-27" y="46725"/>
                        <a:pt x="-27" y="46398"/>
                        <a:pt x="82" y="46125"/>
                      </a:cubicBezTo>
                      <a:lnTo>
                        <a:pt x="82" y="46017"/>
                      </a:ln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166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881282" y="5043947"/>
                <a:ext cx="213379" cy="234968"/>
                <a:chOff x="7881282" y="5043947"/>
                <a:chExt cx="213379" cy="234968"/>
              </a:xfrm>
              <a:solidFill>
                <a:srgbClr val="C65CAD"/>
              </a:solidFill>
            </p:grpSpPr>
            <p:sp>
              <p:nvSpPr>
                <p:cNvPr id="1167" name="Forme libre : forme 1166">
                  <a:extLst>
                    <a:ext uri="{FF2B5EF4-FFF2-40B4-BE49-F238E27FC236}">
                      <a16:creationId xmlns:a16="http://schemas.microsoft.com/office/drawing/2014/main" id="{10960322-8CD0-4D23-956E-B755E6AC60A9}"/>
                    </a:ext>
                  </a:extLst>
                </p:cNvPr>
                <p:cNvSpPr/>
                <p:nvPr/>
              </p:nvSpPr>
              <p:spPr>
                <a:xfrm>
                  <a:off x="7982725" y="5076565"/>
                  <a:ext cx="34022" cy="92190"/>
                </a:xfrm>
                <a:custGeom>
                  <a:avLst/>
                  <a:gdLst>
                    <a:gd name="connsiteX0" fmla="*/ 18095 w 34022"/>
                    <a:gd name="connsiteY0" fmla="*/ 6371 h 92190"/>
                    <a:gd name="connsiteX1" fmla="*/ 24684 w 34022"/>
                    <a:gd name="connsiteY1" fmla="*/ 14975 h 92190"/>
                    <a:gd name="connsiteX2" fmla="*/ 28387 w 34022"/>
                    <a:gd name="connsiteY2" fmla="*/ 25539 h 92190"/>
                    <a:gd name="connsiteX3" fmla="*/ 27788 w 34022"/>
                    <a:gd name="connsiteY3" fmla="*/ 34034 h 92190"/>
                    <a:gd name="connsiteX4" fmla="*/ 27026 w 34022"/>
                    <a:gd name="connsiteY4" fmla="*/ 36103 h 92190"/>
                    <a:gd name="connsiteX5" fmla="*/ 24085 w 34022"/>
                    <a:gd name="connsiteY5" fmla="*/ 45469 h 92190"/>
                    <a:gd name="connsiteX6" fmla="*/ 22071 w 34022"/>
                    <a:gd name="connsiteY6" fmla="*/ 56251 h 92190"/>
                    <a:gd name="connsiteX7" fmla="*/ 20491 w 34022"/>
                    <a:gd name="connsiteY7" fmla="*/ 67359 h 92190"/>
                    <a:gd name="connsiteX8" fmla="*/ 19947 w 34022"/>
                    <a:gd name="connsiteY8" fmla="*/ 78631 h 92190"/>
                    <a:gd name="connsiteX9" fmla="*/ 14828 w 34022"/>
                    <a:gd name="connsiteY9" fmla="*/ 68666 h 92190"/>
                    <a:gd name="connsiteX10" fmla="*/ 10962 w 34022"/>
                    <a:gd name="connsiteY10" fmla="*/ 57340 h 92190"/>
                    <a:gd name="connsiteX11" fmla="*/ 8566 w 34022"/>
                    <a:gd name="connsiteY11" fmla="*/ 45469 h 92190"/>
                    <a:gd name="connsiteX12" fmla="*/ 6714 w 34022"/>
                    <a:gd name="connsiteY12" fmla="*/ 36647 h 92190"/>
                    <a:gd name="connsiteX13" fmla="*/ 5898 w 34022"/>
                    <a:gd name="connsiteY13" fmla="*/ 33054 h 92190"/>
                    <a:gd name="connsiteX14" fmla="*/ 6279 w 34022"/>
                    <a:gd name="connsiteY14" fmla="*/ 24287 h 92190"/>
                    <a:gd name="connsiteX15" fmla="*/ 10853 w 34022"/>
                    <a:gd name="connsiteY15" fmla="*/ 14920 h 92190"/>
                    <a:gd name="connsiteX16" fmla="*/ 18095 w 34022"/>
                    <a:gd name="connsiteY16" fmla="*/ 6371 h 92190"/>
                    <a:gd name="connsiteX17" fmla="*/ 18041 w 34022"/>
                    <a:gd name="connsiteY17" fmla="*/ 0 h 92190"/>
                    <a:gd name="connsiteX18" fmla="*/ 16353 w 34022"/>
                    <a:gd name="connsiteY18" fmla="*/ 599 h 92190"/>
                    <a:gd name="connsiteX19" fmla="*/ 16298 w 34022"/>
                    <a:gd name="connsiteY19" fmla="*/ 599 h 92190"/>
                    <a:gd name="connsiteX20" fmla="*/ 6388 w 34022"/>
                    <a:gd name="connsiteY20" fmla="*/ 11653 h 92190"/>
                    <a:gd name="connsiteX21" fmla="*/ 1051 w 34022"/>
                    <a:gd name="connsiteY21" fmla="*/ 22489 h 92190"/>
                    <a:gd name="connsiteX22" fmla="*/ 506 w 34022"/>
                    <a:gd name="connsiteY22" fmla="*/ 34034 h 92190"/>
                    <a:gd name="connsiteX23" fmla="*/ 3175 w 34022"/>
                    <a:gd name="connsiteY23" fmla="*/ 46177 h 92190"/>
                    <a:gd name="connsiteX24" fmla="*/ 5625 w 34022"/>
                    <a:gd name="connsiteY24" fmla="*/ 58483 h 92190"/>
                    <a:gd name="connsiteX25" fmla="*/ 9709 w 34022"/>
                    <a:gd name="connsiteY25" fmla="*/ 70572 h 92190"/>
                    <a:gd name="connsiteX26" fmla="*/ 23432 w 34022"/>
                    <a:gd name="connsiteY26" fmla="*/ 91700 h 92190"/>
                    <a:gd name="connsiteX27" fmla="*/ 24630 w 34022"/>
                    <a:gd name="connsiteY27" fmla="*/ 92190 h 92190"/>
                    <a:gd name="connsiteX28" fmla="*/ 24902 w 34022"/>
                    <a:gd name="connsiteY28" fmla="*/ 92190 h 92190"/>
                    <a:gd name="connsiteX29" fmla="*/ 26318 w 34022"/>
                    <a:gd name="connsiteY29" fmla="*/ 90230 h 92190"/>
                    <a:gd name="connsiteX30" fmla="*/ 26318 w 34022"/>
                    <a:gd name="connsiteY30" fmla="*/ 90175 h 92190"/>
                    <a:gd name="connsiteX31" fmla="*/ 25828 w 34022"/>
                    <a:gd name="connsiteY31" fmla="*/ 67850 h 92190"/>
                    <a:gd name="connsiteX32" fmla="*/ 27352 w 34022"/>
                    <a:gd name="connsiteY32" fmla="*/ 57177 h 92190"/>
                    <a:gd name="connsiteX33" fmla="*/ 29313 w 34022"/>
                    <a:gd name="connsiteY33" fmla="*/ 46558 h 92190"/>
                    <a:gd name="connsiteX34" fmla="*/ 32798 w 34022"/>
                    <a:gd name="connsiteY34" fmla="*/ 35776 h 92190"/>
                    <a:gd name="connsiteX35" fmla="*/ 33615 w 34022"/>
                    <a:gd name="connsiteY35" fmla="*/ 24395 h 92190"/>
                    <a:gd name="connsiteX36" fmla="*/ 29367 w 34022"/>
                    <a:gd name="connsiteY36" fmla="*/ 12307 h 92190"/>
                    <a:gd name="connsiteX37" fmla="*/ 19457 w 34022"/>
                    <a:gd name="connsiteY37" fmla="*/ 436 h 92190"/>
                    <a:gd name="connsiteX38" fmla="*/ 18041 w 34022"/>
                    <a:gd name="connsiteY38" fmla="*/ 0 h 92190"/>
                    <a:gd name="connsiteX39" fmla="*/ 18041 w 34022"/>
                    <a:gd name="connsiteY39" fmla="*/ 0 h 92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4022" h="92190">
                      <a:moveTo>
                        <a:pt x="18095" y="6371"/>
                      </a:moveTo>
                      <a:cubicBezTo>
                        <a:pt x="21254" y="9203"/>
                        <a:pt x="23159" y="12198"/>
                        <a:pt x="24684" y="14975"/>
                      </a:cubicBezTo>
                      <a:cubicBezTo>
                        <a:pt x="26481" y="18351"/>
                        <a:pt x="27679" y="21891"/>
                        <a:pt x="28387" y="25539"/>
                      </a:cubicBezTo>
                      <a:cubicBezTo>
                        <a:pt x="28932" y="28479"/>
                        <a:pt x="28714" y="31256"/>
                        <a:pt x="27788" y="34034"/>
                      </a:cubicBezTo>
                      <a:lnTo>
                        <a:pt x="27026" y="36103"/>
                      </a:lnTo>
                      <a:cubicBezTo>
                        <a:pt x="25937" y="39152"/>
                        <a:pt x="24739" y="42256"/>
                        <a:pt x="24085" y="45469"/>
                      </a:cubicBezTo>
                      <a:cubicBezTo>
                        <a:pt x="23214" y="49390"/>
                        <a:pt x="22560" y="52983"/>
                        <a:pt x="22071" y="56251"/>
                      </a:cubicBezTo>
                      <a:cubicBezTo>
                        <a:pt x="21308" y="60226"/>
                        <a:pt x="20818" y="63929"/>
                        <a:pt x="20491" y="67359"/>
                      </a:cubicBezTo>
                      <a:cubicBezTo>
                        <a:pt x="20056" y="71171"/>
                        <a:pt x="19892" y="74874"/>
                        <a:pt x="19947" y="78631"/>
                      </a:cubicBezTo>
                      <a:cubicBezTo>
                        <a:pt x="18095" y="75691"/>
                        <a:pt x="16407" y="72369"/>
                        <a:pt x="14828" y="68666"/>
                      </a:cubicBezTo>
                      <a:cubicBezTo>
                        <a:pt x="13413" y="65127"/>
                        <a:pt x="12105" y="61261"/>
                        <a:pt x="10962" y="57340"/>
                      </a:cubicBezTo>
                      <a:cubicBezTo>
                        <a:pt x="10036" y="53637"/>
                        <a:pt x="9274" y="49716"/>
                        <a:pt x="8566" y="45469"/>
                      </a:cubicBezTo>
                      <a:cubicBezTo>
                        <a:pt x="8076" y="42420"/>
                        <a:pt x="7368" y="39479"/>
                        <a:pt x="6714" y="36647"/>
                      </a:cubicBezTo>
                      <a:cubicBezTo>
                        <a:pt x="6442" y="35449"/>
                        <a:pt x="6115" y="34197"/>
                        <a:pt x="5898" y="33054"/>
                      </a:cubicBezTo>
                      <a:cubicBezTo>
                        <a:pt x="5244" y="29950"/>
                        <a:pt x="5353" y="27064"/>
                        <a:pt x="6279" y="24287"/>
                      </a:cubicBezTo>
                      <a:cubicBezTo>
                        <a:pt x="7313" y="21074"/>
                        <a:pt x="8838" y="17970"/>
                        <a:pt x="10853" y="14920"/>
                      </a:cubicBezTo>
                      <a:cubicBezTo>
                        <a:pt x="12650" y="12252"/>
                        <a:pt x="14774" y="9475"/>
                        <a:pt x="18095" y="6371"/>
                      </a:cubicBezTo>
                      <a:moveTo>
                        <a:pt x="18041" y="0"/>
                      </a:moveTo>
                      <a:cubicBezTo>
                        <a:pt x="17442" y="0"/>
                        <a:pt x="16843" y="218"/>
                        <a:pt x="16353" y="599"/>
                      </a:cubicBezTo>
                      <a:lnTo>
                        <a:pt x="16298" y="599"/>
                      </a:lnTo>
                      <a:cubicBezTo>
                        <a:pt x="11724" y="4520"/>
                        <a:pt x="8838" y="8059"/>
                        <a:pt x="6388" y="11653"/>
                      </a:cubicBezTo>
                      <a:cubicBezTo>
                        <a:pt x="3991" y="15247"/>
                        <a:pt x="2249" y="18787"/>
                        <a:pt x="1051" y="22489"/>
                      </a:cubicBezTo>
                      <a:cubicBezTo>
                        <a:pt x="-147" y="26192"/>
                        <a:pt x="-310" y="30059"/>
                        <a:pt x="506" y="34034"/>
                      </a:cubicBezTo>
                      <a:cubicBezTo>
                        <a:pt x="1378" y="38063"/>
                        <a:pt x="2522" y="42093"/>
                        <a:pt x="3175" y="46177"/>
                      </a:cubicBezTo>
                      <a:cubicBezTo>
                        <a:pt x="3829" y="50261"/>
                        <a:pt x="4645" y="54399"/>
                        <a:pt x="5625" y="58483"/>
                      </a:cubicBezTo>
                      <a:cubicBezTo>
                        <a:pt x="6769" y="62567"/>
                        <a:pt x="8130" y="66597"/>
                        <a:pt x="9709" y="70572"/>
                      </a:cubicBezTo>
                      <a:cubicBezTo>
                        <a:pt x="13031" y="78414"/>
                        <a:pt x="17442" y="85928"/>
                        <a:pt x="23432" y="91700"/>
                      </a:cubicBezTo>
                      <a:cubicBezTo>
                        <a:pt x="23758" y="91973"/>
                        <a:pt x="24194" y="92190"/>
                        <a:pt x="24630" y="92190"/>
                      </a:cubicBezTo>
                      <a:cubicBezTo>
                        <a:pt x="24739" y="92190"/>
                        <a:pt x="24793" y="92190"/>
                        <a:pt x="24902" y="92190"/>
                      </a:cubicBezTo>
                      <a:cubicBezTo>
                        <a:pt x="25828" y="92027"/>
                        <a:pt x="26481" y="91156"/>
                        <a:pt x="26318" y="90230"/>
                      </a:cubicBezTo>
                      <a:lnTo>
                        <a:pt x="26318" y="90175"/>
                      </a:lnTo>
                      <a:cubicBezTo>
                        <a:pt x="25120" y="82389"/>
                        <a:pt x="25011" y="75092"/>
                        <a:pt x="25828" y="67850"/>
                      </a:cubicBezTo>
                      <a:cubicBezTo>
                        <a:pt x="26155" y="64255"/>
                        <a:pt x="26644" y="60716"/>
                        <a:pt x="27352" y="57177"/>
                      </a:cubicBezTo>
                      <a:cubicBezTo>
                        <a:pt x="27842" y="53637"/>
                        <a:pt x="28550" y="50098"/>
                        <a:pt x="29313" y="46558"/>
                      </a:cubicBezTo>
                      <a:cubicBezTo>
                        <a:pt x="30075" y="42964"/>
                        <a:pt x="31491" y="39425"/>
                        <a:pt x="32798" y="35776"/>
                      </a:cubicBezTo>
                      <a:cubicBezTo>
                        <a:pt x="34050" y="32128"/>
                        <a:pt x="34377" y="28371"/>
                        <a:pt x="33615" y="24395"/>
                      </a:cubicBezTo>
                      <a:cubicBezTo>
                        <a:pt x="32907" y="20475"/>
                        <a:pt x="31545" y="16391"/>
                        <a:pt x="29367" y="12307"/>
                      </a:cubicBezTo>
                      <a:cubicBezTo>
                        <a:pt x="27134" y="8223"/>
                        <a:pt x="24303" y="4139"/>
                        <a:pt x="19457" y="436"/>
                      </a:cubicBezTo>
                      <a:cubicBezTo>
                        <a:pt x="19130" y="164"/>
                        <a:pt x="18585" y="0"/>
                        <a:pt x="18041" y="0"/>
                      </a:cubicBezTo>
                      <a:lnTo>
                        <a:pt x="18041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8" name="Forme libre : forme 1167">
                  <a:extLst>
                    <a:ext uri="{FF2B5EF4-FFF2-40B4-BE49-F238E27FC236}">
                      <a16:creationId xmlns:a16="http://schemas.microsoft.com/office/drawing/2014/main" id="{91794831-C423-475C-AAAF-0C0BA2C8ACE4}"/>
                    </a:ext>
                  </a:extLst>
                </p:cNvPr>
                <p:cNvSpPr/>
                <p:nvPr/>
              </p:nvSpPr>
              <p:spPr>
                <a:xfrm>
                  <a:off x="7900888" y="5043947"/>
                  <a:ext cx="79132" cy="104061"/>
                </a:xfrm>
                <a:custGeom>
                  <a:avLst/>
                  <a:gdLst>
                    <a:gd name="connsiteX0" fmla="*/ 5945 w 79132"/>
                    <a:gd name="connsiteY0" fmla="*/ 5663 h 104061"/>
                    <a:gd name="connsiteX1" fmla="*/ 18796 w 79132"/>
                    <a:gd name="connsiteY1" fmla="*/ 8876 h 104061"/>
                    <a:gd name="connsiteX2" fmla="*/ 32736 w 79132"/>
                    <a:gd name="connsiteY2" fmla="*/ 16826 h 104061"/>
                    <a:gd name="connsiteX3" fmla="*/ 42374 w 79132"/>
                    <a:gd name="connsiteY3" fmla="*/ 28697 h 104061"/>
                    <a:gd name="connsiteX4" fmla="*/ 48147 w 79132"/>
                    <a:gd name="connsiteY4" fmla="*/ 42474 h 104061"/>
                    <a:gd name="connsiteX5" fmla="*/ 49236 w 79132"/>
                    <a:gd name="connsiteY5" fmla="*/ 45251 h 104061"/>
                    <a:gd name="connsiteX6" fmla="*/ 53701 w 79132"/>
                    <a:gd name="connsiteY6" fmla="*/ 59028 h 104061"/>
                    <a:gd name="connsiteX7" fmla="*/ 54246 w 79132"/>
                    <a:gd name="connsiteY7" fmla="*/ 60770 h 104061"/>
                    <a:gd name="connsiteX8" fmla="*/ 58819 w 79132"/>
                    <a:gd name="connsiteY8" fmla="*/ 75636 h 104061"/>
                    <a:gd name="connsiteX9" fmla="*/ 65245 w 79132"/>
                    <a:gd name="connsiteY9" fmla="*/ 89250 h 104061"/>
                    <a:gd name="connsiteX10" fmla="*/ 54246 w 79132"/>
                    <a:gd name="connsiteY10" fmla="*/ 78904 h 104061"/>
                    <a:gd name="connsiteX11" fmla="*/ 44389 w 79132"/>
                    <a:gd name="connsiteY11" fmla="*/ 65508 h 104061"/>
                    <a:gd name="connsiteX12" fmla="*/ 43681 w 79132"/>
                    <a:gd name="connsiteY12" fmla="*/ 64364 h 104061"/>
                    <a:gd name="connsiteX13" fmla="*/ 35622 w 79132"/>
                    <a:gd name="connsiteY13" fmla="*/ 52221 h 104061"/>
                    <a:gd name="connsiteX14" fmla="*/ 24786 w 79132"/>
                    <a:gd name="connsiteY14" fmla="*/ 41331 h 104061"/>
                    <a:gd name="connsiteX15" fmla="*/ 16618 w 79132"/>
                    <a:gd name="connsiteY15" fmla="*/ 31747 h 104061"/>
                    <a:gd name="connsiteX16" fmla="*/ 9866 w 79132"/>
                    <a:gd name="connsiteY16" fmla="*/ 18460 h 104061"/>
                    <a:gd name="connsiteX17" fmla="*/ 5945 w 79132"/>
                    <a:gd name="connsiteY17" fmla="*/ 5663 h 104061"/>
                    <a:gd name="connsiteX18" fmla="*/ 2187 w 79132"/>
                    <a:gd name="connsiteY18" fmla="*/ 0 h 104061"/>
                    <a:gd name="connsiteX19" fmla="*/ 1970 w 79132"/>
                    <a:gd name="connsiteY19" fmla="*/ 0 h 104061"/>
                    <a:gd name="connsiteX20" fmla="*/ 9 w 79132"/>
                    <a:gd name="connsiteY20" fmla="*/ 2396 h 104061"/>
                    <a:gd name="connsiteX21" fmla="*/ 4856 w 79132"/>
                    <a:gd name="connsiteY21" fmla="*/ 20475 h 104061"/>
                    <a:gd name="connsiteX22" fmla="*/ 12044 w 79132"/>
                    <a:gd name="connsiteY22" fmla="*/ 34633 h 104061"/>
                    <a:gd name="connsiteX23" fmla="*/ 21301 w 79132"/>
                    <a:gd name="connsiteY23" fmla="*/ 45523 h 104061"/>
                    <a:gd name="connsiteX24" fmla="*/ 31320 w 79132"/>
                    <a:gd name="connsiteY24" fmla="*/ 55597 h 104061"/>
                    <a:gd name="connsiteX25" fmla="*/ 39870 w 79132"/>
                    <a:gd name="connsiteY25" fmla="*/ 68503 h 104061"/>
                    <a:gd name="connsiteX26" fmla="*/ 50162 w 79132"/>
                    <a:gd name="connsiteY26" fmla="*/ 82498 h 104061"/>
                    <a:gd name="connsiteX27" fmla="*/ 76517 w 79132"/>
                    <a:gd name="connsiteY27" fmla="*/ 103789 h 104061"/>
                    <a:gd name="connsiteX28" fmla="*/ 77443 w 79132"/>
                    <a:gd name="connsiteY28" fmla="*/ 104061 h 104061"/>
                    <a:gd name="connsiteX29" fmla="*/ 78314 w 79132"/>
                    <a:gd name="connsiteY29" fmla="*/ 103843 h 104061"/>
                    <a:gd name="connsiteX30" fmla="*/ 78913 w 79132"/>
                    <a:gd name="connsiteY30" fmla="*/ 101556 h 104061"/>
                    <a:gd name="connsiteX31" fmla="*/ 64047 w 79132"/>
                    <a:gd name="connsiteY31" fmla="*/ 73894 h 104061"/>
                    <a:gd name="connsiteX32" fmla="*/ 59636 w 79132"/>
                    <a:gd name="connsiteY32" fmla="*/ 59463 h 104061"/>
                    <a:gd name="connsiteX33" fmla="*/ 54463 w 79132"/>
                    <a:gd name="connsiteY33" fmla="*/ 43400 h 104061"/>
                    <a:gd name="connsiteX34" fmla="*/ 47384 w 79132"/>
                    <a:gd name="connsiteY34" fmla="*/ 26356 h 104061"/>
                    <a:gd name="connsiteX35" fmla="*/ 36167 w 79132"/>
                    <a:gd name="connsiteY35" fmla="*/ 12579 h 104061"/>
                    <a:gd name="connsiteX36" fmla="*/ 20865 w 79132"/>
                    <a:gd name="connsiteY36" fmla="*/ 3866 h 104061"/>
                    <a:gd name="connsiteX37" fmla="*/ 2187 w 79132"/>
                    <a:gd name="connsiteY37" fmla="*/ 0 h 104061"/>
                    <a:gd name="connsiteX38" fmla="*/ 2187 w 79132"/>
                    <a:gd name="connsiteY38" fmla="*/ 0 h 104061"/>
                    <a:gd name="connsiteX39" fmla="*/ 2187 w 79132"/>
                    <a:gd name="connsiteY39" fmla="*/ 0 h 104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79132" h="104061">
                      <a:moveTo>
                        <a:pt x="5945" y="5663"/>
                      </a:moveTo>
                      <a:cubicBezTo>
                        <a:pt x="10084" y="6099"/>
                        <a:pt x="14113" y="7133"/>
                        <a:pt x="18796" y="8876"/>
                      </a:cubicBezTo>
                      <a:cubicBezTo>
                        <a:pt x="23860" y="10836"/>
                        <a:pt x="28544" y="13504"/>
                        <a:pt x="32736" y="16826"/>
                      </a:cubicBezTo>
                      <a:cubicBezTo>
                        <a:pt x="36820" y="19984"/>
                        <a:pt x="40033" y="24014"/>
                        <a:pt x="42374" y="28697"/>
                      </a:cubicBezTo>
                      <a:cubicBezTo>
                        <a:pt x="44498" y="33108"/>
                        <a:pt x="46349" y="37845"/>
                        <a:pt x="48147" y="42474"/>
                      </a:cubicBezTo>
                      <a:lnTo>
                        <a:pt x="49236" y="45251"/>
                      </a:lnTo>
                      <a:cubicBezTo>
                        <a:pt x="51032" y="49989"/>
                        <a:pt x="52394" y="54563"/>
                        <a:pt x="53701" y="59028"/>
                      </a:cubicBezTo>
                      <a:lnTo>
                        <a:pt x="54246" y="60770"/>
                      </a:lnTo>
                      <a:cubicBezTo>
                        <a:pt x="55607" y="65943"/>
                        <a:pt x="57023" y="70953"/>
                        <a:pt x="58819" y="75636"/>
                      </a:cubicBezTo>
                      <a:cubicBezTo>
                        <a:pt x="60453" y="80210"/>
                        <a:pt x="62740" y="84785"/>
                        <a:pt x="65245" y="89250"/>
                      </a:cubicBezTo>
                      <a:cubicBezTo>
                        <a:pt x="61433" y="86200"/>
                        <a:pt x="57676" y="82770"/>
                        <a:pt x="54246" y="78904"/>
                      </a:cubicBezTo>
                      <a:cubicBezTo>
                        <a:pt x="50651" y="74656"/>
                        <a:pt x="47493" y="70082"/>
                        <a:pt x="44389" y="65508"/>
                      </a:cubicBezTo>
                      <a:lnTo>
                        <a:pt x="43681" y="64364"/>
                      </a:lnTo>
                      <a:cubicBezTo>
                        <a:pt x="40958" y="60008"/>
                        <a:pt x="38345" y="55924"/>
                        <a:pt x="35622" y="52221"/>
                      </a:cubicBezTo>
                      <a:cubicBezTo>
                        <a:pt x="32355" y="47811"/>
                        <a:pt x="28271" y="44271"/>
                        <a:pt x="24786" y="41331"/>
                      </a:cubicBezTo>
                      <a:cubicBezTo>
                        <a:pt x="21464" y="38499"/>
                        <a:pt x="18851" y="35340"/>
                        <a:pt x="16618" y="31747"/>
                      </a:cubicBezTo>
                      <a:cubicBezTo>
                        <a:pt x="13950" y="27390"/>
                        <a:pt x="11717" y="23034"/>
                        <a:pt x="9866" y="18460"/>
                      </a:cubicBezTo>
                      <a:cubicBezTo>
                        <a:pt x="8395" y="14648"/>
                        <a:pt x="6870" y="10510"/>
                        <a:pt x="5945" y="5663"/>
                      </a:cubicBezTo>
                      <a:moveTo>
                        <a:pt x="2187" y="0"/>
                      </a:moveTo>
                      <a:cubicBezTo>
                        <a:pt x="2133" y="0"/>
                        <a:pt x="2024" y="0"/>
                        <a:pt x="1970" y="0"/>
                      </a:cubicBezTo>
                      <a:cubicBezTo>
                        <a:pt x="772" y="109"/>
                        <a:pt x="-99" y="1198"/>
                        <a:pt x="9" y="2396"/>
                      </a:cubicBezTo>
                      <a:cubicBezTo>
                        <a:pt x="772" y="9475"/>
                        <a:pt x="2732" y="15138"/>
                        <a:pt x="4856" y="20475"/>
                      </a:cubicBezTo>
                      <a:cubicBezTo>
                        <a:pt x="7034" y="25702"/>
                        <a:pt x="9485" y="30385"/>
                        <a:pt x="12044" y="34633"/>
                      </a:cubicBezTo>
                      <a:cubicBezTo>
                        <a:pt x="14603" y="38880"/>
                        <a:pt x="17707" y="42419"/>
                        <a:pt x="21301" y="45523"/>
                      </a:cubicBezTo>
                      <a:cubicBezTo>
                        <a:pt x="24949" y="48627"/>
                        <a:pt x="28489" y="51786"/>
                        <a:pt x="31320" y="55597"/>
                      </a:cubicBezTo>
                      <a:cubicBezTo>
                        <a:pt x="34152" y="59409"/>
                        <a:pt x="36929" y="63874"/>
                        <a:pt x="39870" y="68503"/>
                      </a:cubicBezTo>
                      <a:cubicBezTo>
                        <a:pt x="42973" y="73077"/>
                        <a:pt x="46295" y="77923"/>
                        <a:pt x="50162" y="82498"/>
                      </a:cubicBezTo>
                      <a:cubicBezTo>
                        <a:pt x="58166" y="91537"/>
                        <a:pt x="67260" y="97962"/>
                        <a:pt x="76517" y="103789"/>
                      </a:cubicBezTo>
                      <a:cubicBezTo>
                        <a:pt x="76790" y="103952"/>
                        <a:pt x="77116" y="104061"/>
                        <a:pt x="77443" y="104061"/>
                      </a:cubicBezTo>
                      <a:cubicBezTo>
                        <a:pt x="77715" y="104061"/>
                        <a:pt x="78042" y="104007"/>
                        <a:pt x="78314" y="103843"/>
                      </a:cubicBezTo>
                      <a:cubicBezTo>
                        <a:pt x="79131" y="103353"/>
                        <a:pt x="79349" y="102319"/>
                        <a:pt x="78913" y="101556"/>
                      </a:cubicBezTo>
                      <a:cubicBezTo>
                        <a:pt x="73304" y="92136"/>
                        <a:pt x="67368" y="83097"/>
                        <a:pt x="64047" y="73894"/>
                      </a:cubicBezTo>
                      <a:cubicBezTo>
                        <a:pt x="62305" y="69374"/>
                        <a:pt x="60998" y="64582"/>
                        <a:pt x="59636" y="59463"/>
                      </a:cubicBezTo>
                      <a:cubicBezTo>
                        <a:pt x="58112" y="54399"/>
                        <a:pt x="56587" y="49063"/>
                        <a:pt x="54463" y="43400"/>
                      </a:cubicBezTo>
                      <a:cubicBezTo>
                        <a:pt x="52231" y="37736"/>
                        <a:pt x="50052" y="31910"/>
                        <a:pt x="47384" y="26356"/>
                      </a:cubicBezTo>
                      <a:cubicBezTo>
                        <a:pt x="44662" y="20856"/>
                        <a:pt x="40796" y="16173"/>
                        <a:pt x="36167" y="12579"/>
                      </a:cubicBezTo>
                      <a:cubicBezTo>
                        <a:pt x="31538" y="8931"/>
                        <a:pt x="26420" y="6044"/>
                        <a:pt x="20865" y="3866"/>
                      </a:cubicBezTo>
                      <a:cubicBezTo>
                        <a:pt x="15202" y="1688"/>
                        <a:pt x="9321" y="109"/>
                        <a:pt x="2187" y="0"/>
                      </a:cubicBezTo>
                      <a:cubicBezTo>
                        <a:pt x="2187" y="0"/>
                        <a:pt x="2187" y="0"/>
                        <a:pt x="2187" y="0"/>
                      </a:cubicBezTo>
                      <a:lnTo>
                        <a:pt x="2187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9" name="Forme libre : forme 1168">
                  <a:extLst>
                    <a:ext uri="{FF2B5EF4-FFF2-40B4-BE49-F238E27FC236}">
                      <a16:creationId xmlns:a16="http://schemas.microsoft.com/office/drawing/2014/main" id="{94682D9A-FB2D-487D-A3B7-6772032E4CE7}"/>
                    </a:ext>
                  </a:extLst>
                </p:cNvPr>
                <p:cNvSpPr/>
                <p:nvPr/>
              </p:nvSpPr>
              <p:spPr>
                <a:xfrm>
                  <a:off x="7907691" y="5107713"/>
                  <a:ext cx="51878" cy="53854"/>
                </a:xfrm>
                <a:custGeom>
                  <a:avLst/>
                  <a:gdLst>
                    <a:gd name="connsiteX0" fmla="*/ 18147 w 51878"/>
                    <a:gd name="connsiteY0" fmla="*/ 5445 h 53854"/>
                    <a:gd name="connsiteX1" fmla="*/ 23048 w 51878"/>
                    <a:gd name="connsiteY1" fmla="*/ 6153 h 53854"/>
                    <a:gd name="connsiteX2" fmla="*/ 28820 w 51878"/>
                    <a:gd name="connsiteY2" fmla="*/ 10346 h 53854"/>
                    <a:gd name="connsiteX3" fmla="*/ 33176 w 51878"/>
                    <a:gd name="connsiteY3" fmla="*/ 17697 h 53854"/>
                    <a:gd name="connsiteX4" fmla="*/ 34429 w 51878"/>
                    <a:gd name="connsiteY4" fmla="*/ 19984 h 53854"/>
                    <a:gd name="connsiteX5" fmla="*/ 38240 w 51878"/>
                    <a:gd name="connsiteY5" fmla="*/ 28425 h 53854"/>
                    <a:gd name="connsiteX6" fmla="*/ 40038 w 51878"/>
                    <a:gd name="connsiteY6" fmla="*/ 34578 h 53854"/>
                    <a:gd name="connsiteX7" fmla="*/ 40637 w 51878"/>
                    <a:gd name="connsiteY7" fmla="*/ 36647 h 53854"/>
                    <a:gd name="connsiteX8" fmla="*/ 43141 w 51878"/>
                    <a:gd name="connsiteY8" fmla="*/ 45360 h 53854"/>
                    <a:gd name="connsiteX9" fmla="*/ 35899 w 51878"/>
                    <a:gd name="connsiteY9" fmla="*/ 40296 h 53854"/>
                    <a:gd name="connsiteX10" fmla="*/ 33830 w 51878"/>
                    <a:gd name="connsiteY10" fmla="*/ 38553 h 53854"/>
                    <a:gd name="connsiteX11" fmla="*/ 28874 w 51878"/>
                    <a:gd name="connsiteY11" fmla="*/ 34524 h 53854"/>
                    <a:gd name="connsiteX12" fmla="*/ 22231 w 51878"/>
                    <a:gd name="connsiteY12" fmla="*/ 29568 h 53854"/>
                    <a:gd name="connsiteX13" fmla="*/ 14553 w 51878"/>
                    <a:gd name="connsiteY13" fmla="*/ 27063 h 53854"/>
                    <a:gd name="connsiteX14" fmla="*/ 14009 w 51878"/>
                    <a:gd name="connsiteY14" fmla="*/ 26954 h 53854"/>
                    <a:gd name="connsiteX15" fmla="*/ 12048 w 51878"/>
                    <a:gd name="connsiteY15" fmla="*/ 25648 h 53854"/>
                    <a:gd name="connsiteX16" fmla="*/ 8345 w 51878"/>
                    <a:gd name="connsiteY16" fmla="*/ 18732 h 53854"/>
                    <a:gd name="connsiteX17" fmla="*/ 6767 w 51878"/>
                    <a:gd name="connsiteY17" fmla="*/ 14267 h 53854"/>
                    <a:gd name="connsiteX18" fmla="*/ 6221 w 51878"/>
                    <a:gd name="connsiteY18" fmla="*/ 11762 h 53854"/>
                    <a:gd name="connsiteX19" fmla="*/ 5677 w 51878"/>
                    <a:gd name="connsiteY19" fmla="*/ 9257 h 53854"/>
                    <a:gd name="connsiteX20" fmla="*/ 8182 w 51878"/>
                    <a:gd name="connsiteY20" fmla="*/ 8005 h 53854"/>
                    <a:gd name="connsiteX21" fmla="*/ 10143 w 51878"/>
                    <a:gd name="connsiteY21" fmla="*/ 7079 h 53854"/>
                    <a:gd name="connsiteX22" fmla="*/ 14771 w 51878"/>
                    <a:gd name="connsiteY22" fmla="*/ 5772 h 53854"/>
                    <a:gd name="connsiteX23" fmla="*/ 18147 w 51878"/>
                    <a:gd name="connsiteY23" fmla="*/ 5445 h 53854"/>
                    <a:gd name="connsiteX24" fmla="*/ 18147 w 51878"/>
                    <a:gd name="connsiteY24" fmla="*/ 0 h 53854"/>
                    <a:gd name="connsiteX25" fmla="*/ 13627 w 51878"/>
                    <a:gd name="connsiteY25" fmla="*/ 435 h 53854"/>
                    <a:gd name="connsiteX26" fmla="*/ 7801 w 51878"/>
                    <a:gd name="connsiteY26" fmla="*/ 2069 h 53854"/>
                    <a:gd name="connsiteX27" fmla="*/ 1375 w 51878"/>
                    <a:gd name="connsiteY27" fmla="*/ 5500 h 53854"/>
                    <a:gd name="connsiteX28" fmla="*/ 14 w 51878"/>
                    <a:gd name="connsiteY28" fmla="*/ 8440 h 53854"/>
                    <a:gd name="connsiteX29" fmla="*/ 1375 w 51878"/>
                    <a:gd name="connsiteY29" fmla="*/ 15519 h 53854"/>
                    <a:gd name="connsiteX30" fmla="*/ 3281 w 51878"/>
                    <a:gd name="connsiteY30" fmla="*/ 20965 h 53854"/>
                    <a:gd name="connsiteX31" fmla="*/ 7528 w 51878"/>
                    <a:gd name="connsiteY31" fmla="*/ 28806 h 53854"/>
                    <a:gd name="connsiteX32" fmla="*/ 12865 w 51878"/>
                    <a:gd name="connsiteY32" fmla="*/ 32346 h 53854"/>
                    <a:gd name="connsiteX33" fmla="*/ 19236 w 51878"/>
                    <a:gd name="connsiteY33" fmla="*/ 34251 h 53854"/>
                    <a:gd name="connsiteX34" fmla="*/ 25280 w 51878"/>
                    <a:gd name="connsiteY34" fmla="*/ 38771 h 53854"/>
                    <a:gd name="connsiteX35" fmla="*/ 32305 w 51878"/>
                    <a:gd name="connsiteY35" fmla="*/ 44489 h 53854"/>
                    <a:gd name="connsiteX36" fmla="*/ 49785 w 51878"/>
                    <a:gd name="connsiteY36" fmla="*/ 53800 h 53854"/>
                    <a:gd name="connsiteX37" fmla="*/ 50112 w 51878"/>
                    <a:gd name="connsiteY37" fmla="*/ 53855 h 53854"/>
                    <a:gd name="connsiteX38" fmla="*/ 50983 w 51878"/>
                    <a:gd name="connsiteY38" fmla="*/ 53637 h 53854"/>
                    <a:gd name="connsiteX39" fmla="*/ 51636 w 51878"/>
                    <a:gd name="connsiteY39" fmla="*/ 51186 h 53854"/>
                    <a:gd name="connsiteX40" fmla="*/ 51582 w 51878"/>
                    <a:gd name="connsiteY40" fmla="*/ 51132 h 53854"/>
                    <a:gd name="connsiteX41" fmla="*/ 45809 w 51878"/>
                    <a:gd name="connsiteY41" fmla="*/ 35340 h 53854"/>
                    <a:gd name="connsiteX42" fmla="*/ 43305 w 51878"/>
                    <a:gd name="connsiteY42" fmla="*/ 26682 h 53854"/>
                    <a:gd name="connsiteX43" fmla="*/ 39112 w 51878"/>
                    <a:gd name="connsiteY43" fmla="*/ 17371 h 53854"/>
                    <a:gd name="connsiteX44" fmla="*/ 33176 w 51878"/>
                    <a:gd name="connsiteY44" fmla="*/ 7242 h 53854"/>
                    <a:gd name="connsiteX45" fmla="*/ 24410 w 51878"/>
                    <a:gd name="connsiteY45" fmla="*/ 926 h 53854"/>
                    <a:gd name="connsiteX46" fmla="*/ 18147 w 51878"/>
                    <a:gd name="connsiteY46" fmla="*/ 0 h 53854"/>
                    <a:gd name="connsiteX47" fmla="*/ 18147 w 51878"/>
                    <a:gd name="connsiteY47" fmla="*/ 0 h 53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51878" h="53854">
                      <a:moveTo>
                        <a:pt x="18147" y="5445"/>
                      </a:moveTo>
                      <a:cubicBezTo>
                        <a:pt x="19780" y="5445"/>
                        <a:pt x="21414" y="5663"/>
                        <a:pt x="23048" y="6153"/>
                      </a:cubicBezTo>
                      <a:cubicBezTo>
                        <a:pt x="25335" y="6807"/>
                        <a:pt x="27295" y="8222"/>
                        <a:pt x="28820" y="10346"/>
                      </a:cubicBezTo>
                      <a:cubicBezTo>
                        <a:pt x="30399" y="12579"/>
                        <a:pt x="31815" y="15192"/>
                        <a:pt x="33176" y="17697"/>
                      </a:cubicBezTo>
                      <a:lnTo>
                        <a:pt x="34429" y="19984"/>
                      </a:lnTo>
                      <a:cubicBezTo>
                        <a:pt x="36171" y="23143"/>
                        <a:pt x="37370" y="26138"/>
                        <a:pt x="38240" y="28425"/>
                      </a:cubicBezTo>
                      <a:cubicBezTo>
                        <a:pt x="38894" y="30549"/>
                        <a:pt x="39493" y="32618"/>
                        <a:pt x="40038" y="34578"/>
                      </a:cubicBezTo>
                      <a:lnTo>
                        <a:pt x="40637" y="36647"/>
                      </a:lnTo>
                      <a:cubicBezTo>
                        <a:pt x="41345" y="39370"/>
                        <a:pt x="42052" y="42310"/>
                        <a:pt x="43141" y="45360"/>
                      </a:cubicBezTo>
                      <a:cubicBezTo>
                        <a:pt x="40528" y="43835"/>
                        <a:pt x="38077" y="42038"/>
                        <a:pt x="35899" y="40296"/>
                      </a:cubicBezTo>
                      <a:lnTo>
                        <a:pt x="33830" y="38553"/>
                      </a:lnTo>
                      <a:cubicBezTo>
                        <a:pt x="32142" y="37138"/>
                        <a:pt x="30508" y="35776"/>
                        <a:pt x="28874" y="34524"/>
                      </a:cubicBezTo>
                      <a:cubicBezTo>
                        <a:pt x="26370" y="32346"/>
                        <a:pt x="24137" y="30712"/>
                        <a:pt x="22231" y="29568"/>
                      </a:cubicBezTo>
                      <a:cubicBezTo>
                        <a:pt x="19672" y="27935"/>
                        <a:pt x="16949" y="27445"/>
                        <a:pt x="14553" y="27063"/>
                      </a:cubicBezTo>
                      <a:lnTo>
                        <a:pt x="14009" y="26954"/>
                      </a:lnTo>
                      <a:cubicBezTo>
                        <a:pt x="13246" y="26791"/>
                        <a:pt x="12756" y="26573"/>
                        <a:pt x="12048" y="25648"/>
                      </a:cubicBezTo>
                      <a:cubicBezTo>
                        <a:pt x="10578" y="23578"/>
                        <a:pt x="9435" y="21455"/>
                        <a:pt x="8345" y="18732"/>
                      </a:cubicBezTo>
                      <a:cubicBezTo>
                        <a:pt x="7801" y="17479"/>
                        <a:pt x="7256" y="15846"/>
                        <a:pt x="6767" y="14267"/>
                      </a:cubicBezTo>
                      <a:cubicBezTo>
                        <a:pt x="6603" y="13395"/>
                        <a:pt x="6385" y="12579"/>
                        <a:pt x="6221" y="11762"/>
                      </a:cubicBezTo>
                      <a:cubicBezTo>
                        <a:pt x="6004" y="10891"/>
                        <a:pt x="5841" y="10128"/>
                        <a:pt x="5677" y="9257"/>
                      </a:cubicBezTo>
                      <a:cubicBezTo>
                        <a:pt x="6494" y="8767"/>
                        <a:pt x="7256" y="8440"/>
                        <a:pt x="8182" y="8005"/>
                      </a:cubicBezTo>
                      <a:cubicBezTo>
                        <a:pt x="8835" y="7732"/>
                        <a:pt x="9489" y="7406"/>
                        <a:pt x="10143" y="7079"/>
                      </a:cubicBezTo>
                      <a:cubicBezTo>
                        <a:pt x="11395" y="6643"/>
                        <a:pt x="13083" y="6044"/>
                        <a:pt x="14771" y="5772"/>
                      </a:cubicBezTo>
                      <a:cubicBezTo>
                        <a:pt x="15860" y="5554"/>
                        <a:pt x="17003" y="5445"/>
                        <a:pt x="18147" y="5445"/>
                      </a:cubicBezTo>
                      <a:moveTo>
                        <a:pt x="18147" y="0"/>
                      </a:moveTo>
                      <a:cubicBezTo>
                        <a:pt x="16677" y="0"/>
                        <a:pt x="15206" y="163"/>
                        <a:pt x="13627" y="435"/>
                      </a:cubicBezTo>
                      <a:cubicBezTo>
                        <a:pt x="11776" y="708"/>
                        <a:pt x="9816" y="1361"/>
                        <a:pt x="7801" y="2069"/>
                      </a:cubicBezTo>
                      <a:cubicBezTo>
                        <a:pt x="5623" y="3213"/>
                        <a:pt x="3771" y="3812"/>
                        <a:pt x="1375" y="5500"/>
                      </a:cubicBezTo>
                      <a:cubicBezTo>
                        <a:pt x="450" y="6153"/>
                        <a:pt x="-95" y="7242"/>
                        <a:pt x="14" y="8440"/>
                      </a:cubicBezTo>
                      <a:cubicBezTo>
                        <a:pt x="232" y="11326"/>
                        <a:pt x="994" y="13123"/>
                        <a:pt x="1375" y="15519"/>
                      </a:cubicBezTo>
                      <a:cubicBezTo>
                        <a:pt x="1975" y="17479"/>
                        <a:pt x="2573" y="19386"/>
                        <a:pt x="3281" y="20965"/>
                      </a:cubicBezTo>
                      <a:cubicBezTo>
                        <a:pt x="4588" y="24286"/>
                        <a:pt x="6059" y="26791"/>
                        <a:pt x="7528" y="28806"/>
                      </a:cubicBezTo>
                      <a:cubicBezTo>
                        <a:pt x="8999" y="30821"/>
                        <a:pt x="10687" y="31910"/>
                        <a:pt x="12865" y="32346"/>
                      </a:cubicBezTo>
                      <a:cubicBezTo>
                        <a:pt x="15097" y="32781"/>
                        <a:pt x="17385" y="33108"/>
                        <a:pt x="19236" y="34251"/>
                      </a:cubicBezTo>
                      <a:cubicBezTo>
                        <a:pt x="21142" y="35395"/>
                        <a:pt x="23211" y="36974"/>
                        <a:pt x="25280" y="38771"/>
                      </a:cubicBezTo>
                      <a:cubicBezTo>
                        <a:pt x="27513" y="40514"/>
                        <a:pt x="29855" y="42474"/>
                        <a:pt x="32305" y="44489"/>
                      </a:cubicBezTo>
                      <a:cubicBezTo>
                        <a:pt x="37315" y="48355"/>
                        <a:pt x="43196" y="52602"/>
                        <a:pt x="49785" y="53800"/>
                      </a:cubicBezTo>
                      <a:cubicBezTo>
                        <a:pt x="49894" y="53800"/>
                        <a:pt x="50003" y="53855"/>
                        <a:pt x="50112" y="53855"/>
                      </a:cubicBezTo>
                      <a:cubicBezTo>
                        <a:pt x="50438" y="53855"/>
                        <a:pt x="50710" y="53800"/>
                        <a:pt x="50983" y="53637"/>
                      </a:cubicBezTo>
                      <a:cubicBezTo>
                        <a:pt x="51854" y="53147"/>
                        <a:pt x="52126" y="52058"/>
                        <a:pt x="51636" y="51186"/>
                      </a:cubicBezTo>
                      <a:lnTo>
                        <a:pt x="51582" y="51132"/>
                      </a:lnTo>
                      <a:cubicBezTo>
                        <a:pt x="48532" y="45959"/>
                        <a:pt x="47225" y="40949"/>
                        <a:pt x="45809" y="35340"/>
                      </a:cubicBezTo>
                      <a:cubicBezTo>
                        <a:pt x="45047" y="32618"/>
                        <a:pt x="44285" y="29732"/>
                        <a:pt x="43305" y="26682"/>
                      </a:cubicBezTo>
                      <a:cubicBezTo>
                        <a:pt x="42215" y="23742"/>
                        <a:pt x="40909" y="20638"/>
                        <a:pt x="39112" y="17371"/>
                      </a:cubicBezTo>
                      <a:cubicBezTo>
                        <a:pt x="37261" y="14103"/>
                        <a:pt x="35409" y="10455"/>
                        <a:pt x="33176" y="7242"/>
                      </a:cubicBezTo>
                      <a:cubicBezTo>
                        <a:pt x="30889" y="4030"/>
                        <a:pt x="27840" y="1851"/>
                        <a:pt x="24410" y="926"/>
                      </a:cubicBezTo>
                      <a:cubicBezTo>
                        <a:pt x="22449" y="272"/>
                        <a:pt x="20325" y="0"/>
                        <a:pt x="18147" y="0"/>
                      </a:cubicBezTo>
                      <a:lnTo>
                        <a:pt x="18147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0" name="Forme libre : forme 1169">
                  <a:extLst>
                    <a:ext uri="{FF2B5EF4-FFF2-40B4-BE49-F238E27FC236}">
                      <a16:creationId xmlns:a16="http://schemas.microsoft.com/office/drawing/2014/main" id="{E8033B49-030A-4B21-92EC-FD85083E9398}"/>
                    </a:ext>
                  </a:extLst>
                </p:cNvPr>
                <p:cNvSpPr/>
                <p:nvPr/>
              </p:nvSpPr>
              <p:spPr>
                <a:xfrm>
                  <a:off x="7881282" y="5159390"/>
                  <a:ext cx="69662" cy="33979"/>
                </a:xfrm>
                <a:custGeom>
                  <a:avLst/>
                  <a:gdLst>
                    <a:gd name="connsiteX0" fmla="*/ 21739 w 69662"/>
                    <a:gd name="connsiteY0" fmla="*/ 5445 h 33979"/>
                    <a:gd name="connsiteX1" fmla="*/ 24408 w 69662"/>
                    <a:gd name="connsiteY1" fmla="*/ 5935 h 33979"/>
                    <a:gd name="connsiteX2" fmla="*/ 26858 w 69662"/>
                    <a:gd name="connsiteY2" fmla="*/ 6861 h 33979"/>
                    <a:gd name="connsiteX3" fmla="*/ 33937 w 69662"/>
                    <a:gd name="connsiteY3" fmla="*/ 9257 h 33979"/>
                    <a:gd name="connsiteX4" fmla="*/ 42868 w 69662"/>
                    <a:gd name="connsiteY4" fmla="*/ 11925 h 33979"/>
                    <a:gd name="connsiteX5" fmla="*/ 51308 w 69662"/>
                    <a:gd name="connsiteY5" fmla="*/ 15846 h 33979"/>
                    <a:gd name="connsiteX6" fmla="*/ 58550 w 69662"/>
                    <a:gd name="connsiteY6" fmla="*/ 21128 h 33979"/>
                    <a:gd name="connsiteX7" fmla="*/ 57243 w 69662"/>
                    <a:gd name="connsiteY7" fmla="*/ 21183 h 33979"/>
                    <a:gd name="connsiteX8" fmla="*/ 49402 w 69662"/>
                    <a:gd name="connsiteY8" fmla="*/ 21618 h 33979"/>
                    <a:gd name="connsiteX9" fmla="*/ 43086 w 69662"/>
                    <a:gd name="connsiteY9" fmla="*/ 22707 h 33979"/>
                    <a:gd name="connsiteX10" fmla="*/ 41452 w 69662"/>
                    <a:gd name="connsiteY10" fmla="*/ 23088 h 33979"/>
                    <a:gd name="connsiteX11" fmla="*/ 33338 w 69662"/>
                    <a:gd name="connsiteY11" fmla="*/ 24831 h 33979"/>
                    <a:gd name="connsiteX12" fmla="*/ 26369 w 69662"/>
                    <a:gd name="connsiteY12" fmla="*/ 27281 h 33979"/>
                    <a:gd name="connsiteX13" fmla="*/ 24462 w 69662"/>
                    <a:gd name="connsiteY13" fmla="*/ 28098 h 33979"/>
                    <a:gd name="connsiteX14" fmla="*/ 21794 w 69662"/>
                    <a:gd name="connsiteY14" fmla="*/ 28643 h 33979"/>
                    <a:gd name="connsiteX15" fmla="*/ 19453 w 69662"/>
                    <a:gd name="connsiteY15" fmla="*/ 28262 h 33979"/>
                    <a:gd name="connsiteX16" fmla="*/ 11938 w 69662"/>
                    <a:gd name="connsiteY16" fmla="*/ 24178 h 33979"/>
                    <a:gd name="connsiteX17" fmla="*/ 8508 w 69662"/>
                    <a:gd name="connsiteY17" fmla="*/ 20910 h 33979"/>
                    <a:gd name="connsiteX18" fmla="*/ 7418 w 69662"/>
                    <a:gd name="connsiteY18" fmla="*/ 19386 h 33979"/>
                    <a:gd name="connsiteX19" fmla="*/ 5785 w 69662"/>
                    <a:gd name="connsiteY19" fmla="*/ 16990 h 33979"/>
                    <a:gd name="connsiteX20" fmla="*/ 7364 w 69662"/>
                    <a:gd name="connsiteY20" fmla="*/ 15192 h 33979"/>
                    <a:gd name="connsiteX21" fmla="*/ 9270 w 69662"/>
                    <a:gd name="connsiteY21" fmla="*/ 13015 h 33979"/>
                    <a:gd name="connsiteX22" fmla="*/ 12701 w 69662"/>
                    <a:gd name="connsiteY22" fmla="*/ 9856 h 33979"/>
                    <a:gd name="connsiteX23" fmla="*/ 12809 w 69662"/>
                    <a:gd name="connsiteY23" fmla="*/ 9747 h 33979"/>
                    <a:gd name="connsiteX24" fmla="*/ 12918 w 69662"/>
                    <a:gd name="connsiteY24" fmla="*/ 9638 h 33979"/>
                    <a:gd name="connsiteX25" fmla="*/ 19453 w 69662"/>
                    <a:gd name="connsiteY25" fmla="*/ 5827 h 33979"/>
                    <a:gd name="connsiteX26" fmla="*/ 21739 w 69662"/>
                    <a:gd name="connsiteY26" fmla="*/ 5445 h 33979"/>
                    <a:gd name="connsiteX27" fmla="*/ 21739 w 69662"/>
                    <a:gd name="connsiteY27" fmla="*/ 0 h 33979"/>
                    <a:gd name="connsiteX28" fmla="*/ 17655 w 69662"/>
                    <a:gd name="connsiteY28" fmla="*/ 708 h 33979"/>
                    <a:gd name="connsiteX29" fmla="*/ 9487 w 69662"/>
                    <a:gd name="connsiteY29" fmla="*/ 5500 h 33979"/>
                    <a:gd name="connsiteX30" fmla="*/ 5294 w 69662"/>
                    <a:gd name="connsiteY30" fmla="*/ 9311 h 33979"/>
                    <a:gd name="connsiteX31" fmla="*/ 666 w 69662"/>
                    <a:gd name="connsiteY31" fmla="*/ 14757 h 33979"/>
                    <a:gd name="connsiteX32" fmla="*/ 611 w 69662"/>
                    <a:gd name="connsiteY32" fmla="*/ 14811 h 33979"/>
                    <a:gd name="connsiteX33" fmla="*/ 285 w 69662"/>
                    <a:gd name="connsiteY33" fmla="*/ 17970 h 33979"/>
                    <a:gd name="connsiteX34" fmla="*/ 4260 w 69662"/>
                    <a:gd name="connsiteY34" fmla="*/ 24123 h 33979"/>
                    <a:gd name="connsiteX35" fmla="*/ 8725 w 69662"/>
                    <a:gd name="connsiteY35" fmla="*/ 28370 h 33979"/>
                    <a:gd name="connsiteX36" fmla="*/ 17819 w 69662"/>
                    <a:gd name="connsiteY36" fmla="*/ 33326 h 33979"/>
                    <a:gd name="connsiteX37" fmla="*/ 21848 w 69662"/>
                    <a:gd name="connsiteY37" fmla="*/ 33979 h 33979"/>
                    <a:gd name="connsiteX38" fmla="*/ 26477 w 69662"/>
                    <a:gd name="connsiteY38" fmla="*/ 33108 h 33979"/>
                    <a:gd name="connsiteX39" fmla="*/ 34590 w 69662"/>
                    <a:gd name="connsiteY39" fmla="*/ 30058 h 33979"/>
                    <a:gd name="connsiteX40" fmla="*/ 42432 w 69662"/>
                    <a:gd name="connsiteY40" fmla="*/ 28370 h 33979"/>
                    <a:gd name="connsiteX41" fmla="*/ 49947 w 69662"/>
                    <a:gd name="connsiteY41" fmla="*/ 26955 h 33979"/>
                    <a:gd name="connsiteX42" fmla="*/ 68189 w 69662"/>
                    <a:gd name="connsiteY42" fmla="*/ 25757 h 33979"/>
                    <a:gd name="connsiteX43" fmla="*/ 69278 w 69662"/>
                    <a:gd name="connsiteY43" fmla="*/ 25103 h 33979"/>
                    <a:gd name="connsiteX44" fmla="*/ 69006 w 69662"/>
                    <a:gd name="connsiteY44" fmla="*/ 22598 h 33979"/>
                    <a:gd name="connsiteX45" fmla="*/ 68951 w 69662"/>
                    <a:gd name="connsiteY45" fmla="*/ 22544 h 33979"/>
                    <a:gd name="connsiteX46" fmla="*/ 54194 w 69662"/>
                    <a:gd name="connsiteY46" fmla="*/ 11108 h 33979"/>
                    <a:gd name="connsiteX47" fmla="*/ 44719 w 69662"/>
                    <a:gd name="connsiteY47" fmla="*/ 6698 h 33979"/>
                    <a:gd name="connsiteX48" fmla="*/ 35353 w 69662"/>
                    <a:gd name="connsiteY48" fmla="*/ 3866 h 33979"/>
                    <a:gd name="connsiteX49" fmla="*/ 26205 w 69662"/>
                    <a:gd name="connsiteY49" fmla="*/ 708 h 33979"/>
                    <a:gd name="connsiteX50" fmla="*/ 21739 w 69662"/>
                    <a:gd name="connsiteY50" fmla="*/ 0 h 33979"/>
                    <a:gd name="connsiteX51" fmla="*/ 21739 w 69662"/>
                    <a:gd name="connsiteY51" fmla="*/ 0 h 33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69662" h="33979">
                      <a:moveTo>
                        <a:pt x="21739" y="5445"/>
                      </a:moveTo>
                      <a:cubicBezTo>
                        <a:pt x="22611" y="5445"/>
                        <a:pt x="23537" y="5609"/>
                        <a:pt x="24408" y="5935"/>
                      </a:cubicBezTo>
                      <a:cubicBezTo>
                        <a:pt x="25225" y="6208"/>
                        <a:pt x="26042" y="6535"/>
                        <a:pt x="26858" y="6861"/>
                      </a:cubicBezTo>
                      <a:cubicBezTo>
                        <a:pt x="29145" y="7732"/>
                        <a:pt x="31541" y="8658"/>
                        <a:pt x="33937" y="9257"/>
                      </a:cubicBezTo>
                      <a:cubicBezTo>
                        <a:pt x="36605" y="9965"/>
                        <a:pt x="39764" y="10836"/>
                        <a:pt x="42868" y="11925"/>
                      </a:cubicBezTo>
                      <a:cubicBezTo>
                        <a:pt x="45590" y="13015"/>
                        <a:pt x="48912" y="14376"/>
                        <a:pt x="51308" y="15846"/>
                      </a:cubicBezTo>
                      <a:cubicBezTo>
                        <a:pt x="53976" y="17534"/>
                        <a:pt x="56318" y="19331"/>
                        <a:pt x="58550" y="21128"/>
                      </a:cubicBezTo>
                      <a:cubicBezTo>
                        <a:pt x="58115" y="21128"/>
                        <a:pt x="57680" y="21128"/>
                        <a:pt x="57243" y="21183"/>
                      </a:cubicBezTo>
                      <a:cubicBezTo>
                        <a:pt x="54521" y="21237"/>
                        <a:pt x="51962" y="21291"/>
                        <a:pt x="49402" y="21618"/>
                      </a:cubicBezTo>
                      <a:cubicBezTo>
                        <a:pt x="47006" y="21782"/>
                        <a:pt x="44991" y="22271"/>
                        <a:pt x="43086" y="22707"/>
                      </a:cubicBezTo>
                      <a:cubicBezTo>
                        <a:pt x="42487" y="22816"/>
                        <a:pt x="41888" y="22979"/>
                        <a:pt x="41452" y="23088"/>
                      </a:cubicBezTo>
                      <a:cubicBezTo>
                        <a:pt x="38512" y="23579"/>
                        <a:pt x="35680" y="24286"/>
                        <a:pt x="33338" y="24831"/>
                      </a:cubicBezTo>
                      <a:cubicBezTo>
                        <a:pt x="30888" y="25375"/>
                        <a:pt x="28546" y="26355"/>
                        <a:pt x="26369" y="27281"/>
                      </a:cubicBezTo>
                      <a:cubicBezTo>
                        <a:pt x="25714" y="27554"/>
                        <a:pt x="25061" y="27826"/>
                        <a:pt x="24462" y="28098"/>
                      </a:cubicBezTo>
                      <a:cubicBezTo>
                        <a:pt x="23537" y="28425"/>
                        <a:pt x="22665" y="28643"/>
                        <a:pt x="21794" y="28643"/>
                      </a:cubicBezTo>
                      <a:cubicBezTo>
                        <a:pt x="21032" y="28643"/>
                        <a:pt x="20269" y="28534"/>
                        <a:pt x="19453" y="28262"/>
                      </a:cubicBezTo>
                      <a:cubicBezTo>
                        <a:pt x="16676" y="27390"/>
                        <a:pt x="14279" y="26083"/>
                        <a:pt x="11938" y="24178"/>
                      </a:cubicBezTo>
                      <a:cubicBezTo>
                        <a:pt x="10903" y="23415"/>
                        <a:pt x="9814" y="22326"/>
                        <a:pt x="8508" y="20910"/>
                      </a:cubicBezTo>
                      <a:cubicBezTo>
                        <a:pt x="8126" y="20366"/>
                        <a:pt x="7800" y="19875"/>
                        <a:pt x="7418" y="19386"/>
                      </a:cubicBezTo>
                      <a:cubicBezTo>
                        <a:pt x="6765" y="18514"/>
                        <a:pt x="6275" y="17806"/>
                        <a:pt x="5785" y="16990"/>
                      </a:cubicBezTo>
                      <a:cubicBezTo>
                        <a:pt x="6275" y="16336"/>
                        <a:pt x="6819" y="15791"/>
                        <a:pt x="7364" y="15192"/>
                      </a:cubicBezTo>
                      <a:cubicBezTo>
                        <a:pt x="8017" y="14485"/>
                        <a:pt x="8617" y="13777"/>
                        <a:pt x="9270" y="13015"/>
                      </a:cubicBezTo>
                      <a:cubicBezTo>
                        <a:pt x="10413" y="11871"/>
                        <a:pt x="11666" y="10673"/>
                        <a:pt x="12701" y="9856"/>
                      </a:cubicBezTo>
                      <a:lnTo>
                        <a:pt x="12809" y="9747"/>
                      </a:lnTo>
                      <a:lnTo>
                        <a:pt x="12918" y="9638"/>
                      </a:lnTo>
                      <a:cubicBezTo>
                        <a:pt x="14987" y="7896"/>
                        <a:pt x="17057" y="6698"/>
                        <a:pt x="19453" y="5827"/>
                      </a:cubicBezTo>
                      <a:cubicBezTo>
                        <a:pt x="20215" y="5609"/>
                        <a:pt x="20977" y="5445"/>
                        <a:pt x="21739" y="5445"/>
                      </a:cubicBezTo>
                      <a:moveTo>
                        <a:pt x="21739" y="0"/>
                      </a:moveTo>
                      <a:cubicBezTo>
                        <a:pt x="20324" y="0"/>
                        <a:pt x="18962" y="218"/>
                        <a:pt x="17655" y="708"/>
                      </a:cubicBezTo>
                      <a:cubicBezTo>
                        <a:pt x="14878" y="1688"/>
                        <a:pt x="12210" y="3158"/>
                        <a:pt x="9487" y="5500"/>
                      </a:cubicBezTo>
                      <a:cubicBezTo>
                        <a:pt x="8126" y="6535"/>
                        <a:pt x="6710" y="7896"/>
                        <a:pt x="5294" y="9311"/>
                      </a:cubicBezTo>
                      <a:cubicBezTo>
                        <a:pt x="3825" y="11217"/>
                        <a:pt x="2354" y="12415"/>
                        <a:pt x="666" y="14757"/>
                      </a:cubicBezTo>
                      <a:lnTo>
                        <a:pt x="611" y="14811"/>
                      </a:lnTo>
                      <a:cubicBezTo>
                        <a:pt x="-42" y="15737"/>
                        <a:pt x="-205" y="16935"/>
                        <a:pt x="285" y="17970"/>
                      </a:cubicBezTo>
                      <a:cubicBezTo>
                        <a:pt x="1483" y="20583"/>
                        <a:pt x="2899" y="22108"/>
                        <a:pt x="4260" y="24123"/>
                      </a:cubicBezTo>
                      <a:cubicBezTo>
                        <a:pt x="5676" y="25757"/>
                        <a:pt x="7201" y="27227"/>
                        <a:pt x="8725" y="28370"/>
                      </a:cubicBezTo>
                      <a:cubicBezTo>
                        <a:pt x="11720" y="30821"/>
                        <a:pt x="14824" y="32346"/>
                        <a:pt x="17819" y="33326"/>
                      </a:cubicBezTo>
                      <a:cubicBezTo>
                        <a:pt x="19180" y="33761"/>
                        <a:pt x="20487" y="33979"/>
                        <a:pt x="21848" y="33979"/>
                      </a:cubicBezTo>
                      <a:cubicBezTo>
                        <a:pt x="23428" y="33979"/>
                        <a:pt x="25007" y="33652"/>
                        <a:pt x="26477" y="33108"/>
                      </a:cubicBezTo>
                      <a:cubicBezTo>
                        <a:pt x="29254" y="32019"/>
                        <a:pt x="31977" y="30658"/>
                        <a:pt x="34590" y="30058"/>
                      </a:cubicBezTo>
                      <a:cubicBezTo>
                        <a:pt x="37259" y="29405"/>
                        <a:pt x="39873" y="28806"/>
                        <a:pt x="42432" y="28370"/>
                      </a:cubicBezTo>
                      <a:cubicBezTo>
                        <a:pt x="45209" y="27771"/>
                        <a:pt x="47279" y="27172"/>
                        <a:pt x="49947" y="26955"/>
                      </a:cubicBezTo>
                      <a:cubicBezTo>
                        <a:pt x="55283" y="26301"/>
                        <a:pt x="61764" y="26900"/>
                        <a:pt x="68189" y="25757"/>
                      </a:cubicBezTo>
                      <a:cubicBezTo>
                        <a:pt x="68624" y="25702"/>
                        <a:pt x="69006" y="25484"/>
                        <a:pt x="69278" y="25103"/>
                      </a:cubicBezTo>
                      <a:cubicBezTo>
                        <a:pt x="69877" y="24341"/>
                        <a:pt x="69768" y="23197"/>
                        <a:pt x="69006" y="22598"/>
                      </a:cubicBezTo>
                      <a:lnTo>
                        <a:pt x="68951" y="22544"/>
                      </a:lnTo>
                      <a:cubicBezTo>
                        <a:pt x="64159" y="18732"/>
                        <a:pt x="59966" y="14757"/>
                        <a:pt x="54194" y="11108"/>
                      </a:cubicBezTo>
                      <a:cubicBezTo>
                        <a:pt x="51308" y="9366"/>
                        <a:pt x="47714" y="7896"/>
                        <a:pt x="44719" y="6698"/>
                      </a:cubicBezTo>
                      <a:cubicBezTo>
                        <a:pt x="41561" y="5609"/>
                        <a:pt x="38457" y="4737"/>
                        <a:pt x="35353" y="3866"/>
                      </a:cubicBezTo>
                      <a:cubicBezTo>
                        <a:pt x="32249" y="3104"/>
                        <a:pt x="29200" y="1743"/>
                        <a:pt x="26205" y="708"/>
                      </a:cubicBezTo>
                      <a:cubicBezTo>
                        <a:pt x="24735" y="272"/>
                        <a:pt x="23210" y="0"/>
                        <a:pt x="21739" y="0"/>
                      </a:cubicBezTo>
                      <a:lnTo>
                        <a:pt x="21739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1" name="Forme libre : forme 1170">
                  <a:extLst>
                    <a:ext uri="{FF2B5EF4-FFF2-40B4-BE49-F238E27FC236}">
                      <a16:creationId xmlns:a16="http://schemas.microsoft.com/office/drawing/2014/main" id="{1F331444-D5BF-40DD-B622-87A564BF167E}"/>
                    </a:ext>
                  </a:extLst>
                </p:cNvPr>
                <p:cNvSpPr/>
                <p:nvPr/>
              </p:nvSpPr>
              <p:spPr>
                <a:xfrm>
                  <a:off x="7901886" y="5206710"/>
                  <a:ext cx="49449" cy="35939"/>
                </a:xfrm>
                <a:custGeom>
                  <a:avLst/>
                  <a:gdLst>
                    <a:gd name="connsiteX0" fmla="*/ 41213 w 49449"/>
                    <a:gd name="connsiteY0" fmla="*/ 6262 h 35939"/>
                    <a:gd name="connsiteX1" fmla="*/ 37129 w 49449"/>
                    <a:gd name="connsiteY1" fmla="*/ 12415 h 35939"/>
                    <a:gd name="connsiteX2" fmla="*/ 32609 w 49449"/>
                    <a:gd name="connsiteY2" fmla="*/ 17970 h 35939"/>
                    <a:gd name="connsiteX3" fmla="*/ 27599 w 49449"/>
                    <a:gd name="connsiteY3" fmla="*/ 22871 h 35939"/>
                    <a:gd name="connsiteX4" fmla="*/ 23570 w 49449"/>
                    <a:gd name="connsiteY4" fmla="*/ 27227 h 35939"/>
                    <a:gd name="connsiteX5" fmla="*/ 21937 w 49449"/>
                    <a:gd name="connsiteY5" fmla="*/ 29133 h 35939"/>
                    <a:gd name="connsiteX6" fmla="*/ 19159 w 49449"/>
                    <a:gd name="connsiteY6" fmla="*/ 30385 h 35939"/>
                    <a:gd name="connsiteX7" fmla="*/ 12733 w 49449"/>
                    <a:gd name="connsiteY7" fmla="*/ 28806 h 35939"/>
                    <a:gd name="connsiteX8" fmla="*/ 9303 w 49449"/>
                    <a:gd name="connsiteY8" fmla="*/ 26791 h 35939"/>
                    <a:gd name="connsiteX9" fmla="*/ 7833 w 49449"/>
                    <a:gd name="connsiteY9" fmla="*/ 25539 h 35939"/>
                    <a:gd name="connsiteX10" fmla="*/ 5546 w 49449"/>
                    <a:gd name="connsiteY10" fmla="*/ 23470 h 35939"/>
                    <a:gd name="connsiteX11" fmla="*/ 8105 w 49449"/>
                    <a:gd name="connsiteY11" fmla="*/ 14376 h 35939"/>
                    <a:gd name="connsiteX12" fmla="*/ 8160 w 49449"/>
                    <a:gd name="connsiteY12" fmla="*/ 14212 h 35939"/>
                    <a:gd name="connsiteX13" fmla="*/ 8214 w 49449"/>
                    <a:gd name="connsiteY13" fmla="*/ 14049 h 35939"/>
                    <a:gd name="connsiteX14" fmla="*/ 11263 w 49449"/>
                    <a:gd name="connsiteY14" fmla="*/ 9039 h 35939"/>
                    <a:gd name="connsiteX15" fmla="*/ 12298 w 49449"/>
                    <a:gd name="connsiteY15" fmla="*/ 8658 h 35939"/>
                    <a:gd name="connsiteX16" fmla="*/ 12353 w 49449"/>
                    <a:gd name="connsiteY16" fmla="*/ 8658 h 35939"/>
                    <a:gd name="connsiteX17" fmla="*/ 13550 w 49449"/>
                    <a:gd name="connsiteY17" fmla="*/ 8767 h 35939"/>
                    <a:gd name="connsiteX18" fmla="*/ 17798 w 49449"/>
                    <a:gd name="connsiteY18" fmla="*/ 9039 h 35939"/>
                    <a:gd name="connsiteX19" fmla="*/ 20248 w 49449"/>
                    <a:gd name="connsiteY19" fmla="*/ 8876 h 35939"/>
                    <a:gd name="connsiteX20" fmla="*/ 26783 w 49449"/>
                    <a:gd name="connsiteY20" fmla="*/ 7950 h 35939"/>
                    <a:gd name="connsiteX21" fmla="*/ 33535 w 49449"/>
                    <a:gd name="connsiteY21" fmla="*/ 7133 h 35939"/>
                    <a:gd name="connsiteX22" fmla="*/ 41213 w 49449"/>
                    <a:gd name="connsiteY22" fmla="*/ 6262 h 35939"/>
                    <a:gd name="connsiteX23" fmla="*/ 47530 w 49449"/>
                    <a:gd name="connsiteY23" fmla="*/ 0 h 35939"/>
                    <a:gd name="connsiteX24" fmla="*/ 47312 w 49449"/>
                    <a:gd name="connsiteY24" fmla="*/ 0 h 35939"/>
                    <a:gd name="connsiteX25" fmla="*/ 32936 w 49449"/>
                    <a:gd name="connsiteY25" fmla="*/ 1797 h 35939"/>
                    <a:gd name="connsiteX26" fmla="*/ 26130 w 49449"/>
                    <a:gd name="connsiteY26" fmla="*/ 2614 h 35939"/>
                    <a:gd name="connsiteX27" fmla="*/ 19649 w 49449"/>
                    <a:gd name="connsiteY27" fmla="*/ 3539 h 35939"/>
                    <a:gd name="connsiteX28" fmla="*/ 17852 w 49449"/>
                    <a:gd name="connsiteY28" fmla="*/ 3648 h 35939"/>
                    <a:gd name="connsiteX29" fmla="*/ 12843 w 49449"/>
                    <a:gd name="connsiteY29" fmla="*/ 3267 h 35939"/>
                    <a:gd name="connsiteX30" fmla="*/ 12189 w 49449"/>
                    <a:gd name="connsiteY30" fmla="*/ 3267 h 35939"/>
                    <a:gd name="connsiteX31" fmla="*/ 7234 w 49449"/>
                    <a:gd name="connsiteY31" fmla="*/ 5445 h 35939"/>
                    <a:gd name="connsiteX32" fmla="*/ 3204 w 49449"/>
                    <a:gd name="connsiteY32" fmla="*/ 12089 h 35939"/>
                    <a:gd name="connsiteX33" fmla="*/ 46 w 49449"/>
                    <a:gd name="connsiteY33" fmla="*/ 23415 h 35939"/>
                    <a:gd name="connsiteX34" fmla="*/ 863 w 49449"/>
                    <a:gd name="connsiteY34" fmla="*/ 26464 h 35939"/>
                    <a:gd name="connsiteX35" fmla="*/ 972 w 49449"/>
                    <a:gd name="connsiteY35" fmla="*/ 26573 h 35939"/>
                    <a:gd name="connsiteX36" fmla="*/ 5981 w 49449"/>
                    <a:gd name="connsiteY36" fmla="*/ 31147 h 35939"/>
                    <a:gd name="connsiteX37" fmla="*/ 10610 w 49449"/>
                    <a:gd name="connsiteY37" fmla="*/ 33870 h 35939"/>
                    <a:gd name="connsiteX38" fmla="*/ 19159 w 49449"/>
                    <a:gd name="connsiteY38" fmla="*/ 35939 h 35939"/>
                    <a:gd name="connsiteX39" fmla="*/ 19159 w 49449"/>
                    <a:gd name="connsiteY39" fmla="*/ 35939 h 35939"/>
                    <a:gd name="connsiteX40" fmla="*/ 25912 w 49449"/>
                    <a:gd name="connsiteY40" fmla="*/ 32944 h 35939"/>
                    <a:gd name="connsiteX41" fmla="*/ 31248 w 49449"/>
                    <a:gd name="connsiteY41" fmla="*/ 27009 h 35939"/>
                    <a:gd name="connsiteX42" fmla="*/ 36639 w 49449"/>
                    <a:gd name="connsiteY42" fmla="*/ 21727 h 35939"/>
                    <a:gd name="connsiteX43" fmla="*/ 41431 w 49449"/>
                    <a:gd name="connsiteY43" fmla="*/ 15846 h 35939"/>
                    <a:gd name="connsiteX44" fmla="*/ 49272 w 49449"/>
                    <a:gd name="connsiteY44" fmla="*/ 2723 h 35939"/>
                    <a:gd name="connsiteX45" fmla="*/ 49435 w 49449"/>
                    <a:gd name="connsiteY45" fmla="*/ 1743 h 35939"/>
                    <a:gd name="connsiteX46" fmla="*/ 47530 w 49449"/>
                    <a:gd name="connsiteY46" fmla="*/ 0 h 35939"/>
                    <a:gd name="connsiteX47" fmla="*/ 47530 w 49449"/>
                    <a:gd name="connsiteY47" fmla="*/ 0 h 35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49449" h="35939">
                      <a:moveTo>
                        <a:pt x="41213" y="6262"/>
                      </a:moveTo>
                      <a:cubicBezTo>
                        <a:pt x="39906" y="8495"/>
                        <a:pt x="38490" y="10510"/>
                        <a:pt x="37129" y="12415"/>
                      </a:cubicBezTo>
                      <a:cubicBezTo>
                        <a:pt x="35659" y="14267"/>
                        <a:pt x="34134" y="16173"/>
                        <a:pt x="32609" y="17970"/>
                      </a:cubicBezTo>
                      <a:cubicBezTo>
                        <a:pt x="30975" y="19658"/>
                        <a:pt x="29288" y="21346"/>
                        <a:pt x="27599" y="22871"/>
                      </a:cubicBezTo>
                      <a:cubicBezTo>
                        <a:pt x="26075" y="24232"/>
                        <a:pt x="24823" y="25757"/>
                        <a:pt x="23570" y="27227"/>
                      </a:cubicBezTo>
                      <a:cubicBezTo>
                        <a:pt x="23025" y="27880"/>
                        <a:pt x="22481" y="28534"/>
                        <a:pt x="21937" y="29133"/>
                      </a:cubicBezTo>
                      <a:cubicBezTo>
                        <a:pt x="21120" y="30004"/>
                        <a:pt x="20248" y="30385"/>
                        <a:pt x="19159" y="30385"/>
                      </a:cubicBezTo>
                      <a:cubicBezTo>
                        <a:pt x="17036" y="30385"/>
                        <a:pt x="15021" y="29895"/>
                        <a:pt x="12733" y="28806"/>
                      </a:cubicBezTo>
                      <a:cubicBezTo>
                        <a:pt x="11863" y="28425"/>
                        <a:pt x="10719" y="27771"/>
                        <a:pt x="9303" y="26791"/>
                      </a:cubicBezTo>
                      <a:cubicBezTo>
                        <a:pt x="8813" y="26355"/>
                        <a:pt x="8323" y="25974"/>
                        <a:pt x="7833" y="25539"/>
                      </a:cubicBezTo>
                      <a:cubicBezTo>
                        <a:pt x="7016" y="24831"/>
                        <a:pt x="6308" y="24286"/>
                        <a:pt x="5546" y="23470"/>
                      </a:cubicBezTo>
                      <a:cubicBezTo>
                        <a:pt x="6308" y="19331"/>
                        <a:pt x="7179" y="16336"/>
                        <a:pt x="8105" y="14376"/>
                      </a:cubicBezTo>
                      <a:lnTo>
                        <a:pt x="8160" y="14212"/>
                      </a:lnTo>
                      <a:lnTo>
                        <a:pt x="8214" y="14049"/>
                      </a:lnTo>
                      <a:cubicBezTo>
                        <a:pt x="9086" y="11980"/>
                        <a:pt x="10011" y="10346"/>
                        <a:pt x="11263" y="9039"/>
                      </a:cubicBezTo>
                      <a:cubicBezTo>
                        <a:pt x="11536" y="8712"/>
                        <a:pt x="11699" y="8658"/>
                        <a:pt x="12298" y="8658"/>
                      </a:cubicBezTo>
                      <a:cubicBezTo>
                        <a:pt x="12298" y="8658"/>
                        <a:pt x="12353" y="8658"/>
                        <a:pt x="12353" y="8658"/>
                      </a:cubicBezTo>
                      <a:lnTo>
                        <a:pt x="13550" y="8767"/>
                      </a:lnTo>
                      <a:cubicBezTo>
                        <a:pt x="14912" y="8876"/>
                        <a:pt x="16328" y="9039"/>
                        <a:pt x="17798" y="9039"/>
                      </a:cubicBezTo>
                      <a:cubicBezTo>
                        <a:pt x="18669" y="9039"/>
                        <a:pt x="19540" y="8985"/>
                        <a:pt x="20248" y="8876"/>
                      </a:cubicBezTo>
                      <a:cubicBezTo>
                        <a:pt x="22426" y="8603"/>
                        <a:pt x="24605" y="8331"/>
                        <a:pt x="26783" y="7950"/>
                      </a:cubicBezTo>
                      <a:cubicBezTo>
                        <a:pt x="29070" y="7732"/>
                        <a:pt x="31357" y="7460"/>
                        <a:pt x="33535" y="7133"/>
                      </a:cubicBezTo>
                      <a:lnTo>
                        <a:pt x="41213" y="6262"/>
                      </a:lnTo>
                      <a:moveTo>
                        <a:pt x="47530" y="0"/>
                      </a:moveTo>
                      <a:cubicBezTo>
                        <a:pt x="47475" y="0"/>
                        <a:pt x="47366" y="0"/>
                        <a:pt x="47312" y="0"/>
                      </a:cubicBezTo>
                      <a:lnTo>
                        <a:pt x="32936" y="1797"/>
                      </a:lnTo>
                      <a:cubicBezTo>
                        <a:pt x="30649" y="2124"/>
                        <a:pt x="28416" y="2396"/>
                        <a:pt x="26130" y="2614"/>
                      </a:cubicBezTo>
                      <a:cubicBezTo>
                        <a:pt x="23951" y="2940"/>
                        <a:pt x="21773" y="3267"/>
                        <a:pt x="19649" y="3539"/>
                      </a:cubicBezTo>
                      <a:cubicBezTo>
                        <a:pt x="19050" y="3594"/>
                        <a:pt x="18451" y="3648"/>
                        <a:pt x="17852" y="3648"/>
                      </a:cubicBezTo>
                      <a:cubicBezTo>
                        <a:pt x="16219" y="3648"/>
                        <a:pt x="14531" y="3431"/>
                        <a:pt x="12843" y="3267"/>
                      </a:cubicBezTo>
                      <a:cubicBezTo>
                        <a:pt x="12624" y="3267"/>
                        <a:pt x="12407" y="3267"/>
                        <a:pt x="12189" y="3267"/>
                      </a:cubicBezTo>
                      <a:cubicBezTo>
                        <a:pt x="10229" y="3267"/>
                        <a:pt x="8595" y="3975"/>
                        <a:pt x="7234" y="5445"/>
                      </a:cubicBezTo>
                      <a:cubicBezTo>
                        <a:pt x="5709" y="7079"/>
                        <a:pt x="4348" y="9148"/>
                        <a:pt x="3204" y="12089"/>
                      </a:cubicBezTo>
                      <a:cubicBezTo>
                        <a:pt x="1952" y="14757"/>
                        <a:pt x="917" y="18514"/>
                        <a:pt x="46" y="23415"/>
                      </a:cubicBezTo>
                      <a:cubicBezTo>
                        <a:pt x="-118" y="24450"/>
                        <a:pt x="155" y="25593"/>
                        <a:pt x="863" y="26464"/>
                      </a:cubicBezTo>
                      <a:lnTo>
                        <a:pt x="972" y="26573"/>
                      </a:lnTo>
                      <a:cubicBezTo>
                        <a:pt x="2769" y="28643"/>
                        <a:pt x="4239" y="29623"/>
                        <a:pt x="5981" y="31147"/>
                      </a:cubicBezTo>
                      <a:cubicBezTo>
                        <a:pt x="7561" y="32237"/>
                        <a:pt x="9140" y="33217"/>
                        <a:pt x="10610" y="33870"/>
                      </a:cubicBezTo>
                      <a:cubicBezTo>
                        <a:pt x="13659" y="35340"/>
                        <a:pt x="16491" y="35885"/>
                        <a:pt x="19159" y="35939"/>
                      </a:cubicBezTo>
                      <a:cubicBezTo>
                        <a:pt x="19159" y="35939"/>
                        <a:pt x="19159" y="35939"/>
                        <a:pt x="19159" y="35939"/>
                      </a:cubicBezTo>
                      <a:cubicBezTo>
                        <a:pt x="21828" y="35939"/>
                        <a:pt x="24115" y="34905"/>
                        <a:pt x="25912" y="32944"/>
                      </a:cubicBezTo>
                      <a:cubicBezTo>
                        <a:pt x="27708" y="30930"/>
                        <a:pt x="29397" y="28697"/>
                        <a:pt x="31248" y="27009"/>
                      </a:cubicBezTo>
                      <a:cubicBezTo>
                        <a:pt x="33099" y="25267"/>
                        <a:pt x="34897" y="23524"/>
                        <a:pt x="36639" y="21727"/>
                      </a:cubicBezTo>
                      <a:cubicBezTo>
                        <a:pt x="38273" y="19767"/>
                        <a:pt x="39906" y="17806"/>
                        <a:pt x="41431" y="15846"/>
                      </a:cubicBezTo>
                      <a:cubicBezTo>
                        <a:pt x="44426" y="11707"/>
                        <a:pt x="47149" y="7460"/>
                        <a:pt x="49272" y="2723"/>
                      </a:cubicBezTo>
                      <a:cubicBezTo>
                        <a:pt x="49381" y="2450"/>
                        <a:pt x="49490" y="2069"/>
                        <a:pt x="49435" y="1743"/>
                      </a:cubicBezTo>
                      <a:cubicBezTo>
                        <a:pt x="49272" y="708"/>
                        <a:pt x="48456" y="0"/>
                        <a:pt x="47530" y="0"/>
                      </a:cubicBezTo>
                      <a:lnTo>
                        <a:pt x="47530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2" name="Forme libre : forme 1171">
                  <a:extLst>
                    <a:ext uri="{FF2B5EF4-FFF2-40B4-BE49-F238E27FC236}">
                      <a16:creationId xmlns:a16="http://schemas.microsoft.com/office/drawing/2014/main" id="{9CB79386-A2EB-471C-A742-7BE79248BCF6}"/>
                    </a:ext>
                  </a:extLst>
                </p:cNvPr>
                <p:cNvSpPr/>
                <p:nvPr/>
              </p:nvSpPr>
              <p:spPr>
                <a:xfrm>
                  <a:off x="7945538" y="5223645"/>
                  <a:ext cx="34317" cy="55270"/>
                </a:xfrm>
                <a:custGeom>
                  <a:avLst/>
                  <a:gdLst>
                    <a:gd name="connsiteX0" fmla="*/ 28546 w 34317"/>
                    <a:gd name="connsiteY0" fmla="*/ 9638 h 55270"/>
                    <a:gd name="connsiteX1" fmla="*/ 28872 w 34317"/>
                    <a:gd name="connsiteY1" fmla="*/ 17480 h 55270"/>
                    <a:gd name="connsiteX2" fmla="*/ 28601 w 34317"/>
                    <a:gd name="connsiteY2" fmla="*/ 25049 h 55270"/>
                    <a:gd name="connsiteX3" fmla="*/ 27675 w 34317"/>
                    <a:gd name="connsiteY3" fmla="*/ 32455 h 55270"/>
                    <a:gd name="connsiteX4" fmla="*/ 27239 w 34317"/>
                    <a:gd name="connsiteY4" fmla="*/ 38771 h 55270"/>
                    <a:gd name="connsiteX5" fmla="*/ 27185 w 34317"/>
                    <a:gd name="connsiteY5" fmla="*/ 41222 h 55270"/>
                    <a:gd name="connsiteX6" fmla="*/ 26259 w 34317"/>
                    <a:gd name="connsiteY6" fmla="*/ 43727 h 55270"/>
                    <a:gd name="connsiteX7" fmla="*/ 21521 w 34317"/>
                    <a:gd name="connsiteY7" fmla="*/ 46014 h 55270"/>
                    <a:gd name="connsiteX8" fmla="*/ 17165 w 34317"/>
                    <a:gd name="connsiteY8" fmla="*/ 47429 h 55270"/>
                    <a:gd name="connsiteX9" fmla="*/ 12591 w 34317"/>
                    <a:gd name="connsiteY9" fmla="*/ 49008 h 55270"/>
                    <a:gd name="connsiteX10" fmla="*/ 11284 w 34317"/>
                    <a:gd name="connsiteY10" fmla="*/ 49553 h 55270"/>
                    <a:gd name="connsiteX11" fmla="*/ 8943 w 34317"/>
                    <a:gd name="connsiteY11" fmla="*/ 47157 h 55270"/>
                    <a:gd name="connsiteX12" fmla="*/ 8398 w 34317"/>
                    <a:gd name="connsiteY12" fmla="*/ 46503 h 55270"/>
                    <a:gd name="connsiteX13" fmla="*/ 6437 w 34317"/>
                    <a:gd name="connsiteY13" fmla="*/ 42474 h 55270"/>
                    <a:gd name="connsiteX14" fmla="*/ 5567 w 34317"/>
                    <a:gd name="connsiteY14" fmla="*/ 34687 h 55270"/>
                    <a:gd name="connsiteX15" fmla="*/ 6928 w 34317"/>
                    <a:gd name="connsiteY15" fmla="*/ 31747 h 55270"/>
                    <a:gd name="connsiteX16" fmla="*/ 8126 w 34317"/>
                    <a:gd name="connsiteY16" fmla="*/ 30821 h 55270"/>
                    <a:gd name="connsiteX17" fmla="*/ 13353 w 34317"/>
                    <a:gd name="connsiteY17" fmla="*/ 26192 h 55270"/>
                    <a:gd name="connsiteX18" fmla="*/ 17982 w 34317"/>
                    <a:gd name="connsiteY18" fmla="*/ 20910 h 55270"/>
                    <a:gd name="connsiteX19" fmla="*/ 22992 w 34317"/>
                    <a:gd name="connsiteY19" fmla="*/ 15519 h 55270"/>
                    <a:gd name="connsiteX20" fmla="*/ 26749 w 34317"/>
                    <a:gd name="connsiteY20" fmla="*/ 11599 h 55270"/>
                    <a:gd name="connsiteX21" fmla="*/ 28546 w 34317"/>
                    <a:gd name="connsiteY21" fmla="*/ 9638 h 55270"/>
                    <a:gd name="connsiteX22" fmla="*/ 31214 w 34317"/>
                    <a:gd name="connsiteY22" fmla="*/ 0 h 55270"/>
                    <a:gd name="connsiteX23" fmla="*/ 29907 w 34317"/>
                    <a:gd name="connsiteY23" fmla="*/ 544 h 55270"/>
                    <a:gd name="connsiteX24" fmla="*/ 19071 w 34317"/>
                    <a:gd name="connsiteY24" fmla="*/ 11762 h 55270"/>
                    <a:gd name="connsiteX25" fmla="*/ 14007 w 34317"/>
                    <a:gd name="connsiteY25" fmla="*/ 17207 h 55270"/>
                    <a:gd name="connsiteX26" fmla="*/ 9269 w 34317"/>
                    <a:gd name="connsiteY26" fmla="*/ 22653 h 55270"/>
                    <a:gd name="connsiteX27" fmla="*/ 3552 w 34317"/>
                    <a:gd name="connsiteY27" fmla="*/ 27499 h 55270"/>
                    <a:gd name="connsiteX28" fmla="*/ 121 w 34317"/>
                    <a:gd name="connsiteY28" fmla="*/ 34143 h 55270"/>
                    <a:gd name="connsiteX29" fmla="*/ 1265 w 34317"/>
                    <a:gd name="connsiteY29" fmla="*/ 44271 h 55270"/>
                    <a:gd name="connsiteX30" fmla="*/ 3987 w 34317"/>
                    <a:gd name="connsiteY30" fmla="*/ 49825 h 55270"/>
                    <a:gd name="connsiteX31" fmla="*/ 9215 w 34317"/>
                    <a:gd name="connsiteY31" fmla="*/ 54781 h 55270"/>
                    <a:gd name="connsiteX32" fmla="*/ 11012 w 34317"/>
                    <a:gd name="connsiteY32" fmla="*/ 55271 h 55270"/>
                    <a:gd name="connsiteX33" fmla="*/ 12210 w 34317"/>
                    <a:gd name="connsiteY33" fmla="*/ 55053 h 55270"/>
                    <a:gd name="connsiteX34" fmla="*/ 12482 w 34317"/>
                    <a:gd name="connsiteY34" fmla="*/ 54944 h 55270"/>
                    <a:gd name="connsiteX35" fmla="*/ 18635 w 34317"/>
                    <a:gd name="connsiteY35" fmla="*/ 52711 h 55270"/>
                    <a:gd name="connsiteX36" fmla="*/ 23155 w 34317"/>
                    <a:gd name="connsiteY36" fmla="*/ 51241 h 55270"/>
                    <a:gd name="connsiteX37" fmla="*/ 29689 w 34317"/>
                    <a:gd name="connsiteY37" fmla="*/ 47974 h 55270"/>
                    <a:gd name="connsiteX38" fmla="*/ 32630 w 34317"/>
                    <a:gd name="connsiteY38" fmla="*/ 41603 h 55270"/>
                    <a:gd name="connsiteX39" fmla="*/ 33065 w 34317"/>
                    <a:gd name="connsiteY39" fmla="*/ 33380 h 55270"/>
                    <a:gd name="connsiteX40" fmla="*/ 34046 w 34317"/>
                    <a:gd name="connsiteY40" fmla="*/ 25539 h 55270"/>
                    <a:gd name="connsiteX41" fmla="*/ 34318 w 34317"/>
                    <a:gd name="connsiteY41" fmla="*/ 17588 h 55270"/>
                    <a:gd name="connsiteX42" fmla="*/ 33011 w 34317"/>
                    <a:gd name="connsiteY42" fmla="*/ 1525 h 55270"/>
                    <a:gd name="connsiteX43" fmla="*/ 32521 w 34317"/>
                    <a:gd name="connsiteY43" fmla="*/ 544 h 55270"/>
                    <a:gd name="connsiteX44" fmla="*/ 31214 w 34317"/>
                    <a:gd name="connsiteY44" fmla="*/ 0 h 55270"/>
                    <a:gd name="connsiteX45" fmla="*/ 31214 w 34317"/>
                    <a:gd name="connsiteY45" fmla="*/ 0 h 55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34317" h="55270">
                      <a:moveTo>
                        <a:pt x="28546" y="9638"/>
                      </a:moveTo>
                      <a:cubicBezTo>
                        <a:pt x="28710" y="12089"/>
                        <a:pt x="28819" y="14703"/>
                        <a:pt x="28872" y="17480"/>
                      </a:cubicBezTo>
                      <a:lnTo>
                        <a:pt x="28601" y="25049"/>
                      </a:lnTo>
                      <a:lnTo>
                        <a:pt x="27675" y="32455"/>
                      </a:lnTo>
                      <a:cubicBezTo>
                        <a:pt x="27348" y="34578"/>
                        <a:pt x="27294" y="36702"/>
                        <a:pt x="27239" y="38771"/>
                      </a:cubicBezTo>
                      <a:cubicBezTo>
                        <a:pt x="27239" y="39643"/>
                        <a:pt x="27185" y="40459"/>
                        <a:pt x="27185" y="41222"/>
                      </a:cubicBezTo>
                      <a:cubicBezTo>
                        <a:pt x="27076" y="42474"/>
                        <a:pt x="26803" y="43291"/>
                        <a:pt x="26259" y="43727"/>
                      </a:cubicBezTo>
                      <a:cubicBezTo>
                        <a:pt x="25170" y="44652"/>
                        <a:pt x="23754" y="45306"/>
                        <a:pt x="21521" y="46014"/>
                      </a:cubicBezTo>
                      <a:lnTo>
                        <a:pt x="17165" y="47429"/>
                      </a:lnTo>
                      <a:cubicBezTo>
                        <a:pt x="15422" y="47865"/>
                        <a:pt x="14061" y="48410"/>
                        <a:pt x="12591" y="49008"/>
                      </a:cubicBezTo>
                      <a:cubicBezTo>
                        <a:pt x="12210" y="49172"/>
                        <a:pt x="11774" y="49335"/>
                        <a:pt x="11284" y="49553"/>
                      </a:cubicBezTo>
                      <a:cubicBezTo>
                        <a:pt x="10467" y="48954"/>
                        <a:pt x="9868" y="48191"/>
                        <a:pt x="8943" y="47157"/>
                      </a:cubicBezTo>
                      <a:lnTo>
                        <a:pt x="8398" y="46503"/>
                      </a:lnTo>
                      <a:cubicBezTo>
                        <a:pt x="7527" y="45142"/>
                        <a:pt x="6874" y="43835"/>
                        <a:pt x="6437" y="42474"/>
                      </a:cubicBezTo>
                      <a:cubicBezTo>
                        <a:pt x="5567" y="40023"/>
                        <a:pt x="5294" y="37464"/>
                        <a:pt x="5567" y="34687"/>
                      </a:cubicBezTo>
                      <a:cubicBezTo>
                        <a:pt x="5730" y="32944"/>
                        <a:pt x="6383" y="32182"/>
                        <a:pt x="6928" y="31747"/>
                      </a:cubicBezTo>
                      <a:lnTo>
                        <a:pt x="8126" y="30821"/>
                      </a:lnTo>
                      <a:cubicBezTo>
                        <a:pt x="9868" y="29514"/>
                        <a:pt x="11774" y="28044"/>
                        <a:pt x="13353" y="26192"/>
                      </a:cubicBezTo>
                      <a:lnTo>
                        <a:pt x="17982" y="20910"/>
                      </a:lnTo>
                      <a:lnTo>
                        <a:pt x="22992" y="15519"/>
                      </a:lnTo>
                      <a:cubicBezTo>
                        <a:pt x="24244" y="14212"/>
                        <a:pt x="25496" y="12906"/>
                        <a:pt x="26749" y="11599"/>
                      </a:cubicBezTo>
                      <a:cubicBezTo>
                        <a:pt x="27294" y="10945"/>
                        <a:pt x="27893" y="10292"/>
                        <a:pt x="28546" y="9638"/>
                      </a:cubicBezTo>
                      <a:moveTo>
                        <a:pt x="31214" y="0"/>
                      </a:moveTo>
                      <a:cubicBezTo>
                        <a:pt x="30724" y="0"/>
                        <a:pt x="30288" y="164"/>
                        <a:pt x="29907" y="544"/>
                      </a:cubicBezTo>
                      <a:cubicBezTo>
                        <a:pt x="25987" y="4302"/>
                        <a:pt x="22611" y="8114"/>
                        <a:pt x="19071" y="11762"/>
                      </a:cubicBezTo>
                      <a:lnTo>
                        <a:pt x="14007" y="17207"/>
                      </a:lnTo>
                      <a:lnTo>
                        <a:pt x="9269" y="22653"/>
                      </a:lnTo>
                      <a:cubicBezTo>
                        <a:pt x="7690" y="24450"/>
                        <a:pt x="5567" y="25975"/>
                        <a:pt x="3552" y="27499"/>
                      </a:cubicBezTo>
                      <a:cubicBezTo>
                        <a:pt x="1646" y="29024"/>
                        <a:pt x="448" y="31147"/>
                        <a:pt x="121" y="34143"/>
                      </a:cubicBezTo>
                      <a:cubicBezTo>
                        <a:pt x="-151" y="37083"/>
                        <a:pt x="-42" y="40568"/>
                        <a:pt x="1265" y="44271"/>
                      </a:cubicBezTo>
                      <a:cubicBezTo>
                        <a:pt x="1809" y="46068"/>
                        <a:pt x="2789" y="48028"/>
                        <a:pt x="3987" y="49825"/>
                      </a:cubicBezTo>
                      <a:cubicBezTo>
                        <a:pt x="5621" y="51677"/>
                        <a:pt x="6819" y="53310"/>
                        <a:pt x="9215" y="54781"/>
                      </a:cubicBezTo>
                      <a:cubicBezTo>
                        <a:pt x="9760" y="55107"/>
                        <a:pt x="10359" y="55271"/>
                        <a:pt x="11012" y="55271"/>
                      </a:cubicBezTo>
                      <a:cubicBezTo>
                        <a:pt x="11393" y="55271"/>
                        <a:pt x="11828" y="55216"/>
                        <a:pt x="12210" y="55053"/>
                      </a:cubicBezTo>
                      <a:lnTo>
                        <a:pt x="12482" y="54944"/>
                      </a:lnTo>
                      <a:cubicBezTo>
                        <a:pt x="15042" y="53964"/>
                        <a:pt x="16512" y="53256"/>
                        <a:pt x="18635" y="52711"/>
                      </a:cubicBezTo>
                      <a:lnTo>
                        <a:pt x="23155" y="51241"/>
                      </a:lnTo>
                      <a:cubicBezTo>
                        <a:pt x="25932" y="50370"/>
                        <a:pt x="27947" y="49444"/>
                        <a:pt x="29689" y="47974"/>
                      </a:cubicBezTo>
                      <a:cubicBezTo>
                        <a:pt x="31432" y="46558"/>
                        <a:pt x="32412" y="44434"/>
                        <a:pt x="32630" y="41603"/>
                      </a:cubicBezTo>
                      <a:cubicBezTo>
                        <a:pt x="32739" y="38826"/>
                        <a:pt x="32630" y="35939"/>
                        <a:pt x="33065" y="33380"/>
                      </a:cubicBezTo>
                      <a:lnTo>
                        <a:pt x="34046" y="25539"/>
                      </a:lnTo>
                      <a:lnTo>
                        <a:pt x="34318" y="17588"/>
                      </a:lnTo>
                      <a:cubicBezTo>
                        <a:pt x="34209" y="12252"/>
                        <a:pt x="33991" y="6916"/>
                        <a:pt x="33011" y="1525"/>
                      </a:cubicBezTo>
                      <a:cubicBezTo>
                        <a:pt x="32956" y="1198"/>
                        <a:pt x="32794" y="817"/>
                        <a:pt x="32521" y="544"/>
                      </a:cubicBezTo>
                      <a:cubicBezTo>
                        <a:pt x="32140" y="164"/>
                        <a:pt x="31650" y="0"/>
                        <a:pt x="31214" y="0"/>
                      </a:cubicBezTo>
                      <a:lnTo>
                        <a:pt x="31214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3" name="Forme libre : forme 1172">
                  <a:extLst>
                    <a:ext uri="{FF2B5EF4-FFF2-40B4-BE49-F238E27FC236}">
                      <a16:creationId xmlns:a16="http://schemas.microsoft.com/office/drawing/2014/main" id="{E4C39EB7-CCBC-47FF-AF9F-A579DA4E2D11}"/>
                    </a:ext>
                  </a:extLst>
                </p:cNvPr>
                <p:cNvSpPr/>
                <p:nvPr/>
              </p:nvSpPr>
              <p:spPr>
                <a:xfrm>
                  <a:off x="8008419" y="5216294"/>
                  <a:ext cx="40464" cy="44434"/>
                </a:xfrm>
                <a:custGeom>
                  <a:avLst/>
                  <a:gdLst>
                    <a:gd name="connsiteX0" fmla="*/ 6832 w 40464"/>
                    <a:gd name="connsiteY0" fmla="*/ 7787 h 44434"/>
                    <a:gd name="connsiteX1" fmla="*/ 12877 w 40464"/>
                    <a:gd name="connsiteY1" fmla="*/ 10673 h 44434"/>
                    <a:gd name="connsiteX2" fmla="*/ 13421 w 40464"/>
                    <a:gd name="connsiteY2" fmla="*/ 10945 h 44434"/>
                    <a:gd name="connsiteX3" fmla="*/ 19629 w 40464"/>
                    <a:gd name="connsiteY3" fmla="*/ 14321 h 44434"/>
                    <a:gd name="connsiteX4" fmla="*/ 25400 w 40464"/>
                    <a:gd name="connsiteY4" fmla="*/ 17970 h 44434"/>
                    <a:gd name="connsiteX5" fmla="*/ 31118 w 40464"/>
                    <a:gd name="connsiteY5" fmla="*/ 20856 h 44434"/>
                    <a:gd name="connsiteX6" fmla="*/ 32806 w 40464"/>
                    <a:gd name="connsiteY6" fmla="*/ 21618 h 44434"/>
                    <a:gd name="connsiteX7" fmla="*/ 34440 w 40464"/>
                    <a:gd name="connsiteY7" fmla="*/ 23415 h 44434"/>
                    <a:gd name="connsiteX8" fmla="*/ 34821 w 40464"/>
                    <a:gd name="connsiteY8" fmla="*/ 29677 h 44434"/>
                    <a:gd name="connsiteX9" fmla="*/ 34058 w 40464"/>
                    <a:gd name="connsiteY9" fmla="*/ 33489 h 44434"/>
                    <a:gd name="connsiteX10" fmla="*/ 33351 w 40464"/>
                    <a:gd name="connsiteY10" fmla="*/ 35449 h 44434"/>
                    <a:gd name="connsiteX11" fmla="*/ 32262 w 40464"/>
                    <a:gd name="connsiteY11" fmla="*/ 38226 h 44434"/>
                    <a:gd name="connsiteX12" fmla="*/ 29158 w 40464"/>
                    <a:gd name="connsiteY12" fmla="*/ 38662 h 44434"/>
                    <a:gd name="connsiteX13" fmla="*/ 26925 w 40464"/>
                    <a:gd name="connsiteY13" fmla="*/ 38934 h 44434"/>
                    <a:gd name="connsiteX14" fmla="*/ 24802 w 40464"/>
                    <a:gd name="connsiteY14" fmla="*/ 38989 h 44434"/>
                    <a:gd name="connsiteX15" fmla="*/ 22569 w 40464"/>
                    <a:gd name="connsiteY15" fmla="*/ 38880 h 44434"/>
                    <a:gd name="connsiteX16" fmla="*/ 16633 w 40464"/>
                    <a:gd name="connsiteY16" fmla="*/ 37410 h 44434"/>
                    <a:gd name="connsiteX17" fmla="*/ 15490 w 40464"/>
                    <a:gd name="connsiteY17" fmla="*/ 35939 h 44434"/>
                    <a:gd name="connsiteX18" fmla="*/ 15109 w 40464"/>
                    <a:gd name="connsiteY18" fmla="*/ 34197 h 44434"/>
                    <a:gd name="connsiteX19" fmla="*/ 13475 w 40464"/>
                    <a:gd name="connsiteY19" fmla="*/ 28153 h 44434"/>
                    <a:gd name="connsiteX20" fmla="*/ 11025 w 40464"/>
                    <a:gd name="connsiteY20" fmla="*/ 21836 h 44434"/>
                    <a:gd name="connsiteX21" fmla="*/ 8955 w 40464"/>
                    <a:gd name="connsiteY21" fmla="*/ 15356 h 44434"/>
                    <a:gd name="connsiteX22" fmla="*/ 8574 w 40464"/>
                    <a:gd name="connsiteY22" fmla="*/ 13940 h 44434"/>
                    <a:gd name="connsiteX23" fmla="*/ 6832 w 40464"/>
                    <a:gd name="connsiteY23" fmla="*/ 7787 h 44434"/>
                    <a:gd name="connsiteX24" fmla="*/ 1877 w 40464"/>
                    <a:gd name="connsiteY24" fmla="*/ 0 h 44434"/>
                    <a:gd name="connsiteX25" fmla="*/ 1550 w 40464"/>
                    <a:gd name="connsiteY25" fmla="*/ 54 h 44434"/>
                    <a:gd name="connsiteX26" fmla="*/ 25 w 40464"/>
                    <a:gd name="connsiteY26" fmla="*/ 2232 h 44434"/>
                    <a:gd name="connsiteX27" fmla="*/ 25 w 40464"/>
                    <a:gd name="connsiteY27" fmla="*/ 2341 h 44434"/>
                    <a:gd name="connsiteX28" fmla="*/ 3619 w 40464"/>
                    <a:gd name="connsiteY28" fmla="*/ 16881 h 44434"/>
                    <a:gd name="connsiteX29" fmla="*/ 5797 w 40464"/>
                    <a:gd name="connsiteY29" fmla="*/ 23687 h 44434"/>
                    <a:gd name="connsiteX30" fmla="*/ 8302 w 40464"/>
                    <a:gd name="connsiteY30" fmla="*/ 30167 h 44434"/>
                    <a:gd name="connsiteX31" fmla="*/ 10099 w 40464"/>
                    <a:gd name="connsiteY31" fmla="*/ 37192 h 44434"/>
                    <a:gd name="connsiteX32" fmla="*/ 14183 w 40464"/>
                    <a:gd name="connsiteY32" fmla="*/ 42310 h 44434"/>
                    <a:gd name="connsiteX33" fmla="*/ 22188 w 40464"/>
                    <a:gd name="connsiteY33" fmla="*/ 44325 h 44434"/>
                    <a:gd name="connsiteX34" fmla="*/ 24802 w 40464"/>
                    <a:gd name="connsiteY34" fmla="*/ 44434 h 44434"/>
                    <a:gd name="connsiteX35" fmla="*/ 27470 w 40464"/>
                    <a:gd name="connsiteY35" fmla="*/ 44380 h 44434"/>
                    <a:gd name="connsiteX36" fmla="*/ 34222 w 40464"/>
                    <a:gd name="connsiteY36" fmla="*/ 43400 h 44434"/>
                    <a:gd name="connsiteX37" fmla="*/ 34276 w 40464"/>
                    <a:gd name="connsiteY37" fmla="*/ 43400 h 44434"/>
                    <a:gd name="connsiteX38" fmla="*/ 36781 w 40464"/>
                    <a:gd name="connsiteY38" fmla="*/ 41439 h 44434"/>
                    <a:gd name="connsiteX39" fmla="*/ 39232 w 40464"/>
                    <a:gd name="connsiteY39" fmla="*/ 35286 h 44434"/>
                    <a:gd name="connsiteX40" fmla="*/ 40266 w 40464"/>
                    <a:gd name="connsiteY40" fmla="*/ 30167 h 44434"/>
                    <a:gd name="connsiteX41" fmla="*/ 39722 w 40464"/>
                    <a:gd name="connsiteY41" fmla="*/ 21890 h 44434"/>
                    <a:gd name="connsiteX42" fmla="*/ 35202 w 40464"/>
                    <a:gd name="connsiteY42" fmla="*/ 16717 h 44434"/>
                    <a:gd name="connsiteX43" fmla="*/ 28450 w 40464"/>
                    <a:gd name="connsiteY43" fmla="*/ 13450 h 44434"/>
                    <a:gd name="connsiteX44" fmla="*/ 22406 w 40464"/>
                    <a:gd name="connsiteY44" fmla="*/ 9638 h 44434"/>
                    <a:gd name="connsiteX45" fmla="*/ 16035 w 40464"/>
                    <a:gd name="connsiteY45" fmla="*/ 6153 h 44434"/>
                    <a:gd name="connsiteX46" fmla="*/ 2530 w 40464"/>
                    <a:gd name="connsiteY46" fmla="*/ 109 h 44434"/>
                    <a:gd name="connsiteX47" fmla="*/ 1877 w 40464"/>
                    <a:gd name="connsiteY47" fmla="*/ 0 h 44434"/>
                    <a:gd name="connsiteX48" fmla="*/ 1877 w 40464"/>
                    <a:gd name="connsiteY48" fmla="*/ 0 h 4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0464" h="44434">
                      <a:moveTo>
                        <a:pt x="6832" y="7787"/>
                      </a:moveTo>
                      <a:cubicBezTo>
                        <a:pt x="8846" y="8712"/>
                        <a:pt x="10862" y="9693"/>
                        <a:pt x="12877" y="10673"/>
                      </a:cubicBezTo>
                      <a:lnTo>
                        <a:pt x="13421" y="10945"/>
                      </a:lnTo>
                      <a:lnTo>
                        <a:pt x="19629" y="14321"/>
                      </a:lnTo>
                      <a:lnTo>
                        <a:pt x="25400" y="17970"/>
                      </a:lnTo>
                      <a:cubicBezTo>
                        <a:pt x="27252" y="19168"/>
                        <a:pt x="29213" y="20039"/>
                        <a:pt x="31118" y="20856"/>
                      </a:cubicBezTo>
                      <a:cubicBezTo>
                        <a:pt x="31717" y="21128"/>
                        <a:pt x="32316" y="21346"/>
                        <a:pt x="32806" y="21618"/>
                      </a:cubicBezTo>
                      <a:cubicBezTo>
                        <a:pt x="33896" y="22108"/>
                        <a:pt x="34222" y="22707"/>
                        <a:pt x="34440" y="23415"/>
                      </a:cubicBezTo>
                      <a:cubicBezTo>
                        <a:pt x="34984" y="25321"/>
                        <a:pt x="35148" y="27227"/>
                        <a:pt x="34821" y="29677"/>
                      </a:cubicBezTo>
                      <a:cubicBezTo>
                        <a:pt x="34712" y="30821"/>
                        <a:pt x="34331" y="32346"/>
                        <a:pt x="34058" y="33489"/>
                      </a:cubicBezTo>
                      <a:cubicBezTo>
                        <a:pt x="33787" y="34142"/>
                        <a:pt x="33569" y="34796"/>
                        <a:pt x="33351" y="35449"/>
                      </a:cubicBezTo>
                      <a:cubicBezTo>
                        <a:pt x="33024" y="36430"/>
                        <a:pt x="32752" y="37246"/>
                        <a:pt x="32262" y="38226"/>
                      </a:cubicBezTo>
                      <a:cubicBezTo>
                        <a:pt x="31173" y="38444"/>
                        <a:pt x="30192" y="38553"/>
                        <a:pt x="29158" y="38662"/>
                      </a:cubicBezTo>
                      <a:cubicBezTo>
                        <a:pt x="28450" y="38717"/>
                        <a:pt x="27688" y="38826"/>
                        <a:pt x="26925" y="38934"/>
                      </a:cubicBezTo>
                      <a:cubicBezTo>
                        <a:pt x="26163" y="38989"/>
                        <a:pt x="25455" y="38989"/>
                        <a:pt x="24802" y="38989"/>
                      </a:cubicBezTo>
                      <a:cubicBezTo>
                        <a:pt x="24094" y="38989"/>
                        <a:pt x="23440" y="38989"/>
                        <a:pt x="22569" y="38880"/>
                      </a:cubicBezTo>
                      <a:cubicBezTo>
                        <a:pt x="20282" y="38717"/>
                        <a:pt x="18376" y="38281"/>
                        <a:pt x="16633" y="37410"/>
                      </a:cubicBezTo>
                      <a:cubicBezTo>
                        <a:pt x="16035" y="37137"/>
                        <a:pt x="15653" y="36810"/>
                        <a:pt x="15490" y="35939"/>
                      </a:cubicBezTo>
                      <a:cubicBezTo>
                        <a:pt x="15381" y="35395"/>
                        <a:pt x="15218" y="34796"/>
                        <a:pt x="15109" y="34197"/>
                      </a:cubicBezTo>
                      <a:cubicBezTo>
                        <a:pt x="14728" y="32291"/>
                        <a:pt x="14238" y="30113"/>
                        <a:pt x="13475" y="28153"/>
                      </a:cubicBezTo>
                      <a:lnTo>
                        <a:pt x="11025" y="21836"/>
                      </a:lnTo>
                      <a:lnTo>
                        <a:pt x="8955" y="15356"/>
                      </a:lnTo>
                      <a:lnTo>
                        <a:pt x="8574" y="13940"/>
                      </a:lnTo>
                      <a:cubicBezTo>
                        <a:pt x="7921" y="11871"/>
                        <a:pt x="7377" y="9802"/>
                        <a:pt x="6832" y="7787"/>
                      </a:cubicBezTo>
                      <a:moveTo>
                        <a:pt x="1877" y="0"/>
                      </a:moveTo>
                      <a:cubicBezTo>
                        <a:pt x="1768" y="0"/>
                        <a:pt x="1659" y="0"/>
                        <a:pt x="1550" y="54"/>
                      </a:cubicBezTo>
                      <a:cubicBezTo>
                        <a:pt x="515" y="218"/>
                        <a:pt x="-138" y="1198"/>
                        <a:pt x="25" y="2232"/>
                      </a:cubicBezTo>
                      <a:lnTo>
                        <a:pt x="25" y="2341"/>
                      </a:lnTo>
                      <a:cubicBezTo>
                        <a:pt x="951" y="7515"/>
                        <a:pt x="2312" y="12198"/>
                        <a:pt x="3619" y="16881"/>
                      </a:cubicBezTo>
                      <a:lnTo>
                        <a:pt x="5797" y="23687"/>
                      </a:lnTo>
                      <a:lnTo>
                        <a:pt x="8302" y="30167"/>
                      </a:lnTo>
                      <a:cubicBezTo>
                        <a:pt x="9173" y="32291"/>
                        <a:pt x="9554" y="34796"/>
                        <a:pt x="10099" y="37192"/>
                      </a:cubicBezTo>
                      <a:cubicBezTo>
                        <a:pt x="10698" y="39533"/>
                        <a:pt x="12005" y="41276"/>
                        <a:pt x="14183" y="42310"/>
                      </a:cubicBezTo>
                      <a:cubicBezTo>
                        <a:pt x="16361" y="43400"/>
                        <a:pt x="18921" y="44107"/>
                        <a:pt x="22188" y="44325"/>
                      </a:cubicBezTo>
                      <a:cubicBezTo>
                        <a:pt x="23005" y="44434"/>
                        <a:pt x="23876" y="44434"/>
                        <a:pt x="24802" y="44434"/>
                      </a:cubicBezTo>
                      <a:cubicBezTo>
                        <a:pt x="25673" y="44434"/>
                        <a:pt x="26544" y="44380"/>
                        <a:pt x="27470" y="44380"/>
                      </a:cubicBezTo>
                      <a:cubicBezTo>
                        <a:pt x="29703" y="43998"/>
                        <a:pt x="31499" y="44053"/>
                        <a:pt x="34222" y="43400"/>
                      </a:cubicBezTo>
                      <a:lnTo>
                        <a:pt x="34276" y="43400"/>
                      </a:lnTo>
                      <a:cubicBezTo>
                        <a:pt x="35311" y="43127"/>
                        <a:pt x="36237" y="42474"/>
                        <a:pt x="36781" y="41439"/>
                      </a:cubicBezTo>
                      <a:cubicBezTo>
                        <a:pt x="38034" y="39043"/>
                        <a:pt x="38415" y="37355"/>
                        <a:pt x="39232" y="35286"/>
                      </a:cubicBezTo>
                      <a:cubicBezTo>
                        <a:pt x="39722" y="33489"/>
                        <a:pt x="40103" y="31746"/>
                        <a:pt x="40266" y="30167"/>
                      </a:cubicBezTo>
                      <a:cubicBezTo>
                        <a:pt x="40702" y="26954"/>
                        <a:pt x="40375" y="24286"/>
                        <a:pt x="39722" y="21890"/>
                      </a:cubicBezTo>
                      <a:cubicBezTo>
                        <a:pt x="39014" y="19549"/>
                        <a:pt x="37489" y="17806"/>
                        <a:pt x="35202" y="16717"/>
                      </a:cubicBezTo>
                      <a:cubicBezTo>
                        <a:pt x="32915" y="15628"/>
                        <a:pt x="30410" y="14757"/>
                        <a:pt x="28450" y="13450"/>
                      </a:cubicBezTo>
                      <a:lnTo>
                        <a:pt x="22406" y="9638"/>
                      </a:lnTo>
                      <a:lnTo>
                        <a:pt x="16035" y="6153"/>
                      </a:lnTo>
                      <a:cubicBezTo>
                        <a:pt x="11624" y="3975"/>
                        <a:pt x="7268" y="1851"/>
                        <a:pt x="2530" y="109"/>
                      </a:cubicBezTo>
                      <a:cubicBezTo>
                        <a:pt x="2312" y="0"/>
                        <a:pt x="2094" y="0"/>
                        <a:pt x="1877" y="0"/>
                      </a:cubicBezTo>
                      <a:lnTo>
                        <a:pt x="1877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4" name="Forme libre : forme 1173">
                  <a:extLst>
                    <a:ext uri="{FF2B5EF4-FFF2-40B4-BE49-F238E27FC236}">
                      <a16:creationId xmlns:a16="http://schemas.microsoft.com/office/drawing/2014/main" id="{3381C4C4-0989-4CF8-8811-DA30D4C9253B}"/>
                    </a:ext>
                  </a:extLst>
                </p:cNvPr>
                <p:cNvSpPr/>
                <p:nvPr/>
              </p:nvSpPr>
              <p:spPr>
                <a:xfrm>
                  <a:off x="8025406" y="5185473"/>
                  <a:ext cx="58420" cy="33652"/>
                </a:xfrm>
                <a:custGeom>
                  <a:avLst/>
                  <a:gdLst>
                    <a:gd name="connsiteX0" fmla="*/ 38036 w 58420"/>
                    <a:gd name="connsiteY0" fmla="*/ 5554 h 33652"/>
                    <a:gd name="connsiteX1" fmla="*/ 43264 w 58420"/>
                    <a:gd name="connsiteY1" fmla="*/ 7678 h 33652"/>
                    <a:gd name="connsiteX2" fmla="*/ 47620 w 58420"/>
                    <a:gd name="connsiteY2" fmla="*/ 9638 h 33652"/>
                    <a:gd name="connsiteX3" fmla="*/ 50669 w 58420"/>
                    <a:gd name="connsiteY3" fmla="*/ 11109 h 33652"/>
                    <a:gd name="connsiteX4" fmla="*/ 50833 w 58420"/>
                    <a:gd name="connsiteY4" fmla="*/ 11163 h 33652"/>
                    <a:gd name="connsiteX5" fmla="*/ 50996 w 58420"/>
                    <a:gd name="connsiteY5" fmla="*/ 11217 h 33652"/>
                    <a:gd name="connsiteX6" fmla="*/ 53011 w 58420"/>
                    <a:gd name="connsiteY6" fmla="*/ 12089 h 33652"/>
                    <a:gd name="connsiteX7" fmla="*/ 52957 w 58420"/>
                    <a:gd name="connsiteY7" fmla="*/ 15356 h 33652"/>
                    <a:gd name="connsiteX8" fmla="*/ 52848 w 58420"/>
                    <a:gd name="connsiteY8" fmla="*/ 16500 h 33652"/>
                    <a:gd name="connsiteX9" fmla="*/ 51432 w 58420"/>
                    <a:gd name="connsiteY9" fmla="*/ 20692 h 33652"/>
                    <a:gd name="connsiteX10" fmla="*/ 46041 w 58420"/>
                    <a:gd name="connsiteY10" fmla="*/ 26791 h 33652"/>
                    <a:gd name="connsiteX11" fmla="*/ 41467 w 58420"/>
                    <a:gd name="connsiteY11" fmla="*/ 28153 h 33652"/>
                    <a:gd name="connsiteX12" fmla="*/ 40106 w 58420"/>
                    <a:gd name="connsiteY12" fmla="*/ 28044 h 33652"/>
                    <a:gd name="connsiteX13" fmla="*/ 34442 w 58420"/>
                    <a:gd name="connsiteY13" fmla="*/ 26683 h 33652"/>
                    <a:gd name="connsiteX14" fmla="*/ 30576 w 58420"/>
                    <a:gd name="connsiteY14" fmla="*/ 25702 h 33652"/>
                    <a:gd name="connsiteX15" fmla="*/ 22571 w 58420"/>
                    <a:gd name="connsiteY15" fmla="*/ 23034 h 33652"/>
                    <a:gd name="connsiteX16" fmla="*/ 15656 w 58420"/>
                    <a:gd name="connsiteY16" fmla="*/ 19059 h 33652"/>
                    <a:gd name="connsiteX17" fmla="*/ 9503 w 58420"/>
                    <a:gd name="connsiteY17" fmla="*/ 13886 h 33652"/>
                    <a:gd name="connsiteX18" fmla="*/ 17671 w 58420"/>
                    <a:gd name="connsiteY18" fmla="*/ 13232 h 33652"/>
                    <a:gd name="connsiteX19" fmla="*/ 24967 w 58420"/>
                    <a:gd name="connsiteY19" fmla="*/ 11871 h 33652"/>
                    <a:gd name="connsiteX20" fmla="*/ 31447 w 58420"/>
                    <a:gd name="connsiteY20" fmla="*/ 9965 h 33652"/>
                    <a:gd name="connsiteX21" fmla="*/ 38036 w 58420"/>
                    <a:gd name="connsiteY21" fmla="*/ 5554 h 33652"/>
                    <a:gd name="connsiteX22" fmla="*/ 37764 w 58420"/>
                    <a:gd name="connsiteY22" fmla="*/ 0 h 33652"/>
                    <a:gd name="connsiteX23" fmla="*/ 34497 w 58420"/>
                    <a:gd name="connsiteY23" fmla="*/ 1416 h 33652"/>
                    <a:gd name="connsiteX24" fmla="*/ 29596 w 58420"/>
                    <a:gd name="connsiteY24" fmla="*/ 4846 h 33652"/>
                    <a:gd name="connsiteX25" fmla="*/ 23715 w 58420"/>
                    <a:gd name="connsiteY25" fmla="*/ 6535 h 33652"/>
                    <a:gd name="connsiteX26" fmla="*/ 17071 w 58420"/>
                    <a:gd name="connsiteY26" fmla="*/ 7787 h 33652"/>
                    <a:gd name="connsiteX27" fmla="*/ 5418 w 58420"/>
                    <a:gd name="connsiteY27" fmla="*/ 8495 h 33652"/>
                    <a:gd name="connsiteX28" fmla="*/ 1879 w 58420"/>
                    <a:gd name="connsiteY28" fmla="*/ 8495 h 33652"/>
                    <a:gd name="connsiteX29" fmla="*/ 1824 w 58420"/>
                    <a:gd name="connsiteY29" fmla="*/ 8495 h 33652"/>
                    <a:gd name="connsiteX30" fmla="*/ 1824 w 58420"/>
                    <a:gd name="connsiteY30" fmla="*/ 8495 h 33652"/>
                    <a:gd name="connsiteX31" fmla="*/ 789 w 58420"/>
                    <a:gd name="connsiteY31" fmla="*/ 8821 h 33652"/>
                    <a:gd name="connsiteX32" fmla="*/ 299 w 58420"/>
                    <a:gd name="connsiteY32" fmla="*/ 11381 h 33652"/>
                    <a:gd name="connsiteX33" fmla="*/ 12497 w 58420"/>
                    <a:gd name="connsiteY33" fmla="*/ 23524 h 33652"/>
                    <a:gd name="connsiteX34" fmla="*/ 20339 w 58420"/>
                    <a:gd name="connsiteY34" fmla="*/ 28044 h 33652"/>
                    <a:gd name="connsiteX35" fmla="*/ 29269 w 58420"/>
                    <a:gd name="connsiteY35" fmla="*/ 31039 h 33652"/>
                    <a:gd name="connsiteX36" fmla="*/ 39180 w 58420"/>
                    <a:gd name="connsiteY36" fmla="*/ 33489 h 33652"/>
                    <a:gd name="connsiteX37" fmla="*/ 41467 w 58420"/>
                    <a:gd name="connsiteY37" fmla="*/ 33652 h 33652"/>
                    <a:gd name="connsiteX38" fmla="*/ 49035 w 58420"/>
                    <a:gd name="connsiteY38" fmla="*/ 31365 h 33652"/>
                    <a:gd name="connsiteX39" fmla="*/ 56278 w 58420"/>
                    <a:gd name="connsiteY39" fmla="*/ 23088 h 33652"/>
                    <a:gd name="connsiteX40" fmla="*/ 58184 w 58420"/>
                    <a:gd name="connsiteY40" fmla="*/ 17262 h 33652"/>
                    <a:gd name="connsiteX41" fmla="*/ 58075 w 58420"/>
                    <a:gd name="connsiteY41" fmla="*/ 10128 h 33652"/>
                    <a:gd name="connsiteX42" fmla="*/ 56115 w 58420"/>
                    <a:gd name="connsiteY42" fmla="*/ 7624 h 33652"/>
                    <a:gd name="connsiteX43" fmla="*/ 56006 w 58420"/>
                    <a:gd name="connsiteY43" fmla="*/ 7569 h 33652"/>
                    <a:gd name="connsiteX44" fmla="*/ 52793 w 58420"/>
                    <a:gd name="connsiteY44" fmla="*/ 6153 h 33652"/>
                    <a:gd name="connsiteX45" fmla="*/ 49961 w 58420"/>
                    <a:gd name="connsiteY45" fmla="*/ 4792 h 33652"/>
                    <a:gd name="connsiteX46" fmla="*/ 45496 w 58420"/>
                    <a:gd name="connsiteY46" fmla="*/ 2777 h 33652"/>
                    <a:gd name="connsiteX47" fmla="*/ 39071 w 58420"/>
                    <a:gd name="connsiteY47" fmla="*/ 218 h 33652"/>
                    <a:gd name="connsiteX48" fmla="*/ 37764 w 58420"/>
                    <a:gd name="connsiteY48" fmla="*/ 0 h 33652"/>
                    <a:gd name="connsiteX49" fmla="*/ 37764 w 58420"/>
                    <a:gd name="connsiteY49" fmla="*/ 0 h 33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8420" h="33652">
                      <a:moveTo>
                        <a:pt x="38036" y="5554"/>
                      </a:moveTo>
                      <a:cubicBezTo>
                        <a:pt x="39343" y="5936"/>
                        <a:pt x="40922" y="6589"/>
                        <a:pt x="43264" y="7678"/>
                      </a:cubicBezTo>
                      <a:lnTo>
                        <a:pt x="47620" y="9638"/>
                      </a:lnTo>
                      <a:cubicBezTo>
                        <a:pt x="48600" y="10128"/>
                        <a:pt x="49635" y="10619"/>
                        <a:pt x="50669" y="11109"/>
                      </a:cubicBezTo>
                      <a:lnTo>
                        <a:pt x="50833" y="11163"/>
                      </a:lnTo>
                      <a:lnTo>
                        <a:pt x="50996" y="11217"/>
                      </a:lnTo>
                      <a:cubicBezTo>
                        <a:pt x="51595" y="11435"/>
                        <a:pt x="52249" y="11708"/>
                        <a:pt x="53011" y="12089"/>
                      </a:cubicBezTo>
                      <a:cubicBezTo>
                        <a:pt x="53119" y="13124"/>
                        <a:pt x="53066" y="14104"/>
                        <a:pt x="52957" y="15356"/>
                      </a:cubicBezTo>
                      <a:cubicBezTo>
                        <a:pt x="52902" y="15737"/>
                        <a:pt x="52902" y="16118"/>
                        <a:pt x="52848" y="16500"/>
                      </a:cubicBezTo>
                      <a:cubicBezTo>
                        <a:pt x="52520" y="18079"/>
                        <a:pt x="52031" y="19495"/>
                        <a:pt x="51432" y="20692"/>
                      </a:cubicBezTo>
                      <a:cubicBezTo>
                        <a:pt x="50288" y="23143"/>
                        <a:pt x="48491" y="25158"/>
                        <a:pt x="46041" y="26791"/>
                      </a:cubicBezTo>
                      <a:cubicBezTo>
                        <a:pt x="44679" y="27717"/>
                        <a:pt x="43155" y="28153"/>
                        <a:pt x="41467" y="28153"/>
                      </a:cubicBezTo>
                      <a:cubicBezTo>
                        <a:pt x="40976" y="28153"/>
                        <a:pt x="40541" y="28098"/>
                        <a:pt x="40106" y="28044"/>
                      </a:cubicBezTo>
                      <a:cubicBezTo>
                        <a:pt x="38254" y="27717"/>
                        <a:pt x="36293" y="27172"/>
                        <a:pt x="34442" y="26683"/>
                      </a:cubicBezTo>
                      <a:cubicBezTo>
                        <a:pt x="33081" y="26301"/>
                        <a:pt x="31774" y="25975"/>
                        <a:pt x="30576" y="25702"/>
                      </a:cubicBezTo>
                      <a:cubicBezTo>
                        <a:pt x="27853" y="25049"/>
                        <a:pt x="25185" y="24123"/>
                        <a:pt x="22571" y="23034"/>
                      </a:cubicBezTo>
                      <a:cubicBezTo>
                        <a:pt x="20175" y="21836"/>
                        <a:pt x="17779" y="20475"/>
                        <a:pt x="15656" y="19059"/>
                      </a:cubicBezTo>
                      <a:cubicBezTo>
                        <a:pt x="13314" y="17371"/>
                        <a:pt x="11299" y="15628"/>
                        <a:pt x="9503" y="13886"/>
                      </a:cubicBezTo>
                      <a:cubicBezTo>
                        <a:pt x="12715" y="13777"/>
                        <a:pt x="15329" y="13559"/>
                        <a:pt x="17671" y="13232"/>
                      </a:cubicBezTo>
                      <a:cubicBezTo>
                        <a:pt x="20230" y="12960"/>
                        <a:pt x="22680" y="12470"/>
                        <a:pt x="24967" y="11871"/>
                      </a:cubicBezTo>
                      <a:cubicBezTo>
                        <a:pt x="27254" y="11381"/>
                        <a:pt x="29487" y="10728"/>
                        <a:pt x="31447" y="9965"/>
                      </a:cubicBezTo>
                      <a:cubicBezTo>
                        <a:pt x="34170" y="8931"/>
                        <a:pt x="36293" y="7133"/>
                        <a:pt x="38036" y="5554"/>
                      </a:cubicBezTo>
                      <a:moveTo>
                        <a:pt x="37764" y="0"/>
                      </a:moveTo>
                      <a:cubicBezTo>
                        <a:pt x="36620" y="0"/>
                        <a:pt x="35585" y="490"/>
                        <a:pt x="34497" y="1416"/>
                      </a:cubicBezTo>
                      <a:cubicBezTo>
                        <a:pt x="33081" y="2723"/>
                        <a:pt x="31392" y="4193"/>
                        <a:pt x="29596" y="4846"/>
                      </a:cubicBezTo>
                      <a:cubicBezTo>
                        <a:pt x="27744" y="5554"/>
                        <a:pt x="25784" y="6153"/>
                        <a:pt x="23715" y="6535"/>
                      </a:cubicBezTo>
                      <a:cubicBezTo>
                        <a:pt x="21591" y="7133"/>
                        <a:pt x="19358" y="7515"/>
                        <a:pt x="17071" y="7787"/>
                      </a:cubicBezTo>
                      <a:cubicBezTo>
                        <a:pt x="13423" y="8332"/>
                        <a:pt x="9556" y="8495"/>
                        <a:pt x="5418" y="8495"/>
                      </a:cubicBezTo>
                      <a:cubicBezTo>
                        <a:pt x="4275" y="8495"/>
                        <a:pt x="3077" y="8495"/>
                        <a:pt x="1879" y="8495"/>
                      </a:cubicBezTo>
                      <a:lnTo>
                        <a:pt x="1824" y="8495"/>
                      </a:lnTo>
                      <a:cubicBezTo>
                        <a:pt x="1824" y="8495"/>
                        <a:pt x="1824" y="8495"/>
                        <a:pt x="1824" y="8495"/>
                      </a:cubicBezTo>
                      <a:cubicBezTo>
                        <a:pt x="1443" y="8495"/>
                        <a:pt x="1116" y="8604"/>
                        <a:pt x="789" y="8821"/>
                      </a:cubicBezTo>
                      <a:cubicBezTo>
                        <a:pt x="-27" y="9366"/>
                        <a:pt x="-245" y="10510"/>
                        <a:pt x="299" y="11381"/>
                      </a:cubicBezTo>
                      <a:cubicBezTo>
                        <a:pt x="3512" y="16064"/>
                        <a:pt x="7651" y="20039"/>
                        <a:pt x="12497" y="23524"/>
                      </a:cubicBezTo>
                      <a:cubicBezTo>
                        <a:pt x="14948" y="25158"/>
                        <a:pt x="17562" y="26683"/>
                        <a:pt x="20339" y="28044"/>
                      </a:cubicBezTo>
                      <a:cubicBezTo>
                        <a:pt x="23170" y="29242"/>
                        <a:pt x="26111" y="30222"/>
                        <a:pt x="29269" y="31039"/>
                      </a:cubicBezTo>
                      <a:cubicBezTo>
                        <a:pt x="32427" y="31747"/>
                        <a:pt x="35694" y="32890"/>
                        <a:pt x="39180" y="33489"/>
                      </a:cubicBezTo>
                      <a:cubicBezTo>
                        <a:pt x="39942" y="33598"/>
                        <a:pt x="40704" y="33652"/>
                        <a:pt x="41467" y="33652"/>
                      </a:cubicBezTo>
                      <a:cubicBezTo>
                        <a:pt x="44135" y="33652"/>
                        <a:pt x="46749" y="32890"/>
                        <a:pt x="49035" y="31365"/>
                      </a:cubicBezTo>
                      <a:cubicBezTo>
                        <a:pt x="51976" y="29405"/>
                        <a:pt x="54590" y="26683"/>
                        <a:pt x="56278" y="23088"/>
                      </a:cubicBezTo>
                      <a:cubicBezTo>
                        <a:pt x="57203" y="21400"/>
                        <a:pt x="57803" y="19331"/>
                        <a:pt x="58184" y="17262"/>
                      </a:cubicBezTo>
                      <a:cubicBezTo>
                        <a:pt x="58347" y="14812"/>
                        <a:pt x="58674" y="12851"/>
                        <a:pt x="58075" y="10128"/>
                      </a:cubicBezTo>
                      <a:cubicBezTo>
                        <a:pt x="57858" y="9094"/>
                        <a:pt x="57150" y="8114"/>
                        <a:pt x="56115" y="7624"/>
                      </a:cubicBezTo>
                      <a:lnTo>
                        <a:pt x="56006" y="7569"/>
                      </a:lnTo>
                      <a:cubicBezTo>
                        <a:pt x="54753" y="7025"/>
                        <a:pt x="53664" y="6480"/>
                        <a:pt x="52793" y="6153"/>
                      </a:cubicBezTo>
                      <a:cubicBezTo>
                        <a:pt x="51813" y="5718"/>
                        <a:pt x="50887" y="5282"/>
                        <a:pt x="49961" y="4792"/>
                      </a:cubicBezTo>
                      <a:lnTo>
                        <a:pt x="45496" y="2777"/>
                      </a:lnTo>
                      <a:cubicBezTo>
                        <a:pt x="42828" y="1470"/>
                        <a:pt x="40867" y="708"/>
                        <a:pt x="39071" y="218"/>
                      </a:cubicBezTo>
                      <a:cubicBezTo>
                        <a:pt x="38581" y="55"/>
                        <a:pt x="38145" y="0"/>
                        <a:pt x="37764" y="0"/>
                      </a:cubicBezTo>
                      <a:lnTo>
                        <a:pt x="37764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5" name="Forme libre : forme 1174">
                  <a:extLst>
                    <a:ext uri="{FF2B5EF4-FFF2-40B4-BE49-F238E27FC236}">
                      <a16:creationId xmlns:a16="http://schemas.microsoft.com/office/drawing/2014/main" id="{2E2CA533-6813-4F35-A648-E06CCF67D838}"/>
                    </a:ext>
                  </a:extLst>
                </p:cNvPr>
                <p:cNvSpPr/>
                <p:nvPr/>
              </p:nvSpPr>
              <p:spPr>
                <a:xfrm>
                  <a:off x="8041973" y="5148607"/>
                  <a:ext cx="52688" cy="33489"/>
                </a:xfrm>
                <a:custGeom>
                  <a:avLst/>
                  <a:gdLst>
                    <a:gd name="connsiteX0" fmla="*/ 33776 w 52688"/>
                    <a:gd name="connsiteY0" fmla="*/ 5445 h 33489"/>
                    <a:gd name="connsiteX1" fmla="*/ 40256 w 52688"/>
                    <a:gd name="connsiteY1" fmla="*/ 6861 h 33489"/>
                    <a:gd name="connsiteX2" fmla="*/ 43741 w 52688"/>
                    <a:gd name="connsiteY2" fmla="*/ 8822 h 33489"/>
                    <a:gd name="connsiteX3" fmla="*/ 44775 w 52688"/>
                    <a:gd name="connsiteY3" fmla="*/ 9747 h 33489"/>
                    <a:gd name="connsiteX4" fmla="*/ 47117 w 52688"/>
                    <a:gd name="connsiteY4" fmla="*/ 12034 h 33489"/>
                    <a:gd name="connsiteX5" fmla="*/ 46409 w 52688"/>
                    <a:gd name="connsiteY5" fmla="*/ 14485 h 33489"/>
                    <a:gd name="connsiteX6" fmla="*/ 45537 w 52688"/>
                    <a:gd name="connsiteY6" fmla="*/ 17589 h 33489"/>
                    <a:gd name="connsiteX7" fmla="*/ 45211 w 52688"/>
                    <a:gd name="connsiteY7" fmla="*/ 18514 h 33489"/>
                    <a:gd name="connsiteX8" fmla="*/ 44067 w 52688"/>
                    <a:gd name="connsiteY8" fmla="*/ 21891 h 33489"/>
                    <a:gd name="connsiteX9" fmla="*/ 41508 w 52688"/>
                    <a:gd name="connsiteY9" fmla="*/ 26683 h 33489"/>
                    <a:gd name="connsiteX10" fmla="*/ 40147 w 52688"/>
                    <a:gd name="connsiteY10" fmla="*/ 27118 h 33489"/>
                    <a:gd name="connsiteX11" fmla="*/ 38840 w 52688"/>
                    <a:gd name="connsiteY11" fmla="*/ 27064 h 33489"/>
                    <a:gd name="connsiteX12" fmla="*/ 35573 w 52688"/>
                    <a:gd name="connsiteY12" fmla="*/ 26955 h 33489"/>
                    <a:gd name="connsiteX13" fmla="*/ 31652 w 52688"/>
                    <a:gd name="connsiteY13" fmla="*/ 27227 h 33489"/>
                    <a:gd name="connsiteX14" fmla="*/ 24300 w 52688"/>
                    <a:gd name="connsiteY14" fmla="*/ 28044 h 33489"/>
                    <a:gd name="connsiteX15" fmla="*/ 22286 w 52688"/>
                    <a:gd name="connsiteY15" fmla="*/ 28044 h 33489"/>
                    <a:gd name="connsiteX16" fmla="*/ 16949 w 52688"/>
                    <a:gd name="connsiteY16" fmla="*/ 27881 h 33489"/>
                    <a:gd name="connsiteX17" fmla="*/ 9598 w 52688"/>
                    <a:gd name="connsiteY17" fmla="*/ 26410 h 33489"/>
                    <a:gd name="connsiteX18" fmla="*/ 15751 w 52688"/>
                    <a:gd name="connsiteY18" fmla="*/ 21618 h 33489"/>
                    <a:gd name="connsiteX19" fmla="*/ 20652 w 52688"/>
                    <a:gd name="connsiteY19" fmla="*/ 17099 h 33489"/>
                    <a:gd name="connsiteX20" fmla="*/ 25281 w 52688"/>
                    <a:gd name="connsiteY20" fmla="*/ 12797 h 33489"/>
                    <a:gd name="connsiteX21" fmla="*/ 29038 w 52688"/>
                    <a:gd name="connsiteY21" fmla="*/ 8495 h 33489"/>
                    <a:gd name="connsiteX22" fmla="*/ 30454 w 52688"/>
                    <a:gd name="connsiteY22" fmla="*/ 6753 h 33489"/>
                    <a:gd name="connsiteX23" fmla="*/ 33176 w 52688"/>
                    <a:gd name="connsiteY23" fmla="*/ 5500 h 33489"/>
                    <a:gd name="connsiteX24" fmla="*/ 33776 w 52688"/>
                    <a:gd name="connsiteY24" fmla="*/ 5445 h 33489"/>
                    <a:gd name="connsiteX25" fmla="*/ 33776 w 52688"/>
                    <a:gd name="connsiteY25" fmla="*/ 0 h 33489"/>
                    <a:gd name="connsiteX26" fmla="*/ 33068 w 52688"/>
                    <a:gd name="connsiteY26" fmla="*/ 0 h 33489"/>
                    <a:gd name="connsiteX27" fmla="*/ 26370 w 52688"/>
                    <a:gd name="connsiteY27" fmla="*/ 3158 h 33489"/>
                    <a:gd name="connsiteX28" fmla="*/ 21632 w 52688"/>
                    <a:gd name="connsiteY28" fmla="*/ 8767 h 33489"/>
                    <a:gd name="connsiteX29" fmla="*/ 16949 w 52688"/>
                    <a:gd name="connsiteY29" fmla="*/ 13124 h 33489"/>
                    <a:gd name="connsiteX30" fmla="*/ 12321 w 52688"/>
                    <a:gd name="connsiteY30" fmla="*/ 17425 h 33489"/>
                    <a:gd name="connsiteX31" fmla="*/ 1157 w 52688"/>
                    <a:gd name="connsiteY31" fmla="*/ 24885 h 33489"/>
                    <a:gd name="connsiteX32" fmla="*/ 1049 w 52688"/>
                    <a:gd name="connsiteY32" fmla="*/ 24940 h 33489"/>
                    <a:gd name="connsiteX33" fmla="*/ 341 w 52688"/>
                    <a:gd name="connsiteY33" fmla="*/ 25539 h 33489"/>
                    <a:gd name="connsiteX34" fmla="*/ 777 w 52688"/>
                    <a:gd name="connsiteY34" fmla="*/ 28153 h 33489"/>
                    <a:gd name="connsiteX35" fmla="*/ 16405 w 52688"/>
                    <a:gd name="connsiteY35" fmla="*/ 33272 h 33489"/>
                    <a:gd name="connsiteX36" fmla="*/ 22340 w 52688"/>
                    <a:gd name="connsiteY36" fmla="*/ 33489 h 33489"/>
                    <a:gd name="connsiteX37" fmla="*/ 24627 w 52688"/>
                    <a:gd name="connsiteY37" fmla="*/ 33489 h 33489"/>
                    <a:gd name="connsiteX38" fmla="*/ 32415 w 52688"/>
                    <a:gd name="connsiteY38" fmla="*/ 32618 h 33489"/>
                    <a:gd name="connsiteX39" fmla="*/ 35627 w 52688"/>
                    <a:gd name="connsiteY39" fmla="*/ 32400 h 33489"/>
                    <a:gd name="connsiteX40" fmla="*/ 39983 w 52688"/>
                    <a:gd name="connsiteY40" fmla="*/ 32564 h 33489"/>
                    <a:gd name="connsiteX41" fmla="*/ 40147 w 52688"/>
                    <a:gd name="connsiteY41" fmla="*/ 32564 h 33489"/>
                    <a:gd name="connsiteX42" fmla="*/ 45646 w 52688"/>
                    <a:gd name="connsiteY42" fmla="*/ 30222 h 33489"/>
                    <a:gd name="connsiteX43" fmla="*/ 49186 w 52688"/>
                    <a:gd name="connsiteY43" fmla="*/ 23742 h 33489"/>
                    <a:gd name="connsiteX44" fmla="*/ 50765 w 52688"/>
                    <a:gd name="connsiteY44" fmla="*/ 19113 h 33489"/>
                    <a:gd name="connsiteX45" fmla="*/ 51582 w 52688"/>
                    <a:gd name="connsiteY45" fmla="*/ 16118 h 33489"/>
                    <a:gd name="connsiteX46" fmla="*/ 52562 w 52688"/>
                    <a:gd name="connsiteY46" fmla="*/ 12797 h 33489"/>
                    <a:gd name="connsiteX47" fmla="*/ 52562 w 52688"/>
                    <a:gd name="connsiteY47" fmla="*/ 12688 h 33489"/>
                    <a:gd name="connsiteX48" fmla="*/ 52018 w 52688"/>
                    <a:gd name="connsiteY48" fmla="*/ 9584 h 33489"/>
                    <a:gd name="connsiteX49" fmla="*/ 47171 w 52688"/>
                    <a:gd name="connsiteY49" fmla="*/ 4629 h 33489"/>
                    <a:gd name="connsiteX50" fmla="*/ 42270 w 52688"/>
                    <a:gd name="connsiteY50" fmla="*/ 1852 h 33489"/>
                    <a:gd name="connsiteX51" fmla="*/ 33776 w 52688"/>
                    <a:gd name="connsiteY51" fmla="*/ 0 h 33489"/>
                    <a:gd name="connsiteX52" fmla="*/ 33776 w 52688"/>
                    <a:gd name="connsiteY52" fmla="*/ 0 h 33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52688" h="33489">
                      <a:moveTo>
                        <a:pt x="33776" y="5445"/>
                      </a:moveTo>
                      <a:cubicBezTo>
                        <a:pt x="35953" y="5445"/>
                        <a:pt x="37968" y="5881"/>
                        <a:pt x="40256" y="6861"/>
                      </a:cubicBezTo>
                      <a:cubicBezTo>
                        <a:pt x="41236" y="7242"/>
                        <a:pt x="42379" y="7896"/>
                        <a:pt x="43741" y="8822"/>
                      </a:cubicBezTo>
                      <a:cubicBezTo>
                        <a:pt x="44067" y="9149"/>
                        <a:pt x="44449" y="9421"/>
                        <a:pt x="44775" y="9747"/>
                      </a:cubicBezTo>
                      <a:cubicBezTo>
                        <a:pt x="45701" y="10564"/>
                        <a:pt x="46409" y="11218"/>
                        <a:pt x="47117" y="12034"/>
                      </a:cubicBezTo>
                      <a:cubicBezTo>
                        <a:pt x="46899" y="12851"/>
                        <a:pt x="46681" y="13668"/>
                        <a:pt x="46409" y="14485"/>
                      </a:cubicBezTo>
                      <a:cubicBezTo>
                        <a:pt x="46082" y="15520"/>
                        <a:pt x="45810" y="16554"/>
                        <a:pt x="45537" y="17589"/>
                      </a:cubicBezTo>
                      <a:lnTo>
                        <a:pt x="45211" y="18514"/>
                      </a:lnTo>
                      <a:cubicBezTo>
                        <a:pt x="44829" y="19658"/>
                        <a:pt x="44503" y="20747"/>
                        <a:pt x="44067" y="21891"/>
                      </a:cubicBezTo>
                      <a:cubicBezTo>
                        <a:pt x="43305" y="24014"/>
                        <a:pt x="42543" y="25485"/>
                        <a:pt x="41508" y="26683"/>
                      </a:cubicBezTo>
                      <a:cubicBezTo>
                        <a:pt x="41344" y="26846"/>
                        <a:pt x="41127" y="27118"/>
                        <a:pt x="40147" y="27118"/>
                      </a:cubicBezTo>
                      <a:lnTo>
                        <a:pt x="38840" y="27064"/>
                      </a:lnTo>
                      <a:cubicBezTo>
                        <a:pt x="37751" y="27009"/>
                        <a:pt x="36661" y="26955"/>
                        <a:pt x="35573" y="26955"/>
                      </a:cubicBezTo>
                      <a:cubicBezTo>
                        <a:pt x="34102" y="26955"/>
                        <a:pt x="32741" y="27064"/>
                        <a:pt x="31652" y="27227"/>
                      </a:cubicBezTo>
                      <a:cubicBezTo>
                        <a:pt x="28711" y="27608"/>
                        <a:pt x="26424" y="27881"/>
                        <a:pt x="24300" y="28044"/>
                      </a:cubicBezTo>
                      <a:cubicBezTo>
                        <a:pt x="23647" y="28044"/>
                        <a:pt x="22993" y="28044"/>
                        <a:pt x="22286" y="28044"/>
                      </a:cubicBezTo>
                      <a:cubicBezTo>
                        <a:pt x="20325" y="28044"/>
                        <a:pt x="18529" y="27989"/>
                        <a:pt x="16949" y="27881"/>
                      </a:cubicBezTo>
                      <a:cubicBezTo>
                        <a:pt x="14172" y="27554"/>
                        <a:pt x="11722" y="27118"/>
                        <a:pt x="9598" y="26410"/>
                      </a:cubicBezTo>
                      <a:cubicBezTo>
                        <a:pt x="11722" y="24994"/>
                        <a:pt x="13791" y="23415"/>
                        <a:pt x="15751" y="21618"/>
                      </a:cubicBezTo>
                      <a:cubicBezTo>
                        <a:pt x="17331" y="20311"/>
                        <a:pt x="18909" y="18841"/>
                        <a:pt x="20652" y="17099"/>
                      </a:cubicBezTo>
                      <a:cubicBezTo>
                        <a:pt x="22232" y="15683"/>
                        <a:pt x="23810" y="14267"/>
                        <a:pt x="25281" y="12797"/>
                      </a:cubicBezTo>
                      <a:cubicBezTo>
                        <a:pt x="26751" y="11490"/>
                        <a:pt x="27894" y="9965"/>
                        <a:pt x="29038" y="8495"/>
                      </a:cubicBezTo>
                      <a:cubicBezTo>
                        <a:pt x="29528" y="7896"/>
                        <a:pt x="30018" y="7242"/>
                        <a:pt x="30454" y="6753"/>
                      </a:cubicBezTo>
                      <a:cubicBezTo>
                        <a:pt x="31162" y="5936"/>
                        <a:pt x="32033" y="5554"/>
                        <a:pt x="33176" y="5500"/>
                      </a:cubicBezTo>
                      <a:lnTo>
                        <a:pt x="33776" y="5445"/>
                      </a:lnTo>
                      <a:moveTo>
                        <a:pt x="33776" y="0"/>
                      </a:moveTo>
                      <a:cubicBezTo>
                        <a:pt x="33558" y="0"/>
                        <a:pt x="33285" y="0"/>
                        <a:pt x="33068" y="0"/>
                      </a:cubicBezTo>
                      <a:cubicBezTo>
                        <a:pt x="30291" y="109"/>
                        <a:pt x="28058" y="1198"/>
                        <a:pt x="26370" y="3158"/>
                      </a:cubicBezTo>
                      <a:cubicBezTo>
                        <a:pt x="24736" y="5119"/>
                        <a:pt x="23266" y="7242"/>
                        <a:pt x="21632" y="8767"/>
                      </a:cubicBezTo>
                      <a:cubicBezTo>
                        <a:pt x="20053" y="10292"/>
                        <a:pt x="18474" y="11762"/>
                        <a:pt x="16949" y="13124"/>
                      </a:cubicBezTo>
                      <a:cubicBezTo>
                        <a:pt x="15425" y="14648"/>
                        <a:pt x="13900" y="16118"/>
                        <a:pt x="12321" y="17425"/>
                      </a:cubicBezTo>
                      <a:cubicBezTo>
                        <a:pt x="9163" y="20311"/>
                        <a:pt x="5678" y="22762"/>
                        <a:pt x="1157" y="24885"/>
                      </a:cubicBezTo>
                      <a:lnTo>
                        <a:pt x="1049" y="24940"/>
                      </a:lnTo>
                      <a:cubicBezTo>
                        <a:pt x="777" y="25049"/>
                        <a:pt x="504" y="25267"/>
                        <a:pt x="341" y="25539"/>
                      </a:cubicBezTo>
                      <a:cubicBezTo>
                        <a:pt x="-258" y="26356"/>
                        <a:pt x="-40" y="27554"/>
                        <a:pt x="777" y="28153"/>
                      </a:cubicBezTo>
                      <a:cubicBezTo>
                        <a:pt x="5241" y="31311"/>
                        <a:pt x="10905" y="32672"/>
                        <a:pt x="16405" y="33272"/>
                      </a:cubicBezTo>
                      <a:cubicBezTo>
                        <a:pt x="18365" y="33435"/>
                        <a:pt x="20380" y="33489"/>
                        <a:pt x="22340" y="33489"/>
                      </a:cubicBezTo>
                      <a:cubicBezTo>
                        <a:pt x="23102" y="33489"/>
                        <a:pt x="23865" y="33489"/>
                        <a:pt x="24627" y="33489"/>
                      </a:cubicBezTo>
                      <a:cubicBezTo>
                        <a:pt x="27296" y="33272"/>
                        <a:pt x="29855" y="32945"/>
                        <a:pt x="32415" y="32618"/>
                      </a:cubicBezTo>
                      <a:cubicBezTo>
                        <a:pt x="33449" y="32455"/>
                        <a:pt x="34538" y="32400"/>
                        <a:pt x="35627" y="32400"/>
                      </a:cubicBezTo>
                      <a:cubicBezTo>
                        <a:pt x="37097" y="32400"/>
                        <a:pt x="38568" y="32509"/>
                        <a:pt x="39983" y="32564"/>
                      </a:cubicBezTo>
                      <a:cubicBezTo>
                        <a:pt x="40038" y="32564"/>
                        <a:pt x="40092" y="32564"/>
                        <a:pt x="40147" y="32564"/>
                      </a:cubicBezTo>
                      <a:cubicBezTo>
                        <a:pt x="42488" y="32564"/>
                        <a:pt x="44285" y="31801"/>
                        <a:pt x="45646" y="30222"/>
                      </a:cubicBezTo>
                      <a:cubicBezTo>
                        <a:pt x="47062" y="28588"/>
                        <a:pt x="48151" y="26573"/>
                        <a:pt x="49186" y="23742"/>
                      </a:cubicBezTo>
                      <a:cubicBezTo>
                        <a:pt x="49730" y="22435"/>
                        <a:pt x="50220" y="20801"/>
                        <a:pt x="50765" y="19113"/>
                      </a:cubicBezTo>
                      <a:cubicBezTo>
                        <a:pt x="50983" y="18133"/>
                        <a:pt x="51310" y="17153"/>
                        <a:pt x="51582" y="16118"/>
                      </a:cubicBezTo>
                      <a:cubicBezTo>
                        <a:pt x="51909" y="15193"/>
                        <a:pt x="52235" y="14104"/>
                        <a:pt x="52562" y="12797"/>
                      </a:cubicBezTo>
                      <a:lnTo>
                        <a:pt x="52562" y="12688"/>
                      </a:lnTo>
                      <a:cubicBezTo>
                        <a:pt x="52835" y="11653"/>
                        <a:pt x="52671" y="10510"/>
                        <a:pt x="52018" y="9584"/>
                      </a:cubicBezTo>
                      <a:cubicBezTo>
                        <a:pt x="50438" y="7297"/>
                        <a:pt x="48914" y="6262"/>
                        <a:pt x="47171" y="4629"/>
                      </a:cubicBezTo>
                      <a:cubicBezTo>
                        <a:pt x="45537" y="3485"/>
                        <a:pt x="43850" y="2450"/>
                        <a:pt x="42270" y="1852"/>
                      </a:cubicBezTo>
                      <a:cubicBezTo>
                        <a:pt x="39221" y="436"/>
                        <a:pt x="36335" y="0"/>
                        <a:pt x="33776" y="0"/>
                      </a:cubicBezTo>
                      <a:lnTo>
                        <a:pt x="33776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6" name="Forme libre : forme 1175">
                  <a:extLst>
                    <a:ext uri="{FF2B5EF4-FFF2-40B4-BE49-F238E27FC236}">
                      <a16:creationId xmlns:a16="http://schemas.microsoft.com/office/drawing/2014/main" id="{9F2C3E4A-1BF7-4333-BBEF-C5E8BFDE3785}"/>
                    </a:ext>
                  </a:extLst>
                </p:cNvPr>
                <p:cNvSpPr/>
                <p:nvPr/>
              </p:nvSpPr>
              <p:spPr>
                <a:xfrm>
                  <a:off x="8017551" y="5114084"/>
                  <a:ext cx="35608" cy="48464"/>
                </a:xfrm>
                <a:custGeom>
                  <a:avLst/>
                  <a:gdLst>
                    <a:gd name="connsiteX0" fmla="*/ 20951 w 35608"/>
                    <a:gd name="connsiteY0" fmla="*/ 5445 h 48464"/>
                    <a:gd name="connsiteX1" fmla="*/ 22639 w 35608"/>
                    <a:gd name="connsiteY1" fmla="*/ 5554 h 48464"/>
                    <a:gd name="connsiteX2" fmla="*/ 22748 w 35608"/>
                    <a:gd name="connsiteY2" fmla="*/ 5609 h 48464"/>
                    <a:gd name="connsiteX3" fmla="*/ 26179 w 35608"/>
                    <a:gd name="connsiteY3" fmla="*/ 6861 h 48464"/>
                    <a:gd name="connsiteX4" fmla="*/ 27213 w 35608"/>
                    <a:gd name="connsiteY4" fmla="*/ 13777 h 48464"/>
                    <a:gd name="connsiteX5" fmla="*/ 28520 w 35608"/>
                    <a:gd name="connsiteY5" fmla="*/ 17697 h 48464"/>
                    <a:gd name="connsiteX6" fmla="*/ 28847 w 35608"/>
                    <a:gd name="connsiteY6" fmla="*/ 18514 h 48464"/>
                    <a:gd name="connsiteX7" fmla="*/ 30099 w 35608"/>
                    <a:gd name="connsiteY7" fmla="*/ 21945 h 48464"/>
                    <a:gd name="connsiteX8" fmla="*/ 29827 w 35608"/>
                    <a:gd name="connsiteY8" fmla="*/ 22163 h 48464"/>
                    <a:gd name="connsiteX9" fmla="*/ 28629 w 35608"/>
                    <a:gd name="connsiteY9" fmla="*/ 23034 h 48464"/>
                    <a:gd name="connsiteX10" fmla="*/ 23511 w 35608"/>
                    <a:gd name="connsiteY10" fmla="*/ 27281 h 48464"/>
                    <a:gd name="connsiteX11" fmla="*/ 18501 w 35608"/>
                    <a:gd name="connsiteY11" fmla="*/ 32346 h 48464"/>
                    <a:gd name="connsiteX12" fmla="*/ 13110 w 35608"/>
                    <a:gd name="connsiteY12" fmla="*/ 36756 h 48464"/>
                    <a:gd name="connsiteX13" fmla="*/ 6793 w 35608"/>
                    <a:gd name="connsiteY13" fmla="*/ 40731 h 48464"/>
                    <a:gd name="connsiteX14" fmla="*/ 7828 w 35608"/>
                    <a:gd name="connsiteY14" fmla="*/ 33217 h 48464"/>
                    <a:gd name="connsiteX15" fmla="*/ 8481 w 35608"/>
                    <a:gd name="connsiteY15" fmla="*/ 26573 h 48464"/>
                    <a:gd name="connsiteX16" fmla="*/ 9298 w 35608"/>
                    <a:gd name="connsiteY16" fmla="*/ 20311 h 48464"/>
                    <a:gd name="connsiteX17" fmla="*/ 9461 w 35608"/>
                    <a:gd name="connsiteY17" fmla="*/ 14430 h 48464"/>
                    <a:gd name="connsiteX18" fmla="*/ 9407 w 35608"/>
                    <a:gd name="connsiteY18" fmla="*/ 12524 h 48464"/>
                    <a:gd name="connsiteX19" fmla="*/ 11204 w 35608"/>
                    <a:gd name="connsiteY19" fmla="*/ 9257 h 48464"/>
                    <a:gd name="connsiteX20" fmla="*/ 18610 w 35608"/>
                    <a:gd name="connsiteY20" fmla="*/ 5663 h 48464"/>
                    <a:gd name="connsiteX21" fmla="*/ 20951 w 35608"/>
                    <a:gd name="connsiteY21" fmla="*/ 5445 h 48464"/>
                    <a:gd name="connsiteX22" fmla="*/ 20951 w 35608"/>
                    <a:gd name="connsiteY22" fmla="*/ 0 h 48464"/>
                    <a:gd name="connsiteX23" fmla="*/ 17357 w 35608"/>
                    <a:gd name="connsiteY23" fmla="*/ 381 h 48464"/>
                    <a:gd name="connsiteX24" fmla="*/ 7719 w 35608"/>
                    <a:gd name="connsiteY24" fmla="*/ 5119 h 48464"/>
                    <a:gd name="connsiteX25" fmla="*/ 4016 w 35608"/>
                    <a:gd name="connsiteY25" fmla="*/ 12307 h 48464"/>
                    <a:gd name="connsiteX26" fmla="*/ 3907 w 35608"/>
                    <a:gd name="connsiteY26" fmla="*/ 19549 h 48464"/>
                    <a:gd name="connsiteX27" fmla="*/ 3036 w 35608"/>
                    <a:gd name="connsiteY27" fmla="*/ 26029 h 48464"/>
                    <a:gd name="connsiteX28" fmla="*/ 2383 w 35608"/>
                    <a:gd name="connsiteY28" fmla="*/ 32509 h 48464"/>
                    <a:gd name="connsiteX29" fmla="*/ 41 w 35608"/>
                    <a:gd name="connsiteY29" fmla="*/ 46014 h 48464"/>
                    <a:gd name="connsiteX30" fmla="*/ 41 w 35608"/>
                    <a:gd name="connsiteY30" fmla="*/ 46122 h 48464"/>
                    <a:gd name="connsiteX31" fmla="*/ 41 w 35608"/>
                    <a:gd name="connsiteY31" fmla="*/ 47048 h 48464"/>
                    <a:gd name="connsiteX32" fmla="*/ 1838 w 35608"/>
                    <a:gd name="connsiteY32" fmla="*/ 48464 h 48464"/>
                    <a:gd name="connsiteX33" fmla="*/ 2328 w 35608"/>
                    <a:gd name="connsiteY33" fmla="*/ 48410 h 48464"/>
                    <a:gd name="connsiteX34" fmla="*/ 16214 w 35608"/>
                    <a:gd name="connsiteY34" fmla="*/ 41276 h 48464"/>
                    <a:gd name="connsiteX35" fmla="*/ 22149 w 35608"/>
                    <a:gd name="connsiteY35" fmla="*/ 36375 h 48464"/>
                    <a:gd name="connsiteX36" fmla="*/ 27322 w 35608"/>
                    <a:gd name="connsiteY36" fmla="*/ 31147 h 48464"/>
                    <a:gd name="connsiteX37" fmla="*/ 33040 w 35608"/>
                    <a:gd name="connsiteY37" fmla="*/ 26573 h 48464"/>
                    <a:gd name="connsiteX38" fmla="*/ 35599 w 35608"/>
                    <a:gd name="connsiteY38" fmla="*/ 22163 h 48464"/>
                    <a:gd name="connsiteX39" fmla="*/ 33856 w 35608"/>
                    <a:gd name="connsiteY39" fmla="*/ 16445 h 48464"/>
                    <a:gd name="connsiteX40" fmla="*/ 32441 w 35608"/>
                    <a:gd name="connsiteY40" fmla="*/ 12307 h 48464"/>
                    <a:gd name="connsiteX41" fmla="*/ 31570 w 35608"/>
                    <a:gd name="connsiteY41" fmla="*/ 6099 h 48464"/>
                    <a:gd name="connsiteX42" fmla="*/ 31570 w 35608"/>
                    <a:gd name="connsiteY42" fmla="*/ 5663 h 48464"/>
                    <a:gd name="connsiteX43" fmla="*/ 30263 w 35608"/>
                    <a:gd name="connsiteY43" fmla="*/ 3104 h 48464"/>
                    <a:gd name="connsiteX44" fmla="*/ 23728 w 35608"/>
                    <a:gd name="connsiteY44" fmla="*/ 218 h 48464"/>
                    <a:gd name="connsiteX45" fmla="*/ 20951 w 35608"/>
                    <a:gd name="connsiteY45" fmla="*/ 0 h 48464"/>
                    <a:gd name="connsiteX46" fmla="*/ 20951 w 35608"/>
                    <a:gd name="connsiteY46" fmla="*/ 0 h 48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35608" h="48464">
                      <a:moveTo>
                        <a:pt x="20951" y="5445"/>
                      </a:moveTo>
                      <a:cubicBezTo>
                        <a:pt x="21495" y="5445"/>
                        <a:pt x="22040" y="5500"/>
                        <a:pt x="22639" y="5554"/>
                      </a:cubicBezTo>
                      <a:lnTo>
                        <a:pt x="22748" y="5609"/>
                      </a:lnTo>
                      <a:cubicBezTo>
                        <a:pt x="24382" y="6044"/>
                        <a:pt x="25362" y="6316"/>
                        <a:pt x="26179" y="6861"/>
                      </a:cubicBezTo>
                      <a:cubicBezTo>
                        <a:pt x="26342" y="9420"/>
                        <a:pt x="26451" y="11381"/>
                        <a:pt x="27213" y="13777"/>
                      </a:cubicBezTo>
                      <a:cubicBezTo>
                        <a:pt x="27595" y="15356"/>
                        <a:pt x="28139" y="16663"/>
                        <a:pt x="28520" y="17697"/>
                      </a:cubicBezTo>
                      <a:lnTo>
                        <a:pt x="28847" y="18514"/>
                      </a:lnTo>
                      <a:cubicBezTo>
                        <a:pt x="29501" y="19984"/>
                        <a:pt x="29936" y="21074"/>
                        <a:pt x="30099" y="21945"/>
                      </a:cubicBezTo>
                      <a:cubicBezTo>
                        <a:pt x="30045" y="21999"/>
                        <a:pt x="29936" y="22054"/>
                        <a:pt x="29827" y="22163"/>
                      </a:cubicBezTo>
                      <a:lnTo>
                        <a:pt x="28629" y="23034"/>
                      </a:lnTo>
                      <a:cubicBezTo>
                        <a:pt x="26941" y="24287"/>
                        <a:pt x="25035" y="25648"/>
                        <a:pt x="23511" y="27281"/>
                      </a:cubicBezTo>
                      <a:lnTo>
                        <a:pt x="18501" y="32346"/>
                      </a:lnTo>
                      <a:cubicBezTo>
                        <a:pt x="16486" y="34088"/>
                        <a:pt x="14689" y="35558"/>
                        <a:pt x="13110" y="36756"/>
                      </a:cubicBezTo>
                      <a:cubicBezTo>
                        <a:pt x="10823" y="38390"/>
                        <a:pt x="8753" y="39697"/>
                        <a:pt x="6793" y="40731"/>
                      </a:cubicBezTo>
                      <a:cubicBezTo>
                        <a:pt x="7283" y="38118"/>
                        <a:pt x="7610" y="35613"/>
                        <a:pt x="7828" y="33217"/>
                      </a:cubicBezTo>
                      <a:cubicBezTo>
                        <a:pt x="8100" y="31202"/>
                        <a:pt x="8318" y="29078"/>
                        <a:pt x="8481" y="26573"/>
                      </a:cubicBezTo>
                      <a:lnTo>
                        <a:pt x="9298" y="20311"/>
                      </a:lnTo>
                      <a:cubicBezTo>
                        <a:pt x="9570" y="18296"/>
                        <a:pt x="9516" y="16336"/>
                        <a:pt x="9461" y="14430"/>
                      </a:cubicBezTo>
                      <a:cubicBezTo>
                        <a:pt x="9461" y="13722"/>
                        <a:pt x="9407" y="13015"/>
                        <a:pt x="9407" y="12524"/>
                      </a:cubicBezTo>
                      <a:cubicBezTo>
                        <a:pt x="9461" y="11762"/>
                        <a:pt x="9679" y="10564"/>
                        <a:pt x="11204" y="9257"/>
                      </a:cubicBezTo>
                      <a:cubicBezTo>
                        <a:pt x="13382" y="7406"/>
                        <a:pt x="15778" y="6208"/>
                        <a:pt x="18610" y="5663"/>
                      </a:cubicBezTo>
                      <a:cubicBezTo>
                        <a:pt x="19263" y="5500"/>
                        <a:pt x="20080" y="5445"/>
                        <a:pt x="20951" y="5445"/>
                      </a:cubicBezTo>
                      <a:moveTo>
                        <a:pt x="20951" y="0"/>
                      </a:moveTo>
                      <a:cubicBezTo>
                        <a:pt x="19699" y="0"/>
                        <a:pt x="18446" y="109"/>
                        <a:pt x="17357" y="381"/>
                      </a:cubicBezTo>
                      <a:cubicBezTo>
                        <a:pt x="13273" y="1144"/>
                        <a:pt x="10060" y="3104"/>
                        <a:pt x="7719" y="5119"/>
                      </a:cubicBezTo>
                      <a:cubicBezTo>
                        <a:pt x="5323" y="7188"/>
                        <a:pt x="4179" y="9693"/>
                        <a:pt x="4016" y="12307"/>
                      </a:cubicBezTo>
                      <a:cubicBezTo>
                        <a:pt x="4016" y="14811"/>
                        <a:pt x="4234" y="17316"/>
                        <a:pt x="3907" y="19549"/>
                      </a:cubicBezTo>
                      <a:lnTo>
                        <a:pt x="3036" y="26029"/>
                      </a:lnTo>
                      <a:cubicBezTo>
                        <a:pt x="2873" y="28207"/>
                        <a:pt x="2655" y="30385"/>
                        <a:pt x="2383" y="32509"/>
                      </a:cubicBezTo>
                      <a:cubicBezTo>
                        <a:pt x="2001" y="36920"/>
                        <a:pt x="1184" y="41167"/>
                        <a:pt x="41" y="46014"/>
                      </a:cubicBezTo>
                      <a:lnTo>
                        <a:pt x="41" y="46122"/>
                      </a:lnTo>
                      <a:cubicBezTo>
                        <a:pt x="-14" y="46395"/>
                        <a:pt x="-14" y="46721"/>
                        <a:pt x="41" y="47048"/>
                      </a:cubicBezTo>
                      <a:cubicBezTo>
                        <a:pt x="259" y="47865"/>
                        <a:pt x="1021" y="48464"/>
                        <a:pt x="1838" y="48464"/>
                      </a:cubicBezTo>
                      <a:cubicBezTo>
                        <a:pt x="2001" y="48464"/>
                        <a:pt x="2165" y="48464"/>
                        <a:pt x="2328" y="48410"/>
                      </a:cubicBezTo>
                      <a:cubicBezTo>
                        <a:pt x="7392" y="47048"/>
                        <a:pt x="11966" y="44325"/>
                        <a:pt x="16214" y="41276"/>
                      </a:cubicBezTo>
                      <a:cubicBezTo>
                        <a:pt x="18283" y="39697"/>
                        <a:pt x="20243" y="38063"/>
                        <a:pt x="22149" y="36375"/>
                      </a:cubicBezTo>
                      <a:lnTo>
                        <a:pt x="27322" y="31147"/>
                      </a:lnTo>
                      <a:cubicBezTo>
                        <a:pt x="28956" y="29405"/>
                        <a:pt x="31079" y="27989"/>
                        <a:pt x="33040" y="26573"/>
                      </a:cubicBezTo>
                      <a:cubicBezTo>
                        <a:pt x="34891" y="25267"/>
                        <a:pt x="35708" y="23796"/>
                        <a:pt x="35599" y="22163"/>
                      </a:cubicBezTo>
                      <a:cubicBezTo>
                        <a:pt x="35490" y="20475"/>
                        <a:pt x="34837" y="18787"/>
                        <a:pt x="33856" y="16445"/>
                      </a:cubicBezTo>
                      <a:cubicBezTo>
                        <a:pt x="33421" y="15302"/>
                        <a:pt x="32877" y="13940"/>
                        <a:pt x="32441" y="12307"/>
                      </a:cubicBezTo>
                      <a:cubicBezTo>
                        <a:pt x="31787" y="10346"/>
                        <a:pt x="31733" y="8821"/>
                        <a:pt x="31570" y="6099"/>
                      </a:cubicBezTo>
                      <a:lnTo>
                        <a:pt x="31570" y="5663"/>
                      </a:lnTo>
                      <a:cubicBezTo>
                        <a:pt x="31515" y="4683"/>
                        <a:pt x="31079" y="3757"/>
                        <a:pt x="30263" y="3104"/>
                      </a:cubicBezTo>
                      <a:cubicBezTo>
                        <a:pt x="28139" y="1361"/>
                        <a:pt x="26124" y="871"/>
                        <a:pt x="23728" y="218"/>
                      </a:cubicBezTo>
                      <a:cubicBezTo>
                        <a:pt x="22803" y="55"/>
                        <a:pt x="21822" y="0"/>
                        <a:pt x="20951" y="0"/>
                      </a:cubicBezTo>
                      <a:lnTo>
                        <a:pt x="20951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177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881390" y="5043893"/>
                <a:ext cx="213216" cy="234976"/>
                <a:chOff x="7881390" y="5043893"/>
                <a:chExt cx="213216" cy="234976"/>
              </a:xfrm>
              <a:noFill/>
            </p:grpSpPr>
            <p:sp>
              <p:nvSpPr>
                <p:cNvPr id="1178" name="Forme libre : forme 1177">
                  <a:extLst>
                    <a:ext uri="{FF2B5EF4-FFF2-40B4-BE49-F238E27FC236}">
                      <a16:creationId xmlns:a16="http://schemas.microsoft.com/office/drawing/2014/main" id="{4E16923D-51F1-426A-B74C-82286C8ABB38}"/>
                    </a:ext>
                  </a:extLst>
                </p:cNvPr>
                <p:cNvSpPr/>
                <p:nvPr/>
              </p:nvSpPr>
              <p:spPr>
                <a:xfrm>
                  <a:off x="7982834" y="5076592"/>
                  <a:ext cx="34130" cy="92272"/>
                </a:xfrm>
                <a:custGeom>
                  <a:avLst/>
                  <a:gdLst>
                    <a:gd name="connsiteX0" fmla="*/ 23432 w 34130"/>
                    <a:gd name="connsiteY0" fmla="*/ 91728 h 92272"/>
                    <a:gd name="connsiteX1" fmla="*/ 9709 w 34130"/>
                    <a:gd name="connsiteY1" fmla="*/ 70600 h 92272"/>
                    <a:gd name="connsiteX2" fmla="*/ 5625 w 34130"/>
                    <a:gd name="connsiteY2" fmla="*/ 58511 h 92272"/>
                    <a:gd name="connsiteX3" fmla="*/ 3175 w 34130"/>
                    <a:gd name="connsiteY3" fmla="*/ 46205 h 92272"/>
                    <a:gd name="connsiteX4" fmla="*/ 506 w 34130"/>
                    <a:gd name="connsiteY4" fmla="*/ 34061 h 92272"/>
                    <a:gd name="connsiteX5" fmla="*/ 1051 w 34130"/>
                    <a:gd name="connsiteY5" fmla="*/ 22517 h 92272"/>
                    <a:gd name="connsiteX6" fmla="*/ 6388 w 34130"/>
                    <a:gd name="connsiteY6" fmla="*/ 11681 h 92272"/>
                    <a:gd name="connsiteX7" fmla="*/ 16298 w 34130"/>
                    <a:gd name="connsiteY7" fmla="*/ 627 h 92272"/>
                    <a:gd name="connsiteX8" fmla="*/ 16353 w 34130"/>
                    <a:gd name="connsiteY8" fmla="*/ 627 h 92272"/>
                    <a:gd name="connsiteX9" fmla="*/ 19565 w 34130"/>
                    <a:gd name="connsiteY9" fmla="*/ 518 h 92272"/>
                    <a:gd name="connsiteX10" fmla="*/ 29476 w 34130"/>
                    <a:gd name="connsiteY10" fmla="*/ 12389 h 92272"/>
                    <a:gd name="connsiteX11" fmla="*/ 33724 w 34130"/>
                    <a:gd name="connsiteY11" fmla="*/ 24478 h 92272"/>
                    <a:gd name="connsiteX12" fmla="*/ 32907 w 34130"/>
                    <a:gd name="connsiteY12" fmla="*/ 35859 h 92272"/>
                    <a:gd name="connsiteX13" fmla="*/ 29422 w 34130"/>
                    <a:gd name="connsiteY13" fmla="*/ 46640 h 92272"/>
                    <a:gd name="connsiteX14" fmla="*/ 27461 w 34130"/>
                    <a:gd name="connsiteY14" fmla="*/ 57259 h 92272"/>
                    <a:gd name="connsiteX15" fmla="*/ 25937 w 34130"/>
                    <a:gd name="connsiteY15" fmla="*/ 67932 h 92272"/>
                    <a:gd name="connsiteX16" fmla="*/ 26426 w 34130"/>
                    <a:gd name="connsiteY16" fmla="*/ 90258 h 92272"/>
                    <a:gd name="connsiteX17" fmla="*/ 26426 w 34130"/>
                    <a:gd name="connsiteY17" fmla="*/ 90312 h 92272"/>
                    <a:gd name="connsiteX18" fmla="*/ 25011 w 34130"/>
                    <a:gd name="connsiteY18" fmla="*/ 92273 h 92272"/>
                    <a:gd name="connsiteX19" fmla="*/ 23432 w 34130"/>
                    <a:gd name="connsiteY19" fmla="*/ 91728 h 92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4130" h="92272">
                      <a:moveTo>
                        <a:pt x="23432" y="91728"/>
                      </a:moveTo>
                      <a:cubicBezTo>
                        <a:pt x="17441" y="86010"/>
                        <a:pt x="13031" y="78441"/>
                        <a:pt x="9709" y="70600"/>
                      </a:cubicBezTo>
                      <a:cubicBezTo>
                        <a:pt x="8130" y="66625"/>
                        <a:pt x="6769" y="62595"/>
                        <a:pt x="5625" y="58511"/>
                      </a:cubicBezTo>
                      <a:cubicBezTo>
                        <a:pt x="4645" y="54427"/>
                        <a:pt x="3828" y="50289"/>
                        <a:pt x="3175" y="46205"/>
                      </a:cubicBezTo>
                      <a:cubicBezTo>
                        <a:pt x="2521" y="42121"/>
                        <a:pt x="1432" y="38037"/>
                        <a:pt x="506" y="34061"/>
                      </a:cubicBezTo>
                      <a:cubicBezTo>
                        <a:pt x="-310" y="30086"/>
                        <a:pt x="-147" y="26220"/>
                        <a:pt x="1051" y="22517"/>
                      </a:cubicBezTo>
                      <a:cubicBezTo>
                        <a:pt x="2249" y="18814"/>
                        <a:pt x="3991" y="15220"/>
                        <a:pt x="6388" y="11681"/>
                      </a:cubicBezTo>
                      <a:cubicBezTo>
                        <a:pt x="8892" y="8087"/>
                        <a:pt x="11724" y="4548"/>
                        <a:pt x="16298" y="627"/>
                      </a:cubicBezTo>
                      <a:lnTo>
                        <a:pt x="16353" y="627"/>
                      </a:lnTo>
                      <a:cubicBezTo>
                        <a:pt x="17279" y="-190"/>
                        <a:pt x="18640" y="-190"/>
                        <a:pt x="19565" y="518"/>
                      </a:cubicBezTo>
                      <a:cubicBezTo>
                        <a:pt x="24412" y="4221"/>
                        <a:pt x="27189" y="8305"/>
                        <a:pt x="29476" y="12389"/>
                      </a:cubicBezTo>
                      <a:cubicBezTo>
                        <a:pt x="31600" y="16473"/>
                        <a:pt x="32961" y="20557"/>
                        <a:pt x="33724" y="24478"/>
                      </a:cubicBezTo>
                      <a:cubicBezTo>
                        <a:pt x="34485" y="28398"/>
                        <a:pt x="34159" y="32210"/>
                        <a:pt x="32907" y="35859"/>
                      </a:cubicBezTo>
                      <a:cubicBezTo>
                        <a:pt x="31600" y="39507"/>
                        <a:pt x="30130" y="43046"/>
                        <a:pt x="29422" y="46640"/>
                      </a:cubicBezTo>
                      <a:cubicBezTo>
                        <a:pt x="28659" y="50180"/>
                        <a:pt x="27951" y="53719"/>
                        <a:pt x="27461" y="57259"/>
                      </a:cubicBezTo>
                      <a:cubicBezTo>
                        <a:pt x="26808" y="60798"/>
                        <a:pt x="26263" y="64392"/>
                        <a:pt x="25937" y="67932"/>
                      </a:cubicBezTo>
                      <a:cubicBezTo>
                        <a:pt x="25120" y="75174"/>
                        <a:pt x="25229" y="82471"/>
                        <a:pt x="26426" y="90258"/>
                      </a:cubicBezTo>
                      <a:lnTo>
                        <a:pt x="26426" y="90312"/>
                      </a:lnTo>
                      <a:cubicBezTo>
                        <a:pt x="26590" y="91238"/>
                        <a:pt x="25937" y="92109"/>
                        <a:pt x="25011" y="92273"/>
                      </a:cubicBezTo>
                      <a:cubicBezTo>
                        <a:pt x="24357" y="92273"/>
                        <a:pt x="23813" y="92109"/>
                        <a:pt x="23432" y="91728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9" name="Forme libre : forme 1178">
                  <a:extLst>
                    <a:ext uri="{FF2B5EF4-FFF2-40B4-BE49-F238E27FC236}">
                      <a16:creationId xmlns:a16="http://schemas.microsoft.com/office/drawing/2014/main" id="{68F70536-7095-4C9F-A47A-4F64760639C0}"/>
                    </a:ext>
                  </a:extLst>
                </p:cNvPr>
                <p:cNvSpPr/>
                <p:nvPr/>
              </p:nvSpPr>
              <p:spPr>
                <a:xfrm>
                  <a:off x="7900834" y="5043893"/>
                  <a:ext cx="79156" cy="104054"/>
                </a:xfrm>
                <a:custGeom>
                  <a:avLst/>
                  <a:gdLst>
                    <a:gd name="connsiteX0" fmla="*/ 76516 w 79156"/>
                    <a:gd name="connsiteY0" fmla="*/ 103789 h 104054"/>
                    <a:gd name="connsiteX1" fmla="*/ 50161 w 79156"/>
                    <a:gd name="connsiteY1" fmla="*/ 82498 h 104054"/>
                    <a:gd name="connsiteX2" fmla="*/ 39869 w 79156"/>
                    <a:gd name="connsiteY2" fmla="*/ 68503 h 104054"/>
                    <a:gd name="connsiteX3" fmla="*/ 31320 w 79156"/>
                    <a:gd name="connsiteY3" fmla="*/ 55597 h 104054"/>
                    <a:gd name="connsiteX4" fmla="*/ 21300 w 79156"/>
                    <a:gd name="connsiteY4" fmla="*/ 45523 h 104054"/>
                    <a:gd name="connsiteX5" fmla="*/ 12043 w 79156"/>
                    <a:gd name="connsiteY5" fmla="*/ 34633 h 104054"/>
                    <a:gd name="connsiteX6" fmla="*/ 4855 w 79156"/>
                    <a:gd name="connsiteY6" fmla="*/ 20475 h 104054"/>
                    <a:gd name="connsiteX7" fmla="*/ 9 w 79156"/>
                    <a:gd name="connsiteY7" fmla="*/ 2396 h 104054"/>
                    <a:gd name="connsiteX8" fmla="*/ 1969 w 79156"/>
                    <a:gd name="connsiteY8" fmla="*/ 0 h 104054"/>
                    <a:gd name="connsiteX9" fmla="*/ 2241 w 79156"/>
                    <a:gd name="connsiteY9" fmla="*/ 0 h 104054"/>
                    <a:gd name="connsiteX10" fmla="*/ 20865 w 79156"/>
                    <a:gd name="connsiteY10" fmla="*/ 3812 h 104054"/>
                    <a:gd name="connsiteX11" fmla="*/ 36166 w 79156"/>
                    <a:gd name="connsiteY11" fmla="*/ 12524 h 104054"/>
                    <a:gd name="connsiteX12" fmla="*/ 47384 w 79156"/>
                    <a:gd name="connsiteY12" fmla="*/ 26301 h 104054"/>
                    <a:gd name="connsiteX13" fmla="*/ 54463 w 79156"/>
                    <a:gd name="connsiteY13" fmla="*/ 43345 h 104054"/>
                    <a:gd name="connsiteX14" fmla="*/ 59636 w 79156"/>
                    <a:gd name="connsiteY14" fmla="*/ 59409 h 104054"/>
                    <a:gd name="connsiteX15" fmla="*/ 64046 w 79156"/>
                    <a:gd name="connsiteY15" fmla="*/ 73839 h 104054"/>
                    <a:gd name="connsiteX16" fmla="*/ 78913 w 79156"/>
                    <a:gd name="connsiteY16" fmla="*/ 101502 h 104054"/>
                    <a:gd name="connsiteX17" fmla="*/ 78313 w 79156"/>
                    <a:gd name="connsiteY17" fmla="*/ 103789 h 104054"/>
                    <a:gd name="connsiteX18" fmla="*/ 76516 w 79156"/>
                    <a:gd name="connsiteY18" fmla="*/ 103789 h 104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9156" h="104054">
                      <a:moveTo>
                        <a:pt x="76516" y="103789"/>
                      </a:moveTo>
                      <a:cubicBezTo>
                        <a:pt x="67260" y="97908"/>
                        <a:pt x="58166" y="91537"/>
                        <a:pt x="50161" y="82498"/>
                      </a:cubicBezTo>
                      <a:cubicBezTo>
                        <a:pt x="46240" y="77923"/>
                        <a:pt x="42973" y="73077"/>
                        <a:pt x="39869" y="68503"/>
                      </a:cubicBezTo>
                      <a:cubicBezTo>
                        <a:pt x="36928" y="63820"/>
                        <a:pt x="34151" y="59409"/>
                        <a:pt x="31320" y="55597"/>
                      </a:cubicBezTo>
                      <a:cubicBezTo>
                        <a:pt x="28488" y="51840"/>
                        <a:pt x="24949" y="48627"/>
                        <a:pt x="21300" y="45523"/>
                      </a:cubicBezTo>
                      <a:cubicBezTo>
                        <a:pt x="17707" y="42420"/>
                        <a:pt x="14657" y="38880"/>
                        <a:pt x="12043" y="34633"/>
                      </a:cubicBezTo>
                      <a:cubicBezTo>
                        <a:pt x="9430" y="30385"/>
                        <a:pt x="7033" y="25702"/>
                        <a:pt x="4855" y="20475"/>
                      </a:cubicBezTo>
                      <a:cubicBezTo>
                        <a:pt x="2786" y="15193"/>
                        <a:pt x="771" y="9475"/>
                        <a:pt x="9" y="2396"/>
                      </a:cubicBezTo>
                      <a:cubicBezTo>
                        <a:pt x="-100" y="1198"/>
                        <a:pt x="771" y="109"/>
                        <a:pt x="1969" y="0"/>
                      </a:cubicBezTo>
                      <a:cubicBezTo>
                        <a:pt x="2078" y="0"/>
                        <a:pt x="2132" y="0"/>
                        <a:pt x="2241" y="0"/>
                      </a:cubicBezTo>
                      <a:cubicBezTo>
                        <a:pt x="9375" y="164"/>
                        <a:pt x="15256" y="1688"/>
                        <a:pt x="20865" y="3812"/>
                      </a:cubicBezTo>
                      <a:cubicBezTo>
                        <a:pt x="26419" y="5990"/>
                        <a:pt x="31538" y="8876"/>
                        <a:pt x="36166" y="12524"/>
                      </a:cubicBezTo>
                      <a:cubicBezTo>
                        <a:pt x="40795" y="16118"/>
                        <a:pt x="44661" y="20801"/>
                        <a:pt x="47384" y="26301"/>
                      </a:cubicBezTo>
                      <a:cubicBezTo>
                        <a:pt x="50106" y="31801"/>
                        <a:pt x="52230" y="37682"/>
                        <a:pt x="54463" y="43345"/>
                      </a:cubicBezTo>
                      <a:cubicBezTo>
                        <a:pt x="56586" y="48954"/>
                        <a:pt x="58111" y="54345"/>
                        <a:pt x="59636" y="59409"/>
                      </a:cubicBezTo>
                      <a:cubicBezTo>
                        <a:pt x="60997" y="64528"/>
                        <a:pt x="62304" y="69320"/>
                        <a:pt x="64046" y="73839"/>
                      </a:cubicBezTo>
                      <a:cubicBezTo>
                        <a:pt x="67369" y="83042"/>
                        <a:pt x="73304" y="92027"/>
                        <a:pt x="78913" y="101502"/>
                      </a:cubicBezTo>
                      <a:cubicBezTo>
                        <a:pt x="79403" y="102319"/>
                        <a:pt x="79130" y="103353"/>
                        <a:pt x="78313" y="103789"/>
                      </a:cubicBezTo>
                      <a:cubicBezTo>
                        <a:pt x="77714" y="104170"/>
                        <a:pt x="77061" y="104116"/>
                        <a:pt x="76516" y="103789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0" name="Forme libre : forme 1179">
                  <a:extLst>
                    <a:ext uri="{FF2B5EF4-FFF2-40B4-BE49-F238E27FC236}">
                      <a16:creationId xmlns:a16="http://schemas.microsoft.com/office/drawing/2014/main" id="{5E4C185D-1B67-48AA-BF07-F98C359A039C}"/>
                    </a:ext>
                  </a:extLst>
                </p:cNvPr>
                <p:cNvSpPr/>
                <p:nvPr/>
              </p:nvSpPr>
              <p:spPr>
                <a:xfrm>
                  <a:off x="7907746" y="5107651"/>
                  <a:ext cx="51986" cy="53849"/>
                </a:xfrm>
                <a:custGeom>
                  <a:avLst/>
                  <a:gdLst>
                    <a:gd name="connsiteX0" fmla="*/ 49784 w 51986"/>
                    <a:gd name="connsiteY0" fmla="*/ 53807 h 53849"/>
                    <a:gd name="connsiteX1" fmla="*/ 32304 w 51986"/>
                    <a:gd name="connsiteY1" fmla="*/ 44496 h 53849"/>
                    <a:gd name="connsiteX2" fmla="*/ 25279 w 51986"/>
                    <a:gd name="connsiteY2" fmla="*/ 38778 h 53849"/>
                    <a:gd name="connsiteX3" fmla="*/ 19235 w 51986"/>
                    <a:gd name="connsiteY3" fmla="*/ 34258 h 53849"/>
                    <a:gd name="connsiteX4" fmla="*/ 12864 w 51986"/>
                    <a:gd name="connsiteY4" fmla="*/ 32353 h 53849"/>
                    <a:gd name="connsiteX5" fmla="*/ 7527 w 51986"/>
                    <a:gd name="connsiteY5" fmla="*/ 28813 h 53849"/>
                    <a:gd name="connsiteX6" fmla="*/ 3280 w 51986"/>
                    <a:gd name="connsiteY6" fmla="*/ 20972 h 53849"/>
                    <a:gd name="connsiteX7" fmla="*/ 1374 w 51986"/>
                    <a:gd name="connsiteY7" fmla="*/ 15526 h 53849"/>
                    <a:gd name="connsiteX8" fmla="*/ 13 w 51986"/>
                    <a:gd name="connsiteY8" fmla="*/ 8447 h 53849"/>
                    <a:gd name="connsiteX9" fmla="*/ 1374 w 51986"/>
                    <a:gd name="connsiteY9" fmla="*/ 5507 h 53849"/>
                    <a:gd name="connsiteX10" fmla="*/ 7800 w 51986"/>
                    <a:gd name="connsiteY10" fmla="*/ 2076 h 53849"/>
                    <a:gd name="connsiteX11" fmla="*/ 13626 w 51986"/>
                    <a:gd name="connsiteY11" fmla="*/ 443 h 53849"/>
                    <a:gd name="connsiteX12" fmla="*/ 24517 w 51986"/>
                    <a:gd name="connsiteY12" fmla="*/ 878 h 53849"/>
                    <a:gd name="connsiteX13" fmla="*/ 33284 w 51986"/>
                    <a:gd name="connsiteY13" fmla="*/ 7195 h 53849"/>
                    <a:gd name="connsiteX14" fmla="*/ 39220 w 51986"/>
                    <a:gd name="connsiteY14" fmla="*/ 17323 h 53849"/>
                    <a:gd name="connsiteX15" fmla="*/ 43413 w 51986"/>
                    <a:gd name="connsiteY15" fmla="*/ 26635 h 53849"/>
                    <a:gd name="connsiteX16" fmla="*/ 45918 w 51986"/>
                    <a:gd name="connsiteY16" fmla="*/ 35293 h 53849"/>
                    <a:gd name="connsiteX17" fmla="*/ 51689 w 51986"/>
                    <a:gd name="connsiteY17" fmla="*/ 51085 h 53849"/>
                    <a:gd name="connsiteX18" fmla="*/ 51744 w 51986"/>
                    <a:gd name="connsiteY18" fmla="*/ 51139 h 53849"/>
                    <a:gd name="connsiteX19" fmla="*/ 51090 w 51986"/>
                    <a:gd name="connsiteY19" fmla="*/ 53589 h 53849"/>
                    <a:gd name="connsiteX20" fmla="*/ 49784 w 51986"/>
                    <a:gd name="connsiteY20" fmla="*/ 53807 h 53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986" h="53849">
                      <a:moveTo>
                        <a:pt x="49784" y="53807"/>
                      </a:moveTo>
                      <a:cubicBezTo>
                        <a:pt x="43195" y="52609"/>
                        <a:pt x="37314" y="48362"/>
                        <a:pt x="32304" y="44496"/>
                      </a:cubicBezTo>
                      <a:cubicBezTo>
                        <a:pt x="29854" y="42481"/>
                        <a:pt x="27512" y="40521"/>
                        <a:pt x="25279" y="38778"/>
                      </a:cubicBezTo>
                      <a:cubicBezTo>
                        <a:pt x="23156" y="36981"/>
                        <a:pt x="21141" y="35402"/>
                        <a:pt x="19235" y="34258"/>
                      </a:cubicBezTo>
                      <a:cubicBezTo>
                        <a:pt x="17384" y="33115"/>
                        <a:pt x="15096" y="32788"/>
                        <a:pt x="12864" y="32353"/>
                      </a:cubicBezTo>
                      <a:cubicBezTo>
                        <a:pt x="10686" y="31917"/>
                        <a:pt x="8998" y="30882"/>
                        <a:pt x="7527" y="28813"/>
                      </a:cubicBezTo>
                      <a:cubicBezTo>
                        <a:pt x="6111" y="26798"/>
                        <a:pt x="4587" y="24293"/>
                        <a:pt x="3280" y="20972"/>
                      </a:cubicBezTo>
                      <a:cubicBezTo>
                        <a:pt x="2572" y="19393"/>
                        <a:pt x="1973" y="17541"/>
                        <a:pt x="1374" y="15526"/>
                      </a:cubicBezTo>
                      <a:cubicBezTo>
                        <a:pt x="939" y="13130"/>
                        <a:pt x="231" y="11333"/>
                        <a:pt x="13" y="8447"/>
                      </a:cubicBezTo>
                      <a:cubicBezTo>
                        <a:pt x="-96" y="7249"/>
                        <a:pt x="503" y="6160"/>
                        <a:pt x="1374" y="5507"/>
                      </a:cubicBezTo>
                      <a:cubicBezTo>
                        <a:pt x="3716" y="3819"/>
                        <a:pt x="5622" y="3220"/>
                        <a:pt x="7800" y="2076"/>
                      </a:cubicBezTo>
                      <a:cubicBezTo>
                        <a:pt x="9760" y="1314"/>
                        <a:pt x="11775" y="715"/>
                        <a:pt x="13626" y="443"/>
                      </a:cubicBezTo>
                      <a:cubicBezTo>
                        <a:pt x="17438" y="-320"/>
                        <a:pt x="21032" y="-48"/>
                        <a:pt x="24517" y="878"/>
                      </a:cubicBezTo>
                      <a:cubicBezTo>
                        <a:pt x="27947" y="1858"/>
                        <a:pt x="31052" y="4037"/>
                        <a:pt x="33284" y="7195"/>
                      </a:cubicBezTo>
                      <a:cubicBezTo>
                        <a:pt x="35517" y="10408"/>
                        <a:pt x="37368" y="14056"/>
                        <a:pt x="39220" y="17323"/>
                      </a:cubicBezTo>
                      <a:cubicBezTo>
                        <a:pt x="41017" y="20590"/>
                        <a:pt x="42269" y="23694"/>
                        <a:pt x="43413" y="26635"/>
                      </a:cubicBezTo>
                      <a:cubicBezTo>
                        <a:pt x="44393" y="29684"/>
                        <a:pt x="45101" y="32570"/>
                        <a:pt x="45918" y="35293"/>
                      </a:cubicBezTo>
                      <a:cubicBezTo>
                        <a:pt x="47333" y="40847"/>
                        <a:pt x="48640" y="45912"/>
                        <a:pt x="51689" y="51085"/>
                      </a:cubicBezTo>
                      <a:lnTo>
                        <a:pt x="51744" y="51139"/>
                      </a:lnTo>
                      <a:cubicBezTo>
                        <a:pt x="52234" y="52010"/>
                        <a:pt x="51962" y="53045"/>
                        <a:pt x="51090" y="53589"/>
                      </a:cubicBezTo>
                      <a:cubicBezTo>
                        <a:pt x="50655" y="53807"/>
                        <a:pt x="50220" y="53916"/>
                        <a:pt x="49784" y="53807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1" name="Forme libre : forme 1180">
                  <a:extLst>
                    <a:ext uri="{FF2B5EF4-FFF2-40B4-BE49-F238E27FC236}">
                      <a16:creationId xmlns:a16="http://schemas.microsoft.com/office/drawing/2014/main" id="{45A2B2E9-C836-48C3-A614-049E55D91583}"/>
                    </a:ext>
                  </a:extLst>
                </p:cNvPr>
                <p:cNvSpPr/>
                <p:nvPr/>
              </p:nvSpPr>
              <p:spPr>
                <a:xfrm>
                  <a:off x="7881390" y="5159552"/>
                  <a:ext cx="69794" cy="33952"/>
                </a:xfrm>
                <a:custGeom>
                  <a:avLst/>
                  <a:gdLst>
                    <a:gd name="connsiteX0" fmla="*/ 68189 w 69794"/>
                    <a:gd name="connsiteY0" fmla="*/ 25703 h 33952"/>
                    <a:gd name="connsiteX1" fmla="*/ 49947 w 69794"/>
                    <a:gd name="connsiteY1" fmla="*/ 26901 h 33952"/>
                    <a:gd name="connsiteX2" fmla="*/ 42432 w 69794"/>
                    <a:gd name="connsiteY2" fmla="*/ 28317 h 33952"/>
                    <a:gd name="connsiteX3" fmla="*/ 34591 w 69794"/>
                    <a:gd name="connsiteY3" fmla="*/ 30005 h 33952"/>
                    <a:gd name="connsiteX4" fmla="*/ 26477 w 69794"/>
                    <a:gd name="connsiteY4" fmla="*/ 33054 h 33952"/>
                    <a:gd name="connsiteX5" fmla="*/ 17819 w 69794"/>
                    <a:gd name="connsiteY5" fmla="*/ 33326 h 33952"/>
                    <a:gd name="connsiteX6" fmla="*/ 8725 w 69794"/>
                    <a:gd name="connsiteY6" fmla="*/ 28371 h 33952"/>
                    <a:gd name="connsiteX7" fmla="*/ 4260 w 69794"/>
                    <a:gd name="connsiteY7" fmla="*/ 24123 h 33952"/>
                    <a:gd name="connsiteX8" fmla="*/ 285 w 69794"/>
                    <a:gd name="connsiteY8" fmla="*/ 17971 h 33952"/>
                    <a:gd name="connsiteX9" fmla="*/ 612 w 69794"/>
                    <a:gd name="connsiteY9" fmla="*/ 14812 h 33952"/>
                    <a:gd name="connsiteX10" fmla="*/ 666 w 69794"/>
                    <a:gd name="connsiteY10" fmla="*/ 14758 h 33952"/>
                    <a:gd name="connsiteX11" fmla="*/ 5295 w 69794"/>
                    <a:gd name="connsiteY11" fmla="*/ 9312 h 33952"/>
                    <a:gd name="connsiteX12" fmla="*/ 9488 w 69794"/>
                    <a:gd name="connsiteY12" fmla="*/ 5500 h 33952"/>
                    <a:gd name="connsiteX13" fmla="*/ 17656 w 69794"/>
                    <a:gd name="connsiteY13" fmla="*/ 708 h 33952"/>
                    <a:gd name="connsiteX14" fmla="*/ 26314 w 69794"/>
                    <a:gd name="connsiteY14" fmla="*/ 763 h 33952"/>
                    <a:gd name="connsiteX15" fmla="*/ 35462 w 69794"/>
                    <a:gd name="connsiteY15" fmla="*/ 3921 h 33952"/>
                    <a:gd name="connsiteX16" fmla="*/ 44828 w 69794"/>
                    <a:gd name="connsiteY16" fmla="*/ 6753 h 33952"/>
                    <a:gd name="connsiteX17" fmla="*/ 54303 w 69794"/>
                    <a:gd name="connsiteY17" fmla="*/ 11164 h 33952"/>
                    <a:gd name="connsiteX18" fmla="*/ 69060 w 69794"/>
                    <a:gd name="connsiteY18" fmla="*/ 22599 h 33952"/>
                    <a:gd name="connsiteX19" fmla="*/ 69115 w 69794"/>
                    <a:gd name="connsiteY19" fmla="*/ 22653 h 33952"/>
                    <a:gd name="connsiteX20" fmla="*/ 69387 w 69794"/>
                    <a:gd name="connsiteY20" fmla="*/ 25158 h 33952"/>
                    <a:gd name="connsiteX21" fmla="*/ 68189 w 69794"/>
                    <a:gd name="connsiteY21" fmla="*/ 25703 h 33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9794" h="33952">
                      <a:moveTo>
                        <a:pt x="68189" y="25703"/>
                      </a:moveTo>
                      <a:cubicBezTo>
                        <a:pt x="61763" y="26792"/>
                        <a:pt x="55283" y="26193"/>
                        <a:pt x="49947" y="26901"/>
                      </a:cubicBezTo>
                      <a:cubicBezTo>
                        <a:pt x="47279" y="27064"/>
                        <a:pt x="45155" y="27718"/>
                        <a:pt x="42432" y="28317"/>
                      </a:cubicBezTo>
                      <a:cubicBezTo>
                        <a:pt x="39819" y="28752"/>
                        <a:pt x="37204" y="29351"/>
                        <a:pt x="34591" y="30005"/>
                      </a:cubicBezTo>
                      <a:cubicBezTo>
                        <a:pt x="31923" y="30604"/>
                        <a:pt x="29200" y="31911"/>
                        <a:pt x="26477" y="33054"/>
                      </a:cubicBezTo>
                      <a:cubicBezTo>
                        <a:pt x="23700" y="34143"/>
                        <a:pt x="20814" y="34252"/>
                        <a:pt x="17819" y="33326"/>
                      </a:cubicBezTo>
                      <a:cubicBezTo>
                        <a:pt x="14824" y="32346"/>
                        <a:pt x="11720" y="30876"/>
                        <a:pt x="8725" y="28371"/>
                      </a:cubicBezTo>
                      <a:cubicBezTo>
                        <a:pt x="7201" y="27227"/>
                        <a:pt x="5731" y="25757"/>
                        <a:pt x="4260" y="24123"/>
                      </a:cubicBezTo>
                      <a:cubicBezTo>
                        <a:pt x="2844" y="22109"/>
                        <a:pt x="1429" y="20584"/>
                        <a:pt x="285" y="17971"/>
                      </a:cubicBezTo>
                      <a:cubicBezTo>
                        <a:pt x="-205" y="16881"/>
                        <a:pt x="-42" y="15683"/>
                        <a:pt x="612" y="14812"/>
                      </a:cubicBezTo>
                      <a:lnTo>
                        <a:pt x="666" y="14758"/>
                      </a:lnTo>
                      <a:cubicBezTo>
                        <a:pt x="2355" y="12416"/>
                        <a:pt x="3824" y="11218"/>
                        <a:pt x="5295" y="9312"/>
                      </a:cubicBezTo>
                      <a:cubicBezTo>
                        <a:pt x="6710" y="7896"/>
                        <a:pt x="8126" y="6481"/>
                        <a:pt x="9488" y="5500"/>
                      </a:cubicBezTo>
                      <a:cubicBezTo>
                        <a:pt x="12210" y="3213"/>
                        <a:pt x="14879" y="1743"/>
                        <a:pt x="17656" y="708"/>
                      </a:cubicBezTo>
                      <a:cubicBezTo>
                        <a:pt x="20433" y="-272"/>
                        <a:pt x="23319" y="-217"/>
                        <a:pt x="26314" y="763"/>
                      </a:cubicBezTo>
                      <a:cubicBezTo>
                        <a:pt x="29309" y="1852"/>
                        <a:pt x="32359" y="3159"/>
                        <a:pt x="35462" y="3921"/>
                      </a:cubicBezTo>
                      <a:cubicBezTo>
                        <a:pt x="38566" y="4738"/>
                        <a:pt x="41725" y="5664"/>
                        <a:pt x="44828" y="6753"/>
                      </a:cubicBezTo>
                      <a:cubicBezTo>
                        <a:pt x="47823" y="7951"/>
                        <a:pt x="51417" y="9421"/>
                        <a:pt x="54303" y="11164"/>
                      </a:cubicBezTo>
                      <a:cubicBezTo>
                        <a:pt x="60130" y="14812"/>
                        <a:pt x="64268" y="18787"/>
                        <a:pt x="69060" y="22599"/>
                      </a:cubicBezTo>
                      <a:lnTo>
                        <a:pt x="69115" y="22653"/>
                      </a:lnTo>
                      <a:cubicBezTo>
                        <a:pt x="69877" y="23252"/>
                        <a:pt x="70040" y="24396"/>
                        <a:pt x="69387" y="25158"/>
                      </a:cubicBezTo>
                      <a:cubicBezTo>
                        <a:pt x="69006" y="25376"/>
                        <a:pt x="68624" y="25594"/>
                        <a:pt x="68189" y="25703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2" name="Forme libre : forme 1181">
                  <a:extLst>
                    <a:ext uri="{FF2B5EF4-FFF2-40B4-BE49-F238E27FC236}">
                      <a16:creationId xmlns:a16="http://schemas.microsoft.com/office/drawing/2014/main" id="{62F86283-A4CD-48D3-A891-D763E3B870D0}"/>
                    </a:ext>
                  </a:extLst>
                </p:cNvPr>
                <p:cNvSpPr/>
                <p:nvPr/>
              </p:nvSpPr>
              <p:spPr>
                <a:xfrm>
                  <a:off x="7901827" y="5206644"/>
                  <a:ext cx="49442" cy="35895"/>
                </a:xfrm>
                <a:custGeom>
                  <a:avLst/>
                  <a:gdLst>
                    <a:gd name="connsiteX0" fmla="*/ 49278 w 49442"/>
                    <a:gd name="connsiteY0" fmla="*/ 2679 h 35895"/>
                    <a:gd name="connsiteX1" fmla="*/ 41436 w 49442"/>
                    <a:gd name="connsiteY1" fmla="*/ 15803 h 35895"/>
                    <a:gd name="connsiteX2" fmla="*/ 36644 w 49442"/>
                    <a:gd name="connsiteY2" fmla="*/ 21684 h 35895"/>
                    <a:gd name="connsiteX3" fmla="*/ 31253 w 49442"/>
                    <a:gd name="connsiteY3" fmla="*/ 26966 h 35895"/>
                    <a:gd name="connsiteX4" fmla="*/ 25917 w 49442"/>
                    <a:gd name="connsiteY4" fmla="*/ 32901 h 35895"/>
                    <a:gd name="connsiteX5" fmla="*/ 19164 w 49442"/>
                    <a:gd name="connsiteY5" fmla="*/ 35896 h 35895"/>
                    <a:gd name="connsiteX6" fmla="*/ 10615 w 49442"/>
                    <a:gd name="connsiteY6" fmla="*/ 33827 h 35895"/>
                    <a:gd name="connsiteX7" fmla="*/ 5986 w 49442"/>
                    <a:gd name="connsiteY7" fmla="*/ 31104 h 35895"/>
                    <a:gd name="connsiteX8" fmla="*/ 977 w 49442"/>
                    <a:gd name="connsiteY8" fmla="*/ 26530 h 35895"/>
                    <a:gd name="connsiteX9" fmla="*/ 868 w 49442"/>
                    <a:gd name="connsiteY9" fmla="*/ 26421 h 35895"/>
                    <a:gd name="connsiteX10" fmla="*/ 51 w 49442"/>
                    <a:gd name="connsiteY10" fmla="*/ 23372 h 35895"/>
                    <a:gd name="connsiteX11" fmla="*/ 3209 w 49442"/>
                    <a:gd name="connsiteY11" fmla="*/ 12045 h 35895"/>
                    <a:gd name="connsiteX12" fmla="*/ 7239 w 49442"/>
                    <a:gd name="connsiteY12" fmla="*/ 5402 h 35895"/>
                    <a:gd name="connsiteX13" fmla="*/ 12848 w 49442"/>
                    <a:gd name="connsiteY13" fmla="*/ 3278 h 35895"/>
                    <a:gd name="connsiteX14" fmla="*/ 19654 w 49442"/>
                    <a:gd name="connsiteY14" fmla="*/ 3551 h 35895"/>
                    <a:gd name="connsiteX15" fmla="*/ 26135 w 49442"/>
                    <a:gd name="connsiteY15" fmla="*/ 2625 h 35895"/>
                    <a:gd name="connsiteX16" fmla="*/ 32941 w 49442"/>
                    <a:gd name="connsiteY16" fmla="*/ 1808 h 35895"/>
                    <a:gd name="connsiteX17" fmla="*/ 47317 w 49442"/>
                    <a:gd name="connsiteY17" fmla="*/ 11 h 35895"/>
                    <a:gd name="connsiteX18" fmla="*/ 49387 w 49442"/>
                    <a:gd name="connsiteY18" fmla="*/ 1645 h 35895"/>
                    <a:gd name="connsiteX19" fmla="*/ 49278 w 49442"/>
                    <a:gd name="connsiteY19" fmla="*/ 2679 h 3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9442" h="35895">
                      <a:moveTo>
                        <a:pt x="49278" y="2679"/>
                      </a:moveTo>
                      <a:cubicBezTo>
                        <a:pt x="47154" y="7417"/>
                        <a:pt x="44431" y="11664"/>
                        <a:pt x="41436" y="15803"/>
                      </a:cubicBezTo>
                      <a:cubicBezTo>
                        <a:pt x="39911" y="17763"/>
                        <a:pt x="38278" y="19778"/>
                        <a:pt x="36644" y="21684"/>
                      </a:cubicBezTo>
                      <a:cubicBezTo>
                        <a:pt x="34902" y="23481"/>
                        <a:pt x="33104" y="25223"/>
                        <a:pt x="31253" y="26966"/>
                      </a:cubicBezTo>
                      <a:cubicBezTo>
                        <a:pt x="29402" y="28654"/>
                        <a:pt x="27713" y="30886"/>
                        <a:pt x="25917" y="32901"/>
                      </a:cubicBezTo>
                      <a:cubicBezTo>
                        <a:pt x="24065" y="34862"/>
                        <a:pt x="21778" y="35896"/>
                        <a:pt x="19164" y="35896"/>
                      </a:cubicBezTo>
                      <a:cubicBezTo>
                        <a:pt x="16496" y="35896"/>
                        <a:pt x="13665" y="35297"/>
                        <a:pt x="10615" y="33827"/>
                      </a:cubicBezTo>
                      <a:cubicBezTo>
                        <a:pt x="9145" y="33173"/>
                        <a:pt x="7566" y="32193"/>
                        <a:pt x="5986" y="31104"/>
                      </a:cubicBezTo>
                      <a:cubicBezTo>
                        <a:pt x="4299" y="29579"/>
                        <a:pt x="2774" y="28599"/>
                        <a:pt x="977" y="26530"/>
                      </a:cubicBezTo>
                      <a:lnTo>
                        <a:pt x="868" y="26421"/>
                      </a:lnTo>
                      <a:cubicBezTo>
                        <a:pt x="106" y="25550"/>
                        <a:pt x="-112" y="24406"/>
                        <a:pt x="51" y="23372"/>
                      </a:cubicBezTo>
                      <a:cubicBezTo>
                        <a:pt x="923" y="18471"/>
                        <a:pt x="1902" y="14714"/>
                        <a:pt x="3209" y="12045"/>
                      </a:cubicBezTo>
                      <a:cubicBezTo>
                        <a:pt x="4408" y="9105"/>
                        <a:pt x="5769" y="7035"/>
                        <a:pt x="7239" y="5402"/>
                      </a:cubicBezTo>
                      <a:cubicBezTo>
                        <a:pt x="8764" y="3768"/>
                        <a:pt x="10561" y="3115"/>
                        <a:pt x="12848" y="3278"/>
                      </a:cubicBezTo>
                      <a:cubicBezTo>
                        <a:pt x="15135" y="3496"/>
                        <a:pt x="17531" y="3823"/>
                        <a:pt x="19654" y="3551"/>
                      </a:cubicBezTo>
                      <a:cubicBezTo>
                        <a:pt x="21833" y="3278"/>
                        <a:pt x="23956" y="3006"/>
                        <a:pt x="26135" y="2625"/>
                      </a:cubicBezTo>
                      <a:cubicBezTo>
                        <a:pt x="28367" y="2407"/>
                        <a:pt x="30654" y="2135"/>
                        <a:pt x="32941" y="1808"/>
                      </a:cubicBezTo>
                      <a:lnTo>
                        <a:pt x="47317" y="11"/>
                      </a:lnTo>
                      <a:cubicBezTo>
                        <a:pt x="48352" y="-98"/>
                        <a:pt x="49278" y="610"/>
                        <a:pt x="49387" y="1645"/>
                      </a:cubicBezTo>
                      <a:cubicBezTo>
                        <a:pt x="49495" y="2026"/>
                        <a:pt x="49440" y="2407"/>
                        <a:pt x="49278" y="2679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3" name="Forme libre : forme 1182">
                  <a:extLst>
                    <a:ext uri="{FF2B5EF4-FFF2-40B4-BE49-F238E27FC236}">
                      <a16:creationId xmlns:a16="http://schemas.microsoft.com/office/drawing/2014/main" id="{FDA6AE03-9D3A-4EA1-B92D-A87481138F6B}"/>
                    </a:ext>
                  </a:extLst>
                </p:cNvPr>
                <p:cNvSpPr/>
                <p:nvPr/>
              </p:nvSpPr>
              <p:spPr>
                <a:xfrm>
                  <a:off x="7945538" y="5223611"/>
                  <a:ext cx="34317" cy="55258"/>
                </a:xfrm>
                <a:custGeom>
                  <a:avLst/>
                  <a:gdLst>
                    <a:gd name="connsiteX0" fmla="*/ 33011 w 34317"/>
                    <a:gd name="connsiteY0" fmla="*/ 1504 h 55258"/>
                    <a:gd name="connsiteX1" fmla="*/ 34318 w 34317"/>
                    <a:gd name="connsiteY1" fmla="*/ 17568 h 55258"/>
                    <a:gd name="connsiteX2" fmla="*/ 34046 w 34317"/>
                    <a:gd name="connsiteY2" fmla="*/ 25518 h 55258"/>
                    <a:gd name="connsiteX3" fmla="*/ 33065 w 34317"/>
                    <a:gd name="connsiteY3" fmla="*/ 33360 h 55258"/>
                    <a:gd name="connsiteX4" fmla="*/ 32630 w 34317"/>
                    <a:gd name="connsiteY4" fmla="*/ 41582 h 55258"/>
                    <a:gd name="connsiteX5" fmla="*/ 29689 w 34317"/>
                    <a:gd name="connsiteY5" fmla="*/ 47953 h 55258"/>
                    <a:gd name="connsiteX6" fmla="*/ 23155 w 34317"/>
                    <a:gd name="connsiteY6" fmla="*/ 51221 h 55258"/>
                    <a:gd name="connsiteX7" fmla="*/ 18635 w 34317"/>
                    <a:gd name="connsiteY7" fmla="*/ 52691 h 55258"/>
                    <a:gd name="connsiteX8" fmla="*/ 12482 w 34317"/>
                    <a:gd name="connsiteY8" fmla="*/ 54924 h 55258"/>
                    <a:gd name="connsiteX9" fmla="*/ 12210 w 34317"/>
                    <a:gd name="connsiteY9" fmla="*/ 55032 h 55258"/>
                    <a:gd name="connsiteX10" fmla="*/ 9215 w 34317"/>
                    <a:gd name="connsiteY10" fmla="*/ 54760 h 55258"/>
                    <a:gd name="connsiteX11" fmla="*/ 3987 w 34317"/>
                    <a:gd name="connsiteY11" fmla="*/ 49805 h 55258"/>
                    <a:gd name="connsiteX12" fmla="*/ 1265 w 34317"/>
                    <a:gd name="connsiteY12" fmla="*/ 44251 h 55258"/>
                    <a:gd name="connsiteX13" fmla="*/ 121 w 34317"/>
                    <a:gd name="connsiteY13" fmla="*/ 34122 h 55258"/>
                    <a:gd name="connsiteX14" fmla="*/ 3552 w 34317"/>
                    <a:gd name="connsiteY14" fmla="*/ 27479 h 55258"/>
                    <a:gd name="connsiteX15" fmla="*/ 9269 w 34317"/>
                    <a:gd name="connsiteY15" fmla="*/ 22633 h 55258"/>
                    <a:gd name="connsiteX16" fmla="*/ 14007 w 34317"/>
                    <a:gd name="connsiteY16" fmla="*/ 17187 h 55258"/>
                    <a:gd name="connsiteX17" fmla="*/ 19071 w 34317"/>
                    <a:gd name="connsiteY17" fmla="*/ 11742 h 55258"/>
                    <a:gd name="connsiteX18" fmla="*/ 29907 w 34317"/>
                    <a:gd name="connsiteY18" fmla="*/ 524 h 55258"/>
                    <a:gd name="connsiteX19" fmla="*/ 32521 w 34317"/>
                    <a:gd name="connsiteY19" fmla="*/ 579 h 55258"/>
                    <a:gd name="connsiteX20" fmla="*/ 33011 w 34317"/>
                    <a:gd name="connsiteY20" fmla="*/ 1504 h 55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4317" h="55258">
                      <a:moveTo>
                        <a:pt x="33011" y="1504"/>
                      </a:moveTo>
                      <a:cubicBezTo>
                        <a:pt x="33991" y="6895"/>
                        <a:pt x="34209" y="12177"/>
                        <a:pt x="34318" y="17568"/>
                      </a:cubicBezTo>
                      <a:lnTo>
                        <a:pt x="34046" y="25518"/>
                      </a:lnTo>
                      <a:lnTo>
                        <a:pt x="33065" y="33360"/>
                      </a:lnTo>
                      <a:cubicBezTo>
                        <a:pt x="32630" y="35974"/>
                        <a:pt x="32794" y="38805"/>
                        <a:pt x="32630" y="41582"/>
                      </a:cubicBezTo>
                      <a:cubicBezTo>
                        <a:pt x="32467" y="44414"/>
                        <a:pt x="31432" y="46538"/>
                        <a:pt x="29689" y="47953"/>
                      </a:cubicBezTo>
                      <a:cubicBezTo>
                        <a:pt x="27947" y="49369"/>
                        <a:pt x="25932" y="50349"/>
                        <a:pt x="23155" y="51221"/>
                      </a:cubicBezTo>
                      <a:lnTo>
                        <a:pt x="18635" y="52691"/>
                      </a:lnTo>
                      <a:cubicBezTo>
                        <a:pt x="16512" y="53181"/>
                        <a:pt x="15096" y="53944"/>
                        <a:pt x="12482" y="54924"/>
                      </a:cubicBezTo>
                      <a:lnTo>
                        <a:pt x="12210" y="55032"/>
                      </a:lnTo>
                      <a:cubicBezTo>
                        <a:pt x="11175" y="55414"/>
                        <a:pt x="10086" y="55305"/>
                        <a:pt x="9215" y="54760"/>
                      </a:cubicBezTo>
                      <a:cubicBezTo>
                        <a:pt x="6819" y="53344"/>
                        <a:pt x="5621" y="51656"/>
                        <a:pt x="3987" y="49805"/>
                      </a:cubicBezTo>
                      <a:cubicBezTo>
                        <a:pt x="2789" y="48008"/>
                        <a:pt x="1809" y="46102"/>
                        <a:pt x="1265" y="44251"/>
                      </a:cubicBezTo>
                      <a:cubicBezTo>
                        <a:pt x="-42" y="40493"/>
                        <a:pt x="-151" y="37008"/>
                        <a:pt x="121" y="34122"/>
                      </a:cubicBezTo>
                      <a:cubicBezTo>
                        <a:pt x="448" y="31182"/>
                        <a:pt x="1646" y="29004"/>
                        <a:pt x="3552" y="27479"/>
                      </a:cubicBezTo>
                      <a:cubicBezTo>
                        <a:pt x="5512" y="25954"/>
                        <a:pt x="7690" y="24429"/>
                        <a:pt x="9269" y="22633"/>
                      </a:cubicBezTo>
                      <a:lnTo>
                        <a:pt x="14007" y="17187"/>
                      </a:lnTo>
                      <a:lnTo>
                        <a:pt x="19071" y="11742"/>
                      </a:lnTo>
                      <a:cubicBezTo>
                        <a:pt x="22611" y="8093"/>
                        <a:pt x="25987" y="4336"/>
                        <a:pt x="29907" y="524"/>
                      </a:cubicBezTo>
                      <a:cubicBezTo>
                        <a:pt x="30615" y="-184"/>
                        <a:pt x="31813" y="-184"/>
                        <a:pt x="32521" y="579"/>
                      </a:cubicBezTo>
                      <a:cubicBezTo>
                        <a:pt x="32794" y="851"/>
                        <a:pt x="32956" y="1178"/>
                        <a:pt x="33011" y="1504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4" name="Forme libre : forme 1183">
                  <a:extLst>
                    <a:ext uri="{FF2B5EF4-FFF2-40B4-BE49-F238E27FC236}">
                      <a16:creationId xmlns:a16="http://schemas.microsoft.com/office/drawing/2014/main" id="{7927A72E-DC62-41B1-8CA4-CE8CE90C6E81}"/>
                    </a:ext>
                  </a:extLst>
                </p:cNvPr>
                <p:cNvSpPr/>
                <p:nvPr/>
              </p:nvSpPr>
              <p:spPr>
                <a:xfrm>
                  <a:off x="8008365" y="5216289"/>
                  <a:ext cx="40475" cy="44460"/>
                </a:xfrm>
                <a:custGeom>
                  <a:avLst/>
                  <a:gdLst>
                    <a:gd name="connsiteX0" fmla="*/ 2530 w 40475"/>
                    <a:gd name="connsiteY0" fmla="*/ 114 h 44460"/>
                    <a:gd name="connsiteX1" fmla="*/ 16034 w 40475"/>
                    <a:gd name="connsiteY1" fmla="*/ 6158 h 44460"/>
                    <a:gd name="connsiteX2" fmla="*/ 22405 w 40475"/>
                    <a:gd name="connsiteY2" fmla="*/ 9643 h 44460"/>
                    <a:gd name="connsiteX3" fmla="*/ 28450 w 40475"/>
                    <a:gd name="connsiteY3" fmla="*/ 13455 h 44460"/>
                    <a:gd name="connsiteX4" fmla="*/ 35202 w 40475"/>
                    <a:gd name="connsiteY4" fmla="*/ 16722 h 44460"/>
                    <a:gd name="connsiteX5" fmla="*/ 39721 w 40475"/>
                    <a:gd name="connsiteY5" fmla="*/ 21895 h 44460"/>
                    <a:gd name="connsiteX6" fmla="*/ 40266 w 40475"/>
                    <a:gd name="connsiteY6" fmla="*/ 30172 h 44460"/>
                    <a:gd name="connsiteX7" fmla="*/ 39231 w 40475"/>
                    <a:gd name="connsiteY7" fmla="*/ 35291 h 44460"/>
                    <a:gd name="connsiteX8" fmla="*/ 36781 w 40475"/>
                    <a:gd name="connsiteY8" fmla="*/ 41444 h 44460"/>
                    <a:gd name="connsiteX9" fmla="*/ 34276 w 40475"/>
                    <a:gd name="connsiteY9" fmla="*/ 43405 h 44460"/>
                    <a:gd name="connsiteX10" fmla="*/ 34221 w 40475"/>
                    <a:gd name="connsiteY10" fmla="*/ 43405 h 44460"/>
                    <a:gd name="connsiteX11" fmla="*/ 27469 w 40475"/>
                    <a:gd name="connsiteY11" fmla="*/ 44385 h 44460"/>
                    <a:gd name="connsiteX12" fmla="*/ 22187 w 40475"/>
                    <a:gd name="connsiteY12" fmla="*/ 44330 h 44460"/>
                    <a:gd name="connsiteX13" fmla="*/ 14183 w 40475"/>
                    <a:gd name="connsiteY13" fmla="*/ 42315 h 44460"/>
                    <a:gd name="connsiteX14" fmla="*/ 10099 w 40475"/>
                    <a:gd name="connsiteY14" fmla="*/ 37197 h 44460"/>
                    <a:gd name="connsiteX15" fmla="*/ 8301 w 40475"/>
                    <a:gd name="connsiteY15" fmla="*/ 30172 h 44460"/>
                    <a:gd name="connsiteX16" fmla="*/ 5797 w 40475"/>
                    <a:gd name="connsiteY16" fmla="*/ 23692 h 44460"/>
                    <a:gd name="connsiteX17" fmla="*/ 3618 w 40475"/>
                    <a:gd name="connsiteY17" fmla="*/ 16886 h 44460"/>
                    <a:gd name="connsiteX18" fmla="*/ 25 w 40475"/>
                    <a:gd name="connsiteY18" fmla="*/ 2346 h 44460"/>
                    <a:gd name="connsiteX19" fmla="*/ 25 w 40475"/>
                    <a:gd name="connsiteY19" fmla="*/ 2237 h 44460"/>
                    <a:gd name="connsiteX20" fmla="*/ 1549 w 40475"/>
                    <a:gd name="connsiteY20" fmla="*/ 59 h 44460"/>
                    <a:gd name="connsiteX21" fmla="*/ 2530 w 40475"/>
                    <a:gd name="connsiteY21" fmla="*/ 114 h 44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0475" h="44460">
                      <a:moveTo>
                        <a:pt x="2530" y="114"/>
                      </a:moveTo>
                      <a:cubicBezTo>
                        <a:pt x="7322" y="1802"/>
                        <a:pt x="11678" y="3980"/>
                        <a:pt x="16034" y="6158"/>
                      </a:cubicBezTo>
                      <a:lnTo>
                        <a:pt x="22405" y="9643"/>
                      </a:lnTo>
                      <a:lnTo>
                        <a:pt x="28450" y="13455"/>
                      </a:lnTo>
                      <a:cubicBezTo>
                        <a:pt x="30410" y="14762"/>
                        <a:pt x="32915" y="15688"/>
                        <a:pt x="35202" y="16722"/>
                      </a:cubicBezTo>
                      <a:cubicBezTo>
                        <a:pt x="37489" y="17811"/>
                        <a:pt x="39013" y="19499"/>
                        <a:pt x="39721" y="21895"/>
                      </a:cubicBezTo>
                      <a:cubicBezTo>
                        <a:pt x="40429" y="24237"/>
                        <a:pt x="40702" y="26959"/>
                        <a:pt x="40266" y="30172"/>
                      </a:cubicBezTo>
                      <a:cubicBezTo>
                        <a:pt x="40157" y="31697"/>
                        <a:pt x="39721" y="33439"/>
                        <a:pt x="39231" y="35291"/>
                      </a:cubicBezTo>
                      <a:cubicBezTo>
                        <a:pt x="38415" y="37360"/>
                        <a:pt x="38034" y="39048"/>
                        <a:pt x="36781" y="41444"/>
                      </a:cubicBezTo>
                      <a:cubicBezTo>
                        <a:pt x="36236" y="42479"/>
                        <a:pt x="35311" y="43132"/>
                        <a:pt x="34276" y="43405"/>
                      </a:cubicBezTo>
                      <a:lnTo>
                        <a:pt x="34221" y="43405"/>
                      </a:lnTo>
                      <a:cubicBezTo>
                        <a:pt x="31499" y="44058"/>
                        <a:pt x="29757" y="44058"/>
                        <a:pt x="27469" y="44385"/>
                      </a:cubicBezTo>
                      <a:cubicBezTo>
                        <a:pt x="25564" y="44494"/>
                        <a:pt x="23712" y="44494"/>
                        <a:pt x="22187" y="44330"/>
                      </a:cubicBezTo>
                      <a:cubicBezTo>
                        <a:pt x="18920" y="44112"/>
                        <a:pt x="16361" y="43350"/>
                        <a:pt x="14183" y="42315"/>
                      </a:cubicBezTo>
                      <a:cubicBezTo>
                        <a:pt x="12005" y="41226"/>
                        <a:pt x="10698" y="39538"/>
                        <a:pt x="10099" y="37197"/>
                      </a:cubicBezTo>
                      <a:cubicBezTo>
                        <a:pt x="9554" y="34855"/>
                        <a:pt x="9173" y="32296"/>
                        <a:pt x="8301" y="30172"/>
                      </a:cubicBezTo>
                      <a:lnTo>
                        <a:pt x="5797" y="23692"/>
                      </a:lnTo>
                      <a:lnTo>
                        <a:pt x="3618" y="16886"/>
                      </a:lnTo>
                      <a:cubicBezTo>
                        <a:pt x="2312" y="12203"/>
                        <a:pt x="950" y="7465"/>
                        <a:pt x="25" y="2346"/>
                      </a:cubicBezTo>
                      <a:lnTo>
                        <a:pt x="25" y="2237"/>
                      </a:lnTo>
                      <a:cubicBezTo>
                        <a:pt x="-139" y="1203"/>
                        <a:pt x="515" y="277"/>
                        <a:pt x="1549" y="59"/>
                      </a:cubicBezTo>
                      <a:cubicBezTo>
                        <a:pt x="1931" y="-49"/>
                        <a:pt x="2257" y="5"/>
                        <a:pt x="2530" y="114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5" name="Forme libre : forme 1184">
                  <a:extLst>
                    <a:ext uri="{FF2B5EF4-FFF2-40B4-BE49-F238E27FC236}">
                      <a16:creationId xmlns:a16="http://schemas.microsoft.com/office/drawing/2014/main" id="{369EEA7C-3BE1-45A3-9CA9-17D0741B24B2}"/>
                    </a:ext>
                  </a:extLst>
                </p:cNvPr>
                <p:cNvSpPr/>
                <p:nvPr/>
              </p:nvSpPr>
              <p:spPr>
                <a:xfrm>
                  <a:off x="8025297" y="5185494"/>
                  <a:ext cx="58435" cy="33645"/>
                </a:xfrm>
                <a:custGeom>
                  <a:avLst/>
                  <a:gdLst>
                    <a:gd name="connsiteX0" fmla="*/ 1933 w 58435"/>
                    <a:gd name="connsiteY0" fmla="*/ 8419 h 33645"/>
                    <a:gd name="connsiteX1" fmla="*/ 17126 w 58435"/>
                    <a:gd name="connsiteY1" fmla="*/ 7766 h 33645"/>
                    <a:gd name="connsiteX2" fmla="*/ 23769 w 58435"/>
                    <a:gd name="connsiteY2" fmla="*/ 6513 h 33645"/>
                    <a:gd name="connsiteX3" fmla="*/ 29650 w 58435"/>
                    <a:gd name="connsiteY3" fmla="*/ 4825 h 33645"/>
                    <a:gd name="connsiteX4" fmla="*/ 34551 w 58435"/>
                    <a:gd name="connsiteY4" fmla="*/ 1395 h 33645"/>
                    <a:gd name="connsiteX5" fmla="*/ 39125 w 58435"/>
                    <a:gd name="connsiteY5" fmla="*/ 197 h 33645"/>
                    <a:gd name="connsiteX6" fmla="*/ 45551 w 58435"/>
                    <a:gd name="connsiteY6" fmla="*/ 2756 h 33645"/>
                    <a:gd name="connsiteX7" fmla="*/ 50016 w 58435"/>
                    <a:gd name="connsiteY7" fmla="*/ 4771 h 33645"/>
                    <a:gd name="connsiteX8" fmla="*/ 52848 w 58435"/>
                    <a:gd name="connsiteY8" fmla="*/ 6132 h 33645"/>
                    <a:gd name="connsiteX9" fmla="*/ 56060 w 58435"/>
                    <a:gd name="connsiteY9" fmla="*/ 7548 h 33645"/>
                    <a:gd name="connsiteX10" fmla="*/ 56169 w 58435"/>
                    <a:gd name="connsiteY10" fmla="*/ 7602 h 33645"/>
                    <a:gd name="connsiteX11" fmla="*/ 58129 w 58435"/>
                    <a:gd name="connsiteY11" fmla="*/ 10107 h 33645"/>
                    <a:gd name="connsiteX12" fmla="*/ 58238 w 58435"/>
                    <a:gd name="connsiteY12" fmla="*/ 17240 h 33645"/>
                    <a:gd name="connsiteX13" fmla="*/ 56333 w 58435"/>
                    <a:gd name="connsiteY13" fmla="*/ 23067 h 33645"/>
                    <a:gd name="connsiteX14" fmla="*/ 49091 w 58435"/>
                    <a:gd name="connsiteY14" fmla="*/ 31344 h 33645"/>
                    <a:gd name="connsiteX15" fmla="*/ 39180 w 58435"/>
                    <a:gd name="connsiteY15" fmla="*/ 33468 h 33645"/>
                    <a:gd name="connsiteX16" fmla="*/ 29269 w 58435"/>
                    <a:gd name="connsiteY16" fmla="*/ 31017 h 33645"/>
                    <a:gd name="connsiteX17" fmla="*/ 20339 w 58435"/>
                    <a:gd name="connsiteY17" fmla="*/ 28023 h 33645"/>
                    <a:gd name="connsiteX18" fmla="*/ 12497 w 58435"/>
                    <a:gd name="connsiteY18" fmla="*/ 23503 h 33645"/>
                    <a:gd name="connsiteX19" fmla="*/ 299 w 58435"/>
                    <a:gd name="connsiteY19" fmla="*/ 11360 h 33645"/>
                    <a:gd name="connsiteX20" fmla="*/ 790 w 58435"/>
                    <a:gd name="connsiteY20" fmla="*/ 8800 h 33645"/>
                    <a:gd name="connsiteX21" fmla="*/ 1933 w 58435"/>
                    <a:gd name="connsiteY21" fmla="*/ 8419 h 33645"/>
                    <a:gd name="connsiteX22" fmla="*/ 1933 w 58435"/>
                    <a:gd name="connsiteY22" fmla="*/ 8419 h 33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8435" h="33645">
                      <a:moveTo>
                        <a:pt x="1933" y="8419"/>
                      </a:moveTo>
                      <a:cubicBezTo>
                        <a:pt x="7433" y="8473"/>
                        <a:pt x="12443" y="8473"/>
                        <a:pt x="17126" y="7766"/>
                      </a:cubicBezTo>
                      <a:cubicBezTo>
                        <a:pt x="19467" y="7493"/>
                        <a:pt x="21646" y="7112"/>
                        <a:pt x="23769" y="6513"/>
                      </a:cubicBezTo>
                      <a:cubicBezTo>
                        <a:pt x="25839" y="6078"/>
                        <a:pt x="27799" y="5533"/>
                        <a:pt x="29650" y="4825"/>
                      </a:cubicBezTo>
                      <a:cubicBezTo>
                        <a:pt x="31447" y="4172"/>
                        <a:pt x="33135" y="2701"/>
                        <a:pt x="34551" y="1395"/>
                      </a:cubicBezTo>
                      <a:cubicBezTo>
                        <a:pt x="36021" y="142"/>
                        <a:pt x="37383" y="-293"/>
                        <a:pt x="39125" y="197"/>
                      </a:cubicBezTo>
                      <a:cubicBezTo>
                        <a:pt x="40922" y="632"/>
                        <a:pt x="42883" y="1449"/>
                        <a:pt x="45551" y="2756"/>
                      </a:cubicBezTo>
                      <a:lnTo>
                        <a:pt x="50016" y="4771"/>
                      </a:lnTo>
                      <a:cubicBezTo>
                        <a:pt x="50942" y="5261"/>
                        <a:pt x="51867" y="5696"/>
                        <a:pt x="52848" y="6132"/>
                      </a:cubicBezTo>
                      <a:cubicBezTo>
                        <a:pt x="53773" y="6459"/>
                        <a:pt x="54862" y="6949"/>
                        <a:pt x="56060" y="7548"/>
                      </a:cubicBezTo>
                      <a:lnTo>
                        <a:pt x="56169" y="7602"/>
                      </a:lnTo>
                      <a:cubicBezTo>
                        <a:pt x="57204" y="8092"/>
                        <a:pt x="57912" y="9018"/>
                        <a:pt x="58129" y="10107"/>
                      </a:cubicBezTo>
                      <a:cubicBezTo>
                        <a:pt x="58674" y="12884"/>
                        <a:pt x="58347" y="14790"/>
                        <a:pt x="58238" y="17240"/>
                      </a:cubicBezTo>
                      <a:cubicBezTo>
                        <a:pt x="57857" y="19310"/>
                        <a:pt x="57204" y="21379"/>
                        <a:pt x="56333" y="23067"/>
                      </a:cubicBezTo>
                      <a:cubicBezTo>
                        <a:pt x="54644" y="26661"/>
                        <a:pt x="52031" y="29384"/>
                        <a:pt x="49091" y="31344"/>
                      </a:cubicBezTo>
                      <a:cubicBezTo>
                        <a:pt x="46150" y="33304"/>
                        <a:pt x="42665" y="34012"/>
                        <a:pt x="39180" y="33468"/>
                      </a:cubicBezTo>
                      <a:cubicBezTo>
                        <a:pt x="35694" y="32869"/>
                        <a:pt x="32427" y="31725"/>
                        <a:pt x="29269" y="31017"/>
                      </a:cubicBezTo>
                      <a:cubicBezTo>
                        <a:pt x="26165" y="30255"/>
                        <a:pt x="23170" y="29220"/>
                        <a:pt x="20339" y="28023"/>
                      </a:cubicBezTo>
                      <a:cubicBezTo>
                        <a:pt x="17562" y="26661"/>
                        <a:pt x="14948" y="25136"/>
                        <a:pt x="12497" y="23503"/>
                      </a:cubicBezTo>
                      <a:cubicBezTo>
                        <a:pt x="7651" y="20018"/>
                        <a:pt x="3513" y="16043"/>
                        <a:pt x="299" y="11360"/>
                      </a:cubicBezTo>
                      <a:cubicBezTo>
                        <a:pt x="-245" y="10543"/>
                        <a:pt x="-27" y="9399"/>
                        <a:pt x="790" y="8800"/>
                      </a:cubicBezTo>
                      <a:cubicBezTo>
                        <a:pt x="1171" y="8528"/>
                        <a:pt x="1552" y="8419"/>
                        <a:pt x="1933" y="8419"/>
                      </a:cubicBezTo>
                      <a:lnTo>
                        <a:pt x="1933" y="8419"/>
                      </a:ln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6" name="Forme libre : forme 1185">
                  <a:extLst>
                    <a:ext uri="{FF2B5EF4-FFF2-40B4-BE49-F238E27FC236}">
                      <a16:creationId xmlns:a16="http://schemas.microsoft.com/office/drawing/2014/main" id="{2B5FDDF4-254E-437C-AFC9-9AE9BAC0E028}"/>
                    </a:ext>
                  </a:extLst>
                </p:cNvPr>
                <p:cNvSpPr/>
                <p:nvPr/>
              </p:nvSpPr>
              <p:spPr>
                <a:xfrm>
                  <a:off x="8041919" y="5148537"/>
                  <a:ext cx="52688" cy="33470"/>
                </a:xfrm>
                <a:custGeom>
                  <a:avLst/>
                  <a:gdLst>
                    <a:gd name="connsiteX0" fmla="*/ 1212 w 52688"/>
                    <a:gd name="connsiteY0" fmla="*/ 24901 h 33470"/>
                    <a:gd name="connsiteX1" fmla="*/ 12375 w 52688"/>
                    <a:gd name="connsiteY1" fmla="*/ 17441 h 33470"/>
                    <a:gd name="connsiteX2" fmla="*/ 17004 w 52688"/>
                    <a:gd name="connsiteY2" fmla="*/ 13139 h 33470"/>
                    <a:gd name="connsiteX3" fmla="*/ 21687 w 52688"/>
                    <a:gd name="connsiteY3" fmla="*/ 8783 h 33470"/>
                    <a:gd name="connsiteX4" fmla="*/ 26424 w 52688"/>
                    <a:gd name="connsiteY4" fmla="*/ 3174 h 33470"/>
                    <a:gd name="connsiteX5" fmla="*/ 33122 w 52688"/>
                    <a:gd name="connsiteY5" fmla="*/ 16 h 33470"/>
                    <a:gd name="connsiteX6" fmla="*/ 42270 w 52688"/>
                    <a:gd name="connsiteY6" fmla="*/ 1813 h 33470"/>
                    <a:gd name="connsiteX7" fmla="*/ 47171 w 52688"/>
                    <a:gd name="connsiteY7" fmla="*/ 4590 h 33470"/>
                    <a:gd name="connsiteX8" fmla="*/ 52018 w 52688"/>
                    <a:gd name="connsiteY8" fmla="*/ 9545 h 33470"/>
                    <a:gd name="connsiteX9" fmla="*/ 52562 w 52688"/>
                    <a:gd name="connsiteY9" fmla="*/ 12649 h 33470"/>
                    <a:gd name="connsiteX10" fmla="*/ 52562 w 52688"/>
                    <a:gd name="connsiteY10" fmla="*/ 12758 h 33470"/>
                    <a:gd name="connsiteX11" fmla="*/ 51582 w 52688"/>
                    <a:gd name="connsiteY11" fmla="*/ 16080 h 33470"/>
                    <a:gd name="connsiteX12" fmla="*/ 50765 w 52688"/>
                    <a:gd name="connsiteY12" fmla="*/ 19075 h 33470"/>
                    <a:gd name="connsiteX13" fmla="*/ 49186 w 52688"/>
                    <a:gd name="connsiteY13" fmla="*/ 23703 h 33470"/>
                    <a:gd name="connsiteX14" fmla="*/ 45646 w 52688"/>
                    <a:gd name="connsiteY14" fmla="*/ 30183 h 33470"/>
                    <a:gd name="connsiteX15" fmla="*/ 39984 w 52688"/>
                    <a:gd name="connsiteY15" fmla="*/ 32525 h 33470"/>
                    <a:gd name="connsiteX16" fmla="*/ 32415 w 52688"/>
                    <a:gd name="connsiteY16" fmla="*/ 32579 h 33470"/>
                    <a:gd name="connsiteX17" fmla="*/ 24627 w 52688"/>
                    <a:gd name="connsiteY17" fmla="*/ 33450 h 33470"/>
                    <a:gd name="connsiteX18" fmla="*/ 16405 w 52688"/>
                    <a:gd name="connsiteY18" fmla="*/ 33287 h 33470"/>
                    <a:gd name="connsiteX19" fmla="*/ 777 w 52688"/>
                    <a:gd name="connsiteY19" fmla="*/ 28168 h 33470"/>
                    <a:gd name="connsiteX20" fmla="*/ 341 w 52688"/>
                    <a:gd name="connsiteY20" fmla="*/ 25555 h 33470"/>
                    <a:gd name="connsiteX21" fmla="*/ 1049 w 52688"/>
                    <a:gd name="connsiteY21" fmla="*/ 24956 h 33470"/>
                    <a:gd name="connsiteX22" fmla="*/ 1212 w 52688"/>
                    <a:gd name="connsiteY22" fmla="*/ 24901 h 33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2688" h="33470">
                      <a:moveTo>
                        <a:pt x="1212" y="24901"/>
                      </a:moveTo>
                      <a:cubicBezTo>
                        <a:pt x="5732" y="22832"/>
                        <a:pt x="9163" y="20327"/>
                        <a:pt x="12375" y="17441"/>
                      </a:cubicBezTo>
                      <a:cubicBezTo>
                        <a:pt x="14009" y="16080"/>
                        <a:pt x="15533" y="14664"/>
                        <a:pt x="17004" y="13139"/>
                      </a:cubicBezTo>
                      <a:cubicBezTo>
                        <a:pt x="18583" y="11778"/>
                        <a:pt x="20108" y="10307"/>
                        <a:pt x="21687" y="8783"/>
                      </a:cubicBezTo>
                      <a:cubicBezTo>
                        <a:pt x="23320" y="7313"/>
                        <a:pt x="24736" y="5189"/>
                        <a:pt x="26424" y="3174"/>
                      </a:cubicBezTo>
                      <a:cubicBezTo>
                        <a:pt x="28112" y="1268"/>
                        <a:pt x="30345" y="125"/>
                        <a:pt x="33122" y="16"/>
                      </a:cubicBezTo>
                      <a:cubicBezTo>
                        <a:pt x="35900" y="-93"/>
                        <a:pt x="39003" y="343"/>
                        <a:pt x="42270" y="1813"/>
                      </a:cubicBezTo>
                      <a:cubicBezTo>
                        <a:pt x="43904" y="2466"/>
                        <a:pt x="45592" y="3447"/>
                        <a:pt x="47171" y="4590"/>
                      </a:cubicBezTo>
                      <a:cubicBezTo>
                        <a:pt x="48914" y="6169"/>
                        <a:pt x="50438" y="7258"/>
                        <a:pt x="52018" y="9545"/>
                      </a:cubicBezTo>
                      <a:cubicBezTo>
                        <a:pt x="52671" y="10471"/>
                        <a:pt x="52835" y="11615"/>
                        <a:pt x="52562" y="12649"/>
                      </a:cubicBezTo>
                      <a:lnTo>
                        <a:pt x="52562" y="12758"/>
                      </a:lnTo>
                      <a:cubicBezTo>
                        <a:pt x="52236" y="14065"/>
                        <a:pt x="51909" y="15154"/>
                        <a:pt x="51582" y="16080"/>
                      </a:cubicBezTo>
                      <a:cubicBezTo>
                        <a:pt x="51255" y="17060"/>
                        <a:pt x="50983" y="18095"/>
                        <a:pt x="50765" y="19075"/>
                      </a:cubicBezTo>
                      <a:cubicBezTo>
                        <a:pt x="50220" y="20817"/>
                        <a:pt x="49730" y="22396"/>
                        <a:pt x="49186" y="23703"/>
                      </a:cubicBezTo>
                      <a:cubicBezTo>
                        <a:pt x="48152" y="26535"/>
                        <a:pt x="47062" y="28550"/>
                        <a:pt x="45646" y="30183"/>
                      </a:cubicBezTo>
                      <a:cubicBezTo>
                        <a:pt x="44285" y="31817"/>
                        <a:pt x="42379" y="32579"/>
                        <a:pt x="39984" y="32525"/>
                      </a:cubicBezTo>
                      <a:cubicBezTo>
                        <a:pt x="37533" y="32416"/>
                        <a:pt x="34865" y="32252"/>
                        <a:pt x="32415" y="32579"/>
                      </a:cubicBezTo>
                      <a:cubicBezTo>
                        <a:pt x="29909" y="32906"/>
                        <a:pt x="27296" y="33233"/>
                        <a:pt x="24627" y="33450"/>
                      </a:cubicBezTo>
                      <a:cubicBezTo>
                        <a:pt x="21905" y="33505"/>
                        <a:pt x="19182" y="33450"/>
                        <a:pt x="16405" y="33287"/>
                      </a:cubicBezTo>
                      <a:cubicBezTo>
                        <a:pt x="10905" y="32688"/>
                        <a:pt x="5242" y="31327"/>
                        <a:pt x="777" y="28168"/>
                      </a:cubicBezTo>
                      <a:cubicBezTo>
                        <a:pt x="-40" y="27570"/>
                        <a:pt x="-258" y="26426"/>
                        <a:pt x="341" y="25555"/>
                      </a:cubicBezTo>
                      <a:cubicBezTo>
                        <a:pt x="559" y="25282"/>
                        <a:pt x="777" y="25065"/>
                        <a:pt x="1049" y="24956"/>
                      </a:cubicBezTo>
                      <a:lnTo>
                        <a:pt x="1212" y="24901"/>
                      </a:ln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7" name="Forme libre : forme 1186">
                  <a:extLst>
                    <a:ext uri="{FF2B5EF4-FFF2-40B4-BE49-F238E27FC236}">
                      <a16:creationId xmlns:a16="http://schemas.microsoft.com/office/drawing/2014/main" id="{190C7D00-73B4-4D74-8287-067B080BA020}"/>
                    </a:ext>
                  </a:extLst>
                </p:cNvPr>
                <p:cNvSpPr/>
                <p:nvPr/>
              </p:nvSpPr>
              <p:spPr>
                <a:xfrm>
                  <a:off x="8017510" y="5114081"/>
                  <a:ext cx="35649" cy="48423"/>
                </a:xfrm>
                <a:custGeom>
                  <a:avLst/>
                  <a:gdLst>
                    <a:gd name="connsiteX0" fmla="*/ 82 w 35649"/>
                    <a:gd name="connsiteY0" fmla="*/ 46017 h 48423"/>
                    <a:gd name="connsiteX1" fmla="*/ 2424 w 35649"/>
                    <a:gd name="connsiteY1" fmla="*/ 32512 h 48423"/>
                    <a:gd name="connsiteX2" fmla="*/ 3077 w 35649"/>
                    <a:gd name="connsiteY2" fmla="*/ 26032 h 48423"/>
                    <a:gd name="connsiteX3" fmla="*/ 3948 w 35649"/>
                    <a:gd name="connsiteY3" fmla="*/ 19552 h 48423"/>
                    <a:gd name="connsiteX4" fmla="*/ 4057 w 35649"/>
                    <a:gd name="connsiteY4" fmla="*/ 12310 h 48423"/>
                    <a:gd name="connsiteX5" fmla="*/ 7760 w 35649"/>
                    <a:gd name="connsiteY5" fmla="*/ 5122 h 48423"/>
                    <a:gd name="connsiteX6" fmla="*/ 17398 w 35649"/>
                    <a:gd name="connsiteY6" fmla="*/ 384 h 48423"/>
                    <a:gd name="connsiteX7" fmla="*/ 23769 w 35649"/>
                    <a:gd name="connsiteY7" fmla="*/ 166 h 48423"/>
                    <a:gd name="connsiteX8" fmla="*/ 30304 w 35649"/>
                    <a:gd name="connsiteY8" fmla="*/ 3053 h 48423"/>
                    <a:gd name="connsiteX9" fmla="*/ 31611 w 35649"/>
                    <a:gd name="connsiteY9" fmla="*/ 5612 h 48423"/>
                    <a:gd name="connsiteX10" fmla="*/ 31611 w 35649"/>
                    <a:gd name="connsiteY10" fmla="*/ 6047 h 48423"/>
                    <a:gd name="connsiteX11" fmla="*/ 32482 w 35649"/>
                    <a:gd name="connsiteY11" fmla="*/ 12255 h 48423"/>
                    <a:gd name="connsiteX12" fmla="*/ 33897 w 35649"/>
                    <a:gd name="connsiteY12" fmla="*/ 16394 h 48423"/>
                    <a:gd name="connsiteX13" fmla="*/ 35640 w 35649"/>
                    <a:gd name="connsiteY13" fmla="*/ 22111 h 48423"/>
                    <a:gd name="connsiteX14" fmla="*/ 33081 w 35649"/>
                    <a:gd name="connsiteY14" fmla="*/ 26522 h 48423"/>
                    <a:gd name="connsiteX15" fmla="*/ 27363 w 35649"/>
                    <a:gd name="connsiteY15" fmla="*/ 31096 h 48423"/>
                    <a:gd name="connsiteX16" fmla="*/ 22190 w 35649"/>
                    <a:gd name="connsiteY16" fmla="*/ 36324 h 48423"/>
                    <a:gd name="connsiteX17" fmla="*/ 16254 w 35649"/>
                    <a:gd name="connsiteY17" fmla="*/ 41225 h 48423"/>
                    <a:gd name="connsiteX18" fmla="*/ 2369 w 35649"/>
                    <a:gd name="connsiteY18" fmla="*/ 48358 h 48423"/>
                    <a:gd name="connsiteX19" fmla="*/ 82 w 35649"/>
                    <a:gd name="connsiteY19" fmla="*/ 47051 h 48423"/>
                    <a:gd name="connsiteX20" fmla="*/ 82 w 35649"/>
                    <a:gd name="connsiteY20" fmla="*/ 46125 h 48423"/>
                    <a:gd name="connsiteX21" fmla="*/ 82 w 35649"/>
                    <a:gd name="connsiteY21" fmla="*/ 46017 h 48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5649" h="48423">
                      <a:moveTo>
                        <a:pt x="82" y="46017"/>
                      </a:moveTo>
                      <a:cubicBezTo>
                        <a:pt x="1280" y="41225"/>
                        <a:pt x="2042" y="36923"/>
                        <a:pt x="2424" y="32512"/>
                      </a:cubicBezTo>
                      <a:cubicBezTo>
                        <a:pt x="2695" y="30388"/>
                        <a:pt x="2913" y="28210"/>
                        <a:pt x="3077" y="26032"/>
                      </a:cubicBezTo>
                      <a:lnTo>
                        <a:pt x="3948" y="19552"/>
                      </a:lnTo>
                      <a:cubicBezTo>
                        <a:pt x="4275" y="17374"/>
                        <a:pt x="4002" y="14814"/>
                        <a:pt x="4057" y="12310"/>
                      </a:cubicBezTo>
                      <a:cubicBezTo>
                        <a:pt x="4166" y="9696"/>
                        <a:pt x="5309" y="7246"/>
                        <a:pt x="7760" y="5122"/>
                      </a:cubicBezTo>
                      <a:cubicBezTo>
                        <a:pt x="10156" y="3107"/>
                        <a:pt x="13314" y="1147"/>
                        <a:pt x="17398" y="384"/>
                      </a:cubicBezTo>
                      <a:cubicBezTo>
                        <a:pt x="19359" y="-51"/>
                        <a:pt x="21591" y="-106"/>
                        <a:pt x="23769" y="166"/>
                      </a:cubicBezTo>
                      <a:cubicBezTo>
                        <a:pt x="26165" y="820"/>
                        <a:pt x="28180" y="1310"/>
                        <a:pt x="30304" y="3053"/>
                      </a:cubicBezTo>
                      <a:cubicBezTo>
                        <a:pt x="31120" y="3706"/>
                        <a:pt x="31556" y="4632"/>
                        <a:pt x="31611" y="5612"/>
                      </a:cubicBezTo>
                      <a:lnTo>
                        <a:pt x="31611" y="6047"/>
                      </a:lnTo>
                      <a:cubicBezTo>
                        <a:pt x="31774" y="8770"/>
                        <a:pt x="31828" y="10240"/>
                        <a:pt x="32482" y="12255"/>
                      </a:cubicBezTo>
                      <a:cubicBezTo>
                        <a:pt x="32863" y="13834"/>
                        <a:pt x="33462" y="15250"/>
                        <a:pt x="33897" y="16394"/>
                      </a:cubicBezTo>
                      <a:cubicBezTo>
                        <a:pt x="34932" y="18735"/>
                        <a:pt x="35531" y="20423"/>
                        <a:pt x="35640" y="22111"/>
                      </a:cubicBezTo>
                      <a:cubicBezTo>
                        <a:pt x="35749" y="23745"/>
                        <a:pt x="34932" y="25215"/>
                        <a:pt x="33081" y="26522"/>
                      </a:cubicBezTo>
                      <a:cubicBezTo>
                        <a:pt x="31175" y="27938"/>
                        <a:pt x="28997" y="29354"/>
                        <a:pt x="27363" y="31096"/>
                      </a:cubicBezTo>
                      <a:lnTo>
                        <a:pt x="22190" y="36324"/>
                      </a:lnTo>
                      <a:cubicBezTo>
                        <a:pt x="20284" y="38012"/>
                        <a:pt x="18269" y="39645"/>
                        <a:pt x="16254" y="41225"/>
                      </a:cubicBezTo>
                      <a:cubicBezTo>
                        <a:pt x="12007" y="44274"/>
                        <a:pt x="7433" y="46997"/>
                        <a:pt x="2369" y="48358"/>
                      </a:cubicBezTo>
                      <a:cubicBezTo>
                        <a:pt x="1389" y="48630"/>
                        <a:pt x="354" y="48031"/>
                        <a:pt x="82" y="47051"/>
                      </a:cubicBezTo>
                      <a:cubicBezTo>
                        <a:pt x="-27" y="46725"/>
                        <a:pt x="-27" y="46398"/>
                        <a:pt x="82" y="46125"/>
                      </a:cubicBezTo>
                      <a:lnTo>
                        <a:pt x="82" y="46017"/>
                      </a:ln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188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7927424" y="5136901"/>
              <a:ext cx="139139" cy="113916"/>
              <a:chOff x="7927424" y="5136901"/>
              <a:chExt cx="139139" cy="113916"/>
            </a:xfrm>
            <a:solidFill>
              <a:schemeClr val="accent1"/>
            </a:solidFill>
          </p:grpSpPr>
          <p:grpSp>
            <p:nvGrpSpPr>
              <p:cNvPr id="1189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987533" y="5194280"/>
                <a:ext cx="51140" cy="56536"/>
                <a:chOff x="7987533" y="5194280"/>
                <a:chExt cx="51140" cy="56536"/>
              </a:xfrm>
              <a:solidFill>
                <a:schemeClr val="accent1"/>
              </a:solidFill>
            </p:grpSpPr>
            <p:sp>
              <p:nvSpPr>
                <p:cNvPr id="1190" name="Forme libre : forme 1189">
                  <a:extLst>
                    <a:ext uri="{FF2B5EF4-FFF2-40B4-BE49-F238E27FC236}">
                      <a16:creationId xmlns:a16="http://schemas.microsoft.com/office/drawing/2014/main" id="{93C52B89-4FDF-40E6-9EFA-287377459498}"/>
                    </a:ext>
                  </a:extLst>
                </p:cNvPr>
                <p:cNvSpPr/>
                <p:nvPr/>
              </p:nvSpPr>
              <p:spPr>
                <a:xfrm>
                  <a:off x="7987608" y="5194391"/>
                  <a:ext cx="51064" cy="56426"/>
                </a:xfrm>
                <a:custGeom>
                  <a:avLst/>
                  <a:gdLst>
                    <a:gd name="connsiteX0" fmla="*/ 1450 w 51064"/>
                    <a:gd name="connsiteY0" fmla="*/ 13 h 56426"/>
                    <a:gd name="connsiteX1" fmla="*/ 20400 w 51064"/>
                    <a:gd name="connsiteY1" fmla="*/ 6874 h 56426"/>
                    <a:gd name="connsiteX2" fmla="*/ 28841 w 51064"/>
                    <a:gd name="connsiteY2" fmla="*/ 12646 h 56426"/>
                    <a:gd name="connsiteX3" fmla="*/ 36355 w 51064"/>
                    <a:gd name="connsiteY3" fmla="*/ 19289 h 56426"/>
                    <a:gd name="connsiteX4" fmla="*/ 43924 w 51064"/>
                    <a:gd name="connsiteY4" fmla="*/ 25769 h 56426"/>
                    <a:gd name="connsiteX5" fmla="*/ 49152 w 51064"/>
                    <a:gd name="connsiteY5" fmla="*/ 33393 h 56426"/>
                    <a:gd name="connsiteX6" fmla="*/ 51003 w 51064"/>
                    <a:gd name="connsiteY6" fmla="*/ 42868 h 56426"/>
                    <a:gd name="connsiteX7" fmla="*/ 50023 w 51064"/>
                    <a:gd name="connsiteY7" fmla="*/ 54739 h 56426"/>
                    <a:gd name="connsiteX8" fmla="*/ 50023 w 51064"/>
                    <a:gd name="connsiteY8" fmla="*/ 54793 h 56426"/>
                    <a:gd name="connsiteX9" fmla="*/ 48009 w 51064"/>
                    <a:gd name="connsiteY9" fmla="*/ 56427 h 56426"/>
                    <a:gd name="connsiteX10" fmla="*/ 35974 w 51064"/>
                    <a:gd name="connsiteY10" fmla="*/ 53650 h 56426"/>
                    <a:gd name="connsiteX11" fmla="*/ 27479 w 51064"/>
                    <a:gd name="connsiteY11" fmla="*/ 47987 h 56426"/>
                    <a:gd name="connsiteX12" fmla="*/ 22524 w 51064"/>
                    <a:gd name="connsiteY12" fmla="*/ 40363 h 56426"/>
                    <a:gd name="connsiteX13" fmla="*/ 19583 w 51064"/>
                    <a:gd name="connsiteY13" fmla="*/ 31814 h 56426"/>
                    <a:gd name="connsiteX14" fmla="*/ 15717 w 51064"/>
                    <a:gd name="connsiteY14" fmla="*/ 24081 h 56426"/>
                    <a:gd name="connsiteX15" fmla="*/ 11524 w 51064"/>
                    <a:gd name="connsiteY15" fmla="*/ 16512 h 56426"/>
                    <a:gd name="connsiteX16" fmla="*/ 415 w 51064"/>
                    <a:gd name="connsiteY16" fmla="*/ 2518 h 56426"/>
                    <a:gd name="connsiteX17" fmla="*/ 415 w 51064"/>
                    <a:gd name="connsiteY17" fmla="*/ 2518 h 56426"/>
                    <a:gd name="connsiteX18" fmla="*/ 361 w 51064"/>
                    <a:gd name="connsiteY18" fmla="*/ 557 h 56426"/>
                    <a:gd name="connsiteX19" fmla="*/ 1450 w 51064"/>
                    <a:gd name="connsiteY19" fmla="*/ 13 h 56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1064" h="56426">
                      <a:moveTo>
                        <a:pt x="1450" y="13"/>
                      </a:moveTo>
                      <a:cubicBezTo>
                        <a:pt x="8039" y="775"/>
                        <a:pt x="14465" y="3443"/>
                        <a:pt x="20400" y="6874"/>
                      </a:cubicBezTo>
                      <a:cubicBezTo>
                        <a:pt x="23341" y="8617"/>
                        <a:pt x="26118" y="10577"/>
                        <a:pt x="28841" y="12646"/>
                      </a:cubicBezTo>
                      <a:cubicBezTo>
                        <a:pt x="31454" y="14770"/>
                        <a:pt x="33959" y="17002"/>
                        <a:pt x="36355" y="19289"/>
                      </a:cubicBezTo>
                      <a:cubicBezTo>
                        <a:pt x="38751" y="21577"/>
                        <a:pt x="41419" y="23646"/>
                        <a:pt x="43924" y="25769"/>
                      </a:cubicBezTo>
                      <a:cubicBezTo>
                        <a:pt x="46375" y="27893"/>
                        <a:pt x="48171" y="30452"/>
                        <a:pt x="49152" y="33393"/>
                      </a:cubicBezTo>
                      <a:cubicBezTo>
                        <a:pt x="50186" y="36333"/>
                        <a:pt x="50785" y="39437"/>
                        <a:pt x="51003" y="42868"/>
                      </a:cubicBezTo>
                      <a:cubicBezTo>
                        <a:pt x="51167" y="46353"/>
                        <a:pt x="51058" y="50001"/>
                        <a:pt x="50023" y="54739"/>
                      </a:cubicBezTo>
                      <a:lnTo>
                        <a:pt x="50023" y="54793"/>
                      </a:lnTo>
                      <a:cubicBezTo>
                        <a:pt x="49805" y="55773"/>
                        <a:pt x="48934" y="56427"/>
                        <a:pt x="48009" y="56427"/>
                      </a:cubicBezTo>
                      <a:cubicBezTo>
                        <a:pt x="43108" y="56372"/>
                        <a:pt x="39350" y="55120"/>
                        <a:pt x="35974" y="53650"/>
                      </a:cubicBezTo>
                      <a:cubicBezTo>
                        <a:pt x="32652" y="52071"/>
                        <a:pt x="29820" y="50165"/>
                        <a:pt x="27479" y="47987"/>
                      </a:cubicBezTo>
                      <a:cubicBezTo>
                        <a:pt x="25083" y="45808"/>
                        <a:pt x="23504" y="43249"/>
                        <a:pt x="22524" y="40363"/>
                      </a:cubicBezTo>
                      <a:cubicBezTo>
                        <a:pt x="21598" y="37423"/>
                        <a:pt x="20782" y="34428"/>
                        <a:pt x="19583" y="31814"/>
                      </a:cubicBezTo>
                      <a:cubicBezTo>
                        <a:pt x="18385" y="29200"/>
                        <a:pt x="17078" y="26586"/>
                        <a:pt x="15717" y="24081"/>
                      </a:cubicBezTo>
                      <a:cubicBezTo>
                        <a:pt x="14465" y="21468"/>
                        <a:pt x="13049" y="18963"/>
                        <a:pt x="11524" y="16512"/>
                      </a:cubicBezTo>
                      <a:cubicBezTo>
                        <a:pt x="8530" y="11502"/>
                        <a:pt x="4935" y="6928"/>
                        <a:pt x="415" y="2518"/>
                      </a:cubicBezTo>
                      <a:lnTo>
                        <a:pt x="415" y="2518"/>
                      </a:lnTo>
                      <a:cubicBezTo>
                        <a:pt x="-129" y="1973"/>
                        <a:pt x="-129" y="1102"/>
                        <a:pt x="361" y="557"/>
                      </a:cubicBezTo>
                      <a:cubicBezTo>
                        <a:pt x="579" y="67"/>
                        <a:pt x="1015" y="-42"/>
                        <a:pt x="1450" y="13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1" name="Forme libre : forme 1190">
                  <a:extLst>
                    <a:ext uri="{FF2B5EF4-FFF2-40B4-BE49-F238E27FC236}">
                      <a16:creationId xmlns:a16="http://schemas.microsoft.com/office/drawing/2014/main" id="{D0885BED-6510-45E9-A4E4-A12BB70CE17F}"/>
                    </a:ext>
                  </a:extLst>
                </p:cNvPr>
                <p:cNvSpPr/>
                <p:nvPr/>
              </p:nvSpPr>
              <p:spPr>
                <a:xfrm>
                  <a:off x="7987533" y="5194280"/>
                  <a:ext cx="51140" cy="56353"/>
                </a:xfrm>
                <a:custGeom>
                  <a:avLst/>
                  <a:gdLst>
                    <a:gd name="connsiteX0" fmla="*/ 46178 w 51140"/>
                    <a:gd name="connsiteY0" fmla="*/ 51963 h 56353"/>
                    <a:gd name="connsiteX1" fmla="*/ 37847 w 51140"/>
                    <a:gd name="connsiteY1" fmla="*/ 49676 h 56353"/>
                    <a:gd name="connsiteX2" fmla="*/ 30387 w 51140"/>
                    <a:gd name="connsiteY2" fmla="*/ 44721 h 56353"/>
                    <a:gd name="connsiteX3" fmla="*/ 26684 w 51140"/>
                    <a:gd name="connsiteY3" fmla="*/ 39003 h 56353"/>
                    <a:gd name="connsiteX4" fmla="*/ 26139 w 51140"/>
                    <a:gd name="connsiteY4" fmla="*/ 37315 h 56353"/>
                    <a:gd name="connsiteX5" fmla="*/ 23471 w 51140"/>
                    <a:gd name="connsiteY5" fmla="*/ 29909 h 56353"/>
                    <a:gd name="connsiteX6" fmla="*/ 19550 w 51140"/>
                    <a:gd name="connsiteY6" fmla="*/ 22068 h 56353"/>
                    <a:gd name="connsiteX7" fmla="*/ 15194 w 51140"/>
                    <a:gd name="connsiteY7" fmla="*/ 14226 h 56353"/>
                    <a:gd name="connsiteX8" fmla="*/ 10075 w 51140"/>
                    <a:gd name="connsiteY8" fmla="*/ 6766 h 56353"/>
                    <a:gd name="connsiteX9" fmla="*/ 18135 w 51140"/>
                    <a:gd name="connsiteY9" fmla="*/ 10687 h 56353"/>
                    <a:gd name="connsiteX10" fmla="*/ 26085 w 51140"/>
                    <a:gd name="connsiteY10" fmla="*/ 16078 h 56353"/>
                    <a:gd name="connsiteX11" fmla="*/ 33327 w 51140"/>
                    <a:gd name="connsiteY11" fmla="*/ 22503 h 56353"/>
                    <a:gd name="connsiteX12" fmla="*/ 38772 w 51140"/>
                    <a:gd name="connsiteY12" fmla="*/ 27241 h 56353"/>
                    <a:gd name="connsiteX13" fmla="*/ 41059 w 51140"/>
                    <a:gd name="connsiteY13" fmla="*/ 29147 h 56353"/>
                    <a:gd name="connsiteX14" fmla="*/ 45034 w 51140"/>
                    <a:gd name="connsiteY14" fmla="*/ 34919 h 56353"/>
                    <a:gd name="connsiteX15" fmla="*/ 46614 w 51140"/>
                    <a:gd name="connsiteY15" fmla="*/ 43142 h 56353"/>
                    <a:gd name="connsiteX16" fmla="*/ 46178 w 51140"/>
                    <a:gd name="connsiteY16" fmla="*/ 51963 h 56353"/>
                    <a:gd name="connsiteX17" fmla="*/ 49336 w 51140"/>
                    <a:gd name="connsiteY17" fmla="*/ 55993 h 56353"/>
                    <a:gd name="connsiteX18" fmla="*/ 50099 w 51140"/>
                    <a:gd name="connsiteY18" fmla="*/ 54794 h 56353"/>
                    <a:gd name="connsiteX19" fmla="*/ 50099 w 51140"/>
                    <a:gd name="connsiteY19" fmla="*/ 54740 h 56353"/>
                    <a:gd name="connsiteX20" fmla="*/ 51079 w 51140"/>
                    <a:gd name="connsiteY20" fmla="*/ 42869 h 56353"/>
                    <a:gd name="connsiteX21" fmla="*/ 49227 w 51140"/>
                    <a:gd name="connsiteY21" fmla="*/ 33394 h 56353"/>
                    <a:gd name="connsiteX22" fmla="*/ 44000 w 51140"/>
                    <a:gd name="connsiteY22" fmla="*/ 25771 h 56353"/>
                    <a:gd name="connsiteX23" fmla="*/ 36431 w 51140"/>
                    <a:gd name="connsiteY23" fmla="*/ 19291 h 56353"/>
                    <a:gd name="connsiteX24" fmla="*/ 28916 w 51140"/>
                    <a:gd name="connsiteY24" fmla="*/ 12647 h 56353"/>
                    <a:gd name="connsiteX25" fmla="*/ 20476 w 51140"/>
                    <a:gd name="connsiteY25" fmla="*/ 6875 h 56353"/>
                    <a:gd name="connsiteX26" fmla="*/ 1526 w 51140"/>
                    <a:gd name="connsiteY26" fmla="*/ 14 h 56353"/>
                    <a:gd name="connsiteX27" fmla="*/ 545 w 51140"/>
                    <a:gd name="connsiteY27" fmla="*/ 286 h 56353"/>
                    <a:gd name="connsiteX28" fmla="*/ 383 w 51140"/>
                    <a:gd name="connsiteY28" fmla="*/ 450 h 56353"/>
                    <a:gd name="connsiteX29" fmla="*/ 437 w 51140"/>
                    <a:gd name="connsiteY29" fmla="*/ 2410 h 56353"/>
                    <a:gd name="connsiteX30" fmla="*/ 437 w 51140"/>
                    <a:gd name="connsiteY30" fmla="*/ 2410 h 56353"/>
                    <a:gd name="connsiteX31" fmla="*/ 11545 w 51140"/>
                    <a:gd name="connsiteY31" fmla="*/ 16405 h 56353"/>
                    <a:gd name="connsiteX32" fmla="*/ 15738 w 51140"/>
                    <a:gd name="connsiteY32" fmla="*/ 23974 h 56353"/>
                    <a:gd name="connsiteX33" fmla="*/ 19604 w 51140"/>
                    <a:gd name="connsiteY33" fmla="*/ 31706 h 56353"/>
                    <a:gd name="connsiteX34" fmla="*/ 22545 w 51140"/>
                    <a:gd name="connsiteY34" fmla="*/ 40255 h 56353"/>
                    <a:gd name="connsiteX35" fmla="*/ 27500 w 51140"/>
                    <a:gd name="connsiteY35" fmla="*/ 47879 h 56353"/>
                    <a:gd name="connsiteX36" fmla="*/ 35995 w 51140"/>
                    <a:gd name="connsiteY36" fmla="*/ 53542 h 56353"/>
                    <a:gd name="connsiteX37" fmla="*/ 48030 w 51140"/>
                    <a:gd name="connsiteY37" fmla="*/ 56319 h 56353"/>
                    <a:gd name="connsiteX38" fmla="*/ 49336 w 51140"/>
                    <a:gd name="connsiteY38" fmla="*/ 55993 h 56353"/>
                    <a:gd name="connsiteX39" fmla="*/ 49336 w 51140"/>
                    <a:gd name="connsiteY39" fmla="*/ 55993 h 5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1140" h="56353">
                      <a:moveTo>
                        <a:pt x="46178" y="51963"/>
                      </a:moveTo>
                      <a:cubicBezTo>
                        <a:pt x="42802" y="51691"/>
                        <a:pt x="40133" y="50656"/>
                        <a:pt x="37847" y="49676"/>
                      </a:cubicBezTo>
                      <a:cubicBezTo>
                        <a:pt x="35070" y="48369"/>
                        <a:pt x="32564" y="46735"/>
                        <a:pt x="30387" y="44721"/>
                      </a:cubicBezTo>
                      <a:cubicBezTo>
                        <a:pt x="28644" y="43142"/>
                        <a:pt x="27391" y="41235"/>
                        <a:pt x="26684" y="39003"/>
                      </a:cubicBezTo>
                      <a:lnTo>
                        <a:pt x="26139" y="37315"/>
                      </a:lnTo>
                      <a:cubicBezTo>
                        <a:pt x="25377" y="34864"/>
                        <a:pt x="24614" y="32305"/>
                        <a:pt x="23471" y="29909"/>
                      </a:cubicBezTo>
                      <a:cubicBezTo>
                        <a:pt x="22110" y="26969"/>
                        <a:pt x="20803" y="24355"/>
                        <a:pt x="19550" y="22068"/>
                      </a:cubicBezTo>
                      <a:cubicBezTo>
                        <a:pt x="18135" y="19182"/>
                        <a:pt x="16664" y="16568"/>
                        <a:pt x="15194" y="14226"/>
                      </a:cubicBezTo>
                      <a:cubicBezTo>
                        <a:pt x="13614" y="11613"/>
                        <a:pt x="11927" y="9108"/>
                        <a:pt x="10075" y="6766"/>
                      </a:cubicBezTo>
                      <a:cubicBezTo>
                        <a:pt x="12689" y="7747"/>
                        <a:pt x="15357" y="9053"/>
                        <a:pt x="18135" y="10687"/>
                      </a:cubicBezTo>
                      <a:cubicBezTo>
                        <a:pt x="20748" y="12266"/>
                        <a:pt x="23471" y="14118"/>
                        <a:pt x="26085" y="16078"/>
                      </a:cubicBezTo>
                      <a:cubicBezTo>
                        <a:pt x="28426" y="18038"/>
                        <a:pt x="30822" y="20107"/>
                        <a:pt x="33327" y="22503"/>
                      </a:cubicBezTo>
                      <a:cubicBezTo>
                        <a:pt x="35070" y="24191"/>
                        <a:pt x="36975" y="25771"/>
                        <a:pt x="38772" y="27241"/>
                      </a:cubicBezTo>
                      <a:cubicBezTo>
                        <a:pt x="39535" y="27894"/>
                        <a:pt x="40297" y="28493"/>
                        <a:pt x="41059" y="29147"/>
                      </a:cubicBezTo>
                      <a:cubicBezTo>
                        <a:pt x="42965" y="30835"/>
                        <a:pt x="44272" y="32686"/>
                        <a:pt x="45034" y="34919"/>
                      </a:cubicBezTo>
                      <a:cubicBezTo>
                        <a:pt x="45906" y="37478"/>
                        <a:pt x="46450" y="40146"/>
                        <a:pt x="46614" y="43142"/>
                      </a:cubicBezTo>
                      <a:cubicBezTo>
                        <a:pt x="46831" y="45592"/>
                        <a:pt x="46831" y="48369"/>
                        <a:pt x="46178" y="51963"/>
                      </a:cubicBezTo>
                      <a:moveTo>
                        <a:pt x="49336" y="55993"/>
                      </a:moveTo>
                      <a:cubicBezTo>
                        <a:pt x="49717" y="55720"/>
                        <a:pt x="49990" y="55285"/>
                        <a:pt x="50099" y="54794"/>
                      </a:cubicBezTo>
                      <a:lnTo>
                        <a:pt x="50099" y="54740"/>
                      </a:lnTo>
                      <a:cubicBezTo>
                        <a:pt x="51133" y="50002"/>
                        <a:pt x="51242" y="46354"/>
                        <a:pt x="51079" y="42869"/>
                      </a:cubicBezTo>
                      <a:cubicBezTo>
                        <a:pt x="50861" y="39438"/>
                        <a:pt x="50262" y="36335"/>
                        <a:pt x="49227" y="33394"/>
                      </a:cubicBezTo>
                      <a:cubicBezTo>
                        <a:pt x="48193" y="30454"/>
                        <a:pt x="46450" y="27894"/>
                        <a:pt x="44000" y="25771"/>
                      </a:cubicBezTo>
                      <a:cubicBezTo>
                        <a:pt x="41495" y="23647"/>
                        <a:pt x="38827" y="21578"/>
                        <a:pt x="36431" y="19291"/>
                      </a:cubicBezTo>
                      <a:cubicBezTo>
                        <a:pt x="34035" y="17003"/>
                        <a:pt x="31530" y="14771"/>
                        <a:pt x="28916" y="12647"/>
                      </a:cubicBezTo>
                      <a:cubicBezTo>
                        <a:pt x="26194" y="10578"/>
                        <a:pt x="23416" y="8672"/>
                        <a:pt x="20476" y="6875"/>
                      </a:cubicBezTo>
                      <a:cubicBezTo>
                        <a:pt x="14540" y="3499"/>
                        <a:pt x="8115" y="776"/>
                        <a:pt x="1526" y="14"/>
                      </a:cubicBezTo>
                      <a:cubicBezTo>
                        <a:pt x="1199" y="-41"/>
                        <a:pt x="818" y="68"/>
                        <a:pt x="545" y="286"/>
                      </a:cubicBezTo>
                      <a:cubicBezTo>
                        <a:pt x="491" y="341"/>
                        <a:pt x="437" y="395"/>
                        <a:pt x="383" y="450"/>
                      </a:cubicBezTo>
                      <a:cubicBezTo>
                        <a:pt x="-163" y="994"/>
                        <a:pt x="-108" y="1865"/>
                        <a:pt x="437" y="2410"/>
                      </a:cubicBezTo>
                      <a:lnTo>
                        <a:pt x="437" y="2410"/>
                      </a:lnTo>
                      <a:cubicBezTo>
                        <a:pt x="4957" y="6766"/>
                        <a:pt x="8551" y="11395"/>
                        <a:pt x="11545" y="16405"/>
                      </a:cubicBezTo>
                      <a:cubicBezTo>
                        <a:pt x="13070" y="18855"/>
                        <a:pt x="14486" y="21360"/>
                        <a:pt x="15738" y="23974"/>
                      </a:cubicBezTo>
                      <a:cubicBezTo>
                        <a:pt x="17100" y="26478"/>
                        <a:pt x="18406" y="29038"/>
                        <a:pt x="19604" y="31706"/>
                      </a:cubicBezTo>
                      <a:cubicBezTo>
                        <a:pt x="20857" y="34320"/>
                        <a:pt x="21674" y="37315"/>
                        <a:pt x="22545" y="40255"/>
                      </a:cubicBezTo>
                      <a:cubicBezTo>
                        <a:pt x="23525" y="43196"/>
                        <a:pt x="25104" y="45755"/>
                        <a:pt x="27500" y="47879"/>
                      </a:cubicBezTo>
                      <a:cubicBezTo>
                        <a:pt x="29842" y="50057"/>
                        <a:pt x="32673" y="51963"/>
                        <a:pt x="35995" y="53542"/>
                      </a:cubicBezTo>
                      <a:cubicBezTo>
                        <a:pt x="39371" y="55067"/>
                        <a:pt x="43183" y="56319"/>
                        <a:pt x="48030" y="56319"/>
                      </a:cubicBezTo>
                      <a:cubicBezTo>
                        <a:pt x="48520" y="56428"/>
                        <a:pt x="48955" y="56265"/>
                        <a:pt x="49336" y="55993"/>
                      </a:cubicBezTo>
                      <a:lnTo>
                        <a:pt x="49336" y="55993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2" name="Forme libre : forme 1191">
                  <a:extLst>
                    <a:ext uri="{FF2B5EF4-FFF2-40B4-BE49-F238E27FC236}">
                      <a16:creationId xmlns:a16="http://schemas.microsoft.com/office/drawing/2014/main" id="{E944B066-4503-4EF2-9DA4-CC34018C2F23}"/>
                    </a:ext>
                  </a:extLst>
                </p:cNvPr>
                <p:cNvSpPr/>
                <p:nvPr/>
              </p:nvSpPr>
              <p:spPr>
                <a:xfrm>
                  <a:off x="7987608" y="5194391"/>
                  <a:ext cx="51064" cy="56426"/>
                </a:xfrm>
                <a:custGeom>
                  <a:avLst/>
                  <a:gdLst>
                    <a:gd name="connsiteX0" fmla="*/ 1450 w 51064"/>
                    <a:gd name="connsiteY0" fmla="*/ 13 h 56426"/>
                    <a:gd name="connsiteX1" fmla="*/ 20400 w 51064"/>
                    <a:gd name="connsiteY1" fmla="*/ 6874 h 56426"/>
                    <a:gd name="connsiteX2" fmla="*/ 28841 w 51064"/>
                    <a:gd name="connsiteY2" fmla="*/ 12646 h 56426"/>
                    <a:gd name="connsiteX3" fmla="*/ 36355 w 51064"/>
                    <a:gd name="connsiteY3" fmla="*/ 19289 h 56426"/>
                    <a:gd name="connsiteX4" fmla="*/ 43924 w 51064"/>
                    <a:gd name="connsiteY4" fmla="*/ 25769 h 56426"/>
                    <a:gd name="connsiteX5" fmla="*/ 49152 w 51064"/>
                    <a:gd name="connsiteY5" fmla="*/ 33393 h 56426"/>
                    <a:gd name="connsiteX6" fmla="*/ 51003 w 51064"/>
                    <a:gd name="connsiteY6" fmla="*/ 42868 h 56426"/>
                    <a:gd name="connsiteX7" fmla="*/ 50023 w 51064"/>
                    <a:gd name="connsiteY7" fmla="*/ 54739 h 56426"/>
                    <a:gd name="connsiteX8" fmla="*/ 50023 w 51064"/>
                    <a:gd name="connsiteY8" fmla="*/ 54793 h 56426"/>
                    <a:gd name="connsiteX9" fmla="*/ 48009 w 51064"/>
                    <a:gd name="connsiteY9" fmla="*/ 56427 h 56426"/>
                    <a:gd name="connsiteX10" fmla="*/ 35974 w 51064"/>
                    <a:gd name="connsiteY10" fmla="*/ 53650 h 56426"/>
                    <a:gd name="connsiteX11" fmla="*/ 27479 w 51064"/>
                    <a:gd name="connsiteY11" fmla="*/ 47987 h 56426"/>
                    <a:gd name="connsiteX12" fmla="*/ 22524 w 51064"/>
                    <a:gd name="connsiteY12" fmla="*/ 40363 h 56426"/>
                    <a:gd name="connsiteX13" fmla="*/ 19583 w 51064"/>
                    <a:gd name="connsiteY13" fmla="*/ 31814 h 56426"/>
                    <a:gd name="connsiteX14" fmla="*/ 15717 w 51064"/>
                    <a:gd name="connsiteY14" fmla="*/ 24081 h 56426"/>
                    <a:gd name="connsiteX15" fmla="*/ 11524 w 51064"/>
                    <a:gd name="connsiteY15" fmla="*/ 16512 h 56426"/>
                    <a:gd name="connsiteX16" fmla="*/ 415 w 51064"/>
                    <a:gd name="connsiteY16" fmla="*/ 2518 h 56426"/>
                    <a:gd name="connsiteX17" fmla="*/ 415 w 51064"/>
                    <a:gd name="connsiteY17" fmla="*/ 2518 h 56426"/>
                    <a:gd name="connsiteX18" fmla="*/ 361 w 51064"/>
                    <a:gd name="connsiteY18" fmla="*/ 557 h 56426"/>
                    <a:gd name="connsiteX19" fmla="*/ 1450 w 51064"/>
                    <a:gd name="connsiteY19" fmla="*/ 13 h 56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1064" h="56426">
                      <a:moveTo>
                        <a:pt x="1450" y="13"/>
                      </a:moveTo>
                      <a:cubicBezTo>
                        <a:pt x="8039" y="775"/>
                        <a:pt x="14465" y="3443"/>
                        <a:pt x="20400" y="6874"/>
                      </a:cubicBezTo>
                      <a:cubicBezTo>
                        <a:pt x="23341" y="8617"/>
                        <a:pt x="26118" y="10577"/>
                        <a:pt x="28841" y="12646"/>
                      </a:cubicBezTo>
                      <a:cubicBezTo>
                        <a:pt x="31454" y="14770"/>
                        <a:pt x="33959" y="17002"/>
                        <a:pt x="36355" y="19289"/>
                      </a:cubicBezTo>
                      <a:cubicBezTo>
                        <a:pt x="38751" y="21577"/>
                        <a:pt x="41419" y="23646"/>
                        <a:pt x="43924" y="25769"/>
                      </a:cubicBezTo>
                      <a:cubicBezTo>
                        <a:pt x="46375" y="27893"/>
                        <a:pt x="48171" y="30452"/>
                        <a:pt x="49152" y="33393"/>
                      </a:cubicBezTo>
                      <a:cubicBezTo>
                        <a:pt x="50186" y="36333"/>
                        <a:pt x="50785" y="39437"/>
                        <a:pt x="51003" y="42868"/>
                      </a:cubicBezTo>
                      <a:cubicBezTo>
                        <a:pt x="51167" y="46353"/>
                        <a:pt x="51058" y="50001"/>
                        <a:pt x="50023" y="54739"/>
                      </a:cubicBezTo>
                      <a:lnTo>
                        <a:pt x="50023" y="54793"/>
                      </a:lnTo>
                      <a:cubicBezTo>
                        <a:pt x="49805" y="55773"/>
                        <a:pt x="48934" y="56427"/>
                        <a:pt x="48009" y="56427"/>
                      </a:cubicBezTo>
                      <a:cubicBezTo>
                        <a:pt x="43108" y="56372"/>
                        <a:pt x="39350" y="55120"/>
                        <a:pt x="35974" y="53650"/>
                      </a:cubicBezTo>
                      <a:cubicBezTo>
                        <a:pt x="32652" y="52071"/>
                        <a:pt x="29820" y="50165"/>
                        <a:pt x="27479" y="47987"/>
                      </a:cubicBezTo>
                      <a:cubicBezTo>
                        <a:pt x="25083" y="45808"/>
                        <a:pt x="23504" y="43249"/>
                        <a:pt x="22524" y="40363"/>
                      </a:cubicBezTo>
                      <a:cubicBezTo>
                        <a:pt x="21598" y="37423"/>
                        <a:pt x="20782" y="34428"/>
                        <a:pt x="19583" y="31814"/>
                      </a:cubicBezTo>
                      <a:cubicBezTo>
                        <a:pt x="18385" y="29200"/>
                        <a:pt x="17078" y="26586"/>
                        <a:pt x="15717" y="24081"/>
                      </a:cubicBezTo>
                      <a:cubicBezTo>
                        <a:pt x="14465" y="21468"/>
                        <a:pt x="13049" y="18963"/>
                        <a:pt x="11524" y="16512"/>
                      </a:cubicBezTo>
                      <a:cubicBezTo>
                        <a:pt x="8530" y="11502"/>
                        <a:pt x="4935" y="6928"/>
                        <a:pt x="415" y="2518"/>
                      </a:cubicBezTo>
                      <a:lnTo>
                        <a:pt x="415" y="2518"/>
                      </a:lnTo>
                      <a:cubicBezTo>
                        <a:pt x="-129" y="1973"/>
                        <a:pt x="-129" y="1102"/>
                        <a:pt x="361" y="557"/>
                      </a:cubicBezTo>
                      <a:cubicBezTo>
                        <a:pt x="579" y="67"/>
                        <a:pt x="1015" y="-42"/>
                        <a:pt x="1450" y="13"/>
                      </a:cubicBez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193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011375" y="5186400"/>
                <a:ext cx="55188" cy="27276"/>
                <a:chOff x="8011375" y="5186400"/>
                <a:chExt cx="55188" cy="27276"/>
              </a:xfrm>
              <a:solidFill>
                <a:schemeClr val="accent1"/>
              </a:solidFill>
            </p:grpSpPr>
            <p:sp>
              <p:nvSpPr>
                <p:cNvPr id="1194" name="Forme libre : forme 1193">
                  <a:extLst>
                    <a:ext uri="{FF2B5EF4-FFF2-40B4-BE49-F238E27FC236}">
                      <a16:creationId xmlns:a16="http://schemas.microsoft.com/office/drawing/2014/main" id="{2FE8E35E-DF7F-400A-B413-0A9870ABE947}"/>
                    </a:ext>
                  </a:extLst>
                </p:cNvPr>
                <p:cNvSpPr/>
                <p:nvPr/>
              </p:nvSpPr>
              <p:spPr>
                <a:xfrm>
                  <a:off x="8011375" y="5186400"/>
                  <a:ext cx="55133" cy="27258"/>
                </a:xfrm>
                <a:custGeom>
                  <a:avLst/>
                  <a:gdLst>
                    <a:gd name="connsiteX0" fmla="*/ 772 w 55133"/>
                    <a:gd name="connsiteY0" fmla="*/ 4845 h 27258"/>
                    <a:gd name="connsiteX1" fmla="*/ 16400 w 55133"/>
                    <a:gd name="connsiteY1" fmla="*/ 2341 h 27258"/>
                    <a:gd name="connsiteX2" fmla="*/ 23642 w 55133"/>
                    <a:gd name="connsiteY2" fmla="*/ 2613 h 27258"/>
                    <a:gd name="connsiteX3" fmla="*/ 29687 w 55133"/>
                    <a:gd name="connsiteY3" fmla="*/ 2558 h 27258"/>
                    <a:gd name="connsiteX4" fmla="*/ 34696 w 55133"/>
                    <a:gd name="connsiteY4" fmla="*/ 707 h 27258"/>
                    <a:gd name="connsiteX5" fmla="*/ 39815 w 55133"/>
                    <a:gd name="connsiteY5" fmla="*/ 380 h 27258"/>
                    <a:gd name="connsiteX6" fmla="*/ 46295 w 55133"/>
                    <a:gd name="connsiteY6" fmla="*/ 3321 h 27258"/>
                    <a:gd name="connsiteX7" fmla="*/ 50161 w 55133"/>
                    <a:gd name="connsiteY7" fmla="*/ 5880 h 27258"/>
                    <a:gd name="connsiteX8" fmla="*/ 54463 w 55133"/>
                    <a:gd name="connsiteY8" fmla="*/ 9746 h 27258"/>
                    <a:gd name="connsiteX9" fmla="*/ 55008 w 55133"/>
                    <a:gd name="connsiteY9" fmla="*/ 12305 h 27258"/>
                    <a:gd name="connsiteX10" fmla="*/ 52557 w 55133"/>
                    <a:gd name="connsiteY10" fmla="*/ 17588 h 27258"/>
                    <a:gd name="connsiteX11" fmla="*/ 49617 w 55133"/>
                    <a:gd name="connsiteY11" fmla="*/ 21454 h 27258"/>
                    <a:gd name="connsiteX12" fmla="*/ 42484 w 55133"/>
                    <a:gd name="connsiteY12" fmla="*/ 26409 h 27258"/>
                    <a:gd name="connsiteX13" fmla="*/ 33825 w 55133"/>
                    <a:gd name="connsiteY13" fmla="*/ 26627 h 27258"/>
                    <a:gd name="connsiteX14" fmla="*/ 25167 w 55133"/>
                    <a:gd name="connsiteY14" fmla="*/ 23033 h 27258"/>
                    <a:gd name="connsiteX15" fmla="*/ 18034 w 55133"/>
                    <a:gd name="connsiteY15" fmla="*/ 19112 h 27258"/>
                    <a:gd name="connsiteX16" fmla="*/ 12261 w 55133"/>
                    <a:gd name="connsiteY16" fmla="*/ 14810 h 27258"/>
                    <a:gd name="connsiteX17" fmla="*/ 935 w 55133"/>
                    <a:gd name="connsiteY17" fmla="*/ 7513 h 27258"/>
                    <a:gd name="connsiteX18" fmla="*/ 881 w 55133"/>
                    <a:gd name="connsiteY18" fmla="*/ 7459 h 27258"/>
                    <a:gd name="connsiteX19" fmla="*/ 118 w 55133"/>
                    <a:gd name="connsiteY19" fmla="*/ 5608 h 27258"/>
                    <a:gd name="connsiteX20" fmla="*/ 772 w 55133"/>
                    <a:gd name="connsiteY20" fmla="*/ 4845 h 27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5133" h="27258">
                      <a:moveTo>
                        <a:pt x="772" y="4845"/>
                      </a:moveTo>
                      <a:cubicBezTo>
                        <a:pt x="5564" y="2449"/>
                        <a:pt x="11336" y="2286"/>
                        <a:pt x="16400" y="2341"/>
                      </a:cubicBezTo>
                      <a:cubicBezTo>
                        <a:pt x="18959" y="2449"/>
                        <a:pt x="21356" y="2558"/>
                        <a:pt x="23642" y="2613"/>
                      </a:cubicBezTo>
                      <a:cubicBezTo>
                        <a:pt x="25875" y="2776"/>
                        <a:pt x="27944" y="2776"/>
                        <a:pt x="29687" y="2558"/>
                      </a:cubicBezTo>
                      <a:cubicBezTo>
                        <a:pt x="31429" y="2395"/>
                        <a:pt x="33063" y="1524"/>
                        <a:pt x="34696" y="707"/>
                      </a:cubicBezTo>
                      <a:cubicBezTo>
                        <a:pt x="36330" y="-110"/>
                        <a:pt x="37909" y="-219"/>
                        <a:pt x="39815" y="380"/>
                      </a:cubicBezTo>
                      <a:cubicBezTo>
                        <a:pt x="41721" y="979"/>
                        <a:pt x="43845" y="1850"/>
                        <a:pt x="46295" y="3321"/>
                      </a:cubicBezTo>
                      <a:cubicBezTo>
                        <a:pt x="47493" y="3974"/>
                        <a:pt x="48800" y="4900"/>
                        <a:pt x="50161" y="5880"/>
                      </a:cubicBezTo>
                      <a:cubicBezTo>
                        <a:pt x="51577" y="7187"/>
                        <a:pt x="52938" y="8004"/>
                        <a:pt x="54463" y="9746"/>
                      </a:cubicBezTo>
                      <a:cubicBezTo>
                        <a:pt x="55117" y="10454"/>
                        <a:pt x="55280" y="11434"/>
                        <a:pt x="55008" y="12305"/>
                      </a:cubicBezTo>
                      <a:cubicBezTo>
                        <a:pt x="54300" y="14484"/>
                        <a:pt x="53374" y="15791"/>
                        <a:pt x="52557" y="17588"/>
                      </a:cubicBezTo>
                      <a:cubicBezTo>
                        <a:pt x="51631" y="19003"/>
                        <a:pt x="50706" y="20365"/>
                        <a:pt x="49617" y="21454"/>
                      </a:cubicBezTo>
                      <a:cubicBezTo>
                        <a:pt x="47547" y="23795"/>
                        <a:pt x="45152" y="25374"/>
                        <a:pt x="42484" y="26409"/>
                      </a:cubicBezTo>
                      <a:cubicBezTo>
                        <a:pt x="39815" y="27444"/>
                        <a:pt x="36820" y="27552"/>
                        <a:pt x="33825" y="26627"/>
                      </a:cubicBezTo>
                      <a:cubicBezTo>
                        <a:pt x="30885" y="25647"/>
                        <a:pt x="27890" y="24231"/>
                        <a:pt x="25167" y="23033"/>
                      </a:cubicBezTo>
                      <a:cubicBezTo>
                        <a:pt x="22444" y="21835"/>
                        <a:pt x="20158" y="20474"/>
                        <a:pt x="18034" y="19112"/>
                      </a:cubicBezTo>
                      <a:cubicBezTo>
                        <a:pt x="15965" y="17642"/>
                        <a:pt x="14113" y="16172"/>
                        <a:pt x="12261" y="14810"/>
                      </a:cubicBezTo>
                      <a:cubicBezTo>
                        <a:pt x="8667" y="11924"/>
                        <a:pt x="5400" y="9365"/>
                        <a:pt x="935" y="7513"/>
                      </a:cubicBezTo>
                      <a:lnTo>
                        <a:pt x="881" y="7459"/>
                      </a:lnTo>
                      <a:cubicBezTo>
                        <a:pt x="173" y="7187"/>
                        <a:pt x="-209" y="6316"/>
                        <a:pt x="118" y="5608"/>
                      </a:cubicBezTo>
                      <a:cubicBezTo>
                        <a:pt x="282" y="5281"/>
                        <a:pt x="499" y="5009"/>
                        <a:pt x="772" y="4845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5" name="Forme libre : forme 1194">
                  <a:extLst>
                    <a:ext uri="{FF2B5EF4-FFF2-40B4-BE49-F238E27FC236}">
                      <a16:creationId xmlns:a16="http://schemas.microsoft.com/office/drawing/2014/main" id="{AC309AAB-6F04-4894-9995-CCA37FA15809}"/>
                    </a:ext>
                  </a:extLst>
                </p:cNvPr>
                <p:cNvSpPr/>
                <p:nvPr/>
              </p:nvSpPr>
              <p:spPr>
                <a:xfrm>
                  <a:off x="8011452" y="5186416"/>
                  <a:ext cx="55110" cy="27260"/>
                </a:xfrm>
                <a:custGeom>
                  <a:avLst/>
                  <a:gdLst>
                    <a:gd name="connsiteX0" fmla="*/ 44258 w 55110"/>
                    <a:gd name="connsiteY0" fmla="*/ 20402 h 27260"/>
                    <a:gd name="connsiteX1" fmla="*/ 40772 w 55110"/>
                    <a:gd name="connsiteY1" fmla="*/ 22363 h 27260"/>
                    <a:gd name="connsiteX2" fmla="*/ 35109 w 55110"/>
                    <a:gd name="connsiteY2" fmla="*/ 22472 h 27260"/>
                    <a:gd name="connsiteX3" fmla="*/ 28738 w 55110"/>
                    <a:gd name="connsiteY3" fmla="*/ 19913 h 27260"/>
                    <a:gd name="connsiteX4" fmla="*/ 26833 w 55110"/>
                    <a:gd name="connsiteY4" fmla="*/ 19096 h 27260"/>
                    <a:gd name="connsiteX5" fmla="*/ 20352 w 55110"/>
                    <a:gd name="connsiteY5" fmla="*/ 15502 h 27260"/>
                    <a:gd name="connsiteX6" fmla="*/ 16268 w 55110"/>
                    <a:gd name="connsiteY6" fmla="*/ 12452 h 27260"/>
                    <a:gd name="connsiteX7" fmla="*/ 14907 w 55110"/>
                    <a:gd name="connsiteY7" fmla="*/ 11418 h 27260"/>
                    <a:gd name="connsiteX8" fmla="*/ 9135 w 55110"/>
                    <a:gd name="connsiteY8" fmla="*/ 7062 h 27260"/>
                    <a:gd name="connsiteX9" fmla="*/ 16214 w 55110"/>
                    <a:gd name="connsiteY9" fmla="*/ 6789 h 27260"/>
                    <a:gd name="connsiteX10" fmla="*/ 18392 w 55110"/>
                    <a:gd name="connsiteY10" fmla="*/ 6898 h 27260"/>
                    <a:gd name="connsiteX11" fmla="*/ 23510 w 55110"/>
                    <a:gd name="connsiteY11" fmla="*/ 7062 h 27260"/>
                    <a:gd name="connsiteX12" fmla="*/ 30100 w 55110"/>
                    <a:gd name="connsiteY12" fmla="*/ 7007 h 27260"/>
                    <a:gd name="connsiteX13" fmla="*/ 36253 w 55110"/>
                    <a:gd name="connsiteY13" fmla="*/ 4883 h 27260"/>
                    <a:gd name="connsiteX14" fmla="*/ 36634 w 55110"/>
                    <a:gd name="connsiteY14" fmla="*/ 4666 h 27260"/>
                    <a:gd name="connsiteX15" fmla="*/ 38540 w 55110"/>
                    <a:gd name="connsiteY15" fmla="*/ 4557 h 27260"/>
                    <a:gd name="connsiteX16" fmla="*/ 44258 w 55110"/>
                    <a:gd name="connsiteY16" fmla="*/ 7170 h 27260"/>
                    <a:gd name="connsiteX17" fmla="*/ 47416 w 55110"/>
                    <a:gd name="connsiteY17" fmla="*/ 9294 h 27260"/>
                    <a:gd name="connsiteX18" fmla="*/ 48995 w 55110"/>
                    <a:gd name="connsiteY18" fmla="*/ 10601 h 27260"/>
                    <a:gd name="connsiteX19" fmla="*/ 50520 w 55110"/>
                    <a:gd name="connsiteY19" fmla="*/ 11908 h 27260"/>
                    <a:gd name="connsiteX20" fmla="*/ 49539 w 55110"/>
                    <a:gd name="connsiteY20" fmla="*/ 13922 h 27260"/>
                    <a:gd name="connsiteX21" fmla="*/ 48777 w 55110"/>
                    <a:gd name="connsiteY21" fmla="*/ 15447 h 27260"/>
                    <a:gd name="connsiteX22" fmla="*/ 46436 w 55110"/>
                    <a:gd name="connsiteY22" fmla="*/ 18497 h 27260"/>
                    <a:gd name="connsiteX23" fmla="*/ 44258 w 55110"/>
                    <a:gd name="connsiteY23" fmla="*/ 20402 h 27260"/>
                    <a:gd name="connsiteX24" fmla="*/ 46926 w 55110"/>
                    <a:gd name="connsiteY24" fmla="*/ 23888 h 27260"/>
                    <a:gd name="connsiteX25" fmla="*/ 49594 w 55110"/>
                    <a:gd name="connsiteY25" fmla="*/ 21437 h 27260"/>
                    <a:gd name="connsiteX26" fmla="*/ 52535 w 55110"/>
                    <a:gd name="connsiteY26" fmla="*/ 17571 h 27260"/>
                    <a:gd name="connsiteX27" fmla="*/ 54985 w 55110"/>
                    <a:gd name="connsiteY27" fmla="*/ 12289 h 27260"/>
                    <a:gd name="connsiteX28" fmla="*/ 54440 w 55110"/>
                    <a:gd name="connsiteY28" fmla="*/ 9730 h 27260"/>
                    <a:gd name="connsiteX29" fmla="*/ 50138 w 55110"/>
                    <a:gd name="connsiteY29" fmla="*/ 5863 h 27260"/>
                    <a:gd name="connsiteX30" fmla="*/ 46272 w 55110"/>
                    <a:gd name="connsiteY30" fmla="*/ 3304 h 27260"/>
                    <a:gd name="connsiteX31" fmla="*/ 39793 w 55110"/>
                    <a:gd name="connsiteY31" fmla="*/ 363 h 27260"/>
                    <a:gd name="connsiteX32" fmla="*/ 34674 w 55110"/>
                    <a:gd name="connsiteY32" fmla="*/ 690 h 27260"/>
                    <a:gd name="connsiteX33" fmla="*/ 29664 w 55110"/>
                    <a:gd name="connsiteY33" fmla="*/ 2542 h 27260"/>
                    <a:gd name="connsiteX34" fmla="*/ 23619 w 55110"/>
                    <a:gd name="connsiteY34" fmla="*/ 2596 h 27260"/>
                    <a:gd name="connsiteX35" fmla="*/ 16377 w 55110"/>
                    <a:gd name="connsiteY35" fmla="*/ 2324 h 27260"/>
                    <a:gd name="connsiteX36" fmla="*/ 749 w 55110"/>
                    <a:gd name="connsiteY36" fmla="*/ 4829 h 27260"/>
                    <a:gd name="connsiteX37" fmla="*/ 531 w 55110"/>
                    <a:gd name="connsiteY37" fmla="*/ 4992 h 27260"/>
                    <a:gd name="connsiteX38" fmla="*/ 96 w 55110"/>
                    <a:gd name="connsiteY38" fmla="*/ 5591 h 27260"/>
                    <a:gd name="connsiteX39" fmla="*/ 858 w 55110"/>
                    <a:gd name="connsiteY39" fmla="*/ 7443 h 27260"/>
                    <a:gd name="connsiteX40" fmla="*/ 913 w 55110"/>
                    <a:gd name="connsiteY40" fmla="*/ 7497 h 27260"/>
                    <a:gd name="connsiteX41" fmla="*/ 12239 w 55110"/>
                    <a:gd name="connsiteY41" fmla="*/ 14794 h 27260"/>
                    <a:gd name="connsiteX42" fmla="*/ 18011 w 55110"/>
                    <a:gd name="connsiteY42" fmla="*/ 19096 h 27260"/>
                    <a:gd name="connsiteX43" fmla="*/ 25144 w 55110"/>
                    <a:gd name="connsiteY43" fmla="*/ 23016 h 27260"/>
                    <a:gd name="connsiteX44" fmla="*/ 33802 w 55110"/>
                    <a:gd name="connsiteY44" fmla="*/ 26610 h 27260"/>
                    <a:gd name="connsiteX45" fmla="*/ 42461 w 55110"/>
                    <a:gd name="connsiteY45" fmla="*/ 26393 h 27260"/>
                    <a:gd name="connsiteX46" fmla="*/ 46926 w 55110"/>
                    <a:gd name="connsiteY46" fmla="*/ 23888 h 27260"/>
                    <a:gd name="connsiteX47" fmla="*/ 46926 w 55110"/>
                    <a:gd name="connsiteY47" fmla="*/ 23888 h 27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55110" h="27260">
                      <a:moveTo>
                        <a:pt x="44258" y="20402"/>
                      </a:moveTo>
                      <a:cubicBezTo>
                        <a:pt x="43223" y="21165"/>
                        <a:pt x="42079" y="21818"/>
                        <a:pt x="40772" y="22363"/>
                      </a:cubicBezTo>
                      <a:cubicBezTo>
                        <a:pt x="39030" y="23071"/>
                        <a:pt x="37015" y="23071"/>
                        <a:pt x="35109" y="22472"/>
                      </a:cubicBezTo>
                      <a:cubicBezTo>
                        <a:pt x="33040" y="21764"/>
                        <a:pt x="30862" y="20838"/>
                        <a:pt x="28738" y="19913"/>
                      </a:cubicBezTo>
                      <a:lnTo>
                        <a:pt x="26833" y="19096"/>
                      </a:lnTo>
                      <a:cubicBezTo>
                        <a:pt x="24218" y="17898"/>
                        <a:pt x="21986" y="16591"/>
                        <a:pt x="20352" y="15502"/>
                      </a:cubicBezTo>
                      <a:cubicBezTo>
                        <a:pt x="18882" y="14467"/>
                        <a:pt x="17575" y="13433"/>
                        <a:pt x="16268" y="12452"/>
                      </a:cubicBezTo>
                      <a:lnTo>
                        <a:pt x="14907" y="11418"/>
                      </a:lnTo>
                      <a:cubicBezTo>
                        <a:pt x="13165" y="10002"/>
                        <a:pt x="11258" y="8477"/>
                        <a:pt x="9135" y="7062"/>
                      </a:cubicBezTo>
                      <a:cubicBezTo>
                        <a:pt x="11531" y="6789"/>
                        <a:pt x="13981" y="6735"/>
                        <a:pt x="16214" y="6789"/>
                      </a:cubicBezTo>
                      <a:lnTo>
                        <a:pt x="18392" y="6898"/>
                      </a:lnTo>
                      <a:cubicBezTo>
                        <a:pt x="20134" y="6952"/>
                        <a:pt x="21877" y="7062"/>
                        <a:pt x="23510" y="7062"/>
                      </a:cubicBezTo>
                      <a:cubicBezTo>
                        <a:pt x="26179" y="7225"/>
                        <a:pt x="28357" y="7225"/>
                        <a:pt x="30100" y="7007"/>
                      </a:cubicBezTo>
                      <a:cubicBezTo>
                        <a:pt x="32550" y="6789"/>
                        <a:pt x="34510" y="5809"/>
                        <a:pt x="36253" y="4883"/>
                      </a:cubicBezTo>
                      <a:lnTo>
                        <a:pt x="36634" y="4666"/>
                      </a:lnTo>
                      <a:cubicBezTo>
                        <a:pt x="37178" y="4393"/>
                        <a:pt x="37614" y="4284"/>
                        <a:pt x="38540" y="4557"/>
                      </a:cubicBezTo>
                      <a:cubicBezTo>
                        <a:pt x="40501" y="5155"/>
                        <a:pt x="42243" y="5972"/>
                        <a:pt x="44258" y="7170"/>
                      </a:cubicBezTo>
                      <a:cubicBezTo>
                        <a:pt x="45238" y="7715"/>
                        <a:pt x="46327" y="8477"/>
                        <a:pt x="47416" y="9294"/>
                      </a:cubicBezTo>
                      <a:cubicBezTo>
                        <a:pt x="47961" y="9784"/>
                        <a:pt x="48451" y="10165"/>
                        <a:pt x="48995" y="10601"/>
                      </a:cubicBezTo>
                      <a:cubicBezTo>
                        <a:pt x="49539" y="11037"/>
                        <a:pt x="50030" y="11472"/>
                        <a:pt x="50520" y="11908"/>
                      </a:cubicBezTo>
                      <a:cubicBezTo>
                        <a:pt x="50247" y="12616"/>
                        <a:pt x="49921" y="13215"/>
                        <a:pt x="49539" y="13922"/>
                      </a:cubicBezTo>
                      <a:cubicBezTo>
                        <a:pt x="49268" y="14413"/>
                        <a:pt x="48995" y="14903"/>
                        <a:pt x="48777" y="15447"/>
                      </a:cubicBezTo>
                      <a:cubicBezTo>
                        <a:pt x="48178" y="16318"/>
                        <a:pt x="47361" y="17517"/>
                        <a:pt x="46436" y="18497"/>
                      </a:cubicBezTo>
                      <a:cubicBezTo>
                        <a:pt x="45673" y="19205"/>
                        <a:pt x="45020" y="19858"/>
                        <a:pt x="44258" y="20402"/>
                      </a:cubicBezTo>
                      <a:moveTo>
                        <a:pt x="46926" y="23888"/>
                      </a:moveTo>
                      <a:cubicBezTo>
                        <a:pt x="47852" y="23180"/>
                        <a:pt x="48777" y="22363"/>
                        <a:pt x="49594" y="21437"/>
                      </a:cubicBezTo>
                      <a:cubicBezTo>
                        <a:pt x="50629" y="20348"/>
                        <a:pt x="51609" y="18987"/>
                        <a:pt x="52535" y="17571"/>
                      </a:cubicBezTo>
                      <a:cubicBezTo>
                        <a:pt x="53352" y="15774"/>
                        <a:pt x="54277" y="14522"/>
                        <a:pt x="54985" y="12289"/>
                      </a:cubicBezTo>
                      <a:cubicBezTo>
                        <a:pt x="55257" y="11418"/>
                        <a:pt x="55094" y="10438"/>
                        <a:pt x="54440" y="9730"/>
                      </a:cubicBezTo>
                      <a:cubicBezTo>
                        <a:pt x="52916" y="7987"/>
                        <a:pt x="51554" y="7170"/>
                        <a:pt x="50138" y="5863"/>
                      </a:cubicBezTo>
                      <a:cubicBezTo>
                        <a:pt x="48777" y="4883"/>
                        <a:pt x="47525" y="3958"/>
                        <a:pt x="46272" y="3304"/>
                      </a:cubicBezTo>
                      <a:cubicBezTo>
                        <a:pt x="43822" y="1834"/>
                        <a:pt x="41698" y="963"/>
                        <a:pt x="39793" y="363"/>
                      </a:cubicBezTo>
                      <a:cubicBezTo>
                        <a:pt x="37886" y="-235"/>
                        <a:pt x="36308" y="-72"/>
                        <a:pt x="34674" y="690"/>
                      </a:cubicBezTo>
                      <a:cubicBezTo>
                        <a:pt x="33040" y="1507"/>
                        <a:pt x="31407" y="2378"/>
                        <a:pt x="29664" y="2542"/>
                      </a:cubicBezTo>
                      <a:cubicBezTo>
                        <a:pt x="27867" y="2759"/>
                        <a:pt x="25852" y="2705"/>
                        <a:pt x="23619" y="2596"/>
                      </a:cubicBezTo>
                      <a:cubicBezTo>
                        <a:pt x="21333" y="2596"/>
                        <a:pt x="18936" y="2433"/>
                        <a:pt x="16377" y="2324"/>
                      </a:cubicBezTo>
                      <a:cubicBezTo>
                        <a:pt x="11313" y="2270"/>
                        <a:pt x="5541" y="2433"/>
                        <a:pt x="749" y="4829"/>
                      </a:cubicBezTo>
                      <a:cubicBezTo>
                        <a:pt x="695" y="4883"/>
                        <a:pt x="586" y="4938"/>
                        <a:pt x="531" y="4992"/>
                      </a:cubicBezTo>
                      <a:cubicBezTo>
                        <a:pt x="314" y="5155"/>
                        <a:pt x="150" y="5319"/>
                        <a:pt x="96" y="5591"/>
                      </a:cubicBezTo>
                      <a:cubicBezTo>
                        <a:pt x="-177" y="6299"/>
                        <a:pt x="150" y="7170"/>
                        <a:pt x="858" y="7443"/>
                      </a:cubicBezTo>
                      <a:lnTo>
                        <a:pt x="913" y="7497"/>
                      </a:lnTo>
                      <a:cubicBezTo>
                        <a:pt x="5323" y="9348"/>
                        <a:pt x="8645" y="11908"/>
                        <a:pt x="12239" y="14794"/>
                      </a:cubicBezTo>
                      <a:cubicBezTo>
                        <a:pt x="14035" y="16155"/>
                        <a:pt x="15942" y="17626"/>
                        <a:pt x="18011" y="19096"/>
                      </a:cubicBezTo>
                      <a:cubicBezTo>
                        <a:pt x="20134" y="20457"/>
                        <a:pt x="22476" y="21818"/>
                        <a:pt x="25144" y="23016"/>
                      </a:cubicBezTo>
                      <a:cubicBezTo>
                        <a:pt x="27867" y="24214"/>
                        <a:pt x="30862" y="25630"/>
                        <a:pt x="33802" y="26610"/>
                      </a:cubicBezTo>
                      <a:cubicBezTo>
                        <a:pt x="36797" y="27536"/>
                        <a:pt x="39793" y="27482"/>
                        <a:pt x="42461" y="26393"/>
                      </a:cubicBezTo>
                      <a:cubicBezTo>
                        <a:pt x="43985" y="25739"/>
                        <a:pt x="45510" y="24922"/>
                        <a:pt x="46926" y="23888"/>
                      </a:cubicBezTo>
                      <a:lnTo>
                        <a:pt x="46926" y="23888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6" name="Forme libre : forme 1195">
                  <a:extLst>
                    <a:ext uri="{FF2B5EF4-FFF2-40B4-BE49-F238E27FC236}">
                      <a16:creationId xmlns:a16="http://schemas.microsoft.com/office/drawing/2014/main" id="{BFFF1A17-CBCF-43D3-B3F0-70BC54EA961C}"/>
                    </a:ext>
                  </a:extLst>
                </p:cNvPr>
                <p:cNvSpPr/>
                <p:nvPr/>
              </p:nvSpPr>
              <p:spPr>
                <a:xfrm>
                  <a:off x="8011375" y="5186400"/>
                  <a:ext cx="55133" cy="27258"/>
                </a:xfrm>
                <a:custGeom>
                  <a:avLst/>
                  <a:gdLst>
                    <a:gd name="connsiteX0" fmla="*/ 772 w 55133"/>
                    <a:gd name="connsiteY0" fmla="*/ 4845 h 27258"/>
                    <a:gd name="connsiteX1" fmla="*/ 16400 w 55133"/>
                    <a:gd name="connsiteY1" fmla="*/ 2341 h 27258"/>
                    <a:gd name="connsiteX2" fmla="*/ 23642 w 55133"/>
                    <a:gd name="connsiteY2" fmla="*/ 2613 h 27258"/>
                    <a:gd name="connsiteX3" fmla="*/ 29687 w 55133"/>
                    <a:gd name="connsiteY3" fmla="*/ 2558 h 27258"/>
                    <a:gd name="connsiteX4" fmla="*/ 34696 w 55133"/>
                    <a:gd name="connsiteY4" fmla="*/ 707 h 27258"/>
                    <a:gd name="connsiteX5" fmla="*/ 39815 w 55133"/>
                    <a:gd name="connsiteY5" fmla="*/ 380 h 27258"/>
                    <a:gd name="connsiteX6" fmla="*/ 46295 w 55133"/>
                    <a:gd name="connsiteY6" fmla="*/ 3321 h 27258"/>
                    <a:gd name="connsiteX7" fmla="*/ 50161 w 55133"/>
                    <a:gd name="connsiteY7" fmla="*/ 5880 h 27258"/>
                    <a:gd name="connsiteX8" fmla="*/ 54463 w 55133"/>
                    <a:gd name="connsiteY8" fmla="*/ 9746 h 27258"/>
                    <a:gd name="connsiteX9" fmla="*/ 55008 w 55133"/>
                    <a:gd name="connsiteY9" fmla="*/ 12305 h 27258"/>
                    <a:gd name="connsiteX10" fmla="*/ 52557 w 55133"/>
                    <a:gd name="connsiteY10" fmla="*/ 17588 h 27258"/>
                    <a:gd name="connsiteX11" fmla="*/ 49617 w 55133"/>
                    <a:gd name="connsiteY11" fmla="*/ 21454 h 27258"/>
                    <a:gd name="connsiteX12" fmla="*/ 42484 w 55133"/>
                    <a:gd name="connsiteY12" fmla="*/ 26409 h 27258"/>
                    <a:gd name="connsiteX13" fmla="*/ 33825 w 55133"/>
                    <a:gd name="connsiteY13" fmla="*/ 26627 h 27258"/>
                    <a:gd name="connsiteX14" fmla="*/ 25167 w 55133"/>
                    <a:gd name="connsiteY14" fmla="*/ 23033 h 27258"/>
                    <a:gd name="connsiteX15" fmla="*/ 18034 w 55133"/>
                    <a:gd name="connsiteY15" fmla="*/ 19112 h 27258"/>
                    <a:gd name="connsiteX16" fmla="*/ 12261 w 55133"/>
                    <a:gd name="connsiteY16" fmla="*/ 14810 h 27258"/>
                    <a:gd name="connsiteX17" fmla="*/ 935 w 55133"/>
                    <a:gd name="connsiteY17" fmla="*/ 7513 h 27258"/>
                    <a:gd name="connsiteX18" fmla="*/ 881 w 55133"/>
                    <a:gd name="connsiteY18" fmla="*/ 7459 h 27258"/>
                    <a:gd name="connsiteX19" fmla="*/ 118 w 55133"/>
                    <a:gd name="connsiteY19" fmla="*/ 5608 h 27258"/>
                    <a:gd name="connsiteX20" fmla="*/ 772 w 55133"/>
                    <a:gd name="connsiteY20" fmla="*/ 4845 h 27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5133" h="27258">
                      <a:moveTo>
                        <a:pt x="772" y="4845"/>
                      </a:moveTo>
                      <a:cubicBezTo>
                        <a:pt x="5564" y="2449"/>
                        <a:pt x="11336" y="2286"/>
                        <a:pt x="16400" y="2341"/>
                      </a:cubicBezTo>
                      <a:cubicBezTo>
                        <a:pt x="18959" y="2449"/>
                        <a:pt x="21356" y="2558"/>
                        <a:pt x="23642" y="2613"/>
                      </a:cubicBezTo>
                      <a:cubicBezTo>
                        <a:pt x="25875" y="2776"/>
                        <a:pt x="27944" y="2776"/>
                        <a:pt x="29687" y="2558"/>
                      </a:cubicBezTo>
                      <a:cubicBezTo>
                        <a:pt x="31429" y="2395"/>
                        <a:pt x="33063" y="1524"/>
                        <a:pt x="34696" y="707"/>
                      </a:cubicBezTo>
                      <a:cubicBezTo>
                        <a:pt x="36330" y="-110"/>
                        <a:pt x="37909" y="-219"/>
                        <a:pt x="39815" y="380"/>
                      </a:cubicBezTo>
                      <a:cubicBezTo>
                        <a:pt x="41721" y="979"/>
                        <a:pt x="43845" y="1850"/>
                        <a:pt x="46295" y="3321"/>
                      </a:cubicBezTo>
                      <a:cubicBezTo>
                        <a:pt x="47493" y="3974"/>
                        <a:pt x="48800" y="4900"/>
                        <a:pt x="50161" y="5880"/>
                      </a:cubicBezTo>
                      <a:cubicBezTo>
                        <a:pt x="51577" y="7187"/>
                        <a:pt x="52938" y="8004"/>
                        <a:pt x="54463" y="9746"/>
                      </a:cubicBezTo>
                      <a:cubicBezTo>
                        <a:pt x="55117" y="10454"/>
                        <a:pt x="55280" y="11434"/>
                        <a:pt x="55008" y="12305"/>
                      </a:cubicBezTo>
                      <a:cubicBezTo>
                        <a:pt x="54300" y="14484"/>
                        <a:pt x="53374" y="15791"/>
                        <a:pt x="52557" y="17588"/>
                      </a:cubicBezTo>
                      <a:cubicBezTo>
                        <a:pt x="51631" y="19003"/>
                        <a:pt x="50706" y="20365"/>
                        <a:pt x="49617" y="21454"/>
                      </a:cubicBezTo>
                      <a:cubicBezTo>
                        <a:pt x="47547" y="23795"/>
                        <a:pt x="45152" y="25374"/>
                        <a:pt x="42484" y="26409"/>
                      </a:cubicBezTo>
                      <a:cubicBezTo>
                        <a:pt x="39815" y="27444"/>
                        <a:pt x="36820" y="27552"/>
                        <a:pt x="33825" y="26627"/>
                      </a:cubicBezTo>
                      <a:cubicBezTo>
                        <a:pt x="30885" y="25647"/>
                        <a:pt x="27890" y="24231"/>
                        <a:pt x="25167" y="23033"/>
                      </a:cubicBezTo>
                      <a:cubicBezTo>
                        <a:pt x="22444" y="21835"/>
                        <a:pt x="20158" y="20474"/>
                        <a:pt x="18034" y="19112"/>
                      </a:cubicBezTo>
                      <a:cubicBezTo>
                        <a:pt x="15965" y="17642"/>
                        <a:pt x="14113" y="16172"/>
                        <a:pt x="12261" y="14810"/>
                      </a:cubicBezTo>
                      <a:cubicBezTo>
                        <a:pt x="8667" y="11924"/>
                        <a:pt x="5400" y="9365"/>
                        <a:pt x="935" y="7513"/>
                      </a:cubicBezTo>
                      <a:lnTo>
                        <a:pt x="881" y="7459"/>
                      </a:lnTo>
                      <a:cubicBezTo>
                        <a:pt x="173" y="7187"/>
                        <a:pt x="-209" y="6316"/>
                        <a:pt x="118" y="5608"/>
                      </a:cubicBezTo>
                      <a:cubicBezTo>
                        <a:pt x="282" y="5281"/>
                        <a:pt x="499" y="5009"/>
                        <a:pt x="772" y="4845"/>
                      </a:cubicBez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197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986935" y="5153876"/>
                <a:ext cx="48960" cy="33299"/>
                <a:chOff x="7986935" y="5153876"/>
                <a:chExt cx="48960" cy="33299"/>
              </a:xfrm>
              <a:solidFill>
                <a:schemeClr val="accent1"/>
              </a:solidFill>
            </p:grpSpPr>
            <p:sp>
              <p:nvSpPr>
                <p:cNvPr id="1198" name="Forme libre : forme 1197">
                  <a:extLst>
                    <a:ext uri="{FF2B5EF4-FFF2-40B4-BE49-F238E27FC236}">
                      <a16:creationId xmlns:a16="http://schemas.microsoft.com/office/drawing/2014/main" id="{4DD5FE1F-A072-4465-89E1-D734E0A8812B}"/>
                    </a:ext>
                  </a:extLst>
                </p:cNvPr>
                <p:cNvSpPr/>
                <p:nvPr/>
              </p:nvSpPr>
              <p:spPr>
                <a:xfrm>
                  <a:off x="7986935" y="5153876"/>
                  <a:ext cx="48905" cy="33214"/>
                </a:xfrm>
                <a:custGeom>
                  <a:avLst/>
                  <a:gdLst>
                    <a:gd name="connsiteX0" fmla="*/ 381 w 48905"/>
                    <a:gd name="connsiteY0" fmla="*/ 30508 h 33214"/>
                    <a:gd name="connsiteX1" fmla="*/ 11435 w 48905"/>
                    <a:gd name="connsiteY1" fmla="*/ 20924 h 33214"/>
                    <a:gd name="connsiteX2" fmla="*/ 15574 w 48905"/>
                    <a:gd name="connsiteY2" fmla="*/ 16405 h 33214"/>
                    <a:gd name="connsiteX3" fmla="*/ 19767 w 48905"/>
                    <a:gd name="connsiteY3" fmla="*/ 11504 h 33214"/>
                    <a:gd name="connsiteX4" fmla="*/ 23470 w 48905"/>
                    <a:gd name="connsiteY4" fmla="*/ 5622 h 33214"/>
                    <a:gd name="connsiteX5" fmla="*/ 28861 w 48905"/>
                    <a:gd name="connsiteY5" fmla="*/ 1266 h 33214"/>
                    <a:gd name="connsiteX6" fmla="*/ 37083 w 48905"/>
                    <a:gd name="connsiteY6" fmla="*/ 14 h 33214"/>
                    <a:gd name="connsiteX7" fmla="*/ 41984 w 48905"/>
                    <a:gd name="connsiteY7" fmla="*/ 613 h 33214"/>
                    <a:gd name="connsiteX8" fmla="*/ 47538 w 48905"/>
                    <a:gd name="connsiteY8" fmla="*/ 2628 h 33214"/>
                    <a:gd name="connsiteX9" fmla="*/ 48899 w 48905"/>
                    <a:gd name="connsiteY9" fmla="*/ 4806 h 33214"/>
                    <a:gd name="connsiteX10" fmla="*/ 48899 w 48905"/>
                    <a:gd name="connsiteY10" fmla="*/ 4860 h 33214"/>
                    <a:gd name="connsiteX11" fmla="*/ 48573 w 48905"/>
                    <a:gd name="connsiteY11" fmla="*/ 10578 h 33214"/>
                    <a:gd name="connsiteX12" fmla="*/ 47756 w 48905"/>
                    <a:gd name="connsiteY12" fmla="*/ 15043 h 33214"/>
                    <a:gd name="connsiteX13" fmla="*/ 44815 w 48905"/>
                    <a:gd name="connsiteY13" fmla="*/ 22013 h 33214"/>
                    <a:gd name="connsiteX14" fmla="*/ 39261 w 48905"/>
                    <a:gd name="connsiteY14" fmla="*/ 26152 h 33214"/>
                    <a:gd name="connsiteX15" fmla="*/ 31910 w 48905"/>
                    <a:gd name="connsiteY15" fmla="*/ 28548 h 33214"/>
                    <a:gd name="connsiteX16" fmla="*/ 24559 w 48905"/>
                    <a:gd name="connsiteY16" fmla="*/ 31270 h 33214"/>
                    <a:gd name="connsiteX17" fmla="*/ 16391 w 48905"/>
                    <a:gd name="connsiteY17" fmla="*/ 33013 h 33214"/>
                    <a:gd name="connsiteX18" fmla="*/ 1470 w 48905"/>
                    <a:gd name="connsiteY18" fmla="*/ 32849 h 33214"/>
                    <a:gd name="connsiteX19" fmla="*/ 1416 w 48905"/>
                    <a:gd name="connsiteY19" fmla="*/ 32849 h 33214"/>
                    <a:gd name="connsiteX20" fmla="*/ 0 w 48905"/>
                    <a:gd name="connsiteY20" fmla="*/ 31379 h 33214"/>
                    <a:gd name="connsiteX21" fmla="*/ 381 w 48905"/>
                    <a:gd name="connsiteY21" fmla="*/ 30508 h 33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8905" h="33214">
                      <a:moveTo>
                        <a:pt x="381" y="30508"/>
                      </a:moveTo>
                      <a:cubicBezTo>
                        <a:pt x="3921" y="26696"/>
                        <a:pt x="8386" y="23974"/>
                        <a:pt x="11435" y="20924"/>
                      </a:cubicBezTo>
                      <a:cubicBezTo>
                        <a:pt x="13069" y="19508"/>
                        <a:pt x="14103" y="18093"/>
                        <a:pt x="15574" y="16405"/>
                      </a:cubicBezTo>
                      <a:cubicBezTo>
                        <a:pt x="16990" y="14880"/>
                        <a:pt x="18405" y="13192"/>
                        <a:pt x="19767" y="11504"/>
                      </a:cubicBezTo>
                      <a:cubicBezTo>
                        <a:pt x="21183" y="9815"/>
                        <a:pt x="22271" y="7692"/>
                        <a:pt x="23470" y="5622"/>
                      </a:cubicBezTo>
                      <a:cubicBezTo>
                        <a:pt x="24722" y="3608"/>
                        <a:pt x="26519" y="2138"/>
                        <a:pt x="28861" y="1266"/>
                      </a:cubicBezTo>
                      <a:cubicBezTo>
                        <a:pt x="31256" y="450"/>
                        <a:pt x="33925" y="-95"/>
                        <a:pt x="37083" y="14"/>
                      </a:cubicBezTo>
                      <a:cubicBezTo>
                        <a:pt x="38608" y="14"/>
                        <a:pt x="40241" y="232"/>
                        <a:pt x="41984" y="613"/>
                      </a:cubicBezTo>
                      <a:cubicBezTo>
                        <a:pt x="43836" y="1266"/>
                        <a:pt x="45469" y="1538"/>
                        <a:pt x="47538" y="2628"/>
                      </a:cubicBezTo>
                      <a:cubicBezTo>
                        <a:pt x="48355" y="3063"/>
                        <a:pt x="48845" y="3934"/>
                        <a:pt x="48899" y="4806"/>
                      </a:cubicBezTo>
                      <a:lnTo>
                        <a:pt x="48899" y="4860"/>
                      </a:lnTo>
                      <a:cubicBezTo>
                        <a:pt x="48954" y="7202"/>
                        <a:pt x="48628" y="8672"/>
                        <a:pt x="48573" y="10578"/>
                      </a:cubicBezTo>
                      <a:cubicBezTo>
                        <a:pt x="48355" y="12157"/>
                        <a:pt x="48137" y="13736"/>
                        <a:pt x="47756" y="15043"/>
                      </a:cubicBezTo>
                      <a:cubicBezTo>
                        <a:pt x="47103" y="17820"/>
                        <a:pt x="46122" y="20053"/>
                        <a:pt x="44815" y="22013"/>
                      </a:cubicBezTo>
                      <a:cubicBezTo>
                        <a:pt x="43509" y="23974"/>
                        <a:pt x="41657" y="25335"/>
                        <a:pt x="39261" y="26152"/>
                      </a:cubicBezTo>
                      <a:cubicBezTo>
                        <a:pt x="36811" y="26914"/>
                        <a:pt x="34252" y="27513"/>
                        <a:pt x="31910" y="28548"/>
                      </a:cubicBezTo>
                      <a:cubicBezTo>
                        <a:pt x="29514" y="29528"/>
                        <a:pt x="27063" y="30454"/>
                        <a:pt x="24559" y="31270"/>
                      </a:cubicBezTo>
                      <a:cubicBezTo>
                        <a:pt x="22054" y="31924"/>
                        <a:pt x="19059" y="32741"/>
                        <a:pt x="16391" y="33013"/>
                      </a:cubicBezTo>
                      <a:cubicBezTo>
                        <a:pt x="10945" y="33503"/>
                        <a:pt x="6371" y="32958"/>
                        <a:pt x="1470" y="32849"/>
                      </a:cubicBezTo>
                      <a:lnTo>
                        <a:pt x="1416" y="32849"/>
                      </a:lnTo>
                      <a:cubicBezTo>
                        <a:pt x="653" y="32849"/>
                        <a:pt x="0" y="32196"/>
                        <a:pt x="0" y="31379"/>
                      </a:cubicBezTo>
                      <a:cubicBezTo>
                        <a:pt x="0" y="31053"/>
                        <a:pt x="164" y="30726"/>
                        <a:pt x="381" y="30508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9" name="Forme libre : forme 1198">
                  <a:extLst>
                    <a:ext uri="{FF2B5EF4-FFF2-40B4-BE49-F238E27FC236}">
                      <a16:creationId xmlns:a16="http://schemas.microsoft.com/office/drawing/2014/main" id="{F8303CA0-FD76-460A-BB7A-81690711BD3C}"/>
                    </a:ext>
                  </a:extLst>
                </p:cNvPr>
                <p:cNvSpPr/>
                <p:nvPr/>
              </p:nvSpPr>
              <p:spPr>
                <a:xfrm>
                  <a:off x="7986935" y="5153930"/>
                  <a:ext cx="48960" cy="33244"/>
                </a:xfrm>
                <a:custGeom>
                  <a:avLst/>
                  <a:gdLst>
                    <a:gd name="connsiteX0" fmla="*/ 39969 w 48960"/>
                    <a:gd name="connsiteY0" fmla="*/ 20978 h 33244"/>
                    <a:gd name="connsiteX1" fmla="*/ 38009 w 48960"/>
                    <a:gd name="connsiteY1" fmla="*/ 21959 h 33244"/>
                    <a:gd name="connsiteX2" fmla="*/ 35994 w 48960"/>
                    <a:gd name="connsiteY2" fmla="*/ 22558 h 33244"/>
                    <a:gd name="connsiteX3" fmla="*/ 30330 w 48960"/>
                    <a:gd name="connsiteY3" fmla="*/ 24464 h 33244"/>
                    <a:gd name="connsiteX4" fmla="*/ 23306 w 48960"/>
                    <a:gd name="connsiteY4" fmla="*/ 27077 h 33244"/>
                    <a:gd name="connsiteX5" fmla="*/ 16010 w 48960"/>
                    <a:gd name="connsiteY5" fmla="*/ 28657 h 33244"/>
                    <a:gd name="connsiteX6" fmla="*/ 8821 w 48960"/>
                    <a:gd name="connsiteY6" fmla="*/ 28765 h 33244"/>
                    <a:gd name="connsiteX7" fmla="*/ 9638 w 48960"/>
                    <a:gd name="connsiteY7" fmla="*/ 28112 h 33244"/>
                    <a:gd name="connsiteX8" fmla="*/ 14430 w 48960"/>
                    <a:gd name="connsiteY8" fmla="*/ 24082 h 33244"/>
                    <a:gd name="connsiteX9" fmla="*/ 17970 w 48960"/>
                    <a:gd name="connsiteY9" fmla="*/ 20325 h 33244"/>
                    <a:gd name="connsiteX10" fmla="*/ 18841 w 48960"/>
                    <a:gd name="connsiteY10" fmla="*/ 19290 h 33244"/>
                    <a:gd name="connsiteX11" fmla="*/ 23197 w 48960"/>
                    <a:gd name="connsiteY11" fmla="*/ 14226 h 33244"/>
                    <a:gd name="connsiteX12" fmla="*/ 26464 w 48960"/>
                    <a:gd name="connsiteY12" fmla="*/ 9271 h 33244"/>
                    <a:gd name="connsiteX13" fmla="*/ 27281 w 48960"/>
                    <a:gd name="connsiteY13" fmla="*/ 7855 h 33244"/>
                    <a:gd name="connsiteX14" fmla="*/ 28752 w 48960"/>
                    <a:gd name="connsiteY14" fmla="*/ 6222 h 33244"/>
                    <a:gd name="connsiteX15" fmla="*/ 30439 w 48960"/>
                    <a:gd name="connsiteY15" fmla="*/ 5350 h 33244"/>
                    <a:gd name="connsiteX16" fmla="*/ 37192 w 48960"/>
                    <a:gd name="connsiteY16" fmla="*/ 4316 h 33244"/>
                    <a:gd name="connsiteX17" fmla="*/ 40949 w 48960"/>
                    <a:gd name="connsiteY17" fmla="*/ 4751 h 33244"/>
                    <a:gd name="connsiteX18" fmla="*/ 42365 w 48960"/>
                    <a:gd name="connsiteY18" fmla="*/ 5187 h 33244"/>
                    <a:gd name="connsiteX19" fmla="*/ 44598 w 48960"/>
                    <a:gd name="connsiteY19" fmla="*/ 5949 h 33244"/>
                    <a:gd name="connsiteX20" fmla="*/ 44434 w 48960"/>
                    <a:gd name="connsiteY20" fmla="*/ 7855 h 33244"/>
                    <a:gd name="connsiteX21" fmla="*/ 44271 w 48960"/>
                    <a:gd name="connsiteY21" fmla="*/ 10142 h 33244"/>
                    <a:gd name="connsiteX22" fmla="*/ 43618 w 48960"/>
                    <a:gd name="connsiteY22" fmla="*/ 13791 h 33244"/>
                    <a:gd name="connsiteX23" fmla="*/ 43563 w 48960"/>
                    <a:gd name="connsiteY23" fmla="*/ 13900 h 33244"/>
                    <a:gd name="connsiteX24" fmla="*/ 43563 w 48960"/>
                    <a:gd name="connsiteY24" fmla="*/ 14009 h 33244"/>
                    <a:gd name="connsiteX25" fmla="*/ 41276 w 48960"/>
                    <a:gd name="connsiteY25" fmla="*/ 19563 h 33244"/>
                    <a:gd name="connsiteX26" fmla="*/ 39969 w 48960"/>
                    <a:gd name="connsiteY26" fmla="*/ 20978 h 33244"/>
                    <a:gd name="connsiteX27" fmla="*/ 42583 w 48960"/>
                    <a:gd name="connsiteY27" fmla="*/ 24464 h 33244"/>
                    <a:gd name="connsiteX28" fmla="*/ 44870 w 48960"/>
                    <a:gd name="connsiteY28" fmla="*/ 22013 h 33244"/>
                    <a:gd name="connsiteX29" fmla="*/ 47811 w 48960"/>
                    <a:gd name="connsiteY29" fmla="*/ 15043 h 33244"/>
                    <a:gd name="connsiteX30" fmla="*/ 48628 w 48960"/>
                    <a:gd name="connsiteY30" fmla="*/ 10578 h 33244"/>
                    <a:gd name="connsiteX31" fmla="*/ 48954 w 48960"/>
                    <a:gd name="connsiteY31" fmla="*/ 4860 h 33244"/>
                    <a:gd name="connsiteX32" fmla="*/ 48954 w 48960"/>
                    <a:gd name="connsiteY32" fmla="*/ 4806 h 33244"/>
                    <a:gd name="connsiteX33" fmla="*/ 47593 w 48960"/>
                    <a:gd name="connsiteY33" fmla="*/ 2628 h 33244"/>
                    <a:gd name="connsiteX34" fmla="*/ 42038 w 48960"/>
                    <a:gd name="connsiteY34" fmla="*/ 613 h 33244"/>
                    <a:gd name="connsiteX35" fmla="*/ 37137 w 48960"/>
                    <a:gd name="connsiteY35" fmla="*/ 14 h 33244"/>
                    <a:gd name="connsiteX36" fmla="*/ 28915 w 48960"/>
                    <a:gd name="connsiteY36" fmla="*/ 1266 h 33244"/>
                    <a:gd name="connsiteX37" fmla="*/ 26029 w 48960"/>
                    <a:gd name="connsiteY37" fmla="*/ 2791 h 33244"/>
                    <a:gd name="connsiteX38" fmla="*/ 23470 w 48960"/>
                    <a:gd name="connsiteY38" fmla="*/ 5622 h 33244"/>
                    <a:gd name="connsiteX39" fmla="*/ 19767 w 48960"/>
                    <a:gd name="connsiteY39" fmla="*/ 11504 h 33244"/>
                    <a:gd name="connsiteX40" fmla="*/ 15574 w 48960"/>
                    <a:gd name="connsiteY40" fmla="*/ 16405 h 33244"/>
                    <a:gd name="connsiteX41" fmla="*/ 11435 w 48960"/>
                    <a:gd name="connsiteY41" fmla="*/ 20924 h 33244"/>
                    <a:gd name="connsiteX42" fmla="*/ 381 w 48960"/>
                    <a:gd name="connsiteY42" fmla="*/ 30508 h 33244"/>
                    <a:gd name="connsiteX43" fmla="*/ 0 w 48960"/>
                    <a:gd name="connsiteY43" fmla="*/ 31433 h 33244"/>
                    <a:gd name="connsiteX44" fmla="*/ 1416 w 48960"/>
                    <a:gd name="connsiteY44" fmla="*/ 32904 h 33244"/>
                    <a:gd name="connsiteX45" fmla="*/ 1470 w 48960"/>
                    <a:gd name="connsiteY45" fmla="*/ 32904 h 33244"/>
                    <a:gd name="connsiteX46" fmla="*/ 16391 w 48960"/>
                    <a:gd name="connsiteY46" fmla="*/ 33067 h 33244"/>
                    <a:gd name="connsiteX47" fmla="*/ 24559 w 48960"/>
                    <a:gd name="connsiteY47" fmla="*/ 31325 h 33244"/>
                    <a:gd name="connsiteX48" fmla="*/ 31910 w 48960"/>
                    <a:gd name="connsiteY48" fmla="*/ 28602 h 33244"/>
                    <a:gd name="connsiteX49" fmla="*/ 39261 w 48960"/>
                    <a:gd name="connsiteY49" fmla="*/ 26206 h 33244"/>
                    <a:gd name="connsiteX50" fmla="*/ 42583 w 48960"/>
                    <a:gd name="connsiteY50" fmla="*/ 24464 h 33244"/>
                    <a:gd name="connsiteX51" fmla="*/ 42583 w 48960"/>
                    <a:gd name="connsiteY51" fmla="*/ 24464 h 33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48960" h="33244">
                      <a:moveTo>
                        <a:pt x="39969" y="20978"/>
                      </a:moveTo>
                      <a:cubicBezTo>
                        <a:pt x="39425" y="21414"/>
                        <a:pt x="38771" y="21741"/>
                        <a:pt x="38009" y="21959"/>
                      </a:cubicBezTo>
                      <a:cubicBezTo>
                        <a:pt x="37355" y="22177"/>
                        <a:pt x="36647" y="22340"/>
                        <a:pt x="35994" y="22558"/>
                      </a:cubicBezTo>
                      <a:cubicBezTo>
                        <a:pt x="34088" y="23102"/>
                        <a:pt x="32182" y="23647"/>
                        <a:pt x="30330" y="24464"/>
                      </a:cubicBezTo>
                      <a:cubicBezTo>
                        <a:pt x="28262" y="25281"/>
                        <a:pt x="25866" y="26261"/>
                        <a:pt x="23306" y="27077"/>
                      </a:cubicBezTo>
                      <a:cubicBezTo>
                        <a:pt x="21074" y="27676"/>
                        <a:pt x="18242" y="28439"/>
                        <a:pt x="16010" y="28657"/>
                      </a:cubicBezTo>
                      <a:cubicBezTo>
                        <a:pt x="13450" y="28874"/>
                        <a:pt x="11163" y="28874"/>
                        <a:pt x="8821" y="28765"/>
                      </a:cubicBezTo>
                      <a:cubicBezTo>
                        <a:pt x="9094" y="28548"/>
                        <a:pt x="9366" y="28330"/>
                        <a:pt x="9638" y="28112"/>
                      </a:cubicBezTo>
                      <a:cubicBezTo>
                        <a:pt x="11326" y="26751"/>
                        <a:pt x="12960" y="25498"/>
                        <a:pt x="14430" y="24082"/>
                      </a:cubicBezTo>
                      <a:cubicBezTo>
                        <a:pt x="15846" y="22830"/>
                        <a:pt x="16935" y="21577"/>
                        <a:pt x="17970" y="20325"/>
                      </a:cubicBezTo>
                      <a:cubicBezTo>
                        <a:pt x="18296" y="19944"/>
                        <a:pt x="18569" y="19563"/>
                        <a:pt x="18841" y="19290"/>
                      </a:cubicBezTo>
                      <a:cubicBezTo>
                        <a:pt x="20475" y="17548"/>
                        <a:pt x="21945" y="15751"/>
                        <a:pt x="23197" y="14226"/>
                      </a:cubicBezTo>
                      <a:cubicBezTo>
                        <a:pt x="24504" y="12702"/>
                        <a:pt x="25485" y="10959"/>
                        <a:pt x="26464" y="9271"/>
                      </a:cubicBezTo>
                      <a:cubicBezTo>
                        <a:pt x="26737" y="8781"/>
                        <a:pt x="27009" y="8291"/>
                        <a:pt x="27281" y="7855"/>
                      </a:cubicBezTo>
                      <a:cubicBezTo>
                        <a:pt x="27717" y="7202"/>
                        <a:pt x="28153" y="6657"/>
                        <a:pt x="28752" y="6222"/>
                      </a:cubicBezTo>
                      <a:cubicBezTo>
                        <a:pt x="29242" y="5840"/>
                        <a:pt x="29786" y="5568"/>
                        <a:pt x="30439" y="5350"/>
                      </a:cubicBezTo>
                      <a:cubicBezTo>
                        <a:pt x="32618" y="4588"/>
                        <a:pt x="34796" y="4261"/>
                        <a:pt x="37192" y="4316"/>
                      </a:cubicBezTo>
                      <a:cubicBezTo>
                        <a:pt x="38227" y="4316"/>
                        <a:pt x="39425" y="4479"/>
                        <a:pt x="40949" y="4751"/>
                      </a:cubicBezTo>
                      <a:cubicBezTo>
                        <a:pt x="41439" y="4915"/>
                        <a:pt x="41875" y="5024"/>
                        <a:pt x="42365" y="5187"/>
                      </a:cubicBezTo>
                      <a:cubicBezTo>
                        <a:pt x="43182" y="5405"/>
                        <a:pt x="43890" y="5622"/>
                        <a:pt x="44598" y="5949"/>
                      </a:cubicBezTo>
                      <a:cubicBezTo>
                        <a:pt x="44598" y="6603"/>
                        <a:pt x="44544" y="7202"/>
                        <a:pt x="44434" y="7855"/>
                      </a:cubicBezTo>
                      <a:cubicBezTo>
                        <a:pt x="44380" y="8618"/>
                        <a:pt x="44271" y="9380"/>
                        <a:pt x="44271" y="10142"/>
                      </a:cubicBezTo>
                      <a:cubicBezTo>
                        <a:pt x="44107" y="11395"/>
                        <a:pt x="43890" y="12810"/>
                        <a:pt x="43618" y="13791"/>
                      </a:cubicBezTo>
                      <a:lnTo>
                        <a:pt x="43563" y="13900"/>
                      </a:lnTo>
                      <a:lnTo>
                        <a:pt x="43563" y="14009"/>
                      </a:lnTo>
                      <a:cubicBezTo>
                        <a:pt x="43073" y="16132"/>
                        <a:pt x="42365" y="17929"/>
                        <a:pt x="41276" y="19563"/>
                      </a:cubicBezTo>
                      <a:cubicBezTo>
                        <a:pt x="40840" y="20162"/>
                        <a:pt x="40459" y="20597"/>
                        <a:pt x="39969" y="20978"/>
                      </a:cubicBezTo>
                      <a:moveTo>
                        <a:pt x="42583" y="24464"/>
                      </a:moveTo>
                      <a:cubicBezTo>
                        <a:pt x="43454" y="23810"/>
                        <a:pt x="44216" y="22993"/>
                        <a:pt x="44870" y="22013"/>
                      </a:cubicBezTo>
                      <a:cubicBezTo>
                        <a:pt x="46177" y="20053"/>
                        <a:pt x="47157" y="17820"/>
                        <a:pt x="47811" y="15043"/>
                      </a:cubicBezTo>
                      <a:cubicBezTo>
                        <a:pt x="48191" y="13736"/>
                        <a:pt x="48410" y="12157"/>
                        <a:pt x="48628" y="10578"/>
                      </a:cubicBezTo>
                      <a:cubicBezTo>
                        <a:pt x="48682" y="8672"/>
                        <a:pt x="49008" y="7202"/>
                        <a:pt x="48954" y="4860"/>
                      </a:cubicBezTo>
                      <a:lnTo>
                        <a:pt x="48954" y="4806"/>
                      </a:lnTo>
                      <a:cubicBezTo>
                        <a:pt x="48899" y="3934"/>
                        <a:pt x="48464" y="3063"/>
                        <a:pt x="47593" y="2628"/>
                      </a:cubicBezTo>
                      <a:cubicBezTo>
                        <a:pt x="45578" y="1538"/>
                        <a:pt x="43944" y="1266"/>
                        <a:pt x="42038" y="613"/>
                      </a:cubicBezTo>
                      <a:cubicBezTo>
                        <a:pt x="40350" y="286"/>
                        <a:pt x="38662" y="14"/>
                        <a:pt x="37137" y="14"/>
                      </a:cubicBezTo>
                      <a:cubicBezTo>
                        <a:pt x="34034" y="-95"/>
                        <a:pt x="31311" y="450"/>
                        <a:pt x="28915" y="1266"/>
                      </a:cubicBezTo>
                      <a:cubicBezTo>
                        <a:pt x="27826" y="1647"/>
                        <a:pt x="26901" y="2138"/>
                        <a:pt x="26029" y="2791"/>
                      </a:cubicBezTo>
                      <a:cubicBezTo>
                        <a:pt x="24994" y="3553"/>
                        <a:pt x="24178" y="4479"/>
                        <a:pt x="23470" y="5622"/>
                      </a:cubicBezTo>
                      <a:cubicBezTo>
                        <a:pt x="22217" y="7637"/>
                        <a:pt x="21128" y="9815"/>
                        <a:pt x="19767" y="11504"/>
                      </a:cubicBezTo>
                      <a:cubicBezTo>
                        <a:pt x="18405" y="13192"/>
                        <a:pt x="16990" y="14825"/>
                        <a:pt x="15574" y="16405"/>
                      </a:cubicBezTo>
                      <a:cubicBezTo>
                        <a:pt x="14103" y="18093"/>
                        <a:pt x="13069" y="19508"/>
                        <a:pt x="11435" y="20924"/>
                      </a:cubicBezTo>
                      <a:cubicBezTo>
                        <a:pt x="8332" y="23919"/>
                        <a:pt x="3921" y="26696"/>
                        <a:pt x="381" y="30508"/>
                      </a:cubicBezTo>
                      <a:cubicBezTo>
                        <a:pt x="164" y="30780"/>
                        <a:pt x="0" y="31107"/>
                        <a:pt x="0" y="31433"/>
                      </a:cubicBezTo>
                      <a:cubicBezTo>
                        <a:pt x="0" y="32196"/>
                        <a:pt x="599" y="32849"/>
                        <a:pt x="1416" y="32904"/>
                      </a:cubicBezTo>
                      <a:lnTo>
                        <a:pt x="1470" y="32904"/>
                      </a:lnTo>
                      <a:cubicBezTo>
                        <a:pt x="6371" y="33013"/>
                        <a:pt x="10945" y="33503"/>
                        <a:pt x="16391" y="33067"/>
                      </a:cubicBezTo>
                      <a:cubicBezTo>
                        <a:pt x="19059" y="32795"/>
                        <a:pt x="22109" y="31978"/>
                        <a:pt x="24559" y="31325"/>
                      </a:cubicBezTo>
                      <a:cubicBezTo>
                        <a:pt x="27063" y="30508"/>
                        <a:pt x="29514" y="29582"/>
                        <a:pt x="31910" y="28602"/>
                      </a:cubicBezTo>
                      <a:cubicBezTo>
                        <a:pt x="34252" y="27622"/>
                        <a:pt x="36865" y="26969"/>
                        <a:pt x="39261" y="26206"/>
                      </a:cubicBezTo>
                      <a:cubicBezTo>
                        <a:pt x="40514" y="25716"/>
                        <a:pt x="41603" y="25171"/>
                        <a:pt x="42583" y="24464"/>
                      </a:cubicBezTo>
                      <a:lnTo>
                        <a:pt x="42583" y="24464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0" name="Forme libre : forme 1199">
                  <a:extLst>
                    <a:ext uri="{FF2B5EF4-FFF2-40B4-BE49-F238E27FC236}">
                      <a16:creationId xmlns:a16="http://schemas.microsoft.com/office/drawing/2014/main" id="{BA52C3ED-59D1-4FE4-A1EF-044FB74B9FC7}"/>
                    </a:ext>
                  </a:extLst>
                </p:cNvPr>
                <p:cNvSpPr/>
                <p:nvPr/>
              </p:nvSpPr>
              <p:spPr>
                <a:xfrm>
                  <a:off x="7986935" y="5153876"/>
                  <a:ext cx="48905" cy="33214"/>
                </a:xfrm>
                <a:custGeom>
                  <a:avLst/>
                  <a:gdLst>
                    <a:gd name="connsiteX0" fmla="*/ 381 w 48905"/>
                    <a:gd name="connsiteY0" fmla="*/ 30508 h 33214"/>
                    <a:gd name="connsiteX1" fmla="*/ 11435 w 48905"/>
                    <a:gd name="connsiteY1" fmla="*/ 20924 h 33214"/>
                    <a:gd name="connsiteX2" fmla="*/ 15574 w 48905"/>
                    <a:gd name="connsiteY2" fmla="*/ 16405 h 33214"/>
                    <a:gd name="connsiteX3" fmla="*/ 19767 w 48905"/>
                    <a:gd name="connsiteY3" fmla="*/ 11504 h 33214"/>
                    <a:gd name="connsiteX4" fmla="*/ 23470 w 48905"/>
                    <a:gd name="connsiteY4" fmla="*/ 5622 h 33214"/>
                    <a:gd name="connsiteX5" fmla="*/ 28861 w 48905"/>
                    <a:gd name="connsiteY5" fmla="*/ 1266 h 33214"/>
                    <a:gd name="connsiteX6" fmla="*/ 37083 w 48905"/>
                    <a:gd name="connsiteY6" fmla="*/ 14 h 33214"/>
                    <a:gd name="connsiteX7" fmla="*/ 41984 w 48905"/>
                    <a:gd name="connsiteY7" fmla="*/ 613 h 33214"/>
                    <a:gd name="connsiteX8" fmla="*/ 47538 w 48905"/>
                    <a:gd name="connsiteY8" fmla="*/ 2628 h 33214"/>
                    <a:gd name="connsiteX9" fmla="*/ 48899 w 48905"/>
                    <a:gd name="connsiteY9" fmla="*/ 4806 h 33214"/>
                    <a:gd name="connsiteX10" fmla="*/ 48899 w 48905"/>
                    <a:gd name="connsiteY10" fmla="*/ 4860 h 33214"/>
                    <a:gd name="connsiteX11" fmla="*/ 48573 w 48905"/>
                    <a:gd name="connsiteY11" fmla="*/ 10578 h 33214"/>
                    <a:gd name="connsiteX12" fmla="*/ 47756 w 48905"/>
                    <a:gd name="connsiteY12" fmla="*/ 15043 h 33214"/>
                    <a:gd name="connsiteX13" fmla="*/ 44815 w 48905"/>
                    <a:gd name="connsiteY13" fmla="*/ 22013 h 33214"/>
                    <a:gd name="connsiteX14" fmla="*/ 39261 w 48905"/>
                    <a:gd name="connsiteY14" fmla="*/ 26152 h 33214"/>
                    <a:gd name="connsiteX15" fmla="*/ 31910 w 48905"/>
                    <a:gd name="connsiteY15" fmla="*/ 28548 h 33214"/>
                    <a:gd name="connsiteX16" fmla="*/ 24559 w 48905"/>
                    <a:gd name="connsiteY16" fmla="*/ 31270 h 33214"/>
                    <a:gd name="connsiteX17" fmla="*/ 16391 w 48905"/>
                    <a:gd name="connsiteY17" fmla="*/ 33013 h 33214"/>
                    <a:gd name="connsiteX18" fmla="*/ 1470 w 48905"/>
                    <a:gd name="connsiteY18" fmla="*/ 32849 h 33214"/>
                    <a:gd name="connsiteX19" fmla="*/ 1416 w 48905"/>
                    <a:gd name="connsiteY19" fmla="*/ 32849 h 33214"/>
                    <a:gd name="connsiteX20" fmla="*/ 0 w 48905"/>
                    <a:gd name="connsiteY20" fmla="*/ 31379 h 33214"/>
                    <a:gd name="connsiteX21" fmla="*/ 381 w 48905"/>
                    <a:gd name="connsiteY21" fmla="*/ 30508 h 33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8905" h="33214">
                      <a:moveTo>
                        <a:pt x="381" y="30508"/>
                      </a:moveTo>
                      <a:cubicBezTo>
                        <a:pt x="3921" y="26696"/>
                        <a:pt x="8386" y="23974"/>
                        <a:pt x="11435" y="20924"/>
                      </a:cubicBezTo>
                      <a:cubicBezTo>
                        <a:pt x="13069" y="19508"/>
                        <a:pt x="14103" y="18093"/>
                        <a:pt x="15574" y="16405"/>
                      </a:cubicBezTo>
                      <a:cubicBezTo>
                        <a:pt x="16990" y="14880"/>
                        <a:pt x="18405" y="13192"/>
                        <a:pt x="19767" y="11504"/>
                      </a:cubicBezTo>
                      <a:cubicBezTo>
                        <a:pt x="21183" y="9815"/>
                        <a:pt x="22271" y="7692"/>
                        <a:pt x="23470" y="5622"/>
                      </a:cubicBezTo>
                      <a:cubicBezTo>
                        <a:pt x="24722" y="3608"/>
                        <a:pt x="26519" y="2138"/>
                        <a:pt x="28861" y="1266"/>
                      </a:cubicBezTo>
                      <a:cubicBezTo>
                        <a:pt x="31256" y="450"/>
                        <a:pt x="33925" y="-95"/>
                        <a:pt x="37083" y="14"/>
                      </a:cubicBezTo>
                      <a:cubicBezTo>
                        <a:pt x="38608" y="14"/>
                        <a:pt x="40241" y="232"/>
                        <a:pt x="41984" y="613"/>
                      </a:cubicBezTo>
                      <a:cubicBezTo>
                        <a:pt x="43836" y="1266"/>
                        <a:pt x="45469" y="1538"/>
                        <a:pt x="47538" y="2628"/>
                      </a:cubicBezTo>
                      <a:cubicBezTo>
                        <a:pt x="48355" y="3063"/>
                        <a:pt x="48845" y="3934"/>
                        <a:pt x="48899" y="4806"/>
                      </a:cubicBezTo>
                      <a:lnTo>
                        <a:pt x="48899" y="4860"/>
                      </a:lnTo>
                      <a:cubicBezTo>
                        <a:pt x="48954" y="7202"/>
                        <a:pt x="48628" y="8672"/>
                        <a:pt x="48573" y="10578"/>
                      </a:cubicBezTo>
                      <a:cubicBezTo>
                        <a:pt x="48355" y="12157"/>
                        <a:pt x="48137" y="13736"/>
                        <a:pt x="47756" y="15043"/>
                      </a:cubicBezTo>
                      <a:cubicBezTo>
                        <a:pt x="47103" y="17820"/>
                        <a:pt x="46122" y="20053"/>
                        <a:pt x="44815" y="22013"/>
                      </a:cubicBezTo>
                      <a:cubicBezTo>
                        <a:pt x="43509" y="23974"/>
                        <a:pt x="41657" y="25335"/>
                        <a:pt x="39261" y="26152"/>
                      </a:cubicBezTo>
                      <a:cubicBezTo>
                        <a:pt x="36811" y="26914"/>
                        <a:pt x="34252" y="27513"/>
                        <a:pt x="31910" y="28548"/>
                      </a:cubicBezTo>
                      <a:cubicBezTo>
                        <a:pt x="29514" y="29528"/>
                        <a:pt x="27063" y="30454"/>
                        <a:pt x="24559" y="31270"/>
                      </a:cubicBezTo>
                      <a:cubicBezTo>
                        <a:pt x="22054" y="31924"/>
                        <a:pt x="19059" y="32741"/>
                        <a:pt x="16391" y="33013"/>
                      </a:cubicBezTo>
                      <a:cubicBezTo>
                        <a:pt x="10945" y="33503"/>
                        <a:pt x="6371" y="32958"/>
                        <a:pt x="1470" y="32849"/>
                      </a:cubicBezTo>
                      <a:lnTo>
                        <a:pt x="1416" y="32849"/>
                      </a:lnTo>
                      <a:cubicBezTo>
                        <a:pt x="653" y="32849"/>
                        <a:pt x="0" y="32196"/>
                        <a:pt x="0" y="31379"/>
                      </a:cubicBezTo>
                      <a:cubicBezTo>
                        <a:pt x="0" y="31053"/>
                        <a:pt x="164" y="30726"/>
                        <a:pt x="381" y="30508"/>
                      </a:cubicBez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201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985519" y="5137118"/>
                <a:ext cx="26967" cy="40305"/>
                <a:chOff x="7985519" y="5137118"/>
                <a:chExt cx="26967" cy="40305"/>
              </a:xfrm>
              <a:solidFill>
                <a:schemeClr val="accent1"/>
              </a:solidFill>
            </p:grpSpPr>
            <p:sp>
              <p:nvSpPr>
                <p:cNvPr id="1202" name="Forme libre : forme 1201">
                  <a:extLst>
                    <a:ext uri="{FF2B5EF4-FFF2-40B4-BE49-F238E27FC236}">
                      <a16:creationId xmlns:a16="http://schemas.microsoft.com/office/drawing/2014/main" id="{DA042183-2C1C-44A5-8D3D-A681709DEC77}"/>
                    </a:ext>
                  </a:extLst>
                </p:cNvPr>
                <p:cNvSpPr/>
                <p:nvPr/>
              </p:nvSpPr>
              <p:spPr>
                <a:xfrm>
                  <a:off x="7985573" y="5137118"/>
                  <a:ext cx="26913" cy="40228"/>
                </a:xfrm>
                <a:custGeom>
                  <a:avLst/>
                  <a:gdLst>
                    <a:gd name="connsiteX0" fmla="*/ 1307 w 26913"/>
                    <a:gd name="connsiteY0" fmla="*/ 39098 h 40228"/>
                    <a:gd name="connsiteX1" fmla="*/ 0 w 26913"/>
                    <a:gd name="connsiteY1" fmla="*/ 26955 h 40228"/>
                    <a:gd name="connsiteX2" fmla="*/ 218 w 26913"/>
                    <a:gd name="connsiteY2" fmla="*/ 20856 h 40228"/>
                    <a:gd name="connsiteX3" fmla="*/ 1089 w 26913"/>
                    <a:gd name="connsiteY3" fmla="*/ 14866 h 40228"/>
                    <a:gd name="connsiteX4" fmla="*/ 1634 w 26913"/>
                    <a:gd name="connsiteY4" fmla="*/ 8495 h 40228"/>
                    <a:gd name="connsiteX5" fmla="*/ 4519 w 26913"/>
                    <a:gd name="connsiteY5" fmla="*/ 3322 h 40228"/>
                    <a:gd name="connsiteX6" fmla="*/ 10945 w 26913"/>
                    <a:gd name="connsiteY6" fmla="*/ 490 h 40228"/>
                    <a:gd name="connsiteX7" fmla="*/ 15247 w 26913"/>
                    <a:gd name="connsiteY7" fmla="*/ 0 h 40228"/>
                    <a:gd name="connsiteX8" fmla="*/ 20638 w 26913"/>
                    <a:gd name="connsiteY8" fmla="*/ 490 h 40228"/>
                    <a:gd name="connsiteX9" fmla="*/ 20747 w 26913"/>
                    <a:gd name="connsiteY9" fmla="*/ 490 h 40228"/>
                    <a:gd name="connsiteX10" fmla="*/ 22762 w 26913"/>
                    <a:gd name="connsiteY10" fmla="*/ 2015 h 40228"/>
                    <a:gd name="connsiteX11" fmla="*/ 26246 w 26913"/>
                    <a:gd name="connsiteY11" fmla="*/ 10782 h 40228"/>
                    <a:gd name="connsiteX12" fmla="*/ 26846 w 26913"/>
                    <a:gd name="connsiteY12" fmla="*/ 16990 h 40228"/>
                    <a:gd name="connsiteX13" fmla="*/ 24341 w 26913"/>
                    <a:gd name="connsiteY13" fmla="*/ 21074 h 40228"/>
                    <a:gd name="connsiteX14" fmla="*/ 19876 w 26913"/>
                    <a:gd name="connsiteY14" fmla="*/ 24178 h 40228"/>
                    <a:gd name="connsiteX15" fmla="*/ 16173 w 26913"/>
                    <a:gd name="connsiteY15" fmla="*/ 27880 h 40228"/>
                    <a:gd name="connsiteX16" fmla="*/ 12252 w 26913"/>
                    <a:gd name="connsiteY16" fmla="*/ 31692 h 40228"/>
                    <a:gd name="connsiteX17" fmla="*/ 3921 w 26913"/>
                    <a:gd name="connsiteY17" fmla="*/ 39806 h 40228"/>
                    <a:gd name="connsiteX18" fmla="*/ 1797 w 26913"/>
                    <a:gd name="connsiteY18" fmla="*/ 39751 h 40228"/>
                    <a:gd name="connsiteX19" fmla="*/ 1307 w 26913"/>
                    <a:gd name="connsiteY19" fmla="*/ 39098 h 40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6913" h="40228">
                      <a:moveTo>
                        <a:pt x="1307" y="39098"/>
                      </a:moveTo>
                      <a:cubicBezTo>
                        <a:pt x="327" y="35068"/>
                        <a:pt x="109" y="31039"/>
                        <a:pt x="0" y="26955"/>
                      </a:cubicBezTo>
                      <a:cubicBezTo>
                        <a:pt x="55" y="24940"/>
                        <a:pt x="109" y="22925"/>
                        <a:pt x="218" y="20856"/>
                      </a:cubicBezTo>
                      <a:cubicBezTo>
                        <a:pt x="490" y="18896"/>
                        <a:pt x="762" y="16881"/>
                        <a:pt x="1089" y="14866"/>
                      </a:cubicBezTo>
                      <a:cubicBezTo>
                        <a:pt x="1470" y="12906"/>
                        <a:pt x="1470" y="10673"/>
                        <a:pt x="1634" y="8495"/>
                      </a:cubicBezTo>
                      <a:cubicBezTo>
                        <a:pt x="1851" y="6371"/>
                        <a:pt x="2832" y="4574"/>
                        <a:pt x="4519" y="3322"/>
                      </a:cubicBezTo>
                      <a:cubicBezTo>
                        <a:pt x="6208" y="2069"/>
                        <a:pt x="8277" y="1035"/>
                        <a:pt x="10945" y="490"/>
                      </a:cubicBezTo>
                      <a:cubicBezTo>
                        <a:pt x="12198" y="164"/>
                        <a:pt x="13668" y="55"/>
                        <a:pt x="15247" y="0"/>
                      </a:cubicBezTo>
                      <a:cubicBezTo>
                        <a:pt x="17099" y="164"/>
                        <a:pt x="18514" y="55"/>
                        <a:pt x="20638" y="490"/>
                      </a:cubicBezTo>
                      <a:lnTo>
                        <a:pt x="20747" y="490"/>
                      </a:lnTo>
                      <a:cubicBezTo>
                        <a:pt x="21618" y="708"/>
                        <a:pt x="22326" y="1253"/>
                        <a:pt x="22762" y="2015"/>
                      </a:cubicBezTo>
                      <a:cubicBezTo>
                        <a:pt x="24559" y="5554"/>
                        <a:pt x="25757" y="8440"/>
                        <a:pt x="26246" y="10782"/>
                      </a:cubicBezTo>
                      <a:cubicBezTo>
                        <a:pt x="26901" y="13232"/>
                        <a:pt x="27009" y="15193"/>
                        <a:pt x="26846" y="16990"/>
                      </a:cubicBezTo>
                      <a:cubicBezTo>
                        <a:pt x="26682" y="18787"/>
                        <a:pt x="25811" y="20093"/>
                        <a:pt x="24341" y="21074"/>
                      </a:cubicBezTo>
                      <a:cubicBezTo>
                        <a:pt x="22816" y="22054"/>
                        <a:pt x="21128" y="22980"/>
                        <a:pt x="19876" y="24178"/>
                      </a:cubicBezTo>
                      <a:cubicBezTo>
                        <a:pt x="18623" y="25376"/>
                        <a:pt x="17371" y="26628"/>
                        <a:pt x="16173" y="27880"/>
                      </a:cubicBezTo>
                      <a:cubicBezTo>
                        <a:pt x="14866" y="29078"/>
                        <a:pt x="13559" y="30385"/>
                        <a:pt x="12252" y="31692"/>
                      </a:cubicBezTo>
                      <a:lnTo>
                        <a:pt x="3921" y="39806"/>
                      </a:lnTo>
                      <a:cubicBezTo>
                        <a:pt x="3322" y="40405"/>
                        <a:pt x="2396" y="40350"/>
                        <a:pt x="1797" y="39751"/>
                      </a:cubicBezTo>
                      <a:cubicBezTo>
                        <a:pt x="1470" y="39643"/>
                        <a:pt x="1361" y="39370"/>
                        <a:pt x="1307" y="39098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3" name="Forme libre : forme 1202">
                  <a:extLst>
                    <a:ext uri="{FF2B5EF4-FFF2-40B4-BE49-F238E27FC236}">
                      <a16:creationId xmlns:a16="http://schemas.microsoft.com/office/drawing/2014/main" id="{C7A681E4-7DE2-4F65-9994-00D496B84E61}"/>
                    </a:ext>
                  </a:extLst>
                </p:cNvPr>
                <p:cNvSpPr/>
                <p:nvPr/>
              </p:nvSpPr>
              <p:spPr>
                <a:xfrm>
                  <a:off x="7985519" y="5137172"/>
                  <a:ext cx="26913" cy="40250"/>
                </a:xfrm>
                <a:custGeom>
                  <a:avLst/>
                  <a:gdLst>
                    <a:gd name="connsiteX0" fmla="*/ 4737 w 26913"/>
                    <a:gd name="connsiteY0" fmla="*/ 32890 h 40250"/>
                    <a:gd name="connsiteX1" fmla="*/ 4357 w 26913"/>
                    <a:gd name="connsiteY1" fmla="*/ 27009 h 40250"/>
                    <a:gd name="connsiteX2" fmla="*/ 4574 w 26913"/>
                    <a:gd name="connsiteY2" fmla="*/ 21237 h 40250"/>
                    <a:gd name="connsiteX3" fmla="*/ 5391 w 26913"/>
                    <a:gd name="connsiteY3" fmla="*/ 15683 h 40250"/>
                    <a:gd name="connsiteX4" fmla="*/ 5881 w 26913"/>
                    <a:gd name="connsiteY4" fmla="*/ 10945 h 40250"/>
                    <a:gd name="connsiteX5" fmla="*/ 5990 w 26913"/>
                    <a:gd name="connsiteY5" fmla="*/ 8985 h 40250"/>
                    <a:gd name="connsiteX6" fmla="*/ 7134 w 26913"/>
                    <a:gd name="connsiteY6" fmla="*/ 6861 h 40250"/>
                    <a:gd name="connsiteX7" fmla="*/ 11980 w 26913"/>
                    <a:gd name="connsiteY7" fmla="*/ 4792 h 40250"/>
                    <a:gd name="connsiteX8" fmla="*/ 15138 w 26913"/>
                    <a:gd name="connsiteY8" fmla="*/ 4411 h 40250"/>
                    <a:gd name="connsiteX9" fmla="*/ 16663 w 26913"/>
                    <a:gd name="connsiteY9" fmla="*/ 4465 h 40250"/>
                    <a:gd name="connsiteX10" fmla="*/ 19113 w 26913"/>
                    <a:gd name="connsiteY10" fmla="*/ 4683 h 40250"/>
                    <a:gd name="connsiteX11" fmla="*/ 21891 w 26913"/>
                    <a:gd name="connsiteY11" fmla="*/ 11708 h 40250"/>
                    <a:gd name="connsiteX12" fmla="*/ 21891 w 26913"/>
                    <a:gd name="connsiteY12" fmla="*/ 11816 h 40250"/>
                    <a:gd name="connsiteX13" fmla="*/ 21945 w 26913"/>
                    <a:gd name="connsiteY13" fmla="*/ 11925 h 40250"/>
                    <a:gd name="connsiteX14" fmla="*/ 22435 w 26913"/>
                    <a:gd name="connsiteY14" fmla="*/ 16554 h 40250"/>
                    <a:gd name="connsiteX15" fmla="*/ 21945 w 26913"/>
                    <a:gd name="connsiteY15" fmla="*/ 17316 h 40250"/>
                    <a:gd name="connsiteX16" fmla="*/ 21891 w 26913"/>
                    <a:gd name="connsiteY16" fmla="*/ 17371 h 40250"/>
                    <a:gd name="connsiteX17" fmla="*/ 21074 w 26913"/>
                    <a:gd name="connsiteY17" fmla="*/ 17861 h 40250"/>
                    <a:gd name="connsiteX18" fmla="*/ 18242 w 26913"/>
                    <a:gd name="connsiteY18" fmla="*/ 19712 h 40250"/>
                    <a:gd name="connsiteX19" fmla="*/ 16772 w 26913"/>
                    <a:gd name="connsiteY19" fmla="*/ 20965 h 40250"/>
                    <a:gd name="connsiteX20" fmla="*/ 13015 w 26913"/>
                    <a:gd name="connsiteY20" fmla="*/ 24722 h 40250"/>
                    <a:gd name="connsiteX21" fmla="*/ 9094 w 26913"/>
                    <a:gd name="connsiteY21" fmla="*/ 28479 h 40250"/>
                    <a:gd name="connsiteX22" fmla="*/ 4737 w 26913"/>
                    <a:gd name="connsiteY22" fmla="*/ 32890 h 40250"/>
                    <a:gd name="connsiteX23" fmla="*/ 3703 w 26913"/>
                    <a:gd name="connsiteY23" fmla="*/ 39915 h 40250"/>
                    <a:gd name="connsiteX24" fmla="*/ 3866 w 26913"/>
                    <a:gd name="connsiteY24" fmla="*/ 39806 h 40250"/>
                    <a:gd name="connsiteX25" fmla="*/ 12198 w 26913"/>
                    <a:gd name="connsiteY25" fmla="*/ 31692 h 40250"/>
                    <a:gd name="connsiteX26" fmla="*/ 16118 w 26913"/>
                    <a:gd name="connsiteY26" fmla="*/ 27880 h 40250"/>
                    <a:gd name="connsiteX27" fmla="*/ 19821 w 26913"/>
                    <a:gd name="connsiteY27" fmla="*/ 24178 h 40250"/>
                    <a:gd name="connsiteX28" fmla="*/ 20910 w 26913"/>
                    <a:gd name="connsiteY28" fmla="*/ 23252 h 40250"/>
                    <a:gd name="connsiteX29" fmla="*/ 24286 w 26913"/>
                    <a:gd name="connsiteY29" fmla="*/ 21074 h 40250"/>
                    <a:gd name="connsiteX30" fmla="*/ 24722 w 26913"/>
                    <a:gd name="connsiteY30" fmla="*/ 20747 h 40250"/>
                    <a:gd name="connsiteX31" fmla="*/ 26846 w 26913"/>
                    <a:gd name="connsiteY31" fmla="*/ 16990 h 40250"/>
                    <a:gd name="connsiteX32" fmla="*/ 26247 w 26913"/>
                    <a:gd name="connsiteY32" fmla="*/ 10782 h 40250"/>
                    <a:gd name="connsiteX33" fmla="*/ 22762 w 26913"/>
                    <a:gd name="connsiteY33" fmla="*/ 2015 h 40250"/>
                    <a:gd name="connsiteX34" fmla="*/ 20747 w 26913"/>
                    <a:gd name="connsiteY34" fmla="*/ 490 h 40250"/>
                    <a:gd name="connsiteX35" fmla="*/ 20638 w 26913"/>
                    <a:gd name="connsiteY35" fmla="*/ 490 h 40250"/>
                    <a:gd name="connsiteX36" fmla="*/ 15247 w 26913"/>
                    <a:gd name="connsiteY36" fmla="*/ 0 h 40250"/>
                    <a:gd name="connsiteX37" fmla="*/ 10945 w 26913"/>
                    <a:gd name="connsiteY37" fmla="*/ 490 h 40250"/>
                    <a:gd name="connsiteX38" fmla="*/ 4519 w 26913"/>
                    <a:gd name="connsiteY38" fmla="*/ 3322 h 40250"/>
                    <a:gd name="connsiteX39" fmla="*/ 4519 w 26913"/>
                    <a:gd name="connsiteY39" fmla="*/ 3322 h 40250"/>
                    <a:gd name="connsiteX40" fmla="*/ 1634 w 26913"/>
                    <a:gd name="connsiteY40" fmla="*/ 8495 h 40250"/>
                    <a:gd name="connsiteX41" fmla="*/ 1089 w 26913"/>
                    <a:gd name="connsiteY41" fmla="*/ 14866 h 40250"/>
                    <a:gd name="connsiteX42" fmla="*/ 218 w 26913"/>
                    <a:gd name="connsiteY42" fmla="*/ 20856 h 40250"/>
                    <a:gd name="connsiteX43" fmla="*/ 0 w 26913"/>
                    <a:gd name="connsiteY43" fmla="*/ 26955 h 40250"/>
                    <a:gd name="connsiteX44" fmla="*/ 1307 w 26913"/>
                    <a:gd name="connsiteY44" fmla="*/ 39098 h 40250"/>
                    <a:gd name="connsiteX45" fmla="*/ 1688 w 26913"/>
                    <a:gd name="connsiteY45" fmla="*/ 39806 h 40250"/>
                    <a:gd name="connsiteX46" fmla="*/ 3703 w 26913"/>
                    <a:gd name="connsiteY46" fmla="*/ 39915 h 40250"/>
                    <a:gd name="connsiteX47" fmla="*/ 3703 w 26913"/>
                    <a:gd name="connsiteY47" fmla="*/ 39915 h 40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26913" h="40250">
                      <a:moveTo>
                        <a:pt x="4737" y="32890"/>
                      </a:moveTo>
                      <a:cubicBezTo>
                        <a:pt x="4519" y="30821"/>
                        <a:pt x="4411" y="28860"/>
                        <a:pt x="4357" y="27009"/>
                      </a:cubicBezTo>
                      <a:cubicBezTo>
                        <a:pt x="4411" y="25103"/>
                        <a:pt x="4466" y="23197"/>
                        <a:pt x="4574" y="21237"/>
                      </a:cubicBezTo>
                      <a:cubicBezTo>
                        <a:pt x="4792" y="19386"/>
                        <a:pt x="5064" y="17480"/>
                        <a:pt x="5391" y="15683"/>
                      </a:cubicBezTo>
                      <a:cubicBezTo>
                        <a:pt x="5718" y="14104"/>
                        <a:pt x="5772" y="12470"/>
                        <a:pt x="5881" y="10945"/>
                      </a:cubicBezTo>
                      <a:cubicBezTo>
                        <a:pt x="5935" y="10237"/>
                        <a:pt x="5935" y="9584"/>
                        <a:pt x="5990" y="8985"/>
                      </a:cubicBezTo>
                      <a:cubicBezTo>
                        <a:pt x="6099" y="8005"/>
                        <a:pt x="6480" y="7351"/>
                        <a:pt x="7134" y="6861"/>
                      </a:cubicBezTo>
                      <a:cubicBezTo>
                        <a:pt x="8495" y="5827"/>
                        <a:pt x="10019" y="5173"/>
                        <a:pt x="11980" y="4792"/>
                      </a:cubicBezTo>
                      <a:cubicBezTo>
                        <a:pt x="12742" y="4628"/>
                        <a:pt x="13777" y="4465"/>
                        <a:pt x="15138" y="4411"/>
                      </a:cubicBezTo>
                      <a:cubicBezTo>
                        <a:pt x="15683" y="4465"/>
                        <a:pt x="16173" y="4465"/>
                        <a:pt x="16663" y="4465"/>
                      </a:cubicBezTo>
                      <a:cubicBezTo>
                        <a:pt x="17534" y="4520"/>
                        <a:pt x="18242" y="4520"/>
                        <a:pt x="19113" y="4683"/>
                      </a:cubicBezTo>
                      <a:cubicBezTo>
                        <a:pt x="20638" y="7732"/>
                        <a:pt x="21510" y="10020"/>
                        <a:pt x="21891" y="11708"/>
                      </a:cubicBezTo>
                      <a:lnTo>
                        <a:pt x="21891" y="11816"/>
                      </a:lnTo>
                      <a:lnTo>
                        <a:pt x="21945" y="11925"/>
                      </a:lnTo>
                      <a:cubicBezTo>
                        <a:pt x="22435" y="13668"/>
                        <a:pt x="22544" y="15138"/>
                        <a:pt x="22435" y="16554"/>
                      </a:cubicBezTo>
                      <a:cubicBezTo>
                        <a:pt x="22380" y="16881"/>
                        <a:pt x="22326" y="17044"/>
                        <a:pt x="21945" y="17316"/>
                      </a:cubicBezTo>
                      <a:cubicBezTo>
                        <a:pt x="21945" y="17316"/>
                        <a:pt x="21891" y="17316"/>
                        <a:pt x="21891" y="17371"/>
                      </a:cubicBezTo>
                      <a:lnTo>
                        <a:pt x="21074" y="17861"/>
                      </a:lnTo>
                      <a:cubicBezTo>
                        <a:pt x="20148" y="18405"/>
                        <a:pt x="19168" y="19004"/>
                        <a:pt x="18242" y="19712"/>
                      </a:cubicBezTo>
                      <a:cubicBezTo>
                        <a:pt x="17697" y="20148"/>
                        <a:pt x="17153" y="20584"/>
                        <a:pt x="16772" y="20965"/>
                      </a:cubicBezTo>
                      <a:cubicBezTo>
                        <a:pt x="15519" y="22163"/>
                        <a:pt x="14267" y="23415"/>
                        <a:pt x="13015" y="24722"/>
                      </a:cubicBezTo>
                      <a:cubicBezTo>
                        <a:pt x="11653" y="25975"/>
                        <a:pt x="10346" y="27227"/>
                        <a:pt x="9094" y="28479"/>
                      </a:cubicBezTo>
                      <a:lnTo>
                        <a:pt x="4737" y="32890"/>
                      </a:lnTo>
                      <a:moveTo>
                        <a:pt x="3703" y="39915"/>
                      </a:moveTo>
                      <a:cubicBezTo>
                        <a:pt x="3758" y="39860"/>
                        <a:pt x="3812" y="39860"/>
                        <a:pt x="3866" y="39806"/>
                      </a:cubicBezTo>
                      <a:lnTo>
                        <a:pt x="12198" y="31692"/>
                      </a:lnTo>
                      <a:cubicBezTo>
                        <a:pt x="13504" y="30385"/>
                        <a:pt x="14811" y="29133"/>
                        <a:pt x="16118" y="27880"/>
                      </a:cubicBezTo>
                      <a:cubicBezTo>
                        <a:pt x="17317" y="26628"/>
                        <a:pt x="18569" y="25376"/>
                        <a:pt x="19821" y="24178"/>
                      </a:cubicBezTo>
                      <a:cubicBezTo>
                        <a:pt x="20148" y="23851"/>
                        <a:pt x="20529" y="23524"/>
                        <a:pt x="20910" y="23252"/>
                      </a:cubicBezTo>
                      <a:cubicBezTo>
                        <a:pt x="21945" y="22489"/>
                        <a:pt x="23143" y="21782"/>
                        <a:pt x="24286" y="21074"/>
                      </a:cubicBezTo>
                      <a:cubicBezTo>
                        <a:pt x="24450" y="20965"/>
                        <a:pt x="24559" y="20856"/>
                        <a:pt x="24722" y="20747"/>
                      </a:cubicBezTo>
                      <a:cubicBezTo>
                        <a:pt x="25975" y="19821"/>
                        <a:pt x="26682" y="18569"/>
                        <a:pt x="26846" y="16990"/>
                      </a:cubicBezTo>
                      <a:cubicBezTo>
                        <a:pt x="27009" y="15247"/>
                        <a:pt x="26901" y="13232"/>
                        <a:pt x="26247" y="10782"/>
                      </a:cubicBezTo>
                      <a:cubicBezTo>
                        <a:pt x="25757" y="8440"/>
                        <a:pt x="24613" y="5554"/>
                        <a:pt x="22762" y="2015"/>
                      </a:cubicBezTo>
                      <a:cubicBezTo>
                        <a:pt x="22380" y="1252"/>
                        <a:pt x="21673" y="653"/>
                        <a:pt x="20747" y="490"/>
                      </a:cubicBezTo>
                      <a:lnTo>
                        <a:pt x="20638" y="490"/>
                      </a:lnTo>
                      <a:cubicBezTo>
                        <a:pt x="18514" y="0"/>
                        <a:pt x="17099" y="109"/>
                        <a:pt x="15247" y="0"/>
                      </a:cubicBezTo>
                      <a:cubicBezTo>
                        <a:pt x="13722" y="55"/>
                        <a:pt x="12252" y="218"/>
                        <a:pt x="10945" y="490"/>
                      </a:cubicBezTo>
                      <a:cubicBezTo>
                        <a:pt x="8277" y="1035"/>
                        <a:pt x="6208" y="2015"/>
                        <a:pt x="4519" y="3322"/>
                      </a:cubicBezTo>
                      <a:cubicBezTo>
                        <a:pt x="4519" y="3322"/>
                        <a:pt x="4519" y="3322"/>
                        <a:pt x="4519" y="3322"/>
                      </a:cubicBezTo>
                      <a:cubicBezTo>
                        <a:pt x="2832" y="4574"/>
                        <a:pt x="1851" y="6371"/>
                        <a:pt x="1634" y="8495"/>
                      </a:cubicBezTo>
                      <a:cubicBezTo>
                        <a:pt x="1470" y="10673"/>
                        <a:pt x="1470" y="12851"/>
                        <a:pt x="1089" y="14866"/>
                      </a:cubicBezTo>
                      <a:cubicBezTo>
                        <a:pt x="762" y="16881"/>
                        <a:pt x="435" y="18841"/>
                        <a:pt x="218" y="20856"/>
                      </a:cubicBezTo>
                      <a:cubicBezTo>
                        <a:pt x="109" y="22871"/>
                        <a:pt x="0" y="24940"/>
                        <a:pt x="0" y="26955"/>
                      </a:cubicBezTo>
                      <a:cubicBezTo>
                        <a:pt x="109" y="31039"/>
                        <a:pt x="382" y="35068"/>
                        <a:pt x="1307" y="39098"/>
                      </a:cubicBezTo>
                      <a:cubicBezTo>
                        <a:pt x="1361" y="39370"/>
                        <a:pt x="1525" y="39588"/>
                        <a:pt x="1688" y="39806"/>
                      </a:cubicBezTo>
                      <a:cubicBezTo>
                        <a:pt x="2287" y="40350"/>
                        <a:pt x="3104" y="40405"/>
                        <a:pt x="3703" y="39915"/>
                      </a:cubicBezTo>
                      <a:lnTo>
                        <a:pt x="3703" y="39915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4" name="Forme libre : forme 1203">
                  <a:extLst>
                    <a:ext uri="{FF2B5EF4-FFF2-40B4-BE49-F238E27FC236}">
                      <a16:creationId xmlns:a16="http://schemas.microsoft.com/office/drawing/2014/main" id="{C1DE0ADA-46A8-47FD-A09C-714E064025F1}"/>
                    </a:ext>
                  </a:extLst>
                </p:cNvPr>
                <p:cNvSpPr/>
                <p:nvPr/>
              </p:nvSpPr>
              <p:spPr>
                <a:xfrm>
                  <a:off x="7985573" y="5137118"/>
                  <a:ext cx="26913" cy="40228"/>
                </a:xfrm>
                <a:custGeom>
                  <a:avLst/>
                  <a:gdLst>
                    <a:gd name="connsiteX0" fmla="*/ 1307 w 26913"/>
                    <a:gd name="connsiteY0" fmla="*/ 39098 h 40228"/>
                    <a:gd name="connsiteX1" fmla="*/ 0 w 26913"/>
                    <a:gd name="connsiteY1" fmla="*/ 26955 h 40228"/>
                    <a:gd name="connsiteX2" fmla="*/ 218 w 26913"/>
                    <a:gd name="connsiteY2" fmla="*/ 20856 h 40228"/>
                    <a:gd name="connsiteX3" fmla="*/ 1089 w 26913"/>
                    <a:gd name="connsiteY3" fmla="*/ 14866 h 40228"/>
                    <a:gd name="connsiteX4" fmla="*/ 1634 w 26913"/>
                    <a:gd name="connsiteY4" fmla="*/ 8495 h 40228"/>
                    <a:gd name="connsiteX5" fmla="*/ 4519 w 26913"/>
                    <a:gd name="connsiteY5" fmla="*/ 3322 h 40228"/>
                    <a:gd name="connsiteX6" fmla="*/ 10945 w 26913"/>
                    <a:gd name="connsiteY6" fmla="*/ 490 h 40228"/>
                    <a:gd name="connsiteX7" fmla="*/ 15247 w 26913"/>
                    <a:gd name="connsiteY7" fmla="*/ 0 h 40228"/>
                    <a:gd name="connsiteX8" fmla="*/ 20638 w 26913"/>
                    <a:gd name="connsiteY8" fmla="*/ 490 h 40228"/>
                    <a:gd name="connsiteX9" fmla="*/ 20747 w 26913"/>
                    <a:gd name="connsiteY9" fmla="*/ 490 h 40228"/>
                    <a:gd name="connsiteX10" fmla="*/ 22762 w 26913"/>
                    <a:gd name="connsiteY10" fmla="*/ 2015 h 40228"/>
                    <a:gd name="connsiteX11" fmla="*/ 26246 w 26913"/>
                    <a:gd name="connsiteY11" fmla="*/ 10782 h 40228"/>
                    <a:gd name="connsiteX12" fmla="*/ 26846 w 26913"/>
                    <a:gd name="connsiteY12" fmla="*/ 16990 h 40228"/>
                    <a:gd name="connsiteX13" fmla="*/ 24341 w 26913"/>
                    <a:gd name="connsiteY13" fmla="*/ 21074 h 40228"/>
                    <a:gd name="connsiteX14" fmla="*/ 19876 w 26913"/>
                    <a:gd name="connsiteY14" fmla="*/ 24178 h 40228"/>
                    <a:gd name="connsiteX15" fmla="*/ 16173 w 26913"/>
                    <a:gd name="connsiteY15" fmla="*/ 27880 h 40228"/>
                    <a:gd name="connsiteX16" fmla="*/ 12252 w 26913"/>
                    <a:gd name="connsiteY16" fmla="*/ 31692 h 40228"/>
                    <a:gd name="connsiteX17" fmla="*/ 3921 w 26913"/>
                    <a:gd name="connsiteY17" fmla="*/ 39806 h 40228"/>
                    <a:gd name="connsiteX18" fmla="*/ 1797 w 26913"/>
                    <a:gd name="connsiteY18" fmla="*/ 39751 h 40228"/>
                    <a:gd name="connsiteX19" fmla="*/ 1307 w 26913"/>
                    <a:gd name="connsiteY19" fmla="*/ 39098 h 40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6913" h="40228">
                      <a:moveTo>
                        <a:pt x="1307" y="39098"/>
                      </a:moveTo>
                      <a:cubicBezTo>
                        <a:pt x="327" y="35068"/>
                        <a:pt x="109" y="31039"/>
                        <a:pt x="0" y="26955"/>
                      </a:cubicBezTo>
                      <a:cubicBezTo>
                        <a:pt x="55" y="24940"/>
                        <a:pt x="109" y="22925"/>
                        <a:pt x="218" y="20856"/>
                      </a:cubicBezTo>
                      <a:cubicBezTo>
                        <a:pt x="490" y="18896"/>
                        <a:pt x="762" y="16881"/>
                        <a:pt x="1089" y="14866"/>
                      </a:cubicBezTo>
                      <a:cubicBezTo>
                        <a:pt x="1470" y="12906"/>
                        <a:pt x="1470" y="10673"/>
                        <a:pt x="1634" y="8495"/>
                      </a:cubicBezTo>
                      <a:cubicBezTo>
                        <a:pt x="1851" y="6371"/>
                        <a:pt x="2832" y="4574"/>
                        <a:pt x="4519" y="3322"/>
                      </a:cubicBezTo>
                      <a:cubicBezTo>
                        <a:pt x="6208" y="2069"/>
                        <a:pt x="8277" y="1035"/>
                        <a:pt x="10945" y="490"/>
                      </a:cubicBezTo>
                      <a:cubicBezTo>
                        <a:pt x="12198" y="164"/>
                        <a:pt x="13668" y="55"/>
                        <a:pt x="15247" y="0"/>
                      </a:cubicBezTo>
                      <a:cubicBezTo>
                        <a:pt x="17099" y="164"/>
                        <a:pt x="18514" y="55"/>
                        <a:pt x="20638" y="490"/>
                      </a:cubicBezTo>
                      <a:lnTo>
                        <a:pt x="20747" y="490"/>
                      </a:lnTo>
                      <a:cubicBezTo>
                        <a:pt x="21618" y="708"/>
                        <a:pt x="22326" y="1253"/>
                        <a:pt x="22762" y="2015"/>
                      </a:cubicBezTo>
                      <a:cubicBezTo>
                        <a:pt x="24559" y="5554"/>
                        <a:pt x="25757" y="8440"/>
                        <a:pt x="26246" y="10782"/>
                      </a:cubicBezTo>
                      <a:cubicBezTo>
                        <a:pt x="26901" y="13232"/>
                        <a:pt x="27009" y="15193"/>
                        <a:pt x="26846" y="16990"/>
                      </a:cubicBezTo>
                      <a:cubicBezTo>
                        <a:pt x="26682" y="18787"/>
                        <a:pt x="25811" y="20093"/>
                        <a:pt x="24341" y="21074"/>
                      </a:cubicBezTo>
                      <a:cubicBezTo>
                        <a:pt x="22816" y="22054"/>
                        <a:pt x="21128" y="22980"/>
                        <a:pt x="19876" y="24178"/>
                      </a:cubicBezTo>
                      <a:cubicBezTo>
                        <a:pt x="18623" y="25376"/>
                        <a:pt x="17371" y="26628"/>
                        <a:pt x="16173" y="27880"/>
                      </a:cubicBezTo>
                      <a:cubicBezTo>
                        <a:pt x="14866" y="29078"/>
                        <a:pt x="13559" y="30385"/>
                        <a:pt x="12252" y="31692"/>
                      </a:cubicBezTo>
                      <a:lnTo>
                        <a:pt x="3921" y="39806"/>
                      </a:lnTo>
                      <a:cubicBezTo>
                        <a:pt x="3322" y="40405"/>
                        <a:pt x="2396" y="40350"/>
                        <a:pt x="1797" y="39751"/>
                      </a:cubicBezTo>
                      <a:cubicBezTo>
                        <a:pt x="1470" y="39643"/>
                        <a:pt x="1361" y="39370"/>
                        <a:pt x="1307" y="39098"/>
                      </a:cubicBez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205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955941" y="5136901"/>
                <a:ext cx="26976" cy="46026"/>
                <a:chOff x="7955941" y="5136901"/>
                <a:chExt cx="26976" cy="46026"/>
              </a:xfrm>
              <a:solidFill>
                <a:schemeClr val="accent1"/>
              </a:solidFill>
            </p:grpSpPr>
            <p:sp>
              <p:nvSpPr>
                <p:cNvPr id="1206" name="Forme libre : forme 1205">
                  <a:extLst>
                    <a:ext uri="{FF2B5EF4-FFF2-40B4-BE49-F238E27FC236}">
                      <a16:creationId xmlns:a16="http://schemas.microsoft.com/office/drawing/2014/main" id="{67051CEB-8AE8-457F-93CE-95C4FDA05049}"/>
                    </a:ext>
                  </a:extLst>
                </p:cNvPr>
                <p:cNvSpPr/>
                <p:nvPr/>
              </p:nvSpPr>
              <p:spPr>
                <a:xfrm>
                  <a:off x="7955941" y="5136985"/>
                  <a:ext cx="26976" cy="45942"/>
                </a:xfrm>
                <a:custGeom>
                  <a:avLst/>
                  <a:gdLst>
                    <a:gd name="connsiteX0" fmla="*/ 20430 w 26976"/>
                    <a:gd name="connsiteY0" fmla="*/ 45438 h 45942"/>
                    <a:gd name="connsiteX1" fmla="*/ 11881 w 26976"/>
                    <a:gd name="connsiteY1" fmla="*/ 35800 h 45942"/>
                    <a:gd name="connsiteX2" fmla="*/ 8232 w 26976"/>
                    <a:gd name="connsiteY2" fmla="*/ 30573 h 45942"/>
                    <a:gd name="connsiteX3" fmla="*/ 5074 w 26976"/>
                    <a:gd name="connsiteY3" fmla="*/ 25127 h 45942"/>
                    <a:gd name="connsiteX4" fmla="*/ 1372 w 26976"/>
                    <a:gd name="connsiteY4" fmla="*/ 19682 h 45942"/>
                    <a:gd name="connsiteX5" fmla="*/ 173 w 26976"/>
                    <a:gd name="connsiteY5" fmla="*/ 14237 h 45942"/>
                    <a:gd name="connsiteX6" fmla="*/ 2787 w 26976"/>
                    <a:gd name="connsiteY6" fmla="*/ 9009 h 45942"/>
                    <a:gd name="connsiteX7" fmla="*/ 4965 w 26976"/>
                    <a:gd name="connsiteY7" fmla="*/ 5905 h 45942"/>
                    <a:gd name="connsiteX8" fmla="*/ 7797 w 26976"/>
                    <a:gd name="connsiteY8" fmla="*/ 1549 h 45942"/>
                    <a:gd name="connsiteX9" fmla="*/ 7906 w 26976"/>
                    <a:gd name="connsiteY9" fmla="*/ 1386 h 45942"/>
                    <a:gd name="connsiteX10" fmla="*/ 9975 w 26976"/>
                    <a:gd name="connsiteY10" fmla="*/ 78 h 45942"/>
                    <a:gd name="connsiteX11" fmla="*/ 15693 w 26976"/>
                    <a:gd name="connsiteY11" fmla="*/ 732 h 45942"/>
                    <a:gd name="connsiteX12" fmla="*/ 20103 w 26976"/>
                    <a:gd name="connsiteY12" fmla="*/ 2965 h 45942"/>
                    <a:gd name="connsiteX13" fmla="*/ 25712 w 26976"/>
                    <a:gd name="connsiteY13" fmla="*/ 8900 h 45942"/>
                    <a:gd name="connsiteX14" fmla="*/ 26747 w 26976"/>
                    <a:gd name="connsiteY14" fmla="*/ 14781 h 45942"/>
                    <a:gd name="connsiteX15" fmla="*/ 25440 w 26976"/>
                    <a:gd name="connsiteY15" fmla="*/ 20608 h 45942"/>
                    <a:gd name="connsiteX16" fmla="*/ 25004 w 26976"/>
                    <a:gd name="connsiteY16" fmla="*/ 26380 h 45942"/>
                    <a:gd name="connsiteX17" fmla="*/ 24405 w 26976"/>
                    <a:gd name="connsiteY17" fmla="*/ 32315 h 45942"/>
                    <a:gd name="connsiteX18" fmla="*/ 22881 w 26976"/>
                    <a:gd name="connsiteY18" fmla="*/ 44676 h 45942"/>
                    <a:gd name="connsiteX19" fmla="*/ 21192 w 26976"/>
                    <a:gd name="connsiteY19" fmla="*/ 45929 h 45942"/>
                    <a:gd name="connsiteX20" fmla="*/ 20430 w 26976"/>
                    <a:gd name="connsiteY20" fmla="*/ 45438 h 45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976" h="45942">
                      <a:moveTo>
                        <a:pt x="20430" y="45438"/>
                      </a:moveTo>
                      <a:cubicBezTo>
                        <a:pt x="17217" y="42444"/>
                        <a:pt x="14495" y="39176"/>
                        <a:pt x="11881" y="35800"/>
                      </a:cubicBezTo>
                      <a:lnTo>
                        <a:pt x="8232" y="30573"/>
                      </a:lnTo>
                      <a:lnTo>
                        <a:pt x="5074" y="25127"/>
                      </a:lnTo>
                      <a:cubicBezTo>
                        <a:pt x="4094" y="23276"/>
                        <a:pt x="2624" y="21533"/>
                        <a:pt x="1372" y="19682"/>
                      </a:cubicBezTo>
                      <a:cubicBezTo>
                        <a:pt x="119" y="17776"/>
                        <a:pt x="-262" y="15925"/>
                        <a:pt x="173" y="14237"/>
                      </a:cubicBezTo>
                      <a:cubicBezTo>
                        <a:pt x="609" y="12494"/>
                        <a:pt x="1425" y="10860"/>
                        <a:pt x="2787" y="9009"/>
                      </a:cubicBezTo>
                      <a:lnTo>
                        <a:pt x="4965" y="5905"/>
                      </a:lnTo>
                      <a:cubicBezTo>
                        <a:pt x="6055" y="4544"/>
                        <a:pt x="6653" y="3400"/>
                        <a:pt x="7797" y="1549"/>
                      </a:cubicBezTo>
                      <a:lnTo>
                        <a:pt x="7906" y="1386"/>
                      </a:lnTo>
                      <a:cubicBezTo>
                        <a:pt x="8396" y="623"/>
                        <a:pt x="9158" y="187"/>
                        <a:pt x="9975" y="78"/>
                      </a:cubicBezTo>
                      <a:cubicBezTo>
                        <a:pt x="12208" y="-194"/>
                        <a:pt x="13732" y="296"/>
                        <a:pt x="15693" y="732"/>
                      </a:cubicBezTo>
                      <a:cubicBezTo>
                        <a:pt x="17326" y="1277"/>
                        <a:pt x="18906" y="2039"/>
                        <a:pt x="20103" y="2965"/>
                      </a:cubicBezTo>
                      <a:cubicBezTo>
                        <a:pt x="22772" y="4707"/>
                        <a:pt x="24514" y="6885"/>
                        <a:pt x="25712" y="8900"/>
                      </a:cubicBezTo>
                      <a:cubicBezTo>
                        <a:pt x="26965" y="10915"/>
                        <a:pt x="27237" y="12875"/>
                        <a:pt x="26747" y="14781"/>
                      </a:cubicBezTo>
                      <a:cubicBezTo>
                        <a:pt x="26257" y="16741"/>
                        <a:pt x="25549" y="18702"/>
                        <a:pt x="25440" y="20608"/>
                      </a:cubicBezTo>
                      <a:lnTo>
                        <a:pt x="25004" y="26380"/>
                      </a:lnTo>
                      <a:lnTo>
                        <a:pt x="24405" y="32315"/>
                      </a:lnTo>
                      <a:cubicBezTo>
                        <a:pt x="23915" y="36345"/>
                        <a:pt x="23589" y="40429"/>
                        <a:pt x="22881" y="44676"/>
                      </a:cubicBezTo>
                      <a:cubicBezTo>
                        <a:pt x="22772" y="45493"/>
                        <a:pt x="22009" y="46037"/>
                        <a:pt x="21192" y="45929"/>
                      </a:cubicBezTo>
                      <a:cubicBezTo>
                        <a:pt x="20866" y="45765"/>
                        <a:pt x="20593" y="45656"/>
                        <a:pt x="20430" y="45438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7" name="Forme libre : forme 1206">
                  <a:extLst>
                    <a:ext uri="{FF2B5EF4-FFF2-40B4-BE49-F238E27FC236}">
                      <a16:creationId xmlns:a16="http://schemas.microsoft.com/office/drawing/2014/main" id="{EE0C0B50-FD03-4B1D-9968-8ABBF05C3454}"/>
                    </a:ext>
                  </a:extLst>
                </p:cNvPr>
                <p:cNvSpPr/>
                <p:nvPr/>
              </p:nvSpPr>
              <p:spPr>
                <a:xfrm>
                  <a:off x="7955941" y="5136901"/>
                  <a:ext cx="26921" cy="45859"/>
                </a:xfrm>
                <a:custGeom>
                  <a:avLst/>
                  <a:gdLst>
                    <a:gd name="connsiteX0" fmla="*/ 19341 w 26921"/>
                    <a:gd name="connsiteY0" fmla="*/ 38171 h 45859"/>
                    <a:gd name="connsiteX1" fmla="*/ 15366 w 26921"/>
                    <a:gd name="connsiteY1" fmla="*/ 33325 h 45859"/>
                    <a:gd name="connsiteX2" fmla="*/ 11881 w 26921"/>
                    <a:gd name="connsiteY2" fmla="*/ 28370 h 45859"/>
                    <a:gd name="connsiteX3" fmla="*/ 8886 w 26921"/>
                    <a:gd name="connsiteY3" fmla="*/ 23197 h 45859"/>
                    <a:gd name="connsiteX4" fmla="*/ 6109 w 26921"/>
                    <a:gd name="connsiteY4" fmla="*/ 18949 h 45859"/>
                    <a:gd name="connsiteX5" fmla="*/ 4965 w 26921"/>
                    <a:gd name="connsiteY5" fmla="*/ 17370 h 45859"/>
                    <a:gd name="connsiteX6" fmla="*/ 4366 w 26921"/>
                    <a:gd name="connsiteY6" fmla="*/ 15301 h 45859"/>
                    <a:gd name="connsiteX7" fmla="*/ 6272 w 26921"/>
                    <a:gd name="connsiteY7" fmla="*/ 11543 h 45859"/>
                    <a:gd name="connsiteX8" fmla="*/ 8396 w 26921"/>
                    <a:gd name="connsiteY8" fmla="*/ 8549 h 45859"/>
                    <a:gd name="connsiteX9" fmla="*/ 10574 w 26921"/>
                    <a:gd name="connsiteY9" fmla="*/ 5336 h 45859"/>
                    <a:gd name="connsiteX10" fmla="*/ 11173 w 26921"/>
                    <a:gd name="connsiteY10" fmla="*/ 4356 h 45859"/>
                    <a:gd name="connsiteX11" fmla="*/ 13841 w 26921"/>
                    <a:gd name="connsiteY11" fmla="*/ 4737 h 45859"/>
                    <a:gd name="connsiteX12" fmla="*/ 14495 w 26921"/>
                    <a:gd name="connsiteY12" fmla="*/ 4900 h 45859"/>
                    <a:gd name="connsiteX13" fmla="*/ 17708 w 26921"/>
                    <a:gd name="connsiteY13" fmla="*/ 6534 h 45859"/>
                    <a:gd name="connsiteX14" fmla="*/ 22009 w 26921"/>
                    <a:gd name="connsiteY14" fmla="*/ 11053 h 45859"/>
                    <a:gd name="connsiteX15" fmla="*/ 22554 w 26921"/>
                    <a:gd name="connsiteY15" fmla="*/ 13558 h 45859"/>
                    <a:gd name="connsiteX16" fmla="*/ 22227 w 26921"/>
                    <a:gd name="connsiteY16" fmla="*/ 14702 h 45859"/>
                    <a:gd name="connsiteX17" fmla="*/ 21138 w 26921"/>
                    <a:gd name="connsiteY17" fmla="*/ 20202 h 45859"/>
                    <a:gd name="connsiteX18" fmla="*/ 20757 w 26921"/>
                    <a:gd name="connsiteY18" fmla="*/ 25810 h 45859"/>
                    <a:gd name="connsiteX19" fmla="*/ 20158 w 26921"/>
                    <a:gd name="connsiteY19" fmla="*/ 31637 h 45859"/>
                    <a:gd name="connsiteX20" fmla="*/ 19668 w 26921"/>
                    <a:gd name="connsiteY20" fmla="*/ 35939 h 45859"/>
                    <a:gd name="connsiteX21" fmla="*/ 19341 w 26921"/>
                    <a:gd name="connsiteY21" fmla="*/ 38171 h 45859"/>
                    <a:gd name="connsiteX22" fmla="*/ 22282 w 26921"/>
                    <a:gd name="connsiteY22" fmla="*/ 45632 h 45859"/>
                    <a:gd name="connsiteX23" fmla="*/ 22826 w 26921"/>
                    <a:gd name="connsiteY23" fmla="*/ 44651 h 45859"/>
                    <a:gd name="connsiteX24" fmla="*/ 24351 w 26921"/>
                    <a:gd name="connsiteY24" fmla="*/ 32290 h 45859"/>
                    <a:gd name="connsiteX25" fmla="*/ 24950 w 26921"/>
                    <a:gd name="connsiteY25" fmla="*/ 26355 h 45859"/>
                    <a:gd name="connsiteX26" fmla="*/ 25385 w 26921"/>
                    <a:gd name="connsiteY26" fmla="*/ 20583 h 45859"/>
                    <a:gd name="connsiteX27" fmla="*/ 26692 w 26921"/>
                    <a:gd name="connsiteY27" fmla="*/ 14756 h 45859"/>
                    <a:gd name="connsiteX28" fmla="*/ 25658 w 26921"/>
                    <a:gd name="connsiteY28" fmla="*/ 8875 h 45859"/>
                    <a:gd name="connsiteX29" fmla="*/ 20049 w 26921"/>
                    <a:gd name="connsiteY29" fmla="*/ 2940 h 45859"/>
                    <a:gd name="connsiteX30" fmla="*/ 15638 w 26921"/>
                    <a:gd name="connsiteY30" fmla="*/ 707 h 45859"/>
                    <a:gd name="connsiteX31" fmla="*/ 9921 w 26921"/>
                    <a:gd name="connsiteY31" fmla="*/ 54 h 45859"/>
                    <a:gd name="connsiteX32" fmla="*/ 8559 w 26921"/>
                    <a:gd name="connsiteY32" fmla="*/ 598 h 45859"/>
                    <a:gd name="connsiteX33" fmla="*/ 7906 w 26921"/>
                    <a:gd name="connsiteY33" fmla="*/ 1306 h 45859"/>
                    <a:gd name="connsiteX34" fmla="*/ 7797 w 26921"/>
                    <a:gd name="connsiteY34" fmla="*/ 1470 h 45859"/>
                    <a:gd name="connsiteX35" fmla="*/ 4965 w 26921"/>
                    <a:gd name="connsiteY35" fmla="*/ 5826 h 45859"/>
                    <a:gd name="connsiteX36" fmla="*/ 2787 w 26921"/>
                    <a:gd name="connsiteY36" fmla="*/ 8930 h 45859"/>
                    <a:gd name="connsiteX37" fmla="*/ 173 w 26921"/>
                    <a:gd name="connsiteY37" fmla="*/ 14157 h 45859"/>
                    <a:gd name="connsiteX38" fmla="*/ 1372 w 26921"/>
                    <a:gd name="connsiteY38" fmla="*/ 19603 h 45859"/>
                    <a:gd name="connsiteX39" fmla="*/ 5074 w 26921"/>
                    <a:gd name="connsiteY39" fmla="*/ 25048 h 45859"/>
                    <a:gd name="connsiteX40" fmla="*/ 8232 w 26921"/>
                    <a:gd name="connsiteY40" fmla="*/ 30493 h 45859"/>
                    <a:gd name="connsiteX41" fmla="*/ 11881 w 26921"/>
                    <a:gd name="connsiteY41" fmla="*/ 35721 h 45859"/>
                    <a:gd name="connsiteX42" fmla="*/ 20430 w 26921"/>
                    <a:gd name="connsiteY42" fmla="*/ 45359 h 45859"/>
                    <a:gd name="connsiteX43" fmla="*/ 21192 w 26921"/>
                    <a:gd name="connsiteY43" fmla="*/ 45740 h 45859"/>
                    <a:gd name="connsiteX44" fmla="*/ 22282 w 26921"/>
                    <a:gd name="connsiteY44" fmla="*/ 45632 h 45859"/>
                    <a:gd name="connsiteX45" fmla="*/ 22282 w 26921"/>
                    <a:gd name="connsiteY45" fmla="*/ 45632 h 45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26921" h="45859">
                      <a:moveTo>
                        <a:pt x="19341" y="38171"/>
                      </a:moveTo>
                      <a:cubicBezTo>
                        <a:pt x="18034" y="36701"/>
                        <a:pt x="16727" y="35068"/>
                        <a:pt x="15366" y="33325"/>
                      </a:cubicBezTo>
                      <a:lnTo>
                        <a:pt x="11881" y="28370"/>
                      </a:lnTo>
                      <a:lnTo>
                        <a:pt x="8886" y="23197"/>
                      </a:lnTo>
                      <a:cubicBezTo>
                        <a:pt x="8069" y="21672"/>
                        <a:pt x="7089" y="20310"/>
                        <a:pt x="6109" y="18949"/>
                      </a:cubicBezTo>
                      <a:cubicBezTo>
                        <a:pt x="5728" y="18405"/>
                        <a:pt x="5292" y="17860"/>
                        <a:pt x="4965" y="17370"/>
                      </a:cubicBezTo>
                      <a:cubicBezTo>
                        <a:pt x="4421" y="16553"/>
                        <a:pt x="4203" y="15845"/>
                        <a:pt x="4366" y="15301"/>
                      </a:cubicBezTo>
                      <a:cubicBezTo>
                        <a:pt x="4639" y="14157"/>
                        <a:pt x="5183" y="13068"/>
                        <a:pt x="6272" y="11543"/>
                      </a:cubicBezTo>
                      <a:lnTo>
                        <a:pt x="8396" y="8549"/>
                      </a:lnTo>
                      <a:cubicBezTo>
                        <a:pt x="9322" y="7405"/>
                        <a:pt x="9921" y="6425"/>
                        <a:pt x="10574" y="5336"/>
                      </a:cubicBezTo>
                      <a:cubicBezTo>
                        <a:pt x="10738" y="5063"/>
                        <a:pt x="10955" y="4737"/>
                        <a:pt x="11173" y="4356"/>
                      </a:cubicBezTo>
                      <a:cubicBezTo>
                        <a:pt x="11990" y="4356"/>
                        <a:pt x="12752" y="4519"/>
                        <a:pt x="13841" y="4737"/>
                      </a:cubicBezTo>
                      <a:lnTo>
                        <a:pt x="14495" y="4900"/>
                      </a:lnTo>
                      <a:cubicBezTo>
                        <a:pt x="15693" y="5336"/>
                        <a:pt x="16782" y="5880"/>
                        <a:pt x="17708" y="6534"/>
                      </a:cubicBezTo>
                      <a:cubicBezTo>
                        <a:pt x="19450" y="7677"/>
                        <a:pt x="20866" y="9147"/>
                        <a:pt x="22009" y="11053"/>
                      </a:cubicBezTo>
                      <a:cubicBezTo>
                        <a:pt x="22717" y="12251"/>
                        <a:pt x="22663" y="13014"/>
                        <a:pt x="22554" y="13558"/>
                      </a:cubicBezTo>
                      <a:lnTo>
                        <a:pt x="22227" y="14702"/>
                      </a:lnTo>
                      <a:cubicBezTo>
                        <a:pt x="21737" y="16390"/>
                        <a:pt x="21247" y="18241"/>
                        <a:pt x="21138" y="20202"/>
                      </a:cubicBezTo>
                      <a:lnTo>
                        <a:pt x="20757" y="25810"/>
                      </a:lnTo>
                      <a:lnTo>
                        <a:pt x="20158" y="31637"/>
                      </a:lnTo>
                      <a:cubicBezTo>
                        <a:pt x="19994" y="33053"/>
                        <a:pt x="19831" y="34523"/>
                        <a:pt x="19668" y="35939"/>
                      </a:cubicBezTo>
                      <a:cubicBezTo>
                        <a:pt x="19504" y="36756"/>
                        <a:pt x="19395" y="37464"/>
                        <a:pt x="19341" y="38171"/>
                      </a:cubicBezTo>
                      <a:moveTo>
                        <a:pt x="22282" y="45632"/>
                      </a:moveTo>
                      <a:cubicBezTo>
                        <a:pt x="22554" y="45414"/>
                        <a:pt x="22772" y="45087"/>
                        <a:pt x="22826" y="44651"/>
                      </a:cubicBezTo>
                      <a:cubicBezTo>
                        <a:pt x="23480" y="40349"/>
                        <a:pt x="23861" y="36320"/>
                        <a:pt x="24351" y="32290"/>
                      </a:cubicBezTo>
                      <a:lnTo>
                        <a:pt x="24950" y="26355"/>
                      </a:lnTo>
                      <a:lnTo>
                        <a:pt x="25385" y="20583"/>
                      </a:lnTo>
                      <a:cubicBezTo>
                        <a:pt x="25494" y="18677"/>
                        <a:pt x="26148" y="16662"/>
                        <a:pt x="26692" y="14756"/>
                      </a:cubicBezTo>
                      <a:cubicBezTo>
                        <a:pt x="27183" y="12850"/>
                        <a:pt x="26910" y="10890"/>
                        <a:pt x="25658" y="8875"/>
                      </a:cubicBezTo>
                      <a:cubicBezTo>
                        <a:pt x="24405" y="6861"/>
                        <a:pt x="22663" y="4737"/>
                        <a:pt x="20049" y="2940"/>
                      </a:cubicBezTo>
                      <a:cubicBezTo>
                        <a:pt x="18851" y="2069"/>
                        <a:pt x="17272" y="1306"/>
                        <a:pt x="15638" y="707"/>
                      </a:cubicBezTo>
                      <a:cubicBezTo>
                        <a:pt x="13678" y="326"/>
                        <a:pt x="12153" y="-164"/>
                        <a:pt x="9921" y="54"/>
                      </a:cubicBezTo>
                      <a:cubicBezTo>
                        <a:pt x="9431" y="108"/>
                        <a:pt x="8940" y="326"/>
                        <a:pt x="8559" y="598"/>
                      </a:cubicBezTo>
                      <a:cubicBezTo>
                        <a:pt x="8287" y="816"/>
                        <a:pt x="8069" y="1034"/>
                        <a:pt x="7906" y="1306"/>
                      </a:cubicBezTo>
                      <a:lnTo>
                        <a:pt x="7797" y="1470"/>
                      </a:lnTo>
                      <a:cubicBezTo>
                        <a:pt x="6599" y="3321"/>
                        <a:pt x="6055" y="4519"/>
                        <a:pt x="4965" y="5826"/>
                      </a:cubicBezTo>
                      <a:lnTo>
                        <a:pt x="2787" y="8930"/>
                      </a:lnTo>
                      <a:cubicBezTo>
                        <a:pt x="1425" y="10836"/>
                        <a:pt x="609" y="12415"/>
                        <a:pt x="173" y="14157"/>
                      </a:cubicBezTo>
                      <a:cubicBezTo>
                        <a:pt x="-262" y="15900"/>
                        <a:pt x="119" y="17751"/>
                        <a:pt x="1372" y="19603"/>
                      </a:cubicBezTo>
                      <a:cubicBezTo>
                        <a:pt x="2624" y="21454"/>
                        <a:pt x="4094" y="23197"/>
                        <a:pt x="5074" y="25048"/>
                      </a:cubicBezTo>
                      <a:lnTo>
                        <a:pt x="8232" y="30493"/>
                      </a:lnTo>
                      <a:lnTo>
                        <a:pt x="11881" y="35721"/>
                      </a:lnTo>
                      <a:cubicBezTo>
                        <a:pt x="14549" y="39097"/>
                        <a:pt x="17217" y="42364"/>
                        <a:pt x="20430" y="45359"/>
                      </a:cubicBezTo>
                      <a:cubicBezTo>
                        <a:pt x="20648" y="45523"/>
                        <a:pt x="20920" y="45686"/>
                        <a:pt x="21192" y="45740"/>
                      </a:cubicBezTo>
                      <a:cubicBezTo>
                        <a:pt x="21574" y="45958"/>
                        <a:pt x="22009" y="45849"/>
                        <a:pt x="22282" y="45632"/>
                      </a:cubicBezTo>
                      <a:lnTo>
                        <a:pt x="22282" y="45632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8" name="Forme libre : forme 1207">
                  <a:extLst>
                    <a:ext uri="{FF2B5EF4-FFF2-40B4-BE49-F238E27FC236}">
                      <a16:creationId xmlns:a16="http://schemas.microsoft.com/office/drawing/2014/main" id="{FF1B6916-45A0-4A4A-8071-4456C89ED570}"/>
                    </a:ext>
                  </a:extLst>
                </p:cNvPr>
                <p:cNvSpPr/>
                <p:nvPr/>
              </p:nvSpPr>
              <p:spPr>
                <a:xfrm>
                  <a:off x="7955941" y="5136985"/>
                  <a:ext cx="26976" cy="45942"/>
                </a:xfrm>
                <a:custGeom>
                  <a:avLst/>
                  <a:gdLst>
                    <a:gd name="connsiteX0" fmla="*/ 20430 w 26976"/>
                    <a:gd name="connsiteY0" fmla="*/ 45438 h 45942"/>
                    <a:gd name="connsiteX1" fmla="*/ 11881 w 26976"/>
                    <a:gd name="connsiteY1" fmla="*/ 35800 h 45942"/>
                    <a:gd name="connsiteX2" fmla="*/ 8232 w 26976"/>
                    <a:gd name="connsiteY2" fmla="*/ 30573 h 45942"/>
                    <a:gd name="connsiteX3" fmla="*/ 5074 w 26976"/>
                    <a:gd name="connsiteY3" fmla="*/ 25127 h 45942"/>
                    <a:gd name="connsiteX4" fmla="*/ 1372 w 26976"/>
                    <a:gd name="connsiteY4" fmla="*/ 19682 h 45942"/>
                    <a:gd name="connsiteX5" fmla="*/ 173 w 26976"/>
                    <a:gd name="connsiteY5" fmla="*/ 14237 h 45942"/>
                    <a:gd name="connsiteX6" fmla="*/ 2787 w 26976"/>
                    <a:gd name="connsiteY6" fmla="*/ 9009 h 45942"/>
                    <a:gd name="connsiteX7" fmla="*/ 4965 w 26976"/>
                    <a:gd name="connsiteY7" fmla="*/ 5905 h 45942"/>
                    <a:gd name="connsiteX8" fmla="*/ 7797 w 26976"/>
                    <a:gd name="connsiteY8" fmla="*/ 1549 h 45942"/>
                    <a:gd name="connsiteX9" fmla="*/ 7906 w 26976"/>
                    <a:gd name="connsiteY9" fmla="*/ 1386 h 45942"/>
                    <a:gd name="connsiteX10" fmla="*/ 9975 w 26976"/>
                    <a:gd name="connsiteY10" fmla="*/ 78 h 45942"/>
                    <a:gd name="connsiteX11" fmla="*/ 15693 w 26976"/>
                    <a:gd name="connsiteY11" fmla="*/ 732 h 45942"/>
                    <a:gd name="connsiteX12" fmla="*/ 20103 w 26976"/>
                    <a:gd name="connsiteY12" fmla="*/ 2965 h 45942"/>
                    <a:gd name="connsiteX13" fmla="*/ 25712 w 26976"/>
                    <a:gd name="connsiteY13" fmla="*/ 8900 h 45942"/>
                    <a:gd name="connsiteX14" fmla="*/ 26747 w 26976"/>
                    <a:gd name="connsiteY14" fmla="*/ 14781 h 45942"/>
                    <a:gd name="connsiteX15" fmla="*/ 25440 w 26976"/>
                    <a:gd name="connsiteY15" fmla="*/ 20608 h 45942"/>
                    <a:gd name="connsiteX16" fmla="*/ 25004 w 26976"/>
                    <a:gd name="connsiteY16" fmla="*/ 26380 h 45942"/>
                    <a:gd name="connsiteX17" fmla="*/ 24405 w 26976"/>
                    <a:gd name="connsiteY17" fmla="*/ 32315 h 45942"/>
                    <a:gd name="connsiteX18" fmla="*/ 22881 w 26976"/>
                    <a:gd name="connsiteY18" fmla="*/ 44676 h 45942"/>
                    <a:gd name="connsiteX19" fmla="*/ 21192 w 26976"/>
                    <a:gd name="connsiteY19" fmla="*/ 45929 h 45942"/>
                    <a:gd name="connsiteX20" fmla="*/ 20430 w 26976"/>
                    <a:gd name="connsiteY20" fmla="*/ 45438 h 45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976" h="45942">
                      <a:moveTo>
                        <a:pt x="20430" y="45438"/>
                      </a:moveTo>
                      <a:cubicBezTo>
                        <a:pt x="17217" y="42444"/>
                        <a:pt x="14495" y="39176"/>
                        <a:pt x="11881" y="35800"/>
                      </a:cubicBezTo>
                      <a:lnTo>
                        <a:pt x="8232" y="30573"/>
                      </a:lnTo>
                      <a:lnTo>
                        <a:pt x="5074" y="25127"/>
                      </a:lnTo>
                      <a:cubicBezTo>
                        <a:pt x="4094" y="23276"/>
                        <a:pt x="2624" y="21533"/>
                        <a:pt x="1372" y="19682"/>
                      </a:cubicBezTo>
                      <a:cubicBezTo>
                        <a:pt x="119" y="17776"/>
                        <a:pt x="-262" y="15925"/>
                        <a:pt x="173" y="14237"/>
                      </a:cubicBezTo>
                      <a:cubicBezTo>
                        <a:pt x="609" y="12494"/>
                        <a:pt x="1425" y="10860"/>
                        <a:pt x="2787" y="9009"/>
                      </a:cubicBezTo>
                      <a:lnTo>
                        <a:pt x="4965" y="5905"/>
                      </a:lnTo>
                      <a:cubicBezTo>
                        <a:pt x="6055" y="4544"/>
                        <a:pt x="6653" y="3400"/>
                        <a:pt x="7797" y="1549"/>
                      </a:cubicBezTo>
                      <a:lnTo>
                        <a:pt x="7906" y="1386"/>
                      </a:lnTo>
                      <a:cubicBezTo>
                        <a:pt x="8396" y="623"/>
                        <a:pt x="9158" y="187"/>
                        <a:pt x="9975" y="78"/>
                      </a:cubicBezTo>
                      <a:cubicBezTo>
                        <a:pt x="12208" y="-194"/>
                        <a:pt x="13732" y="296"/>
                        <a:pt x="15693" y="732"/>
                      </a:cubicBezTo>
                      <a:cubicBezTo>
                        <a:pt x="17326" y="1277"/>
                        <a:pt x="18906" y="2039"/>
                        <a:pt x="20103" y="2965"/>
                      </a:cubicBezTo>
                      <a:cubicBezTo>
                        <a:pt x="22772" y="4707"/>
                        <a:pt x="24514" y="6885"/>
                        <a:pt x="25712" y="8900"/>
                      </a:cubicBezTo>
                      <a:cubicBezTo>
                        <a:pt x="26965" y="10915"/>
                        <a:pt x="27237" y="12875"/>
                        <a:pt x="26747" y="14781"/>
                      </a:cubicBezTo>
                      <a:cubicBezTo>
                        <a:pt x="26257" y="16741"/>
                        <a:pt x="25549" y="18702"/>
                        <a:pt x="25440" y="20608"/>
                      </a:cubicBezTo>
                      <a:lnTo>
                        <a:pt x="25004" y="26380"/>
                      </a:lnTo>
                      <a:lnTo>
                        <a:pt x="24405" y="32315"/>
                      </a:lnTo>
                      <a:cubicBezTo>
                        <a:pt x="23915" y="36345"/>
                        <a:pt x="23589" y="40429"/>
                        <a:pt x="22881" y="44676"/>
                      </a:cubicBezTo>
                      <a:cubicBezTo>
                        <a:pt x="22772" y="45493"/>
                        <a:pt x="22009" y="46037"/>
                        <a:pt x="21192" y="45929"/>
                      </a:cubicBezTo>
                      <a:cubicBezTo>
                        <a:pt x="20866" y="45765"/>
                        <a:pt x="20593" y="45656"/>
                        <a:pt x="20430" y="45438"/>
                      </a:cubicBez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209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927424" y="5165960"/>
                <a:ext cx="42971" cy="26851"/>
                <a:chOff x="7927424" y="5165960"/>
                <a:chExt cx="42971" cy="26851"/>
              </a:xfrm>
              <a:solidFill>
                <a:schemeClr val="accent1"/>
              </a:solidFill>
            </p:grpSpPr>
            <p:sp>
              <p:nvSpPr>
                <p:cNvPr id="1210" name="Forme libre : forme 1209">
                  <a:extLst>
                    <a:ext uri="{FF2B5EF4-FFF2-40B4-BE49-F238E27FC236}">
                      <a16:creationId xmlns:a16="http://schemas.microsoft.com/office/drawing/2014/main" id="{604BF044-F603-4F64-912C-EC5F57C73380}"/>
                    </a:ext>
                  </a:extLst>
                </p:cNvPr>
                <p:cNvSpPr/>
                <p:nvPr/>
              </p:nvSpPr>
              <p:spPr>
                <a:xfrm>
                  <a:off x="7927424" y="5166069"/>
                  <a:ext cx="42897" cy="26742"/>
                </a:xfrm>
                <a:custGeom>
                  <a:avLst/>
                  <a:gdLst>
                    <a:gd name="connsiteX0" fmla="*/ 41868 w 42897"/>
                    <a:gd name="connsiteY0" fmla="*/ 21364 h 26742"/>
                    <a:gd name="connsiteX1" fmla="*/ 30324 w 42897"/>
                    <a:gd name="connsiteY1" fmla="*/ 24032 h 26742"/>
                    <a:gd name="connsiteX2" fmla="*/ 24606 w 42897"/>
                    <a:gd name="connsiteY2" fmla="*/ 24903 h 26742"/>
                    <a:gd name="connsiteX3" fmla="*/ 18888 w 42897"/>
                    <a:gd name="connsiteY3" fmla="*/ 25394 h 26742"/>
                    <a:gd name="connsiteX4" fmla="*/ 13007 w 42897"/>
                    <a:gd name="connsiteY4" fmla="*/ 26591 h 26742"/>
                    <a:gd name="connsiteX5" fmla="*/ 7616 w 42897"/>
                    <a:gd name="connsiteY5" fmla="*/ 25448 h 26742"/>
                    <a:gd name="connsiteX6" fmla="*/ 3260 w 42897"/>
                    <a:gd name="connsiteY6" fmla="*/ 20438 h 26742"/>
                    <a:gd name="connsiteX7" fmla="*/ 1463 w 42897"/>
                    <a:gd name="connsiteY7" fmla="*/ 16681 h 26742"/>
                    <a:gd name="connsiteX8" fmla="*/ 47 w 42897"/>
                    <a:gd name="connsiteY8" fmla="*/ 11562 h 26742"/>
                    <a:gd name="connsiteX9" fmla="*/ 700 w 42897"/>
                    <a:gd name="connsiteY9" fmla="*/ 9112 h 26742"/>
                    <a:gd name="connsiteX10" fmla="*/ 755 w 42897"/>
                    <a:gd name="connsiteY10" fmla="*/ 9057 h 26742"/>
                    <a:gd name="connsiteX11" fmla="*/ 4567 w 42897"/>
                    <a:gd name="connsiteY11" fmla="*/ 5191 h 26742"/>
                    <a:gd name="connsiteX12" fmla="*/ 7943 w 42897"/>
                    <a:gd name="connsiteY12" fmla="*/ 2686 h 26742"/>
                    <a:gd name="connsiteX13" fmla="*/ 14042 w 42897"/>
                    <a:gd name="connsiteY13" fmla="*/ 127 h 26742"/>
                    <a:gd name="connsiteX14" fmla="*/ 19106 w 42897"/>
                    <a:gd name="connsiteY14" fmla="*/ 1434 h 26742"/>
                    <a:gd name="connsiteX15" fmla="*/ 23626 w 42897"/>
                    <a:gd name="connsiteY15" fmla="*/ 5028 h 26742"/>
                    <a:gd name="connsiteX16" fmla="*/ 28363 w 42897"/>
                    <a:gd name="connsiteY16" fmla="*/ 7968 h 26742"/>
                    <a:gd name="connsiteX17" fmla="*/ 33046 w 42897"/>
                    <a:gd name="connsiteY17" fmla="*/ 11290 h 26742"/>
                    <a:gd name="connsiteX18" fmla="*/ 42358 w 42897"/>
                    <a:gd name="connsiteY18" fmla="*/ 18859 h 26742"/>
                    <a:gd name="connsiteX19" fmla="*/ 42412 w 42897"/>
                    <a:gd name="connsiteY19" fmla="*/ 18914 h 26742"/>
                    <a:gd name="connsiteX20" fmla="*/ 42521 w 42897"/>
                    <a:gd name="connsiteY20" fmla="*/ 21037 h 26742"/>
                    <a:gd name="connsiteX21" fmla="*/ 41868 w 42897"/>
                    <a:gd name="connsiteY21" fmla="*/ 21364 h 26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2897" h="26742">
                      <a:moveTo>
                        <a:pt x="41868" y="21364"/>
                      </a:moveTo>
                      <a:cubicBezTo>
                        <a:pt x="38002" y="22562"/>
                        <a:pt x="34190" y="23270"/>
                        <a:pt x="30324" y="24032"/>
                      </a:cubicBezTo>
                      <a:lnTo>
                        <a:pt x="24606" y="24903"/>
                      </a:lnTo>
                      <a:lnTo>
                        <a:pt x="18888" y="25394"/>
                      </a:lnTo>
                      <a:cubicBezTo>
                        <a:pt x="16983" y="25502"/>
                        <a:pt x="14967" y="26156"/>
                        <a:pt x="13007" y="26591"/>
                      </a:cubicBezTo>
                      <a:cubicBezTo>
                        <a:pt x="11047" y="26973"/>
                        <a:pt x="9250" y="26646"/>
                        <a:pt x="7616" y="25448"/>
                      </a:cubicBezTo>
                      <a:cubicBezTo>
                        <a:pt x="6037" y="24250"/>
                        <a:pt x="4567" y="22725"/>
                        <a:pt x="3260" y="20438"/>
                      </a:cubicBezTo>
                      <a:cubicBezTo>
                        <a:pt x="2607" y="19403"/>
                        <a:pt x="2008" y="18097"/>
                        <a:pt x="1463" y="16681"/>
                      </a:cubicBezTo>
                      <a:cubicBezTo>
                        <a:pt x="973" y="14938"/>
                        <a:pt x="374" y="13686"/>
                        <a:pt x="47" y="11562"/>
                      </a:cubicBezTo>
                      <a:cubicBezTo>
                        <a:pt x="-116" y="10636"/>
                        <a:pt x="156" y="9765"/>
                        <a:pt x="700" y="9112"/>
                      </a:cubicBezTo>
                      <a:lnTo>
                        <a:pt x="755" y="9057"/>
                      </a:lnTo>
                      <a:cubicBezTo>
                        <a:pt x="2171" y="7315"/>
                        <a:pt x="3315" y="6498"/>
                        <a:pt x="4567" y="5191"/>
                      </a:cubicBezTo>
                      <a:cubicBezTo>
                        <a:pt x="5765" y="4211"/>
                        <a:pt x="6908" y="3285"/>
                        <a:pt x="7943" y="2686"/>
                      </a:cubicBezTo>
                      <a:cubicBezTo>
                        <a:pt x="10121" y="1216"/>
                        <a:pt x="12136" y="508"/>
                        <a:pt x="14042" y="127"/>
                      </a:cubicBezTo>
                      <a:cubicBezTo>
                        <a:pt x="15948" y="-254"/>
                        <a:pt x="17582" y="236"/>
                        <a:pt x="19106" y="1434"/>
                      </a:cubicBezTo>
                      <a:cubicBezTo>
                        <a:pt x="20576" y="2686"/>
                        <a:pt x="22046" y="4102"/>
                        <a:pt x="23626" y="5028"/>
                      </a:cubicBezTo>
                      <a:lnTo>
                        <a:pt x="28363" y="7968"/>
                      </a:lnTo>
                      <a:lnTo>
                        <a:pt x="33046" y="11290"/>
                      </a:lnTo>
                      <a:cubicBezTo>
                        <a:pt x="36150" y="13686"/>
                        <a:pt x="39309" y="15973"/>
                        <a:pt x="42358" y="18859"/>
                      </a:cubicBezTo>
                      <a:lnTo>
                        <a:pt x="42412" y="18914"/>
                      </a:lnTo>
                      <a:cubicBezTo>
                        <a:pt x="43011" y="19458"/>
                        <a:pt x="43066" y="20384"/>
                        <a:pt x="42521" y="21037"/>
                      </a:cubicBezTo>
                      <a:cubicBezTo>
                        <a:pt x="42358" y="21146"/>
                        <a:pt x="42140" y="21255"/>
                        <a:pt x="41868" y="21364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1" name="Forme libre : forme 1210">
                  <a:extLst>
                    <a:ext uri="{FF2B5EF4-FFF2-40B4-BE49-F238E27FC236}">
                      <a16:creationId xmlns:a16="http://schemas.microsoft.com/office/drawing/2014/main" id="{9540874D-F16F-47D2-B176-DB1871EA0673}"/>
                    </a:ext>
                  </a:extLst>
                </p:cNvPr>
                <p:cNvSpPr/>
                <p:nvPr/>
              </p:nvSpPr>
              <p:spPr>
                <a:xfrm>
                  <a:off x="7927424" y="5165960"/>
                  <a:ext cx="42971" cy="26796"/>
                </a:xfrm>
                <a:custGeom>
                  <a:avLst/>
                  <a:gdLst>
                    <a:gd name="connsiteX0" fmla="*/ 35442 w 42971"/>
                    <a:gd name="connsiteY0" fmla="*/ 18641 h 26796"/>
                    <a:gd name="connsiteX1" fmla="*/ 30160 w 42971"/>
                    <a:gd name="connsiteY1" fmla="*/ 19730 h 26796"/>
                    <a:gd name="connsiteX2" fmla="*/ 29725 w 42971"/>
                    <a:gd name="connsiteY2" fmla="*/ 19839 h 26796"/>
                    <a:gd name="connsiteX3" fmla="*/ 24116 w 42971"/>
                    <a:gd name="connsiteY3" fmla="*/ 20711 h 26796"/>
                    <a:gd name="connsiteX4" fmla="*/ 18670 w 42971"/>
                    <a:gd name="connsiteY4" fmla="*/ 21200 h 26796"/>
                    <a:gd name="connsiteX5" fmla="*/ 13606 w 42971"/>
                    <a:gd name="connsiteY5" fmla="*/ 22126 h 26796"/>
                    <a:gd name="connsiteX6" fmla="*/ 12136 w 42971"/>
                    <a:gd name="connsiteY6" fmla="*/ 22453 h 26796"/>
                    <a:gd name="connsiteX7" fmla="*/ 10230 w 42971"/>
                    <a:gd name="connsiteY7" fmla="*/ 22126 h 26796"/>
                    <a:gd name="connsiteX8" fmla="*/ 6963 w 42971"/>
                    <a:gd name="connsiteY8" fmla="*/ 18315 h 26796"/>
                    <a:gd name="connsiteX9" fmla="*/ 5601 w 42971"/>
                    <a:gd name="connsiteY9" fmla="*/ 15483 h 26796"/>
                    <a:gd name="connsiteX10" fmla="*/ 5111 w 42971"/>
                    <a:gd name="connsiteY10" fmla="*/ 13904 h 26796"/>
                    <a:gd name="connsiteX11" fmla="*/ 4458 w 42971"/>
                    <a:gd name="connsiteY11" fmla="*/ 11617 h 26796"/>
                    <a:gd name="connsiteX12" fmla="*/ 6200 w 42971"/>
                    <a:gd name="connsiteY12" fmla="*/ 9820 h 26796"/>
                    <a:gd name="connsiteX13" fmla="*/ 7507 w 42971"/>
                    <a:gd name="connsiteY13" fmla="*/ 8567 h 26796"/>
                    <a:gd name="connsiteX14" fmla="*/ 8868 w 42971"/>
                    <a:gd name="connsiteY14" fmla="*/ 7478 h 26796"/>
                    <a:gd name="connsiteX15" fmla="*/ 10339 w 42971"/>
                    <a:gd name="connsiteY15" fmla="*/ 6444 h 26796"/>
                    <a:gd name="connsiteX16" fmla="*/ 14859 w 42971"/>
                    <a:gd name="connsiteY16" fmla="*/ 4538 h 26796"/>
                    <a:gd name="connsiteX17" fmla="*/ 16329 w 42971"/>
                    <a:gd name="connsiteY17" fmla="*/ 4919 h 26796"/>
                    <a:gd name="connsiteX18" fmla="*/ 17418 w 42971"/>
                    <a:gd name="connsiteY18" fmla="*/ 5844 h 26796"/>
                    <a:gd name="connsiteX19" fmla="*/ 21393 w 42971"/>
                    <a:gd name="connsiteY19" fmla="*/ 8894 h 26796"/>
                    <a:gd name="connsiteX20" fmla="*/ 26021 w 42971"/>
                    <a:gd name="connsiteY20" fmla="*/ 11726 h 26796"/>
                    <a:gd name="connsiteX21" fmla="*/ 30487 w 42971"/>
                    <a:gd name="connsiteY21" fmla="*/ 14884 h 26796"/>
                    <a:gd name="connsiteX22" fmla="*/ 31412 w 42971"/>
                    <a:gd name="connsiteY22" fmla="*/ 15592 h 26796"/>
                    <a:gd name="connsiteX23" fmla="*/ 35442 w 42971"/>
                    <a:gd name="connsiteY23" fmla="*/ 18641 h 26796"/>
                    <a:gd name="connsiteX24" fmla="*/ 42358 w 42971"/>
                    <a:gd name="connsiteY24" fmla="*/ 21200 h 26796"/>
                    <a:gd name="connsiteX25" fmla="*/ 42576 w 42971"/>
                    <a:gd name="connsiteY25" fmla="*/ 21037 h 26796"/>
                    <a:gd name="connsiteX26" fmla="*/ 42467 w 42971"/>
                    <a:gd name="connsiteY26" fmla="*/ 18913 h 26796"/>
                    <a:gd name="connsiteX27" fmla="*/ 42412 w 42971"/>
                    <a:gd name="connsiteY27" fmla="*/ 18859 h 26796"/>
                    <a:gd name="connsiteX28" fmla="*/ 33101 w 42971"/>
                    <a:gd name="connsiteY28" fmla="*/ 11290 h 26796"/>
                    <a:gd name="connsiteX29" fmla="*/ 28418 w 42971"/>
                    <a:gd name="connsiteY29" fmla="*/ 7968 h 26796"/>
                    <a:gd name="connsiteX30" fmla="*/ 23680 w 42971"/>
                    <a:gd name="connsiteY30" fmla="*/ 5028 h 26796"/>
                    <a:gd name="connsiteX31" fmla="*/ 19160 w 42971"/>
                    <a:gd name="connsiteY31" fmla="*/ 1434 h 26796"/>
                    <a:gd name="connsiteX32" fmla="*/ 14096 w 42971"/>
                    <a:gd name="connsiteY32" fmla="*/ 127 h 26796"/>
                    <a:gd name="connsiteX33" fmla="*/ 7998 w 42971"/>
                    <a:gd name="connsiteY33" fmla="*/ 2686 h 26796"/>
                    <a:gd name="connsiteX34" fmla="*/ 6255 w 42971"/>
                    <a:gd name="connsiteY34" fmla="*/ 3884 h 26796"/>
                    <a:gd name="connsiteX35" fmla="*/ 4567 w 42971"/>
                    <a:gd name="connsiteY35" fmla="*/ 5246 h 26796"/>
                    <a:gd name="connsiteX36" fmla="*/ 755 w 42971"/>
                    <a:gd name="connsiteY36" fmla="*/ 9112 h 26796"/>
                    <a:gd name="connsiteX37" fmla="*/ 700 w 42971"/>
                    <a:gd name="connsiteY37" fmla="*/ 9166 h 26796"/>
                    <a:gd name="connsiteX38" fmla="*/ 47 w 42971"/>
                    <a:gd name="connsiteY38" fmla="*/ 11617 h 26796"/>
                    <a:gd name="connsiteX39" fmla="*/ 1463 w 42971"/>
                    <a:gd name="connsiteY39" fmla="*/ 16735 h 26796"/>
                    <a:gd name="connsiteX40" fmla="*/ 3260 w 42971"/>
                    <a:gd name="connsiteY40" fmla="*/ 20493 h 26796"/>
                    <a:gd name="connsiteX41" fmla="*/ 7616 w 42971"/>
                    <a:gd name="connsiteY41" fmla="*/ 25503 h 26796"/>
                    <a:gd name="connsiteX42" fmla="*/ 13007 w 42971"/>
                    <a:gd name="connsiteY42" fmla="*/ 26646 h 26796"/>
                    <a:gd name="connsiteX43" fmla="*/ 18888 w 42971"/>
                    <a:gd name="connsiteY43" fmla="*/ 25448 h 26796"/>
                    <a:gd name="connsiteX44" fmla="*/ 24606 w 42971"/>
                    <a:gd name="connsiteY44" fmla="*/ 24958 h 26796"/>
                    <a:gd name="connsiteX45" fmla="*/ 30324 w 42971"/>
                    <a:gd name="connsiteY45" fmla="*/ 24087 h 26796"/>
                    <a:gd name="connsiteX46" fmla="*/ 41868 w 42971"/>
                    <a:gd name="connsiteY46" fmla="*/ 21418 h 26796"/>
                    <a:gd name="connsiteX47" fmla="*/ 42358 w 42971"/>
                    <a:gd name="connsiteY47" fmla="*/ 21200 h 26796"/>
                    <a:gd name="connsiteX48" fmla="*/ 42358 w 42971"/>
                    <a:gd name="connsiteY48" fmla="*/ 21200 h 26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2971" h="26796">
                      <a:moveTo>
                        <a:pt x="35442" y="18641"/>
                      </a:moveTo>
                      <a:cubicBezTo>
                        <a:pt x="33700" y="19022"/>
                        <a:pt x="31957" y="19349"/>
                        <a:pt x="30160" y="19730"/>
                      </a:cubicBezTo>
                      <a:lnTo>
                        <a:pt x="29725" y="19839"/>
                      </a:lnTo>
                      <a:lnTo>
                        <a:pt x="24116" y="20711"/>
                      </a:lnTo>
                      <a:lnTo>
                        <a:pt x="18670" y="21200"/>
                      </a:lnTo>
                      <a:cubicBezTo>
                        <a:pt x="16928" y="21309"/>
                        <a:pt x="15240" y="21691"/>
                        <a:pt x="13606" y="22126"/>
                      </a:cubicBezTo>
                      <a:cubicBezTo>
                        <a:pt x="13116" y="22235"/>
                        <a:pt x="12572" y="22399"/>
                        <a:pt x="12136" y="22453"/>
                      </a:cubicBezTo>
                      <a:cubicBezTo>
                        <a:pt x="11210" y="22616"/>
                        <a:pt x="10720" y="22453"/>
                        <a:pt x="10230" y="22126"/>
                      </a:cubicBezTo>
                      <a:cubicBezTo>
                        <a:pt x="8977" y="21200"/>
                        <a:pt x="7943" y="20003"/>
                        <a:pt x="6963" y="18315"/>
                      </a:cubicBezTo>
                      <a:cubicBezTo>
                        <a:pt x="6473" y="17552"/>
                        <a:pt x="5983" y="16354"/>
                        <a:pt x="5601" y="15483"/>
                      </a:cubicBezTo>
                      <a:cubicBezTo>
                        <a:pt x="5438" y="14938"/>
                        <a:pt x="5275" y="14394"/>
                        <a:pt x="5111" y="13904"/>
                      </a:cubicBezTo>
                      <a:cubicBezTo>
                        <a:pt x="4839" y="13087"/>
                        <a:pt x="4621" y="12433"/>
                        <a:pt x="4458" y="11617"/>
                      </a:cubicBezTo>
                      <a:cubicBezTo>
                        <a:pt x="5057" y="10909"/>
                        <a:pt x="5601" y="10419"/>
                        <a:pt x="6200" y="9820"/>
                      </a:cubicBezTo>
                      <a:cubicBezTo>
                        <a:pt x="6636" y="9439"/>
                        <a:pt x="7072" y="9003"/>
                        <a:pt x="7507" y="8567"/>
                      </a:cubicBezTo>
                      <a:cubicBezTo>
                        <a:pt x="7943" y="8186"/>
                        <a:pt x="8433" y="7805"/>
                        <a:pt x="8868" y="7478"/>
                      </a:cubicBezTo>
                      <a:cubicBezTo>
                        <a:pt x="9304" y="7151"/>
                        <a:pt x="9740" y="6825"/>
                        <a:pt x="10339" y="6444"/>
                      </a:cubicBezTo>
                      <a:cubicBezTo>
                        <a:pt x="11864" y="5409"/>
                        <a:pt x="13334" y="4810"/>
                        <a:pt x="14859" y="4538"/>
                      </a:cubicBezTo>
                      <a:cubicBezTo>
                        <a:pt x="15349" y="4429"/>
                        <a:pt x="15784" y="4483"/>
                        <a:pt x="16329" y="4919"/>
                      </a:cubicBezTo>
                      <a:cubicBezTo>
                        <a:pt x="16710" y="5246"/>
                        <a:pt x="17036" y="5518"/>
                        <a:pt x="17418" y="5844"/>
                      </a:cubicBezTo>
                      <a:cubicBezTo>
                        <a:pt x="18616" y="6879"/>
                        <a:pt x="19923" y="8023"/>
                        <a:pt x="21393" y="8894"/>
                      </a:cubicBezTo>
                      <a:lnTo>
                        <a:pt x="26021" y="11726"/>
                      </a:lnTo>
                      <a:lnTo>
                        <a:pt x="30487" y="14884"/>
                      </a:lnTo>
                      <a:lnTo>
                        <a:pt x="31412" y="15592"/>
                      </a:lnTo>
                      <a:cubicBezTo>
                        <a:pt x="32774" y="16572"/>
                        <a:pt x="34081" y="17607"/>
                        <a:pt x="35442" y="18641"/>
                      </a:cubicBezTo>
                      <a:moveTo>
                        <a:pt x="42358" y="21200"/>
                      </a:moveTo>
                      <a:cubicBezTo>
                        <a:pt x="42412" y="21146"/>
                        <a:pt x="42467" y="21092"/>
                        <a:pt x="42576" y="21037"/>
                      </a:cubicBezTo>
                      <a:cubicBezTo>
                        <a:pt x="43120" y="20438"/>
                        <a:pt x="43120" y="19512"/>
                        <a:pt x="42467" y="18913"/>
                      </a:cubicBezTo>
                      <a:lnTo>
                        <a:pt x="42412" y="18859"/>
                      </a:lnTo>
                      <a:cubicBezTo>
                        <a:pt x="39363" y="16027"/>
                        <a:pt x="36204" y="13686"/>
                        <a:pt x="33101" y="11290"/>
                      </a:cubicBezTo>
                      <a:lnTo>
                        <a:pt x="28418" y="7968"/>
                      </a:lnTo>
                      <a:lnTo>
                        <a:pt x="23680" y="5028"/>
                      </a:lnTo>
                      <a:cubicBezTo>
                        <a:pt x="22101" y="4102"/>
                        <a:pt x="20631" y="2686"/>
                        <a:pt x="19160" y="1434"/>
                      </a:cubicBezTo>
                      <a:cubicBezTo>
                        <a:pt x="17636" y="236"/>
                        <a:pt x="16002" y="-254"/>
                        <a:pt x="14096" y="127"/>
                      </a:cubicBezTo>
                      <a:cubicBezTo>
                        <a:pt x="12191" y="508"/>
                        <a:pt x="10230" y="1270"/>
                        <a:pt x="7998" y="2686"/>
                      </a:cubicBezTo>
                      <a:cubicBezTo>
                        <a:pt x="7453" y="3013"/>
                        <a:pt x="6854" y="3394"/>
                        <a:pt x="6255" y="3884"/>
                      </a:cubicBezTo>
                      <a:cubicBezTo>
                        <a:pt x="5710" y="4320"/>
                        <a:pt x="5166" y="4756"/>
                        <a:pt x="4567" y="5246"/>
                      </a:cubicBezTo>
                      <a:cubicBezTo>
                        <a:pt x="3315" y="6552"/>
                        <a:pt x="2171" y="7424"/>
                        <a:pt x="755" y="9112"/>
                      </a:cubicBezTo>
                      <a:lnTo>
                        <a:pt x="700" y="9166"/>
                      </a:lnTo>
                      <a:cubicBezTo>
                        <a:pt x="156" y="9820"/>
                        <a:pt x="-116" y="10745"/>
                        <a:pt x="47" y="11617"/>
                      </a:cubicBezTo>
                      <a:cubicBezTo>
                        <a:pt x="374" y="13740"/>
                        <a:pt x="973" y="14993"/>
                        <a:pt x="1463" y="16735"/>
                      </a:cubicBezTo>
                      <a:cubicBezTo>
                        <a:pt x="2008" y="18097"/>
                        <a:pt x="2607" y="19403"/>
                        <a:pt x="3260" y="20493"/>
                      </a:cubicBezTo>
                      <a:cubicBezTo>
                        <a:pt x="4567" y="22725"/>
                        <a:pt x="6037" y="24304"/>
                        <a:pt x="7616" y="25503"/>
                      </a:cubicBezTo>
                      <a:cubicBezTo>
                        <a:pt x="9195" y="26700"/>
                        <a:pt x="10992" y="27027"/>
                        <a:pt x="13007" y="26646"/>
                      </a:cubicBezTo>
                      <a:cubicBezTo>
                        <a:pt x="14967" y="26210"/>
                        <a:pt x="17036" y="25611"/>
                        <a:pt x="18888" y="25448"/>
                      </a:cubicBezTo>
                      <a:lnTo>
                        <a:pt x="24606" y="24958"/>
                      </a:lnTo>
                      <a:lnTo>
                        <a:pt x="30324" y="24087"/>
                      </a:lnTo>
                      <a:cubicBezTo>
                        <a:pt x="34190" y="23324"/>
                        <a:pt x="38002" y="22616"/>
                        <a:pt x="41868" y="21418"/>
                      </a:cubicBezTo>
                      <a:cubicBezTo>
                        <a:pt x="42031" y="21418"/>
                        <a:pt x="42194" y="21309"/>
                        <a:pt x="42358" y="21200"/>
                      </a:cubicBezTo>
                      <a:lnTo>
                        <a:pt x="42358" y="2120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2" name="Forme libre : forme 1211">
                  <a:extLst>
                    <a:ext uri="{FF2B5EF4-FFF2-40B4-BE49-F238E27FC236}">
                      <a16:creationId xmlns:a16="http://schemas.microsoft.com/office/drawing/2014/main" id="{9BEFDD9E-FA02-4817-B670-875A76FDFA26}"/>
                    </a:ext>
                  </a:extLst>
                </p:cNvPr>
                <p:cNvSpPr/>
                <p:nvPr/>
              </p:nvSpPr>
              <p:spPr>
                <a:xfrm>
                  <a:off x="7927424" y="5166069"/>
                  <a:ext cx="42897" cy="26742"/>
                </a:xfrm>
                <a:custGeom>
                  <a:avLst/>
                  <a:gdLst>
                    <a:gd name="connsiteX0" fmla="*/ 41868 w 42897"/>
                    <a:gd name="connsiteY0" fmla="*/ 21364 h 26742"/>
                    <a:gd name="connsiteX1" fmla="*/ 30324 w 42897"/>
                    <a:gd name="connsiteY1" fmla="*/ 24032 h 26742"/>
                    <a:gd name="connsiteX2" fmla="*/ 24606 w 42897"/>
                    <a:gd name="connsiteY2" fmla="*/ 24903 h 26742"/>
                    <a:gd name="connsiteX3" fmla="*/ 18888 w 42897"/>
                    <a:gd name="connsiteY3" fmla="*/ 25394 h 26742"/>
                    <a:gd name="connsiteX4" fmla="*/ 13007 w 42897"/>
                    <a:gd name="connsiteY4" fmla="*/ 26591 h 26742"/>
                    <a:gd name="connsiteX5" fmla="*/ 7616 w 42897"/>
                    <a:gd name="connsiteY5" fmla="*/ 25448 h 26742"/>
                    <a:gd name="connsiteX6" fmla="*/ 3260 w 42897"/>
                    <a:gd name="connsiteY6" fmla="*/ 20438 h 26742"/>
                    <a:gd name="connsiteX7" fmla="*/ 1463 w 42897"/>
                    <a:gd name="connsiteY7" fmla="*/ 16681 h 26742"/>
                    <a:gd name="connsiteX8" fmla="*/ 47 w 42897"/>
                    <a:gd name="connsiteY8" fmla="*/ 11562 h 26742"/>
                    <a:gd name="connsiteX9" fmla="*/ 700 w 42897"/>
                    <a:gd name="connsiteY9" fmla="*/ 9112 h 26742"/>
                    <a:gd name="connsiteX10" fmla="*/ 755 w 42897"/>
                    <a:gd name="connsiteY10" fmla="*/ 9057 h 26742"/>
                    <a:gd name="connsiteX11" fmla="*/ 4567 w 42897"/>
                    <a:gd name="connsiteY11" fmla="*/ 5191 h 26742"/>
                    <a:gd name="connsiteX12" fmla="*/ 7943 w 42897"/>
                    <a:gd name="connsiteY12" fmla="*/ 2686 h 26742"/>
                    <a:gd name="connsiteX13" fmla="*/ 14042 w 42897"/>
                    <a:gd name="connsiteY13" fmla="*/ 127 h 26742"/>
                    <a:gd name="connsiteX14" fmla="*/ 19106 w 42897"/>
                    <a:gd name="connsiteY14" fmla="*/ 1434 h 26742"/>
                    <a:gd name="connsiteX15" fmla="*/ 23626 w 42897"/>
                    <a:gd name="connsiteY15" fmla="*/ 5028 h 26742"/>
                    <a:gd name="connsiteX16" fmla="*/ 28363 w 42897"/>
                    <a:gd name="connsiteY16" fmla="*/ 7968 h 26742"/>
                    <a:gd name="connsiteX17" fmla="*/ 33046 w 42897"/>
                    <a:gd name="connsiteY17" fmla="*/ 11290 h 26742"/>
                    <a:gd name="connsiteX18" fmla="*/ 42358 w 42897"/>
                    <a:gd name="connsiteY18" fmla="*/ 18859 h 26742"/>
                    <a:gd name="connsiteX19" fmla="*/ 42412 w 42897"/>
                    <a:gd name="connsiteY19" fmla="*/ 18914 h 26742"/>
                    <a:gd name="connsiteX20" fmla="*/ 42521 w 42897"/>
                    <a:gd name="connsiteY20" fmla="*/ 21037 h 26742"/>
                    <a:gd name="connsiteX21" fmla="*/ 41868 w 42897"/>
                    <a:gd name="connsiteY21" fmla="*/ 21364 h 26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2897" h="26742">
                      <a:moveTo>
                        <a:pt x="41868" y="21364"/>
                      </a:moveTo>
                      <a:cubicBezTo>
                        <a:pt x="38002" y="22562"/>
                        <a:pt x="34190" y="23270"/>
                        <a:pt x="30324" y="24032"/>
                      </a:cubicBezTo>
                      <a:lnTo>
                        <a:pt x="24606" y="24903"/>
                      </a:lnTo>
                      <a:lnTo>
                        <a:pt x="18888" y="25394"/>
                      </a:lnTo>
                      <a:cubicBezTo>
                        <a:pt x="16983" y="25502"/>
                        <a:pt x="14967" y="26156"/>
                        <a:pt x="13007" y="26591"/>
                      </a:cubicBezTo>
                      <a:cubicBezTo>
                        <a:pt x="11047" y="26973"/>
                        <a:pt x="9250" y="26646"/>
                        <a:pt x="7616" y="25448"/>
                      </a:cubicBezTo>
                      <a:cubicBezTo>
                        <a:pt x="6037" y="24250"/>
                        <a:pt x="4567" y="22725"/>
                        <a:pt x="3260" y="20438"/>
                      </a:cubicBezTo>
                      <a:cubicBezTo>
                        <a:pt x="2607" y="19403"/>
                        <a:pt x="2008" y="18097"/>
                        <a:pt x="1463" y="16681"/>
                      </a:cubicBezTo>
                      <a:cubicBezTo>
                        <a:pt x="973" y="14938"/>
                        <a:pt x="374" y="13686"/>
                        <a:pt x="47" y="11562"/>
                      </a:cubicBezTo>
                      <a:cubicBezTo>
                        <a:pt x="-116" y="10636"/>
                        <a:pt x="156" y="9765"/>
                        <a:pt x="700" y="9112"/>
                      </a:cubicBezTo>
                      <a:lnTo>
                        <a:pt x="755" y="9057"/>
                      </a:lnTo>
                      <a:cubicBezTo>
                        <a:pt x="2171" y="7315"/>
                        <a:pt x="3315" y="6498"/>
                        <a:pt x="4567" y="5191"/>
                      </a:cubicBezTo>
                      <a:cubicBezTo>
                        <a:pt x="5765" y="4211"/>
                        <a:pt x="6908" y="3285"/>
                        <a:pt x="7943" y="2686"/>
                      </a:cubicBezTo>
                      <a:cubicBezTo>
                        <a:pt x="10121" y="1216"/>
                        <a:pt x="12136" y="508"/>
                        <a:pt x="14042" y="127"/>
                      </a:cubicBezTo>
                      <a:cubicBezTo>
                        <a:pt x="15948" y="-254"/>
                        <a:pt x="17582" y="236"/>
                        <a:pt x="19106" y="1434"/>
                      </a:cubicBezTo>
                      <a:cubicBezTo>
                        <a:pt x="20576" y="2686"/>
                        <a:pt x="22046" y="4102"/>
                        <a:pt x="23626" y="5028"/>
                      </a:cubicBezTo>
                      <a:lnTo>
                        <a:pt x="28363" y="7968"/>
                      </a:lnTo>
                      <a:lnTo>
                        <a:pt x="33046" y="11290"/>
                      </a:lnTo>
                      <a:cubicBezTo>
                        <a:pt x="36150" y="13686"/>
                        <a:pt x="39309" y="15973"/>
                        <a:pt x="42358" y="18859"/>
                      </a:cubicBezTo>
                      <a:lnTo>
                        <a:pt x="42412" y="18914"/>
                      </a:lnTo>
                      <a:cubicBezTo>
                        <a:pt x="43011" y="19458"/>
                        <a:pt x="43066" y="20384"/>
                        <a:pt x="42521" y="21037"/>
                      </a:cubicBezTo>
                      <a:cubicBezTo>
                        <a:pt x="42358" y="21146"/>
                        <a:pt x="42140" y="21255"/>
                        <a:pt x="41868" y="21364"/>
                      </a:cubicBez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213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941683" y="5185514"/>
                <a:ext cx="42937" cy="31425"/>
                <a:chOff x="7941683" y="5185514"/>
                <a:chExt cx="42937" cy="31425"/>
              </a:xfrm>
              <a:solidFill>
                <a:schemeClr val="accent1"/>
              </a:solidFill>
            </p:grpSpPr>
            <p:sp>
              <p:nvSpPr>
                <p:cNvPr id="1214" name="Forme libre : forme 1213">
                  <a:extLst>
                    <a:ext uri="{FF2B5EF4-FFF2-40B4-BE49-F238E27FC236}">
                      <a16:creationId xmlns:a16="http://schemas.microsoft.com/office/drawing/2014/main" id="{D44C1E10-79F3-4DF6-A87D-1B56475A5658}"/>
                    </a:ext>
                  </a:extLst>
                </p:cNvPr>
                <p:cNvSpPr/>
                <p:nvPr/>
              </p:nvSpPr>
              <p:spPr>
                <a:xfrm>
                  <a:off x="7941847" y="5185514"/>
                  <a:ext cx="42773" cy="31344"/>
                </a:xfrm>
                <a:custGeom>
                  <a:avLst/>
                  <a:gdLst>
                    <a:gd name="connsiteX0" fmla="*/ 42039 w 42773"/>
                    <a:gd name="connsiteY0" fmla="*/ 4533 h 31344"/>
                    <a:gd name="connsiteX1" fmla="*/ 32672 w 42773"/>
                    <a:gd name="connsiteY1" fmla="*/ 12266 h 31344"/>
                    <a:gd name="connsiteX2" fmla="*/ 29024 w 42773"/>
                    <a:gd name="connsiteY2" fmla="*/ 16295 h 31344"/>
                    <a:gd name="connsiteX3" fmla="*/ 26084 w 42773"/>
                    <a:gd name="connsiteY3" fmla="*/ 20216 h 31344"/>
                    <a:gd name="connsiteX4" fmla="*/ 24613 w 42773"/>
                    <a:gd name="connsiteY4" fmla="*/ 24790 h 31344"/>
                    <a:gd name="connsiteX5" fmla="*/ 22272 w 42773"/>
                    <a:gd name="connsiteY5" fmla="*/ 27785 h 31344"/>
                    <a:gd name="connsiteX6" fmla="*/ 16935 w 42773"/>
                    <a:gd name="connsiteY6" fmla="*/ 29255 h 31344"/>
                    <a:gd name="connsiteX7" fmla="*/ 13124 w 42773"/>
                    <a:gd name="connsiteY7" fmla="*/ 30127 h 31344"/>
                    <a:gd name="connsiteX8" fmla="*/ 10673 w 42773"/>
                    <a:gd name="connsiteY8" fmla="*/ 30617 h 31344"/>
                    <a:gd name="connsiteX9" fmla="*/ 7951 w 42773"/>
                    <a:gd name="connsiteY9" fmla="*/ 31270 h 31344"/>
                    <a:gd name="connsiteX10" fmla="*/ 7842 w 42773"/>
                    <a:gd name="connsiteY10" fmla="*/ 31270 h 31344"/>
                    <a:gd name="connsiteX11" fmla="*/ 5391 w 42773"/>
                    <a:gd name="connsiteY11" fmla="*/ 30617 h 31344"/>
                    <a:gd name="connsiteX12" fmla="*/ 1906 w 42773"/>
                    <a:gd name="connsiteY12" fmla="*/ 26097 h 31344"/>
                    <a:gd name="connsiteX13" fmla="*/ 327 w 42773"/>
                    <a:gd name="connsiteY13" fmla="*/ 21468 h 31344"/>
                    <a:gd name="connsiteX14" fmla="*/ 980 w 42773"/>
                    <a:gd name="connsiteY14" fmla="*/ 12647 h 31344"/>
                    <a:gd name="connsiteX15" fmla="*/ 6262 w 42773"/>
                    <a:gd name="connsiteY15" fmla="*/ 6548 h 31344"/>
                    <a:gd name="connsiteX16" fmla="*/ 13777 w 42773"/>
                    <a:gd name="connsiteY16" fmla="*/ 3335 h 31344"/>
                    <a:gd name="connsiteX17" fmla="*/ 20911 w 42773"/>
                    <a:gd name="connsiteY17" fmla="*/ 939 h 31344"/>
                    <a:gd name="connsiteX18" fmla="*/ 28098 w 42773"/>
                    <a:gd name="connsiteY18" fmla="*/ 14 h 31344"/>
                    <a:gd name="connsiteX19" fmla="*/ 41766 w 42773"/>
                    <a:gd name="connsiteY19" fmla="*/ 1865 h 31344"/>
                    <a:gd name="connsiteX20" fmla="*/ 42692 w 42773"/>
                    <a:gd name="connsiteY20" fmla="*/ 3716 h 31344"/>
                    <a:gd name="connsiteX21" fmla="*/ 42039 w 42773"/>
                    <a:gd name="connsiteY21" fmla="*/ 4533 h 31344"/>
                    <a:gd name="connsiteX22" fmla="*/ 42039 w 42773"/>
                    <a:gd name="connsiteY22" fmla="*/ 4533 h 31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2773" h="31344">
                      <a:moveTo>
                        <a:pt x="42039" y="4533"/>
                      </a:moveTo>
                      <a:cubicBezTo>
                        <a:pt x="38499" y="7147"/>
                        <a:pt x="35340" y="9543"/>
                        <a:pt x="32672" y="12266"/>
                      </a:cubicBezTo>
                      <a:cubicBezTo>
                        <a:pt x="31311" y="13572"/>
                        <a:pt x="30113" y="14879"/>
                        <a:pt x="29024" y="16295"/>
                      </a:cubicBezTo>
                      <a:cubicBezTo>
                        <a:pt x="27880" y="17547"/>
                        <a:pt x="26901" y="18855"/>
                        <a:pt x="26084" y="20216"/>
                      </a:cubicBezTo>
                      <a:cubicBezTo>
                        <a:pt x="25267" y="21523"/>
                        <a:pt x="24886" y="23265"/>
                        <a:pt x="24613" y="24790"/>
                      </a:cubicBezTo>
                      <a:cubicBezTo>
                        <a:pt x="24287" y="26315"/>
                        <a:pt x="23633" y="27240"/>
                        <a:pt x="22272" y="27785"/>
                      </a:cubicBezTo>
                      <a:cubicBezTo>
                        <a:pt x="20911" y="28330"/>
                        <a:pt x="19277" y="28819"/>
                        <a:pt x="16935" y="29255"/>
                      </a:cubicBezTo>
                      <a:lnTo>
                        <a:pt x="13124" y="30127"/>
                      </a:lnTo>
                      <a:cubicBezTo>
                        <a:pt x="12307" y="30290"/>
                        <a:pt x="11490" y="30453"/>
                        <a:pt x="10673" y="30617"/>
                      </a:cubicBezTo>
                      <a:cubicBezTo>
                        <a:pt x="9911" y="30834"/>
                        <a:pt x="8985" y="31052"/>
                        <a:pt x="7951" y="31270"/>
                      </a:cubicBezTo>
                      <a:lnTo>
                        <a:pt x="7842" y="31270"/>
                      </a:lnTo>
                      <a:cubicBezTo>
                        <a:pt x="6916" y="31488"/>
                        <a:pt x="6044" y="31215"/>
                        <a:pt x="5391" y="30617"/>
                      </a:cubicBezTo>
                      <a:cubicBezTo>
                        <a:pt x="3703" y="29146"/>
                        <a:pt x="2995" y="27731"/>
                        <a:pt x="1906" y="26097"/>
                      </a:cubicBezTo>
                      <a:cubicBezTo>
                        <a:pt x="1144" y="24572"/>
                        <a:pt x="544" y="22993"/>
                        <a:pt x="327" y="21468"/>
                      </a:cubicBezTo>
                      <a:cubicBezTo>
                        <a:pt x="-326" y="18364"/>
                        <a:pt x="55" y="15370"/>
                        <a:pt x="980" y="12647"/>
                      </a:cubicBezTo>
                      <a:cubicBezTo>
                        <a:pt x="1906" y="9979"/>
                        <a:pt x="3812" y="7855"/>
                        <a:pt x="6262" y="6548"/>
                      </a:cubicBezTo>
                      <a:cubicBezTo>
                        <a:pt x="8767" y="5241"/>
                        <a:pt x="11435" y="4370"/>
                        <a:pt x="13777" y="3335"/>
                      </a:cubicBezTo>
                      <a:cubicBezTo>
                        <a:pt x="16119" y="2300"/>
                        <a:pt x="18514" y="1538"/>
                        <a:pt x="20911" y="939"/>
                      </a:cubicBezTo>
                      <a:cubicBezTo>
                        <a:pt x="23361" y="449"/>
                        <a:pt x="25757" y="177"/>
                        <a:pt x="28098" y="14"/>
                      </a:cubicBezTo>
                      <a:cubicBezTo>
                        <a:pt x="32836" y="-96"/>
                        <a:pt x="37410" y="449"/>
                        <a:pt x="41766" y="1865"/>
                      </a:cubicBezTo>
                      <a:cubicBezTo>
                        <a:pt x="42529" y="2137"/>
                        <a:pt x="42964" y="2954"/>
                        <a:pt x="42692" y="3716"/>
                      </a:cubicBezTo>
                      <a:cubicBezTo>
                        <a:pt x="42474" y="4098"/>
                        <a:pt x="42311" y="4370"/>
                        <a:pt x="42039" y="4533"/>
                      </a:cubicBezTo>
                      <a:lnTo>
                        <a:pt x="42039" y="4533"/>
                      </a:ln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5" name="Forme libre : forme 1214">
                  <a:extLst>
                    <a:ext uri="{FF2B5EF4-FFF2-40B4-BE49-F238E27FC236}">
                      <a16:creationId xmlns:a16="http://schemas.microsoft.com/office/drawing/2014/main" id="{187EE8B1-0BA8-4F9C-97A9-E992AC5DA5C3}"/>
                    </a:ext>
                  </a:extLst>
                </p:cNvPr>
                <p:cNvSpPr/>
                <p:nvPr/>
              </p:nvSpPr>
              <p:spPr>
                <a:xfrm>
                  <a:off x="7941683" y="5185622"/>
                  <a:ext cx="42773" cy="31318"/>
                </a:xfrm>
                <a:custGeom>
                  <a:avLst/>
                  <a:gdLst>
                    <a:gd name="connsiteX0" fmla="*/ 20529 w 42773"/>
                    <a:gd name="connsiteY0" fmla="*/ 23756 h 31318"/>
                    <a:gd name="connsiteX1" fmla="*/ 16173 w 42773"/>
                    <a:gd name="connsiteY1" fmla="*/ 24900 h 31318"/>
                    <a:gd name="connsiteX2" fmla="*/ 12470 w 42773"/>
                    <a:gd name="connsiteY2" fmla="*/ 25717 h 31318"/>
                    <a:gd name="connsiteX3" fmla="*/ 9802 w 42773"/>
                    <a:gd name="connsiteY3" fmla="*/ 26261 h 31318"/>
                    <a:gd name="connsiteX4" fmla="*/ 9693 w 42773"/>
                    <a:gd name="connsiteY4" fmla="*/ 26316 h 31318"/>
                    <a:gd name="connsiteX5" fmla="*/ 9584 w 42773"/>
                    <a:gd name="connsiteY5" fmla="*/ 26370 h 31318"/>
                    <a:gd name="connsiteX6" fmla="*/ 7896 w 42773"/>
                    <a:gd name="connsiteY6" fmla="*/ 26806 h 31318"/>
                    <a:gd name="connsiteX7" fmla="*/ 6317 w 42773"/>
                    <a:gd name="connsiteY7" fmla="*/ 24682 h 31318"/>
                    <a:gd name="connsiteX8" fmla="*/ 5827 w 42773"/>
                    <a:gd name="connsiteY8" fmla="*/ 23920 h 31318"/>
                    <a:gd name="connsiteX9" fmla="*/ 4738 w 42773"/>
                    <a:gd name="connsiteY9" fmla="*/ 20543 h 31318"/>
                    <a:gd name="connsiteX10" fmla="*/ 5228 w 42773"/>
                    <a:gd name="connsiteY10" fmla="*/ 14063 h 31318"/>
                    <a:gd name="connsiteX11" fmla="*/ 7461 w 42773"/>
                    <a:gd name="connsiteY11" fmla="*/ 10960 h 31318"/>
                    <a:gd name="connsiteX12" fmla="*/ 8386 w 42773"/>
                    <a:gd name="connsiteY12" fmla="*/ 10361 h 31318"/>
                    <a:gd name="connsiteX13" fmla="*/ 12688 w 42773"/>
                    <a:gd name="connsiteY13" fmla="*/ 8509 h 31318"/>
                    <a:gd name="connsiteX14" fmla="*/ 15629 w 42773"/>
                    <a:gd name="connsiteY14" fmla="*/ 7311 h 31318"/>
                    <a:gd name="connsiteX15" fmla="*/ 22000 w 42773"/>
                    <a:gd name="connsiteY15" fmla="*/ 5133 h 31318"/>
                    <a:gd name="connsiteX16" fmla="*/ 28316 w 42773"/>
                    <a:gd name="connsiteY16" fmla="*/ 4316 h 31318"/>
                    <a:gd name="connsiteX17" fmla="*/ 34742 w 42773"/>
                    <a:gd name="connsiteY17" fmla="*/ 4643 h 31318"/>
                    <a:gd name="connsiteX18" fmla="*/ 29841 w 42773"/>
                    <a:gd name="connsiteY18" fmla="*/ 8999 h 31318"/>
                    <a:gd name="connsiteX19" fmla="*/ 25866 w 42773"/>
                    <a:gd name="connsiteY19" fmla="*/ 13410 h 31318"/>
                    <a:gd name="connsiteX20" fmla="*/ 22653 w 42773"/>
                    <a:gd name="connsiteY20" fmla="*/ 17712 h 31318"/>
                    <a:gd name="connsiteX21" fmla="*/ 20529 w 42773"/>
                    <a:gd name="connsiteY21" fmla="*/ 23756 h 31318"/>
                    <a:gd name="connsiteX22" fmla="*/ 23361 w 42773"/>
                    <a:gd name="connsiteY22" fmla="*/ 27132 h 31318"/>
                    <a:gd name="connsiteX23" fmla="*/ 24777 w 42773"/>
                    <a:gd name="connsiteY23" fmla="*/ 24682 h 31318"/>
                    <a:gd name="connsiteX24" fmla="*/ 26247 w 42773"/>
                    <a:gd name="connsiteY24" fmla="*/ 20108 h 31318"/>
                    <a:gd name="connsiteX25" fmla="*/ 29188 w 42773"/>
                    <a:gd name="connsiteY25" fmla="*/ 16187 h 31318"/>
                    <a:gd name="connsiteX26" fmla="*/ 32836 w 42773"/>
                    <a:gd name="connsiteY26" fmla="*/ 12158 h 31318"/>
                    <a:gd name="connsiteX27" fmla="*/ 39915 w 42773"/>
                    <a:gd name="connsiteY27" fmla="*/ 6113 h 31318"/>
                    <a:gd name="connsiteX28" fmla="*/ 42202 w 42773"/>
                    <a:gd name="connsiteY28" fmla="*/ 4425 h 31318"/>
                    <a:gd name="connsiteX29" fmla="*/ 42202 w 42773"/>
                    <a:gd name="connsiteY29" fmla="*/ 4425 h 31318"/>
                    <a:gd name="connsiteX30" fmla="*/ 42202 w 42773"/>
                    <a:gd name="connsiteY30" fmla="*/ 4425 h 31318"/>
                    <a:gd name="connsiteX31" fmla="*/ 42692 w 42773"/>
                    <a:gd name="connsiteY31" fmla="*/ 3717 h 31318"/>
                    <a:gd name="connsiteX32" fmla="*/ 41766 w 42773"/>
                    <a:gd name="connsiteY32" fmla="*/ 1866 h 31318"/>
                    <a:gd name="connsiteX33" fmla="*/ 28098 w 42773"/>
                    <a:gd name="connsiteY33" fmla="*/ 15 h 31318"/>
                    <a:gd name="connsiteX34" fmla="*/ 20911 w 42773"/>
                    <a:gd name="connsiteY34" fmla="*/ 940 h 31318"/>
                    <a:gd name="connsiteX35" fmla="*/ 13777 w 42773"/>
                    <a:gd name="connsiteY35" fmla="*/ 3336 h 31318"/>
                    <a:gd name="connsiteX36" fmla="*/ 6262 w 42773"/>
                    <a:gd name="connsiteY36" fmla="*/ 6549 h 31318"/>
                    <a:gd name="connsiteX37" fmla="*/ 4684 w 42773"/>
                    <a:gd name="connsiteY37" fmla="*/ 7529 h 31318"/>
                    <a:gd name="connsiteX38" fmla="*/ 980 w 42773"/>
                    <a:gd name="connsiteY38" fmla="*/ 12648 h 31318"/>
                    <a:gd name="connsiteX39" fmla="*/ 327 w 42773"/>
                    <a:gd name="connsiteY39" fmla="*/ 21469 h 31318"/>
                    <a:gd name="connsiteX40" fmla="*/ 1906 w 42773"/>
                    <a:gd name="connsiteY40" fmla="*/ 26098 h 31318"/>
                    <a:gd name="connsiteX41" fmla="*/ 5392 w 42773"/>
                    <a:gd name="connsiteY41" fmla="*/ 30618 h 31318"/>
                    <a:gd name="connsiteX42" fmla="*/ 7842 w 42773"/>
                    <a:gd name="connsiteY42" fmla="*/ 31271 h 31318"/>
                    <a:gd name="connsiteX43" fmla="*/ 7951 w 42773"/>
                    <a:gd name="connsiteY43" fmla="*/ 31271 h 31318"/>
                    <a:gd name="connsiteX44" fmla="*/ 10673 w 42773"/>
                    <a:gd name="connsiteY44" fmla="*/ 30618 h 31318"/>
                    <a:gd name="connsiteX45" fmla="*/ 13124 w 42773"/>
                    <a:gd name="connsiteY45" fmla="*/ 30127 h 31318"/>
                    <a:gd name="connsiteX46" fmla="*/ 16936 w 42773"/>
                    <a:gd name="connsiteY46" fmla="*/ 29256 h 31318"/>
                    <a:gd name="connsiteX47" fmla="*/ 22272 w 42773"/>
                    <a:gd name="connsiteY47" fmla="*/ 27786 h 31318"/>
                    <a:gd name="connsiteX48" fmla="*/ 23361 w 42773"/>
                    <a:gd name="connsiteY48" fmla="*/ 27132 h 31318"/>
                    <a:gd name="connsiteX49" fmla="*/ 23361 w 42773"/>
                    <a:gd name="connsiteY49" fmla="*/ 27132 h 31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42773" h="31318">
                      <a:moveTo>
                        <a:pt x="20529" y="23756"/>
                      </a:moveTo>
                      <a:cubicBezTo>
                        <a:pt x="19549" y="24138"/>
                        <a:pt x="18188" y="24519"/>
                        <a:pt x="16173" y="24900"/>
                      </a:cubicBezTo>
                      <a:lnTo>
                        <a:pt x="12470" y="25717"/>
                      </a:lnTo>
                      <a:cubicBezTo>
                        <a:pt x="11599" y="25880"/>
                        <a:pt x="10728" y="26043"/>
                        <a:pt x="9802" y="26261"/>
                      </a:cubicBezTo>
                      <a:lnTo>
                        <a:pt x="9693" y="26316"/>
                      </a:lnTo>
                      <a:lnTo>
                        <a:pt x="9584" y="26370"/>
                      </a:lnTo>
                      <a:cubicBezTo>
                        <a:pt x="9094" y="26534"/>
                        <a:pt x="8550" y="26642"/>
                        <a:pt x="7896" y="26806"/>
                      </a:cubicBezTo>
                      <a:cubicBezTo>
                        <a:pt x="7297" y="26207"/>
                        <a:pt x="6916" y="25553"/>
                        <a:pt x="6317" y="24682"/>
                      </a:cubicBezTo>
                      <a:cubicBezTo>
                        <a:pt x="6153" y="24410"/>
                        <a:pt x="5990" y="24192"/>
                        <a:pt x="5827" y="23920"/>
                      </a:cubicBezTo>
                      <a:cubicBezTo>
                        <a:pt x="5283" y="22722"/>
                        <a:pt x="4901" y="21633"/>
                        <a:pt x="4738" y="20543"/>
                      </a:cubicBezTo>
                      <a:cubicBezTo>
                        <a:pt x="4302" y="18420"/>
                        <a:pt x="4466" y="16242"/>
                        <a:pt x="5228" y="14063"/>
                      </a:cubicBezTo>
                      <a:cubicBezTo>
                        <a:pt x="5663" y="12811"/>
                        <a:pt x="6426" y="11776"/>
                        <a:pt x="7461" y="10960"/>
                      </a:cubicBezTo>
                      <a:cubicBezTo>
                        <a:pt x="7787" y="10742"/>
                        <a:pt x="8060" y="10524"/>
                        <a:pt x="8386" y="10361"/>
                      </a:cubicBezTo>
                      <a:cubicBezTo>
                        <a:pt x="9747" y="9653"/>
                        <a:pt x="11218" y="9054"/>
                        <a:pt x="12688" y="8509"/>
                      </a:cubicBezTo>
                      <a:cubicBezTo>
                        <a:pt x="13722" y="8074"/>
                        <a:pt x="14757" y="7692"/>
                        <a:pt x="15629" y="7311"/>
                      </a:cubicBezTo>
                      <a:cubicBezTo>
                        <a:pt x="17698" y="6440"/>
                        <a:pt x="19821" y="5732"/>
                        <a:pt x="22000" y="5133"/>
                      </a:cubicBezTo>
                      <a:cubicBezTo>
                        <a:pt x="24123" y="4698"/>
                        <a:pt x="26302" y="4425"/>
                        <a:pt x="28316" y="4316"/>
                      </a:cubicBezTo>
                      <a:cubicBezTo>
                        <a:pt x="30604" y="4262"/>
                        <a:pt x="32727" y="4371"/>
                        <a:pt x="34742" y="4643"/>
                      </a:cubicBezTo>
                      <a:cubicBezTo>
                        <a:pt x="32727" y="6277"/>
                        <a:pt x="31203" y="7638"/>
                        <a:pt x="29841" y="8999"/>
                      </a:cubicBezTo>
                      <a:cubicBezTo>
                        <a:pt x="28371" y="10415"/>
                        <a:pt x="27010" y="11885"/>
                        <a:pt x="25866" y="13410"/>
                      </a:cubicBezTo>
                      <a:cubicBezTo>
                        <a:pt x="24613" y="14826"/>
                        <a:pt x="23524" y="16296"/>
                        <a:pt x="22653" y="17712"/>
                      </a:cubicBezTo>
                      <a:cubicBezTo>
                        <a:pt x="21346" y="19727"/>
                        <a:pt x="20856" y="21905"/>
                        <a:pt x="20529" y="23756"/>
                      </a:cubicBezTo>
                      <a:moveTo>
                        <a:pt x="23361" y="27132"/>
                      </a:moveTo>
                      <a:cubicBezTo>
                        <a:pt x="24123" y="26588"/>
                        <a:pt x="24559" y="25771"/>
                        <a:pt x="24777" y="24682"/>
                      </a:cubicBezTo>
                      <a:cubicBezTo>
                        <a:pt x="25049" y="23157"/>
                        <a:pt x="25430" y="21415"/>
                        <a:pt x="26247" y="20108"/>
                      </a:cubicBezTo>
                      <a:cubicBezTo>
                        <a:pt x="27064" y="18747"/>
                        <a:pt x="28044" y="17440"/>
                        <a:pt x="29188" y="16187"/>
                      </a:cubicBezTo>
                      <a:cubicBezTo>
                        <a:pt x="30277" y="14826"/>
                        <a:pt x="31474" y="13465"/>
                        <a:pt x="32836" y="12158"/>
                      </a:cubicBezTo>
                      <a:cubicBezTo>
                        <a:pt x="34905" y="10034"/>
                        <a:pt x="37301" y="8074"/>
                        <a:pt x="39915" y="6113"/>
                      </a:cubicBezTo>
                      <a:cubicBezTo>
                        <a:pt x="40678" y="5569"/>
                        <a:pt x="41440" y="4970"/>
                        <a:pt x="42202" y="4425"/>
                      </a:cubicBezTo>
                      <a:lnTo>
                        <a:pt x="42202" y="4425"/>
                      </a:lnTo>
                      <a:cubicBezTo>
                        <a:pt x="42202" y="4425"/>
                        <a:pt x="42202" y="4425"/>
                        <a:pt x="42202" y="4425"/>
                      </a:cubicBezTo>
                      <a:cubicBezTo>
                        <a:pt x="42420" y="4262"/>
                        <a:pt x="42583" y="3990"/>
                        <a:pt x="42692" y="3717"/>
                      </a:cubicBezTo>
                      <a:cubicBezTo>
                        <a:pt x="42964" y="2955"/>
                        <a:pt x="42529" y="2138"/>
                        <a:pt x="41766" y="1866"/>
                      </a:cubicBezTo>
                      <a:cubicBezTo>
                        <a:pt x="37464" y="396"/>
                        <a:pt x="32890" y="-94"/>
                        <a:pt x="28098" y="15"/>
                      </a:cubicBezTo>
                      <a:cubicBezTo>
                        <a:pt x="25757" y="123"/>
                        <a:pt x="23361" y="450"/>
                        <a:pt x="20911" y="940"/>
                      </a:cubicBezTo>
                      <a:cubicBezTo>
                        <a:pt x="18514" y="1539"/>
                        <a:pt x="16173" y="2356"/>
                        <a:pt x="13777" y="3336"/>
                      </a:cubicBezTo>
                      <a:cubicBezTo>
                        <a:pt x="11436" y="4371"/>
                        <a:pt x="8768" y="5242"/>
                        <a:pt x="6262" y="6549"/>
                      </a:cubicBezTo>
                      <a:cubicBezTo>
                        <a:pt x="5718" y="6821"/>
                        <a:pt x="5174" y="7148"/>
                        <a:pt x="4684" y="7529"/>
                      </a:cubicBezTo>
                      <a:cubicBezTo>
                        <a:pt x="2995" y="8836"/>
                        <a:pt x="1688" y="10579"/>
                        <a:pt x="980" y="12648"/>
                      </a:cubicBezTo>
                      <a:cubicBezTo>
                        <a:pt x="55" y="15316"/>
                        <a:pt x="-326" y="18311"/>
                        <a:pt x="327" y="21469"/>
                      </a:cubicBezTo>
                      <a:cubicBezTo>
                        <a:pt x="600" y="22994"/>
                        <a:pt x="1144" y="24573"/>
                        <a:pt x="1906" y="26098"/>
                      </a:cubicBezTo>
                      <a:cubicBezTo>
                        <a:pt x="2995" y="27731"/>
                        <a:pt x="3703" y="29147"/>
                        <a:pt x="5392" y="30618"/>
                      </a:cubicBezTo>
                      <a:cubicBezTo>
                        <a:pt x="6045" y="31162"/>
                        <a:pt x="6916" y="31434"/>
                        <a:pt x="7842" y="31271"/>
                      </a:cubicBezTo>
                      <a:lnTo>
                        <a:pt x="7951" y="31271"/>
                      </a:lnTo>
                      <a:cubicBezTo>
                        <a:pt x="8985" y="31053"/>
                        <a:pt x="9965" y="30835"/>
                        <a:pt x="10673" y="30618"/>
                      </a:cubicBezTo>
                      <a:cubicBezTo>
                        <a:pt x="11490" y="30400"/>
                        <a:pt x="12307" y="30236"/>
                        <a:pt x="13124" y="30127"/>
                      </a:cubicBezTo>
                      <a:lnTo>
                        <a:pt x="16936" y="29256"/>
                      </a:lnTo>
                      <a:cubicBezTo>
                        <a:pt x="19277" y="28766"/>
                        <a:pt x="20911" y="28330"/>
                        <a:pt x="22272" y="27786"/>
                      </a:cubicBezTo>
                      <a:cubicBezTo>
                        <a:pt x="22762" y="27514"/>
                        <a:pt x="23089" y="27350"/>
                        <a:pt x="23361" y="27132"/>
                      </a:cubicBezTo>
                      <a:lnTo>
                        <a:pt x="23361" y="27132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6" name="Forme libre : forme 1215">
                  <a:extLst>
                    <a:ext uri="{FF2B5EF4-FFF2-40B4-BE49-F238E27FC236}">
                      <a16:creationId xmlns:a16="http://schemas.microsoft.com/office/drawing/2014/main" id="{9DE61A74-96FB-489B-A591-62B65E40D253}"/>
                    </a:ext>
                  </a:extLst>
                </p:cNvPr>
                <p:cNvSpPr/>
                <p:nvPr/>
              </p:nvSpPr>
              <p:spPr>
                <a:xfrm>
                  <a:off x="7941847" y="5185514"/>
                  <a:ext cx="42773" cy="31344"/>
                </a:xfrm>
                <a:custGeom>
                  <a:avLst/>
                  <a:gdLst>
                    <a:gd name="connsiteX0" fmla="*/ 42039 w 42773"/>
                    <a:gd name="connsiteY0" fmla="*/ 4533 h 31344"/>
                    <a:gd name="connsiteX1" fmla="*/ 32672 w 42773"/>
                    <a:gd name="connsiteY1" fmla="*/ 12266 h 31344"/>
                    <a:gd name="connsiteX2" fmla="*/ 29024 w 42773"/>
                    <a:gd name="connsiteY2" fmla="*/ 16295 h 31344"/>
                    <a:gd name="connsiteX3" fmla="*/ 26084 w 42773"/>
                    <a:gd name="connsiteY3" fmla="*/ 20216 h 31344"/>
                    <a:gd name="connsiteX4" fmla="*/ 24613 w 42773"/>
                    <a:gd name="connsiteY4" fmla="*/ 24790 h 31344"/>
                    <a:gd name="connsiteX5" fmla="*/ 22272 w 42773"/>
                    <a:gd name="connsiteY5" fmla="*/ 27785 h 31344"/>
                    <a:gd name="connsiteX6" fmla="*/ 16935 w 42773"/>
                    <a:gd name="connsiteY6" fmla="*/ 29255 h 31344"/>
                    <a:gd name="connsiteX7" fmla="*/ 13124 w 42773"/>
                    <a:gd name="connsiteY7" fmla="*/ 30127 h 31344"/>
                    <a:gd name="connsiteX8" fmla="*/ 10673 w 42773"/>
                    <a:gd name="connsiteY8" fmla="*/ 30617 h 31344"/>
                    <a:gd name="connsiteX9" fmla="*/ 7951 w 42773"/>
                    <a:gd name="connsiteY9" fmla="*/ 31270 h 31344"/>
                    <a:gd name="connsiteX10" fmla="*/ 7842 w 42773"/>
                    <a:gd name="connsiteY10" fmla="*/ 31270 h 31344"/>
                    <a:gd name="connsiteX11" fmla="*/ 5391 w 42773"/>
                    <a:gd name="connsiteY11" fmla="*/ 30617 h 31344"/>
                    <a:gd name="connsiteX12" fmla="*/ 1906 w 42773"/>
                    <a:gd name="connsiteY12" fmla="*/ 26097 h 31344"/>
                    <a:gd name="connsiteX13" fmla="*/ 327 w 42773"/>
                    <a:gd name="connsiteY13" fmla="*/ 21468 h 31344"/>
                    <a:gd name="connsiteX14" fmla="*/ 980 w 42773"/>
                    <a:gd name="connsiteY14" fmla="*/ 12647 h 31344"/>
                    <a:gd name="connsiteX15" fmla="*/ 6262 w 42773"/>
                    <a:gd name="connsiteY15" fmla="*/ 6548 h 31344"/>
                    <a:gd name="connsiteX16" fmla="*/ 13777 w 42773"/>
                    <a:gd name="connsiteY16" fmla="*/ 3335 h 31344"/>
                    <a:gd name="connsiteX17" fmla="*/ 20911 w 42773"/>
                    <a:gd name="connsiteY17" fmla="*/ 939 h 31344"/>
                    <a:gd name="connsiteX18" fmla="*/ 28098 w 42773"/>
                    <a:gd name="connsiteY18" fmla="*/ 14 h 31344"/>
                    <a:gd name="connsiteX19" fmla="*/ 41766 w 42773"/>
                    <a:gd name="connsiteY19" fmla="*/ 1865 h 31344"/>
                    <a:gd name="connsiteX20" fmla="*/ 42692 w 42773"/>
                    <a:gd name="connsiteY20" fmla="*/ 3716 h 31344"/>
                    <a:gd name="connsiteX21" fmla="*/ 42039 w 42773"/>
                    <a:gd name="connsiteY21" fmla="*/ 4533 h 31344"/>
                    <a:gd name="connsiteX22" fmla="*/ 42039 w 42773"/>
                    <a:gd name="connsiteY22" fmla="*/ 4533 h 31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2773" h="31344">
                      <a:moveTo>
                        <a:pt x="42039" y="4533"/>
                      </a:moveTo>
                      <a:cubicBezTo>
                        <a:pt x="38499" y="7147"/>
                        <a:pt x="35340" y="9543"/>
                        <a:pt x="32672" y="12266"/>
                      </a:cubicBezTo>
                      <a:cubicBezTo>
                        <a:pt x="31311" y="13572"/>
                        <a:pt x="30113" y="14879"/>
                        <a:pt x="29024" y="16295"/>
                      </a:cubicBezTo>
                      <a:cubicBezTo>
                        <a:pt x="27880" y="17547"/>
                        <a:pt x="26901" y="18855"/>
                        <a:pt x="26084" y="20216"/>
                      </a:cubicBezTo>
                      <a:cubicBezTo>
                        <a:pt x="25267" y="21523"/>
                        <a:pt x="24886" y="23265"/>
                        <a:pt x="24613" y="24790"/>
                      </a:cubicBezTo>
                      <a:cubicBezTo>
                        <a:pt x="24287" y="26315"/>
                        <a:pt x="23633" y="27240"/>
                        <a:pt x="22272" y="27785"/>
                      </a:cubicBezTo>
                      <a:cubicBezTo>
                        <a:pt x="20911" y="28330"/>
                        <a:pt x="19277" y="28819"/>
                        <a:pt x="16935" y="29255"/>
                      </a:cubicBezTo>
                      <a:lnTo>
                        <a:pt x="13124" y="30127"/>
                      </a:lnTo>
                      <a:cubicBezTo>
                        <a:pt x="12307" y="30290"/>
                        <a:pt x="11490" y="30453"/>
                        <a:pt x="10673" y="30617"/>
                      </a:cubicBezTo>
                      <a:cubicBezTo>
                        <a:pt x="9911" y="30834"/>
                        <a:pt x="8985" y="31052"/>
                        <a:pt x="7951" y="31270"/>
                      </a:cubicBezTo>
                      <a:lnTo>
                        <a:pt x="7842" y="31270"/>
                      </a:lnTo>
                      <a:cubicBezTo>
                        <a:pt x="6916" y="31488"/>
                        <a:pt x="6044" y="31215"/>
                        <a:pt x="5391" y="30617"/>
                      </a:cubicBezTo>
                      <a:cubicBezTo>
                        <a:pt x="3703" y="29146"/>
                        <a:pt x="2995" y="27731"/>
                        <a:pt x="1906" y="26097"/>
                      </a:cubicBezTo>
                      <a:cubicBezTo>
                        <a:pt x="1144" y="24572"/>
                        <a:pt x="544" y="22993"/>
                        <a:pt x="327" y="21468"/>
                      </a:cubicBezTo>
                      <a:cubicBezTo>
                        <a:pt x="-326" y="18364"/>
                        <a:pt x="55" y="15370"/>
                        <a:pt x="980" y="12647"/>
                      </a:cubicBezTo>
                      <a:cubicBezTo>
                        <a:pt x="1906" y="9979"/>
                        <a:pt x="3812" y="7855"/>
                        <a:pt x="6262" y="6548"/>
                      </a:cubicBezTo>
                      <a:cubicBezTo>
                        <a:pt x="8767" y="5241"/>
                        <a:pt x="11435" y="4370"/>
                        <a:pt x="13777" y="3335"/>
                      </a:cubicBezTo>
                      <a:cubicBezTo>
                        <a:pt x="16119" y="2300"/>
                        <a:pt x="18514" y="1538"/>
                        <a:pt x="20911" y="939"/>
                      </a:cubicBezTo>
                      <a:cubicBezTo>
                        <a:pt x="23361" y="449"/>
                        <a:pt x="25757" y="177"/>
                        <a:pt x="28098" y="14"/>
                      </a:cubicBezTo>
                      <a:cubicBezTo>
                        <a:pt x="32836" y="-96"/>
                        <a:pt x="37410" y="449"/>
                        <a:pt x="41766" y="1865"/>
                      </a:cubicBezTo>
                      <a:cubicBezTo>
                        <a:pt x="42529" y="2137"/>
                        <a:pt x="42964" y="2954"/>
                        <a:pt x="42692" y="3716"/>
                      </a:cubicBezTo>
                      <a:cubicBezTo>
                        <a:pt x="42474" y="4098"/>
                        <a:pt x="42311" y="4370"/>
                        <a:pt x="42039" y="4533"/>
                      </a:cubicBezTo>
                      <a:lnTo>
                        <a:pt x="42039" y="4533"/>
                      </a:ln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217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949883" y="5203113"/>
                <a:ext cx="31280" cy="37521"/>
                <a:chOff x="7949883" y="5203113"/>
                <a:chExt cx="31280" cy="37521"/>
              </a:xfrm>
              <a:solidFill>
                <a:schemeClr val="accent1"/>
              </a:solidFill>
            </p:grpSpPr>
            <p:sp>
              <p:nvSpPr>
                <p:cNvPr id="1218" name="Forme libre : forme 1217">
                  <a:extLst>
                    <a:ext uri="{FF2B5EF4-FFF2-40B4-BE49-F238E27FC236}">
                      <a16:creationId xmlns:a16="http://schemas.microsoft.com/office/drawing/2014/main" id="{29E3EDF1-8F97-4AEB-B881-5EDAF24E85A4}"/>
                    </a:ext>
                  </a:extLst>
                </p:cNvPr>
                <p:cNvSpPr/>
                <p:nvPr/>
              </p:nvSpPr>
              <p:spPr>
                <a:xfrm>
                  <a:off x="7949883" y="5203113"/>
                  <a:ext cx="31171" cy="37467"/>
                </a:xfrm>
                <a:custGeom>
                  <a:avLst/>
                  <a:gdLst>
                    <a:gd name="connsiteX0" fmla="*/ 31008 w 31171"/>
                    <a:gd name="connsiteY0" fmla="*/ 2345 h 37467"/>
                    <a:gd name="connsiteX1" fmla="*/ 27468 w 31171"/>
                    <a:gd name="connsiteY1" fmla="*/ 12473 h 37467"/>
                    <a:gd name="connsiteX2" fmla="*/ 26596 w 31171"/>
                    <a:gd name="connsiteY2" fmla="*/ 17483 h 37467"/>
                    <a:gd name="connsiteX3" fmla="*/ 25671 w 31171"/>
                    <a:gd name="connsiteY3" fmla="*/ 22547 h 37467"/>
                    <a:gd name="connsiteX4" fmla="*/ 25344 w 31171"/>
                    <a:gd name="connsiteY4" fmla="*/ 28374 h 37467"/>
                    <a:gd name="connsiteX5" fmla="*/ 22567 w 31171"/>
                    <a:gd name="connsiteY5" fmla="*/ 33601 h 37467"/>
                    <a:gd name="connsiteX6" fmla="*/ 15869 w 31171"/>
                    <a:gd name="connsiteY6" fmla="*/ 36869 h 37467"/>
                    <a:gd name="connsiteX7" fmla="*/ 11404 w 31171"/>
                    <a:gd name="connsiteY7" fmla="*/ 37467 h 37467"/>
                    <a:gd name="connsiteX8" fmla="*/ 5959 w 31171"/>
                    <a:gd name="connsiteY8" fmla="*/ 36651 h 37467"/>
                    <a:gd name="connsiteX9" fmla="*/ 4107 w 31171"/>
                    <a:gd name="connsiteY9" fmla="*/ 34908 h 37467"/>
                    <a:gd name="connsiteX10" fmla="*/ 4053 w 31171"/>
                    <a:gd name="connsiteY10" fmla="*/ 34854 h 37467"/>
                    <a:gd name="connsiteX11" fmla="*/ 3073 w 31171"/>
                    <a:gd name="connsiteY11" fmla="*/ 32240 h 37467"/>
                    <a:gd name="connsiteX12" fmla="*/ 2147 w 31171"/>
                    <a:gd name="connsiteY12" fmla="*/ 29953 h 37467"/>
                    <a:gd name="connsiteX13" fmla="*/ 894 w 31171"/>
                    <a:gd name="connsiteY13" fmla="*/ 26250 h 37467"/>
                    <a:gd name="connsiteX14" fmla="*/ 23 w 31171"/>
                    <a:gd name="connsiteY14" fmla="*/ 20423 h 37467"/>
                    <a:gd name="connsiteX15" fmla="*/ 2528 w 31171"/>
                    <a:gd name="connsiteY15" fmla="*/ 16176 h 37467"/>
                    <a:gd name="connsiteX16" fmla="*/ 7320 w 31171"/>
                    <a:gd name="connsiteY16" fmla="*/ 12473 h 37467"/>
                    <a:gd name="connsiteX17" fmla="*/ 11840 w 31171"/>
                    <a:gd name="connsiteY17" fmla="*/ 8171 h 37467"/>
                    <a:gd name="connsiteX18" fmla="*/ 17176 w 31171"/>
                    <a:gd name="connsiteY18" fmla="*/ 4305 h 37467"/>
                    <a:gd name="connsiteX19" fmla="*/ 29646 w 31171"/>
                    <a:gd name="connsiteY19" fmla="*/ 3 h 37467"/>
                    <a:gd name="connsiteX20" fmla="*/ 31171 w 31171"/>
                    <a:gd name="connsiteY20" fmla="*/ 1419 h 37467"/>
                    <a:gd name="connsiteX21" fmla="*/ 31008 w 31171"/>
                    <a:gd name="connsiteY21" fmla="*/ 2181 h 37467"/>
                    <a:gd name="connsiteX22" fmla="*/ 31008 w 31171"/>
                    <a:gd name="connsiteY22" fmla="*/ 2345 h 37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1171" h="37467">
                      <a:moveTo>
                        <a:pt x="31008" y="2345"/>
                      </a:moveTo>
                      <a:cubicBezTo>
                        <a:pt x="29156" y="5884"/>
                        <a:pt x="28121" y="9097"/>
                        <a:pt x="27468" y="12473"/>
                      </a:cubicBezTo>
                      <a:cubicBezTo>
                        <a:pt x="27087" y="14107"/>
                        <a:pt x="26815" y="15795"/>
                        <a:pt x="26596" y="17483"/>
                      </a:cubicBezTo>
                      <a:cubicBezTo>
                        <a:pt x="26270" y="19117"/>
                        <a:pt x="25998" y="20805"/>
                        <a:pt x="25671" y="22547"/>
                      </a:cubicBezTo>
                      <a:cubicBezTo>
                        <a:pt x="25344" y="24290"/>
                        <a:pt x="25453" y="26359"/>
                        <a:pt x="25344" y="28374"/>
                      </a:cubicBezTo>
                      <a:cubicBezTo>
                        <a:pt x="25235" y="30388"/>
                        <a:pt x="24310" y="32186"/>
                        <a:pt x="22567" y="33601"/>
                      </a:cubicBezTo>
                      <a:cubicBezTo>
                        <a:pt x="20825" y="35017"/>
                        <a:pt x="18646" y="36215"/>
                        <a:pt x="15869" y="36869"/>
                      </a:cubicBezTo>
                      <a:cubicBezTo>
                        <a:pt x="14562" y="37250"/>
                        <a:pt x="12983" y="37413"/>
                        <a:pt x="11404" y="37467"/>
                      </a:cubicBezTo>
                      <a:cubicBezTo>
                        <a:pt x="9552" y="37304"/>
                        <a:pt x="8028" y="37359"/>
                        <a:pt x="5959" y="36651"/>
                      </a:cubicBezTo>
                      <a:cubicBezTo>
                        <a:pt x="5087" y="36378"/>
                        <a:pt x="4434" y="35725"/>
                        <a:pt x="4107" y="34908"/>
                      </a:cubicBezTo>
                      <a:lnTo>
                        <a:pt x="4053" y="34854"/>
                      </a:lnTo>
                      <a:cubicBezTo>
                        <a:pt x="3617" y="33874"/>
                        <a:pt x="3291" y="33002"/>
                        <a:pt x="3073" y="32240"/>
                      </a:cubicBezTo>
                      <a:cubicBezTo>
                        <a:pt x="2800" y="31478"/>
                        <a:pt x="2474" y="30661"/>
                        <a:pt x="2147" y="29953"/>
                      </a:cubicBezTo>
                      <a:cubicBezTo>
                        <a:pt x="1657" y="28591"/>
                        <a:pt x="1221" y="27339"/>
                        <a:pt x="894" y="26250"/>
                      </a:cubicBezTo>
                      <a:cubicBezTo>
                        <a:pt x="187" y="23963"/>
                        <a:pt x="-85" y="22166"/>
                        <a:pt x="23" y="20423"/>
                      </a:cubicBezTo>
                      <a:cubicBezTo>
                        <a:pt x="132" y="18735"/>
                        <a:pt x="949" y="17319"/>
                        <a:pt x="2528" y="16176"/>
                      </a:cubicBezTo>
                      <a:cubicBezTo>
                        <a:pt x="4107" y="15032"/>
                        <a:pt x="5904" y="13889"/>
                        <a:pt x="7320" y="12473"/>
                      </a:cubicBezTo>
                      <a:cubicBezTo>
                        <a:pt x="8791" y="11057"/>
                        <a:pt x="10260" y="9587"/>
                        <a:pt x="11840" y="8171"/>
                      </a:cubicBezTo>
                      <a:cubicBezTo>
                        <a:pt x="13528" y="6810"/>
                        <a:pt x="15325" y="5503"/>
                        <a:pt x="17176" y="4305"/>
                      </a:cubicBezTo>
                      <a:cubicBezTo>
                        <a:pt x="20988" y="2018"/>
                        <a:pt x="25235" y="167"/>
                        <a:pt x="29646" y="3"/>
                      </a:cubicBezTo>
                      <a:cubicBezTo>
                        <a:pt x="30463" y="-51"/>
                        <a:pt x="31171" y="602"/>
                        <a:pt x="31171" y="1419"/>
                      </a:cubicBezTo>
                      <a:cubicBezTo>
                        <a:pt x="31171" y="1691"/>
                        <a:pt x="31117" y="1964"/>
                        <a:pt x="31008" y="2181"/>
                      </a:cubicBezTo>
                      <a:lnTo>
                        <a:pt x="31008" y="2345"/>
                      </a:ln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9" name="Forme libre : forme 1218">
                  <a:extLst>
                    <a:ext uri="{FF2B5EF4-FFF2-40B4-BE49-F238E27FC236}">
                      <a16:creationId xmlns:a16="http://schemas.microsoft.com/office/drawing/2014/main" id="{19EE4C5A-B91D-4CC2-9F61-82EFD6D41003}"/>
                    </a:ext>
                  </a:extLst>
                </p:cNvPr>
                <p:cNvSpPr/>
                <p:nvPr/>
              </p:nvSpPr>
              <p:spPr>
                <a:xfrm>
                  <a:off x="7950046" y="5203222"/>
                  <a:ext cx="31116" cy="37412"/>
                </a:xfrm>
                <a:custGeom>
                  <a:avLst/>
                  <a:gdLst>
                    <a:gd name="connsiteX0" fmla="*/ 19355 w 31116"/>
                    <a:gd name="connsiteY0" fmla="*/ 30388 h 37412"/>
                    <a:gd name="connsiteX1" fmla="*/ 14563 w 31116"/>
                    <a:gd name="connsiteY1" fmla="*/ 32621 h 37412"/>
                    <a:gd name="connsiteX2" fmla="*/ 11404 w 31116"/>
                    <a:gd name="connsiteY2" fmla="*/ 33057 h 37412"/>
                    <a:gd name="connsiteX3" fmla="*/ 10315 w 31116"/>
                    <a:gd name="connsiteY3" fmla="*/ 32948 h 37412"/>
                    <a:gd name="connsiteX4" fmla="*/ 7701 w 31116"/>
                    <a:gd name="connsiteY4" fmla="*/ 32621 h 37412"/>
                    <a:gd name="connsiteX5" fmla="*/ 6993 w 31116"/>
                    <a:gd name="connsiteY5" fmla="*/ 30715 h 37412"/>
                    <a:gd name="connsiteX6" fmla="*/ 6067 w 31116"/>
                    <a:gd name="connsiteY6" fmla="*/ 28319 h 37412"/>
                    <a:gd name="connsiteX7" fmla="*/ 5796 w 31116"/>
                    <a:gd name="connsiteY7" fmla="*/ 27557 h 37412"/>
                    <a:gd name="connsiteX8" fmla="*/ 4924 w 31116"/>
                    <a:gd name="connsiteY8" fmla="*/ 24834 h 37412"/>
                    <a:gd name="connsiteX9" fmla="*/ 4216 w 31116"/>
                    <a:gd name="connsiteY9" fmla="*/ 20532 h 37412"/>
                    <a:gd name="connsiteX10" fmla="*/ 4870 w 31116"/>
                    <a:gd name="connsiteY10" fmla="*/ 19606 h 37412"/>
                    <a:gd name="connsiteX11" fmla="*/ 5687 w 31116"/>
                    <a:gd name="connsiteY11" fmla="*/ 19008 h 37412"/>
                    <a:gd name="connsiteX12" fmla="*/ 7810 w 31116"/>
                    <a:gd name="connsiteY12" fmla="*/ 17483 h 37412"/>
                    <a:gd name="connsiteX13" fmla="*/ 10206 w 31116"/>
                    <a:gd name="connsiteY13" fmla="*/ 15414 h 37412"/>
                    <a:gd name="connsiteX14" fmla="*/ 14508 w 31116"/>
                    <a:gd name="connsiteY14" fmla="*/ 11330 h 37412"/>
                    <a:gd name="connsiteX15" fmla="*/ 15760 w 31116"/>
                    <a:gd name="connsiteY15" fmla="*/ 10350 h 37412"/>
                    <a:gd name="connsiteX16" fmla="*/ 19246 w 31116"/>
                    <a:gd name="connsiteY16" fmla="*/ 7899 h 37412"/>
                    <a:gd name="connsiteX17" fmla="*/ 24636 w 31116"/>
                    <a:gd name="connsiteY17" fmla="*/ 5285 h 37412"/>
                    <a:gd name="connsiteX18" fmla="*/ 23003 w 31116"/>
                    <a:gd name="connsiteY18" fmla="*/ 11330 h 37412"/>
                    <a:gd name="connsiteX19" fmla="*/ 22077 w 31116"/>
                    <a:gd name="connsiteY19" fmla="*/ 16612 h 37412"/>
                    <a:gd name="connsiteX20" fmla="*/ 21206 w 31116"/>
                    <a:gd name="connsiteY20" fmla="*/ 21567 h 37412"/>
                    <a:gd name="connsiteX21" fmla="*/ 20879 w 31116"/>
                    <a:gd name="connsiteY21" fmla="*/ 26141 h 37412"/>
                    <a:gd name="connsiteX22" fmla="*/ 20825 w 31116"/>
                    <a:gd name="connsiteY22" fmla="*/ 27938 h 37412"/>
                    <a:gd name="connsiteX23" fmla="*/ 19681 w 31116"/>
                    <a:gd name="connsiteY23" fmla="*/ 30062 h 37412"/>
                    <a:gd name="connsiteX24" fmla="*/ 19355 w 31116"/>
                    <a:gd name="connsiteY24" fmla="*/ 30388 h 37412"/>
                    <a:gd name="connsiteX25" fmla="*/ 22023 w 31116"/>
                    <a:gd name="connsiteY25" fmla="*/ 33873 h 37412"/>
                    <a:gd name="connsiteX26" fmla="*/ 22458 w 31116"/>
                    <a:gd name="connsiteY26" fmla="*/ 33492 h 37412"/>
                    <a:gd name="connsiteX27" fmla="*/ 25235 w 31116"/>
                    <a:gd name="connsiteY27" fmla="*/ 28265 h 37412"/>
                    <a:gd name="connsiteX28" fmla="*/ 25562 w 31116"/>
                    <a:gd name="connsiteY28" fmla="*/ 22438 h 37412"/>
                    <a:gd name="connsiteX29" fmla="*/ 26488 w 31116"/>
                    <a:gd name="connsiteY29" fmla="*/ 17374 h 37412"/>
                    <a:gd name="connsiteX30" fmla="*/ 27359 w 31116"/>
                    <a:gd name="connsiteY30" fmla="*/ 12364 h 37412"/>
                    <a:gd name="connsiteX31" fmla="*/ 30899 w 31116"/>
                    <a:gd name="connsiteY31" fmla="*/ 2236 h 37412"/>
                    <a:gd name="connsiteX32" fmla="*/ 30953 w 31116"/>
                    <a:gd name="connsiteY32" fmla="*/ 2181 h 37412"/>
                    <a:gd name="connsiteX33" fmla="*/ 31117 w 31116"/>
                    <a:gd name="connsiteY33" fmla="*/ 1419 h 37412"/>
                    <a:gd name="connsiteX34" fmla="*/ 29592 w 31116"/>
                    <a:gd name="connsiteY34" fmla="*/ 3 h 37412"/>
                    <a:gd name="connsiteX35" fmla="*/ 17122 w 31116"/>
                    <a:gd name="connsiteY35" fmla="*/ 4305 h 37412"/>
                    <a:gd name="connsiteX36" fmla="*/ 13256 w 31116"/>
                    <a:gd name="connsiteY36" fmla="*/ 7028 h 37412"/>
                    <a:gd name="connsiteX37" fmla="*/ 11840 w 31116"/>
                    <a:gd name="connsiteY37" fmla="*/ 8117 h 37412"/>
                    <a:gd name="connsiteX38" fmla="*/ 7320 w 31116"/>
                    <a:gd name="connsiteY38" fmla="*/ 12419 h 37412"/>
                    <a:gd name="connsiteX39" fmla="*/ 5360 w 31116"/>
                    <a:gd name="connsiteY39" fmla="*/ 14107 h 37412"/>
                    <a:gd name="connsiteX40" fmla="*/ 2529 w 31116"/>
                    <a:gd name="connsiteY40" fmla="*/ 16122 h 37412"/>
                    <a:gd name="connsiteX41" fmla="*/ 2420 w 31116"/>
                    <a:gd name="connsiteY41" fmla="*/ 16230 h 37412"/>
                    <a:gd name="connsiteX42" fmla="*/ 23 w 31116"/>
                    <a:gd name="connsiteY42" fmla="*/ 20369 h 37412"/>
                    <a:gd name="connsiteX43" fmla="*/ 895 w 31116"/>
                    <a:gd name="connsiteY43" fmla="*/ 26195 h 37412"/>
                    <a:gd name="connsiteX44" fmla="*/ 2147 w 31116"/>
                    <a:gd name="connsiteY44" fmla="*/ 29898 h 37412"/>
                    <a:gd name="connsiteX45" fmla="*/ 3073 w 31116"/>
                    <a:gd name="connsiteY45" fmla="*/ 32185 h 37412"/>
                    <a:gd name="connsiteX46" fmla="*/ 4053 w 31116"/>
                    <a:gd name="connsiteY46" fmla="*/ 34799 h 37412"/>
                    <a:gd name="connsiteX47" fmla="*/ 4107 w 31116"/>
                    <a:gd name="connsiteY47" fmla="*/ 34854 h 37412"/>
                    <a:gd name="connsiteX48" fmla="*/ 5958 w 31116"/>
                    <a:gd name="connsiteY48" fmla="*/ 36596 h 37412"/>
                    <a:gd name="connsiteX49" fmla="*/ 11404 w 31116"/>
                    <a:gd name="connsiteY49" fmla="*/ 37413 h 37412"/>
                    <a:gd name="connsiteX50" fmla="*/ 15869 w 31116"/>
                    <a:gd name="connsiteY50" fmla="*/ 36814 h 37412"/>
                    <a:gd name="connsiteX51" fmla="*/ 22023 w 31116"/>
                    <a:gd name="connsiteY51" fmla="*/ 33873 h 37412"/>
                    <a:gd name="connsiteX52" fmla="*/ 22023 w 31116"/>
                    <a:gd name="connsiteY52" fmla="*/ 33873 h 37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31116" h="37412">
                      <a:moveTo>
                        <a:pt x="19355" y="30388"/>
                      </a:moveTo>
                      <a:cubicBezTo>
                        <a:pt x="17939" y="31423"/>
                        <a:pt x="16468" y="32131"/>
                        <a:pt x="14563" y="32621"/>
                      </a:cubicBezTo>
                      <a:cubicBezTo>
                        <a:pt x="13746" y="32839"/>
                        <a:pt x="12711" y="33002"/>
                        <a:pt x="11404" y="33057"/>
                      </a:cubicBezTo>
                      <a:cubicBezTo>
                        <a:pt x="11023" y="33002"/>
                        <a:pt x="10697" y="33002"/>
                        <a:pt x="10315" y="32948"/>
                      </a:cubicBezTo>
                      <a:cubicBezTo>
                        <a:pt x="9335" y="32893"/>
                        <a:pt x="8573" y="32839"/>
                        <a:pt x="7701" y="32621"/>
                      </a:cubicBezTo>
                      <a:cubicBezTo>
                        <a:pt x="7429" y="31968"/>
                        <a:pt x="7211" y="31369"/>
                        <a:pt x="6993" y="30715"/>
                      </a:cubicBezTo>
                      <a:cubicBezTo>
                        <a:pt x="6721" y="29898"/>
                        <a:pt x="6395" y="29082"/>
                        <a:pt x="6067" y="28319"/>
                      </a:cubicBezTo>
                      <a:lnTo>
                        <a:pt x="5796" y="27557"/>
                      </a:lnTo>
                      <a:cubicBezTo>
                        <a:pt x="5469" y="26631"/>
                        <a:pt x="5197" y="25814"/>
                        <a:pt x="4924" y="24834"/>
                      </a:cubicBezTo>
                      <a:cubicBezTo>
                        <a:pt x="4380" y="23092"/>
                        <a:pt x="4162" y="21785"/>
                        <a:pt x="4216" y="20532"/>
                      </a:cubicBezTo>
                      <a:cubicBezTo>
                        <a:pt x="4216" y="20314"/>
                        <a:pt x="4216" y="20097"/>
                        <a:pt x="4870" y="19606"/>
                      </a:cubicBezTo>
                      <a:lnTo>
                        <a:pt x="5687" y="19008"/>
                      </a:lnTo>
                      <a:cubicBezTo>
                        <a:pt x="6395" y="18518"/>
                        <a:pt x="7102" y="18027"/>
                        <a:pt x="7810" y="17483"/>
                      </a:cubicBezTo>
                      <a:cubicBezTo>
                        <a:pt x="8790" y="16775"/>
                        <a:pt x="9553" y="16067"/>
                        <a:pt x="10206" y="15414"/>
                      </a:cubicBezTo>
                      <a:cubicBezTo>
                        <a:pt x="11894" y="13780"/>
                        <a:pt x="13201" y="12473"/>
                        <a:pt x="14508" y="11330"/>
                      </a:cubicBezTo>
                      <a:cubicBezTo>
                        <a:pt x="14943" y="11003"/>
                        <a:pt x="15325" y="10676"/>
                        <a:pt x="15760" y="10350"/>
                      </a:cubicBezTo>
                      <a:cubicBezTo>
                        <a:pt x="17013" y="9369"/>
                        <a:pt x="18211" y="8552"/>
                        <a:pt x="19246" y="7899"/>
                      </a:cubicBezTo>
                      <a:cubicBezTo>
                        <a:pt x="21151" y="6755"/>
                        <a:pt x="22949" y="5884"/>
                        <a:pt x="24636" y="5285"/>
                      </a:cubicBezTo>
                      <a:cubicBezTo>
                        <a:pt x="23929" y="7191"/>
                        <a:pt x="23439" y="9206"/>
                        <a:pt x="23003" y="11330"/>
                      </a:cubicBezTo>
                      <a:cubicBezTo>
                        <a:pt x="22622" y="12909"/>
                        <a:pt x="22349" y="14651"/>
                        <a:pt x="22077" y="16612"/>
                      </a:cubicBezTo>
                      <a:cubicBezTo>
                        <a:pt x="21750" y="18245"/>
                        <a:pt x="21478" y="19933"/>
                        <a:pt x="21206" y="21567"/>
                      </a:cubicBezTo>
                      <a:cubicBezTo>
                        <a:pt x="20933" y="23092"/>
                        <a:pt x="20879" y="24671"/>
                        <a:pt x="20879" y="26141"/>
                      </a:cubicBezTo>
                      <a:cubicBezTo>
                        <a:pt x="20879" y="26740"/>
                        <a:pt x="20879" y="27394"/>
                        <a:pt x="20825" y="27938"/>
                      </a:cubicBezTo>
                      <a:cubicBezTo>
                        <a:pt x="20770" y="28809"/>
                        <a:pt x="20389" y="29463"/>
                        <a:pt x="19681" y="30062"/>
                      </a:cubicBezTo>
                      <a:lnTo>
                        <a:pt x="19355" y="30388"/>
                      </a:lnTo>
                      <a:moveTo>
                        <a:pt x="22023" y="33873"/>
                      </a:moveTo>
                      <a:cubicBezTo>
                        <a:pt x="22186" y="33765"/>
                        <a:pt x="22349" y="33656"/>
                        <a:pt x="22458" y="33492"/>
                      </a:cubicBezTo>
                      <a:cubicBezTo>
                        <a:pt x="24201" y="32077"/>
                        <a:pt x="25072" y="30279"/>
                        <a:pt x="25235" y="28265"/>
                      </a:cubicBezTo>
                      <a:cubicBezTo>
                        <a:pt x="25344" y="26195"/>
                        <a:pt x="25235" y="24181"/>
                        <a:pt x="25562" y="22438"/>
                      </a:cubicBezTo>
                      <a:cubicBezTo>
                        <a:pt x="25834" y="20696"/>
                        <a:pt x="26107" y="19008"/>
                        <a:pt x="26488" y="17374"/>
                      </a:cubicBezTo>
                      <a:cubicBezTo>
                        <a:pt x="26706" y="15686"/>
                        <a:pt x="26978" y="13998"/>
                        <a:pt x="27359" y="12364"/>
                      </a:cubicBezTo>
                      <a:cubicBezTo>
                        <a:pt x="28013" y="8988"/>
                        <a:pt x="28993" y="5721"/>
                        <a:pt x="30899" y="2236"/>
                      </a:cubicBezTo>
                      <a:lnTo>
                        <a:pt x="30953" y="2181"/>
                      </a:lnTo>
                      <a:cubicBezTo>
                        <a:pt x="31062" y="1963"/>
                        <a:pt x="31117" y="1691"/>
                        <a:pt x="31117" y="1419"/>
                      </a:cubicBezTo>
                      <a:cubicBezTo>
                        <a:pt x="31062" y="602"/>
                        <a:pt x="30409" y="-51"/>
                        <a:pt x="29592" y="3"/>
                      </a:cubicBezTo>
                      <a:cubicBezTo>
                        <a:pt x="25235" y="167"/>
                        <a:pt x="20988" y="2018"/>
                        <a:pt x="17122" y="4305"/>
                      </a:cubicBezTo>
                      <a:cubicBezTo>
                        <a:pt x="15760" y="5176"/>
                        <a:pt x="14508" y="6102"/>
                        <a:pt x="13256" y="7028"/>
                      </a:cubicBezTo>
                      <a:cubicBezTo>
                        <a:pt x="12765" y="7409"/>
                        <a:pt x="12275" y="7790"/>
                        <a:pt x="11840" y="8117"/>
                      </a:cubicBezTo>
                      <a:cubicBezTo>
                        <a:pt x="10261" y="9533"/>
                        <a:pt x="8736" y="11003"/>
                        <a:pt x="7320" y="12419"/>
                      </a:cubicBezTo>
                      <a:cubicBezTo>
                        <a:pt x="6721" y="13018"/>
                        <a:pt x="6067" y="13562"/>
                        <a:pt x="5360" y="14107"/>
                      </a:cubicBezTo>
                      <a:cubicBezTo>
                        <a:pt x="4434" y="14814"/>
                        <a:pt x="3454" y="15468"/>
                        <a:pt x="2529" y="16122"/>
                      </a:cubicBezTo>
                      <a:cubicBezTo>
                        <a:pt x="2474" y="16176"/>
                        <a:pt x="2474" y="16176"/>
                        <a:pt x="2420" y="16230"/>
                      </a:cubicBezTo>
                      <a:cubicBezTo>
                        <a:pt x="949" y="17374"/>
                        <a:pt x="132" y="18681"/>
                        <a:pt x="23" y="20369"/>
                      </a:cubicBezTo>
                      <a:cubicBezTo>
                        <a:pt x="-86" y="22111"/>
                        <a:pt x="187" y="23908"/>
                        <a:pt x="895" y="26195"/>
                      </a:cubicBezTo>
                      <a:cubicBezTo>
                        <a:pt x="1167" y="27285"/>
                        <a:pt x="1657" y="28537"/>
                        <a:pt x="2147" y="29898"/>
                      </a:cubicBezTo>
                      <a:cubicBezTo>
                        <a:pt x="2474" y="30661"/>
                        <a:pt x="2800" y="31423"/>
                        <a:pt x="3073" y="32185"/>
                      </a:cubicBezTo>
                      <a:cubicBezTo>
                        <a:pt x="3290" y="32893"/>
                        <a:pt x="3672" y="33765"/>
                        <a:pt x="4053" y="34799"/>
                      </a:cubicBezTo>
                      <a:lnTo>
                        <a:pt x="4107" y="34854"/>
                      </a:lnTo>
                      <a:cubicBezTo>
                        <a:pt x="4434" y="35616"/>
                        <a:pt x="5088" y="36269"/>
                        <a:pt x="5958" y="36596"/>
                      </a:cubicBezTo>
                      <a:cubicBezTo>
                        <a:pt x="8082" y="37304"/>
                        <a:pt x="9553" y="37250"/>
                        <a:pt x="11404" y="37413"/>
                      </a:cubicBezTo>
                      <a:cubicBezTo>
                        <a:pt x="12983" y="37358"/>
                        <a:pt x="14563" y="37195"/>
                        <a:pt x="15869" y="36814"/>
                      </a:cubicBezTo>
                      <a:cubicBezTo>
                        <a:pt x="18320" y="36161"/>
                        <a:pt x="20334" y="35071"/>
                        <a:pt x="22023" y="33873"/>
                      </a:cubicBezTo>
                      <a:lnTo>
                        <a:pt x="22023" y="33873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0" name="Forme libre : forme 1219">
                  <a:extLst>
                    <a:ext uri="{FF2B5EF4-FFF2-40B4-BE49-F238E27FC236}">
                      <a16:creationId xmlns:a16="http://schemas.microsoft.com/office/drawing/2014/main" id="{2679266C-4414-4DDD-8555-AC9587DD9433}"/>
                    </a:ext>
                  </a:extLst>
                </p:cNvPr>
                <p:cNvSpPr/>
                <p:nvPr/>
              </p:nvSpPr>
              <p:spPr>
                <a:xfrm>
                  <a:off x="7949883" y="5203113"/>
                  <a:ext cx="31171" cy="37467"/>
                </a:xfrm>
                <a:custGeom>
                  <a:avLst/>
                  <a:gdLst>
                    <a:gd name="connsiteX0" fmla="*/ 31008 w 31171"/>
                    <a:gd name="connsiteY0" fmla="*/ 2345 h 37467"/>
                    <a:gd name="connsiteX1" fmla="*/ 27468 w 31171"/>
                    <a:gd name="connsiteY1" fmla="*/ 12473 h 37467"/>
                    <a:gd name="connsiteX2" fmla="*/ 26596 w 31171"/>
                    <a:gd name="connsiteY2" fmla="*/ 17483 h 37467"/>
                    <a:gd name="connsiteX3" fmla="*/ 25671 w 31171"/>
                    <a:gd name="connsiteY3" fmla="*/ 22547 h 37467"/>
                    <a:gd name="connsiteX4" fmla="*/ 25344 w 31171"/>
                    <a:gd name="connsiteY4" fmla="*/ 28374 h 37467"/>
                    <a:gd name="connsiteX5" fmla="*/ 22567 w 31171"/>
                    <a:gd name="connsiteY5" fmla="*/ 33601 h 37467"/>
                    <a:gd name="connsiteX6" fmla="*/ 15869 w 31171"/>
                    <a:gd name="connsiteY6" fmla="*/ 36869 h 37467"/>
                    <a:gd name="connsiteX7" fmla="*/ 11404 w 31171"/>
                    <a:gd name="connsiteY7" fmla="*/ 37467 h 37467"/>
                    <a:gd name="connsiteX8" fmla="*/ 5959 w 31171"/>
                    <a:gd name="connsiteY8" fmla="*/ 36651 h 37467"/>
                    <a:gd name="connsiteX9" fmla="*/ 4107 w 31171"/>
                    <a:gd name="connsiteY9" fmla="*/ 34908 h 37467"/>
                    <a:gd name="connsiteX10" fmla="*/ 4053 w 31171"/>
                    <a:gd name="connsiteY10" fmla="*/ 34854 h 37467"/>
                    <a:gd name="connsiteX11" fmla="*/ 3073 w 31171"/>
                    <a:gd name="connsiteY11" fmla="*/ 32240 h 37467"/>
                    <a:gd name="connsiteX12" fmla="*/ 2147 w 31171"/>
                    <a:gd name="connsiteY12" fmla="*/ 29953 h 37467"/>
                    <a:gd name="connsiteX13" fmla="*/ 894 w 31171"/>
                    <a:gd name="connsiteY13" fmla="*/ 26250 h 37467"/>
                    <a:gd name="connsiteX14" fmla="*/ 23 w 31171"/>
                    <a:gd name="connsiteY14" fmla="*/ 20423 h 37467"/>
                    <a:gd name="connsiteX15" fmla="*/ 2528 w 31171"/>
                    <a:gd name="connsiteY15" fmla="*/ 16176 h 37467"/>
                    <a:gd name="connsiteX16" fmla="*/ 7320 w 31171"/>
                    <a:gd name="connsiteY16" fmla="*/ 12473 h 37467"/>
                    <a:gd name="connsiteX17" fmla="*/ 11840 w 31171"/>
                    <a:gd name="connsiteY17" fmla="*/ 8171 h 37467"/>
                    <a:gd name="connsiteX18" fmla="*/ 17176 w 31171"/>
                    <a:gd name="connsiteY18" fmla="*/ 4305 h 37467"/>
                    <a:gd name="connsiteX19" fmla="*/ 29646 w 31171"/>
                    <a:gd name="connsiteY19" fmla="*/ 3 h 37467"/>
                    <a:gd name="connsiteX20" fmla="*/ 31171 w 31171"/>
                    <a:gd name="connsiteY20" fmla="*/ 1419 h 37467"/>
                    <a:gd name="connsiteX21" fmla="*/ 31008 w 31171"/>
                    <a:gd name="connsiteY21" fmla="*/ 2181 h 37467"/>
                    <a:gd name="connsiteX22" fmla="*/ 31008 w 31171"/>
                    <a:gd name="connsiteY22" fmla="*/ 2345 h 37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1171" h="37467">
                      <a:moveTo>
                        <a:pt x="31008" y="2345"/>
                      </a:moveTo>
                      <a:cubicBezTo>
                        <a:pt x="29156" y="5884"/>
                        <a:pt x="28121" y="9097"/>
                        <a:pt x="27468" y="12473"/>
                      </a:cubicBezTo>
                      <a:cubicBezTo>
                        <a:pt x="27087" y="14107"/>
                        <a:pt x="26815" y="15795"/>
                        <a:pt x="26596" y="17483"/>
                      </a:cubicBezTo>
                      <a:cubicBezTo>
                        <a:pt x="26270" y="19117"/>
                        <a:pt x="25998" y="20805"/>
                        <a:pt x="25671" y="22547"/>
                      </a:cubicBezTo>
                      <a:cubicBezTo>
                        <a:pt x="25344" y="24290"/>
                        <a:pt x="25453" y="26359"/>
                        <a:pt x="25344" y="28374"/>
                      </a:cubicBezTo>
                      <a:cubicBezTo>
                        <a:pt x="25235" y="30388"/>
                        <a:pt x="24310" y="32186"/>
                        <a:pt x="22567" y="33601"/>
                      </a:cubicBezTo>
                      <a:cubicBezTo>
                        <a:pt x="20825" y="35017"/>
                        <a:pt x="18646" y="36215"/>
                        <a:pt x="15869" y="36869"/>
                      </a:cubicBezTo>
                      <a:cubicBezTo>
                        <a:pt x="14562" y="37250"/>
                        <a:pt x="12983" y="37413"/>
                        <a:pt x="11404" y="37467"/>
                      </a:cubicBezTo>
                      <a:cubicBezTo>
                        <a:pt x="9552" y="37304"/>
                        <a:pt x="8028" y="37359"/>
                        <a:pt x="5959" y="36651"/>
                      </a:cubicBezTo>
                      <a:cubicBezTo>
                        <a:pt x="5087" y="36378"/>
                        <a:pt x="4434" y="35725"/>
                        <a:pt x="4107" y="34908"/>
                      </a:cubicBezTo>
                      <a:lnTo>
                        <a:pt x="4053" y="34854"/>
                      </a:lnTo>
                      <a:cubicBezTo>
                        <a:pt x="3617" y="33874"/>
                        <a:pt x="3291" y="33002"/>
                        <a:pt x="3073" y="32240"/>
                      </a:cubicBezTo>
                      <a:cubicBezTo>
                        <a:pt x="2800" y="31478"/>
                        <a:pt x="2474" y="30661"/>
                        <a:pt x="2147" y="29953"/>
                      </a:cubicBezTo>
                      <a:cubicBezTo>
                        <a:pt x="1657" y="28591"/>
                        <a:pt x="1221" y="27339"/>
                        <a:pt x="894" y="26250"/>
                      </a:cubicBezTo>
                      <a:cubicBezTo>
                        <a:pt x="187" y="23963"/>
                        <a:pt x="-85" y="22166"/>
                        <a:pt x="23" y="20423"/>
                      </a:cubicBezTo>
                      <a:cubicBezTo>
                        <a:pt x="132" y="18735"/>
                        <a:pt x="949" y="17319"/>
                        <a:pt x="2528" y="16176"/>
                      </a:cubicBezTo>
                      <a:cubicBezTo>
                        <a:pt x="4107" y="15032"/>
                        <a:pt x="5904" y="13889"/>
                        <a:pt x="7320" y="12473"/>
                      </a:cubicBezTo>
                      <a:cubicBezTo>
                        <a:pt x="8791" y="11057"/>
                        <a:pt x="10260" y="9587"/>
                        <a:pt x="11840" y="8171"/>
                      </a:cubicBezTo>
                      <a:cubicBezTo>
                        <a:pt x="13528" y="6810"/>
                        <a:pt x="15325" y="5503"/>
                        <a:pt x="17176" y="4305"/>
                      </a:cubicBezTo>
                      <a:cubicBezTo>
                        <a:pt x="20988" y="2018"/>
                        <a:pt x="25235" y="167"/>
                        <a:pt x="29646" y="3"/>
                      </a:cubicBezTo>
                      <a:cubicBezTo>
                        <a:pt x="30463" y="-51"/>
                        <a:pt x="31171" y="602"/>
                        <a:pt x="31171" y="1419"/>
                      </a:cubicBezTo>
                      <a:cubicBezTo>
                        <a:pt x="31171" y="1691"/>
                        <a:pt x="31117" y="1964"/>
                        <a:pt x="31008" y="2181"/>
                      </a:cubicBezTo>
                      <a:lnTo>
                        <a:pt x="31008" y="2345"/>
                      </a:ln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221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7976383" y="5200361"/>
                <a:ext cx="27055" cy="43062"/>
                <a:chOff x="7976383" y="5200361"/>
                <a:chExt cx="27055" cy="43062"/>
              </a:xfrm>
              <a:solidFill>
                <a:schemeClr val="accent1"/>
              </a:solidFill>
            </p:grpSpPr>
            <p:sp>
              <p:nvSpPr>
                <p:cNvPr id="1222" name="Forme libre : forme 1221">
                  <a:extLst>
                    <a:ext uri="{FF2B5EF4-FFF2-40B4-BE49-F238E27FC236}">
                      <a16:creationId xmlns:a16="http://schemas.microsoft.com/office/drawing/2014/main" id="{B81280FE-A578-4EB1-8CCB-1ECFFCB9AB91}"/>
                    </a:ext>
                  </a:extLst>
                </p:cNvPr>
                <p:cNvSpPr/>
                <p:nvPr/>
              </p:nvSpPr>
              <p:spPr>
                <a:xfrm>
                  <a:off x="7976383" y="5200361"/>
                  <a:ext cx="27010" cy="43007"/>
                </a:xfrm>
                <a:custGeom>
                  <a:avLst/>
                  <a:gdLst>
                    <a:gd name="connsiteX0" fmla="*/ 11967 w 27010"/>
                    <a:gd name="connsiteY0" fmla="*/ 1012 h 43007"/>
                    <a:gd name="connsiteX1" fmla="*/ 16977 w 27010"/>
                    <a:gd name="connsiteY1" fmla="*/ 10760 h 43007"/>
                    <a:gd name="connsiteX2" fmla="*/ 19700 w 27010"/>
                    <a:gd name="connsiteY2" fmla="*/ 15225 h 43007"/>
                    <a:gd name="connsiteX3" fmla="*/ 22259 w 27010"/>
                    <a:gd name="connsiteY3" fmla="*/ 19799 h 43007"/>
                    <a:gd name="connsiteX4" fmla="*/ 25690 w 27010"/>
                    <a:gd name="connsiteY4" fmla="*/ 24428 h 43007"/>
                    <a:gd name="connsiteX5" fmla="*/ 26778 w 27010"/>
                    <a:gd name="connsiteY5" fmla="*/ 30799 h 43007"/>
                    <a:gd name="connsiteX6" fmla="*/ 22912 w 27010"/>
                    <a:gd name="connsiteY6" fmla="*/ 38476 h 43007"/>
                    <a:gd name="connsiteX7" fmla="*/ 18937 w 27010"/>
                    <a:gd name="connsiteY7" fmla="*/ 41689 h 43007"/>
                    <a:gd name="connsiteX8" fmla="*/ 13383 w 27010"/>
                    <a:gd name="connsiteY8" fmla="*/ 42996 h 43007"/>
                    <a:gd name="connsiteX9" fmla="*/ 11314 w 27010"/>
                    <a:gd name="connsiteY9" fmla="*/ 41962 h 43007"/>
                    <a:gd name="connsiteX10" fmla="*/ 11096 w 27010"/>
                    <a:gd name="connsiteY10" fmla="*/ 41689 h 43007"/>
                    <a:gd name="connsiteX11" fmla="*/ 7556 w 27010"/>
                    <a:gd name="connsiteY11" fmla="*/ 38150 h 43007"/>
                    <a:gd name="connsiteX12" fmla="*/ 4671 w 27010"/>
                    <a:gd name="connsiteY12" fmla="*/ 36190 h 43007"/>
                    <a:gd name="connsiteX13" fmla="*/ 804 w 27010"/>
                    <a:gd name="connsiteY13" fmla="*/ 33358 h 43007"/>
                    <a:gd name="connsiteX14" fmla="*/ 314 w 27010"/>
                    <a:gd name="connsiteY14" fmla="*/ 29328 h 43007"/>
                    <a:gd name="connsiteX15" fmla="*/ 1730 w 27010"/>
                    <a:gd name="connsiteY15" fmla="*/ 23665 h 43007"/>
                    <a:gd name="connsiteX16" fmla="*/ 2492 w 27010"/>
                    <a:gd name="connsiteY16" fmla="*/ 17839 h 43007"/>
                    <a:gd name="connsiteX17" fmla="*/ 3908 w 27010"/>
                    <a:gd name="connsiteY17" fmla="*/ 11849 h 43007"/>
                    <a:gd name="connsiteX18" fmla="*/ 9354 w 27010"/>
                    <a:gd name="connsiteY18" fmla="*/ 577 h 43007"/>
                    <a:gd name="connsiteX19" fmla="*/ 11477 w 27010"/>
                    <a:gd name="connsiteY19" fmla="*/ 305 h 43007"/>
                    <a:gd name="connsiteX20" fmla="*/ 11913 w 27010"/>
                    <a:gd name="connsiteY20" fmla="*/ 904 h 43007"/>
                    <a:gd name="connsiteX21" fmla="*/ 11967 w 27010"/>
                    <a:gd name="connsiteY21" fmla="*/ 1012 h 4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7010" h="43007">
                      <a:moveTo>
                        <a:pt x="11967" y="1012"/>
                      </a:moveTo>
                      <a:cubicBezTo>
                        <a:pt x="13547" y="4661"/>
                        <a:pt x="15125" y="7765"/>
                        <a:pt x="16977" y="10760"/>
                      </a:cubicBezTo>
                      <a:cubicBezTo>
                        <a:pt x="17848" y="12284"/>
                        <a:pt x="18719" y="13755"/>
                        <a:pt x="19700" y="15225"/>
                      </a:cubicBezTo>
                      <a:lnTo>
                        <a:pt x="22259" y="19799"/>
                      </a:lnTo>
                      <a:cubicBezTo>
                        <a:pt x="23131" y="21378"/>
                        <a:pt x="24492" y="22848"/>
                        <a:pt x="25690" y="24428"/>
                      </a:cubicBezTo>
                      <a:cubicBezTo>
                        <a:pt x="26888" y="26170"/>
                        <a:pt x="27323" y="28294"/>
                        <a:pt x="26778" y="30799"/>
                      </a:cubicBezTo>
                      <a:cubicBezTo>
                        <a:pt x="26234" y="33249"/>
                        <a:pt x="25145" y="36026"/>
                        <a:pt x="22912" y="38476"/>
                      </a:cubicBezTo>
                      <a:cubicBezTo>
                        <a:pt x="21878" y="39729"/>
                        <a:pt x="20516" y="40818"/>
                        <a:pt x="18937" y="41689"/>
                      </a:cubicBezTo>
                      <a:cubicBezTo>
                        <a:pt x="17086" y="42397"/>
                        <a:pt x="15561" y="43105"/>
                        <a:pt x="13383" y="42996"/>
                      </a:cubicBezTo>
                      <a:cubicBezTo>
                        <a:pt x="12566" y="42942"/>
                        <a:pt x="11804" y="42561"/>
                        <a:pt x="11314" y="41962"/>
                      </a:cubicBezTo>
                      <a:lnTo>
                        <a:pt x="11096" y="41689"/>
                      </a:lnTo>
                      <a:cubicBezTo>
                        <a:pt x="9680" y="40056"/>
                        <a:pt x="8917" y="39130"/>
                        <a:pt x="7556" y="38150"/>
                      </a:cubicBezTo>
                      <a:cubicBezTo>
                        <a:pt x="6522" y="37333"/>
                        <a:pt x="5487" y="36734"/>
                        <a:pt x="4671" y="36190"/>
                      </a:cubicBezTo>
                      <a:cubicBezTo>
                        <a:pt x="2873" y="35155"/>
                        <a:pt x="1675" y="34392"/>
                        <a:pt x="804" y="33358"/>
                      </a:cubicBezTo>
                      <a:cubicBezTo>
                        <a:pt x="-67" y="32378"/>
                        <a:pt x="-230" y="31016"/>
                        <a:pt x="314" y="29328"/>
                      </a:cubicBezTo>
                      <a:cubicBezTo>
                        <a:pt x="858" y="27477"/>
                        <a:pt x="1566" y="25516"/>
                        <a:pt x="1730" y="23665"/>
                      </a:cubicBezTo>
                      <a:lnTo>
                        <a:pt x="2492" y="17839"/>
                      </a:lnTo>
                      <a:cubicBezTo>
                        <a:pt x="2928" y="15878"/>
                        <a:pt x="3364" y="13864"/>
                        <a:pt x="3908" y="11849"/>
                      </a:cubicBezTo>
                      <a:cubicBezTo>
                        <a:pt x="5160" y="7873"/>
                        <a:pt x="6740" y="3898"/>
                        <a:pt x="9354" y="577"/>
                      </a:cubicBezTo>
                      <a:cubicBezTo>
                        <a:pt x="9843" y="-77"/>
                        <a:pt x="10824" y="-186"/>
                        <a:pt x="11477" y="305"/>
                      </a:cubicBezTo>
                      <a:cubicBezTo>
                        <a:pt x="11695" y="468"/>
                        <a:pt x="11858" y="686"/>
                        <a:pt x="11913" y="904"/>
                      </a:cubicBezTo>
                      <a:lnTo>
                        <a:pt x="11967" y="1012"/>
                      </a:ln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3" name="Forme libre : forme 1222">
                  <a:extLst>
                    <a:ext uri="{FF2B5EF4-FFF2-40B4-BE49-F238E27FC236}">
                      <a16:creationId xmlns:a16="http://schemas.microsoft.com/office/drawing/2014/main" id="{5E3AB409-B8CA-40EE-8273-32639F00269C}"/>
                    </a:ext>
                  </a:extLst>
                </p:cNvPr>
                <p:cNvSpPr/>
                <p:nvPr/>
              </p:nvSpPr>
              <p:spPr>
                <a:xfrm>
                  <a:off x="7976438" y="5200393"/>
                  <a:ext cx="27000" cy="43030"/>
                </a:xfrm>
                <a:custGeom>
                  <a:avLst/>
                  <a:gdLst>
                    <a:gd name="connsiteX0" fmla="*/ 18175 w 27000"/>
                    <a:gd name="connsiteY0" fmla="*/ 36974 h 43030"/>
                    <a:gd name="connsiteX1" fmla="*/ 17086 w 27000"/>
                    <a:gd name="connsiteY1" fmla="*/ 37736 h 43030"/>
                    <a:gd name="connsiteX2" fmla="*/ 17031 w 27000"/>
                    <a:gd name="connsiteY2" fmla="*/ 37791 h 43030"/>
                    <a:gd name="connsiteX3" fmla="*/ 14255 w 27000"/>
                    <a:gd name="connsiteY3" fmla="*/ 38662 h 43030"/>
                    <a:gd name="connsiteX4" fmla="*/ 10224 w 27000"/>
                    <a:gd name="connsiteY4" fmla="*/ 34741 h 43030"/>
                    <a:gd name="connsiteX5" fmla="*/ 7502 w 27000"/>
                    <a:gd name="connsiteY5" fmla="*/ 32836 h 43030"/>
                    <a:gd name="connsiteX6" fmla="*/ 6903 w 27000"/>
                    <a:gd name="connsiteY6" fmla="*/ 32454 h 43030"/>
                    <a:gd name="connsiteX7" fmla="*/ 4453 w 27000"/>
                    <a:gd name="connsiteY7" fmla="*/ 30875 h 43030"/>
                    <a:gd name="connsiteX8" fmla="*/ 4507 w 27000"/>
                    <a:gd name="connsiteY8" fmla="*/ 30603 h 43030"/>
                    <a:gd name="connsiteX9" fmla="*/ 4833 w 27000"/>
                    <a:gd name="connsiteY9" fmla="*/ 29514 h 43030"/>
                    <a:gd name="connsiteX10" fmla="*/ 6086 w 27000"/>
                    <a:gd name="connsiteY10" fmla="*/ 24341 h 43030"/>
                    <a:gd name="connsiteX11" fmla="*/ 6848 w 27000"/>
                    <a:gd name="connsiteY11" fmla="*/ 18677 h 43030"/>
                    <a:gd name="connsiteX12" fmla="*/ 8155 w 27000"/>
                    <a:gd name="connsiteY12" fmla="*/ 13232 h 43030"/>
                    <a:gd name="connsiteX13" fmla="*/ 10279 w 27000"/>
                    <a:gd name="connsiteY13" fmla="*/ 7678 h 43030"/>
                    <a:gd name="connsiteX14" fmla="*/ 13220 w 27000"/>
                    <a:gd name="connsiteY14" fmla="*/ 12960 h 43030"/>
                    <a:gd name="connsiteX15" fmla="*/ 15997 w 27000"/>
                    <a:gd name="connsiteY15" fmla="*/ 17534 h 43030"/>
                    <a:gd name="connsiteX16" fmla="*/ 18501 w 27000"/>
                    <a:gd name="connsiteY16" fmla="*/ 21945 h 43030"/>
                    <a:gd name="connsiteX17" fmla="*/ 21224 w 27000"/>
                    <a:gd name="connsiteY17" fmla="*/ 25757 h 43030"/>
                    <a:gd name="connsiteX18" fmla="*/ 22205 w 27000"/>
                    <a:gd name="connsiteY18" fmla="*/ 26955 h 43030"/>
                    <a:gd name="connsiteX19" fmla="*/ 22640 w 27000"/>
                    <a:gd name="connsiteY19" fmla="*/ 29895 h 43030"/>
                    <a:gd name="connsiteX20" fmla="*/ 19645 w 27000"/>
                    <a:gd name="connsiteY20" fmla="*/ 35722 h 43030"/>
                    <a:gd name="connsiteX21" fmla="*/ 18175 w 27000"/>
                    <a:gd name="connsiteY21" fmla="*/ 36974 h 43030"/>
                    <a:gd name="connsiteX22" fmla="*/ 20789 w 27000"/>
                    <a:gd name="connsiteY22" fmla="*/ 40459 h 43030"/>
                    <a:gd name="connsiteX23" fmla="*/ 22912 w 27000"/>
                    <a:gd name="connsiteY23" fmla="*/ 38444 h 43030"/>
                    <a:gd name="connsiteX24" fmla="*/ 26778 w 27000"/>
                    <a:gd name="connsiteY24" fmla="*/ 30766 h 43030"/>
                    <a:gd name="connsiteX25" fmla="*/ 25690 w 27000"/>
                    <a:gd name="connsiteY25" fmla="*/ 24395 h 43030"/>
                    <a:gd name="connsiteX26" fmla="*/ 22259 w 27000"/>
                    <a:gd name="connsiteY26" fmla="*/ 19767 h 43030"/>
                    <a:gd name="connsiteX27" fmla="*/ 19700 w 27000"/>
                    <a:gd name="connsiteY27" fmla="*/ 15193 h 43030"/>
                    <a:gd name="connsiteX28" fmla="*/ 16977 w 27000"/>
                    <a:gd name="connsiteY28" fmla="*/ 10727 h 43030"/>
                    <a:gd name="connsiteX29" fmla="*/ 11967 w 27000"/>
                    <a:gd name="connsiteY29" fmla="*/ 980 h 43030"/>
                    <a:gd name="connsiteX30" fmla="*/ 11913 w 27000"/>
                    <a:gd name="connsiteY30" fmla="*/ 926 h 43030"/>
                    <a:gd name="connsiteX31" fmla="*/ 11477 w 27000"/>
                    <a:gd name="connsiteY31" fmla="*/ 327 h 43030"/>
                    <a:gd name="connsiteX32" fmla="*/ 9625 w 27000"/>
                    <a:gd name="connsiteY32" fmla="*/ 327 h 43030"/>
                    <a:gd name="connsiteX33" fmla="*/ 9354 w 27000"/>
                    <a:gd name="connsiteY33" fmla="*/ 599 h 43030"/>
                    <a:gd name="connsiteX34" fmla="*/ 3908 w 27000"/>
                    <a:gd name="connsiteY34" fmla="*/ 11871 h 43030"/>
                    <a:gd name="connsiteX35" fmla="*/ 2492 w 27000"/>
                    <a:gd name="connsiteY35" fmla="*/ 17861 h 43030"/>
                    <a:gd name="connsiteX36" fmla="*/ 1730 w 27000"/>
                    <a:gd name="connsiteY36" fmla="*/ 23687 h 43030"/>
                    <a:gd name="connsiteX37" fmla="*/ 314 w 27000"/>
                    <a:gd name="connsiteY37" fmla="*/ 29351 h 43030"/>
                    <a:gd name="connsiteX38" fmla="*/ 804 w 27000"/>
                    <a:gd name="connsiteY38" fmla="*/ 33380 h 43030"/>
                    <a:gd name="connsiteX39" fmla="*/ 4671 w 27000"/>
                    <a:gd name="connsiteY39" fmla="*/ 36212 h 43030"/>
                    <a:gd name="connsiteX40" fmla="*/ 7556 w 27000"/>
                    <a:gd name="connsiteY40" fmla="*/ 38172 h 43030"/>
                    <a:gd name="connsiteX41" fmla="*/ 11096 w 27000"/>
                    <a:gd name="connsiteY41" fmla="*/ 41712 h 43030"/>
                    <a:gd name="connsiteX42" fmla="*/ 11314 w 27000"/>
                    <a:gd name="connsiteY42" fmla="*/ 41984 h 43030"/>
                    <a:gd name="connsiteX43" fmla="*/ 13383 w 27000"/>
                    <a:gd name="connsiteY43" fmla="*/ 43018 h 43030"/>
                    <a:gd name="connsiteX44" fmla="*/ 18937 w 27000"/>
                    <a:gd name="connsiteY44" fmla="*/ 41712 h 43030"/>
                    <a:gd name="connsiteX45" fmla="*/ 20789 w 27000"/>
                    <a:gd name="connsiteY45" fmla="*/ 40459 h 43030"/>
                    <a:gd name="connsiteX46" fmla="*/ 20789 w 27000"/>
                    <a:gd name="connsiteY46" fmla="*/ 40459 h 43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27000" h="43030">
                      <a:moveTo>
                        <a:pt x="18175" y="36974"/>
                      </a:moveTo>
                      <a:cubicBezTo>
                        <a:pt x="17848" y="37246"/>
                        <a:pt x="17467" y="37464"/>
                        <a:pt x="17086" y="37736"/>
                      </a:cubicBezTo>
                      <a:lnTo>
                        <a:pt x="17031" y="37791"/>
                      </a:lnTo>
                      <a:cubicBezTo>
                        <a:pt x="15779" y="38281"/>
                        <a:pt x="15016" y="38553"/>
                        <a:pt x="14255" y="38662"/>
                      </a:cubicBezTo>
                      <a:cubicBezTo>
                        <a:pt x="12947" y="37083"/>
                        <a:pt x="11913" y="35940"/>
                        <a:pt x="10224" y="34741"/>
                      </a:cubicBezTo>
                      <a:cubicBezTo>
                        <a:pt x="9245" y="33925"/>
                        <a:pt x="8264" y="33326"/>
                        <a:pt x="7502" y="32836"/>
                      </a:cubicBezTo>
                      <a:lnTo>
                        <a:pt x="6903" y="32454"/>
                      </a:lnTo>
                      <a:cubicBezTo>
                        <a:pt x="5759" y="31801"/>
                        <a:pt x="4997" y="31311"/>
                        <a:pt x="4453" y="30875"/>
                      </a:cubicBezTo>
                      <a:cubicBezTo>
                        <a:pt x="4453" y="30821"/>
                        <a:pt x="4507" y="30712"/>
                        <a:pt x="4507" y="30603"/>
                      </a:cubicBezTo>
                      <a:lnTo>
                        <a:pt x="4833" y="29514"/>
                      </a:lnTo>
                      <a:cubicBezTo>
                        <a:pt x="5324" y="27935"/>
                        <a:pt x="5868" y="26083"/>
                        <a:pt x="6086" y="24341"/>
                      </a:cubicBezTo>
                      <a:lnTo>
                        <a:pt x="6848" y="18677"/>
                      </a:lnTo>
                      <a:cubicBezTo>
                        <a:pt x="7284" y="16609"/>
                        <a:pt x="7720" y="14757"/>
                        <a:pt x="8155" y="13232"/>
                      </a:cubicBezTo>
                      <a:cubicBezTo>
                        <a:pt x="8809" y="11054"/>
                        <a:pt x="9516" y="9257"/>
                        <a:pt x="10279" y="7678"/>
                      </a:cubicBezTo>
                      <a:cubicBezTo>
                        <a:pt x="11259" y="9584"/>
                        <a:pt x="12239" y="11326"/>
                        <a:pt x="13220" y="12960"/>
                      </a:cubicBezTo>
                      <a:cubicBezTo>
                        <a:pt x="14036" y="14376"/>
                        <a:pt x="14908" y="15846"/>
                        <a:pt x="15997" y="17534"/>
                      </a:cubicBezTo>
                      <a:lnTo>
                        <a:pt x="18501" y="21945"/>
                      </a:lnTo>
                      <a:cubicBezTo>
                        <a:pt x="19264" y="23361"/>
                        <a:pt x="20244" y="24613"/>
                        <a:pt x="21224" y="25757"/>
                      </a:cubicBezTo>
                      <a:cubicBezTo>
                        <a:pt x="21606" y="26192"/>
                        <a:pt x="21932" y="26628"/>
                        <a:pt x="22205" y="26955"/>
                      </a:cubicBezTo>
                      <a:cubicBezTo>
                        <a:pt x="22531" y="27445"/>
                        <a:pt x="22967" y="28316"/>
                        <a:pt x="22640" y="29895"/>
                      </a:cubicBezTo>
                      <a:cubicBezTo>
                        <a:pt x="22150" y="32128"/>
                        <a:pt x="21170" y="34033"/>
                        <a:pt x="19645" y="35722"/>
                      </a:cubicBezTo>
                      <a:cubicBezTo>
                        <a:pt x="19155" y="36103"/>
                        <a:pt x="18719" y="36538"/>
                        <a:pt x="18175" y="36974"/>
                      </a:cubicBezTo>
                      <a:moveTo>
                        <a:pt x="20789" y="40459"/>
                      </a:moveTo>
                      <a:cubicBezTo>
                        <a:pt x="21606" y="39860"/>
                        <a:pt x="22314" y="39207"/>
                        <a:pt x="22912" y="38444"/>
                      </a:cubicBezTo>
                      <a:cubicBezTo>
                        <a:pt x="25145" y="35994"/>
                        <a:pt x="26234" y="33217"/>
                        <a:pt x="26778" y="30766"/>
                      </a:cubicBezTo>
                      <a:cubicBezTo>
                        <a:pt x="27323" y="28261"/>
                        <a:pt x="26833" y="26138"/>
                        <a:pt x="25690" y="24395"/>
                      </a:cubicBezTo>
                      <a:cubicBezTo>
                        <a:pt x="24491" y="22816"/>
                        <a:pt x="23130" y="21291"/>
                        <a:pt x="22259" y="19767"/>
                      </a:cubicBezTo>
                      <a:lnTo>
                        <a:pt x="19700" y="15193"/>
                      </a:lnTo>
                      <a:cubicBezTo>
                        <a:pt x="18719" y="13722"/>
                        <a:pt x="17848" y="12252"/>
                        <a:pt x="16977" y="10727"/>
                      </a:cubicBezTo>
                      <a:cubicBezTo>
                        <a:pt x="15125" y="7733"/>
                        <a:pt x="13547" y="4629"/>
                        <a:pt x="11967" y="980"/>
                      </a:cubicBezTo>
                      <a:lnTo>
                        <a:pt x="11913" y="926"/>
                      </a:lnTo>
                      <a:cubicBezTo>
                        <a:pt x="11804" y="708"/>
                        <a:pt x="11640" y="490"/>
                        <a:pt x="11477" y="327"/>
                      </a:cubicBezTo>
                      <a:cubicBezTo>
                        <a:pt x="10932" y="-109"/>
                        <a:pt x="10170" y="-109"/>
                        <a:pt x="9625" y="327"/>
                      </a:cubicBezTo>
                      <a:cubicBezTo>
                        <a:pt x="9516" y="381"/>
                        <a:pt x="9408" y="490"/>
                        <a:pt x="9354" y="599"/>
                      </a:cubicBezTo>
                      <a:cubicBezTo>
                        <a:pt x="6794" y="3921"/>
                        <a:pt x="5160" y="7896"/>
                        <a:pt x="3908" y="11871"/>
                      </a:cubicBezTo>
                      <a:cubicBezTo>
                        <a:pt x="3364" y="13886"/>
                        <a:pt x="2873" y="15846"/>
                        <a:pt x="2492" y="17861"/>
                      </a:cubicBezTo>
                      <a:lnTo>
                        <a:pt x="1730" y="23687"/>
                      </a:lnTo>
                      <a:cubicBezTo>
                        <a:pt x="1512" y="25593"/>
                        <a:pt x="858" y="27499"/>
                        <a:pt x="314" y="29351"/>
                      </a:cubicBezTo>
                      <a:cubicBezTo>
                        <a:pt x="-230" y="31093"/>
                        <a:pt x="-67" y="32400"/>
                        <a:pt x="804" y="33380"/>
                      </a:cubicBezTo>
                      <a:cubicBezTo>
                        <a:pt x="1675" y="34415"/>
                        <a:pt x="2928" y="35177"/>
                        <a:pt x="4671" y="36212"/>
                      </a:cubicBezTo>
                      <a:cubicBezTo>
                        <a:pt x="5487" y="36702"/>
                        <a:pt x="6522" y="37355"/>
                        <a:pt x="7556" y="38172"/>
                      </a:cubicBezTo>
                      <a:cubicBezTo>
                        <a:pt x="8917" y="39152"/>
                        <a:pt x="9680" y="40078"/>
                        <a:pt x="11096" y="41712"/>
                      </a:cubicBezTo>
                      <a:lnTo>
                        <a:pt x="11314" y="41984"/>
                      </a:lnTo>
                      <a:cubicBezTo>
                        <a:pt x="11804" y="42583"/>
                        <a:pt x="12566" y="42964"/>
                        <a:pt x="13383" y="43018"/>
                      </a:cubicBezTo>
                      <a:cubicBezTo>
                        <a:pt x="15616" y="43127"/>
                        <a:pt x="17140" y="42474"/>
                        <a:pt x="18937" y="41712"/>
                      </a:cubicBezTo>
                      <a:cubicBezTo>
                        <a:pt x="19591" y="41276"/>
                        <a:pt x="20190" y="40895"/>
                        <a:pt x="20789" y="40459"/>
                      </a:cubicBezTo>
                      <a:lnTo>
                        <a:pt x="20789" y="40459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4" name="Forme libre : forme 1223">
                  <a:extLst>
                    <a:ext uri="{FF2B5EF4-FFF2-40B4-BE49-F238E27FC236}">
                      <a16:creationId xmlns:a16="http://schemas.microsoft.com/office/drawing/2014/main" id="{AD92D21F-F47E-411F-81DF-E5B83292681E}"/>
                    </a:ext>
                  </a:extLst>
                </p:cNvPr>
                <p:cNvSpPr/>
                <p:nvPr/>
              </p:nvSpPr>
              <p:spPr>
                <a:xfrm>
                  <a:off x="7976383" y="5200361"/>
                  <a:ext cx="27010" cy="43007"/>
                </a:xfrm>
                <a:custGeom>
                  <a:avLst/>
                  <a:gdLst>
                    <a:gd name="connsiteX0" fmla="*/ 11967 w 27010"/>
                    <a:gd name="connsiteY0" fmla="*/ 1012 h 43007"/>
                    <a:gd name="connsiteX1" fmla="*/ 16977 w 27010"/>
                    <a:gd name="connsiteY1" fmla="*/ 10760 h 43007"/>
                    <a:gd name="connsiteX2" fmla="*/ 19700 w 27010"/>
                    <a:gd name="connsiteY2" fmla="*/ 15225 h 43007"/>
                    <a:gd name="connsiteX3" fmla="*/ 22259 w 27010"/>
                    <a:gd name="connsiteY3" fmla="*/ 19799 h 43007"/>
                    <a:gd name="connsiteX4" fmla="*/ 25690 w 27010"/>
                    <a:gd name="connsiteY4" fmla="*/ 24428 h 43007"/>
                    <a:gd name="connsiteX5" fmla="*/ 26778 w 27010"/>
                    <a:gd name="connsiteY5" fmla="*/ 30799 h 43007"/>
                    <a:gd name="connsiteX6" fmla="*/ 22912 w 27010"/>
                    <a:gd name="connsiteY6" fmla="*/ 38476 h 43007"/>
                    <a:gd name="connsiteX7" fmla="*/ 18937 w 27010"/>
                    <a:gd name="connsiteY7" fmla="*/ 41689 h 43007"/>
                    <a:gd name="connsiteX8" fmla="*/ 13383 w 27010"/>
                    <a:gd name="connsiteY8" fmla="*/ 42996 h 43007"/>
                    <a:gd name="connsiteX9" fmla="*/ 11314 w 27010"/>
                    <a:gd name="connsiteY9" fmla="*/ 41962 h 43007"/>
                    <a:gd name="connsiteX10" fmla="*/ 11096 w 27010"/>
                    <a:gd name="connsiteY10" fmla="*/ 41689 h 43007"/>
                    <a:gd name="connsiteX11" fmla="*/ 7556 w 27010"/>
                    <a:gd name="connsiteY11" fmla="*/ 38150 h 43007"/>
                    <a:gd name="connsiteX12" fmla="*/ 4671 w 27010"/>
                    <a:gd name="connsiteY12" fmla="*/ 36190 h 43007"/>
                    <a:gd name="connsiteX13" fmla="*/ 804 w 27010"/>
                    <a:gd name="connsiteY13" fmla="*/ 33358 h 43007"/>
                    <a:gd name="connsiteX14" fmla="*/ 314 w 27010"/>
                    <a:gd name="connsiteY14" fmla="*/ 29328 h 43007"/>
                    <a:gd name="connsiteX15" fmla="*/ 1730 w 27010"/>
                    <a:gd name="connsiteY15" fmla="*/ 23665 h 43007"/>
                    <a:gd name="connsiteX16" fmla="*/ 2492 w 27010"/>
                    <a:gd name="connsiteY16" fmla="*/ 17839 h 43007"/>
                    <a:gd name="connsiteX17" fmla="*/ 3908 w 27010"/>
                    <a:gd name="connsiteY17" fmla="*/ 11849 h 43007"/>
                    <a:gd name="connsiteX18" fmla="*/ 9354 w 27010"/>
                    <a:gd name="connsiteY18" fmla="*/ 577 h 43007"/>
                    <a:gd name="connsiteX19" fmla="*/ 11477 w 27010"/>
                    <a:gd name="connsiteY19" fmla="*/ 305 h 43007"/>
                    <a:gd name="connsiteX20" fmla="*/ 11913 w 27010"/>
                    <a:gd name="connsiteY20" fmla="*/ 904 h 43007"/>
                    <a:gd name="connsiteX21" fmla="*/ 11967 w 27010"/>
                    <a:gd name="connsiteY21" fmla="*/ 1012 h 4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7010" h="43007">
                      <a:moveTo>
                        <a:pt x="11967" y="1012"/>
                      </a:moveTo>
                      <a:cubicBezTo>
                        <a:pt x="13547" y="4661"/>
                        <a:pt x="15125" y="7765"/>
                        <a:pt x="16977" y="10760"/>
                      </a:cubicBezTo>
                      <a:cubicBezTo>
                        <a:pt x="17848" y="12284"/>
                        <a:pt x="18719" y="13755"/>
                        <a:pt x="19700" y="15225"/>
                      </a:cubicBezTo>
                      <a:lnTo>
                        <a:pt x="22259" y="19799"/>
                      </a:lnTo>
                      <a:cubicBezTo>
                        <a:pt x="23131" y="21378"/>
                        <a:pt x="24492" y="22848"/>
                        <a:pt x="25690" y="24428"/>
                      </a:cubicBezTo>
                      <a:cubicBezTo>
                        <a:pt x="26888" y="26170"/>
                        <a:pt x="27323" y="28294"/>
                        <a:pt x="26778" y="30799"/>
                      </a:cubicBezTo>
                      <a:cubicBezTo>
                        <a:pt x="26234" y="33249"/>
                        <a:pt x="25145" y="36026"/>
                        <a:pt x="22912" y="38476"/>
                      </a:cubicBezTo>
                      <a:cubicBezTo>
                        <a:pt x="21878" y="39729"/>
                        <a:pt x="20516" y="40818"/>
                        <a:pt x="18937" y="41689"/>
                      </a:cubicBezTo>
                      <a:cubicBezTo>
                        <a:pt x="17086" y="42397"/>
                        <a:pt x="15561" y="43105"/>
                        <a:pt x="13383" y="42996"/>
                      </a:cubicBezTo>
                      <a:cubicBezTo>
                        <a:pt x="12566" y="42942"/>
                        <a:pt x="11804" y="42561"/>
                        <a:pt x="11314" y="41962"/>
                      </a:cubicBezTo>
                      <a:lnTo>
                        <a:pt x="11096" y="41689"/>
                      </a:lnTo>
                      <a:cubicBezTo>
                        <a:pt x="9680" y="40056"/>
                        <a:pt x="8917" y="39130"/>
                        <a:pt x="7556" y="38150"/>
                      </a:cubicBezTo>
                      <a:cubicBezTo>
                        <a:pt x="6522" y="37333"/>
                        <a:pt x="5487" y="36734"/>
                        <a:pt x="4671" y="36190"/>
                      </a:cubicBezTo>
                      <a:cubicBezTo>
                        <a:pt x="2873" y="35155"/>
                        <a:pt x="1675" y="34392"/>
                        <a:pt x="804" y="33358"/>
                      </a:cubicBezTo>
                      <a:cubicBezTo>
                        <a:pt x="-67" y="32378"/>
                        <a:pt x="-230" y="31016"/>
                        <a:pt x="314" y="29328"/>
                      </a:cubicBezTo>
                      <a:cubicBezTo>
                        <a:pt x="858" y="27477"/>
                        <a:pt x="1566" y="25516"/>
                        <a:pt x="1730" y="23665"/>
                      </a:cubicBezTo>
                      <a:lnTo>
                        <a:pt x="2492" y="17839"/>
                      </a:lnTo>
                      <a:cubicBezTo>
                        <a:pt x="2928" y="15878"/>
                        <a:pt x="3364" y="13864"/>
                        <a:pt x="3908" y="11849"/>
                      </a:cubicBezTo>
                      <a:cubicBezTo>
                        <a:pt x="5160" y="7873"/>
                        <a:pt x="6740" y="3898"/>
                        <a:pt x="9354" y="577"/>
                      </a:cubicBezTo>
                      <a:cubicBezTo>
                        <a:pt x="9843" y="-77"/>
                        <a:pt x="10824" y="-186"/>
                        <a:pt x="11477" y="305"/>
                      </a:cubicBezTo>
                      <a:cubicBezTo>
                        <a:pt x="11695" y="468"/>
                        <a:pt x="11858" y="686"/>
                        <a:pt x="11913" y="904"/>
                      </a:cubicBezTo>
                      <a:lnTo>
                        <a:pt x="11967" y="1012"/>
                      </a:ln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225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8591317" y="4804024"/>
              <a:ext cx="558151" cy="493796"/>
              <a:chOff x="8591317" y="4804024"/>
              <a:chExt cx="558151" cy="493796"/>
            </a:xfrm>
            <a:solidFill>
              <a:schemeClr val="accent1"/>
            </a:solidFill>
          </p:grpSpPr>
          <p:sp>
            <p:nvSpPr>
              <p:cNvPr id="1226" name="Forme libre : forme 1225">
                <a:extLst>
                  <a:ext uri="{FF2B5EF4-FFF2-40B4-BE49-F238E27FC236}">
                    <a16:creationId xmlns:a16="http://schemas.microsoft.com/office/drawing/2014/main" id="{8597399C-C941-4CDC-92FD-05D1497FCA4D}"/>
                  </a:ext>
                </a:extLst>
              </p:cNvPr>
              <p:cNvSpPr/>
              <p:nvPr/>
            </p:nvSpPr>
            <p:spPr>
              <a:xfrm>
                <a:off x="8674680" y="5087725"/>
                <a:ext cx="128190" cy="58492"/>
              </a:xfrm>
              <a:custGeom>
                <a:avLst/>
                <a:gdLst>
                  <a:gd name="connsiteX0" fmla="*/ 127265 w 128190"/>
                  <a:gd name="connsiteY0" fmla="*/ 3052 h 58492"/>
                  <a:gd name="connsiteX1" fmla="*/ 99439 w 128190"/>
                  <a:gd name="connsiteY1" fmla="*/ 21676 h 58492"/>
                  <a:gd name="connsiteX2" fmla="*/ 86043 w 128190"/>
                  <a:gd name="connsiteY2" fmla="*/ 32131 h 58492"/>
                  <a:gd name="connsiteX3" fmla="*/ 71722 w 128190"/>
                  <a:gd name="connsiteY3" fmla="*/ 42368 h 58492"/>
                  <a:gd name="connsiteX4" fmla="*/ 56039 w 128190"/>
                  <a:gd name="connsiteY4" fmla="*/ 52768 h 58492"/>
                  <a:gd name="connsiteX5" fmla="*/ 37144 w 128190"/>
                  <a:gd name="connsiteY5" fmla="*/ 58432 h 58492"/>
                  <a:gd name="connsiteX6" fmla="*/ 18956 w 128190"/>
                  <a:gd name="connsiteY6" fmla="*/ 56254 h 58492"/>
                  <a:gd name="connsiteX7" fmla="*/ 1531 w 128190"/>
                  <a:gd name="connsiteY7" fmla="*/ 50482 h 58492"/>
                  <a:gd name="connsiteX8" fmla="*/ 1422 w 128190"/>
                  <a:gd name="connsiteY8" fmla="*/ 50427 h 58492"/>
                  <a:gd name="connsiteX9" fmla="*/ 115 w 128190"/>
                  <a:gd name="connsiteY9" fmla="*/ 47813 h 58492"/>
                  <a:gd name="connsiteX10" fmla="*/ 278 w 128190"/>
                  <a:gd name="connsiteY10" fmla="*/ 47487 h 58492"/>
                  <a:gd name="connsiteX11" fmla="*/ 15635 w 128190"/>
                  <a:gd name="connsiteY11" fmla="*/ 33437 h 58492"/>
                  <a:gd name="connsiteX12" fmla="*/ 30990 w 128190"/>
                  <a:gd name="connsiteY12" fmla="*/ 26413 h 58492"/>
                  <a:gd name="connsiteX13" fmla="*/ 44604 w 128190"/>
                  <a:gd name="connsiteY13" fmla="*/ 22601 h 58492"/>
                  <a:gd name="connsiteX14" fmla="*/ 59906 w 128190"/>
                  <a:gd name="connsiteY14" fmla="*/ 19171 h 58492"/>
                  <a:gd name="connsiteX15" fmla="*/ 75425 w 128190"/>
                  <a:gd name="connsiteY15" fmla="*/ 13289 h 58492"/>
                  <a:gd name="connsiteX16" fmla="*/ 91761 w 128190"/>
                  <a:gd name="connsiteY16" fmla="*/ 7354 h 58492"/>
                  <a:gd name="connsiteX17" fmla="*/ 126448 w 128190"/>
                  <a:gd name="connsiteY17" fmla="*/ 3 h 58492"/>
                  <a:gd name="connsiteX18" fmla="*/ 128190 w 128190"/>
                  <a:gd name="connsiteY18" fmla="*/ 1582 h 58492"/>
                  <a:gd name="connsiteX19" fmla="*/ 127265 w 128190"/>
                  <a:gd name="connsiteY19" fmla="*/ 3052 h 58492"/>
                  <a:gd name="connsiteX20" fmla="*/ 127265 w 128190"/>
                  <a:gd name="connsiteY20" fmla="*/ 3052 h 58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8190" h="58492">
                    <a:moveTo>
                      <a:pt x="127265" y="3052"/>
                    </a:moveTo>
                    <a:cubicBezTo>
                      <a:pt x="117191" y="8443"/>
                      <a:pt x="108206" y="14651"/>
                      <a:pt x="99439" y="21676"/>
                    </a:cubicBezTo>
                    <a:cubicBezTo>
                      <a:pt x="95028" y="25052"/>
                      <a:pt x="90563" y="28591"/>
                      <a:pt x="86043" y="32131"/>
                    </a:cubicBezTo>
                    <a:cubicBezTo>
                      <a:pt x="81415" y="35561"/>
                      <a:pt x="76732" y="38992"/>
                      <a:pt x="71722" y="42368"/>
                    </a:cubicBezTo>
                    <a:cubicBezTo>
                      <a:pt x="66712" y="45690"/>
                      <a:pt x="61703" y="49447"/>
                      <a:pt x="56039" y="52768"/>
                    </a:cubicBezTo>
                    <a:cubicBezTo>
                      <a:pt x="50485" y="56090"/>
                      <a:pt x="43896" y="57996"/>
                      <a:pt x="37144" y="58432"/>
                    </a:cubicBezTo>
                    <a:cubicBezTo>
                      <a:pt x="30337" y="58759"/>
                      <a:pt x="24456" y="57724"/>
                      <a:pt x="18956" y="56254"/>
                    </a:cubicBezTo>
                    <a:cubicBezTo>
                      <a:pt x="13347" y="54675"/>
                      <a:pt x="8338" y="52714"/>
                      <a:pt x="1531" y="50482"/>
                    </a:cubicBezTo>
                    <a:lnTo>
                      <a:pt x="1422" y="50427"/>
                    </a:lnTo>
                    <a:cubicBezTo>
                      <a:pt x="333" y="50046"/>
                      <a:pt x="-266" y="48902"/>
                      <a:pt x="115" y="47813"/>
                    </a:cubicBezTo>
                    <a:cubicBezTo>
                      <a:pt x="169" y="47704"/>
                      <a:pt x="224" y="47596"/>
                      <a:pt x="278" y="47487"/>
                    </a:cubicBezTo>
                    <a:cubicBezTo>
                      <a:pt x="3927" y="40789"/>
                      <a:pt x="10080" y="36596"/>
                      <a:pt x="15635" y="33437"/>
                    </a:cubicBezTo>
                    <a:cubicBezTo>
                      <a:pt x="21298" y="30334"/>
                      <a:pt x="26688" y="28210"/>
                      <a:pt x="30990" y="26413"/>
                    </a:cubicBezTo>
                    <a:cubicBezTo>
                      <a:pt x="35293" y="24453"/>
                      <a:pt x="39648" y="23472"/>
                      <a:pt x="44604" y="22601"/>
                    </a:cubicBezTo>
                    <a:cubicBezTo>
                      <a:pt x="49559" y="21948"/>
                      <a:pt x="54841" y="20968"/>
                      <a:pt x="59906" y="19171"/>
                    </a:cubicBezTo>
                    <a:cubicBezTo>
                      <a:pt x="64970" y="17483"/>
                      <a:pt x="70198" y="15359"/>
                      <a:pt x="75425" y="13289"/>
                    </a:cubicBezTo>
                    <a:cubicBezTo>
                      <a:pt x="80816" y="11329"/>
                      <a:pt x="86207" y="9260"/>
                      <a:pt x="91761" y="7354"/>
                    </a:cubicBezTo>
                    <a:cubicBezTo>
                      <a:pt x="102870" y="3651"/>
                      <a:pt x="114686" y="493"/>
                      <a:pt x="126448" y="3"/>
                    </a:cubicBezTo>
                    <a:cubicBezTo>
                      <a:pt x="127374" y="-51"/>
                      <a:pt x="128136" y="711"/>
                      <a:pt x="128190" y="1582"/>
                    </a:cubicBezTo>
                    <a:cubicBezTo>
                      <a:pt x="128190" y="2181"/>
                      <a:pt x="127864" y="2725"/>
                      <a:pt x="127265" y="3052"/>
                    </a:cubicBezTo>
                    <a:lnTo>
                      <a:pt x="127265" y="3052"/>
                    </a:ln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7" name="Forme libre : forme 1226">
                <a:extLst>
                  <a:ext uri="{FF2B5EF4-FFF2-40B4-BE49-F238E27FC236}">
                    <a16:creationId xmlns:a16="http://schemas.microsoft.com/office/drawing/2014/main" id="{A42DB045-AD9E-467B-931C-A00DDE9DD956}"/>
                  </a:ext>
                </a:extLst>
              </p:cNvPr>
              <p:cNvSpPr/>
              <p:nvPr/>
            </p:nvSpPr>
            <p:spPr>
              <a:xfrm>
                <a:off x="8648628" y="5058070"/>
                <a:ext cx="134380" cy="39329"/>
              </a:xfrm>
              <a:custGeom>
                <a:avLst/>
                <a:gdLst>
                  <a:gd name="connsiteX0" fmla="*/ 132406 w 134380"/>
                  <a:gd name="connsiteY0" fmla="*/ 10382 h 39329"/>
                  <a:gd name="connsiteX1" fmla="*/ 102130 w 134380"/>
                  <a:gd name="connsiteY1" fmla="*/ 16372 h 39329"/>
                  <a:gd name="connsiteX2" fmla="*/ 87046 w 134380"/>
                  <a:gd name="connsiteY2" fmla="*/ 23614 h 39329"/>
                  <a:gd name="connsiteX3" fmla="*/ 70601 w 134380"/>
                  <a:gd name="connsiteY3" fmla="*/ 30258 h 39329"/>
                  <a:gd name="connsiteX4" fmla="*/ 53775 w 134380"/>
                  <a:gd name="connsiteY4" fmla="*/ 36738 h 39329"/>
                  <a:gd name="connsiteX5" fmla="*/ 36078 w 134380"/>
                  <a:gd name="connsiteY5" fmla="*/ 39242 h 39329"/>
                  <a:gd name="connsiteX6" fmla="*/ 737 w 134380"/>
                  <a:gd name="connsiteY6" fmla="*/ 25901 h 39329"/>
                  <a:gd name="connsiteX7" fmla="*/ 465 w 134380"/>
                  <a:gd name="connsiteY7" fmla="*/ 22961 h 39329"/>
                  <a:gd name="connsiteX8" fmla="*/ 737 w 134380"/>
                  <a:gd name="connsiteY8" fmla="*/ 22688 h 39329"/>
                  <a:gd name="connsiteX9" fmla="*/ 792 w 134380"/>
                  <a:gd name="connsiteY9" fmla="*/ 22634 h 39329"/>
                  <a:gd name="connsiteX10" fmla="*/ 17182 w 134380"/>
                  <a:gd name="connsiteY10" fmla="*/ 12614 h 39329"/>
                  <a:gd name="connsiteX11" fmla="*/ 32756 w 134380"/>
                  <a:gd name="connsiteY11" fmla="*/ 6733 h 39329"/>
                  <a:gd name="connsiteX12" fmla="*/ 48439 w 134380"/>
                  <a:gd name="connsiteY12" fmla="*/ 4827 h 39329"/>
                  <a:gd name="connsiteX13" fmla="*/ 64666 w 134380"/>
                  <a:gd name="connsiteY13" fmla="*/ 4773 h 39329"/>
                  <a:gd name="connsiteX14" fmla="*/ 80784 w 134380"/>
                  <a:gd name="connsiteY14" fmla="*/ 2758 h 39329"/>
                  <a:gd name="connsiteX15" fmla="*/ 97992 w 134380"/>
                  <a:gd name="connsiteY15" fmla="*/ 471 h 39329"/>
                  <a:gd name="connsiteX16" fmla="*/ 116506 w 134380"/>
                  <a:gd name="connsiteY16" fmla="*/ 635 h 39329"/>
                  <a:gd name="connsiteX17" fmla="*/ 133713 w 134380"/>
                  <a:gd name="connsiteY17" fmla="*/ 7332 h 39329"/>
                  <a:gd name="connsiteX18" fmla="*/ 134040 w 134380"/>
                  <a:gd name="connsiteY18" fmla="*/ 9674 h 39329"/>
                  <a:gd name="connsiteX19" fmla="*/ 132406 w 134380"/>
                  <a:gd name="connsiteY19" fmla="*/ 10327 h 39329"/>
                  <a:gd name="connsiteX20" fmla="*/ 132406 w 134380"/>
                  <a:gd name="connsiteY20" fmla="*/ 10382 h 39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4380" h="39329">
                    <a:moveTo>
                      <a:pt x="132406" y="10382"/>
                    </a:moveTo>
                    <a:cubicBezTo>
                      <a:pt x="121515" y="8313"/>
                      <a:pt x="111823" y="11907"/>
                      <a:pt x="102130" y="16372"/>
                    </a:cubicBezTo>
                    <a:cubicBezTo>
                      <a:pt x="97229" y="18550"/>
                      <a:pt x="92328" y="21109"/>
                      <a:pt x="87046" y="23614"/>
                    </a:cubicBezTo>
                    <a:cubicBezTo>
                      <a:pt x="81655" y="26010"/>
                      <a:pt x="76156" y="28188"/>
                      <a:pt x="70601" y="30258"/>
                    </a:cubicBezTo>
                    <a:lnTo>
                      <a:pt x="53775" y="36738"/>
                    </a:lnTo>
                    <a:cubicBezTo>
                      <a:pt x="48057" y="38752"/>
                      <a:pt x="42122" y="39623"/>
                      <a:pt x="36078" y="39242"/>
                    </a:cubicBezTo>
                    <a:cubicBezTo>
                      <a:pt x="24044" y="38371"/>
                      <a:pt x="11846" y="35213"/>
                      <a:pt x="737" y="25901"/>
                    </a:cubicBezTo>
                    <a:cubicBezTo>
                      <a:pt x="-134" y="25139"/>
                      <a:pt x="-243" y="23832"/>
                      <a:pt x="465" y="22961"/>
                    </a:cubicBezTo>
                    <a:cubicBezTo>
                      <a:pt x="574" y="22852"/>
                      <a:pt x="628" y="22743"/>
                      <a:pt x="737" y="22688"/>
                    </a:cubicBezTo>
                    <a:lnTo>
                      <a:pt x="792" y="22634"/>
                    </a:lnTo>
                    <a:cubicBezTo>
                      <a:pt x="6509" y="18060"/>
                      <a:pt x="11900" y="15228"/>
                      <a:pt x="17182" y="12614"/>
                    </a:cubicBezTo>
                    <a:cubicBezTo>
                      <a:pt x="22464" y="10164"/>
                      <a:pt x="27637" y="8204"/>
                      <a:pt x="32756" y="6733"/>
                    </a:cubicBezTo>
                    <a:cubicBezTo>
                      <a:pt x="37874" y="5263"/>
                      <a:pt x="43048" y="4610"/>
                      <a:pt x="48439" y="4827"/>
                    </a:cubicBezTo>
                    <a:cubicBezTo>
                      <a:pt x="53830" y="5045"/>
                      <a:pt x="59275" y="5318"/>
                      <a:pt x="64666" y="4773"/>
                    </a:cubicBezTo>
                    <a:cubicBezTo>
                      <a:pt x="70002" y="4283"/>
                      <a:pt x="75393" y="3630"/>
                      <a:pt x="80784" y="2758"/>
                    </a:cubicBezTo>
                    <a:cubicBezTo>
                      <a:pt x="86229" y="2050"/>
                      <a:pt x="92056" y="1125"/>
                      <a:pt x="97992" y="471"/>
                    </a:cubicBezTo>
                    <a:cubicBezTo>
                      <a:pt x="104036" y="-19"/>
                      <a:pt x="110244" y="-345"/>
                      <a:pt x="116506" y="635"/>
                    </a:cubicBezTo>
                    <a:cubicBezTo>
                      <a:pt x="122714" y="1451"/>
                      <a:pt x="128867" y="3739"/>
                      <a:pt x="133713" y="7332"/>
                    </a:cubicBezTo>
                    <a:cubicBezTo>
                      <a:pt x="134475" y="7877"/>
                      <a:pt x="134584" y="8911"/>
                      <a:pt x="134040" y="9674"/>
                    </a:cubicBezTo>
                    <a:cubicBezTo>
                      <a:pt x="133659" y="10218"/>
                      <a:pt x="133006" y="10436"/>
                      <a:pt x="132406" y="10327"/>
                    </a:cubicBezTo>
                    <a:lnTo>
                      <a:pt x="132406" y="10382"/>
                    </a:ln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8" name="Forme libre : forme 1227">
                <a:extLst>
                  <a:ext uri="{FF2B5EF4-FFF2-40B4-BE49-F238E27FC236}">
                    <a16:creationId xmlns:a16="http://schemas.microsoft.com/office/drawing/2014/main" id="{3554F644-1488-461D-94FD-249FD9E2BFB5}"/>
                  </a:ext>
                </a:extLst>
              </p:cNvPr>
              <p:cNvSpPr/>
              <p:nvPr/>
            </p:nvSpPr>
            <p:spPr>
              <a:xfrm>
                <a:off x="8637995" y="5008027"/>
                <a:ext cx="135773" cy="37811"/>
              </a:xfrm>
              <a:custGeom>
                <a:avLst/>
                <a:gdLst>
                  <a:gd name="connsiteX0" fmla="*/ 133455 w 135773"/>
                  <a:gd name="connsiteY0" fmla="*/ 37718 h 37811"/>
                  <a:gd name="connsiteX1" fmla="*/ 100347 w 135773"/>
                  <a:gd name="connsiteY1" fmla="*/ 33198 h 37811"/>
                  <a:gd name="connsiteX2" fmla="*/ 83140 w 135773"/>
                  <a:gd name="connsiteY2" fmla="*/ 33253 h 37811"/>
                  <a:gd name="connsiteX3" fmla="*/ 66096 w 135773"/>
                  <a:gd name="connsiteY3" fmla="*/ 33579 h 37811"/>
                  <a:gd name="connsiteX4" fmla="*/ 49106 w 135773"/>
                  <a:gd name="connsiteY4" fmla="*/ 35540 h 37811"/>
                  <a:gd name="connsiteX5" fmla="*/ 29394 w 135773"/>
                  <a:gd name="connsiteY5" fmla="*/ 33797 h 37811"/>
                  <a:gd name="connsiteX6" fmla="*/ 18667 w 135773"/>
                  <a:gd name="connsiteY6" fmla="*/ 28678 h 37811"/>
                  <a:gd name="connsiteX7" fmla="*/ 10227 w 135773"/>
                  <a:gd name="connsiteY7" fmla="*/ 20892 h 37811"/>
                  <a:gd name="connsiteX8" fmla="*/ 5598 w 135773"/>
                  <a:gd name="connsiteY8" fmla="*/ 13268 h 37811"/>
                  <a:gd name="connsiteX9" fmla="*/ 697 w 135773"/>
                  <a:gd name="connsiteY9" fmla="*/ 5754 h 37811"/>
                  <a:gd name="connsiteX10" fmla="*/ 534 w 135773"/>
                  <a:gd name="connsiteY10" fmla="*/ 5536 h 37811"/>
                  <a:gd name="connsiteX11" fmla="*/ 697 w 135773"/>
                  <a:gd name="connsiteY11" fmla="*/ 2650 h 37811"/>
                  <a:gd name="connsiteX12" fmla="*/ 915 w 135773"/>
                  <a:gd name="connsiteY12" fmla="*/ 2486 h 37811"/>
                  <a:gd name="connsiteX13" fmla="*/ 12513 w 135773"/>
                  <a:gd name="connsiteY13" fmla="*/ 36 h 37811"/>
                  <a:gd name="connsiteX14" fmla="*/ 22751 w 135773"/>
                  <a:gd name="connsiteY14" fmla="*/ 1506 h 37811"/>
                  <a:gd name="connsiteX15" fmla="*/ 29612 w 135773"/>
                  <a:gd name="connsiteY15" fmla="*/ 1996 h 37811"/>
                  <a:gd name="connsiteX16" fmla="*/ 35602 w 135773"/>
                  <a:gd name="connsiteY16" fmla="*/ 1724 h 37811"/>
                  <a:gd name="connsiteX17" fmla="*/ 50576 w 135773"/>
                  <a:gd name="connsiteY17" fmla="*/ 3194 h 37811"/>
                  <a:gd name="connsiteX18" fmla="*/ 68383 w 135773"/>
                  <a:gd name="connsiteY18" fmla="*/ 7496 h 37811"/>
                  <a:gd name="connsiteX19" fmla="*/ 85971 w 135773"/>
                  <a:gd name="connsiteY19" fmla="*/ 11634 h 37811"/>
                  <a:gd name="connsiteX20" fmla="*/ 103179 w 135773"/>
                  <a:gd name="connsiteY20" fmla="*/ 17026 h 37811"/>
                  <a:gd name="connsiteX21" fmla="*/ 120223 w 135773"/>
                  <a:gd name="connsiteY21" fmla="*/ 23941 h 37811"/>
                  <a:gd name="connsiteX22" fmla="*/ 135361 w 135773"/>
                  <a:gd name="connsiteY22" fmla="*/ 35050 h 37811"/>
                  <a:gd name="connsiteX23" fmla="*/ 135198 w 135773"/>
                  <a:gd name="connsiteY23" fmla="*/ 37391 h 37811"/>
                  <a:gd name="connsiteX24" fmla="*/ 133455 w 135773"/>
                  <a:gd name="connsiteY24" fmla="*/ 37663 h 37811"/>
                  <a:gd name="connsiteX25" fmla="*/ 133455 w 135773"/>
                  <a:gd name="connsiteY25" fmla="*/ 37718 h 37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5773" h="37811">
                    <a:moveTo>
                      <a:pt x="133455" y="37718"/>
                    </a:moveTo>
                    <a:cubicBezTo>
                      <a:pt x="122891" y="33198"/>
                      <a:pt x="112000" y="33307"/>
                      <a:pt x="100347" y="33198"/>
                    </a:cubicBezTo>
                    <a:cubicBezTo>
                      <a:pt x="94575" y="33089"/>
                      <a:pt x="88858" y="33089"/>
                      <a:pt x="83140" y="33253"/>
                    </a:cubicBezTo>
                    <a:cubicBezTo>
                      <a:pt x="77422" y="33253"/>
                      <a:pt x="71759" y="33362"/>
                      <a:pt x="66096" y="33579"/>
                    </a:cubicBezTo>
                    <a:cubicBezTo>
                      <a:pt x="60433" y="33797"/>
                      <a:pt x="54769" y="34723"/>
                      <a:pt x="49106" y="35540"/>
                    </a:cubicBezTo>
                    <a:cubicBezTo>
                      <a:pt x="43334" y="36302"/>
                      <a:pt x="36582" y="36193"/>
                      <a:pt x="29394" y="33797"/>
                    </a:cubicBezTo>
                    <a:cubicBezTo>
                      <a:pt x="25855" y="32599"/>
                      <a:pt x="22152" y="30966"/>
                      <a:pt x="18667" y="28678"/>
                    </a:cubicBezTo>
                    <a:cubicBezTo>
                      <a:pt x="15127" y="26391"/>
                      <a:pt x="12132" y="23505"/>
                      <a:pt x="10227" y="20892"/>
                    </a:cubicBezTo>
                    <a:cubicBezTo>
                      <a:pt x="8211" y="18278"/>
                      <a:pt x="6959" y="15610"/>
                      <a:pt x="5598" y="13268"/>
                    </a:cubicBezTo>
                    <a:cubicBezTo>
                      <a:pt x="4345" y="10709"/>
                      <a:pt x="3093" y="8422"/>
                      <a:pt x="697" y="5754"/>
                    </a:cubicBezTo>
                    <a:lnTo>
                      <a:pt x="534" y="5536"/>
                    </a:lnTo>
                    <a:cubicBezTo>
                      <a:pt x="-229" y="4719"/>
                      <a:pt x="-174" y="3412"/>
                      <a:pt x="697" y="2650"/>
                    </a:cubicBezTo>
                    <a:cubicBezTo>
                      <a:pt x="751" y="2595"/>
                      <a:pt x="860" y="2541"/>
                      <a:pt x="915" y="2486"/>
                    </a:cubicBezTo>
                    <a:cubicBezTo>
                      <a:pt x="4291" y="199"/>
                      <a:pt x="8647" y="-127"/>
                      <a:pt x="12513" y="36"/>
                    </a:cubicBezTo>
                    <a:cubicBezTo>
                      <a:pt x="16325" y="362"/>
                      <a:pt x="19864" y="962"/>
                      <a:pt x="22751" y="1506"/>
                    </a:cubicBezTo>
                    <a:cubicBezTo>
                      <a:pt x="25746" y="2051"/>
                      <a:pt x="27761" y="2105"/>
                      <a:pt x="29612" y="1996"/>
                    </a:cubicBezTo>
                    <a:lnTo>
                      <a:pt x="35602" y="1724"/>
                    </a:lnTo>
                    <a:cubicBezTo>
                      <a:pt x="39849" y="1561"/>
                      <a:pt x="44750" y="1887"/>
                      <a:pt x="50576" y="3194"/>
                    </a:cubicBezTo>
                    <a:cubicBezTo>
                      <a:pt x="56512" y="4555"/>
                      <a:pt x="62448" y="6244"/>
                      <a:pt x="68383" y="7496"/>
                    </a:cubicBezTo>
                    <a:cubicBezTo>
                      <a:pt x="74318" y="8749"/>
                      <a:pt x="80145" y="10164"/>
                      <a:pt x="85971" y="11634"/>
                    </a:cubicBezTo>
                    <a:cubicBezTo>
                      <a:pt x="91798" y="13322"/>
                      <a:pt x="97516" y="15120"/>
                      <a:pt x="103179" y="17026"/>
                    </a:cubicBezTo>
                    <a:cubicBezTo>
                      <a:pt x="108788" y="19095"/>
                      <a:pt x="114614" y="21110"/>
                      <a:pt x="120223" y="23941"/>
                    </a:cubicBezTo>
                    <a:cubicBezTo>
                      <a:pt x="125832" y="26718"/>
                      <a:pt x="131223" y="30367"/>
                      <a:pt x="135361" y="35050"/>
                    </a:cubicBezTo>
                    <a:cubicBezTo>
                      <a:pt x="135960" y="35757"/>
                      <a:pt x="135906" y="36792"/>
                      <a:pt x="135198" y="37391"/>
                    </a:cubicBezTo>
                    <a:cubicBezTo>
                      <a:pt x="134708" y="37827"/>
                      <a:pt x="134000" y="37936"/>
                      <a:pt x="133455" y="37663"/>
                    </a:cubicBezTo>
                    <a:lnTo>
                      <a:pt x="133455" y="37718"/>
                    </a:ln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9" name="Forme libre : forme 1228">
                <a:extLst>
                  <a:ext uri="{FF2B5EF4-FFF2-40B4-BE49-F238E27FC236}">
                    <a16:creationId xmlns:a16="http://schemas.microsoft.com/office/drawing/2014/main" id="{61F1F5BA-4DF1-4378-AB9F-126B035B1CAF}"/>
                  </a:ext>
                </a:extLst>
              </p:cNvPr>
              <p:cNvSpPr/>
              <p:nvPr/>
            </p:nvSpPr>
            <p:spPr>
              <a:xfrm>
                <a:off x="8730847" y="4932755"/>
                <a:ext cx="62046" cy="99337"/>
              </a:xfrm>
              <a:custGeom>
                <a:avLst/>
                <a:gdLst>
                  <a:gd name="connsiteX0" fmla="*/ 59499 w 62046"/>
                  <a:gd name="connsiteY0" fmla="*/ 99104 h 99337"/>
                  <a:gd name="connsiteX1" fmla="*/ 35866 w 62046"/>
                  <a:gd name="connsiteY1" fmla="*/ 80317 h 99337"/>
                  <a:gd name="connsiteX2" fmla="*/ 25683 w 62046"/>
                  <a:gd name="connsiteY2" fmla="*/ 68719 h 99337"/>
                  <a:gd name="connsiteX3" fmla="*/ 16916 w 62046"/>
                  <a:gd name="connsiteY3" fmla="*/ 55813 h 99337"/>
                  <a:gd name="connsiteX4" fmla="*/ 8530 w 62046"/>
                  <a:gd name="connsiteY4" fmla="*/ 43071 h 99337"/>
                  <a:gd name="connsiteX5" fmla="*/ 3357 w 62046"/>
                  <a:gd name="connsiteY5" fmla="*/ 30928 h 99337"/>
                  <a:gd name="connsiteX6" fmla="*/ 1778 w 62046"/>
                  <a:gd name="connsiteY6" fmla="*/ 18457 h 99337"/>
                  <a:gd name="connsiteX7" fmla="*/ 35 w 62046"/>
                  <a:gd name="connsiteY7" fmla="*/ 2938 h 99337"/>
                  <a:gd name="connsiteX8" fmla="*/ 35 w 62046"/>
                  <a:gd name="connsiteY8" fmla="*/ 2829 h 99337"/>
                  <a:gd name="connsiteX9" fmla="*/ 1886 w 62046"/>
                  <a:gd name="connsiteY9" fmla="*/ 270 h 99337"/>
                  <a:gd name="connsiteX10" fmla="*/ 1886 w 62046"/>
                  <a:gd name="connsiteY10" fmla="*/ 270 h 99337"/>
                  <a:gd name="connsiteX11" fmla="*/ 20401 w 62046"/>
                  <a:gd name="connsiteY11" fmla="*/ 4844 h 99337"/>
                  <a:gd name="connsiteX12" fmla="*/ 33035 w 62046"/>
                  <a:gd name="connsiteY12" fmla="*/ 17205 h 99337"/>
                  <a:gd name="connsiteX13" fmla="*/ 38752 w 62046"/>
                  <a:gd name="connsiteY13" fmla="*/ 31581 h 99337"/>
                  <a:gd name="connsiteX14" fmla="*/ 40930 w 62046"/>
                  <a:gd name="connsiteY14" fmla="*/ 45467 h 99337"/>
                  <a:gd name="connsiteX15" fmla="*/ 44742 w 62046"/>
                  <a:gd name="connsiteY15" fmla="*/ 58318 h 99337"/>
                  <a:gd name="connsiteX16" fmla="*/ 49425 w 62046"/>
                  <a:gd name="connsiteY16" fmla="*/ 71223 h 99337"/>
                  <a:gd name="connsiteX17" fmla="*/ 61840 w 62046"/>
                  <a:gd name="connsiteY17" fmla="*/ 96871 h 99337"/>
                  <a:gd name="connsiteX18" fmla="*/ 61187 w 62046"/>
                  <a:gd name="connsiteY18" fmla="*/ 99158 h 99337"/>
                  <a:gd name="connsiteX19" fmla="*/ 59499 w 62046"/>
                  <a:gd name="connsiteY19" fmla="*/ 99104 h 99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2046" h="99337">
                    <a:moveTo>
                      <a:pt x="59499" y="99104"/>
                    </a:moveTo>
                    <a:cubicBezTo>
                      <a:pt x="50895" y="93985"/>
                      <a:pt x="43108" y="87505"/>
                      <a:pt x="35866" y="80317"/>
                    </a:cubicBezTo>
                    <a:cubicBezTo>
                      <a:pt x="32327" y="76669"/>
                      <a:pt x="28896" y="72803"/>
                      <a:pt x="25683" y="68719"/>
                    </a:cubicBezTo>
                    <a:cubicBezTo>
                      <a:pt x="22579" y="64580"/>
                      <a:pt x="19693" y="60278"/>
                      <a:pt x="16916" y="55813"/>
                    </a:cubicBezTo>
                    <a:cubicBezTo>
                      <a:pt x="14193" y="51293"/>
                      <a:pt x="11253" y="47100"/>
                      <a:pt x="8530" y="43071"/>
                    </a:cubicBezTo>
                    <a:cubicBezTo>
                      <a:pt x="5862" y="39041"/>
                      <a:pt x="4174" y="35012"/>
                      <a:pt x="3357" y="30928"/>
                    </a:cubicBezTo>
                    <a:cubicBezTo>
                      <a:pt x="2485" y="26844"/>
                      <a:pt x="2104" y="22814"/>
                      <a:pt x="1778" y="18457"/>
                    </a:cubicBezTo>
                    <a:cubicBezTo>
                      <a:pt x="1451" y="14047"/>
                      <a:pt x="1124" y="9418"/>
                      <a:pt x="35" y="2938"/>
                    </a:cubicBezTo>
                    <a:lnTo>
                      <a:pt x="35" y="2829"/>
                    </a:lnTo>
                    <a:cubicBezTo>
                      <a:pt x="-183" y="1631"/>
                      <a:pt x="634" y="433"/>
                      <a:pt x="1886" y="270"/>
                    </a:cubicBezTo>
                    <a:lnTo>
                      <a:pt x="1886" y="270"/>
                    </a:lnTo>
                    <a:cubicBezTo>
                      <a:pt x="8693" y="-819"/>
                      <a:pt x="15119" y="1522"/>
                      <a:pt x="20401" y="4844"/>
                    </a:cubicBezTo>
                    <a:cubicBezTo>
                      <a:pt x="25683" y="8220"/>
                      <a:pt x="29876" y="12631"/>
                      <a:pt x="33035" y="17205"/>
                    </a:cubicBezTo>
                    <a:cubicBezTo>
                      <a:pt x="36247" y="21779"/>
                      <a:pt x="38044" y="26680"/>
                      <a:pt x="38752" y="31581"/>
                    </a:cubicBezTo>
                    <a:cubicBezTo>
                      <a:pt x="39460" y="36482"/>
                      <a:pt x="39841" y="41219"/>
                      <a:pt x="40930" y="45467"/>
                    </a:cubicBezTo>
                    <a:cubicBezTo>
                      <a:pt x="41964" y="49768"/>
                      <a:pt x="43272" y="54070"/>
                      <a:pt x="44742" y="58318"/>
                    </a:cubicBezTo>
                    <a:cubicBezTo>
                      <a:pt x="46103" y="62674"/>
                      <a:pt x="47628" y="66976"/>
                      <a:pt x="49425" y="71223"/>
                    </a:cubicBezTo>
                    <a:cubicBezTo>
                      <a:pt x="52801" y="79882"/>
                      <a:pt x="57103" y="88267"/>
                      <a:pt x="61840" y="96871"/>
                    </a:cubicBezTo>
                    <a:cubicBezTo>
                      <a:pt x="62276" y="97688"/>
                      <a:pt x="62004" y="98723"/>
                      <a:pt x="61187" y="99158"/>
                    </a:cubicBezTo>
                    <a:cubicBezTo>
                      <a:pt x="60697" y="99431"/>
                      <a:pt x="60043" y="99376"/>
                      <a:pt x="59499" y="99104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0" name="Forme libre : forme 1229">
                <a:extLst>
                  <a:ext uri="{FF2B5EF4-FFF2-40B4-BE49-F238E27FC236}">
                    <a16:creationId xmlns:a16="http://schemas.microsoft.com/office/drawing/2014/main" id="{9B25F098-BEEF-4788-819A-14F060E8ADB4}"/>
                  </a:ext>
                </a:extLst>
              </p:cNvPr>
              <p:cNvSpPr/>
              <p:nvPr/>
            </p:nvSpPr>
            <p:spPr>
              <a:xfrm>
                <a:off x="8760774" y="4906384"/>
                <a:ext cx="55056" cy="112268"/>
              </a:xfrm>
              <a:custGeom>
                <a:avLst/>
                <a:gdLst>
                  <a:gd name="connsiteX0" fmla="*/ 52279 w 55056"/>
                  <a:gd name="connsiteY0" fmla="*/ 111861 h 112268"/>
                  <a:gd name="connsiteX1" fmla="*/ 30934 w 55056"/>
                  <a:gd name="connsiteY1" fmla="*/ 87793 h 112268"/>
                  <a:gd name="connsiteX2" fmla="*/ 22058 w 55056"/>
                  <a:gd name="connsiteY2" fmla="*/ 74070 h 112268"/>
                  <a:gd name="connsiteX3" fmla="*/ 14652 w 55056"/>
                  <a:gd name="connsiteY3" fmla="*/ 59368 h 112268"/>
                  <a:gd name="connsiteX4" fmla="*/ 7519 w 55056"/>
                  <a:gd name="connsiteY4" fmla="*/ 44720 h 112268"/>
                  <a:gd name="connsiteX5" fmla="*/ 3543 w 55056"/>
                  <a:gd name="connsiteY5" fmla="*/ 31596 h 112268"/>
                  <a:gd name="connsiteX6" fmla="*/ 2509 w 55056"/>
                  <a:gd name="connsiteY6" fmla="*/ 18909 h 112268"/>
                  <a:gd name="connsiteX7" fmla="*/ 113 w 55056"/>
                  <a:gd name="connsiteY7" fmla="*/ 3117 h 112268"/>
                  <a:gd name="connsiteX8" fmla="*/ 58 w 55056"/>
                  <a:gd name="connsiteY8" fmla="*/ 2954 h 112268"/>
                  <a:gd name="connsiteX9" fmla="*/ 1638 w 55056"/>
                  <a:gd name="connsiteY9" fmla="*/ 340 h 112268"/>
                  <a:gd name="connsiteX10" fmla="*/ 1801 w 55056"/>
                  <a:gd name="connsiteY10" fmla="*/ 285 h 112268"/>
                  <a:gd name="connsiteX11" fmla="*/ 21405 w 55056"/>
                  <a:gd name="connsiteY11" fmla="*/ 5676 h 112268"/>
                  <a:gd name="connsiteX12" fmla="*/ 34201 w 55056"/>
                  <a:gd name="connsiteY12" fmla="*/ 20379 h 112268"/>
                  <a:gd name="connsiteX13" fmla="*/ 38884 w 55056"/>
                  <a:gd name="connsiteY13" fmla="*/ 36769 h 112268"/>
                  <a:gd name="connsiteX14" fmla="*/ 39701 w 55056"/>
                  <a:gd name="connsiteY14" fmla="*/ 51799 h 112268"/>
                  <a:gd name="connsiteX15" fmla="*/ 42315 w 55056"/>
                  <a:gd name="connsiteY15" fmla="*/ 66175 h 112268"/>
                  <a:gd name="connsiteX16" fmla="*/ 45636 w 55056"/>
                  <a:gd name="connsiteY16" fmla="*/ 80714 h 112268"/>
                  <a:gd name="connsiteX17" fmla="*/ 54948 w 55056"/>
                  <a:gd name="connsiteY17" fmla="*/ 109955 h 112268"/>
                  <a:gd name="connsiteX18" fmla="*/ 53968 w 55056"/>
                  <a:gd name="connsiteY18" fmla="*/ 112134 h 112268"/>
                  <a:gd name="connsiteX19" fmla="*/ 52279 w 55056"/>
                  <a:gd name="connsiteY19" fmla="*/ 111861 h 11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5056" h="112268">
                    <a:moveTo>
                      <a:pt x="52279" y="111861"/>
                    </a:moveTo>
                    <a:cubicBezTo>
                      <a:pt x="44329" y="104782"/>
                      <a:pt x="37359" y="96560"/>
                      <a:pt x="30934" y="87793"/>
                    </a:cubicBezTo>
                    <a:cubicBezTo>
                      <a:pt x="27830" y="83382"/>
                      <a:pt x="24835" y="78808"/>
                      <a:pt x="22058" y="74070"/>
                    </a:cubicBezTo>
                    <a:cubicBezTo>
                      <a:pt x="19444" y="69278"/>
                      <a:pt x="16939" y="64378"/>
                      <a:pt x="14652" y="59368"/>
                    </a:cubicBezTo>
                    <a:cubicBezTo>
                      <a:pt x="12419" y="54358"/>
                      <a:pt x="9751" y="49240"/>
                      <a:pt x="7519" y="44720"/>
                    </a:cubicBezTo>
                    <a:cubicBezTo>
                      <a:pt x="5286" y="40091"/>
                      <a:pt x="4033" y="35789"/>
                      <a:pt x="3543" y="31596"/>
                    </a:cubicBezTo>
                    <a:cubicBezTo>
                      <a:pt x="2999" y="27404"/>
                      <a:pt x="2836" y="23374"/>
                      <a:pt x="2509" y="18909"/>
                    </a:cubicBezTo>
                    <a:cubicBezTo>
                      <a:pt x="2182" y="14389"/>
                      <a:pt x="1801" y="9652"/>
                      <a:pt x="113" y="3117"/>
                    </a:cubicBezTo>
                    <a:lnTo>
                      <a:pt x="58" y="2954"/>
                    </a:lnTo>
                    <a:cubicBezTo>
                      <a:pt x="-214" y="1810"/>
                      <a:pt x="494" y="612"/>
                      <a:pt x="1638" y="340"/>
                    </a:cubicBezTo>
                    <a:cubicBezTo>
                      <a:pt x="1692" y="340"/>
                      <a:pt x="1747" y="340"/>
                      <a:pt x="1801" y="285"/>
                    </a:cubicBezTo>
                    <a:cubicBezTo>
                      <a:pt x="8934" y="-913"/>
                      <a:pt x="15905" y="1810"/>
                      <a:pt x="21405" y="5676"/>
                    </a:cubicBezTo>
                    <a:cubicBezTo>
                      <a:pt x="26959" y="9597"/>
                      <a:pt x="31206" y="14933"/>
                      <a:pt x="34201" y="20379"/>
                    </a:cubicBezTo>
                    <a:cubicBezTo>
                      <a:pt x="37196" y="25824"/>
                      <a:pt x="38611" y="31433"/>
                      <a:pt x="38884" y="36769"/>
                    </a:cubicBezTo>
                    <a:cubicBezTo>
                      <a:pt x="39102" y="42160"/>
                      <a:pt x="38993" y="47007"/>
                      <a:pt x="39701" y="51799"/>
                    </a:cubicBezTo>
                    <a:cubicBezTo>
                      <a:pt x="40354" y="56591"/>
                      <a:pt x="41280" y="61383"/>
                      <a:pt x="42315" y="66175"/>
                    </a:cubicBezTo>
                    <a:cubicBezTo>
                      <a:pt x="43241" y="71021"/>
                      <a:pt x="44329" y="75867"/>
                      <a:pt x="45636" y="80714"/>
                    </a:cubicBezTo>
                    <a:cubicBezTo>
                      <a:pt x="48087" y="90461"/>
                      <a:pt x="51354" y="100099"/>
                      <a:pt x="54948" y="109955"/>
                    </a:cubicBezTo>
                    <a:cubicBezTo>
                      <a:pt x="55275" y="110827"/>
                      <a:pt x="54839" y="111807"/>
                      <a:pt x="53968" y="112134"/>
                    </a:cubicBezTo>
                    <a:cubicBezTo>
                      <a:pt x="53369" y="112406"/>
                      <a:pt x="52715" y="112242"/>
                      <a:pt x="52279" y="111861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1" name="Forme libre : forme 1230">
                <a:extLst>
                  <a:ext uri="{FF2B5EF4-FFF2-40B4-BE49-F238E27FC236}">
                    <a16:creationId xmlns:a16="http://schemas.microsoft.com/office/drawing/2014/main" id="{931C3AC3-F6B2-4FC4-A8DC-9ACEFABECFA0}"/>
                  </a:ext>
                </a:extLst>
              </p:cNvPr>
              <p:cNvSpPr/>
              <p:nvPr/>
            </p:nvSpPr>
            <p:spPr>
              <a:xfrm>
                <a:off x="8798615" y="4887227"/>
                <a:ext cx="47330" cy="130893"/>
              </a:xfrm>
              <a:custGeom>
                <a:avLst/>
                <a:gdLst>
                  <a:gd name="connsiteX0" fmla="*/ 44170 w 47330"/>
                  <a:gd name="connsiteY0" fmla="*/ 130093 h 130893"/>
                  <a:gd name="connsiteX1" fmla="*/ 28160 w 47330"/>
                  <a:gd name="connsiteY1" fmla="*/ 99326 h 130893"/>
                  <a:gd name="connsiteX2" fmla="*/ 20700 w 47330"/>
                  <a:gd name="connsiteY2" fmla="*/ 83752 h 130893"/>
                  <a:gd name="connsiteX3" fmla="*/ 13730 w 47330"/>
                  <a:gd name="connsiteY3" fmla="*/ 68070 h 130893"/>
                  <a:gd name="connsiteX4" fmla="*/ 5889 w 47330"/>
                  <a:gd name="connsiteY4" fmla="*/ 52659 h 130893"/>
                  <a:gd name="connsiteX5" fmla="*/ 879 w 47330"/>
                  <a:gd name="connsiteY5" fmla="*/ 36650 h 130893"/>
                  <a:gd name="connsiteX6" fmla="*/ 8 w 47330"/>
                  <a:gd name="connsiteY6" fmla="*/ 20477 h 130893"/>
                  <a:gd name="connsiteX7" fmla="*/ 661 w 47330"/>
                  <a:gd name="connsiteY7" fmla="*/ 2072 h 130893"/>
                  <a:gd name="connsiteX8" fmla="*/ 661 w 47330"/>
                  <a:gd name="connsiteY8" fmla="*/ 1963 h 130893"/>
                  <a:gd name="connsiteX9" fmla="*/ 2839 w 47330"/>
                  <a:gd name="connsiteY9" fmla="*/ 2 h 130893"/>
                  <a:gd name="connsiteX10" fmla="*/ 3221 w 47330"/>
                  <a:gd name="connsiteY10" fmla="*/ 57 h 130893"/>
                  <a:gd name="connsiteX11" fmla="*/ 21027 w 47330"/>
                  <a:gd name="connsiteY11" fmla="*/ 10948 h 130893"/>
                  <a:gd name="connsiteX12" fmla="*/ 32027 w 47330"/>
                  <a:gd name="connsiteY12" fmla="*/ 26685 h 130893"/>
                  <a:gd name="connsiteX13" fmla="*/ 36873 w 47330"/>
                  <a:gd name="connsiteY13" fmla="*/ 43293 h 130893"/>
                  <a:gd name="connsiteX14" fmla="*/ 38779 w 47330"/>
                  <a:gd name="connsiteY14" fmla="*/ 60501 h 130893"/>
                  <a:gd name="connsiteX15" fmla="*/ 41556 w 47330"/>
                  <a:gd name="connsiteY15" fmla="*/ 77436 h 130893"/>
                  <a:gd name="connsiteX16" fmla="*/ 43843 w 47330"/>
                  <a:gd name="connsiteY16" fmla="*/ 94534 h 130893"/>
                  <a:gd name="connsiteX17" fmla="*/ 47328 w 47330"/>
                  <a:gd name="connsiteY17" fmla="*/ 129058 h 130893"/>
                  <a:gd name="connsiteX18" fmla="*/ 45749 w 47330"/>
                  <a:gd name="connsiteY18" fmla="*/ 130855 h 130893"/>
                  <a:gd name="connsiteX19" fmla="*/ 44170 w 47330"/>
                  <a:gd name="connsiteY19" fmla="*/ 130093 h 130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7330" h="130893">
                    <a:moveTo>
                      <a:pt x="44170" y="130093"/>
                    </a:moveTo>
                    <a:cubicBezTo>
                      <a:pt x="38452" y="119964"/>
                      <a:pt x="33334" y="109618"/>
                      <a:pt x="28160" y="99326"/>
                    </a:cubicBezTo>
                    <a:lnTo>
                      <a:pt x="20700" y="83752"/>
                    </a:lnTo>
                    <a:lnTo>
                      <a:pt x="13730" y="68070"/>
                    </a:lnTo>
                    <a:cubicBezTo>
                      <a:pt x="11443" y="62842"/>
                      <a:pt x="8557" y="57778"/>
                      <a:pt x="5889" y="52659"/>
                    </a:cubicBezTo>
                    <a:cubicBezTo>
                      <a:pt x="3221" y="47541"/>
                      <a:pt x="1532" y="42041"/>
                      <a:pt x="879" y="36650"/>
                    </a:cubicBezTo>
                    <a:cubicBezTo>
                      <a:pt x="171" y="31259"/>
                      <a:pt x="-47" y="25977"/>
                      <a:pt x="8" y="20477"/>
                    </a:cubicBezTo>
                    <a:cubicBezTo>
                      <a:pt x="116" y="14923"/>
                      <a:pt x="225" y="9314"/>
                      <a:pt x="661" y="2072"/>
                    </a:cubicBezTo>
                    <a:lnTo>
                      <a:pt x="661" y="1963"/>
                    </a:lnTo>
                    <a:cubicBezTo>
                      <a:pt x="716" y="819"/>
                      <a:pt x="1696" y="-52"/>
                      <a:pt x="2839" y="2"/>
                    </a:cubicBezTo>
                    <a:cubicBezTo>
                      <a:pt x="2948" y="2"/>
                      <a:pt x="3112" y="57"/>
                      <a:pt x="3221" y="57"/>
                    </a:cubicBezTo>
                    <a:cubicBezTo>
                      <a:pt x="10517" y="1854"/>
                      <a:pt x="16290" y="6210"/>
                      <a:pt x="21027" y="10948"/>
                    </a:cubicBezTo>
                    <a:cubicBezTo>
                      <a:pt x="25710" y="15794"/>
                      <a:pt x="29304" y="21294"/>
                      <a:pt x="32027" y="26685"/>
                    </a:cubicBezTo>
                    <a:cubicBezTo>
                      <a:pt x="34803" y="32185"/>
                      <a:pt x="36274" y="37576"/>
                      <a:pt x="36873" y="43293"/>
                    </a:cubicBezTo>
                    <a:cubicBezTo>
                      <a:pt x="37418" y="49065"/>
                      <a:pt x="37799" y="54837"/>
                      <a:pt x="38779" y="60501"/>
                    </a:cubicBezTo>
                    <a:lnTo>
                      <a:pt x="41556" y="77436"/>
                    </a:lnTo>
                    <a:lnTo>
                      <a:pt x="43843" y="94534"/>
                    </a:lnTo>
                    <a:cubicBezTo>
                      <a:pt x="45150" y="105970"/>
                      <a:pt x="46566" y="117405"/>
                      <a:pt x="47328" y="129058"/>
                    </a:cubicBezTo>
                    <a:cubicBezTo>
                      <a:pt x="47383" y="129984"/>
                      <a:pt x="46675" y="130801"/>
                      <a:pt x="45749" y="130855"/>
                    </a:cubicBezTo>
                    <a:cubicBezTo>
                      <a:pt x="45041" y="131019"/>
                      <a:pt x="44442" y="130637"/>
                      <a:pt x="44170" y="13009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2" name="Forme libre : forme 1231">
                <a:extLst>
                  <a:ext uri="{FF2B5EF4-FFF2-40B4-BE49-F238E27FC236}">
                    <a16:creationId xmlns:a16="http://schemas.microsoft.com/office/drawing/2014/main" id="{472A5431-717A-41C1-A53B-7A37C51555F4}"/>
                  </a:ext>
                </a:extLst>
              </p:cNvPr>
              <p:cNvSpPr/>
              <p:nvPr/>
            </p:nvSpPr>
            <p:spPr>
              <a:xfrm>
                <a:off x="8850795" y="4885036"/>
                <a:ext cx="34158" cy="131487"/>
              </a:xfrm>
              <a:custGeom>
                <a:avLst/>
                <a:gdLst>
                  <a:gd name="connsiteX0" fmla="*/ 10558 w 34158"/>
                  <a:gd name="connsiteY0" fmla="*/ 130051 h 131487"/>
                  <a:gd name="connsiteX1" fmla="*/ 5821 w 34158"/>
                  <a:gd name="connsiteY1" fmla="*/ 97378 h 131487"/>
                  <a:gd name="connsiteX2" fmla="*/ 3860 w 34158"/>
                  <a:gd name="connsiteY2" fmla="*/ 81042 h 131487"/>
                  <a:gd name="connsiteX3" fmla="*/ 2445 w 34158"/>
                  <a:gd name="connsiteY3" fmla="*/ 64652 h 131487"/>
                  <a:gd name="connsiteX4" fmla="*/ 321 w 34158"/>
                  <a:gd name="connsiteY4" fmla="*/ 48043 h 131487"/>
                  <a:gd name="connsiteX5" fmla="*/ 1465 w 34158"/>
                  <a:gd name="connsiteY5" fmla="*/ 31489 h 131487"/>
                  <a:gd name="connsiteX6" fmla="*/ 7999 w 34158"/>
                  <a:gd name="connsiteY6" fmla="*/ 15425 h 131487"/>
                  <a:gd name="connsiteX7" fmla="*/ 20088 w 34158"/>
                  <a:gd name="connsiteY7" fmla="*/ 505 h 131487"/>
                  <a:gd name="connsiteX8" fmla="*/ 23137 w 34158"/>
                  <a:gd name="connsiteY8" fmla="*/ 777 h 131487"/>
                  <a:gd name="connsiteX9" fmla="*/ 23301 w 34158"/>
                  <a:gd name="connsiteY9" fmla="*/ 1050 h 131487"/>
                  <a:gd name="connsiteX10" fmla="*/ 30870 w 34158"/>
                  <a:gd name="connsiteY10" fmla="*/ 18257 h 131487"/>
                  <a:gd name="connsiteX11" fmla="*/ 33974 w 34158"/>
                  <a:gd name="connsiteY11" fmla="*/ 34484 h 131487"/>
                  <a:gd name="connsiteX12" fmla="*/ 32558 w 34158"/>
                  <a:gd name="connsiteY12" fmla="*/ 50276 h 131487"/>
                  <a:gd name="connsiteX13" fmla="*/ 28528 w 34158"/>
                  <a:gd name="connsiteY13" fmla="*/ 66067 h 131487"/>
                  <a:gd name="connsiteX14" fmla="*/ 25533 w 34158"/>
                  <a:gd name="connsiteY14" fmla="*/ 82077 h 131487"/>
                  <a:gd name="connsiteX15" fmla="*/ 22102 w 34158"/>
                  <a:gd name="connsiteY15" fmla="*/ 98195 h 131487"/>
                  <a:gd name="connsiteX16" fmla="*/ 13771 w 34158"/>
                  <a:gd name="connsiteY16" fmla="*/ 130323 h 131487"/>
                  <a:gd name="connsiteX17" fmla="*/ 11648 w 34158"/>
                  <a:gd name="connsiteY17" fmla="*/ 131412 h 131487"/>
                  <a:gd name="connsiteX18" fmla="*/ 10558 w 34158"/>
                  <a:gd name="connsiteY18" fmla="*/ 130051 h 131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4158" h="131487">
                    <a:moveTo>
                      <a:pt x="10558" y="130051"/>
                    </a:moveTo>
                    <a:cubicBezTo>
                      <a:pt x="8761" y="119105"/>
                      <a:pt x="7346" y="108269"/>
                      <a:pt x="5821" y="97378"/>
                    </a:cubicBezTo>
                    <a:lnTo>
                      <a:pt x="3860" y="81042"/>
                    </a:lnTo>
                    <a:lnTo>
                      <a:pt x="2445" y="64652"/>
                    </a:lnTo>
                    <a:cubicBezTo>
                      <a:pt x="2064" y="59152"/>
                      <a:pt x="1083" y="53597"/>
                      <a:pt x="321" y="48043"/>
                    </a:cubicBezTo>
                    <a:cubicBezTo>
                      <a:pt x="-333" y="42489"/>
                      <a:pt x="-6" y="36934"/>
                      <a:pt x="1465" y="31489"/>
                    </a:cubicBezTo>
                    <a:cubicBezTo>
                      <a:pt x="2935" y="26044"/>
                      <a:pt x="5058" y="20653"/>
                      <a:pt x="7999" y="15425"/>
                    </a:cubicBezTo>
                    <a:cubicBezTo>
                      <a:pt x="11049" y="10198"/>
                      <a:pt x="14642" y="5134"/>
                      <a:pt x="20088" y="505"/>
                    </a:cubicBezTo>
                    <a:cubicBezTo>
                      <a:pt x="21014" y="-257"/>
                      <a:pt x="22375" y="-149"/>
                      <a:pt x="23137" y="777"/>
                    </a:cubicBezTo>
                    <a:cubicBezTo>
                      <a:pt x="23192" y="832"/>
                      <a:pt x="23301" y="941"/>
                      <a:pt x="23301" y="1050"/>
                    </a:cubicBezTo>
                    <a:cubicBezTo>
                      <a:pt x="27112" y="7094"/>
                      <a:pt x="29182" y="12757"/>
                      <a:pt x="30870" y="18257"/>
                    </a:cubicBezTo>
                    <a:cubicBezTo>
                      <a:pt x="32503" y="23757"/>
                      <a:pt x="33484" y="29148"/>
                      <a:pt x="33974" y="34484"/>
                    </a:cubicBezTo>
                    <a:cubicBezTo>
                      <a:pt x="34463" y="39821"/>
                      <a:pt x="33974" y="45048"/>
                      <a:pt x="32558" y="50276"/>
                    </a:cubicBezTo>
                    <a:cubicBezTo>
                      <a:pt x="31087" y="55503"/>
                      <a:pt x="29509" y="60731"/>
                      <a:pt x="28528" y="66067"/>
                    </a:cubicBezTo>
                    <a:lnTo>
                      <a:pt x="25533" y="82077"/>
                    </a:lnTo>
                    <a:lnTo>
                      <a:pt x="22102" y="98195"/>
                    </a:lnTo>
                    <a:cubicBezTo>
                      <a:pt x="19598" y="108923"/>
                      <a:pt x="17093" y="119704"/>
                      <a:pt x="13771" y="130323"/>
                    </a:cubicBezTo>
                    <a:cubicBezTo>
                      <a:pt x="13499" y="131194"/>
                      <a:pt x="12573" y="131684"/>
                      <a:pt x="11648" y="131412"/>
                    </a:cubicBezTo>
                    <a:cubicBezTo>
                      <a:pt x="11103" y="131194"/>
                      <a:pt x="10667" y="130650"/>
                      <a:pt x="10558" y="130051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3" name="Forme libre : forme 1232">
                <a:extLst>
                  <a:ext uri="{FF2B5EF4-FFF2-40B4-BE49-F238E27FC236}">
                    <a16:creationId xmlns:a16="http://schemas.microsoft.com/office/drawing/2014/main" id="{11D4B818-0EE6-4517-B841-015157230FF4}"/>
                  </a:ext>
                </a:extLst>
              </p:cNvPr>
              <p:cNvSpPr/>
              <p:nvPr/>
            </p:nvSpPr>
            <p:spPr>
              <a:xfrm>
                <a:off x="8880770" y="4881797"/>
                <a:ext cx="63829" cy="144536"/>
              </a:xfrm>
              <a:custGeom>
                <a:avLst/>
                <a:gdLst>
                  <a:gd name="connsiteX0" fmla="*/ 24 w 63829"/>
                  <a:gd name="connsiteY0" fmla="*/ 142602 h 144536"/>
                  <a:gd name="connsiteX1" fmla="*/ 5795 w 63829"/>
                  <a:gd name="connsiteY1" fmla="*/ 103831 h 144536"/>
                  <a:gd name="connsiteX2" fmla="*/ 8736 w 63829"/>
                  <a:gd name="connsiteY2" fmla="*/ 84282 h 144536"/>
                  <a:gd name="connsiteX3" fmla="*/ 12657 w 63829"/>
                  <a:gd name="connsiteY3" fmla="*/ 64624 h 144536"/>
                  <a:gd name="connsiteX4" fmla="*/ 16959 w 63829"/>
                  <a:gd name="connsiteY4" fmla="*/ 44367 h 144536"/>
                  <a:gd name="connsiteX5" fmla="*/ 25726 w 63829"/>
                  <a:gd name="connsiteY5" fmla="*/ 25254 h 144536"/>
                  <a:gd name="connsiteX6" fmla="*/ 61448 w 63829"/>
                  <a:gd name="connsiteY6" fmla="*/ 42 h 144536"/>
                  <a:gd name="connsiteX7" fmla="*/ 63789 w 63829"/>
                  <a:gd name="connsiteY7" fmla="*/ 1567 h 144536"/>
                  <a:gd name="connsiteX8" fmla="*/ 63789 w 63829"/>
                  <a:gd name="connsiteY8" fmla="*/ 2274 h 144536"/>
                  <a:gd name="connsiteX9" fmla="*/ 63789 w 63829"/>
                  <a:gd name="connsiteY9" fmla="*/ 2329 h 144536"/>
                  <a:gd name="connsiteX10" fmla="*/ 54586 w 63829"/>
                  <a:gd name="connsiteY10" fmla="*/ 40555 h 144536"/>
                  <a:gd name="connsiteX11" fmla="*/ 46799 w 63829"/>
                  <a:gd name="connsiteY11" fmla="*/ 56783 h 144536"/>
                  <a:gd name="connsiteX12" fmla="*/ 37379 w 63829"/>
                  <a:gd name="connsiteY12" fmla="*/ 73064 h 144536"/>
                  <a:gd name="connsiteX13" fmla="*/ 29537 w 63829"/>
                  <a:gd name="connsiteY13" fmla="*/ 90544 h 144536"/>
                  <a:gd name="connsiteX14" fmla="*/ 21478 w 63829"/>
                  <a:gd name="connsiteY14" fmla="*/ 108405 h 144536"/>
                  <a:gd name="connsiteX15" fmla="*/ 3073 w 63829"/>
                  <a:gd name="connsiteY15" fmla="*/ 143745 h 144536"/>
                  <a:gd name="connsiteX16" fmla="*/ 786 w 63829"/>
                  <a:gd name="connsiteY16" fmla="*/ 144290 h 144536"/>
                  <a:gd name="connsiteX17" fmla="*/ 24 w 63829"/>
                  <a:gd name="connsiteY17" fmla="*/ 142602 h 144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829" h="144536">
                    <a:moveTo>
                      <a:pt x="24" y="142602"/>
                    </a:moveTo>
                    <a:cubicBezTo>
                      <a:pt x="2202" y="129588"/>
                      <a:pt x="4053" y="116791"/>
                      <a:pt x="5795" y="103831"/>
                    </a:cubicBezTo>
                    <a:lnTo>
                      <a:pt x="8736" y="84282"/>
                    </a:lnTo>
                    <a:cubicBezTo>
                      <a:pt x="9934" y="77802"/>
                      <a:pt x="11186" y="71213"/>
                      <a:pt x="12657" y="64624"/>
                    </a:cubicBezTo>
                    <a:cubicBezTo>
                      <a:pt x="14181" y="58035"/>
                      <a:pt x="15270" y="51174"/>
                      <a:pt x="16959" y="44367"/>
                    </a:cubicBezTo>
                    <a:cubicBezTo>
                      <a:pt x="18646" y="37560"/>
                      <a:pt x="21533" y="31080"/>
                      <a:pt x="25726" y="25254"/>
                    </a:cubicBezTo>
                    <a:cubicBezTo>
                      <a:pt x="34112" y="13819"/>
                      <a:pt x="45656" y="3364"/>
                      <a:pt x="61448" y="42"/>
                    </a:cubicBezTo>
                    <a:cubicBezTo>
                      <a:pt x="62536" y="-176"/>
                      <a:pt x="63571" y="477"/>
                      <a:pt x="63789" y="1567"/>
                    </a:cubicBezTo>
                    <a:cubicBezTo>
                      <a:pt x="63843" y="1784"/>
                      <a:pt x="63843" y="2056"/>
                      <a:pt x="63789" y="2274"/>
                    </a:cubicBezTo>
                    <a:lnTo>
                      <a:pt x="63789" y="2329"/>
                    </a:lnTo>
                    <a:cubicBezTo>
                      <a:pt x="61502" y="17739"/>
                      <a:pt x="58343" y="29066"/>
                      <a:pt x="54586" y="40555"/>
                    </a:cubicBezTo>
                    <a:cubicBezTo>
                      <a:pt x="52680" y="46219"/>
                      <a:pt x="50121" y="51555"/>
                      <a:pt x="46799" y="56783"/>
                    </a:cubicBezTo>
                    <a:cubicBezTo>
                      <a:pt x="43478" y="61956"/>
                      <a:pt x="40101" y="67347"/>
                      <a:pt x="37379" y="73064"/>
                    </a:cubicBezTo>
                    <a:cubicBezTo>
                      <a:pt x="34656" y="78782"/>
                      <a:pt x="32042" y="84609"/>
                      <a:pt x="29537" y="90544"/>
                    </a:cubicBezTo>
                    <a:lnTo>
                      <a:pt x="21478" y="108405"/>
                    </a:lnTo>
                    <a:cubicBezTo>
                      <a:pt x="15870" y="120330"/>
                      <a:pt x="10152" y="132419"/>
                      <a:pt x="3073" y="143745"/>
                    </a:cubicBezTo>
                    <a:cubicBezTo>
                      <a:pt x="2583" y="144508"/>
                      <a:pt x="1548" y="144780"/>
                      <a:pt x="786" y="144290"/>
                    </a:cubicBezTo>
                    <a:cubicBezTo>
                      <a:pt x="187" y="143963"/>
                      <a:pt x="-85" y="143255"/>
                      <a:pt x="24" y="142602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4" name="Forme libre : forme 1233">
                <a:extLst>
                  <a:ext uri="{FF2B5EF4-FFF2-40B4-BE49-F238E27FC236}">
                    <a16:creationId xmlns:a16="http://schemas.microsoft.com/office/drawing/2014/main" id="{187F3979-F9A9-4203-933A-AACB763F7BBD}"/>
                  </a:ext>
                </a:extLst>
              </p:cNvPr>
              <p:cNvSpPr/>
              <p:nvPr/>
            </p:nvSpPr>
            <p:spPr>
              <a:xfrm>
                <a:off x="8892750" y="4902531"/>
                <a:ext cx="129841" cy="140913"/>
              </a:xfrm>
              <a:custGeom>
                <a:avLst/>
                <a:gdLst>
                  <a:gd name="connsiteX0" fmla="*/ 405 w 129841"/>
                  <a:gd name="connsiteY0" fmla="*/ 138258 h 140913"/>
                  <a:gd name="connsiteX1" fmla="*/ 10859 w 129841"/>
                  <a:gd name="connsiteY1" fmla="*/ 117892 h 140913"/>
                  <a:gd name="connsiteX2" fmla="*/ 20607 w 129841"/>
                  <a:gd name="connsiteY2" fmla="*/ 95512 h 140913"/>
                  <a:gd name="connsiteX3" fmla="*/ 32478 w 129841"/>
                  <a:gd name="connsiteY3" fmla="*/ 73948 h 140913"/>
                  <a:gd name="connsiteX4" fmla="*/ 46418 w 129841"/>
                  <a:gd name="connsiteY4" fmla="*/ 53473 h 140913"/>
                  <a:gd name="connsiteX5" fmla="*/ 61284 w 129841"/>
                  <a:gd name="connsiteY5" fmla="*/ 33326 h 140913"/>
                  <a:gd name="connsiteX6" fmla="*/ 79744 w 129841"/>
                  <a:gd name="connsiteY6" fmla="*/ 16499 h 140913"/>
                  <a:gd name="connsiteX7" fmla="*/ 102288 w 129841"/>
                  <a:gd name="connsiteY7" fmla="*/ 5118 h 140913"/>
                  <a:gd name="connsiteX8" fmla="*/ 127935 w 129841"/>
                  <a:gd name="connsiteY8" fmla="*/ 0 h 140913"/>
                  <a:gd name="connsiteX9" fmla="*/ 129841 w 129841"/>
                  <a:gd name="connsiteY9" fmla="*/ 1851 h 140913"/>
                  <a:gd name="connsiteX10" fmla="*/ 129623 w 129841"/>
                  <a:gd name="connsiteY10" fmla="*/ 2723 h 140913"/>
                  <a:gd name="connsiteX11" fmla="*/ 129623 w 129841"/>
                  <a:gd name="connsiteY11" fmla="*/ 2777 h 140913"/>
                  <a:gd name="connsiteX12" fmla="*/ 115683 w 129841"/>
                  <a:gd name="connsiteY12" fmla="*/ 23850 h 140913"/>
                  <a:gd name="connsiteX13" fmla="*/ 100654 w 129841"/>
                  <a:gd name="connsiteY13" fmla="*/ 41548 h 140913"/>
                  <a:gd name="connsiteX14" fmla="*/ 83828 w 129841"/>
                  <a:gd name="connsiteY14" fmla="*/ 56469 h 140913"/>
                  <a:gd name="connsiteX15" fmla="*/ 65967 w 129841"/>
                  <a:gd name="connsiteY15" fmla="*/ 70735 h 140913"/>
                  <a:gd name="connsiteX16" fmla="*/ 49794 w 129841"/>
                  <a:gd name="connsiteY16" fmla="*/ 87017 h 140913"/>
                  <a:gd name="connsiteX17" fmla="*/ 34329 w 129841"/>
                  <a:gd name="connsiteY17" fmla="*/ 104333 h 140913"/>
                  <a:gd name="connsiteX18" fmla="*/ 19844 w 129841"/>
                  <a:gd name="connsiteY18" fmla="*/ 122793 h 140913"/>
                  <a:gd name="connsiteX19" fmla="*/ 2582 w 129841"/>
                  <a:gd name="connsiteY19" fmla="*/ 140654 h 140913"/>
                  <a:gd name="connsiteX20" fmla="*/ 296 w 129841"/>
                  <a:gd name="connsiteY20" fmla="*/ 140110 h 140913"/>
                  <a:gd name="connsiteX21" fmla="*/ 405 w 129841"/>
                  <a:gd name="connsiteY21" fmla="*/ 138258 h 140913"/>
                  <a:gd name="connsiteX22" fmla="*/ 405 w 129841"/>
                  <a:gd name="connsiteY22" fmla="*/ 138258 h 140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29841" h="140913">
                    <a:moveTo>
                      <a:pt x="405" y="138258"/>
                    </a:moveTo>
                    <a:cubicBezTo>
                      <a:pt x="5305" y="132323"/>
                      <a:pt x="7974" y="125244"/>
                      <a:pt x="10859" y="117892"/>
                    </a:cubicBezTo>
                    <a:cubicBezTo>
                      <a:pt x="13746" y="110378"/>
                      <a:pt x="17122" y="102918"/>
                      <a:pt x="20607" y="95512"/>
                    </a:cubicBezTo>
                    <a:cubicBezTo>
                      <a:pt x="24310" y="88215"/>
                      <a:pt x="28176" y="80973"/>
                      <a:pt x="32478" y="73948"/>
                    </a:cubicBezTo>
                    <a:cubicBezTo>
                      <a:pt x="36834" y="66978"/>
                      <a:pt x="41462" y="60117"/>
                      <a:pt x="46418" y="53473"/>
                    </a:cubicBezTo>
                    <a:cubicBezTo>
                      <a:pt x="51319" y="46830"/>
                      <a:pt x="56165" y="39969"/>
                      <a:pt x="61284" y="33326"/>
                    </a:cubicBezTo>
                    <a:cubicBezTo>
                      <a:pt x="66566" y="26846"/>
                      <a:pt x="72665" y="21074"/>
                      <a:pt x="79744" y="16499"/>
                    </a:cubicBezTo>
                    <a:cubicBezTo>
                      <a:pt x="86714" y="11871"/>
                      <a:pt x="94283" y="8005"/>
                      <a:pt x="102288" y="5118"/>
                    </a:cubicBezTo>
                    <a:cubicBezTo>
                      <a:pt x="110292" y="2232"/>
                      <a:pt x="118733" y="163"/>
                      <a:pt x="127935" y="0"/>
                    </a:cubicBezTo>
                    <a:cubicBezTo>
                      <a:pt x="128970" y="0"/>
                      <a:pt x="129841" y="817"/>
                      <a:pt x="129841" y="1851"/>
                    </a:cubicBezTo>
                    <a:cubicBezTo>
                      <a:pt x="129841" y="2178"/>
                      <a:pt x="129787" y="2505"/>
                      <a:pt x="129623" y="2723"/>
                    </a:cubicBezTo>
                    <a:lnTo>
                      <a:pt x="129623" y="2777"/>
                    </a:lnTo>
                    <a:cubicBezTo>
                      <a:pt x="125376" y="10945"/>
                      <a:pt x="120475" y="17425"/>
                      <a:pt x="115683" y="23850"/>
                    </a:cubicBezTo>
                    <a:cubicBezTo>
                      <a:pt x="110783" y="30113"/>
                      <a:pt x="105827" y="35939"/>
                      <a:pt x="100654" y="41548"/>
                    </a:cubicBezTo>
                    <a:cubicBezTo>
                      <a:pt x="95481" y="47102"/>
                      <a:pt x="89981" y="52058"/>
                      <a:pt x="83828" y="56469"/>
                    </a:cubicBezTo>
                    <a:cubicBezTo>
                      <a:pt x="77729" y="60988"/>
                      <a:pt x="71521" y="65508"/>
                      <a:pt x="65967" y="70735"/>
                    </a:cubicBezTo>
                    <a:cubicBezTo>
                      <a:pt x="60358" y="75908"/>
                      <a:pt x="54968" y="81354"/>
                      <a:pt x="49794" y="87017"/>
                    </a:cubicBezTo>
                    <a:cubicBezTo>
                      <a:pt x="44403" y="92517"/>
                      <a:pt x="39339" y="98344"/>
                      <a:pt x="34329" y="104333"/>
                    </a:cubicBezTo>
                    <a:cubicBezTo>
                      <a:pt x="29319" y="110323"/>
                      <a:pt x="24582" y="116422"/>
                      <a:pt x="19844" y="122793"/>
                    </a:cubicBezTo>
                    <a:cubicBezTo>
                      <a:pt x="15107" y="129219"/>
                      <a:pt x="9716" y="136189"/>
                      <a:pt x="2582" y="140654"/>
                    </a:cubicBezTo>
                    <a:cubicBezTo>
                      <a:pt x="1821" y="141144"/>
                      <a:pt x="786" y="140926"/>
                      <a:pt x="296" y="140110"/>
                    </a:cubicBezTo>
                    <a:cubicBezTo>
                      <a:pt x="-140" y="139619"/>
                      <a:pt x="-86" y="138857"/>
                      <a:pt x="405" y="138258"/>
                    </a:cubicBezTo>
                    <a:lnTo>
                      <a:pt x="405" y="138258"/>
                    </a:ln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5" name="Forme libre : forme 1234">
                <a:extLst>
                  <a:ext uri="{FF2B5EF4-FFF2-40B4-BE49-F238E27FC236}">
                    <a16:creationId xmlns:a16="http://schemas.microsoft.com/office/drawing/2014/main" id="{D9557D38-9CDC-4460-A2B9-0753B02DA7CE}"/>
                  </a:ext>
                </a:extLst>
              </p:cNvPr>
              <p:cNvSpPr/>
              <p:nvPr/>
            </p:nvSpPr>
            <p:spPr>
              <a:xfrm>
                <a:off x="8904964" y="4988780"/>
                <a:ext cx="159468" cy="69573"/>
              </a:xfrm>
              <a:custGeom>
                <a:avLst/>
                <a:gdLst>
                  <a:gd name="connsiteX0" fmla="*/ 280 w 159468"/>
                  <a:gd name="connsiteY0" fmla="*/ 67038 h 69573"/>
                  <a:gd name="connsiteX1" fmla="*/ 33061 w 159468"/>
                  <a:gd name="connsiteY1" fmla="*/ 36108 h 69573"/>
                  <a:gd name="connsiteX2" fmla="*/ 52719 w 159468"/>
                  <a:gd name="connsiteY2" fmla="*/ 24510 h 69573"/>
                  <a:gd name="connsiteX3" fmla="*/ 73465 w 159468"/>
                  <a:gd name="connsiteY3" fmla="*/ 15252 h 69573"/>
                  <a:gd name="connsiteX4" fmla="*/ 94322 w 159468"/>
                  <a:gd name="connsiteY4" fmla="*/ 6540 h 69573"/>
                  <a:gd name="connsiteX5" fmla="*/ 115721 w 159468"/>
                  <a:gd name="connsiteY5" fmla="*/ 1476 h 69573"/>
                  <a:gd name="connsiteX6" fmla="*/ 126721 w 159468"/>
                  <a:gd name="connsiteY6" fmla="*/ 986 h 69573"/>
                  <a:gd name="connsiteX7" fmla="*/ 137286 w 159468"/>
                  <a:gd name="connsiteY7" fmla="*/ 1476 h 69573"/>
                  <a:gd name="connsiteX8" fmla="*/ 146652 w 159468"/>
                  <a:gd name="connsiteY8" fmla="*/ 2129 h 69573"/>
                  <a:gd name="connsiteX9" fmla="*/ 156562 w 159468"/>
                  <a:gd name="connsiteY9" fmla="*/ 278 h 69573"/>
                  <a:gd name="connsiteX10" fmla="*/ 156780 w 159468"/>
                  <a:gd name="connsiteY10" fmla="*/ 169 h 69573"/>
                  <a:gd name="connsiteX11" fmla="*/ 159285 w 159468"/>
                  <a:gd name="connsiteY11" fmla="*/ 1149 h 69573"/>
                  <a:gd name="connsiteX12" fmla="*/ 159448 w 159468"/>
                  <a:gd name="connsiteY12" fmla="*/ 1802 h 69573"/>
                  <a:gd name="connsiteX13" fmla="*/ 154166 w 159468"/>
                  <a:gd name="connsiteY13" fmla="*/ 14980 h 69573"/>
                  <a:gd name="connsiteX14" fmla="*/ 143493 w 159468"/>
                  <a:gd name="connsiteY14" fmla="*/ 23638 h 69573"/>
                  <a:gd name="connsiteX15" fmla="*/ 132984 w 159468"/>
                  <a:gd name="connsiteY15" fmla="*/ 29084 h 69573"/>
                  <a:gd name="connsiteX16" fmla="*/ 122801 w 159468"/>
                  <a:gd name="connsiteY16" fmla="*/ 33277 h 69573"/>
                  <a:gd name="connsiteX17" fmla="*/ 101945 w 159468"/>
                  <a:gd name="connsiteY17" fmla="*/ 37851 h 69573"/>
                  <a:gd name="connsiteX18" fmla="*/ 80872 w 159468"/>
                  <a:gd name="connsiteY18" fmla="*/ 40192 h 69573"/>
                  <a:gd name="connsiteX19" fmla="*/ 60505 w 159468"/>
                  <a:gd name="connsiteY19" fmla="*/ 44658 h 69573"/>
                  <a:gd name="connsiteX20" fmla="*/ 40521 w 159468"/>
                  <a:gd name="connsiteY20" fmla="*/ 50539 h 69573"/>
                  <a:gd name="connsiteX21" fmla="*/ 2621 w 159468"/>
                  <a:gd name="connsiteY21" fmla="*/ 69271 h 69573"/>
                  <a:gd name="connsiteX22" fmla="*/ 334 w 159468"/>
                  <a:gd name="connsiteY22" fmla="*/ 68835 h 69573"/>
                  <a:gd name="connsiteX23" fmla="*/ 280 w 159468"/>
                  <a:gd name="connsiteY23" fmla="*/ 67038 h 69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9468" h="69573">
                    <a:moveTo>
                      <a:pt x="280" y="67038"/>
                    </a:moveTo>
                    <a:cubicBezTo>
                      <a:pt x="8992" y="54949"/>
                      <a:pt x="20482" y="44712"/>
                      <a:pt x="33061" y="36108"/>
                    </a:cubicBezTo>
                    <a:cubicBezTo>
                      <a:pt x="39377" y="31861"/>
                      <a:pt x="45967" y="27995"/>
                      <a:pt x="52719" y="24510"/>
                    </a:cubicBezTo>
                    <a:cubicBezTo>
                      <a:pt x="59525" y="21133"/>
                      <a:pt x="66496" y="18084"/>
                      <a:pt x="73465" y="15252"/>
                    </a:cubicBezTo>
                    <a:cubicBezTo>
                      <a:pt x="80490" y="12475"/>
                      <a:pt x="87351" y="9372"/>
                      <a:pt x="94322" y="6540"/>
                    </a:cubicBezTo>
                    <a:cubicBezTo>
                      <a:pt x="101292" y="3763"/>
                      <a:pt x="108425" y="2129"/>
                      <a:pt x="115721" y="1476"/>
                    </a:cubicBezTo>
                    <a:cubicBezTo>
                      <a:pt x="119370" y="1204"/>
                      <a:pt x="123019" y="986"/>
                      <a:pt x="126721" y="986"/>
                    </a:cubicBezTo>
                    <a:cubicBezTo>
                      <a:pt x="130424" y="986"/>
                      <a:pt x="134127" y="1149"/>
                      <a:pt x="137286" y="1476"/>
                    </a:cubicBezTo>
                    <a:cubicBezTo>
                      <a:pt x="140498" y="1693"/>
                      <a:pt x="143656" y="2184"/>
                      <a:pt x="146652" y="2129"/>
                    </a:cubicBezTo>
                    <a:cubicBezTo>
                      <a:pt x="149810" y="2238"/>
                      <a:pt x="152805" y="1966"/>
                      <a:pt x="156562" y="278"/>
                    </a:cubicBezTo>
                    <a:lnTo>
                      <a:pt x="156780" y="169"/>
                    </a:lnTo>
                    <a:cubicBezTo>
                      <a:pt x="157760" y="-267"/>
                      <a:pt x="158904" y="169"/>
                      <a:pt x="159285" y="1149"/>
                    </a:cubicBezTo>
                    <a:cubicBezTo>
                      <a:pt x="159394" y="1367"/>
                      <a:pt x="159448" y="1584"/>
                      <a:pt x="159448" y="1802"/>
                    </a:cubicBezTo>
                    <a:cubicBezTo>
                      <a:pt x="159721" y="6485"/>
                      <a:pt x="157270" y="11332"/>
                      <a:pt x="154166" y="14980"/>
                    </a:cubicBezTo>
                    <a:cubicBezTo>
                      <a:pt x="150954" y="18574"/>
                      <a:pt x="147196" y="21460"/>
                      <a:pt x="143493" y="23638"/>
                    </a:cubicBezTo>
                    <a:cubicBezTo>
                      <a:pt x="139681" y="25871"/>
                      <a:pt x="136251" y="27504"/>
                      <a:pt x="132984" y="29084"/>
                    </a:cubicBezTo>
                    <a:cubicBezTo>
                      <a:pt x="129607" y="30663"/>
                      <a:pt x="126177" y="32024"/>
                      <a:pt x="122801" y="33277"/>
                    </a:cubicBezTo>
                    <a:cubicBezTo>
                      <a:pt x="115994" y="35782"/>
                      <a:pt x="109024" y="37252"/>
                      <a:pt x="101945" y="37851"/>
                    </a:cubicBezTo>
                    <a:cubicBezTo>
                      <a:pt x="94866" y="38450"/>
                      <a:pt x="87732" y="38940"/>
                      <a:pt x="80872" y="40192"/>
                    </a:cubicBezTo>
                    <a:cubicBezTo>
                      <a:pt x="74010" y="41445"/>
                      <a:pt x="67204" y="42915"/>
                      <a:pt x="60505" y="44658"/>
                    </a:cubicBezTo>
                    <a:cubicBezTo>
                      <a:pt x="53753" y="46237"/>
                      <a:pt x="47055" y="48197"/>
                      <a:pt x="40521" y="50539"/>
                    </a:cubicBezTo>
                    <a:cubicBezTo>
                      <a:pt x="27289" y="55004"/>
                      <a:pt x="14656" y="61157"/>
                      <a:pt x="2621" y="69271"/>
                    </a:cubicBezTo>
                    <a:cubicBezTo>
                      <a:pt x="1859" y="69815"/>
                      <a:pt x="824" y="69598"/>
                      <a:pt x="334" y="68835"/>
                    </a:cubicBezTo>
                    <a:cubicBezTo>
                      <a:pt x="-102" y="68399"/>
                      <a:pt x="-102" y="67583"/>
                      <a:pt x="280" y="6703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6" name="Forme libre : forme 1235">
                <a:extLst>
                  <a:ext uri="{FF2B5EF4-FFF2-40B4-BE49-F238E27FC236}">
                    <a16:creationId xmlns:a16="http://schemas.microsoft.com/office/drawing/2014/main" id="{CEF50B53-22C9-4B9C-9A73-B32961FF693A}"/>
                  </a:ext>
                </a:extLst>
              </p:cNvPr>
              <p:cNvSpPr/>
              <p:nvPr/>
            </p:nvSpPr>
            <p:spPr>
              <a:xfrm>
                <a:off x="8922935" y="5047408"/>
                <a:ext cx="147719" cy="34353"/>
              </a:xfrm>
              <a:custGeom>
                <a:avLst/>
                <a:gdLst>
                  <a:gd name="connsiteX0" fmla="*/ 823 w 147719"/>
                  <a:gd name="connsiteY0" fmla="*/ 24800 h 34353"/>
                  <a:gd name="connsiteX1" fmla="*/ 35727 w 147719"/>
                  <a:gd name="connsiteY1" fmla="*/ 8900 h 34353"/>
                  <a:gd name="connsiteX2" fmla="*/ 54732 w 147719"/>
                  <a:gd name="connsiteY2" fmla="*/ 4163 h 34353"/>
                  <a:gd name="connsiteX3" fmla="*/ 74335 w 147719"/>
                  <a:gd name="connsiteY3" fmla="*/ 1821 h 34353"/>
                  <a:gd name="connsiteX4" fmla="*/ 93666 w 147719"/>
                  <a:gd name="connsiteY4" fmla="*/ 187 h 34353"/>
                  <a:gd name="connsiteX5" fmla="*/ 111255 w 147719"/>
                  <a:gd name="connsiteY5" fmla="*/ 1440 h 34353"/>
                  <a:gd name="connsiteX6" fmla="*/ 127645 w 147719"/>
                  <a:gd name="connsiteY6" fmla="*/ 5905 h 34353"/>
                  <a:gd name="connsiteX7" fmla="*/ 146214 w 147719"/>
                  <a:gd name="connsiteY7" fmla="*/ 11568 h 34353"/>
                  <a:gd name="connsiteX8" fmla="*/ 146269 w 147719"/>
                  <a:gd name="connsiteY8" fmla="*/ 11568 h 34353"/>
                  <a:gd name="connsiteX9" fmla="*/ 147630 w 147719"/>
                  <a:gd name="connsiteY9" fmla="*/ 14127 h 34353"/>
                  <a:gd name="connsiteX10" fmla="*/ 147412 w 147719"/>
                  <a:gd name="connsiteY10" fmla="*/ 14618 h 34353"/>
                  <a:gd name="connsiteX11" fmla="*/ 130205 w 147719"/>
                  <a:gd name="connsiteY11" fmla="*/ 28885 h 34353"/>
                  <a:gd name="connsiteX12" fmla="*/ 109785 w 147719"/>
                  <a:gd name="connsiteY12" fmla="*/ 34112 h 34353"/>
                  <a:gd name="connsiteX13" fmla="*/ 90617 w 147719"/>
                  <a:gd name="connsiteY13" fmla="*/ 32424 h 34353"/>
                  <a:gd name="connsiteX14" fmla="*/ 73191 w 147719"/>
                  <a:gd name="connsiteY14" fmla="*/ 27959 h 34353"/>
                  <a:gd name="connsiteX15" fmla="*/ 55930 w 147719"/>
                  <a:gd name="connsiteY15" fmla="*/ 25890 h 34353"/>
                  <a:gd name="connsiteX16" fmla="*/ 38233 w 147719"/>
                  <a:gd name="connsiteY16" fmla="*/ 25073 h 34353"/>
                  <a:gd name="connsiteX17" fmla="*/ 1912 w 147719"/>
                  <a:gd name="connsiteY17" fmla="*/ 27904 h 34353"/>
                  <a:gd name="connsiteX18" fmla="*/ 6 w 147719"/>
                  <a:gd name="connsiteY18" fmla="*/ 26489 h 34353"/>
                  <a:gd name="connsiteX19" fmla="*/ 823 w 147719"/>
                  <a:gd name="connsiteY19" fmla="*/ 24800 h 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47719" h="34353">
                    <a:moveTo>
                      <a:pt x="823" y="24800"/>
                    </a:moveTo>
                    <a:cubicBezTo>
                      <a:pt x="11550" y="18048"/>
                      <a:pt x="23367" y="12875"/>
                      <a:pt x="35727" y="8900"/>
                    </a:cubicBezTo>
                    <a:cubicBezTo>
                      <a:pt x="41935" y="6994"/>
                      <a:pt x="48252" y="5415"/>
                      <a:pt x="54732" y="4163"/>
                    </a:cubicBezTo>
                    <a:cubicBezTo>
                      <a:pt x="61212" y="3073"/>
                      <a:pt x="67746" y="2257"/>
                      <a:pt x="74335" y="1821"/>
                    </a:cubicBezTo>
                    <a:cubicBezTo>
                      <a:pt x="80924" y="1385"/>
                      <a:pt x="87458" y="732"/>
                      <a:pt x="93666" y="187"/>
                    </a:cubicBezTo>
                    <a:cubicBezTo>
                      <a:pt x="99928" y="-303"/>
                      <a:pt x="105755" y="187"/>
                      <a:pt x="111255" y="1440"/>
                    </a:cubicBezTo>
                    <a:cubicBezTo>
                      <a:pt x="116809" y="2638"/>
                      <a:pt x="122145" y="4217"/>
                      <a:pt x="127645" y="5905"/>
                    </a:cubicBezTo>
                    <a:lnTo>
                      <a:pt x="146214" y="11568"/>
                    </a:lnTo>
                    <a:lnTo>
                      <a:pt x="146269" y="11568"/>
                    </a:lnTo>
                    <a:cubicBezTo>
                      <a:pt x="147358" y="11895"/>
                      <a:pt x="147957" y="13039"/>
                      <a:pt x="147630" y="14127"/>
                    </a:cubicBezTo>
                    <a:cubicBezTo>
                      <a:pt x="147576" y="14291"/>
                      <a:pt x="147521" y="14454"/>
                      <a:pt x="147412" y="14618"/>
                    </a:cubicBezTo>
                    <a:cubicBezTo>
                      <a:pt x="143274" y="21370"/>
                      <a:pt x="136848" y="25781"/>
                      <a:pt x="130205" y="28885"/>
                    </a:cubicBezTo>
                    <a:cubicBezTo>
                      <a:pt x="123507" y="31934"/>
                      <a:pt x="116483" y="33513"/>
                      <a:pt x="109785" y="34112"/>
                    </a:cubicBezTo>
                    <a:cubicBezTo>
                      <a:pt x="103033" y="34766"/>
                      <a:pt x="96661" y="34058"/>
                      <a:pt x="90617" y="32424"/>
                    </a:cubicBezTo>
                    <a:cubicBezTo>
                      <a:pt x="84627" y="30736"/>
                      <a:pt x="78855" y="28885"/>
                      <a:pt x="73191" y="27959"/>
                    </a:cubicBezTo>
                    <a:cubicBezTo>
                      <a:pt x="67529" y="26979"/>
                      <a:pt x="61756" y="26271"/>
                      <a:pt x="55930" y="25890"/>
                    </a:cubicBezTo>
                    <a:cubicBezTo>
                      <a:pt x="50103" y="25345"/>
                      <a:pt x="44222" y="25073"/>
                      <a:pt x="38233" y="25073"/>
                    </a:cubicBezTo>
                    <a:cubicBezTo>
                      <a:pt x="26307" y="24964"/>
                      <a:pt x="14218" y="26053"/>
                      <a:pt x="1912" y="27904"/>
                    </a:cubicBezTo>
                    <a:cubicBezTo>
                      <a:pt x="986" y="28068"/>
                      <a:pt x="169" y="27414"/>
                      <a:pt x="6" y="26489"/>
                    </a:cubicBezTo>
                    <a:cubicBezTo>
                      <a:pt x="-49" y="25781"/>
                      <a:pt x="278" y="25127"/>
                      <a:pt x="823" y="24800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7" name="Forme libre : forme 1236">
                <a:extLst>
                  <a:ext uri="{FF2B5EF4-FFF2-40B4-BE49-F238E27FC236}">
                    <a16:creationId xmlns:a16="http://schemas.microsoft.com/office/drawing/2014/main" id="{8560358B-2098-4D65-AC5C-D2E67519C05A}"/>
                  </a:ext>
                </a:extLst>
              </p:cNvPr>
              <p:cNvSpPr/>
              <p:nvPr/>
            </p:nvSpPr>
            <p:spPr>
              <a:xfrm>
                <a:off x="8909364" y="5075358"/>
                <a:ext cx="190777" cy="50336"/>
              </a:xfrm>
              <a:custGeom>
                <a:avLst/>
                <a:gdLst>
                  <a:gd name="connsiteX0" fmla="*/ 836 w 190777"/>
                  <a:gd name="connsiteY0" fmla="*/ 11499 h 50336"/>
                  <a:gd name="connsiteX1" fmla="*/ 50279 w 190777"/>
                  <a:gd name="connsiteY1" fmla="*/ 118 h 50336"/>
                  <a:gd name="connsiteX2" fmla="*/ 76145 w 190777"/>
                  <a:gd name="connsiteY2" fmla="*/ 4801 h 50336"/>
                  <a:gd name="connsiteX3" fmla="*/ 99233 w 190777"/>
                  <a:gd name="connsiteY3" fmla="*/ 11989 h 50336"/>
                  <a:gd name="connsiteX4" fmla="*/ 120906 w 190777"/>
                  <a:gd name="connsiteY4" fmla="*/ 15202 h 50336"/>
                  <a:gd name="connsiteX5" fmla="*/ 142088 w 190777"/>
                  <a:gd name="connsiteY5" fmla="*/ 17434 h 50336"/>
                  <a:gd name="connsiteX6" fmla="*/ 165449 w 190777"/>
                  <a:gd name="connsiteY6" fmla="*/ 21518 h 50336"/>
                  <a:gd name="connsiteX7" fmla="*/ 190225 w 190777"/>
                  <a:gd name="connsiteY7" fmla="*/ 33607 h 50336"/>
                  <a:gd name="connsiteX8" fmla="*/ 190225 w 190777"/>
                  <a:gd name="connsiteY8" fmla="*/ 36275 h 50336"/>
                  <a:gd name="connsiteX9" fmla="*/ 189409 w 190777"/>
                  <a:gd name="connsiteY9" fmla="*/ 36765 h 50336"/>
                  <a:gd name="connsiteX10" fmla="*/ 189300 w 190777"/>
                  <a:gd name="connsiteY10" fmla="*/ 36765 h 50336"/>
                  <a:gd name="connsiteX11" fmla="*/ 166103 w 190777"/>
                  <a:gd name="connsiteY11" fmla="*/ 44607 h 50336"/>
                  <a:gd name="connsiteX12" fmla="*/ 141163 w 190777"/>
                  <a:gd name="connsiteY12" fmla="*/ 50106 h 50336"/>
                  <a:gd name="connsiteX13" fmla="*/ 114372 w 190777"/>
                  <a:gd name="connsiteY13" fmla="*/ 46894 h 50336"/>
                  <a:gd name="connsiteX14" fmla="*/ 89704 w 190777"/>
                  <a:gd name="connsiteY14" fmla="*/ 36384 h 50336"/>
                  <a:gd name="connsiteX15" fmla="*/ 68086 w 190777"/>
                  <a:gd name="connsiteY15" fmla="*/ 25058 h 50336"/>
                  <a:gd name="connsiteX16" fmla="*/ 47611 w 190777"/>
                  <a:gd name="connsiteY16" fmla="*/ 16291 h 50336"/>
                  <a:gd name="connsiteX17" fmla="*/ 1979 w 190777"/>
                  <a:gd name="connsiteY17" fmla="*/ 14603 h 50336"/>
                  <a:gd name="connsiteX18" fmla="*/ 19 w 190777"/>
                  <a:gd name="connsiteY18" fmla="*/ 13350 h 50336"/>
                  <a:gd name="connsiteX19" fmla="*/ 836 w 190777"/>
                  <a:gd name="connsiteY19" fmla="*/ 11499 h 50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90777" h="50336">
                    <a:moveTo>
                      <a:pt x="836" y="11499"/>
                    </a:moveTo>
                    <a:cubicBezTo>
                      <a:pt x="15265" y="3222"/>
                      <a:pt x="32636" y="-753"/>
                      <a:pt x="50279" y="118"/>
                    </a:cubicBezTo>
                    <a:cubicBezTo>
                      <a:pt x="59155" y="608"/>
                      <a:pt x="67977" y="2514"/>
                      <a:pt x="76145" y="4801"/>
                    </a:cubicBezTo>
                    <a:cubicBezTo>
                      <a:pt x="84259" y="7251"/>
                      <a:pt x="91937" y="9920"/>
                      <a:pt x="99233" y="11989"/>
                    </a:cubicBezTo>
                    <a:cubicBezTo>
                      <a:pt x="106422" y="14058"/>
                      <a:pt x="113664" y="14820"/>
                      <a:pt x="120906" y="15202"/>
                    </a:cubicBezTo>
                    <a:cubicBezTo>
                      <a:pt x="128094" y="15583"/>
                      <a:pt x="135010" y="16291"/>
                      <a:pt x="142088" y="17434"/>
                    </a:cubicBezTo>
                    <a:cubicBezTo>
                      <a:pt x="149004" y="18632"/>
                      <a:pt x="156845" y="19558"/>
                      <a:pt x="165449" y="21518"/>
                    </a:cubicBezTo>
                    <a:cubicBezTo>
                      <a:pt x="173944" y="23533"/>
                      <a:pt x="183364" y="26800"/>
                      <a:pt x="190225" y="33607"/>
                    </a:cubicBezTo>
                    <a:cubicBezTo>
                      <a:pt x="190933" y="34315"/>
                      <a:pt x="190988" y="35513"/>
                      <a:pt x="190225" y="36275"/>
                    </a:cubicBezTo>
                    <a:cubicBezTo>
                      <a:pt x="190008" y="36493"/>
                      <a:pt x="189736" y="36656"/>
                      <a:pt x="189409" y="36765"/>
                    </a:cubicBezTo>
                    <a:lnTo>
                      <a:pt x="189300" y="36765"/>
                    </a:lnTo>
                    <a:cubicBezTo>
                      <a:pt x="180588" y="39270"/>
                      <a:pt x="173672" y="42047"/>
                      <a:pt x="166103" y="44607"/>
                    </a:cubicBezTo>
                    <a:cubicBezTo>
                      <a:pt x="158643" y="47112"/>
                      <a:pt x="150366" y="49399"/>
                      <a:pt x="141163" y="50106"/>
                    </a:cubicBezTo>
                    <a:cubicBezTo>
                      <a:pt x="132124" y="50869"/>
                      <a:pt x="122975" y="49726"/>
                      <a:pt x="114372" y="46894"/>
                    </a:cubicBezTo>
                    <a:cubicBezTo>
                      <a:pt x="105822" y="44008"/>
                      <a:pt x="97491" y="40196"/>
                      <a:pt x="89704" y="36384"/>
                    </a:cubicBezTo>
                    <a:cubicBezTo>
                      <a:pt x="81971" y="32572"/>
                      <a:pt x="74947" y="28543"/>
                      <a:pt x="68086" y="25058"/>
                    </a:cubicBezTo>
                    <a:cubicBezTo>
                      <a:pt x="61279" y="21409"/>
                      <a:pt x="54691" y="18306"/>
                      <a:pt x="47611" y="16291"/>
                    </a:cubicBezTo>
                    <a:cubicBezTo>
                      <a:pt x="33453" y="11935"/>
                      <a:pt x="17662" y="11390"/>
                      <a:pt x="1979" y="14603"/>
                    </a:cubicBezTo>
                    <a:cubicBezTo>
                      <a:pt x="1107" y="14820"/>
                      <a:pt x="182" y="14222"/>
                      <a:pt x="19" y="13350"/>
                    </a:cubicBezTo>
                    <a:cubicBezTo>
                      <a:pt x="-90" y="12588"/>
                      <a:pt x="291" y="11880"/>
                      <a:pt x="836" y="11499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8" name="Forme libre : forme 1237">
                <a:extLst>
                  <a:ext uri="{FF2B5EF4-FFF2-40B4-BE49-F238E27FC236}">
                    <a16:creationId xmlns:a16="http://schemas.microsoft.com/office/drawing/2014/main" id="{015A2523-FFE4-4D37-8B77-E03F7161C1CF}"/>
                  </a:ext>
                </a:extLst>
              </p:cNvPr>
              <p:cNvSpPr/>
              <p:nvPr/>
            </p:nvSpPr>
            <p:spPr>
              <a:xfrm>
                <a:off x="8906973" y="5101049"/>
                <a:ext cx="134808" cy="97329"/>
              </a:xfrm>
              <a:custGeom>
                <a:avLst/>
                <a:gdLst>
                  <a:gd name="connsiteX0" fmla="*/ 2028 w 134808"/>
                  <a:gd name="connsiteY0" fmla="*/ 75 h 97329"/>
                  <a:gd name="connsiteX1" fmla="*/ 41725 w 134808"/>
                  <a:gd name="connsiteY1" fmla="*/ 13035 h 97329"/>
                  <a:gd name="connsiteX2" fmla="*/ 61165 w 134808"/>
                  <a:gd name="connsiteY2" fmla="*/ 22020 h 97329"/>
                  <a:gd name="connsiteX3" fmla="*/ 79734 w 134808"/>
                  <a:gd name="connsiteY3" fmla="*/ 33728 h 97329"/>
                  <a:gd name="connsiteX4" fmla="*/ 97322 w 134808"/>
                  <a:gd name="connsiteY4" fmla="*/ 46579 h 97329"/>
                  <a:gd name="connsiteX5" fmla="*/ 111263 w 134808"/>
                  <a:gd name="connsiteY5" fmla="*/ 60573 h 97329"/>
                  <a:gd name="connsiteX6" fmla="*/ 122099 w 134808"/>
                  <a:gd name="connsiteY6" fmla="*/ 75820 h 97329"/>
                  <a:gd name="connsiteX7" fmla="*/ 134351 w 134808"/>
                  <a:gd name="connsiteY7" fmla="*/ 92701 h 97329"/>
                  <a:gd name="connsiteX8" fmla="*/ 134405 w 134808"/>
                  <a:gd name="connsiteY8" fmla="*/ 92756 h 97329"/>
                  <a:gd name="connsiteX9" fmla="*/ 134078 w 134808"/>
                  <a:gd name="connsiteY9" fmla="*/ 95533 h 97329"/>
                  <a:gd name="connsiteX10" fmla="*/ 133480 w 134808"/>
                  <a:gd name="connsiteY10" fmla="*/ 95860 h 97329"/>
                  <a:gd name="connsiteX11" fmla="*/ 109193 w 134808"/>
                  <a:gd name="connsiteY11" fmla="*/ 94934 h 97329"/>
                  <a:gd name="connsiteX12" fmla="*/ 88664 w 134808"/>
                  <a:gd name="connsiteY12" fmla="*/ 84097 h 97329"/>
                  <a:gd name="connsiteX13" fmla="*/ 74071 w 134808"/>
                  <a:gd name="connsiteY13" fmla="*/ 68959 h 97329"/>
                  <a:gd name="connsiteX14" fmla="*/ 62472 w 134808"/>
                  <a:gd name="connsiteY14" fmla="*/ 53277 h 97329"/>
                  <a:gd name="connsiteX15" fmla="*/ 48859 w 134808"/>
                  <a:gd name="connsiteY15" fmla="*/ 39881 h 97329"/>
                  <a:gd name="connsiteX16" fmla="*/ 33666 w 134808"/>
                  <a:gd name="connsiteY16" fmla="*/ 27248 h 97329"/>
                  <a:gd name="connsiteX17" fmla="*/ 667 w 134808"/>
                  <a:gd name="connsiteY17" fmla="*/ 3016 h 97329"/>
                  <a:gd name="connsiteX18" fmla="*/ 340 w 134808"/>
                  <a:gd name="connsiteY18" fmla="*/ 674 h 97329"/>
                  <a:gd name="connsiteX19" fmla="*/ 2028 w 134808"/>
                  <a:gd name="connsiteY19" fmla="*/ 75 h 97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34808" h="97329">
                    <a:moveTo>
                      <a:pt x="2028" y="75"/>
                    </a:moveTo>
                    <a:cubicBezTo>
                      <a:pt x="15424" y="3669"/>
                      <a:pt x="28547" y="7862"/>
                      <a:pt x="41725" y="13035"/>
                    </a:cubicBezTo>
                    <a:cubicBezTo>
                      <a:pt x="48259" y="15703"/>
                      <a:pt x="54740" y="18644"/>
                      <a:pt x="61165" y="22020"/>
                    </a:cubicBezTo>
                    <a:cubicBezTo>
                      <a:pt x="67482" y="25505"/>
                      <a:pt x="73744" y="29371"/>
                      <a:pt x="79734" y="33728"/>
                    </a:cubicBezTo>
                    <a:lnTo>
                      <a:pt x="97322" y="46579"/>
                    </a:lnTo>
                    <a:cubicBezTo>
                      <a:pt x="102877" y="50826"/>
                      <a:pt x="107451" y="55564"/>
                      <a:pt x="111263" y="60573"/>
                    </a:cubicBezTo>
                    <a:cubicBezTo>
                      <a:pt x="115129" y="65583"/>
                      <a:pt x="118559" y="70647"/>
                      <a:pt x="122099" y="75820"/>
                    </a:cubicBezTo>
                    <a:cubicBezTo>
                      <a:pt x="125638" y="81102"/>
                      <a:pt x="129395" y="86276"/>
                      <a:pt x="134351" y="92701"/>
                    </a:cubicBezTo>
                    <a:lnTo>
                      <a:pt x="134405" y="92756"/>
                    </a:lnTo>
                    <a:cubicBezTo>
                      <a:pt x="135059" y="93627"/>
                      <a:pt x="134895" y="94825"/>
                      <a:pt x="134078" y="95533"/>
                    </a:cubicBezTo>
                    <a:cubicBezTo>
                      <a:pt x="133916" y="95696"/>
                      <a:pt x="133698" y="95805"/>
                      <a:pt x="133480" y="95860"/>
                    </a:cubicBezTo>
                    <a:cubicBezTo>
                      <a:pt x="125366" y="98419"/>
                      <a:pt x="116872" y="97330"/>
                      <a:pt x="109193" y="94934"/>
                    </a:cubicBezTo>
                    <a:cubicBezTo>
                      <a:pt x="101515" y="92429"/>
                      <a:pt x="94599" y="88508"/>
                      <a:pt x="88664" y="84097"/>
                    </a:cubicBezTo>
                    <a:cubicBezTo>
                      <a:pt x="82674" y="79687"/>
                      <a:pt x="77937" y="74513"/>
                      <a:pt x="74071" y="68959"/>
                    </a:cubicBezTo>
                    <a:cubicBezTo>
                      <a:pt x="70204" y="63350"/>
                      <a:pt x="66665" y="57905"/>
                      <a:pt x="62472" y="53277"/>
                    </a:cubicBezTo>
                    <a:cubicBezTo>
                      <a:pt x="58334" y="48593"/>
                      <a:pt x="53759" y="44128"/>
                      <a:pt x="48859" y="39881"/>
                    </a:cubicBezTo>
                    <a:cubicBezTo>
                      <a:pt x="44067" y="35470"/>
                      <a:pt x="39002" y="31277"/>
                      <a:pt x="33666" y="27248"/>
                    </a:cubicBezTo>
                    <a:cubicBezTo>
                      <a:pt x="23156" y="18970"/>
                      <a:pt x="11775" y="11293"/>
                      <a:pt x="667" y="3016"/>
                    </a:cubicBezTo>
                    <a:cubicBezTo>
                      <a:pt x="-95" y="2471"/>
                      <a:pt x="-204" y="1436"/>
                      <a:pt x="340" y="674"/>
                    </a:cubicBezTo>
                    <a:cubicBezTo>
                      <a:pt x="667" y="130"/>
                      <a:pt x="1375" y="-143"/>
                      <a:pt x="2028" y="75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9" name="Forme libre : forme 1238">
                <a:extLst>
                  <a:ext uri="{FF2B5EF4-FFF2-40B4-BE49-F238E27FC236}">
                    <a16:creationId xmlns:a16="http://schemas.microsoft.com/office/drawing/2014/main" id="{EF73A75F-2BD7-4D87-9F68-7A790069EA95}"/>
                  </a:ext>
                </a:extLst>
              </p:cNvPr>
              <p:cNvSpPr/>
              <p:nvPr/>
            </p:nvSpPr>
            <p:spPr>
              <a:xfrm>
                <a:off x="8896836" y="5117018"/>
                <a:ext cx="102543" cy="106571"/>
              </a:xfrm>
              <a:custGeom>
                <a:avLst/>
                <a:gdLst>
                  <a:gd name="connsiteX0" fmla="*/ 2146 w 102543"/>
                  <a:gd name="connsiteY0" fmla="*/ 60 h 106571"/>
                  <a:gd name="connsiteX1" fmla="*/ 35417 w 102543"/>
                  <a:gd name="connsiteY1" fmla="*/ 18357 h 106571"/>
                  <a:gd name="connsiteX2" fmla="*/ 49956 w 102543"/>
                  <a:gd name="connsiteY2" fmla="*/ 30555 h 106571"/>
                  <a:gd name="connsiteX3" fmla="*/ 63243 w 102543"/>
                  <a:gd name="connsiteY3" fmla="*/ 43623 h 106571"/>
                  <a:gd name="connsiteX4" fmla="*/ 76802 w 102543"/>
                  <a:gd name="connsiteY4" fmla="*/ 55930 h 106571"/>
                  <a:gd name="connsiteX5" fmla="*/ 87965 w 102543"/>
                  <a:gd name="connsiteY5" fmla="*/ 69326 h 106571"/>
                  <a:gd name="connsiteX6" fmla="*/ 92213 w 102543"/>
                  <a:gd name="connsiteY6" fmla="*/ 76949 h 106571"/>
                  <a:gd name="connsiteX7" fmla="*/ 96024 w 102543"/>
                  <a:gd name="connsiteY7" fmla="*/ 85063 h 106571"/>
                  <a:gd name="connsiteX8" fmla="*/ 99455 w 102543"/>
                  <a:gd name="connsiteY8" fmla="*/ 93884 h 106571"/>
                  <a:gd name="connsiteX9" fmla="*/ 102505 w 102543"/>
                  <a:gd name="connsiteY9" fmla="*/ 103958 h 106571"/>
                  <a:gd name="connsiteX10" fmla="*/ 102505 w 102543"/>
                  <a:gd name="connsiteY10" fmla="*/ 104067 h 106571"/>
                  <a:gd name="connsiteX11" fmla="*/ 100925 w 102543"/>
                  <a:gd name="connsiteY11" fmla="*/ 106517 h 106571"/>
                  <a:gd name="connsiteX12" fmla="*/ 100490 w 102543"/>
                  <a:gd name="connsiteY12" fmla="*/ 106572 h 106571"/>
                  <a:gd name="connsiteX13" fmla="*/ 89544 w 102543"/>
                  <a:gd name="connsiteY13" fmla="*/ 105102 h 106571"/>
                  <a:gd name="connsiteX14" fmla="*/ 79743 w 102543"/>
                  <a:gd name="connsiteY14" fmla="*/ 101562 h 106571"/>
                  <a:gd name="connsiteX15" fmla="*/ 70976 w 102543"/>
                  <a:gd name="connsiteY15" fmla="*/ 96607 h 106571"/>
                  <a:gd name="connsiteX16" fmla="*/ 63135 w 102543"/>
                  <a:gd name="connsiteY16" fmla="*/ 90672 h 106571"/>
                  <a:gd name="connsiteX17" fmla="*/ 51372 w 102543"/>
                  <a:gd name="connsiteY17" fmla="*/ 76023 h 106571"/>
                  <a:gd name="connsiteX18" fmla="*/ 42660 w 102543"/>
                  <a:gd name="connsiteY18" fmla="*/ 59742 h 106571"/>
                  <a:gd name="connsiteX19" fmla="*/ 33293 w 102543"/>
                  <a:gd name="connsiteY19" fmla="*/ 44549 h 106571"/>
                  <a:gd name="connsiteX20" fmla="*/ 23709 w 102543"/>
                  <a:gd name="connsiteY20" fmla="*/ 29792 h 106571"/>
                  <a:gd name="connsiteX21" fmla="*/ 566 w 102543"/>
                  <a:gd name="connsiteY21" fmla="*/ 2947 h 106571"/>
                  <a:gd name="connsiteX22" fmla="*/ 458 w 102543"/>
                  <a:gd name="connsiteY22" fmla="*/ 605 h 106571"/>
                  <a:gd name="connsiteX23" fmla="*/ 2146 w 102543"/>
                  <a:gd name="connsiteY23" fmla="*/ 60 h 106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2543" h="106571">
                    <a:moveTo>
                      <a:pt x="2146" y="60"/>
                    </a:moveTo>
                    <a:cubicBezTo>
                      <a:pt x="14126" y="3981"/>
                      <a:pt x="25234" y="10733"/>
                      <a:pt x="35417" y="18357"/>
                    </a:cubicBezTo>
                    <a:cubicBezTo>
                      <a:pt x="40427" y="22278"/>
                      <a:pt x="45274" y="26362"/>
                      <a:pt x="49956" y="30555"/>
                    </a:cubicBezTo>
                    <a:cubicBezTo>
                      <a:pt x="54476" y="34856"/>
                      <a:pt x="58941" y="39267"/>
                      <a:pt x="63243" y="43623"/>
                    </a:cubicBezTo>
                    <a:cubicBezTo>
                      <a:pt x="67545" y="48034"/>
                      <a:pt x="72282" y="51955"/>
                      <a:pt x="76802" y="55930"/>
                    </a:cubicBezTo>
                    <a:cubicBezTo>
                      <a:pt x="81267" y="59905"/>
                      <a:pt x="85024" y="64316"/>
                      <a:pt x="87965" y="69326"/>
                    </a:cubicBezTo>
                    <a:cubicBezTo>
                      <a:pt x="89435" y="71776"/>
                      <a:pt x="90906" y="74281"/>
                      <a:pt x="92213" y="76949"/>
                    </a:cubicBezTo>
                    <a:cubicBezTo>
                      <a:pt x="93574" y="79509"/>
                      <a:pt x="94881" y="82177"/>
                      <a:pt x="96024" y="85063"/>
                    </a:cubicBezTo>
                    <a:cubicBezTo>
                      <a:pt x="97276" y="87785"/>
                      <a:pt x="98366" y="90781"/>
                      <a:pt x="99455" y="93884"/>
                    </a:cubicBezTo>
                    <a:cubicBezTo>
                      <a:pt x="100544" y="96988"/>
                      <a:pt x="101742" y="100092"/>
                      <a:pt x="102505" y="103958"/>
                    </a:cubicBezTo>
                    <a:lnTo>
                      <a:pt x="102505" y="104067"/>
                    </a:lnTo>
                    <a:cubicBezTo>
                      <a:pt x="102722" y="105156"/>
                      <a:pt x="102014" y="106300"/>
                      <a:pt x="100925" y="106517"/>
                    </a:cubicBezTo>
                    <a:cubicBezTo>
                      <a:pt x="100816" y="106572"/>
                      <a:pt x="100653" y="106572"/>
                      <a:pt x="100490" y="106572"/>
                    </a:cubicBezTo>
                    <a:cubicBezTo>
                      <a:pt x="96623" y="106572"/>
                      <a:pt x="93138" y="105864"/>
                      <a:pt x="89544" y="105102"/>
                    </a:cubicBezTo>
                    <a:cubicBezTo>
                      <a:pt x="86223" y="104067"/>
                      <a:pt x="82901" y="102978"/>
                      <a:pt x="79743" y="101562"/>
                    </a:cubicBezTo>
                    <a:cubicBezTo>
                      <a:pt x="76693" y="100092"/>
                      <a:pt x="73807" y="98404"/>
                      <a:pt x="70976" y="96607"/>
                    </a:cubicBezTo>
                    <a:cubicBezTo>
                      <a:pt x="68253" y="94756"/>
                      <a:pt x="65694" y="92741"/>
                      <a:pt x="63135" y="90672"/>
                    </a:cubicBezTo>
                    <a:cubicBezTo>
                      <a:pt x="58288" y="86424"/>
                      <a:pt x="54367" y="81523"/>
                      <a:pt x="51372" y="76023"/>
                    </a:cubicBezTo>
                    <a:cubicBezTo>
                      <a:pt x="48432" y="70469"/>
                      <a:pt x="45763" y="64915"/>
                      <a:pt x="42660" y="59742"/>
                    </a:cubicBezTo>
                    <a:cubicBezTo>
                      <a:pt x="39556" y="54569"/>
                      <a:pt x="36452" y="49505"/>
                      <a:pt x="33293" y="44549"/>
                    </a:cubicBezTo>
                    <a:cubicBezTo>
                      <a:pt x="30244" y="39485"/>
                      <a:pt x="27032" y="34584"/>
                      <a:pt x="23709" y="29792"/>
                    </a:cubicBezTo>
                    <a:cubicBezTo>
                      <a:pt x="17066" y="20099"/>
                      <a:pt x="9551" y="11115"/>
                      <a:pt x="566" y="2947"/>
                    </a:cubicBezTo>
                    <a:cubicBezTo>
                      <a:pt x="-141" y="2347"/>
                      <a:pt x="-195" y="1259"/>
                      <a:pt x="458" y="605"/>
                    </a:cubicBezTo>
                    <a:cubicBezTo>
                      <a:pt x="839" y="60"/>
                      <a:pt x="1547" y="-103"/>
                      <a:pt x="2146" y="60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0" name="Forme libre : forme 1239">
                <a:extLst>
                  <a:ext uri="{FF2B5EF4-FFF2-40B4-BE49-F238E27FC236}">
                    <a16:creationId xmlns:a16="http://schemas.microsoft.com/office/drawing/2014/main" id="{636C2357-D60B-4DBA-98A9-17B7DBE9D3B4}"/>
                  </a:ext>
                </a:extLst>
              </p:cNvPr>
              <p:cNvSpPr/>
              <p:nvPr/>
            </p:nvSpPr>
            <p:spPr>
              <a:xfrm>
                <a:off x="8867300" y="5123028"/>
                <a:ext cx="76682" cy="122997"/>
              </a:xfrm>
              <a:custGeom>
                <a:avLst/>
                <a:gdLst>
                  <a:gd name="connsiteX0" fmla="*/ 2603 w 76682"/>
                  <a:gd name="connsiteY0" fmla="*/ 259 h 122997"/>
                  <a:gd name="connsiteX1" fmla="*/ 29667 w 76682"/>
                  <a:gd name="connsiteY1" fmla="*/ 25852 h 122997"/>
                  <a:gd name="connsiteX2" fmla="*/ 40557 w 76682"/>
                  <a:gd name="connsiteY2" fmla="*/ 40935 h 122997"/>
                  <a:gd name="connsiteX3" fmla="*/ 50141 w 76682"/>
                  <a:gd name="connsiteY3" fmla="*/ 56346 h 122997"/>
                  <a:gd name="connsiteX4" fmla="*/ 60324 w 76682"/>
                  <a:gd name="connsiteY4" fmla="*/ 70831 h 122997"/>
                  <a:gd name="connsiteX5" fmla="*/ 68220 w 76682"/>
                  <a:gd name="connsiteY5" fmla="*/ 85479 h 122997"/>
                  <a:gd name="connsiteX6" fmla="*/ 76660 w 76682"/>
                  <a:gd name="connsiteY6" fmla="*/ 120656 h 122997"/>
                  <a:gd name="connsiteX7" fmla="*/ 74918 w 76682"/>
                  <a:gd name="connsiteY7" fmla="*/ 122997 h 122997"/>
                  <a:gd name="connsiteX8" fmla="*/ 74373 w 76682"/>
                  <a:gd name="connsiteY8" fmla="*/ 122997 h 122997"/>
                  <a:gd name="connsiteX9" fmla="*/ 63755 w 76682"/>
                  <a:gd name="connsiteY9" fmla="*/ 120329 h 122997"/>
                  <a:gd name="connsiteX10" fmla="*/ 54552 w 76682"/>
                  <a:gd name="connsiteY10" fmla="*/ 115428 h 122997"/>
                  <a:gd name="connsiteX11" fmla="*/ 46602 w 76682"/>
                  <a:gd name="connsiteY11" fmla="*/ 109057 h 122997"/>
                  <a:gd name="connsiteX12" fmla="*/ 39904 w 76682"/>
                  <a:gd name="connsiteY12" fmla="*/ 101761 h 122997"/>
                  <a:gd name="connsiteX13" fmla="*/ 34677 w 76682"/>
                  <a:gd name="connsiteY13" fmla="*/ 93701 h 122997"/>
                  <a:gd name="connsiteX14" fmla="*/ 31192 w 76682"/>
                  <a:gd name="connsiteY14" fmla="*/ 84934 h 122997"/>
                  <a:gd name="connsiteX15" fmla="*/ 26291 w 76682"/>
                  <a:gd name="connsiteY15" fmla="*/ 67182 h 122997"/>
                  <a:gd name="connsiteX16" fmla="*/ 20900 w 76682"/>
                  <a:gd name="connsiteY16" fmla="*/ 50356 h 122997"/>
                  <a:gd name="connsiteX17" fmla="*/ 15400 w 76682"/>
                  <a:gd name="connsiteY17" fmla="*/ 33911 h 122997"/>
                  <a:gd name="connsiteX18" fmla="*/ 261 w 76682"/>
                  <a:gd name="connsiteY18" fmla="*/ 2600 h 122997"/>
                  <a:gd name="connsiteX19" fmla="*/ 752 w 76682"/>
                  <a:gd name="connsiteY19" fmla="*/ 313 h 122997"/>
                  <a:gd name="connsiteX20" fmla="*/ 2603 w 76682"/>
                  <a:gd name="connsiteY20" fmla="*/ 259 h 122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76682" h="122997">
                    <a:moveTo>
                      <a:pt x="2603" y="259"/>
                    </a:moveTo>
                    <a:cubicBezTo>
                      <a:pt x="13058" y="6902"/>
                      <a:pt x="21880" y="16105"/>
                      <a:pt x="29667" y="25852"/>
                    </a:cubicBezTo>
                    <a:cubicBezTo>
                      <a:pt x="33424" y="30807"/>
                      <a:pt x="37072" y="35817"/>
                      <a:pt x="40557" y="40935"/>
                    </a:cubicBezTo>
                    <a:lnTo>
                      <a:pt x="50141" y="56346"/>
                    </a:lnTo>
                    <a:cubicBezTo>
                      <a:pt x="53245" y="61410"/>
                      <a:pt x="56894" y="66148"/>
                      <a:pt x="60324" y="70831"/>
                    </a:cubicBezTo>
                    <a:cubicBezTo>
                      <a:pt x="63755" y="75459"/>
                      <a:pt x="66368" y="80251"/>
                      <a:pt x="68220" y="85479"/>
                    </a:cubicBezTo>
                    <a:cubicBezTo>
                      <a:pt x="71923" y="95989"/>
                      <a:pt x="74591" y="106171"/>
                      <a:pt x="76660" y="120656"/>
                    </a:cubicBezTo>
                    <a:cubicBezTo>
                      <a:pt x="76824" y="121800"/>
                      <a:pt x="76061" y="122834"/>
                      <a:pt x="74918" y="122997"/>
                    </a:cubicBezTo>
                    <a:cubicBezTo>
                      <a:pt x="74755" y="122997"/>
                      <a:pt x="74537" y="122997"/>
                      <a:pt x="74373" y="122997"/>
                    </a:cubicBezTo>
                    <a:cubicBezTo>
                      <a:pt x="70562" y="122616"/>
                      <a:pt x="67240" y="121473"/>
                      <a:pt x="63755" y="120329"/>
                    </a:cubicBezTo>
                    <a:cubicBezTo>
                      <a:pt x="60651" y="118859"/>
                      <a:pt x="57438" y="117280"/>
                      <a:pt x="54552" y="115428"/>
                    </a:cubicBezTo>
                    <a:cubicBezTo>
                      <a:pt x="51775" y="113468"/>
                      <a:pt x="49161" y="111344"/>
                      <a:pt x="46602" y="109057"/>
                    </a:cubicBezTo>
                    <a:cubicBezTo>
                      <a:pt x="44261" y="106770"/>
                      <a:pt x="42028" y="104320"/>
                      <a:pt x="39904" y="101761"/>
                    </a:cubicBezTo>
                    <a:cubicBezTo>
                      <a:pt x="37944" y="99201"/>
                      <a:pt x="36201" y="96533"/>
                      <a:pt x="34677" y="93701"/>
                    </a:cubicBezTo>
                    <a:cubicBezTo>
                      <a:pt x="33261" y="90924"/>
                      <a:pt x="32226" y="87929"/>
                      <a:pt x="31192" y="84934"/>
                    </a:cubicBezTo>
                    <a:cubicBezTo>
                      <a:pt x="29503" y="78890"/>
                      <a:pt x="28142" y="72900"/>
                      <a:pt x="26291" y="67182"/>
                    </a:cubicBezTo>
                    <a:lnTo>
                      <a:pt x="20900" y="50356"/>
                    </a:lnTo>
                    <a:cubicBezTo>
                      <a:pt x="19211" y="44802"/>
                      <a:pt x="17360" y="39302"/>
                      <a:pt x="15400" y="33911"/>
                    </a:cubicBezTo>
                    <a:cubicBezTo>
                      <a:pt x="11534" y="23020"/>
                      <a:pt x="6742" y="12620"/>
                      <a:pt x="261" y="2600"/>
                    </a:cubicBezTo>
                    <a:cubicBezTo>
                      <a:pt x="-228" y="1838"/>
                      <a:pt x="-10" y="803"/>
                      <a:pt x="752" y="313"/>
                    </a:cubicBezTo>
                    <a:cubicBezTo>
                      <a:pt x="1351" y="-123"/>
                      <a:pt x="2059" y="-68"/>
                      <a:pt x="2603" y="259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1" name="Forme libre : forme 1240">
                <a:extLst>
                  <a:ext uri="{FF2B5EF4-FFF2-40B4-BE49-F238E27FC236}">
                    <a16:creationId xmlns:a16="http://schemas.microsoft.com/office/drawing/2014/main" id="{50660E7E-0816-4C18-9551-09005CF35B58}"/>
                  </a:ext>
                </a:extLst>
              </p:cNvPr>
              <p:cNvSpPr/>
              <p:nvPr/>
            </p:nvSpPr>
            <p:spPr>
              <a:xfrm>
                <a:off x="8723959" y="5107378"/>
                <a:ext cx="106900" cy="106230"/>
              </a:xfrm>
              <a:custGeom>
                <a:avLst/>
                <a:gdLst>
                  <a:gd name="connsiteX0" fmla="*/ 106900 w 106900"/>
                  <a:gd name="connsiteY0" fmla="*/ 1696 h 106230"/>
                  <a:gd name="connsiteX1" fmla="*/ 101945 w 106900"/>
                  <a:gd name="connsiteY1" fmla="*/ 21354 h 106230"/>
                  <a:gd name="connsiteX2" fmla="*/ 90129 w 106900"/>
                  <a:gd name="connsiteY2" fmla="*/ 38289 h 106230"/>
                  <a:gd name="connsiteX3" fmla="*/ 75154 w 106900"/>
                  <a:gd name="connsiteY3" fmla="*/ 51902 h 106230"/>
                  <a:gd name="connsiteX4" fmla="*/ 60125 w 106900"/>
                  <a:gd name="connsiteY4" fmla="*/ 63338 h 106230"/>
                  <a:gd name="connsiteX5" fmla="*/ 47818 w 106900"/>
                  <a:gd name="connsiteY5" fmla="*/ 75372 h 106230"/>
                  <a:gd name="connsiteX6" fmla="*/ 35675 w 106900"/>
                  <a:gd name="connsiteY6" fmla="*/ 86481 h 106230"/>
                  <a:gd name="connsiteX7" fmla="*/ 3329 w 106900"/>
                  <a:gd name="connsiteY7" fmla="*/ 106029 h 106230"/>
                  <a:gd name="connsiteX8" fmla="*/ 606 w 106900"/>
                  <a:gd name="connsiteY8" fmla="*/ 105049 h 106230"/>
                  <a:gd name="connsiteX9" fmla="*/ 443 w 106900"/>
                  <a:gd name="connsiteY9" fmla="*/ 104450 h 106230"/>
                  <a:gd name="connsiteX10" fmla="*/ 2566 w 106900"/>
                  <a:gd name="connsiteY10" fmla="*/ 82560 h 106230"/>
                  <a:gd name="connsiteX11" fmla="*/ 12259 w 106900"/>
                  <a:gd name="connsiteY11" fmla="*/ 63665 h 106230"/>
                  <a:gd name="connsiteX12" fmla="*/ 27997 w 106900"/>
                  <a:gd name="connsiteY12" fmla="*/ 49779 h 106230"/>
                  <a:gd name="connsiteX13" fmla="*/ 46729 w 106900"/>
                  <a:gd name="connsiteY13" fmla="*/ 40848 h 106230"/>
                  <a:gd name="connsiteX14" fmla="*/ 63991 w 106900"/>
                  <a:gd name="connsiteY14" fmla="*/ 33279 h 106230"/>
                  <a:gd name="connsiteX15" fmla="*/ 79837 w 106900"/>
                  <a:gd name="connsiteY15" fmla="*/ 25656 h 106230"/>
                  <a:gd name="connsiteX16" fmla="*/ 103797 w 106900"/>
                  <a:gd name="connsiteY16" fmla="*/ 1043 h 106230"/>
                  <a:gd name="connsiteX17" fmla="*/ 103797 w 106900"/>
                  <a:gd name="connsiteY17" fmla="*/ 988 h 106230"/>
                  <a:gd name="connsiteX18" fmla="*/ 105975 w 106900"/>
                  <a:gd name="connsiteY18" fmla="*/ 117 h 106230"/>
                  <a:gd name="connsiteX19" fmla="*/ 106900 w 106900"/>
                  <a:gd name="connsiteY19" fmla="*/ 1696 h 106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06900" h="106230">
                    <a:moveTo>
                      <a:pt x="106900" y="1696"/>
                    </a:moveTo>
                    <a:cubicBezTo>
                      <a:pt x="106846" y="8339"/>
                      <a:pt x="104994" y="15146"/>
                      <a:pt x="101945" y="21354"/>
                    </a:cubicBezTo>
                    <a:cubicBezTo>
                      <a:pt x="98896" y="27562"/>
                      <a:pt x="94703" y="33170"/>
                      <a:pt x="90129" y="38289"/>
                    </a:cubicBezTo>
                    <a:cubicBezTo>
                      <a:pt x="85391" y="43353"/>
                      <a:pt x="80272" y="47764"/>
                      <a:pt x="75154" y="51902"/>
                    </a:cubicBezTo>
                    <a:lnTo>
                      <a:pt x="60125" y="63338"/>
                    </a:lnTo>
                    <a:cubicBezTo>
                      <a:pt x="55333" y="67041"/>
                      <a:pt x="51467" y="71125"/>
                      <a:pt x="47818" y="75372"/>
                    </a:cubicBezTo>
                    <a:cubicBezTo>
                      <a:pt x="44115" y="79565"/>
                      <a:pt x="40194" y="83213"/>
                      <a:pt x="35675" y="86481"/>
                    </a:cubicBezTo>
                    <a:cubicBezTo>
                      <a:pt x="26472" y="92960"/>
                      <a:pt x="17106" y="99495"/>
                      <a:pt x="3329" y="106029"/>
                    </a:cubicBezTo>
                    <a:cubicBezTo>
                      <a:pt x="2295" y="106520"/>
                      <a:pt x="1097" y="106084"/>
                      <a:pt x="606" y="105049"/>
                    </a:cubicBezTo>
                    <a:cubicBezTo>
                      <a:pt x="498" y="104886"/>
                      <a:pt x="443" y="104668"/>
                      <a:pt x="443" y="104450"/>
                    </a:cubicBezTo>
                    <a:cubicBezTo>
                      <a:pt x="-701" y="96664"/>
                      <a:pt x="498" y="89421"/>
                      <a:pt x="2566" y="82560"/>
                    </a:cubicBezTo>
                    <a:cubicBezTo>
                      <a:pt x="4745" y="75753"/>
                      <a:pt x="8012" y="69382"/>
                      <a:pt x="12259" y="63665"/>
                    </a:cubicBezTo>
                    <a:cubicBezTo>
                      <a:pt x="16452" y="57947"/>
                      <a:pt x="21843" y="53264"/>
                      <a:pt x="27997" y="49779"/>
                    </a:cubicBezTo>
                    <a:cubicBezTo>
                      <a:pt x="34204" y="46348"/>
                      <a:pt x="40793" y="43571"/>
                      <a:pt x="46729" y="40848"/>
                    </a:cubicBezTo>
                    <a:lnTo>
                      <a:pt x="63991" y="33279"/>
                    </a:lnTo>
                    <a:cubicBezTo>
                      <a:pt x="69545" y="30938"/>
                      <a:pt x="74936" y="28487"/>
                      <a:pt x="79837" y="25656"/>
                    </a:cubicBezTo>
                    <a:cubicBezTo>
                      <a:pt x="89747" y="19992"/>
                      <a:pt x="98787" y="12314"/>
                      <a:pt x="103797" y="1043"/>
                    </a:cubicBezTo>
                    <a:lnTo>
                      <a:pt x="103797" y="988"/>
                    </a:lnTo>
                    <a:cubicBezTo>
                      <a:pt x="104177" y="171"/>
                      <a:pt x="105158" y="-210"/>
                      <a:pt x="105975" y="117"/>
                    </a:cubicBezTo>
                    <a:cubicBezTo>
                      <a:pt x="106519" y="443"/>
                      <a:pt x="106900" y="1043"/>
                      <a:pt x="106900" y="1696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2" name="Forme libre : forme 1241">
                <a:extLst>
                  <a:ext uri="{FF2B5EF4-FFF2-40B4-BE49-F238E27FC236}">
                    <a16:creationId xmlns:a16="http://schemas.microsoft.com/office/drawing/2014/main" id="{C3844DCE-885E-458A-9671-DBDADC100FDF}"/>
                  </a:ext>
                </a:extLst>
              </p:cNvPr>
              <p:cNvSpPr/>
              <p:nvPr/>
            </p:nvSpPr>
            <p:spPr>
              <a:xfrm>
                <a:off x="9061689" y="4976860"/>
                <a:ext cx="19167" cy="19167"/>
              </a:xfrm>
              <a:custGeom>
                <a:avLst/>
                <a:gdLst>
                  <a:gd name="connsiteX0" fmla="*/ 19168 w 19167"/>
                  <a:gd name="connsiteY0" fmla="*/ 9584 h 19167"/>
                  <a:gd name="connsiteX1" fmla="*/ 9584 w 19167"/>
                  <a:gd name="connsiteY1" fmla="*/ 19168 h 19167"/>
                  <a:gd name="connsiteX2" fmla="*/ 0 w 19167"/>
                  <a:gd name="connsiteY2" fmla="*/ 9584 h 19167"/>
                  <a:gd name="connsiteX3" fmla="*/ 9584 w 19167"/>
                  <a:gd name="connsiteY3" fmla="*/ 0 h 19167"/>
                  <a:gd name="connsiteX4" fmla="*/ 19168 w 19167"/>
                  <a:gd name="connsiteY4" fmla="*/ 9584 h 1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67" h="19167">
                    <a:moveTo>
                      <a:pt x="19168" y="9584"/>
                    </a:moveTo>
                    <a:cubicBezTo>
                      <a:pt x="19168" y="14877"/>
                      <a:pt x="14877" y="19168"/>
                      <a:pt x="9584" y="19168"/>
                    </a:cubicBezTo>
                    <a:cubicBezTo>
                      <a:pt x="4291" y="19168"/>
                      <a:pt x="0" y="14877"/>
                      <a:pt x="0" y="9584"/>
                    </a:cubicBezTo>
                    <a:cubicBezTo>
                      <a:pt x="0" y="4291"/>
                      <a:pt x="4291" y="0"/>
                      <a:pt x="9584" y="0"/>
                    </a:cubicBezTo>
                    <a:cubicBezTo>
                      <a:pt x="14877" y="0"/>
                      <a:pt x="19168" y="4291"/>
                      <a:pt x="19168" y="9584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3" name="Forme libre : forme 1242">
                <a:extLst>
                  <a:ext uri="{FF2B5EF4-FFF2-40B4-BE49-F238E27FC236}">
                    <a16:creationId xmlns:a16="http://schemas.microsoft.com/office/drawing/2014/main" id="{3E2B90A9-C459-41C4-A6B7-7B8D9DF93E7C}"/>
                  </a:ext>
                </a:extLst>
              </p:cNvPr>
              <p:cNvSpPr/>
              <p:nvPr/>
            </p:nvSpPr>
            <p:spPr>
              <a:xfrm>
                <a:off x="9078189" y="4971415"/>
                <a:ext cx="14266" cy="14266"/>
              </a:xfrm>
              <a:custGeom>
                <a:avLst/>
                <a:gdLst>
                  <a:gd name="connsiteX0" fmla="*/ 14267 w 14266"/>
                  <a:gd name="connsiteY0" fmla="*/ 7133 h 14266"/>
                  <a:gd name="connsiteX1" fmla="*/ 7133 w 14266"/>
                  <a:gd name="connsiteY1" fmla="*/ 14267 h 14266"/>
                  <a:gd name="connsiteX2" fmla="*/ -1 w 14266"/>
                  <a:gd name="connsiteY2" fmla="*/ 7133 h 14266"/>
                  <a:gd name="connsiteX3" fmla="*/ 7133 w 14266"/>
                  <a:gd name="connsiteY3" fmla="*/ 0 h 14266"/>
                  <a:gd name="connsiteX4" fmla="*/ 14267 w 14266"/>
                  <a:gd name="connsiteY4" fmla="*/ 7133 h 14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66" h="14266">
                    <a:moveTo>
                      <a:pt x="14267" y="7133"/>
                    </a:moveTo>
                    <a:cubicBezTo>
                      <a:pt x="14267" y="11073"/>
                      <a:pt x="11073" y="14267"/>
                      <a:pt x="7133" y="14267"/>
                    </a:cubicBezTo>
                    <a:cubicBezTo>
                      <a:pt x="3193" y="14267"/>
                      <a:pt x="-1" y="11073"/>
                      <a:pt x="-1" y="7133"/>
                    </a:cubicBezTo>
                    <a:cubicBezTo>
                      <a:pt x="-1" y="3194"/>
                      <a:pt x="3193" y="0"/>
                      <a:pt x="7133" y="0"/>
                    </a:cubicBezTo>
                    <a:cubicBezTo>
                      <a:pt x="11073" y="0"/>
                      <a:pt x="14267" y="3194"/>
                      <a:pt x="14267" y="713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4" name="Forme libre : forme 1243">
                <a:extLst>
                  <a:ext uri="{FF2B5EF4-FFF2-40B4-BE49-F238E27FC236}">
                    <a16:creationId xmlns:a16="http://schemas.microsoft.com/office/drawing/2014/main" id="{99B9FE25-2329-4F13-9AE1-358469119A28}"/>
                  </a:ext>
                </a:extLst>
              </p:cNvPr>
              <p:cNvSpPr/>
              <p:nvPr/>
            </p:nvSpPr>
            <p:spPr>
              <a:xfrm>
                <a:off x="9089733" y="4964173"/>
                <a:ext cx="15682" cy="15682"/>
              </a:xfrm>
              <a:custGeom>
                <a:avLst/>
                <a:gdLst>
                  <a:gd name="connsiteX0" fmla="*/ 15683 w 15682"/>
                  <a:gd name="connsiteY0" fmla="*/ 7841 h 15682"/>
                  <a:gd name="connsiteX1" fmla="*/ 7842 w 15682"/>
                  <a:gd name="connsiteY1" fmla="*/ 15683 h 15682"/>
                  <a:gd name="connsiteX2" fmla="*/ 1 w 15682"/>
                  <a:gd name="connsiteY2" fmla="*/ 7841 h 15682"/>
                  <a:gd name="connsiteX3" fmla="*/ 7842 w 15682"/>
                  <a:gd name="connsiteY3" fmla="*/ 0 h 15682"/>
                  <a:gd name="connsiteX4" fmla="*/ 15683 w 15682"/>
                  <a:gd name="connsiteY4" fmla="*/ 7841 h 15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82" h="15682">
                    <a:moveTo>
                      <a:pt x="15683" y="7841"/>
                    </a:moveTo>
                    <a:cubicBezTo>
                      <a:pt x="15683" y="12172"/>
                      <a:pt x="12172" y="15683"/>
                      <a:pt x="7842" y="15683"/>
                    </a:cubicBezTo>
                    <a:cubicBezTo>
                      <a:pt x="3511" y="15683"/>
                      <a:pt x="1" y="12172"/>
                      <a:pt x="1" y="7841"/>
                    </a:cubicBezTo>
                    <a:cubicBezTo>
                      <a:pt x="1" y="3511"/>
                      <a:pt x="3511" y="0"/>
                      <a:pt x="7842" y="0"/>
                    </a:cubicBezTo>
                    <a:cubicBezTo>
                      <a:pt x="12172" y="0"/>
                      <a:pt x="15683" y="3511"/>
                      <a:pt x="15683" y="7841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5" name="Forme libre : forme 1244">
                <a:extLst>
                  <a:ext uri="{FF2B5EF4-FFF2-40B4-BE49-F238E27FC236}">
                    <a16:creationId xmlns:a16="http://schemas.microsoft.com/office/drawing/2014/main" id="{397FE8DE-9DB9-46C6-A3FE-6728C6394451}"/>
                  </a:ext>
                </a:extLst>
              </p:cNvPr>
              <p:cNvSpPr/>
              <p:nvPr/>
            </p:nvSpPr>
            <p:spPr>
              <a:xfrm>
                <a:off x="8738887" y="4887937"/>
                <a:ext cx="28315" cy="28315"/>
              </a:xfrm>
              <a:custGeom>
                <a:avLst/>
                <a:gdLst>
                  <a:gd name="connsiteX0" fmla="*/ 28316 w 28315"/>
                  <a:gd name="connsiteY0" fmla="*/ 14158 h 28315"/>
                  <a:gd name="connsiteX1" fmla="*/ 14158 w 28315"/>
                  <a:gd name="connsiteY1" fmla="*/ 28316 h 28315"/>
                  <a:gd name="connsiteX2" fmla="*/ 0 w 28315"/>
                  <a:gd name="connsiteY2" fmla="*/ 14158 h 28315"/>
                  <a:gd name="connsiteX3" fmla="*/ 14158 w 28315"/>
                  <a:gd name="connsiteY3" fmla="*/ 0 h 28315"/>
                  <a:gd name="connsiteX4" fmla="*/ 28316 w 28315"/>
                  <a:gd name="connsiteY4" fmla="*/ 14158 h 2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15" h="28315">
                    <a:moveTo>
                      <a:pt x="28316" y="14158"/>
                    </a:moveTo>
                    <a:cubicBezTo>
                      <a:pt x="28316" y="21977"/>
                      <a:pt x="21977" y="28316"/>
                      <a:pt x="14158" y="28316"/>
                    </a:cubicBezTo>
                    <a:cubicBezTo>
                      <a:pt x="6339" y="28316"/>
                      <a:pt x="0" y="21977"/>
                      <a:pt x="0" y="14158"/>
                    </a:cubicBezTo>
                    <a:cubicBezTo>
                      <a:pt x="0" y="6339"/>
                      <a:pt x="6339" y="0"/>
                      <a:pt x="14158" y="0"/>
                    </a:cubicBezTo>
                    <a:cubicBezTo>
                      <a:pt x="21977" y="0"/>
                      <a:pt x="28316" y="6339"/>
                      <a:pt x="28316" y="1415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6" name="Forme libre : forme 1245">
                <a:extLst>
                  <a:ext uri="{FF2B5EF4-FFF2-40B4-BE49-F238E27FC236}">
                    <a16:creationId xmlns:a16="http://schemas.microsoft.com/office/drawing/2014/main" id="{C20F4264-F2DE-4AA0-9AA4-7863332AF3EB}"/>
                  </a:ext>
                </a:extLst>
              </p:cNvPr>
              <p:cNvSpPr/>
              <p:nvPr/>
            </p:nvSpPr>
            <p:spPr>
              <a:xfrm>
                <a:off x="8727343" y="4875086"/>
                <a:ext cx="21563" cy="21563"/>
              </a:xfrm>
              <a:custGeom>
                <a:avLst/>
                <a:gdLst>
                  <a:gd name="connsiteX0" fmla="*/ 21564 w 21563"/>
                  <a:gd name="connsiteY0" fmla="*/ 10782 h 21563"/>
                  <a:gd name="connsiteX1" fmla="*/ 10782 w 21563"/>
                  <a:gd name="connsiteY1" fmla="*/ 21563 h 21563"/>
                  <a:gd name="connsiteX2" fmla="*/ 0 w 21563"/>
                  <a:gd name="connsiteY2" fmla="*/ 10782 h 21563"/>
                  <a:gd name="connsiteX3" fmla="*/ 10782 w 21563"/>
                  <a:gd name="connsiteY3" fmla="*/ 0 h 21563"/>
                  <a:gd name="connsiteX4" fmla="*/ 21564 w 21563"/>
                  <a:gd name="connsiteY4" fmla="*/ 10782 h 21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63" h="21563">
                    <a:moveTo>
                      <a:pt x="21564" y="10782"/>
                    </a:moveTo>
                    <a:cubicBezTo>
                      <a:pt x="21564" y="16736"/>
                      <a:pt x="16737" y="21563"/>
                      <a:pt x="10782" y="21563"/>
                    </a:cubicBezTo>
                    <a:cubicBezTo>
                      <a:pt x="4828" y="21563"/>
                      <a:pt x="0" y="16736"/>
                      <a:pt x="0" y="10782"/>
                    </a:cubicBezTo>
                    <a:cubicBezTo>
                      <a:pt x="0" y="4827"/>
                      <a:pt x="4828" y="0"/>
                      <a:pt x="10782" y="0"/>
                    </a:cubicBezTo>
                    <a:cubicBezTo>
                      <a:pt x="16737" y="0"/>
                      <a:pt x="21564" y="4827"/>
                      <a:pt x="21564" y="10782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7" name="Forme libre : forme 1246">
                <a:extLst>
                  <a:ext uri="{FF2B5EF4-FFF2-40B4-BE49-F238E27FC236}">
                    <a16:creationId xmlns:a16="http://schemas.microsoft.com/office/drawing/2014/main" id="{29C418C3-9F2E-4009-9362-A898BBE75130}"/>
                  </a:ext>
                </a:extLst>
              </p:cNvPr>
              <p:cNvSpPr/>
              <p:nvPr/>
            </p:nvSpPr>
            <p:spPr>
              <a:xfrm>
                <a:off x="8718358" y="4862507"/>
                <a:ext cx="17534" cy="17534"/>
              </a:xfrm>
              <a:custGeom>
                <a:avLst/>
                <a:gdLst>
                  <a:gd name="connsiteX0" fmla="*/ 17534 w 17534"/>
                  <a:gd name="connsiteY0" fmla="*/ 8767 h 17534"/>
                  <a:gd name="connsiteX1" fmla="*/ 8767 w 17534"/>
                  <a:gd name="connsiteY1" fmla="*/ 17534 h 17534"/>
                  <a:gd name="connsiteX2" fmla="*/ 0 w 17534"/>
                  <a:gd name="connsiteY2" fmla="*/ 8767 h 17534"/>
                  <a:gd name="connsiteX3" fmla="*/ 8767 w 17534"/>
                  <a:gd name="connsiteY3" fmla="*/ 0 h 17534"/>
                  <a:gd name="connsiteX4" fmla="*/ 17534 w 17534"/>
                  <a:gd name="connsiteY4" fmla="*/ 8767 h 17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34" h="17534">
                    <a:moveTo>
                      <a:pt x="17534" y="8767"/>
                    </a:moveTo>
                    <a:cubicBezTo>
                      <a:pt x="17534" y="13609"/>
                      <a:pt x="13609" y="17534"/>
                      <a:pt x="8767" y="17534"/>
                    </a:cubicBezTo>
                    <a:cubicBezTo>
                      <a:pt x="3926" y="17534"/>
                      <a:pt x="0" y="13609"/>
                      <a:pt x="0" y="8767"/>
                    </a:cubicBezTo>
                    <a:cubicBezTo>
                      <a:pt x="0" y="3925"/>
                      <a:pt x="3926" y="0"/>
                      <a:pt x="8767" y="0"/>
                    </a:cubicBezTo>
                    <a:cubicBezTo>
                      <a:pt x="13609" y="0"/>
                      <a:pt x="17534" y="3925"/>
                      <a:pt x="17534" y="8767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8" name="Forme libre : forme 1247">
                <a:extLst>
                  <a:ext uri="{FF2B5EF4-FFF2-40B4-BE49-F238E27FC236}">
                    <a16:creationId xmlns:a16="http://schemas.microsoft.com/office/drawing/2014/main" id="{D45FE8CB-6E8B-480B-B8EC-8A1EB16A450C}"/>
                  </a:ext>
                </a:extLst>
              </p:cNvPr>
              <p:cNvSpPr/>
              <p:nvPr/>
            </p:nvSpPr>
            <p:spPr>
              <a:xfrm>
                <a:off x="8700334" y="4859785"/>
                <a:ext cx="19603" cy="19603"/>
              </a:xfrm>
              <a:custGeom>
                <a:avLst/>
                <a:gdLst>
                  <a:gd name="connsiteX0" fmla="*/ 19603 w 19603"/>
                  <a:gd name="connsiteY0" fmla="*/ 9802 h 19603"/>
                  <a:gd name="connsiteX1" fmla="*/ 9801 w 19603"/>
                  <a:gd name="connsiteY1" fmla="*/ 19603 h 19603"/>
                  <a:gd name="connsiteX2" fmla="*/ -1 w 19603"/>
                  <a:gd name="connsiteY2" fmla="*/ 9802 h 19603"/>
                  <a:gd name="connsiteX3" fmla="*/ 9801 w 19603"/>
                  <a:gd name="connsiteY3" fmla="*/ 0 h 19603"/>
                  <a:gd name="connsiteX4" fmla="*/ 19603 w 19603"/>
                  <a:gd name="connsiteY4" fmla="*/ 9802 h 19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03" h="19603">
                    <a:moveTo>
                      <a:pt x="19603" y="9802"/>
                    </a:moveTo>
                    <a:cubicBezTo>
                      <a:pt x="19603" y="15215"/>
                      <a:pt x="15215" y="19603"/>
                      <a:pt x="9801" y="19603"/>
                    </a:cubicBezTo>
                    <a:cubicBezTo>
                      <a:pt x="4388" y="19603"/>
                      <a:pt x="-1" y="15215"/>
                      <a:pt x="-1" y="9802"/>
                    </a:cubicBezTo>
                    <a:cubicBezTo>
                      <a:pt x="-1" y="4388"/>
                      <a:pt x="4388" y="0"/>
                      <a:pt x="9801" y="0"/>
                    </a:cubicBezTo>
                    <a:cubicBezTo>
                      <a:pt x="15215" y="0"/>
                      <a:pt x="19603" y="4388"/>
                      <a:pt x="19603" y="9802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9" name="Forme libre : forme 1248">
                <a:extLst>
                  <a:ext uri="{FF2B5EF4-FFF2-40B4-BE49-F238E27FC236}">
                    <a16:creationId xmlns:a16="http://schemas.microsoft.com/office/drawing/2014/main" id="{4F62B014-ADBE-410D-BD16-5961B6D14DE1}"/>
                  </a:ext>
                </a:extLst>
              </p:cNvPr>
              <p:cNvSpPr/>
              <p:nvPr/>
            </p:nvSpPr>
            <p:spPr>
              <a:xfrm>
                <a:off x="8783648" y="4861745"/>
                <a:ext cx="31256" cy="31256"/>
              </a:xfrm>
              <a:custGeom>
                <a:avLst/>
                <a:gdLst>
                  <a:gd name="connsiteX0" fmla="*/ 31257 w 31256"/>
                  <a:gd name="connsiteY0" fmla="*/ 15628 h 31256"/>
                  <a:gd name="connsiteX1" fmla="*/ 15629 w 31256"/>
                  <a:gd name="connsiteY1" fmla="*/ 31256 h 31256"/>
                  <a:gd name="connsiteX2" fmla="*/ 0 w 31256"/>
                  <a:gd name="connsiteY2" fmla="*/ 15628 h 31256"/>
                  <a:gd name="connsiteX3" fmla="*/ 15629 w 31256"/>
                  <a:gd name="connsiteY3" fmla="*/ 0 h 31256"/>
                  <a:gd name="connsiteX4" fmla="*/ 31257 w 31256"/>
                  <a:gd name="connsiteY4" fmla="*/ 15628 h 31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56" h="31256">
                    <a:moveTo>
                      <a:pt x="31257" y="15628"/>
                    </a:moveTo>
                    <a:cubicBezTo>
                      <a:pt x="31257" y="24259"/>
                      <a:pt x="24260" y="31256"/>
                      <a:pt x="15629" y="31256"/>
                    </a:cubicBezTo>
                    <a:cubicBezTo>
                      <a:pt x="6997" y="31256"/>
                      <a:pt x="0" y="24259"/>
                      <a:pt x="0" y="15628"/>
                    </a:cubicBezTo>
                    <a:cubicBezTo>
                      <a:pt x="0" y="6997"/>
                      <a:pt x="6997" y="0"/>
                      <a:pt x="15629" y="0"/>
                    </a:cubicBezTo>
                    <a:cubicBezTo>
                      <a:pt x="24260" y="0"/>
                      <a:pt x="31257" y="6997"/>
                      <a:pt x="31257" y="1562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0" name="Forme libre : forme 1249">
                <a:extLst>
                  <a:ext uri="{FF2B5EF4-FFF2-40B4-BE49-F238E27FC236}">
                    <a16:creationId xmlns:a16="http://schemas.microsoft.com/office/drawing/2014/main" id="{02FB0C6A-D445-497A-9753-D7FABE456BED}"/>
                  </a:ext>
                </a:extLst>
              </p:cNvPr>
              <p:cNvSpPr/>
              <p:nvPr/>
            </p:nvSpPr>
            <p:spPr>
              <a:xfrm>
                <a:off x="8786643" y="4842523"/>
                <a:ext cx="22326" cy="22326"/>
              </a:xfrm>
              <a:custGeom>
                <a:avLst/>
                <a:gdLst>
                  <a:gd name="connsiteX0" fmla="*/ 22326 w 22326"/>
                  <a:gd name="connsiteY0" fmla="*/ 11163 h 22326"/>
                  <a:gd name="connsiteX1" fmla="*/ 11163 w 22326"/>
                  <a:gd name="connsiteY1" fmla="*/ 22326 h 22326"/>
                  <a:gd name="connsiteX2" fmla="*/ -1 w 22326"/>
                  <a:gd name="connsiteY2" fmla="*/ 11163 h 22326"/>
                  <a:gd name="connsiteX3" fmla="*/ 11163 w 22326"/>
                  <a:gd name="connsiteY3" fmla="*/ 0 h 22326"/>
                  <a:gd name="connsiteX4" fmla="*/ 22326 w 22326"/>
                  <a:gd name="connsiteY4" fmla="*/ 11163 h 22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26" h="22326">
                    <a:moveTo>
                      <a:pt x="22326" y="11163"/>
                    </a:moveTo>
                    <a:cubicBezTo>
                      <a:pt x="22326" y="17328"/>
                      <a:pt x="17328" y="22326"/>
                      <a:pt x="11163" y="22326"/>
                    </a:cubicBezTo>
                    <a:cubicBezTo>
                      <a:pt x="4997" y="22326"/>
                      <a:pt x="-1" y="17328"/>
                      <a:pt x="-1" y="11163"/>
                    </a:cubicBezTo>
                    <a:cubicBezTo>
                      <a:pt x="-1" y="4998"/>
                      <a:pt x="4997" y="0"/>
                      <a:pt x="11163" y="0"/>
                    </a:cubicBezTo>
                    <a:cubicBezTo>
                      <a:pt x="17328" y="0"/>
                      <a:pt x="22326" y="4998"/>
                      <a:pt x="22326" y="1116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1" name="Forme libre : forme 1250">
                <a:extLst>
                  <a:ext uri="{FF2B5EF4-FFF2-40B4-BE49-F238E27FC236}">
                    <a16:creationId xmlns:a16="http://schemas.microsoft.com/office/drawing/2014/main" id="{5EB99763-A583-40D8-8AF6-397965724D47}"/>
                  </a:ext>
                </a:extLst>
              </p:cNvPr>
              <p:cNvSpPr/>
              <p:nvPr/>
            </p:nvSpPr>
            <p:spPr>
              <a:xfrm>
                <a:off x="8789747" y="4822647"/>
                <a:ext cx="23741" cy="23741"/>
              </a:xfrm>
              <a:custGeom>
                <a:avLst/>
                <a:gdLst>
                  <a:gd name="connsiteX0" fmla="*/ 23742 w 23741"/>
                  <a:gd name="connsiteY0" fmla="*/ 11871 h 23741"/>
                  <a:gd name="connsiteX1" fmla="*/ 11871 w 23741"/>
                  <a:gd name="connsiteY1" fmla="*/ 23742 h 23741"/>
                  <a:gd name="connsiteX2" fmla="*/ 0 w 23741"/>
                  <a:gd name="connsiteY2" fmla="*/ 11871 h 23741"/>
                  <a:gd name="connsiteX3" fmla="*/ 11871 w 23741"/>
                  <a:gd name="connsiteY3" fmla="*/ 0 h 23741"/>
                  <a:gd name="connsiteX4" fmla="*/ 23742 w 23741"/>
                  <a:gd name="connsiteY4" fmla="*/ 11871 h 23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41" h="23741">
                    <a:moveTo>
                      <a:pt x="23742" y="11871"/>
                    </a:moveTo>
                    <a:cubicBezTo>
                      <a:pt x="23742" y="18427"/>
                      <a:pt x="18427" y="23742"/>
                      <a:pt x="11871" y="23742"/>
                    </a:cubicBezTo>
                    <a:cubicBezTo>
                      <a:pt x="5315" y="23742"/>
                      <a:pt x="0" y="18427"/>
                      <a:pt x="0" y="11871"/>
                    </a:cubicBezTo>
                    <a:cubicBezTo>
                      <a:pt x="0" y="5315"/>
                      <a:pt x="5315" y="0"/>
                      <a:pt x="11871" y="0"/>
                    </a:cubicBezTo>
                    <a:cubicBezTo>
                      <a:pt x="18427" y="0"/>
                      <a:pt x="23742" y="5315"/>
                      <a:pt x="23742" y="11871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2" name="Forme libre : forme 1251">
                <a:extLst>
                  <a:ext uri="{FF2B5EF4-FFF2-40B4-BE49-F238E27FC236}">
                    <a16:creationId xmlns:a16="http://schemas.microsoft.com/office/drawing/2014/main" id="{23DEBA31-716D-4C11-AD83-2D15ECE217D3}"/>
                  </a:ext>
                </a:extLst>
              </p:cNvPr>
              <p:cNvSpPr/>
              <p:nvPr/>
            </p:nvSpPr>
            <p:spPr>
              <a:xfrm>
                <a:off x="8803306" y="4813281"/>
                <a:ext cx="13940" cy="13940"/>
              </a:xfrm>
              <a:custGeom>
                <a:avLst/>
                <a:gdLst>
                  <a:gd name="connsiteX0" fmla="*/ 13940 w 13940"/>
                  <a:gd name="connsiteY0" fmla="*/ 6970 h 13940"/>
                  <a:gd name="connsiteX1" fmla="*/ 6970 w 13940"/>
                  <a:gd name="connsiteY1" fmla="*/ 13940 h 13940"/>
                  <a:gd name="connsiteX2" fmla="*/ 0 w 13940"/>
                  <a:gd name="connsiteY2" fmla="*/ 6970 h 13940"/>
                  <a:gd name="connsiteX3" fmla="*/ 6970 w 13940"/>
                  <a:gd name="connsiteY3" fmla="*/ 0 h 13940"/>
                  <a:gd name="connsiteX4" fmla="*/ 13940 w 13940"/>
                  <a:gd name="connsiteY4" fmla="*/ 6970 h 13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40" h="13940">
                    <a:moveTo>
                      <a:pt x="13940" y="6970"/>
                    </a:moveTo>
                    <a:cubicBezTo>
                      <a:pt x="13940" y="10819"/>
                      <a:pt x="10819" y="13940"/>
                      <a:pt x="6970" y="13940"/>
                    </a:cubicBezTo>
                    <a:cubicBezTo>
                      <a:pt x="3120" y="13940"/>
                      <a:pt x="0" y="10820"/>
                      <a:pt x="0" y="6970"/>
                    </a:cubicBezTo>
                    <a:cubicBezTo>
                      <a:pt x="0" y="3121"/>
                      <a:pt x="3120" y="0"/>
                      <a:pt x="6970" y="0"/>
                    </a:cubicBezTo>
                    <a:cubicBezTo>
                      <a:pt x="10819" y="0"/>
                      <a:pt x="13940" y="3120"/>
                      <a:pt x="13940" y="6970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3" name="Forme libre : forme 1252">
                <a:extLst>
                  <a:ext uri="{FF2B5EF4-FFF2-40B4-BE49-F238E27FC236}">
                    <a16:creationId xmlns:a16="http://schemas.microsoft.com/office/drawing/2014/main" id="{907195FA-34A5-43B4-8C37-D7D02C99E8FA}"/>
                  </a:ext>
                </a:extLst>
              </p:cNvPr>
              <p:cNvSpPr/>
              <p:nvPr/>
            </p:nvSpPr>
            <p:spPr>
              <a:xfrm>
                <a:off x="8858577" y="4861473"/>
                <a:ext cx="30167" cy="30167"/>
              </a:xfrm>
              <a:custGeom>
                <a:avLst/>
                <a:gdLst>
                  <a:gd name="connsiteX0" fmla="*/ 30167 w 30167"/>
                  <a:gd name="connsiteY0" fmla="*/ 15084 h 30167"/>
                  <a:gd name="connsiteX1" fmla="*/ 15083 w 30167"/>
                  <a:gd name="connsiteY1" fmla="*/ 30168 h 30167"/>
                  <a:gd name="connsiteX2" fmla="*/ 0 w 30167"/>
                  <a:gd name="connsiteY2" fmla="*/ 15084 h 30167"/>
                  <a:gd name="connsiteX3" fmla="*/ 15083 w 30167"/>
                  <a:gd name="connsiteY3" fmla="*/ 0 h 30167"/>
                  <a:gd name="connsiteX4" fmla="*/ 30167 w 30167"/>
                  <a:gd name="connsiteY4" fmla="*/ 15084 h 30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67" h="30167">
                    <a:moveTo>
                      <a:pt x="30167" y="15084"/>
                    </a:moveTo>
                    <a:cubicBezTo>
                      <a:pt x="30167" y="23414"/>
                      <a:pt x="23414" y="30168"/>
                      <a:pt x="15083" y="30168"/>
                    </a:cubicBezTo>
                    <a:cubicBezTo>
                      <a:pt x="6753" y="30168"/>
                      <a:pt x="0" y="23414"/>
                      <a:pt x="0" y="15084"/>
                    </a:cubicBezTo>
                    <a:cubicBezTo>
                      <a:pt x="0" y="6753"/>
                      <a:pt x="6753" y="0"/>
                      <a:pt x="15083" y="0"/>
                    </a:cubicBezTo>
                    <a:cubicBezTo>
                      <a:pt x="23414" y="0"/>
                      <a:pt x="30167" y="6753"/>
                      <a:pt x="30167" y="15084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4" name="Forme libre : forme 1253">
                <a:extLst>
                  <a:ext uri="{FF2B5EF4-FFF2-40B4-BE49-F238E27FC236}">
                    <a16:creationId xmlns:a16="http://schemas.microsoft.com/office/drawing/2014/main" id="{E55D3A8C-A335-4CAF-84A0-125EDACD8401}"/>
                  </a:ext>
                </a:extLst>
              </p:cNvPr>
              <p:cNvSpPr/>
              <p:nvPr/>
            </p:nvSpPr>
            <p:spPr>
              <a:xfrm>
                <a:off x="8868487" y="4841543"/>
                <a:ext cx="25375" cy="25375"/>
              </a:xfrm>
              <a:custGeom>
                <a:avLst/>
                <a:gdLst>
                  <a:gd name="connsiteX0" fmla="*/ 25376 w 25375"/>
                  <a:gd name="connsiteY0" fmla="*/ 12688 h 25375"/>
                  <a:gd name="connsiteX1" fmla="*/ 12688 w 25375"/>
                  <a:gd name="connsiteY1" fmla="*/ 25375 h 25375"/>
                  <a:gd name="connsiteX2" fmla="*/ 1 w 25375"/>
                  <a:gd name="connsiteY2" fmla="*/ 12688 h 25375"/>
                  <a:gd name="connsiteX3" fmla="*/ 12688 w 25375"/>
                  <a:gd name="connsiteY3" fmla="*/ 0 h 25375"/>
                  <a:gd name="connsiteX4" fmla="*/ 25376 w 25375"/>
                  <a:gd name="connsiteY4" fmla="*/ 12688 h 25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75" h="25375">
                    <a:moveTo>
                      <a:pt x="25376" y="12688"/>
                    </a:moveTo>
                    <a:cubicBezTo>
                      <a:pt x="25376" y="19695"/>
                      <a:pt x="19695" y="25375"/>
                      <a:pt x="12688" y="25375"/>
                    </a:cubicBezTo>
                    <a:cubicBezTo>
                      <a:pt x="5681" y="25375"/>
                      <a:pt x="1" y="19695"/>
                      <a:pt x="1" y="12688"/>
                    </a:cubicBezTo>
                    <a:cubicBezTo>
                      <a:pt x="1" y="5680"/>
                      <a:pt x="5681" y="0"/>
                      <a:pt x="12688" y="0"/>
                    </a:cubicBezTo>
                    <a:cubicBezTo>
                      <a:pt x="19696" y="0"/>
                      <a:pt x="25376" y="5680"/>
                      <a:pt x="25376" y="1268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5" name="Forme libre : forme 1254">
                <a:extLst>
                  <a:ext uri="{FF2B5EF4-FFF2-40B4-BE49-F238E27FC236}">
                    <a16:creationId xmlns:a16="http://schemas.microsoft.com/office/drawing/2014/main" id="{E0F83C43-AE84-4AD0-91B5-1CC49712F8A7}"/>
                  </a:ext>
                </a:extLst>
              </p:cNvPr>
              <p:cNvSpPr/>
              <p:nvPr/>
            </p:nvSpPr>
            <p:spPr>
              <a:xfrm>
                <a:off x="8867616" y="4821122"/>
                <a:ext cx="24286" cy="24286"/>
              </a:xfrm>
              <a:custGeom>
                <a:avLst/>
                <a:gdLst>
                  <a:gd name="connsiteX0" fmla="*/ 24287 w 24286"/>
                  <a:gd name="connsiteY0" fmla="*/ 12143 h 24286"/>
                  <a:gd name="connsiteX1" fmla="*/ 12144 w 24286"/>
                  <a:gd name="connsiteY1" fmla="*/ 24286 h 24286"/>
                  <a:gd name="connsiteX2" fmla="*/ 1 w 24286"/>
                  <a:gd name="connsiteY2" fmla="*/ 12143 h 24286"/>
                  <a:gd name="connsiteX3" fmla="*/ 12144 w 24286"/>
                  <a:gd name="connsiteY3" fmla="*/ 0 h 24286"/>
                  <a:gd name="connsiteX4" fmla="*/ 24287 w 24286"/>
                  <a:gd name="connsiteY4" fmla="*/ 12143 h 24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86" h="24286">
                    <a:moveTo>
                      <a:pt x="24287" y="12143"/>
                    </a:moveTo>
                    <a:cubicBezTo>
                      <a:pt x="24287" y="18850"/>
                      <a:pt x="18850" y="24286"/>
                      <a:pt x="12144" y="24286"/>
                    </a:cubicBezTo>
                    <a:cubicBezTo>
                      <a:pt x="5437" y="24286"/>
                      <a:pt x="1" y="18850"/>
                      <a:pt x="1" y="12143"/>
                    </a:cubicBezTo>
                    <a:cubicBezTo>
                      <a:pt x="1" y="5437"/>
                      <a:pt x="5437" y="0"/>
                      <a:pt x="12144" y="0"/>
                    </a:cubicBezTo>
                    <a:cubicBezTo>
                      <a:pt x="18850" y="0"/>
                      <a:pt x="24287" y="5437"/>
                      <a:pt x="24287" y="1214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6" name="Forme libre : forme 1255">
                <a:extLst>
                  <a:ext uri="{FF2B5EF4-FFF2-40B4-BE49-F238E27FC236}">
                    <a16:creationId xmlns:a16="http://schemas.microsoft.com/office/drawing/2014/main" id="{87FDE4FE-5FBA-47F2-A213-ED137B3F34A2}"/>
                  </a:ext>
                </a:extLst>
              </p:cNvPr>
              <p:cNvSpPr/>
              <p:nvPr/>
            </p:nvSpPr>
            <p:spPr>
              <a:xfrm>
                <a:off x="8876710" y="4807400"/>
                <a:ext cx="17751" cy="17751"/>
              </a:xfrm>
              <a:custGeom>
                <a:avLst/>
                <a:gdLst>
                  <a:gd name="connsiteX0" fmla="*/ 17752 w 17751"/>
                  <a:gd name="connsiteY0" fmla="*/ 8876 h 17751"/>
                  <a:gd name="connsiteX1" fmla="*/ 8876 w 17751"/>
                  <a:gd name="connsiteY1" fmla="*/ 17752 h 17751"/>
                  <a:gd name="connsiteX2" fmla="*/ 0 w 17751"/>
                  <a:gd name="connsiteY2" fmla="*/ 8876 h 17751"/>
                  <a:gd name="connsiteX3" fmla="*/ 8876 w 17751"/>
                  <a:gd name="connsiteY3" fmla="*/ 0 h 17751"/>
                  <a:gd name="connsiteX4" fmla="*/ 17752 w 17751"/>
                  <a:gd name="connsiteY4" fmla="*/ 8876 h 17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51" h="17751">
                    <a:moveTo>
                      <a:pt x="17752" y="8876"/>
                    </a:moveTo>
                    <a:cubicBezTo>
                      <a:pt x="17752" y="13778"/>
                      <a:pt x="13778" y="17752"/>
                      <a:pt x="8876" y="17752"/>
                    </a:cubicBezTo>
                    <a:cubicBezTo>
                      <a:pt x="3974" y="17752"/>
                      <a:pt x="0" y="13778"/>
                      <a:pt x="0" y="8876"/>
                    </a:cubicBezTo>
                    <a:cubicBezTo>
                      <a:pt x="0" y="3974"/>
                      <a:pt x="3974" y="0"/>
                      <a:pt x="8876" y="0"/>
                    </a:cubicBezTo>
                    <a:cubicBezTo>
                      <a:pt x="13778" y="0"/>
                      <a:pt x="17752" y="3974"/>
                      <a:pt x="17752" y="8876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7" name="Forme libre : forme 1256">
                <a:extLst>
                  <a:ext uri="{FF2B5EF4-FFF2-40B4-BE49-F238E27FC236}">
                    <a16:creationId xmlns:a16="http://schemas.microsoft.com/office/drawing/2014/main" id="{73B3C5FF-1B14-4265-8831-F81F6A6A274D}"/>
                  </a:ext>
                </a:extLst>
              </p:cNvPr>
              <p:cNvSpPr/>
              <p:nvPr/>
            </p:nvSpPr>
            <p:spPr>
              <a:xfrm>
                <a:off x="8930347" y="4855047"/>
                <a:ext cx="33761" cy="33761"/>
              </a:xfrm>
              <a:custGeom>
                <a:avLst/>
                <a:gdLst>
                  <a:gd name="connsiteX0" fmla="*/ 33761 w 33761"/>
                  <a:gd name="connsiteY0" fmla="*/ 16881 h 33761"/>
                  <a:gd name="connsiteX1" fmla="*/ 16881 w 33761"/>
                  <a:gd name="connsiteY1" fmla="*/ 33761 h 33761"/>
                  <a:gd name="connsiteX2" fmla="*/ 0 w 33761"/>
                  <a:gd name="connsiteY2" fmla="*/ 16881 h 33761"/>
                  <a:gd name="connsiteX3" fmla="*/ 16881 w 33761"/>
                  <a:gd name="connsiteY3" fmla="*/ 0 h 33761"/>
                  <a:gd name="connsiteX4" fmla="*/ 33761 w 33761"/>
                  <a:gd name="connsiteY4" fmla="*/ 16881 h 33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61" h="33761">
                    <a:moveTo>
                      <a:pt x="33761" y="16881"/>
                    </a:moveTo>
                    <a:cubicBezTo>
                      <a:pt x="33761" y="26204"/>
                      <a:pt x="26203" y="33761"/>
                      <a:pt x="16881" y="33761"/>
                    </a:cubicBezTo>
                    <a:cubicBezTo>
                      <a:pt x="7558" y="33761"/>
                      <a:pt x="0" y="26203"/>
                      <a:pt x="0" y="16881"/>
                    </a:cubicBezTo>
                    <a:cubicBezTo>
                      <a:pt x="0" y="7558"/>
                      <a:pt x="7558" y="0"/>
                      <a:pt x="16881" y="0"/>
                    </a:cubicBezTo>
                    <a:cubicBezTo>
                      <a:pt x="26203" y="0"/>
                      <a:pt x="33761" y="7558"/>
                      <a:pt x="33761" y="16881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8" name="Forme libre : forme 1257">
                <a:extLst>
                  <a:ext uri="{FF2B5EF4-FFF2-40B4-BE49-F238E27FC236}">
                    <a16:creationId xmlns:a16="http://schemas.microsoft.com/office/drawing/2014/main" id="{78C3FF3D-2537-45C2-84C5-C237B7C8DE63}"/>
                  </a:ext>
                </a:extLst>
              </p:cNvPr>
              <p:cNvSpPr/>
              <p:nvPr/>
            </p:nvSpPr>
            <p:spPr>
              <a:xfrm>
                <a:off x="8937644" y="4835825"/>
                <a:ext cx="24504" cy="24504"/>
              </a:xfrm>
              <a:custGeom>
                <a:avLst/>
                <a:gdLst>
                  <a:gd name="connsiteX0" fmla="*/ 24504 w 24504"/>
                  <a:gd name="connsiteY0" fmla="*/ 12252 h 24504"/>
                  <a:gd name="connsiteX1" fmla="*/ 12252 w 24504"/>
                  <a:gd name="connsiteY1" fmla="*/ 24504 h 24504"/>
                  <a:gd name="connsiteX2" fmla="*/ 0 w 24504"/>
                  <a:gd name="connsiteY2" fmla="*/ 12252 h 24504"/>
                  <a:gd name="connsiteX3" fmla="*/ 12252 w 24504"/>
                  <a:gd name="connsiteY3" fmla="*/ 0 h 24504"/>
                  <a:gd name="connsiteX4" fmla="*/ 24504 w 24504"/>
                  <a:gd name="connsiteY4" fmla="*/ 12252 h 24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04" h="24504">
                    <a:moveTo>
                      <a:pt x="24504" y="12252"/>
                    </a:moveTo>
                    <a:cubicBezTo>
                      <a:pt x="24504" y="19019"/>
                      <a:pt x="19019" y="24504"/>
                      <a:pt x="12252" y="24504"/>
                    </a:cubicBezTo>
                    <a:cubicBezTo>
                      <a:pt x="5485" y="24504"/>
                      <a:pt x="0" y="19019"/>
                      <a:pt x="0" y="12252"/>
                    </a:cubicBezTo>
                    <a:cubicBezTo>
                      <a:pt x="0" y="5486"/>
                      <a:pt x="5485" y="0"/>
                      <a:pt x="12252" y="0"/>
                    </a:cubicBezTo>
                    <a:cubicBezTo>
                      <a:pt x="19019" y="0"/>
                      <a:pt x="24504" y="5486"/>
                      <a:pt x="24504" y="12252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9" name="Forme libre : forme 1258">
                <a:extLst>
                  <a:ext uri="{FF2B5EF4-FFF2-40B4-BE49-F238E27FC236}">
                    <a16:creationId xmlns:a16="http://schemas.microsoft.com/office/drawing/2014/main" id="{FEF47EE3-1C35-4CC4-8B1F-8B0DCB158099}"/>
                  </a:ext>
                </a:extLst>
              </p:cNvPr>
              <p:cNvSpPr/>
              <p:nvPr/>
            </p:nvSpPr>
            <p:spPr>
              <a:xfrm>
                <a:off x="8948807" y="4816984"/>
                <a:ext cx="22979" cy="22979"/>
              </a:xfrm>
              <a:custGeom>
                <a:avLst/>
                <a:gdLst>
                  <a:gd name="connsiteX0" fmla="*/ 22979 w 22979"/>
                  <a:gd name="connsiteY0" fmla="*/ 11490 h 22979"/>
                  <a:gd name="connsiteX1" fmla="*/ 11490 w 22979"/>
                  <a:gd name="connsiteY1" fmla="*/ 22979 h 22979"/>
                  <a:gd name="connsiteX2" fmla="*/ 0 w 22979"/>
                  <a:gd name="connsiteY2" fmla="*/ 11490 h 22979"/>
                  <a:gd name="connsiteX3" fmla="*/ 11490 w 22979"/>
                  <a:gd name="connsiteY3" fmla="*/ 0 h 22979"/>
                  <a:gd name="connsiteX4" fmla="*/ 22979 w 22979"/>
                  <a:gd name="connsiteY4" fmla="*/ 11490 h 22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79" h="22979">
                    <a:moveTo>
                      <a:pt x="22979" y="11490"/>
                    </a:moveTo>
                    <a:cubicBezTo>
                      <a:pt x="22979" y="17835"/>
                      <a:pt x="17835" y="22979"/>
                      <a:pt x="11490" y="22979"/>
                    </a:cubicBezTo>
                    <a:cubicBezTo>
                      <a:pt x="5144" y="22979"/>
                      <a:pt x="0" y="17835"/>
                      <a:pt x="0" y="11490"/>
                    </a:cubicBezTo>
                    <a:cubicBezTo>
                      <a:pt x="0" y="5144"/>
                      <a:pt x="5144" y="0"/>
                      <a:pt x="11490" y="0"/>
                    </a:cubicBezTo>
                    <a:cubicBezTo>
                      <a:pt x="17835" y="0"/>
                      <a:pt x="22979" y="5144"/>
                      <a:pt x="22979" y="11490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0" name="Forme libre : forme 1259">
                <a:extLst>
                  <a:ext uri="{FF2B5EF4-FFF2-40B4-BE49-F238E27FC236}">
                    <a16:creationId xmlns:a16="http://schemas.microsoft.com/office/drawing/2014/main" id="{5B135B70-E665-4C64-9417-77C4F8FFCA58}"/>
                  </a:ext>
                </a:extLst>
              </p:cNvPr>
              <p:cNvSpPr/>
              <p:nvPr/>
            </p:nvSpPr>
            <p:spPr>
              <a:xfrm>
                <a:off x="8957574" y="4804024"/>
                <a:ext cx="16009" cy="16009"/>
              </a:xfrm>
              <a:custGeom>
                <a:avLst/>
                <a:gdLst>
                  <a:gd name="connsiteX0" fmla="*/ 16010 w 16009"/>
                  <a:gd name="connsiteY0" fmla="*/ 8005 h 16009"/>
                  <a:gd name="connsiteX1" fmla="*/ 8005 w 16009"/>
                  <a:gd name="connsiteY1" fmla="*/ 16009 h 16009"/>
                  <a:gd name="connsiteX2" fmla="*/ 1 w 16009"/>
                  <a:gd name="connsiteY2" fmla="*/ 8005 h 16009"/>
                  <a:gd name="connsiteX3" fmla="*/ 8005 w 16009"/>
                  <a:gd name="connsiteY3" fmla="*/ 0 h 16009"/>
                  <a:gd name="connsiteX4" fmla="*/ 16010 w 16009"/>
                  <a:gd name="connsiteY4" fmla="*/ 8005 h 16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09" h="16009">
                    <a:moveTo>
                      <a:pt x="16010" y="8005"/>
                    </a:moveTo>
                    <a:cubicBezTo>
                      <a:pt x="16010" y="12425"/>
                      <a:pt x="12426" y="16009"/>
                      <a:pt x="8005" y="16009"/>
                    </a:cubicBezTo>
                    <a:cubicBezTo>
                      <a:pt x="3584" y="16009"/>
                      <a:pt x="1" y="12425"/>
                      <a:pt x="1" y="8005"/>
                    </a:cubicBezTo>
                    <a:cubicBezTo>
                      <a:pt x="1" y="3584"/>
                      <a:pt x="3584" y="0"/>
                      <a:pt x="8005" y="0"/>
                    </a:cubicBezTo>
                    <a:cubicBezTo>
                      <a:pt x="12426" y="0"/>
                      <a:pt x="16010" y="3584"/>
                      <a:pt x="16010" y="8005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1" name="Forme libre : forme 1260">
                <a:extLst>
                  <a:ext uri="{FF2B5EF4-FFF2-40B4-BE49-F238E27FC236}">
                    <a16:creationId xmlns:a16="http://schemas.microsoft.com/office/drawing/2014/main" id="{1528AE5B-D3A4-495E-AF46-9EA9ACAAF2FE}"/>
                  </a:ext>
                </a:extLst>
              </p:cNvPr>
              <p:cNvSpPr/>
              <p:nvPr/>
            </p:nvSpPr>
            <p:spPr>
              <a:xfrm>
                <a:off x="9012136" y="4890170"/>
                <a:ext cx="23197" cy="23197"/>
              </a:xfrm>
              <a:custGeom>
                <a:avLst/>
                <a:gdLst>
                  <a:gd name="connsiteX0" fmla="*/ 23197 w 23197"/>
                  <a:gd name="connsiteY0" fmla="*/ 11599 h 23197"/>
                  <a:gd name="connsiteX1" fmla="*/ 11599 w 23197"/>
                  <a:gd name="connsiteY1" fmla="*/ 23197 h 23197"/>
                  <a:gd name="connsiteX2" fmla="*/ 0 w 23197"/>
                  <a:gd name="connsiteY2" fmla="*/ 11599 h 23197"/>
                  <a:gd name="connsiteX3" fmla="*/ 11599 w 23197"/>
                  <a:gd name="connsiteY3" fmla="*/ 0 h 23197"/>
                  <a:gd name="connsiteX4" fmla="*/ 23197 w 23197"/>
                  <a:gd name="connsiteY4" fmla="*/ 11599 h 2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7" h="23197">
                    <a:moveTo>
                      <a:pt x="23197" y="11599"/>
                    </a:moveTo>
                    <a:cubicBezTo>
                      <a:pt x="23197" y="18005"/>
                      <a:pt x="18005" y="23197"/>
                      <a:pt x="11599" y="23197"/>
                    </a:cubicBezTo>
                    <a:cubicBezTo>
                      <a:pt x="5193" y="23197"/>
                      <a:pt x="0" y="18005"/>
                      <a:pt x="0" y="11599"/>
                    </a:cubicBezTo>
                    <a:cubicBezTo>
                      <a:pt x="0" y="5193"/>
                      <a:pt x="5193" y="0"/>
                      <a:pt x="11599" y="0"/>
                    </a:cubicBezTo>
                    <a:cubicBezTo>
                      <a:pt x="18005" y="0"/>
                      <a:pt x="23197" y="5193"/>
                      <a:pt x="23197" y="11599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2" name="Forme libre : forme 1261">
                <a:extLst>
                  <a:ext uri="{FF2B5EF4-FFF2-40B4-BE49-F238E27FC236}">
                    <a16:creationId xmlns:a16="http://schemas.microsoft.com/office/drawing/2014/main" id="{2319297D-2EAC-45DB-902D-45273A935B3C}"/>
                  </a:ext>
                </a:extLst>
              </p:cNvPr>
              <p:cNvSpPr/>
              <p:nvPr/>
            </p:nvSpPr>
            <p:spPr>
              <a:xfrm>
                <a:off x="9030378" y="4879878"/>
                <a:ext cx="18514" cy="18514"/>
              </a:xfrm>
              <a:custGeom>
                <a:avLst/>
                <a:gdLst>
                  <a:gd name="connsiteX0" fmla="*/ 18514 w 18514"/>
                  <a:gd name="connsiteY0" fmla="*/ 9257 h 18514"/>
                  <a:gd name="connsiteX1" fmla="*/ 9257 w 18514"/>
                  <a:gd name="connsiteY1" fmla="*/ 18514 h 18514"/>
                  <a:gd name="connsiteX2" fmla="*/ 1 w 18514"/>
                  <a:gd name="connsiteY2" fmla="*/ 9257 h 18514"/>
                  <a:gd name="connsiteX3" fmla="*/ 9257 w 18514"/>
                  <a:gd name="connsiteY3" fmla="*/ 0 h 18514"/>
                  <a:gd name="connsiteX4" fmla="*/ 18514 w 18514"/>
                  <a:gd name="connsiteY4" fmla="*/ 9257 h 18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14" h="18514">
                    <a:moveTo>
                      <a:pt x="18514" y="9257"/>
                    </a:moveTo>
                    <a:cubicBezTo>
                      <a:pt x="18514" y="14370"/>
                      <a:pt x="14370" y="18514"/>
                      <a:pt x="9257" y="18514"/>
                    </a:cubicBezTo>
                    <a:cubicBezTo>
                      <a:pt x="4145" y="18514"/>
                      <a:pt x="1" y="14370"/>
                      <a:pt x="1" y="9257"/>
                    </a:cubicBezTo>
                    <a:cubicBezTo>
                      <a:pt x="1" y="4144"/>
                      <a:pt x="4145" y="0"/>
                      <a:pt x="9257" y="0"/>
                    </a:cubicBezTo>
                    <a:cubicBezTo>
                      <a:pt x="14370" y="0"/>
                      <a:pt x="18514" y="4144"/>
                      <a:pt x="18514" y="9257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3" name="Forme libre : forme 1262">
                <a:extLst>
                  <a:ext uri="{FF2B5EF4-FFF2-40B4-BE49-F238E27FC236}">
                    <a16:creationId xmlns:a16="http://schemas.microsoft.com/office/drawing/2014/main" id="{59E8654E-7D85-4DB1-961B-CEB547ABE5A0}"/>
                  </a:ext>
                </a:extLst>
              </p:cNvPr>
              <p:cNvSpPr/>
              <p:nvPr/>
            </p:nvSpPr>
            <p:spPr>
              <a:xfrm>
                <a:off x="9042195" y="4872854"/>
                <a:ext cx="13395" cy="13395"/>
              </a:xfrm>
              <a:custGeom>
                <a:avLst/>
                <a:gdLst>
                  <a:gd name="connsiteX0" fmla="*/ 13396 w 13395"/>
                  <a:gd name="connsiteY0" fmla="*/ 6698 h 13395"/>
                  <a:gd name="connsiteX1" fmla="*/ 6698 w 13395"/>
                  <a:gd name="connsiteY1" fmla="*/ 13396 h 13395"/>
                  <a:gd name="connsiteX2" fmla="*/ 0 w 13395"/>
                  <a:gd name="connsiteY2" fmla="*/ 6698 h 13395"/>
                  <a:gd name="connsiteX3" fmla="*/ 6698 w 13395"/>
                  <a:gd name="connsiteY3" fmla="*/ 0 h 13395"/>
                  <a:gd name="connsiteX4" fmla="*/ 13396 w 13395"/>
                  <a:gd name="connsiteY4" fmla="*/ 6698 h 13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95" h="13395">
                    <a:moveTo>
                      <a:pt x="13396" y="6698"/>
                    </a:moveTo>
                    <a:cubicBezTo>
                      <a:pt x="13396" y="10397"/>
                      <a:pt x="10397" y="13396"/>
                      <a:pt x="6698" y="13396"/>
                    </a:cubicBezTo>
                    <a:cubicBezTo>
                      <a:pt x="2999" y="13396"/>
                      <a:pt x="0" y="10397"/>
                      <a:pt x="0" y="6698"/>
                    </a:cubicBezTo>
                    <a:cubicBezTo>
                      <a:pt x="0" y="2999"/>
                      <a:pt x="2999" y="0"/>
                      <a:pt x="6698" y="0"/>
                    </a:cubicBezTo>
                    <a:cubicBezTo>
                      <a:pt x="10397" y="0"/>
                      <a:pt x="13396" y="2999"/>
                      <a:pt x="13396" y="669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4" name="Forme libre : forme 1263">
                <a:extLst>
                  <a:ext uri="{FF2B5EF4-FFF2-40B4-BE49-F238E27FC236}">
                    <a16:creationId xmlns:a16="http://schemas.microsoft.com/office/drawing/2014/main" id="{F8B4688A-7693-490E-86E1-27C11FEAE724}"/>
                  </a:ext>
                </a:extLst>
              </p:cNvPr>
              <p:cNvSpPr/>
              <p:nvPr/>
            </p:nvSpPr>
            <p:spPr>
              <a:xfrm>
                <a:off x="8710462" y="4914783"/>
                <a:ext cx="31256" cy="31256"/>
              </a:xfrm>
              <a:custGeom>
                <a:avLst/>
                <a:gdLst>
                  <a:gd name="connsiteX0" fmla="*/ 31256 w 31256"/>
                  <a:gd name="connsiteY0" fmla="*/ 15628 h 31256"/>
                  <a:gd name="connsiteX1" fmla="*/ 15628 w 31256"/>
                  <a:gd name="connsiteY1" fmla="*/ 31257 h 31256"/>
                  <a:gd name="connsiteX2" fmla="*/ 0 w 31256"/>
                  <a:gd name="connsiteY2" fmla="*/ 15628 h 31256"/>
                  <a:gd name="connsiteX3" fmla="*/ 15628 w 31256"/>
                  <a:gd name="connsiteY3" fmla="*/ 0 h 31256"/>
                  <a:gd name="connsiteX4" fmla="*/ 31256 w 31256"/>
                  <a:gd name="connsiteY4" fmla="*/ 15628 h 31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56" h="31256">
                    <a:moveTo>
                      <a:pt x="31256" y="15628"/>
                    </a:moveTo>
                    <a:cubicBezTo>
                      <a:pt x="31256" y="24260"/>
                      <a:pt x="24260" y="31257"/>
                      <a:pt x="15628" y="31257"/>
                    </a:cubicBezTo>
                    <a:cubicBezTo>
                      <a:pt x="6997" y="31257"/>
                      <a:pt x="0" y="24259"/>
                      <a:pt x="0" y="15628"/>
                    </a:cubicBezTo>
                    <a:cubicBezTo>
                      <a:pt x="0" y="6997"/>
                      <a:pt x="6997" y="0"/>
                      <a:pt x="15628" y="0"/>
                    </a:cubicBezTo>
                    <a:cubicBezTo>
                      <a:pt x="24260" y="0"/>
                      <a:pt x="31256" y="6997"/>
                      <a:pt x="31256" y="1562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5" name="Forme libre : forme 1264">
                <a:extLst>
                  <a:ext uri="{FF2B5EF4-FFF2-40B4-BE49-F238E27FC236}">
                    <a16:creationId xmlns:a16="http://schemas.microsoft.com/office/drawing/2014/main" id="{1E6FC69D-23DC-47F3-BCCA-38A5523FE8DA}"/>
                  </a:ext>
                </a:extLst>
              </p:cNvPr>
              <p:cNvSpPr/>
              <p:nvPr/>
            </p:nvSpPr>
            <p:spPr>
              <a:xfrm>
                <a:off x="8701532" y="4900407"/>
                <a:ext cx="22652" cy="22652"/>
              </a:xfrm>
              <a:custGeom>
                <a:avLst/>
                <a:gdLst>
                  <a:gd name="connsiteX0" fmla="*/ 22653 w 22652"/>
                  <a:gd name="connsiteY0" fmla="*/ 11326 h 22652"/>
                  <a:gd name="connsiteX1" fmla="*/ 11327 w 22652"/>
                  <a:gd name="connsiteY1" fmla="*/ 22653 h 22652"/>
                  <a:gd name="connsiteX2" fmla="*/ 1 w 22652"/>
                  <a:gd name="connsiteY2" fmla="*/ 11326 h 22652"/>
                  <a:gd name="connsiteX3" fmla="*/ 11327 w 22652"/>
                  <a:gd name="connsiteY3" fmla="*/ 0 h 22652"/>
                  <a:gd name="connsiteX4" fmla="*/ 22653 w 22652"/>
                  <a:gd name="connsiteY4" fmla="*/ 11326 h 22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52" h="22652">
                    <a:moveTo>
                      <a:pt x="22653" y="11326"/>
                    </a:moveTo>
                    <a:cubicBezTo>
                      <a:pt x="22653" y="17582"/>
                      <a:pt x="17582" y="22653"/>
                      <a:pt x="11327" y="22653"/>
                    </a:cubicBezTo>
                    <a:cubicBezTo>
                      <a:pt x="5071" y="22653"/>
                      <a:pt x="1" y="17582"/>
                      <a:pt x="1" y="11326"/>
                    </a:cubicBezTo>
                    <a:cubicBezTo>
                      <a:pt x="1" y="5071"/>
                      <a:pt x="5072" y="0"/>
                      <a:pt x="11327" y="0"/>
                    </a:cubicBezTo>
                    <a:cubicBezTo>
                      <a:pt x="17582" y="0"/>
                      <a:pt x="22653" y="5071"/>
                      <a:pt x="22653" y="11326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6" name="Forme libre : forme 1265">
                <a:extLst>
                  <a:ext uri="{FF2B5EF4-FFF2-40B4-BE49-F238E27FC236}">
                    <a16:creationId xmlns:a16="http://schemas.microsoft.com/office/drawing/2014/main" id="{52E9A28D-4D20-4E64-8386-FAADEA162653}"/>
                  </a:ext>
                </a:extLst>
              </p:cNvPr>
              <p:cNvSpPr/>
              <p:nvPr/>
            </p:nvSpPr>
            <p:spPr>
              <a:xfrm>
                <a:off x="8612119" y="5002454"/>
                <a:ext cx="33543" cy="33543"/>
              </a:xfrm>
              <a:custGeom>
                <a:avLst/>
                <a:gdLst>
                  <a:gd name="connsiteX0" fmla="*/ 33543 w 33543"/>
                  <a:gd name="connsiteY0" fmla="*/ 16772 h 33543"/>
                  <a:gd name="connsiteX1" fmla="*/ 16772 w 33543"/>
                  <a:gd name="connsiteY1" fmla="*/ 33544 h 33543"/>
                  <a:gd name="connsiteX2" fmla="*/ 0 w 33543"/>
                  <a:gd name="connsiteY2" fmla="*/ 16772 h 33543"/>
                  <a:gd name="connsiteX3" fmla="*/ 16772 w 33543"/>
                  <a:gd name="connsiteY3" fmla="*/ 0 h 33543"/>
                  <a:gd name="connsiteX4" fmla="*/ 33543 w 33543"/>
                  <a:gd name="connsiteY4" fmla="*/ 16772 h 33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43" h="33543">
                    <a:moveTo>
                      <a:pt x="33543" y="16772"/>
                    </a:moveTo>
                    <a:cubicBezTo>
                      <a:pt x="33543" y="26035"/>
                      <a:pt x="26035" y="33544"/>
                      <a:pt x="16772" y="33544"/>
                    </a:cubicBezTo>
                    <a:cubicBezTo>
                      <a:pt x="7509" y="33544"/>
                      <a:pt x="0" y="26035"/>
                      <a:pt x="0" y="16772"/>
                    </a:cubicBezTo>
                    <a:cubicBezTo>
                      <a:pt x="0" y="7509"/>
                      <a:pt x="7509" y="0"/>
                      <a:pt x="16772" y="0"/>
                    </a:cubicBezTo>
                    <a:cubicBezTo>
                      <a:pt x="26035" y="0"/>
                      <a:pt x="33543" y="7509"/>
                      <a:pt x="33543" y="16772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7" name="Forme libre : forme 1266">
                <a:extLst>
                  <a:ext uri="{FF2B5EF4-FFF2-40B4-BE49-F238E27FC236}">
                    <a16:creationId xmlns:a16="http://schemas.microsoft.com/office/drawing/2014/main" id="{E307606C-5CE7-4129-B0F1-67C1CDEAFA93}"/>
                  </a:ext>
                </a:extLst>
              </p:cNvPr>
              <p:cNvSpPr/>
              <p:nvPr/>
            </p:nvSpPr>
            <p:spPr>
              <a:xfrm>
                <a:off x="8591317" y="5000711"/>
                <a:ext cx="25048" cy="25048"/>
              </a:xfrm>
              <a:custGeom>
                <a:avLst/>
                <a:gdLst>
                  <a:gd name="connsiteX0" fmla="*/ 25049 w 25048"/>
                  <a:gd name="connsiteY0" fmla="*/ 12524 h 25048"/>
                  <a:gd name="connsiteX1" fmla="*/ 12524 w 25048"/>
                  <a:gd name="connsiteY1" fmla="*/ 25049 h 25048"/>
                  <a:gd name="connsiteX2" fmla="*/ -1 w 25048"/>
                  <a:gd name="connsiteY2" fmla="*/ 12524 h 25048"/>
                  <a:gd name="connsiteX3" fmla="*/ 12524 w 25048"/>
                  <a:gd name="connsiteY3" fmla="*/ 0 h 25048"/>
                  <a:gd name="connsiteX4" fmla="*/ 25049 w 25048"/>
                  <a:gd name="connsiteY4" fmla="*/ 12524 h 25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48" h="25048">
                    <a:moveTo>
                      <a:pt x="25049" y="12524"/>
                    </a:moveTo>
                    <a:cubicBezTo>
                      <a:pt x="25049" y="19441"/>
                      <a:pt x="19441" y="25049"/>
                      <a:pt x="12524" y="25049"/>
                    </a:cubicBezTo>
                    <a:cubicBezTo>
                      <a:pt x="5607" y="25049"/>
                      <a:pt x="-1" y="19441"/>
                      <a:pt x="-1" y="12524"/>
                    </a:cubicBezTo>
                    <a:cubicBezTo>
                      <a:pt x="-1" y="5607"/>
                      <a:pt x="5607" y="0"/>
                      <a:pt x="12524" y="0"/>
                    </a:cubicBezTo>
                    <a:cubicBezTo>
                      <a:pt x="19441" y="0"/>
                      <a:pt x="25049" y="5607"/>
                      <a:pt x="25049" y="12524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8" name="Forme libre : forme 1267">
                <a:extLst>
                  <a:ext uri="{FF2B5EF4-FFF2-40B4-BE49-F238E27FC236}">
                    <a16:creationId xmlns:a16="http://schemas.microsoft.com/office/drawing/2014/main" id="{1DCA9F6B-152F-4202-82E0-68DAAA9E7BCE}"/>
                  </a:ext>
                </a:extLst>
              </p:cNvPr>
              <p:cNvSpPr/>
              <p:nvPr/>
            </p:nvSpPr>
            <p:spPr>
              <a:xfrm>
                <a:off x="8636079" y="5069432"/>
                <a:ext cx="23197" cy="23197"/>
              </a:xfrm>
              <a:custGeom>
                <a:avLst/>
                <a:gdLst>
                  <a:gd name="connsiteX0" fmla="*/ 23197 w 23197"/>
                  <a:gd name="connsiteY0" fmla="*/ 11599 h 23197"/>
                  <a:gd name="connsiteX1" fmla="*/ 11598 w 23197"/>
                  <a:gd name="connsiteY1" fmla="*/ 23197 h 23197"/>
                  <a:gd name="connsiteX2" fmla="*/ 0 w 23197"/>
                  <a:gd name="connsiteY2" fmla="*/ 11599 h 23197"/>
                  <a:gd name="connsiteX3" fmla="*/ 11598 w 23197"/>
                  <a:gd name="connsiteY3" fmla="*/ 0 h 23197"/>
                  <a:gd name="connsiteX4" fmla="*/ 23197 w 23197"/>
                  <a:gd name="connsiteY4" fmla="*/ 11599 h 2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7" h="23197">
                    <a:moveTo>
                      <a:pt x="23197" y="11599"/>
                    </a:moveTo>
                    <a:cubicBezTo>
                      <a:pt x="23197" y="18005"/>
                      <a:pt x="18004" y="23197"/>
                      <a:pt x="11598" y="23197"/>
                    </a:cubicBezTo>
                    <a:cubicBezTo>
                      <a:pt x="5193" y="23197"/>
                      <a:pt x="0" y="18005"/>
                      <a:pt x="0" y="11599"/>
                    </a:cubicBezTo>
                    <a:cubicBezTo>
                      <a:pt x="0" y="5193"/>
                      <a:pt x="5193" y="0"/>
                      <a:pt x="11598" y="0"/>
                    </a:cubicBezTo>
                    <a:cubicBezTo>
                      <a:pt x="18004" y="0"/>
                      <a:pt x="23197" y="5193"/>
                      <a:pt x="23197" y="11599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9" name="Forme libre : forme 1268">
                <a:extLst>
                  <a:ext uri="{FF2B5EF4-FFF2-40B4-BE49-F238E27FC236}">
                    <a16:creationId xmlns:a16="http://schemas.microsoft.com/office/drawing/2014/main" id="{B3C32C08-A934-4D81-B6D6-ABCC57C9DAFC}"/>
                  </a:ext>
                </a:extLst>
              </p:cNvPr>
              <p:cNvSpPr/>
              <p:nvPr/>
            </p:nvSpPr>
            <p:spPr>
              <a:xfrm>
                <a:off x="8620831" y="5059739"/>
                <a:ext cx="20692" cy="20692"/>
              </a:xfrm>
              <a:custGeom>
                <a:avLst/>
                <a:gdLst>
                  <a:gd name="connsiteX0" fmla="*/ 20692 w 20692"/>
                  <a:gd name="connsiteY0" fmla="*/ 10346 h 20692"/>
                  <a:gd name="connsiteX1" fmla="*/ 10346 w 20692"/>
                  <a:gd name="connsiteY1" fmla="*/ 20693 h 20692"/>
                  <a:gd name="connsiteX2" fmla="*/ -1 w 20692"/>
                  <a:gd name="connsiteY2" fmla="*/ 10346 h 20692"/>
                  <a:gd name="connsiteX3" fmla="*/ 10346 w 20692"/>
                  <a:gd name="connsiteY3" fmla="*/ 0 h 20692"/>
                  <a:gd name="connsiteX4" fmla="*/ 20692 w 20692"/>
                  <a:gd name="connsiteY4" fmla="*/ 10346 h 20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692" h="20692">
                    <a:moveTo>
                      <a:pt x="20692" y="10346"/>
                    </a:moveTo>
                    <a:cubicBezTo>
                      <a:pt x="20692" y="16060"/>
                      <a:pt x="16060" y="20693"/>
                      <a:pt x="10346" y="20693"/>
                    </a:cubicBezTo>
                    <a:cubicBezTo>
                      <a:pt x="4632" y="20693"/>
                      <a:pt x="-1" y="16060"/>
                      <a:pt x="-1" y="10346"/>
                    </a:cubicBezTo>
                    <a:cubicBezTo>
                      <a:pt x="-1" y="4632"/>
                      <a:pt x="4632" y="0"/>
                      <a:pt x="10346" y="0"/>
                    </a:cubicBezTo>
                    <a:cubicBezTo>
                      <a:pt x="16060" y="0"/>
                      <a:pt x="20692" y="4632"/>
                      <a:pt x="20692" y="10346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0" name="Forme libre : forme 1269">
                <a:extLst>
                  <a:ext uri="{FF2B5EF4-FFF2-40B4-BE49-F238E27FC236}">
                    <a16:creationId xmlns:a16="http://schemas.microsoft.com/office/drawing/2014/main" id="{FC7B67F4-E3E3-4C44-BB0D-318D002ADEA0}"/>
                  </a:ext>
                </a:extLst>
              </p:cNvPr>
              <p:cNvSpPr/>
              <p:nvPr/>
            </p:nvSpPr>
            <p:spPr>
              <a:xfrm>
                <a:off x="8607436" y="5050482"/>
                <a:ext cx="21454" cy="21454"/>
              </a:xfrm>
              <a:custGeom>
                <a:avLst/>
                <a:gdLst>
                  <a:gd name="connsiteX0" fmla="*/ 21455 w 21454"/>
                  <a:gd name="connsiteY0" fmla="*/ 10727 h 21454"/>
                  <a:gd name="connsiteX1" fmla="*/ 10728 w 21454"/>
                  <a:gd name="connsiteY1" fmla="*/ 21455 h 21454"/>
                  <a:gd name="connsiteX2" fmla="*/ 0 w 21454"/>
                  <a:gd name="connsiteY2" fmla="*/ 10727 h 21454"/>
                  <a:gd name="connsiteX3" fmla="*/ 10728 w 21454"/>
                  <a:gd name="connsiteY3" fmla="*/ 0 h 21454"/>
                  <a:gd name="connsiteX4" fmla="*/ 21455 w 21454"/>
                  <a:gd name="connsiteY4" fmla="*/ 10727 h 21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54" h="21454">
                    <a:moveTo>
                      <a:pt x="21455" y="10727"/>
                    </a:moveTo>
                    <a:cubicBezTo>
                      <a:pt x="21455" y="16652"/>
                      <a:pt x="16652" y="21455"/>
                      <a:pt x="10728" y="21455"/>
                    </a:cubicBezTo>
                    <a:cubicBezTo>
                      <a:pt x="4803" y="21455"/>
                      <a:pt x="0" y="16652"/>
                      <a:pt x="0" y="10727"/>
                    </a:cubicBezTo>
                    <a:cubicBezTo>
                      <a:pt x="0" y="4803"/>
                      <a:pt x="4803" y="0"/>
                      <a:pt x="10728" y="0"/>
                    </a:cubicBezTo>
                    <a:cubicBezTo>
                      <a:pt x="16652" y="0"/>
                      <a:pt x="21455" y="4803"/>
                      <a:pt x="21455" y="10727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1" name="Forme libre : forme 1270">
                <a:extLst>
                  <a:ext uri="{FF2B5EF4-FFF2-40B4-BE49-F238E27FC236}">
                    <a16:creationId xmlns:a16="http://schemas.microsoft.com/office/drawing/2014/main" id="{58D4B69D-7660-4E99-9103-F5F39A5B2C2B}"/>
                  </a:ext>
                </a:extLst>
              </p:cNvPr>
              <p:cNvSpPr/>
              <p:nvPr/>
            </p:nvSpPr>
            <p:spPr>
              <a:xfrm>
                <a:off x="8649529" y="5125574"/>
                <a:ext cx="37137" cy="37137"/>
              </a:xfrm>
              <a:custGeom>
                <a:avLst/>
                <a:gdLst>
                  <a:gd name="connsiteX0" fmla="*/ 37137 w 37137"/>
                  <a:gd name="connsiteY0" fmla="*/ 18569 h 37137"/>
                  <a:gd name="connsiteX1" fmla="*/ 18569 w 37137"/>
                  <a:gd name="connsiteY1" fmla="*/ 37137 h 37137"/>
                  <a:gd name="connsiteX2" fmla="*/ 0 w 37137"/>
                  <a:gd name="connsiteY2" fmla="*/ 18569 h 37137"/>
                  <a:gd name="connsiteX3" fmla="*/ 18569 w 37137"/>
                  <a:gd name="connsiteY3" fmla="*/ 0 h 37137"/>
                  <a:gd name="connsiteX4" fmla="*/ 37137 w 37137"/>
                  <a:gd name="connsiteY4" fmla="*/ 18569 h 37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37" h="37137">
                    <a:moveTo>
                      <a:pt x="37137" y="18569"/>
                    </a:moveTo>
                    <a:cubicBezTo>
                      <a:pt x="37137" y="28824"/>
                      <a:pt x="28824" y="37137"/>
                      <a:pt x="18569" y="37137"/>
                    </a:cubicBezTo>
                    <a:cubicBezTo>
                      <a:pt x="8313" y="37137"/>
                      <a:pt x="0" y="28824"/>
                      <a:pt x="0" y="18569"/>
                    </a:cubicBezTo>
                    <a:cubicBezTo>
                      <a:pt x="0" y="8314"/>
                      <a:pt x="8313" y="0"/>
                      <a:pt x="18569" y="0"/>
                    </a:cubicBezTo>
                    <a:cubicBezTo>
                      <a:pt x="28824" y="0"/>
                      <a:pt x="37137" y="8314"/>
                      <a:pt x="37137" y="18569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2" name="Forme libre : forme 1271">
                <a:extLst>
                  <a:ext uri="{FF2B5EF4-FFF2-40B4-BE49-F238E27FC236}">
                    <a16:creationId xmlns:a16="http://schemas.microsoft.com/office/drawing/2014/main" id="{A715F9F1-945F-4E56-A8D8-1497F192ECAF}"/>
                  </a:ext>
                </a:extLst>
              </p:cNvPr>
              <p:cNvSpPr/>
              <p:nvPr/>
            </p:nvSpPr>
            <p:spPr>
              <a:xfrm>
                <a:off x="8625297" y="5141910"/>
                <a:ext cx="27444" cy="27444"/>
              </a:xfrm>
              <a:custGeom>
                <a:avLst/>
                <a:gdLst>
                  <a:gd name="connsiteX0" fmla="*/ 27445 w 27444"/>
                  <a:gd name="connsiteY0" fmla="*/ 13722 h 27444"/>
                  <a:gd name="connsiteX1" fmla="*/ 13722 w 27444"/>
                  <a:gd name="connsiteY1" fmla="*/ 27445 h 27444"/>
                  <a:gd name="connsiteX2" fmla="*/ 0 w 27444"/>
                  <a:gd name="connsiteY2" fmla="*/ 13722 h 27444"/>
                  <a:gd name="connsiteX3" fmla="*/ 13722 w 27444"/>
                  <a:gd name="connsiteY3" fmla="*/ 0 h 27444"/>
                  <a:gd name="connsiteX4" fmla="*/ 27445 w 27444"/>
                  <a:gd name="connsiteY4" fmla="*/ 13722 h 27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44" h="27444">
                    <a:moveTo>
                      <a:pt x="27445" y="13722"/>
                    </a:moveTo>
                    <a:cubicBezTo>
                      <a:pt x="27445" y="21301"/>
                      <a:pt x="21301" y="27445"/>
                      <a:pt x="13722" y="27445"/>
                    </a:cubicBezTo>
                    <a:cubicBezTo>
                      <a:pt x="6144" y="27445"/>
                      <a:pt x="0" y="21301"/>
                      <a:pt x="0" y="13722"/>
                    </a:cubicBezTo>
                    <a:cubicBezTo>
                      <a:pt x="0" y="6144"/>
                      <a:pt x="6144" y="0"/>
                      <a:pt x="13722" y="0"/>
                    </a:cubicBezTo>
                    <a:cubicBezTo>
                      <a:pt x="21301" y="0"/>
                      <a:pt x="27445" y="6144"/>
                      <a:pt x="27445" y="13722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3" name="Forme libre : forme 1272">
                <a:extLst>
                  <a:ext uri="{FF2B5EF4-FFF2-40B4-BE49-F238E27FC236}">
                    <a16:creationId xmlns:a16="http://schemas.microsoft.com/office/drawing/2014/main" id="{48020B10-3020-4A67-9519-A75A91FB6602}"/>
                  </a:ext>
                </a:extLst>
              </p:cNvPr>
              <p:cNvSpPr/>
              <p:nvPr/>
            </p:nvSpPr>
            <p:spPr>
              <a:xfrm>
                <a:off x="8609886" y="5155414"/>
                <a:ext cx="20801" cy="20801"/>
              </a:xfrm>
              <a:custGeom>
                <a:avLst/>
                <a:gdLst>
                  <a:gd name="connsiteX0" fmla="*/ 20801 w 20801"/>
                  <a:gd name="connsiteY0" fmla="*/ 10401 h 20801"/>
                  <a:gd name="connsiteX1" fmla="*/ 10400 w 20801"/>
                  <a:gd name="connsiteY1" fmla="*/ 20801 h 20801"/>
                  <a:gd name="connsiteX2" fmla="*/ -1 w 20801"/>
                  <a:gd name="connsiteY2" fmla="*/ 10401 h 20801"/>
                  <a:gd name="connsiteX3" fmla="*/ 10400 w 20801"/>
                  <a:gd name="connsiteY3" fmla="*/ 0 h 20801"/>
                  <a:gd name="connsiteX4" fmla="*/ 20801 w 20801"/>
                  <a:gd name="connsiteY4" fmla="*/ 10401 h 20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1" h="20801">
                    <a:moveTo>
                      <a:pt x="20801" y="10401"/>
                    </a:moveTo>
                    <a:cubicBezTo>
                      <a:pt x="20801" y="16145"/>
                      <a:pt x="16145" y="20801"/>
                      <a:pt x="10400" y="20801"/>
                    </a:cubicBezTo>
                    <a:cubicBezTo>
                      <a:pt x="4656" y="20801"/>
                      <a:pt x="-1" y="16145"/>
                      <a:pt x="-1" y="10401"/>
                    </a:cubicBezTo>
                    <a:cubicBezTo>
                      <a:pt x="-1" y="4657"/>
                      <a:pt x="4656" y="0"/>
                      <a:pt x="10400" y="0"/>
                    </a:cubicBezTo>
                    <a:cubicBezTo>
                      <a:pt x="16144" y="0"/>
                      <a:pt x="20801" y="4657"/>
                      <a:pt x="20801" y="10401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4" name="Forme libre : forme 1273">
                <a:extLst>
                  <a:ext uri="{FF2B5EF4-FFF2-40B4-BE49-F238E27FC236}">
                    <a16:creationId xmlns:a16="http://schemas.microsoft.com/office/drawing/2014/main" id="{3ABB993E-CF9A-499C-A766-0140B4CB7A10}"/>
                  </a:ext>
                </a:extLst>
              </p:cNvPr>
              <p:cNvSpPr/>
              <p:nvPr/>
            </p:nvSpPr>
            <p:spPr>
              <a:xfrm>
                <a:off x="8696304" y="5197997"/>
                <a:ext cx="34632" cy="34632"/>
              </a:xfrm>
              <a:custGeom>
                <a:avLst/>
                <a:gdLst>
                  <a:gd name="connsiteX0" fmla="*/ 34633 w 34632"/>
                  <a:gd name="connsiteY0" fmla="*/ 17316 h 34632"/>
                  <a:gd name="connsiteX1" fmla="*/ 17316 w 34632"/>
                  <a:gd name="connsiteY1" fmla="*/ 34632 h 34632"/>
                  <a:gd name="connsiteX2" fmla="*/ -1 w 34632"/>
                  <a:gd name="connsiteY2" fmla="*/ 17316 h 34632"/>
                  <a:gd name="connsiteX3" fmla="*/ 17316 w 34632"/>
                  <a:gd name="connsiteY3" fmla="*/ 0 h 34632"/>
                  <a:gd name="connsiteX4" fmla="*/ 34633 w 34632"/>
                  <a:gd name="connsiteY4" fmla="*/ 17316 h 34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632" h="34632">
                    <a:moveTo>
                      <a:pt x="34633" y="17316"/>
                    </a:moveTo>
                    <a:cubicBezTo>
                      <a:pt x="34633" y="26880"/>
                      <a:pt x="26880" y="34632"/>
                      <a:pt x="17316" y="34632"/>
                    </a:cubicBezTo>
                    <a:cubicBezTo>
                      <a:pt x="7753" y="34632"/>
                      <a:pt x="-1" y="26880"/>
                      <a:pt x="-1" y="17316"/>
                    </a:cubicBezTo>
                    <a:cubicBezTo>
                      <a:pt x="-1" y="7753"/>
                      <a:pt x="7752" y="0"/>
                      <a:pt x="17316" y="0"/>
                    </a:cubicBezTo>
                    <a:cubicBezTo>
                      <a:pt x="26879" y="0"/>
                      <a:pt x="34633" y="7753"/>
                      <a:pt x="34633" y="17316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5" name="Forme libre : forme 1274">
                <a:extLst>
                  <a:ext uri="{FF2B5EF4-FFF2-40B4-BE49-F238E27FC236}">
                    <a16:creationId xmlns:a16="http://schemas.microsoft.com/office/drawing/2014/main" id="{A3B6E60E-B3DA-405E-89DB-3B4796042CC6}"/>
                  </a:ext>
                </a:extLst>
              </p:cNvPr>
              <p:cNvSpPr/>
              <p:nvPr/>
            </p:nvSpPr>
            <p:spPr>
              <a:xfrm>
                <a:off x="8685849" y="5219507"/>
                <a:ext cx="23741" cy="23741"/>
              </a:xfrm>
              <a:custGeom>
                <a:avLst/>
                <a:gdLst>
                  <a:gd name="connsiteX0" fmla="*/ 23742 w 23741"/>
                  <a:gd name="connsiteY0" fmla="*/ 11871 h 23741"/>
                  <a:gd name="connsiteX1" fmla="*/ 11870 w 23741"/>
                  <a:gd name="connsiteY1" fmla="*/ 23742 h 23741"/>
                  <a:gd name="connsiteX2" fmla="*/ -1 w 23741"/>
                  <a:gd name="connsiteY2" fmla="*/ 11871 h 23741"/>
                  <a:gd name="connsiteX3" fmla="*/ 11870 w 23741"/>
                  <a:gd name="connsiteY3" fmla="*/ 0 h 23741"/>
                  <a:gd name="connsiteX4" fmla="*/ 23742 w 23741"/>
                  <a:gd name="connsiteY4" fmla="*/ 11871 h 23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41" h="23741">
                    <a:moveTo>
                      <a:pt x="23742" y="11871"/>
                    </a:moveTo>
                    <a:cubicBezTo>
                      <a:pt x="23742" y="18427"/>
                      <a:pt x="18427" y="23742"/>
                      <a:pt x="11870" y="23742"/>
                    </a:cubicBezTo>
                    <a:cubicBezTo>
                      <a:pt x="5314" y="23742"/>
                      <a:pt x="-1" y="18427"/>
                      <a:pt x="-1" y="11871"/>
                    </a:cubicBezTo>
                    <a:cubicBezTo>
                      <a:pt x="-1" y="5315"/>
                      <a:pt x="5314" y="0"/>
                      <a:pt x="11870" y="0"/>
                    </a:cubicBezTo>
                    <a:cubicBezTo>
                      <a:pt x="18427" y="0"/>
                      <a:pt x="23742" y="5315"/>
                      <a:pt x="23742" y="11871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6" name="Forme libre : forme 1275">
                <a:extLst>
                  <a:ext uri="{FF2B5EF4-FFF2-40B4-BE49-F238E27FC236}">
                    <a16:creationId xmlns:a16="http://schemas.microsoft.com/office/drawing/2014/main" id="{8C9D7A39-8E80-4E10-AEBE-21E670FB7E13}"/>
                  </a:ext>
                </a:extLst>
              </p:cNvPr>
              <p:cNvSpPr/>
              <p:nvPr/>
            </p:nvSpPr>
            <p:spPr>
              <a:xfrm>
                <a:off x="8675013" y="5236986"/>
                <a:ext cx="23306" cy="23306"/>
              </a:xfrm>
              <a:custGeom>
                <a:avLst/>
                <a:gdLst>
                  <a:gd name="connsiteX0" fmla="*/ 23306 w 23306"/>
                  <a:gd name="connsiteY0" fmla="*/ 11653 h 23306"/>
                  <a:gd name="connsiteX1" fmla="*/ 11653 w 23306"/>
                  <a:gd name="connsiteY1" fmla="*/ 23306 h 23306"/>
                  <a:gd name="connsiteX2" fmla="*/ 0 w 23306"/>
                  <a:gd name="connsiteY2" fmla="*/ 11653 h 23306"/>
                  <a:gd name="connsiteX3" fmla="*/ 11653 w 23306"/>
                  <a:gd name="connsiteY3" fmla="*/ 0 h 23306"/>
                  <a:gd name="connsiteX4" fmla="*/ 23306 w 23306"/>
                  <a:gd name="connsiteY4" fmla="*/ 11653 h 23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06" h="23306">
                    <a:moveTo>
                      <a:pt x="23306" y="11653"/>
                    </a:moveTo>
                    <a:cubicBezTo>
                      <a:pt x="23306" y="18089"/>
                      <a:pt x="18089" y="23306"/>
                      <a:pt x="11653" y="23306"/>
                    </a:cubicBezTo>
                    <a:cubicBezTo>
                      <a:pt x="5217" y="23306"/>
                      <a:pt x="0" y="18089"/>
                      <a:pt x="0" y="11653"/>
                    </a:cubicBezTo>
                    <a:cubicBezTo>
                      <a:pt x="0" y="5217"/>
                      <a:pt x="5217" y="0"/>
                      <a:pt x="11653" y="0"/>
                    </a:cubicBezTo>
                    <a:cubicBezTo>
                      <a:pt x="18089" y="0"/>
                      <a:pt x="23306" y="5217"/>
                      <a:pt x="23306" y="1165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7" name="Forme libre : forme 1276">
                <a:extLst>
                  <a:ext uri="{FF2B5EF4-FFF2-40B4-BE49-F238E27FC236}">
                    <a16:creationId xmlns:a16="http://schemas.microsoft.com/office/drawing/2014/main" id="{165696E4-92B2-4068-A956-9F2471B073B3}"/>
                  </a:ext>
                </a:extLst>
              </p:cNvPr>
              <p:cNvSpPr/>
              <p:nvPr/>
            </p:nvSpPr>
            <p:spPr>
              <a:xfrm>
                <a:off x="8925936" y="5237749"/>
                <a:ext cx="28315" cy="28315"/>
              </a:xfrm>
              <a:custGeom>
                <a:avLst/>
                <a:gdLst>
                  <a:gd name="connsiteX0" fmla="*/ 28316 w 28315"/>
                  <a:gd name="connsiteY0" fmla="*/ 14158 h 28315"/>
                  <a:gd name="connsiteX1" fmla="*/ 14158 w 28315"/>
                  <a:gd name="connsiteY1" fmla="*/ 28316 h 28315"/>
                  <a:gd name="connsiteX2" fmla="*/ 0 w 28315"/>
                  <a:gd name="connsiteY2" fmla="*/ 14158 h 28315"/>
                  <a:gd name="connsiteX3" fmla="*/ 14158 w 28315"/>
                  <a:gd name="connsiteY3" fmla="*/ 0 h 28315"/>
                  <a:gd name="connsiteX4" fmla="*/ 28316 w 28315"/>
                  <a:gd name="connsiteY4" fmla="*/ 14158 h 2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15" h="28315">
                    <a:moveTo>
                      <a:pt x="28316" y="14158"/>
                    </a:moveTo>
                    <a:cubicBezTo>
                      <a:pt x="28316" y="21977"/>
                      <a:pt x="21977" y="28316"/>
                      <a:pt x="14158" y="28316"/>
                    </a:cubicBezTo>
                    <a:cubicBezTo>
                      <a:pt x="6339" y="28316"/>
                      <a:pt x="0" y="21977"/>
                      <a:pt x="0" y="14158"/>
                    </a:cubicBezTo>
                    <a:cubicBezTo>
                      <a:pt x="0" y="6339"/>
                      <a:pt x="6339" y="0"/>
                      <a:pt x="14158" y="0"/>
                    </a:cubicBezTo>
                    <a:cubicBezTo>
                      <a:pt x="21977" y="0"/>
                      <a:pt x="28316" y="6339"/>
                      <a:pt x="28316" y="1415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8" name="Forme libre : forme 1277">
                <a:extLst>
                  <a:ext uri="{FF2B5EF4-FFF2-40B4-BE49-F238E27FC236}">
                    <a16:creationId xmlns:a16="http://schemas.microsoft.com/office/drawing/2014/main" id="{7192D921-9122-42E1-888B-9F3352488B4D}"/>
                  </a:ext>
                </a:extLst>
              </p:cNvPr>
              <p:cNvSpPr/>
              <p:nvPr/>
            </p:nvSpPr>
            <p:spPr>
              <a:xfrm>
                <a:off x="8942817" y="5256208"/>
                <a:ext cx="25048" cy="25048"/>
              </a:xfrm>
              <a:custGeom>
                <a:avLst/>
                <a:gdLst>
                  <a:gd name="connsiteX0" fmla="*/ 25049 w 25048"/>
                  <a:gd name="connsiteY0" fmla="*/ 12525 h 25048"/>
                  <a:gd name="connsiteX1" fmla="*/ 12524 w 25048"/>
                  <a:gd name="connsiteY1" fmla="*/ 25049 h 25048"/>
                  <a:gd name="connsiteX2" fmla="*/ 0 w 25048"/>
                  <a:gd name="connsiteY2" fmla="*/ 12525 h 25048"/>
                  <a:gd name="connsiteX3" fmla="*/ 12524 w 25048"/>
                  <a:gd name="connsiteY3" fmla="*/ 0 h 25048"/>
                  <a:gd name="connsiteX4" fmla="*/ 25049 w 25048"/>
                  <a:gd name="connsiteY4" fmla="*/ 12525 h 25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48" h="25048">
                    <a:moveTo>
                      <a:pt x="25049" y="12525"/>
                    </a:moveTo>
                    <a:cubicBezTo>
                      <a:pt x="25049" y="19442"/>
                      <a:pt x="19441" y="25049"/>
                      <a:pt x="12524" y="25049"/>
                    </a:cubicBezTo>
                    <a:cubicBezTo>
                      <a:pt x="5607" y="25049"/>
                      <a:pt x="0" y="19442"/>
                      <a:pt x="0" y="12525"/>
                    </a:cubicBezTo>
                    <a:cubicBezTo>
                      <a:pt x="0" y="5607"/>
                      <a:pt x="5607" y="0"/>
                      <a:pt x="12524" y="0"/>
                    </a:cubicBezTo>
                    <a:cubicBezTo>
                      <a:pt x="19441" y="0"/>
                      <a:pt x="25049" y="5607"/>
                      <a:pt x="25049" y="12525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9" name="Forme libre : forme 1278">
                <a:extLst>
                  <a:ext uri="{FF2B5EF4-FFF2-40B4-BE49-F238E27FC236}">
                    <a16:creationId xmlns:a16="http://schemas.microsoft.com/office/drawing/2014/main" id="{E3BB6634-C546-42A2-87D3-A5D5C8909768}"/>
                  </a:ext>
                </a:extLst>
              </p:cNvPr>
              <p:cNvSpPr/>
              <p:nvPr/>
            </p:nvSpPr>
            <p:spPr>
              <a:xfrm>
                <a:off x="8949079" y="5278861"/>
                <a:ext cx="18949" cy="18949"/>
              </a:xfrm>
              <a:custGeom>
                <a:avLst/>
                <a:gdLst>
                  <a:gd name="connsiteX0" fmla="*/ 18950 w 18949"/>
                  <a:gd name="connsiteY0" fmla="*/ 9475 h 18949"/>
                  <a:gd name="connsiteX1" fmla="*/ 9475 w 18949"/>
                  <a:gd name="connsiteY1" fmla="*/ 18950 h 18949"/>
                  <a:gd name="connsiteX2" fmla="*/ 0 w 18949"/>
                  <a:gd name="connsiteY2" fmla="*/ 9475 h 18949"/>
                  <a:gd name="connsiteX3" fmla="*/ 9475 w 18949"/>
                  <a:gd name="connsiteY3" fmla="*/ 0 h 18949"/>
                  <a:gd name="connsiteX4" fmla="*/ 18950 w 18949"/>
                  <a:gd name="connsiteY4" fmla="*/ 9475 h 18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49" h="18949">
                    <a:moveTo>
                      <a:pt x="18950" y="9475"/>
                    </a:moveTo>
                    <a:cubicBezTo>
                      <a:pt x="18950" y="14708"/>
                      <a:pt x="14708" y="18950"/>
                      <a:pt x="9475" y="18950"/>
                    </a:cubicBezTo>
                    <a:cubicBezTo>
                      <a:pt x="4243" y="18950"/>
                      <a:pt x="0" y="14708"/>
                      <a:pt x="0" y="9475"/>
                    </a:cubicBezTo>
                    <a:cubicBezTo>
                      <a:pt x="0" y="4242"/>
                      <a:pt x="4243" y="0"/>
                      <a:pt x="9475" y="0"/>
                    </a:cubicBezTo>
                    <a:cubicBezTo>
                      <a:pt x="14708" y="0"/>
                      <a:pt x="18950" y="4242"/>
                      <a:pt x="18950" y="9475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0" name="Forme libre : forme 1279">
                <a:extLst>
                  <a:ext uri="{FF2B5EF4-FFF2-40B4-BE49-F238E27FC236}">
                    <a16:creationId xmlns:a16="http://schemas.microsoft.com/office/drawing/2014/main" id="{D4F14EBB-AFAE-46E3-921E-79D6170E8A10}"/>
                  </a:ext>
                </a:extLst>
              </p:cNvPr>
              <p:cNvSpPr/>
              <p:nvPr/>
            </p:nvSpPr>
            <p:spPr>
              <a:xfrm>
                <a:off x="8982514" y="5213299"/>
                <a:ext cx="32454" cy="32454"/>
              </a:xfrm>
              <a:custGeom>
                <a:avLst/>
                <a:gdLst>
                  <a:gd name="connsiteX0" fmla="*/ 32455 w 32454"/>
                  <a:gd name="connsiteY0" fmla="*/ 16227 h 32454"/>
                  <a:gd name="connsiteX1" fmla="*/ 16228 w 32454"/>
                  <a:gd name="connsiteY1" fmla="*/ 32454 h 32454"/>
                  <a:gd name="connsiteX2" fmla="*/ 0 w 32454"/>
                  <a:gd name="connsiteY2" fmla="*/ 16227 h 32454"/>
                  <a:gd name="connsiteX3" fmla="*/ 16228 w 32454"/>
                  <a:gd name="connsiteY3" fmla="*/ 0 h 32454"/>
                  <a:gd name="connsiteX4" fmla="*/ 32455 w 32454"/>
                  <a:gd name="connsiteY4" fmla="*/ 16227 h 3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54" h="32454">
                    <a:moveTo>
                      <a:pt x="32455" y="16227"/>
                    </a:moveTo>
                    <a:cubicBezTo>
                      <a:pt x="32455" y="25189"/>
                      <a:pt x="25189" y="32454"/>
                      <a:pt x="16228" y="32454"/>
                    </a:cubicBezTo>
                    <a:cubicBezTo>
                      <a:pt x="7266" y="32454"/>
                      <a:pt x="0" y="25189"/>
                      <a:pt x="0" y="16227"/>
                    </a:cubicBezTo>
                    <a:cubicBezTo>
                      <a:pt x="0" y="7265"/>
                      <a:pt x="7266" y="0"/>
                      <a:pt x="16228" y="0"/>
                    </a:cubicBezTo>
                    <a:cubicBezTo>
                      <a:pt x="25189" y="0"/>
                      <a:pt x="32455" y="7265"/>
                      <a:pt x="32455" y="16227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1" name="Forme libre : forme 1280">
                <a:extLst>
                  <a:ext uri="{FF2B5EF4-FFF2-40B4-BE49-F238E27FC236}">
                    <a16:creationId xmlns:a16="http://schemas.microsoft.com/office/drawing/2014/main" id="{AA354E84-032A-4CFB-AFF5-D4FD21F6F9EB}"/>
                  </a:ext>
                </a:extLst>
              </p:cNvPr>
              <p:cNvSpPr/>
              <p:nvPr/>
            </p:nvSpPr>
            <p:spPr>
              <a:xfrm>
                <a:off x="9002607" y="5239110"/>
                <a:ext cx="25375" cy="25375"/>
              </a:xfrm>
              <a:custGeom>
                <a:avLst/>
                <a:gdLst>
                  <a:gd name="connsiteX0" fmla="*/ 25376 w 25375"/>
                  <a:gd name="connsiteY0" fmla="*/ 12688 h 25375"/>
                  <a:gd name="connsiteX1" fmla="*/ 12688 w 25375"/>
                  <a:gd name="connsiteY1" fmla="*/ 25375 h 25375"/>
                  <a:gd name="connsiteX2" fmla="*/ 1 w 25375"/>
                  <a:gd name="connsiteY2" fmla="*/ 12688 h 25375"/>
                  <a:gd name="connsiteX3" fmla="*/ 12688 w 25375"/>
                  <a:gd name="connsiteY3" fmla="*/ 0 h 25375"/>
                  <a:gd name="connsiteX4" fmla="*/ 25376 w 25375"/>
                  <a:gd name="connsiteY4" fmla="*/ 12688 h 25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75" h="25375">
                    <a:moveTo>
                      <a:pt x="25376" y="12688"/>
                    </a:moveTo>
                    <a:cubicBezTo>
                      <a:pt x="25376" y="19695"/>
                      <a:pt x="19695" y="25375"/>
                      <a:pt x="12688" y="25375"/>
                    </a:cubicBezTo>
                    <a:cubicBezTo>
                      <a:pt x="5681" y="25375"/>
                      <a:pt x="1" y="19695"/>
                      <a:pt x="1" y="12688"/>
                    </a:cubicBezTo>
                    <a:cubicBezTo>
                      <a:pt x="1" y="5681"/>
                      <a:pt x="5681" y="0"/>
                      <a:pt x="12688" y="0"/>
                    </a:cubicBezTo>
                    <a:cubicBezTo>
                      <a:pt x="19696" y="0"/>
                      <a:pt x="25376" y="5680"/>
                      <a:pt x="25376" y="1268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2" name="Forme libre : forme 1281">
                <a:extLst>
                  <a:ext uri="{FF2B5EF4-FFF2-40B4-BE49-F238E27FC236}">
                    <a16:creationId xmlns:a16="http://schemas.microsoft.com/office/drawing/2014/main" id="{CE5DA5A0-288D-4CF7-9B5F-FC09B74ADD11}"/>
                  </a:ext>
                </a:extLst>
              </p:cNvPr>
              <p:cNvSpPr/>
              <p:nvPr/>
            </p:nvSpPr>
            <p:spPr>
              <a:xfrm>
                <a:off x="9017854" y="5261327"/>
                <a:ext cx="19603" cy="19603"/>
              </a:xfrm>
              <a:custGeom>
                <a:avLst/>
                <a:gdLst>
                  <a:gd name="connsiteX0" fmla="*/ 19604 w 19603"/>
                  <a:gd name="connsiteY0" fmla="*/ 9802 h 19603"/>
                  <a:gd name="connsiteX1" fmla="*/ 9802 w 19603"/>
                  <a:gd name="connsiteY1" fmla="*/ 19603 h 19603"/>
                  <a:gd name="connsiteX2" fmla="*/ 0 w 19603"/>
                  <a:gd name="connsiteY2" fmla="*/ 9802 h 19603"/>
                  <a:gd name="connsiteX3" fmla="*/ 9802 w 19603"/>
                  <a:gd name="connsiteY3" fmla="*/ 0 h 19603"/>
                  <a:gd name="connsiteX4" fmla="*/ 19604 w 19603"/>
                  <a:gd name="connsiteY4" fmla="*/ 9802 h 19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03" h="19603">
                    <a:moveTo>
                      <a:pt x="19604" y="9802"/>
                    </a:moveTo>
                    <a:cubicBezTo>
                      <a:pt x="19604" y="15215"/>
                      <a:pt x="15215" y="19603"/>
                      <a:pt x="9802" y="19603"/>
                    </a:cubicBezTo>
                    <a:cubicBezTo>
                      <a:pt x="4388" y="19603"/>
                      <a:pt x="0" y="15215"/>
                      <a:pt x="0" y="9802"/>
                    </a:cubicBezTo>
                    <a:cubicBezTo>
                      <a:pt x="0" y="4388"/>
                      <a:pt x="4388" y="0"/>
                      <a:pt x="9802" y="0"/>
                    </a:cubicBezTo>
                    <a:cubicBezTo>
                      <a:pt x="15215" y="0"/>
                      <a:pt x="19604" y="4388"/>
                      <a:pt x="19604" y="9802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3" name="Forme libre : forme 1282">
                <a:extLst>
                  <a:ext uri="{FF2B5EF4-FFF2-40B4-BE49-F238E27FC236}">
                    <a16:creationId xmlns:a16="http://schemas.microsoft.com/office/drawing/2014/main" id="{E5808024-FC36-47BA-9836-E6D3D3927088}"/>
                  </a:ext>
                </a:extLst>
              </p:cNvPr>
              <p:cNvSpPr/>
              <p:nvPr/>
            </p:nvSpPr>
            <p:spPr>
              <a:xfrm>
                <a:off x="9022592" y="5178176"/>
                <a:ext cx="36266" cy="36266"/>
              </a:xfrm>
              <a:custGeom>
                <a:avLst/>
                <a:gdLst>
                  <a:gd name="connsiteX0" fmla="*/ 36266 w 36266"/>
                  <a:gd name="connsiteY0" fmla="*/ 18133 h 36266"/>
                  <a:gd name="connsiteX1" fmla="*/ 18133 w 36266"/>
                  <a:gd name="connsiteY1" fmla="*/ 36266 h 36266"/>
                  <a:gd name="connsiteX2" fmla="*/ 0 w 36266"/>
                  <a:gd name="connsiteY2" fmla="*/ 18133 h 36266"/>
                  <a:gd name="connsiteX3" fmla="*/ 18133 w 36266"/>
                  <a:gd name="connsiteY3" fmla="*/ 0 h 36266"/>
                  <a:gd name="connsiteX4" fmla="*/ 36266 w 36266"/>
                  <a:gd name="connsiteY4" fmla="*/ 18133 h 36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266" h="36266">
                    <a:moveTo>
                      <a:pt x="36266" y="18133"/>
                    </a:moveTo>
                    <a:cubicBezTo>
                      <a:pt x="36266" y="28148"/>
                      <a:pt x="28148" y="36266"/>
                      <a:pt x="18133" y="36266"/>
                    </a:cubicBezTo>
                    <a:cubicBezTo>
                      <a:pt x="8119" y="36266"/>
                      <a:pt x="0" y="28148"/>
                      <a:pt x="0" y="18133"/>
                    </a:cubicBezTo>
                    <a:cubicBezTo>
                      <a:pt x="0" y="8118"/>
                      <a:pt x="8119" y="0"/>
                      <a:pt x="18133" y="0"/>
                    </a:cubicBezTo>
                    <a:cubicBezTo>
                      <a:pt x="28148" y="0"/>
                      <a:pt x="36266" y="8118"/>
                      <a:pt x="36266" y="1813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4" name="Forme libre : forme 1283">
                <a:extLst>
                  <a:ext uri="{FF2B5EF4-FFF2-40B4-BE49-F238E27FC236}">
                    <a16:creationId xmlns:a16="http://schemas.microsoft.com/office/drawing/2014/main" id="{B060F702-AEEF-4476-86B3-FBEF8412DD5B}"/>
                  </a:ext>
                </a:extLst>
              </p:cNvPr>
              <p:cNvSpPr/>
              <p:nvPr/>
            </p:nvSpPr>
            <p:spPr>
              <a:xfrm>
                <a:off x="9050254" y="5199903"/>
                <a:ext cx="24177" cy="24177"/>
              </a:xfrm>
              <a:custGeom>
                <a:avLst/>
                <a:gdLst>
                  <a:gd name="connsiteX0" fmla="*/ 24177 w 24177"/>
                  <a:gd name="connsiteY0" fmla="*/ 12089 h 24177"/>
                  <a:gd name="connsiteX1" fmla="*/ 12089 w 24177"/>
                  <a:gd name="connsiteY1" fmla="*/ 24177 h 24177"/>
                  <a:gd name="connsiteX2" fmla="*/ 0 w 24177"/>
                  <a:gd name="connsiteY2" fmla="*/ 12089 h 24177"/>
                  <a:gd name="connsiteX3" fmla="*/ 12089 w 24177"/>
                  <a:gd name="connsiteY3" fmla="*/ 0 h 24177"/>
                  <a:gd name="connsiteX4" fmla="*/ 24177 w 24177"/>
                  <a:gd name="connsiteY4" fmla="*/ 12089 h 24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77" h="24177">
                    <a:moveTo>
                      <a:pt x="24177" y="12089"/>
                    </a:moveTo>
                    <a:cubicBezTo>
                      <a:pt x="24177" y="18765"/>
                      <a:pt x="18765" y="24177"/>
                      <a:pt x="12089" y="24177"/>
                    </a:cubicBezTo>
                    <a:cubicBezTo>
                      <a:pt x="5412" y="24177"/>
                      <a:pt x="0" y="18765"/>
                      <a:pt x="0" y="12089"/>
                    </a:cubicBezTo>
                    <a:cubicBezTo>
                      <a:pt x="0" y="5412"/>
                      <a:pt x="5412" y="0"/>
                      <a:pt x="12089" y="0"/>
                    </a:cubicBezTo>
                    <a:cubicBezTo>
                      <a:pt x="18765" y="0"/>
                      <a:pt x="24177" y="5413"/>
                      <a:pt x="24177" y="12089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5" name="Forme libre : forme 1284">
                <a:extLst>
                  <a:ext uri="{FF2B5EF4-FFF2-40B4-BE49-F238E27FC236}">
                    <a16:creationId xmlns:a16="http://schemas.microsoft.com/office/drawing/2014/main" id="{CE6D88FB-2200-43CC-90E8-8851DC0129B9}"/>
                  </a:ext>
                </a:extLst>
              </p:cNvPr>
              <p:cNvSpPr/>
              <p:nvPr/>
            </p:nvSpPr>
            <p:spPr>
              <a:xfrm>
                <a:off x="9070892" y="5210467"/>
                <a:ext cx="17425" cy="17425"/>
              </a:xfrm>
              <a:custGeom>
                <a:avLst/>
                <a:gdLst>
                  <a:gd name="connsiteX0" fmla="*/ 17425 w 17425"/>
                  <a:gd name="connsiteY0" fmla="*/ 8713 h 17425"/>
                  <a:gd name="connsiteX1" fmla="*/ 8713 w 17425"/>
                  <a:gd name="connsiteY1" fmla="*/ 17425 h 17425"/>
                  <a:gd name="connsiteX2" fmla="*/ 0 w 17425"/>
                  <a:gd name="connsiteY2" fmla="*/ 8713 h 17425"/>
                  <a:gd name="connsiteX3" fmla="*/ 8713 w 17425"/>
                  <a:gd name="connsiteY3" fmla="*/ 0 h 17425"/>
                  <a:gd name="connsiteX4" fmla="*/ 17425 w 17425"/>
                  <a:gd name="connsiteY4" fmla="*/ 8713 h 17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25" h="17425">
                    <a:moveTo>
                      <a:pt x="17425" y="8713"/>
                    </a:moveTo>
                    <a:cubicBezTo>
                      <a:pt x="17425" y="13524"/>
                      <a:pt x="13525" y="17425"/>
                      <a:pt x="8713" y="17425"/>
                    </a:cubicBezTo>
                    <a:cubicBezTo>
                      <a:pt x="3901" y="17425"/>
                      <a:pt x="0" y="13524"/>
                      <a:pt x="0" y="8713"/>
                    </a:cubicBezTo>
                    <a:cubicBezTo>
                      <a:pt x="0" y="3901"/>
                      <a:pt x="3901" y="0"/>
                      <a:pt x="8713" y="0"/>
                    </a:cubicBezTo>
                    <a:cubicBezTo>
                      <a:pt x="13525" y="0"/>
                      <a:pt x="17425" y="3901"/>
                      <a:pt x="17425" y="871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6" name="Forme libre : forme 1285">
                <a:extLst>
                  <a:ext uri="{FF2B5EF4-FFF2-40B4-BE49-F238E27FC236}">
                    <a16:creationId xmlns:a16="http://schemas.microsoft.com/office/drawing/2014/main" id="{1E891303-F772-4DEC-9A72-601184C71B69}"/>
                  </a:ext>
                </a:extLst>
              </p:cNvPr>
              <p:cNvSpPr/>
              <p:nvPr/>
            </p:nvSpPr>
            <p:spPr>
              <a:xfrm>
                <a:off x="9084887" y="5097476"/>
                <a:ext cx="31365" cy="31365"/>
              </a:xfrm>
              <a:custGeom>
                <a:avLst/>
                <a:gdLst>
                  <a:gd name="connsiteX0" fmla="*/ 31365 w 31365"/>
                  <a:gd name="connsiteY0" fmla="*/ 15683 h 31365"/>
                  <a:gd name="connsiteX1" fmla="*/ 15683 w 31365"/>
                  <a:gd name="connsiteY1" fmla="*/ 31366 h 31365"/>
                  <a:gd name="connsiteX2" fmla="*/ 0 w 31365"/>
                  <a:gd name="connsiteY2" fmla="*/ 15683 h 31365"/>
                  <a:gd name="connsiteX3" fmla="*/ 15683 w 31365"/>
                  <a:gd name="connsiteY3" fmla="*/ 0 h 31365"/>
                  <a:gd name="connsiteX4" fmla="*/ 31365 w 31365"/>
                  <a:gd name="connsiteY4" fmla="*/ 15683 h 31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365" h="31365">
                    <a:moveTo>
                      <a:pt x="31365" y="15683"/>
                    </a:moveTo>
                    <a:cubicBezTo>
                      <a:pt x="31365" y="24344"/>
                      <a:pt x="24344" y="31366"/>
                      <a:pt x="15683" y="31366"/>
                    </a:cubicBezTo>
                    <a:cubicBezTo>
                      <a:pt x="7021" y="31366"/>
                      <a:pt x="0" y="24344"/>
                      <a:pt x="0" y="15683"/>
                    </a:cubicBezTo>
                    <a:cubicBezTo>
                      <a:pt x="0" y="7022"/>
                      <a:pt x="7021" y="0"/>
                      <a:pt x="15683" y="0"/>
                    </a:cubicBezTo>
                    <a:cubicBezTo>
                      <a:pt x="24344" y="0"/>
                      <a:pt x="31365" y="7022"/>
                      <a:pt x="31365" y="1568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7" name="Forme libre : forme 1286">
                <a:extLst>
                  <a:ext uri="{FF2B5EF4-FFF2-40B4-BE49-F238E27FC236}">
                    <a16:creationId xmlns:a16="http://schemas.microsoft.com/office/drawing/2014/main" id="{D6FAE3AE-3371-4488-AF37-F48B7B61BFAB}"/>
                  </a:ext>
                </a:extLst>
              </p:cNvPr>
              <p:cNvSpPr/>
              <p:nvPr/>
            </p:nvSpPr>
            <p:spPr>
              <a:xfrm>
                <a:off x="9108193" y="5116589"/>
                <a:ext cx="25702" cy="25702"/>
              </a:xfrm>
              <a:custGeom>
                <a:avLst/>
                <a:gdLst>
                  <a:gd name="connsiteX0" fmla="*/ 25702 w 25702"/>
                  <a:gd name="connsiteY0" fmla="*/ 12851 h 25702"/>
                  <a:gd name="connsiteX1" fmla="*/ 12851 w 25702"/>
                  <a:gd name="connsiteY1" fmla="*/ 25702 h 25702"/>
                  <a:gd name="connsiteX2" fmla="*/ 0 w 25702"/>
                  <a:gd name="connsiteY2" fmla="*/ 12851 h 25702"/>
                  <a:gd name="connsiteX3" fmla="*/ 12851 w 25702"/>
                  <a:gd name="connsiteY3" fmla="*/ 0 h 25702"/>
                  <a:gd name="connsiteX4" fmla="*/ 25702 w 25702"/>
                  <a:gd name="connsiteY4" fmla="*/ 12851 h 25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02" h="25702">
                    <a:moveTo>
                      <a:pt x="25702" y="12851"/>
                    </a:moveTo>
                    <a:cubicBezTo>
                      <a:pt x="25702" y="19949"/>
                      <a:pt x="19948" y="25702"/>
                      <a:pt x="12851" y="25702"/>
                    </a:cubicBezTo>
                    <a:cubicBezTo>
                      <a:pt x="5754" y="25702"/>
                      <a:pt x="0" y="19949"/>
                      <a:pt x="0" y="12851"/>
                    </a:cubicBezTo>
                    <a:cubicBezTo>
                      <a:pt x="0" y="5754"/>
                      <a:pt x="5754" y="0"/>
                      <a:pt x="12851" y="0"/>
                    </a:cubicBezTo>
                    <a:cubicBezTo>
                      <a:pt x="19948" y="0"/>
                      <a:pt x="25702" y="5754"/>
                      <a:pt x="25702" y="12851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8" name="Forme libre : forme 1287">
                <a:extLst>
                  <a:ext uri="{FF2B5EF4-FFF2-40B4-BE49-F238E27FC236}">
                    <a16:creationId xmlns:a16="http://schemas.microsoft.com/office/drawing/2014/main" id="{B71FB6B5-5A38-406B-B1EC-E0EA9D8FC692}"/>
                  </a:ext>
                </a:extLst>
              </p:cNvPr>
              <p:cNvSpPr/>
              <p:nvPr/>
            </p:nvSpPr>
            <p:spPr>
              <a:xfrm>
                <a:off x="9130192" y="5119584"/>
                <a:ext cx="19276" cy="19276"/>
              </a:xfrm>
              <a:custGeom>
                <a:avLst/>
                <a:gdLst>
                  <a:gd name="connsiteX0" fmla="*/ 19277 w 19276"/>
                  <a:gd name="connsiteY0" fmla="*/ 9638 h 19276"/>
                  <a:gd name="connsiteX1" fmla="*/ 9638 w 19276"/>
                  <a:gd name="connsiteY1" fmla="*/ 19277 h 19276"/>
                  <a:gd name="connsiteX2" fmla="*/ 0 w 19276"/>
                  <a:gd name="connsiteY2" fmla="*/ 9638 h 19276"/>
                  <a:gd name="connsiteX3" fmla="*/ 9638 w 19276"/>
                  <a:gd name="connsiteY3" fmla="*/ 0 h 19276"/>
                  <a:gd name="connsiteX4" fmla="*/ 19277 w 19276"/>
                  <a:gd name="connsiteY4" fmla="*/ 9638 h 19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76" h="19276">
                    <a:moveTo>
                      <a:pt x="19277" y="9638"/>
                    </a:moveTo>
                    <a:cubicBezTo>
                      <a:pt x="19277" y="14961"/>
                      <a:pt x="14961" y="19277"/>
                      <a:pt x="9638" y="19277"/>
                    </a:cubicBezTo>
                    <a:cubicBezTo>
                      <a:pt x="4315" y="19277"/>
                      <a:pt x="0" y="14961"/>
                      <a:pt x="0" y="9638"/>
                    </a:cubicBezTo>
                    <a:cubicBezTo>
                      <a:pt x="0" y="4315"/>
                      <a:pt x="4315" y="0"/>
                      <a:pt x="9638" y="0"/>
                    </a:cubicBezTo>
                    <a:cubicBezTo>
                      <a:pt x="14961" y="0"/>
                      <a:pt x="19277" y="4315"/>
                      <a:pt x="19277" y="963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9" name="Forme libre : forme 1288">
                <a:extLst>
                  <a:ext uri="{FF2B5EF4-FFF2-40B4-BE49-F238E27FC236}">
                    <a16:creationId xmlns:a16="http://schemas.microsoft.com/office/drawing/2014/main" id="{36C0EE49-5C38-4200-A5F4-E9E300B0F096}"/>
                  </a:ext>
                </a:extLst>
              </p:cNvPr>
              <p:cNvSpPr/>
              <p:nvPr/>
            </p:nvSpPr>
            <p:spPr>
              <a:xfrm>
                <a:off x="9102094" y="4954752"/>
                <a:ext cx="19276" cy="19276"/>
              </a:xfrm>
              <a:custGeom>
                <a:avLst/>
                <a:gdLst>
                  <a:gd name="connsiteX0" fmla="*/ 19276 w 19276"/>
                  <a:gd name="connsiteY0" fmla="*/ 9638 h 19276"/>
                  <a:gd name="connsiteX1" fmla="*/ 9638 w 19276"/>
                  <a:gd name="connsiteY1" fmla="*/ 19277 h 19276"/>
                  <a:gd name="connsiteX2" fmla="*/ 0 w 19276"/>
                  <a:gd name="connsiteY2" fmla="*/ 9638 h 19276"/>
                  <a:gd name="connsiteX3" fmla="*/ 9638 w 19276"/>
                  <a:gd name="connsiteY3" fmla="*/ 0 h 19276"/>
                  <a:gd name="connsiteX4" fmla="*/ 19276 w 19276"/>
                  <a:gd name="connsiteY4" fmla="*/ 9638 h 19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76" h="19276">
                    <a:moveTo>
                      <a:pt x="19276" y="9638"/>
                    </a:moveTo>
                    <a:cubicBezTo>
                      <a:pt x="19276" y="14961"/>
                      <a:pt x="14961" y="19277"/>
                      <a:pt x="9638" y="19277"/>
                    </a:cubicBezTo>
                    <a:cubicBezTo>
                      <a:pt x="4315" y="19277"/>
                      <a:pt x="0" y="14961"/>
                      <a:pt x="0" y="9638"/>
                    </a:cubicBezTo>
                    <a:cubicBezTo>
                      <a:pt x="0" y="4315"/>
                      <a:pt x="4315" y="0"/>
                      <a:pt x="9638" y="0"/>
                    </a:cubicBezTo>
                    <a:cubicBezTo>
                      <a:pt x="14961" y="0"/>
                      <a:pt x="19276" y="4315"/>
                      <a:pt x="19276" y="963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0" name="Forme libre : forme 1289">
                <a:extLst>
                  <a:ext uri="{FF2B5EF4-FFF2-40B4-BE49-F238E27FC236}">
                    <a16:creationId xmlns:a16="http://schemas.microsoft.com/office/drawing/2014/main" id="{064F21F9-8E06-4F3F-8AF7-C13B9BBED95A}"/>
                  </a:ext>
                </a:extLst>
              </p:cNvPr>
              <p:cNvSpPr/>
              <p:nvPr/>
            </p:nvSpPr>
            <p:spPr>
              <a:xfrm>
                <a:off x="9058477" y="5051680"/>
                <a:ext cx="30385" cy="30385"/>
              </a:xfrm>
              <a:custGeom>
                <a:avLst/>
                <a:gdLst>
                  <a:gd name="connsiteX0" fmla="*/ 30385 w 30385"/>
                  <a:gd name="connsiteY0" fmla="*/ 15193 h 30385"/>
                  <a:gd name="connsiteX1" fmla="*/ 15192 w 30385"/>
                  <a:gd name="connsiteY1" fmla="*/ 30385 h 30385"/>
                  <a:gd name="connsiteX2" fmla="*/ -1 w 30385"/>
                  <a:gd name="connsiteY2" fmla="*/ 15193 h 30385"/>
                  <a:gd name="connsiteX3" fmla="*/ 15192 w 30385"/>
                  <a:gd name="connsiteY3" fmla="*/ 0 h 30385"/>
                  <a:gd name="connsiteX4" fmla="*/ 30385 w 30385"/>
                  <a:gd name="connsiteY4" fmla="*/ 15193 h 30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385" h="30385">
                    <a:moveTo>
                      <a:pt x="30385" y="15193"/>
                    </a:moveTo>
                    <a:cubicBezTo>
                      <a:pt x="30385" y="23583"/>
                      <a:pt x="23583" y="30385"/>
                      <a:pt x="15192" y="30385"/>
                    </a:cubicBezTo>
                    <a:cubicBezTo>
                      <a:pt x="6802" y="30385"/>
                      <a:pt x="-1" y="23583"/>
                      <a:pt x="-1" y="15193"/>
                    </a:cubicBezTo>
                    <a:cubicBezTo>
                      <a:pt x="-1" y="6802"/>
                      <a:pt x="6802" y="0"/>
                      <a:pt x="15192" y="0"/>
                    </a:cubicBezTo>
                    <a:cubicBezTo>
                      <a:pt x="23583" y="0"/>
                      <a:pt x="30385" y="6802"/>
                      <a:pt x="30385" y="15193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1" name="Forme libre : forme 1290">
                <a:extLst>
                  <a:ext uri="{FF2B5EF4-FFF2-40B4-BE49-F238E27FC236}">
                    <a16:creationId xmlns:a16="http://schemas.microsoft.com/office/drawing/2014/main" id="{DA86D877-E693-4020-9E28-10F8EA7A1BF5}"/>
                  </a:ext>
                </a:extLst>
              </p:cNvPr>
              <p:cNvSpPr/>
              <p:nvPr/>
            </p:nvSpPr>
            <p:spPr>
              <a:xfrm>
                <a:off x="9081184" y="5062135"/>
                <a:ext cx="25375" cy="25375"/>
              </a:xfrm>
              <a:custGeom>
                <a:avLst/>
                <a:gdLst>
                  <a:gd name="connsiteX0" fmla="*/ 25375 w 25375"/>
                  <a:gd name="connsiteY0" fmla="*/ 12688 h 25375"/>
                  <a:gd name="connsiteX1" fmla="*/ 12688 w 25375"/>
                  <a:gd name="connsiteY1" fmla="*/ 25375 h 25375"/>
                  <a:gd name="connsiteX2" fmla="*/ 0 w 25375"/>
                  <a:gd name="connsiteY2" fmla="*/ 12688 h 25375"/>
                  <a:gd name="connsiteX3" fmla="*/ 12688 w 25375"/>
                  <a:gd name="connsiteY3" fmla="*/ 0 h 25375"/>
                  <a:gd name="connsiteX4" fmla="*/ 25375 w 25375"/>
                  <a:gd name="connsiteY4" fmla="*/ 12688 h 25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75" h="25375">
                    <a:moveTo>
                      <a:pt x="25375" y="12688"/>
                    </a:moveTo>
                    <a:cubicBezTo>
                      <a:pt x="25375" y="19695"/>
                      <a:pt x="19695" y="25375"/>
                      <a:pt x="12688" y="25375"/>
                    </a:cubicBezTo>
                    <a:cubicBezTo>
                      <a:pt x="5680" y="25375"/>
                      <a:pt x="0" y="19695"/>
                      <a:pt x="0" y="12688"/>
                    </a:cubicBezTo>
                    <a:cubicBezTo>
                      <a:pt x="0" y="5681"/>
                      <a:pt x="5681" y="0"/>
                      <a:pt x="12688" y="0"/>
                    </a:cubicBezTo>
                    <a:cubicBezTo>
                      <a:pt x="19695" y="0"/>
                      <a:pt x="25375" y="5680"/>
                      <a:pt x="25375" y="12688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2" name="Forme libre : forme 1291">
                <a:extLst>
                  <a:ext uri="{FF2B5EF4-FFF2-40B4-BE49-F238E27FC236}">
                    <a16:creationId xmlns:a16="http://schemas.microsoft.com/office/drawing/2014/main" id="{F31EB69C-D891-430D-8D62-DD363A47E619}"/>
                  </a:ext>
                </a:extLst>
              </p:cNvPr>
              <p:cNvSpPr/>
              <p:nvPr/>
            </p:nvSpPr>
            <p:spPr>
              <a:xfrm>
                <a:off x="9103891" y="5069105"/>
                <a:ext cx="23850" cy="23850"/>
              </a:xfrm>
              <a:custGeom>
                <a:avLst/>
                <a:gdLst>
                  <a:gd name="connsiteX0" fmla="*/ 23851 w 23850"/>
                  <a:gd name="connsiteY0" fmla="*/ 11925 h 23850"/>
                  <a:gd name="connsiteX1" fmla="*/ 11926 w 23850"/>
                  <a:gd name="connsiteY1" fmla="*/ 23851 h 23850"/>
                  <a:gd name="connsiteX2" fmla="*/ 1 w 23850"/>
                  <a:gd name="connsiteY2" fmla="*/ 11925 h 23850"/>
                  <a:gd name="connsiteX3" fmla="*/ 11926 w 23850"/>
                  <a:gd name="connsiteY3" fmla="*/ 0 h 23850"/>
                  <a:gd name="connsiteX4" fmla="*/ 23851 w 23850"/>
                  <a:gd name="connsiteY4" fmla="*/ 11925 h 2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50" h="23850">
                    <a:moveTo>
                      <a:pt x="23851" y="11925"/>
                    </a:moveTo>
                    <a:cubicBezTo>
                      <a:pt x="23851" y="18512"/>
                      <a:pt x="18512" y="23851"/>
                      <a:pt x="11926" y="23851"/>
                    </a:cubicBezTo>
                    <a:cubicBezTo>
                      <a:pt x="5340" y="23851"/>
                      <a:pt x="1" y="18512"/>
                      <a:pt x="1" y="11925"/>
                    </a:cubicBezTo>
                    <a:cubicBezTo>
                      <a:pt x="1" y="5339"/>
                      <a:pt x="5340" y="0"/>
                      <a:pt x="11926" y="0"/>
                    </a:cubicBezTo>
                    <a:cubicBezTo>
                      <a:pt x="18512" y="0"/>
                      <a:pt x="23851" y="5339"/>
                      <a:pt x="23851" y="11925"/>
                    </a:cubicBezTo>
                    <a:close/>
                  </a:path>
                </a:pathLst>
              </a:custGeom>
              <a:solidFill>
                <a:srgbClr val="ED7EC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293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591322" y="4804024"/>
                <a:ext cx="558058" cy="493732"/>
                <a:chOff x="8591322" y="4804024"/>
                <a:chExt cx="558058" cy="493732"/>
              </a:xfrm>
              <a:solidFill>
                <a:srgbClr val="C65CAD"/>
              </a:solidFill>
            </p:grpSpPr>
            <p:sp>
              <p:nvSpPr>
                <p:cNvPr id="1294" name="Forme libre : forme 1293">
                  <a:extLst>
                    <a:ext uri="{FF2B5EF4-FFF2-40B4-BE49-F238E27FC236}">
                      <a16:creationId xmlns:a16="http://schemas.microsoft.com/office/drawing/2014/main" id="{CEED398E-C387-464E-9761-125C93031BBF}"/>
                    </a:ext>
                  </a:extLst>
                </p:cNvPr>
                <p:cNvSpPr/>
                <p:nvPr/>
              </p:nvSpPr>
              <p:spPr>
                <a:xfrm>
                  <a:off x="8609804" y="5087619"/>
                  <a:ext cx="193071" cy="88596"/>
                </a:xfrm>
                <a:custGeom>
                  <a:avLst/>
                  <a:gdLst>
                    <a:gd name="connsiteX0" fmla="*/ 173627 w 193071"/>
                    <a:gd name="connsiteY0" fmla="*/ 8059 h 88596"/>
                    <a:gd name="connsiteX1" fmla="*/ 160993 w 193071"/>
                    <a:gd name="connsiteY1" fmla="*/ 17425 h 88596"/>
                    <a:gd name="connsiteX2" fmla="*/ 151301 w 193071"/>
                    <a:gd name="connsiteY2" fmla="*/ 24994 h 88596"/>
                    <a:gd name="connsiteX3" fmla="*/ 147707 w 193071"/>
                    <a:gd name="connsiteY3" fmla="*/ 27826 h 88596"/>
                    <a:gd name="connsiteX4" fmla="*/ 146018 w 193071"/>
                    <a:gd name="connsiteY4" fmla="*/ 29024 h 88596"/>
                    <a:gd name="connsiteX5" fmla="*/ 133549 w 193071"/>
                    <a:gd name="connsiteY5" fmla="*/ 37900 h 88596"/>
                    <a:gd name="connsiteX6" fmla="*/ 128539 w 193071"/>
                    <a:gd name="connsiteY6" fmla="*/ 41330 h 88596"/>
                    <a:gd name="connsiteX7" fmla="*/ 118083 w 193071"/>
                    <a:gd name="connsiteY7" fmla="*/ 48137 h 88596"/>
                    <a:gd name="connsiteX8" fmla="*/ 101747 w 193071"/>
                    <a:gd name="connsiteY8" fmla="*/ 53038 h 88596"/>
                    <a:gd name="connsiteX9" fmla="*/ 99570 w 193071"/>
                    <a:gd name="connsiteY9" fmla="*/ 53092 h 88596"/>
                    <a:gd name="connsiteX10" fmla="*/ 85303 w 193071"/>
                    <a:gd name="connsiteY10" fmla="*/ 51023 h 88596"/>
                    <a:gd name="connsiteX11" fmla="*/ 78387 w 193071"/>
                    <a:gd name="connsiteY11" fmla="*/ 48845 h 88596"/>
                    <a:gd name="connsiteX12" fmla="*/ 72179 w 193071"/>
                    <a:gd name="connsiteY12" fmla="*/ 46721 h 88596"/>
                    <a:gd name="connsiteX13" fmla="*/ 73377 w 193071"/>
                    <a:gd name="connsiteY13" fmla="*/ 45469 h 88596"/>
                    <a:gd name="connsiteX14" fmla="*/ 83070 w 193071"/>
                    <a:gd name="connsiteY14" fmla="*/ 38172 h 88596"/>
                    <a:gd name="connsiteX15" fmla="*/ 95867 w 193071"/>
                    <a:gd name="connsiteY15" fmla="*/ 32237 h 88596"/>
                    <a:gd name="connsiteX16" fmla="*/ 98045 w 193071"/>
                    <a:gd name="connsiteY16" fmla="*/ 31311 h 88596"/>
                    <a:gd name="connsiteX17" fmla="*/ 110133 w 193071"/>
                    <a:gd name="connsiteY17" fmla="*/ 27935 h 88596"/>
                    <a:gd name="connsiteX18" fmla="*/ 126470 w 193071"/>
                    <a:gd name="connsiteY18" fmla="*/ 24232 h 88596"/>
                    <a:gd name="connsiteX19" fmla="*/ 140573 w 193071"/>
                    <a:gd name="connsiteY19" fmla="*/ 18950 h 88596"/>
                    <a:gd name="connsiteX20" fmla="*/ 142152 w 193071"/>
                    <a:gd name="connsiteY20" fmla="*/ 18351 h 88596"/>
                    <a:gd name="connsiteX21" fmla="*/ 146672 w 193071"/>
                    <a:gd name="connsiteY21" fmla="*/ 16663 h 88596"/>
                    <a:gd name="connsiteX22" fmla="*/ 158325 w 193071"/>
                    <a:gd name="connsiteY22" fmla="*/ 12415 h 88596"/>
                    <a:gd name="connsiteX23" fmla="*/ 173627 w 193071"/>
                    <a:gd name="connsiteY23" fmla="*/ 8059 h 88596"/>
                    <a:gd name="connsiteX24" fmla="*/ 58293 w 193071"/>
                    <a:gd name="connsiteY24" fmla="*/ 43400 h 88596"/>
                    <a:gd name="connsiteX25" fmla="*/ 60417 w 193071"/>
                    <a:gd name="connsiteY25" fmla="*/ 43563 h 88596"/>
                    <a:gd name="connsiteX26" fmla="*/ 66190 w 193071"/>
                    <a:gd name="connsiteY26" fmla="*/ 46122 h 88596"/>
                    <a:gd name="connsiteX27" fmla="*/ 70056 w 193071"/>
                    <a:gd name="connsiteY27" fmla="*/ 49063 h 88596"/>
                    <a:gd name="connsiteX28" fmla="*/ 70436 w 193071"/>
                    <a:gd name="connsiteY28" fmla="*/ 48682 h 88596"/>
                    <a:gd name="connsiteX29" fmla="*/ 71253 w 193071"/>
                    <a:gd name="connsiteY29" fmla="*/ 54781 h 88596"/>
                    <a:gd name="connsiteX30" fmla="*/ 71308 w 193071"/>
                    <a:gd name="connsiteY30" fmla="*/ 58647 h 88596"/>
                    <a:gd name="connsiteX31" fmla="*/ 58348 w 193071"/>
                    <a:gd name="connsiteY31" fmla="*/ 69701 h 88596"/>
                    <a:gd name="connsiteX32" fmla="*/ 56224 w 193071"/>
                    <a:gd name="connsiteY32" fmla="*/ 69537 h 88596"/>
                    <a:gd name="connsiteX33" fmla="*/ 47403 w 193071"/>
                    <a:gd name="connsiteY33" fmla="*/ 63765 h 88596"/>
                    <a:gd name="connsiteX34" fmla="*/ 45932 w 193071"/>
                    <a:gd name="connsiteY34" fmla="*/ 61533 h 88596"/>
                    <a:gd name="connsiteX35" fmla="*/ 45442 w 193071"/>
                    <a:gd name="connsiteY35" fmla="*/ 58756 h 88596"/>
                    <a:gd name="connsiteX36" fmla="*/ 45333 w 193071"/>
                    <a:gd name="connsiteY36" fmla="*/ 54454 h 88596"/>
                    <a:gd name="connsiteX37" fmla="*/ 58293 w 193071"/>
                    <a:gd name="connsiteY37" fmla="*/ 43400 h 88596"/>
                    <a:gd name="connsiteX38" fmla="*/ 29215 w 193071"/>
                    <a:gd name="connsiteY38" fmla="*/ 59736 h 88596"/>
                    <a:gd name="connsiteX39" fmla="*/ 30522 w 193071"/>
                    <a:gd name="connsiteY39" fmla="*/ 59845 h 88596"/>
                    <a:gd name="connsiteX40" fmla="*/ 35749 w 193071"/>
                    <a:gd name="connsiteY40" fmla="*/ 63003 h 88596"/>
                    <a:gd name="connsiteX41" fmla="*/ 37220 w 193071"/>
                    <a:gd name="connsiteY41" fmla="*/ 64909 h 88596"/>
                    <a:gd name="connsiteX42" fmla="*/ 37438 w 193071"/>
                    <a:gd name="connsiteY42" fmla="*/ 67305 h 88596"/>
                    <a:gd name="connsiteX43" fmla="*/ 37438 w 193071"/>
                    <a:gd name="connsiteY43" fmla="*/ 69374 h 88596"/>
                    <a:gd name="connsiteX44" fmla="*/ 29270 w 193071"/>
                    <a:gd name="connsiteY44" fmla="*/ 76344 h 88596"/>
                    <a:gd name="connsiteX45" fmla="*/ 27963 w 193071"/>
                    <a:gd name="connsiteY45" fmla="*/ 76235 h 88596"/>
                    <a:gd name="connsiteX46" fmla="*/ 24205 w 193071"/>
                    <a:gd name="connsiteY46" fmla="*/ 74547 h 88596"/>
                    <a:gd name="connsiteX47" fmla="*/ 21320 w 193071"/>
                    <a:gd name="connsiteY47" fmla="*/ 72314 h 88596"/>
                    <a:gd name="connsiteX48" fmla="*/ 21047 w 193071"/>
                    <a:gd name="connsiteY48" fmla="*/ 68775 h 88596"/>
                    <a:gd name="connsiteX49" fmla="*/ 21102 w 193071"/>
                    <a:gd name="connsiteY49" fmla="*/ 66760 h 88596"/>
                    <a:gd name="connsiteX50" fmla="*/ 29215 w 193071"/>
                    <a:gd name="connsiteY50" fmla="*/ 59736 h 88596"/>
                    <a:gd name="connsiteX51" fmla="*/ 10483 w 193071"/>
                    <a:gd name="connsiteY51" fmla="*/ 73240 h 88596"/>
                    <a:gd name="connsiteX52" fmla="*/ 11300 w 193071"/>
                    <a:gd name="connsiteY52" fmla="*/ 73295 h 88596"/>
                    <a:gd name="connsiteX53" fmla="*/ 12934 w 193071"/>
                    <a:gd name="connsiteY53" fmla="*/ 73894 h 88596"/>
                    <a:gd name="connsiteX54" fmla="*/ 15602 w 193071"/>
                    <a:gd name="connsiteY54" fmla="*/ 75418 h 88596"/>
                    <a:gd name="connsiteX55" fmla="*/ 15438 w 193071"/>
                    <a:gd name="connsiteY55" fmla="*/ 78468 h 88596"/>
                    <a:gd name="connsiteX56" fmla="*/ 15438 w 193071"/>
                    <a:gd name="connsiteY56" fmla="*/ 78958 h 88596"/>
                    <a:gd name="connsiteX57" fmla="*/ 10537 w 193071"/>
                    <a:gd name="connsiteY57" fmla="*/ 83151 h 88596"/>
                    <a:gd name="connsiteX58" fmla="*/ 9721 w 193071"/>
                    <a:gd name="connsiteY58" fmla="*/ 83097 h 88596"/>
                    <a:gd name="connsiteX59" fmla="*/ 5582 w 193071"/>
                    <a:gd name="connsiteY59" fmla="*/ 77379 h 88596"/>
                    <a:gd name="connsiteX60" fmla="*/ 10483 w 193071"/>
                    <a:gd name="connsiteY60" fmla="*/ 73240 h 88596"/>
                    <a:gd name="connsiteX61" fmla="*/ 191379 w 193071"/>
                    <a:gd name="connsiteY61" fmla="*/ 0 h 88596"/>
                    <a:gd name="connsiteX62" fmla="*/ 191324 w 193071"/>
                    <a:gd name="connsiteY62" fmla="*/ 0 h 88596"/>
                    <a:gd name="connsiteX63" fmla="*/ 156637 w 193071"/>
                    <a:gd name="connsiteY63" fmla="*/ 7351 h 88596"/>
                    <a:gd name="connsiteX64" fmla="*/ 140301 w 193071"/>
                    <a:gd name="connsiteY64" fmla="*/ 13287 h 88596"/>
                    <a:gd name="connsiteX65" fmla="*/ 124782 w 193071"/>
                    <a:gd name="connsiteY65" fmla="*/ 19168 h 88596"/>
                    <a:gd name="connsiteX66" fmla="*/ 109480 w 193071"/>
                    <a:gd name="connsiteY66" fmla="*/ 22598 h 88596"/>
                    <a:gd name="connsiteX67" fmla="*/ 95867 w 193071"/>
                    <a:gd name="connsiteY67" fmla="*/ 26410 h 88596"/>
                    <a:gd name="connsiteX68" fmla="*/ 80511 w 193071"/>
                    <a:gd name="connsiteY68" fmla="*/ 33434 h 88596"/>
                    <a:gd name="connsiteX69" fmla="*/ 69511 w 193071"/>
                    <a:gd name="connsiteY69" fmla="*/ 41766 h 88596"/>
                    <a:gd name="connsiteX70" fmla="*/ 61343 w 193071"/>
                    <a:gd name="connsiteY70" fmla="*/ 38172 h 88596"/>
                    <a:gd name="connsiteX71" fmla="*/ 58348 w 193071"/>
                    <a:gd name="connsiteY71" fmla="*/ 37954 h 88596"/>
                    <a:gd name="connsiteX72" fmla="*/ 39997 w 193071"/>
                    <a:gd name="connsiteY72" fmla="*/ 53582 h 88596"/>
                    <a:gd name="connsiteX73" fmla="*/ 40106 w 193071"/>
                    <a:gd name="connsiteY73" fmla="*/ 59627 h 88596"/>
                    <a:gd name="connsiteX74" fmla="*/ 31448 w 193071"/>
                    <a:gd name="connsiteY74" fmla="*/ 54454 h 88596"/>
                    <a:gd name="connsiteX75" fmla="*/ 29270 w 193071"/>
                    <a:gd name="connsiteY75" fmla="*/ 54290 h 88596"/>
                    <a:gd name="connsiteX76" fmla="*/ 15711 w 193071"/>
                    <a:gd name="connsiteY76" fmla="*/ 65834 h 88596"/>
                    <a:gd name="connsiteX77" fmla="*/ 15602 w 193071"/>
                    <a:gd name="connsiteY77" fmla="*/ 69156 h 88596"/>
                    <a:gd name="connsiteX78" fmla="*/ 12117 w 193071"/>
                    <a:gd name="connsiteY78" fmla="*/ 67904 h 88596"/>
                    <a:gd name="connsiteX79" fmla="*/ 10429 w 193071"/>
                    <a:gd name="connsiteY79" fmla="*/ 67795 h 88596"/>
                    <a:gd name="connsiteX80" fmla="*/ 137 w 193071"/>
                    <a:gd name="connsiteY80" fmla="*/ 76562 h 88596"/>
                    <a:gd name="connsiteX81" fmla="*/ 8740 w 193071"/>
                    <a:gd name="connsiteY81" fmla="*/ 88487 h 88596"/>
                    <a:gd name="connsiteX82" fmla="*/ 10429 w 193071"/>
                    <a:gd name="connsiteY82" fmla="*/ 88596 h 88596"/>
                    <a:gd name="connsiteX83" fmla="*/ 20721 w 193071"/>
                    <a:gd name="connsiteY83" fmla="*/ 79829 h 88596"/>
                    <a:gd name="connsiteX84" fmla="*/ 20775 w 193071"/>
                    <a:gd name="connsiteY84" fmla="*/ 78795 h 88596"/>
                    <a:gd name="connsiteX85" fmla="*/ 26982 w 193071"/>
                    <a:gd name="connsiteY85" fmla="*/ 81572 h 88596"/>
                    <a:gd name="connsiteX86" fmla="*/ 29161 w 193071"/>
                    <a:gd name="connsiteY86" fmla="*/ 81735 h 88596"/>
                    <a:gd name="connsiteX87" fmla="*/ 42720 w 193071"/>
                    <a:gd name="connsiteY87" fmla="*/ 70191 h 88596"/>
                    <a:gd name="connsiteX88" fmla="*/ 42774 w 193071"/>
                    <a:gd name="connsiteY88" fmla="*/ 66760 h 88596"/>
                    <a:gd name="connsiteX89" fmla="*/ 55299 w 193071"/>
                    <a:gd name="connsiteY89" fmla="*/ 74874 h 88596"/>
                    <a:gd name="connsiteX90" fmla="*/ 58293 w 193071"/>
                    <a:gd name="connsiteY90" fmla="*/ 75092 h 88596"/>
                    <a:gd name="connsiteX91" fmla="*/ 76644 w 193071"/>
                    <a:gd name="connsiteY91" fmla="*/ 59463 h 88596"/>
                    <a:gd name="connsiteX92" fmla="*/ 76644 w 193071"/>
                    <a:gd name="connsiteY92" fmla="*/ 54018 h 88596"/>
                    <a:gd name="connsiteX93" fmla="*/ 83832 w 193071"/>
                    <a:gd name="connsiteY93" fmla="*/ 56305 h 88596"/>
                    <a:gd name="connsiteX94" fmla="*/ 99570 w 193071"/>
                    <a:gd name="connsiteY94" fmla="*/ 58538 h 88596"/>
                    <a:gd name="connsiteX95" fmla="*/ 102020 w 193071"/>
                    <a:gd name="connsiteY95" fmla="*/ 58483 h 88596"/>
                    <a:gd name="connsiteX96" fmla="*/ 120915 w 193071"/>
                    <a:gd name="connsiteY96" fmla="*/ 52820 h 88596"/>
                    <a:gd name="connsiteX97" fmla="*/ 136598 w 193071"/>
                    <a:gd name="connsiteY97" fmla="*/ 42419 h 88596"/>
                    <a:gd name="connsiteX98" fmla="*/ 150919 w 193071"/>
                    <a:gd name="connsiteY98" fmla="*/ 32182 h 88596"/>
                    <a:gd name="connsiteX99" fmla="*/ 164315 w 193071"/>
                    <a:gd name="connsiteY99" fmla="*/ 21727 h 88596"/>
                    <a:gd name="connsiteX100" fmla="*/ 192141 w 193071"/>
                    <a:gd name="connsiteY100" fmla="*/ 3104 h 88596"/>
                    <a:gd name="connsiteX101" fmla="*/ 192196 w 193071"/>
                    <a:gd name="connsiteY101" fmla="*/ 3104 h 88596"/>
                    <a:gd name="connsiteX102" fmla="*/ 193066 w 193071"/>
                    <a:gd name="connsiteY102" fmla="*/ 1579 h 88596"/>
                    <a:gd name="connsiteX103" fmla="*/ 191379 w 193071"/>
                    <a:gd name="connsiteY103" fmla="*/ 0 h 88596"/>
                    <a:gd name="connsiteX104" fmla="*/ 191379 w 193071"/>
                    <a:gd name="connsiteY104" fmla="*/ 0 h 88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193071" h="88596">
                      <a:moveTo>
                        <a:pt x="173627" y="8059"/>
                      </a:moveTo>
                      <a:cubicBezTo>
                        <a:pt x="169488" y="10891"/>
                        <a:pt x="165295" y="13995"/>
                        <a:pt x="160993" y="17425"/>
                      </a:cubicBezTo>
                      <a:cubicBezTo>
                        <a:pt x="157781" y="19875"/>
                        <a:pt x="154513" y="22435"/>
                        <a:pt x="151301" y="24994"/>
                      </a:cubicBezTo>
                      <a:lnTo>
                        <a:pt x="147707" y="27826"/>
                      </a:lnTo>
                      <a:lnTo>
                        <a:pt x="146018" y="29024"/>
                      </a:lnTo>
                      <a:cubicBezTo>
                        <a:pt x="142043" y="31964"/>
                        <a:pt x="137905" y="35014"/>
                        <a:pt x="133549" y="37900"/>
                      </a:cubicBezTo>
                      <a:cubicBezTo>
                        <a:pt x="131860" y="38989"/>
                        <a:pt x="130227" y="40187"/>
                        <a:pt x="128539" y="41330"/>
                      </a:cubicBezTo>
                      <a:cubicBezTo>
                        <a:pt x="125217" y="43618"/>
                        <a:pt x="121787" y="46013"/>
                        <a:pt x="118083" y="48137"/>
                      </a:cubicBezTo>
                      <a:cubicBezTo>
                        <a:pt x="113455" y="50914"/>
                        <a:pt x="107792" y="52602"/>
                        <a:pt x="101747" y="53038"/>
                      </a:cubicBezTo>
                      <a:cubicBezTo>
                        <a:pt x="100986" y="53092"/>
                        <a:pt x="100278" y="53092"/>
                        <a:pt x="99570" y="53092"/>
                      </a:cubicBezTo>
                      <a:cubicBezTo>
                        <a:pt x="95050" y="53092"/>
                        <a:pt x="90476" y="52439"/>
                        <a:pt x="85303" y="51023"/>
                      </a:cubicBezTo>
                      <a:cubicBezTo>
                        <a:pt x="82852" y="50370"/>
                        <a:pt x="80565" y="49553"/>
                        <a:pt x="78387" y="48845"/>
                      </a:cubicBezTo>
                      <a:lnTo>
                        <a:pt x="72179" y="46721"/>
                      </a:lnTo>
                      <a:lnTo>
                        <a:pt x="73377" y="45469"/>
                      </a:lnTo>
                      <a:cubicBezTo>
                        <a:pt x="75828" y="42910"/>
                        <a:pt x="79041" y="40514"/>
                        <a:pt x="83070" y="38172"/>
                      </a:cubicBezTo>
                      <a:cubicBezTo>
                        <a:pt x="87644" y="35667"/>
                        <a:pt x="92001" y="33870"/>
                        <a:pt x="95867" y="32237"/>
                      </a:cubicBezTo>
                      <a:lnTo>
                        <a:pt x="98045" y="31311"/>
                      </a:lnTo>
                      <a:cubicBezTo>
                        <a:pt x="101747" y="29623"/>
                        <a:pt x="105669" y="28697"/>
                        <a:pt x="110133" y="27935"/>
                      </a:cubicBezTo>
                      <a:cubicBezTo>
                        <a:pt x="116559" y="27063"/>
                        <a:pt x="121787" y="25920"/>
                        <a:pt x="126470" y="24232"/>
                      </a:cubicBezTo>
                      <a:cubicBezTo>
                        <a:pt x="131153" y="22653"/>
                        <a:pt x="135944" y="20747"/>
                        <a:pt x="140573" y="18950"/>
                      </a:cubicBezTo>
                      <a:lnTo>
                        <a:pt x="142152" y="18351"/>
                      </a:lnTo>
                      <a:lnTo>
                        <a:pt x="146672" y="16663"/>
                      </a:lnTo>
                      <a:cubicBezTo>
                        <a:pt x="150538" y="15247"/>
                        <a:pt x="154404" y="13777"/>
                        <a:pt x="158325" y="12415"/>
                      </a:cubicBezTo>
                      <a:cubicBezTo>
                        <a:pt x="163934" y="10618"/>
                        <a:pt x="168998" y="9148"/>
                        <a:pt x="173627" y="8059"/>
                      </a:cubicBezTo>
                      <a:moveTo>
                        <a:pt x="58293" y="43400"/>
                      </a:moveTo>
                      <a:cubicBezTo>
                        <a:pt x="59001" y="43400"/>
                        <a:pt x="59709" y="43454"/>
                        <a:pt x="60417" y="43563"/>
                      </a:cubicBezTo>
                      <a:cubicBezTo>
                        <a:pt x="62432" y="43890"/>
                        <a:pt x="64392" y="44761"/>
                        <a:pt x="66190" y="46122"/>
                      </a:cubicBezTo>
                      <a:lnTo>
                        <a:pt x="70056" y="49063"/>
                      </a:lnTo>
                      <a:lnTo>
                        <a:pt x="70436" y="48682"/>
                      </a:lnTo>
                      <a:lnTo>
                        <a:pt x="71253" y="54781"/>
                      </a:lnTo>
                      <a:cubicBezTo>
                        <a:pt x="71471" y="56305"/>
                        <a:pt x="71471" y="57503"/>
                        <a:pt x="71308" y="58647"/>
                      </a:cubicBezTo>
                      <a:cubicBezTo>
                        <a:pt x="70274" y="65072"/>
                        <a:pt x="64828" y="69701"/>
                        <a:pt x="58348" y="69701"/>
                      </a:cubicBezTo>
                      <a:cubicBezTo>
                        <a:pt x="57640" y="69701"/>
                        <a:pt x="56932" y="69646"/>
                        <a:pt x="56224" y="69537"/>
                      </a:cubicBezTo>
                      <a:cubicBezTo>
                        <a:pt x="52631" y="68938"/>
                        <a:pt x="49472" y="66924"/>
                        <a:pt x="47403" y="63765"/>
                      </a:cubicBezTo>
                      <a:lnTo>
                        <a:pt x="45932" y="61533"/>
                      </a:lnTo>
                      <a:lnTo>
                        <a:pt x="45442" y="58756"/>
                      </a:lnTo>
                      <a:cubicBezTo>
                        <a:pt x="45170" y="57177"/>
                        <a:pt x="45116" y="55761"/>
                        <a:pt x="45333" y="54454"/>
                      </a:cubicBezTo>
                      <a:cubicBezTo>
                        <a:pt x="46368" y="48028"/>
                        <a:pt x="51814" y="43400"/>
                        <a:pt x="58293" y="43400"/>
                      </a:cubicBezTo>
                      <a:moveTo>
                        <a:pt x="29215" y="59736"/>
                      </a:moveTo>
                      <a:cubicBezTo>
                        <a:pt x="29651" y="59736"/>
                        <a:pt x="30087" y="59790"/>
                        <a:pt x="30522" y="59845"/>
                      </a:cubicBezTo>
                      <a:cubicBezTo>
                        <a:pt x="32591" y="60171"/>
                        <a:pt x="34443" y="61315"/>
                        <a:pt x="35749" y="63003"/>
                      </a:cubicBezTo>
                      <a:lnTo>
                        <a:pt x="37220" y="64909"/>
                      </a:lnTo>
                      <a:lnTo>
                        <a:pt x="37438" y="67305"/>
                      </a:lnTo>
                      <a:cubicBezTo>
                        <a:pt x="37492" y="68122"/>
                        <a:pt x="37492" y="68829"/>
                        <a:pt x="37438" y="69374"/>
                      </a:cubicBezTo>
                      <a:cubicBezTo>
                        <a:pt x="36784" y="73404"/>
                        <a:pt x="33354" y="76344"/>
                        <a:pt x="29270" y="76344"/>
                      </a:cubicBezTo>
                      <a:cubicBezTo>
                        <a:pt x="28834" y="76344"/>
                        <a:pt x="28398" y="76290"/>
                        <a:pt x="27963" y="76235"/>
                      </a:cubicBezTo>
                      <a:cubicBezTo>
                        <a:pt x="26656" y="76017"/>
                        <a:pt x="25404" y="75473"/>
                        <a:pt x="24205" y="74547"/>
                      </a:cubicBezTo>
                      <a:lnTo>
                        <a:pt x="21320" y="72314"/>
                      </a:lnTo>
                      <a:lnTo>
                        <a:pt x="21047" y="68775"/>
                      </a:lnTo>
                      <a:cubicBezTo>
                        <a:pt x="20993" y="67958"/>
                        <a:pt x="20993" y="67359"/>
                        <a:pt x="21102" y="66760"/>
                      </a:cubicBezTo>
                      <a:cubicBezTo>
                        <a:pt x="21701" y="62676"/>
                        <a:pt x="25131" y="59736"/>
                        <a:pt x="29215" y="59736"/>
                      </a:cubicBezTo>
                      <a:moveTo>
                        <a:pt x="10483" y="73240"/>
                      </a:moveTo>
                      <a:cubicBezTo>
                        <a:pt x="10755" y="73240"/>
                        <a:pt x="11028" y="73240"/>
                        <a:pt x="11300" y="73295"/>
                      </a:cubicBezTo>
                      <a:cubicBezTo>
                        <a:pt x="11845" y="73404"/>
                        <a:pt x="12389" y="73567"/>
                        <a:pt x="12934" y="73894"/>
                      </a:cubicBezTo>
                      <a:lnTo>
                        <a:pt x="15602" y="75418"/>
                      </a:lnTo>
                      <a:lnTo>
                        <a:pt x="15438" y="78468"/>
                      </a:lnTo>
                      <a:lnTo>
                        <a:pt x="15438" y="78958"/>
                      </a:lnTo>
                      <a:cubicBezTo>
                        <a:pt x="15057" y="81354"/>
                        <a:pt x="12988" y="83151"/>
                        <a:pt x="10537" y="83151"/>
                      </a:cubicBezTo>
                      <a:cubicBezTo>
                        <a:pt x="10265" y="83151"/>
                        <a:pt x="9993" y="83151"/>
                        <a:pt x="9721" y="83097"/>
                      </a:cubicBezTo>
                      <a:cubicBezTo>
                        <a:pt x="6998" y="82661"/>
                        <a:pt x="5146" y="80101"/>
                        <a:pt x="5582" y="77379"/>
                      </a:cubicBezTo>
                      <a:cubicBezTo>
                        <a:pt x="5963" y="74983"/>
                        <a:pt x="8033" y="73240"/>
                        <a:pt x="10483" y="73240"/>
                      </a:cubicBezTo>
                      <a:moveTo>
                        <a:pt x="191379" y="0"/>
                      </a:moveTo>
                      <a:cubicBezTo>
                        <a:pt x="191379" y="0"/>
                        <a:pt x="191324" y="0"/>
                        <a:pt x="191324" y="0"/>
                      </a:cubicBezTo>
                      <a:cubicBezTo>
                        <a:pt x="179562" y="490"/>
                        <a:pt x="167746" y="3594"/>
                        <a:pt x="156637" y="7351"/>
                      </a:cubicBezTo>
                      <a:cubicBezTo>
                        <a:pt x="151083" y="9257"/>
                        <a:pt x="145692" y="11326"/>
                        <a:pt x="140301" y="13287"/>
                      </a:cubicBezTo>
                      <a:cubicBezTo>
                        <a:pt x="135074" y="15356"/>
                        <a:pt x="129846" y="17425"/>
                        <a:pt x="124782" y="19168"/>
                      </a:cubicBezTo>
                      <a:cubicBezTo>
                        <a:pt x="119717" y="20965"/>
                        <a:pt x="114436" y="21945"/>
                        <a:pt x="109480" y="22598"/>
                      </a:cubicBezTo>
                      <a:cubicBezTo>
                        <a:pt x="104525" y="23470"/>
                        <a:pt x="100169" y="24450"/>
                        <a:pt x="95867" y="26410"/>
                      </a:cubicBezTo>
                      <a:cubicBezTo>
                        <a:pt x="91565" y="28207"/>
                        <a:pt x="86174" y="30331"/>
                        <a:pt x="80511" y="33434"/>
                      </a:cubicBezTo>
                      <a:cubicBezTo>
                        <a:pt x="76753" y="35558"/>
                        <a:pt x="72833" y="38226"/>
                        <a:pt x="69511" y="41766"/>
                      </a:cubicBezTo>
                      <a:cubicBezTo>
                        <a:pt x="67169" y="39969"/>
                        <a:pt x="64447" y="38662"/>
                        <a:pt x="61343" y="38172"/>
                      </a:cubicBezTo>
                      <a:cubicBezTo>
                        <a:pt x="60363" y="38009"/>
                        <a:pt x="59328" y="37954"/>
                        <a:pt x="58348" y="37954"/>
                      </a:cubicBezTo>
                      <a:cubicBezTo>
                        <a:pt x="49363" y="37954"/>
                        <a:pt x="41467" y="44434"/>
                        <a:pt x="39997" y="53582"/>
                      </a:cubicBezTo>
                      <a:cubicBezTo>
                        <a:pt x="39671" y="55652"/>
                        <a:pt x="39780" y="57666"/>
                        <a:pt x="40106" y="59627"/>
                      </a:cubicBezTo>
                      <a:cubicBezTo>
                        <a:pt x="38037" y="56958"/>
                        <a:pt x="35041" y="54998"/>
                        <a:pt x="31448" y="54454"/>
                      </a:cubicBezTo>
                      <a:cubicBezTo>
                        <a:pt x="30686" y="54345"/>
                        <a:pt x="29978" y="54290"/>
                        <a:pt x="29270" y="54290"/>
                      </a:cubicBezTo>
                      <a:cubicBezTo>
                        <a:pt x="22626" y="54290"/>
                        <a:pt x="16800" y="59082"/>
                        <a:pt x="15711" y="65834"/>
                      </a:cubicBezTo>
                      <a:cubicBezTo>
                        <a:pt x="15547" y="66978"/>
                        <a:pt x="15547" y="68067"/>
                        <a:pt x="15602" y="69156"/>
                      </a:cubicBezTo>
                      <a:cubicBezTo>
                        <a:pt x="14567" y="68557"/>
                        <a:pt x="13423" y="68122"/>
                        <a:pt x="12117" y="67904"/>
                      </a:cubicBezTo>
                      <a:cubicBezTo>
                        <a:pt x="11572" y="67795"/>
                        <a:pt x="10973" y="67795"/>
                        <a:pt x="10429" y="67795"/>
                      </a:cubicBezTo>
                      <a:cubicBezTo>
                        <a:pt x="5419" y="67795"/>
                        <a:pt x="1008" y="71443"/>
                        <a:pt x="137" y="76562"/>
                      </a:cubicBezTo>
                      <a:cubicBezTo>
                        <a:pt x="-789" y="82225"/>
                        <a:pt x="3077" y="87561"/>
                        <a:pt x="8740" y="88487"/>
                      </a:cubicBezTo>
                      <a:cubicBezTo>
                        <a:pt x="9285" y="88596"/>
                        <a:pt x="9884" y="88596"/>
                        <a:pt x="10429" y="88596"/>
                      </a:cubicBezTo>
                      <a:cubicBezTo>
                        <a:pt x="15438" y="88596"/>
                        <a:pt x="19849" y="84948"/>
                        <a:pt x="20721" y="79829"/>
                      </a:cubicBezTo>
                      <a:cubicBezTo>
                        <a:pt x="20775" y="79448"/>
                        <a:pt x="20775" y="79121"/>
                        <a:pt x="20775" y="78795"/>
                      </a:cubicBezTo>
                      <a:cubicBezTo>
                        <a:pt x="22517" y="80156"/>
                        <a:pt x="24641" y="81190"/>
                        <a:pt x="26982" y="81572"/>
                      </a:cubicBezTo>
                      <a:cubicBezTo>
                        <a:pt x="27745" y="81681"/>
                        <a:pt x="28453" y="81735"/>
                        <a:pt x="29161" y="81735"/>
                      </a:cubicBezTo>
                      <a:cubicBezTo>
                        <a:pt x="35804" y="81735"/>
                        <a:pt x="41631" y="76943"/>
                        <a:pt x="42720" y="70191"/>
                      </a:cubicBezTo>
                      <a:cubicBezTo>
                        <a:pt x="42883" y="68993"/>
                        <a:pt x="42883" y="67849"/>
                        <a:pt x="42774" y="66760"/>
                      </a:cubicBezTo>
                      <a:cubicBezTo>
                        <a:pt x="45551" y="70953"/>
                        <a:pt x="49908" y="74003"/>
                        <a:pt x="55299" y="74874"/>
                      </a:cubicBezTo>
                      <a:cubicBezTo>
                        <a:pt x="56279" y="75037"/>
                        <a:pt x="57314" y="75092"/>
                        <a:pt x="58293" y="75092"/>
                      </a:cubicBezTo>
                      <a:cubicBezTo>
                        <a:pt x="67278" y="75092"/>
                        <a:pt x="75175" y="68612"/>
                        <a:pt x="76644" y="59463"/>
                      </a:cubicBezTo>
                      <a:cubicBezTo>
                        <a:pt x="76917" y="57612"/>
                        <a:pt x="76862" y="55815"/>
                        <a:pt x="76644" y="54018"/>
                      </a:cubicBezTo>
                      <a:cubicBezTo>
                        <a:pt x="79041" y="54835"/>
                        <a:pt x="81382" y="55597"/>
                        <a:pt x="83832" y="56305"/>
                      </a:cubicBezTo>
                      <a:cubicBezTo>
                        <a:pt x="88679" y="57612"/>
                        <a:pt x="93797" y="58538"/>
                        <a:pt x="99570" y="58538"/>
                      </a:cubicBezTo>
                      <a:cubicBezTo>
                        <a:pt x="100386" y="58538"/>
                        <a:pt x="101203" y="58538"/>
                        <a:pt x="102020" y="58483"/>
                      </a:cubicBezTo>
                      <a:cubicBezTo>
                        <a:pt x="108772" y="58048"/>
                        <a:pt x="115361" y="56196"/>
                        <a:pt x="120915" y="52820"/>
                      </a:cubicBezTo>
                      <a:cubicBezTo>
                        <a:pt x="126579" y="49553"/>
                        <a:pt x="131589" y="45741"/>
                        <a:pt x="136598" y="42419"/>
                      </a:cubicBezTo>
                      <a:cubicBezTo>
                        <a:pt x="141608" y="39098"/>
                        <a:pt x="146291" y="35613"/>
                        <a:pt x="150919" y="32182"/>
                      </a:cubicBezTo>
                      <a:cubicBezTo>
                        <a:pt x="155439" y="28643"/>
                        <a:pt x="159850" y="25049"/>
                        <a:pt x="164315" y="21727"/>
                      </a:cubicBezTo>
                      <a:cubicBezTo>
                        <a:pt x="173082" y="14757"/>
                        <a:pt x="182067" y="8549"/>
                        <a:pt x="192141" y="3104"/>
                      </a:cubicBezTo>
                      <a:lnTo>
                        <a:pt x="192196" y="3104"/>
                      </a:lnTo>
                      <a:cubicBezTo>
                        <a:pt x="192740" y="2831"/>
                        <a:pt x="193121" y="2232"/>
                        <a:pt x="193066" y="1579"/>
                      </a:cubicBezTo>
                      <a:cubicBezTo>
                        <a:pt x="193012" y="708"/>
                        <a:pt x="192250" y="0"/>
                        <a:pt x="191379" y="0"/>
                      </a:cubicBezTo>
                      <a:lnTo>
                        <a:pt x="191379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5" name="Forme libre : forme 1294">
                  <a:extLst>
                    <a:ext uri="{FF2B5EF4-FFF2-40B4-BE49-F238E27FC236}">
                      <a16:creationId xmlns:a16="http://schemas.microsoft.com/office/drawing/2014/main" id="{1E6218FA-39D7-433C-ACD6-B36BDD790B1B}"/>
                    </a:ext>
                  </a:extLst>
                </p:cNvPr>
                <p:cNvSpPr/>
                <p:nvPr/>
              </p:nvSpPr>
              <p:spPr>
                <a:xfrm>
                  <a:off x="8850795" y="4807400"/>
                  <a:ext cx="43722" cy="209156"/>
                </a:xfrm>
                <a:custGeom>
                  <a:avLst/>
                  <a:gdLst>
                    <a:gd name="connsiteX0" fmla="*/ 34790 w 43722"/>
                    <a:gd name="connsiteY0" fmla="*/ 5445 h 209156"/>
                    <a:gd name="connsiteX1" fmla="*/ 35335 w 43722"/>
                    <a:gd name="connsiteY1" fmla="*/ 5500 h 209156"/>
                    <a:gd name="connsiteX2" fmla="*/ 38221 w 43722"/>
                    <a:gd name="connsiteY2" fmla="*/ 9475 h 209156"/>
                    <a:gd name="connsiteX3" fmla="*/ 35825 w 43722"/>
                    <a:gd name="connsiteY3" fmla="*/ 12198 h 209156"/>
                    <a:gd name="connsiteX4" fmla="*/ 33375 w 43722"/>
                    <a:gd name="connsiteY4" fmla="*/ 12960 h 209156"/>
                    <a:gd name="connsiteX5" fmla="*/ 31959 w 43722"/>
                    <a:gd name="connsiteY5" fmla="*/ 10836 h 209156"/>
                    <a:gd name="connsiteX6" fmla="*/ 31360 w 43722"/>
                    <a:gd name="connsiteY6" fmla="*/ 8332 h 209156"/>
                    <a:gd name="connsiteX7" fmla="*/ 34790 w 43722"/>
                    <a:gd name="connsiteY7" fmla="*/ 5445 h 209156"/>
                    <a:gd name="connsiteX8" fmla="*/ 31360 w 43722"/>
                    <a:gd name="connsiteY8" fmla="*/ 18896 h 209156"/>
                    <a:gd name="connsiteX9" fmla="*/ 33647 w 43722"/>
                    <a:gd name="connsiteY9" fmla="*/ 21183 h 209156"/>
                    <a:gd name="connsiteX10" fmla="*/ 35553 w 43722"/>
                    <a:gd name="connsiteY10" fmla="*/ 26955 h 209156"/>
                    <a:gd name="connsiteX11" fmla="*/ 32939 w 43722"/>
                    <a:gd name="connsiteY11" fmla="*/ 31256 h 209156"/>
                    <a:gd name="connsiteX12" fmla="*/ 29562 w 43722"/>
                    <a:gd name="connsiteY12" fmla="*/ 33761 h 209156"/>
                    <a:gd name="connsiteX13" fmla="*/ 25805 w 43722"/>
                    <a:gd name="connsiteY13" fmla="*/ 31692 h 209156"/>
                    <a:gd name="connsiteX14" fmla="*/ 22429 w 43722"/>
                    <a:gd name="connsiteY14" fmla="*/ 24831 h 209156"/>
                    <a:gd name="connsiteX15" fmla="*/ 28201 w 43722"/>
                    <a:gd name="connsiteY15" fmla="*/ 19331 h 209156"/>
                    <a:gd name="connsiteX16" fmla="*/ 31360 w 43722"/>
                    <a:gd name="connsiteY16" fmla="*/ 18896 h 209156"/>
                    <a:gd name="connsiteX17" fmla="*/ 29781 w 43722"/>
                    <a:gd name="connsiteY17" fmla="*/ 38499 h 209156"/>
                    <a:gd name="connsiteX18" fmla="*/ 33647 w 43722"/>
                    <a:gd name="connsiteY18" fmla="*/ 40459 h 209156"/>
                    <a:gd name="connsiteX19" fmla="*/ 37513 w 43722"/>
                    <a:gd name="connsiteY19" fmla="*/ 47974 h 209156"/>
                    <a:gd name="connsiteX20" fmla="*/ 32394 w 43722"/>
                    <a:gd name="connsiteY20" fmla="*/ 53746 h 209156"/>
                    <a:gd name="connsiteX21" fmla="*/ 27548 w 43722"/>
                    <a:gd name="connsiteY21" fmla="*/ 55162 h 209156"/>
                    <a:gd name="connsiteX22" fmla="*/ 24553 w 43722"/>
                    <a:gd name="connsiteY22" fmla="*/ 51132 h 209156"/>
                    <a:gd name="connsiteX23" fmla="*/ 23192 w 43722"/>
                    <a:gd name="connsiteY23" fmla="*/ 45687 h 209156"/>
                    <a:gd name="connsiteX24" fmla="*/ 26186 w 43722"/>
                    <a:gd name="connsiteY24" fmla="*/ 40895 h 209156"/>
                    <a:gd name="connsiteX25" fmla="*/ 29781 w 43722"/>
                    <a:gd name="connsiteY25" fmla="*/ 38499 h 209156"/>
                    <a:gd name="connsiteX26" fmla="*/ 26350 w 43722"/>
                    <a:gd name="connsiteY26" fmla="*/ 58810 h 209156"/>
                    <a:gd name="connsiteX27" fmla="*/ 29890 w 43722"/>
                    <a:gd name="connsiteY27" fmla="*/ 62676 h 209156"/>
                    <a:gd name="connsiteX28" fmla="*/ 32394 w 43722"/>
                    <a:gd name="connsiteY28" fmla="*/ 70735 h 209156"/>
                    <a:gd name="connsiteX29" fmla="*/ 25043 w 43722"/>
                    <a:gd name="connsiteY29" fmla="*/ 78577 h 209156"/>
                    <a:gd name="connsiteX30" fmla="*/ 21558 w 43722"/>
                    <a:gd name="connsiteY30" fmla="*/ 79394 h 209156"/>
                    <a:gd name="connsiteX31" fmla="*/ 18291 w 43722"/>
                    <a:gd name="connsiteY31" fmla="*/ 77651 h 209156"/>
                    <a:gd name="connsiteX32" fmla="*/ 13335 w 43722"/>
                    <a:gd name="connsiteY32" fmla="*/ 67686 h 209156"/>
                    <a:gd name="connsiteX33" fmla="*/ 21177 w 43722"/>
                    <a:gd name="connsiteY33" fmla="*/ 59790 h 209156"/>
                    <a:gd name="connsiteX34" fmla="*/ 26350 w 43722"/>
                    <a:gd name="connsiteY34" fmla="*/ 58810 h 209156"/>
                    <a:gd name="connsiteX35" fmla="*/ 20741 w 43722"/>
                    <a:gd name="connsiteY35" fmla="*/ 85002 h 209156"/>
                    <a:gd name="connsiteX36" fmla="*/ 21394 w 43722"/>
                    <a:gd name="connsiteY36" fmla="*/ 86309 h 209156"/>
                    <a:gd name="connsiteX37" fmla="*/ 25751 w 43722"/>
                    <a:gd name="connsiteY37" fmla="*/ 97418 h 209156"/>
                    <a:gd name="connsiteX38" fmla="*/ 28637 w 43722"/>
                    <a:gd name="connsiteY38" fmla="*/ 112610 h 209156"/>
                    <a:gd name="connsiteX39" fmla="*/ 27385 w 43722"/>
                    <a:gd name="connsiteY39" fmla="*/ 126442 h 209156"/>
                    <a:gd name="connsiteX40" fmla="*/ 26568 w 43722"/>
                    <a:gd name="connsiteY40" fmla="*/ 129437 h 209156"/>
                    <a:gd name="connsiteX41" fmla="*/ 23246 w 43722"/>
                    <a:gd name="connsiteY41" fmla="*/ 142724 h 209156"/>
                    <a:gd name="connsiteX42" fmla="*/ 20306 w 43722"/>
                    <a:gd name="connsiteY42" fmla="*/ 158624 h 209156"/>
                    <a:gd name="connsiteX43" fmla="*/ 16929 w 43722"/>
                    <a:gd name="connsiteY43" fmla="*/ 174633 h 209156"/>
                    <a:gd name="connsiteX44" fmla="*/ 16820 w 43722"/>
                    <a:gd name="connsiteY44" fmla="*/ 175015 h 209156"/>
                    <a:gd name="connsiteX45" fmla="*/ 13390 w 43722"/>
                    <a:gd name="connsiteY45" fmla="*/ 189499 h 209156"/>
                    <a:gd name="connsiteX46" fmla="*/ 12138 w 43722"/>
                    <a:gd name="connsiteY46" fmla="*/ 180569 h 209156"/>
                    <a:gd name="connsiteX47" fmla="*/ 11321 w 43722"/>
                    <a:gd name="connsiteY47" fmla="*/ 174470 h 209156"/>
                    <a:gd name="connsiteX48" fmla="*/ 9360 w 43722"/>
                    <a:gd name="connsiteY48" fmla="*/ 158297 h 209156"/>
                    <a:gd name="connsiteX49" fmla="*/ 7944 w 43722"/>
                    <a:gd name="connsiteY49" fmla="*/ 141961 h 209156"/>
                    <a:gd name="connsiteX50" fmla="*/ 6474 w 43722"/>
                    <a:gd name="connsiteY50" fmla="*/ 129927 h 209156"/>
                    <a:gd name="connsiteX51" fmla="*/ 5766 w 43722"/>
                    <a:gd name="connsiteY51" fmla="*/ 125081 h 209156"/>
                    <a:gd name="connsiteX52" fmla="*/ 6747 w 43722"/>
                    <a:gd name="connsiteY52" fmla="*/ 110596 h 209156"/>
                    <a:gd name="connsiteX53" fmla="*/ 12682 w 43722"/>
                    <a:gd name="connsiteY53" fmla="*/ 95893 h 209156"/>
                    <a:gd name="connsiteX54" fmla="*/ 19707 w 43722"/>
                    <a:gd name="connsiteY54" fmla="*/ 86146 h 209156"/>
                    <a:gd name="connsiteX55" fmla="*/ 20741 w 43722"/>
                    <a:gd name="connsiteY55" fmla="*/ 85002 h 209156"/>
                    <a:gd name="connsiteX56" fmla="*/ 34790 w 43722"/>
                    <a:gd name="connsiteY56" fmla="*/ 0 h 209156"/>
                    <a:gd name="connsiteX57" fmla="*/ 26024 w 43722"/>
                    <a:gd name="connsiteY57" fmla="*/ 7515 h 209156"/>
                    <a:gd name="connsiteX58" fmla="*/ 27494 w 43722"/>
                    <a:gd name="connsiteY58" fmla="*/ 13940 h 209156"/>
                    <a:gd name="connsiteX59" fmla="*/ 16984 w 43722"/>
                    <a:gd name="connsiteY59" fmla="*/ 24014 h 209156"/>
                    <a:gd name="connsiteX60" fmla="*/ 23137 w 43722"/>
                    <a:gd name="connsiteY60" fmla="*/ 36539 h 209156"/>
                    <a:gd name="connsiteX61" fmla="*/ 17855 w 43722"/>
                    <a:gd name="connsiteY61" fmla="*/ 44924 h 209156"/>
                    <a:gd name="connsiteX62" fmla="*/ 20197 w 43722"/>
                    <a:gd name="connsiteY62" fmla="*/ 54454 h 209156"/>
                    <a:gd name="connsiteX63" fmla="*/ 7999 w 43722"/>
                    <a:gd name="connsiteY63" fmla="*/ 66869 h 209156"/>
                    <a:gd name="connsiteX64" fmla="*/ 15732 w 43722"/>
                    <a:gd name="connsiteY64" fmla="*/ 82498 h 209156"/>
                    <a:gd name="connsiteX65" fmla="*/ 7999 w 43722"/>
                    <a:gd name="connsiteY65" fmla="*/ 93170 h 209156"/>
                    <a:gd name="connsiteX66" fmla="*/ 1465 w 43722"/>
                    <a:gd name="connsiteY66" fmla="*/ 109234 h 209156"/>
                    <a:gd name="connsiteX67" fmla="*/ 321 w 43722"/>
                    <a:gd name="connsiteY67" fmla="*/ 125788 h 209156"/>
                    <a:gd name="connsiteX68" fmla="*/ 2445 w 43722"/>
                    <a:gd name="connsiteY68" fmla="*/ 142397 h 209156"/>
                    <a:gd name="connsiteX69" fmla="*/ 3860 w 43722"/>
                    <a:gd name="connsiteY69" fmla="*/ 158787 h 209156"/>
                    <a:gd name="connsiteX70" fmla="*/ 5821 w 43722"/>
                    <a:gd name="connsiteY70" fmla="*/ 175123 h 209156"/>
                    <a:gd name="connsiteX71" fmla="*/ 10558 w 43722"/>
                    <a:gd name="connsiteY71" fmla="*/ 207796 h 209156"/>
                    <a:gd name="connsiteX72" fmla="*/ 11702 w 43722"/>
                    <a:gd name="connsiteY72" fmla="*/ 209103 h 209156"/>
                    <a:gd name="connsiteX73" fmla="*/ 12192 w 43722"/>
                    <a:gd name="connsiteY73" fmla="*/ 209157 h 209156"/>
                    <a:gd name="connsiteX74" fmla="*/ 13771 w 43722"/>
                    <a:gd name="connsiteY74" fmla="*/ 207959 h 209156"/>
                    <a:gd name="connsiteX75" fmla="*/ 22102 w 43722"/>
                    <a:gd name="connsiteY75" fmla="*/ 175831 h 209156"/>
                    <a:gd name="connsiteX76" fmla="*/ 25533 w 43722"/>
                    <a:gd name="connsiteY76" fmla="*/ 159713 h 209156"/>
                    <a:gd name="connsiteX77" fmla="*/ 28528 w 43722"/>
                    <a:gd name="connsiteY77" fmla="*/ 143704 h 209156"/>
                    <a:gd name="connsiteX78" fmla="*/ 32558 w 43722"/>
                    <a:gd name="connsiteY78" fmla="*/ 127912 h 209156"/>
                    <a:gd name="connsiteX79" fmla="*/ 33974 w 43722"/>
                    <a:gd name="connsiteY79" fmla="*/ 112121 h 209156"/>
                    <a:gd name="connsiteX80" fmla="*/ 30870 w 43722"/>
                    <a:gd name="connsiteY80" fmla="*/ 95893 h 209156"/>
                    <a:gd name="connsiteX81" fmla="*/ 26186 w 43722"/>
                    <a:gd name="connsiteY81" fmla="*/ 83913 h 209156"/>
                    <a:gd name="connsiteX82" fmla="*/ 37731 w 43722"/>
                    <a:gd name="connsiteY82" fmla="*/ 71607 h 209156"/>
                    <a:gd name="connsiteX83" fmla="*/ 33865 w 43722"/>
                    <a:gd name="connsiteY83" fmla="*/ 59028 h 209156"/>
                    <a:gd name="connsiteX84" fmla="*/ 42850 w 43722"/>
                    <a:gd name="connsiteY84" fmla="*/ 48899 h 209156"/>
                    <a:gd name="connsiteX85" fmla="*/ 36097 w 43722"/>
                    <a:gd name="connsiteY85" fmla="*/ 35667 h 209156"/>
                    <a:gd name="connsiteX86" fmla="*/ 40889 w 43722"/>
                    <a:gd name="connsiteY86" fmla="*/ 27826 h 209156"/>
                    <a:gd name="connsiteX87" fmla="*/ 37513 w 43722"/>
                    <a:gd name="connsiteY87" fmla="*/ 17371 h 209156"/>
                    <a:gd name="connsiteX88" fmla="*/ 43612 w 43722"/>
                    <a:gd name="connsiteY88" fmla="*/ 10346 h 209156"/>
                    <a:gd name="connsiteX89" fmla="*/ 36261 w 43722"/>
                    <a:gd name="connsiteY89" fmla="*/ 164 h 209156"/>
                    <a:gd name="connsiteX90" fmla="*/ 34790 w 43722"/>
                    <a:gd name="connsiteY90" fmla="*/ 0 h 209156"/>
                    <a:gd name="connsiteX91" fmla="*/ 34790 w 43722"/>
                    <a:gd name="connsiteY91" fmla="*/ 0 h 209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</a:cxnLst>
                  <a:rect l="l" t="t" r="r" b="b"/>
                  <a:pathLst>
                    <a:path w="43722" h="209156">
                      <a:moveTo>
                        <a:pt x="34790" y="5445"/>
                      </a:moveTo>
                      <a:cubicBezTo>
                        <a:pt x="34954" y="5445"/>
                        <a:pt x="35171" y="5445"/>
                        <a:pt x="35335" y="5500"/>
                      </a:cubicBezTo>
                      <a:cubicBezTo>
                        <a:pt x="37241" y="5827"/>
                        <a:pt x="38493" y="7569"/>
                        <a:pt x="38221" y="9475"/>
                      </a:cubicBezTo>
                      <a:cubicBezTo>
                        <a:pt x="38003" y="11000"/>
                        <a:pt x="36805" y="11871"/>
                        <a:pt x="35825" y="12198"/>
                      </a:cubicBezTo>
                      <a:lnTo>
                        <a:pt x="33375" y="12960"/>
                      </a:lnTo>
                      <a:lnTo>
                        <a:pt x="31959" y="10836"/>
                      </a:lnTo>
                      <a:cubicBezTo>
                        <a:pt x="31578" y="10292"/>
                        <a:pt x="31196" y="9475"/>
                        <a:pt x="31360" y="8332"/>
                      </a:cubicBezTo>
                      <a:cubicBezTo>
                        <a:pt x="31686" y="6698"/>
                        <a:pt x="33157" y="5445"/>
                        <a:pt x="34790" y="5445"/>
                      </a:cubicBezTo>
                      <a:moveTo>
                        <a:pt x="31360" y="18896"/>
                      </a:moveTo>
                      <a:lnTo>
                        <a:pt x="33647" y="21183"/>
                      </a:lnTo>
                      <a:cubicBezTo>
                        <a:pt x="35171" y="22707"/>
                        <a:pt x="35879" y="24831"/>
                        <a:pt x="35553" y="26955"/>
                      </a:cubicBezTo>
                      <a:cubicBezTo>
                        <a:pt x="35280" y="28697"/>
                        <a:pt x="34354" y="30222"/>
                        <a:pt x="32939" y="31256"/>
                      </a:cubicBezTo>
                      <a:lnTo>
                        <a:pt x="29562" y="33761"/>
                      </a:lnTo>
                      <a:lnTo>
                        <a:pt x="25805" y="31692"/>
                      </a:lnTo>
                      <a:cubicBezTo>
                        <a:pt x="23301" y="30331"/>
                        <a:pt x="21939" y="27554"/>
                        <a:pt x="22429" y="24831"/>
                      </a:cubicBezTo>
                      <a:cubicBezTo>
                        <a:pt x="22919" y="21891"/>
                        <a:pt x="25207" y="19712"/>
                        <a:pt x="28201" y="19331"/>
                      </a:cubicBezTo>
                      <a:lnTo>
                        <a:pt x="31360" y="18896"/>
                      </a:lnTo>
                      <a:moveTo>
                        <a:pt x="29781" y="38499"/>
                      </a:moveTo>
                      <a:lnTo>
                        <a:pt x="33647" y="40459"/>
                      </a:lnTo>
                      <a:cubicBezTo>
                        <a:pt x="36478" y="41875"/>
                        <a:pt x="38003" y="44924"/>
                        <a:pt x="37513" y="47974"/>
                      </a:cubicBezTo>
                      <a:cubicBezTo>
                        <a:pt x="37077" y="50751"/>
                        <a:pt x="35117" y="52929"/>
                        <a:pt x="32394" y="53746"/>
                      </a:cubicBezTo>
                      <a:lnTo>
                        <a:pt x="27548" y="55162"/>
                      </a:lnTo>
                      <a:lnTo>
                        <a:pt x="24553" y="51132"/>
                      </a:lnTo>
                      <a:cubicBezTo>
                        <a:pt x="23355" y="49553"/>
                        <a:pt x="22919" y="47593"/>
                        <a:pt x="23192" y="45687"/>
                      </a:cubicBezTo>
                      <a:cubicBezTo>
                        <a:pt x="23518" y="43727"/>
                        <a:pt x="24553" y="42039"/>
                        <a:pt x="26186" y="40895"/>
                      </a:cubicBezTo>
                      <a:lnTo>
                        <a:pt x="29781" y="38499"/>
                      </a:lnTo>
                      <a:moveTo>
                        <a:pt x="26350" y="58810"/>
                      </a:moveTo>
                      <a:lnTo>
                        <a:pt x="29890" y="62676"/>
                      </a:lnTo>
                      <a:cubicBezTo>
                        <a:pt x="31959" y="64909"/>
                        <a:pt x="32830" y="67850"/>
                        <a:pt x="32394" y="70735"/>
                      </a:cubicBezTo>
                      <a:cubicBezTo>
                        <a:pt x="31795" y="74602"/>
                        <a:pt x="28855" y="77706"/>
                        <a:pt x="25043" y="78577"/>
                      </a:cubicBezTo>
                      <a:lnTo>
                        <a:pt x="21558" y="79394"/>
                      </a:lnTo>
                      <a:lnTo>
                        <a:pt x="18291" y="77651"/>
                      </a:lnTo>
                      <a:cubicBezTo>
                        <a:pt x="14697" y="75691"/>
                        <a:pt x="12682" y="71716"/>
                        <a:pt x="13335" y="67686"/>
                      </a:cubicBezTo>
                      <a:cubicBezTo>
                        <a:pt x="13989" y="63711"/>
                        <a:pt x="17093" y="60498"/>
                        <a:pt x="21177" y="59790"/>
                      </a:cubicBezTo>
                      <a:lnTo>
                        <a:pt x="26350" y="58810"/>
                      </a:lnTo>
                      <a:moveTo>
                        <a:pt x="20741" y="85002"/>
                      </a:moveTo>
                      <a:lnTo>
                        <a:pt x="21394" y="86309"/>
                      </a:lnTo>
                      <a:cubicBezTo>
                        <a:pt x="23028" y="89577"/>
                        <a:pt x="24390" y="93062"/>
                        <a:pt x="25751" y="97418"/>
                      </a:cubicBezTo>
                      <a:cubicBezTo>
                        <a:pt x="27276" y="102482"/>
                        <a:pt x="28201" y="107437"/>
                        <a:pt x="28637" y="112610"/>
                      </a:cubicBezTo>
                      <a:cubicBezTo>
                        <a:pt x="29073" y="117239"/>
                        <a:pt x="28692" y="121759"/>
                        <a:pt x="27385" y="126442"/>
                      </a:cubicBezTo>
                      <a:lnTo>
                        <a:pt x="26568" y="129437"/>
                      </a:lnTo>
                      <a:cubicBezTo>
                        <a:pt x="25370" y="133739"/>
                        <a:pt x="24063" y="138149"/>
                        <a:pt x="23246" y="142724"/>
                      </a:cubicBezTo>
                      <a:lnTo>
                        <a:pt x="20306" y="158624"/>
                      </a:lnTo>
                      <a:lnTo>
                        <a:pt x="16929" y="174633"/>
                      </a:lnTo>
                      <a:lnTo>
                        <a:pt x="16820" y="175015"/>
                      </a:lnTo>
                      <a:cubicBezTo>
                        <a:pt x="15732" y="179807"/>
                        <a:pt x="14588" y="184653"/>
                        <a:pt x="13390" y="189499"/>
                      </a:cubicBezTo>
                      <a:cubicBezTo>
                        <a:pt x="12954" y="186504"/>
                        <a:pt x="12573" y="183509"/>
                        <a:pt x="12138" y="180569"/>
                      </a:cubicBezTo>
                      <a:lnTo>
                        <a:pt x="11321" y="174470"/>
                      </a:lnTo>
                      <a:lnTo>
                        <a:pt x="9360" y="158297"/>
                      </a:lnTo>
                      <a:lnTo>
                        <a:pt x="7944" y="141961"/>
                      </a:lnTo>
                      <a:cubicBezTo>
                        <a:pt x="7673" y="137932"/>
                        <a:pt x="7074" y="133848"/>
                        <a:pt x="6474" y="129927"/>
                      </a:cubicBezTo>
                      <a:cubicBezTo>
                        <a:pt x="6257" y="128293"/>
                        <a:pt x="5984" y="126660"/>
                        <a:pt x="5766" y="125081"/>
                      </a:cubicBezTo>
                      <a:cubicBezTo>
                        <a:pt x="5167" y="120125"/>
                        <a:pt x="5494" y="115279"/>
                        <a:pt x="6747" y="110596"/>
                      </a:cubicBezTo>
                      <a:cubicBezTo>
                        <a:pt x="8108" y="105422"/>
                        <a:pt x="10177" y="100467"/>
                        <a:pt x="12682" y="95893"/>
                      </a:cubicBezTo>
                      <a:cubicBezTo>
                        <a:pt x="14969" y="91973"/>
                        <a:pt x="17202" y="88923"/>
                        <a:pt x="19707" y="86146"/>
                      </a:cubicBezTo>
                      <a:lnTo>
                        <a:pt x="20741" y="85002"/>
                      </a:lnTo>
                      <a:moveTo>
                        <a:pt x="34790" y="0"/>
                      </a:moveTo>
                      <a:cubicBezTo>
                        <a:pt x="30488" y="0"/>
                        <a:pt x="26731" y="3104"/>
                        <a:pt x="26024" y="7515"/>
                      </a:cubicBezTo>
                      <a:cubicBezTo>
                        <a:pt x="25642" y="9856"/>
                        <a:pt x="26241" y="12143"/>
                        <a:pt x="27494" y="13940"/>
                      </a:cubicBezTo>
                      <a:cubicBezTo>
                        <a:pt x="22266" y="14594"/>
                        <a:pt x="17855" y="18514"/>
                        <a:pt x="16984" y="24014"/>
                      </a:cubicBezTo>
                      <a:cubicBezTo>
                        <a:pt x="16167" y="29187"/>
                        <a:pt x="18781" y="34143"/>
                        <a:pt x="23137" y="36539"/>
                      </a:cubicBezTo>
                      <a:cubicBezTo>
                        <a:pt x="20415" y="38444"/>
                        <a:pt x="18400" y="41385"/>
                        <a:pt x="17855" y="44924"/>
                      </a:cubicBezTo>
                      <a:cubicBezTo>
                        <a:pt x="17310" y="48410"/>
                        <a:pt x="18236" y="51840"/>
                        <a:pt x="20197" y="54454"/>
                      </a:cubicBezTo>
                      <a:cubicBezTo>
                        <a:pt x="14098" y="55543"/>
                        <a:pt x="9034" y="60335"/>
                        <a:pt x="7999" y="66869"/>
                      </a:cubicBezTo>
                      <a:cubicBezTo>
                        <a:pt x="6965" y="73349"/>
                        <a:pt x="10286" y="79502"/>
                        <a:pt x="15732" y="82498"/>
                      </a:cubicBezTo>
                      <a:cubicBezTo>
                        <a:pt x="12573" y="85928"/>
                        <a:pt x="10177" y="89522"/>
                        <a:pt x="7999" y="93170"/>
                      </a:cubicBezTo>
                      <a:cubicBezTo>
                        <a:pt x="5113" y="98398"/>
                        <a:pt x="2935" y="103789"/>
                        <a:pt x="1465" y="109234"/>
                      </a:cubicBezTo>
                      <a:cubicBezTo>
                        <a:pt x="-6" y="114680"/>
                        <a:pt x="-333" y="120234"/>
                        <a:pt x="321" y="125788"/>
                      </a:cubicBezTo>
                      <a:cubicBezTo>
                        <a:pt x="1083" y="131343"/>
                        <a:pt x="2009" y="136897"/>
                        <a:pt x="2445" y="142397"/>
                      </a:cubicBezTo>
                      <a:lnTo>
                        <a:pt x="3860" y="158787"/>
                      </a:lnTo>
                      <a:lnTo>
                        <a:pt x="5821" y="175123"/>
                      </a:lnTo>
                      <a:cubicBezTo>
                        <a:pt x="7346" y="186014"/>
                        <a:pt x="8707" y="196851"/>
                        <a:pt x="10558" y="207796"/>
                      </a:cubicBezTo>
                      <a:cubicBezTo>
                        <a:pt x="10667" y="208395"/>
                        <a:pt x="11103" y="208939"/>
                        <a:pt x="11702" y="209103"/>
                      </a:cubicBezTo>
                      <a:cubicBezTo>
                        <a:pt x="11865" y="209157"/>
                        <a:pt x="12029" y="209157"/>
                        <a:pt x="12192" y="209157"/>
                      </a:cubicBezTo>
                      <a:cubicBezTo>
                        <a:pt x="12900" y="209157"/>
                        <a:pt x="13553" y="208722"/>
                        <a:pt x="13771" y="207959"/>
                      </a:cubicBezTo>
                      <a:cubicBezTo>
                        <a:pt x="17093" y="197341"/>
                        <a:pt x="19598" y="186559"/>
                        <a:pt x="22102" y="175831"/>
                      </a:cubicBezTo>
                      <a:lnTo>
                        <a:pt x="25533" y="159713"/>
                      </a:lnTo>
                      <a:lnTo>
                        <a:pt x="28528" y="143704"/>
                      </a:lnTo>
                      <a:cubicBezTo>
                        <a:pt x="29509" y="138367"/>
                        <a:pt x="31142" y="133140"/>
                        <a:pt x="32558" y="127912"/>
                      </a:cubicBezTo>
                      <a:cubicBezTo>
                        <a:pt x="33974" y="122685"/>
                        <a:pt x="34463" y="117457"/>
                        <a:pt x="33974" y="112121"/>
                      </a:cubicBezTo>
                      <a:cubicBezTo>
                        <a:pt x="33484" y="106784"/>
                        <a:pt x="32503" y="101393"/>
                        <a:pt x="30870" y="95893"/>
                      </a:cubicBezTo>
                      <a:cubicBezTo>
                        <a:pt x="29671" y="91973"/>
                        <a:pt x="28256" y="88052"/>
                        <a:pt x="26186" y="83913"/>
                      </a:cubicBezTo>
                      <a:cubicBezTo>
                        <a:pt x="32013" y="82552"/>
                        <a:pt x="36696" y="77869"/>
                        <a:pt x="37731" y="71607"/>
                      </a:cubicBezTo>
                      <a:cubicBezTo>
                        <a:pt x="38493" y="66869"/>
                        <a:pt x="36914" y="62295"/>
                        <a:pt x="33865" y="59028"/>
                      </a:cubicBezTo>
                      <a:cubicBezTo>
                        <a:pt x="38385" y="57721"/>
                        <a:pt x="42033" y="53909"/>
                        <a:pt x="42850" y="48899"/>
                      </a:cubicBezTo>
                      <a:cubicBezTo>
                        <a:pt x="43721" y="43345"/>
                        <a:pt x="40835" y="38118"/>
                        <a:pt x="36097" y="35667"/>
                      </a:cubicBezTo>
                      <a:cubicBezTo>
                        <a:pt x="38547" y="33870"/>
                        <a:pt x="40345" y="31093"/>
                        <a:pt x="40889" y="27826"/>
                      </a:cubicBezTo>
                      <a:cubicBezTo>
                        <a:pt x="41543" y="23851"/>
                        <a:pt x="40127" y="20039"/>
                        <a:pt x="37513" y="17371"/>
                      </a:cubicBezTo>
                      <a:cubicBezTo>
                        <a:pt x="40617" y="16391"/>
                        <a:pt x="43068" y="13777"/>
                        <a:pt x="43612" y="10346"/>
                      </a:cubicBezTo>
                      <a:cubicBezTo>
                        <a:pt x="44374" y="5500"/>
                        <a:pt x="41107" y="926"/>
                        <a:pt x="36261" y="164"/>
                      </a:cubicBezTo>
                      <a:cubicBezTo>
                        <a:pt x="35770" y="55"/>
                        <a:pt x="35280" y="0"/>
                        <a:pt x="34790" y="0"/>
                      </a:cubicBezTo>
                      <a:lnTo>
                        <a:pt x="34790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6" name="Forme libre : forme 1295">
                  <a:extLst>
                    <a:ext uri="{FF2B5EF4-FFF2-40B4-BE49-F238E27FC236}">
                      <a16:creationId xmlns:a16="http://schemas.microsoft.com/office/drawing/2014/main" id="{F68993B2-88F1-40D9-9782-6E1927E6D4A0}"/>
                    </a:ext>
                  </a:extLst>
                </p:cNvPr>
                <p:cNvSpPr/>
                <p:nvPr/>
              </p:nvSpPr>
              <p:spPr>
                <a:xfrm>
                  <a:off x="8880716" y="4804024"/>
                  <a:ext cx="92916" cy="222443"/>
                </a:xfrm>
                <a:custGeom>
                  <a:avLst/>
                  <a:gdLst>
                    <a:gd name="connsiteX0" fmla="*/ 84808 w 92916"/>
                    <a:gd name="connsiteY0" fmla="*/ 5445 h 222443"/>
                    <a:gd name="connsiteX1" fmla="*/ 85244 w 92916"/>
                    <a:gd name="connsiteY1" fmla="*/ 5500 h 222443"/>
                    <a:gd name="connsiteX2" fmla="*/ 87368 w 92916"/>
                    <a:gd name="connsiteY2" fmla="*/ 8440 h 222443"/>
                    <a:gd name="connsiteX3" fmla="*/ 85516 w 92916"/>
                    <a:gd name="connsiteY3" fmla="*/ 10455 h 222443"/>
                    <a:gd name="connsiteX4" fmla="*/ 83937 w 92916"/>
                    <a:gd name="connsiteY4" fmla="*/ 10891 h 222443"/>
                    <a:gd name="connsiteX5" fmla="*/ 82902 w 92916"/>
                    <a:gd name="connsiteY5" fmla="*/ 9584 h 222443"/>
                    <a:gd name="connsiteX6" fmla="*/ 82358 w 92916"/>
                    <a:gd name="connsiteY6" fmla="*/ 7569 h 222443"/>
                    <a:gd name="connsiteX7" fmla="*/ 84808 w 92916"/>
                    <a:gd name="connsiteY7" fmla="*/ 5445 h 222443"/>
                    <a:gd name="connsiteX8" fmla="*/ 81541 w 92916"/>
                    <a:gd name="connsiteY8" fmla="*/ 18242 h 222443"/>
                    <a:gd name="connsiteX9" fmla="*/ 83446 w 92916"/>
                    <a:gd name="connsiteY9" fmla="*/ 19821 h 222443"/>
                    <a:gd name="connsiteX10" fmla="*/ 85516 w 92916"/>
                    <a:gd name="connsiteY10" fmla="*/ 25375 h 222443"/>
                    <a:gd name="connsiteX11" fmla="*/ 79580 w 92916"/>
                    <a:gd name="connsiteY11" fmla="*/ 30385 h 222443"/>
                    <a:gd name="connsiteX12" fmla="*/ 78818 w 92916"/>
                    <a:gd name="connsiteY12" fmla="*/ 30331 h 222443"/>
                    <a:gd name="connsiteX13" fmla="*/ 76585 w 92916"/>
                    <a:gd name="connsiteY13" fmla="*/ 30059 h 222443"/>
                    <a:gd name="connsiteX14" fmla="*/ 75061 w 92916"/>
                    <a:gd name="connsiteY14" fmla="*/ 28316 h 222443"/>
                    <a:gd name="connsiteX15" fmla="*/ 73591 w 92916"/>
                    <a:gd name="connsiteY15" fmla="*/ 23415 h 222443"/>
                    <a:gd name="connsiteX16" fmla="*/ 79036 w 92916"/>
                    <a:gd name="connsiteY16" fmla="*/ 18405 h 222443"/>
                    <a:gd name="connsiteX17" fmla="*/ 81541 w 92916"/>
                    <a:gd name="connsiteY17" fmla="*/ 18242 h 222443"/>
                    <a:gd name="connsiteX18" fmla="*/ 69180 w 92916"/>
                    <a:gd name="connsiteY18" fmla="*/ 37247 h 222443"/>
                    <a:gd name="connsiteX19" fmla="*/ 70160 w 92916"/>
                    <a:gd name="connsiteY19" fmla="*/ 37301 h 222443"/>
                    <a:gd name="connsiteX20" fmla="*/ 72501 w 92916"/>
                    <a:gd name="connsiteY20" fmla="*/ 37627 h 222443"/>
                    <a:gd name="connsiteX21" fmla="*/ 74135 w 92916"/>
                    <a:gd name="connsiteY21" fmla="*/ 39425 h 222443"/>
                    <a:gd name="connsiteX22" fmla="*/ 75877 w 92916"/>
                    <a:gd name="connsiteY22" fmla="*/ 45088 h 222443"/>
                    <a:gd name="connsiteX23" fmla="*/ 73046 w 92916"/>
                    <a:gd name="connsiteY23" fmla="*/ 49607 h 222443"/>
                    <a:gd name="connsiteX24" fmla="*/ 68200 w 92916"/>
                    <a:gd name="connsiteY24" fmla="*/ 52983 h 222443"/>
                    <a:gd name="connsiteX25" fmla="*/ 64170 w 92916"/>
                    <a:gd name="connsiteY25" fmla="*/ 48573 h 222443"/>
                    <a:gd name="connsiteX26" fmla="*/ 62427 w 92916"/>
                    <a:gd name="connsiteY26" fmla="*/ 42910 h 222443"/>
                    <a:gd name="connsiteX27" fmla="*/ 69180 w 92916"/>
                    <a:gd name="connsiteY27" fmla="*/ 37247 h 222443"/>
                    <a:gd name="connsiteX28" fmla="*/ 67982 w 92916"/>
                    <a:gd name="connsiteY28" fmla="*/ 54998 h 222443"/>
                    <a:gd name="connsiteX29" fmla="*/ 73046 w 92916"/>
                    <a:gd name="connsiteY29" fmla="*/ 58592 h 222443"/>
                    <a:gd name="connsiteX30" fmla="*/ 77838 w 92916"/>
                    <a:gd name="connsiteY30" fmla="*/ 69755 h 222443"/>
                    <a:gd name="connsiteX31" fmla="*/ 66566 w 92916"/>
                    <a:gd name="connsiteY31" fmla="*/ 79394 h 222443"/>
                    <a:gd name="connsiteX32" fmla="*/ 64933 w 92916"/>
                    <a:gd name="connsiteY32" fmla="*/ 79285 h 222443"/>
                    <a:gd name="connsiteX33" fmla="*/ 64225 w 92916"/>
                    <a:gd name="connsiteY33" fmla="*/ 79121 h 222443"/>
                    <a:gd name="connsiteX34" fmla="*/ 60849 w 92916"/>
                    <a:gd name="connsiteY34" fmla="*/ 78414 h 222443"/>
                    <a:gd name="connsiteX35" fmla="*/ 58452 w 92916"/>
                    <a:gd name="connsiteY35" fmla="*/ 76072 h 222443"/>
                    <a:gd name="connsiteX36" fmla="*/ 55185 w 92916"/>
                    <a:gd name="connsiteY36" fmla="*/ 66107 h 222443"/>
                    <a:gd name="connsiteX37" fmla="*/ 62210 w 92916"/>
                    <a:gd name="connsiteY37" fmla="*/ 57340 h 222443"/>
                    <a:gd name="connsiteX38" fmla="*/ 67982 w 92916"/>
                    <a:gd name="connsiteY38" fmla="*/ 54998 h 222443"/>
                    <a:gd name="connsiteX39" fmla="*/ 57581 w 92916"/>
                    <a:gd name="connsiteY39" fmla="*/ 84621 h 222443"/>
                    <a:gd name="connsiteX40" fmla="*/ 49467 w 92916"/>
                    <a:gd name="connsiteY40" fmla="*/ 116640 h 222443"/>
                    <a:gd name="connsiteX41" fmla="*/ 42280 w 92916"/>
                    <a:gd name="connsiteY41" fmla="*/ 131615 h 222443"/>
                    <a:gd name="connsiteX42" fmla="*/ 32532 w 92916"/>
                    <a:gd name="connsiteY42" fmla="*/ 148496 h 222443"/>
                    <a:gd name="connsiteX43" fmla="*/ 24637 w 92916"/>
                    <a:gd name="connsiteY43" fmla="*/ 166084 h 222443"/>
                    <a:gd name="connsiteX44" fmla="*/ 16578 w 92916"/>
                    <a:gd name="connsiteY44" fmla="*/ 183891 h 222443"/>
                    <a:gd name="connsiteX45" fmla="*/ 8736 w 92916"/>
                    <a:gd name="connsiteY45" fmla="*/ 200227 h 222443"/>
                    <a:gd name="connsiteX46" fmla="*/ 11241 w 92916"/>
                    <a:gd name="connsiteY46" fmla="*/ 182420 h 222443"/>
                    <a:gd name="connsiteX47" fmla="*/ 14181 w 92916"/>
                    <a:gd name="connsiteY47" fmla="*/ 163089 h 222443"/>
                    <a:gd name="connsiteX48" fmla="*/ 18047 w 92916"/>
                    <a:gd name="connsiteY48" fmla="*/ 143649 h 222443"/>
                    <a:gd name="connsiteX49" fmla="*/ 19954 w 92916"/>
                    <a:gd name="connsiteY49" fmla="*/ 134392 h 222443"/>
                    <a:gd name="connsiteX50" fmla="*/ 22295 w 92916"/>
                    <a:gd name="connsiteY50" fmla="*/ 123501 h 222443"/>
                    <a:gd name="connsiteX51" fmla="*/ 30137 w 92916"/>
                    <a:gd name="connsiteY51" fmla="*/ 106348 h 222443"/>
                    <a:gd name="connsiteX52" fmla="*/ 56547 w 92916"/>
                    <a:gd name="connsiteY52" fmla="*/ 85057 h 222443"/>
                    <a:gd name="connsiteX53" fmla="*/ 57581 w 92916"/>
                    <a:gd name="connsiteY53" fmla="*/ 84621 h 222443"/>
                    <a:gd name="connsiteX54" fmla="*/ 84808 w 92916"/>
                    <a:gd name="connsiteY54" fmla="*/ 0 h 222443"/>
                    <a:gd name="connsiteX55" fmla="*/ 76912 w 92916"/>
                    <a:gd name="connsiteY55" fmla="*/ 6752 h 222443"/>
                    <a:gd name="connsiteX56" fmla="*/ 78600 w 92916"/>
                    <a:gd name="connsiteY56" fmla="*/ 13069 h 222443"/>
                    <a:gd name="connsiteX57" fmla="*/ 68200 w 92916"/>
                    <a:gd name="connsiteY57" fmla="*/ 22653 h 222443"/>
                    <a:gd name="connsiteX58" fmla="*/ 70922 w 92916"/>
                    <a:gd name="connsiteY58" fmla="*/ 31964 h 222443"/>
                    <a:gd name="connsiteX59" fmla="*/ 69125 w 92916"/>
                    <a:gd name="connsiteY59" fmla="*/ 31855 h 222443"/>
                    <a:gd name="connsiteX60" fmla="*/ 57036 w 92916"/>
                    <a:gd name="connsiteY60" fmla="*/ 42147 h 222443"/>
                    <a:gd name="connsiteX61" fmla="*/ 60141 w 92916"/>
                    <a:gd name="connsiteY61" fmla="*/ 52330 h 222443"/>
                    <a:gd name="connsiteX62" fmla="*/ 49794 w 92916"/>
                    <a:gd name="connsiteY62" fmla="*/ 65236 h 222443"/>
                    <a:gd name="connsiteX63" fmla="*/ 54641 w 92916"/>
                    <a:gd name="connsiteY63" fmla="*/ 79938 h 222443"/>
                    <a:gd name="connsiteX64" fmla="*/ 25726 w 92916"/>
                    <a:gd name="connsiteY64" fmla="*/ 103136 h 222443"/>
                    <a:gd name="connsiteX65" fmla="*/ 16959 w 92916"/>
                    <a:gd name="connsiteY65" fmla="*/ 122249 h 222443"/>
                    <a:gd name="connsiteX66" fmla="*/ 12657 w 92916"/>
                    <a:gd name="connsiteY66" fmla="*/ 142506 h 222443"/>
                    <a:gd name="connsiteX67" fmla="*/ 8736 w 92916"/>
                    <a:gd name="connsiteY67" fmla="*/ 162163 h 222443"/>
                    <a:gd name="connsiteX68" fmla="*/ 5795 w 92916"/>
                    <a:gd name="connsiteY68" fmla="*/ 181712 h 222443"/>
                    <a:gd name="connsiteX69" fmla="*/ 24 w 92916"/>
                    <a:gd name="connsiteY69" fmla="*/ 220483 h 222443"/>
                    <a:gd name="connsiteX70" fmla="*/ 786 w 92916"/>
                    <a:gd name="connsiteY70" fmla="*/ 222171 h 222443"/>
                    <a:gd name="connsiteX71" fmla="*/ 1657 w 92916"/>
                    <a:gd name="connsiteY71" fmla="*/ 222444 h 222443"/>
                    <a:gd name="connsiteX72" fmla="*/ 3073 w 92916"/>
                    <a:gd name="connsiteY72" fmla="*/ 221682 h 222443"/>
                    <a:gd name="connsiteX73" fmla="*/ 21478 w 92916"/>
                    <a:gd name="connsiteY73" fmla="*/ 186341 h 222443"/>
                    <a:gd name="connsiteX74" fmla="*/ 29538 w 92916"/>
                    <a:gd name="connsiteY74" fmla="*/ 168480 h 222443"/>
                    <a:gd name="connsiteX75" fmla="*/ 37379 w 92916"/>
                    <a:gd name="connsiteY75" fmla="*/ 151000 h 222443"/>
                    <a:gd name="connsiteX76" fmla="*/ 46799 w 92916"/>
                    <a:gd name="connsiteY76" fmla="*/ 134719 h 222443"/>
                    <a:gd name="connsiteX77" fmla="*/ 54586 w 92916"/>
                    <a:gd name="connsiteY77" fmla="*/ 118492 h 222443"/>
                    <a:gd name="connsiteX78" fmla="*/ 63135 w 92916"/>
                    <a:gd name="connsiteY78" fmla="*/ 84512 h 222443"/>
                    <a:gd name="connsiteX79" fmla="*/ 63843 w 92916"/>
                    <a:gd name="connsiteY79" fmla="*/ 84676 h 222443"/>
                    <a:gd name="connsiteX80" fmla="*/ 66566 w 92916"/>
                    <a:gd name="connsiteY80" fmla="*/ 84894 h 222443"/>
                    <a:gd name="connsiteX81" fmla="*/ 83229 w 92916"/>
                    <a:gd name="connsiteY81" fmla="*/ 70681 h 222443"/>
                    <a:gd name="connsiteX82" fmla="*/ 76204 w 92916"/>
                    <a:gd name="connsiteY82" fmla="*/ 54236 h 222443"/>
                    <a:gd name="connsiteX83" fmla="*/ 81323 w 92916"/>
                    <a:gd name="connsiteY83" fmla="*/ 46122 h 222443"/>
                    <a:gd name="connsiteX84" fmla="*/ 78219 w 92916"/>
                    <a:gd name="connsiteY84" fmla="*/ 35885 h 222443"/>
                    <a:gd name="connsiteX85" fmla="*/ 79635 w 92916"/>
                    <a:gd name="connsiteY85" fmla="*/ 35994 h 222443"/>
                    <a:gd name="connsiteX86" fmla="*/ 90961 w 92916"/>
                    <a:gd name="connsiteY86" fmla="*/ 26356 h 222443"/>
                    <a:gd name="connsiteX87" fmla="*/ 87041 w 92916"/>
                    <a:gd name="connsiteY87" fmla="*/ 15792 h 222443"/>
                    <a:gd name="connsiteX88" fmla="*/ 92813 w 92916"/>
                    <a:gd name="connsiteY88" fmla="*/ 9366 h 222443"/>
                    <a:gd name="connsiteX89" fmla="*/ 86169 w 92916"/>
                    <a:gd name="connsiteY89" fmla="*/ 218 h 222443"/>
                    <a:gd name="connsiteX90" fmla="*/ 84808 w 92916"/>
                    <a:gd name="connsiteY90" fmla="*/ 0 h 222443"/>
                    <a:gd name="connsiteX91" fmla="*/ 84808 w 92916"/>
                    <a:gd name="connsiteY91" fmla="*/ 0 h 222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</a:cxnLst>
                  <a:rect l="l" t="t" r="r" b="b"/>
                  <a:pathLst>
                    <a:path w="92916" h="222443">
                      <a:moveTo>
                        <a:pt x="84808" y="5445"/>
                      </a:moveTo>
                      <a:cubicBezTo>
                        <a:pt x="84971" y="5445"/>
                        <a:pt x="85080" y="5445"/>
                        <a:pt x="85244" y="5500"/>
                      </a:cubicBezTo>
                      <a:cubicBezTo>
                        <a:pt x="86660" y="5718"/>
                        <a:pt x="87585" y="7024"/>
                        <a:pt x="87368" y="8440"/>
                      </a:cubicBezTo>
                      <a:cubicBezTo>
                        <a:pt x="87204" y="9420"/>
                        <a:pt x="86496" y="10237"/>
                        <a:pt x="85516" y="10455"/>
                      </a:cubicBezTo>
                      <a:lnTo>
                        <a:pt x="83937" y="10891"/>
                      </a:lnTo>
                      <a:lnTo>
                        <a:pt x="82902" y="9584"/>
                      </a:lnTo>
                      <a:cubicBezTo>
                        <a:pt x="82630" y="9257"/>
                        <a:pt x="82194" y="8549"/>
                        <a:pt x="82358" y="7569"/>
                      </a:cubicBezTo>
                      <a:cubicBezTo>
                        <a:pt x="82521" y="6371"/>
                        <a:pt x="83610" y="5445"/>
                        <a:pt x="84808" y="5445"/>
                      </a:cubicBezTo>
                      <a:moveTo>
                        <a:pt x="81541" y="18242"/>
                      </a:moveTo>
                      <a:lnTo>
                        <a:pt x="83446" y="19821"/>
                      </a:lnTo>
                      <a:cubicBezTo>
                        <a:pt x="85080" y="21237"/>
                        <a:pt x="85843" y="23252"/>
                        <a:pt x="85516" y="25375"/>
                      </a:cubicBezTo>
                      <a:cubicBezTo>
                        <a:pt x="85026" y="28316"/>
                        <a:pt x="82576" y="30385"/>
                        <a:pt x="79580" y="30385"/>
                      </a:cubicBezTo>
                      <a:cubicBezTo>
                        <a:pt x="79308" y="30385"/>
                        <a:pt x="79091" y="30385"/>
                        <a:pt x="78818" y="30331"/>
                      </a:cubicBezTo>
                      <a:lnTo>
                        <a:pt x="76585" y="30059"/>
                      </a:lnTo>
                      <a:lnTo>
                        <a:pt x="75061" y="28316"/>
                      </a:lnTo>
                      <a:cubicBezTo>
                        <a:pt x="74353" y="27499"/>
                        <a:pt x="73209" y="25811"/>
                        <a:pt x="73591" y="23415"/>
                      </a:cubicBezTo>
                      <a:cubicBezTo>
                        <a:pt x="74026" y="20692"/>
                        <a:pt x="76259" y="18623"/>
                        <a:pt x="79036" y="18405"/>
                      </a:cubicBezTo>
                      <a:lnTo>
                        <a:pt x="81541" y="18242"/>
                      </a:lnTo>
                      <a:moveTo>
                        <a:pt x="69180" y="37247"/>
                      </a:moveTo>
                      <a:cubicBezTo>
                        <a:pt x="69507" y="37247"/>
                        <a:pt x="69833" y="37247"/>
                        <a:pt x="70160" y="37301"/>
                      </a:cubicBezTo>
                      <a:lnTo>
                        <a:pt x="72501" y="37627"/>
                      </a:lnTo>
                      <a:lnTo>
                        <a:pt x="74135" y="39425"/>
                      </a:lnTo>
                      <a:cubicBezTo>
                        <a:pt x="75605" y="41004"/>
                        <a:pt x="76204" y="43073"/>
                        <a:pt x="75877" y="45088"/>
                      </a:cubicBezTo>
                      <a:cubicBezTo>
                        <a:pt x="75605" y="46939"/>
                        <a:pt x="74570" y="48518"/>
                        <a:pt x="73046" y="49607"/>
                      </a:cubicBezTo>
                      <a:lnTo>
                        <a:pt x="68200" y="52983"/>
                      </a:lnTo>
                      <a:lnTo>
                        <a:pt x="64170" y="48573"/>
                      </a:lnTo>
                      <a:cubicBezTo>
                        <a:pt x="62754" y="46994"/>
                        <a:pt x="62101" y="44924"/>
                        <a:pt x="62427" y="42910"/>
                      </a:cubicBezTo>
                      <a:cubicBezTo>
                        <a:pt x="62972" y="39642"/>
                        <a:pt x="65803" y="37247"/>
                        <a:pt x="69180" y="37247"/>
                      </a:cubicBezTo>
                      <a:moveTo>
                        <a:pt x="67982" y="54998"/>
                      </a:moveTo>
                      <a:lnTo>
                        <a:pt x="73046" y="58592"/>
                      </a:lnTo>
                      <a:cubicBezTo>
                        <a:pt x="76694" y="61152"/>
                        <a:pt x="78492" y="65399"/>
                        <a:pt x="77838" y="69755"/>
                      </a:cubicBezTo>
                      <a:cubicBezTo>
                        <a:pt x="76912" y="75364"/>
                        <a:pt x="72175" y="79394"/>
                        <a:pt x="66566" y="79394"/>
                      </a:cubicBezTo>
                      <a:cubicBezTo>
                        <a:pt x="66022" y="79394"/>
                        <a:pt x="65477" y="79339"/>
                        <a:pt x="64933" y="79285"/>
                      </a:cubicBezTo>
                      <a:cubicBezTo>
                        <a:pt x="64715" y="79230"/>
                        <a:pt x="64497" y="79176"/>
                        <a:pt x="64225" y="79121"/>
                      </a:cubicBezTo>
                      <a:lnTo>
                        <a:pt x="60849" y="78414"/>
                      </a:lnTo>
                      <a:lnTo>
                        <a:pt x="58452" y="76072"/>
                      </a:lnTo>
                      <a:cubicBezTo>
                        <a:pt x="55784" y="73404"/>
                        <a:pt x="54586" y="69810"/>
                        <a:pt x="55185" y="66107"/>
                      </a:cubicBezTo>
                      <a:cubicBezTo>
                        <a:pt x="55839" y="62186"/>
                        <a:pt x="58452" y="58919"/>
                        <a:pt x="62210" y="57340"/>
                      </a:cubicBezTo>
                      <a:lnTo>
                        <a:pt x="67982" y="54998"/>
                      </a:lnTo>
                      <a:moveTo>
                        <a:pt x="57581" y="84621"/>
                      </a:moveTo>
                      <a:cubicBezTo>
                        <a:pt x="55349" y="97690"/>
                        <a:pt x="52354" y="107764"/>
                        <a:pt x="49467" y="116640"/>
                      </a:cubicBezTo>
                      <a:cubicBezTo>
                        <a:pt x="47725" y="121868"/>
                        <a:pt x="45383" y="126768"/>
                        <a:pt x="42280" y="131615"/>
                      </a:cubicBezTo>
                      <a:cubicBezTo>
                        <a:pt x="38904" y="136842"/>
                        <a:pt x="35364" y="142451"/>
                        <a:pt x="32532" y="148496"/>
                      </a:cubicBezTo>
                      <a:cubicBezTo>
                        <a:pt x="30082" y="153668"/>
                        <a:pt x="27577" y="159277"/>
                        <a:pt x="24637" y="166084"/>
                      </a:cubicBezTo>
                      <a:lnTo>
                        <a:pt x="16578" y="183891"/>
                      </a:lnTo>
                      <a:cubicBezTo>
                        <a:pt x="14127" y="189118"/>
                        <a:pt x="11568" y="194618"/>
                        <a:pt x="8736" y="200227"/>
                      </a:cubicBezTo>
                      <a:cubicBezTo>
                        <a:pt x="9553" y="194618"/>
                        <a:pt x="10370" y="188737"/>
                        <a:pt x="11241" y="182420"/>
                      </a:cubicBezTo>
                      <a:lnTo>
                        <a:pt x="14181" y="163089"/>
                      </a:lnTo>
                      <a:cubicBezTo>
                        <a:pt x="15543" y="155575"/>
                        <a:pt x="16795" y="149367"/>
                        <a:pt x="18047" y="143649"/>
                      </a:cubicBezTo>
                      <a:cubicBezTo>
                        <a:pt x="18755" y="140600"/>
                        <a:pt x="19355" y="137496"/>
                        <a:pt x="19954" y="134392"/>
                      </a:cubicBezTo>
                      <a:cubicBezTo>
                        <a:pt x="20662" y="130798"/>
                        <a:pt x="21423" y="127041"/>
                        <a:pt x="22295" y="123501"/>
                      </a:cubicBezTo>
                      <a:cubicBezTo>
                        <a:pt x="23874" y="117185"/>
                        <a:pt x="26488" y="111413"/>
                        <a:pt x="30137" y="106348"/>
                      </a:cubicBezTo>
                      <a:cubicBezTo>
                        <a:pt x="37869" y="95784"/>
                        <a:pt x="46799" y="88596"/>
                        <a:pt x="56547" y="85057"/>
                      </a:cubicBezTo>
                      <a:lnTo>
                        <a:pt x="57581" y="84621"/>
                      </a:lnTo>
                      <a:moveTo>
                        <a:pt x="84808" y="0"/>
                      </a:moveTo>
                      <a:cubicBezTo>
                        <a:pt x="80942" y="0"/>
                        <a:pt x="77566" y="2777"/>
                        <a:pt x="76912" y="6752"/>
                      </a:cubicBezTo>
                      <a:cubicBezTo>
                        <a:pt x="76531" y="9094"/>
                        <a:pt x="77239" y="11326"/>
                        <a:pt x="78600" y="13069"/>
                      </a:cubicBezTo>
                      <a:cubicBezTo>
                        <a:pt x="73427" y="13504"/>
                        <a:pt x="69071" y="17316"/>
                        <a:pt x="68200" y="22653"/>
                      </a:cubicBezTo>
                      <a:cubicBezTo>
                        <a:pt x="67655" y="26138"/>
                        <a:pt x="68744" y="29514"/>
                        <a:pt x="70922" y="31964"/>
                      </a:cubicBezTo>
                      <a:cubicBezTo>
                        <a:pt x="70324" y="31855"/>
                        <a:pt x="69725" y="31855"/>
                        <a:pt x="69125" y="31855"/>
                      </a:cubicBezTo>
                      <a:cubicBezTo>
                        <a:pt x="63190" y="31855"/>
                        <a:pt x="58017" y="36157"/>
                        <a:pt x="57036" y="42147"/>
                      </a:cubicBezTo>
                      <a:cubicBezTo>
                        <a:pt x="56438" y="45959"/>
                        <a:pt x="57690" y="49662"/>
                        <a:pt x="60141" y="52330"/>
                      </a:cubicBezTo>
                      <a:cubicBezTo>
                        <a:pt x="54858" y="54508"/>
                        <a:pt x="50774" y="59191"/>
                        <a:pt x="49794" y="65236"/>
                      </a:cubicBezTo>
                      <a:cubicBezTo>
                        <a:pt x="48868" y="70844"/>
                        <a:pt x="50883" y="76235"/>
                        <a:pt x="54641" y="79938"/>
                      </a:cubicBezTo>
                      <a:cubicBezTo>
                        <a:pt x="42280" y="84458"/>
                        <a:pt x="32859" y="93443"/>
                        <a:pt x="25726" y="103136"/>
                      </a:cubicBezTo>
                      <a:cubicBezTo>
                        <a:pt x="21533" y="108962"/>
                        <a:pt x="18647" y="115442"/>
                        <a:pt x="16959" y="122249"/>
                      </a:cubicBezTo>
                      <a:cubicBezTo>
                        <a:pt x="15325" y="129056"/>
                        <a:pt x="14181" y="135917"/>
                        <a:pt x="12657" y="142506"/>
                      </a:cubicBezTo>
                      <a:cubicBezTo>
                        <a:pt x="11187" y="149095"/>
                        <a:pt x="9934" y="155684"/>
                        <a:pt x="8736" y="162163"/>
                      </a:cubicBezTo>
                      <a:lnTo>
                        <a:pt x="5795" y="181712"/>
                      </a:lnTo>
                      <a:cubicBezTo>
                        <a:pt x="4053" y="194727"/>
                        <a:pt x="2202" y="207523"/>
                        <a:pt x="24" y="220483"/>
                      </a:cubicBezTo>
                      <a:cubicBezTo>
                        <a:pt x="-85" y="221137"/>
                        <a:pt x="187" y="221790"/>
                        <a:pt x="786" y="222171"/>
                      </a:cubicBezTo>
                      <a:cubicBezTo>
                        <a:pt x="1058" y="222335"/>
                        <a:pt x="1385" y="222444"/>
                        <a:pt x="1657" y="222444"/>
                      </a:cubicBezTo>
                      <a:cubicBezTo>
                        <a:pt x="2202" y="222444"/>
                        <a:pt x="2746" y="222171"/>
                        <a:pt x="3073" y="221682"/>
                      </a:cubicBezTo>
                      <a:cubicBezTo>
                        <a:pt x="10152" y="210355"/>
                        <a:pt x="15870" y="198266"/>
                        <a:pt x="21478" y="186341"/>
                      </a:cubicBezTo>
                      <a:lnTo>
                        <a:pt x="29538" y="168480"/>
                      </a:lnTo>
                      <a:cubicBezTo>
                        <a:pt x="32097" y="162544"/>
                        <a:pt x="34711" y="156664"/>
                        <a:pt x="37379" y="151000"/>
                      </a:cubicBezTo>
                      <a:cubicBezTo>
                        <a:pt x="40047" y="145283"/>
                        <a:pt x="43423" y="139946"/>
                        <a:pt x="46799" y="134719"/>
                      </a:cubicBezTo>
                      <a:cubicBezTo>
                        <a:pt x="50121" y="129491"/>
                        <a:pt x="52681" y="124209"/>
                        <a:pt x="54586" y="118492"/>
                      </a:cubicBezTo>
                      <a:cubicBezTo>
                        <a:pt x="57962" y="108091"/>
                        <a:pt x="60903" y="97799"/>
                        <a:pt x="63135" y="84512"/>
                      </a:cubicBezTo>
                      <a:cubicBezTo>
                        <a:pt x="63353" y="84567"/>
                        <a:pt x="63571" y="84676"/>
                        <a:pt x="63843" y="84676"/>
                      </a:cubicBezTo>
                      <a:cubicBezTo>
                        <a:pt x="64769" y="84839"/>
                        <a:pt x="65641" y="84894"/>
                        <a:pt x="66566" y="84894"/>
                      </a:cubicBezTo>
                      <a:cubicBezTo>
                        <a:pt x="74734" y="84894"/>
                        <a:pt x="81922" y="78958"/>
                        <a:pt x="83229" y="70681"/>
                      </a:cubicBezTo>
                      <a:cubicBezTo>
                        <a:pt x="84263" y="64092"/>
                        <a:pt x="81323" y="57830"/>
                        <a:pt x="76204" y="54236"/>
                      </a:cubicBezTo>
                      <a:cubicBezTo>
                        <a:pt x="78818" y="52385"/>
                        <a:pt x="80778" y="49553"/>
                        <a:pt x="81323" y="46122"/>
                      </a:cubicBezTo>
                      <a:cubicBezTo>
                        <a:pt x="81922" y="42256"/>
                        <a:pt x="80669" y="38553"/>
                        <a:pt x="78219" y="35885"/>
                      </a:cubicBezTo>
                      <a:cubicBezTo>
                        <a:pt x="78709" y="35939"/>
                        <a:pt x="79145" y="35994"/>
                        <a:pt x="79635" y="35994"/>
                      </a:cubicBezTo>
                      <a:cubicBezTo>
                        <a:pt x="85189" y="35994"/>
                        <a:pt x="90036" y="32019"/>
                        <a:pt x="90961" y="26356"/>
                      </a:cubicBezTo>
                      <a:cubicBezTo>
                        <a:pt x="91615" y="22217"/>
                        <a:pt x="89981" y="18296"/>
                        <a:pt x="87041" y="15792"/>
                      </a:cubicBezTo>
                      <a:cubicBezTo>
                        <a:pt x="89981" y="14975"/>
                        <a:pt x="92322" y="12579"/>
                        <a:pt x="92813" y="9366"/>
                      </a:cubicBezTo>
                      <a:cubicBezTo>
                        <a:pt x="93521" y="5010"/>
                        <a:pt x="90526" y="926"/>
                        <a:pt x="86169" y="218"/>
                      </a:cubicBezTo>
                      <a:cubicBezTo>
                        <a:pt x="85679" y="55"/>
                        <a:pt x="85244" y="0"/>
                        <a:pt x="84808" y="0"/>
                      </a:cubicBezTo>
                      <a:lnTo>
                        <a:pt x="84808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7" name="Forme libre : forme 1296">
                  <a:extLst>
                    <a:ext uri="{FF2B5EF4-FFF2-40B4-BE49-F238E27FC236}">
                      <a16:creationId xmlns:a16="http://schemas.microsoft.com/office/drawing/2014/main" id="{41557248-C13F-4D64-80F7-414F5FD70CD7}"/>
                    </a:ext>
                  </a:extLst>
                </p:cNvPr>
                <p:cNvSpPr/>
                <p:nvPr/>
              </p:nvSpPr>
              <p:spPr>
                <a:xfrm>
                  <a:off x="8892628" y="4872854"/>
                  <a:ext cx="162833" cy="170712"/>
                </a:xfrm>
                <a:custGeom>
                  <a:avLst/>
                  <a:gdLst>
                    <a:gd name="connsiteX0" fmla="*/ 156265 w 162833"/>
                    <a:gd name="connsiteY0" fmla="*/ 5445 h 170712"/>
                    <a:gd name="connsiteX1" fmla="*/ 156483 w 162833"/>
                    <a:gd name="connsiteY1" fmla="*/ 5445 h 170712"/>
                    <a:gd name="connsiteX2" fmla="*/ 157517 w 162833"/>
                    <a:gd name="connsiteY2" fmla="*/ 6915 h 170712"/>
                    <a:gd name="connsiteX3" fmla="*/ 156156 w 162833"/>
                    <a:gd name="connsiteY3" fmla="*/ 7896 h 170712"/>
                    <a:gd name="connsiteX4" fmla="*/ 156156 w 162833"/>
                    <a:gd name="connsiteY4" fmla="*/ 7896 h 170712"/>
                    <a:gd name="connsiteX5" fmla="*/ 155230 w 162833"/>
                    <a:gd name="connsiteY5" fmla="*/ 7841 h 170712"/>
                    <a:gd name="connsiteX6" fmla="*/ 155122 w 162833"/>
                    <a:gd name="connsiteY6" fmla="*/ 6861 h 170712"/>
                    <a:gd name="connsiteX7" fmla="*/ 155067 w 162833"/>
                    <a:gd name="connsiteY7" fmla="*/ 6589 h 170712"/>
                    <a:gd name="connsiteX8" fmla="*/ 155067 w 162833"/>
                    <a:gd name="connsiteY8" fmla="*/ 6589 h 170712"/>
                    <a:gd name="connsiteX9" fmla="*/ 155067 w 162833"/>
                    <a:gd name="connsiteY9" fmla="*/ 6371 h 170712"/>
                    <a:gd name="connsiteX10" fmla="*/ 156265 w 162833"/>
                    <a:gd name="connsiteY10" fmla="*/ 5445 h 170712"/>
                    <a:gd name="connsiteX11" fmla="*/ 147007 w 162833"/>
                    <a:gd name="connsiteY11" fmla="*/ 12470 h 170712"/>
                    <a:gd name="connsiteX12" fmla="*/ 147552 w 162833"/>
                    <a:gd name="connsiteY12" fmla="*/ 12524 h 170712"/>
                    <a:gd name="connsiteX13" fmla="*/ 148097 w 162833"/>
                    <a:gd name="connsiteY13" fmla="*/ 12687 h 170712"/>
                    <a:gd name="connsiteX14" fmla="*/ 149948 w 162833"/>
                    <a:gd name="connsiteY14" fmla="*/ 13232 h 170712"/>
                    <a:gd name="connsiteX15" fmla="*/ 150602 w 162833"/>
                    <a:gd name="connsiteY15" fmla="*/ 15083 h 170712"/>
                    <a:gd name="connsiteX16" fmla="*/ 150820 w 162833"/>
                    <a:gd name="connsiteY16" fmla="*/ 16881 h 170712"/>
                    <a:gd name="connsiteX17" fmla="*/ 147062 w 162833"/>
                    <a:gd name="connsiteY17" fmla="*/ 20093 h 170712"/>
                    <a:gd name="connsiteX18" fmla="*/ 146463 w 162833"/>
                    <a:gd name="connsiteY18" fmla="*/ 20039 h 170712"/>
                    <a:gd name="connsiteX19" fmla="*/ 144775 w 162833"/>
                    <a:gd name="connsiteY19" fmla="*/ 19277 h 170712"/>
                    <a:gd name="connsiteX20" fmla="*/ 143958 w 162833"/>
                    <a:gd name="connsiteY20" fmla="*/ 18623 h 170712"/>
                    <a:gd name="connsiteX21" fmla="*/ 143577 w 162833"/>
                    <a:gd name="connsiteY21" fmla="*/ 17806 h 170712"/>
                    <a:gd name="connsiteX22" fmla="*/ 143305 w 162833"/>
                    <a:gd name="connsiteY22" fmla="*/ 15628 h 170712"/>
                    <a:gd name="connsiteX23" fmla="*/ 147007 w 162833"/>
                    <a:gd name="connsiteY23" fmla="*/ 12470 h 170712"/>
                    <a:gd name="connsiteX24" fmla="*/ 131107 w 162833"/>
                    <a:gd name="connsiteY24" fmla="*/ 22762 h 170712"/>
                    <a:gd name="connsiteX25" fmla="*/ 132087 w 162833"/>
                    <a:gd name="connsiteY25" fmla="*/ 22816 h 170712"/>
                    <a:gd name="connsiteX26" fmla="*/ 135028 w 162833"/>
                    <a:gd name="connsiteY26" fmla="*/ 24232 h 170712"/>
                    <a:gd name="connsiteX27" fmla="*/ 135954 w 162833"/>
                    <a:gd name="connsiteY27" fmla="*/ 25049 h 170712"/>
                    <a:gd name="connsiteX28" fmla="*/ 136498 w 162833"/>
                    <a:gd name="connsiteY28" fmla="*/ 26138 h 170712"/>
                    <a:gd name="connsiteX29" fmla="*/ 137152 w 162833"/>
                    <a:gd name="connsiteY29" fmla="*/ 29895 h 170712"/>
                    <a:gd name="connsiteX30" fmla="*/ 131107 w 162833"/>
                    <a:gd name="connsiteY30" fmla="*/ 35068 h 170712"/>
                    <a:gd name="connsiteX31" fmla="*/ 130127 w 162833"/>
                    <a:gd name="connsiteY31" fmla="*/ 35014 h 170712"/>
                    <a:gd name="connsiteX32" fmla="*/ 128330 w 162833"/>
                    <a:gd name="connsiteY32" fmla="*/ 34360 h 170712"/>
                    <a:gd name="connsiteX33" fmla="*/ 125498 w 162833"/>
                    <a:gd name="connsiteY33" fmla="*/ 32890 h 170712"/>
                    <a:gd name="connsiteX34" fmla="*/ 125063 w 162833"/>
                    <a:gd name="connsiteY34" fmla="*/ 29732 h 170712"/>
                    <a:gd name="connsiteX35" fmla="*/ 125009 w 162833"/>
                    <a:gd name="connsiteY35" fmla="*/ 27935 h 170712"/>
                    <a:gd name="connsiteX36" fmla="*/ 131107 w 162833"/>
                    <a:gd name="connsiteY36" fmla="*/ 22762 h 170712"/>
                    <a:gd name="connsiteX37" fmla="*/ 121632 w 162833"/>
                    <a:gd name="connsiteY37" fmla="*/ 35722 h 170712"/>
                    <a:gd name="connsiteX38" fmla="*/ 121251 w 162833"/>
                    <a:gd name="connsiteY38" fmla="*/ 36321 h 170712"/>
                    <a:gd name="connsiteX39" fmla="*/ 111450 w 162833"/>
                    <a:gd name="connsiteY39" fmla="*/ 50315 h 170712"/>
                    <a:gd name="connsiteX40" fmla="*/ 96747 w 162833"/>
                    <a:gd name="connsiteY40" fmla="*/ 67632 h 170712"/>
                    <a:gd name="connsiteX41" fmla="*/ 80629 w 162833"/>
                    <a:gd name="connsiteY41" fmla="*/ 81898 h 170712"/>
                    <a:gd name="connsiteX42" fmla="*/ 79648 w 162833"/>
                    <a:gd name="connsiteY42" fmla="*/ 82661 h 170712"/>
                    <a:gd name="connsiteX43" fmla="*/ 62332 w 162833"/>
                    <a:gd name="connsiteY43" fmla="*/ 96601 h 170712"/>
                    <a:gd name="connsiteX44" fmla="*/ 45941 w 162833"/>
                    <a:gd name="connsiteY44" fmla="*/ 113046 h 170712"/>
                    <a:gd name="connsiteX45" fmla="*/ 30259 w 162833"/>
                    <a:gd name="connsiteY45" fmla="*/ 130635 h 170712"/>
                    <a:gd name="connsiteX46" fmla="*/ 16809 w 162833"/>
                    <a:gd name="connsiteY46" fmla="*/ 147679 h 170712"/>
                    <a:gd name="connsiteX47" fmla="*/ 25576 w 162833"/>
                    <a:gd name="connsiteY47" fmla="*/ 127748 h 170712"/>
                    <a:gd name="connsiteX48" fmla="*/ 37174 w 162833"/>
                    <a:gd name="connsiteY48" fmla="*/ 106620 h 170712"/>
                    <a:gd name="connsiteX49" fmla="*/ 50842 w 162833"/>
                    <a:gd name="connsiteY49" fmla="*/ 86527 h 170712"/>
                    <a:gd name="connsiteX50" fmla="*/ 55362 w 162833"/>
                    <a:gd name="connsiteY50" fmla="*/ 80319 h 170712"/>
                    <a:gd name="connsiteX51" fmla="*/ 65545 w 162833"/>
                    <a:gd name="connsiteY51" fmla="*/ 66597 h 170712"/>
                    <a:gd name="connsiteX52" fmla="*/ 82752 w 162833"/>
                    <a:gd name="connsiteY52" fmla="*/ 50914 h 170712"/>
                    <a:gd name="connsiteX53" fmla="*/ 104098 w 162833"/>
                    <a:gd name="connsiteY53" fmla="*/ 40132 h 170712"/>
                    <a:gd name="connsiteX54" fmla="*/ 120380 w 162833"/>
                    <a:gd name="connsiteY54" fmla="*/ 35994 h 170712"/>
                    <a:gd name="connsiteX55" fmla="*/ 121632 w 162833"/>
                    <a:gd name="connsiteY55" fmla="*/ 35722 h 170712"/>
                    <a:gd name="connsiteX56" fmla="*/ 156265 w 162833"/>
                    <a:gd name="connsiteY56" fmla="*/ 0 h 170712"/>
                    <a:gd name="connsiteX57" fmla="*/ 149622 w 162833"/>
                    <a:gd name="connsiteY57" fmla="*/ 5663 h 170712"/>
                    <a:gd name="connsiteX58" fmla="*/ 149676 w 162833"/>
                    <a:gd name="connsiteY58" fmla="*/ 7460 h 170712"/>
                    <a:gd name="connsiteX59" fmla="*/ 148423 w 162833"/>
                    <a:gd name="connsiteY59" fmla="*/ 7133 h 170712"/>
                    <a:gd name="connsiteX60" fmla="*/ 146954 w 162833"/>
                    <a:gd name="connsiteY60" fmla="*/ 7024 h 170712"/>
                    <a:gd name="connsiteX61" fmla="*/ 137805 w 162833"/>
                    <a:gd name="connsiteY61" fmla="*/ 14811 h 170712"/>
                    <a:gd name="connsiteX62" fmla="*/ 138513 w 162833"/>
                    <a:gd name="connsiteY62" fmla="*/ 20093 h 170712"/>
                    <a:gd name="connsiteX63" fmla="*/ 132904 w 162833"/>
                    <a:gd name="connsiteY63" fmla="*/ 17479 h 170712"/>
                    <a:gd name="connsiteX64" fmla="*/ 131053 w 162833"/>
                    <a:gd name="connsiteY64" fmla="*/ 17316 h 170712"/>
                    <a:gd name="connsiteX65" fmla="*/ 119618 w 162833"/>
                    <a:gd name="connsiteY65" fmla="*/ 27063 h 170712"/>
                    <a:gd name="connsiteX66" fmla="*/ 119618 w 162833"/>
                    <a:gd name="connsiteY66" fmla="*/ 30494 h 170712"/>
                    <a:gd name="connsiteX67" fmla="*/ 102247 w 162833"/>
                    <a:gd name="connsiteY67" fmla="*/ 34905 h 170712"/>
                    <a:gd name="connsiteX68" fmla="*/ 79703 w 162833"/>
                    <a:gd name="connsiteY68" fmla="*/ 46286 h 170712"/>
                    <a:gd name="connsiteX69" fmla="*/ 61243 w 162833"/>
                    <a:gd name="connsiteY69" fmla="*/ 63112 h 170712"/>
                    <a:gd name="connsiteX70" fmla="*/ 46377 w 162833"/>
                    <a:gd name="connsiteY70" fmla="*/ 83260 h 170712"/>
                    <a:gd name="connsiteX71" fmla="*/ 32437 w 162833"/>
                    <a:gd name="connsiteY71" fmla="*/ 103734 h 170712"/>
                    <a:gd name="connsiteX72" fmla="*/ 20566 w 162833"/>
                    <a:gd name="connsiteY72" fmla="*/ 125298 h 170712"/>
                    <a:gd name="connsiteX73" fmla="*/ 10819 w 162833"/>
                    <a:gd name="connsiteY73" fmla="*/ 147679 h 170712"/>
                    <a:gd name="connsiteX74" fmla="*/ 364 w 162833"/>
                    <a:gd name="connsiteY74" fmla="*/ 168044 h 170712"/>
                    <a:gd name="connsiteX75" fmla="*/ 364 w 162833"/>
                    <a:gd name="connsiteY75" fmla="*/ 168044 h 170712"/>
                    <a:gd name="connsiteX76" fmla="*/ 255 w 162833"/>
                    <a:gd name="connsiteY76" fmla="*/ 169950 h 170712"/>
                    <a:gd name="connsiteX77" fmla="*/ 1671 w 162833"/>
                    <a:gd name="connsiteY77" fmla="*/ 170713 h 170712"/>
                    <a:gd name="connsiteX78" fmla="*/ 2542 w 162833"/>
                    <a:gd name="connsiteY78" fmla="*/ 170440 h 170712"/>
                    <a:gd name="connsiteX79" fmla="*/ 19803 w 162833"/>
                    <a:gd name="connsiteY79" fmla="*/ 152579 h 170712"/>
                    <a:gd name="connsiteX80" fmla="*/ 34288 w 162833"/>
                    <a:gd name="connsiteY80" fmla="*/ 134120 h 170712"/>
                    <a:gd name="connsiteX81" fmla="*/ 49753 w 162833"/>
                    <a:gd name="connsiteY81" fmla="*/ 116858 h 170712"/>
                    <a:gd name="connsiteX82" fmla="*/ 65926 w 162833"/>
                    <a:gd name="connsiteY82" fmla="*/ 100576 h 170712"/>
                    <a:gd name="connsiteX83" fmla="*/ 83787 w 162833"/>
                    <a:gd name="connsiteY83" fmla="*/ 86309 h 170712"/>
                    <a:gd name="connsiteX84" fmla="*/ 100613 w 162833"/>
                    <a:gd name="connsiteY84" fmla="*/ 71389 h 170712"/>
                    <a:gd name="connsiteX85" fmla="*/ 115643 w 162833"/>
                    <a:gd name="connsiteY85" fmla="*/ 53691 h 170712"/>
                    <a:gd name="connsiteX86" fmla="*/ 125771 w 162833"/>
                    <a:gd name="connsiteY86" fmla="*/ 39207 h 170712"/>
                    <a:gd name="connsiteX87" fmla="*/ 129147 w 162833"/>
                    <a:gd name="connsiteY87" fmla="*/ 40350 h 170712"/>
                    <a:gd name="connsiteX88" fmla="*/ 130998 w 162833"/>
                    <a:gd name="connsiteY88" fmla="*/ 40514 h 170712"/>
                    <a:gd name="connsiteX89" fmla="*/ 142433 w 162833"/>
                    <a:gd name="connsiteY89" fmla="*/ 30766 h 170712"/>
                    <a:gd name="connsiteX90" fmla="*/ 141236 w 162833"/>
                    <a:gd name="connsiteY90" fmla="*/ 23633 h 170712"/>
                    <a:gd name="connsiteX91" fmla="*/ 145374 w 162833"/>
                    <a:gd name="connsiteY91" fmla="*/ 25484 h 170712"/>
                    <a:gd name="connsiteX92" fmla="*/ 146845 w 162833"/>
                    <a:gd name="connsiteY92" fmla="*/ 25593 h 170712"/>
                    <a:gd name="connsiteX93" fmla="*/ 155992 w 162833"/>
                    <a:gd name="connsiteY93" fmla="*/ 17806 h 170712"/>
                    <a:gd name="connsiteX94" fmla="*/ 155557 w 162833"/>
                    <a:gd name="connsiteY94" fmla="*/ 13395 h 170712"/>
                    <a:gd name="connsiteX95" fmla="*/ 156101 w 162833"/>
                    <a:gd name="connsiteY95" fmla="*/ 13395 h 170712"/>
                    <a:gd name="connsiteX96" fmla="*/ 162745 w 162833"/>
                    <a:gd name="connsiteY96" fmla="*/ 7841 h 170712"/>
                    <a:gd name="connsiteX97" fmla="*/ 157191 w 162833"/>
                    <a:gd name="connsiteY97" fmla="*/ 163 h 170712"/>
                    <a:gd name="connsiteX98" fmla="*/ 156265 w 162833"/>
                    <a:gd name="connsiteY98" fmla="*/ 0 h 170712"/>
                    <a:gd name="connsiteX99" fmla="*/ 156265 w 162833"/>
                    <a:gd name="connsiteY99" fmla="*/ 0 h 170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162833" h="170712">
                      <a:moveTo>
                        <a:pt x="156265" y="5445"/>
                      </a:moveTo>
                      <a:lnTo>
                        <a:pt x="156483" y="5445"/>
                      </a:lnTo>
                      <a:cubicBezTo>
                        <a:pt x="157191" y="5554"/>
                        <a:pt x="157626" y="6207"/>
                        <a:pt x="157517" y="6915"/>
                      </a:cubicBezTo>
                      <a:cubicBezTo>
                        <a:pt x="157408" y="7569"/>
                        <a:pt x="156809" y="7896"/>
                        <a:pt x="156156" y="7896"/>
                      </a:cubicBezTo>
                      <a:cubicBezTo>
                        <a:pt x="156156" y="7896"/>
                        <a:pt x="156156" y="7896"/>
                        <a:pt x="156156" y="7896"/>
                      </a:cubicBezTo>
                      <a:lnTo>
                        <a:pt x="155230" y="7841"/>
                      </a:lnTo>
                      <a:lnTo>
                        <a:pt x="155122" y="6861"/>
                      </a:lnTo>
                      <a:lnTo>
                        <a:pt x="155067" y="6589"/>
                      </a:lnTo>
                      <a:lnTo>
                        <a:pt x="155067" y="6589"/>
                      </a:lnTo>
                      <a:lnTo>
                        <a:pt x="155067" y="6371"/>
                      </a:lnTo>
                      <a:cubicBezTo>
                        <a:pt x="155230" y="5772"/>
                        <a:pt x="155775" y="5445"/>
                        <a:pt x="156265" y="5445"/>
                      </a:cubicBezTo>
                      <a:moveTo>
                        <a:pt x="147007" y="12470"/>
                      </a:moveTo>
                      <a:cubicBezTo>
                        <a:pt x="147225" y="12470"/>
                        <a:pt x="147443" y="12470"/>
                        <a:pt x="147552" y="12524"/>
                      </a:cubicBezTo>
                      <a:lnTo>
                        <a:pt x="148097" y="12687"/>
                      </a:lnTo>
                      <a:lnTo>
                        <a:pt x="149948" y="13232"/>
                      </a:lnTo>
                      <a:lnTo>
                        <a:pt x="150602" y="15083"/>
                      </a:lnTo>
                      <a:cubicBezTo>
                        <a:pt x="150820" y="15737"/>
                        <a:pt x="150874" y="16336"/>
                        <a:pt x="150820" y="16881"/>
                      </a:cubicBezTo>
                      <a:cubicBezTo>
                        <a:pt x="150547" y="18732"/>
                        <a:pt x="148914" y="20093"/>
                        <a:pt x="147062" y="20093"/>
                      </a:cubicBezTo>
                      <a:cubicBezTo>
                        <a:pt x="146845" y="20093"/>
                        <a:pt x="146627" y="20093"/>
                        <a:pt x="146463" y="20039"/>
                      </a:cubicBezTo>
                      <a:cubicBezTo>
                        <a:pt x="145864" y="19930"/>
                        <a:pt x="145320" y="19658"/>
                        <a:pt x="144775" y="19277"/>
                      </a:cubicBezTo>
                      <a:lnTo>
                        <a:pt x="143958" y="18623"/>
                      </a:lnTo>
                      <a:lnTo>
                        <a:pt x="143577" y="17806"/>
                      </a:lnTo>
                      <a:cubicBezTo>
                        <a:pt x="143359" y="17316"/>
                        <a:pt x="143141" y="16554"/>
                        <a:pt x="143305" y="15628"/>
                      </a:cubicBezTo>
                      <a:cubicBezTo>
                        <a:pt x="143523" y="13831"/>
                        <a:pt x="145156" y="12470"/>
                        <a:pt x="147007" y="12470"/>
                      </a:cubicBezTo>
                      <a:moveTo>
                        <a:pt x="131107" y="22762"/>
                      </a:moveTo>
                      <a:cubicBezTo>
                        <a:pt x="131434" y="22762"/>
                        <a:pt x="131761" y="22762"/>
                        <a:pt x="132087" y="22816"/>
                      </a:cubicBezTo>
                      <a:cubicBezTo>
                        <a:pt x="133177" y="22979"/>
                        <a:pt x="134156" y="23470"/>
                        <a:pt x="135028" y="24232"/>
                      </a:cubicBezTo>
                      <a:lnTo>
                        <a:pt x="135954" y="25049"/>
                      </a:lnTo>
                      <a:lnTo>
                        <a:pt x="136498" y="26138"/>
                      </a:lnTo>
                      <a:cubicBezTo>
                        <a:pt x="136934" y="26955"/>
                        <a:pt x="137424" y="28316"/>
                        <a:pt x="137152" y="29895"/>
                      </a:cubicBezTo>
                      <a:cubicBezTo>
                        <a:pt x="136662" y="32890"/>
                        <a:pt x="134102" y="35068"/>
                        <a:pt x="131107" y="35068"/>
                      </a:cubicBezTo>
                      <a:cubicBezTo>
                        <a:pt x="130780" y="35068"/>
                        <a:pt x="130454" y="35068"/>
                        <a:pt x="130127" y="35014"/>
                      </a:cubicBezTo>
                      <a:cubicBezTo>
                        <a:pt x="129582" y="34905"/>
                        <a:pt x="129038" y="34742"/>
                        <a:pt x="128330" y="34360"/>
                      </a:cubicBezTo>
                      <a:lnTo>
                        <a:pt x="125498" y="32890"/>
                      </a:lnTo>
                      <a:lnTo>
                        <a:pt x="125063" y="29732"/>
                      </a:lnTo>
                      <a:cubicBezTo>
                        <a:pt x="124954" y="29024"/>
                        <a:pt x="124954" y="28425"/>
                        <a:pt x="125009" y="27935"/>
                      </a:cubicBezTo>
                      <a:cubicBezTo>
                        <a:pt x="125498" y="24940"/>
                        <a:pt x="128058" y="22762"/>
                        <a:pt x="131107" y="22762"/>
                      </a:cubicBezTo>
                      <a:moveTo>
                        <a:pt x="121632" y="35722"/>
                      </a:moveTo>
                      <a:lnTo>
                        <a:pt x="121251" y="36321"/>
                      </a:lnTo>
                      <a:cubicBezTo>
                        <a:pt x="118038" y="41494"/>
                        <a:pt x="114499" y="46231"/>
                        <a:pt x="111450" y="50315"/>
                      </a:cubicBezTo>
                      <a:cubicBezTo>
                        <a:pt x="106712" y="56360"/>
                        <a:pt x="101920" y="62023"/>
                        <a:pt x="96747" y="67632"/>
                      </a:cubicBezTo>
                      <a:cubicBezTo>
                        <a:pt x="91628" y="73131"/>
                        <a:pt x="86346" y="77814"/>
                        <a:pt x="80629" y="81898"/>
                      </a:cubicBezTo>
                      <a:lnTo>
                        <a:pt x="79648" y="82661"/>
                      </a:lnTo>
                      <a:cubicBezTo>
                        <a:pt x="73822" y="86963"/>
                        <a:pt x="67723" y="91428"/>
                        <a:pt x="62332" y="96601"/>
                      </a:cubicBezTo>
                      <a:cubicBezTo>
                        <a:pt x="56832" y="101720"/>
                        <a:pt x="51278" y="107274"/>
                        <a:pt x="45941" y="113046"/>
                      </a:cubicBezTo>
                      <a:cubicBezTo>
                        <a:pt x="41150" y="117947"/>
                        <a:pt x="36194" y="123556"/>
                        <a:pt x="30259" y="130635"/>
                      </a:cubicBezTo>
                      <a:cubicBezTo>
                        <a:pt x="25957" y="135753"/>
                        <a:pt x="21655" y="141199"/>
                        <a:pt x="16809" y="147679"/>
                      </a:cubicBezTo>
                      <a:cubicBezTo>
                        <a:pt x="19150" y="141798"/>
                        <a:pt x="21982" y="135372"/>
                        <a:pt x="25576" y="127748"/>
                      </a:cubicBezTo>
                      <a:cubicBezTo>
                        <a:pt x="29878" y="119363"/>
                        <a:pt x="33580" y="112610"/>
                        <a:pt x="37174" y="106620"/>
                      </a:cubicBezTo>
                      <a:cubicBezTo>
                        <a:pt x="41585" y="99596"/>
                        <a:pt x="46160" y="92844"/>
                        <a:pt x="50842" y="86527"/>
                      </a:cubicBezTo>
                      <a:cubicBezTo>
                        <a:pt x="52367" y="84458"/>
                        <a:pt x="53837" y="82389"/>
                        <a:pt x="55362" y="80319"/>
                      </a:cubicBezTo>
                      <a:cubicBezTo>
                        <a:pt x="58683" y="75745"/>
                        <a:pt x="62114" y="71008"/>
                        <a:pt x="65545" y="66597"/>
                      </a:cubicBezTo>
                      <a:cubicBezTo>
                        <a:pt x="70718" y="60226"/>
                        <a:pt x="76490" y="54944"/>
                        <a:pt x="82752" y="50914"/>
                      </a:cubicBezTo>
                      <a:cubicBezTo>
                        <a:pt x="89559" y="46449"/>
                        <a:pt x="96747" y="42801"/>
                        <a:pt x="104098" y="40132"/>
                      </a:cubicBezTo>
                      <a:cubicBezTo>
                        <a:pt x="109761" y="38118"/>
                        <a:pt x="115098" y="36756"/>
                        <a:pt x="120380" y="35994"/>
                      </a:cubicBezTo>
                      <a:lnTo>
                        <a:pt x="121632" y="35722"/>
                      </a:lnTo>
                      <a:moveTo>
                        <a:pt x="156265" y="0"/>
                      </a:moveTo>
                      <a:cubicBezTo>
                        <a:pt x="153052" y="0"/>
                        <a:pt x="150166" y="2341"/>
                        <a:pt x="149622" y="5663"/>
                      </a:cubicBezTo>
                      <a:cubicBezTo>
                        <a:pt x="149513" y="6262"/>
                        <a:pt x="149622" y="6861"/>
                        <a:pt x="149676" y="7460"/>
                      </a:cubicBezTo>
                      <a:cubicBezTo>
                        <a:pt x="149295" y="7351"/>
                        <a:pt x="148859" y="7188"/>
                        <a:pt x="148423" y="7133"/>
                      </a:cubicBezTo>
                      <a:cubicBezTo>
                        <a:pt x="147933" y="7079"/>
                        <a:pt x="147443" y="7024"/>
                        <a:pt x="146954" y="7024"/>
                      </a:cubicBezTo>
                      <a:cubicBezTo>
                        <a:pt x="142488" y="7024"/>
                        <a:pt x="138567" y="10292"/>
                        <a:pt x="137805" y="14811"/>
                      </a:cubicBezTo>
                      <a:cubicBezTo>
                        <a:pt x="137532" y="16663"/>
                        <a:pt x="137805" y="18460"/>
                        <a:pt x="138513" y="20093"/>
                      </a:cubicBezTo>
                      <a:cubicBezTo>
                        <a:pt x="136934" y="18787"/>
                        <a:pt x="135082" y="17806"/>
                        <a:pt x="132904" y="17479"/>
                      </a:cubicBezTo>
                      <a:cubicBezTo>
                        <a:pt x="132305" y="17371"/>
                        <a:pt x="131652" y="17316"/>
                        <a:pt x="131053" y="17316"/>
                      </a:cubicBezTo>
                      <a:cubicBezTo>
                        <a:pt x="125444" y="17316"/>
                        <a:pt x="120543" y="21346"/>
                        <a:pt x="119618" y="27063"/>
                      </a:cubicBezTo>
                      <a:cubicBezTo>
                        <a:pt x="119454" y="28207"/>
                        <a:pt x="119454" y="29350"/>
                        <a:pt x="119618" y="30494"/>
                      </a:cubicBezTo>
                      <a:cubicBezTo>
                        <a:pt x="113573" y="31365"/>
                        <a:pt x="107801" y="32890"/>
                        <a:pt x="102247" y="34905"/>
                      </a:cubicBezTo>
                      <a:cubicBezTo>
                        <a:pt x="94242" y="37791"/>
                        <a:pt x="86673" y="41657"/>
                        <a:pt x="79703" y="46286"/>
                      </a:cubicBezTo>
                      <a:cubicBezTo>
                        <a:pt x="72678" y="50860"/>
                        <a:pt x="66525" y="56577"/>
                        <a:pt x="61243" y="63112"/>
                      </a:cubicBezTo>
                      <a:cubicBezTo>
                        <a:pt x="56124" y="69755"/>
                        <a:pt x="51278" y="76562"/>
                        <a:pt x="46377" y="83260"/>
                      </a:cubicBezTo>
                      <a:cubicBezTo>
                        <a:pt x="41422" y="89903"/>
                        <a:pt x="36793" y="96764"/>
                        <a:pt x="32437" y="103734"/>
                      </a:cubicBezTo>
                      <a:cubicBezTo>
                        <a:pt x="28189" y="110759"/>
                        <a:pt x="24269" y="118001"/>
                        <a:pt x="20566" y="125298"/>
                      </a:cubicBezTo>
                      <a:cubicBezTo>
                        <a:pt x="17081" y="132704"/>
                        <a:pt x="13705" y="140164"/>
                        <a:pt x="10819" y="147679"/>
                      </a:cubicBezTo>
                      <a:cubicBezTo>
                        <a:pt x="7933" y="155030"/>
                        <a:pt x="5265" y="162109"/>
                        <a:pt x="364" y="168044"/>
                      </a:cubicBezTo>
                      <a:lnTo>
                        <a:pt x="364" y="168044"/>
                      </a:lnTo>
                      <a:cubicBezTo>
                        <a:pt x="-72" y="168589"/>
                        <a:pt x="-126" y="169351"/>
                        <a:pt x="255" y="169950"/>
                      </a:cubicBezTo>
                      <a:cubicBezTo>
                        <a:pt x="582" y="170440"/>
                        <a:pt x="1126" y="170713"/>
                        <a:pt x="1671" y="170713"/>
                      </a:cubicBezTo>
                      <a:cubicBezTo>
                        <a:pt x="1998" y="170713"/>
                        <a:pt x="2269" y="170604"/>
                        <a:pt x="2542" y="170440"/>
                      </a:cubicBezTo>
                      <a:cubicBezTo>
                        <a:pt x="9730" y="165921"/>
                        <a:pt x="15066" y="158951"/>
                        <a:pt x="19803" y="152579"/>
                      </a:cubicBezTo>
                      <a:cubicBezTo>
                        <a:pt x="24541" y="146208"/>
                        <a:pt x="29278" y="140055"/>
                        <a:pt x="34288" y="134120"/>
                      </a:cubicBezTo>
                      <a:cubicBezTo>
                        <a:pt x="39298" y="128184"/>
                        <a:pt x="44362" y="122358"/>
                        <a:pt x="49753" y="116858"/>
                      </a:cubicBezTo>
                      <a:cubicBezTo>
                        <a:pt x="54926" y="111195"/>
                        <a:pt x="60317" y="105749"/>
                        <a:pt x="65926" y="100576"/>
                      </a:cubicBezTo>
                      <a:cubicBezTo>
                        <a:pt x="71426" y="95294"/>
                        <a:pt x="77688" y="90774"/>
                        <a:pt x="83787" y="86309"/>
                      </a:cubicBezTo>
                      <a:cubicBezTo>
                        <a:pt x="89940" y="81898"/>
                        <a:pt x="95494" y="76889"/>
                        <a:pt x="100613" y="71389"/>
                      </a:cubicBezTo>
                      <a:cubicBezTo>
                        <a:pt x="105732" y="65834"/>
                        <a:pt x="110742" y="59954"/>
                        <a:pt x="115643" y="53691"/>
                      </a:cubicBezTo>
                      <a:cubicBezTo>
                        <a:pt x="119073" y="49117"/>
                        <a:pt x="122503" y="44489"/>
                        <a:pt x="125771" y="39207"/>
                      </a:cubicBezTo>
                      <a:cubicBezTo>
                        <a:pt x="126805" y="39751"/>
                        <a:pt x="127949" y="40187"/>
                        <a:pt x="129147" y="40350"/>
                      </a:cubicBezTo>
                      <a:cubicBezTo>
                        <a:pt x="129746" y="40459"/>
                        <a:pt x="130399" y="40514"/>
                        <a:pt x="130998" y="40514"/>
                      </a:cubicBezTo>
                      <a:cubicBezTo>
                        <a:pt x="136607" y="40514"/>
                        <a:pt x="141508" y="36484"/>
                        <a:pt x="142433" y="30766"/>
                      </a:cubicBezTo>
                      <a:cubicBezTo>
                        <a:pt x="142870" y="28207"/>
                        <a:pt x="142379" y="25757"/>
                        <a:pt x="141236" y="23633"/>
                      </a:cubicBezTo>
                      <a:cubicBezTo>
                        <a:pt x="142433" y="24559"/>
                        <a:pt x="143795" y="25212"/>
                        <a:pt x="145374" y="25484"/>
                      </a:cubicBezTo>
                      <a:cubicBezTo>
                        <a:pt x="145864" y="25539"/>
                        <a:pt x="146354" y="25593"/>
                        <a:pt x="146845" y="25593"/>
                      </a:cubicBezTo>
                      <a:cubicBezTo>
                        <a:pt x="151309" y="25593"/>
                        <a:pt x="155230" y="22326"/>
                        <a:pt x="155992" y="17806"/>
                      </a:cubicBezTo>
                      <a:cubicBezTo>
                        <a:pt x="156265" y="16282"/>
                        <a:pt x="156047" y="14757"/>
                        <a:pt x="155557" y="13395"/>
                      </a:cubicBezTo>
                      <a:cubicBezTo>
                        <a:pt x="155721" y="13395"/>
                        <a:pt x="155883" y="13395"/>
                        <a:pt x="156101" y="13395"/>
                      </a:cubicBezTo>
                      <a:cubicBezTo>
                        <a:pt x="159314" y="13395"/>
                        <a:pt x="162200" y="11108"/>
                        <a:pt x="162745" y="7841"/>
                      </a:cubicBezTo>
                      <a:cubicBezTo>
                        <a:pt x="163344" y="4193"/>
                        <a:pt x="160839" y="708"/>
                        <a:pt x="157191" y="163"/>
                      </a:cubicBezTo>
                      <a:cubicBezTo>
                        <a:pt x="156973" y="0"/>
                        <a:pt x="156591" y="0"/>
                        <a:pt x="156265" y="0"/>
                      </a:cubicBezTo>
                      <a:lnTo>
                        <a:pt x="156265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8" name="Forme libre : forme 1297">
                  <a:extLst>
                    <a:ext uri="{FF2B5EF4-FFF2-40B4-BE49-F238E27FC236}">
                      <a16:creationId xmlns:a16="http://schemas.microsoft.com/office/drawing/2014/main" id="{AE4A15EE-0A8E-480B-BC53-A7E25C21A25D}"/>
                    </a:ext>
                  </a:extLst>
                </p:cNvPr>
                <p:cNvSpPr/>
                <p:nvPr/>
              </p:nvSpPr>
              <p:spPr>
                <a:xfrm>
                  <a:off x="8904883" y="4954752"/>
                  <a:ext cx="216346" cy="103734"/>
                </a:xfrm>
                <a:custGeom>
                  <a:avLst/>
                  <a:gdLst>
                    <a:gd name="connsiteX0" fmla="*/ 206850 w 216346"/>
                    <a:gd name="connsiteY0" fmla="*/ 5445 h 103734"/>
                    <a:gd name="connsiteX1" fmla="*/ 207503 w 216346"/>
                    <a:gd name="connsiteY1" fmla="*/ 5500 h 103734"/>
                    <a:gd name="connsiteX2" fmla="*/ 210988 w 216346"/>
                    <a:gd name="connsiteY2" fmla="*/ 10346 h 103734"/>
                    <a:gd name="connsiteX3" fmla="*/ 206850 w 216346"/>
                    <a:gd name="connsiteY3" fmla="*/ 13886 h 103734"/>
                    <a:gd name="connsiteX4" fmla="*/ 206197 w 216346"/>
                    <a:gd name="connsiteY4" fmla="*/ 13831 h 103734"/>
                    <a:gd name="connsiteX5" fmla="*/ 204127 w 216346"/>
                    <a:gd name="connsiteY5" fmla="*/ 12851 h 103734"/>
                    <a:gd name="connsiteX6" fmla="*/ 202983 w 216346"/>
                    <a:gd name="connsiteY6" fmla="*/ 11816 h 103734"/>
                    <a:gd name="connsiteX7" fmla="*/ 202766 w 216346"/>
                    <a:gd name="connsiteY7" fmla="*/ 10237 h 103734"/>
                    <a:gd name="connsiteX8" fmla="*/ 202711 w 216346"/>
                    <a:gd name="connsiteY8" fmla="*/ 8985 h 103734"/>
                    <a:gd name="connsiteX9" fmla="*/ 206850 w 216346"/>
                    <a:gd name="connsiteY9" fmla="*/ 5445 h 103734"/>
                    <a:gd name="connsiteX10" fmla="*/ 206850 w 216346"/>
                    <a:gd name="connsiteY10" fmla="*/ 5445 h 103734"/>
                    <a:gd name="connsiteX11" fmla="*/ 192691 w 216346"/>
                    <a:gd name="connsiteY11" fmla="*/ 14812 h 103734"/>
                    <a:gd name="connsiteX12" fmla="*/ 193073 w 216346"/>
                    <a:gd name="connsiteY12" fmla="*/ 14866 h 103734"/>
                    <a:gd name="connsiteX13" fmla="*/ 194107 w 216346"/>
                    <a:gd name="connsiteY13" fmla="*/ 15356 h 103734"/>
                    <a:gd name="connsiteX14" fmla="*/ 195088 w 216346"/>
                    <a:gd name="connsiteY14" fmla="*/ 16064 h 103734"/>
                    <a:gd name="connsiteX15" fmla="*/ 195142 w 216346"/>
                    <a:gd name="connsiteY15" fmla="*/ 17153 h 103734"/>
                    <a:gd name="connsiteX16" fmla="*/ 195088 w 216346"/>
                    <a:gd name="connsiteY16" fmla="*/ 17643 h 103734"/>
                    <a:gd name="connsiteX17" fmla="*/ 192691 w 216346"/>
                    <a:gd name="connsiteY17" fmla="*/ 19658 h 103734"/>
                    <a:gd name="connsiteX18" fmla="*/ 192311 w 216346"/>
                    <a:gd name="connsiteY18" fmla="*/ 19603 h 103734"/>
                    <a:gd name="connsiteX19" fmla="*/ 191058 w 216346"/>
                    <a:gd name="connsiteY19" fmla="*/ 19004 h 103734"/>
                    <a:gd name="connsiteX20" fmla="*/ 190459 w 216346"/>
                    <a:gd name="connsiteY20" fmla="*/ 18460 h 103734"/>
                    <a:gd name="connsiteX21" fmla="*/ 190350 w 216346"/>
                    <a:gd name="connsiteY21" fmla="*/ 17588 h 103734"/>
                    <a:gd name="connsiteX22" fmla="*/ 190296 w 216346"/>
                    <a:gd name="connsiteY22" fmla="*/ 16826 h 103734"/>
                    <a:gd name="connsiteX23" fmla="*/ 192691 w 216346"/>
                    <a:gd name="connsiteY23" fmla="*/ 14812 h 103734"/>
                    <a:gd name="connsiteX24" fmla="*/ 180439 w 216346"/>
                    <a:gd name="connsiteY24" fmla="*/ 22163 h 103734"/>
                    <a:gd name="connsiteX25" fmla="*/ 180712 w 216346"/>
                    <a:gd name="connsiteY25" fmla="*/ 22163 h 103734"/>
                    <a:gd name="connsiteX26" fmla="*/ 181420 w 216346"/>
                    <a:gd name="connsiteY26" fmla="*/ 22598 h 103734"/>
                    <a:gd name="connsiteX27" fmla="*/ 181910 w 216346"/>
                    <a:gd name="connsiteY27" fmla="*/ 23034 h 103734"/>
                    <a:gd name="connsiteX28" fmla="*/ 181964 w 216346"/>
                    <a:gd name="connsiteY28" fmla="*/ 23687 h 103734"/>
                    <a:gd name="connsiteX29" fmla="*/ 182019 w 216346"/>
                    <a:gd name="connsiteY29" fmla="*/ 24068 h 103734"/>
                    <a:gd name="connsiteX30" fmla="*/ 182073 w 216346"/>
                    <a:gd name="connsiteY30" fmla="*/ 24287 h 103734"/>
                    <a:gd name="connsiteX31" fmla="*/ 180439 w 216346"/>
                    <a:gd name="connsiteY31" fmla="*/ 25539 h 103734"/>
                    <a:gd name="connsiteX32" fmla="*/ 180168 w 216346"/>
                    <a:gd name="connsiteY32" fmla="*/ 25539 h 103734"/>
                    <a:gd name="connsiteX33" fmla="*/ 179296 w 216346"/>
                    <a:gd name="connsiteY33" fmla="*/ 24994 h 103734"/>
                    <a:gd name="connsiteX34" fmla="*/ 178861 w 216346"/>
                    <a:gd name="connsiteY34" fmla="*/ 24559 h 103734"/>
                    <a:gd name="connsiteX35" fmla="*/ 178806 w 216346"/>
                    <a:gd name="connsiteY35" fmla="*/ 24287 h 103734"/>
                    <a:gd name="connsiteX36" fmla="*/ 178752 w 216346"/>
                    <a:gd name="connsiteY36" fmla="*/ 23633 h 103734"/>
                    <a:gd name="connsiteX37" fmla="*/ 180439 w 216346"/>
                    <a:gd name="connsiteY37" fmla="*/ 22163 h 103734"/>
                    <a:gd name="connsiteX38" fmla="*/ 166391 w 216346"/>
                    <a:gd name="connsiteY38" fmla="*/ 27608 h 103734"/>
                    <a:gd name="connsiteX39" fmla="*/ 167044 w 216346"/>
                    <a:gd name="connsiteY39" fmla="*/ 27663 h 103734"/>
                    <a:gd name="connsiteX40" fmla="*/ 169440 w 216346"/>
                    <a:gd name="connsiteY40" fmla="*/ 29024 h 103734"/>
                    <a:gd name="connsiteX41" fmla="*/ 169985 w 216346"/>
                    <a:gd name="connsiteY41" fmla="*/ 29677 h 103734"/>
                    <a:gd name="connsiteX42" fmla="*/ 170257 w 216346"/>
                    <a:gd name="connsiteY42" fmla="*/ 30494 h 103734"/>
                    <a:gd name="connsiteX43" fmla="*/ 170475 w 216346"/>
                    <a:gd name="connsiteY43" fmla="*/ 32455 h 103734"/>
                    <a:gd name="connsiteX44" fmla="*/ 166391 w 216346"/>
                    <a:gd name="connsiteY44" fmla="*/ 35939 h 103734"/>
                    <a:gd name="connsiteX45" fmla="*/ 165737 w 216346"/>
                    <a:gd name="connsiteY45" fmla="*/ 35885 h 103734"/>
                    <a:gd name="connsiteX46" fmla="*/ 163395 w 216346"/>
                    <a:gd name="connsiteY46" fmla="*/ 34578 h 103734"/>
                    <a:gd name="connsiteX47" fmla="*/ 162687 w 216346"/>
                    <a:gd name="connsiteY47" fmla="*/ 33816 h 103734"/>
                    <a:gd name="connsiteX48" fmla="*/ 162416 w 216346"/>
                    <a:gd name="connsiteY48" fmla="*/ 32890 h 103734"/>
                    <a:gd name="connsiteX49" fmla="*/ 162307 w 216346"/>
                    <a:gd name="connsiteY49" fmla="*/ 31148 h 103734"/>
                    <a:gd name="connsiteX50" fmla="*/ 166391 w 216346"/>
                    <a:gd name="connsiteY50" fmla="*/ 27608 h 103734"/>
                    <a:gd name="connsiteX51" fmla="*/ 127239 w 216346"/>
                    <a:gd name="connsiteY51" fmla="*/ 40514 h 103734"/>
                    <a:gd name="connsiteX52" fmla="*/ 136931 w 216346"/>
                    <a:gd name="connsiteY52" fmla="*/ 41004 h 103734"/>
                    <a:gd name="connsiteX53" fmla="*/ 139926 w 216346"/>
                    <a:gd name="connsiteY53" fmla="*/ 41276 h 103734"/>
                    <a:gd name="connsiteX54" fmla="*/ 146351 w 216346"/>
                    <a:gd name="connsiteY54" fmla="*/ 41712 h 103734"/>
                    <a:gd name="connsiteX55" fmla="*/ 146624 w 216346"/>
                    <a:gd name="connsiteY55" fmla="*/ 41712 h 103734"/>
                    <a:gd name="connsiteX56" fmla="*/ 147931 w 216346"/>
                    <a:gd name="connsiteY56" fmla="*/ 41712 h 103734"/>
                    <a:gd name="connsiteX57" fmla="*/ 152886 w 216346"/>
                    <a:gd name="connsiteY57" fmla="*/ 41276 h 103734"/>
                    <a:gd name="connsiteX58" fmla="*/ 150163 w 216346"/>
                    <a:gd name="connsiteY58" fmla="*/ 45523 h 103734"/>
                    <a:gd name="connsiteX59" fmla="*/ 140743 w 216346"/>
                    <a:gd name="connsiteY59" fmla="*/ 53147 h 103734"/>
                    <a:gd name="connsiteX60" fmla="*/ 130723 w 216346"/>
                    <a:gd name="connsiteY60" fmla="*/ 58375 h 103734"/>
                    <a:gd name="connsiteX61" fmla="*/ 120922 w 216346"/>
                    <a:gd name="connsiteY61" fmla="*/ 62404 h 103734"/>
                    <a:gd name="connsiteX62" fmla="*/ 101481 w 216346"/>
                    <a:gd name="connsiteY62" fmla="*/ 66651 h 103734"/>
                    <a:gd name="connsiteX63" fmla="*/ 99576 w 216346"/>
                    <a:gd name="connsiteY63" fmla="*/ 66815 h 103734"/>
                    <a:gd name="connsiteX64" fmla="*/ 79918 w 216346"/>
                    <a:gd name="connsiteY64" fmla="*/ 69102 h 103734"/>
                    <a:gd name="connsiteX65" fmla="*/ 59280 w 216346"/>
                    <a:gd name="connsiteY65" fmla="*/ 73622 h 103734"/>
                    <a:gd name="connsiteX66" fmla="*/ 38805 w 216346"/>
                    <a:gd name="connsiteY66" fmla="*/ 79611 h 103734"/>
                    <a:gd name="connsiteX67" fmla="*/ 20400 w 216346"/>
                    <a:gd name="connsiteY67" fmla="*/ 87072 h 103734"/>
                    <a:gd name="connsiteX68" fmla="*/ 36137 w 216346"/>
                    <a:gd name="connsiteY68" fmla="*/ 74711 h 103734"/>
                    <a:gd name="connsiteX69" fmla="*/ 55196 w 216346"/>
                    <a:gd name="connsiteY69" fmla="*/ 63439 h 103734"/>
                    <a:gd name="connsiteX70" fmla="*/ 75507 w 216346"/>
                    <a:gd name="connsiteY70" fmla="*/ 54399 h 103734"/>
                    <a:gd name="connsiteX71" fmla="*/ 86997 w 216346"/>
                    <a:gd name="connsiteY71" fmla="*/ 49607 h 103734"/>
                    <a:gd name="connsiteX72" fmla="*/ 96363 w 216346"/>
                    <a:gd name="connsiteY72" fmla="*/ 45687 h 103734"/>
                    <a:gd name="connsiteX73" fmla="*/ 116184 w 216346"/>
                    <a:gd name="connsiteY73" fmla="*/ 41004 h 103734"/>
                    <a:gd name="connsiteX74" fmla="*/ 126748 w 216346"/>
                    <a:gd name="connsiteY74" fmla="*/ 40568 h 103734"/>
                    <a:gd name="connsiteX75" fmla="*/ 127239 w 216346"/>
                    <a:gd name="connsiteY75" fmla="*/ 40514 h 103734"/>
                    <a:gd name="connsiteX76" fmla="*/ 206850 w 216346"/>
                    <a:gd name="connsiteY76" fmla="*/ 0 h 103734"/>
                    <a:gd name="connsiteX77" fmla="*/ 197321 w 216346"/>
                    <a:gd name="connsiteY77" fmla="*/ 8114 h 103734"/>
                    <a:gd name="connsiteX78" fmla="*/ 197321 w 216346"/>
                    <a:gd name="connsiteY78" fmla="*/ 10945 h 103734"/>
                    <a:gd name="connsiteX79" fmla="*/ 193890 w 216346"/>
                    <a:gd name="connsiteY79" fmla="*/ 9475 h 103734"/>
                    <a:gd name="connsiteX80" fmla="*/ 192637 w 216346"/>
                    <a:gd name="connsiteY80" fmla="*/ 9366 h 103734"/>
                    <a:gd name="connsiteX81" fmla="*/ 184905 w 216346"/>
                    <a:gd name="connsiteY81" fmla="*/ 15955 h 103734"/>
                    <a:gd name="connsiteX82" fmla="*/ 184959 w 216346"/>
                    <a:gd name="connsiteY82" fmla="*/ 18405 h 103734"/>
                    <a:gd name="connsiteX83" fmla="*/ 181583 w 216346"/>
                    <a:gd name="connsiteY83" fmla="*/ 16772 h 103734"/>
                    <a:gd name="connsiteX84" fmla="*/ 180439 w 216346"/>
                    <a:gd name="connsiteY84" fmla="*/ 16663 h 103734"/>
                    <a:gd name="connsiteX85" fmla="*/ 173415 w 216346"/>
                    <a:gd name="connsiteY85" fmla="*/ 22653 h 103734"/>
                    <a:gd name="connsiteX86" fmla="*/ 173524 w 216346"/>
                    <a:gd name="connsiteY86" fmla="*/ 25376 h 103734"/>
                    <a:gd name="connsiteX87" fmla="*/ 167915 w 216346"/>
                    <a:gd name="connsiteY87" fmla="*/ 22217 h 103734"/>
                    <a:gd name="connsiteX88" fmla="*/ 166391 w 216346"/>
                    <a:gd name="connsiteY88" fmla="*/ 22108 h 103734"/>
                    <a:gd name="connsiteX89" fmla="*/ 156970 w 216346"/>
                    <a:gd name="connsiteY89" fmla="*/ 30167 h 103734"/>
                    <a:gd name="connsiteX90" fmla="*/ 157188 w 216346"/>
                    <a:gd name="connsiteY90" fmla="*/ 34197 h 103734"/>
                    <a:gd name="connsiteX91" fmla="*/ 156861 w 216346"/>
                    <a:gd name="connsiteY91" fmla="*/ 34251 h 103734"/>
                    <a:gd name="connsiteX92" fmla="*/ 156643 w 216346"/>
                    <a:gd name="connsiteY92" fmla="*/ 34360 h 103734"/>
                    <a:gd name="connsiteX93" fmla="*/ 147876 w 216346"/>
                    <a:gd name="connsiteY93" fmla="*/ 36212 h 103734"/>
                    <a:gd name="connsiteX94" fmla="*/ 146678 w 216346"/>
                    <a:gd name="connsiteY94" fmla="*/ 36212 h 103734"/>
                    <a:gd name="connsiteX95" fmla="*/ 146297 w 216346"/>
                    <a:gd name="connsiteY95" fmla="*/ 36212 h 103734"/>
                    <a:gd name="connsiteX96" fmla="*/ 137312 w 216346"/>
                    <a:gd name="connsiteY96" fmla="*/ 35558 h 103734"/>
                    <a:gd name="connsiteX97" fmla="*/ 127184 w 216346"/>
                    <a:gd name="connsiteY97" fmla="*/ 35068 h 103734"/>
                    <a:gd name="connsiteX98" fmla="*/ 126748 w 216346"/>
                    <a:gd name="connsiteY98" fmla="*/ 35068 h 103734"/>
                    <a:gd name="connsiteX99" fmla="*/ 126694 w 216346"/>
                    <a:gd name="connsiteY99" fmla="*/ 35068 h 103734"/>
                    <a:gd name="connsiteX100" fmla="*/ 115748 w 216346"/>
                    <a:gd name="connsiteY100" fmla="*/ 35558 h 103734"/>
                    <a:gd name="connsiteX101" fmla="*/ 94348 w 216346"/>
                    <a:gd name="connsiteY101" fmla="*/ 40623 h 103734"/>
                    <a:gd name="connsiteX102" fmla="*/ 73492 w 216346"/>
                    <a:gd name="connsiteY102" fmla="*/ 49335 h 103734"/>
                    <a:gd name="connsiteX103" fmla="*/ 52745 w 216346"/>
                    <a:gd name="connsiteY103" fmla="*/ 58592 h 103734"/>
                    <a:gd name="connsiteX104" fmla="*/ 33088 w 216346"/>
                    <a:gd name="connsiteY104" fmla="*/ 70191 h 103734"/>
                    <a:gd name="connsiteX105" fmla="*/ 306 w 216346"/>
                    <a:gd name="connsiteY105" fmla="*/ 101121 h 103734"/>
                    <a:gd name="connsiteX106" fmla="*/ 306 w 216346"/>
                    <a:gd name="connsiteY106" fmla="*/ 103027 h 103734"/>
                    <a:gd name="connsiteX107" fmla="*/ 1668 w 216346"/>
                    <a:gd name="connsiteY107" fmla="*/ 103734 h 103734"/>
                    <a:gd name="connsiteX108" fmla="*/ 2594 w 216346"/>
                    <a:gd name="connsiteY108" fmla="*/ 103462 h 103734"/>
                    <a:gd name="connsiteX109" fmla="*/ 40493 w 216346"/>
                    <a:gd name="connsiteY109" fmla="*/ 84730 h 103734"/>
                    <a:gd name="connsiteX110" fmla="*/ 60478 w 216346"/>
                    <a:gd name="connsiteY110" fmla="*/ 78849 h 103734"/>
                    <a:gd name="connsiteX111" fmla="*/ 80844 w 216346"/>
                    <a:gd name="connsiteY111" fmla="*/ 74384 h 103734"/>
                    <a:gd name="connsiteX112" fmla="*/ 101917 w 216346"/>
                    <a:gd name="connsiteY112" fmla="*/ 72042 h 103734"/>
                    <a:gd name="connsiteX113" fmla="*/ 122773 w 216346"/>
                    <a:gd name="connsiteY113" fmla="*/ 67468 h 103734"/>
                    <a:gd name="connsiteX114" fmla="*/ 132956 w 216346"/>
                    <a:gd name="connsiteY114" fmla="*/ 63275 h 103734"/>
                    <a:gd name="connsiteX115" fmla="*/ 143466 w 216346"/>
                    <a:gd name="connsiteY115" fmla="*/ 57830 h 103734"/>
                    <a:gd name="connsiteX116" fmla="*/ 154138 w 216346"/>
                    <a:gd name="connsiteY116" fmla="*/ 49172 h 103734"/>
                    <a:gd name="connsiteX117" fmla="*/ 159257 w 216346"/>
                    <a:gd name="connsiteY117" fmla="*/ 38227 h 103734"/>
                    <a:gd name="connsiteX118" fmla="*/ 164757 w 216346"/>
                    <a:gd name="connsiteY118" fmla="*/ 41222 h 103734"/>
                    <a:gd name="connsiteX119" fmla="*/ 166282 w 216346"/>
                    <a:gd name="connsiteY119" fmla="*/ 41331 h 103734"/>
                    <a:gd name="connsiteX120" fmla="*/ 175702 w 216346"/>
                    <a:gd name="connsiteY120" fmla="*/ 33271 h 103734"/>
                    <a:gd name="connsiteX121" fmla="*/ 175267 w 216346"/>
                    <a:gd name="connsiteY121" fmla="*/ 28752 h 103734"/>
                    <a:gd name="connsiteX122" fmla="*/ 179133 w 216346"/>
                    <a:gd name="connsiteY122" fmla="*/ 30930 h 103734"/>
                    <a:gd name="connsiteX123" fmla="*/ 180277 w 216346"/>
                    <a:gd name="connsiteY123" fmla="*/ 31039 h 103734"/>
                    <a:gd name="connsiteX124" fmla="*/ 187301 w 216346"/>
                    <a:gd name="connsiteY124" fmla="*/ 25049 h 103734"/>
                    <a:gd name="connsiteX125" fmla="*/ 187246 w 216346"/>
                    <a:gd name="connsiteY125" fmla="*/ 23143 h 103734"/>
                    <a:gd name="connsiteX126" fmla="*/ 191276 w 216346"/>
                    <a:gd name="connsiteY126" fmla="*/ 25103 h 103734"/>
                    <a:gd name="connsiteX127" fmla="*/ 192529 w 216346"/>
                    <a:gd name="connsiteY127" fmla="*/ 25212 h 103734"/>
                    <a:gd name="connsiteX128" fmla="*/ 200261 w 216346"/>
                    <a:gd name="connsiteY128" fmla="*/ 18623 h 103734"/>
                    <a:gd name="connsiteX129" fmla="*/ 200370 w 216346"/>
                    <a:gd name="connsiteY129" fmla="*/ 17044 h 103734"/>
                    <a:gd name="connsiteX130" fmla="*/ 205162 w 216346"/>
                    <a:gd name="connsiteY130" fmla="*/ 19331 h 103734"/>
                    <a:gd name="connsiteX131" fmla="*/ 206686 w 216346"/>
                    <a:gd name="connsiteY131" fmla="*/ 19440 h 103734"/>
                    <a:gd name="connsiteX132" fmla="*/ 216216 w 216346"/>
                    <a:gd name="connsiteY132" fmla="*/ 11326 h 103734"/>
                    <a:gd name="connsiteX133" fmla="*/ 208211 w 216346"/>
                    <a:gd name="connsiteY133" fmla="*/ 272 h 103734"/>
                    <a:gd name="connsiteX134" fmla="*/ 206850 w 216346"/>
                    <a:gd name="connsiteY134" fmla="*/ 0 h 103734"/>
                    <a:gd name="connsiteX135" fmla="*/ 206850 w 216346"/>
                    <a:gd name="connsiteY135" fmla="*/ 0 h 10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</a:cxnLst>
                  <a:rect l="l" t="t" r="r" b="b"/>
                  <a:pathLst>
                    <a:path w="216346" h="103734">
                      <a:moveTo>
                        <a:pt x="206850" y="5445"/>
                      </a:moveTo>
                      <a:cubicBezTo>
                        <a:pt x="207067" y="5445"/>
                        <a:pt x="207285" y="5445"/>
                        <a:pt x="207503" y="5500"/>
                      </a:cubicBezTo>
                      <a:cubicBezTo>
                        <a:pt x="209790" y="5881"/>
                        <a:pt x="211369" y="8059"/>
                        <a:pt x="210988" y="10346"/>
                      </a:cubicBezTo>
                      <a:cubicBezTo>
                        <a:pt x="210662" y="12416"/>
                        <a:pt x="208919" y="13886"/>
                        <a:pt x="206850" y="13886"/>
                      </a:cubicBezTo>
                      <a:cubicBezTo>
                        <a:pt x="206632" y="13886"/>
                        <a:pt x="206414" y="13886"/>
                        <a:pt x="206197" y="13831"/>
                      </a:cubicBezTo>
                      <a:cubicBezTo>
                        <a:pt x="205434" y="13722"/>
                        <a:pt x="204726" y="13396"/>
                        <a:pt x="204127" y="12851"/>
                      </a:cubicBezTo>
                      <a:lnTo>
                        <a:pt x="202983" y="11816"/>
                      </a:lnTo>
                      <a:lnTo>
                        <a:pt x="202766" y="10237"/>
                      </a:lnTo>
                      <a:cubicBezTo>
                        <a:pt x="202711" y="9747"/>
                        <a:pt x="202711" y="9312"/>
                        <a:pt x="202711" y="8985"/>
                      </a:cubicBezTo>
                      <a:cubicBezTo>
                        <a:pt x="203038" y="6970"/>
                        <a:pt x="204835" y="5445"/>
                        <a:pt x="206850" y="5445"/>
                      </a:cubicBezTo>
                      <a:lnTo>
                        <a:pt x="206850" y="5445"/>
                      </a:lnTo>
                      <a:moveTo>
                        <a:pt x="192691" y="14812"/>
                      </a:moveTo>
                      <a:cubicBezTo>
                        <a:pt x="192801" y="14812"/>
                        <a:pt x="192964" y="14812"/>
                        <a:pt x="193073" y="14866"/>
                      </a:cubicBezTo>
                      <a:cubicBezTo>
                        <a:pt x="193399" y="14920"/>
                        <a:pt x="193726" y="15084"/>
                        <a:pt x="194107" y="15356"/>
                      </a:cubicBezTo>
                      <a:lnTo>
                        <a:pt x="195088" y="16064"/>
                      </a:lnTo>
                      <a:lnTo>
                        <a:pt x="195142" y="17153"/>
                      </a:lnTo>
                      <a:cubicBezTo>
                        <a:pt x="195142" y="17316"/>
                        <a:pt x="195142" y="17480"/>
                        <a:pt x="195088" y="17643"/>
                      </a:cubicBezTo>
                      <a:cubicBezTo>
                        <a:pt x="194924" y="18787"/>
                        <a:pt x="193890" y="19658"/>
                        <a:pt x="192691" y="19658"/>
                      </a:cubicBezTo>
                      <a:cubicBezTo>
                        <a:pt x="192583" y="19658"/>
                        <a:pt x="192420" y="19658"/>
                        <a:pt x="192311" y="19603"/>
                      </a:cubicBezTo>
                      <a:cubicBezTo>
                        <a:pt x="191875" y="19549"/>
                        <a:pt x="191439" y="19331"/>
                        <a:pt x="191058" y="19004"/>
                      </a:cubicBezTo>
                      <a:lnTo>
                        <a:pt x="190459" y="18460"/>
                      </a:lnTo>
                      <a:lnTo>
                        <a:pt x="190350" y="17588"/>
                      </a:lnTo>
                      <a:cubicBezTo>
                        <a:pt x="190296" y="17262"/>
                        <a:pt x="190296" y="16990"/>
                        <a:pt x="190296" y="16826"/>
                      </a:cubicBezTo>
                      <a:cubicBezTo>
                        <a:pt x="190459" y="15683"/>
                        <a:pt x="191494" y="14812"/>
                        <a:pt x="192691" y="14812"/>
                      </a:cubicBezTo>
                      <a:moveTo>
                        <a:pt x="180439" y="22163"/>
                      </a:moveTo>
                      <a:cubicBezTo>
                        <a:pt x="180548" y="22163"/>
                        <a:pt x="180603" y="22163"/>
                        <a:pt x="180712" y="22163"/>
                      </a:cubicBezTo>
                      <a:cubicBezTo>
                        <a:pt x="180766" y="22163"/>
                        <a:pt x="180984" y="22217"/>
                        <a:pt x="181420" y="22598"/>
                      </a:cubicBezTo>
                      <a:lnTo>
                        <a:pt x="181910" y="23034"/>
                      </a:lnTo>
                      <a:lnTo>
                        <a:pt x="181964" y="23687"/>
                      </a:lnTo>
                      <a:lnTo>
                        <a:pt x="182019" y="24068"/>
                      </a:lnTo>
                      <a:cubicBezTo>
                        <a:pt x="182019" y="24123"/>
                        <a:pt x="182019" y="24232"/>
                        <a:pt x="182073" y="24287"/>
                      </a:cubicBezTo>
                      <a:cubicBezTo>
                        <a:pt x="181855" y="24994"/>
                        <a:pt x="181202" y="25539"/>
                        <a:pt x="180439" y="25539"/>
                      </a:cubicBezTo>
                      <a:cubicBezTo>
                        <a:pt x="180331" y="25539"/>
                        <a:pt x="180277" y="25539"/>
                        <a:pt x="180168" y="25539"/>
                      </a:cubicBezTo>
                      <a:cubicBezTo>
                        <a:pt x="179895" y="25484"/>
                        <a:pt x="179569" y="25212"/>
                        <a:pt x="179296" y="24994"/>
                      </a:cubicBezTo>
                      <a:lnTo>
                        <a:pt x="178861" y="24559"/>
                      </a:lnTo>
                      <a:lnTo>
                        <a:pt x="178806" y="24287"/>
                      </a:lnTo>
                      <a:cubicBezTo>
                        <a:pt x="178752" y="24014"/>
                        <a:pt x="178752" y="23851"/>
                        <a:pt x="178752" y="23633"/>
                      </a:cubicBezTo>
                      <a:cubicBezTo>
                        <a:pt x="178915" y="22762"/>
                        <a:pt x="179623" y="22163"/>
                        <a:pt x="180439" y="22163"/>
                      </a:cubicBezTo>
                      <a:moveTo>
                        <a:pt x="166391" y="27608"/>
                      </a:moveTo>
                      <a:cubicBezTo>
                        <a:pt x="166609" y="27608"/>
                        <a:pt x="166826" y="27608"/>
                        <a:pt x="167044" y="27663"/>
                      </a:cubicBezTo>
                      <a:cubicBezTo>
                        <a:pt x="168187" y="27826"/>
                        <a:pt x="169004" y="28534"/>
                        <a:pt x="169440" y="29024"/>
                      </a:cubicBezTo>
                      <a:lnTo>
                        <a:pt x="169985" y="29677"/>
                      </a:lnTo>
                      <a:lnTo>
                        <a:pt x="170257" y="30494"/>
                      </a:lnTo>
                      <a:cubicBezTo>
                        <a:pt x="170475" y="31202"/>
                        <a:pt x="170529" y="31855"/>
                        <a:pt x="170475" y="32455"/>
                      </a:cubicBezTo>
                      <a:cubicBezTo>
                        <a:pt x="170148" y="34415"/>
                        <a:pt x="168405" y="35939"/>
                        <a:pt x="166391" y="35939"/>
                      </a:cubicBezTo>
                      <a:cubicBezTo>
                        <a:pt x="166173" y="35939"/>
                        <a:pt x="165955" y="35939"/>
                        <a:pt x="165737" y="35885"/>
                      </a:cubicBezTo>
                      <a:cubicBezTo>
                        <a:pt x="164594" y="35722"/>
                        <a:pt x="163831" y="35068"/>
                        <a:pt x="163395" y="34578"/>
                      </a:cubicBezTo>
                      <a:lnTo>
                        <a:pt x="162687" y="33816"/>
                      </a:lnTo>
                      <a:lnTo>
                        <a:pt x="162416" y="32890"/>
                      </a:lnTo>
                      <a:cubicBezTo>
                        <a:pt x="162252" y="32291"/>
                        <a:pt x="162197" y="31692"/>
                        <a:pt x="162307" y="31148"/>
                      </a:cubicBezTo>
                      <a:cubicBezTo>
                        <a:pt x="162634" y="29078"/>
                        <a:pt x="164376" y="27608"/>
                        <a:pt x="166391" y="27608"/>
                      </a:cubicBezTo>
                      <a:moveTo>
                        <a:pt x="127239" y="40514"/>
                      </a:moveTo>
                      <a:cubicBezTo>
                        <a:pt x="130506" y="40514"/>
                        <a:pt x="133773" y="40677"/>
                        <a:pt x="136931" y="41004"/>
                      </a:cubicBezTo>
                      <a:cubicBezTo>
                        <a:pt x="137911" y="41058"/>
                        <a:pt x="138946" y="41167"/>
                        <a:pt x="139926" y="41276"/>
                      </a:cubicBezTo>
                      <a:cubicBezTo>
                        <a:pt x="141995" y="41494"/>
                        <a:pt x="144174" y="41712"/>
                        <a:pt x="146351" y="41712"/>
                      </a:cubicBezTo>
                      <a:lnTo>
                        <a:pt x="146624" y="41712"/>
                      </a:lnTo>
                      <a:cubicBezTo>
                        <a:pt x="147059" y="41712"/>
                        <a:pt x="147495" y="41712"/>
                        <a:pt x="147931" y="41712"/>
                      </a:cubicBezTo>
                      <a:cubicBezTo>
                        <a:pt x="149674" y="41712"/>
                        <a:pt x="151307" y="41548"/>
                        <a:pt x="152886" y="41276"/>
                      </a:cubicBezTo>
                      <a:cubicBezTo>
                        <a:pt x="152233" y="42746"/>
                        <a:pt x="151307" y="44216"/>
                        <a:pt x="150163" y="45523"/>
                      </a:cubicBezTo>
                      <a:cubicBezTo>
                        <a:pt x="147604" y="48410"/>
                        <a:pt x="144446" y="50969"/>
                        <a:pt x="140743" y="53147"/>
                      </a:cubicBezTo>
                      <a:cubicBezTo>
                        <a:pt x="137203" y="55271"/>
                        <a:pt x="133936" y="56795"/>
                        <a:pt x="130723" y="58375"/>
                      </a:cubicBezTo>
                      <a:cubicBezTo>
                        <a:pt x="127946" y="59681"/>
                        <a:pt x="124897" y="60934"/>
                        <a:pt x="120922" y="62404"/>
                      </a:cubicBezTo>
                      <a:cubicBezTo>
                        <a:pt x="114768" y="64691"/>
                        <a:pt x="108397" y="66053"/>
                        <a:pt x="101481" y="66651"/>
                      </a:cubicBezTo>
                      <a:lnTo>
                        <a:pt x="99576" y="66815"/>
                      </a:lnTo>
                      <a:cubicBezTo>
                        <a:pt x="93096" y="67305"/>
                        <a:pt x="86398" y="67850"/>
                        <a:pt x="79918" y="69102"/>
                      </a:cubicBezTo>
                      <a:cubicBezTo>
                        <a:pt x="72403" y="70463"/>
                        <a:pt x="65597" y="71988"/>
                        <a:pt x="59280" y="73622"/>
                      </a:cubicBezTo>
                      <a:cubicBezTo>
                        <a:pt x="52256" y="75255"/>
                        <a:pt x="45340" y="77324"/>
                        <a:pt x="38805" y="79611"/>
                      </a:cubicBezTo>
                      <a:cubicBezTo>
                        <a:pt x="32489" y="81735"/>
                        <a:pt x="26390" y="84240"/>
                        <a:pt x="20400" y="87072"/>
                      </a:cubicBezTo>
                      <a:cubicBezTo>
                        <a:pt x="25138" y="82770"/>
                        <a:pt x="30420" y="78686"/>
                        <a:pt x="36137" y="74711"/>
                      </a:cubicBezTo>
                      <a:cubicBezTo>
                        <a:pt x="42181" y="70681"/>
                        <a:pt x="48607" y="66869"/>
                        <a:pt x="55196" y="63439"/>
                      </a:cubicBezTo>
                      <a:cubicBezTo>
                        <a:pt x="61458" y="60335"/>
                        <a:pt x="68156" y="57340"/>
                        <a:pt x="75507" y="54399"/>
                      </a:cubicBezTo>
                      <a:cubicBezTo>
                        <a:pt x="79373" y="52875"/>
                        <a:pt x="83185" y="51241"/>
                        <a:pt x="86997" y="49607"/>
                      </a:cubicBezTo>
                      <a:cubicBezTo>
                        <a:pt x="90155" y="48246"/>
                        <a:pt x="93259" y="46939"/>
                        <a:pt x="96363" y="45687"/>
                      </a:cubicBezTo>
                      <a:cubicBezTo>
                        <a:pt x="102788" y="43127"/>
                        <a:pt x="109432" y="41548"/>
                        <a:pt x="116184" y="41004"/>
                      </a:cubicBezTo>
                      <a:cubicBezTo>
                        <a:pt x="120214" y="40677"/>
                        <a:pt x="123535" y="40568"/>
                        <a:pt x="126748" y="40568"/>
                      </a:cubicBezTo>
                      <a:lnTo>
                        <a:pt x="127239" y="40514"/>
                      </a:lnTo>
                      <a:moveTo>
                        <a:pt x="206850" y="0"/>
                      </a:moveTo>
                      <a:cubicBezTo>
                        <a:pt x="202166" y="0"/>
                        <a:pt x="198082" y="3376"/>
                        <a:pt x="197321" y="8114"/>
                      </a:cubicBezTo>
                      <a:cubicBezTo>
                        <a:pt x="197157" y="9094"/>
                        <a:pt x="197212" y="10020"/>
                        <a:pt x="197321" y="10945"/>
                      </a:cubicBezTo>
                      <a:cubicBezTo>
                        <a:pt x="196340" y="10237"/>
                        <a:pt x="195197" y="9693"/>
                        <a:pt x="193890" y="9475"/>
                      </a:cubicBezTo>
                      <a:cubicBezTo>
                        <a:pt x="193454" y="9420"/>
                        <a:pt x="193073" y="9366"/>
                        <a:pt x="192637" y="9366"/>
                      </a:cubicBezTo>
                      <a:cubicBezTo>
                        <a:pt x="188825" y="9366"/>
                        <a:pt x="185504" y="12143"/>
                        <a:pt x="184905" y="15955"/>
                      </a:cubicBezTo>
                      <a:cubicBezTo>
                        <a:pt x="184796" y="16772"/>
                        <a:pt x="184796" y="17588"/>
                        <a:pt x="184959" y="18405"/>
                      </a:cubicBezTo>
                      <a:cubicBezTo>
                        <a:pt x="184034" y="17588"/>
                        <a:pt x="182890" y="16935"/>
                        <a:pt x="181583" y="16772"/>
                      </a:cubicBezTo>
                      <a:cubicBezTo>
                        <a:pt x="181202" y="16717"/>
                        <a:pt x="180821" y="16663"/>
                        <a:pt x="180439" y="16663"/>
                      </a:cubicBezTo>
                      <a:cubicBezTo>
                        <a:pt x="177009" y="16663"/>
                        <a:pt x="173960" y="19168"/>
                        <a:pt x="173415" y="22653"/>
                      </a:cubicBezTo>
                      <a:cubicBezTo>
                        <a:pt x="173252" y="23579"/>
                        <a:pt x="173306" y="24504"/>
                        <a:pt x="173524" y="25376"/>
                      </a:cubicBezTo>
                      <a:cubicBezTo>
                        <a:pt x="172108" y="23796"/>
                        <a:pt x="170202" y="22598"/>
                        <a:pt x="167915" y="22217"/>
                      </a:cubicBezTo>
                      <a:cubicBezTo>
                        <a:pt x="167425" y="22108"/>
                        <a:pt x="166880" y="22108"/>
                        <a:pt x="166391" y="22108"/>
                      </a:cubicBezTo>
                      <a:cubicBezTo>
                        <a:pt x="161762" y="22108"/>
                        <a:pt x="157733" y="25430"/>
                        <a:pt x="156970" y="30167"/>
                      </a:cubicBezTo>
                      <a:cubicBezTo>
                        <a:pt x="156752" y="31583"/>
                        <a:pt x="156861" y="32944"/>
                        <a:pt x="157188" y="34197"/>
                      </a:cubicBezTo>
                      <a:cubicBezTo>
                        <a:pt x="157079" y="34197"/>
                        <a:pt x="156970" y="34197"/>
                        <a:pt x="156861" y="34251"/>
                      </a:cubicBezTo>
                      <a:lnTo>
                        <a:pt x="156643" y="34360"/>
                      </a:lnTo>
                      <a:cubicBezTo>
                        <a:pt x="153322" y="35831"/>
                        <a:pt x="150653" y="36212"/>
                        <a:pt x="147876" y="36212"/>
                      </a:cubicBezTo>
                      <a:cubicBezTo>
                        <a:pt x="147495" y="36212"/>
                        <a:pt x="147059" y="36212"/>
                        <a:pt x="146678" y="36212"/>
                      </a:cubicBezTo>
                      <a:cubicBezTo>
                        <a:pt x="146569" y="36212"/>
                        <a:pt x="146406" y="36212"/>
                        <a:pt x="146297" y="36212"/>
                      </a:cubicBezTo>
                      <a:cubicBezTo>
                        <a:pt x="143411" y="36212"/>
                        <a:pt x="140361" y="35776"/>
                        <a:pt x="137312" y="35558"/>
                      </a:cubicBezTo>
                      <a:cubicBezTo>
                        <a:pt x="134263" y="35232"/>
                        <a:pt x="130778" y="35068"/>
                        <a:pt x="127184" y="35068"/>
                      </a:cubicBezTo>
                      <a:cubicBezTo>
                        <a:pt x="127021" y="35068"/>
                        <a:pt x="126857" y="35068"/>
                        <a:pt x="126748" y="35068"/>
                      </a:cubicBezTo>
                      <a:cubicBezTo>
                        <a:pt x="126748" y="35068"/>
                        <a:pt x="126694" y="35068"/>
                        <a:pt x="126694" y="35068"/>
                      </a:cubicBezTo>
                      <a:cubicBezTo>
                        <a:pt x="123046" y="35068"/>
                        <a:pt x="119397" y="35232"/>
                        <a:pt x="115748" y="35558"/>
                      </a:cubicBezTo>
                      <a:cubicBezTo>
                        <a:pt x="108452" y="36157"/>
                        <a:pt x="101319" y="37845"/>
                        <a:pt x="94348" y="40623"/>
                      </a:cubicBezTo>
                      <a:cubicBezTo>
                        <a:pt x="87378" y="43454"/>
                        <a:pt x="80517" y="46558"/>
                        <a:pt x="73492" y="49335"/>
                      </a:cubicBezTo>
                      <a:cubicBezTo>
                        <a:pt x="66522" y="52167"/>
                        <a:pt x="59552" y="55216"/>
                        <a:pt x="52745" y="58592"/>
                      </a:cubicBezTo>
                      <a:cubicBezTo>
                        <a:pt x="45993" y="62132"/>
                        <a:pt x="39405" y="65998"/>
                        <a:pt x="33088" y="70191"/>
                      </a:cubicBezTo>
                      <a:cubicBezTo>
                        <a:pt x="20563" y="78795"/>
                        <a:pt x="9019" y="89032"/>
                        <a:pt x="306" y="101121"/>
                      </a:cubicBezTo>
                      <a:cubicBezTo>
                        <a:pt x="-74" y="101665"/>
                        <a:pt x="-129" y="102428"/>
                        <a:pt x="306" y="103027"/>
                      </a:cubicBezTo>
                      <a:cubicBezTo>
                        <a:pt x="633" y="103517"/>
                        <a:pt x="1123" y="103734"/>
                        <a:pt x="1668" y="103734"/>
                      </a:cubicBezTo>
                      <a:cubicBezTo>
                        <a:pt x="1995" y="103734"/>
                        <a:pt x="2321" y="103626"/>
                        <a:pt x="2594" y="103462"/>
                      </a:cubicBezTo>
                      <a:cubicBezTo>
                        <a:pt x="14628" y="95403"/>
                        <a:pt x="27261" y="89195"/>
                        <a:pt x="40493" y="84730"/>
                      </a:cubicBezTo>
                      <a:cubicBezTo>
                        <a:pt x="47028" y="82389"/>
                        <a:pt x="53726" y="80428"/>
                        <a:pt x="60478" y="78849"/>
                      </a:cubicBezTo>
                      <a:cubicBezTo>
                        <a:pt x="67176" y="77107"/>
                        <a:pt x="73983" y="75636"/>
                        <a:pt x="80844" y="74384"/>
                      </a:cubicBezTo>
                      <a:cubicBezTo>
                        <a:pt x="87705" y="73131"/>
                        <a:pt x="94784" y="72587"/>
                        <a:pt x="101917" y="72042"/>
                      </a:cubicBezTo>
                      <a:cubicBezTo>
                        <a:pt x="108996" y="71443"/>
                        <a:pt x="115966" y="69973"/>
                        <a:pt x="122773" y="67468"/>
                      </a:cubicBezTo>
                      <a:cubicBezTo>
                        <a:pt x="126149" y="66216"/>
                        <a:pt x="129580" y="64855"/>
                        <a:pt x="132956" y="63275"/>
                      </a:cubicBezTo>
                      <a:cubicBezTo>
                        <a:pt x="136277" y="61696"/>
                        <a:pt x="139708" y="60063"/>
                        <a:pt x="143466" y="57830"/>
                      </a:cubicBezTo>
                      <a:cubicBezTo>
                        <a:pt x="147168" y="55652"/>
                        <a:pt x="150926" y="52766"/>
                        <a:pt x="154138" y="49172"/>
                      </a:cubicBezTo>
                      <a:cubicBezTo>
                        <a:pt x="156752" y="46068"/>
                        <a:pt x="158821" y="42147"/>
                        <a:pt x="159257" y="38227"/>
                      </a:cubicBezTo>
                      <a:cubicBezTo>
                        <a:pt x="160673" y="39751"/>
                        <a:pt x="162525" y="40895"/>
                        <a:pt x="164757" y="41222"/>
                      </a:cubicBezTo>
                      <a:cubicBezTo>
                        <a:pt x="165247" y="41331"/>
                        <a:pt x="165792" y="41331"/>
                        <a:pt x="166282" y="41331"/>
                      </a:cubicBezTo>
                      <a:cubicBezTo>
                        <a:pt x="170910" y="41331"/>
                        <a:pt x="174940" y="38009"/>
                        <a:pt x="175702" y="33271"/>
                      </a:cubicBezTo>
                      <a:cubicBezTo>
                        <a:pt x="175974" y="31692"/>
                        <a:pt x="175756" y="30167"/>
                        <a:pt x="175267" y="28752"/>
                      </a:cubicBezTo>
                      <a:cubicBezTo>
                        <a:pt x="176301" y="29841"/>
                        <a:pt x="177608" y="30658"/>
                        <a:pt x="179133" y="30930"/>
                      </a:cubicBezTo>
                      <a:cubicBezTo>
                        <a:pt x="179514" y="30984"/>
                        <a:pt x="179895" y="31039"/>
                        <a:pt x="180277" y="31039"/>
                      </a:cubicBezTo>
                      <a:cubicBezTo>
                        <a:pt x="183707" y="31039"/>
                        <a:pt x="186756" y="28534"/>
                        <a:pt x="187301" y="25049"/>
                      </a:cubicBezTo>
                      <a:cubicBezTo>
                        <a:pt x="187410" y="24395"/>
                        <a:pt x="187301" y="23796"/>
                        <a:pt x="187246" y="23143"/>
                      </a:cubicBezTo>
                      <a:cubicBezTo>
                        <a:pt x="188336" y="24123"/>
                        <a:pt x="189697" y="24831"/>
                        <a:pt x="191276" y="25103"/>
                      </a:cubicBezTo>
                      <a:cubicBezTo>
                        <a:pt x="191712" y="25158"/>
                        <a:pt x="192093" y="25212"/>
                        <a:pt x="192529" y="25212"/>
                      </a:cubicBezTo>
                      <a:cubicBezTo>
                        <a:pt x="196340" y="25212"/>
                        <a:pt x="199662" y="22435"/>
                        <a:pt x="200261" y="18623"/>
                      </a:cubicBezTo>
                      <a:cubicBezTo>
                        <a:pt x="200370" y="18079"/>
                        <a:pt x="200370" y="17588"/>
                        <a:pt x="200370" y="17044"/>
                      </a:cubicBezTo>
                      <a:cubicBezTo>
                        <a:pt x="201677" y="18188"/>
                        <a:pt x="203310" y="19004"/>
                        <a:pt x="205162" y="19331"/>
                      </a:cubicBezTo>
                      <a:cubicBezTo>
                        <a:pt x="205706" y="19440"/>
                        <a:pt x="206197" y="19440"/>
                        <a:pt x="206686" y="19440"/>
                      </a:cubicBezTo>
                      <a:cubicBezTo>
                        <a:pt x="211369" y="19440"/>
                        <a:pt x="215453" y="16064"/>
                        <a:pt x="216216" y="11326"/>
                      </a:cubicBezTo>
                      <a:cubicBezTo>
                        <a:pt x="217087" y="6044"/>
                        <a:pt x="213493" y="1089"/>
                        <a:pt x="208211" y="272"/>
                      </a:cubicBezTo>
                      <a:cubicBezTo>
                        <a:pt x="207884" y="55"/>
                        <a:pt x="207394" y="0"/>
                        <a:pt x="206850" y="0"/>
                      </a:cubicBezTo>
                      <a:lnTo>
                        <a:pt x="206850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9" name="Forme libre : forme 1298">
                  <a:extLst>
                    <a:ext uri="{FF2B5EF4-FFF2-40B4-BE49-F238E27FC236}">
                      <a16:creationId xmlns:a16="http://schemas.microsoft.com/office/drawing/2014/main" id="{F9633076-5A78-4148-B0B1-F34507102370}"/>
                    </a:ext>
                  </a:extLst>
                </p:cNvPr>
                <p:cNvSpPr/>
                <p:nvPr/>
              </p:nvSpPr>
              <p:spPr>
                <a:xfrm>
                  <a:off x="8674915" y="5107386"/>
                  <a:ext cx="155780" cy="152906"/>
                </a:xfrm>
                <a:custGeom>
                  <a:avLst/>
                  <a:gdLst>
                    <a:gd name="connsiteX0" fmla="*/ 145435 w 155780"/>
                    <a:gd name="connsiteY0" fmla="*/ 20311 h 152906"/>
                    <a:gd name="connsiteX1" fmla="*/ 135252 w 155780"/>
                    <a:gd name="connsiteY1" fmla="*/ 34524 h 152906"/>
                    <a:gd name="connsiteX2" fmla="*/ 120985 w 155780"/>
                    <a:gd name="connsiteY2" fmla="*/ 47538 h 152906"/>
                    <a:gd name="connsiteX3" fmla="*/ 105902 w 155780"/>
                    <a:gd name="connsiteY3" fmla="*/ 58973 h 152906"/>
                    <a:gd name="connsiteX4" fmla="*/ 92778 w 155780"/>
                    <a:gd name="connsiteY4" fmla="*/ 71770 h 152906"/>
                    <a:gd name="connsiteX5" fmla="*/ 81615 w 155780"/>
                    <a:gd name="connsiteY5" fmla="*/ 82007 h 152906"/>
                    <a:gd name="connsiteX6" fmla="*/ 54333 w 155780"/>
                    <a:gd name="connsiteY6" fmla="*/ 98997 h 152906"/>
                    <a:gd name="connsiteX7" fmla="*/ 54715 w 155780"/>
                    <a:gd name="connsiteY7" fmla="*/ 94804 h 152906"/>
                    <a:gd name="connsiteX8" fmla="*/ 56784 w 155780"/>
                    <a:gd name="connsiteY8" fmla="*/ 84240 h 152906"/>
                    <a:gd name="connsiteX9" fmla="*/ 65660 w 155780"/>
                    <a:gd name="connsiteY9" fmla="*/ 66924 h 152906"/>
                    <a:gd name="connsiteX10" fmla="*/ 79654 w 155780"/>
                    <a:gd name="connsiteY10" fmla="*/ 54562 h 152906"/>
                    <a:gd name="connsiteX11" fmla="*/ 93540 w 155780"/>
                    <a:gd name="connsiteY11" fmla="*/ 47865 h 152906"/>
                    <a:gd name="connsiteX12" fmla="*/ 97896 w 155780"/>
                    <a:gd name="connsiteY12" fmla="*/ 45905 h 152906"/>
                    <a:gd name="connsiteX13" fmla="*/ 115049 w 155780"/>
                    <a:gd name="connsiteY13" fmla="*/ 38335 h 152906"/>
                    <a:gd name="connsiteX14" fmla="*/ 131495 w 155780"/>
                    <a:gd name="connsiteY14" fmla="*/ 30385 h 152906"/>
                    <a:gd name="connsiteX15" fmla="*/ 145435 w 155780"/>
                    <a:gd name="connsiteY15" fmla="*/ 20311 h 152906"/>
                    <a:gd name="connsiteX16" fmla="*/ 38651 w 155780"/>
                    <a:gd name="connsiteY16" fmla="*/ 96056 h 152906"/>
                    <a:gd name="connsiteX17" fmla="*/ 40557 w 155780"/>
                    <a:gd name="connsiteY17" fmla="*/ 96220 h 152906"/>
                    <a:gd name="connsiteX18" fmla="*/ 45893 w 155780"/>
                    <a:gd name="connsiteY18" fmla="*/ 98616 h 152906"/>
                    <a:gd name="connsiteX19" fmla="*/ 49487 w 155780"/>
                    <a:gd name="connsiteY19" fmla="*/ 101393 h 152906"/>
                    <a:gd name="connsiteX20" fmla="*/ 49433 w 155780"/>
                    <a:gd name="connsiteY20" fmla="*/ 101447 h 152906"/>
                    <a:gd name="connsiteX21" fmla="*/ 50304 w 155780"/>
                    <a:gd name="connsiteY21" fmla="*/ 105532 h 152906"/>
                    <a:gd name="connsiteX22" fmla="*/ 50467 w 155780"/>
                    <a:gd name="connsiteY22" fmla="*/ 109833 h 152906"/>
                    <a:gd name="connsiteX23" fmla="*/ 38760 w 155780"/>
                    <a:gd name="connsiteY23" fmla="*/ 119853 h 152906"/>
                    <a:gd name="connsiteX24" fmla="*/ 36745 w 155780"/>
                    <a:gd name="connsiteY24" fmla="*/ 119635 h 152906"/>
                    <a:gd name="connsiteX25" fmla="*/ 35929 w 155780"/>
                    <a:gd name="connsiteY25" fmla="*/ 119417 h 152906"/>
                    <a:gd name="connsiteX26" fmla="*/ 29557 w 155780"/>
                    <a:gd name="connsiteY26" fmla="*/ 117838 h 152906"/>
                    <a:gd name="connsiteX27" fmla="*/ 29176 w 155780"/>
                    <a:gd name="connsiteY27" fmla="*/ 124372 h 152906"/>
                    <a:gd name="connsiteX28" fmla="*/ 29176 w 155780"/>
                    <a:gd name="connsiteY28" fmla="*/ 125026 h 152906"/>
                    <a:gd name="connsiteX29" fmla="*/ 22860 w 155780"/>
                    <a:gd name="connsiteY29" fmla="*/ 130362 h 152906"/>
                    <a:gd name="connsiteX30" fmla="*/ 22423 w 155780"/>
                    <a:gd name="connsiteY30" fmla="*/ 130362 h 152906"/>
                    <a:gd name="connsiteX31" fmla="*/ 18938 w 155780"/>
                    <a:gd name="connsiteY31" fmla="*/ 130144 h 152906"/>
                    <a:gd name="connsiteX32" fmla="*/ 17251 w 155780"/>
                    <a:gd name="connsiteY32" fmla="*/ 127095 h 152906"/>
                    <a:gd name="connsiteX33" fmla="*/ 16488 w 155780"/>
                    <a:gd name="connsiteY33" fmla="*/ 123011 h 152906"/>
                    <a:gd name="connsiteX34" fmla="*/ 22369 w 155780"/>
                    <a:gd name="connsiteY34" fmla="*/ 117675 h 152906"/>
                    <a:gd name="connsiteX35" fmla="*/ 28849 w 155780"/>
                    <a:gd name="connsiteY35" fmla="*/ 117184 h 152906"/>
                    <a:gd name="connsiteX36" fmla="*/ 27270 w 155780"/>
                    <a:gd name="connsiteY36" fmla="*/ 110868 h 152906"/>
                    <a:gd name="connsiteX37" fmla="*/ 27053 w 155780"/>
                    <a:gd name="connsiteY37" fmla="*/ 106076 h 152906"/>
                    <a:gd name="connsiteX38" fmla="*/ 38651 w 155780"/>
                    <a:gd name="connsiteY38" fmla="*/ 96056 h 152906"/>
                    <a:gd name="connsiteX39" fmla="*/ 11751 w 155780"/>
                    <a:gd name="connsiteY39" fmla="*/ 135100 h 152906"/>
                    <a:gd name="connsiteX40" fmla="*/ 12132 w 155780"/>
                    <a:gd name="connsiteY40" fmla="*/ 135100 h 152906"/>
                    <a:gd name="connsiteX41" fmla="*/ 15562 w 155780"/>
                    <a:gd name="connsiteY41" fmla="*/ 135318 h 152906"/>
                    <a:gd name="connsiteX42" fmla="*/ 17196 w 155780"/>
                    <a:gd name="connsiteY42" fmla="*/ 138367 h 152906"/>
                    <a:gd name="connsiteX43" fmla="*/ 17904 w 155780"/>
                    <a:gd name="connsiteY43" fmla="*/ 142288 h 152906"/>
                    <a:gd name="connsiteX44" fmla="*/ 11805 w 155780"/>
                    <a:gd name="connsiteY44" fmla="*/ 147515 h 152906"/>
                    <a:gd name="connsiteX45" fmla="*/ 10825 w 155780"/>
                    <a:gd name="connsiteY45" fmla="*/ 147461 h 152906"/>
                    <a:gd name="connsiteX46" fmla="*/ 6795 w 155780"/>
                    <a:gd name="connsiteY46" fmla="*/ 144956 h 152906"/>
                    <a:gd name="connsiteX47" fmla="*/ 5706 w 155780"/>
                    <a:gd name="connsiteY47" fmla="*/ 140327 h 152906"/>
                    <a:gd name="connsiteX48" fmla="*/ 11751 w 155780"/>
                    <a:gd name="connsiteY48" fmla="*/ 135100 h 152906"/>
                    <a:gd name="connsiteX49" fmla="*/ 154311 w 155780"/>
                    <a:gd name="connsiteY49" fmla="*/ 0 h 152906"/>
                    <a:gd name="connsiteX50" fmla="*/ 152786 w 155780"/>
                    <a:gd name="connsiteY50" fmla="*/ 980 h 152906"/>
                    <a:gd name="connsiteX51" fmla="*/ 152786 w 155780"/>
                    <a:gd name="connsiteY51" fmla="*/ 1035 h 152906"/>
                    <a:gd name="connsiteX52" fmla="*/ 128826 w 155780"/>
                    <a:gd name="connsiteY52" fmla="*/ 25648 h 152906"/>
                    <a:gd name="connsiteX53" fmla="*/ 112980 w 155780"/>
                    <a:gd name="connsiteY53" fmla="*/ 33271 h 152906"/>
                    <a:gd name="connsiteX54" fmla="*/ 95719 w 155780"/>
                    <a:gd name="connsiteY54" fmla="*/ 40840 h 152906"/>
                    <a:gd name="connsiteX55" fmla="*/ 76986 w 155780"/>
                    <a:gd name="connsiteY55" fmla="*/ 49771 h 152906"/>
                    <a:gd name="connsiteX56" fmla="*/ 61249 w 155780"/>
                    <a:gd name="connsiteY56" fmla="*/ 63657 h 152906"/>
                    <a:gd name="connsiteX57" fmla="*/ 51557 w 155780"/>
                    <a:gd name="connsiteY57" fmla="*/ 82552 h 152906"/>
                    <a:gd name="connsiteX58" fmla="*/ 49215 w 155780"/>
                    <a:gd name="connsiteY58" fmla="*/ 94260 h 152906"/>
                    <a:gd name="connsiteX59" fmla="*/ 41374 w 155780"/>
                    <a:gd name="connsiteY59" fmla="*/ 90774 h 152906"/>
                    <a:gd name="connsiteX60" fmla="*/ 38597 w 155780"/>
                    <a:gd name="connsiteY60" fmla="*/ 90557 h 152906"/>
                    <a:gd name="connsiteX61" fmla="*/ 21498 w 155780"/>
                    <a:gd name="connsiteY61" fmla="*/ 105150 h 152906"/>
                    <a:gd name="connsiteX62" fmla="*/ 21825 w 155780"/>
                    <a:gd name="connsiteY62" fmla="*/ 112175 h 152906"/>
                    <a:gd name="connsiteX63" fmla="*/ 10988 w 155780"/>
                    <a:gd name="connsiteY63" fmla="*/ 122085 h 152906"/>
                    <a:gd name="connsiteX64" fmla="*/ 12350 w 155780"/>
                    <a:gd name="connsiteY64" fmla="*/ 129655 h 152906"/>
                    <a:gd name="connsiteX65" fmla="*/ 11642 w 155780"/>
                    <a:gd name="connsiteY65" fmla="*/ 129655 h 152906"/>
                    <a:gd name="connsiteX66" fmla="*/ 152 w 155780"/>
                    <a:gd name="connsiteY66" fmla="*/ 139402 h 152906"/>
                    <a:gd name="connsiteX67" fmla="*/ 9790 w 155780"/>
                    <a:gd name="connsiteY67" fmla="*/ 152743 h 152906"/>
                    <a:gd name="connsiteX68" fmla="*/ 11642 w 155780"/>
                    <a:gd name="connsiteY68" fmla="*/ 152906 h 152906"/>
                    <a:gd name="connsiteX69" fmla="*/ 23131 w 155780"/>
                    <a:gd name="connsiteY69" fmla="*/ 143104 h 152906"/>
                    <a:gd name="connsiteX70" fmla="*/ 21825 w 155780"/>
                    <a:gd name="connsiteY70" fmla="*/ 135753 h 152906"/>
                    <a:gd name="connsiteX71" fmla="*/ 22641 w 155780"/>
                    <a:gd name="connsiteY71" fmla="*/ 135753 h 152906"/>
                    <a:gd name="connsiteX72" fmla="*/ 34349 w 155780"/>
                    <a:gd name="connsiteY72" fmla="*/ 125843 h 152906"/>
                    <a:gd name="connsiteX73" fmla="*/ 34404 w 155780"/>
                    <a:gd name="connsiteY73" fmla="*/ 124645 h 152906"/>
                    <a:gd name="connsiteX74" fmla="*/ 35765 w 155780"/>
                    <a:gd name="connsiteY74" fmla="*/ 125026 h 152906"/>
                    <a:gd name="connsiteX75" fmla="*/ 38542 w 155780"/>
                    <a:gd name="connsiteY75" fmla="*/ 125244 h 152906"/>
                    <a:gd name="connsiteX76" fmla="*/ 55641 w 155780"/>
                    <a:gd name="connsiteY76" fmla="*/ 110650 h 152906"/>
                    <a:gd name="connsiteX77" fmla="*/ 55477 w 155780"/>
                    <a:gd name="connsiteY77" fmla="*/ 104388 h 152906"/>
                    <a:gd name="connsiteX78" fmla="*/ 84555 w 155780"/>
                    <a:gd name="connsiteY78" fmla="*/ 86418 h 152906"/>
                    <a:gd name="connsiteX79" fmla="*/ 96699 w 155780"/>
                    <a:gd name="connsiteY79" fmla="*/ 75309 h 152906"/>
                    <a:gd name="connsiteX80" fmla="*/ 109005 w 155780"/>
                    <a:gd name="connsiteY80" fmla="*/ 63275 h 152906"/>
                    <a:gd name="connsiteX81" fmla="*/ 124034 w 155780"/>
                    <a:gd name="connsiteY81" fmla="*/ 51840 h 152906"/>
                    <a:gd name="connsiteX82" fmla="*/ 139009 w 155780"/>
                    <a:gd name="connsiteY82" fmla="*/ 38226 h 152906"/>
                    <a:gd name="connsiteX83" fmla="*/ 150826 w 155780"/>
                    <a:gd name="connsiteY83" fmla="*/ 21291 h 152906"/>
                    <a:gd name="connsiteX84" fmla="*/ 155781 w 155780"/>
                    <a:gd name="connsiteY84" fmla="*/ 1634 h 152906"/>
                    <a:gd name="connsiteX85" fmla="*/ 154801 w 155780"/>
                    <a:gd name="connsiteY85" fmla="*/ 109 h 152906"/>
                    <a:gd name="connsiteX86" fmla="*/ 154311 w 155780"/>
                    <a:gd name="connsiteY86" fmla="*/ 0 h 152906"/>
                    <a:gd name="connsiteX87" fmla="*/ 154311 w 155780"/>
                    <a:gd name="connsiteY87" fmla="*/ 0 h 152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</a:cxnLst>
                  <a:rect l="l" t="t" r="r" b="b"/>
                  <a:pathLst>
                    <a:path w="155780" h="152906">
                      <a:moveTo>
                        <a:pt x="145435" y="20311"/>
                      </a:moveTo>
                      <a:cubicBezTo>
                        <a:pt x="142984" y="24940"/>
                        <a:pt x="139608" y="29623"/>
                        <a:pt x="135252" y="34524"/>
                      </a:cubicBezTo>
                      <a:cubicBezTo>
                        <a:pt x="130515" y="39588"/>
                        <a:pt x="125287" y="43998"/>
                        <a:pt x="120985" y="47538"/>
                      </a:cubicBezTo>
                      <a:lnTo>
                        <a:pt x="105902" y="58973"/>
                      </a:lnTo>
                      <a:cubicBezTo>
                        <a:pt x="100402" y="63221"/>
                        <a:pt x="96154" y="67849"/>
                        <a:pt x="92778" y="71770"/>
                      </a:cubicBezTo>
                      <a:cubicBezTo>
                        <a:pt x="89293" y="75745"/>
                        <a:pt x="85644" y="79121"/>
                        <a:pt x="81615" y="82007"/>
                      </a:cubicBezTo>
                      <a:cubicBezTo>
                        <a:pt x="73665" y="87561"/>
                        <a:pt x="65497" y="93334"/>
                        <a:pt x="54333" y="98997"/>
                      </a:cubicBezTo>
                      <a:lnTo>
                        <a:pt x="54715" y="94804"/>
                      </a:lnTo>
                      <a:cubicBezTo>
                        <a:pt x="55041" y="91319"/>
                        <a:pt x="55695" y="87834"/>
                        <a:pt x="56784" y="84240"/>
                      </a:cubicBezTo>
                      <a:cubicBezTo>
                        <a:pt x="58744" y="78087"/>
                        <a:pt x="61740" y="72260"/>
                        <a:pt x="65660" y="66924"/>
                      </a:cubicBezTo>
                      <a:cubicBezTo>
                        <a:pt x="69363" y="61859"/>
                        <a:pt x="74100" y="57721"/>
                        <a:pt x="79654" y="54562"/>
                      </a:cubicBezTo>
                      <a:cubicBezTo>
                        <a:pt x="84175" y="52058"/>
                        <a:pt x="88912" y="49934"/>
                        <a:pt x="93540" y="47865"/>
                      </a:cubicBezTo>
                      <a:cubicBezTo>
                        <a:pt x="95065" y="47211"/>
                        <a:pt x="96535" y="46503"/>
                        <a:pt x="97896" y="45905"/>
                      </a:cubicBezTo>
                      <a:lnTo>
                        <a:pt x="115049" y="38335"/>
                      </a:lnTo>
                      <a:cubicBezTo>
                        <a:pt x="119732" y="36375"/>
                        <a:pt x="125886" y="33652"/>
                        <a:pt x="131495" y="30385"/>
                      </a:cubicBezTo>
                      <a:cubicBezTo>
                        <a:pt x="136885" y="27336"/>
                        <a:pt x="141514" y="23959"/>
                        <a:pt x="145435" y="20311"/>
                      </a:cubicBezTo>
                      <a:moveTo>
                        <a:pt x="38651" y="96056"/>
                      </a:moveTo>
                      <a:cubicBezTo>
                        <a:pt x="39305" y="96056"/>
                        <a:pt x="39904" y="96111"/>
                        <a:pt x="40557" y="96220"/>
                      </a:cubicBezTo>
                      <a:cubicBezTo>
                        <a:pt x="42463" y="96547"/>
                        <a:pt x="44259" y="97309"/>
                        <a:pt x="45893" y="98616"/>
                      </a:cubicBezTo>
                      <a:lnTo>
                        <a:pt x="49487" y="101393"/>
                      </a:lnTo>
                      <a:lnTo>
                        <a:pt x="49433" y="101447"/>
                      </a:lnTo>
                      <a:lnTo>
                        <a:pt x="50304" y="105532"/>
                      </a:lnTo>
                      <a:cubicBezTo>
                        <a:pt x="50631" y="107002"/>
                        <a:pt x="50685" y="108472"/>
                        <a:pt x="50467" y="109833"/>
                      </a:cubicBezTo>
                      <a:cubicBezTo>
                        <a:pt x="49542" y="115605"/>
                        <a:pt x="44587" y="119853"/>
                        <a:pt x="38760" y="119853"/>
                      </a:cubicBezTo>
                      <a:cubicBezTo>
                        <a:pt x="38106" y="119853"/>
                        <a:pt x="37507" y="119798"/>
                        <a:pt x="36745" y="119635"/>
                      </a:cubicBezTo>
                      <a:cubicBezTo>
                        <a:pt x="36473" y="119580"/>
                        <a:pt x="36200" y="119472"/>
                        <a:pt x="35929" y="119417"/>
                      </a:cubicBezTo>
                      <a:lnTo>
                        <a:pt x="29557" y="117838"/>
                      </a:lnTo>
                      <a:lnTo>
                        <a:pt x="29176" y="124372"/>
                      </a:lnTo>
                      <a:lnTo>
                        <a:pt x="29176" y="125026"/>
                      </a:lnTo>
                      <a:cubicBezTo>
                        <a:pt x="28686" y="128130"/>
                        <a:pt x="26018" y="130362"/>
                        <a:pt x="22860" y="130362"/>
                      </a:cubicBezTo>
                      <a:cubicBezTo>
                        <a:pt x="22696" y="130362"/>
                        <a:pt x="22587" y="130362"/>
                        <a:pt x="22423" y="130362"/>
                      </a:cubicBezTo>
                      <a:lnTo>
                        <a:pt x="18938" y="130144"/>
                      </a:lnTo>
                      <a:lnTo>
                        <a:pt x="17251" y="127095"/>
                      </a:lnTo>
                      <a:cubicBezTo>
                        <a:pt x="16761" y="126169"/>
                        <a:pt x="16216" y="124754"/>
                        <a:pt x="16488" y="123011"/>
                      </a:cubicBezTo>
                      <a:cubicBezTo>
                        <a:pt x="16978" y="120071"/>
                        <a:pt x="19374" y="117892"/>
                        <a:pt x="22369" y="117675"/>
                      </a:cubicBezTo>
                      <a:lnTo>
                        <a:pt x="28849" y="117184"/>
                      </a:lnTo>
                      <a:lnTo>
                        <a:pt x="27270" y="110868"/>
                      </a:lnTo>
                      <a:cubicBezTo>
                        <a:pt x="26889" y="109289"/>
                        <a:pt x="26780" y="107655"/>
                        <a:pt x="27053" y="106076"/>
                      </a:cubicBezTo>
                      <a:cubicBezTo>
                        <a:pt x="27869" y="100249"/>
                        <a:pt x="32824" y="96056"/>
                        <a:pt x="38651" y="96056"/>
                      </a:cubicBezTo>
                      <a:moveTo>
                        <a:pt x="11751" y="135100"/>
                      </a:moveTo>
                      <a:lnTo>
                        <a:pt x="12132" y="135100"/>
                      </a:lnTo>
                      <a:lnTo>
                        <a:pt x="15562" y="135318"/>
                      </a:lnTo>
                      <a:lnTo>
                        <a:pt x="17196" y="138367"/>
                      </a:lnTo>
                      <a:cubicBezTo>
                        <a:pt x="17686" y="139238"/>
                        <a:pt x="18177" y="140599"/>
                        <a:pt x="17904" y="142288"/>
                      </a:cubicBezTo>
                      <a:cubicBezTo>
                        <a:pt x="17414" y="145337"/>
                        <a:pt x="14854" y="147515"/>
                        <a:pt x="11805" y="147515"/>
                      </a:cubicBezTo>
                      <a:cubicBezTo>
                        <a:pt x="11478" y="147515"/>
                        <a:pt x="11152" y="147515"/>
                        <a:pt x="10825" y="147461"/>
                      </a:cubicBezTo>
                      <a:cubicBezTo>
                        <a:pt x="9192" y="147188"/>
                        <a:pt x="7776" y="146317"/>
                        <a:pt x="6795" y="144956"/>
                      </a:cubicBezTo>
                      <a:cubicBezTo>
                        <a:pt x="5815" y="143595"/>
                        <a:pt x="5434" y="141961"/>
                        <a:pt x="5706" y="140327"/>
                      </a:cubicBezTo>
                      <a:cubicBezTo>
                        <a:pt x="6142" y="137278"/>
                        <a:pt x="8702" y="135100"/>
                        <a:pt x="11751" y="135100"/>
                      </a:cubicBezTo>
                      <a:moveTo>
                        <a:pt x="154311" y="0"/>
                      </a:moveTo>
                      <a:cubicBezTo>
                        <a:pt x="153658" y="0"/>
                        <a:pt x="153058" y="381"/>
                        <a:pt x="152786" y="980"/>
                      </a:cubicBezTo>
                      <a:lnTo>
                        <a:pt x="152786" y="1035"/>
                      </a:lnTo>
                      <a:cubicBezTo>
                        <a:pt x="147831" y="12306"/>
                        <a:pt x="138791" y="19930"/>
                        <a:pt x="128826" y="25648"/>
                      </a:cubicBezTo>
                      <a:cubicBezTo>
                        <a:pt x="123925" y="28534"/>
                        <a:pt x="118535" y="30984"/>
                        <a:pt x="112980" y="33271"/>
                      </a:cubicBezTo>
                      <a:lnTo>
                        <a:pt x="95719" y="40840"/>
                      </a:lnTo>
                      <a:cubicBezTo>
                        <a:pt x="89783" y="43563"/>
                        <a:pt x="83194" y="46340"/>
                        <a:pt x="76986" y="49771"/>
                      </a:cubicBezTo>
                      <a:cubicBezTo>
                        <a:pt x="70833" y="53256"/>
                        <a:pt x="65442" y="57939"/>
                        <a:pt x="61249" y="63657"/>
                      </a:cubicBezTo>
                      <a:cubicBezTo>
                        <a:pt x="57056" y="69320"/>
                        <a:pt x="53734" y="75691"/>
                        <a:pt x="51557" y="82552"/>
                      </a:cubicBezTo>
                      <a:cubicBezTo>
                        <a:pt x="50413" y="86309"/>
                        <a:pt x="49596" y="90230"/>
                        <a:pt x="49215" y="94260"/>
                      </a:cubicBezTo>
                      <a:cubicBezTo>
                        <a:pt x="46982" y="92517"/>
                        <a:pt x="44368" y="91264"/>
                        <a:pt x="41374" y="90774"/>
                      </a:cubicBezTo>
                      <a:cubicBezTo>
                        <a:pt x="40448" y="90611"/>
                        <a:pt x="39522" y="90557"/>
                        <a:pt x="38597" y="90557"/>
                      </a:cubicBezTo>
                      <a:cubicBezTo>
                        <a:pt x="30265" y="90557"/>
                        <a:pt x="22860" y="96601"/>
                        <a:pt x="21498" y="105150"/>
                      </a:cubicBezTo>
                      <a:cubicBezTo>
                        <a:pt x="21117" y="107546"/>
                        <a:pt x="21226" y="109942"/>
                        <a:pt x="21825" y="112175"/>
                      </a:cubicBezTo>
                      <a:cubicBezTo>
                        <a:pt x="16488" y="112556"/>
                        <a:pt x="11860" y="116585"/>
                        <a:pt x="10988" y="122085"/>
                      </a:cubicBezTo>
                      <a:cubicBezTo>
                        <a:pt x="10553" y="124808"/>
                        <a:pt x="11097" y="127422"/>
                        <a:pt x="12350" y="129655"/>
                      </a:cubicBezTo>
                      <a:cubicBezTo>
                        <a:pt x="12132" y="129655"/>
                        <a:pt x="11914" y="129655"/>
                        <a:pt x="11642" y="129655"/>
                      </a:cubicBezTo>
                      <a:cubicBezTo>
                        <a:pt x="6033" y="129655"/>
                        <a:pt x="1078" y="133684"/>
                        <a:pt x="152" y="139402"/>
                      </a:cubicBezTo>
                      <a:cubicBezTo>
                        <a:pt x="-882" y="145773"/>
                        <a:pt x="3474" y="151763"/>
                        <a:pt x="9790" y="152743"/>
                      </a:cubicBezTo>
                      <a:cubicBezTo>
                        <a:pt x="10444" y="152852"/>
                        <a:pt x="11043" y="152906"/>
                        <a:pt x="11642" y="152906"/>
                      </a:cubicBezTo>
                      <a:cubicBezTo>
                        <a:pt x="17251" y="152906"/>
                        <a:pt x="22206" y="148822"/>
                        <a:pt x="23131" y="143104"/>
                      </a:cubicBezTo>
                      <a:cubicBezTo>
                        <a:pt x="23567" y="140491"/>
                        <a:pt x="23022" y="137931"/>
                        <a:pt x="21825" y="135753"/>
                      </a:cubicBezTo>
                      <a:cubicBezTo>
                        <a:pt x="22097" y="135753"/>
                        <a:pt x="22369" y="135753"/>
                        <a:pt x="22641" y="135753"/>
                      </a:cubicBezTo>
                      <a:cubicBezTo>
                        <a:pt x="28359" y="135753"/>
                        <a:pt x="33423" y="131669"/>
                        <a:pt x="34349" y="125843"/>
                      </a:cubicBezTo>
                      <a:cubicBezTo>
                        <a:pt x="34404" y="125461"/>
                        <a:pt x="34404" y="125026"/>
                        <a:pt x="34404" y="124645"/>
                      </a:cubicBezTo>
                      <a:cubicBezTo>
                        <a:pt x="34839" y="124754"/>
                        <a:pt x="35274" y="124917"/>
                        <a:pt x="35765" y="125026"/>
                      </a:cubicBezTo>
                      <a:cubicBezTo>
                        <a:pt x="36690" y="125189"/>
                        <a:pt x="37616" y="125244"/>
                        <a:pt x="38542" y="125244"/>
                      </a:cubicBezTo>
                      <a:cubicBezTo>
                        <a:pt x="46873" y="125244"/>
                        <a:pt x="54279" y="119199"/>
                        <a:pt x="55641" y="110650"/>
                      </a:cubicBezTo>
                      <a:cubicBezTo>
                        <a:pt x="55967" y="108526"/>
                        <a:pt x="55858" y="106403"/>
                        <a:pt x="55477" y="104388"/>
                      </a:cubicBezTo>
                      <a:cubicBezTo>
                        <a:pt x="67511" y="98398"/>
                        <a:pt x="76115" y="92353"/>
                        <a:pt x="84555" y="86418"/>
                      </a:cubicBezTo>
                      <a:cubicBezTo>
                        <a:pt x="89075" y="83151"/>
                        <a:pt x="92996" y="79502"/>
                        <a:pt x="96699" y="75309"/>
                      </a:cubicBezTo>
                      <a:cubicBezTo>
                        <a:pt x="100347" y="71062"/>
                        <a:pt x="104213" y="66924"/>
                        <a:pt x="109005" y="63275"/>
                      </a:cubicBezTo>
                      <a:lnTo>
                        <a:pt x="124034" y="51840"/>
                      </a:lnTo>
                      <a:cubicBezTo>
                        <a:pt x="129153" y="47701"/>
                        <a:pt x="134272" y="43291"/>
                        <a:pt x="139009" y="38226"/>
                      </a:cubicBezTo>
                      <a:cubicBezTo>
                        <a:pt x="143638" y="33108"/>
                        <a:pt x="147776" y="27499"/>
                        <a:pt x="150826" y="21291"/>
                      </a:cubicBezTo>
                      <a:cubicBezTo>
                        <a:pt x="153875" y="15083"/>
                        <a:pt x="155727" y="8277"/>
                        <a:pt x="155781" y="1634"/>
                      </a:cubicBezTo>
                      <a:cubicBezTo>
                        <a:pt x="155781" y="980"/>
                        <a:pt x="155400" y="381"/>
                        <a:pt x="154801" y="109"/>
                      </a:cubicBezTo>
                      <a:cubicBezTo>
                        <a:pt x="154746" y="54"/>
                        <a:pt x="154528" y="0"/>
                        <a:pt x="154311" y="0"/>
                      </a:cubicBezTo>
                      <a:lnTo>
                        <a:pt x="154311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0" name="Forme libre : forme 1299">
                  <a:extLst>
                    <a:ext uri="{FF2B5EF4-FFF2-40B4-BE49-F238E27FC236}">
                      <a16:creationId xmlns:a16="http://schemas.microsoft.com/office/drawing/2014/main" id="{11900596-01B2-4E57-8A19-ADDAA4D5FF04}"/>
                    </a:ext>
                  </a:extLst>
                </p:cNvPr>
                <p:cNvSpPr/>
                <p:nvPr/>
              </p:nvSpPr>
              <p:spPr>
                <a:xfrm>
                  <a:off x="8700260" y="4859785"/>
                  <a:ext cx="115570" cy="158950"/>
                </a:xfrm>
                <a:custGeom>
                  <a:avLst/>
                  <a:gdLst>
                    <a:gd name="connsiteX0" fmla="*/ 9822 w 115570"/>
                    <a:gd name="connsiteY0" fmla="*/ 5445 h 158950"/>
                    <a:gd name="connsiteX1" fmla="*/ 10530 w 115570"/>
                    <a:gd name="connsiteY1" fmla="*/ 5500 h 158950"/>
                    <a:gd name="connsiteX2" fmla="*/ 14014 w 115570"/>
                    <a:gd name="connsiteY2" fmla="*/ 8658 h 158950"/>
                    <a:gd name="connsiteX3" fmla="*/ 14450 w 115570"/>
                    <a:gd name="connsiteY3" fmla="*/ 10237 h 158950"/>
                    <a:gd name="connsiteX4" fmla="*/ 13688 w 115570"/>
                    <a:gd name="connsiteY4" fmla="*/ 11762 h 158950"/>
                    <a:gd name="connsiteX5" fmla="*/ 9822 w 115570"/>
                    <a:gd name="connsiteY5" fmla="*/ 14158 h 158950"/>
                    <a:gd name="connsiteX6" fmla="*/ 9114 w 115570"/>
                    <a:gd name="connsiteY6" fmla="*/ 14104 h 158950"/>
                    <a:gd name="connsiteX7" fmla="*/ 6282 w 115570"/>
                    <a:gd name="connsiteY7" fmla="*/ 12361 h 158950"/>
                    <a:gd name="connsiteX8" fmla="*/ 5520 w 115570"/>
                    <a:gd name="connsiteY8" fmla="*/ 9094 h 158950"/>
                    <a:gd name="connsiteX9" fmla="*/ 9822 w 115570"/>
                    <a:gd name="connsiteY9" fmla="*/ 5445 h 158950"/>
                    <a:gd name="connsiteX10" fmla="*/ 26866 w 115570"/>
                    <a:gd name="connsiteY10" fmla="*/ 8168 h 158950"/>
                    <a:gd name="connsiteX11" fmla="*/ 27410 w 115570"/>
                    <a:gd name="connsiteY11" fmla="*/ 8223 h 158950"/>
                    <a:gd name="connsiteX12" fmla="*/ 30133 w 115570"/>
                    <a:gd name="connsiteY12" fmla="*/ 12034 h 158950"/>
                    <a:gd name="connsiteX13" fmla="*/ 29697 w 115570"/>
                    <a:gd name="connsiteY13" fmla="*/ 13178 h 158950"/>
                    <a:gd name="connsiteX14" fmla="*/ 28989 w 115570"/>
                    <a:gd name="connsiteY14" fmla="*/ 14376 h 158950"/>
                    <a:gd name="connsiteX15" fmla="*/ 27682 w 115570"/>
                    <a:gd name="connsiteY15" fmla="*/ 14703 h 158950"/>
                    <a:gd name="connsiteX16" fmla="*/ 26811 w 115570"/>
                    <a:gd name="connsiteY16" fmla="*/ 14812 h 158950"/>
                    <a:gd name="connsiteX17" fmla="*/ 26321 w 115570"/>
                    <a:gd name="connsiteY17" fmla="*/ 14757 h 158950"/>
                    <a:gd name="connsiteX18" fmla="*/ 23707 w 115570"/>
                    <a:gd name="connsiteY18" fmla="*/ 12524 h 158950"/>
                    <a:gd name="connsiteX19" fmla="*/ 23272 w 115570"/>
                    <a:gd name="connsiteY19" fmla="*/ 11108 h 158950"/>
                    <a:gd name="connsiteX20" fmla="*/ 23979 w 115570"/>
                    <a:gd name="connsiteY20" fmla="*/ 9856 h 158950"/>
                    <a:gd name="connsiteX21" fmla="*/ 26866 w 115570"/>
                    <a:gd name="connsiteY21" fmla="*/ 8168 h 158950"/>
                    <a:gd name="connsiteX22" fmla="*/ 37974 w 115570"/>
                    <a:gd name="connsiteY22" fmla="*/ 20747 h 158950"/>
                    <a:gd name="connsiteX23" fmla="*/ 38736 w 115570"/>
                    <a:gd name="connsiteY23" fmla="*/ 20801 h 158950"/>
                    <a:gd name="connsiteX24" fmla="*/ 43147 w 115570"/>
                    <a:gd name="connsiteY24" fmla="*/ 27009 h 158950"/>
                    <a:gd name="connsiteX25" fmla="*/ 42984 w 115570"/>
                    <a:gd name="connsiteY25" fmla="*/ 27499 h 158950"/>
                    <a:gd name="connsiteX26" fmla="*/ 42112 w 115570"/>
                    <a:gd name="connsiteY26" fmla="*/ 30712 h 158950"/>
                    <a:gd name="connsiteX27" fmla="*/ 38845 w 115570"/>
                    <a:gd name="connsiteY27" fmla="*/ 31311 h 158950"/>
                    <a:gd name="connsiteX28" fmla="*/ 37702 w 115570"/>
                    <a:gd name="connsiteY28" fmla="*/ 31420 h 158950"/>
                    <a:gd name="connsiteX29" fmla="*/ 37049 w 115570"/>
                    <a:gd name="connsiteY29" fmla="*/ 31365 h 158950"/>
                    <a:gd name="connsiteX30" fmla="*/ 32637 w 115570"/>
                    <a:gd name="connsiteY30" fmla="*/ 25267 h 158950"/>
                    <a:gd name="connsiteX31" fmla="*/ 33563 w 115570"/>
                    <a:gd name="connsiteY31" fmla="*/ 23088 h 158950"/>
                    <a:gd name="connsiteX32" fmla="*/ 34543 w 115570"/>
                    <a:gd name="connsiteY32" fmla="*/ 21673 h 158950"/>
                    <a:gd name="connsiteX33" fmla="*/ 36177 w 115570"/>
                    <a:gd name="connsiteY33" fmla="*/ 21074 h 158950"/>
                    <a:gd name="connsiteX34" fmla="*/ 37974 w 115570"/>
                    <a:gd name="connsiteY34" fmla="*/ 20747 h 158950"/>
                    <a:gd name="connsiteX35" fmla="*/ 52894 w 115570"/>
                    <a:gd name="connsiteY35" fmla="*/ 33598 h 158950"/>
                    <a:gd name="connsiteX36" fmla="*/ 54147 w 115570"/>
                    <a:gd name="connsiteY36" fmla="*/ 33707 h 158950"/>
                    <a:gd name="connsiteX37" fmla="*/ 59864 w 115570"/>
                    <a:gd name="connsiteY37" fmla="*/ 37192 h 158950"/>
                    <a:gd name="connsiteX38" fmla="*/ 61389 w 115570"/>
                    <a:gd name="connsiteY38" fmla="*/ 43727 h 158950"/>
                    <a:gd name="connsiteX39" fmla="*/ 61008 w 115570"/>
                    <a:gd name="connsiteY39" fmla="*/ 45033 h 158950"/>
                    <a:gd name="connsiteX40" fmla="*/ 60191 w 115570"/>
                    <a:gd name="connsiteY40" fmla="*/ 47593 h 158950"/>
                    <a:gd name="connsiteX41" fmla="*/ 58068 w 115570"/>
                    <a:gd name="connsiteY41" fmla="*/ 49226 h 158950"/>
                    <a:gd name="connsiteX42" fmla="*/ 52731 w 115570"/>
                    <a:gd name="connsiteY42" fmla="*/ 51078 h 158950"/>
                    <a:gd name="connsiteX43" fmla="*/ 51370 w 115570"/>
                    <a:gd name="connsiteY43" fmla="*/ 50969 h 158950"/>
                    <a:gd name="connsiteX44" fmla="*/ 44127 w 115570"/>
                    <a:gd name="connsiteY44" fmla="*/ 40949 h 158950"/>
                    <a:gd name="connsiteX45" fmla="*/ 44781 w 115570"/>
                    <a:gd name="connsiteY45" fmla="*/ 38880 h 158950"/>
                    <a:gd name="connsiteX46" fmla="*/ 46305 w 115570"/>
                    <a:gd name="connsiteY46" fmla="*/ 35395 h 158950"/>
                    <a:gd name="connsiteX47" fmla="*/ 49954 w 115570"/>
                    <a:gd name="connsiteY47" fmla="*/ 34143 h 158950"/>
                    <a:gd name="connsiteX48" fmla="*/ 52894 w 115570"/>
                    <a:gd name="connsiteY48" fmla="*/ 33598 h 158950"/>
                    <a:gd name="connsiteX49" fmla="*/ 66726 w 115570"/>
                    <a:gd name="connsiteY49" fmla="*/ 52112 h 158950"/>
                    <a:gd name="connsiteX50" fmla="*/ 78760 w 115570"/>
                    <a:gd name="connsiteY50" fmla="*/ 56741 h 158950"/>
                    <a:gd name="connsiteX51" fmla="*/ 89923 w 115570"/>
                    <a:gd name="connsiteY51" fmla="*/ 69646 h 158950"/>
                    <a:gd name="connsiteX52" fmla="*/ 93898 w 115570"/>
                    <a:gd name="connsiteY52" fmla="*/ 83587 h 158950"/>
                    <a:gd name="connsiteX53" fmla="*/ 94007 w 115570"/>
                    <a:gd name="connsiteY53" fmla="*/ 87780 h 158950"/>
                    <a:gd name="connsiteX54" fmla="*/ 94769 w 115570"/>
                    <a:gd name="connsiteY54" fmla="*/ 99215 h 158950"/>
                    <a:gd name="connsiteX55" fmla="*/ 97438 w 115570"/>
                    <a:gd name="connsiteY55" fmla="*/ 113863 h 158950"/>
                    <a:gd name="connsiteX56" fmla="*/ 100868 w 115570"/>
                    <a:gd name="connsiteY56" fmla="*/ 128674 h 158950"/>
                    <a:gd name="connsiteX57" fmla="*/ 104898 w 115570"/>
                    <a:gd name="connsiteY57" fmla="*/ 142615 h 158950"/>
                    <a:gd name="connsiteX58" fmla="*/ 95913 w 115570"/>
                    <a:gd name="connsiteY58" fmla="*/ 131234 h 158950"/>
                    <a:gd name="connsiteX59" fmla="*/ 87364 w 115570"/>
                    <a:gd name="connsiteY59" fmla="*/ 118001 h 158950"/>
                    <a:gd name="connsiteX60" fmla="*/ 80175 w 115570"/>
                    <a:gd name="connsiteY60" fmla="*/ 103680 h 158950"/>
                    <a:gd name="connsiteX61" fmla="*/ 74131 w 115570"/>
                    <a:gd name="connsiteY61" fmla="*/ 91265 h 158950"/>
                    <a:gd name="connsiteX62" fmla="*/ 72933 w 115570"/>
                    <a:gd name="connsiteY62" fmla="*/ 88869 h 158950"/>
                    <a:gd name="connsiteX63" fmla="*/ 69448 w 115570"/>
                    <a:gd name="connsiteY63" fmla="*/ 77433 h 158950"/>
                    <a:gd name="connsiteX64" fmla="*/ 68740 w 115570"/>
                    <a:gd name="connsiteY64" fmla="*/ 69102 h 158950"/>
                    <a:gd name="connsiteX65" fmla="*/ 68468 w 115570"/>
                    <a:gd name="connsiteY65" fmla="*/ 65072 h 158950"/>
                    <a:gd name="connsiteX66" fmla="*/ 66835 w 115570"/>
                    <a:gd name="connsiteY66" fmla="*/ 52330 h 158950"/>
                    <a:gd name="connsiteX67" fmla="*/ 66726 w 115570"/>
                    <a:gd name="connsiteY67" fmla="*/ 52112 h 158950"/>
                    <a:gd name="connsiteX68" fmla="*/ 9822 w 115570"/>
                    <a:gd name="connsiteY68" fmla="*/ 0 h 158950"/>
                    <a:gd name="connsiteX69" fmla="*/ 129 w 115570"/>
                    <a:gd name="connsiteY69" fmla="*/ 8277 h 158950"/>
                    <a:gd name="connsiteX70" fmla="*/ 8242 w 115570"/>
                    <a:gd name="connsiteY70" fmla="*/ 19495 h 158950"/>
                    <a:gd name="connsiteX71" fmla="*/ 9822 w 115570"/>
                    <a:gd name="connsiteY71" fmla="*/ 19604 h 158950"/>
                    <a:gd name="connsiteX72" fmla="*/ 18534 w 115570"/>
                    <a:gd name="connsiteY72" fmla="*/ 14212 h 158950"/>
                    <a:gd name="connsiteX73" fmla="*/ 25450 w 115570"/>
                    <a:gd name="connsiteY73" fmla="*/ 20148 h 158950"/>
                    <a:gd name="connsiteX74" fmla="*/ 26811 w 115570"/>
                    <a:gd name="connsiteY74" fmla="*/ 20257 h 158950"/>
                    <a:gd name="connsiteX75" fmla="*/ 29043 w 115570"/>
                    <a:gd name="connsiteY75" fmla="*/ 19984 h 158950"/>
                    <a:gd name="connsiteX76" fmla="*/ 27192 w 115570"/>
                    <a:gd name="connsiteY76" fmla="*/ 24395 h 158950"/>
                    <a:gd name="connsiteX77" fmla="*/ 36123 w 115570"/>
                    <a:gd name="connsiteY77" fmla="*/ 36756 h 158950"/>
                    <a:gd name="connsiteX78" fmla="*/ 37647 w 115570"/>
                    <a:gd name="connsiteY78" fmla="*/ 36865 h 158950"/>
                    <a:gd name="connsiteX79" fmla="*/ 39771 w 115570"/>
                    <a:gd name="connsiteY79" fmla="*/ 36647 h 158950"/>
                    <a:gd name="connsiteX80" fmla="*/ 38736 w 115570"/>
                    <a:gd name="connsiteY80" fmla="*/ 40078 h 158950"/>
                    <a:gd name="connsiteX81" fmla="*/ 50498 w 115570"/>
                    <a:gd name="connsiteY81" fmla="*/ 56360 h 158950"/>
                    <a:gd name="connsiteX82" fmla="*/ 52731 w 115570"/>
                    <a:gd name="connsiteY82" fmla="*/ 56523 h 158950"/>
                    <a:gd name="connsiteX83" fmla="*/ 61444 w 115570"/>
                    <a:gd name="connsiteY83" fmla="*/ 53528 h 158950"/>
                    <a:gd name="connsiteX84" fmla="*/ 62969 w 115570"/>
                    <a:gd name="connsiteY84" fmla="*/ 65562 h 158950"/>
                    <a:gd name="connsiteX85" fmla="*/ 64003 w 115570"/>
                    <a:gd name="connsiteY85" fmla="*/ 78250 h 158950"/>
                    <a:gd name="connsiteX86" fmla="*/ 67978 w 115570"/>
                    <a:gd name="connsiteY86" fmla="*/ 91374 h 158950"/>
                    <a:gd name="connsiteX87" fmla="*/ 75112 w 115570"/>
                    <a:gd name="connsiteY87" fmla="*/ 106022 h 158950"/>
                    <a:gd name="connsiteX88" fmla="*/ 82517 w 115570"/>
                    <a:gd name="connsiteY88" fmla="*/ 120724 h 158950"/>
                    <a:gd name="connsiteX89" fmla="*/ 91393 w 115570"/>
                    <a:gd name="connsiteY89" fmla="*/ 134446 h 158950"/>
                    <a:gd name="connsiteX90" fmla="*/ 112739 w 115570"/>
                    <a:gd name="connsiteY90" fmla="*/ 158515 h 158950"/>
                    <a:gd name="connsiteX91" fmla="*/ 113883 w 115570"/>
                    <a:gd name="connsiteY91" fmla="*/ 158951 h 158950"/>
                    <a:gd name="connsiteX92" fmla="*/ 114482 w 115570"/>
                    <a:gd name="connsiteY92" fmla="*/ 158842 h 158950"/>
                    <a:gd name="connsiteX93" fmla="*/ 115461 w 115570"/>
                    <a:gd name="connsiteY93" fmla="*/ 156664 h 158950"/>
                    <a:gd name="connsiteX94" fmla="*/ 106150 w 115570"/>
                    <a:gd name="connsiteY94" fmla="*/ 127422 h 158950"/>
                    <a:gd name="connsiteX95" fmla="*/ 102828 w 115570"/>
                    <a:gd name="connsiteY95" fmla="*/ 112883 h 158950"/>
                    <a:gd name="connsiteX96" fmla="*/ 100215 w 115570"/>
                    <a:gd name="connsiteY96" fmla="*/ 98507 h 158950"/>
                    <a:gd name="connsiteX97" fmla="*/ 99398 w 115570"/>
                    <a:gd name="connsiteY97" fmla="*/ 83478 h 158950"/>
                    <a:gd name="connsiteX98" fmla="*/ 94715 w 115570"/>
                    <a:gd name="connsiteY98" fmla="*/ 67087 h 158950"/>
                    <a:gd name="connsiteX99" fmla="*/ 81918 w 115570"/>
                    <a:gd name="connsiteY99" fmla="*/ 52385 h 158950"/>
                    <a:gd name="connsiteX100" fmla="*/ 66181 w 115570"/>
                    <a:gd name="connsiteY100" fmla="*/ 46721 h 158950"/>
                    <a:gd name="connsiteX101" fmla="*/ 66726 w 115570"/>
                    <a:gd name="connsiteY101" fmla="*/ 44652 h 158950"/>
                    <a:gd name="connsiteX102" fmla="*/ 54963 w 115570"/>
                    <a:gd name="connsiteY102" fmla="*/ 28371 h 158950"/>
                    <a:gd name="connsiteX103" fmla="*/ 52840 w 115570"/>
                    <a:gd name="connsiteY103" fmla="*/ 28207 h 158950"/>
                    <a:gd name="connsiteX104" fmla="*/ 48157 w 115570"/>
                    <a:gd name="connsiteY104" fmla="*/ 29024 h 158950"/>
                    <a:gd name="connsiteX105" fmla="*/ 48484 w 115570"/>
                    <a:gd name="connsiteY105" fmla="*/ 27880 h 158950"/>
                    <a:gd name="connsiteX106" fmla="*/ 39553 w 115570"/>
                    <a:gd name="connsiteY106" fmla="*/ 15520 h 158950"/>
                    <a:gd name="connsiteX107" fmla="*/ 37974 w 115570"/>
                    <a:gd name="connsiteY107" fmla="*/ 15411 h 158950"/>
                    <a:gd name="connsiteX108" fmla="*/ 34380 w 115570"/>
                    <a:gd name="connsiteY108" fmla="*/ 16064 h 158950"/>
                    <a:gd name="connsiteX109" fmla="*/ 35524 w 115570"/>
                    <a:gd name="connsiteY109" fmla="*/ 13015 h 158950"/>
                    <a:gd name="connsiteX110" fmla="*/ 28282 w 115570"/>
                    <a:gd name="connsiteY110" fmla="*/ 2995 h 158950"/>
                    <a:gd name="connsiteX111" fmla="*/ 26866 w 115570"/>
                    <a:gd name="connsiteY111" fmla="*/ 2886 h 158950"/>
                    <a:gd name="connsiteX112" fmla="*/ 19297 w 115570"/>
                    <a:gd name="connsiteY112" fmla="*/ 7297 h 158950"/>
                    <a:gd name="connsiteX113" fmla="*/ 11455 w 115570"/>
                    <a:gd name="connsiteY113" fmla="*/ 272 h 158950"/>
                    <a:gd name="connsiteX114" fmla="*/ 9822 w 115570"/>
                    <a:gd name="connsiteY114" fmla="*/ 0 h 158950"/>
                    <a:gd name="connsiteX115" fmla="*/ 9822 w 115570"/>
                    <a:gd name="connsiteY115" fmla="*/ 0 h 158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</a:cxnLst>
                  <a:rect l="l" t="t" r="r" b="b"/>
                  <a:pathLst>
                    <a:path w="115570" h="158950">
                      <a:moveTo>
                        <a:pt x="9822" y="5445"/>
                      </a:moveTo>
                      <a:cubicBezTo>
                        <a:pt x="10039" y="5445"/>
                        <a:pt x="10312" y="5445"/>
                        <a:pt x="10530" y="5500"/>
                      </a:cubicBezTo>
                      <a:cubicBezTo>
                        <a:pt x="12217" y="5772"/>
                        <a:pt x="13524" y="6970"/>
                        <a:pt x="14014" y="8658"/>
                      </a:cubicBezTo>
                      <a:lnTo>
                        <a:pt x="14450" y="10237"/>
                      </a:lnTo>
                      <a:lnTo>
                        <a:pt x="13688" y="11762"/>
                      </a:lnTo>
                      <a:cubicBezTo>
                        <a:pt x="12925" y="13232"/>
                        <a:pt x="11455" y="14158"/>
                        <a:pt x="9822" y="14158"/>
                      </a:cubicBezTo>
                      <a:cubicBezTo>
                        <a:pt x="9604" y="14158"/>
                        <a:pt x="9386" y="14158"/>
                        <a:pt x="9114" y="14104"/>
                      </a:cubicBezTo>
                      <a:cubicBezTo>
                        <a:pt x="7970" y="13940"/>
                        <a:pt x="6935" y="13287"/>
                        <a:pt x="6282" y="12361"/>
                      </a:cubicBezTo>
                      <a:cubicBezTo>
                        <a:pt x="5629" y="11435"/>
                        <a:pt x="5302" y="10237"/>
                        <a:pt x="5520" y="9094"/>
                      </a:cubicBezTo>
                      <a:cubicBezTo>
                        <a:pt x="5900" y="6970"/>
                        <a:pt x="7698" y="5445"/>
                        <a:pt x="9822" y="5445"/>
                      </a:cubicBezTo>
                      <a:moveTo>
                        <a:pt x="26866" y="8168"/>
                      </a:moveTo>
                      <a:cubicBezTo>
                        <a:pt x="27029" y="8168"/>
                        <a:pt x="27192" y="8168"/>
                        <a:pt x="27410" y="8223"/>
                      </a:cubicBezTo>
                      <a:cubicBezTo>
                        <a:pt x="29207" y="8495"/>
                        <a:pt x="30459" y="10237"/>
                        <a:pt x="30133" y="12034"/>
                      </a:cubicBezTo>
                      <a:cubicBezTo>
                        <a:pt x="30078" y="12416"/>
                        <a:pt x="29915" y="12797"/>
                        <a:pt x="29697" y="13178"/>
                      </a:cubicBezTo>
                      <a:lnTo>
                        <a:pt x="28989" y="14376"/>
                      </a:lnTo>
                      <a:lnTo>
                        <a:pt x="27682" y="14703"/>
                      </a:lnTo>
                      <a:cubicBezTo>
                        <a:pt x="27410" y="14757"/>
                        <a:pt x="27083" y="14812"/>
                        <a:pt x="26811" y="14812"/>
                      </a:cubicBezTo>
                      <a:cubicBezTo>
                        <a:pt x="26648" y="14812"/>
                        <a:pt x="26484" y="14812"/>
                        <a:pt x="26321" y="14757"/>
                      </a:cubicBezTo>
                      <a:cubicBezTo>
                        <a:pt x="24905" y="14539"/>
                        <a:pt x="24034" y="13450"/>
                        <a:pt x="23707" y="12524"/>
                      </a:cubicBezTo>
                      <a:lnTo>
                        <a:pt x="23272" y="11108"/>
                      </a:lnTo>
                      <a:lnTo>
                        <a:pt x="23979" y="9856"/>
                      </a:lnTo>
                      <a:cubicBezTo>
                        <a:pt x="24578" y="8821"/>
                        <a:pt x="25667" y="8168"/>
                        <a:pt x="26866" y="8168"/>
                      </a:cubicBezTo>
                      <a:moveTo>
                        <a:pt x="37974" y="20747"/>
                      </a:moveTo>
                      <a:cubicBezTo>
                        <a:pt x="38192" y="20747"/>
                        <a:pt x="38464" y="20747"/>
                        <a:pt x="38736" y="20801"/>
                      </a:cubicBezTo>
                      <a:cubicBezTo>
                        <a:pt x="41622" y="21292"/>
                        <a:pt x="43637" y="24014"/>
                        <a:pt x="43147" y="27009"/>
                      </a:cubicBezTo>
                      <a:lnTo>
                        <a:pt x="42984" y="27499"/>
                      </a:lnTo>
                      <a:lnTo>
                        <a:pt x="42112" y="30712"/>
                      </a:lnTo>
                      <a:lnTo>
                        <a:pt x="38845" y="31311"/>
                      </a:lnTo>
                      <a:cubicBezTo>
                        <a:pt x="38410" y="31365"/>
                        <a:pt x="38083" y="31420"/>
                        <a:pt x="37702" y="31420"/>
                      </a:cubicBezTo>
                      <a:cubicBezTo>
                        <a:pt x="37484" y="31420"/>
                        <a:pt x="37266" y="31420"/>
                        <a:pt x="37049" y="31365"/>
                      </a:cubicBezTo>
                      <a:cubicBezTo>
                        <a:pt x="34162" y="30875"/>
                        <a:pt x="32148" y="28153"/>
                        <a:pt x="32637" y="25267"/>
                      </a:cubicBezTo>
                      <a:cubicBezTo>
                        <a:pt x="32746" y="24504"/>
                        <a:pt x="33073" y="23796"/>
                        <a:pt x="33563" y="23088"/>
                      </a:cubicBezTo>
                      <a:lnTo>
                        <a:pt x="34543" y="21673"/>
                      </a:lnTo>
                      <a:lnTo>
                        <a:pt x="36177" y="21074"/>
                      </a:lnTo>
                      <a:cubicBezTo>
                        <a:pt x="36776" y="20856"/>
                        <a:pt x="37375" y="20747"/>
                        <a:pt x="37974" y="20747"/>
                      </a:cubicBezTo>
                      <a:moveTo>
                        <a:pt x="52894" y="33598"/>
                      </a:moveTo>
                      <a:cubicBezTo>
                        <a:pt x="53330" y="33598"/>
                        <a:pt x="53711" y="33652"/>
                        <a:pt x="54147" y="33707"/>
                      </a:cubicBezTo>
                      <a:cubicBezTo>
                        <a:pt x="56434" y="34088"/>
                        <a:pt x="58448" y="35340"/>
                        <a:pt x="59864" y="37192"/>
                      </a:cubicBezTo>
                      <a:cubicBezTo>
                        <a:pt x="61226" y="39098"/>
                        <a:pt x="61770" y="41385"/>
                        <a:pt x="61389" y="43727"/>
                      </a:cubicBezTo>
                      <a:cubicBezTo>
                        <a:pt x="61335" y="44162"/>
                        <a:pt x="61171" y="44598"/>
                        <a:pt x="61008" y="45033"/>
                      </a:cubicBezTo>
                      <a:lnTo>
                        <a:pt x="60191" y="47593"/>
                      </a:lnTo>
                      <a:lnTo>
                        <a:pt x="58068" y="49226"/>
                      </a:lnTo>
                      <a:cubicBezTo>
                        <a:pt x="56488" y="50479"/>
                        <a:pt x="54637" y="51078"/>
                        <a:pt x="52731" y="51078"/>
                      </a:cubicBezTo>
                      <a:cubicBezTo>
                        <a:pt x="52295" y="51078"/>
                        <a:pt x="51805" y="51023"/>
                        <a:pt x="51370" y="50969"/>
                      </a:cubicBezTo>
                      <a:cubicBezTo>
                        <a:pt x="46632" y="50207"/>
                        <a:pt x="43365" y="45687"/>
                        <a:pt x="44127" y="40949"/>
                      </a:cubicBezTo>
                      <a:cubicBezTo>
                        <a:pt x="44236" y="40350"/>
                        <a:pt x="44454" y="39643"/>
                        <a:pt x="44781" y="38880"/>
                      </a:cubicBezTo>
                      <a:lnTo>
                        <a:pt x="46305" y="35395"/>
                      </a:lnTo>
                      <a:lnTo>
                        <a:pt x="49954" y="34143"/>
                      </a:lnTo>
                      <a:cubicBezTo>
                        <a:pt x="50988" y="33761"/>
                        <a:pt x="51969" y="33598"/>
                        <a:pt x="52894" y="33598"/>
                      </a:cubicBezTo>
                      <a:moveTo>
                        <a:pt x="66726" y="52112"/>
                      </a:moveTo>
                      <a:cubicBezTo>
                        <a:pt x="71572" y="52385"/>
                        <a:pt x="75929" y="54781"/>
                        <a:pt x="78760" y="56741"/>
                      </a:cubicBezTo>
                      <a:cubicBezTo>
                        <a:pt x="84314" y="60662"/>
                        <a:pt x="87908" y="65943"/>
                        <a:pt x="89923" y="69646"/>
                      </a:cubicBezTo>
                      <a:cubicBezTo>
                        <a:pt x="92319" y="73948"/>
                        <a:pt x="93680" y="78686"/>
                        <a:pt x="93898" y="83587"/>
                      </a:cubicBezTo>
                      <a:cubicBezTo>
                        <a:pt x="93952" y="85002"/>
                        <a:pt x="94007" y="86418"/>
                        <a:pt x="94007" y="87780"/>
                      </a:cubicBezTo>
                      <a:cubicBezTo>
                        <a:pt x="94116" y="91700"/>
                        <a:pt x="94170" y="95403"/>
                        <a:pt x="94769" y="99215"/>
                      </a:cubicBezTo>
                      <a:cubicBezTo>
                        <a:pt x="95477" y="104170"/>
                        <a:pt x="96349" y="109125"/>
                        <a:pt x="97438" y="113863"/>
                      </a:cubicBezTo>
                      <a:cubicBezTo>
                        <a:pt x="98364" y="118818"/>
                        <a:pt x="99507" y="123828"/>
                        <a:pt x="100868" y="128674"/>
                      </a:cubicBezTo>
                      <a:cubicBezTo>
                        <a:pt x="102066" y="133412"/>
                        <a:pt x="103427" y="138095"/>
                        <a:pt x="104898" y="142615"/>
                      </a:cubicBezTo>
                      <a:cubicBezTo>
                        <a:pt x="101903" y="139129"/>
                        <a:pt x="98908" y="135372"/>
                        <a:pt x="95913" y="131234"/>
                      </a:cubicBezTo>
                      <a:cubicBezTo>
                        <a:pt x="92864" y="126877"/>
                        <a:pt x="89923" y="122412"/>
                        <a:pt x="87364" y="118001"/>
                      </a:cubicBezTo>
                      <a:cubicBezTo>
                        <a:pt x="84804" y="113373"/>
                        <a:pt x="82354" y="108526"/>
                        <a:pt x="80175" y="103680"/>
                      </a:cubicBezTo>
                      <a:cubicBezTo>
                        <a:pt x="78270" y="99433"/>
                        <a:pt x="76091" y="95076"/>
                        <a:pt x="74131" y="91265"/>
                      </a:cubicBezTo>
                      <a:lnTo>
                        <a:pt x="72933" y="88869"/>
                      </a:lnTo>
                      <a:cubicBezTo>
                        <a:pt x="71028" y="85002"/>
                        <a:pt x="69884" y="81245"/>
                        <a:pt x="69448" y="77433"/>
                      </a:cubicBezTo>
                      <a:cubicBezTo>
                        <a:pt x="69122" y="74656"/>
                        <a:pt x="68904" y="71988"/>
                        <a:pt x="68740" y="69102"/>
                      </a:cubicBezTo>
                      <a:cubicBezTo>
                        <a:pt x="68631" y="67795"/>
                        <a:pt x="68577" y="66434"/>
                        <a:pt x="68468" y="65072"/>
                      </a:cubicBezTo>
                      <a:cubicBezTo>
                        <a:pt x="68196" y="61587"/>
                        <a:pt x="67869" y="57449"/>
                        <a:pt x="66835" y="52330"/>
                      </a:cubicBezTo>
                      <a:lnTo>
                        <a:pt x="66726" y="52112"/>
                      </a:lnTo>
                      <a:moveTo>
                        <a:pt x="9822" y="0"/>
                      </a:moveTo>
                      <a:cubicBezTo>
                        <a:pt x="5084" y="0"/>
                        <a:pt x="946" y="3431"/>
                        <a:pt x="129" y="8277"/>
                      </a:cubicBezTo>
                      <a:cubicBezTo>
                        <a:pt x="-743" y="13613"/>
                        <a:pt x="2906" y="18678"/>
                        <a:pt x="8242" y="19495"/>
                      </a:cubicBezTo>
                      <a:cubicBezTo>
                        <a:pt x="8787" y="19604"/>
                        <a:pt x="9277" y="19604"/>
                        <a:pt x="9822" y="19604"/>
                      </a:cubicBezTo>
                      <a:cubicBezTo>
                        <a:pt x="13524" y="19604"/>
                        <a:pt x="16900" y="17480"/>
                        <a:pt x="18534" y="14212"/>
                      </a:cubicBezTo>
                      <a:cubicBezTo>
                        <a:pt x="19514" y="17208"/>
                        <a:pt x="22074" y="19604"/>
                        <a:pt x="25450" y="20148"/>
                      </a:cubicBezTo>
                      <a:cubicBezTo>
                        <a:pt x="25885" y="20202"/>
                        <a:pt x="26375" y="20257"/>
                        <a:pt x="26811" y="20257"/>
                      </a:cubicBezTo>
                      <a:cubicBezTo>
                        <a:pt x="27574" y="20257"/>
                        <a:pt x="28335" y="20148"/>
                        <a:pt x="29043" y="19984"/>
                      </a:cubicBezTo>
                      <a:cubicBezTo>
                        <a:pt x="28118" y="21292"/>
                        <a:pt x="27465" y="22762"/>
                        <a:pt x="27192" y="24395"/>
                      </a:cubicBezTo>
                      <a:cubicBezTo>
                        <a:pt x="26266" y="30276"/>
                        <a:pt x="30242" y="35831"/>
                        <a:pt x="36123" y="36756"/>
                      </a:cubicBezTo>
                      <a:cubicBezTo>
                        <a:pt x="36667" y="36865"/>
                        <a:pt x="37157" y="36865"/>
                        <a:pt x="37647" y="36865"/>
                      </a:cubicBezTo>
                      <a:cubicBezTo>
                        <a:pt x="38355" y="36865"/>
                        <a:pt x="39063" y="36811"/>
                        <a:pt x="39771" y="36647"/>
                      </a:cubicBezTo>
                      <a:cubicBezTo>
                        <a:pt x="39281" y="37736"/>
                        <a:pt x="38900" y="38826"/>
                        <a:pt x="38736" y="40078"/>
                      </a:cubicBezTo>
                      <a:cubicBezTo>
                        <a:pt x="37484" y="47811"/>
                        <a:pt x="42766" y="55107"/>
                        <a:pt x="50498" y="56360"/>
                      </a:cubicBezTo>
                      <a:cubicBezTo>
                        <a:pt x="51261" y="56469"/>
                        <a:pt x="52023" y="56523"/>
                        <a:pt x="52731" y="56523"/>
                      </a:cubicBezTo>
                      <a:cubicBezTo>
                        <a:pt x="55944" y="56523"/>
                        <a:pt x="58993" y="55379"/>
                        <a:pt x="61444" y="53528"/>
                      </a:cubicBezTo>
                      <a:cubicBezTo>
                        <a:pt x="62369" y="58211"/>
                        <a:pt x="62696" y="61968"/>
                        <a:pt x="62969" y="65562"/>
                      </a:cubicBezTo>
                      <a:cubicBezTo>
                        <a:pt x="63295" y="70028"/>
                        <a:pt x="63458" y="74057"/>
                        <a:pt x="64003" y="78250"/>
                      </a:cubicBezTo>
                      <a:cubicBezTo>
                        <a:pt x="64493" y="82443"/>
                        <a:pt x="65745" y="86745"/>
                        <a:pt x="67978" y="91374"/>
                      </a:cubicBezTo>
                      <a:cubicBezTo>
                        <a:pt x="70265" y="95948"/>
                        <a:pt x="72879" y="101012"/>
                        <a:pt x="75112" y="106022"/>
                      </a:cubicBezTo>
                      <a:cubicBezTo>
                        <a:pt x="77398" y="111031"/>
                        <a:pt x="79849" y="115932"/>
                        <a:pt x="82517" y="120724"/>
                      </a:cubicBezTo>
                      <a:cubicBezTo>
                        <a:pt x="85294" y="125461"/>
                        <a:pt x="88289" y="130036"/>
                        <a:pt x="91393" y="134446"/>
                      </a:cubicBezTo>
                      <a:cubicBezTo>
                        <a:pt x="97818" y="143213"/>
                        <a:pt x="104789" y="151382"/>
                        <a:pt x="112739" y="158515"/>
                      </a:cubicBezTo>
                      <a:cubicBezTo>
                        <a:pt x="113066" y="158788"/>
                        <a:pt x="113447" y="158951"/>
                        <a:pt x="113883" y="158951"/>
                      </a:cubicBezTo>
                      <a:cubicBezTo>
                        <a:pt x="114100" y="158951"/>
                        <a:pt x="114264" y="158896"/>
                        <a:pt x="114482" y="158842"/>
                      </a:cubicBezTo>
                      <a:cubicBezTo>
                        <a:pt x="115353" y="158515"/>
                        <a:pt x="115788" y="157535"/>
                        <a:pt x="115461" y="156664"/>
                      </a:cubicBezTo>
                      <a:cubicBezTo>
                        <a:pt x="111868" y="146808"/>
                        <a:pt x="108601" y="137169"/>
                        <a:pt x="106150" y="127422"/>
                      </a:cubicBezTo>
                      <a:cubicBezTo>
                        <a:pt x="104843" y="122576"/>
                        <a:pt x="103700" y="117729"/>
                        <a:pt x="102828" y="112883"/>
                      </a:cubicBezTo>
                      <a:cubicBezTo>
                        <a:pt x="101740" y="108091"/>
                        <a:pt x="100868" y="103299"/>
                        <a:pt x="100215" y="98507"/>
                      </a:cubicBezTo>
                      <a:cubicBezTo>
                        <a:pt x="99507" y="93715"/>
                        <a:pt x="99616" y="88869"/>
                        <a:pt x="99398" y="83478"/>
                      </a:cubicBezTo>
                      <a:cubicBezTo>
                        <a:pt x="99125" y="78141"/>
                        <a:pt x="97764" y="72533"/>
                        <a:pt x="94715" y="67087"/>
                      </a:cubicBezTo>
                      <a:cubicBezTo>
                        <a:pt x="91720" y="61642"/>
                        <a:pt x="87473" y="56305"/>
                        <a:pt x="81918" y="52385"/>
                      </a:cubicBezTo>
                      <a:cubicBezTo>
                        <a:pt x="77398" y="49226"/>
                        <a:pt x="71953" y="46830"/>
                        <a:pt x="66181" y="46721"/>
                      </a:cubicBezTo>
                      <a:cubicBezTo>
                        <a:pt x="66399" y="46014"/>
                        <a:pt x="66617" y="45360"/>
                        <a:pt x="66726" y="44652"/>
                      </a:cubicBezTo>
                      <a:cubicBezTo>
                        <a:pt x="67978" y="36920"/>
                        <a:pt x="62696" y="29623"/>
                        <a:pt x="54963" y="28371"/>
                      </a:cubicBezTo>
                      <a:cubicBezTo>
                        <a:pt x="54255" y="28262"/>
                        <a:pt x="53548" y="28207"/>
                        <a:pt x="52840" y="28207"/>
                      </a:cubicBezTo>
                      <a:cubicBezTo>
                        <a:pt x="51206" y="28207"/>
                        <a:pt x="49627" y="28479"/>
                        <a:pt x="48157" y="29024"/>
                      </a:cubicBezTo>
                      <a:cubicBezTo>
                        <a:pt x="48266" y="28643"/>
                        <a:pt x="48375" y="28262"/>
                        <a:pt x="48484" y="27880"/>
                      </a:cubicBezTo>
                      <a:cubicBezTo>
                        <a:pt x="49409" y="21999"/>
                        <a:pt x="45434" y="16445"/>
                        <a:pt x="39553" y="15520"/>
                      </a:cubicBezTo>
                      <a:cubicBezTo>
                        <a:pt x="39009" y="15411"/>
                        <a:pt x="38464" y="15411"/>
                        <a:pt x="37974" y="15411"/>
                      </a:cubicBezTo>
                      <a:cubicBezTo>
                        <a:pt x="36721" y="15411"/>
                        <a:pt x="35524" y="15628"/>
                        <a:pt x="34380" y="16064"/>
                      </a:cubicBezTo>
                      <a:cubicBezTo>
                        <a:pt x="34925" y="15138"/>
                        <a:pt x="35306" y="14104"/>
                        <a:pt x="35524" y="13015"/>
                      </a:cubicBezTo>
                      <a:cubicBezTo>
                        <a:pt x="36286" y="8223"/>
                        <a:pt x="33019" y="3757"/>
                        <a:pt x="28282" y="2995"/>
                      </a:cubicBezTo>
                      <a:cubicBezTo>
                        <a:pt x="27791" y="2940"/>
                        <a:pt x="27356" y="2886"/>
                        <a:pt x="26866" y="2886"/>
                      </a:cubicBezTo>
                      <a:cubicBezTo>
                        <a:pt x="23707" y="2886"/>
                        <a:pt x="20821" y="4629"/>
                        <a:pt x="19297" y="7297"/>
                      </a:cubicBezTo>
                      <a:cubicBezTo>
                        <a:pt x="18262" y="3757"/>
                        <a:pt x="15321" y="926"/>
                        <a:pt x="11455" y="272"/>
                      </a:cubicBezTo>
                      <a:cubicBezTo>
                        <a:pt x="10910" y="55"/>
                        <a:pt x="10366" y="0"/>
                        <a:pt x="9822" y="0"/>
                      </a:cubicBezTo>
                      <a:lnTo>
                        <a:pt x="9822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1" name="Forme libre : forme 1300">
                  <a:extLst>
                    <a:ext uri="{FF2B5EF4-FFF2-40B4-BE49-F238E27FC236}">
                      <a16:creationId xmlns:a16="http://schemas.microsoft.com/office/drawing/2014/main" id="{C6E00851-A3E5-4D1F-982B-2A4CB0BEFB90}"/>
                    </a:ext>
                  </a:extLst>
                </p:cNvPr>
                <p:cNvSpPr/>
                <p:nvPr/>
              </p:nvSpPr>
              <p:spPr>
                <a:xfrm>
                  <a:off x="8783613" y="4813281"/>
                  <a:ext cx="62279" cy="204909"/>
                </a:xfrm>
                <a:custGeom>
                  <a:avLst/>
                  <a:gdLst>
                    <a:gd name="connsiteX0" fmla="*/ 18005 w 62279"/>
                    <a:gd name="connsiteY0" fmla="*/ 14811 h 204909"/>
                    <a:gd name="connsiteX1" fmla="*/ 18822 w 62279"/>
                    <a:gd name="connsiteY1" fmla="*/ 14866 h 204909"/>
                    <a:gd name="connsiteX2" fmla="*/ 18986 w 62279"/>
                    <a:gd name="connsiteY2" fmla="*/ 14920 h 204909"/>
                    <a:gd name="connsiteX3" fmla="*/ 19258 w 62279"/>
                    <a:gd name="connsiteY3" fmla="*/ 14975 h 204909"/>
                    <a:gd name="connsiteX4" fmla="*/ 21545 w 62279"/>
                    <a:gd name="connsiteY4" fmla="*/ 15410 h 204909"/>
                    <a:gd name="connsiteX5" fmla="*/ 23015 w 62279"/>
                    <a:gd name="connsiteY5" fmla="*/ 17207 h 204909"/>
                    <a:gd name="connsiteX6" fmla="*/ 24377 w 62279"/>
                    <a:gd name="connsiteY6" fmla="*/ 22271 h 204909"/>
                    <a:gd name="connsiteX7" fmla="*/ 20129 w 62279"/>
                    <a:gd name="connsiteY7" fmla="*/ 27281 h 204909"/>
                    <a:gd name="connsiteX8" fmla="*/ 16480 w 62279"/>
                    <a:gd name="connsiteY8" fmla="*/ 28588 h 204909"/>
                    <a:gd name="connsiteX9" fmla="*/ 13649 w 62279"/>
                    <a:gd name="connsiteY9" fmla="*/ 26029 h 204909"/>
                    <a:gd name="connsiteX10" fmla="*/ 11580 w 62279"/>
                    <a:gd name="connsiteY10" fmla="*/ 20257 h 204909"/>
                    <a:gd name="connsiteX11" fmla="*/ 18005 w 62279"/>
                    <a:gd name="connsiteY11" fmla="*/ 14811 h 204909"/>
                    <a:gd name="connsiteX12" fmla="*/ 15555 w 62279"/>
                    <a:gd name="connsiteY12" fmla="*/ 33707 h 204909"/>
                    <a:gd name="connsiteX13" fmla="*/ 18169 w 62279"/>
                    <a:gd name="connsiteY13" fmla="*/ 36266 h 204909"/>
                    <a:gd name="connsiteX14" fmla="*/ 19857 w 62279"/>
                    <a:gd name="connsiteY14" fmla="*/ 41276 h 204909"/>
                    <a:gd name="connsiteX15" fmla="*/ 17570 w 62279"/>
                    <a:gd name="connsiteY15" fmla="*/ 44979 h 204909"/>
                    <a:gd name="connsiteX16" fmla="*/ 14629 w 62279"/>
                    <a:gd name="connsiteY16" fmla="*/ 47157 h 204909"/>
                    <a:gd name="connsiteX17" fmla="*/ 11417 w 62279"/>
                    <a:gd name="connsiteY17" fmla="*/ 45360 h 204909"/>
                    <a:gd name="connsiteX18" fmla="*/ 8530 w 62279"/>
                    <a:gd name="connsiteY18" fmla="*/ 39479 h 204909"/>
                    <a:gd name="connsiteX19" fmla="*/ 12070 w 62279"/>
                    <a:gd name="connsiteY19" fmla="*/ 35123 h 204909"/>
                    <a:gd name="connsiteX20" fmla="*/ 15555 w 62279"/>
                    <a:gd name="connsiteY20" fmla="*/ 33707 h 204909"/>
                    <a:gd name="connsiteX21" fmla="*/ 14956 w 62279"/>
                    <a:gd name="connsiteY21" fmla="*/ 53092 h 204909"/>
                    <a:gd name="connsiteX22" fmla="*/ 18986 w 62279"/>
                    <a:gd name="connsiteY22" fmla="*/ 54508 h 204909"/>
                    <a:gd name="connsiteX23" fmla="*/ 25683 w 62279"/>
                    <a:gd name="connsiteY23" fmla="*/ 65726 h 204909"/>
                    <a:gd name="connsiteX24" fmla="*/ 21654 w 62279"/>
                    <a:gd name="connsiteY24" fmla="*/ 72314 h 204909"/>
                    <a:gd name="connsiteX25" fmla="*/ 18986 w 62279"/>
                    <a:gd name="connsiteY25" fmla="*/ 74275 h 204909"/>
                    <a:gd name="connsiteX26" fmla="*/ 15228 w 62279"/>
                    <a:gd name="connsiteY26" fmla="*/ 74221 h 204909"/>
                    <a:gd name="connsiteX27" fmla="*/ 14030 w 62279"/>
                    <a:gd name="connsiteY27" fmla="*/ 74166 h 204909"/>
                    <a:gd name="connsiteX28" fmla="*/ 7387 w 62279"/>
                    <a:gd name="connsiteY28" fmla="*/ 70082 h 204909"/>
                    <a:gd name="connsiteX29" fmla="*/ 5590 w 62279"/>
                    <a:gd name="connsiteY29" fmla="*/ 62513 h 204909"/>
                    <a:gd name="connsiteX30" fmla="*/ 11144 w 62279"/>
                    <a:gd name="connsiteY30" fmla="*/ 54998 h 204909"/>
                    <a:gd name="connsiteX31" fmla="*/ 14956 w 62279"/>
                    <a:gd name="connsiteY31" fmla="*/ 53092 h 204909"/>
                    <a:gd name="connsiteX32" fmla="*/ 20782 w 62279"/>
                    <a:gd name="connsiteY32" fmla="*/ 80701 h 204909"/>
                    <a:gd name="connsiteX33" fmla="*/ 22416 w 62279"/>
                    <a:gd name="connsiteY33" fmla="*/ 81517 h 204909"/>
                    <a:gd name="connsiteX34" fmla="*/ 32055 w 62279"/>
                    <a:gd name="connsiteY34" fmla="*/ 88760 h 204909"/>
                    <a:gd name="connsiteX35" fmla="*/ 42074 w 62279"/>
                    <a:gd name="connsiteY35" fmla="*/ 103190 h 204909"/>
                    <a:gd name="connsiteX36" fmla="*/ 46376 w 62279"/>
                    <a:gd name="connsiteY36" fmla="*/ 117892 h 204909"/>
                    <a:gd name="connsiteX37" fmla="*/ 46757 w 62279"/>
                    <a:gd name="connsiteY37" fmla="*/ 122085 h 204909"/>
                    <a:gd name="connsiteX38" fmla="*/ 48336 w 62279"/>
                    <a:gd name="connsiteY38" fmla="*/ 135481 h 204909"/>
                    <a:gd name="connsiteX39" fmla="*/ 51059 w 62279"/>
                    <a:gd name="connsiteY39" fmla="*/ 152307 h 204909"/>
                    <a:gd name="connsiteX40" fmla="*/ 53346 w 62279"/>
                    <a:gd name="connsiteY40" fmla="*/ 169297 h 204909"/>
                    <a:gd name="connsiteX41" fmla="*/ 53673 w 62279"/>
                    <a:gd name="connsiteY41" fmla="*/ 171911 h 204909"/>
                    <a:gd name="connsiteX42" fmla="*/ 55198 w 62279"/>
                    <a:gd name="connsiteY42" fmla="*/ 185143 h 204909"/>
                    <a:gd name="connsiteX43" fmla="*/ 49207 w 62279"/>
                    <a:gd name="connsiteY43" fmla="*/ 173272 h 204909"/>
                    <a:gd name="connsiteX44" fmla="*/ 48064 w 62279"/>
                    <a:gd name="connsiteY44" fmla="*/ 170985 h 204909"/>
                    <a:gd name="connsiteX45" fmla="*/ 40658 w 62279"/>
                    <a:gd name="connsiteY45" fmla="*/ 155575 h 204909"/>
                    <a:gd name="connsiteX46" fmla="*/ 33688 w 62279"/>
                    <a:gd name="connsiteY46" fmla="*/ 139892 h 204909"/>
                    <a:gd name="connsiteX47" fmla="*/ 27644 w 62279"/>
                    <a:gd name="connsiteY47" fmla="*/ 127803 h 204909"/>
                    <a:gd name="connsiteX48" fmla="*/ 25683 w 62279"/>
                    <a:gd name="connsiteY48" fmla="*/ 124155 h 204909"/>
                    <a:gd name="connsiteX49" fmla="*/ 21218 w 62279"/>
                    <a:gd name="connsiteY49" fmla="*/ 109942 h 204909"/>
                    <a:gd name="connsiteX50" fmla="*/ 20347 w 62279"/>
                    <a:gd name="connsiteY50" fmla="*/ 94586 h 204909"/>
                    <a:gd name="connsiteX51" fmla="*/ 20782 w 62279"/>
                    <a:gd name="connsiteY51" fmla="*/ 80701 h 204909"/>
                    <a:gd name="connsiteX52" fmla="*/ 26663 w 62279"/>
                    <a:gd name="connsiteY52" fmla="*/ 0 h 204909"/>
                    <a:gd name="connsiteX53" fmla="*/ 19748 w 62279"/>
                    <a:gd name="connsiteY53" fmla="*/ 5881 h 204909"/>
                    <a:gd name="connsiteX54" fmla="*/ 20293 w 62279"/>
                    <a:gd name="connsiteY54" fmla="*/ 9638 h 204909"/>
                    <a:gd name="connsiteX55" fmla="*/ 19857 w 62279"/>
                    <a:gd name="connsiteY55" fmla="*/ 9529 h 204909"/>
                    <a:gd name="connsiteX56" fmla="*/ 17951 w 62279"/>
                    <a:gd name="connsiteY56" fmla="*/ 9366 h 204909"/>
                    <a:gd name="connsiteX57" fmla="*/ 6243 w 62279"/>
                    <a:gd name="connsiteY57" fmla="*/ 19386 h 204909"/>
                    <a:gd name="connsiteX58" fmla="*/ 10001 w 62279"/>
                    <a:gd name="connsiteY58" fmla="*/ 30058 h 204909"/>
                    <a:gd name="connsiteX59" fmla="*/ 3140 w 62279"/>
                    <a:gd name="connsiteY59" fmla="*/ 38608 h 204909"/>
                    <a:gd name="connsiteX60" fmla="*/ 8748 w 62279"/>
                    <a:gd name="connsiteY60" fmla="*/ 50098 h 204909"/>
                    <a:gd name="connsiteX61" fmla="*/ 199 w 62279"/>
                    <a:gd name="connsiteY61" fmla="*/ 61587 h 204909"/>
                    <a:gd name="connsiteX62" fmla="*/ 13159 w 62279"/>
                    <a:gd name="connsiteY62" fmla="*/ 79502 h 204909"/>
                    <a:gd name="connsiteX63" fmla="*/ 15392 w 62279"/>
                    <a:gd name="connsiteY63" fmla="*/ 79611 h 204909"/>
                    <a:gd name="connsiteX64" fmla="*/ 14956 w 62279"/>
                    <a:gd name="connsiteY64" fmla="*/ 94423 h 204909"/>
                    <a:gd name="connsiteX65" fmla="*/ 15827 w 62279"/>
                    <a:gd name="connsiteY65" fmla="*/ 110596 h 204909"/>
                    <a:gd name="connsiteX66" fmla="*/ 20837 w 62279"/>
                    <a:gd name="connsiteY66" fmla="*/ 126605 h 204909"/>
                    <a:gd name="connsiteX67" fmla="*/ 28678 w 62279"/>
                    <a:gd name="connsiteY67" fmla="*/ 142015 h 204909"/>
                    <a:gd name="connsiteX68" fmla="*/ 35648 w 62279"/>
                    <a:gd name="connsiteY68" fmla="*/ 157698 h 204909"/>
                    <a:gd name="connsiteX69" fmla="*/ 43108 w 62279"/>
                    <a:gd name="connsiteY69" fmla="*/ 173272 h 204909"/>
                    <a:gd name="connsiteX70" fmla="*/ 59118 w 62279"/>
                    <a:gd name="connsiteY70" fmla="*/ 204038 h 204909"/>
                    <a:gd name="connsiteX71" fmla="*/ 60589 w 62279"/>
                    <a:gd name="connsiteY71" fmla="*/ 204910 h 204909"/>
                    <a:gd name="connsiteX72" fmla="*/ 60697 w 62279"/>
                    <a:gd name="connsiteY72" fmla="*/ 204910 h 204909"/>
                    <a:gd name="connsiteX73" fmla="*/ 62276 w 62279"/>
                    <a:gd name="connsiteY73" fmla="*/ 203113 h 204909"/>
                    <a:gd name="connsiteX74" fmla="*/ 58791 w 62279"/>
                    <a:gd name="connsiteY74" fmla="*/ 168589 h 204909"/>
                    <a:gd name="connsiteX75" fmla="*/ 56505 w 62279"/>
                    <a:gd name="connsiteY75" fmla="*/ 151491 h 204909"/>
                    <a:gd name="connsiteX76" fmla="*/ 53727 w 62279"/>
                    <a:gd name="connsiteY76" fmla="*/ 134555 h 204909"/>
                    <a:gd name="connsiteX77" fmla="*/ 51821 w 62279"/>
                    <a:gd name="connsiteY77" fmla="*/ 117348 h 204909"/>
                    <a:gd name="connsiteX78" fmla="*/ 46975 w 62279"/>
                    <a:gd name="connsiteY78" fmla="*/ 100740 h 204909"/>
                    <a:gd name="connsiteX79" fmla="*/ 35975 w 62279"/>
                    <a:gd name="connsiteY79" fmla="*/ 85002 h 204909"/>
                    <a:gd name="connsiteX80" fmla="*/ 24867 w 62279"/>
                    <a:gd name="connsiteY80" fmla="*/ 76725 h 204909"/>
                    <a:gd name="connsiteX81" fmla="*/ 31074 w 62279"/>
                    <a:gd name="connsiteY81" fmla="*/ 66651 h 204909"/>
                    <a:gd name="connsiteX82" fmla="*/ 20782 w 62279"/>
                    <a:gd name="connsiteY82" fmla="*/ 49444 h 204909"/>
                    <a:gd name="connsiteX83" fmla="*/ 25194 w 62279"/>
                    <a:gd name="connsiteY83" fmla="*/ 42256 h 204909"/>
                    <a:gd name="connsiteX84" fmla="*/ 21926 w 62279"/>
                    <a:gd name="connsiteY84" fmla="*/ 32509 h 204909"/>
                    <a:gd name="connsiteX85" fmla="*/ 29713 w 62279"/>
                    <a:gd name="connsiteY85" fmla="*/ 23252 h 204909"/>
                    <a:gd name="connsiteX86" fmla="*/ 27208 w 62279"/>
                    <a:gd name="connsiteY86" fmla="*/ 13940 h 204909"/>
                    <a:gd name="connsiteX87" fmla="*/ 33525 w 62279"/>
                    <a:gd name="connsiteY87" fmla="*/ 8223 h 204909"/>
                    <a:gd name="connsiteX88" fmla="*/ 27753 w 62279"/>
                    <a:gd name="connsiteY88" fmla="*/ 218 h 204909"/>
                    <a:gd name="connsiteX89" fmla="*/ 26663 w 62279"/>
                    <a:gd name="connsiteY89" fmla="*/ 0 h 204909"/>
                    <a:gd name="connsiteX90" fmla="*/ 26663 w 62279"/>
                    <a:gd name="connsiteY90" fmla="*/ 0 h 204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62279" h="204909">
                      <a:moveTo>
                        <a:pt x="18005" y="14811"/>
                      </a:moveTo>
                      <a:cubicBezTo>
                        <a:pt x="18278" y="14811"/>
                        <a:pt x="18550" y="14811"/>
                        <a:pt x="18822" y="14866"/>
                      </a:cubicBezTo>
                      <a:lnTo>
                        <a:pt x="18986" y="14920"/>
                      </a:lnTo>
                      <a:lnTo>
                        <a:pt x="19258" y="14975"/>
                      </a:lnTo>
                      <a:lnTo>
                        <a:pt x="21545" y="15410"/>
                      </a:lnTo>
                      <a:lnTo>
                        <a:pt x="23015" y="17207"/>
                      </a:lnTo>
                      <a:cubicBezTo>
                        <a:pt x="24213" y="18678"/>
                        <a:pt x="24703" y="20475"/>
                        <a:pt x="24377" y="22271"/>
                      </a:cubicBezTo>
                      <a:cubicBezTo>
                        <a:pt x="23995" y="24559"/>
                        <a:pt x="22416" y="26464"/>
                        <a:pt x="20129" y="27281"/>
                      </a:cubicBezTo>
                      <a:lnTo>
                        <a:pt x="16480" y="28588"/>
                      </a:lnTo>
                      <a:lnTo>
                        <a:pt x="13649" y="26029"/>
                      </a:lnTo>
                      <a:cubicBezTo>
                        <a:pt x="12016" y="24559"/>
                        <a:pt x="11253" y="22380"/>
                        <a:pt x="11580" y="20257"/>
                      </a:cubicBezTo>
                      <a:cubicBezTo>
                        <a:pt x="12125" y="17099"/>
                        <a:pt x="14793" y="14811"/>
                        <a:pt x="18005" y="14811"/>
                      </a:cubicBezTo>
                      <a:moveTo>
                        <a:pt x="15555" y="33707"/>
                      </a:moveTo>
                      <a:lnTo>
                        <a:pt x="18169" y="36266"/>
                      </a:lnTo>
                      <a:cubicBezTo>
                        <a:pt x="19530" y="37573"/>
                        <a:pt x="20129" y="39425"/>
                        <a:pt x="19857" y="41276"/>
                      </a:cubicBezTo>
                      <a:cubicBezTo>
                        <a:pt x="19639" y="42746"/>
                        <a:pt x="18822" y="44053"/>
                        <a:pt x="17570" y="44979"/>
                      </a:cubicBezTo>
                      <a:lnTo>
                        <a:pt x="14629" y="47157"/>
                      </a:lnTo>
                      <a:lnTo>
                        <a:pt x="11417" y="45360"/>
                      </a:lnTo>
                      <a:cubicBezTo>
                        <a:pt x="9347" y="44162"/>
                        <a:pt x="8150" y="41820"/>
                        <a:pt x="8530" y="39479"/>
                      </a:cubicBezTo>
                      <a:cubicBezTo>
                        <a:pt x="8857" y="37519"/>
                        <a:pt x="10164" y="35885"/>
                        <a:pt x="12070" y="35123"/>
                      </a:cubicBezTo>
                      <a:lnTo>
                        <a:pt x="15555" y="33707"/>
                      </a:lnTo>
                      <a:moveTo>
                        <a:pt x="14956" y="53092"/>
                      </a:moveTo>
                      <a:lnTo>
                        <a:pt x="18986" y="54508"/>
                      </a:lnTo>
                      <a:cubicBezTo>
                        <a:pt x="23669" y="56142"/>
                        <a:pt x="26446" y="60825"/>
                        <a:pt x="25683" y="65726"/>
                      </a:cubicBezTo>
                      <a:cubicBezTo>
                        <a:pt x="25248" y="68394"/>
                        <a:pt x="23832" y="70681"/>
                        <a:pt x="21654" y="72314"/>
                      </a:cubicBezTo>
                      <a:lnTo>
                        <a:pt x="18986" y="74275"/>
                      </a:lnTo>
                      <a:lnTo>
                        <a:pt x="15228" y="74221"/>
                      </a:lnTo>
                      <a:cubicBezTo>
                        <a:pt x="14847" y="74221"/>
                        <a:pt x="14411" y="74221"/>
                        <a:pt x="14030" y="74166"/>
                      </a:cubicBezTo>
                      <a:cubicBezTo>
                        <a:pt x="11362" y="73730"/>
                        <a:pt x="8966" y="72260"/>
                        <a:pt x="7387" y="70082"/>
                      </a:cubicBezTo>
                      <a:cubicBezTo>
                        <a:pt x="5808" y="67904"/>
                        <a:pt x="5154" y="65181"/>
                        <a:pt x="5590" y="62513"/>
                      </a:cubicBezTo>
                      <a:cubicBezTo>
                        <a:pt x="6135" y="59300"/>
                        <a:pt x="8204" y="56469"/>
                        <a:pt x="11144" y="54998"/>
                      </a:cubicBezTo>
                      <a:lnTo>
                        <a:pt x="14956" y="53092"/>
                      </a:lnTo>
                      <a:moveTo>
                        <a:pt x="20782" y="80701"/>
                      </a:moveTo>
                      <a:lnTo>
                        <a:pt x="22416" y="81517"/>
                      </a:lnTo>
                      <a:cubicBezTo>
                        <a:pt x="25792" y="83260"/>
                        <a:pt x="29060" y="85710"/>
                        <a:pt x="32055" y="88760"/>
                      </a:cubicBezTo>
                      <a:cubicBezTo>
                        <a:pt x="35921" y="92735"/>
                        <a:pt x="39297" y="97581"/>
                        <a:pt x="42074" y="103190"/>
                      </a:cubicBezTo>
                      <a:cubicBezTo>
                        <a:pt x="44415" y="107873"/>
                        <a:pt x="45777" y="112556"/>
                        <a:pt x="46376" y="117892"/>
                      </a:cubicBezTo>
                      <a:cubicBezTo>
                        <a:pt x="46539" y="119308"/>
                        <a:pt x="46648" y="120669"/>
                        <a:pt x="46757" y="122085"/>
                      </a:cubicBezTo>
                      <a:cubicBezTo>
                        <a:pt x="47138" y="126496"/>
                        <a:pt x="47574" y="131016"/>
                        <a:pt x="48336" y="135481"/>
                      </a:cubicBezTo>
                      <a:lnTo>
                        <a:pt x="51059" y="152307"/>
                      </a:lnTo>
                      <a:lnTo>
                        <a:pt x="53346" y="169297"/>
                      </a:lnTo>
                      <a:lnTo>
                        <a:pt x="53673" y="171911"/>
                      </a:lnTo>
                      <a:cubicBezTo>
                        <a:pt x="54163" y="176267"/>
                        <a:pt x="54707" y="180678"/>
                        <a:pt x="55198" y="185143"/>
                      </a:cubicBezTo>
                      <a:cubicBezTo>
                        <a:pt x="53182" y="181168"/>
                        <a:pt x="51167" y="177193"/>
                        <a:pt x="49207" y="173272"/>
                      </a:cubicBezTo>
                      <a:lnTo>
                        <a:pt x="48064" y="170985"/>
                      </a:lnTo>
                      <a:lnTo>
                        <a:pt x="40658" y="155575"/>
                      </a:lnTo>
                      <a:lnTo>
                        <a:pt x="33688" y="139892"/>
                      </a:lnTo>
                      <a:cubicBezTo>
                        <a:pt x="31891" y="135753"/>
                        <a:pt x="29713" y="131724"/>
                        <a:pt x="27644" y="127803"/>
                      </a:cubicBezTo>
                      <a:cubicBezTo>
                        <a:pt x="26990" y="126551"/>
                        <a:pt x="26337" y="125352"/>
                        <a:pt x="25683" y="124155"/>
                      </a:cubicBezTo>
                      <a:cubicBezTo>
                        <a:pt x="23396" y="119689"/>
                        <a:pt x="21817" y="114788"/>
                        <a:pt x="21218" y="109942"/>
                      </a:cubicBezTo>
                      <a:cubicBezTo>
                        <a:pt x="20619" y="105422"/>
                        <a:pt x="20347" y="100685"/>
                        <a:pt x="20347" y="94586"/>
                      </a:cubicBezTo>
                      <a:cubicBezTo>
                        <a:pt x="20456" y="90774"/>
                        <a:pt x="20564" y="86146"/>
                        <a:pt x="20782" y="80701"/>
                      </a:cubicBezTo>
                      <a:moveTo>
                        <a:pt x="26663" y="0"/>
                      </a:moveTo>
                      <a:cubicBezTo>
                        <a:pt x="23287" y="0"/>
                        <a:pt x="20347" y="2450"/>
                        <a:pt x="19748" y="5881"/>
                      </a:cubicBezTo>
                      <a:cubicBezTo>
                        <a:pt x="19530" y="7242"/>
                        <a:pt x="19803" y="8495"/>
                        <a:pt x="20293" y="9638"/>
                      </a:cubicBezTo>
                      <a:cubicBezTo>
                        <a:pt x="20129" y="9584"/>
                        <a:pt x="20020" y="9529"/>
                        <a:pt x="19857" y="9529"/>
                      </a:cubicBezTo>
                      <a:cubicBezTo>
                        <a:pt x="19203" y="9420"/>
                        <a:pt x="18604" y="9366"/>
                        <a:pt x="17951" y="9366"/>
                      </a:cubicBezTo>
                      <a:cubicBezTo>
                        <a:pt x="12234" y="9366"/>
                        <a:pt x="7169" y="13504"/>
                        <a:pt x="6243" y="19386"/>
                      </a:cubicBezTo>
                      <a:cubicBezTo>
                        <a:pt x="5590" y="23524"/>
                        <a:pt x="7115" y="27499"/>
                        <a:pt x="10001" y="30058"/>
                      </a:cubicBezTo>
                      <a:cubicBezTo>
                        <a:pt x="6516" y="31474"/>
                        <a:pt x="3793" y="34578"/>
                        <a:pt x="3140" y="38608"/>
                      </a:cubicBezTo>
                      <a:cubicBezTo>
                        <a:pt x="2377" y="43345"/>
                        <a:pt x="4773" y="47865"/>
                        <a:pt x="8748" y="50098"/>
                      </a:cubicBezTo>
                      <a:cubicBezTo>
                        <a:pt x="4392" y="52276"/>
                        <a:pt x="1070" y="56414"/>
                        <a:pt x="199" y="61587"/>
                      </a:cubicBezTo>
                      <a:cubicBezTo>
                        <a:pt x="-1163" y="70082"/>
                        <a:pt x="4610" y="78141"/>
                        <a:pt x="13159" y="79502"/>
                      </a:cubicBezTo>
                      <a:cubicBezTo>
                        <a:pt x="13921" y="79611"/>
                        <a:pt x="14629" y="79611"/>
                        <a:pt x="15392" y="79611"/>
                      </a:cubicBezTo>
                      <a:cubicBezTo>
                        <a:pt x="15119" y="85166"/>
                        <a:pt x="15011" y="89849"/>
                        <a:pt x="14956" y="94423"/>
                      </a:cubicBezTo>
                      <a:cubicBezTo>
                        <a:pt x="14956" y="99923"/>
                        <a:pt x="15119" y="105205"/>
                        <a:pt x="15827" y="110596"/>
                      </a:cubicBezTo>
                      <a:cubicBezTo>
                        <a:pt x="16480" y="115932"/>
                        <a:pt x="18169" y="121432"/>
                        <a:pt x="20837" y="126605"/>
                      </a:cubicBezTo>
                      <a:cubicBezTo>
                        <a:pt x="23505" y="131724"/>
                        <a:pt x="26391" y="136788"/>
                        <a:pt x="28678" y="142015"/>
                      </a:cubicBezTo>
                      <a:lnTo>
                        <a:pt x="35648" y="157698"/>
                      </a:lnTo>
                      <a:lnTo>
                        <a:pt x="43108" y="173272"/>
                      </a:lnTo>
                      <a:cubicBezTo>
                        <a:pt x="48282" y="183564"/>
                        <a:pt x="53400" y="193910"/>
                        <a:pt x="59118" y="204038"/>
                      </a:cubicBezTo>
                      <a:cubicBezTo>
                        <a:pt x="59390" y="204529"/>
                        <a:pt x="59935" y="204910"/>
                        <a:pt x="60589" y="204910"/>
                      </a:cubicBezTo>
                      <a:cubicBezTo>
                        <a:pt x="60643" y="204910"/>
                        <a:pt x="60643" y="204910"/>
                        <a:pt x="60697" y="204910"/>
                      </a:cubicBezTo>
                      <a:cubicBezTo>
                        <a:pt x="61623" y="204855"/>
                        <a:pt x="62331" y="204038"/>
                        <a:pt x="62276" y="203113"/>
                      </a:cubicBezTo>
                      <a:cubicBezTo>
                        <a:pt x="61514" y="191514"/>
                        <a:pt x="60098" y="180079"/>
                        <a:pt x="58791" y="168589"/>
                      </a:cubicBezTo>
                      <a:lnTo>
                        <a:pt x="56505" y="151491"/>
                      </a:lnTo>
                      <a:lnTo>
                        <a:pt x="53727" y="134555"/>
                      </a:lnTo>
                      <a:cubicBezTo>
                        <a:pt x="52747" y="128892"/>
                        <a:pt x="52366" y="123120"/>
                        <a:pt x="51821" y="117348"/>
                      </a:cubicBezTo>
                      <a:cubicBezTo>
                        <a:pt x="51167" y="111630"/>
                        <a:pt x="49698" y="106185"/>
                        <a:pt x="46975" y="100740"/>
                      </a:cubicBezTo>
                      <a:cubicBezTo>
                        <a:pt x="44252" y="95294"/>
                        <a:pt x="40713" y="89849"/>
                        <a:pt x="35975" y="85002"/>
                      </a:cubicBezTo>
                      <a:cubicBezTo>
                        <a:pt x="32817" y="81789"/>
                        <a:pt x="29114" y="78904"/>
                        <a:pt x="24867" y="76725"/>
                      </a:cubicBezTo>
                      <a:cubicBezTo>
                        <a:pt x="28079" y="74384"/>
                        <a:pt x="30366" y="70844"/>
                        <a:pt x="31074" y="66651"/>
                      </a:cubicBezTo>
                      <a:cubicBezTo>
                        <a:pt x="32272" y="59082"/>
                        <a:pt x="27807" y="51894"/>
                        <a:pt x="20782" y="49444"/>
                      </a:cubicBezTo>
                      <a:cubicBezTo>
                        <a:pt x="23070" y="47756"/>
                        <a:pt x="24703" y="45251"/>
                        <a:pt x="25194" y="42256"/>
                      </a:cubicBezTo>
                      <a:cubicBezTo>
                        <a:pt x="25792" y="38553"/>
                        <a:pt x="24486" y="34959"/>
                        <a:pt x="21926" y="32509"/>
                      </a:cubicBezTo>
                      <a:cubicBezTo>
                        <a:pt x="25902" y="31093"/>
                        <a:pt x="29005" y="27662"/>
                        <a:pt x="29713" y="23252"/>
                      </a:cubicBezTo>
                      <a:cubicBezTo>
                        <a:pt x="30257" y="19767"/>
                        <a:pt x="29223" y="16445"/>
                        <a:pt x="27208" y="13940"/>
                      </a:cubicBezTo>
                      <a:cubicBezTo>
                        <a:pt x="30312" y="13668"/>
                        <a:pt x="33035" y="11435"/>
                        <a:pt x="33525" y="8223"/>
                      </a:cubicBezTo>
                      <a:cubicBezTo>
                        <a:pt x="34123" y="4411"/>
                        <a:pt x="31564" y="817"/>
                        <a:pt x="27753" y="218"/>
                      </a:cubicBezTo>
                      <a:cubicBezTo>
                        <a:pt x="27371" y="0"/>
                        <a:pt x="26990" y="0"/>
                        <a:pt x="26663" y="0"/>
                      </a:cubicBezTo>
                      <a:lnTo>
                        <a:pt x="26663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2" name="Forme libre : forme 1301">
                  <a:extLst>
                    <a:ext uri="{FF2B5EF4-FFF2-40B4-BE49-F238E27FC236}">
                      <a16:creationId xmlns:a16="http://schemas.microsoft.com/office/drawing/2014/main" id="{84B4BB85-CEF2-46E3-A910-0E58151F4424}"/>
                    </a:ext>
                  </a:extLst>
                </p:cNvPr>
                <p:cNvSpPr/>
                <p:nvPr/>
              </p:nvSpPr>
              <p:spPr>
                <a:xfrm>
                  <a:off x="8701499" y="4900353"/>
                  <a:ext cx="91449" cy="131778"/>
                </a:xfrm>
                <a:custGeom>
                  <a:avLst/>
                  <a:gdLst>
                    <a:gd name="connsiteX0" fmla="*/ 11305 w 91449"/>
                    <a:gd name="connsiteY0" fmla="*/ 5445 h 131778"/>
                    <a:gd name="connsiteX1" fmla="*/ 12231 w 91449"/>
                    <a:gd name="connsiteY1" fmla="*/ 5500 h 131778"/>
                    <a:gd name="connsiteX2" fmla="*/ 17132 w 91449"/>
                    <a:gd name="connsiteY2" fmla="*/ 12252 h 131778"/>
                    <a:gd name="connsiteX3" fmla="*/ 16914 w 91449"/>
                    <a:gd name="connsiteY3" fmla="*/ 13069 h 131778"/>
                    <a:gd name="connsiteX4" fmla="*/ 15607 w 91449"/>
                    <a:gd name="connsiteY4" fmla="*/ 17316 h 131778"/>
                    <a:gd name="connsiteX5" fmla="*/ 11142 w 91449"/>
                    <a:gd name="connsiteY5" fmla="*/ 17153 h 131778"/>
                    <a:gd name="connsiteX6" fmla="*/ 10707 w 91449"/>
                    <a:gd name="connsiteY6" fmla="*/ 17153 h 131778"/>
                    <a:gd name="connsiteX7" fmla="*/ 10434 w 91449"/>
                    <a:gd name="connsiteY7" fmla="*/ 17153 h 131778"/>
                    <a:gd name="connsiteX8" fmla="*/ 5533 w 91449"/>
                    <a:gd name="connsiteY8" fmla="*/ 10401 h 131778"/>
                    <a:gd name="connsiteX9" fmla="*/ 11305 w 91449"/>
                    <a:gd name="connsiteY9" fmla="*/ 5445 h 131778"/>
                    <a:gd name="connsiteX10" fmla="*/ 24919 w 91449"/>
                    <a:gd name="connsiteY10" fmla="*/ 19930 h 131778"/>
                    <a:gd name="connsiteX11" fmla="*/ 26226 w 91449"/>
                    <a:gd name="connsiteY11" fmla="*/ 20039 h 131778"/>
                    <a:gd name="connsiteX12" fmla="*/ 34666 w 91449"/>
                    <a:gd name="connsiteY12" fmla="*/ 31474 h 131778"/>
                    <a:gd name="connsiteX13" fmla="*/ 34557 w 91449"/>
                    <a:gd name="connsiteY13" fmla="*/ 31747 h 131778"/>
                    <a:gd name="connsiteX14" fmla="*/ 34503 w 91449"/>
                    <a:gd name="connsiteY14" fmla="*/ 32019 h 131778"/>
                    <a:gd name="connsiteX15" fmla="*/ 33468 w 91449"/>
                    <a:gd name="connsiteY15" fmla="*/ 37192 h 131778"/>
                    <a:gd name="connsiteX16" fmla="*/ 33631 w 91449"/>
                    <a:gd name="connsiteY16" fmla="*/ 37246 h 131778"/>
                    <a:gd name="connsiteX17" fmla="*/ 28458 w 91449"/>
                    <a:gd name="connsiteY17" fmla="*/ 39425 h 131778"/>
                    <a:gd name="connsiteX18" fmla="*/ 24483 w 91449"/>
                    <a:gd name="connsiteY18" fmla="*/ 40241 h 131778"/>
                    <a:gd name="connsiteX19" fmla="*/ 22959 w 91449"/>
                    <a:gd name="connsiteY19" fmla="*/ 40132 h 131778"/>
                    <a:gd name="connsiteX20" fmla="*/ 16315 w 91449"/>
                    <a:gd name="connsiteY20" fmla="*/ 36048 h 131778"/>
                    <a:gd name="connsiteX21" fmla="*/ 14518 w 91449"/>
                    <a:gd name="connsiteY21" fmla="*/ 28479 h 131778"/>
                    <a:gd name="connsiteX22" fmla="*/ 15661 w 91449"/>
                    <a:gd name="connsiteY22" fmla="*/ 25267 h 131778"/>
                    <a:gd name="connsiteX23" fmla="*/ 18058 w 91449"/>
                    <a:gd name="connsiteY23" fmla="*/ 20910 h 131778"/>
                    <a:gd name="connsiteX24" fmla="*/ 22959 w 91449"/>
                    <a:gd name="connsiteY24" fmla="*/ 20093 h 131778"/>
                    <a:gd name="connsiteX25" fmla="*/ 24919 w 91449"/>
                    <a:gd name="connsiteY25" fmla="*/ 19930 h 131778"/>
                    <a:gd name="connsiteX26" fmla="*/ 35428 w 91449"/>
                    <a:gd name="connsiteY26" fmla="*/ 37627 h 131778"/>
                    <a:gd name="connsiteX27" fmla="*/ 38695 w 91449"/>
                    <a:gd name="connsiteY27" fmla="*/ 38390 h 131778"/>
                    <a:gd name="connsiteX28" fmla="*/ 46863 w 91449"/>
                    <a:gd name="connsiteY28" fmla="*/ 41875 h 131778"/>
                    <a:gd name="connsiteX29" fmla="*/ 57972 w 91449"/>
                    <a:gd name="connsiteY29" fmla="*/ 52766 h 131778"/>
                    <a:gd name="connsiteX30" fmla="*/ 62764 w 91449"/>
                    <a:gd name="connsiteY30" fmla="*/ 64746 h 131778"/>
                    <a:gd name="connsiteX31" fmla="*/ 63254 w 91449"/>
                    <a:gd name="connsiteY31" fmla="*/ 68721 h 131778"/>
                    <a:gd name="connsiteX32" fmla="*/ 64997 w 91449"/>
                    <a:gd name="connsiteY32" fmla="*/ 79176 h 131778"/>
                    <a:gd name="connsiteX33" fmla="*/ 68917 w 91449"/>
                    <a:gd name="connsiteY33" fmla="*/ 92354 h 131778"/>
                    <a:gd name="connsiteX34" fmla="*/ 73709 w 91449"/>
                    <a:gd name="connsiteY34" fmla="*/ 105641 h 131778"/>
                    <a:gd name="connsiteX35" fmla="*/ 79209 w 91449"/>
                    <a:gd name="connsiteY35" fmla="*/ 118110 h 131778"/>
                    <a:gd name="connsiteX36" fmla="*/ 69135 w 91449"/>
                    <a:gd name="connsiteY36" fmla="*/ 108962 h 131778"/>
                    <a:gd name="connsiteX37" fmla="*/ 59388 w 91449"/>
                    <a:gd name="connsiteY37" fmla="*/ 97908 h 131778"/>
                    <a:gd name="connsiteX38" fmla="*/ 50947 w 91449"/>
                    <a:gd name="connsiteY38" fmla="*/ 85493 h 131778"/>
                    <a:gd name="connsiteX39" fmla="*/ 43705 w 91449"/>
                    <a:gd name="connsiteY39" fmla="*/ 74438 h 131778"/>
                    <a:gd name="connsiteX40" fmla="*/ 42398 w 91449"/>
                    <a:gd name="connsiteY40" fmla="*/ 72533 h 131778"/>
                    <a:gd name="connsiteX41" fmla="*/ 38042 w 91449"/>
                    <a:gd name="connsiteY41" fmla="*/ 62295 h 131778"/>
                    <a:gd name="connsiteX42" fmla="*/ 36518 w 91449"/>
                    <a:gd name="connsiteY42" fmla="*/ 50587 h 131778"/>
                    <a:gd name="connsiteX43" fmla="*/ 35973 w 91449"/>
                    <a:gd name="connsiteY43" fmla="*/ 43944 h 131778"/>
                    <a:gd name="connsiteX44" fmla="*/ 35428 w 91449"/>
                    <a:gd name="connsiteY44" fmla="*/ 37627 h 131778"/>
                    <a:gd name="connsiteX45" fmla="*/ 11305 w 91449"/>
                    <a:gd name="connsiteY45" fmla="*/ 0 h 131778"/>
                    <a:gd name="connsiteX46" fmla="*/ 142 w 91449"/>
                    <a:gd name="connsiteY46" fmla="*/ 9529 h 131778"/>
                    <a:gd name="connsiteX47" fmla="*/ 9563 w 91449"/>
                    <a:gd name="connsiteY47" fmla="*/ 22544 h 131778"/>
                    <a:gd name="connsiteX48" fmla="*/ 10924 w 91449"/>
                    <a:gd name="connsiteY48" fmla="*/ 22598 h 131778"/>
                    <a:gd name="connsiteX49" fmla="*/ 9182 w 91449"/>
                    <a:gd name="connsiteY49" fmla="*/ 27554 h 131778"/>
                    <a:gd name="connsiteX50" fmla="*/ 22142 w 91449"/>
                    <a:gd name="connsiteY50" fmla="*/ 45469 h 131778"/>
                    <a:gd name="connsiteX51" fmla="*/ 24537 w 91449"/>
                    <a:gd name="connsiteY51" fmla="*/ 45687 h 131778"/>
                    <a:gd name="connsiteX52" fmla="*/ 30636 w 91449"/>
                    <a:gd name="connsiteY52" fmla="*/ 44434 h 131778"/>
                    <a:gd name="connsiteX53" fmla="*/ 31181 w 91449"/>
                    <a:gd name="connsiteY53" fmla="*/ 50914 h 131778"/>
                    <a:gd name="connsiteX54" fmla="*/ 32760 w 91449"/>
                    <a:gd name="connsiteY54" fmla="*/ 63384 h 131778"/>
                    <a:gd name="connsiteX55" fmla="*/ 37933 w 91449"/>
                    <a:gd name="connsiteY55" fmla="*/ 75527 h 131778"/>
                    <a:gd name="connsiteX56" fmla="*/ 46319 w 91449"/>
                    <a:gd name="connsiteY56" fmla="*/ 88270 h 131778"/>
                    <a:gd name="connsiteX57" fmla="*/ 55086 w 91449"/>
                    <a:gd name="connsiteY57" fmla="*/ 101175 h 131778"/>
                    <a:gd name="connsiteX58" fmla="*/ 65269 w 91449"/>
                    <a:gd name="connsiteY58" fmla="*/ 112774 h 131778"/>
                    <a:gd name="connsiteX59" fmla="*/ 88902 w 91449"/>
                    <a:gd name="connsiteY59" fmla="*/ 131560 h 131778"/>
                    <a:gd name="connsiteX60" fmla="*/ 89773 w 91449"/>
                    <a:gd name="connsiteY60" fmla="*/ 131778 h 131778"/>
                    <a:gd name="connsiteX61" fmla="*/ 90590 w 91449"/>
                    <a:gd name="connsiteY61" fmla="*/ 131560 h 131778"/>
                    <a:gd name="connsiteX62" fmla="*/ 91243 w 91449"/>
                    <a:gd name="connsiteY62" fmla="*/ 129273 h 131778"/>
                    <a:gd name="connsiteX63" fmla="*/ 78828 w 91449"/>
                    <a:gd name="connsiteY63" fmla="*/ 103625 h 131778"/>
                    <a:gd name="connsiteX64" fmla="*/ 74145 w 91449"/>
                    <a:gd name="connsiteY64" fmla="*/ 90720 h 131778"/>
                    <a:gd name="connsiteX65" fmla="*/ 70333 w 91449"/>
                    <a:gd name="connsiteY65" fmla="*/ 77869 h 131778"/>
                    <a:gd name="connsiteX66" fmla="*/ 68155 w 91449"/>
                    <a:gd name="connsiteY66" fmla="*/ 63983 h 131778"/>
                    <a:gd name="connsiteX67" fmla="*/ 62438 w 91449"/>
                    <a:gd name="connsiteY67" fmla="*/ 49607 h 131778"/>
                    <a:gd name="connsiteX68" fmla="*/ 49804 w 91449"/>
                    <a:gd name="connsiteY68" fmla="*/ 37246 h 131778"/>
                    <a:gd name="connsiteX69" fmla="*/ 39894 w 91449"/>
                    <a:gd name="connsiteY69" fmla="*/ 33054 h 131778"/>
                    <a:gd name="connsiteX70" fmla="*/ 40002 w 91449"/>
                    <a:gd name="connsiteY70" fmla="*/ 32563 h 131778"/>
                    <a:gd name="connsiteX71" fmla="*/ 27043 w 91449"/>
                    <a:gd name="connsiteY71" fmla="*/ 14648 h 131778"/>
                    <a:gd name="connsiteX72" fmla="*/ 24864 w 91449"/>
                    <a:gd name="connsiteY72" fmla="*/ 14485 h 131778"/>
                    <a:gd name="connsiteX73" fmla="*/ 22087 w 91449"/>
                    <a:gd name="connsiteY73" fmla="*/ 14703 h 131778"/>
                    <a:gd name="connsiteX74" fmla="*/ 22523 w 91449"/>
                    <a:gd name="connsiteY74" fmla="*/ 13178 h 131778"/>
                    <a:gd name="connsiteX75" fmla="*/ 13102 w 91449"/>
                    <a:gd name="connsiteY75" fmla="*/ 163 h 131778"/>
                    <a:gd name="connsiteX76" fmla="*/ 11305 w 91449"/>
                    <a:gd name="connsiteY76" fmla="*/ 0 h 131778"/>
                    <a:gd name="connsiteX77" fmla="*/ 11305 w 91449"/>
                    <a:gd name="connsiteY77" fmla="*/ 0 h 1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</a:cxnLst>
                  <a:rect l="l" t="t" r="r" b="b"/>
                  <a:pathLst>
                    <a:path w="91449" h="131778">
                      <a:moveTo>
                        <a:pt x="11305" y="5445"/>
                      </a:moveTo>
                      <a:cubicBezTo>
                        <a:pt x="11632" y="5445"/>
                        <a:pt x="11959" y="5445"/>
                        <a:pt x="12231" y="5500"/>
                      </a:cubicBezTo>
                      <a:cubicBezTo>
                        <a:pt x="15444" y="5990"/>
                        <a:pt x="17622" y="9039"/>
                        <a:pt x="17132" y="12252"/>
                      </a:cubicBezTo>
                      <a:cubicBezTo>
                        <a:pt x="17077" y="12470"/>
                        <a:pt x="17023" y="12688"/>
                        <a:pt x="16914" y="13069"/>
                      </a:cubicBezTo>
                      <a:lnTo>
                        <a:pt x="15607" y="17316"/>
                      </a:lnTo>
                      <a:lnTo>
                        <a:pt x="11142" y="17153"/>
                      </a:lnTo>
                      <a:lnTo>
                        <a:pt x="10707" y="17153"/>
                      </a:lnTo>
                      <a:lnTo>
                        <a:pt x="10434" y="17153"/>
                      </a:lnTo>
                      <a:cubicBezTo>
                        <a:pt x="7221" y="16663"/>
                        <a:pt x="5043" y="13613"/>
                        <a:pt x="5533" y="10401"/>
                      </a:cubicBezTo>
                      <a:cubicBezTo>
                        <a:pt x="5968" y="7569"/>
                        <a:pt x="8419" y="5445"/>
                        <a:pt x="11305" y="5445"/>
                      </a:cubicBezTo>
                      <a:moveTo>
                        <a:pt x="24919" y="19930"/>
                      </a:moveTo>
                      <a:cubicBezTo>
                        <a:pt x="25354" y="19930"/>
                        <a:pt x="25790" y="19984"/>
                        <a:pt x="26226" y="20039"/>
                      </a:cubicBezTo>
                      <a:cubicBezTo>
                        <a:pt x="31671" y="20910"/>
                        <a:pt x="35428" y="26029"/>
                        <a:pt x="34666" y="31474"/>
                      </a:cubicBezTo>
                      <a:lnTo>
                        <a:pt x="34557" y="31747"/>
                      </a:lnTo>
                      <a:lnTo>
                        <a:pt x="34503" y="32019"/>
                      </a:lnTo>
                      <a:lnTo>
                        <a:pt x="33468" y="37192"/>
                      </a:lnTo>
                      <a:lnTo>
                        <a:pt x="33631" y="37246"/>
                      </a:lnTo>
                      <a:lnTo>
                        <a:pt x="28458" y="39425"/>
                      </a:lnTo>
                      <a:cubicBezTo>
                        <a:pt x="27151" y="39969"/>
                        <a:pt x="25790" y="40241"/>
                        <a:pt x="24483" y="40241"/>
                      </a:cubicBezTo>
                      <a:cubicBezTo>
                        <a:pt x="23993" y="40241"/>
                        <a:pt x="23449" y="40187"/>
                        <a:pt x="22959" y="40132"/>
                      </a:cubicBezTo>
                      <a:cubicBezTo>
                        <a:pt x="20290" y="39697"/>
                        <a:pt x="17949" y="38227"/>
                        <a:pt x="16315" y="36048"/>
                      </a:cubicBezTo>
                      <a:cubicBezTo>
                        <a:pt x="14736" y="33870"/>
                        <a:pt x="14083" y="31147"/>
                        <a:pt x="14518" y="28479"/>
                      </a:cubicBezTo>
                      <a:cubicBezTo>
                        <a:pt x="14682" y="27445"/>
                        <a:pt x="15062" y="26410"/>
                        <a:pt x="15661" y="25267"/>
                      </a:cubicBezTo>
                      <a:lnTo>
                        <a:pt x="18058" y="20910"/>
                      </a:lnTo>
                      <a:lnTo>
                        <a:pt x="22959" y="20093"/>
                      </a:lnTo>
                      <a:cubicBezTo>
                        <a:pt x="23666" y="19984"/>
                        <a:pt x="24320" y="19930"/>
                        <a:pt x="24919" y="19930"/>
                      </a:cubicBezTo>
                      <a:moveTo>
                        <a:pt x="35428" y="37627"/>
                      </a:moveTo>
                      <a:lnTo>
                        <a:pt x="38695" y="38390"/>
                      </a:lnTo>
                      <a:cubicBezTo>
                        <a:pt x="41418" y="38989"/>
                        <a:pt x="44195" y="40187"/>
                        <a:pt x="46863" y="41875"/>
                      </a:cubicBezTo>
                      <a:cubicBezTo>
                        <a:pt x="51056" y="44543"/>
                        <a:pt x="54814" y="48246"/>
                        <a:pt x="57972" y="52766"/>
                      </a:cubicBezTo>
                      <a:cubicBezTo>
                        <a:pt x="60477" y="56414"/>
                        <a:pt x="62111" y="60444"/>
                        <a:pt x="62764" y="64746"/>
                      </a:cubicBezTo>
                      <a:cubicBezTo>
                        <a:pt x="62928" y="66107"/>
                        <a:pt x="63145" y="67414"/>
                        <a:pt x="63254" y="68721"/>
                      </a:cubicBezTo>
                      <a:cubicBezTo>
                        <a:pt x="63690" y="72206"/>
                        <a:pt x="64125" y="75854"/>
                        <a:pt x="64997" y="79176"/>
                      </a:cubicBezTo>
                      <a:cubicBezTo>
                        <a:pt x="66086" y="83641"/>
                        <a:pt x="67447" y="88106"/>
                        <a:pt x="68917" y="92354"/>
                      </a:cubicBezTo>
                      <a:cubicBezTo>
                        <a:pt x="70333" y="96873"/>
                        <a:pt x="71967" y="101338"/>
                        <a:pt x="73709" y="105641"/>
                      </a:cubicBezTo>
                      <a:cubicBezTo>
                        <a:pt x="75289" y="109670"/>
                        <a:pt x="77085" y="113700"/>
                        <a:pt x="79209" y="118110"/>
                      </a:cubicBezTo>
                      <a:cubicBezTo>
                        <a:pt x="75888" y="115388"/>
                        <a:pt x="72511" y="112338"/>
                        <a:pt x="69135" y="108962"/>
                      </a:cubicBezTo>
                      <a:cubicBezTo>
                        <a:pt x="65705" y="105422"/>
                        <a:pt x="62383" y="101611"/>
                        <a:pt x="59388" y="97908"/>
                      </a:cubicBezTo>
                      <a:cubicBezTo>
                        <a:pt x="56393" y="93878"/>
                        <a:pt x="53562" y="89685"/>
                        <a:pt x="50947" y="85493"/>
                      </a:cubicBezTo>
                      <a:cubicBezTo>
                        <a:pt x="48606" y="81572"/>
                        <a:pt x="46102" y="77978"/>
                        <a:pt x="43705" y="74438"/>
                      </a:cubicBezTo>
                      <a:lnTo>
                        <a:pt x="42398" y="72533"/>
                      </a:lnTo>
                      <a:cubicBezTo>
                        <a:pt x="40166" y="69156"/>
                        <a:pt x="38750" y="65834"/>
                        <a:pt x="38042" y="62295"/>
                      </a:cubicBezTo>
                      <a:cubicBezTo>
                        <a:pt x="37279" y="58701"/>
                        <a:pt x="36898" y="55107"/>
                        <a:pt x="36518" y="50587"/>
                      </a:cubicBezTo>
                      <a:cubicBezTo>
                        <a:pt x="36354" y="48464"/>
                        <a:pt x="36191" y="46340"/>
                        <a:pt x="35973" y="43944"/>
                      </a:cubicBezTo>
                      <a:lnTo>
                        <a:pt x="35428" y="37627"/>
                      </a:lnTo>
                      <a:moveTo>
                        <a:pt x="11305" y="0"/>
                      </a:moveTo>
                      <a:cubicBezTo>
                        <a:pt x="5860" y="0"/>
                        <a:pt x="1014" y="3975"/>
                        <a:pt x="142" y="9529"/>
                      </a:cubicBezTo>
                      <a:cubicBezTo>
                        <a:pt x="-838" y="15737"/>
                        <a:pt x="3355" y="21509"/>
                        <a:pt x="9563" y="22544"/>
                      </a:cubicBezTo>
                      <a:cubicBezTo>
                        <a:pt x="10052" y="22598"/>
                        <a:pt x="10489" y="22598"/>
                        <a:pt x="10924" y="22598"/>
                      </a:cubicBezTo>
                      <a:cubicBezTo>
                        <a:pt x="10107" y="24123"/>
                        <a:pt x="9454" y="25757"/>
                        <a:pt x="9182" y="27554"/>
                      </a:cubicBezTo>
                      <a:cubicBezTo>
                        <a:pt x="7820" y="36048"/>
                        <a:pt x="13592" y="44107"/>
                        <a:pt x="22142" y="45469"/>
                      </a:cubicBezTo>
                      <a:cubicBezTo>
                        <a:pt x="22959" y="45578"/>
                        <a:pt x="23775" y="45687"/>
                        <a:pt x="24537" y="45687"/>
                      </a:cubicBezTo>
                      <a:cubicBezTo>
                        <a:pt x="26661" y="45687"/>
                        <a:pt x="28730" y="45251"/>
                        <a:pt x="30636" y="44434"/>
                      </a:cubicBezTo>
                      <a:cubicBezTo>
                        <a:pt x="30854" y="46721"/>
                        <a:pt x="31018" y="48845"/>
                        <a:pt x="31181" y="50914"/>
                      </a:cubicBezTo>
                      <a:cubicBezTo>
                        <a:pt x="31508" y="55271"/>
                        <a:pt x="31943" y="59246"/>
                        <a:pt x="32760" y="63384"/>
                      </a:cubicBezTo>
                      <a:cubicBezTo>
                        <a:pt x="33577" y="67468"/>
                        <a:pt x="35265" y="71498"/>
                        <a:pt x="37933" y="75527"/>
                      </a:cubicBezTo>
                      <a:cubicBezTo>
                        <a:pt x="40656" y="79502"/>
                        <a:pt x="43596" y="83750"/>
                        <a:pt x="46319" y="88270"/>
                      </a:cubicBezTo>
                      <a:cubicBezTo>
                        <a:pt x="49042" y="92735"/>
                        <a:pt x="51982" y="97037"/>
                        <a:pt x="55086" y="101175"/>
                      </a:cubicBezTo>
                      <a:cubicBezTo>
                        <a:pt x="58299" y="105205"/>
                        <a:pt x="61730" y="109071"/>
                        <a:pt x="65269" y="112774"/>
                      </a:cubicBezTo>
                      <a:cubicBezTo>
                        <a:pt x="72511" y="120016"/>
                        <a:pt x="80298" y="126496"/>
                        <a:pt x="88902" y="131560"/>
                      </a:cubicBezTo>
                      <a:cubicBezTo>
                        <a:pt x="89174" y="131724"/>
                        <a:pt x="89447" y="131778"/>
                        <a:pt x="89773" y="131778"/>
                      </a:cubicBezTo>
                      <a:cubicBezTo>
                        <a:pt x="90045" y="131778"/>
                        <a:pt x="90318" y="131724"/>
                        <a:pt x="90590" y="131560"/>
                      </a:cubicBezTo>
                      <a:cubicBezTo>
                        <a:pt x="91407" y="131125"/>
                        <a:pt x="91679" y="130090"/>
                        <a:pt x="91243" y="129273"/>
                      </a:cubicBezTo>
                      <a:cubicBezTo>
                        <a:pt x="86506" y="120724"/>
                        <a:pt x="82204" y="112284"/>
                        <a:pt x="78828" y="103625"/>
                      </a:cubicBezTo>
                      <a:cubicBezTo>
                        <a:pt x="77031" y="99378"/>
                        <a:pt x="75506" y="95076"/>
                        <a:pt x="74145" y="90720"/>
                      </a:cubicBezTo>
                      <a:cubicBezTo>
                        <a:pt x="72674" y="86473"/>
                        <a:pt x="71368" y="82171"/>
                        <a:pt x="70333" y="77869"/>
                      </a:cubicBezTo>
                      <a:cubicBezTo>
                        <a:pt x="69244" y="73622"/>
                        <a:pt x="68863" y="68884"/>
                        <a:pt x="68155" y="63983"/>
                      </a:cubicBezTo>
                      <a:cubicBezTo>
                        <a:pt x="67392" y="59082"/>
                        <a:pt x="65596" y="54182"/>
                        <a:pt x="62438" y="49607"/>
                      </a:cubicBezTo>
                      <a:cubicBezTo>
                        <a:pt x="59279" y="45033"/>
                        <a:pt x="55086" y="40623"/>
                        <a:pt x="49804" y="37246"/>
                      </a:cubicBezTo>
                      <a:cubicBezTo>
                        <a:pt x="46809" y="35395"/>
                        <a:pt x="43433" y="33870"/>
                        <a:pt x="39894" y="33054"/>
                      </a:cubicBezTo>
                      <a:cubicBezTo>
                        <a:pt x="39948" y="32890"/>
                        <a:pt x="40002" y="32727"/>
                        <a:pt x="40002" y="32563"/>
                      </a:cubicBezTo>
                      <a:cubicBezTo>
                        <a:pt x="41363" y="24068"/>
                        <a:pt x="35592" y="16009"/>
                        <a:pt x="27043" y="14648"/>
                      </a:cubicBezTo>
                      <a:cubicBezTo>
                        <a:pt x="26335" y="14539"/>
                        <a:pt x="25572" y="14485"/>
                        <a:pt x="24864" y="14485"/>
                      </a:cubicBezTo>
                      <a:cubicBezTo>
                        <a:pt x="23938" y="14485"/>
                        <a:pt x="23013" y="14594"/>
                        <a:pt x="22087" y="14703"/>
                      </a:cubicBezTo>
                      <a:cubicBezTo>
                        <a:pt x="22251" y="14212"/>
                        <a:pt x="22414" y="13668"/>
                        <a:pt x="22523" y="13178"/>
                      </a:cubicBezTo>
                      <a:cubicBezTo>
                        <a:pt x="23503" y="6970"/>
                        <a:pt x="19310" y="1198"/>
                        <a:pt x="13102" y="163"/>
                      </a:cubicBezTo>
                      <a:cubicBezTo>
                        <a:pt x="12503" y="55"/>
                        <a:pt x="11904" y="0"/>
                        <a:pt x="11305" y="0"/>
                      </a:cubicBezTo>
                      <a:lnTo>
                        <a:pt x="11305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3" name="Forme libre : forme 1302">
                  <a:extLst>
                    <a:ext uri="{FF2B5EF4-FFF2-40B4-BE49-F238E27FC236}">
                      <a16:creationId xmlns:a16="http://schemas.microsoft.com/office/drawing/2014/main" id="{4EEF1500-D57A-4AEB-8FB7-06CD44CE8BDA}"/>
                    </a:ext>
                  </a:extLst>
                </p:cNvPr>
                <p:cNvSpPr/>
                <p:nvPr/>
              </p:nvSpPr>
              <p:spPr>
                <a:xfrm>
                  <a:off x="8591322" y="5000711"/>
                  <a:ext cx="182500" cy="45142"/>
                </a:xfrm>
                <a:custGeom>
                  <a:avLst/>
                  <a:gdLst>
                    <a:gd name="connsiteX0" fmla="*/ 12520 w 182500"/>
                    <a:gd name="connsiteY0" fmla="*/ 5445 h 45142"/>
                    <a:gd name="connsiteX1" fmla="*/ 12520 w 182500"/>
                    <a:gd name="connsiteY1" fmla="*/ 5445 h 45142"/>
                    <a:gd name="connsiteX2" fmla="*/ 13663 w 182500"/>
                    <a:gd name="connsiteY2" fmla="*/ 5554 h 45142"/>
                    <a:gd name="connsiteX3" fmla="*/ 19163 w 182500"/>
                    <a:gd name="connsiteY3" fmla="*/ 10237 h 45142"/>
                    <a:gd name="connsiteX4" fmla="*/ 20688 w 182500"/>
                    <a:gd name="connsiteY4" fmla="*/ 14539 h 45142"/>
                    <a:gd name="connsiteX5" fmla="*/ 17421 w 182500"/>
                    <a:gd name="connsiteY5" fmla="*/ 17643 h 45142"/>
                    <a:gd name="connsiteX6" fmla="*/ 12520 w 182500"/>
                    <a:gd name="connsiteY6" fmla="*/ 19658 h 45142"/>
                    <a:gd name="connsiteX7" fmla="*/ 11430 w 182500"/>
                    <a:gd name="connsiteY7" fmla="*/ 19549 h 45142"/>
                    <a:gd name="connsiteX8" fmla="*/ 5550 w 182500"/>
                    <a:gd name="connsiteY8" fmla="*/ 11435 h 45142"/>
                    <a:gd name="connsiteX9" fmla="*/ 12520 w 182500"/>
                    <a:gd name="connsiteY9" fmla="*/ 5445 h 45142"/>
                    <a:gd name="connsiteX10" fmla="*/ 37569 w 182500"/>
                    <a:gd name="connsiteY10" fmla="*/ 7188 h 45142"/>
                    <a:gd name="connsiteX11" fmla="*/ 39365 w 182500"/>
                    <a:gd name="connsiteY11" fmla="*/ 7351 h 45142"/>
                    <a:gd name="connsiteX12" fmla="*/ 46499 w 182500"/>
                    <a:gd name="connsiteY12" fmla="*/ 11653 h 45142"/>
                    <a:gd name="connsiteX13" fmla="*/ 48840 w 182500"/>
                    <a:gd name="connsiteY13" fmla="*/ 14703 h 45142"/>
                    <a:gd name="connsiteX14" fmla="*/ 50474 w 182500"/>
                    <a:gd name="connsiteY14" fmla="*/ 14158 h 45142"/>
                    <a:gd name="connsiteX15" fmla="*/ 48350 w 182500"/>
                    <a:gd name="connsiteY15" fmla="*/ 21618 h 45142"/>
                    <a:gd name="connsiteX16" fmla="*/ 37569 w 182500"/>
                    <a:gd name="connsiteY16" fmla="*/ 29841 h 45142"/>
                    <a:gd name="connsiteX17" fmla="*/ 35772 w 182500"/>
                    <a:gd name="connsiteY17" fmla="*/ 29677 h 45142"/>
                    <a:gd name="connsiteX18" fmla="*/ 26514 w 182500"/>
                    <a:gd name="connsiteY18" fmla="*/ 20584 h 45142"/>
                    <a:gd name="connsiteX19" fmla="*/ 25589 w 182500"/>
                    <a:gd name="connsiteY19" fmla="*/ 15683 h 45142"/>
                    <a:gd name="connsiteX20" fmla="*/ 28638 w 182500"/>
                    <a:gd name="connsiteY20" fmla="*/ 11708 h 45142"/>
                    <a:gd name="connsiteX21" fmla="*/ 37569 w 182500"/>
                    <a:gd name="connsiteY21" fmla="*/ 7188 h 45142"/>
                    <a:gd name="connsiteX22" fmla="*/ 57771 w 182500"/>
                    <a:gd name="connsiteY22" fmla="*/ 12797 h 45142"/>
                    <a:gd name="connsiteX23" fmla="*/ 58588 w 182500"/>
                    <a:gd name="connsiteY23" fmla="*/ 12797 h 45142"/>
                    <a:gd name="connsiteX24" fmla="*/ 58642 w 182500"/>
                    <a:gd name="connsiteY24" fmla="*/ 12797 h 45142"/>
                    <a:gd name="connsiteX25" fmla="*/ 68335 w 182500"/>
                    <a:gd name="connsiteY25" fmla="*/ 14212 h 45142"/>
                    <a:gd name="connsiteX26" fmla="*/ 74651 w 182500"/>
                    <a:gd name="connsiteY26" fmla="*/ 14866 h 45142"/>
                    <a:gd name="connsiteX27" fmla="*/ 76394 w 182500"/>
                    <a:gd name="connsiteY27" fmla="*/ 14812 h 45142"/>
                    <a:gd name="connsiteX28" fmla="*/ 82384 w 182500"/>
                    <a:gd name="connsiteY28" fmla="*/ 14539 h 45142"/>
                    <a:gd name="connsiteX29" fmla="*/ 84181 w 182500"/>
                    <a:gd name="connsiteY29" fmla="*/ 14485 h 45142"/>
                    <a:gd name="connsiteX30" fmla="*/ 95943 w 182500"/>
                    <a:gd name="connsiteY30" fmla="*/ 15900 h 45142"/>
                    <a:gd name="connsiteX31" fmla="*/ 103077 w 182500"/>
                    <a:gd name="connsiteY31" fmla="*/ 17643 h 45142"/>
                    <a:gd name="connsiteX32" fmla="*/ 113858 w 182500"/>
                    <a:gd name="connsiteY32" fmla="*/ 20202 h 45142"/>
                    <a:gd name="connsiteX33" fmla="*/ 131066 w 182500"/>
                    <a:gd name="connsiteY33" fmla="*/ 24287 h 45142"/>
                    <a:gd name="connsiteX34" fmla="*/ 147947 w 182500"/>
                    <a:gd name="connsiteY34" fmla="*/ 29568 h 45142"/>
                    <a:gd name="connsiteX35" fmla="*/ 149525 w 182500"/>
                    <a:gd name="connsiteY35" fmla="*/ 30113 h 45142"/>
                    <a:gd name="connsiteX36" fmla="*/ 163193 w 182500"/>
                    <a:gd name="connsiteY36" fmla="*/ 35613 h 45142"/>
                    <a:gd name="connsiteX37" fmla="*/ 148382 w 182500"/>
                    <a:gd name="connsiteY37" fmla="*/ 35123 h 45142"/>
                    <a:gd name="connsiteX38" fmla="*/ 147075 w 182500"/>
                    <a:gd name="connsiteY38" fmla="*/ 35123 h 45142"/>
                    <a:gd name="connsiteX39" fmla="*/ 139451 w 182500"/>
                    <a:gd name="connsiteY39" fmla="*/ 35068 h 45142"/>
                    <a:gd name="connsiteX40" fmla="*/ 129758 w 182500"/>
                    <a:gd name="connsiteY40" fmla="*/ 35177 h 45142"/>
                    <a:gd name="connsiteX41" fmla="*/ 128997 w 182500"/>
                    <a:gd name="connsiteY41" fmla="*/ 35177 h 45142"/>
                    <a:gd name="connsiteX42" fmla="*/ 112497 w 182500"/>
                    <a:gd name="connsiteY42" fmla="*/ 35504 h 45142"/>
                    <a:gd name="connsiteX43" fmla="*/ 96705 w 182500"/>
                    <a:gd name="connsiteY43" fmla="*/ 37247 h 45142"/>
                    <a:gd name="connsiteX44" fmla="*/ 94963 w 182500"/>
                    <a:gd name="connsiteY44" fmla="*/ 37519 h 45142"/>
                    <a:gd name="connsiteX45" fmla="*/ 89518 w 182500"/>
                    <a:gd name="connsiteY45" fmla="*/ 37900 h 45142"/>
                    <a:gd name="connsiteX46" fmla="*/ 77755 w 182500"/>
                    <a:gd name="connsiteY46" fmla="*/ 36048 h 45142"/>
                    <a:gd name="connsiteX47" fmla="*/ 68281 w 182500"/>
                    <a:gd name="connsiteY47" fmla="*/ 31529 h 45142"/>
                    <a:gd name="connsiteX48" fmla="*/ 61201 w 182500"/>
                    <a:gd name="connsiteY48" fmla="*/ 24994 h 45142"/>
                    <a:gd name="connsiteX49" fmla="*/ 58370 w 182500"/>
                    <a:gd name="connsiteY49" fmla="*/ 20475 h 45142"/>
                    <a:gd name="connsiteX50" fmla="*/ 54286 w 182500"/>
                    <a:gd name="connsiteY50" fmla="*/ 13069 h 45142"/>
                    <a:gd name="connsiteX51" fmla="*/ 57771 w 182500"/>
                    <a:gd name="connsiteY51" fmla="*/ 12797 h 45142"/>
                    <a:gd name="connsiteX52" fmla="*/ 12520 w 182500"/>
                    <a:gd name="connsiteY52" fmla="*/ 0 h 45142"/>
                    <a:gd name="connsiteX53" fmla="*/ 159 w 182500"/>
                    <a:gd name="connsiteY53" fmla="*/ 10510 h 45142"/>
                    <a:gd name="connsiteX54" fmla="*/ 10560 w 182500"/>
                    <a:gd name="connsiteY54" fmla="*/ 24885 h 45142"/>
                    <a:gd name="connsiteX55" fmla="*/ 12520 w 182500"/>
                    <a:gd name="connsiteY55" fmla="*/ 25049 h 45142"/>
                    <a:gd name="connsiteX56" fmla="*/ 21123 w 182500"/>
                    <a:gd name="connsiteY56" fmla="*/ 21564 h 45142"/>
                    <a:gd name="connsiteX57" fmla="*/ 34846 w 182500"/>
                    <a:gd name="connsiteY57" fmla="*/ 35068 h 45142"/>
                    <a:gd name="connsiteX58" fmla="*/ 37514 w 182500"/>
                    <a:gd name="connsiteY58" fmla="*/ 35286 h 45142"/>
                    <a:gd name="connsiteX59" fmla="*/ 53523 w 182500"/>
                    <a:gd name="connsiteY59" fmla="*/ 23088 h 45142"/>
                    <a:gd name="connsiteX60" fmla="*/ 56791 w 182500"/>
                    <a:gd name="connsiteY60" fmla="*/ 28262 h 45142"/>
                    <a:gd name="connsiteX61" fmla="*/ 65231 w 182500"/>
                    <a:gd name="connsiteY61" fmla="*/ 36048 h 45142"/>
                    <a:gd name="connsiteX62" fmla="*/ 75959 w 182500"/>
                    <a:gd name="connsiteY62" fmla="*/ 41167 h 45142"/>
                    <a:gd name="connsiteX63" fmla="*/ 89463 w 182500"/>
                    <a:gd name="connsiteY63" fmla="*/ 43291 h 45142"/>
                    <a:gd name="connsiteX64" fmla="*/ 95671 w 182500"/>
                    <a:gd name="connsiteY64" fmla="*/ 42855 h 45142"/>
                    <a:gd name="connsiteX65" fmla="*/ 112661 w 182500"/>
                    <a:gd name="connsiteY65" fmla="*/ 40895 h 45142"/>
                    <a:gd name="connsiteX66" fmla="*/ 128997 w 182500"/>
                    <a:gd name="connsiteY66" fmla="*/ 40568 h 45142"/>
                    <a:gd name="connsiteX67" fmla="*/ 129758 w 182500"/>
                    <a:gd name="connsiteY67" fmla="*/ 40568 h 45142"/>
                    <a:gd name="connsiteX68" fmla="*/ 139451 w 182500"/>
                    <a:gd name="connsiteY68" fmla="*/ 40459 h 45142"/>
                    <a:gd name="connsiteX69" fmla="*/ 147021 w 182500"/>
                    <a:gd name="connsiteY69" fmla="*/ 40514 h 45142"/>
                    <a:gd name="connsiteX70" fmla="*/ 180128 w 182500"/>
                    <a:gd name="connsiteY70" fmla="*/ 45033 h 45142"/>
                    <a:gd name="connsiteX71" fmla="*/ 180183 w 182500"/>
                    <a:gd name="connsiteY71" fmla="*/ 45033 h 45142"/>
                    <a:gd name="connsiteX72" fmla="*/ 180836 w 182500"/>
                    <a:gd name="connsiteY72" fmla="*/ 45142 h 45142"/>
                    <a:gd name="connsiteX73" fmla="*/ 181926 w 182500"/>
                    <a:gd name="connsiteY73" fmla="*/ 44707 h 45142"/>
                    <a:gd name="connsiteX74" fmla="*/ 182089 w 182500"/>
                    <a:gd name="connsiteY74" fmla="*/ 42365 h 45142"/>
                    <a:gd name="connsiteX75" fmla="*/ 166951 w 182500"/>
                    <a:gd name="connsiteY75" fmla="*/ 31256 h 45142"/>
                    <a:gd name="connsiteX76" fmla="*/ 149907 w 182500"/>
                    <a:gd name="connsiteY76" fmla="*/ 24341 h 45142"/>
                    <a:gd name="connsiteX77" fmla="*/ 132699 w 182500"/>
                    <a:gd name="connsiteY77" fmla="*/ 18950 h 45142"/>
                    <a:gd name="connsiteX78" fmla="*/ 115111 w 182500"/>
                    <a:gd name="connsiteY78" fmla="*/ 14812 h 45142"/>
                    <a:gd name="connsiteX79" fmla="*/ 97304 w 182500"/>
                    <a:gd name="connsiteY79" fmla="*/ 10510 h 45142"/>
                    <a:gd name="connsiteX80" fmla="*/ 84290 w 182500"/>
                    <a:gd name="connsiteY80" fmla="*/ 8985 h 45142"/>
                    <a:gd name="connsiteX81" fmla="*/ 82275 w 182500"/>
                    <a:gd name="connsiteY81" fmla="*/ 9039 h 45142"/>
                    <a:gd name="connsiteX82" fmla="*/ 76285 w 182500"/>
                    <a:gd name="connsiteY82" fmla="*/ 9312 h 45142"/>
                    <a:gd name="connsiteX83" fmla="*/ 74760 w 182500"/>
                    <a:gd name="connsiteY83" fmla="*/ 9366 h 45142"/>
                    <a:gd name="connsiteX84" fmla="*/ 69424 w 182500"/>
                    <a:gd name="connsiteY84" fmla="*/ 8821 h 45142"/>
                    <a:gd name="connsiteX85" fmla="*/ 59187 w 182500"/>
                    <a:gd name="connsiteY85" fmla="*/ 7351 h 45142"/>
                    <a:gd name="connsiteX86" fmla="*/ 57825 w 182500"/>
                    <a:gd name="connsiteY86" fmla="*/ 7351 h 45142"/>
                    <a:gd name="connsiteX87" fmla="*/ 50800 w 182500"/>
                    <a:gd name="connsiteY87" fmla="*/ 8332 h 45142"/>
                    <a:gd name="connsiteX88" fmla="*/ 40237 w 182500"/>
                    <a:gd name="connsiteY88" fmla="*/ 2015 h 45142"/>
                    <a:gd name="connsiteX89" fmla="*/ 37569 w 182500"/>
                    <a:gd name="connsiteY89" fmla="*/ 1797 h 45142"/>
                    <a:gd name="connsiteX90" fmla="*/ 24281 w 182500"/>
                    <a:gd name="connsiteY90" fmla="*/ 8440 h 45142"/>
                    <a:gd name="connsiteX91" fmla="*/ 14480 w 182500"/>
                    <a:gd name="connsiteY91" fmla="*/ 218 h 45142"/>
                    <a:gd name="connsiteX92" fmla="*/ 12520 w 182500"/>
                    <a:gd name="connsiteY92" fmla="*/ 0 h 45142"/>
                    <a:gd name="connsiteX93" fmla="*/ 12520 w 182500"/>
                    <a:gd name="connsiteY93" fmla="*/ 0 h 45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</a:cxnLst>
                  <a:rect l="l" t="t" r="r" b="b"/>
                  <a:pathLst>
                    <a:path w="182500" h="45142">
                      <a:moveTo>
                        <a:pt x="12520" y="5445"/>
                      </a:moveTo>
                      <a:lnTo>
                        <a:pt x="12520" y="5445"/>
                      </a:lnTo>
                      <a:cubicBezTo>
                        <a:pt x="12901" y="5445"/>
                        <a:pt x="13282" y="5500"/>
                        <a:pt x="13663" y="5554"/>
                      </a:cubicBezTo>
                      <a:cubicBezTo>
                        <a:pt x="16168" y="5936"/>
                        <a:pt x="18292" y="7732"/>
                        <a:pt x="19163" y="10237"/>
                      </a:cubicBezTo>
                      <a:lnTo>
                        <a:pt x="20688" y="14539"/>
                      </a:lnTo>
                      <a:lnTo>
                        <a:pt x="17421" y="17643"/>
                      </a:lnTo>
                      <a:cubicBezTo>
                        <a:pt x="16060" y="18950"/>
                        <a:pt x="14317" y="19658"/>
                        <a:pt x="12520" y="19658"/>
                      </a:cubicBezTo>
                      <a:cubicBezTo>
                        <a:pt x="12138" y="19658"/>
                        <a:pt x="11812" y="19603"/>
                        <a:pt x="11430" y="19549"/>
                      </a:cubicBezTo>
                      <a:cubicBezTo>
                        <a:pt x="7564" y="18950"/>
                        <a:pt x="4951" y="15302"/>
                        <a:pt x="5550" y="11435"/>
                      </a:cubicBezTo>
                      <a:cubicBezTo>
                        <a:pt x="6094" y="7950"/>
                        <a:pt x="9035" y="5445"/>
                        <a:pt x="12520" y="5445"/>
                      </a:cubicBezTo>
                      <a:moveTo>
                        <a:pt x="37569" y="7188"/>
                      </a:moveTo>
                      <a:cubicBezTo>
                        <a:pt x="38167" y="7188"/>
                        <a:pt x="38766" y="7242"/>
                        <a:pt x="39365" y="7351"/>
                      </a:cubicBezTo>
                      <a:cubicBezTo>
                        <a:pt x="42197" y="7787"/>
                        <a:pt x="44702" y="9312"/>
                        <a:pt x="46499" y="11653"/>
                      </a:cubicBezTo>
                      <a:lnTo>
                        <a:pt x="48840" y="14703"/>
                      </a:lnTo>
                      <a:lnTo>
                        <a:pt x="50474" y="14158"/>
                      </a:lnTo>
                      <a:lnTo>
                        <a:pt x="48350" y="21618"/>
                      </a:lnTo>
                      <a:cubicBezTo>
                        <a:pt x="46989" y="26464"/>
                        <a:pt x="42524" y="29841"/>
                        <a:pt x="37569" y="29841"/>
                      </a:cubicBezTo>
                      <a:cubicBezTo>
                        <a:pt x="36970" y="29841"/>
                        <a:pt x="36371" y="29786"/>
                        <a:pt x="35772" y="29677"/>
                      </a:cubicBezTo>
                      <a:cubicBezTo>
                        <a:pt x="31088" y="28915"/>
                        <a:pt x="27386" y="25267"/>
                        <a:pt x="26514" y="20584"/>
                      </a:cubicBezTo>
                      <a:lnTo>
                        <a:pt x="25589" y="15683"/>
                      </a:lnTo>
                      <a:lnTo>
                        <a:pt x="28638" y="11708"/>
                      </a:lnTo>
                      <a:cubicBezTo>
                        <a:pt x="30762" y="8876"/>
                        <a:pt x="34138" y="7188"/>
                        <a:pt x="37569" y="7188"/>
                      </a:cubicBezTo>
                      <a:moveTo>
                        <a:pt x="57771" y="12797"/>
                      </a:moveTo>
                      <a:cubicBezTo>
                        <a:pt x="58098" y="12797"/>
                        <a:pt x="58479" y="12797"/>
                        <a:pt x="58588" y="12797"/>
                      </a:cubicBezTo>
                      <a:cubicBezTo>
                        <a:pt x="58588" y="12797"/>
                        <a:pt x="58642" y="12797"/>
                        <a:pt x="58642" y="12797"/>
                      </a:cubicBezTo>
                      <a:cubicBezTo>
                        <a:pt x="62127" y="13069"/>
                        <a:pt x="65340" y="13668"/>
                        <a:pt x="68335" y="14212"/>
                      </a:cubicBezTo>
                      <a:cubicBezTo>
                        <a:pt x="70731" y="14648"/>
                        <a:pt x="72746" y="14866"/>
                        <a:pt x="74651" y="14866"/>
                      </a:cubicBezTo>
                      <a:cubicBezTo>
                        <a:pt x="75305" y="14866"/>
                        <a:pt x="75959" y="14866"/>
                        <a:pt x="76394" y="14812"/>
                      </a:cubicBezTo>
                      <a:lnTo>
                        <a:pt x="82384" y="14539"/>
                      </a:lnTo>
                      <a:cubicBezTo>
                        <a:pt x="82983" y="14539"/>
                        <a:pt x="83527" y="14485"/>
                        <a:pt x="84181" y="14485"/>
                      </a:cubicBezTo>
                      <a:cubicBezTo>
                        <a:pt x="87938" y="14485"/>
                        <a:pt x="91804" y="14920"/>
                        <a:pt x="95943" y="15900"/>
                      </a:cubicBezTo>
                      <a:cubicBezTo>
                        <a:pt x="98339" y="16445"/>
                        <a:pt x="100680" y="17044"/>
                        <a:pt x="103077" y="17643"/>
                      </a:cubicBezTo>
                      <a:cubicBezTo>
                        <a:pt x="106616" y="18514"/>
                        <a:pt x="110264" y="19440"/>
                        <a:pt x="113858" y="20202"/>
                      </a:cubicBezTo>
                      <a:cubicBezTo>
                        <a:pt x="119467" y="21400"/>
                        <a:pt x="125130" y="22707"/>
                        <a:pt x="131066" y="24287"/>
                      </a:cubicBezTo>
                      <a:cubicBezTo>
                        <a:pt x="136565" y="25866"/>
                        <a:pt x="142283" y="27663"/>
                        <a:pt x="147947" y="29568"/>
                      </a:cubicBezTo>
                      <a:lnTo>
                        <a:pt x="149525" y="30113"/>
                      </a:lnTo>
                      <a:cubicBezTo>
                        <a:pt x="154045" y="31747"/>
                        <a:pt x="158728" y="33435"/>
                        <a:pt x="163193" y="35613"/>
                      </a:cubicBezTo>
                      <a:cubicBezTo>
                        <a:pt x="158347" y="35177"/>
                        <a:pt x="153392" y="35123"/>
                        <a:pt x="148382" y="35123"/>
                      </a:cubicBezTo>
                      <a:lnTo>
                        <a:pt x="147075" y="35123"/>
                      </a:lnTo>
                      <a:cubicBezTo>
                        <a:pt x="144516" y="35068"/>
                        <a:pt x="141957" y="35068"/>
                        <a:pt x="139451" y="35068"/>
                      </a:cubicBezTo>
                      <a:cubicBezTo>
                        <a:pt x="136184" y="35068"/>
                        <a:pt x="132917" y="35123"/>
                        <a:pt x="129758" y="35177"/>
                      </a:cubicBezTo>
                      <a:lnTo>
                        <a:pt x="128997" y="35177"/>
                      </a:lnTo>
                      <a:cubicBezTo>
                        <a:pt x="123170" y="35177"/>
                        <a:pt x="117724" y="35286"/>
                        <a:pt x="112497" y="35504"/>
                      </a:cubicBezTo>
                      <a:cubicBezTo>
                        <a:pt x="107106" y="35667"/>
                        <a:pt x="101824" y="36484"/>
                        <a:pt x="96705" y="37247"/>
                      </a:cubicBezTo>
                      <a:lnTo>
                        <a:pt x="94963" y="37519"/>
                      </a:lnTo>
                      <a:cubicBezTo>
                        <a:pt x="93111" y="37791"/>
                        <a:pt x="91260" y="37900"/>
                        <a:pt x="89518" y="37900"/>
                      </a:cubicBezTo>
                      <a:cubicBezTo>
                        <a:pt x="85488" y="37900"/>
                        <a:pt x="81512" y="37247"/>
                        <a:pt x="77755" y="36048"/>
                      </a:cubicBezTo>
                      <a:cubicBezTo>
                        <a:pt x="74216" y="34851"/>
                        <a:pt x="71003" y="33326"/>
                        <a:pt x="68281" y="31529"/>
                      </a:cubicBezTo>
                      <a:cubicBezTo>
                        <a:pt x="65558" y="29732"/>
                        <a:pt x="62944" y="27336"/>
                        <a:pt x="61201" y="24994"/>
                      </a:cubicBezTo>
                      <a:cubicBezTo>
                        <a:pt x="60058" y="23524"/>
                        <a:pt x="59187" y="21945"/>
                        <a:pt x="58370" y="20475"/>
                      </a:cubicBezTo>
                      <a:lnTo>
                        <a:pt x="54286" y="13069"/>
                      </a:lnTo>
                      <a:cubicBezTo>
                        <a:pt x="55321" y="12851"/>
                        <a:pt x="56518" y="12797"/>
                        <a:pt x="57771" y="12797"/>
                      </a:cubicBezTo>
                      <a:moveTo>
                        <a:pt x="12520" y="0"/>
                      </a:moveTo>
                      <a:cubicBezTo>
                        <a:pt x="6476" y="0"/>
                        <a:pt x="1139" y="4356"/>
                        <a:pt x="159" y="10510"/>
                      </a:cubicBezTo>
                      <a:cubicBezTo>
                        <a:pt x="-931" y="17316"/>
                        <a:pt x="3698" y="23742"/>
                        <a:pt x="10560" y="24885"/>
                      </a:cubicBezTo>
                      <a:cubicBezTo>
                        <a:pt x="11213" y="24994"/>
                        <a:pt x="11867" y="25049"/>
                        <a:pt x="12520" y="25049"/>
                      </a:cubicBezTo>
                      <a:cubicBezTo>
                        <a:pt x="15787" y="25049"/>
                        <a:pt x="18891" y="23742"/>
                        <a:pt x="21123" y="21564"/>
                      </a:cubicBezTo>
                      <a:cubicBezTo>
                        <a:pt x="22376" y="28316"/>
                        <a:pt x="27712" y="33925"/>
                        <a:pt x="34846" y="35068"/>
                      </a:cubicBezTo>
                      <a:cubicBezTo>
                        <a:pt x="35717" y="35232"/>
                        <a:pt x="36643" y="35286"/>
                        <a:pt x="37514" y="35286"/>
                      </a:cubicBezTo>
                      <a:cubicBezTo>
                        <a:pt x="44920" y="35286"/>
                        <a:pt x="51508" y="30276"/>
                        <a:pt x="53523" y="23088"/>
                      </a:cubicBezTo>
                      <a:cubicBezTo>
                        <a:pt x="54449" y="24776"/>
                        <a:pt x="55430" y="26519"/>
                        <a:pt x="56791" y="28262"/>
                      </a:cubicBezTo>
                      <a:cubicBezTo>
                        <a:pt x="58697" y="30875"/>
                        <a:pt x="61691" y="33761"/>
                        <a:pt x="65231" y="36048"/>
                      </a:cubicBezTo>
                      <a:cubicBezTo>
                        <a:pt x="68661" y="38335"/>
                        <a:pt x="72365" y="39969"/>
                        <a:pt x="75959" y="41167"/>
                      </a:cubicBezTo>
                      <a:cubicBezTo>
                        <a:pt x="80696" y="42746"/>
                        <a:pt x="85270" y="43291"/>
                        <a:pt x="89463" y="43291"/>
                      </a:cubicBezTo>
                      <a:cubicBezTo>
                        <a:pt x="91641" y="43291"/>
                        <a:pt x="93710" y="43127"/>
                        <a:pt x="95671" y="42855"/>
                      </a:cubicBezTo>
                      <a:cubicBezTo>
                        <a:pt x="101334" y="41984"/>
                        <a:pt x="106997" y="41058"/>
                        <a:pt x="112661" y="40895"/>
                      </a:cubicBezTo>
                      <a:cubicBezTo>
                        <a:pt x="118106" y="40677"/>
                        <a:pt x="123497" y="40568"/>
                        <a:pt x="128997" y="40568"/>
                      </a:cubicBezTo>
                      <a:cubicBezTo>
                        <a:pt x="129269" y="40568"/>
                        <a:pt x="129487" y="40568"/>
                        <a:pt x="129758" y="40568"/>
                      </a:cubicBezTo>
                      <a:cubicBezTo>
                        <a:pt x="132972" y="40459"/>
                        <a:pt x="136184" y="40459"/>
                        <a:pt x="139451" y="40459"/>
                      </a:cubicBezTo>
                      <a:cubicBezTo>
                        <a:pt x="141957" y="40459"/>
                        <a:pt x="144461" y="40459"/>
                        <a:pt x="147021" y="40514"/>
                      </a:cubicBezTo>
                      <a:cubicBezTo>
                        <a:pt x="158674" y="40623"/>
                        <a:pt x="169565" y="40568"/>
                        <a:pt x="180128" y="45033"/>
                      </a:cubicBezTo>
                      <a:lnTo>
                        <a:pt x="180183" y="45033"/>
                      </a:lnTo>
                      <a:cubicBezTo>
                        <a:pt x="180401" y="45142"/>
                        <a:pt x="180619" y="45142"/>
                        <a:pt x="180836" y="45142"/>
                      </a:cubicBezTo>
                      <a:cubicBezTo>
                        <a:pt x="181218" y="45142"/>
                        <a:pt x="181599" y="44979"/>
                        <a:pt x="181926" y="44707"/>
                      </a:cubicBezTo>
                      <a:cubicBezTo>
                        <a:pt x="182634" y="44107"/>
                        <a:pt x="182688" y="43019"/>
                        <a:pt x="182089" y="42365"/>
                      </a:cubicBezTo>
                      <a:cubicBezTo>
                        <a:pt x="177951" y="37736"/>
                        <a:pt x="172560" y="34088"/>
                        <a:pt x="166951" y="31256"/>
                      </a:cubicBezTo>
                      <a:cubicBezTo>
                        <a:pt x="161342" y="28425"/>
                        <a:pt x="155516" y="26410"/>
                        <a:pt x="149907" y="24341"/>
                      </a:cubicBezTo>
                      <a:cubicBezTo>
                        <a:pt x="144243" y="22435"/>
                        <a:pt x="138472" y="20638"/>
                        <a:pt x="132699" y="18950"/>
                      </a:cubicBezTo>
                      <a:cubicBezTo>
                        <a:pt x="126873" y="17425"/>
                        <a:pt x="120991" y="16064"/>
                        <a:pt x="115111" y="14812"/>
                      </a:cubicBezTo>
                      <a:cubicBezTo>
                        <a:pt x="109230" y="13613"/>
                        <a:pt x="103240" y="11871"/>
                        <a:pt x="97304" y="10510"/>
                      </a:cubicBezTo>
                      <a:cubicBezTo>
                        <a:pt x="92349" y="9420"/>
                        <a:pt x="88102" y="8985"/>
                        <a:pt x="84290" y="8985"/>
                      </a:cubicBezTo>
                      <a:cubicBezTo>
                        <a:pt x="83636" y="8985"/>
                        <a:pt x="82928" y="8985"/>
                        <a:pt x="82275" y="9039"/>
                      </a:cubicBezTo>
                      <a:lnTo>
                        <a:pt x="76285" y="9312"/>
                      </a:lnTo>
                      <a:cubicBezTo>
                        <a:pt x="75795" y="9366"/>
                        <a:pt x="75305" y="9366"/>
                        <a:pt x="74760" y="9366"/>
                      </a:cubicBezTo>
                      <a:cubicBezTo>
                        <a:pt x="73290" y="9366"/>
                        <a:pt x="71602" y="9203"/>
                        <a:pt x="69424" y="8821"/>
                      </a:cubicBezTo>
                      <a:cubicBezTo>
                        <a:pt x="66538" y="8277"/>
                        <a:pt x="62999" y="7678"/>
                        <a:pt x="59187" y="7351"/>
                      </a:cubicBezTo>
                      <a:cubicBezTo>
                        <a:pt x="58751" y="7351"/>
                        <a:pt x="58315" y="7351"/>
                        <a:pt x="57825" y="7351"/>
                      </a:cubicBezTo>
                      <a:cubicBezTo>
                        <a:pt x="55484" y="7351"/>
                        <a:pt x="53088" y="7569"/>
                        <a:pt x="50800" y="8332"/>
                      </a:cubicBezTo>
                      <a:cubicBezTo>
                        <a:pt x="48296" y="5064"/>
                        <a:pt x="44593" y="2723"/>
                        <a:pt x="40237" y="2015"/>
                      </a:cubicBezTo>
                      <a:cubicBezTo>
                        <a:pt x="39365" y="1852"/>
                        <a:pt x="38440" y="1797"/>
                        <a:pt x="37569" y="1797"/>
                      </a:cubicBezTo>
                      <a:cubicBezTo>
                        <a:pt x="32287" y="1797"/>
                        <a:pt x="27386" y="4356"/>
                        <a:pt x="24281" y="8440"/>
                      </a:cubicBezTo>
                      <a:cubicBezTo>
                        <a:pt x="22812" y="4248"/>
                        <a:pt x="19218" y="980"/>
                        <a:pt x="14480" y="218"/>
                      </a:cubicBezTo>
                      <a:cubicBezTo>
                        <a:pt x="13881" y="55"/>
                        <a:pt x="13173" y="0"/>
                        <a:pt x="12520" y="0"/>
                      </a:cubicBezTo>
                      <a:lnTo>
                        <a:pt x="12520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4" name="Forme libre : forme 1303">
                  <a:extLst>
                    <a:ext uri="{FF2B5EF4-FFF2-40B4-BE49-F238E27FC236}">
                      <a16:creationId xmlns:a16="http://schemas.microsoft.com/office/drawing/2014/main" id="{313FAEB1-8BFE-473A-BBD2-1DE6C444A56A}"/>
                    </a:ext>
                  </a:extLst>
                </p:cNvPr>
                <p:cNvSpPr/>
                <p:nvPr/>
              </p:nvSpPr>
              <p:spPr>
                <a:xfrm>
                  <a:off x="8607411" y="5050482"/>
                  <a:ext cx="175690" cy="47156"/>
                </a:xfrm>
                <a:custGeom>
                  <a:avLst/>
                  <a:gdLst>
                    <a:gd name="connsiteX0" fmla="*/ 10698 w 175690"/>
                    <a:gd name="connsiteY0" fmla="*/ 5445 h 47156"/>
                    <a:gd name="connsiteX1" fmla="*/ 11569 w 175690"/>
                    <a:gd name="connsiteY1" fmla="*/ 5500 h 47156"/>
                    <a:gd name="connsiteX2" fmla="*/ 15925 w 175690"/>
                    <a:gd name="connsiteY2" fmla="*/ 10128 h 47156"/>
                    <a:gd name="connsiteX3" fmla="*/ 16415 w 175690"/>
                    <a:gd name="connsiteY3" fmla="*/ 14594 h 47156"/>
                    <a:gd name="connsiteX4" fmla="*/ 12114 w 175690"/>
                    <a:gd name="connsiteY4" fmla="*/ 15791 h 47156"/>
                    <a:gd name="connsiteX5" fmla="*/ 10644 w 175690"/>
                    <a:gd name="connsiteY5" fmla="*/ 16009 h 47156"/>
                    <a:gd name="connsiteX6" fmla="*/ 9881 w 175690"/>
                    <a:gd name="connsiteY6" fmla="*/ 15955 h 47156"/>
                    <a:gd name="connsiteX7" fmla="*/ 5525 w 175690"/>
                    <a:gd name="connsiteY7" fmla="*/ 9911 h 47156"/>
                    <a:gd name="connsiteX8" fmla="*/ 10698 w 175690"/>
                    <a:gd name="connsiteY8" fmla="*/ 5445 h 47156"/>
                    <a:gd name="connsiteX9" fmla="*/ 10698 w 175690"/>
                    <a:gd name="connsiteY9" fmla="*/ 5445 h 47156"/>
                    <a:gd name="connsiteX10" fmla="*/ 149065 w 175690"/>
                    <a:gd name="connsiteY10" fmla="*/ 13178 h 47156"/>
                    <a:gd name="connsiteX11" fmla="*/ 155709 w 175690"/>
                    <a:gd name="connsiteY11" fmla="*/ 13559 h 47156"/>
                    <a:gd name="connsiteX12" fmla="*/ 141169 w 175690"/>
                    <a:gd name="connsiteY12" fmla="*/ 19059 h 47156"/>
                    <a:gd name="connsiteX13" fmla="*/ 131803 w 175690"/>
                    <a:gd name="connsiteY13" fmla="*/ 23524 h 47156"/>
                    <a:gd name="connsiteX14" fmla="*/ 126085 w 175690"/>
                    <a:gd name="connsiteY14" fmla="*/ 26301 h 47156"/>
                    <a:gd name="connsiteX15" fmla="*/ 109913 w 175690"/>
                    <a:gd name="connsiteY15" fmla="*/ 32835 h 47156"/>
                    <a:gd name="connsiteX16" fmla="*/ 93250 w 175690"/>
                    <a:gd name="connsiteY16" fmla="*/ 39261 h 47156"/>
                    <a:gd name="connsiteX17" fmla="*/ 80127 w 175690"/>
                    <a:gd name="connsiteY17" fmla="*/ 41548 h 47156"/>
                    <a:gd name="connsiteX18" fmla="*/ 77785 w 175690"/>
                    <a:gd name="connsiteY18" fmla="*/ 41494 h 47156"/>
                    <a:gd name="connsiteX19" fmla="*/ 51702 w 175690"/>
                    <a:gd name="connsiteY19" fmla="*/ 33761 h 47156"/>
                    <a:gd name="connsiteX20" fmla="*/ 48707 w 175690"/>
                    <a:gd name="connsiteY20" fmla="*/ 31964 h 47156"/>
                    <a:gd name="connsiteX21" fmla="*/ 53063 w 175690"/>
                    <a:gd name="connsiteY21" fmla="*/ 29351 h 47156"/>
                    <a:gd name="connsiteX22" fmla="*/ 60795 w 175690"/>
                    <a:gd name="connsiteY22" fmla="*/ 25267 h 47156"/>
                    <a:gd name="connsiteX23" fmla="*/ 75607 w 175690"/>
                    <a:gd name="connsiteY23" fmla="*/ 19658 h 47156"/>
                    <a:gd name="connsiteX24" fmla="*/ 88022 w 175690"/>
                    <a:gd name="connsiteY24" fmla="*/ 17915 h 47156"/>
                    <a:gd name="connsiteX25" fmla="*/ 89547 w 175690"/>
                    <a:gd name="connsiteY25" fmla="*/ 17915 h 47156"/>
                    <a:gd name="connsiteX26" fmla="*/ 89982 w 175690"/>
                    <a:gd name="connsiteY26" fmla="*/ 17915 h 47156"/>
                    <a:gd name="connsiteX27" fmla="*/ 98858 w 175690"/>
                    <a:gd name="connsiteY27" fmla="*/ 18187 h 47156"/>
                    <a:gd name="connsiteX28" fmla="*/ 106482 w 175690"/>
                    <a:gd name="connsiteY28" fmla="*/ 17861 h 47156"/>
                    <a:gd name="connsiteX29" fmla="*/ 122764 w 175690"/>
                    <a:gd name="connsiteY29" fmla="*/ 15846 h 47156"/>
                    <a:gd name="connsiteX30" fmla="*/ 129026 w 175690"/>
                    <a:gd name="connsiteY30" fmla="*/ 14975 h 47156"/>
                    <a:gd name="connsiteX31" fmla="*/ 139753 w 175690"/>
                    <a:gd name="connsiteY31" fmla="*/ 13613 h 47156"/>
                    <a:gd name="connsiteX32" fmla="*/ 149065 w 175690"/>
                    <a:gd name="connsiteY32" fmla="*/ 13178 h 47156"/>
                    <a:gd name="connsiteX33" fmla="*/ 23767 w 175690"/>
                    <a:gd name="connsiteY33" fmla="*/ 14703 h 47156"/>
                    <a:gd name="connsiteX34" fmla="*/ 24529 w 175690"/>
                    <a:gd name="connsiteY34" fmla="*/ 14757 h 47156"/>
                    <a:gd name="connsiteX35" fmla="*/ 28559 w 175690"/>
                    <a:gd name="connsiteY35" fmla="*/ 20148 h 47156"/>
                    <a:gd name="connsiteX36" fmla="*/ 28287 w 175690"/>
                    <a:gd name="connsiteY36" fmla="*/ 22598 h 47156"/>
                    <a:gd name="connsiteX37" fmla="*/ 26108 w 175690"/>
                    <a:gd name="connsiteY37" fmla="*/ 23796 h 47156"/>
                    <a:gd name="connsiteX38" fmla="*/ 23658 w 175690"/>
                    <a:gd name="connsiteY38" fmla="*/ 24450 h 47156"/>
                    <a:gd name="connsiteX39" fmla="*/ 22950 w 175690"/>
                    <a:gd name="connsiteY39" fmla="*/ 24395 h 47156"/>
                    <a:gd name="connsiteX40" fmla="*/ 18921 w 175690"/>
                    <a:gd name="connsiteY40" fmla="*/ 20257 h 47156"/>
                    <a:gd name="connsiteX41" fmla="*/ 18267 w 175690"/>
                    <a:gd name="connsiteY41" fmla="*/ 15846 h 47156"/>
                    <a:gd name="connsiteX42" fmla="*/ 22569 w 175690"/>
                    <a:gd name="connsiteY42" fmla="*/ 14811 h 47156"/>
                    <a:gd name="connsiteX43" fmla="*/ 23767 w 175690"/>
                    <a:gd name="connsiteY43" fmla="*/ 14703 h 47156"/>
                    <a:gd name="connsiteX44" fmla="*/ 40321 w 175690"/>
                    <a:gd name="connsiteY44" fmla="*/ 24341 h 47156"/>
                    <a:gd name="connsiteX45" fmla="*/ 41247 w 175690"/>
                    <a:gd name="connsiteY45" fmla="*/ 24395 h 47156"/>
                    <a:gd name="connsiteX46" fmla="*/ 45549 w 175690"/>
                    <a:gd name="connsiteY46" fmla="*/ 27390 h 47156"/>
                    <a:gd name="connsiteX47" fmla="*/ 47944 w 175690"/>
                    <a:gd name="connsiteY47" fmla="*/ 31420 h 47156"/>
                    <a:gd name="connsiteX48" fmla="*/ 47835 w 175690"/>
                    <a:gd name="connsiteY48" fmla="*/ 31365 h 47156"/>
                    <a:gd name="connsiteX49" fmla="*/ 44786 w 175690"/>
                    <a:gd name="connsiteY49" fmla="*/ 34633 h 47156"/>
                    <a:gd name="connsiteX50" fmla="*/ 40266 w 175690"/>
                    <a:gd name="connsiteY50" fmla="*/ 36647 h 47156"/>
                    <a:gd name="connsiteX51" fmla="*/ 39286 w 175690"/>
                    <a:gd name="connsiteY51" fmla="*/ 36593 h 47156"/>
                    <a:gd name="connsiteX52" fmla="*/ 35257 w 175690"/>
                    <a:gd name="connsiteY52" fmla="*/ 34088 h 47156"/>
                    <a:gd name="connsiteX53" fmla="*/ 34113 w 175690"/>
                    <a:gd name="connsiteY53" fmla="*/ 29786 h 47156"/>
                    <a:gd name="connsiteX54" fmla="*/ 34113 w 175690"/>
                    <a:gd name="connsiteY54" fmla="*/ 29786 h 47156"/>
                    <a:gd name="connsiteX55" fmla="*/ 34167 w 175690"/>
                    <a:gd name="connsiteY55" fmla="*/ 29459 h 47156"/>
                    <a:gd name="connsiteX56" fmla="*/ 34658 w 175690"/>
                    <a:gd name="connsiteY56" fmla="*/ 26846 h 47156"/>
                    <a:gd name="connsiteX57" fmla="*/ 36945 w 175690"/>
                    <a:gd name="connsiteY57" fmla="*/ 25375 h 47156"/>
                    <a:gd name="connsiteX58" fmla="*/ 40321 w 175690"/>
                    <a:gd name="connsiteY58" fmla="*/ 24341 h 47156"/>
                    <a:gd name="connsiteX59" fmla="*/ 10698 w 175690"/>
                    <a:gd name="connsiteY59" fmla="*/ 0 h 47156"/>
                    <a:gd name="connsiteX60" fmla="*/ 134 w 175690"/>
                    <a:gd name="connsiteY60" fmla="*/ 9039 h 47156"/>
                    <a:gd name="connsiteX61" fmla="*/ 9010 w 175690"/>
                    <a:gd name="connsiteY61" fmla="*/ 21346 h 47156"/>
                    <a:gd name="connsiteX62" fmla="*/ 10644 w 175690"/>
                    <a:gd name="connsiteY62" fmla="*/ 21455 h 47156"/>
                    <a:gd name="connsiteX63" fmla="*/ 13530 w 175690"/>
                    <a:gd name="connsiteY63" fmla="*/ 21074 h 47156"/>
                    <a:gd name="connsiteX64" fmla="*/ 22079 w 175690"/>
                    <a:gd name="connsiteY64" fmla="*/ 29841 h 47156"/>
                    <a:gd name="connsiteX65" fmla="*/ 23658 w 175690"/>
                    <a:gd name="connsiteY65" fmla="*/ 29950 h 47156"/>
                    <a:gd name="connsiteX66" fmla="*/ 28776 w 175690"/>
                    <a:gd name="connsiteY66" fmla="*/ 28588 h 47156"/>
                    <a:gd name="connsiteX67" fmla="*/ 28722 w 175690"/>
                    <a:gd name="connsiteY67" fmla="*/ 28751 h 47156"/>
                    <a:gd name="connsiteX68" fmla="*/ 38360 w 175690"/>
                    <a:gd name="connsiteY68" fmla="*/ 42093 h 47156"/>
                    <a:gd name="connsiteX69" fmla="*/ 40212 w 175690"/>
                    <a:gd name="connsiteY69" fmla="*/ 42256 h 47156"/>
                    <a:gd name="connsiteX70" fmla="*/ 48761 w 175690"/>
                    <a:gd name="connsiteY70" fmla="*/ 38499 h 47156"/>
                    <a:gd name="connsiteX71" fmla="*/ 77295 w 175690"/>
                    <a:gd name="connsiteY71" fmla="*/ 47048 h 47156"/>
                    <a:gd name="connsiteX72" fmla="*/ 80072 w 175690"/>
                    <a:gd name="connsiteY72" fmla="*/ 47157 h 47156"/>
                    <a:gd name="connsiteX73" fmla="*/ 94992 w 175690"/>
                    <a:gd name="connsiteY73" fmla="*/ 44543 h 47156"/>
                    <a:gd name="connsiteX74" fmla="*/ 111819 w 175690"/>
                    <a:gd name="connsiteY74" fmla="*/ 38063 h 47156"/>
                    <a:gd name="connsiteX75" fmla="*/ 128264 w 175690"/>
                    <a:gd name="connsiteY75" fmla="*/ 31420 h 47156"/>
                    <a:gd name="connsiteX76" fmla="*/ 143347 w 175690"/>
                    <a:gd name="connsiteY76" fmla="*/ 24178 h 47156"/>
                    <a:gd name="connsiteX77" fmla="*/ 167253 w 175690"/>
                    <a:gd name="connsiteY77" fmla="*/ 17588 h 47156"/>
                    <a:gd name="connsiteX78" fmla="*/ 173623 w 175690"/>
                    <a:gd name="connsiteY78" fmla="*/ 18187 h 47156"/>
                    <a:gd name="connsiteX79" fmla="*/ 173678 w 175690"/>
                    <a:gd name="connsiteY79" fmla="*/ 18187 h 47156"/>
                    <a:gd name="connsiteX80" fmla="*/ 174005 w 175690"/>
                    <a:gd name="connsiteY80" fmla="*/ 18242 h 47156"/>
                    <a:gd name="connsiteX81" fmla="*/ 175366 w 175690"/>
                    <a:gd name="connsiteY81" fmla="*/ 17588 h 47156"/>
                    <a:gd name="connsiteX82" fmla="*/ 175039 w 175690"/>
                    <a:gd name="connsiteY82" fmla="*/ 15247 h 47156"/>
                    <a:gd name="connsiteX83" fmla="*/ 157832 w 175690"/>
                    <a:gd name="connsiteY83" fmla="*/ 8549 h 47156"/>
                    <a:gd name="connsiteX84" fmla="*/ 149119 w 175690"/>
                    <a:gd name="connsiteY84" fmla="*/ 7950 h 47156"/>
                    <a:gd name="connsiteX85" fmla="*/ 139318 w 175690"/>
                    <a:gd name="connsiteY85" fmla="*/ 8386 h 47156"/>
                    <a:gd name="connsiteX86" fmla="*/ 122110 w 175690"/>
                    <a:gd name="connsiteY86" fmla="*/ 10673 h 47156"/>
                    <a:gd name="connsiteX87" fmla="*/ 105992 w 175690"/>
                    <a:gd name="connsiteY87" fmla="*/ 12688 h 47156"/>
                    <a:gd name="connsiteX88" fmla="*/ 98913 w 175690"/>
                    <a:gd name="connsiteY88" fmla="*/ 13015 h 47156"/>
                    <a:gd name="connsiteX89" fmla="*/ 89820 w 175690"/>
                    <a:gd name="connsiteY89" fmla="*/ 12742 h 47156"/>
                    <a:gd name="connsiteX90" fmla="*/ 88077 w 175690"/>
                    <a:gd name="connsiteY90" fmla="*/ 12688 h 47156"/>
                    <a:gd name="connsiteX91" fmla="*/ 74137 w 175690"/>
                    <a:gd name="connsiteY91" fmla="*/ 14648 h 47156"/>
                    <a:gd name="connsiteX92" fmla="*/ 58563 w 175690"/>
                    <a:gd name="connsiteY92" fmla="*/ 20529 h 47156"/>
                    <a:gd name="connsiteX93" fmla="*/ 50341 w 175690"/>
                    <a:gd name="connsiteY93" fmla="*/ 24885 h 47156"/>
                    <a:gd name="connsiteX94" fmla="*/ 42226 w 175690"/>
                    <a:gd name="connsiteY94" fmla="*/ 19277 h 47156"/>
                    <a:gd name="connsiteX95" fmla="*/ 40430 w 175690"/>
                    <a:gd name="connsiteY95" fmla="*/ 19113 h 47156"/>
                    <a:gd name="connsiteX96" fmla="*/ 34113 w 175690"/>
                    <a:gd name="connsiteY96" fmla="*/ 21019 h 47156"/>
                    <a:gd name="connsiteX97" fmla="*/ 25509 w 175690"/>
                    <a:gd name="connsiteY97" fmla="*/ 9584 h 47156"/>
                    <a:gd name="connsiteX98" fmla="*/ 23876 w 175690"/>
                    <a:gd name="connsiteY98" fmla="*/ 9475 h 47156"/>
                    <a:gd name="connsiteX99" fmla="*/ 21480 w 175690"/>
                    <a:gd name="connsiteY99" fmla="*/ 9747 h 47156"/>
                    <a:gd name="connsiteX100" fmla="*/ 12604 w 175690"/>
                    <a:gd name="connsiteY100" fmla="*/ 381 h 47156"/>
                    <a:gd name="connsiteX101" fmla="*/ 10698 w 175690"/>
                    <a:gd name="connsiteY101" fmla="*/ 0 h 47156"/>
                    <a:gd name="connsiteX102" fmla="*/ 10698 w 175690"/>
                    <a:gd name="connsiteY102" fmla="*/ 0 h 47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</a:cxnLst>
                  <a:rect l="l" t="t" r="r" b="b"/>
                  <a:pathLst>
                    <a:path w="175690" h="47156">
                      <a:moveTo>
                        <a:pt x="10698" y="5445"/>
                      </a:moveTo>
                      <a:cubicBezTo>
                        <a:pt x="10970" y="5445"/>
                        <a:pt x="11243" y="5445"/>
                        <a:pt x="11569" y="5500"/>
                      </a:cubicBezTo>
                      <a:cubicBezTo>
                        <a:pt x="13856" y="5881"/>
                        <a:pt x="15653" y="7787"/>
                        <a:pt x="15925" y="10128"/>
                      </a:cubicBezTo>
                      <a:lnTo>
                        <a:pt x="16415" y="14594"/>
                      </a:lnTo>
                      <a:lnTo>
                        <a:pt x="12114" y="15791"/>
                      </a:lnTo>
                      <a:cubicBezTo>
                        <a:pt x="11623" y="15900"/>
                        <a:pt x="11133" y="16009"/>
                        <a:pt x="10644" y="16009"/>
                      </a:cubicBezTo>
                      <a:cubicBezTo>
                        <a:pt x="10371" y="16009"/>
                        <a:pt x="10154" y="16009"/>
                        <a:pt x="9881" y="15955"/>
                      </a:cubicBezTo>
                      <a:cubicBezTo>
                        <a:pt x="6995" y="15519"/>
                        <a:pt x="5035" y="12797"/>
                        <a:pt x="5525" y="9911"/>
                      </a:cubicBezTo>
                      <a:cubicBezTo>
                        <a:pt x="5961" y="7351"/>
                        <a:pt x="8139" y="5445"/>
                        <a:pt x="10698" y="5445"/>
                      </a:cubicBezTo>
                      <a:lnTo>
                        <a:pt x="10698" y="5445"/>
                      </a:lnTo>
                      <a:moveTo>
                        <a:pt x="149065" y="13178"/>
                      </a:moveTo>
                      <a:cubicBezTo>
                        <a:pt x="151461" y="13178"/>
                        <a:pt x="153585" y="13287"/>
                        <a:pt x="155709" y="13559"/>
                      </a:cubicBezTo>
                      <a:cubicBezTo>
                        <a:pt x="150590" y="14920"/>
                        <a:pt x="145743" y="16935"/>
                        <a:pt x="141169" y="19059"/>
                      </a:cubicBezTo>
                      <a:cubicBezTo>
                        <a:pt x="138066" y="20475"/>
                        <a:pt x="135016" y="21945"/>
                        <a:pt x="131803" y="23524"/>
                      </a:cubicBezTo>
                      <a:cubicBezTo>
                        <a:pt x="129898" y="24450"/>
                        <a:pt x="127991" y="25430"/>
                        <a:pt x="126085" y="26301"/>
                      </a:cubicBezTo>
                      <a:cubicBezTo>
                        <a:pt x="121184" y="28479"/>
                        <a:pt x="115903" y="30603"/>
                        <a:pt x="109913" y="32835"/>
                      </a:cubicBezTo>
                      <a:lnTo>
                        <a:pt x="93250" y="39261"/>
                      </a:lnTo>
                      <a:cubicBezTo>
                        <a:pt x="88948" y="40786"/>
                        <a:pt x="84537" y="41548"/>
                        <a:pt x="80127" y="41548"/>
                      </a:cubicBezTo>
                      <a:cubicBezTo>
                        <a:pt x="79310" y="41548"/>
                        <a:pt x="78547" y="41548"/>
                        <a:pt x="77785" y="41494"/>
                      </a:cubicBezTo>
                      <a:cubicBezTo>
                        <a:pt x="67384" y="40731"/>
                        <a:pt x="59108" y="38281"/>
                        <a:pt x="51702" y="33761"/>
                      </a:cubicBezTo>
                      <a:lnTo>
                        <a:pt x="48707" y="31964"/>
                      </a:lnTo>
                      <a:lnTo>
                        <a:pt x="53063" y="29351"/>
                      </a:lnTo>
                      <a:cubicBezTo>
                        <a:pt x="55949" y="27663"/>
                        <a:pt x="58726" y="26247"/>
                        <a:pt x="60795" y="25267"/>
                      </a:cubicBezTo>
                      <a:cubicBezTo>
                        <a:pt x="65914" y="22871"/>
                        <a:pt x="70761" y="21074"/>
                        <a:pt x="75607" y="19658"/>
                      </a:cubicBezTo>
                      <a:cubicBezTo>
                        <a:pt x="79691" y="18460"/>
                        <a:pt x="83720" y="17915"/>
                        <a:pt x="88022" y="17915"/>
                      </a:cubicBezTo>
                      <a:cubicBezTo>
                        <a:pt x="88567" y="17915"/>
                        <a:pt x="89057" y="17915"/>
                        <a:pt x="89547" y="17915"/>
                      </a:cubicBezTo>
                      <a:lnTo>
                        <a:pt x="89982" y="17915"/>
                      </a:lnTo>
                      <a:cubicBezTo>
                        <a:pt x="92869" y="18024"/>
                        <a:pt x="95864" y="18187"/>
                        <a:pt x="98858" y="18187"/>
                      </a:cubicBezTo>
                      <a:cubicBezTo>
                        <a:pt x="101690" y="18187"/>
                        <a:pt x="104195" y="18079"/>
                        <a:pt x="106482" y="17861"/>
                      </a:cubicBezTo>
                      <a:cubicBezTo>
                        <a:pt x="112472" y="17316"/>
                        <a:pt x="117863" y="16608"/>
                        <a:pt x="122764" y="15846"/>
                      </a:cubicBezTo>
                      <a:cubicBezTo>
                        <a:pt x="124779" y="15574"/>
                        <a:pt x="126902" y="15302"/>
                        <a:pt x="129026" y="14975"/>
                      </a:cubicBezTo>
                      <a:cubicBezTo>
                        <a:pt x="132566" y="14485"/>
                        <a:pt x="136214" y="13940"/>
                        <a:pt x="139753" y="13613"/>
                      </a:cubicBezTo>
                      <a:cubicBezTo>
                        <a:pt x="142694" y="13341"/>
                        <a:pt x="145852" y="13178"/>
                        <a:pt x="149065" y="13178"/>
                      </a:cubicBezTo>
                      <a:moveTo>
                        <a:pt x="23767" y="14703"/>
                      </a:moveTo>
                      <a:cubicBezTo>
                        <a:pt x="24039" y="14703"/>
                        <a:pt x="24257" y="14703"/>
                        <a:pt x="24529" y="14757"/>
                      </a:cubicBezTo>
                      <a:cubicBezTo>
                        <a:pt x="27089" y="15192"/>
                        <a:pt x="28885" y="17534"/>
                        <a:pt x="28559" y="20148"/>
                      </a:cubicBezTo>
                      <a:lnTo>
                        <a:pt x="28287" y="22598"/>
                      </a:lnTo>
                      <a:lnTo>
                        <a:pt x="26108" y="23796"/>
                      </a:lnTo>
                      <a:cubicBezTo>
                        <a:pt x="25346" y="24232"/>
                        <a:pt x="24475" y="24450"/>
                        <a:pt x="23658" y="24450"/>
                      </a:cubicBezTo>
                      <a:cubicBezTo>
                        <a:pt x="23440" y="24450"/>
                        <a:pt x="23168" y="24450"/>
                        <a:pt x="22950" y="24395"/>
                      </a:cubicBezTo>
                      <a:cubicBezTo>
                        <a:pt x="20826" y="24068"/>
                        <a:pt x="19247" y="22380"/>
                        <a:pt x="18921" y="20257"/>
                      </a:cubicBezTo>
                      <a:lnTo>
                        <a:pt x="18267" y="15846"/>
                      </a:lnTo>
                      <a:lnTo>
                        <a:pt x="22569" y="14811"/>
                      </a:lnTo>
                      <a:cubicBezTo>
                        <a:pt x="23005" y="14757"/>
                        <a:pt x="23386" y="14703"/>
                        <a:pt x="23767" y="14703"/>
                      </a:cubicBezTo>
                      <a:moveTo>
                        <a:pt x="40321" y="24341"/>
                      </a:moveTo>
                      <a:cubicBezTo>
                        <a:pt x="40648" y="24341"/>
                        <a:pt x="40974" y="24341"/>
                        <a:pt x="41247" y="24395"/>
                      </a:cubicBezTo>
                      <a:cubicBezTo>
                        <a:pt x="43697" y="24776"/>
                        <a:pt x="45004" y="26464"/>
                        <a:pt x="45549" y="27390"/>
                      </a:cubicBezTo>
                      <a:lnTo>
                        <a:pt x="47944" y="31420"/>
                      </a:lnTo>
                      <a:lnTo>
                        <a:pt x="47835" y="31365"/>
                      </a:lnTo>
                      <a:lnTo>
                        <a:pt x="44786" y="34633"/>
                      </a:lnTo>
                      <a:cubicBezTo>
                        <a:pt x="43588" y="35885"/>
                        <a:pt x="41955" y="36647"/>
                        <a:pt x="40266" y="36647"/>
                      </a:cubicBezTo>
                      <a:cubicBezTo>
                        <a:pt x="39940" y="36647"/>
                        <a:pt x="39613" y="36647"/>
                        <a:pt x="39286" y="36593"/>
                      </a:cubicBezTo>
                      <a:cubicBezTo>
                        <a:pt x="37652" y="36321"/>
                        <a:pt x="36237" y="35449"/>
                        <a:pt x="35257" y="34088"/>
                      </a:cubicBezTo>
                      <a:cubicBezTo>
                        <a:pt x="34331" y="32835"/>
                        <a:pt x="33950" y="31311"/>
                        <a:pt x="34113" y="29786"/>
                      </a:cubicBezTo>
                      <a:lnTo>
                        <a:pt x="34113" y="29786"/>
                      </a:lnTo>
                      <a:lnTo>
                        <a:pt x="34167" y="29459"/>
                      </a:lnTo>
                      <a:lnTo>
                        <a:pt x="34658" y="26846"/>
                      </a:lnTo>
                      <a:lnTo>
                        <a:pt x="36945" y="25375"/>
                      </a:lnTo>
                      <a:cubicBezTo>
                        <a:pt x="37980" y="24722"/>
                        <a:pt x="39123" y="24341"/>
                        <a:pt x="40321" y="24341"/>
                      </a:cubicBezTo>
                      <a:moveTo>
                        <a:pt x="10698" y="0"/>
                      </a:moveTo>
                      <a:cubicBezTo>
                        <a:pt x="5525" y="0"/>
                        <a:pt x="1005" y="3757"/>
                        <a:pt x="134" y="9039"/>
                      </a:cubicBezTo>
                      <a:cubicBezTo>
                        <a:pt x="-792" y="14866"/>
                        <a:pt x="3183" y="20366"/>
                        <a:pt x="9010" y="21346"/>
                      </a:cubicBezTo>
                      <a:cubicBezTo>
                        <a:pt x="9554" y="21455"/>
                        <a:pt x="10099" y="21455"/>
                        <a:pt x="10644" y="21455"/>
                      </a:cubicBezTo>
                      <a:cubicBezTo>
                        <a:pt x="11623" y="21455"/>
                        <a:pt x="12604" y="21291"/>
                        <a:pt x="13530" y="21074"/>
                      </a:cubicBezTo>
                      <a:cubicBezTo>
                        <a:pt x="14129" y="25430"/>
                        <a:pt x="17505" y="29078"/>
                        <a:pt x="22079" y="29841"/>
                      </a:cubicBezTo>
                      <a:cubicBezTo>
                        <a:pt x="22623" y="29950"/>
                        <a:pt x="23168" y="29950"/>
                        <a:pt x="23658" y="29950"/>
                      </a:cubicBezTo>
                      <a:cubicBezTo>
                        <a:pt x="25509" y="29950"/>
                        <a:pt x="27252" y="29459"/>
                        <a:pt x="28776" y="28588"/>
                      </a:cubicBezTo>
                      <a:cubicBezTo>
                        <a:pt x="28776" y="28643"/>
                        <a:pt x="28722" y="28697"/>
                        <a:pt x="28722" y="28751"/>
                      </a:cubicBezTo>
                      <a:cubicBezTo>
                        <a:pt x="27688" y="35068"/>
                        <a:pt x="31989" y="41058"/>
                        <a:pt x="38360" y="42093"/>
                      </a:cubicBezTo>
                      <a:cubicBezTo>
                        <a:pt x="38959" y="42202"/>
                        <a:pt x="39613" y="42256"/>
                        <a:pt x="40212" y="42256"/>
                      </a:cubicBezTo>
                      <a:cubicBezTo>
                        <a:pt x="43534" y="42256"/>
                        <a:pt x="46583" y="40840"/>
                        <a:pt x="48761" y="38499"/>
                      </a:cubicBezTo>
                      <a:cubicBezTo>
                        <a:pt x="57964" y="44107"/>
                        <a:pt x="67657" y="46286"/>
                        <a:pt x="77295" y="47048"/>
                      </a:cubicBezTo>
                      <a:cubicBezTo>
                        <a:pt x="78221" y="47102"/>
                        <a:pt x="79146" y="47157"/>
                        <a:pt x="80072" y="47157"/>
                      </a:cubicBezTo>
                      <a:cubicBezTo>
                        <a:pt x="85136" y="47157"/>
                        <a:pt x="90201" y="46231"/>
                        <a:pt x="94992" y="44543"/>
                      </a:cubicBezTo>
                      <a:lnTo>
                        <a:pt x="111819" y="38063"/>
                      </a:lnTo>
                      <a:cubicBezTo>
                        <a:pt x="117373" y="35994"/>
                        <a:pt x="122873" y="33816"/>
                        <a:pt x="128264" y="31420"/>
                      </a:cubicBezTo>
                      <a:cubicBezTo>
                        <a:pt x="133546" y="28915"/>
                        <a:pt x="138447" y="26355"/>
                        <a:pt x="143347" y="24178"/>
                      </a:cubicBezTo>
                      <a:cubicBezTo>
                        <a:pt x="151080" y="20583"/>
                        <a:pt x="158867" y="17588"/>
                        <a:pt x="167253" y="17588"/>
                      </a:cubicBezTo>
                      <a:cubicBezTo>
                        <a:pt x="169322" y="17588"/>
                        <a:pt x="171446" y="17752"/>
                        <a:pt x="173623" y="18187"/>
                      </a:cubicBezTo>
                      <a:lnTo>
                        <a:pt x="173678" y="18187"/>
                      </a:lnTo>
                      <a:cubicBezTo>
                        <a:pt x="173787" y="18187"/>
                        <a:pt x="173896" y="18242"/>
                        <a:pt x="174005" y="18242"/>
                      </a:cubicBezTo>
                      <a:cubicBezTo>
                        <a:pt x="174495" y="18242"/>
                        <a:pt x="175039" y="18024"/>
                        <a:pt x="175366" y="17588"/>
                      </a:cubicBezTo>
                      <a:cubicBezTo>
                        <a:pt x="175911" y="16826"/>
                        <a:pt x="175747" y="15791"/>
                        <a:pt x="175039" y="15247"/>
                      </a:cubicBezTo>
                      <a:cubicBezTo>
                        <a:pt x="170193" y="11653"/>
                        <a:pt x="164040" y="9366"/>
                        <a:pt x="157832" y="8549"/>
                      </a:cubicBezTo>
                      <a:cubicBezTo>
                        <a:pt x="154892" y="8114"/>
                        <a:pt x="152005" y="7950"/>
                        <a:pt x="149119" y="7950"/>
                      </a:cubicBezTo>
                      <a:cubicBezTo>
                        <a:pt x="145798" y="7950"/>
                        <a:pt x="142531" y="8168"/>
                        <a:pt x="139318" y="8386"/>
                      </a:cubicBezTo>
                      <a:cubicBezTo>
                        <a:pt x="133328" y="8985"/>
                        <a:pt x="127556" y="9965"/>
                        <a:pt x="122110" y="10673"/>
                      </a:cubicBezTo>
                      <a:cubicBezTo>
                        <a:pt x="116774" y="11544"/>
                        <a:pt x="111383" y="12143"/>
                        <a:pt x="105992" y="12688"/>
                      </a:cubicBezTo>
                      <a:cubicBezTo>
                        <a:pt x="103650" y="12906"/>
                        <a:pt x="101255" y="13015"/>
                        <a:pt x="98913" y="13015"/>
                      </a:cubicBezTo>
                      <a:cubicBezTo>
                        <a:pt x="95864" y="13015"/>
                        <a:pt x="92814" y="12851"/>
                        <a:pt x="89820" y="12742"/>
                      </a:cubicBezTo>
                      <a:cubicBezTo>
                        <a:pt x="89220" y="12742"/>
                        <a:pt x="88621" y="12688"/>
                        <a:pt x="88077" y="12688"/>
                      </a:cubicBezTo>
                      <a:cubicBezTo>
                        <a:pt x="83339" y="12688"/>
                        <a:pt x="78711" y="13341"/>
                        <a:pt x="74137" y="14648"/>
                      </a:cubicBezTo>
                      <a:cubicBezTo>
                        <a:pt x="68963" y="16118"/>
                        <a:pt x="63845" y="18079"/>
                        <a:pt x="58563" y="20529"/>
                      </a:cubicBezTo>
                      <a:cubicBezTo>
                        <a:pt x="55840" y="21836"/>
                        <a:pt x="53117" y="23252"/>
                        <a:pt x="50341" y="24885"/>
                      </a:cubicBezTo>
                      <a:cubicBezTo>
                        <a:pt x="48652" y="21999"/>
                        <a:pt x="45766" y="19875"/>
                        <a:pt x="42226" y="19277"/>
                      </a:cubicBezTo>
                      <a:cubicBezTo>
                        <a:pt x="41627" y="19168"/>
                        <a:pt x="41029" y="19113"/>
                        <a:pt x="40430" y="19113"/>
                      </a:cubicBezTo>
                      <a:cubicBezTo>
                        <a:pt x="38142" y="19113"/>
                        <a:pt x="35965" y="19821"/>
                        <a:pt x="34113" y="21019"/>
                      </a:cubicBezTo>
                      <a:cubicBezTo>
                        <a:pt x="34766" y="15574"/>
                        <a:pt x="31009" y="10510"/>
                        <a:pt x="25509" y="9584"/>
                      </a:cubicBezTo>
                      <a:cubicBezTo>
                        <a:pt x="24965" y="9475"/>
                        <a:pt x="24421" y="9475"/>
                        <a:pt x="23876" y="9475"/>
                      </a:cubicBezTo>
                      <a:cubicBezTo>
                        <a:pt x="23059" y="9475"/>
                        <a:pt x="22242" y="9584"/>
                        <a:pt x="21480" y="9747"/>
                      </a:cubicBezTo>
                      <a:cubicBezTo>
                        <a:pt x="20935" y="5064"/>
                        <a:pt x="17450" y="1143"/>
                        <a:pt x="12604" y="381"/>
                      </a:cubicBezTo>
                      <a:cubicBezTo>
                        <a:pt x="11841" y="55"/>
                        <a:pt x="11297" y="0"/>
                        <a:pt x="10698" y="0"/>
                      </a:cubicBezTo>
                      <a:lnTo>
                        <a:pt x="10698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5" name="Forme libre : forme 1304">
                  <a:extLst>
                    <a:ext uri="{FF2B5EF4-FFF2-40B4-BE49-F238E27FC236}">
                      <a16:creationId xmlns:a16="http://schemas.microsoft.com/office/drawing/2014/main" id="{FFE4D9E6-A166-4926-8D1F-1AD2360F58C6}"/>
                    </a:ext>
                  </a:extLst>
                </p:cNvPr>
                <p:cNvSpPr/>
                <p:nvPr/>
              </p:nvSpPr>
              <p:spPr>
                <a:xfrm>
                  <a:off x="8867300" y="5123014"/>
                  <a:ext cx="100857" cy="174742"/>
                </a:xfrm>
                <a:custGeom>
                  <a:avLst/>
                  <a:gdLst>
                    <a:gd name="connsiteX0" fmla="*/ 14311 w 100857"/>
                    <a:gd name="connsiteY0" fmla="*/ 16772 h 174742"/>
                    <a:gd name="connsiteX1" fmla="*/ 25310 w 100857"/>
                    <a:gd name="connsiteY1" fmla="*/ 29187 h 174742"/>
                    <a:gd name="connsiteX2" fmla="*/ 35874 w 100857"/>
                    <a:gd name="connsiteY2" fmla="*/ 43835 h 174742"/>
                    <a:gd name="connsiteX3" fmla="*/ 45458 w 100857"/>
                    <a:gd name="connsiteY3" fmla="*/ 59191 h 174742"/>
                    <a:gd name="connsiteX4" fmla="*/ 54552 w 100857"/>
                    <a:gd name="connsiteY4" fmla="*/ 72260 h 174742"/>
                    <a:gd name="connsiteX5" fmla="*/ 55914 w 100857"/>
                    <a:gd name="connsiteY5" fmla="*/ 74112 h 174742"/>
                    <a:gd name="connsiteX6" fmla="*/ 63047 w 100857"/>
                    <a:gd name="connsiteY6" fmla="*/ 87289 h 174742"/>
                    <a:gd name="connsiteX7" fmla="*/ 70398 w 100857"/>
                    <a:gd name="connsiteY7" fmla="*/ 116096 h 174742"/>
                    <a:gd name="connsiteX8" fmla="*/ 70671 w 100857"/>
                    <a:gd name="connsiteY8" fmla="*/ 117675 h 174742"/>
                    <a:gd name="connsiteX9" fmla="*/ 64517 w 100857"/>
                    <a:gd name="connsiteY9" fmla="*/ 114734 h 174742"/>
                    <a:gd name="connsiteX10" fmla="*/ 57601 w 100857"/>
                    <a:gd name="connsiteY10" fmla="*/ 111031 h 174742"/>
                    <a:gd name="connsiteX11" fmla="*/ 50359 w 100857"/>
                    <a:gd name="connsiteY11" fmla="*/ 105259 h 174742"/>
                    <a:gd name="connsiteX12" fmla="*/ 44206 w 100857"/>
                    <a:gd name="connsiteY12" fmla="*/ 98561 h 174742"/>
                    <a:gd name="connsiteX13" fmla="*/ 39523 w 100857"/>
                    <a:gd name="connsiteY13" fmla="*/ 91319 h 174742"/>
                    <a:gd name="connsiteX14" fmla="*/ 36419 w 100857"/>
                    <a:gd name="connsiteY14" fmla="*/ 83477 h 174742"/>
                    <a:gd name="connsiteX15" fmla="*/ 34786 w 100857"/>
                    <a:gd name="connsiteY15" fmla="*/ 77324 h 174742"/>
                    <a:gd name="connsiteX16" fmla="*/ 31518 w 100857"/>
                    <a:gd name="connsiteY16" fmla="*/ 65671 h 174742"/>
                    <a:gd name="connsiteX17" fmla="*/ 26127 w 100857"/>
                    <a:gd name="connsiteY17" fmla="*/ 48899 h 174742"/>
                    <a:gd name="connsiteX18" fmla="*/ 20519 w 100857"/>
                    <a:gd name="connsiteY18" fmla="*/ 32182 h 174742"/>
                    <a:gd name="connsiteX19" fmla="*/ 14311 w 100857"/>
                    <a:gd name="connsiteY19" fmla="*/ 16772 h 174742"/>
                    <a:gd name="connsiteX20" fmla="*/ 70780 w 100857"/>
                    <a:gd name="connsiteY20" fmla="*/ 118110 h 174742"/>
                    <a:gd name="connsiteX21" fmla="*/ 71051 w 100857"/>
                    <a:gd name="connsiteY21" fmla="*/ 119689 h 174742"/>
                    <a:gd name="connsiteX22" fmla="*/ 74646 w 100857"/>
                    <a:gd name="connsiteY22" fmla="*/ 120452 h 174742"/>
                    <a:gd name="connsiteX23" fmla="*/ 81398 w 100857"/>
                    <a:gd name="connsiteY23" fmla="*/ 130308 h 174742"/>
                    <a:gd name="connsiteX24" fmla="*/ 81017 w 100857"/>
                    <a:gd name="connsiteY24" fmla="*/ 131669 h 174742"/>
                    <a:gd name="connsiteX25" fmla="*/ 79492 w 100857"/>
                    <a:gd name="connsiteY25" fmla="*/ 136352 h 174742"/>
                    <a:gd name="connsiteX26" fmla="*/ 74755 w 100857"/>
                    <a:gd name="connsiteY26" fmla="*/ 137441 h 174742"/>
                    <a:gd name="connsiteX27" fmla="*/ 72794 w 100857"/>
                    <a:gd name="connsiteY27" fmla="*/ 137659 h 174742"/>
                    <a:gd name="connsiteX28" fmla="*/ 71487 w 100857"/>
                    <a:gd name="connsiteY28" fmla="*/ 137550 h 174742"/>
                    <a:gd name="connsiteX29" fmla="*/ 64245 w 100857"/>
                    <a:gd name="connsiteY29" fmla="*/ 127531 h 174742"/>
                    <a:gd name="connsiteX30" fmla="*/ 66368 w 100857"/>
                    <a:gd name="connsiteY30" fmla="*/ 123174 h 174742"/>
                    <a:gd name="connsiteX31" fmla="*/ 70780 w 100857"/>
                    <a:gd name="connsiteY31" fmla="*/ 118110 h 174742"/>
                    <a:gd name="connsiteX32" fmla="*/ 88314 w 100857"/>
                    <a:gd name="connsiteY32" fmla="*/ 138639 h 174742"/>
                    <a:gd name="connsiteX33" fmla="*/ 89185 w 100857"/>
                    <a:gd name="connsiteY33" fmla="*/ 138694 h 174742"/>
                    <a:gd name="connsiteX34" fmla="*/ 93813 w 100857"/>
                    <a:gd name="connsiteY34" fmla="*/ 141525 h 174742"/>
                    <a:gd name="connsiteX35" fmla="*/ 95066 w 100857"/>
                    <a:gd name="connsiteY35" fmla="*/ 146807 h 174742"/>
                    <a:gd name="connsiteX36" fmla="*/ 91690 w 100857"/>
                    <a:gd name="connsiteY36" fmla="*/ 151708 h 174742"/>
                    <a:gd name="connsiteX37" fmla="*/ 89293 w 100857"/>
                    <a:gd name="connsiteY37" fmla="*/ 153179 h 174742"/>
                    <a:gd name="connsiteX38" fmla="*/ 86571 w 100857"/>
                    <a:gd name="connsiteY38" fmla="*/ 152579 h 174742"/>
                    <a:gd name="connsiteX39" fmla="*/ 81071 w 100857"/>
                    <a:gd name="connsiteY39" fmla="*/ 144684 h 174742"/>
                    <a:gd name="connsiteX40" fmla="*/ 81234 w 100857"/>
                    <a:gd name="connsiteY40" fmla="*/ 144030 h 174742"/>
                    <a:gd name="connsiteX41" fmla="*/ 82378 w 100857"/>
                    <a:gd name="connsiteY41" fmla="*/ 139456 h 174742"/>
                    <a:gd name="connsiteX42" fmla="*/ 87007 w 100857"/>
                    <a:gd name="connsiteY42" fmla="*/ 138748 h 174742"/>
                    <a:gd name="connsiteX43" fmla="*/ 88314 w 100857"/>
                    <a:gd name="connsiteY43" fmla="*/ 138639 h 174742"/>
                    <a:gd name="connsiteX44" fmla="*/ 90546 w 100857"/>
                    <a:gd name="connsiteY44" fmla="*/ 160747 h 174742"/>
                    <a:gd name="connsiteX45" fmla="*/ 92670 w 100857"/>
                    <a:gd name="connsiteY45" fmla="*/ 161510 h 174742"/>
                    <a:gd name="connsiteX46" fmla="*/ 95284 w 100857"/>
                    <a:gd name="connsiteY46" fmla="*/ 165921 h 174742"/>
                    <a:gd name="connsiteX47" fmla="*/ 91309 w 100857"/>
                    <a:gd name="connsiteY47" fmla="*/ 169351 h 174742"/>
                    <a:gd name="connsiteX48" fmla="*/ 90655 w 100857"/>
                    <a:gd name="connsiteY48" fmla="*/ 169297 h 174742"/>
                    <a:gd name="connsiteX49" fmla="*/ 88041 w 100857"/>
                    <a:gd name="connsiteY49" fmla="*/ 167663 h 174742"/>
                    <a:gd name="connsiteX50" fmla="*/ 87333 w 100857"/>
                    <a:gd name="connsiteY50" fmla="*/ 164668 h 174742"/>
                    <a:gd name="connsiteX51" fmla="*/ 88803 w 100857"/>
                    <a:gd name="connsiteY51" fmla="*/ 162163 h 174742"/>
                    <a:gd name="connsiteX52" fmla="*/ 90546 w 100857"/>
                    <a:gd name="connsiteY52" fmla="*/ 160747 h 174742"/>
                    <a:gd name="connsiteX53" fmla="*/ 1677 w 100857"/>
                    <a:gd name="connsiteY53" fmla="*/ 0 h 174742"/>
                    <a:gd name="connsiteX54" fmla="*/ 752 w 100857"/>
                    <a:gd name="connsiteY54" fmla="*/ 272 h 174742"/>
                    <a:gd name="connsiteX55" fmla="*/ 261 w 100857"/>
                    <a:gd name="connsiteY55" fmla="*/ 2559 h 174742"/>
                    <a:gd name="connsiteX56" fmla="*/ 15400 w 100857"/>
                    <a:gd name="connsiteY56" fmla="*/ 33870 h 174742"/>
                    <a:gd name="connsiteX57" fmla="*/ 20900 w 100857"/>
                    <a:gd name="connsiteY57" fmla="*/ 50315 h 174742"/>
                    <a:gd name="connsiteX58" fmla="*/ 26291 w 100857"/>
                    <a:gd name="connsiteY58" fmla="*/ 67141 h 174742"/>
                    <a:gd name="connsiteX59" fmla="*/ 31192 w 100857"/>
                    <a:gd name="connsiteY59" fmla="*/ 84893 h 174742"/>
                    <a:gd name="connsiteX60" fmla="*/ 34677 w 100857"/>
                    <a:gd name="connsiteY60" fmla="*/ 93660 h 174742"/>
                    <a:gd name="connsiteX61" fmla="*/ 39904 w 100857"/>
                    <a:gd name="connsiteY61" fmla="*/ 101720 h 174742"/>
                    <a:gd name="connsiteX62" fmla="*/ 46602 w 100857"/>
                    <a:gd name="connsiteY62" fmla="*/ 109016 h 174742"/>
                    <a:gd name="connsiteX63" fmla="*/ 54552 w 100857"/>
                    <a:gd name="connsiteY63" fmla="*/ 115388 h 174742"/>
                    <a:gd name="connsiteX64" fmla="*/ 62230 w 100857"/>
                    <a:gd name="connsiteY64" fmla="*/ 119526 h 174742"/>
                    <a:gd name="connsiteX65" fmla="*/ 58854 w 100857"/>
                    <a:gd name="connsiteY65" fmla="*/ 126660 h 174742"/>
                    <a:gd name="connsiteX66" fmla="*/ 70616 w 100857"/>
                    <a:gd name="connsiteY66" fmla="*/ 142887 h 174742"/>
                    <a:gd name="connsiteX67" fmla="*/ 72794 w 100857"/>
                    <a:gd name="connsiteY67" fmla="*/ 143050 h 174742"/>
                    <a:gd name="connsiteX68" fmla="*/ 76007 w 100857"/>
                    <a:gd name="connsiteY68" fmla="*/ 142669 h 174742"/>
                    <a:gd name="connsiteX69" fmla="*/ 75734 w 100857"/>
                    <a:gd name="connsiteY69" fmla="*/ 143703 h 174742"/>
                    <a:gd name="connsiteX70" fmla="*/ 85482 w 100857"/>
                    <a:gd name="connsiteY70" fmla="*/ 157862 h 174742"/>
                    <a:gd name="connsiteX71" fmla="*/ 81997 w 100857"/>
                    <a:gd name="connsiteY71" fmla="*/ 163743 h 174742"/>
                    <a:gd name="connsiteX72" fmla="*/ 89838 w 100857"/>
                    <a:gd name="connsiteY72" fmla="*/ 174633 h 174742"/>
                    <a:gd name="connsiteX73" fmla="*/ 91363 w 100857"/>
                    <a:gd name="connsiteY73" fmla="*/ 174742 h 174742"/>
                    <a:gd name="connsiteX74" fmla="*/ 100729 w 100857"/>
                    <a:gd name="connsiteY74" fmla="*/ 166738 h 174742"/>
                    <a:gd name="connsiteX75" fmla="*/ 94576 w 100857"/>
                    <a:gd name="connsiteY75" fmla="*/ 156282 h 174742"/>
                    <a:gd name="connsiteX76" fmla="*/ 100457 w 100857"/>
                    <a:gd name="connsiteY76" fmla="*/ 147624 h 174742"/>
                    <a:gd name="connsiteX77" fmla="*/ 90056 w 100857"/>
                    <a:gd name="connsiteY77" fmla="*/ 133248 h 174742"/>
                    <a:gd name="connsiteX78" fmla="*/ 88368 w 100857"/>
                    <a:gd name="connsiteY78" fmla="*/ 133139 h 174742"/>
                    <a:gd name="connsiteX79" fmla="*/ 86244 w 100857"/>
                    <a:gd name="connsiteY79" fmla="*/ 133303 h 174742"/>
                    <a:gd name="connsiteX80" fmla="*/ 86843 w 100857"/>
                    <a:gd name="connsiteY80" fmla="*/ 131070 h 174742"/>
                    <a:gd name="connsiteX81" fmla="*/ 75843 w 100857"/>
                    <a:gd name="connsiteY81" fmla="*/ 115061 h 174742"/>
                    <a:gd name="connsiteX82" fmla="*/ 68274 w 100857"/>
                    <a:gd name="connsiteY82" fmla="*/ 85384 h 174742"/>
                    <a:gd name="connsiteX83" fmla="*/ 60379 w 100857"/>
                    <a:gd name="connsiteY83" fmla="*/ 70735 h 174742"/>
                    <a:gd name="connsiteX84" fmla="*/ 50196 w 100857"/>
                    <a:gd name="connsiteY84" fmla="*/ 56251 h 174742"/>
                    <a:gd name="connsiteX85" fmla="*/ 40612 w 100857"/>
                    <a:gd name="connsiteY85" fmla="*/ 40840 h 174742"/>
                    <a:gd name="connsiteX86" fmla="*/ 29721 w 100857"/>
                    <a:gd name="connsiteY86" fmla="*/ 25757 h 174742"/>
                    <a:gd name="connsiteX87" fmla="*/ 2658 w 100857"/>
                    <a:gd name="connsiteY87" fmla="*/ 163 h 174742"/>
                    <a:gd name="connsiteX88" fmla="*/ 1677 w 100857"/>
                    <a:gd name="connsiteY88" fmla="*/ 0 h 174742"/>
                    <a:gd name="connsiteX89" fmla="*/ 1677 w 100857"/>
                    <a:gd name="connsiteY89" fmla="*/ 0 h 174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100857" h="174742">
                      <a:moveTo>
                        <a:pt x="14311" y="16772"/>
                      </a:moveTo>
                      <a:cubicBezTo>
                        <a:pt x="17904" y="20366"/>
                        <a:pt x="21553" y="24450"/>
                        <a:pt x="25310" y="29187"/>
                      </a:cubicBezTo>
                      <a:cubicBezTo>
                        <a:pt x="28904" y="33870"/>
                        <a:pt x="32498" y="38880"/>
                        <a:pt x="35874" y="43835"/>
                      </a:cubicBezTo>
                      <a:lnTo>
                        <a:pt x="45458" y="59191"/>
                      </a:lnTo>
                      <a:cubicBezTo>
                        <a:pt x="48290" y="63820"/>
                        <a:pt x="51448" y="68122"/>
                        <a:pt x="54552" y="72260"/>
                      </a:cubicBezTo>
                      <a:lnTo>
                        <a:pt x="55914" y="74112"/>
                      </a:lnTo>
                      <a:cubicBezTo>
                        <a:pt x="59072" y="78413"/>
                        <a:pt x="61413" y="82715"/>
                        <a:pt x="63047" y="87289"/>
                      </a:cubicBezTo>
                      <a:cubicBezTo>
                        <a:pt x="66477" y="97037"/>
                        <a:pt x="68656" y="105640"/>
                        <a:pt x="70398" y="116096"/>
                      </a:cubicBezTo>
                      <a:lnTo>
                        <a:pt x="70671" y="117675"/>
                      </a:lnTo>
                      <a:lnTo>
                        <a:pt x="64517" y="114734"/>
                      </a:lnTo>
                      <a:cubicBezTo>
                        <a:pt x="62175" y="113591"/>
                        <a:pt x="59671" y="112338"/>
                        <a:pt x="57601" y="111031"/>
                      </a:cubicBezTo>
                      <a:cubicBezTo>
                        <a:pt x="55151" y="109289"/>
                        <a:pt x="52646" y="107328"/>
                        <a:pt x="50359" y="105259"/>
                      </a:cubicBezTo>
                      <a:cubicBezTo>
                        <a:pt x="48290" y="103190"/>
                        <a:pt x="46166" y="100903"/>
                        <a:pt x="44206" y="98561"/>
                      </a:cubicBezTo>
                      <a:cubicBezTo>
                        <a:pt x="42246" y="96002"/>
                        <a:pt x="40721" y="93606"/>
                        <a:pt x="39523" y="91319"/>
                      </a:cubicBezTo>
                      <a:cubicBezTo>
                        <a:pt x="38270" y="88869"/>
                        <a:pt x="37290" y="86091"/>
                        <a:pt x="36419" y="83477"/>
                      </a:cubicBezTo>
                      <a:cubicBezTo>
                        <a:pt x="35874" y="81408"/>
                        <a:pt x="35330" y="79393"/>
                        <a:pt x="34786" y="77324"/>
                      </a:cubicBezTo>
                      <a:cubicBezTo>
                        <a:pt x="33805" y="73458"/>
                        <a:pt x="32771" y="69483"/>
                        <a:pt x="31518" y="65671"/>
                      </a:cubicBezTo>
                      <a:lnTo>
                        <a:pt x="26127" y="48899"/>
                      </a:lnTo>
                      <a:cubicBezTo>
                        <a:pt x="24385" y="43127"/>
                        <a:pt x="22479" y="37518"/>
                        <a:pt x="20519" y="32182"/>
                      </a:cubicBezTo>
                      <a:cubicBezTo>
                        <a:pt x="18667" y="26682"/>
                        <a:pt x="16598" y="21618"/>
                        <a:pt x="14311" y="16772"/>
                      </a:cubicBezTo>
                      <a:moveTo>
                        <a:pt x="70780" y="118110"/>
                      </a:moveTo>
                      <a:lnTo>
                        <a:pt x="71051" y="119689"/>
                      </a:lnTo>
                      <a:lnTo>
                        <a:pt x="74646" y="120452"/>
                      </a:lnTo>
                      <a:cubicBezTo>
                        <a:pt x="79165" y="121432"/>
                        <a:pt x="82160" y="125788"/>
                        <a:pt x="81398" y="130308"/>
                      </a:cubicBezTo>
                      <a:cubicBezTo>
                        <a:pt x="81343" y="130689"/>
                        <a:pt x="81180" y="131179"/>
                        <a:pt x="81017" y="131669"/>
                      </a:cubicBezTo>
                      <a:lnTo>
                        <a:pt x="79492" y="136352"/>
                      </a:lnTo>
                      <a:lnTo>
                        <a:pt x="74755" y="137441"/>
                      </a:lnTo>
                      <a:cubicBezTo>
                        <a:pt x="74101" y="137605"/>
                        <a:pt x="73448" y="137659"/>
                        <a:pt x="72794" y="137659"/>
                      </a:cubicBezTo>
                      <a:cubicBezTo>
                        <a:pt x="72358" y="137659"/>
                        <a:pt x="71923" y="137605"/>
                        <a:pt x="71487" y="137550"/>
                      </a:cubicBezTo>
                      <a:cubicBezTo>
                        <a:pt x="66750" y="136788"/>
                        <a:pt x="63482" y="132323"/>
                        <a:pt x="64245" y="127531"/>
                      </a:cubicBezTo>
                      <a:cubicBezTo>
                        <a:pt x="64517" y="125952"/>
                        <a:pt x="65225" y="124427"/>
                        <a:pt x="66368" y="123174"/>
                      </a:cubicBezTo>
                      <a:lnTo>
                        <a:pt x="70780" y="118110"/>
                      </a:lnTo>
                      <a:moveTo>
                        <a:pt x="88314" y="138639"/>
                      </a:moveTo>
                      <a:cubicBezTo>
                        <a:pt x="88586" y="138639"/>
                        <a:pt x="88858" y="138639"/>
                        <a:pt x="89185" y="138694"/>
                      </a:cubicBezTo>
                      <a:cubicBezTo>
                        <a:pt x="91036" y="139020"/>
                        <a:pt x="92670" y="140001"/>
                        <a:pt x="93813" y="141525"/>
                      </a:cubicBezTo>
                      <a:cubicBezTo>
                        <a:pt x="94902" y="143050"/>
                        <a:pt x="95393" y="144956"/>
                        <a:pt x="95066" y="146807"/>
                      </a:cubicBezTo>
                      <a:cubicBezTo>
                        <a:pt x="94739" y="148822"/>
                        <a:pt x="93541" y="150565"/>
                        <a:pt x="91690" y="151708"/>
                      </a:cubicBezTo>
                      <a:lnTo>
                        <a:pt x="89293" y="153179"/>
                      </a:lnTo>
                      <a:lnTo>
                        <a:pt x="86571" y="152579"/>
                      </a:lnTo>
                      <a:cubicBezTo>
                        <a:pt x="82868" y="151763"/>
                        <a:pt x="80472" y="148278"/>
                        <a:pt x="81071" y="144684"/>
                      </a:cubicBezTo>
                      <a:cubicBezTo>
                        <a:pt x="81125" y="144466"/>
                        <a:pt x="81180" y="144248"/>
                        <a:pt x="81234" y="144030"/>
                      </a:cubicBezTo>
                      <a:lnTo>
                        <a:pt x="82378" y="139456"/>
                      </a:lnTo>
                      <a:lnTo>
                        <a:pt x="87007" y="138748"/>
                      </a:lnTo>
                      <a:cubicBezTo>
                        <a:pt x="87442" y="138694"/>
                        <a:pt x="87878" y="138639"/>
                        <a:pt x="88314" y="138639"/>
                      </a:cubicBezTo>
                      <a:moveTo>
                        <a:pt x="90546" y="160747"/>
                      </a:moveTo>
                      <a:lnTo>
                        <a:pt x="92670" y="161510"/>
                      </a:lnTo>
                      <a:cubicBezTo>
                        <a:pt x="94521" y="162163"/>
                        <a:pt x="95610" y="164015"/>
                        <a:pt x="95284" y="165921"/>
                      </a:cubicBezTo>
                      <a:cubicBezTo>
                        <a:pt x="94957" y="167881"/>
                        <a:pt x="93269" y="169351"/>
                        <a:pt x="91309" y="169351"/>
                      </a:cubicBezTo>
                      <a:cubicBezTo>
                        <a:pt x="91091" y="169351"/>
                        <a:pt x="90873" y="169351"/>
                        <a:pt x="90655" y="169297"/>
                      </a:cubicBezTo>
                      <a:cubicBezTo>
                        <a:pt x="89566" y="169134"/>
                        <a:pt x="88640" y="168534"/>
                        <a:pt x="88041" y="167663"/>
                      </a:cubicBezTo>
                      <a:cubicBezTo>
                        <a:pt x="87388" y="166792"/>
                        <a:pt x="87170" y="165703"/>
                        <a:pt x="87333" y="164668"/>
                      </a:cubicBezTo>
                      <a:cubicBezTo>
                        <a:pt x="87551" y="163416"/>
                        <a:pt x="88259" y="162654"/>
                        <a:pt x="88803" y="162163"/>
                      </a:cubicBezTo>
                      <a:lnTo>
                        <a:pt x="90546" y="160747"/>
                      </a:lnTo>
                      <a:moveTo>
                        <a:pt x="1677" y="0"/>
                      </a:moveTo>
                      <a:cubicBezTo>
                        <a:pt x="1351" y="0"/>
                        <a:pt x="1024" y="109"/>
                        <a:pt x="752" y="272"/>
                      </a:cubicBezTo>
                      <a:cubicBezTo>
                        <a:pt x="-10" y="762"/>
                        <a:pt x="-228" y="1797"/>
                        <a:pt x="261" y="2559"/>
                      </a:cubicBezTo>
                      <a:cubicBezTo>
                        <a:pt x="6742" y="12579"/>
                        <a:pt x="11534" y="23034"/>
                        <a:pt x="15400" y="33870"/>
                      </a:cubicBezTo>
                      <a:cubicBezTo>
                        <a:pt x="17360" y="39261"/>
                        <a:pt x="19211" y="44761"/>
                        <a:pt x="20900" y="50315"/>
                      </a:cubicBezTo>
                      <a:lnTo>
                        <a:pt x="26291" y="67141"/>
                      </a:lnTo>
                      <a:cubicBezTo>
                        <a:pt x="28142" y="72859"/>
                        <a:pt x="29503" y="78849"/>
                        <a:pt x="31192" y="84893"/>
                      </a:cubicBezTo>
                      <a:cubicBezTo>
                        <a:pt x="32171" y="87888"/>
                        <a:pt x="33206" y="90829"/>
                        <a:pt x="34677" y="93660"/>
                      </a:cubicBezTo>
                      <a:cubicBezTo>
                        <a:pt x="36147" y="96492"/>
                        <a:pt x="37944" y="99160"/>
                        <a:pt x="39904" y="101720"/>
                      </a:cubicBezTo>
                      <a:cubicBezTo>
                        <a:pt x="42028" y="104224"/>
                        <a:pt x="44261" y="106675"/>
                        <a:pt x="46602" y="109016"/>
                      </a:cubicBezTo>
                      <a:cubicBezTo>
                        <a:pt x="49107" y="111304"/>
                        <a:pt x="51775" y="113427"/>
                        <a:pt x="54552" y="115388"/>
                      </a:cubicBezTo>
                      <a:cubicBezTo>
                        <a:pt x="57003" y="116967"/>
                        <a:pt x="59616" y="118274"/>
                        <a:pt x="62230" y="119526"/>
                      </a:cubicBezTo>
                      <a:cubicBezTo>
                        <a:pt x="60488" y="121486"/>
                        <a:pt x="59290" y="123882"/>
                        <a:pt x="58854" y="126660"/>
                      </a:cubicBezTo>
                      <a:cubicBezTo>
                        <a:pt x="57601" y="134392"/>
                        <a:pt x="62883" y="141634"/>
                        <a:pt x="70616" y="142887"/>
                      </a:cubicBezTo>
                      <a:cubicBezTo>
                        <a:pt x="71324" y="142996"/>
                        <a:pt x="72086" y="143050"/>
                        <a:pt x="72794" y="143050"/>
                      </a:cubicBezTo>
                      <a:cubicBezTo>
                        <a:pt x="73883" y="143050"/>
                        <a:pt x="74973" y="142941"/>
                        <a:pt x="76007" y="142669"/>
                      </a:cubicBezTo>
                      <a:cubicBezTo>
                        <a:pt x="75898" y="142996"/>
                        <a:pt x="75789" y="143322"/>
                        <a:pt x="75734" y="143703"/>
                      </a:cubicBezTo>
                      <a:cubicBezTo>
                        <a:pt x="74646" y="150292"/>
                        <a:pt x="79002" y="156500"/>
                        <a:pt x="85482" y="157862"/>
                      </a:cubicBezTo>
                      <a:cubicBezTo>
                        <a:pt x="83685" y="159277"/>
                        <a:pt x="82378" y="161347"/>
                        <a:pt x="81997" y="163743"/>
                      </a:cubicBezTo>
                      <a:cubicBezTo>
                        <a:pt x="81180" y="168915"/>
                        <a:pt x="84665" y="173816"/>
                        <a:pt x="89838" y="174633"/>
                      </a:cubicBezTo>
                      <a:cubicBezTo>
                        <a:pt x="90328" y="174742"/>
                        <a:pt x="90873" y="174742"/>
                        <a:pt x="91363" y="174742"/>
                      </a:cubicBezTo>
                      <a:cubicBezTo>
                        <a:pt x="95937" y="174742"/>
                        <a:pt x="99967" y="171420"/>
                        <a:pt x="100729" y="166738"/>
                      </a:cubicBezTo>
                      <a:cubicBezTo>
                        <a:pt x="101492" y="162163"/>
                        <a:pt x="98769" y="157807"/>
                        <a:pt x="94576" y="156282"/>
                      </a:cubicBezTo>
                      <a:cubicBezTo>
                        <a:pt x="97625" y="154431"/>
                        <a:pt x="99858" y="151382"/>
                        <a:pt x="100457" y="147624"/>
                      </a:cubicBezTo>
                      <a:cubicBezTo>
                        <a:pt x="101545" y="140817"/>
                        <a:pt x="96917" y="134392"/>
                        <a:pt x="90056" y="133248"/>
                      </a:cubicBezTo>
                      <a:cubicBezTo>
                        <a:pt x="89457" y="133139"/>
                        <a:pt x="88912" y="133139"/>
                        <a:pt x="88368" y="133139"/>
                      </a:cubicBezTo>
                      <a:cubicBezTo>
                        <a:pt x="87660" y="133139"/>
                        <a:pt x="86952" y="133194"/>
                        <a:pt x="86244" y="133303"/>
                      </a:cubicBezTo>
                      <a:cubicBezTo>
                        <a:pt x="86462" y="132595"/>
                        <a:pt x="86734" y="131832"/>
                        <a:pt x="86843" y="131070"/>
                      </a:cubicBezTo>
                      <a:cubicBezTo>
                        <a:pt x="88041" y="123610"/>
                        <a:pt x="83141" y="116640"/>
                        <a:pt x="75843" y="115061"/>
                      </a:cubicBezTo>
                      <a:cubicBezTo>
                        <a:pt x="73883" y="103408"/>
                        <a:pt x="71487" y="94532"/>
                        <a:pt x="68274" y="85384"/>
                      </a:cubicBezTo>
                      <a:cubicBezTo>
                        <a:pt x="66477" y="80156"/>
                        <a:pt x="63809" y="75364"/>
                        <a:pt x="60379" y="70735"/>
                      </a:cubicBezTo>
                      <a:cubicBezTo>
                        <a:pt x="56894" y="66107"/>
                        <a:pt x="53245" y="61369"/>
                        <a:pt x="50196" y="56251"/>
                      </a:cubicBezTo>
                      <a:lnTo>
                        <a:pt x="40612" y="40840"/>
                      </a:lnTo>
                      <a:cubicBezTo>
                        <a:pt x="37127" y="35722"/>
                        <a:pt x="33533" y="30712"/>
                        <a:pt x="29721" y="25757"/>
                      </a:cubicBezTo>
                      <a:cubicBezTo>
                        <a:pt x="21934" y="16009"/>
                        <a:pt x="13058" y="6807"/>
                        <a:pt x="2658" y="163"/>
                      </a:cubicBezTo>
                      <a:cubicBezTo>
                        <a:pt x="2331" y="109"/>
                        <a:pt x="2004" y="0"/>
                        <a:pt x="1677" y="0"/>
                      </a:cubicBezTo>
                      <a:lnTo>
                        <a:pt x="1677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6" name="Forme libre : forme 1305">
                  <a:extLst>
                    <a:ext uri="{FF2B5EF4-FFF2-40B4-BE49-F238E27FC236}">
                      <a16:creationId xmlns:a16="http://schemas.microsoft.com/office/drawing/2014/main" id="{37173394-0262-43BD-B506-1DAE897A6F98}"/>
                    </a:ext>
                  </a:extLst>
                </p:cNvPr>
                <p:cNvSpPr/>
                <p:nvPr/>
              </p:nvSpPr>
              <p:spPr>
                <a:xfrm>
                  <a:off x="8896822" y="5117024"/>
                  <a:ext cx="131045" cy="147515"/>
                </a:xfrm>
                <a:custGeom>
                  <a:avLst/>
                  <a:gdLst>
                    <a:gd name="connsiteX0" fmla="*/ 18060 w 131045"/>
                    <a:gd name="connsiteY0" fmla="*/ 13287 h 147515"/>
                    <a:gd name="connsiteX1" fmla="*/ 32055 w 131045"/>
                    <a:gd name="connsiteY1" fmla="*/ 22653 h 147515"/>
                    <a:gd name="connsiteX2" fmla="*/ 46213 w 131045"/>
                    <a:gd name="connsiteY2" fmla="*/ 34524 h 147515"/>
                    <a:gd name="connsiteX3" fmla="*/ 59391 w 131045"/>
                    <a:gd name="connsiteY3" fmla="*/ 47429 h 147515"/>
                    <a:gd name="connsiteX4" fmla="*/ 70445 w 131045"/>
                    <a:gd name="connsiteY4" fmla="*/ 57612 h 147515"/>
                    <a:gd name="connsiteX5" fmla="*/ 73222 w 131045"/>
                    <a:gd name="connsiteY5" fmla="*/ 60008 h 147515"/>
                    <a:gd name="connsiteX6" fmla="*/ 83350 w 131045"/>
                    <a:gd name="connsiteY6" fmla="*/ 72151 h 147515"/>
                    <a:gd name="connsiteX7" fmla="*/ 87434 w 131045"/>
                    <a:gd name="connsiteY7" fmla="*/ 79503 h 147515"/>
                    <a:gd name="connsiteX8" fmla="*/ 90974 w 131045"/>
                    <a:gd name="connsiteY8" fmla="*/ 87072 h 147515"/>
                    <a:gd name="connsiteX9" fmla="*/ 91029 w 131045"/>
                    <a:gd name="connsiteY9" fmla="*/ 87235 h 147515"/>
                    <a:gd name="connsiteX10" fmla="*/ 91082 w 131045"/>
                    <a:gd name="connsiteY10" fmla="*/ 87398 h 147515"/>
                    <a:gd name="connsiteX11" fmla="*/ 94023 w 131045"/>
                    <a:gd name="connsiteY11" fmla="*/ 94913 h 147515"/>
                    <a:gd name="connsiteX12" fmla="*/ 94296 w 131045"/>
                    <a:gd name="connsiteY12" fmla="*/ 95675 h 147515"/>
                    <a:gd name="connsiteX13" fmla="*/ 94731 w 131045"/>
                    <a:gd name="connsiteY13" fmla="*/ 96928 h 147515"/>
                    <a:gd name="connsiteX14" fmla="*/ 95166 w 131045"/>
                    <a:gd name="connsiteY14" fmla="*/ 98180 h 147515"/>
                    <a:gd name="connsiteX15" fmla="*/ 96582 w 131045"/>
                    <a:gd name="connsiteY15" fmla="*/ 102210 h 147515"/>
                    <a:gd name="connsiteX16" fmla="*/ 100830 w 131045"/>
                    <a:gd name="connsiteY16" fmla="*/ 101774 h 147515"/>
                    <a:gd name="connsiteX17" fmla="*/ 102246 w 131045"/>
                    <a:gd name="connsiteY17" fmla="*/ 101720 h 147515"/>
                    <a:gd name="connsiteX18" fmla="*/ 103607 w 131045"/>
                    <a:gd name="connsiteY18" fmla="*/ 101829 h 147515"/>
                    <a:gd name="connsiteX19" fmla="*/ 110632 w 131045"/>
                    <a:gd name="connsiteY19" fmla="*/ 106185 h 147515"/>
                    <a:gd name="connsiteX20" fmla="*/ 112538 w 131045"/>
                    <a:gd name="connsiteY20" fmla="*/ 114244 h 147515"/>
                    <a:gd name="connsiteX21" fmla="*/ 110141 w 131045"/>
                    <a:gd name="connsiteY21" fmla="*/ 119417 h 147515"/>
                    <a:gd name="connsiteX22" fmla="*/ 108454 w 131045"/>
                    <a:gd name="connsiteY22" fmla="*/ 121432 h 147515"/>
                    <a:gd name="connsiteX23" fmla="*/ 106112 w 131045"/>
                    <a:gd name="connsiteY23" fmla="*/ 122412 h 147515"/>
                    <a:gd name="connsiteX24" fmla="*/ 101865 w 131045"/>
                    <a:gd name="connsiteY24" fmla="*/ 123284 h 147515"/>
                    <a:gd name="connsiteX25" fmla="*/ 100231 w 131045"/>
                    <a:gd name="connsiteY25" fmla="*/ 123174 h 147515"/>
                    <a:gd name="connsiteX26" fmla="*/ 91300 w 131045"/>
                    <a:gd name="connsiteY26" fmla="*/ 110814 h 147515"/>
                    <a:gd name="connsiteX27" fmla="*/ 92607 w 131045"/>
                    <a:gd name="connsiteY27" fmla="*/ 107220 h 147515"/>
                    <a:gd name="connsiteX28" fmla="*/ 95874 w 131045"/>
                    <a:gd name="connsiteY28" fmla="*/ 101393 h 147515"/>
                    <a:gd name="connsiteX29" fmla="*/ 89504 w 131045"/>
                    <a:gd name="connsiteY29" fmla="*/ 99324 h 147515"/>
                    <a:gd name="connsiteX30" fmla="*/ 82153 w 131045"/>
                    <a:gd name="connsiteY30" fmla="*/ 96601 h 147515"/>
                    <a:gd name="connsiteX31" fmla="*/ 74039 w 131045"/>
                    <a:gd name="connsiteY31" fmla="*/ 92082 h 147515"/>
                    <a:gd name="connsiteX32" fmla="*/ 66742 w 131045"/>
                    <a:gd name="connsiteY32" fmla="*/ 86527 h 147515"/>
                    <a:gd name="connsiteX33" fmla="*/ 56178 w 131045"/>
                    <a:gd name="connsiteY33" fmla="*/ 73404 h 147515"/>
                    <a:gd name="connsiteX34" fmla="*/ 53782 w 131045"/>
                    <a:gd name="connsiteY34" fmla="*/ 68775 h 147515"/>
                    <a:gd name="connsiteX35" fmla="*/ 47302 w 131045"/>
                    <a:gd name="connsiteY35" fmla="*/ 56904 h 147515"/>
                    <a:gd name="connsiteX36" fmla="*/ 37936 w 131045"/>
                    <a:gd name="connsiteY36" fmla="*/ 41657 h 147515"/>
                    <a:gd name="connsiteX37" fmla="*/ 28189 w 131045"/>
                    <a:gd name="connsiteY37" fmla="*/ 26628 h 147515"/>
                    <a:gd name="connsiteX38" fmla="*/ 18060 w 131045"/>
                    <a:gd name="connsiteY38" fmla="*/ 13287 h 147515"/>
                    <a:gd name="connsiteX39" fmla="*/ 118582 w 131045"/>
                    <a:gd name="connsiteY39" fmla="*/ 127585 h 147515"/>
                    <a:gd name="connsiteX40" fmla="*/ 119617 w 131045"/>
                    <a:gd name="connsiteY40" fmla="*/ 127640 h 147515"/>
                    <a:gd name="connsiteX41" fmla="*/ 124354 w 131045"/>
                    <a:gd name="connsiteY41" fmla="*/ 130526 h 147515"/>
                    <a:gd name="connsiteX42" fmla="*/ 125607 w 131045"/>
                    <a:gd name="connsiteY42" fmla="*/ 135917 h 147515"/>
                    <a:gd name="connsiteX43" fmla="*/ 118473 w 131045"/>
                    <a:gd name="connsiteY43" fmla="*/ 142016 h 147515"/>
                    <a:gd name="connsiteX44" fmla="*/ 117330 w 131045"/>
                    <a:gd name="connsiteY44" fmla="*/ 141907 h 147515"/>
                    <a:gd name="connsiteX45" fmla="*/ 112592 w 131045"/>
                    <a:gd name="connsiteY45" fmla="*/ 139021 h 147515"/>
                    <a:gd name="connsiteX46" fmla="*/ 111340 w 131045"/>
                    <a:gd name="connsiteY46" fmla="*/ 133630 h 147515"/>
                    <a:gd name="connsiteX47" fmla="*/ 112647 w 131045"/>
                    <a:gd name="connsiteY47" fmla="*/ 130580 h 147515"/>
                    <a:gd name="connsiteX48" fmla="*/ 113953 w 131045"/>
                    <a:gd name="connsiteY48" fmla="*/ 128729 h 147515"/>
                    <a:gd name="connsiteX49" fmla="*/ 116132 w 131045"/>
                    <a:gd name="connsiteY49" fmla="*/ 127966 h 147515"/>
                    <a:gd name="connsiteX50" fmla="*/ 118582 w 131045"/>
                    <a:gd name="connsiteY50" fmla="*/ 127585 h 147515"/>
                    <a:gd name="connsiteX51" fmla="*/ 1670 w 131045"/>
                    <a:gd name="connsiteY51" fmla="*/ 0 h 147515"/>
                    <a:gd name="connsiteX52" fmla="*/ 417 w 131045"/>
                    <a:gd name="connsiteY52" fmla="*/ 545 h 147515"/>
                    <a:gd name="connsiteX53" fmla="*/ 526 w 131045"/>
                    <a:gd name="connsiteY53" fmla="*/ 2886 h 147515"/>
                    <a:gd name="connsiteX54" fmla="*/ 23669 w 131045"/>
                    <a:gd name="connsiteY54" fmla="*/ 29732 h 147515"/>
                    <a:gd name="connsiteX55" fmla="*/ 33252 w 131045"/>
                    <a:gd name="connsiteY55" fmla="*/ 44489 h 147515"/>
                    <a:gd name="connsiteX56" fmla="*/ 42619 w 131045"/>
                    <a:gd name="connsiteY56" fmla="*/ 59681 h 147515"/>
                    <a:gd name="connsiteX57" fmla="*/ 51332 w 131045"/>
                    <a:gd name="connsiteY57" fmla="*/ 75963 h 147515"/>
                    <a:gd name="connsiteX58" fmla="*/ 63094 w 131045"/>
                    <a:gd name="connsiteY58" fmla="*/ 90611 h 147515"/>
                    <a:gd name="connsiteX59" fmla="*/ 70935 w 131045"/>
                    <a:gd name="connsiteY59" fmla="*/ 96547 h 147515"/>
                    <a:gd name="connsiteX60" fmla="*/ 79702 w 131045"/>
                    <a:gd name="connsiteY60" fmla="*/ 101502 h 147515"/>
                    <a:gd name="connsiteX61" fmla="*/ 87761 w 131045"/>
                    <a:gd name="connsiteY61" fmla="*/ 104497 h 147515"/>
                    <a:gd name="connsiteX62" fmla="*/ 85801 w 131045"/>
                    <a:gd name="connsiteY62" fmla="*/ 109888 h 147515"/>
                    <a:gd name="connsiteX63" fmla="*/ 99250 w 131045"/>
                    <a:gd name="connsiteY63" fmla="*/ 128511 h 147515"/>
                    <a:gd name="connsiteX64" fmla="*/ 101756 w 131045"/>
                    <a:gd name="connsiteY64" fmla="*/ 128729 h 147515"/>
                    <a:gd name="connsiteX65" fmla="*/ 108126 w 131045"/>
                    <a:gd name="connsiteY65" fmla="*/ 127422 h 147515"/>
                    <a:gd name="connsiteX66" fmla="*/ 105840 w 131045"/>
                    <a:gd name="connsiteY66" fmla="*/ 132813 h 147515"/>
                    <a:gd name="connsiteX67" fmla="*/ 116349 w 131045"/>
                    <a:gd name="connsiteY67" fmla="*/ 147352 h 147515"/>
                    <a:gd name="connsiteX68" fmla="*/ 118364 w 131045"/>
                    <a:gd name="connsiteY68" fmla="*/ 147516 h 147515"/>
                    <a:gd name="connsiteX69" fmla="*/ 130888 w 131045"/>
                    <a:gd name="connsiteY69" fmla="*/ 136842 h 147515"/>
                    <a:gd name="connsiteX70" fmla="*/ 120379 w 131045"/>
                    <a:gd name="connsiteY70" fmla="*/ 122303 h 147515"/>
                    <a:gd name="connsiteX71" fmla="*/ 118473 w 131045"/>
                    <a:gd name="connsiteY71" fmla="*/ 122140 h 147515"/>
                    <a:gd name="connsiteX72" fmla="*/ 114225 w 131045"/>
                    <a:gd name="connsiteY72" fmla="*/ 122902 h 147515"/>
                    <a:gd name="connsiteX73" fmla="*/ 117874 w 131045"/>
                    <a:gd name="connsiteY73" fmla="*/ 115115 h 147515"/>
                    <a:gd name="connsiteX74" fmla="*/ 104424 w 131045"/>
                    <a:gd name="connsiteY74" fmla="*/ 96492 h 147515"/>
                    <a:gd name="connsiteX75" fmla="*/ 102191 w 131045"/>
                    <a:gd name="connsiteY75" fmla="*/ 96329 h 147515"/>
                    <a:gd name="connsiteX76" fmla="*/ 100231 w 131045"/>
                    <a:gd name="connsiteY76" fmla="*/ 96438 h 147515"/>
                    <a:gd name="connsiteX77" fmla="*/ 99359 w 131045"/>
                    <a:gd name="connsiteY77" fmla="*/ 93933 h 147515"/>
                    <a:gd name="connsiteX78" fmla="*/ 95929 w 131045"/>
                    <a:gd name="connsiteY78" fmla="*/ 85111 h 147515"/>
                    <a:gd name="connsiteX79" fmla="*/ 92117 w 131045"/>
                    <a:gd name="connsiteY79" fmla="*/ 76998 h 147515"/>
                    <a:gd name="connsiteX80" fmla="*/ 87870 w 131045"/>
                    <a:gd name="connsiteY80" fmla="*/ 69374 h 147515"/>
                    <a:gd name="connsiteX81" fmla="*/ 76707 w 131045"/>
                    <a:gd name="connsiteY81" fmla="*/ 55979 h 147515"/>
                    <a:gd name="connsiteX82" fmla="*/ 63148 w 131045"/>
                    <a:gd name="connsiteY82" fmla="*/ 43672 h 147515"/>
                    <a:gd name="connsiteX83" fmla="*/ 49861 w 131045"/>
                    <a:gd name="connsiteY83" fmla="*/ 30603 h 147515"/>
                    <a:gd name="connsiteX84" fmla="*/ 35322 w 131045"/>
                    <a:gd name="connsiteY84" fmla="*/ 18405 h 147515"/>
                    <a:gd name="connsiteX85" fmla="*/ 2051 w 131045"/>
                    <a:gd name="connsiteY85" fmla="*/ 109 h 147515"/>
                    <a:gd name="connsiteX86" fmla="*/ 1670 w 131045"/>
                    <a:gd name="connsiteY86" fmla="*/ 0 h 147515"/>
                    <a:gd name="connsiteX87" fmla="*/ 1670 w 131045"/>
                    <a:gd name="connsiteY87" fmla="*/ 0 h 147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</a:cxnLst>
                  <a:rect l="l" t="t" r="r" b="b"/>
                  <a:pathLst>
                    <a:path w="131045" h="147515">
                      <a:moveTo>
                        <a:pt x="18060" y="13287"/>
                      </a:moveTo>
                      <a:cubicBezTo>
                        <a:pt x="22580" y="15901"/>
                        <a:pt x="27263" y="19059"/>
                        <a:pt x="32055" y="22653"/>
                      </a:cubicBezTo>
                      <a:cubicBezTo>
                        <a:pt x="36792" y="26356"/>
                        <a:pt x="41639" y="30440"/>
                        <a:pt x="46213" y="34524"/>
                      </a:cubicBezTo>
                      <a:cubicBezTo>
                        <a:pt x="50460" y="38553"/>
                        <a:pt x="54762" y="42801"/>
                        <a:pt x="59391" y="47429"/>
                      </a:cubicBezTo>
                      <a:cubicBezTo>
                        <a:pt x="62930" y="51078"/>
                        <a:pt x="66742" y="54399"/>
                        <a:pt x="70445" y="57612"/>
                      </a:cubicBezTo>
                      <a:lnTo>
                        <a:pt x="73222" y="60008"/>
                      </a:lnTo>
                      <a:cubicBezTo>
                        <a:pt x="77415" y="63711"/>
                        <a:pt x="80682" y="67686"/>
                        <a:pt x="83350" y="72151"/>
                      </a:cubicBezTo>
                      <a:cubicBezTo>
                        <a:pt x="84984" y="74874"/>
                        <a:pt x="86291" y="77161"/>
                        <a:pt x="87434" y="79503"/>
                      </a:cubicBezTo>
                      <a:cubicBezTo>
                        <a:pt x="88905" y="82225"/>
                        <a:pt x="90048" y="84676"/>
                        <a:pt x="90974" y="87072"/>
                      </a:cubicBezTo>
                      <a:lnTo>
                        <a:pt x="91029" y="87235"/>
                      </a:lnTo>
                      <a:lnTo>
                        <a:pt x="91082" y="87398"/>
                      </a:lnTo>
                      <a:cubicBezTo>
                        <a:pt x="92117" y="89631"/>
                        <a:pt x="93043" y="92190"/>
                        <a:pt x="94023" y="94913"/>
                      </a:cubicBezTo>
                      <a:lnTo>
                        <a:pt x="94296" y="95675"/>
                      </a:lnTo>
                      <a:lnTo>
                        <a:pt x="94731" y="96928"/>
                      </a:lnTo>
                      <a:lnTo>
                        <a:pt x="95166" y="98180"/>
                      </a:lnTo>
                      <a:lnTo>
                        <a:pt x="96582" y="102210"/>
                      </a:lnTo>
                      <a:lnTo>
                        <a:pt x="100830" y="101774"/>
                      </a:lnTo>
                      <a:cubicBezTo>
                        <a:pt x="101320" y="101720"/>
                        <a:pt x="101756" y="101720"/>
                        <a:pt x="102246" y="101720"/>
                      </a:cubicBezTo>
                      <a:cubicBezTo>
                        <a:pt x="102681" y="101720"/>
                        <a:pt x="103172" y="101774"/>
                        <a:pt x="103607" y="101829"/>
                      </a:cubicBezTo>
                      <a:cubicBezTo>
                        <a:pt x="106439" y="102264"/>
                        <a:pt x="108943" y="103843"/>
                        <a:pt x="110632" y="106185"/>
                      </a:cubicBezTo>
                      <a:cubicBezTo>
                        <a:pt x="112320" y="108526"/>
                        <a:pt x="112973" y="111358"/>
                        <a:pt x="112538" y="114244"/>
                      </a:cubicBezTo>
                      <a:cubicBezTo>
                        <a:pt x="112211" y="116096"/>
                        <a:pt x="111394" y="117838"/>
                        <a:pt x="110141" y="119417"/>
                      </a:cubicBezTo>
                      <a:lnTo>
                        <a:pt x="108454" y="121432"/>
                      </a:lnTo>
                      <a:lnTo>
                        <a:pt x="106112" y="122412"/>
                      </a:lnTo>
                      <a:cubicBezTo>
                        <a:pt x="104750" y="123011"/>
                        <a:pt x="103281" y="123284"/>
                        <a:pt x="101865" y="123284"/>
                      </a:cubicBezTo>
                      <a:cubicBezTo>
                        <a:pt x="101320" y="123284"/>
                        <a:pt x="100775" y="123229"/>
                        <a:pt x="100231" y="123174"/>
                      </a:cubicBezTo>
                      <a:cubicBezTo>
                        <a:pt x="94350" y="122249"/>
                        <a:pt x="90321" y="116694"/>
                        <a:pt x="91300" y="110814"/>
                      </a:cubicBezTo>
                      <a:cubicBezTo>
                        <a:pt x="91518" y="109616"/>
                        <a:pt x="91899" y="108472"/>
                        <a:pt x="92607" y="107220"/>
                      </a:cubicBezTo>
                      <a:lnTo>
                        <a:pt x="95874" y="101393"/>
                      </a:lnTo>
                      <a:lnTo>
                        <a:pt x="89504" y="99324"/>
                      </a:lnTo>
                      <a:cubicBezTo>
                        <a:pt x="87053" y="98507"/>
                        <a:pt x="84439" y="97636"/>
                        <a:pt x="82153" y="96601"/>
                      </a:cubicBezTo>
                      <a:cubicBezTo>
                        <a:pt x="79593" y="95349"/>
                        <a:pt x="76870" y="93824"/>
                        <a:pt x="74039" y="92082"/>
                      </a:cubicBezTo>
                      <a:cubicBezTo>
                        <a:pt x="71806" y="90557"/>
                        <a:pt x="69410" y="88760"/>
                        <a:pt x="66742" y="86527"/>
                      </a:cubicBezTo>
                      <a:cubicBezTo>
                        <a:pt x="62440" y="82770"/>
                        <a:pt x="58901" y="78359"/>
                        <a:pt x="56178" y="73404"/>
                      </a:cubicBezTo>
                      <a:cubicBezTo>
                        <a:pt x="55361" y="71879"/>
                        <a:pt x="54544" y="70300"/>
                        <a:pt x="53782" y="68775"/>
                      </a:cubicBezTo>
                      <a:cubicBezTo>
                        <a:pt x="51767" y="64800"/>
                        <a:pt x="49643" y="60716"/>
                        <a:pt x="47302" y="56904"/>
                      </a:cubicBezTo>
                      <a:cubicBezTo>
                        <a:pt x="43980" y="51404"/>
                        <a:pt x="40876" y="46395"/>
                        <a:pt x="37936" y="41657"/>
                      </a:cubicBezTo>
                      <a:cubicBezTo>
                        <a:pt x="34777" y="36430"/>
                        <a:pt x="31456" y="31365"/>
                        <a:pt x="28189" y="26628"/>
                      </a:cubicBezTo>
                      <a:cubicBezTo>
                        <a:pt x="24922" y="21945"/>
                        <a:pt x="21600" y="17480"/>
                        <a:pt x="18060" y="13287"/>
                      </a:cubicBezTo>
                      <a:moveTo>
                        <a:pt x="118582" y="127585"/>
                      </a:moveTo>
                      <a:cubicBezTo>
                        <a:pt x="118909" y="127585"/>
                        <a:pt x="119235" y="127585"/>
                        <a:pt x="119617" y="127640"/>
                      </a:cubicBezTo>
                      <a:cubicBezTo>
                        <a:pt x="121523" y="127966"/>
                        <a:pt x="123210" y="129001"/>
                        <a:pt x="124354" y="130526"/>
                      </a:cubicBezTo>
                      <a:cubicBezTo>
                        <a:pt x="125498" y="132105"/>
                        <a:pt x="125933" y="134011"/>
                        <a:pt x="125607" y="135917"/>
                      </a:cubicBezTo>
                      <a:cubicBezTo>
                        <a:pt x="125062" y="139456"/>
                        <a:pt x="122067" y="142016"/>
                        <a:pt x="118473" y="142016"/>
                      </a:cubicBezTo>
                      <a:cubicBezTo>
                        <a:pt x="118092" y="142016"/>
                        <a:pt x="117710" y="141961"/>
                        <a:pt x="117330" y="141907"/>
                      </a:cubicBezTo>
                      <a:cubicBezTo>
                        <a:pt x="115424" y="141580"/>
                        <a:pt x="113735" y="140545"/>
                        <a:pt x="112592" y="139021"/>
                      </a:cubicBezTo>
                      <a:cubicBezTo>
                        <a:pt x="111449" y="137441"/>
                        <a:pt x="111013" y="135536"/>
                        <a:pt x="111340" y="133630"/>
                      </a:cubicBezTo>
                      <a:cubicBezTo>
                        <a:pt x="111503" y="132595"/>
                        <a:pt x="111939" y="131561"/>
                        <a:pt x="112647" y="130580"/>
                      </a:cubicBezTo>
                      <a:lnTo>
                        <a:pt x="113953" y="128729"/>
                      </a:lnTo>
                      <a:lnTo>
                        <a:pt x="116132" y="127966"/>
                      </a:lnTo>
                      <a:cubicBezTo>
                        <a:pt x="116948" y="127694"/>
                        <a:pt x="117819" y="127585"/>
                        <a:pt x="118582" y="127585"/>
                      </a:cubicBezTo>
                      <a:moveTo>
                        <a:pt x="1670" y="0"/>
                      </a:moveTo>
                      <a:cubicBezTo>
                        <a:pt x="1234" y="0"/>
                        <a:pt x="744" y="164"/>
                        <a:pt x="417" y="545"/>
                      </a:cubicBezTo>
                      <a:cubicBezTo>
                        <a:pt x="-182" y="1253"/>
                        <a:pt x="-128" y="2287"/>
                        <a:pt x="526" y="2886"/>
                      </a:cubicBezTo>
                      <a:cubicBezTo>
                        <a:pt x="9511" y="11054"/>
                        <a:pt x="17080" y="20093"/>
                        <a:pt x="23669" y="29732"/>
                      </a:cubicBezTo>
                      <a:cubicBezTo>
                        <a:pt x="27045" y="34524"/>
                        <a:pt x="30203" y="39479"/>
                        <a:pt x="33252" y="44489"/>
                      </a:cubicBezTo>
                      <a:cubicBezTo>
                        <a:pt x="36411" y="49444"/>
                        <a:pt x="39515" y="54563"/>
                        <a:pt x="42619" y="59681"/>
                      </a:cubicBezTo>
                      <a:cubicBezTo>
                        <a:pt x="45723" y="64855"/>
                        <a:pt x="48445" y="70409"/>
                        <a:pt x="51332" y="75963"/>
                      </a:cubicBezTo>
                      <a:cubicBezTo>
                        <a:pt x="54326" y="81463"/>
                        <a:pt x="58247" y="86418"/>
                        <a:pt x="63094" y="90611"/>
                      </a:cubicBezTo>
                      <a:cubicBezTo>
                        <a:pt x="65598" y="92680"/>
                        <a:pt x="68212" y="94695"/>
                        <a:pt x="70935" y="96547"/>
                      </a:cubicBezTo>
                      <a:cubicBezTo>
                        <a:pt x="73766" y="98344"/>
                        <a:pt x="76707" y="100032"/>
                        <a:pt x="79702" y="101502"/>
                      </a:cubicBezTo>
                      <a:cubicBezTo>
                        <a:pt x="82261" y="102700"/>
                        <a:pt x="85038" y="103626"/>
                        <a:pt x="87761" y="104497"/>
                      </a:cubicBezTo>
                      <a:cubicBezTo>
                        <a:pt x="86836" y="106130"/>
                        <a:pt x="86128" y="107927"/>
                        <a:pt x="85801" y="109888"/>
                      </a:cubicBezTo>
                      <a:cubicBezTo>
                        <a:pt x="84385" y="118764"/>
                        <a:pt x="90375" y="127095"/>
                        <a:pt x="99250" y="128511"/>
                      </a:cubicBezTo>
                      <a:cubicBezTo>
                        <a:pt x="100122" y="128620"/>
                        <a:pt x="100939" y="128729"/>
                        <a:pt x="101756" y="128729"/>
                      </a:cubicBezTo>
                      <a:cubicBezTo>
                        <a:pt x="103989" y="128729"/>
                        <a:pt x="106112" y="128239"/>
                        <a:pt x="108126" y="127422"/>
                      </a:cubicBezTo>
                      <a:cubicBezTo>
                        <a:pt x="106983" y="129001"/>
                        <a:pt x="106166" y="130798"/>
                        <a:pt x="105840" y="132813"/>
                      </a:cubicBezTo>
                      <a:cubicBezTo>
                        <a:pt x="104750" y="139729"/>
                        <a:pt x="109434" y="146209"/>
                        <a:pt x="116349" y="147352"/>
                      </a:cubicBezTo>
                      <a:cubicBezTo>
                        <a:pt x="117057" y="147461"/>
                        <a:pt x="117710" y="147516"/>
                        <a:pt x="118364" y="147516"/>
                      </a:cubicBezTo>
                      <a:cubicBezTo>
                        <a:pt x="124463" y="147516"/>
                        <a:pt x="129854" y="143105"/>
                        <a:pt x="130888" y="136842"/>
                      </a:cubicBezTo>
                      <a:cubicBezTo>
                        <a:pt x="131977" y="129927"/>
                        <a:pt x="127294" y="123447"/>
                        <a:pt x="120379" y="122303"/>
                      </a:cubicBezTo>
                      <a:cubicBezTo>
                        <a:pt x="119725" y="122194"/>
                        <a:pt x="119126" y="122140"/>
                        <a:pt x="118473" y="122140"/>
                      </a:cubicBezTo>
                      <a:cubicBezTo>
                        <a:pt x="117002" y="122140"/>
                        <a:pt x="115587" y="122412"/>
                        <a:pt x="114225" y="122902"/>
                      </a:cubicBezTo>
                      <a:cubicBezTo>
                        <a:pt x="116023" y="120724"/>
                        <a:pt x="117384" y="118110"/>
                        <a:pt x="117874" y="115115"/>
                      </a:cubicBezTo>
                      <a:cubicBezTo>
                        <a:pt x="119290" y="106239"/>
                        <a:pt x="113300" y="97908"/>
                        <a:pt x="104424" y="96492"/>
                      </a:cubicBezTo>
                      <a:cubicBezTo>
                        <a:pt x="103662" y="96383"/>
                        <a:pt x="102954" y="96329"/>
                        <a:pt x="102191" y="96329"/>
                      </a:cubicBezTo>
                      <a:cubicBezTo>
                        <a:pt x="101538" y="96329"/>
                        <a:pt x="100884" y="96383"/>
                        <a:pt x="100231" y="96438"/>
                      </a:cubicBezTo>
                      <a:cubicBezTo>
                        <a:pt x="99958" y="95621"/>
                        <a:pt x="99632" y="94750"/>
                        <a:pt x="99359" y="93933"/>
                      </a:cubicBezTo>
                      <a:cubicBezTo>
                        <a:pt x="98216" y="90829"/>
                        <a:pt x="97182" y="87834"/>
                        <a:pt x="95929" y="85111"/>
                      </a:cubicBezTo>
                      <a:cubicBezTo>
                        <a:pt x="94786" y="82225"/>
                        <a:pt x="93479" y="79557"/>
                        <a:pt x="92117" y="76998"/>
                      </a:cubicBezTo>
                      <a:cubicBezTo>
                        <a:pt x="90811" y="74330"/>
                        <a:pt x="89395" y="71825"/>
                        <a:pt x="87870" y="69374"/>
                      </a:cubicBezTo>
                      <a:cubicBezTo>
                        <a:pt x="84930" y="64364"/>
                        <a:pt x="81227" y="59954"/>
                        <a:pt x="76707" y="55979"/>
                      </a:cubicBezTo>
                      <a:cubicBezTo>
                        <a:pt x="72187" y="52003"/>
                        <a:pt x="67450" y="48028"/>
                        <a:pt x="63148" y="43672"/>
                      </a:cubicBezTo>
                      <a:cubicBezTo>
                        <a:pt x="58792" y="39316"/>
                        <a:pt x="54381" y="34960"/>
                        <a:pt x="49861" y="30603"/>
                      </a:cubicBezTo>
                      <a:cubicBezTo>
                        <a:pt x="45178" y="26410"/>
                        <a:pt x="40277" y="22326"/>
                        <a:pt x="35322" y="18405"/>
                      </a:cubicBezTo>
                      <a:cubicBezTo>
                        <a:pt x="25139" y="10782"/>
                        <a:pt x="14031" y="3975"/>
                        <a:pt x="2051" y="109"/>
                      </a:cubicBezTo>
                      <a:cubicBezTo>
                        <a:pt x="1996" y="0"/>
                        <a:pt x="1833" y="0"/>
                        <a:pt x="1670" y="0"/>
                      </a:cubicBezTo>
                      <a:lnTo>
                        <a:pt x="1670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7" name="Forme libre : forme 1306">
                  <a:extLst>
                    <a:ext uri="{FF2B5EF4-FFF2-40B4-BE49-F238E27FC236}">
                      <a16:creationId xmlns:a16="http://schemas.microsoft.com/office/drawing/2014/main" id="{4940F49C-FA53-47B6-AE2C-CAFDFF0ADBD4}"/>
                    </a:ext>
                  </a:extLst>
                </p:cNvPr>
                <p:cNvSpPr/>
                <p:nvPr/>
              </p:nvSpPr>
              <p:spPr>
                <a:xfrm>
                  <a:off x="9017889" y="5261327"/>
                  <a:ext cx="19588" cy="19549"/>
                </a:xfrm>
                <a:custGeom>
                  <a:avLst/>
                  <a:gdLst>
                    <a:gd name="connsiteX0" fmla="*/ 9767 w 19588"/>
                    <a:gd name="connsiteY0" fmla="*/ 5445 h 19549"/>
                    <a:gd name="connsiteX1" fmla="*/ 10475 w 19588"/>
                    <a:gd name="connsiteY1" fmla="*/ 5500 h 19549"/>
                    <a:gd name="connsiteX2" fmla="*/ 14069 w 19588"/>
                    <a:gd name="connsiteY2" fmla="*/ 10455 h 19549"/>
                    <a:gd name="connsiteX3" fmla="*/ 9821 w 19588"/>
                    <a:gd name="connsiteY3" fmla="*/ 14104 h 19549"/>
                    <a:gd name="connsiteX4" fmla="*/ 9114 w 19588"/>
                    <a:gd name="connsiteY4" fmla="*/ 14049 h 19549"/>
                    <a:gd name="connsiteX5" fmla="*/ 6282 w 19588"/>
                    <a:gd name="connsiteY5" fmla="*/ 12307 h 19549"/>
                    <a:gd name="connsiteX6" fmla="*/ 5519 w 19588"/>
                    <a:gd name="connsiteY6" fmla="*/ 9094 h 19549"/>
                    <a:gd name="connsiteX7" fmla="*/ 9767 w 19588"/>
                    <a:gd name="connsiteY7" fmla="*/ 5445 h 19549"/>
                    <a:gd name="connsiteX8" fmla="*/ 9767 w 19588"/>
                    <a:gd name="connsiteY8" fmla="*/ 0 h 19549"/>
                    <a:gd name="connsiteX9" fmla="*/ 129 w 19588"/>
                    <a:gd name="connsiteY9" fmla="*/ 8223 h 19549"/>
                    <a:gd name="connsiteX10" fmla="*/ 8242 w 19588"/>
                    <a:gd name="connsiteY10" fmla="*/ 19440 h 19549"/>
                    <a:gd name="connsiteX11" fmla="*/ 9821 w 19588"/>
                    <a:gd name="connsiteY11" fmla="*/ 19549 h 19549"/>
                    <a:gd name="connsiteX12" fmla="*/ 19460 w 19588"/>
                    <a:gd name="connsiteY12" fmla="*/ 11326 h 19549"/>
                    <a:gd name="connsiteX13" fmla="*/ 11346 w 19588"/>
                    <a:gd name="connsiteY13" fmla="*/ 109 h 19549"/>
                    <a:gd name="connsiteX14" fmla="*/ 9767 w 19588"/>
                    <a:gd name="connsiteY14" fmla="*/ 0 h 19549"/>
                    <a:gd name="connsiteX15" fmla="*/ 9767 w 19588"/>
                    <a:gd name="connsiteY15" fmla="*/ 0 h 19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9588" h="19549">
                      <a:moveTo>
                        <a:pt x="9767" y="5445"/>
                      </a:moveTo>
                      <a:cubicBezTo>
                        <a:pt x="9985" y="5445"/>
                        <a:pt x="10257" y="5445"/>
                        <a:pt x="10475" y="5500"/>
                      </a:cubicBezTo>
                      <a:cubicBezTo>
                        <a:pt x="12817" y="5881"/>
                        <a:pt x="14450" y="8114"/>
                        <a:pt x="14069" y="10455"/>
                      </a:cubicBezTo>
                      <a:cubicBezTo>
                        <a:pt x="13742" y="12579"/>
                        <a:pt x="11945" y="14104"/>
                        <a:pt x="9821" y="14104"/>
                      </a:cubicBezTo>
                      <a:cubicBezTo>
                        <a:pt x="9603" y="14104"/>
                        <a:pt x="9332" y="14104"/>
                        <a:pt x="9114" y="14049"/>
                      </a:cubicBezTo>
                      <a:cubicBezTo>
                        <a:pt x="7970" y="13886"/>
                        <a:pt x="6990" y="13232"/>
                        <a:pt x="6282" y="12307"/>
                      </a:cubicBezTo>
                      <a:cubicBezTo>
                        <a:pt x="5628" y="11381"/>
                        <a:pt x="5357" y="10237"/>
                        <a:pt x="5519" y="9094"/>
                      </a:cubicBezTo>
                      <a:cubicBezTo>
                        <a:pt x="5792" y="7025"/>
                        <a:pt x="7643" y="5445"/>
                        <a:pt x="9767" y="5445"/>
                      </a:cubicBezTo>
                      <a:moveTo>
                        <a:pt x="9767" y="0"/>
                      </a:moveTo>
                      <a:cubicBezTo>
                        <a:pt x="5029" y="0"/>
                        <a:pt x="891" y="3431"/>
                        <a:pt x="129" y="8223"/>
                      </a:cubicBezTo>
                      <a:cubicBezTo>
                        <a:pt x="-742" y="13559"/>
                        <a:pt x="2906" y="18569"/>
                        <a:pt x="8242" y="19440"/>
                      </a:cubicBezTo>
                      <a:cubicBezTo>
                        <a:pt x="8787" y="19549"/>
                        <a:pt x="9277" y="19549"/>
                        <a:pt x="9821" y="19549"/>
                      </a:cubicBezTo>
                      <a:cubicBezTo>
                        <a:pt x="14559" y="19549"/>
                        <a:pt x="18697" y="16118"/>
                        <a:pt x="19460" y="11326"/>
                      </a:cubicBezTo>
                      <a:cubicBezTo>
                        <a:pt x="20331" y="5990"/>
                        <a:pt x="16683" y="980"/>
                        <a:pt x="11346" y="109"/>
                      </a:cubicBezTo>
                      <a:cubicBezTo>
                        <a:pt x="10802" y="55"/>
                        <a:pt x="10257" y="0"/>
                        <a:pt x="9767" y="0"/>
                      </a:cubicBezTo>
                      <a:lnTo>
                        <a:pt x="9767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8" name="Forme libre : forme 1307">
                  <a:extLst>
                    <a:ext uri="{FF2B5EF4-FFF2-40B4-BE49-F238E27FC236}">
                      <a16:creationId xmlns:a16="http://schemas.microsoft.com/office/drawing/2014/main" id="{F3BEE98B-B456-42B2-81C1-5FA7F13D33D7}"/>
                    </a:ext>
                  </a:extLst>
                </p:cNvPr>
                <p:cNvSpPr/>
                <p:nvPr/>
              </p:nvSpPr>
              <p:spPr>
                <a:xfrm>
                  <a:off x="8906880" y="5101069"/>
                  <a:ext cx="181385" cy="126823"/>
                </a:xfrm>
                <a:custGeom>
                  <a:avLst/>
                  <a:gdLst>
                    <a:gd name="connsiteX0" fmla="*/ 21996 w 181385"/>
                    <a:gd name="connsiteY0" fmla="*/ 11599 h 126823"/>
                    <a:gd name="connsiteX1" fmla="*/ 39748 w 181385"/>
                    <a:gd name="connsiteY1" fmla="*/ 18024 h 126823"/>
                    <a:gd name="connsiteX2" fmla="*/ 58644 w 181385"/>
                    <a:gd name="connsiteY2" fmla="*/ 26737 h 126823"/>
                    <a:gd name="connsiteX3" fmla="*/ 76668 w 181385"/>
                    <a:gd name="connsiteY3" fmla="*/ 38063 h 126823"/>
                    <a:gd name="connsiteX4" fmla="*/ 94148 w 181385"/>
                    <a:gd name="connsiteY4" fmla="*/ 50860 h 126823"/>
                    <a:gd name="connsiteX5" fmla="*/ 107108 w 181385"/>
                    <a:gd name="connsiteY5" fmla="*/ 63874 h 126823"/>
                    <a:gd name="connsiteX6" fmla="*/ 116583 w 181385"/>
                    <a:gd name="connsiteY6" fmla="*/ 77107 h 126823"/>
                    <a:gd name="connsiteX7" fmla="*/ 117781 w 181385"/>
                    <a:gd name="connsiteY7" fmla="*/ 78849 h 126823"/>
                    <a:gd name="connsiteX8" fmla="*/ 120449 w 181385"/>
                    <a:gd name="connsiteY8" fmla="*/ 82770 h 126823"/>
                    <a:gd name="connsiteX9" fmla="*/ 123335 w 181385"/>
                    <a:gd name="connsiteY9" fmla="*/ 86854 h 126823"/>
                    <a:gd name="connsiteX10" fmla="*/ 127691 w 181385"/>
                    <a:gd name="connsiteY10" fmla="*/ 84349 h 126823"/>
                    <a:gd name="connsiteX11" fmla="*/ 134063 w 181385"/>
                    <a:gd name="connsiteY11" fmla="*/ 82606 h 126823"/>
                    <a:gd name="connsiteX12" fmla="*/ 135969 w 181385"/>
                    <a:gd name="connsiteY12" fmla="*/ 82770 h 126823"/>
                    <a:gd name="connsiteX13" fmla="*/ 144246 w 181385"/>
                    <a:gd name="connsiteY13" fmla="*/ 87834 h 126823"/>
                    <a:gd name="connsiteX14" fmla="*/ 146478 w 181385"/>
                    <a:gd name="connsiteY14" fmla="*/ 97200 h 126823"/>
                    <a:gd name="connsiteX15" fmla="*/ 146369 w 181385"/>
                    <a:gd name="connsiteY15" fmla="*/ 97527 h 126823"/>
                    <a:gd name="connsiteX16" fmla="*/ 146151 w 181385"/>
                    <a:gd name="connsiteY16" fmla="*/ 98344 h 126823"/>
                    <a:gd name="connsiteX17" fmla="*/ 144899 w 181385"/>
                    <a:gd name="connsiteY17" fmla="*/ 103245 h 126823"/>
                    <a:gd name="connsiteX18" fmla="*/ 140652 w 181385"/>
                    <a:gd name="connsiteY18" fmla="*/ 105913 h 126823"/>
                    <a:gd name="connsiteX19" fmla="*/ 133899 w 181385"/>
                    <a:gd name="connsiteY19" fmla="*/ 107927 h 126823"/>
                    <a:gd name="connsiteX20" fmla="*/ 131939 w 181385"/>
                    <a:gd name="connsiteY20" fmla="*/ 107764 h 126823"/>
                    <a:gd name="connsiteX21" fmla="*/ 121375 w 181385"/>
                    <a:gd name="connsiteY21" fmla="*/ 96166 h 126823"/>
                    <a:gd name="connsiteX22" fmla="*/ 121103 w 181385"/>
                    <a:gd name="connsiteY22" fmla="*/ 91973 h 126823"/>
                    <a:gd name="connsiteX23" fmla="*/ 116964 w 181385"/>
                    <a:gd name="connsiteY23" fmla="*/ 91210 h 126823"/>
                    <a:gd name="connsiteX24" fmla="*/ 111083 w 181385"/>
                    <a:gd name="connsiteY24" fmla="*/ 89740 h 126823"/>
                    <a:gd name="connsiteX25" fmla="*/ 92133 w 181385"/>
                    <a:gd name="connsiteY25" fmla="*/ 79720 h 126823"/>
                    <a:gd name="connsiteX26" fmla="*/ 78792 w 181385"/>
                    <a:gd name="connsiteY26" fmla="*/ 65889 h 126823"/>
                    <a:gd name="connsiteX27" fmla="*/ 77104 w 181385"/>
                    <a:gd name="connsiteY27" fmla="*/ 63439 h 126823"/>
                    <a:gd name="connsiteX28" fmla="*/ 66757 w 181385"/>
                    <a:gd name="connsiteY28" fmla="*/ 49662 h 126823"/>
                    <a:gd name="connsiteX29" fmla="*/ 52763 w 181385"/>
                    <a:gd name="connsiteY29" fmla="*/ 35885 h 126823"/>
                    <a:gd name="connsiteX30" fmla="*/ 37244 w 181385"/>
                    <a:gd name="connsiteY30" fmla="*/ 22980 h 126823"/>
                    <a:gd name="connsiteX31" fmla="*/ 21996 w 181385"/>
                    <a:gd name="connsiteY31" fmla="*/ 11599 h 126823"/>
                    <a:gd name="connsiteX32" fmla="*/ 155572 w 181385"/>
                    <a:gd name="connsiteY32" fmla="*/ 104334 h 126823"/>
                    <a:gd name="connsiteX33" fmla="*/ 156498 w 181385"/>
                    <a:gd name="connsiteY33" fmla="*/ 104388 h 126823"/>
                    <a:gd name="connsiteX34" fmla="*/ 161998 w 181385"/>
                    <a:gd name="connsiteY34" fmla="*/ 111031 h 126823"/>
                    <a:gd name="connsiteX35" fmla="*/ 161943 w 181385"/>
                    <a:gd name="connsiteY35" fmla="*/ 113700 h 126823"/>
                    <a:gd name="connsiteX36" fmla="*/ 160146 w 181385"/>
                    <a:gd name="connsiteY36" fmla="*/ 115551 h 126823"/>
                    <a:gd name="connsiteX37" fmla="*/ 155408 w 181385"/>
                    <a:gd name="connsiteY37" fmla="*/ 117566 h 126823"/>
                    <a:gd name="connsiteX38" fmla="*/ 154374 w 181385"/>
                    <a:gd name="connsiteY38" fmla="*/ 117457 h 126823"/>
                    <a:gd name="connsiteX39" fmla="*/ 148874 w 181385"/>
                    <a:gd name="connsiteY39" fmla="*/ 110650 h 126823"/>
                    <a:gd name="connsiteX40" fmla="*/ 149038 w 181385"/>
                    <a:gd name="connsiteY40" fmla="*/ 106239 h 126823"/>
                    <a:gd name="connsiteX41" fmla="*/ 153176 w 181385"/>
                    <a:gd name="connsiteY41" fmla="*/ 104715 h 126823"/>
                    <a:gd name="connsiteX42" fmla="*/ 155572 w 181385"/>
                    <a:gd name="connsiteY42" fmla="*/ 104334 h 126823"/>
                    <a:gd name="connsiteX43" fmla="*/ 172725 w 181385"/>
                    <a:gd name="connsiteY43" fmla="*/ 114843 h 126823"/>
                    <a:gd name="connsiteX44" fmla="*/ 173215 w 181385"/>
                    <a:gd name="connsiteY44" fmla="*/ 114898 h 126823"/>
                    <a:gd name="connsiteX45" fmla="*/ 175937 w 181385"/>
                    <a:gd name="connsiteY45" fmla="*/ 118655 h 126823"/>
                    <a:gd name="connsiteX46" fmla="*/ 172725 w 181385"/>
                    <a:gd name="connsiteY46" fmla="*/ 121378 h 126823"/>
                    <a:gd name="connsiteX47" fmla="*/ 172180 w 181385"/>
                    <a:gd name="connsiteY47" fmla="*/ 121323 h 126823"/>
                    <a:gd name="connsiteX48" fmla="*/ 169512 w 181385"/>
                    <a:gd name="connsiteY48" fmla="*/ 118546 h 126823"/>
                    <a:gd name="connsiteX49" fmla="*/ 169240 w 181385"/>
                    <a:gd name="connsiteY49" fmla="*/ 116640 h 126823"/>
                    <a:gd name="connsiteX50" fmla="*/ 170765 w 181385"/>
                    <a:gd name="connsiteY50" fmla="*/ 115497 h 126823"/>
                    <a:gd name="connsiteX51" fmla="*/ 172725 w 181385"/>
                    <a:gd name="connsiteY51" fmla="*/ 114843 h 126823"/>
                    <a:gd name="connsiteX52" fmla="*/ 1685 w 181385"/>
                    <a:gd name="connsiteY52" fmla="*/ 0 h 126823"/>
                    <a:gd name="connsiteX53" fmla="*/ 324 w 181385"/>
                    <a:gd name="connsiteY53" fmla="*/ 653 h 126823"/>
                    <a:gd name="connsiteX54" fmla="*/ 651 w 181385"/>
                    <a:gd name="connsiteY54" fmla="*/ 2995 h 126823"/>
                    <a:gd name="connsiteX55" fmla="*/ 33650 w 181385"/>
                    <a:gd name="connsiteY55" fmla="*/ 27227 h 126823"/>
                    <a:gd name="connsiteX56" fmla="*/ 48842 w 181385"/>
                    <a:gd name="connsiteY56" fmla="*/ 39860 h 126823"/>
                    <a:gd name="connsiteX57" fmla="*/ 62456 w 181385"/>
                    <a:gd name="connsiteY57" fmla="*/ 53256 h 126823"/>
                    <a:gd name="connsiteX58" fmla="*/ 74055 w 181385"/>
                    <a:gd name="connsiteY58" fmla="*/ 68939 h 126823"/>
                    <a:gd name="connsiteX59" fmla="*/ 88648 w 181385"/>
                    <a:gd name="connsiteY59" fmla="*/ 84077 h 126823"/>
                    <a:gd name="connsiteX60" fmla="*/ 109177 w 181385"/>
                    <a:gd name="connsiteY60" fmla="*/ 94913 h 126823"/>
                    <a:gd name="connsiteX61" fmla="*/ 115766 w 181385"/>
                    <a:gd name="connsiteY61" fmla="*/ 96547 h 126823"/>
                    <a:gd name="connsiteX62" fmla="*/ 130904 w 181385"/>
                    <a:gd name="connsiteY62" fmla="*/ 113155 h 126823"/>
                    <a:gd name="connsiteX63" fmla="*/ 133736 w 181385"/>
                    <a:gd name="connsiteY63" fmla="*/ 113373 h 126823"/>
                    <a:gd name="connsiteX64" fmla="*/ 143429 w 181385"/>
                    <a:gd name="connsiteY64" fmla="*/ 110541 h 126823"/>
                    <a:gd name="connsiteX65" fmla="*/ 153503 w 181385"/>
                    <a:gd name="connsiteY65" fmla="*/ 122902 h 126823"/>
                    <a:gd name="connsiteX66" fmla="*/ 155408 w 181385"/>
                    <a:gd name="connsiteY66" fmla="*/ 123066 h 126823"/>
                    <a:gd name="connsiteX67" fmla="*/ 164066 w 181385"/>
                    <a:gd name="connsiteY67" fmla="*/ 119363 h 126823"/>
                    <a:gd name="connsiteX68" fmla="*/ 171255 w 181385"/>
                    <a:gd name="connsiteY68" fmla="*/ 126714 h 126823"/>
                    <a:gd name="connsiteX69" fmla="*/ 172670 w 181385"/>
                    <a:gd name="connsiteY69" fmla="*/ 126823 h 126823"/>
                    <a:gd name="connsiteX70" fmla="*/ 181274 w 181385"/>
                    <a:gd name="connsiteY70" fmla="*/ 119526 h 126823"/>
                    <a:gd name="connsiteX71" fmla="*/ 174086 w 181385"/>
                    <a:gd name="connsiteY71" fmla="*/ 109561 h 126823"/>
                    <a:gd name="connsiteX72" fmla="*/ 172725 w 181385"/>
                    <a:gd name="connsiteY72" fmla="*/ 109452 h 126823"/>
                    <a:gd name="connsiteX73" fmla="*/ 167497 w 181385"/>
                    <a:gd name="connsiteY73" fmla="*/ 111195 h 126823"/>
                    <a:gd name="connsiteX74" fmla="*/ 157369 w 181385"/>
                    <a:gd name="connsiteY74" fmla="*/ 99051 h 126823"/>
                    <a:gd name="connsiteX75" fmla="*/ 155572 w 181385"/>
                    <a:gd name="connsiteY75" fmla="*/ 98888 h 126823"/>
                    <a:gd name="connsiteX76" fmla="*/ 151324 w 181385"/>
                    <a:gd name="connsiteY76" fmla="*/ 99650 h 126823"/>
                    <a:gd name="connsiteX77" fmla="*/ 151760 w 181385"/>
                    <a:gd name="connsiteY77" fmla="*/ 98071 h 126823"/>
                    <a:gd name="connsiteX78" fmla="*/ 136731 w 181385"/>
                    <a:gd name="connsiteY78" fmla="*/ 77324 h 126823"/>
                    <a:gd name="connsiteX79" fmla="*/ 133954 w 181385"/>
                    <a:gd name="connsiteY79" fmla="*/ 77107 h 126823"/>
                    <a:gd name="connsiteX80" fmla="*/ 124860 w 181385"/>
                    <a:gd name="connsiteY80" fmla="*/ 79611 h 126823"/>
                    <a:gd name="connsiteX81" fmla="*/ 122246 w 181385"/>
                    <a:gd name="connsiteY81" fmla="*/ 75800 h 126823"/>
                    <a:gd name="connsiteX82" fmla="*/ 111410 w 181385"/>
                    <a:gd name="connsiteY82" fmla="*/ 60553 h 126823"/>
                    <a:gd name="connsiteX83" fmla="*/ 97469 w 181385"/>
                    <a:gd name="connsiteY83" fmla="*/ 46558 h 126823"/>
                    <a:gd name="connsiteX84" fmla="*/ 79881 w 181385"/>
                    <a:gd name="connsiteY84" fmla="*/ 33707 h 126823"/>
                    <a:gd name="connsiteX85" fmla="*/ 61312 w 181385"/>
                    <a:gd name="connsiteY85" fmla="*/ 22000 h 126823"/>
                    <a:gd name="connsiteX86" fmla="*/ 41872 w 181385"/>
                    <a:gd name="connsiteY86" fmla="*/ 13015 h 126823"/>
                    <a:gd name="connsiteX87" fmla="*/ 2175 w 181385"/>
                    <a:gd name="connsiteY87" fmla="*/ 55 h 126823"/>
                    <a:gd name="connsiteX88" fmla="*/ 1685 w 181385"/>
                    <a:gd name="connsiteY88" fmla="*/ 0 h 126823"/>
                    <a:gd name="connsiteX89" fmla="*/ 1685 w 181385"/>
                    <a:gd name="connsiteY89" fmla="*/ 0 h 126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181385" h="126823">
                      <a:moveTo>
                        <a:pt x="21996" y="11599"/>
                      </a:moveTo>
                      <a:cubicBezTo>
                        <a:pt x="28095" y="13613"/>
                        <a:pt x="33977" y="15737"/>
                        <a:pt x="39748" y="18024"/>
                      </a:cubicBezTo>
                      <a:cubicBezTo>
                        <a:pt x="46664" y="20856"/>
                        <a:pt x="52927" y="23742"/>
                        <a:pt x="58644" y="26737"/>
                      </a:cubicBezTo>
                      <a:cubicBezTo>
                        <a:pt x="65124" y="30276"/>
                        <a:pt x="71168" y="34088"/>
                        <a:pt x="76668" y="38063"/>
                      </a:cubicBezTo>
                      <a:lnTo>
                        <a:pt x="94148" y="50860"/>
                      </a:lnTo>
                      <a:cubicBezTo>
                        <a:pt x="99103" y="54672"/>
                        <a:pt x="103296" y="58919"/>
                        <a:pt x="107108" y="63874"/>
                      </a:cubicBezTo>
                      <a:cubicBezTo>
                        <a:pt x="110429" y="68231"/>
                        <a:pt x="113425" y="72533"/>
                        <a:pt x="116583" y="77107"/>
                      </a:cubicBezTo>
                      <a:lnTo>
                        <a:pt x="117781" y="78849"/>
                      </a:lnTo>
                      <a:cubicBezTo>
                        <a:pt x="118652" y="80156"/>
                        <a:pt x="119523" y="81463"/>
                        <a:pt x="120449" y="82770"/>
                      </a:cubicBezTo>
                      <a:lnTo>
                        <a:pt x="123335" y="86854"/>
                      </a:lnTo>
                      <a:lnTo>
                        <a:pt x="127691" y="84349"/>
                      </a:lnTo>
                      <a:cubicBezTo>
                        <a:pt x="129706" y="83206"/>
                        <a:pt x="131885" y="82606"/>
                        <a:pt x="134063" y="82606"/>
                      </a:cubicBezTo>
                      <a:cubicBezTo>
                        <a:pt x="134716" y="82606"/>
                        <a:pt x="135370" y="82661"/>
                        <a:pt x="135969" y="82770"/>
                      </a:cubicBezTo>
                      <a:cubicBezTo>
                        <a:pt x="139290" y="83314"/>
                        <a:pt x="142231" y="85111"/>
                        <a:pt x="144246" y="87834"/>
                      </a:cubicBezTo>
                      <a:cubicBezTo>
                        <a:pt x="146206" y="90557"/>
                        <a:pt x="147023" y="93933"/>
                        <a:pt x="146478" y="97200"/>
                      </a:cubicBezTo>
                      <a:lnTo>
                        <a:pt x="146369" y="97527"/>
                      </a:lnTo>
                      <a:cubicBezTo>
                        <a:pt x="146315" y="97799"/>
                        <a:pt x="146206" y="98071"/>
                        <a:pt x="146151" y="98344"/>
                      </a:cubicBezTo>
                      <a:lnTo>
                        <a:pt x="144899" y="103245"/>
                      </a:lnTo>
                      <a:lnTo>
                        <a:pt x="140652" y="105913"/>
                      </a:lnTo>
                      <a:cubicBezTo>
                        <a:pt x="138582" y="107220"/>
                        <a:pt x="136240" y="107927"/>
                        <a:pt x="133899" y="107927"/>
                      </a:cubicBezTo>
                      <a:cubicBezTo>
                        <a:pt x="133246" y="107927"/>
                        <a:pt x="132592" y="107873"/>
                        <a:pt x="131939" y="107764"/>
                      </a:cubicBezTo>
                      <a:cubicBezTo>
                        <a:pt x="126112" y="106838"/>
                        <a:pt x="121756" y="102046"/>
                        <a:pt x="121375" y="96166"/>
                      </a:cubicBezTo>
                      <a:lnTo>
                        <a:pt x="121103" y="91973"/>
                      </a:lnTo>
                      <a:lnTo>
                        <a:pt x="116964" y="91210"/>
                      </a:lnTo>
                      <a:cubicBezTo>
                        <a:pt x="114949" y="90829"/>
                        <a:pt x="112935" y="90339"/>
                        <a:pt x="111083" y="89740"/>
                      </a:cubicBezTo>
                      <a:cubicBezTo>
                        <a:pt x="104712" y="87671"/>
                        <a:pt x="98341" y="84294"/>
                        <a:pt x="92133" y="79720"/>
                      </a:cubicBezTo>
                      <a:cubicBezTo>
                        <a:pt x="87015" y="75963"/>
                        <a:pt x="82658" y="71389"/>
                        <a:pt x="78792" y="65889"/>
                      </a:cubicBezTo>
                      <a:lnTo>
                        <a:pt x="77104" y="63439"/>
                      </a:lnTo>
                      <a:cubicBezTo>
                        <a:pt x="73728" y="58483"/>
                        <a:pt x="70570" y="53855"/>
                        <a:pt x="66757" y="49662"/>
                      </a:cubicBezTo>
                      <a:cubicBezTo>
                        <a:pt x="62619" y="44979"/>
                        <a:pt x="57881" y="40350"/>
                        <a:pt x="52763" y="35885"/>
                      </a:cubicBezTo>
                      <a:cubicBezTo>
                        <a:pt x="48080" y="31583"/>
                        <a:pt x="43016" y="27336"/>
                        <a:pt x="37244" y="22980"/>
                      </a:cubicBezTo>
                      <a:cubicBezTo>
                        <a:pt x="32179" y="19059"/>
                        <a:pt x="27061" y="15302"/>
                        <a:pt x="21996" y="11599"/>
                      </a:cubicBezTo>
                      <a:moveTo>
                        <a:pt x="155572" y="104334"/>
                      </a:moveTo>
                      <a:cubicBezTo>
                        <a:pt x="155898" y="104334"/>
                        <a:pt x="156171" y="104334"/>
                        <a:pt x="156498" y="104388"/>
                      </a:cubicBezTo>
                      <a:cubicBezTo>
                        <a:pt x="159710" y="104878"/>
                        <a:pt x="162052" y="107764"/>
                        <a:pt x="161998" y="111031"/>
                      </a:cubicBezTo>
                      <a:lnTo>
                        <a:pt x="161943" y="113700"/>
                      </a:lnTo>
                      <a:lnTo>
                        <a:pt x="160146" y="115551"/>
                      </a:lnTo>
                      <a:cubicBezTo>
                        <a:pt x="158893" y="116858"/>
                        <a:pt x="157151" y="117566"/>
                        <a:pt x="155408" y="117566"/>
                      </a:cubicBezTo>
                      <a:cubicBezTo>
                        <a:pt x="155082" y="117566"/>
                        <a:pt x="154700" y="117511"/>
                        <a:pt x="154374" y="117457"/>
                      </a:cubicBezTo>
                      <a:cubicBezTo>
                        <a:pt x="151107" y="116913"/>
                        <a:pt x="148711" y="114026"/>
                        <a:pt x="148874" y="110650"/>
                      </a:cubicBezTo>
                      <a:lnTo>
                        <a:pt x="149038" y="106239"/>
                      </a:lnTo>
                      <a:lnTo>
                        <a:pt x="153176" y="104715"/>
                      </a:lnTo>
                      <a:cubicBezTo>
                        <a:pt x="153992" y="104497"/>
                        <a:pt x="154809" y="104334"/>
                        <a:pt x="155572" y="104334"/>
                      </a:cubicBezTo>
                      <a:moveTo>
                        <a:pt x="172725" y="114843"/>
                      </a:moveTo>
                      <a:cubicBezTo>
                        <a:pt x="172888" y="114843"/>
                        <a:pt x="173051" y="114843"/>
                        <a:pt x="173215" y="114898"/>
                      </a:cubicBezTo>
                      <a:cubicBezTo>
                        <a:pt x="175012" y="115170"/>
                        <a:pt x="176210" y="116858"/>
                        <a:pt x="175937" y="118655"/>
                      </a:cubicBezTo>
                      <a:cubicBezTo>
                        <a:pt x="175665" y="120234"/>
                        <a:pt x="174304" y="121378"/>
                        <a:pt x="172725" y="121378"/>
                      </a:cubicBezTo>
                      <a:cubicBezTo>
                        <a:pt x="172561" y="121378"/>
                        <a:pt x="172398" y="121378"/>
                        <a:pt x="172180" y="121323"/>
                      </a:cubicBezTo>
                      <a:cubicBezTo>
                        <a:pt x="170601" y="121051"/>
                        <a:pt x="169675" y="119744"/>
                        <a:pt x="169512" y="118546"/>
                      </a:cubicBezTo>
                      <a:lnTo>
                        <a:pt x="169240" y="116640"/>
                      </a:lnTo>
                      <a:lnTo>
                        <a:pt x="170765" y="115497"/>
                      </a:lnTo>
                      <a:cubicBezTo>
                        <a:pt x="171146" y="115170"/>
                        <a:pt x="171853" y="114843"/>
                        <a:pt x="172725" y="114843"/>
                      </a:cubicBezTo>
                      <a:moveTo>
                        <a:pt x="1685" y="0"/>
                      </a:moveTo>
                      <a:cubicBezTo>
                        <a:pt x="1195" y="0"/>
                        <a:pt x="651" y="218"/>
                        <a:pt x="324" y="653"/>
                      </a:cubicBezTo>
                      <a:cubicBezTo>
                        <a:pt x="-220" y="1416"/>
                        <a:pt x="-57" y="2450"/>
                        <a:pt x="651" y="2995"/>
                      </a:cubicBezTo>
                      <a:cubicBezTo>
                        <a:pt x="11814" y="11217"/>
                        <a:pt x="23140" y="18896"/>
                        <a:pt x="33650" y="27227"/>
                      </a:cubicBezTo>
                      <a:cubicBezTo>
                        <a:pt x="38932" y="31311"/>
                        <a:pt x="44051" y="35504"/>
                        <a:pt x="48842" y="39860"/>
                      </a:cubicBezTo>
                      <a:cubicBezTo>
                        <a:pt x="53743" y="44108"/>
                        <a:pt x="58263" y="48573"/>
                        <a:pt x="62456" y="53256"/>
                      </a:cubicBezTo>
                      <a:cubicBezTo>
                        <a:pt x="66649" y="57884"/>
                        <a:pt x="70188" y="63384"/>
                        <a:pt x="74055" y="68939"/>
                      </a:cubicBezTo>
                      <a:cubicBezTo>
                        <a:pt x="77921" y="74493"/>
                        <a:pt x="82713" y="79666"/>
                        <a:pt x="88648" y="84077"/>
                      </a:cubicBezTo>
                      <a:cubicBezTo>
                        <a:pt x="94584" y="88487"/>
                        <a:pt x="101444" y="92408"/>
                        <a:pt x="109177" y="94913"/>
                      </a:cubicBezTo>
                      <a:cubicBezTo>
                        <a:pt x="111301" y="95566"/>
                        <a:pt x="113534" y="96111"/>
                        <a:pt x="115766" y="96547"/>
                      </a:cubicBezTo>
                      <a:cubicBezTo>
                        <a:pt x="116365" y="104769"/>
                        <a:pt x="122464" y="111794"/>
                        <a:pt x="130904" y="113155"/>
                      </a:cubicBezTo>
                      <a:cubicBezTo>
                        <a:pt x="131830" y="113318"/>
                        <a:pt x="132810" y="113373"/>
                        <a:pt x="133736" y="113373"/>
                      </a:cubicBezTo>
                      <a:cubicBezTo>
                        <a:pt x="137221" y="113373"/>
                        <a:pt x="140597" y="112338"/>
                        <a:pt x="143429" y="110541"/>
                      </a:cubicBezTo>
                      <a:cubicBezTo>
                        <a:pt x="143211" y="116531"/>
                        <a:pt x="147404" y="121922"/>
                        <a:pt x="153503" y="122902"/>
                      </a:cubicBezTo>
                      <a:cubicBezTo>
                        <a:pt x="154156" y="123011"/>
                        <a:pt x="154809" y="123066"/>
                        <a:pt x="155408" y="123066"/>
                      </a:cubicBezTo>
                      <a:cubicBezTo>
                        <a:pt x="158730" y="123066"/>
                        <a:pt x="161834" y="121650"/>
                        <a:pt x="164066" y="119363"/>
                      </a:cubicBezTo>
                      <a:cubicBezTo>
                        <a:pt x="164611" y="123011"/>
                        <a:pt x="167389" y="126115"/>
                        <a:pt x="171255" y="126714"/>
                      </a:cubicBezTo>
                      <a:cubicBezTo>
                        <a:pt x="171744" y="126769"/>
                        <a:pt x="172180" y="126823"/>
                        <a:pt x="172670" y="126823"/>
                      </a:cubicBezTo>
                      <a:cubicBezTo>
                        <a:pt x="176863" y="126823"/>
                        <a:pt x="180566" y="123773"/>
                        <a:pt x="181274" y="119526"/>
                      </a:cubicBezTo>
                      <a:cubicBezTo>
                        <a:pt x="182036" y="114789"/>
                        <a:pt x="178824" y="110323"/>
                        <a:pt x="174086" y="109561"/>
                      </a:cubicBezTo>
                      <a:cubicBezTo>
                        <a:pt x="173596" y="109507"/>
                        <a:pt x="173160" y="109452"/>
                        <a:pt x="172725" y="109452"/>
                      </a:cubicBezTo>
                      <a:cubicBezTo>
                        <a:pt x="170819" y="109452"/>
                        <a:pt x="168967" y="110106"/>
                        <a:pt x="167497" y="111195"/>
                      </a:cubicBezTo>
                      <a:cubicBezTo>
                        <a:pt x="167606" y="105314"/>
                        <a:pt x="163413" y="100032"/>
                        <a:pt x="157369" y="99051"/>
                      </a:cubicBezTo>
                      <a:cubicBezTo>
                        <a:pt x="156770" y="98942"/>
                        <a:pt x="156171" y="98888"/>
                        <a:pt x="155572" y="98888"/>
                      </a:cubicBezTo>
                      <a:cubicBezTo>
                        <a:pt x="154101" y="98888"/>
                        <a:pt x="152631" y="99161"/>
                        <a:pt x="151324" y="99650"/>
                      </a:cubicBezTo>
                      <a:cubicBezTo>
                        <a:pt x="151433" y="99106"/>
                        <a:pt x="151651" y="98616"/>
                        <a:pt x="151760" y="98071"/>
                      </a:cubicBezTo>
                      <a:cubicBezTo>
                        <a:pt x="153339" y="88215"/>
                        <a:pt x="146641" y="78904"/>
                        <a:pt x="136731" y="77324"/>
                      </a:cubicBezTo>
                      <a:cubicBezTo>
                        <a:pt x="135805" y="77161"/>
                        <a:pt x="134879" y="77107"/>
                        <a:pt x="133954" y="77107"/>
                      </a:cubicBezTo>
                      <a:cubicBezTo>
                        <a:pt x="130687" y="77107"/>
                        <a:pt x="127582" y="78032"/>
                        <a:pt x="124860" y="79611"/>
                      </a:cubicBezTo>
                      <a:cubicBezTo>
                        <a:pt x="123988" y="78305"/>
                        <a:pt x="123118" y="77052"/>
                        <a:pt x="122246" y="75800"/>
                      </a:cubicBezTo>
                      <a:cubicBezTo>
                        <a:pt x="118706" y="70627"/>
                        <a:pt x="115276" y="65563"/>
                        <a:pt x="111410" y="60553"/>
                      </a:cubicBezTo>
                      <a:cubicBezTo>
                        <a:pt x="107598" y="55543"/>
                        <a:pt x="103024" y="50805"/>
                        <a:pt x="97469" y="46558"/>
                      </a:cubicBezTo>
                      <a:lnTo>
                        <a:pt x="79881" y="33707"/>
                      </a:lnTo>
                      <a:cubicBezTo>
                        <a:pt x="73837" y="29351"/>
                        <a:pt x="67629" y="25484"/>
                        <a:pt x="61312" y="22000"/>
                      </a:cubicBezTo>
                      <a:cubicBezTo>
                        <a:pt x="54887" y="18678"/>
                        <a:pt x="48406" y="15737"/>
                        <a:pt x="41872" y="13015"/>
                      </a:cubicBezTo>
                      <a:cubicBezTo>
                        <a:pt x="28749" y="7841"/>
                        <a:pt x="15571" y="3648"/>
                        <a:pt x="2175" y="55"/>
                      </a:cubicBezTo>
                      <a:cubicBezTo>
                        <a:pt x="1958" y="0"/>
                        <a:pt x="1849" y="0"/>
                        <a:pt x="1685" y="0"/>
                      </a:cubicBezTo>
                      <a:lnTo>
                        <a:pt x="1685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9" name="Forme libre : forme 1308">
                  <a:extLst>
                    <a:ext uri="{FF2B5EF4-FFF2-40B4-BE49-F238E27FC236}">
                      <a16:creationId xmlns:a16="http://schemas.microsoft.com/office/drawing/2014/main" id="{352B76A2-6933-4D18-8243-F5DA5B0E6C57}"/>
                    </a:ext>
                  </a:extLst>
                </p:cNvPr>
                <p:cNvSpPr/>
                <p:nvPr/>
              </p:nvSpPr>
              <p:spPr>
                <a:xfrm>
                  <a:off x="8909361" y="5075367"/>
                  <a:ext cx="240019" cy="66814"/>
                </a:xfrm>
                <a:custGeom>
                  <a:avLst/>
                  <a:gdLst>
                    <a:gd name="connsiteX0" fmla="*/ 45544 w 240019"/>
                    <a:gd name="connsiteY0" fmla="*/ 5445 h 66814"/>
                    <a:gd name="connsiteX1" fmla="*/ 50009 w 240019"/>
                    <a:gd name="connsiteY1" fmla="*/ 5554 h 66814"/>
                    <a:gd name="connsiteX2" fmla="*/ 74622 w 240019"/>
                    <a:gd name="connsiteY2" fmla="*/ 10019 h 66814"/>
                    <a:gd name="connsiteX3" fmla="*/ 84969 w 240019"/>
                    <a:gd name="connsiteY3" fmla="*/ 13287 h 66814"/>
                    <a:gd name="connsiteX4" fmla="*/ 97765 w 240019"/>
                    <a:gd name="connsiteY4" fmla="*/ 17207 h 66814"/>
                    <a:gd name="connsiteX5" fmla="*/ 120636 w 240019"/>
                    <a:gd name="connsiteY5" fmla="*/ 20583 h 66814"/>
                    <a:gd name="connsiteX6" fmla="*/ 141219 w 240019"/>
                    <a:gd name="connsiteY6" fmla="*/ 22762 h 66814"/>
                    <a:gd name="connsiteX7" fmla="*/ 147808 w 240019"/>
                    <a:gd name="connsiteY7" fmla="*/ 23796 h 66814"/>
                    <a:gd name="connsiteX8" fmla="*/ 164199 w 240019"/>
                    <a:gd name="connsiteY8" fmla="*/ 26737 h 66814"/>
                    <a:gd name="connsiteX9" fmla="*/ 177813 w 240019"/>
                    <a:gd name="connsiteY9" fmla="*/ 31474 h 66814"/>
                    <a:gd name="connsiteX10" fmla="*/ 181298 w 240019"/>
                    <a:gd name="connsiteY10" fmla="*/ 33217 h 66814"/>
                    <a:gd name="connsiteX11" fmla="*/ 184074 w 240019"/>
                    <a:gd name="connsiteY11" fmla="*/ 30494 h 66814"/>
                    <a:gd name="connsiteX12" fmla="*/ 191263 w 240019"/>
                    <a:gd name="connsiteY12" fmla="*/ 27499 h 66814"/>
                    <a:gd name="connsiteX13" fmla="*/ 192896 w 240019"/>
                    <a:gd name="connsiteY13" fmla="*/ 27608 h 66814"/>
                    <a:gd name="connsiteX14" fmla="*/ 201391 w 240019"/>
                    <a:gd name="connsiteY14" fmla="*/ 39370 h 66814"/>
                    <a:gd name="connsiteX15" fmla="*/ 200955 w 240019"/>
                    <a:gd name="connsiteY15" fmla="*/ 40840 h 66814"/>
                    <a:gd name="connsiteX16" fmla="*/ 199811 w 240019"/>
                    <a:gd name="connsiteY16" fmla="*/ 44489 h 66814"/>
                    <a:gd name="connsiteX17" fmla="*/ 196490 w 240019"/>
                    <a:gd name="connsiteY17" fmla="*/ 46503 h 66814"/>
                    <a:gd name="connsiteX18" fmla="*/ 191208 w 240019"/>
                    <a:gd name="connsiteY18" fmla="*/ 48028 h 66814"/>
                    <a:gd name="connsiteX19" fmla="*/ 189629 w 240019"/>
                    <a:gd name="connsiteY19" fmla="*/ 47919 h 66814"/>
                    <a:gd name="connsiteX20" fmla="*/ 181298 w 240019"/>
                    <a:gd name="connsiteY20" fmla="*/ 40023 h 66814"/>
                    <a:gd name="connsiteX21" fmla="*/ 179936 w 240019"/>
                    <a:gd name="connsiteY21" fmla="*/ 34034 h 66814"/>
                    <a:gd name="connsiteX22" fmla="*/ 174109 w 240019"/>
                    <a:gd name="connsiteY22" fmla="*/ 36103 h 66814"/>
                    <a:gd name="connsiteX23" fmla="*/ 172313 w 240019"/>
                    <a:gd name="connsiteY23" fmla="*/ 36756 h 66814"/>
                    <a:gd name="connsiteX24" fmla="*/ 164471 w 240019"/>
                    <a:gd name="connsiteY24" fmla="*/ 39479 h 66814"/>
                    <a:gd name="connsiteX25" fmla="*/ 140784 w 240019"/>
                    <a:gd name="connsiteY25" fmla="*/ 44706 h 66814"/>
                    <a:gd name="connsiteX26" fmla="*/ 135828 w 240019"/>
                    <a:gd name="connsiteY26" fmla="*/ 44924 h 66814"/>
                    <a:gd name="connsiteX27" fmla="*/ 116170 w 240019"/>
                    <a:gd name="connsiteY27" fmla="*/ 41766 h 66814"/>
                    <a:gd name="connsiteX28" fmla="*/ 92211 w 240019"/>
                    <a:gd name="connsiteY28" fmla="*/ 31529 h 66814"/>
                    <a:gd name="connsiteX29" fmla="*/ 79632 w 240019"/>
                    <a:gd name="connsiteY29" fmla="*/ 24994 h 66814"/>
                    <a:gd name="connsiteX30" fmla="*/ 70756 w 240019"/>
                    <a:gd name="connsiteY30" fmla="*/ 20311 h 66814"/>
                    <a:gd name="connsiteX31" fmla="*/ 49301 w 240019"/>
                    <a:gd name="connsiteY31" fmla="*/ 11108 h 66814"/>
                    <a:gd name="connsiteX32" fmla="*/ 27738 w 240019"/>
                    <a:gd name="connsiteY32" fmla="*/ 7297 h 66814"/>
                    <a:gd name="connsiteX33" fmla="*/ 45544 w 240019"/>
                    <a:gd name="connsiteY33" fmla="*/ 5445 h 66814"/>
                    <a:gd name="connsiteX34" fmla="*/ 45544 w 240019"/>
                    <a:gd name="connsiteY34" fmla="*/ 5445 h 66814"/>
                    <a:gd name="connsiteX35" fmla="*/ 211683 w 240019"/>
                    <a:gd name="connsiteY35" fmla="*/ 46667 h 66814"/>
                    <a:gd name="connsiteX36" fmla="*/ 212826 w 240019"/>
                    <a:gd name="connsiteY36" fmla="*/ 46776 h 66814"/>
                    <a:gd name="connsiteX37" fmla="*/ 218108 w 240019"/>
                    <a:gd name="connsiteY37" fmla="*/ 50587 h 66814"/>
                    <a:gd name="connsiteX38" fmla="*/ 219960 w 240019"/>
                    <a:gd name="connsiteY38" fmla="*/ 53964 h 66814"/>
                    <a:gd name="connsiteX39" fmla="*/ 218162 w 240019"/>
                    <a:gd name="connsiteY39" fmla="*/ 57394 h 66814"/>
                    <a:gd name="connsiteX40" fmla="*/ 211628 w 240019"/>
                    <a:gd name="connsiteY40" fmla="*/ 61424 h 66814"/>
                    <a:gd name="connsiteX41" fmla="*/ 210485 w 240019"/>
                    <a:gd name="connsiteY41" fmla="*/ 61315 h 66814"/>
                    <a:gd name="connsiteX42" fmla="*/ 205693 w 240019"/>
                    <a:gd name="connsiteY42" fmla="*/ 58374 h 66814"/>
                    <a:gd name="connsiteX43" fmla="*/ 204386 w 240019"/>
                    <a:gd name="connsiteY43" fmla="*/ 53038 h 66814"/>
                    <a:gd name="connsiteX44" fmla="*/ 204549 w 240019"/>
                    <a:gd name="connsiteY44" fmla="*/ 52385 h 66814"/>
                    <a:gd name="connsiteX45" fmla="*/ 205366 w 240019"/>
                    <a:gd name="connsiteY45" fmla="*/ 48899 h 66814"/>
                    <a:gd name="connsiteX46" fmla="*/ 208525 w 240019"/>
                    <a:gd name="connsiteY46" fmla="*/ 47375 h 66814"/>
                    <a:gd name="connsiteX47" fmla="*/ 211683 w 240019"/>
                    <a:gd name="connsiteY47" fmla="*/ 46667 h 66814"/>
                    <a:gd name="connsiteX48" fmla="*/ 230523 w 240019"/>
                    <a:gd name="connsiteY48" fmla="*/ 49662 h 66814"/>
                    <a:gd name="connsiteX49" fmla="*/ 231177 w 240019"/>
                    <a:gd name="connsiteY49" fmla="*/ 49716 h 66814"/>
                    <a:gd name="connsiteX50" fmla="*/ 233900 w 240019"/>
                    <a:gd name="connsiteY50" fmla="*/ 51404 h 66814"/>
                    <a:gd name="connsiteX51" fmla="*/ 234662 w 240019"/>
                    <a:gd name="connsiteY51" fmla="*/ 54562 h 66814"/>
                    <a:gd name="connsiteX52" fmla="*/ 230523 w 240019"/>
                    <a:gd name="connsiteY52" fmla="*/ 58102 h 66814"/>
                    <a:gd name="connsiteX53" fmla="*/ 229870 w 240019"/>
                    <a:gd name="connsiteY53" fmla="*/ 58048 h 66814"/>
                    <a:gd name="connsiteX54" fmla="*/ 227311 w 240019"/>
                    <a:gd name="connsiteY54" fmla="*/ 56523 h 66814"/>
                    <a:gd name="connsiteX55" fmla="*/ 225242 w 240019"/>
                    <a:gd name="connsiteY55" fmla="*/ 53964 h 66814"/>
                    <a:gd name="connsiteX56" fmla="*/ 227256 w 240019"/>
                    <a:gd name="connsiteY56" fmla="*/ 51350 h 66814"/>
                    <a:gd name="connsiteX57" fmla="*/ 230523 w 240019"/>
                    <a:gd name="connsiteY57" fmla="*/ 49662 h 66814"/>
                    <a:gd name="connsiteX58" fmla="*/ 45544 w 240019"/>
                    <a:gd name="connsiteY58" fmla="*/ 0 h 66814"/>
                    <a:gd name="connsiteX59" fmla="*/ 838 w 240019"/>
                    <a:gd name="connsiteY59" fmla="*/ 11490 h 66814"/>
                    <a:gd name="connsiteX60" fmla="*/ 21 w 240019"/>
                    <a:gd name="connsiteY60" fmla="*/ 13287 h 66814"/>
                    <a:gd name="connsiteX61" fmla="*/ 1654 w 240019"/>
                    <a:gd name="connsiteY61" fmla="*/ 14594 h 66814"/>
                    <a:gd name="connsiteX62" fmla="*/ 1981 w 240019"/>
                    <a:gd name="connsiteY62" fmla="*/ 14539 h 66814"/>
                    <a:gd name="connsiteX63" fmla="*/ 21911 w 240019"/>
                    <a:gd name="connsiteY63" fmla="*/ 12470 h 66814"/>
                    <a:gd name="connsiteX64" fmla="*/ 47613 w 240019"/>
                    <a:gd name="connsiteY64" fmla="*/ 16227 h 66814"/>
                    <a:gd name="connsiteX65" fmla="*/ 68088 w 240019"/>
                    <a:gd name="connsiteY65" fmla="*/ 24994 h 66814"/>
                    <a:gd name="connsiteX66" fmla="*/ 89706 w 240019"/>
                    <a:gd name="connsiteY66" fmla="*/ 36321 h 66814"/>
                    <a:gd name="connsiteX67" fmla="*/ 114374 w 240019"/>
                    <a:gd name="connsiteY67" fmla="*/ 46830 h 66814"/>
                    <a:gd name="connsiteX68" fmla="*/ 135719 w 240019"/>
                    <a:gd name="connsiteY68" fmla="*/ 50261 h 66814"/>
                    <a:gd name="connsiteX69" fmla="*/ 141165 w 240019"/>
                    <a:gd name="connsiteY69" fmla="*/ 50043 h 66814"/>
                    <a:gd name="connsiteX70" fmla="*/ 166105 w 240019"/>
                    <a:gd name="connsiteY70" fmla="*/ 44543 h 66814"/>
                    <a:gd name="connsiteX71" fmla="*/ 175852 w 240019"/>
                    <a:gd name="connsiteY71" fmla="*/ 41113 h 66814"/>
                    <a:gd name="connsiteX72" fmla="*/ 188649 w 240019"/>
                    <a:gd name="connsiteY72" fmla="*/ 53201 h 66814"/>
                    <a:gd name="connsiteX73" fmla="*/ 191044 w 240019"/>
                    <a:gd name="connsiteY73" fmla="*/ 53419 h 66814"/>
                    <a:gd name="connsiteX74" fmla="*/ 199158 w 240019"/>
                    <a:gd name="connsiteY74" fmla="*/ 51132 h 66814"/>
                    <a:gd name="connsiteX75" fmla="*/ 198941 w 240019"/>
                    <a:gd name="connsiteY75" fmla="*/ 51949 h 66814"/>
                    <a:gd name="connsiteX76" fmla="*/ 209559 w 240019"/>
                    <a:gd name="connsiteY76" fmla="*/ 66651 h 66814"/>
                    <a:gd name="connsiteX77" fmla="*/ 211574 w 240019"/>
                    <a:gd name="connsiteY77" fmla="*/ 66815 h 66814"/>
                    <a:gd name="connsiteX78" fmla="*/ 222900 w 240019"/>
                    <a:gd name="connsiteY78" fmla="*/ 59845 h 66814"/>
                    <a:gd name="connsiteX79" fmla="*/ 228836 w 240019"/>
                    <a:gd name="connsiteY79" fmla="*/ 63330 h 66814"/>
                    <a:gd name="connsiteX80" fmla="*/ 230360 w 240019"/>
                    <a:gd name="connsiteY80" fmla="*/ 63438 h 66814"/>
                    <a:gd name="connsiteX81" fmla="*/ 239889 w 240019"/>
                    <a:gd name="connsiteY81" fmla="*/ 55325 h 66814"/>
                    <a:gd name="connsiteX82" fmla="*/ 231885 w 240019"/>
                    <a:gd name="connsiteY82" fmla="*/ 44271 h 66814"/>
                    <a:gd name="connsiteX83" fmla="*/ 230360 w 240019"/>
                    <a:gd name="connsiteY83" fmla="*/ 44162 h 66814"/>
                    <a:gd name="connsiteX84" fmla="*/ 222737 w 240019"/>
                    <a:gd name="connsiteY84" fmla="*/ 47919 h 66814"/>
                    <a:gd name="connsiteX85" fmla="*/ 213534 w 240019"/>
                    <a:gd name="connsiteY85" fmla="*/ 41330 h 66814"/>
                    <a:gd name="connsiteX86" fmla="*/ 211519 w 240019"/>
                    <a:gd name="connsiteY86" fmla="*/ 41167 h 66814"/>
                    <a:gd name="connsiteX87" fmla="*/ 205965 w 240019"/>
                    <a:gd name="connsiteY87" fmla="*/ 42474 h 66814"/>
                    <a:gd name="connsiteX88" fmla="*/ 206564 w 240019"/>
                    <a:gd name="connsiteY88" fmla="*/ 40241 h 66814"/>
                    <a:gd name="connsiteX89" fmla="*/ 193550 w 240019"/>
                    <a:gd name="connsiteY89" fmla="*/ 22271 h 66814"/>
                    <a:gd name="connsiteX90" fmla="*/ 191044 w 240019"/>
                    <a:gd name="connsiteY90" fmla="*/ 22054 h 66814"/>
                    <a:gd name="connsiteX91" fmla="*/ 180045 w 240019"/>
                    <a:gd name="connsiteY91" fmla="*/ 26628 h 66814"/>
                    <a:gd name="connsiteX92" fmla="*/ 165288 w 240019"/>
                    <a:gd name="connsiteY92" fmla="*/ 21509 h 66814"/>
                    <a:gd name="connsiteX93" fmla="*/ 141927 w 240019"/>
                    <a:gd name="connsiteY93" fmla="*/ 17425 h 66814"/>
                    <a:gd name="connsiteX94" fmla="*/ 120744 w 240019"/>
                    <a:gd name="connsiteY94" fmla="*/ 15192 h 66814"/>
                    <a:gd name="connsiteX95" fmla="*/ 99072 w 240019"/>
                    <a:gd name="connsiteY95" fmla="*/ 11980 h 66814"/>
                    <a:gd name="connsiteX96" fmla="*/ 75984 w 240019"/>
                    <a:gd name="connsiteY96" fmla="*/ 4792 h 66814"/>
                    <a:gd name="connsiteX97" fmla="*/ 50118 w 240019"/>
                    <a:gd name="connsiteY97" fmla="*/ 109 h 66814"/>
                    <a:gd name="connsiteX98" fmla="*/ 45544 w 240019"/>
                    <a:gd name="connsiteY98" fmla="*/ 0 h 66814"/>
                    <a:gd name="connsiteX99" fmla="*/ 45544 w 240019"/>
                    <a:gd name="connsiteY99" fmla="*/ 0 h 66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240019" h="66814">
                      <a:moveTo>
                        <a:pt x="45544" y="5445"/>
                      </a:moveTo>
                      <a:cubicBezTo>
                        <a:pt x="47014" y="5445"/>
                        <a:pt x="48539" y="5500"/>
                        <a:pt x="50009" y="5554"/>
                      </a:cubicBezTo>
                      <a:cubicBezTo>
                        <a:pt x="57197" y="5935"/>
                        <a:pt x="65256" y="7406"/>
                        <a:pt x="74622" y="10019"/>
                      </a:cubicBezTo>
                      <a:cubicBezTo>
                        <a:pt x="78162" y="11054"/>
                        <a:pt x="81592" y="12198"/>
                        <a:pt x="84969" y="13287"/>
                      </a:cubicBezTo>
                      <a:cubicBezTo>
                        <a:pt x="89433" y="14702"/>
                        <a:pt x="93627" y="16064"/>
                        <a:pt x="97765" y="17207"/>
                      </a:cubicBezTo>
                      <a:cubicBezTo>
                        <a:pt x="104463" y="19113"/>
                        <a:pt x="111488" y="20148"/>
                        <a:pt x="120636" y="20583"/>
                      </a:cubicBezTo>
                      <a:cubicBezTo>
                        <a:pt x="127933" y="20965"/>
                        <a:pt x="134630" y="21673"/>
                        <a:pt x="141219" y="22762"/>
                      </a:cubicBezTo>
                      <a:cubicBezTo>
                        <a:pt x="143343" y="23143"/>
                        <a:pt x="145521" y="23470"/>
                        <a:pt x="147808" y="23796"/>
                      </a:cubicBezTo>
                      <a:cubicBezTo>
                        <a:pt x="153036" y="24613"/>
                        <a:pt x="158427" y="25430"/>
                        <a:pt x="164199" y="26737"/>
                      </a:cubicBezTo>
                      <a:cubicBezTo>
                        <a:pt x="169590" y="28044"/>
                        <a:pt x="174000" y="29568"/>
                        <a:pt x="177813" y="31474"/>
                      </a:cubicBezTo>
                      <a:lnTo>
                        <a:pt x="181298" y="33217"/>
                      </a:lnTo>
                      <a:lnTo>
                        <a:pt x="184074" y="30494"/>
                      </a:lnTo>
                      <a:cubicBezTo>
                        <a:pt x="186035" y="28588"/>
                        <a:pt x="188594" y="27499"/>
                        <a:pt x="191263" y="27499"/>
                      </a:cubicBezTo>
                      <a:cubicBezTo>
                        <a:pt x="191807" y="27499"/>
                        <a:pt x="192351" y="27554"/>
                        <a:pt x="192896" y="27608"/>
                      </a:cubicBezTo>
                      <a:cubicBezTo>
                        <a:pt x="198450" y="28479"/>
                        <a:pt x="202262" y="33761"/>
                        <a:pt x="201391" y="39370"/>
                      </a:cubicBezTo>
                      <a:cubicBezTo>
                        <a:pt x="201336" y="39860"/>
                        <a:pt x="201173" y="40296"/>
                        <a:pt x="200955" y="40840"/>
                      </a:cubicBezTo>
                      <a:lnTo>
                        <a:pt x="199811" y="44489"/>
                      </a:lnTo>
                      <a:lnTo>
                        <a:pt x="196490" y="46503"/>
                      </a:lnTo>
                      <a:cubicBezTo>
                        <a:pt x="194857" y="47484"/>
                        <a:pt x="193005" y="48028"/>
                        <a:pt x="191208" y="48028"/>
                      </a:cubicBezTo>
                      <a:cubicBezTo>
                        <a:pt x="190664" y="48028"/>
                        <a:pt x="190173" y="47974"/>
                        <a:pt x="189629" y="47919"/>
                      </a:cubicBezTo>
                      <a:cubicBezTo>
                        <a:pt x="185490" y="47266"/>
                        <a:pt x="182223" y="44162"/>
                        <a:pt x="181298" y="40023"/>
                      </a:cubicBezTo>
                      <a:lnTo>
                        <a:pt x="179936" y="34034"/>
                      </a:lnTo>
                      <a:lnTo>
                        <a:pt x="174109" y="36103"/>
                      </a:lnTo>
                      <a:lnTo>
                        <a:pt x="172313" y="36756"/>
                      </a:lnTo>
                      <a:cubicBezTo>
                        <a:pt x="169699" y="37682"/>
                        <a:pt x="167139" y="38608"/>
                        <a:pt x="164471" y="39479"/>
                      </a:cubicBezTo>
                      <a:cubicBezTo>
                        <a:pt x="157882" y="41657"/>
                        <a:pt x="149932" y="43998"/>
                        <a:pt x="140784" y="44706"/>
                      </a:cubicBezTo>
                      <a:cubicBezTo>
                        <a:pt x="139150" y="44815"/>
                        <a:pt x="137462" y="44924"/>
                        <a:pt x="135828" y="44924"/>
                      </a:cubicBezTo>
                      <a:cubicBezTo>
                        <a:pt x="129185" y="44924"/>
                        <a:pt x="122542" y="43835"/>
                        <a:pt x="116170" y="41766"/>
                      </a:cubicBezTo>
                      <a:cubicBezTo>
                        <a:pt x="107893" y="38989"/>
                        <a:pt x="99725" y="35177"/>
                        <a:pt x="92211" y="31529"/>
                      </a:cubicBezTo>
                      <a:cubicBezTo>
                        <a:pt x="87855" y="29405"/>
                        <a:pt x="83662" y="27172"/>
                        <a:pt x="79632" y="24994"/>
                      </a:cubicBezTo>
                      <a:cubicBezTo>
                        <a:pt x="76582" y="23361"/>
                        <a:pt x="73588" y="21782"/>
                        <a:pt x="70756" y="20311"/>
                      </a:cubicBezTo>
                      <a:cubicBezTo>
                        <a:pt x="62425" y="15846"/>
                        <a:pt x="55781" y="13014"/>
                        <a:pt x="49301" y="11108"/>
                      </a:cubicBezTo>
                      <a:cubicBezTo>
                        <a:pt x="42440" y="8985"/>
                        <a:pt x="35198" y="7732"/>
                        <a:pt x="27738" y="7297"/>
                      </a:cubicBezTo>
                      <a:cubicBezTo>
                        <a:pt x="33510" y="6044"/>
                        <a:pt x="39500" y="5445"/>
                        <a:pt x="45544" y="5445"/>
                      </a:cubicBezTo>
                      <a:lnTo>
                        <a:pt x="45544" y="5445"/>
                      </a:lnTo>
                      <a:moveTo>
                        <a:pt x="211683" y="46667"/>
                      </a:moveTo>
                      <a:cubicBezTo>
                        <a:pt x="212064" y="46667"/>
                        <a:pt x="212445" y="46721"/>
                        <a:pt x="212826" y="46776"/>
                      </a:cubicBezTo>
                      <a:cubicBezTo>
                        <a:pt x="215059" y="47157"/>
                        <a:pt x="216965" y="48518"/>
                        <a:pt x="218108" y="50587"/>
                      </a:cubicBezTo>
                      <a:lnTo>
                        <a:pt x="219960" y="53964"/>
                      </a:lnTo>
                      <a:lnTo>
                        <a:pt x="218162" y="57394"/>
                      </a:lnTo>
                      <a:cubicBezTo>
                        <a:pt x="216856" y="59899"/>
                        <a:pt x="214405" y="61424"/>
                        <a:pt x="211628" y="61424"/>
                      </a:cubicBezTo>
                      <a:cubicBezTo>
                        <a:pt x="211247" y="61424"/>
                        <a:pt x="210866" y="61369"/>
                        <a:pt x="210485" y="61315"/>
                      </a:cubicBezTo>
                      <a:cubicBezTo>
                        <a:pt x="208525" y="60988"/>
                        <a:pt x="206836" y="59954"/>
                        <a:pt x="205693" y="58374"/>
                      </a:cubicBezTo>
                      <a:cubicBezTo>
                        <a:pt x="204549" y="56850"/>
                        <a:pt x="204114" y="54944"/>
                        <a:pt x="204386" y="53038"/>
                      </a:cubicBezTo>
                      <a:cubicBezTo>
                        <a:pt x="204441" y="52820"/>
                        <a:pt x="204494" y="52602"/>
                        <a:pt x="204549" y="52385"/>
                      </a:cubicBezTo>
                      <a:lnTo>
                        <a:pt x="205366" y="48899"/>
                      </a:lnTo>
                      <a:lnTo>
                        <a:pt x="208525" y="47375"/>
                      </a:lnTo>
                      <a:cubicBezTo>
                        <a:pt x="209504" y="46939"/>
                        <a:pt x="210593" y="46667"/>
                        <a:pt x="211683" y="46667"/>
                      </a:cubicBezTo>
                      <a:moveTo>
                        <a:pt x="230523" y="49662"/>
                      </a:moveTo>
                      <a:cubicBezTo>
                        <a:pt x="230742" y="49662"/>
                        <a:pt x="230960" y="49662"/>
                        <a:pt x="231177" y="49716"/>
                      </a:cubicBezTo>
                      <a:cubicBezTo>
                        <a:pt x="232266" y="49880"/>
                        <a:pt x="233246" y="50478"/>
                        <a:pt x="233900" y="51404"/>
                      </a:cubicBezTo>
                      <a:cubicBezTo>
                        <a:pt x="234553" y="52330"/>
                        <a:pt x="234826" y="53419"/>
                        <a:pt x="234662" y="54562"/>
                      </a:cubicBezTo>
                      <a:cubicBezTo>
                        <a:pt x="234336" y="56577"/>
                        <a:pt x="232538" y="58102"/>
                        <a:pt x="230523" y="58102"/>
                      </a:cubicBezTo>
                      <a:cubicBezTo>
                        <a:pt x="230306" y="58102"/>
                        <a:pt x="230088" y="58102"/>
                        <a:pt x="229870" y="58048"/>
                      </a:cubicBezTo>
                      <a:cubicBezTo>
                        <a:pt x="228618" y="57830"/>
                        <a:pt x="227746" y="57122"/>
                        <a:pt x="227311" y="56523"/>
                      </a:cubicBezTo>
                      <a:lnTo>
                        <a:pt x="225242" y="53964"/>
                      </a:lnTo>
                      <a:lnTo>
                        <a:pt x="227256" y="51350"/>
                      </a:lnTo>
                      <a:cubicBezTo>
                        <a:pt x="228019" y="50261"/>
                        <a:pt x="229217" y="49662"/>
                        <a:pt x="230523" y="49662"/>
                      </a:cubicBezTo>
                      <a:moveTo>
                        <a:pt x="45544" y="0"/>
                      </a:moveTo>
                      <a:cubicBezTo>
                        <a:pt x="29534" y="0"/>
                        <a:pt x="13961" y="3975"/>
                        <a:pt x="838" y="11490"/>
                      </a:cubicBezTo>
                      <a:cubicBezTo>
                        <a:pt x="239" y="11816"/>
                        <a:pt x="-88" y="12579"/>
                        <a:pt x="21" y="13287"/>
                      </a:cubicBezTo>
                      <a:cubicBezTo>
                        <a:pt x="184" y="14049"/>
                        <a:pt x="892" y="14594"/>
                        <a:pt x="1654" y="14594"/>
                      </a:cubicBezTo>
                      <a:cubicBezTo>
                        <a:pt x="1763" y="14594"/>
                        <a:pt x="1872" y="14594"/>
                        <a:pt x="1981" y="14539"/>
                      </a:cubicBezTo>
                      <a:cubicBezTo>
                        <a:pt x="8624" y="13178"/>
                        <a:pt x="15322" y="12470"/>
                        <a:pt x="21911" y="12470"/>
                      </a:cubicBezTo>
                      <a:cubicBezTo>
                        <a:pt x="30787" y="12470"/>
                        <a:pt x="39500" y="13722"/>
                        <a:pt x="47613" y="16227"/>
                      </a:cubicBezTo>
                      <a:cubicBezTo>
                        <a:pt x="54693" y="18296"/>
                        <a:pt x="61281" y="21346"/>
                        <a:pt x="68088" y="24994"/>
                      </a:cubicBezTo>
                      <a:cubicBezTo>
                        <a:pt x="74949" y="28479"/>
                        <a:pt x="81973" y="32509"/>
                        <a:pt x="89706" y="36321"/>
                      </a:cubicBezTo>
                      <a:cubicBezTo>
                        <a:pt x="97493" y="40132"/>
                        <a:pt x="105770" y="43998"/>
                        <a:pt x="114374" y="46830"/>
                      </a:cubicBezTo>
                      <a:cubicBezTo>
                        <a:pt x="121289" y="49117"/>
                        <a:pt x="128477" y="50261"/>
                        <a:pt x="135719" y="50261"/>
                      </a:cubicBezTo>
                      <a:cubicBezTo>
                        <a:pt x="137517" y="50261"/>
                        <a:pt x="139313" y="50206"/>
                        <a:pt x="141165" y="50043"/>
                      </a:cubicBezTo>
                      <a:cubicBezTo>
                        <a:pt x="150368" y="49335"/>
                        <a:pt x="158645" y="47048"/>
                        <a:pt x="166105" y="44543"/>
                      </a:cubicBezTo>
                      <a:cubicBezTo>
                        <a:pt x="169426" y="43454"/>
                        <a:pt x="172585" y="42256"/>
                        <a:pt x="175852" y="41113"/>
                      </a:cubicBezTo>
                      <a:cubicBezTo>
                        <a:pt x="177214" y="47211"/>
                        <a:pt x="182114" y="52167"/>
                        <a:pt x="188649" y="53201"/>
                      </a:cubicBezTo>
                      <a:cubicBezTo>
                        <a:pt x="189466" y="53310"/>
                        <a:pt x="190282" y="53419"/>
                        <a:pt x="191044" y="53419"/>
                      </a:cubicBezTo>
                      <a:cubicBezTo>
                        <a:pt x="193985" y="53419"/>
                        <a:pt x="196708" y="52602"/>
                        <a:pt x="199158" y="51132"/>
                      </a:cubicBezTo>
                      <a:cubicBezTo>
                        <a:pt x="199104" y="51404"/>
                        <a:pt x="198995" y="51677"/>
                        <a:pt x="198941" y="51949"/>
                      </a:cubicBezTo>
                      <a:cubicBezTo>
                        <a:pt x="197797" y="58919"/>
                        <a:pt x="202589" y="65508"/>
                        <a:pt x="209559" y="66651"/>
                      </a:cubicBezTo>
                      <a:cubicBezTo>
                        <a:pt x="210267" y="66760"/>
                        <a:pt x="210920" y="66815"/>
                        <a:pt x="211574" y="66815"/>
                      </a:cubicBezTo>
                      <a:cubicBezTo>
                        <a:pt x="216420" y="66815"/>
                        <a:pt x="220722" y="64038"/>
                        <a:pt x="222900" y="59845"/>
                      </a:cubicBezTo>
                      <a:cubicBezTo>
                        <a:pt x="224370" y="61642"/>
                        <a:pt x="226385" y="62949"/>
                        <a:pt x="228836" y="63330"/>
                      </a:cubicBezTo>
                      <a:cubicBezTo>
                        <a:pt x="229380" y="63438"/>
                        <a:pt x="229870" y="63438"/>
                        <a:pt x="230360" y="63438"/>
                      </a:cubicBezTo>
                      <a:cubicBezTo>
                        <a:pt x="235044" y="63438"/>
                        <a:pt x="239128" y="60062"/>
                        <a:pt x="239889" y="55325"/>
                      </a:cubicBezTo>
                      <a:cubicBezTo>
                        <a:pt x="240761" y="50043"/>
                        <a:pt x="237167" y="45088"/>
                        <a:pt x="231885" y="44271"/>
                      </a:cubicBezTo>
                      <a:cubicBezTo>
                        <a:pt x="231395" y="44162"/>
                        <a:pt x="230851" y="44162"/>
                        <a:pt x="230360" y="44162"/>
                      </a:cubicBezTo>
                      <a:cubicBezTo>
                        <a:pt x="227311" y="44162"/>
                        <a:pt x="224534" y="45632"/>
                        <a:pt x="222737" y="47919"/>
                      </a:cubicBezTo>
                      <a:cubicBezTo>
                        <a:pt x="220885" y="44543"/>
                        <a:pt x="217618" y="41984"/>
                        <a:pt x="213534" y="41330"/>
                      </a:cubicBezTo>
                      <a:cubicBezTo>
                        <a:pt x="212881" y="41222"/>
                        <a:pt x="212173" y="41167"/>
                        <a:pt x="211519" y="41167"/>
                      </a:cubicBezTo>
                      <a:cubicBezTo>
                        <a:pt x="209559" y="41167"/>
                        <a:pt x="207653" y="41602"/>
                        <a:pt x="205965" y="42474"/>
                      </a:cubicBezTo>
                      <a:cubicBezTo>
                        <a:pt x="206183" y="41766"/>
                        <a:pt x="206455" y="41004"/>
                        <a:pt x="206564" y="40241"/>
                      </a:cubicBezTo>
                      <a:cubicBezTo>
                        <a:pt x="207925" y="31692"/>
                        <a:pt x="202099" y="23633"/>
                        <a:pt x="193550" y="22271"/>
                      </a:cubicBezTo>
                      <a:cubicBezTo>
                        <a:pt x="192733" y="22163"/>
                        <a:pt x="191861" y="22054"/>
                        <a:pt x="191044" y="22054"/>
                      </a:cubicBezTo>
                      <a:cubicBezTo>
                        <a:pt x="186851" y="22054"/>
                        <a:pt x="182931" y="23796"/>
                        <a:pt x="180045" y="26628"/>
                      </a:cubicBezTo>
                      <a:cubicBezTo>
                        <a:pt x="175253" y="24232"/>
                        <a:pt x="170134" y="22653"/>
                        <a:pt x="165288" y="21509"/>
                      </a:cubicBezTo>
                      <a:cubicBezTo>
                        <a:pt x="156630" y="19549"/>
                        <a:pt x="148788" y="18623"/>
                        <a:pt x="141927" y="17425"/>
                      </a:cubicBezTo>
                      <a:cubicBezTo>
                        <a:pt x="134848" y="16282"/>
                        <a:pt x="127933" y="15574"/>
                        <a:pt x="120744" y="15192"/>
                      </a:cubicBezTo>
                      <a:cubicBezTo>
                        <a:pt x="113502" y="14866"/>
                        <a:pt x="106315" y="14049"/>
                        <a:pt x="99072" y="11980"/>
                      </a:cubicBezTo>
                      <a:cubicBezTo>
                        <a:pt x="91775" y="9965"/>
                        <a:pt x="84152" y="7242"/>
                        <a:pt x="75984" y="4792"/>
                      </a:cubicBezTo>
                      <a:cubicBezTo>
                        <a:pt x="67815" y="2505"/>
                        <a:pt x="58994" y="599"/>
                        <a:pt x="50118" y="109"/>
                      </a:cubicBezTo>
                      <a:cubicBezTo>
                        <a:pt x="48702" y="55"/>
                        <a:pt x="47123" y="0"/>
                        <a:pt x="45544" y="0"/>
                      </a:cubicBezTo>
                      <a:lnTo>
                        <a:pt x="45544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0" name="Forme libre : forme 1309">
                  <a:extLst>
                    <a:ext uri="{FF2B5EF4-FFF2-40B4-BE49-F238E27FC236}">
                      <a16:creationId xmlns:a16="http://schemas.microsoft.com/office/drawing/2014/main" id="{7B8A67BB-7BE2-4730-848C-0DE7B7D48907}"/>
                    </a:ext>
                  </a:extLst>
                </p:cNvPr>
                <p:cNvSpPr/>
                <p:nvPr/>
              </p:nvSpPr>
              <p:spPr>
                <a:xfrm>
                  <a:off x="8922975" y="5047378"/>
                  <a:ext cx="204754" cy="45577"/>
                </a:xfrm>
                <a:custGeom>
                  <a:avLst/>
                  <a:gdLst>
                    <a:gd name="connsiteX0" fmla="*/ 98364 w 204754"/>
                    <a:gd name="connsiteY0" fmla="*/ 5445 h 45577"/>
                    <a:gd name="connsiteX1" fmla="*/ 110126 w 204754"/>
                    <a:gd name="connsiteY1" fmla="*/ 6752 h 45577"/>
                    <a:gd name="connsiteX2" fmla="*/ 126082 w 204754"/>
                    <a:gd name="connsiteY2" fmla="*/ 11054 h 45577"/>
                    <a:gd name="connsiteX3" fmla="*/ 137843 w 204754"/>
                    <a:gd name="connsiteY3" fmla="*/ 14648 h 45577"/>
                    <a:gd name="connsiteX4" fmla="*/ 141165 w 204754"/>
                    <a:gd name="connsiteY4" fmla="*/ 15683 h 45577"/>
                    <a:gd name="connsiteX5" fmla="*/ 143507 w 204754"/>
                    <a:gd name="connsiteY5" fmla="*/ 13069 h 45577"/>
                    <a:gd name="connsiteX6" fmla="*/ 150749 w 204754"/>
                    <a:gd name="connsiteY6" fmla="*/ 9802 h 45577"/>
                    <a:gd name="connsiteX7" fmla="*/ 152274 w 204754"/>
                    <a:gd name="connsiteY7" fmla="*/ 9911 h 45577"/>
                    <a:gd name="connsiteX8" fmla="*/ 160170 w 204754"/>
                    <a:gd name="connsiteY8" fmla="*/ 17262 h 45577"/>
                    <a:gd name="connsiteX9" fmla="*/ 161748 w 204754"/>
                    <a:gd name="connsiteY9" fmla="*/ 23796 h 45577"/>
                    <a:gd name="connsiteX10" fmla="*/ 167793 w 204754"/>
                    <a:gd name="connsiteY10" fmla="*/ 20910 h 45577"/>
                    <a:gd name="connsiteX11" fmla="*/ 170897 w 204754"/>
                    <a:gd name="connsiteY11" fmla="*/ 20202 h 45577"/>
                    <a:gd name="connsiteX12" fmla="*/ 172040 w 204754"/>
                    <a:gd name="connsiteY12" fmla="*/ 20311 h 45577"/>
                    <a:gd name="connsiteX13" fmla="*/ 178085 w 204754"/>
                    <a:gd name="connsiteY13" fmla="*/ 26846 h 45577"/>
                    <a:gd name="connsiteX14" fmla="*/ 178303 w 204754"/>
                    <a:gd name="connsiteY14" fmla="*/ 29568 h 45577"/>
                    <a:gd name="connsiteX15" fmla="*/ 176669 w 204754"/>
                    <a:gd name="connsiteY15" fmla="*/ 31747 h 45577"/>
                    <a:gd name="connsiteX16" fmla="*/ 170897 w 204754"/>
                    <a:gd name="connsiteY16" fmla="*/ 34687 h 45577"/>
                    <a:gd name="connsiteX17" fmla="*/ 169753 w 204754"/>
                    <a:gd name="connsiteY17" fmla="*/ 34578 h 45577"/>
                    <a:gd name="connsiteX18" fmla="*/ 164199 w 204754"/>
                    <a:gd name="connsiteY18" fmla="*/ 30059 h 45577"/>
                    <a:gd name="connsiteX19" fmla="*/ 161694 w 204754"/>
                    <a:gd name="connsiteY19" fmla="*/ 23796 h 45577"/>
                    <a:gd name="connsiteX20" fmla="*/ 156086 w 204754"/>
                    <a:gd name="connsiteY20" fmla="*/ 27554 h 45577"/>
                    <a:gd name="connsiteX21" fmla="*/ 150694 w 204754"/>
                    <a:gd name="connsiteY21" fmla="*/ 29242 h 45577"/>
                    <a:gd name="connsiteX22" fmla="*/ 149170 w 204754"/>
                    <a:gd name="connsiteY22" fmla="*/ 29133 h 45577"/>
                    <a:gd name="connsiteX23" fmla="*/ 141764 w 204754"/>
                    <a:gd name="connsiteY23" fmla="*/ 23143 h 45577"/>
                    <a:gd name="connsiteX24" fmla="*/ 139313 w 204754"/>
                    <a:gd name="connsiteY24" fmla="*/ 16990 h 45577"/>
                    <a:gd name="connsiteX25" fmla="*/ 133759 w 204754"/>
                    <a:gd name="connsiteY25" fmla="*/ 20638 h 45577"/>
                    <a:gd name="connsiteX26" fmla="*/ 127987 w 204754"/>
                    <a:gd name="connsiteY26" fmla="*/ 23905 h 45577"/>
                    <a:gd name="connsiteX27" fmla="*/ 109255 w 204754"/>
                    <a:gd name="connsiteY27" fmla="*/ 28697 h 45577"/>
                    <a:gd name="connsiteX28" fmla="*/ 104735 w 204754"/>
                    <a:gd name="connsiteY28" fmla="*/ 28915 h 45577"/>
                    <a:gd name="connsiteX29" fmla="*/ 92102 w 204754"/>
                    <a:gd name="connsiteY29" fmla="*/ 27227 h 45577"/>
                    <a:gd name="connsiteX30" fmla="*/ 88290 w 204754"/>
                    <a:gd name="connsiteY30" fmla="*/ 26138 h 45577"/>
                    <a:gd name="connsiteX31" fmla="*/ 74132 w 204754"/>
                    <a:gd name="connsiteY31" fmla="*/ 22653 h 45577"/>
                    <a:gd name="connsiteX32" fmla="*/ 56489 w 204754"/>
                    <a:gd name="connsiteY32" fmla="*/ 20529 h 45577"/>
                    <a:gd name="connsiteX33" fmla="*/ 39227 w 204754"/>
                    <a:gd name="connsiteY33" fmla="*/ 19712 h 45577"/>
                    <a:gd name="connsiteX34" fmla="*/ 38357 w 204754"/>
                    <a:gd name="connsiteY34" fmla="*/ 19712 h 45577"/>
                    <a:gd name="connsiteX35" fmla="*/ 36341 w 204754"/>
                    <a:gd name="connsiteY35" fmla="*/ 19712 h 45577"/>
                    <a:gd name="connsiteX36" fmla="*/ 21313 w 204754"/>
                    <a:gd name="connsiteY36" fmla="*/ 20311 h 45577"/>
                    <a:gd name="connsiteX37" fmla="*/ 37376 w 204754"/>
                    <a:gd name="connsiteY37" fmla="*/ 14267 h 45577"/>
                    <a:gd name="connsiteX38" fmla="*/ 55673 w 204754"/>
                    <a:gd name="connsiteY38" fmla="*/ 9693 h 45577"/>
                    <a:gd name="connsiteX39" fmla="*/ 74731 w 204754"/>
                    <a:gd name="connsiteY39" fmla="*/ 7406 h 45577"/>
                    <a:gd name="connsiteX40" fmla="*/ 87964 w 204754"/>
                    <a:gd name="connsiteY40" fmla="*/ 6316 h 45577"/>
                    <a:gd name="connsiteX41" fmla="*/ 94117 w 204754"/>
                    <a:gd name="connsiteY41" fmla="*/ 5772 h 45577"/>
                    <a:gd name="connsiteX42" fmla="*/ 98364 w 204754"/>
                    <a:gd name="connsiteY42" fmla="*/ 5445 h 45577"/>
                    <a:gd name="connsiteX43" fmla="*/ 192842 w 204754"/>
                    <a:gd name="connsiteY43" fmla="*/ 27172 h 45577"/>
                    <a:gd name="connsiteX44" fmla="*/ 193876 w 204754"/>
                    <a:gd name="connsiteY44" fmla="*/ 27281 h 45577"/>
                    <a:gd name="connsiteX45" fmla="*/ 199267 w 204754"/>
                    <a:gd name="connsiteY45" fmla="*/ 34687 h 45577"/>
                    <a:gd name="connsiteX46" fmla="*/ 192896 w 204754"/>
                    <a:gd name="connsiteY46" fmla="*/ 40132 h 45577"/>
                    <a:gd name="connsiteX47" fmla="*/ 191862 w 204754"/>
                    <a:gd name="connsiteY47" fmla="*/ 40023 h 45577"/>
                    <a:gd name="connsiteX48" fmla="*/ 186525 w 204754"/>
                    <a:gd name="connsiteY48" fmla="*/ 34360 h 45577"/>
                    <a:gd name="connsiteX49" fmla="*/ 186253 w 204754"/>
                    <a:gd name="connsiteY49" fmla="*/ 31747 h 45577"/>
                    <a:gd name="connsiteX50" fmla="*/ 187887 w 204754"/>
                    <a:gd name="connsiteY50" fmla="*/ 29677 h 45577"/>
                    <a:gd name="connsiteX51" fmla="*/ 192842 w 204754"/>
                    <a:gd name="connsiteY51" fmla="*/ 27172 h 45577"/>
                    <a:gd name="connsiteX52" fmla="*/ 98364 w 204754"/>
                    <a:gd name="connsiteY52" fmla="*/ 0 h 45577"/>
                    <a:gd name="connsiteX53" fmla="*/ 93627 w 204754"/>
                    <a:gd name="connsiteY53" fmla="*/ 163 h 45577"/>
                    <a:gd name="connsiteX54" fmla="*/ 74296 w 204754"/>
                    <a:gd name="connsiteY54" fmla="*/ 1797 h 45577"/>
                    <a:gd name="connsiteX55" fmla="*/ 54693 w 204754"/>
                    <a:gd name="connsiteY55" fmla="*/ 4139 h 45577"/>
                    <a:gd name="connsiteX56" fmla="*/ 35688 w 204754"/>
                    <a:gd name="connsiteY56" fmla="*/ 8876 h 45577"/>
                    <a:gd name="connsiteX57" fmla="*/ 783 w 204754"/>
                    <a:gd name="connsiteY57" fmla="*/ 24776 h 45577"/>
                    <a:gd name="connsiteX58" fmla="*/ 21 w 204754"/>
                    <a:gd name="connsiteY58" fmla="*/ 26464 h 45577"/>
                    <a:gd name="connsiteX59" fmla="*/ 1654 w 204754"/>
                    <a:gd name="connsiteY59" fmla="*/ 27880 h 45577"/>
                    <a:gd name="connsiteX60" fmla="*/ 1927 w 204754"/>
                    <a:gd name="connsiteY60" fmla="*/ 27880 h 45577"/>
                    <a:gd name="connsiteX61" fmla="*/ 36287 w 204754"/>
                    <a:gd name="connsiteY61" fmla="*/ 25049 h 45577"/>
                    <a:gd name="connsiteX62" fmla="*/ 38248 w 204754"/>
                    <a:gd name="connsiteY62" fmla="*/ 25049 h 45577"/>
                    <a:gd name="connsiteX63" fmla="*/ 39173 w 204754"/>
                    <a:gd name="connsiteY63" fmla="*/ 25049 h 45577"/>
                    <a:gd name="connsiteX64" fmla="*/ 55891 w 204754"/>
                    <a:gd name="connsiteY64" fmla="*/ 25866 h 45577"/>
                    <a:gd name="connsiteX65" fmla="*/ 73152 w 204754"/>
                    <a:gd name="connsiteY65" fmla="*/ 27935 h 45577"/>
                    <a:gd name="connsiteX66" fmla="*/ 90578 w 204754"/>
                    <a:gd name="connsiteY66" fmla="*/ 32400 h 45577"/>
                    <a:gd name="connsiteX67" fmla="*/ 104681 w 204754"/>
                    <a:gd name="connsiteY67" fmla="*/ 34306 h 45577"/>
                    <a:gd name="connsiteX68" fmla="*/ 109745 w 204754"/>
                    <a:gd name="connsiteY68" fmla="*/ 34034 h 45577"/>
                    <a:gd name="connsiteX69" fmla="*/ 130166 w 204754"/>
                    <a:gd name="connsiteY69" fmla="*/ 28806 h 45577"/>
                    <a:gd name="connsiteX70" fmla="*/ 136700 w 204754"/>
                    <a:gd name="connsiteY70" fmla="*/ 25103 h 45577"/>
                    <a:gd name="connsiteX71" fmla="*/ 148298 w 204754"/>
                    <a:gd name="connsiteY71" fmla="*/ 34469 h 45577"/>
                    <a:gd name="connsiteX72" fmla="*/ 150694 w 204754"/>
                    <a:gd name="connsiteY72" fmla="*/ 34687 h 45577"/>
                    <a:gd name="connsiteX73" fmla="*/ 159135 w 204754"/>
                    <a:gd name="connsiteY73" fmla="*/ 32073 h 45577"/>
                    <a:gd name="connsiteX74" fmla="*/ 168882 w 204754"/>
                    <a:gd name="connsiteY74" fmla="*/ 39969 h 45577"/>
                    <a:gd name="connsiteX75" fmla="*/ 170897 w 204754"/>
                    <a:gd name="connsiteY75" fmla="*/ 40132 h 45577"/>
                    <a:gd name="connsiteX76" fmla="*/ 181025 w 204754"/>
                    <a:gd name="connsiteY76" fmla="*/ 34959 h 45577"/>
                    <a:gd name="connsiteX77" fmla="*/ 190936 w 204754"/>
                    <a:gd name="connsiteY77" fmla="*/ 45414 h 45577"/>
                    <a:gd name="connsiteX78" fmla="*/ 192842 w 204754"/>
                    <a:gd name="connsiteY78" fmla="*/ 45578 h 45577"/>
                    <a:gd name="connsiteX79" fmla="*/ 204604 w 204754"/>
                    <a:gd name="connsiteY79" fmla="*/ 35558 h 45577"/>
                    <a:gd name="connsiteX80" fmla="*/ 194748 w 204754"/>
                    <a:gd name="connsiteY80" fmla="*/ 21891 h 45577"/>
                    <a:gd name="connsiteX81" fmla="*/ 192842 w 204754"/>
                    <a:gd name="connsiteY81" fmla="*/ 21727 h 45577"/>
                    <a:gd name="connsiteX82" fmla="*/ 183475 w 204754"/>
                    <a:gd name="connsiteY82" fmla="*/ 26301 h 45577"/>
                    <a:gd name="connsiteX83" fmla="*/ 172912 w 204754"/>
                    <a:gd name="connsiteY83" fmla="*/ 14866 h 45577"/>
                    <a:gd name="connsiteX84" fmla="*/ 170897 w 204754"/>
                    <a:gd name="connsiteY84" fmla="*/ 14703 h 45577"/>
                    <a:gd name="connsiteX85" fmla="*/ 165452 w 204754"/>
                    <a:gd name="connsiteY85" fmla="*/ 15955 h 45577"/>
                    <a:gd name="connsiteX86" fmla="*/ 153090 w 204754"/>
                    <a:gd name="connsiteY86" fmla="*/ 4520 h 45577"/>
                    <a:gd name="connsiteX87" fmla="*/ 150694 w 204754"/>
                    <a:gd name="connsiteY87" fmla="*/ 4302 h 45577"/>
                    <a:gd name="connsiteX88" fmla="*/ 139368 w 204754"/>
                    <a:gd name="connsiteY88" fmla="*/ 9420 h 45577"/>
                    <a:gd name="connsiteX89" fmla="*/ 127606 w 204754"/>
                    <a:gd name="connsiteY89" fmla="*/ 5827 h 45577"/>
                    <a:gd name="connsiteX90" fmla="*/ 111215 w 204754"/>
                    <a:gd name="connsiteY90" fmla="*/ 1361 h 45577"/>
                    <a:gd name="connsiteX91" fmla="*/ 98364 w 204754"/>
                    <a:gd name="connsiteY91" fmla="*/ 0 h 45577"/>
                    <a:gd name="connsiteX92" fmla="*/ 98364 w 204754"/>
                    <a:gd name="connsiteY92" fmla="*/ 0 h 4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</a:cxnLst>
                  <a:rect l="l" t="t" r="r" b="b"/>
                  <a:pathLst>
                    <a:path w="204754" h="45577">
                      <a:moveTo>
                        <a:pt x="98364" y="5445"/>
                      </a:moveTo>
                      <a:cubicBezTo>
                        <a:pt x="102340" y="5445"/>
                        <a:pt x="106260" y="5881"/>
                        <a:pt x="110126" y="6752"/>
                      </a:cubicBezTo>
                      <a:cubicBezTo>
                        <a:pt x="115790" y="8005"/>
                        <a:pt x="121344" y="9638"/>
                        <a:pt x="126082" y="11054"/>
                      </a:cubicBezTo>
                      <a:lnTo>
                        <a:pt x="137843" y="14648"/>
                      </a:lnTo>
                      <a:lnTo>
                        <a:pt x="141165" y="15683"/>
                      </a:lnTo>
                      <a:lnTo>
                        <a:pt x="143507" y="13069"/>
                      </a:lnTo>
                      <a:cubicBezTo>
                        <a:pt x="145358" y="11000"/>
                        <a:pt x="148026" y="9802"/>
                        <a:pt x="150749" y="9802"/>
                      </a:cubicBezTo>
                      <a:cubicBezTo>
                        <a:pt x="151239" y="9802"/>
                        <a:pt x="151784" y="9856"/>
                        <a:pt x="152274" y="9911"/>
                      </a:cubicBezTo>
                      <a:cubicBezTo>
                        <a:pt x="156140" y="10510"/>
                        <a:pt x="159244" y="13396"/>
                        <a:pt x="160170" y="17262"/>
                      </a:cubicBezTo>
                      <a:lnTo>
                        <a:pt x="161748" y="23796"/>
                      </a:lnTo>
                      <a:lnTo>
                        <a:pt x="167793" y="20910"/>
                      </a:lnTo>
                      <a:cubicBezTo>
                        <a:pt x="168773" y="20420"/>
                        <a:pt x="169807" y="20202"/>
                        <a:pt x="170897" y="20202"/>
                      </a:cubicBezTo>
                      <a:cubicBezTo>
                        <a:pt x="171278" y="20202"/>
                        <a:pt x="171659" y="20257"/>
                        <a:pt x="172040" y="20311"/>
                      </a:cubicBezTo>
                      <a:cubicBezTo>
                        <a:pt x="175307" y="20856"/>
                        <a:pt x="177758" y="23524"/>
                        <a:pt x="178085" y="26846"/>
                      </a:cubicBezTo>
                      <a:lnTo>
                        <a:pt x="178303" y="29568"/>
                      </a:lnTo>
                      <a:lnTo>
                        <a:pt x="176669" y="31747"/>
                      </a:lnTo>
                      <a:cubicBezTo>
                        <a:pt x="175307" y="33598"/>
                        <a:pt x="173130" y="34687"/>
                        <a:pt x="170897" y="34687"/>
                      </a:cubicBezTo>
                      <a:cubicBezTo>
                        <a:pt x="170515" y="34687"/>
                        <a:pt x="170135" y="34633"/>
                        <a:pt x="169753" y="34578"/>
                      </a:cubicBezTo>
                      <a:cubicBezTo>
                        <a:pt x="167248" y="34197"/>
                        <a:pt x="165179" y="32455"/>
                        <a:pt x="164199" y="30059"/>
                      </a:cubicBezTo>
                      <a:lnTo>
                        <a:pt x="161694" y="23796"/>
                      </a:lnTo>
                      <a:lnTo>
                        <a:pt x="156086" y="27554"/>
                      </a:lnTo>
                      <a:cubicBezTo>
                        <a:pt x="154452" y="28643"/>
                        <a:pt x="152601" y="29242"/>
                        <a:pt x="150694" y="29242"/>
                      </a:cubicBezTo>
                      <a:cubicBezTo>
                        <a:pt x="150204" y="29242"/>
                        <a:pt x="149660" y="29187"/>
                        <a:pt x="149170" y="29133"/>
                      </a:cubicBezTo>
                      <a:cubicBezTo>
                        <a:pt x="145794" y="28588"/>
                        <a:pt x="143017" y="26355"/>
                        <a:pt x="141764" y="23143"/>
                      </a:cubicBezTo>
                      <a:lnTo>
                        <a:pt x="139313" y="16990"/>
                      </a:lnTo>
                      <a:lnTo>
                        <a:pt x="133759" y="20638"/>
                      </a:lnTo>
                      <a:cubicBezTo>
                        <a:pt x="131690" y="21999"/>
                        <a:pt x="129730" y="23088"/>
                        <a:pt x="127987" y="23905"/>
                      </a:cubicBezTo>
                      <a:cubicBezTo>
                        <a:pt x="122378" y="26410"/>
                        <a:pt x="116116" y="28044"/>
                        <a:pt x="109255" y="28697"/>
                      </a:cubicBezTo>
                      <a:cubicBezTo>
                        <a:pt x="107785" y="28860"/>
                        <a:pt x="106260" y="28915"/>
                        <a:pt x="104735" y="28915"/>
                      </a:cubicBezTo>
                      <a:cubicBezTo>
                        <a:pt x="100542" y="28915"/>
                        <a:pt x="96295" y="28316"/>
                        <a:pt x="92102" y="27227"/>
                      </a:cubicBezTo>
                      <a:cubicBezTo>
                        <a:pt x="90849" y="26846"/>
                        <a:pt x="89543" y="26519"/>
                        <a:pt x="88290" y="26138"/>
                      </a:cubicBezTo>
                      <a:cubicBezTo>
                        <a:pt x="83662" y="24776"/>
                        <a:pt x="78870" y="23415"/>
                        <a:pt x="74132" y="22653"/>
                      </a:cubicBezTo>
                      <a:cubicBezTo>
                        <a:pt x="68306" y="21618"/>
                        <a:pt x="62316" y="20910"/>
                        <a:pt x="56489" y="20529"/>
                      </a:cubicBezTo>
                      <a:cubicBezTo>
                        <a:pt x="50772" y="19984"/>
                        <a:pt x="45000" y="19712"/>
                        <a:pt x="39227" y="19712"/>
                      </a:cubicBezTo>
                      <a:lnTo>
                        <a:pt x="38357" y="19712"/>
                      </a:lnTo>
                      <a:lnTo>
                        <a:pt x="36341" y="19712"/>
                      </a:lnTo>
                      <a:cubicBezTo>
                        <a:pt x="31495" y="19712"/>
                        <a:pt x="26540" y="19930"/>
                        <a:pt x="21313" y="20311"/>
                      </a:cubicBezTo>
                      <a:cubicBezTo>
                        <a:pt x="26376" y="18079"/>
                        <a:pt x="31713" y="16064"/>
                        <a:pt x="37376" y="14267"/>
                      </a:cubicBezTo>
                      <a:cubicBezTo>
                        <a:pt x="43420" y="12415"/>
                        <a:pt x="49628" y="10891"/>
                        <a:pt x="55673" y="9693"/>
                      </a:cubicBezTo>
                      <a:cubicBezTo>
                        <a:pt x="61989" y="8604"/>
                        <a:pt x="68360" y="7841"/>
                        <a:pt x="74731" y="7406"/>
                      </a:cubicBezTo>
                      <a:cubicBezTo>
                        <a:pt x="79251" y="7133"/>
                        <a:pt x="83662" y="6698"/>
                        <a:pt x="87964" y="6316"/>
                      </a:cubicBezTo>
                      <a:cubicBezTo>
                        <a:pt x="90088" y="6099"/>
                        <a:pt x="92156" y="5935"/>
                        <a:pt x="94117" y="5772"/>
                      </a:cubicBezTo>
                      <a:cubicBezTo>
                        <a:pt x="95479" y="5500"/>
                        <a:pt x="96948" y="5445"/>
                        <a:pt x="98364" y="5445"/>
                      </a:cubicBezTo>
                      <a:moveTo>
                        <a:pt x="192842" y="27172"/>
                      </a:moveTo>
                      <a:cubicBezTo>
                        <a:pt x="193168" y="27172"/>
                        <a:pt x="193495" y="27172"/>
                        <a:pt x="193876" y="27281"/>
                      </a:cubicBezTo>
                      <a:cubicBezTo>
                        <a:pt x="197416" y="27826"/>
                        <a:pt x="199812" y="31202"/>
                        <a:pt x="199267" y="34687"/>
                      </a:cubicBezTo>
                      <a:cubicBezTo>
                        <a:pt x="198777" y="37845"/>
                        <a:pt x="196055" y="40132"/>
                        <a:pt x="192896" y="40132"/>
                      </a:cubicBezTo>
                      <a:cubicBezTo>
                        <a:pt x="192569" y="40132"/>
                        <a:pt x="192189" y="40078"/>
                        <a:pt x="191862" y="40023"/>
                      </a:cubicBezTo>
                      <a:cubicBezTo>
                        <a:pt x="189030" y="39588"/>
                        <a:pt x="186797" y="37246"/>
                        <a:pt x="186525" y="34360"/>
                      </a:cubicBezTo>
                      <a:lnTo>
                        <a:pt x="186253" y="31747"/>
                      </a:lnTo>
                      <a:lnTo>
                        <a:pt x="187887" y="29677"/>
                      </a:lnTo>
                      <a:cubicBezTo>
                        <a:pt x="189030" y="28098"/>
                        <a:pt x="190881" y="27172"/>
                        <a:pt x="192842" y="27172"/>
                      </a:cubicBezTo>
                      <a:moveTo>
                        <a:pt x="98364" y="0"/>
                      </a:moveTo>
                      <a:cubicBezTo>
                        <a:pt x="96840" y="0"/>
                        <a:pt x="95261" y="55"/>
                        <a:pt x="93627" y="163"/>
                      </a:cubicBezTo>
                      <a:cubicBezTo>
                        <a:pt x="87419" y="708"/>
                        <a:pt x="80885" y="1361"/>
                        <a:pt x="74296" y="1797"/>
                      </a:cubicBezTo>
                      <a:cubicBezTo>
                        <a:pt x="67707" y="2232"/>
                        <a:pt x="61118" y="3049"/>
                        <a:pt x="54693" y="4139"/>
                      </a:cubicBezTo>
                      <a:cubicBezTo>
                        <a:pt x="48267" y="5391"/>
                        <a:pt x="41896" y="7024"/>
                        <a:pt x="35688" y="8876"/>
                      </a:cubicBezTo>
                      <a:cubicBezTo>
                        <a:pt x="23327" y="12851"/>
                        <a:pt x="11511" y="18024"/>
                        <a:pt x="783" y="24776"/>
                      </a:cubicBezTo>
                      <a:cubicBezTo>
                        <a:pt x="239" y="25103"/>
                        <a:pt x="-88" y="25757"/>
                        <a:pt x="21" y="26464"/>
                      </a:cubicBezTo>
                      <a:cubicBezTo>
                        <a:pt x="130" y="27281"/>
                        <a:pt x="838" y="27880"/>
                        <a:pt x="1654" y="27880"/>
                      </a:cubicBezTo>
                      <a:cubicBezTo>
                        <a:pt x="1763" y="27880"/>
                        <a:pt x="1818" y="27880"/>
                        <a:pt x="1927" y="27880"/>
                      </a:cubicBezTo>
                      <a:cubicBezTo>
                        <a:pt x="13580" y="26138"/>
                        <a:pt x="25015" y="25049"/>
                        <a:pt x="36287" y="25049"/>
                      </a:cubicBezTo>
                      <a:cubicBezTo>
                        <a:pt x="36941" y="25049"/>
                        <a:pt x="37594" y="25049"/>
                        <a:pt x="38248" y="25049"/>
                      </a:cubicBezTo>
                      <a:cubicBezTo>
                        <a:pt x="38574" y="25049"/>
                        <a:pt x="38846" y="25049"/>
                        <a:pt x="39173" y="25049"/>
                      </a:cubicBezTo>
                      <a:cubicBezTo>
                        <a:pt x="44782" y="25049"/>
                        <a:pt x="50391" y="25321"/>
                        <a:pt x="55891" y="25866"/>
                      </a:cubicBezTo>
                      <a:cubicBezTo>
                        <a:pt x="61717" y="26247"/>
                        <a:pt x="67489" y="26955"/>
                        <a:pt x="73152" y="27935"/>
                      </a:cubicBezTo>
                      <a:cubicBezTo>
                        <a:pt x="78815" y="28860"/>
                        <a:pt x="84588" y="30712"/>
                        <a:pt x="90578" y="32400"/>
                      </a:cubicBezTo>
                      <a:cubicBezTo>
                        <a:pt x="95043" y="33598"/>
                        <a:pt x="99780" y="34306"/>
                        <a:pt x="104681" y="34306"/>
                      </a:cubicBezTo>
                      <a:cubicBezTo>
                        <a:pt x="106315" y="34306"/>
                        <a:pt x="108003" y="34251"/>
                        <a:pt x="109745" y="34034"/>
                      </a:cubicBezTo>
                      <a:cubicBezTo>
                        <a:pt x="116443" y="33380"/>
                        <a:pt x="123467" y="31801"/>
                        <a:pt x="130166" y="28806"/>
                      </a:cubicBezTo>
                      <a:cubicBezTo>
                        <a:pt x="132398" y="27771"/>
                        <a:pt x="134576" y="26519"/>
                        <a:pt x="136700" y="25103"/>
                      </a:cubicBezTo>
                      <a:cubicBezTo>
                        <a:pt x="138606" y="29895"/>
                        <a:pt x="142853" y="33598"/>
                        <a:pt x="148298" y="34469"/>
                      </a:cubicBezTo>
                      <a:cubicBezTo>
                        <a:pt x="149115" y="34578"/>
                        <a:pt x="149878" y="34687"/>
                        <a:pt x="150694" y="34687"/>
                      </a:cubicBezTo>
                      <a:cubicBezTo>
                        <a:pt x="153798" y="34687"/>
                        <a:pt x="156685" y="33707"/>
                        <a:pt x="159135" y="32073"/>
                      </a:cubicBezTo>
                      <a:cubicBezTo>
                        <a:pt x="160714" y="36103"/>
                        <a:pt x="164308" y="39261"/>
                        <a:pt x="168882" y="39969"/>
                      </a:cubicBezTo>
                      <a:cubicBezTo>
                        <a:pt x="169536" y="40078"/>
                        <a:pt x="170244" y="40132"/>
                        <a:pt x="170897" y="40132"/>
                      </a:cubicBezTo>
                      <a:cubicBezTo>
                        <a:pt x="174981" y="40132"/>
                        <a:pt x="178683" y="38118"/>
                        <a:pt x="181025" y="34959"/>
                      </a:cubicBezTo>
                      <a:cubicBezTo>
                        <a:pt x="181624" y="40132"/>
                        <a:pt x="185545" y="44543"/>
                        <a:pt x="190936" y="45414"/>
                      </a:cubicBezTo>
                      <a:cubicBezTo>
                        <a:pt x="191589" y="45523"/>
                        <a:pt x="192189" y="45578"/>
                        <a:pt x="192842" y="45578"/>
                      </a:cubicBezTo>
                      <a:cubicBezTo>
                        <a:pt x="198614" y="45578"/>
                        <a:pt x="203678" y="41385"/>
                        <a:pt x="204604" y="35558"/>
                      </a:cubicBezTo>
                      <a:cubicBezTo>
                        <a:pt x="205639" y="29078"/>
                        <a:pt x="201227" y="22925"/>
                        <a:pt x="194748" y="21891"/>
                      </a:cubicBezTo>
                      <a:cubicBezTo>
                        <a:pt x="194094" y="21782"/>
                        <a:pt x="193495" y="21727"/>
                        <a:pt x="192842" y="21727"/>
                      </a:cubicBezTo>
                      <a:cubicBezTo>
                        <a:pt x="189139" y="21727"/>
                        <a:pt x="185708" y="23524"/>
                        <a:pt x="183475" y="26301"/>
                      </a:cubicBezTo>
                      <a:cubicBezTo>
                        <a:pt x="182986" y="20638"/>
                        <a:pt x="178738" y="15792"/>
                        <a:pt x="172912" y="14866"/>
                      </a:cubicBezTo>
                      <a:cubicBezTo>
                        <a:pt x="172258" y="14757"/>
                        <a:pt x="171550" y="14703"/>
                        <a:pt x="170897" y="14703"/>
                      </a:cubicBezTo>
                      <a:cubicBezTo>
                        <a:pt x="168991" y="14703"/>
                        <a:pt x="167139" y="15138"/>
                        <a:pt x="165452" y="15955"/>
                      </a:cubicBezTo>
                      <a:cubicBezTo>
                        <a:pt x="164090" y="10183"/>
                        <a:pt x="159353" y="5500"/>
                        <a:pt x="153090" y="4520"/>
                      </a:cubicBezTo>
                      <a:cubicBezTo>
                        <a:pt x="152274" y="4411"/>
                        <a:pt x="151457" y="4302"/>
                        <a:pt x="150694" y="4302"/>
                      </a:cubicBezTo>
                      <a:cubicBezTo>
                        <a:pt x="146284" y="4302"/>
                        <a:pt x="142200" y="6262"/>
                        <a:pt x="139368" y="9420"/>
                      </a:cubicBezTo>
                      <a:lnTo>
                        <a:pt x="127606" y="5827"/>
                      </a:lnTo>
                      <a:cubicBezTo>
                        <a:pt x="122106" y="4139"/>
                        <a:pt x="116770" y="2614"/>
                        <a:pt x="111215" y="1361"/>
                      </a:cubicBezTo>
                      <a:cubicBezTo>
                        <a:pt x="107131" y="490"/>
                        <a:pt x="102830" y="0"/>
                        <a:pt x="98364" y="0"/>
                      </a:cubicBezTo>
                      <a:lnTo>
                        <a:pt x="98364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311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591363" y="4804029"/>
                <a:ext cx="558048" cy="493791"/>
                <a:chOff x="8591363" y="4804029"/>
                <a:chExt cx="558048" cy="493791"/>
              </a:xfrm>
              <a:noFill/>
            </p:grpSpPr>
            <p:sp>
              <p:nvSpPr>
                <p:cNvPr id="1312" name="Forme libre : forme 1311">
                  <a:extLst>
                    <a:ext uri="{FF2B5EF4-FFF2-40B4-BE49-F238E27FC236}">
                      <a16:creationId xmlns:a16="http://schemas.microsoft.com/office/drawing/2014/main" id="{BDB2509C-98B8-4D34-AA62-45D973975DB0}"/>
                    </a:ext>
                  </a:extLst>
                </p:cNvPr>
                <p:cNvSpPr/>
                <p:nvPr/>
              </p:nvSpPr>
              <p:spPr>
                <a:xfrm>
                  <a:off x="8609913" y="5087617"/>
                  <a:ext cx="192962" cy="88572"/>
                </a:xfrm>
                <a:custGeom>
                  <a:avLst/>
                  <a:gdLst>
                    <a:gd name="connsiteX0" fmla="*/ 83723 w 192962"/>
                    <a:gd name="connsiteY0" fmla="*/ 56308 h 88572"/>
                    <a:gd name="connsiteX1" fmla="*/ 101911 w 192962"/>
                    <a:gd name="connsiteY1" fmla="*/ 58486 h 88572"/>
                    <a:gd name="connsiteX2" fmla="*/ 120806 w 192962"/>
                    <a:gd name="connsiteY2" fmla="*/ 52823 h 88572"/>
                    <a:gd name="connsiteX3" fmla="*/ 136489 w 192962"/>
                    <a:gd name="connsiteY3" fmla="*/ 42422 h 88572"/>
                    <a:gd name="connsiteX4" fmla="*/ 150810 w 192962"/>
                    <a:gd name="connsiteY4" fmla="*/ 32185 h 88572"/>
                    <a:gd name="connsiteX5" fmla="*/ 164206 w 192962"/>
                    <a:gd name="connsiteY5" fmla="*/ 21730 h 88572"/>
                    <a:gd name="connsiteX6" fmla="*/ 192032 w 192962"/>
                    <a:gd name="connsiteY6" fmla="*/ 3107 h 88572"/>
                    <a:gd name="connsiteX7" fmla="*/ 192087 w 192962"/>
                    <a:gd name="connsiteY7" fmla="*/ 3107 h 88572"/>
                    <a:gd name="connsiteX8" fmla="*/ 192957 w 192962"/>
                    <a:gd name="connsiteY8" fmla="*/ 1582 h 88572"/>
                    <a:gd name="connsiteX9" fmla="*/ 191215 w 192962"/>
                    <a:gd name="connsiteY9" fmla="*/ 3 h 88572"/>
                    <a:gd name="connsiteX10" fmla="*/ 156528 w 192962"/>
                    <a:gd name="connsiteY10" fmla="*/ 7354 h 88572"/>
                    <a:gd name="connsiteX11" fmla="*/ 140192 w 192962"/>
                    <a:gd name="connsiteY11" fmla="*/ 13290 h 88572"/>
                    <a:gd name="connsiteX12" fmla="*/ 124673 w 192962"/>
                    <a:gd name="connsiteY12" fmla="*/ 19170 h 88572"/>
                    <a:gd name="connsiteX13" fmla="*/ 109371 w 192962"/>
                    <a:gd name="connsiteY13" fmla="*/ 22601 h 88572"/>
                    <a:gd name="connsiteX14" fmla="*/ 95758 w 192962"/>
                    <a:gd name="connsiteY14" fmla="*/ 26413 h 88572"/>
                    <a:gd name="connsiteX15" fmla="*/ 80402 w 192962"/>
                    <a:gd name="connsiteY15" fmla="*/ 33437 h 88572"/>
                    <a:gd name="connsiteX16" fmla="*/ 69402 w 192962"/>
                    <a:gd name="connsiteY16" fmla="*/ 41769 h 88572"/>
                    <a:gd name="connsiteX17" fmla="*/ 61234 w 192962"/>
                    <a:gd name="connsiteY17" fmla="*/ 38175 h 88572"/>
                    <a:gd name="connsiteX18" fmla="*/ 39942 w 192962"/>
                    <a:gd name="connsiteY18" fmla="*/ 53585 h 88572"/>
                    <a:gd name="connsiteX19" fmla="*/ 40051 w 192962"/>
                    <a:gd name="connsiteY19" fmla="*/ 59630 h 88572"/>
                    <a:gd name="connsiteX20" fmla="*/ 31393 w 192962"/>
                    <a:gd name="connsiteY20" fmla="*/ 54457 h 88572"/>
                    <a:gd name="connsiteX21" fmla="*/ 15656 w 192962"/>
                    <a:gd name="connsiteY21" fmla="*/ 65837 h 88572"/>
                    <a:gd name="connsiteX22" fmla="*/ 15547 w 192962"/>
                    <a:gd name="connsiteY22" fmla="*/ 69159 h 88572"/>
                    <a:gd name="connsiteX23" fmla="*/ 12062 w 192962"/>
                    <a:gd name="connsiteY23" fmla="*/ 67907 h 88572"/>
                    <a:gd name="connsiteX24" fmla="*/ 137 w 192962"/>
                    <a:gd name="connsiteY24" fmla="*/ 76510 h 88572"/>
                    <a:gd name="connsiteX25" fmla="*/ 8740 w 192962"/>
                    <a:gd name="connsiteY25" fmla="*/ 88436 h 88572"/>
                    <a:gd name="connsiteX26" fmla="*/ 20666 w 192962"/>
                    <a:gd name="connsiteY26" fmla="*/ 79832 h 88572"/>
                    <a:gd name="connsiteX27" fmla="*/ 20720 w 192962"/>
                    <a:gd name="connsiteY27" fmla="*/ 78797 h 88572"/>
                    <a:gd name="connsiteX28" fmla="*/ 26928 w 192962"/>
                    <a:gd name="connsiteY28" fmla="*/ 81575 h 88572"/>
                    <a:gd name="connsiteX29" fmla="*/ 42665 w 192962"/>
                    <a:gd name="connsiteY29" fmla="*/ 70194 h 88572"/>
                    <a:gd name="connsiteX30" fmla="*/ 42720 w 192962"/>
                    <a:gd name="connsiteY30" fmla="*/ 66763 h 88572"/>
                    <a:gd name="connsiteX31" fmla="*/ 55244 w 192962"/>
                    <a:gd name="connsiteY31" fmla="*/ 74877 h 88572"/>
                    <a:gd name="connsiteX32" fmla="*/ 76535 w 192962"/>
                    <a:gd name="connsiteY32" fmla="*/ 59466 h 88572"/>
                    <a:gd name="connsiteX33" fmla="*/ 76535 w 192962"/>
                    <a:gd name="connsiteY33" fmla="*/ 54021 h 88572"/>
                    <a:gd name="connsiteX34" fmla="*/ 83723 w 192962"/>
                    <a:gd name="connsiteY34" fmla="*/ 56308 h 88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92962" h="88572">
                      <a:moveTo>
                        <a:pt x="83723" y="56308"/>
                      </a:moveTo>
                      <a:cubicBezTo>
                        <a:pt x="89223" y="57778"/>
                        <a:pt x="95159" y="58813"/>
                        <a:pt x="101911" y="58486"/>
                      </a:cubicBezTo>
                      <a:cubicBezTo>
                        <a:pt x="108663" y="58051"/>
                        <a:pt x="115252" y="56199"/>
                        <a:pt x="120806" y="52823"/>
                      </a:cubicBezTo>
                      <a:cubicBezTo>
                        <a:pt x="126470" y="49556"/>
                        <a:pt x="131480" y="45744"/>
                        <a:pt x="136489" y="42422"/>
                      </a:cubicBezTo>
                      <a:cubicBezTo>
                        <a:pt x="141499" y="39101"/>
                        <a:pt x="146182" y="35616"/>
                        <a:pt x="150810" y="32185"/>
                      </a:cubicBezTo>
                      <a:cubicBezTo>
                        <a:pt x="155330" y="28646"/>
                        <a:pt x="159741" y="25052"/>
                        <a:pt x="164206" y="21730"/>
                      </a:cubicBezTo>
                      <a:cubicBezTo>
                        <a:pt x="172973" y="14760"/>
                        <a:pt x="181958" y="8552"/>
                        <a:pt x="192032" y="3107"/>
                      </a:cubicBezTo>
                      <a:lnTo>
                        <a:pt x="192087" y="3107"/>
                      </a:lnTo>
                      <a:cubicBezTo>
                        <a:pt x="192631" y="2834"/>
                        <a:pt x="193012" y="2235"/>
                        <a:pt x="192957" y="1582"/>
                      </a:cubicBezTo>
                      <a:cubicBezTo>
                        <a:pt x="192903" y="656"/>
                        <a:pt x="192141" y="-52"/>
                        <a:pt x="191215" y="3"/>
                      </a:cubicBezTo>
                      <a:cubicBezTo>
                        <a:pt x="179453" y="493"/>
                        <a:pt x="167637" y="3597"/>
                        <a:pt x="156528" y="7354"/>
                      </a:cubicBezTo>
                      <a:cubicBezTo>
                        <a:pt x="150974" y="9260"/>
                        <a:pt x="145583" y="11329"/>
                        <a:pt x="140192" y="13290"/>
                      </a:cubicBezTo>
                      <a:cubicBezTo>
                        <a:pt x="134965" y="15359"/>
                        <a:pt x="129737" y="17428"/>
                        <a:pt x="124673" y="19170"/>
                      </a:cubicBezTo>
                      <a:cubicBezTo>
                        <a:pt x="119608" y="20968"/>
                        <a:pt x="114326" y="21948"/>
                        <a:pt x="109371" y="22601"/>
                      </a:cubicBezTo>
                      <a:cubicBezTo>
                        <a:pt x="104416" y="23473"/>
                        <a:pt x="100060" y="24453"/>
                        <a:pt x="95758" y="26413"/>
                      </a:cubicBezTo>
                      <a:cubicBezTo>
                        <a:pt x="91455" y="28210"/>
                        <a:pt x="86065" y="30334"/>
                        <a:pt x="80402" y="33437"/>
                      </a:cubicBezTo>
                      <a:cubicBezTo>
                        <a:pt x="76644" y="35561"/>
                        <a:pt x="72724" y="38229"/>
                        <a:pt x="69402" y="41769"/>
                      </a:cubicBezTo>
                      <a:cubicBezTo>
                        <a:pt x="67060" y="39972"/>
                        <a:pt x="64338" y="38665"/>
                        <a:pt x="61234" y="38175"/>
                      </a:cubicBezTo>
                      <a:cubicBezTo>
                        <a:pt x="51106" y="36541"/>
                        <a:pt x="41576" y="43457"/>
                        <a:pt x="39942" y="53585"/>
                      </a:cubicBezTo>
                      <a:cubicBezTo>
                        <a:pt x="39616" y="55655"/>
                        <a:pt x="39724" y="57669"/>
                        <a:pt x="40051" y="59630"/>
                      </a:cubicBezTo>
                      <a:cubicBezTo>
                        <a:pt x="37982" y="56961"/>
                        <a:pt x="34987" y="55001"/>
                        <a:pt x="31393" y="54457"/>
                      </a:cubicBezTo>
                      <a:cubicBezTo>
                        <a:pt x="23879" y="53259"/>
                        <a:pt x="16854" y="58323"/>
                        <a:pt x="15656" y="65837"/>
                      </a:cubicBezTo>
                      <a:cubicBezTo>
                        <a:pt x="15493" y="66981"/>
                        <a:pt x="15493" y="68070"/>
                        <a:pt x="15547" y="69159"/>
                      </a:cubicBezTo>
                      <a:cubicBezTo>
                        <a:pt x="14512" y="68560"/>
                        <a:pt x="13369" y="68125"/>
                        <a:pt x="12062" y="67907"/>
                      </a:cubicBezTo>
                      <a:cubicBezTo>
                        <a:pt x="6399" y="66981"/>
                        <a:pt x="1062" y="70847"/>
                        <a:pt x="137" y="76510"/>
                      </a:cubicBezTo>
                      <a:cubicBezTo>
                        <a:pt x="-789" y="82174"/>
                        <a:pt x="3077" y="87510"/>
                        <a:pt x="8740" y="88436"/>
                      </a:cubicBezTo>
                      <a:cubicBezTo>
                        <a:pt x="14404" y="89362"/>
                        <a:pt x="19740" y="85495"/>
                        <a:pt x="20666" y="79832"/>
                      </a:cubicBezTo>
                      <a:cubicBezTo>
                        <a:pt x="20720" y="79451"/>
                        <a:pt x="20720" y="79124"/>
                        <a:pt x="20720" y="78797"/>
                      </a:cubicBezTo>
                      <a:cubicBezTo>
                        <a:pt x="22463" y="80159"/>
                        <a:pt x="24587" y="81193"/>
                        <a:pt x="26928" y="81575"/>
                      </a:cubicBezTo>
                      <a:cubicBezTo>
                        <a:pt x="34443" y="82772"/>
                        <a:pt x="41467" y="77708"/>
                        <a:pt x="42665" y="70194"/>
                      </a:cubicBezTo>
                      <a:cubicBezTo>
                        <a:pt x="42829" y="68996"/>
                        <a:pt x="42829" y="67852"/>
                        <a:pt x="42720" y="66763"/>
                      </a:cubicBezTo>
                      <a:cubicBezTo>
                        <a:pt x="45497" y="70956"/>
                        <a:pt x="49853" y="74005"/>
                        <a:pt x="55244" y="74877"/>
                      </a:cubicBezTo>
                      <a:cubicBezTo>
                        <a:pt x="65373" y="76510"/>
                        <a:pt x="74902" y="69595"/>
                        <a:pt x="76535" y="59466"/>
                      </a:cubicBezTo>
                      <a:cubicBezTo>
                        <a:pt x="76808" y="57615"/>
                        <a:pt x="76753" y="55818"/>
                        <a:pt x="76535" y="54021"/>
                      </a:cubicBezTo>
                      <a:cubicBezTo>
                        <a:pt x="78932" y="54838"/>
                        <a:pt x="81273" y="55600"/>
                        <a:pt x="83723" y="56308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3" name="Forme libre : forme 1312">
                  <a:extLst>
                    <a:ext uri="{FF2B5EF4-FFF2-40B4-BE49-F238E27FC236}">
                      <a16:creationId xmlns:a16="http://schemas.microsoft.com/office/drawing/2014/main" id="{3C8F013B-B384-47C8-8644-7319BB27EF39}"/>
                    </a:ext>
                  </a:extLst>
                </p:cNvPr>
                <p:cNvSpPr/>
                <p:nvPr/>
              </p:nvSpPr>
              <p:spPr>
                <a:xfrm>
                  <a:off x="8850904" y="4807399"/>
                  <a:ext cx="43667" cy="209124"/>
                </a:xfrm>
                <a:custGeom>
                  <a:avLst/>
                  <a:gdLst>
                    <a:gd name="connsiteX0" fmla="*/ 30815 w 43667"/>
                    <a:gd name="connsiteY0" fmla="*/ 95840 h 209124"/>
                    <a:gd name="connsiteX1" fmla="*/ 26132 w 43667"/>
                    <a:gd name="connsiteY1" fmla="*/ 83860 h 209124"/>
                    <a:gd name="connsiteX2" fmla="*/ 37676 w 43667"/>
                    <a:gd name="connsiteY2" fmla="*/ 71554 h 209124"/>
                    <a:gd name="connsiteX3" fmla="*/ 33810 w 43667"/>
                    <a:gd name="connsiteY3" fmla="*/ 58975 h 209124"/>
                    <a:gd name="connsiteX4" fmla="*/ 42795 w 43667"/>
                    <a:gd name="connsiteY4" fmla="*/ 48847 h 209124"/>
                    <a:gd name="connsiteX5" fmla="*/ 36043 w 43667"/>
                    <a:gd name="connsiteY5" fmla="*/ 35614 h 209124"/>
                    <a:gd name="connsiteX6" fmla="*/ 40835 w 43667"/>
                    <a:gd name="connsiteY6" fmla="*/ 27773 h 209124"/>
                    <a:gd name="connsiteX7" fmla="*/ 37459 w 43667"/>
                    <a:gd name="connsiteY7" fmla="*/ 17318 h 209124"/>
                    <a:gd name="connsiteX8" fmla="*/ 43557 w 43667"/>
                    <a:gd name="connsiteY8" fmla="*/ 10293 h 209124"/>
                    <a:gd name="connsiteX9" fmla="*/ 36206 w 43667"/>
                    <a:gd name="connsiteY9" fmla="*/ 110 h 209124"/>
                    <a:gd name="connsiteX10" fmla="*/ 26024 w 43667"/>
                    <a:gd name="connsiteY10" fmla="*/ 7461 h 209124"/>
                    <a:gd name="connsiteX11" fmla="*/ 27493 w 43667"/>
                    <a:gd name="connsiteY11" fmla="*/ 13887 h 209124"/>
                    <a:gd name="connsiteX12" fmla="*/ 16984 w 43667"/>
                    <a:gd name="connsiteY12" fmla="*/ 23961 h 209124"/>
                    <a:gd name="connsiteX13" fmla="*/ 23137 w 43667"/>
                    <a:gd name="connsiteY13" fmla="*/ 36485 h 209124"/>
                    <a:gd name="connsiteX14" fmla="*/ 17855 w 43667"/>
                    <a:gd name="connsiteY14" fmla="*/ 44871 h 209124"/>
                    <a:gd name="connsiteX15" fmla="*/ 20197 w 43667"/>
                    <a:gd name="connsiteY15" fmla="*/ 54401 h 209124"/>
                    <a:gd name="connsiteX16" fmla="*/ 7999 w 43667"/>
                    <a:gd name="connsiteY16" fmla="*/ 66816 h 209124"/>
                    <a:gd name="connsiteX17" fmla="*/ 15732 w 43667"/>
                    <a:gd name="connsiteY17" fmla="*/ 82445 h 209124"/>
                    <a:gd name="connsiteX18" fmla="*/ 7999 w 43667"/>
                    <a:gd name="connsiteY18" fmla="*/ 93117 h 209124"/>
                    <a:gd name="connsiteX19" fmla="*/ 1465 w 43667"/>
                    <a:gd name="connsiteY19" fmla="*/ 109181 h 209124"/>
                    <a:gd name="connsiteX20" fmla="*/ 321 w 43667"/>
                    <a:gd name="connsiteY20" fmla="*/ 125735 h 209124"/>
                    <a:gd name="connsiteX21" fmla="*/ 2445 w 43667"/>
                    <a:gd name="connsiteY21" fmla="*/ 142344 h 209124"/>
                    <a:gd name="connsiteX22" fmla="*/ 3860 w 43667"/>
                    <a:gd name="connsiteY22" fmla="*/ 158734 h 209124"/>
                    <a:gd name="connsiteX23" fmla="*/ 5821 w 43667"/>
                    <a:gd name="connsiteY23" fmla="*/ 175070 h 209124"/>
                    <a:gd name="connsiteX24" fmla="*/ 10558 w 43667"/>
                    <a:gd name="connsiteY24" fmla="*/ 207743 h 209124"/>
                    <a:gd name="connsiteX25" fmla="*/ 11702 w 43667"/>
                    <a:gd name="connsiteY25" fmla="*/ 209050 h 209124"/>
                    <a:gd name="connsiteX26" fmla="*/ 13825 w 43667"/>
                    <a:gd name="connsiteY26" fmla="*/ 207960 h 209124"/>
                    <a:gd name="connsiteX27" fmla="*/ 22157 w 43667"/>
                    <a:gd name="connsiteY27" fmla="*/ 175833 h 209124"/>
                    <a:gd name="connsiteX28" fmla="*/ 25587 w 43667"/>
                    <a:gd name="connsiteY28" fmla="*/ 159714 h 209124"/>
                    <a:gd name="connsiteX29" fmla="*/ 28583 w 43667"/>
                    <a:gd name="connsiteY29" fmla="*/ 143705 h 209124"/>
                    <a:gd name="connsiteX30" fmla="*/ 32612 w 43667"/>
                    <a:gd name="connsiteY30" fmla="*/ 127913 h 209124"/>
                    <a:gd name="connsiteX31" fmla="*/ 34028 w 43667"/>
                    <a:gd name="connsiteY31" fmla="*/ 112122 h 209124"/>
                    <a:gd name="connsiteX32" fmla="*/ 30815 w 43667"/>
                    <a:gd name="connsiteY32" fmla="*/ 95840 h 209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43667" h="209124">
                      <a:moveTo>
                        <a:pt x="30815" y="95840"/>
                      </a:moveTo>
                      <a:cubicBezTo>
                        <a:pt x="29617" y="91919"/>
                        <a:pt x="28201" y="87999"/>
                        <a:pt x="26132" y="83860"/>
                      </a:cubicBezTo>
                      <a:cubicBezTo>
                        <a:pt x="31959" y="82499"/>
                        <a:pt x="36642" y="77816"/>
                        <a:pt x="37676" y="71554"/>
                      </a:cubicBezTo>
                      <a:cubicBezTo>
                        <a:pt x="38438" y="66816"/>
                        <a:pt x="36860" y="62242"/>
                        <a:pt x="33810" y="58975"/>
                      </a:cubicBezTo>
                      <a:cubicBezTo>
                        <a:pt x="38329" y="57668"/>
                        <a:pt x="41978" y="53856"/>
                        <a:pt x="42795" y="48847"/>
                      </a:cubicBezTo>
                      <a:cubicBezTo>
                        <a:pt x="43666" y="43292"/>
                        <a:pt x="40780" y="38065"/>
                        <a:pt x="36043" y="35614"/>
                      </a:cubicBezTo>
                      <a:cubicBezTo>
                        <a:pt x="38493" y="33817"/>
                        <a:pt x="40290" y="31040"/>
                        <a:pt x="40835" y="27773"/>
                      </a:cubicBezTo>
                      <a:cubicBezTo>
                        <a:pt x="41488" y="23798"/>
                        <a:pt x="40072" y="19986"/>
                        <a:pt x="37459" y="17318"/>
                      </a:cubicBezTo>
                      <a:cubicBezTo>
                        <a:pt x="40562" y="16337"/>
                        <a:pt x="43013" y="13724"/>
                        <a:pt x="43557" y="10293"/>
                      </a:cubicBezTo>
                      <a:cubicBezTo>
                        <a:pt x="44320" y="5447"/>
                        <a:pt x="41052" y="872"/>
                        <a:pt x="36206" y="110"/>
                      </a:cubicBezTo>
                      <a:cubicBezTo>
                        <a:pt x="31360" y="-652"/>
                        <a:pt x="26785" y="2615"/>
                        <a:pt x="26024" y="7461"/>
                      </a:cubicBezTo>
                      <a:cubicBezTo>
                        <a:pt x="25642" y="9803"/>
                        <a:pt x="26241" y="12090"/>
                        <a:pt x="27493" y="13887"/>
                      </a:cubicBezTo>
                      <a:cubicBezTo>
                        <a:pt x="22266" y="14540"/>
                        <a:pt x="17855" y="18461"/>
                        <a:pt x="16984" y="23961"/>
                      </a:cubicBezTo>
                      <a:cubicBezTo>
                        <a:pt x="16167" y="29134"/>
                        <a:pt x="18781" y="34089"/>
                        <a:pt x="23137" y="36485"/>
                      </a:cubicBezTo>
                      <a:cubicBezTo>
                        <a:pt x="20415" y="38391"/>
                        <a:pt x="18400" y="41332"/>
                        <a:pt x="17855" y="44871"/>
                      </a:cubicBezTo>
                      <a:cubicBezTo>
                        <a:pt x="17310" y="48356"/>
                        <a:pt x="18236" y="51787"/>
                        <a:pt x="20197" y="54401"/>
                      </a:cubicBezTo>
                      <a:cubicBezTo>
                        <a:pt x="14098" y="55490"/>
                        <a:pt x="9033" y="60282"/>
                        <a:pt x="7999" y="66816"/>
                      </a:cubicBezTo>
                      <a:cubicBezTo>
                        <a:pt x="6965" y="73296"/>
                        <a:pt x="10286" y="79450"/>
                        <a:pt x="15732" y="82445"/>
                      </a:cubicBezTo>
                      <a:cubicBezTo>
                        <a:pt x="12573" y="85875"/>
                        <a:pt x="10177" y="89469"/>
                        <a:pt x="7999" y="93117"/>
                      </a:cubicBezTo>
                      <a:cubicBezTo>
                        <a:pt x="5113" y="98345"/>
                        <a:pt x="2934" y="103736"/>
                        <a:pt x="1465" y="109181"/>
                      </a:cubicBezTo>
                      <a:cubicBezTo>
                        <a:pt x="-6" y="114627"/>
                        <a:pt x="-333" y="120181"/>
                        <a:pt x="321" y="125735"/>
                      </a:cubicBezTo>
                      <a:cubicBezTo>
                        <a:pt x="1083" y="131289"/>
                        <a:pt x="2009" y="136844"/>
                        <a:pt x="2445" y="142344"/>
                      </a:cubicBezTo>
                      <a:lnTo>
                        <a:pt x="3860" y="158734"/>
                      </a:lnTo>
                      <a:lnTo>
                        <a:pt x="5821" y="175070"/>
                      </a:lnTo>
                      <a:cubicBezTo>
                        <a:pt x="7346" y="185961"/>
                        <a:pt x="8707" y="196798"/>
                        <a:pt x="10558" y="207743"/>
                      </a:cubicBezTo>
                      <a:cubicBezTo>
                        <a:pt x="10667" y="208342"/>
                        <a:pt x="11103" y="208886"/>
                        <a:pt x="11702" y="209050"/>
                      </a:cubicBezTo>
                      <a:cubicBezTo>
                        <a:pt x="12573" y="209322"/>
                        <a:pt x="13553" y="208832"/>
                        <a:pt x="13825" y="207960"/>
                      </a:cubicBezTo>
                      <a:cubicBezTo>
                        <a:pt x="17148" y="197342"/>
                        <a:pt x="19652" y="186560"/>
                        <a:pt x="22157" y="175833"/>
                      </a:cubicBezTo>
                      <a:lnTo>
                        <a:pt x="25587" y="159714"/>
                      </a:lnTo>
                      <a:lnTo>
                        <a:pt x="28583" y="143705"/>
                      </a:lnTo>
                      <a:cubicBezTo>
                        <a:pt x="29562" y="138368"/>
                        <a:pt x="31196" y="133141"/>
                        <a:pt x="32612" y="127913"/>
                      </a:cubicBezTo>
                      <a:cubicBezTo>
                        <a:pt x="34028" y="122686"/>
                        <a:pt x="34518" y="117458"/>
                        <a:pt x="34028" y="112122"/>
                      </a:cubicBezTo>
                      <a:cubicBezTo>
                        <a:pt x="33484" y="106731"/>
                        <a:pt x="32449" y="101394"/>
                        <a:pt x="30815" y="95840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4" name="Forme libre : forme 1313">
                  <a:extLst>
                    <a:ext uri="{FF2B5EF4-FFF2-40B4-BE49-F238E27FC236}">
                      <a16:creationId xmlns:a16="http://schemas.microsoft.com/office/drawing/2014/main" id="{8498388D-79AB-4C42-8061-7809A419A2AA}"/>
                    </a:ext>
                  </a:extLst>
                </p:cNvPr>
                <p:cNvSpPr/>
                <p:nvPr/>
              </p:nvSpPr>
              <p:spPr>
                <a:xfrm>
                  <a:off x="8880825" y="4804029"/>
                  <a:ext cx="92807" cy="222425"/>
                </a:xfrm>
                <a:custGeom>
                  <a:avLst/>
                  <a:gdLst>
                    <a:gd name="connsiteX0" fmla="*/ 21423 w 92807"/>
                    <a:gd name="connsiteY0" fmla="*/ 186227 h 222425"/>
                    <a:gd name="connsiteX1" fmla="*/ 29483 w 92807"/>
                    <a:gd name="connsiteY1" fmla="*/ 168366 h 222425"/>
                    <a:gd name="connsiteX2" fmla="*/ 37324 w 92807"/>
                    <a:gd name="connsiteY2" fmla="*/ 150886 h 222425"/>
                    <a:gd name="connsiteX3" fmla="*/ 46745 w 92807"/>
                    <a:gd name="connsiteY3" fmla="*/ 134604 h 222425"/>
                    <a:gd name="connsiteX4" fmla="*/ 54532 w 92807"/>
                    <a:gd name="connsiteY4" fmla="*/ 118377 h 222425"/>
                    <a:gd name="connsiteX5" fmla="*/ 63081 w 92807"/>
                    <a:gd name="connsiteY5" fmla="*/ 84398 h 222425"/>
                    <a:gd name="connsiteX6" fmla="*/ 63789 w 92807"/>
                    <a:gd name="connsiteY6" fmla="*/ 84561 h 222425"/>
                    <a:gd name="connsiteX7" fmla="*/ 83175 w 92807"/>
                    <a:gd name="connsiteY7" fmla="*/ 70567 h 222425"/>
                    <a:gd name="connsiteX8" fmla="*/ 76150 w 92807"/>
                    <a:gd name="connsiteY8" fmla="*/ 54122 h 222425"/>
                    <a:gd name="connsiteX9" fmla="*/ 81268 w 92807"/>
                    <a:gd name="connsiteY9" fmla="*/ 46008 h 222425"/>
                    <a:gd name="connsiteX10" fmla="*/ 78165 w 92807"/>
                    <a:gd name="connsiteY10" fmla="*/ 35771 h 222425"/>
                    <a:gd name="connsiteX11" fmla="*/ 90852 w 92807"/>
                    <a:gd name="connsiteY11" fmla="*/ 26241 h 222425"/>
                    <a:gd name="connsiteX12" fmla="*/ 86932 w 92807"/>
                    <a:gd name="connsiteY12" fmla="*/ 15677 h 222425"/>
                    <a:gd name="connsiteX13" fmla="*/ 92704 w 92807"/>
                    <a:gd name="connsiteY13" fmla="*/ 9252 h 222425"/>
                    <a:gd name="connsiteX14" fmla="*/ 86060 w 92807"/>
                    <a:gd name="connsiteY14" fmla="*/ 104 h 222425"/>
                    <a:gd name="connsiteX15" fmla="*/ 76912 w 92807"/>
                    <a:gd name="connsiteY15" fmla="*/ 6747 h 222425"/>
                    <a:gd name="connsiteX16" fmla="*/ 78600 w 92807"/>
                    <a:gd name="connsiteY16" fmla="*/ 13064 h 222425"/>
                    <a:gd name="connsiteX17" fmla="*/ 68200 w 92807"/>
                    <a:gd name="connsiteY17" fmla="*/ 22647 h 222425"/>
                    <a:gd name="connsiteX18" fmla="*/ 70922 w 92807"/>
                    <a:gd name="connsiteY18" fmla="*/ 31959 h 222425"/>
                    <a:gd name="connsiteX19" fmla="*/ 57036 w 92807"/>
                    <a:gd name="connsiteY19" fmla="*/ 42142 h 222425"/>
                    <a:gd name="connsiteX20" fmla="*/ 60140 w 92807"/>
                    <a:gd name="connsiteY20" fmla="*/ 52325 h 222425"/>
                    <a:gd name="connsiteX21" fmla="*/ 49794 w 92807"/>
                    <a:gd name="connsiteY21" fmla="*/ 65230 h 222425"/>
                    <a:gd name="connsiteX22" fmla="*/ 54641 w 92807"/>
                    <a:gd name="connsiteY22" fmla="*/ 79933 h 222425"/>
                    <a:gd name="connsiteX23" fmla="*/ 25726 w 92807"/>
                    <a:gd name="connsiteY23" fmla="*/ 103130 h 222425"/>
                    <a:gd name="connsiteX24" fmla="*/ 16959 w 92807"/>
                    <a:gd name="connsiteY24" fmla="*/ 122244 h 222425"/>
                    <a:gd name="connsiteX25" fmla="*/ 12657 w 92807"/>
                    <a:gd name="connsiteY25" fmla="*/ 142500 h 222425"/>
                    <a:gd name="connsiteX26" fmla="*/ 8736 w 92807"/>
                    <a:gd name="connsiteY26" fmla="*/ 162158 h 222425"/>
                    <a:gd name="connsiteX27" fmla="*/ 5795 w 92807"/>
                    <a:gd name="connsiteY27" fmla="*/ 181707 h 222425"/>
                    <a:gd name="connsiteX28" fmla="*/ 24 w 92807"/>
                    <a:gd name="connsiteY28" fmla="*/ 220478 h 222425"/>
                    <a:gd name="connsiteX29" fmla="*/ 786 w 92807"/>
                    <a:gd name="connsiteY29" fmla="*/ 222166 h 222425"/>
                    <a:gd name="connsiteX30" fmla="*/ 3073 w 92807"/>
                    <a:gd name="connsiteY30" fmla="*/ 221622 h 222425"/>
                    <a:gd name="connsiteX31" fmla="*/ 21423 w 92807"/>
                    <a:gd name="connsiteY31" fmla="*/ 186227 h 222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92807" h="222425">
                      <a:moveTo>
                        <a:pt x="21423" y="186227"/>
                      </a:moveTo>
                      <a:lnTo>
                        <a:pt x="29483" y="168366"/>
                      </a:lnTo>
                      <a:cubicBezTo>
                        <a:pt x="32042" y="162430"/>
                        <a:pt x="34656" y="156549"/>
                        <a:pt x="37324" y="150886"/>
                      </a:cubicBezTo>
                      <a:cubicBezTo>
                        <a:pt x="39992" y="145168"/>
                        <a:pt x="43369" y="139832"/>
                        <a:pt x="46745" y="134604"/>
                      </a:cubicBezTo>
                      <a:cubicBezTo>
                        <a:pt x="50066" y="129377"/>
                        <a:pt x="52625" y="124095"/>
                        <a:pt x="54532" y="118377"/>
                      </a:cubicBezTo>
                      <a:cubicBezTo>
                        <a:pt x="57908" y="107977"/>
                        <a:pt x="60848" y="97685"/>
                        <a:pt x="63081" y="84398"/>
                      </a:cubicBezTo>
                      <a:cubicBezTo>
                        <a:pt x="63299" y="84453"/>
                        <a:pt x="63516" y="84561"/>
                        <a:pt x="63789" y="84561"/>
                      </a:cubicBezTo>
                      <a:cubicBezTo>
                        <a:pt x="72992" y="86032"/>
                        <a:pt x="81704" y="79770"/>
                        <a:pt x="83175" y="70567"/>
                      </a:cubicBezTo>
                      <a:cubicBezTo>
                        <a:pt x="84209" y="63978"/>
                        <a:pt x="81268" y="57716"/>
                        <a:pt x="76150" y="54122"/>
                      </a:cubicBezTo>
                      <a:cubicBezTo>
                        <a:pt x="78764" y="52270"/>
                        <a:pt x="80724" y="49439"/>
                        <a:pt x="81268" y="46008"/>
                      </a:cubicBezTo>
                      <a:cubicBezTo>
                        <a:pt x="81868" y="42142"/>
                        <a:pt x="80615" y="38439"/>
                        <a:pt x="78165" y="35771"/>
                      </a:cubicBezTo>
                      <a:cubicBezTo>
                        <a:pt x="84263" y="36533"/>
                        <a:pt x="89872" y="32340"/>
                        <a:pt x="90852" y="26241"/>
                      </a:cubicBezTo>
                      <a:cubicBezTo>
                        <a:pt x="91506" y="22103"/>
                        <a:pt x="89872" y="18182"/>
                        <a:pt x="86932" y="15677"/>
                      </a:cubicBezTo>
                      <a:cubicBezTo>
                        <a:pt x="89872" y="14860"/>
                        <a:pt x="92213" y="12464"/>
                        <a:pt x="92704" y="9252"/>
                      </a:cubicBezTo>
                      <a:cubicBezTo>
                        <a:pt x="93412" y="4896"/>
                        <a:pt x="90417" y="812"/>
                        <a:pt x="86060" y="104"/>
                      </a:cubicBezTo>
                      <a:cubicBezTo>
                        <a:pt x="81704" y="-604"/>
                        <a:pt x="77620" y="2391"/>
                        <a:pt x="76912" y="6747"/>
                      </a:cubicBezTo>
                      <a:cubicBezTo>
                        <a:pt x="76531" y="9088"/>
                        <a:pt x="77239" y="11321"/>
                        <a:pt x="78600" y="13064"/>
                      </a:cubicBezTo>
                      <a:cubicBezTo>
                        <a:pt x="73427" y="13499"/>
                        <a:pt x="69071" y="17311"/>
                        <a:pt x="68200" y="22647"/>
                      </a:cubicBezTo>
                      <a:cubicBezTo>
                        <a:pt x="67655" y="26132"/>
                        <a:pt x="68744" y="29509"/>
                        <a:pt x="70922" y="31959"/>
                      </a:cubicBezTo>
                      <a:cubicBezTo>
                        <a:pt x="64279" y="30979"/>
                        <a:pt x="58125" y="35499"/>
                        <a:pt x="57036" y="42142"/>
                      </a:cubicBezTo>
                      <a:cubicBezTo>
                        <a:pt x="56438" y="45954"/>
                        <a:pt x="57690" y="49656"/>
                        <a:pt x="60140" y="52325"/>
                      </a:cubicBezTo>
                      <a:cubicBezTo>
                        <a:pt x="54858" y="54503"/>
                        <a:pt x="50774" y="59186"/>
                        <a:pt x="49794" y="65230"/>
                      </a:cubicBezTo>
                      <a:cubicBezTo>
                        <a:pt x="48868" y="70839"/>
                        <a:pt x="50883" y="76230"/>
                        <a:pt x="54641" y="79933"/>
                      </a:cubicBezTo>
                      <a:cubicBezTo>
                        <a:pt x="42280" y="84453"/>
                        <a:pt x="32859" y="93437"/>
                        <a:pt x="25726" y="103130"/>
                      </a:cubicBezTo>
                      <a:cubicBezTo>
                        <a:pt x="21533" y="108957"/>
                        <a:pt x="18646" y="115437"/>
                        <a:pt x="16959" y="122244"/>
                      </a:cubicBezTo>
                      <a:cubicBezTo>
                        <a:pt x="15325" y="129050"/>
                        <a:pt x="14181" y="135911"/>
                        <a:pt x="12657" y="142500"/>
                      </a:cubicBezTo>
                      <a:cubicBezTo>
                        <a:pt x="11186" y="149089"/>
                        <a:pt x="9934" y="155678"/>
                        <a:pt x="8736" y="162158"/>
                      </a:cubicBezTo>
                      <a:lnTo>
                        <a:pt x="5795" y="181707"/>
                      </a:lnTo>
                      <a:cubicBezTo>
                        <a:pt x="4053" y="194722"/>
                        <a:pt x="2202" y="207518"/>
                        <a:pt x="24" y="220478"/>
                      </a:cubicBezTo>
                      <a:cubicBezTo>
                        <a:pt x="-85" y="221131"/>
                        <a:pt x="187" y="221785"/>
                        <a:pt x="786" y="222166"/>
                      </a:cubicBezTo>
                      <a:cubicBezTo>
                        <a:pt x="1548" y="222656"/>
                        <a:pt x="2583" y="222438"/>
                        <a:pt x="3073" y="221622"/>
                      </a:cubicBezTo>
                      <a:cubicBezTo>
                        <a:pt x="10097" y="210241"/>
                        <a:pt x="15815" y="198152"/>
                        <a:pt x="21423" y="186227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5" name="Forme libre : forme 1314">
                  <a:extLst>
                    <a:ext uri="{FF2B5EF4-FFF2-40B4-BE49-F238E27FC236}">
                      <a16:creationId xmlns:a16="http://schemas.microsoft.com/office/drawing/2014/main" id="{D1D10E9B-B5D2-4DA8-8109-FA9111A6C296}"/>
                    </a:ext>
                  </a:extLst>
                </p:cNvPr>
                <p:cNvSpPr/>
                <p:nvPr/>
              </p:nvSpPr>
              <p:spPr>
                <a:xfrm>
                  <a:off x="8892682" y="4872874"/>
                  <a:ext cx="162778" cy="170642"/>
                </a:xfrm>
                <a:custGeom>
                  <a:avLst/>
                  <a:gdLst>
                    <a:gd name="connsiteX0" fmla="*/ 46377 w 162778"/>
                    <a:gd name="connsiteY0" fmla="*/ 83185 h 170642"/>
                    <a:gd name="connsiteX1" fmla="*/ 32437 w 162778"/>
                    <a:gd name="connsiteY1" fmla="*/ 103660 h 170642"/>
                    <a:gd name="connsiteX2" fmla="*/ 20566 w 162778"/>
                    <a:gd name="connsiteY2" fmla="*/ 125224 h 170642"/>
                    <a:gd name="connsiteX3" fmla="*/ 10819 w 162778"/>
                    <a:gd name="connsiteY3" fmla="*/ 147604 h 170642"/>
                    <a:gd name="connsiteX4" fmla="*/ 364 w 162778"/>
                    <a:gd name="connsiteY4" fmla="*/ 167970 h 170642"/>
                    <a:gd name="connsiteX5" fmla="*/ 364 w 162778"/>
                    <a:gd name="connsiteY5" fmla="*/ 167970 h 170642"/>
                    <a:gd name="connsiteX6" fmla="*/ 255 w 162778"/>
                    <a:gd name="connsiteY6" fmla="*/ 169876 h 170642"/>
                    <a:gd name="connsiteX7" fmla="*/ 2542 w 162778"/>
                    <a:gd name="connsiteY7" fmla="*/ 170420 h 170642"/>
                    <a:gd name="connsiteX8" fmla="*/ 19804 w 162778"/>
                    <a:gd name="connsiteY8" fmla="*/ 152559 h 170642"/>
                    <a:gd name="connsiteX9" fmla="*/ 34289 w 162778"/>
                    <a:gd name="connsiteY9" fmla="*/ 134100 h 170642"/>
                    <a:gd name="connsiteX10" fmla="*/ 49753 w 162778"/>
                    <a:gd name="connsiteY10" fmla="*/ 116783 h 170642"/>
                    <a:gd name="connsiteX11" fmla="*/ 65926 w 162778"/>
                    <a:gd name="connsiteY11" fmla="*/ 100501 h 170642"/>
                    <a:gd name="connsiteX12" fmla="*/ 83787 w 162778"/>
                    <a:gd name="connsiteY12" fmla="*/ 86234 h 170642"/>
                    <a:gd name="connsiteX13" fmla="*/ 100614 w 162778"/>
                    <a:gd name="connsiteY13" fmla="*/ 71314 h 170642"/>
                    <a:gd name="connsiteX14" fmla="*/ 115642 w 162778"/>
                    <a:gd name="connsiteY14" fmla="*/ 53617 h 170642"/>
                    <a:gd name="connsiteX15" fmla="*/ 125771 w 162778"/>
                    <a:gd name="connsiteY15" fmla="*/ 39132 h 170642"/>
                    <a:gd name="connsiteX16" fmla="*/ 129147 w 162778"/>
                    <a:gd name="connsiteY16" fmla="*/ 40275 h 170642"/>
                    <a:gd name="connsiteX17" fmla="*/ 142434 w 162778"/>
                    <a:gd name="connsiteY17" fmla="*/ 30692 h 170642"/>
                    <a:gd name="connsiteX18" fmla="*/ 141236 w 162778"/>
                    <a:gd name="connsiteY18" fmla="*/ 23558 h 170642"/>
                    <a:gd name="connsiteX19" fmla="*/ 145374 w 162778"/>
                    <a:gd name="connsiteY19" fmla="*/ 25410 h 170642"/>
                    <a:gd name="connsiteX20" fmla="*/ 155993 w 162778"/>
                    <a:gd name="connsiteY20" fmla="*/ 17732 h 170642"/>
                    <a:gd name="connsiteX21" fmla="*/ 155557 w 162778"/>
                    <a:gd name="connsiteY21" fmla="*/ 13321 h 170642"/>
                    <a:gd name="connsiteX22" fmla="*/ 162690 w 162778"/>
                    <a:gd name="connsiteY22" fmla="*/ 7767 h 170642"/>
                    <a:gd name="connsiteX23" fmla="*/ 157137 w 162778"/>
                    <a:gd name="connsiteY23" fmla="*/ 89 h 170642"/>
                    <a:gd name="connsiteX24" fmla="*/ 149458 w 162778"/>
                    <a:gd name="connsiteY24" fmla="*/ 5643 h 170642"/>
                    <a:gd name="connsiteX25" fmla="*/ 149513 w 162778"/>
                    <a:gd name="connsiteY25" fmla="*/ 7440 h 170642"/>
                    <a:gd name="connsiteX26" fmla="*/ 148261 w 162778"/>
                    <a:gd name="connsiteY26" fmla="*/ 7113 h 170642"/>
                    <a:gd name="connsiteX27" fmla="*/ 137642 w 162778"/>
                    <a:gd name="connsiteY27" fmla="*/ 14791 h 170642"/>
                    <a:gd name="connsiteX28" fmla="*/ 138350 w 162778"/>
                    <a:gd name="connsiteY28" fmla="*/ 20073 h 170642"/>
                    <a:gd name="connsiteX29" fmla="*/ 132741 w 162778"/>
                    <a:gd name="connsiteY29" fmla="*/ 17459 h 170642"/>
                    <a:gd name="connsiteX30" fmla="*/ 119454 w 162778"/>
                    <a:gd name="connsiteY30" fmla="*/ 27043 h 170642"/>
                    <a:gd name="connsiteX31" fmla="*/ 119454 w 162778"/>
                    <a:gd name="connsiteY31" fmla="*/ 30474 h 170642"/>
                    <a:gd name="connsiteX32" fmla="*/ 102083 w 162778"/>
                    <a:gd name="connsiteY32" fmla="*/ 34885 h 170642"/>
                    <a:gd name="connsiteX33" fmla="*/ 79540 w 162778"/>
                    <a:gd name="connsiteY33" fmla="*/ 46266 h 170642"/>
                    <a:gd name="connsiteX34" fmla="*/ 61080 w 162778"/>
                    <a:gd name="connsiteY34" fmla="*/ 63092 h 170642"/>
                    <a:gd name="connsiteX35" fmla="*/ 46377 w 162778"/>
                    <a:gd name="connsiteY35" fmla="*/ 83185 h 170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62778" h="170642">
                      <a:moveTo>
                        <a:pt x="46377" y="83185"/>
                      </a:moveTo>
                      <a:cubicBezTo>
                        <a:pt x="41422" y="89829"/>
                        <a:pt x="36793" y="96690"/>
                        <a:pt x="32437" y="103660"/>
                      </a:cubicBezTo>
                      <a:cubicBezTo>
                        <a:pt x="28190" y="110684"/>
                        <a:pt x="24269" y="117927"/>
                        <a:pt x="20566" y="125224"/>
                      </a:cubicBezTo>
                      <a:cubicBezTo>
                        <a:pt x="17081" y="132629"/>
                        <a:pt x="13705" y="140089"/>
                        <a:pt x="10819" y="147604"/>
                      </a:cubicBezTo>
                      <a:cubicBezTo>
                        <a:pt x="7933" y="154955"/>
                        <a:pt x="5265" y="162034"/>
                        <a:pt x="364" y="167970"/>
                      </a:cubicBezTo>
                      <a:lnTo>
                        <a:pt x="364" y="167970"/>
                      </a:lnTo>
                      <a:cubicBezTo>
                        <a:pt x="-72" y="168514"/>
                        <a:pt x="-126" y="169277"/>
                        <a:pt x="255" y="169876"/>
                      </a:cubicBezTo>
                      <a:cubicBezTo>
                        <a:pt x="745" y="170638"/>
                        <a:pt x="1780" y="170856"/>
                        <a:pt x="2542" y="170420"/>
                      </a:cubicBezTo>
                      <a:cubicBezTo>
                        <a:pt x="9730" y="165900"/>
                        <a:pt x="15066" y="158931"/>
                        <a:pt x="19804" y="152559"/>
                      </a:cubicBezTo>
                      <a:cubicBezTo>
                        <a:pt x="24541" y="146188"/>
                        <a:pt x="29279" y="140035"/>
                        <a:pt x="34289" y="134100"/>
                      </a:cubicBezTo>
                      <a:cubicBezTo>
                        <a:pt x="39298" y="128164"/>
                        <a:pt x="44362" y="122337"/>
                        <a:pt x="49753" y="116783"/>
                      </a:cubicBezTo>
                      <a:cubicBezTo>
                        <a:pt x="54927" y="111120"/>
                        <a:pt x="60318" y="105675"/>
                        <a:pt x="65926" y="100501"/>
                      </a:cubicBezTo>
                      <a:cubicBezTo>
                        <a:pt x="71426" y="95219"/>
                        <a:pt x="77688" y="90700"/>
                        <a:pt x="83787" y="86234"/>
                      </a:cubicBezTo>
                      <a:cubicBezTo>
                        <a:pt x="89940" y="81824"/>
                        <a:pt x="95495" y="76814"/>
                        <a:pt x="100614" y="71314"/>
                      </a:cubicBezTo>
                      <a:cubicBezTo>
                        <a:pt x="105732" y="65760"/>
                        <a:pt x="110742" y="59934"/>
                        <a:pt x="115642" y="53617"/>
                      </a:cubicBezTo>
                      <a:cubicBezTo>
                        <a:pt x="119073" y="49043"/>
                        <a:pt x="122503" y="44414"/>
                        <a:pt x="125771" y="39132"/>
                      </a:cubicBezTo>
                      <a:cubicBezTo>
                        <a:pt x="126805" y="39677"/>
                        <a:pt x="127949" y="40112"/>
                        <a:pt x="129147" y="40275"/>
                      </a:cubicBezTo>
                      <a:cubicBezTo>
                        <a:pt x="135463" y="41310"/>
                        <a:pt x="141399" y="37008"/>
                        <a:pt x="142434" y="30692"/>
                      </a:cubicBezTo>
                      <a:cubicBezTo>
                        <a:pt x="142869" y="28132"/>
                        <a:pt x="142379" y="25682"/>
                        <a:pt x="141236" y="23558"/>
                      </a:cubicBezTo>
                      <a:cubicBezTo>
                        <a:pt x="142434" y="24484"/>
                        <a:pt x="143795" y="25137"/>
                        <a:pt x="145374" y="25410"/>
                      </a:cubicBezTo>
                      <a:cubicBezTo>
                        <a:pt x="150438" y="26227"/>
                        <a:pt x="155176" y="22796"/>
                        <a:pt x="155993" y="17732"/>
                      </a:cubicBezTo>
                      <a:cubicBezTo>
                        <a:pt x="156265" y="16207"/>
                        <a:pt x="156047" y="14682"/>
                        <a:pt x="155557" y="13321"/>
                      </a:cubicBezTo>
                      <a:cubicBezTo>
                        <a:pt x="158988" y="13593"/>
                        <a:pt x="162146" y="11252"/>
                        <a:pt x="162690" y="7767"/>
                      </a:cubicBezTo>
                      <a:cubicBezTo>
                        <a:pt x="163289" y="4118"/>
                        <a:pt x="160785" y="633"/>
                        <a:pt x="157137" y="89"/>
                      </a:cubicBezTo>
                      <a:cubicBezTo>
                        <a:pt x="153488" y="-510"/>
                        <a:pt x="150003" y="1995"/>
                        <a:pt x="149458" y="5643"/>
                      </a:cubicBezTo>
                      <a:cubicBezTo>
                        <a:pt x="149349" y="6242"/>
                        <a:pt x="149458" y="6841"/>
                        <a:pt x="149513" y="7440"/>
                      </a:cubicBezTo>
                      <a:cubicBezTo>
                        <a:pt x="149131" y="7331"/>
                        <a:pt x="148696" y="7168"/>
                        <a:pt x="148261" y="7113"/>
                      </a:cubicBezTo>
                      <a:cubicBezTo>
                        <a:pt x="143196" y="6296"/>
                        <a:pt x="138459" y="9727"/>
                        <a:pt x="137642" y="14791"/>
                      </a:cubicBezTo>
                      <a:cubicBezTo>
                        <a:pt x="137370" y="16643"/>
                        <a:pt x="137642" y="18439"/>
                        <a:pt x="138350" y="20073"/>
                      </a:cubicBezTo>
                      <a:cubicBezTo>
                        <a:pt x="136770" y="18766"/>
                        <a:pt x="134919" y="17786"/>
                        <a:pt x="132741" y="17459"/>
                      </a:cubicBezTo>
                      <a:cubicBezTo>
                        <a:pt x="126425" y="16425"/>
                        <a:pt x="120489" y="20727"/>
                        <a:pt x="119454" y="27043"/>
                      </a:cubicBezTo>
                      <a:cubicBezTo>
                        <a:pt x="119291" y="28187"/>
                        <a:pt x="119291" y="29330"/>
                        <a:pt x="119454" y="30474"/>
                      </a:cubicBezTo>
                      <a:cubicBezTo>
                        <a:pt x="113410" y="31345"/>
                        <a:pt x="107638" y="32870"/>
                        <a:pt x="102083" y="34885"/>
                      </a:cubicBezTo>
                      <a:cubicBezTo>
                        <a:pt x="94079" y="37771"/>
                        <a:pt x="86510" y="41637"/>
                        <a:pt x="79540" y="46266"/>
                      </a:cubicBezTo>
                      <a:cubicBezTo>
                        <a:pt x="72515" y="50840"/>
                        <a:pt x="66362" y="56557"/>
                        <a:pt x="61080" y="63092"/>
                      </a:cubicBezTo>
                      <a:cubicBezTo>
                        <a:pt x="56125" y="69681"/>
                        <a:pt x="51278" y="76542"/>
                        <a:pt x="46377" y="83185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6" name="Forme libre : forme 1315">
                  <a:extLst>
                    <a:ext uri="{FF2B5EF4-FFF2-40B4-BE49-F238E27FC236}">
                      <a16:creationId xmlns:a16="http://schemas.microsoft.com/office/drawing/2014/main" id="{35D66DD6-DBE6-423C-BB72-C4354086E12F}"/>
                    </a:ext>
                  </a:extLst>
                </p:cNvPr>
                <p:cNvSpPr/>
                <p:nvPr/>
              </p:nvSpPr>
              <p:spPr>
                <a:xfrm>
                  <a:off x="8904937" y="4954853"/>
                  <a:ext cx="216400" cy="103640"/>
                </a:xfrm>
                <a:custGeom>
                  <a:avLst/>
                  <a:gdLst>
                    <a:gd name="connsiteX0" fmla="*/ 115748 w 216400"/>
                    <a:gd name="connsiteY0" fmla="*/ 35458 h 103640"/>
                    <a:gd name="connsiteX1" fmla="*/ 94349 w 216400"/>
                    <a:gd name="connsiteY1" fmla="*/ 40522 h 103640"/>
                    <a:gd name="connsiteX2" fmla="*/ 73492 w 216400"/>
                    <a:gd name="connsiteY2" fmla="*/ 49235 h 103640"/>
                    <a:gd name="connsiteX3" fmla="*/ 52746 w 216400"/>
                    <a:gd name="connsiteY3" fmla="*/ 58492 h 103640"/>
                    <a:gd name="connsiteX4" fmla="*/ 33088 w 216400"/>
                    <a:gd name="connsiteY4" fmla="*/ 70090 h 103640"/>
                    <a:gd name="connsiteX5" fmla="*/ 307 w 216400"/>
                    <a:gd name="connsiteY5" fmla="*/ 101020 h 103640"/>
                    <a:gd name="connsiteX6" fmla="*/ 307 w 216400"/>
                    <a:gd name="connsiteY6" fmla="*/ 102926 h 103640"/>
                    <a:gd name="connsiteX7" fmla="*/ 2594 w 216400"/>
                    <a:gd name="connsiteY7" fmla="*/ 103362 h 103640"/>
                    <a:gd name="connsiteX8" fmla="*/ 40494 w 216400"/>
                    <a:gd name="connsiteY8" fmla="*/ 84629 h 103640"/>
                    <a:gd name="connsiteX9" fmla="*/ 60478 w 216400"/>
                    <a:gd name="connsiteY9" fmla="*/ 78748 h 103640"/>
                    <a:gd name="connsiteX10" fmla="*/ 80844 w 216400"/>
                    <a:gd name="connsiteY10" fmla="*/ 74283 h 103640"/>
                    <a:gd name="connsiteX11" fmla="*/ 101918 w 216400"/>
                    <a:gd name="connsiteY11" fmla="*/ 71942 h 103640"/>
                    <a:gd name="connsiteX12" fmla="*/ 122773 w 216400"/>
                    <a:gd name="connsiteY12" fmla="*/ 67368 h 103640"/>
                    <a:gd name="connsiteX13" fmla="*/ 132956 w 216400"/>
                    <a:gd name="connsiteY13" fmla="*/ 63175 h 103640"/>
                    <a:gd name="connsiteX14" fmla="*/ 143466 w 216400"/>
                    <a:gd name="connsiteY14" fmla="*/ 57729 h 103640"/>
                    <a:gd name="connsiteX15" fmla="*/ 154139 w 216400"/>
                    <a:gd name="connsiteY15" fmla="*/ 49071 h 103640"/>
                    <a:gd name="connsiteX16" fmla="*/ 159257 w 216400"/>
                    <a:gd name="connsiteY16" fmla="*/ 38126 h 103640"/>
                    <a:gd name="connsiteX17" fmla="*/ 164757 w 216400"/>
                    <a:gd name="connsiteY17" fmla="*/ 41121 h 103640"/>
                    <a:gd name="connsiteX18" fmla="*/ 175702 w 216400"/>
                    <a:gd name="connsiteY18" fmla="*/ 33171 h 103640"/>
                    <a:gd name="connsiteX19" fmla="*/ 175267 w 216400"/>
                    <a:gd name="connsiteY19" fmla="*/ 28651 h 103640"/>
                    <a:gd name="connsiteX20" fmla="*/ 179133 w 216400"/>
                    <a:gd name="connsiteY20" fmla="*/ 30829 h 103640"/>
                    <a:gd name="connsiteX21" fmla="*/ 187301 w 216400"/>
                    <a:gd name="connsiteY21" fmla="*/ 24948 h 103640"/>
                    <a:gd name="connsiteX22" fmla="*/ 187246 w 216400"/>
                    <a:gd name="connsiteY22" fmla="*/ 23042 h 103640"/>
                    <a:gd name="connsiteX23" fmla="*/ 191276 w 216400"/>
                    <a:gd name="connsiteY23" fmla="*/ 25002 h 103640"/>
                    <a:gd name="connsiteX24" fmla="*/ 200315 w 216400"/>
                    <a:gd name="connsiteY24" fmla="*/ 18468 h 103640"/>
                    <a:gd name="connsiteX25" fmla="*/ 200424 w 216400"/>
                    <a:gd name="connsiteY25" fmla="*/ 16889 h 103640"/>
                    <a:gd name="connsiteX26" fmla="*/ 205216 w 216400"/>
                    <a:gd name="connsiteY26" fmla="*/ 19176 h 103640"/>
                    <a:gd name="connsiteX27" fmla="*/ 216271 w 216400"/>
                    <a:gd name="connsiteY27" fmla="*/ 11171 h 103640"/>
                    <a:gd name="connsiteX28" fmla="*/ 208265 w 216400"/>
                    <a:gd name="connsiteY28" fmla="*/ 117 h 103640"/>
                    <a:gd name="connsiteX29" fmla="*/ 197212 w 216400"/>
                    <a:gd name="connsiteY29" fmla="*/ 8122 h 103640"/>
                    <a:gd name="connsiteX30" fmla="*/ 197212 w 216400"/>
                    <a:gd name="connsiteY30" fmla="*/ 10954 h 103640"/>
                    <a:gd name="connsiteX31" fmla="*/ 193781 w 216400"/>
                    <a:gd name="connsiteY31" fmla="*/ 9483 h 103640"/>
                    <a:gd name="connsiteX32" fmla="*/ 184742 w 216400"/>
                    <a:gd name="connsiteY32" fmla="*/ 16018 h 103640"/>
                    <a:gd name="connsiteX33" fmla="*/ 184796 w 216400"/>
                    <a:gd name="connsiteY33" fmla="*/ 18468 h 103640"/>
                    <a:gd name="connsiteX34" fmla="*/ 181420 w 216400"/>
                    <a:gd name="connsiteY34" fmla="*/ 16834 h 103640"/>
                    <a:gd name="connsiteX35" fmla="*/ 173252 w 216400"/>
                    <a:gd name="connsiteY35" fmla="*/ 22716 h 103640"/>
                    <a:gd name="connsiteX36" fmla="*/ 173361 w 216400"/>
                    <a:gd name="connsiteY36" fmla="*/ 25438 h 103640"/>
                    <a:gd name="connsiteX37" fmla="*/ 167752 w 216400"/>
                    <a:gd name="connsiteY37" fmla="*/ 22280 h 103640"/>
                    <a:gd name="connsiteX38" fmla="*/ 156807 w 216400"/>
                    <a:gd name="connsiteY38" fmla="*/ 30230 h 103640"/>
                    <a:gd name="connsiteX39" fmla="*/ 157025 w 216400"/>
                    <a:gd name="connsiteY39" fmla="*/ 34260 h 103640"/>
                    <a:gd name="connsiteX40" fmla="*/ 156698 w 216400"/>
                    <a:gd name="connsiteY40" fmla="*/ 34314 h 103640"/>
                    <a:gd name="connsiteX41" fmla="*/ 156480 w 216400"/>
                    <a:gd name="connsiteY41" fmla="*/ 34423 h 103640"/>
                    <a:gd name="connsiteX42" fmla="*/ 146515 w 216400"/>
                    <a:gd name="connsiteY42" fmla="*/ 36274 h 103640"/>
                    <a:gd name="connsiteX43" fmla="*/ 137149 w 216400"/>
                    <a:gd name="connsiteY43" fmla="*/ 35621 h 103640"/>
                    <a:gd name="connsiteX44" fmla="*/ 126585 w 216400"/>
                    <a:gd name="connsiteY44" fmla="*/ 35131 h 103640"/>
                    <a:gd name="connsiteX45" fmla="*/ 115748 w 216400"/>
                    <a:gd name="connsiteY45" fmla="*/ 35458 h 103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216400" h="103640">
                      <a:moveTo>
                        <a:pt x="115748" y="35458"/>
                      </a:moveTo>
                      <a:cubicBezTo>
                        <a:pt x="108452" y="36057"/>
                        <a:pt x="101319" y="37745"/>
                        <a:pt x="94349" y="40522"/>
                      </a:cubicBezTo>
                      <a:cubicBezTo>
                        <a:pt x="87378" y="43353"/>
                        <a:pt x="80517" y="46457"/>
                        <a:pt x="73492" y="49235"/>
                      </a:cubicBezTo>
                      <a:cubicBezTo>
                        <a:pt x="66523" y="52066"/>
                        <a:pt x="59552" y="55116"/>
                        <a:pt x="52746" y="58492"/>
                      </a:cubicBezTo>
                      <a:cubicBezTo>
                        <a:pt x="45994" y="62031"/>
                        <a:pt x="39404" y="65897"/>
                        <a:pt x="33088" y="70090"/>
                      </a:cubicBezTo>
                      <a:cubicBezTo>
                        <a:pt x="20563" y="78694"/>
                        <a:pt x="9019" y="88931"/>
                        <a:pt x="307" y="101020"/>
                      </a:cubicBezTo>
                      <a:cubicBezTo>
                        <a:pt x="-75" y="101565"/>
                        <a:pt x="-129" y="102327"/>
                        <a:pt x="307" y="102926"/>
                      </a:cubicBezTo>
                      <a:cubicBezTo>
                        <a:pt x="851" y="103688"/>
                        <a:pt x="1886" y="103852"/>
                        <a:pt x="2594" y="103362"/>
                      </a:cubicBezTo>
                      <a:cubicBezTo>
                        <a:pt x="14628" y="95303"/>
                        <a:pt x="27261" y="89095"/>
                        <a:pt x="40494" y="84629"/>
                      </a:cubicBezTo>
                      <a:cubicBezTo>
                        <a:pt x="47028" y="82288"/>
                        <a:pt x="53726" y="80328"/>
                        <a:pt x="60478" y="78748"/>
                      </a:cubicBezTo>
                      <a:cubicBezTo>
                        <a:pt x="67176" y="77006"/>
                        <a:pt x="73983" y="75536"/>
                        <a:pt x="80844" y="74283"/>
                      </a:cubicBezTo>
                      <a:cubicBezTo>
                        <a:pt x="87705" y="73031"/>
                        <a:pt x="94784" y="72486"/>
                        <a:pt x="101918" y="71942"/>
                      </a:cubicBezTo>
                      <a:cubicBezTo>
                        <a:pt x="108996" y="71343"/>
                        <a:pt x="115967" y="69872"/>
                        <a:pt x="122773" y="67368"/>
                      </a:cubicBezTo>
                      <a:cubicBezTo>
                        <a:pt x="126149" y="66115"/>
                        <a:pt x="129580" y="64754"/>
                        <a:pt x="132956" y="63175"/>
                      </a:cubicBezTo>
                      <a:cubicBezTo>
                        <a:pt x="136278" y="61596"/>
                        <a:pt x="139708" y="59962"/>
                        <a:pt x="143466" y="57729"/>
                      </a:cubicBezTo>
                      <a:cubicBezTo>
                        <a:pt x="147168" y="55551"/>
                        <a:pt x="150926" y="52665"/>
                        <a:pt x="154139" y="49071"/>
                      </a:cubicBezTo>
                      <a:cubicBezTo>
                        <a:pt x="156752" y="45967"/>
                        <a:pt x="158822" y="42047"/>
                        <a:pt x="159257" y="38126"/>
                      </a:cubicBezTo>
                      <a:cubicBezTo>
                        <a:pt x="160673" y="39651"/>
                        <a:pt x="162525" y="40794"/>
                        <a:pt x="164757" y="41121"/>
                      </a:cubicBezTo>
                      <a:cubicBezTo>
                        <a:pt x="169985" y="41938"/>
                        <a:pt x="174885" y="38398"/>
                        <a:pt x="175702" y="33171"/>
                      </a:cubicBezTo>
                      <a:cubicBezTo>
                        <a:pt x="175975" y="31592"/>
                        <a:pt x="175757" y="30067"/>
                        <a:pt x="175267" y="28651"/>
                      </a:cubicBezTo>
                      <a:cubicBezTo>
                        <a:pt x="176301" y="29740"/>
                        <a:pt x="177608" y="30557"/>
                        <a:pt x="179133" y="30829"/>
                      </a:cubicBezTo>
                      <a:cubicBezTo>
                        <a:pt x="182999" y="31428"/>
                        <a:pt x="186702" y="28814"/>
                        <a:pt x="187301" y="24948"/>
                      </a:cubicBezTo>
                      <a:cubicBezTo>
                        <a:pt x="187410" y="24295"/>
                        <a:pt x="187301" y="23696"/>
                        <a:pt x="187246" y="23042"/>
                      </a:cubicBezTo>
                      <a:cubicBezTo>
                        <a:pt x="188336" y="24022"/>
                        <a:pt x="189697" y="24730"/>
                        <a:pt x="191276" y="25002"/>
                      </a:cubicBezTo>
                      <a:cubicBezTo>
                        <a:pt x="195578" y="25710"/>
                        <a:pt x="199607" y="22770"/>
                        <a:pt x="200315" y="18468"/>
                      </a:cubicBezTo>
                      <a:cubicBezTo>
                        <a:pt x="200424" y="17924"/>
                        <a:pt x="200424" y="17434"/>
                        <a:pt x="200424" y="16889"/>
                      </a:cubicBezTo>
                      <a:cubicBezTo>
                        <a:pt x="201731" y="18033"/>
                        <a:pt x="203365" y="18849"/>
                        <a:pt x="205216" y="19176"/>
                      </a:cubicBezTo>
                      <a:cubicBezTo>
                        <a:pt x="210498" y="20047"/>
                        <a:pt x="215454" y="16453"/>
                        <a:pt x="216271" y="11171"/>
                      </a:cubicBezTo>
                      <a:cubicBezTo>
                        <a:pt x="217141" y="5889"/>
                        <a:pt x="213548" y="934"/>
                        <a:pt x="208265" y="117"/>
                      </a:cubicBezTo>
                      <a:cubicBezTo>
                        <a:pt x="202984" y="-700"/>
                        <a:pt x="198028" y="2840"/>
                        <a:pt x="197212" y="8122"/>
                      </a:cubicBezTo>
                      <a:cubicBezTo>
                        <a:pt x="197048" y="9102"/>
                        <a:pt x="197103" y="10028"/>
                        <a:pt x="197212" y="10954"/>
                      </a:cubicBezTo>
                      <a:cubicBezTo>
                        <a:pt x="196231" y="10246"/>
                        <a:pt x="195088" y="9701"/>
                        <a:pt x="193781" y="9483"/>
                      </a:cubicBezTo>
                      <a:cubicBezTo>
                        <a:pt x="189479" y="8775"/>
                        <a:pt x="185450" y="11716"/>
                        <a:pt x="184742" y="16018"/>
                      </a:cubicBezTo>
                      <a:cubicBezTo>
                        <a:pt x="184633" y="16834"/>
                        <a:pt x="184633" y="17651"/>
                        <a:pt x="184796" y="18468"/>
                      </a:cubicBezTo>
                      <a:cubicBezTo>
                        <a:pt x="183870" y="17651"/>
                        <a:pt x="182727" y="16998"/>
                        <a:pt x="181420" y="16834"/>
                      </a:cubicBezTo>
                      <a:cubicBezTo>
                        <a:pt x="177554" y="16236"/>
                        <a:pt x="173851" y="18849"/>
                        <a:pt x="173252" y="22716"/>
                      </a:cubicBezTo>
                      <a:cubicBezTo>
                        <a:pt x="173088" y="23641"/>
                        <a:pt x="173143" y="24567"/>
                        <a:pt x="173361" y="25438"/>
                      </a:cubicBezTo>
                      <a:cubicBezTo>
                        <a:pt x="171945" y="23859"/>
                        <a:pt x="170039" y="22661"/>
                        <a:pt x="167752" y="22280"/>
                      </a:cubicBezTo>
                      <a:cubicBezTo>
                        <a:pt x="162525" y="21463"/>
                        <a:pt x="157624" y="25002"/>
                        <a:pt x="156807" y="30230"/>
                      </a:cubicBezTo>
                      <a:cubicBezTo>
                        <a:pt x="156589" y="31646"/>
                        <a:pt x="156698" y="33007"/>
                        <a:pt x="157025" y="34260"/>
                      </a:cubicBezTo>
                      <a:cubicBezTo>
                        <a:pt x="156916" y="34260"/>
                        <a:pt x="156807" y="34260"/>
                        <a:pt x="156698" y="34314"/>
                      </a:cubicBezTo>
                      <a:lnTo>
                        <a:pt x="156480" y="34423"/>
                      </a:lnTo>
                      <a:cubicBezTo>
                        <a:pt x="152723" y="36057"/>
                        <a:pt x="149728" y="36383"/>
                        <a:pt x="146515" y="36274"/>
                      </a:cubicBezTo>
                      <a:cubicBezTo>
                        <a:pt x="143520" y="36329"/>
                        <a:pt x="140362" y="35839"/>
                        <a:pt x="137149" y="35621"/>
                      </a:cubicBezTo>
                      <a:cubicBezTo>
                        <a:pt x="133991" y="35294"/>
                        <a:pt x="130342" y="35131"/>
                        <a:pt x="126585" y="35131"/>
                      </a:cubicBezTo>
                      <a:cubicBezTo>
                        <a:pt x="123046" y="34968"/>
                        <a:pt x="119397" y="35131"/>
                        <a:pt x="115748" y="35458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7" name="Forme libre : forme 1316">
                  <a:extLst>
                    <a:ext uri="{FF2B5EF4-FFF2-40B4-BE49-F238E27FC236}">
                      <a16:creationId xmlns:a16="http://schemas.microsoft.com/office/drawing/2014/main" id="{1955435A-0481-4A7A-B620-23BAF2E22B3C}"/>
                    </a:ext>
                  </a:extLst>
                </p:cNvPr>
                <p:cNvSpPr/>
                <p:nvPr/>
              </p:nvSpPr>
              <p:spPr>
                <a:xfrm>
                  <a:off x="8674915" y="5107402"/>
                  <a:ext cx="155818" cy="152933"/>
                </a:xfrm>
                <a:custGeom>
                  <a:avLst/>
                  <a:gdLst>
                    <a:gd name="connsiteX0" fmla="*/ 154964 w 155818"/>
                    <a:gd name="connsiteY0" fmla="*/ 148 h 152933"/>
                    <a:gd name="connsiteX1" fmla="*/ 152786 w 155818"/>
                    <a:gd name="connsiteY1" fmla="*/ 1019 h 152933"/>
                    <a:gd name="connsiteX2" fmla="*/ 152786 w 155818"/>
                    <a:gd name="connsiteY2" fmla="*/ 1073 h 152933"/>
                    <a:gd name="connsiteX3" fmla="*/ 128826 w 155818"/>
                    <a:gd name="connsiteY3" fmla="*/ 25686 h 152933"/>
                    <a:gd name="connsiteX4" fmla="*/ 112980 w 155818"/>
                    <a:gd name="connsiteY4" fmla="*/ 33310 h 152933"/>
                    <a:gd name="connsiteX5" fmla="*/ 95719 w 155818"/>
                    <a:gd name="connsiteY5" fmla="*/ 40879 h 152933"/>
                    <a:gd name="connsiteX6" fmla="*/ 76986 w 155818"/>
                    <a:gd name="connsiteY6" fmla="*/ 49809 h 152933"/>
                    <a:gd name="connsiteX7" fmla="*/ 61249 w 155818"/>
                    <a:gd name="connsiteY7" fmla="*/ 63695 h 152933"/>
                    <a:gd name="connsiteX8" fmla="*/ 51557 w 155818"/>
                    <a:gd name="connsiteY8" fmla="*/ 82591 h 152933"/>
                    <a:gd name="connsiteX9" fmla="*/ 49215 w 155818"/>
                    <a:gd name="connsiteY9" fmla="*/ 94298 h 152933"/>
                    <a:gd name="connsiteX10" fmla="*/ 41374 w 155818"/>
                    <a:gd name="connsiteY10" fmla="*/ 90813 h 152933"/>
                    <a:gd name="connsiteX11" fmla="*/ 21498 w 155818"/>
                    <a:gd name="connsiteY11" fmla="*/ 105189 h 152933"/>
                    <a:gd name="connsiteX12" fmla="*/ 21825 w 155818"/>
                    <a:gd name="connsiteY12" fmla="*/ 112214 h 152933"/>
                    <a:gd name="connsiteX13" fmla="*/ 10988 w 155818"/>
                    <a:gd name="connsiteY13" fmla="*/ 122124 h 152933"/>
                    <a:gd name="connsiteX14" fmla="*/ 12350 w 155818"/>
                    <a:gd name="connsiteY14" fmla="*/ 129693 h 152933"/>
                    <a:gd name="connsiteX15" fmla="*/ 152 w 155818"/>
                    <a:gd name="connsiteY15" fmla="*/ 139440 h 152933"/>
                    <a:gd name="connsiteX16" fmla="*/ 9790 w 155818"/>
                    <a:gd name="connsiteY16" fmla="*/ 152782 h 152933"/>
                    <a:gd name="connsiteX17" fmla="*/ 23131 w 155818"/>
                    <a:gd name="connsiteY17" fmla="*/ 143143 h 152933"/>
                    <a:gd name="connsiteX18" fmla="*/ 21825 w 155818"/>
                    <a:gd name="connsiteY18" fmla="*/ 135792 h 152933"/>
                    <a:gd name="connsiteX19" fmla="*/ 34349 w 155818"/>
                    <a:gd name="connsiteY19" fmla="*/ 125882 h 152933"/>
                    <a:gd name="connsiteX20" fmla="*/ 34404 w 155818"/>
                    <a:gd name="connsiteY20" fmla="*/ 124683 h 152933"/>
                    <a:gd name="connsiteX21" fmla="*/ 35765 w 155818"/>
                    <a:gd name="connsiteY21" fmla="*/ 125065 h 152933"/>
                    <a:gd name="connsiteX22" fmla="*/ 55641 w 155818"/>
                    <a:gd name="connsiteY22" fmla="*/ 110689 h 152933"/>
                    <a:gd name="connsiteX23" fmla="*/ 55477 w 155818"/>
                    <a:gd name="connsiteY23" fmla="*/ 104427 h 152933"/>
                    <a:gd name="connsiteX24" fmla="*/ 84555 w 155818"/>
                    <a:gd name="connsiteY24" fmla="*/ 86457 h 152933"/>
                    <a:gd name="connsiteX25" fmla="*/ 96699 w 155818"/>
                    <a:gd name="connsiteY25" fmla="*/ 75348 h 152933"/>
                    <a:gd name="connsiteX26" fmla="*/ 109005 w 155818"/>
                    <a:gd name="connsiteY26" fmla="*/ 63314 h 152933"/>
                    <a:gd name="connsiteX27" fmla="*/ 124034 w 155818"/>
                    <a:gd name="connsiteY27" fmla="*/ 51879 h 152933"/>
                    <a:gd name="connsiteX28" fmla="*/ 139009 w 155818"/>
                    <a:gd name="connsiteY28" fmla="*/ 38265 h 152933"/>
                    <a:gd name="connsiteX29" fmla="*/ 150826 w 155818"/>
                    <a:gd name="connsiteY29" fmla="*/ 21330 h 152933"/>
                    <a:gd name="connsiteX30" fmla="*/ 155781 w 155818"/>
                    <a:gd name="connsiteY30" fmla="*/ 1672 h 152933"/>
                    <a:gd name="connsiteX31" fmla="*/ 154964 w 155818"/>
                    <a:gd name="connsiteY31" fmla="*/ 148 h 152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155818" h="152933">
                      <a:moveTo>
                        <a:pt x="154964" y="148"/>
                      </a:moveTo>
                      <a:cubicBezTo>
                        <a:pt x="154148" y="-234"/>
                        <a:pt x="153167" y="148"/>
                        <a:pt x="152786" y="1019"/>
                      </a:cubicBezTo>
                      <a:lnTo>
                        <a:pt x="152786" y="1073"/>
                      </a:lnTo>
                      <a:cubicBezTo>
                        <a:pt x="147831" y="12345"/>
                        <a:pt x="138791" y="19969"/>
                        <a:pt x="128826" y="25686"/>
                      </a:cubicBezTo>
                      <a:cubicBezTo>
                        <a:pt x="123925" y="28573"/>
                        <a:pt x="118535" y="31023"/>
                        <a:pt x="112980" y="33310"/>
                      </a:cubicBezTo>
                      <a:lnTo>
                        <a:pt x="95719" y="40879"/>
                      </a:lnTo>
                      <a:cubicBezTo>
                        <a:pt x="89783" y="43602"/>
                        <a:pt x="83194" y="46379"/>
                        <a:pt x="76986" y="49809"/>
                      </a:cubicBezTo>
                      <a:cubicBezTo>
                        <a:pt x="70833" y="53294"/>
                        <a:pt x="65442" y="57977"/>
                        <a:pt x="61249" y="63695"/>
                      </a:cubicBezTo>
                      <a:cubicBezTo>
                        <a:pt x="57056" y="69358"/>
                        <a:pt x="53734" y="75729"/>
                        <a:pt x="51557" y="82591"/>
                      </a:cubicBezTo>
                      <a:cubicBezTo>
                        <a:pt x="50413" y="86348"/>
                        <a:pt x="49596" y="90269"/>
                        <a:pt x="49215" y="94298"/>
                      </a:cubicBezTo>
                      <a:cubicBezTo>
                        <a:pt x="46982" y="92556"/>
                        <a:pt x="44368" y="91303"/>
                        <a:pt x="41374" y="90813"/>
                      </a:cubicBezTo>
                      <a:cubicBezTo>
                        <a:pt x="31953" y="89288"/>
                        <a:pt x="23022" y="95714"/>
                        <a:pt x="21498" y="105189"/>
                      </a:cubicBezTo>
                      <a:cubicBezTo>
                        <a:pt x="21117" y="107585"/>
                        <a:pt x="21226" y="109981"/>
                        <a:pt x="21825" y="112214"/>
                      </a:cubicBezTo>
                      <a:cubicBezTo>
                        <a:pt x="16488" y="112595"/>
                        <a:pt x="11860" y="116624"/>
                        <a:pt x="10988" y="122124"/>
                      </a:cubicBezTo>
                      <a:cubicBezTo>
                        <a:pt x="10553" y="124847"/>
                        <a:pt x="11097" y="127461"/>
                        <a:pt x="12350" y="129693"/>
                      </a:cubicBezTo>
                      <a:cubicBezTo>
                        <a:pt x="6469" y="129366"/>
                        <a:pt x="1132" y="133450"/>
                        <a:pt x="152" y="139440"/>
                      </a:cubicBezTo>
                      <a:cubicBezTo>
                        <a:pt x="-882" y="145811"/>
                        <a:pt x="3474" y="151802"/>
                        <a:pt x="9790" y="152782"/>
                      </a:cubicBezTo>
                      <a:cubicBezTo>
                        <a:pt x="16162" y="153816"/>
                        <a:pt x="22152" y="149460"/>
                        <a:pt x="23131" y="143143"/>
                      </a:cubicBezTo>
                      <a:cubicBezTo>
                        <a:pt x="23567" y="140530"/>
                        <a:pt x="23022" y="137970"/>
                        <a:pt x="21825" y="135792"/>
                      </a:cubicBezTo>
                      <a:cubicBezTo>
                        <a:pt x="27869" y="136173"/>
                        <a:pt x="33314" y="131980"/>
                        <a:pt x="34349" y="125882"/>
                      </a:cubicBezTo>
                      <a:cubicBezTo>
                        <a:pt x="34404" y="125500"/>
                        <a:pt x="34404" y="125065"/>
                        <a:pt x="34404" y="124683"/>
                      </a:cubicBezTo>
                      <a:cubicBezTo>
                        <a:pt x="34839" y="124792"/>
                        <a:pt x="35274" y="124956"/>
                        <a:pt x="35765" y="125065"/>
                      </a:cubicBezTo>
                      <a:cubicBezTo>
                        <a:pt x="45240" y="126589"/>
                        <a:pt x="54116" y="120164"/>
                        <a:pt x="55641" y="110689"/>
                      </a:cubicBezTo>
                      <a:cubicBezTo>
                        <a:pt x="55967" y="108565"/>
                        <a:pt x="55858" y="106441"/>
                        <a:pt x="55477" y="104427"/>
                      </a:cubicBezTo>
                      <a:cubicBezTo>
                        <a:pt x="67511" y="98437"/>
                        <a:pt x="76115" y="92392"/>
                        <a:pt x="84555" y="86457"/>
                      </a:cubicBezTo>
                      <a:cubicBezTo>
                        <a:pt x="89075" y="83190"/>
                        <a:pt x="92996" y="79541"/>
                        <a:pt x="96699" y="75348"/>
                      </a:cubicBezTo>
                      <a:cubicBezTo>
                        <a:pt x="100347" y="71101"/>
                        <a:pt x="104213" y="66962"/>
                        <a:pt x="109005" y="63314"/>
                      </a:cubicBezTo>
                      <a:lnTo>
                        <a:pt x="124034" y="51879"/>
                      </a:lnTo>
                      <a:cubicBezTo>
                        <a:pt x="129153" y="47740"/>
                        <a:pt x="134272" y="43329"/>
                        <a:pt x="139009" y="38265"/>
                      </a:cubicBezTo>
                      <a:cubicBezTo>
                        <a:pt x="143638" y="33147"/>
                        <a:pt x="147776" y="27538"/>
                        <a:pt x="150826" y="21330"/>
                      </a:cubicBezTo>
                      <a:cubicBezTo>
                        <a:pt x="153875" y="15122"/>
                        <a:pt x="155727" y="8316"/>
                        <a:pt x="155781" y="1672"/>
                      </a:cubicBezTo>
                      <a:cubicBezTo>
                        <a:pt x="155944" y="1019"/>
                        <a:pt x="155563" y="420"/>
                        <a:pt x="154964" y="148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8" name="Forme libre : forme 1317">
                  <a:extLst>
                    <a:ext uri="{FF2B5EF4-FFF2-40B4-BE49-F238E27FC236}">
                      <a16:creationId xmlns:a16="http://schemas.microsoft.com/office/drawing/2014/main" id="{49187431-ED52-4333-9C2D-335443A03A06}"/>
                    </a:ext>
                  </a:extLst>
                </p:cNvPr>
                <p:cNvSpPr/>
                <p:nvPr/>
              </p:nvSpPr>
              <p:spPr>
                <a:xfrm>
                  <a:off x="8700314" y="4859928"/>
                  <a:ext cx="115515" cy="158850"/>
                </a:xfrm>
                <a:custGeom>
                  <a:avLst/>
                  <a:gdLst>
                    <a:gd name="connsiteX0" fmla="*/ 8242 w 115515"/>
                    <a:gd name="connsiteY0" fmla="*/ 19351 h 158850"/>
                    <a:gd name="connsiteX1" fmla="*/ 18534 w 115515"/>
                    <a:gd name="connsiteY1" fmla="*/ 14069 h 158850"/>
                    <a:gd name="connsiteX2" fmla="*/ 25450 w 115515"/>
                    <a:gd name="connsiteY2" fmla="*/ 20004 h 158850"/>
                    <a:gd name="connsiteX3" fmla="*/ 29043 w 115515"/>
                    <a:gd name="connsiteY3" fmla="*/ 19841 h 158850"/>
                    <a:gd name="connsiteX4" fmla="*/ 27192 w 115515"/>
                    <a:gd name="connsiteY4" fmla="*/ 24252 h 158850"/>
                    <a:gd name="connsiteX5" fmla="*/ 36123 w 115515"/>
                    <a:gd name="connsiteY5" fmla="*/ 36613 h 158850"/>
                    <a:gd name="connsiteX6" fmla="*/ 39771 w 115515"/>
                    <a:gd name="connsiteY6" fmla="*/ 36558 h 158850"/>
                    <a:gd name="connsiteX7" fmla="*/ 38736 w 115515"/>
                    <a:gd name="connsiteY7" fmla="*/ 39989 h 158850"/>
                    <a:gd name="connsiteX8" fmla="*/ 50498 w 115515"/>
                    <a:gd name="connsiteY8" fmla="*/ 56270 h 158850"/>
                    <a:gd name="connsiteX9" fmla="*/ 61444 w 115515"/>
                    <a:gd name="connsiteY9" fmla="*/ 53439 h 158850"/>
                    <a:gd name="connsiteX10" fmla="*/ 62968 w 115515"/>
                    <a:gd name="connsiteY10" fmla="*/ 65473 h 158850"/>
                    <a:gd name="connsiteX11" fmla="*/ 64003 w 115515"/>
                    <a:gd name="connsiteY11" fmla="*/ 78161 h 158850"/>
                    <a:gd name="connsiteX12" fmla="*/ 67978 w 115515"/>
                    <a:gd name="connsiteY12" fmla="*/ 91284 h 158850"/>
                    <a:gd name="connsiteX13" fmla="*/ 75112 w 115515"/>
                    <a:gd name="connsiteY13" fmla="*/ 105932 h 158850"/>
                    <a:gd name="connsiteX14" fmla="*/ 82517 w 115515"/>
                    <a:gd name="connsiteY14" fmla="*/ 120635 h 158850"/>
                    <a:gd name="connsiteX15" fmla="*/ 91393 w 115515"/>
                    <a:gd name="connsiteY15" fmla="*/ 134357 h 158850"/>
                    <a:gd name="connsiteX16" fmla="*/ 112739 w 115515"/>
                    <a:gd name="connsiteY16" fmla="*/ 158426 h 158850"/>
                    <a:gd name="connsiteX17" fmla="*/ 114427 w 115515"/>
                    <a:gd name="connsiteY17" fmla="*/ 158753 h 158850"/>
                    <a:gd name="connsiteX18" fmla="*/ 115407 w 115515"/>
                    <a:gd name="connsiteY18" fmla="*/ 156575 h 158850"/>
                    <a:gd name="connsiteX19" fmla="*/ 106096 w 115515"/>
                    <a:gd name="connsiteY19" fmla="*/ 127333 h 158850"/>
                    <a:gd name="connsiteX20" fmla="*/ 102774 w 115515"/>
                    <a:gd name="connsiteY20" fmla="*/ 112794 h 158850"/>
                    <a:gd name="connsiteX21" fmla="*/ 100160 w 115515"/>
                    <a:gd name="connsiteY21" fmla="*/ 98418 h 158850"/>
                    <a:gd name="connsiteX22" fmla="*/ 99343 w 115515"/>
                    <a:gd name="connsiteY22" fmla="*/ 83389 h 158850"/>
                    <a:gd name="connsiteX23" fmla="*/ 94660 w 115515"/>
                    <a:gd name="connsiteY23" fmla="*/ 66998 h 158850"/>
                    <a:gd name="connsiteX24" fmla="*/ 81864 w 115515"/>
                    <a:gd name="connsiteY24" fmla="*/ 52295 h 158850"/>
                    <a:gd name="connsiteX25" fmla="*/ 66127 w 115515"/>
                    <a:gd name="connsiteY25" fmla="*/ 46632 h 158850"/>
                    <a:gd name="connsiteX26" fmla="*/ 66671 w 115515"/>
                    <a:gd name="connsiteY26" fmla="*/ 44563 h 158850"/>
                    <a:gd name="connsiteX27" fmla="*/ 54909 w 115515"/>
                    <a:gd name="connsiteY27" fmla="*/ 28281 h 158850"/>
                    <a:gd name="connsiteX28" fmla="*/ 48102 w 115515"/>
                    <a:gd name="connsiteY28" fmla="*/ 28935 h 158850"/>
                    <a:gd name="connsiteX29" fmla="*/ 48429 w 115515"/>
                    <a:gd name="connsiteY29" fmla="*/ 27791 h 158850"/>
                    <a:gd name="connsiteX30" fmla="*/ 39499 w 115515"/>
                    <a:gd name="connsiteY30" fmla="*/ 15430 h 158850"/>
                    <a:gd name="connsiteX31" fmla="*/ 34271 w 115515"/>
                    <a:gd name="connsiteY31" fmla="*/ 15920 h 158850"/>
                    <a:gd name="connsiteX32" fmla="*/ 35415 w 115515"/>
                    <a:gd name="connsiteY32" fmla="*/ 12871 h 158850"/>
                    <a:gd name="connsiteX33" fmla="*/ 28173 w 115515"/>
                    <a:gd name="connsiteY33" fmla="*/ 2851 h 158850"/>
                    <a:gd name="connsiteX34" fmla="*/ 19187 w 115515"/>
                    <a:gd name="connsiteY34" fmla="*/ 7153 h 158850"/>
                    <a:gd name="connsiteX35" fmla="*/ 11346 w 115515"/>
                    <a:gd name="connsiteY35" fmla="*/ 129 h 158850"/>
                    <a:gd name="connsiteX36" fmla="*/ 129 w 115515"/>
                    <a:gd name="connsiteY36" fmla="*/ 8242 h 158850"/>
                    <a:gd name="connsiteX37" fmla="*/ 8242 w 115515"/>
                    <a:gd name="connsiteY37" fmla="*/ 19351 h 158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115515" h="158850">
                      <a:moveTo>
                        <a:pt x="8242" y="19351"/>
                      </a:moveTo>
                      <a:cubicBezTo>
                        <a:pt x="12544" y="20059"/>
                        <a:pt x="16628" y="17772"/>
                        <a:pt x="18534" y="14069"/>
                      </a:cubicBezTo>
                      <a:cubicBezTo>
                        <a:pt x="19514" y="17064"/>
                        <a:pt x="22074" y="19460"/>
                        <a:pt x="25450" y="20004"/>
                      </a:cubicBezTo>
                      <a:cubicBezTo>
                        <a:pt x="26702" y="20222"/>
                        <a:pt x="27900" y="20113"/>
                        <a:pt x="29043" y="19841"/>
                      </a:cubicBezTo>
                      <a:cubicBezTo>
                        <a:pt x="28118" y="21148"/>
                        <a:pt x="27465" y="22618"/>
                        <a:pt x="27192" y="24252"/>
                      </a:cubicBezTo>
                      <a:cubicBezTo>
                        <a:pt x="26266" y="30133"/>
                        <a:pt x="30242" y="35687"/>
                        <a:pt x="36123" y="36613"/>
                      </a:cubicBezTo>
                      <a:cubicBezTo>
                        <a:pt x="37375" y="36830"/>
                        <a:pt x="38573" y="36722"/>
                        <a:pt x="39771" y="36558"/>
                      </a:cubicBezTo>
                      <a:cubicBezTo>
                        <a:pt x="39281" y="37647"/>
                        <a:pt x="38900" y="38736"/>
                        <a:pt x="38736" y="39989"/>
                      </a:cubicBezTo>
                      <a:cubicBezTo>
                        <a:pt x="37484" y="47721"/>
                        <a:pt x="42766" y="55018"/>
                        <a:pt x="50498" y="56270"/>
                      </a:cubicBezTo>
                      <a:cubicBezTo>
                        <a:pt x="54528" y="56924"/>
                        <a:pt x="58448" y="55781"/>
                        <a:pt x="61444" y="53439"/>
                      </a:cubicBezTo>
                      <a:cubicBezTo>
                        <a:pt x="62369" y="58122"/>
                        <a:pt x="62696" y="61879"/>
                        <a:pt x="62968" y="65473"/>
                      </a:cubicBezTo>
                      <a:cubicBezTo>
                        <a:pt x="63295" y="69938"/>
                        <a:pt x="63458" y="73968"/>
                        <a:pt x="64003" y="78161"/>
                      </a:cubicBezTo>
                      <a:cubicBezTo>
                        <a:pt x="64493" y="82354"/>
                        <a:pt x="65745" y="86656"/>
                        <a:pt x="67978" y="91284"/>
                      </a:cubicBezTo>
                      <a:cubicBezTo>
                        <a:pt x="70265" y="95858"/>
                        <a:pt x="72879" y="100923"/>
                        <a:pt x="75112" y="105932"/>
                      </a:cubicBezTo>
                      <a:cubicBezTo>
                        <a:pt x="77398" y="110942"/>
                        <a:pt x="79849" y="115843"/>
                        <a:pt x="82517" y="120635"/>
                      </a:cubicBezTo>
                      <a:cubicBezTo>
                        <a:pt x="85294" y="125372"/>
                        <a:pt x="88289" y="129947"/>
                        <a:pt x="91393" y="134357"/>
                      </a:cubicBezTo>
                      <a:cubicBezTo>
                        <a:pt x="97818" y="143124"/>
                        <a:pt x="104789" y="151292"/>
                        <a:pt x="112739" y="158426"/>
                      </a:cubicBezTo>
                      <a:cubicBezTo>
                        <a:pt x="113175" y="158807"/>
                        <a:pt x="113828" y="158971"/>
                        <a:pt x="114427" y="158753"/>
                      </a:cubicBezTo>
                      <a:cubicBezTo>
                        <a:pt x="115299" y="158426"/>
                        <a:pt x="115734" y="157446"/>
                        <a:pt x="115407" y="156575"/>
                      </a:cubicBezTo>
                      <a:cubicBezTo>
                        <a:pt x="111813" y="146718"/>
                        <a:pt x="108546" y="137080"/>
                        <a:pt x="106096" y="127333"/>
                      </a:cubicBezTo>
                      <a:cubicBezTo>
                        <a:pt x="104789" y="122486"/>
                        <a:pt x="103645" y="117640"/>
                        <a:pt x="102774" y="112794"/>
                      </a:cubicBezTo>
                      <a:cubicBezTo>
                        <a:pt x="101685" y="108002"/>
                        <a:pt x="100814" y="103210"/>
                        <a:pt x="100160" y="98418"/>
                      </a:cubicBezTo>
                      <a:cubicBezTo>
                        <a:pt x="99452" y="93626"/>
                        <a:pt x="99561" y="88780"/>
                        <a:pt x="99343" y="83389"/>
                      </a:cubicBezTo>
                      <a:cubicBezTo>
                        <a:pt x="99071" y="78052"/>
                        <a:pt x="97709" y="72443"/>
                        <a:pt x="94660" y="66998"/>
                      </a:cubicBezTo>
                      <a:cubicBezTo>
                        <a:pt x="91665" y="61553"/>
                        <a:pt x="87418" y="56216"/>
                        <a:pt x="81864" y="52295"/>
                      </a:cubicBezTo>
                      <a:cubicBezTo>
                        <a:pt x="77344" y="49137"/>
                        <a:pt x="71898" y="46741"/>
                        <a:pt x="66127" y="46632"/>
                      </a:cubicBezTo>
                      <a:cubicBezTo>
                        <a:pt x="66345" y="45924"/>
                        <a:pt x="66562" y="45271"/>
                        <a:pt x="66671" y="44563"/>
                      </a:cubicBezTo>
                      <a:cubicBezTo>
                        <a:pt x="67923" y="36830"/>
                        <a:pt x="62642" y="29534"/>
                        <a:pt x="54909" y="28281"/>
                      </a:cubicBezTo>
                      <a:cubicBezTo>
                        <a:pt x="52513" y="27900"/>
                        <a:pt x="50226" y="28172"/>
                        <a:pt x="48102" y="28935"/>
                      </a:cubicBezTo>
                      <a:cubicBezTo>
                        <a:pt x="48211" y="28554"/>
                        <a:pt x="48320" y="28172"/>
                        <a:pt x="48429" y="27791"/>
                      </a:cubicBezTo>
                      <a:cubicBezTo>
                        <a:pt x="49354" y="21910"/>
                        <a:pt x="45379" y="16356"/>
                        <a:pt x="39499" y="15430"/>
                      </a:cubicBezTo>
                      <a:cubicBezTo>
                        <a:pt x="37702" y="15158"/>
                        <a:pt x="35905" y="15376"/>
                        <a:pt x="34271" y="15920"/>
                      </a:cubicBezTo>
                      <a:cubicBezTo>
                        <a:pt x="34816" y="14995"/>
                        <a:pt x="35197" y="13960"/>
                        <a:pt x="35415" y="12871"/>
                      </a:cubicBezTo>
                      <a:cubicBezTo>
                        <a:pt x="36177" y="8079"/>
                        <a:pt x="32910" y="3614"/>
                        <a:pt x="28173" y="2851"/>
                      </a:cubicBezTo>
                      <a:cubicBezTo>
                        <a:pt x="24469" y="2252"/>
                        <a:pt x="20984" y="4104"/>
                        <a:pt x="19187" y="7153"/>
                      </a:cubicBezTo>
                      <a:cubicBezTo>
                        <a:pt x="18153" y="3614"/>
                        <a:pt x="15212" y="782"/>
                        <a:pt x="11346" y="129"/>
                      </a:cubicBezTo>
                      <a:cubicBezTo>
                        <a:pt x="6009" y="-743"/>
                        <a:pt x="946" y="2906"/>
                        <a:pt x="129" y="8242"/>
                      </a:cubicBezTo>
                      <a:cubicBezTo>
                        <a:pt x="-743" y="13470"/>
                        <a:pt x="2906" y="18479"/>
                        <a:pt x="8242" y="19351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9" name="Forme libre : forme 1318">
                  <a:extLst>
                    <a:ext uri="{FF2B5EF4-FFF2-40B4-BE49-F238E27FC236}">
                      <a16:creationId xmlns:a16="http://schemas.microsoft.com/office/drawing/2014/main" id="{0F0612DB-3BBE-45A7-AEA1-AC2F76218458}"/>
                    </a:ext>
                  </a:extLst>
                </p:cNvPr>
                <p:cNvSpPr/>
                <p:nvPr/>
              </p:nvSpPr>
              <p:spPr>
                <a:xfrm>
                  <a:off x="8783667" y="4813412"/>
                  <a:ext cx="62279" cy="204778"/>
                </a:xfrm>
                <a:custGeom>
                  <a:avLst/>
                  <a:gdLst>
                    <a:gd name="connsiteX0" fmla="*/ 3140 w 62279"/>
                    <a:gd name="connsiteY0" fmla="*/ 38477 h 204778"/>
                    <a:gd name="connsiteX1" fmla="*/ 8748 w 62279"/>
                    <a:gd name="connsiteY1" fmla="*/ 49967 h 204778"/>
                    <a:gd name="connsiteX2" fmla="*/ 199 w 62279"/>
                    <a:gd name="connsiteY2" fmla="*/ 61456 h 204778"/>
                    <a:gd name="connsiteX3" fmla="*/ 13159 w 62279"/>
                    <a:gd name="connsiteY3" fmla="*/ 79372 h 204778"/>
                    <a:gd name="connsiteX4" fmla="*/ 15392 w 62279"/>
                    <a:gd name="connsiteY4" fmla="*/ 79481 h 204778"/>
                    <a:gd name="connsiteX5" fmla="*/ 14956 w 62279"/>
                    <a:gd name="connsiteY5" fmla="*/ 94292 h 204778"/>
                    <a:gd name="connsiteX6" fmla="*/ 15827 w 62279"/>
                    <a:gd name="connsiteY6" fmla="*/ 110465 h 204778"/>
                    <a:gd name="connsiteX7" fmla="*/ 20837 w 62279"/>
                    <a:gd name="connsiteY7" fmla="*/ 126474 h 204778"/>
                    <a:gd name="connsiteX8" fmla="*/ 28678 w 62279"/>
                    <a:gd name="connsiteY8" fmla="*/ 141884 h 204778"/>
                    <a:gd name="connsiteX9" fmla="*/ 35648 w 62279"/>
                    <a:gd name="connsiteY9" fmla="*/ 157567 h 204778"/>
                    <a:gd name="connsiteX10" fmla="*/ 43108 w 62279"/>
                    <a:gd name="connsiteY10" fmla="*/ 173141 h 204778"/>
                    <a:gd name="connsiteX11" fmla="*/ 59118 w 62279"/>
                    <a:gd name="connsiteY11" fmla="*/ 203907 h 204778"/>
                    <a:gd name="connsiteX12" fmla="*/ 60697 w 62279"/>
                    <a:gd name="connsiteY12" fmla="*/ 204779 h 204778"/>
                    <a:gd name="connsiteX13" fmla="*/ 62276 w 62279"/>
                    <a:gd name="connsiteY13" fmla="*/ 202982 h 204778"/>
                    <a:gd name="connsiteX14" fmla="*/ 58791 w 62279"/>
                    <a:gd name="connsiteY14" fmla="*/ 168458 h 204778"/>
                    <a:gd name="connsiteX15" fmla="*/ 56505 w 62279"/>
                    <a:gd name="connsiteY15" fmla="*/ 151360 h 204778"/>
                    <a:gd name="connsiteX16" fmla="*/ 53727 w 62279"/>
                    <a:gd name="connsiteY16" fmla="*/ 134424 h 204778"/>
                    <a:gd name="connsiteX17" fmla="*/ 51821 w 62279"/>
                    <a:gd name="connsiteY17" fmla="*/ 117217 h 204778"/>
                    <a:gd name="connsiteX18" fmla="*/ 46975 w 62279"/>
                    <a:gd name="connsiteY18" fmla="*/ 100609 h 204778"/>
                    <a:gd name="connsiteX19" fmla="*/ 35975 w 62279"/>
                    <a:gd name="connsiteY19" fmla="*/ 84872 h 204778"/>
                    <a:gd name="connsiteX20" fmla="*/ 24867 w 62279"/>
                    <a:gd name="connsiteY20" fmla="*/ 76594 h 204778"/>
                    <a:gd name="connsiteX21" fmla="*/ 31074 w 62279"/>
                    <a:gd name="connsiteY21" fmla="*/ 66521 h 204778"/>
                    <a:gd name="connsiteX22" fmla="*/ 20782 w 62279"/>
                    <a:gd name="connsiteY22" fmla="*/ 49313 h 204778"/>
                    <a:gd name="connsiteX23" fmla="*/ 25194 w 62279"/>
                    <a:gd name="connsiteY23" fmla="*/ 42125 h 204778"/>
                    <a:gd name="connsiteX24" fmla="*/ 21926 w 62279"/>
                    <a:gd name="connsiteY24" fmla="*/ 32378 h 204778"/>
                    <a:gd name="connsiteX25" fmla="*/ 29713 w 62279"/>
                    <a:gd name="connsiteY25" fmla="*/ 23121 h 204778"/>
                    <a:gd name="connsiteX26" fmla="*/ 27208 w 62279"/>
                    <a:gd name="connsiteY26" fmla="*/ 13809 h 204778"/>
                    <a:gd name="connsiteX27" fmla="*/ 33525 w 62279"/>
                    <a:gd name="connsiteY27" fmla="*/ 8092 h 204778"/>
                    <a:gd name="connsiteX28" fmla="*/ 27753 w 62279"/>
                    <a:gd name="connsiteY28" fmla="*/ 87 h 204778"/>
                    <a:gd name="connsiteX29" fmla="*/ 19748 w 62279"/>
                    <a:gd name="connsiteY29" fmla="*/ 5859 h 204778"/>
                    <a:gd name="connsiteX30" fmla="*/ 20293 w 62279"/>
                    <a:gd name="connsiteY30" fmla="*/ 9616 h 204778"/>
                    <a:gd name="connsiteX31" fmla="*/ 19857 w 62279"/>
                    <a:gd name="connsiteY31" fmla="*/ 9507 h 204778"/>
                    <a:gd name="connsiteX32" fmla="*/ 6243 w 62279"/>
                    <a:gd name="connsiteY32" fmla="*/ 19363 h 204778"/>
                    <a:gd name="connsiteX33" fmla="*/ 10001 w 62279"/>
                    <a:gd name="connsiteY33" fmla="*/ 30036 h 204778"/>
                    <a:gd name="connsiteX34" fmla="*/ 3140 w 62279"/>
                    <a:gd name="connsiteY34" fmla="*/ 38477 h 204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62279" h="204778">
                      <a:moveTo>
                        <a:pt x="3140" y="38477"/>
                      </a:moveTo>
                      <a:cubicBezTo>
                        <a:pt x="2377" y="43214"/>
                        <a:pt x="4773" y="47734"/>
                        <a:pt x="8748" y="49967"/>
                      </a:cubicBezTo>
                      <a:cubicBezTo>
                        <a:pt x="4392" y="52145"/>
                        <a:pt x="1070" y="56283"/>
                        <a:pt x="199" y="61456"/>
                      </a:cubicBezTo>
                      <a:cubicBezTo>
                        <a:pt x="-1163" y="69951"/>
                        <a:pt x="4610" y="78010"/>
                        <a:pt x="13159" y="79372"/>
                      </a:cubicBezTo>
                      <a:cubicBezTo>
                        <a:pt x="13921" y="79481"/>
                        <a:pt x="14629" y="79481"/>
                        <a:pt x="15392" y="79481"/>
                      </a:cubicBezTo>
                      <a:cubicBezTo>
                        <a:pt x="15119" y="85035"/>
                        <a:pt x="15010" y="89718"/>
                        <a:pt x="14956" y="94292"/>
                      </a:cubicBezTo>
                      <a:cubicBezTo>
                        <a:pt x="14956" y="99792"/>
                        <a:pt x="15119" y="105074"/>
                        <a:pt x="15827" y="110465"/>
                      </a:cubicBezTo>
                      <a:cubicBezTo>
                        <a:pt x="16480" y="115801"/>
                        <a:pt x="18169" y="121301"/>
                        <a:pt x="20837" y="126474"/>
                      </a:cubicBezTo>
                      <a:cubicBezTo>
                        <a:pt x="23505" y="131593"/>
                        <a:pt x="26391" y="136657"/>
                        <a:pt x="28678" y="141884"/>
                      </a:cubicBezTo>
                      <a:lnTo>
                        <a:pt x="35648" y="157567"/>
                      </a:lnTo>
                      <a:lnTo>
                        <a:pt x="43108" y="173141"/>
                      </a:lnTo>
                      <a:cubicBezTo>
                        <a:pt x="48282" y="183433"/>
                        <a:pt x="53400" y="193779"/>
                        <a:pt x="59118" y="203907"/>
                      </a:cubicBezTo>
                      <a:cubicBezTo>
                        <a:pt x="59445" y="204452"/>
                        <a:pt x="60043" y="204779"/>
                        <a:pt x="60697" y="204779"/>
                      </a:cubicBezTo>
                      <a:cubicBezTo>
                        <a:pt x="61623" y="204724"/>
                        <a:pt x="62331" y="203907"/>
                        <a:pt x="62276" y="202982"/>
                      </a:cubicBezTo>
                      <a:cubicBezTo>
                        <a:pt x="61514" y="191383"/>
                        <a:pt x="60098" y="179948"/>
                        <a:pt x="58791" y="168458"/>
                      </a:cubicBezTo>
                      <a:lnTo>
                        <a:pt x="56505" y="151360"/>
                      </a:lnTo>
                      <a:lnTo>
                        <a:pt x="53727" y="134424"/>
                      </a:lnTo>
                      <a:cubicBezTo>
                        <a:pt x="52747" y="128761"/>
                        <a:pt x="52366" y="122989"/>
                        <a:pt x="51821" y="117217"/>
                      </a:cubicBezTo>
                      <a:cubicBezTo>
                        <a:pt x="51167" y="111500"/>
                        <a:pt x="49698" y="106054"/>
                        <a:pt x="46975" y="100609"/>
                      </a:cubicBezTo>
                      <a:cubicBezTo>
                        <a:pt x="44252" y="95163"/>
                        <a:pt x="40713" y="89718"/>
                        <a:pt x="35975" y="84872"/>
                      </a:cubicBezTo>
                      <a:cubicBezTo>
                        <a:pt x="32817" y="81659"/>
                        <a:pt x="29114" y="78773"/>
                        <a:pt x="24867" y="76594"/>
                      </a:cubicBezTo>
                      <a:cubicBezTo>
                        <a:pt x="28079" y="74253"/>
                        <a:pt x="30366" y="70714"/>
                        <a:pt x="31074" y="66521"/>
                      </a:cubicBezTo>
                      <a:cubicBezTo>
                        <a:pt x="32272" y="58951"/>
                        <a:pt x="27807" y="51763"/>
                        <a:pt x="20782" y="49313"/>
                      </a:cubicBezTo>
                      <a:cubicBezTo>
                        <a:pt x="23070" y="47625"/>
                        <a:pt x="24703" y="45120"/>
                        <a:pt x="25194" y="42125"/>
                      </a:cubicBezTo>
                      <a:cubicBezTo>
                        <a:pt x="25792" y="38422"/>
                        <a:pt x="24486" y="34828"/>
                        <a:pt x="21926" y="32378"/>
                      </a:cubicBezTo>
                      <a:cubicBezTo>
                        <a:pt x="25901" y="30962"/>
                        <a:pt x="29005" y="27531"/>
                        <a:pt x="29713" y="23121"/>
                      </a:cubicBezTo>
                      <a:cubicBezTo>
                        <a:pt x="30257" y="19636"/>
                        <a:pt x="29223" y="16314"/>
                        <a:pt x="27208" y="13809"/>
                      </a:cubicBezTo>
                      <a:cubicBezTo>
                        <a:pt x="30312" y="13537"/>
                        <a:pt x="33035" y="11304"/>
                        <a:pt x="33525" y="8092"/>
                      </a:cubicBezTo>
                      <a:cubicBezTo>
                        <a:pt x="34123" y="4280"/>
                        <a:pt x="31564" y="686"/>
                        <a:pt x="27753" y="87"/>
                      </a:cubicBezTo>
                      <a:cubicBezTo>
                        <a:pt x="23941" y="-512"/>
                        <a:pt x="20347" y="2047"/>
                        <a:pt x="19748" y="5859"/>
                      </a:cubicBezTo>
                      <a:cubicBezTo>
                        <a:pt x="19530" y="7220"/>
                        <a:pt x="19802" y="8473"/>
                        <a:pt x="20293" y="9616"/>
                      </a:cubicBezTo>
                      <a:cubicBezTo>
                        <a:pt x="20129" y="9562"/>
                        <a:pt x="20020" y="9507"/>
                        <a:pt x="19857" y="9507"/>
                      </a:cubicBezTo>
                      <a:cubicBezTo>
                        <a:pt x="13377" y="8473"/>
                        <a:pt x="7278" y="12884"/>
                        <a:pt x="6243" y="19363"/>
                      </a:cubicBezTo>
                      <a:cubicBezTo>
                        <a:pt x="5590" y="23502"/>
                        <a:pt x="7115" y="27477"/>
                        <a:pt x="10001" y="30036"/>
                      </a:cubicBezTo>
                      <a:cubicBezTo>
                        <a:pt x="6461" y="31343"/>
                        <a:pt x="3738" y="34502"/>
                        <a:pt x="3140" y="38477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0" name="Forme libre : forme 1319">
                  <a:extLst>
                    <a:ext uri="{FF2B5EF4-FFF2-40B4-BE49-F238E27FC236}">
                      <a16:creationId xmlns:a16="http://schemas.microsoft.com/office/drawing/2014/main" id="{F25B04CB-0DD2-4767-9B5B-00A9AA68BEC9}"/>
                    </a:ext>
                  </a:extLst>
                </p:cNvPr>
                <p:cNvSpPr/>
                <p:nvPr/>
              </p:nvSpPr>
              <p:spPr>
                <a:xfrm>
                  <a:off x="8701390" y="4900361"/>
                  <a:ext cx="91503" cy="131777"/>
                </a:xfrm>
                <a:custGeom>
                  <a:avLst/>
                  <a:gdLst>
                    <a:gd name="connsiteX0" fmla="*/ 22196 w 91503"/>
                    <a:gd name="connsiteY0" fmla="*/ 45461 h 131777"/>
                    <a:gd name="connsiteX1" fmla="*/ 30691 w 91503"/>
                    <a:gd name="connsiteY1" fmla="*/ 44426 h 131777"/>
                    <a:gd name="connsiteX2" fmla="*/ 31236 w 91503"/>
                    <a:gd name="connsiteY2" fmla="*/ 50906 h 131777"/>
                    <a:gd name="connsiteX3" fmla="*/ 32814 w 91503"/>
                    <a:gd name="connsiteY3" fmla="*/ 63376 h 131777"/>
                    <a:gd name="connsiteX4" fmla="*/ 37988 w 91503"/>
                    <a:gd name="connsiteY4" fmla="*/ 75519 h 131777"/>
                    <a:gd name="connsiteX5" fmla="*/ 46373 w 91503"/>
                    <a:gd name="connsiteY5" fmla="*/ 88262 h 131777"/>
                    <a:gd name="connsiteX6" fmla="*/ 55140 w 91503"/>
                    <a:gd name="connsiteY6" fmla="*/ 101167 h 131777"/>
                    <a:gd name="connsiteX7" fmla="*/ 65323 w 91503"/>
                    <a:gd name="connsiteY7" fmla="*/ 112766 h 131777"/>
                    <a:gd name="connsiteX8" fmla="*/ 88956 w 91503"/>
                    <a:gd name="connsiteY8" fmla="*/ 131552 h 131777"/>
                    <a:gd name="connsiteX9" fmla="*/ 90644 w 91503"/>
                    <a:gd name="connsiteY9" fmla="*/ 131552 h 131777"/>
                    <a:gd name="connsiteX10" fmla="*/ 91298 w 91503"/>
                    <a:gd name="connsiteY10" fmla="*/ 129265 h 131777"/>
                    <a:gd name="connsiteX11" fmla="*/ 78883 w 91503"/>
                    <a:gd name="connsiteY11" fmla="*/ 103618 h 131777"/>
                    <a:gd name="connsiteX12" fmla="*/ 74199 w 91503"/>
                    <a:gd name="connsiteY12" fmla="*/ 90712 h 131777"/>
                    <a:gd name="connsiteX13" fmla="*/ 70388 w 91503"/>
                    <a:gd name="connsiteY13" fmla="*/ 77861 h 131777"/>
                    <a:gd name="connsiteX14" fmla="*/ 68209 w 91503"/>
                    <a:gd name="connsiteY14" fmla="*/ 63975 h 131777"/>
                    <a:gd name="connsiteX15" fmla="*/ 62492 w 91503"/>
                    <a:gd name="connsiteY15" fmla="*/ 49599 h 131777"/>
                    <a:gd name="connsiteX16" fmla="*/ 49858 w 91503"/>
                    <a:gd name="connsiteY16" fmla="*/ 37238 h 131777"/>
                    <a:gd name="connsiteX17" fmla="*/ 39948 w 91503"/>
                    <a:gd name="connsiteY17" fmla="*/ 33046 h 131777"/>
                    <a:gd name="connsiteX18" fmla="*/ 40057 w 91503"/>
                    <a:gd name="connsiteY18" fmla="*/ 32555 h 131777"/>
                    <a:gd name="connsiteX19" fmla="*/ 27097 w 91503"/>
                    <a:gd name="connsiteY19" fmla="*/ 14640 h 131777"/>
                    <a:gd name="connsiteX20" fmla="*/ 22142 w 91503"/>
                    <a:gd name="connsiteY20" fmla="*/ 14695 h 131777"/>
                    <a:gd name="connsiteX21" fmla="*/ 22577 w 91503"/>
                    <a:gd name="connsiteY21" fmla="*/ 13170 h 131777"/>
                    <a:gd name="connsiteX22" fmla="*/ 13157 w 91503"/>
                    <a:gd name="connsiteY22" fmla="*/ 155 h 131777"/>
                    <a:gd name="connsiteX23" fmla="*/ 142 w 91503"/>
                    <a:gd name="connsiteY23" fmla="*/ 9576 h 131777"/>
                    <a:gd name="connsiteX24" fmla="*/ 9562 w 91503"/>
                    <a:gd name="connsiteY24" fmla="*/ 22591 h 131777"/>
                    <a:gd name="connsiteX25" fmla="*/ 10924 w 91503"/>
                    <a:gd name="connsiteY25" fmla="*/ 22645 h 131777"/>
                    <a:gd name="connsiteX26" fmla="*/ 9182 w 91503"/>
                    <a:gd name="connsiteY26" fmla="*/ 27600 h 131777"/>
                    <a:gd name="connsiteX27" fmla="*/ 22196 w 91503"/>
                    <a:gd name="connsiteY27" fmla="*/ 45461 h 131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91503" h="131777">
                      <a:moveTo>
                        <a:pt x="22196" y="45461"/>
                      </a:moveTo>
                      <a:cubicBezTo>
                        <a:pt x="25191" y="45951"/>
                        <a:pt x="28131" y="45515"/>
                        <a:pt x="30691" y="44426"/>
                      </a:cubicBezTo>
                      <a:cubicBezTo>
                        <a:pt x="30909" y="46714"/>
                        <a:pt x="31072" y="48837"/>
                        <a:pt x="31236" y="50906"/>
                      </a:cubicBezTo>
                      <a:cubicBezTo>
                        <a:pt x="31562" y="55263"/>
                        <a:pt x="31997" y="59238"/>
                        <a:pt x="32814" y="63376"/>
                      </a:cubicBezTo>
                      <a:cubicBezTo>
                        <a:pt x="33631" y="67460"/>
                        <a:pt x="35320" y="71490"/>
                        <a:pt x="37988" y="75519"/>
                      </a:cubicBezTo>
                      <a:cubicBezTo>
                        <a:pt x="40710" y="79495"/>
                        <a:pt x="43651" y="83742"/>
                        <a:pt x="46373" y="88262"/>
                      </a:cubicBezTo>
                      <a:cubicBezTo>
                        <a:pt x="49096" y="92727"/>
                        <a:pt x="52037" y="97029"/>
                        <a:pt x="55140" y="101167"/>
                      </a:cubicBezTo>
                      <a:cubicBezTo>
                        <a:pt x="58353" y="105197"/>
                        <a:pt x="61784" y="109063"/>
                        <a:pt x="65323" y="112766"/>
                      </a:cubicBezTo>
                      <a:cubicBezTo>
                        <a:pt x="72566" y="120008"/>
                        <a:pt x="80352" y="126488"/>
                        <a:pt x="88956" y="131552"/>
                      </a:cubicBezTo>
                      <a:cubicBezTo>
                        <a:pt x="89446" y="131825"/>
                        <a:pt x="90100" y="131879"/>
                        <a:pt x="90644" y="131552"/>
                      </a:cubicBezTo>
                      <a:cubicBezTo>
                        <a:pt x="91461" y="131117"/>
                        <a:pt x="91734" y="130082"/>
                        <a:pt x="91298" y="129265"/>
                      </a:cubicBezTo>
                      <a:cubicBezTo>
                        <a:pt x="86560" y="120716"/>
                        <a:pt x="82259" y="112276"/>
                        <a:pt x="78883" y="103618"/>
                      </a:cubicBezTo>
                      <a:cubicBezTo>
                        <a:pt x="77085" y="99370"/>
                        <a:pt x="75560" y="95069"/>
                        <a:pt x="74199" y="90712"/>
                      </a:cubicBezTo>
                      <a:cubicBezTo>
                        <a:pt x="72729" y="86465"/>
                        <a:pt x="71422" y="82163"/>
                        <a:pt x="70388" y="77861"/>
                      </a:cubicBezTo>
                      <a:cubicBezTo>
                        <a:pt x="69299" y="73614"/>
                        <a:pt x="68917" y="68876"/>
                        <a:pt x="68209" y="63975"/>
                      </a:cubicBezTo>
                      <a:cubicBezTo>
                        <a:pt x="67447" y="59074"/>
                        <a:pt x="65650" y="54174"/>
                        <a:pt x="62492" y="49599"/>
                      </a:cubicBezTo>
                      <a:cubicBezTo>
                        <a:pt x="59333" y="45025"/>
                        <a:pt x="55140" y="40615"/>
                        <a:pt x="49858" y="37238"/>
                      </a:cubicBezTo>
                      <a:cubicBezTo>
                        <a:pt x="46864" y="35387"/>
                        <a:pt x="43488" y="33862"/>
                        <a:pt x="39948" y="33046"/>
                      </a:cubicBezTo>
                      <a:cubicBezTo>
                        <a:pt x="40003" y="32882"/>
                        <a:pt x="40057" y="32719"/>
                        <a:pt x="40057" y="32555"/>
                      </a:cubicBezTo>
                      <a:cubicBezTo>
                        <a:pt x="41418" y="24061"/>
                        <a:pt x="35646" y="16002"/>
                        <a:pt x="27097" y="14640"/>
                      </a:cubicBezTo>
                      <a:cubicBezTo>
                        <a:pt x="25409" y="14368"/>
                        <a:pt x="23775" y="14477"/>
                        <a:pt x="22142" y="14695"/>
                      </a:cubicBezTo>
                      <a:cubicBezTo>
                        <a:pt x="22305" y="14204"/>
                        <a:pt x="22468" y="13660"/>
                        <a:pt x="22577" y="13170"/>
                      </a:cubicBezTo>
                      <a:cubicBezTo>
                        <a:pt x="23557" y="6962"/>
                        <a:pt x="19364" y="1190"/>
                        <a:pt x="13157" y="155"/>
                      </a:cubicBezTo>
                      <a:cubicBezTo>
                        <a:pt x="6949" y="-879"/>
                        <a:pt x="1177" y="3368"/>
                        <a:pt x="142" y="9576"/>
                      </a:cubicBezTo>
                      <a:cubicBezTo>
                        <a:pt x="-838" y="15784"/>
                        <a:pt x="3355" y="21556"/>
                        <a:pt x="9562" y="22591"/>
                      </a:cubicBezTo>
                      <a:cubicBezTo>
                        <a:pt x="10053" y="22645"/>
                        <a:pt x="10488" y="22645"/>
                        <a:pt x="10924" y="22645"/>
                      </a:cubicBezTo>
                      <a:cubicBezTo>
                        <a:pt x="10107" y="24170"/>
                        <a:pt x="9454" y="25803"/>
                        <a:pt x="9182" y="27600"/>
                      </a:cubicBezTo>
                      <a:cubicBezTo>
                        <a:pt x="7929" y="36095"/>
                        <a:pt x="13701" y="44100"/>
                        <a:pt x="22196" y="45461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1" name="Forme libre : forme 1320">
                  <a:extLst>
                    <a:ext uri="{FF2B5EF4-FFF2-40B4-BE49-F238E27FC236}">
                      <a16:creationId xmlns:a16="http://schemas.microsoft.com/office/drawing/2014/main" id="{790FD998-213E-4D16-8B98-DD6E63B477B2}"/>
                    </a:ext>
                  </a:extLst>
                </p:cNvPr>
                <p:cNvSpPr/>
                <p:nvPr/>
              </p:nvSpPr>
              <p:spPr>
                <a:xfrm>
                  <a:off x="8591363" y="5000770"/>
                  <a:ext cx="182405" cy="45098"/>
                </a:xfrm>
                <a:custGeom>
                  <a:avLst/>
                  <a:gdLst>
                    <a:gd name="connsiteX0" fmla="*/ 34859 w 182405"/>
                    <a:gd name="connsiteY0" fmla="*/ 34955 h 45098"/>
                    <a:gd name="connsiteX1" fmla="*/ 53536 w 182405"/>
                    <a:gd name="connsiteY1" fmla="*/ 22975 h 45098"/>
                    <a:gd name="connsiteX2" fmla="*/ 56804 w 182405"/>
                    <a:gd name="connsiteY2" fmla="*/ 28148 h 45098"/>
                    <a:gd name="connsiteX3" fmla="*/ 65244 w 182405"/>
                    <a:gd name="connsiteY3" fmla="*/ 35935 h 45098"/>
                    <a:gd name="connsiteX4" fmla="*/ 75971 w 182405"/>
                    <a:gd name="connsiteY4" fmla="*/ 41054 h 45098"/>
                    <a:gd name="connsiteX5" fmla="*/ 95684 w 182405"/>
                    <a:gd name="connsiteY5" fmla="*/ 42796 h 45098"/>
                    <a:gd name="connsiteX6" fmla="*/ 112674 w 182405"/>
                    <a:gd name="connsiteY6" fmla="*/ 40836 h 45098"/>
                    <a:gd name="connsiteX7" fmla="*/ 129717 w 182405"/>
                    <a:gd name="connsiteY7" fmla="*/ 40509 h 45098"/>
                    <a:gd name="connsiteX8" fmla="*/ 146925 w 182405"/>
                    <a:gd name="connsiteY8" fmla="*/ 40455 h 45098"/>
                    <a:gd name="connsiteX9" fmla="*/ 180033 w 182405"/>
                    <a:gd name="connsiteY9" fmla="*/ 44974 h 45098"/>
                    <a:gd name="connsiteX10" fmla="*/ 180087 w 182405"/>
                    <a:gd name="connsiteY10" fmla="*/ 44974 h 45098"/>
                    <a:gd name="connsiteX11" fmla="*/ 181830 w 182405"/>
                    <a:gd name="connsiteY11" fmla="*/ 44702 h 45098"/>
                    <a:gd name="connsiteX12" fmla="*/ 181993 w 182405"/>
                    <a:gd name="connsiteY12" fmla="*/ 42360 h 45098"/>
                    <a:gd name="connsiteX13" fmla="*/ 166855 w 182405"/>
                    <a:gd name="connsiteY13" fmla="*/ 31252 h 45098"/>
                    <a:gd name="connsiteX14" fmla="*/ 149811 w 182405"/>
                    <a:gd name="connsiteY14" fmla="*/ 24336 h 45098"/>
                    <a:gd name="connsiteX15" fmla="*/ 132603 w 182405"/>
                    <a:gd name="connsiteY15" fmla="*/ 18945 h 45098"/>
                    <a:gd name="connsiteX16" fmla="*/ 115015 w 182405"/>
                    <a:gd name="connsiteY16" fmla="*/ 14807 h 45098"/>
                    <a:gd name="connsiteX17" fmla="*/ 97208 w 182405"/>
                    <a:gd name="connsiteY17" fmla="*/ 10505 h 45098"/>
                    <a:gd name="connsiteX18" fmla="*/ 82234 w 182405"/>
                    <a:gd name="connsiteY18" fmla="*/ 9035 h 45098"/>
                    <a:gd name="connsiteX19" fmla="*/ 76244 w 182405"/>
                    <a:gd name="connsiteY19" fmla="*/ 9307 h 45098"/>
                    <a:gd name="connsiteX20" fmla="*/ 69383 w 182405"/>
                    <a:gd name="connsiteY20" fmla="*/ 8817 h 45098"/>
                    <a:gd name="connsiteX21" fmla="*/ 59145 w 182405"/>
                    <a:gd name="connsiteY21" fmla="*/ 7347 h 45098"/>
                    <a:gd name="connsiteX22" fmla="*/ 50814 w 182405"/>
                    <a:gd name="connsiteY22" fmla="*/ 8273 h 45098"/>
                    <a:gd name="connsiteX23" fmla="*/ 40250 w 182405"/>
                    <a:gd name="connsiteY23" fmla="*/ 1956 h 45098"/>
                    <a:gd name="connsiteX24" fmla="*/ 24349 w 182405"/>
                    <a:gd name="connsiteY24" fmla="*/ 8381 h 45098"/>
                    <a:gd name="connsiteX25" fmla="*/ 14548 w 182405"/>
                    <a:gd name="connsiteY25" fmla="*/ 159 h 45098"/>
                    <a:gd name="connsiteX26" fmla="*/ 172 w 182405"/>
                    <a:gd name="connsiteY26" fmla="*/ 10560 h 45098"/>
                    <a:gd name="connsiteX27" fmla="*/ 10573 w 182405"/>
                    <a:gd name="connsiteY27" fmla="*/ 24935 h 45098"/>
                    <a:gd name="connsiteX28" fmla="*/ 21191 w 182405"/>
                    <a:gd name="connsiteY28" fmla="*/ 21613 h 45098"/>
                    <a:gd name="connsiteX29" fmla="*/ 34859 w 182405"/>
                    <a:gd name="connsiteY29" fmla="*/ 34955 h 45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82405" h="45098">
                      <a:moveTo>
                        <a:pt x="34859" y="34955"/>
                      </a:moveTo>
                      <a:cubicBezTo>
                        <a:pt x="43354" y="36316"/>
                        <a:pt x="51250" y="31034"/>
                        <a:pt x="53536" y="22975"/>
                      </a:cubicBezTo>
                      <a:cubicBezTo>
                        <a:pt x="54462" y="24663"/>
                        <a:pt x="55443" y="26405"/>
                        <a:pt x="56804" y="28148"/>
                      </a:cubicBezTo>
                      <a:cubicBezTo>
                        <a:pt x="58710" y="30762"/>
                        <a:pt x="61704" y="33648"/>
                        <a:pt x="65244" y="35935"/>
                      </a:cubicBezTo>
                      <a:cubicBezTo>
                        <a:pt x="68675" y="38222"/>
                        <a:pt x="72378" y="39856"/>
                        <a:pt x="75971" y="41054"/>
                      </a:cubicBezTo>
                      <a:cubicBezTo>
                        <a:pt x="83160" y="43395"/>
                        <a:pt x="89912" y="43559"/>
                        <a:pt x="95684" y="42796"/>
                      </a:cubicBezTo>
                      <a:cubicBezTo>
                        <a:pt x="101347" y="41925"/>
                        <a:pt x="107010" y="40999"/>
                        <a:pt x="112674" y="40836"/>
                      </a:cubicBezTo>
                      <a:cubicBezTo>
                        <a:pt x="118337" y="40618"/>
                        <a:pt x="124000" y="40509"/>
                        <a:pt x="129717" y="40509"/>
                      </a:cubicBezTo>
                      <a:cubicBezTo>
                        <a:pt x="135435" y="40346"/>
                        <a:pt x="141208" y="40346"/>
                        <a:pt x="146925" y="40455"/>
                      </a:cubicBezTo>
                      <a:cubicBezTo>
                        <a:pt x="158578" y="40564"/>
                        <a:pt x="169469" y="40509"/>
                        <a:pt x="180033" y="44974"/>
                      </a:cubicBezTo>
                      <a:lnTo>
                        <a:pt x="180087" y="44974"/>
                      </a:lnTo>
                      <a:cubicBezTo>
                        <a:pt x="180687" y="45192"/>
                        <a:pt x="181340" y="45138"/>
                        <a:pt x="181830" y="44702"/>
                      </a:cubicBezTo>
                      <a:cubicBezTo>
                        <a:pt x="182538" y="44103"/>
                        <a:pt x="182592" y="43014"/>
                        <a:pt x="181993" y="42360"/>
                      </a:cubicBezTo>
                      <a:cubicBezTo>
                        <a:pt x="177855" y="37732"/>
                        <a:pt x="172464" y="34084"/>
                        <a:pt x="166855" y="31252"/>
                      </a:cubicBezTo>
                      <a:cubicBezTo>
                        <a:pt x="161246" y="28420"/>
                        <a:pt x="155420" y="26405"/>
                        <a:pt x="149811" y="24336"/>
                      </a:cubicBezTo>
                      <a:cubicBezTo>
                        <a:pt x="144148" y="22430"/>
                        <a:pt x="138376" y="20633"/>
                        <a:pt x="132603" y="18945"/>
                      </a:cubicBezTo>
                      <a:cubicBezTo>
                        <a:pt x="126777" y="17421"/>
                        <a:pt x="120896" y="16059"/>
                        <a:pt x="115015" y="14807"/>
                      </a:cubicBezTo>
                      <a:cubicBezTo>
                        <a:pt x="109134" y="13609"/>
                        <a:pt x="103144" y="11866"/>
                        <a:pt x="97208" y="10505"/>
                      </a:cubicBezTo>
                      <a:cubicBezTo>
                        <a:pt x="91382" y="9198"/>
                        <a:pt x="86427" y="8817"/>
                        <a:pt x="82234" y="9035"/>
                      </a:cubicBezTo>
                      <a:lnTo>
                        <a:pt x="76244" y="9307"/>
                      </a:lnTo>
                      <a:cubicBezTo>
                        <a:pt x="74393" y="9416"/>
                        <a:pt x="72323" y="9361"/>
                        <a:pt x="69383" y="8817"/>
                      </a:cubicBezTo>
                      <a:cubicBezTo>
                        <a:pt x="66496" y="8273"/>
                        <a:pt x="62957" y="7673"/>
                        <a:pt x="59145" y="7347"/>
                      </a:cubicBezTo>
                      <a:cubicBezTo>
                        <a:pt x="56423" y="7238"/>
                        <a:pt x="53482" y="7401"/>
                        <a:pt x="50814" y="8273"/>
                      </a:cubicBezTo>
                      <a:cubicBezTo>
                        <a:pt x="48309" y="5005"/>
                        <a:pt x="44607" y="2664"/>
                        <a:pt x="40250" y="1956"/>
                      </a:cubicBezTo>
                      <a:cubicBezTo>
                        <a:pt x="33933" y="921"/>
                        <a:pt x="27943" y="3644"/>
                        <a:pt x="24349" y="8381"/>
                      </a:cubicBezTo>
                      <a:cubicBezTo>
                        <a:pt x="22879" y="4189"/>
                        <a:pt x="19285" y="921"/>
                        <a:pt x="14548" y="159"/>
                      </a:cubicBezTo>
                      <a:cubicBezTo>
                        <a:pt x="7741" y="-930"/>
                        <a:pt x="1315" y="3698"/>
                        <a:pt x="172" y="10560"/>
                      </a:cubicBezTo>
                      <a:cubicBezTo>
                        <a:pt x="-972" y="17421"/>
                        <a:pt x="3712" y="23792"/>
                        <a:pt x="10573" y="24935"/>
                      </a:cubicBezTo>
                      <a:cubicBezTo>
                        <a:pt x="14602" y="25589"/>
                        <a:pt x="18414" y="24227"/>
                        <a:pt x="21191" y="21613"/>
                      </a:cubicBezTo>
                      <a:cubicBezTo>
                        <a:pt x="22389" y="28257"/>
                        <a:pt x="27671" y="33811"/>
                        <a:pt x="34859" y="34955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2" name="Forme libre : forme 1321">
                  <a:extLst>
                    <a:ext uri="{FF2B5EF4-FFF2-40B4-BE49-F238E27FC236}">
                      <a16:creationId xmlns:a16="http://schemas.microsoft.com/office/drawing/2014/main" id="{9A8DF2DC-3C28-46C6-B309-D394F190BF22}"/>
                    </a:ext>
                  </a:extLst>
                </p:cNvPr>
                <p:cNvSpPr/>
                <p:nvPr/>
              </p:nvSpPr>
              <p:spPr>
                <a:xfrm>
                  <a:off x="8607465" y="5050620"/>
                  <a:ext cx="175635" cy="46942"/>
                </a:xfrm>
                <a:custGeom>
                  <a:avLst/>
                  <a:gdLst>
                    <a:gd name="connsiteX0" fmla="*/ 22079 w 175635"/>
                    <a:gd name="connsiteY0" fmla="*/ 29648 h 46942"/>
                    <a:gd name="connsiteX1" fmla="*/ 28776 w 175635"/>
                    <a:gd name="connsiteY1" fmla="*/ 28395 h 46942"/>
                    <a:gd name="connsiteX2" fmla="*/ 28722 w 175635"/>
                    <a:gd name="connsiteY2" fmla="*/ 28559 h 46942"/>
                    <a:gd name="connsiteX3" fmla="*/ 38360 w 175635"/>
                    <a:gd name="connsiteY3" fmla="*/ 41900 h 46942"/>
                    <a:gd name="connsiteX4" fmla="*/ 48761 w 175635"/>
                    <a:gd name="connsiteY4" fmla="*/ 38306 h 46942"/>
                    <a:gd name="connsiteX5" fmla="*/ 77295 w 175635"/>
                    <a:gd name="connsiteY5" fmla="*/ 46855 h 46942"/>
                    <a:gd name="connsiteX6" fmla="*/ 94992 w 175635"/>
                    <a:gd name="connsiteY6" fmla="*/ 44350 h 46942"/>
                    <a:gd name="connsiteX7" fmla="*/ 111819 w 175635"/>
                    <a:gd name="connsiteY7" fmla="*/ 37870 h 46942"/>
                    <a:gd name="connsiteX8" fmla="*/ 128264 w 175635"/>
                    <a:gd name="connsiteY8" fmla="*/ 31227 h 46942"/>
                    <a:gd name="connsiteX9" fmla="*/ 143347 w 175635"/>
                    <a:gd name="connsiteY9" fmla="*/ 23985 h 46942"/>
                    <a:gd name="connsiteX10" fmla="*/ 173623 w 175635"/>
                    <a:gd name="connsiteY10" fmla="*/ 17995 h 46942"/>
                    <a:gd name="connsiteX11" fmla="*/ 173678 w 175635"/>
                    <a:gd name="connsiteY11" fmla="*/ 17995 h 46942"/>
                    <a:gd name="connsiteX12" fmla="*/ 175312 w 175635"/>
                    <a:gd name="connsiteY12" fmla="*/ 17341 h 46942"/>
                    <a:gd name="connsiteX13" fmla="*/ 174985 w 175635"/>
                    <a:gd name="connsiteY13" fmla="*/ 15000 h 46942"/>
                    <a:gd name="connsiteX14" fmla="*/ 157778 w 175635"/>
                    <a:gd name="connsiteY14" fmla="*/ 8302 h 46942"/>
                    <a:gd name="connsiteX15" fmla="*/ 139263 w 175635"/>
                    <a:gd name="connsiteY15" fmla="*/ 8138 h 46942"/>
                    <a:gd name="connsiteX16" fmla="*/ 122056 w 175635"/>
                    <a:gd name="connsiteY16" fmla="*/ 10426 h 46942"/>
                    <a:gd name="connsiteX17" fmla="*/ 105938 w 175635"/>
                    <a:gd name="connsiteY17" fmla="*/ 12440 h 46942"/>
                    <a:gd name="connsiteX18" fmla="*/ 89711 w 175635"/>
                    <a:gd name="connsiteY18" fmla="*/ 12495 h 46942"/>
                    <a:gd name="connsiteX19" fmla="*/ 74028 w 175635"/>
                    <a:gd name="connsiteY19" fmla="*/ 14401 h 46942"/>
                    <a:gd name="connsiteX20" fmla="*/ 58454 w 175635"/>
                    <a:gd name="connsiteY20" fmla="*/ 20282 h 46942"/>
                    <a:gd name="connsiteX21" fmla="*/ 50232 w 175635"/>
                    <a:gd name="connsiteY21" fmla="*/ 24638 h 46942"/>
                    <a:gd name="connsiteX22" fmla="*/ 42118 w 175635"/>
                    <a:gd name="connsiteY22" fmla="*/ 19029 h 46942"/>
                    <a:gd name="connsiteX23" fmla="*/ 34004 w 175635"/>
                    <a:gd name="connsiteY23" fmla="*/ 20772 h 46942"/>
                    <a:gd name="connsiteX24" fmla="*/ 25400 w 175635"/>
                    <a:gd name="connsiteY24" fmla="*/ 9337 h 46942"/>
                    <a:gd name="connsiteX25" fmla="*/ 21316 w 175635"/>
                    <a:gd name="connsiteY25" fmla="*/ 9500 h 46942"/>
                    <a:gd name="connsiteX26" fmla="*/ 12440 w 175635"/>
                    <a:gd name="connsiteY26" fmla="*/ 134 h 46942"/>
                    <a:gd name="connsiteX27" fmla="*/ 134 w 175635"/>
                    <a:gd name="connsiteY27" fmla="*/ 9010 h 46942"/>
                    <a:gd name="connsiteX28" fmla="*/ 9010 w 175635"/>
                    <a:gd name="connsiteY28" fmla="*/ 21316 h 46942"/>
                    <a:gd name="connsiteX29" fmla="*/ 13530 w 175635"/>
                    <a:gd name="connsiteY29" fmla="*/ 21044 h 46942"/>
                    <a:gd name="connsiteX30" fmla="*/ 22079 w 175635"/>
                    <a:gd name="connsiteY30" fmla="*/ 29648 h 46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75635" h="46942">
                      <a:moveTo>
                        <a:pt x="22079" y="29648"/>
                      </a:moveTo>
                      <a:cubicBezTo>
                        <a:pt x="24474" y="30029"/>
                        <a:pt x="26816" y="29539"/>
                        <a:pt x="28776" y="28395"/>
                      </a:cubicBezTo>
                      <a:cubicBezTo>
                        <a:pt x="28776" y="28450"/>
                        <a:pt x="28722" y="28504"/>
                        <a:pt x="28722" y="28559"/>
                      </a:cubicBezTo>
                      <a:cubicBezTo>
                        <a:pt x="27688" y="34875"/>
                        <a:pt x="31989" y="40865"/>
                        <a:pt x="38360" y="41900"/>
                      </a:cubicBezTo>
                      <a:cubicBezTo>
                        <a:pt x="42335" y="42553"/>
                        <a:pt x="46202" y="41083"/>
                        <a:pt x="48761" y="38306"/>
                      </a:cubicBezTo>
                      <a:cubicBezTo>
                        <a:pt x="57964" y="43915"/>
                        <a:pt x="67657" y="46093"/>
                        <a:pt x="77295" y="46855"/>
                      </a:cubicBezTo>
                      <a:cubicBezTo>
                        <a:pt x="83339" y="47236"/>
                        <a:pt x="89275" y="46365"/>
                        <a:pt x="94992" y="44350"/>
                      </a:cubicBezTo>
                      <a:lnTo>
                        <a:pt x="111819" y="37870"/>
                      </a:lnTo>
                      <a:cubicBezTo>
                        <a:pt x="117373" y="35801"/>
                        <a:pt x="122873" y="33623"/>
                        <a:pt x="128264" y="31227"/>
                      </a:cubicBezTo>
                      <a:cubicBezTo>
                        <a:pt x="133546" y="28722"/>
                        <a:pt x="138447" y="26163"/>
                        <a:pt x="143347" y="23985"/>
                      </a:cubicBezTo>
                      <a:cubicBezTo>
                        <a:pt x="153040" y="19519"/>
                        <a:pt x="162733" y="15926"/>
                        <a:pt x="173623" y="17995"/>
                      </a:cubicBezTo>
                      <a:lnTo>
                        <a:pt x="173678" y="17995"/>
                      </a:lnTo>
                      <a:cubicBezTo>
                        <a:pt x="174277" y="18104"/>
                        <a:pt x="174930" y="17886"/>
                        <a:pt x="175312" y="17341"/>
                      </a:cubicBezTo>
                      <a:cubicBezTo>
                        <a:pt x="175856" y="16579"/>
                        <a:pt x="175693" y="15544"/>
                        <a:pt x="174985" y="15000"/>
                      </a:cubicBezTo>
                      <a:cubicBezTo>
                        <a:pt x="170138" y="11406"/>
                        <a:pt x="163985" y="9119"/>
                        <a:pt x="157778" y="8302"/>
                      </a:cubicBezTo>
                      <a:cubicBezTo>
                        <a:pt x="151516" y="7376"/>
                        <a:pt x="145308" y="7703"/>
                        <a:pt x="139263" y="8138"/>
                      </a:cubicBezTo>
                      <a:cubicBezTo>
                        <a:pt x="133274" y="8738"/>
                        <a:pt x="127501" y="9718"/>
                        <a:pt x="122056" y="10426"/>
                      </a:cubicBezTo>
                      <a:cubicBezTo>
                        <a:pt x="116720" y="11297"/>
                        <a:pt x="111329" y="11896"/>
                        <a:pt x="105938" y="12440"/>
                      </a:cubicBezTo>
                      <a:cubicBezTo>
                        <a:pt x="100601" y="12985"/>
                        <a:pt x="95102" y="12713"/>
                        <a:pt x="89711" y="12495"/>
                      </a:cubicBezTo>
                      <a:cubicBezTo>
                        <a:pt x="84320" y="12331"/>
                        <a:pt x="79146" y="12930"/>
                        <a:pt x="74028" y="14401"/>
                      </a:cubicBezTo>
                      <a:cubicBezTo>
                        <a:pt x="68854" y="15871"/>
                        <a:pt x="63736" y="17831"/>
                        <a:pt x="58454" y="20282"/>
                      </a:cubicBezTo>
                      <a:cubicBezTo>
                        <a:pt x="55732" y="21589"/>
                        <a:pt x="53009" y="23004"/>
                        <a:pt x="50232" y="24638"/>
                      </a:cubicBezTo>
                      <a:cubicBezTo>
                        <a:pt x="48543" y="21752"/>
                        <a:pt x="45657" y="19628"/>
                        <a:pt x="42118" y="19029"/>
                      </a:cubicBezTo>
                      <a:cubicBezTo>
                        <a:pt x="39177" y="18539"/>
                        <a:pt x="36346" y="19247"/>
                        <a:pt x="34004" y="20772"/>
                      </a:cubicBezTo>
                      <a:cubicBezTo>
                        <a:pt x="34657" y="15326"/>
                        <a:pt x="30900" y="10262"/>
                        <a:pt x="25400" y="9337"/>
                      </a:cubicBezTo>
                      <a:cubicBezTo>
                        <a:pt x="23985" y="9119"/>
                        <a:pt x="22623" y="9173"/>
                        <a:pt x="21316" y="9500"/>
                      </a:cubicBezTo>
                      <a:cubicBezTo>
                        <a:pt x="20772" y="4817"/>
                        <a:pt x="17287" y="896"/>
                        <a:pt x="12440" y="134"/>
                      </a:cubicBezTo>
                      <a:cubicBezTo>
                        <a:pt x="6614" y="-792"/>
                        <a:pt x="1114" y="3183"/>
                        <a:pt x="134" y="9010"/>
                      </a:cubicBezTo>
                      <a:cubicBezTo>
                        <a:pt x="-792" y="14836"/>
                        <a:pt x="3183" y="20336"/>
                        <a:pt x="9010" y="21316"/>
                      </a:cubicBezTo>
                      <a:cubicBezTo>
                        <a:pt x="10589" y="21589"/>
                        <a:pt x="12114" y="21425"/>
                        <a:pt x="13530" y="21044"/>
                      </a:cubicBezTo>
                      <a:cubicBezTo>
                        <a:pt x="14129" y="25291"/>
                        <a:pt x="17505" y="28940"/>
                        <a:pt x="22079" y="29648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3" name="Forme libre : forme 1322">
                  <a:extLst>
                    <a:ext uri="{FF2B5EF4-FFF2-40B4-BE49-F238E27FC236}">
                      <a16:creationId xmlns:a16="http://schemas.microsoft.com/office/drawing/2014/main" id="{5176911E-3EEC-4233-BFB3-F7E34CDF25F4}"/>
                    </a:ext>
                  </a:extLst>
                </p:cNvPr>
                <p:cNvSpPr/>
                <p:nvPr/>
              </p:nvSpPr>
              <p:spPr>
                <a:xfrm>
                  <a:off x="8867300" y="5123021"/>
                  <a:ext cx="100827" cy="174799"/>
                </a:xfrm>
                <a:custGeom>
                  <a:avLst/>
                  <a:gdLst>
                    <a:gd name="connsiteX0" fmla="*/ 94467 w 100827"/>
                    <a:gd name="connsiteY0" fmla="*/ 156385 h 174799"/>
                    <a:gd name="connsiteX1" fmla="*/ 100348 w 100827"/>
                    <a:gd name="connsiteY1" fmla="*/ 147727 h 174799"/>
                    <a:gd name="connsiteX2" fmla="*/ 89947 w 100827"/>
                    <a:gd name="connsiteY2" fmla="*/ 133351 h 174799"/>
                    <a:gd name="connsiteX3" fmla="*/ 86135 w 100827"/>
                    <a:gd name="connsiteY3" fmla="*/ 133406 h 174799"/>
                    <a:gd name="connsiteX4" fmla="*/ 86734 w 100827"/>
                    <a:gd name="connsiteY4" fmla="*/ 131173 h 174799"/>
                    <a:gd name="connsiteX5" fmla="*/ 75734 w 100827"/>
                    <a:gd name="connsiteY5" fmla="*/ 115163 h 174799"/>
                    <a:gd name="connsiteX6" fmla="*/ 68166 w 100827"/>
                    <a:gd name="connsiteY6" fmla="*/ 85486 h 174799"/>
                    <a:gd name="connsiteX7" fmla="*/ 60270 w 100827"/>
                    <a:gd name="connsiteY7" fmla="*/ 70838 h 174799"/>
                    <a:gd name="connsiteX8" fmla="*/ 50087 w 100827"/>
                    <a:gd name="connsiteY8" fmla="*/ 56353 h 174799"/>
                    <a:gd name="connsiteX9" fmla="*/ 40503 w 100827"/>
                    <a:gd name="connsiteY9" fmla="*/ 40943 h 174799"/>
                    <a:gd name="connsiteX10" fmla="*/ 29612 w 100827"/>
                    <a:gd name="connsiteY10" fmla="*/ 25859 h 174799"/>
                    <a:gd name="connsiteX11" fmla="*/ 2549 w 100827"/>
                    <a:gd name="connsiteY11" fmla="*/ 266 h 174799"/>
                    <a:gd name="connsiteX12" fmla="*/ 752 w 100827"/>
                    <a:gd name="connsiteY12" fmla="*/ 266 h 174799"/>
                    <a:gd name="connsiteX13" fmla="*/ 261 w 100827"/>
                    <a:gd name="connsiteY13" fmla="*/ 2553 h 174799"/>
                    <a:gd name="connsiteX14" fmla="*/ 15400 w 100827"/>
                    <a:gd name="connsiteY14" fmla="*/ 33864 h 174799"/>
                    <a:gd name="connsiteX15" fmla="*/ 20900 w 100827"/>
                    <a:gd name="connsiteY15" fmla="*/ 50309 h 174799"/>
                    <a:gd name="connsiteX16" fmla="*/ 26291 w 100827"/>
                    <a:gd name="connsiteY16" fmla="*/ 67135 h 174799"/>
                    <a:gd name="connsiteX17" fmla="*/ 31192 w 100827"/>
                    <a:gd name="connsiteY17" fmla="*/ 84887 h 174799"/>
                    <a:gd name="connsiteX18" fmla="*/ 34677 w 100827"/>
                    <a:gd name="connsiteY18" fmla="*/ 93654 h 174799"/>
                    <a:gd name="connsiteX19" fmla="*/ 39904 w 100827"/>
                    <a:gd name="connsiteY19" fmla="*/ 101713 h 174799"/>
                    <a:gd name="connsiteX20" fmla="*/ 46602 w 100827"/>
                    <a:gd name="connsiteY20" fmla="*/ 109010 h 174799"/>
                    <a:gd name="connsiteX21" fmla="*/ 54552 w 100827"/>
                    <a:gd name="connsiteY21" fmla="*/ 115381 h 174799"/>
                    <a:gd name="connsiteX22" fmla="*/ 62230 w 100827"/>
                    <a:gd name="connsiteY22" fmla="*/ 119520 h 174799"/>
                    <a:gd name="connsiteX23" fmla="*/ 58854 w 100827"/>
                    <a:gd name="connsiteY23" fmla="*/ 126653 h 174799"/>
                    <a:gd name="connsiteX24" fmla="*/ 70616 w 100827"/>
                    <a:gd name="connsiteY24" fmla="*/ 142880 h 174799"/>
                    <a:gd name="connsiteX25" fmla="*/ 76007 w 100827"/>
                    <a:gd name="connsiteY25" fmla="*/ 142717 h 174799"/>
                    <a:gd name="connsiteX26" fmla="*/ 75734 w 100827"/>
                    <a:gd name="connsiteY26" fmla="*/ 143752 h 174799"/>
                    <a:gd name="connsiteX27" fmla="*/ 85482 w 100827"/>
                    <a:gd name="connsiteY27" fmla="*/ 157910 h 174799"/>
                    <a:gd name="connsiteX28" fmla="*/ 81997 w 100827"/>
                    <a:gd name="connsiteY28" fmla="*/ 163790 h 174799"/>
                    <a:gd name="connsiteX29" fmla="*/ 89838 w 100827"/>
                    <a:gd name="connsiteY29" fmla="*/ 174681 h 174799"/>
                    <a:gd name="connsiteX30" fmla="*/ 100729 w 100827"/>
                    <a:gd name="connsiteY30" fmla="*/ 166840 h 174799"/>
                    <a:gd name="connsiteX31" fmla="*/ 94467 w 100827"/>
                    <a:gd name="connsiteY31" fmla="*/ 156385 h 17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100827" h="174799">
                      <a:moveTo>
                        <a:pt x="94467" y="156385"/>
                      </a:moveTo>
                      <a:cubicBezTo>
                        <a:pt x="97516" y="154534"/>
                        <a:pt x="99749" y="151484"/>
                        <a:pt x="100348" y="147727"/>
                      </a:cubicBezTo>
                      <a:cubicBezTo>
                        <a:pt x="101437" y="140920"/>
                        <a:pt x="96808" y="134494"/>
                        <a:pt x="89947" y="133351"/>
                      </a:cubicBezTo>
                      <a:cubicBezTo>
                        <a:pt x="88640" y="133133"/>
                        <a:pt x="87388" y="133187"/>
                        <a:pt x="86135" y="133406"/>
                      </a:cubicBezTo>
                      <a:cubicBezTo>
                        <a:pt x="86353" y="132698"/>
                        <a:pt x="86625" y="131935"/>
                        <a:pt x="86734" y="131173"/>
                      </a:cubicBezTo>
                      <a:cubicBezTo>
                        <a:pt x="87932" y="123713"/>
                        <a:pt x="83032" y="116743"/>
                        <a:pt x="75734" y="115163"/>
                      </a:cubicBezTo>
                      <a:cubicBezTo>
                        <a:pt x="73774" y="103510"/>
                        <a:pt x="71378" y="94634"/>
                        <a:pt x="68166" y="85486"/>
                      </a:cubicBezTo>
                      <a:cubicBezTo>
                        <a:pt x="66368" y="80259"/>
                        <a:pt x="63700" y="75467"/>
                        <a:pt x="60270" y="70838"/>
                      </a:cubicBezTo>
                      <a:cubicBezTo>
                        <a:pt x="56785" y="66209"/>
                        <a:pt x="53137" y="61472"/>
                        <a:pt x="50087" y="56353"/>
                      </a:cubicBezTo>
                      <a:lnTo>
                        <a:pt x="40503" y="40943"/>
                      </a:lnTo>
                      <a:cubicBezTo>
                        <a:pt x="37018" y="35824"/>
                        <a:pt x="33424" y="30814"/>
                        <a:pt x="29612" y="25859"/>
                      </a:cubicBezTo>
                      <a:cubicBezTo>
                        <a:pt x="21826" y="16112"/>
                        <a:pt x="12950" y="6909"/>
                        <a:pt x="2549" y="266"/>
                      </a:cubicBezTo>
                      <a:cubicBezTo>
                        <a:pt x="2004" y="-61"/>
                        <a:pt x="1296" y="-115"/>
                        <a:pt x="752" y="266"/>
                      </a:cubicBezTo>
                      <a:cubicBezTo>
                        <a:pt x="-10" y="756"/>
                        <a:pt x="-228" y="1790"/>
                        <a:pt x="261" y="2553"/>
                      </a:cubicBezTo>
                      <a:cubicBezTo>
                        <a:pt x="6742" y="12572"/>
                        <a:pt x="11534" y="23028"/>
                        <a:pt x="15400" y="33864"/>
                      </a:cubicBezTo>
                      <a:cubicBezTo>
                        <a:pt x="17360" y="39255"/>
                        <a:pt x="19211" y="44755"/>
                        <a:pt x="20900" y="50309"/>
                      </a:cubicBezTo>
                      <a:lnTo>
                        <a:pt x="26291" y="67135"/>
                      </a:lnTo>
                      <a:cubicBezTo>
                        <a:pt x="28142" y="72853"/>
                        <a:pt x="29503" y="78843"/>
                        <a:pt x="31192" y="84887"/>
                      </a:cubicBezTo>
                      <a:cubicBezTo>
                        <a:pt x="32171" y="87882"/>
                        <a:pt x="33206" y="90823"/>
                        <a:pt x="34677" y="93654"/>
                      </a:cubicBezTo>
                      <a:cubicBezTo>
                        <a:pt x="36147" y="96486"/>
                        <a:pt x="37944" y="99154"/>
                        <a:pt x="39904" y="101713"/>
                      </a:cubicBezTo>
                      <a:cubicBezTo>
                        <a:pt x="42028" y="104218"/>
                        <a:pt x="44261" y="106668"/>
                        <a:pt x="46602" y="109010"/>
                      </a:cubicBezTo>
                      <a:cubicBezTo>
                        <a:pt x="49107" y="111297"/>
                        <a:pt x="51775" y="113421"/>
                        <a:pt x="54552" y="115381"/>
                      </a:cubicBezTo>
                      <a:cubicBezTo>
                        <a:pt x="57003" y="116960"/>
                        <a:pt x="59616" y="118267"/>
                        <a:pt x="62230" y="119520"/>
                      </a:cubicBezTo>
                      <a:cubicBezTo>
                        <a:pt x="60488" y="121480"/>
                        <a:pt x="59290" y="123876"/>
                        <a:pt x="58854" y="126653"/>
                      </a:cubicBezTo>
                      <a:cubicBezTo>
                        <a:pt x="57601" y="134386"/>
                        <a:pt x="62883" y="141628"/>
                        <a:pt x="70616" y="142880"/>
                      </a:cubicBezTo>
                      <a:cubicBezTo>
                        <a:pt x="72467" y="143153"/>
                        <a:pt x="74265" y="143098"/>
                        <a:pt x="76007" y="142717"/>
                      </a:cubicBezTo>
                      <a:cubicBezTo>
                        <a:pt x="75898" y="143044"/>
                        <a:pt x="75789" y="143370"/>
                        <a:pt x="75734" y="143752"/>
                      </a:cubicBezTo>
                      <a:cubicBezTo>
                        <a:pt x="74646" y="150341"/>
                        <a:pt x="79002" y="156548"/>
                        <a:pt x="85482" y="157910"/>
                      </a:cubicBezTo>
                      <a:cubicBezTo>
                        <a:pt x="83685" y="159326"/>
                        <a:pt x="82378" y="161395"/>
                        <a:pt x="81997" y="163790"/>
                      </a:cubicBezTo>
                      <a:cubicBezTo>
                        <a:pt x="81180" y="168964"/>
                        <a:pt x="84665" y="173865"/>
                        <a:pt x="89838" y="174681"/>
                      </a:cubicBezTo>
                      <a:cubicBezTo>
                        <a:pt x="95011" y="175498"/>
                        <a:pt x="99858" y="172013"/>
                        <a:pt x="100729" y="166840"/>
                      </a:cubicBezTo>
                      <a:cubicBezTo>
                        <a:pt x="101383" y="162211"/>
                        <a:pt x="98714" y="157855"/>
                        <a:pt x="94467" y="156385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4" name="Forme libre : forme 1323">
                  <a:extLst>
                    <a:ext uri="{FF2B5EF4-FFF2-40B4-BE49-F238E27FC236}">
                      <a16:creationId xmlns:a16="http://schemas.microsoft.com/office/drawing/2014/main" id="{C6D51B21-7B5E-4930-A178-6BD1464DAAC9}"/>
                    </a:ext>
                  </a:extLst>
                </p:cNvPr>
                <p:cNvSpPr/>
                <p:nvPr/>
              </p:nvSpPr>
              <p:spPr>
                <a:xfrm>
                  <a:off x="8896822" y="5116986"/>
                  <a:ext cx="131154" cy="147546"/>
                </a:xfrm>
                <a:custGeom>
                  <a:avLst/>
                  <a:gdLst>
                    <a:gd name="connsiteX0" fmla="*/ 130997 w 131154"/>
                    <a:gd name="connsiteY0" fmla="*/ 136827 h 147546"/>
                    <a:gd name="connsiteX1" fmla="*/ 120488 w 131154"/>
                    <a:gd name="connsiteY1" fmla="*/ 122288 h 147546"/>
                    <a:gd name="connsiteX2" fmla="*/ 114334 w 131154"/>
                    <a:gd name="connsiteY2" fmla="*/ 122887 h 147546"/>
                    <a:gd name="connsiteX3" fmla="*/ 117983 w 131154"/>
                    <a:gd name="connsiteY3" fmla="*/ 115100 h 147546"/>
                    <a:gd name="connsiteX4" fmla="*/ 104533 w 131154"/>
                    <a:gd name="connsiteY4" fmla="*/ 96477 h 147546"/>
                    <a:gd name="connsiteX5" fmla="*/ 100340 w 131154"/>
                    <a:gd name="connsiteY5" fmla="*/ 96422 h 147546"/>
                    <a:gd name="connsiteX6" fmla="*/ 99468 w 131154"/>
                    <a:gd name="connsiteY6" fmla="*/ 93917 h 147546"/>
                    <a:gd name="connsiteX7" fmla="*/ 96038 w 131154"/>
                    <a:gd name="connsiteY7" fmla="*/ 85096 h 147546"/>
                    <a:gd name="connsiteX8" fmla="*/ 92226 w 131154"/>
                    <a:gd name="connsiteY8" fmla="*/ 76982 h 147546"/>
                    <a:gd name="connsiteX9" fmla="*/ 87979 w 131154"/>
                    <a:gd name="connsiteY9" fmla="*/ 69359 h 147546"/>
                    <a:gd name="connsiteX10" fmla="*/ 76816 w 131154"/>
                    <a:gd name="connsiteY10" fmla="*/ 55963 h 147546"/>
                    <a:gd name="connsiteX11" fmla="*/ 63257 w 131154"/>
                    <a:gd name="connsiteY11" fmla="*/ 43656 h 147546"/>
                    <a:gd name="connsiteX12" fmla="*/ 49970 w 131154"/>
                    <a:gd name="connsiteY12" fmla="*/ 30588 h 147546"/>
                    <a:gd name="connsiteX13" fmla="*/ 35431 w 131154"/>
                    <a:gd name="connsiteY13" fmla="*/ 18390 h 147546"/>
                    <a:gd name="connsiteX14" fmla="*/ 2160 w 131154"/>
                    <a:gd name="connsiteY14" fmla="*/ 93 h 147546"/>
                    <a:gd name="connsiteX15" fmla="*/ 417 w 131154"/>
                    <a:gd name="connsiteY15" fmla="*/ 584 h 147546"/>
                    <a:gd name="connsiteX16" fmla="*/ 526 w 131154"/>
                    <a:gd name="connsiteY16" fmla="*/ 2925 h 147546"/>
                    <a:gd name="connsiteX17" fmla="*/ 23669 w 131154"/>
                    <a:gd name="connsiteY17" fmla="*/ 29771 h 147546"/>
                    <a:gd name="connsiteX18" fmla="*/ 33252 w 131154"/>
                    <a:gd name="connsiteY18" fmla="*/ 44528 h 147546"/>
                    <a:gd name="connsiteX19" fmla="*/ 42619 w 131154"/>
                    <a:gd name="connsiteY19" fmla="*/ 59720 h 147546"/>
                    <a:gd name="connsiteX20" fmla="*/ 51332 w 131154"/>
                    <a:gd name="connsiteY20" fmla="*/ 76002 h 147546"/>
                    <a:gd name="connsiteX21" fmla="*/ 63094 w 131154"/>
                    <a:gd name="connsiteY21" fmla="*/ 90650 h 147546"/>
                    <a:gd name="connsiteX22" fmla="*/ 70935 w 131154"/>
                    <a:gd name="connsiteY22" fmla="*/ 96586 h 147546"/>
                    <a:gd name="connsiteX23" fmla="*/ 79702 w 131154"/>
                    <a:gd name="connsiteY23" fmla="*/ 101541 h 147546"/>
                    <a:gd name="connsiteX24" fmla="*/ 87761 w 131154"/>
                    <a:gd name="connsiteY24" fmla="*/ 104536 h 147546"/>
                    <a:gd name="connsiteX25" fmla="*/ 85801 w 131154"/>
                    <a:gd name="connsiteY25" fmla="*/ 109927 h 147546"/>
                    <a:gd name="connsiteX26" fmla="*/ 99250 w 131154"/>
                    <a:gd name="connsiteY26" fmla="*/ 128550 h 147546"/>
                    <a:gd name="connsiteX27" fmla="*/ 108126 w 131154"/>
                    <a:gd name="connsiteY27" fmla="*/ 127461 h 147546"/>
                    <a:gd name="connsiteX28" fmla="*/ 105840 w 131154"/>
                    <a:gd name="connsiteY28" fmla="*/ 132852 h 147546"/>
                    <a:gd name="connsiteX29" fmla="*/ 116349 w 131154"/>
                    <a:gd name="connsiteY29" fmla="*/ 147391 h 147546"/>
                    <a:gd name="connsiteX30" fmla="*/ 130997 w 131154"/>
                    <a:gd name="connsiteY30" fmla="*/ 136827 h 147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31154" h="147546">
                      <a:moveTo>
                        <a:pt x="130997" y="136827"/>
                      </a:moveTo>
                      <a:cubicBezTo>
                        <a:pt x="132086" y="129911"/>
                        <a:pt x="127403" y="123431"/>
                        <a:pt x="120488" y="122288"/>
                      </a:cubicBezTo>
                      <a:cubicBezTo>
                        <a:pt x="118364" y="121961"/>
                        <a:pt x="116295" y="122233"/>
                        <a:pt x="114334" y="122887"/>
                      </a:cubicBezTo>
                      <a:cubicBezTo>
                        <a:pt x="116132" y="120709"/>
                        <a:pt x="117493" y="118095"/>
                        <a:pt x="117983" y="115100"/>
                      </a:cubicBezTo>
                      <a:cubicBezTo>
                        <a:pt x="119399" y="106224"/>
                        <a:pt x="113409" y="97892"/>
                        <a:pt x="104533" y="96477"/>
                      </a:cubicBezTo>
                      <a:cubicBezTo>
                        <a:pt x="103117" y="96259"/>
                        <a:pt x="101701" y="96259"/>
                        <a:pt x="100340" y="96422"/>
                      </a:cubicBezTo>
                      <a:cubicBezTo>
                        <a:pt x="100067" y="95605"/>
                        <a:pt x="99741" y="94734"/>
                        <a:pt x="99468" y="93917"/>
                      </a:cubicBezTo>
                      <a:cubicBezTo>
                        <a:pt x="98325" y="90814"/>
                        <a:pt x="97290" y="87818"/>
                        <a:pt x="96038" y="85096"/>
                      </a:cubicBezTo>
                      <a:cubicBezTo>
                        <a:pt x="94895" y="82210"/>
                        <a:pt x="93588" y="79542"/>
                        <a:pt x="92226" y="76982"/>
                      </a:cubicBezTo>
                      <a:cubicBezTo>
                        <a:pt x="90920" y="74314"/>
                        <a:pt x="89504" y="71809"/>
                        <a:pt x="87979" y="69359"/>
                      </a:cubicBezTo>
                      <a:cubicBezTo>
                        <a:pt x="85038" y="64349"/>
                        <a:pt x="81336" y="59938"/>
                        <a:pt x="76816" y="55963"/>
                      </a:cubicBezTo>
                      <a:cubicBezTo>
                        <a:pt x="72296" y="51988"/>
                        <a:pt x="67559" y="48013"/>
                        <a:pt x="63257" y="43656"/>
                      </a:cubicBezTo>
                      <a:cubicBezTo>
                        <a:pt x="58901" y="39300"/>
                        <a:pt x="54490" y="34944"/>
                        <a:pt x="49970" y="30588"/>
                      </a:cubicBezTo>
                      <a:cubicBezTo>
                        <a:pt x="45287" y="26395"/>
                        <a:pt x="40386" y="22311"/>
                        <a:pt x="35431" y="18390"/>
                      </a:cubicBezTo>
                      <a:cubicBezTo>
                        <a:pt x="25248" y="10766"/>
                        <a:pt x="14140" y="3960"/>
                        <a:pt x="2160" y="93"/>
                      </a:cubicBezTo>
                      <a:cubicBezTo>
                        <a:pt x="1561" y="-124"/>
                        <a:pt x="853" y="39"/>
                        <a:pt x="417" y="584"/>
                      </a:cubicBezTo>
                      <a:cubicBezTo>
                        <a:pt x="-182" y="1291"/>
                        <a:pt x="-128" y="2326"/>
                        <a:pt x="526" y="2925"/>
                      </a:cubicBezTo>
                      <a:cubicBezTo>
                        <a:pt x="9511" y="11093"/>
                        <a:pt x="17080" y="20132"/>
                        <a:pt x="23669" y="29771"/>
                      </a:cubicBezTo>
                      <a:cubicBezTo>
                        <a:pt x="27045" y="34563"/>
                        <a:pt x="30203" y="39518"/>
                        <a:pt x="33252" y="44528"/>
                      </a:cubicBezTo>
                      <a:cubicBezTo>
                        <a:pt x="36411" y="49483"/>
                        <a:pt x="39515" y="54602"/>
                        <a:pt x="42619" y="59720"/>
                      </a:cubicBezTo>
                      <a:cubicBezTo>
                        <a:pt x="45723" y="64893"/>
                        <a:pt x="48445" y="70448"/>
                        <a:pt x="51332" y="76002"/>
                      </a:cubicBezTo>
                      <a:cubicBezTo>
                        <a:pt x="54326" y="81502"/>
                        <a:pt x="58247" y="86457"/>
                        <a:pt x="63094" y="90650"/>
                      </a:cubicBezTo>
                      <a:cubicBezTo>
                        <a:pt x="65598" y="92719"/>
                        <a:pt x="68212" y="94734"/>
                        <a:pt x="70935" y="96586"/>
                      </a:cubicBezTo>
                      <a:cubicBezTo>
                        <a:pt x="73766" y="98382"/>
                        <a:pt x="76707" y="100070"/>
                        <a:pt x="79702" y="101541"/>
                      </a:cubicBezTo>
                      <a:cubicBezTo>
                        <a:pt x="82261" y="102739"/>
                        <a:pt x="85038" y="103665"/>
                        <a:pt x="87761" y="104536"/>
                      </a:cubicBezTo>
                      <a:cubicBezTo>
                        <a:pt x="86836" y="106169"/>
                        <a:pt x="86128" y="107966"/>
                        <a:pt x="85801" y="109927"/>
                      </a:cubicBezTo>
                      <a:cubicBezTo>
                        <a:pt x="84385" y="118803"/>
                        <a:pt x="90375" y="127134"/>
                        <a:pt x="99250" y="128550"/>
                      </a:cubicBezTo>
                      <a:cubicBezTo>
                        <a:pt x="102355" y="129040"/>
                        <a:pt x="105404" y="128604"/>
                        <a:pt x="108126" y="127461"/>
                      </a:cubicBezTo>
                      <a:cubicBezTo>
                        <a:pt x="106983" y="129040"/>
                        <a:pt x="106166" y="130837"/>
                        <a:pt x="105840" y="132852"/>
                      </a:cubicBezTo>
                      <a:cubicBezTo>
                        <a:pt x="104750" y="139767"/>
                        <a:pt x="109434" y="146247"/>
                        <a:pt x="116349" y="147391"/>
                      </a:cubicBezTo>
                      <a:cubicBezTo>
                        <a:pt x="123374" y="148480"/>
                        <a:pt x="129854" y="143742"/>
                        <a:pt x="130997" y="136827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5" name="Forme libre : forme 1324">
                  <a:extLst>
                    <a:ext uri="{FF2B5EF4-FFF2-40B4-BE49-F238E27FC236}">
                      <a16:creationId xmlns:a16="http://schemas.microsoft.com/office/drawing/2014/main" id="{2E52A836-E8F5-47B8-B86A-EB569740BDE5}"/>
                    </a:ext>
                  </a:extLst>
                </p:cNvPr>
                <p:cNvSpPr/>
                <p:nvPr/>
              </p:nvSpPr>
              <p:spPr>
                <a:xfrm>
                  <a:off x="9017834" y="5261307"/>
                  <a:ext cx="19588" cy="19588"/>
                </a:xfrm>
                <a:custGeom>
                  <a:avLst/>
                  <a:gdLst>
                    <a:gd name="connsiteX0" fmla="*/ 11346 w 19588"/>
                    <a:gd name="connsiteY0" fmla="*/ 129 h 19588"/>
                    <a:gd name="connsiteX1" fmla="*/ 129 w 19588"/>
                    <a:gd name="connsiteY1" fmla="*/ 8242 h 19588"/>
                    <a:gd name="connsiteX2" fmla="*/ 8242 w 19588"/>
                    <a:gd name="connsiteY2" fmla="*/ 19460 h 19588"/>
                    <a:gd name="connsiteX3" fmla="*/ 19460 w 19588"/>
                    <a:gd name="connsiteY3" fmla="*/ 11346 h 19588"/>
                    <a:gd name="connsiteX4" fmla="*/ 11346 w 19588"/>
                    <a:gd name="connsiteY4" fmla="*/ 129 h 19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588" h="19588">
                      <a:moveTo>
                        <a:pt x="11346" y="129"/>
                      </a:moveTo>
                      <a:cubicBezTo>
                        <a:pt x="6010" y="-743"/>
                        <a:pt x="1000" y="2906"/>
                        <a:pt x="129" y="8242"/>
                      </a:cubicBezTo>
                      <a:cubicBezTo>
                        <a:pt x="-742" y="13579"/>
                        <a:pt x="2906" y="18589"/>
                        <a:pt x="8242" y="19460"/>
                      </a:cubicBezTo>
                      <a:cubicBezTo>
                        <a:pt x="13579" y="20331"/>
                        <a:pt x="18588" y="16682"/>
                        <a:pt x="19460" y="11346"/>
                      </a:cubicBezTo>
                      <a:cubicBezTo>
                        <a:pt x="20331" y="6010"/>
                        <a:pt x="16683" y="1000"/>
                        <a:pt x="11346" y="129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6" name="Forme libre : forme 1325">
                  <a:extLst>
                    <a:ext uri="{FF2B5EF4-FFF2-40B4-BE49-F238E27FC236}">
                      <a16:creationId xmlns:a16="http://schemas.microsoft.com/office/drawing/2014/main" id="{58121983-2909-4E10-BF9B-7934E7702E16}"/>
                    </a:ext>
                  </a:extLst>
                </p:cNvPr>
                <p:cNvSpPr/>
                <p:nvPr/>
              </p:nvSpPr>
              <p:spPr>
                <a:xfrm>
                  <a:off x="8906934" y="5101071"/>
                  <a:ext cx="181305" cy="126824"/>
                </a:xfrm>
                <a:custGeom>
                  <a:avLst/>
                  <a:gdLst>
                    <a:gd name="connsiteX0" fmla="*/ 174032 w 181305"/>
                    <a:gd name="connsiteY0" fmla="*/ 109505 h 126824"/>
                    <a:gd name="connsiteX1" fmla="*/ 167442 w 181305"/>
                    <a:gd name="connsiteY1" fmla="*/ 111139 h 126824"/>
                    <a:gd name="connsiteX2" fmla="*/ 157314 w 181305"/>
                    <a:gd name="connsiteY2" fmla="*/ 98996 h 126824"/>
                    <a:gd name="connsiteX3" fmla="*/ 151215 w 181305"/>
                    <a:gd name="connsiteY3" fmla="*/ 99649 h 126824"/>
                    <a:gd name="connsiteX4" fmla="*/ 151651 w 181305"/>
                    <a:gd name="connsiteY4" fmla="*/ 98070 h 126824"/>
                    <a:gd name="connsiteX5" fmla="*/ 136622 w 181305"/>
                    <a:gd name="connsiteY5" fmla="*/ 77323 h 126824"/>
                    <a:gd name="connsiteX6" fmla="*/ 124751 w 181305"/>
                    <a:gd name="connsiteY6" fmla="*/ 79610 h 126824"/>
                    <a:gd name="connsiteX7" fmla="*/ 122137 w 181305"/>
                    <a:gd name="connsiteY7" fmla="*/ 75798 h 126824"/>
                    <a:gd name="connsiteX8" fmla="*/ 111301 w 181305"/>
                    <a:gd name="connsiteY8" fmla="*/ 60551 h 126824"/>
                    <a:gd name="connsiteX9" fmla="*/ 97360 w 181305"/>
                    <a:gd name="connsiteY9" fmla="*/ 46557 h 126824"/>
                    <a:gd name="connsiteX10" fmla="*/ 79772 w 181305"/>
                    <a:gd name="connsiteY10" fmla="*/ 33706 h 126824"/>
                    <a:gd name="connsiteX11" fmla="*/ 61204 w 181305"/>
                    <a:gd name="connsiteY11" fmla="*/ 21998 h 126824"/>
                    <a:gd name="connsiteX12" fmla="*/ 41763 w 181305"/>
                    <a:gd name="connsiteY12" fmla="*/ 13013 h 126824"/>
                    <a:gd name="connsiteX13" fmla="*/ 2066 w 181305"/>
                    <a:gd name="connsiteY13" fmla="*/ 53 h 126824"/>
                    <a:gd name="connsiteX14" fmla="*/ 324 w 181305"/>
                    <a:gd name="connsiteY14" fmla="*/ 652 h 126824"/>
                    <a:gd name="connsiteX15" fmla="*/ 650 w 181305"/>
                    <a:gd name="connsiteY15" fmla="*/ 2994 h 126824"/>
                    <a:gd name="connsiteX16" fmla="*/ 33650 w 181305"/>
                    <a:gd name="connsiteY16" fmla="*/ 27226 h 126824"/>
                    <a:gd name="connsiteX17" fmla="*/ 48843 w 181305"/>
                    <a:gd name="connsiteY17" fmla="*/ 39859 h 126824"/>
                    <a:gd name="connsiteX18" fmla="*/ 62456 w 181305"/>
                    <a:gd name="connsiteY18" fmla="*/ 53255 h 126824"/>
                    <a:gd name="connsiteX19" fmla="*/ 74055 w 181305"/>
                    <a:gd name="connsiteY19" fmla="*/ 68937 h 126824"/>
                    <a:gd name="connsiteX20" fmla="*/ 88648 w 181305"/>
                    <a:gd name="connsiteY20" fmla="*/ 84075 h 126824"/>
                    <a:gd name="connsiteX21" fmla="*/ 109177 w 181305"/>
                    <a:gd name="connsiteY21" fmla="*/ 94912 h 126824"/>
                    <a:gd name="connsiteX22" fmla="*/ 115766 w 181305"/>
                    <a:gd name="connsiteY22" fmla="*/ 96545 h 126824"/>
                    <a:gd name="connsiteX23" fmla="*/ 130904 w 181305"/>
                    <a:gd name="connsiteY23" fmla="*/ 113154 h 126824"/>
                    <a:gd name="connsiteX24" fmla="*/ 143374 w 181305"/>
                    <a:gd name="connsiteY24" fmla="*/ 110540 h 126824"/>
                    <a:gd name="connsiteX25" fmla="*/ 153448 w 181305"/>
                    <a:gd name="connsiteY25" fmla="*/ 122901 h 126824"/>
                    <a:gd name="connsiteX26" fmla="*/ 164012 w 181305"/>
                    <a:gd name="connsiteY26" fmla="*/ 119361 h 126824"/>
                    <a:gd name="connsiteX27" fmla="*/ 171200 w 181305"/>
                    <a:gd name="connsiteY27" fmla="*/ 126713 h 126824"/>
                    <a:gd name="connsiteX28" fmla="*/ 181165 w 181305"/>
                    <a:gd name="connsiteY28" fmla="*/ 119525 h 126824"/>
                    <a:gd name="connsiteX29" fmla="*/ 174032 w 181305"/>
                    <a:gd name="connsiteY29" fmla="*/ 109505 h 126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81305" h="126824">
                      <a:moveTo>
                        <a:pt x="174032" y="109505"/>
                      </a:moveTo>
                      <a:cubicBezTo>
                        <a:pt x="171581" y="109124"/>
                        <a:pt x="169240" y="109778"/>
                        <a:pt x="167442" y="111139"/>
                      </a:cubicBezTo>
                      <a:cubicBezTo>
                        <a:pt x="167551" y="105258"/>
                        <a:pt x="163358" y="99976"/>
                        <a:pt x="157314" y="98996"/>
                      </a:cubicBezTo>
                      <a:cubicBezTo>
                        <a:pt x="155190" y="98669"/>
                        <a:pt x="153121" y="98941"/>
                        <a:pt x="151215" y="99649"/>
                      </a:cubicBezTo>
                      <a:cubicBezTo>
                        <a:pt x="151324" y="99105"/>
                        <a:pt x="151542" y="98614"/>
                        <a:pt x="151651" y="98070"/>
                      </a:cubicBezTo>
                      <a:cubicBezTo>
                        <a:pt x="153230" y="88214"/>
                        <a:pt x="146532" y="78902"/>
                        <a:pt x="136622" y="77323"/>
                      </a:cubicBezTo>
                      <a:cubicBezTo>
                        <a:pt x="132320" y="76615"/>
                        <a:pt x="128236" y="77595"/>
                        <a:pt x="124751" y="79610"/>
                      </a:cubicBezTo>
                      <a:cubicBezTo>
                        <a:pt x="123879" y="78303"/>
                        <a:pt x="123009" y="77051"/>
                        <a:pt x="122137" y="75798"/>
                      </a:cubicBezTo>
                      <a:cubicBezTo>
                        <a:pt x="118598" y="70625"/>
                        <a:pt x="115167" y="65561"/>
                        <a:pt x="111301" y="60551"/>
                      </a:cubicBezTo>
                      <a:cubicBezTo>
                        <a:pt x="107489" y="55542"/>
                        <a:pt x="102915" y="50804"/>
                        <a:pt x="97360" y="46557"/>
                      </a:cubicBezTo>
                      <a:lnTo>
                        <a:pt x="79772" y="33706"/>
                      </a:lnTo>
                      <a:cubicBezTo>
                        <a:pt x="73728" y="29349"/>
                        <a:pt x="67520" y="25483"/>
                        <a:pt x="61204" y="21998"/>
                      </a:cubicBezTo>
                      <a:cubicBezTo>
                        <a:pt x="54778" y="18676"/>
                        <a:pt x="48297" y="15736"/>
                        <a:pt x="41763" y="13013"/>
                      </a:cubicBezTo>
                      <a:cubicBezTo>
                        <a:pt x="28640" y="7840"/>
                        <a:pt x="15462" y="3647"/>
                        <a:pt x="2066" y="53"/>
                      </a:cubicBezTo>
                      <a:cubicBezTo>
                        <a:pt x="1413" y="-110"/>
                        <a:pt x="705" y="108"/>
                        <a:pt x="324" y="652"/>
                      </a:cubicBezTo>
                      <a:cubicBezTo>
                        <a:pt x="-220" y="1414"/>
                        <a:pt x="-57" y="2449"/>
                        <a:pt x="650" y="2994"/>
                      </a:cubicBezTo>
                      <a:cubicBezTo>
                        <a:pt x="11814" y="11216"/>
                        <a:pt x="23140" y="18894"/>
                        <a:pt x="33650" y="27226"/>
                      </a:cubicBezTo>
                      <a:cubicBezTo>
                        <a:pt x="38932" y="31310"/>
                        <a:pt x="44051" y="35503"/>
                        <a:pt x="48843" y="39859"/>
                      </a:cubicBezTo>
                      <a:cubicBezTo>
                        <a:pt x="53743" y="44106"/>
                        <a:pt x="58263" y="48571"/>
                        <a:pt x="62456" y="53255"/>
                      </a:cubicBezTo>
                      <a:cubicBezTo>
                        <a:pt x="66649" y="57883"/>
                        <a:pt x="70188" y="63383"/>
                        <a:pt x="74055" y="68937"/>
                      </a:cubicBezTo>
                      <a:cubicBezTo>
                        <a:pt x="77921" y="74491"/>
                        <a:pt x="82713" y="79665"/>
                        <a:pt x="88648" y="84075"/>
                      </a:cubicBezTo>
                      <a:cubicBezTo>
                        <a:pt x="94583" y="88486"/>
                        <a:pt x="101444" y="92407"/>
                        <a:pt x="109177" y="94912"/>
                      </a:cubicBezTo>
                      <a:cubicBezTo>
                        <a:pt x="111301" y="95565"/>
                        <a:pt x="113534" y="96110"/>
                        <a:pt x="115766" y="96545"/>
                      </a:cubicBezTo>
                      <a:cubicBezTo>
                        <a:pt x="116365" y="104768"/>
                        <a:pt x="122464" y="111792"/>
                        <a:pt x="130904" y="113154"/>
                      </a:cubicBezTo>
                      <a:cubicBezTo>
                        <a:pt x="135424" y="113862"/>
                        <a:pt x="139780" y="112827"/>
                        <a:pt x="143374" y="110540"/>
                      </a:cubicBezTo>
                      <a:cubicBezTo>
                        <a:pt x="143156" y="116530"/>
                        <a:pt x="147349" y="121921"/>
                        <a:pt x="153448" y="122901"/>
                      </a:cubicBezTo>
                      <a:cubicBezTo>
                        <a:pt x="157478" y="123554"/>
                        <a:pt x="161398" y="122084"/>
                        <a:pt x="164012" y="119361"/>
                      </a:cubicBezTo>
                      <a:cubicBezTo>
                        <a:pt x="164557" y="123010"/>
                        <a:pt x="167334" y="126114"/>
                        <a:pt x="171200" y="126713"/>
                      </a:cubicBezTo>
                      <a:cubicBezTo>
                        <a:pt x="175938" y="127475"/>
                        <a:pt x="180402" y="124262"/>
                        <a:pt x="181165" y="119525"/>
                      </a:cubicBezTo>
                      <a:cubicBezTo>
                        <a:pt x="182036" y="114733"/>
                        <a:pt x="178769" y="110268"/>
                        <a:pt x="174032" y="109505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7" name="Forme libre : forme 1326">
                  <a:extLst>
                    <a:ext uri="{FF2B5EF4-FFF2-40B4-BE49-F238E27FC236}">
                      <a16:creationId xmlns:a16="http://schemas.microsoft.com/office/drawing/2014/main" id="{A54924F5-63B6-4B4D-A0E7-598B18457285}"/>
                    </a:ext>
                  </a:extLst>
                </p:cNvPr>
                <p:cNvSpPr/>
                <p:nvPr/>
              </p:nvSpPr>
              <p:spPr>
                <a:xfrm>
                  <a:off x="8909307" y="5075413"/>
                  <a:ext cx="240105" cy="66830"/>
                </a:xfrm>
                <a:custGeom>
                  <a:avLst/>
                  <a:gdLst>
                    <a:gd name="connsiteX0" fmla="*/ 232103 w 240105"/>
                    <a:gd name="connsiteY0" fmla="*/ 44280 h 66830"/>
                    <a:gd name="connsiteX1" fmla="*/ 222954 w 240105"/>
                    <a:gd name="connsiteY1" fmla="*/ 47928 h 66830"/>
                    <a:gd name="connsiteX2" fmla="*/ 213752 w 240105"/>
                    <a:gd name="connsiteY2" fmla="*/ 41339 h 66830"/>
                    <a:gd name="connsiteX3" fmla="*/ 206128 w 240105"/>
                    <a:gd name="connsiteY3" fmla="*/ 42483 h 66830"/>
                    <a:gd name="connsiteX4" fmla="*/ 206727 w 240105"/>
                    <a:gd name="connsiteY4" fmla="*/ 40250 h 66830"/>
                    <a:gd name="connsiteX5" fmla="*/ 193713 w 240105"/>
                    <a:gd name="connsiteY5" fmla="*/ 22281 h 66830"/>
                    <a:gd name="connsiteX6" fmla="*/ 180208 w 240105"/>
                    <a:gd name="connsiteY6" fmla="*/ 26637 h 66830"/>
                    <a:gd name="connsiteX7" fmla="*/ 165451 w 240105"/>
                    <a:gd name="connsiteY7" fmla="*/ 21518 h 66830"/>
                    <a:gd name="connsiteX8" fmla="*/ 142091 w 240105"/>
                    <a:gd name="connsiteY8" fmla="*/ 17434 h 66830"/>
                    <a:gd name="connsiteX9" fmla="*/ 120908 w 240105"/>
                    <a:gd name="connsiteY9" fmla="*/ 15202 h 66830"/>
                    <a:gd name="connsiteX10" fmla="*/ 99235 w 240105"/>
                    <a:gd name="connsiteY10" fmla="*/ 11989 h 66830"/>
                    <a:gd name="connsiteX11" fmla="*/ 76147 w 240105"/>
                    <a:gd name="connsiteY11" fmla="*/ 4801 h 66830"/>
                    <a:gd name="connsiteX12" fmla="*/ 50282 w 240105"/>
                    <a:gd name="connsiteY12" fmla="*/ 118 h 66830"/>
                    <a:gd name="connsiteX13" fmla="*/ 838 w 240105"/>
                    <a:gd name="connsiteY13" fmla="*/ 11499 h 66830"/>
                    <a:gd name="connsiteX14" fmla="*/ 21 w 240105"/>
                    <a:gd name="connsiteY14" fmla="*/ 13296 h 66830"/>
                    <a:gd name="connsiteX15" fmla="*/ 1981 w 240105"/>
                    <a:gd name="connsiteY15" fmla="*/ 14548 h 66830"/>
                    <a:gd name="connsiteX16" fmla="*/ 47613 w 240105"/>
                    <a:gd name="connsiteY16" fmla="*/ 16236 h 66830"/>
                    <a:gd name="connsiteX17" fmla="*/ 68088 w 240105"/>
                    <a:gd name="connsiteY17" fmla="*/ 25003 h 66830"/>
                    <a:gd name="connsiteX18" fmla="*/ 89706 w 240105"/>
                    <a:gd name="connsiteY18" fmla="*/ 36330 h 66830"/>
                    <a:gd name="connsiteX19" fmla="*/ 114374 w 240105"/>
                    <a:gd name="connsiteY19" fmla="*/ 46839 h 66830"/>
                    <a:gd name="connsiteX20" fmla="*/ 141165 w 240105"/>
                    <a:gd name="connsiteY20" fmla="*/ 50052 h 66830"/>
                    <a:gd name="connsiteX21" fmla="*/ 166105 w 240105"/>
                    <a:gd name="connsiteY21" fmla="*/ 44552 h 66830"/>
                    <a:gd name="connsiteX22" fmla="*/ 175852 w 240105"/>
                    <a:gd name="connsiteY22" fmla="*/ 41122 h 66830"/>
                    <a:gd name="connsiteX23" fmla="*/ 188649 w 240105"/>
                    <a:gd name="connsiteY23" fmla="*/ 53210 h 66830"/>
                    <a:gd name="connsiteX24" fmla="*/ 199158 w 240105"/>
                    <a:gd name="connsiteY24" fmla="*/ 51141 h 66830"/>
                    <a:gd name="connsiteX25" fmla="*/ 198941 w 240105"/>
                    <a:gd name="connsiteY25" fmla="*/ 51958 h 66830"/>
                    <a:gd name="connsiteX26" fmla="*/ 209559 w 240105"/>
                    <a:gd name="connsiteY26" fmla="*/ 66661 h 66830"/>
                    <a:gd name="connsiteX27" fmla="*/ 222954 w 240105"/>
                    <a:gd name="connsiteY27" fmla="*/ 59854 h 66830"/>
                    <a:gd name="connsiteX28" fmla="*/ 228890 w 240105"/>
                    <a:gd name="connsiteY28" fmla="*/ 63339 h 66830"/>
                    <a:gd name="connsiteX29" fmla="*/ 239944 w 240105"/>
                    <a:gd name="connsiteY29" fmla="*/ 55334 h 66830"/>
                    <a:gd name="connsiteX30" fmla="*/ 232103 w 240105"/>
                    <a:gd name="connsiteY30" fmla="*/ 44280 h 66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40105" h="66830">
                      <a:moveTo>
                        <a:pt x="232103" y="44280"/>
                      </a:moveTo>
                      <a:cubicBezTo>
                        <a:pt x="228509" y="43681"/>
                        <a:pt x="225078" y="45206"/>
                        <a:pt x="222954" y="47928"/>
                      </a:cubicBezTo>
                      <a:cubicBezTo>
                        <a:pt x="221103" y="44552"/>
                        <a:pt x="217836" y="41993"/>
                        <a:pt x="213752" y="41339"/>
                      </a:cubicBezTo>
                      <a:cubicBezTo>
                        <a:pt x="211084" y="40904"/>
                        <a:pt x="208416" y="41339"/>
                        <a:pt x="206128" y="42483"/>
                      </a:cubicBezTo>
                      <a:cubicBezTo>
                        <a:pt x="206346" y="41775"/>
                        <a:pt x="206618" y="41013"/>
                        <a:pt x="206727" y="40250"/>
                      </a:cubicBezTo>
                      <a:cubicBezTo>
                        <a:pt x="208089" y="31701"/>
                        <a:pt x="202262" y="23642"/>
                        <a:pt x="193713" y="22281"/>
                      </a:cubicBezTo>
                      <a:cubicBezTo>
                        <a:pt x="188594" y="21464"/>
                        <a:pt x="183639" y="23261"/>
                        <a:pt x="180208" y="26637"/>
                      </a:cubicBezTo>
                      <a:cubicBezTo>
                        <a:pt x="175416" y="24241"/>
                        <a:pt x="170298" y="22662"/>
                        <a:pt x="165451" y="21518"/>
                      </a:cubicBezTo>
                      <a:cubicBezTo>
                        <a:pt x="156793" y="19558"/>
                        <a:pt x="148952" y="18632"/>
                        <a:pt x="142091" y="17434"/>
                      </a:cubicBezTo>
                      <a:cubicBezTo>
                        <a:pt x="135012" y="16291"/>
                        <a:pt x="128096" y="15583"/>
                        <a:pt x="120908" y="15202"/>
                      </a:cubicBezTo>
                      <a:cubicBezTo>
                        <a:pt x="113666" y="14875"/>
                        <a:pt x="106478" y="14058"/>
                        <a:pt x="99235" y="11989"/>
                      </a:cubicBezTo>
                      <a:cubicBezTo>
                        <a:pt x="91939" y="9974"/>
                        <a:pt x="84315" y="7251"/>
                        <a:pt x="76147" y="4801"/>
                      </a:cubicBezTo>
                      <a:cubicBezTo>
                        <a:pt x="67979" y="2514"/>
                        <a:pt x="59158" y="608"/>
                        <a:pt x="50282" y="118"/>
                      </a:cubicBezTo>
                      <a:cubicBezTo>
                        <a:pt x="32639" y="-753"/>
                        <a:pt x="15268" y="3222"/>
                        <a:pt x="838" y="11499"/>
                      </a:cubicBezTo>
                      <a:cubicBezTo>
                        <a:pt x="239" y="11826"/>
                        <a:pt x="-88" y="12588"/>
                        <a:pt x="21" y="13296"/>
                      </a:cubicBezTo>
                      <a:cubicBezTo>
                        <a:pt x="239" y="14167"/>
                        <a:pt x="1110" y="14766"/>
                        <a:pt x="1981" y="14548"/>
                      </a:cubicBezTo>
                      <a:cubicBezTo>
                        <a:pt x="17664" y="11335"/>
                        <a:pt x="33455" y="11880"/>
                        <a:pt x="47613" y="16236"/>
                      </a:cubicBezTo>
                      <a:cubicBezTo>
                        <a:pt x="54693" y="18306"/>
                        <a:pt x="61281" y="21355"/>
                        <a:pt x="68088" y="25003"/>
                      </a:cubicBezTo>
                      <a:cubicBezTo>
                        <a:pt x="74949" y="28488"/>
                        <a:pt x="81974" y="32518"/>
                        <a:pt x="89706" y="36330"/>
                      </a:cubicBezTo>
                      <a:cubicBezTo>
                        <a:pt x="97493" y="40142"/>
                        <a:pt x="105770" y="44008"/>
                        <a:pt x="114374" y="46839"/>
                      </a:cubicBezTo>
                      <a:cubicBezTo>
                        <a:pt x="122977" y="49671"/>
                        <a:pt x="132126" y="50814"/>
                        <a:pt x="141165" y="50052"/>
                      </a:cubicBezTo>
                      <a:cubicBezTo>
                        <a:pt x="150368" y="49344"/>
                        <a:pt x="158645" y="47057"/>
                        <a:pt x="166105" y="44552"/>
                      </a:cubicBezTo>
                      <a:cubicBezTo>
                        <a:pt x="169426" y="43463"/>
                        <a:pt x="172585" y="42265"/>
                        <a:pt x="175852" y="41122"/>
                      </a:cubicBezTo>
                      <a:cubicBezTo>
                        <a:pt x="177214" y="47221"/>
                        <a:pt x="182114" y="52176"/>
                        <a:pt x="188649" y="53210"/>
                      </a:cubicBezTo>
                      <a:cubicBezTo>
                        <a:pt x="192460" y="53809"/>
                        <a:pt x="196109" y="52938"/>
                        <a:pt x="199158" y="51141"/>
                      </a:cubicBezTo>
                      <a:cubicBezTo>
                        <a:pt x="199104" y="51413"/>
                        <a:pt x="198995" y="51686"/>
                        <a:pt x="198941" y="51958"/>
                      </a:cubicBezTo>
                      <a:cubicBezTo>
                        <a:pt x="197797" y="58928"/>
                        <a:pt x="202589" y="65517"/>
                        <a:pt x="209559" y="66661"/>
                      </a:cubicBezTo>
                      <a:cubicBezTo>
                        <a:pt x="215168" y="67586"/>
                        <a:pt x="220450" y="64646"/>
                        <a:pt x="222954" y="59854"/>
                      </a:cubicBezTo>
                      <a:cubicBezTo>
                        <a:pt x="224425" y="61651"/>
                        <a:pt x="226439" y="62958"/>
                        <a:pt x="228890" y="63339"/>
                      </a:cubicBezTo>
                      <a:cubicBezTo>
                        <a:pt x="234172" y="64210"/>
                        <a:pt x="239128" y="60616"/>
                        <a:pt x="239944" y="55334"/>
                      </a:cubicBezTo>
                      <a:cubicBezTo>
                        <a:pt x="240924" y="50106"/>
                        <a:pt x="237330" y="45151"/>
                        <a:pt x="232103" y="44280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8" name="Forme libre : forme 1327">
                  <a:extLst>
                    <a:ext uri="{FF2B5EF4-FFF2-40B4-BE49-F238E27FC236}">
                      <a16:creationId xmlns:a16="http://schemas.microsoft.com/office/drawing/2014/main" id="{634E9052-3997-44EE-B8FA-A388AF7DCFBF}"/>
                    </a:ext>
                  </a:extLst>
                </p:cNvPr>
                <p:cNvSpPr/>
                <p:nvPr/>
              </p:nvSpPr>
              <p:spPr>
                <a:xfrm>
                  <a:off x="8922975" y="5047377"/>
                  <a:ext cx="204808" cy="45620"/>
                </a:xfrm>
                <a:custGeom>
                  <a:avLst/>
                  <a:gdLst>
                    <a:gd name="connsiteX0" fmla="*/ 172912 w 204808"/>
                    <a:gd name="connsiteY0" fmla="*/ 14921 h 45620"/>
                    <a:gd name="connsiteX1" fmla="*/ 165452 w 204808"/>
                    <a:gd name="connsiteY1" fmla="*/ 16010 h 45620"/>
                    <a:gd name="connsiteX2" fmla="*/ 153090 w 204808"/>
                    <a:gd name="connsiteY2" fmla="*/ 4575 h 45620"/>
                    <a:gd name="connsiteX3" fmla="*/ 139368 w 204808"/>
                    <a:gd name="connsiteY3" fmla="*/ 9476 h 45620"/>
                    <a:gd name="connsiteX4" fmla="*/ 127606 w 204808"/>
                    <a:gd name="connsiteY4" fmla="*/ 5882 h 45620"/>
                    <a:gd name="connsiteX5" fmla="*/ 111215 w 204808"/>
                    <a:gd name="connsiteY5" fmla="*/ 1417 h 45620"/>
                    <a:gd name="connsiteX6" fmla="*/ 93627 w 204808"/>
                    <a:gd name="connsiteY6" fmla="*/ 164 h 45620"/>
                    <a:gd name="connsiteX7" fmla="*/ 74296 w 204808"/>
                    <a:gd name="connsiteY7" fmla="*/ 1798 h 45620"/>
                    <a:gd name="connsiteX8" fmla="*/ 54693 w 204808"/>
                    <a:gd name="connsiteY8" fmla="*/ 4139 h 45620"/>
                    <a:gd name="connsiteX9" fmla="*/ 35688 w 204808"/>
                    <a:gd name="connsiteY9" fmla="*/ 8877 h 45620"/>
                    <a:gd name="connsiteX10" fmla="*/ 783 w 204808"/>
                    <a:gd name="connsiteY10" fmla="*/ 24777 h 45620"/>
                    <a:gd name="connsiteX11" fmla="*/ 21 w 204808"/>
                    <a:gd name="connsiteY11" fmla="*/ 26465 h 45620"/>
                    <a:gd name="connsiteX12" fmla="*/ 1927 w 204808"/>
                    <a:gd name="connsiteY12" fmla="*/ 27881 h 45620"/>
                    <a:gd name="connsiteX13" fmla="*/ 38248 w 204808"/>
                    <a:gd name="connsiteY13" fmla="*/ 25050 h 45620"/>
                    <a:gd name="connsiteX14" fmla="*/ 55945 w 204808"/>
                    <a:gd name="connsiteY14" fmla="*/ 25866 h 45620"/>
                    <a:gd name="connsiteX15" fmla="*/ 73206 w 204808"/>
                    <a:gd name="connsiteY15" fmla="*/ 27936 h 45620"/>
                    <a:gd name="connsiteX16" fmla="*/ 90632 w 204808"/>
                    <a:gd name="connsiteY16" fmla="*/ 32401 h 45620"/>
                    <a:gd name="connsiteX17" fmla="*/ 109800 w 204808"/>
                    <a:gd name="connsiteY17" fmla="*/ 34089 h 45620"/>
                    <a:gd name="connsiteX18" fmla="*/ 130220 w 204808"/>
                    <a:gd name="connsiteY18" fmla="*/ 28861 h 45620"/>
                    <a:gd name="connsiteX19" fmla="*/ 136754 w 204808"/>
                    <a:gd name="connsiteY19" fmla="*/ 25159 h 45620"/>
                    <a:gd name="connsiteX20" fmla="*/ 148353 w 204808"/>
                    <a:gd name="connsiteY20" fmla="*/ 34524 h 45620"/>
                    <a:gd name="connsiteX21" fmla="*/ 159189 w 204808"/>
                    <a:gd name="connsiteY21" fmla="*/ 32129 h 45620"/>
                    <a:gd name="connsiteX22" fmla="*/ 168937 w 204808"/>
                    <a:gd name="connsiteY22" fmla="*/ 40024 h 45620"/>
                    <a:gd name="connsiteX23" fmla="*/ 181080 w 204808"/>
                    <a:gd name="connsiteY23" fmla="*/ 35015 h 45620"/>
                    <a:gd name="connsiteX24" fmla="*/ 190990 w 204808"/>
                    <a:gd name="connsiteY24" fmla="*/ 45470 h 45620"/>
                    <a:gd name="connsiteX25" fmla="*/ 204658 w 204808"/>
                    <a:gd name="connsiteY25" fmla="*/ 35614 h 45620"/>
                    <a:gd name="connsiteX26" fmla="*/ 194802 w 204808"/>
                    <a:gd name="connsiteY26" fmla="*/ 21946 h 45620"/>
                    <a:gd name="connsiteX27" fmla="*/ 183584 w 204808"/>
                    <a:gd name="connsiteY27" fmla="*/ 26411 h 45620"/>
                    <a:gd name="connsiteX28" fmla="*/ 172912 w 204808"/>
                    <a:gd name="connsiteY28" fmla="*/ 14921 h 45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04808" h="45620">
                      <a:moveTo>
                        <a:pt x="172912" y="14921"/>
                      </a:moveTo>
                      <a:cubicBezTo>
                        <a:pt x="170298" y="14485"/>
                        <a:pt x="167684" y="14921"/>
                        <a:pt x="165452" y="16010"/>
                      </a:cubicBezTo>
                      <a:cubicBezTo>
                        <a:pt x="164090" y="10238"/>
                        <a:pt x="159353" y="5555"/>
                        <a:pt x="153090" y="4575"/>
                      </a:cubicBezTo>
                      <a:cubicBezTo>
                        <a:pt x="147754" y="3704"/>
                        <a:pt x="142690" y="5773"/>
                        <a:pt x="139368" y="9476"/>
                      </a:cubicBezTo>
                      <a:lnTo>
                        <a:pt x="127606" y="5882"/>
                      </a:lnTo>
                      <a:cubicBezTo>
                        <a:pt x="122106" y="4194"/>
                        <a:pt x="116770" y="2669"/>
                        <a:pt x="111215" y="1417"/>
                      </a:cubicBezTo>
                      <a:cubicBezTo>
                        <a:pt x="105661" y="164"/>
                        <a:pt x="99834" y="-271"/>
                        <a:pt x="93627" y="164"/>
                      </a:cubicBezTo>
                      <a:cubicBezTo>
                        <a:pt x="87419" y="709"/>
                        <a:pt x="80885" y="1362"/>
                        <a:pt x="74296" y="1798"/>
                      </a:cubicBezTo>
                      <a:cubicBezTo>
                        <a:pt x="67707" y="2233"/>
                        <a:pt x="61118" y="3050"/>
                        <a:pt x="54693" y="4139"/>
                      </a:cubicBezTo>
                      <a:cubicBezTo>
                        <a:pt x="48267" y="5392"/>
                        <a:pt x="41896" y="7025"/>
                        <a:pt x="35688" y="8877"/>
                      </a:cubicBezTo>
                      <a:cubicBezTo>
                        <a:pt x="23327" y="12852"/>
                        <a:pt x="11511" y="18025"/>
                        <a:pt x="783" y="24777"/>
                      </a:cubicBezTo>
                      <a:cubicBezTo>
                        <a:pt x="239" y="25104"/>
                        <a:pt x="-88" y="25757"/>
                        <a:pt x="21" y="26465"/>
                      </a:cubicBezTo>
                      <a:cubicBezTo>
                        <a:pt x="184" y="27391"/>
                        <a:pt x="1001" y="27990"/>
                        <a:pt x="1927" y="27881"/>
                      </a:cubicBezTo>
                      <a:cubicBezTo>
                        <a:pt x="14233" y="26030"/>
                        <a:pt x="26322" y="24941"/>
                        <a:pt x="38248" y="25050"/>
                      </a:cubicBezTo>
                      <a:cubicBezTo>
                        <a:pt x="44183" y="24995"/>
                        <a:pt x="50118" y="25268"/>
                        <a:pt x="55945" y="25866"/>
                      </a:cubicBezTo>
                      <a:cubicBezTo>
                        <a:pt x="61771" y="26248"/>
                        <a:pt x="67544" y="26956"/>
                        <a:pt x="73206" y="27936"/>
                      </a:cubicBezTo>
                      <a:cubicBezTo>
                        <a:pt x="78870" y="28861"/>
                        <a:pt x="84642" y="30713"/>
                        <a:pt x="90632" y="32401"/>
                      </a:cubicBezTo>
                      <a:cubicBezTo>
                        <a:pt x="96622" y="34035"/>
                        <a:pt x="103047" y="34742"/>
                        <a:pt x="109800" y="34089"/>
                      </a:cubicBezTo>
                      <a:cubicBezTo>
                        <a:pt x="116498" y="33436"/>
                        <a:pt x="123522" y="31856"/>
                        <a:pt x="130220" y="28861"/>
                      </a:cubicBezTo>
                      <a:cubicBezTo>
                        <a:pt x="132452" y="27827"/>
                        <a:pt x="134631" y="26574"/>
                        <a:pt x="136754" y="25159"/>
                      </a:cubicBezTo>
                      <a:cubicBezTo>
                        <a:pt x="138660" y="29951"/>
                        <a:pt x="142908" y="33653"/>
                        <a:pt x="148353" y="34524"/>
                      </a:cubicBezTo>
                      <a:cubicBezTo>
                        <a:pt x="152274" y="35178"/>
                        <a:pt x="156086" y="34198"/>
                        <a:pt x="159189" y="32129"/>
                      </a:cubicBezTo>
                      <a:cubicBezTo>
                        <a:pt x="160769" y="36158"/>
                        <a:pt x="164362" y="39316"/>
                        <a:pt x="168937" y="40024"/>
                      </a:cubicBezTo>
                      <a:cubicBezTo>
                        <a:pt x="173783" y="40787"/>
                        <a:pt x="178357" y="38718"/>
                        <a:pt x="181080" y="35015"/>
                      </a:cubicBezTo>
                      <a:cubicBezTo>
                        <a:pt x="181679" y="40188"/>
                        <a:pt x="185599" y="44599"/>
                        <a:pt x="190990" y="45470"/>
                      </a:cubicBezTo>
                      <a:cubicBezTo>
                        <a:pt x="197470" y="46504"/>
                        <a:pt x="203624" y="42094"/>
                        <a:pt x="204658" y="35614"/>
                      </a:cubicBezTo>
                      <a:cubicBezTo>
                        <a:pt x="205693" y="29134"/>
                        <a:pt x="201282" y="22980"/>
                        <a:pt x="194802" y="21946"/>
                      </a:cubicBezTo>
                      <a:cubicBezTo>
                        <a:pt x="190391" y="21238"/>
                        <a:pt x="186144" y="23089"/>
                        <a:pt x="183584" y="26411"/>
                      </a:cubicBezTo>
                      <a:cubicBezTo>
                        <a:pt x="183040" y="20693"/>
                        <a:pt x="178792" y="15847"/>
                        <a:pt x="172912" y="14921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329" name="Forme libre : forme 1328">
                <a:extLst>
                  <a:ext uri="{FF2B5EF4-FFF2-40B4-BE49-F238E27FC236}">
                    <a16:creationId xmlns:a16="http://schemas.microsoft.com/office/drawing/2014/main" id="{9F951D20-6822-4F8B-9192-1EB29B432C0B}"/>
                  </a:ext>
                </a:extLst>
              </p:cNvPr>
              <p:cNvSpPr/>
              <p:nvPr/>
            </p:nvSpPr>
            <p:spPr>
              <a:xfrm>
                <a:off x="8791054" y="4869859"/>
                <a:ext cx="3811" cy="3811"/>
              </a:xfrm>
              <a:custGeom>
                <a:avLst/>
                <a:gdLst>
                  <a:gd name="connsiteX0" fmla="*/ 3812 w 3811"/>
                  <a:gd name="connsiteY0" fmla="*/ 1906 h 3811"/>
                  <a:gd name="connsiteX1" fmla="*/ 1906 w 3811"/>
                  <a:gd name="connsiteY1" fmla="*/ 3812 h 3811"/>
                  <a:gd name="connsiteX2" fmla="*/ 0 w 3811"/>
                  <a:gd name="connsiteY2" fmla="*/ 1906 h 3811"/>
                  <a:gd name="connsiteX3" fmla="*/ 1906 w 3811"/>
                  <a:gd name="connsiteY3" fmla="*/ 0 h 3811"/>
                  <a:gd name="connsiteX4" fmla="*/ 3812 w 3811"/>
                  <a:gd name="connsiteY4" fmla="*/ 1906 h 3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1" h="3811">
                    <a:moveTo>
                      <a:pt x="3812" y="1906"/>
                    </a:moveTo>
                    <a:cubicBezTo>
                      <a:pt x="3812" y="2958"/>
                      <a:pt x="2958" y="3812"/>
                      <a:pt x="1906" y="3812"/>
                    </a:cubicBezTo>
                    <a:cubicBezTo>
                      <a:pt x="853" y="3812"/>
                      <a:pt x="0" y="2958"/>
                      <a:pt x="0" y="1906"/>
                    </a:cubicBezTo>
                    <a:cubicBezTo>
                      <a:pt x="0" y="853"/>
                      <a:pt x="854" y="0"/>
                      <a:pt x="1906" y="0"/>
                    </a:cubicBezTo>
                    <a:cubicBezTo>
                      <a:pt x="2959" y="0"/>
                      <a:pt x="3812" y="853"/>
                      <a:pt x="3812" y="19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0" name="Forme libre : forme 1329">
                <a:extLst>
                  <a:ext uri="{FF2B5EF4-FFF2-40B4-BE49-F238E27FC236}">
                    <a16:creationId xmlns:a16="http://schemas.microsoft.com/office/drawing/2014/main" id="{5A9F55B4-B248-4EF6-A43E-20FBEEF3B45B}"/>
                  </a:ext>
                </a:extLst>
              </p:cNvPr>
              <p:cNvSpPr/>
              <p:nvPr/>
            </p:nvSpPr>
            <p:spPr>
              <a:xfrm>
                <a:off x="8799930" y="4871274"/>
                <a:ext cx="3811" cy="3811"/>
              </a:xfrm>
              <a:custGeom>
                <a:avLst/>
                <a:gdLst>
                  <a:gd name="connsiteX0" fmla="*/ 3812 w 3811"/>
                  <a:gd name="connsiteY0" fmla="*/ 1906 h 3811"/>
                  <a:gd name="connsiteX1" fmla="*/ 1906 w 3811"/>
                  <a:gd name="connsiteY1" fmla="*/ 3812 h 3811"/>
                  <a:gd name="connsiteX2" fmla="*/ 0 w 3811"/>
                  <a:gd name="connsiteY2" fmla="*/ 1906 h 3811"/>
                  <a:gd name="connsiteX3" fmla="*/ 1906 w 3811"/>
                  <a:gd name="connsiteY3" fmla="*/ 0 h 3811"/>
                  <a:gd name="connsiteX4" fmla="*/ 3812 w 3811"/>
                  <a:gd name="connsiteY4" fmla="*/ 1906 h 3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1" h="3811">
                    <a:moveTo>
                      <a:pt x="3812" y="1906"/>
                    </a:moveTo>
                    <a:cubicBezTo>
                      <a:pt x="3812" y="2959"/>
                      <a:pt x="2958" y="3812"/>
                      <a:pt x="1906" y="3812"/>
                    </a:cubicBezTo>
                    <a:cubicBezTo>
                      <a:pt x="853" y="3812"/>
                      <a:pt x="0" y="2959"/>
                      <a:pt x="0" y="1906"/>
                    </a:cubicBezTo>
                    <a:cubicBezTo>
                      <a:pt x="0" y="853"/>
                      <a:pt x="854" y="0"/>
                      <a:pt x="1906" y="0"/>
                    </a:cubicBezTo>
                    <a:cubicBezTo>
                      <a:pt x="2959" y="0"/>
                      <a:pt x="3812" y="853"/>
                      <a:pt x="3812" y="19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1" name="Forme libre : forme 1330">
                <a:extLst>
                  <a:ext uri="{FF2B5EF4-FFF2-40B4-BE49-F238E27FC236}">
                    <a16:creationId xmlns:a16="http://schemas.microsoft.com/office/drawing/2014/main" id="{695C19C4-C9C7-44E0-AE0B-C900E7948854}"/>
                  </a:ext>
                </a:extLst>
              </p:cNvPr>
              <p:cNvSpPr/>
              <p:nvPr/>
            </p:nvSpPr>
            <p:spPr>
              <a:xfrm>
                <a:off x="8750214" y="4892402"/>
                <a:ext cx="5554" cy="5554"/>
              </a:xfrm>
              <a:custGeom>
                <a:avLst/>
                <a:gdLst>
                  <a:gd name="connsiteX0" fmla="*/ 5555 w 5554"/>
                  <a:gd name="connsiteY0" fmla="*/ 2777 h 5554"/>
                  <a:gd name="connsiteX1" fmla="*/ 2777 w 5554"/>
                  <a:gd name="connsiteY1" fmla="*/ 5554 h 5554"/>
                  <a:gd name="connsiteX2" fmla="*/ 0 w 5554"/>
                  <a:gd name="connsiteY2" fmla="*/ 2777 h 5554"/>
                  <a:gd name="connsiteX3" fmla="*/ 2777 w 5554"/>
                  <a:gd name="connsiteY3" fmla="*/ 0 h 5554"/>
                  <a:gd name="connsiteX4" fmla="*/ 5555 w 5554"/>
                  <a:gd name="connsiteY4" fmla="*/ 2777 h 5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4" h="5554">
                    <a:moveTo>
                      <a:pt x="5555" y="2777"/>
                    </a:moveTo>
                    <a:cubicBezTo>
                      <a:pt x="5555" y="4311"/>
                      <a:pt x="4311" y="5554"/>
                      <a:pt x="2777" y="5554"/>
                    </a:cubicBezTo>
                    <a:cubicBezTo>
                      <a:pt x="1244" y="5554"/>
                      <a:pt x="0" y="4311"/>
                      <a:pt x="0" y="2777"/>
                    </a:cubicBezTo>
                    <a:cubicBezTo>
                      <a:pt x="0" y="1243"/>
                      <a:pt x="1244" y="0"/>
                      <a:pt x="2777" y="0"/>
                    </a:cubicBezTo>
                    <a:cubicBezTo>
                      <a:pt x="4311" y="0"/>
                      <a:pt x="5555" y="1243"/>
                      <a:pt x="5555" y="27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2" name="Forme libre : forme 1331">
                <a:extLst>
                  <a:ext uri="{FF2B5EF4-FFF2-40B4-BE49-F238E27FC236}">
                    <a16:creationId xmlns:a16="http://schemas.microsoft.com/office/drawing/2014/main" id="{6F064F69-30D1-47F4-8DB4-4F51E9C697E3}"/>
                  </a:ext>
                </a:extLst>
              </p:cNvPr>
              <p:cNvSpPr/>
              <p:nvPr/>
            </p:nvSpPr>
            <p:spPr>
              <a:xfrm>
                <a:off x="8744169" y="4901442"/>
                <a:ext cx="8712" cy="8712"/>
              </a:xfrm>
              <a:custGeom>
                <a:avLst/>
                <a:gdLst>
                  <a:gd name="connsiteX0" fmla="*/ 8713 w 8712"/>
                  <a:gd name="connsiteY0" fmla="*/ 4356 h 8712"/>
                  <a:gd name="connsiteX1" fmla="*/ 4356 w 8712"/>
                  <a:gd name="connsiteY1" fmla="*/ 8713 h 8712"/>
                  <a:gd name="connsiteX2" fmla="*/ 0 w 8712"/>
                  <a:gd name="connsiteY2" fmla="*/ 4356 h 8712"/>
                  <a:gd name="connsiteX3" fmla="*/ 4356 w 8712"/>
                  <a:gd name="connsiteY3" fmla="*/ 0 h 8712"/>
                  <a:gd name="connsiteX4" fmla="*/ 8713 w 8712"/>
                  <a:gd name="connsiteY4" fmla="*/ 4356 h 8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12" h="8712">
                    <a:moveTo>
                      <a:pt x="8713" y="4356"/>
                    </a:moveTo>
                    <a:cubicBezTo>
                      <a:pt x="8713" y="6762"/>
                      <a:pt x="6762" y="8713"/>
                      <a:pt x="4356" y="8713"/>
                    </a:cubicBezTo>
                    <a:cubicBezTo>
                      <a:pt x="1951" y="8713"/>
                      <a:pt x="0" y="6762"/>
                      <a:pt x="0" y="4356"/>
                    </a:cubicBezTo>
                    <a:cubicBezTo>
                      <a:pt x="0" y="1950"/>
                      <a:pt x="1950" y="0"/>
                      <a:pt x="4356" y="0"/>
                    </a:cubicBezTo>
                    <a:cubicBezTo>
                      <a:pt x="6762" y="0"/>
                      <a:pt x="8713" y="1950"/>
                      <a:pt x="8713" y="43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3" name="Forme libre : forme 1332">
                <a:extLst>
                  <a:ext uri="{FF2B5EF4-FFF2-40B4-BE49-F238E27FC236}">
                    <a16:creationId xmlns:a16="http://schemas.microsoft.com/office/drawing/2014/main" id="{8222904E-A00E-4310-B1AE-0230E574A9F8}"/>
                  </a:ext>
                </a:extLst>
              </p:cNvPr>
              <p:cNvSpPr/>
              <p:nvPr/>
            </p:nvSpPr>
            <p:spPr>
              <a:xfrm>
                <a:off x="8706269" y="4864522"/>
                <a:ext cx="6752" cy="6752"/>
              </a:xfrm>
              <a:custGeom>
                <a:avLst/>
                <a:gdLst>
                  <a:gd name="connsiteX0" fmla="*/ 6752 w 6752"/>
                  <a:gd name="connsiteY0" fmla="*/ 3376 h 6752"/>
                  <a:gd name="connsiteX1" fmla="*/ 3376 w 6752"/>
                  <a:gd name="connsiteY1" fmla="*/ 6752 h 6752"/>
                  <a:gd name="connsiteX2" fmla="*/ 0 w 6752"/>
                  <a:gd name="connsiteY2" fmla="*/ 3376 h 6752"/>
                  <a:gd name="connsiteX3" fmla="*/ 3376 w 6752"/>
                  <a:gd name="connsiteY3" fmla="*/ 0 h 6752"/>
                  <a:gd name="connsiteX4" fmla="*/ 6752 w 6752"/>
                  <a:gd name="connsiteY4" fmla="*/ 3376 h 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2" h="6752">
                    <a:moveTo>
                      <a:pt x="6752" y="3376"/>
                    </a:moveTo>
                    <a:cubicBezTo>
                      <a:pt x="6752" y="5241"/>
                      <a:pt x="5240" y="6752"/>
                      <a:pt x="3376" y="6752"/>
                    </a:cubicBezTo>
                    <a:cubicBezTo>
                      <a:pt x="1511" y="6752"/>
                      <a:pt x="0" y="5241"/>
                      <a:pt x="0" y="3376"/>
                    </a:cubicBezTo>
                    <a:cubicBezTo>
                      <a:pt x="0" y="1512"/>
                      <a:pt x="1511" y="0"/>
                      <a:pt x="3376" y="0"/>
                    </a:cubicBezTo>
                    <a:cubicBezTo>
                      <a:pt x="5240" y="0"/>
                      <a:pt x="6752" y="1512"/>
                      <a:pt x="6752" y="33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4" name="Forme libre : forme 1333">
                <a:extLst>
                  <a:ext uri="{FF2B5EF4-FFF2-40B4-BE49-F238E27FC236}">
                    <a16:creationId xmlns:a16="http://schemas.microsoft.com/office/drawing/2014/main" id="{D17D1CB5-0288-44C1-B6DE-58ECB5744371}"/>
                  </a:ext>
                </a:extLst>
              </p:cNvPr>
              <p:cNvSpPr/>
              <p:nvPr/>
            </p:nvSpPr>
            <p:spPr>
              <a:xfrm>
                <a:off x="8708339" y="4905689"/>
                <a:ext cx="9692" cy="9692"/>
              </a:xfrm>
              <a:custGeom>
                <a:avLst/>
                <a:gdLst>
                  <a:gd name="connsiteX0" fmla="*/ 9693 w 9692"/>
                  <a:gd name="connsiteY0" fmla="*/ 4846 h 9692"/>
                  <a:gd name="connsiteX1" fmla="*/ 4846 w 9692"/>
                  <a:gd name="connsiteY1" fmla="*/ 9693 h 9692"/>
                  <a:gd name="connsiteX2" fmla="*/ 0 w 9692"/>
                  <a:gd name="connsiteY2" fmla="*/ 4846 h 9692"/>
                  <a:gd name="connsiteX3" fmla="*/ 4846 w 9692"/>
                  <a:gd name="connsiteY3" fmla="*/ 0 h 9692"/>
                  <a:gd name="connsiteX4" fmla="*/ 9693 w 9692"/>
                  <a:gd name="connsiteY4" fmla="*/ 4846 h 9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92" h="9692">
                    <a:moveTo>
                      <a:pt x="9693" y="4846"/>
                    </a:moveTo>
                    <a:cubicBezTo>
                      <a:pt x="9693" y="7523"/>
                      <a:pt x="7523" y="9693"/>
                      <a:pt x="4846" y="9693"/>
                    </a:cubicBezTo>
                    <a:cubicBezTo>
                      <a:pt x="2170" y="9693"/>
                      <a:pt x="0" y="7523"/>
                      <a:pt x="0" y="4846"/>
                    </a:cubicBezTo>
                    <a:cubicBezTo>
                      <a:pt x="0" y="2170"/>
                      <a:pt x="2170" y="0"/>
                      <a:pt x="4846" y="0"/>
                    </a:cubicBezTo>
                    <a:cubicBezTo>
                      <a:pt x="7523" y="0"/>
                      <a:pt x="9693" y="2170"/>
                      <a:pt x="9693" y="48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5" name="Forme libre : forme 1334">
                <a:extLst>
                  <a:ext uri="{FF2B5EF4-FFF2-40B4-BE49-F238E27FC236}">
                    <a16:creationId xmlns:a16="http://schemas.microsoft.com/office/drawing/2014/main" id="{F0E6A5A7-34E9-4F17-AA58-9B3017602D1C}"/>
                  </a:ext>
                </a:extLst>
              </p:cNvPr>
              <p:cNvSpPr/>
              <p:nvPr/>
            </p:nvSpPr>
            <p:spPr>
              <a:xfrm>
                <a:off x="8597580" y="5005666"/>
                <a:ext cx="6316" cy="6316"/>
              </a:xfrm>
              <a:custGeom>
                <a:avLst/>
                <a:gdLst>
                  <a:gd name="connsiteX0" fmla="*/ 6317 w 6316"/>
                  <a:gd name="connsiteY0" fmla="*/ 3158 h 6316"/>
                  <a:gd name="connsiteX1" fmla="*/ 3159 w 6316"/>
                  <a:gd name="connsiteY1" fmla="*/ 6317 h 6316"/>
                  <a:gd name="connsiteX2" fmla="*/ 1 w 6316"/>
                  <a:gd name="connsiteY2" fmla="*/ 3158 h 6316"/>
                  <a:gd name="connsiteX3" fmla="*/ 3159 w 6316"/>
                  <a:gd name="connsiteY3" fmla="*/ 0 h 6316"/>
                  <a:gd name="connsiteX4" fmla="*/ 6317 w 6316"/>
                  <a:gd name="connsiteY4" fmla="*/ 3158 h 6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16" h="6316">
                    <a:moveTo>
                      <a:pt x="6317" y="3158"/>
                    </a:moveTo>
                    <a:cubicBezTo>
                      <a:pt x="6317" y="4902"/>
                      <a:pt x="4903" y="6317"/>
                      <a:pt x="3159" y="6317"/>
                    </a:cubicBezTo>
                    <a:cubicBezTo>
                      <a:pt x="1415" y="6317"/>
                      <a:pt x="1" y="4902"/>
                      <a:pt x="1" y="3158"/>
                    </a:cubicBezTo>
                    <a:cubicBezTo>
                      <a:pt x="1" y="1414"/>
                      <a:pt x="1415" y="0"/>
                      <a:pt x="3159" y="0"/>
                    </a:cubicBezTo>
                    <a:cubicBezTo>
                      <a:pt x="4903" y="0"/>
                      <a:pt x="6317" y="1414"/>
                      <a:pt x="6317" y="31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6" name="Forme libre : forme 1335">
                <a:extLst>
                  <a:ext uri="{FF2B5EF4-FFF2-40B4-BE49-F238E27FC236}">
                    <a16:creationId xmlns:a16="http://schemas.microsoft.com/office/drawing/2014/main" id="{C60C4A83-2274-4370-832D-0FE825F2D044}"/>
                  </a:ext>
                </a:extLst>
              </p:cNvPr>
              <p:cNvSpPr/>
              <p:nvPr/>
            </p:nvSpPr>
            <p:spPr>
              <a:xfrm>
                <a:off x="8624262" y="5005884"/>
                <a:ext cx="7296" cy="7296"/>
              </a:xfrm>
              <a:custGeom>
                <a:avLst/>
                <a:gdLst>
                  <a:gd name="connsiteX0" fmla="*/ 7297 w 7296"/>
                  <a:gd name="connsiteY0" fmla="*/ 3648 h 7296"/>
                  <a:gd name="connsiteX1" fmla="*/ 3648 w 7296"/>
                  <a:gd name="connsiteY1" fmla="*/ 7297 h 7296"/>
                  <a:gd name="connsiteX2" fmla="*/ 0 w 7296"/>
                  <a:gd name="connsiteY2" fmla="*/ 3648 h 7296"/>
                  <a:gd name="connsiteX3" fmla="*/ 3648 w 7296"/>
                  <a:gd name="connsiteY3" fmla="*/ 0 h 7296"/>
                  <a:gd name="connsiteX4" fmla="*/ 7297 w 7296"/>
                  <a:gd name="connsiteY4" fmla="*/ 3648 h 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96" h="7296">
                    <a:moveTo>
                      <a:pt x="7297" y="3648"/>
                    </a:moveTo>
                    <a:cubicBezTo>
                      <a:pt x="7297" y="5663"/>
                      <a:pt x="5664" y="7297"/>
                      <a:pt x="3648" y="7297"/>
                    </a:cubicBezTo>
                    <a:cubicBezTo>
                      <a:pt x="1633" y="7297"/>
                      <a:pt x="0" y="5663"/>
                      <a:pt x="0" y="3648"/>
                    </a:cubicBezTo>
                    <a:cubicBezTo>
                      <a:pt x="0" y="1633"/>
                      <a:pt x="1633" y="0"/>
                      <a:pt x="3648" y="0"/>
                    </a:cubicBezTo>
                    <a:cubicBezTo>
                      <a:pt x="5663" y="0"/>
                      <a:pt x="7297" y="1634"/>
                      <a:pt x="7297" y="36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7" name="Forme libre : forme 1336">
                <a:extLst>
                  <a:ext uri="{FF2B5EF4-FFF2-40B4-BE49-F238E27FC236}">
                    <a16:creationId xmlns:a16="http://schemas.microsoft.com/office/drawing/2014/main" id="{F52618D4-7FC6-473A-AD5C-DDF2A0F46643}"/>
                  </a:ext>
                </a:extLst>
              </p:cNvPr>
              <p:cNvSpPr/>
              <p:nvPr/>
            </p:nvSpPr>
            <p:spPr>
              <a:xfrm>
                <a:off x="8625787" y="5020369"/>
                <a:ext cx="4900" cy="4900"/>
              </a:xfrm>
              <a:custGeom>
                <a:avLst/>
                <a:gdLst>
                  <a:gd name="connsiteX0" fmla="*/ 4901 w 4900"/>
                  <a:gd name="connsiteY0" fmla="*/ 2450 h 4900"/>
                  <a:gd name="connsiteX1" fmla="*/ 2451 w 4900"/>
                  <a:gd name="connsiteY1" fmla="*/ 4901 h 4900"/>
                  <a:gd name="connsiteX2" fmla="*/ 0 w 4900"/>
                  <a:gd name="connsiteY2" fmla="*/ 2450 h 4900"/>
                  <a:gd name="connsiteX3" fmla="*/ 2451 w 4900"/>
                  <a:gd name="connsiteY3" fmla="*/ 0 h 4900"/>
                  <a:gd name="connsiteX4" fmla="*/ 4901 w 4900"/>
                  <a:gd name="connsiteY4" fmla="*/ 2450 h 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00" h="4900">
                    <a:moveTo>
                      <a:pt x="4901" y="2450"/>
                    </a:moveTo>
                    <a:cubicBezTo>
                      <a:pt x="4901" y="3804"/>
                      <a:pt x="3804" y="4901"/>
                      <a:pt x="2451" y="4901"/>
                    </a:cubicBezTo>
                    <a:cubicBezTo>
                      <a:pt x="1097" y="4901"/>
                      <a:pt x="0" y="3804"/>
                      <a:pt x="0" y="2450"/>
                    </a:cubicBezTo>
                    <a:cubicBezTo>
                      <a:pt x="0" y="1097"/>
                      <a:pt x="1097" y="0"/>
                      <a:pt x="2451" y="0"/>
                    </a:cubicBezTo>
                    <a:cubicBezTo>
                      <a:pt x="3804" y="0"/>
                      <a:pt x="4901" y="1097"/>
                      <a:pt x="4901" y="24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8" name="Forme libre : forme 1337">
                <a:extLst>
                  <a:ext uri="{FF2B5EF4-FFF2-40B4-BE49-F238E27FC236}">
                    <a16:creationId xmlns:a16="http://schemas.microsoft.com/office/drawing/2014/main" id="{49B09F30-AE95-4B9E-8493-3F5BA9CAD5A6}"/>
                  </a:ext>
                </a:extLst>
              </p:cNvPr>
              <p:cNvSpPr/>
              <p:nvPr/>
            </p:nvSpPr>
            <p:spPr>
              <a:xfrm>
                <a:off x="8612282" y="5056254"/>
                <a:ext cx="7514" cy="7514"/>
              </a:xfrm>
              <a:custGeom>
                <a:avLst/>
                <a:gdLst>
                  <a:gd name="connsiteX0" fmla="*/ 7514 w 7514"/>
                  <a:gd name="connsiteY0" fmla="*/ 3757 h 7514"/>
                  <a:gd name="connsiteX1" fmla="*/ 3757 w 7514"/>
                  <a:gd name="connsiteY1" fmla="*/ 7515 h 7514"/>
                  <a:gd name="connsiteX2" fmla="*/ 0 w 7514"/>
                  <a:gd name="connsiteY2" fmla="*/ 3757 h 7514"/>
                  <a:gd name="connsiteX3" fmla="*/ 3757 w 7514"/>
                  <a:gd name="connsiteY3" fmla="*/ 0 h 7514"/>
                  <a:gd name="connsiteX4" fmla="*/ 7514 w 7514"/>
                  <a:gd name="connsiteY4" fmla="*/ 3757 h 7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14" h="7514">
                    <a:moveTo>
                      <a:pt x="7514" y="3757"/>
                    </a:moveTo>
                    <a:cubicBezTo>
                      <a:pt x="7514" y="5833"/>
                      <a:pt x="5832" y="7515"/>
                      <a:pt x="3757" y="7515"/>
                    </a:cubicBezTo>
                    <a:cubicBezTo>
                      <a:pt x="1682" y="7515"/>
                      <a:pt x="0" y="5833"/>
                      <a:pt x="0" y="3757"/>
                    </a:cubicBezTo>
                    <a:cubicBezTo>
                      <a:pt x="0" y="1682"/>
                      <a:pt x="1683" y="0"/>
                      <a:pt x="3757" y="0"/>
                    </a:cubicBezTo>
                    <a:cubicBezTo>
                      <a:pt x="5833" y="0"/>
                      <a:pt x="7514" y="1682"/>
                      <a:pt x="7514" y="37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9" name="Forme libre : forme 1338">
                <a:extLst>
                  <a:ext uri="{FF2B5EF4-FFF2-40B4-BE49-F238E27FC236}">
                    <a16:creationId xmlns:a16="http://schemas.microsoft.com/office/drawing/2014/main" id="{067C7737-4E48-426B-B479-0E113623AEF7}"/>
                  </a:ext>
                </a:extLst>
              </p:cNvPr>
              <p:cNvSpPr/>
              <p:nvPr/>
            </p:nvSpPr>
            <p:spPr>
              <a:xfrm>
                <a:off x="8626876" y="5072481"/>
                <a:ext cx="3593" cy="3593"/>
              </a:xfrm>
              <a:custGeom>
                <a:avLst/>
                <a:gdLst>
                  <a:gd name="connsiteX0" fmla="*/ 3594 w 3593"/>
                  <a:gd name="connsiteY0" fmla="*/ 1797 h 3593"/>
                  <a:gd name="connsiteX1" fmla="*/ 1797 w 3593"/>
                  <a:gd name="connsiteY1" fmla="*/ 3594 h 3593"/>
                  <a:gd name="connsiteX2" fmla="*/ 1 w 3593"/>
                  <a:gd name="connsiteY2" fmla="*/ 1797 h 3593"/>
                  <a:gd name="connsiteX3" fmla="*/ 1797 w 3593"/>
                  <a:gd name="connsiteY3" fmla="*/ 0 h 3593"/>
                  <a:gd name="connsiteX4" fmla="*/ 3594 w 3593"/>
                  <a:gd name="connsiteY4" fmla="*/ 1797 h 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3" h="3593">
                    <a:moveTo>
                      <a:pt x="3594" y="1797"/>
                    </a:moveTo>
                    <a:cubicBezTo>
                      <a:pt x="3594" y="2789"/>
                      <a:pt x="2790" y="3594"/>
                      <a:pt x="1797" y="3594"/>
                    </a:cubicBezTo>
                    <a:cubicBezTo>
                      <a:pt x="805" y="3594"/>
                      <a:pt x="1" y="2789"/>
                      <a:pt x="1" y="1797"/>
                    </a:cubicBezTo>
                    <a:cubicBezTo>
                      <a:pt x="1" y="805"/>
                      <a:pt x="805" y="0"/>
                      <a:pt x="1797" y="0"/>
                    </a:cubicBezTo>
                    <a:cubicBezTo>
                      <a:pt x="2790" y="0"/>
                      <a:pt x="3594" y="805"/>
                      <a:pt x="3594" y="17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0" name="Forme libre : forme 1339">
                <a:extLst>
                  <a:ext uri="{FF2B5EF4-FFF2-40B4-BE49-F238E27FC236}">
                    <a16:creationId xmlns:a16="http://schemas.microsoft.com/office/drawing/2014/main" id="{35C0039A-D2D7-4EBE-B6E9-BBF5CD5C2FFF}"/>
                  </a:ext>
                </a:extLst>
              </p:cNvPr>
              <p:cNvSpPr/>
              <p:nvPr/>
            </p:nvSpPr>
            <p:spPr>
              <a:xfrm>
                <a:off x="8642667" y="5082773"/>
                <a:ext cx="4356" cy="4356"/>
              </a:xfrm>
              <a:custGeom>
                <a:avLst/>
                <a:gdLst>
                  <a:gd name="connsiteX0" fmla="*/ 4356 w 4356"/>
                  <a:gd name="connsiteY0" fmla="*/ 2178 h 4356"/>
                  <a:gd name="connsiteX1" fmla="*/ 2178 w 4356"/>
                  <a:gd name="connsiteY1" fmla="*/ 4357 h 4356"/>
                  <a:gd name="connsiteX2" fmla="*/ 0 w 4356"/>
                  <a:gd name="connsiteY2" fmla="*/ 2178 h 4356"/>
                  <a:gd name="connsiteX3" fmla="*/ 2178 w 4356"/>
                  <a:gd name="connsiteY3" fmla="*/ 0 h 4356"/>
                  <a:gd name="connsiteX4" fmla="*/ 4356 w 4356"/>
                  <a:gd name="connsiteY4" fmla="*/ 2178 h 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" h="4356">
                    <a:moveTo>
                      <a:pt x="4356" y="2178"/>
                    </a:moveTo>
                    <a:cubicBezTo>
                      <a:pt x="4356" y="3381"/>
                      <a:pt x="3381" y="4357"/>
                      <a:pt x="2178" y="4357"/>
                    </a:cubicBezTo>
                    <a:cubicBezTo>
                      <a:pt x="975" y="4357"/>
                      <a:pt x="0" y="3381"/>
                      <a:pt x="0" y="2178"/>
                    </a:cubicBezTo>
                    <a:cubicBezTo>
                      <a:pt x="0" y="976"/>
                      <a:pt x="975" y="0"/>
                      <a:pt x="2178" y="0"/>
                    </a:cubicBezTo>
                    <a:cubicBezTo>
                      <a:pt x="3381" y="0"/>
                      <a:pt x="4356" y="975"/>
                      <a:pt x="4356" y="21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1" name="Forme libre : forme 1340">
                <a:extLst>
                  <a:ext uri="{FF2B5EF4-FFF2-40B4-BE49-F238E27FC236}">
                    <a16:creationId xmlns:a16="http://schemas.microsoft.com/office/drawing/2014/main" id="{1590F357-89DD-467E-B84B-2ED04BE1CF61}"/>
                  </a:ext>
                </a:extLst>
              </p:cNvPr>
              <p:cNvSpPr/>
              <p:nvPr/>
            </p:nvSpPr>
            <p:spPr>
              <a:xfrm>
                <a:off x="8653939" y="5012473"/>
                <a:ext cx="4356" cy="4356"/>
              </a:xfrm>
              <a:custGeom>
                <a:avLst/>
                <a:gdLst>
                  <a:gd name="connsiteX0" fmla="*/ 4356 w 4356"/>
                  <a:gd name="connsiteY0" fmla="*/ 2178 h 4356"/>
                  <a:gd name="connsiteX1" fmla="*/ 2178 w 4356"/>
                  <a:gd name="connsiteY1" fmla="*/ 4356 h 4356"/>
                  <a:gd name="connsiteX2" fmla="*/ 0 w 4356"/>
                  <a:gd name="connsiteY2" fmla="*/ 2178 h 4356"/>
                  <a:gd name="connsiteX3" fmla="*/ 2178 w 4356"/>
                  <a:gd name="connsiteY3" fmla="*/ 0 h 4356"/>
                  <a:gd name="connsiteX4" fmla="*/ 4356 w 4356"/>
                  <a:gd name="connsiteY4" fmla="*/ 2178 h 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" h="4356">
                    <a:moveTo>
                      <a:pt x="4356" y="2178"/>
                    </a:moveTo>
                    <a:cubicBezTo>
                      <a:pt x="4356" y="3381"/>
                      <a:pt x="3381" y="4356"/>
                      <a:pt x="2178" y="4356"/>
                    </a:cubicBezTo>
                    <a:cubicBezTo>
                      <a:pt x="975" y="4356"/>
                      <a:pt x="0" y="3381"/>
                      <a:pt x="0" y="2178"/>
                    </a:cubicBezTo>
                    <a:cubicBezTo>
                      <a:pt x="0" y="975"/>
                      <a:pt x="975" y="0"/>
                      <a:pt x="2178" y="0"/>
                    </a:cubicBezTo>
                    <a:cubicBezTo>
                      <a:pt x="3381" y="0"/>
                      <a:pt x="4356" y="975"/>
                      <a:pt x="4356" y="21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2" name="Forme libre : forme 1341">
                <a:extLst>
                  <a:ext uri="{FF2B5EF4-FFF2-40B4-BE49-F238E27FC236}">
                    <a16:creationId xmlns:a16="http://schemas.microsoft.com/office/drawing/2014/main" id="{541C3B25-EB5E-4960-A08A-95D3119AF4F9}"/>
                  </a:ext>
                </a:extLst>
              </p:cNvPr>
              <p:cNvSpPr/>
              <p:nvPr/>
            </p:nvSpPr>
            <p:spPr>
              <a:xfrm>
                <a:off x="8726581" y="4867517"/>
                <a:ext cx="3376" cy="3376"/>
              </a:xfrm>
              <a:custGeom>
                <a:avLst/>
                <a:gdLst>
                  <a:gd name="connsiteX0" fmla="*/ 3376 w 3376"/>
                  <a:gd name="connsiteY0" fmla="*/ 1688 h 3376"/>
                  <a:gd name="connsiteX1" fmla="*/ 1687 w 3376"/>
                  <a:gd name="connsiteY1" fmla="*/ 3376 h 3376"/>
                  <a:gd name="connsiteX2" fmla="*/ -1 w 3376"/>
                  <a:gd name="connsiteY2" fmla="*/ 1688 h 3376"/>
                  <a:gd name="connsiteX3" fmla="*/ 1687 w 3376"/>
                  <a:gd name="connsiteY3" fmla="*/ 0 h 3376"/>
                  <a:gd name="connsiteX4" fmla="*/ 3376 w 3376"/>
                  <a:gd name="connsiteY4" fmla="*/ 1688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6" h="3376">
                    <a:moveTo>
                      <a:pt x="3376" y="1688"/>
                    </a:moveTo>
                    <a:cubicBezTo>
                      <a:pt x="3376" y="2620"/>
                      <a:pt x="2620" y="3376"/>
                      <a:pt x="1687" y="3376"/>
                    </a:cubicBezTo>
                    <a:cubicBezTo>
                      <a:pt x="755" y="3376"/>
                      <a:pt x="-1" y="2620"/>
                      <a:pt x="-1" y="1688"/>
                    </a:cubicBezTo>
                    <a:cubicBezTo>
                      <a:pt x="-1" y="756"/>
                      <a:pt x="755" y="0"/>
                      <a:pt x="1687" y="0"/>
                    </a:cubicBezTo>
                    <a:cubicBezTo>
                      <a:pt x="2620" y="0"/>
                      <a:pt x="3376" y="756"/>
                      <a:pt x="3376" y="16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3" name="Forme libre : forme 1342">
                <a:extLst>
                  <a:ext uri="{FF2B5EF4-FFF2-40B4-BE49-F238E27FC236}">
                    <a16:creationId xmlns:a16="http://schemas.microsoft.com/office/drawing/2014/main" id="{DFDB9FCD-7E06-44CA-9B7E-6EEFE419EEBF}"/>
                  </a:ext>
                </a:extLst>
              </p:cNvPr>
              <p:cNvSpPr/>
              <p:nvPr/>
            </p:nvSpPr>
            <p:spPr>
              <a:xfrm>
                <a:off x="8736873" y="4880096"/>
                <a:ext cx="8168" cy="8168"/>
              </a:xfrm>
              <a:custGeom>
                <a:avLst/>
                <a:gdLst>
                  <a:gd name="connsiteX0" fmla="*/ 8168 w 8168"/>
                  <a:gd name="connsiteY0" fmla="*/ 4084 h 8168"/>
                  <a:gd name="connsiteX1" fmla="*/ 4084 w 8168"/>
                  <a:gd name="connsiteY1" fmla="*/ 8168 h 8168"/>
                  <a:gd name="connsiteX2" fmla="*/ 0 w 8168"/>
                  <a:gd name="connsiteY2" fmla="*/ 4084 h 8168"/>
                  <a:gd name="connsiteX3" fmla="*/ 4084 w 8168"/>
                  <a:gd name="connsiteY3" fmla="*/ 0 h 8168"/>
                  <a:gd name="connsiteX4" fmla="*/ 8168 w 8168"/>
                  <a:gd name="connsiteY4" fmla="*/ 4084 h 8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68" h="8168">
                    <a:moveTo>
                      <a:pt x="8168" y="4084"/>
                    </a:moveTo>
                    <a:cubicBezTo>
                      <a:pt x="8168" y="6339"/>
                      <a:pt x="6339" y="8168"/>
                      <a:pt x="4084" y="8168"/>
                    </a:cubicBezTo>
                    <a:cubicBezTo>
                      <a:pt x="1828" y="8168"/>
                      <a:pt x="0" y="6339"/>
                      <a:pt x="0" y="4084"/>
                    </a:cubicBezTo>
                    <a:cubicBezTo>
                      <a:pt x="0" y="1828"/>
                      <a:pt x="1828" y="0"/>
                      <a:pt x="4084" y="0"/>
                    </a:cubicBezTo>
                    <a:cubicBezTo>
                      <a:pt x="6339" y="0"/>
                      <a:pt x="8168" y="1828"/>
                      <a:pt x="8168" y="40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4" name="Forme libre : forme 1343">
                <a:extLst>
                  <a:ext uri="{FF2B5EF4-FFF2-40B4-BE49-F238E27FC236}">
                    <a16:creationId xmlns:a16="http://schemas.microsoft.com/office/drawing/2014/main" id="{FA1FF5EF-BB7C-4EF7-9AB3-7F40B1D48944}"/>
                  </a:ext>
                </a:extLst>
              </p:cNvPr>
              <p:cNvSpPr/>
              <p:nvPr/>
            </p:nvSpPr>
            <p:spPr>
              <a:xfrm>
                <a:off x="8722987" y="4919520"/>
                <a:ext cx="5009" cy="5009"/>
              </a:xfrm>
              <a:custGeom>
                <a:avLst/>
                <a:gdLst>
                  <a:gd name="connsiteX0" fmla="*/ 5010 w 5009"/>
                  <a:gd name="connsiteY0" fmla="*/ 2505 h 5009"/>
                  <a:gd name="connsiteX1" fmla="*/ 2505 w 5009"/>
                  <a:gd name="connsiteY1" fmla="*/ 5010 h 5009"/>
                  <a:gd name="connsiteX2" fmla="*/ 0 w 5009"/>
                  <a:gd name="connsiteY2" fmla="*/ 2505 h 5009"/>
                  <a:gd name="connsiteX3" fmla="*/ 2505 w 5009"/>
                  <a:gd name="connsiteY3" fmla="*/ 0 h 5009"/>
                  <a:gd name="connsiteX4" fmla="*/ 5010 w 5009"/>
                  <a:gd name="connsiteY4" fmla="*/ 2505 h 5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9" h="5009">
                    <a:moveTo>
                      <a:pt x="5010" y="2505"/>
                    </a:moveTo>
                    <a:cubicBezTo>
                      <a:pt x="5010" y="3888"/>
                      <a:pt x="3888" y="5010"/>
                      <a:pt x="2505" y="5010"/>
                    </a:cubicBezTo>
                    <a:cubicBezTo>
                      <a:pt x="1122" y="5010"/>
                      <a:pt x="0" y="3888"/>
                      <a:pt x="0" y="2505"/>
                    </a:cubicBezTo>
                    <a:cubicBezTo>
                      <a:pt x="0" y="1122"/>
                      <a:pt x="1122" y="0"/>
                      <a:pt x="2505" y="0"/>
                    </a:cubicBezTo>
                    <a:cubicBezTo>
                      <a:pt x="3888" y="0"/>
                      <a:pt x="5010" y="1121"/>
                      <a:pt x="5010" y="25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5" name="Forme libre : forme 1344">
                <a:extLst>
                  <a:ext uri="{FF2B5EF4-FFF2-40B4-BE49-F238E27FC236}">
                    <a16:creationId xmlns:a16="http://schemas.microsoft.com/office/drawing/2014/main" id="{5E95E196-2B91-4BEE-B7EA-8343009899F5}"/>
                  </a:ext>
                </a:extLst>
              </p:cNvPr>
              <p:cNvSpPr/>
              <p:nvPr/>
            </p:nvSpPr>
            <p:spPr>
              <a:xfrm>
                <a:off x="8712641" y="4904655"/>
                <a:ext cx="3049" cy="3049"/>
              </a:xfrm>
              <a:custGeom>
                <a:avLst/>
                <a:gdLst>
                  <a:gd name="connsiteX0" fmla="*/ 3049 w 3049"/>
                  <a:gd name="connsiteY0" fmla="*/ 1525 h 3049"/>
                  <a:gd name="connsiteX1" fmla="*/ 1524 w 3049"/>
                  <a:gd name="connsiteY1" fmla="*/ 3050 h 3049"/>
                  <a:gd name="connsiteX2" fmla="*/ -1 w 3049"/>
                  <a:gd name="connsiteY2" fmla="*/ 1525 h 3049"/>
                  <a:gd name="connsiteX3" fmla="*/ 1524 w 3049"/>
                  <a:gd name="connsiteY3" fmla="*/ 0 h 3049"/>
                  <a:gd name="connsiteX4" fmla="*/ 3049 w 3049"/>
                  <a:gd name="connsiteY4" fmla="*/ 1525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9" h="3049">
                    <a:moveTo>
                      <a:pt x="3049" y="1525"/>
                    </a:moveTo>
                    <a:cubicBezTo>
                      <a:pt x="3049" y="2367"/>
                      <a:pt x="2366" y="3050"/>
                      <a:pt x="1524" y="3050"/>
                    </a:cubicBezTo>
                    <a:cubicBezTo>
                      <a:pt x="682" y="3050"/>
                      <a:pt x="-1" y="2367"/>
                      <a:pt x="-1" y="1525"/>
                    </a:cubicBezTo>
                    <a:cubicBezTo>
                      <a:pt x="-1" y="683"/>
                      <a:pt x="682" y="0"/>
                      <a:pt x="1524" y="0"/>
                    </a:cubicBezTo>
                    <a:cubicBezTo>
                      <a:pt x="2366" y="0"/>
                      <a:pt x="3049" y="683"/>
                      <a:pt x="3049" y="15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6" name="Forme libre : forme 1345">
                <a:extLst>
                  <a:ext uri="{FF2B5EF4-FFF2-40B4-BE49-F238E27FC236}">
                    <a16:creationId xmlns:a16="http://schemas.microsoft.com/office/drawing/2014/main" id="{93F87F7E-3A66-4D8E-8102-75A5CEC68B41}"/>
                  </a:ext>
                </a:extLst>
              </p:cNvPr>
              <p:cNvSpPr/>
              <p:nvPr/>
            </p:nvSpPr>
            <p:spPr>
              <a:xfrm>
                <a:off x="8796391" y="4828147"/>
                <a:ext cx="4356" cy="4356"/>
              </a:xfrm>
              <a:custGeom>
                <a:avLst/>
                <a:gdLst>
                  <a:gd name="connsiteX0" fmla="*/ 4356 w 4356"/>
                  <a:gd name="connsiteY0" fmla="*/ 2178 h 4356"/>
                  <a:gd name="connsiteX1" fmla="*/ 2178 w 4356"/>
                  <a:gd name="connsiteY1" fmla="*/ 4357 h 4356"/>
                  <a:gd name="connsiteX2" fmla="*/ -1 w 4356"/>
                  <a:gd name="connsiteY2" fmla="*/ 2178 h 4356"/>
                  <a:gd name="connsiteX3" fmla="*/ 2178 w 4356"/>
                  <a:gd name="connsiteY3" fmla="*/ 0 h 4356"/>
                  <a:gd name="connsiteX4" fmla="*/ 4356 w 4356"/>
                  <a:gd name="connsiteY4" fmla="*/ 2178 h 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" h="4356">
                    <a:moveTo>
                      <a:pt x="4356" y="2178"/>
                    </a:moveTo>
                    <a:cubicBezTo>
                      <a:pt x="4356" y="3381"/>
                      <a:pt x="3381" y="4357"/>
                      <a:pt x="2178" y="4357"/>
                    </a:cubicBezTo>
                    <a:cubicBezTo>
                      <a:pt x="975" y="4357"/>
                      <a:pt x="-1" y="3381"/>
                      <a:pt x="-1" y="2178"/>
                    </a:cubicBezTo>
                    <a:cubicBezTo>
                      <a:pt x="-1" y="975"/>
                      <a:pt x="975" y="0"/>
                      <a:pt x="2178" y="0"/>
                    </a:cubicBezTo>
                    <a:cubicBezTo>
                      <a:pt x="3381" y="0"/>
                      <a:pt x="4356" y="975"/>
                      <a:pt x="4356" y="21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7" name="Forme libre : forme 1346">
                <a:extLst>
                  <a:ext uri="{FF2B5EF4-FFF2-40B4-BE49-F238E27FC236}">
                    <a16:creationId xmlns:a16="http://schemas.microsoft.com/office/drawing/2014/main" id="{029952D6-0665-402B-8012-7DD3DDDA2934}"/>
                  </a:ext>
                </a:extLst>
              </p:cNvPr>
              <p:cNvSpPr/>
              <p:nvPr/>
            </p:nvSpPr>
            <p:spPr>
              <a:xfrm>
                <a:off x="8791653" y="4850745"/>
                <a:ext cx="6752" cy="6752"/>
              </a:xfrm>
              <a:custGeom>
                <a:avLst/>
                <a:gdLst>
                  <a:gd name="connsiteX0" fmla="*/ 6752 w 6752"/>
                  <a:gd name="connsiteY0" fmla="*/ 3376 h 6752"/>
                  <a:gd name="connsiteX1" fmla="*/ 3376 w 6752"/>
                  <a:gd name="connsiteY1" fmla="*/ 6752 h 6752"/>
                  <a:gd name="connsiteX2" fmla="*/ 0 w 6752"/>
                  <a:gd name="connsiteY2" fmla="*/ 3376 h 6752"/>
                  <a:gd name="connsiteX3" fmla="*/ 3376 w 6752"/>
                  <a:gd name="connsiteY3" fmla="*/ 0 h 6752"/>
                  <a:gd name="connsiteX4" fmla="*/ 6752 w 6752"/>
                  <a:gd name="connsiteY4" fmla="*/ 3376 h 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2" h="6752">
                    <a:moveTo>
                      <a:pt x="6752" y="3376"/>
                    </a:moveTo>
                    <a:cubicBezTo>
                      <a:pt x="6752" y="5241"/>
                      <a:pt x="5241" y="6752"/>
                      <a:pt x="3376" y="6752"/>
                    </a:cubicBezTo>
                    <a:cubicBezTo>
                      <a:pt x="1512" y="6752"/>
                      <a:pt x="0" y="5241"/>
                      <a:pt x="0" y="3376"/>
                    </a:cubicBezTo>
                    <a:cubicBezTo>
                      <a:pt x="0" y="1512"/>
                      <a:pt x="1512" y="0"/>
                      <a:pt x="3376" y="0"/>
                    </a:cubicBezTo>
                    <a:cubicBezTo>
                      <a:pt x="5241" y="0"/>
                      <a:pt x="6752" y="1512"/>
                      <a:pt x="6752" y="33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8" name="Forme libre : forme 1347">
                <a:extLst>
                  <a:ext uri="{FF2B5EF4-FFF2-40B4-BE49-F238E27FC236}">
                    <a16:creationId xmlns:a16="http://schemas.microsoft.com/office/drawing/2014/main" id="{829FB65A-D379-4CCF-87CD-7464988B2D81}"/>
                  </a:ext>
                </a:extLst>
              </p:cNvPr>
              <p:cNvSpPr/>
              <p:nvPr/>
            </p:nvSpPr>
            <p:spPr>
              <a:xfrm>
                <a:off x="8883626" y="4812192"/>
                <a:ext cx="5227" cy="5227"/>
              </a:xfrm>
              <a:custGeom>
                <a:avLst/>
                <a:gdLst>
                  <a:gd name="connsiteX0" fmla="*/ 5228 w 5227"/>
                  <a:gd name="connsiteY0" fmla="*/ 2614 h 5227"/>
                  <a:gd name="connsiteX1" fmla="*/ 2614 w 5227"/>
                  <a:gd name="connsiteY1" fmla="*/ 5227 h 5227"/>
                  <a:gd name="connsiteX2" fmla="*/ 0 w 5227"/>
                  <a:gd name="connsiteY2" fmla="*/ 2614 h 5227"/>
                  <a:gd name="connsiteX3" fmla="*/ 2614 w 5227"/>
                  <a:gd name="connsiteY3" fmla="*/ 0 h 5227"/>
                  <a:gd name="connsiteX4" fmla="*/ 5228 w 5227"/>
                  <a:gd name="connsiteY4" fmla="*/ 2614 h 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27" h="5227">
                    <a:moveTo>
                      <a:pt x="5228" y="2614"/>
                    </a:moveTo>
                    <a:cubicBezTo>
                      <a:pt x="5228" y="4057"/>
                      <a:pt x="4058" y="5227"/>
                      <a:pt x="2614" y="5227"/>
                    </a:cubicBezTo>
                    <a:cubicBezTo>
                      <a:pt x="1170" y="5227"/>
                      <a:pt x="0" y="4057"/>
                      <a:pt x="0" y="2614"/>
                    </a:cubicBezTo>
                    <a:cubicBezTo>
                      <a:pt x="0" y="1170"/>
                      <a:pt x="1170" y="0"/>
                      <a:pt x="2614" y="0"/>
                    </a:cubicBezTo>
                    <a:cubicBezTo>
                      <a:pt x="4058" y="0"/>
                      <a:pt x="5228" y="1170"/>
                      <a:pt x="5228" y="26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9" name="Forme libre : forme 1348">
                <a:extLst>
                  <a:ext uri="{FF2B5EF4-FFF2-40B4-BE49-F238E27FC236}">
                    <a16:creationId xmlns:a16="http://schemas.microsoft.com/office/drawing/2014/main" id="{DC4DBB1D-0520-4BEC-B395-6D9F461DFF74}"/>
                  </a:ext>
                </a:extLst>
              </p:cNvPr>
              <p:cNvSpPr/>
              <p:nvPr/>
            </p:nvSpPr>
            <p:spPr>
              <a:xfrm>
                <a:off x="8871646" y="4829781"/>
                <a:ext cx="7950" cy="7950"/>
              </a:xfrm>
              <a:custGeom>
                <a:avLst/>
                <a:gdLst>
                  <a:gd name="connsiteX0" fmla="*/ 7951 w 7950"/>
                  <a:gd name="connsiteY0" fmla="*/ 3975 h 7950"/>
                  <a:gd name="connsiteX1" fmla="*/ 3975 w 7950"/>
                  <a:gd name="connsiteY1" fmla="*/ 7950 h 7950"/>
                  <a:gd name="connsiteX2" fmla="*/ 0 w 7950"/>
                  <a:gd name="connsiteY2" fmla="*/ 3975 h 7950"/>
                  <a:gd name="connsiteX3" fmla="*/ 3975 w 7950"/>
                  <a:gd name="connsiteY3" fmla="*/ 0 h 7950"/>
                  <a:gd name="connsiteX4" fmla="*/ 7951 w 7950"/>
                  <a:gd name="connsiteY4" fmla="*/ 3975 h 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50" h="7950">
                    <a:moveTo>
                      <a:pt x="7951" y="3975"/>
                    </a:moveTo>
                    <a:cubicBezTo>
                      <a:pt x="7951" y="6171"/>
                      <a:pt x="6171" y="7950"/>
                      <a:pt x="3975" y="7950"/>
                    </a:cubicBezTo>
                    <a:cubicBezTo>
                      <a:pt x="1780" y="7950"/>
                      <a:pt x="0" y="6170"/>
                      <a:pt x="0" y="3975"/>
                    </a:cubicBezTo>
                    <a:cubicBezTo>
                      <a:pt x="0" y="1780"/>
                      <a:pt x="1780" y="0"/>
                      <a:pt x="3975" y="0"/>
                    </a:cubicBezTo>
                    <a:cubicBezTo>
                      <a:pt x="6171" y="0"/>
                      <a:pt x="7951" y="1780"/>
                      <a:pt x="7951" y="39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0" name="Forme libre : forme 1349">
                <a:extLst>
                  <a:ext uri="{FF2B5EF4-FFF2-40B4-BE49-F238E27FC236}">
                    <a16:creationId xmlns:a16="http://schemas.microsoft.com/office/drawing/2014/main" id="{28E1D0D6-0ED5-4187-9B2D-891D4AECA10B}"/>
                  </a:ext>
                </a:extLst>
              </p:cNvPr>
              <p:cNvSpPr/>
              <p:nvPr/>
            </p:nvSpPr>
            <p:spPr>
              <a:xfrm>
                <a:off x="8875457" y="4846988"/>
                <a:ext cx="6861" cy="6861"/>
              </a:xfrm>
              <a:custGeom>
                <a:avLst/>
                <a:gdLst>
                  <a:gd name="connsiteX0" fmla="*/ 6861 w 6861"/>
                  <a:gd name="connsiteY0" fmla="*/ 3431 h 6861"/>
                  <a:gd name="connsiteX1" fmla="*/ 3431 w 6861"/>
                  <a:gd name="connsiteY1" fmla="*/ 6861 h 6861"/>
                  <a:gd name="connsiteX2" fmla="*/ 0 w 6861"/>
                  <a:gd name="connsiteY2" fmla="*/ 3431 h 6861"/>
                  <a:gd name="connsiteX3" fmla="*/ 3431 w 6861"/>
                  <a:gd name="connsiteY3" fmla="*/ 0 h 6861"/>
                  <a:gd name="connsiteX4" fmla="*/ 6861 w 6861"/>
                  <a:gd name="connsiteY4" fmla="*/ 3431 h 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61" h="6861">
                    <a:moveTo>
                      <a:pt x="6861" y="3431"/>
                    </a:moveTo>
                    <a:cubicBezTo>
                      <a:pt x="6861" y="5325"/>
                      <a:pt x="5325" y="6861"/>
                      <a:pt x="3431" y="6861"/>
                    </a:cubicBezTo>
                    <a:cubicBezTo>
                      <a:pt x="1536" y="6861"/>
                      <a:pt x="0" y="5325"/>
                      <a:pt x="0" y="3431"/>
                    </a:cubicBezTo>
                    <a:cubicBezTo>
                      <a:pt x="0" y="1536"/>
                      <a:pt x="1536" y="0"/>
                      <a:pt x="3431" y="0"/>
                    </a:cubicBezTo>
                    <a:cubicBezTo>
                      <a:pt x="5325" y="0"/>
                      <a:pt x="6861" y="1536"/>
                      <a:pt x="6861" y="34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1" name="Forme libre : forme 1350">
                <a:extLst>
                  <a:ext uri="{FF2B5EF4-FFF2-40B4-BE49-F238E27FC236}">
                    <a16:creationId xmlns:a16="http://schemas.microsoft.com/office/drawing/2014/main" id="{2F28E861-701F-4489-AC4B-1FA32D88A3CE}"/>
                  </a:ext>
                </a:extLst>
              </p:cNvPr>
              <p:cNvSpPr/>
              <p:nvPr/>
            </p:nvSpPr>
            <p:spPr>
              <a:xfrm>
                <a:off x="8870012" y="4867844"/>
                <a:ext cx="2504" cy="2504"/>
              </a:xfrm>
              <a:custGeom>
                <a:avLst/>
                <a:gdLst>
                  <a:gd name="connsiteX0" fmla="*/ 2505 w 2504"/>
                  <a:gd name="connsiteY0" fmla="*/ 1253 h 2504"/>
                  <a:gd name="connsiteX1" fmla="*/ 1253 w 2504"/>
                  <a:gd name="connsiteY1" fmla="*/ 2505 h 2504"/>
                  <a:gd name="connsiteX2" fmla="*/ 0 w 2504"/>
                  <a:gd name="connsiteY2" fmla="*/ 1253 h 2504"/>
                  <a:gd name="connsiteX3" fmla="*/ 1253 w 2504"/>
                  <a:gd name="connsiteY3" fmla="*/ 0 h 2504"/>
                  <a:gd name="connsiteX4" fmla="*/ 2505 w 2504"/>
                  <a:gd name="connsiteY4" fmla="*/ 1253 h 2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4" h="2504">
                    <a:moveTo>
                      <a:pt x="2505" y="1253"/>
                    </a:moveTo>
                    <a:cubicBezTo>
                      <a:pt x="2505" y="1944"/>
                      <a:pt x="1944" y="2505"/>
                      <a:pt x="1253" y="2505"/>
                    </a:cubicBezTo>
                    <a:cubicBezTo>
                      <a:pt x="561" y="2505"/>
                      <a:pt x="0" y="1944"/>
                      <a:pt x="0" y="1253"/>
                    </a:cubicBezTo>
                    <a:cubicBezTo>
                      <a:pt x="0" y="561"/>
                      <a:pt x="561" y="0"/>
                      <a:pt x="1253" y="0"/>
                    </a:cubicBezTo>
                    <a:cubicBezTo>
                      <a:pt x="1945" y="0"/>
                      <a:pt x="2505" y="561"/>
                      <a:pt x="2505" y="12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2" name="Forme libre : forme 1351">
                <a:extLst>
                  <a:ext uri="{FF2B5EF4-FFF2-40B4-BE49-F238E27FC236}">
                    <a16:creationId xmlns:a16="http://schemas.microsoft.com/office/drawing/2014/main" id="{62D9637C-F818-4885-BF0A-AE1558EA8F41}"/>
                  </a:ext>
                </a:extLst>
              </p:cNvPr>
              <p:cNvSpPr/>
              <p:nvPr/>
            </p:nvSpPr>
            <p:spPr>
              <a:xfrm>
                <a:off x="8938842" y="4862235"/>
                <a:ext cx="4029" cy="4029"/>
              </a:xfrm>
              <a:custGeom>
                <a:avLst/>
                <a:gdLst>
                  <a:gd name="connsiteX0" fmla="*/ 4030 w 4029"/>
                  <a:gd name="connsiteY0" fmla="*/ 2015 h 4029"/>
                  <a:gd name="connsiteX1" fmla="*/ 2015 w 4029"/>
                  <a:gd name="connsiteY1" fmla="*/ 4030 h 4029"/>
                  <a:gd name="connsiteX2" fmla="*/ 0 w 4029"/>
                  <a:gd name="connsiteY2" fmla="*/ 2015 h 4029"/>
                  <a:gd name="connsiteX3" fmla="*/ 2015 w 4029"/>
                  <a:gd name="connsiteY3" fmla="*/ 0 h 4029"/>
                  <a:gd name="connsiteX4" fmla="*/ 4030 w 4029"/>
                  <a:gd name="connsiteY4" fmla="*/ 2015 h 4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9" h="4029">
                    <a:moveTo>
                      <a:pt x="4030" y="2015"/>
                    </a:moveTo>
                    <a:cubicBezTo>
                      <a:pt x="4030" y="3128"/>
                      <a:pt x="3128" y="4030"/>
                      <a:pt x="2015" y="4030"/>
                    </a:cubicBezTo>
                    <a:cubicBezTo>
                      <a:pt x="902" y="4030"/>
                      <a:pt x="0" y="3128"/>
                      <a:pt x="0" y="2015"/>
                    </a:cubicBezTo>
                    <a:cubicBezTo>
                      <a:pt x="0" y="902"/>
                      <a:pt x="902" y="0"/>
                      <a:pt x="2015" y="0"/>
                    </a:cubicBezTo>
                    <a:cubicBezTo>
                      <a:pt x="3128" y="0"/>
                      <a:pt x="4030" y="902"/>
                      <a:pt x="4030" y="20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3" name="Forme libre : forme 1352">
                <a:extLst>
                  <a:ext uri="{FF2B5EF4-FFF2-40B4-BE49-F238E27FC236}">
                    <a16:creationId xmlns:a16="http://schemas.microsoft.com/office/drawing/2014/main" id="{86BA3AA1-D276-4601-BAD8-4CBF71F5CB35}"/>
                  </a:ext>
                </a:extLst>
              </p:cNvPr>
              <p:cNvSpPr/>
              <p:nvPr/>
            </p:nvSpPr>
            <p:spPr>
              <a:xfrm>
                <a:off x="8947881" y="4866700"/>
                <a:ext cx="2504" cy="2504"/>
              </a:xfrm>
              <a:custGeom>
                <a:avLst/>
                <a:gdLst>
                  <a:gd name="connsiteX0" fmla="*/ 2505 w 2504"/>
                  <a:gd name="connsiteY0" fmla="*/ 1252 h 2504"/>
                  <a:gd name="connsiteX1" fmla="*/ 1253 w 2504"/>
                  <a:gd name="connsiteY1" fmla="*/ 2505 h 2504"/>
                  <a:gd name="connsiteX2" fmla="*/ 0 w 2504"/>
                  <a:gd name="connsiteY2" fmla="*/ 1252 h 2504"/>
                  <a:gd name="connsiteX3" fmla="*/ 1253 w 2504"/>
                  <a:gd name="connsiteY3" fmla="*/ 0 h 2504"/>
                  <a:gd name="connsiteX4" fmla="*/ 2505 w 2504"/>
                  <a:gd name="connsiteY4" fmla="*/ 1252 h 2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4" h="2504">
                    <a:moveTo>
                      <a:pt x="2505" y="1252"/>
                    </a:moveTo>
                    <a:cubicBezTo>
                      <a:pt x="2505" y="1944"/>
                      <a:pt x="1944" y="2505"/>
                      <a:pt x="1253" y="2505"/>
                    </a:cubicBezTo>
                    <a:cubicBezTo>
                      <a:pt x="561" y="2505"/>
                      <a:pt x="0" y="1944"/>
                      <a:pt x="0" y="1252"/>
                    </a:cubicBezTo>
                    <a:cubicBezTo>
                      <a:pt x="0" y="561"/>
                      <a:pt x="562" y="0"/>
                      <a:pt x="1253" y="0"/>
                    </a:cubicBezTo>
                    <a:cubicBezTo>
                      <a:pt x="1945" y="0"/>
                      <a:pt x="2505" y="561"/>
                      <a:pt x="2505" y="12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4" name="Forme libre : forme 1353">
                <a:extLst>
                  <a:ext uri="{FF2B5EF4-FFF2-40B4-BE49-F238E27FC236}">
                    <a16:creationId xmlns:a16="http://schemas.microsoft.com/office/drawing/2014/main" id="{DB2D1D11-CEF2-47FE-AC4E-3B3331802D16}"/>
                  </a:ext>
                </a:extLst>
              </p:cNvPr>
              <p:cNvSpPr/>
              <p:nvPr/>
            </p:nvSpPr>
            <p:spPr>
              <a:xfrm>
                <a:off x="8946247" y="4841543"/>
                <a:ext cx="4574" cy="4574"/>
              </a:xfrm>
              <a:custGeom>
                <a:avLst/>
                <a:gdLst>
                  <a:gd name="connsiteX0" fmla="*/ 4574 w 4574"/>
                  <a:gd name="connsiteY0" fmla="*/ 2287 h 4574"/>
                  <a:gd name="connsiteX1" fmla="*/ 2287 w 4574"/>
                  <a:gd name="connsiteY1" fmla="*/ 4574 h 4574"/>
                  <a:gd name="connsiteX2" fmla="*/ 0 w 4574"/>
                  <a:gd name="connsiteY2" fmla="*/ 2287 h 4574"/>
                  <a:gd name="connsiteX3" fmla="*/ 2287 w 4574"/>
                  <a:gd name="connsiteY3" fmla="*/ 0 h 4574"/>
                  <a:gd name="connsiteX4" fmla="*/ 4574 w 4574"/>
                  <a:gd name="connsiteY4" fmla="*/ 2287 h 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4" h="4574">
                    <a:moveTo>
                      <a:pt x="4574" y="2287"/>
                    </a:moveTo>
                    <a:cubicBezTo>
                      <a:pt x="4574" y="3550"/>
                      <a:pt x="3550" y="4574"/>
                      <a:pt x="2287" y="4574"/>
                    </a:cubicBezTo>
                    <a:cubicBezTo>
                      <a:pt x="1024" y="4574"/>
                      <a:pt x="0" y="3550"/>
                      <a:pt x="0" y="2287"/>
                    </a:cubicBezTo>
                    <a:cubicBezTo>
                      <a:pt x="0" y="1024"/>
                      <a:pt x="1023" y="0"/>
                      <a:pt x="2287" y="0"/>
                    </a:cubicBezTo>
                    <a:cubicBezTo>
                      <a:pt x="3550" y="0"/>
                      <a:pt x="4574" y="1024"/>
                      <a:pt x="4574" y="22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5" name="Forme libre : forme 1354">
                <a:extLst>
                  <a:ext uri="{FF2B5EF4-FFF2-40B4-BE49-F238E27FC236}">
                    <a16:creationId xmlns:a16="http://schemas.microsoft.com/office/drawing/2014/main" id="{29B26E5C-44BA-44BF-8E09-258790DA315F}"/>
                  </a:ext>
                </a:extLst>
              </p:cNvPr>
              <p:cNvSpPr/>
              <p:nvPr/>
            </p:nvSpPr>
            <p:spPr>
              <a:xfrm>
                <a:off x="8956049" y="4823627"/>
                <a:ext cx="2613" cy="2613"/>
              </a:xfrm>
              <a:custGeom>
                <a:avLst/>
                <a:gdLst>
                  <a:gd name="connsiteX0" fmla="*/ 2613 w 2613"/>
                  <a:gd name="connsiteY0" fmla="*/ 1307 h 2613"/>
                  <a:gd name="connsiteX1" fmla="*/ 1307 w 2613"/>
                  <a:gd name="connsiteY1" fmla="*/ 2614 h 2613"/>
                  <a:gd name="connsiteX2" fmla="*/ 0 w 2613"/>
                  <a:gd name="connsiteY2" fmla="*/ 1307 h 2613"/>
                  <a:gd name="connsiteX3" fmla="*/ 1307 w 2613"/>
                  <a:gd name="connsiteY3" fmla="*/ 0 h 2613"/>
                  <a:gd name="connsiteX4" fmla="*/ 2613 w 2613"/>
                  <a:gd name="connsiteY4" fmla="*/ 1307 h 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3" h="2613">
                    <a:moveTo>
                      <a:pt x="2613" y="1307"/>
                    </a:moveTo>
                    <a:cubicBezTo>
                      <a:pt x="2613" y="2029"/>
                      <a:pt x="2029" y="2614"/>
                      <a:pt x="1307" y="2614"/>
                    </a:cubicBezTo>
                    <a:cubicBezTo>
                      <a:pt x="585" y="2614"/>
                      <a:pt x="0" y="2029"/>
                      <a:pt x="0" y="1307"/>
                    </a:cubicBezTo>
                    <a:cubicBezTo>
                      <a:pt x="0" y="585"/>
                      <a:pt x="585" y="0"/>
                      <a:pt x="1307" y="0"/>
                    </a:cubicBezTo>
                    <a:cubicBezTo>
                      <a:pt x="2029" y="0"/>
                      <a:pt x="2613" y="585"/>
                      <a:pt x="2613" y="13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6" name="Forme libre : forme 1355">
                <a:extLst>
                  <a:ext uri="{FF2B5EF4-FFF2-40B4-BE49-F238E27FC236}">
                    <a16:creationId xmlns:a16="http://schemas.microsoft.com/office/drawing/2014/main" id="{61A5106C-274C-4203-94A2-46EB980C29EC}"/>
                  </a:ext>
                </a:extLst>
              </p:cNvPr>
              <p:cNvSpPr/>
              <p:nvPr/>
            </p:nvSpPr>
            <p:spPr>
              <a:xfrm>
                <a:off x="8963346" y="4808326"/>
                <a:ext cx="2831" cy="2831"/>
              </a:xfrm>
              <a:custGeom>
                <a:avLst/>
                <a:gdLst>
                  <a:gd name="connsiteX0" fmla="*/ 2831 w 2831"/>
                  <a:gd name="connsiteY0" fmla="*/ 1416 h 2831"/>
                  <a:gd name="connsiteX1" fmla="*/ 1415 w 2831"/>
                  <a:gd name="connsiteY1" fmla="*/ 2832 h 2831"/>
                  <a:gd name="connsiteX2" fmla="*/ 0 w 2831"/>
                  <a:gd name="connsiteY2" fmla="*/ 1416 h 2831"/>
                  <a:gd name="connsiteX3" fmla="*/ 1415 w 2831"/>
                  <a:gd name="connsiteY3" fmla="*/ 0 h 2831"/>
                  <a:gd name="connsiteX4" fmla="*/ 2831 w 2831"/>
                  <a:gd name="connsiteY4" fmla="*/ 1416 h 2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1" h="2831">
                    <a:moveTo>
                      <a:pt x="2831" y="1416"/>
                    </a:moveTo>
                    <a:cubicBezTo>
                      <a:pt x="2831" y="2198"/>
                      <a:pt x="2197" y="2832"/>
                      <a:pt x="1415" y="2832"/>
                    </a:cubicBezTo>
                    <a:cubicBezTo>
                      <a:pt x="634" y="2832"/>
                      <a:pt x="0" y="2198"/>
                      <a:pt x="0" y="1416"/>
                    </a:cubicBezTo>
                    <a:cubicBezTo>
                      <a:pt x="0" y="634"/>
                      <a:pt x="634" y="0"/>
                      <a:pt x="1415" y="0"/>
                    </a:cubicBezTo>
                    <a:cubicBezTo>
                      <a:pt x="2197" y="0"/>
                      <a:pt x="2831" y="634"/>
                      <a:pt x="2831" y="14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7" name="Forme libre : forme 1356">
                <a:extLst>
                  <a:ext uri="{FF2B5EF4-FFF2-40B4-BE49-F238E27FC236}">
                    <a16:creationId xmlns:a16="http://schemas.microsoft.com/office/drawing/2014/main" id="{F325FC22-24D8-4A4B-83E1-30DFCD46A6C4}"/>
                  </a:ext>
                </a:extLst>
              </p:cNvPr>
              <p:cNvSpPr/>
              <p:nvPr/>
            </p:nvSpPr>
            <p:spPr>
              <a:xfrm>
                <a:off x="9038056" y="4883908"/>
                <a:ext cx="4138" cy="4138"/>
              </a:xfrm>
              <a:custGeom>
                <a:avLst/>
                <a:gdLst>
                  <a:gd name="connsiteX0" fmla="*/ 4139 w 4138"/>
                  <a:gd name="connsiteY0" fmla="*/ 2069 h 4138"/>
                  <a:gd name="connsiteX1" fmla="*/ 2069 w 4138"/>
                  <a:gd name="connsiteY1" fmla="*/ 4138 h 4138"/>
                  <a:gd name="connsiteX2" fmla="*/ 0 w 4138"/>
                  <a:gd name="connsiteY2" fmla="*/ 2069 h 4138"/>
                  <a:gd name="connsiteX3" fmla="*/ 2069 w 4138"/>
                  <a:gd name="connsiteY3" fmla="*/ 0 h 4138"/>
                  <a:gd name="connsiteX4" fmla="*/ 4139 w 4138"/>
                  <a:gd name="connsiteY4" fmla="*/ 2069 h 4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38" h="4138">
                    <a:moveTo>
                      <a:pt x="4139" y="2069"/>
                    </a:moveTo>
                    <a:cubicBezTo>
                      <a:pt x="4139" y="3212"/>
                      <a:pt x="3212" y="4138"/>
                      <a:pt x="2069" y="4138"/>
                    </a:cubicBezTo>
                    <a:cubicBezTo>
                      <a:pt x="927" y="4138"/>
                      <a:pt x="0" y="3212"/>
                      <a:pt x="0" y="2069"/>
                    </a:cubicBezTo>
                    <a:cubicBezTo>
                      <a:pt x="0" y="927"/>
                      <a:pt x="927" y="0"/>
                      <a:pt x="2069" y="0"/>
                    </a:cubicBezTo>
                    <a:cubicBezTo>
                      <a:pt x="3212" y="0"/>
                      <a:pt x="4139" y="926"/>
                      <a:pt x="4139" y="20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8" name="Forme libre : forme 1357">
                <a:extLst>
                  <a:ext uri="{FF2B5EF4-FFF2-40B4-BE49-F238E27FC236}">
                    <a16:creationId xmlns:a16="http://schemas.microsoft.com/office/drawing/2014/main" id="{28B1F724-BDE8-4A3E-9A00-6EBC2673C66D}"/>
                  </a:ext>
                </a:extLst>
              </p:cNvPr>
              <p:cNvSpPr/>
              <p:nvPr/>
            </p:nvSpPr>
            <p:spPr>
              <a:xfrm>
                <a:off x="9021775" y="4894962"/>
                <a:ext cx="4356" cy="4356"/>
              </a:xfrm>
              <a:custGeom>
                <a:avLst/>
                <a:gdLst>
                  <a:gd name="connsiteX0" fmla="*/ 4356 w 4356"/>
                  <a:gd name="connsiteY0" fmla="*/ 2178 h 4356"/>
                  <a:gd name="connsiteX1" fmla="*/ 2178 w 4356"/>
                  <a:gd name="connsiteY1" fmla="*/ 4356 h 4356"/>
                  <a:gd name="connsiteX2" fmla="*/ 0 w 4356"/>
                  <a:gd name="connsiteY2" fmla="*/ 2178 h 4356"/>
                  <a:gd name="connsiteX3" fmla="*/ 2178 w 4356"/>
                  <a:gd name="connsiteY3" fmla="*/ 0 h 4356"/>
                  <a:gd name="connsiteX4" fmla="*/ 4356 w 4356"/>
                  <a:gd name="connsiteY4" fmla="*/ 2178 h 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" h="4356">
                    <a:moveTo>
                      <a:pt x="4356" y="2178"/>
                    </a:moveTo>
                    <a:cubicBezTo>
                      <a:pt x="4356" y="3381"/>
                      <a:pt x="3381" y="4356"/>
                      <a:pt x="2178" y="4356"/>
                    </a:cubicBezTo>
                    <a:cubicBezTo>
                      <a:pt x="975" y="4356"/>
                      <a:pt x="0" y="3381"/>
                      <a:pt x="0" y="2178"/>
                    </a:cubicBezTo>
                    <a:cubicBezTo>
                      <a:pt x="0" y="975"/>
                      <a:pt x="975" y="0"/>
                      <a:pt x="2178" y="0"/>
                    </a:cubicBezTo>
                    <a:cubicBezTo>
                      <a:pt x="3381" y="0"/>
                      <a:pt x="4356" y="975"/>
                      <a:pt x="4356" y="21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9" name="Forme libre : forme 1358">
                <a:extLst>
                  <a:ext uri="{FF2B5EF4-FFF2-40B4-BE49-F238E27FC236}">
                    <a16:creationId xmlns:a16="http://schemas.microsoft.com/office/drawing/2014/main" id="{C45DC90D-EE44-4F52-A6CA-5B2965361944}"/>
                  </a:ext>
                </a:extLst>
              </p:cNvPr>
              <p:cNvSpPr/>
              <p:nvPr/>
            </p:nvSpPr>
            <p:spPr>
              <a:xfrm>
                <a:off x="9111188" y="4957856"/>
                <a:ext cx="3811" cy="3811"/>
              </a:xfrm>
              <a:custGeom>
                <a:avLst/>
                <a:gdLst>
                  <a:gd name="connsiteX0" fmla="*/ 3812 w 3811"/>
                  <a:gd name="connsiteY0" fmla="*/ 1906 h 3811"/>
                  <a:gd name="connsiteX1" fmla="*/ 1906 w 3811"/>
                  <a:gd name="connsiteY1" fmla="*/ 3812 h 3811"/>
                  <a:gd name="connsiteX2" fmla="*/ 0 w 3811"/>
                  <a:gd name="connsiteY2" fmla="*/ 1906 h 3811"/>
                  <a:gd name="connsiteX3" fmla="*/ 1906 w 3811"/>
                  <a:gd name="connsiteY3" fmla="*/ 0 h 3811"/>
                  <a:gd name="connsiteX4" fmla="*/ 3812 w 3811"/>
                  <a:gd name="connsiteY4" fmla="*/ 1906 h 3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1" h="3811">
                    <a:moveTo>
                      <a:pt x="3812" y="1906"/>
                    </a:moveTo>
                    <a:cubicBezTo>
                      <a:pt x="3812" y="2958"/>
                      <a:pt x="2958" y="3812"/>
                      <a:pt x="1906" y="3812"/>
                    </a:cubicBezTo>
                    <a:cubicBezTo>
                      <a:pt x="853" y="3812"/>
                      <a:pt x="0" y="2958"/>
                      <a:pt x="0" y="1906"/>
                    </a:cubicBezTo>
                    <a:cubicBezTo>
                      <a:pt x="0" y="853"/>
                      <a:pt x="854" y="0"/>
                      <a:pt x="1906" y="0"/>
                    </a:cubicBezTo>
                    <a:cubicBezTo>
                      <a:pt x="2959" y="0"/>
                      <a:pt x="3812" y="853"/>
                      <a:pt x="3812" y="19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0" name="Forme libre : forme 1359">
                <a:extLst>
                  <a:ext uri="{FF2B5EF4-FFF2-40B4-BE49-F238E27FC236}">
                    <a16:creationId xmlns:a16="http://schemas.microsoft.com/office/drawing/2014/main" id="{CACFE0D1-FD4A-4E7F-B41F-0231B586DCF8}"/>
                  </a:ext>
                </a:extLst>
              </p:cNvPr>
              <p:cNvSpPr/>
              <p:nvPr/>
            </p:nvSpPr>
            <p:spPr>
              <a:xfrm>
                <a:off x="9096758" y="4969509"/>
                <a:ext cx="3920" cy="3920"/>
              </a:xfrm>
              <a:custGeom>
                <a:avLst/>
                <a:gdLst>
                  <a:gd name="connsiteX0" fmla="*/ 3921 w 3920"/>
                  <a:gd name="connsiteY0" fmla="*/ 1960 h 3920"/>
                  <a:gd name="connsiteX1" fmla="*/ 1961 w 3920"/>
                  <a:gd name="connsiteY1" fmla="*/ 3921 h 3920"/>
                  <a:gd name="connsiteX2" fmla="*/ 0 w 3920"/>
                  <a:gd name="connsiteY2" fmla="*/ 1960 h 3920"/>
                  <a:gd name="connsiteX3" fmla="*/ 1961 w 3920"/>
                  <a:gd name="connsiteY3" fmla="*/ 0 h 3920"/>
                  <a:gd name="connsiteX4" fmla="*/ 3921 w 3920"/>
                  <a:gd name="connsiteY4" fmla="*/ 196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20" h="3920">
                    <a:moveTo>
                      <a:pt x="3921" y="1960"/>
                    </a:moveTo>
                    <a:cubicBezTo>
                      <a:pt x="3921" y="3043"/>
                      <a:pt x="3043" y="3921"/>
                      <a:pt x="1961" y="3921"/>
                    </a:cubicBezTo>
                    <a:cubicBezTo>
                      <a:pt x="878" y="3921"/>
                      <a:pt x="0" y="3043"/>
                      <a:pt x="0" y="1960"/>
                    </a:cubicBezTo>
                    <a:cubicBezTo>
                      <a:pt x="0" y="878"/>
                      <a:pt x="878" y="0"/>
                      <a:pt x="1961" y="0"/>
                    </a:cubicBezTo>
                    <a:cubicBezTo>
                      <a:pt x="3043" y="0"/>
                      <a:pt x="3921" y="878"/>
                      <a:pt x="3921" y="19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1" name="Forme libre : forme 1360">
                <a:extLst>
                  <a:ext uri="{FF2B5EF4-FFF2-40B4-BE49-F238E27FC236}">
                    <a16:creationId xmlns:a16="http://schemas.microsoft.com/office/drawing/2014/main" id="{A19010CD-9A0E-41F9-823F-258F19D8B0F9}"/>
                  </a:ext>
                </a:extLst>
              </p:cNvPr>
              <p:cNvSpPr/>
              <p:nvPr/>
            </p:nvSpPr>
            <p:spPr>
              <a:xfrm>
                <a:off x="9085486" y="4976697"/>
                <a:ext cx="2504" cy="2504"/>
              </a:xfrm>
              <a:custGeom>
                <a:avLst/>
                <a:gdLst>
                  <a:gd name="connsiteX0" fmla="*/ 2505 w 2504"/>
                  <a:gd name="connsiteY0" fmla="*/ 1252 h 2504"/>
                  <a:gd name="connsiteX1" fmla="*/ 1252 w 2504"/>
                  <a:gd name="connsiteY1" fmla="*/ 2505 h 2504"/>
                  <a:gd name="connsiteX2" fmla="*/ 0 w 2504"/>
                  <a:gd name="connsiteY2" fmla="*/ 1252 h 2504"/>
                  <a:gd name="connsiteX3" fmla="*/ 1252 w 2504"/>
                  <a:gd name="connsiteY3" fmla="*/ 0 h 2504"/>
                  <a:gd name="connsiteX4" fmla="*/ 2505 w 2504"/>
                  <a:gd name="connsiteY4" fmla="*/ 1252 h 2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4" h="2504">
                    <a:moveTo>
                      <a:pt x="2505" y="1252"/>
                    </a:moveTo>
                    <a:cubicBezTo>
                      <a:pt x="2505" y="1944"/>
                      <a:pt x="1944" y="2505"/>
                      <a:pt x="1252" y="2505"/>
                    </a:cubicBezTo>
                    <a:cubicBezTo>
                      <a:pt x="560" y="2505"/>
                      <a:pt x="0" y="1944"/>
                      <a:pt x="0" y="1252"/>
                    </a:cubicBezTo>
                    <a:cubicBezTo>
                      <a:pt x="0" y="561"/>
                      <a:pt x="561" y="0"/>
                      <a:pt x="1252" y="0"/>
                    </a:cubicBezTo>
                    <a:cubicBezTo>
                      <a:pt x="1944" y="0"/>
                      <a:pt x="2505" y="561"/>
                      <a:pt x="2505" y="12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2" name="Forme libre : forme 1361">
                <a:extLst>
                  <a:ext uri="{FF2B5EF4-FFF2-40B4-BE49-F238E27FC236}">
                    <a16:creationId xmlns:a16="http://schemas.microsoft.com/office/drawing/2014/main" id="{1CB1B498-9151-41D6-B280-3CF98560335C}"/>
                  </a:ext>
                </a:extLst>
              </p:cNvPr>
              <p:cNvSpPr/>
              <p:nvPr/>
            </p:nvSpPr>
            <p:spPr>
              <a:xfrm>
                <a:off x="9118920" y="5074659"/>
                <a:ext cx="5445" cy="5445"/>
              </a:xfrm>
              <a:custGeom>
                <a:avLst/>
                <a:gdLst>
                  <a:gd name="connsiteX0" fmla="*/ 5445 w 5445"/>
                  <a:gd name="connsiteY0" fmla="*/ 2723 h 5445"/>
                  <a:gd name="connsiteX1" fmla="*/ 2723 w 5445"/>
                  <a:gd name="connsiteY1" fmla="*/ 5445 h 5445"/>
                  <a:gd name="connsiteX2" fmla="*/ 0 w 5445"/>
                  <a:gd name="connsiteY2" fmla="*/ 2723 h 5445"/>
                  <a:gd name="connsiteX3" fmla="*/ 2723 w 5445"/>
                  <a:gd name="connsiteY3" fmla="*/ 0 h 5445"/>
                  <a:gd name="connsiteX4" fmla="*/ 5445 w 5445"/>
                  <a:gd name="connsiteY4" fmla="*/ 2723 h 5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5" h="5445">
                    <a:moveTo>
                      <a:pt x="5445" y="2723"/>
                    </a:moveTo>
                    <a:cubicBezTo>
                      <a:pt x="5445" y="4226"/>
                      <a:pt x="4226" y="5445"/>
                      <a:pt x="2723" y="5445"/>
                    </a:cubicBezTo>
                    <a:cubicBezTo>
                      <a:pt x="1219" y="5445"/>
                      <a:pt x="0" y="4226"/>
                      <a:pt x="0" y="2723"/>
                    </a:cubicBezTo>
                    <a:cubicBezTo>
                      <a:pt x="0" y="1219"/>
                      <a:pt x="1219" y="0"/>
                      <a:pt x="2723" y="0"/>
                    </a:cubicBezTo>
                    <a:cubicBezTo>
                      <a:pt x="4226" y="0"/>
                      <a:pt x="5445" y="1219"/>
                      <a:pt x="5445" y="27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3" name="Forme libre : forme 1362">
                <a:extLst>
                  <a:ext uri="{FF2B5EF4-FFF2-40B4-BE49-F238E27FC236}">
                    <a16:creationId xmlns:a16="http://schemas.microsoft.com/office/drawing/2014/main" id="{ADF01542-08F7-449C-BD1A-6C13EA175227}"/>
                  </a:ext>
                </a:extLst>
              </p:cNvPr>
              <p:cNvSpPr/>
              <p:nvPr/>
            </p:nvSpPr>
            <p:spPr>
              <a:xfrm>
                <a:off x="9097193" y="5069377"/>
                <a:ext cx="4356" cy="4356"/>
              </a:xfrm>
              <a:custGeom>
                <a:avLst/>
                <a:gdLst>
                  <a:gd name="connsiteX0" fmla="*/ 4357 w 4356"/>
                  <a:gd name="connsiteY0" fmla="*/ 2178 h 4356"/>
                  <a:gd name="connsiteX1" fmla="*/ 2178 w 4356"/>
                  <a:gd name="connsiteY1" fmla="*/ 4356 h 4356"/>
                  <a:gd name="connsiteX2" fmla="*/ 0 w 4356"/>
                  <a:gd name="connsiteY2" fmla="*/ 2178 h 4356"/>
                  <a:gd name="connsiteX3" fmla="*/ 2178 w 4356"/>
                  <a:gd name="connsiteY3" fmla="*/ 0 h 4356"/>
                  <a:gd name="connsiteX4" fmla="*/ 4357 w 4356"/>
                  <a:gd name="connsiteY4" fmla="*/ 2178 h 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" h="4356">
                    <a:moveTo>
                      <a:pt x="4357" y="2178"/>
                    </a:moveTo>
                    <a:cubicBezTo>
                      <a:pt x="4357" y="3381"/>
                      <a:pt x="3381" y="4356"/>
                      <a:pt x="2178" y="4356"/>
                    </a:cubicBezTo>
                    <a:cubicBezTo>
                      <a:pt x="975" y="4356"/>
                      <a:pt x="0" y="3381"/>
                      <a:pt x="0" y="2178"/>
                    </a:cubicBezTo>
                    <a:cubicBezTo>
                      <a:pt x="0" y="975"/>
                      <a:pt x="975" y="0"/>
                      <a:pt x="2178" y="0"/>
                    </a:cubicBezTo>
                    <a:cubicBezTo>
                      <a:pt x="3381" y="0"/>
                      <a:pt x="4357" y="975"/>
                      <a:pt x="4357" y="21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4" name="Forme libre : forme 1363">
                <a:extLst>
                  <a:ext uri="{FF2B5EF4-FFF2-40B4-BE49-F238E27FC236}">
                    <a16:creationId xmlns:a16="http://schemas.microsoft.com/office/drawing/2014/main" id="{4D5C09E0-0A7D-4F43-856E-2CF3BF3D749A}"/>
                  </a:ext>
                </a:extLst>
              </p:cNvPr>
              <p:cNvSpPr/>
              <p:nvPr/>
            </p:nvSpPr>
            <p:spPr>
              <a:xfrm>
                <a:off x="9091367" y="5069976"/>
                <a:ext cx="3158" cy="3158"/>
              </a:xfrm>
              <a:custGeom>
                <a:avLst/>
                <a:gdLst>
                  <a:gd name="connsiteX0" fmla="*/ 3158 w 3158"/>
                  <a:gd name="connsiteY0" fmla="*/ 1579 h 3158"/>
                  <a:gd name="connsiteX1" fmla="*/ 1579 w 3158"/>
                  <a:gd name="connsiteY1" fmla="*/ 3158 h 3158"/>
                  <a:gd name="connsiteX2" fmla="*/ 0 w 3158"/>
                  <a:gd name="connsiteY2" fmla="*/ 1579 h 3158"/>
                  <a:gd name="connsiteX3" fmla="*/ 1579 w 3158"/>
                  <a:gd name="connsiteY3" fmla="*/ 0 h 3158"/>
                  <a:gd name="connsiteX4" fmla="*/ 3158 w 3158"/>
                  <a:gd name="connsiteY4" fmla="*/ 1579 h 3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8" h="3158">
                    <a:moveTo>
                      <a:pt x="3158" y="1579"/>
                    </a:moveTo>
                    <a:cubicBezTo>
                      <a:pt x="3158" y="2451"/>
                      <a:pt x="2451" y="3158"/>
                      <a:pt x="1579" y="3158"/>
                    </a:cubicBezTo>
                    <a:cubicBezTo>
                      <a:pt x="707" y="3158"/>
                      <a:pt x="0" y="2451"/>
                      <a:pt x="0" y="1579"/>
                    </a:cubicBezTo>
                    <a:cubicBezTo>
                      <a:pt x="0" y="707"/>
                      <a:pt x="707" y="0"/>
                      <a:pt x="1579" y="0"/>
                    </a:cubicBezTo>
                    <a:cubicBezTo>
                      <a:pt x="2451" y="0"/>
                      <a:pt x="3158" y="707"/>
                      <a:pt x="3158" y="15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5" name="Forme libre : forme 1364">
                <a:extLst>
                  <a:ext uri="{FF2B5EF4-FFF2-40B4-BE49-F238E27FC236}">
                    <a16:creationId xmlns:a16="http://schemas.microsoft.com/office/drawing/2014/main" id="{290A1343-664C-4CD0-8F9B-6CA261C7AABD}"/>
                  </a:ext>
                </a:extLst>
              </p:cNvPr>
              <p:cNvSpPr/>
              <p:nvPr/>
            </p:nvSpPr>
            <p:spPr>
              <a:xfrm>
                <a:off x="9075575" y="5055927"/>
                <a:ext cx="7078" cy="7078"/>
              </a:xfrm>
              <a:custGeom>
                <a:avLst/>
                <a:gdLst>
                  <a:gd name="connsiteX0" fmla="*/ 7079 w 7078"/>
                  <a:gd name="connsiteY0" fmla="*/ 3539 h 7078"/>
                  <a:gd name="connsiteX1" fmla="*/ 3539 w 7078"/>
                  <a:gd name="connsiteY1" fmla="*/ 7079 h 7078"/>
                  <a:gd name="connsiteX2" fmla="*/ 0 w 7078"/>
                  <a:gd name="connsiteY2" fmla="*/ 3539 h 7078"/>
                  <a:gd name="connsiteX3" fmla="*/ 3539 w 7078"/>
                  <a:gd name="connsiteY3" fmla="*/ 0 h 7078"/>
                  <a:gd name="connsiteX4" fmla="*/ 7079 w 7078"/>
                  <a:gd name="connsiteY4" fmla="*/ 3539 h 7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78" h="7078">
                    <a:moveTo>
                      <a:pt x="7079" y="3539"/>
                    </a:moveTo>
                    <a:cubicBezTo>
                      <a:pt x="7079" y="5494"/>
                      <a:pt x="5494" y="7079"/>
                      <a:pt x="3539" y="7079"/>
                    </a:cubicBezTo>
                    <a:cubicBezTo>
                      <a:pt x="1584" y="7079"/>
                      <a:pt x="0" y="5494"/>
                      <a:pt x="0" y="3539"/>
                    </a:cubicBezTo>
                    <a:cubicBezTo>
                      <a:pt x="0" y="1584"/>
                      <a:pt x="1584" y="0"/>
                      <a:pt x="3539" y="0"/>
                    </a:cubicBezTo>
                    <a:cubicBezTo>
                      <a:pt x="5494" y="0"/>
                      <a:pt x="7079" y="1584"/>
                      <a:pt x="7079" y="35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6" name="Forme libre : forme 1365">
                <a:extLst>
                  <a:ext uri="{FF2B5EF4-FFF2-40B4-BE49-F238E27FC236}">
                    <a16:creationId xmlns:a16="http://schemas.microsoft.com/office/drawing/2014/main" id="{145FF58C-0F25-478B-88E7-99C7F743BB6A}"/>
                  </a:ext>
                </a:extLst>
              </p:cNvPr>
              <p:cNvSpPr/>
              <p:nvPr/>
            </p:nvSpPr>
            <p:spPr>
              <a:xfrm>
                <a:off x="9069966" y="5063551"/>
                <a:ext cx="3920" cy="3920"/>
              </a:xfrm>
              <a:custGeom>
                <a:avLst/>
                <a:gdLst>
                  <a:gd name="connsiteX0" fmla="*/ 3921 w 3920"/>
                  <a:gd name="connsiteY0" fmla="*/ 1960 h 3920"/>
                  <a:gd name="connsiteX1" fmla="*/ 1960 w 3920"/>
                  <a:gd name="connsiteY1" fmla="*/ 3921 h 3920"/>
                  <a:gd name="connsiteX2" fmla="*/ 0 w 3920"/>
                  <a:gd name="connsiteY2" fmla="*/ 1960 h 3920"/>
                  <a:gd name="connsiteX3" fmla="*/ 1960 w 3920"/>
                  <a:gd name="connsiteY3" fmla="*/ 0 h 3920"/>
                  <a:gd name="connsiteX4" fmla="*/ 3921 w 3920"/>
                  <a:gd name="connsiteY4" fmla="*/ 1960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20" h="3920">
                    <a:moveTo>
                      <a:pt x="3921" y="1960"/>
                    </a:moveTo>
                    <a:cubicBezTo>
                      <a:pt x="3921" y="3043"/>
                      <a:pt x="3043" y="3921"/>
                      <a:pt x="1960" y="3921"/>
                    </a:cubicBezTo>
                    <a:cubicBezTo>
                      <a:pt x="877" y="3921"/>
                      <a:pt x="0" y="3043"/>
                      <a:pt x="0" y="1960"/>
                    </a:cubicBezTo>
                    <a:cubicBezTo>
                      <a:pt x="0" y="878"/>
                      <a:pt x="877" y="0"/>
                      <a:pt x="1960" y="0"/>
                    </a:cubicBezTo>
                    <a:cubicBezTo>
                      <a:pt x="3043" y="0"/>
                      <a:pt x="3921" y="878"/>
                      <a:pt x="3921" y="19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7" name="Forme libre : forme 1366">
                <a:extLst>
                  <a:ext uri="{FF2B5EF4-FFF2-40B4-BE49-F238E27FC236}">
                    <a16:creationId xmlns:a16="http://schemas.microsoft.com/office/drawing/2014/main" id="{BA4C31AB-3633-4663-8CD3-2154814AB2D1}"/>
                  </a:ext>
                </a:extLst>
              </p:cNvPr>
              <p:cNvSpPr/>
              <p:nvPr/>
            </p:nvSpPr>
            <p:spPr>
              <a:xfrm>
                <a:off x="9101168" y="5102213"/>
                <a:ext cx="3485" cy="3485"/>
              </a:xfrm>
              <a:custGeom>
                <a:avLst/>
                <a:gdLst>
                  <a:gd name="connsiteX0" fmla="*/ 3485 w 3485"/>
                  <a:gd name="connsiteY0" fmla="*/ 1743 h 3485"/>
                  <a:gd name="connsiteX1" fmla="*/ 1743 w 3485"/>
                  <a:gd name="connsiteY1" fmla="*/ 3485 h 3485"/>
                  <a:gd name="connsiteX2" fmla="*/ 1 w 3485"/>
                  <a:gd name="connsiteY2" fmla="*/ 1743 h 3485"/>
                  <a:gd name="connsiteX3" fmla="*/ 1743 w 3485"/>
                  <a:gd name="connsiteY3" fmla="*/ 0 h 3485"/>
                  <a:gd name="connsiteX4" fmla="*/ 3485 w 3485"/>
                  <a:gd name="connsiteY4" fmla="*/ 1743 h 3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5" h="3485">
                    <a:moveTo>
                      <a:pt x="3485" y="1743"/>
                    </a:moveTo>
                    <a:cubicBezTo>
                      <a:pt x="3485" y="2705"/>
                      <a:pt x="2705" y="3485"/>
                      <a:pt x="1743" y="3485"/>
                    </a:cubicBezTo>
                    <a:cubicBezTo>
                      <a:pt x="780" y="3485"/>
                      <a:pt x="1" y="2705"/>
                      <a:pt x="1" y="1743"/>
                    </a:cubicBezTo>
                    <a:cubicBezTo>
                      <a:pt x="1" y="780"/>
                      <a:pt x="781" y="0"/>
                      <a:pt x="1743" y="0"/>
                    </a:cubicBezTo>
                    <a:cubicBezTo>
                      <a:pt x="2705" y="0"/>
                      <a:pt x="3485" y="780"/>
                      <a:pt x="3485" y="17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8" name="Forme libre : forme 1367">
                <a:extLst>
                  <a:ext uri="{FF2B5EF4-FFF2-40B4-BE49-F238E27FC236}">
                    <a16:creationId xmlns:a16="http://schemas.microsoft.com/office/drawing/2014/main" id="{3D274012-8793-429B-BF20-58C395403419}"/>
                  </a:ext>
                </a:extLst>
              </p:cNvPr>
              <p:cNvSpPr/>
              <p:nvPr/>
            </p:nvSpPr>
            <p:spPr>
              <a:xfrm>
                <a:off x="9097738" y="5110817"/>
                <a:ext cx="2940" cy="2940"/>
              </a:xfrm>
              <a:custGeom>
                <a:avLst/>
                <a:gdLst>
                  <a:gd name="connsiteX0" fmla="*/ 2941 w 2940"/>
                  <a:gd name="connsiteY0" fmla="*/ 1470 h 2940"/>
                  <a:gd name="connsiteX1" fmla="*/ 1470 w 2940"/>
                  <a:gd name="connsiteY1" fmla="*/ 2941 h 2940"/>
                  <a:gd name="connsiteX2" fmla="*/ 0 w 2940"/>
                  <a:gd name="connsiteY2" fmla="*/ 1470 h 2940"/>
                  <a:gd name="connsiteX3" fmla="*/ 1470 w 2940"/>
                  <a:gd name="connsiteY3" fmla="*/ 0 h 2940"/>
                  <a:gd name="connsiteX4" fmla="*/ 2941 w 2940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40" h="2940">
                    <a:moveTo>
                      <a:pt x="2941" y="1470"/>
                    </a:moveTo>
                    <a:cubicBezTo>
                      <a:pt x="2941" y="2282"/>
                      <a:pt x="2283" y="2941"/>
                      <a:pt x="1470" y="2941"/>
                    </a:cubicBezTo>
                    <a:cubicBezTo>
                      <a:pt x="658" y="2941"/>
                      <a:pt x="0" y="2282"/>
                      <a:pt x="0" y="1470"/>
                    </a:cubicBezTo>
                    <a:cubicBezTo>
                      <a:pt x="0" y="658"/>
                      <a:pt x="658" y="0"/>
                      <a:pt x="1470" y="0"/>
                    </a:cubicBezTo>
                    <a:cubicBezTo>
                      <a:pt x="2283" y="0"/>
                      <a:pt x="2941" y="658"/>
                      <a:pt x="2941" y="14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9" name="Forme libre : forme 1368">
                <a:extLst>
                  <a:ext uri="{FF2B5EF4-FFF2-40B4-BE49-F238E27FC236}">
                    <a16:creationId xmlns:a16="http://schemas.microsoft.com/office/drawing/2014/main" id="{780901D2-1291-4775-B215-8FC975DEB963}"/>
                  </a:ext>
                </a:extLst>
              </p:cNvPr>
              <p:cNvSpPr/>
              <p:nvPr/>
            </p:nvSpPr>
            <p:spPr>
              <a:xfrm>
                <a:off x="9122133" y="5120509"/>
                <a:ext cx="5118" cy="5118"/>
              </a:xfrm>
              <a:custGeom>
                <a:avLst/>
                <a:gdLst>
                  <a:gd name="connsiteX0" fmla="*/ 5119 w 5118"/>
                  <a:gd name="connsiteY0" fmla="*/ 2559 h 5118"/>
                  <a:gd name="connsiteX1" fmla="*/ 2560 w 5118"/>
                  <a:gd name="connsiteY1" fmla="*/ 5119 h 5118"/>
                  <a:gd name="connsiteX2" fmla="*/ 0 w 5118"/>
                  <a:gd name="connsiteY2" fmla="*/ 2559 h 5118"/>
                  <a:gd name="connsiteX3" fmla="*/ 2560 w 5118"/>
                  <a:gd name="connsiteY3" fmla="*/ 0 h 5118"/>
                  <a:gd name="connsiteX4" fmla="*/ 5119 w 5118"/>
                  <a:gd name="connsiteY4" fmla="*/ 2559 h 5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8" h="5118">
                    <a:moveTo>
                      <a:pt x="5119" y="2559"/>
                    </a:moveTo>
                    <a:cubicBezTo>
                      <a:pt x="5119" y="3973"/>
                      <a:pt x="3973" y="5119"/>
                      <a:pt x="2560" y="5119"/>
                    </a:cubicBezTo>
                    <a:cubicBezTo>
                      <a:pt x="1146" y="5119"/>
                      <a:pt x="0" y="3973"/>
                      <a:pt x="0" y="2559"/>
                    </a:cubicBezTo>
                    <a:cubicBezTo>
                      <a:pt x="0" y="1146"/>
                      <a:pt x="1146" y="0"/>
                      <a:pt x="2560" y="0"/>
                    </a:cubicBezTo>
                    <a:cubicBezTo>
                      <a:pt x="3973" y="0"/>
                      <a:pt x="5119" y="1146"/>
                      <a:pt x="5119" y="25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0" name="Forme libre : forme 1369">
                <a:extLst>
                  <a:ext uri="{FF2B5EF4-FFF2-40B4-BE49-F238E27FC236}">
                    <a16:creationId xmlns:a16="http://schemas.microsoft.com/office/drawing/2014/main" id="{FB518293-0713-48B8-B7D6-8322CA64E095}"/>
                  </a:ext>
                </a:extLst>
              </p:cNvPr>
              <p:cNvSpPr/>
              <p:nvPr/>
            </p:nvSpPr>
            <p:spPr>
              <a:xfrm>
                <a:off x="9118267" y="5123559"/>
                <a:ext cx="3376" cy="3376"/>
              </a:xfrm>
              <a:custGeom>
                <a:avLst/>
                <a:gdLst>
                  <a:gd name="connsiteX0" fmla="*/ 3376 w 3376"/>
                  <a:gd name="connsiteY0" fmla="*/ 1688 h 3376"/>
                  <a:gd name="connsiteX1" fmla="*/ 1688 w 3376"/>
                  <a:gd name="connsiteY1" fmla="*/ 3376 h 3376"/>
                  <a:gd name="connsiteX2" fmla="*/ -1 w 3376"/>
                  <a:gd name="connsiteY2" fmla="*/ 1688 h 3376"/>
                  <a:gd name="connsiteX3" fmla="*/ 1688 w 3376"/>
                  <a:gd name="connsiteY3" fmla="*/ 0 h 3376"/>
                  <a:gd name="connsiteX4" fmla="*/ 3376 w 3376"/>
                  <a:gd name="connsiteY4" fmla="*/ 1688 h 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6" h="3376">
                    <a:moveTo>
                      <a:pt x="3376" y="1688"/>
                    </a:moveTo>
                    <a:cubicBezTo>
                      <a:pt x="3376" y="2620"/>
                      <a:pt x="2620" y="3376"/>
                      <a:pt x="1688" y="3376"/>
                    </a:cubicBezTo>
                    <a:cubicBezTo>
                      <a:pt x="755" y="3376"/>
                      <a:pt x="-1" y="2620"/>
                      <a:pt x="-1" y="1688"/>
                    </a:cubicBezTo>
                    <a:cubicBezTo>
                      <a:pt x="-1" y="756"/>
                      <a:pt x="755" y="0"/>
                      <a:pt x="1688" y="0"/>
                    </a:cubicBezTo>
                    <a:cubicBezTo>
                      <a:pt x="2620" y="0"/>
                      <a:pt x="3376" y="756"/>
                      <a:pt x="3376" y="16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1" name="Forme libre : forme 1370">
                <a:extLst>
                  <a:ext uri="{FF2B5EF4-FFF2-40B4-BE49-F238E27FC236}">
                    <a16:creationId xmlns:a16="http://schemas.microsoft.com/office/drawing/2014/main" id="{13EB92E7-B0B6-420C-848E-A70D1B15A4E1}"/>
                  </a:ext>
                </a:extLst>
              </p:cNvPr>
              <p:cNvSpPr/>
              <p:nvPr/>
            </p:nvSpPr>
            <p:spPr>
              <a:xfrm>
                <a:off x="9142826" y="5123831"/>
                <a:ext cx="5554" cy="5554"/>
              </a:xfrm>
              <a:custGeom>
                <a:avLst/>
                <a:gdLst>
                  <a:gd name="connsiteX0" fmla="*/ 5554 w 5554"/>
                  <a:gd name="connsiteY0" fmla="*/ 2777 h 5554"/>
                  <a:gd name="connsiteX1" fmla="*/ 2777 w 5554"/>
                  <a:gd name="connsiteY1" fmla="*/ 5554 h 5554"/>
                  <a:gd name="connsiteX2" fmla="*/ 0 w 5554"/>
                  <a:gd name="connsiteY2" fmla="*/ 2777 h 5554"/>
                  <a:gd name="connsiteX3" fmla="*/ 2777 w 5554"/>
                  <a:gd name="connsiteY3" fmla="*/ 0 h 5554"/>
                  <a:gd name="connsiteX4" fmla="*/ 5554 w 5554"/>
                  <a:gd name="connsiteY4" fmla="*/ 2777 h 5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4" h="5554">
                    <a:moveTo>
                      <a:pt x="5554" y="2777"/>
                    </a:moveTo>
                    <a:cubicBezTo>
                      <a:pt x="5554" y="4311"/>
                      <a:pt x="4311" y="5554"/>
                      <a:pt x="2777" y="5554"/>
                    </a:cubicBezTo>
                    <a:cubicBezTo>
                      <a:pt x="1244" y="5554"/>
                      <a:pt x="0" y="4311"/>
                      <a:pt x="0" y="2777"/>
                    </a:cubicBezTo>
                    <a:cubicBezTo>
                      <a:pt x="0" y="1243"/>
                      <a:pt x="1244" y="0"/>
                      <a:pt x="2777" y="0"/>
                    </a:cubicBezTo>
                    <a:cubicBezTo>
                      <a:pt x="4311" y="0"/>
                      <a:pt x="5554" y="1243"/>
                      <a:pt x="5554" y="27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2" name="Forme libre : forme 1371">
                <a:extLst>
                  <a:ext uri="{FF2B5EF4-FFF2-40B4-BE49-F238E27FC236}">
                    <a16:creationId xmlns:a16="http://schemas.microsoft.com/office/drawing/2014/main" id="{48AAC28A-E876-48AA-8909-3F5076F59158}"/>
                  </a:ext>
                </a:extLst>
              </p:cNvPr>
              <p:cNvSpPr/>
              <p:nvPr/>
            </p:nvSpPr>
            <p:spPr>
              <a:xfrm>
                <a:off x="9081783" y="5215477"/>
                <a:ext cx="4356" cy="4356"/>
              </a:xfrm>
              <a:custGeom>
                <a:avLst/>
                <a:gdLst>
                  <a:gd name="connsiteX0" fmla="*/ 4356 w 4356"/>
                  <a:gd name="connsiteY0" fmla="*/ 2178 h 4356"/>
                  <a:gd name="connsiteX1" fmla="*/ 2178 w 4356"/>
                  <a:gd name="connsiteY1" fmla="*/ 4357 h 4356"/>
                  <a:gd name="connsiteX2" fmla="*/ 0 w 4356"/>
                  <a:gd name="connsiteY2" fmla="*/ 2178 h 4356"/>
                  <a:gd name="connsiteX3" fmla="*/ 2178 w 4356"/>
                  <a:gd name="connsiteY3" fmla="*/ 0 h 4356"/>
                  <a:gd name="connsiteX4" fmla="*/ 4356 w 4356"/>
                  <a:gd name="connsiteY4" fmla="*/ 2178 h 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" h="4356">
                    <a:moveTo>
                      <a:pt x="4356" y="2178"/>
                    </a:moveTo>
                    <a:cubicBezTo>
                      <a:pt x="4356" y="3381"/>
                      <a:pt x="3381" y="4357"/>
                      <a:pt x="2178" y="4357"/>
                    </a:cubicBezTo>
                    <a:cubicBezTo>
                      <a:pt x="975" y="4357"/>
                      <a:pt x="0" y="3381"/>
                      <a:pt x="0" y="2178"/>
                    </a:cubicBezTo>
                    <a:cubicBezTo>
                      <a:pt x="0" y="975"/>
                      <a:pt x="975" y="0"/>
                      <a:pt x="2178" y="0"/>
                    </a:cubicBezTo>
                    <a:cubicBezTo>
                      <a:pt x="3381" y="0"/>
                      <a:pt x="4356" y="975"/>
                      <a:pt x="4356" y="21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3" name="Forme libre : forme 1372">
                <a:extLst>
                  <a:ext uri="{FF2B5EF4-FFF2-40B4-BE49-F238E27FC236}">
                    <a16:creationId xmlns:a16="http://schemas.microsoft.com/office/drawing/2014/main" id="{06D0E524-DC12-417A-B009-E4BBDD4AB1E0}"/>
                  </a:ext>
                </a:extLst>
              </p:cNvPr>
              <p:cNvSpPr/>
              <p:nvPr/>
            </p:nvSpPr>
            <p:spPr>
              <a:xfrm>
                <a:off x="9066209" y="5207581"/>
                <a:ext cx="3049" cy="3049"/>
              </a:xfrm>
              <a:custGeom>
                <a:avLst/>
                <a:gdLst>
                  <a:gd name="connsiteX0" fmla="*/ 3049 w 3049"/>
                  <a:gd name="connsiteY0" fmla="*/ 1525 h 3049"/>
                  <a:gd name="connsiteX1" fmla="*/ 1525 w 3049"/>
                  <a:gd name="connsiteY1" fmla="*/ 3050 h 3049"/>
                  <a:gd name="connsiteX2" fmla="*/ 0 w 3049"/>
                  <a:gd name="connsiteY2" fmla="*/ 1525 h 3049"/>
                  <a:gd name="connsiteX3" fmla="*/ 1525 w 3049"/>
                  <a:gd name="connsiteY3" fmla="*/ 0 h 3049"/>
                  <a:gd name="connsiteX4" fmla="*/ 3049 w 3049"/>
                  <a:gd name="connsiteY4" fmla="*/ 1525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9" h="3049">
                    <a:moveTo>
                      <a:pt x="3049" y="1525"/>
                    </a:moveTo>
                    <a:cubicBezTo>
                      <a:pt x="3049" y="2367"/>
                      <a:pt x="2367" y="3050"/>
                      <a:pt x="1525" y="3050"/>
                    </a:cubicBezTo>
                    <a:cubicBezTo>
                      <a:pt x="682" y="3050"/>
                      <a:pt x="0" y="2367"/>
                      <a:pt x="0" y="1525"/>
                    </a:cubicBezTo>
                    <a:cubicBezTo>
                      <a:pt x="0" y="683"/>
                      <a:pt x="682" y="0"/>
                      <a:pt x="1525" y="0"/>
                    </a:cubicBezTo>
                    <a:cubicBezTo>
                      <a:pt x="2367" y="0"/>
                      <a:pt x="3049" y="683"/>
                      <a:pt x="3049" y="15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4" name="Forme libre : forme 1373">
                <a:extLst>
                  <a:ext uri="{FF2B5EF4-FFF2-40B4-BE49-F238E27FC236}">
                    <a16:creationId xmlns:a16="http://schemas.microsoft.com/office/drawing/2014/main" id="{1A6E5A52-BD49-44CA-8D7B-61314BEF7882}"/>
                  </a:ext>
                </a:extLst>
              </p:cNvPr>
              <p:cNvSpPr/>
              <p:nvPr/>
            </p:nvSpPr>
            <p:spPr>
              <a:xfrm>
                <a:off x="9049220" y="5191517"/>
                <a:ext cx="5772" cy="5772"/>
              </a:xfrm>
              <a:custGeom>
                <a:avLst/>
                <a:gdLst>
                  <a:gd name="connsiteX0" fmla="*/ 5772 w 5772"/>
                  <a:gd name="connsiteY0" fmla="*/ 2886 h 5772"/>
                  <a:gd name="connsiteX1" fmla="*/ 2886 w 5772"/>
                  <a:gd name="connsiteY1" fmla="*/ 5772 h 5772"/>
                  <a:gd name="connsiteX2" fmla="*/ 0 w 5772"/>
                  <a:gd name="connsiteY2" fmla="*/ 2886 h 5772"/>
                  <a:gd name="connsiteX3" fmla="*/ 2886 w 5772"/>
                  <a:gd name="connsiteY3" fmla="*/ 0 h 5772"/>
                  <a:gd name="connsiteX4" fmla="*/ 5772 w 5772"/>
                  <a:gd name="connsiteY4" fmla="*/ 2886 h 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72" h="5772">
                    <a:moveTo>
                      <a:pt x="5772" y="2886"/>
                    </a:moveTo>
                    <a:cubicBezTo>
                      <a:pt x="5772" y="4480"/>
                      <a:pt x="4480" y="5772"/>
                      <a:pt x="2886" y="5772"/>
                    </a:cubicBezTo>
                    <a:cubicBezTo>
                      <a:pt x="1292" y="5772"/>
                      <a:pt x="0" y="4480"/>
                      <a:pt x="0" y="2886"/>
                    </a:cubicBezTo>
                    <a:cubicBezTo>
                      <a:pt x="0" y="1292"/>
                      <a:pt x="1292" y="0"/>
                      <a:pt x="2886" y="0"/>
                    </a:cubicBezTo>
                    <a:cubicBezTo>
                      <a:pt x="4480" y="0"/>
                      <a:pt x="5772" y="1292"/>
                      <a:pt x="5772" y="28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5" name="Forme libre : forme 1374">
                <a:extLst>
                  <a:ext uri="{FF2B5EF4-FFF2-40B4-BE49-F238E27FC236}">
                    <a16:creationId xmlns:a16="http://schemas.microsoft.com/office/drawing/2014/main" id="{98B3DB14-FAF0-4F2F-991F-CA1103FAED89}"/>
                  </a:ext>
                </a:extLst>
              </p:cNvPr>
              <p:cNvSpPr/>
              <p:nvPr/>
            </p:nvSpPr>
            <p:spPr>
              <a:xfrm>
                <a:off x="9044155" y="5188413"/>
                <a:ext cx="3049" cy="3049"/>
              </a:xfrm>
              <a:custGeom>
                <a:avLst/>
                <a:gdLst>
                  <a:gd name="connsiteX0" fmla="*/ 3049 w 3049"/>
                  <a:gd name="connsiteY0" fmla="*/ 1525 h 3049"/>
                  <a:gd name="connsiteX1" fmla="*/ 1524 w 3049"/>
                  <a:gd name="connsiteY1" fmla="*/ 3050 h 3049"/>
                  <a:gd name="connsiteX2" fmla="*/ -1 w 3049"/>
                  <a:gd name="connsiteY2" fmla="*/ 1525 h 3049"/>
                  <a:gd name="connsiteX3" fmla="*/ 1524 w 3049"/>
                  <a:gd name="connsiteY3" fmla="*/ 0 h 3049"/>
                  <a:gd name="connsiteX4" fmla="*/ 3049 w 3049"/>
                  <a:gd name="connsiteY4" fmla="*/ 1525 h 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9" h="3049">
                    <a:moveTo>
                      <a:pt x="3049" y="1525"/>
                    </a:moveTo>
                    <a:cubicBezTo>
                      <a:pt x="3049" y="2367"/>
                      <a:pt x="2367" y="3050"/>
                      <a:pt x="1524" y="3050"/>
                    </a:cubicBezTo>
                    <a:cubicBezTo>
                      <a:pt x="682" y="3050"/>
                      <a:pt x="-1" y="2367"/>
                      <a:pt x="-1" y="1525"/>
                    </a:cubicBezTo>
                    <a:cubicBezTo>
                      <a:pt x="-1" y="682"/>
                      <a:pt x="682" y="0"/>
                      <a:pt x="1524" y="0"/>
                    </a:cubicBezTo>
                    <a:cubicBezTo>
                      <a:pt x="2367" y="0"/>
                      <a:pt x="3049" y="682"/>
                      <a:pt x="3049" y="15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6" name="Forme libre : forme 1375">
                <a:extLst>
                  <a:ext uri="{FF2B5EF4-FFF2-40B4-BE49-F238E27FC236}">
                    <a16:creationId xmlns:a16="http://schemas.microsoft.com/office/drawing/2014/main" id="{DAE344DC-E0F1-4EDF-9B28-717F3AE422B1}"/>
                  </a:ext>
                </a:extLst>
              </p:cNvPr>
              <p:cNvSpPr/>
              <p:nvPr/>
            </p:nvSpPr>
            <p:spPr>
              <a:xfrm>
                <a:off x="9000919" y="5221031"/>
                <a:ext cx="5118" cy="5118"/>
              </a:xfrm>
              <a:custGeom>
                <a:avLst/>
                <a:gdLst>
                  <a:gd name="connsiteX0" fmla="*/ 5119 w 5118"/>
                  <a:gd name="connsiteY0" fmla="*/ 2559 h 5118"/>
                  <a:gd name="connsiteX1" fmla="*/ 2560 w 5118"/>
                  <a:gd name="connsiteY1" fmla="*/ 5118 h 5118"/>
                  <a:gd name="connsiteX2" fmla="*/ 0 w 5118"/>
                  <a:gd name="connsiteY2" fmla="*/ 2559 h 5118"/>
                  <a:gd name="connsiteX3" fmla="*/ 2560 w 5118"/>
                  <a:gd name="connsiteY3" fmla="*/ 0 h 5118"/>
                  <a:gd name="connsiteX4" fmla="*/ 5119 w 5118"/>
                  <a:gd name="connsiteY4" fmla="*/ 2559 h 5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8" h="5118">
                    <a:moveTo>
                      <a:pt x="5119" y="2559"/>
                    </a:moveTo>
                    <a:cubicBezTo>
                      <a:pt x="5119" y="3973"/>
                      <a:pt x="3973" y="5118"/>
                      <a:pt x="2560" y="5118"/>
                    </a:cubicBezTo>
                    <a:cubicBezTo>
                      <a:pt x="1146" y="5118"/>
                      <a:pt x="0" y="3972"/>
                      <a:pt x="0" y="2559"/>
                    </a:cubicBezTo>
                    <a:cubicBezTo>
                      <a:pt x="0" y="1146"/>
                      <a:pt x="1146" y="0"/>
                      <a:pt x="2560" y="0"/>
                    </a:cubicBezTo>
                    <a:cubicBezTo>
                      <a:pt x="3973" y="0"/>
                      <a:pt x="5119" y="1146"/>
                      <a:pt x="5119" y="25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7" name="Forme libre : forme 1376">
                <a:extLst>
                  <a:ext uri="{FF2B5EF4-FFF2-40B4-BE49-F238E27FC236}">
                    <a16:creationId xmlns:a16="http://schemas.microsoft.com/office/drawing/2014/main" id="{1928DC8C-27D6-42BA-8ADC-22157937100D}"/>
                  </a:ext>
                </a:extLst>
              </p:cNvPr>
              <p:cNvSpPr/>
              <p:nvPr/>
            </p:nvSpPr>
            <p:spPr>
              <a:xfrm>
                <a:off x="9006909" y="5231214"/>
                <a:ext cx="4574" cy="4574"/>
              </a:xfrm>
              <a:custGeom>
                <a:avLst/>
                <a:gdLst>
                  <a:gd name="connsiteX0" fmla="*/ 4574 w 4574"/>
                  <a:gd name="connsiteY0" fmla="*/ 2287 h 4574"/>
                  <a:gd name="connsiteX1" fmla="*/ 2287 w 4574"/>
                  <a:gd name="connsiteY1" fmla="*/ 4574 h 4574"/>
                  <a:gd name="connsiteX2" fmla="*/ 0 w 4574"/>
                  <a:gd name="connsiteY2" fmla="*/ 2287 h 4574"/>
                  <a:gd name="connsiteX3" fmla="*/ 2287 w 4574"/>
                  <a:gd name="connsiteY3" fmla="*/ 0 h 4574"/>
                  <a:gd name="connsiteX4" fmla="*/ 4574 w 4574"/>
                  <a:gd name="connsiteY4" fmla="*/ 2287 h 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4" h="4574">
                    <a:moveTo>
                      <a:pt x="4574" y="2287"/>
                    </a:moveTo>
                    <a:cubicBezTo>
                      <a:pt x="4574" y="3550"/>
                      <a:pt x="3551" y="4574"/>
                      <a:pt x="2287" y="4574"/>
                    </a:cubicBezTo>
                    <a:cubicBezTo>
                      <a:pt x="1024" y="4574"/>
                      <a:pt x="0" y="3550"/>
                      <a:pt x="0" y="2287"/>
                    </a:cubicBezTo>
                    <a:cubicBezTo>
                      <a:pt x="0" y="1024"/>
                      <a:pt x="1023" y="0"/>
                      <a:pt x="2287" y="0"/>
                    </a:cubicBezTo>
                    <a:cubicBezTo>
                      <a:pt x="3550" y="0"/>
                      <a:pt x="4574" y="1024"/>
                      <a:pt x="4574" y="22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8" name="Forme libre : forme 1377">
                <a:extLst>
                  <a:ext uri="{FF2B5EF4-FFF2-40B4-BE49-F238E27FC236}">
                    <a16:creationId xmlns:a16="http://schemas.microsoft.com/office/drawing/2014/main" id="{800E761B-9434-4400-B073-4F29ADAE1DAA}"/>
                  </a:ext>
                </a:extLst>
              </p:cNvPr>
              <p:cNvSpPr/>
              <p:nvPr/>
            </p:nvSpPr>
            <p:spPr>
              <a:xfrm>
                <a:off x="9020522" y="5250981"/>
                <a:ext cx="5772" cy="5772"/>
              </a:xfrm>
              <a:custGeom>
                <a:avLst/>
                <a:gdLst>
                  <a:gd name="connsiteX0" fmla="*/ 5772 w 5772"/>
                  <a:gd name="connsiteY0" fmla="*/ 2886 h 5772"/>
                  <a:gd name="connsiteX1" fmla="*/ 2886 w 5772"/>
                  <a:gd name="connsiteY1" fmla="*/ 5772 h 5772"/>
                  <a:gd name="connsiteX2" fmla="*/ 0 w 5772"/>
                  <a:gd name="connsiteY2" fmla="*/ 2886 h 5772"/>
                  <a:gd name="connsiteX3" fmla="*/ 2886 w 5772"/>
                  <a:gd name="connsiteY3" fmla="*/ 0 h 5772"/>
                  <a:gd name="connsiteX4" fmla="*/ 5772 w 5772"/>
                  <a:gd name="connsiteY4" fmla="*/ 2886 h 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72" h="5772">
                    <a:moveTo>
                      <a:pt x="5772" y="2886"/>
                    </a:moveTo>
                    <a:cubicBezTo>
                      <a:pt x="5772" y="4480"/>
                      <a:pt x="4480" y="5772"/>
                      <a:pt x="2886" y="5772"/>
                    </a:cubicBezTo>
                    <a:cubicBezTo>
                      <a:pt x="1292" y="5772"/>
                      <a:pt x="0" y="4480"/>
                      <a:pt x="0" y="2886"/>
                    </a:cubicBezTo>
                    <a:cubicBezTo>
                      <a:pt x="0" y="1292"/>
                      <a:pt x="1292" y="0"/>
                      <a:pt x="2886" y="0"/>
                    </a:cubicBezTo>
                    <a:cubicBezTo>
                      <a:pt x="4480" y="0"/>
                      <a:pt x="5772" y="1292"/>
                      <a:pt x="5772" y="28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9" name="Forme libre : forme 1378">
                <a:extLst>
                  <a:ext uri="{FF2B5EF4-FFF2-40B4-BE49-F238E27FC236}">
                    <a16:creationId xmlns:a16="http://schemas.microsoft.com/office/drawing/2014/main" id="{E6CEE7BA-B99F-44C1-9433-F9E4A7449962}"/>
                  </a:ext>
                </a:extLst>
              </p:cNvPr>
              <p:cNvSpPr/>
              <p:nvPr/>
            </p:nvSpPr>
            <p:spPr>
              <a:xfrm>
                <a:off x="9030705" y="5271891"/>
                <a:ext cx="3267" cy="3267"/>
              </a:xfrm>
              <a:custGeom>
                <a:avLst/>
                <a:gdLst>
                  <a:gd name="connsiteX0" fmla="*/ 3267 w 3267"/>
                  <a:gd name="connsiteY0" fmla="*/ 1633 h 3267"/>
                  <a:gd name="connsiteX1" fmla="*/ 1633 w 3267"/>
                  <a:gd name="connsiteY1" fmla="*/ 3267 h 3267"/>
                  <a:gd name="connsiteX2" fmla="*/ 0 w 3267"/>
                  <a:gd name="connsiteY2" fmla="*/ 1633 h 3267"/>
                  <a:gd name="connsiteX3" fmla="*/ 1633 w 3267"/>
                  <a:gd name="connsiteY3" fmla="*/ 0 h 3267"/>
                  <a:gd name="connsiteX4" fmla="*/ 3267 w 3267"/>
                  <a:gd name="connsiteY4" fmla="*/ 1633 h 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67" h="3267">
                    <a:moveTo>
                      <a:pt x="3267" y="1633"/>
                    </a:moveTo>
                    <a:cubicBezTo>
                      <a:pt x="3267" y="2536"/>
                      <a:pt x="2536" y="3267"/>
                      <a:pt x="1633" y="3267"/>
                    </a:cubicBezTo>
                    <a:cubicBezTo>
                      <a:pt x="731" y="3267"/>
                      <a:pt x="0" y="2535"/>
                      <a:pt x="0" y="1633"/>
                    </a:cubicBezTo>
                    <a:cubicBezTo>
                      <a:pt x="0" y="731"/>
                      <a:pt x="731" y="0"/>
                      <a:pt x="1633" y="0"/>
                    </a:cubicBezTo>
                    <a:cubicBezTo>
                      <a:pt x="2536" y="0"/>
                      <a:pt x="3267" y="731"/>
                      <a:pt x="3267" y="16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0" name="Forme libre : forme 1379">
                <a:extLst>
                  <a:ext uri="{FF2B5EF4-FFF2-40B4-BE49-F238E27FC236}">
                    <a16:creationId xmlns:a16="http://schemas.microsoft.com/office/drawing/2014/main" id="{0B71B0AE-4B50-4577-B394-0650F75546DE}"/>
                  </a:ext>
                </a:extLst>
              </p:cNvPr>
              <p:cNvSpPr/>
              <p:nvPr/>
            </p:nvSpPr>
            <p:spPr>
              <a:xfrm>
                <a:off x="8958227" y="5288608"/>
                <a:ext cx="4029" cy="4029"/>
              </a:xfrm>
              <a:custGeom>
                <a:avLst/>
                <a:gdLst>
                  <a:gd name="connsiteX0" fmla="*/ 4029 w 4029"/>
                  <a:gd name="connsiteY0" fmla="*/ 2015 h 4029"/>
                  <a:gd name="connsiteX1" fmla="*/ 2015 w 4029"/>
                  <a:gd name="connsiteY1" fmla="*/ 4029 h 4029"/>
                  <a:gd name="connsiteX2" fmla="*/ 0 w 4029"/>
                  <a:gd name="connsiteY2" fmla="*/ 2015 h 4029"/>
                  <a:gd name="connsiteX3" fmla="*/ 2015 w 4029"/>
                  <a:gd name="connsiteY3" fmla="*/ 0 h 4029"/>
                  <a:gd name="connsiteX4" fmla="*/ 4029 w 4029"/>
                  <a:gd name="connsiteY4" fmla="*/ 2015 h 4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9" h="4029">
                    <a:moveTo>
                      <a:pt x="4029" y="2015"/>
                    </a:moveTo>
                    <a:cubicBezTo>
                      <a:pt x="4029" y="3127"/>
                      <a:pt x="3127" y="4029"/>
                      <a:pt x="2015" y="4029"/>
                    </a:cubicBezTo>
                    <a:cubicBezTo>
                      <a:pt x="902" y="4029"/>
                      <a:pt x="0" y="3127"/>
                      <a:pt x="0" y="2015"/>
                    </a:cubicBezTo>
                    <a:cubicBezTo>
                      <a:pt x="0" y="902"/>
                      <a:pt x="902" y="0"/>
                      <a:pt x="2015" y="0"/>
                    </a:cubicBezTo>
                    <a:cubicBezTo>
                      <a:pt x="3127" y="0"/>
                      <a:pt x="4029" y="902"/>
                      <a:pt x="4029" y="20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1" name="Forme libre : forme 1380">
                <a:extLst>
                  <a:ext uri="{FF2B5EF4-FFF2-40B4-BE49-F238E27FC236}">
                    <a16:creationId xmlns:a16="http://schemas.microsoft.com/office/drawing/2014/main" id="{0B4E044E-81E4-4B88-BA83-BAF5EC620348}"/>
                  </a:ext>
                </a:extLst>
              </p:cNvPr>
              <p:cNvSpPr/>
              <p:nvPr/>
            </p:nvSpPr>
            <p:spPr>
              <a:xfrm>
                <a:off x="8960787" y="5272762"/>
                <a:ext cx="4029" cy="4029"/>
              </a:xfrm>
              <a:custGeom>
                <a:avLst/>
                <a:gdLst>
                  <a:gd name="connsiteX0" fmla="*/ 4029 w 4029"/>
                  <a:gd name="connsiteY0" fmla="*/ 2015 h 4029"/>
                  <a:gd name="connsiteX1" fmla="*/ 2015 w 4029"/>
                  <a:gd name="connsiteY1" fmla="*/ 4030 h 4029"/>
                  <a:gd name="connsiteX2" fmla="*/ 0 w 4029"/>
                  <a:gd name="connsiteY2" fmla="*/ 2015 h 4029"/>
                  <a:gd name="connsiteX3" fmla="*/ 2015 w 4029"/>
                  <a:gd name="connsiteY3" fmla="*/ 0 h 4029"/>
                  <a:gd name="connsiteX4" fmla="*/ 4029 w 4029"/>
                  <a:gd name="connsiteY4" fmla="*/ 2015 h 4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9" h="4029">
                    <a:moveTo>
                      <a:pt x="4029" y="2015"/>
                    </a:moveTo>
                    <a:cubicBezTo>
                      <a:pt x="4029" y="3128"/>
                      <a:pt x="3127" y="4030"/>
                      <a:pt x="2015" y="4030"/>
                    </a:cubicBezTo>
                    <a:cubicBezTo>
                      <a:pt x="902" y="4030"/>
                      <a:pt x="0" y="3128"/>
                      <a:pt x="0" y="2015"/>
                    </a:cubicBezTo>
                    <a:cubicBezTo>
                      <a:pt x="0" y="902"/>
                      <a:pt x="902" y="0"/>
                      <a:pt x="2015" y="0"/>
                    </a:cubicBezTo>
                    <a:cubicBezTo>
                      <a:pt x="3127" y="0"/>
                      <a:pt x="4029" y="902"/>
                      <a:pt x="4029" y="20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2" name="Forme libre : forme 1381">
                <a:extLst>
                  <a:ext uri="{FF2B5EF4-FFF2-40B4-BE49-F238E27FC236}">
                    <a16:creationId xmlns:a16="http://schemas.microsoft.com/office/drawing/2014/main" id="{8D1EA487-BFC3-4043-8A03-D3ADBC2F9B68}"/>
                  </a:ext>
                </a:extLst>
              </p:cNvPr>
              <p:cNvSpPr/>
              <p:nvPr/>
            </p:nvSpPr>
            <p:spPr>
              <a:xfrm>
                <a:off x="8946574" y="5250817"/>
                <a:ext cx="4900" cy="4900"/>
              </a:xfrm>
              <a:custGeom>
                <a:avLst/>
                <a:gdLst>
                  <a:gd name="connsiteX0" fmla="*/ 4901 w 4900"/>
                  <a:gd name="connsiteY0" fmla="*/ 2450 h 4900"/>
                  <a:gd name="connsiteX1" fmla="*/ 2451 w 4900"/>
                  <a:gd name="connsiteY1" fmla="*/ 4901 h 4900"/>
                  <a:gd name="connsiteX2" fmla="*/ 1 w 4900"/>
                  <a:gd name="connsiteY2" fmla="*/ 2450 h 4900"/>
                  <a:gd name="connsiteX3" fmla="*/ 2451 w 4900"/>
                  <a:gd name="connsiteY3" fmla="*/ 0 h 4900"/>
                  <a:gd name="connsiteX4" fmla="*/ 4901 w 4900"/>
                  <a:gd name="connsiteY4" fmla="*/ 2450 h 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00" h="4900">
                    <a:moveTo>
                      <a:pt x="4901" y="2450"/>
                    </a:moveTo>
                    <a:cubicBezTo>
                      <a:pt x="4901" y="3804"/>
                      <a:pt x="3804" y="4901"/>
                      <a:pt x="2451" y="4901"/>
                    </a:cubicBezTo>
                    <a:cubicBezTo>
                      <a:pt x="1097" y="4901"/>
                      <a:pt x="1" y="3804"/>
                      <a:pt x="1" y="2450"/>
                    </a:cubicBezTo>
                    <a:cubicBezTo>
                      <a:pt x="1" y="1097"/>
                      <a:pt x="1097" y="0"/>
                      <a:pt x="2451" y="0"/>
                    </a:cubicBezTo>
                    <a:cubicBezTo>
                      <a:pt x="3804" y="0"/>
                      <a:pt x="4901" y="1097"/>
                      <a:pt x="4901" y="24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3" name="Forme libre : forme 1382">
                <a:extLst>
                  <a:ext uri="{FF2B5EF4-FFF2-40B4-BE49-F238E27FC236}">
                    <a16:creationId xmlns:a16="http://schemas.microsoft.com/office/drawing/2014/main" id="{E02A3F34-1B90-4C85-BC93-C2E8AF4CDF3C}"/>
                  </a:ext>
                </a:extLst>
              </p:cNvPr>
              <p:cNvSpPr/>
              <p:nvPr/>
            </p:nvSpPr>
            <p:spPr>
              <a:xfrm>
                <a:off x="8616421" y="5159172"/>
                <a:ext cx="5118" cy="5118"/>
              </a:xfrm>
              <a:custGeom>
                <a:avLst/>
                <a:gdLst>
                  <a:gd name="connsiteX0" fmla="*/ 5119 w 5118"/>
                  <a:gd name="connsiteY0" fmla="*/ 2559 h 5118"/>
                  <a:gd name="connsiteX1" fmla="*/ 2560 w 5118"/>
                  <a:gd name="connsiteY1" fmla="*/ 5119 h 5118"/>
                  <a:gd name="connsiteX2" fmla="*/ 1 w 5118"/>
                  <a:gd name="connsiteY2" fmla="*/ 2559 h 5118"/>
                  <a:gd name="connsiteX3" fmla="*/ 2560 w 5118"/>
                  <a:gd name="connsiteY3" fmla="*/ 0 h 5118"/>
                  <a:gd name="connsiteX4" fmla="*/ 5119 w 5118"/>
                  <a:gd name="connsiteY4" fmla="*/ 2559 h 5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8" h="5118">
                    <a:moveTo>
                      <a:pt x="5119" y="2559"/>
                    </a:moveTo>
                    <a:cubicBezTo>
                      <a:pt x="5119" y="3973"/>
                      <a:pt x="3973" y="5119"/>
                      <a:pt x="2560" y="5119"/>
                    </a:cubicBezTo>
                    <a:cubicBezTo>
                      <a:pt x="1146" y="5119"/>
                      <a:pt x="1" y="3973"/>
                      <a:pt x="1" y="2559"/>
                    </a:cubicBezTo>
                    <a:cubicBezTo>
                      <a:pt x="1" y="1146"/>
                      <a:pt x="1146" y="0"/>
                      <a:pt x="2560" y="0"/>
                    </a:cubicBezTo>
                    <a:cubicBezTo>
                      <a:pt x="3973" y="0"/>
                      <a:pt x="5119" y="1146"/>
                      <a:pt x="5119" y="25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4" name="Forme libre : forme 1383">
                <a:extLst>
                  <a:ext uri="{FF2B5EF4-FFF2-40B4-BE49-F238E27FC236}">
                    <a16:creationId xmlns:a16="http://schemas.microsoft.com/office/drawing/2014/main" id="{E7DD4F17-2F11-4B28-A834-1F4735C9720C}"/>
                  </a:ext>
                </a:extLst>
              </p:cNvPr>
              <p:cNvSpPr/>
              <p:nvPr/>
            </p:nvSpPr>
            <p:spPr>
              <a:xfrm>
                <a:off x="8631940" y="5149261"/>
                <a:ext cx="4356" cy="4356"/>
              </a:xfrm>
              <a:custGeom>
                <a:avLst/>
                <a:gdLst>
                  <a:gd name="connsiteX0" fmla="*/ 4356 w 4356"/>
                  <a:gd name="connsiteY0" fmla="*/ 2178 h 4356"/>
                  <a:gd name="connsiteX1" fmla="*/ 2178 w 4356"/>
                  <a:gd name="connsiteY1" fmla="*/ 4356 h 4356"/>
                  <a:gd name="connsiteX2" fmla="*/ 0 w 4356"/>
                  <a:gd name="connsiteY2" fmla="*/ 2178 h 4356"/>
                  <a:gd name="connsiteX3" fmla="*/ 2178 w 4356"/>
                  <a:gd name="connsiteY3" fmla="*/ 0 h 4356"/>
                  <a:gd name="connsiteX4" fmla="*/ 4356 w 4356"/>
                  <a:gd name="connsiteY4" fmla="*/ 2178 h 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" h="4356">
                    <a:moveTo>
                      <a:pt x="4356" y="2178"/>
                    </a:moveTo>
                    <a:cubicBezTo>
                      <a:pt x="4356" y="3381"/>
                      <a:pt x="3381" y="4356"/>
                      <a:pt x="2178" y="4356"/>
                    </a:cubicBezTo>
                    <a:cubicBezTo>
                      <a:pt x="975" y="4356"/>
                      <a:pt x="0" y="3381"/>
                      <a:pt x="0" y="2178"/>
                    </a:cubicBezTo>
                    <a:cubicBezTo>
                      <a:pt x="0" y="975"/>
                      <a:pt x="975" y="0"/>
                      <a:pt x="2178" y="0"/>
                    </a:cubicBezTo>
                    <a:cubicBezTo>
                      <a:pt x="3381" y="0"/>
                      <a:pt x="4356" y="975"/>
                      <a:pt x="4356" y="21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5" name="Forme libre : forme 1384">
                <a:extLst>
                  <a:ext uri="{FF2B5EF4-FFF2-40B4-BE49-F238E27FC236}">
                    <a16:creationId xmlns:a16="http://schemas.microsoft.com/office/drawing/2014/main" id="{3DB8E10F-5782-4E9C-825B-90C45C05C881}"/>
                  </a:ext>
                </a:extLst>
              </p:cNvPr>
              <p:cNvSpPr/>
              <p:nvPr/>
            </p:nvSpPr>
            <p:spPr>
              <a:xfrm>
                <a:off x="8655355" y="5137118"/>
                <a:ext cx="7514" cy="7514"/>
              </a:xfrm>
              <a:custGeom>
                <a:avLst/>
                <a:gdLst>
                  <a:gd name="connsiteX0" fmla="*/ 7515 w 7514"/>
                  <a:gd name="connsiteY0" fmla="*/ 3757 h 7514"/>
                  <a:gd name="connsiteX1" fmla="*/ 3758 w 7514"/>
                  <a:gd name="connsiteY1" fmla="*/ 7515 h 7514"/>
                  <a:gd name="connsiteX2" fmla="*/ 1 w 7514"/>
                  <a:gd name="connsiteY2" fmla="*/ 3757 h 7514"/>
                  <a:gd name="connsiteX3" fmla="*/ 3758 w 7514"/>
                  <a:gd name="connsiteY3" fmla="*/ 0 h 7514"/>
                  <a:gd name="connsiteX4" fmla="*/ 7515 w 7514"/>
                  <a:gd name="connsiteY4" fmla="*/ 3757 h 7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14" h="7514">
                    <a:moveTo>
                      <a:pt x="7515" y="3757"/>
                    </a:moveTo>
                    <a:cubicBezTo>
                      <a:pt x="7515" y="5833"/>
                      <a:pt x="5832" y="7515"/>
                      <a:pt x="3758" y="7515"/>
                    </a:cubicBezTo>
                    <a:cubicBezTo>
                      <a:pt x="1682" y="7515"/>
                      <a:pt x="1" y="5833"/>
                      <a:pt x="1" y="3757"/>
                    </a:cubicBezTo>
                    <a:cubicBezTo>
                      <a:pt x="1" y="1682"/>
                      <a:pt x="1683" y="0"/>
                      <a:pt x="3758" y="0"/>
                    </a:cubicBezTo>
                    <a:cubicBezTo>
                      <a:pt x="5833" y="0"/>
                      <a:pt x="7515" y="1682"/>
                      <a:pt x="7515" y="37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6" name="Forme libre : forme 1385">
                <a:extLst>
                  <a:ext uri="{FF2B5EF4-FFF2-40B4-BE49-F238E27FC236}">
                    <a16:creationId xmlns:a16="http://schemas.microsoft.com/office/drawing/2014/main" id="{4BC50112-88AB-4821-80A1-E92BE511A137}"/>
                  </a:ext>
                </a:extLst>
              </p:cNvPr>
              <p:cNvSpPr/>
              <p:nvPr/>
            </p:nvSpPr>
            <p:spPr>
              <a:xfrm>
                <a:off x="8668152" y="5141093"/>
                <a:ext cx="5772" cy="5772"/>
              </a:xfrm>
              <a:custGeom>
                <a:avLst/>
                <a:gdLst>
                  <a:gd name="connsiteX0" fmla="*/ 5772 w 5772"/>
                  <a:gd name="connsiteY0" fmla="*/ 2886 h 5772"/>
                  <a:gd name="connsiteX1" fmla="*/ 2886 w 5772"/>
                  <a:gd name="connsiteY1" fmla="*/ 5772 h 5772"/>
                  <a:gd name="connsiteX2" fmla="*/ 0 w 5772"/>
                  <a:gd name="connsiteY2" fmla="*/ 2886 h 5772"/>
                  <a:gd name="connsiteX3" fmla="*/ 2886 w 5772"/>
                  <a:gd name="connsiteY3" fmla="*/ 0 h 5772"/>
                  <a:gd name="connsiteX4" fmla="*/ 5772 w 5772"/>
                  <a:gd name="connsiteY4" fmla="*/ 2886 h 5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72" h="5772">
                    <a:moveTo>
                      <a:pt x="5772" y="2886"/>
                    </a:moveTo>
                    <a:cubicBezTo>
                      <a:pt x="5772" y="4480"/>
                      <a:pt x="4480" y="5772"/>
                      <a:pt x="2886" y="5772"/>
                    </a:cubicBezTo>
                    <a:cubicBezTo>
                      <a:pt x="1292" y="5772"/>
                      <a:pt x="0" y="4480"/>
                      <a:pt x="0" y="2886"/>
                    </a:cubicBezTo>
                    <a:cubicBezTo>
                      <a:pt x="0" y="1292"/>
                      <a:pt x="1292" y="0"/>
                      <a:pt x="2886" y="0"/>
                    </a:cubicBezTo>
                    <a:cubicBezTo>
                      <a:pt x="4480" y="0"/>
                      <a:pt x="5772" y="1292"/>
                      <a:pt x="5772" y="28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7" name="Forme libre : forme 1386">
                <a:extLst>
                  <a:ext uri="{FF2B5EF4-FFF2-40B4-BE49-F238E27FC236}">
                    <a16:creationId xmlns:a16="http://schemas.microsoft.com/office/drawing/2014/main" id="{9DF177AB-A5EB-4B65-AD56-93F28CDC6CA3}"/>
                  </a:ext>
                </a:extLst>
              </p:cNvPr>
              <p:cNvSpPr/>
              <p:nvPr/>
            </p:nvSpPr>
            <p:spPr>
              <a:xfrm>
                <a:off x="8678008" y="5245808"/>
                <a:ext cx="6643" cy="6643"/>
              </a:xfrm>
              <a:custGeom>
                <a:avLst/>
                <a:gdLst>
                  <a:gd name="connsiteX0" fmla="*/ 6643 w 6643"/>
                  <a:gd name="connsiteY0" fmla="*/ 3322 h 6643"/>
                  <a:gd name="connsiteX1" fmla="*/ 3322 w 6643"/>
                  <a:gd name="connsiteY1" fmla="*/ 6643 h 6643"/>
                  <a:gd name="connsiteX2" fmla="*/ 0 w 6643"/>
                  <a:gd name="connsiteY2" fmla="*/ 3322 h 6643"/>
                  <a:gd name="connsiteX3" fmla="*/ 3322 w 6643"/>
                  <a:gd name="connsiteY3" fmla="*/ 0 h 6643"/>
                  <a:gd name="connsiteX4" fmla="*/ 6643 w 6643"/>
                  <a:gd name="connsiteY4" fmla="*/ 3322 h 6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43" h="6643">
                    <a:moveTo>
                      <a:pt x="6643" y="3322"/>
                    </a:moveTo>
                    <a:cubicBezTo>
                      <a:pt x="6643" y="5156"/>
                      <a:pt x="5156" y="6643"/>
                      <a:pt x="3322" y="6643"/>
                    </a:cubicBezTo>
                    <a:cubicBezTo>
                      <a:pt x="1487" y="6643"/>
                      <a:pt x="0" y="5156"/>
                      <a:pt x="0" y="3322"/>
                    </a:cubicBezTo>
                    <a:cubicBezTo>
                      <a:pt x="0" y="1487"/>
                      <a:pt x="1487" y="0"/>
                      <a:pt x="3322" y="0"/>
                    </a:cubicBezTo>
                    <a:cubicBezTo>
                      <a:pt x="5156" y="0"/>
                      <a:pt x="6643" y="1487"/>
                      <a:pt x="6643" y="33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8" name="Forme libre : forme 1387">
                <a:extLst>
                  <a:ext uri="{FF2B5EF4-FFF2-40B4-BE49-F238E27FC236}">
                    <a16:creationId xmlns:a16="http://schemas.microsoft.com/office/drawing/2014/main" id="{EBF3E84A-4E82-46CD-A0C7-D24F3D9855C2}"/>
                  </a:ext>
                </a:extLst>
              </p:cNvPr>
              <p:cNvSpPr/>
              <p:nvPr/>
            </p:nvSpPr>
            <p:spPr>
              <a:xfrm>
                <a:off x="8690532" y="5229635"/>
                <a:ext cx="5663" cy="5663"/>
              </a:xfrm>
              <a:custGeom>
                <a:avLst/>
                <a:gdLst>
                  <a:gd name="connsiteX0" fmla="*/ 5663 w 5663"/>
                  <a:gd name="connsiteY0" fmla="*/ 2832 h 5663"/>
                  <a:gd name="connsiteX1" fmla="*/ 2831 w 5663"/>
                  <a:gd name="connsiteY1" fmla="*/ 5663 h 5663"/>
                  <a:gd name="connsiteX2" fmla="*/ 0 w 5663"/>
                  <a:gd name="connsiteY2" fmla="*/ 2832 h 5663"/>
                  <a:gd name="connsiteX3" fmla="*/ 2831 w 5663"/>
                  <a:gd name="connsiteY3" fmla="*/ 0 h 5663"/>
                  <a:gd name="connsiteX4" fmla="*/ 5663 w 5663"/>
                  <a:gd name="connsiteY4" fmla="*/ 2832 h 5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63" h="5663">
                    <a:moveTo>
                      <a:pt x="5663" y="2832"/>
                    </a:moveTo>
                    <a:cubicBezTo>
                      <a:pt x="5663" y="4395"/>
                      <a:pt x="4396" y="5663"/>
                      <a:pt x="2831" y="5663"/>
                    </a:cubicBezTo>
                    <a:cubicBezTo>
                      <a:pt x="1267" y="5663"/>
                      <a:pt x="0" y="4396"/>
                      <a:pt x="0" y="2832"/>
                    </a:cubicBezTo>
                    <a:cubicBezTo>
                      <a:pt x="0" y="1268"/>
                      <a:pt x="1267" y="0"/>
                      <a:pt x="2831" y="0"/>
                    </a:cubicBezTo>
                    <a:cubicBezTo>
                      <a:pt x="4396" y="0"/>
                      <a:pt x="5663" y="1267"/>
                      <a:pt x="5663" y="28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9" name="Forme libre : forme 1388">
                <a:extLst>
                  <a:ext uri="{FF2B5EF4-FFF2-40B4-BE49-F238E27FC236}">
                    <a16:creationId xmlns:a16="http://schemas.microsoft.com/office/drawing/2014/main" id="{152370FC-01BD-440C-B287-816C943A020A}"/>
                  </a:ext>
                </a:extLst>
              </p:cNvPr>
              <p:cNvSpPr/>
              <p:nvPr/>
            </p:nvSpPr>
            <p:spPr>
              <a:xfrm>
                <a:off x="8702893" y="5209433"/>
                <a:ext cx="5445" cy="5445"/>
              </a:xfrm>
              <a:custGeom>
                <a:avLst/>
                <a:gdLst>
                  <a:gd name="connsiteX0" fmla="*/ 5445 w 5445"/>
                  <a:gd name="connsiteY0" fmla="*/ 2723 h 5445"/>
                  <a:gd name="connsiteX1" fmla="*/ 2723 w 5445"/>
                  <a:gd name="connsiteY1" fmla="*/ 5445 h 5445"/>
                  <a:gd name="connsiteX2" fmla="*/ 0 w 5445"/>
                  <a:gd name="connsiteY2" fmla="*/ 2723 h 5445"/>
                  <a:gd name="connsiteX3" fmla="*/ 2723 w 5445"/>
                  <a:gd name="connsiteY3" fmla="*/ 0 h 5445"/>
                  <a:gd name="connsiteX4" fmla="*/ 5445 w 5445"/>
                  <a:gd name="connsiteY4" fmla="*/ 2723 h 5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5" h="5445">
                    <a:moveTo>
                      <a:pt x="5445" y="2723"/>
                    </a:moveTo>
                    <a:cubicBezTo>
                      <a:pt x="5445" y="4226"/>
                      <a:pt x="4226" y="5445"/>
                      <a:pt x="2723" y="5445"/>
                    </a:cubicBezTo>
                    <a:cubicBezTo>
                      <a:pt x="1219" y="5445"/>
                      <a:pt x="0" y="4226"/>
                      <a:pt x="0" y="2723"/>
                    </a:cubicBezTo>
                    <a:cubicBezTo>
                      <a:pt x="0" y="1219"/>
                      <a:pt x="1219" y="0"/>
                      <a:pt x="2723" y="0"/>
                    </a:cubicBezTo>
                    <a:cubicBezTo>
                      <a:pt x="4226" y="0"/>
                      <a:pt x="5445" y="1219"/>
                      <a:pt x="5445" y="27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0" name="Forme libre : forme 1389">
                <a:extLst>
                  <a:ext uri="{FF2B5EF4-FFF2-40B4-BE49-F238E27FC236}">
                    <a16:creationId xmlns:a16="http://schemas.microsoft.com/office/drawing/2014/main" id="{AFBE7E8F-1ADB-491D-AC2F-FE92730F0DF8}"/>
                  </a:ext>
                </a:extLst>
              </p:cNvPr>
              <p:cNvSpPr/>
              <p:nvPr/>
            </p:nvSpPr>
            <p:spPr>
              <a:xfrm>
                <a:off x="8713185" y="5215749"/>
                <a:ext cx="5118" cy="5118"/>
              </a:xfrm>
              <a:custGeom>
                <a:avLst/>
                <a:gdLst>
                  <a:gd name="connsiteX0" fmla="*/ 5119 w 5118"/>
                  <a:gd name="connsiteY0" fmla="*/ 2559 h 5118"/>
                  <a:gd name="connsiteX1" fmla="*/ 2560 w 5118"/>
                  <a:gd name="connsiteY1" fmla="*/ 5119 h 5118"/>
                  <a:gd name="connsiteX2" fmla="*/ 1 w 5118"/>
                  <a:gd name="connsiteY2" fmla="*/ 2559 h 5118"/>
                  <a:gd name="connsiteX3" fmla="*/ 2560 w 5118"/>
                  <a:gd name="connsiteY3" fmla="*/ 0 h 5118"/>
                  <a:gd name="connsiteX4" fmla="*/ 5119 w 5118"/>
                  <a:gd name="connsiteY4" fmla="*/ 2559 h 5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8" h="5118">
                    <a:moveTo>
                      <a:pt x="5119" y="2559"/>
                    </a:moveTo>
                    <a:cubicBezTo>
                      <a:pt x="5119" y="3973"/>
                      <a:pt x="3973" y="5119"/>
                      <a:pt x="2560" y="5119"/>
                    </a:cubicBezTo>
                    <a:cubicBezTo>
                      <a:pt x="1147" y="5119"/>
                      <a:pt x="1" y="3973"/>
                      <a:pt x="1" y="2559"/>
                    </a:cubicBezTo>
                    <a:cubicBezTo>
                      <a:pt x="1" y="1146"/>
                      <a:pt x="1147" y="0"/>
                      <a:pt x="2560" y="0"/>
                    </a:cubicBezTo>
                    <a:cubicBezTo>
                      <a:pt x="3973" y="0"/>
                      <a:pt x="5119" y="1146"/>
                      <a:pt x="5119" y="25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1" name="Forme libre : forme 1390">
                <a:extLst>
                  <a:ext uri="{FF2B5EF4-FFF2-40B4-BE49-F238E27FC236}">
                    <a16:creationId xmlns:a16="http://schemas.microsoft.com/office/drawing/2014/main" id="{393294D9-3AEB-473C-9047-09D3570D2A19}"/>
                  </a:ext>
                </a:extLst>
              </p:cNvPr>
              <p:cNvSpPr/>
              <p:nvPr/>
            </p:nvSpPr>
            <p:spPr>
              <a:xfrm>
                <a:off x="8848362" y="4937924"/>
                <a:ext cx="34170" cy="87902"/>
              </a:xfrm>
              <a:custGeom>
                <a:avLst/>
                <a:gdLst>
                  <a:gd name="connsiteX0" fmla="*/ 11249 w 34170"/>
                  <a:gd name="connsiteY0" fmla="*/ 87074 h 87902"/>
                  <a:gd name="connsiteX1" fmla="*/ 3244 w 34170"/>
                  <a:gd name="connsiteY1" fmla="*/ 64693 h 87902"/>
                  <a:gd name="connsiteX2" fmla="*/ 1556 w 34170"/>
                  <a:gd name="connsiteY2" fmla="*/ 52877 h 87902"/>
                  <a:gd name="connsiteX3" fmla="*/ 1066 w 34170"/>
                  <a:gd name="connsiteY3" fmla="*/ 41224 h 87902"/>
                  <a:gd name="connsiteX4" fmla="*/ 86 w 34170"/>
                  <a:gd name="connsiteY4" fmla="*/ 29625 h 87902"/>
                  <a:gd name="connsiteX5" fmla="*/ 1992 w 34170"/>
                  <a:gd name="connsiteY5" fmla="*/ 18952 h 87902"/>
                  <a:gd name="connsiteX6" fmla="*/ 8581 w 34170"/>
                  <a:gd name="connsiteY6" fmla="*/ 9477 h 87902"/>
                  <a:gd name="connsiteX7" fmla="*/ 19798 w 34170"/>
                  <a:gd name="connsiteY7" fmla="*/ 383 h 87902"/>
                  <a:gd name="connsiteX8" fmla="*/ 19853 w 34170"/>
                  <a:gd name="connsiteY8" fmla="*/ 383 h 87902"/>
                  <a:gd name="connsiteX9" fmla="*/ 23066 w 34170"/>
                  <a:gd name="connsiteY9" fmla="*/ 764 h 87902"/>
                  <a:gd name="connsiteX10" fmla="*/ 31397 w 34170"/>
                  <a:gd name="connsiteY10" fmla="*/ 13235 h 87902"/>
                  <a:gd name="connsiteX11" fmla="*/ 34119 w 34170"/>
                  <a:gd name="connsiteY11" fmla="*/ 25214 h 87902"/>
                  <a:gd name="connsiteX12" fmla="*/ 31833 w 34170"/>
                  <a:gd name="connsiteY12" fmla="*/ 35942 h 87902"/>
                  <a:gd name="connsiteX13" fmla="*/ 26823 w 34170"/>
                  <a:gd name="connsiteY13" fmla="*/ 45743 h 87902"/>
                  <a:gd name="connsiteX14" fmla="*/ 23120 w 34170"/>
                  <a:gd name="connsiteY14" fmla="*/ 55600 h 87902"/>
                  <a:gd name="connsiteX15" fmla="*/ 19581 w 34170"/>
                  <a:gd name="connsiteY15" fmla="*/ 65456 h 87902"/>
                  <a:gd name="connsiteX16" fmla="*/ 14462 w 34170"/>
                  <a:gd name="connsiteY16" fmla="*/ 86421 h 87902"/>
                  <a:gd name="connsiteX17" fmla="*/ 12501 w 34170"/>
                  <a:gd name="connsiteY17" fmla="*/ 87891 h 87902"/>
                  <a:gd name="connsiteX18" fmla="*/ 11249 w 34170"/>
                  <a:gd name="connsiteY18" fmla="*/ 87074 h 87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4170" h="87902">
                    <a:moveTo>
                      <a:pt x="11249" y="87074"/>
                    </a:moveTo>
                    <a:cubicBezTo>
                      <a:pt x="7274" y="80267"/>
                      <a:pt x="4878" y="72535"/>
                      <a:pt x="3244" y="64693"/>
                    </a:cubicBezTo>
                    <a:cubicBezTo>
                      <a:pt x="2537" y="60773"/>
                      <a:pt x="1992" y="56852"/>
                      <a:pt x="1556" y="52877"/>
                    </a:cubicBezTo>
                    <a:cubicBezTo>
                      <a:pt x="1339" y="48956"/>
                      <a:pt x="1175" y="45090"/>
                      <a:pt x="1066" y="41224"/>
                    </a:cubicBezTo>
                    <a:cubicBezTo>
                      <a:pt x="1012" y="37412"/>
                      <a:pt x="467" y="33491"/>
                      <a:pt x="86" y="29625"/>
                    </a:cubicBezTo>
                    <a:cubicBezTo>
                      <a:pt x="-241" y="25813"/>
                      <a:pt x="358" y="22274"/>
                      <a:pt x="1992" y="18952"/>
                    </a:cubicBezTo>
                    <a:cubicBezTo>
                      <a:pt x="3625" y="15685"/>
                      <a:pt x="5749" y="12527"/>
                      <a:pt x="8581" y="9477"/>
                    </a:cubicBezTo>
                    <a:cubicBezTo>
                      <a:pt x="11467" y="6428"/>
                      <a:pt x="14734" y="3433"/>
                      <a:pt x="19798" y="383"/>
                    </a:cubicBezTo>
                    <a:lnTo>
                      <a:pt x="19853" y="383"/>
                    </a:lnTo>
                    <a:cubicBezTo>
                      <a:pt x="20887" y="-270"/>
                      <a:pt x="22194" y="-52"/>
                      <a:pt x="23066" y="764"/>
                    </a:cubicBezTo>
                    <a:cubicBezTo>
                      <a:pt x="27367" y="4903"/>
                      <a:pt x="29654" y="9096"/>
                      <a:pt x="31397" y="13235"/>
                    </a:cubicBezTo>
                    <a:cubicBezTo>
                      <a:pt x="33031" y="17319"/>
                      <a:pt x="33902" y="21348"/>
                      <a:pt x="34119" y="25214"/>
                    </a:cubicBezTo>
                    <a:cubicBezTo>
                      <a:pt x="34392" y="29026"/>
                      <a:pt x="33575" y="32620"/>
                      <a:pt x="31833" y="35942"/>
                    </a:cubicBezTo>
                    <a:cubicBezTo>
                      <a:pt x="30035" y="39209"/>
                      <a:pt x="28130" y="42476"/>
                      <a:pt x="26823" y="45743"/>
                    </a:cubicBezTo>
                    <a:cubicBezTo>
                      <a:pt x="25516" y="49011"/>
                      <a:pt x="24264" y="52332"/>
                      <a:pt x="23120" y="55600"/>
                    </a:cubicBezTo>
                    <a:cubicBezTo>
                      <a:pt x="21813" y="58867"/>
                      <a:pt x="20615" y="62134"/>
                      <a:pt x="19581" y="65456"/>
                    </a:cubicBezTo>
                    <a:cubicBezTo>
                      <a:pt x="17293" y="72099"/>
                      <a:pt x="15606" y="78960"/>
                      <a:pt x="14462" y="86421"/>
                    </a:cubicBezTo>
                    <a:cubicBezTo>
                      <a:pt x="14353" y="87346"/>
                      <a:pt x="13427" y="88000"/>
                      <a:pt x="12501" y="87891"/>
                    </a:cubicBezTo>
                    <a:cubicBezTo>
                      <a:pt x="11957" y="87836"/>
                      <a:pt x="11522" y="87509"/>
                      <a:pt x="11249" y="87074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2" name="Forme libre : forme 1391">
                <a:extLst>
                  <a:ext uri="{FF2B5EF4-FFF2-40B4-BE49-F238E27FC236}">
                    <a16:creationId xmlns:a16="http://schemas.microsoft.com/office/drawing/2014/main" id="{0EAD517E-A590-481E-B040-56D7505C9B86}"/>
                  </a:ext>
                </a:extLst>
              </p:cNvPr>
              <p:cNvSpPr/>
              <p:nvPr/>
            </p:nvSpPr>
            <p:spPr>
              <a:xfrm>
                <a:off x="8891756" y="4937271"/>
                <a:ext cx="48326" cy="96209"/>
              </a:xfrm>
              <a:custGeom>
                <a:avLst/>
                <a:gdLst>
                  <a:gd name="connsiteX0" fmla="*/ 201 w 48326"/>
                  <a:gd name="connsiteY0" fmla="*/ 94697 h 96209"/>
                  <a:gd name="connsiteX1" fmla="*/ 2543 w 48326"/>
                  <a:gd name="connsiteY1" fmla="*/ 67634 h 96209"/>
                  <a:gd name="connsiteX2" fmla="*/ 5810 w 48326"/>
                  <a:gd name="connsiteY2" fmla="*/ 54564 h 96209"/>
                  <a:gd name="connsiteX3" fmla="*/ 9785 w 48326"/>
                  <a:gd name="connsiteY3" fmla="*/ 42149 h 96209"/>
                  <a:gd name="connsiteX4" fmla="*/ 12617 w 48326"/>
                  <a:gd name="connsiteY4" fmla="*/ 29734 h 96209"/>
                  <a:gd name="connsiteX5" fmla="*/ 17300 w 48326"/>
                  <a:gd name="connsiteY5" fmla="*/ 19006 h 96209"/>
                  <a:gd name="connsiteX6" fmla="*/ 25631 w 48326"/>
                  <a:gd name="connsiteY6" fmla="*/ 9912 h 96209"/>
                  <a:gd name="connsiteX7" fmla="*/ 37448 w 48326"/>
                  <a:gd name="connsiteY7" fmla="*/ 601 h 96209"/>
                  <a:gd name="connsiteX8" fmla="*/ 37557 w 48326"/>
                  <a:gd name="connsiteY8" fmla="*/ 492 h 96209"/>
                  <a:gd name="connsiteX9" fmla="*/ 40715 w 48326"/>
                  <a:gd name="connsiteY9" fmla="*/ 710 h 96209"/>
                  <a:gd name="connsiteX10" fmla="*/ 47794 w 48326"/>
                  <a:gd name="connsiteY10" fmla="*/ 16392 h 96209"/>
                  <a:gd name="connsiteX11" fmla="*/ 47576 w 48326"/>
                  <a:gd name="connsiteY11" fmla="*/ 31313 h 96209"/>
                  <a:gd name="connsiteX12" fmla="*/ 41749 w 48326"/>
                  <a:gd name="connsiteY12" fmla="*/ 43837 h 96209"/>
                  <a:gd name="connsiteX13" fmla="*/ 33037 w 48326"/>
                  <a:gd name="connsiteY13" fmla="*/ 54183 h 96209"/>
                  <a:gd name="connsiteX14" fmla="*/ 25250 w 48326"/>
                  <a:gd name="connsiteY14" fmla="*/ 64366 h 96209"/>
                  <a:gd name="connsiteX15" fmla="*/ 17518 w 48326"/>
                  <a:gd name="connsiteY15" fmla="*/ 74277 h 96209"/>
                  <a:gd name="connsiteX16" fmla="*/ 3469 w 48326"/>
                  <a:gd name="connsiteY16" fmla="*/ 95350 h 96209"/>
                  <a:gd name="connsiteX17" fmla="*/ 3469 w 48326"/>
                  <a:gd name="connsiteY17" fmla="*/ 95350 h 96209"/>
                  <a:gd name="connsiteX18" fmla="*/ 1127 w 48326"/>
                  <a:gd name="connsiteY18" fmla="*/ 96004 h 96209"/>
                  <a:gd name="connsiteX19" fmla="*/ 201 w 48326"/>
                  <a:gd name="connsiteY19" fmla="*/ 94697 h 96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8326" h="96209">
                    <a:moveTo>
                      <a:pt x="201" y="94697"/>
                    </a:moveTo>
                    <a:cubicBezTo>
                      <a:pt x="-507" y="85658"/>
                      <a:pt x="746" y="76510"/>
                      <a:pt x="2543" y="67634"/>
                    </a:cubicBezTo>
                    <a:cubicBezTo>
                      <a:pt x="3523" y="63223"/>
                      <a:pt x="4667" y="58866"/>
                      <a:pt x="5810" y="54564"/>
                    </a:cubicBezTo>
                    <a:lnTo>
                      <a:pt x="9785" y="42149"/>
                    </a:lnTo>
                    <a:cubicBezTo>
                      <a:pt x="11092" y="38119"/>
                      <a:pt x="11854" y="33818"/>
                      <a:pt x="12617" y="29734"/>
                    </a:cubicBezTo>
                    <a:cubicBezTo>
                      <a:pt x="13434" y="25649"/>
                      <a:pt x="14958" y="22164"/>
                      <a:pt x="17300" y="19006"/>
                    </a:cubicBezTo>
                    <a:cubicBezTo>
                      <a:pt x="19641" y="15848"/>
                      <a:pt x="22310" y="12907"/>
                      <a:pt x="25631" y="9912"/>
                    </a:cubicBezTo>
                    <a:cubicBezTo>
                      <a:pt x="28953" y="6917"/>
                      <a:pt x="32492" y="4358"/>
                      <a:pt x="37448" y="601"/>
                    </a:cubicBezTo>
                    <a:lnTo>
                      <a:pt x="37557" y="492"/>
                    </a:lnTo>
                    <a:cubicBezTo>
                      <a:pt x="38537" y="-271"/>
                      <a:pt x="39898" y="-107"/>
                      <a:pt x="40715" y="710"/>
                    </a:cubicBezTo>
                    <a:cubicBezTo>
                      <a:pt x="45234" y="5447"/>
                      <a:pt x="46868" y="11219"/>
                      <a:pt x="47794" y="16392"/>
                    </a:cubicBezTo>
                    <a:cubicBezTo>
                      <a:pt x="48610" y="21511"/>
                      <a:pt x="48448" y="26630"/>
                      <a:pt x="47576" y="31313"/>
                    </a:cubicBezTo>
                    <a:cubicBezTo>
                      <a:pt x="46705" y="36050"/>
                      <a:pt x="44690" y="40243"/>
                      <a:pt x="41749" y="43837"/>
                    </a:cubicBezTo>
                    <a:cubicBezTo>
                      <a:pt x="38809" y="47431"/>
                      <a:pt x="35650" y="50698"/>
                      <a:pt x="33037" y="54183"/>
                    </a:cubicBezTo>
                    <a:lnTo>
                      <a:pt x="25250" y="64366"/>
                    </a:lnTo>
                    <a:cubicBezTo>
                      <a:pt x="22582" y="67634"/>
                      <a:pt x="19968" y="70955"/>
                      <a:pt x="17518" y="74277"/>
                    </a:cubicBezTo>
                    <a:cubicBezTo>
                      <a:pt x="12399" y="80866"/>
                      <a:pt x="7716" y="87781"/>
                      <a:pt x="3469" y="95350"/>
                    </a:cubicBezTo>
                    <a:lnTo>
                      <a:pt x="3469" y="95350"/>
                    </a:lnTo>
                    <a:cubicBezTo>
                      <a:pt x="3033" y="96167"/>
                      <a:pt x="1944" y="96439"/>
                      <a:pt x="1127" y="96004"/>
                    </a:cubicBezTo>
                    <a:cubicBezTo>
                      <a:pt x="583" y="95732"/>
                      <a:pt x="255" y="95242"/>
                      <a:pt x="201" y="94697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3" name="Forme libre : forme 1392">
                <a:extLst>
                  <a:ext uri="{FF2B5EF4-FFF2-40B4-BE49-F238E27FC236}">
                    <a16:creationId xmlns:a16="http://schemas.microsoft.com/office/drawing/2014/main" id="{EDADB49D-5DC0-486E-9A08-CC9D90FE21FC}"/>
                  </a:ext>
                </a:extLst>
              </p:cNvPr>
              <p:cNvSpPr/>
              <p:nvPr/>
            </p:nvSpPr>
            <p:spPr>
              <a:xfrm>
                <a:off x="8907022" y="4977610"/>
                <a:ext cx="77357" cy="62226"/>
              </a:xfrm>
              <a:custGeom>
                <a:avLst/>
                <a:gdLst>
                  <a:gd name="connsiteX0" fmla="*/ 128 w 77357"/>
                  <a:gd name="connsiteY0" fmla="*/ 59858 h 62226"/>
                  <a:gd name="connsiteX1" fmla="*/ 14721 w 77357"/>
                  <a:gd name="connsiteY1" fmla="*/ 38348 h 62226"/>
                  <a:gd name="connsiteX2" fmla="*/ 24033 w 77357"/>
                  <a:gd name="connsiteY2" fmla="*/ 29581 h 62226"/>
                  <a:gd name="connsiteX3" fmla="*/ 33290 w 77357"/>
                  <a:gd name="connsiteY3" fmla="*/ 21849 h 62226"/>
                  <a:gd name="connsiteX4" fmla="*/ 40859 w 77357"/>
                  <a:gd name="connsiteY4" fmla="*/ 13572 h 62226"/>
                  <a:gd name="connsiteX5" fmla="*/ 48537 w 77357"/>
                  <a:gd name="connsiteY5" fmla="*/ 7527 h 62226"/>
                  <a:gd name="connsiteX6" fmla="*/ 71789 w 77357"/>
                  <a:gd name="connsiteY6" fmla="*/ 176 h 62226"/>
                  <a:gd name="connsiteX7" fmla="*/ 71898 w 77357"/>
                  <a:gd name="connsiteY7" fmla="*/ 122 h 62226"/>
                  <a:gd name="connsiteX8" fmla="*/ 74838 w 77357"/>
                  <a:gd name="connsiteY8" fmla="*/ 1320 h 62226"/>
                  <a:gd name="connsiteX9" fmla="*/ 76744 w 77357"/>
                  <a:gd name="connsiteY9" fmla="*/ 18037 h 62226"/>
                  <a:gd name="connsiteX10" fmla="*/ 70210 w 77357"/>
                  <a:gd name="connsiteY10" fmla="*/ 32032 h 62226"/>
                  <a:gd name="connsiteX11" fmla="*/ 58992 w 77357"/>
                  <a:gd name="connsiteY11" fmla="*/ 40417 h 62226"/>
                  <a:gd name="connsiteX12" fmla="*/ 46304 w 77357"/>
                  <a:gd name="connsiteY12" fmla="*/ 44611 h 62226"/>
                  <a:gd name="connsiteX13" fmla="*/ 34815 w 77357"/>
                  <a:gd name="connsiteY13" fmla="*/ 48531 h 62226"/>
                  <a:gd name="connsiteX14" fmla="*/ 23760 w 77357"/>
                  <a:gd name="connsiteY14" fmla="*/ 52071 h 62226"/>
                  <a:gd name="connsiteX15" fmla="*/ 2796 w 77357"/>
                  <a:gd name="connsiteY15" fmla="*/ 61927 h 62226"/>
                  <a:gd name="connsiteX16" fmla="*/ 2741 w 77357"/>
                  <a:gd name="connsiteY16" fmla="*/ 61927 h 62226"/>
                  <a:gd name="connsiteX17" fmla="*/ 346 w 77357"/>
                  <a:gd name="connsiteY17" fmla="*/ 61437 h 62226"/>
                  <a:gd name="connsiteX18" fmla="*/ 128 w 77357"/>
                  <a:gd name="connsiteY18" fmla="*/ 59858 h 62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7357" h="62226">
                    <a:moveTo>
                      <a:pt x="128" y="59858"/>
                    </a:moveTo>
                    <a:cubicBezTo>
                      <a:pt x="3068" y="51744"/>
                      <a:pt x="8731" y="44611"/>
                      <a:pt x="14721" y="38348"/>
                    </a:cubicBezTo>
                    <a:cubicBezTo>
                      <a:pt x="17771" y="35299"/>
                      <a:pt x="20929" y="32358"/>
                      <a:pt x="24033" y="29581"/>
                    </a:cubicBezTo>
                    <a:lnTo>
                      <a:pt x="33290" y="21849"/>
                    </a:lnTo>
                    <a:cubicBezTo>
                      <a:pt x="36230" y="19398"/>
                      <a:pt x="38627" y="16403"/>
                      <a:pt x="40859" y="13572"/>
                    </a:cubicBezTo>
                    <a:cubicBezTo>
                      <a:pt x="43092" y="10795"/>
                      <a:pt x="45596" y="8834"/>
                      <a:pt x="48537" y="7527"/>
                    </a:cubicBezTo>
                    <a:cubicBezTo>
                      <a:pt x="54581" y="4805"/>
                      <a:pt x="60571" y="3770"/>
                      <a:pt x="71789" y="176"/>
                    </a:cubicBezTo>
                    <a:lnTo>
                      <a:pt x="71898" y="122"/>
                    </a:lnTo>
                    <a:cubicBezTo>
                      <a:pt x="73041" y="-259"/>
                      <a:pt x="74294" y="285"/>
                      <a:pt x="74838" y="1320"/>
                    </a:cubicBezTo>
                    <a:cubicBezTo>
                      <a:pt x="77724" y="6929"/>
                      <a:pt x="77779" y="12701"/>
                      <a:pt x="76744" y="18037"/>
                    </a:cubicBezTo>
                    <a:cubicBezTo>
                      <a:pt x="75600" y="23319"/>
                      <a:pt x="73205" y="28111"/>
                      <a:pt x="70210" y="32032"/>
                    </a:cubicBezTo>
                    <a:cubicBezTo>
                      <a:pt x="67215" y="36007"/>
                      <a:pt x="63294" y="38784"/>
                      <a:pt x="58992" y="40417"/>
                    </a:cubicBezTo>
                    <a:cubicBezTo>
                      <a:pt x="54636" y="41997"/>
                      <a:pt x="50279" y="43140"/>
                      <a:pt x="46304" y="44611"/>
                    </a:cubicBezTo>
                    <a:lnTo>
                      <a:pt x="34815" y="48531"/>
                    </a:lnTo>
                    <a:cubicBezTo>
                      <a:pt x="31003" y="49675"/>
                      <a:pt x="27300" y="50818"/>
                      <a:pt x="23760" y="52071"/>
                    </a:cubicBezTo>
                    <a:cubicBezTo>
                      <a:pt x="16464" y="54467"/>
                      <a:pt x="9548" y="57462"/>
                      <a:pt x="2796" y="61927"/>
                    </a:cubicBezTo>
                    <a:lnTo>
                      <a:pt x="2741" y="61927"/>
                    </a:lnTo>
                    <a:cubicBezTo>
                      <a:pt x="1979" y="62471"/>
                      <a:pt x="890" y="62254"/>
                      <a:pt x="346" y="61437"/>
                    </a:cubicBezTo>
                    <a:cubicBezTo>
                      <a:pt x="-36" y="60892"/>
                      <a:pt x="-91" y="60348"/>
                      <a:pt x="128" y="59858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4" name="Forme libre : forme 1393">
                <a:extLst>
                  <a:ext uri="{FF2B5EF4-FFF2-40B4-BE49-F238E27FC236}">
                    <a16:creationId xmlns:a16="http://schemas.microsoft.com/office/drawing/2014/main" id="{A9894469-50CA-425D-86E8-EF2C4AFFA7F0}"/>
                  </a:ext>
                </a:extLst>
              </p:cNvPr>
              <p:cNvSpPr/>
              <p:nvPr/>
            </p:nvSpPr>
            <p:spPr>
              <a:xfrm>
                <a:off x="8905086" y="5020395"/>
                <a:ext cx="91717" cy="48601"/>
              </a:xfrm>
              <a:custGeom>
                <a:avLst/>
                <a:gdLst>
                  <a:gd name="connsiteX0" fmla="*/ 267 w 91717"/>
                  <a:gd name="connsiteY0" fmla="*/ 45933 h 48601"/>
                  <a:gd name="connsiteX1" fmla="*/ 17910 w 91717"/>
                  <a:gd name="connsiteY1" fmla="*/ 26112 h 48601"/>
                  <a:gd name="connsiteX2" fmla="*/ 28311 w 91717"/>
                  <a:gd name="connsiteY2" fmla="*/ 17563 h 48601"/>
                  <a:gd name="connsiteX3" fmla="*/ 39637 w 91717"/>
                  <a:gd name="connsiteY3" fmla="*/ 10157 h 48601"/>
                  <a:gd name="connsiteX4" fmla="*/ 52433 w 91717"/>
                  <a:gd name="connsiteY4" fmla="*/ 2588 h 48601"/>
                  <a:gd name="connsiteX5" fmla="*/ 69586 w 91717"/>
                  <a:gd name="connsiteY5" fmla="*/ 574 h 48601"/>
                  <a:gd name="connsiteX6" fmla="*/ 86303 w 91717"/>
                  <a:gd name="connsiteY6" fmla="*/ 10048 h 48601"/>
                  <a:gd name="connsiteX7" fmla="*/ 90878 w 91717"/>
                  <a:gd name="connsiteY7" fmla="*/ 28236 h 48601"/>
                  <a:gd name="connsiteX8" fmla="*/ 88210 w 91717"/>
                  <a:gd name="connsiteY8" fmla="*/ 29706 h 48601"/>
                  <a:gd name="connsiteX9" fmla="*/ 87937 w 91717"/>
                  <a:gd name="connsiteY9" fmla="*/ 29652 h 48601"/>
                  <a:gd name="connsiteX10" fmla="*/ 75195 w 91717"/>
                  <a:gd name="connsiteY10" fmla="*/ 30305 h 48601"/>
                  <a:gd name="connsiteX11" fmla="*/ 68007 w 91717"/>
                  <a:gd name="connsiteY11" fmla="*/ 33191 h 48601"/>
                  <a:gd name="connsiteX12" fmla="*/ 60330 w 91717"/>
                  <a:gd name="connsiteY12" fmla="*/ 33953 h 48601"/>
                  <a:gd name="connsiteX13" fmla="*/ 49439 w 91717"/>
                  <a:gd name="connsiteY13" fmla="*/ 34389 h 48601"/>
                  <a:gd name="connsiteX14" fmla="*/ 37894 w 91717"/>
                  <a:gd name="connsiteY14" fmla="*/ 37112 h 48601"/>
                  <a:gd name="connsiteX15" fmla="*/ 26187 w 91717"/>
                  <a:gd name="connsiteY15" fmla="*/ 40270 h 48601"/>
                  <a:gd name="connsiteX16" fmla="*/ 2391 w 91717"/>
                  <a:gd name="connsiteY16" fmla="*/ 48493 h 48601"/>
                  <a:gd name="connsiteX17" fmla="*/ 158 w 91717"/>
                  <a:gd name="connsiteY17" fmla="*/ 47513 h 48601"/>
                  <a:gd name="connsiteX18" fmla="*/ 267 w 91717"/>
                  <a:gd name="connsiteY18" fmla="*/ 45933 h 48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1717" h="48601">
                    <a:moveTo>
                      <a:pt x="267" y="45933"/>
                    </a:moveTo>
                    <a:cubicBezTo>
                      <a:pt x="5276" y="38691"/>
                      <a:pt x="11375" y="32211"/>
                      <a:pt x="17910" y="26112"/>
                    </a:cubicBezTo>
                    <a:cubicBezTo>
                      <a:pt x="21231" y="23172"/>
                      <a:pt x="24717" y="20286"/>
                      <a:pt x="28311" y="17563"/>
                    </a:cubicBezTo>
                    <a:cubicBezTo>
                      <a:pt x="31959" y="14949"/>
                      <a:pt x="35771" y="12499"/>
                      <a:pt x="39637" y="10157"/>
                    </a:cubicBezTo>
                    <a:cubicBezTo>
                      <a:pt x="43503" y="7870"/>
                      <a:pt x="47532" y="4984"/>
                      <a:pt x="52433" y="2588"/>
                    </a:cubicBezTo>
                    <a:cubicBezTo>
                      <a:pt x="57280" y="301"/>
                      <a:pt x="63379" y="-734"/>
                      <a:pt x="69586" y="574"/>
                    </a:cubicBezTo>
                    <a:cubicBezTo>
                      <a:pt x="76012" y="1826"/>
                      <a:pt x="82057" y="5148"/>
                      <a:pt x="86303" y="10048"/>
                    </a:cubicBezTo>
                    <a:cubicBezTo>
                      <a:pt x="90497" y="14949"/>
                      <a:pt x="93165" y="21919"/>
                      <a:pt x="90878" y="28236"/>
                    </a:cubicBezTo>
                    <a:cubicBezTo>
                      <a:pt x="90497" y="29325"/>
                      <a:pt x="89353" y="29978"/>
                      <a:pt x="88210" y="29706"/>
                    </a:cubicBezTo>
                    <a:lnTo>
                      <a:pt x="87937" y="29652"/>
                    </a:lnTo>
                    <a:cubicBezTo>
                      <a:pt x="82002" y="28399"/>
                      <a:pt x="78299" y="29380"/>
                      <a:pt x="75195" y="30305"/>
                    </a:cubicBezTo>
                    <a:cubicBezTo>
                      <a:pt x="72146" y="31231"/>
                      <a:pt x="69859" y="32320"/>
                      <a:pt x="68007" y="33191"/>
                    </a:cubicBezTo>
                    <a:cubicBezTo>
                      <a:pt x="65829" y="34062"/>
                      <a:pt x="63597" y="34226"/>
                      <a:pt x="60330" y="33953"/>
                    </a:cubicBezTo>
                    <a:cubicBezTo>
                      <a:pt x="57116" y="33627"/>
                      <a:pt x="53250" y="33573"/>
                      <a:pt x="49439" y="34389"/>
                    </a:cubicBezTo>
                    <a:cubicBezTo>
                      <a:pt x="45572" y="35152"/>
                      <a:pt x="41706" y="36023"/>
                      <a:pt x="37894" y="37112"/>
                    </a:cubicBezTo>
                    <a:cubicBezTo>
                      <a:pt x="33973" y="38037"/>
                      <a:pt x="30053" y="39072"/>
                      <a:pt x="26187" y="40270"/>
                    </a:cubicBezTo>
                    <a:cubicBezTo>
                      <a:pt x="18291" y="42503"/>
                      <a:pt x="10504" y="45443"/>
                      <a:pt x="2391" y="48493"/>
                    </a:cubicBezTo>
                    <a:cubicBezTo>
                      <a:pt x="1519" y="48820"/>
                      <a:pt x="539" y="48384"/>
                      <a:pt x="158" y="47513"/>
                    </a:cubicBezTo>
                    <a:cubicBezTo>
                      <a:pt x="-115" y="46968"/>
                      <a:pt x="-6" y="46369"/>
                      <a:pt x="267" y="45933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5" name="Forme libre : forme 1394">
                <a:extLst>
                  <a:ext uri="{FF2B5EF4-FFF2-40B4-BE49-F238E27FC236}">
                    <a16:creationId xmlns:a16="http://schemas.microsoft.com/office/drawing/2014/main" id="{9B03AC40-9700-4BB1-A0AC-81774B19419F}"/>
                  </a:ext>
                </a:extLst>
              </p:cNvPr>
              <p:cNvSpPr/>
              <p:nvPr/>
            </p:nvSpPr>
            <p:spPr>
              <a:xfrm>
                <a:off x="8909680" y="5077245"/>
                <a:ext cx="104772" cy="51876"/>
              </a:xfrm>
              <a:custGeom>
                <a:avLst/>
                <a:gdLst>
                  <a:gd name="connsiteX0" fmla="*/ 3024 w 104772"/>
                  <a:gd name="connsiteY0" fmla="*/ 572 h 51876"/>
                  <a:gd name="connsiteX1" fmla="*/ 14133 w 104772"/>
                  <a:gd name="connsiteY1" fmla="*/ 7052 h 51876"/>
                  <a:gd name="connsiteX2" fmla="*/ 26820 w 104772"/>
                  <a:gd name="connsiteY2" fmla="*/ 7869 h 51876"/>
                  <a:gd name="connsiteX3" fmla="*/ 41196 w 104772"/>
                  <a:gd name="connsiteY3" fmla="*/ 6562 h 51876"/>
                  <a:gd name="connsiteX4" fmla="*/ 57859 w 104772"/>
                  <a:gd name="connsiteY4" fmla="*/ 7107 h 51876"/>
                  <a:gd name="connsiteX5" fmla="*/ 75012 w 104772"/>
                  <a:gd name="connsiteY5" fmla="*/ 9666 h 51876"/>
                  <a:gd name="connsiteX6" fmla="*/ 90313 w 104772"/>
                  <a:gd name="connsiteY6" fmla="*/ 17616 h 51876"/>
                  <a:gd name="connsiteX7" fmla="*/ 100932 w 104772"/>
                  <a:gd name="connsiteY7" fmla="*/ 31611 h 51876"/>
                  <a:gd name="connsiteX8" fmla="*/ 104689 w 104772"/>
                  <a:gd name="connsiteY8" fmla="*/ 49799 h 51876"/>
                  <a:gd name="connsiteX9" fmla="*/ 102293 w 104772"/>
                  <a:gd name="connsiteY9" fmla="*/ 51868 h 51876"/>
                  <a:gd name="connsiteX10" fmla="*/ 102184 w 104772"/>
                  <a:gd name="connsiteY10" fmla="*/ 51868 h 51876"/>
                  <a:gd name="connsiteX11" fmla="*/ 102130 w 104772"/>
                  <a:gd name="connsiteY11" fmla="*/ 51868 h 51876"/>
                  <a:gd name="connsiteX12" fmla="*/ 72779 w 104772"/>
                  <a:gd name="connsiteY12" fmla="*/ 45170 h 51876"/>
                  <a:gd name="connsiteX13" fmla="*/ 62161 w 104772"/>
                  <a:gd name="connsiteY13" fmla="*/ 39344 h 51876"/>
                  <a:gd name="connsiteX14" fmla="*/ 51488 w 104772"/>
                  <a:gd name="connsiteY14" fmla="*/ 32482 h 51876"/>
                  <a:gd name="connsiteX15" fmla="*/ 39236 w 104772"/>
                  <a:gd name="connsiteY15" fmla="*/ 28180 h 51876"/>
                  <a:gd name="connsiteX16" fmla="*/ 24370 w 104772"/>
                  <a:gd name="connsiteY16" fmla="*/ 24042 h 51876"/>
                  <a:gd name="connsiteX17" fmla="*/ 9177 w 104772"/>
                  <a:gd name="connsiteY17" fmla="*/ 16092 h 51876"/>
                  <a:gd name="connsiteX18" fmla="*/ 29 w 104772"/>
                  <a:gd name="connsiteY18" fmla="*/ 1988 h 51876"/>
                  <a:gd name="connsiteX19" fmla="*/ 1335 w 104772"/>
                  <a:gd name="connsiteY19" fmla="*/ 28 h 51876"/>
                  <a:gd name="connsiteX20" fmla="*/ 2915 w 104772"/>
                  <a:gd name="connsiteY20" fmla="*/ 572 h 51876"/>
                  <a:gd name="connsiteX21" fmla="*/ 3024 w 104772"/>
                  <a:gd name="connsiteY21" fmla="*/ 572 h 5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4772" h="51876">
                    <a:moveTo>
                      <a:pt x="3024" y="572"/>
                    </a:moveTo>
                    <a:cubicBezTo>
                      <a:pt x="6073" y="4112"/>
                      <a:pt x="10049" y="6018"/>
                      <a:pt x="14133" y="7052"/>
                    </a:cubicBezTo>
                    <a:cubicBezTo>
                      <a:pt x="18325" y="8087"/>
                      <a:pt x="22355" y="8196"/>
                      <a:pt x="26820" y="7869"/>
                    </a:cubicBezTo>
                    <a:cubicBezTo>
                      <a:pt x="31231" y="7651"/>
                      <a:pt x="35914" y="6944"/>
                      <a:pt x="41196" y="6562"/>
                    </a:cubicBezTo>
                    <a:cubicBezTo>
                      <a:pt x="46478" y="6290"/>
                      <a:pt x="52305" y="6508"/>
                      <a:pt x="57859" y="7107"/>
                    </a:cubicBezTo>
                    <a:cubicBezTo>
                      <a:pt x="63467" y="7815"/>
                      <a:pt x="69240" y="8359"/>
                      <a:pt x="75012" y="9666"/>
                    </a:cubicBezTo>
                    <a:cubicBezTo>
                      <a:pt x="80730" y="10973"/>
                      <a:pt x="86011" y="13696"/>
                      <a:pt x="90313" y="17616"/>
                    </a:cubicBezTo>
                    <a:cubicBezTo>
                      <a:pt x="94669" y="21483"/>
                      <a:pt x="98318" y="26220"/>
                      <a:pt x="100932" y="31611"/>
                    </a:cubicBezTo>
                    <a:cubicBezTo>
                      <a:pt x="103436" y="37056"/>
                      <a:pt x="105179" y="42992"/>
                      <a:pt x="104689" y="49799"/>
                    </a:cubicBezTo>
                    <a:cubicBezTo>
                      <a:pt x="104580" y="51051"/>
                      <a:pt x="103545" y="51977"/>
                      <a:pt x="102293" y="51868"/>
                    </a:cubicBezTo>
                    <a:cubicBezTo>
                      <a:pt x="102239" y="51868"/>
                      <a:pt x="102239" y="51868"/>
                      <a:pt x="102184" y="51868"/>
                    </a:cubicBezTo>
                    <a:lnTo>
                      <a:pt x="102130" y="51868"/>
                    </a:lnTo>
                    <a:cubicBezTo>
                      <a:pt x="89061" y="50180"/>
                      <a:pt x="80839" y="47784"/>
                      <a:pt x="72779" y="45170"/>
                    </a:cubicBezTo>
                    <a:cubicBezTo>
                      <a:pt x="68858" y="43863"/>
                      <a:pt x="65428" y="41957"/>
                      <a:pt x="62161" y="39344"/>
                    </a:cubicBezTo>
                    <a:cubicBezTo>
                      <a:pt x="58894" y="36675"/>
                      <a:pt x="55408" y="34170"/>
                      <a:pt x="51488" y="32482"/>
                    </a:cubicBezTo>
                    <a:cubicBezTo>
                      <a:pt x="47567" y="30740"/>
                      <a:pt x="43701" y="29324"/>
                      <a:pt x="39236" y="28180"/>
                    </a:cubicBezTo>
                    <a:cubicBezTo>
                      <a:pt x="34770" y="26873"/>
                      <a:pt x="29652" y="25730"/>
                      <a:pt x="24370" y="24042"/>
                    </a:cubicBezTo>
                    <a:cubicBezTo>
                      <a:pt x="19142" y="22245"/>
                      <a:pt x="13642" y="19795"/>
                      <a:pt x="9177" y="16092"/>
                    </a:cubicBezTo>
                    <a:cubicBezTo>
                      <a:pt x="4712" y="12443"/>
                      <a:pt x="1118" y="7433"/>
                      <a:pt x="29" y="1988"/>
                    </a:cubicBezTo>
                    <a:cubicBezTo>
                      <a:pt x="-134" y="1062"/>
                      <a:pt x="410" y="191"/>
                      <a:pt x="1335" y="28"/>
                    </a:cubicBezTo>
                    <a:cubicBezTo>
                      <a:pt x="1935" y="-81"/>
                      <a:pt x="2534" y="137"/>
                      <a:pt x="2915" y="572"/>
                    </a:cubicBezTo>
                    <a:lnTo>
                      <a:pt x="3024" y="572"/>
                    </a:ln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6" name="Forme libre : forme 1395">
                <a:extLst>
                  <a:ext uri="{FF2B5EF4-FFF2-40B4-BE49-F238E27FC236}">
                    <a16:creationId xmlns:a16="http://schemas.microsoft.com/office/drawing/2014/main" id="{E24B6277-E4BF-46A7-A0FA-DACB79DC1C13}"/>
                  </a:ext>
                </a:extLst>
              </p:cNvPr>
              <p:cNvSpPr/>
              <p:nvPr/>
            </p:nvSpPr>
            <p:spPr>
              <a:xfrm>
                <a:off x="8884758" y="5100198"/>
                <a:ext cx="70215" cy="65480"/>
              </a:xfrm>
              <a:custGeom>
                <a:avLst/>
                <a:gdLst>
                  <a:gd name="connsiteX0" fmla="*/ 2897 w 70215"/>
                  <a:gd name="connsiteY0" fmla="*/ 544 h 65480"/>
                  <a:gd name="connsiteX1" fmla="*/ 19832 w 70215"/>
                  <a:gd name="connsiteY1" fmla="*/ 15846 h 65480"/>
                  <a:gd name="connsiteX2" fmla="*/ 28872 w 70215"/>
                  <a:gd name="connsiteY2" fmla="*/ 21618 h 65480"/>
                  <a:gd name="connsiteX3" fmla="*/ 38020 w 70215"/>
                  <a:gd name="connsiteY3" fmla="*/ 26301 h 65480"/>
                  <a:gd name="connsiteX4" fmla="*/ 58385 w 70215"/>
                  <a:gd name="connsiteY4" fmla="*/ 33815 h 65480"/>
                  <a:gd name="connsiteX5" fmla="*/ 68351 w 70215"/>
                  <a:gd name="connsiteY5" fmla="*/ 46721 h 65480"/>
                  <a:gd name="connsiteX6" fmla="*/ 67588 w 70215"/>
                  <a:gd name="connsiteY6" fmla="*/ 64473 h 65480"/>
                  <a:gd name="connsiteX7" fmla="*/ 64702 w 70215"/>
                  <a:gd name="connsiteY7" fmla="*/ 65290 h 65480"/>
                  <a:gd name="connsiteX8" fmla="*/ 64375 w 70215"/>
                  <a:gd name="connsiteY8" fmla="*/ 65181 h 65480"/>
                  <a:gd name="connsiteX9" fmla="*/ 52069 w 70215"/>
                  <a:gd name="connsiteY9" fmla="*/ 63112 h 65480"/>
                  <a:gd name="connsiteX10" fmla="*/ 43084 w 70215"/>
                  <a:gd name="connsiteY10" fmla="*/ 62676 h 65480"/>
                  <a:gd name="connsiteX11" fmla="*/ 32847 w 70215"/>
                  <a:gd name="connsiteY11" fmla="*/ 57394 h 65480"/>
                  <a:gd name="connsiteX12" fmla="*/ 22881 w 70215"/>
                  <a:gd name="connsiteY12" fmla="*/ 47592 h 65480"/>
                  <a:gd name="connsiteX13" fmla="*/ 14060 w 70215"/>
                  <a:gd name="connsiteY13" fmla="*/ 37464 h 65480"/>
                  <a:gd name="connsiteX14" fmla="*/ 7253 w 70215"/>
                  <a:gd name="connsiteY14" fmla="*/ 26192 h 65480"/>
                  <a:gd name="connsiteX15" fmla="*/ 11 w 70215"/>
                  <a:gd name="connsiteY15" fmla="*/ 1906 h 65480"/>
                  <a:gd name="connsiteX16" fmla="*/ 1536 w 70215"/>
                  <a:gd name="connsiteY16" fmla="*/ 54 h 65480"/>
                  <a:gd name="connsiteX17" fmla="*/ 2897 w 70215"/>
                  <a:gd name="connsiteY17" fmla="*/ 544 h 65480"/>
                  <a:gd name="connsiteX18" fmla="*/ 2897 w 70215"/>
                  <a:gd name="connsiteY18" fmla="*/ 544 h 65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0215" h="65480">
                    <a:moveTo>
                      <a:pt x="2897" y="544"/>
                    </a:moveTo>
                    <a:cubicBezTo>
                      <a:pt x="8343" y="6480"/>
                      <a:pt x="13788" y="11653"/>
                      <a:pt x="19832" y="15846"/>
                    </a:cubicBezTo>
                    <a:cubicBezTo>
                      <a:pt x="22719" y="18024"/>
                      <a:pt x="25768" y="19930"/>
                      <a:pt x="28872" y="21618"/>
                    </a:cubicBezTo>
                    <a:cubicBezTo>
                      <a:pt x="31866" y="23415"/>
                      <a:pt x="34862" y="24994"/>
                      <a:pt x="38020" y="26301"/>
                    </a:cubicBezTo>
                    <a:cubicBezTo>
                      <a:pt x="44446" y="29296"/>
                      <a:pt x="50871" y="27281"/>
                      <a:pt x="58385" y="33815"/>
                    </a:cubicBezTo>
                    <a:cubicBezTo>
                      <a:pt x="61980" y="36811"/>
                      <a:pt x="66064" y="41221"/>
                      <a:pt x="68351" y="46721"/>
                    </a:cubicBezTo>
                    <a:cubicBezTo>
                      <a:pt x="70583" y="52112"/>
                      <a:pt x="71345" y="59137"/>
                      <a:pt x="67588" y="64473"/>
                    </a:cubicBezTo>
                    <a:cubicBezTo>
                      <a:pt x="66935" y="65399"/>
                      <a:pt x="65737" y="65726"/>
                      <a:pt x="64702" y="65290"/>
                    </a:cubicBezTo>
                    <a:lnTo>
                      <a:pt x="64375" y="65181"/>
                    </a:lnTo>
                    <a:cubicBezTo>
                      <a:pt x="58930" y="62894"/>
                      <a:pt x="55336" y="63112"/>
                      <a:pt x="52069" y="63112"/>
                    </a:cubicBezTo>
                    <a:cubicBezTo>
                      <a:pt x="48856" y="63112"/>
                      <a:pt x="46297" y="63330"/>
                      <a:pt x="43084" y="62676"/>
                    </a:cubicBezTo>
                    <a:cubicBezTo>
                      <a:pt x="39980" y="62077"/>
                      <a:pt x="36440" y="60443"/>
                      <a:pt x="32847" y="57394"/>
                    </a:cubicBezTo>
                    <a:cubicBezTo>
                      <a:pt x="29253" y="54236"/>
                      <a:pt x="26095" y="50751"/>
                      <a:pt x="22881" y="47592"/>
                    </a:cubicBezTo>
                    <a:cubicBezTo>
                      <a:pt x="19669" y="44434"/>
                      <a:pt x="16728" y="41003"/>
                      <a:pt x="14060" y="37464"/>
                    </a:cubicBezTo>
                    <a:cubicBezTo>
                      <a:pt x="11501" y="33815"/>
                      <a:pt x="9213" y="30058"/>
                      <a:pt x="7253" y="26192"/>
                    </a:cubicBezTo>
                    <a:cubicBezTo>
                      <a:pt x="3442" y="18351"/>
                      <a:pt x="828" y="10183"/>
                      <a:pt x="11" y="1906"/>
                    </a:cubicBezTo>
                    <a:cubicBezTo>
                      <a:pt x="-98" y="980"/>
                      <a:pt x="610" y="109"/>
                      <a:pt x="1536" y="54"/>
                    </a:cubicBezTo>
                    <a:cubicBezTo>
                      <a:pt x="1971" y="-109"/>
                      <a:pt x="2516" y="109"/>
                      <a:pt x="2897" y="544"/>
                    </a:cubicBezTo>
                    <a:lnTo>
                      <a:pt x="2897" y="544"/>
                    </a:ln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7" name="Forme libre : forme 1396">
                <a:extLst>
                  <a:ext uri="{FF2B5EF4-FFF2-40B4-BE49-F238E27FC236}">
                    <a16:creationId xmlns:a16="http://schemas.microsoft.com/office/drawing/2014/main" id="{B625552F-124F-488E-B0D2-F09C247818B8}"/>
                  </a:ext>
                </a:extLst>
              </p:cNvPr>
              <p:cNvSpPr/>
              <p:nvPr/>
            </p:nvSpPr>
            <p:spPr>
              <a:xfrm>
                <a:off x="8861926" y="5121162"/>
                <a:ext cx="38973" cy="93939"/>
              </a:xfrm>
              <a:custGeom>
                <a:avLst/>
                <a:gdLst>
                  <a:gd name="connsiteX0" fmla="*/ 2912 w 38973"/>
                  <a:gd name="connsiteY0" fmla="*/ 491 h 93939"/>
                  <a:gd name="connsiteX1" fmla="*/ 18922 w 38973"/>
                  <a:gd name="connsiteY1" fmla="*/ 21782 h 93939"/>
                  <a:gd name="connsiteX2" fmla="*/ 24966 w 38973"/>
                  <a:gd name="connsiteY2" fmla="*/ 33980 h 93939"/>
                  <a:gd name="connsiteX3" fmla="*/ 29431 w 38973"/>
                  <a:gd name="connsiteY3" fmla="*/ 46831 h 93939"/>
                  <a:gd name="connsiteX4" fmla="*/ 34223 w 38973"/>
                  <a:gd name="connsiteY4" fmla="*/ 57994 h 93939"/>
                  <a:gd name="connsiteX5" fmla="*/ 36783 w 38973"/>
                  <a:gd name="connsiteY5" fmla="*/ 66815 h 93939"/>
                  <a:gd name="connsiteX6" fmla="*/ 36783 w 38973"/>
                  <a:gd name="connsiteY6" fmla="*/ 75964 h 93939"/>
                  <a:gd name="connsiteX7" fmla="*/ 38798 w 38973"/>
                  <a:gd name="connsiteY7" fmla="*/ 89196 h 93939"/>
                  <a:gd name="connsiteX8" fmla="*/ 38852 w 38973"/>
                  <a:gd name="connsiteY8" fmla="*/ 89413 h 93939"/>
                  <a:gd name="connsiteX9" fmla="*/ 37654 w 38973"/>
                  <a:gd name="connsiteY9" fmla="*/ 92245 h 93939"/>
                  <a:gd name="connsiteX10" fmla="*/ 19467 w 38973"/>
                  <a:gd name="connsiteY10" fmla="*/ 91265 h 93939"/>
                  <a:gd name="connsiteX11" fmla="*/ 6561 w 38973"/>
                  <a:gd name="connsiteY11" fmla="*/ 79176 h 93939"/>
                  <a:gd name="connsiteX12" fmla="*/ 2423 w 38973"/>
                  <a:gd name="connsiteY12" fmla="*/ 63984 h 93939"/>
                  <a:gd name="connsiteX13" fmla="*/ 3511 w 38973"/>
                  <a:gd name="connsiteY13" fmla="*/ 50425 h 93939"/>
                  <a:gd name="connsiteX14" fmla="*/ 3729 w 38973"/>
                  <a:gd name="connsiteY14" fmla="*/ 38663 h 93939"/>
                  <a:gd name="connsiteX15" fmla="*/ 3348 w 38973"/>
                  <a:gd name="connsiteY15" fmla="*/ 26737 h 93939"/>
                  <a:gd name="connsiteX16" fmla="*/ 27 w 38973"/>
                  <a:gd name="connsiteY16" fmla="*/ 2070 h 93939"/>
                  <a:gd name="connsiteX17" fmla="*/ 1388 w 38973"/>
                  <a:gd name="connsiteY17" fmla="*/ 55 h 93939"/>
                  <a:gd name="connsiteX18" fmla="*/ 2912 w 38973"/>
                  <a:gd name="connsiteY18" fmla="*/ 491 h 9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8973" h="93939">
                    <a:moveTo>
                      <a:pt x="2912" y="491"/>
                    </a:moveTo>
                    <a:cubicBezTo>
                      <a:pt x="9175" y="6698"/>
                      <a:pt x="14348" y="13995"/>
                      <a:pt x="18922" y="21782"/>
                    </a:cubicBezTo>
                    <a:cubicBezTo>
                      <a:pt x="21100" y="25703"/>
                      <a:pt x="23115" y="29787"/>
                      <a:pt x="24966" y="33980"/>
                    </a:cubicBezTo>
                    <a:cubicBezTo>
                      <a:pt x="26654" y="38173"/>
                      <a:pt x="28125" y="42692"/>
                      <a:pt x="29431" y="46831"/>
                    </a:cubicBezTo>
                    <a:cubicBezTo>
                      <a:pt x="30684" y="50969"/>
                      <a:pt x="32481" y="54726"/>
                      <a:pt x="34223" y="57994"/>
                    </a:cubicBezTo>
                    <a:cubicBezTo>
                      <a:pt x="35912" y="61206"/>
                      <a:pt x="36783" y="64147"/>
                      <a:pt x="36783" y="66815"/>
                    </a:cubicBezTo>
                    <a:cubicBezTo>
                      <a:pt x="36892" y="69593"/>
                      <a:pt x="36783" y="72533"/>
                      <a:pt x="36783" y="75964"/>
                    </a:cubicBezTo>
                    <a:cubicBezTo>
                      <a:pt x="36783" y="79503"/>
                      <a:pt x="36837" y="83424"/>
                      <a:pt x="38798" y="89196"/>
                    </a:cubicBezTo>
                    <a:lnTo>
                      <a:pt x="38852" y="89413"/>
                    </a:lnTo>
                    <a:cubicBezTo>
                      <a:pt x="39233" y="90557"/>
                      <a:pt x="38689" y="91755"/>
                      <a:pt x="37654" y="92245"/>
                    </a:cubicBezTo>
                    <a:cubicBezTo>
                      <a:pt x="31773" y="95186"/>
                      <a:pt x="24912" y="93933"/>
                      <a:pt x="19467" y="91265"/>
                    </a:cubicBezTo>
                    <a:cubicBezTo>
                      <a:pt x="13912" y="88488"/>
                      <a:pt x="9610" y="84077"/>
                      <a:pt x="6561" y="79176"/>
                    </a:cubicBezTo>
                    <a:cubicBezTo>
                      <a:pt x="3457" y="74112"/>
                      <a:pt x="2314" y="68885"/>
                      <a:pt x="2423" y="63984"/>
                    </a:cubicBezTo>
                    <a:cubicBezTo>
                      <a:pt x="2641" y="59029"/>
                      <a:pt x="3403" y="54563"/>
                      <a:pt x="3511" y="50425"/>
                    </a:cubicBezTo>
                    <a:cubicBezTo>
                      <a:pt x="3675" y="46286"/>
                      <a:pt x="3838" y="42583"/>
                      <a:pt x="3729" y="38663"/>
                    </a:cubicBezTo>
                    <a:cubicBezTo>
                      <a:pt x="3784" y="34742"/>
                      <a:pt x="3675" y="30767"/>
                      <a:pt x="3348" y="26737"/>
                    </a:cubicBezTo>
                    <a:cubicBezTo>
                      <a:pt x="2912" y="18678"/>
                      <a:pt x="1606" y="10510"/>
                      <a:pt x="27" y="2070"/>
                    </a:cubicBezTo>
                    <a:cubicBezTo>
                      <a:pt x="-137" y="1144"/>
                      <a:pt x="462" y="273"/>
                      <a:pt x="1388" y="55"/>
                    </a:cubicBezTo>
                    <a:cubicBezTo>
                      <a:pt x="1933" y="-109"/>
                      <a:pt x="2532" y="109"/>
                      <a:pt x="2912" y="491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8" name="Forme libre : forme 1397">
                <a:extLst>
                  <a:ext uri="{FF2B5EF4-FFF2-40B4-BE49-F238E27FC236}">
                    <a16:creationId xmlns:a16="http://schemas.microsoft.com/office/drawing/2014/main" id="{17B06038-A98D-4D22-9643-916761290749}"/>
                  </a:ext>
                </a:extLst>
              </p:cNvPr>
              <p:cNvSpPr/>
              <p:nvPr/>
            </p:nvSpPr>
            <p:spPr>
              <a:xfrm>
                <a:off x="8769724" y="5105922"/>
                <a:ext cx="75059" cy="110841"/>
              </a:xfrm>
              <a:custGeom>
                <a:avLst/>
                <a:gdLst>
                  <a:gd name="connsiteX0" fmla="*/ 73388 w 75059"/>
                  <a:gd name="connsiteY0" fmla="*/ 1191 h 110841"/>
                  <a:gd name="connsiteX1" fmla="*/ 71319 w 75059"/>
                  <a:gd name="connsiteY1" fmla="*/ 36695 h 110841"/>
                  <a:gd name="connsiteX2" fmla="*/ 62497 w 75059"/>
                  <a:gd name="connsiteY2" fmla="*/ 53576 h 110841"/>
                  <a:gd name="connsiteX3" fmla="*/ 49973 w 75059"/>
                  <a:gd name="connsiteY3" fmla="*/ 67298 h 110841"/>
                  <a:gd name="connsiteX4" fmla="*/ 39300 w 75059"/>
                  <a:gd name="connsiteY4" fmla="*/ 79224 h 110841"/>
                  <a:gd name="connsiteX5" fmla="*/ 31295 w 75059"/>
                  <a:gd name="connsiteY5" fmla="*/ 87718 h 110841"/>
                  <a:gd name="connsiteX6" fmla="*/ 23672 w 75059"/>
                  <a:gd name="connsiteY6" fmla="*/ 94906 h 110841"/>
                  <a:gd name="connsiteX7" fmla="*/ 16430 w 75059"/>
                  <a:gd name="connsiteY7" fmla="*/ 109228 h 110841"/>
                  <a:gd name="connsiteX8" fmla="*/ 16375 w 75059"/>
                  <a:gd name="connsiteY8" fmla="*/ 109391 h 110841"/>
                  <a:gd name="connsiteX9" fmla="*/ 13761 w 75059"/>
                  <a:gd name="connsiteY9" fmla="*/ 110752 h 110841"/>
                  <a:gd name="connsiteX10" fmla="*/ 13489 w 75059"/>
                  <a:gd name="connsiteY10" fmla="*/ 110644 h 110841"/>
                  <a:gd name="connsiteX11" fmla="*/ 692 w 75059"/>
                  <a:gd name="connsiteY11" fmla="*/ 92946 h 110841"/>
                  <a:gd name="connsiteX12" fmla="*/ 420 w 75059"/>
                  <a:gd name="connsiteY12" fmla="*/ 80966 h 110841"/>
                  <a:gd name="connsiteX13" fmla="*/ 4178 w 75059"/>
                  <a:gd name="connsiteY13" fmla="*/ 69585 h 110841"/>
                  <a:gd name="connsiteX14" fmla="*/ 18717 w 75059"/>
                  <a:gd name="connsiteY14" fmla="*/ 54338 h 110841"/>
                  <a:gd name="connsiteX15" fmla="*/ 34236 w 75059"/>
                  <a:gd name="connsiteY15" fmla="*/ 46442 h 110841"/>
                  <a:gd name="connsiteX16" fmla="*/ 46597 w 75059"/>
                  <a:gd name="connsiteY16" fmla="*/ 38765 h 110841"/>
                  <a:gd name="connsiteX17" fmla="*/ 56888 w 75059"/>
                  <a:gd name="connsiteY17" fmla="*/ 29017 h 110841"/>
                  <a:gd name="connsiteX18" fmla="*/ 70067 w 75059"/>
                  <a:gd name="connsiteY18" fmla="*/ 1355 h 110841"/>
                  <a:gd name="connsiteX19" fmla="*/ 70067 w 75059"/>
                  <a:gd name="connsiteY19" fmla="*/ 1300 h 110841"/>
                  <a:gd name="connsiteX20" fmla="*/ 72081 w 75059"/>
                  <a:gd name="connsiteY20" fmla="*/ 48 h 110841"/>
                  <a:gd name="connsiteX21" fmla="*/ 73388 w 75059"/>
                  <a:gd name="connsiteY21" fmla="*/ 1191 h 110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75059" h="110841">
                    <a:moveTo>
                      <a:pt x="73388" y="1191"/>
                    </a:moveTo>
                    <a:cubicBezTo>
                      <a:pt x="76220" y="12409"/>
                      <a:pt x="75403" y="24879"/>
                      <a:pt x="71319" y="36695"/>
                    </a:cubicBezTo>
                    <a:cubicBezTo>
                      <a:pt x="69141" y="42522"/>
                      <a:pt x="66255" y="48239"/>
                      <a:pt x="62497" y="53576"/>
                    </a:cubicBezTo>
                    <a:cubicBezTo>
                      <a:pt x="58577" y="58803"/>
                      <a:pt x="54112" y="63269"/>
                      <a:pt x="49973" y="67298"/>
                    </a:cubicBezTo>
                    <a:cubicBezTo>
                      <a:pt x="45780" y="71273"/>
                      <a:pt x="42186" y="75412"/>
                      <a:pt x="39300" y="79224"/>
                    </a:cubicBezTo>
                    <a:cubicBezTo>
                      <a:pt x="36305" y="82981"/>
                      <a:pt x="33855" y="85649"/>
                      <a:pt x="31295" y="87718"/>
                    </a:cubicBezTo>
                    <a:cubicBezTo>
                      <a:pt x="28736" y="89842"/>
                      <a:pt x="26231" y="91585"/>
                      <a:pt x="23672" y="94906"/>
                    </a:cubicBezTo>
                    <a:cubicBezTo>
                      <a:pt x="21004" y="98228"/>
                      <a:pt x="18553" y="102584"/>
                      <a:pt x="16430" y="109228"/>
                    </a:cubicBezTo>
                    <a:lnTo>
                      <a:pt x="16375" y="109391"/>
                    </a:lnTo>
                    <a:cubicBezTo>
                      <a:pt x="15994" y="110480"/>
                      <a:pt x="14850" y="111079"/>
                      <a:pt x="13761" y="110752"/>
                    </a:cubicBezTo>
                    <a:cubicBezTo>
                      <a:pt x="13652" y="110698"/>
                      <a:pt x="13598" y="110698"/>
                      <a:pt x="13489" y="110644"/>
                    </a:cubicBezTo>
                    <a:cubicBezTo>
                      <a:pt x="6737" y="107322"/>
                      <a:pt x="2381" y="100515"/>
                      <a:pt x="692" y="92946"/>
                    </a:cubicBezTo>
                    <a:cubicBezTo>
                      <a:pt x="-179" y="89134"/>
                      <a:pt x="-179" y="85050"/>
                      <a:pt x="420" y="80966"/>
                    </a:cubicBezTo>
                    <a:cubicBezTo>
                      <a:pt x="1128" y="77046"/>
                      <a:pt x="2381" y="73070"/>
                      <a:pt x="4178" y="69585"/>
                    </a:cubicBezTo>
                    <a:cubicBezTo>
                      <a:pt x="7772" y="62506"/>
                      <a:pt x="13272" y="57442"/>
                      <a:pt x="18717" y="54338"/>
                    </a:cubicBezTo>
                    <a:cubicBezTo>
                      <a:pt x="24271" y="51180"/>
                      <a:pt x="29662" y="49056"/>
                      <a:pt x="34236" y="46442"/>
                    </a:cubicBezTo>
                    <a:cubicBezTo>
                      <a:pt x="38810" y="43883"/>
                      <a:pt x="43003" y="41487"/>
                      <a:pt x="46597" y="38765"/>
                    </a:cubicBezTo>
                    <a:cubicBezTo>
                      <a:pt x="50354" y="36096"/>
                      <a:pt x="53785" y="32775"/>
                      <a:pt x="56888" y="29017"/>
                    </a:cubicBezTo>
                    <a:cubicBezTo>
                      <a:pt x="63151" y="21503"/>
                      <a:pt x="67725" y="12028"/>
                      <a:pt x="70067" y="1355"/>
                    </a:cubicBezTo>
                    <a:lnTo>
                      <a:pt x="70067" y="1300"/>
                    </a:lnTo>
                    <a:cubicBezTo>
                      <a:pt x="70285" y="375"/>
                      <a:pt x="71155" y="-170"/>
                      <a:pt x="72081" y="48"/>
                    </a:cubicBezTo>
                    <a:cubicBezTo>
                      <a:pt x="72789" y="102"/>
                      <a:pt x="73225" y="592"/>
                      <a:pt x="73388" y="1191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9" name="Forme libre : forme 1398">
                <a:extLst>
                  <a:ext uri="{FF2B5EF4-FFF2-40B4-BE49-F238E27FC236}">
                    <a16:creationId xmlns:a16="http://schemas.microsoft.com/office/drawing/2014/main" id="{35C29ADC-AAD1-493C-A95D-B70B9BC2C31B}"/>
                  </a:ext>
                </a:extLst>
              </p:cNvPr>
              <p:cNvSpPr/>
              <p:nvPr/>
            </p:nvSpPr>
            <p:spPr>
              <a:xfrm>
                <a:off x="8740392" y="5108514"/>
                <a:ext cx="78746" cy="51189"/>
              </a:xfrm>
              <a:custGeom>
                <a:avLst/>
                <a:gdLst>
                  <a:gd name="connsiteX0" fmla="*/ 78433 w 78746"/>
                  <a:gd name="connsiteY0" fmla="*/ 2630 h 51189"/>
                  <a:gd name="connsiteX1" fmla="*/ 63567 w 78746"/>
                  <a:gd name="connsiteY1" fmla="*/ 20600 h 51189"/>
                  <a:gd name="connsiteX2" fmla="*/ 55399 w 78746"/>
                  <a:gd name="connsiteY2" fmla="*/ 28876 h 51189"/>
                  <a:gd name="connsiteX3" fmla="*/ 46687 w 78746"/>
                  <a:gd name="connsiteY3" fmla="*/ 36555 h 51189"/>
                  <a:gd name="connsiteX4" fmla="*/ 38192 w 78746"/>
                  <a:gd name="connsiteY4" fmla="*/ 44832 h 51189"/>
                  <a:gd name="connsiteX5" fmla="*/ 28063 w 78746"/>
                  <a:gd name="connsiteY5" fmla="*/ 50277 h 51189"/>
                  <a:gd name="connsiteX6" fmla="*/ 15702 w 78746"/>
                  <a:gd name="connsiteY6" fmla="*/ 50985 h 51189"/>
                  <a:gd name="connsiteX7" fmla="*/ 1381 w 78746"/>
                  <a:gd name="connsiteY7" fmla="*/ 46628 h 51189"/>
                  <a:gd name="connsiteX8" fmla="*/ 74 w 78746"/>
                  <a:gd name="connsiteY8" fmla="*/ 43634 h 51189"/>
                  <a:gd name="connsiteX9" fmla="*/ 5900 w 78746"/>
                  <a:gd name="connsiteY9" fmla="*/ 30075 h 51189"/>
                  <a:gd name="connsiteX10" fmla="*/ 13415 w 78746"/>
                  <a:gd name="connsiteY10" fmla="*/ 21090 h 51189"/>
                  <a:gd name="connsiteX11" fmla="*/ 22944 w 78746"/>
                  <a:gd name="connsiteY11" fmla="*/ 16352 h 51189"/>
                  <a:gd name="connsiteX12" fmla="*/ 33781 w 78746"/>
                  <a:gd name="connsiteY12" fmla="*/ 13902 h 51189"/>
                  <a:gd name="connsiteX13" fmla="*/ 44181 w 78746"/>
                  <a:gd name="connsiteY13" fmla="*/ 10362 h 51189"/>
                  <a:gd name="connsiteX14" fmla="*/ 54800 w 78746"/>
                  <a:gd name="connsiteY14" fmla="*/ 6932 h 51189"/>
                  <a:gd name="connsiteX15" fmla="*/ 76582 w 78746"/>
                  <a:gd name="connsiteY15" fmla="*/ 71 h 51189"/>
                  <a:gd name="connsiteX16" fmla="*/ 78705 w 78746"/>
                  <a:gd name="connsiteY16" fmla="*/ 1214 h 51189"/>
                  <a:gd name="connsiteX17" fmla="*/ 78433 w 78746"/>
                  <a:gd name="connsiteY17" fmla="*/ 2630 h 5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8746" h="51189">
                    <a:moveTo>
                      <a:pt x="78433" y="2630"/>
                    </a:moveTo>
                    <a:cubicBezTo>
                      <a:pt x="73914" y="9056"/>
                      <a:pt x="68849" y="14882"/>
                      <a:pt x="63567" y="20600"/>
                    </a:cubicBezTo>
                    <a:lnTo>
                      <a:pt x="55399" y="28876"/>
                    </a:lnTo>
                    <a:lnTo>
                      <a:pt x="46687" y="36555"/>
                    </a:lnTo>
                    <a:cubicBezTo>
                      <a:pt x="43746" y="39060"/>
                      <a:pt x="41023" y="42000"/>
                      <a:pt x="38192" y="44832"/>
                    </a:cubicBezTo>
                    <a:cubicBezTo>
                      <a:pt x="35305" y="47554"/>
                      <a:pt x="31929" y="49406"/>
                      <a:pt x="28063" y="50277"/>
                    </a:cubicBezTo>
                    <a:cubicBezTo>
                      <a:pt x="24197" y="51148"/>
                      <a:pt x="20059" y="51420"/>
                      <a:pt x="15702" y="50985"/>
                    </a:cubicBezTo>
                    <a:cubicBezTo>
                      <a:pt x="11237" y="50440"/>
                      <a:pt x="6663" y="49406"/>
                      <a:pt x="1381" y="46628"/>
                    </a:cubicBezTo>
                    <a:cubicBezTo>
                      <a:pt x="292" y="46030"/>
                      <a:pt x="-199" y="44777"/>
                      <a:pt x="74" y="43634"/>
                    </a:cubicBezTo>
                    <a:cubicBezTo>
                      <a:pt x="1544" y="37861"/>
                      <a:pt x="3668" y="33777"/>
                      <a:pt x="5900" y="30075"/>
                    </a:cubicBezTo>
                    <a:cubicBezTo>
                      <a:pt x="8188" y="26480"/>
                      <a:pt x="10692" y="23540"/>
                      <a:pt x="13415" y="21090"/>
                    </a:cubicBezTo>
                    <a:cubicBezTo>
                      <a:pt x="16138" y="18639"/>
                      <a:pt x="19296" y="17060"/>
                      <a:pt x="22944" y="16352"/>
                    </a:cubicBezTo>
                    <a:cubicBezTo>
                      <a:pt x="26593" y="15644"/>
                      <a:pt x="30351" y="15045"/>
                      <a:pt x="33781" y="13902"/>
                    </a:cubicBezTo>
                    <a:lnTo>
                      <a:pt x="44181" y="10362"/>
                    </a:lnTo>
                    <a:lnTo>
                      <a:pt x="54800" y="6932"/>
                    </a:lnTo>
                    <a:cubicBezTo>
                      <a:pt x="61988" y="4699"/>
                      <a:pt x="69067" y="2249"/>
                      <a:pt x="76582" y="71"/>
                    </a:cubicBezTo>
                    <a:cubicBezTo>
                      <a:pt x="77507" y="-202"/>
                      <a:pt x="78433" y="343"/>
                      <a:pt x="78705" y="1214"/>
                    </a:cubicBezTo>
                    <a:cubicBezTo>
                      <a:pt x="78814" y="1704"/>
                      <a:pt x="78705" y="2249"/>
                      <a:pt x="78433" y="2630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0" name="Forme libre : forme 1399">
                <a:extLst>
                  <a:ext uri="{FF2B5EF4-FFF2-40B4-BE49-F238E27FC236}">
                    <a16:creationId xmlns:a16="http://schemas.microsoft.com/office/drawing/2014/main" id="{B40E785A-E1CD-422A-B9B6-2AB5BB2ADB2F}"/>
                  </a:ext>
                </a:extLst>
              </p:cNvPr>
              <p:cNvSpPr/>
              <p:nvPr/>
            </p:nvSpPr>
            <p:spPr>
              <a:xfrm>
                <a:off x="8712831" y="5070525"/>
                <a:ext cx="100822" cy="41694"/>
              </a:xfrm>
              <a:custGeom>
                <a:avLst/>
                <a:gdLst>
                  <a:gd name="connsiteX0" fmla="*/ 100767 w 100822"/>
                  <a:gd name="connsiteY0" fmla="*/ 3862 h 41694"/>
                  <a:gd name="connsiteX1" fmla="*/ 97227 w 100822"/>
                  <a:gd name="connsiteY1" fmla="*/ 12139 h 41694"/>
                  <a:gd name="connsiteX2" fmla="*/ 89822 w 100822"/>
                  <a:gd name="connsiteY2" fmla="*/ 16495 h 41694"/>
                  <a:gd name="connsiteX3" fmla="*/ 85846 w 100822"/>
                  <a:gd name="connsiteY3" fmla="*/ 17748 h 41694"/>
                  <a:gd name="connsiteX4" fmla="*/ 82307 w 100822"/>
                  <a:gd name="connsiteY4" fmla="*/ 18673 h 41694"/>
                  <a:gd name="connsiteX5" fmla="*/ 75282 w 100822"/>
                  <a:gd name="connsiteY5" fmla="*/ 20362 h 41694"/>
                  <a:gd name="connsiteX6" fmla="*/ 61669 w 100822"/>
                  <a:gd name="connsiteY6" fmla="*/ 23248 h 41694"/>
                  <a:gd name="connsiteX7" fmla="*/ 49090 w 100822"/>
                  <a:gd name="connsiteY7" fmla="*/ 26243 h 41694"/>
                  <a:gd name="connsiteX8" fmla="*/ 38635 w 100822"/>
                  <a:gd name="connsiteY8" fmla="*/ 31361 h 41694"/>
                  <a:gd name="connsiteX9" fmla="*/ 29432 w 100822"/>
                  <a:gd name="connsiteY9" fmla="*/ 35336 h 41694"/>
                  <a:gd name="connsiteX10" fmla="*/ 18923 w 100822"/>
                  <a:gd name="connsiteY10" fmla="*/ 37351 h 41694"/>
                  <a:gd name="connsiteX11" fmla="*/ 4710 w 100822"/>
                  <a:gd name="connsiteY11" fmla="*/ 41490 h 41694"/>
                  <a:gd name="connsiteX12" fmla="*/ 4547 w 100822"/>
                  <a:gd name="connsiteY12" fmla="*/ 41544 h 41694"/>
                  <a:gd name="connsiteX13" fmla="*/ 1660 w 100822"/>
                  <a:gd name="connsiteY13" fmla="*/ 40346 h 41694"/>
                  <a:gd name="connsiteX14" fmla="*/ 2205 w 100822"/>
                  <a:gd name="connsiteY14" fmla="*/ 21451 h 41694"/>
                  <a:gd name="connsiteX15" fmla="*/ 13477 w 100822"/>
                  <a:gd name="connsiteY15" fmla="*/ 6803 h 41694"/>
                  <a:gd name="connsiteX16" fmla="*/ 29650 w 100822"/>
                  <a:gd name="connsiteY16" fmla="*/ 268 h 41694"/>
                  <a:gd name="connsiteX17" fmla="*/ 46204 w 100822"/>
                  <a:gd name="connsiteY17" fmla="*/ 268 h 41694"/>
                  <a:gd name="connsiteX18" fmla="*/ 61124 w 100822"/>
                  <a:gd name="connsiteY18" fmla="*/ 1520 h 41694"/>
                  <a:gd name="connsiteX19" fmla="*/ 75064 w 100822"/>
                  <a:gd name="connsiteY19" fmla="*/ 4025 h 41694"/>
                  <a:gd name="connsiteX20" fmla="*/ 81816 w 100822"/>
                  <a:gd name="connsiteY20" fmla="*/ 5387 h 41694"/>
                  <a:gd name="connsiteX21" fmla="*/ 85139 w 100822"/>
                  <a:gd name="connsiteY21" fmla="*/ 5986 h 41694"/>
                  <a:gd name="connsiteX22" fmla="*/ 88024 w 100822"/>
                  <a:gd name="connsiteY22" fmla="*/ 6421 h 41694"/>
                  <a:gd name="connsiteX23" fmla="*/ 93524 w 100822"/>
                  <a:gd name="connsiteY23" fmla="*/ 6258 h 41694"/>
                  <a:gd name="connsiteX24" fmla="*/ 97445 w 100822"/>
                  <a:gd name="connsiteY24" fmla="*/ 3535 h 41694"/>
                  <a:gd name="connsiteX25" fmla="*/ 97554 w 100822"/>
                  <a:gd name="connsiteY25" fmla="*/ 3317 h 41694"/>
                  <a:gd name="connsiteX26" fmla="*/ 99786 w 100822"/>
                  <a:gd name="connsiteY26" fmla="*/ 2555 h 41694"/>
                  <a:gd name="connsiteX27" fmla="*/ 100767 w 100822"/>
                  <a:gd name="connsiteY27" fmla="*/ 3862 h 41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0822" h="41694">
                    <a:moveTo>
                      <a:pt x="100767" y="3862"/>
                    </a:moveTo>
                    <a:cubicBezTo>
                      <a:pt x="101148" y="6803"/>
                      <a:pt x="99514" y="10124"/>
                      <a:pt x="97227" y="12139"/>
                    </a:cubicBezTo>
                    <a:cubicBezTo>
                      <a:pt x="94994" y="14208"/>
                      <a:pt x="92435" y="15461"/>
                      <a:pt x="89822" y="16495"/>
                    </a:cubicBezTo>
                    <a:cubicBezTo>
                      <a:pt x="88515" y="16985"/>
                      <a:pt x="87207" y="17421"/>
                      <a:pt x="85846" y="17748"/>
                    </a:cubicBezTo>
                    <a:lnTo>
                      <a:pt x="82307" y="18673"/>
                    </a:lnTo>
                    <a:lnTo>
                      <a:pt x="75282" y="20362"/>
                    </a:lnTo>
                    <a:lnTo>
                      <a:pt x="61669" y="23248"/>
                    </a:lnTo>
                    <a:cubicBezTo>
                      <a:pt x="57258" y="24119"/>
                      <a:pt x="53065" y="25044"/>
                      <a:pt x="49090" y="26243"/>
                    </a:cubicBezTo>
                    <a:cubicBezTo>
                      <a:pt x="45115" y="27386"/>
                      <a:pt x="41521" y="29347"/>
                      <a:pt x="38635" y="31361"/>
                    </a:cubicBezTo>
                    <a:cubicBezTo>
                      <a:pt x="35585" y="33322"/>
                      <a:pt x="32700" y="34628"/>
                      <a:pt x="29432" y="35336"/>
                    </a:cubicBezTo>
                    <a:cubicBezTo>
                      <a:pt x="26219" y="36099"/>
                      <a:pt x="22789" y="36589"/>
                      <a:pt x="18923" y="37351"/>
                    </a:cubicBezTo>
                    <a:cubicBezTo>
                      <a:pt x="15002" y="38114"/>
                      <a:pt x="10700" y="39148"/>
                      <a:pt x="4710" y="41490"/>
                    </a:cubicBezTo>
                    <a:lnTo>
                      <a:pt x="4547" y="41544"/>
                    </a:lnTo>
                    <a:cubicBezTo>
                      <a:pt x="3403" y="41980"/>
                      <a:pt x="2097" y="41435"/>
                      <a:pt x="1660" y="40346"/>
                    </a:cubicBezTo>
                    <a:cubicBezTo>
                      <a:pt x="-1008" y="34138"/>
                      <a:pt x="-191" y="27386"/>
                      <a:pt x="2205" y="21451"/>
                    </a:cubicBezTo>
                    <a:cubicBezTo>
                      <a:pt x="4656" y="15515"/>
                      <a:pt x="8740" y="10614"/>
                      <a:pt x="13477" y="6803"/>
                    </a:cubicBezTo>
                    <a:cubicBezTo>
                      <a:pt x="18215" y="2991"/>
                      <a:pt x="23878" y="813"/>
                      <a:pt x="29650" y="268"/>
                    </a:cubicBezTo>
                    <a:cubicBezTo>
                      <a:pt x="35531" y="-276"/>
                      <a:pt x="41030" y="159"/>
                      <a:pt x="46204" y="268"/>
                    </a:cubicBezTo>
                    <a:cubicBezTo>
                      <a:pt x="51377" y="432"/>
                      <a:pt x="56332" y="921"/>
                      <a:pt x="61124" y="1520"/>
                    </a:cubicBezTo>
                    <a:lnTo>
                      <a:pt x="75064" y="4025"/>
                    </a:lnTo>
                    <a:lnTo>
                      <a:pt x="81816" y="5387"/>
                    </a:lnTo>
                    <a:lnTo>
                      <a:pt x="85139" y="5986"/>
                    </a:lnTo>
                    <a:cubicBezTo>
                      <a:pt x="86064" y="6149"/>
                      <a:pt x="87044" y="6312"/>
                      <a:pt x="88024" y="6421"/>
                    </a:cubicBezTo>
                    <a:cubicBezTo>
                      <a:pt x="89930" y="6639"/>
                      <a:pt x="91891" y="6639"/>
                      <a:pt x="93524" y="6258"/>
                    </a:cubicBezTo>
                    <a:cubicBezTo>
                      <a:pt x="95212" y="5931"/>
                      <a:pt x="96628" y="5278"/>
                      <a:pt x="97445" y="3535"/>
                    </a:cubicBezTo>
                    <a:lnTo>
                      <a:pt x="97554" y="3317"/>
                    </a:lnTo>
                    <a:cubicBezTo>
                      <a:pt x="97990" y="2501"/>
                      <a:pt x="98969" y="2174"/>
                      <a:pt x="99786" y="2555"/>
                    </a:cubicBezTo>
                    <a:cubicBezTo>
                      <a:pt x="100331" y="2882"/>
                      <a:pt x="100658" y="3372"/>
                      <a:pt x="100767" y="3862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1" name="Forme libre : forme 1400">
                <a:extLst>
                  <a:ext uri="{FF2B5EF4-FFF2-40B4-BE49-F238E27FC236}">
                    <a16:creationId xmlns:a16="http://schemas.microsoft.com/office/drawing/2014/main" id="{233C0DAD-5156-4F09-BC25-7B8317E83311}"/>
                  </a:ext>
                </a:extLst>
              </p:cNvPr>
              <p:cNvSpPr/>
              <p:nvPr/>
            </p:nvSpPr>
            <p:spPr>
              <a:xfrm>
                <a:off x="8705865" y="4988269"/>
                <a:ext cx="107599" cy="61021"/>
              </a:xfrm>
              <a:custGeom>
                <a:avLst/>
                <a:gdLst>
                  <a:gd name="connsiteX0" fmla="*/ 105718 w 107599"/>
                  <a:gd name="connsiteY0" fmla="*/ 61015 h 61021"/>
                  <a:gd name="connsiteX1" fmla="*/ 74461 w 107599"/>
                  <a:gd name="connsiteY1" fmla="*/ 51975 h 61021"/>
                  <a:gd name="connsiteX2" fmla="*/ 61610 w 107599"/>
                  <a:gd name="connsiteY2" fmla="*/ 42119 h 61021"/>
                  <a:gd name="connsiteX3" fmla="*/ 51645 w 107599"/>
                  <a:gd name="connsiteY3" fmla="*/ 35911 h 61021"/>
                  <a:gd name="connsiteX4" fmla="*/ 40754 w 107599"/>
                  <a:gd name="connsiteY4" fmla="*/ 34496 h 61021"/>
                  <a:gd name="connsiteX5" fmla="*/ 29483 w 107599"/>
                  <a:gd name="connsiteY5" fmla="*/ 32862 h 61021"/>
                  <a:gd name="connsiteX6" fmla="*/ 16359 w 107599"/>
                  <a:gd name="connsiteY6" fmla="*/ 28234 h 61021"/>
                  <a:gd name="connsiteX7" fmla="*/ 894 w 107599"/>
                  <a:gd name="connsiteY7" fmla="*/ 19793 h 61021"/>
                  <a:gd name="connsiteX8" fmla="*/ 458 w 107599"/>
                  <a:gd name="connsiteY8" fmla="*/ 16635 h 61021"/>
                  <a:gd name="connsiteX9" fmla="*/ 513 w 107599"/>
                  <a:gd name="connsiteY9" fmla="*/ 16526 h 61021"/>
                  <a:gd name="connsiteX10" fmla="*/ 14725 w 107599"/>
                  <a:gd name="connsiteY10" fmla="*/ 5145 h 61021"/>
                  <a:gd name="connsiteX11" fmla="*/ 31443 w 107599"/>
                  <a:gd name="connsiteY11" fmla="*/ 190 h 61021"/>
                  <a:gd name="connsiteX12" fmla="*/ 49576 w 107599"/>
                  <a:gd name="connsiteY12" fmla="*/ 3294 h 61021"/>
                  <a:gd name="connsiteX13" fmla="*/ 65857 w 107599"/>
                  <a:gd name="connsiteY13" fmla="*/ 13912 h 61021"/>
                  <a:gd name="connsiteX14" fmla="*/ 77946 w 107599"/>
                  <a:gd name="connsiteY14" fmla="*/ 27689 h 61021"/>
                  <a:gd name="connsiteX15" fmla="*/ 85352 w 107599"/>
                  <a:gd name="connsiteY15" fmla="*/ 39723 h 61021"/>
                  <a:gd name="connsiteX16" fmla="*/ 106861 w 107599"/>
                  <a:gd name="connsiteY16" fmla="*/ 57856 h 61021"/>
                  <a:gd name="connsiteX17" fmla="*/ 107297 w 107599"/>
                  <a:gd name="connsiteY17" fmla="*/ 60198 h 61021"/>
                  <a:gd name="connsiteX18" fmla="*/ 105718 w 107599"/>
                  <a:gd name="connsiteY18" fmla="*/ 61015 h 61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7599" h="61021">
                    <a:moveTo>
                      <a:pt x="105718" y="61015"/>
                    </a:moveTo>
                    <a:cubicBezTo>
                      <a:pt x="95589" y="60034"/>
                      <a:pt x="84862" y="58510"/>
                      <a:pt x="74461" y="51975"/>
                    </a:cubicBezTo>
                    <a:cubicBezTo>
                      <a:pt x="69506" y="48708"/>
                      <a:pt x="65368" y="45005"/>
                      <a:pt x="61610" y="42119"/>
                    </a:cubicBezTo>
                    <a:cubicBezTo>
                      <a:pt x="57907" y="39015"/>
                      <a:pt x="54912" y="37110"/>
                      <a:pt x="51645" y="35911"/>
                    </a:cubicBezTo>
                    <a:cubicBezTo>
                      <a:pt x="48323" y="34605"/>
                      <a:pt x="44511" y="34387"/>
                      <a:pt x="40754" y="34496"/>
                    </a:cubicBezTo>
                    <a:cubicBezTo>
                      <a:pt x="36997" y="34550"/>
                      <a:pt x="33403" y="34060"/>
                      <a:pt x="29483" y="32862"/>
                    </a:cubicBezTo>
                    <a:cubicBezTo>
                      <a:pt x="25507" y="31664"/>
                      <a:pt x="21151" y="30194"/>
                      <a:pt x="16359" y="28234"/>
                    </a:cubicBezTo>
                    <a:cubicBezTo>
                      <a:pt x="11567" y="26164"/>
                      <a:pt x="6340" y="23931"/>
                      <a:pt x="894" y="19793"/>
                    </a:cubicBezTo>
                    <a:cubicBezTo>
                      <a:pt x="-86" y="19031"/>
                      <a:pt x="-304" y="17615"/>
                      <a:pt x="458" y="16635"/>
                    </a:cubicBezTo>
                    <a:cubicBezTo>
                      <a:pt x="458" y="16580"/>
                      <a:pt x="513" y="16580"/>
                      <a:pt x="513" y="16526"/>
                    </a:cubicBezTo>
                    <a:cubicBezTo>
                      <a:pt x="4924" y="11298"/>
                      <a:pt x="9607" y="7922"/>
                      <a:pt x="14725" y="5145"/>
                    </a:cubicBezTo>
                    <a:cubicBezTo>
                      <a:pt x="19844" y="2531"/>
                      <a:pt x="25453" y="789"/>
                      <a:pt x="31443" y="190"/>
                    </a:cubicBezTo>
                    <a:cubicBezTo>
                      <a:pt x="37433" y="-464"/>
                      <a:pt x="43750" y="571"/>
                      <a:pt x="49576" y="3294"/>
                    </a:cubicBezTo>
                    <a:cubicBezTo>
                      <a:pt x="55402" y="6071"/>
                      <a:pt x="60847" y="9828"/>
                      <a:pt x="65857" y="13912"/>
                    </a:cubicBezTo>
                    <a:cubicBezTo>
                      <a:pt x="71030" y="18051"/>
                      <a:pt x="75114" y="23278"/>
                      <a:pt x="77946" y="27689"/>
                    </a:cubicBezTo>
                    <a:cubicBezTo>
                      <a:pt x="80778" y="32263"/>
                      <a:pt x="82902" y="36347"/>
                      <a:pt x="85352" y="39723"/>
                    </a:cubicBezTo>
                    <a:cubicBezTo>
                      <a:pt x="89872" y="46639"/>
                      <a:pt x="98366" y="52139"/>
                      <a:pt x="106861" y="57856"/>
                    </a:cubicBezTo>
                    <a:cubicBezTo>
                      <a:pt x="107624" y="58401"/>
                      <a:pt x="107841" y="59435"/>
                      <a:pt x="107297" y="60198"/>
                    </a:cubicBezTo>
                    <a:cubicBezTo>
                      <a:pt x="106916" y="60797"/>
                      <a:pt x="106317" y="61069"/>
                      <a:pt x="105718" y="61015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2" name="Forme libre : forme 1401">
                <a:extLst>
                  <a:ext uri="{FF2B5EF4-FFF2-40B4-BE49-F238E27FC236}">
                    <a16:creationId xmlns:a16="http://schemas.microsoft.com/office/drawing/2014/main" id="{DAAD3894-119F-4FBF-8D6D-80FB1C97288F}"/>
                  </a:ext>
                </a:extLst>
              </p:cNvPr>
              <p:cNvSpPr/>
              <p:nvPr/>
            </p:nvSpPr>
            <p:spPr>
              <a:xfrm>
                <a:off x="8735446" y="4950416"/>
                <a:ext cx="83954" cy="80886"/>
              </a:xfrm>
              <a:custGeom>
                <a:avLst/>
                <a:gdLst>
                  <a:gd name="connsiteX0" fmla="*/ 81691 w 83954"/>
                  <a:gd name="connsiteY0" fmla="*/ 80735 h 80886"/>
                  <a:gd name="connsiteX1" fmla="*/ 58875 w 83954"/>
                  <a:gd name="connsiteY1" fmla="*/ 60315 h 80886"/>
                  <a:gd name="connsiteX2" fmla="*/ 50108 w 83954"/>
                  <a:gd name="connsiteY2" fmla="*/ 49151 h 80886"/>
                  <a:gd name="connsiteX3" fmla="*/ 41722 w 83954"/>
                  <a:gd name="connsiteY3" fmla="*/ 40221 h 80886"/>
                  <a:gd name="connsiteX4" fmla="*/ 32357 w 83954"/>
                  <a:gd name="connsiteY4" fmla="*/ 35702 h 80886"/>
                  <a:gd name="connsiteX5" fmla="*/ 23590 w 83954"/>
                  <a:gd name="connsiteY5" fmla="*/ 31508 h 80886"/>
                  <a:gd name="connsiteX6" fmla="*/ 1155 w 83954"/>
                  <a:gd name="connsiteY6" fmla="*/ 16261 h 80886"/>
                  <a:gd name="connsiteX7" fmla="*/ 1046 w 83954"/>
                  <a:gd name="connsiteY7" fmla="*/ 16207 h 80886"/>
                  <a:gd name="connsiteX8" fmla="*/ 338 w 83954"/>
                  <a:gd name="connsiteY8" fmla="*/ 13158 h 80886"/>
                  <a:gd name="connsiteX9" fmla="*/ 392 w 83954"/>
                  <a:gd name="connsiteY9" fmla="*/ 13103 h 80886"/>
                  <a:gd name="connsiteX10" fmla="*/ 34044 w 83954"/>
                  <a:gd name="connsiteY10" fmla="*/ 579 h 80886"/>
                  <a:gd name="connsiteX11" fmla="*/ 50653 w 83954"/>
                  <a:gd name="connsiteY11" fmla="*/ 9074 h 80886"/>
                  <a:gd name="connsiteX12" fmla="*/ 62034 w 83954"/>
                  <a:gd name="connsiteY12" fmla="*/ 23885 h 80886"/>
                  <a:gd name="connsiteX13" fmla="*/ 69113 w 83954"/>
                  <a:gd name="connsiteY13" fmla="*/ 38805 h 80886"/>
                  <a:gd name="connsiteX14" fmla="*/ 73360 w 83954"/>
                  <a:gd name="connsiteY14" fmla="*/ 52909 h 80886"/>
                  <a:gd name="connsiteX15" fmla="*/ 83652 w 83954"/>
                  <a:gd name="connsiteY15" fmla="*/ 78230 h 80886"/>
                  <a:gd name="connsiteX16" fmla="*/ 83652 w 83954"/>
                  <a:gd name="connsiteY16" fmla="*/ 78284 h 80886"/>
                  <a:gd name="connsiteX17" fmla="*/ 83216 w 83954"/>
                  <a:gd name="connsiteY17" fmla="*/ 80626 h 80886"/>
                  <a:gd name="connsiteX18" fmla="*/ 81691 w 83954"/>
                  <a:gd name="connsiteY18" fmla="*/ 80735 h 80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954" h="80886">
                    <a:moveTo>
                      <a:pt x="81691" y="80735"/>
                    </a:moveTo>
                    <a:cubicBezTo>
                      <a:pt x="72271" y="76487"/>
                      <a:pt x="65029" y="67993"/>
                      <a:pt x="58875" y="60315"/>
                    </a:cubicBezTo>
                    <a:cubicBezTo>
                      <a:pt x="55880" y="56394"/>
                      <a:pt x="52995" y="52582"/>
                      <a:pt x="50108" y="49151"/>
                    </a:cubicBezTo>
                    <a:cubicBezTo>
                      <a:pt x="47386" y="45667"/>
                      <a:pt x="44554" y="42563"/>
                      <a:pt x="41722" y="40221"/>
                    </a:cubicBezTo>
                    <a:cubicBezTo>
                      <a:pt x="38945" y="37825"/>
                      <a:pt x="35678" y="36627"/>
                      <a:pt x="32357" y="35702"/>
                    </a:cubicBezTo>
                    <a:cubicBezTo>
                      <a:pt x="29144" y="34776"/>
                      <a:pt x="26367" y="33523"/>
                      <a:pt x="23590" y="31508"/>
                    </a:cubicBezTo>
                    <a:cubicBezTo>
                      <a:pt x="17872" y="27479"/>
                      <a:pt x="12045" y="22959"/>
                      <a:pt x="1155" y="16261"/>
                    </a:cubicBezTo>
                    <a:lnTo>
                      <a:pt x="1046" y="16207"/>
                    </a:lnTo>
                    <a:cubicBezTo>
                      <a:pt x="11" y="15554"/>
                      <a:pt x="-316" y="14192"/>
                      <a:pt x="338" y="13158"/>
                    </a:cubicBezTo>
                    <a:cubicBezTo>
                      <a:pt x="338" y="13158"/>
                      <a:pt x="392" y="13103"/>
                      <a:pt x="392" y="13103"/>
                    </a:cubicBezTo>
                    <a:cubicBezTo>
                      <a:pt x="7961" y="1831"/>
                      <a:pt x="21792" y="-1491"/>
                      <a:pt x="34044" y="579"/>
                    </a:cubicBezTo>
                    <a:cubicBezTo>
                      <a:pt x="40252" y="1613"/>
                      <a:pt x="46079" y="4608"/>
                      <a:pt x="50653" y="9074"/>
                    </a:cubicBezTo>
                    <a:cubicBezTo>
                      <a:pt x="55172" y="13539"/>
                      <a:pt x="58930" y="18821"/>
                      <a:pt x="62034" y="23885"/>
                    </a:cubicBezTo>
                    <a:cubicBezTo>
                      <a:pt x="65138" y="28895"/>
                      <a:pt x="67315" y="33959"/>
                      <a:pt x="69113" y="38805"/>
                    </a:cubicBezTo>
                    <a:cubicBezTo>
                      <a:pt x="70746" y="43706"/>
                      <a:pt x="72054" y="48444"/>
                      <a:pt x="73360" y="52909"/>
                    </a:cubicBezTo>
                    <a:cubicBezTo>
                      <a:pt x="75811" y="62003"/>
                      <a:pt x="78261" y="70443"/>
                      <a:pt x="83652" y="78230"/>
                    </a:cubicBezTo>
                    <a:lnTo>
                      <a:pt x="83652" y="78284"/>
                    </a:lnTo>
                    <a:cubicBezTo>
                      <a:pt x="84197" y="79047"/>
                      <a:pt x="83979" y="80082"/>
                      <a:pt x="83216" y="80626"/>
                    </a:cubicBezTo>
                    <a:cubicBezTo>
                      <a:pt x="82835" y="80953"/>
                      <a:pt x="82236" y="80953"/>
                      <a:pt x="81691" y="80735"/>
                    </a:cubicBezTo>
                    <a:close/>
                  </a:path>
                </a:pathLst>
              </a:custGeom>
              <a:solidFill>
                <a:srgbClr val="DB75B9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3" name="Forme libre : forme 1402">
                <a:extLst>
                  <a:ext uri="{FF2B5EF4-FFF2-40B4-BE49-F238E27FC236}">
                    <a16:creationId xmlns:a16="http://schemas.microsoft.com/office/drawing/2014/main" id="{4DE1D781-681F-4D70-A28A-79E2042FF2F8}"/>
                  </a:ext>
                </a:extLst>
              </p:cNvPr>
              <p:cNvSpPr/>
              <p:nvPr/>
            </p:nvSpPr>
            <p:spPr>
              <a:xfrm>
                <a:off x="8848362" y="4937939"/>
                <a:ext cx="34155" cy="87886"/>
              </a:xfrm>
              <a:custGeom>
                <a:avLst/>
                <a:gdLst>
                  <a:gd name="connsiteX0" fmla="*/ 20833 w 34155"/>
                  <a:gd name="connsiteY0" fmla="*/ 6249 h 87886"/>
                  <a:gd name="connsiteX1" fmla="*/ 26333 w 34155"/>
                  <a:gd name="connsiteY1" fmla="*/ 15234 h 87886"/>
                  <a:gd name="connsiteX2" fmla="*/ 28674 w 34155"/>
                  <a:gd name="connsiteY2" fmla="*/ 25525 h 87886"/>
                  <a:gd name="connsiteX3" fmla="*/ 27041 w 34155"/>
                  <a:gd name="connsiteY3" fmla="*/ 33312 h 87886"/>
                  <a:gd name="connsiteX4" fmla="*/ 25897 w 34155"/>
                  <a:gd name="connsiteY4" fmla="*/ 35436 h 87886"/>
                  <a:gd name="connsiteX5" fmla="*/ 21813 w 34155"/>
                  <a:gd name="connsiteY5" fmla="*/ 43713 h 87886"/>
                  <a:gd name="connsiteX6" fmla="*/ 18110 w 34155"/>
                  <a:gd name="connsiteY6" fmla="*/ 53569 h 87886"/>
                  <a:gd name="connsiteX7" fmla="*/ 14462 w 34155"/>
                  <a:gd name="connsiteY7" fmla="*/ 63697 h 87886"/>
                  <a:gd name="connsiteX8" fmla="*/ 11413 w 34155"/>
                  <a:gd name="connsiteY8" fmla="*/ 74098 h 87886"/>
                  <a:gd name="connsiteX9" fmla="*/ 8690 w 34155"/>
                  <a:gd name="connsiteY9" fmla="*/ 63806 h 87886"/>
                  <a:gd name="connsiteX10" fmla="*/ 7111 w 34155"/>
                  <a:gd name="connsiteY10" fmla="*/ 52643 h 87886"/>
                  <a:gd name="connsiteX11" fmla="*/ 6675 w 34155"/>
                  <a:gd name="connsiteY11" fmla="*/ 41262 h 87886"/>
                  <a:gd name="connsiteX12" fmla="*/ 5967 w 34155"/>
                  <a:gd name="connsiteY12" fmla="*/ 32223 h 87886"/>
                  <a:gd name="connsiteX13" fmla="*/ 5640 w 34155"/>
                  <a:gd name="connsiteY13" fmla="*/ 29228 h 87886"/>
                  <a:gd name="connsiteX14" fmla="*/ 7056 w 34155"/>
                  <a:gd name="connsiteY14" fmla="*/ 21441 h 87886"/>
                  <a:gd name="connsiteX15" fmla="*/ 12665 w 34155"/>
                  <a:gd name="connsiteY15" fmla="*/ 13327 h 87886"/>
                  <a:gd name="connsiteX16" fmla="*/ 20833 w 34155"/>
                  <a:gd name="connsiteY16" fmla="*/ 6249 h 87886"/>
                  <a:gd name="connsiteX17" fmla="*/ 21650 w 34155"/>
                  <a:gd name="connsiteY17" fmla="*/ 41 h 87886"/>
                  <a:gd name="connsiteX18" fmla="*/ 19853 w 34155"/>
                  <a:gd name="connsiteY18" fmla="*/ 367 h 87886"/>
                  <a:gd name="connsiteX19" fmla="*/ 19798 w 34155"/>
                  <a:gd name="connsiteY19" fmla="*/ 367 h 87886"/>
                  <a:gd name="connsiteX20" fmla="*/ 8581 w 34155"/>
                  <a:gd name="connsiteY20" fmla="*/ 9461 h 87886"/>
                  <a:gd name="connsiteX21" fmla="*/ 1992 w 34155"/>
                  <a:gd name="connsiteY21" fmla="*/ 18936 h 87886"/>
                  <a:gd name="connsiteX22" fmla="*/ 86 w 34155"/>
                  <a:gd name="connsiteY22" fmla="*/ 29609 h 87886"/>
                  <a:gd name="connsiteX23" fmla="*/ 1066 w 34155"/>
                  <a:gd name="connsiteY23" fmla="*/ 41208 h 87886"/>
                  <a:gd name="connsiteX24" fmla="*/ 1556 w 34155"/>
                  <a:gd name="connsiteY24" fmla="*/ 52861 h 87886"/>
                  <a:gd name="connsiteX25" fmla="*/ 3244 w 34155"/>
                  <a:gd name="connsiteY25" fmla="*/ 64677 h 87886"/>
                  <a:gd name="connsiteX26" fmla="*/ 11249 w 34155"/>
                  <a:gd name="connsiteY26" fmla="*/ 87058 h 87886"/>
                  <a:gd name="connsiteX27" fmla="*/ 12447 w 34155"/>
                  <a:gd name="connsiteY27" fmla="*/ 87875 h 87886"/>
                  <a:gd name="connsiteX28" fmla="*/ 12501 w 34155"/>
                  <a:gd name="connsiteY28" fmla="*/ 87875 h 87886"/>
                  <a:gd name="connsiteX29" fmla="*/ 14462 w 34155"/>
                  <a:gd name="connsiteY29" fmla="*/ 86405 h 87886"/>
                  <a:gd name="connsiteX30" fmla="*/ 19581 w 34155"/>
                  <a:gd name="connsiteY30" fmla="*/ 65440 h 87886"/>
                  <a:gd name="connsiteX31" fmla="*/ 23120 w 34155"/>
                  <a:gd name="connsiteY31" fmla="*/ 55584 h 87886"/>
                  <a:gd name="connsiteX32" fmla="*/ 26823 w 34155"/>
                  <a:gd name="connsiteY32" fmla="*/ 45728 h 87886"/>
                  <a:gd name="connsiteX33" fmla="*/ 31833 w 34155"/>
                  <a:gd name="connsiteY33" fmla="*/ 35926 h 87886"/>
                  <a:gd name="connsiteX34" fmla="*/ 34119 w 34155"/>
                  <a:gd name="connsiteY34" fmla="*/ 25198 h 87886"/>
                  <a:gd name="connsiteX35" fmla="*/ 31397 w 34155"/>
                  <a:gd name="connsiteY35" fmla="*/ 13219 h 87886"/>
                  <a:gd name="connsiteX36" fmla="*/ 23066 w 34155"/>
                  <a:gd name="connsiteY36" fmla="*/ 749 h 87886"/>
                  <a:gd name="connsiteX37" fmla="*/ 21650 w 34155"/>
                  <a:gd name="connsiteY37" fmla="*/ 41 h 87886"/>
                  <a:gd name="connsiteX38" fmla="*/ 21650 w 34155"/>
                  <a:gd name="connsiteY38" fmla="*/ 41 h 87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34155" h="87886">
                    <a:moveTo>
                      <a:pt x="20833" y="6249"/>
                    </a:moveTo>
                    <a:cubicBezTo>
                      <a:pt x="23665" y="9461"/>
                      <a:pt x="25243" y="12565"/>
                      <a:pt x="26333" y="15234"/>
                    </a:cubicBezTo>
                    <a:cubicBezTo>
                      <a:pt x="27694" y="18664"/>
                      <a:pt x="28457" y="22095"/>
                      <a:pt x="28674" y="25525"/>
                    </a:cubicBezTo>
                    <a:cubicBezTo>
                      <a:pt x="28838" y="28302"/>
                      <a:pt x="28293" y="30862"/>
                      <a:pt x="27041" y="33312"/>
                    </a:cubicBezTo>
                    <a:lnTo>
                      <a:pt x="25897" y="35436"/>
                    </a:lnTo>
                    <a:cubicBezTo>
                      <a:pt x="24427" y="38104"/>
                      <a:pt x="22902" y="40827"/>
                      <a:pt x="21813" y="43713"/>
                    </a:cubicBezTo>
                    <a:cubicBezTo>
                      <a:pt x="20398" y="47198"/>
                      <a:pt x="19199" y="50520"/>
                      <a:pt x="18110" y="53569"/>
                    </a:cubicBezTo>
                    <a:cubicBezTo>
                      <a:pt x="16749" y="57000"/>
                      <a:pt x="15497" y="60430"/>
                      <a:pt x="14462" y="63697"/>
                    </a:cubicBezTo>
                    <a:cubicBezTo>
                      <a:pt x="13318" y="67073"/>
                      <a:pt x="12283" y="70504"/>
                      <a:pt x="11413" y="74098"/>
                    </a:cubicBezTo>
                    <a:cubicBezTo>
                      <a:pt x="10378" y="70994"/>
                      <a:pt x="9452" y="67564"/>
                      <a:pt x="8690" y="63806"/>
                    </a:cubicBezTo>
                    <a:cubicBezTo>
                      <a:pt x="8036" y="60103"/>
                      <a:pt x="7491" y="56237"/>
                      <a:pt x="7111" y="52643"/>
                    </a:cubicBezTo>
                    <a:cubicBezTo>
                      <a:pt x="6892" y="48995"/>
                      <a:pt x="6730" y="45129"/>
                      <a:pt x="6675" y="41262"/>
                    </a:cubicBezTo>
                    <a:cubicBezTo>
                      <a:pt x="6675" y="38158"/>
                      <a:pt x="6294" y="35164"/>
                      <a:pt x="5967" y="32223"/>
                    </a:cubicBezTo>
                    <a:cubicBezTo>
                      <a:pt x="5858" y="31188"/>
                      <a:pt x="5749" y="30208"/>
                      <a:pt x="5640" y="29228"/>
                    </a:cubicBezTo>
                    <a:cubicBezTo>
                      <a:pt x="5423" y="26342"/>
                      <a:pt x="5858" y="23837"/>
                      <a:pt x="7056" y="21441"/>
                    </a:cubicBezTo>
                    <a:cubicBezTo>
                      <a:pt x="8472" y="18555"/>
                      <a:pt x="10323" y="15887"/>
                      <a:pt x="12665" y="13327"/>
                    </a:cubicBezTo>
                    <a:cubicBezTo>
                      <a:pt x="14680" y="11041"/>
                      <a:pt x="17130" y="8699"/>
                      <a:pt x="20833" y="6249"/>
                    </a:cubicBezTo>
                    <a:moveTo>
                      <a:pt x="21650" y="41"/>
                    </a:moveTo>
                    <a:cubicBezTo>
                      <a:pt x="21051" y="-68"/>
                      <a:pt x="20398" y="41"/>
                      <a:pt x="19853" y="367"/>
                    </a:cubicBezTo>
                    <a:lnTo>
                      <a:pt x="19798" y="367"/>
                    </a:lnTo>
                    <a:cubicBezTo>
                      <a:pt x="14734" y="3417"/>
                      <a:pt x="11467" y="6466"/>
                      <a:pt x="8581" y="9461"/>
                    </a:cubicBezTo>
                    <a:cubicBezTo>
                      <a:pt x="5749" y="12511"/>
                      <a:pt x="3625" y="15669"/>
                      <a:pt x="1992" y="18936"/>
                    </a:cubicBezTo>
                    <a:cubicBezTo>
                      <a:pt x="358" y="22258"/>
                      <a:pt x="-241" y="25798"/>
                      <a:pt x="86" y="29609"/>
                    </a:cubicBezTo>
                    <a:cubicBezTo>
                      <a:pt x="467" y="33421"/>
                      <a:pt x="1066" y="37342"/>
                      <a:pt x="1066" y="41208"/>
                    </a:cubicBezTo>
                    <a:cubicBezTo>
                      <a:pt x="1121" y="45074"/>
                      <a:pt x="1284" y="48940"/>
                      <a:pt x="1556" y="52861"/>
                    </a:cubicBezTo>
                    <a:cubicBezTo>
                      <a:pt x="1992" y="56782"/>
                      <a:pt x="2537" y="60757"/>
                      <a:pt x="3244" y="64677"/>
                    </a:cubicBezTo>
                    <a:cubicBezTo>
                      <a:pt x="4878" y="72519"/>
                      <a:pt x="7274" y="80251"/>
                      <a:pt x="11249" y="87058"/>
                    </a:cubicBezTo>
                    <a:cubicBezTo>
                      <a:pt x="11522" y="87494"/>
                      <a:pt x="11957" y="87820"/>
                      <a:pt x="12447" y="87875"/>
                    </a:cubicBezTo>
                    <a:cubicBezTo>
                      <a:pt x="12447" y="87875"/>
                      <a:pt x="12447" y="87875"/>
                      <a:pt x="12501" y="87875"/>
                    </a:cubicBezTo>
                    <a:cubicBezTo>
                      <a:pt x="13427" y="87984"/>
                      <a:pt x="14298" y="87330"/>
                      <a:pt x="14462" y="86405"/>
                    </a:cubicBezTo>
                    <a:cubicBezTo>
                      <a:pt x="15606" y="78945"/>
                      <a:pt x="17293" y="72083"/>
                      <a:pt x="19581" y="65440"/>
                    </a:cubicBezTo>
                    <a:cubicBezTo>
                      <a:pt x="20669" y="62118"/>
                      <a:pt x="21867" y="58797"/>
                      <a:pt x="23120" y="55584"/>
                    </a:cubicBezTo>
                    <a:cubicBezTo>
                      <a:pt x="24264" y="52317"/>
                      <a:pt x="25516" y="48995"/>
                      <a:pt x="26823" y="45728"/>
                    </a:cubicBezTo>
                    <a:cubicBezTo>
                      <a:pt x="28130" y="42406"/>
                      <a:pt x="30035" y="39193"/>
                      <a:pt x="31833" y="35926"/>
                    </a:cubicBezTo>
                    <a:cubicBezTo>
                      <a:pt x="33575" y="32604"/>
                      <a:pt x="34337" y="29065"/>
                      <a:pt x="34119" y="25198"/>
                    </a:cubicBezTo>
                    <a:cubicBezTo>
                      <a:pt x="33902" y="21332"/>
                      <a:pt x="33031" y="17357"/>
                      <a:pt x="31397" y="13219"/>
                    </a:cubicBezTo>
                    <a:cubicBezTo>
                      <a:pt x="29654" y="9080"/>
                      <a:pt x="27367" y="4887"/>
                      <a:pt x="23066" y="749"/>
                    </a:cubicBezTo>
                    <a:cubicBezTo>
                      <a:pt x="22684" y="367"/>
                      <a:pt x="22194" y="150"/>
                      <a:pt x="21650" y="41"/>
                    </a:cubicBezTo>
                    <a:lnTo>
                      <a:pt x="21650" y="41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4" name="Forme libre : forme 1403">
                <a:extLst>
                  <a:ext uri="{FF2B5EF4-FFF2-40B4-BE49-F238E27FC236}">
                    <a16:creationId xmlns:a16="http://schemas.microsoft.com/office/drawing/2014/main" id="{D9C28216-1204-4126-85F6-DB2451AD1346}"/>
                  </a:ext>
                </a:extLst>
              </p:cNvPr>
              <p:cNvSpPr/>
              <p:nvPr/>
            </p:nvSpPr>
            <p:spPr>
              <a:xfrm>
                <a:off x="8891756" y="4937239"/>
                <a:ext cx="48235" cy="96273"/>
              </a:xfrm>
              <a:custGeom>
                <a:avLst/>
                <a:gdLst>
                  <a:gd name="connsiteX0" fmla="*/ 38482 w 48235"/>
                  <a:gd name="connsiteY0" fmla="*/ 6622 h 96273"/>
                  <a:gd name="connsiteX1" fmla="*/ 42403 w 48235"/>
                  <a:gd name="connsiteY1" fmla="*/ 17241 h 96273"/>
                  <a:gd name="connsiteX2" fmla="*/ 42185 w 48235"/>
                  <a:gd name="connsiteY2" fmla="*/ 30309 h 96273"/>
                  <a:gd name="connsiteX3" fmla="*/ 37502 w 48235"/>
                  <a:gd name="connsiteY3" fmla="*/ 40329 h 96273"/>
                  <a:gd name="connsiteX4" fmla="*/ 34126 w 48235"/>
                  <a:gd name="connsiteY4" fmla="*/ 44250 h 96273"/>
                  <a:gd name="connsiteX5" fmla="*/ 28626 w 48235"/>
                  <a:gd name="connsiteY5" fmla="*/ 50839 h 96273"/>
                  <a:gd name="connsiteX6" fmla="*/ 20948 w 48235"/>
                  <a:gd name="connsiteY6" fmla="*/ 60913 h 96273"/>
                  <a:gd name="connsiteX7" fmla="*/ 13106 w 48235"/>
                  <a:gd name="connsiteY7" fmla="*/ 70932 h 96273"/>
                  <a:gd name="connsiteX8" fmla="*/ 5864 w 48235"/>
                  <a:gd name="connsiteY8" fmla="*/ 80897 h 96273"/>
                  <a:gd name="connsiteX9" fmla="*/ 7825 w 48235"/>
                  <a:gd name="connsiteY9" fmla="*/ 68754 h 96273"/>
                  <a:gd name="connsiteX10" fmla="*/ 10983 w 48235"/>
                  <a:gd name="connsiteY10" fmla="*/ 56175 h 96273"/>
                  <a:gd name="connsiteX11" fmla="*/ 14904 w 48235"/>
                  <a:gd name="connsiteY11" fmla="*/ 43760 h 96273"/>
                  <a:gd name="connsiteX12" fmla="*/ 17898 w 48235"/>
                  <a:gd name="connsiteY12" fmla="*/ 30745 h 96273"/>
                  <a:gd name="connsiteX13" fmla="*/ 21602 w 48235"/>
                  <a:gd name="connsiteY13" fmla="*/ 22141 h 96273"/>
                  <a:gd name="connsiteX14" fmla="*/ 29171 w 48235"/>
                  <a:gd name="connsiteY14" fmla="*/ 13865 h 96273"/>
                  <a:gd name="connsiteX15" fmla="*/ 37502 w 48235"/>
                  <a:gd name="connsiteY15" fmla="*/ 7166 h 96273"/>
                  <a:gd name="connsiteX16" fmla="*/ 38482 w 48235"/>
                  <a:gd name="connsiteY16" fmla="*/ 6622 h 96273"/>
                  <a:gd name="connsiteX17" fmla="*/ 39354 w 48235"/>
                  <a:gd name="connsiteY17" fmla="*/ 33 h 96273"/>
                  <a:gd name="connsiteX18" fmla="*/ 37557 w 48235"/>
                  <a:gd name="connsiteY18" fmla="*/ 469 h 96273"/>
                  <a:gd name="connsiteX19" fmla="*/ 37448 w 48235"/>
                  <a:gd name="connsiteY19" fmla="*/ 578 h 96273"/>
                  <a:gd name="connsiteX20" fmla="*/ 25631 w 48235"/>
                  <a:gd name="connsiteY20" fmla="*/ 9889 h 96273"/>
                  <a:gd name="connsiteX21" fmla="*/ 17300 w 48235"/>
                  <a:gd name="connsiteY21" fmla="*/ 18983 h 96273"/>
                  <a:gd name="connsiteX22" fmla="*/ 12617 w 48235"/>
                  <a:gd name="connsiteY22" fmla="*/ 29710 h 96273"/>
                  <a:gd name="connsiteX23" fmla="*/ 9785 w 48235"/>
                  <a:gd name="connsiteY23" fmla="*/ 42126 h 96273"/>
                  <a:gd name="connsiteX24" fmla="*/ 5810 w 48235"/>
                  <a:gd name="connsiteY24" fmla="*/ 54541 h 96273"/>
                  <a:gd name="connsiteX25" fmla="*/ 2543 w 48235"/>
                  <a:gd name="connsiteY25" fmla="*/ 67610 h 96273"/>
                  <a:gd name="connsiteX26" fmla="*/ 201 w 48235"/>
                  <a:gd name="connsiteY26" fmla="*/ 94674 h 96273"/>
                  <a:gd name="connsiteX27" fmla="*/ 1072 w 48235"/>
                  <a:gd name="connsiteY27" fmla="*/ 96035 h 96273"/>
                  <a:gd name="connsiteX28" fmla="*/ 1617 w 48235"/>
                  <a:gd name="connsiteY28" fmla="*/ 96253 h 96273"/>
                  <a:gd name="connsiteX29" fmla="*/ 3360 w 48235"/>
                  <a:gd name="connsiteY29" fmla="*/ 95382 h 96273"/>
                  <a:gd name="connsiteX30" fmla="*/ 3360 w 48235"/>
                  <a:gd name="connsiteY30" fmla="*/ 95382 h 96273"/>
                  <a:gd name="connsiteX31" fmla="*/ 17409 w 48235"/>
                  <a:gd name="connsiteY31" fmla="*/ 74308 h 96273"/>
                  <a:gd name="connsiteX32" fmla="*/ 25141 w 48235"/>
                  <a:gd name="connsiteY32" fmla="*/ 64397 h 96273"/>
                  <a:gd name="connsiteX33" fmla="*/ 32928 w 48235"/>
                  <a:gd name="connsiteY33" fmla="*/ 54215 h 96273"/>
                  <a:gd name="connsiteX34" fmla="*/ 41641 w 48235"/>
                  <a:gd name="connsiteY34" fmla="*/ 43869 h 96273"/>
                  <a:gd name="connsiteX35" fmla="*/ 47467 w 48235"/>
                  <a:gd name="connsiteY35" fmla="*/ 31344 h 96273"/>
                  <a:gd name="connsiteX36" fmla="*/ 47685 w 48235"/>
                  <a:gd name="connsiteY36" fmla="*/ 16424 h 96273"/>
                  <a:gd name="connsiteX37" fmla="*/ 40606 w 48235"/>
                  <a:gd name="connsiteY37" fmla="*/ 741 h 96273"/>
                  <a:gd name="connsiteX38" fmla="*/ 39354 w 48235"/>
                  <a:gd name="connsiteY38" fmla="*/ 33 h 96273"/>
                  <a:gd name="connsiteX39" fmla="*/ 39354 w 48235"/>
                  <a:gd name="connsiteY39" fmla="*/ 33 h 96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48235" h="96273">
                    <a:moveTo>
                      <a:pt x="38482" y="6622"/>
                    </a:moveTo>
                    <a:cubicBezTo>
                      <a:pt x="40824" y="9998"/>
                      <a:pt x="41804" y="13865"/>
                      <a:pt x="42403" y="17241"/>
                    </a:cubicBezTo>
                    <a:cubicBezTo>
                      <a:pt x="43056" y="21597"/>
                      <a:pt x="43002" y="26117"/>
                      <a:pt x="42185" y="30309"/>
                    </a:cubicBezTo>
                    <a:cubicBezTo>
                      <a:pt x="41477" y="34067"/>
                      <a:pt x="39898" y="37443"/>
                      <a:pt x="37502" y="40329"/>
                    </a:cubicBezTo>
                    <a:cubicBezTo>
                      <a:pt x="36413" y="41690"/>
                      <a:pt x="35270" y="42943"/>
                      <a:pt x="34126" y="44250"/>
                    </a:cubicBezTo>
                    <a:cubicBezTo>
                      <a:pt x="32274" y="46373"/>
                      <a:pt x="30314" y="48552"/>
                      <a:pt x="28626" y="50839"/>
                    </a:cubicBezTo>
                    <a:lnTo>
                      <a:pt x="20948" y="60913"/>
                    </a:lnTo>
                    <a:cubicBezTo>
                      <a:pt x="18225" y="64289"/>
                      <a:pt x="15612" y="67556"/>
                      <a:pt x="13106" y="70932"/>
                    </a:cubicBezTo>
                    <a:cubicBezTo>
                      <a:pt x="10547" y="74254"/>
                      <a:pt x="8152" y="77521"/>
                      <a:pt x="5864" y="80897"/>
                    </a:cubicBezTo>
                    <a:cubicBezTo>
                      <a:pt x="6354" y="76486"/>
                      <a:pt x="7117" y="72348"/>
                      <a:pt x="7825" y="68754"/>
                    </a:cubicBezTo>
                    <a:cubicBezTo>
                      <a:pt x="8805" y="64397"/>
                      <a:pt x="9894" y="60205"/>
                      <a:pt x="10983" y="56175"/>
                    </a:cubicBezTo>
                    <a:lnTo>
                      <a:pt x="14904" y="43760"/>
                    </a:lnTo>
                    <a:cubicBezTo>
                      <a:pt x="16320" y="39403"/>
                      <a:pt x="17082" y="35047"/>
                      <a:pt x="17898" y="30745"/>
                    </a:cubicBezTo>
                    <a:cubicBezTo>
                      <a:pt x="18606" y="27314"/>
                      <a:pt x="19750" y="24592"/>
                      <a:pt x="21602" y="22141"/>
                    </a:cubicBezTo>
                    <a:cubicBezTo>
                      <a:pt x="23780" y="19201"/>
                      <a:pt x="26230" y="16533"/>
                      <a:pt x="29171" y="13865"/>
                    </a:cubicBezTo>
                    <a:cubicBezTo>
                      <a:pt x="31621" y="11686"/>
                      <a:pt x="34235" y="9726"/>
                      <a:pt x="37502" y="7166"/>
                    </a:cubicBezTo>
                    <a:lnTo>
                      <a:pt x="38482" y="6622"/>
                    </a:lnTo>
                    <a:moveTo>
                      <a:pt x="39354" y="33"/>
                    </a:moveTo>
                    <a:cubicBezTo>
                      <a:pt x="38755" y="-76"/>
                      <a:pt x="38101" y="88"/>
                      <a:pt x="37557" y="469"/>
                    </a:cubicBezTo>
                    <a:lnTo>
                      <a:pt x="37448" y="578"/>
                    </a:lnTo>
                    <a:cubicBezTo>
                      <a:pt x="32547" y="4335"/>
                      <a:pt x="29007" y="6894"/>
                      <a:pt x="25631" y="9889"/>
                    </a:cubicBezTo>
                    <a:cubicBezTo>
                      <a:pt x="22310" y="12884"/>
                      <a:pt x="19641" y="15825"/>
                      <a:pt x="17300" y="18983"/>
                    </a:cubicBezTo>
                    <a:cubicBezTo>
                      <a:pt x="14958" y="22141"/>
                      <a:pt x="13488" y="25626"/>
                      <a:pt x="12617" y="29710"/>
                    </a:cubicBezTo>
                    <a:cubicBezTo>
                      <a:pt x="11854" y="33794"/>
                      <a:pt x="11092" y="38097"/>
                      <a:pt x="9785" y="42126"/>
                    </a:cubicBezTo>
                    <a:lnTo>
                      <a:pt x="5810" y="54541"/>
                    </a:lnTo>
                    <a:cubicBezTo>
                      <a:pt x="4667" y="58843"/>
                      <a:pt x="3523" y="63200"/>
                      <a:pt x="2543" y="67610"/>
                    </a:cubicBezTo>
                    <a:cubicBezTo>
                      <a:pt x="746" y="76486"/>
                      <a:pt x="-507" y="85689"/>
                      <a:pt x="201" y="94674"/>
                    </a:cubicBezTo>
                    <a:cubicBezTo>
                      <a:pt x="255" y="95219"/>
                      <a:pt x="528" y="95763"/>
                      <a:pt x="1072" y="96035"/>
                    </a:cubicBezTo>
                    <a:cubicBezTo>
                      <a:pt x="1236" y="96144"/>
                      <a:pt x="1454" y="96199"/>
                      <a:pt x="1617" y="96253"/>
                    </a:cubicBezTo>
                    <a:cubicBezTo>
                      <a:pt x="2325" y="96362"/>
                      <a:pt x="3033" y="96035"/>
                      <a:pt x="3360" y="95382"/>
                    </a:cubicBezTo>
                    <a:lnTo>
                      <a:pt x="3360" y="95382"/>
                    </a:lnTo>
                    <a:cubicBezTo>
                      <a:pt x="7661" y="87758"/>
                      <a:pt x="12290" y="80897"/>
                      <a:pt x="17409" y="74308"/>
                    </a:cubicBezTo>
                    <a:cubicBezTo>
                      <a:pt x="19859" y="70987"/>
                      <a:pt x="22528" y="67665"/>
                      <a:pt x="25141" y="64397"/>
                    </a:cubicBezTo>
                    <a:lnTo>
                      <a:pt x="32928" y="54215"/>
                    </a:lnTo>
                    <a:cubicBezTo>
                      <a:pt x="35542" y="50730"/>
                      <a:pt x="38700" y="47462"/>
                      <a:pt x="41641" y="43869"/>
                    </a:cubicBezTo>
                    <a:cubicBezTo>
                      <a:pt x="44581" y="40329"/>
                      <a:pt x="46596" y="36082"/>
                      <a:pt x="47467" y="31344"/>
                    </a:cubicBezTo>
                    <a:cubicBezTo>
                      <a:pt x="48393" y="26661"/>
                      <a:pt x="48501" y="21542"/>
                      <a:pt x="47685" y="16424"/>
                    </a:cubicBezTo>
                    <a:cubicBezTo>
                      <a:pt x="46759" y="11250"/>
                      <a:pt x="45072" y="5478"/>
                      <a:pt x="40606" y="741"/>
                    </a:cubicBezTo>
                    <a:cubicBezTo>
                      <a:pt x="40333" y="360"/>
                      <a:pt x="39843" y="88"/>
                      <a:pt x="39354" y="33"/>
                    </a:cubicBezTo>
                    <a:lnTo>
                      <a:pt x="39354" y="33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5" name="Forme libre : forme 1404">
                <a:extLst>
                  <a:ext uri="{FF2B5EF4-FFF2-40B4-BE49-F238E27FC236}">
                    <a16:creationId xmlns:a16="http://schemas.microsoft.com/office/drawing/2014/main" id="{1A36BF4D-7544-463C-AF88-A807AF4F17B9}"/>
                  </a:ext>
                </a:extLst>
              </p:cNvPr>
              <p:cNvSpPr/>
              <p:nvPr/>
            </p:nvSpPr>
            <p:spPr>
              <a:xfrm>
                <a:off x="8907003" y="4977590"/>
                <a:ext cx="77226" cy="62183"/>
              </a:xfrm>
              <a:custGeom>
                <a:avLst/>
                <a:gdLst>
                  <a:gd name="connsiteX0" fmla="*/ 70936 w 77226"/>
                  <a:gd name="connsiteY0" fmla="*/ 6077 h 62183"/>
                  <a:gd name="connsiteX1" fmla="*/ 71372 w 77226"/>
                  <a:gd name="connsiteY1" fmla="*/ 16859 h 62183"/>
                  <a:gd name="connsiteX2" fmla="*/ 65818 w 77226"/>
                  <a:gd name="connsiteY2" fmla="*/ 28675 h 62183"/>
                  <a:gd name="connsiteX3" fmla="*/ 57051 w 77226"/>
                  <a:gd name="connsiteY3" fmla="*/ 35264 h 62183"/>
                  <a:gd name="connsiteX4" fmla="*/ 50734 w 77226"/>
                  <a:gd name="connsiteY4" fmla="*/ 37333 h 62183"/>
                  <a:gd name="connsiteX5" fmla="*/ 44472 w 77226"/>
                  <a:gd name="connsiteY5" fmla="*/ 39403 h 62183"/>
                  <a:gd name="connsiteX6" fmla="*/ 33200 w 77226"/>
                  <a:gd name="connsiteY6" fmla="*/ 43269 h 62183"/>
                  <a:gd name="connsiteX7" fmla="*/ 21983 w 77226"/>
                  <a:gd name="connsiteY7" fmla="*/ 46863 h 62183"/>
                  <a:gd name="connsiteX8" fmla="*/ 11146 w 77226"/>
                  <a:gd name="connsiteY8" fmla="*/ 51056 h 62183"/>
                  <a:gd name="connsiteX9" fmla="*/ 18606 w 77226"/>
                  <a:gd name="connsiteY9" fmla="*/ 42234 h 62183"/>
                  <a:gd name="connsiteX10" fmla="*/ 27537 w 77226"/>
                  <a:gd name="connsiteY10" fmla="*/ 33794 h 62183"/>
                  <a:gd name="connsiteX11" fmla="*/ 36848 w 77226"/>
                  <a:gd name="connsiteY11" fmla="*/ 26007 h 62183"/>
                  <a:gd name="connsiteX12" fmla="*/ 45125 w 77226"/>
                  <a:gd name="connsiteY12" fmla="*/ 16968 h 62183"/>
                  <a:gd name="connsiteX13" fmla="*/ 50789 w 77226"/>
                  <a:gd name="connsiteY13" fmla="*/ 12448 h 62183"/>
                  <a:gd name="connsiteX14" fmla="*/ 62169 w 77226"/>
                  <a:gd name="connsiteY14" fmla="*/ 8691 h 62183"/>
                  <a:gd name="connsiteX15" fmla="*/ 70936 w 77226"/>
                  <a:gd name="connsiteY15" fmla="*/ 6077 h 62183"/>
                  <a:gd name="connsiteX16" fmla="*/ 73006 w 77226"/>
                  <a:gd name="connsiteY16" fmla="*/ 33 h 62183"/>
                  <a:gd name="connsiteX17" fmla="*/ 71862 w 77226"/>
                  <a:gd name="connsiteY17" fmla="*/ 142 h 62183"/>
                  <a:gd name="connsiteX18" fmla="*/ 71753 w 77226"/>
                  <a:gd name="connsiteY18" fmla="*/ 196 h 62183"/>
                  <a:gd name="connsiteX19" fmla="*/ 48501 w 77226"/>
                  <a:gd name="connsiteY19" fmla="*/ 7547 h 62183"/>
                  <a:gd name="connsiteX20" fmla="*/ 40823 w 77226"/>
                  <a:gd name="connsiteY20" fmla="*/ 13592 h 62183"/>
                  <a:gd name="connsiteX21" fmla="*/ 33254 w 77226"/>
                  <a:gd name="connsiteY21" fmla="*/ 21869 h 62183"/>
                  <a:gd name="connsiteX22" fmla="*/ 23997 w 77226"/>
                  <a:gd name="connsiteY22" fmla="*/ 29601 h 62183"/>
                  <a:gd name="connsiteX23" fmla="*/ 14686 w 77226"/>
                  <a:gd name="connsiteY23" fmla="*/ 38368 h 62183"/>
                  <a:gd name="connsiteX24" fmla="*/ 92 w 77226"/>
                  <a:gd name="connsiteY24" fmla="*/ 59877 h 62183"/>
                  <a:gd name="connsiteX25" fmla="*/ 256 w 77226"/>
                  <a:gd name="connsiteY25" fmla="*/ 61402 h 62183"/>
                  <a:gd name="connsiteX26" fmla="*/ 1399 w 77226"/>
                  <a:gd name="connsiteY26" fmla="*/ 62164 h 62183"/>
                  <a:gd name="connsiteX27" fmla="*/ 2597 w 77226"/>
                  <a:gd name="connsiteY27" fmla="*/ 61892 h 62183"/>
                  <a:gd name="connsiteX28" fmla="*/ 2651 w 77226"/>
                  <a:gd name="connsiteY28" fmla="*/ 61892 h 62183"/>
                  <a:gd name="connsiteX29" fmla="*/ 23616 w 77226"/>
                  <a:gd name="connsiteY29" fmla="*/ 52036 h 62183"/>
                  <a:gd name="connsiteX30" fmla="*/ 34670 w 77226"/>
                  <a:gd name="connsiteY30" fmla="*/ 48496 h 62183"/>
                  <a:gd name="connsiteX31" fmla="*/ 46160 w 77226"/>
                  <a:gd name="connsiteY31" fmla="*/ 44576 h 62183"/>
                  <a:gd name="connsiteX32" fmla="*/ 58848 w 77226"/>
                  <a:gd name="connsiteY32" fmla="*/ 40383 h 62183"/>
                  <a:gd name="connsiteX33" fmla="*/ 70065 w 77226"/>
                  <a:gd name="connsiteY33" fmla="*/ 31997 h 62183"/>
                  <a:gd name="connsiteX34" fmla="*/ 76600 w 77226"/>
                  <a:gd name="connsiteY34" fmla="*/ 18002 h 62183"/>
                  <a:gd name="connsiteX35" fmla="*/ 74694 w 77226"/>
                  <a:gd name="connsiteY35" fmla="*/ 1285 h 62183"/>
                  <a:gd name="connsiteX36" fmla="*/ 73006 w 77226"/>
                  <a:gd name="connsiteY36" fmla="*/ 33 h 62183"/>
                  <a:gd name="connsiteX37" fmla="*/ 73006 w 77226"/>
                  <a:gd name="connsiteY37" fmla="*/ 33 h 62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77226" h="62183">
                    <a:moveTo>
                      <a:pt x="70936" y="6077"/>
                    </a:moveTo>
                    <a:cubicBezTo>
                      <a:pt x="72026" y="9235"/>
                      <a:pt x="72134" y="12829"/>
                      <a:pt x="71372" y="16859"/>
                    </a:cubicBezTo>
                    <a:cubicBezTo>
                      <a:pt x="70501" y="20997"/>
                      <a:pt x="68541" y="25081"/>
                      <a:pt x="65818" y="28675"/>
                    </a:cubicBezTo>
                    <a:cubicBezTo>
                      <a:pt x="63531" y="31725"/>
                      <a:pt x="60536" y="33903"/>
                      <a:pt x="57051" y="35264"/>
                    </a:cubicBezTo>
                    <a:cubicBezTo>
                      <a:pt x="54927" y="36026"/>
                      <a:pt x="52804" y="36680"/>
                      <a:pt x="50734" y="37333"/>
                    </a:cubicBezTo>
                    <a:cubicBezTo>
                      <a:pt x="48556" y="37987"/>
                      <a:pt x="46432" y="38695"/>
                      <a:pt x="44472" y="39403"/>
                    </a:cubicBezTo>
                    <a:lnTo>
                      <a:pt x="33200" y="43269"/>
                    </a:lnTo>
                    <a:cubicBezTo>
                      <a:pt x="29606" y="44358"/>
                      <a:pt x="25686" y="45501"/>
                      <a:pt x="21983" y="46863"/>
                    </a:cubicBezTo>
                    <a:cubicBezTo>
                      <a:pt x="18062" y="48170"/>
                      <a:pt x="14468" y="49531"/>
                      <a:pt x="11146" y="51056"/>
                    </a:cubicBezTo>
                    <a:cubicBezTo>
                      <a:pt x="13161" y="48224"/>
                      <a:pt x="15666" y="45338"/>
                      <a:pt x="18606" y="42234"/>
                    </a:cubicBezTo>
                    <a:cubicBezTo>
                      <a:pt x="21656" y="39185"/>
                      <a:pt x="24760" y="36299"/>
                      <a:pt x="27537" y="33794"/>
                    </a:cubicBezTo>
                    <a:lnTo>
                      <a:pt x="36848" y="26007"/>
                    </a:lnTo>
                    <a:cubicBezTo>
                      <a:pt x="40170" y="23230"/>
                      <a:pt x="42893" y="19854"/>
                      <a:pt x="45125" y="16968"/>
                    </a:cubicBezTo>
                    <a:cubicBezTo>
                      <a:pt x="46868" y="14844"/>
                      <a:pt x="48665" y="13428"/>
                      <a:pt x="50789" y="12448"/>
                    </a:cubicBezTo>
                    <a:cubicBezTo>
                      <a:pt x="54110" y="10978"/>
                      <a:pt x="57487" y="9998"/>
                      <a:pt x="62169" y="8691"/>
                    </a:cubicBezTo>
                    <a:cubicBezTo>
                      <a:pt x="64674" y="7928"/>
                      <a:pt x="67506" y="7166"/>
                      <a:pt x="70936" y="6077"/>
                    </a:cubicBezTo>
                    <a:moveTo>
                      <a:pt x="73006" y="33"/>
                    </a:moveTo>
                    <a:cubicBezTo>
                      <a:pt x="72625" y="-22"/>
                      <a:pt x="72243" y="-22"/>
                      <a:pt x="71862" y="142"/>
                    </a:cubicBezTo>
                    <a:lnTo>
                      <a:pt x="71753" y="196"/>
                    </a:lnTo>
                    <a:cubicBezTo>
                      <a:pt x="60536" y="3790"/>
                      <a:pt x="54600" y="4825"/>
                      <a:pt x="48501" y="7547"/>
                    </a:cubicBezTo>
                    <a:cubicBezTo>
                      <a:pt x="45561" y="8854"/>
                      <a:pt x="43111" y="10814"/>
                      <a:pt x="40823" y="13592"/>
                    </a:cubicBezTo>
                    <a:cubicBezTo>
                      <a:pt x="38591" y="16423"/>
                      <a:pt x="36140" y="19418"/>
                      <a:pt x="33254" y="21869"/>
                    </a:cubicBezTo>
                    <a:lnTo>
                      <a:pt x="23997" y="29601"/>
                    </a:lnTo>
                    <a:cubicBezTo>
                      <a:pt x="20894" y="32378"/>
                      <a:pt x="17735" y="35319"/>
                      <a:pt x="14686" y="38368"/>
                    </a:cubicBezTo>
                    <a:cubicBezTo>
                      <a:pt x="8750" y="44630"/>
                      <a:pt x="3087" y="51764"/>
                      <a:pt x="92" y="59877"/>
                    </a:cubicBezTo>
                    <a:cubicBezTo>
                      <a:pt x="-72" y="60368"/>
                      <a:pt x="-17" y="60966"/>
                      <a:pt x="256" y="61402"/>
                    </a:cubicBezTo>
                    <a:cubicBezTo>
                      <a:pt x="528" y="61838"/>
                      <a:pt x="963" y="62056"/>
                      <a:pt x="1399" y="62164"/>
                    </a:cubicBezTo>
                    <a:cubicBezTo>
                      <a:pt x="1835" y="62219"/>
                      <a:pt x="2270" y="62164"/>
                      <a:pt x="2597" y="61892"/>
                    </a:cubicBezTo>
                    <a:lnTo>
                      <a:pt x="2651" y="61892"/>
                    </a:lnTo>
                    <a:cubicBezTo>
                      <a:pt x="9404" y="57427"/>
                      <a:pt x="16319" y="54432"/>
                      <a:pt x="23616" y="52036"/>
                    </a:cubicBezTo>
                    <a:cubicBezTo>
                      <a:pt x="27210" y="50729"/>
                      <a:pt x="30913" y="49640"/>
                      <a:pt x="34670" y="48496"/>
                    </a:cubicBezTo>
                    <a:lnTo>
                      <a:pt x="46160" y="44576"/>
                    </a:lnTo>
                    <a:cubicBezTo>
                      <a:pt x="50135" y="43105"/>
                      <a:pt x="54491" y="42017"/>
                      <a:pt x="58848" y="40383"/>
                    </a:cubicBezTo>
                    <a:cubicBezTo>
                      <a:pt x="63150" y="38749"/>
                      <a:pt x="67070" y="35972"/>
                      <a:pt x="70065" y="31997"/>
                    </a:cubicBezTo>
                    <a:cubicBezTo>
                      <a:pt x="73060" y="28076"/>
                      <a:pt x="75456" y="23339"/>
                      <a:pt x="76600" y="18002"/>
                    </a:cubicBezTo>
                    <a:cubicBezTo>
                      <a:pt x="77634" y="12666"/>
                      <a:pt x="77634" y="6894"/>
                      <a:pt x="74694" y="1285"/>
                    </a:cubicBezTo>
                    <a:cubicBezTo>
                      <a:pt x="74422" y="577"/>
                      <a:pt x="73768" y="142"/>
                      <a:pt x="73006" y="33"/>
                    </a:cubicBezTo>
                    <a:lnTo>
                      <a:pt x="73006" y="33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6" name="Forme libre : forme 1405">
                <a:extLst>
                  <a:ext uri="{FF2B5EF4-FFF2-40B4-BE49-F238E27FC236}">
                    <a16:creationId xmlns:a16="http://schemas.microsoft.com/office/drawing/2014/main" id="{50CF38BC-B7A7-4C08-9C87-F0A7118CD6F1}"/>
                  </a:ext>
                </a:extLst>
              </p:cNvPr>
              <p:cNvSpPr/>
              <p:nvPr/>
            </p:nvSpPr>
            <p:spPr>
              <a:xfrm>
                <a:off x="8905058" y="5020355"/>
                <a:ext cx="91636" cy="48607"/>
              </a:xfrm>
              <a:custGeom>
                <a:avLst/>
                <a:gdLst>
                  <a:gd name="connsiteX0" fmla="*/ 67490 w 91636"/>
                  <a:gd name="connsiteY0" fmla="*/ 5731 h 48607"/>
                  <a:gd name="connsiteX1" fmla="*/ 67490 w 91636"/>
                  <a:gd name="connsiteY1" fmla="*/ 5731 h 48607"/>
                  <a:gd name="connsiteX2" fmla="*/ 68525 w 91636"/>
                  <a:gd name="connsiteY2" fmla="*/ 5949 h 48607"/>
                  <a:gd name="connsiteX3" fmla="*/ 82139 w 91636"/>
                  <a:gd name="connsiteY3" fmla="*/ 13627 h 48607"/>
                  <a:gd name="connsiteX4" fmla="*/ 86223 w 91636"/>
                  <a:gd name="connsiteY4" fmla="*/ 23864 h 48607"/>
                  <a:gd name="connsiteX5" fmla="*/ 73534 w 91636"/>
                  <a:gd name="connsiteY5" fmla="*/ 25117 h 48607"/>
                  <a:gd name="connsiteX6" fmla="*/ 66401 w 91636"/>
                  <a:gd name="connsiteY6" fmla="*/ 27948 h 48607"/>
                  <a:gd name="connsiteX7" fmla="*/ 65856 w 91636"/>
                  <a:gd name="connsiteY7" fmla="*/ 28221 h 48607"/>
                  <a:gd name="connsiteX8" fmla="*/ 60792 w 91636"/>
                  <a:gd name="connsiteY8" fmla="*/ 28602 h 48607"/>
                  <a:gd name="connsiteX9" fmla="*/ 48268 w 91636"/>
                  <a:gd name="connsiteY9" fmla="*/ 29092 h 48607"/>
                  <a:gd name="connsiteX10" fmla="*/ 36506 w 91636"/>
                  <a:gd name="connsiteY10" fmla="*/ 31815 h 48607"/>
                  <a:gd name="connsiteX11" fmla="*/ 24526 w 91636"/>
                  <a:gd name="connsiteY11" fmla="*/ 35082 h 48607"/>
                  <a:gd name="connsiteX12" fmla="*/ 12927 w 91636"/>
                  <a:gd name="connsiteY12" fmla="*/ 38785 h 48607"/>
                  <a:gd name="connsiteX13" fmla="*/ 21422 w 91636"/>
                  <a:gd name="connsiteY13" fmla="*/ 30235 h 48607"/>
                  <a:gd name="connsiteX14" fmla="*/ 31333 w 91636"/>
                  <a:gd name="connsiteY14" fmla="*/ 22013 h 48607"/>
                  <a:gd name="connsiteX15" fmla="*/ 42278 w 91636"/>
                  <a:gd name="connsiteY15" fmla="*/ 14825 h 48607"/>
                  <a:gd name="connsiteX16" fmla="*/ 46090 w 91636"/>
                  <a:gd name="connsiteY16" fmla="*/ 12484 h 48607"/>
                  <a:gd name="connsiteX17" fmla="*/ 54639 w 91636"/>
                  <a:gd name="connsiteY17" fmla="*/ 7528 h 48607"/>
                  <a:gd name="connsiteX18" fmla="*/ 67490 w 91636"/>
                  <a:gd name="connsiteY18" fmla="*/ 5731 h 48607"/>
                  <a:gd name="connsiteX19" fmla="*/ 68362 w 91636"/>
                  <a:gd name="connsiteY19" fmla="*/ 340 h 48607"/>
                  <a:gd name="connsiteX20" fmla="*/ 52461 w 91636"/>
                  <a:gd name="connsiteY20" fmla="*/ 2573 h 48607"/>
                  <a:gd name="connsiteX21" fmla="*/ 39664 w 91636"/>
                  <a:gd name="connsiteY21" fmla="*/ 10142 h 48607"/>
                  <a:gd name="connsiteX22" fmla="*/ 28338 w 91636"/>
                  <a:gd name="connsiteY22" fmla="*/ 17548 h 48607"/>
                  <a:gd name="connsiteX23" fmla="*/ 17937 w 91636"/>
                  <a:gd name="connsiteY23" fmla="*/ 26097 h 48607"/>
                  <a:gd name="connsiteX24" fmla="*/ 294 w 91636"/>
                  <a:gd name="connsiteY24" fmla="*/ 45918 h 48607"/>
                  <a:gd name="connsiteX25" fmla="*/ 131 w 91636"/>
                  <a:gd name="connsiteY25" fmla="*/ 47497 h 48607"/>
                  <a:gd name="connsiteX26" fmla="*/ 1438 w 91636"/>
                  <a:gd name="connsiteY26" fmla="*/ 48587 h 48607"/>
                  <a:gd name="connsiteX27" fmla="*/ 2309 w 91636"/>
                  <a:gd name="connsiteY27" fmla="*/ 48478 h 48607"/>
                  <a:gd name="connsiteX28" fmla="*/ 26105 w 91636"/>
                  <a:gd name="connsiteY28" fmla="*/ 40255 h 48607"/>
                  <a:gd name="connsiteX29" fmla="*/ 37813 w 91636"/>
                  <a:gd name="connsiteY29" fmla="*/ 37097 h 48607"/>
                  <a:gd name="connsiteX30" fmla="*/ 49357 w 91636"/>
                  <a:gd name="connsiteY30" fmla="*/ 34374 h 48607"/>
                  <a:gd name="connsiteX31" fmla="*/ 60248 w 91636"/>
                  <a:gd name="connsiteY31" fmla="*/ 33939 h 48607"/>
                  <a:gd name="connsiteX32" fmla="*/ 67926 w 91636"/>
                  <a:gd name="connsiteY32" fmla="*/ 33176 h 48607"/>
                  <a:gd name="connsiteX33" fmla="*/ 75114 w 91636"/>
                  <a:gd name="connsiteY33" fmla="*/ 30290 h 48607"/>
                  <a:gd name="connsiteX34" fmla="*/ 86494 w 91636"/>
                  <a:gd name="connsiteY34" fmla="*/ 29364 h 48607"/>
                  <a:gd name="connsiteX35" fmla="*/ 87856 w 91636"/>
                  <a:gd name="connsiteY35" fmla="*/ 29636 h 48607"/>
                  <a:gd name="connsiteX36" fmla="*/ 88128 w 91636"/>
                  <a:gd name="connsiteY36" fmla="*/ 29691 h 48607"/>
                  <a:gd name="connsiteX37" fmla="*/ 88237 w 91636"/>
                  <a:gd name="connsiteY37" fmla="*/ 29691 h 48607"/>
                  <a:gd name="connsiteX38" fmla="*/ 90797 w 91636"/>
                  <a:gd name="connsiteY38" fmla="*/ 28166 h 48607"/>
                  <a:gd name="connsiteX39" fmla="*/ 86223 w 91636"/>
                  <a:gd name="connsiteY39" fmla="*/ 9979 h 48607"/>
                  <a:gd name="connsiteX40" fmla="*/ 69505 w 91636"/>
                  <a:gd name="connsiteY40" fmla="*/ 504 h 48607"/>
                  <a:gd name="connsiteX41" fmla="*/ 68362 w 91636"/>
                  <a:gd name="connsiteY41" fmla="*/ 340 h 48607"/>
                  <a:gd name="connsiteX42" fmla="*/ 68362 w 91636"/>
                  <a:gd name="connsiteY42" fmla="*/ 340 h 48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91636" h="48607">
                    <a:moveTo>
                      <a:pt x="67490" y="5731"/>
                    </a:moveTo>
                    <a:lnTo>
                      <a:pt x="67490" y="5731"/>
                    </a:lnTo>
                    <a:cubicBezTo>
                      <a:pt x="67817" y="5786"/>
                      <a:pt x="68144" y="5840"/>
                      <a:pt x="68525" y="5949"/>
                    </a:cubicBezTo>
                    <a:cubicBezTo>
                      <a:pt x="73916" y="6984"/>
                      <a:pt x="78762" y="9761"/>
                      <a:pt x="82139" y="13627"/>
                    </a:cubicBezTo>
                    <a:cubicBezTo>
                      <a:pt x="84425" y="16295"/>
                      <a:pt x="86440" y="20107"/>
                      <a:pt x="86223" y="23864"/>
                    </a:cubicBezTo>
                    <a:cubicBezTo>
                      <a:pt x="80287" y="23156"/>
                      <a:pt x="76148" y="24355"/>
                      <a:pt x="73534" y="25117"/>
                    </a:cubicBezTo>
                    <a:cubicBezTo>
                      <a:pt x="70540" y="26043"/>
                      <a:pt x="68253" y="27077"/>
                      <a:pt x="66401" y="27948"/>
                    </a:cubicBezTo>
                    <a:lnTo>
                      <a:pt x="65856" y="28221"/>
                    </a:lnTo>
                    <a:cubicBezTo>
                      <a:pt x="64985" y="28602"/>
                      <a:pt x="63733" y="28874"/>
                      <a:pt x="60792" y="28602"/>
                    </a:cubicBezTo>
                    <a:cubicBezTo>
                      <a:pt x="56327" y="28112"/>
                      <a:pt x="52080" y="28330"/>
                      <a:pt x="48268" y="29092"/>
                    </a:cubicBezTo>
                    <a:cubicBezTo>
                      <a:pt x="44293" y="29854"/>
                      <a:pt x="40263" y="30835"/>
                      <a:pt x="36506" y="31815"/>
                    </a:cubicBezTo>
                    <a:cubicBezTo>
                      <a:pt x="32476" y="32740"/>
                      <a:pt x="28392" y="33830"/>
                      <a:pt x="24526" y="35082"/>
                    </a:cubicBezTo>
                    <a:cubicBezTo>
                      <a:pt x="20660" y="36171"/>
                      <a:pt x="16794" y="37423"/>
                      <a:pt x="12927" y="38785"/>
                    </a:cubicBezTo>
                    <a:cubicBezTo>
                      <a:pt x="15486" y="36008"/>
                      <a:pt x="18264" y="33176"/>
                      <a:pt x="21422" y="30235"/>
                    </a:cubicBezTo>
                    <a:cubicBezTo>
                      <a:pt x="24635" y="27349"/>
                      <a:pt x="28066" y="24572"/>
                      <a:pt x="31333" y="22013"/>
                    </a:cubicBezTo>
                    <a:cubicBezTo>
                      <a:pt x="34872" y="19508"/>
                      <a:pt x="38576" y="17058"/>
                      <a:pt x="42278" y="14825"/>
                    </a:cubicBezTo>
                    <a:cubicBezTo>
                      <a:pt x="43530" y="14063"/>
                      <a:pt x="44783" y="13300"/>
                      <a:pt x="46090" y="12484"/>
                    </a:cubicBezTo>
                    <a:cubicBezTo>
                      <a:pt x="48758" y="10796"/>
                      <a:pt x="51589" y="8999"/>
                      <a:pt x="54639" y="7528"/>
                    </a:cubicBezTo>
                    <a:cubicBezTo>
                      <a:pt x="58669" y="5622"/>
                      <a:pt x="63188" y="5024"/>
                      <a:pt x="67490" y="5731"/>
                    </a:cubicBezTo>
                    <a:moveTo>
                      <a:pt x="68362" y="340"/>
                    </a:moveTo>
                    <a:cubicBezTo>
                      <a:pt x="62589" y="-585"/>
                      <a:pt x="56980" y="449"/>
                      <a:pt x="52461" y="2573"/>
                    </a:cubicBezTo>
                    <a:cubicBezTo>
                      <a:pt x="47560" y="4969"/>
                      <a:pt x="43530" y="7800"/>
                      <a:pt x="39664" y="10142"/>
                    </a:cubicBezTo>
                    <a:cubicBezTo>
                      <a:pt x="35798" y="12484"/>
                      <a:pt x="31986" y="14988"/>
                      <a:pt x="28338" y="17548"/>
                    </a:cubicBezTo>
                    <a:cubicBezTo>
                      <a:pt x="24744" y="20271"/>
                      <a:pt x="21259" y="23156"/>
                      <a:pt x="17937" y="26097"/>
                    </a:cubicBezTo>
                    <a:cubicBezTo>
                      <a:pt x="11402" y="32196"/>
                      <a:pt x="5304" y="38676"/>
                      <a:pt x="294" y="45918"/>
                    </a:cubicBezTo>
                    <a:cubicBezTo>
                      <a:pt x="-33" y="46354"/>
                      <a:pt x="-87" y="46953"/>
                      <a:pt x="131" y="47497"/>
                    </a:cubicBezTo>
                    <a:cubicBezTo>
                      <a:pt x="349" y="48096"/>
                      <a:pt x="893" y="48478"/>
                      <a:pt x="1438" y="48587"/>
                    </a:cubicBezTo>
                    <a:cubicBezTo>
                      <a:pt x="1710" y="48641"/>
                      <a:pt x="2037" y="48587"/>
                      <a:pt x="2309" y="48478"/>
                    </a:cubicBezTo>
                    <a:cubicBezTo>
                      <a:pt x="10423" y="45374"/>
                      <a:pt x="18209" y="42487"/>
                      <a:pt x="26105" y="40255"/>
                    </a:cubicBezTo>
                    <a:cubicBezTo>
                      <a:pt x="30026" y="39057"/>
                      <a:pt x="33892" y="37968"/>
                      <a:pt x="37813" y="37097"/>
                    </a:cubicBezTo>
                    <a:cubicBezTo>
                      <a:pt x="41679" y="36062"/>
                      <a:pt x="45491" y="35136"/>
                      <a:pt x="49357" y="34374"/>
                    </a:cubicBezTo>
                    <a:cubicBezTo>
                      <a:pt x="53223" y="33557"/>
                      <a:pt x="57089" y="33612"/>
                      <a:pt x="60248" y="33939"/>
                    </a:cubicBezTo>
                    <a:cubicBezTo>
                      <a:pt x="63461" y="34211"/>
                      <a:pt x="65748" y="34047"/>
                      <a:pt x="67926" y="33176"/>
                    </a:cubicBezTo>
                    <a:cubicBezTo>
                      <a:pt x="69832" y="32305"/>
                      <a:pt x="72064" y="31216"/>
                      <a:pt x="75114" y="30290"/>
                    </a:cubicBezTo>
                    <a:cubicBezTo>
                      <a:pt x="77946" y="29473"/>
                      <a:pt x="81322" y="28547"/>
                      <a:pt x="86494" y="29364"/>
                    </a:cubicBezTo>
                    <a:cubicBezTo>
                      <a:pt x="86930" y="29419"/>
                      <a:pt x="87420" y="29528"/>
                      <a:pt x="87856" y="29636"/>
                    </a:cubicBezTo>
                    <a:lnTo>
                      <a:pt x="88128" y="29691"/>
                    </a:lnTo>
                    <a:cubicBezTo>
                      <a:pt x="88183" y="29691"/>
                      <a:pt x="88183" y="29691"/>
                      <a:pt x="88237" y="29691"/>
                    </a:cubicBezTo>
                    <a:cubicBezTo>
                      <a:pt x="89326" y="29854"/>
                      <a:pt x="90415" y="29255"/>
                      <a:pt x="90797" y="28166"/>
                    </a:cubicBezTo>
                    <a:cubicBezTo>
                      <a:pt x="93083" y="21850"/>
                      <a:pt x="90415" y="14880"/>
                      <a:pt x="86223" y="9979"/>
                    </a:cubicBezTo>
                    <a:cubicBezTo>
                      <a:pt x="81975" y="5024"/>
                      <a:pt x="75931" y="1756"/>
                      <a:pt x="69505" y="504"/>
                    </a:cubicBezTo>
                    <a:cubicBezTo>
                      <a:pt x="69179" y="449"/>
                      <a:pt x="68742" y="395"/>
                      <a:pt x="68362" y="340"/>
                    </a:cubicBezTo>
                    <a:lnTo>
                      <a:pt x="68362" y="340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7" name="Forme libre : forme 1406">
                <a:extLst>
                  <a:ext uri="{FF2B5EF4-FFF2-40B4-BE49-F238E27FC236}">
                    <a16:creationId xmlns:a16="http://schemas.microsoft.com/office/drawing/2014/main" id="{7D0B46C3-E2DF-4021-815E-CB986E71282B}"/>
                  </a:ext>
                </a:extLst>
              </p:cNvPr>
              <p:cNvSpPr/>
              <p:nvPr/>
            </p:nvSpPr>
            <p:spPr>
              <a:xfrm>
                <a:off x="8909773" y="5077178"/>
                <a:ext cx="104789" cy="51944"/>
              </a:xfrm>
              <a:custGeom>
                <a:avLst/>
                <a:gdLst>
                  <a:gd name="connsiteX0" fmla="*/ 68874 w 104789"/>
                  <a:gd name="connsiteY0" fmla="*/ 14036 h 51944"/>
                  <a:gd name="connsiteX1" fmla="*/ 73721 w 104789"/>
                  <a:gd name="connsiteY1" fmla="*/ 14961 h 51944"/>
                  <a:gd name="connsiteX2" fmla="*/ 86681 w 104789"/>
                  <a:gd name="connsiteY2" fmla="*/ 21659 h 51944"/>
                  <a:gd name="connsiteX3" fmla="*/ 95992 w 104789"/>
                  <a:gd name="connsiteY3" fmla="*/ 33911 h 51944"/>
                  <a:gd name="connsiteX4" fmla="*/ 99259 w 104789"/>
                  <a:gd name="connsiteY4" fmla="*/ 46000 h 51944"/>
                  <a:gd name="connsiteX5" fmla="*/ 97463 w 104789"/>
                  <a:gd name="connsiteY5" fmla="*/ 45728 h 51944"/>
                  <a:gd name="connsiteX6" fmla="*/ 74538 w 104789"/>
                  <a:gd name="connsiteY6" fmla="*/ 40065 h 51944"/>
                  <a:gd name="connsiteX7" fmla="*/ 65607 w 104789"/>
                  <a:gd name="connsiteY7" fmla="*/ 35164 h 51944"/>
                  <a:gd name="connsiteX8" fmla="*/ 53682 w 104789"/>
                  <a:gd name="connsiteY8" fmla="*/ 27540 h 51944"/>
                  <a:gd name="connsiteX9" fmla="*/ 40776 w 104789"/>
                  <a:gd name="connsiteY9" fmla="*/ 23021 h 51944"/>
                  <a:gd name="connsiteX10" fmla="*/ 34950 w 104789"/>
                  <a:gd name="connsiteY10" fmla="*/ 21441 h 51944"/>
                  <a:gd name="connsiteX11" fmla="*/ 26128 w 104789"/>
                  <a:gd name="connsiteY11" fmla="*/ 18937 h 51944"/>
                  <a:gd name="connsiteX12" fmla="*/ 13495 w 104789"/>
                  <a:gd name="connsiteY12" fmla="*/ 12620 h 51944"/>
                  <a:gd name="connsiteX13" fmla="*/ 15891 w 104789"/>
                  <a:gd name="connsiteY13" fmla="*/ 13110 h 51944"/>
                  <a:gd name="connsiteX14" fmla="*/ 27108 w 104789"/>
                  <a:gd name="connsiteY14" fmla="*/ 13437 h 51944"/>
                  <a:gd name="connsiteX15" fmla="*/ 35331 w 104789"/>
                  <a:gd name="connsiteY15" fmla="*/ 12729 h 51944"/>
                  <a:gd name="connsiteX16" fmla="*/ 41538 w 104789"/>
                  <a:gd name="connsiteY16" fmla="*/ 12130 h 51944"/>
                  <a:gd name="connsiteX17" fmla="*/ 57221 w 104789"/>
                  <a:gd name="connsiteY17" fmla="*/ 12674 h 51944"/>
                  <a:gd name="connsiteX18" fmla="*/ 60597 w 104789"/>
                  <a:gd name="connsiteY18" fmla="*/ 13055 h 51944"/>
                  <a:gd name="connsiteX19" fmla="*/ 68874 w 104789"/>
                  <a:gd name="connsiteY19" fmla="*/ 14036 h 51944"/>
                  <a:gd name="connsiteX20" fmla="*/ 69746 w 104789"/>
                  <a:gd name="connsiteY20" fmla="*/ 8699 h 51944"/>
                  <a:gd name="connsiteX21" fmla="*/ 57820 w 104789"/>
                  <a:gd name="connsiteY21" fmla="*/ 7174 h 51944"/>
                  <a:gd name="connsiteX22" fmla="*/ 41158 w 104789"/>
                  <a:gd name="connsiteY22" fmla="*/ 6630 h 51944"/>
                  <a:gd name="connsiteX23" fmla="*/ 26782 w 104789"/>
                  <a:gd name="connsiteY23" fmla="*/ 7937 h 51944"/>
                  <a:gd name="connsiteX24" fmla="*/ 16708 w 104789"/>
                  <a:gd name="connsiteY24" fmla="*/ 7665 h 51944"/>
                  <a:gd name="connsiteX25" fmla="*/ 14094 w 104789"/>
                  <a:gd name="connsiteY25" fmla="*/ 7120 h 51944"/>
                  <a:gd name="connsiteX26" fmla="*/ 2985 w 104789"/>
                  <a:gd name="connsiteY26" fmla="*/ 640 h 51944"/>
                  <a:gd name="connsiteX27" fmla="*/ 2931 w 104789"/>
                  <a:gd name="connsiteY27" fmla="*/ 586 h 51944"/>
                  <a:gd name="connsiteX28" fmla="*/ 1950 w 104789"/>
                  <a:gd name="connsiteY28" fmla="*/ 41 h 51944"/>
                  <a:gd name="connsiteX29" fmla="*/ 1351 w 104789"/>
                  <a:gd name="connsiteY29" fmla="*/ 41 h 51944"/>
                  <a:gd name="connsiteX30" fmla="*/ 45 w 104789"/>
                  <a:gd name="connsiteY30" fmla="*/ 2001 h 51944"/>
                  <a:gd name="connsiteX31" fmla="*/ 9193 w 104789"/>
                  <a:gd name="connsiteY31" fmla="*/ 16105 h 51944"/>
                  <a:gd name="connsiteX32" fmla="*/ 24385 w 104789"/>
                  <a:gd name="connsiteY32" fmla="*/ 24055 h 51944"/>
                  <a:gd name="connsiteX33" fmla="*/ 39252 w 104789"/>
                  <a:gd name="connsiteY33" fmla="*/ 28194 h 51944"/>
                  <a:gd name="connsiteX34" fmla="*/ 51504 w 104789"/>
                  <a:gd name="connsiteY34" fmla="*/ 32495 h 51944"/>
                  <a:gd name="connsiteX35" fmla="*/ 62177 w 104789"/>
                  <a:gd name="connsiteY35" fmla="*/ 39357 h 51944"/>
                  <a:gd name="connsiteX36" fmla="*/ 72795 w 104789"/>
                  <a:gd name="connsiteY36" fmla="*/ 45183 h 51944"/>
                  <a:gd name="connsiteX37" fmla="*/ 96646 w 104789"/>
                  <a:gd name="connsiteY37" fmla="*/ 51119 h 51944"/>
                  <a:gd name="connsiteX38" fmla="*/ 102146 w 104789"/>
                  <a:gd name="connsiteY38" fmla="*/ 51936 h 51944"/>
                  <a:gd name="connsiteX39" fmla="*/ 102200 w 104789"/>
                  <a:gd name="connsiteY39" fmla="*/ 51936 h 51944"/>
                  <a:gd name="connsiteX40" fmla="*/ 102309 w 104789"/>
                  <a:gd name="connsiteY40" fmla="*/ 51936 h 51944"/>
                  <a:gd name="connsiteX41" fmla="*/ 104705 w 104789"/>
                  <a:gd name="connsiteY41" fmla="*/ 49866 h 51944"/>
                  <a:gd name="connsiteX42" fmla="*/ 100948 w 104789"/>
                  <a:gd name="connsiteY42" fmla="*/ 31679 h 51944"/>
                  <a:gd name="connsiteX43" fmla="*/ 90329 w 104789"/>
                  <a:gd name="connsiteY43" fmla="*/ 17684 h 51944"/>
                  <a:gd name="connsiteX44" fmla="*/ 75028 w 104789"/>
                  <a:gd name="connsiteY44" fmla="*/ 9734 h 51944"/>
                  <a:gd name="connsiteX45" fmla="*/ 69746 w 104789"/>
                  <a:gd name="connsiteY45" fmla="*/ 8699 h 51944"/>
                  <a:gd name="connsiteX46" fmla="*/ 69746 w 104789"/>
                  <a:gd name="connsiteY46" fmla="*/ 8699 h 51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04789" h="51944">
                    <a:moveTo>
                      <a:pt x="68874" y="14036"/>
                    </a:moveTo>
                    <a:cubicBezTo>
                      <a:pt x="70508" y="14308"/>
                      <a:pt x="72141" y="14580"/>
                      <a:pt x="73721" y="14961"/>
                    </a:cubicBezTo>
                    <a:cubicBezTo>
                      <a:pt x="78567" y="16105"/>
                      <a:pt x="83032" y="18392"/>
                      <a:pt x="86681" y="21659"/>
                    </a:cubicBezTo>
                    <a:cubicBezTo>
                      <a:pt x="90601" y="25144"/>
                      <a:pt x="93706" y="29283"/>
                      <a:pt x="95992" y="33911"/>
                    </a:cubicBezTo>
                    <a:cubicBezTo>
                      <a:pt x="98007" y="38213"/>
                      <a:pt x="99042" y="42134"/>
                      <a:pt x="99259" y="46000"/>
                    </a:cubicBezTo>
                    <a:cubicBezTo>
                      <a:pt x="98660" y="45891"/>
                      <a:pt x="98061" y="45837"/>
                      <a:pt x="97463" y="45728"/>
                    </a:cubicBezTo>
                    <a:cubicBezTo>
                      <a:pt x="87498" y="44149"/>
                      <a:pt x="80637" y="42025"/>
                      <a:pt x="74538" y="40065"/>
                    </a:cubicBezTo>
                    <a:cubicBezTo>
                      <a:pt x="71271" y="38975"/>
                      <a:pt x="68439" y="37396"/>
                      <a:pt x="65607" y="35164"/>
                    </a:cubicBezTo>
                    <a:cubicBezTo>
                      <a:pt x="62830" y="32931"/>
                      <a:pt x="58582" y="29664"/>
                      <a:pt x="53682" y="27540"/>
                    </a:cubicBezTo>
                    <a:cubicBezTo>
                      <a:pt x="48999" y="25471"/>
                      <a:pt x="44915" y="24055"/>
                      <a:pt x="40776" y="23021"/>
                    </a:cubicBezTo>
                    <a:cubicBezTo>
                      <a:pt x="38925" y="22476"/>
                      <a:pt x="36964" y="21986"/>
                      <a:pt x="34950" y="21441"/>
                    </a:cubicBezTo>
                    <a:cubicBezTo>
                      <a:pt x="32064" y="20679"/>
                      <a:pt x="29069" y="19862"/>
                      <a:pt x="26128" y="18937"/>
                    </a:cubicBezTo>
                    <a:cubicBezTo>
                      <a:pt x="20846" y="17139"/>
                      <a:pt x="16708" y="15070"/>
                      <a:pt x="13495" y="12620"/>
                    </a:cubicBezTo>
                    <a:cubicBezTo>
                      <a:pt x="14312" y="12783"/>
                      <a:pt x="15074" y="12946"/>
                      <a:pt x="15891" y="13110"/>
                    </a:cubicBezTo>
                    <a:cubicBezTo>
                      <a:pt x="19376" y="13654"/>
                      <a:pt x="22970" y="13763"/>
                      <a:pt x="27108" y="13437"/>
                    </a:cubicBezTo>
                    <a:cubicBezTo>
                      <a:pt x="29777" y="13273"/>
                      <a:pt x="32500" y="13001"/>
                      <a:pt x="35331" y="12729"/>
                    </a:cubicBezTo>
                    <a:cubicBezTo>
                      <a:pt x="37345" y="12511"/>
                      <a:pt x="39469" y="12293"/>
                      <a:pt x="41538" y="12130"/>
                    </a:cubicBezTo>
                    <a:cubicBezTo>
                      <a:pt x="46439" y="11858"/>
                      <a:pt x="51885" y="12021"/>
                      <a:pt x="57221" y="12674"/>
                    </a:cubicBezTo>
                    <a:lnTo>
                      <a:pt x="60597" y="13055"/>
                    </a:lnTo>
                    <a:cubicBezTo>
                      <a:pt x="63265" y="13273"/>
                      <a:pt x="66097" y="13600"/>
                      <a:pt x="68874" y="14036"/>
                    </a:cubicBezTo>
                    <a:moveTo>
                      <a:pt x="69746" y="8699"/>
                    </a:moveTo>
                    <a:cubicBezTo>
                      <a:pt x="65716" y="8046"/>
                      <a:pt x="61741" y="7665"/>
                      <a:pt x="57820" y="7174"/>
                    </a:cubicBezTo>
                    <a:cubicBezTo>
                      <a:pt x="52266" y="6521"/>
                      <a:pt x="46439" y="6303"/>
                      <a:pt x="41158" y="6630"/>
                    </a:cubicBezTo>
                    <a:cubicBezTo>
                      <a:pt x="35876" y="7066"/>
                      <a:pt x="31192" y="7719"/>
                      <a:pt x="26782" y="7937"/>
                    </a:cubicBezTo>
                    <a:cubicBezTo>
                      <a:pt x="23242" y="8209"/>
                      <a:pt x="19975" y="8209"/>
                      <a:pt x="16708" y="7665"/>
                    </a:cubicBezTo>
                    <a:cubicBezTo>
                      <a:pt x="15836" y="7501"/>
                      <a:pt x="14965" y="7338"/>
                      <a:pt x="14094" y="7120"/>
                    </a:cubicBezTo>
                    <a:cubicBezTo>
                      <a:pt x="10010" y="6085"/>
                      <a:pt x="6034" y="4179"/>
                      <a:pt x="2985" y="640"/>
                    </a:cubicBezTo>
                    <a:lnTo>
                      <a:pt x="2931" y="586"/>
                    </a:lnTo>
                    <a:cubicBezTo>
                      <a:pt x="2658" y="313"/>
                      <a:pt x="2332" y="95"/>
                      <a:pt x="1950" y="41"/>
                    </a:cubicBezTo>
                    <a:cubicBezTo>
                      <a:pt x="1733" y="-14"/>
                      <a:pt x="1570" y="-14"/>
                      <a:pt x="1351" y="41"/>
                    </a:cubicBezTo>
                    <a:cubicBezTo>
                      <a:pt x="426" y="204"/>
                      <a:pt x="-173" y="1130"/>
                      <a:pt x="45" y="2001"/>
                    </a:cubicBezTo>
                    <a:cubicBezTo>
                      <a:pt x="1134" y="7447"/>
                      <a:pt x="4728" y="12457"/>
                      <a:pt x="9193" y="16105"/>
                    </a:cubicBezTo>
                    <a:cubicBezTo>
                      <a:pt x="13604" y="19808"/>
                      <a:pt x="19158" y="22313"/>
                      <a:pt x="24385" y="24055"/>
                    </a:cubicBezTo>
                    <a:cubicBezTo>
                      <a:pt x="29668" y="25743"/>
                      <a:pt x="34732" y="26887"/>
                      <a:pt x="39252" y="28194"/>
                    </a:cubicBezTo>
                    <a:cubicBezTo>
                      <a:pt x="43717" y="29337"/>
                      <a:pt x="47583" y="30753"/>
                      <a:pt x="51504" y="32495"/>
                    </a:cubicBezTo>
                    <a:cubicBezTo>
                      <a:pt x="55370" y="34184"/>
                      <a:pt x="58910" y="36743"/>
                      <a:pt x="62177" y="39357"/>
                    </a:cubicBezTo>
                    <a:cubicBezTo>
                      <a:pt x="65444" y="41916"/>
                      <a:pt x="68874" y="43822"/>
                      <a:pt x="72795" y="45183"/>
                    </a:cubicBezTo>
                    <a:cubicBezTo>
                      <a:pt x="79602" y="47416"/>
                      <a:pt x="86626" y="49485"/>
                      <a:pt x="96646" y="51119"/>
                    </a:cubicBezTo>
                    <a:cubicBezTo>
                      <a:pt x="98389" y="51391"/>
                      <a:pt x="100240" y="51663"/>
                      <a:pt x="102146" y="51936"/>
                    </a:cubicBezTo>
                    <a:lnTo>
                      <a:pt x="102200" y="51936"/>
                    </a:lnTo>
                    <a:cubicBezTo>
                      <a:pt x="102255" y="51936"/>
                      <a:pt x="102255" y="51936"/>
                      <a:pt x="102309" y="51936"/>
                    </a:cubicBezTo>
                    <a:cubicBezTo>
                      <a:pt x="103561" y="52044"/>
                      <a:pt x="104596" y="51119"/>
                      <a:pt x="104705" y="49866"/>
                    </a:cubicBezTo>
                    <a:cubicBezTo>
                      <a:pt x="105195" y="43005"/>
                      <a:pt x="103507" y="37124"/>
                      <a:pt x="100948" y="31679"/>
                    </a:cubicBezTo>
                    <a:cubicBezTo>
                      <a:pt x="98334" y="26288"/>
                      <a:pt x="94685" y="21550"/>
                      <a:pt x="90329" y="17684"/>
                    </a:cubicBezTo>
                    <a:cubicBezTo>
                      <a:pt x="85973" y="13763"/>
                      <a:pt x="80691" y="11041"/>
                      <a:pt x="75028" y="9734"/>
                    </a:cubicBezTo>
                    <a:cubicBezTo>
                      <a:pt x="73231" y="9298"/>
                      <a:pt x="71488" y="8971"/>
                      <a:pt x="69746" y="8699"/>
                    </a:cubicBezTo>
                    <a:lnTo>
                      <a:pt x="69746" y="8699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8" name="Forme libre : forme 1407">
                <a:extLst>
                  <a:ext uri="{FF2B5EF4-FFF2-40B4-BE49-F238E27FC236}">
                    <a16:creationId xmlns:a16="http://schemas.microsoft.com/office/drawing/2014/main" id="{35504705-CEED-4022-B670-292D22B21E2E}"/>
                  </a:ext>
                </a:extLst>
              </p:cNvPr>
              <p:cNvSpPr/>
              <p:nvPr/>
            </p:nvSpPr>
            <p:spPr>
              <a:xfrm>
                <a:off x="8884649" y="5100120"/>
                <a:ext cx="70270" cy="65460"/>
              </a:xfrm>
              <a:custGeom>
                <a:avLst/>
                <a:gdLst>
                  <a:gd name="connsiteX0" fmla="*/ 7853 w 70270"/>
                  <a:gd name="connsiteY0" fmla="*/ 13202 h 65460"/>
                  <a:gd name="connsiteX1" fmla="*/ 16620 w 70270"/>
                  <a:gd name="connsiteY1" fmla="*/ 20281 h 65460"/>
                  <a:gd name="connsiteX2" fmla="*/ 26095 w 70270"/>
                  <a:gd name="connsiteY2" fmla="*/ 26380 h 65460"/>
                  <a:gd name="connsiteX3" fmla="*/ 35733 w 70270"/>
                  <a:gd name="connsiteY3" fmla="*/ 31335 h 65460"/>
                  <a:gd name="connsiteX4" fmla="*/ 44391 w 70270"/>
                  <a:gd name="connsiteY4" fmla="*/ 33731 h 65460"/>
                  <a:gd name="connsiteX5" fmla="*/ 54901 w 70270"/>
                  <a:gd name="connsiteY5" fmla="*/ 38087 h 65460"/>
                  <a:gd name="connsiteX6" fmla="*/ 63286 w 70270"/>
                  <a:gd name="connsiteY6" fmla="*/ 48869 h 65460"/>
                  <a:gd name="connsiteX7" fmla="*/ 64158 w 70270"/>
                  <a:gd name="connsiteY7" fmla="*/ 59325 h 65460"/>
                  <a:gd name="connsiteX8" fmla="*/ 59311 w 70270"/>
                  <a:gd name="connsiteY8" fmla="*/ 58126 h 65460"/>
                  <a:gd name="connsiteX9" fmla="*/ 53049 w 70270"/>
                  <a:gd name="connsiteY9" fmla="*/ 57745 h 65460"/>
                  <a:gd name="connsiteX10" fmla="*/ 52015 w 70270"/>
                  <a:gd name="connsiteY10" fmla="*/ 57745 h 65460"/>
                  <a:gd name="connsiteX11" fmla="*/ 50326 w 70270"/>
                  <a:gd name="connsiteY11" fmla="*/ 57745 h 65460"/>
                  <a:gd name="connsiteX12" fmla="*/ 44826 w 70270"/>
                  <a:gd name="connsiteY12" fmla="*/ 57527 h 65460"/>
                  <a:gd name="connsiteX13" fmla="*/ 44064 w 70270"/>
                  <a:gd name="connsiteY13" fmla="*/ 57364 h 65460"/>
                  <a:gd name="connsiteX14" fmla="*/ 36441 w 70270"/>
                  <a:gd name="connsiteY14" fmla="*/ 53334 h 65460"/>
                  <a:gd name="connsiteX15" fmla="*/ 30124 w 70270"/>
                  <a:gd name="connsiteY15" fmla="*/ 47181 h 65460"/>
                  <a:gd name="connsiteX16" fmla="*/ 26694 w 70270"/>
                  <a:gd name="connsiteY16" fmla="*/ 43750 h 65460"/>
                  <a:gd name="connsiteX17" fmla="*/ 18526 w 70270"/>
                  <a:gd name="connsiteY17" fmla="*/ 34385 h 65460"/>
                  <a:gd name="connsiteX18" fmla="*/ 12154 w 70270"/>
                  <a:gd name="connsiteY18" fmla="*/ 23875 h 65460"/>
                  <a:gd name="connsiteX19" fmla="*/ 7853 w 70270"/>
                  <a:gd name="connsiteY19" fmla="*/ 13202 h 65460"/>
                  <a:gd name="connsiteX20" fmla="*/ 1971 w 70270"/>
                  <a:gd name="connsiteY20" fmla="*/ 24 h 65460"/>
                  <a:gd name="connsiteX21" fmla="*/ 1536 w 70270"/>
                  <a:gd name="connsiteY21" fmla="*/ 24 h 65460"/>
                  <a:gd name="connsiteX22" fmla="*/ 11 w 70270"/>
                  <a:gd name="connsiteY22" fmla="*/ 1875 h 65460"/>
                  <a:gd name="connsiteX23" fmla="*/ 7254 w 70270"/>
                  <a:gd name="connsiteY23" fmla="*/ 26162 h 65460"/>
                  <a:gd name="connsiteX24" fmla="*/ 14061 w 70270"/>
                  <a:gd name="connsiteY24" fmla="*/ 37434 h 65460"/>
                  <a:gd name="connsiteX25" fmla="*/ 22882 w 70270"/>
                  <a:gd name="connsiteY25" fmla="*/ 47562 h 65460"/>
                  <a:gd name="connsiteX26" fmla="*/ 32847 w 70270"/>
                  <a:gd name="connsiteY26" fmla="*/ 57364 h 65460"/>
                  <a:gd name="connsiteX27" fmla="*/ 43084 w 70270"/>
                  <a:gd name="connsiteY27" fmla="*/ 62646 h 65460"/>
                  <a:gd name="connsiteX28" fmla="*/ 43956 w 70270"/>
                  <a:gd name="connsiteY28" fmla="*/ 62809 h 65460"/>
                  <a:gd name="connsiteX29" fmla="*/ 52069 w 70270"/>
                  <a:gd name="connsiteY29" fmla="*/ 63082 h 65460"/>
                  <a:gd name="connsiteX30" fmla="*/ 58494 w 70270"/>
                  <a:gd name="connsiteY30" fmla="*/ 63409 h 65460"/>
                  <a:gd name="connsiteX31" fmla="*/ 64430 w 70270"/>
                  <a:gd name="connsiteY31" fmla="*/ 65151 h 65460"/>
                  <a:gd name="connsiteX32" fmla="*/ 64757 w 70270"/>
                  <a:gd name="connsiteY32" fmla="*/ 65260 h 65460"/>
                  <a:gd name="connsiteX33" fmla="*/ 65301 w 70270"/>
                  <a:gd name="connsiteY33" fmla="*/ 65423 h 65460"/>
                  <a:gd name="connsiteX34" fmla="*/ 67643 w 70270"/>
                  <a:gd name="connsiteY34" fmla="*/ 64443 h 65460"/>
                  <a:gd name="connsiteX35" fmla="*/ 68405 w 70270"/>
                  <a:gd name="connsiteY35" fmla="*/ 46691 h 65460"/>
                  <a:gd name="connsiteX36" fmla="*/ 58440 w 70270"/>
                  <a:gd name="connsiteY36" fmla="*/ 33786 h 65460"/>
                  <a:gd name="connsiteX37" fmla="*/ 38074 w 70270"/>
                  <a:gd name="connsiteY37" fmla="*/ 26271 h 65460"/>
                  <a:gd name="connsiteX38" fmla="*/ 28926 w 70270"/>
                  <a:gd name="connsiteY38" fmla="*/ 21588 h 65460"/>
                  <a:gd name="connsiteX39" fmla="*/ 19887 w 70270"/>
                  <a:gd name="connsiteY39" fmla="*/ 15816 h 65460"/>
                  <a:gd name="connsiteX40" fmla="*/ 2952 w 70270"/>
                  <a:gd name="connsiteY40" fmla="*/ 514 h 65460"/>
                  <a:gd name="connsiteX41" fmla="*/ 2897 w 70270"/>
                  <a:gd name="connsiteY41" fmla="*/ 460 h 65460"/>
                  <a:gd name="connsiteX42" fmla="*/ 1971 w 70270"/>
                  <a:gd name="connsiteY42" fmla="*/ 24 h 65460"/>
                  <a:gd name="connsiteX43" fmla="*/ 1971 w 70270"/>
                  <a:gd name="connsiteY43" fmla="*/ 24 h 65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70270" h="65460">
                    <a:moveTo>
                      <a:pt x="7853" y="13202"/>
                    </a:moveTo>
                    <a:cubicBezTo>
                      <a:pt x="10847" y="15925"/>
                      <a:pt x="13734" y="18266"/>
                      <a:pt x="16620" y="20281"/>
                    </a:cubicBezTo>
                    <a:cubicBezTo>
                      <a:pt x="19669" y="22568"/>
                      <a:pt x="22936" y="24692"/>
                      <a:pt x="26095" y="26380"/>
                    </a:cubicBezTo>
                    <a:cubicBezTo>
                      <a:pt x="29634" y="28503"/>
                      <a:pt x="32847" y="30137"/>
                      <a:pt x="35733" y="31335"/>
                    </a:cubicBezTo>
                    <a:cubicBezTo>
                      <a:pt x="38782" y="32751"/>
                      <a:pt x="41777" y="33295"/>
                      <a:pt x="44391" y="33731"/>
                    </a:cubicBezTo>
                    <a:cubicBezTo>
                      <a:pt x="48203" y="34385"/>
                      <a:pt x="51252" y="34929"/>
                      <a:pt x="54901" y="38087"/>
                    </a:cubicBezTo>
                    <a:cubicBezTo>
                      <a:pt x="57133" y="39939"/>
                      <a:pt x="61163" y="43750"/>
                      <a:pt x="63286" y="48869"/>
                    </a:cubicBezTo>
                    <a:cubicBezTo>
                      <a:pt x="63940" y="50394"/>
                      <a:pt x="65628" y="55186"/>
                      <a:pt x="64158" y="59325"/>
                    </a:cubicBezTo>
                    <a:cubicBezTo>
                      <a:pt x="62524" y="58780"/>
                      <a:pt x="60945" y="58344"/>
                      <a:pt x="59311" y="58126"/>
                    </a:cubicBezTo>
                    <a:cubicBezTo>
                      <a:pt x="56861" y="57745"/>
                      <a:pt x="54737" y="57745"/>
                      <a:pt x="53049" y="57745"/>
                    </a:cubicBezTo>
                    <a:lnTo>
                      <a:pt x="52015" y="57745"/>
                    </a:lnTo>
                    <a:lnTo>
                      <a:pt x="50326" y="57745"/>
                    </a:lnTo>
                    <a:cubicBezTo>
                      <a:pt x="48257" y="57800"/>
                      <a:pt x="46624" y="57800"/>
                      <a:pt x="44826" y="57527"/>
                    </a:cubicBezTo>
                    <a:cubicBezTo>
                      <a:pt x="44609" y="57473"/>
                      <a:pt x="44391" y="57473"/>
                      <a:pt x="44064" y="57364"/>
                    </a:cubicBezTo>
                    <a:cubicBezTo>
                      <a:pt x="41668" y="56929"/>
                      <a:pt x="39000" y="55513"/>
                      <a:pt x="36441" y="53334"/>
                    </a:cubicBezTo>
                    <a:cubicBezTo>
                      <a:pt x="34263" y="51429"/>
                      <a:pt x="32139" y="49250"/>
                      <a:pt x="30124" y="47181"/>
                    </a:cubicBezTo>
                    <a:cubicBezTo>
                      <a:pt x="28981" y="45983"/>
                      <a:pt x="27837" y="44840"/>
                      <a:pt x="26694" y="43750"/>
                    </a:cubicBezTo>
                    <a:cubicBezTo>
                      <a:pt x="23916" y="41028"/>
                      <a:pt x="21194" y="37870"/>
                      <a:pt x="18526" y="34385"/>
                    </a:cubicBezTo>
                    <a:cubicBezTo>
                      <a:pt x="16129" y="31008"/>
                      <a:pt x="14006" y="27414"/>
                      <a:pt x="12154" y="23875"/>
                    </a:cubicBezTo>
                    <a:cubicBezTo>
                      <a:pt x="10357" y="20281"/>
                      <a:pt x="8942" y="16742"/>
                      <a:pt x="7853" y="13202"/>
                    </a:cubicBezTo>
                    <a:moveTo>
                      <a:pt x="1971" y="24"/>
                    </a:moveTo>
                    <a:cubicBezTo>
                      <a:pt x="1808" y="24"/>
                      <a:pt x="1699" y="-30"/>
                      <a:pt x="1536" y="24"/>
                    </a:cubicBezTo>
                    <a:cubicBezTo>
                      <a:pt x="610" y="133"/>
                      <a:pt x="-98" y="950"/>
                      <a:pt x="11" y="1875"/>
                    </a:cubicBezTo>
                    <a:cubicBezTo>
                      <a:pt x="828" y="10153"/>
                      <a:pt x="3442" y="18375"/>
                      <a:pt x="7254" y="26162"/>
                    </a:cubicBezTo>
                    <a:cubicBezTo>
                      <a:pt x="9214" y="30028"/>
                      <a:pt x="11501" y="33786"/>
                      <a:pt x="14061" y="37434"/>
                    </a:cubicBezTo>
                    <a:cubicBezTo>
                      <a:pt x="16729" y="40974"/>
                      <a:pt x="19669" y="44350"/>
                      <a:pt x="22882" y="47562"/>
                    </a:cubicBezTo>
                    <a:cubicBezTo>
                      <a:pt x="26095" y="50721"/>
                      <a:pt x="29253" y="54206"/>
                      <a:pt x="32847" y="57364"/>
                    </a:cubicBezTo>
                    <a:cubicBezTo>
                      <a:pt x="36441" y="60468"/>
                      <a:pt x="39980" y="62101"/>
                      <a:pt x="43084" y="62646"/>
                    </a:cubicBezTo>
                    <a:cubicBezTo>
                      <a:pt x="43411" y="62701"/>
                      <a:pt x="43683" y="62755"/>
                      <a:pt x="43956" y="62809"/>
                    </a:cubicBezTo>
                    <a:cubicBezTo>
                      <a:pt x="46787" y="63245"/>
                      <a:pt x="49183" y="63082"/>
                      <a:pt x="52069" y="63082"/>
                    </a:cubicBezTo>
                    <a:cubicBezTo>
                      <a:pt x="53975" y="63082"/>
                      <a:pt x="56044" y="63027"/>
                      <a:pt x="58494" y="63409"/>
                    </a:cubicBezTo>
                    <a:cubicBezTo>
                      <a:pt x="60237" y="63681"/>
                      <a:pt x="62143" y="64225"/>
                      <a:pt x="64430" y="65151"/>
                    </a:cubicBezTo>
                    <a:lnTo>
                      <a:pt x="64757" y="65260"/>
                    </a:lnTo>
                    <a:cubicBezTo>
                      <a:pt x="64920" y="65314"/>
                      <a:pt x="65138" y="65369"/>
                      <a:pt x="65301" y="65423"/>
                    </a:cubicBezTo>
                    <a:cubicBezTo>
                      <a:pt x="66173" y="65586"/>
                      <a:pt x="67099" y="65205"/>
                      <a:pt x="67643" y="64443"/>
                    </a:cubicBezTo>
                    <a:cubicBezTo>
                      <a:pt x="71400" y="59106"/>
                      <a:pt x="70638" y="52082"/>
                      <a:pt x="68405" y="46691"/>
                    </a:cubicBezTo>
                    <a:cubicBezTo>
                      <a:pt x="66118" y="41137"/>
                      <a:pt x="62089" y="36781"/>
                      <a:pt x="58440" y="33786"/>
                    </a:cubicBezTo>
                    <a:cubicBezTo>
                      <a:pt x="50925" y="27251"/>
                      <a:pt x="44555" y="29266"/>
                      <a:pt x="38074" y="26271"/>
                    </a:cubicBezTo>
                    <a:cubicBezTo>
                      <a:pt x="34971" y="24964"/>
                      <a:pt x="31921" y="23385"/>
                      <a:pt x="28926" y="21588"/>
                    </a:cubicBezTo>
                    <a:cubicBezTo>
                      <a:pt x="25822" y="19900"/>
                      <a:pt x="22828" y="17994"/>
                      <a:pt x="19887" y="15816"/>
                    </a:cubicBezTo>
                    <a:cubicBezTo>
                      <a:pt x="13897" y="11623"/>
                      <a:pt x="8397" y="6395"/>
                      <a:pt x="2952" y="514"/>
                    </a:cubicBezTo>
                    <a:lnTo>
                      <a:pt x="2897" y="460"/>
                    </a:lnTo>
                    <a:cubicBezTo>
                      <a:pt x="2734" y="296"/>
                      <a:pt x="2353" y="133"/>
                      <a:pt x="1971" y="24"/>
                    </a:cubicBezTo>
                    <a:lnTo>
                      <a:pt x="1971" y="24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9" name="Forme libre : forme 1408">
                <a:extLst>
                  <a:ext uri="{FF2B5EF4-FFF2-40B4-BE49-F238E27FC236}">
                    <a16:creationId xmlns:a16="http://schemas.microsoft.com/office/drawing/2014/main" id="{45D17A25-A3E2-4625-BB1B-B322A534B8A8}"/>
                  </a:ext>
                </a:extLst>
              </p:cNvPr>
              <p:cNvSpPr/>
              <p:nvPr/>
            </p:nvSpPr>
            <p:spPr>
              <a:xfrm>
                <a:off x="8861926" y="5121122"/>
                <a:ext cx="38973" cy="93924"/>
              </a:xfrm>
              <a:custGeom>
                <a:avLst/>
                <a:gdLst>
                  <a:gd name="connsiteX0" fmla="*/ 7595 w 38973"/>
                  <a:gd name="connsiteY0" fmla="*/ 14417 h 93924"/>
                  <a:gd name="connsiteX1" fmla="*/ 14185 w 38973"/>
                  <a:gd name="connsiteY1" fmla="*/ 24491 h 93924"/>
                  <a:gd name="connsiteX2" fmla="*/ 19902 w 38973"/>
                  <a:gd name="connsiteY2" fmla="*/ 36089 h 93924"/>
                  <a:gd name="connsiteX3" fmla="*/ 24204 w 38973"/>
                  <a:gd name="connsiteY3" fmla="*/ 48505 h 93924"/>
                  <a:gd name="connsiteX4" fmla="*/ 29377 w 38973"/>
                  <a:gd name="connsiteY4" fmla="*/ 60539 h 93924"/>
                  <a:gd name="connsiteX5" fmla="*/ 31338 w 38973"/>
                  <a:gd name="connsiteY5" fmla="*/ 67074 h 93924"/>
                  <a:gd name="connsiteX6" fmla="*/ 31338 w 38973"/>
                  <a:gd name="connsiteY6" fmla="*/ 72192 h 93924"/>
                  <a:gd name="connsiteX7" fmla="*/ 31283 w 38973"/>
                  <a:gd name="connsiteY7" fmla="*/ 76059 h 93924"/>
                  <a:gd name="connsiteX8" fmla="*/ 32753 w 38973"/>
                  <a:gd name="connsiteY8" fmla="*/ 88311 h 93924"/>
                  <a:gd name="connsiteX9" fmla="*/ 27689 w 38973"/>
                  <a:gd name="connsiteY9" fmla="*/ 88365 h 93924"/>
                  <a:gd name="connsiteX10" fmla="*/ 21862 w 38973"/>
                  <a:gd name="connsiteY10" fmla="*/ 86459 h 93924"/>
                  <a:gd name="connsiteX11" fmla="*/ 11135 w 38973"/>
                  <a:gd name="connsiteY11" fmla="*/ 76385 h 93924"/>
                  <a:gd name="connsiteX12" fmla="*/ 7813 w 38973"/>
                  <a:gd name="connsiteY12" fmla="*/ 64242 h 93924"/>
                  <a:gd name="connsiteX13" fmla="*/ 8358 w 38973"/>
                  <a:gd name="connsiteY13" fmla="*/ 57381 h 93924"/>
                  <a:gd name="connsiteX14" fmla="*/ 8902 w 38973"/>
                  <a:gd name="connsiteY14" fmla="*/ 50737 h 93924"/>
                  <a:gd name="connsiteX15" fmla="*/ 9120 w 38973"/>
                  <a:gd name="connsiteY15" fmla="*/ 38812 h 93924"/>
                  <a:gd name="connsiteX16" fmla="*/ 8739 w 38973"/>
                  <a:gd name="connsiteY16" fmla="*/ 26505 h 93924"/>
                  <a:gd name="connsiteX17" fmla="*/ 7595 w 38973"/>
                  <a:gd name="connsiteY17" fmla="*/ 14417 h 93924"/>
                  <a:gd name="connsiteX18" fmla="*/ 1987 w 38973"/>
                  <a:gd name="connsiteY18" fmla="*/ 41 h 93924"/>
                  <a:gd name="connsiteX19" fmla="*/ 1388 w 38973"/>
                  <a:gd name="connsiteY19" fmla="*/ 41 h 93924"/>
                  <a:gd name="connsiteX20" fmla="*/ 27 w 38973"/>
                  <a:gd name="connsiteY20" fmla="*/ 2056 h 93924"/>
                  <a:gd name="connsiteX21" fmla="*/ 3348 w 38973"/>
                  <a:gd name="connsiteY21" fmla="*/ 26723 h 93924"/>
                  <a:gd name="connsiteX22" fmla="*/ 3729 w 38973"/>
                  <a:gd name="connsiteY22" fmla="*/ 38649 h 93924"/>
                  <a:gd name="connsiteX23" fmla="*/ 3511 w 38973"/>
                  <a:gd name="connsiteY23" fmla="*/ 50411 h 93924"/>
                  <a:gd name="connsiteX24" fmla="*/ 2423 w 38973"/>
                  <a:gd name="connsiteY24" fmla="*/ 63970 h 93924"/>
                  <a:gd name="connsiteX25" fmla="*/ 6561 w 38973"/>
                  <a:gd name="connsiteY25" fmla="*/ 79162 h 93924"/>
                  <a:gd name="connsiteX26" fmla="*/ 19467 w 38973"/>
                  <a:gd name="connsiteY26" fmla="*/ 91251 h 93924"/>
                  <a:gd name="connsiteX27" fmla="*/ 26872 w 38973"/>
                  <a:gd name="connsiteY27" fmla="*/ 93647 h 93924"/>
                  <a:gd name="connsiteX28" fmla="*/ 37654 w 38973"/>
                  <a:gd name="connsiteY28" fmla="*/ 92231 h 93924"/>
                  <a:gd name="connsiteX29" fmla="*/ 38852 w 38973"/>
                  <a:gd name="connsiteY29" fmla="*/ 89400 h 93924"/>
                  <a:gd name="connsiteX30" fmla="*/ 38798 w 38973"/>
                  <a:gd name="connsiteY30" fmla="*/ 89182 h 93924"/>
                  <a:gd name="connsiteX31" fmla="*/ 36783 w 38973"/>
                  <a:gd name="connsiteY31" fmla="*/ 75950 h 93924"/>
                  <a:gd name="connsiteX32" fmla="*/ 36783 w 38973"/>
                  <a:gd name="connsiteY32" fmla="*/ 66801 h 93924"/>
                  <a:gd name="connsiteX33" fmla="*/ 34223 w 38973"/>
                  <a:gd name="connsiteY33" fmla="*/ 57980 h 93924"/>
                  <a:gd name="connsiteX34" fmla="*/ 29431 w 38973"/>
                  <a:gd name="connsiteY34" fmla="*/ 46817 h 93924"/>
                  <a:gd name="connsiteX35" fmla="*/ 24966 w 38973"/>
                  <a:gd name="connsiteY35" fmla="*/ 33965 h 93924"/>
                  <a:gd name="connsiteX36" fmla="*/ 18922 w 38973"/>
                  <a:gd name="connsiteY36" fmla="*/ 21768 h 93924"/>
                  <a:gd name="connsiteX37" fmla="*/ 2912 w 38973"/>
                  <a:gd name="connsiteY37" fmla="*/ 477 h 93924"/>
                  <a:gd name="connsiteX38" fmla="*/ 1987 w 38973"/>
                  <a:gd name="connsiteY38" fmla="*/ 41 h 93924"/>
                  <a:gd name="connsiteX39" fmla="*/ 1987 w 38973"/>
                  <a:gd name="connsiteY39" fmla="*/ 41 h 93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8973" h="93924">
                    <a:moveTo>
                      <a:pt x="7595" y="14417"/>
                    </a:moveTo>
                    <a:cubicBezTo>
                      <a:pt x="9828" y="17466"/>
                      <a:pt x="12006" y="20842"/>
                      <a:pt x="14185" y="24491"/>
                    </a:cubicBezTo>
                    <a:cubicBezTo>
                      <a:pt x="16309" y="28302"/>
                      <a:pt x="18214" y="32223"/>
                      <a:pt x="19902" y="36089"/>
                    </a:cubicBezTo>
                    <a:cubicBezTo>
                      <a:pt x="21536" y="40228"/>
                      <a:pt x="23006" y="44693"/>
                      <a:pt x="24204" y="48505"/>
                    </a:cubicBezTo>
                    <a:cubicBezTo>
                      <a:pt x="25402" y="52371"/>
                      <a:pt x="27036" y="56183"/>
                      <a:pt x="29377" y="60539"/>
                    </a:cubicBezTo>
                    <a:cubicBezTo>
                      <a:pt x="30630" y="62989"/>
                      <a:pt x="31338" y="65168"/>
                      <a:pt x="31338" y="67074"/>
                    </a:cubicBezTo>
                    <a:cubicBezTo>
                      <a:pt x="31392" y="68707"/>
                      <a:pt x="31392" y="70341"/>
                      <a:pt x="31338" y="72192"/>
                    </a:cubicBezTo>
                    <a:cubicBezTo>
                      <a:pt x="31338" y="73390"/>
                      <a:pt x="31283" y="74697"/>
                      <a:pt x="31283" y="76059"/>
                    </a:cubicBezTo>
                    <a:cubicBezTo>
                      <a:pt x="31283" y="78999"/>
                      <a:pt x="31338" y="82920"/>
                      <a:pt x="32753" y="88311"/>
                    </a:cubicBezTo>
                    <a:cubicBezTo>
                      <a:pt x="31174" y="88637"/>
                      <a:pt x="29486" y="88692"/>
                      <a:pt x="27689" y="88365"/>
                    </a:cubicBezTo>
                    <a:cubicBezTo>
                      <a:pt x="25783" y="88038"/>
                      <a:pt x="23769" y="87385"/>
                      <a:pt x="21862" y="86459"/>
                    </a:cubicBezTo>
                    <a:cubicBezTo>
                      <a:pt x="17561" y="84281"/>
                      <a:pt x="13858" y="80796"/>
                      <a:pt x="11135" y="76385"/>
                    </a:cubicBezTo>
                    <a:cubicBezTo>
                      <a:pt x="8794" y="72628"/>
                      <a:pt x="7704" y="68489"/>
                      <a:pt x="7813" y="64242"/>
                    </a:cubicBezTo>
                    <a:cubicBezTo>
                      <a:pt x="7922" y="61900"/>
                      <a:pt x="8140" y="59613"/>
                      <a:pt x="8358" y="57381"/>
                    </a:cubicBezTo>
                    <a:cubicBezTo>
                      <a:pt x="8576" y="55039"/>
                      <a:pt x="8848" y="52861"/>
                      <a:pt x="8902" y="50737"/>
                    </a:cubicBezTo>
                    <a:cubicBezTo>
                      <a:pt x="9066" y="46708"/>
                      <a:pt x="9229" y="42733"/>
                      <a:pt x="9120" y="38812"/>
                    </a:cubicBezTo>
                    <a:cubicBezTo>
                      <a:pt x="9175" y="34728"/>
                      <a:pt x="9066" y="30535"/>
                      <a:pt x="8739" y="26505"/>
                    </a:cubicBezTo>
                    <a:cubicBezTo>
                      <a:pt x="8576" y="22367"/>
                      <a:pt x="8140" y="18283"/>
                      <a:pt x="7595" y="14417"/>
                    </a:cubicBezTo>
                    <a:moveTo>
                      <a:pt x="1987" y="41"/>
                    </a:moveTo>
                    <a:cubicBezTo>
                      <a:pt x="1769" y="-14"/>
                      <a:pt x="1606" y="-14"/>
                      <a:pt x="1388" y="41"/>
                    </a:cubicBezTo>
                    <a:cubicBezTo>
                      <a:pt x="462" y="204"/>
                      <a:pt x="-137" y="1130"/>
                      <a:pt x="27" y="2056"/>
                    </a:cubicBezTo>
                    <a:cubicBezTo>
                      <a:pt x="1606" y="10496"/>
                      <a:pt x="2858" y="18664"/>
                      <a:pt x="3348" y="26723"/>
                    </a:cubicBezTo>
                    <a:cubicBezTo>
                      <a:pt x="3675" y="30753"/>
                      <a:pt x="3784" y="34728"/>
                      <a:pt x="3729" y="38649"/>
                    </a:cubicBezTo>
                    <a:cubicBezTo>
                      <a:pt x="3838" y="42569"/>
                      <a:pt x="3675" y="46327"/>
                      <a:pt x="3511" y="50411"/>
                    </a:cubicBezTo>
                    <a:cubicBezTo>
                      <a:pt x="3348" y="54495"/>
                      <a:pt x="2641" y="59014"/>
                      <a:pt x="2423" y="63970"/>
                    </a:cubicBezTo>
                    <a:cubicBezTo>
                      <a:pt x="2314" y="68925"/>
                      <a:pt x="3403" y="74098"/>
                      <a:pt x="6561" y="79162"/>
                    </a:cubicBezTo>
                    <a:cubicBezTo>
                      <a:pt x="9610" y="84063"/>
                      <a:pt x="13967" y="88419"/>
                      <a:pt x="19467" y="91251"/>
                    </a:cubicBezTo>
                    <a:cubicBezTo>
                      <a:pt x="21754" y="92395"/>
                      <a:pt x="24259" y="93266"/>
                      <a:pt x="26872" y="93647"/>
                    </a:cubicBezTo>
                    <a:cubicBezTo>
                      <a:pt x="30466" y="94246"/>
                      <a:pt x="34223" y="93919"/>
                      <a:pt x="37654" y="92231"/>
                    </a:cubicBezTo>
                    <a:cubicBezTo>
                      <a:pt x="38689" y="91741"/>
                      <a:pt x="39233" y="90489"/>
                      <a:pt x="38852" y="89400"/>
                    </a:cubicBezTo>
                    <a:lnTo>
                      <a:pt x="38798" y="89182"/>
                    </a:lnTo>
                    <a:cubicBezTo>
                      <a:pt x="36837" y="83410"/>
                      <a:pt x="36783" y="79489"/>
                      <a:pt x="36783" y="75950"/>
                    </a:cubicBezTo>
                    <a:cubicBezTo>
                      <a:pt x="36783" y="72519"/>
                      <a:pt x="36892" y="69579"/>
                      <a:pt x="36783" y="66801"/>
                    </a:cubicBezTo>
                    <a:cubicBezTo>
                      <a:pt x="36729" y="64188"/>
                      <a:pt x="35857" y="61247"/>
                      <a:pt x="34223" y="57980"/>
                    </a:cubicBezTo>
                    <a:cubicBezTo>
                      <a:pt x="32481" y="54712"/>
                      <a:pt x="30684" y="50955"/>
                      <a:pt x="29431" y="46817"/>
                    </a:cubicBezTo>
                    <a:cubicBezTo>
                      <a:pt x="28125" y="42678"/>
                      <a:pt x="26654" y="38213"/>
                      <a:pt x="24966" y="33965"/>
                    </a:cubicBezTo>
                    <a:cubicBezTo>
                      <a:pt x="23115" y="29773"/>
                      <a:pt x="21100" y="25689"/>
                      <a:pt x="18922" y="21768"/>
                    </a:cubicBezTo>
                    <a:cubicBezTo>
                      <a:pt x="14348" y="13981"/>
                      <a:pt x="9175" y="6684"/>
                      <a:pt x="2912" y="477"/>
                    </a:cubicBezTo>
                    <a:cubicBezTo>
                      <a:pt x="2641" y="313"/>
                      <a:pt x="2314" y="95"/>
                      <a:pt x="1987" y="41"/>
                    </a:cubicBezTo>
                    <a:lnTo>
                      <a:pt x="1987" y="41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0" name="Forme libre : forme 1409">
                <a:extLst>
                  <a:ext uri="{FF2B5EF4-FFF2-40B4-BE49-F238E27FC236}">
                    <a16:creationId xmlns:a16="http://schemas.microsoft.com/office/drawing/2014/main" id="{D6227ADC-D17F-475B-9309-27EF78BBC2AE}"/>
                  </a:ext>
                </a:extLst>
              </p:cNvPr>
              <p:cNvSpPr/>
              <p:nvPr/>
            </p:nvSpPr>
            <p:spPr>
              <a:xfrm>
                <a:off x="8769756" y="5105835"/>
                <a:ext cx="75136" cy="110867"/>
              </a:xfrm>
              <a:custGeom>
                <a:avLst/>
                <a:gdLst>
                  <a:gd name="connsiteX0" fmla="*/ 69381 w 75136"/>
                  <a:gd name="connsiteY0" fmla="*/ 19739 h 110867"/>
                  <a:gd name="connsiteX1" fmla="*/ 66168 w 75136"/>
                  <a:gd name="connsiteY1" fmla="*/ 34877 h 110867"/>
                  <a:gd name="connsiteX2" fmla="*/ 58109 w 75136"/>
                  <a:gd name="connsiteY2" fmla="*/ 50397 h 110867"/>
                  <a:gd name="connsiteX3" fmla="*/ 46183 w 75136"/>
                  <a:gd name="connsiteY3" fmla="*/ 63466 h 110867"/>
                  <a:gd name="connsiteX4" fmla="*/ 35021 w 75136"/>
                  <a:gd name="connsiteY4" fmla="*/ 75990 h 110867"/>
                  <a:gd name="connsiteX5" fmla="*/ 27833 w 75136"/>
                  <a:gd name="connsiteY5" fmla="*/ 83668 h 110867"/>
                  <a:gd name="connsiteX6" fmla="*/ 26526 w 75136"/>
                  <a:gd name="connsiteY6" fmla="*/ 84757 h 110867"/>
                  <a:gd name="connsiteX7" fmla="*/ 19446 w 75136"/>
                  <a:gd name="connsiteY7" fmla="*/ 91618 h 110867"/>
                  <a:gd name="connsiteX8" fmla="*/ 12694 w 75136"/>
                  <a:gd name="connsiteY8" fmla="*/ 103707 h 110867"/>
                  <a:gd name="connsiteX9" fmla="*/ 6051 w 75136"/>
                  <a:gd name="connsiteY9" fmla="*/ 91836 h 110867"/>
                  <a:gd name="connsiteX10" fmla="*/ 5833 w 75136"/>
                  <a:gd name="connsiteY10" fmla="*/ 81980 h 110867"/>
                  <a:gd name="connsiteX11" fmla="*/ 9101 w 75136"/>
                  <a:gd name="connsiteY11" fmla="*/ 72124 h 110867"/>
                  <a:gd name="connsiteX12" fmla="*/ 21461 w 75136"/>
                  <a:gd name="connsiteY12" fmla="*/ 59164 h 110867"/>
                  <a:gd name="connsiteX13" fmla="*/ 29684 w 75136"/>
                  <a:gd name="connsiteY13" fmla="*/ 54971 h 110867"/>
                  <a:gd name="connsiteX14" fmla="*/ 36927 w 75136"/>
                  <a:gd name="connsiteY14" fmla="*/ 51322 h 110867"/>
                  <a:gd name="connsiteX15" fmla="*/ 49778 w 75136"/>
                  <a:gd name="connsiteY15" fmla="*/ 43318 h 110867"/>
                  <a:gd name="connsiteX16" fmla="*/ 61049 w 75136"/>
                  <a:gd name="connsiteY16" fmla="*/ 32645 h 110867"/>
                  <a:gd name="connsiteX17" fmla="*/ 69381 w 75136"/>
                  <a:gd name="connsiteY17" fmla="*/ 19739 h 110867"/>
                  <a:gd name="connsiteX18" fmla="*/ 71995 w 75136"/>
                  <a:gd name="connsiteY18" fmla="*/ 27 h 110867"/>
                  <a:gd name="connsiteX19" fmla="*/ 70089 w 75136"/>
                  <a:gd name="connsiteY19" fmla="*/ 1334 h 110867"/>
                  <a:gd name="connsiteX20" fmla="*/ 70089 w 75136"/>
                  <a:gd name="connsiteY20" fmla="*/ 1388 h 110867"/>
                  <a:gd name="connsiteX21" fmla="*/ 56911 w 75136"/>
                  <a:gd name="connsiteY21" fmla="*/ 29051 h 110867"/>
                  <a:gd name="connsiteX22" fmla="*/ 46619 w 75136"/>
                  <a:gd name="connsiteY22" fmla="*/ 38798 h 110867"/>
                  <a:gd name="connsiteX23" fmla="*/ 34258 w 75136"/>
                  <a:gd name="connsiteY23" fmla="*/ 46476 h 110867"/>
                  <a:gd name="connsiteX24" fmla="*/ 18739 w 75136"/>
                  <a:gd name="connsiteY24" fmla="*/ 54372 h 110867"/>
                  <a:gd name="connsiteX25" fmla="*/ 4200 w 75136"/>
                  <a:gd name="connsiteY25" fmla="*/ 69619 h 110867"/>
                  <a:gd name="connsiteX26" fmla="*/ 442 w 75136"/>
                  <a:gd name="connsiteY26" fmla="*/ 81000 h 110867"/>
                  <a:gd name="connsiteX27" fmla="*/ 715 w 75136"/>
                  <a:gd name="connsiteY27" fmla="*/ 92980 h 110867"/>
                  <a:gd name="connsiteX28" fmla="*/ 13511 w 75136"/>
                  <a:gd name="connsiteY28" fmla="*/ 110677 h 110867"/>
                  <a:gd name="connsiteX29" fmla="*/ 13784 w 75136"/>
                  <a:gd name="connsiteY29" fmla="*/ 110786 h 110867"/>
                  <a:gd name="connsiteX30" fmla="*/ 14110 w 75136"/>
                  <a:gd name="connsiteY30" fmla="*/ 110840 h 110867"/>
                  <a:gd name="connsiteX31" fmla="*/ 16452 w 75136"/>
                  <a:gd name="connsiteY31" fmla="*/ 109425 h 110867"/>
                  <a:gd name="connsiteX32" fmla="*/ 16506 w 75136"/>
                  <a:gd name="connsiteY32" fmla="*/ 109261 h 110867"/>
                  <a:gd name="connsiteX33" fmla="*/ 23749 w 75136"/>
                  <a:gd name="connsiteY33" fmla="*/ 94940 h 110867"/>
                  <a:gd name="connsiteX34" fmla="*/ 31372 w 75136"/>
                  <a:gd name="connsiteY34" fmla="*/ 87752 h 110867"/>
                  <a:gd name="connsiteX35" fmla="*/ 39377 w 75136"/>
                  <a:gd name="connsiteY35" fmla="*/ 79257 h 110867"/>
                  <a:gd name="connsiteX36" fmla="*/ 50049 w 75136"/>
                  <a:gd name="connsiteY36" fmla="*/ 67332 h 110867"/>
                  <a:gd name="connsiteX37" fmla="*/ 62574 w 75136"/>
                  <a:gd name="connsiteY37" fmla="*/ 53610 h 110867"/>
                  <a:gd name="connsiteX38" fmla="*/ 71396 w 75136"/>
                  <a:gd name="connsiteY38" fmla="*/ 36729 h 110867"/>
                  <a:gd name="connsiteX39" fmla="*/ 73465 w 75136"/>
                  <a:gd name="connsiteY39" fmla="*/ 1225 h 110867"/>
                  <a:gd name="connsiteX40" fmla="*/ 72213 w 75136"/>
                  <a:gd name="connsiteY40" fmla="*/ 27 h 110867"/>
                  <a:gd name="connsiteX41" fmla="*/ 71995 w 75136"/>
                  <a:gd name="connsiteY41" fmla="*/ 27 h 110867"/>
                  <a:gd name="connsiteX42" fmla="*/ 71995 w 75136"/>
                  <a:gd name="connsiteY42" fmla="*/ 27 h 110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75136" h="110867">
                    <a:moveTo>
                      <a:pt x="69381" y="19739"/>
                    </a:moveTo>
                    <a:cubicBezTo>
                      <a:pt x="68945" y="24803"/>
                      <a:pt x="67910" y="29867"/>
                      <a:pt x="66168" y="34877"/>
                    </a:cubicBezTo>
                    <a:cubicBezTo>
                      <a:pt x="64044" y="40595"/>
                      <a:pt x="61322" y="45823"/>
                      <a:pt x="58109" y="50397"/>
                    </a:cubicBezTo>
                    <a:cubicBezTo>
                      <a:pt x="54352" y="55406"/>
                      <a:pt x="49941" y="59817"/>
                      <a:pt x="46183" y="63466"/>
                    </a:cubicBezTo>
                    <a:cubicBezTo>
                      <a:pt x="42154" y="67332"/>
                      <a:pt x="38288" y="71688"/>
                      <a:pt x="35021" y="75990"/>
                    </a:cubicBezTo>
                    <a:cubicBezTo>
                      <a:pt x="32189" y="79529"/>
                      <a:pt x="30011" y="81871"/>
                      <a:pt x="27833" y="83668"/>
                    </a:cubicBezTo>
                    <a:lnTo>
                      <a:pt x="26526" y="84757"/>
                    </a:lnTo>
                    <a:cubicBezTo>
                      <a:pt x="24347" y="86500"/>
                      <a:pt x="21897" y="88514"/>
                      <a:pt x="19446" y="91618"/>
                    </a:cubicBezTo>
                    <a:cubicBezTo>
                      <a:pt x="16778" y="94994"/>
                      <a:pt x="14546" y="98861"/>
                      <a:pt x="12694" y="103707"/>
                    </a:cubicBezTo>
                    <a:cubicBezTo>
                      <a:pt x="9482" y="100984"/>
                      <a:pt x="7140" y="96791"/>
                      <a:pt x="6051" y="91836"/>
                    </a:cubicBezTo>
                    <a:cubicBezTo>
                      <a:pt x="5398" y="88786"/>
                      <a:pt x="5289" y="85410"/>
                      <a:pt x="5833" y="81980"/>
                    </a:cubicBezTo>
                    <a:cubicBezTo>
                      <a:pt x="6433" y="78440"/>
                      <a:pt x="7576" y="75064"/>
                      <a:pt x="9101" y="72124"/>
                    </a:cubicBezTo>
                    <a:cubicBezTo>
                      <a:pt x="12585" y="65262"/>
                      <a:pt x="17759" y="61287"/>
                      <a:pt x="21461" y="59164"/>
                    </a:cubicBezTo>
                    <a:cubicBezTo>
                      <a:pt x="24238" y="57585"/>
                      <a:pt x="27016" y="56278"/>
                      <a:pt x="29684" y="54971"/>
                    </a:cubicBezTo>
                    <a:cubicBezTo>
                      <a:pt x="32244" y="53718"/>
                      <a:pt x="34639" y="52575"/>
                      <a:pt x="36927" y="51322"/>
                    </a:cubicBezTo>
                    <a:cubicBezTo>
                      <a:pt x="41283" y="48926"/>
                      <a:pt x="45912" y="46258"/>
                      <a:pt x="49778" y="43318"/>
                    </a:cubicBezTo>
                    <a:cubicBezTo>
                      <a:pt x="53807" y="40431"/>
                      <a:pt x="57619" y="36838"/>
                      <a:pt x="61049" y="32645"/>
                    </a:cubicBezTo>
                    <a:cubicBezTo>
                      <a:pt x="64263" y="28670"/>
                      <a:pt x="67039" y="24368"/>
                      <a:pt x="69381" y="19739"/>
                    </a:cubicBezTo>
                    <a:moveTo>
                      <a:pt x="71995" y="27"/>
                    </a:moveTo>
                    <a:cubicBezTo>
                      <a:pt x="71123" y="-136"/>
                      <a:pt x="70307" y="463"/>
                      <a:pt x="70089" y="1334"/>
                    </a:cubicBezTo>
                    <a:lnTo>
                      <a:pt x="70089" y="1388"/>
                    </a:lnTo>
                    <a:cubicBezTo>
                      <a:pt x="67747" y="12061"/>
                      <a:pt x="63173" y="21536"/>
                      <a:pt x="56911" y="29051"/>
                    </a:cubicBezTo>
                    <a:cubicBezTo>
                      <a:pt x="53807" y="32808"/>
                      <a:pt x="50377" y="36130"/>
                      <a:pt x="46619" y="38798"/>
                    </a:cubicBezTo>
                    <a:cubicBezTo>
                      <a:pt x="43025" y="41521"/>
                      <a:pt x="38887" y="43971"/>
                      <a:pt x="34258" y="46476"/>
                    </a:cubicBezTo>
                    <a:cubicBezTo>
                      <a:pt x="29684" y="49035"/>
                      <a:pt x="24293" y="51214"/>
                      <a:pt x="18739" y="54372"/>
                    </a:cubicBezTo>
                    <a:cubicBezTo>
                      <a:pt x="13239" y="57476"/>
                      <a:pt x="7739" y="62540"/>
                      <a:pt x="4200" y="69619"/>
                    </a:cubicBezTo>
                    <a:cubicBezTo>
                      <a:pt x="2402" y="73104"/>
                      <a:pt x="1150" y="77025"/>
                      <a:pt x="442" y="81000"/>
                    </a:cubicBezTo>
                    <a:cubicBezTo>
                      <a:pt x="-211" y="85084"/>
                      <a:pt x="-157" y="89168"/>
                      <a:pt x="715" y="92980"/>
                    </a:cubicBezTo>
                    <a:cubicBezTo>
                      <a:pt x="2402" y="100549"/>
                      <a:pt x="6759" y="107355"/>
                      <a:pt x="13511" y="110677"/>
                    </a:cubicBezTo>
                    <a:cubicBezTo>
                      <a:pt x="13620" y="110732"/>
                      <a:pt x="13675" y="110732"/>
                      <a:pt x="13784" y="110786"/>
                    </a:cubicBezTo>
                    <a:cubicBezTo>
                      <a:pt x="13893" y="110840"/>
                      <a:pt x="14001" y="110840"/>
                      <a:pt x="14110" y="110840"/>
                    </a:cubicBezTo>
                    <a:cubicBezTo>
                      <a:pt x="15091" y="111004"/>
                      <a:pt x="16125" y="110405"/>
                      <a:pt x="16452" y="109425"/>
                    </a:cubicBezTo>
                    <a:lnTo>
                      <a:pt x="16506" y="109261"/>
                    </a:lnTo>
                    <a:cubicBezTo>
                      <a:pt x="18685" y="102618"/>
                      <a:pt x="21080" y="98261"/>
                      <a:pt x="23749" y="94940"/>
                    </a:cubicBezTo>
                    <a:cubicBezTo>
                      <a:pt x="26308" y="91673"/>
                      <a:pt x="28813" y="89876"/>
                      <a:pt x="31372" y="87752"/>
                    </a:cubicBezTo>
                    <a:cubicBezTo>
                      <a:pt x="33877" y="85737"/>
                      <a:pt x="36382" y="83069"/>
                      <a:pt x="39377" y="79257"/>
                    </a:cubicBezTo>
                    <a:cubicBezTo>
                      <a:pt x="42263" y="75445"/>
                      <a:pt x="45857" y="71307"/>
                      <a:pt x="50049" y="67332"/>
                    </a:cubicBezTo>
                    <a:cubicBezTo>
                      <a:pt x="54188" y="63302"/>
                      <a:pt x="58599" y="58837"/>
                      <a:pt x="62574" y="53610"/>
                    </a:cubicBezTo>
                    <a:cubicBezTo>
                      <a:pt x="66332" y="48273"/>
                      <a:pt x="69217" y="42555"/>
                      <a:pt x="71396" y="36729"/>
                    </a:cubicBezTo>
                    <a:cubicBezTo>
                      <a:pt x="75480" y="24912"/>
                      <a:pt x="76297" y="12442"/>
                      <a:pt x="73465" y="1225"/>
                    </a:cubicBezTo>
                    <a:cubicBezTo>
                      <a:pt x="73301" y="626"/>
                      <a:pt x="72866" y="136"/>
                      <a:pt x="72213" y="27"/>
                    </a:cubicBezTo>
                    <a:cubicBezTo>
                      <a:pt x="72049" y="27"/>
                      <a:pt x="72049" y="27"/>
                      <a:pt x="71995" y="27"/>
                    </a:cubicBezTo>
                    <a:lnTo>
                      <a:pt x="71995" y="27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1" name="Forme libre : forme 1410">
                <a:extLst>
                  <a:ext uri="{FF2B5EF4-FFF2-40B4-BE49-F238E27FC236}">
                    <a16:creationId xmlns:a16="http://schemas.microsoft.com/office/drawing/2014/main" id="{3DE3EA2A-5542-4B04-9A7A-B2CF0F16E9EE}"/>
                  </a:ext>
                </a:extLst>
              </p:cNvPr>
              <p:cNvSpPr/>
              <p:nvPr/>
            </p:nvSpPr>
            <p:spPr>
              <a:xfrm>
                <a:off x="8740338" y="5108453"/>
                <a:ext cx="78781" cy="51195"/>
              </a:xfrm>
              <a:custGeom>
                <a:avLst/>
                <a:gdLst>
                  <a:gd name="connsiteX0" fmla="*/ 66889 w 78781"/>
                  <a:gd name="connsiteY0" fmla="*/ 8790 h 51195"/>
                  <a:gd name="connsiteX1" fmla="*/ 59755 w 78781"/>
                  <a:gd name="connsiteY1" fmla="*/ 16849 h 51195"/>
                  <a:gd name="connsiteX2" fmla="*/ 51696 w 78781"/>
                  <a:gd name="connsiteY2" fmla="*/ 24962 h 51195"/>
                  <a:gd name="connsiteX3" fmla="*/ 43256 w 78781"/>
                  <a:gd name="connsiteY3" fmla="*/ 32423 h 51195"/>
                  <a:gd name="connsiteX4" fmla="*/ 36939 w 78781"/>
                  <a:gd name="connsiteY4" fmla="*/ 38413 h 51195"/>
                  <a:gd name="connsiteX5" fmla="*/ 34489 w 78781"/>
                  <a:gd name="connsiteY5" fmla="*/ 40863 h 51195"/>
                  <a:gd name="connsiteX6" fmla="*/ 26920 w 78781"/>
                  <a:gd name="connsiteY6" fmla="*/ 44947 h 51195"/>
                  <a:gd name="connsiteX7" fmla="*/ 16410 w 78781"/>
                  <a:gd name="connsiteY7" fmla="*/ 45546 h 51195"/>
                  <a:gd name="connsiteX8" fmla="*/ 14504 w 78781"/>
                  <a:gd name="connsiteY8" fmla="*/ 45274 h 51195"/>
                  <a:gd name="connsiteX9" fmla="*/ 5955 w 78781"/>
                  <a:gd name="connsiteY9" fmla="*/ 42769 h 51195"/>
                  <a:gd name="connsiteX10" fmla="*/ 10475 w 78781"/>
                  <a:gd name="connsiteY10" fmla="*/ 32967 h 51195"/>
                  <a:gd name="connsiteX11" fmla="*/ 17064 w 78781"/>
                  <a:gd name="connsiteY11" fmla="*/ 25071 h 51195"/>
                  <a:gd name="connsiteX12" fmla="*/ 23979 w 78781"/>
                  <a:gd name="connsiteY12" fmla="*/ 21641 h 51195"/>
                  <a:gd name="connsiteX13" fmla="*/ 25940 w 78781"/>
                  <a:gd name="connsiteY13" fmla="*/ 21260 h 51195"/>
                  <a:gd name="connsiteX14" fmla="*/ 35523 w 78781"/>
                  <a:gd name="connsiteY14" fmla="*/ 18973 h 51195"/>
                  <a:gd name="connsiteX15" fmla="*/ 45815 w 78781"/>
                  <a:gd name="connsiteY15" fmla="*/ 15433 h 51195"/>
                  <a:gd name="connsiteX16" fmla="*/ 56379 w 78781"/>
                  <a:gd name="connsiteY16" fmla="*/ 12002 h 51195"/>
                  <a:gd name="connsiteX17" fmla="*/ 65038 w 78781"/>
                  <a:gd name="connsiteY17" fmla="*/ 9225 h 51195"/>
                  <a:gd name="connsiteX18" fmla="*/ 66889 w 78781"/>
                  <a:gd name="connsiteY18" fmla="*/ 8790 h 51195"/>
                  <a:gd name="connsiteX19" fmla="*/ 77344 w 78781"/>
                  <a:gd name="connsiteY19" fmla="*/ 22 h 51195"/>
                  <a:gd name="connsiteX20" fmla="*/ 76582 w 78781"/>
                  <a:gd name="connsiteY20" fmla="*/ 77 h 51195"/>
                  <a:gd name="connsiteX21" fmla="*/ 54800 w 78781"/>
                  <a:gd name="connsiteY21" fmla="*/ 6938 h 51195"/>
                  <a:gd name="connsiteX22" fmla="*/ 44181 w 78781"/>
                  <a:gd name="connsiteY22" fmla="*/ 10369 h 51195"/>
                  <a:gd name="connsiteX23" fmla="*/ 33781 w 78781"/>
                  <a:gd name="connsiteY23" fmla="*/ 13908 h 51195"/>
                  <a:gd name="connsiteX24" fmla="*/ 22944 w 78781"/>
                  <a:gd name="connsiteY24" fmla="*/ 16359 h 51195"/>
                  <a:gd name="connsiteX25" fmla="*/ 13415 w 78781"/>
                  <a:gd name="connsiteY25" fmla="*/ 21096 h 51195"/>
                  <a:gd name="connsiteX26" fmla="*/ 5901 w 78781"/>
                  <a:gd name="connsiteY26" fmla="*/ 30081 h 51195"/>
                  <a:gd name="connsiteX27" fmla="*/ 74 w 78781"/>
                  <a:gd name="connsiteY27" fmla="*/ 43640 h 51195"/>
                  <a:gd name="connsiteX28" fmla="*/ 1381 w 78781"/>
                  <a:gd name="connsiteY28" fmla="*/ 46635 h 51195"/>
                  <a:gd name="connsiteX29" fmla="*/ 13633 w 78781"/>
                  <a:gd name="connsiteY29" fmla="*/ 50719 h 51195"/>
                  <a:gd name="connsiteX30" fmla="*/ 15757 w 78781"/>
                  <a:gd name="connsiteY30" fmla="*/ 50991 h 51195"/>
                  <a:gd name="connsiteX31" fmla="*/ 28118 w 78781"/>
                  <a:gd name="connsiteY31" fmla="*/ 50284 h 51195"/>
                  <a:gd name="connsiteX32" fmla="*/ 38246 w 78781"/>
                  <a:gd name="connsiteY32" fmla="*/ 44838 h 51195"/>
                  <a:gd name="connsiteX33" fmla="*/ 46741 w 78781"/>
                  <a:gd name="connsiteY33" fmla="*/ 36561 h 51195"/>
                  <a:gd name="connsiteX34" fmla="*/ 55454 w 78781"/>
                  <a:gd name="connsiteY34" fmla="*/ 28883 h 51195"/>
                  <a:gd name="connsiteX35" fmla="*/ 63622 w 78781"/>
                  <a:gd name="connsiteY35" fmla="*/ 20606 h 51195"/>
                  <a:gd name="connsiteX36" fmla="*/ 78488 w 78781"/>
                  <a:gd name="connsiteY36" fmla="*/ 2636 h 51195"/>
                  <a:gd name="connsiteX37" fmla="*/ 78706 w 78781"/>
                  <a:gd name="connsiteY37" fmla="*/ 1166 h 51195"/>
                  <a:gd name="connsiteX38" fmla="*/ 77344 w 78781"/>
                  <a:gd name="connsiteY38" fmla="*/ 22 h 51195"/>
                  <a:gd name="connsiteX39" fmla="*/ 77344 w 78781"/>
                  <a:gd name="connsiteY39" fmla="*/ 22 h 5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78781" h="51195">
                    <a:moveTo>
                      <a:pt x="66889" y="8790"/>
                    </a:moveTo>
                    <a:cubicBezTo>
                      <a:pt x="64493" y="11621"/>
                      <a:pt x="62097" y="14289"/>
                      <a:pt x="59755" y="16849"/>
                    </a:cubicBezTo>
                    <a:lnTo>
                      <a:pt x="51696" y="24962"/>
                    </a:lnTo>
                    <a:lnTo>
                      <a:pt x="43256" y="32423"/>
                    </a:lnTo>
                    <a:cubicBezTo>
                      <a:pt x="41023" y="34329"/>
                      <a:pt x="38954" y="36398"/>
                      <a:pt x="36939" y="38413"/>
                    </a:cubicBezTo>
                    <a:cubicBezTo>
                      <a:pt x="36122" y="39284"/>
                      <a:pt x="35251" y="40101"/>
                      <a:pt x="34489" y="40863"/>
                    </a:cubicBezTo>
                    <a:cubicBezTo>
                      <a:pt x="32311" y="42932"/>
                      <a:pt x="29751" y="44293"/>
                      <a:pt x="26920" y="44947"/>
                    </a:cubicBezTo>
                    <a:cubicBezTo>
                      <a:pt x="23544" y="45709"/>
                      <a:pt x="19950" y="45927"/>
                      <a:pt x="16410" y="45546"/>
                    </a:cubicBezTo>
                    <a:cubicBezTo>
                      <a:pt x="15757" y="45492"/>
                      <a:pt x="15158" y="45383"/>
                      <a:pt x="14504" y="45274"/>
                    </a:cubicBezTo>
                    <a:cubicBezTo>
                      <a:pt x="11346" y="44784"/>
                      <a:pt x="8677" y="43967"/>
                      <a:pt x="5955" y="42769"/>
                    </a:cubicBezTo>
                    <a:cubicBezTo>
                      <a:pt x="7262" y="38630"/>
                      <a:pt x="8895" y="35581"/>
                      <a:pt x="10475" y="32967"/>
                    </a:cubicBezTo>
                    <a:cubicBezTo>
                      <a:pt x="12435" y="29863"/>
                      <a:pt x="14559" y="27304"/>
                      <a:pt x="17064" y="25071"/>
                    </a:cubicBezTo>
                    <a:cubicBezTo>
                      <a:pt x="19024" y="23274"/>
                      <a:pt x="21311" y="22185"/>
                      <a:pt x="23979" y="21641"/>
                    </a:cubicBezTo>
                    <a:lnTo>
                      <a:pt x="25940" y="21260"/>
                    </a:lnTo>
                    <a:cubicBezTo>
                      <a:pt x="29098" y="20661"/>
                      <a:pt x="32311" y="20062"/>
                      <a:pt x="35523" y="18973"/>
                    </a:cubicBezTo>
                    <a:lnTo>
                      <a:pt x="45815" y="15433"/>
                    </a:lnTo>
                    <a:lnTo>
                      <a:pt x="56379" y="12002"/>
                    </a:lnTo>
                    <a:cubicBezTo>
                      <a:pt x="59265" y="11131"/>
                      <a:pt x="62151" y="10151"/>
                      <a:pt x="65038" y="9225"/>
                    </a:cubicBezTo>
                    <a:cubicBezTo>
                      <a:pt x="65637" y="9171"/>
                      <a:pt x="66235" y="8953"/>
                      <a:pt x="66889" y="8790"/>
                    </a:cubicBezTo>
                    <a:moveTo>
                      <a:pt x="77344" y="22"/>
                    </a:moveTo>
                    <a:cubicBezTo>
                      <a:pt x="77072" y="-32"/>
                      <a:pt x="76854" y="22"/>
                      <a:pt x="76582" y="77"/>
                    </a:cubicBezTo>
                    <a:cubicBezTo>
                      <a:pt x="69122" y="2255"/>
                      <a:pt x="61988" y="4706"/>
                      <a:pt x="54800" y="6938"/>
                    </a:cubicBezTo>
                    <a:lnTo>
                      <a:pt x="44181" y="10369"/>
                    </a:lnTo>
                    <a:lnTo>
                      <a:pt x="33781" y="13908"/>
                    </a:lnTo>
                    <a:cubicBezTo>
                      <a:pt x="30351" y="15052"/>
                      <a:pt x="26593" y="15651"/>
                      <a:pt x="22944" y="16359"/>
                    </a:cubicBezTo>
                    <a:cubicBezTo>
                      <a:pt x="19296" y="17121"/>
                      <a:pt x="16138" y="18646"/>
                      <a:pt x="13415" y="21096"/>
                    </a:cubicBezTo>
                    <a:cubicBezTo>
                      <a:pt x="10692" y="23547"/>
                      <a:pt x="8188" y="26487"/>
                      <a:pt x="5901" y="30081"/>
                    </a:cubicBezTo>
                    <a:cubicBezTo>
                      <a:pt x="3668" y="33784"/>
                      <a:pt x="1544" y="37813"/>
                      <a:pt x="74" y="43640"/>
                    </a:cubicBezTo>
                    <a:cubicBezTo>
                      <a:pt x="-199" y="44784"/>
                      <a:pt x="292" y="46036"/>
                      <a:pt x="1381" y="46635"/>
                    </a:cubicBezTo>
                    <a:cubicBezTo>
                      <a:pt x="5846" y="49031"/>
                      <a:pt x="9821" y="50065"/>
                      <a:pt x="13633" y="50719"/>
                    </a:cubicBezTo>
                    <a:cubicBezTo>
                      <a:pt x="14341" y="50828"/>
                      <a:pt x="15049" y="50937"/>
                      <a:pt x="15757" y="50991"/>
                    </a:cubicBezTo>
                    <a:cubicBezTo>
                      <a:pt x="20168" y="51427"/>
                      <a:pt x="24252" y="51155"/>
                      <a:pt x="28118" y="50284"/>
                    </a:cubicBezTo>
                    <a:cubicBezTo>
                      <a:pt x="31984" y="49412"/>
                      <a:pt x="35360" y="47561"/>
                      <a:pt x="38246" y="44838"/>
                    </a:cubicBezTo>
                    <a:cubicBezTo>
                      <a:pt x="41078" y="42061"/>
                      <a:pt x="43801" y="39066"/>
                      <a:pt x="46741" y="36561"/>
                    </a:cubicBezTo>
                    <a:lnTo>
                      <a:pt x="55454" y="28883"/>
                    </a:lnTo>
                    <a:lnTo>
                      <a:pt x="63622" y="20606"/>
                    </a:lnTo>
                    <a:cubicBezTo>
                      <a:pt x="68849" y="14889"/>
                      <a:pt x="73968" y="9062"/>
                      <a:pt x="78488" y="2636"/>
                    </a:cubicBezTo>
                    <a:cubicBezTo>
                      <a:pt x="78759" y="2201"/>
                      <a:pt x="78868" y="1656"/>
                      <a:pt x="78706" y="1166"/>
                    </a:cubicBezTo>
                    <a:cubicBezTo>
                      <a:pt x="78542" y="567"/>
                      <a:pt x="77943" y="77"/>
                      <a:pt x="77344" y="22"/>
                    </a:cubicBezTo>
                    <a:lnTo>
                      <a:pt x="77344" y="22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2" name="Forme libre : forme 1411">
                <a:extLst>
                  <a:ext uri="{FF2B5EF4-FFF2-40B4-BE49-F238E27FC236}">
                    <a16:creationId xmlns:a16="http://schemas.microsoft.com/office/drawing/2014/main" id="{2645B8A4-63E6-4F43-A744-58A6353A967E}"/>
                  </a:ext>
                </a:extLst>
              </p:cNvPr>
              <p:cNvSpPr/>
              <p:nvPr/>
            </p:nvSpPr>
            <p:spPr>
              <a:xfrm>
                <a:off x="8712903" y="5070525"/>
                <a:ext cx="100857" cy="41728"/>
              </a:xfrm>
              <a:custGeom>
                <a:avLst/>
                <a:gdLst>
                  <a:gd name="connsiteX0" fmla="*/ 60290 w 100857"/>
                  <a:gd name="connsiteY0" fmla="*/ 6912 h 41728"/>
                  <a:gd name="connsiteX1" fmla="*/ 73958 w 100857"/>
                  <a:gd name="connsiteY1" fmla="*/ 9362 h 41728"/>
                  <a:gd name="connsiteX2" fmla="*/ 80819 w 100857"/>
                  <a:gd name="connsiteY2" fmla="*/ 10723 h 41728"/>
                  <a:gd name="connsiteX3" fmla="*/ 84032 w 100857"/>
                  <a:gd name="connsiteY3" fmla="*/ 11322 h 41728"/>
                  <a:gd name="connsiteX4" fmla="*/ 85611 w 100857"/>
                  <a:gd name="connsiteY4" fmla="*/ 11595 h 41728"/>
                  <a:gd name="connsiteX5" fmla="*/ 86863 w 100857"/>
                  <a:gd name="connsiteY5" fmla="*/ 11758 h 41728"/>
                  <a:gd name="connsiteX6" fmla="*/ 84413 w 100857"/>
                  <a:gd name="connsiteY6" fmla="*/ 12466 h 41728"/>
                  <a:gd name="connsiteX7" fmla="*/ 80983 w 100857"/>
                  <a:gd name="connsiteY7" fmla="*/ 13337 h 41728"/>
                  <a:gd name="connsiteX8" fmla="*/ 74121 w 100857"/>
                  <a:gd name="connsiteY8" fmla="*/ 14971 h 41728"/>
                  <a:gd name="connsiteX9" fmla="*/ 60616 w 100857"/>
                  <a:gd name="connsiteY9" fmla="*/ 17857 h 41728"/>
                  <a:gd name="connsiteX10" fmla="*/ 47548 w 100857"/>
                  <a:gd name="connsiteY10" fmla="*/ 20960 h 41728"/>
                  <a:gd name="connsiteX11" fmla="*/ 35677 w 100857"/>
                  <a:gd name="connsiteY11" fmla="*/ 26733 h 41728"/>
                  <a:gd name="connsiteX12" fmla="*/ 28217 w 100857"/>
                  <a:gd name="connsiteY12" fmla="*/ 29945 h 41728"/>
                  <a:gd name="connsiteX13" fmla="*/ 22717 w 100857"/>
                  <a:gd name="connsiteY13" fmla="*/ 31035 h 41728"/>
                  <a:gd name="connsiteX14" fmla="*/ 17925 w 100857"/>
                  <a:gd name="connsiteY14" fmla="*/ 31960 h 41728"/>
                  <a:gd name="connsiteX15" fmla="*/ 5782 w 100857"/>
                  <a:gd name="connsiteY15" fmla="*/ 35227 h 41728"/>
                  <a:gd name="connsiteX16" fmla="*/ 7252 w 100857"/>
                  <a:gd name="connsiteY16" fmla="*/ 23465 h 41728"/>
                  <a:gd name="connsiteX17" fmla="*/ 16890 w 100857"/>
                  <a:gd name="connsiteY17" fmla="*/ 11050 h 41728"/>
                  <a:gd name="connsiteX18" fmla="*/ 30177 w 100857"/>
                  <a:gd name="connsiteY18" fmla="*/ 5659 h 41728"/>
                  <a:gd name="connsiteX19" fmla="*/ 42429 w 100857"/>
                  <a:gd name="connsiteY19" fmla="*/ 5550 h 41728"/>
                  <a:gd name="connsiteX20" fmla="*/ 46078 w 100857"/>
                  <a:gd name="connsiteY20" fmla="*/ 5659 h 41728"/>
                  <a:gd name="connsiteX21" fmla="*/ 60290 w 100857"/>
                  <a:gd name="connsiteY21" fmla="*/ 6912 h 41728"/>
                  <a:gd name="connsiteX22" fmla="*/ 99279 w 100857"/>
                  <a:gd name="connsiteY22" fmla="*/ 2446 h 41728"/>
                  <a:gd name="connsiteX23" fmla="*/ 97536 w 100857"/>
                  <a:gd name="connsiteY23" fmla="*/ 3372 h 41728"/>
                  <a:gd name="connsiteX24" fmla="*/ 97427 w 100857"/>
                  <a:gd name="connsiteY24" fmla="*/ 3590 h 41728"/>
                  <a:gd name="connsiteX25" fmla="*/ 93507 w 100857"/>
                  <a:gd name="connsiteY25" fmla="*/ 6312 h 41728"/>
                  <a:gd name="connsiteX26" fmla="*/ 88007 w 100857"/>
                  <a:gd name="connsiteY26" fmla="*/ 6476 h 41728"/>
                  <a:gd name="connsiteX27" fmla="*/ 86536 w 100857"/>
                  <a:gd name="connsiteY27" fmla="*/ 6258 h 41728"/>
                  <a:gd name="connsiteX28" fmla="*/ 85121 w 100857"/>
                  <a:gd name="connsiteY28" fmla="*/ 5986 h 41728"/>
                  <a:gd name="connsiteX29" fmla="*/ 81799 w 100857"/>
                  <a:gd name="connsiteY29" fmla="*/ 5387 h 41728"/>
                  <a:gd name="connsiteX30" fmla="*/ 75047 w 100857"/>
                  <a:gd name="connsiteY30" fmla="*/ 4025 h 41728"/>
                  <a:gd name="connsiteX31" fmla="*/ 61107 w 100857"/>
                  <a:gd name="connsiteY31" fmla="*/ 1520 h 41728"/>
                  <a:gd name="connsiteX32" fmla="*/ 46187 w 100857"/>
                  <a:gd name="connsiteY32" fmla="*/ 268 h 41728"/>
                  <a:gd name="connsiteX33" fmla="*/ 29632 w 100857"/>
                  <a:gd name="connsiteY33" fmla="*/ 268 h 41728"/>
                  <a:gd name="connsiteX34" fmla="*/ 13460 w 100857"/>
                  <a:gd name="connsiteY34" fmla="*/ 6803 h 41728"/>
                  <a:gd name="connsiteX35" fmla="*/ 2188 w 100857"/>
                  <a:gd name="connsiteY35" fmla="*/ 21451 h 41728"/>
                  <a:gd name="connsiteX36" fmla="*/ 1643 w 100857"/>
                  <a:gd name="connsiteY36" fmla="*/ 40346 h 41728"/>
                  <a:gd name="connsiteX37" fmla="*/ 3386 w 100857"/>
                  <a:gd name="connsiteY37" fmla="*/ 41707 h 41728"/>
                  <a:gd name="connsiteX38" fmla="*/ 4584 w 100857"/>
                  <a:gd name="connsiteY38" fmla="*/ 41599 h 41728"/>
                  <a:gd name="connsiteX39" fmla="*/ 4747 w 100857"/>
                  <a:gd name="connsiteY39" fmla="*/ 41544 h 41728"/>
                  <a:gd name="connsiteX40" fmla="*/ 18960 w 100857"/>
                  <a:gd name="connsiteY40" fmla="*/ 37406 h 41728"/>
                  <a:gd name="connsiteX41" fmla="*/ 29469 w 100857"/>
                  <a:gd name="connsiteY41" fmla="*/ 35391 h 41728"/>
                  <a:gd name="connsiteX42" fmla="*/ 38672 w 100857"/>
                  <a:gd name="connsiteY42" fmla="*/ 31416 h 41728"/>
                  <a:gd name="connsiteX43" fmla="*/ 49127 w 100857"/>
                  <a:gd name="connsiteY43" fmla="*/ 26297 h 41728"/>
                  <a:gd name="connsiteX44" fmla="*/ 61706 w 100857"/>
                  <a:gd name="connsiteY44" fmla="*/ 23302 h 41728"/>
                  <a:gd name="connsiteX45" fmla="*/ 75319 w 100857"/>
                  <a:gd name="connsiteY45" fmla="*/ 20416 h 41728"/>
                  <a:gd name="connsiteX46" fmla="*/ 82344 w 100857"/>
                  <a:gd name="connsiteY46" fmla="*/ 18728 h 41728"/>
                  <a:gd name="connsiteX47" fmla="*/ 85883 w 100857"/>
                  <a:gd name="connsiteY47" fmla="*/ 17802 h 41728"/>
                  <a:gd name="connsiteX48" fmla="*/ 89858 w 100857"/>
                  <a:gd name="connsiteY48" fmla="*/ 16550 h 41728"/>
                  <a:gd name="connsiteX49" fmla="*/ 97264 w 100857"/>
                  <a:gd name="connsiteY49" fmla="*/ 12193 h 41728"/>
                  <a:gd name="connsiteX50" fmla="*/ 100803 w 100857"/>
                  <a:gd name="connsiteY50" fmla="*/ 3916 h 41728"/>
                  <a:gd name="connsiteX51" fmla="*/ 99878 w 100857"/>
                  <a:gd name="connsiteY51" fmla="*/ 2664 h 41728"/>
                  <a:gd name="connsiteX52" fmla="*/ 99279 w 100857"/>
                  <a:gd name="connsiteY52" fmla="*/ 2446 h 41728"/>
                  <a:gd name="connsiteX53" fmla="*/ 99279 w 100857"/>
                  <a:gd name="connsiteY53" fmla="*/ 2446 h 41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00857" h="41728">
                    <a:moveTo>
                      <a:pt x="60290" y="6912"/>
                    </a:moveTo>
                    <a:lnTo>
                      <a:pt x="73958" y="9362"/>
                    </a:lnTo>
                    <a:lnTo>
                      <a:pt x="80819" y="10723"/>
                    </a:lnTo>
                    <a:lnTo>
                      <a:pt x="84032" y="11322"/>
                    </a:lnTo>
                    <a:cubicBezTo>
                      <a:pt x="84576" y="11431"/>
                      <a:pt x="85121" y="11540"/>
                      <a:pt x="85611" y="11595"/>
                    </a:cubicBezTo>
                    <a:cubicBezTo>
                      <a:pt x="85992" y="11649"/>
                      <a:pt x="86428" y="11704"/>
                      <a:pt x="86863" y="11758"/>
                    </a:cubicBezTo>
                    <a:cubicBezTo>
                      <a:pt x="86047" y="12030"/>
                      <a:pt x="85230" y="12302"/>
                      <a:pt x="84413" y="12466"/>
                    </a:cubicBezTo>
                    <a:lnTo>
                      <a:pt x="80983" y="13337"/>
                    </a:lnTo>
                    <a:lnTo>
                      <a:pt x="74121" y="14971"/>
                    </a:lnTo>
                    <a:lnTo>
                      <a:pt x="60616" y="17857"/>
                    </a:lnTo>
                    <a:cubicBezTo>
                      <a:pt x="55553" y="18837"/>
                      <a:pt x="51250" y="19872"/>
                      <a:pt x="47548" y="20960"/>
                    </a:cubicBezTo>
                    <a:cubicBezTo>
                      <a:pt x="43518" y="22104"/>
                      <a:pt x="39488" y="24119"/>
                      <a:pt x="35677" y="26733"/>
                    </a:cubicBezTo>
                    <a:cubicBezTo>
                      <a:pt x="33063" y="28421"/>
                      <a:pt x="30776" y="29401"/>
                      <a:pt x="28217" y="29945"/>
                    </a:cubicBezTo>
                    <a:cubicBezTo>
                      <a:pt x="26474" y="30381"/>
                      <a:pt x="24622" y="30708"/>
                      <a:pt x="22717" y="31035"/>
                    </a:cubicBezTo>
                    <a:cubicBezTo>
                      <a:pt x="21192" y="31307"/>
                      <a:pt x="19559" y="31579"/>
                      <a:pt x="17925" y="31960"/>
                    </a:cubicBezTo>
                    <a:cubicBezTo>
                      <a:pt x="14767" y="32559"/>
                      <a:pt x="10900" y="33431"/>
                      <a:pt x="5782" y="35227"/>
                    </a:cubicBezTo>
                    <a:cubicBezTo>
                      <a:pt x="4910" y="30871"/>
                      <a:pt x="6000" y="26515"/>
                      <a:pt x="7252" y="23465"/>
                    </a:cubicBezTo>
                    <a:cubicBezTo>
                      <a:pt x="9158" y="18837"/>
                      <a:pt x="12479" y="14535"/>
                      <a:pt x="16890" y="11050"/>
                    </a:cubicBezTo>
                    <a:cubicBezTo>
                      <a:pt x="20702" y="8000"/>
                      <a:pt x="25330" y="6149"/>
                      <a:pt x="30177" y="5659"/>
                    </a:cubicBezTo>
                    <a:cubicBezTo>
                      <a:pt x="34370" y="5278"/>
                      <a:pt x="38454" y="5387"/>
                      <a:pt x="42429" y="5550"/>
                    </a:cubicBezTo>
                    <a:cubicBezTo>
                      <a:pt x="43681" y="5604"/>
                      <a:pt x="44934" y="5659"/>
                      <a:pt x="46078" y="5659"/>
                    </a:cubicBezTo>
                    <a:cubicBezTo>
                      <a:pt x="50325" y="5877"/>
                      <a:pt x="54845" y="6258"/>
                      <a:pt x="60290" y="6912"/>
                    </a:cubicBezTo>
                    <a:moveTo>
                      <a:pt x="99279" y="2446"/>
                    </a:moveTo>
                    <a:cubicBezTo>
                      <a:pt x="98571" y="2337"/>
                      <a:pt x="97863" y="2664"/>
                      <a:pt x="97536" y="3372"/>
                    </a:cubicBezTo>
                    <a:lnTo>
                      <a:pt x="97427" y="3590"/>
                    </a:lnTo>
                    <a:cubicBezTo>
                      <a:pt x="96556" y="5278"/>
                      <a:pt x="95195" y="5986"/>
                      <a:pt x="93507" y="6312"/>
                    </a:cubicBezTo>
                    <a:cubicBezTo>
                      <a:pt x="91873" y="6694"/>
                      <a:pt x="89913" y="6694"/>
                      <a:pt x="88007" y="6476"/>
                    </a:cubicBezTo>
                    <a:cubicBezTo>
                      <a:pt x="87517" y="6421"/>
                      <a:pt x="87027" y="6367"/>
                      <a:pt x="86536" y="6258"/>
                    </a:cubicBezTo>
                    <a:cubicBezTo>
                      <a:pt x="86047" y="6204"/>
                      <a:pt x="85611" y="6095"/>
                      <a:pt x="85121" y="5986"/>
                    </a:cubicBezTo>
                    <a:lnTo>
                      <a:pt x="81799" y="5387"/>
                    </a:lnTo>
                    <a:lnTo>
                      <a:pt x="75047" y="4025"/>
                    </a:lnTo>
                    <a:lnTo>
                      <a:pt x="61107" y="1520"/>
                    </a:lnTo>
                    <a:cubicBezTo>
                      <a:pt x="56315" y="921"/>
                      <a:pt x="51359" y="432"/>
                      <a:pt x="46187" y="268"/>
                    </a:cubicBezTo>
                    <a:cubicBezTo>
                      <a:pt x="41013" y="159"/>
                      <a:pt x="35568" y="-276"/>
                      <a:pt x="29632" y="268"/>
                    </a:cubicBezTo>
                    <a:cubicBezTo>
                      <a:pt x="23860" y="813"/>
                      <a:pt x="18197" y="3045"/>
                      <a:pt x="13460" y="6803"/>
                    </a:cubicBezTo>
                    <a:cubicBezTo>
                      <a:pt x="8722" y="10560"/>
                      <a:pt x="4638" y="15515"/>
                      <a:pt x="2188" y="21451"/>
                    </a:cubicBezTo>
                    <a:cubicBezTo>
                      <a:pt x="-154" y="27332"/>
                      <a:pt x="-1025" y="34138"/>
                      <a:pt x="1643" y="40346"/>
                    </a:cubicBezTo>
                    <a:cubicBezTo>
                      <a:pt x="1970" y="41108"/>
                      <a:pt x="2624" y="41599"/>
                      <a:pt x="3386" y="41707"/>
                    </a:cubicBezTo>
                    <a:cubicBezTo>
                      <a:pt x="3767" y="41762"/>
                      <a:pt x="4202" y="41707"/>
                      <a:pt x="4584" y="41599"/>
                    </a:cubicBezTo>
                    <a:lnTo>
                      <a:pt x="4747" y="41544"/>
                    </a:lnTo>
                    <a:cubicBezTo>
                      <a:pt x="10737" y="39203"/>
                      <a:pt x="15039" y="38168"/>
                      <a:pt x="18960" y="37406"/>
                    </a:cubicBezTo>
                    <a:cubicBezTo>
                      <a:pt x="22826" y="36643"/>
                      <a:pt x="26256" y="36153"/>
                      <a:pt x="29469" y="35391"/>
                    </a:cubicBezTo>
                    <a:cubicBezTo>
                      <a:pt x="32736" y="34683"/>
                      <a:pt x="35622" y="33376"/>
                      <a:pt x="38672" y="31416"/>
                    </a:cubicBezTo>
                    <a:cubicBezTo>
                      <a:pt x="41612" y="29401"/>
                      <a:pt x="45206" y="27440"/>
                      <a:pt x="49127" y="26297"/>
                    </a:cubicBezTo>
                    <a:cubicBezTo>
                      <a:pt x="53102" y="25099"/>
                      <a:pt x="57295" y="24173"/>
                      <a:pt x="61706" y="23302"/>
                    </a:cubicBezTo>
                    <a:lnTo>
                      <a:pt x="75319" y="20416"/>
                    </a:lnTo>
                    <a:lnTo>
                      <a:pt x="82344" y="18728"/>
                    </a:lnTo>
                    <a:lnTo>
                      <a:pt x="85883" y="17802"/>
                    </a:lnTo>
                    <a:cubicBezTo>
                      <a:pt x="87244" y="17476"/>
                      <a:pt x="88551" y="17040"/>
                      <a:pt x="89858" y="16550"/>
                    </a:cubicBezTo>
                    <a:cubicBezTo>
                      <a:pt x="92418" y="15515"/>
                      <a:pt x="94977" y="14208"/>
                      <a:pt x="97264" y="12193"/>
                    </a:cubicBezTo>
                    <a:cubicBezTo>
                      <a:pt x="99496" y="10233"/>
                      <a:pt x="101185" y="6857"/>
                      <a:pt x="100803" y="3916"/>
                    </a:cubicBezTo>
                    <a:cubicBezTo>
                      <a:pt x="100749" y="3372"/>
                      <a:pt x="100422" y="2882"/>
                      <a:pt x="99878" y="2664"/>
                    </a:cubicBezTo>
                    <a:cubicBezTo>
                      <a:pt x="99605" y="2555"/>
                      <a:pt x="99442" y="2501"/>
                      <a:pt x="99279" y="2446"/>
                    </a:cubicBezTo>
                    <a:lnTo>
                      <a:pt x="99279" y="2446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3" name="Forme libre : forme 1412">
                <a:extLst>
                  <a:ext uri="{FF2B5EF4-FFF2-40B4-BE49-F238E27FC236}">
                    <a16:creationId xmlns:a16="http://schemas.microsoft.com/office/drawing/2014/main" id="{E72B928B-0AAA-41D5-B5A0-6EAD11E3AF76}"/>
                  </a:ext>
                </a:extLst>
              </p:cNvPr>
              <p:cNvSpPr/>
              <p:nvPr/>
            </p:nvSpPr>
            <p:spPr>
              <a:xfrm>
                <a:off x="8705865" y="4988351"/>
                <a:ext cx="107708" cy="60994"/>
              </a:xfrm>
              <a:custGeom>
                <a:avLst/>
                <a:gdLst>
                  <a:gd name="connsiteX0" fmla="*/ 39393 w 107708"/>
                  <a:gd name="connsiteY0" fmla="*/ 5826 h 60994"/>
                  <a:gd name="connsiteX1" fmla="*/ 47180 w 107708"/>
                  <a:gd name="connsiteY1" fmla="*/ 8222 h 60994"/>
                  <a:gd name="connsiteX2" fmla="*/ 62427 w 107708"/>
                  <a:gd name="connsiteY2" fmla="*/ 18187 h 60994"/>
                  <a:gd name="connsiteX3" fmla="*/ 73263 w 107708"/>
                  <a:gd name="connsiteY3" fmla="*/ 30548 h 60994"/>
                  <a:gd name="connsiteX4" fmla="*/ 75931 w 107708"/>
                  <a:gd name="connsiteY4" fmla="*/ 35013 h 60994"/>
                  <a:gd name="connsiteX5" fmla="*/ 80778 w 107708"/>
                  <a:gd name="connsiteY5" fmla="*/ 42746 h 60994"/>
                  <a:gd name="connsiteX6" fmla="*/ 90525 w 107708"/>
                  <a:gd name="connsiteY6" fmla="*/ 52983 h 60994"/>
                  <a:gd name="connsiteX7" fmla="*/ 77402 w 107708"/>
                  <a:gd name="connsiteY7" fmla="*/ 47374 h 60994"/>
                  <a:gd name="connsiteX8" fmla="*/ 68744 w 107708"/>
                  <a:gd name="connsiteY8" fmla="*/ 40840 h 60994"/>
                  <a:gd name="connsiteX9" fmla="*/ 65095 w 107708"/>
                  <a:gd name="connsiteY9" fmla="*/ 37899 h 60994"/>
                  <a:gd name="connsiteX10" fmla="*/ 53605 w 107708"/>
                  <a:gd name="connsiteY10" fmla="*/ 30820 h 60994"/>
                  <a:gd name="connsiteX11" fmla="*/ 48433 w 107708"/>
                  <a:gd name="connsiteY11" fmla="*/ 29459 h 60994"/>
                  <a:gd name="connsiteX12" fmla="*/ 40645 w 107708"/>
                  <a:gd name="connsiteY12" fmla="*/ 29023 h 60994"/>
                  <a:gd name="connsiteX13" fmla="*/ 35363 w 107708"/>
                  <a:gd name="connsiteY13" fmla="*/ 28642 h 60994"/>
                  <a:gd name="connsiteX14" fmla="*/ 31007 w 107708"/>
                  <a:gd name="connsiteY14" fmla="*/ 27608 h 60994"/>
                  <a:gd name="connsiteX15" fmla="*/ 18428 w 107708"/>
                  <a:gd name="connsiteY15" fmla="*/ 23197 h 60994"/>
                  <a:gd name="connsiteX16" fmla="*/ 6993 w 107708"/>
                  <a:gd name="connsiteY16" fmla="*/ 17425 h 60994"/>
                  <a:gd name="connsiteX17" fmla="*/ 17176 w 107708"/>
                  <a:gd name="connsiteY17" fmla="*/ 10019 h 60994"/>
                  <a:gd name="connsiteX18" fmla="*/ 31933 w 107708"/>
                  <a:gd name="connsiteY18" fmla="*/ 5608 h 60994"/>
                  <a:gd name="connsiteX19" fmla="*/ 39393 w 107708"/>
                  <a:gd name="connsiteY19" fmla="*/ 5826 h 60994"/>
                  <a:gd name="connsiteX20" fmla="*/ 40264 w 107708"/>
                  <a:gd name="connsiteY20" fmla="*/ 435 h 60994"/>
                  <a:gd name="connsiteX21" fmla="*/ 31443 w 107708"/>
                  <a:gd name="connsiteY21" fmla="*/ 163 h 60994"/>
                  <a:gd name="connsiteX22" fmla="*/ 14725 w 107708"/>
                  <a:gd name="connsiteY22" fmla="*/ 5118 h 60994"/>
                  <a:gd name="connsiteX23" fmla="*/ 513 w 107708"/>
                  <a:gd name="connsiteY23" fmla="*/ 16499 h 60994"/>
                  <a:gd name="connsiteX24" fmla="*/ 458 w 107708"/>
                  <a:gd name="connsiteY24" fmla="*/ 16608 h 60994"/>
                  <a:gd name="connsiteX25" fmla="*/ 894 w 107708"/>
                  <a:gd name="connsiteY25" fmla="*/ 19766 h 60994"/>
                  <a:gd name="connsiteX26" fmla="*/ 16359 w 107708"/>
                  <a:gd name="connsiteY26" fmla="*/ 28206 h 60994"/>
                  <a:gd name="connsiteX27" fmla="*/ 29483 w 107708"/>
                  <a:gd name="connsiteY27" fmla="*/ 32835 h 60994"/>
                  <a:gd name="connsiteX28" fmla="*/ 34601 w 107708"/>
                  <a:gd name="connsiteY28" fmla="*/ 34033 h 60994"/>
                  <a:gd name="connsiteX29" fmla="*/ 40809 w 107708"/>
                  <a:gd name="connsiteY29" fmla="*/ 34469 h 60994"/>
                  <a:gd name="connsiteX30" fmla="*/ 47670 w 107708"/>
                  <a:gd name="connsiteY30" fmla="*/ 34850 h 60994"/>
                  <a:gd name="connsiteX31" fmla="*/ 51700 w 107708"/>
                  <a:gd name="connsiteY31" fmla="*/ 35939 h 60994"/>
                  <a:gd name="connsiteX32" fmla="*/ 61664 w 107708"/>
                  <a:gd name="connsiteY32" fmla="*/ 42147 h 60994"/>
                  <a:gd name="connsiteX33" fmla="*/ 74515 w 107708"/>
                  <a:gd name="connsiteY33" fmla="*/ 52003 h 60994"/>
                  <a:gd name="connsiteX34" fmla="*/ 96842 w 107708"/>
                  <a:gd name="connsiteY34" fmla="*/ 59899 h 60994"/>
                  <a:gd name="connsiteX35" fmla="*/ 105826 w 107708"/>
                  <a:gd name="connsiteY35" fmla="*/ 60988 h 60994"/>
                  <a:gd name="connsiteX36" fmla="*/ 107406 w 107708"/>
                  <a:gd name="connsiteY36" fmla="*/ 60280 h 60994"/>
                  <a:gd name="connsiteX37" fmla="*/ 106970 w 107708"/>
                  <a:gd name="connsiteY37" fmla="*/ 57938 h 60994"/>
                  <a:gd name="connsiteX38" fmla="*/ 85461 w 107708"/>
                  <a:gd name="connsiteY38" fmla="*/ 39805 h 60994"/>
                  <a:gd name="connsiteX39" fmla="*/ 78055 w 107708"/>
                  <a:gd name="connsiteY39" fmla="*/ 27771 h 60994"/>
                  <a:gd name="connsiteX40" fmla="*/ 65966 w 107708"/>
                  <a:gd name="connsiteY40" fmla="*/ 13994 h 60994"/>
                  <a:gd name="connsiteX41" fmla="*/ 49685 w 107708"/>
                  <a:gd name="connsiteY41" fmla="*/ 3376 h 60994"/>
                  <a:gd name="connsiteX42" fmla="*/ 40264 w 107708"/>
                  <a:gd name="connsiteY42" fmla="*/ 435 h 60994"/>
                  <a:gd name="connsiteX43" fmla="*/ 40264 w 107708"/>
                  <a:gd name="connsiteY43" fmla="*/ 435 h 6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07708" h="60994">
                    <a:moveTo>
                      <a:pt x="39393" y="5826"/>
                    </a:moveTo>
                    <a:cubicBezTo>
                      <a:pt x="42116" y="6262"/>
                      <a:pt x="44729" y="7079"/>
                      <a:pt x="47180" y="8222"/>
                    </a:cubicBezTo>
                    <a:cubicBezTo>
                      <a:pt x="52080" y="10563"/>
                      <a:pt x="57036" y="13831"/>
                      <a:pt x="62427" y="18187"/>
                    </a:cubicBezTo>
                    <a:cubicBezTo>
                      <a:pt x="67328" y="22108"/>
                      <a:pt x="71085" y="27118"/>
                      <a:pt x="73263" y="30548"/>
                    </a:cubicBezTo>
                    <a:cubicBezTo>
                      <a:pt x="74189" y="32073"/>
                      <a:pt x="75114" y="33598"/>
                      <a:pt x="75931" y="35013"/>
                    </a:cubicBezTo>
                    <a:cubicBezTo>
                      <a:pt x="77620" y="37845"/>
                      <a:pt x="79145" y="40513"/>
                      <a:pt x="80778" y="42746"/>
                    </a:cubicBezTo>
                    <a:cubicBezTo>
                      <a:pt x="83282" y="46558"/>
                      <a:pt x="86713" y="49879"/>
                      <a:pt x="90525" y="52983"/>
                    </a:cubicBezTo>
                    <a:cubicBezTo>
                      <a:pt x="85570" y="51676"/>
                      <a:pt x="81322" y="49825"/>
                      <a:pt x="77402" y="47374"/>
                    </a:cubicBezTo>
                    <a:cubicBezTo>
                      <a:pt x="74244" y="45305"/>
                      <a:pt x="71466" y="43018"/>
                      <a:pt x="68744" y="40840"/>
                    </a:cubicBezTo>
                    <a:cubicBezTo>
                      <a:pt x="67437" y="39751"/>
                      <a:pt x="66130" y="38716"/>
                      <a:pt x="65095" y="37899"/>
                    </a:cubicBezTo>
                    <a:cubicBezTo>
                      <a:pt x="60902" y="34360"/>
                      <a:pt x="57309" y="32182"/>
                      <a:pt x="53605" y="30820"/>
                    </a:cubicBezTo>
                    <a:cubicBezTo>
                      <a:pt x="52026" y="30222"/>
                      <a:pt x="50284" y="29731"/>
                      <a:pt x="48433" y="29459"/>
                    </a:cubicBezTo>
                    <a:cubicBezTo>
                      <a:pt x="46145" y="29078"/>
                      <a:pt x="43641" y="28969"/>
                      <a:pt x="40645" y="29023"/>
                    </a:cubicBezTo>
                    <a:cubicBezTo>
                      <a:pt x="38794" y="29023"/>
                      <a:pt x="37051" y="28914"/>
                      <a:pt x="35363" y="28642"/>
                    </a:cubicBezTo>
                    <a:cubicBezTo>
                      <a:pt x="33948" y="28424"/>
                      <a:pt x="32532" y="28098"/>
                      <a:pt x="31007" y="27608"/>
                    </a:cubicBezTo>
                    <a:cubicBezTo>
                      <a:pt x="26378" y="26192"/>
                      <a:pt x="22349" y="24776"/>
                      <a:pt x="18428" y="23197"/>
                    </a:cubicBezTo>
                    <a:cubicBezTo>
                      <a:pt x="14943" y="21672"/>
                      <a:pt x="11023" y="20038"/>
                      <a:pt x="6993" y="17425"/>
                    </a:cubicBezTo>
                    <a:cubicBezTo>
                      <a:pt x="9879" y="14539"/>
                      <a:pt x="13147" y="12143"/>
                      <a:pt x="17176" y="10019"/>
                    </a:cubicBezTo>
                    <a:cubicBezTo>
                      <a:pt x="21859" y="7623"/>
                      <a:pt x="26814" y="6153"/>
                      <a:pt x="31933" y="5608"/>
                    </a:cubicBezTo>
                    <a:cubicBezTo>
                      <a:pt x="34383" y="5336"/>
                      <a:pt x="36888" y="5391"/>
                      <a:pt x="39393" y="5826"/>
                    </a:cubicBezTo>
                    <a:moveTo>
                      <a:pt x="40264" y="435"/>
                    </a:moveTo>
                    <a:cubicBezTo>
                      <a:pt x="37324" y="-55"/>
                      <a:pt x="34329" y="-109"/>
                      <a:pt x="31443" y="163"/>
                    </a:cubicBezTo>
                    <a:cubicBezTo>
                      <a:pt x="25453" y="762"/>
                      <a:pt x="19899" y="2504"/>
                      <a:pt x="14725" y="5118"/>
                    </a:cubicBezTo>
                    <a:cubicBezTo>
                      <a:pt x="9607" y="7841"/>
                      <a:pt x="4869" y="11217"/>
                      <a:pt x="513" y="16499"/>
                    </a:cubicBezTo>
                    <a:cubicBezTo>
                      <a:pt x="513" y="16554"/>
                      <a:pt x="458" y="16554"/>
                      <a:pt x="458" y="16608"/>
                    </a:cubicBezTo>
                    <a:cubicBezTo>
                      <a:pt x="-304" y="17588"/>
                      <a:pt x="-86" y="19004"/>
                      <a:pt x="894" y="19766"/>
                    </a:cubicBezTo>
                    <a:cubicBezTo>
                      <a:pt x="6394" y="23905"/>
                      <a:pt x="11567" y="26138"/>
                      <a:pt x="16359" y="28206"/>
                    </a:cubicBezTo>
                    <a:cubicBezTo>
                      <a:pt x="21151" y="30167"/>
                      <a:pt x="25562" y="31583"/>
                      <a:pt x="29483" y="32835"/>
                    </a:cubicBezTo>
                    <a:cubicBezTo>
                      <a:pt x="31225" y="33380"/>
                      <a:pt x="32913" y="33761"/>
                      <a:pt x="34601" y="34033"/>
                    </a:cubicBezTo>
                    <a:cubicBezTo>
                      <a:pt x="36670" y="34360"/>
                      <a:pt x="38685" y="34523"/>
                      <a:pt x="40809" y="34469"/>
                    </a:cubicBezTo>
                    <a:cubicBezTo>
                      <a:pt x="43096" y="34414"/>
                      <a:pt x="45437" y="34469"/>
                      <a:pt x="47670" y="34850"/>
                    </a:cubicBezTo>
                    <a:cubicBezTo>
                      <a:pt x="49086" y="35068"/>
                      <a:pt x="50447" y="35394"/>
                      <a:pt x="51700" y="35939"/>
                    </a:cubicBezTo>
                    <a:cubicBezTo>
                      <a:pt x="54967" y="37137"/>
                      <a:pt x="57962" y="39043"/>
                      <a:pt x="61664" y="42147"/>
                    </a:cubicBezTo>
                    <a:cubicBezTo>
                      <a:pt x="65422" y="45033"/>
                      <a:pt x="69506" y="48736"/>
                      <a:pt x="74515" y="52003"/>
                    </a:cubicBezTo>
                    <a:cubicBezTo>
                      <a:pt x="81921" y="56632"/>
                      <a:pt x="89436" y="58755"/>
                      <a:pt x="96842" y="59899"/>
                    </a:cubicBezTo>
                    <a:cubicBezTo>
                      <a:pt x="99891" y="60389"/>
                      <a:pt x="102886" y="60716"/>
                      <a:pt x="105826" y="60988"/>
                    </a:cubicBezTo>
                    <a:cubicBezTo>
                      <a:pt x="106425" y="61042"/>
                      <a:pt x="107025" y="60770"/>
                      <a:pt x="107406" y="60280"/>
                    </a:cubicBezTo>
                    <a:cubicBezTo>
                      <a:pt x="107950" y="59517"/>
                      <a:pt x="107733" y="58483"/>
                      <a:pt x="106970" y="57938"/>
                    </a:cubicBezTo>
                    <a:cubicBezTo>
                      <a:pt x="98475" y="52221"/>
                      <a:pt x="90035" y="46721"/>
                      <a:pt x="85461" y="39805"/>
                    </a:cubicBezTo>
                    <a:cubicBezTo>
                      <a:pt x="83011" y="36429"/>
                      <a:pt x="80832" y="32345"/>
                      <a:pt x="78055" y="27771"/>
                    </a:cubicBezTo>
                    <a:cubicBezTo>
                      <a:pt x="75223" y="23360"/>
                      <a:pt x="71139" y="18133"/>
                      <a:pt x="65966" y="13994"/>
                    </a:cubicBezTo>
                    <a:cubicBezTo>
                      <a:pt x="60902" y="9910"/>
                      <a:pt x="55457" y="6153"/>
                      <a:pt x="49685" y="3376"/>
                    </a:cubicBezTo>
                    <a:cubicBezTo>
                      <a:pt x="46526" y="1906"/>
                      <a:pt x="43423" y="925"/>
                      <a:pt x="40264" y="435"/>
                    </a:cubicBezTo>
                    <a:lnTo>
                      <a:pt x="40264" y="435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4" name="Forme libre : forme 1413">
                <a:extLst>
                  <a:ext uri="{FF2B5EF4-FFF2-40B4-BE49-F238E27FC236}">
                    <a16:creationId xmlns:a16="http://schemas.microsoft.com/office/drawing/2014/main" id="{5FE58AEA-BCA8-4CF7-8C5C-9C9837A4C2B7}"/>
                  </a:ext>
                </a:extLst>
              </p:cNvPr>
              <p:cNvSpPr/>
              <p:nvPr/>
            </p:nvSpPr>
            <p:spPr>
              <a:xfrm>
                <a:off x="8735555" y="4950414"/>
                <a:ext cx="84117" cy="80864"/>
              </a:xfrm>
              <a:custGeom>
                <a:avLst/>
                <a:gdLst>
                  <a:gd name="connsiteX0" fmla="*/ 32846 w 84117"/>
                  <a:gd name="connsiteY0" fmla="*/ 5862 h 80864"/>
                  <a:gd name="connsiteX1" fmla="*/ 32846 w 84117"/>
                  <a:gd name="connsiteY1" fmla="*/ 5862 h 80864"/>
                  <a:gd name="connsiteX2" fmla="*/ 33119 w 84117"/>
                  <a:gd name="connsiteY2" fmla="*/ 5917 h 80864"/>
                  <a:gd name="connsiteX3" fmla="*/ 46841 w 84117"/>
                  <a:gd name="connsiteY3" fmla="*/ 12941 h 80864"/>
                  <a:gd name="connsiteX4" fmla="*/ 57405 w 84117"/>
                  <a:gd name="connsiteY4" fmla="*/ 26664 h 80864"/>
                  <a:gd name="connsiteX5" fmla="*/ 63939 w 84117"/>
                  <a:gd name="connsiteY5" fmla="*/ 40441 h 80864"/>
                  <a:gd name="connsiteX6" fmla="*/ 67261 w 84117"/>
                  <a:gd name="connsiteY6" fmla="*/ 51386 h 80864"/>
                  <a:gd name="connsiteX7" fmla="*/ 68078 w 84117"/>
                  <a:gd name="connsiteY7" fmla="*/ 54217 h 80864"/>
                  <a:gd name="connsiteX8" fmla="*/ 71998 w 84117"/>
                  <a:gd name="connsiteY8" fmla="*/ 67123 h 80864"/>
                  <a:gd name="connsiteX9" fmla="*/ 63069 w 84117"/>
                  <a:gd name="connsiteY9" fmla="*/ 56940 h 80864"/>
                  <a:gd name="connsiteX10" fmla="*/ 61217 w 84117"/>
                  <a:gd name="connsiteY10" fmla="*/ 54544 h 80864"/>
                  <a:gd name="connsiteX11" fmla="*/ 54247 w 84117"/>
                  <a:gd name="connsiteY11" fmla="*/ 45722 h 80864"/>
                  <a:gd name="connsiteX12" fmla="*/ 45153 w 84117"/>
                  <a:gd name="connsiteY12" fmla="*/ 36030 h 80864"/>
                  <a:gd name="connsiteX13" fmla="*/ 33772 w 84117"/>
                  <a:gd name="connsiteY13" fmla="*/ 30421 h 80864"/>
                  <a:gd name="connsiteX14" fmla="*/ 26639 w 84117"/>
                  <a:gd name="connsiteY14" fmla="*/ 26991 h 80864"/>
                  <a:gd name="connsiteX15" fmla="*/ 22718 w 84117"/>
                  <a:gd name="connsiteY15" fmla="*/ 24159 h 80864"/>
                  <a:gd name="connsiteX16" fmla="*/ 6926 w 84117"/>
                  <a:gd name="connsiteY16" fmla="*/ 13377 h 80864"/>
                  <a:gd name="connsiteX17" fmla="*/ 32846 w 84117"/>
                  <a:gd name="connsiteY17" fmla="*/ 5862 h 80864"/>
                  <a:gd name="connsiteX18" fmla="*/ 33718 w 84117"/>
                  <a:gd name="connsiteY18" fmla="*/ 526 h 80864"/>
                  <a:gd name="connsiteX19" fmla="*/ 392 w 84117"/>
                  <a:gd name="connsiteY19" fmla="*/ 13105 h 80864"/>
                  <a:gd name="connsiteX20" fmla="*/ 338 w 84117"/>
                  <a:gd name="connsiteY20" fmla="*/ 13159 h 80864"/>
                  <a:gd name="connsiteX21" fmla="*/ 1046 w 84117"/>
                  <a:gd name="connsiteY21" fmla="*/ 16208 h 80864"/>
                  <a:gd name="connsiteX22" fmla="*/ 1155 w 84117"/>
                  <a:gd name="connsiteY22" fmla="*/ 16263 h 80864"/>
                  <a:gd name="connsiteX23" fmla="*/ 23590 w 84117"/>
                  <a:gd name="connsiteY23" fmla="*/ 31510 h 80864"/>
                  <a:gd name="connsiteX24" fmla="*/ 32357 w 84117"/>
                  <a:gd name="connsiteY24" fmla="*/ 35703 h 80864"/>
                  <a:gd name="connsiteX25" fmla="*/ 41722 w 84117"/>
                  <a:gd name="connsiteY25" fmla="*/ 40223 h 80864"/>
                  <a:gd name="connsiteX26" fmla="*/ 50108 w 84117"/>
                  <a:gd name="connsiteY26" fmla="*/ 49153 h 80864"/>
                  <a:gd name="connsiteX27" fmla="*/ 58875 w 84117"/>
                  <a:gd name="connsiteY27" fmla="*/ 60316 h 80864"/>
                  <a:gd name="connsiteX28" fmla="*/ 81691 w 84117"/>
                  <a:gd name="connsiteY28" fmla="*/ 80736 h 80864"/>
                  <a:gd name="connsiteX29" fmla="*/ 82127 w 84117"/>
                  <a:gd name="connsiteY29" fmla="*/ 80845 h 80864"/>
                  <a:gd name="connsiteX30" fmla="*/ 83380 w 84117"/>
                  <a:gd name="connsiteY30" fmla="*/ 80573 h 80864"/>
                  <a:gd name="connsiteX31" fmla="*/ 83815 w 84117"/>
                  <a:gd name="connsiteY31" fmla="*/ 78231 h 80864"/>
                  <a:gd name="connsiteX32" fmla="*/ 83815 w 84117"/>
                  <a:gd name="connsiteY32" fmla="*/ 78177 h 80864"/>
                  <a:gd name="connsiteX33" fmla="*/ 73523 w 84117"/>
                  <a:gd name="connsiteY33" fmla="*/ 52856 h 80864"/>
                  <a:gd name="connsiteX34" fmla="*/ 69276 w 84117"/>
                  <a:gd name="connsiteY34" fmla="*/ 38752 h 80864"/>
                  <a:gd name="connsiteX35" fmla="*/ 62197 w 84117"/>
                  <a:gd name="connsiteY35" fmla="*/ 23832 h 80864"/>
                  <a:gd name="connsiteX36" fmla="*/ 50816 w 84117"/>
                  <a:gd name="connsiteY36" fmla="*/ 9021 h 80864"/>
                  <a:gd name="connsiteX37" fmla="*/ 34208 w 84117"/>
                  <a:gd name="connsiteY37" fmla="*/ 526 h 80864"/>
                  <a:gd name="connsiteX38" fmla="*/ 33718 w 84117"/>
                  <a:gd name="connsiteY38" fmla="*/ 526 h 80864"/>
                  <a:gd name="connsiteX39" fmla="*/ 33718 w 84117"/>
                  <a:gd name="connsiteY39" fmla="*/ 526 h 80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84117" h="80864">
                    <a:moveTo>
                      <a:pt x="32846" y="5862"/>
                    </a:moveTo>
                    <a:lnTo>
                      <a:pt x="32846" y="5862"/>
                    </a:lnTo>
                    <a:lnTo>
                      <a:pt x="33119" y="5917"/>
                    </a:lnTo>
                    <a:cubicBezTo>
                      <a:pt x="38183" y="6788"/>
                      <a:pt x="43084" y="9293"/>
                      <a:pt x="46841" y="12941"/>
                    </a:cubicBezTo>
                    <a:cubicBezTo>
                      <a:pt x="50380" y="16427"/>
                      <a:pt x="53865" y="20946"/>
                      <a:pt x="57405" y="26664"/>
                    </a:cubicBezTo>
                    <a:cubicBezTo>
                      <a:pt x="59855" y="30693"/>
                      <a:pt x="61925" y="34995"/>
                      <a:pt x="63939" y="40441"/>
                    </a:cubicBezTo>
                    <a:cubicBezTo>
                      <a:pt x="65192" y="44198"/>
                      <a:pt x="66227" y="47846"/>
                      <a:pt x="67261" y="51386"/>
                    </a:cubicBezTo>
                    <a:lnTo>
                      <a:pt x="68078" y="54217"/>
                    </a:lnTo>
                    <a:cubicBezTo>
                      <a:pt x="69276" y="58737"/>
                      <a:pt x="70529" y="63039"/>
                      <a:pt x="71998" y="67123"/>
                    </a:cubicBezTo>
                    <a:cubicBezTo>
                      <a:pt x="68786" y="63965"/>
                      <a:pt x="65900" y="60425"/>
                      <a:pt x="63069" y="56940"/>
                    </a:cubicBezTo>
                    <a:lnTo>
                      <a:pt x="61217" y="54544"/>
                    </a:lnTo>
                    <a:cubicBezTo>
                      <a:pt x="58821" y="51386"/>
                      <a:pt x="56534" y="48391"/>
                      <a:pt x="54247" y="45722"/>
                    </a:cubicBezTo>
                    <a:cubicBezTo>
                      <a:pt x="50979" y="41584"/>
                      <a:pt x="47985" y="38371"/>
                      <a:pt x="45153" y="36030"/>
                    </a:cubicBezTo>
                    <a:cubicBezTo>
                      <a:pt x="41504" y="32871"/>
                      <a:pt x="37311" y="31401"/>
                      <a:pt x="33772" y="30421"/>
                    </a:cubicBezTo>
                    <a:cubicBezTo>
                      <a:pt x="31050" y="29604"/>
                      <a:pt x="28817" y="28570"/>
                      <a:pt x="26639" y="26991"/>
                    </a:cubicBezTo>
                    <a:cubicBezTo>
                      <a:pt x="25332" y="26065"/>
                      <a:pt x="24079" y="25139"/>
                      <a:pt x="22718" y="24159"/>
                    </a:cubicBezTo>
                    <a:cubicBezTo>
                      <a:pt x="18525" y="21164"/>
                      <a:pt x="13842" y="17788"/>
                      <a:pt x="6926" y="13377"/>
                    </a:cubicBezTo>
                    <a:cubicBezTo>
                      <a:pt x="13788" y="5971"/>
                      <a:pt x="24515" y="4555"/>
                      <a:pt x="32846" y="5862"/>
                    </a:cubicBezTo>
                    <a:moveTo>
                      <a:pt x="33718" y="526"/>
                    </a:moveTo>
                    <a:cubicBezTo>
                      <a:pt x="21575" y="-1434"/>
                      <a:pt x="7852" y="1942"/>
                      <a:pt x="392" y="13105"/>
                    </a:cubicBezTo>
                    <a:cubicBezTo>
                      <a:pt x="392" y="13105"/>
                      <a:pt x="338" y="13159"/>
                      <a:pt x="338" y="13159"/>
                    </a:cubicBezTo>
                    <a:cubicBezTo>
                      <a:pt x="-316" y="14194"/>
                      <a:pt x="11" y="15555"/>
                      <a:pt x="1046" y="16208"/>
                    </a:cubicBezTo>
                    <a:lnTo>
                      <a:pt x="1155" y="16263"/>
                    </a:lnTo>
                    <a:cubicBezTo>
                      <a:pt x="12045" y="23015"/>
                      <a:pt x="17872" y="27535"/>
                      <a:pt x="23590" y="31510"/>
                    </a:cubicBezTo>
                    <a:cubicBezTo>
                      <a:pt x="26366" y="33470"/>
                      <a:pt x="29089" y="34777"/>
                      <a:pt x="32357" y="35703"/>
                    </a:cubicBezTo>
                    <a:cubicBezTo>
                      <a:pt x="35624" y="36629"/>
                      <a:pt x="38891" y="37827"/>
                      <a:pt x="41722" y="40223"/>
                    </a:cubicBezTo>
                    <a:cubicBezTo>
                      <a:pt x="44554" y="42564"/>
                      <a:pt x="47331" y="45668"/>
                      <a:pt x="50108" y="49153"/>
                    </a:cubicBezTo>
                    <a:cubicBezTo>
                      <a:pt x="52994" y="52584"/>
                      <a:pt x="55880" y="56395"/>
                      <a:pt x="58875" y="60316"/>
                    </a:cubicBezTo>
                    <a:cubicBezTo>
                      <a:pt x="64974" y="67994"/>
                      <a:pt x="72216" y="76489"/>
                      <a:pt x="81691" y="80736"/>
                    </a:cubicBezTo>
                    <a:cubicBezTo>
                      <a:pt x="81855" y="80791"/>
                      <a:pt x="81964" y="80845"/>
                      <a:pt x="82127" y="80845"/>
                    </a:cubicBezTo>
                    <a:cubicBezTo>
                      <a:pt x="82563" y="80900"/>
                      <a:pt x="82998" y="80845"/>
                      <a:pt x="83380" y="80573"/>
                    </a:cubicBezTo>
                    <a:cubicBezTo>
                      <a:pt x="84142" y="80029"/>
                      <a:pt x="84359" y="78994"/>
                      <a:pt x="83815" y="78231"/>
                    </a:cubicBezTo>
                    <a:lnTo>
                      <a:pt x="83815" y="78177"/>
                    </a:lnTo>
                    <a:cubicBezTo>
                      <a:pt x="78424" y="70390"/>
                      <a:pt x="75974" y="61950"/>
                      <a:pt x="73523" y="52856"/>
                    </a:cubicBezTo>
                    <a:cubicBezTo>
                      <a:pt x="72216" y="48336"/>
                      <a:pt x="70964" y="43653"/>
                      <a:pt x="69276" y="38752"/>
                    </a:cubicBezTo>
                    <a:cubicBezTo>
                      <a:pt x="67479" y="33906"/>
                      <a:pt x="65301" y="28896"/>
                      <a:pt x="62197" y="23832"/>
                    </a:cubicBezTo>
                    <a:cubicBezTo>
                      <a:pt x="59093" y="18822"/>
                      <a:pt x="55336" y="13486"/>
                      <a:pt x="50816" y="9021"/>
                    </a:cubicBezTo>
                    <a:cubicBezTo>
                      <a:pt x="46242" y="4610"/>
                      <a:pt x="40416" y="1615"/>
                      <a:pt x="34208" y="526"/>
                    </a:cubicBezTo>
                    <a:cubicBezTo>
                      <a:pt x="33935" y="526"/>
                      <a:pt x="33827" y="526"/>
                      <a:pt x="33718" y="526"/>
                    </a:cubicBezTo>
                    <a:lnTo>
                      <a:pt x="33718" y="526"/>
                    </a:lnTo>
                    <a:close/>
                  </a:path>
                </a:pathLst>
              </a:custGeom>
              <a:solidFill>
                <a:srgbClr val="C65CAD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415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705920" y="4937216"/>
                <a:ext cx="308586" cy="279493"/>
                <a:chOff x="8705920" y="4937216"/>
                <a:chExt cx="308586" cy="279493"/>
              </a:xfrm>
              <a:noFill/>
            </p:grpSpPr>
            <p:sp>
              <p:nvSpPr>
                <p:cNvPr id="1416" name="Forme libre : forme 1415">
                  <a:extLst>
                    <a:ext uri="{FF2B5EF4-FFF2-40B4-BE49-F238E27FC236}">
                      <a16:creationId xmlns:a16="http://schemas.microsoft.com/office/drawing/2014/main" id="{93FE89B6-80B1-4574-A64C-3FA808DF659F}"/>
                    </a:ext>
                  </a:extLst>
                </p:cNvPr>
                <p:cNvSpPr/>
                <p:nvPr/>
              </p:nvSpPr>
              <p:spPr>
                <a:xfrm>
                  <a:off x="8848362" y="4937924"/>
                  <a:ext cx="34170" cy="87902"/>
                </a:xfrm>
                <a:custGeom>
                  <a:avLst/>
                  <a:gdLst>
                    <a:gd name="connsiteX0" fmla="*/ 11249 w 34170"/>
                    <a:gd name="connsiteY0" fmla="*/ 87074 h 87902"/>
                    <a:gd name="connsiteX1" fmla="*/ 3244 w 34170"/>
                    <a:gd name="connsiteY1" fmla="*/ 64693 h 87902"/>
                    <a:gd name="connsiteX2" fmla="*/ 1556 w 34170"/>
                    <a:gd name="connsiteY2" fmla="*/ 52877 h 87902"/>
                    <a:gd name="connsiteX3" fmla="*/ 1066 w 34170"/>
                    <a:gd name="connsiteY3" fmla="*/ 41224 h 87902"/>
                    <a:gd name="connsiteX4" fmla="*/ 86 w 34170"/>
                    <a:gd name="connsiteY4" fmla="*/ 29625 h 87902"/>
                    <a:gd name="connsiteX5" fmla="*/ 1992 w 34170"/>
                    <a:gd name="connsiteY5" fmla="*/ 18952 h 87902"/>
                    <a:gd name="connsiteX6" fmla="*/ 8581 w 34170"/>
                    <a:gd name="connsiteY6" fmla="*/ 9477 h 87902"/>
                    <a:gd name="connsiteX7" fmla="*/ 19798 w 34170"/>
                    <a:gd name="connsiteY7" fmla="*/ 383 h 87902"/>
                    <a:gd name="connsiteX8" fmla="*/ 19853 w 34170"/>
                    <a:gd name="connsiteY8" fmla="*/ 383 h 87902"/>
                    <a:gd name="connsiteX9" fmla="*/ 23066 w 34170"/>
                    <a:gd name="connsiteY9" fmla="*/ 764 h 87902"/>
                    <a:gd name="connsiteX10" fmla="*/ 31397 w 34170"/>
                    <a:gd name="connsiteY10" fmla="*/ 13235 h 87902"/>
                    <a:gd name="connsiteX11" fmla="*/ 34119 w 34170"/>
                    <a:gd name="connsiteY11" fmla="*/ 25214 h 87902"/>
                    <a:gd name="connsiteX12" fmla="*/ 31833 w 34170"/>
                    <a:gd name="connsiteY12" fmla="*/ 35942 h 87902"/>
                    <a:gd name="connsiteX13" fmla="*/ 26823 w 34170"/>
                    <a:gd name="connsiteY13" fmla="*/ 45743 h 87902"/>
                    <a:gd name="connsiteX14" fmla="*/ 23120 w 34170"/>
                    <a:gd name="connsiteY14" fmla="*/ 55600 h 87902"/>
                    <a:gd name="connsiteX15" fmla="*/ 19581 w 34170"/>
                    <a:gd name="connsiteY15" fmla="*/ 65456 h 87902"/>
                    <a:gd name="connsiteX16" fmla="*/ 14462 w 34170"/>
                    <a:gd name="connsiteY16" fmla="*/ 86421 h 87902"/>
                    <a:gd name="connsiteX17" fmla="*/ 12501 w 34170"/>
                    <a:gd name="connsiteY17" fmla="*/ 87891 h 87902"/>
                    <a:gd name="connsiteX18" fmla="*/ 11249 w 34170"/>
                    <a:gd name="connsiteY18" fmla="*/ 87074 h 87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4170" h="87902">
                      <a:moveTo>
                        <a:pt x="11249" y="87074"/>
                      </a:moveTo>
                      <a:cubicBezTo>
                        <a:pt x="7274" y="80267"/>
                        <a:pt x="4878" y="72535"/>
                        <a:pt x="3244" y="64693"/>
                      </a:cubicBezTo>
                      <a:cubicBezTo>
                        <a:pt x="2537" y="60773"/>
                        <a:pt x="1992" y="56852"/>
                        <a:pt x="1556" y="52877"/>
                      </a:cubicBezTo>
                      <a:cubicBezTo>
                        <a:pt x="1339" y="48956"/>
                        <a:pt x="1175" y="45090"/>
                        <a:pt x="1066" y="41224"/>
                      </a:cubicBezTo>
                      <a:cubicBezTo>
                        <a:pt x="1012" y="37412"/>
                        <a:pt x="467" y="33491"/>
                        <a:pt x="86" y="29625"/>
                      </a:cubicBezTo>
                      <a:cubicBezTo>
                        <a:pt x="-241" y="25813"/>
                        <a:pt x="358" y="22274"/>
                        <a:pt x="1992" y="18952"/>
                      </a:cubicBezTo>
                      <a:cubicBezTo>
                        <a:pt x="3571" y="15685"/>
                        <a:pt x="5749" y="12527"/>
                        <a:pt x="8581" y="9477"/>
                      </a:cubicBezTo>
                      <a:cubicBezTo>
                        <a:pt x="11467" y="6428"/>
                        <a:pt x="14734" y="3433"/>
                        <a:pt x="19798" y="383"/>
                      </a:cubicBezTo>
                      <a:lnTo>
                        <a:pt x="19853" y="383"/>
                      </a:lnTo>
                      <a:cubicBezTo>
                        <a:pt x="20887" y="-270"/>
                        <a:pt x="22194" y="-52"/>
                        <a:pt x="23066" y="764"/>
                      </a:cubicBezTo>
                      <a:cubicBezTo>
                        <a:pt x="27367" y="4903"/>
                        <a:pt x="29654" y="9096"/>
                        <a:pt x="31397" y="13235"/>
                      </a:cubicBezTo>
                      <a:cubicBezTo>
                        <a:pt x="33031" y="17319"/>
                        <a:pt x="33902" y="21348"/>
                        <a:pt x="34119" y="25214"/>
                      </a:cubicBezTo>
                      <a:cubicBezTo>
                        <a:pt x="34392" y="29026"/>
                        <a:pt x="33575" y="32620"/>
                        <a:pt x="31833" y="35942"/>
                      </a:cubicBezTo>
                      <a:cubicBezTo>
                        <a:pt x="30035" y="39209"/>
                        <a:pt x="28130" y="42422"/>
                        <a:pt x="26823" y="45743"/>
                      </a:cubicBezTo>
                      <a:cubicBezTo>
                        <a:pt x="25516" y="49011"/>
                        <a:pt x="24264" y="52332"/>
                        <a:pt x="23120" y="55600"/>
                      </a:cubicBezTo>
                      <a:cubicBezTo>
                        <a:pt x="21813" y="58867"/>
                        <a:pt x="20615" y="62134"/>
                        <a:pt x="19581" y="65456"/>
                      </a:cubicBezTo>
                      <a:cubicBezTo>
                        <a:pt x="17293" y="72099"/>
                        <a:pt x="15606" y="78960"/>
                        <a:pt x="14462" y="86421"/>
                      </a:cubicBezTo>
                      <a:cubicBezTo>
                        <a:pt x="14353" y="87346"/>
                        <a:pt x="13427" y="88000"/>
                        <a:pt x="12501" y="87891"/>
                      </a:cubicBezTo>
                      <a:cubicBezTo>
                        <a:pt x="11957" y="87836"/>
                        <a:pt x="11522" y="87455"/>
                        <a:pt x="11249" y="87074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17" name="Forme libre : forme 1416">
                  <a:extLst>
                    <a:ext uri="{FF2B5EF4-FFF2-40B4-BE49-F238E27FC236}">
                      <a16:creationId xmlns:a16="http://schemas.microsoft.com/office/drawing/2014/main" id="{110A0A87-756B-4FEB-94A9-1EB138C0F6B2}"/>
                    </a:ext>
                  </a:extLst>
                </p:cNvPr>
                <p:cNvSpPr/>
                <p:nvPr/>
              </p:nvSpPr>
              <p:spPr>
                <a:xfrm>
                  <a:off x="8891810" y="4937216"/>
                  <a:ext cx="48325" cy="96209"/>
                </a:xfrm>
                <a:custGeom>
                  <a:avLst/>
                  <a:gdLst>
                    <a:gd name="connsiteX0" fmla="*/ 201 w 48325"/>
                    <a:gd name="connsiteY0" fmla="*/ 94697 h 96209"/>
                    <a:gd name="connsiteX1" fmla="*/ 2543 w 48325"/>
                    <a:gd name="connsiteY1" fmla="*/ 67633 h 96209"/>
                    <a:gd name="connsiteX2" fmla="*/ 5810 w 48325"/>
                    <a:gd name="connsiteY2" fmla="*/ 54564 h 96209"/>
                    <a:gd name="connsiteX3" fmla="*/ 9785 w 48325"/>
                    <a:gd name="connsiteY3" fmla="*/ 42149 h 96209"/>
                    <a:gd name="connsiteX4" fmla="*/ 12617 w 48325"/>
                    <a:gd name="connsiteY4" fmla="*/ 29734 h 96209"/>
                    <a:gd name="connsiteX5" fmla="*/ 17300 w 48325"/>
                    <a:gd name="connsiteY5" fmla="*/ 19006 h 96209"/>
                    <a:gd name="connsiteX6" fmla="*/ 25631 w 48325"/>
                    <a:gd name="connsiteY6" fmla="*/ 9912 h 96209"/>
                    <a:gd name="connsiteX7" fmla="*/ 37448 w 48325"/>
                    <a:gd name="connsiteY7" fmla="*/ 601 h 96209"/>
                    <a:gd name="connsiteX8" fmla="*/ 37556 w 48325"/>
                    <a:gd name="connsiteY8" fmla="*/ 492 h 96209"/>
                    <a:gd name="connsiteX9" fmla="*/ 40715 w 48325"/>
                    <a:gd name="connsiteY9" fmla="*/ 710 h 96209"/>
                    <a:gd name="connsiteX10" fmla="*/ 47794 w 48325"/>
                    <a:gd name="connsiteY10" fmla="*/ 16392 h 96209"/>
                    <a:gd name="connsiteX11" fmla="*/ 47576 w 48325"/>
                    <a:gd name="connsiteY11" fmla="*/ 31313 h 96209"/>
                    <a:gd name="connsiteX12" fmla="*/ 41749 w 48325"/>
                    <a:gd name="connsiteY12" fmla="*/ 43837 h 96209"/>
                    <a:gd name="connsiteX13" fmla="*/ 33037 w 48325"/>
                    <a:gd name="connsiteY13" fmla="*/ 54183 h 96209"/>
                    <a:gd name="connsiteX14" fmla="*/ 25250 w 48325"/>
                    <a:gd name="connsiteY14" fmla="*/ 64366 h 96209"/>
                    <a:gd name="connsiteX15" fmla="*/ 17518 w 48325"/>
                    <a:gd name="connsiteY15" fmla="*/ 74277 h 96209"/>
                    <a:gd name="connsiteX16" fmla="*/ 3469 w 48325"/>
                    <a:gd name="connsiteY16" fmla="*/ 95350 h 96209"/>
                    <a:gd name="connsiteX17" fmla="*/ 3469 w 48325"/>
                    <a:gd name="connsiteY17" fmla="*/ 95350 h 96209"/>
                    <a:gd name="connsiteX18" fmla="*/ 1127 w 48325"/>
                    <a:gd name="connsiteY18" fmla="*/ 96004 h 96209"/>
                    <a:gd name="connsiteX19" fmla="*/ 201 w 48325"/>
                    <a:gd name="connsiteY19" fmla="*/ 94697 h 96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8325" h="96209">
                      <a:moveTo>
                        <a:pt x="201" y="94697"/>
                      </a:moveTo>
                      <a:cubicBezTo>
                        <a:pt x="-507" y="85658"/>
                        <a:pt x="746" y="76509"/>
                        <a:pt x="2543" y="67633"/>
                      </a:cubicBezTo>
                      <a:cubicBezTo>
                        <a:pt x="3523" y="63223"/>
                        <a:pt x="4667" y="58866"/>
                        <a:pt x="5810" y="54564"/>
                      </a:cubicBezTo>
                      <a:lnTo>
                        <a:pt x="9785" y="42149"/>
                      </a:lnTo>
                      <a:cubicBezTo>
                        <a:pt x="11092" y="38120"/>
                        <a:pt x="11854" y="33818"/>
                        <a:pt x="12617" y="29734"/>
                      </a:cubicBezTo>
                      <a:cubicBezTo>
                        <a:pt x="13434" y="25649"/>
                        <a:pt x="14958" y="22164"/>
                        <a:pt x="17300" y="19006"/>
                      </a:cubicBezTo>
                      <a:cubicBezTo>
                        <a:pt x="19641" y="15848"/>
                        <a:pt x="22310" y="12907"/>
                        <a:pt x="25631" y="9912"/>
                      </a:cubicBezTo>
                      <a:cubicBezTo>
                        <a:pt x="28953" y="6917"/>
                        <a:pt x="32492" y="4358"/>
                        <a:pt x="37448" y="601"/>
                      </a:cubicBezTo>
                      <a:lnTo>
                        <a:pt x="37556" y="492"/>
                      </a:lnTo>
                      <a:cubicBezTo>
                        <a:pt x="38537" y="-271"/>
                        <a:pt x="39898" y="-107"/>
                        <a:pt x="40715" y="710"/>
                      </a:cubicBezTo>
                      <a:cubicBezTo>
                        <a:pt x="45234" y="5447"/>
                        <a:pt x="46868" y="11219"/>
                        <a:pt x="47794" y="16392"/>
                      </a:cubicBezTo>
                      <a:cubicBezTo>
                        <a:pt x="48610" y="21511"/>
                        <a:pt x="48447" y="26630"/>
                        <a:pt x="47576" y="31313"/>
                      </a:cubicBezTo>
                      <a:cubicBezTo>
                        <a:pt x="46705" y="36050"/>
                        <a:pt x="44690" y="40243"/>
                        <a:pt x="41749" y="43837"/>
                      </a:cubicBezTo>
                      <a:cubicBezTo>
                        <a:pt x="38809" y="47431"/>
                        <a:pt x="35650" y="50698"/>
                        <a:pt x="33037" y="54183"/>
                      </a:cubicBezTo>
                      <a:lnTo>
                        <a:pt x="25250" y="64366"/>
                      </a:lnTo>
                      <a:cubicBezTo>
                        <a:pt x="22581" y="67633"/>
                        <a:pt x="19968" y="70955"/>
                        <a:pt x="17518" y="74277"/>
                      </a:cubicBezTo>
                      <a:cubicBezTo>
                        <a:pt x="12399" y="80866"/>
                        <a:pt x="7716" y="87781"/>
                        <a:pt x="3469" y="95350"/>
                      </a:cubicBezTo>
                      <a:lnTo>
                        <a:pt x="3469" y="95350"/>
                      </a:lnTo>
                      <a:cubicBezTo>
                        <a:pt x="3033" y="96167"/>
                        <a:pt x="1944" y="96439"/>
                        <a:pt x="1127" y="96004"/>
                      </a:cubicBezTo>
                      <a:cubicBezTo>
                        <a:pt x="528" y="95786"/>
                        <a:pt x="201" y="95242"/>
                        <a:pt x="201" y="94697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18" name="Forme libre : forme 1417">
                  <a:extLst>
                    <a:ext uri="{FF2B5EF4-FFF2-40B4-BE49-F238E27FC236}">
                      <a16:creationId xmlns:a16="http://schemas.microsoft.com/office/drawing/2014/main" id="{8BE27B63-56FF-4FF4-9F4A-142B46AB280D}"/>
                    </a:ext>
                  </a:extLst>
                </p:cNvPr>
                <p:cNvSpPr/>
                <p:nvPr/>
              </p:nvSpPr>
              <p:spPr>
                <a:xfrm>
                  <a:off x="8907060" y="4977555"/>
                  <a:ext cx="77318" cy="62226"/>
                </a:xfrm>
                <a:custGeom>
                  <a:avLst/>
                  <a:gdLst>
                    <a:gd name="connsiteX0" fmla="*/ 89 w 77318"/>
                    <a:gd name="connsiteY0" fmla="*/ 59858 h 62226"/>
                    <a:gd name="connsiteX1" fmla="*/ 14683 w 77318"/>
                    <a:gd name="connsiteY1" fmla="*/ 38348 h 62226"/>
                    <a:gd name="connsiteX2" fmla="*/ 23995 w 77318"/>
                    <a:gd name="connsiteY2" fmla="*/ 29581 h 62226"/>
                    <a:gd name="connsiteX3" fmla="*/ 33251 w 77318"/>
                    <a:gd name="connsiteY3" fmla="*/ 21849 h 62226"/>
                    <a:gd name="connsiteX4" fmla="*/ 40821 w 77318"/>
                    <a:gd name="connsiteY4" fmla="*/ 13572 h 62226"/>
                    <a:gd name="connsiteX5" fmla="*/ 48499 w 77318"/>
                    <a:gd name="connsiteY5" fmla="*/ 7527 h 62226"/>
                    <a:gd name="connsiteX6" fmla="*/ 71751 w 77318"/>
                    <a:gd name="connsiteY6" fmla="*/ 176 h 62226"/>
                    <a:gd name="connsiteX7" fmla="*/ 71860 w 77318"/>
                    <a:gd name="connsiteY7" fmla="*/ 122 h 62226"/>
                    <a:gd name="connsiteX8" fmla="*/ 74800 w 77318"/>
                    <a:gd name="connsiteY8" fmla="*/ 1320 h 62226"/>
                    <a:gd name="connsiteX9" fmla="*/ 76706 w 77318"/>
                    <a:gd name="connsiteY9" fmla="*/ 18037 h 62226"/>
                    <a:gd name="connsiteX10" fmla="*/ 70171 w 77318"/>
                    <a:gd name="connsiteY10" fmla="*/ 32032 h 62226"/>
                    <a:gd name="connsiteX11" fmla="*/ 58954 w 77318"/>
                    <a:gd name="connsiteY11" fmla="*/ 40417 h 62226"/>
                    <a:gd name="connsiteX12" fmla="*/ 46266 w 77318"/>
                    <a:gd name="connsiteY12" fmla="*/ 44611 h 62226"/>
                    <a:gd name="connsiteX13" fmla="*/ 34776 w 77318"/>
                    <a:gd name="connsiteY13" fmla="*/ 48531 h 62226"/>
                    <a:gd name="connsiteX14" fmla="*/ 23722 w 77318"/>
                    <a:gd name="connsiteY14" fmla="*/ 52071 h 62226"/>
                    <a:gd name="connsiteX15" fmla="*/ 2757 w 77318"/>
                    <a:gd name="connsiteY15" fmla="*/ 61927 h 62226"/>
                    <a:gd name="connsiteX16" fmla="*/ 2703 w 77318"/>
                    <a:gd name="connsiteY16" fmla="*/ 61927 h 62226"/>
                    <a:gd name="connsiteX17" fmla="*/ 307 w 77318"/>
                    <a:gd name="connsiteY17" fmla="*/ 61437 h 62226"/>
                    <a:gd name="connsiteX18" fmla="*/ 89 w 77318"/>
                    <a:gd name="connsiteY18" fmla="*/ 59858 h 62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7318" h="62226">
                      <a:moveTo>
                        <a:pt x="89" y="59858"/>
                      </a:moveTo>
                      <a:cubicBezTo>
                        <a:pt x="3030" y="51744"/>
                        <a:pt x="8693" y="44611"/>
                        <a:pt x="14683" y="38348"/>
                      </a:cubicBezTo>
                      <a:cubicBezTo>
                        <a:pt x="17732" y="35299"/>
                        <a:pt x="20891" y="32358"/>
                        <a:pt x="23995" y="29581"/>
                      </a:cubicBezTo>
                      <a:lnTo>
                        <a:pt x="33251" y="21849"/>
                      </a:lnTo>
                      <a:cubicBezTo>
                        <a:pt x="36192" y="19398"/>
                        <a:pt x="38589" y="16403"/>
                        <a:pt x="40821" y="13572"/>
                      </a:cubicBezTo>
                      <a:cubicBezTo>
                        <a:pt x="43053" y="10795"/>
                        <a:pt x="45558" y="8834"/>
                        <a:pt x="48499" y="7527"/>
                      </a:cubicBezTo>
                      <a:cubicBezTo>
                        <a:pt x="54543" y="4805"/>
                        <a:pt x="60533" y="3770"/>
                        <a:pt x="71751" y="176"/>
                      </a:cubicBezTo>
                      <a:lnTo>
                        <a:pt x="71860" y="122"/>
                      </a:lnTo>
                      <a:cubicBezTo>
                        <a:pt x="73003" y="-259"/>
                        <a:pt x="74255" y="285"/>
                        <a:pt x="74800" y="1320"/>
                      </a:cubicBezTo>
                      <a:cubicBezTo>
                        <a:pt x="77686" y="6929"/>
                        <a:pt x="77740" y="12701"/>
                        <a:pt x="76706" y="18037"/>
                      </a:cubicBezTo>
                      <a:cubicBezTo>
                        <a:pt x="75562" y="23319"/>
                        <a:pt x="73167" y="28111"/>
                        <a:pt x="70171" y="32032"/>
                      </a:cubicBezTo>
                      <a:cubicBezTo>
                        <a:pt x="67177" y="36007"/>
                        <a:pt x="63256" y="38784"/>
                        <a:pt x="58954" y="40417"/>
                      </a:cubicBezTo>
                      <a:cubicBezTo>
                        <a:pt x="54598" y="41997"/>
                        <a:pt x="50241" y="43140"/>
                        <a:pt x="46266" y="44611"/>
                      </a:cubicBezTo>
                      <a:lnTo>
                        <a:pt x="34776" y="48531"/>
                      </a:lnTo>
                      <a:cubicBezTo>
                        <a:pt x="30965" y="49675"/>
                        <a:pt x="27262" y="50818"/>
                        <a:pt x="23722" y="52071"/>
                      </a:cubicBezTo>
                      <a:cubicBezTo>
                        <a:pt x="16425" y="54467"/>
                        <a:pt x="9510" y="57462"/>
                        <a:pt x="2757" y="61927"/>
                      </a:cubicBezTo>
                      <a:lnTo>
                        <a:pt x="2703" y="61927"/>
                      </a:lnTo>
                      <a:cubicBezTo>
                        <a:pt x="1941" y="62472"/>
                        <a:pt x="852" y="62254"/>
                        <a:pt x="307" y="61437"/>
                      </a:cubicBezTo>
                      <a:cubicBezTo>
                        <a:pt x="-20" y="60947"/>
                        <a:pt x="-74" y="60348"/>
                        <a:pt x="89" y="59858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19" name="Forme libre : forme 1418">
                  <a:extLst>
                    <a:ext uri="{FF2B5EF4-FFF2-40B4-BE49-F238E27FC236}">
                      <a16:creationId xmlns:a16="http://schemas.microsoft.com/office/drawing/2014/main" id="{1F306A6D-E609-48FC-9D80-51F7F4928BE5}"/>
                    </a:ext>
                  </a:extLst>
                </p:cNvPr>
                <p:cNvSpPr/>
                <p:nvPr/>
              </p:nvSpPr>
              <p:spPr>
                <a:xfrm>
                  <a:off x="8905086" y="5020340"/>
                  <a:ext cx="91717" cy="48601"/>
                </a:xfrm>
                <a:custGeom>
                  <a:avLst/>
                  <a:gdLst>
                    <a:gd name="connsiteX0" fmla="*/ 267 w 91717"/>
                    <a:gd name="connsiteY0" fmla="*/ 45933 h 48601"/>
                    <a:gd name="connsiteX1" fmla="*/ 17910 w 91717"/>
                    <a:gd name="connsiteY1" fmla="*/ 26112 h 48601"/>
                    <a:gd name="connsiteX2" fmla="*/ 28311 w 91717"/>
                    <a:gd name="connsiteY2" fmla="*/ 17563 h 48601"/>
                    <a:gd name="connsiteX3" fmla="*/ 39637 w 91717"/>
                    <a:gd name="connsiteY3" fmla="*/ 10157 h 48601"/>
                    <a:gd name="connsiteX4" fmla="*/ 52433 w 91717"/>
                    <a:gd name="connsiteY4" fmla="*/ 2588 h 48601"/>
                    <a:gd name="connsiteX5" fmla="*/ 69586 w 91717"/>
                    <a:gd name="connsiteY5" fmla="*/ 573 h 48601"/>
                    <a:gd name="connsiteX6" fmla="*/ 86303 w 91717"/>
                    <a:gd name="connsiteY6" fmla="*/ 10048 h 48601"/>
                    <a:gd name="connsiteX7" fmla="*/ 90878 w 91717"/>
                    <a:gd name="connsiteY7" fmla="*/ 28236 h 48601"/>
                    <a:gd name="connsiteX8" fmla="*/ 88210 w 91717"/>
                    <a:gd name="connsiteY8" fmla="*/ 29706 h 48601"/>
                    <a:gd name="connsiteX9" fmla="*/ 87937 w 91717"/>
                    <a:gd name="connsiteY9" fmla="*/ 29652 h 48601"/>
                    <a:gd name="connsiteX10" fmla="*/ 75195 w 91717"/>
                    <a:gd name="connsiteY10" fmla="*/ 30305 h 48601"/>
                    <a:gd name="connsiteX11" fmla="*/ 68007 w 91717"/>
                    <a:gd name="connsiteY11" fmla="*/ 33191 h 48601"/>
                    <a:gd name="connsiteX12" fmla="*/ 60330 w 91717"/>
                    <a:gd name="connsiteY12" fmla="*/ 33954 h 48601"/>
                    <a:gd name="connsiteX13" fmla="*/ 49439 w 91717"/>
                    <a:gd name="connsiteY13" fmla="*/ 34389 h 48601"/>
                    <a:gd name="connsiteX14" fmla="*/ 37894 w 91717"/>
                    <a:gd name="connsiteY14" fmla="*/ 37112 h 48601"/>
                    <a:gd name="connsiteX15" fmla="*/ 26187 w 91717"/>
                    <a:gd name="connsiteY15" fmla="*/ 40270 h 48601"/>
                    <a:gd name="connsiteX16" fmla="*/ 2391 w 91717"/>
                    <a:gd name="connsiteY16" fmla="*/ 48493 h 48601"/>
                    <a:gd name="connsiteX17" fmla="*/ 158 w 91717"/>
                    <a:gd name="connsiteY17" fmla="*/ 47513 h 48601"/>
                    <a:gd name="connsiteX18" fmla="*/ 267 w 91717"/>
                    <a:gd name="connsiteY18" fmla="*/ 45933 h 48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717" h="48601">
                      <a:moveTo>
                        <a:pt x="267" y="45933"/>
                      </a:moveTo>
                      <a:cubicBezTo>
                        <a:pt x="5276" y="38691"/>
                        <a:pt x="11375" y="32211"/>
                        <a:pt x="17910" y="26112"/>
                      </a:cubicBezTo>
                      <a:cubicBezTo>
                        <a:pt x="21231" y="23172"/>
                        <a:pt x="24717" y="20286"/>
                        <a:pt x="28311" y="17563"/>
                      </a:cubicBezTo>
                      <a:cubicBezTo>
                        <a:pt x="31959" y="14949"/>
                        <a:pt x="35771" y="12499"/>
                        <a:pt x="39637" y="10157"/>
                      </a:cubicBezTo>
                      <a:cubicBezTo>
                        <a:pt x="43503" y="7870"/>
                        <a:pt x="47532" y="4984"/>
                        <a:pt x="52433" y="2588"/>
                      </a:cubicBezTo>
                      <a:cubicBezTo>
                        <a:pt x="57280" y="301"/>
                        <a:pt x="63379" y="-733"/>
                        <a:pt x="69586" y="573"/>
                      </a:cubicBezTo>
                      <a:cubicBezTo>
                        <a:pt x="76012" y="1826"/>
                        <a:pt x="82057" y="5147"/>
                        <a:pt x="86303" y="10048"/>
                      </a:cubicBezTo>
                      <a:cubicBezTo>
                        <a:pt x="90497" y="14949"/>
                        <a:pt x="93165" y="21919"/>
                        <a:pt x="90878" y="28236"/>
                      </a:cubicBezTo>
                      <a:cubicBezTo>
                        <a:pt x="90497" y="29325"/>
                        <a:pt x="89353" y="29978"/>
                        <a:pt x="88210" y="29706"/>
                      </a:cubicBezTo>
                      <a:lnTo>
                        <a:pt x="87937" y="29652"/>
                      </a:lnTo>
                      <a:cubicBezTo>
                        <a:pt x="82002" y="28399"/>
                        <a:pt x="78299" y="29379"/>
                        <a:pt x="75195" y="30305"/>
                      </a:cubicBezTo>
                      <a:cubicBezTo>
                        <a:pt x="72146" y="31231"/>
                        <a:pt x="69859" y="32320"/>
                        <a:pt x="68007" y="33191"/>
                      </a:cubicBezTo>
                      <a:cubicBezTo>
                        <a:pt x="65829" y="34062"/>
                        <a:pt x="63597" y="34226"/>
                        <a:pt x="60330" y="33954"/>
                      </a:cubicBezTo>
                      <a:cubicBezTo>
                        <a:pt x="57116" y="33627"/>
                        <a:pt x="53250" y="33572"/>
                        <a:pt x="49439" y="34389"/>
                      </a:cubicBezTo>
                      <a:cubicBezTo>
                        <a:pt x="45572" y="35151"/>
                        <a:pt x="41706" y="36023"/>
                        <a:pt x="37894" y="37112"/>
                      </a:cubicBezTo>
                      <a:cubicBezTo>
                        <a:pt x="33973" y="38038"/>
                        <a:pt x="30053" y="39072"/>
                        <a:pt x="26187" y="40270"/>
                      </a:cubicBezTo>
                      <a:cubicBezTo>
                        <a:pt x="18291" y="42503"/>
                        <a:pt x="10504" y="45443"/>
                        <a:pt x="2391" y="48493"/>
                      </a:cubicBezTo>
                      <a:cubicBezTo>
                        <a:pt x="1519" y="48819"/>
                        <a:pt x="539" y="48384"/>
                        <a:pt x="158" y="47513"/>
                      </a:cubicBezTo>
                      <a:cubicBezTo>
                        <a:pt x="-115" y="46968"/>
                        <a:pt x="-6" y="46369"/>
                        <a:pt x="267" y="45933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0" name="Forme libre : forme 1419">
                  <a:extLst>
                    <a:ext uri="{FF2B5EF4-FFF2-40B4-BE49-F238E27FC236}">
                      <a16:creationId xmlns:a16="http://schemas.microsoft.com/office/drawing/2014/main" id="{D5499677-56CA-4DE9-9639-21EE160E613B}"/>
                    </a:ext>
                  </a:extLst>
                </p:cNvPr>
                <p:cNvSpPr/>
                <p:nvPr/>
              </p:nvSpPr>
              <p:spPr>
                <a:xfrm>
                  <a:off x="8909734" y="5077191"/>
                  <a:ext cx="104772" cy="51876"/>
                </a:xfrm>
                <a:custGeom>
                  <a:avLst/>
                  <a:gdLst>
                    <a:gd name="connsiteX0" fmla="*/ 3024 w 104772"/>
                    <a:gd name="connsiteY0" fmla="*/ 572 h 51876"/>
                    <a:gd name="connsiteX1" fmla="*/ 14133 w 104772"/>
                    <a:gd name="connsiteY1" fmla="*/ 7052 h 51876"/>
                    <a:gd name="connsiteX2" fmla="*/ 26820 w 104772"/>
                    <a:gd name="connsiteY2" fmla="*/ 7869 h 51876"/>
                    <a:gd name="connsiteX3" fmla="*/ 41196 w 104772"/>
                    <a:gd name="connsiteY3" fmla="*/ 6562 h 51876"/>
                    <a:gd name="connsiteX4" fmla="*/ 57859 w 104772"/>
                    <a:gd name="connsiteY4" fmla="*/ 7107 h 51876"/>
                    <a:gd name="connsiteX5" fmla="*/ 75012 w 104772"/>
                    <a:gd name="connsiteY5" fmla="*/ 9666 h 51876"/>
                    <a:gd name="connsiteX6" fmla="*/ 90313 w 104772"/>
                    <a:gd name="connsiteY6" fmla="*/ 17616 h 51876"/>
                    <a:gd name="connsiteX7" fmla="*/ 100932 w 104772"/>
                    <a:gd name="connsiteY7" fmla="*/ 31611 h 51876"/>
                    <a:gd name="connsiteX8" fmla="*/ 104689 w 104772"/>
                    <a:gd name="connsiteY8" fmla="*/ 49799 h 51876"/>
                    <a:gd name="connsiteX9" fmla="*/ 102293 w 104772"/>
                    <a:gd name="connsiteY9" fmla="*/ 51868 h 51876"/>
                    <a:gd name="connsiteX10" fmla="*/ 102184 w 104772"/>
                    <a:gd name="connsiteY10" fmla="*/ 51868 h 51876"/>
                    <a:gd name="connsiteX11" fmla="*/ 102130 w 104772"/>
                    <a:gd name="connsiteY11" fmla="*/ 51868 h 51876"/>
                    <a:gd name="connsiteX12" fmla="*/ 72779 w 104772"/>
                    <a:gd name="connsiteY12" fmla="*/ 45170 h 51876"/>
                    <a:gd name="connsiteX13" fmla="*/ 62161 w 104772"/>
                    <a:gd name="connsiteY13" fmla="*/ 39343 h 51876"/>
                    <a:gd name="connsiteX14" fmla="*/ 51488 w 104772"/>
                    <a:gd name="connsiteY14" fmla="*/ 32482 h 51876"/>
                    <a:gd name="connsiteX15" fmla="*/ 39236 w 104772"/>
                    <a:gd name="connsiteY15" fmla="*/ 28181 h 51876"/>
                    <a:gd name="connsiteX16" fmla="*/ 24370 w 104772"/>
                    <a:gd name="connsiteY16" fmla="*/ 24042 h 51876"/>
                    <a:gd name="connsiteX17" fmla="*/ 9177 w 104772"/>
                    <a:gd name="connsiteY17" fmla="*/ 16092 h 51876"/>
                    <a:gd name="connsiteX18" fmla="*/ 29 w 104772"/>
                    <a:gd name="connsiteY18" fmla="*/ 1988 h 51876"/>
                    <a:gd name="connsiteX19" fmla="*/ 1335 w 104772"/>
                    <a:gd name="connsiteY19" fmla="*/ 28 h 51876"/>
                    <a:gd name="connsiteX20" fmla="*/ 2915 w 104772"/>
                    <a:gd name="connsiteY20" fmla="*/ 572 h 51876"/>
                    <a:gd name="connsiteX21" fmla="*/ 3024 w 104772"/>
                    <a:gd name="connsiteY21" fmla="*/ 572 h 51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4772" h="51876">
                      <a:moveTo>
                        <a:pt x="3024" y="572"/>
                      </a:moveTo>
                      <a:cubicBezTo>
                        <a:pt x="6073" y="4112"/>
                        <a:pt x="10049" y="6018"/>
                        <a:pt x="14133" y="7052"/>
                      </a:cubicBezTo>
                      <a:cubicBezTo>
                        <a:pt x="18325" y="8087"/>
                        <a:pt x="22355" y="8196"/>
                        <a:pt x="26820" y="7869"/>
                      </a:cubicBezTo>
                      <a:cubicBezTo>
                        <a:pt x="31231" y="7651"/>
                        <a:pt x="35914" y="6943"/>
                        <a:pt x="41196" y="6562"/>
                      </a:cubicBezTo>
                      <a:cubicBezTo>
                        <a:pt x="46478" y="6290"/>
                        <a:pt x="52304" y="6508"/>
                        <a:pt x="57859" y="7107"/>
                      </a:cubicBezTo>
                      <a:cubicBezTo>
                        <a:pt x="63467" y="7815"/>
                        <a:pt x="69240" y="8359"/>
                        <a:pt x="75012" y="9666"/>
                      </a:cubicBezTo>
                      <a:cubicBezTo>
                        <a:pt x="80730" y="10973"/>
                        <a:pt x="86011" y="13696"/>
                        <a:pt x="90313" y="17616"/>
                      </a:cubicBezTo>
                      <a:cubicBezTo>
                        <a:pt x="94669" y="21482"/>
                        <a:pt x="98318" y="26220"/>
                        <a:pt x="100932" y="31611"/>
                      </a:cubicBezTo>
                      <a:cubicBezTo>
                        <a:pt x="103436" y="37056"/>
                        <a:pt x="105179" y="42992"/>
                        <a:pt x="104689" y="49799"/>
                      </a:cubicBezTo>
                      <a:cubicBezTo>
                        <a:pt x="104580" y="51051"/>
                        <a:pt x="103545" y="51977"/>
                        <a:pt x="102293" y="51868"/>
                      </a:cubicBezTo>
                      <a:cubicBezTo>
                        <a:pt x="102239" y="51868"/>
                        <a:pt x="102239" y="51868"/>
                        <a:pt x="102184" y="51868"/>
                      </a:cubicBezTo>
                      <a:lnTo>
                        <a:pt x="102130" y="51868"/>
                      </a:lnTo>
                      <a:cubicBezTo>
                        <a:pt x="89060" y="50180"/>
                        <a:pt x="80839" y="47784"/>
                        <a:pt x="72779" y="45170"/>
                      </a:cubicBezTo>
                      <a:cubicBezTo>
                        <a:pt x="68858" y="43863"/>
                        <a:pt x="65428" y="41957"/>
                        <a:pt x="62161" y="39343"/>
                      </a:cubicBezTo>
                      <a:cubicBezTo>
                        <a:pt x="58894" y="36675"/>
                        <a:pt x="55408" y="34170"/>
                        <a:pt x="51488" y="32482"/>
                      </a:cubicBezTo>
                      <a:cubicBezTo>
                        <a:pt x="47567" y="30740"/>
                        <a:pt x="43701" y="29324"/>
                        <a:pt x="39236" y="28181"/>
                      </a:cubicBezTo>
                      <a:cubicBezTo>
                        <a:pt x="34770" y="26873"/>
                        <a:pt x="29652" y="25730"/>
                        <a:pt x="24370" y="24042"/>
                      </a:cubicBezTo>
                      <a:cubicBezTo>
                        <a:pt x="19196" y="22245"/>
                        <a:pt x="13642" y="19794"/>
                        <a:pt x="9177" y="16092"/>
                      </a:cubicBezTo>
                      <a:cubicBezTo>
                        <a:pt x="4712" y="12443"/>
                        <a:pt x="1118" y="7433"/>
                        <a:pt x="29" y="1988"/>
                      </a:cubicBezTo>
                      <a:cubicBezTo>
                        <a:pt x="-134" y="1062"/>
                        <a:pt x="410" y="191"/>
                        <a:pt x="1335" y="28"/>
                      </a:cubicBezTo>
                      <a:cubicBezTo>
                        <a:pt x="1934" y="-81"/>
                        <a:pt x="2534" y="137"/>
                        <a:pt x="2915" y="572"/>
                      </a:cubicBezTo>
                      <a:lnTo>
                        <a:pt x="3024" y="572"/>
                      </a:ln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1" name="Forme libre : forme 1420">
                  <a:extLst>
                    <a:ext uri="{FF2B5EF4-FFF2-40B4-BE49-F238E27FC236}">
                      <a16:creationId xmlns:a16="http://schemas.microsoft.com/office/drawing/2014/main" id="{875CEB95-6D1D-47F3-A995-EB9E4C95FCA6}"/>
                    </a:ext>
                  </a:extLst>
                </p:cNvPr>
                <p:cNvSpPr/>
                <p:nvPr/>
              </p:nvSpPr>
              <p:spPr>
                <a:xfrm>
                  <a:off x="8884758" y="5100170"/>
                  <a:ext cx="70215" cy="65454"/>
                </a:xfrm>
                <a:custGeom>
                  <a:avLst/>
                  <a:gdLst>
                    <a:gd name="connsiteX0" fmla="*/ 2897 w 70215"/>
                    <a:gd name="connsiteY0" fmla="*/ 518 h 65454"/>
                    <a:gd name="connsiteX1" fmla="*/ 19832 w 70215"/>
                    <a:gd name="connsiteY1" fmla="*/ 15819 h 65454"/>
                    <a:gd name="connsiteX2" fmla="*/ 28872 w 70215"/>
                    <a:gd name="connsiteY2" fmla="*/ 21592 h 65454"/>
                    <a:gd name="connsiteX3" fmla="*/ 38020 w 70215"/>
                    <a:gd name="connsiteY3" fmla="*/ 26275 h 65454"/>
                    <a:gd name="connsiteX4" fmla="*/ 58385 w 70215"/>
                    <a:gd name="connsiteY4" fmla="*/ 33790 h 65454"/>
                    <a:gd name="connsiteX5" fmla="*/ 68351 w 70215"/>
                    <a:gd name="connsiteY5" fmla="*/ 46695 h 65454"/>
                    <a:gd name="connsiteX6" fmla="*/ 67588 w 70215"/>
                    <a:gd name="connsiteY6" fmla="*/ 64447 h 65454"/>
                    <a:gd name="connsiteX7" fmla="*/ 64702 w 70215"/>
                    <a:gd name="connsiteY7" fmla="*/ 65264 h 65454"/>
                    <a:gd name="connsiteX8" fmla="*/ 64375 w 70215"/>
                    <a:gd name="connsiteY8" fmla="*/ 65155 h 65454"/>
                    <a:gd name="connsiteX9" fmla="*/ 52069 w 70215"/>
                    <a:gd name="connsiteY9" fmla="*/ 63085 h 65454"/>
                    <a:gd name="connsiteX10" fmla="*/ 43084 w 70215"/>
                    <a:gd name="connsiteY10" fmla="*/ 62650 h 65454"/>
                    <a:gd name="connsiteX11" fmla="*/ 32847 w 70215"/>
                    <a:gd name="connsiteY11" fmla="*/ 57368 h 65454"/>
                    <a:gd name="connsiteX12" fmla="*/ 22881 w 70215"/>
                    <a:gd name="connsiteY12" fmla="*/ 47566 h 65454"/>
                    <a:gd name="connsiteX13" fmla="*/ 14060 w 70215"/>
                    <a:gd name="connsiteY13" fmla="*/ 37438 h 65454"/>
                    <a:gd name="connsiteX14" fmla="*/ 7253 w 70215"/>
                    <a:gd name="connsiteY14" fmla="*/ 26166 h 65454"/>
                    <a:gd name="connsiteX15" fmla="*/ 11 w 70215"/>
                    <a:gd name="connsiteY15" fmla="*/ 1879 h 65454"/>
                    <a:gd name="connsiteX16" fmla="*/ 1536 w 70215"/>
                    <a:gd name="connsiteY16" fmla="*/ 28 h 65454"/>
                    <a:gd name="connsiteX17" fmla="*/ 2897 w 70215"/>
                    <a:gd name="connsiteY17" fmla="*/ 518 h 65454"/>
                    <a:gd name="connsiteX18" fmla="*/ 2897 w 70215"/>
                    <a:gd name="connsiteY18" fmla="*/ 518 h 65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0215" h="65454">
                      <a:moveTo>
                        <a:pt x="2897" y="518"/>
                      </a:moveTo>
                      <a:cubicBezTo>
                        <a:pt x="8343" y="6454"/>
                        <a:pt x="13788" y="11627"/>
                        <a:pt x="19832" y="15819"/>
                      </a:cubicBezTo>
                      <a:cubicBezTo>
                        <a:pt x="22719" y="17998"/>
                        <a:pt x="25768" y="19904"/>
                        <a:pt x="28872" y="21592"/>
                      </a:cubicBezTo>
                      <a:cubicBezTo>
                        <a:pt x="31866" y="23389"/>
                        <a:pt x="34862" y="24968"/>
                        <a:pt x="38020" y="26275"/>
                      </a:cubicBezTo>
                      <a:cubicBezTo>
                        <a:pt x="44446" y="29270"/>
                        <a:pt x="50871" y="27255"/>
                        <a:pt x="58385" y="33790"/>
                      </a:cubicBezTo>
                      <a:cubicBezTo>
                        <a:pt x="61980" y="36784"/>
                        <a:pt x="66064" y="41195"/>
                        <a:pt x="68351" y="46695"/>
                      </a:cubicBezTo>
                      <a:cubicBezTo>
                        <a:pt x="70583" y="52086"/>
                        <a:pt x="71345" y="59110"/>
                        <a:pt x="67588" y="64447"/>
                      </a:cubicBezTo>
                      <a:cubicBezTo>
                        <a:pt x="66935" y="65373"/>
                        <a:pt x="65737" y="65699"/>
                        <a:pt x="64702" y="65264"/>
                      </a:cubicBezTo>
                      <a:lnTo>
                        <a:pt x="64375" y="65155"/>
                      </a:lnTo>
                      <a:cubicBezTo>
                        <a:pt x="58930" y="62868"/>
                        <a:pt x="55336" y="63085"/>
                        <a:pt x="52069" y="63085"/>
                      </a:cubicBezTo>
                      <a:cubicBezTo>
                        <a:pt x="48856" y="63085"/>
                        <a:pt x="46297" y="63303"/>
                        <a:pt x="43084" y="62650"/>
                      </a:cubicBezTo>
                      <a:cubicBezTo>
                        <a:pt x="39980" y="62051"/>
                        <a:pt x="36440" y="60417"/>
                        <a:pt x="32847" y="57368"/>
                      </a:cubicBezTo>
                      <a:cubicBezTo>
                        <a:pt x="29253" y="54210"/>
                        <a:pt x="26095" y="50725"/>
                        <a:pt x="22881" y="47566"/>
                      </a:cubicBezTo>
                      <a:cubicBezTo>
                        <a:pt x="19669" y="44408"/>
                        <a:pt x="16728" y="40977"/>
                        <a:pt x="14060" y="37438"/>
                      </a:cubicBezTo>
                      <a:cubicBezTo>
                        <a:pt x="11501" y="33790"/>
                        <a:pt x="9213" y="30032"/>
                        <a:pt x="7253" y="26166"/>
                      </a:cubicBezTo>
                      <a:cubicBezTo>
                        <a:pt x="3442" y="18324"/>
                        <a:pt x="828" y="10156"/>
                        <a:pt x="11" y="1879"/>
                      </a:cubicBezTo>
                      <a:cubicBezTo>
                        <a:pt x="-98" y="954"/>
                        <a:pt x="610" y="83"/>
                        <a:pt x="1536" y="28"/>
                      </a:cubicBezTo>
                      <a:cubicBezTo>
                        <a:pt x="2026" y="-81"/>
                        <a:pt x="2516" y="137"/>
                        <a:pt x="2897" y="518"/>
                      </a:cubicBezTo>
                      <a:lnTo>
                        <a:pt x="2897" y="518"/>
                      </a:ln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2" name="Forme libre : forme 1421">
                  <a:extLst>
                    <a:ext uri="{FF2B5EF4-FFF2-40B4-BE49-F238E27FC236}">
                      <a16:creationId xmlns:a16="http://schemas.microsoft.com/office/drawing/2014/main" id="{66F2D8B4-9D0D-4DD9-AE1E-E5A4F779F0B8}"/>
                    </a:ext>
                  </a:extLst>
                </p:cNvPr>
                <p:cNvSpPr/>
                <p:nvPr/>
              </p:nvSpPr>
              <p:spPr>
                <a:xfrm>
                  <a:off x="8861926" y="5121162"/>
                  <a:ext cx="38973" cy="93939"/>
                </a:xfrm>
                <a:custGeom>
                  <a:avLst/>
                  <a:gdLst>
                    <a:gd name="connsiteX0" fmla="*/ 2912 w 38973"/>
                    <a:gd name="connsiteY0" fmla="*/ 491 h 93939"/>
                    <a:gd name="connsiteX1" fmla="*/ 18922 w 38973"/>
                    <a:gd name="connsiteY1" fmla="*/ 21782 h 93939"/>
                    <a:gd name="connsiteX2" fmla="*/ 24966 w 38973"/>
                    <a:gd name="connsiteY2" fmla="*/ 33980 h 93939"/>
                    <a:gd name="connsiteX3" fmla="*/ 29431 w 38973"/>
                    <a:gd name="connsiteY3" fmla="*/ 46831 h 93939"/>
                    <a:gd name="connsiteX4" fmla="*/ 34223 w 38973"/>
                    <a:gd name="connsiteY4" fmla="*/ 57994 h 93939"/>
                    <a:gd name="connsiteX5" fmla="*/ 36783 w 38973"/>
                    <a:gd name="connsiteY5" fmla="*/ 66815 h 93939"/>
                    <a:gd name="connsiteX6" fmla="*/ 36783 w 38973"/>
                    <a:gd name="connsiteY6" fmla="*/ 75964 h 93939"/>
                    <a:gd name="connsiteX7" fmla="*/ 38798 w 38973"/>
                    <a:gd name="connsiteY7" fmla="*/ 89196 h 93939"/>
                    <a:gd name="connsiteX8" fmla="*/ 38852 w 38973"/>
                    <a:gd name="connsiteY8" fmla="*/ 89413 h 93939"/>
                    <a:gd name="connsiteX9" fmla="*/ 37654 w 38973"/>
                    <a:gd name="connsiteY9" fmla="*/ 92245 h 93939"/>
                    <a:gd name="connsiteX10" fmla="*/ 19467 w 38973"/>
                    <a:gd name="connsiteY10" fmla="*/ 91265 h 93939"/>
                    <a:gd name="connsiteX11" fmla="*/ 6561 w 38973"/>
                    <a:gd name="connsiteY11" fmla="*/ 79176 h 93939"/>
                    <a:gd name="connsiteX12" fmla="*/ 2423 w 38973"/>
                    <a:gd name="connsiteY12" fmla="*/ 63984 h 93939"/>
                    <a:gd name="connsiteX13" fmla="*/ 3511 w 38973"/>
                    <a:gd name="connsiteY13" fmla="*/ 50425 h 93939"/>
                    <a:gd name="connsiteX14" fmla="*/ 3729 w 38973"/>
                    <a:gd name="connsiteY14" fmla="*/ 38663 h 93939"/>
                    <a:gd name="connsiteX15" fmla="*/ 3348 w 38973"/>
                    <a:gd name="connsiteY15" fmla="*/ 26737 h 93939"/>
                    <a:gd name="connsiteX16" fmla="*/ 27 w 38973"/>
                    <a:gd name="connsiteY16" fmla="*/ 2070 h 93939"/>
                    <a:gd name="connsiteX17" fmla="*/ 1388 w 38973"/>
                    <a:gd name="connsiteY17" fmla="*/ 55 h 93939"/>
                    <a:gd name="connsiteX18" fmla="*/ 2912 w 38973"/>
                    <a:gd name="connsiteY18" fmla="*/ 491 h 93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8973" h="93939">
                      <a:moveTo>
                        <a:pt x="2912" y="491"/>
                      </a:moveTo>
                      <a:cubicBezTo>
                        <a:pt x="9175" y="6698"/>
                        <a:pt x="14348" y="13995"/>
                        <a:pt x="18922" y="21782"/>
                      </a:cubicBezTo>
                      <a:cubicBezTo>
                        <a:pt x="21100" y="25703"/>
                        <a:pt x="23115" y="29787"/>
                        <a:pt x="24966" y="33980"/>
                      </a:cubicBezTo>
                      <a:cubicBezTo>
                        <a:pt x="26654" y="38173"/>
                        <a:pt x="28125" y="42692"/>
                        <a:pt x="29431" y="46831"/>
                      </a:cubicBezTo>
                      <a:cubicBezTo>
                        <a:pt x="30684" y="50969"/>
                        <a:pt x="32481" y="54726"/>
                        <a:pt x="34223" y="57994"/>
                      </a:cubicBezTo>
                      <a:cubicBezTo>
                        <a:pt x="35912" y="61206"/>
                        <a:pt x="36729" y="64147"/>
                        <a:pt x="36783" y="66815"/>
                      </a:cubicBezTo>
                      <a:cubicBezTo>
                        <a:pt x="36892" y="69593"/>
                        <a:pt x="36783" y="72533"/>
                        <a:pt x="36783" y="75964"/>
                      </a:cubicBezTo>
                      <a:cubicBezTo>
                        <a:pt x="36783" y="79503"/>
                        <a:pt x="36837" y="83424"/>
                        <a:pt x="38798" y="89196"/>
                      </a:cubicBezTo>
                      <a:lnTo>
                        <a:pt x="38852" y="89413"/>
                      </a:lnTo>
                      <a:cubicBezTo>
                        <a:pt x="39233" y="90557"/>
                        <a:pt x="38689" y="91755"/>
                        <a:pt x="37654" y="92245"/>
                      </a:cubicBezTo>
                      <a:cubicBezTo>
                        <a:pt x="31773" y="95186"/>
                        <a:pt x="24912" y="93933"/>
                        <a:pt x="19467" y="91265"/>
                      </a:cubicBezTo>
                      <a:cubicBezTo>
                        <a:pt x="13912" y="88488"/>
                        <a:pt x="9610" y="84077"/>
                        <a:pt x="6561" y="79176"/>
                      </a:cubicBezTo>
                      <a:cubicBezTo>
                        <a:pt x="3457" y="74112"/>
                        <a:pt x="2314" y="68885"/>
                        <a:pt x="2423" y="63984"/>
                      </a:cubicBezTo>
                      <a:cubicBezTo>
                        <a:pt x="2641" y="59029"/>
                        <a:pt x="3403" y="54563"/>
                        <a:pt x="3511" y="50425"/>
                      </a:cubicBezTo>
                      <a:cubicBezTo>
                        <a:pt x="3675" y="46286"/>
                        <a:pt x="3838" y="42583"/>
                        <a:pt x="3729" y="38663"/>
                      </a:cubicBezTo>
                      <a:cubicBezTo>
                        <a:pt x="3784" y="34742"/>
                        <a:pt x="3675" y="30767"/>
                        <a:pt x="3348" y="26737"/>
                      </a:cubicBezTo>
                      <a:cubicBezTo>
                        <a:pt x="2912" y="18678"/>
                        <a:pt x="1606" y="10510"/>
                        <a:pt x="27" y="2070"/>
                      </a:cubicBezTo>
                      <a:cubicBezTo>
                        <a:pt x="-137" y="1144"/>
                        <a:pt x="462" y="273"/>
                        <a:pt x="1388" y="55"/>
                      </a:cubicBezTo>
                      <a:cubicBezTo>
                        <a:pt x="1987" y="-109"/>
                        <a:pt x="2532" y="109"/>
                        <a:pt x="2912" y="491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3" name="Forme libre : forme 1422">
                  <a:extLst>
                    <a:ext uri="{FF2B5EF4-FFF2-40B4-BE49-F238E27FC236}">
                      <a16:creationId xmlns:a16="http://schemas.microsoft.com/office/drawing/2014/main" id="{FE8447D0-D2E1-474B-B7C5-43642EAB15FA}"/>
                    </a:ext>
                  </a:extLst>
                </p:cNvPr>
                <p:cNvSpPr/>
                <p:nvPr/>
              </p:nvSpPr>
              <p:spPr>
                <a:xfrm>
                  <a:off x="8769724" y="5105868"/>
                  <a:ext cx="75059" cy="110841"/>
                </a:xfrm>
                <a:custGeom>
                  <a:avLst/>
                  <a:gdLst>
                    <a:gd name="connsiteX0" fmla="*/ 73388 w 75059"/>
                    <a:gd name="connsiteY0" fmla="*/ 1191 h 110841"/>
                    <a:gd name="connsiteX1" fmla="*/ 71319 w 75059"/>
                    <a:gd name="connsiteY1" fmla="*/ 36695 h 110841"/>
                    <a:gd name="connsiteX2" fmla="*/ 62497 w 75059"/>
                    <a:gd name="connsiteY2" fmla="*/ 53576 h 110841"/>
                    <a:gd name="connsiteX3" fmla="*/ 49973 w 75059"/>
                    <a:gd name="connsiteY3" fmla="*/ 67298 h 110841"/>
                    <a:gd name="connsiteX4" fmla="*/ 39300 w 75059"/>
                    <a:gd name="connsiteY4" fmla="*/ 79224 h 110841"/>
                    <a:gd name="connsiteX5" fmla="*/ 31295 w 75059"/>
                    <a:gd name="connsiteY5" fmla="*/ 87718 h 110841"/>
                    <a:gd name="connsiteX6" fmla="*/ 23672 w 75059"/>
                    <a:gd name="connsiteY6" fmla="*/ 94906 h 110841"/>
                    <a:gd name="connsiteX7" fmla="*/ 16430 w 75059"/>
                    <a:gd name="connsiteY7" fmla="*/ 109228 h 110841"/>
                    <a:gd name="connsiteX8" fmla="*/ 16375 w 75059"/>
                    <a:gd name="connsiteY8" fmla="*/ 109391 h 110841"/>
                    <a:gd name="connsiteX9" fmla="*/ 13761 w 75059"/>
                    <a:gd name="connsiteY9" fmla="*/ 110753 h 110841"/>
                    <a:gd name="connsiteX10" fmla="*/ 13489 w 75059"/>
                    <a:gd name="connsiteY10" fmla="*/ 110643 h 110841"/>
                    <a:gd name="connsiteX11" fmla="*/ 692 w 75059"/>
                    <a:gd name="connsiteY11" fmla="*/ 92946 h 110841"/>
                    <a:gd name="connsiteX12" fmla="*/ 420 w 75059"/>
                    <a:gd name="connsiteY12" fmla="*/ 80966 h 110841"/>
                    <a:gd name="connsiteX13" fmla="*/ 4178 w 75059"/>
                    <a:gd name="connsiteY13" fmla="*/ 69585 h 110841"/>
                    <a:gd name="connsiteX14" fmla="*/ 18717 w 75059"/>
                    <a:gd name="connsiteY14" fmla="*/ 54338 h 110841"/>
                    <a:gd name="connsiteX15" fmla="*/ 34236 w 75059"/>
                    <a:gd name="connsiteY15" fmla="*/ 46443 h 110841"/>
                    <a:gd name="connsiteX16" fmla="*/ 46597 w 75059"/>
                    <a:gd name="connsiteY16" fmla="*/ 38764 h 110841"/>
                    <a:gd name="connsiteX17" fmla="*/ 56888 w 75059"/>
                    <a:gd name="connsiteY17" fmla="*/ 29017 h 110841"/>
                    <a:gd name="connsiteX18" fmla="*/ 70067 w 75059"/>
                    <a:gd name="connsiteY18" fmla="*/ 1355 h 110841"/>
                    <a:gd name="connsiteX19" fmla="*/ 70067 w 75059"/>
                    <a:gd name="connsiteY19" fmla="*/ 1300 h 110841"/>
                    <a:gd name="connsiteX20" fmla="*/ 72081 w 75059"/>
                    <a:gd name="connsiteY20" fmla="*/ 48 h 110841"/>
                    <a:gd name="connsiteX21" fmla="*/ 73388 w 75059"/>
                    <a:gd name="connsiteY21" fmla="*/ 1191 h 110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5059" h="110841">
                      <a:moveTo>
                        <a:pt x="73388" y="1191"/>
                      </a:moveTo>
                      <a:cubicBezTo>
                        <a:pt x="76220" y="12409"/>
                        <a:pt x="75403" y="24879"/>
                        <a:pt x="71319" y="36695"/>
                      </a:cubicBezTo>
                      <a:cubicBezTo>
                        <a:pt x="69141" y="42522"/>
                        <a:pt x="66255" y="48239"/>
                        <a:pt x="62497" y="53576"/>
                      </a:cubicBezTo>
                      <a:cubicBezTo>
                        <a:pt x="58577" y="58803"/>
                        <a:pt x="54112" y="63269"/>
                        <a:pt x="49973" y="67298"/>
                      </a:cubicBezTo>
                      <a:cubicBezTo>
                        <a:pt x="45780" y="71273"/>
                        <a:pt x="42186" y="75412"/>
                        <a:pt x="39300" y="79224"/>
                      </a:cubicBezTo>
                      <a:cubicBezTo>
                        <a:pt x="36305" y="82981"/>
                        <a:pt x="33855" y="85649"/>
                        <a:pt x="31295" y="87718"/>
                      </a:cubicBezTo>
                      <a:cubicBezTo>
                        <a:pt x="28736" y="89842"/>
                        <a:pt x="26231" y="91585"/>
                        <a:pt x="23672" y="94906"/>
                      </a:cubicBezTo>
                      <a:cubicBezTo>
                        <a:pt x="21004" y="98228"/>
                        <a:pt x="18553" y="102584"/>
                        <a:pt x="16430" y="109228"/>
                      </a:cubicBezTo>
                      <a:lnTo>
                        <a:pt x="16375" y="109391"/>
                      </a:lnTo>
                      <a:cubicBezTo>
                        <a:pt x="15994" y="110480"/>
                        <a:pt x="14850" y="111079"/>
                        <a:pt x="13761" y="110753"/>
                      </a:cubicBezTo>
                      <a:cubicBezTo>
                        <a:pt x="13652" y="110698"/>
                        <a:pt x="13598" y="110698"/>
                        <a:pt x="13489" y="110643"/>
                      </a:cubicBezTo>
                      <a:cubicBezTo>
                        <a:pt x="6737" y="107322"/>
                        <a:pt x="2381" y="100515"/>
                        <a:pt x="692" y="92946"/>
                      </a:cubicBezTo>
                      <a:cubicBezTo>
                        <a:pt x="-179" y="89134"/>
                        <a:pt x="-179" y="85050"/>
                        <a:pt x="420" y="80966"/>
                      </a:cubicBezTo>
                      <a:cubicBezTo>
                        <a:pt x="1128" y="77046"/>
                        <a:pt x="2381" y="73070"/>
                        <a:pt x="4178" y="69585"/>
                      </a:cubicBezTo>
                      <a:cubicBezTo>
                        <a:pt x="7772" y="62506"/>
                        <a:pt x="13272" y="57442"/>
                        <a:pt x="18717" y="54338"/>
                      </a:cubicBezTo>
                      <a:cubicBezTo>
                        <a:pt x="24271" y="51180"/>
                        <a:pt x="29662" y="49056"/>
                        <a:pt x="34236" y="46443"/>
                      </a:cubicBezTo>
                      <a:cubicBezTo>
                        <a:pt x="38810" y="43883"/>
                        <a:pt x="43003" y="41487"/>
                        <a:pt x="46597" y="38764"/>
                      </a:cubicBezTo>
                      <a:cubicBezTo>
                        <a:pt x="50354" y="36096"/>
                        <a:pt x="53785" y="32775"/>
                        <a:pt x="56888" y="29017"/>
                      </a:cubicBezTo>
                      <a:cubicBezTo>
                        <a:pt x="63151" y="21503"/>
                        <a:pt x="67725" y="12028"/>
                        <a:pt x="70067" y="1355"/>
                      </a:cubicBezTo>
                      <a:lnTo>
                        <a:pt x="70067" y="1300"/>
                      </a:lnTo>
                      <a:cubicBezTo>
                        <a:pt x="70285" y="375"/>
                        <a:pt x="71155" y="-170"/>
                        <a:pt x="72081" y="48"/>
                      </a:cubicBezTo>
                      <a:cubicBezTo>
                        <a:pt x="72789" y="102"/>
                        <a:pt x="73225" y="592"/>
                        <a:pt x="73388" y="1191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4" name="Forme libre : forme 1423">
                  <a:extLst>
                    <a:ext uri="{FF2B5EF4-FFF2-40B4-BE49-F238E27FC236}">
                      <a16:creationId xmlns:a16="http://schemas.microsoft.com/office/drawing/2014/main" id="{2C54E822-D9DD-4B3D-B087-FDABB428D207}"/>
                    </a:ext>
                  </a:extLst>
                </p:cNvPr>
                <p:cNvSpPr/>
                <p:nvPr/>
              </p:nvSpPr>
              <p:spPr>
                <a:xfrm>
                  <a:off x="8740392" y="5108514"/>
                  <a:ext cx="78746" cy="51189"/>
                </a:xfrm>
                <a:custGeom>
                  <a:avLst/>
                  <a:gdLst>
                    <a:gd name="connsiteX0" fmla="*/ 78433 w 78746"/>
                    <a:gd name="connsiteY0" fmla="*/ 2630 h 51189"/>
                    <a:gd name="connsiteX1" fmla="*/ 63567 w 78746"/>
                    <a:gd name="connsiteY1" fmla="*/ 20600 h 51189"/>
                    <a:gd name="connsiteX2" fmla="*/ 55399 w 78746"/>
                    <a:gd name="connsiteY2" fmla="*/ 28876 h 51189"/>
                    <a:gd name="connsiteX3" fmla="*/ 46687 w 78746"/>
                    <a:gd name="connsiteY3" fmla="*/ 36555 h 51189"/>
                    <a:gd name="connsiteX4" fmla="*/ 38192 w 78746"/>
                    <a:gd name="connsiteY4" fmla="*/ 44832 h 51189"/>
                    <a:gd name="connsiteX5" fmla="*/ 28063 w 78746"/>
                    <a:gd name="connsiteY5" fmla="*/ 50277 h 51189"/>
                    <a:gd name="connsiteX6" fmla="*/ 15702 w 78746"/>
                    <a:gd name="connsiteY6" fmla="*/ 50985 h 51189"/>
                    <a:gd name="connsiteX7" fmla="*/ 1381 w 78746"/>
                    <a:gd name="connsiteY7" fmla="*/ 46628 h 51189"/>
                    <a:gd name="connsiteX8" fmla="*/ 74 w 78746"/>
                    <a:gd name="connsiteY8" fmla="*/ 43634 h 51189"/>
                    <a:gd name="connsiteX9" fmla="*/ 5900 w 78746"/>
                    <a:gd name="connsiteY9" fmla="*/ 30075 h 51189"/>
                    <a:gd name="connsiteX10" fmla="*/ 13415 w 78746"/>
                    <a:gd name="connsiteY10" fmla="*/ 21090 h 51189"/>
                    <a:gd name="connsiteX11" fmla="*/ 22944 w 78746"/>
                    <a:gd name="connsiteY11" fmla="*/ 16352 h 51189"/>
                    <a:gd name="connsiteX12" fmla="*/ 33781 w 78746"/>
                    <a:gd name="connsiteY12" fmla="*/ 13902 h 51189"/>
                    <a:gd name="connsiteX13" fmla="*/ 44181 w 78746"/>
                    <a:gd name="connsiteY13" fmla="*/ 10362 h 51189"/>
                    <a:gd name="connsiteX14" fmla="*/ 54800 w 78746"/>
                    <a:gd name="connsiteY14" fmla="*/ 6932 h 51189"/>
                    <a:gd name="connsiteX15" fmla="*/ 76582 w 78746"/>
                    <a:gd name="connsiteY15" fmla="*/ 71 h 51189"/>
                    <a:gd name="connsiteX16" fmla="*/ 78705 w 78746"/>
                    <a:gd name="connsiteY16" fmla="*/ 1214 h 51189"/>
                    <a:gd name="connsiteX17" fmla="*/ 78433 w 78746"/>
                    <a:gd name="connsiteY17" fmla="*/ 2630 h 51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8746" h="51189">
                      <a:moveTo>
                        <a:pt x="78433" y="2630"/>
                      </a:moveTo>
                      <a:cubicBezTo>
                        <a:pt x="73914" y="9056"/>
                        <a:pt x="68849" y="14882"/>
                        <a:pt x="63567" y="20600"/>
                      </a:cubicBezTo>
                      <a:lnTo>
                        <a:pt x="55399" y="28876"/>
                      </a:lnTo>
                      <a:lnTo>
                        <a:pt x="46687" y="36555"/>
                      </a:lnTo>
                      <a:cubicBezTo>
                        <a:pt x="43746" y="39060"/>
                        <a:pt x="41023" y="42000"/>
                        <a:pt x="38192" y="44832"/>
                      </a:cubicBezTo>
                      <a:cubicBezTo>
                        <a:pt x="35305" y="47554"/>
                        <a:pt x="31929" y="49406"/>
                        <a:pt x="28063" y="50277"/>
                      </a:cubicBezTo>
                      <a:cubicBezTo>
                        <a:pt x="24197" y="51148"/>
                        <a:pt x="20059" y="51420"/>
                        <a:pt x="15702" y="50985"/>
                      </a:cubicBezTo>
                      <a:cubicBezTo>
                        <a:pt x="11237" y="50440"/>
                        <a:pt x="6663" y="49406"/>
                        <a:pt x="1381" y="46628"/>
                      </a:cubicBezTo>
                      <a:cubicBezTo>
                        <a:pt x="292" y="46030"/>
                        <a:pt x="-199" y="44777"/>
                        <a:pt x="74" y="43634"/>
                      </a:cubicBezTo>
                      <a:cubicBezTo>
                        <a:pt x="1544" y="37861"/>
                        <a:pt x="3668" y="33777"/>
                        <a:pt x="5900" y="30075"/>
                      </a:cubicBezTo>
                      <a:cubicBezTo>
                        <a:pt x="8188" y="26480"/>
                        <a:pt x="10692" y="23540"/>
                        <a:pt x="13415" y="21090"/>
                      </a:cubicBezTo>
                      <a:cubicBezTo>
                        <a:pt x="16138" y="18639"/>
                        <a:pt x="19296" y="17060"/>
                        <a:pt x="22944" y="16352"/>
                      </a:cubicBezTo>
                      <a:cubicBezTo>
                        <a:pt x="26593" y="15644"/>
                        <a:pt x="30351" y="15045"/>
                        <a:pt x="33781" y="13902"/>
                      </a:cubicBezTo>
                      <a:lnTo>
                        <a:pt x="44181" y="10362"/>
                      </a:lnTo>
                      <a:lnTo>
                        <a:pt x="54800" y="6932"/>
                      </a:lnTo>
                      <a:cubicBezTo>
                        <a:pt x="61988" y="4699"/>
                        <a:pt x="69067" y="2249"/>
                        <a:pt x="76582" y="71"/>
                      </a:cubicBezTo>
                      <a:cubicBezTo>
                        <a:pt x="77507" y="-202"/>
                        <a:pt x="78433" y="343"/>
                        <a:pt x="78705" y="1214"/>
                      </a:cubicBezTo>
                      <a:cubicBezTo>
                        <a:pt x="78814" y="1650"/>
                        <a:pt x="78705" y="2194"/>
                        <a:pt x="78433" y="2630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5" name="Forme libre : forme 1424">
                  <a:extLst>
                    <a:ext uri="{FF2B5EF4-FFF2-40B4-BE49-F238E27FC236}">
                      <a16:creationId xmlns:a16="http://schemas.microsoft.com/office/drawing/2014/main" id="{C6A74625-FB61-4565-9381-D91BB251207E}"/>
                    </a:ext>
                  </a:extLst>
                </p:cNvPr>
                <p:cNvSpPr/>
                <p:nvPr/>
              </p:nvSpPr>
              <p:spPr>
                <a:xfrm>
                  <a:off x="8712831" y="5070525"/>
                  <a:ext cx="100822" cy="41694"/>
                </a:xfrm>
                <a:custGeom>
                  <a:avLst/>
                  <a:gdLst>
                    <a:gd name="connsiteX0" fmla="*/ 100767 w 100822"/>
                    <a:gd name="connsiteY0" fmla="*/ 3862 h 41694"/>
                    <a:gd name="connsiteX1" fmla="*/ 97227 w 100822"/>
                    <a:gd name="connsiteY1" fmla="*/ 12139 h 41694"/>
                    <a:gd name="connsiteX2" fmla="*/ 89822 w 100822"/>
                    <a:gd name="connsiteY2" fmla="*/ 16495 h 41694"/>
                    <a:gd name="connsiteX3" fmla="*/ 85846 w 100822"/>
                    <a:gd name="connsiteY3" fmla="*/ 17748 h 41694"/>
                    <a:gd name="connsiteX4" fmla="*/ 82307 w 100822"/>
                    <a:gd name="connsiteY4" fmla="*/ 18673 h 41694"/>
                    <a:gd name="connsiteX5" fmla="*/ 75282 w 100822"/>
                    <a:gd name="connsiteY5" fmla="*/ 20362 h 41694"/>
                    <a:gd name="connsiteX6" fmla="*/ 61669 w 100822"/>
                    <a:gd name="connsiteY6" fmla="*/ 23248 h 41694"/>
                    <a:gd name="connsiteX7" fmla="*/ 49090 w 100822"/>
                    <a:gd name="connsiteY7" fmla="*/ 26243 h 41694"/>
                    <a:gd name="connsiteX8" fmla="*/ 38635 w 100822"/>
                    <a:gd name="connsiteY8" fmla="*/ 31361 h 41694"/>
                    <a:gd name="connsiteX9" fmla="*/ 29432 w 100822"/>
                    <a:gd name="connsiteY9" fmla="*/ 35336 h 41694"/>
                    <a:gd name="connsiteX10" fmla="*/ 18923 w 100822"/>
                    <a:gd name="connsiteY10" fmla="*/ 37351 h 41694"/>
                    <a:gd name="connsiteX11" fmla="*/ 4710 w 100822"/>
                    <a:gd name="connsiteY11" fmla="*/ 41490 h 41694"/>
                    <a:gd name="connsiteX12" fmla="*/ 4547 w 100822"/>
                    <a:gd name="connsiteY12" fmla="*/ 41544 h 41694"/>
                    <a:gd name="connsiteX13" fmla="*/ 1660 w 100822"/>
                    <a:gd name="connsiteY13" fmla="*/ 40346 h 41694"/>
                    <a:gd name="connsiteX14" fmla="*/ 2205 w 100822"/>
                    <a:gd name="connsiteY14" fmla="*/ 21451 h 41694"/>
                    <a:gd name="connsiteX15" fmla="*/ 13477 w 100822"/>
                    <a:gd name="connsiteY15" fmla="*/ 6803 h 41694"/>
                    <a:gd name="connsiteX16" fmla="*/ 29650 w 100822"/>
                    <a:gd name="connsiteY16" fmla="*/ 268 h 41694"/>
                    <a:gd name="connsiteX17" fmla="*/ 46204 w 100822"/>
                    <a:gd name="connsiteY17" fmla="*/ 268 h 41694"/>
                    <a:gd name="connsiteX18" fmla="*/ 61124 w 100822"/>
                    <a:gd name="connsiteY18" fmla="*/ 1520 h 41694"/>
                    <a:gd name="connsiteX19" fmla="*/ 75064 w 100822"/>
                    <a:gd name="connsiteY19" fmla="*/ 4025 h 41694"/>
                    <a:gd name="connsiteX20" fmla="*/ 81816 w 100822"/>
                    <a:gd name="connsiteY20" fmla="*/ 5387 h 41694"/>
                    <a:gd name="connsiteX21" fmla="*/ 85139 w 100822"/>
                    <a:gd name="connsiteY21" fmla="*/ 5986 h 41694"/>
                    <a:gd name="connsiteX22" fmla="*/ 88024 w 100822"/>
                    <a:gd name="connsiteY22" fmla="*/ 6421 h 41694"/>
                    <a:gd name="connsiteX23" fmla="*/ 93524 w 100822"/>
                    <a:gd name="connsiteY23" fmla="*/ 6258 h 41694"/>
                    <a:gd name="connsiteX24" fmla="*/ 97445 w 100822"/>
                    <a:gd name="connsiteY24" fmla="*/ 3535 h 41694"/>
                    <a:gd name="connsiteX25" fmla="*/ 97554 w 100822"/>
                    <a:gd name="connsiteY25" fmla="*/ 3317 h 41694"/>
                    <a:gd name="connsiteX26" fmla="*/ 99786 w 100822"/>
                    <a:gd name="connsiteY26" fmla="*/ 2555 h 41694"/>
                    <a:gd name="connsiteX27" fmla="*/ 100767 w 100822"/>
                    <a:gd name="connsiteY27" fmla="*/ 3862 h 41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00822" h="41694">
                      <a:moveTo>
                        <a:pt x="100767" y="3862"/>
                      </a:moveTo>
                      <a:cubicBezTo>
                        <a:pt x="101148" y="6803"/>
                        <a:pt x="99514" y="10124"/>
                        <a:pt x="97227" y="12139"/>
                      </a:cubicBezTo>
                      <a:cubicBezTo>
                        <a:pt x="94994" y="14208"/>
                        <a:pt x="92435" y="15461"/>
                        <a:pt x="89822" y="16495"/>
                      </a:cubicBezTo>
                      <a:cubicBezTo>
                        <a:pt x="88515" y="16985"/>
                        <a:pt x="87207" y="17421"/>
                        <a:pt x="85846" y="17748"/>
                      </a:cubicBezTo>
                      <a:lnTo>
                        <a:pt x="82307" y="18673"/>
                      </a:lnTo>
                      <a:lnTo>
                        <a:pt x="75282" y="20362"/>
                      </a:lnTo>
                      <a:lnTo>
                        <a:pt x="61669" y="23248"/>
                      </a:lnTo>
                      <a:cubicBezTo>
                        <a:pt x="57258" y="24119"/>
                        <a:pt x="53065" y="25044"/>
                        <a:pt x="49090" y="26243"/>
                      </a:cubicBezTo>
                      <a:cubicBezTo>
                        <a:pt x="45115" y="27386"/>
                        <a:pt x="41521" y="29347"/>
                        <a:pt x="38635" y="31361"/>
                      </a:cubicBezTo>
                      <a:cubicBezTo>
                        <a:pt x="35585" y="33322"/>
                        <a:pt x="32700" y="34628"/>
                        <a:pt x="29432" y="35336"/>
                      </a:cubicBezTo>
                      <a:cubicBezTo>
                        <a:pt x="26219" y="36099"/>
                        <a:pt x="22789" y="36589"/>
                        <a:pt x="18923" y="37351"/>
                      </a:cubicBezTo>
                      <a:cubicBezTo>
                        <a:pt x="15002" y="38114"/>
                        <a:pt x="10700" y="39148"/>
                        <a:pt x="4710" y="41490"/>
                      </a:cubicBezTo>
                      <a:lnTo>
                        <a:pt x="4547" y="41544"/>
                      </a:lnTo>
                      <a:cubicBezTo>
                        <a:pt x="3403" y="41980"/>
                        <a:pt x="2097" y="41435"/>
                        <a:pt x="1660" y="40346"/>
                      </a:cubicBezTo>
                      <a:cubicBezTo>
                        <a:pt x="-1008" y="34138"/>
                        <a:pt x="-191" y="27386"/>
                        <a:pt x="2205" y="21451"/>
                      </a:cubicBezTo>
                      <a:cubicBezTo>
                        <a:pt x="4656" y="15515"/>
                        <a:pt x="8740" y="10614"/>
                        <a:pt x="13477" y="6803"/>
                      </a:cubicBezTo>
                      <a:cubicBezTo>
                        <a:pt x="18215" y="2991"/>
                        <a:pt x="23878" y="813"/>
                        <a:pt x="29650" y="268"/>
                      </a:cubicBezTo>
                      <a:cubicBezTo>
                        <a:pt x="35531" y="-276"/>
                        <a:pt x="41030" y="159"/>
                        <a:pt x="46204" y="268"/>
                      </a:cubicBezTo>
                      <a:cubicBezTo>
                        <a:pt x="51377" y="432"/>
                        <a:pt x="56332" y="921"/>
                        <a:pt x="61124" y="1520"/>
                      </a:cubicBezTo>
                      <a:lnTo>
                        <a:pt x="75064" y="4025"/>
                      </a:lnTo>
                      <a:lnTo>
                        <a:pt x="81816" y="5387"/>
                      </a:lnTo>
                      <a:lnTo>
                        <a:pt x="85139" y="5986"/>
                      </a:lnTo>
                      <a:cubicBezTo>
                        <a:pt x="86064" y="6149"/>
                        <a:pt x="87044" y="6312"/>
                        <a:pt x="88024" y="6421"/>
                      </a:cubicBezTo>
                      <a:cubicBezTo>
                        <a:pt x="89930" y="6639"/>
                        <a:pt x="91891" y="6639"/>
                        <a:pt x="93524" y="6258"/>
                      </a:cubicBezTo>
                      <a:cubicBezTo>
                        <a:pt x="95212" y="5931"/>
                        <a:pt x="96628" y="5278"/>
                        <a:pt x="97445" y="3535"/>
                      </a:cubicBezTo>
                      <a:lnTo>
                        <a:pt x="97554" y="3317"/>
                      </a:lnTo>
                      <a:cubicBezTo>
                        <a:pt x="97990" y="2501"/>
                        <a:pt x="98969" y="2174"/>
                        <a:pt x="99786" y="2555"/>
                      </a:cubicBezTo>
                      <a:cubicBezTo>
                        <a:pt x="100385" y="2828"/>
                        <a:pt x="100712" y="3317"/>
                        <a:pt x="100767" y="3862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6" name="Forme libre : forme 1425">
                  <a:extLst>
                    <a:ext uri="{FF2B5EF4-FFF2-40B4-BE49-F238E27FC236}">
                      <a16:creationId xmlns:a16="http://schemas.microsoft.com/office/drawing/2014/main" id="{9C2B57E6-A76E-43F6-96FE-D31AB8BB0085}"/>
                    </a:ext>
                  </a:extLst>
                </p:cNvPr>
                <p:cNvSpPr/>
                <p:nvPr/>
              </p:nvSpPr>
              <p:spPr>
                <a:xfrm>
                  <a:off x="8705920" y="4988269"/>
                  <a:ext cx="107599" cy="61021"/>
                </a:xfrm>
                <a:custGeom>
                  <a:avLst/>
                  <a:gdLst>
                    <a:gd name="connsiteX0" fmla="*/ 105717 w 107599"/>
                    <a:gd name="connsiteY0" fmla="*/ 61015 h 61021"/>
                    <a:gd name="connsiteX1" fmla="*/ 74461 w 107599"/>
                    <a:gd name="connsiteY1" fmla="*/ 51975 h 61021"/>
                    <a:gd name="connsiteX2" fmla="*/ 61610 w 107599"/>
                    <a:gd name="connsiteY2" fmla="*/ 42119 h 61021"/>
                    <a:gd name="connsiteX3" fmla="*/ 51645 w 107599"/>
                    <a:gd name="connsiteY3" fmla="*/ 35911 h 61021"/>
                    <a:gd name="connsiteX4" fmla="*/ 40754 w 107599"/>
                    <a:gd name="connsiteY4" fmla="*/ 34496 h 61021"/>
                    <a:gd name="connsiteX5" fmla="*/ 29482 w 107599"/>
                    <a:gd name="connsiteY5" fmla="*/ 32862 h 61021"/>
                    <a:gd name="connsiteX6" fmla="*/ 16359 w 107599"/>
                    <a:gd name="connsiteY6" fmla="*/ 28234 h 61021"/>
                    <a:gd name="connsiteX7" fmla="*/ 894 w 107599"/>
                    <a:gd name="connsiteY7" fmla="*/ 19793 h 61021"/>
                    <a:gd name="connsiteX8" fmla="*/ 458 w 107599"/>
                    <a:gd name="connsiteY8" fmla="*/ 16635 h 61021"/>
                    <a:gd name="connsiteX9" fmla="*/ 513 w 107599"/>
                    <a:gd name="connsiteY9" fmla="*/ 16526 h 61021"/>
                    <a:gd name="connsiteX10" fmla="*/ 14725 w 107599"/>
                    <a:gd name="connsiteY10" fmla="*/ 5145 h 61021"/>
                    <a:gd name="connsiteX11" fmla="*/ 31443 w 107599"/>
                    <a:gd name="connsiteY11" fmla="*/ 190 h 61021"/>
                    <a:gd name="connsiteX12" fmla="*/ 49576 w 107599"/>
                    <a:gd name="connsiteY12" fmla="*/ 3294 h 61021"/>
                    <a:gd name="connsiteX13" fmla="*/ 65858 w 107599"/>
                    <a:gd name="connsiteY13" fmla="*/ 13912 h 61021"/>
                    <a:gd name="connsiteX14" fmla="*/ 77946 w 107599"/>
                    <a:gd name="connsiteY14" fmla="*/ 27689 h 61021"/>
                    <a:gd name="connsiteX15" fmla="*/ 85352 w 107599"/>
                    <a:gd name="connsiteY15" fmla="*/ 39723 h 61021"/>
                    <a:gd name="connsiteX16" fmla="*/ 106861 w 107599"/>
                    <a:gd name="connsiteY16" fmla="*/ 57856 h 61021"/>
                    <a:gd name="connsiteX17" fmla="*/ 107297 w 107599"/>
                    <a:gd name="connsiteY17" fmla="*/ 60198 h 61021"/>
                    <a:gd name="connsiteX18" fmla="*/ 105717 w 107599"/>
                    <a:gd name="connsiteY18" fmla="*/ 61015 h 61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07599" h="61021">
                      <a:moveTo>
                        <a:pt x="105717" y="61015"/>
                      </a:moveTo>
                      <a:cubicBezTo>
                        <a:pt x="95589" y="60034"/>
                        <a:pt x="84862" y="58510"/>
                        <a:pt x="74461" y="51975"/>
                      </a:cubicBezTo>
                      <a:cubicBezTo>
                        <a:pt x="69506" y="48708"/>
                        <a:pt x="65368" y="45005"/>
                        <a:pt x="61610" y="42119"/>
                      </a:cubicBezTo>
                      <a:cubicBezTo>
                        <a:pt x="57907" y="39015"/>
                        <a:pt x="54912" y="37110"/>
                        <a:pt x="51645" y="35911"/>
                      </a:cubicBezTo>
                      <a:cubicBezTo>
                        <a:pt x="48324" y="34605"/>
                        <a:pt x="44511" y="34387"/>
                        <a:pt x="40754" y="34496"/>
                      </a:cubicBezTo>
                      <a:cubicBezTo>
                        <a:pt x="36997" y="34550"/>
                        <a:pt x="33403" y="34060"/>
                        <a:pt x="29482" y="32862"/>
                      </a:cubicBezTo>
                      <a:cubicBezTo>
                        <a:pt x="25507" y="31664"/>
                        <a:pt x="21151" y="30194"/>
                        <a:pt x="16359" y="28234"/>
                      </a:cubicBezTo>
                      <a:cubicBezTo>
                        <a:pt x="11567" y="26164"/>
                        <a:pt x="6339" y="23931"/>
                        <a:pt x="894" y="19793"/>
                      </a:cubicBezTo>
                      <a:cubicBezTo>
                        <a:pt x="-86" y="19031"/>
                        <a:pt x="-304" y="17615"/>
                        <a:pt x="458" y="16635"/>
                      </a:cubicBezTo>
                      <a:cubicBezTo>
                        <a:pt x="458" y="16580"/>
                        <a:pt x="513" y="16580"/>
                        <a:pt x="513" y="16526"/>
                      </a:cubicBezTo>
                      <a:cubicBezTo>
                        <a:pt x="4924" y="11298"/>
                        <a:pt x="9607" y="7922"/>
                        <a:pt x="14725" y="5145"/>
                      </a:cubicBezTo>
                      <a:cubicBezTo>
                        <a:pt x="19844" y="2531"/>
                        <a:pt x="25453" y="789"/>
                        <a:pt x="31443" y="190"/>
                      </a:cubicBezTo>
                      <a:cubicBezTo>
                        <a:pt x="37433" y="-464"/>
                        <a:pt x="43749" y="571"/>
                        <a:pt x="49576" y="3294"/>
                      </a:cubicBezTo>
                      <a:cubicBezTo>
                        <a:pt x="55402" y="6071"/>
                        <a:pt x="60848" y="9828"/>
                        <a:pt x="65858" y="13912"/>
                      </a:cubicBezTo>
                      <a:cubicBezTo>
                        <a:pt x="71030" y="18051"/>
                        <a:pt x="75114" y="23278"/>
                        <a:pt x="77946" y="27689"/>
                      </a:cubicBezTo>
                      <a:cubicBezTo>
                        <a:pt x="80778" y="32263"/>
                        <a:pt x="82902" y="36347"/>
                        <a:pt x="85352" y="39723"/>
                      </a:cubicBezTo>
                      <a:cubicBezTo>
                        <a:pt x="89872" y="46639"/>
                        <a:pt x="98366" y="52139"/>
                        <a:pt x="106861" y="57856"/>
                      </a:cubicBezTo>
                      <a:cubicBezTo>
                        <a:pt x="107624" y="58401"/>
                        <a:pt x="107841" y="59435"/>
                        <a:pt x="107297" y="60198"/>
                      </a:cubicBezTo>
                      <a:cubicBezTo>
                        <a:pt x="106916" y="60797"/>
                        <a:pt x="106317" y="61069"/>
                        <a:pt x="105717" y="61015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7" name="Forme libre : forme 1426">
                  <a:extLst>
                    <a:ext uri="{FF2B5EF4-FFF2-40B4-BE49-F238E27FC236}">
                      <a16:creationId xmlns:a16="http://schemas.microsoft.com/office/drawing/2014/main" id="{7BCF8E46-F8B1-41D0-A9E9-4DA6EC9982E7}"/>
                    </a:ext>
                  </a:extLst>
                </p:cNvPr>
                <p:cNvSpPr/>
                <p:nvPr/>
              </p:nvSpPr>
              <p:spPr>
                <a:xfrm>
                  <a:off x="8735500" y="4950416"/>
                  <a:ext cx="83954" cy="80869"/>
                </a:xfrm>
                <a:custGeom>
                  <a:avLst/>
                  <a:gdLst>
                    <a:gd name="connsiteX0" fmla="*/ 81691 w 83954"/>
                    <a:gd name="connsiteY0" fmla="*/ 80735 h 80869"/>
                    <a:gd name="connsiteX1" fmla="*/ 58875 w 83954"/>
                    <a:gd name="connsiteY1" fmla="*/ 60315 h 80869"/>
                    <a:gd name="connsiteX2" fmla="*/ 50108 w 83954"/>
                    <a:gd name="connsiteY2" fmla="*/ 49151 h 80869"/>
                    <a:gd name="connsiteX3" fmla="*/ 41722 w 83954"/>
                    <a:gd name="connsiteY3" fmla="*/ 40221 h 80869"/>
                    <a:gd name="connsiteX4" fmla="*/ 32357 w 83954"/>
                    <a:gd name="connsiteY4" fmla="*/ 35702 h 80869"/>
                    <a:gd name="connsiteX5" fmla="*/ 23590 w 83954"/>
                    <a:gd name="connsiteY5" fmla="*/ 31508 h 80869"/>
                    <a:gd name="connsiteX6" fmla="*/ 1155 w 83954"/>
                    <a:gd name="connsiteY6" fmla="*/ 16261 h 80869"/>
                    <a:gd name="connsiteX7" fmla="*/ 1046 w 83954"/>
                    <a:gd name="connsiteY7" fmla="*/ 16207 h 80869"/>
                    <a:gd name="connsiteX8" fmla="*/ 338 w 83954"/>
                    <a:gd name="connsiteY8" fmla="*/ 13158 h 80869"/>
                    <a:gd name="connsiteX9" fmla="*/ 392 w 83954"/>
                    <a:gd name="connsiteY9" fmla="*/ 13103 h 80869"/>
                    <a:gd name="connsiteX10" fmla="*/ 34044 w 83954"/>
                    <a:gd name="connsiteY10" fmla="*/ 579 h 80869"/>
                    <a:gd name="connsiteX11" fmla="*/ 50653 w 83954"/>
                    <a:gd name="connsiteY11" fmla="*/ 9074 h 80869"/>
                    <a:gd name="connsiteX12" fmla="*/ 62034 w 83954"/>
                    <a:gd name="connsiteY12" fmla="*/ 23885 h 80869"/>
                    <a:gd name="connsiteX13" fmla="*/ 69113 w 83954"/>
                    <a:gd name="connsiteY13" fmla="*/ 38805 h 80869"/>
                    <a:gd name="connsiteX14" fmla="*/ 73360 w 83954"/>
                    <a:gd name="connsiteY14" fmla="*/ 52909 h 80869"/>
                    <a:gd name="connsiteX15" fmla="*/ 83652 w 83954"/>
                    <a:gd name="connsiteY15" fmla="*/ 78230 h 80869"/>
                    <a:gd name="connsiteX16" fmla="*/ 83652 w 83954"/>
                    <a:gd name="connsiteY16" fmla="*/ 78284 h 80869"/>
                    <a:gd name="connsiteX17" fmla="*/ 83216 w 83954"/>
                    <a:gd name="connsiteY17" fmla="*/ 80626 h 80869"/>
                    <a:gd name="connsiteX18" fmla="*/ 81691 w 83954"/>
                    <a:gd name="connsiteY18" fmla="*/ 80735 h 80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83954" h="80869">
                      <a:moveTo>
                        <a:pt x="81691" y="80735"/>
                      </a:moveTo>
                      <a:cubicBezTo>
                        <a:pt x="72271" y="76487"/>
                        <a:pt x="65029" y="67993"/>
                        <a:pt x="58875" y="60315"/>
                      </a:cubicBezTo>
                      <a:cubicBezTo>
                        <a:pt x="55880" y="56394"/>
                        <a:pt x="52994" y="52582"/>
                        <a:pt x="50108" y="49151"/>
                      </a:cubicBezTo>
                      <a:cubicBezTo>
                        <a:pt x="47386" y="45667"/>
                        <a:pt x="44554" y="42563"/>
                        <a:pt x="41722" y="40221"/>
                      </a:cubicBezTo>
                      <a:cubicBezTo>
                        <a:pt x="38945" y="37825"/>
                        <a:pt x="35678" y="36627"/>
                        <a:pt x="32357" y="35702"/>
                      </a:cubicBezTo>
                      <a:cubicBezTo>
                        <a:pt x="29143" y="34776"/>
                        <a:pt x="26367" y="33523"/>
                        <a:pt x="23590" y="31508"/>
                      </a:cubicBezTo>
                      <a:cubicBezTo>
                        <a:pt x="17872" y="27479"/>
                        <a:pt x="12045" y="22959"/>
                        <a:pt x="1155" y="16261"/>
                      </a:cubicBezTo>
                      <a:lnTo>
                        <a:pt x="1046" y="16207"/>
                      </a:lnTo>
                      <a:cubicBezTo>
                        <a:pt x="11" y="15554"/>
                        <a:pt x="-316" y="14192"/>
                        <a:pt x="338" y="13158"/>
                      </a:cubicBezTo>
                      <a:cubicBezTo>
                        <a:pt x="338" y="13158"/>
                        <a:pt x="392" y="13103"/>
                        <a:pt x="392" y="13103"/>
                      </a:cubicBezTo>
                      <a:cubicBezTo>
                        <a:pt x="7961" y="1831"/>
                        <a:pt x="21792" y="-1491"/>
                        <a:pt x="34044" y="579"/>
                      </a:cubicBezTo>
                      <a:cubicBezTo>
                        <a:pt x="40252" y="1613"/>
                        <a:pt x="46079" y="4608"/>
                        <a:pt x="50653" y="9074"/>
                      </a:cubicBezTo>
                      <a:cubicBezTo>
                        <a:pt x="55172" y="13539"/>
                        <a:pt x="58930" y="18821"/>
                        <a:pt x="62034" y="23885"/>
                      </a:cubicBezTo>
                      <a:cubicBezTo>
                        <a:pt x="65138" y="28895"/>
                        <a:pt x="67315" y="33959"/>
                        <a:pt x="69113" y="38805"/>
                      </a:cubicBezTo>
                      <a:cubicBezTo>
                        <a:pt x="70746" y="43706"/>
                        <a:pt x="72053" y="48444"/>
                        <a:pt x="73360" y="52909"/>
                      </a:cubicBezTo>
                      <a:cubicBezTo>
                        <a:pt x="75811" y="62003"/>
                        <a:pt x="78261" y="70443"/>
                        <a:pt x="83652" y="78230"/>
                      </a:cubicBezTo>
                      <a:lnTo>
                        <a:pt x="83652" y="78284"/>
                      </a:lnTo>
                      <a:cubicBezTo>
                        <a:pt x="84197" y="79047"/>
                        <a:pt x="83979" y="80082"/>
                        <a:pt x="83216" y="80626"/>
                      </a:cubicBezTo>
                      <a:cubicBezTo>
                        <a:pt x="82835" y="80898"/>
                        <a:pt x="82182" y="80953"/>
                        <a:pt x="81691" y="80735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428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754126" y="4924800"/>
                <a:ext cx="213188" cy="240374"/>
                <a:chOff x="8754126" y="4924800"/>
                <a:chExt cx="213188" cy="240374"/>
              </a:xfrm>
              <a:solidFill>
                <a:srgbClr val="ED7ECD"/>
              </a:solidFill>
            </p:grpSpPr>
            <p:sp>
              <p:nvSpPr>
                <p:cNvPr id="1429" name="Forme libre : forme 1428">
                  <a:extLst>
                    <a:ext uri="{FF2B5EF4-FFF2-40B4-BE49-F238E27FC236}">
                      <a16:creationId xmlns:a16="http://schemas.microsoft.com/office/drawing/2014/main" id="{09A907BA-9293-4559-8720-6F5FEC9281A6}"/>
                    </a:ext>
                  </a:extLst>
                </p:cNvPr>
                <p:cNvSpPr/>
                <p:nvPr/>
              </p:nvSpPr>
              <p:spPr>
                <a:xfrm>
                  <a:off x="8865186" y="4972396"/>
                  <a:ext cx="34294" cy="92195"/>
                </a:xfrm>
                <a:custGeom>
                  <a:avLst/>
                  <a:gdLst>
                    <a:gd name="connsiteX0" fmla="*/ 13594 w 34294"/>
                    <a:gd name="connsiteY0" fmla="*/ 91536 h 92195"/>
                    <a:gd name="connsiteX1" fmla="*/ 3356 w 34294"/>
                    <a:gd name="connsiteY1" fmla="*/ 68502 h 92195"/>
                    <a:gd name="connsiteX2" fmla="*/ 1232 w 34294"/>
                    <a:gd name="connsiteY2" fmla="*/ 55923 h 92195"/>
                    <a:gd name="connsiteX3" fmla="*/ 743 w 34294"/>
                    <a:gd name="connsiteY3" fmla="*/ 43344 h 92195"/>
                    <a:gd name="connsiteX4" fmla="*/ 35 w 34294"/>
                    <a:gd name="connsiteY4" fmla="*/ 30928 h 92195"/>
                    <a:gd name="connsiteX5" fmla="*/ 2376 w 34294"/>
                    <a:gd name="connsiteY5" fmla="*/ 19602 h 92195"/>
                    <a:gd name="connsiteX6" fmla="*/ 9346 w 34294"/>
                    <a:gd name="connsiteY6" fmla="*/ 9746 h 92195"/>
                    <a:gd name="connsiteX7" fmla="*/ 20890 w 34294"/>
                    <a:gd name="connsiteY7" fmla="*/ 380 h 92195"/>
                    <a:gd name="connsiteX8" fmla="*/ 20945 w 34294"/>
                    <a:gd name="connsiteY8" fmla="*/ 380 h 92195"/>
                    <a:gd name="connsiteX9" fmla="*/ 24157 w 34294"/>
                    <a:gd name="connsiteY9" fmla="*/ 816 h 92195"/>
                    <a:gd name="connsiteX10" fmla="*/ 32053 w 34294"/>
                    <a:gd name="connsiteY10" fmla="*/ 14102 h 92195"/>
                    <a:gd name="connsiteX11" fmla="*/ 34286 w 34294"/>
                    <a:gd name="connsiteY11" fmla="*/ 26681 h 92195"/>
                    <a:gd name="connsiteX12" fmla="*/ 31672 w 34294"/>
                    <a:gd name="connsiteY12" fmla="*/ 37735 h 92195"/>
                    <a:gd name="connsiteX13" fmla="*/ 26499 w 34294"/>
                    <a:gd name="connsiteY13" fmla="*/ 47809 h 92195"/>
                    <a:gd name="connsiteX14" fmla="*/ 22850 w 34294"/>
                    <a:gd name="connsiteY14" fmla="*/ 57992 h 92195"/>
                    <a:gd name="connsiteX15" fmla="*/ 19692 w 34294"/>
                    <a:gd name="connsiteY15" fmla="*/ 68338 h 92195"/>
                    <a:gd name="connsiteX16" fmla="*/ 16643 w 34294"/>
                    <a:gd name="connsiteY16" fmla="*/ 90446 h 92195"/>
                    <a:gd name="connsiteX17" fmla="*/ 16643 w 34294"/>
                    <a:gd name="connsiteY17" fmla="*/ 90501 h 92195"/>
                    <a:gd name="connsiteX18" fmla="*/ 14900 w 34294"/>
                    <a:gd name="connsiteY18" fmla="*/ 92189 h 92195"/>
                    <a:gd name="connsiteX19" fmla="*/ 13594 w 34294"/>
                    <a:gd name="connsiteY19" fmla="*/ 91536 h 92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4294" h="92195">
                      <a:moveTo>
                        <a:pt x="13594" y="91536"/>
                      </a:moveTo>
                      <a:cubicBezTo>
                        <a:pt x="8584" y="84892"/>
                        <a:pt x="5425" y="76779"/>
                        <a:pt x="3356" y="68502"/>
                      </a:cubicBezTo>
                      <a:cubicBezTo>
                        <a:pt x="2430" y="64363"/>
                        <a:pt x="1722" y="60116"/>
                        <a:pt x="1232" y="55923"/>
                      </a:cubicBezTo>
                      <a:cubicBezTo>
                        <a:pt x="905" y="51730"/>
                        <a:pt x="743" y="47537"/>
                        <a:pt x="743" y="43344"/>
                      </a:cubicBezTo>
                      <a:cubicBezTo>
                        <a:pt x="743" y="39206"/>
                        <a:pt x="306" y="35012"/>
                        <a:pt x="35" y="30928"/>
                      </a:cubicBezTo>
                      <a:cubicBezTo>
                        <a:pt x="-183" y="26844"/>
                        <a:pt x="633" y="23087"/>
                        <a:pt x="2376" y="19602"/>
                      </a:cubicBezTo>
                      <a:cubicBezTo>
                        <a:pt x="4119" y="16117"/>
                        <a:pt x="6405" y="12904"/>
                        <a:pt x="9346" y="9746"/>
                      </a:cubicBezTo>
                      <a:cubicBezTo>
                        <a:pt x="12396" y="6588"/>
                        <a:pt x="15772" y="3538"/>
                        <a:pt x="20890" y="380"/>
                      </a:cubicBezTo>
                      <a:lnTo>
                        <a:pt x="20945" y="380"/>
                      </a:lnTo>
                      <a:cubicBezTo>
                        <a:pt x="21979" y="-273"/>
                        <a:pt x="23340" y="-56"/>
                        <a:pt x="24157" y="816"/>
                      </a:cubicBezTo>
                      <a:cubicBezTo>
                        <a:pt x="28350" y="5281"/>
                        <a:pt x="30474" y="9746"/>
                        <a:pt x="32053" y="14102"/>
                      </a:cubicBezTo>
                      <a:cubicBezTo>
                        <a:pt x="33524" y="18459"/>
                        <a:pt x="34231" y="22706"/>
                        <a:pt x="34286" y="26681"/>
                      </a:cubicBezTo>
                      <a:cubicBezTo>
                        <a:pt x="34395" y="30711"/>
                        <a:pt x="33469" y="34359"/>
                        <a:pt x="31672" y="37735"/>
                      </a:cubicBezTo>
                      <a:cubicBezTo>
                        <a:pt x="29821" y="41111"/>
                        <a:pt x="27806" y="44433"/>
                        <a:pt x="26499" y="47809"/>
                      </a:cubicBezTo>
                      <a:cubicBezTo>
                        <a:pt x="25138" y="51185"/>
                        <a:pt x="23940" y="54562"/>
                        <a:pt x="22850" y="57992"/>
                      </a:cubicBezTo>
                      <a:cubicBezTo>
                        <a:pt x="21598" y="61368"/>
                        <a:pt x="20509" y="64799"/>
                        <a:pt x="19692" y="68338"/>
                      </a:cubicBezTo>
                      <a:cubicBezTo>
                        <a:pt x="17787" y="75363"/>
                        <a:pt x="16697" y="82605"/>
                        <a:pt x="16643" y="90446"/>
                      </a:cubicBezTo>
                      <a:lnTo>
                        <a:pt x="16643" y="90501"/>
                      </a:lnTo>
                      <a:cubicBezTo>
                        <a:pt x="16643" y="91427"/>
                        <a:pt x="15880" y="92244"/>
                        <a:pt x="14900" y="92189"/>
                      </a:cubicBezTo>
                      <a:cubicBezTo>
                        <a:pt x="14410" y="92244"/>
                        <a:pt x="13920" y="91971"/>
                        <a:pt x="13594" y="91536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0" name="Forme libre : forme 1429">
                  <a:extLst>
                    <a:ext uri="{FF2B5EF4-FFF2-40B4-BE49-F238E27FC236}">
                      <a16:creationId xmlns:a16="http://schemas.microsoft.com/office/drawing/2014/main" id="{057A5D3F-F200-41CB-B497-22FC43EA90B4}"/>
                    </a:ext>
                  </a:extLst>
                </p:cNvPr>
                <p:cNvSpPr/>
                <p:nvPr/>
              </p:nvSpPr>
              <p:spPr>
                <a:xfrm>
                  <a:off x="8794026" y="4924800"/>
                  <a:ext cx="62270" cy="114660"/>
                </a:xfrm>
                <a:custGeom>
                  <a:avLst/>
                  <a:gdLst>
                    <a:gd name="connsiteX0" fmla="*/ 59487 w 62270"/>
                    <a:gd name="connsiteY0" fmla="*/ 114192 h 114660"/>
                    <a:gd name="connsiteX1" fmla="*/ 36834 w 62270"/>
                    <a:gd name="connsiteY1" fmla="*/ 88980 h 114660"/>
                    <a:gd name="connsiteX2" fmla="*/ 28884 w 62270"/>
                    <a:gd name="connsiteY2" fmla="*/ 73515 h 114660"/>
                    <a:gd name="connsiteX3" fmla="*/ 22512 w 62270"/>
                    <a:gd name="connsiteY3" fmla="*/ 59412 h 114660"/>
                    <a:gd name="connsiteX4" fmla="*/ 14235 w 62270"/>
                    <a:gd name="connsiteY4" fmla="*/ 47922 h 114660"/>
                    <a:gd name="connsiteX5" fmla="*/ 6830 w 62270"/>
                    <a:gd name="connsiteY5" fmla="*/ 35724 h 114660"/>
                    <a:gd name="connsiteX6" fmla="*/ 1983 w 62270"/>
                    <a:gd name="connsiteY6" fmla="*/ 20640 h 114660"/>
                    <a:gd name="connsiteX7" fmla="*/ 77 w 62270"/>
                    <a:gd name="connsiteY7" fmla="*/ 2072 h 114660"/>
                    <a:gd name="connsiteX8" fmla="*/ 2365 w 62270"/>
                    <a:gd name="connsiteY8" fmla="*/ 2 h 114660"/>
                    <a:gd name="connsiteX9" fmla="*/ 2636 w 62270"/>
                    <a:gd name="connsiteY9" fmla="*/ 57 h 114660"/>
                    <a:gd name="connsiteX10" fmla="*/ 20388 w 62270"/>
                    <a:gd name="connsiteY10" fmla="*/ 6755 h 114660"/>
                    <a:gd name="connsiteX11" fmla="*/ 34111 w 62270"/>
                    <a:gd name="connsiteY11" fmla="*/ 17809 h 114660"/>
                    <a:gd name="connsiteX12" fmla="*/ 42987 w 62270"/>
                    <a:gd name="connsiteY12" fmla="*/ 33219 h 114660"/>
                    <a:gd name="connsiteX13" fmla="*/ 47289 w 62270"/>
                    <a:gd name="connsiteY13" fmla="*/ 51134 h 114660"/>
                    <a:gd name="connsiteX14" fmla="*/ 49848 w 62270"/>
                    <a:gd name="connsiteY14" fmla="*/ 67797 h 114660"/>
                    <a:gd name="connsiteX15" fmla="*/ 51917 w 62270"/>
                    <a:gd name="connsiteY15" fmla="*/ 82772 h 114660"/>
                    <a:gd name="connsiteX16" fmla="*/ 62155 w 62270"/>
                    <a:gd name="connsiteY16" fmla="*/ 112450 h 114660"/>
                    <a:gd name="connsiteX17" fmla="*/ 61229 w 62270"/>
                    <a:gd name="connsiteY17" fmla="*/ 114627 h 114660"/>
                    <a:gd name="connsiteX18" fmla="*/ 59487 w 62270"/>
                    <a:gd name="connsiteY18" fmla="*/ 114192 h 114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2270" h="114660">
                      <a:moveTo>
                        <a:pt x="59487" y="114192"/>
                      </a:moveTo>
                      <a:cubicBezTo>
                        <a:pt x="51264" y="106950"/>
                        <a:pt x="43314" y="99163"/>
                        <a:pt x="36834" y="88980"/>
                      </a:cubicBezTo>
                      <a:cubicBezTo>
                        <a:pt x="33730" y="83861"/>
                        <a:pt x="31225" y="78525"/>
                        <a:pt x="28884" y="73515"/>
                      </a:cubicBezTo>
                      <a:cubicBezTo>
                        <a:pt x="26705" y="68451"/>
                        <a:pt x="24691" y="63604"/>
                        <a:pt x="22512" y="59412"/>
                      </a:cubicBezTo>
                      <a:cubicBezTo>
                        <a:pt x="20334" y="55219"/>
                        <a:pt x="17339" y="51516"/>
                        <a:pt x="14235" y="47922"/>
                      </a:cubicBezTo>
                      <a:cubicBezTo>
                        <a:pt x="11186" y="44273"/>
                        <a:pt x="8735" y="40298"/>
                        <a:pt x="6830" y="35724"/>
                      </a:cubicBezTo>
                      <a:cubicBezTo>
                        <a:pt x="4924" y="31150"/>
                        <a:pt x="3290" y="26140"/>
                        <a:pt x="1983" y="20640"/>
                      </a:cubicBezTo>
                      <a:cubicBezTo>
                        <a:pt x="785" y="15086"/>
                        <a:pt x="-304" y="9150"/>
                        <a:pt x="77" y="2072"/>
                      </a:cubicBezTo>
                      <a:cubicBezTo>
                        <a:pt x="132" y="874"/>
                        <a:pt x="1167" y="-52"/>
                        <a:pt x="2365" y="2"/>
                      </a:cubicBezTo>
                      <a:cubicBezTo>
                        <a:pt x="2474" y="2"/>
                        <a:pt x="2528" y="2"/>
                        <a:pt x="2636" y="57"/>
                      </a:cubicBezTo>
                      <a:cubicBezTo>
                        <a:pt x="9661" y="1309"/>
                        <a:pt x="15216" y="3814"/>
                        <a:pt x="20388" y="6755"/>
                      </a:cubicBezTo>
                      <a:cubicBezTo>
                        <a:pt x="25507" y="9804"/>
                        <a:pt x="30081" y="13453"/>
                        <a:pt x="34111" y="17809"/>
                      </a:cubicBezTo>
                      <a:cubicBezTo>
                        <a:pt x="38140" y="22111"/>
                        <a:pt x="41136" y="27338"/>
                        <a:pt x="42987" y="33219"/>
                      </a:cubicBezTo>
                      <a:cubicBezTo>
                        <a:pt x="44784" y="39100"/>
                        <a:pt x="45982" y="45253"/>
                        <a:pt x="47289" y="51134"/>
                      </a:cubicBezTo>
                      <a:cubicBezTo>
                        <a:pt x="48487" y="57016"/>
                        <a:pt x="49140" y="62570"/>
                        <a:pt x="49848" y="67797"/>
                      </a:cubicBezTo>
                      <a:cubicBezTo>
                        <a:pt x="50393" y="73079"/>
                        <a:pt x="50937" y="78035"/>
                        <a:pt x="51917" y="82772"/>
                      </a:cubicBezTo>
                      <a:cubicBezTo>
                        <a:pt x="53714" y="92356"/>
                        <a:pt x="58125" y="102212"/>
                        <a:pt x="62155" y="112450"/>
                      </a:cubicBezTo>
                      <a:cubicBezTo>
                        <a:pt x="62482" y="113321"/>
                        <a:pt x="62100" y="114301"/>
                        <a:pt x="61229" y="114627"/>
                      </a:cubicBezTo>
                      <a:cubicBezTo>
                        <a:pt x="60630" y="114737"/>
                        <a:pt x="59976" y="114573"/>
                        <a:pt x="59487" y="114192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1" name="Forme libre : forme 1430">
                  <a:extLst>
                    <a:ext uri="{FF2B5EF4-FFF2-40B4-BE49-F238E27FC236}">
                      <a16:creationId xmlns:a16="http://schemas.microsoft.com/office/drawing/2014/main" id="{D75AC047-4621-43BF-BBAF-5F154E090136}"/>
                    </a:ext>
                  </a:extLst>
                </p:cNvPr>
                <p:cNvSpPr/>
                <p:nvPr/>
              </p:nvSpPr>
              <p:spPr>
                <a:xfrm>
                  <a:off x="8789681" y="4991062"/>
                  <a:ext cx="44467" cy="58498"/>
                </a:xfrm>
                <a:custGeom>
                  <a:avLst/>
                  <a:gdLst>
                    <a:gd name="connsiteX0" fmla="*/ 42105 w 44467"/>
                    <a:gd name="connsiteY0" fmla="*/ 58385 h 58498"/>
                    <a:gd name="connsiteX1" fmla="*/ 26313 w 44467"/>
                    <a:gd name="connsiteY1" fmla="*/ 46405 h 58498"/>
                    <a:gd name="connsiteX2" fmla="*/ 20269 w 44467"/>
                    <a:gd name="connsiteY2" fmla="*/ 39653 h 58498"/>
                    <a:gd name="connsiteX3" fmla="*/ 14987 w 44467"/>
                    <a:gd name="connsiteY3" fmla="*/ 34207 h 58498"/>
                    <a:gd name="connsiteX4" fmla="*/ 8997 w 44467"/>
                    <a:gd name="connsiteY4" fmla="*/ 31321 h 58498"/>
                    <a:gd name="connsiteX5" fmla="*/ 4259 w 44467"/>
                    <a:gd name="connsiteY5" fmla="*/ 27019 h 58498"/>
                    <a:gd name="connsiteX6" fmla="*/ 1319 w 44467"/>
                    <a:gd name="connsiteY6" fmla="*/ 18634 h 58498"/>
                    <a:gd name="connsiteX7" fmla="*/ 284 w 44467"/>
                    <a:gd name="connsiteY7" fmla="*/ 12970 h 58498"/>
                    <a:gd name="connsiteX8" fmla="*/ 67 w 44467"/>
                    <a:gd name="connsiteY8" fmla="*/ 5782 h 58498"/>
                    <a:gd name="connsiteX9" fmla="*/ 1918 w 44467"/>
                    <a:gd name="connsiteY9" fmla="*/ 3060 h 58498"/>
                    <a:gd name="connsiteX10" fmla="*/ 8779 w 44467"/>
                    <a:gd name="connsiteY10" fmla="*/ 718 h 58498"/>
                    <a:gd name="connsiteX11" fmla="*/ 14769 w 44467"/>
                    <a:gd name="connsiteY11" fmla="*/ 10 h 58498"/>
                    <a:gd name="connsiteX12" fmla="*/ 25442 w 44467"/>
                    <a:gd name="connsiteY12" fmla="*/ 2188 h 58498"/>
                    <a:gd name="connsiteX13" fmla="*/ 33120 w 44467"/>
                    <a:gd name="connsiteY13" fmla="*/ 9812 h 58498"/>
                    <a:gd name="connsiteX14" fmla="*/ 37368 w 44467"/>
                    <a:gd name="connsiteY14" fmla="*/ 20757 h 58498"/>
                    <a:gd name="connsiteX15" fmla="*/ 39981 w 44467"/>
                    <a:gd name="connsiteY15" fmla="*/ 30613 h 58498"/>
                    <a:gd name="connsiteX16" fmla="*/ 41070 w 44467"/>
                    <a:gd name="connsiteY16" fmla="*/ 39544 h 58498"/>
                    <a:gd name="connsiteX17" fmla="*/ 44283 w 44467"/>
                    <a:gd name="connsiteY17" fmla="*/ 56043 h 58498"/>
                    <a:gd name="connsiteX18" fmla="*/ 44338 w 44467"/>
                    <a:gd name="connsiteY18" fmla="*/ 56152 h 58498"/>
                    <a:gd name="connsiteX19" fmla="*/ 43303 w 44467"/>
                    <a:gd name="connsiteY19" fmla="*/ 58439 h 58498"/>
                    <a:gd name="connsiteX20" fmla="*/ 42105 w 44467"/>
                    <a:gd name="connsiteY20" fmla="*/ 58385 h 58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467" h="58498">
                      <a:moveTo>
                        <a:pt x="42105" y="58385"/>
                      </a:moveTo>
                      <a:cubicBezTo>
                        <a:pt x="35788" y="56152"/>
                        <a:pt x="30670" y="51033"/>
                        <a:pt x="26313" y="46405"/>
                      </a:cubicBezTo>
                      <a:cubicBezTo>
                        <a:pt x="24189" y="44009"/>
                        <a:pt x="22229" y="41722"/>
                        <a:pt x="20269" y="39653"/>
                      </a:cubicBezTo>
                      <a:cubicBezTo>
                        <a:pt x="18472" y="37529"/>
                        <a:pt x="16729" y="35623"/>
                        <a:pt x="14987" y="34207"/>
                      </a:cubicBezTo>
                      <a:cubicBezTo>
                        <a:pt x="13353" y="32792"/>
                        <a:pt x="11120" y="32084"/>
                        <a:pt x="8997" y="31321"/>
                      </a:cubicBezTo>
                      <a:cubicBezTo>
                        <a:pt x="6874" y="30559"/>
                        <a:pt x="5403" y="29252"/>
                        <a:pt x="4259" y="27019"/>
                      </a:cubicBezTo>
                      <a:cubicBezTo>
                        <a:pt x="3170" y="24787"/>
                        <a:pt x="2082" y="22118"/>
                        <a:pt x="1319" y="18634"/>
                      </a:cubicBezTo>
                      <a:cubicBezTo>
                        <a:pt x="883" y="17000"/>
                        <a:pt x="557" y="15040"/>
                        <a:pt x="284" y="12970"/>
                      </a:cubicBezTo>
                      <a:cubicBezTo>
                        <a:pt x="230" y="10574"/>
                        <a:pt x="-151" y="8614"/>
                        <a:pt x="67" y="5782"/>
                      </a:cubicBezTo>
                      <a:cubicBezTo>
                        <a:pt x="175" y="4584"/>
                        <a:pt x="883" y="3550"/>
                        <a:pt x="1918" y="3060"/>
                      </a:cubicBezTo>
                      <a:cubicBezTo>
                        <a:pt x="4532" y="1807"/>
                        <a:pt x="6492" y="1481"/>
                        <a:pt x="8779" y="718"/>
                      </a:cubicBezTo>
                      <a:cubicBezTo>
                        <a:pt x="10849" y="283"/>
                        <a:pt x="12918" y="10"/>
                        <a:pt x="14769" y="10"/>
                      </a:cubicBezTo>
                      <a:cubicBezTo>
                        <a:pt x="18635" y="-98"/>
                        <a:pt x="22175" y="664"/>
                        <a:pt x="25442" y="2188"/>
                      </a:cubicBezTo>
                      <a:cubicBezTo>
                        <a:pt x="28710" y="3659"/>
                        <a:pt x="31378" y="6327"/>
                        <a:pt x="33120" y="9812"/>
                      </a:cubicBezTo>
                      <a:cubicBezTo>
                        <a:pt x="34808" y="13351"/>
                        <a:pt x="36061" y="17218"/>
                        <a:pt x="37368" y="20757"/>
                      </a:cubicBezTo>
                      <a:cubicBezTo>
                        <a:pt x="38620" y="24242"/>
                        <a:pt x="39382" y="27510"/>
                        <a:pt x="39981" y="30613"/>
                      </a:cubicBezTo>
                      <a:cubicBezTo>
                        <a:pt x="40417" y="33772"/>
                        <a:pt x="40744" y="36712"/>
                        <a:pt x="41070" y="39544"/>
                      </a:cubicBezTo>
                      <a:cubicBezTo>
                        <a:pt x="41561" y="45261"/>
                        <a:pt x="42105" y="50434"/>
                        <a:pt x="44283" y="56043"/>
                      </a:cubicBezTo>
                      <a:lnTo>
                        <a:pt x="44338" y="56152"/>
                      </a:lnTo>
                      <a:cubicBezTo>
                        <a:pt x="44719" y="57078"/>
                        <a:pt x="44229" y="58113"/>
                        <a:pt x="43303" y="58439"/>
                      </a:cubicBezTo>
                      <a:cubicBezTo>
                        <a:pt x="42922" y="58548"/>
                        <a:pt x="42486" y="58494"/>
                        <a:pt x="42105" y="58385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2" name="Forme libre : forme 1431">
                  <a:extLst>
                    <a:ext uri="{FF2B5EF4-FFF2-40B4-BE49-F238E27FC236}">
                      <a16:creationId xmlns:a16="http://schemas.microsoft.com/office/drawing/2014/main" id="{0CDBE208-8CF6-4E88-89B7-29E4EAFF916C}"/>
                    </a:ext>
                  </a:extLst>
                </p:cNvPr>
                <p:cNvSpPr/>
                <p:nvPr/>
              </p:nvSpPr>
              <p:spPr>
                <a:xfrm>
                  <a:off x="8754126" y="5038505"/>
                  <a:ext cx="67771" cy="33934"/>
                </a:xfrm>
                <a:custGeom>
                  <a:avLst/>
                  <a:gdLst>
                    <a:gd name="connsiteX0" fmla="*/ 66007 w 67771"/>
                    <a:gd name="connsiteY0" fmla="*/ 33105 h 33934"/>
                    <a:gd name="connsiteX1" fmla="*/ 47819 w 67771"/>
                    <a:gd name="connsiteY1" fmla="*/ 31363 h 33934"/>
                    <a:gd name="connsiteX2" fmla="*/ 40141 w 67771"/>
                    <a:gd name="connsiteY2" fmla="*/ 31526 h 33934"/>
                    <a:gd name="connsiteX3" fmla="*/ 32082 w 67771"/>
                    <a:gd name="connsiteY3" fmla="*/ 31962 h 33934"/>
                    <a:gd name="connsiteX4" fmla="*/ 23587 w 67771"/>
                    <a:gd name="connsiteY4" fmla="*/ 33650 h 33934"/>
                    <a:gd name="connsiteX5" fmla="*/ 14983 w 67771"/>
                    <a:gd name="connsiteY5" fmla="*/ 32506 h 33934"/>
                    <a:gd name="connsiteX6" fmla="*/ 6761 w 67771"/>
                    <a:gd name="connsiteY6" fmla="*/ 26189 h 33934"/>
                    <a:gd name="connsiteX7" fmla="*/ 3058 w 67771"/>
                    <a:gd name="connsiteY7" fmla="*/ 21288 h 33934"/>
                    <a:gd name="connsiteX8" fmla="*/ 118 w 67771"/>
                    <a:gd name="connsiteY8" fmla="*/ 14536 h 33934"/>
                    <a:gd name="connsiteX9" fmla="*/ 935 w 67771"/>
                    <a:gd name="connsiteY9" fmla="*/ 11432 h 33934"/>
                    <a:gd name="connsiteX10" fmla="*/ 988 w 67771"/>
                    <a:gd name="connsiteY10" fmla="*/ 11378 h 33934"/>
                    <a:gd name="connsiteX11" fmla="*/ 6434 w 67771"/>
                    <a:gd name="connsiteY11" fmla="*/ 6749 h 33934"/>
                    <a:gd name="connsiteX12" fmla="*/ 11172 w 67771"/>
                    <a:gd name="connsiteY12" fmla="*/ 3645 h 33934"/>
                    <a:gd name="connsiteX13" fmla="*/ 19993 w 67771"/>
                    <a:gd name="connsiteY13" fmla="*/ 215 h 33934"/>
                    <a:gd name="connsiteX14" fmla="*/ 28488 w 67771"/>
                    <a:gd name="connsiteY14" fmla="*/ 1685 h 33934"/>
                    <a:gd name="connsiteX15" fmla="*/ 37037 w 67771"/>
                    <a:gd name="connsiteY15" fmla="*/ 6259 h 33934"/>
                    <a:gd name="connsiteX16" fmla="*/ 45859 w 67771"/>
                    <a:gd name="connsiteY16" fmla="*/ 10561 h 33934"/>
                    <a:gd name="connsiteX17" fmla="*/ 54517 w 67771"/>
                    <a:gd name="connsiteY17" fmla="*/ 16442 h 33934"/>
                    <a:gd name="connsiteX18" fmla="*/ 67259 w 67771"/>
                    <a:gd name="connsiteY18" fmla="*/ 30056 h 33934"/>
                    <a:gd name="connsiteX19" fmla="*/ 67313 w 67771"/>
                    <a:gd name="connsiteY19" fmla="*/ 30110 h 33934"/>
                    <a:gd name="connsiteX20" fmla="*/ 67204 w 67771"/>
                    <a:gd name="connsiteY20" fmla="*/ 32615 h 33934"/>
                    <a:gd name="connsiteX21" fmla="*/ 66007 w 67771"/>
                    <a:gd name="connsiteY21" fmla="*/ 33105 h 33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7771" h="33934">
                      <a:moveTo>
                        <a:pt x="66007" y="33105"/>
                      </a:moveTo>
                      <a:cubicBezTo>
                        <a:pt x="59472" y="33160"/>
                        <a:pt x="53156" y="31580"/>
                        <a:pt x="47819" y="31363"/>
                      </a:cubicBezTo>
                      <a:cubicBezTo>
                        <a:pt x="45151" y="31145"/>
                        <a:pt x="42973" y="31417"/>
                        <a:pt x="40141" y="31526"/>
                      </a:cubicBezTo>
                      <a:cubicBezTo>
                        <a:pt x="37527" y="31580"/>
                        <a:pt x="34805" y="31744"/>
                        <a:pt x="32082" y="31962"/>
                      </a:cubicBezTo>
                      <a:cubicBezTo>
                        <a:pt x="29359" y="32125"/>
                        <a:pt x="26473" y="32996"/>
                        <a:pt x="23587" y="33650"/>
                      </a:cubicBezTo>
                      <a:cubicBezTo>
                        <a:pt x="20701" y="34248"/>
                        <a:pt x="17815" y="33922"/>
                        <a:pt x="14983" y="32506"/>
                      </a:cubicBezTo>
                      <a:cubicBezTo>
                        <a:pt x="12152" y="31090"/>
                        <a:pt x="9374" y="29130"/>
                        <a:pt x="6761" y="26189"/>
                      </a:cubicBezTo>
                      <a:cubicBezTo>
                        <a:pt x="5454" y="24828"/>
                        <a:pt x="4202" y="23140"/>
                        <a:pt x="3058" y="21288"/>
                      </a:cubicBezTo>
                      <a:cubicBezTo>
                        <a:pt x="2023" y="19056"/>
                        <a:pt x="826" y="17313"/>
                        <a:pt x="118" y="14536"/>
                      </a:cubicBezTo>
                      <a:cubicBezTo>
                        <a:pt x="-209" y="13393"/>
                        <a:pt x="172" y="12249"/>
                        <a:pt x="935" y="11432"/>
                      </a:cubicBezTo>
                      <a:lnTo>
                        <a:pt x="988" y="11378"/>
                      </a:lnTo>
                      <a:cubicBezTo>
                        <a:pt x="3004" y="9309"/>
                        <a:pt x="4637" y="8383"/>
                        <a:pt x="6434" y="6749"/>
                      </a:cubicBezTo>
                      <a:cubicBezTo>
                        <a:pt x="8068" y="5552"/>
                        <a:pt x="9702" y="4408"/>
                        <a:pt x="11172" y="3645"/>
                      </a:cubicBezTo>
                      <a:cubicBezTo>
                        <a:pt x="14221" y="1794"/>
                        <a:pt x="17107" y="760"/>
                        <a:pt x="19993" y="215"/>
                      </a:cubicBezTo>
                      <a:cubicBezTo>
                        <a:pt x="22879" y="-330"/>
                        <a:pt x="25711" y="161"/>
                        <a:pt x="28488" y="1685"/>
                      </a:cubicBezTo>
                      <a:cubicBezTo>
                        <a:pt x="31265" y="3210"/>
                        <a:pt x="34097" y="5007"/>
                        <a:pt x="37037" y="6259"/>
                      </a:cubicBezTo>
                      <a:cubicBezTo>
                        <a:pt x="39977" y="7566"/>
                        <a:pt x="42918" y="8982"/>
                        <a:pt x="45859" y="10561"/>
                      </a:cubicBezTo>
                      <a:cubicBezTo>
                        <a:pt x="48582" y="12249"/>
                        <a:pt x="51958" y="14264"/>
                        <a:pt x="54517" y="16442"/>
                      </a:cubicBezTo>
                      <a:cubicBezTo>
                        <a:pt x="59690" y="20962"/>
                        <a:pt x="63120" y="25536"/>
                        <a:pt x="67259" y="30056"/>
                      </a:cubicBezTo>
                      <a:lnTo>
                        <a:pt x="67313" y="30110"/>
                      </a:lnTo>
                      <a:cubicBezTo>
                        <a:pt x="67967" y="30818"/>
                        <a:pt x="67912" y="31962"/>
                        <a:pt x="67204" y="32615"/>
                      </a:cubicBezTo>
                      <a:cubicBezTo>
                        <a:pt x="66824" y="32942"/>
                        <a:pt x="66442" y="33105"/>
                        <a:pt x="66007" y="33105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3" name="Forme libre : forme 1432">
                  <a:extLst>
                    <a:ext uri="{FF2B5EF4-FFF2-40B4-BE49-F238E27FC236}">
                      <a16:creationId xmlns:a16="http://schemas.microsoft.com/office/drawing/2014/main" id="{2C19AE40-0A20-4281-9FE7-0E354FE85795}"/>
                    </a:ext>
                  </a:extLst>
                </p:cNvPr>
                <p:cNvSpPr/>
                <p:nvPr/>
              </p:nvSpPr>
              <p:spPr>
                <a:xfrm>
                  <a:off x="8765752" y="5090355"/>
                  <a:ext cx="52367" cy="33443"/>
                </a:xfrm>
                <a:custGeom>
                  <a:avLst/>
                  <a:gdLst>
                    <a:gd name="connsiteX0" fmla="*/ 52038 w 52367"/>
                    <a:gd name="connsiteY0" fmla="*/ 5323 h 33443"/>
                    <a:gd name="connsiteX1" fmla="*/ 42237 w 52367"/>
                    <a:gd name="connsiteY1" fmla="*/ 17031 h 33443"/>
                    <a:gd name="connsiteX2" fmla="*/ 36574 w 52367"/>
                    <a:gd name="connsiteY2" fmla="*/ 22095 h 33443"/>
                    <a:gd name="connsiteX3" fmla="*/ 30420 w 52367"/>
                    <a:gd name="connsiteY3" fmla="*/ 26451 h 33443"/>
                    <a:gd name="connsiteX4" fmla="*/ 24213 w 52367"/>
                    <a:gd name="connsiteY4" fmla="*/ 31461 h 33443"/>
                    <a:gd name="connsiteX5" fmla="*/ 17025 w 52367"/>
                    <a:gd name="connsiteY5" fmla="*/ 33312 h 33443"/>
                    <a:gd name="connsiteX6" fmla="*/ 8911 w 52367"/>
                    <a:gd name="connsiteY6" fmla="*/ 29936 h 33443"/>
                    <a:gd name="connsiteX7" fmla="*/ 4773 w 52367"/>
                    <a:gd name="connsiteY7" fmla="*/ 26506 h 33443"/>
                    <a:gd name="connsiteX8" fmla="*/ 580 w 52367"/>
                    <a:gd name="connsiteY8" fmla="*/ 21224 h 33443"/>
                    <a:gd name="connsiteX9" fmla="*/ 525 w 52367"/>
                    <a:gd name="connsiteY9" fmla="*/ 21115 h 33443"/>
                    <a:gd name="connsiteX10" fmla="*/ 199 w 52367"/>
                    <a:gd name="connsiteY10" fmla="*/ 18011 h 33443"/>
                    <a:gd name="connsiteX11" fmla="*/ 5099 w 52367"/>
                    <a:gd name="connsiteY11" fmla="*/ 7338 h 33443"/>
                    <a:gd name="connsiteX12" fmla="*/ 10164 w 52367"/>
                    <a:gd name="connsiteY12" fmla="*/ 1457 h 33443"/>
                    <a:gd name="connsiteX13" fmla="*/ 16044 w 52367"/>
                    <a:gd name="connsiteY13" fmla="*/ 204 h 33443"/>
                    <a:gd name="connsiteX14" fmla="*/ 22742 w 52367"/>
                    <a:gd name="connsiteY14" fmla="*/ 1511 h 33443"/>
                    <a:gd name="connsiteX15" fmla="*/ 29277 w 52367"/>
                    <a:gd name="connsiteY15" fmla="*/ 1675 h 33443"/>
                    <a:gd name="connsiteX16" fmla="*/ 36084 w 52367"/>
                    <a:gd name="connsiteY16" fmla="*/ 1947 h 33443"/>
                    <a:gd name="connsiteX17" fmla="*/ 50569 w 52367"/>
                    <a:gd name="connsiteY17" fmla="*/ 2437 h 33443"/>
                    <a:gd name="connsiteX18" fmla="*/ 52365 w 52367"/>
                    <a:gd name="connsiteY18" fmla="*/ 4398 h 33443"/>
                    <a:gd name="connsiteX19" fmla="*/ 52038 w 52367"/>
                    <a:gd name="connsiteY19" fmla="*/ 5323 h 33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2367" h="33443">
                      <a:moveTo>
                        <a:pt x="52038" y="5323"/>
                      </a:moveTo>
                      <a:cubicBezTo>
                        <a:pt x="49207" y="9679"/>
                        <a:pt x="45831" y="13382"/>
                        <a:pt x="42237" y="17031"/>
                      </a:cubicBezTo>
                      <a:cubicBezTo>
                        <a:pt x="40386" y="18719"/>
                        <a:pt x="38479" y="20407"/>
                        <a:pt x="36574" y="22095"/>
                      </a:cubicBezTo>
                      <a:cubicBezTo>
                        <a:pt x="34559" y="23565"/>
                        <a:pt x="32544" y="25035"/>
                        <a:pt x="30420" y="26451"/>
                      </a:cubicBezTo>
                      <a:cubicBezTo>
                        <a:pt x="28297" y="27813"/>
                        <a:pt x="26336" y="29773"/>
                        <a:pt x="24213" y="31461"/>
                      </a:cubicBezTo>
                      <a:cubicBezTo>
                        <a:pt x="22089" y="33094"/>
                        <a:pt x="19639" y="33748"/>
                        <a:pt x="17025" y="33312"/>
                      </a:cubicBezTo>
                      <a:cubicBezTo>
                        <a:pt x="14411" y="32877"/>
                        <a:pt x="11689" y="31897"/>
                        <a:pt x="8911" y="29936"/>
                      </a:cubicBezTo>
                      <a:cubicBezTo>
                        <a:pt x="7550" y="29065"/>
                        <a:pt x="6134" y="27813"/>
                        <a:pt x="4773" y="26506"/>
                      </a:cubicBezTo>
                      <a:cubicBezTo>
                        <a:pt x="3357" y="24709"/>
                        <a:pt x="1996" y="23511"/>
                        <a:pt x="580" y="21224"/>
                      </a:cubicBezTo>
                      <a:lnTo>
                        <a:pt x="525" y="21115"/>
                      </a:lnTo>
                      <a:cubicBezTo>
                        <a:pt x="-74" y="20134"/>
                        <a:pt x="-128" y="18991"/>
                        <a:pt x="199" y="18011"/>
                      </a:cubicBezTo>
                      <a:cubicBezTo>
                        <a:pt x="1832" y="13328"/>
                        <a:pt x="3412" y="9788"/>
                        <a:pt x="5099" y="7338"/>
                      </a:cubicBezTo>
                      <a:cubicBezTo>
                        <a:pt x="6733" y="4615"/>
                        <a:pt x="8421" y="2818"/>
                        <a:pt x="10164" y="1457"/>
                      </a:cubicBezTo>
                      <a:cubicBezTo>
                        <a:pt x="11906" y="95"/>
                        <a:pt x="13812" y="-286"/>
                        <a:pt x="16044" y="204"/>
                      </a:cubicBezTo>
                      <a:cubicBezTo>
                        <a:pt x="18223" y="749"/>
                        <a:pt x="20565" y="1457"/>
                        <a:pt x="22742" y="1511"/>
                      </a:cubicBezTo>
                      <a:cubicBezTo>
                        <a:pt x="24920" y="1620"/>
                        <a:pt x="27099" y="1675"/>
                        <a:pt x="29277" y="1675"/>
                      </a:cubicBezTo>
                      <a:cubicBezTo>
                        <a:pt x="31510" y="1838"/>
                        <a:pt x="33796" y="1893"/>
                        <a:pt x="36084" y="1947"/>
                      </a:cubicBezTo>
                      <a:lnTo>
                        <a:pt x="50569" y="2437"/>
                      </a:lnTo>
                      <a:cubicBezTo>
                        <a:pt x="51603" y="2491"/>
                        <a:pt x="52420" y="3363"/>
                        <a:pt x="52365" y="4398"/>
                      </a:cubicBezTo>
                      <a:cubicBezTo>
                        <a:pt x="52365" y="4724"/>
                        <a:pt x="52256" y="5051"/>
                        <a:pt x="52038" y="5323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4" name="Forme libre : forme 1433">
                  <a:extLst>
                    <a:ext uri="{FF2B5EF4-FFF2-40B4-BE49-F238E27FC236}">
                      <a16:creationId xmlns:a16="http://schemas.microsoft.com/office/drawing/2014/main" id="{5332BB22-7ADF-4908-AB12-F324DA106C09}"/>
                    </a:ext>
                  </a:extLst>
                </p:cNvPr>
                <p:cNvSpPr/>
                <p:nvPr/>
              </p:nvSpPr>
              <p:spPr>
                <a:xfrm>
                  <a:off x="8803928" y="5113852"/>
                  <a:ext cx="38488" cy="51322"/>
                </a:xfrm>
                <a:custGeom>
                  <a:avLst/>
                  <a:gdLst>
                    <a:gd name="connsiteX0" fmla="*/ 38476 w 38488"/>
                    <a:gd name="connsiteY0" fmla="*/ 1811 h 51322"/>
                    <a:gd name="connsiteX1" fmla="*/ 37223 w 38488"/>
                    <a:gd name="connsiteY1" fmla="*/ 17875 h 51322"/>
                    <a:gd name="connsiteX2" fmla="*/ 35698 w 38488"/>
                    <a:gd name="connsiteY2" fmla="*/ 25662 h 51322"/>
                    <a:gd name="connsiteX3" fmla="*/ 33466 w 38488"/>
                    <a:gd name="connsiteY3" fmla="*/ 33231 h 51322"/>
                    <a:gd name="connsiteX4" fmla="*/ 31723 w 38488"/>
                    <a:gd name="connsiteY4" fmla="*/ 41290 h 51322"/>
                    <a:gd name="connsiteX5" fmla="*/ 27857 w 38488"/>
                    <a:gd name="connsiteY5" fmla="*/ 47117 h 51322"/>
                    <a:gd name="connsiteX6" fmla="*/ 20887 w 38488"/>
                    <a:gd name="connsiteY6" fmla="*/ 49295 h 51322"/>
                    <a:gd name="connsiteX7" fmla="*/ 16150 w 38488"/>
                    <a:gd name="connsiteY7" fmla="*/ 50003 h 51322"/>
                    <a:gd name="connsiteX8" fmla="*/ 9724 w 38488"/>
                    <a:gd name="connsiteY8" fmla="*/ 51201 h 51322"/>
                    <a:gd name="connsiteX9" fmla="*/ 9452 w 38488"/>
                    <a:gd name="connsiteY9" fmla="*/ 51255 h 51322"/>
                    <a:gd name="connsiteX10" fmla="*/ 6511 w 38488"/>
                    <a:gd name="connsiteY10" fmla="*/ 50493 h 51322"/>
                    <a:gd name="connsiteX11" fmla="*/ 2155 w 38488"/>
                    <a:gd name="connsiteY11" fmla="*/ 44775 h 51322"/>
                    <a:gd name="connsiteX12" fmla="*/ 358 w 38488"/>
                    <a:gd name="connsiteY12" fmla="*/ 38894 h 51322"/>
                    <a:gd name="connsiteX13" fmla="*/ 849 w 38488"/>
                    <a:gd name="connsiteY13" fmla="*/ 28711 h 51322"/>
                    <a:gd name="connsiteX14" fmla="*/ 5259 w 38488"/>
                    <a:gd name="connsiteY14" fmla="*/ 22722 h 51322"/>
                    <a:gd name="connsiteX15" fmla="*/ 11630 w 38488"/>
                    <a:gd name="connsiteY15" fmla="*/ 18855 h 51322"/>
                    <a:gd name="connsiteX16" fmla="*/ 17185 w 38488"/>
                    <a:gd name="connsiteY16" fmla="*/ 14227 h 51322"/>
                    <a:gd name="connsiteX17" fmla="*/ 23065 w 38488"/>
                    <a:gd name="connsiteY17" fmla="*/ 9653 h 51322"/>
                    <a:gd name="connsiteX18" fmla="*/ 35536 w 38488"/>
                    <a:gd name="connsiteY18" fmla="*/ 341 h 51322"/>
                    <a:gd name="connsiteX19" fmla="*/ 38095 w 38488"/>
                    <a:gd name="connsiteY19" fmla="*/ 777 h 51322"/>
                    <a:gd name="connsiteX20" fmla="*/ 38476 w 38488"/>
                    <a:gd name="connsiteY20" fmla="*/ 1811 h 51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8488" h="51322">
                      <a:moveTo>
                        <a:pt x="38476" y="1811"/>
                      </a:moveTo>
                      <a:cubicBezTo>
                        <a:pt x="38585" y="7311"/>
                        <a:pt x="37986" y="12539"/>
                        <a:pt x="37223" y="17875"/>
                      </a:cubicBezTo>
                      <a:lnTo>
                        <a:pt x="35698" y="25662"/>
                      </a:lnTo>
                      <a:lnTo>
                        <a:pt x="33466" y="33231"/>
                      </a:lnTo>
                      <a:cubicBezTo>
                        <a:pt x="32649" y="35736"/>
                        <a:pt x="32322" y="38568"/>
                        <a:pt x="31723" y="41290"/>
                      </a:cubicBezTo>
                      <a:cubicBezTo>
                        <a:pt x="31070" y="44013"/>
                        <a:pt x="29763" y="45974"/>
                        <a:pt x="27857" y="47117"/>
                      </a:cubicBezTo>
                      <a:cubicBezTo>
                        <a:pt x="25897" y="48260"/>
                        <a:pt x="23773" y="48859"/>
                        <a:pt x="20887" y="49295"/>
                      </a:cubicBezTo>
                      <a:lnTo>
                        <a:pt x="16150" y="50003"/>
                      </a:lnTo>
                      <a:cubicBezTo>
                        <a:pt x="13971" y="50166"/>
                        <a:pt x="12447" y="50656"/>
                        <a:pt x="9724" y="51201"/>
                      </a:cubicBezTo>
                      <a:lnTo>
                        <a:pt x="9452" y="51255"/>
                      </a:lnTo>
                      <a:cubicBezTo>
                        <a:pt x="8363" y="51473"/>
                        <a:pt x="7328" y="51146"/>
                        <a:pt x="6511" y="50493"/>
                      </a:cubicBezTo>
                      <a:cubicBezTo>
                        <a:pt x="4333" y="48696"/>
                        <a:pt x="3462" y="46899"/>
                        <a:pt x="2155" y="44775"/>
                      </a:cubicBezTo>
                      <a:cubicBezTo>
                        <a:pt x="1284" y="42815"/>
                        <a:pt x="576" y="40746"/>
                        <a:pt x="358" y="38894"/>
                      </a:cubicBezTo>
                      <a:cubicBezTo>
                        <a:pt x="-350" y="34974"/>
                        <a:pt x="86" y="31543"/>
                        <a:pt x="849" y="28711"/>
                      </a:cubicBezTo>
                      <a:cubicBezTo>
                        <a:pt x="1610" y="25826"/>
                        <a:pt x="3135" y="23919"/>
                        <a:pt x="5259" y="22722"/>
                      </a:cubicBezTo>
                      <a:cubicBezTo>
                        <a:pt x="7437" y="21523"/>
                        <a:pt x="9833" y="20380"/>
                        <a:pt x="11630" y="18855"/>
                      </a:cubicBezTo>
                      <a:lnTo>
                        <a:pt x="17185" y="14227"/>
                      </a:lnTo>
                      <a:lnTo>
                        <a:pt x="23065" y="9653"/>
                      </a:lnTo>
                      <a:cubicBezTo>
                        <a:pt x="27150" y="6603"/>
                        <a:pt x="31070" y="3391"/>
                        <a:pt x="35536" y="341"/>
                      </a:cubicBezTo>
                      <a:cubicBezTo>
                        <a:pt x="36352" y="-258"/>
                        <a:pt x="37550" y="-40"/>
                        <a:pt x="38095" y="777"/>
                      </a:cubicBezTo>
                      <a:cubicBezTo>
                        <a:pt x="38312" y="1049"/>
                        <a:pt x="38421" y="1430"/>
                        <a:pt x="38476" y="1811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5" name="Forme libre : forme 1434">
                  <a:extLst>
                    <a:ext uri="{FF2B5EF4-FFF2-40B4-BE49-F238E27FC236}">
                      <a16:creationId xmlns:a16="http://schemas.microsoft.com/office/drawing/2014/main" id="{3CF2B43F-59DF-4919-8E3E-ABF74368CE85}"/>
                    </a:ext>
                  </a:extLst>
                </p:cNvPr>
                <p:cNvSpPr/>
                <p:nvPr/>
              </p:nvSpPr>
              <p:spPr>
                <a:xfrm>
                  <a:off x="8873061" y="5111851"/>
                  <a:ext cx="36148" cy="48004"/>
                </a:xfrm>
                <a:custGeom>
                  <a:avLst/>
                  <a:gdLst>
                    <a:gd name="connsiteX0" fmla="*/ 2668 w 36148"/>
                    <a:gd name="connsiteY0" fmla="*/ 273 h 48004"/>
                    <a:gd name="connsiteX1" fmla="*/ 15084 w 36148"/>
                    <a:gd name="connsiteY1" fmla="*/ 8386 h 48004"/>
                    <a:gd name="connsiteX2" fmla="*/ 20856 w 36148"/>
                    <a:gd name="connsiteY2" fmla="*/ 12797 h 48004"/>
                    <a:gd name="connsiteX3" fmla="*/ 26193 w 36148"/>
                    <a:gd name="connsiteY3" fmla="*/ 17534 h 48004"/>
                    <a:gd name="connsiteX4" fmla="*/ 32346 w 36148"/>
                    <a:gd name="connsiteY4" fmla="*/ 21836 h 48004"/>
                    <a:gd name="connsiteX5" fmla="*/ 35994 w 36148"/>
                    <a:gd name="connsiteY5" fmla="*/ 27663 h 48004"/>
                    <a:gd name="connsiteX6" fmla="*/ 35231 w 36148"/>
                    <a:gd name="connsiteY6" fmla="*/ 35885 h 48004"/>
                    <a:gd name="connsiteX7" fmla="*/ 33435 w 36148"/>
                    <a:gd name="connsiteY7" fmla="*/ 40732 h 48004"/>
                    <a:gd name="connsiteX8" fmla="*/ 30059 w 36148"/>
                    <a:gd name="connsiteY8" fmla="*/ 46395 h 48004"/>
                    <a:gd name="connsiteX9" fmla="*/ 27281 w 36148"/>
                    <a:gd name="connsiteY9" fmla="*/ 47920 h 48004"/>
                    <a:gd name="connsiteX10" fmla="*/ 27227 w 36148"/>
                    <a:gd name="connsiteY10" fmla="*/ 47920 h 48004"/>
                    <a:gd name="connsiteX11" fmla="*/ 20420 w 36148"/>
                    <a:gd name="connsiteY11" fmla="*/ 47865 h 48004"/>
                    <a:gd name="connsiteX12" fmla="*/ 15193 w 36148"/>
                    <a:gd name="connsiteY12" fmla="*/ 46994 h 48004"/>
                    <a:gd name="connsiteX13" fmla="*/ 7624 w 36148"/>
                    <a:gd name="connsiteY13" fmla="*/ 43727 h 48004"/>
                    <a:gd name="connsiteX14" fmla="*/ 4411 w 36148"/>
                    <a:gd name="connsiteY14" fmla="*/ 38009 h 48004"/>
                    <a:gd name="connsiteX15" fmla="*/ 3758 w 36148"/>
                    <a:gd name="connsiteY15" fmla="*/ 30821 h 48004"/>
                    <a:gd name="connsiteX16" fmla="*/ 2287 w 36148"/>
                    <a:gd name="connsiteY16" fmla="*/ 24014 h 48004"/>
                    <a:gd name="connsiteX17" fmla="*/ 1252 w 36148"/>
                    <a:gd name="connsiteY17" fmla="*/ 16935 h 48004"/>
                    <a:gd name="connsiteX18" fmla="*/ 0 w 36148"/>
                    <a:gd name="connsiteY18" fmla="*/ 2015 h 48004"/>
                    <a:gd name="connsiteX19" fmla="*/ 0 w 36148"/>
                    <a:gd name="connsiteY19" fmla="*/ 1906 h 48004"/>
                    <a:gd name="connsiteX20" fmla="*/ 1797 w 36148"/>
                    <a:gd name="connsiteY20" fmla="*/ 0 h 48004"/>
                    <a:gd name="connsiteX21" fmla="*/ 2668 w 36148"/>
                    <a:gd name="connsiteY21" fmla="*/ 273 h 48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6148" h="48004">
                      <a:moveTo>
                        <a:pt x="2668" y="273"/>
                      </a:moveTo>
                      <a:cubicBezTo>
                        <a:pt x="7134" y="2723"/>
                        <a:pt x="11054" y="5554"/>
                        <a:pt x="15084" y="8386"/>
                      </a:cubicBezTo>
                      <a:lnTo>
                        <a:pt x="20856" y="12797"/>
                      </a:lnTo>
                      <a:lnTo>
                        <a:pt x="26193" y="17534"/>
                      </a:lnTo>
                      <a:cubicBezTo>
                        <a:pt x="27935" y="19168"/>
                        <a:pt x="30222" y="20420"/>
                        <a:pt x="32346" y="21836"/>
                      </a:cubicBezTo>
                      <a:cubicBezTo>
                        <a:pt x="34415" y="23252"/>
                        <a:pt x="35668" y="25212"/>
                        <a:pt x="35994" y="27663"/>
                      </a:cubicBezTo>
                      <a:cubicBezTo>
                        <a:pt x="36321" y="30113"/>
                        <a:pt x="36157" y="32781"/>
                        <a:pt x="35231" y="35885"/>
                      </a:cubicBezTo>
                      <a:cubicBezTo>
                        <a:pt x="34851" y="37410"/>
                        <a:pt x="34197" y="39044"/>
                        <a:pt x="33435" y="40732"/>
                      </a:cubicBezTo>
                      <a:cubicBezTo>
                        <a:pt x="32291" y="42637"/>
                        <a:pt x="31692" y="44271"/>
                        <a:pt x="30059" y="46395"/>
                      </a:cubicBezTo>
                      <a:cubicBezTo>
                        <a:pt x="29351" y="47320"/>
                        <a:pt x="28316" y="47865"/>
                        <a:pt x="27281" y="47920"/>
                      </a:cubicBezTo>
                      <a:lnTo>
                        <a:pt x="27227" y="47920"/>
                      </a:lnTo>
                      <a:cubicBezTo>
                        <a:pt x="24450" y="48137"/>
                        <a:pt x="22707" y="47865"/>
                        <a:pt x="20420" y="47865"/>
                      </a:cubicBezTo>
                      <a:cubicBezTo>
                        <a:pt x="18514" y="47647"/>
                        <a:pt x="16718" y="47375"/>
                        <a:pt x="15193" y="46994"/>
                      </a:cubicBezTo>
                      <a:cubicBezTo>
                        <a:pt x="11980" y="46286"/>
                        <a:pt x="9584" y="45088"/>
                        <a:pt x="7624" y="43727"/>
                      </a:cubicBezTo>
                      <a:cubicBezTo>
                        <a:pt x="5663" y="42311"/>
                        <a:pt x="4628" y="40405"/>
                        <a:pt x="4411" y="38009"/>
                      </a:cubicBezTo>
                      <a:cubicBezTo>
                        <a:pt x="4248" y="35558"/>
                        <a:pt x="4302" y="33054"/>
                        <a:pt x="3758" y="30821"/>
                      </a:cubicBezTo>
                      <a:lnTo>
                        <a:pt x="2287" y="24014"/>
                      </a:lnTo>
                      <a:lnTo>
                        <a:pt x="1252" y="16935"/>
                      </a:lnTo>
                      <a:cubicBezTo>
                        <a:pt x="708" y="12089"/>
                        <a:pt x="109" y="7242"/>
                        <a:pt x="0" y="2015"/>
                      </a:cubicBezTo>
                      <a:lnTo>
                        <a:pt x="0" y="1906"/>
                      </a:lnTo>
                      <a:cubicBezTo>
                        <a:pt x="0" y="871"/>
                        <a:pt x="817" y="55"/>
                        <a:pt x="1797" y="0"/>
                      </a:cubicBezTo>
                      <a:cubicBezTo>
                        <a:pt x="2069" y="55"/>
                        <a:pt x="2396" y="109"/>
                        <a:pt x="2668" y="273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6" name="Forme libre : forme 1435">
                  <a:extLst>
                    <a:ext uri="{FF2B5EF4-FFF2-40B4-BE49-F238E27FC236}">
                      <a16:creationId xmlns:a16="http://schemas.microsoft.com/office/drawing/2014/main" id="{41BD43CA-7310-4B78-BC4F-CC425CC6AB8E}"/>
                    </a:ext>
                  </a:extLst>
                </p:cNvPr>
                <p:cNvSpPr/>
                <p:nvPr/>
              </p:nvSpPr>
              <p:spPr>
                <a:xfrm>
                  <a:off x="8893247" y="5089802"/>
                  <a:ext cx="57531" cy="34017"/>
                </a:xfrm>
                <a:custGeom>
                  <a:avLst/>
                  <a:gdLst>
                    <a:gd name="connsiteX0" fmla="*/ 2194 w 57531"/>
                    <a:gd name="connsiteY0" fmla="*/ 2718 h 34017"/>
                    <a:gd name="connsiteX1" fmla="*/ 17278 w 57531"/>
                    <a:gd name="connsiteY1" fmla="*/ 4461 h 34017"/>
                    <a:gd name="connsiteX2" fmla="*/ 24030 w 57531"/>
                    <a:gd name="connsiteY2" fmla="*/ 4298 h 34017"/>
                    <a:gd name="connsiteX3" fmla="*/ 30129 w 57531"/>
                    <a:gd name="connsiteY3" fmla="*/ 3535 h 34017"/>
                    <a:gd name="connsiteX4" fmla="*/ 35520 w 57531"/>
                    <a:gd name="connsiteY4" fmla="*/ 922 h 34017"/>
                    <a:gd name="connsiteX5" fmla="*/ 40258 w 57531"/>
                    <a:gd name="connsiteY5" fmla="*/ 431 h 34017"/>
                    <a:gd name="connsiteX6" fmla="*/ 46194 w 57531"/>
                    <a:gd name="connsiteY6" fmla="*/ 3971 h 34017"/>
                    <a:gd name="connsiteX7" fmla="*/ 50278 w 57531"/>
                    <a:gd name="connsiteY7" fmla="*/ 6694 h 34017"/>
                    <a:gd name="connsiteX8" fmla="*/ 52891 w 57531"/>
                    <a:gd name="connsiteY8" fmla="*/ 8490 h 34017"/>
                    <a:gd name="connsiteX9" fmla="*/ 55886 w 57531"/>
                    <a:gd name="connsiteY9" fmla="*/ 10396 h 34017"/>
                    <a:gd name="connsiteX10" fmla="*/ 55995 w 57531"/>
                    <a:gd name="connsiteY10" fmla="*/ 10451 h 34017"/>
                    <a:gd name="connsiteX11" fmla="*/ 57520 w 57531"/>
                    <a:gd name="connsiteY11" fmla="*/ 13228 h 34017"/>
                    <a:gd name="connsiteX12" fmla="*/ 56485 w 57531"/>
                    <a:gd name="connsiteY12" fmla="*/ 20307 h 34017"/>
                    <a:gd name="connsiteX13" fmla="*/ 53654 w 57531"/>
                    <a:gd name="connsiteY13" fmla="*/ 25752 h 34017"/>
                    <a:gd name="connsiteX14" fmla="*/ 45159 w 57531"/>
                    <a:gd name="connsiteY14" fmla="*/ 32777 h 34017"/>
                    <a:gd name="connsiteX15" fmla="*/ 35085 w 57531"/>
                    <a:gd name="connsiteY15" fmla="*/ 33267 h 34017"/>
                    <a:gd name="connsiteX16" fmla="*/ 25664 w 57531"/>
                    <a:gd name="connsiteY16" fmla="*/ 29292 h 34017"/>
                    <a:gd name="connsiteX17" fmla="*/ 17333 w 57531"/>
                    <a:gd name="connsiteY17" fmla="*/ 24936 h 34017"/>
                    <a:gd name="connsiteX18" fmla="*/ 10308 w 57531"/>
                    <a:gd name="connsiteY18" fmla="*/ 19218 h 34017"/>
                    <a:gd name="connsiteX19" fmla="*/ 180 w 57531"/>
                    <a:gd name="connsiteY19" fmla="*/ 5278 h 34017"/>
                    <a:gd name="connsiteX20" fmla="*/ 1051 w 57531"/>
                    <a:gd name="connsiteY20" fmla="*/ 2827 h 34017"/>
                    <a:gd name="connsiteX21" fmla="*/ 2194 w 57531"/>
                    <a:gd name="connsiteY21" fmla="*/ 2718 h 34017"/>
                    <a:gd name="connsiteX22" fmla="*/ 2194 w 57531"/>
                    <a:gd name="connsiteY22" fmla="*/ 2718 h 34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7531" h="34017">
                      <a:moveTo>
                        <a:pt x="2194" y="2718"/>
                      </a:moveTo>
                      <a:cubicBezTo>
                        <a:pt x="7585" y="3644"/>
                        <a:pt x="12541" y="4406"/>
                        <a:pt x="17278" y="4461"/>
                      </a:cubicBezTo>
                      <a:cubicBezTo>
                        <a:pt x="19620" y="4570"/>
                        <a:pt x="21852" y="4515"/>
                        <a:pt x="24030" y="4298"/>
                      </a:cubicBezTo>
                      <a:cubicBezTo>
                        <a:pt x="26154" y="4243"/>
                        <a:pt x="28169" y="3971"/>
                        <a:pt x="30129" y="3535"/>
                      </a:cubicBezTo>
                      <a:cubicBezTo>
                        <a:pt x="32035" y="3154"/>
                        <a:pt x="33887" y="2010"/>
                        <a:pt x="35520" y="922"/>
                      </a:cubicBezTo>
                      <a:cubicBezTo>
                        <a:pt x="37154" y="-113"/>
                        <a:pt x="38570" y="-277"/>
                        <a:pt x="40258" y="431"/>
                      </a:cubicBezTo>
                      <a:cubicBezTo>
                        <a:pt x="41946" y="1139"/>
                        <a:pt x="43797" y="2283"/>
                        <a:pt x="46194" y="3971"/>
                      </a:cubicBezTo>
                      <a:lnTo>
                        <a:pt x="50278" y="6694"/>
                      </a:lnTo>
                      <a:cubicBezTo>
                        <a:pt x="51094" y="7293"/>
                        <a:pt x="51965" y="7891"/>
                        <a:pt x="52891" y="8490"/>
                      </a:cubicBezTo>
                      <a:cubicBezTo>
                        <a:pt x="53763" y="8981"/>
                        <a:pt x="54743" y="9634"/>
                        <a:pt x="55886" y="10396"/>
                      </a:cubicBezTo>
                      <a:lnTo>
                        <a:pt x="55995" y="10451"/>
                      </a:lnTo>
                      <a:cubicBezTo>
                        <a:pt x="56975" y="11104"/>
                        <a:pt x="57465" y="12139"/>
                        <a:pt x="57520" y="13228"/>
                      </a:cubicBezTo>
                      <a:cubicBezTo>
                        <a:pt x="57629" y="16060"/>
                        <a:pt x="56975" y="17911"/>
                        <a:pt x="56485" y="20307"/>
                      </a:cubicBezTo>
                      <a:cubicBezTo>
                        <a:pt x="55777" y="22322"/>
                        <a:pt x="54852" y="24228"/>
                        <a:pt x="53654" y="25752"/>
                      </a:cubicBezTo>
                      <a:cubicBezTo>
                        <a:pt x="51366" y="29020"/>
                        <a:pt x="48371" y="31307"/>
                        <a:pt x="45159" y="32777"/>
                      </a:cubicBezTo>
                      <a:cubicBezTo>
                        <a:pt x="41946" y="34247"/>
                        <a:pt x="38406" y="34410"/>
                        <a:pt x="35085" y="33267"/>
                      </a:cubicBezTo>
                      <a:cubicBezTo>
                        <a:pt x="31763" y="32123"/>
                        <a:pt x="28659" y="30490"/>
                        <a:pt x="25664" y="29292"/>
                      </a:cubicBezTo>
                      <a:cubicBezTo>
                        <a:pt x="22724" y="28039"/>
                        <a:pt x="19946" y="26569"/>
                        <a:pt x="17333" y="24936"/>
                      </a:cubicBezTo>
                      <a:cubicBezTo>
                        <a:pt x="14774" y="23138"/>
                        <a:pt x="12432" y="21233"/>
                        <a:pt x="10308" y="19218"/>
                      </a:cubicBezTo>
                      <a:cubicBezTo>
                        <a:pt x="6116" y="15025"/>
                        <a:pt x="2631" y="10451"/>
                        <a:pt x="180" y="5278"/>
                      </a:cubicBezTo>
                      <a:cubicBezTo>
                        <a:pt x="-256" y="4352"/>
                        <a:pt x="125" y="3263"/>
                        <a:pt x="1051" y="2827"/>
                      </a:cubicBezTo>
                      <a:cubicBezTo>
                        <a:pt x="1378" y="2718"/>
                        <a:pt x="1759" y="2664"/>
                        <a:pt x="2194" y="2718"/>
                      </a:cubicBezTo>
                      <a:lnTo>
                        <a:pt x="2194" y="2718"/>
                      </a:ln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7" name="Forme libre : forme 1436">
                  <a:extLst>
                    <a:ext uri="{FF2B5EF4-FFF2-40B4-BE49-F238E27FC236}">
                      <a16:creationId xmlns:a16="http://schemas.microsoft.com/office/drawing/2014/main" id="{89B8232E-FB6A-4E36-B559-F2851C1087C1}"/>
                    </a:ext>
                  </a:extLst>
                </p:cNvPr>
                <p:cNvSpPr/>
                <p:nvPr/>
              </p:nvSpPr>
              <p:spPr>
                <a:xfrm>
                  <a:off x="8912853" y="5055286"/>
                  <a:ext cx="54461" cy="33420"/>
                </a:xfrm>
                <a:custGeom>
                  <a:avLst/>
                  <a:gdLst>
                    <a:gd name="connsiteX0" fmla="*/ 1485 w 54461"/>
                    <a:gd name="connsiteY0" fmla="*/ 19591 h 33420"/>
                    <a:gd name="connsiteX1" fmla="*/ 13683 w 54461"/>
                    <a:gd name="connsiteY1" fmla="*/ 13982 h 33420"/>
                    <a:gd name="connsiteX2" fmla="*/ 18964 w 54461"/>
                    <a:gd name="connsiteY2" fmla="*/ 10443 h 33420"/>
                    <a:gd name="connsiteX3" fmla="*/ 24301 w 54461"/>
                    <a:gd name="connsiteY3" fmla="*/ 6903 h 33420"/>
                    <a:gd name="connsiteX4" fmla="*/ 29855 w 54461"/>
                    <a:gd name="connsiteY4" fmla="*/ 2111 h 33420"/>
                    <a:gd name="connsiteX5" fmla="*/ 36934 w 54461"/>
                    <a:gd name="connsiteY5" fmla="*/ 96 h 33420"/>
                    <a:gd name="connsiteX6" fmla="*/ 45701 w 54461"/>
                    <a:gd name="connsiteY6" fmla="*/ 3309 h 33420"/>
                    <a:gd name="connsiteX7" fmla="*/ 50112 w 54461"/>
                    <a:gd name="connsiteY7" fmla="*/ 6849 h 33420"/>
                    <a:gd name="connsiteX8" fmla="*/ 54087 w 54461"/>
                    <a:gd name="connsiteY8" fmla="*/ 12512 h 33420"/>
                    <a:gd name="connsiteX9" fmla="*/ 54141 w 54461"/>
                    <a:gd name="connsiteY9" fmla="*/ 15671 h 33420"/>
                    <a:gd name="connsiteX10" fmla="*/ 54087 w 54461"/>
                    <a:gd name="connsiteY10" fmla="*/ 15779 h 33420"/>
                    <a:gd name="connsiteX11" fmla="*/ 52616 w 54461"/>
                    <a:gd name="connsiteY11" fmla="*/ 18883 h 33420"/>
                    <a:gd name="connsiteX12" fmla="*/ 51310 w 54461"/>
                    <a:gd name="connsiteY12" fmla="*/ 21715 h 33420"/>
                    <a:gd name="connsiteX13" fmla="*/ 49023 w 54461"/>
                    <a:gd name="connsiteY13" fmla="*/ 26017 h 33420"/>
                    <a:gd name="connsiteX14" fmla="*/ 44503 w 54461"/>
                    <a:gd name="connsiteY14" fmla="*/ 31843 h 33420"/>
                    <a:gd name="connsiteX15" fmla="*/ 38513 w 54461"/>
                    <a:gd name="connsiteY15" fmla="*/ 33259 h 33420"/>
                    <a:gd name="connsiteX16" fmla="*/ 31053 w 54461"/>
                    <a:gd name="connsiteY16" fmla="*/ 32115 h 33420"/>
                    <a:gd name="connsiteX17" fmla="*/ 23266 w 54461"/>
                    <a:gd name="connsiteY17" fmla="*/ 31734 h 33420"/>
                    <a:gd name="connsiteX18" fmla="*/ 15207 w 54461"/>
                    <a:gd name="connsiteY18" fmla="*/ 30264 h 33420"/>
                    <a:gd name="connsiteX19" fmla="*/ 559 w 54461"/>
                    <a:gd name="connsiteY19" fmla="*/ 22749 h 33420"/>
                    <a:gd name="connsiteX20" fmla="*/ 504 w 54461"/>
                    <a:gd name="connsiteY20" fmla="*/ 20136 h 33420"/>
                    <a:gd name="connsiteX21" fmla="*/ 1321 w 54461"/>
                    <a:gd name="connsiteY21" fmla="*/ 19646 h 33420"/>
                    <a:gd name="connsiteX22" fmla="*/ 1485 w 54461"/>
                    <a:gd name="connsiteY22" fmla="*/ 19591 h 33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4461" h="33420">
                      <a:moveTo>
                        <a:pt x="1485" y="19591"/>
                      </a:moveTo>
                      <a:cubicBezTo>
                        <a:pt x="6277" y="18230"/>
                        <a:pt x="10088" y="16324"/>
                        <a:pt x="13683" y="13982"/>
                      </a:cubicBezTo>
                      <a:cubicBezTo>
                        <a:pt x="15479" y="12893"/>
                        <a:pt x="17222" y="11695"/>
                        <a:pt x="18964" y="10443"/>
                      </a:cubicBezTo>
                      <a:cubicBezTo>
                        <a:pt x="20707" y="9354"/>
                        <a:pt x="22504" y="8156"/>
                        <a:pt x="24301" y="6903"/>
                      </a:cubicBezTo>
                      <a:cubicBezTo>
                        <a:pt x="26152" y="5705"/>
                        <a:pt x="27895" y="3800"/>
                        <a:pt x="29855" y="2111"/>
                      </a:cubicBezTo>
                      <a:cubicBezTo>
                        <a:pt x="31815" y="478"/>
                        <a:pt x="34211" y="-284"/>
                        <a:pt x="36934" y="96"/>
                      </a:cubicBezTo>
                      <a:cubicBezTo>
                        <a:pt x="39656" y="423"/>
                        <a:pt x="42652" y="1349"/>
                        <a:pt x="45701" y="3309"/>
                      </a:cubicBezTo>
                      <a:cubicBezTo>
                        <a:pt x="47171" y="4181"/>
                        <a:pt x="48696" y="5433"/>
                        <a:pt x="50112" y="6849"/>
                      </a:cubicBezTo>
                      <a:cubicBezTo>
                        <a:pt x="51582" y="8700"/>
                        <a:pt x="52889" y="10007"/>
                        <a:pt x="54087" y="12512"/>
                      </a:cubicBezTo>
                      <a:cubicBezTo>
                        <a:pt x="54577" y="13547"/>
                        <a:pt x="54577" y="14690"/>
                        <a:pt x="54141" y="15671"/>
                      </a:cubicBezTo>
                      <a:lnTo>
                        <a:pt x="54087" y="15779"/>
                      </a:lnTo>
                      <a:cubicBezTo>
                        <a:pt x="53542" y="16977"/>
                        <a:pt x="53053" y="18067"/>
                        <a:pt x="52616" y="18883"/>
                      </a:cubicBezTo>
                      <a:cubicBezTo>
                        <a:pt x="52181" y="19809"/>
                        <a:pt x="51746" y="20789"/>
                        <a:pt x="51310" y="21715"/>
                      </a:cubicBezTo>
                      <a:cubicBezTo>
                        <a:pt x="50493" y="23348"/>
                        <a:pt x="49731" y="24873"/>
                        <a:pt x="49023" y="26017"/>
                      </a:cubicBezTo>
                      <a:cubicBezTo>
                        <a:pt x="47553" y="28631"/>
                        <a:pt x="46137" y="30427"/>
                        <a:pt x="44503" y="31843"/>
                      </a:cubicBezTo>
                      <a:cubicBezTo>
                        <a:pt x="42870" y="33259"/>
                        <a:pt x="40909" y="33695"/>
                        <a:pt x="38513" y="33259"/>
                      </a:cubicBezTo>
                      <a:cubicBezTo>
                        <a:pt x="36117" y="32769"/>
                        <a:pt x="33558" y="32170"/>
                        <a:pt x="31053" y="32115"/>
                      </a:cubicBezTo>
                      <a:cubicBezTo>
                        <a:pt x="28494" y="32061"/>
                        <a:pt x="25880" y="31952"/>
                        <a:pt x="23266" y="31734"/>
                      </a:cubicBezTo>
                      <a:cubicBezTo>
                        <a:pt x="20598" y="31353"/>
                        <a:pt x="17875" y="30918"/>
                        <a:pt x="15207" y="30264"/>
                      </a:cubicBezTo>
                      <a:cubicBezTo>
                        <a:pt x="9870" y="28794"/>
                        <a:pt x="4479" y="26561"/>
                        <a:pt x="559" y="22749"/>
                      </a:cubicBezTo>
                      <a:cubicBezTo>
                        <a:pt x="-149" y="22042"/>
                        <a:pt x="-203" y="20843"/>
                        <a:pt x="504" y="20136"/>
                      </a:cubicBezTo>
                      <a:cubicBezTo>
                        <a:pt x="723" y="19918"/>
                        <a:pt x="994" y="19755"/>
                        <a:pt x="1321" y="19646"/>
                      </a:cubicBezTo>
                      <a:lnTo>
                        <a:pt x="1485" y="19591"/>
                      </a:ln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8" name="Forme libre : forme 1437">
                  <a:extLst>
                    <a:ext uri="{FF2B5EF4-FFF2-40B4-BE49-F238E27FC236}">
                      <a16:creationId xmlns:a16="http://schemas.microsoft.com/office/drawing/2014/main" id="{A8B8BBD7-7836-440C-8ED5-D58FF2898FA8}"/>
                    </a:ext>
                  </a:extLst>
                </p:cNvPr>
                <p:cNvSpPr/>
                <p:nvPr/>
              </p:nvSpPr>
              <p:spPr>
                <a:xfrm>
                  <a:off x="8891064" y="5015263"/>
                  <a:ext cx="39160" cy="45030"/>
                </a:xfrm>
                <a:custGeom>
                  <a:avLst/>
                  <a:gdLst>
                    <a:gd name="connsiteX0" fmla="*/ 184 w 39160"/>
                    <a:gd name="connsiteY0" fmla="*/ 42352 h 45030"/>
                    <a:gd name="connsiteX1" fmla="*/ 4650 w 39160"/>
                    <a:gd name="connsiteY1" fmla="*/ 29392 h 45030"/>
                    <a:gd name="connsiteX2" fmla="*/ 6338 w 39160"/>
                    <a:gd name="connsiteY2" fmla="*/ 23075 h 45030"/>
                    <a:gd name="connsiteX3" fmla="*/ 8244 w 39160"/>
                    <a:gd name="connsiteY3" fmla="*/ 16813 h 45030"/>
                    <a:gd name="connsiteX4" fmla="*/ 9496 w 39160"/>
                    <a:gd name="connsiteY4" fmla="*/ 9680 h 45030"/>
                    <a:gd name="connsiteX5" fmla="*/ 14288 w 39160"/>
                    <a:gd name="connsiteY5" fmla="*/ 3200 h 45030"/>
                    <a:gd name="connsiteX6" fmla="*/ 24580 w 39160"/>
                    <a:gd name="connsiteY6" fmla="*/ 42 h 45030"/>
                    <a:gd name="connsiteX7" fmla="*/ 30896 w 39160"/>
                    <a:gd name="connsiteY7" fmla="*/ 858 h 45030"/>
                    <a:gd name="connsiteX8" fmla="*/ 36887 w 39160"/>
                    <a:gd name="connsiteY8" fmla="*/ 4779 h 45030"/>
                    <a:gd name="connsiteX9" fmla="*/ 37757 w 39160"/>
                    <a:gd name="connsiteY9" fmla="*/ 7502 h 45030"/>
                    <a:gd name="connsiteX10" fmla="*/ 37703 w 39160"/>
                    <a:gd name="connsiteY10" fmla="*/ 7937 h 45030"/>
                    <a:gd name="connsiteX11" fmla="*/ 37595 w 39160"/>
                    <a:gd name="connsiteY11" fmla="*/ 14200 h 45030"/>
                    <a:gd name="connsiteX12" fmla="*/ 38302 w 39160"/>
                    <a:gd name="connsiteY12" fmla="*/ 18501 h 45030"/>
                    <a:gd name="connsiteX13" fmla="*/ 39119 w 39160"/>
                    <a:gd name="connsiteY13" fmla="*/ 24437 h 45030"/>
                    <a:gd name="connsiteX14" fmla="*/ 35906 w 39160"/>
                    <a:gd name="connsiteY14" fmla="*/ 28412 h 45030"/>
                    <a:gd name="connsiteX15" fmla="*/ 29535 w 39160"/>
                    <a:gd name="connsiteY15" fmla="*/ 32006 h 45030"/>
                    <a:gd name="connsiteX16" fmla="*/ 23600 w 39160"/>
                    <a:gd name="connsiteY16" fmla="*/ 36308 h 45030"/>
                    <a:gd name="connsiteX17" fmla="*/ 16956 w 39160"/>
                    <a:gd name="connsiteY17" fmla="*/ 40174 h 45030"/>
                    <a:gd name="connsiteX18" fmla="*/ 2091 w 39160"/>
                    <a:gd name="connsiteY18" fmla="*/ 45020 h 45030"/>
                    <a:gd name="connsiteX19" fmla="*/ 21 w 39160"/>
                    <a:gd name="connsiteY19" fmla="*/ 43332 h 45030"/>
                    <a:gd name="connsiteX20" fmla="*/ 130 w 39160"/>
                    <a:gd name="connsiteY20" fmla="*/ 42407 h 45030"/>
                    <a:gd name="connsiteX21" fmla="*/ 184 w 39160"/>
                    <a:gd name="connsiteY21" fmla="*/ 42352 h 45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9160" h="45030">
                      <a:moveTo>
                        <a:pt x="184" y="42352"/>
                      </a:moveTo>
                      <a:cubicBezTo>
                        <a:pt x="2145" y="37778"/>
                        <a:pt x="3561" y="33694"/>
                        <a:pt x="4650" y="29392"/>
                      </a:cubicBezTo>
                      <a:cubicBezTo>
                        <a:pt x="5249" y="27323"/>
                        <a:pt x="5793" y="25254"/>
                        <a:pt x="6338" y="23075"/>
                      </a:cubicBezTo>
                      <a:lnTo>
                        <a:pt x="8244" y="16813"/>
                      </a:lnTo>
                      <a:cubicBezTo>
                        <a:pt x="8897" y="14690"/>
                        <a:pt x="9060" y="12185"/>
                        <a:pt x="9496" y="9680"/>
                      </a:cubicBezTo>
                      <a:cubicBezTo>
                        <a:pt x="10041" y="7120"/>
                        <a:pt x="11566" y="4834"/>
                        <a:pt x="14288" y="3200"/>
                      </a:cubicBezTo>
                      <a:cubicBezTo>
                        <a:pt x="16956" y="1566"/>
                        <a:pt x="20442" y="151"/>
                        <a:pt x="24580" y="42"/>
                      </a:cubicBezTo>
                      <a:cubicBezTo>
                        <a:pt x="26540" y="-122"/>
                        <a:pt x="28772" y="205"/>
                        <a:pt x="30896" y="858"/>
                      </a:cubicBezTo>
                      <a:cubicBezTo>
                        <a:pt x="33129" y="1893"/>
                        <a:pt x="35089" y="2710"/>
                        <a:pt x="36887" y="4779"/>
                      </a:cubicBezTo>
                      <a:cubicBezTo>
                        <a:pt x="37595" y="5541"/>
                        <a:pt x="37867" y="6576"/>
                        <a:pt x="37757" y="7502"/>
                      </a:cubicBezTo>
                      <a:lnTo>
                        <a:pt x="37703" y="7937"/>
                      </a:lnTo>
                      <a:cubicBezTo>
                        <a:pt x="37431" y="10660"/>
                        <a:pt x="37268" y="12130"/>
                        <a:pt x="37595" y="14200"/>
                      </a:cubicBezTo>
                      <a:cubicBezTo>
                        <a:pt x="37757" y="15833"/>
                        <a:pt x="38085" y="17303"/>
                        <a:pt x="38302" y="18501"/>
                      </a:cubicBezTo>
                      <a:cubicBezTo>
                        <a:pt x="38956" y="21006"/>
                        <a:pt x="39282" y="22749"/>
                        <a:pt x="39119" y="24437"/>
                      </a:cubicBezTo>
                      <a:cubicBezTo>
                        <a:pt x="38956" y="26071"/>
                        <a:pt x="37921" y="27377"/>
                        <a:pt x="35906" y="28412"/>
                      </a:cubicBezTo>
                      <a:cubicBezTo>
                        <a:pt x="33782" y="29501"/>
                        <a:pt x="31441" y="30590"/>
                        <a:pt x="29535" y="32006"/>
                      </a:cubicBezTo>
                      <a:lnTo>
                        <a:pt x="23600" y="36308"/>
                      </a:lnTo>
                      <a:cubicBezTo>
                        <a:pt x="21421" y="37669"/>
                        <a:pt x="19243" y="38976"/>
                        <a:pt x="16956" y="40174"/>
                      </a:cubicBezTo>
                      <a:cubicBezTo>
                        <a:pt x="12273" y="42461"/>
                        <a:pt x="7318" y="44476"/>
                        <a:pt x="2091" y="45020"/>
                      </a:cubicBezTo>
                      <a:cubicBezTo>
                        <a:pt x="1056" y="45129"/>
                        <a:pt x="130" y="44367"/>
                        <a:pt x="21" y="43332"/>
                      </a:cubicBezTo>
                      <a:cubicBezTo>
                        <a:pt x="-33" y="43006"/>
                        <a:pt x="21" y="42679"/>
                        <a:pt x="130" y="42407"/>
                      </a:cubicBezTo>
                      <a:lnTo>
                        <a:pt x="184" y="42352"/>
                      </a:ln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439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754094" y="4924746"/>
                <a:ext cx="213220" cy="240402"/>
                <a:chOff x="8754094" y="4924746"/>
                <a:chExt cx="213220" cy="240402"/>
              </a:xfrm>
              <a:solidFill>
                <a:srgbClr val="C65CAD"/>
              </a:solidFill>
            </p:grpSpPr>
            <p:sp>
              <p:nvSpPr>
                <p:cNvPr id="1440" name="Forme libre : forme 1439">
                  <a:extLst>
                    <a:ext uri="{FF2B5EF4-FFF2-40B4-BE49-F238E27FC236}">
                      <a16:creationId xmlns:a16="http://schemas.microsoft.com/office/drawing/2014/main" id="{4A408CE4-C0ED-4849-A795-670D5492198B}"/>
                    </a:ext>
                  </a:extLst>
                </p:cNvPr>
                <p:cNvSpPr/>
                <p:nvPr/>
              </p:nvSpPr>
              <p:spPr>
                <a:xfrm>
                  <a:off x="8865240" y="4972409"/>
                  <a:ext cx="34348" cy="92176"/>
                </a:xfrm>
                <a:custGeom>
                  <a:avLst/>
                  <a:gdLst>
                    <a:gd name="connsiteX0" fmla="*/ 21762 w 34348"/>
                    <a:gd name="connsiteY0" fmla="*/ 6358 h 92176"/>
                    <a:gd name="connsiteX1" fmla="*/ 26880 w 34348"/>
                    <a:gd name="connsiteY1" fmla="*/ 15887 h 92176"/>
                    <a:gd name="connsiteX2" fmla="*/ 28840 w 34348"/>
                    <a:gd name="connsiteY2" fmla="*/ 26887 h 92176"/>
                    <a:gd name="connsiteX3" fmla="*/ 26880 w 34348"/>
                    <a:gd name="connsiteY3" fmla="*/ 35164 h 92176"/>
                    <a:gd name="connsiteX4" fmla="*/ 25791 w 34348"/>
                    <a:gd name="connsiteY4" fmla="*/ 37124 h 92176"/>
                    <a:gd name="connsiteX5" fmla="*/ 21435 w 34348"/>
                    <a:gd name="connsiteY5" fmla="*/ 45891 h 92176"/>
                    <a:gd name="connsiteX6" fmla="*/ 17732 w 34348"/>
                    <a:gd name="connsiteY6" fmla="*/ 56183 h 92176"/>
                    <a:gd name="connsiteX7" fmla="*/ 14410 w 34348"/>
                    <a:gd name="connsiteY7" fmla="*/ 66910 h 92176"/>
                    <a:gd name="connsiteX8" fmla="*/ 12069 w 34348"/>
                    <a:gd name="connsiteY8" fmla="*/ 77964 h 92176"/>
                    <a:gd name="connsiteX9" fmla="*/ 8638 w 34348"/>
                    <a:gd name="connsiteY9" fmla="*/ 67291 h 92176"/>
                    <a:gd name="connsiteX10" fmla="*/ 6623 w 34348"/>
                    <a:gd name="connsiteY10" fmla="*/ 55475 h 92176"/>
                    <a:gd name="connsiteX11" fmla="*/ 6133 w 34348"/>
                    <a:gd name="connsiteY11" fmla="*/ 43386 h 92176"/>
                    <a:gd name="connsiteX12" fmla="*/ 5697 w 34348"/>
                    <a:gd name="connsiteY12" fmla="*/ 34347 h 92176"/>
                    <a:gd name="connsiteX13" fmla="*/ 5425 w 34348"/>
                    <a:gd name="connsiteY13" fmla="*/ 30698 h 92176"/>
                    <a:gd name="connsiteX14" fmla="*/ 7222 w 34348"/>
                    <a:gd name="connsiteY14" fmla="*/ 22095 h 92176"/>
                    <a:gd name="connsiteX15" fmla="*/ 13266 w 34348"/>
                    <a:gd name="connsiteY15" fmla="*/ 13545 h 92176"/>
                    <a:gd name="connsiteX16" fmla="*/ 21762 w 34348"/>
                    <a:gd name="connsiteY16" fmla="*/ 6358 h 92176"/>
                    <a:gd name="connsiteX17" fmla="*/ 22687 w 34348"/>
                    <a:gd name="connsiteY17" fmla="*/ 41 h 92176"/>
                    <a:gd name="connsiteX18" fmla="*/ 20945 w 34348"/>
                    <a:gd name="connsiteY18" fmla="*/ 368 h 92176"/>
                    <a:gd name="connsiteX19" fmla="*/ 20890 w 34348"/>
                    <a:gd name="connsiteY19" fmla="*/ 368 h 92176"/>
                    <a:gd name="connsiteX20" fmla="*/ 9346 w 34348"/>
                    <a:gd name="connsiteY20" fmla="*/ 9734 h 92176"/>
                    <a:gd name="connsiteX21" fmla="*/ 2376 w 34348"/>
                    <a:gd name="connsiteY21" fmla="*/ 19590 h 92176"/>
                    <a:gd name="connsiteX22" fmla="*/ 35 w 34348"/>
                    <a:gd name="connsiteY22" fmla="*/ 30916 h 92176"/>
                    <a:gd name="connsiteX23" fmla="*/ 743 w 34348"/>
                    <a:gd name="connsiteY23" fmla="*/ 43332 h 92176"/>
                    <a:gd name="connsiteX24" fmla="*/ 1232 w 34348"/>
                    <a:gd name="connsiteY24" fmla="*/ 55911 h 92176"/>
                    <a:gd name="connsiteX25" fmla="*/ 3356 w 34348"/>
                    <a:gd name="connsiteY25" fmla="*/ 68489 h 92176"/>
                    <a:gd name="connsiteX26" fmla="*/ 13594 w 34348"/>
                    <a:gd name="connsiteY26" fmla="*/ 91523 h 92176"/>
                    <a:gd name="connsiteX27" fmla="*/ 14682 w 34348"/>
                    <a:gd name="connsiteY27" fmla="*/ 92177 h 92176"/>
                    <a:gd name="connsiteX28" fmla="*/ 14955 w 34348"/>
                    <a:gd name="connsiteY28" fmla="*/ 92177 h 92176"/>
                    <a:gd name="connsiteX29" fmla="*/ 16697 w 34348"/>
                    <a:gd name="connsiteY29" fmla="*/ 90489 h 92176"/>
                    <a:gd name="connsiteX30" fmla="*/ 16697 w 34348"/>
                    <a:gd name="connsiteY30" fmla="*/ 90434 h 92176"/>
                    <a:gd name="connsiteX31" fmla="*/ 19747 w 34348"/>
                    <a:gd name="connsiteY31" fmla="*/ 68326 h 92176"/>
                    <a:gd name="connsiteX32" fmla="*/ 22905 w 34348"/>
                    <a:gd name="connsiteY32" fmla="*/ 57980 h 92176"/>
                    <a:gd name="connsiteX33" fmla="*/ 26554 w 34348"/>
                    <a:gd name="connsiteY33" fmla="*/ 47797 h 92176"/>
                    <a:gd name="connsiteX34" fmla="*/ 31726 w 34348"/>
                    <a:gd name="connsiteY34" fmla="*/ 37723 h 92176"/>
                    <a:gd name="connsiteX35" fmla="*/ 34340 w 34348"/>
                    <a:gd name="connsiteY35" fmla="*/ 26669 h 92176"/>
                    <a:gd name="connsiteX36" fmla="*/ 32108 w 34348"/>
                    <a:gd name="connsiteY36" fmla="*/ 14090 h 92176"/>
                    <a:gd name="connsiteX37" fmla="*/ 24212 w 34348"/>
                    <a:gd name="connsiteY37" fmla="*/ 803 h 92176"/>
                    <a:gd name="connsiteX38" fmla="*/ 22687 w 34348"/>
                    <a:gd name="connsiteY38" fmla="*/ 41 h 92176"/>
                    <a:gd name="connsiteX39" fmla="*/ 22687 w 34348"/>
                    <a:gd name="connsiteY39" fmla="*/ 41 h 92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4348" h="92176">
                      <a:moveTo>
                        <a:pt x="21762" y="6358"/>
                      </a:moveTo>
                      <a:cubicBezTo>
                        <a:pt x="24430" y="9679"/>
                        <a:pt x="25791" y="12892"/>
                        <a:pt x="26880" y="15887"/>
                      </a:cubicBezTo>
                      <a:cubicBezTo>
                        <a:pt x="28078" y="19481"/>
                        <a:pt x="28786" y="23184"/>
                        <a:pt x="28840" y="26887"/>
                      </a:cubicBezTo>
                      <a:cubicBezTo>
                        <a:pt x="28895" y="29881"/>
                        <a:pt x="28296" y="32604"/>
                        <a:pt x="26880" y="35164"/>
                      </a:cubicBezTo>
                      <a:lnTo>
                        <a:pt x="25791" y="37124"/>
                      </a:lnTo>
                      <a:cubicBezTo>
                        <a:pt x="24212" y="39956"/>
                        <a:pt x="22579" y="42842"/>
                        <a:pt x="21435" y="45891"/>
                      </a:cubicBezTo>
                      <a:cubicBezTo>
                        <a:pt x="19964" y="49648"/>
                        <a:pt x="18712" y="53079"/>
                        <a:pt x="17732" y="56183"/>
                      </a:cubicBezTo>
                      <a:cubicBezTo>
                        <a:pt x="16371" y="59995"/>
                        <a:pt x="15227" y="63534"/>
                        <a:pt x="14410" y="66910"/>
                      </a:cubicBezTo>
                      <a:cubicBezTo>
                        <a:pt x="13375" y="70613"/>
                        <a:pt x="12613" y="74261"/>
                        <a:pt x="12069" y="77964"/>
                      </a:cubicBezTo>
                      <a:cubicBezTo>
                        <a:pt x="10762" y="74752"/>
                        <a:pt x="9564" y="71212"/>
                        <a:pt x="8638" y="67291"/>
                      </a:cubicBezTo>
                      <a:cubicBezTo>
                        <a:pt x="7821" y="63588"/>
                        <a:pt x="7113" y="59504"/>
                        <a:pt x="6623" y="55475"/>
                      </a:cubicBezTo>
                      <a:cubicBezTo>
                        <a:pt x="6351" y="51663"/>
                        <a:pt x="6188" y="47688"/>
                        <a:pt x="6133" y="43386"/>
                      </a:cubicBezTo>
                      <a:cubicBezTo>
                        <a:pt x="6133" y="40337"/>
                        <a:pt x="5915" y="37287"/>
                        <a:pt x="5697" y="34347"/>
                      </a:cubicBezTo>
                      <a:cubicBezTo>
                        <a:pt x="5588" y="33094"/>
                        <a:pt x="5480" y="31842"/>
                        <a:pt x="5425" y="30698"/>
                      </a:cubicBezTo>
                      <a:cubicBezTo>
                        <a:pt x="5262" y="27540"/>
                        <a:pt x="5861" y="24709"/>
                        <a:pt x="7222" y="22095"/>
                      </a:cubicBezTo>
                      <a:cubicBezTo>
                        <a:pt x="8747" y="19100"/>
                        <a:pt x="10707" y="16268"/>
                        <a:pt x="13266" y="13545"/>
                      </a:cubicBezTo>
                      <a:cubicBezTo>
                        <a:pt x="15445" y="11313"/>
                        <a:pt x="17949" y="8917"/>
                        <a:pt x="21762" y="6358"/>
                      </a:cubicBezTo>
                      <a:moveTo>
                        <a:pt x="22687" y="41"/>
                      </a:moveTo>
                      <a:cubicBezTo>
                        <a:pt x="22088" y="-68"/>
                        <a:pt x="21489" y="41"/>
                        <a:pt x="20945" y="368"/>
                      </a:cubicBezTo>
                      <a:lnTo>
                        <a:pt x="20890" y="368"/>
                      </a:lnTo>
                      <a:cubicBezTo>
                        <a:pt x="15772" y="3526"/>
                        <a:pt x="12341" y="6575"/>
                        <a:pt x="9346" y="9734"/>
                      </a:cubicBezTo>
                      <a:cubicBezTo>
                        <a:pt x="6405" y="12892"/>
                        <a:pt x="4119" y="16105"/>
                        <a:pt x="2376" y="19590"/>
                      </a:cubicBezTo>
                      <a:cubicBezTo>
                        <a:pt x="633" y="23021"/>
                        <a:pt x="-183" y="26832"/>
                        <a:pt x="35" y="30916"/>
                      </a:cubicBezTo>
                      <a:cubicBezTo>
                        <a:pt x="306" y="35000"/>
                        <a:pt x="743" y="39193"/>
                        <a:pt x="743" y="43332"/>
                      </a:cubicBezTo>
                      <a:cubicBezTo>
                        <a:pt x="743" y="47470"/>
                        <a:pt x="905" y="51663"/>
                        <a:pt x="1232" y="55911"/>
                      </a:cubicBezTo>
                      <a:cubicBezTo>
                        <a:pt x="1722" y="60104"/>
                        <a:pt x="2376" y="64351"/>
                        <a:pt x="3356" y="68489"/>
                      </a:cubicBezTo>
                      <a:cubicBezTo>
                        <a:pt x="5425" y="76766"/>
                        <a:pt x="8529" y="84880"/>
                        <a:pt x="13594" y="91523"/>
                      </a:cubicBezTo>
                      <a:cubicBezTo>
                        <a:pt x="13865" y="91850"/>
                        <a:pt x="14247" y="92122"/>
                        <a:pt x="14682" y="92177"/>
                      </a:cubicBezTo>
                      <a:cubicBezTo>
                        <a:pt x="14791" y="92177"/>
                        <a:pt x="14846" y="92177"/>
                        <a:pt x="14955" y="92177"/>
                      </a:cubicBezTo>
                      <a:cubicBezTo>
                        <a:pt x="15880" y="92177"/>
                        <a:pt x="16697" y="91415"/>
                        <a:pt x="16697" y="90489"/>
                      </a:cubicBezTo>
                      <a:lnTo>
                        <a:pt x="16697" y="90434"/>
                      </a:lnTo>
                      <a:cubicBezTo>
                        <a:pt x="16752" y="82593"/>
                        <a:pt x="17787" y="75351"/>
                        <a:pt x="19747" y="68326"/>
                      </a:cubicBezTo>
                      <a:cubicBezTo>
                        <a:pt x="20618" y="64841"/>
                        <a:pt x="21707" y="61410"/>
                        <a:pt x="22905" y="57980"/>
                      </a:cubicBezTo>
                      <a:cubicBezTo>
                        <a:pt x="23994" y="54549"/>
                        <a:pt x="25192" y="51173"/>
                        <a:pt x="26554" y="47797"/>
                      </a:cubicBezTo>
                      <a:cubicBezTo>
                        <a:pt x="27860" y="44366"/>
                        <a:pt x="29875" y="41099"/>
                        <a:pt x="31726" y="37723"/>
                      </a:cubicBezTo>
                      <a:cubicBezTo>
                        <a:pt x="33523" y="34347"/>
                        <a:pt x="34449" y="30644"/>
                        <a:pt x="34340" y="26669"/>
                      </a:cubicBezTo>
                      <a:cubicBezTo>
                        <a:pt x="34231" y="22694"/>
                        <a:pt x="33578" y="18446"/>
                        <a:pt x="32108" y="14090"/>
                      </a:cubicBezTo>
                      <a:cubicBezTo>
                        <a:pt x="30529" y="9734"/>
                        <a:pt x="28405" y="5214"/>
                        <a:pt x="24212" y="803"/>
                      </a:cubicBezTo>
                      <a:cubicBezTo>
                        <a:pt x="23776" y="422"/>
                        <a:pt x="23232" y="150"/>
                        <a:pt x="22687" y="41"/>
                      </a:cubicBezTo>
                      <a:lnTo>
                        <a:pt x="22687" y="41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1" name="Forme libre : forme 1440">
                  <a:extLst>
                    <a:ext uri="{FF2B5EF4-FFF2-40B4-BE49-F238E27FC236}">
                      <a16:creationId xmlns:a16="http://schemas.microsoft.com/office/drawing/2014/main" id="{E00D0486-B249-4923-9AF1-B4946C54A7D5}"/>
                    </a:ext>
                  </a:extLst>
                </p:cNvPr>
                <p:cNvSpPr/>
                <p:nvPr/>
              </p:nvSpPr>
              <p:spPr>
                <a:xfrm>
                  <a:off x="8794026" y="4924746"/>
                  <a:ext cx="62293" cy="114594"/>
                </a:xfrm>
                <a:custGeom>
                  <a:avLst/>
                  <a:gdLst>
                    <a:gd name="connsiteX0" fmla="*/ 5468 w 62293"/>
                    <a:gd name="connsiteY0" fmla="*/ 6210 h 114594"/>
                    <a:gd name="connsiteX1" fmla="*/ 17666 w 62293"/>
                    <a:gd name="connsiteY1" fmla="*/ 11383 h 114594"/>
                    <a:gd name="connsiteX2" fmla="*/ 30136 w 62293"/>
                    <a:gd name="connsiteY2" fmla="*/ 21457 h 114594"/>
                    <a:gd name="connsiteX3" fmla="*/ 37760 w 62293"/>
                    <a:gd name="connsiteY3" fmla="*/ 34744 h 114594"/>
                    <a:gd name="connsiteX4" fmla="*/ 41299 w 62293"/>
                    <a:gd name="connsiteY4" fmla="*/ 49283 h 114594"/>
                    <a:gd name="connsiteX5" fmla="*/ 41953 w 62293"/>
                    <a:gd name="connsiteY5" fmla="*/ 52224 h 114594"/>
                    <a:gd name="connsiteX6" fmla="*/ 44185 w 62293"/>
                    <a:gd name="connsiteY6" fmla="*/ 66545 h 114594"/>
                    <a:gd name="connsiteX7" fmla="*/ 44403 w 62293"/>
                    <a:gd name="connsiteY7" fmla="*/ 68342 h 114594"/>
                    <a:gd name="connsiteX8" fmla="*/ 46527 w 62293"/>
                    <a:gd name="connsiteY8" fmla="*/ 83752 h 114594"/>
                    <a:gd name="connsiteX9" fmla="*/ 50720 w 62293"/>
                    <a:gd name="connsiteY9" fmla="*/ 98237 h 114594"/>
                    <a:gd name="connsiteX10" fmla="*/ 41462 w 62293"/>
                    <a:gd name="connsiteY10" fmla="*/ 86257 h 114594"/>
                    <a:gd name="connsiteX11" fmla="*/ 33839 w 62293"/>
                    <a:gd name="connsiteY11" fmla="*/ 71500 h 114594"/>
                    <a:gd name="connsiteX12" fmla="*/ 33294 w 62293"/>
                    <a:gd name="connsiteY12" fmla="*/ 70248 h 114594"/>
                    <a:gd name="connsiteX13" fmla="*/ 27250 w 62293"/>
                    <a:gd name="connsiteY13" fmla="*/ 56961 h 114594"/>
                    <a:gd name="connsiteX14" fmla="*/ 18319 w 62293"/>
                    <a:gd name="connsiteY14" fmla="*/ 44491 h 114594"/>
                    <a:gd name="connsiteX15" fmla="*/ 11785 w 62293"/>
                    <a:gd name="connsiteY15" fmla="*/ 33709 h 114594"/>
                    <a:gd name="connsiteX16" fmla="*/ 7211 w 62293"/>
                    <a:gd name="connsiteY16" fmla="*/ 19497 h 114594"/>
                    <a:gd name="connsiteX17" fmla="*/ 5468 w 62293"/>
                    <a:gd name="connsiteY17" fmla="*/ 6210 h 114594"/>
                    <a:gd name="connsiteX18" fmla="*/ 2583 w 62293"/>
                    <a:gd name="connsiteY18" fmla="*/ 2 h 114594"/>
                    <a:gd name="connsiteX19" fmla="*/ 2365 w 62293"/>
                    <a:gd name="connsiteY19" fmla="*/ 2 h 114594"/>
                    <a:gd name="connsiteX20" fmla="*/ 77 w 62293"/>
                    <a:gd name="connsiteY20" fmla="*/ 2072 h 114594"/>
                    <a:gd name="connsiteX21" fmla="*/ 1983 w 62293"/>
                    <a:gd name="connsiteY21" fmla="*/ 20640 h 114594"/>
                    <a:gd name="connsiteX22" fmla="*/ 6830 w 62293"/>
                    <a:gd name="connsiteY22" fmla="*/ 35724 h 114594"/>
                    <a:gd name="connsiteX23" fmla="*/ 14235 w 62293"/>
                    <a:gd name="connsiteY23" fmla="*/ 47922 h 114594"/>
                    <a:gd name="connsiteX24" fmla="*/ 22512 w 62293"/>
                    <a:gd name="connsiteY24" fmla="*/ 59412 h 114594"/>
                    <a:gd name="connsiteX25" fmla="*/ 28884 w 62293"/>
                    <a:gd name="connsiteY25" fmla="*/ 73515 h 114594"/>
                    <a:gd name="connsiteX26" fmla="*/ 36834 w 62293"/>
                    <a:gd name="connsiteY26" fmla="*/ 88980 h 114594"/>
                    <a:gd name="connsiteX27" fmla="*/ 59487 w 62293"/>
                    <a:gd name="connsiteY27" fmla="*/ 114192 h 114594"/>
                    <a:gd name="connsiteX28" fmla="*/ 60358 w 62293"/>
                    <a:gd name="connsiteY28" fmla="*/ 114573 h 114594"/>
                    <a:gd name="connsiteX29" fmla="*/ 61229 w 62293"/>
                    <a:gd name="connsiteY29" fmla="*/ 114464 h 114594"/>
                    <a:gd name="connsiteX30" fmla="*/ 62155 w 62293"/>
                    <a:gd name="connsiteY30" fmla="*/ 112286 h 114594"/>
                    <a:gd name="connsiteX31" fmla="*/ 51917 w 62293"/>
                    <a:gd name="connsiteY31" fmla="*/ 82609 h 114594"/>
                    <a:gd name="connsiteX32" fmla="*/ 49848 w 62293"/>
                    <a:gd name="connsiteY32" fmla="*/ 67634 h 114594"/>
                    <a:gd name="connsiteX33" fmla="*/ 47289 w 62293"/>
                    <a:gd name="connsiteY33" fmla="*/ 50971 h 114594"/>
                    <a:gd name="connsiteX34" fmla="*/ 42987 w 62293"/>
                    <a:gd name="connsiteY34" fmla="*/ 33056 h 114594"/>
                    <a:gd name="connsiteX35" fmla="*/ 34111 w 62293"/>
                    <a:gd name="connsiteY35" fmla="*/ 17645 h 114594"/>
                    <a:gd name="connsiteX36" fmla="*/ 20388 w 62293"/>
                    <a:gd name="connsiteY36" fmla="*/ 6591 h 114594"/>
                    <a:gd name="connsiteX37" fmla="*/ 2583 w 62293"/>
                    <a:gd name="connsiteY37" fmla="*/ 2 h 114594"/>
                    <a:gd name="connsiteX38" fmla="*/ 2583 w 62293"/>
                    <a:gd name="connsiteY38" fmla="*/ 2 h 114594"/>
                    <a:gd name="connsiteX39" fmla="*/ 2583 w 62293"/>
                    <a:gd name="connsiteY39" fmla="*/ 2 h 114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62293" h="114594">
                      <a:moveTo>
                        <a:pt x="5468" y="6210"/>
                      </a:moveTo>
                      <a:cubicBezTo>
                        <a:pt x="9498" y="7299"/>
                        <a:pt x="13310" y="8933"/>
                        <a:pt x="17666" y="11383"/>
                      </a:cubicBezTo>
                      <a:cubicBezTo>
                        <a:pt x="22349" y="14160"/>
                        <a:pt x="26542" y="17537"/>
                        <a:pt x="30136" y="21457"/>
                      </a:cubicBezTo>
                      <a:cubicBezTo>
                        <a:pt x="33621" y="25214"/>
                        <a:pt x="36235" y="29680"/>
                        <a:pt x="37760" y="34744"/>
                      </a:cubicBezTo>
                      <a:cubicBezTo>
                        <a:pt x="39175" y="39427"/>
                        <a:pt x="40264" y="44437"/>
                        <a:pt x="41299" y="49283"/>
                      </a:cubicBezTo>
                      <a:lnTo>
                        <a:pt x="41953" y="52224"/>
                      </a:lnTo>
                      <a:cubicBezTo>
                        <a:pt x="42987" y="57179"/>
                        <a:pt x="43586" y="61916"/>
                        <a:pt x="44185" y="66545"/>
                      </a:cubicBezTo>
                      <a:lnTo>
                        <a:pt x="44403" y="68342"/>
                      </a:lnTo>
                      <a:cubicBezTo>
                        <a:pt x="44947" y="73678"/>
                        <a:pt x="45492" y="78852"/>
                        <a:pt x="46527" y="83752"/>
                      </a:cubicBezTo>
                      <a:cubicBezTo>
                        <a:pt x="47453" y="88544"/>
                        <a:pt x="48922" y="93391"/>
                        <a:pt x="50720" y="98237"/>
                      </a:cubicBezTo>
                      <a:cubicBezTo>
                        <a:pt x="47453" y="94643"/>
                        <a:pt x="44294" y="90668"/>
                        <a:pt x="41462" y="86257"/>
                      </a:cubicBezTo>
                      <a:cubicBezTo>
                        <a:pt x="38577" y="81520"/>
                        <a:pt x="36180" y="76456"/>
                        <a:pt x="33839" y="71500"/>
                      </a:cubicBezTo>
                      <a:lnTo>
                        <a:pt x="33294" y="70248"/>
                      </a:lnTo>
                      <a:cubicBezTo>
                        <a:pt x="31279" y="65510"/>
                        <a:pt x="29373" y="61045"/>
                        <a:pt x="27250" y="56961"/>
                      </a:cubicBezTo>
                      <a:cubicBezTo>
                        <a:pt x="24691" y="52060"/>
                        <a:pt x="21260" y="47922"/>
                        <a:pt x="18319" y="44491"/>
                      </a:cubicBezTo>
                      <a:cubicBezTo>
                        <a:pt x="15542" y="41169"/>
                        <a:pt x="13364" y="37630"/>
                        <a:pt x="11785" y="33709"/>
                      </a:cubicBezTo>
                      <a:cubicBezTo>
                        <a:pt x="9879" y="28972"/>
                        <a:pt x="8354" y="24289"/>
                        <a:pt x="7211" y="19497"/>
                      </a:cubicBezTo>
                      <a:cubicBezTo>
                        <a:pt x="6394" y="15467"/>
                        <a:pt x="5577" y="11165"/>
                        <a:pt x="5468" y="6210"/>
                      </a:cubicBezTo>
                      <a:moveTo>
                        <a:pt x="2583" y="2"/>
                      </a:moveTo>
                      <a:cubicBezTo>
                        <a:pt x="2528" y="2"/>
                        <a:pt x="2419" y="2"/>
                        <a:pt x="2365" y="2"/>
                      </a:cubicBezTo>
                      <a:cubicBezTo>
                        <a:pt x="1167" y="-52"/>
                        <a:pt x="132" y="874"/>
                        <a:pt x="77" y="2072"/>
                      </a:cubicBezTo>
                      <a:cubicBezTo>
                        <a:pt x="-304" y="9205"/>
                        <a:pt x="785" y="15086"/>
                        <a:pt x="1983" y="20640"/>
                      </a:cubicBezTo>
                      <a:cubicBezTo>
                        <a:pt x="3290" y="26140"/>
                        <a:pt x="4978" y="31150"/>
                        <a:pt x="6830" y="35724"/>
                      </a:cubicBezTo>
                      <a:cubicBezTo>
                        <a:pt x="8681" y="40353"/>
                        <a:pt x="11186" y="44273"/>
                        <a:pt x="14235" y="47922"/>
                      </a:cubicBezTo>
                      <a:cubicBezTo>
                        <a:pt x="17339" y="51516"/>
                        <a:pt x="20334" y="55273"/>
                        <a:pt x="22512" y="59412"/>
                      </a:cubicBezTo>
                      <a:cubicBezTo>
                        <a:pt x="24691" y="63659"/>
                        <a:pt x="26760" y="68451"/>
                        <a:pt x="28884" y="73515"/>
                      </a:cubicBezTo>
                      <a:cubicBezTo>
                        <a:pt x="31225" y="78525"/>
                        <a:pt x="33730" y="83861"/>
                        <a:pt x="36834" y="88980"/>
                      </a:cubicBezTo>
                      <a:cubicBezTo>
                        <a:pt x="43314" y="99163"/>
                        <a:pt x="51264" y="106950"/>
                        <a:pt x="59487" y="114192"/>
                      </a:cubicBezTo>
                      <a:cubicBezTo>
                        <a:pt x="59705" y="114410"/>
                        <a:pt x="60031" y="114519"/>
                        <a:pt x="60358" y="114573"/>
                      </a:cubicBezTo>
                      <a:cubicBezTo>
                        <a:pt x="60630" y="114627"/>
                        <a:pt x="60957" y="114573"/>
                        <a:pt x="61229" y="114464"/>
                      </a:cubicBezTo>
                      <a:cubicBezTo>
                        <a:pt x="62100" y="114138"/>
                        <a:pt x="62536" y="113157"/>
                        <a:pt x="62155" y="112286"/>
                      </a:cubicBezTo>
                      <a:cubicBezTo>
                        <a:pt x="58125" y="102103"/>
                        <a:pt x="53714" y="92247"/>
                        <a:pt x="51917" y="82609"/>
                      </a:cubicBezTo>
                      <a:cubicBezTo>
                        <a:pt x="50883" y="77871"/>
                        <a:pt x="50338" y="72916"/>
                        <a:pt x="49848" y="67634"/>
                      </a:cubicBezTo>
                      <a:cubicBezTo>
                        <a:pt x="49140" y="62406"/>
                        <a:pt x="48487" y="56852"/>
                        <a:pt x="47289" y="50971"/>
                      </a:cubicBezTo>
                      <a:cubicBezTo>
                        <a:pt x="45982" y="45036"/>
                        <a:pt x="44784" y="38882"/>
                        <a:pt x="42987" y="33056"/>
                      </a:cubicBezTo>
                      <a:cubicBezTo>
                        <a:pt x="41136" y="27175"/>
                        <a:pt x="38140" y="21947"/>
                        <a:pt x="34111" y="17645"/>
                      </a:cubicBezTo>
                      <a:cubicBezTo>
                        <a:pt x="30136" y="13344"/>
                        <a:pt x="25507" y="9641"/>
                        <a:pt x="20388" y="6591"/>
                      </a:cubicBezTo>
                      <a:cubicBezTo>
                        <a:pt x="15216" y="3760"/>
                        <a:pt x="9661" y="1255"/>
                        <a:pt x="2583" y="2"/>
                      </a:cubicBezTo>
                      <a:cubicBezTo>
                        <a:pt x="2636" y="2"/>
                        <a:pt x="2636" y="2"/>
                        <a:pt x="2583" y="2"/>
                      </a:cubicBezTo>
                      <a:lnTo>
                        <a:pt x="2583" y="2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2" name="Forme libre : forme 1441">
                  <a:extLst>
                    <a:ext uri="{FF2B5EF4-FFF2-40B4-BE49-F238E27FC236}">
                      <a16:creationId xmlns:a16="http://schemas.microsoft.com/office/drawing/2014/main" id="{C3DD474B-7B1F-4852-A443-3CA966AFCF84}"/>
                    </a:ext>
                  </a:extLst>
                </p:cNvPr>
                <p:cNvSpPr/>
                <p:nvPr/>
              </p:nvSpPr>
              <p:spPr>
                <a:xfrm>
                  <a:off x="8789741" y="4991005"/>
                  <a:ext cx="44493" cy="58464"/>
                </a:xfrm>
                <a:custGeom>
                  <a:avLst/>
                  <a:gdLst>
                    <a:gd name="connsiteX0" fmla="*/ 18412 w 44493"/>
                    <a:gd name="connsiteY0" fmla="*/ 5677 h 58464"/>
                    <a:gd name="connsiteX1" fmla="*/ 23149 w 44493"/>
                    <a:gd name="connsiteY1" fmla="*/ 7147 h 58464"/>
                    <a:gd name="connsiteX2" fmla="*/ 28159 w 44493"/>
                    <a:gd name="connsiteY2" fmla="*/ 12212 h 58464"/>
                    <a:gd name="connsiteX3" fmla="*/ 31318 w 44493"/>
                    <a:gd name="connsiteY3" fmla="*/ 20162 h 58464"/>
                    <a:gd name="connsiteX4" fmla="*/ 32188 w 44493"/>
                    <a:gd name="connsiteY4" fmla="*/ 22612 h 58464"/>
                    <a:gd name="connsiteX5" fmla="*/ 34585 w 44493"/>
                    <a:gd name="connsiteY5" fmla="*/ 31597 h 58464"/>
                    <a:gd name="connsiteX6" fmla="*/ 35347 w 44493"/>
                    <a:gd name="connsiteY6" fmla="*/ 37968 h 58464"/>
                    <a:gd name="connsiteX7" fmla="*/ 35564 w 44493"/>
                    <a:gd name="connsiteY7" fmla="*/ 40092 h 58464"/>
                    <a:gd name="connsiteX8" fmla="*/ 36654 w 44493"/>
                    <a:gd name="connsiteY8" fmla="*/ 49077 h 58464"/>
                    <a:gd name="connsiteX9" fmla="*/ 30283 w 44493"/>
                    <a:gd name="connsiteY9" fmla="*/ 42923 h 58464"/>
                    <a:gd name="connsiteX10" fmla="*/ 28486 w 44493"/>
                    <a:gd name="connsiteY10" fmla="*/ 40908 h 58464"/>
                    <a:gd name="connsiteX11" fmla="*/ 24238 w 44493"/>
                    <a:gd name="connsiteY11" fmla="*/ 36171 h 58464"/>
                    <a:gd name="connsiteX12" fmla="*/ 18466 w 44493"/>
                    <a:gd name="connsiteY12" fmla="*/ 30236 h 58464"/>
                    <a:gd name="connsiteX13" fmla="*/ 11278 w 44493"/>
                    <a:gd name="connsiteY13" fmla="*/ 26533 h 58464"/>
                    <a:gd name="connsiteX14" fmla="*/ 10788 w 44493"/>
                    <a:gd name="connsiteY14" fmla="*/ 26369 h 58464"/>
                    <a:gd name="connsiteX15" fmla="*/ 9100 w 44493"/>
                    <a:gd name="connsiteY15" fmla="*/ 24736 h 58464"/>
                    <a:gd name="connsiteX16" fmla="*/ 6541 w 44493"/>
                    <a:gd name="connsiteY16" fmla="*/ 17330 h 58464"/>
                    <a:gd name="connsiteX17" fmla="*/ 5669 w 44493"/>
                    <a:gd name="connsiteY17" fmla="*/ 12647 h 58464"/>
                    <a:gd name="connsiteX18" fmla="*/ 5506 w 44493"/>
                    <a:gd name="connsiteY18" fmla="*/ 10088 h 58464"/>
                    <a:gd name="connsiteX19" fmla="*/ 5343 w 44493"/>
                    <a:gd name="connsiteY19" fmla="*/ 7528 h 58464"/>
                    <a:gd name="connsiteX20" fmla="*/ 8011 w 44493"/>
                    <a:gd name="connsiteY20" fmla="*/ 6712 h 58464"/>
                    <a:gd name="connsiteX21" fmla="*/ 10080 w 44493"/>
                    <a:gd name="connsiteY21" fmla="*/ 6113 h 58464"/>
                    <a:gd name="connsiteX22" fmla="*/ 14872 w 44493"/>
                    <a:gd name="connsiteY22" fmla="*/ 5568 h 58464"/>
                    <a:gd name="connsiteX23" fmla="*/ 18412 w 44493"/>
                    <a:gd name="connsiteY23" fmla="*/ 5677 h 58464"/>
                    <a:gd name="connsiteX24" fmla="*/ 19283 w 44493"/>
                    <a:gd name="connsiteY24" fmla="*/ 286 h 58464"/>
                    <a:gd name="connsiteX25" fmla="*/ 14763 w 44493"/>
                    <a:gd name="connsiteY25" fmla="*/ 14 h 58464"/>
                    <a:gd name="connsiteX26" fmla="*/ 8774 w 44493"/>
                    <a:gd name="connsiteY26" fmla="*/ 722 h 58464"/>
                    <a:gd name="connsiteX27" fmla="*/ 1912 w 44493"/>
                    <a:gd name="connsiteY27" fmla="*/ 3063 h 58464"/>
                    <a:gd name="connsiteX28" fmla="*/ 61 w 44493"/>
                    <a:gd name="connsiteY28" fmla="*/ 5786 h 58464"/>
                    <a:gd name="connsiteX29" fmla="*/ 278 w 44493"/>
                    <a:gd name="connsiteY29" fmla="*/ 12974 h 58464"/>
                    <a:gd name="connsiteX30" fmla="*/ 1313 w 44493"/>
                    <a:gd name="connsiteY30" fmla="*/ 18637 h 58464"/>
                    <a:gd name="connsiteX31" fmla="*/ 4254 w 44493"/>
                    <a:gd name="connsiteY31" fmla="*/ 27023 h 58464"/>
                    <a:gd name="connsiteX32" fmla="*/ 8991 w 44493"/>
                    <a:gd name="connsiteY32" fmla="*/ 31325 h 58464"/>
                    <a:gd name="connsiteX33" fmla="*/ 14981 w 44493"/>
                    <a:gd name="connsiteY33" fmla="*/ 34211 h 58464"/>
                    <a:gd name="connsiteX34" fmla="*/ 20263 w 44493"/>
                    <a:gd name="connsiteY34" fmla="*/ 39656 h 58464"/>
                    <a:gd name="connsiteX35" fmla="*/ 26308 w 44493"/>
                    <a:gd name="connsiteY35" fmla="*/ 46408 h 58464"/>
                    <a:gd name="connsiteX36" fmla="*/ 42099 w 44493"/>
                    <a:gd name="connsiteY36" fmla="*/ 58388 h 58464"/>
                    <a:gd name="connsiteX37" fmla="*/ 42426 w 44493"/>
                    <a:gd name="connsiteY37" fmla="*/ 58443 h 58464"/>
                    <a:gd name="connsiteX38" fmla="*/ 43352 w 44493"/>
                    <a:gd name="connsiteY38" fmla="*/ 58334 h 58464"/>
                    <a:gd name="connsiteX39" fmla="*/ 44386 w 44493"/>
                    <a:gd name="connsiteY39" fmla="*/ 56047 h 58464"/>
                    <a:gd name="connsiteX40" fmla="*/ 44331 w 44493"/>
                    <a:gd name="connsiteY40" fmla="*/ 55938 h 58464"/>
                    <a:gd name="connsiteX41" fmla="*/ 41119 w 44493"/>
                    <a:gd name="connsiteY41" fmla="*/ 39438 h 58464"/>
                    <a:gd name="connsiteX42" fmla="*/ 40030 w 44493"/>
                    <a:gd name="connsiteY42" fmla="*/ 30508 h 58464"/>
                    <a:gd name="connsiteX43" fmla="*/ 37416 w 44493"/>
                    <a:gd name="connsiteY43" fmla="*/ 20652 h 58464"/>
                    <a:gd name="connsiteX44" fmla="*/ 33169 w 44493"/>
                    <a:gd name="connsiteY44" fmla="*/ 9707 h 58464"/>
                    <a:gd name="connsiteX45" fmla="*/ 25491 w 44493"/>
                    <a:gd name="connsiteY45" fmla="*/ 2083 h 58464"/>
                    <a:gd name="connsiteX46" fmla="*/ 19283 w 44493"/>
                    <a:gd name="connsiteY46" fmla="*/ 286 h 58464"/>
                    <a:gd name="connsiteX47" fmla="*/ 19283 w 44493"/>
                    <a:gd name="connsiteY47" fmla="*/ 286 h 58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44493" h="58464">
                      <a:moveTo>
                        <a:pt x="18412" y="5677"/>
                      </a:moveTo>
                      <a:cubicBezTo>
                        <a:pt x="20045" y="5949"/>
                        <a:pt x="21570" y="6439"/>
                        <a:pt x="23149" y="7147"/>
                      </a:cubicBezTo>
                      <a:cubicBezTo>
                        <a:pt x="25273" y="8127"/>
                        <a:pt x="27015" y="9870"/>
                        <a:pt x="28159" y="12212"/>
                      </a:cubicBezTo>
                      <a:cubicBezTo>
                        <a:pt x="29357" y="14662"/>
                        <a:pt x="30337" y="17493"/>
                        <a:pt x="31318" y="20162"/>
                      </a:cubicBezTo>
                      <a:lnTo>
                        <a:pt x="32188" y="22612"/>
                      </a:lnTo>
                      <a:cubicBezTo>
                        <a:pt x="33387" y="25988"/>
                        <a:pt x="34095" y="29147"/>
                        <a:pt x="34585" y="31597"/>
                      </a:cubicBezTo>
                      <a:cubicBezTo>
                        <a:pt x="34911" y="33830"/>
                        <a:pt x="35129" y="35899"/>
                        <a:pt x="35347" y="37968"/>
                      </a:cubicBezTo>
                      <a:lnTo>
                        <a:pt x="35564" y="40092"/>
                      </a:lnTo>
                      <a:cubicBezTo>
                        <a:pt x="35837" y="42923"/>
                        <a:pt x="36055" y="45918"/>
                        <a:pt x="36654" y="49077"/>
                      </a:cubicBezTo>
                      <a:cubicBezTo>
                        <a:pt x="34312" y="47171"/>
                        <a:pt x="32188" y="44992"/>
                        <a:pt x="30283" y="42923"/>
                      </a:cubicBezTo>
                      <a:lnTo>
                        <a:pt x="28486" y="40908"/>
                      </a:lnTo>
                      <a:cubicBezTo>
                        <a:pt x="27015" y="39220"/>
                        <a:pt x="25600" y="37641"/>
                        <a:pt x="24238" y="36171"/>
                      </a:cubicBezTo>
                      <a:cubicBezTo>
                        <a:pt x="22115" y="33612"/>
                        <a:pt x="20154" y="31652"/>
                        <a:pt x="18466" y="30236"/>
                      </a:cubicBezTo>
                      <a:cubicBezTo>
                        <a:pt x="16179" y="28221"/>
                        <a:pt x="13566" y="27350"/>
                        <a:pt x="11278" y="26533"/>
                      </a:cubicBezTo>
                      <a:lnTo>
                        <a:pt x="10788" y="26369"/>
                      </a:lnTo>
                      <a:cubicBezTo>
                        <a:pt x="10080" y="26097"/>
                        <a:pt x="9591" y="25770"/>
                        <a:pt x="9100" y="24736"/>
                      </a:cubicBezTo>
                      <a:cubicBezTo>
                        <a:pt x="7957" y="22449"/>
                        <a:pt x="7194" y="20162"/>
                        <a:pt x="6541" y="17330"/>
                      </a:cubicBezTo>
                      <a:cubicBezTo>
                        <a:pt x="6160" y="16023"/>
                        <a:pt x="5942" y="14335"/>
                        <a:pt x="5669" y="12647"/>
                      </a:cubicBezTo>
                      <a:cubicBezTo>
                        <a:pt x="5669" y="11776"/>
                        <a:pt x="5560" y="10959"/>
                        <a:pt x="5506" y="10088"/>
                      </a:cubicBezTo>
                      <a:cubicBezTo>
                        <a:pt x="5452" y="9216"/>
                        <a:pt x="5397" y="8400"/>
                        <a:pt x="5343" y="7528"/>
                      </a:cubicBezTo>
                      <a:cubicBezTo>
                        <a:pt x="6214" y="7202"/>
                        <a:pt x="7031" y="6984"/>
                        <a:pt x="8011" y="6712"/>
                      </a:cubicBezTo>
                      <a:cubicBezTo>
                        <a:pt x="8665" y="6494"/>
                        <a:pt x="9373" y="6330"/>
                        <a:pt x="10080" y="6113"/>
                      </a:cubicBezTo>
                      <a:cubicBezTo>
                        <a:pt x="11387" y="5840"/>
                        <a:pt x="13184" y="5568"/>
                        <a:pt x="14872" y="5568"/>
                      </a:cubicBezTo>
                      <a:cubicBezTo>
                        <a:pt x="16125" y="5405"/>
                        <a:pt x="17268" y="5513"/>
                        <a:pt x="18412" y="5677"/>
                      </a:cubicBezTo>
                      <a:moveTo>
                        <a:pt x="19283" y="286"/>
                      </a:moveTo>
                      <a:cubicBezTo>
                        <a:pt x="17812" y="68"/>
                        <a:pt x="16343" y="-41"/>
                        <a:pt x="14763" y="14"/>
                      </a:cubicBezTo>
                      <a:cubicBezTo>
                        <a:pt x="12858" y="14"/>
                        <a:pt x="10843" y="286"/>
                        <a:pt x="8774" y="722"/>
                      </a:cubicBezTo>
                      <a:cubicBezTo>
                        <a:pt x="6432" y="1484"/>
                        <a:pt x="4472" y="1811"/>
                        <a:pt x="1912" y="3063"/>
                      </a:cubicBezTo>
                      <a:cubicBezTo>
                        <a:pt x="877" y="3553"/>
                        <a:pt x="169" y="4588"/>
                        <a:pt x="61" y="5786"/>
                      </a:cubicBezTo>
                      <a:cubicBezTo>
                        <a:pt x="-157" y="8672"/>
                        <a:pt x="278" y="10578"/>
                        <a:pt x="278" y="12974"/>
                      </a:cubicBezTo>
                      <a:cubicBezTo>
                        <a:pt x="551" y="15043"/>
                        <a:pt x="877" y="17003"/>
                        <a:pt x="1313" y="18637"/>
                      </a:cubicBezTo>
                      <a:cubicBezTo>
                        <a:pt x="2076" y="22122"/>
                        <a:pt x="3165" y="24790"/>
                        <a:pt x="4254" y="27023"/>
                      </a:cubicBezTo>
                      <a:cubicBezTo>
                        <a:pt x="5343" y="29256"/>
                        <a:pt x="6868" y="30562"/>
                        <a:pt x="8991" y="31325"/>
                      </a:cubicBezTo>
                      <a:cubicBezTo>
                        <a:pt x="11115" y="32087"/>
                        <a:pt x="13348" y="32795"/>
                        <a:pt x="14981" y="34211"/>
                      </a:cubicBezTo>
                      <a:cubicBezTo>
                        <a:pt x="16724" y="35627"/>
                        <a:pt x="18466" y="37532"/>
                        <a:pt x="20263" y="39656"/>
                      </a:cubicBezTo>
                      <a:cubicBezTo>
                        <a:pt x="22224" y="41725"/>
                        <a:pt x="24184" y="44067"/>
                        <a:pt x="26308" y="46408"/>
                      </a:cubicBezTo>
                      <a:cubicBezTo>
                        <a:pt x="30664" y="51037"/>
                        <a:pt x="35782" y="56101"/>
                        <a:pt x="42099" y="58388"/>
                      </a:cubicBezTo>
                      <a:cubicBezTo>
                        <a:pt x="42208" y="58443"/>
                        <a:pt x="42317" y="58443"/>
                        <a:pt x="42426" y="58443"/>
                      </a:cubicBezTo>
                      <a:cubicBezTo>
                        <a:pt x="42753" y="58497"/>
                        <a:pt x="43025" y="58443"/>
                        <a:pt x="43352" y="58334"/>
                      </a:cubicBezTo>
                      <a:cubicBezTo>
                        <a:pt x="44278" y="57953"/>
                        <a:pt x="44713" y="56972"/>
                        <a:pt x="44386" y="56047"/>
                      </a:cubicBezTo>
                      <a:lnTo>
                        <a:pt x="44331" y="55938"/>
                      </a:lnTo>
                      <a:cubicBezTo>
                        <a:pt x="42154" y="50329"/>
                        <a:pt x="41609" y="45156"/>
                        <a:pt x="41119" y="39438"/>
                      </a:cubicBezTo>
                      <a:cubicBezTo>
                        <a:pt x="40792" y="36607"/>
                        <a:pt x="40520" y="33666"/>
                        <a:pt x="40030" y="30508"/>
                      </a:cubicBezTo>
                      <a:cubicBezTo>
                        <a:pt x="39431" y="27404"/>
                        <a:pt x="38614" y="24137"/>
                        <a:pt x="37416" y="20652"/>
                      </a:cubicBezTo>
                      <a:cubicBezTo>
                        <a:pt x="36110" y="17167"/>
                        <a:pt x="34857" y="13246"/>
                        <a:pt x="33169" y="9707"/>
                      </a:cubicBezTo>
                      <a:cubicBezTo>
                        <a:pt x="31426" y="6221"/>
                        <a:pt x="28758" y="3553"/>
                        <a:pt x="25491" y="2083"/>
                      </a:cubicBezTo>
                      <a:cubicBezTo>
                        <a:pt x="23476" y="1321"/>
                        <a:pt x="21407" y="667"/>
                        <a:pt x="19283" y="286"/>
                      </a:cubicBezTo>
                      <a:lnTo>
                        <a:pt x="19283" y="286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3" name="Forme libre : forme 1442">
                  <a:extLst>
                    <a:ext uri="{FF2B5EF4-FFF2-40B4-BE49-F238E27FC236}">
                      <a16:creationId xmlns:a16="http://schemas.microsoft.com/office/drawing/2014/main" id="{1A9D3D8E-B557-40DF-AED9-275B4B8DF2E6}"/>
                    </a:ext>
                  </a:extLst>
                </p:cNvPr>
                <p:cNvSpPr/>
                <p:nvPr/>
              </p:nvSpPr>
              <p:spPr>
                <a:xfrm>
                  <a:off x="8754094" y="5038563"/>
                  <a:ext cx="67748" cy="33925"/>
                </a:xfrm>
                <a:custGeom>
                  <a:avLst/>
                  <a:gdLst>
                    <a:gd name="connsiteX0" fmla="*/ 23292 w 67748"/>
                    <a:gd name="connsiteY0" fmla="*/ 5548 h 33925"/>
                    <a:gd name="connsiteX1" fmla="*/ 25851 w 67748"/>
                    <a:gd name="connsiteY1" fmla="*/ 6419 h 33925"/>
                    <a:gd name="connsiteX2" fmla="*/ 28139 w 67748"/>
                    <a:gd name="connsiteY2" fmla="*/ 7726 h 33925"/>
                    <a:gd name="connsiteX3" fmla="*/ 34782 w 67748"/>
                    <a:gd name="connsiteY3" fmla="*/ 11211 h 33925"/>
                    <a:gd name="connsiteX4" fmla="*/ 43168 w 67748"/>
                    <a:gd name="connsiteY4" fmla="*/ 15295 h 33925"/>
                    <a:gd name="connsiteX5" fmla="*/ 50846 w 67748"/>
                    <a:gd name="connsiteY5" fmla="*/ 20523 h 33925"/>
                    <a:gd name="connsiteX6" fmla="*/ 57162 w 67748"/>
                    <a:gd name="connsiteY6" fmla="*/ 26894 h 33925"/>
                    <a:gd name="connsiteX7" fmla="*/ 55856 w 67748"/>
                    <a:gd name="connsiteY7" fmla="*/ 26731 h 33925"/>
                    <a:gd name="connsiteX8" fmla="*/ 48068 w 67748"/>
                    <a:gd name="connsiteY8" fmla="*/ 25914 h 33925"/>
                    <a:gd name="connsiteX9" fmla="*/ 41643 w 67748"/>
                    <a:gd name="connsiteY9" fmla="*/ 25968 h 33925"/>
                    <a:gd name="connsiteX10" fmla="*/ 40009 w 67748"/>
                    <a:gd name="connsiteY10" fmla="*/ 26077 h 33925"/>
                    <a:gd name="connsiteX11" fmla="*/ 31732 w 67748"/>
                    <a:gd name="connsiteY11" fmla="*/ 26513 h 33925"/>
                    <a:gd name="connsiteX12" fmla="*/ 24436 w 67748"/>
                    <a:gd name="connsiteY12" fmla="*/ 27820 h 33925"/>
                    <a:gd name="connsiteX13" fmla="*/ 22421 w 67748"/>
                    <a:gd name="connsiteY13" fmla="*/ 28310 h 33925"/>
                    <a:gd name="connsiteX14" fmla="*/ 19698 w 67748"/>
                    <a:gd name="connsiteY14" fmla="*/ 28419 h 33925"/>
                    <a:gd name="connsiteX15" fmla="*/ 17465 w 67748"/>
                    <a:gd name="connsiteY15" fmla="*/ 27656 h 33925"/>
                    <a:gd name="connsiteX16" fmla="*/ 10713 w 67748"/>
                    <a:gd name="connsiteY16" fmla="*/ 22429 h 33925"/>
                    <a:gd name="connsiteX17" fmla="*/ 7881 w 67748"/>
                    <a:gd name="connsiteY17" fmla="*/ 18671 h 33925"/>
                    <a:gd name="connsiteX18" fmla="*/ 7065 w 67748"/>
                    <a:gd name="connsiteY18" fmla="*/ 17038 h 33925"/>
                    <a:gd name="connsiteX19" fmla="*/ 5812 w 67748"/>
                    <a:gd name="connsiteY19" fmla="*/ 14424 h 33925"/>
                    <a:gd name="connsiteX20" fmla="*/ 7664 w 67748"/>
                    <a:gd name="connsiteY20" fmla="*/ 12899 h 33925"/>
                    <a:gd name="connsiteX21" fmla="*/ 9896 w 67748"/>
                    <a:gd name="connsiteY21" fmla="*/ 11048 h 33925"/>
                    <a:gd name="connsiteX22" fmla="*/ 13763 w 67748"/>
                    <a:gd name="connsiteY22" fmla="*/ 8489 h 33925"/>
                    <a:gd name="connsiteX23" fmla="*/ 13872 w 67748"/>
                    <a:gd name="connsiteY23" fmla="*/ 8434 h 33925"/>
                    <a:gd name="connsiteX24" fmla="*/ 13980 w 67748"/>
                    <a:gd name="connsiteY24" fmla="*/ 8380 h 33925"/>
                    <a:gd name="connsiteX25" fmla="*/ 21005 w 67748"/>
                    <a:gd name="connsiteY25" fmla="*/ 5657 h 33925"/>
                    <a:gd name="connsiteX26" fmla="*/ 23292 w 67748"/>
                    <a:gd name="connsiteY26" fmla="*/ 5548 h 33925"/>
                    <a:gd name="connsiteX27" fmla="*/ 24163 w 67748"/>
                    <a:gd name="connsiteY27" fmla="*/ 157 h 33925"/>
                    <a:gd name="connsiteX28" fmla="*/ 19971 w 67748"/>
                    <a:gd name="connsiteY28" fmla="*/ 212 h 33925"/>
                    <a:gd name="connsiteX29" fmla="*/ 11149 w 67748"/>
                    <a:gd name="connsiteY29" fmla="*/ 3642 h 33925"/>
                    <a:gd name="connsiteX30" fmla="*/ 6412 w 67748"/>
                    <a:gd name="connsiteY30" fmla="*/ 6746 h 33925"/>
                    <a:gd name="connsiteX31" fmla="*/ 966 w 67748"/>
                    <a:gd name="connsiteY31" fmla="*/ 11374 h 33925"/>
                    <a:gd name="connsiteX32" fmla="*/ 912 w 67748"/>
                    <a:gd name="connsiteY32" fmla="*/ 11429 h 33925"/>
                    <a:gd name="connsiteX33" fmla="*/ 95 w 67748"/>
                    <a:gd name="connsiteY33" fmla="*/ 14533 h 33925"/>
                    <a:gd name="connsiteX34" fmla="*/ 3036 w 67748"/>
                    <a:gd name="connsiteY34" fmla="*/ 21285 h 33925"/>
                    <a:gd name="connsiteX35" fmla="*/ 6738 w 67748"/>
                    <a:gd name="connsiteY35" fmla="*/ 26186 h 33925"/>
                    <a:gd name="connsiteX36" fmla="*/ 14961 w 67748"/>
                    <a:gd name="connsiteY36" fmla="*/ 32503 h 33925"/>
                    <a:gd name="connsiteX37" fmla="*/ 18827 w 67748"/>
                    <a:gd name="connsiteY37" fmla="*/ 33755 h 33925"/>
                    <a:gd name="connsiteX38" fmla="*/ 23564 w 67748"/>
                    <a:gd name="connsiteY38" fmla="*/ 33592 h 33925"/>
                    <a:gd name="connsiteX39" fmla="*/ 32059 w 67748"/>
                    <a:gd name="connsiteY39" fmla="*/ 31904 h 33925"/>
                    <a:gd name="connsiteX40" fmla="*/ 40118 w 67748"/>
                    <a:gd name="connsiteY40" fmla="*/ 31468 h 33925"/>
                    <a:gd name="connsiteX41" fmla="*/ 47797 w 67748"/>
                    <a:gd name="connsiteY41" fmla="*/ 31305 h 33925"/>
                    <a:gd name="connsiteX42" fmla="*/ 65984 w 67748"/>
                    <a:gd name="connsiteY42" fmla="*/ 33047 h 33925"/>
                    <a:gd name="connsiteX43" fmla="*/ 67182 w 67748"/>
                    <a:gd name="connsiteY43" fmla="*/ 32557 h 33925"/>
                    <a:gd name="connsiteX44" fmla="*/ 67291 w 67748"/>
                    <a:gd name="connsiteY44" fmla="*/ 30052 h 33925"/>
                    <a:gd name="connsiteX45" fmla="*/ 67236 w 67748"/>
                    <a:gd name="connsiteY45" fmla="*/ 29998 h 33925"/>
                    <a:gd name="connsiteX46" fmla="*/ 54494 w 67748"/>
                    <a:gd name="connsiteY46" fmla="*/ 16384 h 33925"/>
                    <a:gd name="connsiteX47" fmla="*/ 45836 w 67748"/>
                    <a:gd name="connsiteY47" fmla="*/ 10503 h 33925"/>
                    <a:gd name="connsiteX48" fmla="*/ 37015 w 67748"/>
                    <a:gd name="connsiteY48" fmla="*/ 6202 h 33925"/>
                    <a:gd name="connsiteX49" fmla="*/ 28465 w 67748"/>
                    <a:gd name="connsiteY49" fmla="*/ 1627 h 33925"/>
                    <a:gd name="connsiteX50" fmla="*/ 24163 w 67748"/>
                    <a:gd name="connsiteY50" fmla="*/ 157 h 33925"/>
                    <a:gd name="connsiteX51" fmla="*/ 24163 w 67748"/>
                    <a:gd name="connsiteY51" fmla="*/ 157 h 33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67748" h="33925">
                      <a:moveTo>
                        <a:pt x="23292" y="5548"/>
                      </a:moveTo>
                      <a:cubicBezTo>
                        <a:pt x="24163" y="5711"/>
                        <a:pt x="25035" y="5984"/>
                        <a:pt x="25851" y="6419"/>
                      </a:cubicBezTo>
                      <a:cubicBezTo>
                        <a:pt x="26614" y="6855"/>
                        <a:pt x="27376" y="7290"/>
                        <a:pt x="28139" y="7726"/>
                      </a:cubicBezTo>
                      <a:cubicBezTo>
                        <a:pt x="30263" y="8979"/>
                        <a:pt x="32440" y="10231"/>
                        <a:pt x="34782" y="11211"/>
                      </a:cubicBezTo>
                      <a:cubicBezTo>
                        <a:pt x="37287" y="12355"/>
                        <a:pt x="40282" y="13716"/>
                        <a:pt x="43168" y="15295"/>
                      </a:cubicBezTo>
                      <a:cubicBezTo>
                        <a:pt x="45673" y="16820"/>
                        <a:pt x="48776" y="18671"/>
                        <a:pt x="50846" y="20523"/>
                      </a:cubicBezTo>
                      <a:cubicBezTo>
                        <a:pt x="53242" y="22646"/>
                        <a:pt x="55257" y="24716"/>
                        <a:pt x="57162" y="26894"/>
                      </a:cubicBezTo>
                      <a:cubicBezTo>
                        <a:pt x="56727" y="26840"/>
                        <a:pt x="56291" y="26785"/>
                        <a:pt x="55856" y="26731"/>
                      </a:cubicBezTo>
                      <a:cubicBezTo>
                        <a:pt x="53133" y="26349"/>
                        <a:pt x="50628" y="26023"/>
                        <a:pt x="48068" y="25914"/>
                      </a:cubicBezTo>
                      <a:cubicBezTo>
                        <a:pt x="45673" y="25696"/>
                        <a:pt x="43603" y="25859"/>
                        <a:pt x="41643" y="25968"/>
                      </a:cubicBezTo>
                      <a:cubicBezTo>
                        <a:pt x="41044" y="26023"/>
                        <a:pt x="40445" y="26023"/>
                        <a:pt x="40009" y="26077"/>
                      </a:cubicBezTo>
                      <a:cubicBezTo>
                        <a:pt x="37015" y="26132"/>
                        <a:pt x="34129" y="26349"/>
                        <a:pt x="31732" y="26513"/>
                      </a:cubicBezTo>
                      <a:cubicBezTo>
                        <a:pt x="29228" y="26676"/>
                        <a:pt x="26777" y="27275"/>
                        <a:pt x="24436" y="27820"/>
                      </a:cubicBezTo>
                      <a:cubicBezTo>
                        <a:pt x="23728" y="27983"/>
                        <a:pt x="23074" y="28146"/>
                        <a:pt x="22421" y="28310"/>
                      </a:cubicBezTo>
                      <a:cubicBezTo>
                        <a:pt x="21440" y="28528"/>
                        <a:pt x="20570" y="28528"/>
                        <a:pt x="19698" y="28419"/>
                      </a:cubicBezTo>
                      <a:cubicBezTo>
                        <a:pt x="18936" y="28310"/>
                        <a:pt x="18173" y="28037"/>
                        <a:pt x="17465" y="27656"/>
                      </a:cubicBezTo>
                      <a:cubicBezTo>
                        <a:pt x="14906" y="26349"/>
                        <a:pt x="12728" y="24661"/>
                        <a:pt x="10713" y="22429"/>
                      </a:cubicBezTo>
                      <a:cubicBezTo>
                        <a:pt x="9842" y="21503"/>
                        <a:pt x="8916" y="20250"/>
                        <a:pt x="7881" y="18671"/>
                      </a:cubicBezTo>
                      <a:cubicBezTo>
                        <a:pt x="7610" y="18127"/>
                        <a:pt x="7337" y="17582"/>
                        <a:pt x="7065" y="17038"/>
                      </a:cubicBezTo>
                      <a:cubicBezTo>
                        <a:pt x="6575" y="16112"/>
                        <a:pt x="6139" y="15295"/>
                        <a:pt x="5812" y="14424"/>
                      </a:cubicBezTo>
                      <a:cubicBezTo>
                        <a:pt x="6412" y="13879"/>
                        <a:pt x="7011" y="13444"/>
                        <a:pt x="7664" y="12899"/>
                      </a:cubicBezTo>
                      <a:cubicBezTo>
                        <a:pt x="8427" y="12300"/>
                        <a:pt x="9134" y="11701"/>
                        <a:pt x="9896" y="11048"/>
                      </a:cubicBezTo>
                      <a:cubicBezTo>
                        <a:pt x="11204" y="10122"/>
                        <a:pt x="12619" y="9088"/>
                        <a:pt x="13763" y="8489"/>
                      </a:cubicBezTo>
                      <a:lnTo>
                        <a:pt x="13872" y="8434"/>
                      </a:lnTo>
                      <a:lnTo>
                        <a:pt x="13980" y="8380"/>
                      </a:lnTo>
                      <a:cubicBezTo>
                        <a:pt x="16322" y="6964"/>
                        <a:pt x="18555" y="6093"/>
                        <a:pt x="21005" y="5657"/>
                      </a:cubicBezTo>
                      <a:cubicBezTo>
                        <a:pt x="21822" y="5439"/>
                        <a:pt x="22530" y="5439"/>
                        <a:pt x="23292" y="5548"/>
                      </a:cubicBezTo>
                      <a:moveTo>
                        <a:pt x="24163" y="157"/>
                      </a:moveTo>
                      <a:cubicBezTo>
                        <a:pt x="22802" y="-61"/>
                        <a:pt x="21387" y="-61"/>
                        <a:pt x="19971" y="212"/>
                      </a:cubicBezTo>
                      <a:cubicBezTo>
                        <a:pt x="17084" y="756"/>
                        <a:pt x="14198" y="1791"/>
                        <a:pt x="11149" y="3642"/>
                      </a:cubicBezTo>
                      <a:cubicBezTo>
                        <a:pt x="9679" y="4459"/>
                        <a:pt x="8045" y="5602"/>
                        <a:pt x="6412" y="6746"/>
                      </a:cubicBezTo>
                      <a:cubicBezTo>
                        <a:pt x="4669" y="8380"/>
                        <a:pt x="3036" y="9305"/>
                        <a:pt x="966" y="11374"/>
                      </a:cubicBezTo>
                      <a:lnTo>
                        <a:pt x="912" y="11429"/>
                      </a:lnTo>
                      <a:cubicBezTo>
                        <a:pt x="149" y="12191"/>
                        <a:pt x="-178" y="13389"/>
                        <a:pt x="95" y="14533"/>
                      </a:cubicBezTo>
                      <a:cubicBezTo>
                        <a:pt x="857" y="17310"/>
                        <a:pt x="2001" y="19053"/>
                        <a:pt x="3036" y="21285"/>
                      </a:cubicBezTo>
                      <a:cubicBezTo>
                        <a:pt x="4179" y="23137"/>
                        <a:pt x="5431" y="24825"/>
                        <a:pt x="6738" y="26186"/>
                      </a:cubicBezTo>
                      <a:cubicBezTo>
                        <a:pt x="9352" y="29126"/>
                        <a:pt x="12129" y="31087"/>
                        <a:pt x="14961" y="32503"/>
                      </a:cubicBezTo>
                      <a:cubicBezTo>
                        <a:pt x="16213" y="33156"/>
                        <a:pt x="17520" y="33592"/>
                        <a:pt x="18827" y="33755"/>
                      </a:cubicBezTo>
                      <a:cubicBezTo>
                        <a:pt x="20406" y="34027"/>
                        <a:pt x="21985" y="33973"/>
                        <a:pt x="23564" y="33592"/>
                      </a:cubicBezTo>
                      <a:cubicBezTo>
                        <a:pt x="26450" y="32938"/>
                        <a:pt x="29391" y="32067"/>
                        <a:pt x="32059" y="31904"/>
                      </a:cubicBezTo>
                      <a:cubicBezTo>
                        <a:pt x="34782" y="31686"/>
                        <a:pt x="37450" y="31522"/>
                        <a:pt x="40118" y="31468"/>
                      </a:cubicBezTo>
                      <a:cubicBezTo>
                        <a:pt x="42950" y="31305"/>
                        <a:pt x="45128" y="31033"/>
                        <a:pt x="47797" y="31305"/>
                      </a:cubicBezTo>
                      <a:cubicBezTo>
                        <a:pt x="53187" y="31522"/>
                        <a:pt x="59504" y="33102"/>
                        <a:pt x="65984" y="33047"/>
                      </a:cubicBezTo>
                      <a:cubicBezTo>
                        <a:pt x="66419" y="33047"/>
                        <a:pt x="66855" y="32884"/>
                        <a:pt x="67182" y="32557"/>
                      </a:cubicBezTo>
                      <a:cubicBezTo>
                        <a:pt x="67890" y="31904"/>
                        <a:pt x="67944" y="30760"/>
                        <a:pt x="67291" y="30052"/>
                      </a:cubicBezTo>
                      <a:lnTo>
                        <a:pt x="67236" y="29998"/>
                      </a:lnTo>
                      <a:cubicBezTo>
                        <a:pt x="63098" y="25478"/>
                        <a:pt x="59613" y="20904"/>
                        <a:pt x="54494" y="16384"/>
                      </a:cubicBezTo>
                      <a:cubicBezTo>
                        <a:pt x="51935" y="14206"/>
                        <a:pt x="48559" y="12191"/>
                        <a:pt x="45836" y="10503"/>
                      </a:cubicBezTo>
                      <a:cubicBezTo>
                        <a:pt x="42896" y="8924"/>
                        <a:pt x="39955" y="7563"/>
                        <a:pt x="37015" y="6202"/>
                      </a:cubicBezTo>
                      <a:cubicBezTo>
                        <a:pt x="34074" y="4949"/>
                        <a:pt x="31297" y="3152"/>
                        <a:pt x="28465" y="1627"/>
                      </a:cubicBezTo>
                      <a:cubicBezTo>
                        <a:pt x="27104" y="919"/>
                        <a:pt x="25633" y="430"/>
                        <a:pt x="24163" y="157"/>
                      </a:cubicBezTo>
                      <a:lnTo>
                        <a:pt x="24163" y="157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4" name="Forme libre : forme 1443">
                  <a:extLst>
                    <a:ext uri="{FF2B5EF4-FFF2-40B4-BE49-F238E27FC236}">
                      <a16:creationId xmlns:a16="http://schemas.microsoft.com/office/drawing/2014/main" id="{4BB9980F-05D1-4E26-B791-0DBE4DFFF1A4}"/>
                    </a:ext>
                  </a:extLst>
                </p:cNvPr>
                <p:cNvSpPr/>
                <p:nvPr/>
              </p:nvSpPr>
              <p:spPr>
                <a:xfrm>
                  <a:off x="8765807" y="5090346"/>
                  <a:ext cx="52314" cy="33447"/>
                </a:xfrm>
                <a:custGeom>
                  <a:avLst/>
                  <a:gdLst>
                    <a:gd name="connsiteX0" fmla="*/ 43490 w 52314"/>
                    <a:gd name="connsiteY0" fmla="*/ 7619 h 33447"/>
                    <a:gd name="connsiteX1" fmla="*/ 38480 w 52314"/>
                    <a:gd name="connsiteY1" fmla="*/ 13065 h 33447"/>
                    <a:gd name="connsiteX2" fmla="*/ 33089 w 52314"/>
                    <a:gd name="connsiteY2" fmla="*/ 17856 h 33447"/>
                    <a:gd name="connsiteX3" fmla="*/ 27371 w 52314"/>
                    <a:gd name="connsiteY3" fmla="*/ 21886 h 33447"/>
                    <a:gd name="connsiteX4" fmla="*/ 22688 w 52314"/>
                    <a:gd name="connsiteY4" fmla="*/ 25535 h 33447"/>
                    <a:gd name="connsiteX5" fmla="*/ 20782 w 52314"/>
                    <a:gd name="connsiteY5" fmla="*/ 27114 h 33447"/>
                    <a:gd name="connsiteX6" fmla="*/ 17842 w 52314"/>
                    <a:gd name="connsiteY6" fmla="*/ 27931 h 33447"/>
                    <a:gd name="connsiteX7" fmla="*/ 11797 w 52314"/>
                    <a:gd name="connsiteY7" fmla="*/ 25317 h 33447"/>
                    <a:gd name="connsiteX8" fmla="*/ 8694 w 52314"/>
                    <a:gd name="connsiteY8" fmla="*/ 22757 h 33447"/>
                    <a:gd name="connsiteX9" fmla="*/ 7441 w 52314"/>
                    <a:gd name="connsiteY9" fmla="*/ 21287 h 33447"/>
                    <a:gd name="connsiteX10" fmla="*/ 5481 w 52314"/>
                    <a:gd name="connsiteY10" fmla="*/ 18891 h 33447"/>
                    <a:gd name="connsiteX11" fmla="*/ 9456 w 52314"/>
                    <a:gd name="connsiteY11" fmla="*/ 10287 h 33447"/>
                    <a:gd name="connsiteX12" fmla="*/ 9565 w 52314"/>
                    <a:gd name="connsiteY12" fmla="*/ 10179 h 33447"/>
                    <a:gd name="connsiteX13" fmla="*/ 9674 w 52314"/>
                    <a:gd name="connsiteY13" fmla="*/ 10015 h 33447"/>
                    <a:gd name="connsiteX14" fmla="*/ 13431 w 52314"/>
                    <a:gd name="connsiteY14" fmla="*/ 5550 h 33447"/>
                    <a:gd name="connsiteX15" fmla="*/ 14520 w 52314"/>
                    <a:gd name="connsiteY15" fmla="*/ 5332 h 33447"/>
                    <a:gd name="connsiteX16" fmla="*/ 14574 w 52314"/>
                    <a:gd name="connsiteY16" fmla="*/ 5332 h 33447"/>
                    <a:gd name="connsiteX17" fmla="*/ 15773 w 52314"/>
                    <a:gd name="connsiteY17" fmla="*/ 5659 h 33447"/>
                    <a:gd name="connsiteX18" fmla="*/ 19911 w 52314"/>
                    <a:gd name="connsiteY18" fmla="*/ 6584 h 33447"/>
                    <a:gd name="connsiteX19" fmla="*/ 22361 w 52314"/>
                    <a:gd name="connsiteY19" fmla="*/ 6803 h 33447"/>
                    <a:gd name="connsiteX20" fmla="*/ 28950 w 52314"/>
                    <a:gd name="connsiteY20" fmla="*/ 6966 h 33447"/>
                    <a:gd name="connsiteX21" fmla="*/ 35757 w 52314"/>
                    <a:gd name="connsiteY21" fmla="*/ 7238 h 33447"/>
                    <a:gd name="connsiteX22" fmla="*/ 43490 w 52314"/>
                    <a:gd name="connsiteY22" fmla="*/ 7619 h 33447"/>
                    <a:gd name="connsiteX23" fmla="*/ 50732 w 52314"/>
                    <a:gd name="connsiteY23" fmla="*/ 2446 h 33447"/>
                    <a:gd name="connsiteX24" fmla="*/ 50514 w 52314"/>
                    <a:gd name="connsiteY24" fmla="*/ 2446 h 33447"/>
                    <a:gd name="connsiteX25" fmla="*/ 36029 w 52314"/>
                    <a:gd name="connsiteY25" fmla="*/ 1956 h 33447"/>
                    <a:gd name="connsiteX26" fmla="*/ 29223 w 52314"/>
                    <a:gd name="connsiteY26" fmla="*/ 1684 h 33447"/>
                    <a:gd name="connsiteX27" fmla="*/ 22688 w 52314"/>
                    <a:gd name="connsiteY27" fmla="*/ 1520 h 33447"/>
                    <a:gd name="connsiteX28" fmla="*/ 20891 w 52314"/>
                    <a:gd name="connsiteY28" fmla="*/ 1357 h 33447"/>
                    <a:gd name="connsiteX29" fmla="*/ 16045 w 52314"/>
                    <a:gd name="connsiteY29" fmla="*/ 213 h 33447"/>
                    <a:gd name="connsiteX30" fmla="*/ 15391 w 52314"/>
                    <a:gd name="connsiteY30" fmla="*/ 104 h 33447"/>
                    <a:gd name="connsiteX31" fmla="*/ 10164 w 52314"/>
                    <a:gd name="connsiteY31" fmla="*/ 1466 h 33447"/>
                    <a:gd name="connsiteX32" fmla="*/ 5099 w 52314"/>
                    <a:gd name="connsiteY32" fmla="*/ 7347 h 33447"/>
                    <a:gd name="connsiteX33" fmla="*/ 198 w 52314"/>
                    <a:gd name="connsiteY33" fmla="*/ 18020 h 33447"/>
                    <a:gd name="connsiteX34" fmla="*/ 525 w 52314"/>
                    <a:gd name="connsiteY34" fmla="*/ 21124 h 33447"/>
                    <a:gd name="connsiteX35" fmla="*/ 580 w 52314"/>
                    <a:gd name="connsiteY35" fmla="*/ 21233 h 33447"/>
                    <a:gd name="connsiteX36" fmla="*/ 4773 w 52314"/>
                    <a:gd name="connsiteY36" fmla="*/ 26515 h 33447"/>
                    <a:gd name="connsiteX37" fmla="*/ 8912 w 52314"/>
                    <a:gd name="connsiteY37" fmla="*/ 29945 h 33447"/>
                    <a:gd name="connsiteX38" fmla="*/ 17025 w 52314"/>
                    <a:gd name="connsiteY38" fmla="*/ 33321 h 33447"/>
                    <a:gd name="connsiteX39" fmla="*/ 17025 w 52314"/>
                    <a:gd name="connsiteY39" fmla="*/ 33321 h 33447"/>
                    <a:gd name="connsiteX40" fmla="*/ 24158 w 52314"/>
                    <a:gd name="connsiteY40" fmla="*/ 31470 h 33447"/>
                    <a:gd name="connsiteX41" fmla="*/ 30366 w 52314"/>
                    <a:gd name="connsiteY41" fmla="*/ 26460 h 33447"/>
                    <a:gd name="connsiteX42" fmla="*/ 36519 w 52314"/>
                    <a:gd name="connsiteY42" fmla="*/ 22104 h 33447"/>
                    <a:gd name="connsiteX43" fmla="*/ 42183 w 52314"/>
                    <a:gd name="connsiteY43" fmla="*/ 17040 h 33447"/>
                    <a:gd name="connsiteX44" fmla="*/ 51984 w 52314"/>
                    <a:gd name="connsiteY44" fmla="*/ 5332 h 33447"/>
                    <a:gd name="connsiteX45" fmla="*/ 52311 w 52314"/>
                    <a:gd name="connsiteY45" fmla="*/ 4352 h 33447"/>
                    <a:gd name="connsiteX46" fmla="*/ 50732 w 52314"/>
                    <a:gd name="connsiteY46" fmla="*/ 2446 h 33447"/>
                    <a:gd name="connsiteX47" fmla="*/ 50732 w 52314"/>
                    <a:gd name="connsiteY47" fmla="*/ 2446 h 33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52314" h="33447">
                      <a:moveTo>
                        <a:pt x="43490" y="7619"/>
                      </a:moveTo>
                      <a:cubicBezTo>
                        <a:pt x="41801" y="9580"/>
                        <a:pt x="40113" y="11376"/>
                        <a:pt x="38480" y="13065"/>
                      </a:cubicBezTo>
                      <a:cubicBezTo>
                        <a:pt x="36737" y="14698"/>
                        <a:pt x="34940" y="16277"/>
                        <a:pt x="33089" y="17856"/>
                      </a:cubicBezTo>
                      <a:cubicBezTo>
                        <a:pt x="31183" y="19272"/>
                        <a:pt x="29277" y="20634"/>
                        <a:pt x="27371" y="21886"/>
                      </a:cubicBezTo>
                      <a:cubicBezTo>
                        <a:pt x="25683" y="22975"/>
                        <a:pt x="24158" y="24282"/>
                        <a:pt x="22688" y="25535"/>
                      </a:cubicBezTo>
                      <a:cubicBezTo>
                        <a:pt x="22034" y="26079"/>
                        <a:pt x="21381" y="26678"/>
                        <a:pt x="20782" y="27114"/>
                      </a:cubicBezTo>
                      <a:cubicBezTo>
                        <a:pt x="19802" y="27876"/>
                        <a:pt x="18931" y="28094"/>
                        <a:pt x="17842" y="27931"/>
                      </a:cubicBezTo>
                      <a:cubicBezTo>
                        <a:pt x="15718" y="27549"/>
                        <a:pt x="13812" y="26787"/>
                        <a:pt x="11797" y="25317"/>
                      </a:cubicBezTo>
                      <a:cubicBezTo>
                        <a:pt x="10981" y="24772"/>
                        <a:pt x="9946" y="23955"/>
                        <a:pt x="8694" y="22757"/>
                      </a:cubicBezTo>
                      <a:cubicBezTo>
                        <a:pt x="8258" y="22267"/>
                        <a:pt x="7877" y="21777"/>
                        <a:pt x="7441" y="21287"/>
                      </a:cubicBezTo>
                      <a:cubicBezTo>
                        <a:pt x="6733" y="20470"/>
                        <a:pt x="6134" y="19817"/>
                        <a:pt x="5481" y="18891"/>
                      </a:cubicBezTo>
                      <a:cubicBezTo>
                        <a:pt x="6897" y="14916"/>
                        <a:pt x="8204" y="12084"/>
                        <a:pt x="9456" y="10287"/>
                      </a:cubicBezTo>
                      <a:lnTo>
                        <a:pt x="9565" y="10179"/>
                      </a:lnTo>
                      <a:lnTo>
                        <a:pt x="9674" y="10015"/>
                      </a:lnTo>
                      <a:cubicBezTo>
                        <a:pt x="10817" y="8055"/>
                        <a:pt x="12015" y="6694"/>
                        <a:pt x="13431" y="5550"/>
                      </a:cubicBezTo>
                      <a:cubicBezTo>
                        <a:pt x="13758" y="5278"/>
                        <a:pt x="13921" y="5223"/>
                        <a:pt x="14520" y="5332"/>
                      </a:cubicBezTo>
                      <a:cubicBezTo>
                        <a:pt x="14520" y="5332"/>
                        <a:pt x="14574" y="5332"/>
                        <a:pt x="14574" y="5332"/>
                      </a:cubicBezTo>
                      <a:lnTo>
                        <a:pt x="15773" y="5659"/>
                      </a:lnTo>
                      <a:cubicBezTo>
                        <a:pt x="17080" y="5986"/>
                        <a:pt x="18441" y="6367"/>
                        <a:pt x="19911" y="6584"/>
                      </a:cubicBezTo>
                      <a:cubicBezTo>
                        <a:pt x="20782" y="6748"/>
                        <a:pt x="21599" y="6803"/>
                        <a:pt x="22361" y="6803"/>
                      </a:cubicBezTo>
                      <a:cubicBezTo>
                        <a:pt x="24540" y="6911"/>
                        <a:pt x="26772" y="6966"/>
                        <a:pt x="28950" y="6966"/>
                      </a:cubicBezTo>
                      <a:cubicBezTo>
                        <a:pt x="31237" y="7129"/>
                        <a:pt x="33525" y="7184"/>
                        <a:pt x="35757" y="7238"/>
                      </a:cubicBezTo>
                      <a:lnTo>
                        <a:pt x="43490" y="7619"/>
                      </a:lnTo>
                      <a:moveTo>
                        <a:pt x="50732" y="2446"/>
                      </a:moveTo>
                      <a:cubicBezTo>
                        <a:pt x="50677" y="2446"/>
                        <a:pt x="50568" y="2446"/>
                        <a:pt x="50514" y="2446"/>
                      </a:cubicBezTo>
                      <a:lnTo>
                        <a:pt x="36029" y="1956"/>
                      </a:lnTo>
                      <a:cubicBezTo>
                        <a:pt x="33742" y="1902"/>
                        <a:pt x="31455" y="1847"/>
                        <a:pt x="29223" y="1684"/>
                      </a:cubicBezTo>
                      <a:cubicBezTo>
                        <a:pt x="27044" y="1684"/>
                        <a:pt x="24812" y="1629"/>
                        <a:pt x="22688" y="1520"/>
                      </a:cubicBezTo>
                      <a:cubicBezTo>
                        <a:pt x="22089" y="1520"/>
                        <a:pt x="21490" y="1466"/>
                        <a:pt x="20891" y="1357"/>
                      </a:cubicBezTo>
                      <a:cubicBezTo>
                        <a:pt x="19257" y="1085"/>
                        <a:pt x="17624" y="595"/>
                        <a:pt x="16045" y="213"/>
                      </a:cubicBezTo>
                      <a:cubicBezTo>
                        <a:pt x="15827" y="159"/>
                        <a:pt x="15609" y="104"/>
                        <a:pt x="15391" y="104"/>
                      </a:cubicBezTo>
                      <a:cubicBezTo>
                        <a:pt x="13485" y="-222"/>
                        <a:pt x="11743" y="213"/>
                        <a:pt x="10164" y="1466"/>
                      </a:cubicBezTo>
                      <a:cubicBezTo>
                        <a:pt x="8421" y="2827"/>
                        <a:pt x="6733" y="4679"/>
                        <a:pt x="5099" y="7347"/>
                      </a:cubicBezTo>
                      <a:cubicBezTo>
                        <a:pt x="3412" y="9797"/>
                        <a:pt x="1832" y="13337"/>
                        <a:pt x="198" y="18020"/>
                      </a:cubicBezTo>
                      <a:cubicBezTo>
                        <a:pt x="-128" y="19000"/>
                        <a:pt x="-73" y="20198"/>
                        <a:pt x="525" y="21124"/>
                      </a:cubicBezTo>
                      <a:lnTo>
                        <a:pt x="580" y="21233"/>
                      </a:lnTo>
                      <a:cubicBezTo>
                        <a:pt x="1996" y="23574"/>
                        <a:pt x="3357" y="24772"/>
                        <a:pt x="4773" y="26515"/>
                      </a:cubicBezTo>
                      <a:cubicBezTo>
                        <a:pt x="6134" y="27822"/>
                        <a:pt x="7550" y="29074"/>
                        <a:pt x="8912" y="29945"/>
                      </a:cubicBezTo>
                      <a:cubicBezTo>
                        <a:pt x="11689" y="31906"/>
                        <a:pt x="14357" y="32886"/>
                        <a:pt x="17025" y="33321"/>
                      </a:cubicBezTo>
                      <a:cubicBezTo>
                        <a:pt x="17025" y="33321"/>
                        <a:pt x="17025" y="33321"/>
                        <a:pt x="17025" y="33321"/>
                      </a:cubicBezTo>
                      <a:cubicBezTo>
                        <a:pt x="19639" y="33757"/>
                        <a:pt x="22034" y="33049"/>
                        <a:pt x="24158" y="31470"/>
                      </a:cubicBezTo>
                      <a:cubicBezTo>
                        <a:pt x="26282" y="29782"/>
                        <a:pt x="28242" y="27822"/>
                        <a:pt x="30366" y="26460"/>
                      </a:cubicBezTo>
                      <a:cubicBezTo>
                        <a:pt x="32435" y="25044"/>
                        <a:pt x="34505" y="23574"/>
                        <a:pt x="36519" y="22104"/>
                      </a:cubicBezTo>
                      <a:cubicBezTo>
                        <a:pt x="38480" y="20470"/>
                        <a:pt x="40385" y="18782"/>
                        <a:pt x="42183" y="17040"/>
                      </a:cubicBezTo>
                      <a:cubicBezTo>
                        <a:pt x="45777" y="13391"/>
                        <a:pt x="49153" y="9688"/>
                        <a:pt x="51984" y="5332"/>
                      </a:cubicBezTo>
                      <a:cubicBezTo>
                        <a:pt x="52148" y="5060"/>
                        <a:pt x="52257" y="4733"/>
                        <a:pt x="52311" y="4352"/>
                      </a:cubicBezTo>
                      <a:cubicBezTo>
                        <a:pt x="52366" y="3426"/>
                        <a:pt x="51658" y="2609"/>
                        <a:pt x="50732" y="2446"/>
                      </a:cubicBezTo>
                      <a:lnTo>
                        <a:pt x="50732" y="2446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5" name="Forme libre : forme 1444">
                  <a:extLst>
                    <a:ext uri="{FF2B5EF4-FFF2-40B4-BE49-F238E27FC236}">
                      <a16:creationId xmlns:a16="http://schemas.microsoft.com/office/drawing/2014/main" id="{DE871871-2AFF-483F-91B6-71A3ED3A45AD}"/>
                    </a:ext>
                  </a:extLst>
                </p:cNvPr>
                <p:cNvSpPr/>
                <p:nvPr/>
              </p:nvSpPr>
              <p:spPr>
                <a:xfrm>
                  <a:off x="8803928" y="5113848"/>
                  <a:ext cx="38488" cy="51300"/>
                </a:xfrm>
                <a:custGeom>
                  <a:avLst/>
                  <a:gdLst>
                    <a:gd name="connsiteX0" fmla="*/ 32758 w 38488"/>
                    <a:gd name="connsiteY0" fmla="*/ 9112 h 51300"/>
                    <a:gd name="connsiteX1" fmla="*/ 31832 w 38488"/>
                    <a:gd name="connsiteY1" fmla="*/ 16953 h 51300"/>
                    <a:gd name="connsiteX2" fmla="*/ 30362 w 38488"/>
                    <a:gd name="connsiteY2" fmla="*/ 24414 h 51300"/>
                    <a:gd name="connsiteX3" fmla="*/ 28293 w 38488"/>
                    <a:gd name="connsiteY3" fmla="*/ 31547 h 51300"/>
                    <a:gd name="connsiteX4" fmla="*/ 26877 w 38488"/>
                    <a:gd name="connsiteY4" fmla="*/ 37700 h 51300"/>
                    <a:gd name="connsiteX5" fmla="*/ 26442 w 38488"/>
                    <a:gd name="connsiteY5" fmla="*/ 40096 h 51300"/>
                    <a:gd name="connsiteX6" fmla="*/ 25135 w 38488"/>
                    <a:gd name="connsiteY6" fmla="*/ 42438 h 51300"/>
                    <a:gd name="connsiteX7" fmla="*/ 20070 w 38488"/>
                    <a:gd name="connsiteY7" fmla="*/ 43908 h 51300"/>
                    <a:gd name="connsiteX8" fmla="*/ 15551 w 38488"/>
                    <a:gd name="connsiteY8" fmla="*/ 44616 h 51300"/>
                    <a:gd name="connsiteX9" fmla="*/ 10813 w 38488"/>
                    <a:gd name="connsiteY9" fmla="*/ 45433 h 51300"/>
                    <a:gd name="connsiteX10" fmla="*/ 9398 w 38488"/>
                    <a:gd name="connsiteY10" fmla="*/ 45759 h 51300"/>
                    <a:gd name="connsiteX11" fmla="*/ 7492 w 38488"/>
                    <a:gd name="connsiteY11" fmla="*/ 43037 h 51300"/>
                    <a:gd name="connsiteX12" fmla="*/ 7056 w 38488"/>
                    <a:gd name="connsiteY12" fmla="*/ 42329 h 51300"/>
                    <a:gd name="connsiteX13" fmla="*/ 5803 w 38488"/>
                    <a:gd name="connsiteY13" fmla="*/ 38027 h 51300"/>
                    <a:gd name="connsiteX14" fmla="*/ 6185 w 38488"/>
                    <a:gd name="connsiteY14" fmla="*/ 30240 h 51300"/>
                    <a:gd name="connsiteX15" fmla="*/ 7982 w 38488"/>
                    <a:gd name="connsiteY15" fmla="*/ 27572 h 51300"/>
                    <a:gd name="connsiteX16" fmla="*/ 9289 w 38488"/>
                    <a:gd name="connsiteY16" fmla="*/ 26864 h 51300"/>
                    <a:gd name="connsiteX17" fmla="*/ 15224 w 38488"/>
                    <a:gd name="connsiteY17" fmla="*/ 23107 h 51300"/>
                    <a:gd name="connsiteX18" fmla="*/ 20669 w 38488"/>
                    <a:gd name="connsiteY18" fmla="*/ 18587 h 51300"/>
                    <a:gd name="connsiteX19" fmla="*/ 26442 w 38488"/>
                    <a:gd name="connsiteY19" fmla="*/ 14067 h 51300"/>
                    <a:gd name="connsiteX20" fmla="*/ 30744 w 38488"/>
                    <a:gd name="connsiteY20" fmla="*/ 10800 h 51300"/>
                    <a:gd name="connsiteX21" fmla="*/ 32758 w 38488"/>
                    <a:gd name="connsiteY21" fmla="*/ 9112 h 51300"/>
                    <a:gd name="connsiteX22" fmla="*/ 36897 w 38488"/>
                    <a:gd name="connsiteY22" fmla="*/ 18 h 51300"/>
                    <a:gd name="connsiteX23" fmla="*/ 35536 w 38488"/>
                    <a:gd name="connsiteY23" fmla="*/ 345 h 51300"/>
                    <a:gd name="connsiteX24" fmla="*/ 23065 w 38488"/>
                    <a:gd name="connsiteY24" fmla="*/ 9657 h 51300"/>
                    <a:gd name="connsiteX25" fmla="*/ 17185 w 38488"/>
                    <a:gd name="connsiteY25" fmla="*/ 14231 h 51300"/>
                    <a:gd name="connsiteX26" fmla="*/ 11630 w 38488"/>
                    <a:gd name="connsiteY26" fmla="*/ 18859 h 51300"/>
                    <a:gd name="connsiteX27" fmla="*/ 5259 w 38488"/>
                    <a:gd name="connsiteY27" fmla="*/ 22726 h 51300"/>
                    <a:gd name="connsiteX28" fmla="*/ 849 w 38488"/>
                    <a:gd name="connsiteY28" fmla="*/ 28715 h 51300"/>
                    <a:gd name="connsiteX29" fmla="*/ 358 w 38488"/>
                    <a:gd name="connsiteY29" fmla="*/ 38898 h 51300"/>
                    <a:gd name="connsiteX30" fmla="*/ 2155 w 38488"/>
                    <a:gd name="connsiteY30" fmla="*/ 44779 h 51300"/>
                    <a:gd name="connsiteX31" fmla="*/ 6511 w 38488"/>
                    <a:gd name="connsiteY31" fmla="*/ 50497 h 51300"/>
                    <a:gd name="connsiteX32" fmla="*/ 8200 w 38488"/>
                    <a:gd name="connsiteY32" fmla="*/ 51259 h 51300"/>
                    <a:gd name="connsiteX33" fmla="*/ 9452 w 38488"/>
                    <a:gd name="connsiteY33" fmla="*/ 51259 h 51300"/>
                    <a:gd name="connsiteX34" fmla="*/ 9724 w 38488"/>
                    <a:gd name="connsiteY34" fmla="*/ 51205 h 51300"/>
                    <a:gd name="connsiteX35" fmla="*/ 16150 w 38488"/>
                    <a:gd name="connsiteY35" fmla="*/ 50007 h 51300"/>
                    <a:gd name="connsiteX36" fmla="*/ 20887 w 38488"/>
                    <a:gd name="connsiteY36" fmla="*/ 49299 h 51300"/>
                    <a:gd name="connsiteX37" fmla="*/ 27857 w 38488"/>
                    <a:gd name="connsiteY37" fmla="*/ 47121 h 51300"/>
                    <a:gd name="connsiteX38" fmla="*/ 31723 w 38488"/>
                    <a:gd name="connsiteY38" fmla="*/ 41294 h 51300"/>
                    <a:gd name="connsiteX39" fmla="*/ 33466 w 38488"/>
                    <a:gd name="connsiteY39" fmla="*/ 33235 h 51300"/>
                    <a:gd name="connsiteX40" fmla="*/ 35698 w 38488"/>
                    <a:gd name="connsiteY40" fmla="*/ 25666 h 51300"/>
                    <a:gd name="connsiteX41" fmla="*/ 37223 w 38488"/>
                    <a:gd name="connsiteY41" fmla="*/ 17879 h 51300"/>
                    <a:gd name="connsiteX42" fmla="*/ 38476 w 38488"/>
                    <a:gd name="connsiteY42" fmla="*/ 1815 h 51300"/>
                    <a:gd name="connsiteX43" fmla="*/ 38149 w 38488"/>
                    <a:gd name="connsiteY43" fmla="*/ 781 h 51300"/>
                    <a:gd name="connsiteX44" fmla="*/ 36897 w 38488"/>
                    <a:gd name="connsiteY44" fmla="*/ 18 h 51300"/>
                    <a:gd name="connsiteX45" fmla="*/ 36897 w 38488"/>
                    <a:gd name="connsiteY45" fmla="*/ 18 h 51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38488" h="51300">
                      <a:moveTo>
                        <a:pt x="32758" y="9112"/>
                      </a:moveTo>
                      <a:cubicBezTo>
                        <a:pt x="32540" y="11563"/>
                        <a:pt x="32213" y="14122"/>
                        <a:pt x="31832" y="16953"/>
                      </a:cubicBezTo>
                      <a:lnTo>
                        <a:pt x="30362" y="24414"/>
                      </a:lnTo>
                      <a:lnTo>
                        <a:pt x="28293" y="31547"/>
                      </a:lnTo>
                      <a:cubicBezTo>
                        <a:pt x="27639" y="33616"/>
                        <a:pt x="27259" y="35686"/>
                        <a:pt x="26877" y="37700"/>
                      </a:cubicBezTo>
                      <a:cubicBezTo>
                        <a:pt x="26714" y="38517"/>
                        <a:pt x="26551" y="39388"/>
                        <a:pt x="26442" y="40096"/>
                      </a:cubicBezTo>
                      <a:cubicBezTo>
                        <a:pt x="26169" y="41294"/>
                        <a:pt x="25734" y="42057"/>
                        <a:pt x="25135" y="42438"/>
                      </a:cubicBezTo>
                      <a:cubicBezTo>
                        <a:pt x="23882" y="43146"/>
                        <a:pt x="22412" y="43581"/>
                        <a:pt x="20070" y="43908"/>
                      </a:cubicBezTo>
                      <a:lnTo>
                        <a:pt x="15551" y="44616"/>
                      </a:lnTo>
                      <a:cubicBezTo>
                        <a:pt x="13754" y="44779"/>
                        <a:pt x="12338" y="45106"/>
                        <a:pt x="10813" y="45433"/>
                      </a:cubicBezTo>
                      <a:cubicBezTo>
                        <a:pt x="10378" y="45542"/>
                        <a:pt x="9942" y="45650"/>
                        <a:pt x="9398" y="45759"/>
                      </a:cubicBezTo>
                      <a:cubicBezTo>
                        <a:pt x="8690" y="44997"/>
                        <a:pt x="8200" y="44180"/>
                        <a:pt x="7492" y="43037"/>
                      </a:cubicBezTo>
                      <a:lnTo>
                        <a:pt x="7056" y="42329"/>
                      </a:lnTo>
                      <a:cubicBezTo>
                        <a:pt x="6402" y="40859"/>
                        <a:pt x="5967" y="39443"/>
                        <a:pt x="5803" y="38027"/>
                      </a:cubicBezTo>
                      <a:cubicBezTo>
                        <a:pt x="5368" y="35468"/>
                        <a:pt x="5477" y="32908"/>
                        <a:pt x="6185" y="30240"/>
                      </a:cubicBezTo>
                      <a:cubicBezTo>
                        <a:pt x="6620" y="28552"/>
                        <a:pt x="7383" y="27899"/>
                        <a:pt x="7982" y="27572"/>
                      </a:cubicBezTo>
                      <a:lnTo>
                        <a:pt x="9289" y="26864"/>
                      </a:lnTo>
                      <a:cubicBezTo>
                        <a:pt x="11194" y="25829"/>
                        <a:pt x="13373" y="24686"/>
                        <a:pt x="15224" y="23107"/>
                      </a:cubicBezTo>
                      <a:lnTo>
                        <a:pt x="20669" y="18587"/>
                      </a:lnTo>
                      <a:lnTo>
                        <a:pt x="26442" y="14067"/>
                      </a:lnTo>
                      <a:cubicBezTo>
                        <a:pt x="27912" y="12978"/>
                        <a:pt x="29328" y="11889"/>
                        <a:pt x="30744" y="10800"/>
                      </a:cubicBezTo>
                      <a:cubicBezTo>
                        <a:pt x="31343" y="10201"/>
                        <a:pt x="32050" y="9657"/>
                        <a:pt x="32758" y="9112"/>
                      </a:cubicBezTo>
                      <a:moveTo>
                        <a:pt x="36897" y="18"/>
                      </a:moveTo>
                      <a:cubicBezTo>
                        <a:pt x="36461" y="-36"/>
                        <a:pt x="35971" y="18"/>
                        <a:pt x="35536" y="345"/>
                      </a:cubicBezTo>
                      <a:cubicBezTo>
                        <a:pt x="31070" y="3449"/>
                        <a:pt x="27095" y="6662"/>
                        <a:pt x="23065" y="9657"/>
                      </a:cubicBezTo>
                      <a:lnTo>
                        <a:pt x="17185" y="14231"/>
                      </a:lnTo>
                      <a:lnTo>
                        <a:pt x="11630" y="18859"/>
                      </a:lnTo>
                      <a:cubicBezTo>
                        <a:pt x="9833" y="20384"/>
                        <a:pt x="7437" y="21527"/>
                        <a:pt x="5259" y="22726"/>
                      </a:cubicBezTo>
                      <a:cubicBezTo>
                        <a:pt x="3135" y="23923"/>
                        <a:pt x="1610" y="25884"/>
                        <a:pt x="849" y="28715"/>
                      </a:cubicBezTo>
                      <a:cubicBezTo>
                        <a:pt x="86" y="31547"/>
                        <a:pt x="-350" y="35032"/>
                        <a:pt x="358" y="38898"/>
                      </a:cubicBezTo>
                      <a:cubicBezTo>
                        <a:pt x="631" y="40750"/>
                        <a:pt x="1284" y="42819"/>
                        <a:pt x="2155" y="44779"/>
                      </a:cubicBezTo>
                      <a:cubicBezTo>
                        <a:pt x="3462" y="46849"/>
                        <a:pt x="4388" y="48700"/>
                        <a:pt x="6511" y="50497"/>
                      </a:cubicBezTo>
                      <a:cubicBezTo>
                        <a:pt x="7001" y="50878"/>
                        <a:pt x="7601" y="51150"/>
                        <a:pt x="8200" y="51259"/>
                      </a:cubicBezTo>
                      <a:cubicBezTo>
                        <a:pt x="8581" y="51314"/>
                        <a:pt x="9017" y="51314"/>
                        <a:pt x="9452" y="51259"/>
                      </a:cubicBezTo>
                      <a:lnTo>
                        <a:pt x="9724" y="51205"/>
                      </a:lnTo>
                      <a:cubicBezTo>
                        <a:pt x="12447" y="50660"/>
                        <a:pt x="13971" y="50170"/>
                        <a:pt x="16150" y="50007"/>
                      </a:cubicBezTo>
                      <a:lnTo>
                        <a:pt x="20887" y="49299"/>
                      </a:lnTo>
                      <a:cubicBezTo>
                        <a:pt x="23773" y="48918"/>
                        <a:pt x="25897" y="48264"/>
                        <a:pt x="27857" y="47121"/>
                      </a:cubicBezTo>
                      <a:cubicBezTo>
                        <a:pt x="29763" y="46032"/>
                        <a:pt x="31125" y="44071"/>
                        <a:pt x="31723" y="41294"/>
                      </a:cubicBezTo>
                      <a:cubicBezTo>
                        <a:pt x="32322" y="38571"/>
                        <a:pt x="32649" y="35740"/>
                        <a:pt x="33466" y="33235"/>
                      </a:cubicBezTo>
                      <a:lnTo>
                        <a:pt x="35698" y="25666"/>
                      </a:lnTo>
                      <a:lnTo>
                        <a:pt x="37223" y="17879"/>
                      </a:lnTo>
                      <a:cubicBezTo>
                        <a:pt x="37986" y="12597"/>
                        <a:pt x="38585" y="7315"/>
                        <a:pt x="38476" y="1815"/>
                      </a:cubicBezTo>
                      <a:cubicBezTo>
                        <a:pt x="38476" y="1488"/>
                        <a:pt x="38367" y="1107"/>
                        <a:pt x="38149" y="781"/>
                      </a:cubicBezTo>
                      <a:cubicBezTo>
                        <a:pt x="37822" y="345"/>
                        <a:pt x="37387" y="73"/>
                        <a:pt x="36897" y="18"/>
                      </a:cubicBezTo>
                      <a:lnTo>
                        <a:pt x="36897" y="18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6" name="Forme libre : forme 1445">
                  <a:extLst>
                    <a:ext uri="{FF2B5EF4-FFF2-40B4-BE49-F238E27FC236}">
                      <a16:creationId xmlns:a16="http://schemas.microsoft.com/office/drawing/2014/main" id="{8DE1946A-73C8-44F7-AC69-B8053C5A400D}"/>
                    </a:ext>
                  </a:extLst>
                </p:cNvPr>
                <p:cNvSpPr/>
                <p:nvPr/>
              </p:nvSpPr>
              <p:spPr>
                <a:xfrm>
                  <a:off x="8873004" y="5111906"/>
                  <a:ext cx="36151" cy="48082"/>
                </a:xfrm>
                <a:custGeom>
                  <a:avLst/>
                  <a:gdLst>
                    <a:gd name="connsiteX0" fmla="*/ 5775 w 36151"/>
                    <a:gd name="connsiteY0" fmla="*/ 8495 h 48082"/>
                    <a:gd name="connsiteX1" fmla="*/ 11275 w 36151"/>
                    <a:gd name="connsiteY1" fmla="*/ 12307 h 48082"/>
                    <a:gd name="connsiteX2" fmla="*/ 11765 w 36151"/>
                    <a:gd name="connsiteY2" fmla="*/ 12633 h 48082"/>
                    <a:gd name="connsiteX3" fmla="*/ 17374 w 36151"/>
                    <a:gd name="connsiteY3" fmla="*/ 16935 h 48082"/>
                    <a:gd name="connsiteX4" fmla="*/ 22492 w 36151"/>
                    <a:gd name="connsiteY4" fmla="*/ 21455 h 48082"/>
                    <a:gd name="connsiteX5" fmla="*/ 27666 w 36151"/>
                    <a:gd name="connsiteY5" fmla="*/ 25212 h 48082"/>
                    <a:gd name="connsiteX6" fmla="*/ 29244 w 36151"/>
                    <a:gd name="connsiteY6" fmla="*/ 26247 h 48082"/>
                    <a:gd name="connsiteX7" fmla="*/ 30551 w 36151"/>
                    <a:gd name="connsiteY7" fmla="*/ 28262 h 48082"/>
                    <a:gd name="connsiteX8" fmla="*/ 29898 w 36151"/>
                    <a:gd name="connsiteY8" fmla="*/ 34524 h 48082"/>
                    <a:gd name="connsiteX9" fmla="*/ 28536 w 36151"/>
                    <a:gd name="connsiteY9" fmla="*/ 38172 h 48082"/>
                    <a:gd name="connsiteX10" fmla="*/ 27557 w 36151"/>
                    <a:gd name="connsiteY10" fmla="*/ 39969 h 48082"/>
                    <a:gd name="connsiteX11" fmla="*/ 26032 w 36151"/>
                    <a:gd name="connsiteY11" fmla="*/ 42528 h 48082"/>
                    <a:gd name="connsiteX12" fmla="*/ 22874 w 36151"/>
                    <a:gd name="connsiteY12" fmla="*/ 42474 h 48082"/>
                    <a:gd name="connsiteX13" fmla="*/ 20641 w 36151"/>
                    <a:gd name="connsiteY13" fmla="*/ 42365 h 48082"/>
                    <a:gd name="connsiteX14" fmla="*/ 18517 w 36151"/>
                    <a:gd name="connsiteY14" fmla="*/ 42093 h 48082"/>
                    <a:gd name="connsiteX15" fmla="*/ 16339 w 36151"/>
                    <a:gd name="connsiteY15" fmla="*/ 41603 h 48082"/>
                    <a:gd name="connsiteX16" fmla="*/ 10730 w 36151"/>
                    <a:gd name="connsiteY16" fmla="*/ 39207 h 48082"/>
                    <a:gd name="connsiteX17" fmla="*/ 9805 w 36151"/>
                    <a:gd name="connsiteY17" fmla="*/ 37573 h 48082"/>
                    <a:gd name="connsiteX18" fmla="*/ 9696 w 36151"/>
                    <a:gd name="connsiteY18" fmla="*/ 35831 h 48082"/>
                    <a:gd name="connsiteX19" fmla="*/ 9042 w 36151"/>
                    <a:gd name="connsiteY19" fmla="*/ 29623 h 48082"/>
                    <a:gd name="connsiteX20" fmla="*/ 7626 w 36151"/>
                    <a:gd name="connsiteY20" fmla="*/ 22980 h 48082"/>
                    <a:gd name="connsiteX21" fmla="*/ 6592 w 36151"/>
                    <a:gd name="connsiteY21" fmla="*/ 16282 h 48082"/>
                    <a:gd name="connsiteX22" fmla="*/ 6428 w 36151"/>
                    <a:gd name="connsiteY22" fmla="*/ 14812 h 48082"/>
                    <a:gd name="connsiteX23" fmla="*/ 5775 w 36151"/>
                    <a:gd name="connsiteY23" fmla="*/ 8495 h 48082"/>
                    <a:gd name="connsiteX24" fmla="*/ 2126 w 36151"/>
                    <a:gd name="connsiteY24" fmla="*/ 0 h 48082"/>
                    <a:gd name="connsiteX25" fmla="*/ 1800 w 36151"/>
                    <a:gd name="connsiteY25" fmla="*/ 0 h 48082"/>
                    <a:gd name="connsiteX26" fmla="*/ 3 w 36151"/>
                    <a:gd name="connsiteY26" fmla="*/ 1906 h 48082"/>
                    <a:gd name="connsiteX27" fmla="*/ 3 w 36151"/>
                    <a:gd name="connsiteY27" fmla="*/ 2015 h 48082"/>
                    <a:gd name="connsiteX28" fmla="*/ 1255 w 36151"/>
                    <a:gd name="connsiteY28" fmla="*/ 16935 h 48082"/>
                    <a:gd name="connsiteX29" fmla="*/ 2290 w 36151"/>
                    <a:gd name="connsiteY29" fmla="*/ 24014 h 48082"/>
                    <a:gd name="connsiteX30" fmla="*/ 3760 w 36151"/>
                    <a:gd name="connsiteY30" fmla="*/ 30821 h 48082"/>
                    <a:gd name="connsiteX31" fmla="*/ 4414 w 36151"/>
                    <a:gd name="connsiteY31" fmla="*/ 38009 h 48082"/>
                    <a:gd name="connsiteX32" fmla="*/ 7626 w 36151"/>
                    <a:gd name="connsiteY32" fmla="*/ 43727 h 48082"/>
                    <a:gd name="connsiteX33" fmla="*/ 15195 w 36151"/>
                    <a:gd name="connsiteY33" fmla="*/ 46994 h 48082"/>
                    <a:gd name="connsiteX34" fmla="*/ 17755 w 36151"/>
                    <a:gd name="connsiteY34" fmla="*/ 47538 h 48082"/>
                    <a:gd name="connsiteX35" fmla="*/ 20423 w 36151"/>
                    <a:gd name="connsiteY35" fmla="*/ 47920 h 48082"/>
                    <a:gd name="connsiteX36" fmla="*/ 27229 w 36151"/>
                    <a:gd name="connsiteY36" fmla="*/ 47974 h 48082"/>
                    <a:gd name="connsiteX37" fmla="*/ 27284 w 36151"/>
                    <a:gd name="connsiteY37" fmla="*/ 47974 h 48082"/>
                    <a:gd name="connsiteX38" fmla="*/ 30061 w 36151"/>
                    <a:gd name="connsiteY38" fmla="*/ 46449 h 48082"/>
                    <a:gd name="connsiteX39" fmla="*/ 33437 w 36151"/>
                    <a:gd name="connsiteY39" fmla="*/ 40786 h 48082"/>
                    <a:gd name="connsiteX40" fmla="*/ 35235 w 36151"/>
                    <a:gd name="connsiteY40" fmla="*/ 35940 h 48082"/>
                    <a:gd name="connsiteX41" fmla="*/ 35996 w 36151"/>
                    <a:gd name="connsiteY41" fmla="*/ 27717 h 48082"/>
                    <a:gd name="connsiteX42" fmla="*/ 32348 w 36151"/>
                    <a:gd name="connsiteY42" fmla="*/ 21891 h 48082"/>
                    <a:gd name="connsiteX43" fmla="*/ 26195 w 36151"/>
                    <a:gd name="connsiteY43" fmla="*/ 17589 h 48082"/>
                    <a:gd name="connsiteX44" fmla="*/ 20859 w 36151"/>
                    <a:gd name="connsiteY44" fmla="*/ 12851 h 48082"/>
                    <a:gd name="connsiteX45" fmla="*/ 15086 w 36151"/>
                    <a:gd name="connsiteY45" fmla="*/ 8441 h 48082"/>
                    <a:gd name="connsiteX46" fmla="*/ 2671 w 36151"/>
                    <a:gd name="connsiteY46" fmla="*/ 327 h 48082"/>
                    <a:gd name="connsiteX47" fmla="*/ 2126 w 36151"/>
                    <a:gd name="connsiteY47" fmla="*/ 0 h 48082"/>
                    <a:gd name="connsiteX48" fmla="*/ 2126 w 36151"/>
                    <a:gd name="connsiteY48" fmla="*/ 0 h 48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36151" h="48082">
                      <a:moveTo>
                        <a:pt x="5775" y="8495"/>
                      </a:moveTo>
                      <a:cubicBezTo>
                        <a:pt x="7626" y="9693"/>
                        <a:pt x="9423" y="11000"/>
                        <a:pt x="11275" y="12307"/>
                      </a:cubicBezTo>
                      <a:lnTo>
                        <a:pt x="11765" y="12633"/>
                      </a:lnTo>
                      <a:lnTo>
                        <a:pt x="17374" y="16935"/>
                      </a:lnTo>
                      <a:lnTo>
                        <a:pt x="22492" y="21455"/>
                      </a:lnTo>
                      <a:cubicBezTo>
                        <a:pt x="24126" y="22980"/>
                        <a:pt x="25923" y="24123"/>
                        <a:pt x="27666" y="25212"/>
                      </a:cubicBezTo>
                      <a:cubicBezTo>
                        <a:pt x="28210" y="25539"/>
                        <a:pt x="28754" y="25920"/>
                        <a:pt x="29244" y="26247"/>
                      </a:cubicBezTo>
                      <a:cubicBezTo>
                        <a:pt x="30225" y="26900"/>
                        <a:pt x="30497" y="27554"/>
                        <a:pt x="30551" y="28262"/>
                      </a:cubicBezTo>
                      <a:cubicBezTo>
                        <a:pt x="30824" y="30222"/>
                        <a:pt x="30606" y="32128"/>
                        <a:pt x="29898" y="34524"/>
                      </a:cubicBezTo>
                      <a:cubicBezTo>
                        <a:pt x="29626" y="35668"/>
                        <a:pt x="29027" y="37083"/>
                        <a:pt x="28536" y="38172"/>
                      </a:cubicBezTo>
                      <a:cubicBezTo>
                        <a:pt x="28155" y="38771"/>
                        <a:pt x="27828" y="39370"/>
                        <a:pt x="27557" y="39969"/>
                      </a:cubicBezTo>
                      <a:cubicBezTo>
                        <a:pt x="27067" y="40895"/>
                        <a:pt x="26631" y="41657"/>
                        <a:pt x="26032" y="42528"/>
                      </a:cubicBezTo>
                      <a:cubicBezTo>
                        <a:pt x="24888" y="42583"/>
                        <a:pt x="23962" y="42528"/>
                        <a:pt x="22874" y="42474"/>
                      </a:cubicBezTo>
                      <a:cubicBezTo>
                        <a:pt x="22111" y="42420"/>
                        <a:pt x="21403" y="42420"/>
                        <a:pt x="20641" y="42365"/>
                      </a:cubicBezTo>
                      <a:cubicBezTo>
                        <a:pt x="19933" y="42256"/>
                        <a:pt x="19170" y="42202"/>
                        <a:pt x="18517" y="42093"/>
                      </a:cubicBezTo>
                      <a:cubicBezTo>
                        <a:pt x="17809" y="41984"/>
                        <a:pt x="17156" y="41875"/>
                        <a:pt x="16339" y="41603"/>
                      </a:cubicBezTo>
                      <a:cubicBezTo>
                        <a:pt x="14107" y="41058"/>
                        <a:pt x="12309" y="40296"/>
                        <a:pt x="10730" y="39207"/>
                      </a:cubicBezTo>
                      <a:cubicBezTo>
                        <a:pt x="10185" y="38826"/>
                        <a:pt x="9914" y="38444"/>
                        <a:pt x="9805" y="37573"/>
                      </a:cubicBezTo>
                      <a:cubicBezTo>
                        <a:pt x="9750" y="36974"/>
                        <a:pt x="9750" y="36375"/>
                        <a:pt x="9696" y="35831"/>
                      </a:cubicBezTo>
                      <a:cubicBezTo>
                        <a:pt x="9587" y="33870"/>
                        <a:pt x="9477" y="31638"/>
                        <a:pt x="9042" y="29623"/>
                      </a:cubicBezTo>
                      <a:lnTo>
                        <a:pt x="7626" y="22980"/>
                      </a:lnTo>
                      <a:lnTo>
                        <a:pt x="6592" y="16282"/>
                      </a:lnTo>
                      <a:lnTo>
                        <a:pt x="6428" y="14812"/>
                      </a:lnTo>
                      <a:cubicBezTo>
                        <a:pt x="6210" y="12688"/>
                        <a:pt x="5992" y="10619"/>
                        <a:pt x="5775" y="8495"/>
                      </a:cubicBezTo>
                      <a:moveTo>
                        <a:pt x="2126" y="0"/>
                      </a:moveTo>
                      <a:cubicBezTo>
                        <a:pt x="2017" y="0"/>
                        <a:pt x="1908" y="0"/>
                        <a:pt x="1800" y="0"/>
                      </a:cubicBezTo>
                      <a:cubicBezTo>
                        <a:pt x="765" y="0"/>
                        <a:pt x="-52" y="871"/>
                        <a:pt x="3" y="1906"/>
                      </a:cubicBezTo>
                      <a:lnTo>
                        <a:pt x="3" y="2015"/>
                      </a:lnTo>
                      <a:cubicBezTo>
                        <a:pt x="112" y="7242"/>
                        <a:pt x="711" y="12089"/>
                        <a:pt x="1255" y="16935"/>
                      </a:cubicBezTo>
                      <a:lnTo>
                        <a:pt x="2290" y="24014"/>
                      </a:lnTo>
                      <a:lnTo>
                        <a:pt x="3760" y="30821"/>
                      </a:lnTo>
                      <a:cubicBezTo>
                        <a:pt x="4305" y="33054"/>
                        <a:pt x="4250" y="35613"/>
                        <a:pt x="4414" y="38009"/>
                      </a:cubicBezTo>
                      <a:cubicBezTo>
                        <a:pt x="4631" y="40405"/>
                        <a:pt x="5666" y="42311"/>
                        <a:pt x="7626" y="43727"/>
                      </a:cubicBezTo>
                      <a:cubicBezTo>
                        <a:pt x="9587" y="45142"/>
                        <a:pt x="11983" y="46286"/>
                        <a:pt x="15195" y="46994"/>
                      </a:cubicBezTo>
                      <a:cubicBezTo>
                        <a:pt x="15958" y="47212"/>
                        <a:pt x="16829" y="47375"/>
                        <a:pt x="17755" y="47538"/>
                      </a:cubicBezTo>
                      <a:cubicBezTo>
                        <a:pt x="18626" y="47702"/>
                        <a:pt x="19497" y="47811"/>
                        <a:pt x="20423" y="47920"/>
                      </a:cubicBezTo>
                      <a:cubicBezTo>
                        <a:pt x="22710" y="47920"/>
                        <a:pt x="24452" y="48246"/>
                        <a:pt x="27229" y="47974"/>
                      </a:cubicBezTo>
                      <a:lnTo>
                        <a:pt x="27284" y="47974"/>
                      </a:lnTo>
                      <a:cubicBezTo>
                        <a:pt x="28373" y="47865"/>
                        <a:pt x="29408" y="47375"/>
                        <a:pt x="30061" y="46449"/>
                      </a:cubicBezTo>
                      <a:cubicBezTo>
                        <a:pt x="31695" y="44271"/>
                        <a:pt x="32294" y="42692"/>
                        <a:pt x="33437" y="40786"/>
                      </a:cubicBezTo>
                      <a:cubicBezTo>
                        <a:pt x="34200" y="39098"/>
                        <a:pt x="34853" y="37410"/>
                        <a:pt x="35235" y="35940"/>
                      </a:cubicBezTo>
                      <a:cubicBezTo>
                        <a:pt x="36160" y="32836"/>
                        <a:pt x="36324" y="30168"/>
                        <a:pt x="35996" y="27717"/>
                      </a:cubicBezTo>
                      <a:cubicBezTo>
                        <a:pt x="35670" y="25267"/>
                        <a:pt x="34418" y="23361"/>
                        <a:pt x="32348" y="21891"/>
                      </a:cubicBezTo>
                      <a:cubicBezTo>
                        <a:pt x="30225" y="20475"/>
                        <a:pt x="27937" y="19168"/>
                        <a:pt x="26195" y="17589"/>
                      </a:cubicBezTo>
                      <a:lnTo>
                        <a:pt x="20859" y="12851"/>
                      </a:lnTo>
                      <a:lnTo>
                        <a:pt x="15086" y="8441"/>
                      </a:lnTo>
                      <a:cubicBezTo>
                        <a:pt x="11057" y="5609"/>
                        <a:pt x="7136" y="2777"/>
                        <a:pt x="2671" y="327"/>
                      </a:cubicBezTo>
                      <a:cubicBezTo>
                        <a:pt x="2508" y="109"/>
                        <a:pt x="2344" y="55"/>
                        <a:pt x="2126" y="0"/>
                      </a:cubicBezTo>
                      <a:lnTo>
                        <a:pt x="2126" y="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7" name="Forme libre : forme 1446">
                  <a:extLst>
                    <a:ext uri="{FF2B5EF4-FFF2-40B4-BE49-F238E27FC236}">
                      <a16:creationId xmlns:a16="http://schemas.microsoft.com/office/drawing/2014/main" id="{FC7B524B-722A-4C07-81AD-E8C7324563A9}"/>
                    </a:ext>
                  </a:extLst>
                </p:cNvPr>
                <p:cNvSpPr/>
                <p:nvPr/>
              </p:nvSpPr>
              <p:spPr>
                <a:xfrm>
                  <a:off x="8893193" y="5089861"/>
                  <a:ext cx="57545" cy="34045"/>
                </a:xfrm>
                <a:custGeom>
                  <a:avLst/>
                  <a:gdLst>
                    <a:gd name="connsiteX0" fmla="*/ 38406 w 57545"/>
                    <a:gd name="connsiteY0" fmla="*/ 5546 h 34045"/>
                    <a:gd name="connsiteX1" fmla="*/ 43253 w 57545"/>
                    <a:gd name="connsiteY1" fmla="*/ 8486 h 34045"/>
                    <a:gd name="connsiteX2" fmla="*/ 47228 w 57545"/>
                    <a:gd name="connsiteY2" fmla="*/ 11100 h 34045"/>
                    <a:gd name="connsiteX3" fmla="*/ 50005 w 57545"/>
                    <a:gd name="connsiteY3" fmla="*/ 13006 h 34045"/>
                    <a:gd name="connsiteX4" fmla="*/ 50114 w 57545"/>
                    <a:gd name="connsiteY4" fmla="*/ 13060 h 34045"/>
                    <a:gd name="connsiteX5" fmla="*/ 50223 w 57545"/>
                    <a:gd name="connsiteY5" fmla="*/ 13115 h 34045"/>
                    <a:gd name="connsiteX6" fmla="*/ 52074 w 57545"/>
                    <a:gd name="connsiteY6" fmla="*/ 14258 h 34045"/>
                    <a:gd name="connsiteX7" fmla="*/ 51475 w 57545"/>
                    <a:gd name="connsiteY7" fmla="*/ 17525 h 34045"/>
                    <a:gd name="connsiteX8" fmla="*/ 51203 w 57545"/>
                    <a:gd name="connsiteY8" fmla="*/ 18614 h 34045"/>
                    <a:gd name="connsiteX9" fmla="*/ 49134 w 57545"/>
                    <a:gd name="connsiteY9" fmla="*/ 22535 h 34045"/>
                    <a:gd name="connsiteX10" fmla="*/ 42872 w 57545"/>
                    <a:gd name="connsiteY10" fmla="*/ 27708 h 34045"/>
                    <a:gd name="connsiteX11" fmla="*/ 38135 w 57545"/>
                    <a:gd name="connsiteY11" fmla="*/ 28362 h 34045"/>
                    <a:gd name="connsiteX12" fmla="*/ 36773 w 57545"/>
                    <a:gd name="connsiteY12" fmla="*/ 28035 h 34045"/>
                    <a:gd name="connsiteX13" fmla="*/ 31382 w 57545"/>
                    <a:gd name="connsiteY13" fmla="*/ 25802 h 34045"/>
                    <a:gd name="connsiteX14" fmla="*/ 27734 w 57545"/>
                    <a:gd name="connsiteY14" fmla="*/ 24223 h 34045"/>
                    <a:gd name="connsiteX15" fmla="*/ 20273 w 57545"/>
                    <a:gd name="connsiteY15" fmla="*/ 20357 h 34045"/>
                    <a:gd name="connsiteX16" fmla="*/ 14066 w 57545"/>
                    <a:gd name="connsiteY16" fmla="*/ 15347 h 34045"/>
                    <a:gd name="connsiteX17" fmla="*/ 8784 w 57545"/>
                    <a:gd name="connsiteY17" fmla="*/ 9248 h 34045"/>
                    <a:gd name="connsiteX18" fmla="*/ 16952 w 57545"/>
                    <a:gd name="connsiteY18" fmla="*/ 9902 h 34045"/>
                    <a:gd name="connsiteX19" fmla="*/ 24358 w 57545"/>
                    <a:gd name="connsiteY19" fmla="*/ 9684 h 34045"/>
                    <a:gd name="connsiteX20" fmla="*/ 31055 w 57545"/>
                    <a:gd name="connsiteY20" fmla="*/ 8867 h 34045"/>
                    <a:gd name="connsiteX21" fmla="*/ 38406 w 57545"/>
                    <a:gd name="connsiteY21" fmla="*/ 5546 h 34045"/>
                    <a:gd name="connsiteX22" fmla="*/ 39005 w 57545"/>
                    <a:gd name="connsiteY22" fmla="*/ 46 h 34045"/>
                    <a:gd name="connsiteX23" fmla="*/ 35575 w 57545"/>
                    <a:gd name="connsiteY23" fmla="*/ 917 h 34045"/>
                    <a:gd name="connsiteX24" fmla="*/ 30184 w 57545"/>
                    <a:gd name="connsiteY24" fmla="*/ 3531 h 34045"/>
                    <a:gd name="connsiteX25" fmla="*/ 24085 w 57545"/>
                    <a:gd name="connsiteY25" fmla="*/ 4293 h 34045"/>
                    <a:gd name="connsiteX26" fmla="*/ 17333 w 57545"/>
                    <a:gd name="connsiteY26" fmla="*/ 4456 h 34045"/>
                    <a:gd name="connsiteX27" fmla="*/ 5734 w 57545"/>
                    <a:gd name="connsiteY27" fmla="*/ 3313 h 34045"/>
                    <a:gd name="connsiteX28" fmla="*/ 2194 w 57545"/>
                    <a:gd name="connsiteY28" fmla="*/ 2714 h 34045"/>
                    <a:gd name="connsiteX29" fmla="*/ 2140 w 57545"/>
                    <a:gd name="connsiteY29" fmla="*/ 2714 h 34045"/>
                    <a:gd name="connsiteX30" fmla="*/ 2140 w 57545"/>
                    <a:gd name="connsiteY30" fmla="*/ 2714 h 34045"/>
                    <a:gd name="connsiteX31" fmla="*/ 1051 w 57545"/>
                    <a:gd name="connsiteY31" fmla="*/ 2877 h 34045"/>
                    <a:gd name="connsiteX32" fmla="*/ 180 w 57545"/>
                    <a:gd name="connsiteY32" fmla="*/ 5328 h 34045"/>
                    <a:gd name="connsiteX33" fmla="*/ 10308 w 57545"/>
                    <a:gd name="connsiteY33" fmla="*/ 19268 h 34045"/>
                    <a:gd name="connsiteX34" fmla="*/ 17333 w 57545"/>
                    <a:gd name="connsiteY34" fmla="*/ 24986 h 34045"/>
                    <a:gd name="connsiteX35" fmla="*/ 25664 w 57545"/>
                    <a:gd name="connsiteY35" fmla="*/ 29342 h 34045"/>
                    <a:gd name="connsiteX36" fmla="*/ 35085 w 57545"/>
                    <a:gd name="connsiteY36" fmla="*/ 33317 h 34045"/>
                    <a:gd name="connsiteX37" fmla="*/ 37318 w 57545"/>
                    <a:gd name="connsiteY37" fmla="*/ 33862 h 34045"/>
                    <a:gd name="connsiteX38" fmla="*/ 45159 w 57545"/>
                    <a:gd name="connsiteY38" fmla="*/ 32772 h 34045"/>
                    <a:gd name="connsiteX39" fmla="*/ 53654 w 57545"/>
                    <a:gd name="connsiteY39" fmla="*/ 25748 h 34045"/>
                    <a:gd name="connsiteX40" fmla="*/ 56485 w 57545"/>
                    <a:gd name="connsiteY40" fmla="*/ 20302 h 34045"/>
                    <a:gd name="connsiteX41" fmla="*/ 57520 w 57545"/>
                    <a:gd name="connsiteY41" fmla="*/ 13223 h 34045"/>
                    <a:gd name="connsiteX42" fmla="*/ 55995 w 57545"/>
                    <a:gd name="connsiteY42" fmla="*/ 10446 h 34045"/>
                    <a:gd name="connsiteX43" fmla="*/ 55886 w 57545"/>
                    <a:gd name="connsiteY43" fmla="*/ 10392 h 34045"/>
                    <a:gd name="connsiteX44" fmla="*/ 52891 w 57545"/>
                    <a:gd name="connsiteY44" fmla="*/ 8486 h 34045"/>
                    <a:gd name="connsiteX45" fmla="*/ 50278 w 57545"/>
                    <a:gd name="connsiteY45" fmla="*/ 6689 h 34045"/>
                    <a:gd name="connsiteX46" fmla="*/ 46194 w 57545"/>
                    <a:gd name="connsiteY46" fmla="*/ 3966 h 34045"/>
                    <a:gd name="connsiteX47" fmla="*/ 40258 w 57545"/>
                    <a:gd name="connsiteY47" fmla="*/ 427 h 34045"/>
                    <a:gd name="connsiteX48" fmla="*/ 39005 w 57545"/>
                    <a:gd name="connsiteY48" fmla="*/ 46 h 34045"/>
                    <a:gd name="connsiteX49" fmla="*/ 39005 w 57545"/>
                    <a:gd name="connsiteY49" fmla="*/ 46 h 34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7545" h="34045">
                      <a:moveTo>
                        <a:pt x="38406" y="5546"/>
                      </a:moveTo>
                      <a:cubicBezTo>
                        <a:pt x="39604" y="6090"/>
                        <a:pt x="41129" y="7016"/>
                        <a:pt x="43253" y="8486"/>
                      </a:cubicBezTo>
                      <a:lnTo>
                        <a:pt x="47228" y="11100"/>
                      </a:lnTo>
                      <a:cubicBezTo>
                        <a:pt x="48099" y="11753"/>
                        <a:pt x="49025" y="12407"/>
                        <a:pt x="50005" y="13006"/>
                      </a:cubicBezTo>
                      <a:lnTo>
                        <a:pt x="50114" y="13060"/>
                      </a:lnTo>
                      <a:lnTo>
                        <a:pt x="50223" y="13115"/>
                      </a:lnTo>
                      <a:cubicBezTo>
                        <a:pt x="50767" y="13441"/>
                        <a:pt x="51366" y="13822"/>
                        <a:pt x="52074" y="14258"/>
                      </a:cubicBezTo>
                      <a:cubicBezTo>
                        <a:pt x="52020" y="15293"/>
                        <a:pt x="51802" y="16218"/>
                        <a:pt x="51475" y="17525"/>
                      </a:cubicBezTo>
                      <a:cubicBezTo>
                        <a:pt x="51366" y="17906"/>
                        <a:pt x="51312" y="18233"/>
                        <a:pt x="51203" y="18614"/>
                      </a:cubicBezTo>
                      <a:cubicBezTo>
                        <a:pt x="50604" y="20139"/>
                        <a:pt x="49951" y="21446"/>
                        <a:pt x="49134" y="22535"/>
                      </a:cubicBezTo>
                      <a:cubicBezTo>
                        <a:pt x="47609" y="24768"/>
                        <a:pt x="45486" y="26510"/>
                        <a:pt x="42872" y="27708"/>
                      </a:cubicBezTo>
                      <a:cubicBezTo>
                        <a:pt x="41347" y="28416"/>
                        <a:pt x="39768" y="28634"/>
                        <a:pt x="38135" y="28362"/>
                      </a:cubicBezTo>
                      <a:cubicBezTo>
                        <a:pt x="37644" y="28307"/>
                        <a:pt x="37209" y="28198"/>
                        <a:pt x="36773" y="28035"/>
                      </a:cubicBezTo>
                      <a:cubicBezTo>
                        <a:pt x="34976" y="27436"/>
                        <a:pt x="33125" y="26565"/>
                        <a:pt x="31382" y="25802"/>
                      </a:cubicBezTo>
                      <a:cubicBezTo>
                        <a:pt x="30129" y="25203"/>
                        <a:pt x="28877" y="24659"/>
                        <a:pt x="27734" y="24223"/>
                      </a:cubicBezTo>
                      <a:cubicBezTo>
                        <a:pt x="25174" y="23134"/>
                        <a:pt x="22669" y="21827"/>
                        <a:pt x="20273" y="20357"/>
                      </a:cubicBezTo>
                      <a:cubicBezTo>
                        <a:pt x="18095" y="18832"/>
                        <a:pt x="15971" y="17090"/>
                        <a:pt x="14066" y="15347"/>
                      </a:cubicBezTo>
                      <a:cubicBezTo>
                        <a:pt x="12051" y="13332"/>
                        <a:pt x="10308" y="11263"/>
                        <a:pt x="8784" y="9248"/>
                      </a:cubicBezTo>
                      <a:cubicBezTo>
                        <a:pt x="11996" y="9684"/>
                        <a:pt x="14556" y="9847"/>
                        <a:pt x="16952" y="9902"/>
                      </a:cubicBezTo>
                      <a:cubicBezTo>
                        <a:pt x="19511" y="10011"/>
                        <a:pt x="22016" y="9956"/>
                        <a:pt x="24358" y="9684"/>
                      </a:cubicBezTo>
                      <a:cubicBezTo>
                        <a:pt x="26699" y="9575"/>
                        <a:pt x="28986" y="9303"/>
                        <a:pt x="31055" y="8867"/>
                      </a:cubicBezTo>
                      <a:cubicBezTo>
                        <a:pt x="34050" y="8323"/>
                        <a:pt x="36446" y="6852"/>
                        <a:pt x="38406" y="5546"/>
                      </a:cubicBezTo>
                      <a:moveTo>
                        <a:pt x="39005" y="46"/>
                      </a:moveTo>
                      <a:cubicBezTo>
                        <a:pt x="37862" y="-118"/>
                        <a:pt x="36773" y="155"/>
                        <a:pt x="35575" y="917"/>
                      </a:cubicBezTo>
                      <a:cubicBezTo>
                        <a:pt x="33941" y="2006"/>
                        <a:pt x="32090" y="3150"/>
                        <a:pt x="30184" y="3531"/>
                      </a:cubicBezTo>
                      <a:cubicBezTo>
                        <a:pt x="28278" y="3966"/>
                        <a:pt x="26209" y="4184"/>
                        <a:pt x="24085" y="4293"/>
                      </a:cubicBezTo>
                      <a:cubicBezTo>
                        <a:pt x="21907" y="4511"/>
                        <a:pt x="19675" y="4565"/>
                        <a:pt x="17333" y="4456"/>
                      </a:cubicBezTo>
                      <a:cubicBezTo>
                        <a:pt x="13630" y="4402"/>
                        <a:pt x="9818" y="3966"/>
                        <a:pt x="5734" y="3313"/>
                      </a:cubicBezTo>
                      <a:cubicBezTo>
                        <a:pt x="4591" y="3150"/>
                        <a:pt x="3393" y="2932"/>
                        <a:pt x="2194" y="2714"/>
                      </a:cubicBezTo>
                      <a:lnTo>
                        <a:pt x="2140" y="2714"/>
                      </a:lnTo>
                      <a:cubicBezTo>
                        <a:pt x="2140" y="2714"/>
                        <a:pt x="2140" y="2714"/>
                        <a:pt x="2140" y="2714"/>
                      </a:cubicBezTo>
                      <a:cubicBezTo>
                        <a:pt x="1814" y="2659"/>
                        <a:pt x="1433" y="2714"/>
                        <a:pt x="1051" y="2877"/>
                      </a:cubicBezTo>
                      <a:cubicBezTo>
                        <a:pt x="125" y="3313"/>
                        <a:pt x="-256" y="4402"/>
                        <a:pt x="180" y="5328"/>
                      </a:cubicBezTo>
                      <a:cubicBezTo>
                        <a:pt x="2576" y="10501"/>
                        <a:pt x="6061" y="15020"/>
                        <a:pt x="10308" y="19268"/>
                      </a:cubicBezTo>
                      <a:cubicBezTo>
                        <a:pt x="12486" y="21283"/>
                        <a:pt x="14774" y="23189"/>
                        <a:pt x="17333" y="24986"/>
                      </a:cubicBezTo>
                      <a:cubicBezTo>
                        <a:pt x="19946" y="26619"/>
                        <a:pt x="22724" y="28089"/>
                        <a:pt x="25664" y="29342"/>
                      </a:cubicBezTo>
                      <a:cubicBezTo>
                        <a:pt x="28660" y="30540"/>
                        <a:pt x="31709" y="32174"/>
                        <a:pt x="35085" y="33317"/>
                      </a:cubicBezTo>
                      <a:cubicBezTo>
                        <a:pt x="35847" y="33589"/>
                        <a:pt x="36555" y="33753"/>
                        <a:pt x="37318" y="33862"/>
                      </a:cubicBezTo>
                      <a:cubicBezTo>
                        <a:pt x="39931" y="34297"/>
                        <a:pt x="42654" y="33970"/>
                        <a:pt x="45159" y="32772"/>
                      </a:cubicBezTo>
                      <a:cubicBezTo>
                        <a:pt x="48372" y="31302"/>
                        <a:pt x="51366" y="29015"/>
                        <a:pt x="53654" y="25748"/>
                      </a:cubicBezTo>
                      <a:cubicBezTo>
                        <a:pt x="54797" y="24223"/>
                        <a:pt x="55723" y="22317"/>
                        <a:pt x="56485" y="20302"/>
                      </a:cubicBezTo>
                      <a:cubicBezTo>
                        <a:pt x="57030" y="17906"/>
                        <a:pt x="57683" y="16055"/>
                        <a:pt x="57520" y="13223"/>
                      </a:cubicBezTo>
                      <a:cubicBezTo>
                        <a:pt x="57465" y="12134"/>
                        <a:pt x="56921" y="11100"/>
                        <a:pt x="55995" y="10446"/>
                      </a:cubicBezTo>
                      <a:lnTo>
                        <a:pt x="55886" y="10392"/>
                      </a:lnTo>
                      <a:cubicBezTo>
                        <a:pt x="54743" y="9630"/>
                        <a:pt x="53763" y="8976"/>
                        <a:pt x="52891" y="8486"/>
                      </a:cubicBezTo>
                      <a:cubicBezTo>
                        <a:pt x="51965" y="7887"/>
                        <a:pt x="51148" y="7343"/>
                        <a:pt x="50278" y="6689"/>
                      </a:cubicBezTo>
                      <a:lnTo>
                        <a:pt x="46194" y="3966"/>
                      </a:lnTo>
                      <a:cubicBezTo>
                        <a:pt x="43743" y="2278"/>
                        <a:pt x="41946" y="1189"/>
                        <a:pt x="40258" y="427"/>
                      </a:cubicBezTo>
                      <a:cubicBezTo>
                        <a:pt x="39877" y="263"/>
                        <a:pt x="39441" y="100"/>
                        <a:pt x="39005" y="46"/>
                      </a:cubicBezTo>
                      <a:lnTo>
                        <a:pt x="39005" y="46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8" name="Forme libre : forme 1447">
                  <a:extLst>
                    <a:ext uri="{FF2B5EF4-FFF2-40B4-BE49-F238E27FC236}">
                      <a16:creationId xmlns:a16="http://schemas.microsoft.com/office/drawing/2014/main" id="{FF7CF53C-B65D-4D1B-8E71-4CB66D616E42}"/>
                    </a:ext>
                  </a:extLst>
                </p:cNvPr>
                <p:cNvSpPr/>
                <p:nvPr/>
              </p:nvSpPr>
              <p:spPr>
                <a:xfrm>
                  <a:off x="8912887" y="5055305"/>
                  <a:ext cx="54427" cy="33420"/>
                </a:xfrm>
                <a:custGeom>
                  <a:avLst/>
                  <a:gdLst>
                    <a:gd name="connsiteX0" fmla="*/ 36791 w 54427"/>
                    <a:gd name="connsiteY0" fmla="*/ 5578 h 33420"/>
                    <a:gd name="connsiteX1" fmla="*/ 42944 w 54427"/>
                    <a:gd name="connsiteY1" fmla="*/ 8028 h 33420"/>
                    <a:gd name="connsiteX2" fmla="*/ 46048 w 54427"/>
                    <a:gd name="connsiteY2" fmla="*/ 10533 h 33420"/>
                    <a:gd name="connsiteX3" fmla="*/ 46919 w 54427"/>
                    <a:gd name="connsiteY3" fmla="*/ 11568 h 33420"/>
                    <a:gd name="connsiteX4" fmla="*/ 48879 w 54427"/>
                    <a:gd name="connsiteY4" fmla="*/ 14236 h 33420"/>
                    <a:gd name="connsiteX5" fmla="*/ 47790 w 54427"/>
                    <a:gd name="connsiteY5" fmla="*/ 16523 h 33420"/>
                    <a:gd name="connsiteX6" fmla="*/ 46429 w 54427"/>
                    <a:gd name="connsiteY6" fmla="*/ 19463 h 33420"/>
                    <a:gd name="connsiteX7" fmla="*/ 45993 w 54427"/>
                    <a:gd name="connsiteY7" fmla="*/ 20335 h 33420"/>
                    <a:gd name="connsiteX8" fmla="*/ 44305 w 54427"/>
                    <a:gd name="connsiteY8" fmla="*/ 23493 h 33420"/>
                    <a:gd name="connsiteX9" fmla="*/ 41038 w 54427"/>
                    <a:gd name="connsiteY9" fmla="*/ 27795 h 33420"/>
                    <a:gd name="connsiteX10" fmla="*/ 39676 w 54427"/>
                    <a:gd name="connsiteY10" fmla="*/ 28013 h 33420"/>
                    <a:gd name="connsiteX11" fmla="*/ 38424 w 54427"/>
                    <a:gd name="connsiteY11" fmla="*/ 27740 h 33420"/>
                    <a:gd name="connsiteX12" fmla="*/ 35211 w 54427"/>
                    <a:gd name="connsiteY12" fmla="*/ 27142 h 33420"/>
                    <a:gd name="connsiteX13" fmla="*/ 31291 w 54427"/>
                    <a:gd name="connsiteY13" fmla="*/ 26760 h 33420"/>
                    <a:gd name="connsiteX14" fmla="*/ 23885 w 54427"/>
                    <a:gd name="connsiteY14" fmla="*/ 26379 h 33420"/>
                    <a:gd name="connsiteX15" fmla="*/ 21924 w 54427"/>
                    <a:gd name="connsiteY15" fmla="*/ 26107 h 33420"/>
                    <a:gd name="connsiteX16" fmla="*/ 16697 w 54427"/>
                    <a:gd name="connsiteY16" fmla="*/ 25072 h 33420"/>
                    <a:gd name="connsiteX17" fmla="*/ 9672 w 54427"/>
                    <a:gd name="connsiteY17" fmla="*/ 22459 h 33420"/>
                    <a:gd name="connsiteX18" fmla="*/ 16533 w 54427"/>
                    <a:gd name="connsiteY18" fmla="*/ 18701 h 33420"/>
                    <a:gd name="connsiteX19" fmla="*/ 22088 w 54427"/>
                    <a:gd name="connsiteY19" fmla="*/ 14998 h 33420"/>
                    <a:gd name="connsiteX20" fmla="*/ 27316 w 54427"/>
                    <a:gd name="connsiteY20" fmla="*/ 11513 h 33420"/>
                    <a:gd name="connsiteX21" fmla="*/ 31726 w 54427"/>
                    <a:gd name="connsiteY21" fmla="*/ 7865 h 33420"/>
                    <a:gd name="connsiteX22" fmla="*/ 33415 w 54427"/>
                    <a:gd name="connsiteY22" fmla="*/ 6340 h 33420"/>
                    <a:gd name="connsiteX23" fmla="*/ 36300 w 54427"/>
                    <a:gd name="connsiteY23" fmla="*/ 5523 h 33420"/>
                    <a:gd name="connsiteX24" fmla="*/ 36791 w 54427"/>
                    <a:gd name="connsiteY24" fmla="*/ 5578 h 33420"/>
                    <a:gd name="connsiteX25" fmla="*/ 37607 w 54427"/>
                    <a:gd name="connsiteY25" fmla="*/ 187 h 33420"/>
                    <a:gd name="connsiteX26" fmla="*/ 36899 w 54427"/>
                    <a:gd name="connsiteY26" fmla="*/ 78 h 33420"/>
                    <a:gd name="connsiteX27" fmla="*/ 29820 w 54427"/>
                    <a:gd name="connsiteY27" fmla="*/ 2093 h 33420"/>
                    <a:gd name="connsiteX28" fmla="*/ 24266 w 54427"/>
                    <a:gd name="connsiteY28" fmla="*/ 6885 h 33420"/>
                    <a:gd name="connsiteX29" fmla="*/ 18930 w 54427"/>
                    <a:gd name="connsiteY29" fmla="*/ 10424 h 33420"/>
                    <a:gd name="connsiteX30" fmla="*/ 13648 w 54427"/>
                    <a:gd name="connsiteY30" fmla="*/ 13964 h 33420"/>
                    <a:gd name="connsiteX31" fmla="*/ 1450 w 54427"/>
                    <a:gd name="connsiteY31" fmla="*/ 19572 h 33420"/>
                    <a:gd name="connsiteX32" fmla="*/ 1341 w 54427"/>
                    <a:gd name="connsiteY32" fmla="*/ 19627 h 33420"/>
                    <a:gd name="connsiteX33" fmla="*/ 524 w 54427"/>
                    <a:gd name="connsiteY33" fmla="*/ 20117 h 33420"/>
                    <a:gd name="connsiteX34" fmla="*/ 579 w 54427"/>
                    <a:gd name="connsiteY34" fmla="*/ 22731 h 33420"/>
                    <a:gd name="connsiteX35" fmla="*/ 15227 w 54427"/>
                    <a:gd name="connsiteY35" fmla="*/ 30245 h 33420"/>
                    <a:gd name="connsiteX36" fmla="*/ 21054 w 54427"/>
                    <a:gd name="connsiteY36" fmla="*/ 31389 h 33420"/>
                    <a:gd name="connsiteX37" fmla="*/ 23286 w 54427"/>
                    <a:gd name="connsiteY37" fmla="*/ 31715 h 33420"/>
                    <a:gd name="connsiteX38" fmla="*/ 31073 w 54427"/>
                    <a:gd name="connsiteY38" fmla="*/ 32097 h 33420"/>
                    <a:gd name="connsiteX39" fmla="*/ 34285 w 54427"/>
                    <a:gd name="connsiteY39" fmla="*/ 32423 h 33420"/>
                    <a:gd name="connsiteX40" fmla="*/ 38533 w 54427"/>
                    <a:gd name="connsiteY40" fmla="*/ 33240 h 33420"/>
                    <a:gd name="connsiteX41" fmla="*/ 38696 w 54427"/>
                    <a:gd name="connsiteY41" fmla="*/ 33295 h 33420"/>
                    <a:gd name="connsiteX42" fmla="*/ 44468 w 54427"/>
                    <a:gd name="connsiteY42" fmla="*/ 31879 h 33420"/>
                    <a:gd name="connsiteX43" fmla="*/ 48988 w 54427"/>
                    <a:gd name="connsiteY43" fmla="*/ 26052 h 33420"/>
                    <a:gd name="connsiteX44" fmla="*/ 51275 w 54427"/>
                    <a:gd name="connsiteY44" fmla="*/ 21751 h 33420"/>
                    <a:gd name="connsiteX45" fmla="*/ 52582 w 54427"/>
                    <a:gd name="connsiteY45" fmla="*/ 18919 h 33420"/>
                    <a:gd name="connsiteX46" fmla="*/ 54052 w 54427"/>
                    <a:gd name="connsiteY46" fmla="*/ 15815 h 33420"/>
                    <a:gd name="connsiteX47" fmla="*/ 54107 w 54427"/>
                    <a:gd name="connsiteY47" fmla="*/ 15706 h 33420"/>
                    <a:gd name="connsiteX48" fmla="*/ 54052 w 54427"/>
                    <a:gd name="connsiteY48" fmla="*/ 12548 h 33420"/>
                    <a:gd name="connsiteX49" fmla="*/ 50077 w 54427"/>
                    <a:gd name="connsiteY49" fmla="*/ 6885 h 33420"/>
                    <a:gd name="connsiteX50" fmla="*/ 45667 w 54427"/>
                    <a:gd name="connsiteY50" fmla="*/ 3345 h 33420"/>
                    <a:gd name="connsiteX51" fmla="*/ 37607 w 54427"/>
                    <a:gd name="connsiteY51" fmla="*/ 187 h 33420"/>
                    <a:gd name="connsiteX52" fmla="*/ 37607 w 54427"/>
                    <a:gd name="connsiteY52" fmla="*/ 187 h 33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54427" h="33420">
                      <a:moveTo>
                        <a:pt x="36791" y="5578"/>
                      </a:moveTo>
                      <a:cubicBezTo>
                        <a:pt x="38968" y="5904"/>
                        <a:pt x="40875" y="6667"/>
                        <a:pt x="42944" y="8028"/>
                      </a:cubicBezTo>
                      <a:cubicBezTo>
                        <a:pt x="43869" y="8573"/>
                        <a:pt x="44904" y="9390"/>
                        <a:pt x="46048" y="10533"/>
                      </a:cubicBezTo>
                      <a:cubicBezTo>
                        <a:pt x="46320" y="10914"/>
                        <a:pt x="46647" y="11241"/>
                        <a:pt x="46919" y="11568"/>
                      </a:cubicBezTo>
                      <a:cubicBezTo>
                        <a:pt x="47682" y="12548"/>
                        <a:pt x="48335" y="13256"/>
                        <a:pt x="48879" y="14236"/>
                      </a:cubicBezTo>
                      <a:cubicBezTo>
                        <a:pt x="48552" y="15053"/>
                        <a:pt x="48171" y="15761"/>
                        <a:pt x="47790" y="16523"/>
                      </a:cubicBezTo>
                      <a:cubicBezTo>
                        <a:pt x="47300" y="17503"/>
                        <a:pt x="46865" y="18483"/>
                        <a:pt x="46429" y="19463"/>
                      </a:cubicBezTo>
                      <a:lnTo>
                        <a:pt x="45993" y="20335"/>
                      </a:lnTo>
                      <a:cubicBezTo>
                        <a:pt x="45449" y="21424"/>
                        <a:pt x="44959" y="22404"/>
                        <a:pt x="44305" y="23493"/>
                      </a:cubicBezTo>
                      <a:cubicBezTo>
                        <a:pt x="43216" y="25453"/>
                        <a:pt x="42182" y="26815"/>
                        <a:pt x="41038" y="27795"/>
                      </a:cubicBezTo>
                      <a:cubicBezTo>
                        <a:pt x="40875" y="27958"/>
                        <a:pt x="40602" y="28176"/>
                        <a:pt x="39676" y="28013"/>
                      </a:cubicBezTo>
                      <a:lnTo>
                        <a:pt x="38424" y="27740"/>
                      </a:lnTo>
                      <a:cubicBezTo>
                        <a:pt x="37390" y="27523"/>
                        <a:pt x="36300" y="27305"/>
                        <a:pt x="35211" y="27142"/>
                      </a:cubicBezTo>
                      <a:cubicBezTo>
                        <a:pt x="33741" y="26924"/>
                        <a:pt x="32434" y="26760"/>
                        <a:pt x="31291" y="26760"/>
                      </a:cubicBezTo>
                      <a:cubicBezTo>
                        <a:pt x="28350" y="26651"/>
                        <a:pt x="26063" y="26543"/>
                        <a:pt x="23885" y="26379"/>
                      </a:cubicBezTo>
                      <a:cubicBezTo>
                        <a:pt x="23232" y="26270"/>
                        <a:pt x="22578" y="26216"/>
                        <a:pt x="21924" y="26107"/>
                      </a:cubicBezTo>
                      <a:cubicBezTo>
                        <a:pt x="19964" y="25780"/>
                        <a:pt x="18222" y="25453"/>
                        <a:pt x="16697" y="25072"/>
                      </a:cubicBezTo>
                      <a:cubicBezTo>
                        <a:pt x="13974" y="24310"/>
                        <a:pt x="11633" y="23439"/>
                        <a:pt x="9672" y="22459"/>
                      </a:cubicBezTo>
                      <a:cubicBezTo>
                        <a:pt x="12014" y="21424"/>
                        <a:pt x="14247" y="20171"/>
                        <a:pt x="16533" y="18701"/>
                      </a:cubicBezTo>
                      <a:cubicBezTo>
                        <a:pt x="18276" y="17667"/>
                        <a:pt x="20073" y="16468"/>
                        <a:pt x="22088" y="14998"/>
                      </a:cubicBezTo>
                      <a:cubicBezTo>
                        <a:pt x="23885" y="13855"/>
                        <a:pt x="25627" y="12657"/>
                        <a:pt x="27316" y="11513"/>
                      </a:cubicBezTo>
                      <a:cubicBezTo>
                        <a:pt x="28949" y="10424"/>
                        <a:pt x="30365" y="9117"/>
                        <a:pt x="31726" y="7865"/>
                      </a:cubicBezTo>
                      <a:cubicBezTo>
                        <a:pt x="32271" y="7320"/>
                        <a:pt x="32870" y="6830"/>
                        <a:pt x="33415" y="6340"/>
                      </a:cubicBezTo>
                      <a:cubicBezTo>
                        <a:pt x="34231" y="5632"/>
                        <a:pt x="35157" y="5360"/>
                        <a:pt x="36300" y="5523"/>
                      </a:cubicBezTo>
                      <a:lnTo>
                        <a:pt x="36791" y="5578"/>
                      </a:lnTo>
                      <a:moveTo>
                        <a:pt x="37607" y="187"/>
                      </a:moveTo>
                      <a:cubicBezTo>
                        <a:pt x="37390" y="132"/>
                        <a:pt x="37117" y="132"/>
                        <a:pt x="36899" y="78"/>
                      </a:cubicBezTo>
                      <a:cubicBezTo>
                        <a:pt x="34123" y="-249"/>
                        <a:pt x="31781" y="459"/>
                        <a:pt x="29820" y="2093"/>
                      </a:cubicBezTo>
                      <a:cubicBezTo>
                        <a:pt x="27860" y="3781"/>
                        <a:pt x="26117" y="5687"/>
                        <a:pt x="24266" y="6885"/>
                      </a:cubicBezTo>
                      <a:cubicBezTo>
                        <a:pt x="22469" y="8137"/>
                        <a:pt x="20672" y="9335"/>
                        <a:pt x="18930" y="10424"/>
                      </a:cubicBezTo>
                      <a:cubicBezTo>
                        <a:pt x="17187" y="11676"/>
                        <a:pt x="15445" y="12875"/>
                        <a:pt x="13648" y="13964"/>
                      </a:cubicBezTo>
                      <a:cubicBezTo>
                        <a:pt x="10054" y="16305"/>
                        <a:pt x="6242" y="18211"/>
                        <a:pt x="1450" y="19572"/>
                      </a:cubicBezTo>
                      <a:lnTo>
                        <a:pt x="1341" y="19627"/>
                      </a:lnTo>
                      <a:cubicBezTo>
                        <a:pt x="1014" y="19736"/>
                        <a:pt x="742" y="19899"/>
                        <a:pt x="524" y="20117"/>
                      </a:cubicBezTo>
                      <a:cubicBezTo>
                        <a:pt x="-184" y="20879"/>
                        <a:pt x="-184" y="22023"/>
                        <a:pt x="579" y="22731"/>
                      </a:cubicBezTo>
                      <a:cubicBezTo>
                        <a:pt x="4499" y="26543"/>
                        <a:pt x="9836" y="28775"/>
                        <a:pt x="15227" y="30245"/>
                      </a:cubicBezTo>
                      <a:cubicBezTo>
                        <a:pt x="17187" y="30735"/>
                        <a:pt x="19093" y="31062"/>
                        <a:pt x="21054" y="31389"/>
                      </a:cubicBezTo>
                      <a:cubicBezTo>
                        <a:pt x="21816" y="31498"/>
                        <a:pt x="22578" y="31607"/>
                        <a:pt x="23286" y="31715"/>
                      </a:cubicBezTo>
                      <a:cubicBezTo>
                        <a:pt x="25954" y="31933"/>
                        <a:pt x="28568" y="32042"/>
                        <a:pt x="31073" y="32097"/>
                      </a:cubicBezTo>
                      <a:cubicBezTo>
                        <a:pt x="32108" y="32097"/>
                        <a:pt x="33197" y="32206"/>
                        <a:pt x="34285" y="32423"/>
                      </a:cubicBezTo>
                      <a:cubicBezTo>
                        <a:pt x="35756" y="32641"/>
                        <a:pt x="37172" y="32968"/>
                        <a:pt x="38533" y="33240"/>
                      </a:cubicBezTo>
                      <a:cubicBezTo>
                        <a:pt x="38587" y="33240"/>
                        <a:pt x="38642" y="33240"/>
                        <a:pt x="38696" y="33295"/>
                      </a:cubicBezTo>
                      <a:cubicBezTo>
                        <a:pt x="40983" y="33676"/>
                        <a:pt x="42890" y="33186"/>
                        <a:pt x="44468" y="31879"/>
                      </a:cubicBezTo>
                      <a:cubicBezTo>
                        <a:pt x="46102" y="30463"/>
                        <a:pt x="47518" y="28666"/>
                        <a:pt x="48988" y="26052"/>
                      </a:cubicBezTo>
                      <a:cubicBezTo>
                        <a:pt x="49751" y="24855"/>
                        <a:pt x="50459" y="23330"/>
                        <a:pt x="51275" y="21751"/>
                      </a:cubicBezTo>
                      <a:cubicBezTo>
                        <a:pt x="51657" y="20825"/>
                        <a:pt x="52092" y="19899"/>
                        <a:pt x="52582" y="18919"/>
                      </a:cubicBezTo>
                      <a:cubicBezTo>
                        <a:pt x="53018" y="18102"/>
                        <a:pt x="53508" y="17013"/>
                        <a:pt x="54052" y="15815"/>
                      </a:cubicBezTo>
                      <a:lnTo>
                        <a:pt x="54107" y="15706"/>
                      </a:lnTo>
                      <a:cubicBezTo>
                        <a:pt x="54543" y="14726"/>
                        <a:pt x="54543" y="13583"/>
                        <a:pt x="54052" y="12548"/>
                      </a:cubicBezTo>
                      <a:cubicBezTo>
                        <a:pt x="52854" y="10043"/>
                        <a:pt x="51548" y="8791"/>
                        <a:pt x="50077" y="6885"/>
                      </a:cubicBezTo>
                      <a:cubicBezTo>
                        <a:pt x="48661" y="5469"/>
                        <a:pt x="47136" y="4216"/>
                        <a:pt x="45667" y="3345"/>
                      </a:cubicBezTo>
                      <a:cubicBezTo>
                        <a:pt x="42890" y="1494"/>
                        <a:pt x="40167" y="623"/>
                        <a:pt x="37607" y="187"/>
                      </a:cubicBezTo>
                      <a:lnTo>
                        <a:pt x="37607" y="187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9" name="Forme libre : forme 1448">
                  <a:extLst>
                    <a:ext uri="{FF2B5EF4-FFF2-40B4-BE49-F238E27FC236}">
                      <a16:creationId xmlns:a16="http://schemas.microsoft.com/office/drawing/2014/main" id="{00D2DADF-5109-44F8-BD11-E28B8584282C}"/>
                    </a:ext>
                  </a:extLst>
                </p:cNvPr>
                <p:cNvSpPr/>
                <p:nvPr/>
              </p:nvSpPr>
              <p:spPr>
                <a:xfrm>
                  <a:off x="8891010" y="5015305"/>
                  <a:ext cx="39156" cy="45003"/>
                </a:xfrm>
                <a:custGeom>
                  <a:avLst/>
                  <a:gdLst>
                    <a:gd name="connsiteX0" fmla="*/ 27357 w 39156"/>
                    <a:gd name="connsiteY0" fmla="*/ 5554 h 45003"/>
                    <a:gd name="connsiteX1" fmla="*/ 28991 w 39156"/>
                    <a:gd name="connsiteY1" fmla="*/ 5936 h 45003"/>
                    <a:gd name="connsiteX2" fmla="*/ 29100 w 39156"/>
                    <a:gd name="connsiteY2" fmla="*/ 5990 h 45003"/>
                    <a:gd name="connsiteX3" fmla="*/ 32312 w 39156"/>
                    <a:gd name="connsiteY3" fmla="*/ 7787 h 45003"/>
                    <a:gd name="connsiteX4" fmla="*/ 32204 w 39156"/>
                    <a:gd name="connsiteY4" fmla="*/ 14812 h 45003"/>
                    <a:gd name="connsiteX5" fmla="*/ 32857 w 39156"/>
                    <a:gd name="connsiteY5" fmla="*/ 18896 h 45003"/>
                    <a:gd name="connsiteX6" fmla="*/ 33020 w 39156"/>
                    <a:gd name="connsiteY6" fmla="*/ 19767 h 45003"/>
                    <a:gd name="connsiteX7" fmla="*/ 33728 w 39156"/>
                    <a:gd name="connsiteY7" fmla="*/ 23361 h 45003"/>
                    <a:gd name="connsiteX8" fmla="*/ 33402 w 39156"/>
                    <a:gd name="connsiteY8" fmla="*/ 23524 h 45003"/>
                    <a:gd name="connsiteX9" fmla="*/ 32095 w 39156"/>
                    <a:gd name="connsiteY9" fmla="*/ 24178 h 45003"/>
                    <a:gd name="connsiteX10" fmla="*/ 26322 w 39156"/>
                    <a:gd name="connsiteY10" fmla="*/ 27554 h 45003"/>
                    <a:gd name="connsiteX11" fmla="*/ 20551 w 39156"/>
                    <a:gd name="connsiteY11" fmla="*/ 31747 h 45003"/>
                    <a:gd name="connsiteX12" fmla="*/ 14506 w 39156"/>
                    <a:gd name="connsiteY12" fmla="*/ 35232 h 45003"/>
                    <a:gd name="connsiteX13" fmla="*/ 7645 w 39156"/>
                    <a:gd name="connsiteY13" fmla="*/ 38118 h 45003"/>
                    <a:gd name="connsiteX14" fmla="*/ 9877 w 39156"/>
                    <a:gd name="connsiteY14" fmla="*/ 30875 h 45003"/>
                    <a:gd name="connsiteX15" fmla="*/ 11620 w 39156"/>
                    <a:gd name="connsiteY15" fmla="*/ 24395 h 45003"/>
                    <a:gd name="connsiteX16" fmla="*/ 13417 w 39156"/>
                    <a:gd name="connsiteY16" fmla="*/ 18351 h 45003"/>
                    <a:gd name="connsiteX17" fmla="*/ 14560 w 39156"/>
                    <a:gd name="connsiteY17" fmla="*/ 12579 h 45003"/>
                    <a:gd name="connsiteX18" fmla="*/ 14833 w 39156"/>
                    <a:gd name="connsiteY18" fmla="*/ 10673 h 45003"/>
                    <a:gd name="connsiteX19" fmla="*/ 17120 w 39156"/>
                    <a:gd name="connsiteY19" fmla="*/ 7732 h 45003"/>
                    <a:gd name="connsiteX20" fmla="*/ 24961 w 39156"/>
                    <a:gd name="connsiteY20" fmla="*/ 5391 h 45003"/>
                    <a:gd name="connsiteX21" fmla="*/ 27357 w 39156"/>
                    <a:gd name="connsiteY21" fmla="*/ 5554 h 45003"/>
                    <a:gd name="connsiteX22" fmla="*/ 28174 w 39156"/>
                    <a:gd name="connsiteY22" fmla="*/ 218 h 45003"/>
                    <a:gd name="connsiteX23" fmla="*/ 24580 w 39156"/>
                    <a:gd name="connsiteY23" fmla="*/ 55 h 45003"/>
                    <a:gd name="connsiteX24" fmla="*/ 14288 w 39156"/>
                    <a:gd name="connsiteY24" fmla="*/ 3213 h 45003"/>
                    <a:gd name="connsiteX25" fmla="*/ 9496 w 39156"/>
                    <a:gd name="connsiteY25" fmla="*/ 9693 h 45003"/>
                    <a:gd name="connsiteX26" fmla="*/ 8244 w 39156"/>
                    <a:gd name="connsiteY26" fmla="*/ 16826 h 45003"/>
                    <a:gd name="connsiteX27" fmla="*/ 6338 w 39156"/>
                    <a:gd name="connsiteY27" fmla="*/ 23088 h 45003"/>
                    <a:gd name="connsiteX28" fmla="*/ 4650 w 39156"/>
                    <a:gd name="connsiteY28" fmla="*/ 29405 h 45003"/>
                    <a:gd name="connsiteX29" fmla="*/ 185 w 39156"/>
                    <a:gd name="connsiteY29" fmla="*/ 42365 h 45003"/>
                    <a:gd name="connsiteX30" fmla="*/ 130 w 39156"/>
                    <a:gd name="connsiteY30" fmla="*/ 42420 h 45003"/>
                    <a:gd name="connsiteX31" fmla="*/ 21 w 39156"/>
                    <a:gd name="connsiteY31" fmla="*/ 43345 h 45003"/>
                    <a:gd name="connsiteX32" fmla="*/ 1600 w 39156"/>
                    <a:gd name="connsiteY32" fmla="*/ 44979 h 45003"/>
                    <a:gd name="connsiteX33" fmla="*/ 2091 w 39156"/>
                    <a:gd name="connsiteY33" fmla="*/ 44979 h 45003"/>
                    <a:gd name="connsiteX34" fmla="*/ 16956 w 39156"/>
                    <a:gd name="connsiteY34" fmla="*/ 40132 h 45003"/>
                    <a:gd name="connsiteX35" fmla="*/ 23600 w 39156"/>
                    <a:gd name="connsiteY35" fmla="*/ 36266 h 45003"/>
                    <a:gd name="connsiteX36" fmla="*/ 29535 w 39156"/>
                    <a:gd name="connsiteY36" fmla="*/ 31964 h 45003"/>
                    <a:gd name="connsiteX37" fmla="*/ 35906 w 39156"/>
                    <a:gd name="connsiteY37" fmla="*/ 28371 h 45003"/>
                    <a:gd name="connsiteX38" fmla="*/ 39119 w 39156"/>
                    <a:gd name="connsiteY38" fmla="*/ 24395 h 45003"/>
                    <a:gd name="connsiteX39" fmla="*/ 38303 w 39156"/>
                    <a:gd name="connsiteY39" fmla="*/ 18460 h 45003"/>
                    <a:gd name="connsiteX40" fmla="*/ 37595 w 39156"/>
                    <a:gd name="connsiteY40" fmla="*/ 14158 h 45003"/>
                    <a:gd name="connsiteX41" fmla="*/ 37703 w 39156"/>
                    <a:gd name="connsiteY41" fmla="*/ 7896 h 45003"/>
                    <a:gd name="connsiteX42" fmla="*/ 37757 w 39156"/>
                    <a:gd name="connsiteY42" fmla="*/ 7460 h 45003"/>
                    <a:gd name="connsiteX43" fmla="*/ 36887 w 39156"/>
                    <a:gd name="connsiteY43" fmla="*/ 4737 h 45003"/>
                    <a:gd name="connsiteX44" fmla="*/ 30896 w 39156"/>
                    <a:gd name="connsiteY44" fmla="*/ 817 h 45003"/>
                    <a:gd name="connsiteX45" fmla="*/ 28174 w 39156"/>
                    <a:gd name="connsiteY45" fmla="*/ 218 h 45003"/>
                    <a:gd name="connsiteX46" fmla="*/ 28174 w 39156"/>
                    <a:gd name="connsiteY46" fmla="*/ 218 h 45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39156" h="45003">
                      <a:moveTo>
                        <a:pt x="27357" y="5554"/>
                      </a:moveTo>
                      <a:cubicBezTo>
                        <a:pt x="27902" y="5663"/>
                        <a:pt x="28446" y="5772"/>
                        <a:pt x="28991" y="5936"/>
                      </a:cubicBezTo>
                      <a:lnTo>
                        <a:pt x="29100" y="5990"/>
                      </a:lnTo>
                      <a:cubicBezTo>
                        <a:pt x="30679" y="6698"/>
                        <a:pt x="31550" y="7133"/>
                        <a:pt x="32312" y="7787"/>
                      </a:cubicBezTo>
                      <a:cubicBezTo>
                        <a:pt x="32040" y="10346"/>
                        <a:pt x="31877" y="12252"/>
                        <a:pt x="32204" y="14812"/>
                      </a:cubicBezTo>
                      <a:cubicBezTo>
                        <a:pt x="32367" y="16391"/>
                        <a:pt x="32639" y="17807"/>
                        <a:pt x="32857" y="18896"/>
                      </a:cubicBezTo>
                      <a:lnTo>
                        <a:pt x="33020" y="19767"/>
                      </a:lnTo>
                      <a:cubicBezTo>
                        <a:pt x="33402" y="21346"/>
                        <a:pt x="33673" y="22489"/>
                        <a:pt x="33728" y="23361"/>
                      </a:cubicBezTo>
                      <a:cubicBezTo>
                        <a:pt x="33619" y="23415"/>
                        <a:pt x="33565" y="23470"/>
                        <a:pt x="33402" y="23524"/>
                      </a:cubicBezTo>
                      <a:lnTo>
                        <a:pt x="32095" y="24178"/>
                      </a:lnTo>
                      <a:cubicBezTo>
                        <a:pt x="30243" y="25103"/>
                        <a:pt x="28120" y="26192"/>
                        <a:pt x="26322" y="27554"/>
                      </a:cubicBezTo>
                      <a:lnTo>
                        <a:pt x="20551" y="31747"/>
                      </a:lnTo>
                      <a:cubicBezTo>
                        <a:pt x="18263" y="33163"/>
                        <a:pt x="16249" y="34306"/>
                        <a:pt x="14506" y="35232"/>
                      </a:cubicBezTo>
                      <a:cubicBezTo>
                        <a:pt x="12001" y="36484"/>
                        <a:pt x="9714" y="37464"/>
                        <a:pt x="7645" y="38118"/>
                      </a:cubicBezTo>
                      <a:cubicBezTo>
                        <a:pt x="8516" y="35613"/>
                        <a:pt x="9278" y="33217"/>
                        <a:pt x="9877" y="30875"/>
                      </a:cubicBezTo>
                      <a:cubicBezTo>
                        <a:pt x="10476" y="28915"/>
                        <a:pt x="11021" y="26900"/>
                        <a:pt x="11620" y="24395"/>
                      </a:cubicBezTo>
                      <a:lnTo>
                        <a:pt x="13417" y="18351"/>
                      </a:lnTo>
                      <a:cubicBezTo>
                        <a:pt x="14016" y="16445"/>
                        <a:pt x="14288" y="14485"/>
                        <a:pt x="14560" y="12579"/>
                      </a:cubicBezTo>
                      <a:cubicBezTo>
                        <a:pt x="14669" y="11871"/>
                        <a:pt x="14724" y="11163"/>
                        <a:pt x="14833" y="10673"/>
                      </a:cubicBezTo>
                      <a:cubicBezTo>
                        <a:pt x="14996" y="9911"/>
                        <a:pt x="15377" y="8767"/>
                        <a:pt x="17120" y="7732"/>
                      </a:cubicBezTo>
                      <a:cubicBezTo>
                        <a:pt x="19570" y="6262"/>
                        <a:pt x="22129" y="5445"/>
                        <a:pt x="24961" y="5391"/>
                      </a:cubicBezTo>
                      <a:cubicBezTo>
                        <a:pt x="25669" y="5391"/>
                        <a:pt x="26486" y="5445"/>
                        <a:pt x="27357" y="5554"/>
                      </a:cubicBezTo>
                      <a:moveTo>
                        <a:pt x="28174" y="218"/>
                      </a:moveTo>
                      <a:cubicBezTo>
                        <a:pt x="26921" y="0"/>
                        <a:pt x="25723" y="-55"/>
                        <a:pt x="24580" y="55"/>
                      </a:cubicBezTo>
                      <a:cubicBezTo>
                        <a:pt x="20442" y="164"/>
                        <a:pt x="16956" y="1579"/>
                        <a:pt x="14288" y="3213"/>
                      </a:cubicBezTo>
                      <a:cubicBezTo>
                        <a:pt x="11566" y="4901"/>
                        <a:pt x="10041" y="7133"/>
                        <a:pt x="9496" y="9693"/>
                      </a:cubicBezTo>
                      <a:cubicBezTo>
                        <a:pt x="9115" y="12143"/>
                        <a:pt x="8952" y="14703"/>
                        <a:pt x="8244" y="16826"/>
                      </a:cubicBezTo>
                      <a:lnTo>
                        <a:pt x="6338" y="23088"/>
                      </a:lnTo>
                      <a:cubicBezTo>
                        <a:pt x="5848" y="25212"/>
                        <a:pt x="5303" y="27336"/>
                        <a:pt x="4650" y="29405"/>
                      </a:cubicBezTo>
                      <a:cubicBezTo>
                        <a:pt x="3561" y="33707"/>
                        <a:pt x="2091" y="37791"/>
                        <a:pt x="185" y="42365"/>
                      </a:cubicBezTo>
                      <a:lnTo>
                        <a:pt x="130" y="42420"/>
                      </a:lnTo>
                      <a:cubicBezTo>
                        <a:pt x="21" y="42692"/>
                        <a:pt x="-33" y="43019"/>
                        <a:pt x="21" y="43345"/>
                      </a:cubicBezTo>
                      <a:cubicBezTo>
                        <a:pt x="130" y="44216"/>
                        <a:pt x="784" y="44870"/>
                        <a:pt x="1600" y="44979"/>
                      </a:cubicBezTo>
                      <a:cubicBezTo>
                        <a:pt x="1764" y="44979"/>
                        <a:pt x="1927" y="45033"/>
                        <a:pt x="2091" y="44979"/>
                      </a:cubicBezTo>
                      <a:cubicBezTo>
                        <a:pt x="7318" y="44434"/>
                        <a:pt x="12273" y="42474"/>
                        <a:pt x="16956" y="40132"/>
                      </a:cubicBezTo>
                      <a:cubicBezTo>
                        <a:pt x="19244" y="38935"/>
                        <a:pt x="21476" y="37573"/>
                        <a:pt x="23600" y="36266"/>
                      </a:cubicBezTo>
                      <a:lnTo>
                        <a:pt x="29535" y="31964"/>
                      </a:lnTo>
                      <a:cubicBezTo>
                        <a:pt x="31387" y="30494"/>
                        <a:pt x="33782" y="29460"/>
                        <a:pt x="35906" y="28371"/>
                      </a:cubicBezTo>
                      <a:cubicBezTo>
                        <a:pt x="37921" y="27336"/>
                        <a:pt x="38956" y="26084"/>
                        <a:pt x="39119" y="24395"/>
                      </a:cubicBezTo>
                      <a:cubicBezTo>
                        <a:pt x="39282" y="22707"/>
                        <a:pt x="38901" y="20965"/>
                        <a:pt x="38303" y="18460"/>
                      </a:cubicBezTo>
                      <a:cubicBezTo>
                        <a:pt x="38085" y="17262"/>
                        <a:pt x="37703" y="15792"/>
                        <a:pt x="37595" y="14158"/>
                      </a:cubicBezTo>
                      <a:cubicBezTo>
                        <a:pt x="37268" y="12089"/>
                        <a:pt x="37431" y="10619"/>
                        <a:pt x="37703" y="7896"/>
                      </a:cubicBezTo>
                      <a:lnTo>
                        <a:pt x="37757" y="7460"/>
                      </a:lnTo>
                      <a:cubicBezTo>
                        <a:pt x="37867" y="6480"/>
                        <a:pt x="37595" y="5500"/>
                        <a:pt x="36887" y="4737"/>
                      </a:cubicBezTo>
                      <a:cubicBezTo>
                        <a:pt x="35089" y="2668"/>
                        <a:pt x="33129" y="1852"/>
                        <a:pt x="30896" y="817"/>
                      </a:cubicBezTo>
                      <a:cubicBezTo>
                        <a:pt x="30025" y="545"/>
                        <a:pt x="29100" y="327"/>
                        <a:pt x="28174" y="218"/>
                      </a:cubicBezTo>
                      <a:lnTo>
                        <a:pt x="28174" y="218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450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754126" y="4924800"/>
                <a:ext cx="213188" cy="240374"/>
                <a:chOff x="8754126" y="4924800"/>
                <a:chExt cx="213188" cy="240374"/>
              </a:xfrm>
              <a:noFill/>
            </p:grpSpPr>
            <p:sp>
              <p:nvSpPr>
                <p:cNvPr id="1451" name="Forme libre : forme 1450">
                  <a:extLst>
                    <a:ext uri="{FF2B5EF4-FFF2-40B4-BE49-F238E27FC236}">
                      <a16:creationId xmlns:a16="http://schemas.microsoft.com/office/drawing/2014/main" id="{B44E7B15-AF83-456B-8F77-5690B9C5BA07}"/>
                    </a:ext>
                  </a:extLst>
                </p:cNvPr>
                <p:cNvSpPr/>
                <p:nvPr/>
              </p:nvSpPr>
              <p:spPr>
                <a:xfrm>
                  <a:off x="8865186" y="4972396"/>
                  <a:ext cx="34294" cy="92195"/>
                </a:xfrm>
                <a:custGeom>
                  <a:avLst/>
                  <a:gdLst>
                    <a:gd name="connsiteX0" fmla="*/ 13594 w 34294"/>
                    <a:gd name="connsiteY0" fmla="*/ 91536 h 92195"/>
                    <a:gd name="connsiteX1" fmla="*/ 3356 w 34294"/>
                    <a:gd name="connsiteY1" fmla="*/ 68502 h 92195"/>
                    <a:gd name="connsiteX2" fmla="*/ 1232 w 34294"/>
                    <a:gd name="connsiteY2" fmla="*/ 55923 h 92195"/>
                    <a:gd name="connsiteX3" fmla="*/ 743 w 34294"/>
                    <a:gd name="connsiteY3" fmla="*/ 43344 h 92195"/>
                    <a:gd name="connsiteX4" fmla="*/ 35 w 34294"/>
                    <a:gd name="connsiteY4" fmla="*/ 30928 h 92195"/>
                    <a:gd name="connsiteX5" fmla="*/ 2376 w 34294"/>
                    <a:gd name="connsiteY5" fmla="*/ 19602 h 92195"/>
                    <a:gd name="connsiteX6" fmla="*/ 9346 w 34294"/>
                    <a:gd name="connsiteY6" fmla="*/ 9746 h 92195"/>
                    <a:gd name="connsiteX7" fmla="*/ 20890 w 34294"/>
                    <a:gd name="connsiteY7" fmla="*/ 380 h 92195"/>
                    <a:gd name="connsiteX8" fmla="*/ 20945 w 34294"/>
                    <a:gd name="connsiteY8" fmla="*/ 380 h 92195"/>
                    <a:gd name="connsiteX9" fmla="*/ 24157 w 34294"/>
                    <a:gd name="connsiteY9" fmla="*/ 816 h 92195"/>
                    <a:gd name="connsiteX10" fmla="*/ 32053 w 34294"/>
                    <a:gd name="connsiteY10" fmla="*/ 14102 h 92195"/>
                    <a:gd name="connsiteX11" fmla="*/ 34286 w 34294"/>
                    <a:gd name="connsiteY11" fmla="*/ 26681 h 92195"/>
                    <a:gd name="connsiteX12" fmla="*/ 31672 w 34294"/>
                    <a:gd name="connsiteY12" fmla="*/ 37735 h 92195"/>
                    <a:gd name="connsiteX13" fmla="*/ 26499 w 34294"/>
                    <a:gd name="connsiteY13" fmla="*/ 47809 h 92195"/>
                    <a:gd name="connsiteX14" fmla="*/ 22850 w 34294"/>
                    <a:gd name="connsiteY14" fmla="*/ 57992 h 92195"/>
                    <a:gd name="connsiteX15" fmla="*/ 19692 w 34294"/>
                    <a:gd name="connsiteY15" fmla="*/ 68338 h 92195"/>
                    <a:gd name="connsiteX16" fmla="*/ 16643 w 34294"/>
                    <a:gd name="connsiteY16" fmla="*/ 90446 h 92195"/>
                    <a:gd name="connsiteX17" fmla="*/ 16643 w 34294"/>
                    <a:gd name="connsiteY17" fmla="*/ 90501 h 92195"/>
                    <a:gd name="connsiteX18" fmla="*/ 14900 w 34294"/>
                    <a:gd name="connsiteY18" fmla="*/ 92189 h 92195"/>
                    <a:gd name="connsiteX19" fmla="*/ 13594 w 34294"/>
                    <a:gd name="connsiteY19" fmla="*/ 91536 h 92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4294" h="92195">
                      <a:moveTo>
                        <a:pt x="13594" y="91536"/>
                      </a:moveTo>
                      <a:cubicBezTo>
                        <a:pt x="8584" y="84892"/>
                        <a:pt x="5425" y="76779"/>
                        <a:pt x="3356" y="68502"/>
                      </a:cubicBezTo>
                      <a:cubicBezTo>
                        <a:pt x="2430" y="64363"/>
                        <a:pt x="1722" y="60116"/>
                        <a:pt x="1232" y="55923"/>
                      </a:cubicBezTo>
                      <a:cubicBezTo>
                        <a:pt x="905" y="51730"/>
                        <a:pt x="743" y="47537"/>
                        <a:pt x="743" y="43344"/>
                      </a:cubicBezTo>
                      <a:cubicBezTo>
                        <a:pt x="743" y="39206"/>
                        <a:pt x="306" y="35012"/>
                        <a:pt x="35" y="30928"/>
                      </a:cubicBezTo>
                      <a:cubicBezTo>
                        <a:pt x="-183" y="26844"/>
                        <a:pt x="633" y="23087"/>
                        <a:pt x="2376" y="19602"/>
                      </a:cubicBezTo>
                      <a:cubicBezTo>
                        <a:pt x="4119" y="16117"/>
                        <a:pt x="6405" y="12904"/>
                        <a:pt x="9346" y="9746"/>
                      </a:cubicBezTo>
                      <a:cubicBezTo>
                        <a:pt x="12396" y="6588"/>
                        <a:pt x="15772" y="3538"/>
                        <a:pt x="20890" y="380"/>
                      </a:cubicBezTo>
                      <a:lnTo>
                        <a:pt x="20945" y="380"/>
                      </a:lnTo>
                      <a:cubicBezTo>
                        <a:pt x="21979" y="-273"/>
                        <a:pt x="23340" y="-56"/>
                        <a:pt x="24157" y="816"/>
                      </a:cubicBezTo>
                      <a:cubicBezTo>
                        <a:pt x="28350" y="5281"/>
                        <a:pt x="30474" y="9746"/>
                        <a:pt x="32053" y="14102"/>
                      </a:cubicBezTo>
                      <a:cubicBezTo>
                        <a:pt x="33524" y="18459"/>
                        <a:pt x="34231" y="22706"/>
                        <a:pt x="34286" y="26681"/>
                      </a:cubicBezTo>
                      <a:cubicBezTo>
                        <a:pt x="34395" y="30711"/>
                        <a:pt x="33469" y="34359"/>
                        <a:pt x="31672" y="37735"/>
                      </a:cubicBezTo>
                      <a:cubicBezTo>
                        <a:pt x="29821" y="41111"/>
                        <a:pt x="27806" y="44433"/>
                        <a:pt x="26499" y="47809"/>
                      </a:cubicBezTo>
                      <a:cubicBezTo>
                        <a:pt x="25138" y="51185"/>
                        <a:pt x="23940" y="54562"/>
                        <a:pt x="22850" y="57992"/>
                      </a:cubicBezTo>
                      <a:cubicBezTo>
                        <a:pt x="21598" y="61368"/>
                        <a:pt x="20509" y="64799"/>
                        <a:pt x="19692" y="68338"/>
                      </a:cubicBezTo>
                      <a:cubicBezTo>
                        <a:pt x="17787" y="75363"/>
                        <a:pt x="16697" y="82605"/>
                        <a:pt x="16643" y="90446"/>
                      </a:cubicBezTo>
                      <a:lnTo>
                        <a:pt x="16643" y="90501"/>
                      </a:lnTo>
                      <a:cubicBezTo>
                        <a:pt x="16643" y="91427"/>
                        <a:pt x="15880" y="92244"/>
                        <a:pt x="14900" y="92189"/>
                      </a:cubicBezTo>
                      <a:cubicBezTo>
                        <a:pt x="14410" y="92244"/>
                        <a:pt x="13920" y="91971"/>
                        <a:pt x="13594" y="91536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52" name="Forme libre : forme 1451">
                  <a:extLst>
                    <a:ext uri="{FF2B5EF4-FFF2-40B4-BE49-F238E27FC236}">
                      <a16:creationId xmlns:a16="http://schemas.microsoft.com/office/drawing/2014/main" id="{6977D1C4-ADA9-40C0-9488-AA33B998A066}"/>
                    </a:ext>
                  </a:extLst>
                </p:cNvPr>
                <p:cNvSpPr/>
                <p:nvPr/>
              </p:nvSpPr>
              <p:spPr>
                <a:xfrm>
                  <a:off x="8794026" y="4924800"/>
                  <a:ext cx="62270" cy="114660"/>
                </a:xfrm>
                <a:custGeom>
                  <a:avLst/>
                  <a:gdLst>
                    <a:gd name="connsiteX0" fmla="*/ 59487 w 62270"/>
                    <a:gd name="connsiteY0" fmla="*/ 114192 h 114660"/>
                    <a:gd name="connsiteX1" fmla="*/ 36834 w 62270"/>
                    <a:gd name="connsiteY1" fmla="*/ 88980 h 114660"/>
                    <a:gd name="connsiteX2" fmla="*/ 28884 w 62270"/>
                    <a:gd name="connsiteY2" fmla="*/ 73515 h 114660"/>
                    <a:gd name="connsiteX3" fmla="*/ 22512 w 62270"/>
                    <a:gd name="connsiteY3" fmla="*/ 59412 h 114660"/>
                    <a:gd name="connsiteX4" fmla="*/ 14235 w 62270"/>
                    <a:gd name="connsiteY4" fmla="*/ 47922 h 114660"/>
                    <a:gd name="connsiteX5" fmla="*/ 6830 w 62270"/>
                    <a:gd name="connsiteY5" fmla="*/ 35724 h 114660"/>
                    <a:gd name="connsiteX6" fmla="*/ 1983 w 62270"/>
                    <a:gd name="connsiteY6" fmla="*/ 20640 h 114660"/>
                    <a:gd name="connsiteX7" fmla="*/ 77 w 62270"/>
                    <a:gd name="connsiteY7" fmla="*/ 2072 h 114660"/>
                    <a:gd name="connsiteX8" fmla="*/ 2365 w 62270"/>
                    <a:gd name="connsiteY8" fmla="*/ 2 h 114660"/>
                    <a:gd name="connsiteX9" fmla="*/ 2636 w 62270"/>
                    <a:gd name="connsiteY9" fmla="*/ 57 h 114660"/>
                    <a:gd name="connsiteX10" fmla="*/ 20388 w 62270"/>
                    <a:gd name="connsiteY10" fmla="*/ 6755 h 114660"/>
                    <a:gd name="connsiteX11" fmla="*/ 34111 w 62270"/>
                    <a:gd name="connsiteY11" fmla="*/ 17809 h 114660"/>
                    <a:gd name="connsiteX12" fmla="*/ 42987 w 62270"/>
                    <a:gd name="connsiteY12" fmla="*/ 33219 h 114660"/>
                    <a:gd name="connsiteX13" fmla="*/ 47289 w 62270"/>
                    <a:gd name="connsiteY13" fmla="*/ 51134 h 114660"/>
                    <a:gd name="connsiteX14" fmla="*/ 49848 w 62270"/>
                    <a:gd name="connsiteY14" fmla="*/ 67797 h 114660"/>
                    <a:gd name="connsiteX15" fmla="*/ 51917 w 62270"/>
                    <a:gd name="connsiteY15" fmla="*/ 82772 h 114660"/>
                    <a:gd name="connsiteX16" fmla="*/ 62155 w 62270"/>
                    <a:gd name="connsiteY16" fmla="*/ 112450 h 114660"/>
                    <a:gd name="connsiteX17" fmla="*/ 61229 w 62270"/>
                    <a:gd name="connsiteY17" fmla="*/ 114627 h 114660"/>
                    <a:gd name="connsiteX18" fmla="*/ 59487 w 62270"/>
                    <a:gd name="connsiteY18" fmla="*/ 114192 h 114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2270" h="114660">
                      <a:moveTo>
                        <a:pt x="59487" y="114192"/>
                      </a:moveTo>
                      <a:cubicBezTo>
                        <a:pt x="51264" y="106950"/>
                        <a:pt x="43314" y="99163"/>
                        <a:pt x="36834" y="88980"/>
                      </a:cubicBezTo>
                      <a:cubicBezTo>
                        <a:pt x="33730" y="83861"/>
                        <a:pt x="31225" y="78525"/>
                        <a:pt x="28884" y="73515"/>
                      </a:cubicBezTo>
                      <a:cubicBezTo>
                        <a:pt x="26705" y="68451"/>
                        <a:pt x="24691" y="63604"/>
                        <a:pt x="22512" y="59412"/>
                      </a:cubicBezTo>
                      <a:cubicBezTo>
                        <a:pt x="20334" y="55219"/>
                        <a:pt x="17339" y="51516"/>
                        <a:pt x="14235" y="47922"/>
                      </a:cubicBezTo>
                      <a:cubicBezTo>
                        <a:pt x="11186" y="44273"/>
                        <a:pt x="8735" y="40298"/>
                        <a:pt x="6830" y="35724"/>
                      </a:cubicBezTo>
                      <a:cubicBezTo>
                        <a:pt x="4924" y="31150"/>
                        <a:pt x="3290" y="26140"/>
                        <a:pt x="1983" y="20640"/>
                      </a:cubicBezTo>
                      <a:cubicBezTo>
                        <a:pt x="785" y="15086"/>
                        <a:pt x="-304" y="9150"/>
                        <a:pt x="77" y="2072"/>
                      </a:cubicBezTo>
                      <a:cubicBezTo>
                        <a:pt x="132" y="874"/>
                        <a:pt x="1167" y="-52"/>
                        <a:pt x="2365" y="2"/>
                      </a:cubicBezTo>
                      <a:cubicBezTo>
                        <a:pt x="2474" y="2"/>
                        <a:pt x="2528" y="2"/>
                        <a:pt x="2636" y="57"/>
                      </a:cubicBezTo>
                      <a:cubicBezTo>
                        <a:pt x="9661" y="1309"/>
                        <a:pt x="15216" y="3814"/>
                        <a:pt x="20388" y="6755"/>
                      </a:cubicBezTo>
                      <a:cubicBezTo>
                        <a:pt x="25507" y="9804"/>
                        <a:pt x="30081" y="13453"/>
                        <a:pt x="34111" y="17809"/>
                      </a:cubicBezTo>
                      <a:cubicBezTo>
                        <a:pt x="38140" y="22111"/>
                        <a:pt x="41136" y="27338"/>
                        <a:pt x="42987" y="33219"/>
                      </a:cubicBezTo>
                      <a:cubicBezTo>
                        <a:pt x="44784" y="39100"/>
                        <a:pt x="45982" y="45253"/>
                        <a:pt x="47289" y="51134"/>
                      </a:cubicBezTo>
                      <a:cubicBezTo>
                        <a:pt x="48487" y="57016"/>
                        <a:pt x="49140" y="62570"/>
                        <a:pt x="49848" y="67797"/>
                      </a:cubicBezTo>
                      <a:cubicBezTo>
                        <a:pt x="50393" y="73079"/>
                        <a:pt x="50937" y="78035"/>
                        <a:pt x="51917" y="82772"/>
                      </a:cubicBezTo>
                      <a:cubicBezTo>
                        <a:pt x="53714" y="92356"/>
                        <a:pt x="58125" y="102212"/>
                        <a:pt x="62155" y="112450"/>
                      </a:cubicBezTo>
                      <a:cubicBezTo>
                        <a:pt x="62482" y="113321"/>
                        <a:pt x="62100" y="114301"/>
                        <a:pt x="61229" y="114627"/>
                      </a:cubicBezTo>
                      <a:cubicBezTo>
                        <a:pt x="60630" y="114737"/>
                        <a:pt x="59976" y="114573"/>
                        <a:pt x="59487" y="114192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53" name="Forme libre : forme 1452">
                  <a:extLst>
                    <a:ext uri="{FF2B5EF4-FFF2-40B4-BE49-F238E27FC236}">
                      <a16:creationId xmlns:a16="http://schemas.microsoft.com/office/drawing/2014/main" id="{5DDE11A3-1A9E-4AA8-8268-B8CAC91796AC}"/>
                    </a:ext>
                  </a:extLst>
                </p:cNvPr>
                <p:cNvSpPr/>
                <p:nvPr/>
              </p:nvSpPr>
              <p:spPr>
                <a:xfrm>
                  <a:off x="8789681" y="4991062"/>
                  <a:ext cx="44467" cy="58498"/>
                </a:xfrm>
                <a:custGeom>
                  <a:avLst/>
                  <a:gdLst>
                    <a:gd name="connsiteX0" fmla="*/ 42105 w 44467"/>
                    <a:gd name="connsiteY0" fmla="*/ 58385 h 58498"/>
                    <a:gd name="connsiteX1" fmla="*/ 26313 w 44467"/>
                    <a:gd name="connsiteY1" fmla="*/ 46405 h 58498"/>
                    <a:gd name="connsiteX2" fmla="*/ 20269 w 44467"/>
                    <a:gd name="connsiteY2" fmla="*/ 39653 h 58498"/>
                    <a:gd name="connsiteX3" fmla="*/ 14987 w 44467"/>
                    <a:gd name="connsiteY3" fmla="*/ 34207 h 58498"/>
                    <a:gd name="connsiteX4" fmla="*/ 8997 w 44467"/>
                    <a:gd name="connsiteY4" fmla="*/ 31321 h 58498"/>
                    <a:gd name="connsiteX5" fmla="*/ 4259 w 44467"/>
                    <a:gd name="connsiteY5" fmla="*/ 27019 h 58498"/>
                    <a:gd name="connsiteX6" fmla="*/ 1319 w 44467"/>
                    <a:gd name="connsiteY6" fmla="*/ 18634 h 58498"/>
                    <a:gd name="connsiteX7" fmla="*/ 284 w 44467"/>
                    <a:gd name="connsiteY7" fmla="*/ 12970 h 58498"/>
                    <a:gd name="connsiteX8" fmla="*/ 67 w 44467"/>
                    <a:gd name="connsiteY8" fmla="*/ 5782 h 58498"/>
                    <a:gd name="connsiteX9" fmla="*/ 1918 w 44467"/>
                    <a:gd name="connsiteY9" fmla="*/ 3060 h 58498"/>
                    <a:gd name="connsiteX10" fmla="*/ 8779 w 44467"/>
                    <a:gd name="connsiteY10" fmla="*/ 718 h 58498"/>
                    <a:gd name="connsiteX11" fmla="*/ 14769 w 44467"/>
                    <a:gd name="connsiteY11" fmla="*/ 10 h 58498"/>
                    <a:gd name="connsiteX12" fmla="*/ 25442 w 44467"/>
                    <a:gd name="connsiteY12" fmla="*/ 2188 h 58498"/>
                    <a:gd name="connsiteX13" fmla="*/ 33120 w 44467"/>
                    <a:gd name="connsiteY13" fmla="*/ 9812 h 58498"/>
                    <a:gd name="connsiteX14" fmla="*/ 37368 w 44467"/>
                    <a:gd name="connsiteY14" fmla="*/ 20757 h 58498"/>
                    <a:gd name="connsiteX15" fmla="*/ 39981 w 44467"/>
                    <a:gd name="connsiteY15" fmla="*/ 30613 h 58498"/>
                    <a:gd name="connsiteX16" fmla="*/ 41070 w 44467"/>
                    <a:gd name="connsiteY16" fmla="*/ 39544 h 58498"/>
                    <a:gd name="connsiteX17" fmla="*/ 44283 w 44467"/>
                    <a:gd name="connsiteY17" fmla="*/ 56043 h 58498"/>
                    <a:gd name="connsiteX18" fmla="*/ 44338 w 44467"/>
                    <a:gd name="connsiteY18" fmla="*/ 56152 h 58498"/>
                    <a:gd name="connsiteX19" fmla="*/ 43303 w 44467"/>
                    <a:gd name="connsiteY19" fmla="*/ 58439 h 58498"/>
                    <a:gd name="connsiteX20" fmla="*/ 42105 w 44467"/>
                    <a:gd name="connsiteY20" fmla="*/ 58385 h 58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467" h="58498">
                      <a:moveTo>
                        <a:pt x="42105" y="58385"/>
                      </a:moveTo>
                      <a:cubicBezTo>
                        <a:pt x="35788" y="56152"/>
                        <a:pt x="30670" y="51033"/>
                        <a:pt x="26313" y="46405"/>
                      </a:cubicBezTo>
                      <a:cubicBezTo>
                        <a:pt x="24189" y="44009"/>
                        <a:pt x="22229" y="41722"/>
                        <a:pt x="20269" y="39653"/>
                      </a:cubicBezTo>
                      <a:cubicBezTo>
                        <a:pt x="18472" y="37529"/>
                        <a:pt x="16729" y="35623"/>
                        <a:pt x="14987" y="34207"/>
                      </a:cubicBezTo>
                      <a:cubicBezTo>
                        <a:pt x="13353" y="32792"/>
                        <a:pt x="11120" y="32084"/>
                        <a:pt x="8997" y="31321"/>
                      </a:cubicBezTo>
                      <a:cubicBezTo>
                        <a:pt x="6874" y="30559"/>
                        <a:pt x="5403" y="29252"/>
                        <a:pt x="4259" y="27019"/>
                      </a:cubicBezTo>
                      <a:cubicBezTo>
                        <a:pt x="3170" y="24787"/>
                        <a:pt x="2082" y="22118"/>
                        <a:pt x="1319" y="18634"/>
                      </a:cubicBezTo>
                      <a:cubicBezTo>
                        <a:pt x="883" y="17000"/>
                        <a:pt x="557" y="15040"/>
                        <a:pt x="284" y="12970"/>
                      </a:cubicBezTo>
                      <a:cubicBezTo>
                        <a:pt x="230" y="10574"/>
                        <a:pt x="-151" y="8614"/>
                        <a:pt x="67" y="5782"/>
                      </a:cubicBezTo>
                      <a:cubicBezTo>
                        <a:pt x="175" y="4584"/>
                        <a:pt x="883" y="3550"/>
                        <a:pt x="1918" y="3060"/>
                      </a:cubicBezTo>
                      <a:cubicBezTo>
                        <a:pt x="4532" y="1807"/>
                        <a:pt x="6492" y="1481"/>
                        <a:pt x="8779" y="718"/>
                      </a:cubicBezTo>
                      <a:cubicBezTo>
                        <a:pt x="10849" y="283"/>
                        <a:pt x="12918" y="10"/>
                        <a:pt x="14769" y="10"/>
                      </a:cubicBezTo>
                      <a:cubicBezTo>
                        <a:pt x="18635" y="-98"/>
                        <a:pt x="22175" y="664"/>
                        <a:pt x="25442" y="2188"/>
                      </a:cubicBezTo>
                      <a:cubicBezTo>
                        <a:pt x="28710" y="3659"/>
                        <a:pt x="31378" y="6327"/>
                        <a:pt x="33120" y="9812"/>
                      </a:cubicBezTo>
                      <a:cubicBezTo>
                        <a:pt x="34808" y="13351"/>
                        <a:pt x="36061" y="17218"/>
                        <a:pt x="37368" y="20757"/>
                      </a:cubicBezTo>
                      <a:cubicBezTo>
                        <a:pt x="38620" y="24242"/>
                        <a:pt x="39382" y="27510"/>
                        <a:pt x="39981" y="30613"/>
                      </a:cubicBezTo>
                      <a:cubicBezTo>
                        <a:pt x="40417" y="33772"/>
                        <a:pt x="40744" y="36712"/>
                        <a:pt x="41070" y="39544"/>
                      </a:cubicBezTo>
                      <a:cubicBezTo>
                        <a:pt x="41561" y="45261"/>
                        <a:pt x="42105" y="50434"/>
                        <a:pt x="44283" y="56043"/>
                      </a:cubicBezTo>
                      <a:lnTo>
                        <a:pt x="44338" y="56152"/>
                      </a:lnTo>
                      <a:cubicBezTo>
                        <a:pt x="44719" y="57078"/>
                        <a:pt x="44229" y="58113"/>
                        <a:pt x="43303" y="58439"/>
                      </a:cubicBezTo>
                      <a:cubicBezTo>
                        <a:pt x="42922" y="58548"/>
                        <a:pt x="42486" y="58494"/>
                        <a:pt x="42105" y="58385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54" name="Forme libre : forme 1453">
                  <a:extLst>
                    <a:ext uri="{FF2B5EF4-FFF2-40B4-BE49-F238E27FC236}">
                      <a16:creationId xmlns:a16="http://schemas.microsoft.com/office/drawing/2014/main" id="{F0D3987E-7586-458C-857A-497074187D35}"/>
                    </a:ext>
                  </a:extLst>
                </p:cNvPr>
                <p:cNvSpPr/>
                <p:nvPr/>
              </p:nvSpPr>
              <p:spPr>
                <a:xfrm>
                  <a:off x="8754126" y="5038505"/>
                  <a:ext cx="67771" cy="33934"/>
                </a:xfrm>
                <a:custGeom>
                  <a:avLst/>
                  <a:gdLst>
                    <a:gd name="connsiteX0" fmla="*/ 66007 w 67771"/>
                    <a:gd name="connsiteY0" fmla="*/ 33105 h 33934"/>
                    <a:gd name="connsiteX1" fmla="*/ 47819 w 67771"/>
                    <a:gd name="connsiteY1" fmla="*/ 31363 h 33934"/>
                    <a:gd name="connsiteX2" fmla="*/ 40141 w 67771"/>
                    <a:gd name="connsiteY2" fmla="*/ 31526 h 33934"/>
                    <a:gd name="connsiteX3" fmla="*/ 32082 w 67771"/>
                    <a:gd name="connsiteY3" fmla="*/ 31962 h 33934"/>
                    <a:gd name="connsiteX4" fmla="*/ 23587 w 67771"/>
                    <a:gd name="connsiteY4" fmla="*/ 33650 h 33934"/>
                    <a:gd name="connsiteX5" fmla="*/ 14983 w 67771"/>
                    <a:gd name="connsiteY5" fmla="*/ 32506 h 33934"/>
                    <a:gd name="connsiteX6" fmla="*/ 6761 w 67771"/>
                    <a:gd name="connsiteY6" fmla="*/ 26189 h 33934"/>
                    <a:gd name="connsiteX7" fmla="*/ 3058 w 67771"/>
                    <a:gd name="connsiteY7" fmla="*/ 21288 h 33934"/>
                    <a:gd name="connsiteX8" fmla="*/ 118 w 67771"/>
                    <a:gd name="connsiteY8" fmla="*/ 14536 h 33934"/>
                    <a:gd name="connsiteX9" fmla="*/ 935 w 67771"/>
                    <a:gd name="connsiteY9" fmla="*/ 11432 h 33934"/>
                    <a:gd name="connsiteX10" fmla="*/ 988 w 67771"/>
                    <a:gd name="connsiteY10" fmla="*/ 11378 h 33934"/>
                    <a:gd name="connsiteX11" fmla="*/ 6434 w 67771"/>
                    <a:gd name="connsiteY11" fmla="*/ 6749 h 33934"/>
                    <a:gd name="connsiteX12" fmla="*/ 11172 w 67771"/>
                    <a:gd name="connsiteY12" fmla="*/ 3645 h 33934"/>
                    <a:gd name="connsiteX13" fmla="*/ 19993 w 67771"/>
                    <a:gd name="connsiteY13" fmla="*/ 215 h 33934"/>
                    <a:gd name="connsiteX14" fmla="*/ 28488 w 67771"/>
                    <a:gd name="connsiteY14" fmla="*/ 1685 h 33934"/>
                    <a:gd name="connsiteX15" fmla="*/ 37037 w 67771"/>
                    <a:gd name="connsiteY15" fmla="*/ 6259 h 33934"/>
                    <a:gd name="connsiteX16" fmla="*/ 45859 w 67771"/>
                    <a:gd name="connsiteY16" fmla="*/ 10561 h 33934"/>
                    <a:gd name="connsiteX17" fmla="*/ 54517 w 67771"/>
                    <a:gd name="connsiteY17" fmla="*/ 16442 h 33934"/>
                    <a:gd name="connsiteX18" fmla="*/ 67259 w 67771"/>
                    <a:gd name="connsiteY18" fmla="*/ 30056 h 33934"/>
                    <a:gd name="connsiteX19" fmla="*/ 67313 w 67771"/>
                    <a:gd name="connsiteY19" fmla="*/ 30110 h 33934"/>
                    <a:gd name="connsiteX20" fmla="*/ 67204 w 67771"/>
                    <a:gd name="connsiteY20" fmla="*/ 32615 h 33934"/>
                    <a:gd name="connsiteX21" fmla="*/ 66007 w 67771"/>
                    <a:gd name="connsiteY21" fmla="*/ 33105 h 33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7771" h="33934">
                      <a:moveTo>
                        <a:pt x="66007" y="33105"/>
                      </a:moveTo>
                      <a:cubicBezTo>
                        <a:pt x="59472" y="33160"/>
                        <a:pt x="53156" y="31580"/>
                        <a:pt x="47819" y="31363"/>
                      </a:cubicBezTo>
                      <a:cubicBezTo>
                        <a:pt x="45151" y="31145"/>
                        <a:pt x="42973" y="31417"/>
                        <a:pt x="40141" y="31526"/>
                      </a:cubicBezTo>
                      <a:cubicBezTo>
                        <a:pt x="37527" y="31580"/>
                        <a:pt x="34805" y="31744"/>
                        <a:pt x="32082" y="31962"/>
                      </a:cubicBezTo>
                      <a:cubicBezTo>
                        <a:pt x="29359" y="32125"/>
                        <a:pt x="26473" y="32996"/>
                        <a:pt x="23587" y="33650"/>
                      </a:cubicBezTo>
                      <a:cubicBezTo>
                        <a:pt x="20701" y="34248"/>
                        <a:pt x="17815" y="33922"/>
                        <a:pt x="14983" y="32506"/>
                      </a:cubicBezTo>
                      <a:cubicBezTo>
                        <a:pt x="12152" y="31090"/>
                        <a:pt x="9374" y="29130"/>
                        <a:pt x="6761" y="26189"/>
                      </a:cubicBezTo>
                      <a:cubicBezTo>
                        <a:pt x="5454" y="24828"/>
                        <a:pt x="4202" y="23140"/>
                        <a:pt x="3058" y="21288"/>
                      </a:cubicBezTo>
                      <a:cubicBezTo>
                        <a:pt x="2023" y="19056"/>
                        <a:pt x="826" y="17313"/>
                        <a:pt x="118" y="14536"/>
                      </a:cubicBezTo>
                      <a:cubicBezTo>
                        <a:pt x="-209" y="13393"/>
                        <a:pt x="172" y="12249"/>
                        <a:pt x="935" y="11432"/>
                      </a:cubicBezTo>
                      <a:lnTo>
                        <a:pt x="988" y="11378"/>
                      </a:lnTo>
                      <a:cubicBezTo>
                        <a:pt x="3004" y="9309"/>
                        <a:pt x="4637" y="8383"/>
                        <a:pt x="6434" y="6749"/>
                      </a:cubicBezTo>
                      <a:cubicBezTo>
                        <a:pt x="8068" y="5552"/>
                        <a:pt x="9702" y="4408"/>
                        <a:pt x="11172" y="3645"/>
                      </a:cubicBezTo>
                      <a:cubicBezTo>
                        <a:pt x="14221" y="1794"/>
                        <a:pt x="17107" y="760"/>
                        <a:pt x="19993" y="215"/>
                      </a:cubicBezTo>
                      <a:cubicBezTo>
                        <a:pt x="22879" y="-330"/>
                        <a:pt x="25711" y="161"/>
                        <a:pt x="28488" y="1685"/>
                      </a:cubicBezTo>
                      <a:cubicBezTo>
                        <a:pt x="31265" y="3210"/>
                        <a:pt x="34097" y="5007"/>
                        <a:pt x="37037" y="6259"/>
                      </a:cubicBezTo>
                      <a:cubicBezTo>
                        <a:pt x="39977" y="7566"/>
                        <a:pt x="42918" y="8982"/>
                        <a:pt x="45859" y="10561"/>
                      </a:cubicBezTo>
                      <a:cubicBezTo>
                        <a:pt x="48582" y="12249"/>
                        <a:pt x="51958" y="14264"/>
                        <a:pt x="54517" y="16442"/>
                      </a:cubicBezTo>
                      <a:cubicBezTo>
                        <a:pt x="59690" y="20962"/>
                        <a:pt x="63120" y="25536"/>
                        <a:pt x="67259" y="30056"/>
                      </a:cubicBezTo>
                      <a:lnTo>
                        <a:pt x="67313" y="30110"/>
                      </a:lnTo>
                      <a:cubicBezTo>
                        <a:pt x="67967" y="30818"/>
                        <a:pt x="67912" y="31962"/>
                        <a:pt x="67204" y="32615"/>
                      </a:cubicBezTo>
                      <a:cubicBezTo>
                        <a:pt x="66824" y="32942"/>
                        <a:pt x="66442" y="33105"/>
                        <a:pt x="66007" y="33105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55" name="Forme libre : forme 1454">
                  <a:extLst>
                    <a:ext uri="{FF2B5EF4-FFF2-40B4-BE49-F238E27FC236}">
                      <a16:creationId xmlns:a16="http://schemas.microsoft.com/office/drawing/2014/main" id="{EC44ADC3-5172-4E2F-BEAA-88AE2A33B65A}"/>
                    </a:ext>
                  </a:extLst>
                </p:cNvPr>
                <p:cNvSpPr/>
                <p:nvPr/>
              </p:nvSpPr>
              <p:spPr>
                <a:xfrm>
                  <a:off x="8765752" y="5090355"/>
                  <a:ext cx="52367" cy="33443"/>
                </a:xfrm>
                <a:custGeom>
                  <a:avLst/>
                  <a:gdLst>
                    <a:gd name="connsiteX0" fmla="*/ 52038 w 52367"/>
                    <a:gd name="connsiteY0" fmla="*/ 5323 h 33443"/>
                    <a:gd name="connsiteX1" fmla="*/ 42237 w 52367"/>
                    <a:gd name="connsiteY1" fmla="*/ 17031 h 33443"/>
                    <a:gd name="connsiteX2" fmla="*/ 36574 w 52367"/>
                    <a:gd name="connsiteY2" fmla="*/ 22095 h 33443"/>
                    <a:gd name="connsiteX3" fmla="*/ 30420 w 52367"/>
                    <a:gd name="connsiteY3" fmla="*/ 26451 h 33443"/>
                    <a:gd name="connsiteX4" fmla="*/ 24213 w 52367"/>
                    <a:gd name="connsiteY4" fmla="*/ 31461 h 33443"/>
                    <a:gd name="connsiteX5" fmla="*/ 17025 w 52367"/>
                    <a:gd name="connsiteY5" fmla="*/ 33312 h 33443"/>
                    <a:gd name="connsiteX6" fmla="*/ 8911 w 52367"/>
                    <a:gd name="connsiteY6" fmla="*/ 29936 h 33443"/>
                    <a:gd name="connsiteX7" fmla="*/ 4773 w 52367"/>
                    <a:gd name="connsiteY7" fmla="*/ 26506 h 33443"/>
                    <a:gd name="connsiteX8" fmla="*/ 580 w 52367"/>
                    <a:gd name="connsiteY8" fmla="*/ 21224 h 33443"/>
                    <a:gd name="connsiteX9" fmla="*/ 525 w 52367"/>
                    <a:gd name="connsiteY9" fmla="*/ 21115 h 33443"/>
                    <a:gd name="connsiteX10" fmla="*/ 199 w 52367"/>
                    <a:gd name="connsiteY10" fmla="*/ 18011 h 33443"/>
                    <a:gd name="connsiteX11" fmla="*/ 5099 w 52367"/>
                    <a:gd name="connsiteY11" fmla="*/ 7338 h 33443"/>
                    <a:gd name="connsiteX12" fmla="*/ 10164 w 52367"/>
                    <a:gd name="connsiteY12" fmla="*/ 1457 h 33443"/>
                    <a:gd name="connsiteX13" fmla="*/ 16044 w 52367"/>
                    <a:gd name="connsiteY13" fmla="*/ 204 h 33443"/>
                    <a:gd name="connsiteX14" fmla="*/ 22742 w 52367"/>
                    <a:gd name="connsiteY14" fmla="*/ 1511 h 33443"/>
                    <a:gd name="connsiteX15" fmla="*/ 29277 w 52367"/>
                    <a:gd name="connsiteY15" fmla="*/ 1675 h 33443"/>
                    <a:gd name="connsiteX16" fmla="*/ 36084 w 52367"/>
                    <a:gd name="connsiteY16" fmla="*/ 1947 h 33443"/>
                    <a:gd name="connsiteX17" fmla="*/ 50569 w 52367"/>
                    <a:gd name="connsiteY17" fmla="*/ 2437 h 33443"/>
                    <a:gd name="connsiteX18" fmla="*/ 52365 w 52367"/>
                    <a:gd name="connsiteY18" fmla="*/ 4398 h 33443"/>
                    <a:gd name="connsiteX19" fmla="*/ 52038 w 52367"/>
                    <a:gd name="connsiteY19" fmla="*/ 5323 h 33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2367" h="33443">
                      <a:moveTo>
                        <a:pt x="52038" y="5323"/>
                      </a:moveTo>
                      <a:cubicBezTo>
                        <a:pt x="49207" y="9679"/>
                        <a:pt x="45831" y="13382"/>
                        <a:pt x="42237" y="17031"/>
                      </a:cubicBezTo>
                      <a:cubicBezTo>
                        <a:pt x="40386" y="18719"/>
                        <a:pt x="38479" y="20407"/>
                        <a:pt x="36574" y="22095"/>
                      </a:cubicBezTo>
                      <a:cubicBezTo>
                        <a:pt x="34559" y="23565"/>
                        <a:pt x="32544" y="25035"/>
                        <a:pt x="30420" y="26451"/>
                      </a:cubicBezTo>
                      <a:cubicBezTo>
                        <a:pt x="28297" y="27813"/>
                        <a:pt x="26336" y="29773"/>
                        <a:pt x="24213" y="31461"/>
                      </a:cubicBezTo>
                      <a:cubicBezTo>
                        <a:pt x="22089" y="33094"/>
                        <a:pt x="19639" y="33748"/>
                        <a:pt x="17025" y="33312"/>
                      </a:cubicBezTo>
                      <a:cubicBezTo>
                        <a:pt x="14411" y="32877"/>
                        <a:pt x="11689" y="31897"/>
                        <a:pt x="8911" y="29936"/>
                      </a:cubicBezTo>
                      <a:cubicBezTo>
                        <a:pt x="7550" y="29065"/>
                        <a:pt x="6134" y="27813"/>
                        <a:pt x="4773" y="26506"/>
                      </a:cubicBezTo>
                      <a:cubicBezTo>
                        <a:pt x="3357" y="24709"/>
                        <a:pt x="1996" y="23511"/>
                        <a:pt x="580" y="21224"/>
                      </a:cubicBezTo>
                      <a:lnTo>
                        <a:pt x="525" y="21115"/>
                      </a:lnTo>
                      <a:cubicBezTo>
                        <a:pt x="-74" y="20134"/>
                        <a:pt x="-128" y="18991"/>
                        <a:pt x="199" y="18011"/>
                      </a:cubicBezTo>
                      <a:cubicBezTo>
                        <a:pt x="1832" y="13328"/>
                        <a:pt x="3412" y="9788"/>
                        <a:pt x="5099" y="7338"/>
                      </a:cubicBezTo>
                      <a:cubicBezTo>
                        <a:pt x="6733" y="4615"/>
                        <a:pt x="8421" y="2818"/>
                        <a:pt x="10164" y="1457"/>
                      </a:cubicBezTo>
                      <a:cubicBezTo>
                        <a:pt x="11906" y="95"/>
                        <a:pt x="13812" y="-286"/>
                        <a:pt x="16044" y="204"/>
                      </a:cubicBezTo>
                      <a:cubicBezTo>
                        <a:pt x="18223" y="749"/>
                        <a:pt x="20565" y="1457"/>
                        <a:pt x="22742" y="1511"/>
                      </a:cubicBezTo>
                      <a:cubicBezTo>
                        <a:pt x="24920" y="1620"/>
                        <a:pt x="27099" y="1675"/>
                        <a:pt x="29277" y="1675"/>
                      </a:cubicBezTo>
                      <a:cubicBezTo>
                        <a:pt x="31510" y="1838"/>
                        <a:pt x="33796" y="1893"/>
                        <a:pt x="36084" y="1947"/>
                      </a:cubicBezTo>
                      <a:lnTo>
                        <a:pt x="50569" y="2437"/>
                      </a:lnTo>
                      <a:cubicBezTo>
                        <a:pt x="51603" y="2491"/>
                        <a:pt x="52420" y="3363"/>
                        <a:pt x="52365" y="4398"/>
                      </a:cubicBezTo>
                      <a:cubicBezTo>
                        <a:pt x="52365" y="4724"/>
                        <a:pt x="52256" y="5051"/>
                        <a:pt x="52038" y="5323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56" name="Forme libre : forme 1455">
                  <a:extLst>
                    <a:ext uri="{FF2B5EF4-FFF2-40B4-BE49-F238E27FC236}">
                      <a16:creationId xmlns:a16="http://schemas.microsoft.com/office/drawing/2014/main" id="{6899DE56-CDC8-4F73-937D-0A03CD3B572A}"/>
                    </a:ext>
                  </a:extLst>
                </p:cNvPr>
                <p:cNvSpPr/>
                <p:nvPr/>
              </p:nvSpPr>
              <p:spPr>
                <a:xfrm>
                  <a:off x="8803928" y="5113852"/>
                  <a:ext cx="38488" cy="51322"/>
                </a:xfrm>
                <a:custGeom>
                  <a:avLst/>
                  <a:gdLst>
                    <a:gd name="connsiteX0" fmla="*/ 38476 w 38488"/>
                    <a:gd name="connsiteY0" fmla="*/ 1811 h 51322"/>
                    <a:gd name="connsiteX1" fmla="*/ 37223 w 38488"/>
                    <a:gd name="connsiteY1" fmla="*/ 17875 h 51322"/>
                    <a:gd name="connsiteX2" fmla="*/ 35698 w 38488"/>
                    <a:gd name="connsiteY2" fmla="*/ 25662 h 51322"/>
                    <a:gd name="connsiteX3" fmla="*/ 33466 w 38488"/>
                    <a:gd name="connsiteY3" fmla="*/ 33231 h 51322"/>
                    <a:gd name="connsiteX4" fmla="*/ 31723 w 38488"/>
                    <a:gd name="connsiteY4" fmla="*/ 41290 h 51322"/>
                    <a:gd name="connsiteX5" fmla="*/ 27857 w 38488"/>
                    <a:gd name="connsiteY5" fmla="*/ 47117 h 51322"/>
                    <a:gd name="connsiteX6" fmla="*/ 20887 w 38488"/>
                    <a:gd name="connsiteY6" fmla="*/ 49295 h 51322"/>
                    <a:gd name="connsiteX7" fmla="*/ 16150 w 38488"/>
                    <a:gd name="connsiteY7" fmla="*/ 50003 h 51322"/>
                    <a:gd name="connsiteX8" fmla="*/ 9724 w 38488"/>
                    <a:gd name="connsiteY8" fmla="*/ 51201 h 51322"/>
                    <a:gd name="connsiteX9" fmla="*/ 9452 w 38488"/>
                    <a:gd name="connsiteY9" fmla="*/ 51255 h 51322"/>
                    <a:gd name="connsiteX10" fmla="*/ 6511 w 38488"/>
                    <a:gd name="connsiteY10" fmla="*/ 50493 h 51322"/>
                    <a:gd name="connsiteX11" fmla="*/ 2155 w 38488"/>
                    <a:gd name="connsiteY11" fmla="*/ 44775 h 51322"/>
                    <a:gd name="connsiteX12" fmla="*/ 358 w 38488"/>
                    <a:gd name="connsiteY12" fmla="*/ 38894 h 51322"/>
                    <a:gd name="connsiteX13" fmla="*/ 849 w 38488"/>
                    <a:gd name="connsiteY13" fmla="*/ 28711 h 51322"/>
                    <a:gd name="connsiteX14" fmla="*/ 5259 w 38488"/>
                    <a:gd name="connsiteY14" fmla="*/ 22722 h 51322"/>
                    <a:gd name="connsiteX15" fmla="*/ 11630 w 38488"/>
                    <a:gd name="connsiteY15" fmla="*/ 18855 h 51322"/>
                    <a:gd name="connsiteX16" fmla="*/ 17185 w 38488"/>
                    <a:gd name="connsiteY16" fmla="*/ 14227 h 51322"/>
                    <a:gd name="connsiteX17" fmla="*/ 23065 w 38488"/>
                    <a:gd name="connsiteY17" fmla="*/ 9653 h 51322"/>
                    <a:gd name="connsiteX18" fmla="*/ 35536 w 38488"/>
                    <a:gd name="connsiteY18" fmla="*/ 341 h 51322"/>
                    <a:gd name="connsiteX19" fmla="*/ 38095 w 38488"/>
                    <a:gd name="connsiteY19" fmla="*/ 777 h 51322"/>
                    <a:gd name="connsiteX20" fmla="*/ 38476 w 38488"/>
                    <a:gd name="connsiteY20" fmla="*/ 1811 h 51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8488" h="51322">
                      <a:moveTo>
                        <a:pt x="38476" y="1811"/>
                      </a:moveTo>
                      <a:cubicBezTo>
                        <a:pt x="38585" y="7311"/>
                        <a:pt x="37986" y="12539"/>
                        <a:pt x="37223" y="17875"/>
                      </a:cubicBezTo>
                      <a:lnTo>
                        <a:pt x="35698" y="25662"/>
                      </a:lnTo>
                      <a:lnTo>
                        <a:pt x="33466" y="33231"/>
                      </a:lnTo>
                      <a:cubicBezTo>
                        <a:pt x="32649" y="35736"/>
                        <a:pt x="32322" y="38568"/>
                        <a:pt x="31723" y="41290"/>
                      </a:cubicBezTo>
                      <a:cubicBezTo>
                        <a:pt x="31070" y="44013"/>
                        <a:pt x="29763" y="45974"/>
                        <a:pt x="27857" y="47117"/>
                      </a:cubicBezTo>
                      <a:cubicBezTo>
                        <a:pt x="25897" y="48260"/>
                        <a:pt x="23773" y="48859"/>
                        <a:pt x="20887" y="49295"/>
                      </a:cubicBezTo>
                      <a:lnTo>
                        <a:pt x="16150" y="50003"/>
                      </a:lnTo>
                      <a:cubicBezTo>
                        <a:pt x="13971" y="50166"/>
                        <a:pt x="12447" y="50656"/>
                        <a:pt x="9724" y="51201"/>
                      </a:cubicBezTo>
                      <a:lnTo>
                        <a:pt x="9452" y="51255"/>
                      </a:lnTo>
                      <a:cubicBezTo>
                        <a:pt x="8363" y="51473"/>
                        <a:pt x="7328" y="51146"/>
                        <a:pt x="6511" y="50493"/>
                      </a:cubicBezTo>
                      <a:cubicBezTo>
                        <a:pt x="4333" y="48696"/>
                        <a:pt x="3462" y="46899"/>
                        <a:pt x="2155" y="44775"/>
                      </a:cubicBezTo>
                      <a:cubicBezTo>
                        <a:pt x="1284" y="42815"/>
                        <a:pt x="576" y="40746"/>
                        <a:pt x="358" y="38894"/>
                      </a:cubicBezTo>
                      <a:cubicBezTo>
                        <a:pt x="-350" y="34974"/>
                        <a:pt x="86" y="31543"/>
                        <a:pt x="849" y="28711"/>
                      </a:cubicBezTo>
                      <a:cubicBezTo>
                        <a:pt x="1610" y="25826"/>
                        <a:pt x="3135" y="23919"/>
                        <a:pt x="5259" y="22722"/>
                      </a:cubicBezTo>
                      <a:cubicBezTo>
                        <a:pt x="7437" y="21523"/>
                        <a:pt x="9833" y="20380"/>
                        <a:pt x="11630" y="18855"/>
                      </a:cubicBezTo>
                      <a:lnTo>
                        <a:pt x="17185" y="14227"/>
                      </a:lnTo>
                      <a:lnTo>
                        <a:pt x="23065" y="9653"/>
                      </a:lnTo>
                      <a:cubicBezTo>
                        <a:pt x="27150" y="6603"/>
                        <a:pt x="31070" y="3391"/>
                        <a:pt x="35536" y="341"/>
                      </a:cubicBezTo>
                      <a:cubicBezTo>
                        <a:pt x="36352" y="-258"/>
                        <a:pt x="37550" y="-40"/>
                        <a:pt x="38095" y="777"/>
                      </a:cubicBezTo>
                      <a:cubicBezTo>
                        <a:pt x="38312" y="1049"/>
                        <a:pt x="38421" y="1430"/>
                        <a:pt x="38476" y="1811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57" name="Forme libre : forme 1456">
                  <a:extLst>
                    <a:ext uri="{FF2B5EF4-FFF2-40B4-BE49-F238E27FC236}">
                      <a16:creationId xmlns:a16="http://schemas.microsoft.com/office/drawing/2014/main" id="{1FD7C5EA-F0F9-416E-A105-C81862AB07A3}"/>
                    </a:ext>
                  </a:extLst>
                </p:cNvPr>
                <p:cNvSpPr/>
                <p:nvPr/>
              </p:nvSpPr>
              <p:spPr>
                <a:xfrm>
                  <a:off x="8873061" y="5111851"/>
                  <a:ext cx="36148" cy="48004"/>
                </a:xfrm>
                <a:custGeom>
                  <a:avLst/>
                  <a:gdLst>
                    <a:gd name="connsiteX0" fmla="*/ 2668 w 36148"/>
                    <a:gd name="connsiteY0" fmla="*/ 273 h 48004"/>
                    <a:gd name="connsiteX1" fmla="*/ 15084 w 36148"/>
                    <a:gd name="connsiteY1" fmla="*/ 8386 h 48004"/>
                    <a:gd name="connsiteX2" fmla="*/ 20856 w 36148"/>
                    <a:gd name="connsiteY2" fmla="*/ 12797 h 48004"/>
                    <a:gd name="connsiteX3" fmla="*/ 26193 w 36148"/>
                    <a:gd name="connsiteY3" fmla="*/ 17534 h 48004"/>
                    <a:gd name="connsiteX4" fmla="*/ 32346 w 36148"/>
                    <a:gd name="connsiteY4" fmla="*/ 21836 h 48004"/>
                    <a:gd name="connsiteX5" fmla="*/ 35994 w 36148"/>
                    <a:gd name="connsiteY5" fmla="*/ 27663 h 48004"/>
                    <a:gd name="connsiteX6" fmla="*/ 35231 w 36148"/>
                    <a:gd name="connsiteY6" fmla="*/ 35885 h 48004"/>
                    <a:gd name="connsiteX7" fmla="*/ 33435 w 36148"/>
                    <a:gd name="connsiteY7" fmla="*/ 40732 h 48004"/>
                    <a:gd name="connsiteX8" fmla="*/ 30059 w 36148"/>
                    <a:gd name="connsiteY8" fmla="*/ 46395 h 48004"/>
                    <a:gd name="connsiteX9" fmla="*/ 27281 w 36148"/>
                    <a:gd name="connsiteY9" fmla="*/ 47920 h 48004"/>
                    <a:gd name="connsiteX10" fmla="*/ 27227 w 36148"/>
                    <a:gd name="connsiteY10" fmla="*/ 47920 h 48004"/>
                    <a:gd name="connsiteX11" fmla="*/ 20420 w 36148"/>
                    <a:gd name="connsiteY11" fmla="*/ 47865 h 48004"/>
                    <a:gd name="connsiteX12" fmla="*/ 15193 w 36148"/>
                    <a:gd name="connsiteY12" fmla="*/ 46994 h 48004"/>
                    <a:gd name="connsiteX13" fmla="*/ 7624 w 36148"/>
                    <a:gd name="connsiteY13" fmla="*/ 43727 h 48004"/>
                    <a:gd name="connsiteX14" fmla="*/ 4411 w 36148"/>
                    <a:gd name="connsiteY14" fmla="*/ 38009 h 48004"/>
                    <a:gd name="connsiteX15" fmla="*/ 3758 w 36148"/>
                    <a:gd name="connsiteY15" fmla="*/ 30821 h 48004"/>
                    <a:gd name="connsiteX16" fmla="*/ 2287 w 36148"/>
                    <a:gd name="connsiteY16" fmla="*/ 24014 h 48004"/>
                    <a:gd name="connsiteX17" fmla="*/ 1252 w 36148"/>
                    <a:gd name="connsiteY17" fmla="*/ 16935 h 48004"/>
                    <a:gd name="connsiteX18" fmla="*/ 0 w 36148"/>
                    <a:gd name="connsiteY18" fmla="*/ 2015 h 48004"/>
                    <a:gd name="connsiteX19" fmla="*/ 0 w 36148"/>
                    <a:gd name="connsiteY19" fmla="*/ 1906 h 48004"/>
                    <a:gd name="connsiteX20" fmla="*/ 1797 w 36148"/>
                    <a:gd name="connsiteY20" fmla="*/ 0 h 48004"/>
                    <a:gd name="connsiteX21" fmla="*/ 2668 w 36148"/>
                    <a:gd name="connsiteY21" fmla="*/ 273 h 48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6148" h="48004">
                      <a:moveTo>
                        <a:pt x="2668" y="273"/>
                      </a:moveTo>
                      <a:cubicBezTo>
                        <a:pt x="7134" y="2723"/>
                        <a:pt x="11054" y="5554"/>
                        <a:pt x="15084" y="8386"/>
                      </a:cubicBezTo>
                      <a:lnTo>
                        <a:pt x="20856" y="12797"/>
                      </a:lnTo>
                      <a:lnTo>
                        <a:pt x="26193" y="17534"/>
                      </a:lnTo>
                      <a:cubicBezTo>
                        <a:pt x="27935" y="19168"/>
                        <a:pt x="30222" y="20420"/>
                        <a:pt x="32346" y="21836"/>
                      </a:cubicBezTo>
                      <a:cubicBezTo>
                        <a:pt x="34415" y="23252"/>
                        <a:pt x="35668" y="25212"/>
                        <a:pt x="35994" y="27663"/>
                      </a:cubicBezTo>
                      <a:cubicBezTo>
                        <a:pt x="36321" y="30113"/>
                        <a:pt x="36157" y="32781"/>
                        <a:pt x="35231" y="35885"/>
                      </a:cubicBezTo>
                      <a:cubicBezTo>
                        <a:pt x="34851" y="37410"/>
                        <a:pt x="34197" y="39044"/>
                        <a:pt x="33435" y="40732"/>
                      </a:cubicBezTo>
                      <a:cubicBezTo>
                        <a:pt x="32291" y="42637"/>
                        <a:pt x="31692" y="44271"/>
                        <a:pt x="30059" y="46395"/>
                      </a:cubicBezTo>
                      <a:cubicBezTo>
                        <a:pt x="29351" y="47320"/>
                        <a:pt x="28316" y="47865"/>
                        <a:pt x="27281" y="47920"/>
                      </a:cubicBezTo>
                      <a:lnTo>
                        <a:pt x="27227" y="47920"/>
                      </a:lnTo>
                      <a:cubicBezTo>
                        <a:pt x="24450" y="48137"/>
                        <a:pt x="22707" y="47865"/>
                        <a:pt x="20420" y="47865"/>
                      </a:cubicBezTo>
                      <a:cubicBezTo>
                        <a:pt x="18514" y="47647"/>
                        <a:pt x="16718" y="47375"/>
                        <a:pt x="15193" y="46994"/>
                      </a:cubicBezTo>
                      <a:cubicBezTo>
                        <a:pt x="11980" y="46286"/>
                        <a:pt x="9584" y="45088"/>
                        <a:pt x="7624" y="43727"/>
                      </a:cubicBezTo>
                      <a:cubicBezTo>
                        <a:pt x="5663" y="42311"/>
                        <a:pt x="4628" y="40405"/>
                        <a:pt x="4411" y="38009"/>
                      </a:cubicBezTo>
                      <a:cubicBezTo>
                        <a:pt x="4248" y="35558"/>
                        <a:pt x="4302" y="33054"/>
                        <a:pt x="3758" y="30821"/>
                      </a:cubicBezTo>
                      <a:lnTo>
                        <a:pt x="2287" y="24014"/>
                      </a:lnTo>
                      <a:lnTo>
                        <a:pt x="1252" y="16935"/>
                      </a:lnTo>
                      <a:cubicBezTo>
                        <a:pt x="708" y="12089"/>
                        <a:pt x="109" y="7242"/>
                        <a:pt x="0" y="2015"/>
                      </a:cubicBezTo>
                      <a:lnTo>
                        <a:pt x="0" y="1906"/>
                      </a:lnTo>
                      <a:cubicBezTo>
                        <a:pt x="0" y="871"/>
                        <a:pt x="817" y="55"/>
                        <a:pt x="1797" y="0"/>
                      </a:cubicBezTo>
                      <a:cubicBezTo>
                        <a:pt x="2069" y="55"/>
                        <a:pt x="2396" y="109"/>
                        <a:pt x="2668" y="273"/>
                      </a:cubicBez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58" name="Forme libre : forme 1457">
                  <a:extLst>
                    <a:ext uri="{FF2B5EF4-FFF2-40B4-BE49-F238E27FC236}">
                      <a16:creationId xmlns:a16="http://schemas.microsoft.com/office/drawing/2014/main" id="{D7EEB186-1AB4-4B54-8E0B-0A97DDD39274}"/>
                    </a:ext>
                  </a:extLst>
                </p:cNvPr>
                <p:cNvSpPr/>
                <p:nvPr/>
              </p:nvSpPr>
              <p:spPr>
                <a:xfrm>
                  <a:off x="8893247" y="5089802"/>
                  <a:ext cx="57531" cy="34017"/>
                </a:xfrm>
                <a:custGeom>
                  <a:avLst/>
                  <a:gdLst>
                    <a:gd name="connsiteX0" fmla="*/ 2194 w 57531"/>
                    <a:gd name="connsiteY0" fmla="*/ 2718 h 34017"/>
                    <a:gd name="connsiteX1" fmla="*/ 17278 w 57531"/>
                    <a:gd name="connsiteY1" fmla="*/ 4461 h 34017"/>
                    <a:gd name="connsiteX2" fmla="*/ 24030 w 57531"/>
                    <a:gd name="connsiteY2" fmla="*/ 4298 h 34017"/>
                    <a:gd name="connsiteX3" fmla="*/ 30129 w 57531"/>
                    <a:gd name="connsiteY3" fmla="*/ 3535 h 34017"/>
                    <a:gd name="connsiteX4" fmla="*/ 35520 w 57531"/>
                    <a:gd name="connsiteY4" fmla="*/ 922 h 34017"/>
                    <a:gd name="connsiteX5" fmla="*/ 40258 w 57531"/>
                    <a:gd name="connsiteY5" fmla="*/ 431 h 34017"/>
                    <a:gd name="connsiteX6" fmla="*/ 46194 w 57531"/>
                    <a:gd name="connsiteY6" fmla="*/ 3971 h 34017"/>
                    <a:gd name="connsiteX7" fmla="*/ 50278 w 57531"/>
                    <a:gd name="connsiteY7" fmla="*/ 6694 h 34017"/>
                    <a:gd name="connsiteX8" fmla="*/ 52891 w 57531"/>
                    <a:gd name="connsiteY8" fmla="*/ 8490 h 34017"/>
                    <a:gd name="connsiteX9" fmla="*/ 55886 w 57531"/>
                    <a:gd name="connsiteY9" fmla="*/ 10396 h 34017"/>
                    <a:gd name="connsiteX10" fmla="*/ 55995 w 57531"/>
                    <a:gd name="connsiteY10" fmla="*/ 10451 h 34017"/>
                    <a:gd name="connsiteX11" fmla="*/ 57520 w 57531"/>
                    <a:gd name="connsiteY11" fmla="*/ 13228 h 34017"/>
                    <a:gd name="connsiteX12" fmla="*/ 56485 w 57531"/>
                    <a:gd name="connsiteY12" fmla="*/ 20307 h 34017"/>
                    <a:gd name="connsiteX13" fmla="*/ 53654 w 57531"/>
                    <a:gd name="connsiteY13" fmla="*/ 25752 h 34017"/>
                    <a:gd name="connsiteX14" fmla="*/ 45159 w 57531"/>
                    <a:gd name="connsiteY14" fmla="*/ 32777 h 34017"/>
                    <a:gd name="connsiteX15" fmla="*/ 35085 w 57531"/>
                    <a:gd name="connsiteY15" fmla="*/ 33267 h 34017"/>
                    <a:gd name="connsiteX16" fmla="*/ 25664 w 57531"/>
                    <a:gd name="connsiteY16" fmla="*/ 29292 h 34017"/>
                    <a:gd name="connsiteX17" fmla="*/ 17333 w 57531"/>
                    <a:gd name="connsiteY17" fmla="*/ 24936 h 34017"/>
                    <a:gd name="connsiteX18" fmla="*/ 10308 w 57531"/>
                    <a:gd name="connsiteY18" fmla="*/ 19218 h 34017"/>
                    <a:gd name="connsiteX19" fmla="*/ 180 w 57531"/>
                    <a:gd name="connsiteY19" fmla="*/ 5278 h 34017"/>
                    <a:gd name="connsiteX20" fmla="*/ 1051 w 57531"/>
                    <a:gd name="connsiteY20" fmla="*/ 2827 h 34017"/>
                    <a:gd name="connsiteX21" fmla="*/ 2194 w 57531"/>
                    <a:gd name="connsiteY21" fmla="*/ 2718 h 34017"/>
                    <a:gd name="connsiteX22" fmla="*/ 2194 w 57531"/>
                    <a:gd name="connsiteY22" fmla="*/ 2718 h 34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7531" h="34017">
                      <a:moveTo>
                        <a:pt x="2194" y="2718"/>
                      </a:moveTo>
                      <a:cubicBezTo>
                        <a:pt x="7585" y="3644"/>
                        <a:pt x="12541" y="4406"/>
                        <a:pt x="17278" y="4461"/>
                      </a:cubicBezTo>
                      <a:cubicBezTo>
                        <a:pt x="19620" y="4570"/>
                        <a:pt x="21852" y="4515"/>
                        <a:pt x="24030" y="4298"/>
                      </a:cubicBezTo>
                      <a:cubicBezTo>
                        <a:pt x="26154" y="4243"/>
                        <a:pt x="28169" y="3971"/>
                        <a:pt x="30129" y="3535"/>
                      </a:cubicBezTo>
                      <a:cubicBezTo>
                        <a:pt x="32035" y="3154"/>
                        <a:pt x="33887" y="2010"/>
                        <a:pt x="35520" y="922"/>
                      </a:cubicBezTo>
                      <a:cubicBezTo>
                        <a:pt x="37154" y="-113"/>
                        <a:pt x="38570" y="-277"/>
                        <a:pt x="40258" y="431"/>
                      </a:cubicBezTo>
                      <a:cubicBezTo>
                        <a:pt x="41946" y="1139"/>
                        <a:pt x="43797" y="2283"/>
                        <a:pt x="46194" y="3971"/>
                      </a:cubicBezTo>
                      <a:lnTo>
                        <a:pt x="50278" y="6694"/>
                      </a:lnTo>
                      <a:cubicBezTo>
                        <a:pt x="51094" y="7293"/>
                        <a:pt x="51965" y="7891"/>
                        <a:pt x="52891" y="8490"/>
                      </a:cubicBezTo>
                      <a:cubicBezTo>
                        <a:pt x="53763" y="8981"/>
                        <a:pt x="54743" y="9634"/>
                        <a:pt x="55886" y="10396"/>
                      </a:cubicBezTo>
                      <a:lnTo>
                        <a:pt x="55995" y="10451"/>
                      </a:lnTo>
                      <a:cubicBezTo>
                        <a:pt x="56975" y="11104"/>
                        <a:pt x="57465" y="12139"/>
                        <a:pt x="57520" y="13228"/>
                      </a:cubicBezTo>
                      <a:cubicBezTo>
                        <a:pt x="57629" y="16060"/>
                        <a:pt x="56975" y="17911"/>
                        <a:pt x="56485" y="20307"/>
                      </a:cubicBezTo>
                      <a:cubicBezTo>
                        <a:pt x="55777" y="22322"/>
                        <a:pt x="54852" y="24228"/>
                        <a:pt x="53654" y="25752"/>
                      </a:cubicBezTo>
                      <a:cubicBezTo>
                        <a:pt x="51366" y="29020"/>
                        <a:pt x="48371" y="31307"/>
                        <a:pt x="45159" y="32777"/>
                      </a:cubicBezTo>
                      <a:cubicBezTo>
                        <a:pt x="41946" y="34247"/>
                        <a:pt x="38406" y="34410"/>
                        <a:pt x="35085" y="33267"/>
                      </a:cubicBezTo>
                      <a:cubicBezTo>
                        <a:pt x="31763" y="32123"/>
                        <a:pt x="28659" y="30490"/>
                        <a:pt x="25664" y="29292"/>
                      </a:cubicBezTo>
                      <a:cubicBezTo>
                        <a:pt x="22724" y="28039"/>
                        <a:pt x="19946" y="26569"/>
                        <a:pt x="17333" y="24936"/>
                      </a:cubicBezTo>
                      <a:cubicBezTo>
                        <a:pt x="14774" y="23138"/>
                        <a:pt x="12432" y="21233"/>
                        <a:pt x="10308" y="19218"/>
                      </a:cubicBezTo>
                      <a:cubicBezTo>
                        <a:pt x="6116" y="15025"/>
                        <a:pt x="2631" y="10451"/>
                        <a:pt x="180" y="5278"/>
                      </a:cubicBezTo>
                      <a:cubicBezTo>
                        <a:pt x="-256" y="4352"/>
                        <a:pt x="125" y="3263"/>
                        <a:pt x="1051" y="2827"/>
                      </a:cubicBezTo>
                      <a:cubicBezTo>
                        <a:pt x="1378" y="2718"/>
                        <a:pt x="1759" y="2664"/>
                        <a:pt x="2194" y="2718"/>
                      </a:cubicBezTo>
                      <a:lnTo>
                        <a:pt x="2194" y="2718"/>
                      </a:ln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59" name="Forme libre : forme 1458">
                  <a:extLst>
                    <a:ext uri="{FF2B5EF4-FFF2-40B4-BE49-F238E27FC236}">
                      <a16:creationId xmlns:a16="http://schemas.microsoft.com/office/drawing/2014/main" id="{349947F5-8E09-434F-9C25-2B9C8430A897}"/>
                    </a:ext>
                  </a:extLst>
                </p:cNvPr>
                <p:cNvSpPr/>
                <p:nvPr/>
              </p:nvSpPr>
              <p:spPr>
                <a:xfrm>
                  <a:off x="8912853" y="5055286"/>
                  <a:ext cx="54461" cy="33420"/>
                </a:xfrm>
                <a:custGeom>
                  <a:avLst/>
                  <a:gdLst>
                    <a:gd name="connsiteX0" fmla="*/ 1485 w 54461"/>
                    <a:gd name="connsiteY0" fmla="*/ 19591 h 33420"/>
                    <a:gd name="connsiteX1" fmla="*/ 13683 w 54461"/>
                    <a:gd name="connsiteY1" fmla="*/ 13982 h 33420"/>
                    <a:gd name="connsiteX2" fmla="*/ 18964 w 54461"/>
                    <a:gd name="connsiteY2" fmla="*/ 10443 h 33420"/>
                    <a:gd name="connsiteX3" fmla="*/ 24301 w 54461"/>
                    <a:gd name="connsiteY3" fmla="*/ 6903 h 33420"/>
                    <a:gd name="connsiteX4" fmla="*/ 29855 w 54461"/>
                    <a:gd name="connsiteY4" fmla="*/ 2111 h 33420"/>
                    <a:gd name="connsiteX5" fmla="*/ 36934 w 54461"/>
                    <a:gd name="connsiteY5" fmla="*/ 96 h 33420"/>
                    <a:gd name="connsiteX6" fmla="*/ 45701 w 54461"/>
                    <a:gd name="connsiteY6" fmla="*/ 3309 h 33420"/>
                    <a:gd name="connsiteX7" fmla="*/ 50112 w 54461"/>
                    <a:gd name="connsiteY7" fmla="*/ 6849 h 33420"/>
                    <a:gd name="connsiteX8" fmla="*/ 54087 w 54461"/>
                    <a:gd name="connsiteY8" fmla="*/ 12512 h 33420"/>
                    <a:gd name="connsiteX9" fmla="*/ 54141 w 54461"/>
                    <a:gd name="connsiteY9" fmla="*/ 15671 h 33420"/>
                    <a:gd name="connsiteX10" fmla="*/ 54087 w 54461"/>
                    <a:gd name="connsiteY10" fmla="*/ 15779 h 33420"/>
                    <a:gd name="connsiteX11" fmla="*/ 52616 w 54461"/>
                    <a:gd name="connsiteY11" fmla="*/ 18883 h 33420"/>
                    <a:gd name="connsiteX12" fmla="*/ 51310 w 54461"/>
                    <a:gd name="connsiteY12" fmla="*/ 21715 h 33420"/>
                    <a:gd name="connsiteX13" fmla="*/ 49023 w 54461"/>
                    <a:gd name="connsiteY13" fmla="*/ 26017 h 33420"/>
                    <a:gd name="connsiteX14" fmla="*/ 44503 w 54461"/>
                    <a:gd name="connsiteY14" fmla="*/ 31843 h 33420"/>
                    <a:gd name="connsiteX15" fmla="*/ 38513 w 54461"/>
                    <a:gd name="connsiteY15" fmla="*/ 33259 h 33420"/>
                    <a:gd name="connsiteX16" fmla="*/ 31053 w 54461"/>
                    <a:gd name="connsiteY16" fmla="*/ 32115 h 33420"/>
                    <a:gd name="connsiteX17" fmla="*/ 23266 w 54461"/>
                    <a:gd name="connsiteY17" fmla="*/ 31734 h 33420"/>
                    <a:gd name="connsiteX18" fmla="*/ 15207 w 54461"/>
                    <a:gd name="connsiteY18" fmla="*/ 30264 h 33420"/>
                    <a:gd name="connsiteX19" fmla="*/ 559 w 54461"/>
                    <a:gd name="connsiteY19" fmla="*/ 22749 h 33420"/>
                    <a:gd name="connsiteX20" fmla="*/ 504 w 54461"/>
                    <a:gd name="connsiteY20" fmla="*/ 20136 h 33420"/>
                    <a:gd name="connsiteX21" fmla="*/ 1321 w 54461"/>
                    <a:gd name="connsiteY21" fmla="*/ 19646 h 33420"/>
                    <a:gd name="connsiteX22" fmla="*/ 1485 w 54461"/>
                    <a:gd name="connsiteY22" fmla="*/ 19591 h 33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4461" h="33420">
                      <a:moveTo>
                        <a:pt x="1485" y="19591"/>
                      </a:moveTo>
                      <a:cubicBezTo>
                        <a:pt x="6277" y="18230"/>
                        <a:pt x="10088" y="16324"/>
                        <a:pt x="13683" y="13982"/>
                      </a:cubicBezTo>
                      <a:cubicBezTo>
                        <a:pt x="15479" y="12893"/>
                        <a:pt x="17222" y="11695"/>
                        <a:pt x="18964" y="10443"/>
                      </a:cubicBezTo>
                      <a:cubicBezTo>
                        <a:pt x="20707" y="9354"/>
                        <a:pt x="22504" y="8156"/>
                        <a:pt x="24301" y="6903"/>
                      </a:cubicBezTo>
                      <a:cubicBezTo>
                        <a:pt x="26152" y="5705"/>
                        <a:pt x="27895" y="3800"/>
                        <a:pt x="29855" y="2111"/>
                      </a:cubicBezTo>
                      <a:cubicBezTo>
                        <a:pt x="31815" y="478"/>
                        <a:pt x="34211" y="-284"/>
                        <a:pt x="36934" y="96"/>
                      </a:cubicBezTo>
                      <a:cubicBezTo>
                        <a:pt x="39656" y="423"/>
                        <a:pt x="42652" y="1349"/>
                        <a:pt x="45701" y="3309"/>
                      </a:cubicBezTo>
                      <a:cubicBezTo>
                        <a:pt x="47171" y="4181"/>
                        <a:pt x="48696" y="5433"/>
                        <a:pt x="50112" y="6849"/>
                      </a:cubicBezTo>
                      <a:cubicBezTo>
                        <a:pt x="51582" y="8700"/>
                        <a:pt x="52889" y="10007"/>
                        <a:pt x="54087" y="12512"/>
                      </a:cubicBezTo>
                      <a:cubicBezTo>
                        <a:pt x="54577" y="13547"/>
                        <a:pt x="54577" y="14690"/>
                        <a:pt x="54141" y="15671"/>
                      </a:cubicBezTo>
                      <a:lnTo>
                        <a:pt x="54087" y="15779"/>
                      </a:lnTo>
                      <a:cubicBezTo>
                        <a:pt x="53542" y="16977"/>
                        <a:pt x="53053" y="18067"/>
                        <a:pt x="52616" y="18883"/>
                      </a:cubicBezTo>
                      <a:cubicBezTo>
                        <a:pt x="52181" y="19809"/>
                        <a:pt x="51746" y="20789"/>
                        <a:pt x="51310" y="21715"/>
                      </a:cubicBezTo>
                      <a:cubicBezTo>
                        <a:pt x="50493" y="23348"/>
                        <a:pt x="49731" y="24873"/>
                        <a:pt x="49023" y="26017"/>
                      </a:cubicBezTo>
                      <a:cubicBezTo>
                        <a:pt x="47553" y="28631"/>
                        <a:pt x="46137" y="30427"/>
                        <a:pt x="44503" y="31843"/>
                      </a:cubicBezTo>
                      <a:cubicBezTo>
                        <a:pt x="42870" y="33259"/>
                        <a:pt x="40909" y="33695"/>
                        <a:pt x="38513" y="33259"/>
                      </a:cubicBezTo>
                      <a:cubicBezTo>
                        <a:pt x="36117" y="32769"/>
                        <a:pt x="33558" y="32170"/>
                        <a:pt x="31053" y="32115"/>
                      </a:cubicBezTo>
                      <a:cubicBezTo>
                        <a:pt x="28494" y="32061"/>
                        <a:pt x="25880" y="31952"/>
                        <a:pt x="23266" y="31734"/>
                      </a:cubicBezTo>
                      <a:cubicBezTo>
                        <a:pt x="20598" y="31353"/>
                        <a:pt x="17875" y="30918"/>
                        <a:pt x="15207" y="30264"/>
                      </a:cubicBezTo>
                      <a:cubicBezTo>
                        <a:pt x="9870" y="28794"/>
                        <a:pt x="4479" y="26561"/>
                        <a:pt x="559" y="22749"/>
                      </a:cubicBezTo>
                      <a:cubicBezTo>
                        <a:pt x="-149" y="22042"/>
                        <a:pt x="-203" y="20843"/>
                        <a:pt x="504" y="20136"/>
                      </a:cubicBezTo>
                      <a:cubicBezTo>
                        <a:pt x="723" y="19918"/>
                        <a:pt x="994" y="19755"/>
                        <a:pt x="1321" y="19646"/>
                      </a:cubicBezTo>
                      <a:lnTo>
                        <a:pt x="1485" y="19591"/>
                      </a:ln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60" name="Forme libre : forme 1459">
                  <a:extLst>
                    <a:ext uri="{FF2B5EF4-FFF2-40B4-BE49-F238E27FC236}">
                      <a16:creationId xmlns:a16="http://schemas.microsoft.com/office/drawing/2014/main" id="{1CCE5DD6-777F-4756-84E9-1DD2E2B26DC7}"/>
                    </a:ext>
                  </a:extLst>
                </p:cNvPr>
                <p:cNvSpPr/>
                <p:nvPr/>
              </p:nvSpPr>
              <p:spPr>
                <a:xfrm>
                  <a:off x="8891064" y="5015263"/>
                  <a:ext cx="39160" cy="45030"/>
                </a:xfrm>
                <a:custGeom>
                  <a:avLst/>
                  <a:gdLst>
                    <a:gd name="connsiteX0" fmla="*/ 184 w 39160"/>
                    <a:gd name="connsiteY0" fmla="*/ 42352 h 45030"/>
                    <a:gd name="connsiteX1" fmla="*/ 4650 w 39160"/>
                    <a:gd name="connsiteY1" fmla="*/ 29392 h 45030"/>
                    <a:gd name="connsiteX2" fmla="*/ 6338 w 39160"/>
                    <a:gd name="connsiteY2" fmla="*/ 23075 h 45030"/>
                    <a:gd name="connsiteX3" fmla="*/ 8244 w 39160"/>
                    <a:gd name="connsiteY3" fmla="*/ 16813 h 45030"/>
                    <a:gd name="connsiteX4" fmla="*/ 9496 w 39160"/>
                    <a:gd name="connsiteY4" fmla="*/ 9680 h 45030"/>
                    <a:gd name="connsiteX5" fmla="*/ 14288 w 39160"/>
                    <a:gd name="connsiteY5" fmla="*/ 3200 h 45030"/>
                    <a:gd name="connsiteX6" fmla="*/ 24580 w 39160"/>
                    <a:gd name="connsiteY6" fmla="*/ 42 h 45030"/>
                    <a:gd name="connsiteX7" fmla="*/ 30896 w 39160"/>
                    <a:gd name="connsiteY7" fmla="*/ 858 h 45030"/>
                    <a:gd name="connsiteX8" fmla="*/ 36887 w 39160"/>
                    <a:gd name="connsiteY8" fmla="*/ 4779 h 45030"/>
                    <a:gd name="connsiteX9" fmla="*/ 37757 w 39160"/>
                    <a:gd name="connsiteY9" fmla="*/ 7502 h 45030"/>
                    <a:gd name="connsiteX10" fmla="*/ 37703 w 39160"/>
                    <a:gd name="connsiteY10" fmla="*/ 7937 h 45030"/>
                    <a:gd name="connsiteX11" fmla="*/ 37595 w 39160"/>
                    <a:gd name="connsiteY11" fmla="*/ 14200 h 45030"/>
                    <a:gd name="connsiteX12" fmla="*/ 38302 w 39160"/>
                    <a:gd name="connsiteY12" fmla="*/ 18501 h 45030"/>
                    <a:gd name="connsiteX13" fmla="*/ 39119 w 39160"/>
                    <a:gd name="connsiteY13" fmla="*/ 24437 h 45030"/>
                    <a:gd name="connsiteX14" fmla="*/ 35906 w 39160"/>
                    <a:gd name="connsiteY14" fmla="*/ 28412 h 45030"/>
                    <a:gd name="connsiteX15" fmla="*/ 29535 w 39160"/>
                    <a:gd name="connsiteY15" fmla="*/ 32006 h 45030"/>
                    <a:gd name="connsiteX16" fmla="*/ 23600 w 39160"/>
                    <a:gd name="connsiteY16" fmla="*/ 36308 h 45030"/>
                    <a:gd name="connsiteX17" fmla="*/ 16956 w 39160"/>
                    <a:gd name="connsiteY17" fmla="*/ 40174 h 45030"/>
                    <a:gd name="connsiteX18" fmla="*/ 2091 w 39160"/>
                    <a:gd name="connsiteY18" fmla="*/ 45020 h 45030"/>
                    <a:gd name="connsiteX19" fmla="*/ 21 w 39160"/>
                    <a:gd name="connsiteY19" fmla="*/ 43332 h 45030"/>
                    <a:gd name="connsiteX20" fmla="*/ 130 w 39160"/>
                    <a:gd name="connsiteY20" fmla="*/ 42407 h 45030"/>
                    <a:gd name="connsiteX21" fmla="*/ 184 w 39160"/>
                    <a:gd name="connsiteY21" fmla="*/ 42352 h 45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9160" h="45030">
                      <a:moveTo>
                        <a:pt x="184" y="42352"/>
                      </a:moveTo>
                      <a:cubicBezTo>
                        <a:pt x="2145" y="37778"/>
                        <a:pt x="3561" y="33694"/>
                        <a:pt x="4650" y="29392"/>
                      </a:cubicBezTo>
                      <a:cubicBezTo>
                        <a:pt x="5249" y="27323"/>
                        <a:pt x="5793" y="25254"/>
                        <a:pt x="6338" y="23075"/>
                      </a:cubicBezTo>
                      <a:lnTo>
                        <a:pt x="8244" y="16813"/>
                      </a:lnTo>
                      <a:cubicBezTo>
                        <a:pt x="8897" y="14690"/>
                        <a:pt x="9060" y="12185"/>
                        <a:pt x="9496" y="9680"/>
                      </a:cubicBezTo>
                      <a:cubicBezTo>
                        <a:pt x="10041" y="7120"/>
                        <a:pt x="11566" y="4834"/>
                        <a:pt x="14288" y="3200"/>
                      </a:cubicBezTo>
                      <a:cubicBezTo>
                        <a:pt x="16956" y="1566"/>
                        <a:pt x="20442" y="151"/>
                        <a:pt x="24580" y="42"/>
                      </a:cubicBezTo>
                      <a:cubicBezTo>
                        <a:pt x="26540" y="-122"/>
                        <a:pt x="28772" y="205"/>
                        <a:pt x="30896" y="858"/>
                      </a:cubicBezTo>
                      <a:cubicBezTo>
                        <a:pt x="33129" y="1893"/>
                        <a:pt x="35089" y="2710"/>
                        <a:pt x="36887" y="4779"/>
                      </a:cubicBezTo>
                      <a:cubicBezTo>
                        <a:pt x="37595" y="5541"/>
                        <a:pt x="37867" y="6576"/>
                        <a:pt x="37757" y="7502"/>
                      </a:cubicBezTo>
                      <a:lnTo>
                        <a:pt x="37703" y="7937"/>
                      </a:lnTo>
                      <a:cubicBezTo>
                        <a:pt x="37431" y="10660"/>
                        <a:pt x="37268" y="12130"/>
                        <a:pt x="37595" y="14200"/>
                      </a:cubicBezTo>
                      <a:cubicBezTo>
                        <a:pt x="37757" y="15833"/>
                        <a:pt x="38085" y="17303"/>
                        <a:pt x="38302" y="18501"/>
                      </a:cubicBezTo>
                      <a:cubicBezTo>
                        <a:pt x="38956" y="21006"/>
                        <a:pt x="39282" y="22749"/>
                        <a:pt x="39119" y="24437"/>
                      </a:cubicBezTo>
                      <a:cubicBezTo>
                        <a:pt x="38956" y="26071"/>
                        <a:pt x="37921" y="27377"/>
                        <a:pt x="35906" y="28412"/>
                      </a:cubicBezTo>
                      <a:cubicBezTo>
                        <a:pt x="33782" y="29501"/>
                        <a:pt x="31441" y="30590"/>
                        <a:pt x="29535" y="32006"/>
                      </a:cubicBezTo>
                      <a:lnTo>
                        <a:pt x="23600" y="36308"/>
                      </a:lnTo>
                      <a:cubicBezTo>
                        <a:pt x="21421" y="37669"/>
                        <a:pt x="19243" y="38976"/>
                        <a:pt x="16956" y="40174"/>
                      </a:cubicBezTo>
                      <a:cubicBezTo>
                        <a:pt x="12273" y="42461"/>
                        <a:pt x="7318" y="44476"/>
                        <a:pt x="2091" y="45020"/>
                      </a:cubicBezTo>
                      <a:cubicBezTo>
                        <a:pt x="1056" y="45129"/>
                        <a:pt x="130" y="44367"/>
                        <a:pt x="21" y="43332"/>
                      </a:cubicBezTo>
                      <a:cubicBezTo>
                        <a:pt x="-33" y="43006"/>
                        <a:pt x="21" y="42679"/>
                        <a:pt x="130" y="42407"/>
                      </a:cubicBezTo>
                      <a:lnTo>
                        <a:pt x="184" y="42352"/>
                      </a:lnTo>
                      <a:close/>
                    </a:path>
                  </a:pathLst>
                </a:custGeom>
                <a:noFill/>
                <a:ln w="2722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461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855862" y="5086909"/>
                <a:ext cx="44120" cy="63049"/>
                <a:chOff x="8855862" y="5086909"/>
                <a:chExt cx="44120" cy="63049"/>
              </a:xfrm>
              <a:solidFill>
                <a:schemeClr val="accent1"/>
              </a:solidFill>
            </p:grpSpPr>
            <p:sp>
              <p:nvSpPr>
                <p:cNvPr id="1462" name="Forme libre : forme 1461">
                  <a:extLst>
                    <a:ext uri="{FF2B5EF4-FFF2-40B4-BE49-F238E27FC236}">
                      <a16:creationId xmlns:a16="http://schemas.microsoft.com/office/drawing/2014/main" id="{A61ADF1F-8EA6-4A45-AB14-AFFCD5A72398}"/>
                    </a:ext>
                  </a:extLst>
                </p:cNvPr>
                <p:cNvSpPr/>
                <p:nvPr/>
              </p:nvSpPr>
              <p:spPr>
                <a:xfrm>
                  <a:off x="8856025" y="5086913"/>
                  <a:ext cx="43957" cy="63032"/>
                </a:xfrm>
                <a:custGeom>
                  <a:avLst/>
                  <a:gdLst>
                    <a:gd name="connsiteX0" fmla="*/ 1627 w 43957"/>
                    <a:gd name="connsiteY0" fmla="*/ 53 h 63032"/>
                    <a:gd name="connsiteX1" fmla="*/ 19270 w 43957"/>
                    <a:gd name="connsiteY1" fmla="*/ 9800 h 63032"/>
                    <a:gd name="connsiteX2" fmla="*/ 26675 w 43957"/>
                    <a:gd name="connsiteY2" fmla="*/ 16824 h 63032"/>
                    <a:gd name="connsiteX3" fmla="*/ 33047 w 43957"/>
                    <a:gd name="connsiteY3" fmla="*/ 24611 h 63032"/>
                    <a:gd name="connsiteX4" fmla="*/ 39472 w 43957"/>
                    <a:gd name="connsiteY4" fmla="*/ 32180 h 63032"/>
                    <a:gd name="connsiteX5" fmla="*/ 43447 w 43957"/>
                    <a:gd name="connsiteY5" fmla="*/ 40512 h 63032"/>
                    <a:gd name="connsiteX6" fmla="*/ 43774 w 43957"/>
                    <a:gd name="connsiteY6" fmla="*/ 50150 h 63032"/>
                    <a:gd name="connsiteX7" fmla="*/ 40888 w 43957"/>
                    <a:gd name="connsiteY7" fmla="*/ 61694 h 63032"/>
                    <a:gd name="connsiteX8" fmla="*/ 40888 w 43957"/>
                    <a:gd name="connsiteY8" fmla="*/ 61749 h 63032"/>
                    <a:gd name="connsiteX9" fmla="*/ 38655 w 43957"/>
                    <a:gd name="connsiteY9" fmla="*/ 63001 h 63032"/>
                    <a:gd name="connsiteX10" fmla="*/ 27220 w 43957"/>
                    <a:gd name="connsiteY10" fmla="*/ 58318 h 63032"/>
                    <a:gd name="connsiteX11" fmla="*/ 19705 w 43957"/>
                    <a:gd name="connsiteY11" fmla="*/ 51348 h 63032"/>
                    <a:gd name="connsiteX12" fmla="*/ 16057 w 43957"/>
                    <a:gd name="connsiteY12" fmla="*/ 43016 h 63032"/>
                    <a:gd name="connsiteX13" fmla="*/ 14478 w 43957"/>
                    <a:gd name="connsiteY13" fmla="*/ 34086 h 63032"/>
                    <a:gd name="connsiteX14" fmla="*/ 11918 w 43957"/>
                    <a:gd name="connsiteY14" fmla="*/ 25864 h 63032"/>
                    <a:gd name="connsiteX15" fmla="*/ 8978 w 43957"/>
                    <a:gd name="connsiteY15" fmla="*/ 17750 h 63032"/>
                    <a:gd name="connsiteX16" fmla="*/ 265 w 43957"/>
                    <a:gd name="connsiteY16" fmla="*/ 2176 h 63032"/>
                    <a:gd name="connsiteX17" fmla="*/ 265 w 43957"/>
                    <a:gd name="connsiteY17" fmla="*/ 2176 h 63032"/>
                    <a:gd name="connsiteX18" fmla="*/ 537 w 43957"/>
                    <a:gd name="connsiteY18" fmla="*/ 270 h 63032"/>
                    <a:gd name="connsiteX19" fmla="*/ 1627 w 43957"/>
                    <a:gd name="connsiteY19" fmla="*/ 53 h 63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3957" h="63032">
                      <a:moveTo>
                        <a:pt x="1627" y="53"/>
                      </a:moveTo>
                      <a:cubicBezTo>
                        <a:pt x="8052" y="1849"/>
                        <a:pt x="13933" y="5498"/>
                        <a:pt x="19270" y="9800"/>
                      </a:cubicBezTo>
                      <a:cubicBezTo>
                        <a:pt x="21883" y="11978"/>
                        <a:pt x="24333" y="14374"/>
                        <a:pt x="26675" y="16824"/>
                      </a:cubicBezTo>
                      <a:cubicBezTo>
                        <a:pt x="28908" y="19329"/>
                        <a:pt x="31032" y="21943"/>
                        <a:pt x="33047" y="24611"/>
                      </a:cubicBezTo>
                      <a:cubicBezTo>
                        <a:pt x="35007" y="27280"/>
                        <a:pt x="37348" y="29730"/>
                        <a:pt x="39472" y="32180"/>
                      </a:cubicBezTo>
                      <a:cubicBezTo>
                        <a:pt x="41541" y="34685"/>
                        <a:pt x="42902" y="37462"/>
                        <a:pt x="43447" y="40512"/>
                      </a:cubicBezTo>
                      <a:cubicBezTo>
                        <a:pt x="43992" y="43561"/>
                        <a:pt x="44100" y="46774"/>
                        <a:pt x="43774" y="50150"/>
                      </a:cubicBezTo>
                      <a:cubicBezTo>
                        <a:pt x="43338" y="53635"/>
                        <a:pt x="42685" y="57229"/>
                        <a:pt x="40888" y="61694"/>
                      </a:cubicBezTo>
                      <a:lnTo>
                        <a:pt x="40888" y="61749"/>
                      </a:lnTo>
                      <a:cubicBezTo>
                        <a:pt x="40507" y="62675"/>
                        <a:pt x="39581" y="63164"/>
                        <a:pt x="38655" y="63001"/>
                      </a:cubicBezTo>
                      <a:cubicBezTo>
                        <a:pt x="33863" y="62184"/>
                        <a:pt x="30324" y="60333"/>
                        <a:pt x="27220" y="58318"/>
                      </a:cubicBezTo>
                      <a:cubicBezTo>
                        <a:pt x="24171" y="56249"/>
                        <a:pt x="21720" y="53853"/>
                        <a:pt x="19705" y="51348"/>
                      </a:cubicBezTo>
                      <a:cubicBezTo>
                        <a:pt x="17690" y="48843"/>
                        <a:pt x="16492" y="46066"/>
                        <a:pt x="16057" y="43016"/>
                      </a:cubicBezTo>
                      <a:cubicBezTo>
                        <a:pt x="15621" y="39967"/>
                        <a:pt x="15295" y="36863"/>
                        <a:pt x="14478" y="34086"/>
                      </a:cubicBezTo>
                      <a:cubicBezTo>
                        <a:pt x="13715" y="31309"/>
                        <a:pt x="12844" y="28532"/>
                        <a:pt x="11918" y="25864"/>
                      </a:cubicBezTo>
                      <a:cubicBezTo>
                        <a:pt x="11047" y="23087"/>
                        <a:pt x="10121" y="20364"/>
                        <a:pt x="8978" y="17750"/>
                      </a:cubicBezTo>
                      <a:cubicBezTo>
                        <a:pt x="6854" y="12359"/>
                        <a:pt x="4022" y="7240"/>
                        <a:pt x="265" y="2176"/>
                      </a:cubicBezTo>
                      <a:lnTo>
                        <a:pt x="265" y="2176"/>
                      </a:lnTo>
                      <a:cubicBezTo>
                        <a:pt x="-171" y="1577"/>
                        <a:pt x="-62" y="706"/>
                        <a:pt x="537" y="270"/>
                      </a:cubicBezTo>
                      <a:cubicBezTo>
                        <a:pt x="755" y="-2"/>
                        <a:pt x="1191" y="-56"/>
                        <a:pt x="1627" y="53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63" name="Forme libre : forme 1462">
                  <a:extLst>
                    <a:ext uri="{FF2B5EF4-FFF2-40B4-BE49-F238E27FC236}">
                      <a16:creationId xmlns:a16="http://schemas.microsoft.com/office/drawing/2014/main" id="{1AD3091E-46ED-4872-951E-E4E5D6BC7500}"/>
                    </a:ext>
                  </a:extLst>
                </p:cNvPr>
                <p:cNvSpPr/>
                <p:nvPr/>
              </p:nvSpPr>
              <p:spPr>
                <a:xfrm>
                  <a:off x="8855862" y="5086909"/>
                  <a:ext cx="44066" cy="63049"/>
                </a:xfrm>
                <a:custGeom>
                  <a:avLst/>
                  <a:gdLst>
                    <a:gd name="connsiteX0" fmla="*/ 37620 w 44066"/>
                    <a:gd name="connsiteY0" fmla="*/ 58322 h 63049"/>
                    <a:gd name="connsiteX1" fmla="*/ 29779 w 44066"/>
                    <a:gd name="connsiteY1" fmla="*/ 54728 h 63049"/>
                    <a:gd name="connsiteX2" fmla="*/ 23244 w 44066"/>
                    <a:gd name="connsiteY2" fmla="*/ 48684 h 63049"/>
                    <a:gd name="connsiteX3" fmla="*/ 20467 w 44066"/>
                    <a:gd name="connsiteY3" fmla="*/ 42422 h 63049"/>
                    <a:gd name="connsiteX4" fmla="*/ 20195 w 44066"/>
                    <a:gd name="connsiteY4" fmla="*/ 40679 h 63049"/>
                    <a:gd name="connsiteX5" fmla="*/ 18779 w 44066"/>
                    <a:gd name="connsiteY5" fmla="*/ 32947 h 63049"/>
                    <a:gd name="connsiteX6" fmla="*/ 16165 w 44066"/>
                    <a:gd name="connsiteY6" fmla="*/ 24561 h 63049"/>
                    <a:gd name="connsiteX7" fmla="*/ 13116 w 44066"/>
                    <a:gd name="connsiteY7" fmla="*/ 16120 h 63049"/>
                    <a:gd name="connsiteX8" fmla="*/ 9250 w 44066"/>
                    <a:gd name="connsiteY8" fmla="*/ 7952 h 63049"/>
                    <a:gd name="connsiteX9" fmla="*/ 16601 w 44066"/>
                    <a:gd name="connsiteY9" fmla="*/ 13071 h 63049"/>
                    <a:gd name="connsiteX10" fmla="*/ 23571 w 44066"/>
                    <a:gd name="connsiteY10" fmla="*/ 19660 h 63049"/>
                    <a:gd name="connsiteX11" fmla="*/ 29724 w 44066"/>
                    <a:gd name="connsiteY11" fmla="*/ 27175 h 63049"/>
                    <a:gd name="connsiteX12" fmla="*/ 34353 w 44066"/>
                    <a:gd name="connsiteY12" fmla="*/ 32729 h 63049"/>
                    <a:gd name="connsiteX13" fmla="*/ 36313 w 44066"/>
                    <a:gd name="connsiteY13" fmla="*/ 34961 h 63049"/>
                    <a:gd name="connsiteX14" fmla="*/ 39363 w 44066"/>
                    <a:gd name="connsiteY14" fmla="*/ 41332 h 63049"/>
                    <a:gd name="connsiteX15" fmla="*/ 39635 w 44066"/>
                    <a:gd name="connsiteY15" fmla="*/ 49664 h 63049"/>
                    <a:gd name="connsiteX16" fmla="*/ 37620 w 44066"/>
                    <a:gd name="connsiteY16" fmla="*/ 58322 h 63049"/>
                    <a:gd name="connsiteX17" fmla="*/ 40071 w 44066"/>
                    <a:gd name="connsiteY17" fmla="*/ 62842 h 63049"/>
                    <a:gd name="connsiteX18" fmla="*/ 40996 w 44066"/>
                    <a:gd name="connsiteY18" fmla="*/ 61753 h 63049"/>
                    <a:gd name="connsiteX19" fmla="*/ 40996 w 44066"/>
                    <a:gd name="connsiteY19" fmla="*/ 61698 h 63049"/>
                    <a:gd name="connsiteX20" fmla="*/ 43882 w 44066"/>
                    <a:gd name="connsiteY20" fmla="*/ 50154 h 63049"/>
                    <a:gd name="connsiteX21" fmla="*/ 43555 w 44066"/>
                    <a:gd name="connsiteY21" fmla="*/ 40516 h 63049"/>
                    <a:gd name="connsiteX22" fmla="*/ 39580 w 44066"/>
                    <a:gd name="connsiteY22" fmla="*/ 32184 h 63049"/>
                    <a:gd name="connsiteX23" fmla="*/ 33155 w 44066"/>
                    <a:gd name="connsiteY23" fmla="*/ 24615 h 63049"/>
                    <a:gd name="connsiteX24" fmla="*/ 26784 w 44066"/>
                    <a:gd name="connsiteY24" fmla="*/ 16828 h 63049"/>
                    <a:gd name="connsiteX25" fmla="*/ 19378 w 44066"/>
                    <a:gd name="connsiteY25" fmla="*/ 9804 h 63049"/>
                    <a:gd name="connsiteX26" fmla="*/ 1735 w 44066"/>
                    <a:gd name="connsiteY26" fmla="*/ 57 h 63049"/>
                    <a:gd name="connsiteX27" fmla="*/ 700 w 44066"/>
                    <a:gd name="connsiteY27" fmla="*/ 165 h 63049"/>
                    <a:gd name="connsiteX28" fmla="*/ 537 w 44066"/>
                    <a:gd name="connsiteY28" fmla="*/ 274 h 63049"/>
                    <a:gd name="connsiteX29" fmla="*/ 265 w 44066"/>
                    <a:gd name="connsiteY29" fmla="*/ 2180 h 63049"/>
                    <a:gd name="connsiteX30" fmla="*/ 265 w 44066"/>
                    <a:gd name="connsiteY30" fmla="*/ 2180 h 63049"/>
                    <a:gd name="connsiteX31" fmla="*/ 8977 w 44066"/>
                    <a:gd name="connsiteY31" fmla="*/ 17754 h 63049"/>
                    <a:gd name="connsiteX32" fmla="*/ 11918 w 44066"/>
                    <a:gd name="connsiteY32" fmla="*/ 25868 h 63049"/>
                    <a:gd name="connsiteX33" fmla="*/ 14477 w 44066"/>
                    <a:gd name="connsiteY33" fmla="*/ 34090 h 63049"/>
                    <a:gd name="connsiteX34" fmla="*/ 16056 w 44066"/>
                    <a:gd name="connsiteY34" fmla="*/ 43021 h 63049"/>
                    <a:gd name="connsiteX35" fmla="*/ 19705 w 44066"/>
                    <a:gd name="connsiteY35" fmla="*/ 51352 h 63049"/>
                    <a:gd name="connsiteX36" fmla="*/ 27219 w 44066"/>
                    <a:gd name="connsiteY36" fmla="*/ 58322 h 63049"/>
                    <a:gd name="connsiteX37" fmla="*/ 38655 w 44066"/>
                    <a:gd name="connsiteY37" fmla="*/ 63005 h 63049"/>
                    <a:gd name="connsiteX38" fmla="*/ 40071 w 44066"/>
                    <a:gd name="connsiteY38" fmla="*/ 62842 h 63049"/>
                    <a:gd name="connsiteX39" fmla="*/ 40071 w 44066"/>
                    <a:gd name="connsiteY39" fmla="*/ 62842 h 63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44066" h="63049">
                      <a:moveTo>
                        <a:pt x="37620" y="58322"/>
                      </a:moveTo>
                      <a:cubicBezTo>
                        <a:pt x="34353" y="57505"/>
                        <a:pt x="31848" y="56090"/>
                        <a:pt x="29779" y="54728"/>
                      </a:cubicBezTo>
                      <a:cubicBezTo>
                        <a:pt x="27274" y="53040"/>
                        <a:pt x="25041" y="50971"/>
                        <a:pt x="23244" y="48684"/>
                      </a:cubicBezTo>
                      <a:cubicBezTo>
                        <a:pt x="21774" y="46832"/>
                        <a:pt x="20848" y="44763"/>
                        <a:pt x="20467" y="42422"/>
                      </a:cubicBezTo>
                      <a:lnTo>
                        <a:pt x="20195" y="40679"/>
                      </a:lnTo>
                      <a:cubicBezTo>
                        <a:pt x="19868" y="38120"/>
                        <a:pt x="19487" y="35506"/>
                        <a:pt x="18779" y="32947"/>
                      </a:cubicBezTo>
                      <a:cubicBezTo>
                        <a:pt x="17908" y="29843"/>
                        <a:pt x="17036" y="27066"/>
                        <a:pt x="16165" y="24561"/>
                      </a:cubicBezTo>
                      <a:cubicBezTo>
                        <a:pt x="15240" y="21457"/>
                        <a:pt x="14205" y="18680"/>
                        <a:pt x="13116" y="16120"/>
                      </a:cubicBezTo>
                      <a:cubicBezTo>
                        <a:pt x="11972" y="13289"/>
                        <a:pt x="10720" y="10566"/>
                        <a:pt x="9250" y="7952"/>
                      </a:cubicBezTo>
                      <a:cubicBezTo>
                        <a:pt x="11645" y="9368"/>
                        <a:pt x="14096" y="11056"/>
                        <a:pt x="16601" y="13071"/>
                      </a:cubicBezTo>
                      <a:cubicBezTo>
                        <a:pt x="18943" y="15032"/>
                        <a:pt x="21338" y="17318"/>
                        <a:pt x="23571" y="19660"/>
                      </a:cubicBezTo>
                      <a:cubicBezTo>
                        <a:pt x="25586" y="21947"/>
                        <a:pt x="27601" y="24397"/>
                        <a:pt x="29724" y="27175"/>
                      </a:cubicBezTo>
                      <a:cubicBezTo>
                        <a:pt x="31195" y="29135"/>
                        <a:pt x="32828" y="30932"/>
                        <a:pt x="34353" y="32729"/>
                      </a:cubicBezTo>
                      <a:cubicBezTo>
                        <a:pt x="35006" y="33491"/>
                        <a:pt x="35660" y="34254"/>
                        <a:pt x="36313" y="34961"/>
                      </a:cubicBezTo>
                      <a:cubicBezTo>
                        <a:pt x="37947" y="36922"/>
                        <a:pt x="38927" y="38991"/>
                        <a:pt x="39363" y="41332"/>
                      </a:cubicBezTo>
                      <a:cubicBezTo>
                        <a:pt x="39853" y="44001"/>
                        <a:pt x="39907" y="46723"/>
                        <a:pt x="39635" y="49664"/>
                      </a:cubicBezTo>
                      <a:cubicBezTo>
                        <a:pt x="39254" y="52169"/>
                        <a:pt x="38818" y="54891"/>
                        <a:pt x="37620" y="58322"/>
                      </a:cubicBezTo>
                      <a:moveTo>
                        <a:pt x="40071" y="62842"/>
                      </a:moveTo>
                      <a:cubicBezTo>
                        <a:pt x="40506" y="62624"/>
                        <a:pt x="40833" y="62243"/>
                        <a:pt x="40996" y="61753"/>
                      </a:cubicBezTo>
                      <a:lnTo>
                        <a:pt x="40996" y="61698"/>
                      </a:lnTo>
                      <a:cubicBezTo>
                        <a:pt x="42739" y="57233"/>
                        <a:pt x="43447" y="53639"/>
                        <a:pt x="43882" y="50154"/>
                      </a:cubicBezTo>
                      <a:cubicBezTo>
                        <a:pt x="44209" y="46723"/>
                        <a:pt x="44100" y="43565"/>
                        <a:pt x="43555" y="40516"/>
                      </a:cubicBezTo>
                      <a:cubicBezTo>
                        <a:pt x="43011" y="37466"/>
                        <a:pt x="41704" y="34689"/>
                        <a:pt x="39580" y="32184"/>
                      </a:cubicBezTo>
                      <a:cubicBezTo>
                        <a:pt x="37456" y="29680"/>
                        <a:pt x="35115" y="27229"/>
                        <a:pt x="33155" y="24615"/>
                      </a:cubicBezTo>
                      <a:cubicBezTo>
                        <a:pt x="31140" y="21947"/>
                        <a:pt x="29017" y="19388"/>
                        <a:pt x="26784" y="16828"/>
                      </a:cubicBezTo>
                      <a:cubicBezTo>
                        <a:pt x="24443" y="14378"/>
                        <a:pt x="21992" y="12036"/>
                        <a:pt x="19378" y="9804"/>
                      </a:cubicBezTo>
                      <a:cubicBezTo>
                        <a:pt x="14096" y="5502"/>
                        <a:pt x="8160" y="1853"/>
                        <a:pt x="1735" y="57"/>
                      </a:cubicBezTo>
                      <a:cubicBezTo>
                        <a:pt x="1408" y="-52"/>
                        <a:pt x="1027" y="2"/>
                        <a:pt x="700" y="165"/>
                      </a:cubicBezTo>
                      <a:cubicBezTo>
                        <a:pt x="646" y="220"/>
                        <a:pt x="592" y="220"/>
                        <a:pt x="537" y="274"/>
                      </a:cubicBezTo>
                      <a:cubicBezTo>
                        <a:pt x="-62" y="710"/>
                        <a:pt x="-171" y="1581"/>
                        <a:pt x="265" y="2180"/>
                      </a:cubicBezTo>
                      <a:lnTo>
                        <a:pt x="265" y="2180"/>
                      </a:lnTo>
                      <a:cubicBezTo>
                        <a:pt x="4022" y="7244"/>
                        <a:pt x="6853" y="12363"/>
                        <a:pt x="8977" y="17754"/>
                      </a:cubicBezTo>
                      <a:cubicBezTo>
                        <a:pt x="10121" y="20422"/>
                        <a:pt x="11101" y="23091"/>
                        <a:pt x="11918" y="25868"/>
                      </a:cubicBezTo>
                      <a:cubicBezTo>
                        <a:pt x="12898" y="28536"/>
                        <a:pt x="13715" y="31313"/>
                        <a:pt x="14477" y="34090"/>
                      </a:cubicBezTo>
                      <a:cubicBezTo>
                        <a:pt x="15294" y="36867"/>
                        <a:pt x="15621" y="39971"/>
                        <a:pt x="16056" y="43021"/>
                      </a:cubicBezTo>
                      <a:cubicBezTo>
                        <a:pt x="16546" y="46070"/>
                        <a:pt x="17744" y="48847"/>
                        <a:pt x="19705" y="51352"/>
                      </a:cubicBezTo>
                      <a:cubicBezTo>
                        <a:pt x="21720" y="53857"/>
                        <a:pt x="24170" y="56253"/>
                        <a:pt x="27219" y="58322"/>
                      </a:cubicBezTo>
                      <a:cubicBezTo>
                        <a:pt x="30323" y="60337"/>
                        <a:pt x="33863" y="62188"/>
                        <a:pt x="38655" y="63005"/>
                      </a:cubicBezTo>
                      <a:cubicBezTo>
                        <a:pt x="39254" y="63114"/>
                        <a:pt x="39689" y="63005"/>
                        <a:pt x="40071" y="62842"/>
                      </a:cubicBezTo>
                      <a:lnTo>
                        <a:pt x="40071" y="62842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64" name="Forme libre : forme 1463">
                  <a:extLst>
                    <a:ext uri="{FF2B5EF4-FFF2-40B4-BE49-F238E27FC236}">
                      <a16:creationId xmlns:a16="http://schemas.microsoft.com/office/drawing/2014/main" id="{2ADB565A-79AA-42AA-8BC2-AEFF302E0FB4}"/>
                    </a:ext>
                  </a:extLst>
                </p:cNvPr>
                <p:cNvSpPr/>
                <p:nvPr/>
              </p:nvSpPr>
              <p:spPr>
                <a:xfrm>
                  <a:off x="8856025" y="5086913"/>
                  <a:ext cx="43957" cy="63032"/>
                </a:xfrm>
                <a:custGeom>
                  <a:avLst/>
                  <a:gdLst>
                    <a:gd name="connsiteX0" fmla="*/ 1627 w 43957"/>
                    <a:gd name="connsiteY0" fmla="*/ 53 h 63032"/>
                    <a:gd name="connsiteX1" fmla="*/ 19270 w 43957"/>
                    <a:gd name="connsiteY1" fmla="*/ 9800 h 63032"/>
                    <a:gd name="connsiteX2" fmla="*/ 26675 w 43957"/>
                    <a:gd name="connsiteY2" fmla="*/ 16824 h 63032"/>
                    <a:gd name="connsiteX3" fmla="*/ 33047 w 43957"/>
                    <a:gd name="connsiteY3" fmla="*/ 24611 h 63032"/>
                    <a:gd name="connsiteX4" fmla="*/ 39472 w 43957"/>
                    <a:gd name="connsiteY4" fmla="*/ 32180 h 63032"/>
                    <a:gd name="connsiteX5" fmla="*/ 43447 w 43957"/>
                    <a:gd name="connsiteY5" fmla="*/ 40512 h 63032"/>
                    <a:gd name="connsiteX6" fmla="*/ 43774 w 43957"/>
                    <a:gd name="connsiteY6" fmla="*/ 50150 h 63032"/>
                    <a:gd name="connsiteX7" fmla="*/ 40888 w 43957"/>
                    <a:gd name="connsiteY7" fmla="*/ 61694 h 63032"/>
                    <a:gd name="connsiteX8" fmla="*/ 40888 w 43957"/>
                    <a:gd name="connsiteY8" fmla="*/ 61749 h 63032"/>
                    <a:gd name="connsiteX9" fmla="*/ 38655 w 43957"/>
                    <a:gd name="connsiteY9" fmla="*/ 63001 h 63032"/>
                    <a:gd name="connsiteX10" fmla="*/ 27220 w 43957"/>
                    <a:gd name="connsiteY10" fmla="*/ 58318 h 63032"/>
                    <a:gd name="connsiteX11" fmla="*/ 19705 w 43957"/>
                    <a:gd name="connsiteY11" fmla="*/ 51348 h 63032"/>
                    <a:gd name="connsiteX12" fmla="*/ 16057 w 43957"/>
                    <a:gd name="connsiteY12" fmla="*/ 43016 h 63032"/>
                    <a:gd name="connsiteX13" fmla="*/ 14478 w 43957"/>
                    <a:gd name="connsiteY13" fmla="*/ 34086 h 63032"/>
                    <a:gd name="connsiteX14" fmla="*/ 11918 w 43957"/>
                    <a:gd name="connsiteY14" fmla="*/ 25864 h 63032"/>
                    <a:gd name="connsiteX15" fmla="*/ 8978 w 43957"/>
                    <a:gd name="connsiteY15" fmla="*/ 17750 h 63032"/>
                    <a:gd name="connsiteX16" fmla="*/ 265 w 43957"/>
                    <a:gd name="connsiteY16" fmla="*/ 2176 h 63032"/>
                    <a:gd name="connsiteX17" fmla="*/ 265 w 43957"/>
                    <a:gd name="connsiteY17" fmla="*/ 2176 h 63032"/>
                    <a:gd name="connsiteX18" fmla="*/ 537 w 43957"/>
                    <a:gd name="connsiteY18" fmla="*/ 270 h 63032"/>
                    <a:gd name="connsiteX19" fmla="*/ 1627 w 43957"/>
                    <a:gd name="connsiteY19" fmla="*/ 53 h 63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3957" h="63032">
                      <a:moveTo>
                        <a:pt x="1627" y="53"/>
                      </a:moveTo>
                      <a:cubicBezTo>
                        <a:pt x="8052" y="1849"/>
                        <a:pt x="13933" y="5498"/>
                        <a:pt x="19270" y="9800"/>
                      </a:cubicBezTo>
                      <a:cubicBezTo>
                        <a:pt x="21883" y="11978"/>
                        <a:pt x="24333" y="14374"/>
                        <a:pt x="26675" y="16824"/>
                      </a:cubicBezTo>
                      <a:cubicBezTo>
                        <a:pt x="28908" y="19329"/>
                        <a:pt x="31032" y="21943"/>
                        <a:pt x="33047" y="24611"/>
                      </a:cubicBezTo>
                      <a:cubicBezTo>
                        <a:pt x="35007" y="27280"/>
                        <a:pt x="37348" y="29730"/>
                        <a:pt x="39472" y="32180"/>
                      </a:cubicBezTo>
                      <a:cubicBezTo>
                        <a:pt x="41541" y="34685"/>
                        <a:pt x="42902" y="37462"/>
                        <a:pt x="43447" y="40512"/>
                      </a:cubicBezTo>
                      <a:cubicBezTo>
                        <a:pt x="43992" y="43561"/>
                        <a:pt x="44100" y="46774"/>
                        <a:pt x="43774" y="50150"/>
                      </a:cubicBezTo>
                      <a:cubicBezTo>
                        <a:pt x="43338" y="53635"/>
                        <a:pt x="42685" y="57229"/>
                        <a:pt x="40888" y="61694"/>
                      </a:cubicBezTo>
                      <a:lnTo>
                        <a:pt x="40888" y="61749"/>
                      </a:lnTo>
                      <a:cubicBezTo>
                        <a:pt x="40507" y="62675"/>
                        <a:pt x="39581" y="63164"/>
                        <a:pt x="38655" y="63001"/>
                      </a:cubicBezTo>
                      <a:cubicBezTo>
                        <a:pt x="33863" y="62184"/>
                        <a:pt x="30324" y="60333"/>
                        <a:pt x="27220" y="58318"/>
                      </a:cubicBezTo>
                      <a:cubicBezTo>
                        <a:pt x="24171" y="56249"/>
                        <a:pt x="21720" y="53853"/>
                        <a:pt x="19705" y="51348"/>
                      </a:cubicBezTo>
                      <a:cubicBezTo>
                        <a:pt x="17690" y="48843"/>
                        <a:pt x="16492" y="46066"/>
                        <a:pt x="16057" y="43016"/>
                      </a:cubicBezTo>
                      <a:cubicBezTo>
                        <a:pt x="15621" y="39967"/>
                        <a:pt x="15295" y="36863"/>
                        <a:pt x="14478" y="34086"/>
                      </a:cubicBezTo>
                      <a:cubicBezTo>
                        <a:pt x="13715" y="31309"/>
                        <a:pt x="12844" y="28532"/>
                        <a:pt x="11918" y="25864"/>
                      </a:cubicBezTo>
                      <a:cubicBezTo>
                        <a:pt x="11047" y="23087"/>
                        <a:pt x="10121" y="20364"/>
                        <a:pt x="8978" y="17750"/>
                      </a:cubicBezTo>
                      <a:cubicBezTo>
                        <a:pt x="6854" y="12359"/>
                        <a:pt x="4022" y="7240"/>
                        <a:pt x="265" y="2176"/>
                      </a:cubicBezTo>
                      <a:lnTo>
                        <a:pt x="265" y="2176"/>
                      </a:lnTo>
                      <a:cubicBezTo>
                        <a:pt x="-171" y="1577"/>
                        <a:pt x="-62" y="706"/>
                        <a:pt x="537" y="270"/>
                      </a:cubicBezTo>
                      <a:cubicBezTo>
                        <a:pt x="755" y="-2"/>
                        <a:pt x="1191" y="-56"/>
                        <a:pt x="1627" y="53"/>
                      </a:cubicBez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465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879916" y="5086605"/>
                <a:ext cx="53740" cy="29113"/>
                <a:chOff x="8879916" y="5086605"/>
                <a:chExt cx="53740" cy="29113"/>
              </a:xfrm>
              <a:solidFill>
                <a:schemeClr val="accent1"/>
              </a:solidFill>
            </p:grpSpPr>
            <p:sp>
              <p:nvSpPr>
                <p:cNvPr id="1466" name="Forme libre : forme 1465">
                  <a:extLst>
                    <a:ext uri="{FF2B5EF4-FFF2-40B4-BE49-F238E27FC236}">
                      <a16:creationId xmlns:a16="http://schemas.microsoft.com/office/drawing/2014/main" id="{6FCC7B47-C606-4F3D-820F-47CDF93063D4}"/>
                    </a:ext>
                  </a:extLst>
                </p:cNvPr>
                <p:cNvSpPr/>
                <p:nvPr/>
              </p:nvSpPr>
              <p:spPr>
                <a:xfrm>
                  <a:off x="8880007" y="5086622"/>
                  <a:ext cx="53648" cy="29041"/>
                </a:xfrm>
                <a:custGeom>
                  <a:avLst/>
                  <a:gdLst>
                    <a:gd name="connsiteX0" fmla="*/ 950 w 53648"/>
                    <a:gd name="connsiteY0" fmla="*/ 943 h 29041"/>
                    <a:gd name="connsiteX1" fmla="*/ 16796 w 53648"/>
                    <a:gd name="connsiteY1" fmla="*/ 943 h 29041"/>
                    <a:gd name="connsiteX2" fmla="*/ 23930 w 53648"/>
                    <a:gd name="connsiteY2" fmla="*/ 2359 h 29041"/>
                    <a:gd name="connsiteX3" fmla="*/ 29919 w 53648"/>
                    <a:gd name="connsiteY3" fmla="*/ 3285 h 29041"/>
                    <a:gd name="connsiteX4" fmla="*/ 35147 w 53648"/>
                    <a:gd name="connsiteY4" fmla="*/ 2250 h 29041"/>
                    <a:gd name="connsiteX5" fmla="*/ 40266 w 53648"/>
                    <a:gd name="connsiteY5" fmla="*/ 2740 h 29041"/>
                    <a:gd name="connsiteX6" fmla="*/ 46201 w 53648"/>
                    <a:gd name="connsiteY6" fmla="*/ 6715 h 29041"/>
                    <a:gd name="connsiteX7" fmla="*/ 49577 w 53648"/>
                    <a:gd name="connsiteY7" fmla="*/ 9819 h 29041"/>
                    <a:gd name="connsiteX8" fmla="*/ 53226 w 53648"/>
                    <a:gd name="connsiteY8" fmla="*/ 14284 h 29041"/>
                    <a:gd name="connsiteX9" fmla="*/ 53335 w 53648"/>
                    <a:gd name="connsiteY9" fmla="*/ 16898 h 29041"/>
                    <a:gd name="connsiteX10" fmla="*/ 50067 w 53648"/>
                    <a:gd name="connsiteY10" fmla="*/ 21690 h 29041"/>
                    <a:gd name="connsiteX11" fmla="*/ 46583 w 53648"/>
                    <a:gd name="connsiteY11" fmla="*/ 25012 h 29041"/>
                    <a:gd name="connsiteX12" fmla="*/ 38741 w 53648"/>
                    <a:gd name="connsiteY12" fmla="*/ 28769 h 29041"/>
                    <a:gd name="connsiteX13" fmla="*/ 30192 w 53648"/>
                    <a:gd name="connsiteY13" fmla="*/ 27571 h 29041"/>
                    <a:gd name="connsiteX14" fmla="*/ 22187 w 53648"/>
                    <a:gd name="connsiteY14" fmla="*/ 22670 h 29041"/>
                    <a:gd name="connsiteX15" fmla="*/ 15761 w 53648"/>
                    <a:gd name="connsiteY15" fmla="*/ 17661 h 29041"/>
                    <a:gd name="connsiteX16" fmla="*/ 10751 w 53648"/>
                    <a:gd name="connsiteY16" fmla="*/ 12487 h 29041"/>
                    <a:gd name="connsiteX17" fmla="*/ 732 w 53648"/>
                    <a:gd name="connsiteY17" fmla="*/ 3502 h 29041"/>
                    <a:gd name="connsiteX18" fmla="*/ 678 w 53648"/>
                    <a:gd name="connsiteY18" fmla="*/ 3448 h 29041"/>
                    <a:gd name="connsiteX19" fmla="*/ 188 w 53648"/>
                    <a:gd name="connsiteY19" fmla="*/ 1488 h 29041"/>
                    <a:gd name="connsiteX20" fmla="*/ 950 w 53648"/>
                    <a:gd name="connsiteY20" fmla="*/ 943 h 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648" h="29041">
                      <a:moveTo>
                        <a:pt x="950" y="943"/>
                      </a:moveTo>
                      <a:cubicBezTo>
                        <a:pt x="6069" y="-690"/>
                        <a:pt x="11786" y="126"/>
                        <a:pt x="16796" y="943"/>
                      </a:cubicBezTo>
                      <a:cubicBezTo>
                        <a:pt x="19301" y="1433"/>
                        <a:pt x="21697" y="1978"/>
                        <a:pt x="23930" y="2359"/>
                      </a:cubicBezTo>
                      <a:cubicBezTo>
                        <a:pt x="26108" y="2849"/>
                        <a:pt x="28123" y="3176"/>
                        <a:pt x="29919" y="3285"/>
                      </a:cubicBezTo>
                      <a:cubicBezTo>
                        <a:pt x="31662" y="3394"/>
                        <a:pt x="33404" y="2794"/>
                        <a:pt x="35147" y="2250"/>
                      </a:cubicBezTo>
                      <a:cubicBezTo>
                        <a:pt x="36835" y="1706"/>
                        <a:pt x="38468" y="1869"/>
                        <a:pt x="40266" y="2740"/>
                      </a:cubicBezTo>
                      <a:cubicBezTo>
                        <a:pt x="42062" y="3611"/>
                        <a:pt x="44023" y="4809"/>
                        <a:pt x="46201" y="6715"/>
                      </a:cubicBezTo>
                      <a:cubicBezTo>
                        <a:pt x="47290" y="7532"/>
                        <a:pt x="48434" y="8676"/>
                        <a:pt x="49577" y="9819"/>
                      </a:cubicBezTo>
                      <a:cubicBezTo>
                        <a:pt x="50775" y="11344"/>
                        <a:pt x="51973" y="12378"/>
                        <a:pt x="53226" y="14284"/>
                      </a:cubicBezTo>
                      <a:cubicBezTo>
                        <a:pt x="53770" y="15101"/>
                        <a:pt x="53770" y="16081"/>
                        <a:pt x="53335" y="16898"/>
                      </a:cubicBezTo>
                      <a:cubicBezTo>
                        <a:pt x="52300" y="18967"/>
                        <a:pt x="51211" y="20111"/>
                        <a:pt x="50067" y="21690"/>
                      </a:cubicBezTo>
                      <a:cubicBezTo>
                        <a:pt x="48924" y="22942"/>
                        <a:pt x="47780" y="24141"/>
                        <a:pt x="46583" y="25012"/>
                      </a:cubicBezTo>
                      <a:cubicBezTo>
                        <a:pt x="44186" y="26972"/>
                        <a:pt x="41518" y="28170"/>
                        <a:pt x="38741" y="28769"/>
                      </a:cubicBezTo>
                      <a:cubicBezTo>
                        <a:pt x="35964" y="29368"/>
                        <a:pt x="32969" y="28987"/>
                        <a:pt x="30192" y="27571"/>
                      </a:cubicBezTo>
                      <a:cubicBezTo>
                        <a:pt x="27415" y="26155"/>
                        <a:pt x="24692" y="24249"/>
                        <a:pt x="22187" y="22670"/>
                      </a:cubicBezTo>
                      <a:cubicBezTo>
                        <a:pt x="19737" y="21037"/>
                        <a:pt x="17613" y="19294"/>
                        <a:pt x="15761" y="17661"/>
                      </a:cubicBezTo>
                      <a:cubicBezTo>
                        <a:pt x="13964" y="15863"/>
                        <a:pt x="12331" y="14121"/>
                        <a:pt x="10751" y="12487"/>
                      </a:cubicBezTo>
                      <a:cubicBezTo>
                        <a:pt x="7648" y="9057"/>
                        <a:pt x="4816" y="6007"/>
                        <a:pt x="732" y="3502"/>
                      </a:cubicBezTo>
                      <a:lnTo>
                        <a:pt x="678" y="3448"/>
                      </a:lnTo>
                      <a:cubicBezTo>
                        <a:pt x="24" y="3012"/>
                        <a:pt x="-194" y="2141"/>
                        <a:pt x="188" y="1488"/>
                      </a:cubicBezTo>
                      <a:cubicBezTo>
                        <a:pt x="351" y="1215"/>
                        <a:pt x="623" y="998"/>
                        <a:pt x="950" y="943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67" name="Forme libre : forme 1466">
                  <a:extLst>
                    <a:ext uri="{FF2B5EF4-FFF2-40B4-BE49-F238E27FC236}">
                      <a16:creationId xmlns:a16="http://schemas.microsoft.com/office/drawing/2014/main" id="{763228E4-B30B-4E28-9FA2-6E0DD8E7F749}"/>
                    </a:ext>
                  </a:extLst>
                </p:cNvPr>
                <p:cNvSpPr/>
                <p:nvPr/>
              </p:nvSpPr>
              <p:spPr>
                <a:xfrm>
                  <a:off x="8879916" y="5086605"/>
                  <a:ext cx="53644" cy="29113"/>
                </a:xfrm>
                <a:custGeom>
                  <a:avLst/>
                  <a:gdLst>
                    <a:gd name="connsiteX0" fmla="*/ 41609 w 53644"/>
                    <a:gd name="connsiteY0" fmla="*/ 23177 h 29113"/>
                    <a:gd name="connsiteX1" fmla="*/ 37852 w 53644"/>
                    <a:gd name="connsiteY1" fmla="*/ 24539 h 29113"/>
                    <a:gd name="connsiteX2" fmla="*/ 32243 w 53644"/>
                    <a:gd name="connsiteY2" fmla="*/ 23722 h 29113"/>
                    <a:gd name="connsiteX3" fmla="*/ 26362 w 53644"/>
                    <a:gd name="connsiteY3" fmla="*/ 20182 h 29113"/>
                    <a:gd name="connsiteX4" fmla="*/ 24620 w 53644"/>
                    <a:gd name="connsiteY4" fmla="*/ 19039 h 29113"/>
                    <a:gd name="connsiteX5" fmla="*/ 18793 w 53644"/>
                    <a:gd name="connsiteY5" fmla="*/ 14465 h 29113"/>
                    <a:gd name="connsiteX6" fmla="*/ 15254 w 53644"/>
                    <a:gd name="connsiteY6" fmla="*/ 10816 h 29113"/>
                    <a:gd name="connsiteX7" fmla="*/ 14055 w 53644"/>
                    <a:gd name="connsiteY7" fmla="*/ 9564 h 29113"/>
                    <a:gd name="connsiteX8" fmla="*/ 9046 w 53644"/>
                    <a:gd name="connsiteY8" fmla="*/ 4336 h 29113"/>
                    <a:gd name="connsiteX9" fmla="*/ 16071 w 53644"/>
                    <a:gd name="connsiteY9" fmla="*/ 5207 h 29113"/>
                    <a:gd name="connsiteX10" fmla="*/ 18194 w 53644"/>
                    <a:gd name="connsiteY10" fmla="*/ 5643 h 29113"/>
                    <a:gd name="connsiteX11" fmla="*/ 23204 w 53644"/>
                    <a:gd name="connsiteY11" fmla="*/ 6623 h 29113"/>
                    <a:gd name="connsiteX12" fmla="*/ 29738 w 53644"/>
                    <a:gd name="connsiteY12" fmla="*/ 7603 h 29113"/>
                    <a:gd name="connsiteX13" fmla="*/ 36109 w 53644"/>
                    <a:gd name="connsiteY13" fmla="*/ 6515 h 29113"/>
                    <a:gd name="connsiteX14" fmla="*/ 36545 w 53644"/>
                    <a:gd name="connsiteY14" fmla="*/ 6406 h 29113"/>
                    <a:gd name="connsiteX15" fmla="*/ 38397 w 53644"/>
                    <a:gd name="connsiteY15" fmla="*/ 6623 h 29113"/>
                    <a:gd name="connsiteX16" fmla="*/ 43624 w 53644"/>
                    <a:gd name="connsiteY16" fmla="*/ 10108 h 29113"/>
                    <a:gd name="connsiteX17" fmla="*/ 46401 w 53644"/>
                    <a:gd name="connsiteY17" fmla="*/ 12668 h 29113"/>
                    <a:gd name="connsiteX18" fmla="*/ 47708 w 53644"/>
                    <a:gd name="connsiteY18" fmla="*/ 14192 h 29113"/>
                    <a:gd name="connsiteX19" fmla="*/ 49015 w 53644"/>
                    <a:gd name="connsiteY19" fmla="*/ 15771 h 29113"/>
                    <a:gd name="connsiteX20" fmla="*/ 47708 w 53644"/>
                    <a:gd name="connsiteY20" fmla="*/ 17569 h 29113"/>
                    <a:gd name="connsiteX21" fmla="*/ 46674 w 53644"/>
                    <a:gd name="connsiteY21" fmla="*/ 18984 h 29113"/>
                    <a:gd name="connsiteX22" fmla="*/ 43897 w 53644"/>
                    <a:gd name="connsiteY22" fmla="*/ 21653 h 29113"/>
                    <a:gd name="connsiteX23" fmla="*/ 41609 w 53644"/>
                    <a:gd name="connsiteY23" fmla="*/ 23177 h 29113"/>
                    <a:gd name="connsiteX24" fmla="*/ 43624 w 53644"/>
                    <a:gd name="connsiteY24" fmla="*/ 27043 h 29113"/>
                    <a:gd name="connsiteX25" fmla="*/ 46619 w 53644"/>
                    <a:gd name="connsiteY25" fmla="*/ 25029 h 29113"/>
                    <a:gd name="connsiteX26" fmla="*/ 50104 w 53644"/>
                    <a:gd name="connsiteY26" fmla="*/ 21707 h 29113"/>
                    <a:gd name="connsiteX27" fmla="*/ 53371 w 53644"/>
                    <a:gd name="connsiteY27" fmla="*/ 16915 h 29113"/>
                    <a:gd name="connsiteX28" fmla="*/ 53262 w 53644"/>
                    <a:gd name="connsiteY28" fmla="*/ 14301 h 29113"/>
                    <a:gd name="connsiteX29" fmla="*/ 49614 w 53644"/>
                    <a:gd name="connsiteY29" fmla="*/ 9836 h 29113"/>
                    <a:gd name="connsiteX30" fmla="*/ 46238 w 53644"/>
                    <a:gd name="connsiteY30" fmla="*/ 6732 h 29113"/>
                    <a:gd name="connsiteX31" fmla="*/ 40302 w 53644"/>
                    <a:gd name="connsiteY31" fmla="*/ 2757 h 29113"/>
                    <a:gd name="connsiteX32" fmla="*/ 35183 w 53644"/>
                    <a:gd name="connsiteY32" fmla="*/ 2267 h 29113"/>
                    <a:gd name="connsiteX33" fmla="*/ 29956 w 53644"/>
                    <a:gd name="connsiteY33" fmla="*/ 3302 h 29113"/>
                    <a:gd name="connsiteX34" fmla="*/ 23966 w 53644"/>
                    <a:gd name="connsiteY34" fmla="*/ 2376 h 29113"/>
                    <a:gd name="connsiteX35" fmla="*/ 16833 w 53644"/>
                    <a:gd name="connsiteY35" fmla="*/ 960 h 29113"/>
                    <a:gd name="connsiteX36" fmla="*/ 987 w 53644"/>
                    <a:gd name="connsiteY36" fmla="*/ 960 h 29113"/>
                    <a:gd name="connsiteX37" fmla="*/ 769 w 53644"/>
                    <a:gd name="connsiteY37" fmla="*/ 1069 h 29113"/>
                    <a:gd name="connsiteX38" fmla="*/ 225 w 53644"/>
                    <a:gd name="connsiteY38" fmla="*/ 1559 h 29113"/>
                    <a:gd name="connsiteX39" fmla="*/ 714 w 53644"/>
                    <a:gd name="connsiteY39" fmla="*/ 3519 h 29113"/>
                    <a:gd name="connsiteX40" fmla="*/ 769 w 53644"/>
                    <a:gd name="connsiteY40" fmla="*/ 3574 h 29113"/>
                    <a:gd name="connsiteX41" fmla="*/ 10788 w 53644"/>
                    <a:gd name="connsiteY41" fmla="*/ 12559 h 29113"/>
                    <a:gd name="connsiteX42" fmla="*/ 15798 w 53644"/>
                    <a:gd name="connsiteY42" fmla="*/ 17732 h 29113"/>
                    <a:gd name="connsiteX43" fmla="*/ 22223 w 53644"/>
                    <a:gd name="connsiteY43" fmla="*/ 22742 h 29113"/>
                    <a:gd name="connsiteX44" fmla="*/ 30229 w 53644"/>
                    <a:gd name="connsiteY44" fmla="*/ 27642 h 29113"/>
                    <a:gd name="connsiteX45" fmla="*/ 38778 w 53644"/>
                    <a:gd name="connsiteY45" fmla="*/ 28841 h 29113"/>
                    <a:gd name="connsiteX46" fmla="*/ 43624 w 53644"/>
                    <a:gd name="connsiteY46" fmla="*/ 27043 h 29113"/>
                    <a:gd name="connsiteX47" fmla="*/ 43624 w 53644"/>
                    <a:gd name="connsiteY47" fmla="*/ 27043 h 29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53644" h="29113">
                      <a:moveTo>
                        <a:pt x="41609" y="23177"/>
                      </a:moveTo>
                      <a:cubicBezTo>
                        <a:pt x="40466" y="23776"/>
                        <a:pt x="39214" y="24212"/>
                        <a:pt x="37852" y="24539"/>
                      </a:cubicBezTo>
                      <a:cubicBezTo>
                        <a:pt x="36000" y="24920"/>
                        <a:pt x="34040" y="24647"/>
                        <a:pt x="32243" y="23722"/>
                      </a:cubicBezTo>
                      <a:cubicBezTo>
                        <a:pt x="30283" y="22742"/>
                        <a:pt x="28323" y="21435"/>
                        <a:pt x="26362" y="20182"/>
                      </a:cubicBezTo>
                      <a:lnTo>
                        <a:pt x="24620" y="19039"/>
                      </a:lnTo>
                      <a:cubicBezTo>
                        <a:pt x="22223" y="17460"/>
                        <a:pt x="20263" y="15771"/>
                        <a:pt x="18793" y="14465"/>
                      </a:cubicBezTo>
                      <a:cubicBezTo>
                        <a:pt x="17540" y="13212"/>
                        <a:pt x="16343" y="11960"/>
                        <a:pt x="15254" y="10816"/>
                      </a:cubicBezTo>
                      <a:lnTo>
                        <a:pt x="14055" y="9564"/>
                      </a:lnTo>
                      <a:cubicBezTo>
                        <a:pt x="12531" y="7876"/>
                        <a:pt x="10897" y="6079"/>
                        <a:pt x="9046" y="4336"/>
                      </a:cubicBezTo>
                      <a:cubicBezTo>
                        <a:pt x="11442" y="4445"/>
                        <a:pt x="13838" y="4826"/>
                        <a:pt x="16071" y="5207"/>
                      </a:cubicBezTo>
                      <a:lnTo>
                        <a:pt x="18194" y="5643"/>
                      </a:lnTo>
                      <a:cubicBezTo>
                        <a:pt x="19937" y="6024"/>
                        <a:pt x="21624" y="6351"/>
                        <a:pt x="23204" y="6623"/>
                      </a:cubicBezTo>
                      <a:cubicBezTo>
                        <a:pt x="25818" y="7222"/>
                        <a:pt x="27996" y="7549"/>
                        <a:pt x="29738" y="7603"/>
                      </a:cubicBezTo>
                      <a:cubicBezTo>
                        <a:pt x="32189" y="7767"/>
                        <a:pt x="34258" y="7114"/>
                        <a:pt x="36109" y="6515"/>
                      </a:cubicBezTo>
                      <a:lnTo>
                        <a:pt x="36545" y="6406"/>
                      </a:lnTo>
                      <a:cubicBezTo>
                        <a:pt x="37144" y="6242"/>
                        <a:pt x="37580" y="6188"/>
                        <a:pt x="38397" y="6623"/>
                      </a:cubicBezTo>
                      <a:cubicBezTo>
                        <a:pt x="40193" y="7549"/>
                        <a:pt x="41827" y="8584"/>
                        <a:pt x="43624" y="10108"/>
                      </a:cubicBezTo>
                      <a:cubicBezTo>
                        <a:pt x="44495" y="10762"/>
                        <a:pt x="45475" y="11742"/>
                        <a:pt x="46401" y="12668"/>
                      </a:cubicBezTo>
                      <a:cubicBezTo>
                        <a:pt x="46837" y="13212"/>
                        <a:pt x="47273" y="13702"/>
                        <a:pt x="47708" y="14192"/>
                      </a:cubicBezTo>
                      <a:cubicBezTo>
                        <a:pt x="48198" y="14737"/>
                        <a:pt x="48634" y="15227"/>
                        <a:pt x="49015" y="15771"/>
                      </a:cubicBezTo>
                      <a:cubicBezTo>
                        <a:pt x="48634" y="16425"/>
                        <a:pt x="48198" y="16970"/>
                        <a:pt x="47708" y="17569"/>
                      </a:cubicBezTo>
                      <a:cubicBezTo>
                        <a:pt x="47382" y="18004"/>
                        <a:pt x="47055" y="18494"/>
                        <a:pt x="46674" y="18984"/>
                      </a:cubicBezTo>
                      <a:cubicBezTo>
                        <a:pt x="45966" y="19801"/>
                        <a:pt x="44985" y="20836"/>
                        <a:pt x="43897" y="21653"/>
                      </a:cubicBezTo>
                      <a:cubicBezTo>
                        <a:pt x="43189" y="22251"/>
                        <a:pt x="42372" y="22742"/>
                        <a:pt x="41609" y="23177"/>
                      </a:cubicBezTo>
                      <a:moveTo>
                        <a:pt x="43624" y="27043"/>
                      </a:moveTo>
                      <a:cubicBezTo>
                        <a:pt x="44659" y="26499"/>
                        <a:pt x="45693" y="25846"/>
                        <a:pt x="46619" y="25029"/>
                      </a:cubicBezTo>
                      <a:cubicBezTo>
                        <a:pt x="47817" y="24158"/>
                        <a:pt x="48960" y="22959"/>
                        <a:pt x="50104" y="21707"/>
                      </a:cubicBezTo>
                      <a:cubicBezTo>
                        <a:pt x="51193" y="20074"/>
                        <a:pt x="52282" y="18930"/>
                        <a:pt x="53371" y="16915"/>
                      </a:cubicBezTo>
                      <a:cubicBezTo>
                        <a:pt x="53752" y="16098"/>
                        <a:pt x="53752" y="15118"/>
                        <a:pt x="53262" y="14301"/>
                      </a:cubicBezTo>
                      <a:cubicBezTo>
                        <a:pt x="52010" y="12341"/>
                        <a:pt x="50812" y="11361"/>
                        <a:pt x="49614" y="9836"/>
                      </a:cubicBezTo>
                      <a:cubicBezTo>
                        <a:pt x="48471" y="8638"/>
                        <a:pt x="47327" y="7549"/>
                        <a:pt x="46238" y="6732"/>
                      </a:cubicBezTo>
                      <a:cubicBezTo>
                        <a:pt x="44059" y="4881"/>
                        <a:pt x="42099" y="3683"/>
                        <a:pt x="40302" y="2757"/>
                      </a:cubicBezTo>
                      <a:cubicBezTo>
                        <a:pt x="38506" y="1886"/>
                        <a:pt x="36926" y="1777"/>
                        <a:pt x="35183" y="2267"/>
                      </a:cubicBezTo>
                      <a:cubicBezTo>
                        <a:pt x="33441" y="2811"/>
                        <a:pt x="31699" y="3465"/>
                        <a:pt x="29956" y="3302"/>
                      </a:cubicBezTo>
                      <a:cubicBezTo>
                        <a:pt x="28159" y="3247"/>
                        <a:pt x="26145" y="2866"/>
                        <a:pt x="23966" y="2376"/>
                      </a:cubicBezTo>
                      <a:cubicBezTo>
                        <a:pt x="21734" y="1995"/>
                        <a:pt x="19338" y="1450"/>
                        <a:pt x="16833" y="960"/>
                      </a:cubicBezTo>
                      <a:cubicBezTo>
                        <a:pt x="11823" y="89"/>
                        <a:pt x="6105" y="-673"/>
                        <a:pt x="987" y="960"/>
                      </a:cubicBezTo>
                      <a:cubicBezTo>
                        <a:pt x="878" y="960"/>
                        <a:pt x="823" y="1015"/>
                        <a:pt x="769" y="1069"/>
                      </a:cubicBezTo>
                      <a:cubicBezTo>
                        <a:pt x="551" y="1178"/>
                        <a:pt x="388" y="1341"/>
                        <a:pt x="225" y="1559"/>
                      </a:cubicBezTo>
                      <a:cubicBezTo>
                        <a:pt x="-212" y="2213"/>
                        <a:pt x="6" y="3084"/>
                        <a:pt x="714" y="3519"/>
                      </a:cubicBezTo>
                      <a:lnTo>
                        <a:pt x="769" y="3574"/>
                      </a:lnTo>
                      <a:cubicBezTo>
                        <a:pt x="4853" y="6079"/>
                        <a:pt x="7685" y="9128"/>
                        <a:pt x="10788" y="12559"/>
                      </a:cubicBezTo>
                      <a:cubicBezTo>
                        <a:pt x="12368" y="14192"/>
                        <a:pt x="13947" y="15935"/>
                        <a:pt x="15798" y="17732"/>
                      </a:cubicBezTo>
                      <a:cubicBezTo>
                        <a:pt x="17704" y="19420"/>
                        <a:pt x="19773" y="21108"/>
                        <a:pt x="22223" y="22742"/>
                      </a:cubicBezTo>
                      <a:cubicBezTo>
                        <a:pt x="24729" y="24321"/>
                        <a:pt x="27451" y="26227"/>
                        <a:pt x="30229" y="27642"/>
                      </a:cubicBezTo>
                      <a:cubicBezTo>
                        <a:pt x="33006" y="29058"/>
                        <a:pt x="36000" y="29439"/>
                        <a:pt x="38778" y="28841"/>
                      </a:cubicBezTo>
                      <a:cubicBezTo>
                        <a:pt x="40466" y="28459"/>
                        <a:pt x="42099" y="27860"/>
                        <a:pt x="43624" y="27043"/>
                      </a:cubicBezTo>
                      <a:lnTo>
                        <a:pt x="43624" y="27043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68" name="Forme libre : forme 1467">
                  <a:extLst>
                    <a:ext uri="{FF2B5EF4-FFF2-40B4-BE49-F238E27FC236}">
                      <a16:creationId xmlns:a16="http://schemas.microsoft.com/office/drawing/2014/main" id="{15FA8974-87DE-48B1-A01B-EE6C022F3C76}"/>
                    </a:ext>
                  </a:extLst>
                </p:cNvPr>
                <p:cNvSpPr/>
                <p:nvPr/>
              </p:nvSpPr>
              <p:spPr>
                <a:xfrm>
                  <a:off x="8880007" y="5086622"/>
                  <a:ext cx="53648" cy="29041"/>
                </a:xfrm>
                <a:custGeom>
                  <a:avLst/>
                  <a:gdLst>
                    <a:gd name="connsiteX0" fmla="*/ 950 w 53648"/>
                    <a:gd name="connsiteY0" fmla="*/ 943 h 29041"/>
                    <a:gd name="connsiteX1" fmla="*/ 16796 w 53648"/>
                    <a:gd name="connsiteY1" fmla="*/ 943 h 29041"/>
                    <a:gd name="connsiteX2" fmla="*/ 23930 w 53648"/>
                    <a:gd name="connsiteY2" fmla="*/ 2359 h 29041"/>
                    <a:gd name="connsiteX3" fmla="*/ 29919 w 53648"/>
                    <a:gd name="connsiteY3" fmla="*/ 3285 h 29041"/>
                    <a:gd name="connsiteX4" fmla="*/ 35147 w 53648"/>
                    <a:gd name="connsiteY4" fmla="*/ 2250 h 29041"/>
                    <a:gd name="connsiteX5" fmla="*/ 40266 w 53648"/>
                    <a:gd name="connsiteY5" fmla="*/ 2740 h 29041"/>
                    <a:gd name="connsiteX6" fmla="*/ 46201 w 53648"/>
                    <a:gd name="connsiteY6" fmla="*/ 6715 h 29041"/>
                    <a:gd name="connsiteX7" fmla="*/ 49577 w 53648"/>
                    <a:gd name="connsiteY7" fmla="*/ 9819 h 29041"/>
                    <a:gd name="connsiteX8" fmla="*/ 53226 w 53648"/>
                    <a:gd name="connsiteY8" fmla="*/ 14284 h 29041"/>
                    <a:gd name="connsiteX9" fmla="*/ 53335 w 53648"/>
                    <a:gd name="connsiteY9" fmla="*/ 16898 h 29041"/>
                    <a:gd name="connsiteX10" fmla="*/ 50067 w 53648"/>
                    <a:gd name="connsiteY10" fmla="*/ 21690 h 29041"/>
                    <a:gd name="connsiteX11" fmla="*/ 46583 w 53648"/>
                    <a:gd name="connsiteY11" fmla="*/ 25012 h 29041"/>
                    <a:gd name="connsiteX12" fmla="*/ 38741 w 53648"/>
                    <a:gd name="connsiteY12" fmla="*/ 28769 h 29041"/>
                    <a:gd name="connsiteX13" fmla="*/ 30192 w 53648"/>
                    <a:gd name="connsiteY13" fmla="*/ 27571 h 29041"/>
                    <a:gd name="connsiteX14" fmla="*/ 22187 w 53648"/>
                    <a:gd name="connsiteY14" fmla="*/ 22670 h 29041"/>
                    <a:gd name="connsiteX15" fmla="*/ 15761 w 53648"/>
                    <a:gd name="connsiteY15" fmla="*/ 17661 h 29041"/>
                    <a:gd name="connsiteX16" fmla="*/ 10751 w 53648"/>
                    <a:gd name="connsiteY16" fmla="*/ 12487 h 29041"/>
                    <a:gd name="connsiteX17" fmla="*/ 732 w 53648"/>
                    <a:gd name="connsiteY17" fmla="*/ 3502 h 29041"/>
                    <a:gd name="connsiteX18" fmla="*/ 678 w 53648"/>
                    <a:gd name="connsiteY18" fmla="*/ 3448 h 29041"/>
                    <a:gd name="connsiteX19" fmla="*/ 188 w 53648"/>
                    <a:gd name="connsiteY19" fmla="*/ 1488 h 29041"/>
                    <a:gd name="connsiteX20" fmla="*/ 950 w 53648"/>
                    <a:gd name="connsiteY20" fmla="*/ 943 h 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648" h="29041">
                      <a:moveTo>
                        <a:pt x="950" y="943"/>
                      </a:moveTo>
                      <a:cubicBezTo>
                        <a:pt x="6069" y="-690"/>
                        <a:pt x="11786" y="126"/>
                        <a:pt x="16796" y="943"/>
                      </a:cubicBezTo>
                      <a:cubicBezTo>
                        <a:pt x="19301" y="1433"/>
                        <a:pt x="21697" y="1978"/>
                        <a:pt x="23930" y="2359"/>
                      </a:cubicBezTo>
                      <a:cubicBezTo>
                        <a:pt x="26108" y="2849"/>
                        <a:pt x="28123" y="3176"/>
                        <a:pt x="29919" y="3285"/>
                      </a:cubicBezTo>
                      <a:cubicBezTo>
                        <a:pt x="31662" y="3394"/>
                        <a:pt x="33404" y="2794"/>
                        <a:pt x="35147" y="2250"/>
                      </a:cubicBezTo>
                      <a:cubicBezTo>
                        <a:pt x="36835" y="1706"/>
                        <a:pt x="38468" y="1869"/>
                        <a:pt x="40266" y="2740"/>
                      </a:cubicBezTo>
                      <a:cubicBezTo>
                        <a:pt x="42062" y="3611"/>
                        <a:pt x="44023" y="4809"/>
                        <a:pt x="46201" y="6715"/>
                      </a:cubicBezTo>
                      <a:cubicBezTo>
                        <a:pt x="47290" y="7532"/>
                        <a:pt x="48434" y="8676"/>
                        <a:pt x="49577" y="9819"/>
                      </a:cubicBezTo>
                      <a:cubicBezTo>
                        <a:pt x="50775" y="11344"/>
                        <a:pt x="51973" y="12378"/>
                        <a:pt x="53226" y="14284"/>
                      </a:cubicBezTo>
                      <a:cubicBezTo>
                        <a:pt x="53770" y="15101"/>
                        <a:pt x="53770" y="16081"/>
                        <a:pt x="53335" y="16898"/>
                      </a:cubicBezTo>
                      <a:cubicBezTo>
                        <a:pt x="52300" y="18967"/>
                        <a:pt x="51211" y="20111"/>
                        <a:pt x="50067" y="21690"/>
                      </a:cubicBezTo>
                      <a:cubicBezTo>
                        <a:pt x="48924" y="22942"/>
                        <a:pt x="47780" y="24141"/>
                        <a:pt x="46583" y="25012"/>
                      </a:cubicBezTo>
                      <a:cubicBezTo>
                        <a:pt x="44186" y="26972"/>
                        <a:pt x="41518" y="28170"/>
                        <a:pt x="38741" y="28769"/>
                      </a:cubicBezTo>
                      <a:cubicBezTo>
                        <a:pt x="35964" y="29368"/>
                        <a:pt x="32969" y="28987"/>
                        <a:pt x="30192" y="27571"/>
                      </a:cubicBezTo>
                      <a:cubicBezTo>
                        <a:pt x="27415" y="26155"/>
                        <a:pt x="24692" y="24249"/>
                        <a:pt x="22187" y="22670"/>
                      </a:cubicBezTo>
                      <a:cubicBezTo>
                        <a:pt x="19737" y="21037"/>
                        <a:pt x="17613" y="19294"/>
                        <a:pt x="15761" y="17661"/>
                      </a:cubicBezTo>
                      <a:cubicBezTo>
                        <a:pt x="13964" y="15863"/>
                        <a:pt x="12331" y="14121"/>
                        <a:pt x="10751" y="12487"/>
                      </a:cubicBezTo>
                      <a:cubicBezTo>
                        <a:pt x="7648" y="9057"/>
                        <a:pt x="4816" y="6007"/>
                        <a:pt x="732" y="3502"/>
                      </a:cubicBezTo>
                      <a:lnTo>
                        <a:pt x="678" y="3448"/>
                      </a:lnTo>
                      <a:cubicBezTo>
                        <a:pt x="24" y="3012"/>
                        <a:pt x="-194" y="2141"/>
                        <a:pt x="188" y="1488"/>
                      </a:cubicBezTo>
                      <a:cubicBezTo>
                        <a:pt x="351" y="1215"/>
                        <a:pt x="623" y="998"/>
                        <a:pt x="950" y="943"/>
                      </a:cubicBez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469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856969" y="5052081"/>
                <a:ext cx="52543" cy="29864"/>
                <a:chOff x="8856969" y="5052081"/>
                <a:chExt cx="52543" cy="29864"/>
              </a:xfrm>
              <a:solidFill>
                <a:schemeClr val="accent1"/>
              </a:solidFill>
            </p:grpSpPr>
            <p:sp>
              <p:nvSpPr>
                <p:cNvPr id="1470" name="Forme libre : forme 1469">
                  <a:extLst>
                    <a:ext uri="{FF2B5EF4-FFF2-40B4-BE49-F238E27FC236}">
                      <a16:creationId xmlns:a16="http://schemas.microsoft.com/office/drawing/2014/main" id="{BEFDD145-AA74-40C9-9509-E6E3B7B74211}"/>
                    </a:ext>
                  </a:extLst>
                </p:cNvPr>
                <p:cNvSpPr/>
                <p:nvPr/>
              </p:nvSpPr>
              <p:spPr>
                <a:xfrm>
                  <a:off x="8857023" y="5052190"/>
                  <a:ext cx="52488" cy="29755"/>
                </a:xfrm>
                <a:custGeom>
                  <a:avLst/>
                  <a:gdLst>
                    <a:gd name="connsiteX0" fmla="*/ 519 w 52488"/>
                    <a:gd name="connsiteY0" fmla="*/ 24593 h 29755"/>
                    <a:gd name="connsiteX1" fmla="*/ 12989 w 52488"/>
                    <a:gd name="connsiteY1" fmla="*/ 16915 h 29755"/>
                    <a:gd name="connsiteX2" fmla="*/ 17781 w 52488"/>
                    <a:gd name="connsiteY2" fmla="*/ 13103 h 29755"/>
                    <a:gd name="connsiteX3" fmla="*/ 22681 w 52488"/>
                    <a:gd name="connsiteY3" fmla="*/ 8965 h 29755"/>
                    <a:gd name="connsiteX4" fmla="*/ 27311 w 52488"/>
                    <a:gd name="connsiteY4" fmla="*/ 3792 h 29755"/>
                    <a:gd name="connsiteX5" fmla="*/ 33355 w 52488"/>
                    <a:gd name="connsiteY5" fmla="*/ 361 h 29755"/>
                    <a:gd name="connsiteX6" fmla="*/ 41632 w 52488"/>
                    <a:gd name="connsiteY6" fmla="*/ 416 h 29755"/>
                    <a:gd name="connsiteX7" fmla="*/ 46369 w 52488"/>
                    <a:gd name="connsiteY7" fmla="*/ 1777 h 29755"/>
                    <a:gd name="connsiteX8" fmla="*/ 51488 w 52488"/>
                    <a:gd name="connsiteY8" fmla="*/ 4663 h 29755"/>
                    <a:gd name="connsiteX9" fmla="*/ 52468 w 52488"/>
                    <a:gd name="connsiteY9" fmla="*/ 7004 h 29755"/>
                    <a:gd name="connsiteX10" fmla="*/ 52468 w 52488"/>
                    <a:gd name="connsiteY10" fmla="*/ 7059 h 29755"/>
                    <a:gd name="connsiteX11" fmla="*/ 51270 w 52488"/>
                    <a:gd name="connsiteY11" fmla="*/ 12668 h 29755"/>
                    <a:gd name="connsiteX12" fmla="*/ 49745 w 52488"/>
                    <a:gd name="connsiteY12" fmla="*/ 16969 h 29755"/>
                    <a:gd name="connsiteX13" fmla="*/ 45770 w 52488"/>
                    <a:gd name="connsiteY13" fmla="*/ 23395 h 29755"/>
                    <a:gd name="connsiteX14" fmla="*/ 39617 w 52488"/>
                    <a:gd name="connsiteY14" fmla="*/ 26553 h 29755"/>
                    <a:gd name="connsiteX15" fmla="*/ 31939 w 52488"/>
                    <a:gd name="connsiteY15" fmla="*/ 27751 h 29755"/>
                    <a:gd name="connsiteX16" fmla="*/ 24261 w 52488"/>
                    <a:gd name="connsiteY16" fmla="*/ 29276 h 29755"/>
                    <a:gd name="connsiteX17" fmla="*/ 15929 w 52488"/>
                    <a:gd name="connsiteY17" fmla="*/ 29711 h 29755"/>
                    <a:gd name="connsiteX18" fmla="*/ 1227 w 52488"/>
                    <a:gd name="connsiteY18" fmla="*/ 27207 h 29755"/>
                    <a:gd name="connsiteX19" fmla="*/ 1172 w 52488"/>
                    <a:gd name="connsiteY19" fmla="*/ 27207 h 29755"/>
                    <a:gd name="connsiteX20" fmla="*/ 29 w 52488"/>
                    <a:gd name="connsiteY20" fmla="*/ 25573 h 29755"/>
                    <a:gd name="connsiteX21" fmla="*/ 519 w 52488"/>
                    <a:gd name="connsiteY21" fmla="*/ 24593 h 29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2488" h="29755">
                      <a:moveTo>
                        <a:pt x="519" y="24593"/>
                      </a:moveTo>
                      <a:cubicBezTo>
                        <a:pt x="4658" y="21380"/>
                        <a:pt x="9450" y="19365"/>
                        <a:pt x="12989" y="16915"/>
                      </a:cubicBezTo>
                      <a:cubicBezTo>
                        <a:pt x="14786" y="15771"/>
                        <a:pt x="16038" y="14573"/>
                        <a:pt x="17781" y="13103"/>
                      </a:cubicBezTo>
                      <a:cubicBezTo>
                        <a:pt x="19414" y="11796"/>
                        <a:pt x="21048" y="10380"/>
                        <a:pt x="22681" y="8965"/>
                      </a:cubicBezTo>
                      <a:cubicBezTo>
                        <a:pt x="24315" y="7549"/>
                        <a:pt x="25786" y="5588"/>
                        <a:pt x="27311" y="3792"/>
                      </a:cubicBezTo>
                      <a:cubicBezTo>
                        <a:pt x="28889" y="1995"/>
                        <a:pt x="30850" y="797"/>
                        <a:pt x="33355" y="361"/>
                      </a:cubicBezTo>
                      <a:cubicBezTo>
                        <a:pt x="35805" y="-75"/>
                        <a:pt x="38582" y="-184"/>
                        <a:pt x="41632" y="416"/>
                      </a:cubicBezTo>
                      <a:cubicBezTo>
                        <a:pt x="43156" y="633"/>
                        <a:pt x="44735" y="1123"/>
                        <a:pt x="46369" y="1777"/>
                      </a:cubicBezTo>
                      <a:cubicBezTo>
                        <a:pt x="48112" y="2703"/>
                        <a:pt x="49691" y="3247"/>
                        <a:pt x="51488" y="4663"/>
                      </a:cubicBezTo>
                      <a:cubicBezTo>
                        <a:pt x="52250" y="5262"/>
                        <a:pt x="52577" y="6133"/>
                        <a:pt x="52468" y="7004"/>
                      </a:cubicBezTo>
                      <a:lnTo>
                        <a:pt x="52468" y="7059"/>
                      </a:lnTo>
                      <a:cubicBezTo>
                        <a:pt x="52141" y="9346"/>
                        <a:pt x="51597" y="10762"/>
                        <a:pt x="51270" y="12668"/>
                      </a:cubicBezTo>
                      <a:cubicBezTo>
                        <a:pt x="50780" y="14192"/>
                        <a:pt x="50290" y="15717"/>
                        <a:pt x="49745" y="16969"/>
                      </a:cubicBezTo>
                      <a:cubicBezTo>
                        <a:pt x="48656" y="19638"/>
                        <a:pt x="47349" y="21652"/>
                        <a:pt x="45770" y="23395"/>
                      </a:cubicBezTo>
                      <a:cubicBezTo>
                        <a:pt x="44191" y="25138"/>
                        <a:pt x="42122" y="26172"/>
                        <a:pt x="39617" y="26553"/>
                      </a:cubicBezTo>
                      <a:cubicBezTo>
                        <a:pt x="37112" y="26935"/>
                        <a:pt x="34444" y="27098"/>
                        <a:pt x="31939" y="27751"/>
                      </a:cubicBezTo>
                      <a:cubicBezTo>
                        <a:pt x="29434" y="28350"/>
                        <a:pt x="26874" y="28840"/>
                        <a:pt x="24261" y="29276"/>
                      </a:cubicBezTo>
                      <a:cubicBezTo>
                        <a:pt x="21702" y="29548"/>
                        <a:pt x="18597" y="29875"/>
                        <a:pt x="15929" y="29711"/>
                      </a:cubicBezTo>
                      <a:cubicBezTo>
                        <a:pt x="10484" y="29276"/>
                        <a:pt x="6019" y="28078"/>
                        <a:pt x="1227" y="27207"/>
                      </a:cubicBezTo>
                      <a:lnTo>
                        <a:pt x="1172" y="27207"/>
                      </a:lnTo>
                      <a:cubicBezTo>
                        <a:pt x="410" y="27043"/>
                        <a:pt x="-134" y="26335"/>
                        <a:pt x="29" y="25573"/>
                      </a:cubicBezTo>
                      <a:cubicBezTo>
                        <a:pt x="29" y="25083"/>
                        <a:pt x="246" y="24811"/>
                        <a:pt x="519" y="24593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71" name="Forme libre : forme 1470">
                  <a:extLst>
                    <a:ext uri="{FF2B5EF4-FFF2-40B4-BE49-F238E27FC236}">
                      <a16:creationId xmlns:a16="http://schemas.microsoft.com/office/drawing/2014/main" id="{07530F36-0E60-4153-99F8-07CFC197B07A}"/>
                    </a:ext>
                  </a:extLst>
                </p:cNvPr>
                <p:cNvSpPr/>
                <p:nvPr/>
              </p:nvSpPr>
              <p:spPr>
                <a:xfrm>
                  <a:off x="8856969" y="5052081"/>
                  <a:ext cx="52488" cy="29646"/>
                </a:xfrm>
                <a:custGeom>
                  <a:avLst/>
                  <a:gdLst>
                    <a:gd name="connsiteX0" fmla="*/ 41087 w 52488"/>
                    <a:gd name="connsiteY0" fmla="*/ 21652 h 29646"/>
                    <a:gd name="connsiteX1" fmla="*/ 39018 w 52488"/>
                    <a:gd name="connsiteY1" fmla="*/ 22306 h 29646"/>
                    <a:gd name="connsiteX2" fmla="*/ 36894 w 52488"/>
                    <a:gd name="connsiteY2" fmla="*/ 22578 h 29646"/>
                    <a:gd name="connsiteX3" fmla="*/ 30959 w 52488"/>
                    <a:gd name="connsiteY3" fmla="*/ 23558 h 29646"/>
                    <a:gd name="connsiteX4" fmla="*/ 23607 w 52488"/>
                    <a:gd name="connsiteY4" fmla="*/ 25029 h 29646"/>
                    <a:gd name="connsiteX5" fmla="*/ 16202 w 52488"/>
                    <a:gd name="connsiteY5" fmla="*/ 25410 h 29646"/>
                    <a:gd name="connsiteX6" fmla="*/ 9069 w 52488"/>
                    <a:gd name="connsiteY6" fmla="*/ 24375 h 29646"/>
                    <a:gd name="connsiteX7" fmla="*/ 9994 w 52488"/>
                    <a:gd name="connsiteY7" fmla="*/ 23885 h 29646"/>
                    <a:gd name="connsiteX8" fmla="*/ 15385 w 52488"/>
                    <a:gd name="connsiteY8" fmla="*/ 20672 h 29646"/>
                    <a:gd name="connsiteX9" fmla="*/ 19469 w 52488"/>
                    <a:gd name="connsiteY9" fmla="*/ 17514 h 29646"/>
                    <a:gd name="connsiteX10" fmla="*/ 20449 w 52488"/>
                    <a:gd name="connsiteY10" fmla="*/ 16643 h 29646"/>
                    <a:gd name="connsiteX11" fmla="*/ 25513 w 52488"/>
                    <a:gd name="connsiteY11" fmla="*/ 12341 h 29646"/>
                    <a:gd name="connsiteX12" fmla="*/ 29543 w 52488"/>
                    <a:gd name="connsiteY12" fmla="*/ 7985 h 29646"/>
                    <a:gd name="connsiteX13" fmla="*/ 30578 w 52488"/>
                    <a:gd name="connsiteY13" fmla="*/ 6677 h 29646"/>
                    <a:gd name="connsiteX14" fmla="*/ 32265 w 52488"/>
                    <a:gd name="connsiteY14" fmla="*/ 5316 h 29646"/>
                    <a:gd name="connsiteX15" fmla="*/ 34063 w 52488"/>
                    <a:gd name="connsiteY15" fmla="*/ 4717 h 29646"/>
                    <a:gd name="connsiteX16" fmla="*/ 40924 w 52488"/>
                    <a:gd name="connsiteY16" fmla="*/ 4772 h 29646"/>
                    <a:gd name="connsiteX17" fmla="*/ 44572 w 52488"/>
                    <a:gd name="connsiteY17" fmla="*/ 5806 h 29646"/>
                    <a:gd name="connsiteX18" fmla="*/ 45879 w 52488"/>
                    <a:gd name="connsiteY18" fmla="*/ 6460 h 29646"/>
                    <a:gd name="connsiteX19" fmla="*/ 47948 w 52488"/>
                    <a:gd name="connsiteY19" fmla="*/ 7549 h 29646"/>
                    <a:gd name="connsiteX20" fmla="*/ 47513 w 52488"/>
                    <a:gd name="connsiteY20" fmla="*/ 9400 h 29646"/>
                    <a:gd name="connsiteX21" fmla="*/ 46968 w 52488"/>
                    <a:gd name="connsiteY21" fmla="*/ 11633 h 29646"/>
                    <a:gd name="connsiteX22" fmla="*/ 45716 w 52488"/>
                    <a:gd name="connsiteY22" fmla="*/ 15118 h 29646"/>
                    <a:gd name="connsiteX23" fmla="*/ 45661 w 52488"/>
                    <a:gd name="connsiteY23" fmla="*/ 15227 h 29646"/>
                    <a:gd name="connsiteX24" fmla="*/ 45607 w 52488"/>
                    <a:gd name="connsiteY24" fmla="*/ 15336 h 29646"/>
                    <a:gd name="connsiteX25" fmla="*/ 42448 w 52488"/>
                    <a:gd name="connsiteY25" fmla="*/ 20454 h 29646"/>
                    <a:gd name="connsiteX26" fmla="*/ 41087 w 52488"/>
                    <a:gd name="connsiteY26" fmla="*/ 21652 h 29646"/>
                    <a:gd name="connsiteX27" fmla="*/ 43156 w 52488"/>
                    <a:gd name="connsiteY27" fmla="*/ 25464 h 29646"/>
                    <a:gd name="connsiteX28" fmla="*/ 45770 w 52488"/>
                    <a:gd name="connsiteY28" fmla="*/ 23395 h 29646"/>
                    <a:gd name="connsiteX29" fmla="*/ 49745 w 52488"/>
                    <a:gd name="connsiteY29" fmla="*/ 16969 h 29646"/>
                    <a:gd name="connsiteX30" fmla="*/ 51270 w 52488"/>
                    <a:gd name="connsiteY30" fmla="*/ 12668 h 29646"/>
                    <a:gd name="connsiteX31" fmla="*/ 52468 w 52488"/>
                    <a:gd name="connsiteY31" fmla="*/ 7059 h 29646"/>
                    <a:gd name="connsiteX32" fmla="*/ 52468 w 52488"/>
                    <a:gd name="connsiteY32" fmla="*/ 7005 h 29646"/>
                    <a:gd name="connsiteX33" fmla="*/ 51488 w 52488"/>
                    <a:gd name="connsiteY33" fmla="*/ 4663 h 29646"/>
                    <a:gd name="connsiteX34" fmla="*/ 46369 w 52488"/>
                    <a:gd name="connsiteY34" fmla="*/ 1777 h 29646"/>
                    <a:gd name="connsiteX35" fmla="*/ 41632 w 52488"/>
                    <a:gd name="connsiteY35" fmla="*/ 416 h 29646"/>
                    <a:gd name="connsiteX36" fmla="*/ 33355 w 52488"/>
                    <a:gd name="connsiteY36" fmla="*/ 361 h 29646"/>
                    <a:gd name="connsiteX37" fmla="*/ 30305 w 52488"/>
                    <a:gd name="connsiteY37" fmla="*/ 1396 h 29646"/>
                    <a:gd name="connsiteX38" fmla="*/ 27365 w 52488"/>
                    <a:gd name="connsiteY38" fmla="*/ 3792 h 29646"/>
                    <a:gd name="connsiteX39" fmla="*/ 22736 w 52488"/>
                    <a:gd name="connsiteY39" fmla="*/ 8965 h 29646"/>
                    <a:gd name="connsiteX40" fmla="*/ 17836 w 52488"/>
                    <a:gd name="connsiteY40" fmla="*/ 13103 h 29646"/>
                    <a:gd name="connsiteX41" fmla="*/ 13044 w 52488"/>
                    <a:gd name="connsiteY41" fmla="*/ 16915 h 29646"/>
                    <a:gd name="connsiteX42" fmla="*/ 574 w 52488"/>
                    <a:gd name="connsiteY42" fmla="*/ 24593 h 29646"/>
                    <a:gd name="connsiteX43" fmla="*/ 29 w 52488"/>
                    <a:gd name="connsiteY43" fmla="*/ 25464 h 29646"/>
                    <a:gd name="connsiteX44" fmla="*/ 1172 w 52488"/>
                    <a:gd name="connsiteY44" fmla="*/ 27098 h 29646"/>
                    <a:gd name="connsiteX45" fmla="*/ 1227 w 52488"/>
                    <a:gd name="connsiteY45" fmla="*/ 27098 h 29646"/>
                    <a:gd name="connsiteX46" fmla="*/ 15929 w 52488"/>
                    <a:gd name="connsiteY46" fmla="*/ 29603 h 29646"/>
                    <a:gd name="connsiteX47" fmla="*/ 24261 w 52488"/>
                    <a:gd name="connsiteY47" fmla="*/ 29167 h 29646"/>
                    <a:gd name="connsiteX48" fmla="*/ 31939 w 52488"/>
                    <a:gd name="connsiteY48" fmla="*/ 27642 h 29646"/>
                    <a:gd name="connsiteX49" fmla="*/ 39617 w 52488"/>
                    <a:gd name="connsiteY49" fmla="*/ 26444 h 29646"/>
                    <a:gd name="connsiteX50" fmla="*/ 43156 w 52488"/>
                    <a:gd name="connsiteY50" fmla="*/ 25464 h 29646"/>
                    <a:gd name="connsiteX51" fmla="*/ 43156 w 52488"/>
                    <a:gd name="connsiteY51" fmla="*/ 25464 h 29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52488" h="29646">
                      <a:moveTo>
                        <a:pt x="41087" y="21652"/>
                      </a:moveTo>
                      <a:cubicBezTo>
                        <a:pt x="40488" y="21979"/>
                        <a:pt x="39780" y="22197"/>
                        <a:pt x="39018" y="22306"/>
                      </a:cubicBezTo>
                      <a:cubicBezTo>
                        <a:pt x="38310" y="22415"/>
                        <a:pt x="37602" y="22469"/>
                        <a:pt x="36894" y="22578"/>
                      </a:cubicBezTo>
                      <a:cubicBezTo>
                        <a:pt x="34934" y="22796"/>
                        <a:pt x="32919" y="23068"/>
                        <a:pt x="30959" y="23558"/>
                      </a:cubicBezTo>
                      <a:cubicBezTo>
                        <a:pt x="28835" y="24048"/>
                        <a:pt x="26221" y="24593"/>
                        <a:pt x="23607" y="25029"/>
                      </a:cubicBezTo>
                      <a:cubicBezTo>
                        <a:pt x="21266" y="25246"/>
                        <a:pt x="18380" y="25573"/>
                        <a:pt x="16202" y="25410"/>
                      </a:cubicBezTo>
                      <a:cubicBezTo>
                        <a:pt x="13643" y="25246"/>
                        <a:pt x="11355" y="24865"/>
                        <a:pt x="9069" y="24375"/>
                      </a:cubicBezTo>
                      <a:cubicBezTo>
                        <a:pt x="9395" y="24212"/>
                        <a:pt x="9668" y="24048"/>
                        <a:pt x="9994" y="23885"/>
                      </a:cubicBezTo>
                      <a:cubicBezTo>
                        <a:pt x="11900" y="22796"/>
                        <a:pt x="13697" y="21816"/>
                        <a:pt x="15385" y="20672"/>
                      </a:cubicBezTo>
                      <a:cubicBezTo>
                        <a:pt x="17019" y="19638"/>
                        <a:pt x="18271" y="18549"/>
                        <a:pt x="19469" y="17514"/>
                      </a:cubicBezTo>
                      <a:cubicBezTo>
                        <a:pt x="19850" y="17187"/>
                        <a:pt x="20177" y="16861"/>
                        <a:pt x="20449" y="16643"/>
                      </a:cubicBezTo>
                      <a:cubicBezTo>
                        <a:pt x="22301" y="15173"/>
                        <a:pt x="24097" y="13648"/>
                        <a:pt x="25513" y="12341"/>
                      </a:cubicBezTo>
                      <a:cubicBezTo>
                        <a:pt x="27038" y="11034"/>
                        <a:pt x="28290" y="9455"/>
                        <a:pt x="29543" y="7985"/>
                      </a:cubicBezTo>
                      <a:cubicBezTo>
                        <a:pt x="29924" y="7549"/>
                        <a:pt x="30251" y="7113"/>
                        <a:pt x="30578" y="6677"/>
                      </a:cubicBezTo>
                      <a:cubicBezTo>
                        <a:pt x="31068" y="6079"/>
                        <a:pt x="31666" y="5643"/>
                        <a:pt x="32265" y="5316"/>
                      </a:cubicBezTo>
                      <a:cubicBezTo>
                        <a:pt x="32810" y="5044"/>
                        <a:pt x="33409" y="4826"/>
                        <a:pt x="34063" y="4717"/>
                      </a:cubicBezTo>
                      <a:cubicBezTo>
                        <a:pt x="36349" y="4282"/>
                        <a:pt x="38528" y="4336"/>
                        <a:pt x="40924" y="4772"/>
                      </a:cubicBezTo>
                      <a:cubicBezTo>
                        <a:pt x="41958" y="4935"/>
                        <a:pt x="43102" y="5262"/>
                        <a:pt x="44572" y="5806"/>
                      </a:cubicBezTo>
                      <a:cubicBezTo>
                        <a:pt x="45008" y="6024"/>
                        <a:pt x="45443" y="6242"/>
                        <a:pt x="45879" y="6460"/>
                      </a:cubicBezTo>
                      <a:cubicBezTo>
                        <a:pt x="46641" y="6841"/>
                        <a:pt x="47295" y="7113"/>
                        <a:pt x="47948" y="7549"/>
                      </a:cubicBezTo>
                      <a:cubicBezTo>
                        <a:pt x="47840" y="8202"/>
                        <a:pt x="47676" y="8747"/>
                        <a:pt x="47513" y="9400"/>
                      </a:cubicBezTo>
                      <a:cubicBezTo>
                        <a:pt x="47295" y="10163"/>
                        <a:pt x="47132" y="10871"/>
                        <a:pt x="46968" y="11633"/>
                      </a:cubicBezTo>
                      <a:cubicBezTo>
                        <a:pt x="46587" y="12831"/>
                        <a:pt x="46151" y="14192"/>
                        <a:pt x="45716" y="15118"/>
                      </a:cubicBezTo>
                      <a:lnTo>
                        <a:pt x="45661" y="15227"/>
                      </a:lnTo>
                      <a:lnTo>
                        <a:pt x="45607" y="15336"/>
                      </a:lnTo>
                      <a:cubicBezTo>
                        <a:pt x="44790" y="17351"/>
                        <a:pt x="43810" y="18984"/>
                        <a:pt x="42448" y="20454"/>
                      </a:cubicBezTo>
                      <a:cubicBezTo>
                        <a:pt x="42122" y="20945"/>
                        <a:pt x="41632" y="21326"/>
                        <a:pt x="41087" y="21652"/>
                      </a:cubicBezTo>
                      <a:moveTo>
                        <a:pt x="43156" y="25464"/>
                      </a:moveTo>
                      <a:cubicBezTo>
                        <a:pt x="44137" y="24920"/>
                        <a:pt x="45008" y="24266"/>
                        <a:pt x="45770" y="23395"/>
                      </a:cubicBezTo>
                      <a:cubicBezTo>
                        <a:pt x="47349" y="21652"/>
                        <a:pt x="48711" y="19638"/>
                        <a:pt x="49745" y="16969"/>
                      </a:cubicBezTo>
                      <a:cubicBezTo>
                        <a:pt x="50290" y="15717"/>
                        <a:pt x="50780" y="14247"/>
                        <a:pt x="51270" y="12668"/>
                      </a:cubicBezTo>
                      <a:cubicBezTo>
                        <a:pt x="51597" y="10762"/>
                        <a:pt x="52196" y="9400"/>
                        <a:pt x="52468" y="7059"/>
                      </a:cubicBezTo>
                      <a:lnTo>
                        <a:pt x="52468" y="7005"/>
                      </a:lnTo>
                      <a:cubicBezTo>
                        <a:pt x="52577" y="6133"/>
                        <a:pt x="52250" y="5207"/>
                        <a:pt x="51488" y="4663"/>
                      </a:cubicBezTo>
                      <a:cubicBezTo>
                        <a:pt x="49636" y="3247"/>
                        <a:pt x="48112" y="2702"/>
                        <a:pt x="46369" y="1777"/>
                      </a:cubicBezTo>
                      <a:cubicBezTo>
                        <a:pt x="44735" y="1178"/>
                        <a:pt x="43156" y="688"/>
                        <a:pt x="41632" y="416"/>
                      </a:cubicBezTo>
                      <a:cubicBezTo>
                        <a:pt x="38582" y="-183"/>
                        <a:pt x="35805" y="-75"/>
                        <a:pt x="33355" y="361"/>
                      </a:cubicBezTo>
                      <a:cubicBezTo>
                        <a:pt x="32212" y="579"/>
                        <a:pt x="31231" y="905"/>
                        <a:pt x="30305" y="1396"/>
                      </a:cubicBezTo>
                      <a:cubicBezTo>
                        <a:pt x="29162" y="1995"/>
                        <a:pt x="28181" y="2811"/>
                        <a:pt x="27365" y="3792"/>
                      </a:cubicBezTo>
                      <a:cubicBezTo>
                        <a:pt x="25840" y="5589"/>
                        <a:pt x="24424" y="7549"/>
                        <a:pt x="22736" y="8965"/>
                      </a:cubicBezTo>
                      <a:cubicBezTo>
                        <a:pt x="21103" y="10435"/>
                        <a:pt x="19469" y="11796"/>
                        <a:pt x="17836" y="13103"/>
                      </a:cubicBezTo>
                      <a:cubicBezTo>
                        <a:pt x="16093" y="14573"/>
                        <a:pt x="14840" y="15772"/>
                        <a:pt x="13044" y="16915"/>
                      </a:cubicBezTo>
                      <a:cubicBezTo>
                        <a:pt x="9504" y="19365"/>
                        <a:pt x="4712" y="21380"/>
                        <a:pt x="574" y="24593"/>
                      </a:cubicBezTo>
                      <a:cubicBezTo>
                        <a:pt x="301" y="24811"/>
                        <a:pt x="138" y="25083"/>
                        <a:pt x="29" y="25464"/>
                      </a:cubicBezTo>
                      <a:cubicBezTo>
                        <a:pt x="-134" y="26227"/>
                        <a:pt x="410" y="26989"/>
                        <a:pt x="1172" y="27098"/>
                      </a:cubicBezTo>
                      <a:lnTo>
                        <a:pt x="1227" y="27098"/>
                      </a:lnTo>
                      <a:cubicBezTo>
                        <a:pt x="6073" y="27969"/>
                        <a:pt x="10484" y="29221"/>
                        <a:pt x="15929" y="29603"/>
                      </a:cubicBezTo>
                      <a:cubicBezTo>
                        <a:pt x="18652" y="29766"/>
                        <a:pt x="21756" y="29439"/>
                        <a:pt x="24261" y="29167"/>
                      </a:cubicBezTo>
                      <a:cubicBezTo>
                        <a:pt x="26874" y="28732"/>
                        <a:pt x="29434" y="28187"/>
                        <a:pt x="31939" y="27642"/>
                      </a:cubicBezTo>
                      <a:cubicBezTo>
                        <a:pt x="34444" y="27044"/>
                        <a:pt x="37057" y="26825"/>
                        <a:pt x="39617" y="26444"/>
                      </a:cubicBezTo>
                      <a:cubicBezTo>
                        <a:pt x="40924" y="26390"/>
                        <a:pt x="42122" y="26009"/>
                        <a:pt x="43156" y="25464"/>
                      </a:cubicBezTo>
                      <a:lnTo>
                        <a:pt x="43156" y="25464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72" name="Forme libre : forme 1471">
                  <a:extLst>
                    <a:ext uri="{FF2B5EF4-FFF2-40B4-BE49-F238E27FC236}">
                      <a16:creationId xmlns:a16="http://schemas.microsoft.com/office/drawing/2014/main" id="{76A001DB-F9CD-486B-8C1F-13E26C0F8F8E}"/>
                    </a:ext>
                  </a:extLst>
                </p:cNvPr>
                <p:cNvSpPr/>
                <p:nvPr/>
              </p:nvSpPr>
              <p:spPr>
                <a:xfrm>
                  <a:off x="8857023" y="5052190"/>
                  <a:ext cx="52488" cy="29755"/>
                </a:xfrm>
                <a:custGeom>
                  <a:avLst/>
                  <a:gdLst>
                    <a:gd name="connsiteX0" fmla="*/ 519 w 52488"/>
                    <a:gd name="connsiteY0" fmla="*/ 24593 h 29755"/>
                    <a:gd name="connsiteX1" fmla="*/ 12989 w 52488"/>
                    <a:gd name="connsiteY1" fmla="*/ 16915 h 29755"/>
                    <a:gd name="connsiteX2" fmla="*/ 17781 w 52488"/>
                    <a:gd name="connsiteY2" fmla="*/ 13103 h 29755"/>
                    <a:gd name="connsiteX3" fmla="*/ 22681 w 52488"/>
                    <a:gd name="connsiteY3" fmla="*/ 8965 h 29755"/>
                    <a:gd name="connsiteX4" fmla="*/ 27311 w 52488"/>
                    <a:gd name="connsiteY4" fmla="*/ 3792 h 29755"/>
                    <a:gd name="connsiteX5" fmla="*/ 33355 w 52488"/>
                    <a:gd name="connsiteY5" fmla="*/ 361 h 29755"/>
                    <a:gd name="connsiteX6" fmla="*/ 41632 w 52488"/>
                    <a:gd name="connsiteY6" fmla="*/ 416 h 29755"/>
                    <a:gd name="connsiteX7" fmla="*/ 46369 w 52488"/>
                    <a:gd name="connsiteY7" fmla="*/ 1777 h 29755"/>
                    <a:gd name="connsiteX8" fmla="*/ 51488 w 52488"/>
                    <a:gd name="connsiteY8" fmla="*/ 4663 h 29755"/>
                    <a:gd name="connsiteX9" fmla="*/ 52468 w 52488"/>
                    <a:gd name="connsiteY9" fmla="*/ 7004 h 29755"/>
                    <a:gd name="connsiteX10" fmla="*/ 52468 w 52488"/>
                    <a:gd name="connsiteY10" fmla="*/ 7059 h 29755"/>
                    <a:gd name="connsiteX11" fmla="*/ 51270 w 52488"/>
                    <a:gd name="connsiteY11" fmla="*/ 12668 h 29755"/>
                    <a:gd name="connsiteX12" fmla="*/ 49745 w 52488"/>
                    <a:gd name="connsiteY12" fmla="*/ 16969 h 29755"/>
                    <a:gd name="connsiteX13" fmla="*/ 45770 w 52488"/>
                    <a:gd name="connsiteY13" fmla="*/ 23395 h 29755"/>
                    <a:gd name="connsiteX14" fmla="*/ 39617 w 52488"/>
                    <a:gd name="connsiteY14" fmla="*/ 26553 h 29755"/>
                    <a:gd name="connsiteX15" fmla="*/ 31939 w 52488"/>
                    <a:gd name="connsiteY15" fmla="*/ 27751 h 29755"/>
                    <a:gd name="connsiteX16" fmla="*/ 24261 w 52488"/>
                    <a:gd name="connsiteY16" fmla="*/ 29276 h 29755"/>
                    <a:gd name="connsiteX17" fmla="*/ 15929 w 52488"/>
                    <a:gd name="connsiteY17" fmla="*/ 29711 h 29755"/>
                    <a:gd name="connsiteX18" fmla="*/ 1227 w 52488"/>
                    <a:gd name="connsiteY18" fmla="*/ 27207 h 29755"/>
                    <a:gd name="connsiteX19" fmla="*/ 1172 w 52488"/>
                    <a:gd name="connsiteY19" fmla="*/ 27207 h 29755"/>
                    <a:gd name="connsiteX20" fmla="*/ 29 w 52488"/>
                    <a:gd name="connsiteY20" fmla="*/ 25573 h 29755"/>
                    <a:gd name="connsiteX21" fmla="*/ 519 w 52488"/>
                    <a:gd name="connsiteY21" fmla="*/ 24593 h 29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2488" h="29755">
                      <a:moveTo>
                        <a:pt x="519" y="24593"/>
                      </a:moveTo>
                      <a:cubicBezTo>
                        <a:pt x="4658" y="21380"/>
                        <a:pt x="9450" y="19365"/>
                        <a:pt x="12989" y="16915"/>
                      </a:cubicBezTo>
                      <a:cubicBezTo>
                        <a:pt x="14786" y="15771"/>
                        <a:pt x="16038" y="14573"/>
                        <a:pt x="17781" y="13103"/>
                      </a:cubicBezTo>
                      <a:cubicBezTo>
                        <a:pt x="19414" y="11796"/>
                        <a:pt x="21048" y="10380"/>
                        <a:pt x="22681" y="8965"/>
                      </a:cubicBezTo>
                      <a:cubicBezTo>
                        <a:pt x="24315" y="7549"/>
                        <a:pt x="25786" y="5588"/>
                        <a:pt x="27311" y="3792"/>
                      </a:cubicBezTo>
                      <a:cubicBezTo>
                        <a:pt x="28889" y="1995"/>
                        <a:pt x="30850" y="797"/>
                        <a:pt x="33355" y="361"/>
                      </a:cubicBezTo>
                      <a:cubicBezTo>
                        <a:pt x="35805" y="-75"/>
                        <a:pt x="38582" y="-184"/>
                        <a:pt x="41632" y="416"/>
                      </a:cubicBezTo>
                      <a:cubicBezTo>
                        <a:pt x="43156" y="633"/>
                        <a:pt x="44735" y="1123"/>
                        <a:pt x="46369" y="1777"/>
                      </a:cubicBezTo>
                      <a:cubicBezTo>
                        <a:pt x="48112" y="2703"/>
                        <a:pt x="49691" y="3247"/>
                        <a:pt x="51488" y="4663"/>
                      </a:cubicBezTo>
                      <a:cubicBezTo>
                        <a:pt x="52250" y="5262"/>
                        <a:pt x="52577" y="6133"/>
                        <a:pt x="52468" y="7004"/>
                      </a:cubicBezTo>
                      <a:lnTo>
                        <a:pt x="52468" y="7059"/>
                      </a:lnTo>
                      <a:cubicBezTo>
                        <a:pt x="52141" y="9346"/>
                        <a:pt x="51597" y="10762"/>
                        <a:pt x="51270" y="12668"/>
                      </a:cubicBezTo>
                      <a:cubicBezTo>
                        <a:pt x="50780" y="14192"/>
                        <a:pt x="50290" y="15717"/>
                        <a:pt x="49745" y="16969"/>
                      </a:cubicBezTo>
                      <a:cubicBezTo>
                        <a:pt x="48656" y="19638"/>
                        <a:pt x="47349" y="21652"/>
                        <a:pt x="45770" y="23395"/>
                      </a:cubicBezTo>
                      <a:cubicBezTo>
                        <a:pt x="44191" y="25138"/>
                        <a:pt x="42122" y="26172"/>
                        <a:pt x="39617" y="26553"/>
                      </a:cubicBezTo>
                      <a:cubicBezTo>
                        <a:pt x="37112" y="26935"/>
                        <a:pt x="34444" y="27098"/>
                        <a:pt x="31939" y="27751"/>
                      </a:cubicBezTo>
                      <a:cubicBezTo>
                        <a:pt x="29434" y="28350"/>
                        <a:pt x="26874" y="28840"/>
                        <a:pt x="24261" y="29276"/>
                      </a:cubicBezTo>
                      <a:cubicBezTo>
                        <a:pt x="21702" y="29548"/>
                        <a:pt x="18597" y="29875"/>
                        <a:pt x="15929" y="29711"/>
                      </a:cubicBezTo>
                      <a:cubicBezTo>
                        <a:pt x="10484" y="29276"/>
                        <a:pt x="6019" y="28078"/>
                        <a:pt x="1227" y="27207"/>
                      </a:cubicBezTo>
                      <a:lnTo>
                        <a:pt x="1172" y="27207"/>
                      </a:lnTo>
                      <a:cubicBezTo>
                        <a:pt x="410" y="27043"/>
                        <a:pt x="-134" y="26335"/>
                        <a:pt x="29" y="25573"/>
                      </a:cubicBezTo>
                      <a:cubicBezTo>
                        <a:pt x="29" y="25083"/>
                        <a:pt x="246" y="24811"/>
                        <a:pt x="519" y="24593"/>
                      </a:cubicBez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473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858261" y="5032087"/>
                <a:ext cx="29241" cy="37998"/>
                <a:chOff x="8858261" y="5032087"/>
                <a:chExt cx="29241" cy="37998"/>
              </a:xfrm>
              <a:solidFill>
                <a:schemeClr val="accent1"/>
              </a:solidFill>
            </p:grpSpPr>
            <p:sp>
              <p:nvSpPr>
                <p:cNvPr id="1474" name="Forme libre : forme 1473">
                  <a:extLst>
                    <a:ext uri="{FF2B5EF4-FFF2-40B4-BE49-F238E27FC236}">
                      <a16:creationId xmlns:a16="http://schemas.microsoft.com/office/drawing/2014/main" id="{7C1B0A6F-8F93-41BD-B667-6AC445D12FC1}"/>
                    </a:ext>
                  </a:extLst>
                </p:cNvPr>
                <p:cNvSpPr/>
                <p:nvPr/>
              </p:nvSpPr>
              <p:spPr>
                <a:xfrm>
                  <a:off x="8858261" y="5032087"/>
                  <a:ext cx="29187" cy="37953"/>
                </a:xfrm>
                <a:custGeom>
                  <a:avLst/>
                  <a:gdLst>
                    <a:gd name="connsiteX0" fmla="*/ 98 w 29187"/>
                    <a:gd name="connsiteY0" fmla="*/ 36582 h 37953"/>
                    <a:gd name="connsiteX1" fmla="*/ 697 w 29187"/>
                    <a:gd name="connsiteY1" fmla="*/ 24385 h 37953"/>
                    <a:gd name="connsiteX2" fmla="*/ 1895 w 29187"/>
                    <a:gd name="connsiteY2" fmla="*/ 18395 h 37953"/>
                    <a:gd name="connsiteX3" fmla="*/ 3692 w 29187"/>
                    <a:gd name="connsiteY3" fmla="*/ 12623 h 37953"/>
                    <a:gd name="connsiteX4" fmla="*/ 5216 w 29187"/>
                    <a:gd name="connsiteY4" fmla="*/ 6469 h 37953"/>
                    <a:gd name="connsiteX5" fmla="*/ 8865 w 29187"/>
                    <a:gd name="connsiteY5" fmla="*/ 1786 h 37953"/>
                    <a:gd name="connsiteX6" fmla="*/ 15672 w 29187"/>
                    <a:gd name="connsiteY6" fmla="*/ 44 h 37953"/>
                    <a:gd name="connsiteX7" fmla="*/ 19974 w 29187"/>
                    <a:gd name="connsiteY7" fmla="*/ 207 h 37953"/>
                    <a:gd name="connsiteX8" fmla="*/ 25201 w 29187"/>
                    <a:gd name="connsiteY8" fmla="*/ 1568 h 37953"/>
                    <a:gd name="connsiteX9" fmla="*/ 25310 w 29187"/>
                    <a:gd name="connsiteY9" fmla="*/ 1623 h 37953"/>
                    <a:gd name="connsiteX10" fmla="*/ 27052 w 29187"/>
                    <a:gd name="connsiteY10" fmla="*/ 3475 h 37953"/>
                    <a:gd name="connsiteX11" fmla="*/ 29067 w 29187"/>
                    <a:gd name="connsiteY11" fmla="*/ 12677 h 37953"/>
                    <a:gd name="connsiteX12" fmla="*/ 28686 w 29187"/>
                    <a:gd name="connsiteY12" fmla="*/ 18885 h 37953"/>
                    <a:gd name="connsiteX13" fmla="*/ 25527 w 29187"/>
                    <a:gd name="connsiteY13" fmla="*/ 22479 h 37953"/>
                    <a:gd name="connsiteX14" fmla="*/ 20627 w 29187"/>
                    <a:gd name="connsiteY14" fmla="*/ 24875 h 37953"/>
                    <a:gd name="connsiteX15" fmla="*/ 16380 w 29187"/>
                    <a:gd name="connsiteY15" fmla="*/ 27924 h 37953"/>
                    <a:gd name="connsiteX16" fmla="*/ 11914 w 29187"/>
                    <a:gd name="connsiteY16" fmla="*/ 31028 h 37953"/>
                    <a:gd name="connsiteX17" fmla="*/ 2439 w 29187"/>
                    <a:gd name="connsiteY17" fmla="*/ 37671 h 37953"/>
                    <a:gd name="connsiteX18" fmla="*/ 370 w 29187"/>
                    <a:gd name="connsiteY18" fmla="*/ 37290 h 37953"/>
                    <a:gd name="connsiteX19" fmla="*/ 98 w 29187"/>
                    <a:gd name="connsiteY19" fmla="*/ 36582 h 37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9187" h="37953">
                      <a:moveTo>
                        <a:pt x="98" y="36582"/>
                      </a:moveTo>
                      <a:cubicBezTo>
                        <a:pt x="-175" y="32444"/>
                        <a:pt x="152" y="28414"/>
                        <a:pt x="697" y="24385"/>
                      </a:cubicBezTo>
                      <a:cubicBezTo>
                        <a:pt x="1023" y="22424"/>
                        <a:pt x="1459" y="20410"/>
                        <a:pt x="1895" y="18395"/>
                      </a:cubicBezTo>
                      <a:cubicBezTo>
                        <a:pt x="2439" y="16489"/>
                        <a:pt x="3038" y="14583"/>
                        <a:pt x="3692" y="12623"/>
                      </a:cubicBezTo>
                      <a:cubicBezTo>
                        <a:pt x="4399" y="10717"/>
                        <a:pt x="4726" y="8539"/>
                        <a:pt x="5216" y="6469"/>
                      </a:cubicBezTo>
                      <a:cubicBezTo>
                        <a:pt x="5761" y="4400"/>
                        <a:pt x="7014" y="2821"/>
                        <a:pt x="8865" y="1786"/>
                      </a:cubicBezTo>
                      <a:cubicBezTo>
                        <a:pt x="10771" y="806"/>
                        <a:pt x="12949" y="153"/>
                        <a:pt x="15672" y="44"/>
                      </a:cubicBezTo>
                      <a:cubicBezTo>
                        <a:pt x="16979" y="-65"/>
                        <a:pt x="18449" y="44"/>
                        <a:pt x="19974" y="207"/>
                      </a:cubicBezTo>
                      <a:cubicBezTo>
                        <a:pt x="21770" y="643"/>
                        <a:pt x="23186" y="752"/>
                        <a:pt x="25201" y="1568"/>
                      </a:cubicBezTo>
                      <a:lnTo>
                        <a:pt x="25310" y="1623"/>
                      </a:lnTo>
                      <a:cubicBezTo>
                        <a:pt x="26181" y="1950"/>
                        <a:pt x="26780" y="2658"/>
                        <a:pt x="27052" y="3475"/>
                      </a:cubicBezTo>
                      <a:cubicBezTo>
                        <a:pt x="28250" y="7232"/>
                        <a:pt x="28958" y="10281"/>
                        <a:pt x="29067" y="12677"/>
                      </a:cubicBezTo>
                      <a:cubicBezTo>
                        <a:pt x="29340" y="15182"/>
                        <a:pt x="29122" y="17197"/>
                        <a:pt x="28686" y="18885"/>
                      </a:cubicBezTo>
                      <a:cubicBezTo>
                        <a:pt x="28250" y="20627"/>
                        <a:pt x="27216" y="21771"/>
                        <a:pt x="25527" y="22479"/>
                      </a:cubicBezTo>
                      <a:cubicBezTo>
                        <a:pt x="23840" y="23187"/>
                        <a:pt x="22043" y="23840"/>
                        <a:pt x="20627" y="24875"/>
                      </a:cubicBezTo>
                      <a:cubicBezTo>
                        <a:pt x="19211" y="25855"/>
                        <a:pt x="17795" y="26890"/>
                        <a:pt x="16380" y="27924"/>
                      </a:cubicBezTo>
                      <a:cubicBezTo>
                        <a:pt x="14855" y="28904"/>
                        <a:pt x="13384" y="29939"/>
                        <a:pt x="11914" y="31028"/>
                      </a:cubicBezTo>
                      <a:lnTo>
                        <a:pt x="2439" y="37671"/>
                      </a:lnTo>
                      <a:cubicBezTo>
                        <a:pt x="1786" y="38162"/>
                        <a:pt x="806" y="37998"/>
                        <a:pt x="370" y="37290"/>
                      </a:cubicBezTo>
                      <a:cubicBezTo>
                        <a:pt x="207" y="37127"/>
                        <a:pt x="152" y="36855"/>
                        <a:pt x="98" y="36582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75" name="Forme libre : forme 1474">
                  <a:extLst>
                    <a:ext uri="{FF2B5EF4-FFF2-40B4-BE49-F238E27FC236}">
                      <a16:creationId xmlns:a16="http://schemas.microsoft.com/office/drawing/2014/main" id="{DDF7385A-824B-412E-80B1-20EF89565128}"/>
                    </a:ext>
                  </a:extLst>
                </p:cNvPr>
                <p:cNvSpPr/>
                <p:nvPr/>
              </p:nvSpPr>
              <p:spPr>
                <a:xfrm>
                  <a:off x="8858293" y="5032142"/>
                  <a:ext cx="29210" cy="37943"/>
                </a:xfrm>
                <a:custGeom>
                  <a:avLst/>
                  <a:gdLst>
                    <a:gd name="connsiteX0" fmla="*/ 4422 w 29210"/>
                    <a:gd name="connsiteY0" fmla="*/ 30974 h 37943"/>
                    <a:gd name="connsiteX1" fmla="*/ 5022 w 29210"/>
                    <a:gd name="connsiteY1" fmla="*/ 25093 h 37943"/>
                    <a:gd name="connsiteX2" fmla="*/ 6111 w 29210"/>
                    <a:gd name="connsiteY2" fmla="*/ 19429 h 37943"/>
                    <a:gd name="connsiteX3" fmla="*/ 7799 w 29210"/>
                    <a:gd name="connsiteY3" fmla="*/ 14093 h 37943"/>
                    <a:gd name="connsiteX4" fmla="*/ 8997 w 29210"/>
                    <a:gd name="connsiteY4" fmla="*/ 9519 h 37943"/>
                    <a:gd name="connsiteX5" fmla="*/ 9432 w 29210"/>
                    <a:gd name="connsiteY5" fmla="*/ 7558 h 37943"/>
                    <a:gd name="connsiteX6" fmla="*/ 10903 w 29210"/>
                    <a:gd name="connsiteY6" fmla="*/ 5598 h 37943"/>
                    <a:gd name="connsiteX7" fmla="*/ 16021 w 29210"/>
                    <a:gd name="connsiteY7" fmla="*/ 4346 h 37943"/>
                    <a:gd name="connsiteX8" fmla="*/ 19234 w 29210"/>
                    <a:gd name="connsiteY8" fmla="*/ 4509 h 37943"/>
                    <a:gd name="connsiteX9" fmla="*/ 20704 w 29210"/>
                    <a:gd name="connsiteY9" fmla="*/ 4836 h 37943"/>
                    <a:gd name="connsiteX10" fmla="*/ 23100 w 29210"/>
                    <a:gd name="connsiteY10" fmla="*/ 5435 h 37943"/>
                    <a:gd name="connsiteX11" fmla="*/ 24734 w 29210"/>
                    <a:gd name="connsiteY11" fmla="*/ 12840 h 37943"/>
                    <a:gd name="connsiteX12" fmla="*/ 24734 w 29210"/>
                    <a:gd name="connsiteY12" fmla="*/ 12949 h 37943"/>
                    <a:gd name="connsiteX13" fmla="*/ 24734 w 29210"/>
                    <a:gd name="connsiteY13" fmla="*/ 13058 h 37943"/>
                    <a:gd name="connsiteX14" fmla="*/ 24462 w 29210"/>
                    <a:gd name="connsiteY14" fmla="*/ 17741 h 37943"/>
                    <a:gd name="connsiteX15" fmla="*/ 23863 w 29210"/>
                    <a:gd name="connsiteY15" fmla="*/ 18395 h 37943"/>
                    <a:gd name="connsiteX16" fmla="*/ 23808 w 29210"/>
                    <a:gd name="connsiteY16" fmla="*/ 18395 h 37943"/>
                    <a:gd name="connsiteX17" fmla="*/ 22882 w 29210"/>
                    <a:gd name="connsiteY17" fmla="*/ 18776 h 37943"/>
                    <a:gd name="connsiteX18" fmla="*/ 19779 w 29210"/>
                    <a:gd name="connsiteY18" fmla="*/ 20192 h 37943"/>
                    <a:gd name="connsiteX19" fmla="*/ 18090 w 29210"/>
                    <a:gd name="connsiteY19" fmla="*/ 21226 h 37943"/>
                    <a:gd name="connsiteX20" fmla="*/ 13789 w 29210"/>
                    <a:gd name="connsiteY20" fmla="*/ 24330 h 37943"/>
                    <a:gd name="connsiteX21" fmla="*/ 9323 w 29210"/>
                    <a:gd name="connsiteY21" fmla="*/ 27434 h 37943"/>
                    <a:gd name="connsiteX22" fmla="*/ 4422 w 29210"/>
                    <a:gd name="connsiteY22" fmla="*/ 30974 h 37943"/>
                    <a:gd name="connsiteX23" fmla="*/ 2299 w 29210"/>
                    <a:gd name="connsiteY23" fmla="*/ 37780 h 37943"/>
                    <a:gd name="connsiteX24" fmla="*/ 2462 w 29210"/>
                    <a:gd name="connsiteY24" fmla="*/ 37671 h 37943"/>
                    <a:gd name="connsiteX25" fmla="*/ 11937 w 29210"/>
                    <a:gd name="connsiteY25" fmla="*/ 31028 h 37943"/>
                    <a:gd name="connsiteX26" fmla="*/ 16403 w 29210"/>
                    <a:gd name="connsiteY26" fmla="*/ 27924 h 37943"/>
                    <a:gd name="connsiteX27" fmla="*/ 20650 w 29210"/>
                    <a:gd name="connsiteY27" fmla="*/ 24875 h 37943"/>
                    <a:gd name="connsiteX28" fmla="*/ 21903 w 29210"/>
                    <a:gd name="connsiteY28" fmla="*/ 24112 h 37943"/>
                    <a:gd name="connsiteX29" fmla="*/ 25551 w 29210"/>
                    <a:gd name="connsiteY29" fmla="*/ 22479 h 37943"/>
                    <a:gd name="connsiteX30" fmla="*/ 26041 w 29210"/>
                    <a:gd name="connsiteY30" fmla="*/ 22261 h 37943"/>
                    <a:gd name="connsiteX31" fmla="*/ 28709 w 29210"/>
                    <a:gd name="connsiteY31" fmla="*/ 18885 h 37943"/>
                    <a:gd name="connsiteX32" fmla="*/ 29090 w 29210"/>
                    <a:gd name="connsiteY32" fmla="*/ 12677 h 37943"/>
                    <a:gd name="connsiteX33" fmla="*/ 27075 w 29210"/>
                    <a:gd name="connsiteY33" fmla="*/ 3474 h 37943"/>
                    <a:gd name="connsiteX34" fmla="*/ 25333 w 29210"/>
                    <a:gd name="connsiteY34" fmla="*/ 1623 h 37943"/>
                    <a:gd name="connsiteX35" fmla="*/ 25224 w 29210"/>
                    <a:gd name="connsiteY35" fmla="*/ 1568 h 37943"/>
                    <a:gd name="connsiteX36" fmla="*/ 19997 w 29210"/>
                    <a:gd name="connsiteY36" fmla="*/ 207 h 37943"/>
                    <a:gd name="connsiteX37" fmla="*/ 15695 w 29210"/>
                    <a:gd name="connsiteY37" fmla="*/ 44 h 37943"/>
                    <a:gd name="connsiteX38" fmla="*/ 8888 w 29210"/>
                    <a:gd name="connsiteY38" fmla="*/ 1786 h 37943"/>
                    <a:gd name="connsiteX39" fmla="*/ 8888 w 29210"/>
                    <a:gd name="connsiteY39" fmla="*/ 1786 h 37943"/>
                    <a:gd name="connsiteX40" fmla="*/ 5239 w 29210"/>
                    <a:gd name="connsiteY40" fmla="*/ 6415 h 37943"/>
                    <a:gd name="connsiteX41" fmla="*/ 3714 w 29210"/>
                    <a:gd name="connsiteY41" fmla="*/ 12568 h 37943"/>
                    <a:gd name="connsiteX42" fmla="*/ 1918 w 29210"/>
                    <a:gd name="connsiteY42" fmla="*/ 18340 h 37943"/>
                    <a:gd name="connsiteX43" fmla="*/ 720 w 29210"/>
                    <a:gd name="connsiteY43" fmla="*/ 24330 h 37943"/>
                    <a:gd name="connsiteX44" fmla="*/ 121 w 29210"/>
                    <a:gd name="connsiteY44" fmla="*/ 36528 h 37943"/>
                    <a:gd name="connsiteX45" fmla="*/ 393 w 29210"/>
                    <a:gd name="connsiteY45" fmla="*/ 37290 h 37943"/>
                    <a:gd name="connsiteX46" fmla="*/ 2299 w 29210"/>
                    <a:gd name="connsiteY46" fmla="*/ 37780 h 37943"/>
                    <a:gd name="connsiteX47" fmla="*/ 2299 w 29210"/>
                    <a:gd name="connsiteY47" fmla="*/ 37780 h 37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29210" h="37943">
                      <a:moveTo>
                        <a:pt x="4422" y="30974"/>
                      </a:moveTo>
                      <a:cubicBezTo>
                        <a:pt x="4531" y="28904"/>
                        <a:pt x="4749" y="26944"/>
                        <a:pt x="5022" y="25093"/>
                      </a:cubicBezTo>
                      <a:cubicBezTo>
                        <a:pt x="5348" y="23241"/>
                        <a:pt x="5729" y="21335"/>
                        <a:pt x="6111" y="19429"/>
                      </a:cubicBezTo>
                      <a:cubicBezTo>
                        <a:pt x="6655" y="17632"/>
                        <a:pt x="7200" y="15781"/>
                        <a:pt x="7799" y="14093"/>
                      </a:cubicBezTo>
                      <a:cubicBezTo>
                        <a:pt x="8344" y="12568"/>
                        <a:pt x="8724" y="10989"/>
                        <a:pt x="8997" y="9519"/>
                      </a:cubicBezTo>
                      <a:cubicBezTo>
                        <a:pt x="9160" y="8865"/>
                        <a:pt x="9269" y="8157"/>
                        <a:pt x="9432" y="7558"/>
                      </a:cubicBezTo>
                      <a:cubicBezTo>
                        <a:pt x="9705" y="6633"/>
                        <a:pt x="10140" y="6034"/>
                        <a:pt x="10903" y="5598"/>
                      </a:cubicBezTo>
                      <a:cubicBezTo>
                        <a:pt x="12428" y="4836"/>
                        <a:pt x="14006" y="4400"/>
                        <a:pt x="16021" y="4346"/>
                      </a:cubicBezTo>
                      <a:cubicBezTo>
                        <a:pt x="16784" y="4291"/>
                        <a:pt x="17873" y="4346"/>
                        <a:pt x="19234" y="4509"/>
                      </a:cubicBezTo>
                      <a:cubicBezTo>
                        <a:pt x="19724" y="4618"/>
                        <a:pt x="20214" y="4727"/>
                        <a:pt x="20704" y="4836"/>
                      </a:cubicBezTo>
                      <a:cubicBezTo>
                        <a:pt x="21575" y="4999"/>
                        <a:pt x="22229" y="5163"/>
                        <a:pt x="23100" y="5435"/>
                      </a:cubicBezTo>
                      <a:cubicBezTo>
                        <a:pt x="24081" y="8647"/>
                        <a:pt x="24625" y="11098"/>
                        <a:pt x="24734" y="12840"/>
                      </a:cubicBezTo>
                      <a:lnTo>
                        <a:pt x="24734" y="12949"/>
                      </a:lnTo>
                      <a:lnTo>
                        <a:pt x="24734" y="13058"/>
                      </a:lnTo>
                      <a:cubicBezTo>
                        <a:pt x="24897" y="14855"/>
                        <a:pt x="24843" y="16326"/>
                        <a:pt x="24462" y="17741"/>
                      </a:cubicBezTo>
                      <a:cubicBezTo>
                        <a:pt x="24353" y="18068"/>
                        <a:pt x="24298" y="18177"/>
                        <a:pt x="23863" y="18395"/>
                      </a:cubicBezTo>
                      <a:cubicBezTo>
                        <a:pt x="23863" y="18395"/>
                        <a:pt x="23808" y="18395"/>
                        <a:pt x="23808" y="18395"/>
                      </a:cubicBezTo>
                      <a:lnTo>
                        <a:pt x="22882" y="18776"/>
                      </a:lnTo>
                      <a:cubicBezTo>
                        <a:pt x="21903" y="19211"/>
                        <a:pt x="20813" y="19647"/>
                        <a:pt x="19779" y="20192"/>
                      </a:cubicBezTo>
                      <a:cubicBezTo>
                        <a:pt x="19180" y="20518"/>
                        <a:pt x="18581" y="20845"/>
                        <a:pt x="18090" y="21226"/>
                      </a:cubicBezTo>
                      <a:cubicBezTo>
                        <a:pt x="16675" y="22206"/>
                        <a:pt x="15205" y="23241"/>
                        <a:pt x="13789" y="24330"/>
                      </a:cubicBezTo>
                      <a:cubicBezTo>
                        <a:pt x="12264" y="25365"/>
                        <a:pt x="10739" y="26399"/>
                        <a:pt x="9323" y="27434"/>
                      </a:cubicBezTo>
                      <a:lnTo>
                        <a:pt x="4422" y="30974"/>
                      </a:lnTo>
                      <a:moveTo>
                        <a:pt x="2299" y="37780"/>
                      </a:moveTo>
                      <a:cubicBezTo>
                        <a:pt x="2353" y="37726"/>
                        <a:pt x="2408" y="37726"/>
                        <a:pt x="2462" y="37671"/>
                      </a:cubicBezTo>
                      <a:lnTo>
                        <a:pt x="11937" y="31028"/>
                      </a:lnTo>
                      <a:cubicBezTo>
                        <a:pt x="13407" y="29939"/>
                        <a:pt x="14932" y="28904"/>
                        <a:pt x="16403" y="27924"/>
                      </a:cubicBezTo>
                      <a:cubicBezTo>
                        <a:pt x="17818" y="26835"/>
                        <a:pt x="19234" y="25855"/>
                        <a:pt x="20650" y="24875"/>
                      </a:cubicBezTo>
                      <a:cubicBezTo>
                        <a:pt x="21031" y="24602"/>
                        <a:pt x="21466" y="24330"/>
                        <a:pt x="21903" y="24112"/>
                      </a:cubicBezTo>
                      <a:cubicBezTo>
                        <a:pt x="23046" y="23513"/>
                        <a:pt x="24353" y="23023"/>
                        <a:pt x="25551" y="22479"/>
                      </a:cubicBezTo>
                      <a:cubicBezTo>
                        <a:pt x="25714" y="22424"/>
                        <a:pt x="25878" y="22315"/>
                        <a:pt x="26041" y="22261"/>
                      </a:cubicBezTo>
                      <a:cubicBezTo>
                        <a:pt x="27402" y="21553"/>
                        <a:pt x="28328" y="20410"/>
                        <a:pt x="28709" y="18885"/>
                      </a:cubicBezTo>
                      <a:cubicBezTo>
                        <a:pt x="29145" y="17142"/>
                        <a:pt x="29363" y="15182"/>
                        <a:pt x="29090" y="12677"/>
                      </a:cubicBezTo>
                      <a:cubicBezTo>
                        <a:pt x="28981" y="10335"/>
                        <a:pt x="28273" y="7286"/>
                        <a:pt x="27075" y="3474"/>
                      </a:cubicBezTo>
                      <a:cubicBezTo>
                        <a:pt x="26804" y="2658"/>
                        <a:pt x="26204" y="1950"/>
                        <a:pt x="25333" y="1623"/>
                      </a:cubicBezTo>
                      <a:lnTo>
                        <a:pt x="25224" y="1568"/>
                      </a:lnTo>
                      <a:cubicBezTo>
                        <a:pt x="23209" y="751"/>
                        <a:pt x="21739" y="643"/>
                        <a:pt x="19997" y="207"/>
                      </a:cubicBezTo>
                      <a:cubicBezTo>
                        <a:pt x="18472" y="44"/>
                        <a:pt x="17002" y="-65"/>
                        <a:pt x="15695" y="44"/>
                      </a:cubicBezTo>
                      <a:cubicBezTo>
                        <a:pt x="12972" y="153"/>
                        <a:pt x="10794" y="806"/>
                        <a:pt x="8888" y="1786"/>
                      </a:cubicBezTo>
                      <a:cubicBezTo>
                        <a:pt x="8888" y="1786"/>
                        <a:pt x="8888" y="1786"/>
                        <a:pt x="8888" y="1786"/>
                      </a:cubicBezTo>
                      <a:cubicBezTo>
                        <a:pt x="7037" y="2767"/>
                        <a:pt x="5784" y="4346"/>
                        <a:pt x="5239" y="6415"/>
                      </a:cubicBezTo>
                      <a:cubicBezTo>
                        <a:pt x="4695" y="8539"/>
                        <a:pt x="4368" y="10717"/>
                        <a:pt x="3714" y="12568"/>
                      </a:cubicBezTo>
                      <a:cubicBezTo>
                        <a:pt x="3061" y="14474"/>
                        <a:pt x="2462" y="16434"/>
                        <a:pt x="1918" y="18340"/>
                      </a:cubicBezTo>
                      <a:cubicBezTo>
                        <a:pt x="1482" y="20355"/>
                        <a:pt x="1101" y="22315"/>
                        <a:pt x="720" y="24330"/>
                      </a:cubicBezTo>
                      <a:cubicBezTo>
                        <a:pt x="176" y="28360"/>
                        <a:pt x="-206" y="32389"/>
                        <a:pt x="121" y="36528"/>
                      </a:cubicBezTo>
                      <a:cubicBezTo>
                        <a:pt x="121" y="36800"/>
                        <a:pt x="230" y="37072"/>
                        <a:pt x="393" y="37290"/>
                      </a:cubicBezTo>
                      <a:cubicBezTo>
                        <a:pt x="774" y="37944"/>
                        <a:pt x="1591" y="38107"/>
                        <a:pt x="2299" y="37780"/>
                      </a:cubicBezTo>
                      <a:lnTo>
                        <a:pt x="2299" y="3778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76" name="Forme libre : forme 1475">
                  <a:extLst>
                    <a:ext uri="{FF2B5EF4-FFF2-40B4-BE49-F238E27FC236}">
                      <a16:creationId xmlns:a16="http://schemas.microsoft.com/office/drawing/2014/main" id="{E2843B6A-377E-4257-B7D7-CAF4A1A47B74}"/>
                    </a:ext>
                  </a:extLst>
                </p:cNvPr>
                <p:cNvSpPr/>
                <p:nvPr/>
              </p:nvSpPr>
              <p:spPr>
                <a:xfrm>
                  <a:off x="8858261" y="5032087"/>
                  <a:ext cx="29187" cy="37953"/>
                </a:xfrm>
                <a:custGeom>
                  <a:avLst/>
                  <a:gdLst>
                    <a:gd name="connsiteX0" fmla="*/ 98 w 29187"/>
                    <a:gd name="connsiteY0" fmla="*/ 36582 h 37953"/>
                    <a:gd name="connsiteX1" fmla="*/ 697 w 29187"/>
                    <a:gd name="connsiteY1" fmla="*/ 24385 h 37953"/>
                    <a:gd name="connsiteX2" fmla="*/ 1895 w 29187"/>
                    <a:gd name="connsiteY2" fmla="*/ 18395 h 37953"/>
                    <a:gd name="connsiteX3" fmla="*/ 3692 w 29187"/>
                    <a:gd name="connsiteY3" fmla="*/ 12623 h 37953"/>
                    <a:gd name="connsiteX4" fmla="*/ 5216 w 29187"/>
                    <a:gd name="connsiteY4" fmla="*/ 6469 h 37953"/>
                    <a:gd name="connsiteX5" fmla="*/ 8865 w 29187"/>
                    <a:gd name="connsiteY5" fmla="*/ 1786 h 37953"/>
                    <a:gd name="connsiteX6" fmla="*/ 15672 w 29187"/>
                    <a:gd name="connsiteY6" fmla="*/ 44 h 37953"/>
                    <a:gd name="connsiteX7" fmla="*/ 19974 w 29187"/>
                    <a:gd name="connsiteY7" fmla="*/ 207 h 37953"/>
                    <a:gd name="connsiteX8" fmla="*/ 25201 w 29187"/>
                    <a:gd name="connsiteY8" fmla="*/ 1568 h 37953"/>
                    <a:gd name="connsiteX9" fmla="*/ 25310 w 29187"/>
                    <a:gd name="connsiteY9" fmla="*/ 1623 h 37953"/>
                    <a:gd name="connsiteX10" fmla="*/ 27052 w 29187"/>
                    <a:gd name="connsiteY10" fmla="*/ 3475 h 37953"/>
                    <a:gd name="connsiteX11" fmla="*/ 29067 w 29187"/>
                    <a:gd name="connsiteY11" fmla="*/ 12677 h 37953"/>
                    <a:gd name="connsiteX12" fmla="*/ 28686 w 29187"/>
                    <a:gd name="connsiteY12" fmla="*/ 18885 h 37953"/>
                    <a:gd name="connsiteX13" fmla="*/ 25527 w 29187"/>
                    <a:gd name="connsiteY13" fmla="*/ 22479 h 37953"/>
                    <a:gd name="connsiteX14" fmla="*/ 20627 w 29187"/>
                    <a:gd name="connsiteY14" fmla="*/ 24875 h 37953"/>
                    <a:gd name="connsiteX15" fmla="*/ 16380 w 29187"/>
                    <a:gd name="connsiteY15" fmla="*/ 27924 h 37953"/>
                    <a:gd name="connsiteX16" fmla="*/ 11914 w 29187"/>
                    <a:gd name="connsiteY16" fmla="*/ 31028 h 37953"/>
                    <a:gd name="connsiteX17" fmla="*/ 2439 w 29187"/>
                    <a:gd name="connsiteY17" fmla="*/ 37671 h 37953"/>
                    <a:gd name="connsiteX18" fmla="*/ 370 w 29187"/>
                    <a:gd name="connsiteY18" fmla="*/ 37290 h 37953"/>
                    <a:gd name="connsiteX19" fmla="*/ 98 w 29187"/>
                    <a:gd name="connsiteY19" fmla="*/ 36582 h 37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9187" h="37953">
                      <a:moveTo>
                        <a:pt x="98" y="36582"/>
                      </a:moveTo>
                      <a:cubicBezTo>
                        <a:pt x="-175" y="32444"/>
                        <a:pt x="152" y="28414"/>
                        <a:pt x="697" y="24385"/>
                      </a:cubicBezTo>
                      <a:cubicBezTo>
                        <a:pt x="1023" y="22424"/>
                        <a:pt x="1459" y="20410"/>
                        <a:pt x="1895" y="18395"/>
                      </a:cubicBezTo>
                      <a:cubicBezTo>
                        <a:pt x="2439" y="16489"/>
                        <a:pt x="3038" y="14583"/>
                        <a:pt x="3692" y="12623"/>
                      </a:cubicBezTo>
                      <a:cubicBezTo>
                        <a:pt x="4399" y="10717"/>
                        <a:pt x="4726" y="8539"/>
                        <a:pt x="5216" y="6469"/>
                      </a:cubicBezTo>
                      <a:cubicBezTo>
                        <a:pt x="5761" y="4400"/>
                        <a:pt x="7014" y="2821"/>
                        <a:pt x="8865" y="1786"/>
                      </a:cubicBezTo>
                      <a:cubicBezTo>
                        <a:pt x="10771" y="806"/>
                        <a:pt x="12949" y="153"/>
                        <a:pt x="15672" y="44"/>
                      </a:cubicBezTo>
                      <a:cubicBezTo>
                        <a:pt x="16979" y="-65"/>
                        <a:pt x="18449" y="44"/>
                        <a:pt x="19974" y="207"/>
                      </a:cubicBezTo>
                      <a:cubicBezTo>
                        <a:pt x="21770" y="643"/>
                        <a:pt x="23186" y="752"/>
                        <a:pt x="25201" y="1568"/>
                      </a:cubicBezTo>
                      <a:lnTo>
                        <a:pt x="25310" y="1623"/>
                      </a:lnTo>
                      <a:cubicBezTo>
                        <a:pt x="26181" y="1950"/>
                        <a:pt x="26780" y="2658"/>
                        <a:pt x="27052" y="3475"/>
                      </a:cubicBezTo>
                      <a:cubicBezTo>
                        <a:pt x="28250" y="7232"/>
                        <a:pt x="28958" y="10281"/>
                        <a:pt x="29067" y="12677"/>
                      </a:cubicBezTo>
                      <a:cubicBezTo>
                        <a:pt x="29340" y="15182"/>
                        <a:pt x="29122" y="17197"/>
                        <a:pt x="28686" y="18885"/>
                      </a:cubicBezTo>
                      <a:cubicBezTo>
                        <a:pt x="28250" y="20627"/>
                        <a:pt x="27216" y="21771"/>
                        <a:pt x="25527" y="22479"/>
                      </a:cubicBezTo>
                      <a:cubicBezTo>
                        <a:pt x="23840" y="23187"/>
                        <a:pt x="22043" y="23840"/>
                        <a:pt x="20627" y="24875"/>
                      </a:cubicBezTo>
                      <a:cubicBezTo>
                        <a:pt x="19211" y="25855"/>
                        <a:pt x="17795" y="26890"/>
                        <a:pt x="16380" y="27924"/>
                      </a:cubicBezTo>
                      <a:cubicBezTo>
                        <a:pt x="14855" y="28904"/>
                        <a:pt x="13384" y="29939"/>
                        <a:pt x="11914" y="31028"/>
                      </a:cubicBezTo>
                      <a:lnTo>
                        <a:pt x="2439" y="37671"/>
                      </a:lnTo>
                      <a:cubicBezTo>
                        <a:pt x="1786" y="38162"/>
                        <a:pt x="806" y="37998"/>
                        <a:pt x="370" y="37290"/>
                      </a:cubicBezTo>
                      <a:cubicBezTo>
                        <a:pt x="207" y="37127"/>
                        <a:pt x="152" y="36855"/>
                        <a:pt x="98" y="36582"/>
                      </a:cubicBez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477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831434" y="5026577"/>
                <a:ext cx="27258" cy="47267"/>
                <a:chOff x="8831434" y="5026577"/>
                <a:chExt cx="27258" cy="47267"/>
              </a:xfrm>
              <a:solidFill>
                <a:schemeClr val="accent1"/>
              </a:solidFill>
            </p:grpSpPr>
            <p:sp>
              <p:nvSpPr>
                <p:cNvPr id="1478" name="Forme libre : forme 1477">
                  <a:extLst>
                    <a:ext uri="{FF2B5EF4-FFF2-40B4-BE49-F238E27FC236}">
                      <a16:creationId xmlns:a16="http://schemas.microsoft.com/office/drawing/2014/main" id="{9C7493D1-D9C5-4E2D-808F-7D7123333BB7}"/>
                    </a:ext>
                  </a:extLst>
                </p:cNvPr>
                <p:cNvSpPr/>
                <p:nvPr/>
              </p:nvSpPr>
              <p:spPr>
                <a:xfrm>
                  <a:off x="8831489" y="5026734"/>
                  <a:ext cx="27203" cy="47109"/>
                </a:xfrm>
                <a:custGeom>
                  <a:avLst/>
                  <a:gdLst>
                    <a:gd name="connsiteX0" fmla="*/ 15490 w 27203"/>
                    <a:gd name="connsiteY0" fmla="*/ 46400 h 47109"/>
                    <a:gd name="connsiteX1" fmla="*/ 8574 w 27203"/>
                    <a:gd name="connsiteY1" fmla="*/ 35564 h 47109"/>
                    <a:gd name="connsiteX2" fmla="*/ 5797 w 27203"/>
                    <a:gd name="connsiteY2" fmla="*/ 29846 h 47109"/>
                    <a:gd name="connsiteX3" fmla="*/ 3564 w 27203"/>
                    <a:gd name="connsiteY3" fmla="*/ 23965 h 47109"/>
                    <a:gd name="connsiteX4" fmla="*/ 787 w 27203"/>
                    <a:gd name="connsiteY4" fmla="*/ 17976 h 47109"/>
                    <a:gd name="connsiteX5" fmla="*/ 460 w 27203"/>
                    <a:gd name="connsiteY5" fmla="*/ 12421 h 47109"/>
                    <a:gd name="connsiteX6" fmla="*/ 3836 w 27203"/>
                    <a:gd name="connsiteY6" fmla="*/ 7684 h 47109"/>
                    <a:gd name="connsiteX7" fmla="*/ 6505 w 27203"/>
                    <a:gd name="connsiteY7" fmla="*/ 4961 h 47109"/>
                    <a:gd name="connsiteX8" fmla="*/ 9990 w 27203"/>
                    <a:gd name="connsiteY8" fmla="*/ 1095 h 47109"/>
                    <a:gd name="connsiteX9" fmla="*/ 10153 w 27203"/>
                    <a:gd name="connsiteY9" fmla="*/ 931 h 47109"/>
                    <a:gd name="connsiteX10" fmla="*/ 12385 w 27203"/>
                    <a:gd name="connsiteY10" fmla="*/ 6 h 47109"/>
                    <a:gd name="connsiteX11" fmla="*/ 17940 w 27203"/>
                    <a:gd name="connsiteY11" fmla="*/ 1530 h 47109"/>
                    <a:gd name="connsiteX12" fmla="*/ 21915 w 27203"/>
                    <a:gd name="connsiteY12" fmla="*/ 4417 h 47109"/>
                    <a:gd name="connsiteX13" fmla="*/ 26543 w 27203"/>
                    <a:gd name="connsiteY13" fmla="*/ 11169 h 47109"/>
                    <a:gd name="connsiteX14" fmla="*/ 26598 w 27203"/>
                    <a:gd name="connsiteY14" fmla="*/ 17159 h 47109"/>
                    <a:gd name="connsiteX15" fmla="*/ 24420 w 27203"/>
                    <a:gd name="connsiteY15" fmla="*/ 22713 h 47109"/>
                    <a:gd name="connsiteX16" fmla="*/ 23113 w 27203"/>
                    <a:gd name="connsiteY16" fmla="*/ 28322 h 47109"/>
                    <a:gd name="connsiteX17" fmla="*/ 21588 w 27203"/>
                    <a:gd name="connsiteY17" fmla="*/ 34094 h 47109"/>
                    <a:gd name="connsiteX18" fmla="*/ 18103 w 27203"/>
                    <a:gd name="connsiteY18" fmla="*/ 46074 h 47109"/>
                    <a:gd name="connsiteX19" fmla="*/ 16251 w 27203"/>
                    <a:gd name="connsiteY19" fmla="*/ 47054 h 47109"/>
                    <a:gd name="connsiteX20" fmla="*/ 15490 w 27203"/>
                    <a:gd name="connsiteY20" fmla="*/ 46400 h 47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203" h="47109">
                      <a:moveTo>
                        <a:pt x="15490" y="46400"/>
                      </a:moveTo>
                      <a:cubicBezTo>
                        <a:pt x="12767" y="42970"/>
                        <a:pt x="10643" y="39267"/>
                        <a:pt x="8574" y="35564"/>
                      </a:cubicBezTo>
                      <a:lnTo>
                        <a:pt x="5797" y="29846"/>
                      </a:lnTo>
                      <a:lnTo>
                        <a:pt x="3564" y="23965"/>
                      </a:lnTo>
                      <a:cubicBezTo>
                        <a:pt x="2911" y="22005"/>
                        <a:pt x="1713" y="19990"/>
                        <a:pt x="787" y="17976"/>
                      </a:cubicBezTo>
                      <a:cubicBezTo>
                        <a:pt x="-139" y="15906"/>
                        <a:pt x="-248" y="14055"/>
                        <a:pt x="460" y="12421"/>
                      </a:cubicBezTo>
                      <a:cubicBezTo>
                        <a:pt x="1168" y="10733"/>
                        <a:pt x="2203" y="9317"/>
                        <a:pt x="3836" y="7684"/>
                      </a:cubicBezTo>
                      <a:lnTo>
                        <a:pt x="6505" y="4961"/>
                      </a:lnTo>
                      <a:cubicBezTo>
                        <a:pt x="7811" y="3817"/>
                        <a:pt x="8574" y="2729"/>
                        <a:pt x="9990" y="1095"/>
                      </a:cubicBezTo>
                      <a:lnTo>
                        <a:pt x="10153" y="931"/>
                      </a:lnTo>
                      <a:cubicBezTo>
                        <a:pt x="10752" y="278"/>
                        <a:pt x="11568" y="-49"/>
                        <a:pt x="12385" y="6"/>
                      </a:cubicBezTo>
                      <a:cubicBezTo>
                        <a:pt x="14618" y="115"/>
                        <a:pt x="16089" y="822"/>
                        <a:pt x="17940" y="1530"/>
                      </a:cubicBezTo>
                      <a:cubicBezTo>
                        <a:pt x="19465" y="2347"/>
                        <a:pt x="20881" y="3327"/>
                        <a:pt x="21915" y="4417"/>
                      </a:cubicBezTo>
                      <a:cubicBezTo>
                        <a:pt x="24257" y="6540"/>
                        <a:pt x="25618" y="8991"/>
                        <a:pt x="26543" y="11169"/>
                      </a:cubicBezTo>
                      <a:cubicBezTo>
                        <a:pt x="27415" y="13401"/>
                        <a:pt x="27415" y="15362"/>
                        <a:pt x="26598" y="17159"/>
                      </a:cubicBezTo>
                      <a:cubicBezTo>
                        <a:pt x="25781" y="19010"/>
                        <a:pt x="24801" y="20861"/>
                        <a:pt x="24420" y="22713"/>
                      </a:cubicBezTo>
                      <a:lnTo>
                        <a:pt x="23113" y="28322"/>
                      </a:lnTo>
                      <a:lnTo>
                        <a:pt x="21588" y="34094"/>
                      </a:lnTo>
                      <a:cubicBezTo>
                        <a:pt x="20444" y="38015"/>
                        <a:pt x="19465" y="41935"/>
                        <a:pt x="18103" y="46074"/>
                      </a:cubicBezTo>
                      <a:cubicBezTo>
                        <a:pt x="17831" y="46836"/>
                        <a:pt x="17014" y="47272"/>
                        <a:pt x="16251" y="47054"/>
                      </a:cubicBezTo>
                      <a:cubicBezTo>
                        <a:pt x="15925" y="46782"/>
                        <a:pt x="15707" y="46618"/>
                        <a:pt x="15490" y="46400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79" name="Forme libre : forme 1478">
                  <a:extLst>
                    <a:ext uri="{FF2B5EF4-FFF2-40B4-BE49-F238E27FC236}">
                      <a16:creationId xmlns:a16="http://schemas.microsoft.com/office/drawing/2014/main" id="{7D4D66FF-4AE0-4DB3-8D4B-8A838AC76F0B}"/>
                    </a:ext>
                  </a:extLst>
                </p:cNvPr>
                <p:cNvSpPr/>
                <p:nvPr/>
              </p:nvSpPr>
              <p:spPr>
                <a:xfrm>
                  <a:off x="8831434" y="5026577"/>
                  <a:ext cx="27183" cy="47075"/>
                </a:xfrm>
                <a:custGeom>
                  <a:avLst/>
                  <a:gdLst>
                    <a:gd name="connsiteX0" fmla="*/ 15652 w 27183"/>
                    <a:gd name="connsiteY0" fmla="*/ 39152 h 47075"/>
                    <a:gd name="connsiteX1" fmla="*/ 12494 w 27183"/>
                    <a:gd name="connsiteY1" fmla="*/ 33707 h 47075"/>
                    <a:gd name="connsiteX2" fmla="*/ 9826 w 27183"/>
                    <a:gd name="connsiteY2" fmla="*/ 28262 h 47075"/>
                    <a:gd name="connsiteX3" fmla="*/ 7702 w 27183"/>
                    <a:gd name="connsiteY3" fmla="*/ 22707 h 47075"/>
                    <a:gd name="connsiteX4" fmla="*/ 5633 w 27183"/>
                    <a:gd name="connsiteY4" fmla="*/ 18079 h 47075"/>
                    <a:gd name="connsiteX5" fmla="*/ 4762 w 27183"/>
                    <a:gd name="connsiteY5" fmla="*/ 16336 h 47075"/>
                    <a:gd name="connsiteX6" fmla="*/ 4490 w 27183"/>
                    <a:gd name="connsiteY6" fmla="*/ 14212 h 47075"/>
                    <a:gd name="connsiteX7" fmla="*/ 6994 w 27183"/>
                    <a:gd name="connsiteY7" fmla="*/ 10836 h 47075"/>
                    <a:gd name="connsiteX8" fmla="*/ 9554 w 27183"/>
                    <a:gd name="connsiteY8" fmla="*/ 8223 h 47075"/>
                    <a:gd name="connsiteX9" fmla="*/ 12167 w 27183"/>
                    <a:gd name="connsiteY9" fmla="*/ 5391 h 47075"/>
                    <a:gd name="connsiteX10" fmla="*/ 12930 w 27183"/>
                    <a:gd name="connsiteY10" fmla="*/ 4520 h 47075"/>
                    <a:gd name="connsiteX11" fmla="*/ 15489 w 27183"/>
                    <a:gd name="connsiteY11" fmla="*/ 5336 h 47075"/>
                    <a:gd name="connsiteX12" fmla="*/ 16143 w 27183"/>
                    <a:gd name="connsiteY12" fmla="*/ 5609 h 47075"/>
                    <a:gd name="connsiteX13" fmla="*/ 19028 w 27183"/>
                    <a:gd name="connsiteY13" fmla="*/ 7732 h 47075"/>
                    <a:gd name="connsiteX14" fmla="*/ 22568 w 27183"/>
                    <a:gd name="connsiteY14" fmla="*/ 12906 h 47075"/>
                    <a:gd name="connsiteX15" fmla="*/ 22677 w 27183"/>
                    <a:gd name="connsiteY15" fmla="*/ 15465 h 47075"/>
                    <a:gd name="connsiteX16" fmla="*/ 22187 w 27183"/>
                    <a:gd name="connsiteY16" fmla="*/ 16554 h 47075"/>
                    <a:gd name="connsiteX17" fmla="*/ 20227 w 27183"/>
                    <a:gd name="connsiteY17" fmla="*/ 21782 h 47075"/>
                    <a:gd name="connsiteX18" fmla="*/ 18920 w 27183"/>
                    <a:gd name="connsiteY18" fmla="*/ 27281 h 47075"/>
                    <a:gd name="connsiteX19" fmla="*/ 17395 w 27183"/>
                    <a:gd name="connsiteY19" fmla="*/ 32944 h 47075"/>
                    <a:gd name="connsiteX20" fmla="*/ 16197 w 27183"/>
                    <a:gd name="connsiteY20" fmla="*/ 37138 h 47075"/>
                    <a:gd name="connsiteX21" fmla="*/ 15652 w 27183"/>
                    <a:gd name="connsiteY21" fmla="*/ 39152 h 47075"/>
                    <a:gd name="connsiteX22" fmla="*/ 17395 w 27183"/>
                    <a:gd name="connsiteY22" fmla="*/ 46939 h 47075"/>
                    <a:gd name="connsiteX23" fmla="*/ 18103 w 27183"/>
                    <a:gd name="connsiteY23" fmla="*/ 46068 h 47075"/>
                    <a:gd name="connsiteX24" fmla="*/ 21588 w 27183"/>
                    <a:gd name="connsiteY24" fmla="*/ 34088 h 47075"/>
                    <a:gd name="connsiteX25" fmla="*/ 23112 w 27183"/>
                    <a:gd name="connsiteY25" fmla="*/ 28316 h 47075"/>
                    <a:gd name="connsiteX26" fmla="*/ 24419 w 27183"/>
                    <a:gd name="connsiteY26" fmla="*/ 22707 h 47075"/>
                    <a:gd name="connsiteX27" fmla="*/ 26598 w 27183"/>
                    <a:gd name="connsiteY27" fmla="*/ 17153 h 47075"/>
                    <a:gd name="connsiteX28" fmla="*/ 26543 w 27183"/>
                    <a:gd name="connsiteY28" fmla="*/ 11163 h 47075"/>
                    <a:gd name="connsiteX29" fmla="*/ 21915 w 27183"/>
                    <a:gd name="connsiteY29" fmla="*/ 4411 h 47075"/>
                    <a:gd name="connsiteX30" fmla="*/ 17940 w 27183"/>
                    <a:gd name="connsiteY30" fmla="*/ 1525 h 47075"/>
                    <a:gd name="connsiteX31" fmla="*/ 12385 w 27183"/>
                    <a:gd name="connsiteY31" fmla="*/ 0 h 47075"/>
                    <a:gd name="connsiteX32" fmla="*/ 10915 w 27183"/>
                    <a:gd name="connsiteY32" fmla="*/ 327 h 47075"/>
                    <a:gd name="connsiteX33" fmla="*/ 10152 w 27183"/>
                    <a:gd name="connsiteY33" fmla="*/ 926 h 47075"/>
                    <a:gd name="connsiteX34" fmla="*/ 9990 w 27183"/>
                    <a:gd name="connsiteY34" fmla="*/ 1089 h 47075"/>
                    <a:gd name="connsiteX35" fmla="*/ 6504 w 27183"/>
                    <a:gd name="connsiteY35" fmla="*/ 4955 h 47075"/>
                    <a:gd name="connsiteX36" fmla="*/ 3836 w 27183"/>
                    <a:gd name="connsiteY36" fmla="*/ 7678 h 47075"/>
                    <a:gd name="connsiteX37" fmla="*/ 460 w 27183"/>
                    <a:gd name="connsiteY37" fmla="*/ 12416 h 47075"/>
                    <a:gd name="connsiteX38" fmla="*/ 787 w 27183"/>
                    <a:gd name="connsiteY38" fmla="*/ 17970 h 47075"/>
                    <a:gd name="connsiteX39" fmla="*/ 3564 w 27183"/>
                    <a:gd name="connsiteY39" fmla="*/ 23960 h 47075"/>
                    <a:gd name="connsiteX40" fmla="*/ 5797 w 27183"/>
                    <a:gd name="connsiteY40" fmla="*/ 29841 h 47075"/>
                    <a:gd name="connsiteX41" fmla="*/ 8574 w 27183"/>
                    <a:gd name="connsiteY41" fmla="*/ 35558 h 47075"/>
                    <a:gd name="connsiteX42" fmla="*/ 15489 w 27183"/>
                    <a:gd name="connsiteY42" fmla="*/ 46395 h 47075"/>
                    <a:gd name="connsiteX43" fmla="*/ 16197 w 27183"/>
                    <a:gd name="connsiteY43" fmla="*/ 46885 h 47075"/>
                    <a:gd name="connsiteX44" fmla="*/ 17395 w 27183"/>
                    <a:gd name="connsiteY44" fmla="*/ 46939 h 47075"/>
                    <a:gd name="connsiteX45" fmla="*/ 17395 w 27183"/>
                    <a:gd name="connsiteY45" fmla="*/ 46939 h 47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27183" h="47075">
                      <a:moveTo>
                        <a:pt x="15652" y="39152"/>
                      </a:moveTo>
                      <a:cubicBezTo>
                        <a:pt x="14618" y="37464"/>
                        <a:pt x="13583" y="35667"/>
                        <a:pt x="12494" y="33707"/>
                      </a:cubicBezTo>
                      <a:lnTo>
                        <a:pt x="9826" y="28262"/>
                      </a:lnTo>
                      <a:lnTo>
                        <a:pt x="7702" y="22707"/>
                      </a:lnTo>
                      <a:cubicBezTo>
                        <a:pt x="7158" y="21074"/>
                        <a:pt x="6395" y="19549"/>
                        <a:pt x="5633" y="18079"/>
                      </a:cubicBezTo>
                      <a:cubicBezTo>
                        <a:pt x="5307" y="17480"/>
                        <a:pt x="5034" y="16881"/>
                        <a:pt x="4762" y="16336"/>
                      </a:cubicBezTo>
                      <a:cubicBezTo>
                        <a:pt x="4381" y="15465"/>
                        <a:pt x="4272" y="14757"/>
                        <a:pt x="4490" y="14212"/>
                      </a:cubicBezTo>
                      <a:cubicBezTo>
                        <a:pt x="4925" y="13178"/>
                        <a:pt x="5688" y="12143"/>
                        <a:pt x="6994" y="10836"/>
                      </a:cubicBezTo>
                      <a:lnTo>
                        <a:pt x="9554" y="8223"/>
                      </a:lnTo>
                      <a:cubicBezTo>
                        <a:pt x="10643" y="7242"/>
                        <a:pt x="11405" y="6371"/>
                        <a:pt x="12167" y="5391"/>
                      </a:cubicBezTo>
                      <a:cubicBezTo>
                        <a:pt x="12385" y="5119"/>
                        <a:pt x="12603" y="4846"/>
                        <a:pt x="12930" y="4520"/>
                      </a:cubicBezTo>
                      <a:cubicBezTo>
                        <a:pt x="13747" y="4628"/>
                        <a:pt x="14454" y="4955"/>
                        <a:pt x="15489" y="5336"/>
                      </a:cubicBezTo>
                      <a:lnTo>
                        <a:pt x="16143" y="5609"/>
                      </a:lnTo>
                      <a:cubicBezTo>
                        <a:pt x="17286" y="6208"/>
                        <a:pt x="18212" y="6916"/>
                        <a:pt x="19028" y="7732"/>
                      </a:cubicBezTo>
                      <a:cubicBezTo>
                        <a:pt x="20553" y="9148"/>
                        <a:pt x="21697" y="10836"/>
                        <a:pt x="22568" y="12906"/>
                      </a:cubicBezTo>
                      <a:cubicBezTo>
                        <a:pt x="23112" y="14212"/>
                        <a:pt x="22950" y="14975"/>
                        <a:pt x="22677" y="15465"/>
                      </a:cubicBezTo>
                      <a:lnTo>
                        <a:pt x="22187" y="16554"/>
                      </a:lnTo>
                      <a:cubicBezTo>
                        <a:pt x="21479" y="18133"/>
                        <a:pt x="20662" y="19930"/>
                        <a:pt x="20227" y="21782"/>
                      </a:cubicBezTo>
                      <a:lnTo>
                        <a:pt x="18920" y="27281"/>
                      </a:lnTo>
                      <a:lnTo>
                        <a:pt x="17395" y="32944"/>
                      </a:lnTo>
                      <a:cubicBezTo>
                        <a:pt x="17014" y="34306"/>
                        <a:pt x="16633" y="35722"/>
                        <a:pt x="16197" y="37138"/>
                      </a:cubicBezTo>
                      <a:cubicBezTo>
                        <a:pt x="16034" y="37736"/>
                        <a:pt x="15870" y="38444"/>
                        <a:pt x="15652" y="39152"/>
                      </a:cubicBezTo>
                      <a:moveTo>
                        <a:pt x="17395" y="46939"/>
                      </a:moveTo>
                      <a:cubicBezTo>
                        <a:pt x="17722" y="46776"/>
                        <a:pt x="17994" y="46449"/>
                        <a:pt x="18103" y="46068"/>
                      </a:cubicBezTo>
                      <a:cubicBezTo>
                        <a:pt x="19464" y="41930"/>
                        <a:pt x="20444" y="37954"/>
                        <a:pt x="21588" y="34088"/>
                      </a:cubicBezTo>
                      <a:lnTo>
                        <a:pt x="23112" y="28316"/>
                      </a:lnTo>
                      <a:lnTo>
                        <a:pt x="24419" y="22707"/>
                      </a:lnTo>
                      <a:cubicBezTo>
                        <a:pt x="24855" y="20856"/>
                        <a:pt x="25835" y="19004"/>
                        <a:pt x="26598" y="17153"/>
                      </a:cubicBezTo>
                      <a:cubicBezTo>
                        <a:pt x="27360" y="15356"/>
                        <a:pt x="27415" y="13396"/>
                        <a:pt x="26543" y="11163"/>
                      </a:cubicBezTo>
                      <a:cubicBezTo>
                        <a:pt x="25672" y="8985"/>
                        <a:pt x="24256" y="6589"/>
                        <a:pt x="21915" y="4411"/>
                      </a:cubicBezTo>
                      <a:cubicBezTo>
                        <a:pt x="20826" y="3322"/>
                        <a:pt x="19410" y="2341"/>
                        <a:pt x="17940" y="1525"/>
                      </a:cubicBezTo>
                      <a:cubicBezTo>
                        <a:pt x="16088" y="817"/>
                        <a:pt x="14618" y="109"/>
                        <a:pt x="12385" y="0"/>
                      </a:cubicBezTo>
                      <a:cubicBezTo>
                        <a:pt x="11895" y="0"/>
                        <a:pt x="11405" y="109"/>
                        <a:pt x="10915" y="327"/>
                      </a:cubicBezTo>
                      <a:cubicBezTo>
                        <a:pt x="10643" y="490"/>
                        <a:pt x="10370" y="708"/>
                        <a:pt x="10152" y="926"/>
                      </a:cubicBezTo>
                      <a:lnTo>
                        <a:pt x="9990" y="1089"/>
                      </a:lnTo>
                      <a:cubicBezTo>
                        <a:pt x="8519" y="2723"/>
                        <a:pt x="7757" y="3812"/>
                        <a:pt x="6504" y="4955"/>
                      </a:cubicBezTo>
                      <a:lnTo>
                        <a:pt x="3836" y="7678"/>
                      </a:lnTo>
                      <a:cubicBezTo>
                        <a:pt x="2202" y="9312"/>
                        <a:pt x="1114" y="10782"/>
                        <a:pt x="460" y="12416"/>
                      </a:cubicBezTo>
                      <a:cubicBezTo>
                        <a:pt x="-248" y="14049"/>
                        <a:pt x="-139" y="15955"/>
                        <a:pt x="787" y="17970"/>
                      </a:cubicBezTo>
                      <a:cubicBezTo>
                        <a:pt x="1712" y="19984"/>
                        <a:pt x="2910" y="21945"/>
                        <a:pt x="3564" y="23960"/>
                      </a:cubicBezTo>
                      <a:lnTo>
                        <a:pt x="5797" y="29841"/>
                      </a:lnTo>
                      <a:lnTo>
                        <a:pt x="8574" y="35558"/>
                      </a:lnTo>
                      <a:cubicBezTo>
                        <a:pt x="10643" y="39316"/>
                        <a:pt x="12767" y="42964"/>
                        <a:pt x="15489" y="46395"/>
                      </a:cubicBezTo>
                      <a:cubicBezTo>
                        <a:pt x="15652" y="46612"/>
                        <a:pt x="15925" y="46776"/>
                        <a:pt x="16197" y="46885"/>
                      </a:cubicBezTo>
                      <a:cubicBezTo>
                        <a:pt x="16687" y="47157"/>
                        <a:pt x="17068" y="47103"/>
                        <a:pt x="17395" y="46939"/>
                      </a:cubicBezTo>
                      <a:lnTo>
                        <a:pt x="17395" y="46939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80" name="Forme libre : forme 1479">
                  <a:extLst>
                    <a:ext uri="{FF2B5EF4-FFF2-40B4-BE49-F238E27FC236}">
                      <a16:creationId xmlns:a16="http://schemas.microsoft.com/office/drawing/2014/main" id="{E76E8B33-5308-4AE7-AB12-3C5578E86C04}"/>
                    </a:ext>
                  </a:extLst>
                </p:cNvPr>
                <p:cNvSpPr/>
                <p:nvPr/>
              </p:nvSpPr>
              <p:spPr>
                <a:xfrm>
                  <a:off x="8831489" y="5026734"/>
                  <a:ext cx="27203" cy="47109"/>
                </a:xfrm>
                <a:custGeom>
                  <a:avLst/>
                  <a:gdLst>
                    <a:gd name="connsiteX0" fmla="*/ 15490 w 27203"/>
                    <a:gd name="connsiteY0" fmla="*/ 46400 h 47109"/>
                    <a:gd name="connsiteX1" fmla="*/ 8574 w 27203"/>
                    <a:gd name="connsiteY1" fmla="*/ 35564 h 47109"/>
                    <a:gd name="connsiteX2" fmla="*/ 5797 w 27203"/>
                    <a:gd name="connsiteY2" fmla="*/ 29846 h 47109"/>
                    <a:gd name="connsiteX3" fmla="*/ 3564 w 27203"/>
                    <a:gd name="connsiteY3" fmla="*/ 23965 h 47109"/>
                    <a:gd name="connsiteX4" fmla="*/ 787 w 27203"/>
                    <a:gd name="connsiteY4" fmla="*/ 17976 h 47109"/>
                    <a:gd name="connsiteX5" fmla="*/ 460 w 27203"/>
                    <a:gd name="connsiteY5" fmla="*/ 12421 h 47109"/>
                    <a:gd name="connsiteX6" fmla="*/ 3836 w 27203"/>
                    <a:gd name="connsiteY6" fmla="*/ 7684 h 47109"/>
                    <a:gd name="connsiteX7" fmla="*/ 6505 w 27203"/>
                    <a:gd name="connsiteY7" fmla="*/ 4961 h 47109"/>
                    <a:gd name="connsiteX8" fmla="*/ 9990 w 27203"/>
                    <a:gd name="connsiteY8" fmla="*/ 1095 h 47109"/>
                    <a:gd name="connsiteX9" fmla="*/ 10153 w 27203"/>
                    <a:gd name="connsiteY9" fmla="*/ 931 h 47109"/>
                    <a:gd name="connsiteX10" fmla="*/ 12385 w 27203"/>
                    <a:gd name="connsiteY10" fmla="*/ 6 h 47109"/>
                    <a:gd name="connsiteX11" fmla="*/ 17940 w 27203"/>
                    <a:gd name="connsiteY11" fmla="*/ 1530 h 47109"/>
                    <a:gd name="connsiteX12" fmla="*/ 21915 w 27203"/>
                    <a:gd name="connsiteY12" fmla="*/ 4417 h 47109"/>
                    <a:gd name="connsiteX13" fmla="*/ 26543 w 27203"/>
                    <a:gd name="connsiteY13" fmla="*/ 11169 h 47109"/>
                    <a:gd name="connsiteX14" fmla="*/ 26598 w 27203"/>
                    <a:gd name="connsiteY14" fmla="*/ 17159 h 47109"/>
                    <a:gd name="connsiteX15" fmla="*/ 24420 w 27203"/>
                    <a:gd name="connsiteY15" fmla="*/ 22713 h 47109"/>
                    <a:gd name="connsiteX16" fmla="*/ 23113 w 27203"/>
                    <a:gd name="connsiteY16" fmla="*/ 28322 h 47109"/>
                    <a:gd name="connsiteX17" fmla="*/ 21588 w 27203"/>
                    <a:gd name="connsiteY17" fmla="*/ 34094 h 47109"/>
                    <a:gd name="connsiteX18" fmla="*/ 18103 w 27203"/>
                    <a:gd name="connsiteY18" fmla="*/ 46074 h 47109"/>
                    <a:gd name="connsiteX19" fmla="*/ 16251 w 27203"/>
                    <a:gd name="connsiteY19" fmla="*/ 47054 h 47109"/>
                    <a:gd name="connsiteX20" fmla="*/ 15490 w 27203"/>
                    <a:gd name="connsiteY20" fmla="*/ 46400 h 47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203" h="47109">
                      <a:moveTo>
                        <a:pt x="15490" y="46400"/>
                      </a:moveTo>
                      <a:cubicBezTo>
                        <a:pt x="12767" y="42970"/>
                        <a:pt x="10643" y="39267"/>
                        <a:pt x="8574" y="35564"/>
                      </a:cubicBezTo>
                      <a:lnTo>
                        <a:pt x="5797" y="29846"/>
                      </a:lnTo>
                      <a:lnTo>
                        <a:pt x="3564" y="23965"/>
                      </a:lnTo>
                      <a:cubicBezTo>
                        <a:pt x="2911" y="22005"/>
                        <a:pt x="1713" y="19990"/>
                        <a:pt x="787" y="17976"/>
                      </a:cubicBezTo>
                      <a:cubicBezTo>
                        <a:pt x="-139" y="15906"/>
                        <a:pt x="-248" y="14055"/>
                        <a:pt x="460" y="12421"/>
                      </a:cubicBezTo>
                      <a:cubicBezTo>
                        <a:pt x="1168" y="10733"/>
                        <a:pt x="2203" y="9317"/>
                        <a:pt x="3836" y="7684"/>
                      </a:cubicBezTo>
                      <a:lnTo>
                        <a:pt x="6505" y="4961"/>
                      </a:lnTo>
                      <a:cubicBezTo>
                        <a:pt x="7811" y="3817"/>
                        <a:pt x="8574" y="2729"/>
                        <a:pt x="9990" y="1095"/>
                      </a:cubicBezTo>
                      <a:lnTo>
                        <a:pt x="10153" y="931"/>
                      </a:lnTo>
                      <a:cubicBezTo>
                        <a:pt x="10752" y="278"/>
                        <a:pt x="11568" y="-49"/>
                        <a:pt x="12385" y="6"/>
                      </a:cubicBezTo>
                      <a:cubicBezTo>
                        <a:pt x="14618" y="115"/>
                        <a:pt x="16089" y="822"/>
                        <a:pt x="17940" y="1530"/>
                      </a:cubicBezTo>
                      <a:cubicBezTo>
                        <a:pt x="19465" y="2347"/>
                        <a:pt x="20881" y="3327"/>
                        <a:pt x="21915" y="4417"/>
                      </a:cubicBezTo>
                      <a:cubicBezTo>
                        <a:pt x="24257" y="6540"/>
                        <a:pt x="25618" y="8991"/>
                        <a:pt x="26543" y="11169"/>
                      </a:cubicBezTo>
                      <a:cubicBezTo>
                        <a:pt x="27415" y="13401"/>
                        <a:pt x="27415" y="15362"/>
                        <a:pt x="26598" y="17159"/>
                      </a:cubicBezTo>
                      <a:cubicBezTo>
                        <a:pt x="25781" y="19010"/>
                        <a:pt x="24801" y="20861"/>
                        <a:pt x="24420" y="22713"/>
                      </a:cubicBezTo>
                      <a:lnTo>
                        <a:pt x="23113" y="28322"/>
                      </a:lnTo>
                      <a:lnTo>
                        <a:pt x="21588" y="34094"/>
                      </a:lnTo>
                      <a:cubicBezTo>
                        <a:pt x="20444" y="38015"/>
                        <a:pt x="19465" y="41935"/>
                        <a:pt x="18103" y="46074"/>
                      </a:cubicBezTo>
                      <a:cubicBezTo>
                        <a:pt x="17831" y="46836"/>
                        <a:pt x="17014" y="47272"/>
                        <a:pt x="16251" y="47054"/>
                      </a:cubicBezTo>
                      <a:cubicBezTo>
                        <a:pt x="15925" y="46782"/>
                        <a:pt x="15707" y="46618"/>
                        <a:pt x="15490" y="46400"/>
                      </a:cubicBez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481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799494" y="5051405"/>
                <a:ext cx="41036" cy="26304"/>
                <a:chOff x="8799494" y="5051405"/>
                <a:chExt cx="41036" cy="26304"/>
              </a:xfrm>
              <a:solidFill>
                <a:schemeClr val="accent1"/>
              </a:solidFill>
            </p:grpSpPr>
            <p:sp>
              <p:nvSpPr>
                <p:cNvPr id="1482" name="Forme libre : forme 1481">
                  <a:extLst>
                    <a:ext uri="{FF2B5EF4-FFF2-40B4-BE49-F238E27FC236}">
                      <a16:creationId xmlns:a16="http://schemas.microsoft.com/office/drawing/2014/main" id="{1B5D4F89-9951-4CA7-A2DF-F0C62DA50C0C}"/>
                    </a:ext>
                  </a:extLst>
                </p:cNvPr>
                <p:cNvSpPr/>
                <p:nvPr/>
              </p:nvSpPr>
              <p:spPr>
                <a:xfrm>
                  <a:off x="8799494" y="5051459"/>
                  <a:ext cx="40981" cy="26249"/>
                </a:xfrm>
                <a:custGeom>
                  <a:avLst/>
                  <a:gdLst>
                    <a:gd name="connsiteX0" fmla="*/ 39752 w 40981"/>
                    <a:gd name="connsiteY0" fmla="*/ 25433 h 26249"/>
                    <a:gd name="connsiteX1" fmla="*/ 27935 w 40981"/>
                    <a:gd name="connsiteY1" fmla="*/ 26250 h 26249"/>
                    <a:gd name="connsiteX2" fmla="*/ 22109 w 40981"/>
                    <a:gd name="connsiteY2" fmla="*/ 26195 h 26249"/>
                    <a:gd name="connsiteX3" fmla="*/ 16391 w 40981"/>
                    <a:gd name="connsiteY3" fmla="*/ 25759 h 26249"/>
                    <a:gd name="connsiteX4" fmla="*/ 10401 w 40981"/>
                    <a:gd name="connsiteY4" fmla="*/ 25977 h 26249"/>
                    <a:gd name="connsiteX5" fmla="*/ 5283 w 40981"/>
                    <a:gd name="connsiteY5" fmla="*/ 24017 h 26249"/>
                    <a:gd name="connsiteX6" fmla="*/ 1797 w 40981"/>
                    <a:gd name="connsiteY6" fmla="*/ 18408 h 26249"/>
                    <a:gd name="connsiteX7" fmla="*/ 599 w 40981"/>
                    <a:gd name="connsiteY7" fmla="*/ 14433 h 26249"/>
                    <a:gd name="connsiteX8" fmla="*/ 0 w 40981"/>
                    <a:gd name="connsiteY8" fmla="*/ 9151 h 26249"/>
                    <a:gd name="connsiteX9" fmla="*/ 1035 w 40981"/>
                    <a:gd name="connsiteY9" fmla="*/ 6810 h 26249"/>
                    <a:gd name="connsiteX10" fmla="*/ 1089 w 40981"/>
                    <a:gd name="connsiteY10" fmla="*/ 6755 h 26249"/>
                    <a:gd name="connsiteX11" fmla="*/ 5445 w 40981"/>
                    <a:gd name="connsiteY11" fmla="*/ 3543 h 26249"/>
                    <a:gd name="connsiteX12" fmla="*/ 9203 w 40981"/>
                    <a:gd name="connsiteY12" fmla="*/ 1582 h 26249"/>
                    <a:gd name="connsiteX13" fmla="*/ 15628 w 40981"/>
                    <a:gd name="connsiteY13" fmla="*/ 3 h 26249"/>
                    <a:gd name="connsiteX14" fmla="*/ 20420 w 40981"/>
                    <a:gd name="connsiteY14" fmla="*/ 2127 h 26249"/>
                    <a:gd name="connsiteX15" fmla="*/ 24341 w 40981"/>
                    <a:gd name="connsiteY15" fmla="*/ 6428 h 26249"/>
                    <a:gd name="connsiteX16" fmla="*/ 28534 w 40981"/>
                    <a:gd name="connsiteY16" fmla="*/ 10077 h 26249"/>
                    <a:gd name="connsiteX17" fmla="*/ 32618 w 40981"/>
                    <a:gd name="connsiteY17" fmla="*/ 14106 h 26249"/>
                    <a:gd name="connsiteX18" fmla="*/ 40623 w 40981"/>
                    <a:gd name="connsiteY18" fmla="*/ 23037 h 26249"/>
                    <a:gd name="connsiteX19" fmla="*/ 40677 w 40981"/>
                    <a:gd name="connsiteY19" fmla="*/ 23091 h 26249"/>
                    <a:gd name="connsiteX20" fmla="*/ 40405 w 40981"/>
                    <a:gd name="connsiteY20" fmla="*/ 25161 h 26249"/>
                    <a:gd name="connsiteX21" fmla="*/ 39752 w 40981"/>
                    <a:gd name="connsiteY21" fmla="*/ 25433 h 26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0981" h="26249">
                      <a:moveTo>
                        <a:pt x="39752" y="25433"/>
                      </a:moveTo>
                      <a:cubicBezTo>
                        <a:pt x="35722" y="26032"/>
                        <a:pt x="31855" y="26086"/>
                        <a:pt x="27935" y="26250"/>
                      </a:cubicBezTo>
                      <a:lnTo>
                        <a:pt x="22109" y="26195"/>
                      </a:lnTo>
                      <a:lnTo>
                        <a:pt x="16391" y="25759"/>
                      </a:lnTo>
                      <a:cubicBezTo>
                        <a:pt x="14485" y="25596"/>
                        <a:pt x="12416" y="25868"/>
                        <a:pt x="10401" y="25977"/>
                      </a:cubicBezTo>
                      <a:cubicBezTo>
                        <a:pt x="8386" y="26086"/>
                        <a:pt x="6644" y="25433"/>
                        <a:pt x="5283" y="24017"/>
                      </a:cubicBezTo>
                      <a:cubicBezTo>
                        <a:pt x="3921" y="22601"/>
                        <a:pt x="2668" y="20804"/>
                        <a:pt x="1797" y="18408"/>
                      </a:cubicBezTo>
                      <a:cubicBezTo>
                        <a:pt x="1307" y="17265"/>
                        <a:pt x="926" y="15903"/>
                        <a:pt x="599" y="14433"/>
                      </a:cubicBezTo>
                      <a:cubicBezTo>
                        <a:pt x="436" y="12636"/>
                        <a:pt x="0" y="11329"/>
                        <a:pt x="0" y="9151"/>
                      </a:cubicBezTo>
                      <a:cubicBezTo>
                        <a:pt x="0" y="8226"/>
                        <a:pt x="382" y="7409"/>
                        <a:pt x="1035" y="6810"/>
                      </a:cubicBezTo>
                      <a:lnTo>
                        <a:pt x="1089" y="6755"/>
                      </a:lnTo>
                      <a:cubicBezTo>
                        <a:pt x="2723" y="5285"/>
                        <a:pt x="4030" y="4631"/>
                        <a:pt x="5445" y="3543"/>
                      </a:cubicBezTo>
                      <a:cubicBezTo>
                        <a:pt x="6752" y="2780"/>
                        <a:pt x="8059" y="2072"/>
                        <a:pt x="9203" y="1582"/>
                      </a:cubicBezTo>
                      <a:cubicBezTo>
                        <a:pt x="11599" y="493"/>
                        <a:pt x="13668" y="57"/>
                        <a:pt x="15628" y="3"/>
                      </a:cubicBezTo>
                      <a:cubicBezTo>
                        <a:pt x="17535" y="-52"/>
                        <a:pt x="19113" y="656"/>
                        <a:pt x="20420" y="2127"/>
                      </a:cubicBezTo>
                      <a:cubicBezTo>
                        <a:pt x="21673" y="3597"/>
                        <a:pt x="22926" y="5231"/>
                        <a:pt x="24341" y="6428"/>
                      </a:cubicBezTo>
                      <a:lnTo>
                        <a:pt x="28534" y="10077"/>
                      </a:lnTo>
                      <a:lnTo>
                        <a:pt x="32618" y="14106"/>
                      </a:lnTo>
                      <a:cubicBezTo>
                        <a:pt x="35286" y="16938"/>
                        <a:pt x="38009" y="19715"/>
                        <a:pt x="40623" y="23037"/>
                      </a:cubicBezTo>
                      <a:lnTo>
                        <a:pt x="40677" y="23091"/>
                      </a:lnTo>
                      <a:cubicBezTo>
                        <a:pt x="41167" y="23745"/>
                        <a:pt x="41058" y="24670"/>
                        <a:pt x="40405" y="25161"/>
                      </a:cubicBezTo>
                      <a:cubicBezTo>
                        <a:pt x="40241" y="25324"/>
                        <a:pt x="40023" y="25433"/>
                        <a:pt x="39752" y="25433"/>
                      </a:cubicBez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83" name="Forme libre : forme 1482">
                  <a:extLst>
                    <a:ext uri="{FF2B5EF4-FFF2-40B4-BE49-F238E27FC236}">
                      <a16:creationId xmlns:a16="http://schemas.microsoft.com/office/drawing/2014/main" id="{02CCC1EE-BA5B-4AD2-8220-31699D6B43B3}"/>
                    </a:ext>
                  </a:extLst>
                </p:cNvPr>
                <p:cNvSpPr/>
                <p:nvPr/>
              </p:nvSpPr>
              <p:spPr>
                <a:xfrm>
                  <a:off x="8799549" y="5051405"/>
                  <a:ext cx="40981" cy="26195"/>
                </a:xfrm>
                <a:custGeom>
                  <a:avLst/>
                  <a:gdLst>
                    <a:gd name="connsiteX0" fmla="*/ 33762 w 40981"/>
                    <a:gd name="connsiteY0" fmla="*/ 21730 h 26195"/>
                    <a:gd name="connsiteX1" fmla="*/ 28371 w 40981"/>
                    <a:gd name="connsiteY1" fmla="*/ 21948 h 26195"/>
                    <a:gd name="connsiteX2" fmla="*/ 27880 w 40981"/>
                    <a:gd name="connsiteY2" fmla="*/ 21948 h 26195"/>
                    <a:gd name="connsiteX3" fmla="*/ 22218 w 40981"/>
                    <a:gd name="connsiteY3" fmla="*/ 21893 h 26195"/>
                    <a:gd name="connsiteX4" fmla="*/ 16772 w 40981"/>
                    <a:gd name="connsiteY4" fmla="*/ 21458 h 26195"/>
                    <a:gd name="connsiteX5" fmla="*/ 11653 w 40981"/>
                    <a:gd name="connsiteY5" fmla="*/ 21567 h 26195"/>
                    <a:gd name="connsiteX6" fmla="*/ 10183 w 40981"/>
                    <a:gd name="connsiteY6" fmla="*/ 21675 h 26195"/>
                    <a:gd name="connsiteX7" fmla="*/ 8386 w 40981"/>
                    <a:gd name="connsiteY7" fmla="*/ 21022 h 26195"/>
                    <a:gd name="connsiteX8" fmla="*/ 5772 w 40981"/>
                    <a:gd name="connsiteY8" fmla="*/ 16720 h 26195"/>
                    <a:gd name="connsiteX9" fmla="*/ 4901 w 40981"/>
                    <a:gd name="connsiteY9" fmla="*/ 13725 h 26195"/>
                    <a:gd name="connsiteX10" fmla="*/ 4683 w 40981"/>
                    <a:gd name="connsiteY10" fmla="*/ 12092 h 26195"/>
                    <a:gd name="connsiteX11" fmla="*/ 4411 w 40981"/>
                    <a:gd name="connsiteY11" fmla="*/ 9750 h 26195"/>
                    <a:gd name="connsiteX12" fmla="*/ 6426 w 40981"/>
                    <a:gd name="connsiteY12" fmla="*/ 8280 h 26195"/>
                    <a:gd name="connsiteX13" fmla="*/ 7896 w 40981"/>
                    <a:gd name="connsiteY13" fmla="*/ 7245 h 26195"/>
                    <a:gd name="connsiteX14" fmla="*/ 9420 w 40981"/>
                    <a:gd name="connsiteY14" fmla="*/ 6374 h 26195"/>
                    <a:gd name="connsiteX15" fmla="*/ 11054 w 40981"/>
                    <a:gd name="connsiteY15" fmla="*/ 5612 h 26195"/>
                    <a:gd name="connsiteX16" fmla="*/ 15792 w 40981"/>
                    <a:gd name="connsiteY16" fmla="*/ 4413 h 26195"/>
                    <a:gd name="connsiteX17" fmla="*/ 17153 w 40981"/>
                    <a:gd name="connsiteY17" fmla="*/ 5012 h 26195"/>
                    <a:gd name="connsiteX18" fmla="*/ 18079 w 40981"/>
                    <a:gd name="connsiteY18" fmla="*/ 6102 h 26195"/>
                    <a:gd name="connsiteX19" fmla="*/ 21510 w 40981"/>
                    <a:gd name="connsiteY19" fmla="*/ 9750 h 26195"/>
                    <a:gd name="connsiteX20" fmla="*/ 25594 w 40981"/>
                    <a:gd name="connsiteY20" fmla="*/ 13289 h 26195"/>
                    <a:gd name="connsiteX21" fmla="*/ 29460 w 40981"/>
                    <a:gd name="connsiteY21" fmla="*/ 17101 h 26195"/>
                    <a:gd name="connsiteX22" fmla="*/ 30277 w 40981"/>
                    <a:gd name="connsiteY22" fmla="*/ 17972 h 26195"/>
                    <a:gd name="connsiteX23" fmla="*/ 33762 w 40981"/>
                    <a:gd name="connsiteY23" fmla="*/ 21730 h 26195"/>
                    <a:gd name="connsiteX24" fmla="*/ 40187 w 40981"/>
                    <a:gd name="connsiteY24" fmla="*/ 25324 h 26195"/>
                    <a:gd name="connsiteX25" fmla="*/ 40405 w 40981"/>
                    <a:gd name="connsiteY25" fmla="*/ 25160 h 26195"/>
                    <a:gd name="connsiteX26" fmla="*/ 40677 w 40981"/>
                    <a:gd name="connsiteY26" fmla="*/ 23091 h 26195"/>
                    <a:gd name="connsiteX27" fmla="*/ 40623 w 40981"/>
                    <a:gd name="connsiteY27" fmla="*/ 23037 h 26195"/>
                    <a:gd name="connsiteX28" fmla="*/ 32618 w 40981"/>
                    <a:gd name="connsiteY28" fmla="*/ 14106 h 26195"/>
                    <a:gd name="connsiteX29" fmla="*/ 28534 w 40981"/>
                    <a:gd name="connsiteY29" fmla="*/ 10077 h 26195"/>
                    <a:gd name="connsiteX30" fmla="*/ 24341 w 40981"/>
                    <a:gd name="connsiteY30" fmla="*/ 6428 h 26195"/>
                    <a:gd name="connsiteX31" fmla="*/ 20420 w 40981"/>
                    <a:gd name="connsiteY31" fmla="*/ 2127 h 26195"/>
                    <a:gd name="connsiteX32" fmla="*/ 15628 w 40981"/>
                    <a:gd name="connsiteY32" fmla="*/ 3 h 26195"/>
                    <a:gd name="connsiteX33" fmla="*/ 9203 w 40981"/>
                    <a:gd name="connsiteY33" fmla="*/ 1582 h 26195"/>
                    <a:gd name="connsiteX34" fmla="*/ 7297 w 40981"/>
                    <a:gd name="connsiteY34" fmla="*/ 2453 h 26195"/>
                    <a:gd name="connsiteX35" fmla="*/ 5445 w 40981"/>
                    <a:gd name="connsiteY35" fmla="*/ 3488 h 26195"/>
                    <a:gd name="connsiteX36" fmla="*/ 1089 w 40981"/>
                    <a:gd name="connsiteY36" fmla="*/ 6700 h 26195"/>
                    <a:gd name="connsiteX37" fmla="*/ 1035 w 40981"/>
                    <a:gd name="connsiteY37" fmla="*/ 6755 h 26195"/>
                    <a:gd name="connsiteX38" fmla="*/ 0 w 40981"/>
                    <a:gd name="connsiteY38" fmla="*/ 9096 h 26195"/>
                    <a:gd name="connsiteX39" fmla="*/ 599 w 40981"/>
                    <a:gd name="connsiteY39" fmla="*/ 14379 h 26195"/>
                    <a:gd name="connsiteX40" fmla="*/ 1797 w 40981"/>
                    <a:gd name="connsiteY40" fmla="*/ 18354 h 26195"/>
                    <a:gd name="connsiteX41" fmla="*/ 5282 w 40981"/>
                    <a:gd name="connsiteY41" fmla="*/ 23963 h 26195"/>
                    <a:gd name="connsiteX42" fmla="*/ 10401 w 40981"/>
                    <a:gd name="connsiteY42" fmla="*/ 25923 h 26195"/>
                    <a:gd name="connsiteX43" fmla="*/ 16391 w 40981"/>
                    <a:gd name="connsiteY43" fmla="*/ 25705 h 26195"/>
                    <a:gd name="connsiteX44" fmla="*/ 22109 w 40981"/>
                    <a:gd name="connsiteY44" fmla="*/ 26140 h 26195"/>
                    <a:gd name="connsiteX45" fmla="*/ 27935 w 40981"/>
                    <a:gd name="connsiteY45" fmla="*/ 26195 h 26195"/>
                    <a:gd name="connsiteX46" fmla="*/ 39752 w 40981"/>
                    <a:gd name="connsiteY46" fmla="*/ 25378 h 26195"/>
                    <a:gd name="connsiteX47" fmla="*/ 40187 w 40981"/>
                    <a:gd name="connsiteY47" fmla="*/ 25324 h 26195"/>
                    <a:gd name="connsiteX48" fmla="*/ 40187 w 40981"/>
                    <a:gd name="connsiteY48" fmla="*/ 25324 h 26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0981" h="26195">
                      <a:moveTo>
                        <a:pt x="33762" y="21730"/>
                      </a:moveTo>
                      <a:cubicBezTo>
                        <a:pt x="32019" y="21839"/>
                        <a:pt x="30222" y="21893"/>
                        <a:pt x="28371" y="21948"/>
                      </a:cubicBezTo>
                      <a:lnTo>
                        <a:pt x="27880" y="21948"/>
                      </a:lnTo>
                      <a:lnTo>
                        <a:pt x="22218" y="21893"/>
                      </a:lnTo>
                      <a:lnTo>
                        <a:pt x="16772" y="21458"/>
                      </a:lnTo>
                      <a:cubicBezTo>
                        <a:pt x="15029" y="21294"/>
                        <a:pt x="13287" y="21403"/>
                        <a:pt x="11653" y="21567"/>
                      </a:cubicBezTo>
                      <a:cubicBezTo>
                        <a:pt x="11109" y="21621"/>
                        <a:pt x="10619" y="21675"/>
                        <a:pt x="10183" y="21675"/>
                      </a:cubicBezTo>
                      <a:cubicBezTo>
                        <a:pt x="9258" y="21730"/>
                        <a:pt x="8767" y="21458"/>
                        <a:pt x="8386" y="21022"/>
                      </a:cubicBezTo>
                      <a:cubicBezTo>
                        <a:pt x="7297" y="19879"/>
                        <a:pt x="6480" y="18572"/>
                        <a:pt x="5772" y="16720"/>
                      </a:cubicBezTo>
                      <a:cubicBezTo>
                        <a:pt x="5391" y="15849"/>
                        <a:pt x="5119" y="14651"/>
                        <a:pt x="4901" y="13725"/>
                      </a:cubicBezTo>
                      <a:cubicBezTo>
                        <a:pt x="4846" y="13126"/>
                        <a:pt x="4737" y="12636"/>
                        <a:pt x="4683" y="12092"/>
                      </a:cubicBezTo>
                      <a:cubicBezTo>
                        <a:pt x="4574" y="11275"/>
                        <a:pt x="4466" y="10567"/>
                        <a:pt x="4411" y="9750"/>
                      </a:cubicBezTo>
                      <a:cubicBezTo>
                        <a:pt x="5119" y="9151"/>
                        <a:pt x="5718" y="8770"/>
                        <a:pt x="6426" y="8280"/>
                      </a:cubicBezTo>
                      <a:cubicBezTo>
                        <a:pt x="6916" y="7953"/>
                        <a:pt x="7406" y="7626"/>
                        <a:pt x="7896" y="7245"/>
                      </a:cubicBezTo>
                      <a:cubicBezTo>
                        <a:pt x="8386" y="6973"/>
                        <a:pt x="8931" y="6646"/>
                        <a:pt x="9420" y="6374"/>
                      </a:cubicBezTo>
                      <a:cubicBezTo>
                        <a:pt x="9911" y="6102"/>
                        <a:pt x="10401" y="5884"/>
                        <a:pt x="11054" y="5612"/>
                      </a:cubicBezTo>
                      <a:cubicBezTo>
                        <a:pt x="12742" y="4849"/>
                        <a:pt x="14267" y="4468"/>
                        <a:pt x="15792" y="4413"/>
                      </a:cubicBezTo>
                      <a:cubicBezTo>
                        <a:pt x="16336" y="4413"/>
                        <a:pt x="16718" y="4522"/>
                        <a:pt x="17153" y="5012"/>
                      </a:cubicBezTo>
                      <a:cubicBezTo>
                        <a:pt x="17480" y="5394"/>
                        <a:pt x="17752" y="5720"/>
                        <a:pt x="18079" y="6102"/>
                      </a:cubicBezTo>
                      <a:cubicBezTo>
                        <a:pt x="19059" y="7300"/>
                        <a:pt x="20203" y="8661"/>
                        <a:pt x="21510" y="9750"/>
                      </a:cubicBezTo>
                      <a:lnTo>
                        <a:pt x="25594" y="13289"/>
                      </a:lnTo>
                      <a:lnTo>
                        <a:pt x="29460" y="17101"/>
                      </a:lnTo>
                      <a:lnTo>
                        <a:pt x="30277" y="17972"/>
                      </a:lnTo>
                      <a:cubicBezTo>
                        <a:pt x="31474" y="19225"/>
                        <a:pt x="32618" y="20477"/>
                        <a:pt x="33762" y="21730"/>
                      </a:cubicBezTo>
                      <a:moveTo>
                        <a:pt x="40187" y="25324"/>
                      </a:moveTo>
                      <a:cubicBezTo>
                        <a:pt x="40241" y="25269"/>
                        <a:pt x="40350" y="25215"/>
                        <a:pt x="40405" y="25160"/>
                      </a:cubicBezTo>
                      <a:cubicBezTo>
                        <a:pt x="41058" y="24670"/>
                        <a:pt x="41167" y="23745"/>
                        <a:pt x="40677" y="23091"/>
                      </a:cubicBezTo>
                      <a:lnTo>
                        <a:pt x="40623" y="23037"/>
                      </a:lnTo>
                      <a:cubicBezTo>
                        <a:pt x="38063" y="19769"/>
                        <a:pt x="35286" y="16938"/>
                        <a:pt x="32618" y="14106"/>
                      </a:cubicBezTo>
                      <a:lnTo>
                        <a:pt x="28534" y="10077"/>
                      </a:lnTo>
                      <a:lnTo>
                        <a:pt x="24341" y="6428"/>
                      </a:lnTo>
                      <a:cubicBezTo>
                        <a:pt x="22926" y="5285"/>
                        <a:pt x="21727" y="3597"/>
                        <a:pt x="20420" y="2127"/>
                      </a:cubicBezTo>
                      <a:cubicBezTo>
                        <a:pt x="19113" y="711"/>
                        <a:pt x="17534" y="-52"/>
                        <a:pt x="15628" y="3"/>
                      </a:cubicBezTo>
                      <a:cubicBezTo>
                        <a:pt x="13722" y="57"/>
                        <a:pt x="11599" y="493"/>
                        <a:pt x="9203" y="1582"/>
                      </a:cubicBezTo>
                      <a:cubicBezTo>
                        <a:pt x="8604" y="1800"/>
                        <a:pt x="7951" y="2127"/>
                        <a:pt x="7297" y="2453"/>
                      </a:cubicBezTo>
                      <a:cubicBezTo>
                        <a:pt x="6698" y="2780"/>
                        <a:pt x="6044" y="3161"/>
                        <a:pt x="5445" y="3488"/>
                      </a:cubicBezTo>
                      <a:cubicBezTo>
                        <a:pt x="3975" y="4577"/>
                        <a:pt x="2723" y="5230"/>
                        <a:pt x="1089" y="6700"/>
                      </a:cubicBezTo>
                      <a:lnTo>
                        <a:pt x="1035" y="6755"/>
                      </a:lnTo>
                      <a:cubicBezTo>
                        <a:pt x="382" y="7354"/>
                        <a:pt x="0" y="8171"/>
                        <a:pt x="0" y="9096"/>
                      </a:cubicBezTo>
                      <a:cubicBezTo>
                        <a:pt x="0" y="11275"/>
                        <a:pt x="382" y="12582"/>
                        <a:pt x="599" y="14379"/>
                      </a:cubicBezTo>
                      <a:cubicBezTo>
                        <a:pt x="926" y="15849"/>
                        <a:pt x="1307" y="17210"/>
                        <a:pt x="1797" y="18354"/>
                      </a:cubicBezTo>
                      <a:cubicBezTo>
                        <a:pt x="2723" y="20804"/>
                        <a:pt x="3921" y="22547"/>
                        <a:pt x="5282" y="23963"/>
                      </a:cubicBezTo>
                      <a:cubicBezTo>
                        <a:pt x="6643" y="25378"/>
                        <a:pt x="8386" y="26032"/>
                        <a:pt x="10401" y="25923"/>
                      </a:cubicBezTo>
                      <a:cubicBezTo>
                        <a:pt x="12416" y="25814"/>
                        <a:pt x="14539" y="25542"/>
                        <a:pt x="16391" y="25705"/>
                      </a:cubicBezTo>
                      <a:lnTo>
                        <a:pt x="22109" y="26140"/>
                      </a:lnTo>
                      <a:lnTo>
                        <a:pt x="27935" y="26195"/>
                      </a:lnTo>
                      <a:cubicBezTo>
                        <a:pt x="31855" y="26086"/>
                        <a:pt x="35722" y="25977"/>
                        <a:pt x="39752" y="25378"/>
                      </a:cubicBezTo>
                      <a:cubicBezTo>
                        <a:pt x="39861" y="25487"/>
                        <a:pt x="40023" y="25433"/>
                        <a:pt x="40187" y="25324"/>
                      </a:cubicBezTo>
                      <a:lnTo>
                        <a:pt x="40187" y="25324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84" name="Forme libre : forme 1483">
                  <a:extLst>
                    <a:ext uri="{FF2B5EF4-FFF2-40B4-BE49-F238E27FC236}">
                      <a16:creationId xmlns:a16="http://schemas.microsoft.com/office/drawing/2014/main" id="{1449DE73-C45A-428D-B20B-7359169FFF23}"/>
                    </a:ext>
                  </a:extLst>
                </p:cNvPr>
                <p:cNvSpPr/>
                <p:nvPr/>
              </p:nvSpPr>
              <p:spPr>
                <a:xfrm>
                  <a:off x="8799494" y="5051459"/>
                  <a:ext cx="40981" cy="26249"/>
                </a:xfrm>
                <a:custGeom>
                  <a:avLst/>
                  <a:gdLst>
                    <a:gd name="connsiteX0" fmla="*/ 39752 w 40981"/>
                    <a:gd name="connsiteY0" fmla="*/ 25433 h 26249"/>
                    <a:gd name="connsiteX1" fmla="*/ 27935 w 40981"/>
                    <a:gd name="connsiteY1" fmla="*/ 26250 h 26249"/>
                    <a:gd name="connsiteX2" fmla="*/ 22109 w 40981"/>
                    <a:gd name="connsiteY2" fmla="*/ 26195 h 26249"/>
                    <a:gd name="connsiteX3" fmla="*/ 16391 w 40981"/>
                    <a:gd name="connsiteY3" fmla="*/ 25759 h 26249"/>
                    <a:gd name="connsiteX4" fmla="*/ 10401 w 40981"/>
                    <a:gd name="connsiteY4" fmla="*/ 25977 h 26249"/>
                    <a:gd name="connsiteX5" fmla="*/ 5283 w 40981"/>
                    <a:gd name="connsiteY5" fmla="*/ 24017 h 26249"/>
                    <a:gd name="connsiteX6" fmla="*/ 1797 w 40981"/>
                    <a:gd name="connsiteY6" fmla="*/ 18408 h 26249"/>
                    <a:gd name="connsiteX7" fmla="*/ 599 w 40981"/>
                    <a:gd name="connsiteY7" fmla="*/ 14433 h 26249"/>
                    <a:gd name="connsiteX8" fmla="*/ 0 w 40981"/>
                    <a:gd name="connsiteY8" fmla="*/ 9151 h 26249"/>
                    <a:gd name="connsiteX9" fmla="*/ 1035 w 40981"/>
                    <a:gd name="connsiteY9" fmla="*/ 6810 h 26249"/>
                    <a:gd name="connsiteX10" fmla="*/ 1089 w 40981"/>
                    <a:gd name="connsiteY10" fmla="*/ 6755 h 26249"/>
                    <a:gd name="connsiteX11" fmla="*/ 5445 w 40981"/>
                    <a:gd name="connsiteY11" fmla="*/ 3543 h 26249"/>
                    <a:gd name="connsiteX12" fmla="*/ 9203 w 40981"/>
                    <a:gd name="connsiteY12" fmla="*/ 1582 h 26249"/>
                    <a:gd name="connsiteX13" fmla="*/ 15628 w 40981"/>
                    <a:gd name="connsiteY13" fmla="*/ 3 h 26249"/>
                    <a:gd name="connsiteX14" fmla="*/ 20420 w 40981"/>
                    <a:gd name="connsiteY14" fmla="*/ 2127 h 26249"/>
                    <a:gd name="connsiteX15" fmla="*/ 24341 w 40981"/>
                    <a:gd name="connsiteY15" fmla="*/ 6428 h 26249"/>
                    <a:gd name="connsiteX16" fmla="*/ 28534 w 40981"/>
                    <a:gd name="connsiteY16" fmla="*/ 10077 h 26249"/>
                    <a:gd name="connsiteX17" fmla="*/ 32618 w 40981"/>
                    <a:gd name="connsiteY17" fmla="*/ 14106 h 26249"/>
                    <a:gd name="connsiteX18" fmla="*/ 40623 w 40981"/>
                    <a:gd name="connsiteY18" fmla="*/ 23037 h 26249"/>
                    <a:gd name="connsiteX19" fmla="*/ 40677 w 40981"/>
                    <a:gd name="connsiteY19" fmla="*/ 23091 h 26249"/>
                    <a:gd name="connsiteX20" fmla="*/ 40405 w 40981"/>
                    <a:gd name="connsiteY20" fmla="*/ 25161 h 26249"/>
                    <a:gd name="connsiteX21" fmla="*/ 39752 w 40981"/>
                    <a:gd name="connsiteY21" fmla="*/ 25433 h 26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0981" h="26249">
                      <a:moveTo>
                        <a:pt x="39752" y="25433"/>
                      </a:moveTo>
                      <a:cubicBezTo>
                        <a:pt x="35722" y="26032"/>
                        <a:pt x="31855" y="26086"/>
                        <a:pt x="27935" y="26250"/>
                      </a:cubicBezTo>
                      <a:lnTo>
                        <a:pt x="22109" y="26195"/>
                      </a:lnTo>
                      <a:lnTo>
                        <a:pt x="16391" y="25759"/>
                      </a:lnTo>
                      <a:cubicBezTo>
                        <a:pt x="14485" y="25596"/>
                        <a:pt x="12416" y="25868"/>
                        <a:pt x="10401" y="25977"/>
                      </a:cubicBezTo>
                      <a:cubicBezTo>
                        <a:pt x="8386" y="26086"/>
                        <a:pt x="6644" y="25433"/>
                        <a:pt x="5283" y="24017"/>
                      </a:cubicBezTo>
                      <a:cubicBezTo>
                        <a:pt x="3921" y="22601"/>
                        <a:pt x="2668" y="20804"/>
                        <a:pt x="1797" y="18408"/>
                      </a:cubicBezTo>
                      <a:cubicBezTo>
                        <a:pt x="1307" y="17265"/>
                        <a:pt x="926" y="15903"/>
                        <a:pt x="599" y="14433"/>
                      </a:cubicBezTo>
                      <a:cubicBezTo>
                        <a:pt x="436" y="12636"/>
                        <a:pt x="0" y="11329"/>
                        <a:pt x="0" y="9151"/>
                      </a:cubicBezTo>
                      <a:cubicBezTo>
                        <a:pt x="0" y="8226"/>
                        <a:pt x="382" y="7409"/>
                        <a:pt x="1035" y="6810"/>
                      </a:cubicBezTo>
                      <a:lnTo>
                        <a:pt x="1089" y="6755"/>
                      </a:lnTo>
                      <a:cubicBezTo>
                        <a:pt x="2723" y="5285"/>
                        <a:pt x="4030" y="4631"/>
                        <a:pt x="5445" y="3543"/>
                      </a:cubicBezTo>
                      <a:cubicBezTo>
                        <a:pt x="6752" y="2780"/>
                        <a:pt x="8059" y="2072"/>
                        <a:pt x="9203" y="1582"/>
                      </a:cubicBezTo>
                      <a:cubicBezTo>
                        <a:pt x="11599" y="493"/>
                        <a:pt x="13668" y="57"/>
                        <a:pt x="15628" y="3"/>
                      </a:cubicBezTo>
                      <a:cubicBezTo>
                        <a:pt x="17535" y="-52"/>
                        <a:pt x="19113" y="656"/>
                        <a:pt x="20420" y="2127"/>
                      </a:cubicBezTo>
                      <a:cubicBezTo>
                        <a:pt x="21673" y="3597"/>
                        <a:pt x="22926" y="5231"/>
                        <a:pt x="24341" y="6428"/>
                      </a:cubicBezTo>
                      <a:lnTo>
                        <a:pt x="28534" y="10077"/>
                      </a:lnTo>
                      <a:lnTo>
                        <a:pt x="32618" y="14106"/>
                      </a:lnTo>
                      <a:cubicBezTo>
                        <a:pt x="35286" y="16938"/>
                        <a:pt x="38009" y="19715"/>
                        <a:pt x="40623" y="23037"/>
                      </a:cubicBezTo>
                      <a:lnTo>
                        <a:pt x="40677" y="23091"/>
                      </a:lnTo>
                      <a:cubicBezTo>
                        <a:pt x="41167" y="23745"/>
                        <a:pt x="41058" y="24670"/>
                        <a:pt x="40405" y="25161"/>
                      </a:cubicBezTo>
                      <a:cubicBezTo>
                        <a:pt x="40241" y="25324"/>
                        <a:pt x="40023" y="25433"/>
                        <a:pt x="39752" y="25433"/>
                      </a:cubicBez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485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809221" y="5074835"/>
                <a:ext cx="44790" cy="28090"/>
                <a:chOff x="8809221" y="5074835"/>
                <a:chExt cx="44790" cy="28090"/>
              </a:xfrm>
              <a:solidFill>
                <a:schemeClr val="accent1"/>
              </a:solidFill>
            </p:grpSpPr>
            <p:sp>
              <p:nvSpPr>
                <p:cNvPr id="1486" name="Forme libre : forme 1485">
                  <a:extLst>
                    <a:ext uri="{FF2B5EF4-FFF2-40B4-BE49-F238E27FC236}">
                      <a16:creationId xmlns:a16="http://schemas.microsoft.com/office/drawing/2014/main" id="{F3461A6D-6B9C-425C-B212-B3CB8B15922B}"/>
                    </a:ext>
                  </a:extLst>
                </p:cNvPr>
                <p:cNvSpPr/>
                <p:nvPr/>
              </p:nvSpPr>
              <p:spPr>
                <a:xfrm>
                  <a:off x="8809222" y="5074835"/>
                  <a:ext cx="44789" cy="27981"/>
                </a:xfrm>
                <a:custGeom>
                  <a:avLst/>
                  <a:gdLst>
                    <a:gd name="connsiteX0" fmla="*/ 44018 w 44789"/>
                    <a:gd name="connsiteY0" fmla="*/ 7012 h 27981"/>
                    <a:gd name="connsiteX1" fmla="*/ 33509 w 44789"/>
                    <a:gd name="connsiteY1" fmla="*/ 13165 h 27981"/>
                    <a:gd name="connsiteX2" fmla="*/ 29261 w 44789"/>
                    <a:gd name="connsiteY2" fmla="*/ 16541 h 27981"/>
                    <a:gd name="connsiteX3" fmla="*/ 25722 w 44789"/>
                    <a:gd name="connsiteY3" fmla="*/ 19972 h 27981"/>
                    <a:gd name="connsiteX4" fmla="*/ 23543 w 44789"/>
                    <a:gd name="connsiteY4" fmla="*/ 24219 h 27981"/>
                    <a:gd name="connsiteX5" fmla="*/ 20766 w 44789"/>
                    <a:gd name="connsiteY5" fmla="*/ 26833 h 27981"/>
                    <a:gd name="connsiteX6" fmla="*/ 15267 w 44789"/>
                    <a:gd name="connsiteY6" fmla="*/ 27432 h 27981"/>
                    <a:gd name="connsiteX7" fmla="*/ 11346 w 44789"/>
                    <a:gd name="connsiteY7" fmla="*/ 27650 h 27981"/>
                    <a:gd name="connsiteX8" fmla="*/ 8841 w 44789"/>
                    <a:gd name="connsiteY8" fmla="*/ 27759 h 27981"/>
                    <a:gd name="connsiteX9" fmla="*/ 6009 w 44789"/>
                    <a:gd name="connsiteY9" fmla="*/ 27977 h 27981"/>
                    <a:gd name="connsiteX10" fmla="*/ 5900 w 44789"/>
                    <a:gd name="connsiteY10" fmla="*/ 27977 h 27981"/>
                    <a:gd name="connsiteX11" fmla="*/ 3559 w 44789"/>
                    <a:gd name="connsiteY11" fmla="*/ 26942 h 27981"/>
                    <a:gd name="connsiteX12" fmla="*/ 837 w 44789"/>
                    <a:gd name="connsiteY12" fmla="*/ 21932 h 27981"/>
                    <a:gd name="connsiteX13" fmla="*/ 20 w 44789"/>
                    <a:gd name="connsiteY13" fmla="*/ 17086 h 27981"/>
                    <a:gd name="connsiteX14" fmla="*/ 2034 w 44789"/>
                    <a:gd name="connsiteY14" fmla="*/ 8482 h 27981"/>
                    <a:gd name="connsiteX15" fmla="*/ 8242 w 44789"/>
                    <a:gd name="connsiteY15" fmla="*/ 3309 h 27981"/>
                    <a:gd name="connsiteX16" fmla="*/ 16192 w 44789"/>
                    <a:gd name="connsiteY16" fmla="*/ 1294 h 27981"/>
                    <a:gd name="connsiteX17" fmla="*/ 23598 w 44789"/>
                    <a:gd name="connsiteY17" fmla="*/ 42 h 27981"/>
                    <a:gd name="connsiteX18" fmla="*/ 30841 w 44789"/>
                    <a:gd name="connsiteY18" fmla="*/ 314 h 27981"/>
                    <a:gd name="connsiteX19" fmla="*/ 44018 w 44789"/>
                    <a:gd name="connsiteY19" fmla="*/ 4344 h 27981"/>
                    <a:gd name="connsiteX20" fmla="*/ 44617 w 44789"/>
                    <a:gd name="connsiteY20" fmla="*/ 6304 h 27981"/>
                    <a:gd name="connsiteX21" fmla="*/ 44018 w 44789"/>
                    <a:gd name="connsiteY21" fmla="*/ 7012 h 27981"/>
                    <a:gd name="connsiteX22" fmla="*/ 44018 w 44789"/>
                    <a:gd name="connsiteY22" fmla="*/ 7012 h 27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89" h="27981">
                      <a:moveTo>
                        <a:pt x="44018" y="7012"/>
                      </a:moveTo>
                      <a:cubicBezTo>
                        <a:pt x="40098" y="9027"/>
                        <a:pt x="36558" y="10933"/>
                        <a:pt x="33509" y="13165"/>
                      </a:cubicBezTo>
                      <a:cubicBezTo>
                        <a:pt x="31984" y="14200"/>
                        <a:pt x="30568" y="15343"/>
                        <a:pt x="29261" y="16541"/>
                      </a:cubicBezTo>
                      <a:cubicBezTo>
                        <a:pt x="27955" y="17630"/>
                        <a:pt x="26757" y="18774"/>
                        <a:pt x="25722" y="19972"/>
                      </a:cubicBezTo>
                      <a:cubicBezTo>
                        <a:pt x="24687" y="21115"/>
                        <a:pt x="24034" y="22749"/>
                        <a:pt x="23543" y="24219"/>
                      </a:cubicBezTo>
                      <a:cubicBezTo>
                        <a:pt x="22999" y="25690"/>
                        <a:pt x="22182" y="26452"/>
                        <a:pt x="20766" y="26833"/>
                      </a:cubicBezTo>
                      <a:cubicBezTo>
                        <a:pt x="19351" y="27160"/>
                        <a:pt x="17608" y="27378"/>
                        <a:pt x="15267" y="27432"/>
                      </a:cubicBezTo>
                      <a:lnTo>
                        <a:pt x="11346" y="27650"/>
                      </a:lnTo>
                      <a:cubicBezTo>
                        <a:pt x="10530" y="27650"/>
                        <a:pt x="9713" y="27704"/>
                        <a:pt x="8841" y="27759"/>
                      </a:cubicBezTo>
                      <a:cubicBezTo>
                        <a:pt x="8079" y="27868"/>
                        <a:pt x="7099" y="27922"/>
                        <a:pt x="6009" y="27977"/>
                      </a:cubicBezTo>
                      <a:lnTo>
                        <a:pt x="5900" y="27977"/>
                      </a:lnTo>
                      <a:cubicBezTo>
                        <a:pt x="4975" y="28031"/>
                        <a:pt x="4158" y="27595"/>
                        <a:pt x="3559" y="26942"/>
                      </a:cubicBezTo>
                      <a:cubicBezTo>
                        <a:pt x="2143" y="25199"/>
                        <a:pt x="1654" y="23729"/>
                        <a:pt x="837" y="21932"/>
                      </a:cubicBezTo>
                      <a:cubicBezTo>
                        <a:pt x="346" y="20299"/>
                        <a:pt x="20" y="18665"/>
                        <a:pt x="20" y="17086"/>
                      </a:cubicBezTo>
                      <a:cubicBezTo>
                        <a:pt x="-144" y="13873"/>
                        <a:pt x="728" y="10987"/>
                        <a:pt x="2034" y="8482"/>
                      </a:cubicBezTo>
                      <a:cubicBezTo>
                        <a:pt x="3396" y="5977"/>
                        <a:pt x="5574" y="4180"/>
                        <a:pt x="8242" y="3309"/>
                      </a:cubicBezTo>
                      <a:cubicBezTo>
                        <a:pt x="10910" y="2438"/>
                        <a:pt x="13688" y="2002"/>
                        <a:pt x="16192" y="1294"/>
                      </a:cubicBezTo>
                      <a:cubicBezTo>
                        <a:pt x="18698" y="695"/>
                        <a:pt x="21148" y="259"/>
                        <a:pt x="23598" y="42"/>
                      </a:cubicBezTo>
                      <a:cubicBezTo>
                        <a:pt x="26103" y="-67"/>
                        <a:pt x="28499" y="42"/>
                        <a:pt x="30841" y="314"/>
                      </a:cubicBezTo>
                      <a:cubicBezTo>
                        <a:pt x="35578" y="967"/>
                        <a:pt x="39989" y="2220"/>
                        <a:pt x="44018" y="4344"/>
                      </a:cubicBezTo>
                      <a:cubicBezTo>
                        <a:pt x="44726" y="4725"/>
                        <a:pt x="44999" y="5596"/>
                        <a:pt x="44617" y="6304"/>
                      </a:cubicBezTo>
                      <a:cubicBezTo>
                        <a:pt x="44509" y="6631"/>
                        <a:pt x="44291" y="6849"/>
                        <a:pt x="44018" y="7012"/>
                      </a:cubicBezTo>
                      <a:lnTo>
                        <a:pt x="44018" y="7012"/>
                      </a:ln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87" name="Forme libre : forme 1486">
                  <a:extLst>
                    <a:ext uri="{FF2B5EF4-FFF2-40B4-BE49-F238E27FC236}">
                      <a16:creationId xmlns:a16="http://schemas.microsoft.com/office/drawing/2014/main" id="{36013A03-ABA5-43F6-A393-1418785C4C43}"/>
                    </a:ext>
                  </a:extLst>
                </p:cNvPr>
                <p:cNvSpPr/>
                <p:nvPr/>
              </p:nvSpPr>
              <p:spPr>
                <a:xfrm>
                  <a:off x="8809221" y="5074967"/>
                  <a:ext cx="44790" cy="27958"/>
                </a:xfrm>
                <a:custGeom>
                  <a:avLst/>
                  <a:gdLst>
                    <a:gd name="connsiteX0" fmla="*/ 19515 w 44790"/>
                    <a:gd name="connsiteY0" fmla="*/ 22508 h 27958"/>
                    <a:gd name="connsiteX1" fmla="*/ 14996 w 44790"/>
                    <a:gd name="connsiteY1" fmla="*/ 22944 h 27958"/>
                    <a:gd name="connsiteX2" fmla="*/ 11184 w 44790"/>
                    <a:gd name="connsiteY2" fmla="*/ 23162 h 27958"/>
                    <a:gd name="connsiteX3" fmla="*/ 8461 w 44790"/>
                    <a:gd name="connsiteY3" fmla="*/ 23271 h 27958"/>
                    <a:gd name="connsiteX4" fmla="*/ 8352 w 44790"/>
                    <a:gd name="connsiteY4" fmla="*/ 23271 h 27958"/>
                    <a:gd name="connsiteX5" fmla="*/ 8243 w 44790"/>
                    <a:gd name="connsiteY5" fmla="*/ 23271 h 27958"/>
                    <a:gd name="connsiteX6" fmla="*/ 6500 w 44790"/>
                    <a:gd name="connsiteY6" fmla="*/ 23434 h 27958"/>
                    <a:gd name="connsiteX7" fmla="*/ 5303 w 44790"/>
                    <a:gd name="connsiteY7" fmla="*/ 21093 h 27958"/>
                    <a:gd name="connsiteX8" fmla="*/ 4922 w 44790"/>
                    <a:gd name="connsiteY8" fmla="*/ 20276 h 27958"/>
                    <a:gd name="connsiteX9" fmla="*/ 4377 w 44790"/>
                    <a:gd name="connsiteY9" fmla="*/ 16791 h 27958"/>
                    <a:gd name="connsiteX10" fmla="*/ 5901 w 44790"/>
                    <a:gd name="connsiteY10" fmla="*/ 10474 h 27958"/>
                    <a:gd name="connsiteX11" fmla="*/ 8624 w 44790"/>
                    <a:gd name="connsiteY11" fmla="*/ 7806 h 27958"/>
                    <a:gd name="connsiteX12" fmla="*/ 9659 w 44790"/>
                    <a:gd name="connsiteY12" fmla="*/ 7370 h 27958"/>
                    <a:gd name="connsiteX13" fmla="*/ 14179 w 44790"/>
                    <a:gd name="connsiteY13" fmla="*/ 6227 h 27958"/>
                    <a:gd name="connsiteX14" fmla="*/ 17283 w 44790"/>
                    <a:gd name="connsiteY14" fmla="*/ 5464 h 27958"/>
                    <a:gd name="connsiteX15" fmla="*/ 23926 w 44790"/>
                    <a:gd name="connsiteY15" fmla="*/ 4321 h 27958"/>
                    <a:gd name="connsiteX16" fmla="*/ 30297 w 44790"/>
                    <a:gd name="connsiteY16" fmla="*/ 4539 h 27958"/>
                    <a:gd name="connsiteX17" fmla="*/ 36614 w 44790"/>
                    <a:gd name="connsiteY17" fmla="*/ 5900 h 27958"/>
                    <a:gd name="connsiteX18" fmla="*/ 31114 w 44790"/>
                    <a:gd name="connsiteY18" fmla="*/ 9439 h 27958"/>
                    <a:gd name="connsiteX19" fmla="*/ 26485 w 44790"/>
                    <a:gd name="connsiteY19" fmla="*/ 13142 h 27958"/>
                    <a:gd name="connsiteX20" fmla="*/ 22619 w 44790"/>
                    <a:gd name="connsiteY20" fmla="*/ 16900 h 27958"/>
                    <a:gd name="connsiteX21" fmla="*/ 19515 w 44790"/>
                    <a:gd name="connsiteY21" fmla="*/ 22508 h 27958"/>
                    <a:gd name="connsiteX22" fmla="*/ 21802 w 44790"/>
                    <a:gd name="connsiteY22" fmla="*/ 26320 h 27958"/>
                    <a:gd name="connsiteX23" fmla="*/ 23599 w 44790"/>
                    <a:gd name="connsiteY23" fmla="*/ 24087 h 27958"/>
                    <a:gd name="connsiteX24" fmla="*/ 25777 w 44790"/>
                    <a:gd name="connsiteY24" fmla="*/ 19840 h 27958"/>
                    <a:gd name="connsiteX25" fmla="*/ 29317 w 44790"/>
                    <a:gd name="connsiteY25" fmla="*/ 16410 h 27958"/>
                    <a:gd name="connsiteX26" fmla="*/ 33564 w 44790"/>
                    <a:gd name="connsiteY26" fmla="*/ 13034 h 27958"/>
                    <a:gd name="connsiteX27" fmla="*/ 41514 w 44790"/>
                    <a:gd name="connsiteY27" fmla="*/ 8187 h 27958"/>
                    <a:gd name="connsiteX28" fmla="*/ 44019 w 44790"/>
                    <a:gd name="connsiteY28" fmla="*/ 6880 h 27958"/>
                    <a:gd name="connsiteX29" fmla="*/ 44019 w 44790"/>
                    <a:gd name="connsiteY29" fmla="*/ 6880 h 27958"/>
                    <a:gd name="connsiteX30" fmla="*/ 44019 w 44790"/>
                    <a:gd name="connsiteY30" fmla="*/ 6880 h 27958"/>
                    <a:gd name="connsiteX31" fmla="*/ 44618 w 44790"/>
                    <a:gd name="connsiteY31" fmla="*/ 6281 h 27958"/>
                    <a:gd name="connsiteX32" fmla="*/ 44019 w 44790"/>
                    <a:gd name="connsiteY32" fmla="*/ 4321 h 27958"/>
                    <a:gd name="connsiteX33" fmla="*/ 30842 w 44790"/>
                    <a:gd name="connsiteY33" fmla="*/ 291 h 27958"/>
                    <a:gd name="connsiteX34" fmla="*/ 23599 w 44790"/>
                    <a:gd name="connsiteY34" fmla="*/ 19 h 27958"/>
                    <a:gd name="connsiteX35" fmla="*/ 16193 w 44790"/>
                    <a:gd name="connsiteY35" fmla="*/ 1271 h 27958"/>
                    <a:gd name="connsiteX36" fmla="*/ 8243 w 44790"/>
                    <a:gd name="connsiteY36" fmla="*/ 3286 h 27958"/>
                    <a:gd name="connsiteX37" fmla="*/ 6555 w 44790"/>
                    <a:gd name="connsiteY37" fmla="*/ 3994 h 27958"/>
                    <a:gd name="connsiteX38" fmla="*/ 2035 w 44790"/>
                    <a:gd name="connsiteY38" fmla="*/ 8459 h 27958"/>
                    <a:gd name="connsiteX39" fmla="*/ 21 w 44790"/>
                    <a:gd name="connsiteY39" fmla="*/ 17063 h 27958"/>
                    <a:gd name="connsiteX40" fmla="*/ 838 w 44790"/>
                    <a:gd name="connsiteY40" fmla="*/ 21909 h 27958"/>
                    <a:gd name="connsiteX41" fmla="*/ 3560 w 44790"/>
                    <a:gd name="connsiteY41" fmla="*/ 26919 h 27958"/>
                    <a:gd name="connsiteX42" fmla="*/ 5901 w 44790"/>
                    <a:gd name="connsiteY42" fmla="*/ 27954 h 27958"/>
                    <a:gd name="connsiteX43" fmla="*/ 6010 w 44790"/>
                    <a:gd name="connsiteY43" fmla="*/ 27954 h 27958"/>
                    <a:gd name="connsiteX44" fmla="*/ 8842 w 44790"/>
                    <a:gd name="connsiteY44" fmla="*/ 27736 h 27958"/>
                    <a:gd name="connsiteX45" fmla="*/ 11347 w 44790"/>
                    <a:gd name="connsiteY45" fmla="*/ 27627 h 27958"/>
                    <a:gd name="connsiteX46" fmla="*/ 15268 w 44790"/>
                    <a:gd name="connsiteY46" fmla="*/ 27409 h 27958"/>
                    <a:gd name="connsiteX47" fmla="*/ 20767 w 44790"/>
                    <a:gd name="connsiteY47" fmla="*/ 26810 h 27958"/>
                    <a:gd name="connsiteX48" fmla="*/ 21802 w 44790"/>
                    <a:gd name="connsiteY48" fmla="*/ 26320 h 27958"/>
                    <a:gd name="connsiteX49" fmla="*/ 21802 w 44790"/>
                    <a:gd name="connsiteY49" fmla="*/ 26320 h 27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44790" h="27958">
                      <a:moveTo>
                        <a:pt x="19515" y="22508"/>
                      </a:moveTo>
                      <a:cubicBezTo>
                        <a:pt x="18481" y="22726"/>
                        <a:pt x="17065" y="22890"/>
                        <a:pt x="14996" y="22944"/>
                      </a:cubicBezTo>
                      <a:lnTo>
                        <a:pt x="11184" y="23162"/>
                      </a:lnTo>
                      <a:cubicBezTo>
                        <a:pt x="10313" y="23162"/>
                        <a:pt x="9387" y="23216"/>
                        <a:pt x="8461" y="23271"/>
                      </a:cubicBezTo>
                      <a:lnTo>
                        <a:pt x="8352" y="23271"/>
                      </a:lnTo>
                      <a:lnTo>
                        <a:pt x="8243" y="23271"/>
                      </a:lnTo>
                      <a:cubicBezTo>
                        <a:pt x="7753" y="23325"/>
                        <a:pt x="7208" y="23380"/>
                        <a:pt x="6500" y="23434"/>
                      </a:cubicBezTo>
                      <a:cubicBezTo>
                        <a:pt x="6010" y="22726"/>
                        <a:pt x="5739" y="22018"/>
                        <a:pt x="5303" y="21093"/>
                      </a:cubicBezTo>
                      <a:cubicBezTo>
                        <a:pt x="5194" y="20820"/>
                        <a:pt x="5085" y="20548"/>
                        <a:pt x="4922" y="20276"/>
                      </a:cubicBezTo>
                      <a:cubicBezTo>
                        <a:pt x="4540" y="19023"/>
                        <a:pt x="4377" y="17880"/>
                        <a:pt x="4377" y="16791"/>
                      </a:cubicBezTo>
                      <a:cubicBezTo>
                        <a:pt x="4268" y="14613"/>
                        <a:pt x="4813" y="12489"/>
                        <a:pt x="5901" y="10474"/>
                      </a:cubicBezTo>
                      <a:cubicBezTo>
                        <a:pt x="6500" y="9330"/>
                        <a:pt x="7426" y="8405"/>
                        <a:pt x="8624" y="7806"/>
                      </a:cubicBezTo>
                      <a:cubicBezTo>
                        <a:pt x="8951" y="7642"/>
                        <a:pt x="9332" y="7479"/>
                        <a:pt x="9659" y="7370"/>
                      </a:cubicBezTo>
                      <a:cubicBezTo>
                        <a:pt x="11130" y="6880"/>
                        <a:pt x="12654" y="6554"/>
                        <a:pt x="14179" y="6227"/>
                      </a:cubicBezTo>
                      <a:cubicBezTo>
                        <a:pt x="15268" y="6009"/>
                        <a:pt x="16302" y="5737"/>
                        <a:pt x="17283" y="5464"/>
                      </a:cubicBezTo>
                      <a:cubicBezTo>
                        <a:pt x="19460" y="4920"/>
                        <a:pt x="21693" y="4539"/>
                        <a:pt x="23926" y="4321"/>
                      </a:cubicBezTo>
                      <a:cubicBezTo>
                        <a:pt x="26050" y="4266"/>
                        <a:pt x="28228" y="4321"/>
                        <a:pt x="30297" y="4539"/>
                      </a:cubicBezTo>
                      <a:cubicBezTo>
                        <a:pt x="32584" y="4865"/>
                        <a:pt x="34653" y="5301"/>
                        <a:pt x="36614" y="5900"/>
                      </a:cubicBezTo>
                      <a:cubicBezTo>
                        <a:pt x="34381" y="7152"/>
                        <a:pt x="32638" y="8296"/>
                        <a:pt x="31114" y="9439"/>
                      </a:cubicBezTo>
                      <a:cubicBezTo>
                        <a:pt x="29426" y="10583"/>
                        <a:pt x="27847" y="11835"/>
                        <a:pt x="26485" y="13142"/>
                      </a:cubicBezTo>
                      <a:cubicBezTo>
                        <a:pt x="25015" y="14340"/>
                        <a:pt x="23708" y="15647"/>
                        <a:pt x="22619" y="16900"/>
                      </a:cubicBezTo>
                      <a:cubicBezTo>
                        <a:pt x="20985" y="18642"/>
                        <a:pt x="20114" y="20766"/>
                        <a:pt x="19515" y="22508"/>
                      </a:cubicBezTo>
                      <a:moveTo>
                        <a:pt x="21802" y="26320"/>
                      </a:moveTo>
                      <a:cubicBezTo>
                        <a:pt x="22619" y="25885"/>
                        <a:pt x="23164" y="25177"/>
                        <a:pt x="23599" y="24087"/>
                      </a:cubicBezTo>
                      <a:cubicBezTo>
                        <a:pt x="24090" y="22617"/>
                        <a:pt x="24743" y="20984"/>
                        <a:pt x="25777" y="19840"/>
                      </a:cubicBezTo>
                      <a:cubicBezTo>
                        <a:pt x="26812" y="18642"/>
                        <a:pt x="28010" y="17498"/>
                        <a:pt x="29317" y="16410"/>
                      </a:cubicBezTo>
                      <a:cubicBezTo>
                        <a:pt x="30569" y="15211"/>
                        <a:pt x="31985" y="14068"/>
                        <a:pt x="33564" y="13034"/>
                      </a:cubicBezTo>
                      <a:cubicBezTo>
                        <a:pt x="35960" y="11291"/>
                        <a:pt x="38628" y="9712"/>
                        <a:pt x="41514" y="8187"/>
                      </a:cubicBezTo>
                      <a:cubicBezTo>
                        <a:pt x="42331" y="7751"/>
                        <a:pt x="43203" y="7316"/>
                        <a:pt x="44019" y="6880"/>
                      </a:cubicBezTo>
                      <a:lnTo>
                        <a:pt x="44019" y="6880"/>
                      </a:lnTo>
                      <a:cubicBezTo>
                        <a:pt x="44019" y="6880"/>
                        <a:pt x="44019" y="6880"/>
                        <a:pt x="44019" y="6880"/>
                      </a:cubicBezTo>
                      <a:cubicBezTo>
                        <a:pt x="44292" y="6771"/>
                        <a:pt x="44510" y="6554"/>
                        <a:pt x="44618" y="6281"/>
                      </a:cubicBezTo>
                      <a:cubicBezTo>
                        <a:pt x="45000" y="5573"/>
                        <a:pt x="44727" y="4702"/>
                        <a:pt x="44019" y="4321"/>
                      </a:cubicBezTo>
                      <a:cubicBezTo>
                        <a:pt x="39990" y="2197"/>
                        <a:pt x="35579" y="945"/>
                        <a:pt x="30842" y="291"/>
                      </a:cubicBezTo>
                      <a:cubicBezTo>
                        <a:pt x="28500" y="19"/>
                        <a:pt x="26050" y="-36"/>
                        <a:pt x="23599" y="19"/>
                      </a:cubicBezTo>
                      <a:cubicBezTo>
                        <a:pt x="21149" y="237"/>
                        <a:pt x="18699" y="618"/>
                        <a:pt x="16193" y="1271"/>
                      </a:cubicBezTo>
                      <a:cubicBezTo>
                        <a:pt x="13689" y="1925"/>
                        <a:pt x="10966" y="2360"/>
                        <a:pt x="8243" y="3286"/>
                      </a:cubicBezTo>
                      <a:cubicBezTo>
                        <a:pt x="7644" y="3504"/>
                        <a:pt x="7100" y="3722"/>
                        <a:pt x="6555" y="3994"/>
                      </a:cubicBezTo>
                      <a:cubicBezTo>
                        <a:pt x="4649" y="4974"/>
                        <a:pt x="3124" y="6499"/>
                        <a:pt x="2035" y="8459"/>
                      </a:cubicBezTo>
                      <a:cubicBezTo>
                        <a:pt x="674" y="10964"/>
                        <a:pt x="-143" y="13850"/>
                        <a:pt x="21" y="17063"/>
                      </a:cubicBezTo>
                      <a:cubicBezTo>
                        <a:pt x="21" y="18588"/>
                        <a:pt x="347" y="20276"/>
                        <a:pt x="838" y="21909"/>
                      </a:cubicBezTo>
                      <a:cubicBezTo>
                        <a:pt x="1655" y="23706"/>
                        <a:pt x="2144" y="25177"/>
                        <a:pt x="3560" y="26919"/>
                      </a:cubicBezTo>
                      <a:cubicBezTo>
                        <a:pt x="4105" y="27573"/>
                        <a:pt x="4976" y="28008"/>
                        <a:pt x="5901" y="27954"/>
                      </a:cubicBezTo>
                      <a:lnTo>
                        <a:pt x="6010" y="27954"/>
                      </a:lnTo>
                      <a:cubicBezTo>
                        <a:pt x="7100" y="27899"/>
                        <a:pt x="8025" y="27845"/>
                        <a:pt x="8842" y="27736"/>
                      </a:cubicBezTo>
                      <a:cubicBezTo>
                        <a:pt x="9714" y="27682"/>
                        <a:pt x="10531" y="27627"/>
                        <a:pt x="11347" y="27627"/>
                      </a:cubicBezTo>
                      <a:lnTo>
                        <a:pt x="15268" y="27409"/>
                      </a:lnTo>
                      <a:cubicBezTo>
                        <a:pt x="17609" y="27300"/>
                        <a:pt x="19352" y="27137"/>
                        <a:pt x="20767" y="26810"/>
                      </a:cubicBezTo>
                      <a:cubicBezTo>
                        <a:pt x="21149" y="26592"/>
                        <a:pt x="21475" y="26483"/>
                        <a:pt x="21802" y="26320"/>
                      </a:cubicBezTo>
                      <a:lnTo>
                        <a:pt x="21802" y="26320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88" name="Forme libre : forme 1487">
                  <a:extLst>
                    <a:ext uri="{FF2B5EF4-FFF2-40B4-BE49-F238E27FC236}">
                      <a16:creationId xmlns:a16="http://schemas.microsoft.com/office/drawing/2014/main" id="{330FAF2D-13B5-4008-BD56-0FFB45442407}"/>
                    </a:ext>
                  </a:extLst>
                </p:cNvPr>
                <p:cNvSpPr/>
                <p:nvPr/>
              </p:nvSpPr>
              <p:spPr>
                <a:xfrm>
                  <a:off x="8809222" y="5074835"/>
                  <a:ext cx="44789" cy="27981"/>
                </a:xfrm>
                <a:custGeom>
                  <a:avLst/>
                  <a:gdLst>
                    <a:gd name="connsiteX0" fmla="*/ 44018 w 44789"/>
                    <a:gd name="connsiteY0" fmla="*/ 7012 h 27981"/>
                    <a:gd name="connsiteX1" fmla="*/ 33509 w 44789"/>
                    <a:gd name="connsiteY1" fmla="*/ 13165 h 27981"/>
                    <a:gd name="connsiteX2" fmla="*/ 29261 w 44789"/>
                    <a:gd name="connsiteY2" fmla="*/ 16541 h 27981"/>
                    <a:gd name="connsiteX3" fmla="*/ 25722 w 44789"/>
                    <a:gd name="connsiteY3" fmla="*/ 19972 h 27981"/>
                    <a:gd name="connsiteX4" fmla="*/ 23543 w 44789"/>
                    <a:gd name="connsiteY4" fmla="*/ 24219 h 27981"/>
                    <a:gd name="connsiteX5" fmla="*/ 20766 w 44789"/>
                    <a:gd name="connsiteY5" fmla="*/ 26833 h 27981"/>
                    <a:gd name="connsiteX6" fmla="*/ 15267 w 44789"/>
                    <a:gd name="connsiteY6" fmla="*/ 27432 h 27981"/>
                    <a:gd name="connsiteX7" fmla="*/ 11346 w 44789"/>
                    <a:gd name="connsiteY7" fmla="*/ 27650 h 27981"/>
                    <a:gd name="connsiteX8" fmla="*/ 8841 w 44789"/>
                    <a:gd name="connsiteY8" fmla="*/ 27759 h 27981"/>
                    <a:gd name="connsiteX9" fmla="*/ 6009 w 44789"/>
                    <a:gd name="connsiteY9" fmla="*/ 27977 h 27981"/>
                    <a:gd name="connsiteX10" fmla="*/ 5900 w 44789"/>
                    <a:gd name="connsiteY10" fmla="*/ 27977 h 27981"/>
                    <a:gd name="connsiteX11" fmla="*/ 3559 w 44789"/>
                    <a:gd name="connsiteY11" fmla="*/ 26942 h 27981"/>
                    <a:gd name="connsiteX12" fmla="*/ 837 w 44789"/>
                    <a:gd name="connsiteY12" fmla="*/ 21932 h 27981"/>
                    <a:gd name="connsiteX13" fmla="*/ 20 w 44789"/>
                    <a:gd name="connsiteY13" fmla="*/ 17086 h 27981"/>
                    <a:gd name="connsiteX14" fmla="*/ 2034 w 44789"/>
                    <a:gd name="connsiteY14" fmla="*/ 8482 h 27981"/>
                    <a:gd name="connsiteX15" fmla="*/ 8242 w 44789"/>
                    <a:gd name="connsiteY15" fmla="*/ 3309 h 27981"/>
                    <a:gd name="connsiteX16" fmla="*/ 16192 w 44789"/>
                    <a:gd name="connsiteY16" fmla="*/ 1294 h 27981"/>
                    <a:gd name="connsiteX17" fmla="*/ 23598 w 44789"/>
                    <a:gd name="connsiteY17" fmla="*/ 42 h 27981"/>
                    <a:gd name="connsiteX18" fmla="*/ 30841 w 44789"/>
                    <a:gd name="connsiteY18" fmla="*/ 314 h 27981"/>
                    <a:gd name="connsiteX19" fmla="*/ 44018 w 44789"/>
                    <a:gd name="connsiteY19" fmla="*/ 4344 h 27981"/>
                    <a:gd name="connsiteX20" fmla="*/ 44617 w 44789"/>
                    <a:gd name="connsiteY20" fmla="*/ 6304 h 27981"/>
                    <a:gd name="connsiteX21" fmla="*/ 44018 w 44789"/>
                    <a:gd name="connsiteY21" fmla="*/ 7012 h 27981"/>
                    <a:gd name="connsiteX22" fmla="*/ 44018 w 44789"/>
                    <a:gd name="connsiteY22" fmla="*/ 7012 h 27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89" h="27981">
                      <a:moveTo>
                        <a:pt x="44018" y="7012"/>
                      </a:moveTo>
                      <a:cubicBezTo>
                        <a:pt x="40098" y="9027"/>
                        <a:pt x="36558" y="10933"/>
                        <a:pt x="33509" y="13165"/>
                      </a:cubicBezTo>
                      <a:cubicBezTo>
                        <a:pt x="31984" y="14200"/>
                        <a:pt x="30568" y="15343"/>
                        <a:pt x="29261" y="16541"/>
                      </a:cubicBezTo>
                      <a:cubicBezTo>
                        <a:pt x="27955" y="17630"/>
                        <a:pt x="26757" y="18774"/>
                        <a:pt x="25722" y="19972"/>
                      </a:cubicBezTo>
                      <a:cubicBezTo>
                        <a:pt x="24687" y="21115"/>
                        <a:pt x="24034" y="22749"/>
                        <a:pt x="23543" y="24219"/>
                      </a:cubicBezTo>
                      <a:cubicBezTo>
                        <a:pt x="22999" y="25690"/>
                        <a:pt x="22182" y="26452"/>
                        <a:pt x="20766" y="26833"/>
                      </a:cubicBezTo>
                      <a:cubicBezTo>
                        <a:pt x="19351" y="27160"/>
                        <a:pt x="17608" y="27378"/>
                        <a:pt x="15267" y="27432"/>
                      </a:cubicBezTo>
                      <a:lnTo>
                        <a:pt x="11346" y="27650"/>
                      </a:lnTo>
                      <a:cubicBezTo>
                        <a:pt x="10530" y="27650"/>
                        <a:pt x="9713" y="27704"/>
                        <a:pt x="8841" y="27759"/>
                      </a:cubicBezTo>
                      <a:cubicBezTo>
                        <a:pt x="8079" y="27868"/>
                        <a:pt x="7099" y="27922"/>
                        <a:pt x="6009" y="27977"/>
                      </a:cubicBezTo>
                      <a:lnTo>
                        <a:pt x="5900" y="27977"/>
                      </a:lnTo>
                      <a:cubicBezTo>
                        <a:pt x="4975" y="28031"/>
                        <a:pt x="4158" y="27595"/>
                        <a:pt x="3559" y="26942"/>
                      </a:cubicBezTo>
                      <a:cubicBezTo>
                        <a:pt x="2143" y="25199"/>
                        <a:pt x="1654" y="23729"/>
                        <a:pt x="837" y="21932"/>
                      </a:cubicBezTo>
                      <a:cubicBezTo>
                        <a:pt x="346" y="20299"/>
                        <a:pt x="20" y="18665"/>
                        <a:pt x="20" y="17086"/>
                      </a:cubicBezTo>
                      <a:cubicBezTo>
                        <a:pt x="-144" y="13873"/>
                        <a:pt x="728" y="10987"/>
                        <a:pt x="2034" y="8482"/>
                      </a:cubicBezTo>
                      <a:cubicBezTo>
                        <a:pt x="3396" y="5977"/>
                        <a:pt x="5574" y="4180"/>
                        <a:pt x="8242" y="3309"/>
                      </a:cubicBezTo>
                      <a:cubicBezTo>
                        <a:pt x="10910" y="2438"/>
                        <a:pt x="13688" y="2002"/>
                        <a:pt x="16192" y="1294"/>
                      </a:cubicBezTo>
                      <a:cubicBezTo>
                        <a:pt x="18698" y="695"/>
                        <a:pt x="21148" y="259"/>
                        <a:pt x="23598" y="42"/>
                      </a:cubicBezTo>
                      <a:cubicBezTo>
                        <a:pt x="26103" y="-67"/>
                        <a:pt x="28499" y="42"/>
                        <a:pt x="30841" y="314"/>
                      </a:cubicBezTo>
                      <a:cubicBezTo>
                        <a:pt x="35578" y="967"/>
                        <a:pt x="39989" y="2220"/>
                        <a:pt x="44018" y="4344"/>
                      </a:cubicBezTo>
                      <a:cubicBezTo>
                        <a:pt x="44726" y="4725"/>
                        <a:pt x="44999" y="5596"/>
                        <a:pt x="44617" y="6304"/>
                      </a:cubicBezTo>
                      <a:cubicBezTo>
                        <a:pt x="44509" y="6631"/>
                        <a:pt x="44291" y="6849"/>
                        <a:pt x="44018" y="7012"/>
                      </a:cubicBezTo>
                      <a:lnTo>
                        <a:pt x="44018" y="7012"/>
                      </a:ln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489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814122" y="5094016"/>
                <a:ext cx="34067" cy="34374"/>
                <a:chOff x="8814122" y="5094016"/>
                <a:chExt cx="34067" cy="34374"/>
              </a:xfrm>
              <a:solidFill>
                <a:schemeClr val="accent1"/>
              </a:solidFill>
            </p:grpSpPr>
            <p:sp>
              <p:nvSpPr>
                <p:cNvPr id="1490" name="Forme libre : forme 1489">
                  <a:extLst>
                    <a:ext uri="{FF2B5EF4-FFF2-40B4-BE49-F238E27FC236}">
                      <a16:creationId xmlns:a16="http://schemas.microsoft.com/office/drawing/2014/main" id="{5A0CB431-35CC-4C4E-A826-4ED5A46DD2DB}"/>
                    </a:ext>
                  </a:extLst>
                </p:cNvPr>
                <p:cNvSpPr/>
                <p:nvPr/>
              </p:nvSpPr>
              <p:spPr>
                <a:xfrm>
                  <a:off x="8814122" y="5094016"/>
                  <a:ext cx="34067" cy="34360"/>
                </a:xfrm>
                <a:custGeom>
                  <a:avLst/>
                  <a:gdLst>
                    <a:gd name="connsiteX0" fmla="*/ 33673 w 34067"/>
                    <a:gd name="connsiteY0" fmla="*/ 2533 h 34360"/>
                    <a:gd name="connsiteX1" fmla="*/ 28609 w 34067"/>
                    <a:gd name="connsiteY1" fmla="*/ 12008 h 34360"/>
                    <a:gd name="connsiteX2" fmla="*/ 26921 w 34067"/>
                    <a:gd name="connsiteY2" fmla="*/ 16800 h 34360"/>
                    <a:gd name="connsiteX3" fmla="*/ 25233 w 34067"/>
                    <a:gd name="connsiteY3" fmla="*/ 21647 h 34360"/>
                    <a:gd name="connsiteX4" fmla="*/ 23981 w 34067"/>
                    <a:gd name="connsiteY4" fmla="*/ 27364 h 34360"/>
                    <a:gd name="connsiteX5" fmla="*/ 20441 w 34067"/>
                    <a:gd name="connsiteY5" fmla="*/ 32102 h 34360"/>
                    <a:gd name="connsiteX6" fmla="*/ 13307 w 34067"/>
                    <a:gd name="connsiteY6" fmla="*/ 34280 h 34360"/>
                    <a:gd name="connsiteX7" fmla="*/ 8788 w 34067"/>
                    <a:gd name="connsiteY7" fmla="*/ 34171 h 34360"/>
                    <a:gd name="connsiteX8" fmla="*/ 3506 w 34067"/>
                    <a:gd name="connsiteY8" fmla="*/ 32483 h 34360"/>
                    <a:gd name="connsiteX9" fmla="*/ 1927 w 34067"/>
                    <a:gd name="connsiteY9" fmla="*/ 30468 h 34360"/>
                    <a:gd name="connsiteX10" fmla="*/ 1927 w 34067"/>
                    <a:gd name="connsiteY10" fmla="*/ 30359 h 34360"/>
                    <a:gd name="connsiteX11" fmla="*/ 1382 w 34067"/>
                    <a:gd name="connsiteY11" fmla="*/ 27637 h 34360"/>
                    <a:gd name="connsiteX12" fmla="*/ 838 w 34067"/>
                    <a:gd name="connsiteY12" fmla="*/ 25241 h 34360"/>
                    <a:gd name="connsiteX13" fmla="*/ 238 w 34067"/>
                    <a:gd name="connsiteY13" fmla="*/ 21374 h 34360"/>
                    <a:gd name="connsiteX14" fmla="*/ 293 w 34067"/>
                    <a:gd name="connsiteY14" fmla="*/ 15493 h 34360"/>
                    <a:gd name="connsiteX15" fmla="*/ 3397 w 34067"/>
                    <a:gd name="connsiteY15" fmla="*/ 11736 h 34360"/>
                    <a:gd name="connsiteX16" fmla="*/ 8733 w 34067"/>
                    <a:gd name="connsiteY16" fmla="*/ 8850 h 34360"/>
                    <a:gd name="connsiteX17" fmla="*/ 13906 w 34067"/>
                    <a:gd name="connsiteY17" fmla="*/ 5310 h 34360"/>
                    <a:gd name="connsiteX18" fmla="*/ 19788 w 34067"/>
                    <a:gd name="connsiteY18" fmla="*/ 2370 h 34360"/>
                    <a:gd name="connsiteX19" fmla="*/ 32748 w 34067"/>
                    <a:gd name="connsiteY19" fmla="*/ 137 h 34360"/>
                    <a:gd name="connsiteX20" fmla="*/ 34055 w 34067"/>
                    <a:gd name="connsiteY20" fmla="*/ 1771 h 34360"/>
                    <a:gd name="connsiteX21" fmla="*/ 33782 w 34067"/>
                    <a:gd name="connsiteY21" fmla="*/ 2479 h 34360"/>
                    <a:gd name="connsiteX22" fmla="*/ 33673 w 34067"/>
                    <a:gd name="connsiteY22" fmla="*/ 2533 h 34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4067" h="34360">
                      <a:moveTo>
                        <a:pt x="33673" y="2533"/>
                      </a:moveTo>
                      <a:cubicBezTo>
                        <a:pt x="31277" y="5692"/>
                        <a:pt x="29753" y="8741"/>
                        <a:pt x="28609" y="12008"/>
                      </a:cubicBezTo>
                      <a:cubicBezTo>
                        <a:pt x="27956" y="13587"/>
                        <a:pt x="27411" y="15166"/>
                        <a:pt x="26921" y="16800"/>
                      </a:cubicBezTo>
                      <a:cubicBezTo>
                        <a:pt x="26322" y="18379"/>
                        <a:pt x="25778" y="19958"/>
                        <a:pt x="25233" y="21647"/>
                      </a:cubicBezTo>
                      <a:cubicBezTo>
                        <a:pt x="24634" y="23335"/>
                        <a:pt x="24416" y="25349"/>
                        <a:pt x="23981" y="27364"/>
                      </a:cubicBezTo>
                      <a:cubicBezTo>
                        <a:pt x="23545" y="29379"/>
                        <a:pt x="22347" y="30958"/>
                        <a:pt x="20441" y="32102"/>
                      </a:cubicBezTo>
                      <a:cubicBezTo>
                        <a:pt x="18535" y="33191"/>
                        <a:pt x="16194" y="34062"/>
                        <a:pt x="13307" y="34280"/>
                      </a:cubicBezTo>
                      <a:cubicBezTo>
                        <a:pt x="11946" y="34443"/>
                        <a:pt x="10367" y="34334"/>
                        <a:pt x="8788" y="34171"/>
                      </a:cubicBezTo>
                      <a:cubicBezTo>
                        <a:pt x="6991" y="33681"/>
                        <a:pt x="5521" y="33517"/>
                        <a:pt x="3506" y="32483"/>
                      </a:cubicBezTo>
                      <a:cubicBezTo>
                        <a:pt x="2689" y="32047"/>
                        <a:pt x="2145" y="31339"/>
                        <a:pt x="1927" y="30468"/>
                      </a:cubicBezTo>
                      <a:lnTo>
                        <a:pt x="1927" y="30359"/>
                      </a:lnTo>
                      <a:cubicBezTo>
                        <a:pt x="1654" y="29325"/>
                        <a:pt x="1491" y="28399"/>
                        <a:pt x="1382" y="27637"/>
                      </a:cubicBezTo>
                      <a:cubicBezTo>
                        <a:pt x="1219" y="26820"/>
                        <a:pt x="1055" y="26003"/>
                        <a:pt x="838" y="25241"/>
                      </a:cubicBezTo>
                      <a:cubicBezTo>
                        <a:pt x="565" y="23825"/>
                        <a:pt x="347" y="22463"/>
                        <a:pt x="238" y="21374"/>
                      </a:cubicBezTo>
                      <a:cubicBezTo>
                        <a:pt x="-88" y="19033"/>
                        <a:pt x="-88" y="17181"/>
                        <a:pt x="293" y="15493"/>
                      </a:cubicBezTo>
                      <a:cubicBezTo>
                        <a:pt x="674" y="13805"/>
                        <a:pt x="1709" y="12607"/>
                        <a:pt x="3397" y="11736"/>
                      </a:cubicBezTo>
                      <a:cubicBezTo>
                        <a:pt x="5139" y="10865"/>
                        <a:pt x="7100" y="10048"/>
                        <a:pt x="8733" y="8850"/>
                      </a:cubicBezTo>
                      <a:cubicBezTo>
                        <a:pt x="10367" y="7652"/>
                        <a:pt x="12110" y="6509"/>
                        <a:pt x="13906" y="5310"/>
                      </a:cubicBezTo>
                      <a:cubicBezTo>
                        <a:pt x="15813" y="4276"/>
                        <a:pt x="17773" y="3241"/>
                        <a:pt x="19788" y="2370"/>
                      </a:cubicBezTo>
                      <a:cubicBezTo>
                        <a:pt x="23926" y="736"/>
                        <a:pt x="28446" y="-407"/>
                        <a:pt x="32748" y="137"/>
                      </a:cubicBezTo>
                      <a:cubicBezTo>
                        <a:pt x="33564" y="246"/>
                        <a:pt x="34164" y="1009"/>
                        <a:pt x="34055" y="1771"/>
                      </a:cubicBezTo>
                      <a:cubicBezTo>
                        <a:pt x="34000" y="2043"/>
                        <a:pt x="33946" y="2261"/>
                        <a:pt x="33782" y="2479"/>
                      </a:cubicBezTo>
                      <a:lnTo>
                        <a:pt x="33673" y="2533"/>
                      </a:ln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1" name="Forme libre : forme 1490">
                  <a:extLst>
                    <a:ext uri="{FF2B5EF4-FFF2-40B4-BE49-F238E27FC236}">
                      <a16:creationId xmlns:a16="http://schemas.microsoft.com/office/drawing/2014/main" id="{0BA4D33A-0730-433B-B9AE-0DE57F93C052}"/>
                    </a:ext>
                  </a:extLst>
                </p:cNvPr>
                <p:cNvSpPr/>
                <p:nvPr/>
              </p:nvSpPr>
              <p:spPr>
                <a:xfrm>
                  <a:off x="8814122" y="5094016"/>
                  <a:ext cx="34012" cy="34374"/>
                </a:xfrm>
                <a:custGeom>
                  <a:avLst/>
                  <a:gdLst>
                    <a:gd name="connsiteX0" fmla="*/ 17882 w 34012"/>
                    <a:gd name="connsiteY0" fmla="*/ 28508 h 34374"/>
                    <a:gd name="connsiteX1" fmla="*/ 12763 w 34012"/>
                    <a:gd name="connsiteY1" fmla="*/ 29924 h 34374"/>
                    <a:gd name="connsiteX2" fmla="*/ 9550 w 34012"/>
                    <a:gd name="connsiteY2" fmla="*/ 29815 h 34374"/>
                    <a:gd name="connsiteX3" fmla="*/ 8515 w 34012"/>
                    <a:gd name="connsiteY3" fmla="*/ 29542 h 34374"/>
                    <a:gd name="connsiteX4" fmla="*/ 6011 w 34012"/>
                    <a:gd name="connsiteY4" fmla="*/ 28780 h 34374"/>
                    <a:gd name="connsiteX5" fmla="*/ 5630 w 34012"/>
                    <a:gd name="connsiteY5" fmla="*/ 26765 h 34374"/>
                    <a:gd name="connsiteX6" fmla="*/ 5085 w 34012"/>
                    <a:gd name="connsiteY6" fmla="*/ 24261 h 34374"/>
                    <a:gd name="connsiteX7" fmla="*/ 4922 w 34012"/>
                    <a:gd name="connsiteY7" fmla="*/ 23498 h 34374"/>
                    <a:gd name="connsiteX8" fmla="*/ 4486 w 34012"/>
                    <a:gd name="connsiteY8" fmla="*/ 20666 h 34374"/>
                    <a:gd name="connsiteX9" fmla="*/ 4486 w 34012"/>
                    <a:gd name="connsiteY9" fmla="*/ 16310 h 34374"/>
                    <a:gd name="connsiteX10" fmla="*/ 5248 w 34012"/>
                    <a:gd name="connsiteY10" fmla="*/ 15493 h 34374"/>
                    <a:gd name="connsiteX11" fmla="*/ 6174 w 34012"/>
                    <a:gd name="connsiteY11" fmla="*/ 15058 h 34374"/>
                    <a:gd name="connsiteX12" fmla="*/ 8515 w 34012"/>
                    <a:gd name="connsiteY12" fmla="*/ 13914 h 34374"/>
                    <a:gd name="connsiteX13" fmla="*/ 11184 w 34012"/>
                    <a:gd name="connsiteY13" fmla="*/ 12281 h 34374"/>
                    <a:gd name="connsiteX14" fmla="*/ 16085 w 34012"/>
                    <a:gd name="connsiteY14" fmla="*/ 8959 h 34374"/>
                    <a:gd name="connsiteX15" fmla="*/ 17500 w 34012"/>
                    <a:gd name="connsiteY15" fmla="*/ 8197 h 34374"/>
                    <a:gd name="connsiteX16" fmla="*/ 21366 w 34012"/>
                    <a:gd name="connsiteY16" fmla="*/ 6345 h 34374"/>
                    <a:gd name="connsiteX17" fmla="*/ 27139 w 34012"/>
                    <a:gd name="connsiteY17" fmla="*/ 4602 h 34374"/>
                    <a:gd name="connsiteX18" fmla="*/ 24580 w 34012"/>
                    <a:gd name="connsiteY18" fmla="*/ 10266 h 34374"/>
                    <a:gd name="connsiteX19" fmla="*/ 22837 w 34012"/>
                    <a:gd name="connsiteY19" fmla="*/ 15330 h 34374"/>
                    <a:gd name="connsiteX20" fmla="*/ 21149 w 34012"/>
                    <a:gd name="connsiteY20" fmla="*/ 20067 h 34374"/>
                    <a:gd name="connsiteX21" fmla="*/ 20114 w 34012"/>
                    <a:gd name="connsiteY21" fmla="*/ 24533 h 34374"/>
                    <a:gd name="connsiteX22" fmla="*/ 19788 w 34012"/>
                    <a:gd name="connsiteY22" fmla="*/ 26330 h 34374"/>
                    <a:gd name="connsiteX23" fmla="*/ 18317 w 34012"/>
                    <a:gd name="connsiteY23" fmla="*/ 28236 h 34374"/>
                    <a:gd name="connsiteX24" fmla="*/ 17882 w 34012"/>
                    <a:gd name="connsiteY24" fmla="*/ 28508 h 34374"/>
                    <a:gd name="connsiteX25" fmla="*/ 19951 w 34012"/>
                    <a:gd name="connsiteY25" fmla="*/ 32374 h 34374"/>
                    <a:gd name="connsiteX26" fmla="*/ 20441 w 34012"/>
                    <a:gd name="connsiteY26" fmla="*/ 32102 h 34374"/>
                    <a:gd name="connsiteX27" fmla="*/ 23981 w 34012"/>
                    <a:gd name="connsiteY27" fmla="*/ 27364 h 34374"/>
                    <a:gd name="connsiteX28" fmla="*/ 25233 w 34012"/>
                    <a:gd name="connsiteY28" fmla="*/ 21647 h 34374"/>
                    <a:gd name="connsiteX29" fmla="*/ 26921 w 34012"/>
                    <a:gd name="connsiteY29" fmla="*/ 16800 h 34374"/>
                    <a:gd name="connsiteX30" fmla="*/ 28609 w 34012"/>
                    <a:gd name="connsiteY30" fmla="*/ 12008 h 34374"/>
                    <a:gd name="connsiteX31" fmla="*/ 33673 w 34012"/>
                    <a:gd name="connsiteY31" fmla="*/ 2533 h 34374"/>
                    <a:gd name="connsiteX32" fmla="*/ 33728 w 34012"/>
                    <a:gd name="connsiteY32" fmla="*/ 2479 h 34374"/>
                    <a:gd name="connsiteX33" fmla="*/ 34000 w 34012"/>
                    <a:gd name="connsiteY33" fmla="*/ 1771 h 34374"/>
                    <a:gd name="connsiteX34" fmla="*/ 32693 w 34012"/>
                    <a:gd name="connsiteY34" fmla="*/ 137 h 34374"/>
                    <a:gd name="connsiteX35" fmla="*/ 19733 w 34012"/>
                    <a:gd name="connsiteY35" fmla="*/ 2370 h 34374"/>
                    <a:gd name="connsiteX36" fmla="*/ 15431 w 34012"/>
                    <a:gd name="connsiteY36" fmla="*/ 4439 h 34374"/>
                    <a:gd name="connsiteX37" fmla="*/ 13852 w 34012"/>
                    <a:gd name="connsiteY37" fmla="*/ 5310 h 34374"/>
                    <a:gd name="connsiteX38" fmla="*/ 8679 w 34012"/>
                    <a:gd name="connsiteY38" fmla="*/ 8850 h 34374"/>
                    <a:gd name="connsiteX39" fmla="*/ 6501 w 34012"/>
                    <a:gd name="connsiteY39" fmla="*/ 10211 h 34374"/>
                    <a:gd name="connsiteX40" fmla="*/ 3397 w 34012"/>
                    <a:gd name="connsiteY40" fmla="*/ 11736 h 34374"/>
                    <a:gd name="connsiteX41" fmla="*/ 3288 w 34012"/>
                    <a:gd name="connsiteY41" fmla="*/ 11790 h 34374"/>
                    <a:gd name="connsiteX42" fmla="*/ 293 w 34012"/>
                    <a:gd name="connsiteY42" fmla="*/ 15493 h 34374"/>
                    <a:gd name="connsiteX43" fmla="*/ 238 w 34012"/>
                    <a:gd name="connsiteY43" fmla="*/ 21374 h 34374"/>
                    <a:gd name="connsiteX44" fmla="*/ 838 w 34012"/>
                    <a:gd name="connsiteY44" fmla="*/ 25241 h 34374"/>
                    <a:gd name="connsiteX45" fmla="*/ 1382 w 34012"/>
                    <a:gd name="connsiteY45" fmla="*/ 27637 h 34374"/>
                    <a:gd name="connsiteX46" fmla="*/ 1927 w 34012"/>
                    <a:gd name="connsiteY46" fmla="*/ 30359 h 34374"/>
                    <a:gd name="connsiteX47" fmla="*/ 1927 w 34012"/>
                    <a:gd name="connsiteY47" fmla="*/ 30468 h 34374"/>
                    <a:gd name="connsiteX48" fmla="*/ 3506 w 34012"/>
                    <a:gd name="connsiteY48" fmla="*/ 32483 h 34374"/>
                    <a:gd name="connsiteX49" fmla="*/ 8788 w 34012"/>
                    <a:gd name="connsiteY49" fmla="*/ 34171 h 34374"/>
                    <a:gd name="connsiteX50" fmla="*/ 13307 w 34012"/>
                    <a:gd name="connsiteY50" fmla="*/ 34280 h 34374"/>
                    <a:gd name="connsiteX51" fmla="*/ 19951 w 34012"/>
                    <a:gd name="connsiteY51" fmla="*/ 32374 h 34374"/>
                    <a:gd name="connsiteX52" fmla="*/ 19951 w 34012"/>
                    <a:gd name="connsiteY52" fmla="*/ 32374 h 3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34012" h="34374">
                      <a:moveTo>
                        <a:pt x="17882" y="28508"/>
                      </a:moveTo>
                      <a:cubicBezTo>
                        <a:pt x="16357" y="29325"/>
                        <a:pt x="14723" y="29760"/>
                        <a:pt x="12763" y="29924"/>
                      </a:cubicBezTo>
                      <a:cubicBezTo>
                        <a:pt x="11946" y="30033"/>
                        <a:pt x="10857" y="29978"/>
                        <a:pt x="9550" y="29815"/>
                      </a:cubicBezTo>
                      <a:cubicBezTo>
                        <a:pt x="9169" y="29706"/>
                        <a:pt x="8842" y="29651"/>
                        <a:pt x="8515" y="29542"/>
                      </a:cubicBezTo>
                      <a:cubicBezTo>
                        <a:pt x="7536" y="29325"/>
                        <a:pt x="6828" y="29161"/>
                        <a:pt x="6011" y="28780"/>
                      </a:cubicBezTo>
                      <a:cubicBezTo>
                        <a:pt x="5847" y="28127"/>
                        <a:pt x="5738" y="27473"/>
                        <a:pt x="5630" y="26765"/>
                      </a:cubicBezTo>
                      <a:cubicBezTo>
                        <a:pt x="5466" y="25894"/>
                        <a:pt x="5303" y="25077"/>
                        <a:pt x="5085" y="24261"/>
                      </a:cubicBezTo>
                      <a:lnTo>
                        <a:pt x="4922" y="23498"/>
                      </a:lnTo>
                      <a:cubicBezTo>
                        <a:pt x="4758" y="22572"/>
                        <a:pt x="4595" y="21647"/>
                        <a:pt x="4486" y="20666"/>
                      </a:cubicBezTo>
                      <a:cubicBezTo>
                        <a:pt x="4214" y="18869"/>
                        <a:pt x="4214" y="17562"/>
                        <a:pt x="4486" y="16310"/>
                      </a:cubicBezTo>
                      <a:cubicBezTo>
                        <a:pt x="4540" y="16092"/>
                        <a:pt x="4595" y="15874"/>
                        <a:pt x="5248" y="15493"/>
                      </a:cubicBezTo>
                      <a:lnTo>
                        <a:pt x="6174" y="15058"/>
                      </a:lnTo>
                      <a:cubicBezTo>
                        <a:pt x="6937" y="14677"/>
                        <a:pt x="7753" y="14295"/>
                        <a:pt x="8515" y="13914"/>
                      </a:cubicBezTo>
                      <a:cubicBezTo>
                        <a:pt x="9550" y="13370"/>
                        <a:pt x="10476" y="12825"/>
                        <a:pt x="11184" y="12281"/>
                      </a:cubicBezTo>
                      <a:cubicBezTo>
                        <a:pt x="13090" y="10919"/>
                        <a:pt x="14614" y="9885"/>
                        <a:pt x="16085" y="8959"/>
                      </a:cubicBezTo>
                      <a:cubicBezTo>
                        <a:pt x="16575" y="8686"/>
                        <a:pt x="17011" y="8469"/>
                        <a:pt x="17500" y="8197"/>
                      </a:cubicBezTo>
                      <a:cubicBezTo>
                        <a:pt x="18916" y="7434"/>
                        <a:pt x="20223" y="6835"/>
                        <a:pt x="21366" y="6345"/>
                      </a:cubicBezTo>
                      <a:cubicBezTo>
                        <a:pt x="23436" y="5528"/>
                        <a:pt x="25342" y="4929"/>
                        <a:pt x="27139" y="4602"/>
                      </a:cubicBezTo>
                      <a:cubicBezTo>
                        <a:pt x="26158" y="6400"/>
                        <a:pt x="25288" y="8251"/>
                        <a:pt x="24580" y="10266"/>
                      </a:cubicBezTo>
                      <a:cubicBezTo>
                        <a:pt x="23981" y="11790"/>
                        <a:pt x="23381" y="13424"/>
                        <a:pt x="22837" y="15330"/>
                      </a:cubicBezTo>
                      <a:cubicBezTo>
                        <a:pt x="22238" y="16909"/>
                        <a:pt x="21694" y="18543"/>
                        <a:pt x="21149" y="20067"/>
                      </a:cubicBezTo>
                      <a:cubicBezTo>
                        <a:pt x="20605" y="21538"/>
                        <a:pt x="20332" y="23062"/>
                        <a:pt x="20114" y="24533"/>
                      </a:cubicBezTo>
                      <a:cubicBezTo>
                        <a:pt x="20005" y="25132"/>
                        <a:pt x="19897" y="25731"/>
                        <a:pt x="19788" y="26330"/>
                      </a:cubicBezTo>
                      <a:cubicBezTo>
                        <a:pt x="19570" y="27201"/>
                        <a:pt x="19134" y="27800"/>
                        <a:pt x="18317" y="28236"/>
                      </a:cubicBezTo>
                      <a:lnTo>
                        <a:pt x="17882" y="28508"/>
                      </a:lnTo>
                      <a:moveTo>
                        <a:pt x="19951" y="32374"/>
                      </a:moveTo>
                      <a:cubicBezTo>
                        <a:pt x="20114" y="32265"/>
                        <a:pt x="20278" y="32211"/>
                        <a:pt x="20441" y="32102"/>
                      </a:cubicBezTo>
                      <a:cubicBezTo>
                        <a:pt x="22347" y="31013"/>
                        <a:pt x="23545" y="29379"/>
                        <a:pt x="23981" y="27364"/>
                      </a:cubicBezTo>
                      <a:cubicBezTo>
                        <a:pt x="24416" y="25349"/>
                        <a:pt x="24634" y="23280"/>
                        <a:pt x="25233" y="21647"/>
                      </a:cubicBezTo>
                      <a:cubicBezTo>
                        <a:pt x="25778" y="19958"/>
                        <a:pt x="26322" y="18379"/>
                        <a:pt x="26921" y="16800"/>
                      </a:cubicBezTo>
                      <a:cubicBezTo>
                        <a:pt x="27411" y="15166"/>
                        <a:pt x="27956" y="13533"/>
                        <a:pt x="28609" y="12008"/>
                      </a:cubicBezTo>
                      <a:cubicBezTo>
                        <a:pt x="29807" y="8795"/>
                        <a:pt x="31277" y="5746"/>
                        <a:pt x="33673" y="2533"/>
                      </a:cubicBezTo>
                      <a:lnTo>
                        <a:pt x="33728" y="2479"/>
                      </a:lnTo>
                      <a:cubicBezTo>
                        <a:pt x="33891" y="2261"/>
                        <a:pt x="34000" y="2043"/>
                        <a:pt x="34000" y="1771"/>
                      </a:cubicBezTo>
                      <a:cubicBezTo>
                        <a:pt x="34109" y="954"/>
                        <a:pt x="33510" y="192"/>
                        <a:pt x="32693" y="137"/>
                      </a:cubicBezTo>
                      <a:cubicBezTo>
                        <a:pt x="28337" y="-407"/>
                        <a:pt x="23872" y="736"/>
                        <a:pt x="19733" y="2370"/>
                      </a:cubicBezTo>
                      <a:cubicBezTo>
                        <a:pt x="18263" y="3023"/>
                        <a:pt x="16847" y="3731"/>
                        <a:pt x="15431" y="4439"/>
                      </a:cubicBezTo>
                      <a:cubicBezTo>
                        <a:pt x="14887" y="4711"/>
                        <a:pt x="14342" y="5038"/>
                        <a:pt x="13852" y="5310"/>
                      </a:cubicBezTo>
                      <a:cubicBezTo>
                        <a:pt x="12055" y="6454"/>
                        <a:pt x="10367" y="7652"/>
                        <a:pt x="8679" y="8850"/>
                      </a:cubicBezTo>
                      <a:cubicBezTo>
                        <a:pt x="7971" y="9340"/>
                        <a:pt x="7263" y="9776"/>
                        <a:pt x="6501" y="10211"/>
                      </a:cubicBezTo>
                      <a:cubicBezTo>
                        <a:pt x="5466" y="10756"/>
                        <a:pt x="4377" y="11246"/>
                        <a:pt x="3397" y="11736"/>
                      </a:cubicBezTo>
                      <a:cubicBezTo>
                        <a:pt x="3343" y="11736"/>
                        <a:pt x="3288" y="11790"/>
                        <a:pt x="3288" y="11790"/>
                      </a:cubicBezTo>
                      <a:cubicBezTo>
                        <a:pt x="1654" y="12662"/>
                        <a:pt x="620" y="13860"/>
                        <a:pt x="293" y="15493"/>
                      </a:cubicBezTo>
                      <a:cubicBezTo>
                        <a:pt x="-88" y="17181"/>
                        <a:pt x="-88" y="19033"/>
                        <a:pt x="238" y="21374"/>
                      </a:cubicBezTo>
                      <a:cubicBezTo>
                        <a:pt x="347" y="22518"/>
                        <a:pt x="620" y="23825"/>
                        <a:pt x="838" y="25241"/>
                      </a:cubicBezTo>
                      <a:cubicBezTo>
                        <a:pt x="1055" y="26003"/>
                        <a:pt x="1219" y="26820"/>
                        <a:pt x="1382" y="27637"/>
                      </a:cubicBezTo>
                      <a:cubicBezTo>
                        <a:pt x="1491" y="28399"/>
                        <a:pt x="1709" y="29325"/>
                        <a:pt x="1927" y="30359"/>
                      </a:cubicBezTo>
                      <a:lnTo>
                        <a:pt x="1927" y="30468"/>
                      </a:lnTo>
                      <a:cubicBezTo>
                        <a:pt x="2145" y="31285"/>
                        <a:pt x="2689" y="32047"/>
                        <a:pt x="3506" y="32483"/>
                      </a:cubicBezTo>
                      <a:cubicBezTo>
                        <a:pt x="5466" y="33517"/>
                        <a:pt x="6937" y="33681"/>
                        <a:pt x="8788" y="34171"/>
                      </a:cubicBezTo>
                      <a:cubicBezTo>
                        <a:pt x="10367" y="34389"/>
                        <a:pt x="11946" y="34443"/>
                        <a:pt x="13307" y="34280"/>
                      </a:cubicBezTo>
                      <a:cubicBezTo>
                        <a:pt x="15921" y="34062"/>
                        <a:pt x="18099" y="33354"/>
                        <a:pt x="19951" y="32374"/>
                      </a:cubicBezTo>
                      <a:lnTo>
                        <a:pt x="19951" y="32374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2" name="Forme libre : forme 1491">
                  <a:extLst>
                    <a:ext uri="{FF2B5EF4-FFF2-40B4-BE49-F238E27FC236}">
                      <a16:creationId xmlns:a16="http://schemas.microsoft.com/office/drawing/2014/main" id="{FD33D6E4-9FAD-4C16-AD37-9728426432B0}"/>
                    </a:ext>
                  </a:extLst>
                </p:cNvPr>
                <p:cNvSpPr/>
                <p:nvPr/>
              </p:nvSpPr>
              <p:spPr>
                <a:xfrm>
                  <a:off x="8814122" y="5094016"/>
                  <a:ext cx="34067" cy="34360"/>
                </a:xfrm>
                <a:custGeom>
                  <a:avLst/>
                  <a:gdLst>
                    <a:gd name="connsiteX0" fmla="*/ 33673 w 34067"/>
                    <a:gd name="connsiteY0" fmla="*/ 2533 h 34360"/>
                    <a:gd name="connsiteX1" fmla="*/ 28609 w 34067"/>
                    <a:gd name="connsiteY1" fmla="*/ 12008 h 34360"/>
                    <a:gd name="connsiteX2" fmla="*/ 26921 w 34067"/>
                    <a:gd name="connsiteY2" fmla="*/ 16800 h 34360"/>
                    <a:gd name="connsiteX3" fmla="*/ 25233 w 34067"/>
                    <a:gd name="connsiteY3" fmla="*/ 21647 h 34360"/>
                    <a:gd name="connsiteX4" fmla="*/ 23981 w 34067"/>
                    <a:gd name="connsiteY4" fmla="*/ 27364 h 34360"/>
                    <a:gd name="connsiteX5" fmla="*/ 20441 w 34067"/>
                    <a:gd name="connsiteY5" fmla="*/ 32102 h 34360"/>
                    <a:gd name="connsiteX6" fmla="*/ 13307 w 34067"/>
                    <a:gd name="connsiteY6" fmla="*/ 34280 h 34360"/>
                    <a:gd name="connsiteX7" fmla="*/ 8788 w 34067"/>
                    <a:gd name="connsiteY7" fmla="*/ 34171 h 34360"/>
                    <a:gd name="connsiteX8" fmla="*/ 3506 w 34067"/>
                    <a:gd name="connsiteY8" fmla="*/ 32483 h 34360"/>
                    <a:gd name="connsiteX9" fmla="*/ 1927 w 34067"/>
                    <a:gd name="connsiteY9" fmla="*/ 30468 h 34360"/>
                    <a:gd name="connsiteX10" fmla="*/ 1927 w 34067"/>
                    <a:gd name="connsiteY10" fmla="*/ 30359 h 34360"/>
                    <a:gd name="connsiteX11" fmla="*/ 1382 w 34067"/>
                    <a:gd name="connsiteY11" fmla="*/ 27637 h 34360"/>
                    <a:gd name="connsiteX12" fmla="*/ 838 w 34067"/>
                    <a:gd name="connsiteY12" fmla="*/ 25241 h 34360"/>
                    <a:gd name="connsiteX13" fmla="*/ 238 w 34067"/>
                    <a:gd name="connsiteY13" fmla="*/ 21374 h 34360"/>
                    <a:gd name="connsiteX14" fmla="*/ 293 w 34067"/>
                    <a:gd name="connsiteY14" fmla="*/ 15493 h 34360"/>
                    <a:gd name="connsiteX15" fmla="*/ 3397 w 34067"/>
                    <a:gd name="connsiteY15" fmla="*/ 11736 h 34360"/>
                    <a:gd name="connsiteX16" fmla="*/ 8733 w 34067"/>
                    <a:gd name="connsiteY16" fmla="*/ 8850 h 34360"/>
                    <a:gd name="connsiteX17" fmla="*/ 13906 w 34067"/>
                    <a:gd name="connsiteY17" fmla="*/ 5310 h 34360"/>
                    <a:gd name="connsiteX18" fmla="*/ 19788 w 34067"/>
                    <a:gd name="connsiteY18" fmla="*/ 2370 h 34360"/>
                    <a:gd name="connsiteX19" fmla="*/ 32748 w 34067"/>
                    <a:gd name="connsiteY19" fmla="*/ 137 h 34360"/>
                    <a:gd name="connsiteX20" fmla="*/ 34055 w 34067"/>
                    <a:gd name="connsiteY20" fmla="*/ 1771 h 34360"/>
                    <a:gd name="connsiteX21" fmla="*/ 33782 w 34067"/>
                    <a:gd name="connsiteY21" fmla="*/ 2479 h 34360"/>
                    <a:gd name="connsiteX22" fmla="*/ 33673 w 34067"/>
                    <a:gd name="connsiteY22" fmla="*/ 2533 h 34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4067" h="34360">
                      <a:moveTo>
                        <a:pt x="33673" y="2533"/>
                      </a:moveTo>
                      <a:cubicBezTo>
                        <a:pt x="31277" y="5692"/>
                        <a:pt x="29753" y="8741"/>
                        <a:pt x="28609" y="12008"/>
                      </a:cubicBezTo>
                      <a:cubicBezTo>
                        <a:pt x="27956" y="13587"/>
                        <a:pt x="27411" y="15166"/>
                        <a:pt x="26921" y="16800"/>
                      </a:cubicBezTo>
                      <a:cubicBezTo>
                        <a:pt x="26322" y="18379"/>
                        <a:pt x="25778" y="19958"/>
                        <a:pt x="25233" y="21647"/>
                      </a:cubicBezTo>
                      <a:cubicBezTo>
                        <a:pt x="24634" y="23335"/>
                        <a:pt x="24416" y="25349"/>
                        <a:pt x="23981" y="27364"/>
                      </a:cubicBezTo>
                      <a:cubicBezTo>
                        <a:pt x="23545" y="29379"/>
                        <a:pt x="22347" y="30958"/>
                        <a:pt x="20441" y="32102"/>
                      </a:cubicBezTo>
                      <a:cubicBezTo>
                        <a:pt x="18535" y="33191"/>
                        <a:pt x="16194" y="34062"/>
                        <a:pt x="13307" y="34280"/>
                      </a:cubicBezTo>
                      <a:cubicBezTo>
                        <a:pt x="11946" y="34443"/>
                        <a:pt x="10367" y="34334"/>
                        <a:pt x="8788" y="34171"/>
                      </a:cubicBezTo>
                      <a:cubicBezTo>
                        <a:pt x="6991" y="33681"/>
                        <a:pt x="5521" y="33517"/>
                        <a:pt x="3506" y="32483"/>
                      </a:cubicBezTo>
                      <a:cubicBezTo>
                        <a:pt x="2689" y="32047"/>
                        <a:pt x="2145" y="31339"/>
                        <a:pt x="1927" y="30468"/>
                      </a:cubicBezTo>
                      <a:lnTo>
                        <a:pt x="1927" y="30359"/>
                      </a:lnTo>
                      <a:cubicBezTo>
                        <a:pt x="1654" y="29325"/>
                        <a:pt x="1491" y="28399"/>
                        <a:pt x="1382" y="27637"/>
                      </a:cubicBezTo>
                      <a:cubicBezTo>
                        <a:pt x="1219" y="26820"/>
                        <a:pt x="1055" y="26003"/>
                        <a:pt x="838" y="25241"/>
                      </a:cubicBezTo>
                      <a:cubicBezTo>
                        <a:pt x="565" y="23825"/>
                        <a:pt x="347" y="22463"/>
                        <a:pt x="238" y="21374"/>
                      </a:cubicBezTo>
                      <a:cubicBezTo>
                        <a:pt x="-88" y="19033"/>
                        <a:pt x="-88" y="17181"/>
                        <a:pt x="293" y="15493"/>
                      </a:cubicBezTo>
                      <a:cubicBezTo>
                        <a:pt x="674" y="13805"/>
                        <a:pt x="1709" y="12607"/>
                        <a:pt x="3397" y="11736"/>
                      </a:cubicBezTo>
                      <a:cubicBezTo>
                        <a:pt x="5139" y="10865"/>
                        <a:pt x="7100" y="10048"/>
                        <a:pt x="8733" y="8850"/>
                      </a:cubicBezTo>
                      <a:cubicBezTo>
                        <a:pt x="10367" y="7652"/>
                        <a:pt x="12110" y="6509"/>
                        <a:pt x="13906" y="5310"/>
                      </a:cubicBezTo>
                      <a:cubicBezTo>
                        <a:pt x="15813" y="4276"/>
                        <a:pt x="17773" y="3241"/>
                        <a:pt x="19788" y="2370"/>
                      </a:cubicBezTo>
                      <a:cubicBezTo>
                        <a:pt x="23926" y="736"/>
                        <a:pt x="28446" y="-407"/>
                        <a:pt x="32748" y="137"/>
                      </a:cubicBezTo>
                      <a:cubicBezTo>
                        <a:pt x="33564" y="246"/>
                        <a:pt x="34164" y="1009"/>
                        <a:pt x="34055" y="1771"/>
                      </a:cubicBezTo>
                      <a:cubicBezTo>
                        <a:pt x="34000" y="2043"/>
                        <a:pt x="33946" y="2261"/>
                        <a:pt x="33782" y="2479"/>
                      </a:cubicBezTo>
                      <a:lnTo>
                        <a:pt x="33673" y="2533"/>
                      </a:ln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493" name="Graphique 3">
                <a:extLst>
                  <a:ext uri="{FF2B5EF4-FFF2-40B4-BE49-F238E27FC236}">
                    <a16:creationId xmlns:a16="http://schemas.microsoft.com/office/drawing/2014/main" id="{49F33AAF-9D64-4980-95A6-26CA68342C7F}"/>
                  </a:ext>
                </a:extLst>
              </p:cNvPr>
              <p:cNvGrpSpPr/>
              <p:nvPr/>
            </p:nvGrpSpPr>
            <p:grpSpPr>
              <a:xfrm>
                <a:off x="8839134" y="5092500"/>
                <a:ext cx="27308" cy="43068"/>
                <a:chOff x="8839134" y="5092500"/>
                <a:chExt cx="27308" cy="43068"/>
              </a:xfrm>
              <a:solidFill>
                <a:schemeClr val="accent1"/>
              </a:solidFill>
            </p:grpSpPr>
            <p:sp>
              <p:nvSpPr>
                <p:cNvPr id="1494" name="Forme libre : forme 1493">
                  <a:extLst>
                    <a:ext uri="{FF2B5EF4-FFF2-40B4-BE49-F238E27FC236}">
                      <a16:creationId xmlns:a16="http://schemas.microsoft.com/office/drawing/2014/main" id="{0D488EF3-0D9C-48F1-AB14-30BE5BC522F4}"/>
                    </a:ext>
                  </a:extLst>
                </p:cNvPr>
                <p:cNvSpPr/>
                <p:nvPr/>
              </p:nvSpPr>
              <p:spPr>
                <a:xfrm>
                  <a:off x="8839243" y="5092500"/>
                  <a:ext cx="27199" cy="42983"/>
                </a:xfrm>
                <a:custGeom>
                  <a:avLst/>
                  <a:gdLst>
                    <a:gd name="connsiteX0" fmla="*/ 16611 w 27199"/>
                    <a:gd name="connsiteY0" fmla="*/ 1219 h 42983"/>
                    <a:gd name="connsiteX1" fmla="*/ 19988 w 27199"/>
                    <a:gd name="connsiteY1" fmla="*/ 11619 h 42983"/>
                    <a:gd name="connsiteX2" fmla="*/ 21948 w 27199"/>
                    <a:gd name="connsiteY2" fmla="*/ 16466 h 42983"/>
                    <a:gd name="connsiteX3" fmla="*/ 23799 w 27199"/>
                    <a:gd name="connsiteY3" fmla="*/ 21367 h 42983"/>
                    <a:gd name="connsiteX4" fmla="*/ 26468 w 27199"/>
                    <a:gd name="connsiteY4" fmla="*/ 26485 h 42983"/>
                    <a:gd name="connsiteX5" fmla="*/ 26577 w 27199"/>
                    <a:gd name="connsiteY5" fmla="*/ 32911 h 42983"/>
                    <a:gd name="connsiteX6" fmla="*/ 21512 w 27199"/>
                    <a:gd name="connsiteY6" fmla="*/ 39881 h 42983"/>
                    <a:gd name="connsiteX7" fmla="*/ 17102 w 27199"/>
                    <a:gd name="connsiteY7" fmla="*/ 42386 h 42983"/>
                    <a:gd name="connsiteX8" fmla="*/ 11384 w 27199"/>
                    <a:gd name="connsiteY8" fmla="*/ 42767 h 42983"/>
                    <a:gd name="connsiteX9" fmla="*/ 9533 w 27199"/>
                    <a:gd name="connsiteY9" fmla="*/ 41460 h 42983"/>
                    <a:gd name="connsiteX10" fmla="*/ 9369 w 27199"/>
                    <a:gd name="connsiteY10" fmla="*/ 41188 h 42983"/>
                    <a:gd name="connsiteX11" fmla="*/ 6428 w 27199"/>
                    <a:gd name="connsiteY11" fmla="*/ 37158 h 42983"/>
                    <a:gd name="connsiteX12" fmla="*/ 3869 w 27199"/>
                    <a:gd name="connsiteY12" fmla="*/ 34762 h 42983"/>
                    <a:gd name="connsiteX13" fmla="*/ 493 w 27199"/>
                    <a:gd name="connsiteY13" fmla="*/ 31386 h 42983"/>
                    <a:gd name="connsiteX14" fmla="*/ 657 w 27199"/>
                    <a:gd name="connsiteY14" fmla="*/ 27302 h 42983"/>
                    <a:gd name="connsiteX15" fmla="*/ 2944 w 27199"/>
                    <a:gd name="connsiteY15" fmla="*/ 21911 h 42983"/>
                    <a:gd name="connsiteX16" fmla="*/ 4632 w 27199"/>
                    <a:gd name="connsiteY16" fmla="*/ 16302 h 42983"/>
                    <a:gd name="connsiteX17" fmla="*/ 7028 w 27199"/>
                    <a:gd name="connsiteY17" fmla="*/ 10639 h 42983"/>
                    <a:gd name="connsiteX18" fmla="*/ 14161 w 27199"/>
                    <a:gd name="connsiteY18" fmla="*/ 402 h 42983"/>
                    <a:gd name="connsiteX19" fmla="*/ 16285 w 27199"/>
                    <a:gd name="connsiteY19" fmla="*/ 456 h 42983"/>
                    <a:gd name="connsiteX20" fmla="*/ 16666 w 27199"/>
                    <a:gd name="connsiteY20" fmla="*/ 1110 h 42983"/>
                    <a:gd name="connsiteX21" fmla="*/ 16611 w 27199"/>
                    <a:gd name="connsiteY21" fmla="*/ 1219 h 42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7199" h="42983">
                      <a:moveTo>
                        <a:pt x="16611" y="1219"/>
                      </a:moveTo>
                      <a:cubicBezTo>
                        <a:pt x="17592" y="5085"/>
                        <a:pt x="18627" y="8352"/>
                        <a:pt x="19988" y="11619"/>
                      </a:cubicBezTo>
                      <a:cubicBezTo>
                        <a:pt x="20587" y="13253"/>
                        <a:pt x="21240" y="14832"/>
                        <a:pt x="21948" y="16466"/>
                      </a:cubicBezTo>
                      <a:lnTo>
                        <a:pt x="23799" y="21367"/>
                      </a:lnTo>
                      <a:cubicBezTo>
                        <a:pt x="24398" y="23055"/>
                        <a:pt x="25542" y="24743"/>
                        <a:pt x="26468" y="26485"/>
                      </a:cubicBezTo>
                      <a:cubicBezTo>
                        <a:pt x="27339" y="28391"/>
                        <a:pt x="27502" y="30569"/>
                        <a:pt x="26577" y="32911"/>
                      </a:cubicBezTo>
                      <a:cubicBezTo>
                        <a:pt x="25651" y="35252"/>
                        <a:pt x="24126" y="37811"/>
                        <a:pt x="21512" y="39881"/>
                      </a:cubicBezTo>
                      <a:cubicBezTo>
                        <a:pt x="20314" y="40915"/>
                        <a:pt x="18735" y="41787"/>
                        <a:pt x="17102" y="42386"/>
                      </a:cubicBezTo>
                      <a:cubicBezTo>
                        <a:pt x="15141" y="42821"/>
                        <a:pt x="13562" y="43257"/>
                        <a:pt x="11384" y="42767"/>
                      </a:cubicBezTo>
                      <a:cubicBezTo>
                        <a:pt x="10567" y="42603"/>
                        <a:pt x="9913" y="42114"/>
                        <a:pt x="9533" y="41460"/>
                      </a:cubicBezTo>
                      <a:lnTo>
                        <a:pt x="9369" y="41188"/>
                      </a:lnTo>
                      <a:cubicBezTo>
                        <a:pt x="8226" y="39336"/>
                        <a:pt x="7627" y="38302"/>
                        <a:pt x="6428" y="37158"/>
                      </a:cubicBezTo>
                      <a:cubicBezTo>
                        <a:pt x="5557" y="36178"/>
                        <a:pt x="4632" y="35415"/>
                        <a:pt x="3869" y="34762"/>
                      </a:cubicBezTo>
                      <a:cubicBezTo>
                        <a:pt x="2290" y="33455"/>
                        <a:pt x="1201" y="32530"/>
                        <a:pt x="493" y="31386"/>
                      </a:cubicBezTo>
                      <a:cubicBezTo>
                        <a:pt x="-215" y="30242"/>
                        <a:pt x="-160" y="28935"/>
                        <a:pt x="657" y="27302"/>
                      </a:cubicBezTo>
                      <a:cubicBezTo>
                        <a:pt x="1473" y="25559"/>
                        <a:pt x="2453" y="23763"/>
                        <a:pt x="2944" y="21911"/>
                      </a:cubicBezTo>
                      <a:lnTo>
                        <a:pt x="4632" y="16302"/>
                      </a:lnTo>
                      <a:cubicBezTo>
                        <a:pt x="5339" y="14396"/>
                        <a:pt x="6156" y="12491"/>
                        <a:pt x="7028" y="10639"/>
                      </a:cubicBezTo>
                      <a:cubicBezTo>
                        <a:pt x="8879" y="6936"/>
                        <a:pt x="11112" y="3233"/>
                        <a:pt x="14161" y="402"/>
                      </a:cubicBezTo>
                      <a:cubicBezTo>
                        <a:pt x="14760" y="-143"/>
                        <a:pt x="15740" y="-143"/>
                        <a:pt x="16285" y="456"/>
                      </a:cubicBezTo>
                      <a:cubicBezTo>
                        <a:pt x="16448" y="620"/>
                        <a:pt x="16557" y="892"/>
                        <a:pt x="16666" y="1110"/>
                      </a:cubicBezTo>
                      <a:lnTo>
                        <a:pt x="16611" y="1219"/>
                      </a:lnTo>
                      <a:close/>
                    </a:path>
                  </a:pathLst>
                </a:custGeom>
                <a:solidFill>
                  <a:srgbClr val="ED7EC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5" name="Forme libre : forme 1494">
                  <a:extLst>
                    <a:ext uri="{FF2B5EF4-FFF2-40B4-BE49-F238E27FC236}">
                      <a16:creationId xmlns:a16="http://schemas.microsoft.com/office/drawing/2014/main" id="{45E37EEE-2B0B-404D-AA52-50D7B6BF8D76}"/>
                    </a:ext>
                  </a:extLst>
                </p:cNvPr>
                <p:cNvSpPr/>
                <p:nvPr/>
              </p:nvSpPr>
              <p:spPr>
                <a:xfrm>
                  <a:off x="8839134" y="5092647"/>
                  <a:ext cx="27273" cy="42921"/>
                </a:xfrm>
                <a:custGeom>
                  <a:avLst/>
                  <a:gdLst>
                    <a:gd name="connsiteX0" fmla="*/ 17156 w 27273"/>
                    <a:gd name="connsiteY0" fmla="*/ 37610 h 42921"/>
                    <a:gd name="connsiteX1" fmla="*/ 15958 w 27273"/>
                    <a:gd name="connsiteY1" fmla="*/ 38155 h 42921"/>
                    <a:gd name="connsiteX2" fmla="*/ 15849 w 27273"/>
                    <a:gd name="connsiteY2" fmla="*/ 38155 h 42921"/>
                    <a:gd name="connsiteX3" fmla="*/ 12963 w 27273"/>
                    <a:gd name="connsiteY3" fmla="*/ 38536 h 42921"/>
                    <a:gd name="connsiteX4" fmla="*/ 9642 w 27273"/>
                    <a:gd name="connsiteY4" fmla="*/ 34016 h 42921"/>
                    <a:gd name="connsiteX5" fmla="*/ 7245 w 27273"/>
                    <a:gd name="connsiteY5" fmla="*/ 31729 h 42921"/>
                    <a:gd name="connsiteX6" fmla="*/ 6701 w 27273"/>
                    <a:gd name="connsiteY6" fmla="*/ 31239 h 42921"/>
                    <a:gd name="connsiteX7" fmla="*/ 4523 w 27273"/>
                    <a:gd name="connsiteY7" fmla="*/ 29279 h 42921"/>
                    <a:gd name="connsiteX8" fmla="*/ 4632 w 27273"/>
                    <a:gd name="connsiteY8" fmla="*/ 29007 h 42921"/>
                    <a:gd name="connsiteX9" fmla="*/ 5122 w 27273"/>
                    <a:gd name="connsiteY9" fmla="*/ 27972 h 42921"/>
                    <a:gd name="connsiteX10" fmla="*/ 7137 w 27273"/>
                    <a:gd name="connsiteY10" fmla="*/ 23016 h 42921"/>
                    <a:gd name="connsiteX11" fmla="*/ 8770 w 27273"/>
                    <a:gd name="connsiteY11" fmla="*/ 17571 h 42921"/>
                    <a:gd name="connsiteX12" fmla="*/ 10894 w 27273"/>
                    <a:gd name="connsiteY12" fmla="*/ 12398 h 42921"/>
                    <a:gd name="connsiteX13" fmla="*/ 13889 w 27273"/>
                    <a:gd name="connsiteY13" fmla="*/ 7225 h 42921"/>
                    <a:gd name="connsiteX14" fmla="*/ 15958 w 27273"/>
                    <a:gd name="connsiteY14" fmla="*/ 12943 h 42921"/>
                    <a:gd name="connsiteX15" fmla="*/ 17973 w 27273"/>
                    <a:gd name="connsiteY15" fmla="*/ 17898 h 42921"/>
                    <a:gd name="connsiteX16" fmla="*/ 19715 w 27273"/>
                    <a:gd name="connsiteY16" fmla="*/ 22635 h 42921"/>
                    <a:gd name="connsiteX17" fmla="*/ 21785 w 27273"/>
                    <a:gd name="connsiteY17" fmla="*/ 26828 h 42921"/>
                    <a:gd name="connsiteX18" fmla="*/ 22547 w 27273"/>
                    <a:gd name="connsiteY18" fmla="*/ 28190 h 42921"/>
                    <a:gd name="connsiteX19" fmla="*/ 22493 w 27273"/>
                    <a:gd name="connsiteY19" fmla="*/ 31185 h 42921"/>
                    <a:gd name="connsiteX20" fmla="*/ 18627 w 27273"/>
                    <a:gd name="connsiteY20" fmla="*/ 36467 h 42921"/>
                    <a:gd name="connsiteX21" fmla="*/ 17156 w 27273"/>
                    <a:gd name="connsiteY21" fmla="*/ 37610 h 42921"/>
                    <a:gd name="connsiteX22" fmla="*/ 19171 w 27273"/>
                    <a:gd name="connsiteY22" fmla="*/ 41476 h 42921"/>
                    <a:gd name="connsiteX23" fmla="*/ 21567 w 27273"/>
                    <a:gd name="connsiteY23" fmla="*/ 39843 h 42921"/>
                    <a:gd name="connsiteX24" fmla="*/ 26631 w 27273"/>
                    <a:gd name="connsiteY24" fmla="*/ 32873 h 42921"/>
                    <a:gd name="connsiteX25" fmla="*/ 26522 w 27273"/>
                    <a:gd name="connsiteY25" fmla="*/ 26447 h 42921"/>
                    <a:gd name="connsiteX26" fmla="*/ 23854 w 27273"/>
                    <a:gd name="connsiteY26" fmla="*/ 21328 h 42921"/>
                    <a:gd name="connsiteX27" fmla="*/ 22003 w 27273"/>
                    <a:gd name="connsiteY27" fmla="*/ 16428 h 42921"/>
                    <a:gd name="connsiteX28" fmla="*/ 20042 w 27273"/>
                    <a:gd name="connsiteY28" fmla="*/ 11581 h 42921"/>
                    <a:gd name="connsiteX29" fmla="*/ 16666 w 27273"/>
                    <a:gd name="connsiteY29" fmla="*/ 1180 h 42921"/>
                    <a:gd name="connsiteX30" fmla="*/ 16666 w 27273"/>
                    <a:gd name="connsiteY30" fmla="*/ 1126 h 42921"/>
                    <a:gd name="connsiteX31" fmla="*/ 16285 w 27273"/>
                    <a:gd name="connsiteY31" fmla="*/ 473 h 42921"/>
                    <a:gd name="connsiteX32" fmla="*/ 14488 w 27273"/>
                    <a:gd name="connsiteY32" fmla="*/ 146 h 42921"/>
                    <a:gd name="connsiteX33" fmla="*/ 14161 w 27273"/>
                    <a:gd name="connsiteY33" fmla="*/ 364 h 42921"/>
                    <a:gd name="connsiteX34" fmla="*/ 7028 w 27273"/>
                    <a:gd name="connsiteY34" fmla="*/ 10601 h 42921"/>
                    <a:gd name="connsiteX35" fmla="*/ 4632 w 27273"/>
                    <a:gd name="connsiteY35" fmla="*/ 16264 h 42921"/>
                    <a:gd name="connsiteX36" fmla="*/ 2944 w 27273"/>
                    <a:gd name="connsiteY36" fmla="*/ 21873 h 42921"/>
                    <a:gd name="connsiteX37" fmla="*/ 657 w 27273"/>
                    <a:gd name="connsiteY37" fmla="*/ 27264 h 42921"/>
                    <a:gd name="connsiteX38" fmla="*/ 493 w 27273"/>
                    <a:gd name="connsiteY38" fmla="*/ 31348 h 42921"/>
                    <a:gd name="connsiteX39" fmla="*/ 3869 w 27273"/>
                    <a:gd name="connsiteY39" fmla="*/ 34724 h 42921"/>
                    <a:gd name="connsiteX40" fmla="*/ 6429 w 27273"/>
                    <a:gd name="connsiteY40" fmla="*/ 37120 h 42921"/>
                    <a:gd name="connsiteX41" fmla="*/ 9369 w 27273"/>
                    <a:gd name="connsiteY41" fmla="*/ 41150 h 42921"/>
                    <a:gd name="connsiteX42" fmla="*/ 9533 w 27273"/>
                    <a:gd name="connsiteY42" fmla="*/ 41422 h 42921"/>
                    <a:gd name="connsiteX43" fmla="*/ 11384 w 27273"/>
                    <a:gd name="connsiteY43" fmla="*/ 42729 h 42921"/>
                    <a:gd name="connsiteX44" fmla="*/ 17102 w 27273"/>
                    <a:gd name="connsiteY44" fmla="*/ 42347 h 42921"/>
                    <a:gd name="connsiteX45" fmla="*/ 19171 w 27273"/>
                    <a:gd name="connsiteY45" fmla="*/ 41476 h 42921"/>
                    <a:gd name="connsiteX46" fmla="*/ 19171 w 27273"/>
                    <a:gd name="connsiteY46" fmla="*/ 41476 h 42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27273" h="42921">
                      <a:moveTo>
                        <a:pt x="17156" y="37610"/>
                      </a:moveTo>
                      <a:cubicBezTo>
                        <a:pt x="16775" y="37828"/>
                        <a:pt x="16339" y="37991"/>
                        <a:pt x="15958" y="38155"/>
                      </a:cubicBezTo>
                      <a:lnTo>
                        <a:pt x="15849" y="38155"/>
                      </a:lnTo>
                      <a:cubicBezTo>
                        <a:pt x="14488" y="38427"/>
                        <a:pt x="13726" y="38590"/>
                        <a:pt x="12963" y="38536"/>
                      </a:cubicBezTo>
                      <a:cubicBezTo>
                        <a:pt x="11874" y="36793"/>
                        <a:pt x="11057" y="35432"/>
                        <a:pt x="9642" y="34016"/>
                      </a:cubicBezTo>
                      <a:cubicBezTo>
                        <a:pt x="8770" y="33091"/>
                        <a:pt x="7899" y="32328"/>
                        <a:pt x="7245" y="31729"/>
                      </a:cubicBezTo>
                      <a:lnTo>
                        <a:pt x="6701" y="31239"/>
                      </a:lnTo>
                      <a:cubicBezTo>
                        <a:pt x="5666" y="30422"/>
                        <a:pt x="4959" y="29823"/>
                        <a:pt x="4523" y="29279"/>
                      </a:cubicBezTo>
                      <a:cubicBezTo>
                        <a:pt x="4577" y="29224"/>
                        <a:pt x="4577" y="29115"/>
                        <a:pt x="4632" y="29007"/>
                      </a:cubicBezTo>
                      <a:lnTo>
                        <a:pt x="5122" y="27972"/>
                      </a:lnTo>
                      <a:cubicBezTo>
                        <a:pt x="5884" y="26447"/>
                        <a:pt x="6701" y="24759"/>
                        <a:pt x="7137" y="23016"/>
                      </a:cubicBezTo>
                      <a:lnTo>
                        <a:pt x="8770" y="17571"/>
                      </a:lnTo>
                      <a:cubicBezTo>
                        <a:pt x="9533" y="15611"/>
                        <a:pt x="10240" y="13868"/>
                        <a:pt x="10894" y="12398"/>
                      </a:cubicBezTo>
                      <a:cubicBezTo>
                        <a:pt x="11929" y="10383"/>
                        <a:pt x="12854" y="8695"/>
                        <a:pt x="13889" y="7225"/>
                      </a:cubicBezTo>
                      <a:cubicBezTo>
                        <a:pt x="14542" y="9240"/>
                        <a:pt x="15196" y="11146"/>
                        <a:pt x="15958" y="12943"/>
                      </a:cubicBezTo>
                      <a:cubicBezTo>
                        <a:pt x="16503" y="14467"/>
                        <a:pt x="17156" y="16047"/>
                        <a:pt x="17973" y="17898"/>
                      </a:cubicBezTo>
                      <a:lnTo>
                        <a:pt x="19715" y="22635"/>
                      </a:lnTo>
                      <a:cubicBezTo>
                        <a:pt x="20260" y="24160"/>
                        <a:pt x="21022" y="25521"/>
                        <a:pt x="21785" y="26828"/>
                      </a:cubicBezTo>
                      <a:cubicBezTo>
                        <a:pt x="22057" y="27319"/>
                        <a:pt x="22329" y="27808"/>
                        <a:pt x="22547" y="28190"/>
                      </a:cubicBezTo>
                      <a:cubicBezTo>
                        <a:pt x="22820" y="28734"/>
                        <a:pt x="23091" y="29660"/>
                        <a:pt x="22493" y="31185"/>
                      </a:cubicBezTo>
                      <a:cubicBezTo>
                        <a:pt x="21676" y="33308"/>
                        <a:pt x="20423" y="35051"/>
                        <a:pt x="18627" y="36467"/>
                      </a:cubicBezTo>
                      <a:cubicBezTo>
                        <a:pt x="18299" y="36902"/>
                        <a:pt x="17755" y="37283"/>
                        <a:pt x="17156" y="37610"/>
                      </a:cubicBezTo>
                      <a:moveTo>
                        <a:pt x="19171" y="41476"/>
                      </a:moveTo>
                      <a:cubicBezTo>
                        <a:pt x="20042" y="40986"/>
                        <a:pt x="20859" y="40442"/>
                        <a:pt x="21567" y="39843"/>
                      </a:cubicBezTo>
                      <a:cubicBezTo>
                        <a:pt x="24181" y="37774"/>
                        <a:pt x="25705" y="35214"/>
                        <a:pt x="26631" y="32873"/>
                      </a:cubicBezTo>
                      <a:cubicBezTo>
                        <a:pt x="27557" y="30477"/>
                        <a:pt x="27448" y="28299"/>
                        <a:pt x="26522" y="26447"/>
                      </a:cubicBezTo>
                      <a:cubicBezTo>
                        <a:pt x="25596" y="24650"/>
                        <a:pt x="24453" y="22962"/>
                        <a:pt x="23854" y="21328"/>
                      </a:cubicBezTo>
                      <a:lnTo>
                        <a:pt x="22003" y="16428"/>
                      </a:lnTo>
                      <a:cubicBezTo>
                        <a:pt x="21295" y="14794"/>
                        <a:pt x="20641" y="13215"/>
                        <a:pt x="20042" y="11581"/>
                      </a:cubicBezTo>
                      <a:cubicBezTo>
                        <a:pt x="18681" y="8314"/>
                        <a:pt x="17592" y="4992"/>
                        <a:pt x="16666" y="1180"/>
                      </a:cubicBezTo>
                      <a:lnTo>
                        <a:pt x="16666" y="1126"/>
                      </a:lnTo>
                      <a:cubicBezTo>
                        <a:pt x="16612" y="908"/>
                        <a:pt x="16503" y="691"/>
                        <a:pt x="16285" y="473"/>
                      </a:cubicBezTo>
                      <a:cubicBezTo>
                        <a:pt x="15795" y="-17"/>
                        <a:pt x="15087" y="-126"/>
                        <a:pt x="14488" y="146"/>
                      </a:cubicBezTo>
                      <a:cubicBezTo>
                        <a:pt x="14379" y="200"/>
                        <a:pt x="14270" y="309"/>
                        <a:pt x="14161" y="364"/>
                      </a:cubicBezTo>
                      <a:cubicBezTo>
                        <a:pt x="11112" y="3196"/>
                        <a:pt x="8879" y="6898"/>
                        <a:pt x="7028" y="10601"/>
                      </a:cubicBezTo>
                      <a:cubicBezTo>
                        <a:pt x="6156" y="12507"/>
                        <a:pt x="5394" y="14413"/>
                        <a:pt x="4632" y="16264"/>
                      </a:cubicBezTo>
                      <a:lnTo>
                        <a:pt x="2944" y="21873"/>
                      </a:lnTo>
                      <a:cubicBezTo>
                        <a:pt x="2453" y="23724"/>
                        <a:pt x="1473" y="25521"/>
                        <a:pt x="657" y="27264"/>
                      </a:cubicBezTo>
                      <a:cubicBezTo>
                        <a:pt x="-160" y="28898"/>
                        <a:pt x="-215" y="30204"/>
                        <a:pt x="493" y="31348"/>
                      </a:cubicBezTo>
                      <a:cubicBezTo>
                        <a:pt x="1201" y="32491"/>
                        <a:pt x="2290" y="33472"/>
                        <a:pt x="3869" y="34724"/>
                      </a:cubicBezTo>
                      <a:cubicBezTo>
                        <a:pt x="4577" y="35378"/>
                        <a:pt x="5503" y="36140"/>
                        <a:pt x="6429" y="37120"/>
                      </a:cubicBezTo>
                      <a:cubicBezTo>
                        <a:pt x="7627" y="38263"/>
                        <a:pt x="8226" y="39298"/>
                        <a:pt x="9369" y="41150"/>
                      </a:cubicBezTo>
                      <a:lnTo>
                        <a:pt x="9533" y="41422"/>
                      </a:lnTo>
                      <a:cubicBezTo>
                        <a:pt x="9913" y="42075"/>
                        <a:pt x="10567" y="42566"/>
                        <a:pt x="11384" y="42729"/>
                      </a:cubicBezTo>
                      <a:cubicBezTo>
                        <a:pt x="13562" y="43164"/>
                        <a:pt x="15141" y="42783"/>
                        <a:pt x="17102" y="42347"/>
                      </a:cubicBezTo>
                      <a:cubicBezTo>
                        <a:pt x="17864" y="42075"/>
                        <a:pt x="18572" y="41803"/>
                        <a:pt x="19171" y="41476"/>
                      </a:cubicBezTo>
                      <a:lnTo>
                        <a:pt x="19171" y="41476"/>
                      </a:lnTo>
                      <a:close/>
                    </a:path>
                  </a:pathLst>
                </a:custGeom>
                <a:solidFill>
                  <a:srgbClr val="C65CAD"/>
                </a:solidFill>
                <a:ln w="54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6" name="Forme libre : forme 1495">
                  <a:extLst>
                    <a:ext uri="{FF2B5EF4-FFF2-40B4-BE49-F238E27FC236}">
                      <a16:creationId xmlns:a16="http://schemas.microsoft.com/office/drawing/2014/main" id="{CA5382A7-10AD-43FC-B6CB-9DABEF0A911A}"/>
                    </a:ext>
                  </a:extLst>
                </p:cNvPr>
                <p:cNvSpPr/>
                <p:nvPr/>
              </p:nvSpPr>
              <p:spPr>
                <a:xfrm>
                  <a:off x="8839243" y="5092500"/>
                  <a:ext cx="27199" cy="42983"/>
                </a:xfrm>
                <a:custGeom>
                  <a:avLst/>
                  <a:gdLst>
                    <a:gd name="connsiteX0" fmla="*/ 16611 w 27199"/>
                    <a:gd name="connsiteY0" fmla="*/ 1219 h 42983"/>
                    <a:gd name="connsiteX1" fmla="*/ 19988 w 27199"/>
                    <a:gd name="connsiteY1" fmla="*/ 11619 h 42983"/>
                    <a:gd name="connsiteX2" fmla="*/ 21948 w 27199"/>
                    <a:gd name="connsiteY2" fmla="*/ 16466 h 42983"/>
                    <a:gd name="connsiteX3" fmla="*/ 23799 w 27199"/>
                    <a:gd name="connsiteY3" fmla="*/ 21367 h 42983"/>
                    <a:gd name="connsiteX4" fmla="*/ 26468 w 27199"/>
                    <a:gd name="connsiteY4" fmla="*/ 26485 h 42983"/>
                    <a:gd name="connsiteX5" fmla="*/ 26577 w 27199"/>
                    <a:gd name="connsiteY5" fmla="*/ 32911 h 42983"/>
                    <a:gd name="connsiteX6" fmla="*/ 21512 w 27199"/>
                    <a:gd name="connsiteY6" fmla="*/ 39881 h 42983"/>
                    <a:gd name="connsiteX7" fmla="*/ 17102 w 27199"/>
                    <a:gd name="connsiteY7" fmla="*/ 42386 h 42983"/>
                    <a:gd name="connsiteX8" fmla="*/ 11384 w 27199"/>
                    <a:gd name="connsiteY8" fmla="*/ 42767 h 42983"/>
                    <a:gd name="connsiteX9" fmla="*/ 9533 w 27199"/>
                    <a:gd name="connsiteY9" fmla="*/ 41460 h 42983"/>
                    <a:gd name="connsiteX10" fmla="*/ 9369 w 27199"/>
                    <a:gd name="connsiteY10" fmla="*/ 41188 h 42983"/>
                    <a:gd name="connsiteX11" fmla="*/ 6428 w 27199"/>
                    <a:gd name="connsiteY11" fmla="*/ 37158 h 42983"/>
                    <a:gd name="connsiteX12" fmla="*/ 3869 w 27199"/>
                    <a:gd name="connsiteY12" fmla="*/ 34762 h 42983"/>
                    <a:gd name="connsiteX13" fmla="*/ 493 w 27199"/>
                    <a:gd name="connsiteY13" fmla="*/ 31386 h 42983"/>
                    <a:gd name="connsiteX14" fmla="*/ 657 w 27199"/>
                    <a:gd name="connsiteY14" fmla="*/ 27302 h 42983"/>
                    <a:gd name="connsiteX15" fmla="*/ 2944 w 27199"/>
                    <a:gd name="connsiteY15" fmla="*/ 21911 h 42983"/>
                    <a:gd name="connsiteX16" fmla="*/ 4632 w 27199"/>
                    <a:gd name="connsiteY16" fmla="*/ 16302 h 42983"/>
                    <a:gd name="connsiteX17" fmla="*/ 7028 w 27199"/>
                    <a:gd name="connsiteY17" fmla="*/ 10639 h 42983"/>
                    <a:gd name="connsiteX18" fmla="*/ 14161 w 27199"/>
                    <a:gd name="connsiteY18" fmla="*/ 402 h 42983"/>
                    <a:gd name="connsiteX19" fmla="*/ 16285 w 27199"/>
                    <a:gd name="connsiteY19" fmla="*/ 456 h 42983"/>
                    <a:gd name="connsiteX20" fmla="*/ 16666 w 27199"/>
                    <a:gd name="connsiteY20" fmla="*/ 1110 h 42983"/>
                    <a:gd name="connsiteX21" fmla="*/ 16611 w 27199"/>
                    <a:gd name="connsiteY21" fmla="*/ 1219 h 42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7199" h="42983">
                      <a:moveTo>
                        <a:pt x="16611" y="1219"/>
                      </a:moveTo>
                      <a:cubicBezTo>
                        <a:pt x="17592" y="5085"/>
                        <a:pt x="18627" y="8352"/>
                        <a:pt x="19988" y="11619"/>
                      </a:cubicBezTo>
                      <a:cubicBezTo>
                        <a:pt x="20587" y="13253"/>
                        <a:pt x="21240" y="14832"/>
                        <a:pt x="21948" y="16466"/>
                      </a:cubicBezTo>
                      <a:lnTo>
                        <a:pt x="23799" y="21367"/>
                      </a:lnTo>
                      <a:cubicBezTo>
                        <a:pt x="24398" y="23055"/>
                        <a:pt x="25542" y="24743"/>
                        <a:pt x="26468" y="26485"/>
                      </a:cubicBezTo>
                      <a:cubicBezTo>
                        <a:pt x="27339" y="28391"/>
                        <a:pt x="27502" y="30569"/>
                        <a:pt x="26577" y="32911"/>
                      </a:cubicBezTo>
                      <a:cubicBezTo>
                        <a:pt x="25651" y="35252"/>
                        <a:pt x="24126" y="37811"/>
                        <a:pt x="21512" y="39881"/>
                      </a:cubicBezTo>
                      <a:cubicBezTo>
                        <a:pt x="20314" y="40915"/>
                        <a:pt x="18735" y="41787"/>
                        <a:pt x="17102" y="42386"/>
                      </a:cubicBezTo>
                      <a:cubicBezTo>
                        <a:pt x="15141" y="42821"/>
                        <a:pt x="13562" y="43257"/>
                        <a:pt x="11384" y="42767"/>
                      </a:cubicBezTo>
                      <a:cubicBezTo>
                        <a:pt x="10567" y="42603"/>
                        <a:pt x="9913" y="42114"/>
                        <a:pt x="9533" y="41460"/>
                      </a:cubicBezTo>
                      <a:lnTo>
                        <a:pt x="9369" y="41188"/>
                      </a:lnTo>
                      <a:cubicBezTo>
                        <a:pt x="8226" y="39336"/>
                        <a:pt x="7627" y="38302"/>
                        <a:pt x="6428" y="37158"/>
                      </a:cubicBezTo>
                      <a:cubicBezTo>
                        <a:pt x="5557" y="36178"/>
                        <a:pt x="4632" y="35415"/>
                        <a:pt x="3869" y="34762"/>
                      </a:cubicBezTo>
                      <a:cubicBezTo>
                        <a:pt x="2290" y="33455"/>
                        <a:pt x="1201" y="32530"/>
                        <a:pt x="493" y="31386"/>
                      </a:cubicBezTo>
                      <a:cubicBezTo>
                        <a:pt x="-215" y="30242"/>
                        <a:pt x="-160" y="28935"/>
                        <a:pt x="657" y="27302"/>
                      </a:cubicBezTo>
                      <a:cubicBezTo>
                        <a:pt x="1473" y="25559"/>
                        <a:pt x="2453" y="23763"/>
                        <a:pt x="2944" y="21911"/>
                      </a:cubicBezTo>
                      <a:lnTo>
                        <a:pt x="4632" y="16302"/>
                      </a:lnTo>
                      <a:cubicBezTo>
                        <a:pt x="5339" y="14396"/>
                        <a:pt x="6156" y="12491"/>
                        <a:pt x="7028" y="10639"/>
                      </a:cubicBezTo>
                      <a:cubicBezTo>
                        <a:pt x="8879" y="6936"/>
                        <a:pt x="11112" y="3233"/>
                        <a:pt x="14161" y="402"/>
                      </a:cubicBezTo>
                      <a:cubicBezTo>
                        <a:pt x="14760" y="-143"/>
                        <a:pt x="15740" y="-143"/>
                        <a:pt x="16285" y="456"/>
                      </a:cubicBezTo>
                      <a:cubicBezTo>
                        <a:pt x="16448" y="620"/>
                        <a:pt x="16557" y="892"/>
                        <a:pt x="16666" y="1110"/>
                      </a:cubicBezTo>
                      <a:lnTo>
                        <a:pt x="16611" y="1219"/>
                      </a:lnTo>
                      <a:close/>
                    </a:path>
                  </a:pathLst>
                </a:custGeom>
                <a:noFill/>
                <a:ln w="2178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567" name="Branching-septate-fungal-hypha">
            <a:extLst>
              <a:ext uri="{FF2B5EF4-FFF2-40B4-BE49-F238E27FC236}">
                <a16:creationId xmlns:a16="http://schemas.microsoft.com/office/drawing/2014/main" id="{49F33AAF-9D64-4980-95A6-26CA68342C7F}"/>
              </a:ext>
            </a:extLst>
          </p:cNvPr>
          <p:cNvGrpSpPr/>
          <p:nvPr/>
        </p:nvGrpSpPr>
        <p:grpSpPr>
          <a:xfrm>
            <a:off x="8831611" y="1651772"/>
            <a:ext cx="708733" cy="1525056"/>
            <a:chOff x="9480820" y="2287822"/>
            <a:chExt cx="537350" cy="1079002"/>
          </a:xfrm>
          <a:solidFill>
            <a:schemeClr val="accent1"/>
          </a:solidFill>
        </p:grpSpPr>
        <p:sp>
          <p:nvSpPr>
            <p:cNvPr id="1568" name="Forme libre : forme 1567">
              <a:extLst>
                <a:ext uri="{FF2B5EF4-FFF2-40B4-BE49-F238E27FC236}">
                  <a16:creationId xmlns:a16="http://schemas.microsoft.com/office/drawing/2014/main" id="{25D2F0AC-E807-40D3-A937-7FE0FD49F514}"/>
                </a:ext>
              </a:extLst>
            </p:cNvPr>
            <p:cNvSpPr/>
            <p:nvPr/>
          </p:nvSpPr>
          <p:spPr>
            <a:xfrm>
              <a:off x="9480820" y="2287822"/>
              <a:ext cx="537295" cy="1078784"/>
            </a:xfrm>
            <a:custGeom>
              <a:avLst/>
              <a:gdLst>
                <a:gd name="connsiteX0" fmla="*/ 318283 w 537295"/>
                <a:gd name="connsiteY0" fmla="*/ 655733 h 1078784"/>
                <a:gd name="connsiteX1" fmla="*/ 202949 w 537295"/>
                <a:gd name="connsiteY1" fmla="*/ 0 h 1078784"/>
                <a:gd name="connsiteX2" fmla="*/ 149149 w 537295"/>
                <a:gd name="connsiteY2" fmla="*/ 8495 h 1078784"/>
                <a:gd name="connsiteX3" fmla="*/ 212751 w 537295"/>
                <a:gd name="connsiteY3" fmla="*/ 393973 h 1078784"/>
                <a:gd name="connsiteX4" fmla="*/ 0 w 537295"/>
                <a:gd name="connsiteY4" fmla="*/ 1002222 h 1078784"/>
                <a:gd name="connsiteX5" fmla="*/ 51405 w 537295"/>
                <a:gd name="connsiteY5" fmla="*/ 1020192 h 1078784"/>
                <a:gd name="connsiteX6" fmla="*/ 232082 w 537295"/>
                <a:gd name="connsiteY6" fmla="*/ 503589 h 1078784"/>
                <a:gd name="connsiteX7" fmla="*/ 265571 w 537295"/>
                <a:gd name="connsiteY7" fmla="*/ 669564 h 1078784"/>
                <a:gd name="connsiteX8" fmla="*/ 491936 w 537295"/>
                <a:gd name="connsiteY8" fmla="*/ 1078784 h 1078784"/>
                <a:gd name="connsiteX9" fmla="*/ 537296 w 537295"/>
                <a:gd name="connsiteY9" fmla="*/ 1048617 h 1078784"/>
                <a:gd name="connsiteX10" fmla="*/ 318283 w 537295"/>
                <a:gd name="connsiteY10" fmla="*/ 655733 h 1078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7295" h="1078784">
                  <a:moveTo>
                    <a:pt x="318283" y="655733"/>
                  </a:moveTo>
                  <a:cubicBezTo>
                    <a:pt x="289967" y="548731"/>
                    <a:pt x="203821" y="5500"/>
                    <a:pt x="202949" y="0"/>
                  </a:cubicBezTo>
                  <a:lnTo>
                    <a:pt x="149149" y="8495"/>
                  </a:lnTo>
                  <a:cubicBezTo>
                    <a:pt x="151273" y="21945"/>
                    <a:pt x="182094" y="216345"/>
                    <a:pt x="212751" y="393973"/>
                  </a:cubicBezTo>
                  <a:lnTo>
                    <a:pt x="0" y="1002222"/>
                  </a:lnTo>
                  <a:lnTo>
                    <a:pt x="51405" y="1020192"/>
                  </a:lnTo>
                  <a:lnTo>
                    <a:pt x="232082" y="503589"/>
                  </a:lnTo>
                  <a:cubicBezTo>
                    <a:pt x="245533" y="577755"/>
                    <a:pt x="257621" y="639506"/>
                    <a:pt x="265571" y="669564"/>
                  </a:cubicBezTo>
                  <a:cubicBezTo>
                    <a:pt x="295357" y="782175"/>
                    <a:pt x="483931" y="1066696"/>
                    <a:pt x="491936" y="1078784"/>
                  </a:cubicBezTo>
                  <a:lnTo>
                    <a:pt x="537296" y="1048617"/>
                  </a:lnTo>
                  <a:cubicBezTo>
                    <a:pt x="535445" y="1045840"/>
                    <a:pt x="345782" y="759740"/>
                    <a:pt x="318283" y="655733"/>
                  </a:cubicBezTo>
                  <a:close/>
                </a:path>
              </a:pathLst>
            </a:custGeom>
            <a:solidFill>
              <a:srgbClr val="D6DD43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69" name="Graphique 3">
              <a:extLst>
                <a:ext uri="{FF2B5EF4-FFF2-40B4-BE49-F238E27FC236}">
                  <a16:creationId xmlns:a16="http://schemas.microsoft.com/office/drawing/2014/main" id="{49F33AAF-9D64-4980-95A6-26CA68342C7F}"/>
                </a:ext>
              </a:extLst>
            </p:cNvPr>
            <p:cNvGrpSpPr/>
            <p:nvPr/>
          </p:nvGrpSpPr>
          <p:grpSpPr>
            <a:xfrm>
              <a:off x="9481129" y="2287822"/>
              <a:ext cx="534972" cy="1075517"/>
              <a:chOff x="9481129" y="2287822"/>
              <a:chExt cx="534972" cy="1075517"/>
            </a:xfrm>
            <a:solidFill>
              <a:srgbClr val="9BAF25"/>
            </a:solidFill>
          </p:grpSpPr>
          <p:sp>
            <p:nvSpPr>
              <p:cNvPr id="1570" name="Forme libre : forme 1569">
                <a:extLst>
                  <a:ext uri="{FF2B5EF4-FFF2-40B4-BE49-F238E27FC236}">
                    <a16:creationId xmlns:a16="http://schemas.microsoft.com/office/drawing/2014/main" id="{5C94D510-67C3-4BB7-B3B2-DF6A4FE81E44}"/>
                  </a:ext>
                </a:extLst>
              </p:cNvPr>
              <p:cNvSpPr/>
              <p:nvPr/>
            </p:nvSpPr>
            <p:spPr>
              <a:xfrm>
                <a:off x="9656434" y="2659361"/>
                <a:ext cx="109343" cy="146861"/>
              </a:xfrm>
              <a:custGeom>
                <a:avLst/>
                <a:gdLst>
                  <a:gd name="connsiteX0" fmla="*/ 109344 w 109343"/>
                  <a:gd name="connsiteY0" fmla="*/ 118001 h 146861"/>
                  <a:gd name="connsiteX1" fmla="*/ 88596 w 109343"/>
                  <a:gd name="connsiteY1" fmla="*/ 0 h 146861"/>
                  <a:gd name="connsiteX2" fmla="*/ 34905 w 109343"/>
                  <a:gd name="connsiteY2" fmla="*/ 9203 h 146861"/>
                  <a:gd name="connsiteX3" fmla="*/ 37192 w 109343"/>
                  <a:gd name="connsiteY3" fmla="*/ 22489 h 146861"/>
                  <a:gd name="connsiteX4" fmla="*/ 0 w 109343"/>
                  <a:gd name="connsiteY4" fmla="*/ 128892 h 146861"/>
                  <a:gd name="connsiteX5" fmla="*/ 51405 w 109343"/>
                  <a:gd name="connsiteY5" fmla="*/ 146862 h 146861"/>
                  <a:gd name="connsiteX6" fmla="*/ 58266 w 109343"/>
                  <a:gd name="connsiteY6" fmla="*/ 127204 h 146861"/>
                  <a:gd name="connsiteX7" fmla="*/ 109344 w 109343"/>
                  <a:gd name="connsiteY7" fmla="*/ 118001 h 14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9343" h="146861">
                    <a:moveTo>
                      <a:pt x="109344" y="118001"/>
                    </a:moveTo>
                    <a:cubicBezTo>
                      <a:pt x="103081" y="83423"/>
                      <a:pt x="96111" y="43726"/>
                      <a:pt x="88596" y="0"/>
                    </a:cubicBezTo>
                    <a:lnTo>
                      <a:pt x="34905" y="9203"/>
                    </a:lnTo>
                    <a:cubicBezTo>
                      <a:pt x="35668" y="13668"/>
                      <a:pt x="36430" y="18079"/>
                      <a:pt x="37192" y="22489"/>
                    </a:cubicBezTo>
                    <a:lnTo>
                      <a:pt x="0" y="128892"/>
                    </a:lnTo>
                    <a:lnTo>
                      <a:pt x="51405" y="146862"/>
                    </a:lnTo>
                    <a:lnTo>
                      <a:pt x="58266" y="127204"/>
                    </a:lnTo>
                    <a:lnTo>
                      <a:pt x="109344" y="118001"/>
                    </a:ln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1" name="Forme libre : forme 1570">
                <a:extLst>
                  <a:ext uri="{FF2B5EF4-FFF2-40B4-BE49-F238E27FC236}">
                    <a16:creationId xmlns:a16="http://schemas.microsoft.com/office/drawing/2014/main" id="{A34212EE-065D-4ED9-A0DD-0B5D5F770F32}"/>
                  </a:ext>
                </a:extLst>
              </p:cNvPr>
              <p:cNvSpPr/>
              <p:nvPr/>
            </p:nvSpPr>
            <p:spPr>
              <a:xfrm>
                <a:off x="9670429" y="2535751"/>
                <a:ext cx="73676" cy="127421"/>
              </a:xfrm>
              <a:custGeom>
                <a:avLst/>
                <a:gdLst>
                  <a:gd name="connsiteX0" fmla="*/ 19984 w 73676"/>
                  <a:gd name="connsiteY0" fmla="*/ 127422 h 127421"/>
                  <a:gd name="connsiteX1" fmla="*/ 73676 w 73676"/>
                  <a:gd name="connsiteY1" fmla="*/ 118219 h 127421"/>
                  <a:gd name="connsiteX2" fmla="*/ 53691 w 73676"/>
                  <a:gd name="connsiteY2" fmla="*/ 0 h 127421"/>
                  <a:gd name="connsiteX3" fmla="*/ 0 w 73676"/>
                  <a:gd name="connsiteY3" fmla="*/ 8930 h 127421"/>
                  <a:gd name="connsiteX4" fmla="*/ 19984 w 73676"/>
                  <a:gd name="connsiteY4" fmla="*/ 127422 h 127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676" h="127421">
                    <a:moveTo>
                      <a:pt x="19984" y="127422"/>
                    </a:moveTo>
                    <a:lnTo>
                      <a:pt x="73676" y="118219"/>
                    </a:lnTo>
                    <a:cubicBezTo>
                      <a:pt x="66869" y="78577"/>
                      <a:pt x="60117" y="38444"/>
                      <a:pt x="53691" y="0"/>
                    </a:cubicBezTo>
                    <a:lnTo>
                      <a:pt x="0" y="8930"/>
                    </a:lnTo>
                    <a:cubicBezTo>
                      <a:pt x="6425" y="47484"/>
                      <a:pt x="13177" y="87671"/>
                      <a:pt x="19984" y="127422"/>
                    </a:cubicBez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2" name="Forme libre : forme 1571">
                <a:extLst>
                  <a:ext uri="{FF2B5EF4-FFF2-40B4-BE49-F238E27FC236}">
                    <a16:creationId xmlns:a16="http://schemas.microsoft.com/office/drawing/2014/main" id="{B1268D67-8DE7-42ED-A252-E23B149F1CFF}"/>
                  </a:ext>
                </a:extLst>
              </p:cNvPr>
              <p:cNvSpPr/>
              <p:nvPr/>
            </p:nvSpPr>
            <p:spPr>
              <a:xfrm>
                <a:off x="9629969" y="2287822"/>
                <a:ext cx="72913" cy="127476"/>
              </a:xfrm>
              <a:custGeom>
                <a:avLst/>
                <a:gdLst>
                  <a:gd name="connsiteX0" fmla="*/ 72914 w 72913"/>
                  <a:gd name="connsiteY0" fmla="*/ 118764 h 127476"/>
                  <a:gd name="connsiteX1" fmla="*/ 53800 w 72913"/>
                  <a:gd name="connsiteY1" fmla="*/ 0 h 127476"/>
                  <a:gd name="connsiteX2" fmla="*/ 0 w 72913"/>
                  <a:gd name="connsiteY2" fmla="*/ 8495 h 127476"/>
                  <a:gd name="connsiteX3" fmla="*/ 19113 w 72913"/>
                  <a:gd name="connsiteY3" fmla="*/ 127476 h 127476"/>
                  <a:gd name="connsiteX4" fmla="*/ 72914 w 72913"/>
                  <a:gd name="connsiteY4" fmla="*/ 118764 h 12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913" h="127476">
                    <a:moveTo>
                      <a:pt x="72914" y="118764"/>
                    </a:moveTo>
                    <a:cubicBezTo>
                      <a:pt x="61424" y="48192"/>
                      <a:pt x="53800" y="54"/>
                      <a:pt x="53800" y="0"/>
                    </a:cubicBezTo>
                    <a:lnTo>
                      <a:pt x="0" y="8495"/>
                    </a:lnTo>
                    <a:cubicBezTo>
                      <a:pt x="0" y="8495"/>
                      <a:pt x="7624" y="56741"/>
                      <a:pt x="19113" y="127476"/>
                    </a:cubicBezTo>
                    <a:lnTo>
                      <a:pt x="72914" y="118764"/>
                    </a:ln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3" name="Forme libre : forme 1572">
                <a:extLst>
                  <a:ext uri="{FF2B5EF4-FFF2-40B4-BE49-F238E27FC236}">
                    <a16:creationId xmlns:a16="http://schemas.microsoft.com/office/drawing/2014/main" id="{245F614B-BA90-4BE4-8D62-5D5C395D3406}"/>
                  </a:ext>
                </a:extLst>
              </p:cNvPr>
              <p:cNvSpPr/>
              <p:nvPr/>
            </p:nvSpPr>
            <p:spPr>
              <a:xfrm>
                <a:off x="9713120" y="2782699"/>
                <a:ext cx="76017" cy="128402"/>
              </a:xfrm>
              <a:custGeom>
                <a:avLst/>
                <a:gdLst>
                  <a:gd name="connsiteX0" fmla="*/ 53582 w 76017"/>
                  <a:gd name="connsiteY0" fmla="*/ 0 h 128402"/>
                  <a:gd name="connsiteX1" fmla="*/ 0 w 76017"/>
                  <a:gd name="connsiteY1" fmla="*/ 9693 h 128402"/>
                  <a:gd name="connsiteX2" fmla="*/ 22707 w 76017"/>
                  <a:gd name="connsiteY2" fmla="*/ 128402 h 128402"/>
                  <a:gd name="connsiteX3" fmla="*/ 76017 w 76017"/>
                  <a:gd name="connsiteY3" fmla="*/ 117293 h 128402"/>
                  <a:gd name="connsiteX4" fmla="*/ 53582 w 76017"/>
                  <a:gd name="connsiteY4" fmla="*/ 0 h 128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017" h="128402">
                    <a:moveTo>
                      <a:pt x="53582" y="0"/>
                    </a:moveTo>
                    <a:lnTo>
                      <a:pt x="0" y="9693"/>
                    </a:lnTo>
                    <a:cubicBezTo>
                      <a:pt x="8931" y="58973"/>
                      <a:pt x="16554" y="98888"/>
                      <a:pt x="22707" y="128402"/>
                    </a:cubicBezTo>
                    <a:lnTo>
                      <a:pt x="76017" y="117293"/>
                    </a:lnTo>
                    <a:cubicBezTo>
                      <a:pt x="69973" y="88270"/>
                      <a:pt x="62458" y="48791"/>
                      <a:pt x="53582" y="0"/>
                    </a:cubicBez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4" name="Forme libre : forme 1573">
                <a:extLst>
                  <a:ext uri="{FF2B5EF4-FFF2-40B4-BE49-F238E27FC236}">
                    <a16:creationId xmlns:a16="http://schemas.microsoft.com/office/drawing/2014/main" id="{D53C783F-467F-4CA8-AE29-16688132FDAD}"/>
                  </a:ext>
                </a:extLst>
              </p:cNvPr>
              <p:cNvSpPr/>
              <p:nvPr/>
            </p:nvSpPr>
            <p:spPr>
              <a:xfrm>
                <a:off x="9650008" y="2411977"/>
                <a:ext cx="73240" cy="127312"/>
              </a:xfrm>
              <a:custGeom>
                <a:avLst/>
                <a:gdLst>
                  <a:gd name="connsiteX0" fmla="*/ 19494 w 73240"/>
                  <a:gd name="connsiteY0" fmla="*/ 127313 h 127312"/>
                  <a:gd name="connsiteX1" fmla="*/ 73240 w 73240"/>
                  <a:gd name="connsiteY1" fmla="*/ 118383 h 127312"/>
                  <a:gd name="connsiteX2" fmla="*/ 53746 w 73240"/>
                  <a:gd name="connsiteY2" fmla="*/ 0 h 127312"/>
                  <a:gd name="connsiteX3" fmla="*/ 0 w 73240"/>
                  <a:gd name="connsiteY3" fmla="*/ 8767 h 127312"/>
                  <a:gd name="connsiteX4" fmla="*/ 19494 w 73240"/>
                  <a:gd name="connsiteY4" fmla="*/ 127313 h 12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240" h="127312">
                    <a:moveTo>
                      <a:pt x="19494" y="127313"/>
                    </a:moveTo>
                    <a:lnTo>
                      <a:pt x="73240" y="118383"/>
                    </a:lnTo>
                    <a:cubicBezTo>
                      <a:pt x="66162" y="75691"/>
                      <a:pt x="59518" y="35232"/>
                      <a:pt x="53746" y="0"/>
                    </a:cubicBezTo>
                    <a:lnTo>
                      <a:pt x="0" y="8767"/>
                    </a:lnTo>
                    <a:cubicBezTo>
                      <a:pt x="5772" y="43999"/>
                      <a:pt x="12416" y="84567"/>
                      <a:pt x="19494" y="127313"/>
                    </a:cubicBez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5" name="Forme libre : forme 1574">
                <a:extLst>
                  <a:ext uri="{FF2B5EF4-FFF2-40B4-BE49-F238E27FC236}">
                    <a16:creationId xmlns:a16="http://schemas.microsoft.com/office/drawing/2014/main" id="{1007D84F-7956-4425-9C4B-4A7054E51E54}"/>
                  </a:ext>
                </a:extLst>
              </p:cNvPr>
              <p:cNvSpPr/>
              <p:nvPr/>
            </p:nvSpPr>
            <p:spPr>
              <a:xfrm>
                <a:off x="9905505" y="3232705"/>
                <a:ext cx="110595" cy="130634"/>
              </a:xfrm>
              <a:custGeom>
                <a:avLst/>
                <a:gdLst>
                  <a:gd name="connsiteX0" fmla="*/ 46231 w 110595"/>
                  <a:gd name="connsiteY0" fmla="*/ 0 h 130634"/>
                  <a:gd name="connsiteX1" fmla="*/ 0 w 110595"/>
                  <a:gd name="connsiteY1" fmla="*/ 28752 h 130634"/>
                  <a:gd name="connsiteX2" fmla="*/ 65127 w 110595"/>
                  <a:gd name="connsiteY2" fmla="*/ 130635 h 130634"/>
                  <a:gd name="connsiteX3" fmla="*/ 110596 w 110595"/>
                  <a:gd name="connsiteY3" fmla="*/ 100631 h 130634"/>
                  <a:gd name="connsiteX4" fmla="*/ 46231 w 110595"/>
                  <a:gd name="connsiteY4" fmla="*/ 0 h 130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595" h="130634">
                    <a:moveTo>
                      <a:pt x="46231" y="0"/>
                    </a:moveTo>
                    <a:lnTo>
                      <a:pt x="0" y="28752"/>
                    </a:lnTo>
                    <a:cubicBezTo>
                      <a:pt x="31964" y="80102"/>
                      <a:pt x="57939" y="119689"/>
                      <a:pt x="65127" y="130635"/>
                    </a:cubicBezTo>
                    <a:lnTo>
                      <a:pt x="110596" y="100631"/>
                    </a:lnTo>
                    <a:cubicBezTo>
                      <a:pt x="103462" y="89849"/>
                      <a:pt x="77815" y="50805"/>
                      <a:pt x="46231" y="0"/>
                    </a:cubicBez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6" name="Forme libre : forme 1575">
                <a:extLst>
                  <a:ext uri="{FF2B5EF4-FFF2-40B4-BE49-F238E27FC236}">
                    <a16:creationId xmlns:a16="http://schemas.microsoft.com/office/drawing/2014/main" id="{EBC77E3D-38A4-4CF0-B241-270993D21ECF}"/>
                  </a:ext>
                </a:extLst>
              </p:cNvPr>
              <p:cNvSpPr/>
              <p:nvPr/>
            </p:nvSpPr>
            <p:spPr>
              <a:xfrm>
                <a:off x="9840433" y="3125921"/>
                <a:ext cx="108472" cy="130907"/>
              </a:xfrm>
              <a:custGeom>
                <a:avLst/>
                <a:gdLst>
                  <a:gd name="connsiteX0" fmla="*/ 47157 w 108472"/>
                  <a:gd name="connsiteY0" fmla="*/ 0 h 130907"/>
                  <a:gd name="connsiteX1" fmla="*/ 0 w 108472"/>
                  <a:gd name="connsiteY1" fmla="*/ 27227 h 130907"/>
                  <a:gd name="connsiteX2" fmla="*/ 62186 w 108472"/>
                  <a:gd name="connsiteY2" fmla="*/ 130907 h 130907"/>
                  <a:gd name="connsiteX3" fmla="*/ 108472 w 108472"/>
                  <a:gd name="connsiteY3" fmla="*/ 102210 h 130907"/>
                  <a:gd name="connsiteX4" fmla="*/ 47157 w 108472"/>
                  <a:gd name="connsiteY4" fmla="*/ 0 h 130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472" h="130907">
                    <a:moveTo>
                      <a:pt x="47157" y="0"/>
                    </a:moveTo>
                    <a:lnTo>
                      <a:pt x="0" y="27227"/>
                    </a:lnTo>
                    <a:cubicBezTo>
                      <a:pt x="18460" y="59191"/>
                      <a:pt x="39370" y="94096"/>
                      <a:pt x="62186" y="130907"/>
                    </a:cubicBezTo>
                    <a:lnTo>
                      <a:pt x="108472" y="102210"/>
                    </a:lnTo>
                    <a:cubicBezTo>
                      <a:pt x="85928" y="65889"/>
                      <a:pt x="65290" y="31529"/>
                      <a:pt x="47157" y="0"/>
                    </a:cubicBez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7" name="Forme libre : forme 1576">
                <a:extLst>
                  <a:ext uri="{FF2B5EF4-FFF2-40B4-BE49-F238E27FC236}">
                    <a16:creationId xmlns:a16="http://schemas.microsoft.com/office/drawing/2014/main" id="{4EB1D666-EE58-4335-BE12-97BF64A8B7DC}"/>
                  </a:ext>
                </a:extLst>
              </p:cNvPr>
              <p:cNvSpPr/>
              <p:nvPr/>
            </p:nvSpPr>
            <p:spPr>
              <a:xfrm>
                <a:off x="9780044" y="3017177"/>
                <a:ext cx="104823" cy="131179"/>
              </a:xfrm>
              <a:custGeom>
                <a:avLst/>
                <a:gdLst>
                  <a:gd name="connsiteX0" fmla="*/ 48954 w 104823"/>
                  <a:gd name="connsiteY0" fmla="*/ 0 h 131179"/>
                  <a:gd name="connsiteX1" fmla="*/ 0 w 104823"/>
                  <a:gd name="connsiteY1" fmla="*/ 23796 h 131179"/>
                  <a:gd name="connsiteX2" fmla="*/ 57612 w 104823"/>
                  <a:gd name="connsiteY2" fmla="*/ 131179 h 131179"/>
                  <a:gd name="connsiteX3" fmla="*/ 104824 w 104823"/>
                  <a:gd name="connsiteY3" fmla="*/ 104061 h 131179"/>
                  <a:gd name="connsiteX4" fmla="*/ 48954 w 104823"/>
                  <a:gd name="connsiteY4" fmla="*/ 0 h 13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823" h="131179">
                    <a:moveTo>
                      <a:pt x="48954" y="0"/>
                    </a:moveTo>
                    <a:lnTo>
                      <a:pt x="0" y="23796"/>
                    </a:lnTo>
                    <a:cubicBezTo>
                      <a:pt x="14811" y="54236"/>
                      <a:pt x="34196" y="90339"/>
                      <a:pt x="57612" y="131179"/>
                    </a:cubicBezTo>
                    <a:lnTo>
                      <a:pt x="104824" y="104061"/>
                    </a:lnTo>
                    <a:cubicBezTo>
                      <a:pt x="82007" y="64364"/>
                      <a:pt x="63221" y="29351"/>
                      <a:pt x="48954" y="0"/>
                    </a:cubicBez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8" name="Forme libre : forme 1577">
                <a:extLst>
                  <a:ext uri="{FF2B5EF4-FFF2-40B4-BE49-F238E27FC236}">
                    <a16:creationId xmlns:a16="http://schemas.microsoft.com/office/drawing/2014/main" id="{465B838B-0265-42D5-816A-690078F57989}"/>
                  </a:ext>
                </a:extLst>
              </p:cNvPr>
              <p:cNvSpPr/>
              <p:nvPr/>
            </p:nvSpPr>
            <p:spPr>
              <a:xfrm>
                <a:off x="9737026" y="2905274"/>
                <a:ext cx="89739" cy="130743"/>
              </a:xfrm>
              <a:custGeom>
                <a:avLst/>
                <a:gdLst>
                  <a:gd name="connsiteX0" fmla="*/ 62077 w 89739"/>
                  <a:gd name="connsiteY0" fmla="*/ 38335 h 130743"/>
                  <a:gd name="connsiteX1" fmla="*/ 53256 w 89739"/>
                  <a:gd name="connsiteY1" fmla="*/ 0 h 130743"/>
                  <a:gd name="connsiteX2" fmla="*/ 0 w 89739"/>
                  <a:gd name="connsiteY2" fmla="*/ 11272 h 130743"/>
                  <a:gd name="connsiteX3" fmla="*/ 9475 w 89739"/>
                  <a:gd name="connsiteY3" fmla="*/ 52276 h 130743"/>
                  <a:gd name="connsiteX4" fmla="*/ 40622 w 89739"/>
                  <a:gd name="connsiteY4" fmla="*/ 130744 h 130743"/>
                  <a:gd name="connsiteX5" fmla="*/ 89740 w 89739"/>
                  <a:gd name="connsiteY5" fmla="*/ 107220 h 130743"/>
                  <a:gd name="connsiteX6" fmla="*/ 62077 w 89739"/>
                  <a:gd name="connsiteY6" fmla="*/ 38335 h 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739" h="130743">
                    <a:moveTo>
                      <a:pt x="62077" y="38335"/>
                    </a:moveTo>
                    <a:cubicBezTo>
                      <a:pt x="59681" y="29133"/>
                      <a:pt x="56687" y="16227"/>
                      <a:pt x="53256" y="0"/>
                    </a:cubicBezTo>
                    <a:lnTo>
                      <a:pt x="0" y="11272"/>
                    </a:lnTo>
                    <a:cubicBezTo>
                      <a:pt x="3649" y="28425"/>
                      <a:pt x="6807" y="42202"/>
                      <a:pt x="9475" y="52276"/>
                    </a:cubicBezTo>
                    <a:cubicBezTo>
                      <a:pt x="14866" y="72587"/>
                      <a:pt x="25049" y="98235"/>
                      <a:pt x="40622" y="130744"/>
                    </a:cubicBezTo>
                    <a:lnTo>
                      <a:pt x="89740" y="107220"/>
                    </a:lnTo>
                    <a:cubicBezTo>
                      <a:pt x="75800" y="78196"/>
                      <a:pt x="66488" y="54998"/>
                      <a:pt x="62077" y="38335"/>
                    </a:cubicBez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9" name="Forme libre : forme 1578">
                <a:extLst>
                  <a:ext uri="{FF2B5EF4-FFF2-40B4-BE49-F238E27FC236}">
                    <a16:creationId xmlns:a16="http://schemas.microsoft.com/office/drawing/2014/main" id="{378824FB-366B-42D2-BAA7-E9D94F1FFDBB}"/>
                  </a:ext>
                </a:extLst>
              </p:cNvPr>
              <p:cNvSpPr/>
              <p:nvPr/>
            </p:nvSpPr>
            <p:spPr>
              <a:xfrm rot="-4243133">
                <a:off x="9498367" y="3260179"/>
                <a:ext cx="25266" cy="54453"/>
              </a:xfrm>
              <a:custGeom>
                <a:avLst/>
                <a:gdLst>
                  <a:gd name="connsiteX0" fmla="*/ 0 w 25266"/>
                  <a:gd name="connsiteY0" fmla="*/ 0 h 54453"/>
                  <a:gd name="connsiteX1" fmla="*/ 25267 w 25266"/>
                  <a:gd name="connsiteY1" fmla="*/ 0 h 54453"/>
                  <a:gd name="connsiteX2" fmla="*/ 25267 w 25266"/>
                  <a:gd name="connsiteY2" fmla="*/ 54453 h 54453"/>
                  <a:gd name="connsiteX3" fmla="*/ 0 w 25266"/>
                  <a:gd name="connsiteY3" fmla="*/ 54453 h 54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6" h="54453">
                    <a:moveTo>
                      <a:pt x="0" y="0"/>
                    </a:moveTo>
                    <a:lnTo>
                      <a:pt x="25267" y="0"/>
                    </a:lnTo>
                    <a:lnTo>
                      <a:pt x="25267" y="54453"/>
                    </a:lnTo>
                    <a:lnTo>
                      <a:pt x="0" y="54453"/>
                    </a:ln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0" name="Forme libre : forme 1579">
                <a:extLst>
                  <a:ext uri="{FF2B5EF4-FFF2-40B4-BE49-F238E27FC236}">
                    <a16:creationId xmlns:a16="http://schemas.microsoft.com/office/drawing/2014/main" id="{78F6D933-0346-4E14-8ECE-0C1572479E8C}"/>
                  </a:ext>
                </a:extLst>
              </p:cNvPr>
              <p:cNvSpPr/>
              <p:nvPr/>
            </p:nvSpPr>
            <p:spPr>
              <a:xfrm rot="-4243571">
                <a:off x="9476855" y="3186045"/>
                <a:ext cx="119804" cy="54456"/>
              </a:xfrm>
              <a:custGeom>
                <a:avLst/>
                <a:gdLst>
                  <a:gd name="connsiteX0" fmla="*/ 0 w 119804"/>
                  <a:gd name="connsiteY0" fmla="*/ 0 h 54456"/>
                  <a:gd name="connsiteX1" fmla="*/ 119804 w 119804"/>
                  <a:gd name="connsiteY1" fmla="*/ 0 h 54456"/>
                  <a:gd name="connsiteX2" fmla="*/ 119804 w 119804"/>
                  <a:gd name="connsiteY2" fmla="*/ 54457 h 54456"/>
                  <a:gd name="connsiteX3" fmla="*/ 0 w 119804"/>
                  <a:gd name="connsiteY3" fmla="*/ 54457 h 54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804" h="54456">
                    <a:moveTo>
                      <a:pt x="0" y="0"/>
                    </a:moveTo>
                    <a:lnTo>
                      <a:pt x="119804" y="0"/>
                    </a:lnTo>
                    <a:lnTo>
                      <a:pt x="119804" y="54457"/>
                    </a:lnTo>
                    <a:lnTo>
                      <a:pt x="0" y="54457"/>
                    </a:ln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1" name="Forme libre : forme 1580">
                <a:extLst>
                  <a:ext uri="{FF2B5EF4-FFF2-40B4-BE49-F238E27FC236}">
                    <a16:creationId xmlns:a16="http://schemas.microsoft.com/office/drawing/2014/main" id="{945DD792-33AA-4217-B29B-D1851EBEB0EC}"/>
                  </a:ext>
                </a:extLst>
              </p:cNvPr>
              <p:cNvSpPr/>
              <p:nvPr/>
            </p:nvSpPr>
            <p:spPr>
              <a:xfrm rot="-4243571">
                <a:off x="9600839" y="2831295"/>
                <a:ext cx="119804" cy="54456"/>
              </a:xfrm>
              <a:custGeom>
                <a:avLst/>
                <a:gdLst>
                  <a:gd name="connsiteX0" fmla="*/ 0 w 119804"/>
                  <a:gd name="connsiteY0" fmla="*/ 0 h 54456"/>
                  <a:gd name="connsiteX1" fmla="*/ 119804 w 119804"/>
                  <a:gd name="connsiteY1" fmla="*/ 0 h 54456"/>
                  <a:gd name="connsiteX2" fmla="*/ 119804 w 119804"/>
                  <a:gd name="connsiteY2" fmla="*/ 54456 h 54456"/>
                  <a:gd name="connsiteX3" fmla="*/ 0 w 119804"/>
                  <a:gd name="connsiteY3" fmla="*/ 54456 h 54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804" h="54456">
                    <a:moveTo>
                      <a:pt x="0" y="0"/>
                    </a:moveTo>
                    <a:lnTo>
                      <a:pt x="119804" y="0"/>
                    </a:lnTo>
                    <a:lnTo>
                      <a:pt x="119804" y="54456"/>
                    </a:lnTo>
                    <a:lnTo>
                      <a:pt x="0" y="54456"/>
                    </a:ln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2" name="Forme libre : forme 1581">
                <a:extLst>
                  <a:ext uri="{FF2B5EF4-FFF2-40B4-BE49-F238E27FC236}">
                    <a16:creationId xmlns:a16="http://schemas.microsoft.com/office/drawing/2014/main" id="{A7B09BB6-9053-4660-8E20-1D29D41F3D0F}"/>
                  </a:ext>
                </a:extLst>
              </p:cNvPr>
              <p:cNvSpPr/>
              <p:nvPr/>
            </p:nvSpPr>
            <p:spPr>
              <a:xfrm rot="-4243571">
                <a:off x="9559535" y="2949591"/>
                <a:ext cx="119804" cy="54456"/>
              </a:xfrm>
              <a:custGeom>
                <a:avLst/>
                <a:gdLst>
                  <a:gd name="connsiteX0" fmla="*/ 0 w 119804"/>
                  <a:gd name="connsiteY0" fmla="*/ 0 h 54456"/>
                  <a:gd name="connsiteX1" fmla="*/ 119804 w 119804"/>
                  <a:gd name="connsiteY1" fmla="*/ 0 h 54456"/>
                  <a:gd name="connsiteX2" fmla="*/ 119804 w 119804"/>
                  <a:gd name="connsiteY2" fmla="*/ 54457 h 54456"/>
                  <a:gd name="connsiteX3" fmla="*/ 0 w 119804"/>
                  <a:gd name="connsiteY3" fmla="*/ 54457 h 54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804" h="54456">
                    <a:moveTo>
                      <a:pt x="0" y="0"/>
                    </a:moveTo>
                    <a:lnTo>
                      <a:pt x="119804" y="0"/>
                    </a:lnTo>
                    <a:lnTo>
                      <a:pt x="119804" y="54457"/>
                    </a:lnTo>
                    <a:lnTo>
                      <a:pt x="0" y="54457"/>
                    </a:ln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3" name="Forme libre : forme 1582">
                <a:extLst>
                  <a:ext uri="{FF2B5EF4-FFF2-40B4-BE49-F238E27FC236}">
                    <a16:creationId xmlns:a16="http://schemas.microsoft.com/office/drawing/2014/main" id="{92074D3A-9BA0-432A-93CF-131C4D5A83B0}"/>
                  </a:ext>
                </a:extLst>
              </p:cNvPr>
              <p:cNvSpPr/>
              <p:nvPr/>
            </p:nvSpPr>
            <p:spPr>
              <a:xfrm rot="-4243571">
                <a:off x="9518193" y="3067818"/>
                <a:ext cx="119804" cy="54456"/>
              </a:xfrm>
              <a:custGeom>
                <a:avLst/>
                <a:gdLst>
                  <a:gd name="connsiteX0" fmla="*/ 0 w 119804"/>
                  <a:gd name="connsiteY0" fmla="*/ 0 h 54456"/>
                  <a:gd name="connsiteX1" fmla="*/ 119805 w 119804"/>
                  <a:gd name="connsiteY1" fmla="*/ 0 h 54456"/>
                  <a:gd name="connsiteX2" fmla="*/ 119805 w 119804"/>
                  <a:gd name="connsiteY2" fmla="*/ 54457 h 54456"/>
                  <a:gd name="connsiteX3" fmla="*/ 0 w 119804"/>
                  <a:gd name="connsiteY3" fmla="*/ 54457 h 54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804" h="54456">
                    <a:moveTo>
                      <a:pt x="0" y="0"/>
                    </a:moveTo>
                    <a:lnTo>
                      <a:pt x="119805" y="0"/>
                    </a:lnTo>
                    <a:lnTo>
                      <a:pt x="119805" y="54457"/>
                    </a:lnTo>
                    <a:lnTo>
                      <a:pt x="0" y="54457"/>
                    </a:lnTo>
                    <a:close/>
                  </a:path>
                </a:pathLst>
              </a:custGeom>
              <a:solidFill>
                <a:srgbClr val="9BAF25"/>
              </a:solidFill>
              <a:ln w="54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584" name="Forme libre : forme 1583">
              <a:extLst>
                <a:ext uri="{FF2B5EF4-FFF2-40B4-BE49-F238E27FC236}">
                  <a16:creationId xmlns:a16="http://schemas.microsoft.com/office/drawing/2014/main" id="{E163AB56-9192-4696-BBBB-07888F78430C}"/>
                </a:ext>
              </a:extLst>
            </p:cNvPr>
            <p:cNvSpPr/>
            <p:nvPr/>
          </p:nvSpPr>
          <p:spPr>
            <a:xfrm>
              <a:off x="9480820" y="2287822"/>
              <a:ext cx="537132" cy="1078947"/>
            </a:xfrm>
            <a:custGeom>
              <a:avLst/>
              <a:gdLst>
                <a:gd name="connsiteX0" fmla="*/ 186722 w 537132"/>
                <a:gd name="connsiteY0" fmla="*/ 2614 h 1078947"/>
                <a:gd name="connsiteX1" fmla="*/ 265136 w 537132"/>
                <a:gd name="connsiteY1" fmla="*/ 471516 h 1078947"/>
                <a:gd name="connsiteX2" fmla="*/ 265517 w 537132"/>
                <a:gd name="connsiteY2" fmla="*/ 473585 h 1078947"/>
                <a:gd name="connsiteX3" fmla="*/ 265844 w 537132"/>
                <a:gd name="connsiteY3" fmla="*/ 475273 h 1078947"/>
                <a:gd name="connsiteX4" fmla="*/ 265898 w 537132"/>
                <a:gd name="connsiteY4" fmla="*/ 475545 h 1078947"/>
                <a:gd name="connsiteX5" fmla="*/ 267260 w 537132"/>
                <a:gd name="connsiteY5" fmla="*/ 483169 h 1078947"/>
                <a:gd name="connsiteX6" fmla="*/ 267477 w 537132"/>
                <a:gd name="connsiteY6" fmla="*/ 484530 h 1078947"/>
                <a:gd name="connsiteX7" fmla="*/ 268403 w 537132"/>
                <a:gd name="connsiteY7" fmla="*/ 489812 h 1078947"/>
                <a:gd name="connsiteX8" fmla="*/ 269819 w 537132"/>
                <a:gd name="connsiteY8" fmla="*/ 497817 h 1078947"/>
                <a:gd name="connsiteX9" fmla="*/ 289096 w 537132"/>
                <a:gd name="connsiteY9" fmla="*/ 599591 h 1078947"/>
                <a:gd name="connsiteX10" fmla="*/ 289041 w 537132"/>
                <a:gd name="connsiteY10" fmla="*/ 599591 h 1078947"/>
                <a:gd name="connsiteX11" fmla="*/ 292363 w 537132"/>
                <a:gd name="connsiteY11" fmla="*/ 615546 h 1078947"/>
                <a:gd name="connsiteX12" fmla="*/ 293452 w 537132"/>
                <a:gd name="connsiteY12" fmla="*/ 620882 h 1078947"/>
                <a:gd name="connsiteX13" fmla="*/ 296937 w 537132"/>
                <a:gd name="connsiteY13" fmla="*/ 637164 h 1078947"/>
                <a:gd name="connsiteX14" fmla="*/ 297046 w 537132"/>
                <a:gd name="connsiteY14" fmla="*/ 637164 h 1078947"/>
                <a:gd name="connsiteX15" fmla="*/ 300204 w 537132"/>
                <a:gd name="connsiteY15" fmla="*/ 650832 h 1078947"/>
                <a:gd name="connsiteX16" fmla="*/ 300367 w 537132"/>
                <a:gd name="connsiteY16" fmla="*/ 651376 h 1078947"/>
                <a:gd name="connsiteX17" fmla="*/ 300748 w 537132"/>
                <a:gd name="connsiteY17" fmla="*/ 653065 h 1078947"/>
                <a:gd name="connsiteX18" fmla="*/ 301293 w 537132"/>
                <a:gd name="connsiteY18" fmla="*/ 655352 h 1078947"/>
                <a:gd name="connsiteX19" fmla="*/ 302546 w 537132"/>
                <a:gd name="connsiteY19" fmla="*/ 660144 h 1078947"/>
                <a:gd name="connsiteX20" fmla="*/ 302655 w 537132"/>
                <a:gd name="connsiteY20" fmla="*/ 660470 h 1078947"/>
                <a:gd name="connsiteX21" fmla="*/ 304506 w 537132"/>
                <a:gd name="connsiteY21" fmla="*/ 666841 h 1078947"/>
                <a:gd name="connsiteX22" fmla="*/ 304669 w 537132"/>
                <a:gd name="connsiteY22" fmla="*/ 667440 h 1078947"/>
                <a:gd name="connsiteX23" fmla="*/ 304778 w 537132"/>
                <a:gd name="connsiteY23" fmla="*/ 667767 h 1078947"/>
                <a:gd name="connsiteX24" fmla="*/ 324273 w 537132"/>
                <a:gd name="connsiteY24" fmla="*/ 716939 h 1078947"/>
                <a:gd name="connsiteX25" fmla="*/ 324055 w 537132"/>
                <a:gd name="connsiteY25" fmla="*/ 717048 h 1078947"/>
                <a:gd name="connsiteX26" fmla="*/ 331134 w 537132"/>
                <a:gd name="connsiteY26" fmla="*/ 731750 h 1078947"/>
                <a:gd name="connsiteX27" fmla="*/ 333475 w 537132"/>
                <a:gd name="connsiteY27" fmla="*/ 736597 h 1078947"/>
                <a:gd name="connsiteX28" fmla="*/ 340718 w 537132"/>
                <a:gd name="connsiteY28" fmla="*/ 751299 h 1078947"/>
                <a:gd name="connsiteX29" fmla="*/ 340827 w 537132"/>
                <a:gd name="connsiteY29" fmla="*/ 751245 h 1078947"/>
                <a:gd name="connsiteX30" fmla="*/ 381885 w 537132"/>
                <a:gd name="connsiteY30" fmla="*/ 827480 h 1078947"/>
                <a:gd name="connsiteX31" fmla="*/ 381776 w 537132"/>
                <a:gd name="connsiteY31" fmla="*/ 827534 h 1078947"/>
                <a:gd name="connsiteX32" fmla="*/ 389890 w 537132"/>
                <a:gd name="connsiteY32" fmla="*/ 841638 h 1078947"/>
                <a:gd name="connsiteX33" fmla="*/ 391958 w 537132"/>
                <a:gd name="connsiteY33" fmla="*/ 845232 h 1078947"/>
                <a:gd name="connsiteX34" fmla="*/ 392612 w 537132"/>
                <a:gd name="connsiteY34" fmla="*/ 846321 h 1078947"/>
                <a:gd name="connsiteX35" fmla="*/ 400781 w 537132"/>
                <a:gd name="connsiteY35" fmla="*/ 860370 h 1078947"/>
                <a:gd name="connsiteX36" fmla="*/ 400834 w 537132"/>
                <a:gd name="connsiteY36" fmla="*/ 860370 h 1078947"/>
                <a:gd name="connsiteX37" fmla="*/ 452947 w 537132"/>
                <a:gd name="connsiteY37" fmla="*/ 946843 h 1078947"/>
                <a:gd name="connsiteX38" fmla="*/ 513826 w 537132"/>
                <a:gd name="connsiteY38" fmla="*/ 1042627 h 1078947"/>
                <a:gd name="connsiteX39" fmla="*/ 524009 w 537132"/>
                <a:gd name="connsiteY39" fmla="*/ 1057656 h 1078947"/>
                <a:gd name="connsiteX40" fmla="*/ 506203 w 537132"/>
                <a:gd name="connsiteY40" fmla="*/ 1069527 h 1078947"/>
                <a:gd name="connsiteX41" fmla="*/ 364242 w 537132"/>
                <a:gd name="connsiteY41" fmla="*/ 840495 h 1078947"/>
                <a:gd name="connsiteX42" fmla="*/ 358524 w 537132"/>
                <a:gd name="connsiteY42" fmla="*/ 830366 h 1078947"/>
                <a:gd name="connsiteX43" fmla="*/ 358034 w 537132"/>
                <a:gd name="connsiteY43" fmla="*/ 829549 h 1078947"/>
                <a:gd name="connsiteX44" fmla="*/ 357598 w 537132"/>
                <a:gd name="connsiteY44" fmla="*/ 828787 h 1078947"/>
                <a:gd name="connsiteX45" fmla="*/ 319481 w 537132"/>
                <a:gd name="connsiteY45" fmla="*/ 757289 h 1078947"/>
                <a:gd name="connsiteX46" fmla="*/ 314035 w 537132"/>
                <a:gd name="connsiteY46" fmla="*/ 746017 h 1078947"/>
                <a:gd name="connsiteX47" fmla="*/ 313545 w 537132"/>
                <a:gd name="connsiteY47" fmla="*/ 744983 h 1078947"/>
                <a:gd name="connsiteX48" fmla="*/ 311639 w 537132"/>
                <a:gd name="connsiteY48" fmla="*/ 741007 h 1078947"/>
                <a:gd name="connsiteX49" fmla="*/ 307991 w 537132"/>
                <a:gd name="connsiteY49" fmla="*/ 733438 h 1078947"/>
                <a:gd name="connsiteX50" fmla="*/ 285066 w 537132"/>
                <a:gd name="connsiteY50" fmla="*/ 677242 h 1078947"/>
                <a:gd name="connsiteX51" fmla="*/ 284195 w 537132"/>
                <a:gd name="connsiteY51" fmla="*/ 674628 h 1078947"/>
                <a:gd name="connsiteX52" fmla="*/ 283269 w 537132"/>
                <a:gd name="connsiteY52" fmla="*/ 671579 h 1078947"/>
                <a:gd name="connsiteX53" fmla="*/ 281527 w 537132"/>
                <a:gd name="connsiteY53" fmla="*/ 665480 h 1078947"/>
                <a:gd name="connsiteX54" fmla="*/ 280274 w 537132"/>
                <a:gd name="connsiteY54" fmla="*/ 660579 h 1078947"/>
                <a:gd name="connsiteX55" fmla="*/ 279784 w 537132"/>
                <a:gd name="connsiteY55" fmla="*/ 658619 h 1078947"/>
                <a:gd name="connsiteX56" fmla="*/ 278695 w 537132"/>
                <a:gd name="connsiteY56" fmla="*/ 654045 h 1078947"/>
                <a:gd name="connsiteX57" fmla="*/ 278586 w 537132"/>
                <a:gd name="connsiteY57" fmla="*/ 653555 h 1078947"/>
                <a:gd name="connsiteX58" fmla="*/ 278313 w 537132"/>
                <a:gd name="connsiteY58" fmla="*/ 652466 h 1078947"/>
                <a:gd name="connsiteX59" fmla="*/ 276952 w 537132"/>
                <a:gd name="connsiteY59" fmla="*/ 646639 h 1078947"/>
                <a:gd name="connsiteX60" fmla="*/ 276571 w 537132"/>
                <a:gd name="connsiteY60" fmla="*/ 644896 h 1078947"/>
                <a:gd name="connsiteX61" fmla="*/ 273086 w 537132"/>
                <a:gd name="connsiteY61" fmla="*/ 629159 h 1078947"/>
                <a:gd name="connsiteX62" fmla="*/ 272269 w 537132"/>
                <a:gd name="connsiteY62" fmla="*/ 625239 h 1078947"/>
                <a:gd name="connsiteX63" fmla="*/ 271725 w 537132"/>
                <a:gd name="connsiteY63" fmla="*/ 622679 h 1078947"/>
                <a:gd name="connsiteX64" fmla="*/ 271126 w 537132"/>
                <a:gd name="connsiteY64" fmla="*/ 619902 h 1078947"/>
                <a:gd name="connsiteX65" fmla="*/ 269329 w 537132"/>
                <a:gd name="connsiteY65" fmla="*/ 611135 h 1078947"/>
                <a:gd name="connsiteX66" fmla="*/ 269220 w 537132"/>
                <a:gd name="connsiteY66" fmla="*/ 610645 h 1078947"/>
                <a:gd name="connsiteX67" fmla="*/ 269111 w 537132"/>
                <a:gd name="connsiteY67" fmla="*/ 610209 h 1078947"/>
                <a:gd name="connsiteX68" fmla="*/ 267641 w 537132"/>
                <a:gd name="connsiteY68" fmla="*/ 602804 h 1078947"/>
                <a:gd name="connsiteX69" fmla="*/ 267423 w 537132"/>
                <a:gd name="connsiteY69" fmla="*/ 601715 h 1078947"/>
                <a:gd name="connsiteX70" fmla="*/ 266824 w 537132"/>
                <a:gd name="connsiteY70" fmla="*/ 598611 h 1078947"/>
                <a:gd name="connsiteX71" fmla="*/ 265517 w 537132"/>
                <a:gd name="connsiteY71" fmla="*/ 592131 h 1078947"/>
                <a:gd name="connsiteX72" fmla="*/ 264210 w 537132"/>
                <a:gd name="connsiteY72" fmla="*/ 585596 h 1078947"/>
                <a:gd name="connsiteX73" fmla="*/ 263230 w 537132"/>
                <a:gd name="connsiteY73" fmla="*/ 580478 h 1078947"/>
                <a:gd name="connsiteX74" fmla="*/ 260997 w 537132"/>
                <a:gd name="connsiteY74" fmla="*/ 568988 h 1078947"/>
                <a:gd name="connsiteX75" fmla="*/ 260888 w 537132"/>
                <a:gd name="connsiteY75" fmla="*/ 568443 h 1078947"/>
                <a:gd name="connsiteX76" fmla="*/ 260834 w 537132"/>
                <a:gd name="connsiteY76" fmla="*/ 568062 h 1078947"/>
                <a:gd name="connsiteX77" fmla="*/ 248310 w 537132"/>
                <a:gd name="connsiteY77" fmla="*/ 500757 h 1078947"/>
                <a:gd name="connsiteX78" fmla="*/ 237256 w 537132"/>
                <a:gd name="connsiteY78" fmla="*/ 439823 h 1078947"/>
                <a:gd name="connsiteX79" fmla="*/ 216781 w 537132"/>
                <a:gd name="connsiteY79" fmla="*/ 498252 h 1078947"/>
                <a:gd name="connsiteX80" fmla="*/ 211607 w 537132"/>
                <a:gd name="connsiteY80" fmla="*/ 512955 h 1078947"/>
                <a:gd name="connsiteX81" fmla="*/ 209811 w 537132"/>
                <a:gd name="connsiteY81" fmla="*/ 518074 h 1078947"/>
                <a:gd name="connsiteX82" fmla="*/ 170277 w 537132"/>
                <a:gd name="connsiteY82" fmla="*/ 631174 h 1078947"/>
                <a:gd name="connsiteX83" fmla="*/ 168480 w 537132"/>
                <a:gd name="connsiteY83" fmla="*/ 636293 h 1078947"/>
                <a:gd name="connsiteX84" fmla="*/ 128947 w 537132"/>
                <a:gd name="connsiteY84" fmla="*/ 749393 h 1078947"/>
                <a:gd name="connsiteX85" fmla="*/ 127150 w 537132"/>
                <a:gd name="connsiteY85" fmla="*/ 754512 h 1078947"/>
                <a:gd name="connsiteX86" fmla="*/ 87617 w 537132"/>
                <a:gd name="connsiteY86" fmla="*/ 867613 h 1078947"/>
                <a:gd name="connsiteX87" fmla="*/ 85819 w 537132"/>
                <a:gd name="connsiteY87" fmla="*/ 872731 h 1078947"/>
                <a:gd name="connsiteX88" fmla="*/ 51840 w 537132"/>
                <a:gd name="connsiteY88" fmla="*/ 969877 h 1078947"/>
                <a:gd name="connsiteX89" fmla="*/ 51840 w 537132"/>
                <a:gd name="connsiteY89" fmla="*/ 969877 h 1078947"/>
                <a:gd name="connsiteX90" fmla="*/ 46286 w 537132"/>
                <a:gd name="connsiteY90" fmla="*/ 985832 h 1078947"/>
                <a:gd name="connsiteX91" fmla="*/ 44489 w 537132"/>
                <a:gd name="connsiteY91" fmla="*/ 990950 h 1078947"/>
                <a:gd name="connsiteX92" fmla="*/ 36048 w 537132"/>
                <a:gd name="connsiteY92" fmla="*/ 1015128 h 1078947"/>
                <a:gd name="connsiteX93" fmla="*/ 14757 w 537132"/>
                <a:gd name="connsiteY93" fmla="*/ 1007341 h 1078947"/>
                <a:gd name="connsiteX94" fmla="*/ 228271 w 537132"/>
                <a:gd name="connsiteY94" fmla="*/ 399364 h 1078947"/>
                <a:gd name="connsiteX95" fmla="*/ 229686 w 537132"/>
                <a:gd name="connsiteY95" fmla="*/ 395389 h 1078947"/>
                <a:gd name="connsiteX96" fmla="*/ 228979 w 537132"/>
                <a:gd name="connsiteY96" fmla="*/ 391196 h 1078947"/>
                <a:gd name="connsiteX97" fmla="*/ 165322 w 537132"/>
                <a:gd name="connsiteY97" fmla="*/ 5935 h 1078947"/>
                <a:gd name="connsiteX98" fmla="*/ 202949 w 537132"/>
                <a:gd name="connsiteY98" fmla="*/ 0 h 1078947"/>
                <a:gd name="connsiteX99" fmla="*/ 149149 w 537132"/>
                <a:gd name="connsiteY99" fmla="*/ 8495 h 1078947"/>
                <a:gd name="connsiteX100" fmla="*/ 149313 w 537132"/>
                <a:gd name="connsiteY100" fmla="*/ 9584 h 1078947"/>
                <a:gd name="connsiteX101" fmla="*/ 212751 w 537132"/>
                <a:gd name="connsiteY101" fmla="*/ 394028 h 1078947"/>
                <a:gd name="connsiteX102" fmla="*/ 0 w 537132"/>
                <a:gd name="connsiteY102" fmla="*/ 1002277 h 1078947"/>
                <a:gd name="connsiteX103" fmla="*/ 51405 w 537132"/>
                <a:gd name="connsiteY103" fmla="*/ 1020247 h 1078947"/>
                <a:gd name="connsiteX104" fmla="*/ 51405 w 537132"/>
                <a:gd name="connsiteY104" fmla="*/ 1020247 h 1078947"/>
                <a:gd name="connsiteX105" fmla="*/ 51405 w 537132"/>
                <a:gd name="connsiteY105" fmla="*/ 1020247 h 1078947"/>
                <a:gd name="connsiteX106" fmla="*/ 59736 w 537132"/>
                <a:gd name="connsiteY106" fmla="*/ 996396 h 1078947"/>
                <a:gd name="connsiteX107" fmla="*/ 59736 w 537132"/>
                <a:gd name="connsiteY107" fmla="*/ 996396 h 1078947"/>
                <a:gd name="connsiteX108" fmla="*/ 61533 w 537132"/>
                <a:gd name="connsiteY108" fmla="*/ 991277 h 1078947"/>
                <a:gd name="connsiteX109" fmla="*/ 61533 w 537132"/>
                <a:gd name="connsiteY109" fmla="*/ 991277 h 1078947"/>
                <a:gd name="connsiteX110" fmla="*/ 101067 w 537132"/>
                <a:gd name="connsiteY110" fmla="*/ 878177 h 1078947"/>
                <a:gd name="connsiteX111" fmla="*/ 101067 w 537132"/>
                <a:gd name="connsiteY111" fmla="*/ 878177 h 1078947"/>
                <a:gd name="connsiteX112" fmla="*/ 102863 w 537132"/>
                <a:gd name="connsiteY112" fmla="*/ 873058 h 1078947"/>
                <a:gd name="connsiteX113" fmla="*/ 102863 w 537132"/>
                <a:gd name="connsiteY113" fmla="*/ 873058 h 1078947"/>
                <a:gd name="connsiteX114" fmla="*/ 142397 w 537132"/>
                <a:gd name="connsiteY114" fmla="*/ 759957 h 1078947"/>
                <a:gd name="connsiteX115" fmla="*/ 142397 w 537132"/>
                <a:gd name="connsiteY115" fmla="*/ 759957 h 1078947"/>
                <a:gd name="connsiteX116" fmla="*/ 144194 w 537132"/>
                <a:gd name="connsiteY116" fmla="*/ 754839 h 1078947"/>
                <a:gd name="connsiteX117" fmla="*/ 144194 w 537132"/>
                <a:gd name="connsiteY117" fmla="*/ 754839 h 1078947"/>
                <a:gd name="connsiteX118" fmla="*/ 183727 w 537132"/>
                <a:gd name="connsiteY118" fmla="*/ 641738 h 1078947"/>
                <a:gd name="connsiteX119" fmla="*/ 183727 w 537132"/>
                <a:gd name="connsiteY119" fmla="*/ 641738 h 1078947"/>
                <a:gd name="connsiteX120" fmla="*/ 185524 w 537132"/>
                <a:gd name="connsiteY120" fmla="*/ 636620 h 1078947"/>
                <a:gd name="connsiteX121" fmla="*/ 185524 w 537132"/>
                <a:gd name="connsiteY121" fmla="*/ 636620 h 1078947"/>
                <a:gd name="connsiteX122" fmla="*/ 225058 w 537132"/>
                <a:gd name="connsiteY122" fmla="*/ 523519 h 1078947"/>
                <a:gd name="connsiteX123" fmla="*/ 225058 w 537132"/>
                <a:gd name="connsiteY123" fmla="*/ 523519 h 1078947"/>
                <a:gd name="connsiteX124" fmla="*/ 226855 w 537132"/>
                <a:gd name="connsiteY124" fmla="*/ 518400 h 1078947"/>
                <a:gd name="connsiteX125" fmla="*/ 226855 w 537132"/>
                <a:gd name="connsiteY125" fmla="*/ 518400 h 1078947"/>
                <a:gd name="connsiteX126" fmla="*/ 231974 w 537132"/>
                <a:gd name="connsiteY126" fmla="*/ 503698 h 1078947"/>
                <a:gd name="connsiteX127" fmla="*/ 244498 w 537132"/>
                <a:gd name="connsiteY127" fmla="*/ 571166 h 1078947"/>
                <a:gd name="connsiteX128" fmla="*/ 244661 w 537132"/>
                <a:gd name="connsiteY128" fmla="*/ 572092 h 1078947"/>
                <a:gd name="connsiteX129" fmla="*/ 246894 w 537132"/>
                <a:gd name="connsiteY129" fmla="*/ 583636 h 1078947"/>
                <a:gd name="connsiteX130" fmla="*/ 247874 w 537132"/>
                <a:gd name="connsiteY130" fmla="*/ 588755 h 1078947"/>
                <a:gd name="connsiteX131" fmla="*/ 249181 w 537132"/>
                <a:gd name="connsiteY131" fmla="*/ 595344 h 1078947"/>
                <a:gd name="connsiteX132" fmla="*/ 250487 w 537132"/>
                <a:gd name="connsiteY132" fmla="*/ 601878 h 1078947"/>
                <a:gd name="connsiteX133" fmla="*/ 251359 w 537132"/>
                <a:gd name="connsiteY133" fmla="*/ 606071 h 1078947"/>
                <a:gd name="connsiteX134" fmla="*/ 252884 w 537132"/>
                <a:gd name="connsiteY134" fmla="*/ 613477 h 1078947"/>
                <a:gd name="connsiteX135" fmla="*/ 253047 w 537132"/>
                <a:gd name="connsiteY135" fmla="*/ 614402 h 1078947"/>
                <a:gd name="connsiteX136" fmla="*/ 254844 w 537132"/>
                <a:gd name="connsiteY136" fmla="*/ 623224 h 1078947"/>
                <a:gd name="connsiteX137" fmla="*/ 254844 w 537132"/>
                <a:gd name="connsiteY137" fmla="*/ 623224 h 1078947"/>
                <a:gd name="connsiteX138" fmla="*/ 255987 w 537132"/>
                <a:gd name="connsiteY138" fmla="*/ 628615 h 1078947"/>
                <a:gd name="connsiteX139" fmla="*/ 255987 w 537132"/>
                <a:gd name="connsiteY139" fmla="*/ 628615 h 1078947"/>
                <a:gd name="connsiteX140" fmla="*/ 256804 w 537132"/>
                <a:gd name="connsiteY140" fmla="*/ 632535 h 1078947"/>
                <a:gd name="connsiteX141" fmla="*/ 256859 w 537132"/>
                <a:gd name="connsiteY141" fmla="*/ 632808 h 1078947"/>
                <a:gd name="connsiteX142" fmla="*/ 260344 w 537132"/>
                <a:gd name="connsiteY142" fmla="*/ 648545 h 1078947"/>
                <a:gd name="connsiteX143" fmla="*/ 260725 w 537132"/>
                <a:gd name="connsiteY143" fmla="*/ 650342 h 1078947"/>
                <a:gd name="connsiteX144" fmla="*/ 262086 w 537132"/>
                <a:gd name="connsiteY144" fmla="*/ 656277 h 1078947"/>
                <a:gd name="connsiteX145" fmla="*/ 262468 w 537132"/>
                <a:gd name="connsiteY145" fmla="*/ 657856 h 1078947"/>
                <a:gd name="connsiteX146" fmla="*/ 263611 w 537132"/>
                <a:gd name="connsiteY146" fmla="*/ 662540 h 1078947"/>
                <a:gd name="connsiteX147" fmla="*/ 264101 w 537132"/>
                <a:gd name="connsiteY147" fmla="*/ 664554 h 1078947"/>
                <a:gd name="connsiteX148" fmla="*/ 265408 w 537132"/>
                <a:gd name="connsiteY148" fmla="*/ 669673 h 1078947"/>
                <a:gd name="connsiteX149" fmla="*/ 267314 w 537132"/>
                <a:gd name="connsiteY149" fmla="*/ 676316 h 1078947"/>
                <a:gd name="connsiteX150" fmla="*/ 268294 w 537132"/>
                <a:gd name="connsiteY150" fmla="*/ 679529 h 1078947"/>
                <a:gd name="connsiteX151" fmla="*/ 269220 w 537132"/>
                <a:gd name="connsiteY151" fmla="*/ 682361 h 1078947"/>
                <a:gd name="connsiteX152" fmla="*/ 296556 w 537132"/>
                <a:gd name="connsiteY152" fmla="*/ 748141 h 1078947"/>
                <a:gd name="connsiteX153" fmla="*/ 296610 w 537132"/>
                <a:gd name="connsiteY153" fmla="*/ 748086 h 1078947"/>
                <a:gd name="connsiteX154" fmla="*/ 299061 w 537132"/>
                <a:gd name="connsiteY154" fmla="*/ 753151 h 1078947"/>
                <a:gd name="connsiteX155" fmla="*/ 299006 w 537132"/>
                <a:gd name="connsiteY155" fmla="*/ 753205 h 1078947"/>
                <a:gd name="connsiteX156" fmla="*/ 343113 w 537132"/>
                <a:gd name="connsiteY156" fmla="*/ 836792 h 1078947"/>
                <a:gd name="connsiteX157" fmla="*/ 343985 w 537132"/>
                <a:gd name="connsiteY157" fmla="*/ 838371 h 1078947"/>
                <a:gd name="connsiteX158" fmla="*/ 349757 w 537132"/>
                <a:gd name="connsiteY158" fmla="*/ 848608 h 1078947"/>
                <a:gd name="connsiteX159" fmla="*/ 491773 w 537132"/>
                <a:gd name="connsiteY159" fmla="*/ 1078948 h 1078947"/>
                <a:gd name="connsiteX160" fmla="*/ 537132 w 537132"/>
                <a:gd name="connsiteY160" fmla="*/ 1048780 h 1078947"/>
                <a:gd name="connsiteX161" fmla="*/ 535009 w 537132"/>
                <a:gd name="connsiteY161" fmla="*/ 1045568 h 1078947"/>
                <a:gd name="connsiteX162" fmla="*/ 535009 w 537132"/>
                <a:gd name="connsiteY162" fmla="*/ 1045568 h 1078947"/>
                <a:gd name="connsiteX163" fmla="*/ 527277 w 537132"/>
                <a:gd name="connsiteY163" fmla="*/ 1033751 h 1078947"/>
                <a:gd name="connsiteX164" fmla="*/ 466560 w 537132"/>
                <a:gd name="connsiteY164" fmla="*/ 938294 h 1078947"/>
                <a:gd name="connsiteX165" fmla="*/ 406498 w 537132"/>
                <a:gd name="connsiteY165" fmla="*/ 838208 h 1078947"/>
                <a:gd name="connsiteX166" fmla="*/ 406443 w 537132"/>
                <a:gd name="connsiteY166" fmla="*/ 838208 h 1078947"/>
                <a:gd name="connsiteX167" fmla="*/ 403721 w 537132"/>
                <a:gd name="connsiteY167" fmla="*/ 833524 h 1078947"/>
                <a:gd name="connsiteX168" fmla="*/ 403775 w 537132"/>
                <a:gd name="connsiteY168" fmla="*/ 833524 h 1078947"/>
                <a:gd name="connsiteX169" fmla="*/ 347905 w 537132"/>
                <a:gd name="connsiteY169" fmla="*/ 729463 h 1078947"/>
                <a:gd name="connsiteX170" fmla="*/ 347796 w 537132"/>
                <a:gd name="connsiteY170" fmla="*/ 729518 h 1078947"/>
                <a:gd name="connsiteX171" fmla="*/ 345510 w 537132"/>
                <a:gd name="connsiteY171" fmla="*/ 724726 h 1078947"/>
                <a:gd name="connsiteX172" fmla="*/ 345619 w 537132"/>
                <a:gd name="connsiteY172" fmla="*/ 724671 h 1078947"/>
                <a:gd name="connsiteX173" fmla="*/ 320080 w 537132"/>
                <a:gd name="connsiteY173" fmla="*/ 662921 h 1078947"/>
                <a:gd name="connsiteX174" fmla="*/ 319807 w 537132"/>
                <a:gd name="connsiteY174" fmla="*/ 662049 h 1078947"/>
                <a:gd name="connsiteX175" fmla="*/ 318119 w 537132"/>
                <a:gd name="connsiteY175" fmla="*/ 656168 h 1078947"/>
                <a:gd name="connsiteX176" fmla="*/ 318010 w 537132"/>
                <a:gd name="connsiteY176" fmla="*/ 655787 h 1078947"/>
                <a:gd name="connsiteX177" fmla="*/ 316867 w 537132"/>
                <a:gd name="connsiteY177" fmla="*/ 651268 h 1078947"/>
                <a:gd name="connsiteX178" fmla="*/ 316323 w 537132"/>
                <a:gd name="connsiteY178" fmla="*/ 649089 h 1078947"/>
                <a:gd name="connsiteX179" fmla="*/ 315778 w 537132"/>
                <a:gd name="connsiteY179" fmla="*/ 646911 h 1078947"/>
                <a:gd name="connsiteX180" fmla="*/ 309189 w 537132"/>
                <a:gd name="connsiteY180" fmla="*/ 617452 h 1078947"/>
                <a:gd name="connsiteX181" fmla="*/ 309189 w 537132"/>
                <a:gd name="connsiteY181" fmla="*/ 617452 h 1078947"/>
                <a:gd name="connsiteX182" fmla="*/ 308100 w 537132"/>
                <a:gd name="connsiteY182" fmla="*/ 612170 h 1078947"/>
                <a:gd name="connsiteX183" fmla="*/ 308100 w 537132"/>
                <a:gd name="connsiteY183" fmla="*/ 612170 h 1078947"/>
                <a:gd name="connsiteX184" fmla="*/ 285665 w 537132"/>
                <a:gd name="connsiteY184" fmla="*/ 494876 h 1078947"/>
                <a:gd name="connsiteX185" fmla="*/ 284249 w 537132"/>
                <a:gd name="connsiteY185" fmla="*/ 486926 h 1078947"/>
                <a:gd name="connsiteX186" fmla="*/ 283051 w 537132"/>
                <a:gd name="connsiteY186" fmla="*/ 480283 h 1078947"/>
                <a:gd name="connsiteX187" fmla="*/ 281636 w 537132"/>
                <a:gd name="connsiteY187" fmla="*/ 472387 h 1078947"/>
                <a:gd name="connsiteX188" fmla="*/ 280982 w 537132"/>
                <a:gd name="connsiteY188" fmla="*/ 468629 h 1078947"/>
                <a:gd name="connsiteX189" fmla="*/ 203167 w 537132"/>
                <a:gd name="connsiteY189" fmla="*/ 2668 h 1078947"/>
                <a:gd name="connsiteX190" fmla="*/ 202895 w 537132"/>
                <a:gd name="connsiteY190" fmla="*/ 817 h 1078947"/>
                <a:gd name="connsiteX191" fmla="*/ 202895 w 537132"/>
                <a:gd name="connsiteY191" fmla="*/ 653 h 1078947"/>
                <a:gd name="connsiteX192" fmla="*/ 202949 w 537132"/>
                <a:gd name="connsiteY192" fmla="*/ 0 h 1078947"/>
                <a:gd name="connsiteX193" fmla="*/ 202949 w 537132"/>
                <a:gd name="connsiteY193" fmla="*/ 0 h 1078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</a:cxnLst>
              <a:rect l="l" t="t" r="r" b="b"/>
              <a:pathLst>
                <a:path w="537132" h="1078947">
                  <a:moveTo>
                    <a:pt x="186722" y="2614"/>
                  </a:moveTo>
                  <a:cubicBezTo>
                    <a:pt x="196470" y="63548"/>
                    <a:pt x="234750" y="301347"/>
                    <a:pt x="265136" y="471516"/>
                  </a:cubicBezTo>
                  <a:lnTo>
                    <a:pt x="265517" y="473585"/>
                  </a:lnTo>
                  <a:lnTo>
                    <a:pt x="265844" y="475273"/>
                  </a:lnTo>
                  <a:lnTo>
                    <a:pt x="265898" y="475545"/>
                  </a:lnTo>
                  <a:lnTo>
                    <a:pt x="267260" y="483169"/>
                  </a:lnTo>
                  <a:lnTo>
                    <a:pt x="267477" y="484530"/>
                  </a:lnTo>
                  <a:lnTo>
                    <a:pt x="268403" y="489812"/>
                  </a:lnTo>
                  <a:lnTo>
                    <a:pt x="269819" y="497817"/>
                  </a:lnTo>
                  <a:cubicBezTo>
                    <a:pt x="277170" y="538385"/>
                    <a:pt x="283650" y="572527"/>
                    <a:pt x="289096" y="599591"/>
                  </a:cubicBezTo>
                  <a:lnTo>
                    <a:pt x="289041" y="599591"/>
                  </a:lnTo>
                  <a:lnTo>
                    <a:pt x="292363" y="615546"/>
                  </a:lnTo>
                  <a:lnTo>
                    <a:pt x="293452" y="620882"/>
                  </a:lnTo>
                  <a:lnTo>
                    <a:pt x="296937" y="637164"/>
                  </a:lnTo>
                  <a:lnTo>
                    <a:pt x="297046" y="637164"/>
                  </a:lnTo>
                  <a:cubicBezTo>
                    <a:pt x="298135" y="642119"/>
                    <a:pt x="299224" y="646693"/>
                    <a:pt x="300204" y="650832"/>
                  </a:cubicBezTo>
                  <a:lnTo>
                    <a:pt x="300367" y="651376"/>
                  </a:lnTo>
                  <a:lnTo>
                    <a:pt x="300748" y="653065"/>
                  </a:lnTo>
                  <a:lnTo>
                    <a:pt x="301293" y="655352"/>
                  </a:lnTo>
                  <a:cubicBezTo>
                    <a:pt x="301729" y="656985"/>
                    <a:pt x="302110" y="658564"/>
                    <a:pt x="302546" y="660144"/>
                  </a:cubicBezTo>
                  <a:lnTo>
                    <a:pt x="302655" y="660470"/>
                  </a:lnTo>
                  <a:cubicBezTo>
                    <a:pt x="303199" y="662540"/>
                    <a:pt x="303798" y="664663"/>
                    <a:pt x="304506" y="666841"/>
                  </a:cubicBezTo>
                  <a:lnTo>
                    <a:pt x="304669" y="667440"/>
                  </a:lnTo>
                  <a:lnTo>
                    <a:pt x="304778" y="667767"/>
                  </a:lnTo>
                  <a:cubicBezTo>
                    <a:pt x="308971" y="681217"/>
                    <a:pt x="315506" y="697662"/>
                    <a:pt x="324273" y="716939"/>
                  </a:cubicBezTo>
                  <a:lnTo>
                    <a:pt x="324055" y="717048"/>
                  </a:lnTo>
                  <a:lnTo>
                    <a:pt x="331134" y="731750"/>
                  </a:lnTo>
                  <a:cubicBezTo>
                    <a:pt x="331896" y="733384"/>
                    <a:pt x="332659" y="734963"/>
                    <a:pt x="333475" y="736597"/>
                  </a:cubicBezTo>
                  <a:lnTo>
                    <a:pt x="340718" y="751299"/>
                  </a:lnTo>
                  <a:lnTo>
                    <a:pt x="340827" y="751245"/>
                  </a:lnTo>
                  <a:cubicBezTo>
                    <a:pt x="352262" y="773898"/>
                    <a:pt x="365984" y="799436"/>
                    <a:pt x="381885" y="827480"/>
                  </a:cubicBezTo>
                  <a:lnTo>
                    <a:pt x="381776" y="827534"/>
                  </a:lnTo>
                  <a:lnTo>
                    <a:pt x="389890" y="841638"/>
                  </a:lnTo>
                  <a:lnTo>
                    <a:pt x="391958" y="845232"/>
                  </a:lnTo>
                  <a:lnTo>
                    <a:pt x="392612" y="846321"/>
                  </a:lnTo>
                  <a:lnTo>
                    <a:pt x="400781" y="860370"/>
                  </a:lnTo>
                  <a:lnTo>
                    <a:pt x="400834" y="860370"/>
                  </a:lnTo>
                  <a:cubicBezTo>
                    <a:pt x="416626" y="887379"/>
                    <a:pt x="434106" y="916349"/>
                    <a:pt x="452947" y="946843"/>
                  </a:cubicBezTo>
                  <a:cubicBezTo>
                    <a:pt x="479412" y="989589"/>
                    <a:pt x="502445" y="1025202"/>
                    <a:pt x="513826" y="1042627"/>
                  </a:cubicBezTo>
                  <a:cubicBezTo>
                    <a:pt x="514153" y="1043117"/>
                    <a:pt x="523682" y="1057166"/>
                    <a:pt x="524009" y="1057656"/>
                  </a:cubicBezTo>
                  <a:lnTo>
                    <a:pt x="506203" y="1069527"/>
                  </a:lnTo>
                  <a:cubicBezTo>
                    <a:pt x="483931" y="1035548"/>
                    <a:pt x="415319" y="930670"/>
                    <a:pt x="364242" y="840495"/>
                  </a:cubicBezTo>
                  <a:cubicBezTo>
                    <a:pt x="362281" y="837064"/>
                    <a:pt x="360376" y="833688"/>
                    <a:pt x="358524" y="830366"/>
                  </a:cubicBezTo>
                  <a:lnTo>
                    <a:pt x="358034" y="829549"/>
                  </a:lnTo>
                  <a:lnTo>
                    <a:pt x="357598" y="828787"/>
                  </a:lnTo>
                  <a:cubicBezTo>
                    <a:pt x="342896" y="802540"/>
                    <a:pt x="330099" y="778526"/>
                    <a:pt x="319481" y="757289"/>
                  </a:cubicBezTo>
                  <a:lnTo>
                    <a:pt x="314035" y="746017"/>
                  </a:lnTo>
                  <a:lnTo>
                    <a:pt x="313545" y="744983"/>
                  </a:lnTo>
                  <a:lnTo>
                    <a:pt x="311639" y="741007"/>
                  </a:lnTo>
                  <a:lnTo>
                    <a:pt x="307991" y="733438"/>
                  </a:lnTo>
                  <a:cubicBezTo>
                    <a:pt x="297699" y="711439"/>
                    <a:pt x="290185" y="693034"/>
                    <a:pt x="285066" y="677242"/>
                  </a:cubicBezTo>
                  <a:cubicBezTo>
                    <a:pt x="284794" y="676316"/>
                    <a:pt x="284467" y="675445"/>
                    <a:pt x="284195" y="674628"/>
                  </a:cubicBezTo>
                  <a:cubicBezTo>
                    <a:pt x="283868" y="673594"/>
                    <a:pt x="283541" y="672614"/>
                    <a:pt x="283269" y="671579"/>
                  </a:cubicBezTo>
                  <a:cubicBezTo>
                    <a:pt x="282615" y="669510"/>
                    <a:pt x="282071" y="667440"/>
                    <a:pt x="281527" y="665480"/>
                  </a:cubicBezTo>
                  <a:cubicBezTo>
                    <a:pt x="281145" y="663955"/>
                    <a:pt x="280710" y="662267"/>
                    <a:pt x="280274" y="660579"/>
                  </a:cubicBezTo>
                  <a:lnTo>
                    <a:pt x="279784" y="658619"/>
                  </a:lnTo>
                  <a:cubicBezTo>
                    <a:pt x="279403" y="657149"/>
                    <a:pt x="279076" y="655624"/>
                    <a:pt x="278695" y="654045"/>
                  </a:cubicBezTo>
                  <a:lnTo>
                    <a:pt x="278586" y="653555"/>
                  </a:lnTo>
                  <a:lnTo>
                    <a:pt x="278313" y="652466"/>
                  </a:lnTo>
                  <a:cubicBezTo>
                    <a:pt x="277878" y="650614"/>
                    <a:pt x="277443" y="648654"/>
                    <a:pt x="276952" y="646639"/>
                  </a:cubicBezTo>
                  <a:lnTo>
                    <a:pt x="276571" y="644896"/>
                  </a:lnTo>
                  <a:cubicBezTo>
                    <a:pt x="275482" y="640105"/>
                    <a:pt x="274338" y="634986"/>
                    <a:pt x="273086" y="629159"/>
                  </a:cubicBezTo>
                  <a:lnTo>
                    <a:pt x="272269" y="625239"/>
                  </a:lnTo>
                  <a:lnTo>
                    <a:pt x="271725" y="622679"/>
                  </a:lnTo>
                  <a:lnTo>
                    <a:pt x="271126" y="619902"/>
                  </a:lnTo>
                  <a:cubicBezTo>
                    <a:pt x="270527" y="617125"/>
                    <a:pt x="269928" y="614130"/>
                    <a:pt x="269329" y="611135"/>
                  </a:cubicBezTo>
                  <a:lnTo>
                    <a:pt x="269220" y="610645"/>
                  </a:lnTo>
                  <a:lnTo>
                    <a:pt x="269111" y="610209"/>
                  </a:lnTo>
                  <a:lnTo>
                    <a:pt x="267641" y="602804"/>
                  </a:lnTo>
                  <a:lnTo>
                    <a:pt x="267423" y="601715"/>
                  </a:lnTo>
                  <a:lnTo>
                    <a:pt x="266824" y="598611"/>
                  </a:lnTo>
                  <a:lnTo>
                    <a:pt x="265517" y="592131"/>
                  </a:lnTo>
                  <a:lnTo>
                    <a:pt x="264210" y="585596"/>
                  </a:lnTo>
                  <a:lnTo>
                    <a:pt x="263230" y="580478"/>
                  </a:lnTo>
                  <a:cubicBezTo>
                    <a:pt x="262522" y="576720"/>
                    <a:pt x="261760" y="572854"/>
                    <a:pt x="260997" y="568988"/>
                  </a:cubicBezTo>
                  <a:lnTo>
                    <a:pt x="260888" y="568443"/>
                  </a:lnTo>
                  <a:lnTo>
                    <a:pt x="260834" y="568062"/>
                  </a:lnTo>
                  <a:cubicBezTo>
                    <a:pt x="257022" y="548132"/>
                    <a:pt x="252829" y="525534"/>
                    <a:pt x="248310" y="500757"/>
                  </a:cubicBezTo>
                  <a:lnTo>
                    <a:pt x="237256" y="439823"/>
                  </a:lnTo>
                  <a:lnTo>
                    <a:pt x="216781" y="498252"/>
                  </a:lnTo>
                  <a:lnTo>
                    <a:pt x="211607" y="512955"/>
                  </a:lnTo>
                  <a:lnTo>
                    <a:pt x="209811" y="518074"/>
                  </a:lnTo>
                  <a:lnTo>
                    <a:pt x="170277" y="631174"/>
                  </a:lnTo>
                  <a:lnTo>
                    <a:pt x="168480" y="636293"/>
                  </a:lnTo>
                  <a:lnTo>
                    <a:pt x="128947" y="749393"/>
                  </a:lnTo>
                  <a:lnTo>
                    <a:pt x="127150" y="754512"/>
                  </a:lnTo>
                  <a:lnTo>
                    <a:pt x="87617" y="867613"/>
                  </a:lnTo>
                  <a:lnTo>
                    <a:pt x="85819" y="872731"/>
                  </a:lnTo>
                  <a:lnTo>
                    <a:pt x="51840" y="969877"/>
                  </a:lnTo>
                  <a:lnTo>
                    <a:pt x="51840" y="969877"/>
                  </a:lnTo>
                  <a:lnTo>
                    <a:pt x="46286" y="985832"/>
                  </a:lnTo>
                  <a:lnTo>
                    <a:pt x="44489" y="990950"/>
                  </a:lnTo>
                  <a:lnTo>
                    <a:pt x="36048" y="1015128"/>
                  </a:lnTo>
                  <a:lnTo>
                    <a:pt x="14757" y="1007341"/>
                  </a:lnTo>
                  <a:lnTo>
                    <a:pt x="228271" y="399364"/>
                  </a:lnTo>
                  <a:lnTo>
                    <a:pt x="229686" y="395389"/>
                  </a:lnTo>
                  <a:lnTo>
                    <a:pt x="228979" y="391196"/>
                  </a:lnTo>
                  <a:cubicBezTo>
                    <a:pt x="202623" y="238399"/>
                    <a:pt x="173653" y="58211"/>
                    <a:pt x="165322" y="5935"/>
                  </a:cubicBezTo>
                  <a:moveTo>
                    <a:pt x="202949" y="0"/>
                  </a:moveTo>
                  <a:lnTo>
                    <a:pt x="149149" y="8495"/>
                  </a:lnTo>
                  <a:cubicBezTo>
                    <a:pt x="149149" y="8495"/>
                    <a:pt x="149204" y="8930"/>
                    <a:pt x="149313" y="9584"/>
                  </a:cubicBezTo>
                  <a:cubicBezTo>
                    <a:pt x="152416" y="29351"/>
                    <a:pt x="182693" y="219667"/>
                    <a:pt x="212751" y="394028"/>
                  </a:cubicBezTo>
                  <a:lnTo>
                    <a:pt x="0" y="1002277"/>
                  </a:lnTo>
                  <a:lnTo>
                    <a:pt x="51405" y="1020247"/>
                  </a:lnTo>
                  <a:lnTo>
                    <a:pt x="51405" y="1020247"/>
                  </a:lnTo>
                  <a:lnTo>
                    <a:pt x="51405" y="1020247"/>
                  </a:lnTo>
                  <a:lnTo>
                    <a:pt x="59736" y="996396"/>
                  </a:lnTo>
                  <a:lnTo>
                    <a:pt x="59736" y="996396"/>
                  </a:lnTo>
                  <a:lnTo>
                    <a:pt x="61533" y="991277"/>
                  </a:lnTo>
                  <a:lnTo>
                    <a:pt x="61533" y="991277"/>
                  </a:lnTo>
                  <a:lnTo>
                    <a:pt x="101067" y="878177"/>
                  </a:lnTo>
                  <a:lnTo>
                    <a:pt x="101067" y="878177"/>
                  </a:lnTo>
                  <a:lnTo>
                    <a:pt x="102863" y="873058"/>
                  </a:lnTo>
                  <a:lnTo>
                    <a:pt x="102863" y="873058"/>
                  </a:lnTo>
                  <a:lnTo>
                    <a:pt x="142397" y="759957"/>
                  </a:lnTo>
                  <a:lnTo>
                    <a:pt x="142397" y="759957"/>
                  </a:lnTo>
                  <a:lnTo>
                    <a:pt x="144194" y="754839"/>
                  </a:lnTo>
                  <a:lnTo>
                    <a:pt x="144194" y="754839"/>
                  </a:lnTo>
                  <a:lnTo>
                    <a:pt x="183727" y="641738"/>
                  </a:lnTo>
                  <a:lnTo>
                    <a:pt x="183727" y="641738"/>
                  </a:lnTo>
                  <a:lnTo>
                    <a:pt x="185524" y="636620"/>
                  </a:lnTo>
                  <a:lnTo>
                    <a:pt x="185524" y="636620"/>
                  </a:lnTo>
                  <a:lnTo>
                    <a:pt x="225058" y="523519"/>
                  </a:lnTo>
                  <a:lnTo>
                    <a:pt x="225058" y="523519"/>
                  </a:lnTo>
                  <a:lnTo>
                    <a:pt x="226855" y="518400"/>
                  </a:lnTo>
                  <a:lnTo>
                    <a:pt x="226855" y="518400"/>
                  </a:lnTo>
                  <a:lnTo>
                    <a:pt x="231974" y="503698"/>
                  </a:lnTo>
                  <a:cubicBezTo>
                    <a:pt x="236330" y="527712"/>
                    <a:pt x="240523" y="550365"/>
                    <a:pt x="244498" y="571166"/>
                  </a:cubicBezTo>
                  <a:cubicBezTo>
                    <a:pt x="244552" y="571493"/>
                    <a:pt x="244607" y="571765"/>
                    <a:pt x="244661" y="572092"/>
                  </a:cubicBezTo>
                  <a:cubicBezTo>
                    <a:pt x="245424" y="576012"/>
                    <a:pt x="246186" y="579879"/>
                    <a:pt x="246894" y="583636"/>
                  </a:cubicBezTo>
                  <a:cubicBezTo>
                    <a:pt x="247220" y="585378"/>
                    <a:pt x="247547" y="587067"/>
                    <a:pt x="247874" y="588755"/>
                  </a:cubicBezTo>
                  <a:cubicBezTo>
                    <a:pt x="248310" y="590987"/>
                    <a:pt x="248745" y="593165"/>
                    <a:pt x="249181" y="595344"/>
                  </a:cubicBezTo>
                  <a:cubicBezTo>
                    <a:pt x="249617" y="597576"/>
                    <a:pt x="250052" y="599754"/>
                    <a:pt x="250487" y="601878"/>
                  </a:cubicBezTo>
                  <a:cubicBezTo>
                    <a:pt x="250760" y="603294"/>
                    <a:pt x="251033" y="604710"/>
                    <a:pt x="251359" y="606071"/>
                  </a:cubicBezTo>
                  <a:cubicBezTo>
                    <a:pt x="251849" y="608576"/>
                    <a:pt x="252394" y="611081"/>
                    <a:pt x="252884" y="613477"/>
                  </a:cubicBezTo>
                  <a:cubicBezTo>
                    <a:pt x="252938" y="613803"/>
                    <a:pt x="252993" y="614076"/>
                    <a:pt x="253047" y="614402"/>
                  </a:cubicBezTo>
                  <a:cubicBezTo>
                    <a:pt x="253646" y="617397"/>
                    <a:pt x="254300" y="620392"/>
                    <a:pt x="254844" y="623224"/>
                  </a:cubicBezTo>
                  <a:lnTo>
                    <a:pt x="254844" y="623224"/>
                  </a:lnTo>
                  <a:cubicBezTo>
                    <a:pt x="255225" y="625075"/>
                    <a:pt x="255606" y="626818"/>
                    <a:pt x="255987" y="628615"/>
                  </a:cubicBezTo>
                  <a:lnTo>
                    <a:pt x="255987" y="628615"/>
                  </a:lnTo>
                  <a:cubicBezTo>
                    <a:pt x="256260" y="629976"/>
                    <a:pt x="256532" y="631229"/>
                    <a:pt x="256804" y="632535"/>
                  </a:cubicBezTo>
                  <a:cubicBezTo>
                    <a:pt x="256804" y="632644"/>
                    <a:pt x="256859" y="632699"/>
                    <a:pt x="256859" y="632808"/>
                  </a:cubicBezTo>
                  <a:cubicBezTo>
                    <a:pt x="258057" y="638471"/>
                    <a:pt x="259201" y="643699"/>
                    <a:pt x="260344" y="648545"/>
                  </a:cubicBezTo>
                  <a:cubicBezTo>
                    <a:pt x="260453" y="649144"/>
                    <a:pt x="260616" y="649743"/>
                    <a:pt x="260725" y="650342"/>
                  </a:cubicBezTo>
                  <a:cubicBezTo>
                    <a:pt x="261215" y="652411"/>
                    <a:pt x="261651" y="654426"/>
                    <a:pt x="262086" y="656277"/>
                  </a:cubicBezTo>
                  <a:cubicBezTo>
                    <a:pt x="262195" y="656822"/>
                    <a:pt x="262359" y="657312"/>
                    <a:pt x="262468" y="657856"/>
                  </a:cubicBezTo>
                  <a:cubicBezTo>
                    <a:pt x="262849" y="659490"/>
                    <a:pt x="263230" y="661015"/>
                    <a:pt x="263611" y="662540"/>
                  </a:cubicBezTo>
                  <a:cubicBezTo>
                    <a:pt x="263775" y="663193"/>
                    <a:pt x="263938" y="663901"/>
                    <a:pt x="264101" y="664554"/>
                  </a:cubicBezTo>
                  <a:cubicBezTo>
                    <a:pt x="264537" y="666351"/>
                    <a:pt x="264972" y="668039"/>
                    <a:pt x="265408" y="669673"/>
                  </a:cubicBezTo>
                  <a:cubicBezTo>
                    <a:pt x="265953" y="671797"/>
                    <a:pt x="266606" y="674029"/>
                    <a:pt x="267314" y="676316"/>
                  </a:cubicBezTo>
                  <a:cubicBezTo>
                    <a:pt x="267641" y="677351"/>
                    <a:pt x="267968" y="678440"/>
                    <a:pt x="268294" y="679529"/>
                  </a:cubicBezTo>
                  <a:cubicBezTo>
                    <a:pt x="268567" y="680455"/>
                    <a:pt x="268893" y="681435"/>
                    <a:pt x="269220" y="682361"/>
                  </a:cubicBezTo>
                  <a:cubicBezTo>
                    <a:pt x="275046" y="700385"/>
                    <a:pt x="284031" y="722058"/>
                    <a:pt x="296556" y="748141"/>
                  </a:cubicBezTo>
                  <a:lnTo>
                    <a:pt x="296610" y="748086"/>
                  </a:lnTo>
                  <a:cubicBezTo>
                    <a:pt x="297427" y="749774"/>
                    <a:pt x="298244" y="751463"/>
                    <a:pt x="299061" y="753151"/>
                  </a:cubicBezTo>
                  <a:lnTo>
                    <a:pt x="299006" y="753205"/>
                  </a:lnTo>
                  <a:cubicBezTo>
                    <a:pt x="310877" y="777546"/>
                    <a:pt x="325689" y="805644"/>
                    <a:pt x="343113" y="836792"/>
                  </a:cubicBezTo>
                  <a:cubicBezTo>
                    <a:pt x="343386" y="837336"/>
                    <a:pt x="343712" y="837826"/>
                    <a:pt x="343985" y="838371"/>
                  </a:cubicBezTo>
                  <a:cubicBezTo>
                    <a:pt x="345891" y="841747"/>
                    <a:pt x="347796" y="845123"/>
                    <a:pt x="349757" y="848608"/>
                  </a:cubicBezTo>
                  <a:cubicBezTo>
                    <a:pt x="412597" y="959531"/>
                    <a:pt x="486817" y="1071488"/>
                    <a:pt x="491773" y="1078948"/>
                  </a:cubicBezTo>
                  <a:lnTo>
                    <a:pt x="537132" y="1048780"/>
                  </a:lnTo>
                  <a:cubicBezTo>
                    <a:pt x="537023" y="1048617"/>
                    <a:pt x="536261" y="1047474"/>
                    <a:pt x="535009" y="1045568"/>
                  </a:cubicBezTo>
                  <a:lnTo>
                    <a:pt x="535009" y="1045568"/>
                  </a:lnTo>
                  <a:cubicBezTo>
                    <a:pt x="533375" y="1043063"/>
                    <a:pt x="530707" y="1039033"/>
                    <a:pt x="527277" y="1033751"/>
                  </a:cubicBezTo>
                  <a:cubicBezTo>
                    <a:pt x="515024" y="1014965"/>
                    <a:pt x="492535" y="980114"/>
                    <a:pt x="466560" y="938294"/>
                  </a:cubicBezTo>
                  <a:cubicBezTo>
                    <a:pt x="444561" y="902735"/>
                    <a:pt x="424359" y="869083"/>
                    <a:pt x="406498" y="838208"/>
                  </a:cubicBezTo>
                  <a:lnTo>
                    <a:pt x="406443" y="838208"/>
                  </a:lnTo>
                  <a:cubicBezTo>
                    <a:pt x="405518" y="836628"/>
                    <a:pt x="404647" y="835104"/>
                    <a:pt x="403721" y="833524"/>
                  </a:cubicBezTo>
                  <a:lnTo>
                    <a:pt x="403775" y="833524"/>
                  </a:lnTo>
                  <a:cubicBezTo>
                    <a:pt x="380959" y="793773"/>
                    <a:pt x="362172" y="758759"/>
                    <a:pt x="347905" y="729463"/>
                  </a:cubicBezTo>
                  <a:lnTo>
                    <a:pt x="347796" y="729518"/>
                  </a:lnTo>
                  <a:cubicBezTo>
                    <a:pt x="347034" y="727939"/>
                    <a:pt x="346272" y="726305"/>
                    <a:pt x="345510" y="724726"/>
                  </a:cubicBezTo>
                  <a:lnTo>
                    <a:pt x="345619" y="724671"/>
                  </a:lnTo>
                  <a:cubicBezTo>
                    <a:pt x="333584" y="699623"/>
                    <a:pt x="325035" y="678876"/>
                    <a:pt x="320080" y="662921"/>
                  </a:cubicBezTo>
                  <a:cubicBezTo>
                    <a:pt x="319971" y="662648"/>
                    <a:pt x="319916" y="662376"/>
                    <a:pt x="319807" y="662049"/>
                  </a:cubicBezTo>
                  <a:cubicBezTo>
                    <a:pt x="319208" y="660035"/>
                    <a:pt x="318609" y="658074"/>
                    <a:pt x="318119" y="656168"/>
                  </a:cubicBezTo>
                  <a:cubicBezTo>
                    <a:pt x="318065" y="656059"/>
                    <a:pt x="318065" y="655896"/>
                    <a:pt x="318010" y="655787"/>
                  </a:cubicBezTo>
                  <a:cubicBezTo>
                    <a:pt x="317629" y="654371"/>
                    <a:pt x="317248" y="652847"/>
                    <a:pt x="316867" y="651268"/>
                  </a:cubicBezTo>
                  <a:cubicBezTo>
                    <a:pt x="316704" y="650560"/>
                    <a:pt x="316485" y="649852"/>
                    <a:pt x="316323" y="649089"/>
                  </a:cubicBezTo>
                  <a:cubicBezTo>
                    <a:pt x="316159" y="648381"/>
                    <a:pt x="315996" y="647619"/>
                    <a:pt x="315778" y="646911"/>
                  </a:cubicBezTo>
                  <a:cubicBezTo>
                    <a:pt x="313817" y="638852"/>
                    <a:pt x="311639" y="629050"/>
                    <a:pt x="309189" y="617452"/>
                  </a:cubicBezTo>
                  <a:lnTo>
                    <a:pt x="309189" y="617452"/>
                  </a:lnTo>
                  <a:cubicBezTo>
                    <a:pt x="308808" y="615709"/>
                    <a:pt x="308481" y="613967"/>
                    <a:pt x="308100" y="612170"/>
                  </a:cubicBezTo>
                  <a:lnTo>
                    <a:pt x="308100" y="612170"/>
                  </a:lnTo>
                  <a:cubicBezTo>
                    <a:pt x="302056" y="583146"/>
                    <a:pt x="294487" y="543721"/>
                    <a:pt x="285665" y="494876"/>
                  </a:cubicBezTo>
                  <a:cubicBezTo>
                    <a:pt x="285175" y="492262"/>
                    <a:pt x="284685" y="489594"/>
                    <a:pt x="284249" y="486926"/>
                  </a:cubicBezTo>
                  <a:cubicBezTo>
                    <a:pt x="283868" y="484748"/>
                    <a:pt x="283432" y="482515"/>
                    <a:pt x="283051" y="480283"/>
                  </a:cubicBezTo>
                  <a:cubicBezTo>
                    <a:pt x="282561" y="477669"/>
                    <a:pt x="282125" y="475055"/>
                    <a:pt x="281636" y="472387"/>
                  </a:cubicBezTo>
                  <a:cubicBezTo>
                    <a:pt x="281418" y="471134"/>
                    <a:pt x="281200" y="469882"/>
                    <a:pt x="280982" y="468629"/>
                  </a:cubicBezTo>
                  <a:cubicBezTo>
                    <a:pt x="247656" y="281690"/>
                    <a:pt x="207632" y="30658"/>
                    <a:pt x="203167" y="2668"/>
                  </a:cubicBezTo>
                  <a:cubicBezTo>
                    <a:pt x="203058" y="1851"/>
                    <a:pt x="202949" y="1252"/>
                    <a:pt x="202895" y="817"/>
                  </a:cubicBezTo>
                  <a:cubicBezTo>
                    <a:pt x="202895" y="762"/>
                    <a:pt x="202895" y="708"/>
                    <a:pt x="202895" y="653"/>
                  </a:cubicBezTo>
                  <a:cubicBezTo>
                    <a:pt x="203004" y="218"/>
                    <a:pt x="202949" y="0"/>
                    <a:pt x="202949" y="0"/>
                  </a:cubicBezTo>
                  <a:lnTo>
                    <a:pt x="202949" y="0"/>
                  </a:lnTo>
                  <a:close/>
                </a:path>
              </a:pathLst>
            </a:custGeom>
            <a:solidFill>
              <a:srgbClr val="838E17">
                <a:alpha val="48000"/>
              </a:srgbClr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5" name="Forme libre : forme 1584">
              <a:extLst>
                <a:ext uri="{FF2B5EF4-FFF2-40B4-BE49-F238E27FC236}">
                  <a16:creationId xmlns:a16="http://schemas.microsoft.com/office/drawing/2014/main" id="{C1566FE8-F644-4575-8CCA-B14C7FFF52D8}"/>
                </a:ext>
              </a:extLst>
            </p:cNvPr>
            <p:cNvSpPr/>
            <p:nvPr/>
          </p:nvSpPr>
          <p:spPr>
            <a:xfrm>
              <a:off x="9683824" y="2287822"/>
              <a:ext cx="334346" cy="1048725"/>
            </a:xfrm>
            <a:custGeom>
              <a:avLst/>
              <a:gdLst>
                <a:gd name="connsiteX0" fmla="*/ 334346 w 334346"/>
                <a:gd name="connsiteY0" fmla="*/ 1048726 h 1048725"/>
                <a:gd name="connsiteX1" fmla="*/ 332223 w 334346"/>
                <a:gd name="connsiteY1" fmla="*/ 1045513 h 1048725"/>
                <a:gd name="connsiteX2" fmla="*/ 332223 w 334346"/>
                <a:gd name="connsiteY2" fmla="*/ 1045513 h 1048725"/>
                <a:gd name="connsiteX3" fmla="*/ 324490 w 334346"/>
                <a:gd name="connsiteY3" fmla="*/ 1033697 h 1048725"/>
                <a:gd name="connsiteX4" fmla="*/ 263775 w 334346"/>
                <a:gd name="connsiteY4" fmla="*/ 938239 h 1048725"/>
                <a:gd name="connsiteX5" fmla="*/ 203712 w 334346"/>
                <a:gd name="connsiteY5" fmla="*/ 838153 h 1048725"/>
                <a:gd name="connsiteX6" fmla="*/ 203657 w 334346"/>
                <a:gd name="connsiteY6" fmla="*/ 838153 h 1048725"/>
                <a:gd name="connsiteX7" fmla="*/ 200935 w 334346"/>
                <a:gd name="connsiteY7" fmla="*/ 833470 h 1048725"/>
                <a:gd name="connsiteX8" fmla="*/ 200989 w 334346"/>
                <a:gd name="connsiteY8" fmla="*/ 833470 h 1048725"/>
                <a:gd name="connsiteX9" fmla="*/ 145120 w 334346"/>
                <a:gd name="connsiteY9" fmla="*/ 729409 h 1048725"/>
                <a:gd name="connsiteX10" fmla="*/ 145011 w 334346"/>
                <a:gd name="connsiteY10" fmla="*/ 729463 h 1048725"/>
                <a:gd name="connsiteX11" fmla="*/ 142723 w 334346"/>
                <a:gd name="connsiteY11" fmla="*/ 724671 h 1048725"/>
                <a:gd name="connsiteX12" fmla="*/ 142832 w 334346"/>
                <a:gd name="connsiteY12" fmla="*/ 724617 h 1048725"/>
                <a:gd name="connsiteX13" fmla="*/ 117294 w 334346"/>
                <a:gd name="connsiteY13" fmla="*/ 662866 h 1048725"/>
                <a:gd name="connsiteX14" fmla="*/ 117021 w 334346"/>
                <a:gd name="connsiteY14" fmla="*/ 661995 h 1048725"/>
                <a:gd name="connsiteX15" fmla="*/ 115333 w 334346"/>
                <a:gd name="connsiteY15" fmla="*/ 656114 h 1048725"/>
                <a:gd name="connsiteX16" fmla="*/ 115224 w 334346"/>
                <a:gd name="connsiteY16" fmla="*/ 655733 h 1048725"/>
                <a:gd name="connsiteX17" fmla="*/ 114080 w 334346"/>
                <a:gd name="connsiteY17" fmla="*/ 651213 h 1048725"/>
                <a:gd name="connsiteX18" fmla="*/ 113536 w 334346"/>
                <a:gd name="connsiteY18" fmla="*/ 649035 h 1048725"/>
                <a:gd name="connsiteX19" fmla="*/ 112992 w 334346"/>
                <a:gd name="connsiteY19" fmla="*/ 646857 h 1048725"/>
                <a:gd name="connsiteX20" fmla="*/ 106403 w 334346"/>
                <a:gd name="connsiteY20" fmla="*/ 617397 h 1048725"/>
                <a:gd name="connsiteX21" fmla="*/ 106403 w 334346"/>
                <a:gd name="connsiteY21" fmla="*/ 617397 h 1048725"/>
                <a:gd name="connsiteX22" fmla="*/ 105313 w 334346"/>
                <a:gd name="connsiteY22" fmla="*/ 612115 h 1048725"/>
                <a:gd name="connsiteX23" fmla="*/ 105313 w 334346"/>
                <a:gd name="connsiteY23" fmla="*/ 612115 h 1048725"/>
                <a:gd name="connsiteX24" fmla="*/ 82879 w 334346"/>
                <a:gd name="connsiteY24" fmla="*/ 494822 h 1048725"/>
                <a:gd name="connsiteX25" fmla="*/ 82879 w 334346"/>
                <a:gd name="connsiteY25" fmla="*/ 494822 h 1048725"/>
                <a:gd name="connsiteX26" fmla="*/ 81463 w 334346"/>
                <a:gd name="connsiteY26" fmla="*/ 486872 h 1048725"/>
                <a:gd name="connsiteX27" fmla="*/ 80265 w 334346"/>
                <a:gd name="connsiteY27" fmla="*/ 480228 h 1048725"/>
                <a:gd name="connsiteX28" fmla="*/ 78849 w 334346"/>
                <a:gd name="connsiteY28" fmla="*/ 472332 h 1048725"/>
                <a:gd name="connsiteX29" fmla="*/ 78196 w 334346"/>
                <a:gd name="connsiteY29" fmla="*/ 468575 h 1048725"/>
                <a:gd name="connsiteX30" fmla="*/ 382 w 334346"/>
                <a:gd name="connsiteY30" fmla="*/ 2614 h 1048725"/>
                <a:gd name="connsiteX31" fmla="*/ 109 w 334346"/>
                <a:gd name="connsiteY31" fmla="*/ 762 h 1048725"/>
                <a:gd name="connsiteX32" fmla="*/ 109 w 334346"/>
                <a:gd name="connsiteY32" fmla="*/ 599 h 1048725"/>
                <a:gd name="connsiteX33" fmla="*/ 0 w 334346"/>
                <a:gd name="connsiteY33" fmla="*/ 0 h 1048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34346" h="1048725">
                  <a:moveTo>
                    <a:pt x="334346" y="1048726"/>
                  </a:moveTo>
                  <a:cubicBezTo>
                    <a:pt x="334237" y="1048563"/>
                    <a:pt x="333475" y="1047419"/>
                    <a:pt x="332223" y="1045513"/>
                  </a:cubicBezTo>
                  <a:lnTo>
                    <a:pt x="332223" y="1045513"/>
                  </a:lnTo>
                  <a:cubicBezTo>
                    <a:pt x="330589" y="1043008"/>
                    <a:pt x="327921" y="1038979"/>
                    <a:pt x="324490" y="1033697"/>
                  </a:cubicBezTo>
                  <a:cubicBezTo>
                    <a:pt x="312238" y="1014910"/>
                    <a:pt x="289748" y="980060"/>
                    <a:pt x="263775" y="938239"/>
                  </a:cubicBezTo>
                  <a:cubicBezTo>
                    <a:pt x="241775" y="902681"/>
                    <a:pt x="221573" y="869028"/>
                    <a:pt x="203712" y="838153"/>
                  </a:cubicBezTo>
                  <a:lnTo>
                    <a:pt x="203657" y="838153"/>
                  </a:lnTo>
                  <a:cubicBezTo>
                    <a:pt x="202731" y="836574"/>
                    <a:pt x="201861" y="835049"/>
                    <a:pt x="200935" y="833470"/>
                  </a:cubicBezTo>
                  <a:lnTo>
                    <a:pt x="200989" y="833470"/>
                  </a:lnTo>
                  <a:cubicBezTo>
                    <a:pt x="178173" y="793719"/>
                    <a:pt x="159386" y="758705"/>
                    <a:pt x="145120" y="729409"/>
                  </a:cubicBezTo>
                  <a:lnTo>
                    <a:pt x="145011" y="729463"/>
                  </a:lnTo>
                  <a:cubicBezTo>
                    <a:pt x="144248" y="727884"/>
                    <a:pt x="143486" y="726251"/>
                    <a:pt x="142723" y="724671"/>
                  </a:cubicBezTo>
                  <a:lnTo>
                    <a:pt x="142832" y="724617"/>
                  </a:lnTo>
                  <a:cubicBezTo>
                    <a:pt x="130798" y="699568"/>
                    <a:pt x="122249" y="678821"/>
                    <a:pt x="117294" y="662866"/>
                  </a:cubicBezTo>
                  <a:cubicBezTo>
                    <a:pt x="117185" y="662594"/>
                    <a:pt x="117130" y="662322"/>
                    <a:pt x="117021" y="661995"/>
                  </a:cubicBezTo>
                  <a:cubicBezTo>
                    <a:pt x="116422" y="659980"/>
                    <a:pt x="115823" y="658020"/>
                    <a:pt x="115333" y="656114"/>
                  </a:cubicBezTo>
                  <a:cubicBezTo>
                    <a:pt x="115279" y="656005"/>
                    <a:pt x="115279" y="655842"/>
                    <a:pt x="115224" y="655733"/>
                  </a:cubicBezTo>
                  <a:cubicBezTo>
                    <a:pt x="114843" y="654317"/>
                    <a:pt x="114462" y="652792"/>
                    <a:pt x="114080" y="651213"/>
                  </a:cubicBezTo>
                  <a:cubicBezTo>
                    <a:pt x="113918" y="650505"/>
                    <a:pt x="113700" y="649797"/>
                    <a:pt x="113536" y="649035"/>
                  </a:cubicBezTo>
                  <a:cubicBezTo>
                    <a:pt x="113373" y="648327"/>
                    <a:pt x="113210" y="647565"/>
                    <a:pt x="112992" y="646857"/>
                  </a:cubicBezTo>
                  <a:cubicBezTo>
                    <a:pt x="111031" y="638798"/>
                    <a:pt x="108853" y="628996"/>
                    <a:pt x="106403" y="617397"/>
                  </a:cubicBezTo>
                  <a:lnTo>
                    <a:pt x="106403" y="617397"/>
                  </a:lnTo>
                  <a:cubicBezTo>
                    <a:pt x="106021" y="615655"/>
                    <a:pt x="105695" y="613912"/>
                    <a:pt x="105313" y="612115"/>
                  </a:cubicBezTo>
                  <a:lnTo>
                    <a:pt x="105313" y="612115"/>
                  </a:lnTo>
                  <a:cubicBezTo>
                    <a:pt x="99269" y="583091"/>
                    <a:pt x="91700" y="543667"/>
                    <a:pt x="82879" y="494822"/>
                  </a:cubicBezTo>
                  <a:lnTo>
                    <a:pt x="82879" y="494822"/>
                  </a:lnTo>
                  <a:cubicBezTo>
                    <a:pt x="82389" y="492208"/>
                    <a:pt x="81899" y="489540"/>
                    <a:pt x="81463" y="486872"/>
                  </a:cubicBezTo>
                  <a:cubicBezTo>
                    <a:pt x="81082" y="484693"/>
                    <a:pt x="80646" y="482461"/>
                    <a:pt x="80265" y="480228"/>
                  </a:cubicBezTo>
                  <a:cubicBezTo>
                    <a:pt x="79775" y="477614"/>
                    <a:pt x="79340" y="475001"/>
                    <a:pt x="78849" y="472332"/>
                  </a:cubicBezTo>
                  <a:cubicBezTo>
                    <a:pt x="78632" y="471080"/>
                    <a:pt x="78414" y="469827"/>
                    <a:pt x="78196" y="468575"/>
                  </a:cubicBezTo>
                  <a:cubicBezTo>
                    <a:pt x="44870" y="281635"/>
                    <a:pt x="4846" y="30603"/>
                    <a:pt x="382" y="2614"/>
                  </a:cubicBezTo>
                  <a:cubicBezTo>
                    <a:pt x="273" y="1797"/>
                    <a:pt x="164" y="1198"/>
                    <a:pt x="109" y="762"/>
                  </a:cubicBezTo>
                  <a:cubicBezTo>
                    <a:pt x="109" y="708"/>
                    <a:pt x="109" y="653"/>
                    <a:pt x="109" y="599"/>
                  </a:cubicBezTo>
                  <a:cubicBezTo>
                    <a:pt x="55" y="218"/>
                    <a:pt x="0" y="0"/>
                    <a:pt x="0" y="0"/>
                  </a:cubicBezTo>
                </a:path>
              </a:pathLst>
            </a:custGeom>
            <a:noFill/>
            <a:ln w="5445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6" name="Forme libre : forme 1585">
              <a:extLst>
                <a:ext uri="{FF2B5EF4-FFF2-40B4-BE49-F238E27FC236}">
                  <a16:creationId xmlns:a16="http://schemas.microsoft.com/office/drawing/2014/main" id="{DD9AE9C9-9B0D-4678-B121-42ACA939ED80}"/>
                </a:ext>
              </a:extLst>
            </p:cNvPr>
            <p:cNvSpPr/>
            <p:nvPr/>
          </p:nvSpPr>
          <p:spPr>
            <a:xfrm>
              <a:off x="9532279" y="2791575"/>
              <a:ext cx="440367" cy="575250"/>
            </a:xfrm>
            <a:custGeom>
              <a:avLst/>
              <a:gdLst>
                <a:gd name="connsiteX0" fmla="*/ 0 w 440367"/>
                <a:gd name="connsiteY0" fmla="*/ 516549 h 575250"/>
                <a:gd name="connsiteX1" fmla="*/ 0 w 440367"/>
                <a:gd name="connsiteY1" fmla="*/ 516549 h 575250"/>
                <a:gd name="connsiteX2" fmla="*/ 0 w 440367"/>
                <a:gd name="connsiteY2" fmla="*/ 516549 h 575250"/>
                <a:gd name="connsiteX3" fmla="*/ 8331 w 440367"/>
                <a:gd name="connsiteY3" fmla="*/ 492698 h 575250"/>
                <a:gd name="connsiteX4" fmla="*/ 8331 w 440367"/>
                <a:gd name="connsiteY4" fmla="*/ 492698 h 575250"/>
                <a:gd name="connsiteX5" fmla="*/ 10128 w 440367"/>
                <a:gd name="connsiteY5" fmla="*/ 487579 h 575250"/>
                <a:gd name="connsiteX6" fmla="*/ 10128 w 440367"/>
                <a:gd name="connsiteY6" fmla="*/ 487579 h 575250"/>
                <a:gd name="connsiteX7" fmla="*/ 49662 w 440367"/>
                <a:gd name="connsiteY7" fmla="*/ 374479 h 575250"/>
                <a:gd name="connsiteX8" fmla="*/ 49662 w 440367"/>
                <a:gd name="connsiteY8" fmla="*/ 374479 h 575250"/>
                <a:gd name="connsiteX9" fmla="*/ 51459 w 440367"/>
                <a:gd name="connsiteY9" fmla="*/ 369360 h 575250"/>
                <a:gd name="connsiteX10" fmla="*/ 51459 w 440367"/>
                <a:gd name="connsiteY10" fmla="*/ 369360 h 575250"/>
                <a:gd name="connsiteX11" fmla="*/ 90992 w 440367"/>
                <a:gd name="connsiteY11" fmla="*/ 256260 h 575250"/>
                <a:gd name="connsiteX12" fmla="*/ 90992 w 440367"/>
                <a:gd name="connsiteY12" fmla="*/ 256260 h 575250"/>
                <a:gd name="connsiteX13" fmla="*/ 92789 w 440367"/>
                <a:gd name="connsiteY13" fmla="*/ 251141 h 575250"/>
                <a:gd name="connsiteX14" fmla="*/ 92789 w 440367"/>
                <a:gd name="connsiteY14" fmla="*/ 251141 h 575250"/>
                <a:gd name="connsiteX15" fmla="*/ 132322 w 440367"/>
                <a:gd name="connsiteY15" fmla="*/ 138040 h 575250"/>
                <a:gd name="connsiteX16" fmla="*/ 132322 w 440367"/>
                <a:gd name="connsiteY16" fmla="*/ 138040 h 575250"/>
                <a:gd name="connsiteX17" fmla="*/ 134120 w 440367"/>
                <a:gd name="connsiteY17" fmla="*/ 132922 h 575250"/>
                <a:gd name="connsiteX18" fmla="*/ 134120 w 440367"/>
                <a:gd name="connsiteY18" fmla="*/ 132922 h 575250"/>
                <a:gd name="connsiteX19" fmla="*/ 173653 w 440367"/>
                <a:gd name="connsiteY19" fmla="*/ 19821 h 575250"/>
                <a:gd name="connsiteX20" fmla="*/ 173653 w 440367"/>
                <a:gd name="connsiteY20" fmla="*/ 19821 h 575250"/>
                <a:gd name="connsiteX21" fmla="*/ 175450 w 440367"/>
                <a:gd name="connsiteY21" fmla="*/ 14703 h 575250"/>
                <a:gd name="connsiteX22" fmla="*/ 175450 w 440367"/>
                <a:gd name="connsiteY22" fmla="*/ 14703 h 575250"/>
                <a:gd name="connsiteX23" fmla="*/ 180568 w 440367"/>
                <a:gd name="connsiteY23" fmla="*/ 0 h 575250"/>
                <a:gd name="connsiteX24" fmla="*/ 193093 w 440367"/>
                <a:gd name="connsiteY24" fmla="*/ 67468 h 575250"/>
                <a:gd name="connsiteX25" fmla="*/ 193256 w 440367"/>
                <a:gd name="connsiteY25" fmla="*/ 68394 h 575250"/>
                <a:gd name="connsiteX26" fmla="*/ 195489 w 440367"/>
                <a:gd name="connsiteY26" fmla="*/ 79938 h 575250"/>
                <a:gd name="connsiteX27" fmla="*/ 196469 w 440367"/>
                <a:gd name="connsiteY27" fmla="*/ 85057 h 575250"/>
                <a:gd name="connsiteX28" fmla="*/ 197776 w 440367"/>
                <a:gd name="connsiteY28" fmla="*/ 91646 h 575250"/>
                <a:gd name="connsiteX29" fmla="*/ 199083 w 440367"/>
                <a:gd name="connsiteY29" fmla="*/ 98180 h 575250"/>
                <a:gd name="connsiteX30" fmla="*/ 199954 w 440367"/>
                <a:gd name="connsiteY30" fmla="*/ 102373 h 575250"/>
                <a:gd name="connsiteX31" fmla="*/ 201479 w 440367"/>
                <a:gd name="connsiteY31" fmla="*/ 109779 h 575250"/>
                <a:gd name="connsiteX32" fmla="*/ 201642 w 440367"/>
                <a:gd name="connsiteY32" fmla="*/ 110705 h 575250"/>
                <a:gd name="connsiteX33" fmla="*/ 203439 w 440367"/>
                <a:gd name="connsiteY33" fmla="*/ 119526 h 575250"/>
                <a:gd name="connsiteX34" fmla="*/ 203439 w 440367"/>
                <a:gd name="connsiteY34" fmla="*/ 119526 h 575250"/>
                <a:gd name="connsiteX35" fmla="*/ 204583 w 440367"/>
                <a:gd name="connsiteY35" fmla="*/ 124917 h 575250"/>
                <a:gd name="connsiteX36" fmla="*/ 204583 w 440367"/>
                <a:gd name="connsiteY36" fmla="*/ 124917 h 575250"/>
                <a:gd name="connsiteX37" fmla="*/ 205400 w 440367"/>
                <a:gd name="connsiteY37" fmla="*/ 128838 h 575250"/>
                <a:gd name="connsiteX38" fmla="*/ 205454 w 440367"/>
                <a:gd name="connsiteY38" fmla="*/ 129110 h 575250"/>
                <a:gd name="connsiteX39" fmla="*/ 208939 w 440367"/>
                <a:gd name="connsiteY39" fmla="*/ 144847 h 575250"/>
                <a:gd name="connsiteX40" fmla="*/ 209320 w 440367"/>
                <a:gd name="connsiteY40" fmla="*/ 146644 h 575250"/>
                <a:gd name="connsiteX41" fmla="*/ 210681 w 440367"/>
                <a:gd name="connsiteY41" fmla="*/ 152580 h 575250"/>
                <a:gd name="connsiteX42" fmla="*/ 211063 w 440367"/>
                <a:gd name="connsiteY42" fmla="*/ 154159 h 575250"/>
                <a:gd name="connsiteX43" fmla="*/ 212206 w 440367"/>
                <a:gd name="connsiteY43" fmla="*/ 158842 h 575250"/>
                <a:gd name="connsiteX44" fmla="*/ 212696 w 440367"/>
                <a:gd name="connsiteY44" fmla="*/ 160857 h 575250"/>
                <a:gd name="connsiteX45" fmla="*/ 214003 w 440367"/>
                <a:gd name="connsiteY45" fmla="*/ 165975 h 575250"/>
                <a:gd name="connsiteX46" fmla="*/ 215909 w 440367"/>
                <a:gd name="connsiteY46" fmla="*/ 172619 h 575250"/>
                <a:gd name="connsiteX47" fmla="*/ 216889 w 440367"/>
                <a:gd name="connsiteY47" fmla="*/ 175831 h 575250"/>
                <a:gd name="connsiteX48" fmla="*/ 217815 w 440367"/>
                <a:gd name="connsiteY48" fmla="*/ 178663 h 575250"/>
                <a:gd name="connsiteX49" fmla="*/ 245151 w 440367"/>
                <a:gd name="connsiteY49" fmla="*/ 244443 h 575250"/>
                <a:gd name="connsiteX50" fmla="*/ 245205 w 440367"/>
                <a:gd name="connsiteY50" fmla="*/ 244389 h 575250"/>
                <a:gd name="connsiteX51" fmla="*/ 247656 w 440367"/>
                <a:gd name="connsiteY51" fmla="*/ 249453 h 575250"/>
                <a:gd name="connsiteX52" fmla="*/ 247601 w 440367"/>
                <a:gd name="connsiteY52" fmla="*/ 249507 h 575250"/>
                <a:gd name="connsiteX53" fmla="*/ 291709 w 440367"/>
                <a:gd name="connsiteY53" fmla="*/ 333094 h 575250"/>
                <a:gd name="connsiteX54" fmla="*/ 292580 w 440367"/>
                <a:gd name="connsiteY54" fmla="*/ 334673 h 575250"/>
                <a:gd name="connsiteX55" fmla="*/ 298352 w 440367"/>
                <a:gd name="connsiteY55" fmla="*/ 344910 h 575250"/>
                <a:gd name="connsiteX56" fmla="*/ 440368 w 440367"/>
                <a:gd name="connsiteY56" fmla="*/ 575250 h 57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40367" h="575250">
                  <a:moveTo>
                    <a:pt x="0" y="516549"/>
                  </a:moveTo>
                  <a:lnTo>
                    <a:pt x="0" y="516549"/>
                  </a:lnTo>
                  <a:lnTo>
                    <a:pt x="0" y="516549"/>
                  </a:lnTo>
                  <a:lnTo>
                    <a:pt x="8331" y="492698"/>
                  </a:lnTo>
                  <a:lnTo>
                    <a:pt x="8331" y="492698"/>
                  </a:lnTo>
                  <a:lnTo>
                    <a:pt x="10128" y="487579"/>
                  </a:lnTo>
                  <a:lnTo>
                    <a:pt x="10128" y="487579"/>
                  </a:lnTo>
                  <a:lnTo>
                    <a:pt x="49662" y="374479"/>
                  </a:lnTo>
                  <a:lnTo>
                    <a:pt x="49662" y="374479"/>
                  </a:lnTo>
                  <a:lnTo>
                    <a:pt x="51459" y="369360"/>
                  </a:lnTo>
                  <a:lnTo>
                    <a:pt x="51459" y="369360"/>
                  </a:lnTo>
                  <a:lnTo>
                    <a:pt x="90992" y="256260"/>
                  </a:lnTo>
                  <a:lnTo>
                    <a:pt x="90992" y="256260"/>
                  </a:lnTo>
                  <a:lnTo>
                    <a:pt x="92789" y="251141"/>
                  </a:lnTo>
                  <a:lnTo>
                    <a:pt x="92789" y="251141"/>
                  </a:lnTo>
                  <a:lnTo>
                    <a:pt x="132322" y="138040"/>
                  </a:lnTo>
                  <a:lnTo>
                    <a:pt x="132322" y="138040"/>
                  </a:lnTo>
                  <a:lnTo>
                    <a:pt x="134120" y="132922"/>
                  </a:lnTo>
                  <a:lnTo>
                    <a:pt x="134120" y="132922"/>
                  </a:lnTo>
                  <a:lnTo>
                    <a:pt x="173653" y="19821"/>
                  </a:lnTo>
                  <a:lnTo>
                    <a:pt x="173653" y="19821"/>
                  </a:lnTo>
                  <a:lnTo>
                    <a:pt x="175450" y="14703"/>
                  </a:lnTo>
                  <a:lnTo>
                    <a:pt x="175450" y="14703"/>
                  </a:lnTo>
                  <a:lnTo>
                    <a:pt x="180568" y="0"/>
                  </a:lnTo>
                  <a:cubicBezTo>
                    <a:pt x="184925" y="24014"/>
                    <a:pt x="189118" y="46667"/>
                    <a:pt x="193093" y="67468"/>
                  </a:cubicBezTo>
                  <a:cubicBezTo>
                    <a:pt x="193147" y="67795"/>
                    <a:pt x="193202" y="68067"/>
                    <a:pt x="193256" y="68394"/>
                  </a:cubicBezTo>
                  <a:cubicBezTo>
                    <a:pt x="194019" y="72315"/>
                    <a:pt x="194781" y="76181"/>
                    <a:pt x="195489" y="79938"/>
                  </a:cubicBezTo>
                  <a:cubicBezTo>
                    <a:pt x="195816" y="81681"/>
                    <a:pt x="196143" y="83369"/>
                    <a:pt x="196469" y="85057"/>
                  </a:cubicBezTo>
                  <a:cubicBezTo>
                    <a:pt x="196904" y="87289"/>
                    <a:pt x="197341" y="89468"/>
                    <a:pt x="197776" y="91646"/>
                  </a:cubicBezTo>
                  <a:cubicBezTo>
                    <a:pt x="198212" y="93878"/>
                    <a:pt x="198647" y="96057"/>
                    <a:pt x="199083" y="98180"/>
                  </a:cubicBezTo>
                  <a:cubicBezTo>
                    <a:pt x="199355" y="99596"/>
                    <a:pt x="199627" y="101012"/>
                    <a:pt x="199954" y="102373"/>
                  </a:cubicBezTo>
                  <a:cubicBezTo>
                    <a:pt x="200444" y="104878"/>
                    <a:pt x="200989" y="107383"/>
                    <a:pt x="201479" y="109779"/>
                  </a:cubicBezTo>
                  <a:cubicBezTo>
                    <a:pt x="201534" y="110106"/>
                    <a:pt x="201588" y="110378"/>
                    <a:pt x="201642" y="110705"/>
                  </a:cubicBezTo>
                  <a:cubicBezTo>
                    <a:pt x="202242" y="113700"/>
                    <a:pt x="202895" y="116695"/>
                    <a:pt x="203439" y="119526"/>
                  </a:cubicBezTo>
                  <a:lnTo>
                    <a:pt x="203439" y="119526"/>
                  </a:lnTo>
                  <a:cubicBezTo>
                    <a:pt x="203820" y="121378"/>
                    <a:pt x="204202" y="123120"/>
                    <a:pt x="204583" y="124917"/>
                  </a:cubicBezTo>
                  <a:lnTo>
                    <a:pt x="204583" y="124917"/>
                  </a:lnTo>
                  <a:cubicBezTo>
                    <a:pt x="204855" y="126278"/>
                    <a:pt x="205127" y="127531"/>
                    <a:pt x="205400" y="128838"/>
                  </a:cubicBezTo>
                  <a:cubicBezTo>
                    <a:pt x="205400" y="128947"/>
                    <a:pt x="205454" y="129001"/>
                    <a:pt x="205454" y="129110"/>
                  </a:cubicBezTo>
                  <a:cubicBezTo>
                    <a:pt x="206652" y="134773"/>
                    <a:pt x="207795" y="140001"/>
                    <a:pt x="208939" y="144847"/>
                  </a:cubicBezTo>
                  <a:cubicBezTo>
                    <a:pt x="209048" y="145446"/>
                    <a:pt x="209211" y="146045"/>
                    <a:pt x="209320" y="146644"/>
                  </a:cubicBezTo>
                  <a:cubicBezTo>
                    <a:pt x="209810" y="148713"/>
                    <a:pt x="210246" y="150728"/>
                    <a:pt x="210681" y="152580"/>
                  </a:cubicBezTo>
                  <a:cubicBezTo>
                    <a:pt x="210790" y="153124"/>
                    <a:pt x="210954" y="153614"/>
                    <a:pt x="211063" y="154159"/>
                  </a:cubicBezTo>
                  <a:cubicBezTo>
                    <a:pt x="211444" y="155792"/>
                    <a:pt x="211825" y="157317"/>
                    <a:pt x="212206" y="158842"/>
                  </a:cubicBezTo>
                  <a:cubicBezTo>
                    <a:pt x="212370" y="159495"/>
                    <a:pt x="212533" y="160203"/>
                    <a:pt x="212696" y="160857"/>
                  </a:cubicBezTo>
                  <a:cubicBezTo>
                    <a:pt x="213132" y="162654"/>
                    <a:pt x="213568" y="164342"/>
                    <a:pt x="214003" y="165975"/>
                  </a:cubicBezTo>
                  <a:cubicBezTo>
                    <a:pt x="214548" y="168099"/>
                    <a:pt x="215202" y="170332"/>
                    <a:pt x="215909" y="172619"/>
                  </a:cubicBezTo>
                  <a:cubicBezTo>
                    <a:pt x="216236" y="173653"/>
                    <a:pt x="216563" y="174742"/>
                    <a:pt x="216889" y="175831"/>
                  </a:cubicBezTo>
                  <a:cubicBezTo>
                    <a:pt x="217162" y="176757"/>
                    <a:pt x="217488" y="177737"/>
                    <a:pt x="217815" y="178663"/>
                  </a:cubicBezTo>
                  <a:cubicBezTo>
                    <a:pt x="223641" y="196687"/>
                    <a:pt x="232626" y="218360"/>
                    <a:pt x="245151" y="244443"/>
                  </a:cubicBezTo>
                  <a:lnTo>
                    <a:pt x="245205" y="244389"/>
                  </a:lnTo>
                  <a:cubicBezTo>
                    <a:pt x="246022" y="246077"/>
                    <a:pt x="246839" y="247765"/>
                    <a:pt x="247656" y="249453"/>
                  </a:cubicBezTo>
                  <a:lnTo>
                    <a:pt x="247601" y="249507"/>
                  </a:lnTo>
                  <a:cubicBezTo>
                    <a:pt x="259473" y="273848"/>
                    <a:pt x="274284" y="301946"/>
                    <a:pt x="291709" y="333094"/>
                  </a:cubicBezTo>
                  <a:cubicBezTo>
                    <a:pt x="291981" y="333639"/>
                    <a:pt x="292308" y="334129"/>
                    <a:pt x="292580" y="334673"/>
                  </a:cubicBezTo>
                  <a:cubicBezTo>
                    <a:pt x="294486" y="338049"/>
                    <a:pt x="296392" y="341425"/>
                    <a:pt x="298352" y="344910"/>
                  </a:cubicBezTo>
                  <a:cubicBezTo>
                    <a:pt x="361192" y="455833"/>
                    <a:pt x="435412" y="567790"/>
                    <a:pt x="440368" y="575250"/>
                  </a:cubicBezTo>
                </a:path>
              </a:pathLst>
            </a:custGeom>
            <a:noFill/>
            <a:ln w="5445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7" name="Forme libre : forme 1586">
              <a:extLst>
                <a:ext uri="{FF2B5EF4-FFF2-40B4-BE49-F238E27FC236}">
                  <a16:creationId xmlns:a16="http://schemas.microsoft.com/office/drawing/2014/main" id="{9A91740B-37D0-4093-AD83-483E8927A192}"/>
                </a:ext>
              </a:extLst>
            </p:cNvPr>
            <p:cNvSpPr/>
            <p:nvPr/>
          </p:nvSpPr>
          <p:spPr>
            <a:xfrm>
              <a:off x="9480875" y="2296372"/>
              <a:ext cx="212751" cy="993781"/>
            </a:xfrm>
            <a:custGeom>
              <a:avLst/>
              <a:gdLst>
                <a:gd name="connsiteX0" fmla="*/ 149149 w 212751"/>
                <a:gd name="connsiteY0" fmla="*/ 0 h 993781"/>
                <a:gd name="connsiteX1" fmla="*/ 149313 w 212751"/>
                <a:gd name="connsiteY1" fmla="*/ 1089 h 993781"/>
                <a:gd name="connsiteX2" fmla="*/ 212751 w 212751"/>
                <a:gd name="connsiteY2" fmla="*/ 385533 h 993781"/>
                <a:gd name="connsiteX3" fmla="*/ 0 w 212751"/>
                <a:gd name="connsiteY3" fmla="*/ 993782 h 99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751" h="993781">
                  <a:moveTo>
                    <a:pt x="149149" y="0"/>
                  </a:moveTo>
                  <a:cubicBezTo>
                    <a:pt x="149149" y="0"/>
                    <a:pt x="149204" y="436"/>
                    <a:pt x="149313" y="1089"/>
                  </a:cubicBezTo>
                  <a:cubicBezTo>
                    <a:pt x="152416" y="20856"/>
                    <a:pt x="182693" y="211172"/>
                    <a:pt x="212751" y="385533"/>
                  </a:cubicBezTo>
                  <a:lnTo>
                    <a:pt x="0" y="993782"/>
                  </a:lnTo>
                </a:path>
              </a:pathLst>
            </a:custGeom>
            <a:noFill/>
            <a:ln w="5445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8" name="Forme libre : forme 1587">
              <a:extLst>
                <a:ext uri="{FF2B5EF4-FFF2-40B4-BE49-F238E27FC236}">
                  <a16:creationId xmlns:a16="http://schemas.microsoft.com/office/drawing/2014/main" id="{C82CA393-B239-426A-8BBF-CD19A31A721A}"/>
                </a:ext>
              </a:extLst>
            </p:cNvPr>
            <p:cNvSpPr/>
            <p:nvPr/>
          </p:nvSpPr>
          <p:spPr>
            <a:xfrm>
              <a:off x="9696131" y="2745017"/>
              <a:ext cx="16989" cy="16989"/>
            </a:xfrm>
            <a:custGeom>
              <a:avLst/>
              <a:gdLst>
                <a:gd name="connsiteX0" fmla="*/ 16990 w 16989"/>
                <a:gd name="connsiteY0" fmla="*/ 8495 h 16989"/>
                <a:gd name="connsiteX1" fmla="*/ 8494 w 16989"/>
                <a:gd name="connsiteY1" fmla="*/ 16990 h 16989"/>
                <a:gd name="connsiteX2" fmla="*/ -1 w 16989"/>
                <a:gd name="connsiteY2" fmla="*/ 8495 h 16989"/>
                <a:gd name="connsiteX3" fmla="*/ 8494 w 16989"/>
                <a:gd name="connsiteY3" fmla="*/ 0 h 16989"/>
                <a:gd name="connsiteX4" fmla="*/ 16990 w 16989"/>
                <a:gd name="connsiteY4" fmla="*/ 8495 h 16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89" h="16989">
                  <a:moveTo>
                    <a:pt x="16990" y="8495"/>
                  </a:moveTo>
                  <a:cubicBezTo>
                    <a:pt x="16990" y="13186"/>
                    <a:pt x="13186" y="16990"/>
                    <a:pt x="8494" y="16990"/>
                  </a:cubicBezTo>
                  <a:cubicBezTo>
                    <a:pt x="3803" y="16990"/>
                    <a:pt x="-1" y="13186"/>
                    <a:pt x="-1" y="8495"/>
                  </a:cubicBezTo>
                  <a:cubicBezTo>
                    <a:pt x="-1" y="3803"/>
                    <a:pt x="3803" y="0"/>
                    <a:pt x="8494" y="0"/>
                  </a:cubicBezTo>
                  <a:cubicBezTo>
                    <a:pt x="13186" y="0"/>
                    <a:pt x="16990" y="3803"/>
                    <a:pt x="16990" y="8495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9" name="Forme libre : forme 1588">
              <a:extLst>
                <a:ext uri="{FF2B5EF4-FFF2-40B4-BE49-F238E27FC236}">
                  <a16:creationId xmlns:a16="http://schemas.microsoft.com/office/drawing/2014/main" id="{EEB34246-96A6-42FE-96D0-97ACCC2B2EC5}"/>
                </a:ext>
              </a:extLst>
            </p:cNvPr>
            <p:cNvSpPr/>
            <p:nvPr/>
          </p:nvSpPr>
          <p:spPr>
            <a:xfrm>
              <a:off x="9690141" y="2778832"/>
              <a:ext cx="9910" cy="9910"/>
            </a:xfrm>
            <a:custGeom>
              <a:avLst/>
              <a:gdLst>
                <a:gd name="connsiteX0" fmla="*/ 9910 w 9910"/>
                <a:gd name="connsiteY0" fmla="*/ 4955 h 9910"/>
                <a:gd name="connsiteX1" fmla="*/ 4955 w 9910"/>
                <a:gd name="connsiteY1" fmla="*/ 9911 h 9910"/>
                <a:gd name="connsiteX2" fmla="*/ -1 w 9910"/>
                <a:gd name="connsiteY2" fmla="*/ 4955 h 9910"/>
                <a:gd name="connsiteX3" fmla="*/ 4955 w 9910"/>
                <a:gd name="connsiteY3" fmla="*/ 0 h 9910"/>
                <a:gd name="connsiteX4" fmla="*/ 9910 w 9910"/>
                <a:gd name="connsiteY4" fmla="*/ 4955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10" h="9910">
                  <a:moveTo>
                    <a:pt x="9910" y="4955"/>
                  </a:moveTo>
                  <a:cubicBezTo>
                    <a:pt x="9910" y="7692"/>
                    <a:pt x="7692" y="9911"/>
                    <a:pt x="4955" y="9911"/>
                  </a:cubicBezTo>
                  <a:cubicBezTo>
                    <a:pt x="2218" y="9911"/>
                    <a:pt x="-1" y="7692"/>
                    <a:pt x="-1" y="4955"/>
                  </a:cubicBezTo>
                  <a:cubicBezTo>
                    <a:pt x="-1" y="2219"/>
                    <a:pt x="2218" y="0"/>
                    <a:pt x="4955" y="0"/>
                  </a:cubicBezTo>
                  <a:cubicBezTo>
                    <a:pt x="7692" y="0"/>
                    <a:pt x="9910" y="2219"/>
                    <a:pt x="9910" y="4955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0" name="Forme libre : forme 1589">
              <a:extLst>
                <a:ext uri="{FF2B5EF4-FFF2-40B4-BE49-F238E27FC236}">
                  <a16:creationId xmlns:a16="http://schemas.microsoft.com/office/drawing/2014/main" id="{E0CF808B-E2A3-4022-AB08-3ED093DB280A}"/>
                </a:ext>
              </a:extLst>
            </p:cNvPr>
            <p:cNvSpPr/>
            <p:nvPr/>
          </p:nvSpPr>
          <p:spPr>
            <a:xfrm>
              <a:off x="9786796" y="3017177"/>
              <a:ext cx="12633" cy="12633"/>
            </a:xfrm>
            <a:custGeom>
              <a:avLst/>
              <a:gdLst>
                <a:gd name="connsiteX0" fmla="*/ 12633 w 12633"/>
                <a:gd name="connsiteY0" fmla="*/ 6317 h 12633"/>
                <a:gd name="connsiteX1" fmla="*/ 6316 w 12633"/>
                <a:gd name="connsiteY1" fmla="*/ 12633 h 12633"/>
                <a:gd name="connsiteX2" fmla="*/ -1 w 12633"/>
                <a:gd name="connsiteY2" fmla="*/ 6317 h 12633"/>
                <a:gd name="connsiteX3" fmla="*/ 6316 w 12633"/>
                <a:gd name="connsiteY3" fmla="*/ 0 h 12633"/>
                <a:gd name="connsiteX4" fmla="*/ 12633 w 12633"/>
                <a:gd name="connsiteY4" fmla="*/ 6317 h 12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3" h="12633">
                  <a:moveTo>
                    <a:pt x="12633" y="6317"/>
                  </a:moveTo>
                  <a:cubicBezTo>
                    <a:pt x="12633" y="9805"/>
                    <a:pt x="9805" y="12633"/>
                    <a:pt x="6316" y="12633"/>
                  </a:cubicBezTo>
                  <a:cubicBezTo>
                    <a:pt x="2828" y="12633"/>
                    <a:pt x="-1" y="9805"/>
                    <a:pt x="-1" y="6317"/>
                  </a:cubicBezTo>
                  <a:cubicBezTo>
                    <a:pt x="-1" y="2828"/>
                    <a:pt x="2828" y="0"/>
                    <a:pt x="6316" y="0"/>
                  </a:cubicBezTo>
                  <a:cubicBezTo>
                    <a:pt x="9805" y="0"/>
                    <a:pt x="12633" y="2828"/>
                    <a:pt x="12633" y="6317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1" name="Forme libre : forme 1590">
              <a:extLst>
                <a:ext uri="{FF2B5EF4-FFF2-40B4-BE49-F238E27FC236}">
                  <a16:creationId xmlns:a16="http://schemas.microsoft.com/office/drawing/2014/main" id="{258CFCA2-CF0C-47E9-B1A1-4B7AEE62754D}"/>
                </a:ext>
              </a:extLst>
            </p:cNvPr>
            <p:cNvSpPr/>
            <p:nvPr/>
          </p:nvSpPr>
          <p:spPr>
            <a:xfrm>
              <a:off x="9799484" y="3035963"/>
              <a:ext cx="12306" cy="12306"/>
            </a:xfrm>
            <a:custGeom>
              <a:avLst/>
              <a:gdLst>
                <a:gd name="connsiteX0" fmla="*/ 12307 w 12306"/>
                <a:gd name="connsiteY0" fmla="*/ 6153 h 12306"/>
                <a:gd name="connsiteX1" fmla="*/ 6153 w 12306"/>
                <a:gd name="connsiteY1" fmla="*/ 12307 h 12306"/>
                <a:gd name="connsiteX2" fmla="*/ 0 w 12306"/>
                <a:gd name="connsiteY2" fmla="*/ 6153 h 12306"/>
                <a:gd name="connsiteX3" fmla="*/ 6153 w 12306"/>
                <a:gd name="connsiteY3" fmla="*/ 0 h 12306"/>
                <a:gd name="connsiteX4" fmla="*/ 12307 w 12306"/>
                <a:gd name="connsiteY4" fmla="*/ 6153 h 1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06" h="12306">
                  <a:moveTo>
                    <a:pt x="12307" y="6153"/>
                  </a:moveTo>
                  <a:cubicBezTo>
                    <a:pt x="12307" y="9552"/>
                    <a:pt x="9552" y="12307"/>
                    <a:pt x="6153" y="12307"/>
                  </a:cubicBezTo>
                  <a:cubicBezTo>
                    <a:pt x="2755" y="12307"/>
                    <a:pt x="0" y="9552"/>
                    <a:pt x="0" y="6153"/>
                  </a:cubicBezTo>
                  <a:cubicBezTo>
                    <a:pt x="0" y="2755"/>
                    <a:pt x="2754" y="0"/>
                    <a:pt x="6153" y="0"/>
                  </a:cubicBezTo>
                  <a:cubicBezTo>
                    <a:pt x="9551" y="0"/>
                    <a:pt x="12307" y="2755"/>
                    <a:pt x="12307" y="6153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2" name="Forme libre : forme 1591">
              <a:extLst>
                <a:ext uri="{FF2B5EF4-FFF2-40B4-BE49-F238E27FC236}">
                  <a16:creationId xmlns:a16="http://schemas.microsoft.com/office/drawing/2014/main" id="{403407C9-971E-447C-AF93-D8124E6E74C0}"/>
                </a:ext>
              </a:extLst>
            </p:cNvPr>
            <p:cNvSpPr/>
            <p:nvPr/>
          </p:nvSpPr>
          <p:spPr>
            <a:xfrm>
              <a:off x="9654038" y="2343637"/>
              <a:ext cx="16880" cy="16880"/>
            </a:xfrm>
            <a:custGeom>
              <a:avLst/>
              <a:gdLst>
                <a:gd name="connsiteX0" fmla="*/ 16881 w 16880"/>
                <a:gd name="connsiteY0" fmla="*/ 8440 h 16880"/>
                <a:gd name="connsiteX1" fmla="*/ 8440 w 16880"/>
                <a:gd name="connsiteY1" fmla="*/ 16881 h 16880"/>
                <a:gd name="connsiteX2" fmla="*/ -1 w 16880"/>
                <a:gd name="connsiteY2" fmla="*/ 8440 h 16880"/>
                <a:gd name="connsiteX3" fmla="*/ 8440 w 16880"/>
                <a:gd name="connsiteY3" fmla="*/ 0 h 16880"/>
                <a:gd name="connsiteX4" fmla="*/ 16881 w 16880"/>
                <a:gd name="connsiteY4" fmla="*/ 8440 h 16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80" h="16880">
                  <a:moveTo>
                    <a:pt x="16881" y="8440"/>
                  </a:moveTo>
                  <a:cubicBezTo>
                    <a:pt x="16881" y="13102"/>
                    <a:pt x="13102" y="16881"/>
                    <a:pt x="8440" y="16881"/>
                  </a:cubicBezTo>
                  <a:cubicBezTo>
                    <a:pt x="3778" y="16881"/>
                    <a:pt x="-1" y="13102"/>
                    <a:pt x="-1" y="8440"/>
                  </a:cubicBezTo>
                  <a:cubicBezTo>
                    <a:pt x="-1" y="3779"/>
                    <a:pt x="3778" y="0"/>
                    <a:pt x="8440" y="0"/>
                  </a:cubicBezTo>
                  <a:cubicBezTo>
                    <a:pt x="13102" y="0"/>
                    <a:pt x="16881" y="3779"/>
                    <a:pt x="16881" y="8440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3" name="Forme libre : forme 1592">
              <a:extLst>
                <a:ext uri="{FF2B5EF4-FFF2-40B4-BE49-F238E27FC236}">
                  <a16:creationId xmlns:a16="http://schemas.microsoft.com/office/drawing/2014/main" id="{A9B2CAAB-9347-45F3-A38C-24576FB6A425}"/>
                </a:ext>
              </a:extLst>
            </p:cNvPr>
            <p:cNvSpPr/>
            <p:nvPr/>
          </p:nvSpPr>
          <p:spPr>
            <a:xfrm>
              <a:off x="9662478" y="2372008"/>
              <a:ext cx="14484" cy="14484"/>
            </a:xfrm>
            <a:custGeom>
              <a:avLst/>
              <a:gdLst>
                <a:gd name="connsiteX0" fmla="*/ 14485 w 14484"/>
                <a:gd name="connsiteY0" fmla="*/ 7242 h 14484"/>
                <a:gd name="connsiteX1" fmla="*/ 7242 w 14484"/>
                <a:gd name="connsiteY1" fmla="*/ 14485 h 14484"/>
                <a:gd name="connsiteX2" fmla="*/ 0 w 14484"/>
                <a:gd name="connsiteY2" fmla="*/ 7242 h 14484"/>
                <a:gd name="connsiteX3" fmla="*/ 7242 w 14484"/>
                <a:gd name="connsiteY3" fmla="*/ 0 h 14484"/>
                <a:gd name="connsiteX4" fmla="*/ 14485 w 14484"/>
                <a:gd name="connsiteY4" fmla="*/ 7242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84" h="14484">
                  <a:moveTo>
                    <a:pt x="14485" y="7242"/>
                  </a:moveTo>
                  <a:cubicBezTo>
                    <a:pt x="14485" y="11242"/>
                    <a:pt x="11242" y="14485"/>
                    <a:pt x="7242" y="14485"/>
                  </a:cubicBezTo>
                  <a:cubicBezTo>
                    <a:pt x="3243" y="14485"/>
                    <a:pt x="0" y="11242"/>
                    <a:pt x="0" y="7242"/>
                  </a:cubicBezTo>
                  <a:cubicBezTo>
                    <a:pt x="0" y="3242"/>
                    <a:pt x="3243" y="0"/>
                    <a:pt x="7242" y="0"/>
                  </a:cubicBezTo>
                  <a:cubicBezTo>
                    <a:pt x="11242" y="0"/>
                    <a:pt x="14485" y="3242"/>
                    <a:pt x="14485" y="7242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4" name="Forme libre : forme 1593">
              <a:extLst>
                <a:ext uri="{FF2B5EF4-FFF2-40B4-BE49-F238E27FC236}">
                  <a16:creationId xmlns:a16="http://schemas.microsoft.com/office/drawing/2014/main" id="{734E9724-99A6-4135-B0BF-A20E75B49E4C}"/>
                </a:ext>
              </a:extLst>
            </p:cNvPr>
            <p:cNvSpPr/>
            <p:nvPr/>
          </p:nvSpPr>
          <p:spPr>
            <a:xfrm>
              <a:off x="9540665" y="3148029"/>
              <a:ext cx="12851" cy="12851"/>
            </a:xfrm>
            <a:custGeom>
              <a:avLst/>
              <a:gdLst>
                <a:gd name="connsiteX0" fmla="*/ 12851 w 12851"/>
                <a:gd name="connsiteY0" fmla="*/ 6426 h 12851"/>
                <a:gd name="connsiteX1" fmla="*/ 6426 w 12851"/>
                <a:gd name="connsiteY1" fmla="*/ 12851 h 12851"/>
                <a:gd name="connsiteX2" fmla="*/ 0 w 12851"/>
                <a:gd name="connsiteY2" fmla="*/ 6426 h 12851"/>
                <a:gd name="connsiteX3" fmla="*/ 6426 w 12851"/>
                <a:gd name="connsiteY3" fmla="*/ 0 h 12851"/>
                <a:gd name="connsiteX4" fmla="*/ 12851 w 12851"/>
                <a:gd name="connsiteY4" fmla="*/ 6426 h 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51" h="12851">
                  <a:moveTo>
                    <a:pt x="12851" y="6426"/>
                  </a:moveTo>
                  <a:cubicBezTo>
                    <a:pt x="12851" y="9974"/>
                    <a:pt x="9975" y="12851"/>
                    <a:pt x="6426" y="12851"/>
                  </a:cubicBezTo>
                  <a:cubicBezTo>
                    <a:pt x="2877" y="12851"/>
                    <a:pt x="0" y="9974"/>
                    <a:pt x="0" y="6426"/>
                  </a:cubicBezTo>
                  <a:cubicBezTo>
                    <a:pt x="0" y="2877"/>
                    <a:pt x="2877" y="0"/>
                    <a:pt x="6426" y="0"/>
                  </a:cubicBezTo>
                  <a:cubicBezTo>
                    <a:pt x="9975" y="0"/>
                    <a:pt x="12851" y="2877"/>
                    <a:pt x="12851" y="6426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5" name="Forme libre : forme 1594">
              <a:extLst>
                <a:ext uri="{FF2B5EF4-FFF2-40B4-BE49-F238E27FC236}">
                  <a16:creationId xmlns:a16="http://schemas.microsoft.com/office/drawing/2014/main" id="{3A3F29FF-E12C-4692-B190-3BE425C8D984}"/>
                </a:ext>
              </a:extLst>
            </p:cNvPr>
            <p:cNvSpPr/>
            <p:nvPr/>
          </p:nvSpPr>
          <p:spPr>
            <a:xfrm>
              <a:off x="9547091" y="3133000"/>
              <a:ext cx="7841" cy="7841"/>
            </a:xfrm>
            <a:custGeom>
              <a:avLst/>
              <a:gdLst>
                <a:gd name="connsiteX0" fmla="*/ 7841 w 7841"/>
                <a:gd name="connsiteY0" fmla="*/ 3921 h 7841"/>
                <a:gd name="connsiteX1" fmla="*/ 3921 w 7841"/>
                <a:gd name="connsiteY1" fmla="*/ 7841 h 7841"/>
                <a:gd name="connsiteX2" fmla="*/ 0 w 7841"/>
                <a:gd name="connsiteY2" fmla="*/ 3921 h 7841"/>
                <a:gd name="connsiteX3" fmla="*/ 3921 w 7841"/>
                <a:gd name="connsiteY3" fmla="*/ 0 h 7841"/>
                <a:gd name="connsiteX4" fmla="*/ 7841 w 7841"/>
                <a:gd name="connsiteY4" fmla="*/ 3921 h 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41" h="7841">
                  <a:moveTo>
                    <a:pt x="7841" y="3921"/>
                  </a:moveTo>
                  <a:cubicBezTo>
                    <a:pt x="7841" y="6086"/>
                    <a:pt x="6086" y="7841"/>
                    <a:pt x="3921" y="7841"/>
                  </a:cubicBezTo>
                  <a:cubicBezTo>
                    <a:pt x="1755" y="7841"/>
                    <a:pt x="0" y="6086"/>
                    <a:pt x="0" y="3921"/>
                  </a:cubicBezTo>
                  <a:cubicBezTo>
                    <a:pt x="0" y="1755"/>
                    <a:pt x="1756" y="0"/>
                    <a:pt x="3921" y="0"/>
                  </a:cubicBezTo>
                  <a:cubicBezTo>
                    <a:pt x="6086" y="0"/>
                    <a:pt x="7841" y="1755"/>
                    <a:pt x="7841" y="3921"/>
                  </a:cubicBezTo>
                  <a:close/>
                </a:path>
              </a:pathLst>
            </a:custGeom>
            <a:solidFill>
              <a:srgbClr val="FFFFFF"/>
            </a:solidFill>
            <a:ln w="54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01" name="ZoneTexte 1600">
            <a:extLst>
              <a:ext uri="{FF2B5EF4-FFF2-40B4-BE49-F238E27FC236}">
                <a16:creationId xmlns:a16="http://schemas.microsoft.com/office/drawing/2014/main" id="{AC637CD0-E97D-4E89-A2AD-363B29A96893}"/>
              </a:ext>
            </a:extLst>
          </p:cNvPr>
          <p:cNvSpPr txBox="1"/>
          <p:nvPr/>
        </p:nvSpPr>
        <p:spPr>
          <a:xfrm>
            <a:off x="4140901" y="2326086"/>
            <a:ext cx="195438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>
              <a:defRPr>
                <a:solidFill>
                  <a:schemeClr val="tx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Candida albicans</a:t>
            </a:r>
          </a:p>
        </p:txBody>
      </p:sp>
      <p:sp>
        <p:nvSpPr>
          <p:cNvPr id="1602" name="ZoneTexte 1601">
            <a:extLst>
              <a:ext uri="{FF2B5EF4-FFF2-40B4-BE49-F238E27FC236}">
                <a16:creationId xmlns:a16="http://schemas.microsoft.com/office/drawing/2014/main" id="{8EA22ED0-627C-46CE-96E0-5DB6FEF6BB1A}"/>
              </a:ext>
            </a:extLst>
          </p:cNvPr>
          <p:cNvSpPr txBox="1"/>
          <p:nvPr/>
        </p:nvSpPr>
        <p:spPr>
          <a:xfrm>
            <a:off x="3230395" y="3686636"/>
            <a:ext cx="286488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>
              <a:defRPr>
                <a:solidFill>
                  <a:schemeClr val="tx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Cryptococcus neoformans</a:t>
            </a:r>
          </a:p>
        </p:txBody>
      </p:sp>
      <p:sp>
        <p:nvSpPr>
          <p:cNvPr id="1603" name="ZoneTexte 1602">
            <a:extLst>
              <a:ext uri="{FF2B5EF4-FFF2-40B4-BE49-F238E27FC236}">
                <a16:creationId xmlns:a16="http://schemas.microsoft.com/office/drawing/2014/main" id="{A784D0A4-D7A0-4168-B9A3-C5CA2D4C63FD}"/>
              </a:ext>
            </a:extLst>
          </p:cNvPr>
          <p:cNvSpPr txBox="1"/>
          <p:nvPr/>
        </p:nvSpPr>
        <p:spPr>
          <a:xfrm>
            <a:off x="3717708" y="4948379"/>
            <a:ext cx="237757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>
              <a:defRPr>
                <a:solidFill>
                  <a:schemeClr val="tx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Aspergillus fumigatus</a:t>
            </a:r>
          </a:p>
        </p:txBody>
      </p:sp>
    </p:spTree>
    <p:extLst>
      <p:ext uri="{BB962C8B-B14F-4D97-AF65-F5344CB8AC3E}">
        <p14:creationId xmlns:p14="http://schemas.microsoft.com/office/powerpoint/2010/main" val="3866445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8F32955B-AAD4-413B-8E64-BE465EA92D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92921" y="2759968"/>
            <a:ext cx="11406157" cy="1338064"/>
          </a:xfrm>
        </p:spPr>
        <p:txBody>
          <a:bodyPr/>
          <a:lstStyle/>
          <a:p>
            <a:pPr algn="ctr" eaLnBrk="1" hangingPunct="1"/>
            <a:r>
              <a:rPr lang="fr-FR" altLang="fr-FR" sz="6000" b="0" dirty="0" err="1">
                <a:latin typeface="Arial" panose="020B0604020202020204" pitchFamily="34" charset="0"/>
                <a:cs typeface="Arial" panose="020B0604020202020204" pitchFamily="34" charset="0"/>
              </a:rPr>
              <a:t>Bacteriology</a:t>
            </a:r>
            <a:endParaRPr lang="fr-FR" altLang="fr-FR" sz="6000" b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070766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89C2BDCD-EC42-4963-89D9-77630FB4875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Bacterium</a:t>
            </a:r>
          </a:p>
        </p:txBody>
      </p:sp>
      <p:grpSp>
        <p:nvGrpSpPr>
          <p:cNvPr id="15363" name="bacterium-with-flagellum-and-pili">
            <a:extLst>
              <a:ext uri="{FF2B5EF4-FFF2-40B4-BE49-F238E27FC236}">
                <a16:creationId xmlns:a16="http://schemas.microsoft.com/office/drawing/2014/main" id="{A67BDB71-558D-495E-AE3A-CCDB9CA40968}"/>
              </a:ext>
            </a:extLst>
          </p:cNvPr>
          <p:cNvGrpSpPr>
            <a:grpSpLocks/>
          </p:cNvGrpSpPr>
          <p:nvPr/>
        </p:nvGrpSpPr>
        <p:grpSpPr bwMode="auto">
          <a:xfrm>
            <a:off x="2043113" y="1762125"/>
            <a:ext cx="3779837" cy="4203700"/>
            <a:chOff x="327" y="1110"/>
            <a:chExt cx="2381" cy="2648"/>
          </a:xfrm>
        </p:grpSpPr>
        <p:grpSp>
          <p:nvGrpSpPr>
            <p:cNvPr id="15808" name="Group 4">
              <a:extLst>
                <a:ext uri="{FF2B5EF4-FFF2-40B4-BE49-F238E27FC236}">
                  <a16:creationId xmlns:a16="http://schemas.microsoft.com/office/drawing/2014/main" id="{5A9F29CB-D473-4271-A81F-BE16FA64ED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7" y="1110"/>
              <a:ext cx="2381" cy="2648"/>
              <a:chOff x="327" y="1110"/>
              <a:chExt cx="2381" cy="2648"/>
            </a:xfrm>
          </p:grpSpPr>
          <p:sp>
            <p:nvSpPr>
              <p:cNvPr id="16051" name="Freeform 5">
                <a:extLst>
                  <a:ext uri="{FF2B5EF4-FFF2-40B4-BE49-F238E27FC236}">
                    <a16:creationId xmlns:a16="http://schemas.microsoft.com/office/drawing/2014/main" id="{9B19F3D1-31AE-4F92-8A57-F44F387DA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" y="2292"/>
                <a:ext cx="1003" cy="1466"/>
              </a:xfrm>
              <a:custGeom>
                <a:avLst/>
                <a:gdLst>
                  <a:gd name="T0" fmla="*/ 95270 w 401"/>
                  <a:gd name="T1" fmla="*/ 159562 h 550"/>
                  <a:gd name="T2" fmla="*/ 77614 w 401"/>
                  <a:gd name="T3" fmla="*/ 143407 h 550"/>
                  <a:gd name="T4" fmla="*/ 70765 w 401"/>
                  <a:gd name="T5" fmla="*/ 140984 h 550"/>
                  <a:gd name="T6" fmla="*/ 58559 w 401"/>
                  <a:gd name="T7" fmla="*/ 103985 h 550"/>
                  <a:gd name="T8" fmla="*/ 30638 w 401"/>
                  <a:gd name="T9" fmla="*/ 69158 h 550"/>
                  <a:gd name="T10" fmla="*/ 9122 w 401"/>
                  <a:gd name="T11" fmla="*/ 49519 h 550"/>
                  <a:gd name="T12" fmla="*/ 10560 w 401"/>
                  <a:gd name="T13" fmla="*/ 23011 h 550"/>
                  <a:gd name="T14" fmla="*/ 29355 w 401"/>
                  <a:gd name="T15" fmla="*/ 10097 h 550"/>
                  <a:gd name="T16" fmla="*/ 32301 w 401"/>
                  <a:gd name="T17" fmla="*/ 9697 h 550"/>
                  <a:gd name="T18" fmla="*/ 31831 w 401"/>
                  <a:gd name="T19" fmla="*/ 0 h 550"/>
                  <a:gd name="T20" fmla="*/ 28684 w 401"/>
                  <a:gd name="T21" fmla="*/ 397 h 550"/>
                  <a:gd name="T22" fmla="*/ 5400 w 401"/>
                  <a:gd name="T23" fmla="*/ 18975 h 550"/>
                  <a:gd name="T24" fmla="*/ 4430 w 401"/>
                  <a:gd name="T25" fmla="*/ 53405 h 550"/>
                  <a:gd name="T26" fmla="*/ 29355 w 401"/>
                  <a:gd name="T27" fmla="*/ 76013 h 550"/>
                  <a:gd name="T28" fmla="*/ 53659 w 401"/>
                  <a:gd name="T29" fmla="*/ 104686 h 550"/>
                  <a:gd name="T30" fmla="*/ 69512 w 401"/>
                  <a:gd name="T31" fmla="*/ 145566 h 550"/>
                  <a:gd name="T32" fmla="*/ 77334 w 401"/>
                  <a:gd name="T33" fmla="*/ 149204 h 550"/>
                  <a:gd name="T34" fmla="*/ 92999 w 401"/>
                  <a:gd name="T35" fmla="*/ 161324 h 550"/>
                  <a:gd name="T36" fmla="*/ 90373 w 401"/>
                  <a:gd name="T37" fmla="*/ 179334 h 550"/>
                  <a:gd name="T38" fmla="*/ 84189 w 401"/>
                  <a:gd name="T39" fmla="*/ 197268 h 550"/>
                  <a:gd name="T40" fmla="*/ 91040 w 401"/>
                  <a:gd name="T41" fmla="*/ 181757 h 550"/>
                  <a:gd name="T42" fmla="*/ 95270 w 401"/>
                  <a:gd name="T43" fmla="*/ 159562 h 5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1" h="550">
                    <a:moveTo>
                      <a:pt x="389" y="445"/>
                    </a:moveTo>
                    <a:cubicBezTo>
                      <a:pt x="376" y="412"/>
                      <a:pt x="343" y="406"/>
                      <a:pt x="317" y="400"/>
                    </a:cubicBezTo>
                    <a:cubicBezTo>
                      <a:pt x="306" y="398"/>
                      <a:pt x="296" y="396"/>
                      <a:pt x="289" y="393"/>
                    </a:cubicBezTo>
                    <a:cubicBezTo>
                      <a:pt x="249" y="373"/>
                      <a:pt x="243" y="335"/>
                      <a:pt x="239" y="290"/>
                    </a:cubicBezTo>
                    <a:cubicBezTo>
                      <a:pt x="233" y="222"/>
                      <a:pt x="176" y="207"/>
                      <a:pt x="125" y="193"/>
                    </a:cubicBezTo>
                    <a:cubicBezTo>
                      <a:pt x="86" y="183"/>
                      <a:pt x="50" y="169"/>
                      <a:pt x="37" y="138"/>
                    </a:cubicBezTo>
                    <a:cubicBezTo>
                      <a:pt x="25" y="109"/>
                      <a:pt x="30" y="86"/>
                      <a:pt x="43" y="64"/>
                    </a:cubicBezTo>
                    <a:cubicBezTo>
                      <a:pt x="58" y="40"/>
                      <a:pt x="86" y="30"/>
                      <a:pt x="120" y="28"/>
                    </a:cubicBezTo>
                    <a:cubicBezTo>
                      <a:pt x="124" y="28"/>
                      <a:pt x="128" y="27"/>
                      <a:pt x="132" y="27"/>
                    </a:cubicBezTo>
                    <a:cubicBezTo>
                      <a:pt x="129" y="21"/>
                      <a:pt x="127" y="9"/>
                      <a:pt x="130" y="0"/>
                    </a:cubicBezTo>
                    <a:cubicBezTo>
                      <a:pt x="126" y="0"/>
                      <a:pt x="121" y="0"/>
                      <a:pt x="117" y="1"/>
                    </a:cubicBezTo>
                    <a:cubicBezTo>
                      <a:pt x="76" y="4"/>
                      <a:pt x="40" y="24"/>
                      <a:pt x="22" y="53"/>
                    </a:cubicBezTo>
                    <a:cubicBezTo>
                      <a:pt x="10" y="72"/>
                      <a:pt x="0" y="104"/>
                      <a:pt x="18" y="149"/>
                    </a:cubicBezTo>
                    <a:cubicBezTo>
                      <a:pt x="35" y="189"/>
                      <a:pt x="78" y="201"/>
                      <a:pt x="120" y="212"/>
                    </a:cubicBezTo>
                    <a:cubicBezTo>
                      <a:pt x="168" y="225"/>
                      <a:pt x="214" y="238"/>
                      <a:pt x="219" y="292"/>
                    </a:cubicBezTo>
                    <a:cubicBezTo>
                      <a:pt x="223" y="339"/>
                      <a:pt x="235" y="383"/>
                      <a:pt x="284" y="406"/>
                    </a:cubicBezTo>
                    <a:cubicBezTo>
                      <a:pt x="293" y="411"/>
                      <a:pt x="304" y="413"/>
                      <a:pt x="316" y="416"/>
                    </a:cubicBezTo>
                    <a:cubicBezTo>
                      <a:pt x="340" y="421"/>
                      <a:pt x="370" y="428"/>
                      <a:pt x="380" y="450"/>
                    </a:cubicBezTo>
                    <a:cubicBezTo>
                      <a:pt x="386" y="466"/>
                      <a:pt x="382" y="483"/>
                      <a:pt x="369" y="500"/>
                    </a:cubicBezTo>
                    <a:cubicBezTo>
                      <a:pt x="358" y="515"/>
                      <a:pt x="344" y="526"/>
                      <a:pt x="344" y="550"/>
                    </a:cubicBezTo>
                    <a:cubicBezTo>
                      <a:pt x="344" y="533"/>
                      <a:pt x="362" y="520"/>
                      <a:pt x="372" y="507"/>
                    </a:cubicBezTo>
                    <a:cubicBezTo>
                      <a:pt x="384" y="490"/>
                      <a:pt x="401" y="472"/>
                      <a:pt x="389" y="445"/>
                    </a:cubicBezTo>
                    <a:close/>
                  </a:path>
                </a:pathLst>
              </a:custGeom>
              <a:solidFill>
                <a:srgbClr val="E56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52" name="Freeform 6">
                <a:extLst>
                  <a:ext uri="{FF2B5EF4-FFF2-40B4-BE49-F238E27FC236}">
                    <a16:creationId xmlns:a16="http://schemas.microsoft.com/office/drawing/2014/main" id="{DD52E9C5-4836-4CF2-A205-54F4D6189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3089"/>
                <a:ext cx="147" cy="275"/>
              </a:xfrm>
              <a:custGeom>
                <a:avLst/>
                <a:gdLst>
                  <a:gd name="T0" fmla="*/ 0 w 59"/>
                  <a:gd name="T1" fmla="*/ 0 h 103"/>
                  <a:gd name="T2" fmla="*/ 14105 w 59"/>
                  <a:gd name="T3" fmla="*/ 37304 h 103"/>
                  <a:gd name="T4" fmla="*/ 14105 w 59"/>
                  <a:gd name="T5" fmla="*/ 37304 h 103"/>
                  <a:gd name="T6" fmla="*/ 4315 w 59"/>
                  <a:gd name="T7" fmla="*/ 19923 h 103"/>
                  <a:gd name="T8" fmla="*/ 0 w 59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03">
                    <a:moveTo>
                      <a:pt x="0" y="0"/>
                    </a:moveTo>
                    <a:cubicBezTo>
                      <a:pt x="4" y="37"/>
                      <a:pt x="15" y="78"/>
                      <a:pt x="59" y="103"/>
                    </a:cubicBezTo>
                    <a:cubicBezTo>
                      <a:pt x="59" y="103"/>
                      <a:pt x="59" y="103"/>
                      <a:pt x="59" y="103"/>
                    </a:cubicBezTo>
                    <a:cubicBezTo>
                      <a:pt x="38" y="91"/>
                      <a:pt x="27" y="72"/>
                      <a:pt x="18" y="55"/>
                    </a:cubicBezTo>
                    <a:cubicBezTo>
                      <a:pt x="10" y="37"/>
                      <a:pt x="2" y="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53" name="Freeform 7">
                <a:extLst>
                  <a:ext uri="{FF2B5EF4-FFF2-40B4-BE49-F238E27FC236}">
                    <a16:creationId xmlns:a16="http://schemas.microsoft.com/office/drawing/2014/main" id="{3F645C20-47E4-49C7-9011-E99881EE2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689"/>
                <a:ext cx="473" cy="296"/>
              </a:xfrm>
              <a:custGeom>
                <a:avLst/>
                <a:gdLst>
                  <a:gd name="T0" fmla="*/ 0 w 189"/>
                  <a:gd name="T1" fmla="*/ 0 h 111"/>
                  <a:gd name="T2" fmla="*/ 21100 w 189"/>
                  <a:gd name="T3" fmla="*/ 18752 h 111"/>
                  <a:gd name="T4" fmla="*/ 22083 w 189"/>
                  <a:gd name="T5" fmla="*/ 19021 h 111"/>
                  <a:gd name="T6" fmla="*/ 46442 w 189"/>
                  <a:gd name="T7" fmla="*/ 39901 h 111"/>
                  <a:gd name="T8" fmla="*/ 46442 w 189"/>
                  <a:gd name="T9" fmla="*/ 39901 h 111"/>
                  <a:gd name="T10" fmla="*/ 22604 w 189"/>
                  <a:gd name="T11" fmla="*/ 17656 h 111"/>
                  <a:gd name="T12" fmla="*/ 21415 w 189"/>
                  <a:gd name="T13" fmla="*/ 17237 h 111"/>
                  <a:gd name="T14" fmla="*/ 0 w 189"/>
                  <a:gd name="T15" fmla="*/ 0 h 1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9" h="111">
                    <a:moveTo>
                      <a:pt x="0" y="0"/>
                    </a:moveTo>
                    <a:cubicBezTo>
                      <a:pt x="15" y="29"/>
                      <a:pt x="51" y="43"/>
                      <a:pt x="86" y="52"/>
                    </a:cubicBezTo>
                    <a:cubicBezTo>
                      <a:pt x="90" y="53"/>
                      <a:pt x="90" y="53"/>
                      <a:pt x="90" y="53"/>
                    </a:cubicBezTo>
                    <a:cubicBezTo>
                      <a:pt x="129" y="63"/>
                      <a:pt x="170" y="73"/>
                      <a:pt x="189" y="111"/>
                    </a:cubicBezTo>
                    <a:cubicBezTo>
                      <a:pt x="189" y="111"/>
                      <a:pt x="189" y="111"/>
                      <a:pt x="189" y="111"/>
                    </a:cubicBezTo>
                    <a:cubicBezTo>
                      <a:pt x="169" y="72"/>
                      <a:pt x="130" y="60"/>
                      <a:pt x="92" y="49"/>
                    </a:cubicBezTo>
                    <a:cubicBezTo>
                      <a:pt x="87" y="48"/>
                      <a:pt x="87" y="48"/>
                      <a:pt x="87" y="48"/>
                    </a:cubicBezTo>
                    <a:cubicBezTo>
                      <a:pt x="53" y="39"/>
                      <a:pt x="15" y="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54" name="Freeform 8">
                <a:extLst>
                  <a:ext uri="{FF2B5EF4-FFF2-40B4-BE49-F238E27FC236}">
                    <a16:creationId xmlns:a16="http://schemas.microsoft.com/office/drawing/2014/main" id="{7AE80331-E980-47C2-A892-9E40B7E37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" y="2292"/>
                <a:ext cx="1003" cy="1466"/>
              </a:xfrm>
              <a:custGeom>
                <a:avLst/>
                <a:gdLst>
                  <a:gd name="T0" fmla="*/ 95270 w 401"/>
                  <a:gd name="T1" fmla="*/ 159562 h 550"/>
                  <a:gd name="T2" fmla="*/ 77614 w 401"/>
                  <a:gd name="T3" fmla="*/ 143407 h 550"/>
                  <a:gd name="T4" fmla="*/ 70765 w 401"/>
                  <a:gd name="T5" fmla="*/ 140984 h 550"/>
                  <a:gd name="T6" fmla="*/ 58559 w 401"/>
                  <a:gd name="T7" fmla="*/ 103985 h 550"/>
                  <a:gd name="T8" fmla="*/ 30638 w 401"/>
                  <a:gd name="T9" fmla="*/ 69158 h 550"/>
                  <a:gd name="T10" fmla="*/ 9122 w 401"/>
                  <a:gd name="T11" fmla="*/ 49519 h 550"/>
                  <a:gd name="T12" fmla="*/ 10560 w 401"/>
                  <a:gd name="T13" fmla="*/ 23011 h 550"/>
                  <a:gd name="T14" fmla="*/ 29355 w 401"/>
                  <a:gd name="T15" fmla="*/ 10097 h 550"/>
                  <a:gd name="T16" fmla="*/ 32301 w 401"/>
                  <a:gd name="T17" fmla="*/ 9697 h 550"/>
                  <a:gd name="T18" fmla="*/ 31831 w 401"/>
                  <a:gd name="T19" fmla="*/ 0 h 550"/>
                  <a:gd name="T20" fmla="*/ 28684 w 401"/>
                  <a:gd name="T21" fmla="*/ 397 h 550"/>
                  <a:gd name="T22" fmla="*/ 5400 w 401"/>
                  <a:gd name="T23" fmla="*/ 18975 h 550"/>
                  <a:gd name="T24" fmla="*/ 4430 w 401"/>
                  <a:gd name="T25" fmla="*/ 53405 h 550"/>
                  <a:gd name="T26" fmla="*/ 29355 w 401"/>
                  <a:gd name="T27" fmla="*/ 76013 h 550"/>
                  <a:gd name="T28" fmla="*/ 53659 w 401"/>
                  <a:gd name="T29" fmla="*/ 104686 h 550"/>
                  <a:gd name="T30" fmla="*/ 69512 w 401"/>
                  <a:gd name="T31" fmla="*/ 145566 h 550"/>
                  <a:gd name="T32" fmla="*/ 77334 w 401"/>
                  <a:gd name="T33" fmla="*/ 149204 h 550"/>
                  <a:gd name="T34" fmla="*/ 92999 w 401"/>
                  <a:gd name="T35" fmla="*/ 161324 h 550"/>
                  <a:gd name="T36" fmla="*/ 90373 w 401"/>
                  <a:gd name="T37" fmla="*/ 179334 h 550"/>
                  <a:gd name="T38" fmla="*/ 84189 w 401"/>
                  <a:gd name="T39" fmla="*/ 197268 h 550"/>
                  <a:gd name="T40" fmla="*/ 91040 w 401"/>
                  <a:gd name="T41" fmla="*/ 181757 h 550"/>
                  <a:gd name="T42" fmla="*/ 95270 w 401"/>
                  <a:gd name="T43" fmla="*/ 159562 h 5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1" h="550">
                    <a:moveTo>
                      <a:pt x="389" y="445"/>
                    </a:moveTo>
                    <a:cubicBezTo>
                      <a:pt x="376" y="412"/>
                      <a:pt x="343" y="406"/>
                      <a:pt x="317" y="400"/>
                    </a:cubicBezTo>
                    <a:cubicBezTo>
                      <a:pt x="306" y="398"/>
                      <a:pt x="296" y="396"/>
                      <a:pt x="289" y="393"/>
                    </a:cubicBezTo>
                    <a:cubicBezTo>
                      <a:pt x="249" y="373"/>
                      <a:pt x="243" y="335"/>
                      <a:pt x="239" y="290"/>
                    </a:cubicBezTo>
                    <a:cubicBezTo>
                      <a:pt x="233" y="222"/>
                      <a:pt x="176" y="207"/>
                      <a:pt x="125" y="193"/>
                    </a:cubicBezTo>
                    <a:cubicBezTo>
                      <a:pt x="86" y="183"/>
                      <a:pt x="50" y="169"/>
                      <a:pt x="37" y="138"/>
                    </a:cubicBezTo>
                    <a:cubicBezTo>
                      <a:pt x="25" y="109"/>
                      <a:pt x="30" y="86"/>
                      <a:pt x="43" y="64"/>
                    </a:cubicBezTo>
                    <a:cubicBezTo>
                      <a:pt x="58" y="40"/>
                      <a:pt x="86" y="30"/>
                      <a:pt x="120" y="28"/>
                    </a:cubicBezTo>
                    <a:cubicBezTo>
                      <a:pt x="124" y="28"/>
                      <a:pt x="128" y="27"/>
                      <a:pt x="132" y="27"/>
                    </a:cubicBezTo>
                    <a:cubicBezTo>
                      <a:pt x="129" y="21"/>
                      <a:pt x="127" y="9"/>
                      <a:pt x="130" y="0"/>
                    </a:cubicBezTo>
                    <a:cubicBezTo>
                      <a:pt x="126" y="0"/>
                      <a:pt x="121" y="0"/>
                      <a:pt x="117" y="1"/>
                    </a:cubicBezTo>
                    <a:cubicBezTo>
                      <a:pt x="76" y="4"/>
                      <a:pt x="40" y="24"/>
                      <a:pt x="22" y="53"/>
                    </a:cubicBezTo>
                    <a:cubicBezTo>
                      <a:pt x="10" y="72"/>
                      <a:pt x="0" y="104"/>
                      <a:pt x="18" y="149"/>
                    </a:cubicBezTo>
                    <a:cubicBezTo>
                      <a:pt x="35" y="189"/>
                      <a:pt x="78" y="201"/>
                      <a:pt x="120" y="212"/>
                    </a:cubicBezTo>
                    <a:cubicBezTo>
                      <a:pt x="168" y="225"/>
                      <a:pt x="214" y="238"/>
                      <a:pt x="219" y="292"/>
                    </a:cubicBezTo>
                    <a:cubicBezTo>
                      <a:pt x="223" y="339"/>
                      <a:pt x="235" y="383"/>
                      <a:pt x="284" y="406"/>
                    </a:cubicBezTo>
                    <a:cubicBezTo>
                      <a:pt x="293" y="411"/>
                      <a:pt x="304" y="413"/>
                      <a:pt x="316" y="416"/>
                    </a:cubicBezTo>
                    <a:cubicBezTo>
                      <a:pt x="340" y="421"/>
                      <a:pt x="370" y="428"/>
                      <a:pt x="380" y="450"/>
                    </a:cubicBezTo>
                    <a:cubicBezTo>
                      <a:pt x="386" y="466"/>
                      <a:pt x="382" y="483"/>
                      <a:pt x="369" y="500"/>
                    </a:cubicBezTo>
                    <a:cubicBezTo>
                      <a:pt x="358" y="515"/>
                      <a:pt x="344" y="526"/>
                      <a:pt x="344" y="550"/>
                    </a:cubicBezTo>
                    <a:cubicBezTo>
                      <a:pt x="344" y="533"/>
                      <a:pt x="362" y="520"/>
                      <a:pt x="372" y="507"/>
                    </a:cubicBezTo>
                    <a:cubicBezTo>
                      <a:pt x="384" y="490"/>
                      <a:pt x="401" y="472"/>
                      <a:pt x="389" y="4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55" name="Freeform 9">
                <a:extLst>
                  <a:ext uri="{FF2B5EF4-FFF2-40B4-BE49-F238E27FC236}">
                    <a16:creationId xmlns:a16="http://schemas.microsoft.com/office/drawing/2014/main" id="{5203455F-8AFF-4564-A3CA-C05F2B948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" y="2302"/>
                <a:ext cx="275" cy="248"/>
              </a:xfrm>
              <a:custGeom>
                <a:avLst/>
                <a:gdLst>
                  <a:gd name="T0" fmla="*/ 0 w 110"/>
                  <a:gd name="T1" fmla="*/ 33429 h 93"/>
                  <a:gd name="T2" fmla="*/ 26875 w 110"/>
                  <a:gd name="T3" fmla="*/ 0 h 93"/>
                  <a:gd name="T4" fmla="*/ 0 w 110"/>
                  <a:gd name="T5" fmla="*/ 33429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93">
                    <a:moveTo>
                      <a:pt x="0" y="93"/>
                    </a:moveTo>
                    <a:cubicBezTo>
                      <a:pt x="2" y="73"/>
                      <a:pt x="18" y="9"/>
                      <a:pt x="110" y="0"/>
                    </a:cubicBezTo>
                    <a:cubicBezTo>
                      <a:pt x="90" y="1"/>
                      <a:pt x="17" y="24"/>
                      <a:pt x="0" y="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56" name="Freeform 10">
                <a:extLst>
                  <a:ext uri="{FF2B5EF4-FFF2-40B4-BE49-F238E27FC236}">
                    <a16:creationId xmlns:a16="http://schemas.microsoft.com/office/drawing/2014/main" id="{2B5C11E0-CC5C-4D57-B175-2D3CA3D9F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1388"/>
                <a:ext cx="1955" cy="1312"/>
              </a:xfrm>
              <a:custGeom>
                <a:avLst/>
                <a:gdLst>
                  <a:gd name="T0" fmla="*/ 2938 w 782"/>
                  <a:gd name="T1" fmla="*/ 133099 h 492"/>
                  <a:gd name="T2" fmla="*/ 46408 w 782"/>
                  <a:gd name="T3" fmla="*/ 171520 h 492"/>
                  <a:gd name="T4" fmla="*/ 156250 w 782"/>
                  <a:gd name="T5" fmla="*/ 153165 h 492"/>
                  <a:gd name="T6" fmla="*/ 184583 w 782"/>
                  <a:gd name="T7" fmla="*/ 53248 h 492"/>
                  <a:gd name="T8" fmla="*/ 113283 w 782"/>
                  <a:gd name="T9" fmla="*/ 10773 h 492"/>
                  <a:gd name="T10" fmla="*/ 35938 w 782"/>
                  <a:gd name="T11" fmla="*/ 66901 h 492"/>
                  <a:gd name="T12" fmla="*/ 2938 w 782"/>
                  <a:gd name="T13" fmla="*/ 133099 h 4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2" h="492">
                    <a:moveTo>
                      <a:pt x="12" y="370"/>
                    </a:moveTo>
                    <a:cubicBezTo>
                      <a:pt x="24" y="426"/>
                      <a:pt x="74" y="492"/>
                      <a:pt x="190" y="477"/>
                    </a:cubicBezTo>
                    <a:cubicBezTo>
                      <a:pt x="289" y="464"/>
                      <a:pt x="503" y="486"/>
                      <a:pt x="640" y="426"/>
                    </a:cubicBezTo>
                    <a:cubicBezTo>
                      <a:pt x="779" y="364"/>
                      <a:pt x="782" y="228"/>
                      <a:pt x="756" y="148"/>
                    </a:cubicBezTo>
                    <a:cubicBezTo>
                      <a:pt x="709" y="2"/>
                      <a:pt x="576" y="0"/>
                      <a:pt x="464" y="30"/>
                    </a:cubicBezTo>
                    <a:cubicBezTo>
                      <a:pt x="353" y="59"/>
                      <a:pt x="242" y="151"/>
                      <a:pt x="147" y="186"/>
                    </a:cubicBezTo>
                    <a:cubicBezTo>
                      <a:pt x="7" y="237"/>
                      <a:pt x="0" y="315"/>
                      <a:pt x="12" y="370"/>
                    </a:cubicBezTo>
                    <a:close/>
                  </a:path>
                </a:pathLst>
              </a:custGeom>
              <a:solidFill>
                <a:srgbClr val="D8DE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57" name="Freeform 11">
                <a:extLst>
                  <a:ext uri="{FF2B5EF4-FFF2-40B4-BE49-F238E27FC236}">
                    <a16:creationId xmlns:a16="http://schemas.microsoft.com/office/drawing/2014/main" id="{93079400-FCF1-4DA9-A440-0E7675D40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1449"/>
                <a:ext cx="1267" cy="627"/>
              </a:xfrm>
              <a:custGeom>
                <a:avLst/>
                <a:gdLst>
                  <a:gd name="T0" fmla="*/ 123479 w 507"/>
                  <a:gd name="T1" fmla="*/ 0 h 235"/>
                  <a:gd name="T2" fmla="*/ 102999 w 507"/>
                  <a:gd name="T3" fmla="*/ 5011 h 235"/>
                  <a:gd name="T4" fmla="*/ 25810 w 507"/>
                  <a:gd name="T5" fmla="*/ 61371 h 235"/>
                  <a:gd name="T6" fmla="*/ 0 w 507"/>
                  <a:gd name="T7" fmla="*/ 84784 h 235"/>
                  <a:gd name="T8" fmla="*/ 27767 w 507"/>
                  <a:gd name="T9" fmla="*/ 63797 h 235"/>
                  <a:gd name="T10" fmla="*/ 72619 w 507"/>
                  <a:gd name="T11" fmla="*/ 29592 h 235"/>
                  <a:gd name="T12" fmla="*/ 123479 w 507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7" h="235">
                    <a:moveTo>
                      <a:pt x="507" y="0"/>
                    </a:moveTo>
                    <a:cubicBezTo>
                      <a:pt x="479" y="1"/>
                      <a:pt x="450" y="7"/>
                      <a:pt x="423" y="14"/>
                    </a:cubicBezTo>
                    <a:cubicBezTo>
                      <a:pt x="312" y="44"/>
                      <a:pt x="201" y="135"/>
                      <a:pt x="106" y="170"/>
                    </a:cubicBezTo>
                    <a:cubicBezTo>
                      <a:pt x="55" y="189"/>
                      <a:pt x="21" y="211"/>
                      <a:pt x="0" y="235"/>
                    </a:cubicBezTo>
                    <a:cubicBezTo>
                      <a:pt x="25" y="216"/>
                      <a:pt x="64" y="194"/>
                      <a:pt x="114" y="177"/>
                    </a:cubicBezTo>
                    <a:cubicBezTo>
                      <a:pt x="164" y="160"/>
                      <a:pt x="244" y="114"/>
                      <a:pt x="298" y="82"/>
                    </a:cubicBezTo>
                    <a:cubicBezTo>
                      <a:pt x="352" y="50"/>
                      <a:pt x="457" y="4"/>
                      <a:pt x="507" y="0"/>
                    </a:cubicBezTo>
                    <a:close/>
                  </a:path>
                </a:pathLst>
              </a:custGeom>
              <a:solidFill>
                <a:srgbClr val="FBF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58" name="Freeform 12">
                <a:extLst>
                  <a:ext uri="{FF2B5EF4-FFF2-40B4-BE49-F238E27FC236}">
                    <a16:creationId xmlns:a16="http://schemas.microsoft.com/office/drawing/2014/main" id="{0743C7F4-D21D-4D4F-8ADE-A152089D2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969"/>
                <a:ext cx="1390" cy="619"/>
              </a:xfrm>
              <a:custGeom>
                <a:avLst/>
                <a:gdLst>
                  <a:gd name="T0" fmla="*/ 0 w 556"/>
                  <a:gd name="T1" fmla="*/ 78712 h 232"/>
                  <a:gd name="T2" fmla="*/ 28125 w 556"/>
                  <a:gd name="T3" fmla="*/ 80876 h 232"/>
                  <a:gd name="T4" fmla="*/ 73750 w 556"/>
                  <a:gd name="T5" fmla="*/ 78712 h 232"/>
                  <a:gd name="T6" fmla="*/ 108208 w 556"/>
                  <a:gd name="T7" fmla="*/ 66382 h 232"/>
                  <a:gd name="T8" fmla="*/ 129425 w 556"/>
                  <a:gd name="T9" fmla="*/ 0 h 2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6" h="232">
                    <a:moveTo>
                      <a:pt x="0" y="218"/>
                    </a:moveTo>
                    <a:cubicBezTo>
                      <a:pt x="24" y="232"/>
                      <a:pt x="61" y="229"/>
                      <a:pt x="115" y="224"/>
                    </a:cubicBezTo>
                    <a:cubicBezTo>
                      <a:pt x="169" y="220"/>
                      <a:pt x="242" y="224"/>
                      <a:pt x="302" y="218"/>
                    </a:cubicBezTo>
                    <a:cubicBezTo>
                      <a:pt x="362" y="211"/>
                      <a:pt x="430" y="191"/>
                      <a:pt x="443" y="184"/>
                    </a:cubicBezTo>
                    <a:cubicBezTo>
                      <a:pt x="471" y="175"/>
                      <a:pt x="556" y="124"/>
                      <a:pt x="530" y="0"/>
                    </a:cubicBezTo>
                  </a:path>
                </a:pathLst>
              </a:custGeom>
              <a:solidFill>
                <a:srgbClr val="C7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59" name="Freeform 13">
                <a:extLst>
                  <a:ext uri="{FF2B5EF4-FFF2-40B4-BE49-F238E27FC236}">
                    <a16:creationId xmlns:a16="http://schemas.microsoft.com/office/drawing/2014/main" id="{092C423E-FAA5-4639-A52F-29AA9149D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1484"/>
                <a:ext cx="1755" cy="1186"/>
              </a:xfrm>
              <a:custGeom>
                <a:avLst/>
                <a:gdLst>
                  <a:gd name="T0" fmla="*/ 165363 w 702"/>
                  <a:gd name="T1" fmla="*/ 40870 h 445"/>
                  <a:gd name="T2" fmla="*/ 141925 w 702"/>
                  <a:gd name="T3" fmla="*/ 0 h 445"/>
                  <a:gd name="T4" fmla="*/ 158988 w 702"/>
                  <a:gd name="T5" fmla="*/ 35516 h 445"/>
                  <a:gd name="T6" fmla="*/ 133333 w 702"/>
                  <a:gd name="T7" fmla="*/ 134050 h 445"/>
                  <a:gd name="T8" fmla="*/ 23958 w 702"/>
                  <a:gd name="T9" fmla="*/ 153434 h 445"/>
                  <a:gd name="T10" fmla="*/ 0 w 702"/>
                  <a:gd name="T11" fmla="*/ 147624 h 445"/>
                  <a:gd name="T12" fmla="*/ 29813 w 702"/>
                  <a:gd name="T13" fmla="*/ 156653 h 445"/>
                  <a:gd name="T14" fmla="*/ 137708 w 702"/>
                  <a:gd name="T15" fmla="*/ 138346 h 445"/>
                  <a:gd name="T16" fmla="*/ 165363 w 702"/>
                  <a:gd name="T17" fmla="*/ 40870 h 4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2" h="445">
                    <a:moveTo>
                      <a:pt x="677" y="114"/>
                    </a:moveTo>
                    <a:cubicBezTo>
                      <a:pt x="657" y="54"/>
                      <a:pt x="623" y="19"/>
                      <a:pt x="581" y="0"/>
                    </a:cubicBezTo>
                    <a:cubicBezTo>
                      <a:pt x="611" y="21"/>
                      <a:pt x="635" y="52"/>
                      <a:pt x="651" y="99"/>
                    </a:cubicBezTo>
                    <a:cubicBezTo>
                      <a:pt x="676" y="178"/>
                      <a:pt x="682" y="315"/>
                      <a:pt x="546" y="374"/>
                    </a:cubicBezTo>
                    <a:cubicBezTo>
                      <a:pt x="412" y="434"/>
                      <a:pt x="195" y="415"/>
                      <a:pt x="98" y="428"/>
                    </a:cubicBezTo>
                    <a:cubicBezTo>
                      <a:pt x="58" y="433"/>
                      <a:pt x="25" y="423"/>
                      <a:pt x="0" y="412"/>
                    </a:cubicBezTo>
                    <a:cubicBezTo>
                      <a:pt x="28" y="432"/>
                      <a:pt x="68" y="444"/>
                      <a:pt x="122" y="437"/>
                    </a:cubicBezTo>
                    <a:cubicBezTo>
                      <a:pt x="219" y="424"/>
                      <a:pt x="430" y="445"/>
                      <a:pt x="564" y="386"/>
                    </a:cubicBezTo>
                    <a:cubicBezTo>
                      <a:pt x="699" y="326"/>
                      <a:pt x="702" y="193"/>
                      <a:pt x="677" y="114"/>
                    </a:cubicBezTo>
                    <a:close/>
                  </a:path>
                </a:pathLst>
              </a:custGeom>
              <a:solidFill>
                <a:srgbClr val="C7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0" name="Freeform 14">
                <a:extLst>
                  <a:ext uri="{FF2B5EF4-FFF2-40B4-BE49-F238E27FC236}">
                    <a16:creationId xmlns:a16="http://schemas.microsoft.com/office/drawing/2014/main" id="{046B757E-E0FD-4AFD-A666-9943B7F1A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788"/>
                <a:ext cx="1453" cy="882"/>
              </a:xfrm>
              <a:custGeom>
                <a:avLst/>
                <a:gdLst>
                  <a:gd name="T0" fmla="*/ 70917 w 581"/>
                  <a:gd name="T1" fmla="*/ 108395 h 331"/>
                  <a:gd name="T2" fmla="*/ 104171 w 581"/>
                  <a:gd name="T3" fmla="*/ 96586 h 331"/>
                  <a:gd name="T4" fmla="*/ 135762 w 581"/>
                  <a:gd name="T5" fmla="*/ 0 h 331"/>
                  <a:gd name="T6" fmla="*/ 108080 w 581"/>
                  <a:gd name="T7" fmla="*/ 97404 h 331"/>
                  <a:gd name="T8" fmla="*/ 0 w 581"/>
                  <a:gd name="T9" fmla="*/ 115659 h 331"/>
                  <a:gd name="T10" fmla="*/ 70917 w 581"/>
                  <a:gd name="T11" fmla="*/ 108395 h 3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1" h="331">
                    <a:moveTo>
                      <a:pt x="290" y="303"/>
                    </a:moveTo>
                    <a:cubicBezTo>
                      <a:pt x="338" y="294"/>
                      <a:pt x="405" y="282"/>
                      <a:pt x="426" y="270"/>
                    </a:cubicBezTo>
                    <a:cubicBezTo>
                      <a:pt x="581" y="209"/>
                      <a:pt x="561" y="67"/>
                      <a:pt x="555" y="0"/>
                    </a:cubicBezTo>
                    <a:cubicBezTo>
                      <a:pt x="580" y="79"/>
                      <a:pt x="577" y="212"/>
                      <a:pt x="442" y="272"/>
                    </a:cubicBezTo>
                    <a:cubicBezTo>
                      <a:pt x="308" y="331"/>
                      <a:pt x="97" y="310"/>
                      <a:pt x="0" y="323"/>
                    </a:cubicBezTo>
                    <a:cubicBezTo>
                      <a:pt x="39" y="315"/>
                      <a:pt x="230" y="312"/>
                      <a:pt x="290" y="303"/>
                    </a:cubicBezTo>
                    <a:close/>
                  </a:path>
                </a:pathLst>
              </a:custGeom>
              <a:solidFill>
                <a:srgbClr val="B3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1" name="Freeform 15">
                <a:extLst>
                  <a:ext uri="{FF2B5EF4-FFF2-40B4-BE49-F238E27FC236}">
                    <a16:creationId xmlns:a16="http://schemas.microsoft.com/office/drawing/2014/main" id="{59AFC1EA-0029-449A-91AE-A21AE1D6F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1638"/>
                <a:ext cx="1395" cy="864"/>
              </a:xfrm>
              <a:custGeom>
                <a:avLst/>
                <a:gdLst>
                  <a:gd name="T0" fmla="*/ 81063 w 558"/>
                  <a:gd name="T1" fmla="*/ 5824 h 324"/>
                  <a:gd name="T2" fmla="*/ 988 w 558"/>
                  <a:gd name="T3" fmla="*/ 63261 h 324"/>
                  <a:gd name="T4" fmla="*/ 0 w 558"/>
                  <a:gd name="T5" fmla="*/ 86984 h 324"/>
                  <a:gd name="T6" fmla="*/ 9583 w 558"/>
                  <a:gd name="T7" fmla="*/ 115848 h 324"/>
                  <a:gd name="T8" fmla="*/ 33208 w 558"/>
                  <a:gd name="T9" fmla="*/ 115848 h 324"/>
                  <a:gd name="T10" fmla="*/ 101095 w 558"/>
                  <a:gd name="T11" fmla="*/ 107200 h 324"/>
                  <a:gd name="T12" fmla="*/ 127470 w 558"/>
                  <a:gd name="T13" fmla="*/ 90205 h 324"/>
                  <a:gd name="T14" fmla="*/ 136250 w 558"/>
                  <a:gd name="T15" fmla="*/ 38173 h 324"/>
                  <a:gd name="T16" fmla="*/ 124033 w 558"/>
                  <a:gd name="T17" fmla="*/ 6883 h 324"/>
                  <a:gd name="T18" fmla="*/ 103833 w 558"/>
                  <a:gd name="T19" fmla="*/ 661 h 3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8" h="324">
                    <a:moveTo>
                      <a:pt x="332" y="16"/>
                    </a:moveTo>
                    <a:cubicBezTo>
                      <a:pt x="4" y="176"/>
                      <a:pt x="4" y="176"/>
                      <a:pt x="4" y="176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39" y="322"/>
                      <a:pt x="39" y="322"/>
                      <a:pt x="39" y="322"/>
                    </a:cubicBezTo>
                    <a:cubicBezTo>
                      <a:pt x="39" y="322"/>
                      <a:pt x="135" y="320"/>
                      <a:pt x="136" y="322"/>
                    </a:cubicBezTo>
                    <a:cubicBezTo>
                      <a:pt x="138" y="324"/>
                      <a:pt x="414" y="298"/>
                      <a:pt x="414" y="298"/>
                    </a:cubicBezTo>
                    <a:cubicBezTo>
                      <a:pt x="522" y="251"/>
                      <a:pt x="522" y="251"/>
                      <a:pt x="522" y="251"/>
                    </a:cubicBezTo>
                    <a:cubicBezTo>
                      <a:pt x="523" y="248"/>
                      <a:pt x="558" y="106"/>
                      <a:pt x="558" y="106"/>
                    </a:cubicBezTo>
                    <a:cubicBezTo>
                      <a:pt x="508" y="19"/>
                      <a:pt x="508" y="19"/>
                      <a:pt x="508" y="19"/>
                    </a:cubicBezTo>
                    <a:cubicBezTo>
                      <a:pt x="508" y="19"/>
                      <a:pt x="425" y="0"/>
                      <a:pt x="425" y="2"/>
                    </a:cubicBezTo>
                  </a:path>
                </a:pathLst>
              </a:custGeom>
              <a:solidFill>
                <a:srgbClr val="0E98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2" name="Freeform 16">
                <a:extLst>
                  <a:ext uri="{FF2B5EF4-FFF2-40B4-BE49-F238E27FC236}">
                    <a16:creationId xmlns:a16="http://schemas.microsoft.com/office/drawing/2014/main" id="{CFF4439E-D1E6-4A2C-9C0D-7F88BB931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598"/>
                <a:ext cx="338" cy="846"/>
              </a:xfrm>
              <a:custGeom>
                <a:avLst/>
                <a:gdLst>
                  <a:gd name="T0" fmla="*/ 2747 w 135"/>
                  <a:gd name="T1" fmla="*/ 103287 h 317"/>
                  <a:gd name="T2" fmla="*/ 7191 w 135"/>
                  <a:gd name="T3" fmla="*/ 114541 h 317"/>
                  <a:gd name="T4" fmla="*/ 29035 w 135"/>
                  <a:gd name="T5" fmla="*/ 41131 h 317"/>
                  <a:gd name="T6" fmla="*/ 1775 w 135"/>
                  <a:gd name="T7" fmla="*/ 0 h 317"/>
                  <a:gd name="T8" fmla="*/ 0 w 135"/>
                  <a:gd name="T9" fmla="*/ 12586 h 317"/>
                  <a:gd name="T10" fmla="*/ 784 w 135"/>
                  <a:gd name="T11" fmla="*/ 12984 h 317"/>
                  <a:gd name="T12" fmla="*/ 20468 w 135"/>
                  <a:gd name="T13" fmla="*/ 44136 h 317"/>
                  <a:gd name="T14" fmla="*/ 2747 w 135"/>
                  <a:gd name="T15" fmla="*/ 103287 h 3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5" h="317">
                    <a:moveTo>
                      <a:pt x="11" y="286"/>
                    </a:moveTo>
                    <a:cubicBezTo>
                      <a:pt x="29" y="317"/>
                      <a:pt x="29" y="317"/>
                      <a:pt x="29" y="317"/>
                    </a:cubicBezTo>
                    <a:cubicBezTo>
                      <a:pt x="119" y="291"/>
                      <a:pt x="135" y="185"/>
                      <a:pt x="118" y="114"/>
                    </a:cubicBezTo>
                    <a:cubicBezTo>
                      <a:pt x="102" y="46"/>
                      <a:pt x="58" y="2"/>
                      <a:pt x="7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" y="36"/>
                      <a:pt x="2" y="36"/>
                      <a:pt x="3" y="36"/>
                    </a:cubicBezTo>
                    <a:cubicBezTo>
                      <a:pt x="37" y="38"/>
                      <a:pt x="71" y="70"/>
                      <a:pt x="83" y="122"/>
                    </a:cubicBezTo>
                    <a:cubicBezTo>
                      <a:pt x="96" y="176"/>
                      <a:pt x="88" y="270"/>
                      <a:pt x="11" y="286"/>
                    </a:cubicBezTo>
                    <a:close/>
                  </a:path>
                </a:pathLst>
              </a:custGeom>
              <a:solidFill>
                <a:srgbClr val="E6E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3" name="Freeform 17">
                <a:extLst>
                  <a:ext uri="{FF2B5EF4-FFF2-40B4-BE49-F238E27FC236}">
                    <a16:creationId xmlns:a16="http://schemas.microsoft.com/office/drawing/2014/main" id="{F4AAB771-14A1-40DC-A4E3-EAFA227C2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676"/>
                <a:ext cx="267" cy="752"/>
              </a:xfrm>
              <a:custGeom>
                <a:avLst/>
                <a:gdLst>
                  <a:gd name="T0" fmla="*/ 0 w 107"/>
                  <a:gd name="T1" fmla="*/ 1459 h 282"/>
                  <a:gd name="T2" fmla="*/ 18880 w 107"/>
                  <a:gd name="T3" fmla="*/ 34531 h 282"/>
                  <a:gd name="T4" fmla="*/ 1432 w 107"/>
                  <a:gd name="T5" fmla="*/ 93448 h 282"/>
                  <a:gd name="T6" fmla="*/ 4851 w 107"/>
                  <a:gd name="T7" fmla="*/ 101397 h 282"/>
                  <a:gd name="T8" fmla="*/ 11127 w 107"/>
                  <a:gd name="T9" fmla="*/ 90205 h 282"/>
                  <a:gd name="T10" fmla="*/ 20042 w 107"/>
                  <a:gd name="T11" fmla="*/ 34952 h 282"/>
                  <a:gd name="T12" fmla="*/ 0 w 107"/>
                  <a:gd name="T13" fmla="*/ 1459 h 2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282">
                    <a:moveTo>
                      <a:pt x="0" y="4"/>
                    </a:moveTo>
                    <a:cubicBezTo>
                      <a:pt x="34" y="6"/>
                      <a:pt x="66" y="44"/>
                      <a:pt x="78" y="96"/>
                    </a:cubicBezTo>
                    <a:cubicBezTo>
                      <a:pt x="91" y="150"/>
                      <a:pt x="83" y="244"/>
                      <a:pt x="6" y="260"/>
                    </a:cubicBezTo>
                    <a:cubicBezTo>
                      <a:pt x="20" y="282"/>
                      <a:pt x="20" y="282"/>
                      <a:pt x="20" y="282"/>
                    </a:cubicBezTo>
                    <a:cubicBezTo>
                      <a:pt x="20" y="274"/>
                      <a:pt x="28" y="262"/>
                      <a:pt x="46" y="251"/>
                    </a:cubicBezTo>
                    <a:cubicBezTo>
                      <a:pt x="64" y="240"/>
                      <a:pt x="107" y="186"/>
                      <a:pt x="83" y="97"/>
                    </a:cubicBezTo>
                    <a:cubicBezTo>
                      <a:pt x="56" y="0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8F9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4" name="Freeform 18">
                <a:extLst>
                  <a:ext uri="{FF2B5EF4-FFF2-40B4-BE49-F238E27FC236}">
                    <a16:creationId xmlns:a16="http://schemas.microsoft.com/office/drawing/2014/main" id="{596E7524-E83C-4970-A2E4-4AC4F48BF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2073"/>
                <a:ext cx="232" cy="485"/>
              </a:xfrm>
              <a:custGeom>
                <a:avLst/>
                <a:gdLst>
                  <a:gd name="T0" fmla="*/ 21718 w 93"/>
                  <a:gd name="T1" fmla="*/ 65155 h 182"/>
                  <a:gd name="T2" fmla="*/ 22417 w 93"/>
                  <a:gd name="T3" fmla="*/ 52287 h 182"/>
                  <a:gd name="T4" fmla="*/ 21718 w 93"/>
                  <a:gd name="T5" fmla="*/ 52287 h 182"/>
                  <a:gd name="T6" fmla="*/ 11114 w 93"/>
                  <a:gd name="T7" fmla="*/ 34691 h 182"/>
                  <a:gd name="T8" fmla="*/ 11114 w 93"/>
                  <a:gd name="T9" fmla="*/ 12264 h 182"/>
                  <a:gd name="T10" fmla="*/ 13244 w 93"/>
                  <a:gd name="T11" fmla="*/ 8629 h 182"/>
                  <a:gd name="T12" fmla="*/ 6970 w 93"/>
                  <a:gd name="T13" fmla="*/ 0 h 182"/>
                  <a:gd name="T14" fmla="*/ 2594 w 93"/>
                  <a:gd name="T15" fmla="*/ 37865 h 182"/>
                  <a:gd name="T16" fmla="*/ 21718 w 93"/>
                  <a:gd name="T17" fmla="*/ 65155 h 1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82">
                    <a:moveTo>
                      <a:pt x="90" y="182"/>
                    </a:moveTo>
                    <a:cubicBezTo>
                      <a:pt x="93" y="146"/>
                      <a:pt x="93" y="146"/>
                      <a:pt x="93" y="146"/>
                    </a:cubicBezTo>
                    <a:cubicBezTo>
                      <a:pt x="92" y="146"/>
                      <a:pt x="91" y="146"/>
                      <a:pt x="90" y="146"/>
                    </a:cubicBezTo>
                    <a:cubicBezTo>
                      <a:pt x="62" y="146"/>
                      <a:pt x="49" y="108"/>
                      <a:pt x="46" y="97"/>
                    </a:cubicBezTo>
                    <a:cubicBezTo>
                      <a:pt x="38" y="69"/>
                      <a:pt x="41" y="44"/>
                      <a:pt x="46" y="34"/>
                    </a:cubicBezTo>
                    <a:cubicBezTo>
                      <a:pt x="48" y="29"/>
                      <a:pt x="51" y="25"/>
                      <a:pt x="55" y="24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" y="18"/>
                      <a:pt x="0" y="66"/>
                      <a:pt x="11" y="106"/>
                    </a:cubicBezTo>
                    <a:cubicBezTo>
                      <a:pt x="24" y="154"/>
                      <a:pt x="54" y="182"/>
                      <a:pt x="90" y="182"/>
                    </a:cubicBezTo>
                    <a:close/>
                  </a:path>
                </a:pathLst>
              </a:custGeom>
              <a:solidFill>
                <a:srgbClr val="A8B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5" name="Freeform 19">
                <a:extLst>
                  <a:ext uri="{FF2B5EF4-FFF2-40B4-BE49-F238E27FC236}">
                    <a16:creationId xmlns:a16="http://schemas.microsoft.com/office/drawing/2014/main" id="{5B6005E2-A06A-4CDC-88EC-D5B6579ED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1596"/>
                <a:ext cx="1148" cy="541"/>
              </a:xfrm>
              <a:custGeom>
                <a:avLst/>
                <a:gdLst>
                  <a:gd name="T0" fmla="*/ 112349 w 459"/>
                  <a:gd name="T1" fmla="*/ 397 h 203"/>
                  <a:gd name="T2" fmla="*/ 110583 w 459"/>
                  <a:gd name="T3" fmla="*/ 397 h 203"/>
                  <a:gd name="T4" fmla="*/ 88864 w 459"/>
                  <a:gd name="T5" fmla="*/ 3878 h 203"/>
                  <a:gd name="T6" fmla="*/ 50912 w 459"/>
                  <a:gd name="T7" fmla="*/ 28657 h 203"/>
                  <a:gd name="T8" fmla="*/ 27192 w 459"/>
                  <a:gd name="T9" fmla="*/ 45447 h 203"/>
                  <a:gd name="T10" fmla="*/ 520 w 459"/>
                  <a:gd name="T11" fmla="*/ 63468 h 203"/>
                  <a:gd name="T12" fmla="*/ 0 w 459"/>
                  <a:gd name="T13" fmla="*/ 64107 h 203"/>
                  <a:gd name="T14" fmla="*/ 6380 w 459"/>
                  <a:gd name="T15" fmla="*/ 72742 h 203"/>
                  <a:gd name="T16" fmla="*/ 6380 w 459"/>
                  <a:gd name="T17" fmla="*/ 72742 h 203"/>
                  <a:gd name="T18" fmla="*/ 30133 w 459"/>
                  <a:gd name="T19" fmla="*/ 57658 h 203"/>
                  <a:gd name="T20" fmla="*/ 55104 w 459"/>
                  <a:gd name="T21" fmla="*/ 40050 h 203"/>
                  <a:gd name="T22" fmla="*/ 91022 w 459"/>
                  <a:gd name="T23" fmla="*/ 16542 h 203"/>
                  <a:gd name="T24" fmla="*/ 110396 w 459"/>
                  <a:gd name="T25" fmla="*/ 13325 h 203"/>
                  <a:gd name="T26" fmla="*/ 110583 w 459"/>
                  <a:gd name="T27" fmla="*/ 12912 h 203"/>
                  <a:gd name="T28" fmla="*/ 112349 w 459"/>
                  <a:gd name="T29" fmla="*/ 397 h 20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59" h="203">
                    <a:moveTo>
                      <a:pt x="459" y="1"/>
                    </a:moveTo>
                    <a:cubicBezTo>
                      <a:pt x="457" y="1"/>
                      <a:pt x="454" y="1"/>
                      <a:pt x="452" y="1"/>
                    </a:cubicBezTo>
                    <a:cubicBezTo>
                      <a:pt x="423" y="0"/>
                      <a:pt x="392" y="4"/>
                      <a:pt x="363" y="11"/>
                    </a:cubicBezTo>
                    <a:cubicBezTo>
                      <a:pt x="316" y="24"/>
                      <a:pt x="261" y="52"/>
                      <a:pt x="208" y="80"/>
                    </a:cubicBezTo>
                    <a:cubicBezTo>
                      <a:pt x="172" y="99"/>
                      <a:pt x="138" y="117"/>
                      <a:pt x="111" y="127"/>
                    </a:cubicBezTo>
                    <a:cubicBezTo>
                      <a:pt x="68" y="142"/>
                      <a:pt x="27" y="162"/>
                      <a:pt x="2" y="177"/>
                    </a:cubicBezTo>
                    <a:cubicBezTo>
                      <a:pt x="1" y="177"/>
                      <a:pt x="0" y="178"/>
                      <a:pt x="0" y="179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45" y="192"/>
                      <a:pt x="80" y="177"/>
                      <a:pt x="123" y="161"/>
                    </a:cubicBezTo>
                    <a:cubicBezTo>
                      <a:pt x="152" y="150"/>
                      <a:pt x="187" y="132"/>
                      <a:pt x="225" y="112"/>
                    </a:cubicBezTo>
                    <a:cubicBezTo>
                      <a:pt x="276" y="85"/>
                      <a:pt x="329" y="58"/>
                      <a:pt x="372" y="46"/>
                    </a:cubicBezTo>
                    <a:cubicBezTo>
                      <a:pt x="398" y="39"/>
                      <a:pt x="425" y="36"/>
                      <a:pt x="451" y="37"/>
                    </a:cubicBezTo>
                    <a:cubicBezTo>
                      <a:pt x="451" y="37"/>
                      <a:pt x="452" y="37"/>
                      <a:pt x="452" y="36"/>
                    </a:cubicBezTo>
                    <a:lnTo>
                      <a:pt x="459" y="1"/>
                    </a:lnTo>
                    <a:close/>
                  </a:path>
                </a:pathLst>
              </a:custGeom>
              <a:solidFill>
                <a:srgbClr val="C2D0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6" name="Freeform 20">
                <a:extLst>
                  <a:ext uri="{FF2B5EF4-FFF2-40B4-BE49-F238E27FC236}">
                    <a16:creationId xmlns:a16="http://schemas.microsoft.com/office/drawing/2014/main" id="{D999A365-7EF4-47DA-8E16-FB2A05602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604"/>
                <a:ext cx="1075" cy="520"/>
              </a:xfrm>
              <a:custGeom>
                <a:avLst/>
                <a:gdLst>
                  <a:gd name="T0" fmla="*/ 105000 w 430"/>
                  <a:gd name="T1" fmla="*/ 0 h 195"/>
                  <a:gd name="T2" fmla="*/ 88408 w 430"/>
                  <a:gd name="T3" fmla="*/ 3891 h 195"/>
                  <a:gd name="T4" fmla="*/ 50783 w 430"/>
                  <a:gd name="T5" fmla="*/ 28728 h 195"/>
                  <a:gd name="T6" fmla="*/ 27158 w 430"/>
                  <a:gd name="T7" fmla="*/ 45304 h 195"/>
                  <a:gd name="T8" fmla="*/ 0 w 430"/>
                  <a:gd name="T9" fmla="*/ 63261 h 195"/>
                  <a:gd name="T10" fmla="*/ 5208 w 430"/>
                  <a:gd name="T11" fmla="*/ 70144 h 195"/>
                  <a:gd name="T12" fmla="*/ 10550 w 430"/>
                  <a:gd name="T13" fmla="*/ 59315 h 195"/>
                  <a:gd name="T14" fmla="*/ 36925 w 430"/>
                  <a:gd name="T15" fmla="*/ 42077 h 195"/>
                  <a:gd name="T16" fmla="*/ 75208 w 430"/>
                  <a:gd name="T17" fmla="*/ 13347 h 195"/>
                  <a:gd name="T18" fmla="*/ 105000 w 430"/>
                  <a:gd name="T19" fmla="*/ 0 h 1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0" h="195">
                    <a:moveTo>
                      <a:pt x="430" y="0"/>
                    </a:moveTo>
                    <a:cubicBezTo>
                      <a:pt x="407" y="1"/>
                      <a:pt x="384" y="5"/>
                      <a:pt x="362" y="11"/>
                    </a:cubicBezTo>
                    <a:cubicBezTo>
                      <a:pt x="315" y="23"/>
                      <a:pt x="261" y="52"/>
                      <a:pt x="208" y="80"/>
                    </a:cubicBezTo>
                    <a:cubicBezTo>
                      <a:pt x="171" y="99"/>
                      <a:pt x="137" y="117"/>
                      <a:pt x="111" y="126"/>
                    </a:cubicBezTo>
                    <a:cubicBezTo>
                      <a:pt x="71" y="141"/>
                      <a:pt x="25" y="161"/>
                      <a:pt x="0" y="176"/>
                    </a:cubicBezTo>
                    <a:cubicBezTo>
                      <a:pt x="21" y="195"/>
                      <a:pt x="21" y="195"/>
                      <a:pt x="21" y="195"/>
                    </a:cubicBezTo>
                    <a:cubicBezTo>
                      <a:pt x="17" y="186"/>
                      <a:pt x="19" y="175"/>
                      <a:pt x="43" y="165"/>
                    </a:cubicBezTo>
                    <a:cubicBezTo>
                      <a:pt x="67" y="155"/>
                      <a:pt x="120" y="133"/>
                      <a:pt x="151" y="117"/>
                    </a:cubicBezTo>
                    <a:cubicBezTo>
                      <a:pt x="183" y="102"/>
                      <a:pt x="283" y="50"/>
                      <a:pt x="308" y="37"/>
                    </a:cubicBezTo>
                    <a:cubicBezTo>
                      <a:pt x="332" y="24"/>
                      <a:pt x="411" y="0"/>
                      <a:pt x="430" y="0"/>
                    </a:cubicBezTo>
                    <a:close/>
                  </a:path>
                </a:pathLst>
              </a:custGeom>
              <a:solidFill>
                <a:srgbClr val="A8B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7" name="Freeform 21">
                <a:extLst>
                  <a:ext uri="{FF2B5EF4-FFF2-40B4-BE49-F238E27FC236}">
                    <a16:creationId xmlns:a16="http://schemas.microsoft.com/office/drawing/2014/main" id="{4476BA48-A0FC-4ADF-BE1C-C4F3F39EB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361"/>
                <a:ext cx="1050" cy="203"/>
              </a:xfrm>
              <a:custGeom>
                <a:avLst/>
                <a:gdLst>
                  <a:gd name="T0" fmla="*/ 98175 w 420"/>
                  <a:gd name="T1" fmla="*/ 0 h 76"/>
                  <a:gd name="T2" fmla="*/ 98175 w 420"/>
                  <a:gd name="T3" fmla="*/ 0 h 76"/>
                  <a:gd name="T4" fmla="*/ 40363 w 420"/>
                  <a:gd name="T5" fmla="*/ 11301 h 76"/>
                  <a:gd name="T6" fmla="*/ 19063 w 420"/>
                  <a:gd name="T7" fmla="*/ 12613 h 76"/>
                  <a:gd name="T8" fmla="*/ 1488 w 420"/>
                  <a:gd name="T9" fmla="*/ 13855 h 76"/>
                  <a:gd name="T10" fmla="*/ 783 w 420"/>
                  <a:gd name="T11" fmla="*/ 13855 h 76"/>
                  <a:gd name="T12" fmla="*/ 0 w 420"/>
                  <a:gd name="T13" fmla="*/ 26526 h 76"/>
                  <a:gd name="T14" fmla="*/ 520 w 420"/>
                  <a:gd name="T15" fmla="*/ 26927 h 76"/>
                  <a:gd name="T16" fmla="*/ 20313 w 420"/>
                  <a:gd name="T17" fmla="*/ 25864 h 76"/>
                  <a:gd name="T18" fmla="*/ 40550 w 420"/>
                  <a:gd name="T19" fmla="*/ 24336 h 76"/>
                  <a:gd name="T20" fmla="*/ 101563 w 420"/>
                  <a:gd name="T21" fmla="*/ 11964 h 76"/>
                  <a:gd name="T22" fmla="*/ 102550 w 420"/>
                  <a:gd name="T23" fmla="*/ 11301 h 76"/>
                  <a:gd name="T24" fmla="*/ 98175 w 420"/>
                  <a:gd name="T25" fmla="*/ 0 h 7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0" h="76">
                    <a:moveTo>
                      <a:pt x="402" y="0"/>
                    </a:moveTo>
                    <a:cubicBezTo>
                      <a:pt x="402" y="0"/>
                      <a:pt x="402" y="0"/>
                      <a:pt x="402" y="0"/>
                    </a:cubicBezTo>
                    <a:cubicBezTo>
                      <a:pt x="339" y="28"/>
                      <a:pt x="243" y="29"/>
                      <a:pt x="165" y="31"/>
                    </a:cubicBezTo>
                    <a:cubicBezTo>
                      <a:pt x="130" y="32"/>
                      <a:pt x="100" y="32"/>
                      <a:pt x="78" y="35"/>
                    </a:cubicBezTo>
                    <a:cubicBezTo>
                      <a:pt x="50" y="39"/>
                      <a:pt x="26" y="40"/>
                      <a:pt x="6" y="38"/>
                    </a:cubicBezTo>
                    <a:cubicBezTo>
                      <a:pt x="4" y="38"/>
                      <a:pt x="3" y="38"/>
                      <a:pt x="3" y="38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" y="73"/>
                      <a:pt x="1" y="73"/>
                      <a:pt x="2" y="74"/>
                    </a:cubicBezTo>
                    <a:cubicBezTo>
                      <a:pt x="25" y="76"/>
                      <a:pt x="52" y="75"/>
                      <a:pt x="83" y="71"/>
                    </a:cubicBezTo>
                    <a:cubicBezTo>
                      <a:pt x="102" y="68"/>
                      <a:pt x="132" y="67"/>
                      <a:pt x="166" y="67"/>
                    </a:cubicBezTo>
                    <a:cubicBezTo>
                      <a:pt x="246" y="65"/>
                      <a:pt x="347" y="63"/>
                      <a:pt x="416" y="33"/>
                    </a:cubicBezTo>
                    <a:cubicBezTo>
                      <a:pt x="418" y="33"/>
                      <a:pt x="419" y="32"/>
                      <a:pt x="420" y="31"/>
                    </a:cubicBezTo>
                    <a:lnTo>
                      <a:pt x="402" y="0"/>
                    </a:lnTo>
                    <a:close/>
                  </a:path>
                </a:pathLst>
              </a:custGeom>
              <a:solidFill>
                <a:srgbClr val="EFF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8" name="Freeform 22">
                <a:extLst>
                  <a:ext uri="{FF2B5EF4-FFF2-40B4-BE49-F238E27FC236}">
                    <a16:creationId xmlns:a16="http://schemas.microsoft.com/office/drawing/2014/main" id="{341CE777-C67A-46DC-902F-3C4536B8F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2385"/>
                <a:ext cx="937" cy="104"/>
              </a:xfrm>
              <a:custGeom>
                <a:avLst/>
                <a:gdLst>
                  <a:gd name="T0" fmla="*/ 91246 w 375"/>
                  <a:gd name="T1" fmla="*/ 0 h 39"/>
                  <a:gd name="T2" fmla="*/ 35736 w 375"/>
                  <a:gd name="T3" fmla="*/ 9707 h 39"/>
                  <a:gd name="T4" fmla="*/ 14615 w 375"/>
                  <a:gd name="T5" fmla="*/ 11171 h 39"/>
                  <a:gd name="T6" fmla="*/ 0 w 375"/>
                  <a:gd name="T7" fmla="*/ 12536 h 39"/>
                  <a:gd name="T8" fmla="*/ 16259 w 375"/>
                  <a:gd name="T9" fmla="*/ 13347 h 39"/>
                  <a:gd name="T10" fmla="*/ 45288 w 375"/>
                  <a:gd name="T11" fmla="*/ 12536 h 39"/>
                  <a:gd name="T12" fmla="*/ 91246 w 375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5" h="39">
                    <a:moveTo>
                      <a:pt x="375" y="0"/>
                    </a:moveTo>
                    <a:cubicBezTo>
                      <a:pt x="312" y="24"/>
                      <a:pt x="221" y="26"/>
                      <a:pt x="147" y="27"/>
                    </a:cubicBezTo>
                    <a:cubicBezTo>
                      <a:pt x="112" y="28"/>
                      <a:pt x="82" y="28"/>
                      <a:pt x="60" y="31"/>
                    </a:cubicBezTo>
                    <a:cubicBezTo>
                      <a:pt x="37" y="34"/>
                      <a:pt x="18" y="36"/>
                      <a:pt x="0" y="35"/>
                    </a:cubicBezTo>
                    <a:cubicBezTo>
                      <a:pt x="21" y="39"/>
                      <a:pt x="47" y="37"/>
                      <a:pt x="67" y="37"/>
                    </a:cubicBezTo>
                    <a:cubicBezTo>
                      <a:pt x="87" y="37"/>
                      <a:pt x="151" y="35"/>
                      <a:pt x="186" y="35"/>
                    </a:cubicBezTo>
                    <a:cubicBezTo>
                      <a:pt x="222" y="35"/>
                      <a:pt x="341" y="21"/>
                      <a:pt x="3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9" name="Freeform 23">
                <a:extLst>
                  <a:ext uri="{FF2B5EF4-FFF2-40B4-BE49-F238E27FC236}">
                    <a16:creationId xmlns:a16="http://schemas.microsoft.com/office/drawing/2014/main" id="{9415D8B5-3401-48D5-A3BE-0AE826BAF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692"/>
                <a:ext cx="1065" cy="456"/>
              </a:xfrm>
              <a:custGeom>
                <a:avLst/>
                <a:gdLst>
                  <a:gd name="T0" fmla="*/ 103833 w 426"/>
                  <a:gd name="T1" fmla="*/ 397 h 171"/>
                  <a:gd name="T2" fmla="*/ 84500 w 426"/>
                  <a:gd name="T3" fmla="*/ 3640 h 171"/>
                  <a:gd name="T4" fmla="*/ 48645 w 426"/>
                  <a:gd name="T5" fmla="*/ 27363 h 171"/>
                  <a:gd name="T6" fmla="*/ 23750 w 426"/>
                  <a:gd name="T7" fmla="*/ 44907 h 171"/>
                  <a:gd name="T8" fmla="*/ 0 w 426"/>
                  <a:gd name="T9" fmla="*/ 60019 h 171"/>
                  <a:gd name="T10" fmla="*/ 988 w 426"/>
                  <a:gd name="T11" fmla="*/ 61496 h 171"/>
                  <a:gd name="T12" fmla="*/ 24220 w 426"/>
                  <a:gd name="T13" fmla="*/ 46784 h 171"/>
                  <a:gd name="T14" fmla="*/ 49345 w 426"/>
                  <a:gd name="T15" fmla="*/ 29128 h 171"/>
                  <a:gd name="T16" fmla="*/ 84770 w 426"/>
                  <a:gd name="T17" fmla="*/ 5824 h 171"/>
                  <a:gd name="T18" fmla="*/ 103520 w 426"/>
                  <a:gd name="T19" fmla="*/ 2184 h 171"/>
                  <a:gd name="T20" fmla="*/ 103833 w 426"/>
                  <a:gd name="T21" fmla="*/ 2184 h 171"/>
                  <a:gd name="T22" fmla="*/ 104033 w 426"/>
                  <a:gd name="T23" fmla="*/ 0 h 171"/>
                  <a:gd name="T24" fmla="*/ 103833 w 426"/>
                  <a:gd name="T25" fmla="*/ 397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6" h="171">
                    <a:moveTo>
                      <a:pt x="425" y="1"/>
                    </a:moveTo>
                    <a:cubicBezTo>
                      <a:pt x="399" y="0"/>
                      <a:pt x="372" y="3"/>
                      <a:pt x="346" y="10"/>
                    </a:cubicBezTo>
                    <a:cubicBezTo>
                      <a:pt x="303" y="22"/>
                      <a:pt x="250" y="49"/>
                      <a:pt x="199" y="76"/>
                    </a:cubicBezTo>
                    <a:cubicBezTo>
                      <a:pt x="161" y="96"/>
                      <a:pt x="126" y="114"/>
                      <a:pt x="97" y="125"/>
                    </a:cubicBezTo>
                    <a:cubicBezTo>
                      <a:pt x="54" y="141"/>
                      <a:pt x="19" y="156"/>
                      <a:pt x="0" y="167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25" y="160"/>
                      <a:pt x="59" y="145"/>
                      <a:pt x="99" y="130"/>
                    </a:cubicBezTo>
                    <a:cubicBezTo>
                      <a:pt x="129" y="120"/>
                      <a:pt x="164" y="101"/>
                      <a:pt x="202" y="81"/>
                    </a:cubicBezTo>
                    <a:cubicBezTo>
                      <a:pt x="253" y="55"/>
                      <a:pt x="305" y="27"/>
                      <a:pt x="347" y="16"/>
                    </a:cubicBezTo>
                    <a:cubicBezTo>
                      <a:pt x="373" y="9"/>
                      <a:pt x="400" y="6"/>
                      <a:pt x="424" y="6"/>
                    </a:cubicBezTo>
                    <a:cubicBezTo>
                      <a:pt x="425" y="6"/>
                      <a:pt x="425" y="6"/>
                      <a:pt x="425" y="6"/>
                    </a:cubicBezTo>
                    <a:cubicBezTo>
                      <a:pt x="426" y="0"/>
                      <a:pt x="426" y="0"/>
                      <a:pt x="426" y="0"/>
                    </a:cubicBezTo>
                    <a:cubicBezTo>
                      <a:pt x="426" y="1"/>
                      <a:pt x="425" y="1"/>
                      <a:pt x="425" y="1"/>
                    </a:cubicBezTo>
                    <a:close/>
                  </a:path>
                </a:pathLst>
              </a:custGeom>
              <a:solidFill>
                <a:srgbClr val="EB73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0" name="Freeform 24">
                <a:extLst>
                  <a:ext uri="{FF2B5EF4-FFF2-40B4-BE49-F238E27FC236}">
                    <a16:creationId xmlns:a16="http://schemas.microsoft.com/office/drawing/2014/main" id="{D18D7BD3-1E94-4E11-A5CD-D362EA49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137"/>
                <a:ext cx="140" cy="325"/>
              </a:xfrm>
              <a:custGeom>
                <a:avLst/>
                <a:gdLst>
                  <a:gd name="T0" fmla="*/ 3250 w 56"/>
                  <a:gd name="T1" fmla="*/ 25334 h 122"/>
                  <a:gd name="T2" fmla="*/ 3250 w 56"/>
                  <a:gd name="T3" fmla="*/ 4273 h 122"/>
                  <a:gd name="T4" fmla="*/ 4895 w 56"/>
                  <a:gd name="T5" fmla="*/ 1761 h 122"/>
                  <a:gd name="T6" fmla="*/ 5208 w 56"/>
                  <a:gd name="T7" fmla="*/ 1761 h 122"/>
                  <a:gd name="T8" fmla="*/ 4220 w 56"/>
                  <a:gd name="T9" fmla="*/ 0 h 122"/>
                  <a:gd name="T10" fmla="*/ 4220 w 56"/>
                  <a:gd name="T11" fmla="*/ 0 h 122"/>
                  <a:gd name="T12" fmla="*/ 1958 w 56"/>
                  <a:gd name="T13" fmla="*/ 3626 h 122"/>
                  <a:gd name="T14" fmla="*/ 1958 w 56"/>
                  <a:gd name="T15" fmla="*/ 26029 h 122"/>
                  <a:gd name="T16" fmla="*/ 12033 w 56"/>
                  <a:gd name="T17" fmla="*/ 43617 h 122"/>
                  <a:gd name="T18" fmla="*/ 12033 w 56"/>
                  <a:gd name="T19" fmla="*/ 43617 h 122"/>
                  <a:gd name="T20" fmla="*/ 12033 w 56"/>
                  <a:gd name="T21" fmla="*/ 43617 h 122"/>
                  <a:gd name="T22" fmla="*/ 12033 w 56"/>
                  <a:gd name="T23" fmla="*/ 43617 h 122"/>
                  <a:gd name="T24" fmla="*/ 12708 w 56"/>
                  <a:gd name="T25" fmla="*/ 43617 h 122"/>
                  <a:gd name="T26" fmla="*/ 13488 w 56"/>
                  <a:gd name="T27" fmla="*/ 43617 h 122"/>
                  <a:gd name="T28" fmla="*/ 13675 w 56"/>
                  <a:gd name="T29" fmla="*/ 42103 h 122"/>
                  <a:gd name="T30" fmla="*/ 13675 w 56"/>
                  <a:gd name="T31" fmla="*/ 41856 h 122"/>
                  <a:gd name="T32" fmla="*/ 13675 w 56"/>
                  <a:gd name="T33" fmla="*/ 41438 h 122"/>
                  <a:gd name="T34" fmla="*/ 12708 w 56"/>
                  <a:gd name="T35" fmla="*/ 41438 h 122"/>
                  <a:gd name="T36" fmla="*/ 3250 w 56"/>
                  <a:gd name="T37" fmla="*/ 25334 h 1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6" h="122">
                    <a:moveTo>
                      <a:pt x="13" y="71"/>
                    </a:moveTo>
                    <a:cubicBezTo>
                      <a:pt x="6" y="44"/>
                      <a:pt x="9" y="21"/>
                      <a:pt x="13" y="12"/>
                    </a:cubicBezTo>
                    <a:cubicBezTo>
                      <a:pt x="15" y="8"/>
                      <a:pt x="19" y="6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1"/>
                      <a:pt x="10" y="5"/>
                      <a:pt x="8" y="10"/>
                    </a:cubicBezTo>
                    <a:cubicBezTo>
                      <a:pt x="3" y="20"/>
                      <a:pt x="0" y="45"/>
                      <a:pt x="8" y="73"/>
                    </a:cubicBezTo>
                    <a:cubicBezTo>
                      <a:pt x="11" y="84"/>
                      <a:pt x="23" y="120"/>
                      <a:pt x="49" y="122"/>
                    </a:cubicBezTo>
                    <a:cubicBezTo>
                      <a:pt x="49" y="122"/>
                      <a:pt x="49" y="122"/>
                      <a:pt x="49" y="122"/>
                    </a:cubicBezTo>
                    <a:cubicBezTo>
                      <a:pt x="49" y="122"/>
                      <a:pt x="49" y="122"/>
                      <a:pt x="49" y="122"/>
                    </a:cubicBezTo>
                    <a:cubicBezTo>
                      <a:pt x="49" y="122"/>
                      <a:pt x="49" y="122"/>
                      <a:pt x="49" y="122"/>
                    </a:cubicBezTo>
                    <a:cubicBezTo>
                      <a:pt x="50" y="122"/>
                      <a:pt x="51" y="122"/>
                      <a:pt x="52" y="122"/>
                    </a:cubicBezTo>
                    <a:cubicBezTo>
                      <a:pt x="53" y="122"/>
                      <a:pt x="54" y="122"/>
                      <a:pt x="55" y="122"/>
                    </a:cubicBezTo>
                    <a:cubicBezTo>
                      <a:pt x="56" y="118"/>
                      <a:pt x="56" y="118"/>
                      <a:pt x="56" y="118"/>
                    </a:cubicBezTo>
                    <a:cubicBezTo>
                      <a:pt x="56" y="118"/>
                      <a:pt x="56" y="117"/>
                      <a:pt x="56" y="117"/>
                    </a:cubicBezTo>
                    <a:cubicBezTo>
                      <a:pt x="56" y="116"/>
                      <a:pt x="56" y="116"/>
                      <a:pt x="56" y="116"/>
                    </a:cubicBezTo>
                    <a:cubicBezTo>
                      <a:pt x="52" y="116"/>
                      <a:pt x="52" y="116"/>
                      <a:pt x="52" y="116"/>
                    </a:cubicBezTo>
                    <a:cubicBezTo>
                      <a:pt x="28" y="116"/>
                      <a:pt x="16" y="82"/>
                      <a:pt x="13" y="71"/>
                    </a:cubicBezTo>
                    <a:close/>
                  </a:path>
                </a:pathLst>
              </a:custGeom>
              <a:solidFill>
                <a:srgbClr val="E5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1" name="Freeform 25">
                <a:extLst>
                  <a:ext uri="{FF2B5EF4-FFF2-40B4-BE49-F238E27FC236}">
                    <a16:creationId xmlns:a16="http://schemas.microsoft.com/office/drawing/2014/main" id="{9CF159F8-F234-438A-9992-746FEFF50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692"/>
                <a:ext cx="242" cy="669"/>
              </a:xfrm>
              <a:custGeom>
                <a:avLst/>
                <a:gdLst>
                  <a:gd name="T0" fmla="*/ 20298 w 97"/>
                  <a:gd name="T1" fmla="*/ 31187 h 251"/>
                  <a:gd name="T2" fmla="*/ 966 w 97"/>
                  <a:gd name="T3" fmla="*/ 397 h 251"/>
                  <a:gd name="T4" fmla="*/ 187 w 97"/>
                  <a:gd name="T5" fmla="*/ 0 h 251"/>
                  <a:gd name="T6" fmla="*/ 0 w 97"/>
                  <a:gd name="T7" fmla="*/ 2180 h 251"/>
                  <a:gd name="T8" fmla="*/ 0 w 97"/>
                  <a:gd name="T9" fmla="*/ 2180 h 251"/>
                  <a:gd name="T10" fmla="*/ 187 w 97"/>
                  <a:gd name="T11" fmla="*/ 2572 h 251"/>
                  <a:gd name="T12" fmla="*/ 654 w 97"/>
                  <a:gd name="T13" fmla="*/ 2572 h 251"/>
                  <a:gd name="T14" fmla="*/ 18821 w 97"/>
                  <a:gd name="T15" fmla="*/ 31598 h 251"/>
                  <a:gd name="T16" fmla="*/ 15186 w 97"/>
                  <a:gd name="T17" fmla="*/ 74941 h 251"/>
                  <a:gd name="T18" fmla="*/ 2595 w 97"/>
                  <a:gd name="T19" fmla="*/ 87820 h 251"/>
                  <a:gd name="T20" fmla="*/ 2128 w 97"/>
                  <a:gd name="T21" fmla="*/ 88217 h 251"/>
                  <a:gd name="T22" fmla="*/ 2906 w 97"/>
                  <a:gd name="T23" fmla="*/ 89979 h 251"/>
                  <a:gd name="T24" fmla="*/ 20298 w 97"/>
                  <a:gd name="T25" fmla="*/ 31187 h 2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" h="251">
                    <a:moveTo>
                      <a:pt x="84" y="87"/>
                    </a:moveTo>
                    <a:cubicBezTo>
                      <a:pt x="72" y="35"/>
                      <a:pt x="38" y="3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6" y="9"/>
                      <a:pt x="67" y="42"/>
                      <a:pt x="78" y="88"/>
                    </a:cubicBezTo>
                    <a:cubicBezTo>
                      <a:pt x="87" y="124"/>
                      <a:pt x="85" y="175"/>
                      <a:pt x="63" y="209"/>
                    </a:cubicBezTo>
                    <a:cubicBezTo>
                      <a:pt x="51" y="228"/>
                      <a:pt x="34" y="241"/>
                      <a:pt x="11" y="245"/>
                    </a:cubicBezTo>
                    <a:cubicBezTo>
                      <a:pt x="10" y="245"/>
                      <a:pt x="10" y="246"/>
                      <a:pt x="9" y="246"/>
                    </a:cubicBezTo>
                    <a:cubicBezTo>
                      <a:pt x="12" y="251"/>
                      <a:pt x="12" y="251"/>
                      <a:pt x="12" y="251"/>
                    </a:cubicBezTo>
                    <a:cubicBezTo>
                      <a:pt x="89" y="235"/>
                      <a:pt x="97" y="141"/>
                      <a:pt x="84" y="87"/>
                    </a:cubicBezTo>
                    <a:close/>
                  </a:path>
                </a:pathLst>
              </a:custGeom>
              <a:solidFill>
                <a:srgbClr val="F2A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2" name="Freeform 26">
                <a:extLst>
                  <a:ext uri="{FF2B5EF4-FFF2-40B4-BE49-F238E27FC236}">
                    <a16:creationId xmlns:a16="http://schemas.microsoft.com/office/drawing/2014/main" id="{B26F4610-74BB-4B3E-8E5D-087CBDECF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348"/>
                <a:ext cx="998" cy="120"/>
              </a:xfrm>
              <a:custGeom>
                <a:avLst/>
                <a:gdLst>
                  <a:gd name="T0" fmla="*/ 96909 w 399"/>
                  <a:gd name="T1" fmla="*/ 0 h 45"/>
                  <a:gd name="T2" fmla="*/ 39652 w 399"/>
                  <a:gd name="T3" fmla="*/ 10773 h 45"/>
                  <a:gd name="T4" fmla="*/ 18119 w 399"/>
                  <a:gd name="T5" fmla="*/ 12288 h 45"/>
                  <a:gd name="T6" fmla="*/ 783 w 399"/>
                  <a:gd name="T7" fmla="*/ 13347 h 45"/>
                  <a:gd name="T8" fmla="*/ 313 w 399"/>
                  <a:gd name="T9" fmla="*/ 13347 h 45"/>
                  <a:gd name="T10" fmla="*/ 0 w 399"/>
                  <a:gd name="T11" fmla="*/ 15531 h 45"/>
                  <a:gd name="T12" fmla="*/ 783 w 399"/>
                  <a:gd name="T13" fmla="*/ 15531 h 45"/>
                  <a:gd name="T14" fmla="*/ 18399 w 399"/>
                  <a:gd name="T15" fmla="*/ 14413 h 45"/>
                  <a:gd name="T16" fmla="*/ 39652 w 399"/>
                  <a:gd name="T17" fmla="*/ 12949 h 45"/>
                  <a:gd name="T18" fmla="*/ 97691 w 399"/>
                  <a:gd name="T19" fmla="*/ 1763 h 45"/>
                  <a:gd name="T20" fmla="*/ 97691 w 399"/>
                  <a:gd name="T21" fmla="*/ 1763 h 45"/>
                  <a:gd name="T22" fmla="*/ 96909 w 399"/>
                  <a:gd name="T23" fmla="*/ 0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9" h="45">
                    <a:moveTo>
                      <a:pt x="396" y="0"/>
                    </a:moveTo>
                    <a:cubicBezTo>
                      <a:pt x="335" y="27"/>
                      <a:pt x="239" y="28"/>
                      <a:pt x="162" y="30"/>
                    </a:cubicBezTo>
                    <a:cubicBezTo>
                      <a:pt x="127" y="31"/>
                      <a:pt x="96" y="31"/>
                      <a:pt x="74" y="34"/>
                    </a:cubicBezTo>
                    <a:cubicBezTo>
                      <a:pt x="44" y="38"/>
                      <a:pt x="22" y="39"/>
                      <a:pt x="3" y="37"/>
                    </a:cubicBezTo>
                    <a:cubicBezTo>
                      <a:pt x="3" y="37"/>
                      <a:pt x="2" y="37"/>
                      <a:pt x="1" y="37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1" y="43"/>
                      <a:pt x="3" y="43"/>
                    </a:cubicBezTo>
                    <a:cubicBezTo>
                      <a:pt x="23" y="45"/>
                      <a:pt x="47" y="44"/>
                      <a:pt x="75" y="40"/>
                    </a:cubicBezTo>
                    <a:cubicBezTo>
                      <a:pt x="97" y="37"/>
                      <a:pt x="127" y="37"/>
                      <a:pt x="162" y="36"/>
                    </a:cubicBezTo>
                    <a:cubicBezTo>
                      <a:pt x="240" y="34"/>
                      <a:pt x="336" y="33"/>
                      <a:pt x="399" y="5"/>
                    </a:cubicBezTo>
                    <a:cubicBezTo>
                      <a:pt x="399" y="5"/>
                      <a:pt x="399" y="5"/>
                      <a:pt x="399" y="5"/>
                    </a:cubicBezTo>
                    <a:lnTo>
                      <a:pt x="396" y="0"/>
                    </a:lnTo>
                    <a:close/>
                  </a:path>
                </a:pathLst>
              </a:custGeom>
              <a:solidFill>
                <a:srgbClr val="F7C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3" name="Freeform 27">
                <a:extLst>
                  <a:ext uri="{FF2B5EF4-FFF2-40B4-BE49-F238E27FC236}">
                    <a16:creationId xmlns:a16="http://schemas.microsoft.com/office/drawing/2014/main" id="{B98A6CF5-9FA3-44A9-B9A6-72A0D81852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90" y="1742"/>
                <a:ext cx="1263" cy="699"/>
              </a:xfrm>
              <a:custGeom>
                <a:avLst/>
                <a:gdLst>
                  <a:gd name="T0" fmla="*/ 122303 w 505"/>
                  <a:gd name="T1" fmla="*/ 25540 h 262"/>
                  <a:gd name="T2" fmla="*/ 115448 w 505"/>
                  <a:gd name="T3" fmla="*/ 6078 h 262"/>
                  <a:gd name="T4" fmla="*/ 105984 w 505"/>
                  <a:gd name="T5" fmla="*/ 0 h 262"/>
                  <a:gd name="T6" fmla="*/ 87870 w 505"/>
                  <a:gd name="T7" fmla="*/ 3247 h 262"/>
                  <a:gd name="T8" fmla="*/ 52653 w 505"/>
                  <a:gd name="T9" fmla="*/ 26335 h 262"/>
                  <a:gd name="T10" fmla="*/ 44805 w 505"/>
                  <a:gd name="T11" fmla="*/ 32415 h 262"/>
                  <a:gd name="T12" fmla="*/ 28359 w 505"/>
                  <a:gd name="T13" fmla="*/ 44322 h 262"/>
                  <a:gd name="T14" fmla="*/ 13498 w 505"/>
                  <a:gd name="T15" fmla="*/ 52999 h 262"/>
                  <a:gd name="T16" fmla="*/ 1771 w 505"/>
                  <a:gd name="T17" fmla="*/ 75030 h 262"/>
                  <a:gd name="T18" fmla="*/ 3441 w 505"/>
                  <a:gd name="T19" fmla="*/ 83651 h 262"/>
                  <a:gd name="T20" fmla="*/ 8806 w 505"/>
                  <a:gd name="T21" fmla="*/ 91644 h 262"/>
                  <a:gd name="T22" fmla="*/ 28674 w 505"/>
                  <a:gd name="T23" fmla="*/ 91913 h 262"/>
                  <a:gd name="T24" fmla="*/ 50390 w 505"/>
                  <a:gd name="T25" fmla="*/ 90582 h 262"/>
                  <a:gd name="T26" fmla="*/ 102751 w 505"/>
                  <a:gd name="T27" fmla="*/ 82170 h 262"/>
                  <a:gd name="T28" fmla="*/ 103063 w 505"/>
                  <a:gd name="T29" fmla="*/ 82170 h 262"/>
                  <a:gd name="T30" fmla="*/ 117919 w 505"/>
                  <a:gd name="T31" fmla="*/ 67435 h 262"/>
                  <a:gd name="T32" fmla="*/ 123599 w 505"/>
                  <a:gd name="T33" fmla="*/ 40430 h 262"/>
                  <a:gd name="T34" fmla="*/ 122303 w 505"/>
                  <a:gd name="T35" fmla="*/ 25540 h 262"/>
                  <a:gd name="T36" fmla="*/ 116749 w 505"/>
                  <a:gd name="T37" fmla="*/ 65967 h 262"/>
                  <a:gd name="T38" fmla="*/ 102275 w 505"/>
                  <a:gd name="T39" fmla="*/ 80006 h 262"/>
                  <a:gd name="T40" fmla="*/ 50390 w 505"/>
                  <a:gd name="T41" fmla="*/ 88418 h 262"/>
                  <a:gd name="T42" fmla="*/ 28674 w 505"/>
                  <a:gd name="T43" fmla="*/ 89784 h 262"/>
                  <a:gd name="T44" fmla="*/ 9306 w 505"/>
                  <a:gd name="T45" fmla="*/ 89480 h 262"/>
                  <a:gd name="T46" fmla="*/ 4897 w 505"/>
                  <a:gd name="T47" fmla="*/ 82989 h 262"/>
                  <a:gd name="T48" fmla="*/ 3254 w 505"/>
                  <a:gd name="T49" fmla="*/ 74326 h 262"/>
                  <a:gd name="T50" fmla="*/ 13998 w 505"/>
                  <a:gd name="T51" fmla="*/ 55165 h 262"/>
                  <a:gd name="T52" fmla="*/ 28879 w 505"/>
                  <a:gd name="T53" fmla="*/ 46508 h 262"/>
                  <a:gd name="T54" fmla="*/ 53329 w 505"/>
                  <a:gd name="T55" fmla="*/ 28123 h 262"/>
                  <a:gd name="T56" fmla="*/ 88337 w 505"/>
                  <a:gd name="T57" fmla="*/ 5411 h 262"/>
                  <a:gd name="T58" fmla="*/ 105672 w 505"/>
                  <a:gd name="T59" fmla="*/ 2185 h 262"/>
                  <a:gd name="T60" fmla="*/ 114478 w 505"/>
                  <a:gd name="T61" fmla="*/ 7558 h 262"/>
                  <a:gd name="T62" fmla="*/ 120865 w 505"/>
                  <a:gd name="T63" fmla="*/ 25938 h 262"/>
                  <a:gd name="T64" fmla="*/ 122116 w 505"/>
                  <a:gd name="T65" fmla="*/ 40430 h 262"/>
                  <a:gd name="T66" fmla="*/ 116749 w 505"/>
                  <a:gd name="T67" fmla="*/ 65967 h 26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05" h="262">
                    <a:moveTo>
                      <a:pt x="500" y="71"/>
                    </a:moveTo>
                    <a:cubicBezTo>
                      <a:pt x="495" y="49"/>
                      <a:pt x="486" y="31"/>
                      <a:pt x="472" y="17"/>
                    </a:cubicBezTo>
                    <a:cubicBezTo>
                      <a:pt x="464" y="9"/>
                      <a:pt x="454" y="2"/>
                      <a:pt x="433" y="0"/>
                    </a:cubicBezTo>
                    <a:cubicBezTo>
                      <a:pt x="409" y="0"/>
                      <a:pt x="385" y="3"/>
                      <a:pt x="359" y="9"/>
                    </a:cubicBezTo>
                    <a:cubicBezTo>
                      <a:pt x="318" y="20"/>
                      <a:pt x="265" y="46"/>
                      <a:pt x="215" y="73"/>
                    </a:cubicBezTo>
                    <a:cubicBezTo>
                      <a:pt x="183" y="90"/>
                      <a:pt x="183" y="90"/>
                      <a:pt x="183" y="90"/>
                    </a:cubicBezTo>
                    <a:cubicBezTo>
                      <a:pt x="159" y="103"/>
                      <a:pt x="136" y="116"/>
                      <a:pt x="116" y="123"/>
                    </a:cubicBezTo>
                    <a:cubicBezTo>
                      <a:pt x="98" y="130"/>
                      <a:pt x="72" y="139"/>
                      <a:pt x="55" y="147"/>
                    </a:cubicBezTo>
                    <a:cubicBezTo>
                      <a:pt x="31" y="156"/>
                      <a:pt x="0" y="173"/>
                      <a:pt x="7" y="208"/>
                    </a:cubicBezTo>
                    <a:cubicBezTo>
                      <a:pt x="9" y="217"/>
                      <a:pt x="11" y="225"/>
                      <a:pt x="14" y="232"/>
                    </a:cubicBezTo>
                    <a:cubicBezTo>
                      <a:pt x="15" y="233"/>
                      <a:pt x="21" y="248"/>
                      <a:pt x="36" y="254"/>
                    </a:cubicBezTo>
                    <a:cubicBezTo>
                      <a:pt x="58" y="262"/>
                      <a:pt x="100" y="257"/>
                      <a:pt x="117" y="255"/>
                    </a:cubicBezTo>
                    <a:cubicBezTo>
                      <a:pt x="140" y="252"/>
                      <a:pt x="170" y="252"/>
                      <a:pt x="206" y="251"/>
                    </a:cubicBezTo>
                    <a:cubicBezTo>
                      <a:pt x="274" y="250"/>
                      <a:pt x="360" y="248"/>
                      <a:pt x="420" y="228"/>
                    </a:cubicBezTo>
                    <a:cubicBezTo>
                      <a:pt x="421" y="228"/>
                      <a:pt x="421" y="228"/>
                      <a:pt x="421" y="228"/>
                    </a:cubicBezTo>
                    <a:cubicBezTo>
                      <a:pt x="449" y="219"/>
                      <a:pt x="470" y="205"/>
                      <a:pt x="482" y="187"/>
                    </a:cubicBezTo>
                    <a:cubicBezTo>
                      <a:pt x="497" y="166"/>
                      <a:pt x="505" y="138"/>
                      <a:pt x="505" y="112"/>
                    </a:cubicBezTo>
                    <a:cubicBezTo>
                      <a:pt x="505" y="98"/>
                      <a:pt x="503" y="83"/>
                      <a:pt x="500" y="71"/>
                    </a:cubicBezTo>
                    <a:close/>
                    <a:moveTo>
                      <a:pt x="477" y="183"/>
                    </a:moveTo>
                    <a:cubicBezTo>
                      <a:pt x="459" y="211"/>
                      <a:pt x="424" y="220"/>
                      <a:pt x="418" y="222"/>
                    </a:cubicBezTo>
                    <a:cubicBezTo>
                      <a:pt x="359" y="242"/>
                      <a:pt x="274" y="244"/>
                      <a:pt x="206" y="245"/>
                    </a:cubicBezTo>
                    <a:cubicBezTo>
                      <a:pt x="170" y="246"/>
                      <a:pt x="139" y="246"/>
                      <a:pt x="117" y="249"/>
                    </a:cubicBezTo>
                    <a:cubicBezTo>
                      <a:pt x="94" y="252"/>
                      <a:pt x="57" y="255"/>
                      <a:pt x="38" y="248"/>
                    </a:cubicBezTo>
                    <a:cubicBezTo>
                      <a:pt x="27" y="244"/>
                      <a:pt x="21" y="234"/>
                      <a:pt x="20" y="230"/>
                    </a:cubicBezTo>
                    <a:cubicBezTo>
                      <a:pt x="17" y="223"/>
                      <a:pt x="15" y="215"/>
                      <a:pt x="13" y="206"/>
                    </a:cubicBezTo>
                    <a:cubicBezTo>
                      <a:pt x="7" y="181"/>
                      <a:pt x="25" y="165"/>
                      <a:pt x="57" y="153"/>
                    </a:cubicBezTo>
                    <a:cubicBezTo>
                      <a:pt x="73" y="146"/>
                      <a:pt x="97" y="136"/>
                      <a:pt x="118" y="129"/>
                    </a:cubicBezTo>
                    <a:cubicBezTo>
                      <a:pt x="147" y="118"/>
                      <a:pt x="180" y="98"/>
                      <a:pt x="218" y="78"/>
                    </a:cubicBezTo>
                    <a:cubicBezTo>
                      <a:pt x="268" y="52"/>
                      <a:pt x="320" y="26"/>
                      <a:pt x="361" y="15"/>
                    </a:cubicBezTo>
                    <a:cubicBezTo>
                      <a:pt x="385" y="9"/>
                      <a:pt x="409" y="6"/>
                      <a:pt x="432" y="6"/>
                    </a:cubicBezTo>
                    <a:cubicBezTo>
                      <a:pt x="451" y="8"/>
                      <a:pt x="460" y="14"/>
                      <a:pt x="468" y="21"/>
                    </a:cubicBezTo>
                    <a:cubicBezTo>
                      <a:pt x="480" y="34"/>
                      <a:pt x="489" y="51"/>
                      <a:pt x="494" y="72"/>
                    </a:cubicBezTo>
                    <a:cubicBezTo>
                      <a:pt x="497" y="84"/>
                      <a:pt x="499" y="98"/>
                      <a:pt x="499" y="112"/>
                    </a:cubicBezTo>
                    <a:cubicBezTo>
                      <a:pt x="499" y="137"/>
                      <a:pt x="491" y="164"/>
                      <a:pt x="477" y="183"/>
                    </a:cubicBezTo>
                    <a:close/>
                  </a:path>
                </a:pathLst>
              </a:custGeom>
              <a:solidFill>
                <a:srgbClr val="A7C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4" name="Freeform 28">
                <a:extLst>
                  <a:ext uri="{FF2B5EF4-FFF2-40B4-BE49-F238E27FC236}">
                    <a16:creationId xmlns:a16="http://schemas.microsoft.com/office/drawing/2014/main" id="{EF3853C6-BC3B-463E-ABA8-01D6BF478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758"/>
                <a:ext cx="1230" cy="664"/>
              </a:xfrm>
              <a:custGeom>
                <a:avLst/>
                <a:gdLst>
                  <a:gd name="T0" fmla="*/ 12238 w 492"/>
                  <a:gd name="T1" fmla="*/ 52851 h 249"/>
                  <a:gd name="T2" fmla="*/ 27158 w 492"/>
                  <a:gd name="T3" fmla="*/ 44237 h 249"/>
                  <a:gd name="T4" fmla="*/ 51563 w 492"/>
                  <a:gd name="T5" fmla="*/ 25885 h 249"/>
                  <a:gd name="T6" fmla="*/ 86458 w 492"/>
                  <a:gd name="T7" fmla="*/ 3243 h 249"/>
                  <a:gd name="T8" fmla="*/ 103833 w 492"/>
                  <a:gd name="T9" fmla="*/ 0 h 249"/>
                  <a:gd name="T10" fmla="*/ 112625 w 492"/>
                  <a:gd name="T11" fmla="*/ 5405 h 249"/>
                  <a:gd name="T12" fmla="*/ 118958 w 492"/>
                  <a:gd name="T13" fmla="*/ 23723 h 249"/>
                  <a:gd name="T14" fmla="*/ 120125 w 492"/>
                  <a:gd name="T15" fmla="*/ 38173 h 249"/>
                  <a:gd name="T16" fmla="*/ 114770 w 492"/>
                  <a:gd name="T17" fmla="*/ 63659 h 249"/>
                  <a:gd name="T18" fmla="*/ 100395 w 492"/>
                  <a:gd name="T19" fmla="*/ 77675 h 249"/>
                  <a:gd name="T20" fmla="*/ 48645 w 492"/>
                  <a:gd name="T21" fmla="*/ 85923 h 249"/>
                  <a:gd name="T22" fmla="*/ 26875 w 492"/>
                  <a:gd name="T23" fmla="*/ 87381 h 249"/>
                  <a:gd name="T24" fmla="*/ 7625 w 492"/>
                  <a:gd name="T25" fmla="*/ 86984 h 249"/>
                  <a:gd name="T26" fmla="*/ 3250 w 492"/>
                  <a:gd name="T27" fmla="*/ 80499 h 249"/>
                  <a:gd name="T28" fmla="*/ 1488 w 492"/>
                  <a:gd name="T29" fmla="*/ 71851 h 249"/>
                  <a:gd name="T30" fmla="*/ 12238 w 492"/>
                  <a:gd name="T31" fmla="*/ 52851 h 2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92" h="249">
                    <a:moveTo>
                      <a:pt x="50" y="147"/>
                    </a:moveTo>
                    <a:cubicBezTo>
                      <a:pt x="66" y="140"/>
                      <a:pt x="90" y="130"/>
                      <a:pt x="111" y="123"/>
                    </a:cubicBezTo>
                    <a:cubicBezTo>
                      <a:pt x="140" y="112"/>
                      <a:pt x="173" y="92"/>
                      <a:pt x="211" y="72"/>
                    </a:cubicBezTo>
                    <a:cubicBezTo>
                      <a:pt x="261" y="46"/>
                      <a:pt x="313" y="20"/>
                      <a:pt x="354" y="9"/>
                    </a:cubicBezTo>
                    <a:cubicBezTo>
                      <a:pt x="378" y="3"/>
                      <a:pt x="402" y="0"/>
                      <a:pt x="425" y="0"/>
                    </a:cubicBezTo>
                    <a:cubicBezTo>
                      <a:pt x="444" y="2"/>
                      <a:pt x="453" y="8"/>
                      <a:pt x="461" y="15"/>
                    </a:cubicBezTo>
                    <a:cubicBezTo>
                      <a:pt x="473" y="28"/>
                      <a:pt x="482" y="45"/>
                      <a:pt x="487" y="66"/>
                    </a:cubicBezTo>
                    <a:cubicBezTo>
                      <a:pt x="490" y="78"/>
                      <a:pt x="492" y="92"/>
                      <a:pt x="492" y="106"/>
                    </a:cubicBezTo>
                    <a:cubicBezTo>
                      <a:pt x="492" y="131"/>
                      <a:pt x="484" y="158"/>
                      <a:pt x="470" y="177"/>
                    </a:cubicBezTo>
                    <a:cubicBezTo>
                      <a:pt x="452" y="205"/>
                      <a:pt x="417" y="214"/>
                      <a:pt x="411" y="216"/>
                    </a:cubicBezTo>
                    <a:cubicBezTo>
                      <a:pt x="352" y="236"/>
                      <a:pt x="267" y="238"/>
                      <a:pt x="199" y="239"/>
                    </a:cubicBezTo>
                    <a:cubicBezTo>
                      <a:pt x="163" y="240"/>
                      <a:pt x="132" y="240"/>
                      <a:pt x="110" y="243"/>
                    </a:cubicBezTo>
                    <a:cubicBezTo>
                      <a:pt x="87" y="246"/>
                      <a:pt x="50" y="249"/>
                      <a:pt x="31" y="242"/>
                    </a:cubicBezTo>
                    <a:cubicBezTo>
                      <a:pt x="20" y="238"/>
                      <a:pt x="14" y="228"/>
                      <a:pt x="13" y="224"/>
                    </a:cubicBezTo>
                    <a:cubicBezTo>
                      <a:pt x="10" y="217"/>
                      <a:pt x="8" y="209"/>
                      <a:pt x="6" y="200"/>
                    </a:cubicBezTo>
                    <a:cubicBezTo>
                      <a:pt x="0" y="175"/>
                      <a:pt x="18" y="159"/>
                      <a:pt x="50" y="147"/>
                    </a:cubicBezTo>
                    <a:close/>
                  </a:path>
                </a:pathLst>
              </a:custGeom>
              <a:solidFill>
                <a:srgbClr val="EEF3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5" name="Freeform 29">
                <a:extLst>
                  <a:ext uri="{FF2B5EF4-FFF2-40B4-BE49-F238E27FC236}">
                    <a16:creationId xmlns:a16="http://schemas.microsoft.com/office/drawing/2014/main" id="{22F4AC00-55D1-4D99-B3B7-B3E5151D0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758"/>
                <a:ext cx="1205" cy="638"/>
              </a:xfrm>
              <a:custGeom>
                <a:avLst/>
                <a:gdLst>
                  <a:gd name="T0" fmla="*/ 5395 w 482"/>
                  <a:gd name="T1" fmla="*/ 82825 h 239"/>
                  <a:gd name="T2" fmla="*/ 16408 w 482"/>
                  <a:gd name="T3" fmla="*/ 63328 h 239"/>
                  <a:gd name="T4" fmla="*/ 31063 w 482"/>
                  <a:gd name="T5" fmla="*/ 54636 h 239"/>
                  <a:gd name="T6" fmla="*/ 55675 w 482"/>
                  <a:gd name="T7" fmla="*/ 36620 h 239"/>
                  <a:gd name="T8" fmla="*/ 90363 w 482"/>
                  <a:gd name="T9" fmla="*/ 13718 h 239"/>
                  <a:gd name="T10" fmla="*/ 107938 w 482"/>
                  <a:gd name="T11" fmla="*/ 10462 h 239"/>
                  <a:gd name="T12" fmla="*/ 116720 w 482"/>
                  <a:gd name="T13" fmla="*/ 15849 h 239"/>
                  <a:gd name="T14" fmla="*/ 117708 w 482"/>
                  <a:gd name="T15" fmla="*/ 17765 h 239"/>
                  <a:gd name="T16" fmla="*/ 112625 w 482"/>
                  <a:gd name="T17" fmla="*/ 5438 h 239"/>
                  <a:gd name="T18" fmla="*/ 103833 w 482"/>
                  <a:gd name="T19" fmla="*/ 0 h 239"/>
                  <a:gd name="T20" fmla="*/ 86458 w 482"/>
                  <a:gd name="T21" fmla="*/ 3249 h 239"/>
                  <a:gd name="T22" fmla="*/ 51563 w 482"/>
                  <a:gd name="T23" fmla="*/ 26038 h 239"/>
                  <a:gd name="T24" fmla="*/ 27158 w 482"/>
                  <a:gd name="T25" fmla="*/ 44473 h 239"/>
                  <a:gd name="T26" fmla="*/ 12238 w 482"/>
                  <a:gd name="T27" fmla="*/ 53109 h 239"/>
                  <a:gd name="T28" fmla="*/ 1488 w 482"/>
                  <a:gd name="T29" fmla="*/ 72364 h 239"/>
                  <a:gd name="T30" fmla="*/ 3250 w 482"/>
                  <a:gd name="T31" fmla="*/ 81037 h 239"/>
                  <a:gd name="T32" fmla="*/ 6175 w 482"/>
                  <a:gd name="T33" fmla="*/ 86474 h 239"/>
                  <a:gd name="T34" fmla="*/ 5395 w 482"/>
                  <a:gd name="T35" fmla="*/ 82825 h 23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82" h="239">
                    <a:moveTo>
                      <a:pt x="22" y="229"/>
                    </a:moveTo>
                    <a:cubicBezTo>
                      <a:pt x="17" y="204"/>
                      <a:pt x="35" y="188"/>
                      <a:pt x="67" y="175"/>
                    </a:cubicBezTo>
                    <a:cubicBezTo>
                      <a:pt x="83" y="168"/>
                      <a:pt x="107" y="159"/>
                      <a:pt x="127" y="151"/>
                    </a:cubicBezTo>
                    <a:cubicBezTo>
                      <a:pt x="157" y="140"/>
                      <a:pt x="190" y="120"/>
                      <a:pt x="228" y="101"/>
                    </a:cubicBezTo>
                    <a:cubicBezTo>
                      <a:pt x="278" y="74"/>
                      <a:pt x="329" y="49"/>
                      <a:pt x="370" y="38"/>
                    </a:cubicBezTo>
                    <a:cubicBezTo>
                      <a:pt x="395" y="31"/>
                      <a:pt x="418" y="28"/>
                      <a:pt x="442" y="29"/>
                    </a:cubicBezTo>
                    <a:cubicBezTo>
                      <a:pt x="461" y="31"/>
                      <a:pt x="470" y="36"/>
                      <a:pt x="478" y="44"/>
                    </a:cubicBezTo>
                    <a:cubicBezTo>
                      <a:pt x="479" y="45"/>
                      <a:pt x="481" y="47"/>
                      <a:pt x="482" y="49"/>
                    </a:cubicBezTo>
                    <a:cubicBezTo>
                      <a:pt x="477" y="35"/>
                      <a:pt x="470" y="24"/>
                      <a:pt x="461" y="15"/>
                    </a:cubicBezTo>
                    <a:cubicBezTo>
                      <a:pt x="453" y="8"/>
                      <a:pt x="444" y="2"/>
                      <a:pt x="425" y="0"/>
                    </a:cubicBezTo>
                    <a:cubicBezTo>
                      <a:pt x="402" y="0"/>
                      <a:pt x="378" y="3"/>
                      <a:pt x="354" y="9"/>
                    </a:cubicBezTo>
                    <a:cubicBezTo>
                      <a:pt x="313" y="20"/>
                      <a:pt x="261" y="46"/>
                      <a:pt x="211" y="72"/>
                    </a:cubicBezTo>
                    <a:cubicBezTo>
                      <a:pt x="173" y="92"/>
                      <a:pt x="140" y="112"/>
                      <a:pt x="111" y="123"/>
                    </a:cubicBezTo>
                    <a:cubicBezTo>
                      <a:pt x="90" y="130"/>
                      <a:pt x="66" y="140"/>
                      <a:pt x="50" y="147"/>
                    </a:cubicBezTo>
                    <a:cubicBezTo>
                      <a:pt x="18" y="159"/>
                      <a:pt x="0" y="175"/>
                      <a:pt x="6" y="200"/>
                    </a:cubicBezTo>
                    <a:cubicBezTo>
                      <a:pt x="8" y="209"/>
                      <a:pt x="10" y="217"/>
                      <a:pt x="13" y="224"/>
                    </a:cubicBezTo>
                    <a:cubicBezTo>
                      <a:pt x="14" y="227"/>
                      <a:pt x="18" y="234"/>
                      <a:pt x="25" y="239"/>
                    </a:cubicBezTo>
                    <a:cubicBezTo>
                      <a:pt x="24" y="236"/>
                      <a:pt x="23" y="232"/>
                      <a:pt x="22" y="229"/>
                    </a:cubicBezTo>
                    <a:close/>
                  </a:path>
                </a:pathLst>
              </a:custGeom>
              <a:solidFill>
                <a:srgbClr val="E0EA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6" name="Freeform 30">
                <a:extLst>
                  <a:ext uri="{FF2B5EF4-FFF2-40B4-BE49-F238E27FC236}">
                    <a16:creationId xmlns:a16="http://schemas.microsoft.com/office/drawing/2014/main" id="{96353E00-B0B2-488E-A359-C63970437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2084"/>
                <a:ext cx="115" cy="242"/>
              </a:xfrm>
              <a:custGeom>
                <a:avLst/>
                <a:gdLst>
                  <a:gd name="T0" fmla="*/ 11250 w 46"/>
                  <a:gd name="T1" fmla="*/ 5305 h 91"/>
                  <a:gd name="T2" fmla="*/ 7345 w 46"/>
                  <a:gd name="T3" fmla="*/ 0 h 91"/>
                  <a:gd name="T4" fmla="*/ 2938 w 46"/>
                  <a:gd name="T5" fmla="*/ 32213 h 91"/>
                  <a:gd name="T6" fmla="*/ 5863 w 46"/>
                  <a:gd name="T7" fmla="*/ 8106 h 91"/>
                  <a:gd name="T8" fmla="*/ 11250 w 46"/>
                  <a:gd name="T9" fmla="*/ 5305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91">
                    <a:moveTo>
                      <a:pt x="46" y="15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0" y="22"/>
                      <a:pt x="12" y="91"/>
                    </a:cubicBezTo>
                    <a:cubicBezTo>
                      <a:pt x="11" y="71"/>
                      <a:pt x="15" y="38"/>
                      <a:pt x="24" y="23"/>
                    </a:cubicBezTo>
                    <a:cubicBezTo>
                      <a:pt x="32" y="10"/>
                      <a:pt x="40" y="11"/>
                      <a:pt x="46" y="15"/>
                    </a:cubicBezTo>
                    <a:close/>
                  </a:path>
                </a:pathLst>
              </a:custGeom>
              <a:solidFill>
                <a:srgbClr val="96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7" name="Freeform 31">
                <a:extLst>
                  <a:ext uri="{FF2B5EF4-FFF2-40B4-BE49-F238E27FC236}">
                    <a16:creationId xmlns:a16="http://schemas.microsoft.com/office/drawing/2014/main" id="{0239ED1B-F0B6-4285-A49E-EA7A7E4CE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2425"/>
                <a:ext cx="163" cy="125"/>
              </a:xfrm>
              <a:custGeom>
                <a:avLst/>
                <a:gdLst>
                  <a:gd name="T0" fmla="*/ 0 w 65"/>
                  <a:gd name="T1" fmla="*/ 0 h 47"/>
                  <a:gd name="T2" fmla="*/ 15658 w 65"/>
                  <a:gd name="T3" fmla="*/ 16609 h 47"/>
                  <a:gd name="T4" fmla="*/ 16180 w 65"/>
                  <a:gd name="T5" fmla="*/ 5997 h 47"/>
                  <a:gd name="T6" fmla="*/ 0 w 65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47">
                    <a:moveTo>
                      <a:pt x="0" y="0"/>
                    </a:moveTo>
                    <a:cubicBezTo>
                      <a:pt x="6" y="18"/>
                      <a:pt x="31" y="45"/>
                      <a:pt x="63" y="4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1" y="29"/>
                      <a:pt x="21" y="37"/>
                      <a:pt x="0" y="0"/>
                    </a:cubicBezTo>
                    <a:close/>
                  </a:path>
                </a:pathLst>
              </a:custGeom>
              <a:solidFill>
                <a:srgbClr val="96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8" name="Freeform 32">
                <a:extLst>
                  <a:ext uri="{FF2B5EF4-FFF2-40B4-BE49-F238E27FC236}">
                    <a16:creationId xmlns:a16="http://schemas.microsoft.com/office/drawing/2014/main" id="{3F10A427-02EF-4A5C-83BF-A30558C18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244"/>
                <a:ext cx="77" cy="146"/>
              </a:xfrm>
              <a:custGeom>
                <a:avLst/>
                <a:gdLst>
                  <a:gd name="T0" fmla="*/ 7263 w 31"/>
                  <a:gd name="T1" fmla="*/ 0 h 55"/>
                  <a:gd name="T2" fmla="*/ 5867 w 31"/>
                  <a:gd name="T3" fmla="*/ 8041 h 55"/>
                  <a:gd name="T4" fmla="*/ 5410 w 31"/>
                  <a:gd name="T5" fmla="*/ 16742 h 55"/>
                  <a:gd name="T6" fmla="*/ 1148 w 31"/>
                  <a:gd name="T7" fmla="*/ 16482 h 55"/>
                  <a:gd name="T8" fmla="*/ 3005 w 31"/>
                  <a:gd name="T9" fmla="*/ 1051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5">
                    <a:moveTo>
                      <a:pt x="31" y="0"/>
                    </a:moveTo>
                    <a:cubicBezTo>
                      <a:pt x="26" y="6"/>
                      <a:pt x="26" y="15"/>
                      <a:pt x="25" y="23"/>
                    </a:cubicBezTo>
                    <a:cubicBezTo>
                      <a:pt x="25" y="29"/>
                      <a:pt x="27" y="43"/>
                      <a:pt x="23" y="48"/>
                    </a:cubicBezTo>
                    <a:cubicBezTo>
                      <a:pt x="18" y="55"/>
                      <a:pt x="8" y="55"/>
                      <a:pt x="5" y="47"/>
                    </a:cubicBezTo>
                    <a:cubicBezTo>
                      <a:pt x="0" y="34"/>
                      <a:pt x="9" y="15"/>
                      <a:pt x="13" y="3"/>
                    </a:cubicBezTo>
                  </a:path>
                </a:pathLst>
              </a:custGeom>
              <a:solidFill>
                <a:srgbClr val="E0EA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9" name="Freeform 33">
                <a:extLst>
                  <a:ext uri="{FF2B5EF4-FFF2-40B4-BE49-F238E27FC236}">
                    <a16:creationId xmlns:a16="http://schemas.microsoft.com/office/drawing/2014/main" id="{4EC1BA8F-2485-4170-AEC0-AD46FB785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2116"/>
                <a:ext cx="72" cy="277"/>
              </a:xfrm>
              <a:custGeom>
                <a:avLst/>
                <a:gdLst>
                  <a:gd name="T0" fmla="*/ 6793 w 29"/>
                  <a:gd name="T1" fmla="*/ 37145 h 104"/>
                  <a:gd name="T2" fmla="*/ 6306 w 29"/>
                  <a:gd name="T3" fmla="*/ 0 h 104"/>
                  <a:gd name="T4" fmla="*/ 6793 w 29"/>
                  <a:gd name="T5" fmla="*/ 37145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04">
                    <a:moveTo>
                      <a:pt x="29" y="104"/>
                    </a:moveTo>
                    <a:cubicBezTo>
                      <a:pt x="18" y="77"/>
                      <a:pt x="11" y="36"/>
                      <a:pt x="27" y="0"/>
                    </a:cubicBezTo>
                    <a:cubicBezTo>
                      <a:pt x="17" y="19"/>
                      <a:pt x="0" y="57"/>
                      <a:pt x="29" y="104"/>
                    </a:cubicBezTo>
                    <a:close/>
                  </a:path>
                </a:pathLst>
              </a:custGeom>
              <a:solidFill>
                <a:srgbClr val="FBF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0" name="Line 34">
                <a:extLst>
                  <a:ext uri="{FF2B5EF4-FFF2-40B4-BE49-F238E27FC236}">
                    <a16:creationId xmlns:a16="http://schemas.microsoft.com/office/drawing/2014/main" id="{7655C61C-0A52-4ECB-A5EE-5F8A970ADB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03" y="2454"/>
                <a:ext cx="5" cy="99"/>
              </a:xfrm>
              <a:prstGeom prst="line">
                <a:avLst/>
              </a:prstGeom>
              <a:noFill/>
              <a:ln w="158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1" name="Line 35">
                <a:extLst>
                  <a:ext uri="{FF2B5EF4-FFF2-40B4-BE49-F238E27FC236}">
                    <a16:creationId xmlns:a16="http://schemas.microsoft.com/office/drawing/2014/main" id="{6E81CE88-3EED-4CB1-88B0-B3B99E484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0" y="2070"/>
                <a:ext cx="70" cy="72"/>
              </a:xfrm>
              <a:prstGeom prst="line">
                <a:avLst/>
              </a:prstGeom>
              <a:noFill/>
              <a:ln w="158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2" name="Line 36">
                <a:extLst>
                  <a:ext uri="{FF2B5EF4-FFF2-40B4-BE49-F238E27FC236}">
                    <a16:creationId xmlns:a16="http://schemas.microsoft.com/office/drawing/2014/main" id="{C7EC00E0-5CB8-4B14-B89A-6E6A1E5D3E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03" y="2350"/>
                <a:ext cx="50" cy="88"/>
              </a:xfrm>
              <a:prstGeom prst="line">
                <a:avLst/>
              </a:prstGeom>
              <a:noFill/>
              <a:ln w="158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3" name="Line 37">
                <a:extLst>
                  <a:ext uri="{FF2B5EF4-FFF2-40B4-BE49-F238E27FC236}">
                    <a16:creationId xmlns:a16="http://schemas.microsoft.com/office/drawing/2014/main" id="{6BC4C84F-CC55-45BA-88DE-ACA58E1CCF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78" y="1606"/>
                <a:ext cx="17" cy="96"/>
              </a:xfrm>
              <a:prstGeom prst="line">
                <a:avLst/>
              </a:prstGeom>
              <a:noFill/>
              <a:ln w="158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4" name="Freeform 38">
                <a:extLst>
                  <a:ext uri="{FF2B5EF4-FFF2-40B4-BE49-F238E27FC236}">
                    <a16:creationId xmlns:a16="http://schemas.microsoft.com/office/drawing/2014/main" id="{170B2D3E-9A1E-4665-92F8-0879AC9B6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692"/>
                <a:ext cx="1065" cy="456"/>
              </a:xfrm>
              <a:custGeom>
                <a:avLst/>
                <a:gdLst>
                  <a:gd name="T0" fmla="*/ 103833 w 426"/>
                  <a:gd name="T1" fmla="*/ 397 h 171"/>
                  <a:gd name="T2" fmla="*/ 84500 w 426"/>
                  <a:gd name="T3" fmla="*/ 3640 h 171"/>
                  <a:gd name="T4" fmla="*/ 48645 w 426"/>
                  <a:gd name="T5" fmla="*/ 27363 h 171"/>
                  <a:gd name="T6" fmla="*/ 23750 w 426"/>
                  <a:gd name="T7" fmla="*/ 44907 h 171"/>
                  <a:gd name="T8" fmla="*/ 0 w 426"/>
                  <a:gd name="T9" fmla="*/ 60019 h 171"/>
                  <a:gd name="T10" fmla="*/ 988 w 426"/>
                  <a:gd name="T11" fmla="*/ 61496 h 171"/>
                  <a:gd name="T12" fmla="*/ 24220 w 426"/>
                  <a:gd name="T13" fmla="*/ 46784 h 171"/>
                  <a:gd name="T14" fmla="*/ 49345 w 426"/>
                  <a:gd name="T15" fmla="*/ 29128 h 171"/>
                  <a:gd name="T16" fmla="*/ 84770 w 426"/>
                  <a:gd name="T17" fmla="*/ 5824 h 171"/>
                  <a:gd name="T18" fmla="*/ 103520 w 426"/>
                  <a:gd name="T19" fmla="*/ 2184 h 171"/>
                  <a:gd name="T20" fmla="*/ 103833 w 426"/>
                  <a:gd name="T21" fmla="*/ 2184 h 171"/>
                  <a:gd name="T22" fmla="*/ 104033 w 426"/>
                  <a:gd name="T23" fmla="*/ 0 h 171"/>
                  <a:gd name="T24" fmla="*/ 103833 w 426"/>
                  <a:gd name="T25" fmla="*/ 397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6" h="171">
                    <a:moveTo>
                      <a:pt x="425" y="1"/>
                    </a:moveTo>
                    <a:cubicBezTo>
                      <a:pt x="399" y="0"/>
                      <a:pt x="372" y="3"/>
                      <a:pt x="346" y="10"/>
                    </a:cubicBezTo>
                    <a:cubicBezTo>
                      <a:pt x="303" y="22"/>
                      <a:pt x="250" y="49"/>
                      <a:pt x="199" y="76"/>
                    </a:cubicBezTo>
                    <a:cubicBezTo>
                      <a:pt x="161" y="96"/>
                      <a:pt x="126" y="114"/>
                      <a:pt x="97" y="125"/>
                    </a:cubicBezTo>
                    <a:cubicBezTo>
                      <a:pt x="54" y="141"/>
                      <a:pt x="19" y="156"/>
                      <a:pt x="0" y="167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25" y="160"/>
                      <a:pt x="59" y="145"/>
                      <a:pt x="99" y="130"/>
                    </a:cubicBezTo>
                    <a:cubicBezTo>
                      <a:pt x="129" y="120"/>
                      <a:pt x="164" y="101"/>
                      <a:pt x="202" y="81"/>
                    </a:cubicBezTo>
                    <a:cubicBezTo>
                      <a:pt x="253" y="55"/>
                      <a:pt x="305" y="27"/>
                      <a:pt x="347" y="16"/>
                    </a:cubicBezTo>
                    <a:cubicBezTo>
                      <a:pt x="373" y="9"/>
                      <a:pt x="400" y="6"/>
                      <a:pt x="424" y="6"/>
                    </a:cubicBezTo>
                    <a:cubicBezTo>
                      <a:pt x="425" y="6"/>
                      <a:pt x="425" y="6"/>
                      <a:pt x="425" y="6"/>
                    </a:cubicBezTo>
                    <a:cubicBezTo>
                      <a:pt x="426" y="0"/>
                      <a:pt x="426" y="0"/>
                      <a:pt x="426" y="0"/>
                    </a:cubicBezTo>
                    <a:cubicBezTo>
                      <a:pt x="426" y="1"/>
                      <a:pt x="425" y="1"/>
                      <a:pt x="425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5" name="Freeform 39">
                <a:extLst>
                  <a:ext uri="{FF2B5EF4-FFF2-40B4-BE49-F238E27FC236}">
                    <a16:creationId xmlns:a16="http://schemas.microsoft.com/office/drawing/2014/main" id="{3868A813-3B9A-4836-94EC-98137EEE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137"/>
                <a:ext cx="140" cy="325"/>
              </a:xfrm>
              <a:custGeom>
                <a:avLst/>
                <a:gdLst>
                  <a:gd name="T0" fmla="*/ 3250 w 56"/>
                  <a:gd name="T1" fmla="*/ 25334 h 122"/>
                  <a:gd name="T2" fmla="*/ 3250 w 56"/>
                  <a:gd name="T3" fmla="*/ 4273 h 122"/>
                  <a:gd name="T4" fmla="*/ 4895 w 56"/>
                  <a:gd name="T5" fmla="*/ 1761 h 122"/>
                  <a:gd name="T6" fmla="*/ 5208 w 56"/>
                  <a:gd name="T7" fmla="*/ 1761 h 122"/>
                  <a:gd name="T8" fmla="*/ 4220 w 56"/>
                  <a:gd name="T9" fmla="*/ 0 h 122"/>
                  <a:gd name="T10" fmla="*/ 4220 w 56"/>
                  <a:gd name="T11" fmla="*/ 0 h 122"/>
                  <a:gd name="T12" fmla="*/ 1958 w 56"/>
                  <a:gd name="T13" fmla="*/ 3626 h 122"/>
                  <a:gd name="T14" fmla="*/ 1958 w 56"/>
                  <a:gd name="T15" fmla="*/ 26029 h 122"/>
                  <a:gd name="T16" fmla="*/ 12033 w 56"/>
                  <a:gd name="T17" fmla="*/ 43617 h 122"/>
                  <a:gd name="T18" fmla="*/ 12033 w 56"/>
                  <a:gd name="T19" fmla="*/ 43617 h 122"/>
                  <a:gd name="T20" fmla="*/ 12033 w 56"/>
                  <a:gd name="T21" fmla="*/ 43617 h 122"/>
                  <a:gd name="T22" fmla="*/ 12033 w 56"/>
                  <a:gd name="T23" fmla="*/ 43617 h 122"/>
                  <a:gd name="T24" fmla="*/ 12708 w 56"/>
                  <a:gd name="T25" fmla="*/ 43617 h 122"/>
                  <a:gd name="T26" fmla="*/ 13488 w 56"/>
                  <a:gd name="T27" fmla="*/ 43617 h 122"/>
                  <a:gd name="T28" fmla="*/ 13675 w 56"/>
                  <a:gd name="T29" fmla="*/ 42103 h 122"/>
                  <a:gd name="T30" fmla="*/ 13675 w 56"/>
                  <a:gd name="T31" fmla="*/ 41856 h 122"/>
                  <a:gd name="T32" fmla="*/ 13675 w 56"/>
                  <a:gd name="T33" fmla="*/ 41438 h 122"/>
                  <a:gd name="T34" fmla="*/ 12708 w 56"/>
                  <a:gd name="T35" fmla="*/ 41438 h 122"/>
                  <a:gd name="T36" fmla="*/ 3250 w 56"/>
                  <a:gd name="T37" fmla="*/ 25334 h 1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6" h="122">
                    <a:moveTo>
                      <a:pt x="13" y="71"/>
                    </a:moveTo>
                    <a:cubicBezTo>
                      <a:pt x="6" y="44"/>
                      <a:pt x="9" y="21"/>
                      <a:pt x="13" y="12"/>
                    </a:cubicBezTo>
                    <a:cubicBezTo>
                      <a:pt x="15" y="8"/>
                      <a:pt x="19" y="6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1"/>
                      <a:pt x="10" y="5"/>
                      <a:pt x="8" y="10"/>
                    </a:cubicBezTo>
                    <a:cubicBezTo>
                      <a:pt x="3" y="20"/>
                      <a:pt x="0" y="45"/>
                      <a:pt x="8" y="73"/>
                    </a:cubicBezTo>
                    <a:cubicBezTo>
                      <a:pt x="11" y="84"/>
                      <a:pt x="23" y="120"/>
                      <a:pt x="49" y="122"/>
                    </a:cubicBezTo>
                    <a:cubicBezTo>
                      <a:pt x="49" y="122"/>
                      <a:pt x="49" y="122"/>
                      <a:pt x="49" y="122"/>
                    </a:cubicBezTo>
                    <a:cubicBezTo>
                      <a:pt x="49" y="122"/>
                      <a:pt x="49" y="122"/>
                      <a:pt x="49" y="122"/>
                    </a:cubicBezTo>
                    <a:cubicBezTo>
                      <a:pt x="49" y="122"/>
                      <a:pt x="49" y="122"/>
                      <a:pt x="49" y="122"/>
                    </a:cubicBezTo>
                    <a:cubicBezTo>
                      <a:pt x="50" y="122"/>
                      <a:pt x="51" y="122"/>
                      <a:pt x="52" y="122"/>
                    </a:cubicBezTo>
                    <a:cubicBezTo>
                      <a:pt x="53" y="122"/>
                      <a:pt x="54" y="122"/>
                      <a:pt x="55" y="122"/>
                    </a:cubicBezTo>
                    <a:cubicBezTo>
                      <a:pt x="56" y="118"/>
                      <a:pt x="56" y="118"/>
                      <a:pt x="56" y="118"/>
                    </a:cubicBezTo>
                    <a:cubicBezTo>
                      <a:pt x="56" y="118"/>
                      <a:pt x="56" y="117"/>
                      <a:pt x="56" y="117"/>
                    </a:cubicBezTo>
                    <a:cubicBezTo>
                      <a:pt x="56" y="116"/>
                      <a:pt x="56" y="116"/>
                      <a:pt x="56" y="116"/>
                    </a:cubicBezTo>
                    <a:cubicBezTo>
                      <a:pt x="52" y="116"/>
                      <a:pt x="52" y="116"/>
                      <a:pt x="52" y="116"/>
                    </a:cubicBezTo>
                    <a:cubicBezTo>
                      <a:pt x="28" y="116"/>
                      <a:pt x="16" y="82"/>
                      <a:pt x="13" y="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6" name="Freeform 40">
                <a:extLst>
                  <a:ext uri="{FF2B5EF4-FFF2-40B4-BE49-F238E27FC236}">
                    <a16:creationId xmlns:a16="http://schemas.microsoft.com/office/drawing/2014/main" id="{93F1EDF8-9970-4AFF-958F-D87F59B80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692"/>
                <a:ext cx="242" cy="669"/>
              </a:xfrm>
              <a:custGeom>
                <a:avLst/>
                <a:gdLst>
                  <a:gd name="T0" fmla="*/ 20298 w 97"/>
                  <a:gd name="T1" fmla="*/ 31187 h 251"/>
                  <a:gd name="T2" fmla="*/ 966 w 97"/>
                  <a:gd name="T3" fmla="*/ 397 h 251"/>
                  <a:gd name="T4" fmla="*/ 187 w 97"/>
                  <a:gd name="T5" fmla="*/ 0 h 251"/>
                  <a:gd name="T6" fmla="*/ 0 w 97"/>
                  <a:gd name="T7" fmla="*/ 2180 h 251"/>
                  <a:gd name="T8" fmla="*/ 0 w 97"/>
                  <a:gd name="T9" fmla="*/ 2180 h 251"/>
                  <a:gd name="T10" fmla="*/ 187 w 97"/>
                  <a:gd name="T11" fmla="*/ 2572 h 251"/>
                  <a:gd name="T12" fmla="*/ 654 w 97"/>
                  <a:gd name="T13" fmla="*/ 2572 h 251"/>
                  <a:gd name="T14" fmla="*/ 18821 w 97"/>
                  <a:gd name="T15" fmla="*/ 31598 h 251"/>
                  <a:gd name="T16" fmla="*/ 15186 w 97"/>
                  <a:gd name="T17" fmla="*/ 74941 h 251"/>
                  <a:gd name="T18" fmla="*/ 2595 w 97"/>
                  <a:gd name="T19" fmla="*/ 87820 h 251"/>
                  <a:gd name="T20" fmla="*/ 2128 w 97"/>
                  <a:gd name="T21" fmla="*/ 88217 h 251"/>
                  <a:gd name="T22" fmla="*/ 2906 w 97"/>
                  <a:gd name="T23" fmla="*/ 89979 h 251"/>
                  <a:gd name="T24" fmla="*/ 20298 w 97"/>
                  <a:gd name="T25" fmla="*/ 31187 h 2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" h="251">
                    <a:moveTo>
                      <a:pt x="84" y="87"/>
                    </a:moveTo>
                    <a:cubicBezTo>
                      <a:pt x="72" y="35"/>
                      <a:pt x="38" y="3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6" y="9"/>
                      <a:pt x="67" y="42"/>
                      <a:pt x="78" y="88"/>
                    </a:cubicBezTo>
                    <a:cubicBezTo>
                      <a:pt x="87" y="124"/>
                      <a:pt x="85" y="175"/>
                      <a:pt x="63" y="209"/>
                    </a:cubicBezTo>
                    <a:cubicBezTo>
                      <a:pt x="51" y="228"/>
                      <a:pt x="34" y="241"/>
                      <a:pt x="11" y="245"/>
                    </a:cubicBezTo>
                    <a:cubicBezTo>
                      <a:pt x="10" y="245"/>
                      <a:pt x="10" y="246"/>
                      <a:pt x="9" y="246"/>
                    </a:cubicBezTo>
                    <a:cubicBezTo>
                      <a:pt x="12" y="251"/>
                      <a:pt x="12" y="251"/>
                      <a:pt x="12" y="251"/>
                    </a:cubicBezTo>
                    <a:cubicBezTo>
                      <a:pt x="89" y="235"/>
                      <a:pt x="97" y="141"/>
                      <a:pt x="84" y="8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7" name="Freeform 41">
                <a:extLst>
                  <a:ext uri="{FF2B5EF4-FFF2-40B4-BE49-F238E27FC236}">
                    <a16:creationId xmlns:a16="http://schemas.microsoft.com/office/drawing/2014/main" id="{44D97EAD-CBFE-4A93-9AB1-37D782FB5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348"/>
                <a:ext cx="998" cy="120"/>
              </a:xfrm>
              <a:custGeom>
                <a:avLst/>
                <a:gdLst>
                  <a:gd name="T0" fmla="*/ 96909 w 399"/>
                  <a:gd name="T1" fmla="*/ 0 h 45"/>
                  <a:gd name="T2" fmla="*/ 39652 w 399"/>
                  <a:gd name="T3" fmla="*/ 10773 h 45"/>
                  <a:gd name="T4" fmla="*/ 18119 w 399"/>
                  <a:gd name="T5" fmla="*/ 12288 h 45"/>
                  <a:gd name="T6" fmla="*/ 783 w 399"/>
                  <a:gd name="T7" fmla="*/ 13347 h 45"/>
                  <a:gd name="T8" fmla="*/ 313 w 399"/>
                  <a:gd name="T9" fmla="*/ 13347 h 45"/>
                  <a:gd name="T10" fmla="*/ 0 w 399"/>
                  <a:gd name="T11" fmla="*/ 15531 h 45"/>
                  <a:gd name="T12" fmla="*/ 783 w 399"/>
                  <a:gd name="T13" fmla="*/ 15531 h 45"/>
                  <a:gd name="T14" fmla="*/ 18399 w 399"/>
                  <a:gd name="T15" fmla="*/ 14413 h 45"/>
                  <a:gd name="T16" fmla="*/ 39652 w 399"/>
                  <a:gd name="T17" fmla="*/ 12949 h 45"/>
                  <a:gd name="T18" fmla="*/ 97691 w 399"/>
                  <a:gd name="T19" fmla="*/ 1763 h 45"/>
                  <a:gd name="T20" fmla="*/ 97691 w 399"/>
                  <a:gd name="T21" fmla="*/ 1763 h 45"/>
                  <a:gd name="T22" fmla="*/ 96909 w 399"/>
                  <a:gd name="T23" fmla="*/ 0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9" h="45">
                    <a:moveTo>
                      <a:pt x="396" y="0"/>
                    </a:moveTo>
                    <a:cubicBezTo>
                      <a:pt x="335" y="27"/>
                      <a:pt x="239" y="28"/>
                      <a:pt x="162" y="30"/>
                    </a:cubicBezTo>
                    <a:cubicBezTo>
                      <a:pt x="127" y="31"/>
                      <a:pt x="96" y="31"/>
                      <a:pt x="74" y="34"/>
                    </a:cubicBezTo>
                    <a:cubicBezTo>
                      <a:pt x="44" y="38"/>
                      <a:pt x="22" y="39"/>
                      <a:pt x="3" y="37"/>
                    </a:cubicBezTo>
                    <a:cubicBezTo>
                      <a:pt x="3" y="37"/>
                      <a:pt x="2" y="37"/>
                      <a:pt x="1" y="37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1" y="43"/>
                      <a:pt x="3" y="43"/>
                    </a:cubicBezTo>
                    <a:cubicBezTo>
                      <a:pt x="23" y="45"/>
                      <a:pt x="47" y="44"/>
                      <a:pt x="75" y="40"/>
                    </a:cubicBezTo>
                    <a:cubicBezTo>
                      <a:pt x="97" y="37"/>
                      <a:pt x="127" y="37"/>
                      <a:pt x="162" y="36"/>
                    </a:cubicBezTo>
                    <a:cubicBezTo>
                      <a:pt x="240" y="34"/>
                      <a:pt x="336" y="33"/>
                      <a:pt x="399" y="5"/>
                    </a:cubicBezTo>
                    <a:cubicBezTo>
                      <a:pt x="399" y="5"/>
                      <a:pt x="399" y="5"/>
                      <a:pt x="399" y="5"/>
                    </a:cubicBezTo>
                    <a:lnTo>
                      <a:pt x="396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8" name="Freeform 42">
                <a:extLst>
                  <a:ext uri="{FF2B5EF4-FFF2-40B4-BE49-F238E27FC236}">
                    <a16:creationId xmlns:a16="http://schemas.microsoft.com/office/drawing/2014/main" id="{3EBF3C50-BEDF-4C6E-8523-865468BC4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758"/>
                <a:ext cx="1230" cy="664"/>
              </a:xfrm>
              <a:custGeom>
                <a:avLst/>
                <a:gdLst>
                  <a:gd name="T0" fmla="*/ 12238 w 492"/>
                  <a:gd name="T1" fmla="*/ 52851 h 249"/>
                  <a:gd name="T2" fmla="*/ 27158 w 492"/>
                  <a:gd name="T3" fmla="*/ 44237 h 249"/>
                  <a:gd name="T4" fmla="*/ 51563 w 492"/>
                  <a:gd name="T5" fmla="*/ 25885 h 249"/>
                  <a:gd name="T6" fmla="*/ 86458 w 492"/>
                  <a:gd name="T7" fmla="*/ 3243 h 249"/>
                  <a:gd name="T8" fmla="*/ 103833 w 492"/>
                  <a:gd name="T9" fmla="*/ 0 h 249"/>
                  <a:gd name="T10" fmla="*/ 112625 w 492"/>
                  <a:gd name="T11" fmla="*/ 5405 h 249"/>
                  <a:gd name="T12" fmla="*/ 118958 w 492"/>
                  <a:gd name="T13" fmla="*/ 23723 h 249"/>
                  <a:gd name="T14" fmla="*/ 120125 w 492"/>
                  <a:gd name="T15" fmla="*/ 38173 h 249"/>
                  <a:gd name="T16" fmla="*/ 114770 w 492"/>
                  <a:gd name="T17" fmla="*/ 63659 h 249"/>
                  <a:gd name="T18" fmla="*/ 100395 w 492"/>
                  <a:gd name="T19" fmla="*/ 77675 h 249"/>
                  <a:gd name="T20" fmla="*/ 48645 w 492"/>
                  <a:gd name="T21" fmla="*/ 85923 h 249"/>
                  <a:gd name="T22" fmla="*/ 26875 w 492"/>
                  <a:gd name="T23" fmla="*/ 87381 h 249"/>
                  <a:gd name="T24" fmla="*/ 7625 w 492"/>
                  <a:gd name="T25" fmla="*/ 86984 h 249"/>
                  <a:gd name="T26" fmla="*/ 3250 w 492"/>
                  <a:gd name="T27" fmla="*/ 80499 h 249"/>
                  <a:gd name="T28" fmla="*/ 1488 w 492"/>
                  <a:gd name="T29" fmla="*/ 71851 h 249"/>
                  <a:gd name="T30" fmla="*/ 12238 w 492"/>
                  <a:gd name="T31" fmla="*/ 52851 h 2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92" h="249">
                    <a:moveTo>
                      <a:pt x="50" y="147"/>
                    </a:moveTo>
                    <a:cubicBezTo>
                      <a:pt x="66" y="140"/>
                      <a:pt x="90" y="130"/>
                      <a:pt x="111" y="123"/>
                    </a:cubicBezTo>
                    <a:cubicBezTo>
                      <a:pt x="140" y="112"/>
                      <a:pt x="173" y="92"/>
                      <a:pt x="211" y="72"/>
                    </a:cubicBezTo>
                    <a:cubicBezTo>
                      <a:pt x="261" y="46"/>
                      <a:pt x="313" y="20"/>
                      <a:pt x="354" y="9"/>
                    </a:cubicBezTo>
                    <a:cubicBezTo>
                      <a:pt x="378" y="3"/>
                      <a:pt x="402" y="0"/>
                      <a:pt x="425" y="0"/>
                    </a:cubicBezTo>
                    <a:cubicBezTo>
                      <a:pt x="444" y="2"/>
                      <a:pt x="453" y="8"/>
                      <a:pt x="461" y="15"/>
                    </a:cubicBezTo>
                    <a:cubicBezTo>
                      <a:pt x="473" y="28"/>
                      <a:pt x="482" y="45"/>
                      <a:pt x="487" y="66"/>
                    </a:cubicBezTo>
                    <a:cubicBezTo>
                      <a:pt x="490" y="78"/>
                      <a:pt x="492" y="92"/>
                      <a:pt x="492" y="106"/>
                    </a:cubicBezTo>
                    <a:cubicBezTo>
                      <a:pt x="492" y="131"/>
                      <a:pt x="484" y="158"/>
                      <a:pt x="470" y="177"/>
                    </a:cubicBezTo>
                    <a:cubicBezTo>
                      <a:pt x="452" y="205"/>
                      <a:pt x="417" y="214"/>
                      <a:pt x="411" y="216"/>
                    </a:cubicBezTo>
                    <a:cubicBezTo>
                      <a:pt x="352" y="236"/>
                      <a:pt x="267" y="238"/>
                      <a:pt x="199" y="239"/>
                    </a:cubicBezTo>
                    <a:cubicBezTo>
                      <a:pt x="163" y="240"/>
                      <a:pt x="132" y="240"/>
                      <a:pt x="110" y="243"/>
                    </a:cubicBezTo>
                    <a:cubicBezTo>
                      <a:pt x="87" y="246"/>
                      <a:pt x="50" y="249"/>
                      <a:pt x="31" y="242"/>
                    </a:cubicBezTo>
                    <a:cubicBezTo>
                      <a:pt x="20" y="238"/>
                      <a:pt x="14" y="228"/>
                      <a:pt x="13" y="224"/>
                    </a:cubicBezTo>
                    <a:cubicBezTo>
                      <a:pt x="10" y="217"/>
                      <a:pt x="8" y="209"/>
                      <a:pt x="6" y="200"/>
                    </a:cubicBezTo>
                    <a:cubicBezTo>
                      <a:pt x="0" y="175"/>
                      <a:pt x="18" y="159"/>
                      <a:pt x="50" y="14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9" name="Freeform 43">
                <a:extLst>
                  <a:ext uri="{FF2B5EF4-FFF2-40B4-BE49-F238E27FC236}">
                    <a16:creationId xmlns:a16="http://schemas.microsoft.com/office/drawing/2014/main" id="{8AF5A5C0-3696-4D14-AC7E-E0633C07D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742"/>
                <a:ext cx="1263" cy="699"/>
              </a:xfrm>
              <a:custGeom>
                <a:avLst/>
                <a:gdLst>
                  <a:gd name="T0" fmla="*/ 122303 w 505"/>
                  <a:gd name="T1" fmla="*/ 25540 h 262"/>
                  <a:gd name="T2" fmla="*/ 115448 w 505"/>
                  <a:gd name="T3" fmla="*/ 6078 h 262"/>
                  <a:gd name="T4" fmla="*/ 105984 w 505"/>
                  <a:gd name="T5" fmla="*/ 0 h 262"/>
                  <a:gd name="T6" fmla="*/ 87870 w 505"/>
                  <a:gd name="T7" fmla="*/ 3247 h 262"/>
                  <a:gd name="T8" fmla="*/ 52653 w 505"/>
                  <a:gd name="T9" fmla="*/ 26335 h 262"/>
                  <a:gd name="T10" fmla="*/ 44805 w 505"/>
                  <a:gd name="T11" fmla="*/ 32415 h 262"/>
                  <a:gd name="T12" fmla="*/ 28359 w 505"/>
                  <a:gd name="T13" fmla="*/ 44322 h 262"/>
                  <a:gd name="T14" fmla="*/ 13498 w 505"/>
                  <a:gd name="T15" fmla="*/ 52999 h 262"/>
                  <a:gd name="T16" fmla="*/ 1771 w 505"/>
                  <a:gd name="T17" fmla="*/ 75030 h 262"/>
                  <a:gd name="T18" fmla="*/ 3441 w 505"/>
                  <a:gd name="T19" fmla="*/ 83651 h 262"/>
                  <a:gd name="T20" fmla="*/ 8806 w 505"/>
                  <a:gd name="T21" fmla="*/ 91644 h 262"/>
                  <a:gd name="T22" fmla="*/ 28674 w 505"/>
                  <a:gd name="T23" fmla="*/ 91913 h 262"/>
                  <a:gd name="T24" fmla="*/ 50390 w 505"/>
                  <a:gd name="T25" fmla="*/ 90582 h 262"/>
                  <a:gd name="T26" fmla="*/ 102751 w 505"/>
                  <a:gd name="T27" fmla="*/ 82170 h 262"/>
                  <a:gd name="T28" fmla="*/ 103063 w 505"/>
                  <a:gd name="T29" fmla="*/ 82170 h 262"/>
                  <a:gd name="T30" fmla="*/ 117919 w 505"/>
                  <a:gd name="T31" fmla="*/ 67435 h 262"/>
                  <a:gd name="T32" fmla="*/ 123599 w 505"/>
                  <a:gd name="T33" fmla="*/ 40430 h 262"/>
                  <a:gd name="T34" fmla="*/ 122303 w 505"/>
                  <a:gd name="T35" fmla="*/ 25540 h 26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05" h="262">
                    <a:moveTo>
                      <a:pt x="500" y="71"/>
                    </a:moveTo>
                    <a:cubicBezTo>
                      <a:pt x="495" y="49"/>
                      <a:pt x="486" y="31"/>
                      <a:pt x="472" y="17"/>
                    </a:cubicBezTo>
                    <a:cubicBezTo>
                      <a:pt x="464" y="9"/>
                      <a:pt x="454" y="2"/>
                      <a:pt x="433" y="0"/>
                    </a:cubicBezTo>
                    <a:cubicBezTo>
                      <a:pt x="409" y="0"/>
                      <a:pt x="385" y="3"/>
                      <a:pt x="359" y="9"/>
                    </a:cubicBezTo>
                    <a:cubicBezTo>
                      <a:pt x="318" y="20"/>
                      <a:pt x="265" y="46"/>
                      <a:pt x="215" y="73"/>
                    </a:cubicBezTo>
                    <a:cubicBezTo>
                      <a:pt x="183" y="90"/>
                      <a:pt x="183" y="90"/>
                      <a:pt x="183" y="90"/>
                    </a:cubicBezTo>
                    <a:cubicBezTo>
                      <a:pt x="159" y="103"/>
                      <a:pt x="136" y="116"/>
                      <a:pt x="116" y="123"/>
                    </a:cubicBezTo>
                    <a:cubicBezTo>
                      <a:pt x="98" y="130"/>
                      <a:pt x="72" y="139"/>
                      <a:pt x="55" y="147"/>
                    </a:cubicBezTo>
                    <a:cubicBezTo>
                      <a:pt x="31" y="156"/>
                      <a:pt x="0" y="173"/>
                      <a:pt x="7" y="208"/>
                    </a:cubicBezTo>
                    <a:cubicBezTo>
                      <a:pt x="9" y="217"/>
                      <a:pt x="11" y="225"/>
                      <a:pt x="14" y="232"/>
                    </a:cubicBezTo>
                    <a:cubicBezTo>
                      <a:pt x="15" y="233"/>
                      <a:pt x="21" y="248"/>
                      <a:pt x="36" y="254"/>
                    </a:cubicBezTo>
                    <a:cubicBezTo>
                      <a:pt x="58" y="262"/>
                      <a:pt x="100" y="257"/>
                      <a:pt x="117" y="255"/>
                    </a:cubicBezTo>
                    <a:cubicBezTo>
                      <a:pt x="140" y="252"/>
                      <a:pt x="170" y="252"/>
                      <a:pt x="206" y="251"/>
                    </a:cubicBezTo>
                    <a:cubicBezTo>
                      <a:pt x="274" y="250"/>
                      <a:pt x="360" y="248"/>
                      <a:pt x="420" y="228"/>
                    </a:cubicBezTo>
                    <a:cubicBezTo>
                      <a:pt x="421" y="228"/>
                      <a:pt x="421" y="228"/>
                      <a:pt x="421" y="228"/>
                    </a:cubicBezTo>
                    <a:cubicBezTo>
                      <a:pt x="449" y="219"/>
                      <a:pt x="470" y="205"/>
                      <a:pt x="482" y="187"/>
                    </a:cubicBezTo>
                    <a:cubicBezTo>
                      <a:pt x="497" y="166"/>
                      <a:pt x="505" y="138"/>
                      <a:pt x="505" y="112"/>
                    </a:cubicBezTo>
                    <a:cubicBezTo>
                      <a:pt x="505" y="98"/>
                      <a:pt x="503" y="83"/>
                      <a:pt x="500" y="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0" name="Freeform 44">
                <a:extLst>
                  <a:ext uri="{FF2B5EF4-FFF2-40B4-BE49-F238E27FC236}">
                    <a16:creationId xmlns:a16="http://schemas.microsoft.com/office/drawing/2014/main" id="{0C1D08A6-B4A6-4110-A1E6-3E2682442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1388"/>
                <a:ext cx="1955" cy="1312"/>
              </a:xfrm>
              <a:custGeom>
                <a:avLst/>
                <a:gdLst>
                  <a:gd name="T0" fmla="*/ 2938 w 782"/>
                  <a:gd name="T1" fmla="*/ 133099 h 492"/>
                  <a:gd name="T2" fmla="*/ 46408 w 782"/>
                  <a:gd name="T3" fmla="*/ 171520 h 492"/>
                  <a:gd name="T4" fmla="*/ 156250 w 782"/>
                  <a:gd name="T5" fmla="*/ 153165 h 492"/>
                  <a:gd name="T6" fmla="*/ 184583 w 782"/>
                  <a:gd name="T7" fmla="*/ 53248 h 492"/>
                  <a:gd name="T8" fmla="*/ 113283 w 782"/>
                  <a:gd name="T9" fmla="*/ 10773 h 492"/>
                  <a:gd name="T10" fmla="*/ 35938 w 782"/>
                  <a:gd name="T11" fmla="*/ 66901 h 492"/>
                  <a:gd name="T12" fmla="*/ 2938 w 782"/>
                  <a:gd name="T13" fmla="*/ 133099 h 4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2" h="492">
                    <a:moveTo>
                      <a:pt x="12" y="370"/>
                    </a:moveTo>
                    <a:cubicBezTo>
                      <a:pt x="24" y="426"/>
                      <a:pt x="74" y="492"/>
                      <a:pt x="190" y="477"/>
                    </a:cubicBezTo>
                    <a:cubicBezTo>
                      <a:pt x="289" y="464"/>
                      <a:pt x="503" y="486"/>
                      <a:pt x="640" y="426"/>
                    </a:cubicBezTo>
                    <a:cubicBezTo>
                      <a:pt x="779" y="364"/>
                      <a:pt x="782" y="228"/>
                      <a:pt x="756" y="148"/>
                    </a:cubicBezTo>
                    <a:cubicBezTo>
                      <a:pt x="709" y="2"/>
                      <a:pt x="576" y="0"/>
                      <a:pt x="464" y="30"/>
                    </a:cubicBezTo>
                    <a:cubicBezTo>
                      <a:pt x="353" y="59"/>
                      <a:pt x="242" y="151"/>
                      <a:pt x="147" y="186"/>
                    </a:cubicBezTo>
                    <a:cubicBezTo>
                      <a:pt x="7" y="237"/>
                      <a:pt x="0" y="315"/>
                      <a:pt x="12" y="3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1" name="Freeform 45">
                <a:extLst>
                  <a:ext uri="{FF2B5EF4-FFF2-40B4-BE49-F238E27FC236}">
                    <a16:creationId xmlns:a16="http://schemas.microsoft.com/office/drawing/2014/main" id="{81D0BFD1-4798-44E5-BBDE-BB1E063D6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598"/>
                <a:ext cx="338" cy="846"/>
              </a:xfrm>
              <a:custGeom>
                <a:avLst/>
                <a:gdLst>
                  <a:gd name="T0" fmla="*/ 2747 w 135"/>
                  <a:gd name="T1" fmla="*/ 103287 h 317"/>
                  <a:gd name="T2" fmla="*/ 7191 w 135"/>
                  <a:gd name="T3" fmla="*/ 114541 h 317"/>
                  <a:gd name="T4" fmla="*/ 29035 w 135"/>
                  <a:gd name="T5" fmla="*/ 41131 h 317"/>
                  <a:gd name="T6" fmla="*/ 1775 w 135"/>
                  <a:gd name="T7" fmla="*/ 0 h 317"/>
                  <a:gd name="T8" fmla="*/ 0 w 135"/>
                  <a:gd name="T9" fmla="*/ 12586 h 317"/>
                  <a:gd name="T10" fmla="*/ 784 w 135"/>
                  <a:gd name="T11" fmla="*/ 12984 h 317"/>
                  <a:gd name="T12" fmla="*/ 20468 w 135"/>
                  <a:gd name="T13" fmla="*/ 44136 h 317"/>
                  <a:gd name="T14" fmla="*/ 2747 w 135"/>
                  <a:gd name="T15" fmla="*/ 103287 h 3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5" h="317">
                    <a:moveTo>
                      <a:pt x="11" y="286"/>
                    </a:moveTo>
                    <a:cubicBezTo>
                      <a:pt x="29" y="317"/>
                      <a:pt x="29" y="317"/>
                      <a:pt x="29" y="317"/>
                    </a:cubicBezTo>
                    <a:cubicBezTo>
                      <a:pt x="119" y="291"/>
                      <a:pt x="135" y="185"/>
                      <a:pt x="118" y="114"/>
                    </a:cubicBezTo>
                    <a:cubicBezTo>
                      <a:pt x="102" y="46"/>
                      <a:pt x="58" y="2"/>
                      <a:pt x="7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" y="36"/>
                      <a:pt x="2" y="36"/>
                      <a:pt x="3" y="36"/>
                    </a:cubicBezTo>
                    <a:cubicBezTo>
                      <a:pt x="37" y="38"/>
                      <a:pt x="71" y="70"/>
                      <a:pt x="83" y="122"/>
                    </a:cubicBezTo>
                    <a:cubicBezTo>
                      <a:pt x="96" y="176"/>
                      <a:pt x="88" y="270"/>
                      <a:pt x="11" y="28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2" name="Freeform 46">
                <a:extLst>
                  <a:ext uri="{FF2B5EF4-FFF2-40B4-BE49-F238E27FC236}">
                    <a16:creationId xmlns:a16="http://schemas.microsoft.com/office/drawing/2014/main" id="{1757306B-C642-4E64-B88C-B3AC3F40F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2073"/>
                <a:ext cx="232" cy="485"/>
              </a:xfrm>
              <a:custGeom>
                <a:avLst/>
                <a:gdLst>
                  <a:gd name="T0" fmla="*/ 21718 w 93"/>
                  <a:gd name="T1" fmla="*/ 65155 h 182"/>
                  <a:gd name="T2" fmla="*/ 22417 w 93"/>
                  <a:gd name="T3" fmla="*/ 52287 h 182"/>
                  <a:gd name="T4" fmla="*/ 21718 w 93"/>
                  <a:gd name="T5" fmla="*/ 52287 h 182"/>
                  <a:gd name="T6" fmla="*/ 11114 w 93"/>
                  <a:gd name="T7" fmla="*/ 34691 h 182"/>
                  <a:gd name="T8" fmla="*/ 11114 w 93"/>
                  <a:gd name="T9" fmla="*/ 12264 h 182"/>
                  <a:gd name="T10" fmla="*/ 13244 w 93"/>
                  <a:gd name="T11" fmla="*/ 8629 h 182"/>
                  <a:gd name="T12" fmla="*/ 6970 w 93"/>
                  <a:gd name="T13" fmla="*/ 0 h 182"/>
                  <a:gd name="T14" fmla="*/ 2594 w 93"/>
                  <a:gd name="T15" fmla="*/ 37865 h 182"/>
                  <a:gd name="T16" fmla="*/ 21718 w 93"/>
                  <a:gd name="T17" fmla="*/ 65155 h 1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82">
                    <a:moveTo>
                      <a:pt x="90" y="182"/>
                    </a:moveTo>
                    <a:cubicBezTo>
                      <a:pt x="93" y="146"/>
                      <a:pt x="93" y="146"/>
                      <a:pt x="93" y="146"/>
                    </a:cubicBezTo>
                    <a:cubicBezTo>
                      <a:pt x="92" y="146"/>
                      <a:pt x="91" y="146"/>
                      <a:pt x="90" y="146"/>
                    </a:cubicBezTo>
                    <a:cubicBezTo>
                      <a:pt x="62" y="146"/>
                      <a:pt x="49" y="108"/>
                      <a:pt x="46" y="97"/>
                    </a:cubicBezTo>
                    <a:cubicBezTo>
                      <a:pt x="38" y="69"/>
                      <a:pt x="41" y="44"/>
                      <a:pt x="46" y="34"/>
                    </a:cubicBezTo>
                    <a:cubicBezTo>
                      <a:pt x="48" y="29"/>
                      <a:pt x="51" y="25"/>
                      <a:pt x="55" y="24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" y="18"/>
                      <a:pt x="0" y="66"/>
                      <a:pt x="11" y="106"/>
                    </a:cubicBezTo>
                    <a:cubicBezTo>
                      <a:pt x="24" y="154"/>
                      <a:pt x="54" y="182"/>
                      <a:pt x="90" y="18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3" name="Freeform 47">
                <a:extLst>
                  <a:ext uri="{FF2B5EF4-FFF2-40B4-BE49-F238E27FC236}">
                    <a16:creationId xmlns:a16="http://schemas.microsoft.com/office/drawing/2014/main" id="{473B417C-24CC-4A52-A258-5969E81BD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1596"/>
                <a:ext cx="1148" cy="541"/>
              </a:xfrm>
              <a:custGeom>
                <a:avLst/>
                <a:gdLst>
                  <a:gd name="T0" fmla="*/ 112349 w 459"/>
                  <a:gd name="T1" fmla="*/ 397 h 203"/>
                  <a:gd name="T2" fmla="*/ 110583 w 459"/>
                  <a:gd name="T3" fmla="*/ 397 h 203"/>
                  <a:gd name="T4" fmla="*/ 88864 w 459"/>
                  <a:gd name="T5" fmla="*/ 3878 h 203"/>
                  <a:gd name="T6" fmla="*/ 50912 w 459"/>
                  <a:gd name="T7" fmla="*/ 28657 h 203"/>
                  <a:gd name="T8" fmla="*/ 27192 w 459"/>
                  <a:gd name="T9" fmla="*/ 45447 h 203"/>
                  <a:gd name="T10" fmla="*/ 520 w 459"/>
                  <a:gd name="T11" fmla="*/ 63468 h 203"/>
                  <a:gd name="T12" fmla="*/ 0 w 459"/>
                  <a:gd name="T13" fmla="*/ 64107 h 203"/>
                  <a:gd name="T14" fmla="*/ 6380 w 459"/>
                  <a:gd name="T15" fmla="*/ 72742 h 203"/>
                  <a:gd name="T16" fmla="*/ 6380 w 459"/>
                  <a:gd name="T17" fmla="*/ 72742 h 203"/>
                  <a:gd name="T18" fmla="*/ 30133 w 459"/>
                  <a:gd name="T19" fmla="*/ 57658 h 203"/>
                  <a:gd name="T20" fmla="*/ 55104 w 459"/>
                  <a:gd name="T21" fmla="*/ 40050 h 203"/>
                  <a:gd name="T22" fmla="*/ 91022 w 459"/>
                  <a:gd name="T23" fmla="*/ 16542 h 203"/>
                  <a:gd name="T24" fmla="*/ 110396 w 459"/>
                  <a:gd name="T25" fmla="*/ 13325 h 203"/>
                  <a:gd name="T26" fmla="*/ 110583 w 459"/>
                  <a:gd name="T27" fmla="*/ 12912 h 203"/>
                  <a:gd name="T28" fmla="*/ 112349 w 459"/>
                  <a:gd name="T29" fmla="*/ 397 h 20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59" h="203">
                    <a:moveTo>
                      <a:pt x="459" y="1"/>
                    </a:moveTo>
                    <a:cubicBezTo>
                      <a:pt x="457" y="1"/>
                      <a:pt x="454" y="1"/>
                      <a:pt x="452" y="1"/>
                    </a:cubicBezTo>
                    <a:cubicBezTo>
                      <a:pt x="423" y="0"/>
                      <a:pt x="392" y="4"/>
                      <a:pt x="363" y="11"/>
                    </a:cubicBezTo>
                    <a:cubicBezTo>
                      <a:pt x="316" y="24"/>
                      <a:pt x="261" y="52"/>
                      <a:pt x="208" y="80"/>
                    </a:cubicBezTo>
                    <a:cubicBezTo>
                      <a:pt x="172" y="99"/>
                      <a:pt x="138" y="117"/>
                      <a:pt x="111" y="127"/>
                    </a:cubicBezTo>
                    <a:cubicBezTo>
                      <a:pt x="68" y="142"/>
                      <a:pt x="27" y="162"/>
                      <a:pt x="2" y="177"/>
                    </a:cubicBezTo>
                    <a:cubicBezTo>
                      <a:pt x="1" y="177"/>
                      <a:pt x="0" y="178"/>
                      <a:pt x="0" y="179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45" y="192"/>
                      <a:pt x="80" y="177"/>
                      <a:pt x="123" y="161"/>
                    </a:cubicBezTo>
                    <a:cubicBezTo>
                      <a:pt x="152" y="150"/>
                      <a:pt x="187" y="132"/>
                      <a:pt x="225" y="112"/>
                    </a:cubicBezTo>
                    <a:cubicBezTo>
                      <a:pt x="276" y="85"/>
                      <a:pt x="329" y="58"/>
                      <a:pt x="372" y="46"/>
                    </a:cubicBezTo>
                    <a:cubicBezTo>
                      <a:pt x="398" y="39"/>
                      <a:pt x="425" y="36"/>
                      <a:pt x="451" y="37"/>
                    </a:cubicBezTo>
                    <a:cubicBezTo>
                      <a:pt x="451" y="37"/>
                      <a:pt x="452" y="37"/>
                      <a:pt x="452" y="36"/>
                    </a:cubicBezTo>
                    <a:lnTo>
                      <a:pt x="459" y="1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4" name="Freeform 48">
                <a:extLst>
                  <a:ext uri="{FF2B5EF4-FFF2-40B4-BE49-F238E27FC236}">
                    <a16:creationId xmlns:a16="http://schemas.microsoft.com/office/drawing/2014/main" id="{615D64BF-8517-40E2-8736-13BAB69AD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361"/>
                <a:ext cx="1050" cy="203"/>
              </a:xfrm>
              <a:custGeom>
                <a:avLst/>
                <a:gdLst>
                  <a:gd name="T0" fmla="*/ 98175 w 420"/>
                  <a:gd name="T1" fmla="*/ 0 h 76"/>
                  <a:gd name="T2" fmla="*/ 98175 w 420"/>
                  <a:gd name="T3" fmla="*/ 0 h 76"/>
                  <a:gd name="T4" fmla="*/ 40363 w 420"/>
                  <a:gd name="T5" fmla="*/ 11301 h 76"/>
                  <a:gd name="T6" fmla="*/ 19063 w 420"/>
                  <a:gd name="T7" fmla="*/ 12613 h 76"/>
                  <a:gd name="T8" fmla="*/ 1488 w 420"/>
                  <a:gd name="T9" fmla="*/ 13855 h 76"/>
                  <a:gd name="T10" fmla="*/ 783 w 420"/>
                  <a:gd name="T11" fmla="*/ 13855 h 76"/>
                  <a:gd name="T12" fmla="*/ 0 w 420"/>
                  <a:gd name="T13" fmla="*/ 26526 h 76"/>
                  <a:gd name="T14" fmla="*/ 520 w 420"/>
                  <a:gd name="T15" fmla="*/ 26927 h 76"/>
                  <a:gd name="T16" fmla="*/ 20313 w 420"/>
                  <a:gd name="T17" fmla="*/ 25864 h 76"/>
                  <a:gd name="T18" fmla="*/ 40550 w 420"/>
                  <a:gd name="T19" fmla="*/ 24336 h 76"/>
                  <a:gd name="T20" fmla="*/ 101563 w 420"/>
                  <a:gd name="T21" fmla="*/ 11964 h 76"/>
                  <a:gd name="T22" fmla="*/ 102550 w 420"/>
                  <a:gd name="T23" fmla="*/ 11301 h 76"/>
                  <a:gd name="T24" fmla="*/ 98175 w 420"/>
                  <a:gd name="T25" fmla="*/ 0 h 7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0" h="76">
                    <a:moveTo>
                      <a:pt x="402" y="0"/>
                    </a:moveTo>
                    <a:cubicBezTo>
                      <a:pt x="402" y="0"/>
                      <a:pt x="402" y="0"/>
                      <a:pt x="402" y="0"/>
                    </a:cubicBezTo>
                    <a:cubicBezTo>
                      <a:pt x="339" y="28"/>
                      <a:pt x="243" y="29"/>
                      <a:pt x="165" y="31"/>
                    </a:cubicBezTo>
                    <a:cubicBezTo>
                      <a:pt x="130" y="32"/>
                      <a:pt x="100" y="32"/>
                      <a:pt x="78" y="35"/>
                    </a:cubicBezTo>
                    <a:cubicBezTo>
                      <a:pt x="50" y="39"/>
                      <a:pt x="26" y="40"/>
                      <a:pt x="6" y="38"/>
                    </a:cubicBezTo>
                    <a:cubicBezTo>
                      <a:pt x="4" y="38"/>
                      <a:pt x="3" y="38"/>
                      <a:pt x="3" y="38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" y="73"/>
                      <a:pt x="1" y="73"/>
                      <a:pt x="2" y="74"/>
                    </a:cubicBezTo>
                    <a:cubicBezTo>
                      <a:pt x="25" y="76"/>
                      <a:pt x="52" y="75"/>
                      <a:pt x="83" y="71"/>
                    </a:cubicBezTo>
                    <a:cubicBezTo>
                      <a:pt x="102" y="68"/>
                      <a:pt x="132" y="67"/>
                      <a:pt x="166" y="67"/>
                    </a:cubicBezTo>
                    <a:cubicBezTo>
                      <a:pt x="246" y="65"/>
                      <a:pt x="347" y="63"/>
                      <a:pt x="416" y="33"/>
                    </a:cubicBezTo>
                    <a:cubicBezTo>
                      <a:pt x="418" y="33"/>
                      <a:pt x="419" y="32"/>
                      <a:pt x="420" y="31"/>
                    </a:cubicBezTo>
                    <a:lnTo>
                      <a:pt x="402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5" name="Freeform 49">
                <a:extLst>
                  <a:ext uri="{FF2B5EF4-FFF2-40B4-BE49-F238E27FC236}">
                    <a16:creationId xmlns:a16="http://schemas.microsoft.com/office/drawing/2014/main" id="{01D1291A-A401-435E-9052-64073D48E0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3" y="1769"/>
                <a:ext cx="1085" cy="605"/>
              </a:xfrm>
              <a:custGeom>
                <a:avLst/>
                <a:gdLst>
                  <a:gd name="T0" fmla="*/ 80595 w 434"/>
                  <a:gd name="T1" fmla="*/ 18974 h 227"/>
                  <a:gd name="T2" fmla="*/ 66220 w 434"/>
                  <a:gd name="T3" fmla="*/ 25842 h 227"/>
                  <a:gd name="T4" fmla="*/ 59583 w 434"/>
                  <a:gd name="T5" fmla="*/ 42635 h 227"/>
                  <a:gd name="T6" fmla="*/ 52550 w 434"/>
                  <a:gd name="T7" fmla="*/ 34003 h 227"/>
                  <a:gd name="T8" fmla="*/ 31250 w 434"/>
                  <a:gd name="T9" fmla="*/ 44090 h 227"/>
                  <a:gd name="T10" fmla="*/ 24738 w 434"/>
                  <a:gd name="T11" fmla="*/ 50809 h 227"/>
                  <a:gd name="T12" fmla="*/ 16145 w 434"/>
                  <a:gd name="T13" fmla="*/ 65633 h 227"/>
                  <a:gd name="T14" fmla="*/ 8333 w 434"/>
                  <a:gd name="T15" fmla="*/ 72112 h 227"/>
                  <a:gd name="T16" fmla="*/ 21020 w 434"/>
                  <a:gd name="T17" fmla="*/ 69535 h 227"/>
                  <a:gd name="T18" fmla="*/ 40550 w 434"/>
                  <a:gd name="T19" fmla="*/ 69932 h 227"/>
                  <a:gd name="T20" fmla="*/ 77658 w 434"/>
                  <a:gd name="T21" fmla="*/ 67360 h 227"/>
                  <a:gd name="T22" fmla="*/ 96488 w 434"/>
                  <a:gd name="T23" fmla="*/ 19784 h 227"/>
                  <a:gd name="T24" fmla="*/ 62313 w 434"/>
                  <a:gd name="T25" fmla="*/ 31580 h 227"/>
                  <a:gd name="T26" fmla="*/ 48175 w 434"/>
                  <a:gd name="T27" fmla="*/ 39813 h 227"/>
                  <a:gd name="T28" fmla="*/ 21488 w 434"/>
                  <a:gd name="T29" fmla="*/ 47329 h 227"/>
                  <a:gd name="T30" fmla="*/ 21800 w 434"/>
                  <a:gd name="T31" fmla="*/ 59844 h 227"/>
                  <a:gd name="T32" fmla="*/ 9770 w 434"/>
                  <a:gd name="T33" fmla="*/ 68477 h 227"/>
                  <a:gd name="T34" fmla="*/ 18095 w 434"/>
                  <a:gd name="T35" fmla="*/ 65905 h 227"/>
                  <a:gd name="T36" fmla="*/ 31250 w 434"/>
                  <a:gd name="T37" fmla="*/ 61302 h 227"/>
                  <a:gd name="T38" fmla="*/ 34188 w 434"/>
                  <a:gd name="T39" fmla="*/ 59178 h 227"/>
                  <a:gd name="T40" fmla="*/ 39583 w 434"/>
                  <a:gd name="T41" fmla="*/ 43032 h 227"/>
                  <a:gd name="T42" fmla="*/ 40833 w 434"/>
                  <a:gd name="T43" fmla="*/ 47990 h 227"/>
                  <a:gd name="T44" fmla="*/ 45238 w 434"/>
                  <a:gd name="T45" fmla="*/ 43032 h 227"/>
                  <a:gd name="T46" fmla="*/ 50595 w 434"/>
                  <a:gd name="T47" fmla="*/ 43293 h 227"/>
                  <a:gd name="T48" fmla="*/ 29113 w 434"/>
                  <a:gd name="T49" fmla="*/ 66302 h 227"/>
                  <a:gd name="T50" fmla="*/ 39063 w 434"/>
                  <a:gd name="T51" fmla="*/ 60505 h 227"/>
                  <a:gd name="T52" fmla="*/ 41020 w 434"/>
                  <a:gd name="T53" fmla="*/ 58083 h 227"/>
                  <a:gd name="T54" fmla="*/ 42783 w 434"/>
                  <a:gd name="T55" fmla="*/ 65236 h 227"/>
                  <a:gd name="T56" fmla="*/ 54033 w 434"/>
                  <a:gd name="T57" fmla="*/ 44815 h 227"/>
                  <a:gd name="T58" fmla="*/ 38408 w 434"/>
                  <a:gd name="T59" fmla="*/ 68056 h 227"/>
                  <a:gd name="T60" fmla="*/ 49145 w 434"/>
                  <a:gd name="T61" fmla="*/ 66302 h 227"/>
                  <a:gd name="T62" fmla="*/ 55470 w 434"/>
                  <a:gd name="T63" fmla="*/ 51606 h 227"/>
                  <a:gd name="T64" fmla="*/ 54500 w 434"/>
                  <a:gd name="T65" fmla="*/ 61606 h 227"/>
                  <a:gd name="T66" fmla="*/ 63020 w 434"/>
                  <a:gd name="T67" fmla="*/ 36993 h 227"/>
                  <a:gd name="T68" fmla="*/ 59895 w 434"/>
                  <a:gd name="T69" fmla="*/ 62019 h 227"/>
                  <a:gd name="T70" fmla="*/ 43488 w 434"/>
                  <a:gd name="T71" fmla="*/ 73418 h 227"/>
                  <a:gd name="T72" fmla="*/ 63988 w 434"/>
                  <a:gd name="T73" fmla="*/ 62019 h 227"/>
                  <a:gd name="T74" fmla="*/ 77938 w 434"/>
                  <a:gd name="T75" fmla="*/ 36177 h 227"/>
                  <a:gd name="T76" fmla="*/ 79613 w 434"/>
                  <a:gd name="T77" fmla="*/ 32939 h 227"/>
                  <a:gd name="T78" fmla="*/ 90625 w 434"/>
                  <a:gd name="T79" fmla="*/ 26489 h 227"/>
                  <a:gd name="T80" fmla="*/ 87708 w 434"/>
                  <a:gd name="T81" fmla="*/ 12913 h 227"/>
                  <a:gd name="T82" fmla="*/ 91145 w 434"/>
                  <a:gd name="T83" fmla="*/ 8630 h 227"/>
                  <a:gd name="T84" fmla="*/ 97970 w 434"/>
                  <a:gd name="T85" fmla="*/ 27297 h 227"/>
                  <a:gd name="T86" fmla="*/ 81563 w 434"/>
                  <a:gd name="T87" fmla="*/ 34416 h 227"/>
                  <a:gd name="T88" fmla="*/ 71095 w 434"/>
                  <a:gd name="T89" fmla="*/ 48693 h 227"/>
                  <a:gd name="T90" fmla="*/ 73050 w 434"/>
                  <a:gd name="T91" fmla="*/ 47576 h 227"/>
                  <a:gd name="T92" fmla="*/ 82033 w 434"/>
                  <a:gd name="T93" fmla="*/ 49751 h 227"/>
                  <a:gd name="T94" fmla="*/ 85470 w 434"/>
                  <a:gd name="T95" fmla="*/ 51206 h 227"/>
                  <a:gd name="T96" fmla="*/ 86720 w 434"/>
                  <a:gd name="T97" fmla="*/ 41177 h 227"/>
                  <a:gd name="T98" fmla="*/ 91800 w 434"/>
                  <a:gd name="T99" fmla="*/ 29458 h 227"/>
                  <a:gd name="T100" fmla="*/ 95708 w 434"/>
                  <a:gd name="T101" fmla="*/ 30786 h 227"/>
                  <a:gd name="T102" fmla="*/ 92783 w 434"/>
                  <a:gd name="T103" fmla="*/ 45204 h 227"/>
                  <a:gd name="T104" fmla="*/ 99925 w 434"/>
                  <a:gd name="T105" fmla="*/ 36575 h 227"/>
                  <a:gd name="T106" fmla="*/ 87425 w 434"/>
                  <a:gd name="T107" fmla="*/ 52728 h 227"/>
                  <a:gd name="T108" fmla="*/ 83800 w 434"/>
                  <a:gd name="T109" fmla="*/ 52968 h 227"/>
                  <a:gd name="T110" fmla="*/ 88208 w 434"/>
                  <a:gd name="T111" fmla="*/ 55548 h 227"/>
                  <a:gd name="T112" fmla="*/ 96220 w 434"/>
                  <a:gd name="T113" fmla="*/ 49090 h 227"/>
                  <a:gd name="T114" fmla="*/ 98438 w 434"/>
                  <a:gd name="T115" fmla="*/ 47576 h 227"/>
                  <a:gd name="T116" fmla="*/ 82813 w 434"/>
                  <a:gd name="T117" fmla="*/ 59844 h 22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34" h="227">
                    <a:moveTo>
                      <a:pt x="363" y="3"/>
                    </a:moveTo>
                    <a:cubicBezTo>
                      <a:pt x="360" y="6"/>
                      <a:pt x="359" y="8"/>
                      <a:pt x="359" y="11"/>
                    </a:cubicBezTo>
                    <a:cubicBezTo>
                      <a:pt x="359" y="18"/>
                      <a:pt x="364" y="24"/>
                      <a:pt x="367" y="29"/>
                    </a:cubicBezTo>
                    <a:cubicBezTo>
                      <a:pt x="369" y="32"/>
                      <a:pt x="369" y="32"/>
                      <a:pt x="369" y="32"/>
                    </a:cubicBezTo>
                    <a:cubicBezTo>
                      <a:pt x="371" y="36"/>
                      <a:pt x="373" y="39"/>
                      <a:pt x="376" y="42"/>
                    </a:cubicBezTo>
                    <a:cubicBezTo>
                      <a:pt x="372" y="36"/>
                      <a:pt x="367" y="31"/>
                      <a:pt x="362" y="29"/>
                    </a:cubicBezTo>
                    <a:cubicBezTo>
                      <a:pt x="357" y="26"/>
                      <a:pt x="351" y="26"/>
                      <a:pt x="345" y="29"/>
                    </a:cubicBezTo>
                    <a:cubicBezTo>
                      <a:pt x="338" y="32"/>
                      <a:pt x="332" y="39"/>
                      <a:pt x="330" y="47"/>
                    </a:cubicBezTo>
                    <a:cubicBezTo>
                      <a:pt x="330" y="48"/>
                      <a:pt x="330" y="49"/>
                      <a:pt x="330" y="50"/>
                    </a:cubicBezTo>
                    <a:cubicBezTo>
                      <a:pt x="330" y="51"/>
                      <a:pt x="330" y="52"/>
                      <a:pt x="330" y="53"/>
                    </a:cubicBezTo>
                    <a:cubicBezTo>
                      <a:pt x="323" y="55"/>
                      <a:pt x="318" y="58"/>
                      <a:pt x="315" y="63"/>
                    </a:cubicBezTo>
                    <a:cubicBezTo>
                      <a:pt x="314" y="64"/>
                      <a:pt x="314" y="66"/>
                      <a:pt x="313" y="67"/>
                    </a:cubicBezTo>
                    <a:cubicBezTo>
                      <a:pt x="306" y="65"/>
                      <a:pt x="299" y="65"/>
                      <a:pt x="294" y="68"/>
                    </a:cubicBezTo>
                    <a:cubicBezTo>
                      <a:pt x="287" y="72"/>
                      <a:pt x="283" y="78"/>
                      <a:pt x="280" y="88"/>
                    </a:cubicBezTo>
                    <a:cubicBezTo>
                      <a:pt x="279" y="91"/>
                      <a:pt x="278" y="94"/>
                      <a:pt x="278" y="97"/>
                    </a:cubicBezTo>
                    <a:cubicBezTo>
                      <a:pt x="276" y="97"/>
                      <a:pt x="274" y="98"/>
                      <a:pt x="272" y="100"/>
                    </a:cubicBezTo>
                    <a:cubicBezTo>
                      <a:pt x="270" y="101"/>
                      <a:pt x="269" y="102"/>
                      <a:pt x="268" y="104"/>
                    </a:cubicBezTo>
                    <a:cubicBezTo>
                      <a:pt x="267" y="102"/>
                      <a:pt x="266" y="100"/>
                      <a:pt x="265" y="99"/>
                    </a:cubicBezTo>
                    <a:cubicBezTo>
                      <a:pt x="264" y="97"/>
                      <a:pt x="262" y="95"/>
                      <a:pt x="261" y="93"/>
                    </a:cubicBezTo>
                    <a:cubicBezTo>
                      <a:pt x="266" y="87"/>
                      <a:pt x="271" y="80"/>
                      <a:pt x="271" y="72"/>
                    </a:cubicBezTo>
                    <a:cubicBezTo>
                      <a:pt x="271" y="67"/>
                      <a:pt x="270" y="62"/>
                      <a:pt x="265" y="57"/>
                    </a:cubicBezTo>
                    <a:cubicBezTo>
                      <a:pt x="256" y="47"/>
                      <a:pt x="244" y="45"/>
                      <a:pt x="231" y="51"/>
                    </a:cubicBezTo>
                    <a:cubicBezTo>
                      <a:pt x="225" y="54"/>
                      <a:pt x="218" y="59"/>
                      <a:pt x="217" y="66"/>
                    </a:cubicBezTo>
                    <a:cubicBezTo>
                      <a:pt x="217" y="67"/>
                      <a:pt x="217" y="67"/>
                      <a:pt x="217" y="68"/>
                    </a:cubicBezTo>
                    <a:cubicBezTo>
                      <a:pt x="217" y="71"/>
                      <a:pt x="218" y="75"/>
                      <a:pt x="224" y="80"/>
                    </a:cubicBezTo>
                    <a:cubicBezTo>
                      <a:pt x="224" y="80"/>
                      <a:pt x="224" y="80"/>
                      <a:pt x="224" y="80"/>
                    </a:cubicBezTo>
                    <a:cubicBezTo>
                      <a:pt x="234" y="85"/>
                      <a:pt x="234" y="85"/>
                      <a:pt x="234" y="85"/>
                    </a:cubicBezTo>
                    <a:cubicBezTo>
                      <a:pt x="240" y="87"/>
                      <a:pt x="245" y="90"/>
                      <a:pt x="250" y="94"/>
                    </a:cubicBezTo>
                    <a:cubicBezTo>
                      <a:pt x="246" y="99"/>
                      <a:pt x="243" y="105"/>
                      <a:pt x="243" y="112"/>
                    </a:cubicBezTo>
                    <a:cubicBezTo>
                      <a:pt x="243" y="114"/>
                      <a:pt x="243" y="117"/>
                      <a:pt x="244" y="119"/>
                    </a:cubicBezTo>
                    <a:cubicBezTo>
                      <a:pt x="246" y="125"/>
                      <a:pt x="251" y="129"/>
                      <a:pt x="254" y="131"/>
                    </a:cubicBezTo>
                    <a:cubicBezTo>
                      <a:pt x="256" y="132"/>
                      <a:pt x="258" y="134"/>
                      <a:pt x="258" y="135"/>
                    </a:cubicBezTo>
                    <a:cubicBezTo>
                      <a:pt x="258" y="135"/>
                      <a:pt x="258" y="135"/>
                      <a:pt x="258" y="135"/>
                    </a:cubicBezTo>
                    <a:cubicBezTo>
                      <a:pt x="258" y="136"/>
                      <a:pt x="257" y="137"/>
                      <a:pt x="256" y="139"/>
                    </a:cubicBezTo>
                    <a:cubicBezTo>
                      <a:pt x="254" y="142"/>
                      <a:pt x="251" y="144"/>
                      <a:pt x="249" y="144"/>
                    </a:cubicBezTo>
                    <a:cubicBezTo>
                      <a:pt x="249" y="143"/>
                      <a:pt x="248" y="142"/>
                      <a:pt x="248" y="141"/>
                    </a:cubicBezTo>
                    <a:cubicBezTo>
                      <a:pt x="245" y="133"/>
                      <a:pt x="242" y="125"/>
                      <a:pt x="238" y="117"/>
                    </a:cubicBezTo>
                    <a:cubicBezTo>
                      <a:pt x="237" y="112"/>
                      <a:pt x="236" y="108"/>
                      <a:pt x="232" y="107"/>
                    </a:cubicBezTo>
                    <a:cubicBezTo>
                      <a:pt x="232" y="107"/>
                      <a:pt x="232" y="107"/>
                      <a:pt x="232" y="107"/>
                    </a:cubicBezTo>
                    <a:cubicBezTo>
                      <a:pt x="227" y="100"/>
                      <a:pt x="222" y="95"/>
                      <a:pt x="215" y="95"/>
                    </a:cubicBezTo>
                    <a:cubicBezTo>
                      <a:pt x="209" y="95"/>
                      <a:pt x="204" y="99"/>
                      <a:pt x="201" y="104"/>
                    </a:cubicBezTo>
                    <a:cubicBezTo>
                      <a:pt x="199" y="103"/>
                      <a:pt x="197" y="102"/>
                      <a:pt x="194" y="102"/>
                    </a:cubicBezTo>
                    <a:cubicBezTo>
                      <a:pt x="187" y="102"/>
                      <a:pt x="183" y="104"/>
                      <a:pt x="180" y="108"/>
                    </a:cubicBezTo>
                    <a:cubicBezTo>
                      <a:pt x="179" y="109"/>
                      <a:pt x="179" y="110"/>
                      <a:pt x="179" y="111"/>
                    </a:cubicBezTo>
                    <a:cubicBezTo>
                      <a:pt x="175" y="111"/>
                      <a:pt x="171" y="111"/>
                      <a:pt x="168" y="113"/>
                    </a:cubicBezTo>
                    <a:cubicBezTo>
                      <a:pt x="168" y="113"/>
                      <a:pt x="168" y="114"/>
                      <a:pt x="167" y="114"/>
                    </a:cubicBezTo>
                    <a:cubicBezTo>
                      <a:pt x="160" y="109"/>
                      <a:pt x="153" y="108"/>
                      <a:pt x="145" y="111"/>
                    </a:cubicBezTo>
                    <a:cubicBezTo>
                      <a:pt x="143" y="107"/>
                      <a:pt x="141" y="105"/>
                      <a:pt x="138" y="105"/>
                    </a:cubicBezTo>
                    <a:cubicBezTo>
                      <a:pt x="133" y="105"/>
                      <a:pt x="130" y="111"/>
                      <a:pt x="130" y="113"/>
                    </a:cubicBezTo>
                    <a:cubicBezTo>
                      <a:pt x="128" y="116"/>
                      <a:pt x="128" y="119"/>
                      <a:pt x="128" y="123"/>
                    </a:cubicBezTo>
                    <a:cubicBezTo>
                      <a:pt x="128" y="126"/>
                      <a:pt x="128" y="128"/>
                      <a:pt x="128" y="131"/>
                    </a:cubicBezTo>
                    <a:cubicBezTo>
                      <a:pt x="128" y="133"/>
                      <a:pt x="127" y="135"/>
                      <a:pt x="127" y="137"/>
                    </a:cubicBezTo>
                    <a:cubicBezTo>
                      <a:pt x="126" y="135"/>
                      <a:pt x="125" y="134"/>
                      <a:pt x="125" y="134"/>
                    </a:cubicBezTo>
                    <a:cubicBezTo>
                      <a:pt x="123" y="131"/>
                      <a:pt x="120" y="130"/>
                      <a:pt x="117" y="130"/>
                    </a:cubicBezTo>
                    <a:cubicBezTo>
                      <a:pt x="113" y="130"/>
                      <a:pt x="108" y="131"/>
                      <a:pt x="104" y="133"/>
                    </a:cubicBezTo>
                    <a:cubicBezTo>
                      <a:pt x="100" y="127"/>
                      <a:pt x="95" y="122"/>
                      <a:pt x="90" y="122"/>
                    </a:cubicBezTo>
                    <a:cubicBezTo>
                      <a:pt x="88" y="122"/>
                      <a:pt x="83" y="122"/>
                      <a:pt x="81" y="129"/>
                    </a:cubicBezTo>
                    <a:cubicBezTo>
                      <a:pt x="78" y="135"/>
                      <a:pt x="77" y="142"/>
                      <a:pt x="80" y="146"/>
                    </a:cubicBezTo>
                    <a:cubicBezTo>
                      <a:pt x="84" y="149"/>
                      <a:pt x="91" y="147"/>
                      <a:pt x="99" y="144"/>
                    </a:cubicBezTo>
                    <a:cubicBezTo>
                      <a:pt x="100" y="143"/>
                      <a:pt x="100" y="143"/>
                      <a:pt x="101" y="142"/>
                    </a:cubicBezTo>
                    <a:cubicBezTo>
                      <a:pt x="106" y="149"/>
                      <a:pt x="110" y="156"/>
                      <a:pt x="110" y="159"/>
                    </a:cubicBezTo>
                    <a:cubicBezTo>
                      <a:pt x="111" y="163"/>
                      <a:pt x="111" y="168"/>
                      <a:pt x="111" y="173"/>
                    </a:cubicBezTo>
                    <a:cubicBezTo>
                      <a:pt x="111" y="185"/>
                      <a:pt x="109" y="199"/>
                      <a:pt x="102" y="201"/>
                    </a:cubicBezTo>
                    <a:cubicBezTo>
                      <a:pt x="100" y="197"/>
                      <a:pt x="99" y="193"/>
                      <a:pt x="97" y="189"/>
                    </a:cubicBezTo>
                    <a:cubicBezTo>
                      <a:pt x="96" y="187"/>
                      <a:pt x="96" y="185"/>
                      <a:pt x="95" y="184"/>
                    </a:cubicBezTo>
                    <a:cubicBezTo>
                      <a:pt x="95" y="183"/>
                      <a:pt x="96" y="182"/>
                      <a:pt x="96" y="181"/>
                    </a:cubicBezTo>
                    <a:cubicBezTo>
                      <a:pt x="96" y="176"/>
                      <a:pt x="97" y="171"/>
                      <a:pt x="97" y="167"/>
                    </a:cubicBezTo>
                    <a:cubicBezTo>
                      <a:pt x="97" y="161"/>
                      <a:pt x="96" y="157"/>
                      <a:pt x="93" y="153"/>
                    </a:cubicBezTo>
                    <a:cubicBezTo>
                      <a:pt x="90" y="151"/>
                      <a:pt x="86" y="150"/>
                      <a:pt x="82" y="150"/>
                    </a:cubicBezTo>
                    <a:cubicBezTo>
                      <a:pt x="71" y="151"/>
                      <a:pt x="69" y="167"/>
                      <a:pt x="66" y="183"/>
                    </a:cubicBezTo>
                    <a:cubicBezTo>
                      <a:pt x="65" y="190"/>
                      <a:pt x="64" y="198"/>
                      <a:pt x="62" y="203"/>
                    </a:cubicBezTo>
                    <a:cubicBezTo>
                      <a:pt x="62" y="203"/>
                      <a:pt x="62" y="203"/>
                      <a:pt x="62" y="203"/>
                    </a:cubicBezTo>
                    <a:cubicBezTo>
                      <a:pt x="61" y="194"/>
                      <a:pt x="60" y="181"/>
                      <a:pt x="48" y="180"/>
                    </a:cubicBezTo>
                    <a:cubicBezTo>
                      <a:pt x="45" y="180"/>
                      <a:pt x="42" y="181"/>
                      <a:pt x="39" y="182"/>
                    </a:cubicBezTo>
                    <a:cubicBezTo>
                      <a:pt x="37" y="173"/>
                      <a:pt x="34" y="165"/>
                      <a:pt x="26" y="165"/>
                    </a:cubicBezTo>
                    <a:cubicBezTo>
                      <a:pt x="10" y="164"/>
                      <a:pt x="3" y="182"/>
                      <a:pt x="2" y="192"/>
                    </a:cubicBezTo>
                    <a:cubicBezTo>
                      <a:pt x="0" y="207"/>
                      <a:pt x="0" y="217"/>
                      <a:pt x="5" y="223"/>
                    </a:cubicBezTo>
                    <a:cubicBezTo>
                      <a:pt x="7" y="226"/>
                      <a:pt x="11" y="227"/>
                      <a:pt x="15" y="227"/>
                    </a:cubicBezTo>
                    <a:cubicBezTo>
                      <a:pt x="22" y="227"/>
                      <a:pt x="26" y="219"/>
                      <a:pt x="31" y="209"/>
                    </a:cubicBezTo>
                    <a:cubicBezTo>
                      <a:pt x="32" y="206"/>
                      <a:pt x="33" y="204"/>
                      <a:pt x="34" y="201"/>
                    </a:cubicBezTo>
                    <a:cubicBezTo>
                      <a:pt x="35" y="208"/>
                      <a:pt x="37" y="213"/>
                      <a:pt x="42" y="216"/>
                    </a:cubicBezTo>
                    <a:cubicBezTo>
                      <a:pt x="48" y="220"/>
                      <a:pt x="53" y="221"/>
                      <a:pt x="58" y="220"/>
                    </a:cubicBezTo>
                    <a:cubicBezTo>
                      <a:pt x="58" y="221"/>
                      <a:pt x="59" y="223"/>
                      <a:pt x="61" y="224"/>
                    </a:cubicBezTo>
                    <a:cubicBezTo>
                      <a:pt x="63" y="226"/>
                      <a:pt x="67" y="227"/>
                      <a:pt x="71" y="226"/>
                    </a:cubicBezTo>
                    <a:cubicBezTo>
                      <a:pt x="82" y="225"/>
                      <a:pt x="84" y="216"/>
                      <a:pt x="84" y="207"/>
                    </a:cubicBezTo>
                    <a:cubicBezTo>
                      <a:pt x="84" y="202"/>
                      <a:pt x="84" y="198"/>
                      <a:pt x="83" y="194"/>
                    </a:cubicBezTo>
                    <a:cubicBezTo>
                      <a:pt x="83" y="191"/>
                      <a:pt x="83" y="186"/>
                      <a:pt x="83" y="183"/>
                    </a:cubicBezTo>
                    <a:cubicBezTo>
                      <a:pt x="83" y="180"/>
                      <a:pt x="83" y="179"/>
                      <a:pt x="83" y="178"/>
                    </a:cubicBezTo>
                    <a:cubicBezTo>
                      <a:pt x="85" y="179"/>
                      <a:pt x="86" y="182"/>
                      <a:pt x="87" y="185"/>
                    </a:cubicBezTo>
                    <a:cubicBezTo>
                      <a:pt x="87" y="188"/>
                      <a:pt x="86" y="191"/>
                      <a:pt x="86" y="194"/>
                    </a:cubicBezTo>
                    <a:cubicBezTo>
                      <a:pt x="86" y="200"/>
                      <a:pt x="87" y="204"/>
                      <a:pt x="91" y="207"/>
                    </a:cubicBezTo>
                    <a:cubicBezTo>
                      <a:pt x="93" y="209"/>
                      <a:pt x="95" y="209"/>
                      <a:pt x="98" y="210"/>
                    </a:cubicBezTo>
                    <a:cubicBezTo>
                      <a:pt x="102" y="216"/>
                      <a:pt x="107" y="221"/>
                      <a:pt x="115" y="219"/>
                    </a:cubicBezTo>
                    <a:cubicBezTo>
                      <a:pt x="121" y="218"/>
                      <a:pt x="125" y="215"/>
                      <a:pt x="127" y="211"/>
                    </a:cubicBezTo>
                    <a:cubicBezTo>
                      <a:pt x="129" y="212"/>
                      <a:pt x="131" y="212"/>
                      <a:pt x="133" y="212"/>
                    </a:cubicBezTo>
                    <a:cubicBezTo>
                      <a:pt x="140" y="210"/>
                      <a:pt x="145" y="200"/>
                      <a:pt x="148" y="192"/>
                    </a:cubicBezTo>
                    <a:cubicBezTo>
                      <a:pt x="149" y="194"/>
                      <a:pt x="150" y="196"/>
                      <a:pt x="153" y="197"/>
                    </a:cubicBezTo>
                    <a:cubicBezTo>
                      <a:pt x="156" y="199"/>
                      <a:pt x="160" y="198"/>
                      <a:pt x="165" y="194"/>
                    </a:cubicBezTo>
                    <a:cubicBezTo>
                      <a:pt x="165" y="194"/>
                      <a:pt x="166" y="194"/>
                      <a:pt x="166" y="195"/>
                    </a:cubicBezTo>
                    <a:cubicBezTo>
                      <a:pt x="166" y="195"/>
                      <a:pt x="166" y="195"/>
                      <a:pt x="166" y="195"/>
                    </a:cubicBezTo>
                    <a:cubicBezTo>
                      <a:pt x="166" y="203"/>
                      <a:pt x="169" y="209"/>
                      <a:pt x="173" y="212"/>
                    </a:cubicBezTo>
                    <a:cubicBezTo>
                      <a:pt x="176" y="214"/>
                      <a:pt x="180" y="215"/>
                      <a:pt x="187" y="213"/>
                    </a:cubicBezTo>
                    <a:cubicBezTo>
                      <a:pt x="191" y="211"/>
                      <a:pt x="194" y="208"/>
                      <a:pt x="197" y="204"/>
                    </a:cubicBezTo>
                    <a:cubicBezTo>
                      <a:pt x="197" y="204"/>
                      <a:pt x="198" y="204"/>
                      <a:pt x="198" y="204"/>
                    </a:cubicBezTo>
                    <a:cubicBezTo>
                      <a:pt x="206" y="203"/>
                      <a:pt x="212" y="201"/>
                      <a:pt x="216" y="196"/>
                    </a:cubicBezTo>
                    <a:cubicBezTo>
                      <a:pt x="222" y="199"/>
                      <a:pt x="229" y="200"/>
                      <a:pt x="237" y="198"/>
                    </a:cubicBezTo>
                    <a:cubicBezTo>
                      <a:pt x="249" y="196"/>
                      <a:pt x="255" y="190"/>
                      <a:pt x="258" y="183"/>
                    </a:cubicBezTo>
                    <a:cubicBezTo>
                      <a:pt x="264" y="190"/>
                      <a:pt x="270" y="194"/>
                      <a:pt x="277" y="193"/>
                    </a:cubicBezTo>
                    <a:cubicBezTo>
                      <a:pt x="290" y="193"/>
                      <a:pt x="296" y="187"/>
                      <a:pt x="300" y="180"/>
                    </a:cubicBezTo>
                    <a:cubicBezTo>
                      <a:pt x="304" y="184"/>
                      <a:pt x="309" y="188"/>
                      <a:pt x="318" y="188"/>
                    </a:cubicBezTo>
                    <a:cubicBezTo>
                      <a:pt x="325" y="188"/>
                      <a:pt x="329" y="186"/>
                      <a:pt x="332" y="183"/>
                    </a:cubicBezTo>
                    <a:cubicBezTo>
                      <a:pt x="333" y="183"/>
                      <a:pt x="334" y="184"/>
                      <a:pt x="334" y="183"/>
                    </a:cubicBezTo>
                    <a:cubicBezTo>
                      <a:pt x="344" y="183"/>
                      <a:pt x="353" y="174"/>
                      <a:pt x="360" y="167"/>
                    </a:cubicBezTo>
                    <a:cubicBezTo>
                      <a:pt x="364" y="171"/>
                      <a:pt x="368" y="172"/>
                      <a:pt x="373" y="172"/>
                    </a:cubicBezTo>
                    <a:cubicBezTo>
                      <a:pt x="378" y="172"/>
                      <a:pt x="383" y="170"/>
                      <a:pt x="388" y="167"/>
                    </a:cubicBezTo>
                    <a:cubicBezTo>
                      <a:pt x="402" y="167"/>
                      <a:pt x="415" y="164"/>
                      <a:pt x="422" y="154"/>
                    </a:cubicBezTo>
                    <a:cubicBezTo>
                      <a:pt x="431" y="143"/>
                      <a:pt x="434" y="130"/>
                      <a:pt x="434" y="118"/>
                    </a:cubicBezTo>
                    <a:cubicBezTo>
                      <a:pt x="434" y="106"/>
                      <a:pt x="431" y="96"/>
                      <a:pt x="426" y="88"/>
                    </a:cubicBezTo>
                    <a:cubicBezTo>
                      <a:pt x="422" y="82"/>
                      <a:pt x="416" y="78"/>
                      <a:pt x="411" y="77"/>
                    </a:cubicBezTo>
                    <a:cubicBezTo>
                      <a:pt x="407" y="69"/>
                      <a:pt x="401" y="62"/>
                      <a:pt x="395" y="55"/>
                    </a:cubicBezTo>
                    <a:cubicBezTo>
                      <a:pt x="399" y="49"/>
                      <a:pt x="402" y="43"/>
                      <a:pt x="402" y="36"/>
                    </a:cubicBezTo>
                    <a:cubicBezTo>
                      <a:pt x="402" y="32"/>
                      <a:pt x="401" y="27"/>
                      <a:pt x="399" y="23"/>
                    </a:cubicBezTo>
                    <a:cubicBezTo>
                      <a:pt x="396" y="17"/>
                      <a:pt x="384" y="4"/>
                      <a:pt x="374" y="1"/>
                    </a:cubicBezTo>
                    <a:cubicBezTo>
                      <a:pt x="369" y="0"/>
                      <a:pt x="365" y="2"/>
                      <a:pt x="363" y="3"/>
                    </a:cubicBezTo>
                    <a:close/>
                    <a:moveTo>
                      <a:pt x="225" y="68"/>
                    </a:moveTo>
                    <a:cubicBezTo>
                      <a:pt x="225" y="68"/>
                      <a:pt x="225" y="68"/>
                      <a:pt x="225" y="67"/>
                    </a:cubicBezTo>
                    <a:cubicBezTo>
                      <a:pt x="225" y="64"/>
                      <a:pt x="230" y="60"/>
                      <a:pt x="234" y="58"/>
                    </a:cubicBezTo>
                    <a:cubicBezTo>
                      <a:pt x="244" y="54"/>
                      <a:pt x="252" y="55"/>
                      <a:pt x="259" y="63"/>
                    </a:cubicBezTo>
                    <a:cubicBezTo>
                      <a:pt x="262" y="66"/>
                      <a:pt x="263" y="69"/>
                      <a:pt x="263" y="72"/>
                    </a:cubicBezTo>
                    <a:cubicBezTo>
                      <a:pt x="263" y="77"/>
                      <a:pt x="260" y="81"/>
                      <a:pt x="255" y="88"/>
                    </a:cubicBezTo>
                    <a:cubicBezTo>
                      <a:pt x="249" y="83"/>
                      <a:pt x="243" y="80"/>
                      <a:pt x="237" y="77"/>
                    </a:cubicBezTo>
                    <a:cubicBezTo>
                      <a:pt x="237" y="77"/>
                      <a:pt x="229" y="74"/>
                      <a:pt x="228" y="73"/>
                    </a:cubicBezTo>
                    <a:cubicBezTo>
                      <a:pt x="226" y="71"/>
                      <a:pt x="225" y="70"/>
                      <a:pt x="225" y="68"/>
                    </a:cubicBezTo>
                    <a:close/>
                    <a:moveTo>
                      <a:pt x="137" y="116"/>
                    </a:moveTo>
                    <a:cubicBezTo>
                      <a:pt x="137" y="115"/>
                      <a:pt x="137" y="115"/>
                      <a:pt x="138" y="114"/>
                    </a:cubicBezTo>
                    <a:cubicBezTo>
                      <a:pt x="138" y="115"/>
                      <a:pt x="138" y="115"/>
                      <a:pt x="139" y="116"/>
                    </a:cubicBezTo>
                    <a:cubicBezTo>
                      <a:pt x="138" y="116"/>
                      <a:pt x="137" y="117"/>
                      <a:pt x="137" y="118"/>
                    </a:cubicBezTo>
                    <a:cubicBezTo>
                      <a:pt x="137" y="117"/>
                      <a:pt x="137" y="116"/>
                      <a:pt x="137" y="116"/>
                    </a:cubicBezTo>
                    <a:close/>
                    <a:moveTo>
                      <a:pt x="194" y="110"/>
                    </a:moveTo>
                    <a:cubicBezTo>
                      <a:pt x="196" y="110"/>
                      <a:pt x="197" y="110"/>
                      <a:pt x="197" y="111"/>
                    </a:cubicBezTo>
                    <a:cubicBezTo>
                      <a:pt x="198" y="111"/>
                      <a:pt x="198" y="112"/>
                      <a:pt x="198" y="113"/>
                    </a:cubicBezTo>
                    <a:cubicBezTo>
                      <a:pt x="198" y="114"/>
                      <a:pt x="198" y="115"/>
                      <a:pt x="197" y="116"/>
                    </a:cubicBezTo>
                    <a:cubicBezTo>
                      <a:pt x="194" y="115"/>
                      <a:pt x="190" y="113"/>
                      <a:pt x="187" y="112"/>
                    </a:cubicBezTo>
                    <a:cubicBezTo>
                      <a:pt x="187" y="112"/>
                      <a:pt x="189" y="110"/>
                      <a:pt x="194" y="110"/>
                    </a:cubicBezTo>
                    <a:close/>
                    <a:moveTo>
                      <a:pt x="88" y="132"/>
                    </a:moveTo>
                    <a:cubicBezTo>
                      <a:pt x="89" y="130"/>
                      <a:pt x="89" y="130"/>
                      <a:pt x="89" y="130"/>
                    </a:cubicBezTo>
                    <a:cubicBezTo>
                      <a:pt x="91" y="130"/>
                      <a:pt x="94" y="132"/>
                      <a:pt x="96" y="136"/>
                    </a:cubicBezTo>
                    <a:cubicBezTo>
                      <a:pt x="96" y="136"/>
                      <a:pt x="96" y="136"/>
                      <a:pt x="96" y="136"/>
                    </a:cubicBezTo>
                    <a:cubicBezTo>
                      <a:pt x="93" y="137"/>
                      <a:pt x="88" y="139"/>
                      <a:pt x="86" y="139"/>
                    </a:cubicBezTo>
                    <a:cubicBezTo>
                      <a:pt x="86" y="138"/>
                      <a:pt x="87" y="136"/>
                      <a:pt x="88" y="132"/>
                    </a:cubicBezTo>
                    <a:close/>
                    <a:moveTo>
                      <a:pt x="11" y="218"/>
                    </a:moveTo>
                    <a:cubicBezTo>
                      <a:pt x="7" y="214"/>
                      <a:pt x="9" y="199"/>
                      <a:pt x="10" y="193"/>
                    </a:cubicBezTo>
                    <a:cubicBezTo>
                      <a:pt x="11" y="186"/>
                      <a:pt x="15" y="172"/>
                      <a:pt x="25" y="173"/>
                    </a:cubicBezTo>
                    <a:cubicBezTo>
                      <a:pt x="29" y="173"/>
                      <a:pt x="31" y="181"/>
                      <a:pt x="32" y="189"/>
                    </a:cubicBezTo>
                    <a:cubicBezTo>
                      <a:pt x="28" y="194"/>
                      <a:pt x="26" y="200"/>
                      <a:pt x="23" y="205"/>
                    </a:cubicBezTo>
                    <a:cubicBezTo>
                      <a:pt x="21" y="211"/>
                      <a:pt x="17" y="219"/>
                      <a:pt x="15" y="219"/>
                    </a:cubicBezTo>
                    <a:cubicBezTo>
                      <a:pt x="13" y="219"/>
                      <a:pt x="12" y="219"/>
                      <a:pt x="11" y="218"/>
                    </a:cubicBezTo>
                    <a:close/>
                    <a:moveTo>
                      <a:pt x="83" y="158"/>
                    </a:moveTo>
                    <a:cubicBezTo>
                      <a:pt x="86" y="158"/>
                      <a:pt x="87" y="159"/>
                      <a:pt x="87" y="159"/>
                    </a:cubicBezTo>
                    <a:cubicBezTo>
                      <a:pt x="88" y="160"/>
                      <a:pt x="89" y="163"/>
                      <a:pt x="89" y="167"/>
                    </a:cubicBezTo>
                    <a:cubicBezTo>
                      <a:pt x="89" y="168"/>
                      <a:pt x="89" y="170"/>
                      <a:pt x="89" y="172"/>
                    </a:cubicBezTo>
                    <a:cubicBezTo>
                      <a:pt x="88" y="171"/>
                      <a:pt x="87" y="171"/>
                      <a:pt x="86" y="170"/>
                    </a:cubicBezTo>
                    <a:cubicBezTo>
                      <a:pt x="84" y="169"/>
                      <a:pt x="82" y="170"/>
                      <a:pt x="80" y="171"/>
                    </a:cubicBezTo>
                    <a:cubicBezTo>
                      <a:pt x="77" y="172"/>
                      <a:pt x="76" y="174"/>
                      <a:pt x="75" y="177"/>
                    </a:cubicBezTo>
                    <a:cubicBezTo>
                      <a:pt x="77" y="168"/>
                      <a:pt x="79" y="158"/>
                      <a:pt x="83" y="158"/>
                    </a:cubicBezTo>
                    <a:close/>
                    <a:moveTo>
                      <a:pt x="47" y="188"/>
                    </a:moveTo>
                    <a:cubicBezTo>
                      <a:pt x="52" y="189"/>
                      <a:pt x="53" y="193"/>
                      <a:pt x="54" y="204"/>
                    </a:cubicBezTo>
                    <a:cubicBezTo>
                      <a:pt x="54" y="207"/>
                      <a:pt x="55" y="210"/>
                      <a:pt x="55" y="213"/>
                    </a:cubicBezTo>
                    <a:cubicBezTo>
                      <a:pt x="52" y="213"/>
                      <a:pt x="49" y="211"/>
                      <a:pt x="46" y="209"/>
                    </a:cubicBezTo>
                    <a:cubicBezTo>
                      <a:pt x="43" y="207"/>
                      <a:pt x="41" y="199"/>
                      <a:pt x="40" y="191"/>
                    </a:cubicBezTo>
                    <a:cubicBezTo>
                      <a:pt x="43" y="189"/>
                      <a:pt x="45" y="188"/>
                      <a:pt x="47" y="188"/>
                    </a:cubicBezTo>
                    <a:close/>
                    <a:moveTo>
                      <a:pt x="74" y="184"/>
                    </a:moveTo>
                    <a:cubicBezTo>
                      <a:pt x="74" y="183"/>
                      <a:pt x="75" y="182"/>
                      <a:pt x="75" y="181"/>
                    </a:cubicBezTo>
                    <a:cubicBezTo>
                      <a:pt x="75" y="182"/>
                      <a:pt x="75" y="182"/>
                      <a:pt x="75" y="183"/>
                    </a:cubicBezTo>
                    <a:cubicBezTo>
                      <a:pt x="75" y="187"/>
                      <a:pt x="75" y="191"/>
                      <a:pt x="75" y="195"/>
                    </a:cubicBezTo>
                    <a:cubicBezTo>
                      <a:pt x="76" y="199"/>
                      <a:pt x="76" y="204"/>
                      <a:pt x="76" y="207"/>
                    </a:cubicBezTo>
                    <a:cubicBezTo>
                      <a:pt x="76" y="214"/>
                      <a:pt x="75" y="218"/>
                      <a:pt x="70" y="218"/>
                    </a:cubicBezTo>
                    <a:cubicBezTo>
                      <a:pt x="67" y="219"/>
                      <a:pt x="66" y="218"/>
                      <a:pt x="66" y="217"/>
                    </a:cubicBezTo>
                    <a:cubicBezTo>
                      <a:pt x="65" y="217"/>
                      <a:pt x="65" y="216"/>
                      <a:pt x="65" y="216"/>
                    </a:cubicBezTo>
                    <a:cubicBezTo>
                      <a:pt x="70" y="209"/>
                      <a:pt x="72" y="196"/>
                      <a:pt x="74" y="184"/>
                    </a:cubicBezTo>
                    <a:close/>
                    <a:moveTo>
                      <a:pt x="117" y="138"/>
                    </a:moveTo>
                    <a:cubicBezTo>
                      <a:pt x="118" y="138"/>
                      <a:pt x="118" y="139"/>
                      <a:pt x="119" y="139"/>
                    </a:cubicBezTo>
                    <a:cubicBezTo>
                      <a:pt x="120" y="141"/>
                      <a:pt x="121" y="145"/>
                      <a:pt x="121" y="151"/>
                    </a:cubicBezTo>
                    <a:cubicBezTo>
                      <a:pt x="121" y="157"/>
                      <a:pt x="120" y="164"/>
                      <a:pt x="120" y="170"/>
                    </a:cubicBezTo>
                    <a:cubicBezTo>
                      <a:pt x="120" y="172"/>
                      <a:pt x="119" y="173"/>
                      <a:pt x="119" y="174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67"/>
                      <a:pt x="119" y="161"/>
                      <a:pt x="118" y="158"/>
                    </a:cubicBezTo>
                    <a:cubicBezTo>
                      <a:pt x="118" y="155"/>
                      <a:pt x="114" y="147"/>
                      <a:pt x="109" y="140"/>
                    </a:cubicBezTo>
                    <a:cubicBezTo>
                      <a:pt x="112" y="139"/>
                      <a:pt x="114" y="138"/>
                      <a:pt x="117" y="138"/>
                    </a:cubicBezTo>
                    <a:close/>
                    <a:moveTo>
                      <a:pt x="128" y="171"/>
                    </a:moveTo>
                    <a:cubicBezTo>
                      <a:pt x="128" y="167"/>
                      <a:pt x="128" y="164"/>
                      <a:pt x="129" y="161"/>
                    </a:cubicBezTo>
                    <a:cubicBezTo>
                      <a:pt x="129" y="163"/>
                      <a:pt x="130" y="165"/>
                      <a:pt x="131" y="167"/>
                    </a:cubicBezTo>
                    <a:cubicBezTo>
                      <a:pt x="133" y="169"/>
                      <a:pt x="134" y="170"/>
                      <a:pt x="136" y="172"/>
                    </a:cubicBezTo>
                    <a:cubicBezTo>
                      <a:pt x="134" y="172"/>
                      <a:pt x="133" y="173"/>
                      <a:pt x="132" y="173"/>
                    </a:cubicBezTo>
                    <a:cubicBezTo>
                      <a:pt x="130" y="174"/>
                      <a:pt x="128" y="175"/>
                      <a:pt x="127" y="177"/>
                    </a:cubicBezTo>
                    <a:cubicBezTo>
                      <a:pt x="127" y="175"/>
                      <a:pt x="127" y="173"/>
                      <a:pt x="128" y="171"/>
                    </a:cubicBezTo>
                    <a:close/>
                    <a:moveTo>
                      <a:pt x="138" y="162"/>
                    </a:moveTo>
                    <a:cubicBezTo>
                      <a:pt x="135" y="158"/>
                      <a:pt x="134" y="152"/>
                      <a:pt x="133" y="147"/>
                    </a:cubicBezTo>
                    <a:cubicBezTo>
                      <a:pt x="134" y="148"/>
                      <a:pt x="134" y="149"/>
                      <a:pt x="135" y="151"/>
                    </a:cubicBezTo>
                    <a:cubicBezTo>
                      <a:pt x="137" y="155"/>
                      <a:pt x="139" y="160"/>
                      <a:pt x="140" y="165"/>
                    </a:cubicBezTo>
                    <a:cubicBezTo>
                      <a:pt x="139" y="164"/>
                      <a:pt x="139" y="163"/>
                      <a:pt x="138" y="162"/>
                    </a:cubicBezTo>
                    <a:close/>
                    <a:moveTo>
                      <a:pt x="142" y="124"/>
                    </a:moveTo>
                    <a:cubicBezTo>
                      <a:pt x="144" y="130"/>
                      <a:pt x="145" y="138"/>
                      <a:pt x="146" y="142"/>
                    </a:cubicBezTo>
                    <a:cubicBezTo>
                      <a:pt x="147" y="147"/>
                      <a:pt x="147" y="147"/>
                      <a:pt x="147" y="147"/>
                    </a:cubicBezTo>
                    <a:cubicBezTo>
                      <a:pt x="148" y="150"/>
                      <a:pt x="149" y="153"/>
                      <a:pt x="149" y="155"/>
                    </a:cubicBezTo>
                    <a:cubicBezTo>
                      <a:pt x="149" y="158"/>
                      <a:pt x="148" y="160"/>
                      <a:pt x="148" y="163"/>
                    </a:cubicBezTo>
                    <a:cubicBezTo>
                      <a:pt x="146" y="158"/>
                      <a:pt x="144" y="153"/>
                      <a:pt x="142" y="148"/>
                    </a:cubicBezTo>
                    <a:cubicBezTo>
                      <a:pt x="140" y="142"/>
                      <a:pt x="138" y="136"/>
                      <a:pt x="137" y="131"/>
                    </a:cubicBezTo>
                    <a:cubicBezTo>
                      <a:pt x="138" y="128"/>
                      <a:pt x="140" y="126"/>
                      <a:pt x="142" y="124"/>
                    </a:cubicBezTo>
                    <a:close/>
                    <a:moveTo>
                      <a:pt x="162" y="120"/>
                    </a:moveTo>
                    <a:cubicBezTo>
                      <a:pt x="160" y="124"/>
                      <a:pt x="159" y="128"/>
                      <a:pt x="159" y="134"/>
                    </a:cubicBezTo>
                    <a:cubicBezTo>
                      <a:pt x="159" y="135"/>
                      <a:pt x="159" y="136"/>
                      <a:pt x="159" y="137"/>
                    </a:cubicBezTo>
                    <a:cubicBezTo>
                      <a:pt x="159" y="141"/>
                      <a:pt x="160" y="143"/>
                      <a:pt x="162" y="145"/>
                    </a:cubicBezTo>
                    <a:cubicBezTo>
                      <a:pt x="159" y="147"/>
                      <a:pt x="157" y="150"/>
                      <a:pt x="156" y="152"/>
                    </a:cubicBezTo>
                    <a:cubicBezTo>
                      <a:pt x="156" y="150"/>
                      <a:pt x="156" y="148"/>
                      <a:pt x="155" y="145"/>
                    </a:cubicBezTo>
                    <a:cubicBezTo>
                      <a:pt x="154" y="140"/>
                      <a:pt x="154" y="140"/>
                      <a:pt x="154" y="140"/>
                    </a:cubicBezTo>
                    <a:cubicBezTo>
                      <a:pt x="152" y="131"/>
                      <a:pt x="150" y="124"/>
                      <a:pt x="148" y="119"/>
                    </a:cubicBezTo>
                    <a:cubicBezTo>
                      <a:pt x="153" y="117"/>
                      <a:pt x="157" y="117"/>
                      <a:pt x="162" y="120"/>
                    </a:cubicBezTo>
                    <a:close/>
                    <a:moveTo>
                      <a:pt x="167" y="137"/>
                    </a:moveTo>
                    <a:cubicBezTo>
                      <a:pt x="167" y="136"/>
                      <a:pt x="167" y="135"/>
                      <a:pt x="167" y="134"/>
                    </a:cubicBezTo>
                    <a:cubicBezTo>
                      <a:pt x="167" y="131"/>
                      <a:pt x="168" y="128"/>
                      <a:pt x="168" y="126"/>
                    </a:cubicBezTo>
                    <a:cubicBezTo>
                      <a:pt x="173" y="132"/>
                      <a:pt x="177" y="141"/>
                      <a:pt x="182" y="151"/>
                    </a:cubicBezTo>
                    <a:cubicBezTo>
                      <a:pt x="173" y="147"/>
                      <a:pt x="168" y="144"/>
                      <a:pt x="167" y="137"/>
                    </a:cubicBezTo>
                    <a:close/>
                    <a:moveTo>
                      <a:pt x="177" y="119"/>
                    </a:moveTo>
                    <a:cubicBezTo>
                      <a:pt x="177" y="119"/>
                      <a:pt x="177" y="119"/>
                      <a:pt x="177" y="119"/>
                    </a:cubicBezTo>
                    <a:cubicBezTo>
                      <a:pt x="177" y="121"/>
                      <a:pt x="178" y="124"/>
                      <a:pt x="178" y="126"/>
                    </a:cubicBezTo>
                    <a:cubicBezTo>
                      <a:pt x="177" y="124"/>
                      <a:pt x="176" y="123"/>
                      <a:pt x="174" y="121"/>
                    </a:cubicBezTo>
                    <a:cubicBezTo>
                      <a:pt x="174" y="121"/>
                      <a:pt x="174" y="120"/>
                      <a:pt x="173" y="120"/>
                    </a:cubicBezTo>
                    <a:cubicBezTo>
                      <a:pt x="175" y="119"/>
                      <a:pt x="176" y="119"/>
                      <a:pt x="177" y="119"/>
                    </a:cubicBezTo>
                    <a:close/>
                    <a:moveTo>
                      <a:pt x="185" y="120"/>
                    </a:moveTo>
                    <a:cubicBezTo>
                      <a:pt x="189" y="121"/>
                      <a:pt x="192" y="123"/>
                      <a:pt x="196" y="125"/>
                    </a:cubicBezTo>
                    <a:cubicBezTo>
                      <a:pt x="196" y="129"/>
                      <a:pt x="195" y="135"/>
                      <a:pt x="195" y="140"/>
                    </a:cubicBezTo>
                    <a:cubicBezTo>
                      <a:pt x="195" y="144"/>
                      <a:pt x="195" y="148"/>
                      <a:pt x="194" y="152"/>
                    </a:cubicBezTo>
                    <a:cubicBezTo>
                      <a:pt x="190" y="142"/>
                      <a:pt x="186" y="129"/>
                      <a:pt x="185" y="120"/>
                    </a:cubicBezTo>
                    <a:close/>
                    <a:moveTo>
                      <a:pt x="215" y="103"/>
                    </a:moveTo>
                    <a:cubicBezTo>
                      <a:pt x="218" y="103"/>
                      <a:pt x="220" y="105"/>
                      <a:pt x="223" y="108"/>
                    </a:cubicBezTo>
                    <a:cubicBezTo>
                      <a:pt x="221" y="109"/>
                      <a:pt x="219" y="110"/>
                      <a:pt x="219" y="111"/>
                    </a:cubicBezTo>
                    <a:cubicBezTo>
                      <a:pt x="215" y="114"/>
                      <a:pt x="214" y="119"/>
                      <a:pt x="214" y="125"/>
                    </a:cubicBezTo>
                    <a:cubicBezTo>
                      <a:pt x="214" y="125"/>
                      <a:pt x="214" y="125"/>
                      <a:pt x="214" y="125"/>
                    </a:cubicBezTo>
                    <a:cubicBezTo>
                      <a:pt x="211" y="124"/>
                      <a:pt x="209" y="122"/>
                      <a:pt x="207" y="121"/>
                    </a:cubicBezTo>
                    <a:cubicBezTo>
                      <a:pt x="207" y="121"/>
                      <a:pt x="207" y="120"/>
                      <a:pt x="207" y="119"/>
                    </a:cubicBezTo>
                    <a:cubicBezTo>
                      <a:pt x="207" y="117"/>
                      <a:pt x="207" y="115"/>
                      <a:pt x="206" y="113"/>
                    </a:cubicBezTo>
                    <a:cubicBezTo>
                      <a:pt x="208" y="107"/>
                      <a:pt x="211" y="103"/>
                      <a:pt x="215" y="103"/>
                    </a:cubicBezTo>
                    <a:close/>
                    <a:moveTo>
                      <a:pt x="119" y="185"/>
                    </a:moveTo>
                    <a:cubicBezTo>
                      <a:pt x="118" y="187"/>
                      <a:pt x="118" y="188"/>
                      <a:pt x="118" y="190"/>
                    </a:cubicBezTo>
                    <a:cubicBezTo>
                      <a:pt x="118" y="196"/>
                      <a:pt x="119" y="201"/>
                      <a:pt x="121" y="204"/>
                    </a:cubicBezTo>
                    <a:cubicBezTo>
                      <a:pt x="121" y="204"/>
                      <a:pt x="121" y="204"/>
                      <a:pt x="121" y="205"/>
                    </a:cubicBezTo>
                    <a:cubicBezTo>
                      <a:pt x="120" y="208"/>
                      <a:pt x="118" y="211"/>
                      <a:pt x="114" y="212"/>
                    </a:cubicBezTo>
                    <a:cubicBezTo>
                      <a:pt x="111" y="212"/>
                      <a:pt x="108" y="210"/>
                      <a:pt x="106" y="208"/>
                    </a:cubicBezTo>
                    <a:cubicBezTo>
                      <a:pt x="114" y="204"/>
                      <a:pt x="117" y="195"/>
                      <a:pt x="119" y="185"/>
                    </a:cubicBezTo>
                    <a:close/>
                    <a:moveTo>
                      <a:pt x="131" y="193"/>
                    </a:moveTo>
                    <a:cubicBezTo>
                      <a:pt x="132" y="187"/>
                      <a:pt x="132" y="182"/>
                      <a:pt x="135" y="180"/>
                    </a:cubicBezTo>
                    <a:cubicBezTo>
                      <a:pt x="137" y="180"/>
                      <a:pt x="139" y="180"/>
                      <a:pt x="142" y="181"/>
                    </a:cubicBezTo>
                    <a:cubicBezTo>
                      <a:pt x="142" y="182"/>
                      <a:pt x="142" y="182"/>
                      <a:pt x="142" y="182"/>
                    </a:cubicBezTo>
                    <a:cubicBezTo>
                      <a:pt x="141" y="191"/>
                      <a:pt x="135" y="203"/>
                      <a:pt x="131" y="204"/>
                    </a:cubicBezTo>
                    <a:cubicBezTo>
                      <a:pt x="131" y="204"/>
                      <a:pt x="131" y="204"/>
                      <a:pt x="130" y="203"/>
                    </a:cubicBezTo>
                    <a:cubicBezTo>
                      <a:pt x="131" y="200"/>
                      <a:pt x="131" y="196"/>
                      <a:pt x="131" y="193"/>
                    </a:cubicBezTo>
                    <a:close/>
                    <a:moveTo>
                      <a:pt x="155" y="167"/>
                    </a:moveTo>
                    <a:cubicBezTo>
                      <a:pt x="156" y="164"/>
                      <a:pt x="156" y="161"/>
                      <a:pt x="156" y="157"/>
                    </a:cubicBezTo>
                    <a:cubicBezTo>
                      <a:pt x="157" y="161"/>
                      <a:pt x="158" y="165"/>
                      <a:pt x="160" y="169"/>
                    </a:cubicBezTo>
                    <a:cubicBezTo>
                      <a:pt x="162" y="174"/>
                      <a:pt x="163" y="178"/>
                      <a:pt x="163" y="181"/>
                    </a:cubicBezTo>
                    <a:cubicBezTo>
                      <a:pt x="163" y="182"/>
                      <a:pt x="163" y="182"/>
                      <a:pt x="163" y="182"/>
                    </a:cubicBezTo>
                    <a:cubicBezTo>
                      <a:pt x="161" y="181"/>
                      <a:pt x="159" y="181"/>
                      <a:pt x="157" y="180"/>
                    </a:cubicBezTo>
                    <a:cubicBezTo>
                      <a:pt x="156" y="179"/>
                      <a:pt x="155" y="178"/>
                      <a:pt x="154" y="177"/>
                    </a:cubicBezTo>
                    <a:cubicBezTo>
                      <a:pt x="154" y="174"/>
                      <a:pt x="154" y="170"/>
                      <a:pt x="155" y="167"/>
                    </a:cubicBezTo>
                    <a:close/>
                    <a:moveTo>
                      <a:pt x="167" y="166"/>
                    </a:moveTo>
                    <a:cubicBezTo>
                      <a:pt x="165" y="160"/>
                      <a:pt x="164" y="157"/>
                      <a:pt x="164" y="155"/>
                    </a:cubicBezTo>
                    <a:cubicBezTo>
                      <a:pt x="164" y="154"/>
                      <a:pt x="165" y="153"/>
                      <a:pt x="166" y="152"/>
                    </a:cubicBezTo>
                    <a:cubicBezTo>
                      <a:pt x="166" y="152"/>
                      <a:pt x="166" y="152"/>
                      <a:pt x="166" y="152"/>
                    </a:cubicBezTo>
                    <a:cubicBezTo>
                      <a:pt x="167" y="153"/>
                      <a:pt x="168" y="157"/>
                      <a:pt x="168" y="162"/>
                    </a:cubicBezTo>
                    <a:cubicBezTo>
                      <a:pt x="168" y="164"/>
                      <a:pt x="168" y="165"/>
                      <a:pt x="168" y="167"/>
                    </a:cubicBezTo>
                    <a:cubicBezTo>
                      <a:pt x="167" y="167"/>
                      <a:pt x="167" y="166"/>
                      <a:pt x="167" y="166"/>
                    </a:cubicBezTo>
                    <a:close/>
                    <a:moveTo>
                      <a:pt x="175" y="182"/>
                    </a:moveTo>
                    <a:cubicBezTo>
                      <a:pt x="175" y="174"/>
                      <a:pt x="176" y="167"/>
                      <a:pt x="176" y="162"/>
                    </a:cubicBezTo>
                    <a:cubicBezTo>
                      <a:pt x="176" y="160"/>
                      <a:pt x="176" y="158"/>
                      <a:pt x="176" y="157"/>
                    </a:cubicBezTo>
                    <a:cubicBezTo>
                      <a:pt x="179" y="158"/>
                      <a:pt x="183" y="160"/>
                      <a:pt x="186" y="161"/>
                    </a:cubicBezTo>
                    <a:cubicBezTo>
                      <a:pt x="188" y="164"/>
                      <a:pt x="189" y="167"/>
                      <a:pt x="191" y="170"/>
                    </a:cubicBezTo>
                    <a:cubicBezTo>
                      <a:pt x="190" y="175"/>
                      <a:pt x="187" y="179"/>
                      <a:pt x="184" y="181"/>
                    </a:cubicBezTo>
                    <a:cubicBezTo>
                      <a:pt x="180" y="183"/>
                      <a:pt x="177" y="183"/>
                      <a:pt x="175" y="184"/>
                    </a:cubicBezTo>
                    <a:cubicBezTo>
                      <a:pt x="175" y="182"/>
                      <a:pt x="175" y="182"/>
                      <a:pt x="175" y="182"/>
                    </a:cubicBezTo>
                    <a:close/>
                    <a:moveTo>
                      <a:pt x="204" y="155"/>
                    </a:moveTo>
                    <a:cubicBezTo>
                      <a:pt x="204" y="149"/>
                      <a:pt x="205" y="143"/>
                      <a:pt x="205" y="137"/>
                    </a:cubicBezTo>
                    <a:cubicBezTo>
                      <a:pt x="206" y="134"/>
                      <a:pt x="206" y="132"/>
                      <a:pt x="206" y="130"/>
                    </a:cubicBezTo>
                    <a:cubicBezTo>
                      <a:pt x="209" y="132"/>
                      <a:pt x="212" y="133"/>
                      <a:pt x="214" y="135"/>
                    </a:cubicBezTo>
                    <a:cubicBezTo>
                      <a:pt x="215" y="138"/>
                      <a:pt x="215" y="141"/>
                      <a:pt x="216" y="144"/>
                    </a:cubicBezTo>
                    <a:cubicBezTo>
                      <a:pt x="217" y="150"/>
                      <a:pt x="218" y="157"/>
                      <a:pt x="218" y="162"/>
                    </a:cubicBezTo>
                    <a:cubicBezTo>
                      <a:pt x="218" y="163"/>
                      <a:pt x="218" y="164"/>
                      <a:pt x="218" y="164"/>
                    </a:cubicBezTo>
                    <a:cubicBezTo>
                      <a:pt x="214" y="162"/>
                      <a:pt x="210" y="159"/>
                      <a:pt x="204" y="158"/>
                    </a:cubicBezTo>
                    <a:cubicBezTo>
                      <a:pt x="204" y="157"/>
                      <a:pt x="204" y="156"/>
                      <a:pt x="204" y="155"/>
                    </a:cubicBezTo>
                    <a:close/>
                    <a:moveTo>
                      <a:pt x="221" y="125"/>
                    </a:moveTo>
                    <a:cubicBezTo>
                      <a:pt x="221" y="121"/>
                      <a:pt x="222" y="118"/>
                      <a:pt x="224" y="117"/>
                    </a:cubicBezTo>
                    <a:cubicBezTo>
                      <a:pt x="225" y="115"/>
                      <a:pt x="227" y="115"/>
                      <a:pt x="228" y="114"/>
                    </a:cubicBezTo>
                    <a:cubicBezTo>
                      <a:pt x="229" y="116"/>
                      <a:pt x="230" y="118"/>
                      <a:pt x="231" y="120"/>
                    </a:cubicBezTo>
                    <a:cubicBezTo>
                      <a:pt x="231" y="122"/>
                      <a:pt x="231" y="124"/>
                      <a:pt x="231" y="126"/>
                    </a:cubicBezTo>
                    <a:cubicBezTo>
                      <a:pt x="231" y="130"/>
                      <a:pt x="231" y="133"/>
                      <a:pt x="231" y="136"/>
                    </a:cubicBezTo>
                    <a:cubicBezTo>
                      <a:pt x="228" y="135"/>
                      <a:pt x="225" y="133"/>
                      <a:pt x="222" y="131"/>
                    </a:cubicBezTo>
                    <a:cubicBezTo>
                      <a:pt x="222" y="129"/>
                      <a:pt x="221" y="127"/>
                      <a:pt x="221" y="125"/>
                    </a:cubicBezTo>
                    <a:close/>
                    <a:moveTo>
                      <a:pt x="156" y="190"/>
                    </a:moveTo>
                    <a:cubicBezTo>
                      <a:pt x="156" y="190"/>
                      <a:pt x="155" y="189"/>
                      <a:pt x="155" y="188"/>
                    </a:cubicBezTo>
                    <a:cubicBezTo>
                      <a:pt x="156" y="188"/>
                      <a:pt x="156" y="189"/>
                      <a:pt x="157" y="190"/>
                    </a:cubicBezTo>
                    <a:cubicBezTo>
                      <a:pt x="157" y="190"/>
                      <a:pt x="156" y="190"/>
                      <a:pt x="156" y="190"/>
                    </a:cubicBezTo>
                    <a:close/>
                    <a:moveTo>
                      <a:pt x="187" y="188"/>
                    </a:moveTo>
                    <a:cubicBezTo>
                      <a:pt x="190" y="187"/>
                      <a:pt x="192" y="185"/>
                      <a:pt x="193" y="183"/>
                    </a:cubicBezTo>
                    <a:cubicBezTo>
                      <a:pt x="193" y="187"/>
                      <a:pt x="193" y="191"/>
                      <a:pt x="192" y="195"/>
                    </a:cubicBezTo>
                    <a:cubicBezTo>
                      <a:pt x="187" y="195"/>
                      <a:pt x="182" y="193"/>
                      <a:pt x="178" y="191"/>
                    </a:cubicBezTo>
                    <a:cubicBezTo>
                      <a:pt x="181" y="191"/>
                      <a:pt x="184" y="190"/>
                      <a:pt x="187" y="188"/>
                    </a:cubicBezTo>
                    <a:close/>
                    <a:moveTo>
                      <a:pt x="201" y="185"/>
                    </a:moveTo>
                    <a:cubicBezTo>
                      <a:pt x="204" y="188"/>
                      <a:pt x="206" y="190"/>
                      <a:pt x="209" y="192"/>
                    </a:cubicBezTo>
                    <a:cubicBezTo>
                      <a:pt x="206" y="194"/>
                      <a:pt x="203" y="195"/>
                      <a:pt x="200" y="195"/>
                    </a:cubicBezTo>
                    <a:cubicBezTo>
                      <a:pt x="201" y="192"/>
                      <a:pt x="201" y="188"/>
                      <a:pt x="201" y="185"/>
                    </a:cubicBezTo>
                    <a:close/>
                    <a:moveTo>
                      <a:pt x="202" y="173"/>
                    </a:moveTo>
                    <a:cubicBezTo>
                      <a:pt x="205" y="175"/>
                      <a:pt x="209" y="177"/>
                      <a:pt x="214" y="177"/>
                    </a:cubicBezTo>
                    <a:cubicBezTo>
                      <a:pt x="215" y="177"/>
                      <a:pt x="215" y="177"/>
                      <a:pt x="216" y="176"/>
                    </a:cubicBezTo>
                    <a:cubicBezTo>
                      <a:pt x="216" y="177"/>
                      <a:pt x="216" y="177"/>
                      <a:pt x="216" y="177"/>
                    </a:cubicBezTo>
                    <a:cubicBezTo>
                      <a:pt x="216" y="179"/>
                      <a:pt x="215" y="182"/>
                      <a:pt x="214" y="185"/>
                    </a:cubicBezTo>
                    <a:cubicBezTo>
                      <a:pt x="209" y="182"/>
                      <a:pt x="206" y="178"/>
                      <a:pt x="202" y="173"/>
                    </a:cubicBezTo>
                    <a:close/>
                    <a:moveTo>
                      <a:pt x="226" y="161"/>
                    </a:moveTo>
                    <a:cubicBezTo>
                      <a:pt x="226" y="156"/>
                      <a:pt x="225" y="150"/>
                      <a:pt x="224" y="143"/>
                    </a:cubicBezTo>
                    <a:cubicBezTo>
                      <a:pt x="224" y="142"/>
                      <a:pt x="224" y="142"/>
                      <a:pt x="224" y="141"/>
                    </a:cubicBezTo>
                    <a:cubicBezTo>
                      <a:pt x="225" y="142"/>
                      <a:pt x="226" y="143"/>
                      <a:pt x="227" y="144"/>
                    </a:cubicBezTo>
                    <a:cubicBezTo>
                      <a:pt x="229" y="145"/>
                      <a:pt x="229" y="145"/>
                      <a:pt x="229" y="145"/>
                    </a:cubicBezTo>
                    <a:cubicBezTo>
                      <a:pt x="230" y="146"/>
                      <a:pt x="230" y="146"/>
                      <a:pt x="230" y="146"/>
                    </a:cubicBezTo>
                    <a:cubicBezTo>
                      <a:pt x="230" y="152"/>
                      <a:pt x="229" y="157"/>
                      <a:pt x="229" y="162"/>
                    </a:cubicBezTo>
                    <a:cubicBezTo>
                      <a:pt x="229" y="168"/>
                      <a:pt x="230" y="172"/>
                      <a:pt x="232" y="174"/>
                    </a:cubicBezTo>
                    <a:cubicBezTo>
                      <a:pt x="235" y="178"/>
                      <a:pt x="240" y="181"/>
                      <a:pt x="245" y="181"/>
                    </a:cubicBezTo>
                    <a:cubicBezTo>
                      <a:pt x="247" y="181"/>
                      <a:pt x="249" y="180"/>
                      <a:pt x="251" y="180"/>
                    </a:cubicBezTo>
                    <a:cubicBezTo>
                      <a:pt x="248" y="185"/>
                      <a:pt x="244" y="188"/>
                      <a:pt x="236" y="190"/>
                    </a:cubicBezTo>
                    <a:cubicBezTo>
                      <a:pt x="230" y="191"/>
                      <a:pt x="225" y="191"/>
                      <a:pt x="221" y="189"/>
                    </a:cubicBezTo>
                    <a:cubicBezTo>
                      <a:pt x="223" y="185"/>
                      <a:pt x="224" y="181"/>
                      <a:pt x="224" y="177"/>
                    </a:cubicBezTo>
                    <a:cubicBezTo>
                      <a:pt x="224" y="175"/>
                      <a:pt x="224" y="174"/>
                      <a:pt x="223" y="172"/>
                    </a:cubicBezTo>
                    <a:cubicBezTo>
                      <a:pt x="225" y="169"/>
                      <a:pt x="226" y="166"/>
                      <a:pt x="226" y="161"/>
                    </a:cubicBezTo>
                    <a:close/>
                    <a:moveTo>
                      <a:pt x="238" y="139"/>
                    </a:moveTo>
                    <a:cubicBezTo>
                      <a:pt x="239" y="140"/>
                      <a:pt x="239" y="141"/>
                      <a:pt x="240" y="142"/>
                    </a:cubicBezTo>
                    <a:cubicBezTo>
                      <a:pt x="239" y="142"/>
                      <a:pt x="239" y="142"/>
                      <a:pt x="238" y="142"/>
                    </a:cubicBezTo>
                    <a:cubicBezTo>
                      <a:pt x="238" y="141"/>
                      <a:pt x="238" y="140"/>
                      <a:pt x="238" y="139"/>
                    </a:cubicBezTo>
                    <a:close/>
                    <a:moveTo>
                      <a:pt x="259" y="125"/>
                    </a:moveTo>
                    <a:cubicBezTo>
                      <a:pt x="256" y="122"/>
                      <a:pt x="253" y="120"/>
                      <a:pt x="252" y="117"/>
                    </a:cubicBezTo>
                    <a:cubicBezTo>
                      <a:pt x="251" y="115"/>
                      <a:pt x="251" y="114"/>
                      <a:pt x="251" y="112"/>
                    </a:cubicBezTo>
                    <a:cubicBezTo>
                      <a:pt x="251" y="108"/>
                      <a:pt x="253" y="104"/>
                      <a:pt x="256" y="100"/>
                    </a:cubicBezTo>
                    <a:cubicBezTo>
                      <a:pt x="257" y="101"/>
                      <a:pt x="258" y="102"/>
                      <a:pt x="258" y="103"/>
                    </a:cubicBezTo>
                    <a:cubicBezTo>
                      <a:pt x="260" y="106"/>
                      <a:pt x="261" y="110"/>
                      <a:pt x="263" y="114"/>
                    </a:cubicBezTo>
                    <a:cubicBezTo>
                      <a:pt x="261" y="117"/>
                      <a:pt x="260" y="121"/>
                      <a:pt x="259" y="125"/>
                    </a:cubicBezTo>
                    <a:cubicBezTo>
                      <a:pt x="259" y="125"/>
                      <a:pt x="259" y="125"/>
                      <a:pt x="259" y="125"/>
                    </a:cubicBezTo>
                    <a:close/>
                    <a:moveTo>
                      <a:pt x="245" y="173"/>
                    </a:moveTo>
                    <a:cubicBezTo>
                      <a:pt x="242" y="173"/>
                      <a:pt x="240" y="171"/>
                      <a:pt x="238" y="169"/>
                    </a:cubicBezTo>
                    <a:cubicBezTo>
                      <a:pt x="237" y="168"/>
                      <a:pt x="237" y="165"/>
                      <a:pt x="237" y="162"/>
                    </a:cubicBezTo>
                    <a:cubicBezTo>
                      <a:pt x="237" y="159"/>
                      <a:pt x="237" y="154"/>
                      <a:pt x="238" y="150"/>
                    </a:cubicBezTo>
                    <a:cubicBezTo>
                      <a:pt x="239" y="151"/>
                      <a:pt x="241" y="152"/>
                      <a:pt x="243" y="152"/>
                    </a:cubicBezTo>
                    <a:cubicBezTo>
                      <a:pt x="246" y="159"/>
                      <a:pt x="248" y="165"/>
                      <a:pt x="251" y="171"/>
                    </a:cubicBezTo>
                    <a:cubicBezTo>
                      <a:pt x="249" y="172"/>
                      <a:pt x="247" y="173"/>
                      <a:pt x="245" y="173"/>
                    </a:cubicBezTo>
                    <a:close/>
                    <a:moveTo>
                      <a:pt x="256" y="150"/>
                    </a:moveTo>
                    <a:cubicBezTo>
                      <a:pt x="256" y="152"/>
                      <a:pt x="256" y="156"/>
                      <a:pt x="256" y="156"/>
                    </a:cubicBezTo>
                    <a:cubicBezTo>
                      <a:pt x="256" y="157"/>
                      <a:pt x="255" y="159"/>
                      <a:pt x="255" y="160"/>
                    </a:cubicBezTo>
                    <a:cubicBezTo>
                      <a:pt x="254" y="158"/>
                      <a:pt x="253" y="155"/>
                      <a:pt x="252" y="152"/>
                    </a:cubicBezTo>
                    <a:cubicBezTo>
                      <a:pt x="253" y="151"/>
                      <a:pt x="255" y="151"/>
                      <a:pt x="256" y="150"/>
                    </a:cubicBezTo>
                    <a:close/>
                    <a:moveTo>
                      <a:pt x="178" y="205"/>
                    </a:moveTo>
                    <a:cubicBezTo>
                      <a:pt x="176" y="204"/>
                      <a:pt x="175" y="202"/>
                      <a:pt x="174" y="199"/>
                    </a:cubicBezTo>
                    <a:cubicBezTo>
                      <a:pt x="179" y="200"/>
                      <a:pt x="183" y="202"/>
                      <a:pt x="187" y="203"/>
                    </a:cubicBezTo>
                    <a:cubicBezTo>
                      <a:pt x="186" y="204"/>
                      <a:pt x="185" y="205"/>
                      <a:pt x="184" y="205"/>
                    </a:cubicBezTo>
                    <a:cubicBezTo>
                      <a:pt x="181" y="206"/>
                      <a:pt x="179" y="207"/>
                      <a:pt x="178" y="205"/>
                    </a:cubicBezTo>
                    <a:close/>
                    <a:moveTo>
                      <a:pt x="276" y="106"/>
                    </a:moveTo>
                    <a:cubicBezTo>
                      <a:pt x="277" y="106"/>
                      <a:pt x="278" y="106"/>
                      <a:pt x="278" y="105"/>
                    </a:cubicBezTo>
                    <a:cubicBezTo>
                      <a:pt x="279" y="115"/>
                      <a:pt x="284" y="121"/>
                      <a:pt x="291" y="126"/>
                    </a:cubicBezTo>
                    <a:cubicBezTo>
                      <a:pt x="291" y="126"/>
                      <a:pt x="291" y="127"/>
                      <a:pt x="291" y="127"/>
                    </a:cubicBezTo>
                    <a:cubicBezTo>
                      <a:pt x="290" y="127"/>
                      <a:pt x="290" y="128"/>
                      <a:pt x="290" y="128"/>
                    </a:cubicBezTo>
                    <a:cubicBezTo>
                      <a:pt x="278" y="133"/>
                      <a:pt x="274" y="142"/>
                      <a:pt x="274" y="150"/>
                    </a:cubicBezTo>
                    <a:cubicBezTo>
                      <a:pt x="274" y="152"/>
                      <a:pt x="274" y="155"/>
                      <a:pt x="275" y="157"/>
                    </a:cubicBezTo>
                    <a:cubicBezTo>
                      <a:pt x="277" y="165"/>
                      <a:pt x="283" y="173"/>
                      <a:pt x="293" y="176"/>
                    </a:cubicBezTo>
                    <a:cubicBezTo>
                      <a:pt x="290" y="182"/>
                      <a:pt x="285" y="185"/>
                      <a:pt x="277" y="185"/>
                    </a:cubicBezTo>
                    <a:cubicBezTo>
                      <a:pt x="271" y="186"/>
                      <a:pt x="266" y="181"/>
                      <a:pt x="262" y="173"/>
                    </a:cubicBezTo>
                    <a:cubicBezTo>
                      <a:pt x="262" y="173"/>
                      <a:pt x="262" y="173"/>
                      <a:pt x="262" y="173"/>
                    </a:cubicBezTo>
                    <a:cubicBezTo>
                      <a:pt x="262" y="173"/>
                      <a:pt x="262" y="172"/>
                      <a:pt x="262" y="172"/>
                    </a:cubicBezTo>
                    <a:cubicBezTo>
                      <a:pt x="270" y="163"/>
                      <a:pt x="273" y="149"/>
                      <a:pt x="273" y="134"/>
                    </a:cubicBezTo>
                    <a:cubicBezTo>
                      <a:pt x="273" y="127"/>
                      <a:pt x="272" y="121"/>
                      <a:pt x="271" y="115"/>
                    </a:cubicBezTo>
                    <a:cubicBezTo>
                      <a:pt x="273" y="111"/>
                      <a:pt x="274" y="108"/>
                      <a:pt x="276" y="106"/>
                    </a:cubicBezTo>
                    <a:close/>
                    <a:moveTo>
                      <a:pt x="288" y="90"/>
                    </a:moveTo>
                    <a:cubicBezTo>
                      <a:pt x="290" y="82"/>
                      <a:pt x="293" y="78"/>
                      <a:pt x="297" y="75"/>
                    </a:cubicBezTo>
                    <a:cubicBezTo>
                      <a:pt x="301" y="73"/>
                      <a:pt x="306" y="73"/>
                      <a:pt x="312" y="75"/>
                    </a:cubicBezTo>
                    <a:cubicBezTo>
                      <a:pt x="312" y="75"/>
                      <a:pt x="312" y="76"/>
                      <a:pt x="312" y="76"/>
                    </a:cubicBezTo>
                    <a:cubicBezTo>
                      <a:pt x="312" y="84"/>
                      <a:pt x="315" y="93"/>
                      <a:pt x="319" y="101"/>
                    </a:cubicBezTo>
                    <a:cubicBezTo>
                      <a:pt x="316" y="106"/>
                      <a:pt x="314" y="111"/>
                      <a:pt x="314" y="115"/>
                    </a:cubicBezTo>
                    <a:cubicBezTo>
                      <a:pt x="314" y="117"/>
                      <a:pt x="314" y="119"/>
                      <a:pt x="315" y="121"/>
                    </a:cubicBezTo>
                    <a:cubicBezTo>
                      <a:pt x="314" y="121"/>
                      <a:pt x="314" y="121"/>
                      <a:pt x="313" y="121"/>
                    </a:cubicBezTo>
                    <a:cubicBezTo>
                      <a:pt x="309" y="122"/>
                      <a:pt x="305" y="123"/>
                      <a:pt x="301" y="124"/>
                    </a:cubicBezTo>
                    <a:cubicBezTo>
                      <a:pt x="300" y="123"/>
                      <a:pt x="299" y="122"/>
                      <a:pt x="298" y="122"/>
                    </a:cubicBezTo>
                    <a:cubicBezTo>
                      <a:pt x="297" y="111"/>
                      <a:pt x="294" y="101"/>
                      <a:pt x="286" y="98"/>
                    </a:cubicBezTo>
                    <a:cubicBezTo>
                      <a:pt x="286" y="96"/>
                      <a:pt x="287" y="93"/>
                      <a:pt x="288" y="90"/>
                    </a:cubicBezTo>
                    <a:close/>
                    <a:moveTo>
                      <a:pt x="321" y="80"/>
                    </a:moveTo>
                    <a:cubicBezTo>
                      <a:pt x="324" y="82"/>
                      <a:pt x="327" y="85"/>
                      <a:pt x="329" y="89"/>
                    </a:cubicBezTo>
                    <a:cubicBezTo>
                      <a:pt x="328" y="90"/>
                      <a:pt x="327" y="91"/>
                      <a:pt x="326" y="92"/>
                    </a:cubicBezTo>
                    <a:cubicBezTo>
                      <a:pt x="326" y="92"/>
                      <a:pt x="326" y="92"/>
                      <a:pt x="326" y="92"/>
                    </a:cubicBezTo>
                    <a:cubicBezTo>
                      <a:pt x="325" y="93"/>
                      <a:pt x="325" y="93"/>
                      <a:pt x="324" y="94"/>
                    </a:cubicBezTo>
                    <a:cubicBezTo>
                      <a:pt x="322" y="89"/>
                      <a:pt x="321" y="84"/>
                      <a:pt x="321" y="80"/>
                    </a:cubicBezTo>
                    <a:close/>
                    <a:moveTo>
                      <a:pt x="322" y="67"/>
                    </a:moveTo>
                    <a:cubicBezTo>
                      <a:pt x="324" y="63"/>
                      <a:pt x="328" y="61"/>
                      <a:pt x="334" y="61"/>
                    </a:cubicBezTo>
                    <a:cubicBezTo>
                      <a:pt x="334" y="61"/>
                      <a:pt x="334" y="61"/>
                      <a:pt x="334" y="61"/>
                    </a:cubicBezTo>
                    <a:cubicBezTo>
                      <a:pt x="339" y="67"/>
                      <a:pt x="350" y="67"/>
                      <a:pt x="360" y="68"/>
                    </a:cubicBezTo>
                    <a:cubicBezTo>
                      <a:pt x="362" y="68"/>
                      <a:pt x="363" y="68"/>
                      <a:pt x="364" y="68"/>
                    </a:cubicBezTo>
                    <a:cubicBezTo>
                      <a:pt x="366" y="70"/>
                      <a:pt x="368" y="71"/>
                      <a:pt x="369" y="72"/>
                    </a:cubicBezTo>
                    <a:cubicBezTo>
                      <a:pt x="370" y="73"/>
                      <a:pt x="370" y="73"/>
                      <a:pt x="371" y="74"/>
                    </a:cubicBezTo>
                    <a:cubicBezTo>
                      <a:pt x="368" y="79"/>
                      <a:pt x="366" y="85"/>
                      <a:pt x="366" y="91"/>
                    </a:cubicBezTo>
                    <a:cubicBezTo>
                      <a:pt x="366" y="93"/>
                      <a:pt x="366" y="94"/>
                      <a:pt x="366" y="95"/>
                    </a:cubicBezTo>
                    <a:cubicBezTo>
                      <a:pt x="360" y="88"/>
                      <a:pt x="350" y="83"/>
                      <a:pt x="341" y="84"/>
                    </a:cubicBezTo>
                    <a:cubicBezTo>
                      <a:pt x="340" y="84"/>
                      <a:pt x="338" y="84"/>
                      <a:pt x="337" y="85"/>
                    </a:cubicBezTo>
                    <a:cubicBezTo>
                      <a:pt x="333" y="79"/>
                      <a:pt x="328" y="74"/>
                      <a:pt x="321" y="70"/>
                    </a:cubicBezTo>
                    <a:cubicBezTo>
                      <a:pt x="321" y="69"/>
                      <a:pt x="322" y="68"/>
                      <a:pt x="322" y="67"/>
                    </a:cubicBezTo>
                    <a:close/>
                    <a:moveTo>
                      <a:pt x="338" y="51"/>
                    </a:moveTo>
                    <a:cubicBezTo>
                      <a:pt x="338" y="50"/>
                      <a:pt x="338" y="49"/>
                      <a:pt x="338" y="48"/>
                    </a:cubicBezTo>
                    <a:cubicBezTo>
                      <a:pt x="339" y="44"/>
                      <a:pt x="344" y="38"/>
                      <a:pt x="349" y="36"/>
                    </a:cubicBezTo>
                    <a:cubicBezTo>
                      <a:pt x="352" y="35"/>
                      <a:pt x="356" y="34"/>
                      <a:pt x="359" y="36"/>
                    </a:cubicBezTo>
                    <a:cubicBezTo>
                      <a:pt x="366" y="39"/>
                      <a:pt x="372" y="51"/>
                      <a:pt x="376" y="62"/>
                    </a:cubicBezTo>
                    <a:cubicBezTo>
                      <a:pt x="374" y="61"/>
                      <a:pt x="370" y="61"/>
                      <a:pt x="367" y="61"/>
                    </a:cubicBezTo>
                    <a:cubicBezTo>
                      <a:pt x="359" y="56"/>
                      <a:pt x="348" y="53"/>
                      <a:pt x="338" y="53"/>
                    </a:cubicBezTo>
                    <a:cubicBezTo>
                      <a:pt x="338" y="52"/>
                      <a:pt x="338" y="51"/>
                      <a:pt x="338" y="51"/>
                    </a:cubicBezTo>
                    <a:close/>
                    <a:moveTo>
                      <a:pt x="376" y="43"/>
                    </a:moveTo>
                    <a:cubicBezTo>
                      <a:pt x="379" y="47"/>
                      <a:pt x="382" y="51"/>
                      <a:pt x="385" y="55"/>
                    </a:cubicBezTo>
                    <a:cubicBezTo>
                      <a:pt x="385" y="56"/>
                      <a:pt x="384" y="57"/>
                      <a:pt x="383" y="58"/>
                    </a:cubicBezTo>
                    <a:cubicBezTo>
                      <a:pt x="381" y="53"/>
                      <a:pt x="379" y="48"/>
                      <a:pt x="376" y="43"/>
                    </a:cubicBezTo>
                    <a:close/>
                    <a:moveTo>
                      <a:pt x="376" y="28"/>
                    </a:moveTo>
                    <a:cubicBezTo>
                      <a:pt x="373" y="24"/>
                      <a:pt x="373" y="24"/>
                      <a:pt x="373" y="24"/>
                    </a:cubicBezTo>
                    <a:cubicBezTo>
                      <a:pt x="371" y="21"/>
                      <a:pt x="367" y="15"/>
                      <a:pt x="367" y="12"/>
                    </a:cubicBezTo>
                    <a:cubicBezTo>
                      <a:pt x="367" y="11"/>
                      <a:pt x="368" y="10"/>
                      <a:pt x="368" y="10"/>
                    </a:cubicBezTo>
                    <a:cubicBezTo>
                      <a:pt x="369" y="9"/>
                      <a:pt x="370" y="9"/>
                      <a:pt x="372" y="9"/>
                    </a:cubicBezTo>
                    <a:cubicBezTo>
                      <a:pt x="380" y="11"/>
                      <a:pt x="390" y="22"/>
                      <a:pt x="392" y="26"/>
                    </a:cubicBezTo>
                    <a:cubicBezTo>
                      <a:pt x="393" y="30"/>
                      <a:pt x="394" y="33"/>
                      <a:pt x="394" y="36"/>
                    </a:cubicBezTo>
                    <a:cubicBezTo>
                      <a:pt x="394" y="40"/>
                      <a:pt x="392" y="44"/>
                      <a:pt x="390" y="48"/>
                    </a:cubicBezTo>
                    <a:cubicBezTo>
                      <a:pt x="385" y="42"/>
                      <a:pt x="380" y="35"/>
                      <a:pt x="376" y="28"/>
                    </a:cubicBezTo>
                    <a:close/>
                    <a:moveTo>
                      <a:pt x="387" y="65"/>
                    </a:moveTo>
                    <a:cubicBezTo>
                      <a:pt x="388" y="64"/>
                      <a:pt x="389" y="63"/>
                      <a:pt x="391" y="61"/>
                    </a:cubicBezTo>
                    <a:cubicBezTo>
                      <a:pt x="394" y="66"/>
                      <a:pt x="398" y="71"/>
                      <a:pt x="401" y="76"/>
                    </a:cubicBezTo>
                    <a:cubicBezTo>
                      <a:pt x="400" y="76"/>
                      <a:pt x="398" y="76"/>
                      <a:pt x="396" y="77"/>
                    </a:cubicBezTo>
                    <a:cubicBezTo>
                      <a:pt x="393" y="73"/>
                      <a:pt x="390" y="70"/>
                      <a:pt x="386" y="68"/>
                    </a:cubicBezTo>
                    <a:cubicBezTo>
                      <a:pt x="386" y="67"/>
                      <a:pt x="386" y="67"/>
                      <a:pt x="386" y="67"/>
                    </a:cubicBezTo>
                    <a:cubicBezTo>
                      <a:pt x="387" y="66"/>
                      <a:pt x="387" y="66"/>
                      <a:pt x="387" y="65"/>
                    </a:cubicBezTo>
                    <a:close/>
                    <a:moveTo>
                      <a:pt x="322" y="115"/>
                    </a:moveTo>
                    <a:cubicBezTo>
                      <a:pt x="322" y="115"/>
                      <a:pt x="322" y="114"/>
                      <a:pt x="323" y="113"/>
                    </a:cubicBezTo>
                    <a:cubicBezTo>
                      <a:pt x="323" y="115"/>
                      <a:pt x="324" y="117"/>
                      <a:pt x="324" y="118"/>
                    </a:cubicBezTo>
                    <a:cubicBezTo>
                      <a:pt x="324" y="119"/>
                      <a:pt x="323" y="119"/>
                      <a:pt x="323" y="119"/>
                    </a:cubicBezTo>
                    <a:cubicBezTo>
                      <a:pt x="323" y="118"/>
                      <a:pt x="322" y="117"/>
                      <a:pt x="322" y="115"/>
                    </a:cubicBezTo>
                    <a:close/>
                    <a:moveTo>
                      <a:pt x="334" y="96"/>
                    </a:moveTo>
                    <a:cubicBezTo>
                      <a:pt x="335" y="98"/>
                      <a:pt x="337" y="100"/>
                      <a:pt x="338" y="103"/>
                    </a:cubicBezTo>
                    <a:cubicBezTo>
                      <a:pt x="339" y="104"/>
                      <a:pt x="340" y="106"/>
                      <a:pt x="341" y="108"/>
                    </a:cubicBezTo>
                    <a:cubicBezTo>
                      <a:pt x="338" y="110"/>
                      <a:pt x="336" y="112"/>
                      <a:pt x="335" y="113"/>
                    </a:cubicBezTo>
                    <a:cubicBezTo>
                      <a:pt x="333" y="110"/>
                      <a:pt x="331" y="107"/>
                      <a:pt x="329" y="104"/>
                    </a:cubicBezTo>
                    <a:cubicBezTo>
                      <a:pt x="329" y="103"/>
                      <a:pt x="329" y="103"/>
                      <a:pt x="330" y="102"/>
                    </a:cubicBezTo>
                    <a:cubicBezTo>
                      <a:pt x="330" y="100"/>
                      <a:pt x="331" y="99"/>
                      <a:pt x="332" y="98"/>
                    </a:cubicBezTo>
                    <a:cubicBezTo>
                      <a:pt x="333" y="97"/>
                      <a:pt x="333" y="97"/>
                      <a:pt x="334" y="96"/>
                    </a:cubicBezTo>
                    <a:close/>
                    <a:moveTo>
                      <a:pt x="282" y="155"/>
                    </a:moveTo>
                    <a:cubicBezTo>
                      <a:pt x="282" y="153"/>
                      <a:pt x="282" y="152"/>
                      <a:pt x="282" y="150"/>
                    </a:cubicBezTo>
                    <a:cubicBezTo>
                      <a:pt x="282" y="146"/>
                      <a:pt x="284" y="140"/>
                      <a:pt x="291" y="136"/>
                    </a:cubicBezTo>
                    <a:cubicBezTo>
                      <a:pt x="291" y="137"/>
                      <a:pt x="291" y="137"/>
                      <a:pt x="291" y="138"/>
                    </a:cubicBezTo>
                    <a:cubicBezTo>
                      <a:pt x="291" y="148"/>
                      <a:pt x="291" y="159"/>
                      <a:pt x="294" y="168"/>
                    </a:cubicBezTo>
                    <a:cubicBezTo>
                      <a:pt x="288" y="165"/>
                      <a:pt x="284" y="160"/>
                      <a:pt x="282" y="155"/>
                    </a:cubicBezTo>
                    <a:close/>
                    <a:moveTo>
                      <a:pt x="299" y="133"/>
                    </a:moveTo>
                    <a:cubicBezTo>
                      <a:pt x="304" y="136"/>
                      <a:pt x="309" y="140"/>
                      <a:pt x="312" y="144"/>
                    </a:cubicBezTo>
                    <a:cubicBezTo>
                      <a:pt x="311" y="144"/>
                      <a:pt x="310" y="144"/>
                      <a:pt x="309" y="144"/>
                    </a:cubicBezTo>
                    <a:cubicBezTo>
                      <a:pt x="304" y="145"/>
                      <a:pt x="301" y="149"/>
                      <a:pt x="300" y="155"/>
                    </a:cubicBezTo>
                    <a:cubicBezTo>
                      <a:pt x="299" y="150"/>
                      <a:pt x="299" y="144"/>
                      <a:pt x="299" y="138"/>
                    </a:cubicBezTo>
                    <a:cubicBezTo>
                      <a:pt x="299" y="136"/>
                      <a:pt x="299" y="134"/>
                      <a:pt x="299" y="133"/>
                    </a:cubicBezTo>
                    <a:cubicBezTo>
                      <a:pt x="299" y="133"/>
                      <a:pt x="299" y="133"/>
                      <a:pt x="299" y="133"/>
                    </a:cubicBezTo>
                    <a:close/>
                    <a:moveTo>
                      <a:pt x="314" y="129"/>
                    </a:moveTo>
                    <a:cubicBezTo>
                      <a:pt x="315" y="129"/>
                      <a:pt x="316" y="129"/>
                      <a:pt x="317" y="128"/>
                    </a:cubicBezTo>
                    <a:cubicBezTo>
                      <a:pt x="318" y="131"/>
                      <a:pt x="319" y="133"/>
                      <a:pt x="320" y="135"/>
                    </a:cubicBezTo>
                    <a:cubicBezTo>
                      <a:pt x="322" y="139"/>
                      <a:pt x="324" y="143"/>
                      <a:pt x="326" y="147"/>
                    </a:cubicBezTo>
                    <a:cubicBezTo>
                      <a:pt x="325" y="147"/>
                      <a:pt x="324" y="147"/>
                      <a:pt x="323" y="146"/>
                    </a:cubicBezTo>
                    <a:cubicBezTo>
                      <a:pt x="319" y="139"/>
                      <a:pt x="315" y="134"/>
                      <a:pt x="309" y="130"/>
                    </a:cubicBezTo>
                    <a:cubicBezTo>
                      <a:pt x="311" y="130"/>
                      <a:pt x="313" y="129"/>
                      <a:pt x="314" y="129"/>
                    </a:cubicBezTo>
                    <a:close/>
                    <a:moveTo>
                      <a:pt x="328" y="126"/>
                    </a:moveTo>
                    <a:cubicBezTo>
                      <a:pt x="328" y="127"/>
                      <a:pt x="329" y="129"/>
                      <a:pt x="330" y="130"/>
                    </a:cubicBezTo>
                    <a:cubicBezTo>
                      <a:pt x="332" y="133"/>
                      <a:pt x="333" y="136"/>
                      <a:pt x="336" y="139"/>
                    </a:cubicBezTo>
                    <a:cubicBezTo>
                      <a:pt x="336" y="140"/>
                      <a:pt x="336" y="141"/>
                      <a:pt x="336" y="142"/>
                    </a:cubicBezTo>
                    <a:cubicBezTo>
                      <a:pt x="336" y="144"/>
                      <a:pt x="336" y="147"/>
                      <a:pt x="335" y="149"/>
                    </a:cubicBezTo>
                    <a:cubicBezTo>
                      <a:pt x="332" y="140"/>
                      <a:pt x="328" y="133"/>
                      <a:pt x="327" y="132"/>
                    </a:cubicBezTo>
                    <a:cubicBezTo>
                      <a:pt x="326" y="130"/>
                      <a:pt x="326" y="128"/>
                      <a:pt x="325" y="127"/>
                    </a:cubicBezTo>
                    <a:cubicBezTo>
                      <a:pt x="326" y="126"/>
                      <a:pt x="327" y="126"/>
                      <a:pt x="328" y="126"/>
                    </a:cubicBezTo>
                    <a:close/>
                    <a:moveTo>
                      <a:pt x="345" y="115"/>
                    </a:moveTo>
                    <a:cubicBezTo>
                      <a:pt x="345" y="116"/>
                      <a:pt x="346" y="117"/>
                      <a:pt x="347" y="118"/>
                    </a:cubicBezTo>
                    <a:cubicBezTo>
                      <a:pt x="349" y="121"/>
                      <a:pt x="351" y="123"/>
                      <a:pt x="354" y="125"/>
                    </a:cubicBezTo>
                    <a:cubicBezTo>
                      <a:pt x="353" y="126"/>
                      <a:pt x="353" y="127"/>
                      <a:pt x="353" y="128"/>
                    </a:cubicBezTo>
                    <a:cubicBezTo>
                      <a:pt x="352" y="133"/>
                      <a:pt x="351" y="138"/>
                      <a:pt x="350" y="143"/>
                    </a:cubicBezTo>
                    <a:cubicBezTo>
                      <a:pt x="348" y="141"/>
                      <a:pt x="346" y="139"/>
                      <a:pt x="343" y="136"/>
                    </a:cubicBezTo>
                    <a:cubicBezTo>
                      <a:pt x="343" y="131"/>
                      <a:pt x="341" y="125"/>
                      <a:pt x="339" y="120"/>
                    </a:cubicBezTo>
                    <a:cubicBezTo>
                      <a:pt x="341" y="119"/>
                      <a:pt x="343" y="117"/>
                      <a:pt x="345" y="115"/>
                    </a:cubicBezTo>
                    <a:close/>
                    <a:moveTo>
                      <a:pt x="353" y="113"/>
                    </a:moveTo>
                    <a:cubicBezTo>
                      <a:pt x="350" y="109"/>
                      <a:pt x="348" y="104"/>
                      <a:pt x="345" y="99"/>
                    </a:cubicBezTo>
                    <a:cubicBezTo>
                      <a:pt x="344" y="97"/>
                      <a:pt x="343" y="95"/>
                      <a:pt x="342" y="93"/>
                    </a:cubicBezTo>
                    <a:cubicBezTo>
                      <a:pt x="342" y="93"/>
                      <a:pt x="343" y="93"/>
                      <a:pt x="343" y="93"/>
                    </a:cubicBezTo>
                    <a:cubicBezTo>
                      <a:pt x="346" y="94"/>
                      <a:pt x="350" y="96"/>
                      <a:pt x="352" y="100"/>
                    </a:cubicBezTo>
                    <a:cubicBezTo>
                      <a:pt x="355" y="104"/>
                      <a:pt x="355" y="108"/>
                      <a:pt x="355" y="112"/>
                    </a:cubicBezTo>
                    <a:cubicBezTo>
                      <a:pt x="355" y="113"/>
                      <a:pt x="355" y="114"/>
                      <a:pt x="355" y="115"/>
                    </a:cubicBezTo>
                    <a:cubicBezTo>
                      <a:pt x="355" y="115"/>
                      <a:pt x="354" y="114"/>
                      <a:pt x="353" y="113"/>
                    </a:cubicBezTo>
                    <a:close/>
                    <a:moveTo>
                      <a:pt x="363" y="112"/>
                    </a:moveTo>
                    <a:cubicBezTo>
                      <a:pt x="363" y="109"/>
                      <a:pt x="363" y="105"/>
                      <a:pt x="361" y="102"/>
                    </a:cubicBezTo>
                    <a:cubicBezTo>
                      <a:pt x="363" y="103"/>
                      <a:pt x="364" y="105"/>
                      <a:pt x="365" y="106"/>
                    </a:cubicBezTo>
                    <a:cubicBezTo>
                      <a:pt x="368" y="112"/>
                      <a:pt x="369" y="119"/>
                      <a:pt x="370" y="127"/>
                    </a:cubicBezTo>
                    <a:cubicBezTo>
                      <a:pt x="367" y="126"/>
                      <a:pt x="365" y="124"/>
                      <a:pt x="362" y="122"/>
                    </a:cubicBezTo>
                    <a:cubicBezTo>
                      <a:pt x="363" y="119"/>
                      <a:pt x="363" y="116"/>
                      <a:pt x="363" y="112"/>
                    </a:cubicBezTo>
                    <a:close/>
                    <a:moveTo>
                      <a:pt x="375" y="97"/>
                    </a:moveTo>
                    <a:cubicBezTo>
                      <a:pt x="374" y="95"/>
                      <a:pt x="374" y="93"/>
                      <a:pt x="374" y="91"/>
                    </a:cubicBezTo>
                    <a:cubicBezTo>
                      <a:pt x="374" y="88"/>
                      <a:pt x="375" y="85"/>
                      <a:pt x="376" y="82"/>
                    </a:cubicBezTo>
                    <a:cubicBezTo>
                      <a:pt x="378" y="87"/>
                      <a:pt x="379" y="91"/>
                      <a:pt x="379" y="96"/>
                    </a:cubicBezTo>
                    <a:cubicBezTo>
                      <a:pt x="379" y="99"/>
                      <a:pt x="379" y="102"/>
                      <a:pt x="378" y="104"/>
                    </a:cubicBezTo>
                    <a:cubicBezTo>
                      <a:pt x="377" y="102"/>
                      <a:pt x="375" y="100"/>
                      <a:pt x="375" y="97"/>
                    </a:cubicBezTo>
                    <a:close/>
                    <a:moveTo>
                      <a:pt x="387" y="97"/>
                    </a:moveTo>
                    <a:cubicBezTo>
                      <a:pt x="389" y="101"/>
                      <a:pt x="391" y="106"/>
                      <a:pt x="392" y="111"/>
                    </a:cubicBezTo>
                    <a:cubicBezTo>
                      <a:pt x="391" y="112"/>
                      <a:pt x="391" y="112"/>
                      <a:pt x="390" y="112"/>
                    </a:cubicBezTo>
                    <a:cubicBezTo>
                      <a:pt x="389" y="112"/>
                      <a:pt x="387" y="112"/>
                      <a:pt x="385" y="111"/>
                    </a:cubicBezTo>
                    <a:cubicBezTo>
                      <a:pt x="386" y="106"/>
                      <a:pt x="387" y="101"/>
                      <a:pt x="387" y="97"/>
                    </a:cubicBezTo>
                    <a:close/>
                    <a:moveTo>
                      <a:pt x="394" y="92"/>
                    </a:moveTo>
                    <a:cubicBezTo>
                      <a:pt x="392" y="86"/>
                      <a:pt x="392" y="86"/>
                      <a:pt x="392" y="86"/>
                    </a:cubicBezTo>
                    <a:cubicBezTo>
                      <a:pt x="392" y="86"/>
                      <a:pt x="392" y="85"/>
                      <a:pt x="391" y="84"/>
                    </a:cubicBezTo>
                    <a:cubicBezTo>
                      <a:pt x="395" y="89"/>
                      <a:pt x="398" y="94"/>
                      <a:pt x="398" y="99"/>
                    </a:cubicBezTo>
                    <a:cubicBezTo>
                      <a:pt x="398" y="101"/>
                      <a:pt x="398" y="102"/>
                      <a:pt x="398" y="103"/>
                    </a:cubicBezTo>
                    <a:cubicBezTo>
                      <a:pt x="398" y="103"/>
                      <a:pt x="398" y="103"/>
                      <a:pt x="398" y="103"/>
                    </a:cubicBezTo>
                    <a:cubicBezTo>
                      <a:pt x="396" y="99"/>
                      <a:pt x="395" y="95"/>
                      <a:pt x="394" y="92"/>
                    </a:cubicBezTo>
                    <a:close/>
                    <a:moveTo>
                      <a:pt x="376" y="114"/>
                    </a:moveTo>
                    <a:cubicBezTo>
                      <a:pt x="376" y="114"/>
                      <a:pt x="376" y="114"/>
                      <a:pt x="376" y="114"/>
                    </a:cubicBezTo>
                    <a:cubicBezTo>
                      <a:pt x="376" y="114"/>
                      <a:pt x="376" y="114"/>
                      <a:pt x="376" y="114"/>
                    </a:cubicBezTo>
                    <a:close/>
                    <a:moveTo>
                      <a:pt x="380" y="128"/>
                    </a:moveTo>
                    <a:cubicBezTo>
                      <a:pt x="380" y="126"/>
                      <a:pt x="380" y="126"/>
                      <a:pt x="380" y="126"/>
                    </a:cubicBezTo>
                    <a:cubicBezTo>
                      <a:pt x="381" y="123"/>
                      <a:pt x="382" y="121"/>
                      <a:pt x="383" y="119"/>
                    </a:cubicBezTo>
                    <a:cubicBezTo>
                      <a:pt x="385" y="119"/>
                      <a:pt x="388" y="120"/>
                      <a:pt x="390" y="120"/>
                    </a:cubicBezTo>
                    <a:cubicBezTo>
                      <a:pt x="391" y="120"/>
                      <a:pt x="392" y="120"/>
                      <a:pt x="394" y="119"/>
                    </a:cubicBezTo>
                    <a:cubicBezTo>
                      <a:pt x="394" y="122"/>
                      <a:pt x="395" y="125"/>
                      <a:pt x="395" y="128"/>
                    </a:cubicBezTo>
                    <a:cubicBezTo>
                      <a:pt x="394" y="128"/>
                      <a:pt x="393" y="129"/>
                      <a:pt x="392" y="130"/>
                    </a:cubicBezTo>
                    <a:cubicBezTo>
                      <a:pt x="388" y="131"/>
                      <a:pt x="383" y="131"/>
                      <a:pt x="379" y="130"/>
                    </a:cubicBezTo>
                    <a:cubicBezTo>
                      <a:pt x="379" y="129"/>
                      <a:pt x="379" y="129"/>
                      <a:pt x="380" y="128"/>
                    </a:cubicBezTo>
                    <a:close/>
                    <a:moveTo>
                      <a:pt x="405" y="84"/>
                    </a:moveTo>
                    <a:cubicBezTo>
                      <a:pt x="407" y="89"/>
                      <a:pt x="409" y="95"/>
                      <a:pt x="409" y="101"/>
                    </a:cubicBezTo>
                    <a:cubicBezTo>
                      <a:pt x="409" y="101"/>
                      <a:pt x="409" y="102"/>
                      <a:pt x="409" y="102"/>
                    </a:cubicBezTo>
                    <a:cubicBezTo>
                      <a:pt x="409" y="110"/>
                      <a:pt x="406" y="117"/>
                      <a:pt x="402" y="122"/>
                    </a:cubicBezTo>
                    <a:cubicBezTo>
                      <a:pt x="402" y="119"/>
                      <a:pt x="401" y="117"/>
                      <a:pt x="401" y="115"/>
                    </a:cubicBezTo>
                    <a:cubicBezTo>
                      <a:pt x="403" y="112"/>
                      <a:pt x="405" y="109"/>
                      <a:pt x="406" y="104"/>
                    </a:cubicBezTo>
                    <a:cubicBezTo>
                      <a:pt x="406" y="103"/>
                      <a:pt x="406" y="101"/>
                      <a:pt x="406" y="99"/>
                    </a:cubicBezTo>
                    <a:cubicBezTo>
                      <a:pt x="406" y="94"/>
                      <a:pt x="404" y="89"/>
                      <a:pt x="401" y="84"/>
                    </a:cubicBezTo>
                    <a:cubicBezTo>
                      <a:pt x="403" y="84"/>
                      <a:pt x="404" y="84"/>
                      <a:pt x="405" y="84"/>
                    </a:cubicBezTo>
                    <a:close/>
                    <a:moveTo>
                      <a:pt x="358" y="145"/>
                    </a:moveTo>
                    <a:cubicBezTo>
                      <a:pt x="358" y="141"/>
                      <a:pt x="359" y="136"/>
                      <a:pt x="361" y="131"/>
                    </a:cubicBezTo>
                    <a:cubicBezTo>
                      <a:pt x="363" y="132"/>
                      <a:pt x="366" y="134"/>
                      <a:pt x="368" y="135"/>
                    </a:cubicBezTo>
                    <a:cubicBezTo>
                      <a:pt x="366" y="141"/>
                      <a:pt x="362" y="147"/>
                      <a:pt x="358" y="147"/>
                    </a:cubicBezTo>
                    <a:cubicBezTo>
                      <a:pt x="358" y="147"/>
                      <a:pt x="358" y="146"/>
                      <a:pt x="358" y="145"/>
                    </a:cubicBezTo>
                    <a:close/>
                    <a:moveTo>
                      <a:pt x="306" y="163"/>
                    </a:moveTo>
                    <a:cubicBezTo>
                      <a:pt x="307" y="158"/>
                      <a:pt x="308" y="152"/>
                      <a:pt x="310" y="152"/>
                    </a:cubicBezTo>
                    <a:cubicBezTo>
                      <a:pt x="311" y="152"/>
                      <a:pt x="314" y="152"/>
                      <a:pt x="317" y="153"/>
                    </a:cubicBezTo>
                    <a:cubicBezTo>
                      <a:pt x="317" y="154"/>
                      <a:pt x="318" y="161"/>
                      <a:pt x="318" y="161"/>
                    </a:cubicBezTo>
                    <a:cubicBezTo>
                      <a:pt x="318" y="163"/>
                      <a:pt x="319" y="166"/>
                      <a:pt x="319" y="168"/>
                    </a:cubicBezTo>
                    <a:cubicBezTo>
                      <a:pt x="316" y="169"/>
                      <a:pt x="312" y="170"/>
                      <a:pt x="308" y="171"/>
                    </a:cubicBezTo>
                    <a:cubicBezTo>
                      <a:pt x="307" y="171"/>
                      <a:pt x="305" y="171"/>
                      <a:pt x="304" y="171"/>
                    </a:cubicBezTo>
                    <a:cubicBezTo>
                      <a:pt x="305" y="168"/>
                      <a:pt x="305" y="165"/>
                      <a:pt x="306" y="163"/>
                    </a:cubicBezTo>
                    <a:close/>
                    <a:moveTo>
                      <a:pt x="343" y="148"/>
                    </a:moveTo>
                    <a:cubicBezTo>
                      <a:pt x="346" y="150"/>
                      <a:pt x="349" y="152"/>
                      <a:pt x="351" y="154"/>
                    </a:cubicBezTo>
                    <a:cubicBezTo>
                      <a:pt x="348" y="153"/>
                      <a:pt x="345" y="152"/>
                      <a:pt x="343" y="152"/>
                    </a:cubicBezTo>
                    <a:cubicBezTo>
                      <a:pt x="343" y="150"/>
                      <a:pt x="343" y="149"/>
                      <a:pt x="343" y="148"/>
                    </a:cubicBezTo>
                    <a:close/>
                    <a:moveTo>
                      <a:pt x="326" y="160"/>
                    </a:moveTo>
                    <a:cubicBezTo>
                      <a:pt x="326" y="160"/>
                      <a:pt x="326" y="158"/>
                      <a:pt x="325" y="155"/>
                    </a:cubicBezTo>
                    <a:cubicBezTo>
                      <a:pt x="326" y="156"/>
                      <a:pt x="328" y="156"/>
                      <a:pt x="329" y="156"/>
                    </a:cubicBezTo>
                    <a:cubicBezTo>
                      <a:pt x="329" y="157"/>
                      <a:pt x="329" y="159"/>
                      <a:pt x="330" y="160"/>
                    </a:cubicBezTo>
                    <a:cubicBezTo>
                      <a:pt x="329" y="161"/>
                      <a:pt x="328" y="162"/>
                      <a:pt x="326" y="163"/>
                    </a:cubicBezTo>
                    <a:cubicBezTo>
                      <a:pt x="326" y="162"/>
                      <a:pt x="326" y="161"/>
                      <a:pt x="326" y="160"/>
                    </a:cubicBezTo>
                    <a:close/>
                    <a:moveTo>
                      <a:pt x="361" y="155"/>
                    </a:moveTo>
                    <a:cubicBezTo>
                      <a:pt x="361" y="155"/>
                      <a:pt x="361" y="155"/>
                      <a:pt x="361" y="155"/>
                    </a:cubicBezTo>
                    <a:cubicBezTo>
                      <a:pt x="360" y="155"/>
                      <a:pt x="360" y="155"/>
                      <a:pt x="360" y="155"/>
                    </a:cubicBezTo>
                    <a:cubicBezTo>
                      <a:pt x="361" y="155"/>
                      <a:pt x="361" y="155"/>
                      <a:pt x="361" y="155"/>
                    </a:cubicBezTo>
                    <a:close/>
                    <a:moveTo>
                      <a:pt x="394" y="137"/>
                    </a:moveTo>
                    <a:cubicBezTo>
                      <a:pt x="395" y="137"/>
                      <a:pt x="395" y="137"/>
                      <a:pt x="395" y="137"/>
                    </a:cubicBezTo>
                    <a:cubicBezTo>
                      <a:pt x="395" y="142"/>
                      <a:pt x="394" y="146"/>
                      <a:pt x="392" y="150"/>
                    </a:cubicBezTo>
                    <a:cubicBezTo>
                      <a:pt x="390" y="154"/>
                      <a:pt x="388" y="157"/>
                      <a:pt x="385" y="159"/>
                    </a:cubicBezTo>
                    <a:cubicBezTo>
                      <a:pt x="380" y="159"/>
                      <a:pt x="375" y="158"/>
                      <a:pt x="369" y="157"/>
                    </a:cubicBezTo>
                    <a:cubicBezTo>
                      <a:pt x="373" y="151"/>
                      <a:pt x="376" y="144"/>
                      <a:pt x="377" y="138"/>
                    </a:cubicBezTo>
                    <a:cubicBezTo>
                      <a:pt x="383" y="139"/>
                      <a:pt x="389" y="139"/>
                      <a:pt x="394" y="137"/>
                    </a:cubicBezTo>
                    <a:close/>
                    <a:moveTo>
                      <a:pt x="417" y="102"/>
                    </a:moveTo>
                    <a:cubicBezTo>
                      <a:pt x="417" y="102"/>
                      <a:pt x="417" y="101"/>
                      <a:pt x="417" y="101"/>
                    </a:cubicBezTo>
                    <a:cubicBezTo>
                      <a:pt x="417" y="96"/>
                      <a:pt x="416" y="92"/>
                      <a:pt x="415" y="88"/>
                    </a:cubicBezTo>
                    <a:cubicBezTo>
                      <a:pt x="417" y="89"/>
                      <a:pt x="418" y="91"/>
                      <a:pt x="419" y="93"/>
                    </a:cubicBezTo>
                    <a:cubicBezTo>
                      <a:pt x="424" y="99"/>
                      <a:pt x="426" y="108"/>
                      <a:pt x="426" y="118"/>
                    </a:cubicBezTo>
                    <a:cubicBezTo>
                      <a:pt x="426" y="128"/>
                      <a:pt x="423" y="140"/>
                      <a:pt x="416" y="149"/>
                    </a:cubicBezTo>
                    <a:cubicBezTo>
                      <a:pt x="412" y="155"/>
                      <a:pt x="404" y="158"/>
                      <a:pt x="396" y="159"/>
                    </a:cubicBezTo>
                    <a:cubicBezTo>
                      <a:pt x="397" y="157"/>
                      <a:pt x="398" y="156"/>
                      <a:pt x="399" y="154"/>
                    </a:cubicBezTo>
                    <a:cubicBezTo>
                      <a:pt x="402" y="147"/>
                      <a:pt x="403" y="140"/>
                      <a:pt x="403" y="133"/>
                    </a:cubicBezTo>
                    <a:cubicBezTo>
                      <a:pt x="403" y="133"/>
                      <a:pt x="403" y="133"/>
                      <a:pt x="403" y="133"/>
                    </a:cubicBezTo>
                    <a:cubicBezTo>
                      <a:pt x="412" y="126"/>
                      <a:pt x="416" y="116"/>
                      <a:pt x="417" y="102"/>
                    </a:cubicBezTo>
                    <a:close/>
                    <a:moveTo>
                      <a:pt x="330" y="170"/>
                    </a:moveTo>
                    <a:cubicBezTo>
                      <a:pt x="330" y="172"/>
                      <a:pt x="330" y="173"/>
                      <a:pt x="329" y="174"/>
                    </a:cubicBezTo>
                    <a:cubicBezTo>
                      <a:pt x="329" y="174"/>
                      <a:pt x="329" y="174"/>
                      <a:pt x="329" y="174"/>
                    </a:cubicBezTo>
                    <a:cubicBezTo>
                      <a:pt x="329" y="174"/>
                      <a:pt x="328" y="173"/>
                      <a:pt x="328" y="172"/>
                    </a:cubicBezTo>
                    <a:cubicBezTo>
                      <a:pt x="329" y="171"/>
                      <a:pt x="330" y="171"/>
                      <a:pt x="330" y="170"/>
                    </a:cubicBezTo>
                    <a:close/>
                    <a:moveTo>
                      <a:pt x="340" y="159"/>
                    </a:moveTo>
                    <a:cubicBezTo>
                      <a:pt x="344" y="160"/>
                      <a:pt x="349" y="161"/>
                      <a:pt x="354" y="162"/>
                    </a:cubicBezTo>
                    <a:cubicBezTo>
                      <a:pt x="349" y="167"/>
                      <a:pt x="343" y="172"/>
                      <a:pt x="338" y="175"/>
                    </a:cubicBezTo>
                    <a:cubicBezTo>
                      <a:pt x="338" y="172"/>
                      <a:pt x="339" y="170"/>
                      <a:pt x="339" y="167"/>
                    </a:cubicBezTo>
                    <a:cubicBezTo>
                      <a:pt x="339" y="165"/>
                      <a:pt x="338" y="163"/>
                      <a:pt x="338" y="161"/>
                    </a:cubicBezTo>
                    <a:cubicBezTo>
                      <a:pt x="339" y="161"/>
                      <a:pt x="339" y="160"/>
                      <a:pt x="340" y="159"/>
                    </a:cubicBezTo>
                    <a:close/>
                    <a:moveTo>
                      <a:pt x="321" y="175"/>
                    </a:moveTo>
                    <a:cubicBezTo>
                      <a:pt x="321" y="177"/>
                      <a:pt x="322" y="178"/>
                      <a:pt x="323" y="179"/>
                    </a:cubicBezTo>
                    <a:cubicBezTo>
                      <a:pt x="321" y="179"/>
                      <a:pt x="320" y="180"/>
                      <a:pt x="318" y="180"/>
                    </a:cubicBezTo>
                    <a:cubicBezTo>
                      <a:pt x="315" y="180"/>
                      <a:pt x="313" y="179"/>
                      <a:pt x="311" y="178"/>
                    </a:cubicBezTo>
                    <a:cubicBezTo>
                      <a:pt x="314" y="178"/>
                      <a:pt x="318" y="177"/>
                      <a:pt x="321" y="17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6" name="Freeform 50">
                <a:extLst>
                  <a:ext uri="{FF2B5EF4-FFF2-40B4-BE49-F238E27FC236}">
                    <a16:creationId xmlns:a16="http://schemas.microsoft.com/office/drawing/2014/main" id="{E7C74035-08DD-40C8-B8E7-C5A493E663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" y="1774"/>
                <a:ext cx="1075" cy="595"/>
              </a:xfrm>
              <a:custGeom>
                <a:avLst/>
                <a:gdLst>
                  <a:gd name="T0" fmla="*/ 80595 w 430"/>
                  <a:gd name="T1" fmla="*/ 17741 h 223"/>
                  <a:gd name="T2" fmla="*/ 65238 w 430"/>
                  <a:gd name="T3" fmla="*/ 25281 h 223"/>
                  <a:gd name="T4" fmla="*/ 63020 w 430"/>
                  <a:gd name="T5" fmla="*/ 47584 h 223"/>
                  <a:gd name="T6" fmla="*/ 43958 w 430"/>
                  <a:gd name="T7" fmla="*/ 38520 h 223"/>
                  <a:gd name="T8" fmla="*/ 31770 w 430"/>
                  <a:gd name="T9" fmla="*/ 62491 h 223"/>
                  <a:gd name="T10" fmla="*/ 23438 w 430"/>
                  <a:gd name="T11" fmla="*/ 50580 h 223"/>
                  <a:gd name="T12" fmla="*/ 16145 w 430"/>
                  <a:gd name="T13" fmla="*/ 65325 h 223"/>
                  <a:gd name="T14" fmla="*/ 13988 w 430"/>
                  <a:gd name="T15" fmla="*/ 77897 h 223"/>
                  <a:gd name="T16" fmla="*/ 31770 w 430"/>
                  <a:gd name="T17" fmla="*/ 75071 h 223"/>
                  <a:gd name="T18" fmla="*/ 62500 w 430"/>
                  <a:gd name="T19" fmla="*/ 63801 h 223"/>
                  <a:gd name="T20" fmla="*/ 103050 w 430"/>
                  <a:gd name="T21" fmla="*/ 31380 h 223"/>
                  <a:gd name="T22" fmla="*/ 63020 w 430"/>
                  <a:gd name="T23" fmla="*/ 21236 h 223"/>
                  <a:gd name="T24" fmla="*/ 32550 w 430"/>
                  <a:gd name="T25" fmla="*/ 40858 h 223"/>
                  <a:gd name="T26" fmla="*/ 1958 w 430"/>
                  <a:gd name="T27" fmla="*/ 78295 h 223"/>
                  <a:gd name="T28" fmla="*/ 21800 w 430"/>
                  <a:gd name="T29" fmla="*/ 59495 h 223"/>
                  <a:gd name="T30" fmla="*/ 23250 w 430"/>
                  <a:gd name="T31" fmla="*/ 72465 h 223"/>
                  <a:gd name="T32" fmla="*/ 28125 w 430"/>
                  <a:gd name="T33" fmla="*/ 61680 h 223"/>
                  <a:gd name="T34" fmla="*/ 35938 w 430"/>
                  <a:gd name="T35" fmla="*/ 52347 h 223"/>
                  <a:gd name="T36" fmla="*/ 30783 w 430"/>
                  <a:gd name="T37" fmla="*/ 72886 h 223"/>
                  <a:gd name="T38" fmla="*/ 38095 w 430"/>
                  <a:gd name="T39" fmla="*/ 55202 h 223"/>
                  <a:gd name="T40" fmla="*/ 39845 w 430"/>
                  <a:gd name="T41" fmla="*/ 59244 h 223"/>
                  <a:gd name="T42" fmla="*/ 42000 w 430"/>
                  <a:gd name="T43" fmla="*/ 57728 h 223"/>
                  <a:gd name="T44" fmla="*/ 44738 w 430"/>
                  <a:gd name="T45" fmla="*/ 54895 h 223"/>
                  <a:gd name="T46" fmla="*/ 47863 w 430"/>
                  <a:gd name="T47" fmla="*/ 43691 h 223"/>
                  <a:gd name="T48" fmla="*/ 42500 w 430"/>
                  <a:gd name="T49" fmla="*/ 73945 h 223"/>
                  <a:gd name="T50" fmla="*/ 44925 w 430"/>
                  <a:gd name="T51" fmla="*/ 66805 h 223"/>
                  <a:gd name="T52" fmla="*/ 52083 w 430"/>
                  <a:gd name="T53" fmla="*/ 67054 h 223"/>
                  <a:gd name="T54" fmla="*/ 49145 w 430"/>
                  <a:gd name="T55" fmla="*/ 48395 h 223"/>
                  <a:gd name="T56" fmla="*/ 52270 w 430"/>
                  <a:gd name="T57" fmla="*/ 45876 h 223"/>
                  <a:gd name="T58" fmla="*/ 56175 w 430"/>
                  <a:gd name="T59" fmla="*/ 51650 h 223"/>
                  <a:gd name="T60" fmla="*/ 53720 w 430"/>
                  <a:gd name="T61" fmla="*/ 40858 h 223"/>
                  <a:gd name="T62" fmla="*/ 57425 w 430"/>
                  <a:gd name="T63" fmla="*/ 45876 h 223"/>
                  <a:gd name="T64" fmla="*/ 87425 w 430"/>
                  <a:gd name="T65" fmla="*/ 11510 h 223"/>
                  <a:gd name="T66" fmla="*/ 61533 w 430"/>
                  <a:gd name="T67" fmla="*/ 60975 h 223"/>
                  <a:gd name="T68" fmla="*/ 63488 w 430"/>
                  <a:gd name="T69" fmla="*/ 52347 h 223"/>
                  <a:gd name="T70" fmla="*/ 67188 w 430"/>
                  <a:gd name="T71" fmla="*/ 55599 h 223"/>
                  <a:gd name="T72" fmla="*/ 69345 w 430"/>
                  <a:gd name="T73" fmla="*/ 31380 h 223"/>
                  <a:gd name="T74" fmla="*/ 69345 w 430"/>
                  <a:gd name="T75" fmla="*/ 31380 h 223"/>
                  <a:gd name="T76" fmla="*/ 87425 w 430"/>
                  <a:gd name="T77" fmla="*/ 23117 h 223"/>
                  <a:gd name="T78" fmla="*/ 77938 w 430"/>
                  <a:gd name="T79" fmla="*/ 23117 h 223"/>
                  <a:gd name="T80" fmla="*/ 90833 w 430"/>
                  <a:gd name="T81" fmla="*/ 9725 h 223"/>
                  <a:gd name="T82" fmla="*/ 81375 w 430"/>
                  <a:gd name="T83" fmla="*/ 32840 h 223"/>
                  <a:gd name="T84" fmla="*/ 70833 w 430"/>
                  <a:gd name="T85" fmla="*/ 47336 h 223"/>
                  <a:gd name="T86" fmla="*/ 72083 w 430"/>
                  <a:gd name="T87" fmla="*/ 46517 h 223"/>
                  <a:gd name="T88" fmla="*/ 77470 w 430"/>
                  <a:gd name="T89" fmla="*/ 54076 h 223"/>
                  <a:gd name="T90" fmla="*/ 81063 w 430"/>
                  <a:gd name="T91" fmla="*/ 53835 h 223"/>
                  <a:gd name="T92" fmla="*/ 78908 w 430"/>
                  <a:gd name="T93" fmla="*/ 59495 h 223"/>
                  <a:gd name="T94" fmla="*/ 85470 w 430"/>
                  <a:gd name="T95" fmla="*/ 52347 h 223"/>
                  <a:gd name="T96" fmla="*/ 86458 w 430"/>
                  <a:gd name="T97" fmla="*/ 51949 h 223"/>
                  <a:gd name="T98" fmla="*/ 90363 w 430"/>
                  <a:gd name="T99" fmla="*/ 46274 h 223"/>
                  <a:gd name="T100" fmla="*/ 93750 w 430"/>
                  <a:gd name="T101" fmla="*/ 30961 h 223"/>
                  <a:gd name="T102" fmla="*/ 97188 w 430"/>
                  <a:gd name="T103" fmla="*/ 35025 h 223"/>
                  <a:gd name="T104" fmla="*/ 91800 w 430"/>
                  <a:gd name="T105" fmla="*/ 45455 h 223"/>
                  <a:gd name="T106" fmla="*/ 97470 w 430"/>
                  <a:gd name="T107" fmla="*/ 45148 h 223"/>
                  <a:gd name="T108" fmla="*/ 75000 w 430"/>
                  <a:gd name="T109" fmla="*/ 63161 h 223"/>
                  <a:gd name="T110" fmla="*/ 81845 w 430"/>
                  <a:gd name="T111" fmla="*/ 59495 h 223"/>
                  <a:gd name="T112" fmla="*/ 95520 w 430"/>
                  <a:gd name="T113" fmla="*/ 53835 h 223"/>
                  <a:gd name="T114" fmla="*/ 95238 w 430"/>
                  <a:gd name="T115" fmla="*/ 57331 h 223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30" h="223">
                    <a:moveTo>
                      <a:pt x="363" y="3"/>
                    </a:moveTo>
                    <a:cubicBezTo>
                      <a:pt x="360" y="5"/>
                      <a:pt x="359" y="7"/>
                      <a:pt x="359" y="9"/>
                    </a:cubicBezTo>
                    <a:cubicBezTo>
                      <a:pt x="359" y="15"/>
                      <a:pt x="364" y="21"/>
                      <a:pt x="367" y="26"/>
                    </a:cubicBezTo>
                    <a:cubicBezTo>
                      <a:pt x="369" y="29"/>
                      <a:pt x="369" y="29"/>
                      <a:pt x="369" y="29"/>
                    </a:cubicBezTo>
                    <a:cubicBezTo>
                      <a:pt x="373" y="37"/>
                      <a:pt x="380" y="45"/>
                      <a:pt x="386" y="53"/>
                    </a:cubicBezTo>
                    <a:cubicBezTo>
                      <a:pt x="386" y="53"/>
                      <a:pt x="386" y="53"/>
                      <a:pt x="386" y="53"/>
                    </a:cubicBezTo>
                    <a:cubicBezTo>
                      <a:pt x="384" y="55"/>
                      <a:pt x="383" y="57"/>
                      <a:pt x="381" y="60"/>
                    </a:cubicBezTo>
                    <a:cubicBezTo>
                      <a:pt x="381" y="60"/>
                      <a:pt x="380" y="60"/>
                      <a:pt x="380" y="60"/>
                    </a:cubicBezTo>
                    <a:cubicBezTo>
                      <a:pt x="376" y="47"/>
                      <a:pt x="369" y="33"/>
                      <a:pt x="359" y="28"/>
                    </a:cubicBezTo>
                    <a:cubicBezTo>
                      <a:pt x="355" y="26"/>
                      <a:pt x="350" y="26"/>
                      <a:pt x="344" y="29"/>
                    </a:cubicBezTo>
                    <a:cubicBezTo>
                      <a:pt x="337" y="32"/>
                      <a:pt x="331" y="38"/>
                      <a:pt x="330" y="45"/>
                    </a:cubicBezTo>
                    <a:cubicBezTo>
                      <a:pt x="330" y="46"/>
                      <a:pt x="330" y="47"/>
                      <a:pt x="330" y="49"/>
                    </a:cubicBezTo>
                    <a:cubicBezTo>
                      <a:pt x="330" y="50"/>
                      <a:pt x="330" y="51"/>
                      <a:pt x="330" y="53"/>
                    </a:cubicBezTo>
                    <a:cubicBezTo>
                      <a:pt x="323" y="54"/>
                      <a:pt x="318" y="57"/>
                      <a:pt x="315" y="62"/>
                    </a:cubicBezTo>
                    <a:cubicBezTo>
                      <a:pt x="314" y="64"/>
                      <a:pt x="313" y="66"/>
                      <a:pt x="313" y="68"/>
                    </a:cubicBezTo>
                    <a:cubicBezTo>
                      <a:pt x="305" y="65"/>
                      <a:pt x="298" y="65"/>
                      <a:pt x="292" y="68"/>
                    </a:cubicBezTo>
                    <a:cubicBezTo>
                      <a:pt x="287" y="71"/>
                      <a:pt x="282" y="77"/>
                      <a:pt x="280" y="86"/>
                    </a:cubicBezTo>
                    <a:cubicBezTo>
                      <a:pt x="279" y="90"/>
                      <a:pt x="278" y="94"/>
                      <a:pt x="278" y="97"/>
                    </a:cubicBezTo>
                    <a:cubicBezTo>
                      <a:pt x="275" y="97"/>
                      <a:pt x="273" y="98"/>
                      <a:pt x="271" y="99"/>
                    </a:cubicBezTo>
                    <a:cubicBezTo>
                      <a:pt x="269" y="101"/>
                      <a:pt x="267" y="103"/>
                      <a:pt x="265" y="106"/>
                    </a:cubicBezTo>
                    <a:cubicBezTo>
                      <a:pt x="264" y="103"/>
                      <a:pt x="263" y="100"/>
                      <a:pt x="262" y="98"/>
                    </a:cubicBezTo>
                    <a:cubicBezTo>
                      <a:pt x="260" y="95"/>
                      <a:pt x="258" y="93"/>
                      <a:pt x="256" y="91"/>
                    </a:cubicBezTo>
                    <a:cubicBezTo>
                      <a:pt x="257" y="91"/>
                      <a:pt x="257" y="90"/>
                      <a:pt x="257" y="90"/>
                    </a:cubicBezTo>
                    <a:cubicBezTo>
                      <a:pt x="262" y="84"/>
                      <a:pt x="267" y="77"/>
                      <a:pt x="267" y="70"/>
                    </a:cubicBezTo>
                    <a:cubicBezTo>
                      <a:pt x="267" y="66"/>
                      <a:pt x="266" y="61"/>
                      <a:pt x="261" y="56"/>
                    </a:cubicBezTo>
                    <a:cubicBezTo>
                      <a:pt x="253" y="48"/>
                      <a:pt x="242" y="45"/>
                      <a:pt x="230" y="51"/>
                    </a:cubicBezTo>
                    <a:cubicBezTo>
                      <a:pt x="224" y="53"/>
                      <a:pt x="218" y="58"/>
                      <a:pt x="217" y="65"/>
                    </a:cubicBezTo>
                    <a:cubicBezTo>
                      <a:pt x="217" y="65"/>
                      <a:pt x="217" y="65"/>
                      <a:pt x="217" y="66"/>
                    </a:cubicBezTo>
                    <a:cubicBezTo>
                      <a:pt x="217" y="69"/>
                      <a:pt x="218" y="72"/>
                      <a:pt x="223" y="76"/>
                    </a:cubicBezTo>
                    <a:cubicBezTo>
                      <a:pt x="223" y="76"/>
                      <a:pt x="233" y="81"/>
                      <a:pt x="233" y="81"/>
                    </a:cubicBezTo>
                    <a:cubicBezTo>
                      <a:pt x="239" y="84"/>
                      <a:pt x="246" y="87"/>
                      <a:pt x="251" y="92"/>
                    </a:cubicBezTo>
                    <a:cubicBezTo>
                      <a:pt x="247" y="97"/>
                      <a:pt x="243" y="103"/>
                      <a:pt x="243" y="110"/>
                    </a:cubicBezTo>
                    <a:cubicBezTo>
                      <a:pt x="243" y="112"/>
                      <a:pt x="243" y="114"/>
                      <a:pt x="244" y="117"/>
                    </a:cubicBezTo>
                    <a:cubicBezTo>
                      <a:pt x="246" y="122"/>
                      <a:pt x="250" y="125"/>
                      <a:pt x="253" y="127"/>
                    </a:cubicBezTo>
                    <a:cubicBezTo>
                      <a:pt x="256" y="129"/>
                      <a:pt x="258" y="131"/>
                      <a:pt x="258" y="132"/>
                    </a:cubicBezTo>
                    <a:cubicBezTo>
                      <a:pt x="258" y="132"/>
                      <a:pt x="258" y="132"/>
                      <a:pt x="258" y="132"/>
                    </a:cubicBezTo>
                    <a:cubicBezTo>
                      <a:pt x="258" y="133"/>
                      <a:pt x="258" y="133"/>
                      <a:pt x="258" y="134"/>
                    </a:cubicBezTo>
                    <a:cubicBezTo>
                      <a:pt x="257" y="135"/>
                      <a:pt x="257" y="136"/>
                      <a:pt x="255" y="138"/>
                    </a:cubicBezTo>
                    <a:cubicBezTo>
                      <a:pt x="252" y="142"/>
                      <a:pt x="249" y="144"/>
                      <a:pt x="246" y="145"/>
                    </a:cubicBezTo>
                    <a:cubicBezTo>
                      <a:pt x="245" y="143"/>
                      <a:pt x="245" y="142"/>
                      <a:pt x="244" y="140"/>
                    </a:cubicBezTo>
                    <a:cubicBezTo>
                      <a:pt x="241" y="131"/>
                      <a:pt x="238" y="123"/>
                      <a:pt x="234" y="116"/>
                    </a:cubicBezTo>
                    <a:cubicBezTo>
                      <a:pt x="234" y="111"/>
                      <a:pt x="232" y="108"/>
                      <a:pt x="230" y="107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4" y="100"/>
                      <a:pt x="219" y="95"/>
                      <a:pt x="213" y="95"/>
                    </a:cubicBezTo>
                    <a:cubicBezTo>
                      <a:pt x="207" y="95"/>
                      <a:pt x="203" y="99"/>
                      <a:pt x="200" y="105"/>
                    </a:cubicBezTo>
                    <a:cubicBezTo>
                      <a:pt x="200" y="105"/>
                      <a:pt x="200" y="105"/>
                      <a:pt x="200" y="105"/>
                    </a:cubicBezTo>
                    <a:cubicBezTo>
                      <a:pt x="198" y="103"/>
                      <a:pt x="195" y="102"/>
                      <a:pt x="192" y="102"/>
                    </a:cubicBezTo>
                    <a:cubicBezTo>
                      <a:pt x="186" y="102"/>
                      <a:pt x="182" y="104"/>
                      <a:pt x="180" y="107"/>
                    </a:cubicBezTo>
                    <a:cubicBezTo>
                      <a:pt x="179" y="109"/>
                      <a:pt x="178" y="110"/>
                      <a:pt x="178" y="111"/>
                    </a:cubicBezTo>
                    <a:cubicBezTo>
                      <a:pt x="174" y="111"/>
                      <a:pt x="170" y="111"/>
                      <a:pt x="167" y="113"/>
                    </a:cubicBezTo>
                    <a:cubicBezTo>
                      <a:pt x="167" y="113"/>
                      <a:pt x="166" y="114"/>
                      <a:pt x="165" y="115"/>
                    </a:cubicBezTo>
                    <a:cubicBezTo>
                      <a:pt x="158" y="109"/>
                      <a:pt x="150" y="108"/>
                      <a:pt x="142" y="112"/>
                    </a:cubicBezTo>
                    <a:cubicBezTo>
                      <a:pt x="140" y="108"/>
                      <a:pt x="138" y="105"/>
                      <a:pt x="136" y="105"/>
                    </a:cubicBezTo>
                    <a:cubicBezTo>
                      <a:pt x="132" y="105"/>
                      <a:pt x="130" y="110"/>
                      <a:pt x="129" y="111"/>
                    </a:cubicBezTo>
                    <a:cubicBezTo>
                      <a:pt x="128" y="114"/>
                      <a:pt x="128" y="118"/>
                      <a:pt x="128" y="121"/>
                    </a:cubicBezTo>
                    <a:cubicBezTo>
                      <a:pt x="128" y="124"/>
                      <a:pt x="128" y="126"/>
                      <a:pt x="129" y="129"/>
                    </a:cubicBezTo>
                    <a:cubicBezTo>
                      <a:pt x="127" y="134"/>
                      <a:pt x="125" y="139"/>
                      <a:pt x="125" y="144"/>
                    </a:cubicBezTo>
                    <a:cubicBezTo>
                      <a:pt x="125" y="151"/>
                      <a:pt x="127" y="158"/>
                      <a:pt x="131" y="164"/>
                    </a:cubicBezTo>
                    <a:cubicBezTo>
                      <a:pt x="133" y="167"/>
                      <a:pt x="136" y="170"/>
                      <a:pt x="140" y="173"/>
                    </a:cubicBezTo>
                    <a:cubicBezTo>
                      <a:pt x="136" y="172"/>
                      <a:pt x="133" y="172"/>
                      <a:pt x="130" y="173"/>
                    </a:cubicBezTo>
                    <a:cubicBezTo>
                      <a:pt x="124" y="176"/>
                      <a:pt x="124" y="183"/>
                      <a:pt x="123" y="191"/>
                    </a:cubicBezTo>
                    <a:cubicBezTo>
                      <a:pt x="123" y="192"/>
                      <a:pt x="123" y="194"/>
                      <a:pt x="123" y="195"/>
                    </a:cubicBezTo>
                    <a:cubicBezTo>
                      <a:pt x="122" y="193"/>
                      <a:pt x="122" y="191"/>
                      <a:pt x="122" y="188"/>
                    </a:cubicBezTo>
                    <a:cubicBezTo>
                      <a:pt x="122" y="182"/>
                      <a:pt x="123" y="175"/>
                      <a:pt x="124" y="169"/>
                    </a:cubicBezTo>
                    <a:cubicBezTo>
                      <a:pt x="124" y="162"/>
                      <a:pt x="125" y="155"/>
                      <a:pt x="125" y="149"/>
                    </a:cubicBezTo>
                    <a:cubicBezTo>
                      <a:pt x="125" y="142"/>
                      <a:pt x="124" y="136"/>
                      <a:pt x="121" y="133"/>
                    </a:cubicBezTo>
                    <a:cubicBezTo>
                      <a:pt x="120" y="131"/>
                      <a:pt x="117" y="130"/>
                      <a:pt x="115" y="130"/>
                    </a:cubicBezTo>
                    <a:cubicBezTo>
                      <a:pt x="111" y="130"/>
                      <a:pt x="106" y="132"/>
                      <a:pt x="102" y="133"/>
                    </a:cubicBezTo>
                    <a:cubicBezTo>
                      <a:pt x="97" y="127"/>
                      <a:pt x="92" y="122"/>
                      <a:pt x="88" y="122"/>
                    </a:cubicBezTo>
                    <a:cubicBezTo>
                      <a:pt x="86" y="122"/>
                      <a:pt x="82" y="122"/>
                      <a:pt x="81" y="128"/>
                    </a:cubicBezTo>
                    <a:cubicBezTo>
                      <a:pt x="78" y="136"/>
                      <a:pt x="78" y="140"/>
                      <a:pt x="80" y="142"/>
                    </a:cubicBezTo>
                    <a:cubicBezTo>
                      <a:pt x="83" y="145"/>
                      <a:pt x="89" y="143"/>
                      <a:pt x="96" y="140"/>
                    </a:cubicBezTo>
                    <a:cubicBezTo>
                      <a:pt x="97" y="139"/>
                      <a:pt x="99" y="139"/>
                      <a:pt x="100" y="138"/>
                    </a:cubicBezTo>
                    <a:cubicBezTo>
                      <a:pt x="105" y="145"/>
                      <a:pt x="110" y="154"/>
                      <a:pt x="110" y="157"/>
                    </a:cubicBezTo>
                    <a:cubicBezTo>
                      <a:pt x="111" y="160"/>
                      <a:pt x="111" y="166"/>
                      <a:pt x="111" y="172"/>
                    </a:cubicBezTo>
                    <a:cubicBezTo>
                      <a:pt x="111" y="184"/>
                      <a:pt x="109" y="198"/>
                      <a:pt x="100" y="201"/>
                    </a:cubicBezTo>
                    <a:cubicBezTo>
                      <a:pt x="100" y="201"/>
                      <a:pt x="99" y="201"/>
                      <a:pt x="99" y="201"/>
                    </a:cubicBezTo>
                    <a:cubicBezTo>
                      <a:pt x="97" y="197"/>
                      <a:pt x="95" y="192"/>
                      <a:pt x="93" y="187"/>
                    </a:cubicBezTo>
                    <a:cubicBezTo>
                      <a:pt x="93" y="186"/>
                      <a:pt x="92" y="184"/>
                      <a:pt x="91" y="182"/>
                    </a:cubicBezTo>
                    <a:cubicBezTo>
                      <a:pt x="91" y="181"/>
                      <a:pt x="92" y="180"/>
                      <a:pt x="92" y="179"/>
                    </a:cubicBezTo>
                    <a:cubicBezTo>
                      <a:pt x="92" y="174"/>
                      <a:pt x="93" y="169"/>
                      <a:pt x="93" y="165"/>
                    </a:cubicBezTo>
                    <a:cubicBezTo>
                      <a:pt x="93" y="160"/>
                      <a:pt x="92" y="156"/>
                      <a:pt x="89" y="153"/>
                    </a:cubicBezTo>
                    <a:cubicBezTo>
                      <a:pt x="87" y="151"/>
                      <a:pt x="84" y="150"/>
                      <a:pt x="80" y="150"/>
                    </a:cubicBezTo>
                    <a:cubicBezTo>
                      <a:pt x="71" y="151"/>
                      <a:pt x="69" y="166"/>
                      <a:pt x="66" y="181"/>
                    </a:cubicBezTo>
                    <a:cubicBezTo>
                      <a:pt x="65" y="191"/>
                      <a:pt x="63" y="203"/>
                      <a:pt x="59" y="209"/>
                    </a:cubicBezTo>
                    <a:cubicBezTo>
                      <a:pt x="59" y="206"/>
                      <a:pt x="58" y="204"/>
                      <a:pt x="58" y="202"/>
                    </a:cubicBezTo>
                    <a:cubicBezTo>
                      <a:pt x="57" y="192"/>
                      <a:pt x="56" y="181"/>
                      <a:pt x="46" y="180"/>
                    </a:cubicBezTo>
                    <a:cubicBezTo>
                      <a:pt x="42" y="180"/>
                      <a:pt x="38" y="181"/>
                      <a:pt x="36" y="184"/>
                    </a:cubicBezTo>
                    <a:cubicBezTo>
                      <a:pt x="34" y="174"/>
                      <a:pt x="32" y="165"/>
                      <a:pt x="24" y="165"/>
                    </a:cubicBezTo>
                    <a:cubicBezTo>
                      <a:pt x="9" y="164"/>
                      <a:pt x="3" y="181"/>
                      <a:pt x="2" y="191"/>
                    </a:cubicBezTo>
                    <a:cubicBezTo>
                      <a:pt x="0" y="203"/>
                      <a:pt x="0" y="214"/>
                      <a:pt x="5" y="220"/>
                    </a:cubicBezTo>
                    <a:cubicBezTo>
                      <a:pt x="7" y="222"/>
                      <a:pt x="9" y="223"/>
                      <a:pt x="13" y="223"/>
                    </a:cubicBezTo>
                    <a:cubicBezTo>
                      <a:pt x="19" y="223"/>
                      <a:pt x="23" y="215"/>
                      <a:pt x="27" y="206"/>
                    </a:cubicBezTo>
                    <a:cubicBezTo>
                      <a:pt x="29" y="201"/>
                      <a:pt x="31" y="197"/>
                      <a:pt x="33" y="193"/>
                    </a:cubicBezTo>
                    <a:cubicBezTo>
                      <a:pt x="34" y="202"/>
                      <a:pt x="36" y="209"/>
                      <a:pt x="41" y="212"/>
                    </a:cubicBezTo>
                    <a:cubicBezTo>
                      <a:pt x="47" y="217"/>
                      <a:pt x="52" y="218"/>
                      <a:pt x="57" y="216"/>
                    </a:cubicBezTo>
                    <a:cubicBezTo>
                      <a:pt x="58" y="218"/>
                      <a:pt x="59" y="219"/>
                      <a:pt x="60" y="220"/>
                    </a:cubicBezTo>
                    <a:cubicBezTo>
                      <a:pt x="62" y="222"/>
                      <a:pt x="65" y="223"/>
                      <a:pt x="69" y="222"/>
                    </a:cubicBezTo>
                    <a:cubicBezTo>
                      <a:pt x="83" y="220"/>
                      <a:pt x="81" y="205"/>
                      <a:pt x="79" y="192"/>
                    </a:cubicBezTo>
                    <a:cubicBezTo>
                      <a:pt x="78" y="184"/>
                      <a:pt x="78" y="176"/>
                      <a:pt x="81" y="174"/>
                    </a:cubicBezTo>
                    <a:cubicBezTo>
                      <a:pt x="81" y="174"/>
                      <a:pt x="82" y="174"/>
                      <a:pt x="82" y="174"/>
                    </a:cubicBezTo>
                    <a:cubicBezTo>
                      <a:pt x="84" y="174"/>
                      <a:pt x="85" y="178"/>
                      <a:pt x="87" y="183"/>
                    </a:cubicBezTo>
                    <a:cubicBezTo>
                      <a:pt x="87" y="186"/>
                      <a:pt x="86" y="189"/>
                      <a:pt x="86" y="192"/>
                    </a:cubicBezTo>
                    <a:cubicBezTo>
                      <a:pt x="86" y="197"/>
                      <a:pt x="87" y="201"/>
                      <a:pt x="90" y="204"/>
                    </a:cubicBezTo>
                    <a:cubicBezTo>
                      <a:pt x="92" y="205"/>
                      <a:pt x="94" y="206"/>
                      <a:pt x="97" y="205"/>
                    </a:cubicBezTo>
                    <a:cubicBezTo>
                      <a:pt x="101" y="212"/>
                      <a:pt x="106" y="217"/>
                      <a:pt x="113" y="215"/>
                    </a:cubicBezTo>
                    <a:cubicBezTo>
                      <a:pt x="119" y="214"/>
                      <a:pt x="123" y="210"/>
                      <a:pt x="124" y="206"/>
                    </a:cubicBezTo>
                    <a:cubicBezTo>
                      <a:pt x="126" y="207"/>
                      <a:pt x="128" y="208"/>
                      <a:pt x="130" y="208"/>
                    </a:cubicBezTo>
                    <a:cubicBezTo>
                      <a:pt x="138" y="206"/>
                      <a:pt x="144" y="190"/>
                      <a:pt x="146" y="182"/>
                    </a:cubicBezTo>
                    <a:cubicBezTo>
                      <a:pt x="146" y="187"/>
                      <a:pt x="148" y="192"/>
                      <a:pt x="152" y="193"/>
                    </a:cubicBezTo>
                    <a:cubicBezTo>
                      <a:pt x="155" y="195"/>
                      <a:pt x="158" y="193"/>
                      <a:pt x="163" y="190"/>
                    </a:cubicBezTo>
                    <a:cubicBezTo>
                      <a:pt x="164" y="190"/>
                      <a:pt x="165" y="191"/>
                      <a:pt x="166" y="192"/>
                    </a:cubicBezTo>
                    <a:cubicBezTo>
                      <a:pt x="166" y="192"/>
                      <a:pt x="166" y="193"/>
                      <a:pt x="166" y="193"/>
                    </a:cubicBezTo>
                    <a:cubicBezTo>
                      <a:pt x="166" y="200"/>
                      <a:pt x="168" y="206"/>
                      <a:pt x="172" y="208"/>
                    </a:cubicBezTo>
                    <a:cubicBezTo>
                      <a:pt x="174" y="210"/>
                      <a:pt x="178" y="211"/>
                      <a:pt x="184" y="209"/>
                    </a:cubicBezTo>
                    <a:cubicBezTo>
                      <a:pt x="188" y="207"/>
                      <a:pt x="191" y="204"/>
                      <a:pt x="194" y="200"/>
                    </a:cubicBezTo>
                    <a:cubicBezTo>
                      <a:pt x="194" y="200"/>
                      <a:pt x="195" y="200"/>
                      <a:pt x="196" y="200"/>
                    </a:cubicBezTo>
                    <a:cubicBezTo>
                      <a:pt x="204" y="199"/>
                      <a:pt x="209" y="197"/>
                      <a:pt x="213" y="192"/>
                    </a:cubicBezTo>
                    <a:cubicBezTo>
                      <a:pt x="220" y="195"/>
                      <a:pt x="226" y="196"/>
                      <a:pt x="235" y="194"/>
                    </a:cubicBezTo>
                    <a:cubicBezTo>
                      <a:pt x="247" y="191"/>
                      <a:pt x="253" y="185"/>
                      <a:pt x="256" y="177"/>
                    </a:cubicBezTo>
                    <a:cubicBezTo>
                      <a:pt x="261" y="185"/>
                      <a:pt x="267" y="190"/>
                      <a:pt x="275" y="189"/>
                    </a:cubicBezTo>
                    <a:cubicBezTo>
                      <a:pt x="288" y="189"/>
                      <a:pt x="294" y="182"/>
                      <a:pt x="298" y="174"/>
                    </a:cubicBezTo>
                    <a:cubicBezTo>
                      <a:pt x="298" y="174"/>
                      <a:pt x="298" y="174"/>
                      <a:pt x="298" y="174"/>
                    </a:cubicBezTo>
                    <a:cubicBezTo>
                      <a:pt x="301" y="180"/>
                      <a:pt x="307" y="184"/>
                      <a:pt x="316" y="184"/>
                    </a:cubicBezTo>
                    <a:cubicBezTo>
                      <a:pt x="322" y="184"/>
                      <a:pt x="326" y="182"/>
                      <a:pt x="330" y="179"/>
                    </a:cubicBezTo>
                    <a:cubicBezTo>
                      <a:pt x="330" y="179"/>
                      <a:pt x="331" y="180"/>
                      <a:pt x="332" y="179"/>
                    </a:cubicBezTo>
                    <a:cubicBezTo>
                      <a:pt x="341" y="179"/>
                      <a:pt x="352" y="170"/>
                      <a:pt x="358" y="163"/>
                    </a:cubicBezTo>
                    <a:cubicBezTo>
                      <a:pt x="362" y="166"/>
                      <a:pt x="366" y="168"/>
                      <a:pt x="371" y="168"/>
                    </a:cubicBezTo>
                    <a:cubicBezTo>
                      <a:pt x="376" y="168"/>
                      <a:pt x="381" y="166"/>
                      <a:pt x="385" y="163"/>
                    </a:cubicBezTo>
                    <a:cubicBezTo>
                      <a:pt x="399" y="163"/>
                      <a:pt x="412" y="160"/>
                      <a:pt x="419" y="151"/>
                    </a:cubicBezTo>
                    <a:cubicBezTo>
                      <a:pt x="427" y="140"/>
                      <a:pt x="430" y="128"/>
                      <a:pt x="430" y="116"/>
                    </a:cubicBezTo>
                    <a:cubicBezTo>
                      <a:pt x="430" y="105"/>
                      <a:pt x="427" y="94"/>
                      <a:pt x="422" y="87"/>
                    </a:cubicBezTo>
                    <a:cubicBezTo>
                      <a:pt x="418" y="81"/>
                      <a:pt x="413" y="78"/>
                      <a:pt x="407" y="76"/>
                    </a:cubicBezTo>
                    <a:cubicBezTo>
                      <a:pt x="403" y="68"/>
                      <a:pt x="397" y="60"/>
                      <a:pt x="391" y="53"/>
                    </a:cubicBezTo>
                    <a:cubicBezTo>
                      <a:pt x="395" y="47"/>
                      <a:pt x="398" y="41"/>
                      <a:pt x="398" y="34"/>
                    </a:cubicBezTo>
                    <a:cubicBezTo>
                      <a:pt x="398" y="30"/>
                      <a:pt x="397" y="26"/>
                      <a:pt x="395" y="22"/>
                    </a:cubicBezTo>
                    <a:cubicBezTo>
                      <a:pt x="392" y="16"/>
                      <a:pt x="381" y="4"/>
                      <a:pt x="372" y="1"/>
                    </a:cubicBezTo>
                    <a:cubicBezTo>
                      <a:pt x="368" y="0"/>
                      <a:pt x="365" y="1"/>
                      <a:pt x="363" y="3"/>
                    </a:cubicBezTo>
                    <a:close/>
                    <a:moveTo>
                      <a:pt x="234" y="77"/>
                    </a:moveTo>
                    <a:cubicBezTo>
                      <a:pt x="225" y="73"/>
                      <a:pt x="225" y="73"/>
                      <a:pt x="225" y="73"/>
                    </a:cubicBezTo>
                    <a:cubicBezTo>
                      <a:pt x="222" y="71"/>
                      <a:pt x="221" y="68"/>
                      <a:pt x="221" y="66"/>
                    </a:cubicBezTo>
                    <a:cubicBezTo>
                      <a:pt x="221" y="66"/>
                      <a:pt x="221" y="65"/>
                      <a:pt x="221" y="65"/>
                    </a:cubicBezTo>
                    <a:cubicBezTo>
                      <a:pt x="222" y="61"/>
                      <a:pt x="227" y="56"/>
                      <a:pt x="231" y="54"/>
                    </a:cubicBezTo>
                    <a:cubicBezTo>
                      <a:pt x="239" y="51"/>
                      <a:pt x="249" y="49"/>
                      <a:pt x="258" y="59"/>
                    </a:cubicBezTo>
                    <a:cubicBezTo>
                      <a:pt x="262" y="63"/>
                      <a:pt x="263" y="67"/>
                      <a:pt x="263" y="70"/>
                    </a:cubicBezTo>
                    <a:cubicBezTo>
                      <a:pt x="263" y="76"/>
                      <a:pt x="259" y="81"/>
                      <a:pt x="254" y="87"/>
                    </a:cubicBezTo>
                    <a:cubicBezTo>
                      <a:pt x="254" y="88"/>
                      <a:pt x="254" y="88"/>
                      <a:pt x="253" y="88"/>
                    </a:cubicBezTo>
                    <a:cubicBezTo>
                      <a:pt x="248" y="84"/>
                      <a:pt x="241" y="80"/>
                      <a:pt x="234" y="77"/>
                    </a:cubicBezTo>
                    <a:close/>
                    <a:moveTo>
                      <a:pt x="83" y="139"/>
                    </a:moveTo>
                    <a:cubicBezTo>
                      <a:pt x="82" y="139"/>
                      <a:pt x="81" y="138"/>
                      <a:pt x="84" y="129"/>
                    </a:cubicBezTo>
                    <a:cubicBezTo>
                      <a:pt x="86" y="126"/>
                      <a:pt x="87" y="126"/>
                      <a:pt x="87" y="126"/>
                    </a:cubicBezTo>
                    <a:cubicBezTo>
                      <a:pt x="90" y="126"/>
                      <a:pt x="94" y="130"/>
                      <a:pt x="98" y="135"/>
                    </a:cubicBezTo>
                    <a:cubicBezTo>
                      <a:pt x="97" y="135"/>
                      <a:pt x="95" y="136"/>
                      <a:pt x="94" y="136"/>
                    </a:cubicBezTo>
                    <a:cubicBezTo>
                      <a:pt x="90" y="138"/>
                      <a:pt x="84" y="140"/>
                      <a:pt x="83" y="139"/>
                    </a:cubicBezTo>
                    <a:close/>
                    <a:moveTo>
                      <a:pt x="132" y="121"/>
                    </a:moveTo>
                    <a:cubicBezTo>
                      <a:pt x="132" y="118"/>
                      <a:pt x="132" y="115"/>
                      <a:pt x="133" y="113"/>
                    </a:cubicBezTo>
                    <a:cubicBezTo>
                      <a:pt x="135" y="109"/>
                      <a:pt x="136" y="109"/>
                      <a:pt x="136" y="109"/>
                    </a:cubicBezTo>
                    <a:cubicBezTo>
                      <a:pt x="136" y="109"/>
                      <a:pt x="136" y="109"/>
                      <a:pt x="136" y="109"/>
                    </a:cubicBezTo>
                    <a:cubicBezTo>
                      <a:pt x="136" y="109"/>
                      <a:pt x="138" y="110"/>
                      <a:pt x="139" y="114"/>
                    </a:cubicBezTo>
                    <a:cubicBezTo>
                      <a:pt x="136" y="116"/>
                      <a:pt x="134" y="119"/>
                      <a:pt x="132" y="123"/>
                    </a:cubicBezTo>
                    <a:cubicBezTo>
                      <a:pt x="132" y="122"/>
                      <a:pt x="132" y="122"/>
                      <a:pt x="132" y="121"/>
                    </a:cubicBezTo>
                    <a:close/>
                    <a:moveTo>
                      <a:pt x="8" y="217"/>
                    </a:moveTo>
                    <a:cubicBezTo>
                      <a:pt x="4" y="213"/>
                      <a:pt x="5" y="202"/>
                      <a:pt x="6" y="191"/>
                    </a:cubicBezTo>
                    <a:cubicBezTo>
                      <a:pt x="7" y="182"/>
                      <a:pt x="12" y="168"/>
                      <a:pt x="24" y="169"/>
                    </a:cubicBezTo>
                    <a:cubicBezTo>
                      <a:pt x="29" y="169"/>
                      <a:pt x="31" y="178"/>
                      <a:pt x="32" y="188"/>
                    </a:cubicBezTo>
                    <a:cubicBezTo>
                      <a:pt x="29" y="192"/>
                      <a:pt x="26" y="198"/>
                      <a:pt x="23" y="204"/>
                    </a:cubicBezTo>
                    <a:cubicBezTo>
                      <a:pt x="20" y="212"/>
                      <a:pt x="16" y="219"/>
                      <a:pt x="13" y="219"/>
                    </a:cubicBezTo>
                    <a:cubicBezTo>
                      <a:pt x="10" y="219"/>
                      <a:pt x="9" y="219"/>
                      <a:pt x="8" y="217"/>
                    </a:cubicBezTo>
                    <a:close/>
                    <a:moveTo>
                      <a:pt x="46" y="184"/>
                    </a:moveTo>
                    <a:cubicBezTo>
                      <a:pt x="52" y="185"/>
                      <a:pt x="53" y="192"/>
                      <a:pt x="54" y="202"/>
                    </a:cubicBezTo>
                    <a:cubicBezTo>
                      <a:pt x="54" y="205"/>
                      <a:pt x="55" y="209"/>
                      <a:pt x="55" y="212"/>
                    </a:cubicBezTo>
                    <a:cubicBezTo>
                      <a:pt x="55" y="212"/>
                      <a:pt x="55" y="212"/>
                      <a:pt x="55" y="212"/>
                    </a:cubicBezTo>
                    <a:cubicBezTo>
                      <a:pt x="52" y="214"/>
                      <a:pt x="48" y="213"/>
                      <a:pt x="43" y="209"/>
                    </a:cubicBezTo>
                    <a:cubicBezTo>
                      <a:pt x="39" y="206"/>
                      <a:pt x="38" y="197"/>
                      <a:pt x="36" y="189"/>
                    </a:cubicBezTo>
                    <a:cubicBezTo>
                      <a:pt x="36" y="189"/>
                      <a:pt x="36" y="189"/>
                      <a:pt x="36" y="189"/>
                    </a:cubicBezTo>
                    <a:cubicBezTo>
                      <a:pt x="39" y="186"/>
                      <a:pt x="42" y="184"/>
                      <a:pt x="46" y="184"/>
                    </a:cubicBezTo>
                    <a:close/>
                    <a:moveTo>
                      <a:pt x="70" y="182"/>
                    </a:moveTo>
                    <a:cubicBezTo>
                      <a:pt x="72" y="168"/>
                      <a:pt x="74" y="155"/>
                      <a:pt x="80" y="154"/>
                    </a:cubicBezTo>
                    <a:cubicBezTo>
                      <a:pt x="83" y="154"/>
                      <a:pt x="85" y="154"/>
                      <a:pt x="87" y="156"/>
                    </a:cubicBezTo>
                    <a:cubicBezTo>
                      <a:pt x="88" y="157"/>
                      <a:pt x="89" y="161"/>
                      <a:pt x="89" y="165"/>
                    </a:cubicBezTo>
                    <a:cubicBezTo>
                      <a:pt x="89" y="168"/>
                      <a:pt x="89" y="172"/>
                      <a:pt x="88" y="175"/>
                    </a:cubicBezTo>
                    <a:cubicBezTo>
                      <a:pt x="87" y="173"/>
                      <a:pt x="85" y="171"/>
                      <a:pt x="83" y="170"/>
                    </a:cubicBezTo>
                    <a:cubicBezTo>
                      <a:pt x="82" y="170"/>
                      <a:pt x="80" y="170"/>
                      <a:pt x="79" y="170"/>
                    </a:cubicBezTo>
                    <a:cubicBezTo>
                      <a:pt x="73" y="173"/>
                      <a:pt x="74" y="182"/>
                      <a:pt x="75" y="192"/>
                    </a:cubicBezTo>
                    <a:cubicBezTo>
                      <a:pt x="77" y="207"/>
                      <a:pt x="78" y="217"/>
                      <a:pt x="68" y="218"/>
                    </a:cubicBezTo>
                    <a:cubicBezTo>
                      <a:pt x="66" y="218"/>
                      <a:pt x="64" y="218"/>
                      <a:pt x="62" y="217"/>
                    </a:cubicBezTo>
                    <a:cubicBezTo>
                      <a:pt x="61" y="216"/>
                      <a:pt x="61" y="215"/>
                      <a:pt x="60" y="214"/>
                    </a:cubicBezTo>
                    <a:cubicBezTo>
                      <a:pt x="66" y="208"/>
                      <a:pt x="68" y="194"/>
                      <a:pt x="70" y="182"/>
                    </a:cubicBezTo>
                    <a:close/>
                    <a:moveTo>
                      <a:pt x="93" y="201"/>
                    </a:moveTo>
                    <a:cubicBezTo>
                      <a:pt x="91" y="199"/>
                      <a:pt x="90" y="196"/>
                      <a:pt x="90" y="192"/>
                    </a:cubicBezTo>
                    <a:cubicBezTo>
                      <a:pt x="90" y="192"/>
                      <a:pt x="90" y="192"/>
                      <a:pt x="91" y="191"/>
                    </a:cubicBezTo>
                    <a:cubicBezTo>
                      <a:pt x="92" y="195"/>
                      <a:pt x="93" y="198"/>
                      <a:pt x="95" y="201"/>
                    </a:cubicBezTo>
                    <a:cubicBezTo>
                      <a:pt x="94" y="201"/>
                      <a:pt x="93" y="201"/>
                      <a:pt x="93" y="201"/>
                    </a:cubicBezTo>
                    <a:close/>
                    <a:moveTo>
                      <a:pt x="115" y="134"/>
                    </a:moveTo>
                    <a:cubicBezTo>
                      <a:pt x="116" y="134"/>
                      <a:pt x="117" y="135"/>
                      <a:pt x="118" y="136"/>
                    </a:cubicBezTo>
                    <a:cubicBezTo>
                      <a:pt x="120" y="138"/>
                      <a:pt x="121" y="143"/>
                      <a:pt x="121" y="149"/>
                    </a:cubicBezTo>
                    <a:cubicBezTo>
                      <a:pt x="121" y="155"/>
                      <a:pt x="120" y="162"/>
                      <a:pt x="120" y="168"/>
                    </a:cubicBezTo>
                    <a:cubicBezTo>
                      <a:pt x="119" y="175"/>
                      <a:pt x="118" y="182"/>
                      <a:pt x="118" y="188"/>
                    </a:cubicBezTo>
                    <a:cubicBezTo>
                      <a:pt x="118" y="193"/>
                      <a:pt x="119" y="198"/>
                      <a:pt x="121" y="201"/>
                    </a:cubicBezTo>
                    <a:cubicBezTo>
                      <a:pt x="121" y="202"/>
                      <a:pt x="121" y="202"/>
                      <a:pt x="122" y="202"/>
                    </a:cubicBezTo>
                    <a:cubicBezTo>
                      <a:pt x="120" y="207"/>
                      <a:pt x="118" y="210"/>
                      <a:pt x="112" y="211"/>
                    </a:cubicBezTo>
                    <a:cubicBezTo>
                      <a:pt x="108" y="212"/>
                      <a:pt x="104" y="209"/>
                      <a:pt x="101" y="205"/>
                    </a:cubicBezTo>
                    <a:cubicBezTo>
                      <a:pt x="101" y="205"/>
                      <a:pt x="101" y="205"/>
                      <a:pt x="102" y="205"/>
                    </a:cubicBezTo>
                    <a:cubicBezTo>
                      <a:pt x="112" y="202"/>
                      <a:pt x="115" y="185"/>
                      <a:pt x="115" y="171"/>
                    </a:cubicBezTo>
                    <a:cubicBezTo>
                      <a:pt x="115" y="165"/>
                      <a:pt x="115" y="160"/>
                      <a:pt x="114" y="156"/>
                    </a:cubicBezTo>
                    <a:cubicBezTo>
                      <a:pt x="113" y="153"/>
                      <a:pt x="109" y="144"/>
                      <a:pt x="104" y="137"/>
                    </a:cubicBezTo>
                    <a:cubicBezTo>
                      <a:pt x="108" y="135"/>
                      <a:pt x="111" y="134"/>
                      <a:pt x="115" y="134"/>
                    </a:cubicBezTo>
                    <a:close/>
                    <a:moveTo>
                      <a:pt x="134" y="162"/>
                    </a:moveTo>
                    <a:cubicBezTo>
                      <a:pt x="131" y="157"/>
                      <a:pt x="129" y="150"/>
                      <a:pt x="129" y="144"/>
                    </a:cubicBezTo>
                    <a:cubicBezTo>
                      <a:pt x="129" y="142"/>
                      <a:pt x="130" y="139"/>
                      <a:pt x="130" y="136"/>
                    </a:cubicBezTo>
                    <a:cubicBezTo>
                      <a:pt x="132" y="140"/>
                      <a:pt x="133" y="144"/>
                      <a:pt x="135" y="148"/>
                    </a:cubicBezTo>
                    <a:cubicBezTo>
                      <a:pt x="138" y="155"/>
                      <a:pt x="140" y="162"/>
                      <a:pt x="142" y="170"/>
                    </a:cubicBezTo>
                    <a:cubicBezTo>
                      <a:pt x="139" y="167"/>
                      <a:pt x="136" y="164"/>
                      <a:pt x="134" y="162"/>
                    </a:cubicBezTo>
                    <a:close/>
                    <a:moveTo>
                      <a:pt x="141" y="118"/>
                    </a:moveTo>
                    <a:cubicBezTo>
                      <a:pt x="142" y="123"/>
                      <a:pt x="144" y="129"/>
                      <a:pt x="146" y="139"/>
                    </a:cubicBezTo>
                    <a:cubicBezTo>
                      <a:pt x="147" y="145"/>
                      <a:pt x="147" y="145"/>
                      <a:pt x="147" y="145"/>
                    </a:cubicBezTo>
                    <a:cubicBezTo>
                      <a:pt x="148" y="148"/>
                      <a:pt x="148" y="151"/>
                      <a:pt x="148" y="153"/>
                    </a:cubicBezTo>
                    <a:cubicBezTo>
                      <a:pt x="148" y="157"/>
                      <a:pt x="148" y="160"/>
                      <a:pt x="147" y="164"/>
                    </a:cubicBezTo>
                    <a:cubicBezTo>
                      <a:pt x="147" y="166"/>
                      <a:pt x="146" y="169"/>
                      <a:pt x="146" y="171"/>
                    </a:cubicBezTo>
                    <a:cubicBezTo>
                      <a:pt x="145" y="163"/>
                      <a:pt x="142" y="155"/>
                      <a:pt x="138" y="146"/>
                    </a:cubicBezTo>
                    <a:cubicBezTo>
                      <a:pt x="136" y="140"/>
                      <a:pt x="134" y="135"/>
                      <a:pt x="133" y="129"/>
                    </a:cubicBezTo>
                    <a:cubicBezTo>
                      <a:pt x="135" y="125"/>
                      <a:pt x="137" y="121"/>
                      <a:pt x="141" y="118"/>
                    </a:cubicBezTo>
                    <a:close/>
                    <a:moveTo>
                      <a:pt x="127" y="191"/>
                    </a:moveTo>
                    <a:cubicBezTo>
                      <a:pt x="128" y="185"/>
                      <a:pt x="128" y="178"/>
                      <a:pt x="132" y="177"/>
                    </a:cubicBezTo>
                    <a:cubicBezTo>
                      <a:pt x="135" y="175"/>
                      <a:pt x="138" y="176"/>
                      <a:pt x="142" y="178"/>
                    </a:cubicBezTo>
                    <a:cubicBezTo>
                      <a:pt x="142" y="179"/>
                      <a:pt x="142" y="180"/>
                      <a:pt x="142" y="181"/>
                    </a:cubicBezTo>
                    <a:cubicBezTo>
                      <a:pt x="141" y="189"/>
                      <a:pt x="135" y="203"/>
                      <a:pt x="130" y="204"/>
                    </a:cubicBezTo>
                    <a:cubicBezTo>
                      <a:pt x="128" y="204"/>
                      <a:pt x="127" y="203"/>
                      <a:pt x="126" y="202"/>
                    </a:cubicBezTo>
                    <a:cubicBezTo>
                      <a:pt x="127" y="198"/>
                      <a:pt x="127" y="195"/>
                      <a:pt x="127" y="191"/>
                    </a:cubicBezTo>
                    <a:close/>
                    <a:moveTo>
                      <a:pt x="153" y="190"/>
                    </a:moveTo>
                    <a:cubicBezTo>
                      <a:pt x="151" y="189"/>
                      <a:pt x="150" y="186"/>
                      <a:pt x="150" y="182"/>
                    </a:cubicBezTo>
                    <a:cubicBezTo>
                      <a:pt x="150" y="182"/>
                      <a:pt x="151" y="183"/>
                      <a:pt x="152" y="183"/>
                    </a:cubicBezTo>
                    <a:cubicBezTo>
                      <a:pt x="154" y="185"/>
                      <a:pt x="156" y="186"/>
                      <a:pt x="159" y="188"/>
                    </a:cubicBezTo>
                    <a:cubicBezTo>
                      <a:pt x="156" y="189"/>
                      <a:pt x="154" y="190"/>
                      <a:pt x="153" y="190"/>
                    </a:cubicBezTo>
                    <a:close/>
                    <a:moveTo>
                      <a:pt x="163" y="118"/>
                    </a:moveTo>
                    <a:cubicBezTo>
                      <a:pt x="160" y="121"/>
                      <a:pt x="159" y="126"/>
                      <a:pt x="159" y="132"/>
                    </a:cubicBezTo>
                    <a:cubicBezTo>
                      <a:pt x="159" y="133"/>
                      <a:pt x="159" y="134"/>
                      <a:pt x="159" y="135"/>
                    </a:cubicBezTo>
                    <a:cubicBezTo>
                      <a:pt x="159" y="139"/>
                      <a:pt x="161" y="142"/>
                      <a:pt x="163" y="145"/>
                    </a:cubicBezTo>
                    <a:cubicBezTo>
                      <a:pt x="162" y="145"/>
                      <a:pt x="162" y="145"/>
                      <a:pt x="161" y="145"/>
                    </a:cubicBezTo>
                    <a:cubicBezTo>
                      <a:pt x="157" y="147"/>
                      <a:pt x="156" y="150"/>
                      <a:pt x="156" y="153"/>
                    </a:cubicBezTo>
                    <a:cubicBezTo>
                      <a:pt x="156" y="157"/>
                      <a:pt x="158" y="162"/>
                      <a:pt x="160" y="166"/>
                    </a:cubicBezTo>
                    <a:cubicBezTo>
                      <a:pt x="162" y="171"/>
                      <a:pt x="163" y="176"/>
                      <a:pt x="163" y="179"/>
                    </a:cubicBezTo>
                    <a:cubicBezTo>
                      <a:pt x="163" y="181"/>
                      <a:pt x="163" y="182"/>
                      <a:pt x="163" y="183"/>
                    </a:cubicBezTo>
                    <a:cubicBezTo>
                      <a:pt x="160" y="182"/>
                      <a:pt x="157" y="181"/>
                      <a:pt x="154" y="179"/>
                    </a:cubicBezTo>
                    <a:cubicBezTo>
                      <a:pt x="152" y="178"/>
                      <a:pt x="151" y="177"/>
                      <a:pt x="149" y="176"/>
                    </a:cubicBezTo>
                    <a:cubicBezTo>
                      <a:pt x="150" y="172"/>
                      <a:pt x="150" y="168"/>
                      <a:pt x="151" y="165"/>
                    </a:cubicBezTo>
                    <a:cubicBezTo>
                      <a:pt x="152" y="161"/>
                      <a:pt x="152" y="157"/>
                      <a:pt x="152" y="153"/>
                    </a:cubicBezTo>
                    <a:cubicBezTo>
                      <a:pt x="152" y="150"/>
                      <a:pt x="152" y="147"/>
                      <a:pt x="151" y="144"/>
                    </a:cubicBezTo>
                    <a:cubicBezTo>
                      <a:pt x="150" y="138"/>
                      <a:pt x="150" y="138"/>
                      <a:pt x="150" y="138"/>
                    </a:cubicBezTo>
                    <a:cubicBezTo>
                      <a:pt x="148" y="129"/>
                      <a:pt x="146" y="121"/>
                      <a:pt x="144" y="116"/>
                    </a:cubicBezTo>
                    <a:cubicBezTo>
                      <a:pt x="150" y="112"/>
                      <a:pt x="157" y="113"/>
                      <a:pt x="163" y="118"/>
                    </a:cubicBezTo>
                    <a:close/>
                    <a:moveTo>
                      <a:pt x="163" y="164"/>
                    </a:moveTo>
                    <a:cubicBezTo>
                      <a:pt x="161" y="160"/>
                      <a:pt x="160" y="156"/>
                      <a:pt x="160" y="153"/>
                    </a:cubicBezTo>
                    <a:cubicBezTo>
                      <a:pt x="160" y="151"/>
                      <a:pt x="161" y="150"/>
                      <a:pt x="163" y="149"/>
                    </a:cubicBezTo>
                    <a:cubicBezTo>
                      <a:pt x="164" y="148"/>
                      <a:pt x="165" y="148"/>
                      <a:pt x="165" y="148"/>
                    </a:cubicBezTo>
                    <a:cubicBezTo>
                      <a:pt x="167" y="149"/>
                      <a:pt x="168" y="154"/>
                      <a:pt x="168" y="160"/>
                    </a:cubicBezTo>
                    <a:cubicBezTo>
                      <a:pt x="168" y="166"/>
                      <a:pt x="167" y="172"/>
                      <a:pt x="167" y="177"/>
                    </a:cubicBezTo>
                    <a:cubicBezTo>
                      <a:pt x="166" y="173"/>
                      <a:pt x="165" y="168"/>
                      <a:pt x="163" y="164"/>
                    </a:cubicBezTo>
                    <a:close/>
                    <a:moveTo>
                      <a:pt x="167" y="183"/>
                    </a:moveTo>
                    <a:cubicBezTo>
                      <a:pt x="167" y="183"/>
                      <a:pt x="167" y="183"/>
                      <a:pt x="167" y="183"/>
                    </a:cubicBezTo>
                    <a:cubicBezTo>
                      <a:pt x="167" y="183"/>
                      <a:pt x="167" y="183"/>
                      <a:pt x="166" y="183"/>
                    </a:cubicBezTo>
                    <a:cubicBezTo>
                      <a:pt x="167" y="183"/>
                      <a:pt x="167" y="183"/>
                      <a:pt x="167" y="183"/>
                    </a:cubicBezTo>
                    <a:close/>
                    <a:moveTo>
                      <a:pt x="171" y="179"/>
                    </a:moveTo>
                    <a:cubicBezTo>
                      <a:pt x="171" y="172"/>
                      <a:pt x="172" y="166"/>
                      <a:pt x="172" y="160"/>
                    </a:cubicBezTo>
                    <a:cubicBezTo>
                      <a:pt x="172" y="157"/>
                      <a:pt x="172" y="154"/>
                      <a:pt x="171" y="151"/>
                    </a:cubicBezTo>
                    <a:cubicBezTo>
                      <a:pt x="175" y="154"/>
                      <a:pt x="181" y="155"/>
                      <a:pt x="186" y="157"/>
                    </a:cubicBezTo>
                    <a:cubicBezTo>
                      <a:pt x="187" y="161"/>
                      <a:pt x="189" y="164"/>
                      <a:pt x="191" y="168"/>
                    </a:cubicBezTo>
                    <a:cubicBezTo>
                      <a:pt x="190" y="174"/>
                      <a:pt x="187" y="179"/>
                      <a:pt x="182" y="181"/>
                    </a:cubicBezTo>
                    <a:cubicBezTo>
                      <a:pt x="178" y="183"/>
                      <a:pt x="174" y="184"/>
                      <a:pt x="171" y="184"/>
                    </a:cubicBezTo>
                    <a:cubicBezTo>
                      <a:pt x="171" y="181"/>
                      <a:pt x="171" y="179"/>
                      <a:pt x="171" y="179"/>
                    </a:cubicBezTo>
                    <a:close/>
                    <a:moveTo>
                      <a:pt x="163" y="135"/>
                    </a:moveTo>
                    <a:cubicBezTo>
                      <a:pt x="163" y="134"/>
                      <a:pt x="163" y="133"/>
                      <a:pt x="163" y="132"/>
                    </a:cubicBezTo>
                    <a:cubicBezTo>
                      <a:pt x="163" y="127"/>
                      <a:pt x="164" y="123"/>
                      <a:pt x="166" y="120"/>
                    </a:cubicBezTo>
                    <a:cubicBezTo>
                      <a:pt x="166" y="121"/>
                      <a:pt x="167" y="122"/>
                      <a:pt x="168" y="123"/>
                    </a:cubicBezTo>
                    <a:cubicBezTo>
                      <a:pt x="173" y="129"/>
                      <a:pt x="177" y="138"/>
                      <a:pt x="182" y="148"/>
                    </a:cubicBezTo>
                    <a:cubicBezTo>
                      <a:pt x="182" y="150"/>
                      <a:pt x="183" y="151"/>
                      <a:pt x="183" y="152"/>
                    </a:cubicBezTo>
                    <a:cubicBezTo>
                      <a:pt x="173" y="149"/>
                      <a:pt x="164" y="144"/>
                      <a:pt x="163" y="135"/>
                    </a:cubicBezTo>
                    <a:close/>
                    <a:moveTo>
                      <a:pt x="169" y="116"/>
                    </a:moveTo>
                    <a:cubicBezTo>
                      <a:pt x="172" y="115"/>
                      <a:pt x="174" y="115"/>
                      <a:pt x="177" y="115"/>
                    </a:cubicBezTo>
                    <a:cubicBezTo>
                      <a:pt x="177" y="116"/>
                      <a:pt x="177" y="117"/>
                      <a:pt x="177" y="117"/>
                    </a:cubicBezTo>
                    <a:cubicBezTo>
                      <a:pt x="177" y="124"/>
                      <a:pt x="179" y="132"/>
                      <a:pt x="182" y="140"/>
                    </a:cubicBezTo>
                    <a:cubicBezTo>
                      <a:pt x="179" y="132"/>
                      <a:pt x="175" y="125"/>
                      <a:pt x="171" y="120"/>
                    </a:cubicBezTo>
                    <a:cubicBezTo>
                      <a:pt x="170" y="119"/>
                      <a:pt x="169" y="118"/>
                      <a:pt x="168" y="117"/>
                    </a:cubicBezTo>
                    <a:cubicBezTo>
                      <a:pt x="169" y="117"/>
                      <a:pt x="169" y="117"/>
                      <a:pt x="169" y="116"/>
                    </a:cubicBezTo>
                    <a:close/>
                    <a:moveTo>
                      <a:pt x="192" y="154"/>
                    </a:moveTo>
                    <a:cubicBezTo>
                      <a:pt x="187" y="143"/>
                      <a:pt x="181" y="128"/>
                      <a:pt x="181" y="117"/>
                    </a:cubicBezTo>
                    <a:cubicBezTo>
                      <a:pt x="181" y="117"/>
                      <a:pt x="181" y="116"/>
                      <a:pt x="181" y="116"/>
                    </a:cubicBezTo>
                    <a:cubicBezTo>
                      <a:pt x="186" y="117"/>
                      <a:pt x="191" y="119"/>
                      <a:pt x="196" y="121"/>
                    </a:cubicBezTo>
                    <a:cubicBezTo>
                      <a:pt x="196" y="127"/>
                      <a:pt x="195" y="132"/>
                      <a:pt x="195" y="138"/>
                    </a:cubicBezTo>
                    <a:cubicBezTo>
                      <a:pt x="195" y="144"/>
                      <a:pt x="194" y="150"/>
                      <a:pt x="194" y="155"/>
                    </a:cubicBezTo>
                    <a:cubicBezTo>
                      <a:pt x="193" y="155"/>
                      <a:pt x="193" y="155"/>
                      <a:pt x="192" y="155"/>
                    </a:cubicBezTo>
                    <a:cubicBezTo>
                      <a:pt x="192" y="154"/>
                      <a:pt x="192" y="154"/>
                      <a:pt x="192" y="154"/>
                    </a:cubicBezTo>
                    <a:close/>
                    <a:moveTo>
                      <a:pt x="183" y="110"/>
                    </a:moveTo>
                    <a:cubicBezTo>
                      <a:pt x="185" y="107"/>
                      <a:pt x="188" y="106"/>
                      <a:pt x="192" y="106"/>
                    </a:cubicBezTo>
                    <a:cubicBezTo>
                      <a:pt x="194" y="106"/>
                      <a:pt x="196" y="106"/>
                      <a:pt x="197" y="107"/>
                    </a:cubicBezTo>
                    <a:cubicBezTo>
                      <a:pt x="197" y="108"/>
                      <a:pt x="198" y="109"/>
                      <a:pt x="198" y="111"/>
                    </a:cubicBezTo>
                    <a:cubicBezTo>
                      <a:pt x="198" y="113"/>
                      <a:pt x="197" y="115"/>
                      <a:pt x="197" y="117"/>
                    </a:cubicBezTo>
                    <a:cubicBezTo>
                      <a:pt x="192" y="115"/>
                      <a:pt x="187" y="113"/>
                      <a:pt x="182" y="112"/>
                    </a:cubicBezTo>
                    <a:cubicBezTo>
                      <a:pt x="182" y="111"/>
                      <a:pt x="183" y="110"/>
                      <a:pt x="183" y="110"/>
                    </a:cubicBezTo>
                    <a:close/>
                    <a:moveTo>
                      <a:pt x="174" y="205"/>
                    </a:moveTo>
                    <a:cubicBezTo>
                      <a:pt x="172" y="203"/>
                      <a:pt x="170" y="199"/>
                      <a:pt x="170" y="193"/>
                    </a:cubicBezTo>
                    <a:cubicBezTo>
                      <a:pt x="170" y="193"/>
                      <a:pt x="170" y="193"/>
                      <a:pt x="170" y="193"/>
                    </a:cubicBezTo>
                    <a:cubicBezTo>
                      <a:pt x="176" y="196"/>
                      <a:pt x="183" y="198"/>
                      <a:pt x="189" y="199"/>
                    </a:cubicBezTo>
                    <a:cubicBezTo>
                      <a:pt x="188" y="202"/>
                      <a:pt x="185" y="204"/>
                      <a:pt x="183" y="205"/>
                    </a:cubicBezTo>
                    <a:cubicBezTo>
                      <a:pt x="179" y="207"/>
                      <a:pt x="176" y="207"/>
                      <a:pt x="174" y="205"/>
                    </a:cubicBezTo>
                    <a:close/>
                    <a:moveTo>
                      <a:pt x="184" y="185"/>
                    </a:moveTo>
                    <a:cubicBezTo>
                      <a:pt x="188" y="183"/>
                      <a:pt x="191" y="179"/>
                      <a:pt x="193" y="174"/>
                    </a:cubicBezTo>
                    <a:cubicBezTo>
                      <a:pt x="193" y="175"/>
                      <a:pt x="194" y="177"/>
                      <a:pt x="194" y="179"/>
                    </a:cubicBezTo>
                    <a:cubicBezTo>
                      <a:pt x="194" y="184"/>
                      <a:pt x="193" y="190"/>
                      <a:pt x="191" y="195"/>
                    </a:cubicBezTo>
                    <a:cubicBezTo>
                      <a:pt x="184" y="195"/>
                      <a:pt x="177" y="192"/>
                      <a:pt x="170" y="189"/>
                    </a:cubicBezTo>
                    <a:cubicBezTo>
                      <a:pt x="170" y="189"/>
                      <a:pt x="170" y="188"/>
                      <a:pt x="170" y="188"/>
                    </a:cubicBezTo>
                    <a:cubicBezTo>
                      <a:pt x="175" y="188"/>
                      <a:pt x="179" y="187"/>
                      <a:pt x="184" y="185"/>
                    </a:cubicBezTo>
                    <a:close/>
                    <a:moveTo>
                      <a:pt x="198" y="179"/>
                    </a:moveTo>
                    <a:cubicBezTo>
                      <a:pt x="198" y="178"/>
                      <a:pt x="198" y="178"/>
                      <a:pt x="198" y="178"/>
                    </a:cubicBezTo>
                    <a:cubicBezTo>
                      <a:pt x="201" y="182"/>
                      <a:pt x="205" y="187"/>
                      <a:pt x="210" y="190"/>
                    </a:cubicBezTo>
                    <a:cubicBezTo>
                      <a:pt x="207" y="193"/>
                      <a:pt x="202" y="195"/>
                      <a:pt x="196" y="196"/>
                    </a:cubicBezTo>
                    <a:cubicBezTo>
                      <a:pt x="196" y="196"/>
                      <a:pt x="195" y="196"/>
                      <a:pt x="195" y="196"/>
                    </a:cubicBezTo>
                    <a:cubicBezTo>
                      <a:pt x="197" y="190"/>
                      <a:pt x="198" y="184"/>
                      <a:pt x="198" y="179"/>
                    </a:cubicBezTo>
                    <a:close/>
                    <a:moveTo>
                      <a:pt x="197" y="162"/>
                    </a:moveTo>
                    <a:cubicBezTo>
                      <a:pt x="198" y="164"/>
                      <a:pt x="199" y="167"/>
                      <a:pt x="200" y="168"/>
                    </a:cubicBezTo>
                    <a:cubicBezTo>
                      <a:pt x="203" y="171"/>
                      <a:pt x="207" y="173"/>
                      <a:pt x="212" y="173"/>
                    </a:cubicBezTo>
                    <a:cubicBezTo>
                      <a:pt x="213" y="173"/>
                      <a:pt x="214" y="173"/>
                      <a:pt x="216" y="172"/>
                    </a:cubicBezTo>
                    <a:cubicBezTo>
                      <a:pt x="216" y="173"/>
                      <a:pt x="216" y="174"/>
                      <a:pt x="216" y="175"/>
                    </a:cubicBezTo>
                    <a:cubicBezTo>
                      <a:pt x="216" y="178"/>
                      <a:pt x="215" y="182"/>
                      <a:pt x="213" y="186"/>
                    </a:cubicBezTo>
                    <a:cubicBezTo>
                      <a:pt x="213" y="186"/>
                      <a:pt x="212" y="186"/>
                      <a:pt x="212" y="186"/>
                    </a:cubicBezTo>
                    <a:cubicBezTo>
                      <a:pt x="206" y="183"/>
                      <a:pt x="201" y="177"/>
                      <a:pt x="197" y="170"/>
                    </a:cubicBezTo>
                    <a:cubicBezTo>
                      <a:pt x="197" y="169"/>
                      <a:pt x="197" y="168"/>
                      <a:pt x="197" y="168"/>
                    </a:cubicBezTo>
                    <a:cubicBezTo>
                      <a:pt x="197" y="167"/>
                      <a:pt x="196" y="166"/>
                      <a:pt x="196" y="166"/>
                    </a:cubicBezTo>
                    <a:cubicBezTo>
                      <a:pt x="196" y="164"/>
                      <a:pt x="197" y="163"/>
                      <a:pt x="197" y="162"/>
                    </a:cubicBezTo>
                    <a:close/>
                    <a:moveTo>
                      <a:pt x="203" y="166"/>
                    </a:moveTo>
                    <a:cubicBezTo>
                      <a:pt x="202" y="165"/>
                      <a:pt x="202" y="163"/>
                      <a:pt x="201" y="162"/>
                    </a:cubicBezTo>
                    <a:cubicBezTo>
                      <a:pt x="206" y="163"/>
                      <a:pt x="211" y="166"/>
                      <a:pt x="213" y="169"/>
                    </a:cubicBezTo>
                    <a:cubicBezTo>
                      <a:pt x="213" y="169"/>
                      <a:pt x="212" y="169"/>
                      <a:pt x="212" y="169"/>
                    </a:cubicBezTo>
                    <a:cubicBezTo>
                      <a:pt x="208" y="169"/>
                      <a:pt x="205" y="168"/>
                      <a:pt x="203" y="166"/>
                    </a:cubicBezTo>
                    <a:close/>
                    <a:moveTo>
                      <a:pt x="200" y="152"/>
                    </a:moveTo>
                    <a:cubicBezTo>
                      <a:pt x="200" y="147"/>
                      <a:pt x="201" y="140"/>
                      <a:pt x="201" y="134"/>
                    </a:cubicBezTo>
                    <a:cubicBezTo>
                      <a:pt x="202" y="131"/>
                      <a:pt x="202" y="128"/>
                      <a:pt x="203" y="125"/>
                    </a:cubicBezTo>
                    <a:cubicBezTo>
                      <a:pt x="207" y="127"/>
                      <a:pt x="211" y="130"/>
                      <a:pt x="214" y="132"/>
                    </a:cubicBezTo>
                    <a:cubicBezTo>
                      <a:pt x="215" y="135"/>
                      <a:pt x="215" y="139"/>
                      <a:pt x="216" y="142"/>
                    </a:cubicBezTo>
                    <a:cubicBezTo>
                      <a:pt x="217" y="148"/>
                      <a:pt x="218" y="155"/>
                      <a:pt x="218" y="159"/>
                    </a:cubicBezTo>
                    <a:cubicBezTo>
                      <a:pt x="218" y="162"/>
                      <a:pt x="218" y="165"/>
                      <a:pt x="217" y="166"/>
                    </a:cubicBezTo>
                    <a:cubicBezTo>
                      <a:pt x="213" y="162"/>
                      <a:pt x="207" y="159"/>
                      <a:pt x="200" y="157"/>
                    </a:cubicBezTo>
                    <a:cubicBezTo>
                      <a:pt x="200" y="156"/>
                      <a:pt x="200" y="154"/>
                      <a:pt x="200" y="152"/>
                    </a:cubicBezTo>
                    <a:close/>
                    <a:moveTo>
                      <a:pt x="213" y="99"/>
                    </a:moveTo>
                    <a:cubicBezTo>
                      <a:pt x="217" y="99"/>
                      <a:pt x="221" y="102"/>
                      <a:pt x="224" y="107"/>
                    </a:cubicBezTo>
                    <a:cubicBezTo>
                      <a:pt x="222" y="107"/>
                      <a:pt x="220" y="108"/>
                      <a:pt x="218" y="110"/>
                    </a:cubicBezTo>
                    <a:cubicBezTo>
                      <a:pt x="215" y="113"/>
                      <a:pt x="214" y="118"/>
                      <a:pt x="214" y="123"/>
                    </a:cubicBezTo>
                    <a:cubicBezTo>
                      <a:pt x="214" y="124"/>
                      <a:pt x="214" y="126"/>
                      <a:pt x="214" y="127"/>
                    </a:cubicBezTo>
                    <a:cubicBezTo>
                      <a:pt x="210" y="125"/>
                      <a:pt x="206" y="122"/>
                      <a:pt x="203" y="120"/>
                    </a:cubicBezTo>
                    <a:cubicBezTo>
                      <a:pt x="203" y="119"/>
                      <a:pt x="203" y="118"/>
                      <a:pt x="203" y="117"/>
                    </a:cubicBezTo>
                    <a:cubicBezTo>
                      <a:pt x="203" y="115"/>
                      <a:pt x="203" y="113"/>
                      <a:pt x="202" y="111"/>
                    </a:cubicBezTo>
                    <a:cubicBezTo>
                      <a:pt x="204" y="104"/>
                      <a:pt x="207" y="99"/>
                      <a:pt x="213" y="99"/>
                    </a:cubicBezTo>
                    <a:close/>
                    <a:moveTo>
                      <a:pt x="219" y="170"/>
                    </a:moveTo>
                    <a:cubicBezTo>
                      <a:pt x="221" y="167"/>
                      <a:pt x="222" y="164"/>
                      <a:pt x="222" y="159"/>
                    </a:cubicBezTo>
                    <a:cubicBezTo>
                      <a:pt x="222" y="154"/>
                      <a:pt x="221" y="148"/>
                      <a:pt x="220" y="141"/>
                    </a:cubicBezTo>
                    <a:cubicBezTo>
                      <a:pt x="219" y="139"/>
                      <a:pt x="219" y="137"/>
                      <a:pt x="219" y="135"/>
                    </a:cubicBezTo>
                    <a:cubicBezTo>
                      <a:pt x="222" y="137"/>
                      <a:pt x="224" y="139"/>
                      <a:pt x="226" y="140"/>
                    </a:cubicBezTo>
                    <a:cubicBezTo>
                      <a:pt x="228" y="142"/>
                      <a:pt x="228" y="142"/>
                      <a:pt x="228" y="142"/>
                    </a:cubicBezTo>
                    <a:cubicBezTo>
                      <a:pt x="229" y="142"/>
                      <a:pt x="230" y="142"/>
                      <a:pt x="230" y="143"/>
                    </a:cubicBezTo>
                    <a:cubicBezTo>
                      <a:pt x="230" y="143"/>
                      <a:pt x="230" y="143"/>
                      <a:pt x="230" y="143"/>
                    </a:cubicBezTo>
                    <a:cubicBezTo>
                      <a:pt x="230" y="150"/>
                      <a:pt x="229" y="155"/>
                      <a:pt x="229" y="160"/>
                    </a:cubicBezTo>
                    <a:cubicBezTo>
                      <a:pt x="229" y="165"/>
                      <a:pt x="230" y="169"/>
                      <a:pt x="231" y="171"/>
                    </a:cubicBezTo>
                    <a:cubicBezTo>
                      <a:pt x="235" y="175"/>
                      <a:pt x="239" y="177"/>
                      <a:pt x="243" y="177"/>
                    </a:cubicBezTo>
                    <a:cubicBezTo>
                      <a:pt x="246" y="177"/>
                      <a:pt x="250" y="176"/>
                      <a:pt x="253" y="174"/>
                    </a:cubicBezTo>
                    <a:cubicBezTo>
                      <a:pt x="250" y="182"/>
                      <a:pt x="245" y="188"/>
                      <a:pt x="234" y="190"/>
                    </a:cubicBezTo>
                    <a:cubicBezTo>
                      <a:pt x="227" y="192"/>
                      <a:pt x="221" y="191"/>
                      <a:pt x="216" y="188"/>
                    </a:cubicBezTo>
                    <a:cubicBezTo>
                      <a:pt x="216" y="188"/>
                      <a:pt x="216" y="188"/>
                      <a:pt x="216" y="188"/>
                    </a:cubicBezTo>
                    <a:cubicBezTo>
                      <a:pt x="219" y="183"/>
                      <a:pt x="220" y="179"/>
                      <a:pt x="220" y="175"/>
                    </a:cubicBezTo>
                    <a:cubicBezTo>
                      <a:pt x="220" y="173"/>
                      <a:pt x="220" y="171"/>
                      <a:pt x="219" y="170"/>
                    </a:cubicBezTo>
                    <a:cubicBezTo>
                      <a:pt x="219" y="170"/>
                      <a:pt x="219" y="170"/>
                      <a:pt x="219" y="170"/>
                    </a:cubicBezTo>
                    <a:close/>
                    <a:moveTo>
                      <a:pt x="218" y="123"/>
                    </a:moveTo>
                    <a:cubicBezTo>
                      <a:pt x="218" y="119"/>
                      <a:pt x="218" y="115"/>
                      <a:pt x="220" y="113"/>
                    </a:cubicBezTo>
                    <a:cubicBezTo>
                      <a:pt x="223" y="111"/>
                      <a:pt x="225" y="110"/>
                      <a:pt x="226" y="110"/>
                    </a:cubicBezTo>
                    <a:cubicBezTo>
                      <a:pt x="228" y="112"/>
                      <a:pt x="229" y="115"/>
                      <a:pt x="231" y="117"/>
                    </a:cubicBezTo>
                    <a:cubicBezTo>
                      <a:pt x="231" y="120"/>
                      <a:pt x="231" y="122"/>
                      <a:pt x="231" y="125"/>
                    </a:cubicBezTo>
                    <a:cubicBezTo>
                      <a:pt x="231" y="129"/>
                      <a:pt x="231" y="134"/>
                      <a:pt x="230" y="138"/>
                    </a:cubicBezTo>
                    <a:cubicBezTo>
                      <a:pt x="230" y="138"/>
                      <a:pt x="228" y="137"/>
                      <a:pt x="228" y="137"/>
                    </a:cubicBezTo>
                    <a:cubicBezTo>
                      <a:pt x="225" y="134"/>
                      <a:pt x="222" y="132"/>
                      <a:pt x="218" y="130"/>
                    </a:cubicBezTo>
                    <a:cubicBezTo>
                      <a:pt x="218" y="127"/>
                      <a:pt x="218" y="125"/>
                      <a:pt x="218" y="123"/>
                    </a:cubicBezTo>
                    <a:close/>
                    <a:moveTo>
                      <a:pt x="235" y="127"/>
                    </a:moveTo>
                    <a:cubicBezTo>
                      <a:pt x="237" y="132"/>
                      <a:pt x="238" y="137"/>
                      <a:pt x="240" y="141"/>
                    </a:cubicBezTo>
                    <a:cubicBezTo>
                      <a:pt x="240" y="142"/>
                      <a:pt x="241" y="143"/>
                      <a:pt x="241" y="144"/>
                    </a:cubicBezTo>
                    <a:cubicBezTo>
                      <a:pt x="239" y="143"/>
                      <a:pt x="237" y="142"/>
                      <a:pt x="234" y="141"/>
                    </a:cubicBezTo>
                    <a:cubicBezTo>
                      <a:pt x="235" y="136"/>
                      <a:pt x="235" y="131"/>
                      <a:pt x="235" y="127"/>
                    </a:cubicBezTo>
                    <a:close/>
                    <a:moveTo>
                      <a:pt x="255" y="124"/>
                    </a:moveTo>
                    <a:cubicBezTo>
                      <a:pt x="252" y="122"/>
                      <a:pt x="249" y="120"/>
                      <a:pt x="248" y="115"/>
                    </a:cubicBezTo>
                    <a:cubicBezTo>
                      <a:pt x="247" y="114"/>
                      <a:pt x="247" y="112"/>
                      <a:pt x="247" y="110"/>
                    </a:cubicBezTo>
                    <a:cubicBezTo>
                      <a:pt x="247" y="104"/>
                      <a:pt x="250" y="99"/>
                      <a:pt x="254" y="94"/>
                    </a:cubicBezTo>
                    <a:cubicBezTo>
                      <a:pt x="255" y="96"/>
                      <a:pt x="257" y="98"/>
                      <a:pt x="258" y="100"/>
                    </a:cubicBezTo>
                    <a:cubicBezTo>
                      <a:pt x="260" y="103"/>
                      <a:pt x="262" y="107"/>
                      <a:pt x="263" y="112"/>
                    </a:cubicBezTo>
                    <a:cubicBezTo>
                      <a:pt x="261" y="117"/>
                      <a:pt x="260" y="122"/>
                      <a:pt x="259" y="127"/>
                    </a:cubicBezTo>
                    <a:cubicBezTo>
                      <a:pt x="258" y="126"/>
                      <a:pt x="257" y="125"/>
                      <a:pt x="255" y="124"/>
                    </a:cubicBezTo>
                    <a:close/>
                    <a:moveTo>
                      <a:pt x="334" y="49"/>
                    </a:moveTo>
                    <a:cubicBezTo>
                      <a:pt x="334" y="48"/>
                      <a:pt x="334" y="47"/>
                      <a:pt x="334" y="46"/>
                    </a:cubicBezTo>
                    <a:cubicBezTo>
                      <a:pt x="335" y="40"/>
                      <a:pt x="340" y="35"/>
                      <a:pt x="346" y="32"/>
                    </a:cubicBezTo>
                    <a:cubicBezTo>
                      <a:pt x="350" y="30"/>
                      <a:pt x="354" y="30"/>
                      <a:pt x="358" y="32"/>
                    </a:cubicBezTo>
                    <a:cubicBezTo>
                      <a:pt x="366" y="36"/>
                      <a:pt x="373" y="50"/>
                      <a:pt x="377" y="64"/>
                    </a:cubicBezTo>
                    <a:cubicBezTo>
                      <a:pt x="377" y="64"/>
                      <a:pt x="377" y="64"/>
                      <a:pt x="377" y="64"/>
                    </a:cubicBezTo>
                    <a:cubicBezTo>
                      <a:pt x="376" y="63"/>
                      <a:pt x="375" y="63"/>
                      <a:pt x="374" y="62"/>
                    </a:cubicBezTo>
                    <a:cubicBezTo>
                      <a:pt x="371" y="61"/>
                      <a:pt x="368" y="61"/>
                      <a:pt x="364" y="61"/>
                    </a:cubicBezTo>
                    <a:cubicBezTo>
                      <a:pt x="356" y="56"/>
                      <a:pt x="345" y="52"/>
                      <a:pt x="335" y="53"/>
                    </a:cubicBezTo>
                    <a:cubicBezTo>
                      <a:pt x="334" y="51"/>
                      <a:pt x="334" y="50"/>
                      <a:pt x="334" y="49"/>
                    </a:cubicBezTo>
                    <a:close/>
                    <a:moveTo>
                      <a:pt x="243" y="173"/>
                    </a:moveTo>
                    <a:cubicBezTo>
                      <a:pt x="240" y="173"/>
                      <a:pt x="237" y="171"/>
                      <a:pt x="234" y="168"/>
                    </a:cubicBezTo>
                    <a:cubicBezTo>
                      <a:pt x="234" y="167"/>
                      <a:pt x="233" y="164"/>
                      <a:pt x="233" y="160"/>
                    </a:cubicBezTo>
                    <a:cubicBezTo>
                      <a:pt x="233" y="155"/>
                      <a:pt x="234" y="150"/>
                      <a:pt x="234" y="145"/>
                    </a:cubicBezTo>
                    <a:cubicBezTo>
                      <a:pt x="237" y="147"/>
                      <a:pt x="240" y="148"/>
                      <a:pt x="243" y="148"/>
                    </a:cubicBezTo>
                    <a:cubicBezTo>
                      <a:pt x="246" y="156"/>
                      <a:pt x="249" y="163"/>
                      <a:pt x="252" y="169"/>
                    </a:cubicBezTo>
                    <a:cubicBezTo>
                      <a:pt x="249" y="171"/>
                      <a:pt x="246" y="173"/>
                      <a:pt x="243" y="173"/>
                    </a:cubicBezTo>
                    <a:close/>
                    <a:moveTo>
                      <a:pt x="257" y="143"/>
                    </a:moveTo>
                    <a:cubicBezTo>
                      <a:pt x="256" y="143"/>
                      <a:pt x="256" y="144"/>
                      <a:pt x="256" y="144"/>
                    </a:cubicBezTo>
                    <a:cubicBezTo>
                      <a:pt x="256" y="154"/>
                      <a:pt x="256" y="154"/>
                      <a:pt x="256" y="154"/>
                    </a:cubicBezTo>
                    <a:cubicBezTo>
                      <a:pt x="255" y="158"/>
                      <a:pt x="255" y="162"/>
                      <a:pt x="255" y="166"/>
                    </a:cubicBezTo>
                    <a:cubicBezTo>
                      <a:pt x="252" y="161"/>
                      <a:pt x="249" y="155"/>
                      <a:pt x="247" y="148"/>
                    </a:cubicBezTo>
                    <a:cubicBezTo>
                      <a:pt x="250" y="148"/>
                      <a:pt x="253" y="146"/>
                      <a:pt x="257" y="143"/>
                    </a:cubicBezTo>
                    <a:close/>
                    <a:moveTo>
                      <a:pt x="264" y="120"/>
                    </a:moveTo>
                    <a:cubicBezTo>
                      <a:pt x="265" y="124"/>
                      <a:pt x="265" y="128"/>
                      <a:pt x="265" y="132"/>
                    </a:cubicBezTo>
                    <a:cubicBezTo>
                      <a:pt x="265" y="143"/>
                      <a:pt x="263" y="153"/>
                      <a:pt x="259" y="161"/>
                    </a:cubicBezTo>
                    <a:cubicBezTo>
                      <a:pt x="259" y="159"/>
                      <a:pt x="259" y="156"/>
                      <a:pt x="260" y="154"/>
                    </a:cubicBezTo>
                    <a:cubicBezTo>
                      <a:pt x="260" y="145"/>
                      <a:pt x="260" y="145"/>
                      <a:pt x="260" y="145"/>
                    </a:cubicBezTo>
                    <a:cubicBezTo>
                      <a:pt x="261" y="143"/>
                      <a:pt x="261" y="143"/>
                      <a:pt x="261" y="143"/>
                    </a:cubicBezTo>
                    <a:cubicBezTo>
                      <a:pt x="261" y="141"/>
                      <a:pt x="261" y="137"/>
                      <a:pt x="262" y="133"/>
                    </a:cubicBezTo>
                    <a:cubicBezTo>
                      <a:pt x="262" y="133"/>
                      <a:pt x="262" y="133"/>
                      <a:pt x="262" y="133"/>
                    </a:cubicBezTo>
                    <a:cubicBezTo>
                      <a:pt x="262" y="133"/>
                      <a:pt x="262" y="133"/>
                      <a:pt x="262" y="133"/>
                    </a:cubicBezTo>
                    <a:cubicBezTo>
                      <a:pt x="262" y="129"/>
                      <a:pt x="263" y="125"/>
                      <a:pt x="264" y="120"/>
                    </a:cubicBezTo>
                    <a:close/>
                    <a:moveTo>
                      <a:pt x="273" y="102"/>
                    </a:moveTo>
                    <a:cubicBezTo>
                      <a:pt x="275" y="101"/>
                      <a:pt x="276" y="101"/>
                      <a:pt x="278" y="101"/>
                    </a:cubicBezTo>
                    <a:cubicBezTo>
                      <a:pt x="278" y="111"/>
                      <a:pt x="284" y="118"/>
                      <a:pt x="291" y="123"/>
                    </a:cubicBezTo>
                    <a:cubicBezTo>
                      <a:pt x="291" y="124"/>
                      <a:pt x="291" y="125"/>
                      <a:pt x="291" y="127"/>
                    </a:cubicBezTo>
                    <a:cubicBezTo>
                      <a:pt x="290" y="127"/>
                      <a:pt x="289" y="127"/>
                      <a:pt x="288" y="128"/>
                    </a:cubicBezTo>
                    <a:cubicBezTo>
                      <a:pt x="278" y="132"/>
                      <a:pt x="274" y="140"/>
                      <a:pt x="274" y="148"/>
                    </a:cubicBezTo>
                    <a:cubicBezTo>
                      <a:pt x="274" y="150"/>
                      <a:pt x="274" y="152"/>
                      <a:pt x="275" y="154"/>
                    </a:cubicBezTo>
                    <a:cubicBezTo>
                      <a:pt x="277" y="162"/>
                      <a:pt x="284" y="170"/>
                      <a:pt x="294" y="173"/>
                    </a:cubicBezTo>
                    <a:cubicBezTo>
                      <a:pt x="290" y="180"/>
                      <a:pt x="285" y="185"/>
                      <a:pt x="275" y="185"/>
                    </a:cubicBezTo>
                    <a:cubicBezTo>
                      <a:pt x="268" y="186"/>
                      <a:pt x="262" y="180"/>
                      <a:pt x="257" y="172"/>
                    </a:cubicBezTo>
                    <a:cubicBezTo>
                      <a:pt x="258" y="171"/>
                      <a:pt x="258" y="170"/>
                      <a:pt x="258" y="170"/>
                    </a:cubicBezTo>
                    <a:cubicBezTo>
                      <a:pt x="258" y="169"/>
                      <a:pt x="258" y="169"/>
                      <a:pt x="259" y="169"/>
                    </a:cubicBezTo>
                    <a:cubicBezTo>
                      <a:pt x="266" y="160"/>
                      <a:pt x="269" y="146"/>
                      <a:pt x="269" y="132"/>
                    </a:cubicBezTo>
                    <a:cubicBezTo>
                      <a:pt x="269" y="125"/>
                      <a:pt x="268" y="118"/>
                      <a:pt x="267" y="112"/>
                    </a:cubicBezTo>
                    <a:cubicBezTo>
                      <a:pt x="269" y="108"/>
                      <a:pt x="271" y="104"/>
                      <a:pt x="273" y="102"/>
                    </a:cubicBezTo>
                    <a:close/>
                    <a:moveTo>
                      <a:pt x="282" y="102"/>
                    </a:moveTo>
                    <a:cubicBezTo>
                      <a:pt x="287" y="104"/>
                      <a:pt x="289" y="110"/>
                      <a:pt x="290" y="117"/>
                    </a:cubicBezTo>
                    <a:cubicBezTo>
                      <a:pt x="286" y="113"/>
                      <a:pt x="283" y="109"/>
                      <a:pt x="282" y="102"/>
                    </a:cubicBezTo>
                    <a:close/>
                    <a:moveTo>
                      <a:pt x="284" y="87"/>
                    </a:moveTo>
                    <a:cubicBezTo>
                      <a:pt x="286" y="79"/>
                      <a:pt x="289" y="74"/>
                      <a:pt x="294" y="72"/>
                    </a:cubicBezTo>
                    <a:cubicBezTo>
                      <a:pt x="299" y="69"/>
                      <a:pt x="305" y="69"/>
                      <a:pt x="311" y="72"/>
                    </a:cubicBezTo>
                    <a:cubicBezTo>
                      <a:pt x="312" y="72"/>
                      <a:pt x="312" y="72"/>
                      <a:pt x="312" y="72"/>
                    </a:cubicBezTo>
                    <a:cubicBezTo>
                      <a:pt x="312" y="73"/>
                      <a:pt x="312" y="73"/>
                      <a:pt x="312" y="74"/>
                    </a:cubicBezTo>
                    <a:cubicBezTo>
                      <a:pt x="312" y="82"/>
                      <a:pt x="315" y="91"/>
                      <a:pt x="319" y="99"/>
                    </a:cubicBezTo>
                    <a:cubicBezTo>
                      <a:pt x="316" y="104"/>
                      <a:pt x="314" y="109"/>
                      <a:pt x="314" y="113"/>
                    </a:cubicBezTo>
                    <a:cubicBezTo>
                      <a:pt x="314" y="116"/>
                      <a:pt x="315" y="118"/>
                      <a:pt x="315" y="120"/>
                    </a:cubicBezTo>
                    <a:cubicBezTo>
                      <a:pt x="314" y="121"/>
                      <a:pt x="313" y="121"/>
                      <a:pt x="311" y="121"/>
                    </a:cubicBezTo>
                    <a:cubicBezTo>
                      <a:pt x="307" y="122"/>
                      <a:pt x="303" y="123"/>
                      <a:pt x="299" y="124"/>
                    </a:cubicBezTo>
                    <a:cubicBezTo>
                      <a:pt x="297" y="123"/>
                      <a:pt x="296" y="122"/>
                      <a:pt x="294" y="121"/>
                    </a:cubicBezTo>
                    <a:cubicBezTo>
                      <a:pt x="293" y="109"/>
                      <a:pt x="291" y="100"/>
                      <a:pt x="282" y="97"/>
                    </a:cubicBezTo>
                    <a:cubicBezTo>
                      <a:pt x="282" y="94"/>
                      <a:pt x="283" y="91"/>
                      <a:pt x="284" y="87"/>
                    </a:cubicBezTo>
                    <a:close/>
                    <a:moveTo>
                      <a:pt x="316" y="74"/>
                    </a:moveTo>
                    <a:cubicBezTo>
                      <a:pt x="316" y="74"/>
                      <a:pt x="316" y="74"/>
                      <a:pt x="316" y="74"/>
                    </a:cubicBezTo>
                    <a:cubicBezTo>
                      <a:pt x="322" y="77"/>
                      <a:pt x="327" y="82"/>
                      <a:pt x="330" y="87"/>
                    </a:cubicBezTo>
                    <a:cubicBezTo>
                      <a:pt x="328" y="88"/>
                      <a:pt x="327" y="90"/>
                      <a:pt x="325" y="92"/>
                    </a:cubicBezTo>
                    <a:cubicBezTo>
                      <a:pt x="325" y="92"/>
                      <a:pt x="325" y="92"/>
                      <a:pt x="325" y="92"/>
                    </a:cubicBezTo>
                    <a:cubicBezTo>
                      <a:pt x="324" y="93"/>
                      <a:pt x="323" y="94"/>
                      <a:pt x="322" y="96"/>
                    </a:cubicBezTo>
                    <a:cubicBezTo>
                      <a:pt x="319" y="89"/>
                      <a:pt x="316" y="81"/>
                      <a:pt x="316" y="74"/>
                    </a:cubicBezTo>
                    <a:close/>
                    <a:moveTo>
                      <a:pt x="319" y="64"/>
                    </a:moveTo>
                    <a:cubicBezTo>
                      <a:pt x="321" y="60"/>
                      <a:pt x="325" y="57"/>
                      <a:pt x="331" y="57"/>
                    </a:cubicBezTo>
                    <a:cubicBezTo>
                      <a:pt x="332" y="57"/>
                      <a:pt x="332" y="57"/>
                      <a:pt x="333" y="57"/>
                    </a:cubicBezTo>
                    <a:cubicBezTo>
                      <a:pt x="333" y="57"/>
                      <a:pt x="333" y="57"/>
                      <a:pt x="333" y="57"/>
                    </a:cubicBezTo>
                    <a:cubicBezTo>
                      <a:pt x="338" y="63"/>
                      <a:pt x="348" y="63"/>
                      <a:pt x="358" y="64"/>
                    </a:cubicBezTo>
                    <a:cubicBezTo>
                      <a:pt x="360" y="64"/>
                      <a:pt x="361" y="64"/>
                      <a:pt x="363" y="65"/>
                    </a:cubicBezTo>
                    <a:cubicBezTo>
                      <a:pt x="365" y="66"/>
                      <a:pt x="367" y="67"/>
                      <a:pt x="368" y="68"/>
                    </a:cubicBezTo>
                    <a:cubicBezTo>
                      <a:pt x="369" y="70"/>
                      <a:pt x="370" y="71"/>
                      <a:pt x="371" y="72"/>
                    </a:cubicBezTo>
                    <a:cubicBezTo>
                      <a:pt x="368" y="77"/>
                      <a:pt x="366" y="83"/>
                      <a:pt x="366" y="89"/>
                    </a:cubicBezTo>
                    <a:cubicBezTo>
                      <a:pt x="366" y="92"/>
                      <a:pt x="366" y="94"/>
                      <a:pt x="367" y="97"/>
                    </a:cubicBezTo>
                    <a:cubicBezTo>
                      <a:pt x="368" y="102"/>
                      <a:pt x="372" y="108"/>
                      <a:pt x="376" y="111"/>
                    </a:cubicBezTo>
                    <a:cubicBezTo>
                      <a:pt x="375" y="114"/>
                      <a:pt x="374" y="117"/>
                      <a:pt x="373" y="121"/>
                    </a:cubicBezTo>
                    <a:cubicBezTo>
                      <a:pt x="372" y="114"/>
                      <a:pt x="371" y="107"/>
                      <a:pt x="368" y="102"/>
                    </a:cubicBezTo>
                    <a:cubicBezTo>
                      <a:pt x="363" y="91"/>
                      <a:pt x="350" y="83"/>
                      <a:pt x="339" y="84"/>
                    </a:cubicBezTo>
                    <a:cubicBezTo>
                      <a:pt x="337" y="84"/>
                      <a:pt x="335" y="84"/>
                      <a:pt x="334" y="85"/>
                    </a:cubicBezTo>
                    <a:cubicBezTo>
                      <a:pt x="330" y="79"/>
                      <a:pt x="324" y="73"/>
                      <a:pt x="316" y="69"/>
                    </a:cubicBezTo>
                    <a:cubicBezTo>
                      <a:pt x="317" y="67"/>
                      <a:pt x="317" y="66"/>
                      <a:pt x="319" y="64"/>
                    </a:cubicBezTo>
                    <a:close/>
                    <a:moveTo>
                      <a:pt x="339" y="57"/>
                    </a:moveTo>
                    <a:cubicBezTo>
                      <a:pt x="344" y="57"/>
                      <a:pt x="348" y="58"/>
                      <a:pt x="352" y="60"/>
                    </a:cubicBezTo>
                    <a:cubicBezTo>
                      <a:pt x="347" y="59"/>
                      <a:pt x="343" y="58"/>
                      <a:pt x="339" y="57"/>
                    </a:cubicBezTo>
                    <a:close/>
                    <a:moveTo>
                      <a:pt x="372" y="27"/>
                    </a:moveTo>
                    <a:cubicBezTo>
                      <a:pt x="370" y="24"/>
                      <a:pt x="370" y="24"/>
                      <a:pt x="370" y="24"/>
                    </a:cubicBezTo>
                    <a:cubicBezTo>
                      <a:pt x="366" y="18"/>
                      <a:pt x="363" y="13"/>
                      <a:pt x="363" y="10"/>
                    </a:cubicBezTo>
                    <a:cubicBezTo>
                      <a:pt x="363" y="8"/>
                      <a:pt x="364" y="7"/>
                      <a:pt x="365" y="6"/>
                    </a:cubicBezTo>
                    <a:cubicBezTo>
                      <a:pt x="366" y="5"/>
                      <a:pt x="368" y="5"/>
                      <a:pt x="371" y="5"/>
                    </a:cubicBezTo>
                    <a:cubicBezTo>
                      <a:pt x="379" y="7"/>
                      <a:pt x="389" y="19"/>
                      <a:pt x="391" y="23"/>
                    </a:cubicBezTo>
                    <a:cubicBezTo>
                      <a:pt x="393" y="27"/>
                      <a:pt x="394" y="31"/>
                      <a:pt x="394" y="34"/>
                    </a:cubicBezTo>
                    <a:cubicBezTo>
                      <a:pt x="394" y="40"/>
                      <a:pt x="392" y="45"/>
                      <a:pt x="388" y="50"/>
                    </a:cubicBezTo>
                    <a:cubicBezTo>
                      <a:pt x="382" y="42"/>
                      <a:pt x="376" y="35"/>
                      <a:pt x="372" y="27"/>
                    </a:cubicBezTo>
                    <a:close/>
                    <a:moveTo>
                      <a:pt x="371" y="66"/>
                    </a:moveTo>
                    <a:cubicBezTo>
                      <a:pt x="372" y="66"/>
                      <a:pt x="372" y="66"/>
                      <a:pt x="372" y="66"/>
                    </a:cubicBezTo>
                    <a:cubicBezTo>
                      <a:pt x="373" y="66"/>
                      <a:pt x="374" y="67"/>
                      <a:pt x="375" y="67"/>
                    </a:cubicBezTo>
                    <a:cubicBezTo>
                      <a:pt x="374" y="68"/>
                      <a:pt x="374" y="68"/>
                      <a:pt x="374" y="69"/>
                    </a:cubicBezTo>
                    <a:cubicBezTo>
                      <a:pt x="373" y="68"/>
                      <a:pt x="372" y="67"/>
                      <a:pt x="371" y="66"/>
                    </a:cubicBezTo>
                    <a:close/>
                    <a:moveTo>
                      <a:pt x="318" y="114"/>
                    </a:moveTo>
                    <a:cubicBezTo>
                      <a:pt x="318" y="110"/>
                      <a:pt x="319" y="107"/>
                      <a:pt x="321" y="103"/>
                    </a:cubicBezTo>
                    <a:cubicBezTo>
                      <a:pt x="321" y="104"/>
                      <a:pt x="321" y="104"/>
                      <a:pt x="321" y="104"/>
                    </a:cubicBezTo>
                    <a:cubicBezTo>
                      <a:pt x="322" y="109"/>
                      <a:pt x="323" y="113"/>
                      <a:pt x="325" y="118"/>
                    </a:cubicBezTo>
                    <a:cubicBezTo>
                      <a:pt x="323" y="118"/>
                      <a:pt x="321" y="119"/>
                      <a:pt x="319" y="119"/>
                    </a:cubicBezTo>
                    <a:cubicBezTo>
                      <a:pt x="319" y="117"/>
                      <a:pt x="318" y="116"/>
                      <a:pt x="318" y="114"/>
                    </a:cubicBezTo>
                    <a:close/>
                    <a:moveTo>
                      <a:pt x="333" y="91"/>
                    </a:moveTo>
                    <a:cubicBezTo>
                      <a:pt x="335" y="94"/>
                      <a:pt x="336" y="97"/>
                      <a:pt x="338" y="100"/>
                    </a:cubicBezTo>
                    <a:cubicBezTo>
                      <a:pt x="339" y="102"/>
                      <a:pt x="340" y="104"/>
                      <a:pt x="341" y="106"/>
                    </a:cubicBezTo>
                    <a:cubicBezTo>
                      <a:pt x="338" y="110"/>
                      <a:pt x="335" y="112"/>
                      <a:pt x="332" y="114"/>
                    </a:cubicBezTo>
                    <a:cubicBezTo>
                      <a:pt x="332" y="113"/>
                      <a:pt x="331" y="113"/>
                      <a:pt x="331" y="112"/>
                    </a:cubicBezTo>
                    <a:cubicBezTo>
                      <a:pt x="330" y="111"/>
                      <a:pt x="328" y="107"/>
                      <a:pt x="325" y="103"/>
                    </a:cubicBezTo>
                    <a:cubicBezTo>
                      <a:pt x="325" y="103"/>
                      <a:pt x="325" y="103"/>
                      <a:pt x="325" y="103"/>
                    </a:cubicBezTo>
                    <a:cubicBezTo>
                      <a:pt x="325" y="101"/>
                      <a:pt x="325" y="100"/>
                      <a:pt x="326" y="99"/>
                    </a:cubicBezTo>
                    <a:cubicBezTo>
                      <a:pt x="326" y="97"/>
                      <a:pt x="327" y="96"/>
                      <a:pt x="328" y="95"/>
                    </a:cubicBezTo>
                    <a:cubicBezTo>
                      <a:pt x="330" y="93"/>
                      <a:pt x="331" y="92"/>
                      <a:pt x="333" y="91"/>
                    </a:cubicBezTo>
                    <a:close/>
                    <a:moveTo>
                      <a:pt x="278" y="153"/>
                    </a:moveTo>
                    <a:cubicBezTo>
                      <a:pt x="278" y="151"/>
                      <a:pt x="278" y="150"/>
                      <a:pt x="278" y="148"/>
                    </a:cubicBezTo>
                    <a:cubicBezTo>
                      <a:pt x="278" y="141"/>
                      <a:pt x="282" y="135"/>
                      <a:pt x="290" y="131"/>
                    </a:cubicBezTo>
                    <a:cubicBezTo>
                      <a:pt x="290" y="131"/>
                      <a:pt x="291" y="131"/>
                      <a:pt x="291" y="131"/>
                    </a:cubicBezTo>
                    <a:cubicBezTo>
                      <a:pt x="291" y="133"/>
                      <a:pt x="291" y="134"/>
                      <a:pt x="291" y="136"/>
                    </a:cubicBezTo>
                    <a:cubicBezTo>
                      <a:pt x="291" y="148"/>
                      <a:pt x="292" y="160"/>
                      <a:pt x="295" y="169"/>
                    </a:cubicBezTo>
                    <a:cubicBezTo>
                      <a:pt x="295" y="170"/>
                      <a:pt x="295" y="170"/>
                      <a:pt x="295" y="170"/>
                    </a:cubicBezTo>
                    <a:cubicBezTo>
                      <a:pt x="287" y="167"/>
                      <a:pt x="280" y="160"/>
                      <a:pt x="278" y="153"/>
                    </a:cubicBezTo>
                    <a:close/>
                    <a:moveTo>
                      <a:pt x="298" y="128"/>
                    </a:moveTo>
                    <a:cubicBezTo>
                      <a:pt x="304" y="133"/>
                      <a:pt x="310" y="138"/>
                      <a:pt x="314" y="145"/>
                    </a:cubicBezTo>
                    <a:cubicBezTo>
                      <a:pt x="311" y="144"/>
                      <a:pt x="308" y="144"/>
                      <a:pt x="307" y="144"/>
                    </a:cubicBezTo>
                    <a:cubicBezTo>
                      <a:pt x="301" y="145"/>
                      <a:pt x="300" y="152"/>
                      <a:pt x="298" y="159"/>
                    </a:cubicBezTo>
                    <a:cubicBezTo>
                      <a:pt x="298" y="160"/>
                      <a:pt x="298" y="161"/>
                      <a:pt x="297" y="163"/>
                    </a:cubicBezTo>
                    <a:cubicBezTo>
                      <a:pt x="295" y="155"/>
                      <a:pt x="295" y="145"/>
                      <a:pt x="295" y="136"/>
                    </a:cubicBezTo>
                    <a:cubicBezTo>
                      <a:pt x="295" y="134"/>
                      <a:pt x="295" y="132"/>
                      <a:pt x="295" y="129"/>
                    </a:cubicBezTo>
                    <a:cubicBezTo>
                      <a:pt x="296" y="129"/>
                      <a:pt x="297" y="129"/>
                      <a:pt x="298" y="128"/>
                    </a:cubicBezTo>
                    <a:close/>
                    <a:moveTo>
                      <a:pt x="312" y="125"/>
                    </a:moveTo>
                    <a:cubicBezTo>
                      <a:pt x="313" y="125"/>
                      <a:pt x="315" y="125"/>
                      <a:pt x="316" y="124"/>
                    </a:cubicBezTo>
                    <a:cubicBezTo>
                      <a:pt x="317" y="127"/>
                      <a:pt x="319" y="130"/>
                      <a:pt x="320" y="132"/>
                    </a:cubicBezTo>
                    <a:cubicBezTo>
                      <a:pt x="322" y="136"/>
                      <a:pt x="325" y="142"/>
                      <a:pt x="327" y="148"/>
                    </a:cubicBezTo>
                    <a:cubicBezTo>
                      <a:pt x="324" y="147"/>
                      <a:pt x="321" y="147"/>
                      <a:pt x="319" y="146"/>
                    </a:cubicBezTo>
                    <a:cubicBezTo>
                      <a:pt x="316" y="137"/>
                      <a:pt x="309" y="132"/>
                      <a:pt x="303" y="127"/>
                    </a:cubicBezTo>
                    <a:cubicBezTo>
                      <a:pt x="306" y="126"/>
                      <a:pt x="309" y="126"/>
                      <a:pt x="312" y="125"/>
                    </a:cubicBezTo>
                    <a:close/>
                    <a:moveTo>
                      <a:pt x="302" y="160"/>
                    </a:moveTo>
                    <a:cubicBezTo>
                      <a:pt x="303" y="154"/>
                      <a:pt x="305" y="149"/>
                      <a:pt x="308" y="148"/>
                    </a:cubicBezTo>
                    <a:cubicBezTo>
                      <a:pt x="309" y="148"/>
                      <a:pt x="312" y="148"/>
                      <a:pt x="316" y="149"/>
                    </a:cubicBezTo>
                    <a:cubicBezTo>
                      <a:pt x="316" y="150"/>
                      <a:pt x="317" y="150"/>
                      <a:pt x="317" y="150"/>
                    </a:cubicBezTo>
                    <a:cubicBezTo>
                      <a:pt x="318" y="159"/>
                      <a:pt x="318" y="159"/>
                      <a:pt x="318" y="159"/>
                    </a:cubicBezTo>
                    <a:cubicBezTo>
                      <a:pt x="318" y="161"/>
                      <a:pt x="319" y="164"/>
                      <a:pt x="319" y="167"/>
                    </a:cubicBezTo>
                    <a:cubicBezTo>
                      <a:pt x="315" y="168"/>
                      <a:pt x="311" y="170"/>
                      <a:pt x="306" y="171"/>
                    </a:cubicBezTo>
                    <a:cubicBezTo>
                      <a:pt x="304" y="171"/>
                      <a:pt x="302" y="171"/>
                      <a:pt x="300" y="170"/>
                    </a:cubicBezTo>
                    <a:cubicBezTo>
                      <a:pt x="300" y="170"/>
                      <a:pt x="300" y="170"/>
                      <a:pt x="300" y="169"/>
                    </a:cubicBezTo>
                    <a:cubicBezTo>
                      <a:pt x="301" y="166"/>
                      <a:pt x="301" y="163"/>
                      <a:pt x="302" y="160"/>
                    </a:cubicBezTo>
                    <a:close/>
                    <a:moveTo>
                      <a:pt x="327" y="121"/>
                    </a:moveTo>
                    <a:cubicBezTo>
                      <a:pt x="328" y="124"/>
                      <a:pt x="329" y="126"/>
                      <a:pt x="330" y="127"/>
                    </a:cubicBezTo>
                    <a:cubicBezTo>
                      <a:pt x="331" y="130"/>
                      <a:pt x="333" y="133"/>
                      <a:pt x="336" y="136"/>
                    </a:cubicBezTo>
                    <a:cubicBezTo>
                      <a:pt x="336" y="137"/>
                      <a:pt x="336" y="139"/>
                      <a:pt x="336" y="140"/>
                    </a:cubicBezTo>
                    <a:cubicBezTo>
                      <a:pt x="336" y="143"/>
                      <a:pt x="335" y="147"/>
                      <a:pt x="334" y="150"/>
                    </a:cubicBezTo>
                    <a:cubicBezTo>
                      <a:pt x="333" y="150"/>
                      <a:pt x="332" y="149"/>
                      <a:pt x="332" y="149"/>
                    </a:cubicBezTo>
                    <a:cubicBezTo>
                      <a:pt x="329" y="142"/>
                      <a:pt x="326" y="135"/>
                      <a:pt x="324" y="130"/>
                    </a:cubicBezTo>
                    <a:cubicBezTo>
                      <a:pt x="322" y="128"/>
                      <a:pt x="321" y="126"/>
                      <a:pt x="320" y="123"/>
                    </a:cubicBezTo>
                    <a:cubicBezTo>
                      <a:pt x="322" y="123"/>
                      <a:pt x="325" y="122"/>
                      <a:pt x="327" y="121"/>
                    </a:cubicBezTo>
                    <a:close/>
                    <a:moveTo>
                      <a:pt x="330" y="119"/>
                    </a:moveTo>
                    <a:cubicBezTo>
                      <a:pt x="331" y="121"/>
                      <a:pt x="332" y="122"/>
                      <a:pt x="332" y="124"/>
                    </a:cubicBezTo>
                    <a:cubicBezTo>
                      <a:pt x="332" y="122"/>
                      <a:pt x="331" y="121"/>
                      <a:pt x="330" y="120"/>
                    </a:cubicBezTo>
                    <a:cubicBezTo>
                      <a:pt x="330" y="120"/>
                      <a:pt x="330" y="120"/>
                      <a:pt x="330" y="119"/>
                    </a:cubicBezTo>
                    <a:close/>
                    <a:moveTo>
                      <a:pt x="322" y="158"/>
                    </a:moveTo>
                    <a:cubicBezTo>
                      <a:pt x="322" y="158"/>
                      <a:pt x="321" y="153"/>
                      <a:pt x="321" y="150"/>
                    </a:cubicBezTo>
                    <a:cubicBezTo>
                      <a:pt x="323" y="151"/>
                      <a:pt x="326" y="152"/>
                      <a:pt x="328" y="153"/>
                    </a:cubicBezTo>
                    <a:cubicBezTo>
                      <a:pt x="329" y="154"/>
                      <a:pt x="329" y="156"/>
                      <a:pt x="330" y="158"/>
                    </a:cubicBezTo>
                    <a:cubicBezTo>
                      <a:pt x="328" y="161"/>
                      <a:pt x="326" y="163"/>
                      <a:pt x="323" y="165"/>
                    </a:cubicBezTo>
                    <a:cubicBezTo>
                      <a:pt x="323" y="163"/>
                      <a:pt x="322" y="160"/>
                      <a:pt x="322" y="158"/>
                    </a:cubicBezTo>
                    <a:close/>
                    <a:moveTo>
                      <a:pt x="340" y="141"/>
                    </a:moveTo>
                    <a:cubicBezTo>
                      <a:pt x="343" y="145"/>
                      <a:pt x="347" y="149"/>
                      <a:pt x="351" y="150"/>
                    </a:cubicBezTo>
                    <a:cubicBezTo>
                      <a:pt x="351" y="152"/>
                      <a:pt x="352" y="153"/>
                      <a:pt x="352" y="154"/>
                    </a:cubicBezTo>
                    <a:cubicBezTo>
                      <a:pt x="347" y="153"/>
                      <a:pt x="343" y="152"/>
                      <a:pt x="338" y="151"/>
                    </a:cubicBezTo>
                    <a:cubicBezTo>
                      <a:pt x="339" y="148"/>
                      <a:pt x="340" y="145"/>
                      <a:pt x="340" y="141"/>
                    </a:cubicBezTo>
                    <a:close/>
                    <a:moveTo>
                      <a:pt x="343" y="110"/>
                    </a:moveTo>
                    <a:cubicBezTo>
                      <a:pt x="344" y="111"/>
                      <a:pt x="345" y="113"/>
                      <a:pt x="346" y="115"/>
                    </a:cubicBezTo>
                    <a:cubicBezTo>
                      <a:pt x="349" y="118"/>
                      <a:pt x="351" y="120"/>
                      <a:pt x="354" y="123"/>
                    </a:cubicBezTo>
                    <a:cubicBezTo>
                      <a:pt x="353" y="124"/>
                      <a:pt x="353" y="125"/>
                      <a:pt x="353" y="127"/>
                    </a:cubicBezTo>
                    <a:cubicBezTo>
                      <a:pt x="352" y="132"/>
                      <a:pt x="350" y="138"/>
                      <a:pt x="350" y="144"/>
                    </a:cubicBezTo>
                    <a:cubicBezTo>
                      <a:pt x="350" y="144"/>
                      <a:pt x="350" y="145"/>
                      <a:pt x="350" y="145"/>
                    </a:cubicBezTo>
                    <a:cubicBezTo>
                      <a:pt x="347" y="143"/>
                      <a:pt x="343" y="139"/>
                      <a:pt x="339" y="134"/>
                    </a:cubicBezTo>
                    <a:cubicBezTo>
                      <a:pt x="339" y="129"/>
                      <a:pt x="337" y="123"/>
                      <a:pt x="334" y="117"/>
                    </a:cubicBezTo>
                    <a:cubicBezTo>
                      <a:pt x="337" y="115"/>
                      <a:pt x="340" y="113"/>
                      <a:pt x="343" y="110"/>
                    </a:cubicBezTo>
                    <a:close/>
                    <a:moveTo>
                      <a:pt x="341" y="89"/>
                    </a:moveTo>
                    <a:cubicBezTo>
                      <a:pt x="345" y="90"/>
                      <a:pt x="349" y="93"/>
                      <a:pt x="352" y="97"/>
                    </a:cubicBezTo>
                    <a:cubicBezTo>
                      <a:pt x="355" y="101"/>
                      <a:pt x="355" y="106"/>
                      <a:pt x="355" y="110"/>
                    </a:cubicBezTo>
                    <a:cubicBezTo>
                      <a:pt x="355" y="113"/>
                      <a:pt x="355" y="115"/>
                      <a:pt x="355" y="118"/>
                    </a:cubicBezTo>
                    <a:cubicBezTo>
                      <a:pt x="353" y="116"/>
                      <a:pt x="351" y="114"/>
                      <a:pt x="350" y="112"/>
                    </a:cubicBezTo>
                    <a:cubicBezTo>
                      <a:pt x="346" y="108"/>
                      <a:pt x="344" y="103"/>
                      <a:pt x="341" y="98"/>
                    </a:cubicBezTo>
                    <a:cubicBezTo>
                      <a:pt x="340" y="95"/>
                      <a:pt x="338" y="93"/>
                      <a:pt x="337" y="90"/>
                    </a:cubicBezTo>
                    <a:cubicBezTo>
                      <a:pt x="338" y="90"/>
                      <a:pt x="340" y="89"/>
                      <a:pt x="341" y="89"/>
                    </a:cubicBezTo>
                    <a:close/>
                    <a:moveTo>
                      <a:pt x="354" y="144"/>
                    </a:moveTo>
                    <a:cubicBezTo>
                      <a:pt x="354" y="138"/>
                      <a:pt x="355" y="133"/>
                      <a:pt x="357" y="128"/>
                    </a:cubicBezTo>
                    <a:cubicBezTo>
                      <a:pt x="357" y="127"/>
                      <a:pt x="357" y="126"/>
                      <a:pt x="357" y="125"/>
                    </a:cubicBezTo>
                    <a:cubicBezTo>
                      <a:pt x="361" y="128"/>
                      <a:pt x="365" y="130"/>
                      <a:pt x="369" y="132"/>
                    </a:cubicBezTo>
                    <a:cubicBezTo>
                      <a:pt x="366" y="140"/>
                      <a:pt x="361" y="148"/>
                      <a:pt x="355" y="147"/>
                    </a:cubicBezTo>
                    <a:cubicBezTo>
                      <a:pt x="355" y="147"/>
                      <a:pt x="355" y="147"/>
                      <a:pt x="355" y="147"/>
                    </a:cubicBezTo>
                    <a:cubicBezTo>
                      <a:pt x="354" y="146"/>
                      <a:pt x="354" y="145"/>
                      <a:pt x="354" y="144"/>
                    </a:cubicBezTo>
                    <a:close/>
                    <a:moveTo>
                      <a:pt x="359" y="110"/>
                    </a:moveTo>
                    <a:cubicBezTo>
                      <a:pt x="359" y="105"/>
                      <a:pt x="358" y="100"/>
                      <a:pt x="355" y="95"/>
                    </a:cubicBezTo>
                    <a:cubicBezTo>
                      <a:pt x="354" y="94"/>
                      <a:pt x="354" y="93"/>
                      <a:pt x="353" y="92"/>
                    </a:cubicBezTo>
                    <a:cubicBezTo>
                      <a:pt x="358" y="94"/>
                      <a:pt x="362" y="99"/>
                      <a:pt x="365" y="104"/>
                    </a:cubicBezTo>
                    <a:cubicBezTo>
                      <a:pt x="368" y="110"/>
                      <a:pt x="370" y="118"/>
                      <a:pt x="370" y="127"/>
                    </a:cubicBezTo>
                    <a:cubicBezTo>
                      <a:pt x="370" y="127"/>
                      <a:pt x="370" y="128"/>
                      <a:pt x="370" y="128"/>
                    </a:cubicBezTo>
                    <a:cubicBezTo>
                      <a:pt x="366" y="126"/>
                      <a:pt x="362" y="124"/>
                      <a:pt x="358" y="121"/>
                    </a:cubicBezTo>
                    <a:cubicBezTo>
                      <a:pt x="359" y="118"/>
                      <a:pt x="359" y="114"/>
                      <a:pt x="359" y="110"/>
                    </a:cubicBezTo>
                    <a:close/>
                    <a:moveTo>
                      <a:pt x="371" y="96"/>
                    </a:moveTo>
                    <a:cubicBezTo>
                      <a:pt x="370" y="93"/>
                      <a:pt x="370" y="91"/>
                      <a:pt x="370" y="89"/>
                    </a:cubicBezTo>
                    <a:cubicBezTo>
                      <a:pt x="370" y="84"/>
                      <a:pt x="371" y="80"/>
                      <a:pt x="374" y="76"/>
                    </a:cubicBezTo>
                    <a:cubicBezTo>
                      <a:pt x="378" y="81"/>
                      <a:pt x="379" y="88"/>
                      <a:pt x="379" y="94"/>
                    </a:cubicBezTo>
                    <a:cubicBezTo>
                      <a:pt x="379" y="98"/>
                      <a:pt x="379" y="103"/>
                      <a:pt x="378" y="107"/>
                    </a:cubicBezTo>
                    <a:cubicBezTo>
                      <a:pt x="374" y="104"/>
                      <a:pt x="372" y="100"/>
                      <a:pt x="371" y="96"/>
                    </a:cubicBezTo>
                    <a:close/>
                    <a:moveTo>
                      <a:pt x="378" y="69"/>
                    </a:moveTo>
                    <a:cubicBezTo>
                      <a:pt x="379" y="69"/>
                      <a:pt x="379" y="69"/>
                      <a:pt x="379" y="70"/>
                    </a:cubicBezTo>
                    <a:cubicBezTo>
                      <a:pt x="380" y="73"/>
                      <a:pt x="381" y="75"/>
                      <a:pt x="382" y="78"/>
                    </a:cubicBezTo>
                    <a:cubicBezTo>
                      <a:pt x="384" y="86"/>
                      <a:pt x="384" y="86"/>
                      <a:pt x="384" y="86"/>
                    </a:cubicBezTo>
                    <a:cubicBezTo>
                      <a:pt x="386" y="91"/>
                      <a:pt x="386" y="91"/>
                      <a:pt x="386" y="91"/>
                    </a:cubicBezTo>
                    <a:cubicBezTo>
                      <a:pt x="388" y="97"/>
                      <a:pt x="391" y="104"/>
                      <a:pt x="392" y="111"/>
                    </a:cubicBezTo>
                    <a:cubicBezTo>
                      <a:pt x="391" y="111"/>
                      <a:pt x="390" y="112"/>
                      <a:pt x="388" y="112"/>
                    </a:cubicBezTo>
                    <a:cubicBezTo>
                      <a:pt x="386" y="112"/>
                      <a:pt x="383" y="111"/>
                      <a:pt x="381" y="110"/>
                    </a:cubicBezTo>
                    <a:cubicBezTo>
                      <a:pt x="382" y="105"/>
                      <a:pt x="383" y="99"/>
                      <a:pt x="383" y="94"/>
                    </a:cubicBezTo>
                    <a:cubicBezTo>
                      <a:pt x="383" y="87"/>
                      <a:pt x="381" y="79"/>
                      <a:pt x="376" y="72"/>
                    </a:cubicBezTo>
                    <a:cubicBezTo>
                      <a:pt x="377" y="71"/>
                      <a:pt x="378" y="70"/>
                      <a:pt x="378" y="69"/>
                    </a:cubicBezTo>
                    <a:close/>
                    <a:moveTo>
                      <a:pt x="390" y="90"/>
                    </a:moveTo>
                    <a:cubicBezTo>
                      <a:pt x="388" y="85"/>
                      <a:pt x="388" y="85"/>
                      <a:pt x="388" y="85"/>
                    </a:cubicBezTo>
                    <a:cubicBezTo>
                      <a:pt x="386" y="77"/>
                      <a:pt x="386" y="77"/>
                      <a:pt x="386" y="77"/>
                    </a:cubicBezTo>
                    <a:cubicBezTo>
                      <a:pt x="385" y="76"/>
                      <a:pt x="385" y="75"/>
                      <a:pt x="385" y="74"/>
                    </a:cubicBezTo>
                    <a:cubicBezTo>
                      <a:pt x="392" y="80"/>
                      <a:pt x="398" y="89"/>
                      <a:pt x="398" y="97"/>
                    </a:cubicBezTo>
                    <a:cubicBezTo>
                      <a:pt x="398" y="99"/>
                      <a:pt x="398" y="100"/>
                      <a:pt x="398" y="101"/>
                    </a:cubicBezTo>
                    <a:cubicBezTo>
                      <a:pt x="397" y="103"/>
                      <a:pt x="396" y="105"/>
                      <a:pt x="395" y="107"/>
                    </a:cubicBezTo>
                    <a:cubicBezTo>
                      <a:pt x="394" y="101"/>
                      <a:pt x="392" y="95"/>
                      <a:pt x="390" y="90"/>
                    </a:cubicBezTo>
                    <a:close/>
                    <a:moveTo>
                      <a:pt x="384" y="62"/>
                    </a:moveTo>
                    <a:cubicBezTo>
                      <a:pt x="385" y="60"/>
                      <a:pt x="387" y="58"/>
                      <a:pt x="389" y="56"/>
                    </a:cubicBezTo>
                    <a:cubicBezTo>
                      <a:pt x="394" y="62"/>
                      <a:pt x="399" y="69"/>
                      <a:pt x="402" y="76"/>
                    </a:cubicBezTo>
                    <a:cubicBezTo>
                      <a:pt x="400" y="76"/>
                      <a:pt x="397" y="76"/>
                      <a:pt x="394" y="77"/>
                    </a:cubicBezTo>
                    <a:cubicBezTo>
                      <a:pt x="394" y="77"/>
                      <a:pt x="394" y="77"/>
                      <a:pt x="394" y="77"/>
                    </a:cubicBezTo>
                    <a:cubicBezTo>
                      <a:pt x="390" y="73"/>
                      <a:pt x="387" y="70"/>
                      <a:pt x="383" y="67"/>
                    </a:cubicBezTo>
                    <a:cubicBezTo>
                      <a:pt x="382" y="66"/>
                      <a:pt x="382" y="65"/>
                      <a:pt x="382" y="64"/>
                    </a:cubicBezTo>
                    <a:cubicBezTo>
                      <a:pt x="383" y="64"/>
                      <a:pt x="383" y="63"/>
                      <a:pt x="384" y="62"/>
                    </a:cubicBezTo>
                    <a:close/>
                    <a:moveTo>
                      <a:pt x="376" y="126"/>
                    </a:moveTo>
                    <a:cubicBezTo>
                      <a:pt x="377" y="123"/>
                      <a:pt x="377" y="123"/>
                      <a:pt x="377" y="123"/>
                    </a:cubicBezTo>
                    <a:cubicBezTo>
                      <a:pt x="378" y="120"/>
                      <a:pt x="379" y="117"/>
                      <a:pt x="380" y="114"/>
                    </a:cubicBezTo>
                    <a:cubicBezTo>
                      <a:pt x="383" y="115"/>
                      <a:pt x="385" y="116"/>
                      <a:pt x="388" y="116"/>
                    </a:cubicBezTo>
                    <a:cubicBezTo>
                      <a:pt x="389" y="116"/>
                      <a:pt x="391" y="116"/>
                      <a:pt x="393" y="115"/>
                    </a:cubicBezTo>
                    <a:cubicBezTo>
                      <a:pt x="394" y="119"/>
                      <a:pt x="395" y="123"/>
                      <a:pt x="395" y="127"/>
                    </a:cubicBezTo>
                    <a:cubicBezTo>
                      <a:pt x="394" y="128"/>
                      <a:pt x="392" y="129"/>
                      <a:pt x="390" y="129"/>
                    </a:cubicBezTo>
                    <a:cubicBezTo>
                      <a:pt x="385" y="131"/>
                      <a:pt x="380" y="131"/>
                      <a:pt x="374" y="129"/>
                    </a:cubicBezTo>
                    <a:cubicBezTo>
                      <a:pt x="375" y="128"/>
                      <a:pt x="375" y="127"/>
                      <a:pt x="376" y="126"/>
                    </a:cubicBezTo>
                    <a:close/>
                    <a:moveTo>
                      <a:pt x="405" y="80"/>
                    </a:moveTo>
                    <a:cubicBezTo>
                      <a:pt x="407" y="86"/>
                      <a:pt x="409" y="92"/>
                      <a:pt x="409" y="99"/>
                    </a:cubicBezTo>
                    <a:cubicBezTo>
                      <a:pt x="409" y="99"/>
                      <a:pt x="409" y="100"/>
                      <a:pt x="409" y="100"/>
                    </a:cubicBezTo>
                    <a:cubicBezTo>
                      <a:pt x="409" y="111"/>
                      <a:pt x="405" y="119"/>
                      <a:pt x="399" y="125"/>
                    </a:cubicBezTo>
                    <a:cubicBezTo>
                      <a:pt x="398" y="120"/>
                      <a:pt x="398" y="116"/>
                      <a:pt x="397" y="112"/>
                    </a:cubicBezTo>
                    <a:cubicBezTo>
                      <a:pt x="399" y="110"/>
                      <a:pt x="401" y="107"/>
                      <a:pt x="402" y="102"/>
                    </a:cubicBezTo>
                    <a:cubicBezTo>
                      <a:pt x="402" y="100"/>
                      <a:pt x="402" y="99"/>
                      <a:pt x="402" y="97"/>
                    </a:cubicBezTo>
                    <a:cubicBezTo>
                      <a:pt x="402" y="92"/>
                      <a:pt x="400" y="86"/>
                      <a:pt x="396" y="81"/>
                    </a:cubicBezTo>
                    <a:cubicBezTo>
                      <a:pt x="399" y="80"/>
                      <a:pt x="402" y="80"/>
                      <a:pt x="405" y="80"/>
                    </a:cubicBezTo>
                    <a:close/>
                    <a:moveTo>
                      <a:pt x="307" y="175"/>
                    </a:moveTo>
                    <a:cubicBezTo>
                      <a:pt x="312" y="174"/>
                      <a:pt x="316" y="172"/>
                      <a:pt x="320" y="171"/>
                    </a:cubicBezTo>
                    <a:cubicBezTo>
                      <a:pt x="321" y="173"/>
                      <a:pt x="322" y="175"/>
                      <a:pt x="323" y="176"/>
                    </a:cubicBezTo>
                    <a:cubicBezTo>
                      <a:pt x="323" y="177"/>
                      <a:pt x="324" y="177"/>
                      <a:pt x="325" y="178"/>
                    </a:cubicBezTo>
                    <a:cubicBezTo>
                      <a:pt x="323" y="179"/>
                      <a:pt x="320" y="180"/>
                      <a:pt x="316" y="180"/>
                    </a:cubicBezTo>
                    <a:cubicBezTo>
                      <a:pt x="310" y="180"/>
                      <a:pt x="306" y="178"/>
                      <a:pt x="303" y="175"/>
                    </a:cubicBezTo>
                    <a:cubicBezTo>
                      <a:pt x="305" y="175"/>
                      <a:pt x="306" y="175"/>
                      <a:pt x="307" y="175"/>
                    </a:cubicBezTo>
                    <a:close/>
                    <a:moveTo>
                      <a:pt x="330" y="164"/>
                    </a:moveTo>
                    <a:cubicBezTo>
                      <a:pt x="330" y="164"/>
                      <a:pt x="331" y="165"/>
                      <a:pt x="331" y="165"/>
                    </a:cubicBezTo>
                    <a:cubicBezTo>
                      <a:pt x="331" y="169"/>
                      <a:pt x="330" y="172"/>
                      <a:pt x="329" y="174"/>
                    </a:cubicBezTo>
                    <a:cubicBezTo>
                      <a:pt x="328" y="174"/>
                      <a:pt x="328" y="175"/>
                      <a:pt x="328" y="175"/>
                    </a:cubicBezTo>
                    <a:cubicBezTo>
                      <a:pt x="327" y="175"/>
                      <a:pt x="326" y="174"/>
                      <a:pt x="326" y="173"/>
                    </a:cubicBezTo>
                    <a:cubicBezTo>
                      <a:pt x="325" y="173"/>
                      <a:pt x="324" y="171"/>
                      <a:pt x="324" y="169"/>
                    </a:cubicBezTo>
                    <a:cubicBezTo>
                      <a:pt x="326" y="167"/>
                      <a:pt x="328" y="166"/>
                      <a:pt x="330" y="164"/>
                    </a:cubicBezTo>
                    <a:close/>
                    <a:moveTo>
                      <a:pt x="337" y="155"/>
                    </a:moveTo>
                    <a:cubicBezTo>
                      <a:pt x="343" y="156"/>
                      <a:pt x="349" y="158"/>
                      <a:pt x="355" y="159"/>
                    </a:cubicBezTo>
                    <a:cubicBezTo>
                      <a:pt x="355" y="159"/>
                      <a:pt x="355" y="160"/>
                      <a:pt x="356" y="160"/>
                    </a:cubicBezTo>
                    <a:cubicBezTo>
                      <a:pt x="349" y="167"/>
                      <a:pt x="340" y="175"/>
                      <a:pt x="332" y="175"/>
                    </a:cubicBezTo>
                    <a:cubicBezTo>
                      <a:pt x="334" y="173"/>
                      <a:pt x="335" y="169"/>
                      <a:pt x="335" y="165"/>
                    </a:cubicBezTo>
                    <a:cubicBezTo>
                      <a:pt x="335" y="163"/>
                      <a:pt x="334" y="161"/>
                      <a:pt x="334" y="159"/>
                    </a:cubicBezTo>
                    <a:cubicBezTo>
                      <a:pt x="335" y="158"/>
                      <a:pt x="336" y="156"/>
                      <a:pt x="337" y="155"/>
                    </a:cubicBezTo>
                    <a:close/>
                    <a:moveTo>
                      <a:pt x="366" y="146"/>
                    </a:moveTo>
                    <a:cubicBezTo>
                      <a:pt x="365" y="148"/>
                      <a:pt x="363" y="150"/>
                      <a:pt x="362" y="152"/>
                    </a:cubicBezTo>
                    <a:cubicBezTo>
                      <a:pt x="361" y="153"/>
                      <a:pt x="360" y="155"/>
                      <a:pt x="359" y="156"/>
                    </a:cubicBezTo>
                    <a:cubicBezTo>
                      <a:pt x="359" y="156"/>
                      <a:pt x="358" y="156"/>
                      <a:pt x="358" y="156"/>
                    </a:cubicBezTo>
                    <a:cubicBezTo>
                      <a:pt x="357" y="155"/>
                      <a:pt x="357" y="154"/>
                      <a:pt x="356" y="154"/>
                    </a:cubicBezTo>
                    <a:cubicBezTo>
                      <a:pt x="356" y="153"/>
                      <a:pt x="356" y="152"/>
                      <a:pt x="356" y="151"/>
                    </a:cubicBezTo>
                    <a:cubicBezTo>
                      <a:pt x="360" y="152"/>
                      <a:pt x="363" y="149"/>
                      <a:pt x="366" y="146"/>
                    </a:cubicBezTo>
                    <a:close/>
                    <a:moveTo>
                      <a:pt x="392" y="133"/>
                    </a:moveTo>
                    <a:cubicBezTo>
                      <a:pt x="393" y="133"/>
                      <a:pt x="394" y="132"/>
                      <a:pt x="395" y="131"/>
                    </a:cubicBezTo>
                    <a:cubicBezTo>
                      <a:pt x="395" y="138"/>
                      <a:pt x="394" y="144"/>
                      <a:pt x="391" y="149"/>
                    </a:cubicBezTo>
                    <a:cubicBezTo>
                      <a:pt x="389" y="153"/>
                      <a:pt x="387" y="156"/>
                      <a:pt x="384" y="159"/>
                    </a:cubicBezTo>
                    <a:cubicBezTo>
                      <a:pt x="377" y="159"/>
                      <a:pt x="370" y="158"/>
                      <a:pt x="364" y="157"/>
                    </a:cubicBezTo>
                    <a:cubicBezTo>
                      <a:pt x="364" y="156"/>
                      <a:pt x="365" y="155"/>
                      <a:pt x="365" y="155"/>
                    </a:cubicBezTo>
                    <a:cubicBezTo>
                      <a:pt x="370" y="148"/>
                      <a:pt x="373" y="141"/>
                      <a:pt x="374" y="133"/>
                    </a:cubicBezTo>
                    <a:cubicBezTo>
                      <a:pt x="380" y="135"/>
                      <a:pt x="386" y="135"/>
                      <a:pt x="392" y="133"/>
                    </a:cubicBezTo>
                    <a:close/>
                    <a:moveTo>
                      <a:pt x="413" y="100"/>
                    </a:moveTo>
                    <a:cubicBezTo>
                      <a:pt x="413" y="100"/>
                      <a:pt x="413" y="99"/>
                      <a:pt x="413" y="99"/>
                    </a:cubicBezTo>
                    <a:cubicBezTo>
                      <a:pt x="413" y="93"/>
                      <a:pt x="412" y="87"/>
                      <a:pt x="409" y="81"/>
                    </a:cubicBezTo>
                    <a:cubicBezTo>
                      <a:pt x="413" y="83"/>
                      <a:pt x="416" y="86"/>
                      <a:pt x="419" y="89"/>
                    </a:cubicBezTo>
                    <a:cubicBezTo>
                      <a:pt x="423" y="96"/>
                      <a:pt x="426" y="106"/>
                      <a:pt x="426" y="116"/>
                    </a:cubicBezTo>
                    <a:cubicBezTo>
                      <a:pt x="426" y="127"/>
                      <a:pt x="423" y="139"/>
                      <a:pt x="416" y="148"/>
                    </a:cubicBezTo>
                    <a:cubicBezTo>
                      <a:pt x="410" y="155"/>
                      <a:pt x="401" y="158"/>
                      <a:pt x="390" y="159"/>
                    </a:cubicBezTo>
                    <a:cubicBezTo>
                      <a:pt x="392" y="157"/>
                      <a:pt x="393" y="154"/>
                      <a:pt x="395" y="151"/>
                    </a:cubicBezTo>
                    <a:cubicBezTo>
                      <a:pt x="398" y="145"/>
                      <a:pt x="399" y="138"/>
                      <a:pt x="399" y="131"/>
                    </a:cubicBezTo>
                    <a:cubicBezTo>
                      <a:pt x="399" y="130"/>
                      <a:pt x="399" y="130"/>
                      <a:pt x="399" y="129"/>
                    </a:cubicBezTo>
                    <a:cubicBezTo>
                      <a:pt x="408" y="124"/>
                      <a:pt x="412" y="113"/>
                      <a:pt x="413" y="100"/>
                    </a:cubicBezTo>
                    <a:close/>
                    <a:moveTo>
                      <a:pt x="371" y="164"/>
                    </a:moveTo>
                    <a:cubicBezTo>
                      <a:pt x="367" y="164"/>
                      <a:pt x="364" y="163"/>
                      <a:pt x="361" y="160"/>
                    </a:cubicBezTo>
                    <a:cubicBezTo>
                      <a:pt x="367" y="161"/>
                      <a:pt x="373" y="162"/>
                      <a:pt x="378" y="163"/>
                    </a:cubicBezTo>
                    <a:cubicBezTo>
                      <a:pt x="376" y="164"/>
                      <a:pt x="373" y="164"/>
                      <a:pt x="371" y="164"/>
                    </a:cubicBezTo>
                    <a:close/>
                  </a:path>
                </a:pathLst>
              </a:custGeom>
              <a:solidFill>
                <a:srgbClr val="60B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7" name="Freeform 51">
                <a:extLst>
                  <a:ext uri="{FF2B5EF4-FFF2-40B4-BE49-F238E27FC236}">
                    <a16:creationId xmlns:a16="http://schemas.microsoft.com/office/drawing/2014/main" id="{B3F2DB98-E631-4B57-9C24-AC55BAE7D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758"/>
                <a:ext cx="1230" cy="664"/>
              </a:xfrm>
              <a:custGeom>
                <a:avLst/>
                <a:gdLst>
                  <a:gd name="T0" fmla="*/ 114770 w 492"/>
                  <a:gd name="T1" fmla="*/ 63659 h 249"/>
                  <a:gd name="T2" fmla="*/ 100395 w 492"/>
                  <a:gd name="T3" fmla="*/ 77675 h 249"/>
                  <a:gd name="T4" fmla="*/ 48645 w 492"/>
                  <a:gd name="T5" fmla="*/ 85923 h 249"/>
                  <a:gd name="T6" fmla="*/ 26875 w 492"/>
                  <a:gd name="T7" fmla="*/ 87381 h 249"/>
                  <a:gd name="T8" fmla="*/ 7625 w 492"/>
                  <a:gd name="T9" fmla="*/ 86984 h 249"/>
                  <a:gd name="T10" fmla="*/ 3250 w 492"/>
                  <a:gd name="T11" fmla="*/ 80499 h 249"/>
                  <a:gd name="T12" fmla="*/ 1488 w 492"/>
                  <a:gd name="T13" fmla="*/ 71851 h 249"/>
                  <a:gd name="T14" fmla="*/ 12238 w 492"/>
                  <a:gd name="T15" fmla="*/ 52851 h 249"/>
                  <a:gd name="T16" fmla="*/ 27158 w 492"/>
                  <a:gd name="T17" fmla="*/ 44237 h 249"/>
                  <a:gd name="T18" fmla="*/ 51563 w 492"/>
                  <a:gd name="T19" fmla="*/ 25885 h 249"/>
                  <a:gd name="T20" fmla="*/ 86458 w 492"/>
                  <a:gd name="T21" fmla="*/ 3243 h 249"/>
                  <a:gd name="T22" fmla="*/ 103833 w 492"/>
                  <a:gd name="T23" fmla="*/ 0 h 249"/>
                  <a:gd name="T24" fmla="*/ 112625 w 492"/>
                  <a:gd name="T25" fmla="*/ 5405 h 249"/>
                  <a:gd name="T26" fmla="*/ 118958 w 492"/>
                  <a:gd name="T27" fmla="*/ 23723 h 249"/>
                  <a:gd name="T28" fmla="*/ 120125 w 492"/>
                  <a:gd name="T29" fmla="*/ 38173 h 249"/>
                  <a:gd name="T30" fmla="*/ 114770 w 492"/>
                  <a:gd name="T31" fmla="*/ 63659 h 2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92" h="249">
                    <a:moveTo>
                      <a:pt x="470" y="177"/>
                    </a:moveTo>
                    <a:cubicBezTo>
                      <a:pt x="452" y="205"/>
                      <a:pt x="417" y="214"/>
                      <a:pt x="411" y="216"/>
                    </a:cubicBezTo>
                    <a:cubicBezTo>
                      <a:pt x="352" y="236"/>
                      <a:pt x="267" y="238"/>
                      <a:pt x="199" y="239"/>
                    </a:cubicBezTo>
                    <a:cubicBezTo>
                      <a:pt x="163" y="240"/>
                      <a:pt x="132" y="240"/>
                      <a:pt x="110" y="243"/>
                    </a:cubicBezTo>
                    <a:cubicBezTo>
                      <a:pt x="87" y="246"/>
                      <a:pt x="50" y="249"/>
                      <a:pt x="31" y="242"/>
                    </a:cubicBezTo>
                    <a:cubicBezTo>
                      <a:pt x="20" y="238"/>
                      <a:pt x="14" y="228"/>
                      <a:pt x="13" y="224"/>
                    </a:cubicBezTo>
                    <a:cubicBezTo>
                      <a:pt x="10" y="217"/>
                      <a:pt x="8" y="209"/>
                      <a:pt x="6" y="200"/>
                    </a:cubicBezTo>
                    <a:cubicBezTo>
                      <a:pt x="0" y="175"/>
                      <a:pt x="18" y="159"/>
                      <a:pt x="50" y="147"/>
                    </a:cubicBezTo>
                    <a:cubicBezTo>
                      <a:pt x="66" y="140"/>
                      <a:pt x="90" y="130"/>
                      <a:pt x="111" y="123"/>
                    </a:cubicBezTo>
                    <a:cubicBezTo>
                      <a:pt x="140" y="112"/>
                      <a:pt x="173" y="92"/>
                      <a:pt x="211" y="72"/>
                    </a:cubicBezTo>
                    <a:cubicBezTo>
                      <a:pt x="261" y="46"/>
                      <a:pt x="313" y="20"/>
                      <a:pt x="354" y="9"/>
                    </a:cubicBezTo>
                    <a:cubicBezTo>
                      <a:pt x="378" y="3"/>
                      <a:pt x="402" y="0"/>
                      <a:pt x="425" y="0"/>
                    </a:cubicBezTo>
                    <a:cubicBezTo>
                      <a:pt x="444" y="2"/>
                      <a:pt x="453" y="8"/>
                      <a:pt x="461" y="15"/>
                    </a:cubicBezTo>
                    <a:cubicBezTo>
                      <a:pt x="473" y="28"/>
                      <a:pt x="482" y="45"/>
                      <a:pt x="487" y="66"/>
                    </a:cubicBezTo>
                    <a:cubicBezTo>
                      <a:pt x="490" y="78"/>
                      <a:pt x="492" y="92"/>
                      <a:pt x="492" y="106"/>
                    </a:cubicBezTo>
                    <a:cubicBezTo>
                      <a:pt x="492" y="131"/>
                      <a:pt x="484" y="158"/>
                      <a:pt x="470" y="17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8" name="Freeform 52">
                <a:extLst>
                  <a:ext uri="{FF2B5EF4-FFF2-40B4-BE49-F238E27FC236}">
                    <a16:creationId xmlns:a16="http://schemas.microsoft.com/office/drawing/2014/main" id="{4C5D80A0-DA67-450F-B1EA-C4650CF6B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2260"/>
                <a:ext cx="167" cy="112"/>
              </a:xfrm>
              <a:custGeom>
                <a:avLst/>
                <a:gdLst>
                  <a:gd name="T0" fmla="*/ 3081 w 67"/>
                  <a:gd name="T1" fmla="*/ 15112 h 42"/>
                  <a:gd name="T2" fmla="*/ 3858 w 67"/>
                  <a:gd name="T3" fmla="*/ 15112 h 42"/>
                  <a:gd name="T4" fmla="*/ 12699 w 67"/>
                  <a:gd name="T5" fmla="*/ 12536 h 42"/>
                  <a:gd name="T6" fmla="*/ 10314 w 67"/>
                  <a:gd name="T7" fmla="*/ 3243 h 42"/>
                  <a:gd name="T8" fmla="*/ 962 w 67"/>
                  <a:gd name="T9" fmla="*/ 5405 h 42"/>
                  <a:gd name="T10" fmla="*/ 3081 w 67"/>
                  <a:gd name="T11" fmla="*/ 1511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42">
                    <a:moveTo>
                      <a:pt x="13" y="42"/>
                    </a:moveTo>
                    <a:cubicBezTo>
                      <a:pt x="14" y="42"/>
                      <a:pt x="15" y="42"/>
                      <a:pt x="16" y="42"/>
                    </a:cubicBezTo>
                    <a:cubicBezTo>
                      <a:pt x="30" y="42"/>
                      <a:pt x="43" y="41"/>
                      <a:pt x="53" y="35"/>
                    </a:cubicBezTo>
                    <a:cubicBezTo>
                      <a:pt x="67" y="27"/>
                      <a:pt x="58" y="0"/>
                      <a:pt x="43" y="9"/>
                    </a:cubicBezTo>
                    <a:cubicBezTo>
                      <a:pt x="34" y="14"/>
                      <a:pt x="19" y="15"/>
                      <a:pt x="4" y="15"/>
                    </a:cubicBezTo>
                    <a:cubicBezTo>
                      <a:pt x="0" y="20"/>
                      <a:pt x="1" y="42"/>
                      <a:pt x="13" y="42"/>
                    </a:cubicBezTo>
                    <a:close/>
                  </a:path>
                </a:pathLst>
              </a:custGeom>
              <a:solidFill>
                <a:srgbClr val="E56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9" name="Freeform 53">
                <a:extLst>
                  <a:ext uri="{FF2B5EF4-FFF2-40B4-BE49-F238E27FC236}">
                    <a16:creationId xmlns:a16="http://schemas.microsoft.com/office/drawing/2014/main" id="{76153375-E8A3-479E-BF47-6043027CC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2260"/>
                <a:ext cx="167" cy="112"/>
              </a:xfrm>
              <a:custGeom>
                <a:avLst/>
                <a:gdLst>
                  <a:gd name="T0" fmla="*/ 3081 w 67"/>
                  <a:gd name="T1" fmla="*/ 15112 h 42"/>
                  <a:gd name="T2" fmla="*/ 3858 w 67"/>
                  <a:gd name="T3" fmla="*/ 15112 h 42"/>
                  <a:gd name="T4" fmla="*/ 12699 w 67"/>
                  <a:gd name="T5" fmla="*/ 12536 h 42"/>
                  <a:gd name="T6" fmla="*/ 10314 w 67"/>
                  <a:gd name="T7" fmla="*/ 3243 h 42"/>
                  <a:gd name="T8" fmla="*/ 962 w 67"/>
                  <a:gd name="T9" fmla="*/ 5405 h 42"/>
                  <a:gd name="T10" fmla="*/ 3081 w 67"/>
                  <a:gd name="T11" fmla="*/ 1511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42">
                    <a:moveTo>
                      <a:pt x="13" y="42"/>
                    </a:moveTo>
                    <a:cubicBezTo>
                      <a:pt x="14" y="42"/>
                      <a:pt x="15" y="42"/>
                      <a:pt x="16" y="42"/>
                    </a:cubicBezTo>
                    <a:cubicBezTo>
                      <a:pt x="30" y="42"/>
                      <a:pt x="43" y="41"/>
                      <a:pt x="53" y="35"/>
                    </a:cubicBezTo>
                    <a:cubicBezTo>
                      <a:pt x="67" y="27"/>
                      <a:pt x="58" y="0"/>
                      <a:pt x="43" y="9"/>
                    </a:cubicBezTo>
                    <a:cubicBezTo>
                      <a:pt x="34" y="14"/>
                      <a:pt x="19" y="15"/>
                      <a:pt x="4" y="15"/>
                    </a:cubicBezTo>
                    <a:cubicBezTo>
                      <a:pt x="0" y="20"/>
                      <a:pt x="1" y="42"/>
                      <a:pt x="13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0" name="Freeform 54">
                <a:extLst>
                  <a:ext uri="{FF2B5EF4-FFF2-40B4-BE49-F238E27FC236}">
                    <a16:creationId xmlns:a16="http://schemas.microsoft.com/office/drawing/2014/main" id="{FB2CFA2E-4AA7-4512-A165-3676BCB74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286"/>
                <a:ext cx="115" cy="32"/>
              </a:xfrm>
              <a:custGeom>
                <a:avLst/>
                <a:gdLst>
                  <a:gd name="T0" fmla="*/ 0 w 46"/>
                  <a:gd name="T1" fmla="*/ 3243 h 12"/>
                  <a:gd name="T2" fmla="*/ 9300 w 46"/>
                  <a:gd name="T3" fmla="*/ 661 h 12"/>
                  <a:gd name="T4" fmla="*/ 11250 w 46"/>
                  <a:gd name="T5" fmla="*/ 2581 h 12"/>
                  <a:gd name="T6" fmla="*/ 7345 w 46"/>
                  <a:gd name="T7" fmla="*/ 3243 h 12"/>
                  <a:gd name="T8" fmla="*/ 0 w 46"/>
                  <a:gd name="T9" fmla="*/ 324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2">
                    <a:moveTo>
                      <a:pt x="0" y="9"/>
                    </a:moveTo>
                    <a:cubicBezTo>
                      <a:pt x="14" y="10"/>
                      <a:pt x="32" y="7"/>
                      <a:pt x="38" y="2"/>
                    </a:cubicBezTo>
                    <a:cubicBezTo>
                      <a:pt x="40" y="0"/>
                      <a:pt x="46" y="2"/>
                      <a:pt x="46" y="7"/>
                    </a:cubicBezTo>
                    <a:cubicBezTo>
                      <a:pt x="44" y="3"/>
                      <a:pt x="44" y="5"/>
                      <a:pt x="30" y="9"/>
                    </a:cubicBezTo>
                    <a:cubicBezTo>
                      <a:pt x="19" y="12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1" name="Oval 55">
                <a:extLst>
                  <a:ext uri="{FF2B5EF4-FFF2-40B4-BE49-F238E27FC236}">
                    <a16:creationId xmlns:a16="http://schemas.microsoft.com/office/drawing/2014/main" id="{DD7536E1-7BD2-47AC-B968-7D5A6B884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2308"/>
                <a:ext cx="33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02" name="Oval 56">
                <a:extLst>
                  <a:ext uri="{FF2B5EF4-FFF2-40B4-BE49-F238E27FC236}">
                    <a16:creationId xmlns:a16="http://schemas.microsoft.com/office/drawing/2014/main" id="{1AEDAD1C-E3EA-4B48-BD9A-84AFA8D13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31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03" name="Oval 57">
                <a:extLst>
                  <a:ext uri="{FF2B5EF4-FFF2-40B4-BE49-F238E27FC236}">
                    <a16:creationId xmlns:a16="http://schemas.microsoft.com/office/drawing/2014/main" id="{1543AF2E-0F19-46B8-8D36-EA4FF9414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" y="2332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04" name="Oval 58">
                <a:extLst>
                  <a:ext uri="{FF2B5EF4-FFF2-40B4-BE49-F238E27FC236}">
                    <a16:creationId xmlns:a16="http://schemas.microsoft.com/office/drawing/2014/main" id="{34D56A3D-E6A4-4A80-A8B8-FE85FF7FD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5" y="2337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05" name="Oval 59">
                <a:extLst>
                  <a:ext uri="{FF2B5EF4-FFF2-40B4-BE49-F238E27FC236}">
                    <a16:creationId xmlns:a16="http://schemas.microsoft.com/office/drawing/2014/main" id="{D9021F2E-3E91-4478-9DA2-6E64E60F4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2294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06" name="Oval 60">
                <a:extLst>
                  <a:ext uri="{FF2B5EF4-FFF2-40B4-BE49-F238E27FC236}">
                    <a16:creationId xmlns:a16="http://schemas.microsoft.com/office/drawing/2014/main" id="{4ADC5D9F-D18F-4B55-8DE9-194CA6004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5" y="2300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07" name="Oval 61">
                <a:extLst>
                  <a:ext uri="{FF2B5EF4-FFF2-40B4-BE49-F238E27FC236}">
                    <a16:creationId xmlns:a16="http://schemas.microsoft.com/office/drawing/2014/main" id="{EB9B263E-4306-4C34-AD34-CFE3F884D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276"/>
                <a:ext cx="33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08" name="Oval 62">
                <a:extLst>
                  <a:ext uri="{FF2B5EF4-FFF2-40B4-BE49-F238E27FC236}">
                    <a16:creationId xmlns:a16="http://schemas.microsoft.com/office/drawing/2014/main" id="{CC1ED5A6-1905-43B5-B18F-86A2F0EE4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2281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09" name="Oval 63">
                <a:extLst>
                  <a:ext uri="{FF2B5EF4-FFF2-40B4-BE49-F238E27FC236}">
                    <a16:creationId xmlns:a16="http://schemas.microsoft.com/office/drawing/2014/main" id="{E471EBA6-290A-4228-8641-C44F94B98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8" y="2233"/>
                <a:ext cx="32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10" name="Oval 64">
                <a:extLst>
                  <a:ext uri="{FF2B5EF4-FFF2-40B4-BE49-F238E27FC236}">
                    <a16:creationId xmlns:a16="http://schemas.microsoft.com/office/drawing/2014/main" id="{BA7200DA-0A5C-4004-8114-445B466C2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5" y="2238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11" name="Oval 65">
                <a:extLst>
                  <a:ext uri="{FF2B5EF4-FFF2-40B4-BE49-F238E27FC236}">
                    <a16:creationId xmlns:a16="http://schemas.microsoft.com/office/drawing/2014/main" id="{11920B05-199B-4CBA-B25C-578FF25BB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2196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12" name="Oval 66">
                <a:extLst>
                  <a:ext uri="{FF2B5EF4-FFF2-40B4-BE49-F238E27FC236}">
                    <a16:creationId xmlns:a16="http://schemas.microsoft.com/office/drawing/2014/main" id="{9813185C-D948-4C27-BE06-86A342293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2201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13" name="Oval 67">
                <a:extLst>
                  <a:ext uri="{FF2B5EF4-FFF2-40B4-BE49-F238E27FC236}">
                    <a16:creationId xmlns:a16="http://schemas.microsoft.com/office/drawing/2014/main" id="{37B81640-31D9-47D0-8C08-6DD1DA6E4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5" y="2254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14" name="Oval 68">
                <a:extLst>
                  <a:ext uri="{FF2B5EF4-FFF2-40B4-BE49-F238E27FC236}">
                    <a16:creationId xmlns:a16="http://schemas.microsoft.com/office/drawing/2014/main" id="{2A269F39-AC03-444F-94CF-CB9CE25E0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3" y="2260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15" name="Oval 69">
                <a:extLst>
                  <a:ext uri="{FF2B5EF4-FFF2-40B4-BE49-F238E27FC236}">
                    <a16:creationId xmlns:a16="http://schemas.microsoft.com/office/drawing/2014/main" id="{BD45DCC6-032C-4D79-B371-619369B14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300"/>
                <a:ext cx="30" cy="34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16" name="Oval 70">
                <a:extLst>
                  <a:ext uri="{FF2B5EF4-FFF2-40B4-BE49-F238E27FC236}">
                    <a16:creationId xmlns:a16="http://schemas.microsoft.com/office/drawing/2014/main" id="{DF618425-38CC-44EE-B9EE-32107D246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230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17" name="Oval 71">
                <a:extLst>
                  <a:ext uri="{FF2B5EF4-FFF2-40B4-BE49-F238E27FC236}">
                    <a16:creationId xmlns:a16="http://schemas.microsoft.com/office/drawing/2014/main" id="{1459DA49-8E9A-46C8-89A5-0549494DB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8" y="2004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18" name="Oval 72">
                <a:extLst>
                  <a:ext uri="{FF2B5EF4-FFF2-40B4-BE49-F238E27FC236}">
                    <a16:creationId xmlns:a16="http://schemas.microsoft.com/office/drawing/2014/main" id="{F0261882-00EA-4838-90B4-BC9505BA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2009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19" name="Oval 73">
                <a:extLst>
                  <a:ext uri="{FF2B5EF4-FFF2-40B4-BE49-F238E27FC236}">
                    <a16:creationId xmlns:a16="http://schemas.microsoft.com/office/drawing/2014/main" id="{23C84028-A5A9-4488-BE02-3949FC48B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860"/>
                <a:ext cx="30" cy="34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20" name="Oval 74">
                <a:extLst>
                  <a:ext uri="{FF2B5EF4-FFF2-40B4-BE49-F238E27FC236}">
                    <a16:creationId xmlns:a16="http://schemas.microsoft.com/office/drawing/2014/main" id="{379D2502-CAD2-412F-A66D-18A3509E5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8" y="1865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21" name="Oval 75">
                <a:extLst>
                  <a:ext uri="{FF2B5EF4-FFF2-40B4-BE49-F238E27FC236}">
                    <a16:creationId xmlns:a16="http://schemas.microsoft.com/office/drawing/2014/main" id="{8B3C94F7-30EA-4B1D-991E-BBECAF4DB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1886"/>
                <a:ext cx="33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22" name="Oval 76">
                <a:extLst>
                  <a:ext uri="{FF2B5EF4-FFF2-40B4-BE49-F238E27FC236}">
                    <a16:creationId xmlns:a16="http://schemas.microsoft.com/office/drawing/2014/main" id="{40460743-53C4-4BFF-B259-1D73DC503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189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23" name="Oval 77">
                <a:extLst>
                  <a:ext uri="{FF2B5EF4-FFF2-40B4-BE49-F238E27FC236}">
                    <a16:creationId xmlns:a16="http://schemas.microsoft.com/office/drawing/2014/main" id="{1570CA66-3363-40C1-BC24-57BCE5E85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1956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24" name="Oval 78">
                <a:extLst>
                  <a:ext uri="{FF2B5EF4-FFF2-40B4-BE49-F238E27FC236}">
                    <a16:creationId xmlns:a16="http://schemas.microsoft.com/office/drawing/2014/main" id="{8319D0F6-9D94-4762-AA93-DE2B1298C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1961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25" name="Oval 79">
                <a:extLst>
                  <a:ext uri="{FF2B5EF4-FFF2-40B4-BE49-F238E27FC236}">
                    <a16:creationId xmlns:a16="http://schemas.microsoft.com/office/drawing/2014/main" id="{74F2DA24-812B-4BC1-98A5-C752D127A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950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26" name="Oval 80">
                <a:extLst>
                  <a:ext uri="{FF2B5EF4-FFF2-40B4-BE49-F238E27FC236}">
                    <a16:creationId xmlns:a16="http://schemas.microsoft.com/office/drawing/2014/main" id="{7186682E-0653-497C-90A7-E836F956F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195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27" name="Oval 81">
                <a:extLst>
                  <a:ext uri="{FF2B5EF4-FFF2-40B4-BE49-F238E27FC236}">
                    <a16:creationId xmlns:a16="http://schemas.microsoft.com/office/drawing/2014/main" id="{6B9B0E19-A3A8-4530-8642-A68C9960F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1985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28" name="Oval 82">
                <a:extLst>
                  <a:ext uri="{FF2B5EF4-FFF2-40B4-BE49-F238E27FC236}">
                    <a16:creationId xmlns:a16="http://schemas.microsoft.com/office/drawing/2014/main" id="{128E1E7B-9B35-4E9A-A08B-2C6CF15CA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199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29" name="Oval 83">
                <a:extLst>
                  <a:ext uri="{FF2B5EF4-FFF2-40B4-BE49-F238E27FC236}">
                    <a16:creationId xmlns:a16="http://schemas.microsoft.com/office/drawing/2014/main" id="{1BDF09B1-E975-4E2F-9FD0-183C14C4D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2177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30" name="Oval 84">
                <a:extLst>
                  <a:ext uri="{FF2B5EF4-FFF2-40B4-BE49-F238E27FC236}">
                    <a16:creationId xmlns:a16="http://schemas.microsoft.com/office/drawing/2014/main" id="{89847258-B1CA-4CC2-AD44-E7A2DE6D4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182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31" name="Oval 85">
                <a:extLst>
                  <a:ext uri="{FF2B5EF4-FFF2-40B4-BE49-F238E27FC236}">
                    <a16:creationId xmlns:a16="http://schemas.microsoft.com/office/drawing/2014/main" id="{C07E5CAE-7155-4A1F-8CB3-1D91AA56F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2113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32" name="Oval 86">
                <a:extLst>
                  <a:ext uri="{FF2B5EF4-FFF2-40B4-BE49-F238E27FC236}">
                    <a16:creationId xmlns:a16="http://schemas.microsoft.com/office/drawing/2014/main" id="{D55BA30F-4D9D-4FAF-9374-6EAD657C8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5" y="211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33" name="Oval 87">
                <a:extLst>
                  <a:ext uri="{FF2B5EF4-FFF2-40B4-BE49-F238E27FC236}">
                    <a16:creationId xmlns:a16="http://schemas.microsoft.com/office/drawing/2014/main" id="{28F9FAF3-FC1D-4E2F-96CD-C9BED26D1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374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34" name="Oval 88">
                <a:extLst>
                  <a:ext uri="{FF2B5EF4-FFF2-40B4-BE49-F238E27FC236}">
                    <a16:creationId xmlns:a16="http://schemas.microsoft.com/office/drawing/2014/main" id="{8F8835D9-AAB6-4A70-B7E4-18E7C6568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5" y="238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35" name="Oval 89">
                <a:extLst>
                  <a:ext uri="{FF2B5EF4-FFF2-40B4-BE49-F238E27FC236}">
                    <a16:creationId xmlns:a16="http://schemas.microsoft.com/office/drawing/2014/main" id="{142E8875-A665-4824-8D0C-E845BC8E1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2366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36" name="Oval 90">
                <a:extLst>
                  <a:ext uri="{FF2B5EF4-FFF2-40B4-BE49-F238E27FC236}">
                    <a16:creationId xmlns:a16="http://schemas.microsoft.com/office/drawing/2014/main" id="{04C172EA-9AE3-43AB-99A8-0765D7DD0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5" y="237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37" name="Oval 91">
                <a:extLst>
                  <a:ext uri="{FF2B5EF4-FFF2-40B4-BE49-F238E27FC236}">
                    <a16:creationId xmlns:a16="http://schemas.microsoft.com/office/drawing/2014/main" id="{602D04FF-94D1-4C35-A3A7-570FE1519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8" y="2366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38" name="Oval 92">
                <a:extLst>
                  <a:ext uri="{FF2B5EF4-FFF2-40B4-BE49-F238E27FC236}">
                    <a16:creationId xmlns:a16="http://schemas.microsoft.com/office/drawing/2014/main" id="{86516FFE-BFA5-4BA1-84D4-811C414CC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" y="237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39" name="Oval 93">
                <a:extLst>
                  <a:ext uri="{FF2B5EF4-FFF2-40B4-BE49-F238E27FC236}">
                    <a16:creationId xmlns:a16="http://schemas.microsoft.com/office/drawing/2014/main" id="{30BF215F-FF4C-4734-BBAA-B7BF4618C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318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40" name="Oval 94">
                <a:extLst>
                  <a:ext uri="{FF2B5EF4-FFF2-40B4-BE49-F238E27FC236}">
                    <a16:creationId xmlns:a16="http://schemas.microsoft.com/office/drawing/2014/main" id="{21CC87A4-502C-4965-9E9A-6D3BEFD5B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3" y="232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41" name="Oval 95">
                <a:extLst>
                  <a:ext uri="{FF2B5EF4-FFF2-40B4-BE49-F238E27FC236}">
                    <a16:creationId xmlns:a16="http://schemas.microsoft.com/office/drawing/2014/main" id="{B3499E75-11E4-450A-9516-EBBE25401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5" y="2308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42" name="Oval 96">
                <a:extLst>
                  <a:ext uri="{FF2B5EF4-FFF2-40B4-BE49-F238E27FC236}">
                    <a16:creationId xmlns:a16="http://schemas.microsoft.com/office/drawing/2014/main" id="{F3C0A4B4-D7E9-4ECF-8DA4-09124CC7A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0" y="231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43" name="Oval 97">
                <a:extLst>
                  <a:ext uri="{FF2B5EF4-FFF2-40B4-BE49-F238E27FC236}">
                    <a16:creationId xmlns:a16="http://schemas.microsoft.com/office/drawing/2014/main" id="{D3CED136-6DC9-4C5D-9648-B10874DE7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868"/>
                <a:ext cx="32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44" name="Oval 98">
                <a:extLst>
                  <a:ext uri="{FF2B5EF4-FFF2-40B4-BE49-F238E27FC236}">
                    <a16:creationId xmlns:a16="http://schemas.microsoft.com/office/drawing/2014/main" id="{7C9929A7-348B-4DF9-92BB-35A5EAD70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87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45" name="Oval 99">
                <a:extLst>
                  <a:ext uri="{FF2B5EF4-FFF2-40B4-BE49-F238E27FC236}">
                    <a16:creationId xmlns:a16="http://schemas.microsoft.com/office/drawing/2014/main" id="{D69FD1AA-A5A8-4763-992B-560BD91F4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841"/>
                <a:ext cx="30" cy="35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46" name="Oval 100">
                <a:extLst>
                  <a:ext uri="{FF2B5EF4-FFF2-40B4-BE49-F238E27FC236}">
                    <a16:creationId xmlns:a16="http://schemas.microsoft.com/office/drawing/2014/main" id="{4EC0F8D4-C871-486E-936C-6E47A4922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1846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47" name="Oval 101">
                <a:extLst>
                  <a:ext uri="{FF2B5EF4-FFF2-40B4-BE49-F238E27FC236}">
                    <a16:creationId xmlns:a16="http://schemas.microsoft.com/office/drawing/2014/main" id="{CE4F49AF-2526-44F5-925B-31BF7E395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820"/>
                <a:ext cx="33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48" name="Oval 102">
                <a:extLst>
                  <a:ext uri="{FF2B5EF4-FFF2-40B4-BE49-F238E27FC236}">
                    <a16:creationId xmlns:a16="http://schemas.microsoft.com/office/drawing/2014/main" id="{8C14FA03-5CF5-4DCB-9278-2D0E6196E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182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49" name="Oval 103">
                <a:extLst>
                  <a:ext uri="{FF2B5EF4-FFF2-40B4-BE49-F238E27FC236}">
                    <a16:creationId xmlns:a16="http://schemas.microsoft.com/office/drawing/2014/main" id="{1EB6C349-0EA1-472B-9223-402B9D3C3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1942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0" name="Oval 104">
                <a:extLst>
                  <a:ext uri="{FF2B5EF4-FFF2-40B4-BE49-F238E27FC236}">
                    <a16:creationId xmlns:a16="http://schemas.microsoft.com/office/drawing/2014/main" id="{C666F5D5-C1CA-47D5-BA6A-78B4AC71A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0" y="194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1" name="Oval 105">
                <a:extLst>
                  <a:ext uri="{FF2B5EF4-FFF2-40B4-BE49-F238E27FC236}">
                    <a16:creationId xmlns:a16="http://schemas.microsoft.com/office/drawing/2014/main" id="{666B9C9A-CE4D-4A51-B0AE-243BE4734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1988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2" name="Oval 106">
                <a:extLst>
                  <a:ext uri="{FF2B5EF4-FFF2-40B4-BE49-F238E27FC236}">
                    <a16:creationId xmlns:a16="http://schemas.microsoft.com/office/drawing/2014/main" id="{16BB9534-0C1C-476C-92BA-857153F5E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199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3" name="Oval 107">
                <a:extLst>
                  <a:ext uri="{FF2B5EF4-FFF2-40B4-BE49-F238E27FC236}">
                    <a16:creationId xmlns:a16="http://schemas.microsoft.com/office/drawing/2014/main" id="{2DF9CEA8-C998-448A-98FA-7A86C0E97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8" y="1940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4" name="Oval 108">
                <a:extLst>
                  <a:ext uri="{FF2B5EF4-FFF2-40B4-BE49-F238E27FC236}">
                    <a16:creationId xmlns:a16="http://schemas.microsoft.com/office/drawing/2014/main" id="{D55CD9AF-657C-41CA-ADC9-0604CB7A7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194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5" name="Oval 109">
                <a:extLst>
                  <a:ext uri="{FF2B5EF4-FFF2-40B4-BE49-F238E27FC236}">
                    <a16:creationId xmlns:a16="http://schemas.microsoft.com/office/drawing/2014/main" id="{00B456FA-CF5E-4821-9D0C-78F98602C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1828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6" name="Oval 110">
                <a:extLst>
                  <a:ext uri="{FF2B5EF4-FFF2-40B4-BE49-F238E27FC236}">
                    <a16:creationId xmlns:a16="http://schemas.microsoft.com/office/drawing/2014/main" id="{000C2D3E-71F3-46ED-A51F-65D478A8D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3" y="183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7" name="Oval 111">
                <a:extLst>
                  <a:ext uri="{FF2B5EF4-FFF2-40B4-BE49-F238E27FC236}">
                    <a16:creationId xmlns:a16="http://schemas.microsoft.com/office/drawing/2014/main" id="{678A7BC2-9A3C-4890-AF6A-AD5FF5F77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3" y="2254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8" name="Oval 112">
                <a:extLst>
                  <a:ext uri="{FF2B5EF4-FFF2-40B4-BE49-F238E27FC236}">
                    <a16:creationId xmlns:a16="http://schemas.microsoft.com/office/drawing/2014/main" id="{6F9F7C27-35BE-40F5-A31A-A71F1888B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0" y="226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59" name="Oval 113">
                <a:extLst>
                  <a:ext uri="{FF2B5EF4-FFF2-40B4-BE49-F238E27FC236}">
                    <a16:creationId xmlns:a16="http://schemas.microsoft.com/office/drawing/2014/main" id="{02A9BA36-D2C0-4699-8BD4-B2ECB0E2B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004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0" name="Oval 114">
                <a:extLst>
                  <a:ext uri="{FF2B5EF4-FFF2-40B4-BE49-F238E27FC236}">
                    <a16:creationId xmlns:a16="http://schemas.microsoft.com/office/drawing/2014/main" id="{8F87B160-318A-4EC2-8AA8-4912515E2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0" y="2009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1" name="Oval 115">
                <a:extLst>
                  <a:ext uri="{FF2B5EF4-FFF2-40B4-BE49-F238E27FC236}">
                    <a16:creationId xmlns:a16="http://schemas.microsoft.com/office/drawing/2014/main" id="{78C07B83-FC67-40D1-BA30-4A050329D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3" y="2070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2" name="Oval 116">
                <a:extLst>
                  <a:ext uri="{FF2B5EF4-FFF2-40B4-BE49-F238E27FC236}">
                    <a16:creationId xmlns:a16="http://schemas.microsoft.com/office/drawing/2014/main" id="{A2D6D230-8426-409F-AC19-26398258A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0" y="207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3" name="Oval 117">
                <a:extLst>
                  <a:ext uri="{FF2B5EF4-FFF2-40B4-BE49-F238E27FC236}">
                    <a16:creationId xmlns:a16="http://schemas.microsoft.com/office/drawing/2014/main" id="{5FC79E1E-4A31-4A66-8424-A8A4705B3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5" y="2145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4" name="Oval 118">
                <a:extLst>
                  <a:ext uri="{FF2B5EF4-FFF2-40B4-BE49-F238E27FC236}">
                    <a16:creationId xmlns:a16="http://schemas.microsoft.com/office/drawing/2014/main" id="{789764E5-ACC3-4A21-AD76-B18A0D4A8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150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5" name="Oval 119">
                <a:extLst>
                  <a:ext uri="{FF2B5EF4-FFF2-40B4-BE49-F238E27FC236}">
                    <a16:creationId xmlns:a16="http://schemas.microsoft.com/office/drawing/2014/main" id="{F46B6BD4-01AD-4110-AC29-3A6500141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8" y="2196"/>
                <a:ext cx="30" cy="34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6" name="Oval 120">
                <a:extLst>
                  <a:ext uri="{FF2B5EF4-FFF2-40B4-BE49-F238E27FC236}">
                    <a16:creationId xmlns:a16="http://schemas.microsoft.com/office/drawing/2014/main" id="{B243C742-08FB-4B3E-B70D-326160E79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5" y="220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7" name="Oval 121">
                <a:extLst>
                  <a:ext uri="{FF2B5EF4-FFF2-40B4-BE49-F238E27FC236}">
                    <a16:creationId xmlns:a16="http://schemas.microsoft.com/office/drawing/2014/main" id="{241E8BE1-2565-4196-835D-A88A1AEFE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3" y="2361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8" name="Oval 122">
                <a:extLst>
                  <a:ext uri="{FF2B5EF4-FFF2-40B4-BE49-F238E27FC236}">
                    <a16:creationId xmlns:a16="http://schemas.microsoft.com/office/drawing/2014/main" id="{349FF095-65F9-45A5-AC26-42A110432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0" y="2366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69" name="Oval 123">
                <a:extLst>
                  <a:ext uri="{FF2B5EF4-FFF2-40B4-BE49-F238E27FC236}">
                    <a16:creationId xmlns:a16="http://schemas.microsoft.com/office/drawing/2014/main" id="{2BEC9EB3-21E7-4EDD-864A-313B3B920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8" y="2209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0" name="Oval 124">
                <a:extLst>
                  <a:ext uri="{FF2B5EF4-FFF2-40B4-BE49-F238E27FC236}">
                    <a16:creationId xmlns:a16="http://schemas.microsoft.com/office/drawing/2014/main" id="{3C74D297-E469-4F19-9D16-1B5A2981D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3" y="2214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1" name="Oval 125">
                <a:extLst>
                  <a:ext uri="{FF2B5EF4-FFF2-40B4-BE49-F238E27FC236}">
                    <a16:creationId xmlns:a16="http://schemas.microsoft.com/office/drawing/2014/main" id="{E1FADE94-E42F-4C66-A5E6-459139003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318"/>
                <a:ext cx="30" cy="35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2" name="Oval 126">
                <a:extLst>
                  <a:ext uri="{FF2B5EF4-FFF2-40B4-BE49-F238E27FC236}">
                    <a16:creationId xmlns:a16="http://schemas.microsoft.com/office/drawing/2014/main" id="{F8F7A8F8-8614-450B-84ED-2A747B1DF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3" name="Oval 127">
                <a:extLst>
                  <a:ext uri="{FF2B5EF4-FFF2-40B4-BE49-F238E27FC236}">
                    <a16:creationId xmlns:a16="http://schemas.microsoft.com/office/drawing/2014/main" id="{2F05C711-4298-4BFB-9F77-0D0B1ECCF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2340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4" name="Oval 128">
                <a:extLst>
                  <a:ext uri="{FF2B5EF4-FFF2-40B4-BE49-F238E27FC236}">
                    <a16:creationId xmlns:a16="http://schemas.microsoft.com/office/drawing/2014/main" id="{B3764116-6B3B-4CE0-B139-AD9F40F96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345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5" name="Oval 129">
                <a:extLst>
                  <a:ext uri="{FF2B5EF4-FFF2-40B4-BE49-F238E27FC236}">
                    <a16:creationId xmlns:a16="http://schemas.microsoft.com/office/drawing/2014/main" id="{74CAA29C-CE75-4AD7-A984-B23158E1E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276"/>
                <a:ext cx="30" cy="34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6" name="Oval 130">
                <a:extLst>
                  <a:ext uri="{FF2B5EF4-FFF2-40B4-BE49-F238E27FC236}">
                    <a16:creationId xmlns:a16="http://schemas.microsoft.com/office/drawing/2014/main" id="{A88C7114-4F21-4323-BE47-34610F6D8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" y="2281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7" name="Oval 131">
                <a:extLst>
                  <a:ext uri="{FF2B5EF4-FFF2-40B4-BE49-F238E27FC236}">
                    <a16:creationId xmlns:a16="http://schemas.microsoft.com/office/drawing/2014/main" id="{5783178E-5FDF-4254-BF74-21D266218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5" y="2281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8" name="Oval 132">
                <a:extLst>
                  <a:ext uri="{FF2B5EF4-FFF2-40B4-BE49-F238E27FC236}">
                    <a16:creationId xmlns:a16="http://schemas.microsoft.com/office/drawing/2014/main" id="{F8BC1607-D25E-4302-AA1F-DAF1F0A19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228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79" name="Oval 133">
                <a:extLst>
                  <a:ext uri="{FF2B5EF4-FFF2-40B4-BE49-F238E27FC236}">
                    <a16:creationId xmlns:a16="http://schemas.microsoft.com/office/drawing/2014/main" id="{AE8F2778-498D-45B5-96A4-C4A6FEC7F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3" y="1825"/>
                <a:ext cx="32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0" name="Oval 134">
                <a:extLst>
                  <a:ext uri="{FF2B5EF4-FFF2-40B4-BE49-F238E27FC236}">
                    <a16:creationId xmlns:a16="http://schemas.microsoft.com/office/drawing/2014/main" id="{5DD85135-48EB-473B-A9E5-C2EA04E68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83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1" name="Oval 135">
                <a:extLst>
                  <a:ext uri="{FF2B5EF4-FFF2-40B4-BE49-F238E27FC236}">
                    <a16:creationId xmlns:a16="http://schemas.microsoft.com/office/drawing/2014/main" id="{85EEA8E4-FA06-4EBC-85BB-7DB223266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3" y="1900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2" name="Oval 136">
                <a:extLst>
                  <a:ext uri="{FF2B5EF4-FFF2-40B4-BE49-F238E27FC236}">
                    <a16:creationId xmlns:a16="http://schemas.microsoft.com/office/drawing/2014/main" id="{4FB9AD16-E9FA-444A-8FEC-5D881D884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905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3" name="Oval 137">
                <a:extLst>
                  <a:ext uri="{FF2B5EF4-FFF2-40B4-BE49-F238E27FC236}">
                    <a16:creationId xmlns:a16="http://schemas.microsoft.com/office/drawing/2014/main" id="{27043015-B8FD-48DD-8EC3-6B17B97AC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1969"/>
                <a:ext cx="32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4" name="Oval 138">
                <a:extLst>
                  <a:ext uri="{FF2B5EF4-FFF2-40B4-BE49-F238E27FC236}">
                    <a16:creationId xmlns:a16="http://schemas.microsoft.com/office/drawing/2014/main" id="{687F373F-B3F1-465A-B18D-8C7590A34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197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5" name="Oval 139">
                <a:extLst>
                  <a:ext uri="{FF2B5EF4-FFF2-40B4-BE49-F238E27FC236}">
                    <a16:creationId xmlns:a16="http://schemas.microsoft.com/office/drawing/2014/main" id="{77F73D5F-66DB-4801-BAF3-F7650B4353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3" y="1956"/>
                <a:ext cx="32" cy="34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6" name="Oval 140">
                <a:extLst>
                  <a:ext uri="{FF2B5EF4-FFF2-40B4-BE49-F238E27FC236}">
                    <a16:creationId xmlns:a16="http://schemas.microsoft.com/office/drawing/2014/main" id="{8B700CDD-6D93-4B61-9D87-54875F42E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1964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7" name="Oval 141">
                <a:extLst>
                  <a:ext uri="{FF2B5EF4-FFF2-40B4-BE49-F238E27FC236}">
                    <a16:creationId xmlns:a16="http://schemas.microsoft.com/office/drawing/2014/main" id="{4E270262-1FBB-4B09-848E-D04794B40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926"/>
                <a:ext cx="32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8" name="Oval 142">
                <a:extLst>
                  <a:ext uri="{FF2B5EF4-FFF2-40B4-BE49-F238E27FC236}">
                    <a16:creationId xmlns:a16="http://schemas.microsoft.com/office/drawing/2014/main" id="{B25A23C9-CB17-46FE-800E-BE9E20253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193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89" name="Oval 143">
                <a:extLst>
                  <a:ext uri="{FF2B5EF4-FFF2-40B4-BE49-F238E27FC236}">
                    <a16:creationId xmlns:a16="http://schemas.microsoft.com/office/drawing/2014/main" id="{A212AEB3-84CB-456A-9C57-F9B7F806B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3" y="1873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0" name="Oval 144">
                <a:extLst>
                  <a:ext uri="{FF2B5EF4-FFF2-40B4-BE49-F238E27FC236}">
                    <a16:creationId xmlns:a16="http://schemas.microsoft.com/office/drawing/2014/main" id="{135655C5-F104-4905-B474-B397C8E1E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8" y="1878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1" name="Freeform 145">
                <a:extLst>
                  <a:ext uri="{FF2B5EF4-FFF2-40B4-BE49-F238E27FC236}">
                    <a16:creationId xmlns:a16="http://schemas.microsoft.com/office/drawing/2014/main" id="{05C2E440-A48E-485F-91CD-31124750B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086"/>
                <a:ext cx="28" cy="32"/>
              </a:xfrm>
              <a:custGeom>
                <a:avLst/>
                <a:gdLst>
                  <a:gd name="T0" fmla="*/ 1601 w 11"/>
                  <a:gd name="T1" fmla="*/ 0 h 12"/>
                  <a:gd name="T2" fmla="*/ 0 w 11"/>
                  <a:gd name="T3" fmla="*/ 2184 h 12"/>
                  <a:gd name="T4" fmla="*/ 1601 w 11"/>
                  <a:gd name="T5" fmla="*/ 4301 h 12"/>
                  <a:gd name="T6" fmla="*/ 2688 w 11"/>
                  <a:gd name="T7" fmla="*/ 3891 h 12"/>
                  <a:gd name="T8" fmla="*/ 2986 w 11"/>
                  <a:gd name="T9" fmla="*/ 1059 h 12"/>
                  <a:gd name="T10" fmla="*/ 1601 w 11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cubicBezTo>
                      <a:pt x="3" y="0"/>
                      <a:pt x="0" y="2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8" y="12"/>
                      <a:pt x="9" y="11"/>
                      <a:pt x="10" y="11"/>
                    </a:cubicBezTo>
                    <a:cubicBezTo>
                      <a:pt x="10" y="8"/>
                      <a:pt x="11" y="5"/>
                      <a:pt x="11" y="3"/>
                    </a:cubicBezTo>
                    <a:cubicBezTo>
                      <a:pt x="10" y="1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92" name="Oval 146">
                <a:extLst>
                  <a:ext uri="{FF2B5EF4-FFF2-40B4-BE49-F238E27FC236}">
                    <a16:creationId xmlns:a16="http://schemas.microsoft.com/office/drawing/2014/main" id="{6E0EEED4-9C36-48A1-8E6B-A0D5BE170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209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3" name="Oval 147">
                <a:extLst>
                  <a:ext uri="{FF2B5EF4-FFF2-40B4-BE49-F238E27FC236}">
                    <a16:creationId xmlns:a16="http://schemas.microsoft.com/office/drawing/2014/main" id="{515EB53C-F151-404D-8D50-EAA635C8B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2124"/>
                <a:ext cx="30" cy="34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4" name="Oval 148">
                <a:extLst>
                  <a:ext uri="{FF2B5EF4-FFF2-40B4-BE49-F238E27FC236}">
                    <a16:creationId xmlns:a16="http://schemas.microsoft.com/office/drawing/2014/main" id="{67E76140-76CB-4AA1-A0F9-1A012029C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129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5" name="Oval 149">
                <a:extLst>
                  <a:ext uri="{FF2B5EF4-FFF2-40B4-BE49-F238E27FC236}">
                    <a16:creationId xmlns:a16="http://schemas.microsoft.com/office/drawing/2014/main" id="{E04DF2EC-73AE-4479-84BE-764B8B89C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2100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6" name="Oval 150">
                <a:extLst>
                  <a:ext uri="{FF2B5EF4-FFF2-40B4-BE49-F238E27FC236}">
                    <a16:creationId xmlns:a16="http://schemas.microsoft.com/office/drawing/2014/main" id="{C679F56D-B26C-4C95-8344-CE98B1B0E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2105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7" name="Oval 151">
                <a:extLst>
                  <a:ext uri="{FF2B5EF4-FFF2-40B4-BE49-F238E27FC236}">
                    <a16:creationId xmlns:a16="http://schemas.microsoft.com/office/drawing/2014/main" id="{2F7A9181-62E4-493D-9498-A820D536F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2065"/>
                <a:ext cx="32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8" name="Oval 152">
                <a:extLst>
                  <a:ext uri="{FF2B5EF4-FFF2-40B4-BE49-F238E27FC236}">
                    <a16:creationId xmlns:a16="http://schemas.microsoft.com/office/drawing/2014/main" id="{DA04C1FA-752A-4CDF-892F-C879F65E7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207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199" name="Oval 153">
                <a:extLst>
                  <a:ext uri="{FF2B5EF4-FFF2-40B4-BE49-F238E27FC236}">
                    <a16:creationId xmlns:a16="http://schemas.microsoft.com/office/drawing/2014/main" id="{04CE22B1-80B3-4005-AEEF-C3306C523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2220"/>
                <a:ext cx="32" cy="34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0" name="Oval 154">
                <a:extLst>
                  <a:ext uri="{FF2B5EF4-FFF2-40B4-BE49-F238E27FC236}">
                    <a16:creationId xmlns:a16="http://schemas.microsoft.com/office/drawing/2014/main" id="{9A79306C-5F87-4164-BFC1-B6510FD8C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222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1" name="Oval 155">
                <a:extLst>
                  <a:ext uri="{FF2B5EF4-FFF2-40B4-BE49-F238E27FC236}">
                    <a16:creationId xmlns:a16="http://schemas.microsoft.com/office/drawing/2014/main" id="{7E9832D8-C19C-447F-8A02-6427E565E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801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2" name="Oval 156">
                <a:extLst>
                  <a:ext uri="{FF2B5EF4-FFF2-40B4-BE49-F238E27FC236}">
                    <a16:creationId xmlns:a16="http://schemas.microsoft.com/office/drawing/2014/main" id="{642D500D-782E-4592-BF2D-E7661636B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806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3" name="Oval 157">
                <a:extLst>
                  <a:ext uri="{FF2B5EF4-FFF2-40B4-BE49-F238E27FC236}">
                    <a16:creationId xmlns:a16="http://schemas.microsoft.com/office/drawing/2014/main" id="{F175C683-4557-401E-8C71-8F670C8CC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8" y="1854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4" name="Oval 158">
                <a:extLst>
                  <a:ext uri="{FF2B5EF4-FFF2-40B4-BE49-F238E27FC236}">
                    <a16:creationId xmlns:a16="http://schemas.microsoft.com/office/drawing/2014/main" id="{4DAA0C70-C62C-4718-8B3B-F4B28874A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1860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5" name="Oval 159">
                <a:extLst>
                  <a:ext uri="{FF2B5EF4-FFF2-40B4-BE49-F238E27FC236}">
                    <a16:creationId xmlns:a16="http://schemas.microsoft.com/office/drawing/2014/main" id="{80E547CD-3686-422B-B450-7B78F6F54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921"/>
                <a:ext cx="32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6" name="Oval 160">
                <a:extLst>
                  <a:ext uri="{FF2B5EF4-FFF2-40B4-BE49-F238E27FC236}">
                    <a16:creationId xmlns:a16="http://schemas.microsoft.com/office/drawing/2014/main" id="{2C1149A3-EB3A-4193-859B-DD73A23C7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926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7" name="Oval 161">
                <a:extLst>
                  <a:ext uri="{FF2B5EF4-FFF2-40B4-BE49-F238E27FC236}">
                    <a16:creationId xmlns:a16="http://schemas.microsoft.com/office/drawing/2014/main" id="{3727A6C9-5876-49F0-9780-3CB759929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2326"/>
                <a:ext cx="32" cy="35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8" name="Oval 162">
                <a:extLst>
                  <a:ext uri="{FF2B5EF4-FFF2-40B4-BE49-F238E27FC236}">
                    <a16:creationId xmlns:a16="http://schemas.microsoft.com/office/drawing/2014/main" id="{79A18CAB-18D9-42EA-B0CD-3CFCF3255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233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6209" name="Freeform 163">
                <a:extLst>
                  <a:ext uri="{FF2B5EF4-FFF2-40B4-BE49-F238E27FC236}">
                    <a16:creationId xmlns:a16="http://schemas.microsoft.com/office/drawing/2014/main" id="{1EB34041-AF4B-4732-A5E3-6A5F8080F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236"/>
                <a:ext cx="245" cy="317"/>
              </a:xfrm>
              <a:custGeom>
                <a:avLst/>
                <a:gdLst>
                  <a:gd name="T0" fmla="*/ 22783 w 98"/>
                  <a:gd name="T1" fmla="*/ 397 h 119"/>
                  <a:gd name="T2" fmla="*/ 19533 w 98"/>
                  <a:gd name="T3" fmla="*/ 11780 h 119"/>
                  <a:gd name="T4" fmla="*/ 17395 w 98"/>
                  <a:gd name="T5" fmla="*/ 21756 h 119"/>
                  <a:gd name="T6" fmla="*/ 11533 w 98"/>
                  <a:gd name="T7" fmla="*/ 26029 h 119"/>
                  <a:gd name="T8" fmla="*/ 6175 w 98"/>
                  <a:gd name="T9" fmla="*/ 28959 h 119"/>
                  <a:gd name="T10" fmla="*/ 1488 w 98"/>
                  <a:gd name="T11" fmla="*/ 37561 h 119"/>
                  <a:gd name="T12" fmla="*/ 0 w 98"/>
                  <a:gd name="T13" fmla="*/ 40797 h 119"/>
                  <a:gd name="T14" fmla="*/ 313 w 98"/>
                  <a:gd name="T15" fmla="*/ 42094 h 119"/>
                  <a:gd name="T16" fmla="*/ 1300 w 98"/>
                  <a:gd name="T17" fmla="*/ 41852 h 119"/>
                  <a:gd name="T18" fmla="*/ 2738 w 98"/>
                  <a:gd name="T19" fmla="*/ 38618 h 119"/>
                  <a:gd name="T20" fmla="*/ 7158 w 98"/>
                  <a:gd name="T21" fmla="*/ 30720 h 119"/>
                  <a:gd name="T22" fmla="*/ 11720 w 98"/>
                  <a:gd name="T23" fmla="*/ 28144 h 119"/>
                  <a:gd name="T24" fmla="*/ 18563 w 98"/>
                  <a:gd name="T25" fmla="*/ 23213 h 119"/>
                  <a:gd name="T26" fmla="*/ 21020 w 98"/>
                  <a:gd name="T27" fmla="*/ 11780 h 119"/>
                  <a:gd name="T28" fmla="*/ 23438 w 98"/>
                  <a:gd name="T29" fmla="*/ 2171 h 119"/>
                  <a:gd name="T30" fmla="*/ 23750 w 98"/>
                  <a:gd name="T31" fmla="*/ 661 h 119"/>
                  <a:gd name="T32" fmla="*/ 22783 w 98"/>
                  <a:gd name="T33" fmla="*/ 397 h 1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8" h="119">
                    <a:moveTo>
                      <a:pt x="93" y="1"/>
                    </a:moveTo>
                    <a:cubicBezTo>
                      <a:pt x="80" y="9"/>
                      <a:pt x="80" y="21"/>
                      <a:pt x="80" y="33"/>
                    </a:cubicBezTo>
                    <a:cubicBezTo>
                      <a:pt x="80" y="43"/>
                      <a:pt x="79" y="53"/>
                      <a:pt x="71" y="61"/>
                    </a:cubicBezTo>
                    <a:cubicBezTo>
                      <a:pt x="64" y="68"/>
                      <a:pt x="56" y="70"/>
                      <a:pt x="47" y="73"/>
                    </a:cubicBezTo>
                    <a:cubicBezTo>
                      <a:pt x="40" y="75"/>
                      <a:pt x="32" y="77"/>
                      <a:pt x="25" y="81"/>
                    </a:cubicBezTo>
                    <a:cubicBezTo>
                      <a:pt x="17" y="87"/>
                      <a:pt x="11" y="96"/>
                      <a:pt x="6" y="105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15"/>
                      <a:pt x="0" y="117"/>
                      <a:pt x="1" y="118"/>
                    </a:cubicBezTo>
                    <a:cubicBezTo>
                      <a:pt x="3" y="119"/>
                      <a:pt x="4" y="119"/>
                      <a:pt x="5" y="117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6" y="100"/>
                      <a:pt x="21" y="91"/>
                      <a:pt x="29" y="86"/>
                    </a:cubicBezTo>
                    <a:cubicBezTo>
                      <a:pt x="35" y="83"/>
                      <a:pt x="41" y="81"/>
                      <a:pt x="48" y="79"/>
                    </a:cubicBezTo>
                    <a:cubicBezTo>
                      <a:pt x="58" y="76"/>
                      <a:pt x="67" y="73"/>
                      <a:pt x="76" y="65"/>
                    </a:cubicBezTo>
                    <a:cubicBezTo>
                      <a:pt x="85" y="56"/>
                      <a:pt x="86" y="44"/>
                      <a:pt x="86" y="33"/>
                    </a:cubicBezTo>
                    <a:cubicBezTo>
                      <a:pt x="86" y="22"/>
                      <a:pt x="86" y="12"/>
                      <a:pt x="96" y="6"/>
                    </a:cubicBezTo>
                    <a:cubicBezTo>
                      <a:pt x="98" y="5"/>
                      <a:pt x="98" y="3"/>
                      <a:pt x="97" y="2"/>
                    </a:cubicBezTo>
                    <a:cubicBezTo>
                      <a:pt x="97" y="1"/>
                      <a:pt x="95" y="0"/>
                      <a:pt x="93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0" name="Freeform 164">
                <a:extLst>
                  <a:ext uri="{FF2B5EF4-FFF2-40B4-BE49-F238E27FC236}">
                    <a16:creationId xmlns:a16="http://schemas.microsoft.com/office/drawing/2014/main" id="{8C145B89-506E-4FE0-8713-6868475A4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110"/>
                <a:ext cx="157" cy="384"/>
              </a:xfrm>
              <a:custGeom>
                <a:avLst/>
                <a:gdLst>
                  <a:gd name="T0" fmla="*/ 1161 w 63"/>
                  <a:gd name="T1" fmla="*/ 1059 h 144"/>
                  <a:gd name="T2" fmla="*/ 7676 w 63"/>
                  <a:gd name="T3" fmla="*/ 15531 h 144"/>
                  <a:gd name="T4" fmla="*/ 13153 w 63"/>
                  <a:gd name="T5" fmla="*/ 23723 h 144"/>
                  <a:gd name="T6" fmla="*/ 12954 w 63"/>
                  <a:gd name="T7" fmla="*/ 31309 h 144"/>
                  <a:gd name="T8" fmla="*/ 12490 w 63"/>
                  <a:gd name="T9" fmla="*/ 37773 h 144"/>
                  <a:gd name="T10" fmla="*/ 13652 w 63"/>
                  <a:gd name="T11" fmla="*/ 51123 h 144"/>
                  <a:gd name="T12" fmla="*/ 14613 w 63"/>
                  <a:gd name="T13" fmla="*/ 51789 h 144"/>
                  <a:gd name="T14" fmla="*/ 15072 w 63"/>
                  <a:gd name="T15" fmla="*/ 50312 h 144"/>
                  <a:gd name="T16" fmla="*/ 13931 w 63"/>
                  <a:gd name="T17" fmla="*/ 37773 h 144"/>
                  <a:gd name="T18" fmla="*/ 14427 w 63"/>
                  <a:gd name="T19" fmla="*/ 31709 h 144"/>
                  <a:gd name="T20" fmla="*/ 14613 w 63"/>
                  <a:gd name="T21" fmla="*/ 23304 h 144"/>
                  <a:gd name="T22" fmla="*/ 8637 w 63"/>
                  <a:gd name="T23" fmla="*/ 13597 h 144"/>
                  <a:gd name="T24" fmla="*/ 2584 w 63"/>
                  <a:gd name="T25" fmla="*/ 1763 h 144"/>
                  <a:gd name="T26" fmla="*/ 2118 w 63"/>
                  <a:gd name="T27" fmla="*/ 397 h 144"/>
                  <a:gd name="T28" fmla="*/ 1161 w 63"/>
                  <a:gd name="T29" fmla="*/ 1059 h 1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3" h="144">
                    <a:moveTo>
                      <a:pt x="5" y="3"/>
                    </a:moveTo>
                    <a:cubicBezTo>
                      <a:pt x="0" y="19"/>
                      <a:pt x="17" y="32"/>
                      <a:pt x="32" y="43"/>
                    </a:cubicBezTo>
                    <a:cubicBezTo>
                      <a:pt x="43" y="51"/>
                      <a:pt x="53" y="59"/>
                      <a:pt x="55" y="66"/>
                    </a:cubicBezTo>
                    <a:cubicBezTo>
                      <a:pt x="56" y="71"/>
                      <a:pt x="55" y="79"/>
                      <a:pt x="54" y="87"/>
                    </a:cubicBezTo>
                    <a:cubicBezTo>
                      <a:pt x="53" y="94"/>
                      <a:pt x="52" y="100"/>
                      <a:pt x="52" y="105"/>
                    </a:cubicBezTo>
                    <a:cubicBezTo>
                      <a:pt x="52" y="118"/>
                      <a:pt x="53" y="130"/>
                      <a:pt x="57" y="142"/>
                    </a:cubicBezTo>
                    <a:cubicBezTo>
                      <a:pt x="58" y="144"/>
                      <a:pt x="59" y="144"/>
                      <a:pt x="61" y="144"/>
                    </a:cubicBezTo>
                    <a:cubicBezTo>
                      <a:pt x="62" y="143"/>
                      <a:pt x="63" y="142"/>
                      <a:pt x="63" y="140"/>
                    </a:cubicBezTo>
                    <a:cubicBezTo>
                      <a:pt x="59" y="129"/>
                      <a:pt x="58" y="117"/>
                      <a:pt x="58" y="105"/>
                    </a:cubicBezTo>
                    <a:cubicBezTo>
                      <a:pt x="58" y="100"/>
                      <a:pt x="59" y="94"/>
                      <a:pt x="60" y="88"/>
                    </a:cubicBezTo>
                    <a:cubicBezTo>
                      <a:pt x="61" y="80"/>
                      <a:pt x="63" y="71"/>
                      <a:pt x="61" y="65"/>
                    </a:cubicBezTo>
                    <a:cubicBezTo>
                      <a:pt x="59" y="55"/>
                      <a:pt x="48" y="47"/>
                      <a:pt x="36" y="38"/>
                    </a:cubicBezTo>
                    <a:cubicBezTo>
                      <a:pt x="22" y="28"/>
                      <a:pt x="7" y="17"/>
                      <a:pt x="11" y="5"/>
                    </a:cubicBezTo>
                    <a:cubicBezTo>
                      <a:pt x="11" y="3"/>
                      <a:pt x="10" y="1"/>
                      <a:pt x="9" y="1"/>
                    </a:cubicBezTo>
                    <a:cubicBezTo>
                      <a:pt x="7" y="0"/>
                      <a:pt x="6" y="1"/>
                      <a:pt x="5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1" name="Freeform 165">
                <a:extLst>
                  <a:ext uri="{FF2B5EF4-FFF2-40B4-BE49-F238E27FC236}">
                    <a16:creationId xmlns:a16="http://schemas.microsoft.com/office/drawing/2014/main" id="{AA922B75-2253-4790-BCD9-57EA3D195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172"/>
                <a:ext cx="107" cy="362"/>
              </a:xfrm>
              <a:custGeom>
                <a:avLst/>
                <a:gdLst>
                  <a:gd name="T0" fmla="*/ 953 w 43"/>
                  <a:gd name="T1" fmla="*/ 397 h 136"/>
                  <a:gd name="T2" fmla="*/ 465 w 43"/>
                  <a:gd name="T3" fmla="*/ 1453 h 136"/>
                  <a:gd name="T4" fmla="*/ 465 w 43"/>
                  <a:gd name="T5" fmla="*/ 27009 h 136"/>
                  <a:gd name="T6" fmla="*/ 465 w 43"/>
                  <a:gd name="T7" fmla="*/ 29120 h 136"/>
                  <a:gd name="T8" fmla="*/ 5437 w 43"/>
                  <a:gd name="T9" fmla="*/ 44076 h 136"/>
                  <a:gd name="T10" fmla="*/ 8781 w 43"/>
                  <a:gd name="T11" fmla="*/ 47994 h 136"/>
                  <a:gd name="T12" fmla="*/ 9739 w 43"/>
                  <a:gd name="T13" fmla="*/ 47994 h 136"/>
                  <a:gd name="T14" fmla="*/ 9739 w 43"/>
                  <a:gd name="T15" fmla="*/ 46639 h 136"/>
                  <a:gd name="T16" fmla="*/ 6408 w 43"/>
                  <a:gd name="T17" fmla="*/ 42375 h 136"/>
                  <a:gd name="T18" fmla="*/ 1914 w 43"/>
                  <a:gd name="T19" fmla="*/ 29516 h 136"/>
                  <a:gd name="T20" fmla="*/ 1914 w 43"/>
                  <a:gd name="T21" fmla="*/ 27009 h 136"/>
                  <a:gd name="T22" fmla="*/ 1615 w 43"/>
                  <a:gd name="T23" fmla="*/ 1057 h 136"/>
                  <a:gd name="T24" fmla="*/ 953 w 43"/>
                  <a:gd name="T25" fmla="*/ 397 h 1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136">
                    <a:moveTo>
                      <a:pt x="4" y="1"/>
                    </a:moveTo>
                    <a:cubicBezTo>
                      <a:pt x="2" y="1"/>
                      <a:pt x="1" y="2"/>
                      <a:pt x="2" y="4"/>
                    </a:cubicBezTo>
                    <a:cubicBezTo>
                      <a:pt x="6" y="26"/>
                      <a:pt x="4" y="53"/>
                      <a:pt x="2" y="76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0" y="107"/>
                      <a:pt x="11" y="115"/>
                      <a:pt x="23" y="124"/>
                    </a:cubicBezTo>
                    <a:cubicBezTo>
                      <a:pt x="28" y="127"/>
                      <a:pt x="32" y="130"/>
                      <a:pt x="37" y="135"/>
                    </a:cubicBezTo>
                    <a:cubicBezTo>
                      <a:pt x="38" y="136"/>
                      <a:pt x="40" y="136"/>
                      <a:pt x="41" y="135"/>
                    </a:cubicBezTo>
                    <a:cubicBezTo>
                      <a:pt x="43" y="134"/>
                      <a:pt x="42" y="132"/>
                      <a:pt x="41" y="131"/>
                    </a:cubicBezTo>
                    <a:cubicBezTo>
                      <a:pt x="36" y="126"/>
                      <a:pt x="31" y="122"/>
                      <a:pt x="27" y="119"/>
                    </a:cubicBezTo>
                    <a:cubicBezTo>
                      <a:pt x="14" y="110"/>
                      <a:pt x="6" y="104"/>
                      <a:pt x="8" y="83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10" y="53"/>
                      <a:pt x="12" y="26"/>
                      <a:pt x="7" y="3"/>
                    </a:cubicBezTo>
                    <a:cubicBezTo>
                      <a:pt x="7" y="1"/>
                      <a:pt x="6" y="0"/>
                      <a:pt x="4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2" name="Freeform 166">
                <a:extLst>
                  <a:ext uri="{FF2B5EF4-FFF2-40B4-BE49-F238E27FC236}">
                    <a16:creationId xmlns:a16="http://schemas.microsoft.com/office/drawing/2014/main" id="{3AB9A11C-8BD1-4989-8583-EFA5FD73E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1249"/>
                <a:ext cx="60" cy="251"/>
              </a:xfrm>
              <a:custGeom>
                <a:avLst/>
                <a:gdLst>
                  <a:gd name="T0" fmla="*/ 783 w 24"/>
                  <a:gd name="T1" fmla="*/ 401 h 94"/>
                  <a:gd name="T2" fmla="*/ 313 w 24"/>
                  <a:gd name="T3" fmla="*/ 1768 h 94"/>
                  <a:gd name="T4" fmla="*/ 1300 w 24"/>
                  <a:gd name="T5" fmla="*/ 6088 h 94"/>
                  <a:gd name="T6" fmla="*/ 4220 w 24"/>
                  <a:gd name="T7" fmla="*/ 20641 h 94"/>
                  <a:gd name="T8" fmla="*/ 3908 w 24"/>
                  <a:gd name="T9" fmla="*/ 25776 h 94"/>
                  <a:gd name="T10" fmla="*/ 4220 w 24"/>
                  <a:gd name="T11" fmla="*/ 32990 h 94"/>
                  <a:gd name="T12" fmla="*/ 5208 w 24"/>
                  <a:gd name="T13" fmla="*/ 33661 h 94"/>
                  <a:gd name="T14" fmla="*/ 5675 w 24"/>
                  <a:gd name="T15" fmla="*/ 32328 h 94"/>
                  <a:gd name="T16" fmla="*/ 5395 w 24"/>
                  <a:gd name="T17" fmla="*/ 25776 h 94"/>
                  <a:gd name="T18" fmla="*/ 5675 w 24"/>
                  <a:gd name="T19" fmla="*/ 20392 h 94"/>
                  <a:gd name="T20" fmla="*/ 2738 w 24"/>
                  <a:gd name="T21" fmla="*/ 5447 h 94"/>
                  <a:gd name="T22" fmla="*/ 1770 w 24"/>
                  <a:gd name="T23" fmla="*/ 1071 h 94"/>
                  <a:gd name="T24" fmla="*/ 783 w 24"/>
                  <a:gd name="T25" fmla="*/ 401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94">
                    <a:moveTo>
                      <a:pt x="3" y="1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0" y="30"/>
                      <a:pt x="16" y="44"/>
                      <a:pt x="17" y="57"/>
                    </a:cubicBezTo>
                    <a:cubicBezTo>
                      <a:pt x="18" y="61"/>
                      <a:pt x="17" y="66"/>
                      <a:pt x="16" y="71"/>
                    </a:cubicBezTo>
                    <a:cubicBezTo>
                      <a:pt x="16" y="78"/>
                      <a:pt x="15" y="85"/>
                      <a:pt x="17" y="91"/>
                    </a:cubicBezTo>
                    <a:cubicBezTo>
                      <a:pt x="18" y="93"/>
                      <a:pt x="19" y="94"/>
                      <a:pt x="21" y="93"/>
                    </a:cubicBezTo>
                    <a:cubicBezTo>
                      <a:pt x="22" y="93"/>
                      <a:pt x="23" y="91"/>
                      <a:pt x="23" y="89"/>
                    </a:cubicBezTo>
                    <a:cubicBezTo>
                      <a:pt x="21" y="84"/>
                      <a:pt x="22" y="78"/>
                      <a:pt x="22" y="71"/>
                    </a:cubicBezTo>
                    <a:cubicBezTo>
                      <a:pt x="23" y="66"/>
                      <a:pt x="24" y="61"/>
                      <a:pt x="23" y="56"/>
                    </a:cubicBezTo>
                    <a:cubicBezTo>
                      <a:pt x="21" y="43"/>
                      <a:pt x="16" y="28"/>
                      <a:pt x="11" y="1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1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3" name="Freeform 167">
                <a:extLst>
                  <a:ext uri="{FF2B5EF4-FFF2-40B4-BE49-F238E27FC236}">
                    <a16:creationId xmlns:a16="http://schemas.microsoft.com/office/drawing/2014/main" id="{C1FF9A89-EFCF-425B-9C1E-4D448E47D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164"/>
                <a:ext cx="112" cy="322"/>
              </a:xfrm>
              <a:custGeom>
                <a:avLst/>
                <a:gdLst>
                  <a:gd name="T0" fmla="*/ 9249 w 45"/>
                  <a:gd name="T1" fmla="*/ 1056 h 121"/>
                  <a:gd name="T2" fmla="*/ 5717 w 45"/>
                  <a:gd name="T3" fmla="*/ 12380 h 121"/>
                  <a:gd name="T4" fmla="*/ 3345 w 45"/>
                  <a:gd name="T5" fmla="*/ 19504 h 121"/>
                  <a:gd name="T6" fmla="*/ 1618 w 45"/>
                  <a:gd name="T7" fmla="*/ 30947 h 121"/>
                  <a:gd name="T8" fmla="*/ 187 w 45"/>
                  <a:gd name="T9" fmla="*/ 41216 h 121"/>
                  <a:gd name="T10" fmla="*/ 465 w 45"/>
                  <a:gd name="T11" fmla="*/ 42576 h 121"/>
                  <a:gd name="T12" fmla="*/ 1419 w 45"/>
                  <a:gd name="T13" fmla="*/ 41932 h 121"/>
                  <a:gd name="T14" fmla="*/ 3066 w 45"/>
                  <a:gd name="T15" fmla="*/ 31245 h 121"/>
                  <a:gd name="T16" fmla="*/ 4485 w 45"/>
                  <a:gd name="T17" fmla="*/ 20262 h 121"/>
                  <a:gd name="T18" fmla="*/ 6877 w 45"/>
                  <a:gd name="T19" fmla="*/ 13492 h 121"/>
                  <a:gd name="T20" fmla="*/ 10697 w 45"/>
                  <a:gd name="T21" fmla="*/ 1748 h 121"/>
                  <a:gd name="T22" fmla="*/ 10209 w 45"/>
                  <a:gd name="T23" fmla="*/ 397 h 121"/>
                  <a:gd name="T24" fmla="*/ 9249 w 45"/>
                  <a:gd name="T25" fmla="*/ 1056 h 1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121">
                    <a:moveTo>
                      <a:pt x="39" y="3"/>
                    </a:moveTo>
                    <a:cubicBezTo>
                      <a:pt x="34" y="14"/>
                      <a:pt x="29" y="24"/>
                      <a:pt x="24" y="3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9" y="65"/>
                      <a:pt x="8" y="76"/>
                      <a:pt x="7" y="87"/>
                    </a:cubicBezTo>
                    <a:cubicBezTo>
                      <a:pt x="6" y="98"/>
                      <a:pt x="5" y="107"/>
                      <a:pt x="1" y="116"/>
                    </a:cubicBezTo>
                    <a:cubicBezTo>
                      <a:pt x="0" y="117"/>
                      <a:pt x="0" y="119"/>
                      <a:pt x="2" y="120"/>
                    </a:cubicBezTo>
                    <a:cubicBezTo>
                      <a:pt x="3" y="121"/>
                      <a:pt x="5" y="120"/>
                      <a:pt x="6" y="118"/>
                    </a:cubicBezTo>
                    <a:cubicBezTo>
                      <a:pt x="10" y="109"/>
                      <a:pt x="12" y="98"/>
                      <a:pt x="13" y="88"/>
                    </a:cubicBezTo>
                    <a:cubicBezTo>
                      <a:pt x="14" y="78"/>
                      <a:pt x="15" y="67"/>
                      <a:pt x="19" y="57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4" y="27"/>
                      <a:pt x="40" y="17"/>
                      <a:pt x="45" y="5"/>
                    </a:cubicBezTo>
                    <a:cubicBezTo>
                      <a:pt x="45" y="3"/>
                      <a:pt x="45" y="2"/>
                      <a:pt x="43" y="1"/>
                    </a:cubicBezTo>
                    <a:cubicBezTo>
                      <a:pt x="41" y="0"/>
                      <a:pt x="40" y="1"/>
                      <a:pt x="39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4" name="Freeform 168">
                <a:extLst>
                  <a:ext uri="{FF2B5EF4-FFF2-40B4-BE49-F238E27FC236}">
                    <a16:creationId xmlns:a16="http://schemas.microsoft.com/office/drawing/2014/main" id="{4C03DAEC-B297-4757-B053-F1B59CA4E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353"/>
                <a:ext cx="227" cy="203"/>
              </a:xfrm>
              <a:custGeom>
                <a:avLst/>
                <a:gdLst>
                  <a:gd name="T0" fmla="*/ 21717 w 91"/>
                  <a:gd name="T1" fmla="*/ 401 h 76"/>
                  <a:gd name="T2" fmla="*/ 20490 w 91"/>
                  <a:gd name="T3" fmla="*/ 662 h 76"/>
                  <a:gd name="T4" fmla="*/ 19515 w 91"/>
                  <a:gd name="T5" fmla="*/ 6114 h 76"/>
                  <a:gd name="T6" fmla="*/ 18811 w 91"/>
                  <a:gd name="T7" fmla="*/ 10174 h 76"/>
                  <a:gd name="T8" fmla="*/ 12078 w 91"/>
                  <a:gd name="T9" fmla="*/ 18222 h 76"/>
                  <a:gd name="T10" fmla="*/ 7232 w 91"/>
                  <a:gd name="T11" fmla="*/ 21475 h 76"/>
                  <a:gd name="T12" fmla="*/ 187 w 91"/>
                  <a:gd name="T13" fmla="*/ 25864 h 76"/>
                  <a:gd name="T14" fmla="*/ 0 w 91"/>
                  <a:gd name="T15" fmla="*/ 26104 h 76"/>
                  <a:gd name="T16" fmla="*/ 1162 w 91"/>
                  <a:gd name="T17" fmla="*/ 27597 h 76"/>
                  <a:gd name="T18" fmla="*/ 7933 w 91"/>
                  <a:gd name="T19" fmla="*/ 23666 h 76"/>
                  <a:gd name="T20" fmla="*/ 12545 w 91"/>
                  <a:gd name="T21" fmla="*/ 20412 h 76"/>
                  <a:gd name="T22" fmla="*/ 20285 w 91"/>
                  <a:gd name="T23" fmla="*/ 10901 h 76"/>
                  <a:gd name="T24" fmla="*/ 20956 w 91"/>
                  <a:gd name="T25" fmla="*/ 6520 h 76"/>
                  <a:gd name="T26" fmla="*/ 21917 w 91"/>
                  <a:gd name="T27" fmla="*/ 1768 h 76"/>
                  <a:gd name="T28" fmla="*/ 21717 w 91"/>
                  <a:gd name="T29" fmla="*/ 401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76">
                    <a:moveTo>
                      <a:pt x="90" y="1"/>
                    </a:moveTo>
                    <a:cubicBezTo>
                      <a:pt x="88" y="0"/>
                      <a:pt x="86" y="1"/>
                      <a:pt x="85" y="2"/>
                    </a:cubicBezTo>
                    <a:cubicBezTo>
                      <a:pt x="82" y="7"/>
                      <a:pt x="81" y="12"/>
                      <a:pt x="81" y="17"/>
                    </a:cubicBezTo>
                    <a:cubicBezTo>
                      <a:pt x="80" y="21"/>
                      <a:pt x="79" y="24"/>
                      <a:pt x="78" y="28"/>
                    </a:cubicBezTo>
                    <a:cubicBezTo>
                      <a:pt x="72" y="41"/>
                      <a:pt x="65" y="45"/>
                      <a:pt x="50" y="50"/>
                    </a:cubicBezTo>
                    <a:cubicBezTo>
                      <a:pt x="44" y="53"/>
                      <a:pt x="37" y="56"/>
                      <a:pt x="30" y="59"/>
                    </a:cubicBezTo>
                    <a:cubicBezTo>
                      <a:pt x="20" y="64"/>
                      <a:pt x="10" y="69"/>
                      <a:pt x="1" y="71"/>
                    </a:cubicBezTo>
                    <a:cubicBezTo>
                      <a:pt x="0" y="71"/>
                      <a:pt x="0" y="71"/>
                      <a:pt x="0" y="72"/>
                    </a:cubicBezTo>
                    <a:cubicBezTo>
                      <a:pt x="1" y="73"/>
                      <a:pt x="3" y="75"/>
                      <a:pt x="5" y="76"/>
                    </a:cubicBezTo>
                    <a:cubicBezTo>
                      <a:pt x="14" y="74"/>
                      <a:pt x="24" y="69"/>
                      <a:pt x="33" y="65"/>
                    </a:cubicBezTo>
                    <a:cubicBezTo>
                      <a:pt x="40" y="61"/>
                      <a:pt x="46" y="58"/>
                      <a:pt x="52" y="56"/>
                    </a:cubicBezTo>
                    <a:cubicBezTo>
                      <a:pt x="66" y="51"/>
                      <a:pt x="77" y="47"/>
                      <a:pt x="84" y="30"/>
                    </a:cubicBezTo>
                    <a:cubicBezTo>
                      <a:pt x="85" y="26"/>
                      <a:pt x="86" y="22"/>
                      <a:pt x="87" y="18"/>
                    </a:cubicBezTo>
                    <a:cubicBezTo>
                      <a:pt x="87" y="14"/>
                      <a:pt x="88" y="9"/>
                      <a:pt x="91" y="5"/>
                    </a:cubicBezTo>
                    <a:cubicBezTo>
                      <a:pt x="91" y="4"/>
                      <a:pt x="91" y="2"/>
                      <a:pt x="90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5" name="Freeform 169">
                <a:extLst>
                  <a:ext uri="{FF2B5EF4-FFF2-40B4-BE49-F238E27FC236}">
                    <a16:creationId xmlns:a16="http://schemas.microsoft.com/office/drawing/2014/main" id="{B6221361-C351-4D0A-880F-21193DF2C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601"/>
                <a:ext cx="298" cy="107"/>
              </a:xfrm>
              <a:custGeom>
                <a:avLst/>
                <a:gdLst>
                  <a:gd name="T0" fmla="*/ 12624 w 119"/>
                  <a:gd name="T1" fmla="*/ 4802 h 40"/>
                  <a:gd name="T2" fmla="*/ 10347 w 119"/>
                  <a:gd name="T3" fmla="*/ 6147 h 40"/>
                  <a:gd name="T4" fmla="*/ 1305 w 119"/>
                  <a:gd name="T5" fmla="*/ 7677 h 40"/>
                  <a:gd name="T6" fmla="*/ 313 w 119"/>
                  <a:gd name="T7" fmla="*/ 7370 h 40"/>
                  <a:gd name="T8" fmla="*/ 313 w 119"/>
                  <a:gd name="T9" fmla="*/ 8745 h 40"/>
                  <a:gd name="T10" fmla="*/ 11131 w 119"/>
                  <a:gd name="T11" fmla="*/ 8501 h 40"/>
                  <a:gd name="T12" fmla="*/ 13099 w 119"/>
                  <a:gd name="T13" fmla="*/ 6548 h 40"/>
                  <a:gd name="T14" fmla="*/ 28553 w 119"/>
                  <a:gd name="T15" fmla="*/ 3269 h 40"/>
                  <a:gd name="T16" fmla="*/ 29337 w 119"/>
                  <a:gd name="T17" fmla="*/ 2605 h 40"/>
                  <a:gd name="T18" fmla="*/ 28866 w 119"/>
                  <a:gd name="T19" fmla="*/ 1073 h 40"/>
                  <a:gd name="T20" fmla="*/ 12624 w 119"/>
                  <a:gd name="T21" fmla="*/ 4802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40">
                    <a:moveTo>
                      <a:pt x="51" y="13"/>
                    </a:moveTo>
                    <a:cubicBezTo>
                      <a:pt x="42" y="17"/>
                      <a:pt x="42" y="17"/>
                      <a:pt x="42" y="17"/>
                    </a:cubicBezTo>
                    <a:cubicBezTo>
                      <a:pt x="27" y="25"/>
                      <a:pt x="13" y="31"/>
                      <a:pt x="5" y="21"/>
                    </a:cubicBezTo>
                    <a:cubicBezTo>
                      <a:pt x="4" y="19"/>
                      <a:pt x="2" y="19"/>
                      <a:pt x="1" y="20"/>
                    </a:cubicBezTo>
                    <a:cubicBezTo>
                      <a:pt x="0" y="21"/>
                      <a:pt x="0" y="23"/>
                      <a:pt x="1" y="24"/>
                    </a:cubicBezTo>
                    <a:cubicBezTo>
                      <a:pt x="12" y="40"/>
                      <a:pt x="31" y="30"/>
                      <a:pt x="45" y="23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77" y="8"/>
                      <a:pt x="95" y="6"/>
                      <a:pt x="116" y="9"/>
                    </a:cubicBezTo>
                    <a:cubicBezTo>
                      <a:pt x="117" y="10"/>
                      <a:pt x="119" y="9"/>
                      <a:pt x="119" y="7"/>
                    </a:cubicBezTo>
                    <a:cubicBezTo>
                      <a:pt x="119" y="5"/>
                      <a:pt x="118" y="4"/>
                      <a:pt x="117" y="3"/>
                    </a:cubicBezTo>
                    <a:cubicBezTo>
                      <a:pt x="95" y="0"/>
                      <a:pt x="76" y="2"/>
                      <a:pt x="51" y="1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6" name="Freeform 170">
                <a:extLst>
                  <a:ext uri="{FF2B5EF4-FFF2-40B4-BE49-F238E27FC236}">
                    <a16:creationId xmlns:a16="http://schemas.microsoft.com/office/drawing/2014/main" id="{997B5E41-BE19-4D1B-9423-E1B6B5FBD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942"/>
                <a:ext cx="147" cy="136"/>
              </a:xfrm>
              <a:custGeom>
                <a:avLst/>
                <a:gdLst>
                  <a:gd name="T0" fmla="*/ 653 w 59"/>
                  <a:gd name="T1" fmla="*/ 397 h 51"/>
                  <a:gd name="T2" fmla="*/ 187 w 59"/>
                  <a:gd name="T3" fmla="*/ 1763 h 51"/>
                  <a:gd name="T4" fmla="*/ 4520 w 59"/>
                  <a:gd name="T5" fmla="*/ 6067 h 51"/>
                  <a:gd name="T6" fmla="*/ 7208 w 59"/>
                  <a:gd name="T7" fmla="*/ 7944 h 51"/>
                  <a:gd name="T8" fmla="*/ 9789 w 59"/>
                  <a:gd name="T9" fmla="*/ 12536 h 51"/>
                  <a:gd name="T10" fmla="*/ 12943 w 59"/>
                  <a:gd name="T11" fmla="*/ 17955 h 51"/>
                  <a:gd name="T12" fmla="*/ 13905 w 59"/>
                  <a:gd name="T13" fmla="*/ 17955 h 51"/>
                  <a:gd name="T14" fmla="*/ 13905 w 59"/>
                  <a:gd name="T15" fmla="*/ 16179 h 51"/>
                  <a:gd name="T16" fmla="*/ 11055 w 59"/>
                  <a:gd name="T17" fmla="*/ 11171 h 51"/>
                  <a:gd name="T18" fmla="*/ 8170 w 59"/>
                  <a:gd name="T19" fmla="*/ 6464 h 51"/>
                  <a:gd name="T20" fmla="*/ 4811 w 59"/>
                  <a:gd name="T21" fmla="*/ 3891 h 51"/>
                  <a:gd name="T22" fmla="*/ 1627 w 59"/>
                  <a:gd name="T23" fmla="*/ 1059 h 51"/>
                  <a:gd name="T24" fmla="*/ 653 w 59"/>
                  <a:gd name="T25" fmla="*/ 397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51">
                    <a:moveTo>
                      <a:pt x="3" y="1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4" y="12"/>
                      <a:pt x="12" y="15"/>
                      <a:pt x="19" y="17"/>
                    </a:cubicBezTo>
                    <a:cubicBezTo>
                      <a:pt x="23" y="18"/>
                      <a:pt x="27" y="20"/>
                      <a:pt x="30" y="22"/>
                    </a:cubicBezTo>
                    <a:cubicBezTo>
                      <a:pt x="34" y="26"/>
                      <a:pt x="37" y="30"/>
                      <a:pt x="41" y="35"/>
                    </a:cubicBezTo>
                    <a:cubicBezTo>
                      <a:pt x="45" y="40"/>
                      <a:pt x="48" y="46"/>
                      <a:pt x="54" y="50"/>
                    </a:cubicBezTo>
                    <a:cubicBezTo>
                      <a:pt x="55" y="51"/>
                      <a:pt x="57" y="51"/>
                      <a:pt x="58" y="50"/>
                    </a:cubicBezTo>
                    <a:cubicBezTo>
                      <a:pt x="59" y="48"/>
                      <a:pt x="59" y="46"/>
                      <a:pt x="58" y="45"/>
                    </a:cubicBezTo>
                    <a:cubicBezTo>
                      <a:pt x="53" y="42"/>
                      <a:pt x="49" y="37"/>
                      <a:pt x="46" y="31"/>
                    </a:cubicBezTo>
                    <a:cubicBezTo>
                      <a:pt x="42" y="27"/>
                      <a:pt x="39" y="22"/>
                      <a:pt x="34" y="18"/>
                    </a:cubicBezTo>
                    <a:cubicBezTo>
                      <a:pt x="30" y="14"/>
                      <a:pt x="25" y="13"/>
                      <a:pt x="20" y="11"/>
                    </a:cubicBezTo>
                    <a:cubicBezTo>
                      <a:pt x="14" y="9"/>
                      <a:pt x="8" y="7"/>
                      <a:pt x="7" y="3"/>
                    </a:cubicBezTo>
                    <a:cubicBezTo>
                      <a:pt x="6" y="1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7" name="Freeform 171">
                <a:extLst>
                  <a:ext uri="{FF2B5EF4-FFF2-40B4-BE49-F238E27FC236}">
                    <a16:creationId xmlns:a16="http://schemas.microsoft.com/office/drawing/2014/main" id="{F1BD6695-D7CC-4C14-AADD-564D524FA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206"/>
                <a:ext cx="63" cy="91"/>
              </a:xfrm>
              <a:custGeom>
                <a:avLst/>
                <a:gdLst>
                  <a:gd name="T0" fmla="*/ 318 w 25"/>
                  <a:gd name="T1" fmla="*/ 1073 h 34"/>
                  <a:gd name="T2" fmla="*/ 2865 w 25"/>
                  <a:gd name="T3" fmla="*/ 8110 h 34"/>
                  <a:gd name="T4" fmla="*/ 4884 w 25"/>
                  <a:gd name="T5" fmla="*/ 11814 h 34"/>
                  <a:gd name="T6" fmla="*/ 5887 w 25"/>
                  <a:gd name="T7" fmla="*/ 12521 h 34"/>
                  <a:gd name="T8" fmla="*/ 6096 w 25"/>
                  <a:gd name="T9" fmla="*/ 10990 h 34"/>
                  <a:gd name="T10" fmla="*/ 3873 w 25"/>
                  <a:gd name="T11" fmla="*/ 6576 h 34"/>
                  <a:gd name="T12" fmla="*/ 1809 w 25"/>
                  <a:gd name="T13" fmla="*/ 1073 h 34"/>
                  <a:gd name="T14" fmla="*/ 1011 w 25"/>
                  <a:gd name="T15" fmla="*/ 0 h 34"/>
                  <a:gd name="T16" fmla="*/ 318 w 25"/>
                  <a:gd name="T17" fmla="*/ 1073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4">
                    <a:moveTo>
                      <a:pt x="1" y="3"/>
                    </a:moveTo>
                    <a:cubicBezTo>
                      <a:pt x="0" y="12"/>
                      <a:pt x="6" y="17"/>
                      <a:pt x="11" y="22"/>
                    </a:cubicBezTo>
                    <a:cubicBezTo>
                      <a:pt x="14" y="25"/>
                      <a:pt x="17" y="28"/>
                      <a:pt x="19" y="32"/>
                    </a:cubicBezTo>
                    <a:cubicBezTo>
                      <a:pt x="19" y="34"/>
                      <a:pt x="21" y="34"/>
                      <a:pt x="23" y="34"/>
                    </a:cubicBezTo>
                    <a:cubicBezTo>
                      <a:pt x="24" y="33"/>
                      <a:pt x="25" y="31"/>
                      <a:pt x="24" y="30"/>
                    </a:cubicBezTo>
                    <a:cubicBezTo>
                      <a:pt x="22" y="24"/>
                      <a:pt x="18" y="21"/>
                      <a:pt x="15" y="18"/>
                    </a:cubicBezTo>
                    <a:cubicBezTo>
                      <a:pt x="10" y="13"/>
                      <a:pt x="7" y="10"/>
                      <a:pt x="7" y="3"/>
                    </a:cubicBezTo>
                    <a:cubicBezTo>
                      <a:pt x="7" y="1"/>
                      <a:pt x="6" y="0"/>
                      <a:pt x="4" y="0"/>
                    </a:cubicBezTo>
                    <a:cubicBezTo>
                      <a:pt x="3" y="0"/>
                      <a:pt x="1" y="1"/>
                      <a:pt x="1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8" name="Freeform 172">
                <a:extLst>
                  <a:ext uri="{FF2B5EF4-FFF2-40B4-BE49-F238E27FC236}">
                    <a16:creationId xmlns:a16="http://schemas.microsoft.com/office/drawing/2014/main" id="{721F0F34-48C9-4A60-B033-B065EAC1F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105"/>
                <a:ext cx="182" cy="219"/>
              </a:xfrm>
              <a:custGeom>
                <a:avLst/>
                <a:gdLst>
                  <a:gd name="T0" fmla="*/ 653 w 73"/>
                  <a:gd name="T1" fmla="*/ 0 h 82"/>
                  <a:gd name="T2" fmla="*/ 0 w 73"/>
                  <a:gd name="T3" fmla="*/ 1071 h 82"/>
                  <a:gd name="T4" fmla="*/ 4525 w 73"/>
                  <a:gd name="T5" fmla="*/ 11297 h 82"/>
                  <a:gd name="T6" fmla="*/ 6956 w 73"/>
                  <a:gd name="T7" fmla="*/ 14550 h 82"/>
                  <a:gd name="T8" fmla="*/ 8646 w 73"/>
                  <a:gd name="T9" fmla="*/ 19280 h 82"/>
                  <a:gd name="T10" fmla="*/ 10586 w 73"/>
                  <a:gd name="T11" fmla="*/ 24330 h 82"/>
                  <a:gd name="T12" fmla="*/ 14445 w 73"/>
                  <a:gd name="T13" fmla="*/ 28288 h 82"/>
                  <a:gd name="T14" fmla="*/ 16378 w 73"/>
                  <a:gd name="T15" fmla="*/ 29359 h 82"/>
                  <a:gd name="T16" fmla="*/ 17542 w 73"/>
                  <a:gd name="T17" fmla="*/ 29108 h 82"/>
                  <a:gd name="T18" fmla="*/ 17031 w 73"/>
                  <a:gd name="T19" fmla="*/ 27583 h 82"/>
                  <a:gd name="T20" fmla="*/ 14907 w 73"/>
                  <a:gd name="T21" fmla="*/ 26098 h 82"/>
                  <a:gd name="T22" fmla="*/ 11543 w 73"/>
                  <a:gd name="T23" fmla="*/ 22840 h 82"/>
                  <a:gd name="T24" fmla="*/ 10120 w 73"/>
                  <a:gd name="T25" fmla="*/ 18460 h 82"/>
                  <a:gd name="T26" fmla="*/ 7888 w 73"/>
                  <a:gd name="T27" fmla="*/ 12611 h 82"/>
                  <a:gd name="T28" fmla="*/ 5303 w 73"/>
                  <a:gd name="T29" fmla="*/ 9350 h 82"/>
                  <a:gd name="T30" fmla="*/ 1424 w 73"/>
                  <a:gd name="T31" fmla="*/ 1071 h 82"/>
                  <a:gd name="T32" fmla="*/ 653 w 73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3" h="82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1" y="19"/>
                      <a:pt x="10" y="25"/>
                      <a:pt x="19" y="31"/>
                    </a:cubicBezTo>
                    <a:cubicBezTo>
                      <a:pt x="22" y="34"/>
                      <a:pt x="26" y="36"/>
                      <a:pt x="29" y="40"/>
                    </a:cubicBezTo>
                    <a:cubicBezTo>
                      <a:pt x="33" y="43"/>
                      <a:pt x="34" y="48"/>
                      <a:pt x="36" y="53"/>
                    </a:cubicBezTo>
                    <a:cubicBezTo>
                      <a:pt x="38" y="58"/>
                      <a:pt x="40" y="63"/>
                      <a:pt x="44" y="67"/>
                    </a:cubicBezTo>
                    <a:cubicBezTo>
                      <a:pt x="49" y="73"/>
                      <a:pt x="55" y="75"/>
                      <a:pt x="60" y="78"/>
                    </a:cubicBezTo>
                    <a:cubicBezTo>
                      <a:pt x="68" y="81"/>
                      <a:pt x="68" y="81"/>
                      <a:pt x="68" y="81"/>
                    </a:cubicBezTo>
                    <a:cubicBezTo>
                      <a:pt x="70" y="82"/>
                      <a:pt x="72" y="82"/>
                      <a:pt x="73" y="80"/>
                    </a:cubicBezTo>
                    <a:cubicBezTo>
                      <a:pt x="73" y="79"/>
                      <a:pt x="73" y="77"/>
                      <a:pt x="71" y="76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57" y="70"/>
                      <a:pt x="52" y="68"/>
                      <a:pt x="48" y="63"/>
                    </a:cubicBezTo>
                    <a:cubicBezTo>
                      <a:pt x="45" y="60"/>
                      <a:pt x="44" y="56"/>
                      <a:pt x="42" y="51"/>
                    </a:cubicBezTo>
                    <a:cubicBezTo>
                      <a:pt x="40" y="46"/>
                      <a:pt x="38" y="40"/>
                      <a:pt x="33" y="35"/>
                    </a:cubicBezTo>
                    <a:cubicBezTo>
                      <a:pt x="30" y="32"/>
                      <a:pt x="26" y="29"/>
                      <a:pt x="22" y="26"/>
                    </a:cubicBezTo>
                    <a:cubicBezTo>
                      <a:pt x="14" y="20"/>
                      <a:pt x="7" y="15"/>
                      <a:pt x="6" y="3"/>
                    </a:cubicBezTo>
                    <a:cubicBezTo>
                      <a:pt x="6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9" name="Freeform 173">
                <a:extLst>
                  <a:ext uri="{FF2B5EF4-FFF2-40B4-BE49-F238E27FC236}">
                    <a16:creationId xmlns:a16="http://schemas.microsoft.com/office/drawing/2014/main" id="{06AAEF18-A625-471F-90E9-C7A6A2877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126"/>
                <a:ext cx="207" cy="94"/>
              </a:xfrm>
              <a:custGeom>
                <a:avLst/>
                <a:gdLst>
                  <a:gd name="T0" fmla="*/ 19301 w 83"/>
                  <a:gd name="T1" fmla="*/ 10458 h 35"/>
                  <a:gd name="T2" fmla="*/ 13697 w 83"/>
                  <a:gd name="T3" fmla="*/ 7125 h 35"/>
                  <a:gd name="T4" fmla="*/ 10592 w 83"/>
                  <a:gd name="T5" fmla="*/ 3333 h 35"/>
                  <a:gd name="T6" fmla="*/ 5025 w 83"/>
                  <a:gd name="T7" fmla="*/ 1571 h 35"/>
                  <a:gd name="T8" fmla="*/ 187 w 83"/>
                  <a:gd name="T9" fmla="*/ 0 h 35"/>
                  <a:gd name="T10" fmla="*/ 187 w 83"/>
                  <a:gd name="T11" fmla="*/ 0 h 35"/>
                  <a:gd name="T12" fmla="*/ 0 w 83"/>
                  <a:gd name="T13" fmla="*/ 2229 h 35"/>
                  <a:gd name="T14" fmla="*/ 5025 w 83"/>
                  <a:gd name="T15" fmla="*/ 3795 h 35"/>
                  <a:gd name="T16" fmla="*/ 9821 w 83"/>
                  <a:gd name="T17" fmla="*/ 5562 h 35"/>
                  <a:gd name="T18" fmla="*/ 13031 w 83"/>
                  <a:gd name="T19" fmla="*/ 8699 h 35"/>
                  <a:gd name="T20" fmla="*/ 19301 w 83"/>
                  <a:gd name="T21" fmla="*/ 12687 h 35"/>
                  <a:gd name="T22" fmla="*/ 19967 w 83"/>
                  <a:gd name="T23" fmla="*/ 11331 h 35"/>
                  <a:gd name="T24" fmla="*/ 19301 w 83"/>
                  <a:gd name="T25" fmla="*/ 10458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35">
                    <a:moveTo>
                      <a:pt x="80" y="28"/>
                    </a:moveTo>
                    <a:cubicBezTo>
                      <a:pt x="70" y="29"/>
                      <a:pt x="64" y="24"/>
                      <a:pt x="57" y="19"/>
                    </a:cubicBezTo>
                    <a:cubicBezTo>
                      <a:pt x="53" y="15"/>
                      <a:pt x="49" y="12"/>
                      <a:pt x="44" y="9"/>
                    </a:cubicBezTo>
                    <a:cubicBezTo>
                      <a:pt x="37" y="6"/>
                      <a:pt x="29" y="5"/>
                      <a:pt x="21" y="4"/>
                    </a:cubicBezTo>
                    <a:cubicBezTo>
                      <a:pt x="14" y="4"/>
                      <a:pt x="7" y="3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6" y="9"/>
                      <a:pt x="14" y="10"/>
                      <a:pt x="21" y="10"/>
                    </a:cubicBezTo>
                    <a:cubicBezTo>
                      <a:pt x="28" y="11"/>
                      <a:pt x="35" y="12"/>
                      <a:pt x="41" y="15"/>
                    </a:cubicBezTo>
                    <a:cubicBezTo>
                      <a:pt x="46" y="17"/>
                      <a:pt x="50" y="20"/>
                      <a:pt x="54" y="23"/>
                    </a:cubicBezTo>
                    <a:cubicBezTo>
                      <a:pt x="61" y="29"/>
                      <a:pt x="68" y="35"/>
                      <a:pt x="80" y="34"/>
                    </a:cubicBezTo>
                    <a:cubicBezTo>
                      <a:pt x="82" y="34"/>
                      <a:pt x="83" y="32"/>
                      <a:pt x="83" y="30"/>
                    </a:cubicBezTo>
                    <a:cubicBezTo>
                      <a:pt x="83" y="29"/>
                      <a:pt x="81" y="28"/>
                      <a:pt x="80" y="28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20" name="Freeform 174">
                <a:extLst>
                  <a:ext uri="{FF2B5EF4-FFF2-40B4-BE49-F238E27FC236}">
                    <a16:creationId xmlns:a16="http://schemas.microsoft.com/office/drawing/2014/main" id="{2C73EA4E-D3A9-41E8-B62B-3573EA80B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1862"/>
                <a:ext cx="270" cy="46"/>
              </a:xfrm>
              <a:custGeom>
                <a:avLst/>
                <a:gdLst>
                  <a:gd name="T0" fmla="*/ 0 w 108"/>
                  <a:gd name="T1" fmla="*/ 1185 h 17"/>
                  <a:gd name="T2" fmla="*/ 783 w 108"/>
                  <a:gd name="T3" fmla="*/ 2300 h 17"/>
                  <a:gd name="T4" fmla="*/ 5208 w 108"/>
                  <a:gd name="T5" fmla="*/ 3206 h 17"/>
                  <a:gd name="T6" fmla="*/ 12033 w 108"/>
                  <a:gd name="T7" fmla="*/ 3924 h 17"/>
                  <a:gd name="T8" fmla="*/ 16145 w 108"/>
                  <a:gd name="T9" fmla="*/ 3485 h 17"/>
                  <a:gd name="T10" fmla="*/ 25208 w 108"/>
                  <a:gd name="T11" fmla="*/ 6224 h 17"/>
                  <a:gd name="T12" fmla="*/ 26175 w 108"/>
                  <a:gd name="T13" fmla="*/ 6224 h 17"/>
                  <a:gd name="T14" fmla="*/ 26175 w 108"/>
                  <a:gd name="T15" fmla="*/ 4657 h 17"/>
                  <a:gd name="T16" fmla="*/ 15938 w 108"/>
                  <a:gd name="T17" fmla="*/ 1185 h 17"/>
                  <a:gd name="T18" fmla="*/ 12033 w 108"/>
                  <a:gd name="T19" fmla="*/ 1605 h 17"/>
                  <a:gd name="T20" fmla="*/ 5395 w 108"/>
                  <a:gd name="T21" fmla="*/ 755 h 17"/>
                  <a:gd name="T22" fmla="*/ 783 w 108"/>
                  <a:gd name="T23" fmla="*/ 0 h 17"/>
                  <a:gd name="T24" fmla="*/ 0 w 108"/>
                  <a:gd name="T25" fmla="*/ 1185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8" h="17">
                    <a:moveTo>
                      <a:pt x="0" y="3"/>
                    </a:moveTo>
                    <a:cubicBezTo>
                      <a:pt x="0" y="4"/>
                      <a:pt x="1" y="6"/>
                      <a:pt x="3" y="6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30" y="9"/>
                      <a:pt x="40" y="10"/>
                      <a:pt x="49" y="10"/>
                    </a:cubicBezTo>
                    <a:cubicBezTo>
                      <a:pt x="55" y="10"/>
                      <a:pt x="60" y="10"/>
                      <a:pt x="66" y="9"/>
                    </a:cubicBezTo>
                    <a:cubicBezTo>
                      <a:pt x="79" y="8"/>
                      <a:pt x="91" y="6"/>
                      <a:pt x="103" y="16"/>
                    </a:cubicBezTo>
                    <a:cubicBezTo>
                      <a:pt x="104" y="17"/>
                      <a:pt x="106" y="17"/>
                      <a:pt x="107" y="16"/>
                    </a:cubicBezTo>
                    <a:cubicBezTo>
                      <a:pt x="108" y="14"/>
                      <a:pt x="108" y="13"/>
                      <a:pt x="107" y="12"/>
                    </a:cubicBezTo>
                    <a:cubicBezTo>
                      <a:pt x="93" y="0"/>
                      <a:pt x="79" y="2"/>
                      <a:pt x="65" y="3"/>
                    </a:cubicBezTo>
                    <a:cubicBezTo>
                      <a:pt x="60" y="4"/>
                      <a:pt x="54" y="4"/>
                      <a:pt x="49" y="4"/>
                    </a:cubicBezTo>
                    <a:cubicBezTo>
                      <a:pt x="40" y="4"/>
                      <a:pt x="31" y="3"/>
                      <a:pt x="22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21" name="Freeform 175">
                <a:extLst>
                  <a:ext uri="{FF2B5EF4-FFF2-40B4-BE49-F238E27FC236}">
                    <a16:creationId xmlns:a16="http://schemas.microsoft.com/office/drawing/2014/main" id="{68E3FD04-BEE3-4948-AFD0-52D064A2F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692"/>
                <a:ext cx="308" cy="88"/>
              </a:xfrm>
              <a:custGeom>
                <a:avLst/>
                <a:gdLst>
                  <a:gd name="T0" fmla="*/ 14271 w 123"/>
                  <a:gd name="T1" fmla="*/ 5405 h 33"/>
                  <a:gd name="T2" fmla="*/ 992 w 123"/>
                  <a:gd name="T3" fmla="*/ 9045 h 33"/>
                  <a:gd name="T4" fmla="*/ 313 w 123"/>
                  <a:gd name="T5" fmla="*/ 10104 h 33"/>
                  <a:gd name="T6" fmla="*/ 784 w 123"/>
                  <a:gd name="T7" fmla="*/ 11171 h 33"/>
                  <a:gd name="T8" fmla="*/ 15054 w 123"/>
                  <a:gd name="T9" fmla="*/ 7133 h 33"/>
                  <a:gd name="T10" fmla="*/ 29333 w 123"/>
                  <a:gd name="T11" fmla="*/ 2184 h 33"/>
                  <a:gd name="T12" fmla="*/ 30317 w 123"/>
                  <a:gd name="T13" fmla="*/ 1059 h 33"/>
                  <a:gd name="T14" fmla="*/ 29533 w 123"/>
                  <a:gd name="T15" fmla="*/ 0 h 33"/>
                  <a:gd name="T16" fmla="*/ 14271 w 123"/>
                  <a:gd name="T17" fmla="*/ 540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" h="33">
                    <a:moveTo>
                      <a:pt x="58" y="15"/>
                    </a:moveTo>
                    <a:cubicBezTo>
                      <a:pt x="43" y="24"/>
                      <a:pt x="20" y="27"/>
                      <a:pt x="4" y="25"/>
                    </a:cubicBezTo>
                    <a:cubicBezTo>
                      <a:pt x="2" y="25"/>
                      <a:pt x="1" y="26"/>
                      <a:pt x="1" y="28"/>
                    </a:cubicBezTo>
                    <a:cubicBezTo>
                      <a:pt x="0" y="30"/>
                      <a:pt x="2" y="31"/>
                      <a:pt x="3" y="31"/>
                    </a:cubicBezTo>
                    <a:cubicBezTo>
                      <a:pt x="20" y="33"/>
                      <a:pt x="45" y="31"/>
                      <a:pt x="61" y="20"/>
                    </a:cubicBezTo>
                    <a:cubicBezTo>
                      <a:pt x="81" y="8"/>
                      <a:pt x="96" y="6"/>
                      <a:pt x="119" y="6"/>
                    </a:cubicBezTo>
                    <a:cubicBezTo>
                      <a:pt x="121" y="6"/>
                      <a:pt x="123" y="5"/>
                      <a:pt x="123" y="3"/>
                    </a:cubicBezTo>
                    <a:cubicBezTo>
                      <a:pt x="123" y="2"/>
                      <a:pt x="121" y="0"/>
                      <a:pt x="120" y="0"/>
                    </a:cubicBezTo>
                    <a:cubicBezTo>
                      <a:pt x="96" y="0"/>
                      <a:pt x="79" y="2"/>
                      <a:pt x="58" y="15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22" name="Freeform 176">
                <a:extLst>
                  <a:ext uri="{FF2B5EF4-FFF2-40B4-BE49-F238E27FC236}">
                    <a16:creationId xmlns:a16="http://schemas.microsoft.com/office/drawing/2014/main" id="{8ECA01C5-A5A1-408C-93DD-91852DA05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681"/>
                <a:ext cx="227" cy="96"/>
              </a:xfrm>
              <a:custGeom>
                <a:avLst/>
                <a:gdLst>
                  <a:gd name="T0" fmla="*/ 20752 w 91"/>
                  <a:gd name="T1" fmla="*/ 0 h 36"/>
                  <a:gd name="T2" fmla="*/ 15955 w 91"/>
                  <a:gd name="T3" fmla="*/ 1059 h 36"/>
                  <a:gd name="T4" fmla="*/ 10801 w 91"/>
                  <a:gd name="T5" fmla="*/ 2184 h 36"/>
                  <a:gd name="T6" fmla="*/ 7232 w 91"/>
                  <a:gd name="T7" fmla="*/ 5405 h 36"/>
                  <a:gd name="T8" fmla="*/ 965 w 91"/>
                  <a:gd name="T9" fmla="*/ 9309 h 36"/>
                  <a:gd name="T10" fmla="*/ 0 w 91"/>
                  <a:gd name="T11" fmla="*/ 9707 h 36"/>
                  <a:gd name="T12" fmla="*/ 466 w 91"/>
                  <a:gd name="T13" fmla="*/ 11171 h 36"/>
                  <a:gd name="T14" fmla="*/ 8214 w 91"/>
                  <a:gd name="T15" fmla="*/ 7133 h 36"/>
                  <a:gd name="T16" fmla="*/ 11300 w 91"/>
                  <a:gd name="T17" fmla="*/ 3891 h 36"/>
                  <a:gd name="T18" fmla="*/ 15955 w 91"/>
                  <a:gd name="T19" fmla="*/ 3243 h 36"/>
                  <a:gd name="T20" fmla="*/ 21450 w 91"/>
                  <a:gd name="T21" fmla="*/ 2184 h 36"/>
                  <a:gd name="T22" fmla="*/ 21717 w 91"/>
                  <a:gd name="T23" fmla="*/ 661 h 36"/>
                  <a:gd name="T24" fmla="*/ 20752 w 91"/>
                  <a:gd name="T25" fmla="*/ 0 h 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1" h="36">
                    <a:moveTo>
                      <a:pt x="86" y="0"/>
                    </a:moveTo>
                    <a:cubicBezTo>
                      <a:pt x="80" y="3"/>
                      <a:pt x="73" y="3"/>
                      <a:pt x="66" y="3"/>
                    </a:cubicBezTo>
                    <a:cubicBezTo>
                      <a:pt x="59" y="3"/>
                      <a:pt x="52" y="3"/>
                      <a:pt x="45" y="6"/>
                    </a:cubicBezTo>
                    <a:cubicBezTo>
                      <a:pt x="40" y="8"/>
                      <a:pt x="35" y="11"/>
                      <a:pt x="30" y="15"/>
                    </a:cubicBezTo>
                    <a:cubicBezTo>
                      <a:pt x="22" y="23"/>
                      <a:pt x="13" y="29"/>
                      <a:pt x="4" y="26"/>
                    </a:cubicBezTo>
                    <a:cubicBezTo>
                      <a:pt x="3" y="25"/>
                      <a:pt x="1" y="26"/>
                      <a:pt x="0" y="27"/>
                    </a:cubicBezTo>
                    <a:cubicBezTo>
                      <a:pt x="0" y="29"/>
                      <a:pt x="1" y="31"/>
                      <a:pt x="2" y="31"/>
                    </a:cubicBezTo>
                    <a:cubicBezTo>
                      <a:pt x="14" y="36"/>
                      <a:pt x="25" y="28"/>
                      <a:pt x="34" y="20"/>
                    </a:cubicBezTo>
                    <a:cubicBezTo>
                      <a:pt x="39" y="16"/>
                      <a:pt x="43" y="13"/>
                      <a:pt x="47" y="11"/>
                    </a:cubicBezTo>
                    <a:cubicBezTo>
                      <a:pt x="53" y="9"/>
                      <a:pt x="59" y="9"/>
                      <a:pt x="66" y="9"/>
                    </a:cubicBezTo>
                    <a:cubicBezTo>
                      <a:pt x="73" y="9"/>
                      <a:pt x="81" y="9"/>
                      <a:pt x="89" y="6"/>
                    </a:cubicBezTo>
                    <a:cubicBezTo>
                      <a:pt x="90" y="5"/>
                      <a:pt x="91" y="3"/>
                      <a:pt x="90" y="2"/>
                    </a:cubicBezTo>
                    <a:cubicBezTo>
                      <a:pt x="89" y="0"/>
                      <a:pt x="87" y="0"/>
                      <a:pt x="86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23" name="Freeform 177">
                <a:extLst>
                  <a:ext uri="{FF2B5EF4-FFF2-40B4-BE49-F238E27FC236}">
                    <a16:creationId xmlns:a16="http://schemas.microsoft.com/office/drawing/2014/main" id="{CC6EA50E-044A-4548-8A5F-14D6DB114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308"/>
                <a:ext cx="62" cy="242"/>
              </a:xfrm>
              <a:custGeom>
                <a:avLst/>
                <a:gdLst>
                  <a:gd name="T0" fmla="*/ 184 w 25"/>
                  <a:gd name="T1" fmla="*/ 396 h 91"/>
                  <a:gd name="T2" fmla="*/ 184 w 25"/>
                  <a:gd name="T3" fmla="*/ 1747 h 91"/>
                  <a:gd name="T4" fmla="*/ 2988 w 25"/>
                  <a:gd name="T5" fmla="*/ 18113 h 91"/>
                  <a:gd name="T6" fmla="*/ 4422 w 25"/>
                  <a:gd name="T7" fmla="*/ 31109 h 91"/>
                  <a:gd name="T8" fmla="*/ 5339 w 25"/>
                  <a:gd name="T9" fmla="*/ 31803 h 91"/>
                  <a:gd name="T10" fmla="*/ 5826 w 25"/>
                  <a:gd name="T11" fmla="*/ 30465 h 91"/>
                  <a:gd name="T12" fmla="*/ 4422 w 25"/>
                  <a:gd name="T13" fmla="*/ 18113 h 91"/>
                  <a:gd name="T14" fmla="*/ 1401 w 25"/>
                  <a:gd name="T15" fmla="*/ 396 h 91"/>
                  <a:gd name="T16" fmla="*/ 184 w 25"/>
                  <a:gd name="T17" fmla="*/ 396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91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12" y="19"/>
                      <a:pt x="13" y="35"/>
                      <a:pt x="13" y="51"/>
                    </a:cubicBezTo>
                    <a:cubicBezTo>
                      <a:pt x="14" y="63"/>
                      <a:pt x="14" y="76"/>
                      <a:pt x="19" y="88"/>
                    </a:cubicBezTo>
                    <a:cubicBezTo>
                      <a:pt x="20" y="90"/>
                      <a:pt x="21" y="91"/>
                      <a:pt x="23" y="90"/>
                    </a:cubicBezTo>
                    <a:cubicBezTo>
                      <a:pt x="25" y="89"/>
                      <a:pt x="25" y="88"/>
                      <a:pt x="25" y="86"/>
                    </a:cubicBezTo>
                    <a:cubicBezTo>
                      <a:pt x="20" y="75"/>
                      <a:pt x="20" y="63"/>
                      <a:pt x="19" y="51"/>
                    </a:cubicBezTo>
                    <a:cubicBezTo>
                      <a:pt x="19" y="34"/>
                      <a:pt x="18" y="17"/>
                      <a:pt x="6" y="1"/>
                    </a:cubicBezTo>
                    <a:cubicBezTo>
                      <a:pt x="5" y="0"/>
                      <a:pt x="3" y="0"/>
                      <a:pt x="1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24" name="Freeform 178">
                <a:extLst>
                  <a:ext uri="{FF2B5EF4-FFF2-40B4-BE49-F238E27FC236}">
                    <a16:creationId xmlns:a16="http://schemas.microsoft.com/office/drawing/2014/main" id="{6BF5F9B7-03EA-4D10-AE01-0B4D82D27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385"/>
                <a:ext cx="88" cy="269"/>
              </a:xfrm>
              <a:custGeom>
                <a:avLst/>
                <a:gdLst>
                  <a:gd name="T0" fmla="*/ 797 w 35"/>
                  <a:gd name="T1" fmla="*/ 397 h 101"/>
                  <a:gd name="T2" fmla="*/ 317 w 35"/>
                  <a:gd name="T3" fmla="*/ 1454 h 101"/>
                  <a:gd name="T4" fmla="*/ 3515 w 35"/>
                  <a:gd name="T5" fmla="*/ 10315 h 101"/>
                  <a:gd name="T6" fmla="*/ 6834 w 35"/>
                  <a:gd name="T7" fmla="*/ 19570 h 101"/>
                  <a:gd name="T8" fmla="*/ 6308 w 35"/>
                  <a:gd name="T9" fmla="*/ 26828 h 101"/>
                  <a:gd name="T10" fmla="*/ 6517 w 35"/>
                  <a:gd name="T11" fmla="*/ 35631 h 101"/>
                  <a:gd name="T12" fmla="*/ 7548 w 35"/>
                  <a:gd name="T13" fmla="*/ 35631 h 101"/>
                  <a:gd name="T14" fmla="*/ 7548 w 35"/>
                  <a:gd name="T15" fmla="*/ 34312 h 101"/>
                  <a:gd name="T16" fmla="*/ 7840 w 35"/>
                  <a:gd name="T17" fmla="*/ 27076 h 101"/>
                  <a:gd name="T18" fmla="*/ 8345 w 35"/>
                  <a:gd name="T19" fmla="*/ 19331 h 101"/>
                  <a:gd name="T20" fmla="*/ 4830 w 35"/>
                  <a:gd name="T21" fmla="*/ 8952 h 101"/>
                  <a:gd name="T22" fmla="*/ 1524 w 35"/>
                  <a:gd name="T23" fmla="*/ 661 h 101"/>
                  <a:gd name="T24" fmla="*/ 797 w 35"/>
                  <a:gd name="T25" fmla="*/ 397 h 10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101">
                    <a:moveTo>
                      <a:pt x="3" y="1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4" y="13"/>
                      <a:pt x="9" y="21"/>
                      <a:pt x="14" y="29"/>
                    </a:cubicBezTo>
                    <a:cubicBezTo>
                      <a:pt x="19" y="37"/>
                      <a:pt x="25" y="46"/>
                      <a:pt x="27" y="55"/>
                    </a:cubicBezTo>
                    <a:cubicBezTo>
                      <a:pt x="28" y="60"/>
                      <a:pt x="27" y="67"/>
                      <a:pt x="25" y="75"/>
                    </a:cubicBezTo>
                    <a:cubicBezTo>
                      <a:pt x="23" y="86"/>
                      <a:pt x="20" y="96"/>
                      <a:pt x="26" y="100"/>
                    </a:cubicBezTo>
                    <a:cubicBezTo>
                      <a:pt x="27" y="101"/>
                      <a:pt x="29" y="101"/>
                      <a:pt x="30" y="100"/>
                    </a:cubicBezTo>
                    <a:cubicBezTo>
                      <a:pt x="31" y="99"/>
                      <a:pt x="31" y="97"/>
                      <a:pt x="30" y="96"/>
                    </a:cubicBezTo>
                    <a:cubicBezTo>
                      <a:pt x="27" y="94"/>
                      <a:pt x="29" y="84"/>
                      <a:pt x="31" y="76"/>
                    </a:cubicBezTo>
                    <a:cubicBezTo>
                      <a:pt x="33" y="68"/>
                      <a:pt x="35" y="60"/>
                      <a:pt x="33" y="54"/>
                    </a:cubicBezTo>
                    <a:cubicBezTo>
                      <a:pt x="30" y="43"/>
                      <a:pt x="25" y="34"/>
                      <a:pt x="19" y="25"/>
                    </a:cubicBezTo>
                    <a:cubicBezTo>
                      <a:pt x="14" y="18"/>
                      <a:pt x="9" y="10"/>
                      <a:pt x="6" y="2"/>
                    </a:cubicBezTo>
                    <a:cubicBezTo>
                      <a:pt x="6" y="1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25" name="Freeform 179">
                <a:extLst>
                  <a:ext uri="{FF2B5EF4-FFF2-40B4-BE49-F238E27FC236}">
                    <a16:creationId xmlns:a16="http://schemas.microsoft.com/office/drawing/2014/main" id="{160FF6BF-716A-4EA8-B4DF-E30FCEEAB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396"/>
                <a:ext cx="108" cy="248"/>
              </a:xfrm>
              <a:custGeom>
                <a:avLst/>
                <a:gdLst>
                  <a:gd name="T0" fmla="*/ 522 w 43"/>
                  <a:gd name="T1" fmla="*/ 397 h 93"/>
                  <a:gd name="T2" fmla="*/ 316 w 43"/>
                  <a:gd name="T3" fmla="*/ 1763 h 93"/>
                  <a:gd name="T4" fmla="*/ 3973 w 43"/>
                  <a:gd name="T5" fmla="*/ 16179 h 93"/>
                  <a:gd name="T6" fmla="*/ 4498 w 43"/>
                  <a:gd name="T7" fmla="*/ 19819 h 93"/>
                  <a:gd name="T8" fmla="*/ 9507 w 43"/>
                  <a:gd name="T9" fmla="*/ 33016 h 93"/>
                  <a:gd name="T10" fmla="*/ 10504 w 43"/>
                  <a:gd name="T11" fmla="*/ 33016 h 93"/>
                  <a:gd name="T12" fmla="*/ 10315 w 43"/>
                  <a:gd name="T13" fmla="*/ 31709 h 93"/>
                  <a:gd name="T14" fmla="*/ 6005 w 43"/>
                  <a:gd name="T15" fmla="*/ 19421 h 93"/>
                  <a:gd name="T16" fmla="*/ 5500 w 43"/>
                  <a:gd name="T17" fmla="*/ 15779 h 93"/>
                  <a:gd name="T18" fmla="*/ 1507 w 43"/>
                  <a:gd name="T19" fmla="*/ 661 h 93"/>
                  <a:gd name="T20" fmla="*/ 522 w 43"/>
                  <a:gd name="T21" fmla="*/ 397 h 9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93">
                    <a:moveTo>
                      <a:pt x="2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12" y="20"/>
                      <a:pt x="14" y="30"/>
                      <a:pt x="16" y="4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21" y="68"/>
                      <a:pt x="28" y="84"/>
                      <a:pt x="38" y="92"/>
                    </a:cubicBezTo>
                    <a:cubicBezTo>
                      <a:pt x="39" y="93"/>
                      <a:pt x="41" y="93"/>
                      <a:pt x="42" y="92"/>
                    </a:cubicBezTo>
                    <a:cubicBezTo>
                      <a:pt x="43" y="91"/>
                      <a:pt x="43" y="89"/>
                      <a:pt x="41" y="88"/>
                    </a:cubicBezTo>
                    <a:cubicBezTo>
                      <a:pt x="33" y="81"/>
                      <a:pt x="26" y="65"/>
                      <a:pt x="24" y="5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19" y="29"/>
                      <a:pt x="17" y="17"/>
                      <a:pt x="6" y="2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26" name="Freeform 180">
                <a:extLst>
                  <a:ext uri="{FF2B5EF4-FFF2-40B4-BE49-F238E27FC236}">
                    <a16:creationId xmlns:a16="http://schemas.microsoft.com/office/drawing/2014/main" id="{F06DE2C3-C375-4D13-A32B-F5DA0C9B6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50"/>
                <a:ext cx="123" cy="286"/>
              </a:xfrm>
              <a:custGeom>
                <a:avLst/>
                <a:gdLst>
                  <a:gd name="T0" fmla="*/ 316 w 49"/>
                  <a:gd name="T1" fmla="*/ 401 h 107"/>
                  <a:gd name="T2" fmla="*/ 316 w 49"/>
                  <a:gd name="T3" fmla="*/ 1794 h 107"/>
                  <a:gd name="T4" fmla="*/ 2786 w 49"/>
                  <a:gd name="T5" fmla="*/ 13517 h 107"/>
                  <a:gd name="T6" fmla="*/ 3969 w 49"/>
                  <a:gd name="T7" fmla="*/ 22247 h 107"/>
                  <a:gd name="T8" fmla="*/ 7990 w 49"/>
                  <a:gd name="T9" fmla="*/ 32064 h 107"/>
                  <a:gd name="T10" fmla="*/ 10756 w 49"/>
                  <a:gd name="T11" fmla="*/ 38329 h 107"/>
                  <a:gd name="T12" fmla="*/ 11753 w 49"/>
                  <a:gd name="T13" fmla="*/ 38594 h 107"/>
                  <a:gd name="T14" fmla="*/ 11959 w 49"/>
                  <a:gd name="T15" fmla="*/ 37258 h 107"/>
                  <a:gd name="T16" fmla="*/ 9250 w 49"/>
                  <a:gd name="T17" fmla="*/ 30671 h 107"/>
                  <a:gd name="T18" fmla="*/ 5475 w 49"/>
                  <a:gd name="T19" fmla="*/ 21541 h 107"/>
                  <a:gd name="T20" fmla="*/ 4285 w 49"/>
                  <a:gd name="T21" fmla="*/ 13116 h 107"/>
                  <a:gd name="T22" fmla="*/ 1310 w 49"/>
                  <a:gd name="T23" fmla="*/ 401 h 107"/>
                  <a:gd name="T24" fmla="*/ 316 w 49"/>
                  <a:gd name="T25" fmla="*/ 401 h 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107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7" y="13"/>
                      <a:pt x="9" y="25"/>
                      <a:pt x="11" y="37"/>
                    </a:cubicBezTo>
                    <a:cubicBezTo>
                      <a:pt x="12" y="46"/>
                      <a:pt x="13" y="54"/>
                      <a:pt x="16" y="61"/>
                    </a:cubicBezTo>
                    <a:cubicBezTo>
                      <a:pt x="20" y="72"/>
                      <a:pt x="26" y="80"/>
                      <a:pt x="32" y="88"/>
                    </a:cubicBezTo>
                    <a:cubicBezTo>
                      <a:pt x="36" y="93"/>
                      <a:pt x="40" y="99"/>
                      <a:pt x="43" y="105"/>
                    </a:cubicBezTo>
                    <a:cubicBezTo>
                      <a:pt x="44" y="106"/>
                      <a:pt x="46" y="107"/>
                      <a:pt x="47" y="106"/>
                    </a:cubicBezTo>
                    <a:cubicBezTo>
                      <a:pt x="49" y="105"/>
                      <a:pt x="49" y="103"/>
                      <a:pt x="48" y="102"/>
                    </a:cubicBezTo>
                    <a:cubicBezTo>
                      <a:pt x="45" y="95"/>
                      <a:pt x="41" y="90"/>
                      <a:pt x="37" y="84"/>
                    </a:cubicBezTo>
                    <a:cubicBezTo>
                      <a:pt x="31" y="76"/>
                      <a:pt x="26" y="69"/>
                      <a:pt x="22" y="59"/>
                    </a:cubicBezTo>
                    <a:cubicBezTo>
                      <a:pt x="19" y="53"/>
                      <a:pt x="18" y="45"/>
                      <a:pt x="17" y="36"/>
                    </a:cubicBezTo>
                    <a:cubicBezTo>
                      <a:pt x="15" y="24"/>
                      <a:pt x="13" y="10"/>
                      <a:pt x="5" y="1"/>
                    </a:cubicBezTo>
                    <a:cubicBezTo>
                      <a:pt x="4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27" name="Freeform 181">
                <a:extLst>
                  <a:ext uri="{FF2B5EF4-FFF2-40B4-BE49-F238E27FC236}">
                    <a16:creationId xmlns:a16="http://schemas.microsoft.com/office/drawing/2014/main" id="{732A70FF-A07E-4C9D-9CC3-6A3BDAEE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1324"/>
                <a:ext cx="95" cy="253"/>
              </a:xfrm>
              <a:custGeom>
                <a:avLst/>
                <a:gdLst>
                  <a:gd name="T0" fmla="*/ 988 w 38"/>
                  <a:gd name="T1" fmla="*/ 1057 h 95"/>
                  <a:gd name="T2" fmla="*/ 3438 w 38"/>
                  <a:gd name="T3" fmla="*/ 14333 h 95"/>
                  <a:gd name="T4" fmla="*/ 4220 w 38"/>
                  <a:gd name="T5" fmla="*/ 16512 h 95"/>
                  <a:gd name="T6" fmla="*/ 6375 w 38"/>
                  <a:gd name="T7" fmla="*/ 32392 h 95"/>
                  <a:gd name="T8" fmla="*/ 6845 w 38"/>
                  <a:gd name="T9" fmla="*/ 33902 h 95"/>
                  <a:gd name="T10" fmla="*/ 7813 w 38"/>
                  <a:gd name="T11" fmla="*/ 33207 h 95"/>
                  <a:gd name="T12" fmla="*/ 5675 w 38"/>
                  <a:gd name="T13" fmla="*/ 15697 h 95"/>
                  <a:gd name="T14" fmla="*/ 4688 w 38"/>
                  <a:gd name="T15" fmla="*/ 13276 h 95"/>
                  <a:gd name="T16" fmla="*/ 2270 w 38"/>
                  <a:gd name="T17" fmla="*/ 1758 h 95"/>
                  <a:gd name="T18" fmla="*/ 1958 w 38"/>
                  <a:gd name="T19" fmla="*/ 397 h 95"/>
                  <a:gd name="T20" fmla="*/ 988 w 38"/>
                  <a:gd name="T21" fmla="*/ 1057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95">
                    <a:moveTo>
                      <a:pt x="4" y="3"/>
                    </a:moveTo>
                    <a:cubicBezTo>
                      <a:pt x="0" y="14"/>
                      <a:pt x="8" y="29"/>
                      <a:pt x="14" y="40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24" y="61"/>
                      <a:pt x="31" y="77"/>
                      <a:pt x="26" y="91"/>
                    </a:cubicBezTo>
                    <a:cubicBezTo>
                      <a:pt x="26" y="92"/>
                      <a:pt x="27" y="94"/>
                      <a:pt x="28" y="95"/>
                    </a:cubicBezTo>
                    <a:cubicBezTo>
                      <a:pt x="30" y="95"/>
                      <a:pt x="31" y="94"/>
                      <a:pt x="32" y="93"/>
                    </a:cubicBezTo>
                    <a:cubicBezTo>
                      <a:pt x="38" y="77"/>
                      <a:pt x="30" y="59"/>
                      <a:pt x="23" y="44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4" y="27"/>
                      <a:pt x="6" y="13"/>
                      <a:pt x="9" y="5"/>
                    </a:cubicBezTo>
                    <a:cubicBezTo>
                      <a:pt x="10" y="3"/>
                      <a:pt x="9" y="2"/>
                      <a:pt x="8" y="1"/>
                    </a:cubicBezTo>
                    <a:cubicBezTo>
                      <a:pt x="6" y="0"/>
                      <a:pt x="4" y="1"/>
                      <a:pt x="4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28" name="Freeform 182">
                <a:extLst>
                  <a:ext uri="{FF2B5EF4-FFF2-40B4-BE49-F238E27FC236}">
                    <a16:creationId xmlns:a16="http://schemas.microsoft.com/office/drawing/2014/main" id="{3EDDBD83-5A78-45B9-8D84-902929ED6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310"/>
                <a:ext cx="160" cy="272"/>
              </a:xfrm>
              <a:custGeom>
                <a:avLst/>
                <a:gdLst>
                  <a:gd name="T0" fmla="*/ 14458 w 64"/>
                  <a:gd name="T1" fmla="*/ 0 h 102"/>
                  <a:gd name="T2" fmla="*/ 13988 w 64"/>
                  <a:gd name="T3" fmla="*/ 1459 h 102"/>
                  <a:gd name="T4" fmla="*/ 7625 w 64"/>
                  <a:gd name="T5" fmla="*/ 19421 h 102"/>
                  <a:gd name="T6" fmla="*/ 313 w 64"/>
                  <a:gd name="T7" fmla="*/ 34952 h 102"/>
                  <a:gd name="T8" fmla="*/ 520 w 64"/>
                  <a:gd name="T9" fmla="*/ 36259 h 102"/>
                  <a:gd name="T10" fmla="*/ 1488 w 64"/>
                  <a:gd name="T11" fmla="*/ 35592 h 102"/>
                  <a:gd name="T12" fmla="*/ 8595 w 64"/>
                  <a:gd name="T13" fmla="*/ 20877 h 102"/>
                  <a:gd name="T14" fmla="*/ 15438 w 64"/>
                  <a:gd name="T15" fmla="*/ 1059 h 102"/>
                  <a:gd name="T16" fmla="*/ 14458 w 64"/>
                  <a:gd name="T17" fmla="*/ 0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02">
                    <a:moveTo>
                      <a:pt x="59" y="0"/>
                    </a:moveTo>
                    <a:cubicBezTo>
                      <a:pt x="58" y="1"/>
                      <a:pt x="56" y="2"/>
                      <a:pt x="57" y="4"/>
                    </a:cubicBezTo>
                    <a:cubicBezTo>
                      <a:pt x="58" y="22"/>
                      <a:pt x="43" y="42"/>
                      <a:pt x="31" y="54"/>
                    </a:cubicBezTo>
                    <a:cubicBezTo>
                      <a:pt x="15" y="68"/>
                      <a:pt x="9" y="78"/>
                      <a:pt x="1" y="97"/>
                    </a:cubicBezTo>
                    <a:cubicBezTo>
                      <a:pt x="0" y="99"/>
                      <a:pt x="1" y="100"/>
                      <a:pt x="2" y="101"/>
                    </a:cubicBezTo>
                    <a:cubicBezTo>
                      <a:pt x="4" y="102"/>
                      <a:pt x="6" y="101"/>
                      <a:pt x="6" y="99"/>
                    </a:cubicBezTo>
                    <a:cubicBezTo>
                      <a:pt x="14" y="81"/>
                      <a:pt x="20" y="72"/>
                      <a:pt x="35" y="58"/>
                    </a:cubicBezTo>
                    <a:cubicBezTo>
                      <a:pt x="49" y="45"/>
                      <a:pt x="64" y="24"/>
                      <a:pt x="63" y="3"/>
                    </a:cubicBezTo>
                    <a:cubicBezTo>
                      <a:pt x="62" y="2"/>
                      <a:pt x="61" y="0"/>
                      <a:pt x="59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29" name="Freeform 183">
                <a:extLst>
                  <a:ext uri="{FF2B5EF4-FFF2-40B4-BE49-F238E27FC236}">
                    <a16:creationId xmlns:a16="http://schemas.microsoft.com/office/drawing/2014/main" id="{4654B6C4-3783-4F6D-AD97-0611F44FD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428"/>
                <a:ext cx="218" cy="208"/>
              </a:xfrm>
              <a:custGeom>
                <a:avLst/>
                <a:gdLst>
                  <a:gd name="T0" fmla="*/ 20061 w 87"/>
                  <a:gd name="T1" fmla="*/ 661 h 78"/>
                  <a:gd name="T2" fmla="*/ 10166 w 87"/>
                  <a:gd name="T3" fmla="*/ 11171 h 78"/>
                  <a:gd name="T4" fmla="*/ 313 w 87"/>
                  <a:gd name="T5" fmla="*/ 26304 h 78"/>
                  <a:gd name="T6" fmla="*/ 521 w 87"/>
                  <a:gd name="T7" fmla="*/ 27669 h 78"/>
                  <a:gd name="T8" fmla="*/ 1493 w 87"/>
                  <a:gd name="T9" fmla="*/ 26944 h 78"/>
                  <a:gd name="T10" fmla="*/ 10887 w 87"/>
                  <a:gd name="T11" fmla="*/ 13347 h 78"/>
                  <a:gd name="T12" fmla="*/ 21254 w 87"/>
                  <a:gd name="T13" fmla="*/ 1763 h 78"/>
                  <a:gd name="T14" fmla="*/ 21053 w 87"/>
                  <a:gd name="T15" fmla="*/ 397 h 78"/>
                  <a:gd name="T16" fmla="*/ 20061 w 87"/>
                  <a:gd name="T17" fmla="*/ 661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78">
                    <a:moveTo>
                      <a:pt x="81" y="2"/>
                    </a:moveTo>
                    <a:cubicBezTo>
                      <a:pt x="69" y="19"/>
                      <a:pt x="60" y="24"/>
                      <a:pt x="41" y="31"/>
                    </a:cubicBezTo>
                    <a:cubicBezTo>
                      <a:pt x="25" y="38"/>
                      <a:pt x="8" y="55"/>
                      <a:pt x="1" y="73"/>
                    </a:cubicBezTo>
                    <a:cubicBezTo>
                      <a:pt x="0" y="75"/>
                      <a:pt x="1" y="76"/>
                      <a:pt x="2" y="77"/>
                    </a:cubicBezTo>
                    <a:cubicBezTo>
                      <a:pt x="4" y="78"/>
                      <a:pt x="6" y="77"/>
                      <a:pt x="6" y="75"/>
                    </a:cubicBezTo>
                    <a:cubicBezTo>
                      <a:pt x="13" y="59"/>
                      <a:pt x="28" y="43"/>
                      <a:pt x="44" y="37"/>
                    </a:cubicBezTo>
                    <a:cubicBezTo>
                      <a:pt x="63" y="29"/>
                      <a:pt x="73" y="24"/>
                      <a:pt x="86" y="5"/>
                    </a:cubicBezTo>
                    <a:cubicBezTo>
                      <a:pt x="87" y="4"/>
                      <a:pt x="87" y="2"/>
                      <a:pt x="85" y="1"/>
                    </a:cubicBezTo>
                    <a:cubicBezTo>
                      <a:pt x="84" y="0"/>
                      <a:pt x="82" y="0"/>
                      <a:pt x="81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0" name="Freeform 184">
                <a:extLst>
                  <a:ext uri="{FF2B5EF4-FFF2-40B4-BE49-F238E27FC236}">
                    <a16:creationId xmlns:a16="http://schemas.microsoft.com/office/drawing/2014/main" id="{F567D546-A6EB-4269-A4AE-8EF2B850A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505"/>
                <a:ext cx="100" cy="288"/>
              </a:xfrm>
              <a:custGeom>
                <a:avLst/>
                <a:gdLst>
                  <a:gd name="T0" fmla="*/ 520 w 40"/>
                  <a:gd name="T1" fmla="*/ 397 h 108"/>
                  <a:gd name="T2" fmla="*/ 0 w 40"/>
                  <a:gd name="T3" fmla="*/ 1459 h 108"/>
                  <a:gd name="T4" fmla="*/ 3250 w 40"/>
                  <a:gd name="T5" fmla="*/ 7944 h 108"/>
                  <a:gd name="T6" fmla="*/ 6375 w 40"/>
                  <a:gd name="T7" fmla="*/ 13597 h 108"/>
                  <a:gd name="T8" fmla="*/ 6645 w 40"/>
                  <a:gd name="T9" fmla="*/ 23304 h 108"/>
                  <a:gd name="T10" fmla="*/ 8333 w 40"/>
                  <a:gd name="T11" fmla="*/ 38435 h 108"/>
                  <a:gd name="T12" fmla="*/ 9300 w 40"/>
                  <a:gd name="T13" fmla="*/ 38435 h 108"/>
                  <a:gd name="T14" fmla="*/ 9583 w 40"/>
                  <a:gd name="T15" fmla="*/ 37069 h 108"/>
                  <a:gd name="T16" fmla="*/ 8125 w 40"/>
                  <a:gd name="T17" fmla="*/ 23304 h 108"/>
                  <a:gd name="T18" fmla="*/ 7813 w 40"/>
                  <a:gd name="T19" fmla="*/ 13347 h 108"/>
                  <a:gd name="T20" fmla="*/ 4220 w 40"/>
                  <a:gd name="T21" fmla="*/ 6067 h 108"/>
                  <a:gd name="T22" fmla="*/ 1488 w 40"/>
                  <a:gd name="T23" fmla="*/ 1059 h 108"/>
                  <a:gd name="T24" fmla="*/ 520 w 40"/>
                  <a:gd name="T25" fmla="*/ 397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" h="108">
                    <a:moveTo>
                      <a:pt x="2" y="1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2" y="12"/>
                      <a:pt x="8" y="17"/>
                      <a:pt x="13" y="22"/>
                    </a:cubicBezTo>
                    <a:cubicBezTo>
                      <a:pt x="19" y="26"/>
                      <a:pt x="24" y="31"/>
                      <a:pt x="26" y="38"/>
                    </a:cubicBezTo>
                    <a:cubicBezTo>
                      <a:pt x="28" y="46"/>
                      <a:pt x="28" y="55"/>
                      <a:pt x="27" y="65"/>
                    </a:cubicBezTo>
                    <a:cubicBezTo>
                      <a:pt x="26" y="79"/>
                      <a:pt x="25" y="95"/>
                      <a:pt x="34" y="107"/>
                    </a:cubicBezTo>
                    <a:cubicBezTo>
                      <a:pt x="35" y="108"/>
                      <a:pt x="37" y="108"/>
                      <a:pt x="38" y="107"/>
                    </a:cubicBezTo>
                    <a:cubicBezTo>
                      <a:pt x="39" y="106"/>
                      <a:pt x="40" y="104"/>
                      <a:pt x="39" y="103"/>
                    </a:cubicBezTo>
                    <a:cubicBezTo>
                      <a:pt x="31" y="93"/>
                      <a:pt x="32" y="79"/>
                      <a:pt x="33" y="65"/>
                    </a:cubicBezTo>
                    <a:cubicBezTo>
                      <a:pt x="34" y="55"/>
                      <a:pt x="35" y="45"/>
                      <a:pt x="32" y="37"/>
                    </a:cubicBezTo>
                    <a:cubicBezTo>
                      <a:pt x="30" y="27"/>
                      <a:pt x="23" y="22"/>
                      <a:pt x="17" y="17"/>
                    </a:cubicBezTo>
                    <a:cubicBezTo>
                      <a:pt x="12" y="13"/>
                      <a:pt x="7" y="9"/>
                      <a:pt x="6" y="3"/>
                    </a:cubicBezTo>
                    <a:cubicBezTo>
                      <a:pt x="5" y="1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1" name="Freeform 185">
                <a:extLst>
                  <a:ext uri="{FF2B5EF4-FFF2-40B4-BE49-F238E27FC236}">
                    <a16:creationId xmlns:a16="http://schemas.microsoft.com/office/drawing/2014/main" id="{8C04A14A-1DC1-49F3-97D7-BD69FA522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566"/>
                <a:ext cx="48" cy="256"/>
              </a:xfrm>
              <a:custGeom>
                <a:avLst/>
                <a:gdLst>
                  <a:gd name="T0" fmla="*/ 824 w 19"/>
                  <a:gd name="T1" fmla="*/ 0 h 96"/>
                  <a:gd name="T2" fmla="*/ 326 w 19"/>
                  <a:gd name="T3" fmla="*/ 1459 h 96"/>
                  <a:gd name="T4" fmla="*/ 531 w 19"/>
                  <a:gd name="T5" fmla="*/ 13347 h 96"/>
                  <a:gd name="T6" fmla="*/ 3388 w 19"/>
                  <a:gd name="T7" fmla="*/ 33827 h 96"/>
                  <a:gd name="T8" fmla="*/ 4436 w 19"/>
                  <a:gd name="T9" fmla="*/ 34133 h 96"/>
                  <a:gd name="T10" fmla="*/ 4646 w 19"/>
                  <a:gd name="T11" fmla="*/ 32768 h 96"/>
                  <a:gd name="T12" fmla="*/ 2082 w 19"/>
                  <a:gd name="T13" fmla="*/ 13347 h 96"/>
                  <a:gd name="T14" fmla="*/ 1839 w 19"/>
                  <a:gd name="T15" fmla="*/ 1059 h 96"/>
                  <a:gd name="T16" fmla="*/ 824 w 19"/>
                  <a:gd name="T17" fmla="*/ 0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96">
                    <a:moveTo>
                      <a:pt x="3" y="0"/>
                    </a:moveTo>
                    <a:cubicBezTo>
                      <a:pt x="1" y="0"/>
                      <a:pt x="0" y="2"/>
                      <a:pt x="1" y="4"/>
                    </a:cubicBezTo>
                    <a:cubicBezTo>
                      <a:pt x="3" y="15"/>
                      <a:pt x="2" y="26"/>
                      <a:pt x="2" y="37"/>
                    </a:cubicBezTo>
                    <a:cubicBezTo>
                      <a:pt x="1" y="56"/>
                      <a:pt x="0" y="75"/>
                      <a:pt x="13" y="94"/>
                    </a:cubicBezTo>
                    <a:cubicBezTo>
                      <a:pt x="14" y="96"/>
                      <a:pt x="16" y="96"/>
                      <a:pt x="17" y="95"/>
                    </a:cubicBezTo>
                    <a:cubicBezTo>
                      <a:pt x="19" y="94"/>
                      <a:pt x="19" y="92"/>
                      <a:pt x="18" y="91"/>
                    </a:cubicBezTo>
                    <a:cubicBezTo>
                      <a:pt x="6" y="73"/>
                      <a:pt x="7" y="56"/>
                      <a:pt x="8" y="37"/>
                    </a:cubicBezTo>
                    <a:cubicBezTo>
                      <a:pt x="8" y="26"/>
                      <a:pt x="9" y="15"/>
                      <a:pt x="7" y="3"/>
                    </a:cubicBezTo>
                    <a:cubicBezTo>
                      <a:pt x="6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2" name="Freeform 186">
                <a:extLst>
                  <a:ext uri="{FF2B5EF4-FFF2-40B4-BE49-F238E27FC236}">
                    <a16:creationId xmlns:a16="http://schemas.microsoft.com/office/drawing/2014/main" id="{D86FA227-ABA2-4C9B-91FD-48CF66255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630"/>
                <a:ext cx="30" cy="214"/>
              </a:xfrm>
              <a:custGeom>
                <a:avLst/>
                <a:gdLst>
                  <a:gd name="T0" fmla="*/ 2270 w 12"/>
                  <a:gd name="T1" fmla="*/ 13974 h 80"/>
                  <a:gd name="T2" fmla="*/ 1770 w 12"/>
                  <a:gd name="T3" fmla="*/ 0 h 80"/>
                  <a:gd name="T4" fmla="*/ 313 w 12"/>
                  <a:gd name="T5" fmla="*/ 401 h 80"/>
                  <a:gd name="T6" fmla="*/ 783 w 12"/>
                  <a:gd name="T7" fmla="*/ 13573 h 80"/>
                  <a:gd name="T8" fmla="*/ 1488 w 12"/>
                  <a:gd name="T9" fmla="*/ 28614 h 80"/>
                  <a:gd name="T10" fmla="*/ 2470 w 12"/>
                  <a:gd name="T11" fmla="*/ 28887 h 80"/>
                  <a:gd name="T12" fmla="*/ 2938 w 12"/>
                  <a:gd name="T13" fmla="*/ 27542 h 80"/>
                  <a:gd name="T14" fmla="*/ 2270 w 12"/>
                  <a:gd name="T15" fmla="*/ 13974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80">
                    <a:moveTo>
                      <a:pt x="9" y="38"/>
                    </a:moveTo>
                    <a:cubicBezTo>
                      <a:pt x="10" y="26"/>
                      <a:pt x="11" y="13"/>
                      <a:pt x="7" y="0"/>
                    </a:cubicBezTo>
                    <a:cubicBezTo>
                      <a:pt x="5" y="0"/>
                      <a:pt x="3" y="0"/>
                      <a:pt x="1" y="1"/>
                    </a:cubicBezTo>
                    <a:cubicBezTo>
                      <a:pt x="6" y="12"/>
                      <a:pt x="4" y="25"/>
                      <a:pt x="3" y="37"/>
                    </a:cubicBezTo>
                    <a:cubicBezTo>
                      <a:pt x="1" y="51"/>
                      <a:pt x="0" y="65"/>
                      <a:pt x="6" y="78"/>
                    </a:cubicBezTo>
                    <a:cubicBezTo>
                      <a:pt x="7" y="79"/>
                      <a:pt x="9" y="80"/>
                      <a:pt x="10" y="79"/>
                    </a:cubicBezTo>
                    <a:cubicBezTo>
                      <a:pt x="12" y="78"/>
                      <a:pt x="12" y="77"/>
                      <a:pt x="12" y="75"/>
                    </a:cubicBezTo>
                    <a:cubicBezTo>
                      <a:pt x="6" y="64"/>
                      <a:pt x="7" y="51"/>
                      <a:pt x="9" y="38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3" name="Freeform 187">
                <a:extLst>
                  <a:ext uri="{FF2B5EF4-FFF2-40B4-BE49-F238E27FC236}">
                    <a16:creationId xmlns:a16="http://schemas.microsoft.com/office/drawing/2014/main" id="{43C213AE-35FE-4DCB-843B-09309CE9F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638"/>
                <a:ext cx="25" cy="83"/>
              </a:xfrm>
              <a:custGeom>
                <a:avLst/>
                <a:gdLst>
                  <a:gd name="T0" fmla="*/ 1300 w 10"/>
                  <a:gd name="T1" fmla="*/ 0 h 31"/>
                  <a:gd name="T2" fmla="*/ 0 w 10"/>
                  <a:gd name="T3" fmla="*/ 0 h 31"/>
                  <a:gd name="T4" fmla="*/ 0 w 10"/>
                  <a:gd name="T5" fmla="*/ 1076 h 31"/>
                  <a:gd name="T6" fmla="*/ 313 w 10"/>
                  <a:gd name="T7" fmla="*/ 9923 h 31"/>
                  <a:gd name="T8" fmla="*/ 988 w 10"/>
                  <a:gd name="T9" fmla="*/ 11398 h 31"/>
                  <a:gd name="T10" fmla="*/ 1770 w 10"/>
                  <a:gd name="T11" fmla="*/ 10744 h 31"/>
                  <a:gd name="T12" fmla="*/ 1300 w 10"/>
                  <a:gd name="T13" fmla="*/ 0 h 31"/>
                  <a:gd name="T14" fmla="*/ 1300 w 10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31">
                    <a:moveTo>
                      <a:pt x="5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4" y="10"/>
                      <a:pt x="3" y="19"/>
                      <a:pt x="1" y="27"/>
                    </a:cubicBezTo>
                    <a:cubicBezTo>
                      <a:pt x="1" y="29"/>
                      <a:pt x="2" y="31"/>
                      <a:pt x="4" y="31"/>
                    </a:cubicBezTo>
                    <a:cubicBezTo>
                      <a:pt x="5" y="31"/>
                      <a:pt x="7" y="30"/>
                      <a:pt x="7" y="29"/>
                    </a:cubicBezTo>
                    <a:cubicBezTo>
                      <a:pt x="9" y="19"/>
                      <a:pt x="10" y="9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4" name="Freeform 188">
                <a:extLst>
                  <a:ext uri="{FF2B5EF4-FFF2-40B4-BE49-F238E27FC236}">
                    <a16:creationId xmlns:a16="http://schemas.microsoft.com/office/drawing/2014/main" id="{9E000E28-5833-4F9F-BC22-1B86263C4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420"/>
                <a:ext cx="162" cy="266"/>
              </a:xfrm>
              <a:custGeom>
                <a:avLst/>
                <a:gdLst>
                  <a:gd name="T0" fmla="*/ 187 w 65"/>
                  <a:gd name="T1" fmla="*/ 657 h 100"/>
                  <a:gd name="T2" fmla="*/ 466 w 65"/>
                  <a:gd name="T3" fmla="*/ 2144 h 100"/>
                  <a:gd name="T4" fmla="*/ 6443 w 65"/>
                  <a:gd name="T5" fmla="*/ 14117 h 100"/>
                  <a:gd name="T6" fmla="*/ 6906 w 65"/>
                  <a:gd name="T7" fmla="*/ 15170 h 100"/>
                  <a:gd name="T8" fmla="*/ 14119 w 65"/>
                  <a:gd name="T9" fmla="*/ 34742 h 100"/>
                  <a:gd name="T10" fmla="*/ 15385 w 65"/>
                  <a:gd name="T11" fmla="*/ 35046 h 100"/>
                  <a:gd name="T12" fmla="*/ 15385 w 65"/>
                  <a:gd name="T13" fmla="*/ 33686 h 100"/>
                  <a:gd name="T14" fmla="*/ 8175 w 65"/>
                  <a:gd name="T15" fmla="*/ 14513 h 100"/>
                  <a:gd name="T16" fmla="*/ 7863 w 65"/>
                  <a:gd name="T17" fmla="*/ 13478 h 100"/>
                  <a:gd name="T18" fmla="*/ 1161 w 65"/>
                  <a:gd name="T19" fmla="*/ 396 h 100"/>
                  <a:gd name="T20" fmla="*/ 187 w 65"/>
                  <a:gd name="T21" fmla="*/ 657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100">
                    <a:moveTo>
                      <a:pt x="1" y="2"/>
                    </a:moveTo>
                    <a:cubicBezTo>
                      <a:pt x="0" y="3"/>
                      <a:pt x="0" y="5"/>
                      <a:pt x="2" y="6"/>
                    </a:cubicBezTo>
                    <a:cubicBezTo>
                      <a:pt x="19" y="16"/>
                      <a:pt x="21" y="21"/>
                      <a:pt x="27" y="40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5" y="61"/>
                      <a:pt x="47" y="80"/>
                      <a:pt x="59" y="98"/>
                    </a:cubicBezTo>
                    <a:cubicBezTo>
                      <a:pt x="60" y="100"/>
                      <a:pt x="62" y="100"/>
                      <a:pt x="64" y="99"/>
                    </a:cubicBezTo>
                    <a:cubicBezTo>
                      <a:pt x="65" y="98"/>
                      <a:pt x="65" y="96"/>
                      <a:pt x="64" y="95"/>
                    </a:cubicBezTo>
                    <a:cubicBezTo>
                      <a:pt x="52" y="77"/>
                      <a:pt x="40" y="58"/>
                      <a:pt x="34" y="41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27" y="19"/>
                      <a:pt x="24" y="12"/>
                      <a:pt x="5" y="1"/>
                    </a:cubicBezTo>
                    <a:cubicBezTo>
                      <a:pt x="3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5" name="Freeform 189">
                <a:extLst>
                  <a:ext uri="{FF2B5EF4-FFF2-40B4-BE49-F238E27FC236}">
                    <a16:creationId xmlns:a16="http://schemas.microsoft.com/office/drawing/2014/main" id="{0A5301F0-E280-413B-AEAE-A4AB51D68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508"/>
                <a:ext cx="130" cy="304"/>
              </a:xfrm>
              <a:custGeom>
                <a:avLst/>
                <a:gdLst>
                  <a:gd name="T0" fmla="*/ 313 w 52"/>
                  <a:gd name="T1" fmla="*/ 661 h 114"/>
                  <a:gd name="T2" fmla="*/ 520 w 52"/>
                  <a:gd name="T3" fmla="*/ 2184 h 114"/>
                  <a:gd name="T4" fmla="*/ 1958 w 52"/>
                  <a:gd name="T5" fmla="*/ 3891 h 114"/>
                  <a:gd name="T6" fmla="*/ 6375 w 52"/>
                  <a:gd name="T7" fmla="*/ 9309 h 114"/>
                  <a:gd name="T8" fmla="*/ 7158 w 52"/>
                  <a:gd name="T9" fmla="*/ 18355 h 114"/>
                  <a:gd name="T10" fmla="*/ 6845 w 52"/>
                  <a:gd name="T11" fmla="*/ 23061 h 114"/>
                  <a:gd name="T12" fmla="*/ 9300 w 52"/>
                  <a:gd name="T13" fmla="*/ 33016 h 114"/>
                  <a:gd name="T14" fmla="*/ 11250 w 52"/>
                  <a:gd name="T15" fmla="*/ 39901 h 114"/>
                  <a:gd name="T16" fmla="*/ 12033 w 52"/>
                  <a:gd name="T17" fmla="*/ 40597 h 114"/>
                  <a:gd name="T18" fmla="*/ 12708 w 52"/>
                  <a:gd name="T19" fmla="*/ 39501 h 114"/>
                  <a:gd name="T20" fmla="*/ 10550 w 52"/>
                  <a:gd name="T21" fmla="*/ 31949 h 114"/>
                  <a:gd name="T22" fmla="*/ 8333 w 52"/>
                  <a:gd name="T23" fmla="*/ 23061 h 114"/>
                  <a:gd name="T24" fmla="*/ 8595 w 52"/>
                  <a:gd name="T25" fmla="*/ 18355 h 114"/>
                  <a:gd name="T26" fmla="*/ 7625 w 52"/>
                  <a:gd name="T27" fmla="*/ 7944 h 114"/>
                  <a:gd name="T28" fmla="*/ 2938 w 52"/>
                  <a:gd name="T29" fmla="*/ 2184 h 114"/>
                  <a:gd name="T30" fmla="*/ 1300 w 52"/>
                  <a:gd name="T31" fmla="*/ 397 h 114"/>
                  <a:gd name="T32" fmla="*/ 313 w 52"/>
                  <a:gd name="T33" fmla="*/ 661 h 1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2" h="114">
                    <a:moveTo>
                      <a:pt x="1" y="2"/>
                    </a:moveTo>
                    <a:cubicBezTo>
                      <a:pt x="0" y="3"/>
                      <a:pt x="0" y="5"/>
                      <a:pt x="2" y="6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5" y="15"/>
                      <a:pt x="22" y="20"/>
                      <a:pt x="26" y="26"/>
                    </a:cubicBezTo>
                    <a:cubicBezTo>
                      <a:pt x="32" y="34"/>
                      <a:pt x="31" y="42"/>
                      <a:pt x="29" y="51"/>
                    </a:cubicBezTo>
                    <a:cubicBezTo>
                      <a:pt x="29" y="55"/>
                      <a:pt x="28" y="59"/>
                      <a:pt x="28" y="64"/>
                    </a:cubicBezTo>
                    <a:cubicBezTo>
                      <a:pt x="28" y="75"/>
                      <a:pt x="33" y="83"/>
                      <a:pt x="38" y="92"/>
                    </a:cubicBezTo>
                    <a:cubicBezTo>
                      <a:pt x="41" y="98"/>
                      <a:pt x="44" y="104"/>
                      <a:pt x="46" y="111"/>
                    </a:cubicBezTo>
                    <a:cubicBezTo>
                      <a:pt x="46" y="113"/>
                      <a:pt x="48" y="114"/>
                      <a:pt x="49" y="113"/>
                    </a:cubicBezTo>
                    <a:cubicBezTo>
                      <a:pt x="51" y="113"/>
                      <a:pt x="52" y="111"/>
                      <a:pt x="52" y="110"/>
                    </a:cubicBezTo>
                    <a:cubicBezTo>
                      <a:pt x="50" y="102"/>
                      <a:pt x="46" y="95"/>
                      <a:pt x="43" y="89"/>
                    </a:cubicBezTo>
                    <a:cubicBezTo>
                      <a:pt x="39" y="81"/>
                      <a:pt x="34" y="73"/>
                      <a:pt x="34" y="64"/>
                    </a:cubicBezTo>
                    <a:cubicBezTo>
                      <a:pt x="34" y="60"/>
                      <a:pt x="35" y="55"/>
                      <a:pt x="35" y="51"/>
                    </a:cubicBezTo>
                    <a:cubicBezTo>
                      <a:pt x="37" y="42"/>
                      <a:pt x="38" y="32"/>
                      <a:pt x="31" y="22"/>
                    </a:cubicBezTo>
                    <a:cubicBezTo>
                      <a:pt x="27" y="16"/>
                      <a:pt x="19" y="11"/>
                      <a:pt x="12" y="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6" name="Freeform 190">
                <a:extLst>
                  <a:ext uri="{FF2B5EF4-FFF2-40B4-BE49-F238E27FC236}">
                    <a16:creationId xmlns:a16="http://schemas.microsoft.com/office/drawing/2014/main" id="{D22B3481-5E06-4B02-94B7-CB6B921A5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24"/>
                <a:ext cx="70" cy="237"/>
              </a:xfrm>
              <a:custGeom>
                <a:avLst/>
                <a:gdLst>
                  <a:gd name="T0" fmla="*/ 3720 w 28"/>
                  <a:gd name="T1" fmla="*/ 397 h 89"/>
                  <a:gd name="T2" fmla="*/ 3720 w 28"/>
                  <a:gd name="T3" fmla="*/ 1758 h 89"/>
                  <a:gd name="T4" fmla="*/ 2470 w 28"/>
                  <a:gd name="T5" fmla="*/ 12465 h 89"/>
                  <a:gd name="T6" fmla="*/ 988 w 28"/>
                  <a:gd name="T7" fmla="*/ 17147 h 89"/>
                  <a:gd name="T8" fmla="*/ 783 w 28"/>
                  <a:gd name="T9" fmla="*/ 23833 h 89"/>
                  <a:gd name="T10" fmla="*/ 313 w 28"/>
                  <a:gd name="T11" fmla="*/ 29969 h 89"/>
                  <a:gd name="T12" fmla="*/ 783 w 28"/>
                  <a:gd name="T13" fmla="*/ 31329 h 89"/>
                  <a:gd name="T14" fmla="*/ 1488 w 28"/>
                  <a:gd name="T15" fmla="*/ 30669 h 89"/>
                  <a:gd name="T16" fmla="*/ 2270 w 28"/>
                  <a:gd name="T17" fmla="*/ 23833 h 89"/>
                  <a:gd name="T18" fmla="*/ 2470 w 28"/>
                  <a:gd name="T19" fmla="*/ 17807 h 89"/>
                  <a:gd name="T20" fmla="*/ 3908 w 28"/>
                  <a:gd name="T21" fmla="*/ 13522 h 89"/>
                  <a:gd name="T22" fmla="*/ 4895 w 28"/>
                  <a:gd name="T23" fmla="*/ 660 h 89"/>
                  <a:gd name="T24" fmla="*/ 3720 w 28"/>
                  <a:gd name="T25" fmla="*/ 397 h 8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" h="89">
                    <a:moveTo>
                      <a:pt x="15" y="1"/>
                    </a:moveTo>
                    <a:cubicBezTo>
                      <a:pt x="14" y="2"/>
                      <a:pt x="14" y="4"/>
                      <a:pt x="15" y="5"/>
                    </a:cubicBezTo>
                    <a:cubicBezTo>
                      <a:pt x="21" y="15"/>
                      <a:pt x="16" y="24"/>
                      <a:pt x="10" y="35"/>
                    </a:cubicBezTo>
                    <a:cubicBezTo>
                      <a:pt x="8" y="39"/>
                      <a:pt x="6" y="44"/>
                      <a:pt x="4" y="48"/>
                    </a:cubicBezTo>
                    <a:cubicBezTo>
                      <a:pt x="3" y="55"/>
                      <a:pt x="3" y="61"/>
                      <a:pt x="3" y="67"/>
                    </a:cubicBezTo>
                    <a:cubicBezTo>
                      <a:pt x="3" y="73"/>
                      <a:pt x="3" y="79"/>
                      <a:pt x="1" y="84"/>
                    </a:cubicBezTo>
                    <a:cubicBezTo>
                      <a:pt x="0" y="86"/>
                      <a:pt x="1" y="88"/>
                      <a:pt x="3" y="88"/>
                    </a:cubicBezTo>
                    <a:cubicBezTo>
                      <a:pt x="4" y="89"/>
                      <a:pt x="6" y="88"/>
                      <a:pt x="6" y="86"/>
                    </a:cubicBezTo>
                    <a:cubicBezTo>
                      <a:pt x="9" y="80"/>
                      <a:pt x="9" y="73"/>
                      <a:pt x="9" y="67"/>
                    </a:cubicBezTo>
                    <a:cubicBezTo>
                      <a:pt x="9" y="61"/>
                      <a:pt x="9" y="55"/>
                      <a:pt x="10" y="50"/>
                    </a:cubicBezTo>
                    <a:cubicBezTo>
                      <a:pt x="11" y="46"/>
                      <a:pt x="13" y="42"/>
                      <a:pt x="16" y="38"/>
                    </a:cubicBezTo>
                    <a:cubicBezTo>
                      <a:pt x="21" y="27"/>
                      <a:pt x="28" y="14"/>
                      <a:pt x="20" y="2"/>
                    </a:cubicBezTo>
                    <a:cubicBezTo>
                      <a:pt x="19" y="0"/>
                      <a:pt x="17" y="0"/>
                      <a:pt x="15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7" name="Freeform 191">
                <a:extLst>
                  <a:ext uri="{FF2B5EF4-FFF2-40B4-BE49-F238E27FC236}">
                    <a16:creationId xmlns:a16="http://schemas.microsoft.com/office/drawing/2014/main" id="{66848870-33D8-43D8-BA10-F84FA9667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561"/>
                <a:ext cx="65" cy="371"/>
              </a:xfrm>
              <a:custGeom>
                <a:avLst/>
                <a:gdLst>
                  <a:gd name="T0" fmla="*/ 2738 w 26"/>
                  <a:gd name="T1" fmla="*/ 398 h 139"/>
                  <a:gd name="T2" fmla="*/ 2470 w 26"/>
                  <a:gd name="T3" fmla="*/ 1767 h 139"/>
                  <a:gd name="T4" fmla="*/ 1770 w 26"/>
                  <a:gd name="T5" fmla="*/ 19890 h 139"/>
                  <a:gd name="T6" fmla="*/ 1300 w 26"/>
                  <a:gd name="T7" fmla="*/ 38312 h 139"/>
                  <a:gd name="T8" fmla="*/ 1958 w 26"/>
                  <a:gd name="T9" fmla="*/ 49170 h 139"/>
                  <a:gd name="T10" fmla="*/ 2738 w 26"/>
                  <a:gd name="T11" fmla="*/ 50237 h 139"/>
                  <a:gd name="T12" fmla="*/ 3438 w 26"/>
                  <a:gd name="T13" fmla="*/ 49170 h 139"/>
                  <a:gd name="T14" fmla="*/ 2738 w 26"/>
                  <a:gd name="T15" fmla="*/ 37914 h 139"/>
                  <a:gd name="T16" fmla="*/ 2938 w 26"/>
                  <a:gd name="T17" fmla="*/ 20611 h 139"/>
                  <a:gd name="T18" fmla="*/ 3720 w 26"/>
                  <a:gd name="T19" fmla="*/ 662 h 139"/>
                  <a:gd name="T20" fmla="*/ 2738 w 26"/>
                  <a:gd name="T21" fmla="*/ 398 h 1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39">
                    <a:moveTo>
                      <a:pt x="11" y="1"/>
                    </a:moveTo>
                    <a:cubicBezTo>
                      <a:pt x="9" y="2"/>
                      <a:pt x="9" y="4"/>
                      <a:pt x="10" y="5"/>
                    </a:cubicBezTo>
                    <a:cubicBezTo>
                      <a:pt x="19" y="20"/>
                      <a:pt x="13" y="41"/>
                      <a:pt x="7" y="55"/>
                    </a:cubicBezTo>
                    <a:cubicBezTo>
                      <a:pt x="0" y="72"/>
                      <a:pt x="3" y="89"/>
                      <a:pt x="5" y="106"/>
                    </a:cubicBezTo>
                    <a:cubicBezTo>
                      <a:pt x="7" y="115"/>
                      <a:pt x="8" y="126"/>
                      <a:pt x="8" y="136"/>
                    </a:cubicBezTo>
                    <a:cubicBezTo>
                      <a:pt x="8" y="137"/>
                      <a:pt x="9" y="139"/>
                      <a:pt x="11" y="139"/>
                    </a:cubicBezTo>
                    <a:cubicBezTo>
                      <a:pt x="12" y="139"/>
                      <a:pt x="14" y="138"/>
                      <a:pt x="14" y="136"/>
                    </a:cubicBezTo>
                    <a:cubicBezTo>
                      <a:pt x="14" y="125"/>
                      <a:pt x="13" y="115"/>
                      <a:pt x="11" y="105"/>
                    </a:cubicBezTo>
                    <a:cubicBezTo>
                      <a:pt x="9" y="88"/>
                      <a:pt x="6" y="73"/>
                      <a:pt x="12" y="57"/>
                    </a:cubicBezTo>
                    <a:cubicBezTo>
                      <a:pt x="19" y="42"/>
                      <a:pt x="26" y="19"/>
                      <a:pt x="15" y="2"/>
                    </a:cubicBezTo>
                    <a:cubicBezTo>
                      <a:pt x="14" y="1"/>
                      <a:pt x="12" y="0"/>
                      <a:pt x="11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8" name="Freeform 192">
                <a:extLst>
                  <a:ext uri="{FF2B5EF4-FFF2-40B4-BE49-F238E27FC236}">
                    <a16:creationId xmlns:a16="http://schemas.microsoft.com/office/drawing/2014/main" id="{278C6910-56BF-4EDE-9025-3C3BC909B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598"/>
                <a:ext cx="63" cy="230"/>
              </a:xfrm>
              <a:custGeom>
                <a:avLst/>
                <a:gdLst>
                  <a:gd name="T0" fmla="*/ 4350 w 25"/>
                  <a:gd name="T1" fmla="*/ 0 h 86"/>
                  <a:gd name="T2" fmla="*/ 3873 w 25"/>
                  <a:gd name="T3" fmla="*/ 1495 h 86"/>
                  <a:gd name="T4" fmla="*/ 2336 w 25"/>
                  <a:gd name="T5" fmla="*/ 16164 h 86"/>
                  <a:gd name="T6" fmla="*/ 801 w 25"/>
                  <a:gd name="T7" fmla="*/ 30799 h 86"/>
                  <a:gd name="T8" fmla="*/ 1537 w 25"/>
                  <a:gd name="T9" fmla="*/ 31465 h 86"/>
                  <a:gd name="T10" fmla="*/ 2336 w 25"/>
                  <a:gd name="T11" fmla="*/ 30397 h 86"/>
                  <a:gd name="T12" fmla="*/ 3873 w 25"/>
                  <a:gd name="T13" fmla="*/ 16830 h 86"/>
                  <a:gd name="T14" fmla="*/ 5088 w 25"/>
                  <a:gd name="T15" fmla="*/ 671 h 86"/>
                  <a:gd name="T16" fmla="*/ 4350 w 25"/>
                  <a:gd name="T17" fmla="*/ 0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86">
                    <a:moveTo>
                      <a:pt x="17" y="0"/>
                    </a:moveTo>
                    <a:cubicBezTo>
                      <a:pt x="15" y="1"/>
                      <a:pt x="14" y="2"/>
                      <a:pt x="15" y="4"/>
                    </a:cubicBezTo>
                    <a:cubicBezTo>
                      <a:pt x="19" y="17"/>
                      <a:pt x="14" y="30"/>
                      <a:pt x="9" y="44"/>
                    </a:cubicBezTo>
                    <a:cubicBezTo>
                      <a:pt x="5" y="57"/>
                      <a:pt x="0" y="70"/>
                      <a:pt x="3" y="84"/>
                    </a:cubicBezTo>
                    <a:cubicBezTo>
                      <a:pt x="3" y="85"/>
                      <a:pt x="4" y="86"/>
                      <a:pt x="6" y="86"/>
                    </a:cubicBezTo>
                    <a:cubicBezTo>
                      <a:pt x="8" y="86"/>
                      <a:pt x="9" y="84"/>
                      <a:pt x="9" y="83"/>
                    </a:cubicBezTo>
                    <a:cubicBezTo>
                      <a:pt x="6" y="70"/>
                      <a:pt x="11" y="59"/>
                      <a:pt x="15" y="46"/>
                    </a:cubicBezTo>
                    <a:cubicBezTo>
                      <a:pt x="20" y="32"/>
                      <a:pt x="25" y="18"/>
                      <a:pt x="20" y="2"/>
                    </a:cubicBezTo>
                    <a:cubicBezTo>
                      <a:pt x="20" y="1"/>
                      <a:pt x="18" y="0"/>
                      <a:pt x="17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9" name="Freeform 193">
                <a:extLst>
                  <a:ext uri="{FF2B5EF4-FFF2-40B4-BE49-F238E27FC236}">
                    <a16:creationId xmlns:a16="http://schemas.microsoft.com/office/drawing/2014/main" id="{D981AEE2-1365-4246-908C-B690DC833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574"/>
                <a:ext cx="90" cy="299"/>
              </a:xfrm>
              <a:custGeom>
                <a:avLst/>
                <a:gdLst>
                  <a:gd name="T0" fmla="*/ 7813 w 36"/>
                  <a:gd name="T1" fmla="*/ 0 h 112"/>
                  <a:gd name="T2" fmla="*/ 7158 w 36"/>
                  <a:gd name="T3" fmla="*/ 1068 h 112"/>
                  <a:gd name="T4" fmla="*/ 4425 w 36"/>
                  <a:gd name="T5" fmla="*/ 10462 h 112"/>
                  <a:gd name="T6" fmla="*/ 1958 w 36"/>
                  <a:gd name="T7" fmla="*/ 16968 h 112"/>
                  <a:gd name="T8" fmla="*/ 3908 w 36"/>
                  <a:gd name="T9" fmla="*/ 39882 h 112"/>
                  <a:gd name="T10" fmla="*/ 4895 w 36"/>
                  <a:gd name="T11" fmla="*/ 40125 h 112"/>
                  <a:gd name="T12" fmla="*/ 5208 w 36"/>
                  <a:gd name="T13" fmla="*/ 38392 h 112"/>
                  <a:gd name="T14" fmla="*/ 3438 w 36"/>
                  <a:gd name="T15" fmla="*/ 17766 h 112"/>
                  <a:gd name="T16" fmla="*/ 5675 w 36"/>
                  <a:gd name="T17" fmla="*/ 11931 h 112"/>
                  <a:gd name="T18" fmla="*/ 8595 w 36"/>
                  <a:gd name="T19" fmla="*/ 662 h 112"/>
                  <a:gd name="T20" fmla="*/ 7813 w 36"/>
                  <a:gd name="T21" fmla="*/ 0 h 1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12">
                    <a:moveTo>
                      <a:pt x="32" y="0"/>
                    </a:moveTo>
                    <a:cubicBezTo>
                      <a:pt x="30" y="0"/>
                      <a:pt x="29" y="1"/>
                      <a:pt x="29" y="3"/>
                    </a:cubicBezTo>
                    <a:cubicBezTo>
                      <a:pt x="30" y="13"/>
                      <a:pt x="24" y="21"/>
                      <a:pt x="18" y="29"/>
                    </a:cubicBezTo>
                    <a:cubicBezTo>
                      <a:pt x="14" y="35"/>
                      <a:pt x="10" y="41"/>
                      <a:pt x="8" y="47"/>
                    </a:cubicBezTo>
                    <a:cubicBezTo>
                      <a:pt x="0" y="69"/>
                      <a:pt x="3" y="92"/>
                      <a:pt x="16" y="110"/>
                    </a:cubicBezTo>
                    <a:cubicBezTo>
                      <a:pt x="17" y="111"/>
                      <a:pt x="19" y="112"/>
                      <a:pt x="20" y="111"/>
                    </a:cubicBezTo>
                    <a:cubicBezTo>
                      <a:pt x="22" y="110"/>
                      <a:pt x="22" y="108"/>
                      <a:pt x="21" y="106"/>
                    </a:cubicBezTo>
                    <a:cubicBezTo>
                      <a:pt x="9" y="90"/>
                      <a:pt x="6" y="69"/>
                      <a:pt x="14" y="49"/>
                    </a:cubicBezTo>
                    <a:cubicBezTo>
                      <a:pt x="16" y="43"/>
                      <a:pt x="19" y="38"/>
                      <a:pt x="23" y="33"/>
                    </a:cubicBezTo>
                    <a:cubicBezTo>
                      <a:pt x="29" y="24"/>
                      <a:pt x="36" y="14"/>
                      <a:pt x="35" y="2"/>
                    </a:cubicBezTo>
                    <a:cubicBezTo>
                      <a:pt x="35" y="1"/>
                      <a:pt x="33" y="0"/>
                      <a:pt x="32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0" name="Freeform 194">
                <a:extLst>
                  <a:ext uri="{FF2B5EF4-FFF2-40B4-BE49-F238E27FC236}">
                    <a16:creationId xmlns:a16="http://schemas.microsoft.com/office/drawing/2014/main" id="{0A5622FE-F7A2-4433-9F32-AA119C4DC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46"/>
                <a:ext cx="25" cy="75"/>
              </a:xfrm>
              <a:custGeom>
                <a:avLst/>
                <a:gdLst>
                  <a:gd name="T0" fmla="*/ 988 w 10"/>
                  <a:gd name="T1" fmla="*/ 0 h 28"/>
                  <a:gd name="T2" fmla="*/ 783 w 10"/>
                  <a:gd name="T3" fmla="*/ 3710 h 28"/>
                  <a:gd name="T4" fmla="*/ 313 w 10"/>
                  <a:gd name="T5" fmla="*/ 8804 h 28"/>
                  <a:gd name="T6" fmla="*/ 783 w 10"/>
                  <a:gd name="T7" fmla="*/ 10339 h 28"/>
                  <a:gd name="T8" fmla="*/ 1488 w 10"/>
                  <a:gd name="T9" fmla="*/ 9686 h 28"/>
                  <a:gd name="T10" fmla="*/ 2270 w 10"/>
                  <a:gd name="T11" fmla="*/ 4018 h 28"/>
                  <a:gd name="T12" fmla="*/ 2470 w 10"/>
                  <a:gd name="T13" fmla="*/ 0 h 28"/>
                  <a:gd name="T14" fmla="*/ 988 w 10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28">
                    <a:moveTo>
                      <a:pt x="4" y="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2" y="15"/>
                      <a:pt x="2" y="20"/>
                      <a:pt x="1" y="24"/>
                    </a:cubicBezTo>
                    <a:cubicBezTo>
                      <a:pt x="0" y="26"/>
                      <a:pt x="1" y="28"/>
                      <a:pt x="3" y="28"/>
                    </a:cubicBezTo>
                    <a:cubicBezTo>
                      <a:pt x="4" y="28"/>
                      <a:pt x="6" y="27"/>
                      <a:pt x="6" y="26"/>
                    </a:cubicBezTo>
                    <a:cubicBezTo>
                      <a:pt x="8" y="21"/>
                      <a:pt x="8" y="16"/>
                      <a:pt x="9" y="1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1" name="Freeform 195">
                <a:extLst>
                  <a:ext uri="{FF2B5EF4-FFF2-40B4-BE49-F238E27FC236}">
                    <a16:creationId xmlns:a16="http://schemas.microsoft.com/office/drawing/2014/main" id="{A19F096E-59B6-40FE-AC65-EEEAE05D3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484"/>
                <a:ext cx="103" cy="130"/>
              </a:xfrm>
              <a:custGeom>
                <a:avLst/>
                <a:gdLst>
                  <a:gd name="T0" fmla="*/ 9511 w 41"/>
                  <a:gd name="T1" fmla="*/ 13276 h 49"/>
                  <a:gd name="T2" fmla="*/ 6009 w 41"/>
                  <a:gd name="T3" fmla="*/ 4224 h 49"/>
                  <a:gd name="T4" fmla="*/ 3786 w 41"/>
                  <a:gd name="T5" fmla="*/ 2486 h 49"/>
                  <a:gd name="T6" fmla="*/ 1319 w 41"/>
                  <a:gd name="T7" fmla="*/ 0 h 49"/>
                  <a:gd name="T8" fmla="*/ 1319 w 41"/>
                  <a:gd name="T9" fmla="*/ 0 h 49"/>
                  <a:gd name="T10" fmla="*/ 0 w 41"/>
                  <a:gd name="T11" fmla="*/ 1048 h 49"/>
                  <a:gd name="T12" fmla="*/ 0 w 41"/>
                  <a:gd name="T13" fmla="*/ 1435 h 49"/>
                  <a:gd name="T14" fmla="*/ 2979 w 41"/>
                  <a:gd name="T15" fmla="*/ 4224 h 49"/>
                  <a:gd name="T16" fmla="*/ 5024 w 41"/>
                  <a:gd name="T17" fmla="*/ 5489 h 49"/>
                  <a:gd name="T18" fmla="*/ 8009 w 41"/>
                  <a:gd name="T19" fmla="*/ 13929 h 49"/>
                  <a:gd name="T20" fmla="*/ 8798 w 41"/>
                  <a:gd name="T21" fmla="*/ 16449 h 49"/>
                  <a:gd name="T22" fmla="*/ 9800 w 41"/>
                  <a:gd name="T23" fmla="*/ 17091 h 49"/>
                  <a:gd name="T24" fmla="*/ 10004 w 41"/>
                  <a:gd name="T25" fmla="*/ 15648 h 49"/>
                  <a:gd name="T26" fmla="*/ 9511 w 41"/>
                  <a:gd name="T27" fmla="*/ 13276 h 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49">
                    <a:moveTo>
                      <a:pt x="38" y="38"/>
                    </a:moveTo>
                    <a:cubicBezTo>
                      <a:pt x="35" y="28"/>
                      <a:pt x="32" y="18"/>
                      <a:pt x="24" y="12"/>
                    </a:cubicBezTo>
                    <a:cubicBezTo>
                      <a:pt x="21" y="9"/>
                      <a:pt x="18" y="8"/>
                      <a:pt x="15" y="7"/>
                    </a:cubicBezTo>
                    <a:cubicBezTo>
                      <a:pt x="11" y="5"/>
                      <a:pt x="8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4" y="9"/>
                      <a:pt x="8" y="11"/>
                      <a:pt x="12" y="12"/>
                    </a:cubicBezTo>
                    <a:cubicBezTo>
                      <a:pt x="15" y="13"/>
                      <a:pt x="18" y="14"/>
                      <a:pt x="20" y="16"/>
                    </a:cubicBezTo>
                    <a:cubicBezTo>
                      <a:pt x="27" y="22"/>
                      <a:pt x="29" y="30"/>
                      <a:pt x="32" y="40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5" y="49"/>
                      <a:pt x="37" y="49"/>
                      <a:pt x="39" y="49"/>
                    </a:cubicBezTo>
                    <a:cubicBezTo>
                      <a:pt x="40" y="48"/>
                      <a:pt x="41" y="47"/>
                      <a:pt x="40" y="45"/>
                    </a:cubicBezTo>
                    <a:lnTo>
                      <a:pt x="38" y="38"/>
                    </a:ln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2" name="Freeform 196">
                <a:extLst>
                  <a:ext uri="{FF2B5EF4-FFF2-40B4-BE49-F238E27FC236}">
                    <a16:creationId xmlns:a16="http://schemas.microsoft.com/office/drawing/2014/main" id="{C7EFB523-592A-487A-AF9A-E5F3D633F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342"/>
                <a:ext cx="210" cy="206"/>
              </a:xfrm>
              <a:custGeom>
                <a:avLst/>
                <a:gdLst>
                  <a:gd name="T0" fmla="*/ 520 w 84"/>
                  <a:gd name="T1" fmla="*/ 0 h 77"/>
                  <a:gd name="T2" fmla="*/ 313 w 84"/>
                  <a:gd name="T3" fmla="*/ 1798 h 77"/>
                  <a:gd name="T4" fmla="*/ 7625 w 84"/>
                  <a:gd name="T5" fmla="*/ 9877 h 77"/>
                  <a:gd name="T6" fmla="*/ 11533 w 84"/>
                  <a:gd name="T7" fmla="*/ 13176 h 77"/>
                  <a:gd name="T8" fmla="*/ 19063 w 84"/>
                  <a:gd name="T9" fmla="*/ 27155 h 77"/>
                  <a:gd name="T10" fmla="*/ 19845 w 84"/>
                  <a:gd name="T11" fmla="*/ 28222 h 77"/>
                  <a:gd name="T12" fmla="*/ 20520 w 84"/>
                  <a:gd name="T13" fmla="*/ 26748 h 77"/>
                  <a:gd name="T14" fmla="*/ 12238 w 84"/>
                  <a:gd name="T15" fmla="*/ 11373 h 77"/>
                  <a:gd name="T16" fmla="*/ 8333 w 84"/>
                  <a:gd name="T17" fmla="*/ 8101 h 77"/>
                  <a:gd name="T18" fmla="*/ 1488 w 84"/>
                  <a:gd name="T19" fmla="*/ 672 h 77"/>
                  <a:gd name="T20" fmla="*/ 520 w 84"/>
                  <a:gd name="T21" fmla="*/ 0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77">
                    <a:moveTo>
                      <a:pt x="2" y="0"/>
                    </a:moveTo>
                    <a:cubicBezTo>
                      <a:pt x="0" y="1"/>
                      <a:pt x="0" y="3"/>
                      <a:pt x="1" y="5"/>
                    </a:cubicBezTo>
                    <a:cubicBezTo>
                      <a:pt x="7" y="15"/>
                      <a:pt x="19" y="22"/>
                      <a:pt x="31" y="27"/>
                    </a:cubicBezTo>
                    <a:cubicBezTo>
                      <a:pt x="37" y="30"/>
                      <a:pt x="42" y="33"/>
                      <a:pt x="47" y="36"/>
                    </a:cubicBezTo>
                    <a:cubicBezTo>
                      <a:pt x="61" y="46"/>
                      <a:pt x="74" y="56"/>
                      <a:pt x="78" y="74"/>
                    </a:cubicBezTo>
                    <a:cubicBezTo>
                      <a:pt x="78" y="76"/>
                      <a:pt x="80" y="77"/>
                      <a:pt x="81" y="77"/>
                    </a:cubicBezTo>
                    <a:cubicBezTo>
                      <a:pt x="83" y="76"/>
                      <a:pt x="84" y="75"/>
                      <a:pt x="84" y="73"/>
                    </a:cubicBezTo>
                    <a:cubicBezTo>
                      <a:pt x="79" y="53"/>
                      <a:pt x="65" y="41"/>
                      <a:pt x="50" y="31"/>
                    </a:cubicBezTo>
                    <a:cubicBezTo>
                      <a:pt x="45" y="28"/>
                      <a:pt x="40" y="25"/>
                      <a:pt x="34" y="22"/>
                    </a:cubicBezTo>
                    <a:cubicBezTo>
                      <a:pt x="23" y="17"/>
                      <a:pt x="11" y="11"/>
                      <a:pt x="6" y="2"/>
                    </a:cubicBezTo>
                    <a:cubicBezTo>
                      <a:pt x="5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3" name="Freeform 197">
                <a:extLst>
                  <a:ext uri="{FF2B5EF4-FFF2-40B4-BE49-F238E27FC236}">
                    <a16:creationId xmlns:a16="http://schemas.microsoft.com/office/drawing/2014/main" id="{7C1AC2A9-DE9F-4D23-93B7-B00674064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1969"/>
                <a:ext cx="283" cy="53"/>
              </a:xfrm>
              <a:custGeom>
                <a:avLst/>
                <a:gdLst>
                  <a:gd name="T0" fmla="*/ 313 w 113"/>
                  <a:gd name="T1" fmla="*/ 392 h 20"/>
                  <a:gd name="T2" fmla="*/ 313 w 113"/>
                  <a:gd name="T3" fmla="*/ 1677 h 20"/>
                  <a:gd name="T4" fmla="*/ 9364 w 113"/>
                  <a:gd name="T5" fmla="*/ 3554 h 20"/>
                  <a:gd name="T6" fmla="*/ 12312 w 113"/>
                  <a:gd name="T7" fmla="*/ 2753 h 20"/>
                  <a:gd name="T8" fmla="*/ 21946 w 113"/>
                  <a:gd name="T9" fmla="*/ 4839 h 20"/>
                  <a:gd name="T10" fmla="*/ 26908 w 113"/>
                  <a:gd name="T11" fmla="*/ 6551 h 20"/>
                  <a:gd name="T12" fmla="*/ 27899 w 113"/>
                  <a:gd name="T13" fmla="*/ 5864 h 20"/>
                  <a:gd name="T14" fmla="*/ 27115 w 113"/>
                  <a:gd name="T15" fmla="*/ 4839 h 20"/>
                  <a:gd name="T16" fmla="*/ 22460 w 113"/>
                  <a:gd name="T17" fmla="*/ 2753 h 20"/>
                  <a:gd name="T18" fmla="*/ 12111 w 113"/>
                  <a:gd name="T19" fmla="*/ 633 h 20"/>
                  <a:gd name="T20" fmla="*/ 9176 w 113"/>
                  <a:gd name="T21" fmla="*/ 1434 h 20"/>
                  <a:gd name="T22" fmla="*/ 1305 w 113"/>
                  <a:gd name="T23" fmla="*/ 392 h 20"/>
                  <a:gd name="T24" fmla="*/ 313 w 113"/>
                  <a:gd name="T25" fmla="*/ 392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3" h="20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11" y="17"/>
                      <a:pt x="26" y="13"/>
                      <a:pt x="38" y="10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62" y="6"/>
                      <a:pt x="76" y="10"/>
                      <a:pt x="89" y="14"/>
                    </a:cubicBezTo>
                    <a:cubicBezTo>
                      <a:pt x="96" y="16"/>
                      <a:pt x="102" y="18"/>
                      <a:pt x="109" y="19"/>
                    </a:cubicBezTo>
                    <a:cubicBezTo>
                      <a:pt x="111" y="20"/>
                      <a:pt x="112" y="19"/>
                      <a:pt x="113" y="17"/>
                    </a:cubicBezTo>
                    <a:cubicBezTo>
                      <a:pt x="113" y="15"/>
                      <a:pt x="112" y="14"/>
                      <a:pt x="110" y="14"/>
                    </a:cubicBezTo>
                    <a:cubicBezTo>
                      <a:pt x="104" y="12"/>
                      <a:pt x="97" y="10"/>
                      <a:pt x="91" y="8"/>
                    </a:cubicBezTo>
                    <a:cubicBezTo>
                      <a:pt x="77" y="4"/>
                      <a:pt x="63" y="0"/>
                      <a:pt x="49" y="2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25" y="7"/>
                      <a:pt x="13" y="10"/>
                      <a:pt x="5" y="1"/>
                    </a:cubicBezTo>
                    <a:cubicBezTo>
                      <a:pt x="4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4" name="Freeform 198">
                <a:extLst>
                  <a:ext uri="{FF2B5EF4-FFF2-40B4-BE49-F238E27FC236}">
                    <a16:creationId xmlns:a16="http://schemas.microsoft.com/office/drawing/2014/main" id="{83DF7FD2-E225-4739-A0D5-9E41CFB08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801"/>
                <a:ext cx="135" cy="32"/>
              </a:xfrm>
              <a:custGeom>
                <a:avLst/>
                <a:gdLst>
                  <a:gd name="T0" fmla="*/ 12500 w 54"/>
                  <a:gd name="T1" fmla="*/ 1059 h 12"/>
                  <a:gd name="T2" fmla="*/ 9770 w 54"/>
                  <a:gd name="T3" fmla="*/ 661 h 12"/>
                  <a:gd name="T4" fmla="*/ 6175 w 54"/>
                  <a:gd name="T5" fmla="*/ 0 h 12"/>
                  <a:gd name="T6" fmla="*/ 3438 w 54"/>
                  <a:gd name="T7" fmla="*/ 1059 h 12"/>
                  <a:gd name="T8" fmla="*/ 520 w 54"/>
                  <a:gd name="T9" fmla="*/ 2184 h 12"/>
                  <a:gd name="T10" fmla="*/ 0 w 54"/>
                  <a:gd name="T11" fmla="*/ 2184 h 12"/>
                  <a:gd name="T12" fmla="*/ 520 w 54"/>
                  <a:gd name="T13" fmla="*/ 4301 h 12"/>
                  <a:gd name="T14" fmla="*/ 3908 w 54"/>
                  <a:gd name="T15" fmla="*/ 3243 h 12"/>
                  <a:gd name="T16" fmla="*/ 6375 w 54"/>
                  <a:gd name="T17" fmla="*/ 2184 h 12"/>
                  <a:gd name="T18" fmla="*/ 9583 w 54"/>
                  <a:gd name="T19" fmla="*/ 2824 h 12"/>
                  <a:gd name="T20" fmla="*/ 12500 w 54"/>
                  <a:gd name="T21" fmla="*/ 3243 h 12"/>
                  <a:gd name="T22" fmla="*/ 13208 w 54"/>
                  <a:gd name="T23" fmla="*/ 2184 h 12"/>
                  <a:gd name="T24" fmla="*/ 12500 w 54"/>
                  <a:gd name="T25" fmla="*/ 1059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12">
                    <a:moveTo>
                      <a:pt x="51" y="3"/>
                    </a:moveTo>
                    <a:cubicBezTo>
                      <a:pt x="47" y="3"/>
                      <a:pt x="44" y="2"/>
                      <a:pt x="40" y="2"/>
                    </a:cubicBezTo>
                    <a:cubicBezTo>
                      <a:pt x="35" y="1"/>
                      <a:pt x="30" y="0"/>
                      <a:pt x="25" y="0"/>
                    </a:cubicBezTo>
                    <a:cubicBezTo>
                      <a:pt x="21" y="1"/>
                      <a:pt x="18" y="2"/>
                      <a:pt x="14" y="3"/>
                    </a:cubicBezTo>
                    <a:cubicBezTo>
                      <a:pt x="10" y="5"/>
                      <a:pt x="6" y="6"/>
                      <a:pt x="2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8"/>
                      <a:pt x="1" y="10"/>
                      <a:pt x="2" y="12"/>
                    </a:cubicBezTo>
                    <a:cubicBezTo>
                      <a:pt x="7" y="12"/>
                      <a:pt x="12" y="11"/>
                      <a:pt x="16" y="9"/>
                    </a:cubicBezTo>
                    <a:cubicBezTo>
                      <a:pt x="19" y="8"/>
                      <a:pt x="23" y="7"/>
                      <a:pt x="26" y="6"/>
                    </a:cubicBezTo>
                    <a:cubicBezTo>
                      <a:pt x="30" y="6"/>
                      <a:pt x="34" y="7"/>
                      <a:pt x="39" y="8"/>
                    </a:cubicBezTo>
                    <a:cubicBezTo>
                      <a:pt x="42" y="8"/>
                      <a:pt x="46" y="9"/>
                      <a:pt x="51" y="9"/>
                    </a:cubicBezTo>
                    <a:cubicBezTo>
                      <a:pt x="53" y="9"/>
                      <a:pt x="54" y="8"/>
                      <a:pt x="54" y="6"/>
                    </a:cubicBezTo>
                    <a:cubicBezTo>
                      <a:pt x="54" y="4"/>
                      <a:pt x="53" y="3"/>
                      <a:pt x="51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5" name="Freeform 199">
                <a:extLst>
                  <a:ext uri="{FF2B5EF4-FFF2-40B4-BE49-F238E27FC236}">
                    <a16:creationId xmlns:a16="http://schemas.microsoft.com/office/drawing/2014/main" id="{B25CA521-C646-4253-81AA-29FD4F890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132"/>
                <a:ext cx="208" cy="200"/>
              </a:xfrm>
              <a:custGeom>
                <a:avLst/>
                <a:gdLst>
                  <a:gd name="T0" fmla="*/ 521 w 83"/>
                  <a:gd name="T1" fmla="*/ 397 h 75"/>
                  <a:gd name="T2" fmla="*/ 0 w 83"/>
                  <a:gd name="T3" fmla="*/ 1459 h 75"/>
                  <a:gd name="T4" fmla="*/ 7410 w 83"/>
                  <a:gd name="T5" fmla="*/ 12288 h 75"/>
                  <a:gd name="T6" fmla="*/ 9896 w 83"/>
                  <a:gd name="T7" fmla="*/ 14413 h 75"/>
                  <a:gd name="T8" fmla="*/ 19091 w 83"/>
                  <a:gd name="T9" fmla="*/ 25885 h 75"/>
                  <a:gd name="T10" fmla="*/ 20083 w 83"/>
                  <a:gd name="T11" fmla="*/ 26547 h 75"/>
                  <a:gd name="T12" fmla="*/ 20554 w 83"/>
                  <a:gd name="T13" fmla="*/ 25485 h 75"/>
                  <a:gd name="T14" fmla="*/ 10688 w 83"/>
                  <a:gd name="T15" fmla="*/ 12288 h 75"/>
                  <a:gd name="T16" fmla="*/ 8202 w 83"/>
                  <a:gd name="T17" fmla="*/ 10376 h 75"/>
                  <a:gd name="T18" fmla="*/ 1494 w 83"/>
                  <a:gd name="T19" fmla="*/ 1059 h 75"/>
                  <a:gd name="T20" fmla="*/ 521 w 83"/>
                  <a:gd name="T21" fmla="*/ 397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75">
                    <a:moveTo>
                      <a:pt x="2" y="1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5" y="22"/>
                      <a:pt x="18" y="28"/>
                      <a:pt x="30" y="34"/>
                    </a:cubicBezTo>
                    <a:cubicBezTo>
                      <a:pt x="40" y="40"/>
                      <a:pt x="40" y="40"/>
                      <a:pt x="40" y="40"/>
                    </a:cubicBezTo>
                    <a:cubicBezTo>
                      <a:pt x="50" y="45"/>
                      <a:pt x="75" y="60"/>
                      <a:pt x="77" y="72"/>
                    </a:cubicBezTo>
                    <a:cubicBezTo>
                      <a:pt x="78" y="74"/>
                      <a:pt x="79" y="75"/>
                      <a:pt x="81" y="74"/>
                    </a:cubicBezTo>
                    <a:cubicBezTo>
                      <a:pt x="82" y="74"/>
                      <a:pt x="83" y="73"/>
                      <a:pt x="83" y="71"/>
                    </a:cubicBezTo>
                    <a:cubicBezTo>
                      <a:pt x="81" y="58"/>
                      <a:pt x="62" y="45"/>
                      <a:pt x="43" y="34"/>
                    </a:cubicBezTo>
                    <a:cubicBezTo>
                      <a:pt x="43" y="34"/>
                      <a:pt x="33" y="29"/>
                      <a:pt x="33" y="29"/>
                    </a:cubicBezTo>
                    <a:cubicBezTo>
                      <a:pt x="20" y="23"/>
                      <a:pt x="10" y="17"/>
                      <a:pt x="6" y="3"/>
                    </a:cubicBezTo>
                    <a:cubicBezTo>
                      <a:pt x="5" y="1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6" name="Freeform 200">
                <a:extLst>
                  <a:ext uri="{FF2B5EF4-FFF2-40B4-BE49-F238E27FC236}">
                    <a16:creationId xmlns:a16="http://schemas.microsoft.com/office/drawing/2014/main" id="{2FC88D82-4D7D-4233-97FA-486F990C0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292"/>
                <a:ext cx="160" cy="170"/>
              </a:xfrm>
              <a:custGeom>
                <a:avLst/>
                <a:gdLst>
                  <a:gd name="T0" fmla="*/ 783 w 64"/>
                  <a:gd name="T1" fmla="*/ 0 h 64"/>
                  <a:gd name="T2" fmla="*/ 0 w 64"/>
                  <a:gd name="T3" fmla="*/ 1448 h 64"/>
                  <a:gd name="T4" fmla="*/ 8333 w 64"/>
                  <a:gd name="T5" fmla="*/ 12686 h 64"/>
                  <a:gd name="T6" fmla="*/ 8595 w 64"/>
                  <a:gd name="T7" fmla="*/ 12686 h 64"/>
                  <a:gd name="T8" fmla="*/ 14188 w 64"/>
                  <a:gd name="T9" fmla="*/ 21399 h 64"/>
                  <a:gd name="T10" fmla="*/ 14970 w 64"/>
                  <a:gd name="T11" fmla="*/ 22506 h 64"/>
                  <a:gd name="T12" fmla="*/ 15438 w 64"/>
                  <a:gd name="T13" fmla="*/ 21011 h 64"/>
                  <a:gd name="T14" fmla="*/ 9300 w 64"/>
                  <a:gd name="T15" fmla="*/ 10851 h 64"/>
                  <a:gd name="T16" fmla="*/ 8800 w 64"/>
                  <a:gd name="T17" fmla="*/ 10604 h 64"/>
                  <a:gd name="T18" fmla="*/ 1488 w 64"/>
                  <a:gd name="T19" fmla="*/ 1052 h 64"/>
                  <a:gd name="T20" fmla="*/ 783 w 64"/>
                  <a:gd name="T21" fmla="*/ 0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64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3" y="19"/>
                      <a:pt x="21" y="29"/>
                      <a:pt x="34" y="36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51" y="45"/>
                      <a:pt x="54" y="47"/>
                      <a:pt x="58" y="61"/>
                    </a:cubicBezTo>
                    <a:cubicBezTo>
                      <a:pt x="58" y="63"/>
                      <a:pt x="60" y="64"/>
                      <a:pt x="61" y="64"/>
                    </a:cubicBezTo>
                    <a:cubicBezTo>
                      <a:pt x="63" y="63"/>
                      <a:pt x="64" y="62"/>
                      <a:pt x="63" y="60"/>
                    </a:cubicBezTo>
                    <a:cubicBezTo>
                      <a:pt x="60" y="43"/>
                      <a:pt x="54" y="40"/>
                      <a:pt x="38" y="31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25" y="24"/>
                      <a:pt x="8" y="15"/>
                      <a:pt x="6" y="3"/>
                    </a:cubicBezTo>
                    <a:cubicBezTo>
                      <a:pt x="6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7" name="Freeform 201">
                <a:extLst>
                  <a:ext uri="{FF2B5EF4-FFF2-40B4-BE49-F238E27FC236}">
                    <a16:creationId xmlns:a16="http://schemas.microsoft.com/office/drawing/2014/main" id="{F54E69DB-B425-444F-9E43-AF2AAD98B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1537"/>
                <a:ext cx="88" cy="208"/>
              </a:xfrm>
              <a:custGeom>
                <a:avLst/>
                <a:gdLst>
                  <a:gd name="T0" fmla="*/ 525 w 35"/>
                  <a:gd name="T1" fmla="*/ 7944 h 78"/>
                  <a:gd name="T2" fmla="*/ 2801 w 35"/>
                  <a:gd name="T3" fmla="*/ 18752 h 78"/>
                  <a:gd name="T4" fmla="*/ 4325 w 35"/>
                  <a:gd name="T5" fmla="*/ 21184 h 78"/>
                  <a:gd name="T6" fmla="*/ 7359 w 35"/>
                  <a:gd name="T7" fmla="*/ 27669 h 78"/>
                  <a:gd name="T8" fmla="*/ 7840 w 35"/>
                  <a:gd name="T9" fmla="*/ 28067 h 78"/>
                  <a:gd name="T10" fmla="*/ 8838 w 35"/>
                  <a:gd name="T11" fmla="*/ 27363 h 78"/>
                  <a:gd name="T12" fmla="*/ 8838 w 35"/>
                  <a:gd name="T13" fmla="*/ 26944 h 78"/>
                  <a:gd name="T14" fmla="*/ 5511 w 35"/>
                  <a:gd name="T15" fmla="*/ 19819 h 78"/>
                  <a:gd name="T16" fmla="*/ 3832 w 35"/>
                  <a:gd name="T17" fmla="*/ 17237 h 78"/>
                  <a:gd name="T18" fmla="*/ 2004 w 35"/>
                  <a:gd name="T19" fmla="*/ 7531 h 78"/>
                  <a:gd name="T20" fmla="*/ 1524 w 35"/>
                  <a:gd name="T21" fmla="*/ 1059 h 78"/>
                  <a:gd name="T22" fmla="*/ 525 w 35"/>
                  <a:gd name="T23" fmla="*/ 397 h 78"/>
                  <a:gd name="T24" fmla="*/ 0 w 35"/>
                  <a:gd name="T25" fmla="*/ 1459 h 78"/>
                  <a:gd name="T26" fmla="*/ 525 w 35"/>
                  <a:gd name="T27" fmla="*/ 7944 h 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" h="78">
                    <a:moveTo>
                      <a:pt x="2" y="22"/>
                    </a:moveTo>
                    <a:cubicBezTo>
                      <a:pt x="2" y="31"/>
                      <a:pt x="2" y="42"/>
                      <a:pt x="11" y="52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22" y="65"/>
                      <a:pt x="27" y="70"/>
                      <a:pt x="29" y="77"/>
                    </a:cubicBezTo>
                    <a:cubicBezTo>
                      <a:pt x="30" y="78"/>
                      <a:pt x="30" y="78"/>
                      <a:pt x="31" y="78"/>
                    </a:cubicBezTo>
                    <a:cubicBezTo>
                      <a:pt x="32" y="77"/>
                      <a:pt x="34" y="77"/>
                      <a:pt x="35" y="76"/>
                    </a:cubicBezTo>
                    <a:cubicBezTo>
                      <a:pt x="35" y="75"/>
                      <a:pt x="35" y="75"/>
                      <a:pt x="35" y="75"/>
                    </a:cubicBezTo>
                    <a:cubicBezTo>
                      <a:pt x="32" y="67"/>
                      <a:pt x="27" y="61"/>
                      <a:pt x="22" y="55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8" y="40"/>
                      <a:pt x="8" y="31"/>
                      <a:pt x="8" y="21"/>
                    </a:cubicBezTo>
                    <a:cubicBezTo>
                      <a:pt x="8" y="16"/>
                      <a:pt x="7" y="10"/>
                      <a:pt x="6" y="3"/>
                    </a:cubicBezTo>
                    <a:cubicBezTo>
                      <a:pt x="5" y="1"/>
                      <a:pt x="4" y="0"/>
                      <a:pt x="2" y="1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1" y="10"/>
                      <a:pt x="2" y="16"/>
                      <a:pt x="2" y="2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8" name="Freeform 202">
                <a:extLst>
                  <a:ext uri="{FF2B5EF4-FFF2-40B4-BE49-F238E27FC236}">
                    <a16:creationId xmlns:a16="http://schemas.microsoft.com/office/drawing/2014/main" id="{A64F5385-90FD-4C01-A78B-4DC6C8BEA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537"/>
                <a:ext cx="110" cy="240"/>
              </a:xfrm>
              <a:custGeom>
                <a:avLst/>
                <a:gdLst>
                  <a:gd name="T0" fmla="*/ 520 w 44"/>
                  <a:gd name="T1" fmla="*/ 397 h 90"/>
                  <a:gd name="T2" fmla="*/ 313 w 44"/>
                  <a:gd name="T3" fmla="*/ 1763 h 90"/>
                  <a:gd name="T4" fmla="*/ 3250 w 44"/>
                  <a:gd name="T5" fmla="*/ 10104 h 90"/>
                  <a:gd name="T6" fmla="*/ 9300 w 44"/>
                  <a:gd name="T7" fmla="*/ 31309 h 90"/>
                  <a:gd name="T8" fmla="*/ 10083 w 44"/>
                  <a:gd name="T9" fmla="*/ 31949 h 90"/>
                  <a:gd name="T10" fmla="*/ 10750 w 44"/>
                  <a:gd name="T11" fmla="*/ 30891 h 90"/>
                  <a:gd name="T12" fmla="*/ 4688 w 44"/>
                  <a:gd name="T13" fmla="*/ 9045 h 90"/>
                  <a:gd name="T14" fmla="*/ 1488 w 44"/>
                  <a:gd name="T15" fmla="*/ 661 h 90"/>
                  <a:gd name="T16" fmla="*/ 520 w 44"/>
                  <a:gd name="T17" fmla="*/ 397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90">
                    <a:moveTo>
                      <a:pt x="2" y="1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5" y="13"/>
                      <a:pt x="9" y="20"/>
                      <a:pt x="13" y="28"/>
                    </a:cubicBezTo>
                    <a:cubicBezTo>
                      <a:pt x="24" y="47"/>
                      <a:pt x="35" y="66"/>
                      <a:pt x="38" y="87"/>
                    </a:cubicBezTo>
                    <a:cubicBezTo>
                      <a:pt x="38" y="89"/>
                      <a:pt x="40" y="90"/>
                      <a:pt x="41" y="89"/>
                    </a:cubicBezTo>
                    <a:cubicBezTo>
                      <a:pt x="43" y="89"/>
                      <a:pt x="44" y="88"/>
                      <a:pt x="44" y="86"/>
                    </a:cubicBezTo>
                    <a:cubicBezTo>
                      <a:pt x="41" y="64"/>
                      <a:pt x="29" y="45"/>
                      <a:pt x="19" y="25"/>
                    </a:cubicBezTo>
                    <a:cubicBezTo>
                      <a:pt x="14" y="18"/>
                      <a:pt x="10" y="10"/>
                      <a:pt x="6" y="2"/>
                    </a:cubicBezTo>
                    <a:cubicBezTo>
                      <a:pt x="6" y="1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9" name="Freeform 203">
                <a:extLst>
                  <a:ext uri="{FF2B5EF4-FFF2-40B4-BE49-F238E27FC236}">
                    <a16:creationId xmlns:a16="http://schemas.microsoft.com/office/drawing/2014/main" id="{3062D02F-D318-41DA-9DE0-2E13D8AF1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585"/>
                <a:ext cx="105" cy="171"/>
              </a:xfrm>
              <a:custGeom>
                <a:avLst/>
                <a:gdLst>
                  <a:gd name="T0" fmla="*/ 783 w 42"/>
                  <a:gd name="T1" fmla="*/ 0 h 64"/>
                  <a:gd name="T2" fmla="*/ 313 w 42"/>
                  <a:gd name="T3" fmla="*/ 1470 h 64"/>
                  <a:gd name="T4" fmla="*/ 988 w 42"/>
                  <a:gd name="T5" fmla="*/ 5055 h 64"/>
                  <a:gd name="T6" fmla="*/ 4220 w 42"/>
                  <a:gd name="T7" fmla="*/ 14992 h 64"/>
                  <a:gd name="T8" fmla="*/ 6375 w 42"/>
                  <a:gd name="T9" fmla="*/ 18505 h 64"/>
                  <a:gd name="T10" fmla="*/ 8800 w 42"/>
                  <a:gd name="T11" fmla="*/ 22623 h 64"/>
                  <a:gd name="T12" fmla="*/ 9770 w 42"/>
                  <a:gd name="T13" fmla="*/ 22887 h 64"/>
                  <a:gd name="T14" fmla="*/ 10083 w 42"/>
                  <a:gd name="T15" fmla="*/ 21517 h 64"/>
                  <a:gd name="T16" fmla="*/ 7345 w 42"/>
                  <a:gd name="T17" fmla="*/ 17169 h 64"/>
                  <a:gd name="T18" fmla="*/ 5395 w 42"/>
                  <a:gd name="T19" fmla="*/ 13907 h 64"/>
                  <a:gd name="T20" fmla="*/ 2470 w 42"/>
                  <a:gd name="T21" fmla="*/ 4390 h 64"/>
                  <a:gd name="T22" fmla="*/ 1488 w 42"/>
                  <a:gd name="T23" fmla="*/ 671 h 64"/>
                  <a:gd name="T24" fmla="*/ 783 w 42"/>
                  <a:gd name="T25" fmla="*/ 0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" h="64">
                    <a:moveTo>
                      <a:pt x="3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23"/>
                      <a:pt x="11" y="32"/>
                      <a:pt x="17" y="41"/>
                    </a:cubicBezTo>
                    <a:cubicBezTo>
                      <a:pt x="20" y="45"/>
                      <a:pt x="23" y="48"/>
                      <a:pt x="26" y="51"/>
                    </a:cubicBezTo>
                    <a:cubicBezTo>
                      <a:pt x="30" y="55"/>
                      <a:pt x="33" y="58"/>
                      <a:pt x="36" y="62"/>
                    </a:cubicBezTo>
                    <a:cubicBezTo>
                      <a:pt x="37" y="63"/>
                      <a:pt x="38" y="64"/>
                      <a:pt x="40" y="63"/>
                    </a:cubicBezTo>
                    <a:cubicBezTo>
                      <a:pt x="41" y="62"/>
                      <a:pt x="42" y="60"/>
                      <a:pt x="41" y="59"/>
                    </a:cubicBezTo>
                    <a:cubicBezTo>
                      <a:pt x="38" y="54"/>
                      <a:pt x="34" y="50"/>
                      <a:pt x="30" y="47"/>
                    </a:cubicBezTo>
                    <a:cubicBezTo>
                      <a:pt x="27" y="44"/>
                      <a:pt x="24" y="41"/>
                      <a:pt x="22" y="38"/>
                    </a:cubicBezTo>
                    <a:cubicBezTo>
                      <a:pt x="16" y="30"/>
                      <a:pt x="13" y="21"/>
                      <a:pt x="10" y="1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50" name="Freeform 204">
                <a:extLst>
                  <a:ext uri="{FF2B5EF4-FFF2-40B4-BE49-F238E27FC236}">
                    <a16:creationId xmlns:a16="http://schemas.microsoft.com/office/drawing/2014/main" id="{4F99C659-ACEF-4878-88A4-A3725B116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1697"/>
                <a:ext cx="110" cy="192"/>
              </a:xfrm>
              <a:custGeom>
                <a:avLst/>
                <a:gdLst>
                  <a:gd name="T0" fmla="*/ 520 w 44"/>
                  <a:gd name="T1" fmla="*/ 397 h 72"/>
                  <a:gd name="T2" fmla="*/ 0 w 44"/>
                  <a:gd name="T3" fmla="*/ 1763 h 72"/>
                  <a:gd name="T4" fmla="*/ 520 w 44"/>
                  <a:gd name="T5" fmla="*/ 4301 h 72"/>
                  <a:gd name="T6" fmla="*/ 3720 w 44"/>
                  <a:gd name="T7" fmla="*/ 16589 h 72"/>
                  <a:gd name="T8" fmla="*/ 6645 w 44"/>
                  <a:gd name="T9" fmla="*/ 20480 h 72"/>
                  <a:gd name="T10" fmla="*/ 9300 w 44"/>
                  <a:gd name="T11" fmla="*/ 25237 h 72"/>
                  <a:gd name="T12" fmla="*/ 10083 w 44"/>
                  <a:gd name="T13" fmla="*/ 25885 h 72"/>
                  <a:gd name="T14" fmla="*/ 10750 w 44"/>
                  <a:gd name="T15" fmla="*/ 24824 h 72"/>
                  <a:gd name="T16" fmla="*/ 7345 w 44"/>
                  <a:gd name="T17" fmla="*/ 18752 h 72"/>
                  <a:gd name="T18" fmla="*/ 4895 w 44"/>
                  <a:gd name="T19" fmla="*/ 15531 h 72"/>
                  <a:gd name="T20" fmla="*/ 1958 w 44"/>
                  <a:gd name="T21" fmla="*/ 3640 h 72"/>
                  <a:gd name="T22" fmla="*/ 1488 w 44"/>
                  <a:gd name="T23" fmla="*/ 1059 h 72"/>
                  <a:gd name="T24" fmla="*/ 520 w 44"/>
                  <a:gd name="T25" fmla="*/ 397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" h="72">
                    <a:moveTo>
                      <a:pt x="2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5" y="23"/>
                      <a:pt x="9" y="36"/>
                      <a:pt x="15" y="46"/>
                    </a:cubicBezTo>
                    <a:cubicBezTo>
                      <a:pt x="18" y="50"/>
                      <a:pt x="22" y="54"/>
                      <a:pt x="27" y="57"/>
                    </a:cubicBezTo>
                    <a:cubicBezTo>
                      <a:pt x="32" y="61"/>
                      <a:pt x="37" y="64"/>
                      <a:pt x="38" y="70"/>
                    </a:cubicBezTo>
                    <a:cubicBezTo>
                      <a:pt x="38" y="71"/>
                      <a:pt x="39" y="72"/>
                      <a:pt x="41" y="72"/>
                    </a:cubicBezTo>
                    <a:cubicBezTo>
                      <a:pt x="43" y="72"/>
                      <a:pt x="44" y="70"/>
                      <a:pt x="44" y="69"/>
                    </a:cubicBezTo>
                    <a:cubicBezTo>
                      <a:pt x="42" y="61"/>
                      <a:pt x="36" y="56"/>
                      <a:pt x="30" y="52"/>
                    </a:cubicBezTo>
                    <a:cubicBezTo>
                      <a:pt x="26" y="49"/>
                      <a:pt x="23" y="46"/>
                      <a:pt x="20" y="43"/>
                    </a:cubicBezTo>
                    <a:cubicBezTo>
                      <a:pt x="15" y="34"/>
                      <a:pt x="11" y="21"/>
                      <a:pt x="8" y="10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809" name="Group 205">
              <a:extLst>
                <a:ext uri="{FF2B5EF4-FFF2-40B4-BE49-F238E27FC236}">
                  <a16:creationId xmlns:a16="http://schemas.microsoft.com/office/drawing/2014/main" id="{0C0246A5-7F7E-43BA-9091-9F77A16CB6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" y="1110"/>
              <a:ext cx="2248" cy="1822"/>
              <a:chOff x="460" y="1110"/>
              <a:chExt cx="2248" cy="1822"/>
            </a:xfrm>
          </p:grpSpPr>
          <p:sp>
            <p:nvSpPr>
              <p:cNvPr id="15851" name="Freeform 206">
                <a:extLst>
                  <a:ext uri="{FF2B5EF4-FFF2-40B4-BE49-F238E27FC236}">
                    <a16:creationId xmlns:a16="http://schemas.microsoft.com/office/drawing/2014/main" id="{BA731D08-2C18-4876-B436-B99890A3F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1702"/>
                <a:ext cx="75" cy="147"/>
              </a:xfrm>
              <a:custGeom>
                <a:avLst/>
                <a:gdLst>
                  <a:gd name="T0" fmla="*/ 783 w 30"/>
                  <a:gd name="T1" fmla="*/ 5458 h 55"/>
                  <a:gd name="T2" fmla="*/ 5675 w 30"/>
                  <a:gd name="T3" fmla="*/ 20045 h 55"/>
                  <a:gd name="T4" fmla="*/ 7345 w 30"/>
                  <a:gd name="T5" fmla="*/ 18979 h 55"/>
                  <a:gd name="T6" fmla="*/ 7158 w 30"/>
                  <a:gd name="T7" fmla="*/ 18522 h 55"/>
                  <a:gd name="T8" fmla="*/ 2270 w 30"/>
                  <a:gd name="T9" fmla="*/ 4792 h 55"/>
                  <a:gd name="T10" fmla="*/ 1488 w 30"/>
                  <a:gd name="T11" fmla="*/ 1072 h 55"/>
                  <a:gd name="T12" fmla="*/ 520 w 30"/>
                  <a:gd name="T13" fmla="*/ 401 h 55"/>
                  <a:gd name="T14" fmla="*/ 0 w 30"/>
                  <a:gd name="T15" fmla="*/ 1793 h 55"/>
                  <a:gd name="T16" fmla="*/ 783 w 30"/>
                  <a:gd name="T17" fmla="*/ 5458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55">
                    <a:moveTo>
                      <a:pt x="3" y="15"/>
                    </a:moveTo>
                    <a:cubicBezTo>
                      <a:pt x="8" y="29"/>
                      <a:pt x="13" y="49"/>
                      <a:pt x="23" y="55"/>
                    </a:cubicBezTo>
                    <a:cubicBezTo>
                      <a:pt x="26" y="54"/>
                      <a:pt x="28" y="53"/>
                      <a:pt x="30" y="52"/>
                    </a:cubicBezTo>
                    <a:cubicBezTo>
                      <a:pt x="30" y="52"/>
                      <a:pt x="30" y="51"/>
                      <a:pt x="29" y="51"/>
                    </a:cubicBezTo>
                    <a:cubicBezTo>
                      <a:pt x="19" y="49"/>
                      <a:pt x="13" y="27"/>
                      <a:pt x="9" y="1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4" y="0"/>
                      <a:pt x="2" y="1"/>
                    </a:cubicBezTo>
                    <a:cubicBezTo>
                      <a:pt x="1" y="1"/>
                      <a:pt x="0" y="3"/>
                      <a:pt x="0" y="5"/>
                    </a:cubicBez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52" name="Freeform 207">
                <a:extLst>
                  <a:ext uri="{FF2B5EF4-FFF2-40B4-BE49-F238E27FC236}">
                    <a16:creationId xmlns:a16="http://schemas.microsoft.com/office/drawing/2014/main" id="{EB3DE342-F31C-4CE1-8F61-6AC2D353A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833"/>
                <a:ext cx="118" cy="171"/>
              </a:xfrm>
              <a:custGeom>
                <a:avLst/>
                <a:gdLst>
                  <a:gd name="T0" fmla="*/ 522 w 47"/>
                  <a:gd name="T1" fmla="*/ 401 h 64"/>
                  <a:gd name="T2" fmla="*/ 316 w 47"/>
                  <a:gd name="T3" fmla="*/ 1793 h 64"/>
                  <a:gd name="T4" fmla="*/ 3781 w 47"/>
                  <a:gd name="T5" fmla="*/ 6926 h 64"/>
                  <a:gd name="T6" fmla="*/ 7991 w 47"/>
                  <a:gd name="T7" fmla="*/ 14570 h 64"/>
                  <a:gd name="T8" fmla="*/ 8466 w 47"/>
                  <a:gd name="T9" fmla="*/ 17434 h 64"/>
                  <a:gd name="T10" fmla="*/ 10494 w 47"/>
                  <a:gd name="T11" fmla="*/ 23288 h 64"/>
                  <a:gd name="T12" fmla="*/ 11491 w 47"/>
                  <a:gd name="T13" fmla="*/ 22623 h 64"/>
                  <a:gd name="T14" fmla="*/ 11283 w 47"/>
                  <a:gd name="T15" fmla="*/ 21094 h 64"/>
                  <a:gd name="T16" fmla="*/ 9972 w 47"/>
                  <a:gd name="T17" fmla="*/ 16769 h 64"/>
                  <a:gd name="T18" fmla="*/ 9259 w 47"/>
                  <a:gd name="T19" fmla="*/ 13907 h 64"/>
                  <a:gd name="T20" fmla="*/ 4810 w 47"/>
                  <a:gd name="T21" fmla="*/ 5453 h 64"/>
                  <a:gd name="T22" fmla="*/ 1506 w 47"/>
                  <a:gd name="T23" fmla="*/ 671 h 64"/>
                  <a:gd name="T24" fmla="*/ 522 w 47"/>
                  <a:gd name="T25" fmla="*/ 401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7" h="64">
                    <a:moveTo>
                      <a:pt x="2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6" y="11"/>
                      <a:pt x="10" y="15"/>
                      <a:pt x="15" y="19"/>
                    </a:cubicBezTo>
                    <a:cubicBezTo>
                      <a:pt x="22" y="25"/>
                      <a:pt x="28" y="31"/>
                      <a:pt x="32" y="40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6" y="54"/>
                      <a:pt x="37" y="61"/>
                      <a:pt x="42" y="64"/>
                    </a:cubicBezTo>
                    <a:cubicBezTo>
                      <a:pt x="44" y="64"/>
                      <a:pt x="46" y="64"/>
                      <a:pt x="46" y="62"/>
                    </a:cubicBezTo>
                    <a:cubicBezTo>
                      <a:pt x="47" y="61"/>
                      <a:pt x="46" y="59"/>
                      <a:pt x="45" y="58"/>
                    </a:cubicBezTo>
                    <a:cubicBezTo>
                      <a:pt x="43" y="57"/>
                      <a:pt x="41" y="51"/>
                      <a:pt x="40" y="46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3" y="27"/>
                      <a:pt x="26" y="21"/>
                      <a:pt x="19" y="15"/>
                    </a:cubicBezTo>
                    <a:cubicBezTo>
                      <a:pt x="14" y="11"/>
                      <a:pt x="10" y="7"/>
                      <a:pt x="6" y="2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53" name="Freeform 208">
                <a:extLst>
                  <a:ext uri="{FF2B5EF4-FFF2-40B4-BE49-F238E27FC236}">
                    <a16:creationId xmlns:a16="http://schemas.microsoft.com/office/drawing/2014/main" id="{61D85CE3-6997-4E9F-95A6-4DD1529A5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1873"/>
                <a:ext cx="135" cy="141"/>
              </a:xfrm>
              <a:custGeom>
                <a:avLst/>
                <a:gdLst>
                  <a:gd name="T0" fmla="*/ 313 w 54"/>
                  <a:gd name="T1" fmla="*/ 396 h 53"/>
                  <a:gd name="T2" fmla="*/ 520 w 54"/>
                  <a:gd name="T3" fmla="*/ 2144 h 53"/>
                  <a:gd name="T4" fmla="*/ 2470 w 54"/>
                  <a:gd name="T5" fmla="*/ 3858 h 53"/>
                  <a:gd name="T6" fmla="*/ 7625 w 54"/>
                  <a:gd name="T7" fmla="*/ 9229 h 53"/>
                  <a:gd name="T8" fmla="*/ 9300 w 54"/>
                  <a:gd name="T9" fmla="*/ 13483 h 53"/>
                  <a:gd name="T10" fmla="*/ 12033 w 54"/>
                  <a:gd name="T11" fmla="*/ 18381 h 53"/>
                  <a:gd name="T12" fmla="*/ 13020 w 54"/>
                  <a:gd name="T13" fmla="*/ 18133 h 53"/>
                  <a:gd name="T14" fmla="*/ 12708 w 54"/>
                  <a:gd name="T15" fmla="*/ 16683 h 53"/>
                  <a:gd name="T16" fmla="*/ 10750 w 54"/>
                  <a:gd name="T17" fmla="*/ 12371 h 53"/>
                  <a:gd name="T18" fmla="*/ 8595 w 54"/>
                  <a:gd name="T19" fmla="*/ 7460 h 53"/>
                  <a:gd name="T20" fmla="*/ 3250 w 54"/>
                  <a:gd name="T21" fmla="*/ 2144 h 53"/>
                  <a:gd name="T22" fmla="*/ 1300 w 54"/>
                  <a:gd name="T23" fmla="*/ 396 h 53"/>
                  <a:gd name="T24" fmla="*/ 313 w 54"/>
                  <a:gd name="T25" fmla="*/ 396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53">
                    <a:moveTo>
                      <a:pt x="1" y="1"/>
                    </a:moveTo>
                    <a:cubicBezTo>
                      <a:pt x="0" y="3"/>
                      <a:pt x="0" y="5"/>
                      <a:pt x="2" y="6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7" y="15"/>
                      <a:pt x="25" y="21"/>
                      <a:pt x="31" y="26"/>
                    </a:cubicBezTo>
                    <a:cubicBezTo>
                      <a:pt x="34" y="29"/>
                      <a:pt x="36" y="33"/>
                      <a:pt x="38" y="38"/>
                    </a:cubicBezTo>
                    <a:cubicBezTo>
                      <a:pt x="41" y="43"/>
                      <a:pt x="43" y="49"/>
                      <a:pt x="49" y="52"/>
                    </a:cubicBezTo>
                    <a:cubicBezTo>
                      <a:pt x="50" y="53"/>
                      <a:pt x="52" y="53"/>
                      <a:pt x="53" y="51"/>
                    </a:cubicBezTo>
                    <a:cubicBezTo>
                      <a:pt x="54" y="50"/>
                      <a:pt x="53" y="48"/>
                      <a:pt x="52" y="47"/>
                    </a:cubicBezTo>
                    <a:cubicBezTo>
                      <a:pt x="48" y="45"/>
                      <a:pt x="46" y="40"/>
                      <a:pt x="44" y="35"/>
                    </a:cubicBezTo>
                    <a:cubicBezTo>
                      <a:pt x="41" y="30"/>
                      <a:pt x="39" y="25"/>
                      <a:pt x="35" y="21"/>
                    </a:cubicBezTo>
                    <a:cubicBezTo>
                      <a:pt x="29" y="16"/>
                      <a:pt x="21" y="11"/>
                      <a:pt x="13" y="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54" name="Freeform 209">
                <a:extLst>
                  <a:ext uri="{FF2B5EF4-FFF2-40B4-BE49-F238E27FC236}">
                    <a16:creationId xmlns:a16="http://schemas.microsoft.com/office/drawing/2014/main" id="{2E40BEFC-3282-49CD-9B9D-1BAA509F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1969"/>
                <a:ext cx="190" cy="85"/>
              </a:xfrm>
              <a:custGeom>
                <a:avLst/>
                <a:gdLst>
                  <a:gd name="T0" fmla="*/ 5395 w 76"/>
                  <a:gd name="T1" fmla="*/ 656 h 32"/>
                  <a:gd name="T2" fmla="*/ 1300 w 76"/>
                  <a:gd name="T3" fmla="*/ 656 h 32"/>
                  <a:gd name="T4" fmla="*/ 313 w 76"/>
                  <a:gd name="T5" fmla="*/ 1052 h 32"/>
                  <a:gd name="T6" fmla="*/ 783 w 76"/>
                  <a:gd name="T7" fmla="*/ 2492 h 32"/>
                  <a:gd name="T8" fmla="*/ 5675 w 76"/>
                  <a:gd name="T9" fmla="*/ 2794 h 32"/>
                  <a:gd name="T10" fmla="*/ 11063 w 76"/>
                  <a:gd name="T11" fmla="*/ 4630 h 32"/>
                  <a:gd name="T12" fmla="*/ 12238 w 76"/>
                  <a:gd name="T13" fmla="*/ 6619 h 32"/>
                  <a:gd name="T14" fmla="*/ 17895 w 76"/>
                  <a:gd name="T15" fmla="*/ 10604 h 32"/>
                  <a:gd name="T16" fmla="*/ 18563 w 76"/>
                  <a:gd name="T17" fmla="*/ 9504 h 32"/>
                  <a:gd name="T18" fmla="*/ 17583 w 76"/>
                  <a:gd name="T19" fmla="*/ 8473 h 32"/>
                  <a:gd name="T20" fmla="*/ 13208 w 76"/>
                  <a:gd name="T21" fmla="*/ 5286 h 32"/>
                  <a:gd name="T22" fmla="*/ 11720 w 76"/>
                  <a:gd name="T23" fmla="*/ 3190 h 32"/>
                  <a:gd name="T24" fmla="*/ 5395 w 76"/>
                  <a:gd name="T25" fmla="*/ 656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32">
                    <a:moveTo>
                      <a:pt x="22" y="2"/>
                    </a:moveTo>
                    <a:cubicBezTo>
                      <a:pt x="16" y="3"/>
                      <a:pt x="11" y="4"/>
                      <a:pt x="5" y="2"/>
                    </a:cubicBezTo>
                    <a:cubicBezTo>
                      <a:pt x="3" y="1"/>
                      <a:pt x="1" y="2"/>
                      <a:pt x="1" y="3"/>
                    </a:cubicBezTo>
                    <a:cubicBezTo>
                      <a:pt x="0" y="5"/>
                      <a:pt x="1" y="7"/>
                      <a:pt x="3" y="7"/>
                    </a:cubicBezTo>
                    <a:cubicBezTo>
                      <a:pt x="11" y="10"/>
                      <a:pt x="17" y="9"/>
                      <a:pt x="23" y="8"/>
                    </a:cubicBezTo>
                    <a:cubicBezTo>
                      <a:pt x="30" y="7"/>
                      <a:pt x="36" y="6"/>
                      <a:pt x="45" y="13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6" y="25"/>
                      <a:pt x="63" y="32"/>
                      <a:pt x="73" y="30"/>
                    </a:cubicBezTo>
                    <a:cubicBezTo>
                      <a:pt x="75" y="30"/>
                      <a:pt x="76" y="28"/>
                      <a:pt x="76" y="27"/>
                    </a:cubicBezTo>
                    <a:cubicBezTo>
                      <a:pt x="76" y="25"/>
                      <a:pt x="74" y="24"/>
                      <a:pt x="72" y="24"/>
                    </a:cubicBezTo>
                    <a:cubicBezTo>
                      <a:pt x="65" y="26"/>
                      <a:pt x="60" y="21"/>
                      <a:pt x="54" y="1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38" y="0"/>
                      <a:pt x="30" y="1"/>
                      <a:pt x="22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55" name="Freeform 210">
                <a:extLst>
                  <a:ext uri="{FF2B5EF4-FFF2-40B4-BE49-F238E27FC236}">
                    <a16:creationId xmlns:a16="http://schemas.microsoft.com/office/drawing/2014/main" id="{C35CF7D8-0439-4074-8855-798CE3DFC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" y="2172"/>
                <a:ext cx="190" cy="45"/>
              </a:xfrm>
              <a:custGeom>
                <a:avLst/>
                <a:gdLst>
                  <a:gd name="T0" fmla="*/ 313 w 76"/>
                  <a:gd name="T1" fmla="*/ 392 h 17"/>
                  <a:gd name="T2" fmla="*/ 520 w 76"/>
                  <a:gd name="T3" fmla="*/ 2059 h 17"/>
                  <a:gd name="T4" fmla="*/ 8595 w 76"/>
                  <a:gd name="T5" fmla="*/ 4177 h 17"/>
                  <a:gd name="T6" fmla="*/ 13020 w 76"/>
                  <a:gd name="T7" fmla="*/ 4177 h 17"/>
                  <a:gd name="T8" fmla="*/ 14970 w 76"/>
                  <a:gd name="T9" fmla="*/ 4807 h 17"/>
                  <a:gd name="T10" fmla="*/ 17895 w 76"/>
                  <a:gd name="T11" fmla="*/ 5845 h 17"/>
                  <a:gd name="T12" fmla="*/ 18563 w 76"/>
                  <a:gd name="T13" fmla="*/ 4807 h 17"/>
                  <a:gd name="T14" fmla="*/ 17895 w 76"/>
                  <a:gd name="T15" fmla="*/ 3783 h 17"/>
                  <a:gd name="T16" fmla="*/ 15438 w 76"/>
                  <a:gd name="T17" fmla="*/ 2748 h 17"/>
                  <a:gd name="T18" fmla="*/ 13020 w 76"/>
                  <a:gd name="T19" fmla="*/ 2059 h 17"/>
                  <a:gd name="T20" fmla="*/ 8595 w 76"/>
                  <a:gd name="T21" fmla="*/ 2059 h 17"/>
                  <a:gd name="T22" fmla="*/ 1300 w 76"/>
                  <a:gd name="T23" fmla="*/ 392 h 17"/>
                  <a:gd name="T24" fmla="*/ 313 w 76"/>
                  <a:gd name="T25" fmla="*/ 392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7">
                    <a:moveTo>
                      <a:pt x="1" y="1"/>
                    </a:moveTo>
                    <a:cubicBezTo>
                      <a:pt x="0" y="3"/>
                      <a:pt x="1" y="5"/>
                      <a:pt x="2" y="6"/>
                    </a:cubicBezTo>
                    <a:cubicBezTo>
                      <a:pt x="14" y="14"/>
                      <a:pt x="24" y="13"/>
                      <a:pt x="35" y="12"/>
                    </a:cubicBezTo>
                    <a:cubicBezTo>
                      <a:pt x="41" y="11"/>
                      <a:pt x="46" y="11"/>
                      <a:pt x="53" y="12"/>
                    </a:cubicBezTo>
                    <a:cubicBezTo>
                      <a:pt x="55" y="12"/>
                      <a:pt x="58" y="13"/>
                      <a:pt x="61" y="14"/>
                    </a:cubicBezTo>
                    <a:cubicBezTo>
                      <a:pt x="65" y="15"/>
                      <a:pt x="68" y="17"/>
                      <a:pt x="73" y="17"/>
                    </a:cubicBezTo>
                    <a:cubicBezTo>
                      <a:pt x="74" y="17"/>
                      <a:pt x="76" y="16"/>
                      <a:pt x="76" y="14"/>
                    </a:cubicBezTo>
                    <a:cubicBezTo>
                      <a:pt x="76" y="12"/>
                      <a:pt x="75" y="11"/>
                      <a:pt x="73" y="11"/>
                    </a:cubicBezTo>
                    <a:cubicBezTo>
                      <a:pt x="69" y="11"/>
                      <a:pt x="66" y="10"/>
                      <a:pt x="63" y="8"/>
                    </a:cubicBezTo>
                    <a:cubicBezTo>
                      <a:pt x="60" y="7"/>
                      <a:pt x="57" y="6"/>
                      <a:pt x="53" y="6"/>
                    </a:cubicBezTo>
                    <a:cubicBezTo>
                      <a:pt x="46" y="5"/>
                      <a:pt x="40" y="5"/>
                      <a:pt x="35" y="6"/>
                    </a:cubicBezTo>
                    <a:cubicBezTo>
                      <a:pt x="24" y="7"/>
                      <a:pt x="16" y="7"/>
                      <a:pt x="5" y="1"/>
                    </a:cubicBezTo>
                    <a:cubicBezTo>
                      <a:pt x="4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56" name="Freeform 211">
                <a:extLst>
                  <a:ext uri="{FF2B5EF4-FFF2-40B4-BE49-F238E27FC236}">
                    <a16:creationId xmlns:a16="http://schemas.microsoft.com/office/drawing/2014/main" id="{BB9B3BC9-2353-4CF6-8C47-027E62B91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2094"/>
                <a:ext cx="198" cy="59"/>
              </a:xfrm>
              <a:custGeom>
                <a:avLst/>
                <a:gdLst>
                  <a:gd name="T0" fmla="*/ 3749 w 79"/>
                  <a:gd name="T1" fmla="*/ 0 h 22"/>
                  <a:gd name="T2" fmla="*/ 784 w 79"/>
                  <a:gd name="T3" fmla="*/ 0 h 22"/>
                  <a:gd name="T4" fmla="*/ 0 w 79"/>
                  <a:gd name="T5" fmla="*/ 1078 h 22"/>
                  <a:gd name="T6" fmla="*/ 784 w 79"/>
                  <a:gd name="T7" fmla="*/ 2215 h 22"/>
                  <a:gd name="T8" fmla="*/ 3749 w 79"/>
                  <a:gd name="T9" fmla="*/ 2215 h 22"/>
                  <a:gd name="T10" fmla="*/ 12677 w 79"/>
                  <a:gd name="T11" fmla="*/ 4149 h 22"/>
                  <a:gd name="T12" fmla="*/ 14642 w 79"/>
                  <a:gd name="T13" fmla="*/ 5538 h 22"/>
                  <a:gd name="T14" fmla="*/ 18311 w 79"/>
                  <a:gd name="T15" fmla="*/ 8177 h 22"/>
                  <a:gd name="T16" fmla="*/ 19304 w 79"/>
                  <a:gd name="T17" fmla="*/ 7501 h 22"/>
                  <a:gd name="T18" fmla="*/ 18782 w 79"/>
                  <a:gd name="T19" fmla="*/ 5940 h 22"/>
                  <a:gd name="T20" fmla="*/ 15301 w 79"/>
                  <a:gd name="T21" fmla="*/ 3725 h 22"/>
                  <a:gd name="T22" fmla="*/ 13148 w 79"/>
                  <a:gd name="T23" fmla="*/ 1813 h 22"/>
                  <a:gd name="T24" fmla="*/ 3749 w 79"/>
                  <a:gd name="T25" fmla="*/ 0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9" h="22">
                    <a:moveTo>
                      <a:pt x="15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3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28" y="6"/>
                      <a:pt x="39" y="6"/>
                      <a:pt x="51" y="11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64" y="18"/>
                      <a:pt x="69" y="20"/>
                      <a:pt x="74" y="22"/>
                    </a:cubicBezTo>
                    <a:cubicBezTo>
                      <a:pt x="76" y="22"/>
                      <a:pt x="78" y="21"/>
                      <a:pt x="78" y="20"/>
                    </a:cubicBezTo>
                    <a:cubicBezTo>
                      <a:pt x="79" y="18"/>
                      <a:pt x="78" y="16"/>
                      <a:pt x="76" y="16"/>
                    </a:cubicBezTo>
                    <a:cubicBezTo>
                      <a:pt x="71" y="15"/>
                      <a:pt x="67" y="12"/>
                      <a:pt x="62" y="10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40" y="0"/>
                      <a:pt x="28" y="0"/>
                      <a:pt x="15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57" name="Freeform 212">
                <a:extLst>
                  <a:ext uri="{FF2B5EF4-FFF2-40B4-BE49-F238E27FC236}">
                    <a16:creationId xmlns:a16="http://schemas.microsoft.com/office/drawing/2014/main" id="{AC79A397-919F-4259-B6E6-2ED638A7D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2206"/>
                <a:ext cx="218" cy="75"/>
              </a:xfrm>
              <a:custGeom>
                <a:avLst/>
                <a:gdLst>
                  <a:gd name="T0" fmla="*/ 20261 w 87"/>
                  <a:gd name="T1" fmla="*/ 402 h 28"/>
                  <a:gd name="T2" fmla="*/ 17072 w 87"/>
                  <a:gd name="T3" fmla="*/ 2885 h 28"/>
                  <a:gd name="T4" fmla="*/ 11860 w 87"/>
                  <a:gd name="T5" fmla="*/ 6321 h 28"/>
                  <a:gd name="T6" fmla="*/ 784 w 87"/>
                  <a:gd name="T7" fmla="*/ 8129 h 28"/>
                  <a:gd name="T8" fmla="*/ 0 w 87"/>
                  <a:gd name="T9" fmla="*/ 9206 h 28"/>
                  <a:gd name="T10" fmla="*/ 784 w 87"/>
                  <a:gd name="T11" fmla="*/ 10339 h 28"/>
                  <a:gd name="T12" fmla="*/ 12143 w 87"/>
                  <a:gd name="T13" fmla="*/ 8553 h 28"/>
                  <a:gd name="T14" fmla="*/ 17776 w 87"/>
                  <a:gd name="T15" fmla="*/ 4843 h 28"/>
                  <a:gd name="T16" fmla="*/ 21053 w 87"/>
                  <a:gd name="T17" fmla="*/ 2210 h 28"/>
                  <a:gd name="T18" fmla="*/ 21254 w 87"/>
                  <a:gd name="T19" fmla="*/ 675 h 28"/>
                  <a:gd name="T20" fmla="*/ 20261 w 87"/>
                  <a:gd name="T21" fmla="*/ 402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7" h="28">
                    <a:moveTo>
                      <a:pt x="82" y="1"/>
                    </a:moveTo>
                    <a:cubicBezTo>
                      <a:pt x="77" y="3"/>
                      <a:pt x="73" y="6"/>
                      <a:pt x="69" y="8"/>
                    </a:cubicBezTo>
                    <a:cubicBezTo>
                      <a:pt x="63" y="12"/>
                      <a:pt x="57" y="16"/>
                      <a:pt x="48" y="17"/>
                    </a:cubicBezTo>
                    <a:cubicBezTo>
                      <a:pt x="33" y="20"/>
                      <a:pt x="21" y="21"/>
                      <a:pt x="3" y="22"/>
                    </a:cubicBezTo>
                    <a:cubicBezTo>
                      <a:pt x="1" y="22"/>
                      <a:pt x="0" y="23"/>
                      <a:pt x="0" y="25"/>
                    </a:cubicBezTo>
                    <a:cubicBezTo>
                      <a:pt x="0" y="27"/>
                      <a:pt x="2" y="28"/>
                      <a:pt x="3" y="28"/>
                    </a:cubicBezTo>
                    <a:cubicBezTo>
                      <a:pt x="21" y="27"/>
                      <a:pt x="34" y="26"/>
                      <a:pt x="49" y="23"/>
                    </a:cubicBezTo>
                    <a:cubicBezTo>
                      <a:pt x="60" y="21"/>
                      <a:pt x="66" y="17"/>
                      <a:pt x="72" y="13"/>
                    </a:cubicBezTo>
                    <a:cubicBezTo>
                      <a:pt x="76" y="11"/>
                      <a:pt x="80" y="8"/>
                      <a:pt x="85" y="6"/>
                    </a:cubicBezTo>
                    <a:cubicBezTo>
                      <a:pt x="86" y="5"/>
                      <a:pt x="87" y="4"/>
                      <a:pt x="86" y="2"/>
                    </a:cubicBezTo>
                    <a:cubicBezTo>
                      <a:pt x="85" y="1"/>
                      <a:pt x="83" y="0"/>
                      <a:pt x="8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58" name="Freeform 213">
                <a:extLst>
                  <a:ext uri="{FF2B5EF4-FFF2-40B4-BE49-F238E27FC236}">
                    <a16:creationId xmlns:a16="http://schemas.microsoft.com/office/drawing/2014/main" id="{64EC2EF1-01F2-4578-A0A2-D1EF242ED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2401"/>
                <a:ext cx="193" cy="96"/>
              </a:xfrm>
              <a:custGeom>
                <a:avLst/>
                <a:gdLst>
                  <a:gd name="T0" fmla="*/ 18107 w 77"/>
                  <a:gd name="T1" fmla="*/ 397 h 36"/>
                  <a:gd name="T2" fmla="*/ 15117 w 77"/>
                  <a:gd name="T3" fmla="*/ 661 h 36"/>
                  <a:gd name="T4" fmla="*/ 9908 w 77"/>
                  <a:gd name="T5" fmla="*/ 2184 h 36"/>
                  <a:gd name="T6" fmla="*/ 7224 w 77"/>
                  <a:gd name="T7" fmla="*/ 5005 h 36"/>
                  <a:gd name="T8" fmla="*/ 1306 w 77"/>
                  <a:gd name="T9" fmla="*/ 9045 h 36"/>
                  <a:gd name="T10" fmla="*/ 313 w 77"/>
                  <a:gd name="T11" fmla="*/ 9309 h 36"/>
                  <a:gd name="T12" fmla="*/ 521 w 77"/>
                  <a:gd name="T13" fmla="*/ 10773 h 36"/>
                  <a:gd name="T14" fmla="*/ 8204 w 77"/>
                  <a:gd name="T15" fmla="*/ 6883 h 36"/>
                  <a:gd name="T16" fmla="*/ 10693 w 77"/>
                  <a:gd name="T17" fmla="*/ 4301 h 36"/>
                  <a:gd name="T18" fmla="*/ 15117 w 77"/>
                  <a:gd name="T19" fmla="*/ 2824 h 36"/>
                  <a:gd name="T20" fmla="*/ 18312 w 77"/>
                  <a:gd name="T21" fmla="*/ 2581 h 36"/>
                  <a:gd name="T22" fmla="*/ 18784 w 77"/>
                  <a:gd name="T23" fmla="*/ 1059 h 36"/>
                  <a:gd name="T24" fmla="*/ 18107 w 77"/>
                  <a:gd name="T25" fmla="*/ 397 h 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36">
                    <a:moveTo>
                      <a:pt x="73" y="1"/>
                    </a:moveTo>
                    <a:cubicBezTo>
                      <a:pt x="68" y="2"/>
                      <a:pt x="65" y="2"/>
                      <a:pt x="61" y="2"/>
                    </a:cubicBezTo>
                    <a:cubicBezTo>
                      <a:pt x="55" y="2"/>
                      <a:pt x="48" y="2"/>
                      <a:pt x="40" y="6"/>
                    </a:cubicBezTo>
                    <a:cubicBezTo>
                      <a:pt x="37" y="8"/>
                      <a:pt x="33" y="11"/>
                      <a:pt x="29" y="14"/>
                    </a:cubicBezTo>
                    <a:cubicBezTo>
                      <a:pt x="21" y="21"/>
                      <a:pt x="11" y="29"/>
                      <a:pt x="5" y="25"/>
                    </a:cubicBezTo>
                    <a:cubicBezTo>
                      <a:pt x="4" y="24"/>
                      <a:pt x="2" y="25"/>
                      <a:pt x="1" y="26"/>
                    </a:cubicBezTo>
                    <a:cubicBezTo>
                      <a:pt x="0" y="28"/>
                      <a:pt x="1" y="30"/>
                      <a:pt x="2" y="30"/>
                    </a:cubicBezTo>
                    <a:cubicBezTo>
                      <a:pt x="12" y="36"/>
                      <a:pt x="24" y="27"/>
                      <a:pt x="33" y="19"/>
                    </a:cubicBezTo>
                    <a:cubicBezTo>
                      <a:pt x="37" y="16"/>
                      <a:pt x="40" y="13"/>
                      <a:pt x="43" y="12"/>
                    </a:cubicBezTo>
                    <a:cubicBezTo>
                      <a:pt x="50" y="8"/>
                      <a:pt x="55" y="8"/>
                      <a:pt x="61" y="8"/>
                    </a:cubicBezTo>
                    <a:cubicBezTo>
                      <a:pt x="65" y="8"/>
                      <a:pt x="69" y="8"/>
                      <a:pt x="74" y="7"/>
                    </a:cubicBezTo>
                    <a:cubicBezTo>
                      <a:pt x="76" y="6"/>
                      <a:pt x="77" y="5"/>
                      <a:pt x="76" y="3"/>
                    </a:cubicBezTo>
                    <a:cubicBezTo>
                      <a:pt x="76" y="1"/>
                      <a:pt x="74" y="0"/>
                      <a:pt x="73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59" name="Freeform 214">
                <a:extLst>
                  <a:ext uri="{FF2B5EF4-FFF2-40B4-BE49-F238E27FC236}">
                    <a16:creationId xmlns:a16="http://schemas.microsoft.com/office/drawing/2014/main" id="{E53F3C8D-06D0-42AD-A79F-D3D24C3A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2478"/>
                <a:ext cx="192" cy="208"/>
              </a:xfrm>
              <a:custGeom>
                <a:avLst/>
                <a:gdLst>
                  <a:gd name="T0" fmla="*/ 17365 w 77"/>
                  <a:gd name="T1" fmla="*/ 397 h 78"/>
                  <a:gd name="T2" fmla="*/ 14188 w 77"/>
                  <a:gd name="T3" fmla="*/ 3640 h 78"/>
                  <a:gd name="T4" fmla="*/ 9351 w 77"/>
                  <a:gd name="T5" fmla="*/ 8648 h 78"/>
                  <a:gd name="T6" fmla="*/ 5982 w 77"/>
                  <a:gd name="T7" fmla="*/ 17656 h 78"/>
                  <a:gd name="T8" fmla="*/ 653 w 77"/>
                  <a:gd name="T9" fmla="*/ 25485 h 78"/>
                  <a:gd name="T10" fmla="*/ 0 w 77"/>
                  <a:gd name="T11" fmla="*/ 26944 h 78"/>
                  <a:gd name="T12" fmla="*/ 653 w 77"/>
                  <a:gd name="T13" fmla="*/ 27669 h 78"/>
                  <a:gd name="T14" fmla="*/ 7423 w 77"/>
                  <a:gd name="T15" fmla="*/ 18355 h 78"/>
                  <a:gd name="T16" fmla="*/ 10328 w 77"/>
                  <a:gd name="T17" fmla="*/ 10104 h 78"/>
                  <a:gd name="T18" fmla="*/ 15116 w 77"/>
                  <a:gd name="T19" fmla="*/ 5405 h 78"/>
                  <a:gd name="T20" fmla="*/ 18013 w 77"/>
                  <a:gd name="T21" fmla="*/ 2184 h 78"/>
                  <a:gd name="T22" fmla="*/ 18322 w 77"/>
                  <a:gd name="T23" fmla="*/ 661 h 78"/>
                  <a:gd name="T24" fmla="*/ 17365 w 77"/>
                  <a:gd name="T25" fmla="*/ 397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78">
                    <a:moveTo>
                      <a:pt x="72" y="1"/>
                    </a:moveTo>
                    <a:cubicBezTo>
                      <a:pt x="59" y="10"/>
                      <a:pt x="59" y="10"/>
                      <a:pt x="59" y="10"/>
                    </a:cubicBezTo>
                    <a:cubicBezTo>
                      <a:pt x="53" y="14"/>
                      <a:pt x="46" y="18"/>
                      <a:pt x="39" y="24"/>
                    </a:cubicBezTo>
                    <a:cubicBezTo>
                      <a:pt x="31" y="31"/>
                      <a:pt x="28" y="41"/>
                      <a:pt x="25" y="49"/>
                    </a:cubicBezTo>
                    <a:cubicBezTo>
                      <a:pt x="22" y="61"/>
                      <a:pt x="19" y="70"/>
                      <a:pt x="3" y="71"/>
                    </a:cubicBezTo>
                    <a:cubicBezTo>
                      <a:pt x="1" y="72"/>
                      <a:pt x="0" y="73"/>
                      <a:pt x="0" y="75"/>
                    </a:cubicBezTo>
                    <a:cubicBezTo>
                      <a:pt x="0" y="76"/>
                      <a:pt x="2" y="78"/>
                      <a:pt x="3" y="77"/>
                    </a:cubicBezTo>
                    <a:cubicBezTo>
                      <a:pt x="24" y="76"/>
                      <a:pt x="28" y="63"/>
                      <a:pt x="31" y="51"/>
                    </a:cubicBezTo>
                    <a:cubicBezTo>
                      <a:pt x="33" y="43"/>
                      <a:pt x="36" y="34"/>
                      <a:pt x="43" y="28"/>
                    </a:cubicBezTo>
                    <a:cubicBezTo>
                      <a:pt x="49" y="23"/>
                      <a:pt x="56" y="19"/>
                      <a:pt x="63" y="15"/>
                    </a:cubicBezTo>
                    <a:cubicBezTo>
                      <a:pt x="75" y="6"/>
                      <a:pt x="75" y="6"/>
                      <a:pt x="75" y="6"/>
                    </a:cubicBezTo>
                    <a:cubicBezTo>
                      <a:pt x="77" y="5"/>
                      <a:pt x="77" y="4"/>
                      <a:pt x="76" y="2"/>
                    </a:cubicBezTo>
                    <a:cubicBezTo>
                      <a:pt x="75" y="1"/>
                      <a:pt x="73" y="0"/>
                      <a:pt x="7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0" name="Freeform 215">
                <a:extLst>
                  <a:ext uri="{FF2B5EF4-FFF2-40B4-BE49-F238E27FC236}">
                    <a16:creationId xmlns:a16="http://schemas.microsoft.com/office/drawing/2014/main" id="{848594DE-29D0-4760-A90F-E780C51C9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61"/>
                <a:ext cx="95" cy="213"/>
              </a:xfrm>
              <a:custGeom>
                <a:avLst/>
                <a:gdLst>
                  <a:gd name="T0" fmla="*/ 7813 w 38"/>
                  <a:gd name="T1" fmla="*/ 660 h 80"/>
                  <a:gd name="T2" fmla="*/ 3720 w 38"/>
                  <a:gd name="T3" fmla="*/ 14567 h 80"/>
                  <a:gd name="T4" fmla="*/ 313 w 38"/>
                  <a:gd name="T5" fmla="*/ 26782 h 80"/>
                  <a:gd name="T6" fmla="*/ 520 w 38"/>
                  <a:gd name="T7" fmla="*/ 28087 h 80"/>
                  <a:gd name="T8" fmla="*/ 1488 w 38"/>
                  <a:gd name="T9" fmla="*/ 28087 h 80"/>
                  <a:gd name="T10" fmla="*/ 5208 w 38"/>
                  <a:gd name="T11" fmla="*/ 14966 h 80"/>
                  <a:gd name="T12" fmla="*/ 8800 w 38"/>
                  <a:gd name="T13" fmla="*/ 2154 h 80"/>
                  <a:gd name="T14" fmla="*/ 8800 w 38"/>
                  <a:gd name="T15" fmla="*/ 660 h 80"/>
                  <a:gd name="T16" fmla="*/ 7813 w 38"/>
                  <a:gd name="T17" fmla="*/ 660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80">
                    <a:moveTo>
                      <a:pt x="32" y="2"/>
                    </a:moveTo>
                    <a:cubicBezTo>
                      <a:pt x="20" y="13"/>
                      <a:pt x="17" y="27"/>
                      <a:pt x="15" y="41"/>
                    </a:cubicBezTo>
                    <a:cubicBezTo>
                      <a:pt x="12" y="54"/>
                      <a:pt x="10" y="66"/>
                      <a:pt x="1" y="75"/>
                    </a:cubicBezTo>
                    <a:cubicBezTo>
                      <a:pt x="0" y="76"/>
                      <a:pt x="0" y="78"/>
                      <a:pt x="2" y="79"/>
                    </a:cubicBezTo>
                    <a:cubicBezTo>
                      <a:pt x="3" y="80"/>
                      <a:pt x="5" y="80"/>
                      <a:pt x="6" y="79"/>
                    </a:cubicBezTo>
                    <a:cubicBezTo>
                      <a:pt x="16" y="68"/>
                      <a:pt x="18" y="55"/>
                      <a:pt x="21" y="42"/>
                    </a:cubicBezTo>
                    <a:cubicBezTo>
                      <a:pt x="23" y="29"/>
                      <a:pt x="26" y="16"/>
                      <a:pt x="36" y="6"/>
                    </a:cubicBezTo>
                    <a:cubicBezTo>
                      <a:pt x="37" y="5"/>
                      <a:pt x="38" y="3"/>
                      <a:pt x="36" y="2"/>
                    </a:cubicBezTo>
                    <a:cubicBezTo>
                      <a:pt x="35" y="1"/>
                      <a:pt x="33" y="0"/>
                      <a:pt x="32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1" name="Freeform 216">
                <a:extLst>
                  <a:ext uri="{FF2B5EF4-FFF2-40B4-BE49-F238E27FC236}">
                    <a16:creationId xmlns:a16="http://schemas.microsoft.com/office/drawing/2014/main" id="{DF7A56DA-0CD5-4A1C-A1E9-998B12DAF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609"/>
                <a:ext cx="60" cy="288"/>
              </a:xfrm>
              <a:custGeom>
                <a:avLst/>
                <a:gdLst>
                  <a:gd name="T0" fmla="*/ 4688 w 24"/>
                  <a:gd name="T1" fmla="*/ 0 h 108"/>
                  <a:gd name="T2" fmla="*/ 4220 w 24"/>
                  <a:gd name="T3" fmla="*/ 1059 h 108"/>
                  <a:gd name="T4" fmla="*/ 2270 w 24"/>
                  <a:gd name="T5" fmla="*/ 10773 h 108"/>
                  <a:gd name="T6" fmla="*/ 520 w 24"/>
                  <a:gd name="T7" fmla="*/ 17237 h 108"/>
                  <a:gd name="T8" fmla="*/ 783 w 24"/>
                  <a:gd name="T9" fmla="*/ 27669 h 108"/>
                  <a:gd name="T10" fmla="*/ 783 w 24"/>
                  <a:gd name="T11" fmla="*/ 37376 h 108"/>
                  <a:gd name="T12" fmla="*/ 1488 w 24"/>
                  <a:gd name="T13" fmla="*/ 38435 h 108"/>
                  <a:gd name="T14" fmla="*/ 2270 w 24"/>
                  <a:gd name="T15" fmla="*/ 37773 h 108"/>
                  <a:gd name="T16" fmla="*/ 2270 w 24"/>
                  <a:gd name="T17" fmla="*/ 27363 h 108"/>
                  <a:gd name="T18" fmla="*/ 1958 w 24"/>
                  <a:gd name="T19" fmla="*/ 17656 h 108"/>
                  <a:gd name="T20" fmla="*/ 3720 w 24"/>
                  <a:gd name="T21" fmla="*/ 11891 h 108"/>
                  <a:gd name="T22" fmla="*/ 5675 w 24"/>
                  <a:gd name="T23" fmla="*/ 1059 h 108"/>
                  <a:gd name="T24" fmla="*/ 4688 w 24"/>
                  <a:gd name="T25" fmla="*/ 0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108">
                    <a:moveTo>
                      <a:pt x="19" y="0"/>
                    </a:moveTo>
                    <a:cubicBezTo>
                      <a:pt x="18" y="0"/>
                      <a:pt x="16" y="2"/>
                      <a:pt x="17" y="3"/>
                    </a:cubicBezTo>
                    <a:cubicBezTo>
                      <a:pt x="18" y="13"/>
                      <a:pt x="14" y="21"/>
                      <a:pt x="9" y="30"/>
                    </a:cubicBezTo>
                    <a:cubicBezTo>
                      <a:pt x="7" y="36"/>
                      <a:pt x="4" y="42"/>
                      <a:pt x="2" y="48"/>
                    </a:cubicBezTo>
                    <a:cubicBezTo>
                      <a:pt x="0" y="58"/>
                      <a:pt x="1" y="67"/>
                      <a:pt x="3" y="77"/>
                    </a:cubicBezTo>
                    <a:cubicBezTo>
                      <a:pt x="4" y="86"/>
                      <a:pt x="5" y="95"/>
                      <a:pt x="3" y="104"/>
                    </a:cubicBezTo>
                    <a:cubicBezTo>
                      <a:pt x="3" y="105"/>
                      <a:pt x="4" y="107"/>
                      <a:pt x="6" y="107"/>
                    </a:cubicBezTo>
                    <a:cubicBezTo>
                      <a:pt x="7" y="108"/>
                      <a:pt x="9" y="107"/>
                      <a:pt x="9" y="105"/>
                    </a:cubicBezTo>
                    <a:cubicBezTo>
                      <a:pt x="11" y="95"/>
                      <a:pt x="10" y="86"/>
                      <a:pt x="9" y="76"/>
                    </a:cubicBezTo>
                    <a:cubicBezTo>
                      <a:pt x="7" y="67"/>
                      <a:pt x="6" y="58"/>
                      <a:pt x="8" y="49"/>
                    </a:cubicBezTo>
                    <a:cubicBezTo>
                      <a:pt x="10" y="44"/>
                      <a:pt x="12" y="38"/>
                      <a:pt x="15" y="33"/>
                    </a:cubicBezTo>
                    <a:cubicBezTo>
                      <a:pt x="19" y="24"/>
                      <a:pt x="24" y="14"/>
                      <a:pt x="23" y="3"/>
                    </a:cubicBezTo>
                    <a:cubicBezTo>
                      <a:pt x="22" y="1"/>
                      <a:pt x="21" y="0"/>
                      <a:pt x="19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2" name="Freeform 217">
                <a:extLst>
                  <a:ext uri="{FF2B5EF4-FFF2-40B4-BE49-F238E27FC236}">
                    <a16:creationId xmlns:a16="http://schemas.microsoft.com/office/drawing/2014/main" id="{E7A79B6F-67AA-44A9-8B2A-5C0DF1CDD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577"/>
                <a:ext cx="57" cy="291"/>
              </a:xfrm>
              <a:custGeom>
                <a:avLst/>
                <a:gdLst>
                  <a:gd name="T0" fmla="*/ 3926 w 23"/>
                  <a:gd name="T1" fmla="*/ 662 h 109"/>
                  <a:gd name="T2" fmla="*/ 454 w 23"/>
                  <a:gd name="T3" fmla="*/ 15602 h 109"/>
                  <a:gd name="T4" fmla="*/ 947 w 23"/>
                  <a:gd name="T5" fmla="*/ 25346 h 109"/>
                  <a:gd name="T6" fmla="*/ 639 w 23"/>
                  <a:gd name="T7" fmla="*/ 37697 h 109"/>
                  <a:gd name="T8" fmla="*/ 947 w 23"/>
                  <a:gd name="T9" fmla="*/ 39066 h 109"/>
                  <a:gd name="T10" fmla="*/ 1886 w 23"/>
                  <a:gd name="T11" fmla="*/ 38815 h 109"/>
                  <a:gd name="T12" fmla="*/ 2347 w 23"/>
                  <a:gd name="T13" fmla="*/ 24946 h 109"/>
                  <a:gd name="T14" fmla="*/ 1886 w 23"/>
                  <a:gd name="T15" fmla="*/ 15850 h 109"/>
                  <a:gd name="T16" fmla="*/ 5128 w 23"/>
                  <a:gd name="T17" fmla="*/ 1767 h 109"/>
                  <a:gd name="T18" fmla="*/ 4870 w 23"/>
                  <a:gd name="T19" fmla="*/ 400 h 109"/>
                  <a:gd name="T20" fmla="*/ 3926 w 23"/>
                  <a:gd name="T21" fmla="*/ 662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09">
                    <a:moveTo>
                      <a:pt x="17" y="2"/>
                    </a:moveTo>
                    <a:cubicBezTo>
                      <a:pt x="11" y="14"/>
                      <a:pt x="4" y="30"/>
                      <a:pt x="2" y="43"/>
                    </a:cubicBezTo>
                    <a:cubicBezTo>
                      <a:pt x="0" y="51"/>
                      <a:pt x="2" y="61"/>
                      <a:pt x="4" y="70"/>
                    </a:cubicBezTo>
                    <a:cubicBezTo>
                      <a:pt x="6" y="83"/>
                      <a:pt x="8" y="96"/>
                      <a:pt x="3" y="104"/>
                    </a:cubicBezTo>
                    <a:cubicBezTo>
                      <a:pt x="2" y="105"/>
                      <a:pt x="3" y="107"/>
                      <a:pt x="4" y="108"/>
                    </a:cubicBezTo>
                    <a:cubicBezTo>
                      <a:pt x="6" y="109"/>
                      <a:pt x="8" y="108"/>
                      <a:pt x="8" y="107"/>
                    </a:cubicBezTo>
                    <a:cubicBezTo>
                      <a:pt x="14" y="97"/>
                      <a:pt x="12" y="83"/>
                      <a:pt x="10" y="69"/>
                    </a:cubicBezTo>
                    <a:cubicBezTo>
                      <a:pt x="8" y="60"/>
                      <a:pt x="6" y="51"/>
                      <a:pt x="8" y="44"/>
                    </a:cubicBezTo>
                    <a:cubicBezTo>
                      <a:pt x="10" y="32"/>
                      <a:pt x="16" y="16"/>
                      <a:pt x="22" y="5"/>
                    </a:cubicBezTo>
                    <a:cubicBezTo>
                      <a:pt x="23" y="4"/>
                      <a:pt x="22" y="2"/>
                      <a:pt x="21" y="1"/>
                    </a:cubicBezTo>
                    <a:cubicBezTo>
                      <a:pt x="19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3" name="Freeform 218">
                <a:extLst>
                  <a:ext uri="{FF2B5EF4-FFF2-40B4-BE49-F238E27FC236}">
                    <a16:creationId xmlns:a16="http://schemas.microsoft.com/office/drawing/2014/main" id="{C9403591-FB27-45D6-B5A7-9FCC491F3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625"/>
                <a:ext cx="55" cy="296"/>
              </a:xfrm>
              <a:custGeom>
                <a:avLst/>
                <a:gdLst>
                  <a:gd name="T0" fmla="*/ 2738 w 22"/>
                  <a:gd name="T1" fmla="*/ 1059 h 111"/>
                  <a:gd name="T2" fmla="*/ 2938 w 22"/>
                  <a:gd name="T3" fmla="*/ 8248 h 111"/>
                  <a:gd name="T4" fmla="*/ 3438 w 22"/>
                  <a:gd name="T5" fmla="*/ 11171 h 111"/>
                  <a:gd name="T6" fmla="*/ 1958 w 22"/>
                  <a:gd name="T7" fmla="*/ 25885 h 111"/>
                  <a:gd name="T8" fmla="*/ 313 w 22"/>
                  <a:gd name="T9" fmla="*/ 38835 h 111"/>
                  <a:gd name="T10" fmla="*/ 988 w 22"/>
                  <a:gd name="T11" fmla="*/ 39901 h 111"/>
                  <a:gd name="T12" fmla="*/ 1770 w 22"/>
                  <a:gd name="T13" fmla="*/ 38835 h 111"/>
                  <a:gd name="T14" fmla="*/ 3250 w 22"/>
                  <a:gd name="T15" fmla="*/ 26547 h 111"/>
                  <a:gd name="T16" fmla="*/ 4895 w 22"/>
                  <a:gd name="T17" fmla="*/ 10773 h 111"/>
                  <a:gd name="T18" fmla="*/ 4425 w 22"/>
                  <a:gd name="T19" fmla="*/ 7944 h 111"/>
                  <a:gd name="T20" fmla="*/ 4220 w 22"/>
                  <a:gd name="T21" fmla="*/ 1763 h 111"/>
                  <a:gd name="T22" fmla="*/ 3720 w 22"/>
                  <a:gd name="T23" fmla="*/ 397 h 111"/>
                  <a:gd name="T24" fmla="*/ 2738 w 22"/>
                  <a:gd name="T25" fmla="*/ 1059 h 1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111">
                    <a:moveTo>
                      <a:pt x="11" y="3"/>
                    </a:moveTo>
                    <a:cubicBezTo>
                      <a:pt x="9" y="10"/>
                      <a:pt x="10" y="17"/>
                      <a:pt x="12" y="23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6" y="46"/>
                      <a:pt x="12" y="58"/>
                      <a:pt x="8" y="72"/>
                    </a:cubicBezTo>
                    <a:cubicBezTo>
                      <a:pt x="4" y="83"/>
                      <a:pt x="0" y="95"/>
                      <a:pt x="1" y="108"/>
                    </a:cubicBezTo>
                    <a:cubicBezTo>
                      <a:pt x="1" y="110"/>
                      <a:pt x="2" y="111"/>
                      <a:pt x="4" y="111"/>
                    </a:cubicBezTo>
                    <a:cubicBezTo>
                      <a:pt x="5" y="111"/>
                      <a:pt x="7" y="109"/>
                      <a:pt x="7" y="108"/>
                    </a:cubicBezTo>
                    <a:cubicBezTo>
                      <a:pt x="6" y="96"/>
                      <a:pt x="10" y="85"/>
                      <a:pt x="13" y="74"/>
                    </a:cubicBezTo>
                    <a:cubicBezTo>
                      <a:pt x="18" y="60"/>
                      <a:pt x="22" y="46"/>
                      <a:pt x="20" y="30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6" y="16"/>
                      <a:pt x="15" y="10"/>
                      <a:pt x="17" y="5"/>
                    </a:cubicBezTo>
                    <a:cubicBezTo>
                      <a:pt x="18" y="3"/>
                      <a:pt x="17" y="2"/>
                      <a:pt x="15" y="1"/>
                    </a:cubicBezTo>
                    <a:cubicBezTo>
                      <a:pt x="14" y="0"/>
                      <a:pt x="12" y="1"/>
                      <a:pt x="11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4" name="Freeform 219">
                <a:extLst>
                  <a:ext uri="{FF2B5EF4-FFF2-40B4-BE49-F238E27FC236}">
                    <a16:creationId xmlns:a16="http://schemas.microsoft.com/office/drawing/2014/main" id="{97F7B595-5C31-4BE1-B508-28202CDD7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2566"/>
                <a:ext cx="53" cy="256"/>
              </a:xfrm>
              <a:custGeom>
                <a:avLst/>
                <a:gdLst>
                  <a:gd name="T0" fmla="*/ 3892 w 21"/>
                  <a:gd name="T1" fmla="*/ 661 h 96"/>
                  <a:gd name="T2" fmla="*/ 2345 w 21"/>
                  <a:gd name="T3" fmla="*/ 12949 h 96"/>
                  <a:gd name="T4" fmla="*/ 2554 w 21"/>
                  <a:gd name="T5" fmla="*/ 14413 h 96"/>
                  <a:gd name="T6" fmla="*/ 1330 w 21"/>
                  <a:gd name="T7" fmla="*/ 24824 h 96"/>
                  <a:gd name="T8" fmla="*/ 0 w 21"/>
                  <a:gd name="T9" fmla="*/ 33016 h 96"/>
                  <a:gd name="T10" fmla="*/ 803 w 21"/>
                  <a:gd name="T11" fmla="*/ 34133 h 96"/>
                  <a:gd name="T12" fmla="*/ 1542 w 21"/>
                  <a:gd name="T13" fmla="*/ 33429 h 96"/>
                  <a:gd name="T14" fmla="*/ 2880 w 21"/>
                  <a:gd name="T15" fmla="*/ 25485 h 96"/>
                  <a:gd name="T16" fmla="*/ 4101 w 21"/>
                  <a:gd name="T17" fmla="*/ 14413 h 96"/>
                  <a:gd name="T18" fmla="*/ 3892 w 21"/>
                  <a:gd name="T19" fmla="*/ 12949 h 96"/>
                  <a:gd name="T20" fmla="*/ 5116 w 21"/>
                  <a:gd name="T21" fmla="*/ 1459 h 96"/>
                  <a:gd name="T22" fmla="*/ 4904 w 21"/>
                  <a:gd name="T23" fmla="*/ 0 h 96"/>
                  <a:gd name="T24" fmla="*/ 3892 w 21"/>
                  <a:gd name="T25" fmla="*/ 661 h 9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96">
                    <a:moveTo>
                      <a:pt x="15" y="2"/>
                    </a:moveTo>
                    <a:cubicBezTo>
                      <a:pt x="9" y="15"/>
                      <a:pt x="9" y="24"/>
                      <a:pt x="9" y="36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51"/>
                      <a:pt x="7" y="60"/>
                      <a:pt x="5" y="69"/>
                    </a:cubicBezTo>
                    <a:cubicBezTo>
                      <a:pt x="3" y="77"/>
                      <a:pt x="1" y="84"/>
                      <a:pt x="0" y="92"/>
                    </a:cubicBezTo>
                    <a:cubicBezTo>
                      <a:pt x="0" y="94"/>
                      <a:pt x="1" y="95"/>
                      <a:pt x="3" y="95"/>
                    </a:cubicBezTo>
                    <a:cubicBezTo>
                      <a:pt x="4" y="96"/>
                      <a:pt x="6" y="94"/>
                      <a:pt x="6" y="93"/>
                    </a:cubicBezTo>
                    <a:cubicBezTo>
                      <a:pt x="7" y="85"/>
                      <a:pt x="9" y="78"/>
                      <a:pt x="11" y="71"/>
                    </a:cubicBezTo>
                    <a:cubicBezTo>
                      <a:pt x="13" y="61"/>
                      <a:pt x="16" y="51"/>
                      <a:pt x="16" y="40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24"/>
                      <a:pt x="15" y="16"/>
                      <a:pt x="20" y="4"/>
                    </a:cubicBezTo>
                    <a:cubicBezTo>
                      <a:pt x="21" y="3"/>
                      <a:pt x="20" y="1"/>
                      <a:pt x="19" y="0"/>
                    </a:cubicBezTo>
                    <a:cubicBezTo>
                      <a:pt x="17" y="0"/>
                      <a:pt x="16" y="0"/>
                      <a:pt x="15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5" name="Freeform 220">
                <a:extLst>
                  <a:ext uri="{FF2B5EF4-FFF2-40B4-BE49-F238E27FC236}">
                    <a16:creationId xmlns:a16="http://schemas.microsoft.com/office/drawing/2014/main" id="{0F358D9B-3ABF-48D0-964E-1C8D3F724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590"/>
                <a:ext cx="40" cy="179"/>
              </a:xfrm>
              <a:custGeom>
                <a:avLst/>
                <a:gdLst>
                  <a:gd name="T0" fmla="*/ 2270 w 16"/>
                  <a:gd name="T1" fmla="*/ 401 h 67"/>
                  <a:gd name="T2" fmla="*/ 1770 w 16"/>
                  <a:gd name="T3" fmla="*/ 1469 h 67"/>
                  <a:gd name="T4" fmla="*/ 988 w 16"/>
                  <a:gd name="T5" fmla="*/ 14168 h 67"/>
                  <a:gd name="T6" fmla="*/ 0 w 16"/>
                  <a:gd name="T7" fmla="*/ 22883 h 67"/>
                  <a:gd name="T8" fmla="*/ 783 w 16"/>
                  <a:gd name="T9" fmla="*/ 23954 h 67"/>
                  <a:gd name="T10" fmla="*/ 1488 w 16"/>
                  <a:gd name="T11" fmla="*/ 23283 h 67"/>
                  <a:gd name="T12" fmla="*/ 2470 w 16"/>
                  <a:gd name="T13" fmla="*/ 14568 h 67"/>
                  <a:gd name="T14" fmla="*/ 3250 w 16"/>
                  <a:gd name="T15" fmla="*/ 1071 h 67"/>
                  <a:gd name="T16" fmla="*/ 2270 w 16"/>
                  <a:gd name="T17" fmla="*/ 401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67">
                    <a:moveTo>
                      <a:pt x="9" y="1"/>
                    </a:moveTo>
                    <a:cubicBezTo>
                      <a:pt x="8" y="1"/>
                      <a:pt x="7" y="2"/>
                      <a:pt x="7" y="4"/>
                    </a:cubicBezTo>
                    <a:cubicBezTo>
                      <a:pt x="10" y="17"/>
                      <a:pt x="7" y="27"/>
                      <a:pt x="4" y="39"/>
                    </a:cubicBezTo>
                    <a:cubicBezTo>
                      <a:pt x="2" y="46"/>
                      <a:pt x="1" y="54"/>
                      <a:pt x="0" y="63"/>
                    </a:cubicBezTo>
                    <a:cubicBezTo>
                      <a:pt x="0" y="65"/>
                      <a:pt x="1" y="66"/>
                      <a:pt x="3" y="66"/>
                    </a:cubicBezTo>
                    <a:cubicBezTo>
                      <a:pt x="5" y="67"/>
                      <a:pt x="6" y="65"/>
                      <a:pt x="6" y="64"/>
                    </a:cubicBezTo>
                    <a:cubicBezTo>
                      <a:pt x="6" y="55"/>
                      <a:pt x="8" y="47"/>
                      <a:pt x="10" y="40"/>
                    </a:cubicBezTo>
                    <a:cubicBezTo>
                      <a:pt x="13" y="29"/>
                      <a:pt x="16" y="17"/>
                      <a:pt x="13" y="3"/>
                    </a:cubicBezTo>
                    <a:cubicBezTo>
                      <a:pt x="13" y="1"/>
                      <a:pt x="11" y="0"/>
                      <a:pt x="9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6" name="Freeform 221">
                <a:extLst>
                  <a:ext uri="{FF2B5EF4-FFF2-40B4-BE49-F238E27FC236}">
                    <a16:creationId xmlns:a16="http://schemas.microsoft.com/office/drawing/2014/main" id="{5CB55FC2-D3E9-4EFE-865D-BAFDB0EAC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740"/>
                <a:ext cx="135" cy="200"/>
              </a:xfrm>
              <a:custGeom>
                <a:avLst/>
                <a:gdLst>
                  <a:gd name="T0" fmla="*/ 520 w 54"/>
                  <a:gd name="T1" fmla="*/ 397 h 75"/>
                  <a:gd name="T2" fmla="*/ 313 w 54"/>
                  <a:gd name="T3" fmla="*/ 1763 h 75"/>
                  <a:gd name="T4" fmla="*/ 4688 w 54"/>
                  <a:gd name="T5" fmla="*/ 7531 h 75"/>
                  <a:gd name="T6" fmla="*/ 9113 w 54"/>
                  <a:gd name="T7" fmla="*/ 14712 h 75"/>
                  <a:gd name="T8" fmla="*/ 9583 w 54"/>
                  <a:gd name="T9" fmla="*/ 17656 h 75"/>
                  <a:gd name="T10" fmla="*/ 11720 w 54"/>
                  <a:gd name="T11" fmla="*/ 26547 h 75"/>
                  <a:gd name="T12" fmla="*/ 12708 w 54"/>
                  <a:gd name="T13" fmla="*/ 26547 h 75"/>
                  <a:gd name="T14" fmla="*/ 13020 w 54"/>
                  <a:gd name="T15" fmla="*/ 25237 h 75"/>
                  <a:gd name="T16" fmla="*/ 10750 w 54"/>
                  <a:gd name="T17" fmla="*/ 17237 h 75"/>
                  <a:gd name="T18" fmla="*/ 10550 w 54"/>
                  <a:gd name="T19" fmla="*/ 14413 h 75"/>
                  <a:gd name="T20" fmla="*/ 5395 w 54"/>
                  <a:gd name="T21" fmla="*/ 5405 h 75"/>
                  <a:gd name="T22" fmla="*/ 1488 w 54"/>
                  <a:gd name="T23" fmla="*/ 661 h 75"/>
                  <a:gd name="T24" fmla="*/ 520 w 54"/>
                  <a:gd name="T25" fmla="*/ 397 h 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75">
                    <a:moveTo>
                      <a:pt x="2" y="1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6" y="13"/>
                      <a:pt x="13" y="17"/>
                      <a:pt x="19" y="21"/>
                    </a:cubicBezTo>
                    <a:cubicBezTo>
                      <a:pt x="27" y="25"/>
                      <a:pt x="35" y="29"/>
                      <a:pt x="37" y="41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40" y="58"/>
                      <a:pt x="41" y="65"/>
                      <a:pt x="48" y="74"/>
                    </a:cubicBezTo>
                    <a:cubicBezTo>
                      <a:pt x="49" y="75"/>
                      <a:pt x="51" y="75"/>
                      <a:pt x="52" y="74"/>
                    </a:cubicBezTo>
                    <a:cubicBezTo>
                      <a:pt x="54" y="73"/>
                      <a:pt x="54" y="71"/>
                      <a:pt x="53" y="70"/>
                    </a:cubicBezTo>
                    <a:cubicBezTo>
                      <a:pt x="47" y="63"/>
                      <a:pt x="46" y="56"/>
                      <a:pt x="44" y="48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40" y="25"/>
                      <a:pt x="31" y="20"/>
                      <a:pt x="22" y="15"/>
                    </a:cubicBezTo>
                    <a:cubicBezTo>
                      <a:pt x="16" y="12"/>
                      <a:pt x="11" y="9"/>
                      <a:pt x="6" y="2"/>
                    </a:cubicBezTo>
                    <a:cubicBezTo>
                      <a:pt x="6" y="1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7" name="Freeform 222">
                <a:extLst>
                  <a:ext uri="{FF2B5EF4-FFF2-40B4-BE49-F238E27FC236}">
                    <a16:creationId xmlns:a16="http://schemas.microsoft.com/office/drawing/2014/main" id="{62DD9BC3-CA73-4EFD-9539-9CEA182FC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398"/>
                <a:ext cx="243" cy="214"/>
              </a:xfrm>
              <a:custGeom>
                <a:avLst/>
                <a:gdLst>
                  <a:gd name="T0" fmla="*/ 23000 w 97"/>
                  <a:gd name="T1" fmla="*/ 401 h 80"/>
                  <a:gd name="T2" fmla="*/ 20515 w 97"/>
                  <a:gd name="T3" fmla="*/ 4400 h 80"/>
                  <a:gd name="T4" fmla="*/ 18238 w 97"/>
                  <a:gd name="T5" fmla="*/ 8100 h 80"/>
                  <a:gd name="T6" fmla="*/ 13317 w 97"/>
                  <a:gd name="T7" fmla="*/ 11371 h 80"/>
                  <a:gd name="T8" fmla="*/ 7876 w 97"/>
                  <a:gd name="T9" fmla="*/ 13974 h 80"/>
                  <a:gd name="T10" fmla="*/ 3457 w 97"/>
                  <a:gd name="T11" fmla="*/ 21668 h 80"/>
                  <a:gd name="T12" fmla="*/ 313 w 97"/>
                  <a:gd name="T13" fmla="*/ 27542 h 80"/>
                  <a:gd name="T14" fmla="*/ 313 w 97"/>
                  <a:gd name="T15" fmla="*/ 28887 h 80"/>
                  <a:gd name="T16" fmla="*/ 1305 w 97"/>
                  <a:gd name="T17" fmla="*/ 28887 h 80"/>
                  <a:gd name="T18" fmla="*/ 4732 w 97"/>
                  <a:gd name="T19" fmla="*/ 22740 h 80"/>
                  <a:gd name="T20" fmla="*/ 8868 w 97"/>
                  <a:gd name="T21" fmla="*/ 15772 h 80"/>
                  <a:gd name="T22" fmla="*/ 13631 w 97"/>
                  <a:gd name="T23" fmla="*/ 13153 h 80"/>
                  <a:gd name="T24" fmla="*/ 19260 w 97"/>
                  <a:gd name="T25" fmla="*/ 9873 h 80"/>
                  <a:gd name="T26" fmla="*/ 21695 w 97"/>
                  <a:gd name="T27" fmla="*/ 5473 h 80"/>
                  <a:gd name="T28" fmla="*/ 23471 w 97"/>
                  <a:gd name="T29" fmla="*/ 2204 h 80"/>
                  <a:gd name="T30" fmla="*/ 23992 w 97"/>
                  <a:gd name="T31" fmla="*/ 671 h 80"/>
                  <a:gd name="T32" fmla="*/ 23000 w 97"/>
                  <a:gd name="T33" fmla="*/ 401 h 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7" h="80">
                    <a:moveTo>
                      <a:pt x="93" y="1"/>
                    </a:moveTo>
                    <a:cubicBezTo>
                      <a:pt x="89" y="3"/>
                      <a:pt x="86" y="7"/>
                      <a:pt x="83" y="12"/>
                    </a:cubicBezTo>
                    <a:cubicBezTo>
                      <a:pt x="80" y="16"/>
                      <a:pt x="77" y="20"/>
                      <a:pt x="74" y="22"/>
                    </a:cubicBezTo>
                    <a:cubicBezTo>
                      <a:pt x="68" y="28"/>
                      <a:pt x="61" y="29"/>
                      <a:pt x="54" y="31"/>
                    </a:cubicBezTo>
                    <a:cubicBezTo>
                      <a:pt x="47" y="32"/>
                      <a:pt x="39" y="33"/>
                      <a:pt x="32" y="38"/>
                    </a:cubicBezTo>
                    <a:cubicBezTo>
                      <a:pt x="25" y="44"/>
                      <a:pt x="19" y="51"/>
                      <a:pt x="14" y="59"/>
                    </a:cubicBezTo>
                    <a:cubicBezTo>
                      <a:pt x="10" y="65"/>
                      <a:pt x="6" y="70"/>
                      <a:pt x="1" y="75"/>
                    </a:cubicBezTo>
                    <a:cubicBezTo>
                      <a:pt x="0" y="76"/>
                      <a:pt x="0" y="78"/>
                      <a:pt x="1" y="79"/>
                    </a:cubicBezTo>
                    <a:cubicBezTo>
                      <a:pt x="2" y="80"/>
                      <a:pt x="4" y="80"/>
                      <a:pt x="5" y="79"/>
                    </a:cubicBezTo>
                    <a:cubicBezTo>
                      <a:pt x="11" y="74"/>
                      <a:pt x="15" y="68"/>
                      <a:pt x="19" y="62"/>
                    </a:cubicBezTo>
                    <a:cubicBezTo>
                      <a:pt x="24" y="55"/>
                      <a:pt x="29" y="48"/>
                      <a:pt x="36" y="43"/>
                    </a:cubicBezTo>
                    <a:cubicBezTo>
                      <a:pt x="42" y="39"/>
                      <a:pt x="48" y="38"/>
                      <a:pt x="55" y="36"/>
                    </a:cubicBezTo>
                    <a:cubicBezTo>
                      <a:pt x="63" y="35"/>
                      <a:pt x="70" y="33"/>
                      <a:pt x="78" y="27"/>
                    </a:cubicBezTo>
                    <a:cubicBezTo>
                      <a:pt x="82" y="24"/>
                      <a:pt x="85" y="19"/>
                      <a:pt x="88" y="15"/>
                    </a:cubicBezTo>
                    <a:cubicBezTo>
                      <a:pt x="90" y="11"/>
                      <a:pt x="93" y="7"/>
                      <a:pt x="95" y="6"/>
                    </a:cubicBezTo>
                    <a:cubicBezTo>
                      <a:pt x="97" y="5"/>
                      <a:pt x="97" y="4"/>
                      <a:pt x="97" y="2"/>
                    </a:cubicBezTo>
                    <a:cubicBezTo>
                      <a:pt x="96" y="1"/>
                      <a:pt x="94" y="0"/>
                      <a:pt x="93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8" name="Freeform 223">
                <a:extLst>
                  <a:ext uri="{FF2B5EF4-FFF2-40B4-BE49-F238E27FC236}">
                    <a16:creationId xmlns:a16="http://schemas.microsoft.com/office/drawing/2014/main" id="{CE547560-F07D-44F8-BDDD-F416780D6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2542"/>
                <a:ext cx="68" cy="67"/>
              </a:xfrm>
              <a:custGeom>
                <a:avLst/>
                <a:gdLst>
                  <a:gd name="T0" fmla="*/ 5881 w 27"/>
                  <a:gd name="T1" fmla="*/ 0 h 25"/>
                  <a:gd name="T2" fmla="*/ 5589 w 27"/>
                  <a:gd name="T3" fmla="*/ 402 h 25"/>
                  <a:gd name="T4" fmla="*/ 2861 w 27"/>
                  <a:gd name="T5" fmla="*/ 4023 h 25"/>
                  <a:gd name="T6" fmla="*/ 317 w 27"/>
                  <a:gd name="T7" fmla="*/ 7067 h 25"/>
                  <a:gd name="T8" fmla="*/ 317 w 27"/>
                  <a:gd name="T9" fmla="*/ 8871 h 25"/>
                  <a:gd name="T10" fmla="*/ 1325 w 27"/>
                  <a:gd name="T11" fmla="*/ 8568 h 25"/>
                  <a:gd name="T12" fmla="*/ 3546 w 27"/>
                  <a:gd name="T13" fmla="*/ 5925 h 25"/>
                  <a:gd name="T14" fmla="*/ 6883 w 27"/>
                  <a:gd name="T15" fmla="*/ 1501 h 25"/>
                  <a:gd name="T16" fmla="*/ 6883 w 27"/>
                  <a:gd name="T17" fmla="*/ 1501 h 25"/>
                  <a:gd name="T18" fmla="*/ 5881 w 27"/>
                  <a:gd name="T19" fmla="*/ 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5">
                    <a:moveTo>
                      <a:pt x="23" y="0"/>
                    </a:moveTo>
                    <a:cubicBezTo>
                      <a:pt x="23" y="0"/>
                      <a:pt x="22" y="1"/>
                      <a:pt x="22" y="1"/>
                    </a:cubicBezTo>
                    <a:cubicBezTo>
                      <a:pt x="19" y="5"/>
                      <a:pt x="15" y="8"/>
                      <a:pt x="11" y="11"/>
                    </a:cubicBezTo>
                    <a:cubicBezTo>
                      <a:pt x="7" y="13"/>
                      <a:pt x="4" y="16"/>
                      <a:pt x="1" y="19"/>
                    </a:cubicBezTo>
                    <a:cubicBezTo>
                      <a:pt x="0" y="21"/>
                      <a:pt x="0" y="23"/>
                      <a:pt x="1" y="24"/>
                    </a:cubicBezTo>
                    <a:cubicBezTo>
                      <a:pt x="2" y="25"/>
                      <a:pt x="4" y="25"/>
                      <a:pt x="5" y="23"/>
                    </a:cubicBezTo>
                    <a:cubicBezTo>
                      <a:pt x="8" y="21"/>
                      <a:pt x="11" y="18"/>
                      <a:pt x="14" y="16"/>
                    </a:cubicBezTo>
                    <a:cubicBezTo>
                      <a:pt x="19" y="13"/>
                      <a:pt x="24" y="9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3"/>
                      <a:pt x="25" y="1"/>
                      <a:pt x="23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9" name="Freeform 224">
                <a:extLst>
                  <a:ext uri="{FF2B5EF4-FFF2-40B4-BE49-F238E27FC236}">
                    <a16:creationId xmlns:a16="http://schemas.microsoft.com/office/drawing/2014/main" id="{A5936293-E2DB-4AAF-A637-B7A559C12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564"/>
                <a:ext cx="80" cy="306"/>
              </a:xfrm>
              <a:custGeom>
                <a:avLst/>
                <a:gdLst>
                  <a:gd name="T0" fmla="*/ 5395 w 32"/>
                  <a:gd name="T1" fmla="*/ 0 h 115"/>
                  <a:gd name="T2" fmla="*/ 4895 w 32"/>
                  <a:gd name="T3" fmla="*/ 1054 h 115"/>
                  <a:gd name="T4" fmla="*/ 4895 w 32"/>
                  <a:gd name="T5" fmla="*/ 18408 h 115"/>
                  <a:gd name="T6" fmla="*/ 3250 w 32"/>
                  <a:gd name="T7" fmla="*/ 24810 h 115"/>
                  <a:gd name="T8" fmla="*/ 988 w 32"/>
                  <a:gd name="T9" fmla="*/ 40145 h 115"/>
                  <a:gd name="T10" fmla="*/ 1770 w 32"/>
                  <a:gd name="T11" fmla="*/ 40804 h 115"/>
                  <a:gd name="T12" fmla="*/ 2270 w 32"/>
                  <a:gd name="T13" fmla="*/ 39360 h 115"/>
                  <a:gd name="T14" fmla="*/ 4688 w 32"/>
                  <a:gd name="T15" fmla="*/ 25624 h 115"/>
                  <a:gd name="T16" fmla="*/ 6375 w 32"/>
                  <a:gd name="T17" fmla="*/ 19196 h 115"/>
                  <a:gd name="T18" fmla="*/ 6375 w 32"/>
                  <a:gd name="T19" fmla="*/ 657 h 115"/>
                  <a:gd name="T20" fmla="*/ 5395 w 32"/>
                  <a:gd name="T21" fmla="*/ 0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15">
                    <a:moveTo>
                      <a:pt x="22" y="0"/>
                    </a:moveTo>
                    <a:cubicBezTo>
                      <a:pt x="20" y="0"/>
                      <a:pt x="19" y="2"/>
                      <a:pt x="20" y="3"/>
                    </a:cubicBezTo>
                    <a:cubicBezTo>
                      <a:pt x="23" y="23"/>
                      <a:pt x="25" y="33"/>
                      <a:pt x="20" y="52"/>
                    </a:cubicBezTo>
                    <a:cubicBezTo>
                      <a:pt x="19" y="57"/>
                      <a:pt x="16" y="63"/>
                      <a:pt x="13" y="70"/>
                    </a:cubicBezTo>
                    <a:cubicBezTo>
                      <a:pt x="7" y="84"/>
                      <a:pt x="0" y="100"/>
                      <a:pt x="4" y="113"/>
                    </a:cubicBezTo>
                    <a:cubicBezTo>
                      <a:pt x="4" y="115"/>
                      <a:pt x="6" y="115"/>
                      <a:pt x="7" y="115"/>
                    </a:cubicBezTo>
                    <a:cubicBezTo>
                      <a:pt x="9" y="114"/>
                      <a:pt x="10" y="113"/>
                      <a:pt x="9" y="111"/>
                    </a:cubicBezTo>
                    <a:cubicBezTo>
                      <a:pt x="6" y="101"/>
                      <a:pt x="13" y="85"/>
                      <a:pt x="19" y="72"/>
                    </a:cubicBezTo>
                    <a:cubicBezTo>
                      <a:pt x="21" y="66"/>
                      <a:pt x="24" y="60"/>
                      <a:pt x="26" y="54"/>
                    </a:cubicBezTo>
                    <a:cubicBezTo>
                      <a:pt x="32" y="33"/>
                      <a:pt x="29" y="22"/>
                      <a:pt x="26" y="2"/>
                    </a:cubicBezTo>
                    <a:cubicBezTo>
                      <a:pt x="25" y="1"/>
                      <a:pt x="24" y="0"/>
                      <a:pt x="22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0" name="Freeform 225">
                <a:extLst>
                  <a:ext uri="{FF2B5EF4-FFF2-40B4-BE49-F238E27FC236}">
                    <a16:creationId xmlns:a16="http://schemas.microsoft.com/office/drawing/2014/main" id="{45CDF818-01C8-4287-A55F-DBFCB6F5C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236"/>
                <a:ext cx="245" cy="317"/>
              </a:xfrm>
              <a:custGeom>
                <a:avLst/>
                <a:gdLst>
                  <a:gd name="T0" fmla="*/ 22783 w 98"/>
                  <a:gd name="T1" fmla="*/ 397 h 119"/>
                  <a:gd name="T2" fmla="*/ 19533 w 98"/>
                  <a:gd name="T3" fmla="*/ 11780 h 119"/>
                  <a:gd name="T4" fmla="*/ 17395 w 98"/>
                  <a:gd name="T5" fmla="*/ 21756 h 119"/>
                  <a:gd name="T6" fmla="*/ 11533 w 98"/>
                  <a:gd name="T7" fmla="*/ 26029 h 119"/>
                  <a:gd name="T8" fmla="*/ 6175 w 98"/>
                  <a:gd name="T9" fmla="*/ 28959 h 119"/>
                  <a:gd name="T10" fmla="*/ 1488 w 98"/>
                  <a:gd name="T11" fmla="*/ 37561 h 119"/>
                  <a:gd name="T12" fmla="*/ 0 w 98"/>
                  <a:gd name="T13" fmla="*/ 40797 h 119"/>
                  <a:gd name="T14" fmla="*/ 313 w 98"/>
                  <a:gd name="T15" fmla="*/ 42094 h 119"/>
                  <a:gd name="T16" fmla="*/ 1300 w 98"/>
                  <a:gd name="T17" fmla="*/ 41852 h 119"/>
                  <a:gd name="T18" fmla="*/ 2738 w 98"/>
                  <a:gd name="T19" fmla="*/ 38618 h 119"/>
                  <a:gd name="T20" fmla="*/ 7158 w 98"/>
                  <a:gd name="T21" fmla="*/ 30720 h 119"/>
                  <a:gd name="T22" fmla="*/ 11720 w 98"/>
                  <a:gd name="T23" fmla="*/ 28144 h 119"/>
                  <a:gd name="T24" fmla="*/ 18563 w 98"/>
                  <a:gd name="T25" fmla="*/ 23213 h 119"/>
                  <a:gd name="T26" fmla="*/ 21020 w 98"/>
                  <a:gd name="T27" fmla="*/ 11780 h 119"/>
                  <a:gd name="T28" fmla="*/ 23438 w 98"/>
                  <a:gd name="T29" fmla="*/ 2171 h 119"/>
                  <a:gd name="T30" fmla="*/ 23750 w 98"/>
                  <a:gd name="T31" fmla="*/ 661 h 119"/>
                  <a:gd name="T32" fmla="*/ 22783 w 98"/>
                  <a:gd name="T33" fmla="*/ 397 h 1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8" h="119">
                    <a:moveTo>
                      <a:pt x="93" y="1"/>
                    </a:moveTo>
                    <a:cubicBezTo>
                      <a:pt x="80" y="9"/>
                      <a:pt x="80" y="21"/>
                      <a:pt x="80" y="33"/>
                    </a:cubicBezTo>
                    <a:cubicBezTo>
                      <a:pt x="80" y="43"/>
                      <a:pt x="79" y="53"/>
                      <a:pt x="71" y="61"/>
                    </a:cubicBezTo>
                    <a:cubicBezTo>
                      <a:pt x="64" y="68"/>
                      <a:pt x="56" y="70"/>
                      <a:pt x="47" y="73"/>
                    </a:cubicBezTo>
                    <a:cubicBezTo>
                      <a:pt x="40" y="75"/>
                      <a:pt x="32" y="77"/>
                      <a:pt x="25" y="81"/>
                    </a:cubicBezTo>
                    <a:cubicBezTo>
                      <a:pt x="17" y="87"/>
                      <a:pt x="11" y="96"/>
                      <a:pt x="6" y="105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15"/>
                      <a:pt x="0" y="117"/>
                      <a:pt x="1" y="118"/>
                    </a:cubicBezTo>
                    <a:cubicBezTo>
                      <a:pt x="3" y="119"/>
                      <a:pt x="4" y="119"/>
                      <a:pt x="5" y="117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6" y="100"/>
                      <a:pt x="21" y="91"/>
                      <a:pt x="29" y="86"/>
                    </a:cubicBezTo>
                    <a:cubicBezTo>
                      <a:pt x="35" y="83"/>
                      <a:pt x="41" y="81"/>
                      <a:pt x="48" y="79"/>
                    </a:cubicBezTo>
                    <a:cubicBezTo>
                      <a:pt x="58" y="76"/>
                      <a:pt x="67" y="73"/>
                      <a:pt x="76" y="65"/>
                    </a:cubicBezTo>
                    <a:cubicBezTo>
                      <a:pt x="85" y="56"/>
                      <a:pt x="86" y="44"/>
                      <a:pt x="86" y="33"/>
                    </a:cubicBezTo>
                    <a:cubicBezTo>
                      <a:pt x="86" y="22"/>
                      <a:pt x="86" y="12"/>
                      <a:pt x="96" y="6"/>
                    </a:cubicBezTo>
                    <a:cubicBezTo>
                      <a:pt x="98" y="5"/>
                      <a:pt x="98" y="3"/>
                      <a:pt x="97" y="2"/>
                    </a:cubicBezTo>
                    <a:cubicBezTo>
                      <a:pt x="97" y="1"/>
                      <a:pt x="95" y="0"/>
                      <a:pt x="93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1" name="Freeform 226">
                <a:extLst>
                  <a:ext uri="{FF2B5EF4-FFF2-40B4-BE49-F238E27FC236}">
                    <a16:creationId xmlns:a16="http://schemas.microsoft.com/office/drawing/2014/main" id="{968FD9CF-5F59-47F4-9803-1DE703931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110"/>
                <a:ext cx="157" cy="384"/>
              </a:xfrm>
              <a:custGeom>
                <a:avLst/>
                <a:gdLst>
                  <a:gd name="T0" fmla="*/ 1161 w 63"/>
                  <a:gd name="T1" fmla="*/ 1059 h 144"/>
                  <a:gd name="T2" fmla="*/ 7676 w 63"/>
                  <a:gd name="T3" fmla="*/ 15531 h 144"/>
                  <a:gd name="T4" fmla="*/ 13153 w 63"/>
                  <a:gd name="T5" fmla="*/ 23723 h 144"/>
                  <a:gd name="T6" fmla="*/ 12954 w 63"/>
                  <a:gd name="T7" fmla="*/ 31309 h 144"/>
                  <a:gd name="T8" fmla="*/ 12490 w 63"/>
                  <a:gd name="T9" fmla="*/ 37773 h 144"/>
                  <a:gd name="T10" fmla="*/ 13652 w 63"/>
                  <a:gd name="T11" fmla="*/ 51123 h 144"/>
                  <a:gd name="T12" fmla="*/ 14613 w 63"/>
                  <a:gd name="T13" fmla="*/ 51789 h 144"/>
                  <a:gd name="T14" fmla="*/ 15072 w 63"/>
                  <a:gd name="T15" fmla="*/ 50312 h 144"/>
                  <a:gd name="T16" fmla="*/ 13931 w 63"/>
                  <a:gd name="T17" fmla="*/ 37773 h 144"/>
                  <a:gd name="T18" fmla="*/ 14427 w 63"/>
                  <a:gd name="T19" fmla="*/ 31709 h 144"/>
                  <a:gd name="T20" fmla="*/ 14613 w 63"/>
                  <a:gd name="T21" fmla="*/ 23304 h 144"/>
                  <a:gd name="T22" fmla="*/ 8637 w 63"/>
                  <a:gd name="T23" fmla="*/ 13597 h 144"/>
                  <a:gd name="T24" fmla="*/ 2584 w 63"/>
                  <a:gd name="T25" fmla="*/ 1763 h 144"/>
                  <a:gd name="T26" fmla="*/ 2118 w 63"/>
                  <a:gd name="T27" fmla="*/ 397 h 144"/>
                  <a:gd name="T28" fmla="*/ 1161 w 63"/>
                  <a:gd name="T29" fmla="*/ 1059 h 1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3" h="144">
                    <a:moveTo>
                      <a:pt x="5" y="3"/>
                    </a:moveTo>
                    <a:cubicBezTo>
                      <a:pt x="0" y="19"/>
                      <a:pt x="17" y="32"/>
                      <a:pt x="32" y="43"/>
                    </a:cubicBezTo>
                    <a:cubicBezTo>
                      <a:pt x="43" y="51"/>
                      <a:pt x="53" y="59"/>
                      <a:pt x="55" y="66"/>
                    </a:cubicBezTo>
                    <a:cubicBezTo>
                      <a:pt x="56" y="71"/>
                      <a:pt x="55" y="79"/>
                      <a:pt x="54" y="87"/>
                    </a:cubicBezTo>
                    <a:cubicBezTo>
                      <a:pt x="53" y="94"/>
                      <a:pt x="52" y="100"/>
                      <a:pt x="52" y="105"/>
                    </a:cubicBezTo>
                    <a:cubicBezTo>
                      <a:pt x="52" y="118"/>
                      <a:pt x="53" y="130"/>
                      <a:pt x="57" y="142"/>
                    </a:cubicBezTo>
                    <a:cubicBezTo>
                      <a:pt x="58" y="144"/>
                      <a:pt x="59" y="144"/>
                      <a:pt x="61" y="144"/>
                    </a:cubicBezTo>
                    <a:cubicBezTo>
                      <a:pt x="62" y="143"/>
                      <a:pt x="63" y="142"/>
                      <a:pt x="63" y="140"/>
                    </a:cubicBezTo>
                    <a:cubicBezTo>
                      <a:pt x="59" y="129"/>
                      <a:pt x="58" y="117"/>
                      <a:pt x="58" y="105"/>
                    </a:cubicBezTo>
                    <a:cubicBezTo>
                      <a:pt x="58" y="100"/>
                      <a:pt x="59" y="94"/>
                      <a:pt x="60" y="88"/>
                    </a:cubicBezTo>
                    <a:cubicBezTo>
                      <a:pt x="61" y="80"/>
                      <a:pt x="63" y="71"/>
                      <a:pt x="61" y="65"/>
                    </a:cubicBezTo>
                    <a:cubicBezTo>
                      <a:pt x="59" y="55"/>
                      <a:pt x="48" y="47"/>
                      <a:pt x="36" y="38"/>
                    </a:cubicBezTo>
                    <a:cubicBezTo>
                      <a:pt x="22" y="28"/>
                      <a:pt x="7" y="17"/>
                      <a:pt x="11" y="5"/>
                    </a:cubicBezTo>
                    <a:cubicBezTo>
                      <a:pt x="11" y="3"/>
                      <a:pt x="10" y="1"/>
                      <a:pt x="9" y="1"/>
                    </a:cubicBezTo>
                    <a:cubicBezTo>
                      <a:pt x="7" y="0"/>
                      <a:pt x="6" y="1"/>
                      <a:pt x="5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2" name="Freeform 227">
                <a:extLst>
                  <a:ext uri="{FF2B5EF4-FFF2-40B4-BE49-F238E27FC236}">
                    <a16:creationId xmlns:a16="http://schemas.microsoft.com/office/drawing/2014/main" id="{8824E59C-461E-4E62-9F93-1136AAEF8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172"/>
                <a:ext cx="107" cy="362"/>
              </a:xfrm>
              <a:custGeom>
                <a:avLst/>
                <a:gdLst>
                  <a:gd name="T0" fmla="*/ 953 w 43"/>
                  <a:gd name="T1" fmla="*/ 397 h 136"/>
                  <a:gd name="T2" fmla="*/ 465 w 43"/>
                  <a:gd name="T3" fmla="*/ 1453 h 136"/>
                  <a:gd name="T4" fmla="*/ 465 w 43"/>
                  <a:gd name="T5" fmla="*/ 27009 h 136"/>
                  <a:gd name="T6" fmla="*/ 465 w 43"/>
                  <a:gd name="T7" fmla="*/ 29120 h 136"/>
                  <a:gd name="T8" fmla="*/ 5437 w 43"/>
                  <a:gd name="T9" fmla="*/ 44076 h 136"/>
                  <a:gd name="T10" fmla="*/ 8781 w 43"/>
                  <a:gd name="T11" fmla="*/ 47994 h 136"/>
                  <a:gd name="T12" fmla="*/ 9739 w 43"/>
                  <a:gd name="T13" fmla="*/ 47994 h 136"/>
                  <a:gd name="T14" fmla="*/ 9739 w 43"/>
                  <a:gd name="T15" fmla="*/ 46639 h 136"/>
                  <a:gd name="T16" fmla="*/ 6408 w 43"/>
                  <a:gd name="T17" fmla="*/ 42375 h 136"/>
                  <a:gd name="T18" fmla="*/ 1914 w 43"/>
                  <a:gd name="T19" fmla="*/ 29516 h 136"/>
                  <a:gd name="T20" fmla="*/ 1914 w 43"/>
                  <a:gd name="T21" fmla="*/ 27009 h 136"/>
                  <a:gd name="T22" fmla="*/ 1615 w 43"/>
                  <a:gd name="T23" fmla="*/ 1057 h 136"/>
                  <a:gd name="T24" fmla="*/ 953 w 43"/>
                  <a:gd name="T25" fmla="*/ 397 h 1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136">
                    <a:moveTo>
                      <a:pt x="4" y="1"/>
                    </a:moveTo>
                    <a:cubicBezTo>
                      <a:pt x="2" y="1"/>
                      <a:pt x="1" y="2"/>
                      <a:pt x="2" y="4"/>
                    </a:cubicBezTo>
                    <a:cubicBezTo>
                      <a:pt x="6" y="26"/>
                      <a:pt x="4" y="53"/>
                      <a:pt x="2" y="76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0" y="107"/>
                      <a:pt x="11" y="115"/>
                      <a:pt x="23" y="124"/>
                    </a:cubicBezTo>
                    <a:cubicBezTo>
                      <a:pt x="28" y="127"/>
                      <a:pt x="32" y="130"/>
                      <a:pt x="37" y="135"/>
                    </a:cubicBezTo>
                    <a:cubicBezTo>
                      <a:pt x="38" y="136"/>
                      <a:pt x="40" y="136"/>
                      <a:pt x="41" y="135"/>
                    </a:cubicBezTo>
                    <a:cubicBezTo>
                      <a:pt x="43" y="134"/>
                      <a:pt x="42" y="132"/>
                      <a:pt x="41" y="131"/>
                    </a:cubicBezTo>
                    <a:cubicBezTo>
                      <a:pt x="36" y="126"/>
                      <a:pt x="31" y="122"/>
                      <a:pt x="27" y="119"/>
                    </a:cubicBezTo>
                    <a:cubicBezTo>
                      <a:pt x="14" y="110"/>
                      <a:pt x="6" y="104"/>
                      <a:pt x="8" y="83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10" y="53"/>
                      <a:pt x="12" y="26"/>
                      <a:pt x="7" y="3"/>
                    </a:cubicBezTo>
                    <a:cubicBezTo>
                      <a:pt x="7" y="1"/>
                      <a:pt x="6" y="0"/>
                      <a:pt x="4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3" name="Freeform 228">
                <a:extLst>
                  <a:ext uri="{FF2B5EF4-FFF2-40B4-BE49-F238E27FC236}">
                    <a16:creationId xmlns:a16="http://schemas.microsoft.com/office/drawing/2014/main" id="{342E695E-F34B-4E24-BA9B-0365CD4E8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1249"/>
                <a:ext cx="60" cy="251"/>
              </a:xfrm>
              <a:custGeom>
                <a:avLst/>
                <a:gdLst>
                  <a:gd name="T0" fmla="*/ 783 w 24"/>
                  <a:gd name="T1" fmla="*/ 401 h 94"/>
                  <a:gd name="T2" fmla="*/ 313 w 24"/>
                  <a:gd name="T3" fmla="*/ 1768 h 94"/>
                  <a:gd name="T4" fmla="*/ 1300 w 24"/>
                  <a:gd name="T5" fmla="*/ 6088 h 94"/>
                  <a:gd name="T6" fmla="*/ 4220 w 24"/>
                  <a:gd name="T7" fmla="*/ 20641 h 94"/>
                  <a:gd name="T8" fmla="*/ 3908 w 24"/>
                  <a:gd name="T9" fmla="*/ 25776 h 94"/>
                  <a:gd name="T10" fmla="*/ 4220 w 24"/>
                  <a:gd name="T11" fmla="*/ 32990 h 94"/>
                  <a:gd name="T12" fmla="*/ 5208 w 24"/>
                  <a:gd name="T13" fmla="*/ 33661 h 94"/>
                  <a:gd name="T14" fmla="*/ 5675 w 24"/>
                  <a:gd name="T15" fmla="*/ 32328 h 94"/>
                  <a:gd name="T16" fmla="*/ 5395 w 24"/>
                  <a:gd name="T17" fmla="*/ 25776 h 94"/>
                  <a:gd name="T18" fmla="*/ 5675 w 24"/>
                  <a:gd name="T19" fmla="*/ 20392 h 94"/>
                  <a:gd name="T20" fmla="*/ 2738 w 24"/>
                  <a:gd name="T21" fmla="*/ 5447 h 94"/>
                  <a:gd name="T22" fmla="*/ 1770 w 24"/>
                  <a:gd name="T23" fmla="*/ 1071 h 94"/>
                  <a:gd name="T24" fmla="*/ 783 w 24"/>
                  <a:gd name="T25" fmla="*/ 401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94">
                    <a:moveTo>
                      <a:pt x="3" y="1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0" y="30"/>
                      <a:pt x="16" y="44"/>
                      <a:pt x="17" y="57"/>
                    </a:cubicBezTo>
                    <a:cubicBezTo>
                      <a:pt x="18" y="61"/>
                      <a:pt x="17" y="66"/>
                      <a:pt x="16" y="71"/>
                    </a:cubicBezTo>
                    <a:cubicBezTo>
                      <a:pt x="16" y="78"/>
                      <a:pt x="15" y="85"/>
                      <a:pt x="17" y="91"/>
                    </a:cubicBezTo>
                    <a:cubicBezTo>
                      <a:pt x="18" y="93"/>
                      <a:pt x="19" y="94"/>
                      <a:pt x="21" y="93"/>
                    </a:cubicBezTo>
                    <a:cubicBezTo>
                      <a:pt x="22" y="93"/>
                      <a:pt x="23" y="91"/>
                      <a:pt x="23" y="89"/>
                    </a:cubicBezTo>
                    <a:cubicBezTo>
                      <a:pt x="21" y="84"/>
                      <a:pt x="22" y="78"/>
                      <a:pt x="22" y="71"/>
                    </a:cubicBezTo>
                    <a:cubicBezTo>
                      <a:pt x="23" y="66"/>
                      <a:pt x="24" y="61"/>
                      <a:pt x="23" y="56"/>
                    </a:cubicBezTo>
                    <a:cubicBezTo>
                      <a:pt x="21" y="43"/>
                      <a:pt x="16" y="28"/>
                      <a:pt x="11" y="1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1"/>
                      <a:pt x="4" y="0"/>
                      <a:pt x="3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4" name="Freeform 229">
                <a:extLst>
                  <a:ext uri="{FF2B5EF4-FFF2-40B4-BE49-F238E27FC236}">
                    <a16:creationId xmlns:a16="http://schemas.microsoft.com/office/drawing/2014/main" id="{976E8CB5-DB25-49B7-A6FD-4699CB620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164"/>
                <a:ext cx="112" cy="322"/>
              </a:xfrm>
              <a:custGeom>
                <a:avLst/>
                <a:gdLst>
                  <a:gd name="T0" fmla="*/ 9249 w 45"/>
                  <a:gd name="T1" fmla="*/ 1056 h 121"/>
                  <a:gd name="T2" fmla="*/ 5717 w 45"/>
                  <a:gd name="T3" fmla="*/ 12380 h 121"/>
                  <a:gd name="T4" fmla="*/ 3345 w 45"/>
                  <a:gd name="T5" fmla="*/ 19504 h 121"/>
                  <a:gd name="T6" fmla="*/ 1618 w 45"/>
                  <a:gd name="T7" fmla="*/ 30947 h 121"/>
                  <a:gd name="T8" fmla="*/ 187 w 45"/>
                  <a:gd name="T9" fmla="*/ 41216 h 121"/>
                  <a:gd name="T10" fmla="*/ 465 w 45"/>
                  <a:gd name="T11" fmla="*/ 42576 h 121"/>
                  <a:gd name="T12" fmla="*/ 1419 w 45"/>
                  <a:gd name="T13" fmla="*/ 41932 h 121"/>
                  <a:gd name="T14" fmla="*/ 3066 w 45"/>
                  <a:gd name="T15" fmla="*/ 31245 h 121"/>
                  <a:gd name="T16" fmla="*/ 4485 w 45"/>
                  <a:gd name="T17" fmla="*/ 20262 h 121"/>
                  <a:gd name="T18" fmla="*/ 6877 w 45"/>
                  <a:gd name="T19" fmla="*/ 13492 h 121"/>
                  <a:gd name="T20" fmla="*/ 10697 w 45"/>
                  <a:gd name="T21" fmla="*/ 1748 h 121"/>
                  <a:gd name="T22" fmla="*/ 10209 w 45"/>
                  <a:gd name="T23" fmla="*/ 397 h 121"/>
                  <a:gd name="T24" fmla="*/ 9249 w 45"/>
                  <a:gd name="T25" fmla="*/ 1056 h 1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121">
                    <a:moveTo>
                      <a:pt x="39" y="3"/>
                    </a:moveTo>
                    <a:cubicBezTo>
                      <a:pt x="34" y="14"/>
                      <a:pt x="29" y="24"/>
                      <a:pt x="24" y="3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9" y="65"/>
                      <a:pt x="8" y="76"/>
                      <a:pt x="7" y="87"/>
                    </a:cubicBezTo>
                    <a:cubicBezTo>
                      <a:pt x="6" y="98"/>
                      <a:pt x="5" y="107"/>
                      <a:pt x="1" y="116"/>
                    </a:cubicBezTo>
                    <a:cubicBezTo>
                      <a:pt x="0" y="117"/>
                      <a:pt x="0" y="119"/>
                      <a:pt x="2" y="120"/>
                    </a:cubicBezTo>
                    <a:cubicBezTo>
                      <a:pt x="3" y="121"/>
                      <a:pt x="5" y="120"/>
                      <a:pt x="6" y="118"/>
                    </a:cubicBezTo>
                    <a:cubicBezTo>
                      <a:pt x="10" y="109"/>
                      <a:pt x="12" y="98"/>
                      <a:pt x="13" y="88"/>
                    </a:cubicBezTo>
                    <a:cubicBezTo>
                      <a:pt x="14" y="78"/>
                      <a:pt x="15" y="67"/>
                      <a:pt x="19" y="57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4" y="27"/>
                      <a:pt x="40" y="17"/>
                      <a:pt x="45" y="5"/>
                    </a:cubicBezTo>
                    <a:cubicBezTo>
                      <a:pt x="45" y="3"/>
                      <a:pt x="45" y="2"/>
                      <a:pt x="43" y="1"/>
                    </a:cubicBezTo>
                    <a:cubicBezTo>
                      <a:pt x="41" y="0"/>
                      <a:pt x="40" y="1"/>
                      <a:pt x="39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5" name="Freeform 230">
                <a:extLst>
                  <a:ext uri="{FF2B5EF4-FFF2-40B4-BE49-F238E27FC236}">
                    <a16:creationId xmlns:a16="http://schemas.microsoft.com/office/drawing/2014/main" id="{0F171412-C9A2-46F7-8A94-E226B7861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353"/>
                <a:ext cx="227" cy="203"/>
              </a:xfrm>
              <a:custGeom>
                <a:avLst/>
                <a:gdLst>
                  <a:gd name="T0" fmla="*/ 21717 w 91"/>
                  <a:gd name="T1" fmla="*/ 401 h 76"/>
                  <a:gd name="T2" fmla="*/ 20490 w 91"/>
                  <a:gd name="T3" fmla="*/ 662 h 76"/>
                  <a:gd name="T4" fmla="*/ 19515 w 91"/>
                  <a:gd name="T5" fmla="*/ 6114 h 76"/>
                  <a:gd name="T6" fmla="*/ 18811 w 91"/>
                  <a:gd name="T7" fmla="*/ 10174 h 76"/>
                  <a:gd name="T8" fmla="*/ 12078 w 91"/>
                  <a:gd name="T9" fmla="*/ 18222 h 76"/>
                  <a:gd name="T10" fmla="*/ 7232 w 91"/>
                  <a:gd name="T11" fmla="*/ 21475 h 76"/>
                  <a:gd name="T12" fmla="*/ 187 w 91"/>
                  <a:gd name="T13" fmla="*/ 25864 h 76"/>
                  <a:gd name="T14" fmla="*/ 0 w 91"/>
                  <a:gd name="T15" fmla="*/ 26104 h 76"/>
                  <a:gd name="T16" fmla="*/ 1162 w 91"/>
                  <a:gd name="T17" fmla="*/ 27597 h 76"/>
                  <a:gd name="T18" fmla="*/ 7933 w 91"/>
                  <a:gd name="T19" fmla="*/ 23666 h 76"/>
                  <a:gd name="T20" fmla="*/ 12545 w 91"/>
                  <a:gd name="T21" fmla="*/ 20412 h 76"/>
                  <a:gd name="T22" fmla="*/ 20285 w 91"/>
                  <a:gd name="T23" fmla="*/ 10901 h 76"/>
                  <a:gd name="T24" fmla="*/ 20956 w 91"/>
                  <a:gd name="T25" fmla="*/ 6520 h 76"/>
                  <a:gd name="T26" fmla="*/ 21917 w 91"/>
                  <a:gd name="T27" fmla="*/ 1768 h 76"/>
                  <a:gd name="T28" fmla="*/ 21717 w 91"/>
                  <a:gd name="T29" fmla="*/ 401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76">
                    <a:moveTo>
                      <a:pt x="90" y="1"/>
                    </a:moveTo>
                    <a:cubicBezTo>
                      <a:pt x="88" y="0"/>
                      <a:pt x="86" y="1"/>
                      <a:pt x="85" y="2"/>
                    </a:cubicBezTo>
                    <a:cubicBezTo>
                      <a:pt x="82" y="7"/>
                      <a:pt x="81" y="12"/>
                      <a:pt x="81" y="17"/>
                    </a:cubicBezTo>
                    <a:cubicBezTo>
                      <a:pt x="80" y="21"/>
                      <a:pt x="79" y="24"/>
                      <a:pt x="78" y="28"/>
                    </a:cubicBezTo>
                    <a:cubicBezTo>
                      <a:pt x="72" y="41"/>
                      <a:pt x="65" y="45"/>
                      <a:pt x="50" y="50"/>
                    </a:cubicBezTo>
                    <a:cubicBezTo>
                      <a:pt x="44" y="53"/>
                      <a:pt x="37" y="56"/>
                      <a:pt x="30" y="59"/>
                    </a:cubicBezTo>
                    <a:cubicBezTo>
                      <a:pt x="20" y="64"/>
                      <a:pt x="10" y="69"/>
                      <a:pt x="1" y="71"/>
                    </a:cubicBezTo>
                    <a:cubicBezTo>
                      <a:pt x="0" y="71"/>
                      <a:pt x="0" y="71"/>
                      <a:pt x="0" y="72"/>
                    </a:cubicBezTo>
                    <a:cubicBezTo>
                      <a:pt x="1" y="73"/>
                      <a:pt x="3" y="75"/>
                      <a:pt x="5" y="76"/>
                    </a:cubicBezTo>
                    <a:cubicBezTo>
                      <a:pt x="14" y="74"/>
                      <a:pt x="24" y="69"/>
                      <a:pt x="33" y="65"/>
                    </a:cubicBezTo>
                    <a:cubicBezTo>
                      <a:pt x="40" y="61"/>
                      <a:pt x="46" y="58"/>
                      <a:pt x="52" y="56"/>
                    </a:cubicBezTo>
                    <a:cubicBezTo>
                      <a:pt x="66" y="51"/>
                      <a:pt x="77" y="47"/>
                      <a:pt x="84" y="30"/>
                    </a:cubicBezTo>
                    <a:cubicBezTo>
                      <a:pt x="85" y="26"/>
                      <a:pt x="86" y="22"/>
                      <a:pt x="87" y="18"/>
                    </a:cubicBezTo>
                    <a:cubicBezTo>
                      <a:pt x="87" y="14"/>
                      <a:pt x="88" y="9"/>
                      <a:pt x="91" y="5"/>
                    </a:cubicBezTo>
                    <a:cubicBezTo>
                      <a:pt x="91" y="4"/>
                      <a:pt x="91" y="2"/>
                      <a:pt x="9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6" name="Freeform 231">
                <a:extLst>
                  <a:ext uri="{FF2B5EF4-FFF2-40B4-BE49-F238E27FC236}">
                    <a16:creationId xmlns:a16="http://schemas.microsoft.com/office/drawing/2014/main" id="{CC09A407-1D49-4A45-9C1E-3CF2936EF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601"/>
                <a:ext cx="298" cy="107"/>
              </a:xfrm>
              <a:custGeom>
                <a:avLst/>
                <a:gdLst>
                  <a:gd name="T0" fmla="*/ 12624 w 119"/>
                  <a:gd name="T1" fmla="*/ 4802 h 40"/>
                  <a:gd name="T2" fmla="*/ 10347 w 119"/>
                  <a:gd name="T3" fmla="*/ 6147 h 40"/>
                  <a:gd name="T4" fmla="*/ 1305 w 119"/>
                  <a:gd name="T5" fmla="*/ 7677 h 40"/>
                  <a:gd name="T6" fmla="*/ 313 w 119"/>
                  <a:gd name="T7" fmla="*/ 7370 h 40"/>
                  <a:gd name="T8" fmla="*/ 313 w 119"/>
                  <a:gd name="T9" fmla="*/ 8745 h 40"/>
                  <a:gd name="T10" fmla="*/ 11131 w 119"/>
                  <a:gd name="T11" fmla="*/ 8501 h 40"/>
                  <a:gd name="T12" fmla="*/ 13099 w 119"/>
                  <a:gd name="T13" fmla="*/ 6548 h 40"/>
                  <a:gd name="T14" fmla="*/ 28553 w 119"/>
                  <a:gd name="T15" fmla="*/ 3269 h 40"/>
                  <a:gd name="T16" fmla="*/ 29337 w 119"/>
                  <a:gd name="T17" fmla="*/ 2605 h 40"/>
                  <a:gd name="T18" fmla="*/ 28866 w 119"/>
                  <a:gd name="T19" fmla="*/ 1073 h 40"/>
                  <a:gd name="T20" fmla="*/ 12624 w 119"/>
                  <a:gd name="T21" fmla="*/ 4802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40">
                    <a:moveTo>
                      <a:pt x="51" y="13"/>
                    </a:moveTo>
                    <a:cubicBezTo>
                      <a:pt x="42" y="17"/>
                      <a:pt x="42" y="17"/>
                      <a:pt x="42" y="17"/>
                    </a:cubicBezTo>
                    <a:cubicBezTo>
                      <a:pt x="27" y="25"/>
                      <a:pt x="13" y="31"/>
                      <a:pt x="5" y="21"/>
                    </a:cubicBezTo>
                    <a:cubicBezTo>
                      <a:pt x="4" y="19"/>
                      <a:pt x="2" y="19"/>
                      <a:pt x="1" y="20"/>
                    </a:cubicBezTo>
                    <a:cubicBezTo>
                      <a:pt x="0" y="21"/>
                      <a:pt x="0" y="23"/>
                      <a:pt x="1" y="24"/>
                    </a:cubicBezTo>
                    <a:cubicBezTo>
                      <a:pt x="12" y="40"/>
                      <a:pt x="31" y="30"/>
                      <a:pt x="45" y="23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77" y="8"/>
                      <a:pt x="95" y="6"/>
                      <a:pt x="116" y="9"/>
                    </a:cubicBezTo>
                    <a:cubicBezTo>
                      <a:pt x="117" y="10"/>
                      <a:pt x="119" y="9"/>
                      <a:pt x="119" y="7"/>
                    </a:cubicBezTo>
                    <a:cubicBezTo>
                      <a:pt x="119" y="5"/>
                      <a:pt x="118" y="4"/>
                      <a:pt x="117" y="3"/>
                    </a:cubicBezTo>
                    <a:cubicBezTo>
                      <a:pt x="95" y="0"/>
                      <a:pt x="76" y="2"/>
                      <a:pt x="5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7" name="Freeform 232">
                <a:extLst>
                  <a:ext uri="{FF2B5EF4-FFF2-40B4-BE49-F238E27FC236}">
                    <a16:creationId xmlns:a16="http://schemas.microsoft.com/office/drawing/2014/main" id="{AC7CB4D1-1436-4023-ACF9-9C76F75C3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942"/>
                <a:ext cx="147" cy="136"/>
              </a:xfrm>
              <a:custGeom>
                <a:avLst/>
                <a:gdLst>
                  <a:gd name="T0" fmla="*/ 653 w 59"/>
                  <a:gd name="T1" fmla="*/ 397 h 51"/>
                  <a:gd name="T2" fmla="*/ 187 w 59"/>
                  <a:gd name="T3" fmla="*/ 1763 h 51"/>
                  <a:gd name="T4" fmla="*/ 4520 w 59"/>
                  <a:gd name="T5" fmla="*/ 6067 h 51"/>
                  <a:gd name="T6" fmla="*/ 7208 w 59"/>
                  <a:gd name="T7" fmla="*/ 7944 h 51"/>
                  <a:gd name="T8" fmla="*/ 9789 w 59"/>
                  <a:gd name="T9" fmla="*/ 12536 h 51"/>
                  <a:gd name="T10" fmla="*/ 12943 w 59"/>
                  <a:gd name="T11" fmla="*/ 17955 h 51"/>
                  <a:gd name="T12" fmla="*/ 13905 w 59"/>
                  <a:gd name="T13" fmla="*/ 17955 h 51"/>
                  <a:gd name="T14" fmla="*/ 13905 w 59"/>
                  <a:gd name="T15" fmla="*/ 16179 h 51"/>
                  <a:gd name="T16" fmla="*/ 11055 w 59"/>
                  <a:gd name="T17" fmla="*/ 11171 h 51"/>
                  <a:gd name="T18" fmla="*/ 8170 w 59"/>
                  <a:gd name="T19" fmla="*/ 6464 h 51"/>
                  <a:gd name="T20" fmla="*/ 4811 w 59"/>
                  <a:gd name="T21" fmla="*/ 3891 h 51"/>
                  <a:gd name="T22" fmla="*/ 1627 w 59"/>
                  <a:gd name="T23" fmla="*/ 1059 h 51"/>
                  <a:gd name="T24" fmla="*/ 653 w 59"/>
                  <a:gd name="T25" fmla="*/ 397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51">
                    <a:moveTo>
                      <a:pt x="3" y="1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4" y="12"/>
                      <a:pt x="12" y="15"/>
                      <a:pt x="19" y="17"/>
                    </a:cubicBezTo>
                    <a:cubicBezTo>
                      <a:pt x="23" y="18"/>
                      <a:pt x="27" y="20"/>
                      <a:pt x="30" y="22"/>
                    </a:cubicBezTo>
                    <a:cubicBezTo>
                      <a:pt x="34" y="26"/>
                      <a:pt x="37" y="30"/>
                      <a:pt x="41" y="35"/>
                    </a:cubicBezTo>
                    <a:cubicBezTo>
                      <a:pt x="45" y="40"/>
                      <a:pt x="48" y="46"/>
                      <a:pt x="54" y="50"/>
                    </a:cubicBezTo>
                    <a:cubicBezTo>
                      <a:pt x="55" y="51"/>
                      <a:pt x="57" y="51"/>
                      <a:pt x="58" y="50"/>
                    </a:cubicBezTo>
                    <a:cubicBezTo>
                      <a:pt x="59" y="48"/>
                      <a:pt x="59" y="46"/>
                      <a:pt x="58" y="45"/>
                    </a:cubicBezTo>
                    <a:cubicBezTo>
                      <a:pt x="53" y="42"/>
                      <a:pt x="49" y="37"/>
                      <a:pt x="46" y="31"/>
                    </a:cubicBezTo>
                    <a:cubicBezTo>
                      <a:pt x="42" y="27"/>
                      <a:pt x="39" y="22"/>
                      <a:pt x="34" y="18"/>
                    </a:cubicBezTo>
                    <a:cubicBezTo>
                      <a:pt x="30" y="14"/>
                      <a:pt x="25" y="13"/>
                      <a:pt x="20" y="11"/>
                    </a:cubicBezTo>
                    <a:cubicBezTo>
                      <a:pt x="14" y="9"/>
                      <a:pt x="8" y="7"/>
                      <a:pt x="7" y="3"/>
                    </a:cubicBezTo>
                    <a:cubicBezTo>
                      <a:pt x="6" y="1"/>
                      <a:pt x="4" y="0"/>
                      <a:pt x="3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8" name="Freeform 233">
                <a:extLst>
                  <a:ext uri="{FF2B5EF4-FFF2-40B4-BE49-F238E27FC236}">
                    <a16:creationId xmlns:a16="http://schemas.microsoft.com/office/drawing/2014/main" id="{13D805E9-E055-4CB8-8D54-12CFAF2FD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206"/>
                <a:ext cx="63" cy="91"/>
              </a:xfrm>
              <a:custGeom>
                <a:avLst/>
                <a:gdLst>
                  <a:gd name="T0" fmla="*/ 318 w 25"/>
                  <a:gd name="T1" fmla="*/ 1073 h 34"/>
                  <a:gd name="T2" fmla="*/ 2865 w 25"/>
                  <a:gd name="T3" fmla="*/ 8110 h 34"/>
                  <a:gd name="T4" fmla="*/ 4884 w 25"/>
                  <a:gd name="T5" fmla="*/ 11814 h 34"/>
                  <a:gd name="T6" fmla="*/ 5887 w 25"/>
                  <a:gd name="T7" fmla="*/ 12521 h 34"/>
                  <a:gd name="T8" fmla="*/ 6096 w 25"/>
                  <a:gd name="T9" fmla="*/ 10990 h 34"/>
                  <a:gd name="T10" fmla="*/ 3873 w 25"/>
                  <a:gd name="T11" fmla="*/ 6576 h 34"/>
                  <a:gd name="T12" fmla="*/ 1809 w 25"/>
                  <a:gd name="T13" fmla="*/ 1073 h 34"/>
                  <a:gd name="T14" fmla="*/ 1011 w 25"/>
                  <a:gd name="T15" fmla="*/ 0 h 34"/>
                  <a:gd name="T16" fmla="*/ 318 w 25"/>
                  <a:gd name="T17" fmla="*/ 1073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4">
                    <a:moveTo>
                      <a:pt x="1" y="3"/>
                    </a:moveTo>
                    <a:cubicBezTo>
                      <a:pt x="0" y="12"/>
                      <a:pt x="6" y="17"/>
                      <a:pt x="11" y="22"/>
                    </a:cubicBezTo>
                    <a:cubicBezTo>
                      <a:pt x="14" y="25"/>
                      <a:pt x="17" y="28"/>
                      <a:pt x="19" y="32"/>
                    </a:cubicBezTo>
                    <a:cubicBezTo>
                      <a:pt x="19" y="34"/>
                      <a:pt x="21" y="34"/>
                      <a:pt x="23" y="34"/>
                    </a:cubicBezTo>
                    <a:cubicBezTo>
                      <a:pt x="24" y="33"/>
                      <a:pt x="25" y="31"/>
                      <a:pt x="24" y="30"/>
                    </a:cubicBezTo>
                    <a:cubicBezTo>
                      <a:pt x="22" y="24"/>
                      <a:pt x="18" y="21"/>
                      <a:pt x="15" y="18"/>
                    </a:cubicBezTo>
                    <a:cubicBezTo>
                      <a:pt x="10" y="13"/>
                      <a:pt x="7" y="10"/>
                      <a:pt x="7" y="3"/>
                    </a:cubicBezTo>
                    <a:cubicBezTo>
                      <a:pt x="7" y="1"/>
                      <a:pt x="6" y="0"/>
                      <a:pt x="4" y="0"/>
                    </a:cubicBezTo>
                    <a:cubicBezTo>
                      <a:pt x="3" y="0"/>
                      <a:pt x="1" y="1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9" name="Freeform 234">
                <a:extLst>
                  <a:ext uri="{FF2B5EF4-FFF2-40B4-BE49-F238E27FC236}">
                    <a16:creationId xmlns:a16="http://schemas.microsoft.com/office/drawing/2014/main" id="{45DDD1DF-DC07-45AA-9C56-C1DD8EB7A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105"/>
                <a:ext cx="182" cy="219"/>
              </a:xfrm>
              <a:custGeom>
                <a:avLst/>
                <a:gdLst>
                  <a:gd name="T0" fmla="*/ 653 w 73"/>
                  <a:gd name="T1" fmla="*/ 0 h 82"/>
                  <a:gd name="T2" fmla="*/ 0 w 73"/>
                  <a:gd name="T3" fmla="*/ 1071 h 82"/>
                  <a:gd name="T4" fmla="*/ 4525 w 73"/>
                  <a:gd name="T5" fmla="*/ 11297 h 82"/>
                  <a:gd name="T6" fmla="*/ 6956 w 73"/>
                  <a:gd name="T7" fmla="*/ 14550 h 82"/>
                  <a:gd name="T8" fmla="*/ 8646 w 73"/>
                  <a:gd name="T9" fmla="*/ 19280 h 82"/>
                  <a:gd name="T10" fmla="*/ 10586 w 73"/>
                  <a:gd name="T11" fmla="*/ 24330 h 82"/>
                  <a:gd name="T12" fmla="*/ 14445 w 73"/>
                  <a:gd name="T13" fmla="*/ 28288 h 82"/>
                  <a:gd name="T14" fmla="*/ 16378 w 73"/>
                  <a:gd name="T15" fmla="*/ 29359 h 82"/>
                  <a:gd name="T16" fmla="*/ 17542 w 73"/>
                  <a:gd name="T17" fmla="*/ 29108 h 82"/>
                  <a:gd name="T18" fmla="*/ 17031 w 73"/>
                  <a:gd name="T19" fmla="*/ 27583 h 82"/>
                  <a:gd name="T20" fmla="*/ 14907 w 73"/>
                  <a:gd name="T21" fmla="*/ 26098 h 82"/>
                  <a:gd name="T22" fmla="*/ 11543 w 73"/>
                  <a:gd name="T23" fmla="*/ 22840 h 82"/>
                  <a:gd name="T24" fmla="*/ 10120 w 73"/>
                  <a:gd name="T25" fmla="*/ 18460 h 82"/>
                  <a:gd name="T26" fmla="*/ 7888 w 73"/>
                  <a:gd name="T27" fmla="*/ 12611 h 82"/>
                  <a:gd name="T28" fmla="*/ 5303 w 73"/>
                  <a:gd name="T29" fmla="*/ 9350 h 82"/>
                  <a:gd name="T30" fmla="*/ 1424 w 73"/>
                  <a:gd name="T31" fmla="*/ 1071 h 82"/>
                  <a:gd name="T32" fmla="*/ 653 w 73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3" h="82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1" y="19"/>
                      <a:pt x="10" y="25"/>
                      <a:pt x="19" y="31"/>
                    </a:cubicBezTo>
                    <a:cubicBezTo>
                      <a:pt x="22" y="34"/>
                      <a:pt x="26" y="36"/>
                      <a:pt x="29" y="40"/>
                    </a:cubicBezTo>
                    <a:cubicBezTo>
                      <a:pt x="33" y="43"/>
                      <a:pt x="34" y="48"/>
                      <a:pt x="36" y="53"/>
                    </a:cubicBezTo>
                    <a:cubicBezTo>
                      <a:pt x="38" y="58"/>
                      <a:pt x="40" y="63"/>
                      <a:pt x="44" y="67"/>
                    </a:cubicBezTo>
                    <a:cubicBezTo>
                      <a:pt x="49" y="73"/>
                      <a:pt x="55" y="75"/>
                      <a:pt x="60" y="78"/>
                    </a:cubicBezTo>
                    <a:cubicBezTo>
                      <a:pt x="68" y="81"/>
                      <a:pt x="68" y="81"/>
                      <a:pt x="68" y="81"/>
                    </a:cubicBezTo>
                    <a:cubicBezTo>
                      <a:pt x="70" y="82"/>
                      <a:pt x="72" y="82"/>
                      <a:pt x="73" y="80"/>
                    </a:cubicBezTo>
                    <a:cubicBezTo>
                      <a:pt x="73" y="79"/>
                      <a:pt x="73" y="77"/>
                      <a:pt x="71" y="76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57" y="70"/>
                      <a:pt x="52" y="68"/>
                      <a:pt x="48" y="63"/>
                    </a:cubicBezTo>
                    <a:cubicBezTo>
                      <a:pt x="45" y="60"/>
                      <a:pt x="44" y="56"/>
                      <a:pt x="42" y="51"/>
                    </a:cubicBezTo>
                    <a:cubicBezTo>
                      <a:pt x="40" y="46"/>
                      <a:pt x="38" y="40"/>
                      <a:pt x="33" y="35"/>
                    </a:cubicBezTo>
                    <a:cubicBezTo>
                      <a:pt x="30" y="32"/>
                      <a:pt x="26" y="29"/>
                      <a:pt x="22" y="26"/>
                    </a:cubicBezTo>
                    <a:cubicBezTo>
                      <a:pt x="14" y="20"/>
                      <a:pt x="7" y="15"/>
                      <a:pt x="6" y="3"/>
                    </a:cubicBezTo>
                    <a:cubicBezTo>
                      <a:pt x="6" y="1"/>
                      <a:pt x="5" y="0"/>
                      <a:pt x="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80" name="Freeform 235">
                <a:extLst>
                  <a:ext uri="{FF2B5EF4-FFF2-40B4-BE49-F238E27FC236}">
                    <a16:creationId xmlns:a16="http://schemas.microsoft.com/office/drawing/2014/main" id="{F4912264-73E8-42DB-8519-E9072FCA8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126"/>
                <a:ext cx="207" cy="94"/>
              </a:xfrm>
              <a:custGeom>
                <a:avLst/>
                <a:gdLst>
                  <a:gd name="T0" fmla="*/ 19301 w 83"/>
                  <a:gd name="T1" fmla="*/ 10458 h 35"/>
                  <a:gd name="T2" fmla="*/ 13697 w 83"/>
                  <a:gd name="T3" fmla="*/ 7125 h 35"/>
                  <a:gd name="T4" fmla="*/ 10592 w 83"/>
                  <a:gd name="T5" fmla="*/ 3333 h 35"/>
                  <a:gd name="T6" fmla="*/ 5025 w 83"/>
                  <a:gd name="T7" fmla="*/ 1571 h 35"/>
                  <a:gd name="T8" fmla="*/ 187 w 83"/>
                  <a:gd name="T9" fmla="*/ 0 h 35"/>
                  <a:gd name="T10" fmla="*/ 187 w 83"/>
                  <a:gd name="T11" fmla="*/ 0 h 35"/>
                  <a:gd name="T12" fmla="*/ 0 w 83"/>
                  <a:gd name="T13" fmla="*/ 2229 h 35"/>
                  <a:gd name="T14" fmla="*/ 5025 w 83"/>
                  <a:gd name="T15" fmla="*/ 3795 h 35"/>
                  <a:gd name="T16" fmla="*/ 9821 w 83"/>
                  <a:gd name="T17" fmla="*/ 5562 h 35"/>
                  <a:gd name="T18" fmla="*/ 13031 w 83"/>
                  <a:gd name="T19" fmla="*/ 8699 h 35"/>
                  <a:gd name="T20" fmla="*/ 19301 w 83"/>
                  <a:gd name="T21" fmla="*/ 12687 h 35"/>
                  <a:gd name="T22" fmla="*/ 19967 w 83"/>
                  <a:gd name="T23" fmla="*/ 11331 h 35"/>
                  <a:gd name="T24" fmla="*/ 19301 w 83"/>
                  <a:gd name="T25" fmla="*/ 10458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35">
                    <a:moveTo>
                      <a:pt x="80" y="28"/>
                    </a:moveTo>
                    <a:cubicBezTo>
                      <a:pt x="70" y="29"/>
                      <a:pt x="64" y="24"/>
                      <a:pt x="57" y="19"/>
                    </a:cubicBezTo>
                    <a:cubicBezTo>
                      <a:pt x="53" y="15"/>
                      <a:pt x="49" y="12"/>
                      <a:pt x="44" y="9"/>
                    </a:cubicBezTo>
                    <a:cubicBezTo>
                      <a:pt x="37" y="6"/>
                      <a:pt x="29" y="5"/>
                      <a:pt x="21" y="4"/>
                    </a:cubicBezTo>
                    <a:cubicBezTo>
                      <a:pt x="14" y="4"/>
                      <a:pt x="7" y="3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6" y="9"/>
                      <a:pt x="14" y="10"/>
                      <a:pt x="21" y="10"/>
                    </a:cubicBezTo>
                    <a:cubicBezTo>
                      <a:pt x="28" y="11"/>
                      <a:pt x="35" y="12"/>
                      <a:pt x="41" y="15"/>
                    </a:cubicBezTo>
                    <a:cubicBezTo>
                      <a:pt x="46" y="17"/>
                      <a:pt x="50" y="20"/>
                      <a:pt x="54" y="23"/>
                    </a:cubicBezTo>
                    <a:cubicBezTo>
                      <a:pt x="61" y="29"/>
                      <a:pt x="68" y="35"/>
                      <a:pt x="80" y="34"/>
                    </a:cubicBezTo>
                    <a:cubicBezTo>
                      <a:pt x="82" y="34"/>
                      <a:pt x="83" y="32"/>
                      <a:pt x="83" y="30"/>
                    </a:cubicBezTo>
                    <a:cubicBezTo>
                      <a:pt x="83" y="29"/>
                      <a:pt x="81" y="28"/>
                      <a:pt x="80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81" name="Freeform 236">
                <a:extLst>
                  <a:ext uri="{FF2B5EF4-FFF2-40B4-BE49-F238E27FC236}">
                    <a16:creationId xmlns:a16="http://schemas.microsoft.com/office/drawing/2014/main" id="{1C29B9A2-00D7-4B63-9DEC-B0BFBBAD2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1862"/>
                <a:ext cx="270" cy="46"/>
              </a:xfrm>
              <a:custGeom>
                <a:avLst/>
                <a:gdLst>
                  <a:gd name="T0" fmla="*/ 0 w 108"/>
                  <a:gd name="T1" fmla="*/ 1185 h 17"/>
                  <a:gd name="T2" fmla="*/ 783 w 108"/>
                  <a:gd name="T3" fmla="*/ 2300 h 17"/>
                  <a:gd name="T4" fmla="*/ 5208 w 108"/>
                  <a:gd name="T5" fmla="*/ 3206 h 17"/>
                  <a:gd name="T6" fmla="*/ 12033 w 108"/>
                  <a:gd name="T7" fmla="*/ 3924 h 17"/>
                  <a:gd name="T8" fmla="*/ 16145 w 108"/>
                  <a:gd name="T9" fmla="*/ 3485 h 17"/>
                  <a:gd name="T10" fmla="*/ 25208 w 108"/>
                  <a:gd name="T11" fmla="*/ 6224 h 17"/>
                  <a:gd name="T12" fmla="*/ 26175 w 108"/>
                  <a:gd name="T13" fmla="*/ 6224 h 17"/>
                  <a:gd name="T14" fmla="*/ 26175 w 108"/>
                  <a:gd name="T15" fmla="*/ 4657 h 17"/>
                  <a:gd name="T16" fmla="*/ 15938 w 108"/>
                  <a:gd name="T17" fmla="*/ 1185 h 17"/>
                  <a:gd name="T18" fmla="*/ 12033 w 108"/>
                  <a:gd name="T19" fmla="*/ 1605 h 17"/>
                  <a:gd name="T20" fmla="*/ 5395 w 108"/>
                  <a:gd name="T21" fmla="*/ 755 h 17"/>
                  <a:gd name="T22" fmla="*/ 783 w 108"/>
                  <a:gd name="T23" fmla="*/ 0 h 17"/>
                  <a:gd name="T24" fmla="*/ 0 w 108"/>
                  <a:gd name="T25" fmla="*/ 1185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8" h="17">
                    <a:moveTo>
                      <a:pt x="0" y="3"/>
                    </a:moveTo>
                    <a:cubicBezTo>
                      <a:pt x="0" y="4"/>
                      <a:pt x="1" y="6"/>
                      <a:pt x="3" y="6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30" y="9"/>
                      <a:pt x="40" y="10"/>
                      <a:pt x="49" y="10"/>
                    </a:cubicBezTo>
                    <a:cubicBezTo>
                      <a:pt x="55" y="10"/>
                      <a:pt x="60" y="10"/>
                      <a:pt x="66" y="9"/>
                    </a:cubicBezTo>
                    <a:cubicBezTo>
                      <a:pt x="79" y="8"/>
                      <a:pt x="91" y="6"/>
                      <a:pt x="103" y="16"/>
                    </a:cubicBezTo>
                    <a:cubicBezTo>
                      <a:pt x="104" y="17"/>
                      <a:pt x="106" y="17"/>
                      <a:pt x="107" y="16"/>
                    </a:cubicBezTo>
                    <a:cubicBezTo>
                      <a:pt x="108" y="14"/>
                      <a:pt x="108" y="13"/>
                      <a:pt x="107" y="12"/>
                    </a:cubicBezTo>
                    <a:cubicBezTo>
                      <a:pt x="93" y="0"/>
                      <a:pt x="79" y="2"/>
                      <a:pt x="65" y="3"/>
                    </a:cubicBezTo>
                    <a:cubicBezTo>
                      <a:pt x="60" y="4"/>
                      <a:pt x="54" y="4"/>
                      <a:pt x="49" y="4"/>
                    </a:cubicBezTo>
                    <a:cubicBezTo>
                      <a:pt x="40" y="4"/>
                      <a:pt x="31" y="3"/>
                      <a:pt x="22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82" name="Freeform 237">
                <a:extLst>
                  <a:ext uri="{FF2B5EF4-FFF2-40B4-BE49-F238E27FC236}">
                    <a16:creationId xmlns:a16="http://schemas.microsoft.com/office/drawing/2014/main" id="{EB130CB6-F96E-4288-ADF1-B9A0C3291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692"/>
                <a:ext cx="308" cy="88"/>
              </a:xfrm>
              <a:custGeom>
                <a:avLst/>
                <a:gdLst>
                  <a:gd name="T0" fmla="*/ 14271 w 123"/>
                  <a:gd name="T1" fmla="*/ 5405 h 33"/>
                  <a:gd name="T2" fmla="*/ 992 w 123"/>
                  <a:gd name="T3" fmla="*/ 9045 h 33"/>
                  <a:gd name="T4" fmla="*/ 313 w 123"/>
                  <a:gd name="T5" fmla="*/ 10104 h 33"/>
                  <a:gd name="T6" fmla="*/ 784 w 123"/>
                  <a:gd name="T7" fmla="*/ 11171 h 33"/>
                  <a:gd name="T8" fmla="*/ 15054 w 123"/>
                  <a:gd name="T9" fmla="*/ 7133 h 33"/>
                  <a:gd name="T10" fmla="*/ 29333 w 123"/>
                  <a:gd name="T11" fmla="*/ 2184 h 33"/>
                  <a:gd name="T12" fmla="*/ 30317 w 123"/>
                  <a:gd name="T13" fmla="*/ 1059 h 33"/>
                  <a:gd name="T14" fmla="*/ 29533 w 123"/>
                  <a:gd name="T15" fmla="*/ 0 h 33"/>
                  <a:gd name="T16" fmla="*/ 14271 w 123"/>
                  <a:gd name="T17" fmla="*/ 540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" h="33">
                    <a:moveTo>
                      <a:pt x="58" y="15"/>
                    </a:moveTo>
                    <a:cubicBezTo>
                      <a:pt x="43" y="24"/>
                      <a:pt x="20" y="27"/>
                      <a:pt x="4" y="25"/>
                    </a:cubicBezTo>
                    <a:cubicBezTo>
                      <a:pt x="2" y="25"/>
                      <a:pt x="1" y="26"/>
                      <a:pt x="1" y="28"/>
                    </a:cubicBezTo>
                    <a:cubicBezTo>
                      <a:pt x="0" y="30"/>
                      <a:pt x="2" y="31"/>
                      <a:pt x="3" y="31"/>
                    </a:cubicBezTo>
                    <a:cubicBezTo>
                      <a:pt x="20" y="33"/>
                      <a:pt x="45" y="31"/>
                      <a:pt x="61" y="20"/>
                    </a:cubicBezTo>
                    <a:cubicBezTo>
                      <a:pt x="81" y="8"/>
                      <a:pt x="96" y="6"/>
                      <a:pt x="119" y="6"/>
                    </a:cubicBezTo>
                    <a:cubicBezTo>
                      <a:pt x="121" y="6"/>
                      <a:pt x="123" y="5"/>
                      <a:pt x="123" y="3"/>
                    </a:cubicBezTo>
                    <a:cubicBezTo>
                      <a:pt x="123" y="2"/>
                      <a:pt x="121" y="0"/>
                      <a:pt x="120" y="0"/>
                    </a:cubicBezTo>
                    <a:cubicBezTo>
                      <a:pt x="96" y="0"/>
                      <a:pt x="79" y="2"/>
                      <a:pt x="58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83" name="Freeform 238">
                <a:extLst>
                  <a:ext uri="{FF2B5EF4-FFF2-40B4-BE49-F238E27FC236}">
                    <a16:creationId xmlns:a16="http://schemas.microsoft.com/office/drawing/2014/main" id="{2A4C1BA5-7A1C-4605-9DB0-1B56F6995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681"/>
                <a:ext cx="227" cy="96"/>
              </a:xfrm>
              <a:custGeom>
                <a:avLst/>
                <a:gdLst>
                  <a:gd name="T0" fmla="*/ 20752 w 91"/>
                  <a:gd name="T1" fmla="*/ 0 h 36"/>
                  <a:gd name="T2" fmla="*/ 15955 w 91"/>
                  <a:gd name="T3" fmla="*/ 1059 h 36"/>
                  <a:gd name="T4" fmla="*/ 10801 w 91"/>
                  <a:gd name="T5" fmla="*/ 2184 h 36"/>
                  <a:gd name="T6" fmla="*/ 7232 w 91"/>
                  <a:gd name="T7" fmla="*/ 5405 h 36"/>
                  <a:gd name="T8" fmla="*/ 965 w 91"/>
                  <a:gd name="T9" fmla="*/ 9309 h 36"/>
                  <a:gd name="T10" fmla="*/ 0 w 91"/>
                  <a:gd name="T11" fmla="*/ 9707 h 36"/>
                  <a:gd name="T12" fmla="*/ 466 w 91"/>
                  <a:gd name="T13" fmla="*/ 11171 h 36"/>
                  <a:gd name="T14" fmla="*/ 8214 w 91"/>
                  <a:gd name="T15" fmla="*/ 7133 h 36"/>
                  <a:gd name="T16" fmla="*/ 11300 w 91"/>
                  <a:gd name="T17" fmla="*/ 3891 h 36"/>
                  <a:gd name="T18" fmla="*/ 15955 w 91"/>
                  <a:gd name="T19" fmla="*/ 3243 h 36"/>
                  <a:gd name="T20" fmla="*/ 21450 w 91"/>
                  <a:gd name="T21" fmla="*/ 2184 h 36"/>
                  <a:gd name="T22" fmla="*/ 21717 w 91"/>
                  <a:gd name="T23" fmla="*/ 661 h 36"/>
                  <a:gd name="T24" fmla="*/ 20752 w 91"/>
                  <a:gd name="T25" fmla="*/ 0 h 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1" h="36">
                    <a:moveTo>
                      <a:pt x="86" y="0"/>
                    </a:moveTo>
                    <a:cubicBezTo>
                      <a:pt x="80" y="3"/>
                      <a:pt x="73" y="3"/>
                      <a:pt x="66" y="3"/>
                    </a:cubicBezTo>
                    <a:cubicBezTo>
                      <a:pt x="59" y="3"/>
                      <a:pt x="52" y="3"/>
                      <a:pt x="45" y="6"/>
                    </a:cubicBezTo>
                    <a:cubicBezTo>
                      <a:pt x="40" y="8"/>
                      <a:pt x="35" y="11"/>
                      <a:pt x="30" y="15"/>
                    </a:cubicBezTo>
                    <a:cubicBezTo>
                      <a:pt x="22" y="23"/>
                      <a:pt x="13" y="29"/>
                      <a:pt x="4" y="26"/>
                    </a:cubicBezTo>
                    <a:cubicBezTo>
                      <a:pt x="3" y="25"/>
                      <a:pt x="1" y="26"/>
                      <a:pt x="0" y="27"/>
                    </a:cubicBezTo>
                    <a:cubicBezTo>
                      <a:pt x="0" y="29"/>
                      <a:pt x="1" y="31"/>
                      <a:pt x="2" y="31"/>
                    </a:cubicBezTo>
                    <a:cubicBezTo>
                      <a:pt x="14" y="36"/>
                      <a:pt x="25" y="28"/>
                      <a:pt x="34" y="20"/>
                    </a:cubicBezTo>
                    <a:cubicBezTo>
                      <a:pt x="39" y="16"/>
                      <a:pt x="43" y="13"/>
                      <a:pt x="47" y="11"/>
                    </a:cubicBezTo>
                    <a:cubicBezTo>
                      <a:pt x="53" y="9"/>
                      <a:pt x="59" y="9"/>
                      <a:pt x="66" y="9"/>
                    </a:cubicBezTo>
                    <a:cubicBezTo>
                      <a:pt x="73" y="9"/>
                      <a:pt x="81" y="9"/>
                      <a:pt x="89" y="6"/>
                    </a:cubicBezTo>
                    <a:cubicBezTo>
                      <a:pt x="90" y="5"/>
                      <a:pt x="91" y="3"/>
                      <a:pt x="90" y="2"/>
                    </a:cubicBezTo>
                    <a:cubicBezTo>
                      <a:pt x="89" y="0"/>
                      <a:pt x="87" y="0"/>
                      <a:pt x="86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84" name="Freeform 239">
                <a:extLst>
                  <a:ext uri="{FF2B5EF4-FFF2-40B4-BE49-F238E27FC236}">
                    <a16:creationId xmlns:a16="http://schemas.microsoft.com/office/drawing/2014/main" id="{747969EA-F271-470C-B6AE-560E67F01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308"/>
                <a:ext cx="62" cy="242"/>
              </a:xfrm>
              <a:custGeom>
                <a:avLst/>
                <a:gdLst>
                  <a:gd name="T0" fmla="*/ 184 w 25"/>
                  <a:gd name="T1" fmla="*/ 396 h 91"/>
                  <a:gd name="T2" fmla="*/ 184 w 25"/>
                  <a:gd name="T3" fmla="*/ 1747 h 91"/>
                  <a:gd name="T4" fmla="*/ 2988 w 25"/>
                  <a:gd name="T5" fmla="*/ 18113 h 91"/>
                  <a:gd name="T6" fmla="*/ 4422 w 25"/>
                  <a:gd name="T7" fmla="*/ 31109 h 91"/>
                  <a:gd name="T8" fmla="*/ 5339 w 25"/>
                  <a:gd name="T9" fmla="*/ 31803 h 91"/>
                  <a:gd name="T10" fmla="*/ 5826 w 25"/>
                  <a:gd name="T11" fmla="*/ 30465 h 91"/>
                  <a:gd name="T12" fmla="*/ 4422 w 25"/>
                  <a:gd name="T13" fmla="*/ 18113 h 91"/>
                  <a:gd name="T14" fmla="*/ 1401 w 25"/>
                  <a:gd name="T15" fmla="*/ 396 h 91"/>
                  <a:gd name="T16" fmla="*/ 184 w 25"/>
                  <a:gd name="T17" fmla="*/ 396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91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12" y="19"/>
                      <a:pt x="13" y="35"/>
                      <a:pt x="13" y="51"/>
                    </a:cubicBezTo>
                    <a:cubicBezTo>
                      <a:pt x="14" y="63"/>
                      <a:pt x="14" y="76"/>
                      <a:pt x="19" y="88"/>
                    </a:cubicBezTo>
                    <a:cubicBezTo>
                      <a:pt x="20" y="90"/>
                      <a:pt x="21" y="91"/>
                      <a:pt x="23" y="90"/>
                    </a:cubicBezTo>
                    <a:cubicBezTo>
                      <a:pt x="25" y="89"/>
                      <a:pt x="25" y="88"/>
                      <a:pt x="25" y="86"/>
                    </a:cubicBezTo>
                    <a:cubicBezTo>
                      <a:pt x="20" y="75"/>
                      <a:pt x="20" y="63"/>
                      <a:pt x="19" y="51"/>
                    </a:cubicBezTo>
                    <a:cubicBezTo>
                      <a:pt x="19" y="34"/>
                      <a:pt x="18" y="17"/>
                      <a:pt x="6" y="1"/>
                    </a:cubicBezTo>
                    <a:cubicBezTo>
                      <a:pt x="5" y="0"/>
                      <a:pt x="3" y="0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85" name="Freeform 240">
                <a:extLst>
                  <a:ext uri="{FF2B5EF4-FFF2-40B4-BE49-F238E27FC236}">
                    <a16:creationId xmlns:a16="http://schemas.microsoft.com/office/drawing/2014/main" id="{60DA4A01-588C-4825-AE0C-41BFBAC58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385"/>
                <a:ext cx="88" cy="269"/>
              </a:xfrm>
              <a:custGeom>
                <a:avLst/>
                <a:gdLst>
                  <a:gd name="T0" fmla="*/ 797 w 35"/>
                  <a:gd name="T1" fmla="*/ 397 h 101"/>
                  <a:gd name="T2" fmla="*/ 317 w 35"/>
                  <a:gd name="T3" fmla="*/ 1454 h 101"/>
                  <a:gd name="T4" fmla="*/ 3515 w 35"/>
                  <a:gd name="T5" fmla="*/ 10315 h 101"/>
                  <a:gd name="T6" fmla="*/ 6834 w 35"/>
                  <a:gd name="T7" fmla="*/ 19570 h 101"/>
                  <a:gd name="T8" fmla="*/ 6308 w 35"/>
                  <a:gd name="T9" fmla="*/ 26828 h 101"/>
                  <a:gd name="T10" fmla="*/ 6517 w 35"/>
                  <a:gd name="T11" fmla="*/ 35631 h 101"/>
                  <a:gd name="T12" fmla="*/ 7548 w 35"/>
                  <a:gd name="T13" fmla="*/ 35631 h 101"/>
                  <a:gd name="T14" fmla="*/ 7548 w 35"/>
                  <a:gd name="T15" fmla="*/ 34312 h 101"/>
                  <a:gd name="T16" fmla="*/ 7840 w 35"/>
                  <a:gd name="T17" fmla="*/ 27076 h 101"/>
                  <a:gd name="T18" fmla="*/ 8345 w 35"/>
                  <a:gd name="T19" fmla="*/ 19331 h 101"/>
                  <a:gd name="T20" fmla="*/ 4830 w 35"/>
                  <a:gd name="T21" fmla="*/ 8952 h 101"/>
                  <a:gd name="T22" fmla="*/ 1524 w 35"/>
                  <a:gd name="T23" fmla="*/ 661 h 101"/>
                  <a:gd name="T24" fmla="*/ 797 w 35"/>
                  <a:gd name="T25" fmla="*/ 397 h 10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101">
                    <a:moveTo>
                      <a:pt x="3" y="1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4" y="13"/>
                      <a:pt x="9" y="21"/>
                      <a:pt x="14" y="29"/>
                    </a:cubicBezTo>
                    <a:cubicBezTo>
                      <a:pt x="19" y="37"/>
                      <a:pt x="25" y="46"/>
                      <a:pt x="27" y="55"/>
                    </a:cubicBezTo>
                    <a:cubicBezTo>
                      <a:pt x="28" y="60"/>
                      <a:pt x="27" y="67"/>
                      <a:pt x="25" y="75"/>
                    </a:cubicBezTo>
                    <a:cubicBezTo>
                      <a:pt x="23" y="86"/>
                      <a:pt x="20" y="96"/>
                      <a:pt x="26" y="100"/>
                    </a:cubicBezTo>
                    <a:cubicBezTo>
                      <a:pt x="27" y="101"/>
                      <a:pt x="29" y="101"/>
                      <a:pt x="30" y="100"/>
                    </a:cubicBezTo>
                    <a:cubicBezTo>
                      <a:pt x="31" y="99"/>
                      <a:pt x="31" y="97"/>
                      <a:pt x="30" y="96"/>
                    </a:cubicBezTo>
                    <a:cubicBezTo>
                      <a:pt x="27" y="94"/>
                      <a:pt x="29" y="84"/>
                      <a:pt x="31" y="76"/>
                    </a:cubicBezTo>
                    <a:cubicBezTo>
                      <a:pt x="33" y="68"/>
                      <a:pt x="35" y="60"/>
                      <a:pt x="33" y="54"/>
                    </a:cubicBezTo>
                    <a:cubicBezTo>
                      <a:pt x="30" y="43"/>
                      <a:pt x="25" y="34"/>
                      <a:pt x="19" y="25"/>
                    </a:cubicBezTo>
                    <a:cubicBezTo>
                      <a:pt x="14" y="18"/>
                      <a:pt x="9" y="10"/>
                      <a:pt x="6" y="2"/>
                    </a:cubicBezTo>
                    <a:cubicBezTo>
                      <a:pt x="6" y="1"/>
                      <a:pt x="4" y="0"/>
                      <a:pt x="3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86" name="Freeform 241">
                <a:extLst>
                  <a:ext uri="{FF2B5EF4-FFF2-40B4-BE49-F238E27FC236}">
                    <a16:creationId xmlns:a16="http://schemas.microsoft.com/office/drawing/2014/main" id="{37681B75-2BA1-41D7-9B78-A540099D3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396"/>
                <a:ext cx="108" cy="248"/>
              </a:xfrm>
              <a:custGeom>
                <a:avLst/>
                <a:gdLst>
                  <a:gd name="T0" fmla="*/ 522 w 43"/>
                  <a:gd name="T1" fmla="*/ 397 h 93"/>
                  <a:gd name="T2" fmla="*/ 316 w 43"/>
                  <a:gd name="T3" fmla="*/ 1763 h 93"/>
                  <a:gd name="T4" fmla="*/ 3973 w 43"/>
                  <a:gd name="T5" fmla="*/ 16179 h 93"/>
                  <a:gd name="T6" fmla="*/ 4498 w 43"/>
                  <a:gd name="T7" fmla="*/ 19819 h 93"/>
                  <a:gd name="T8" fmla="*/ 9507 w 43"/>
                  <a:gd name="T9" fmla="*/ 33016 h 93"/>
                  <a:gd name="T10" fmla="*/ 10504 w 43"/>
                  <a:gd name="T11" fmla="*/ 33016 h 93"/>
                  <a:gd name="T12" fmla="*/ 10315 w 43"/>
                  <a:gd name="T13" fmla="*/ 31709 h 93"/>
                  <a:gd name="T14" fmla="*/ 6005 w 43"/>
                  <a:gd name="T15" fmla="*/ 19421 h 93"/>
                  <a:gd name="T16" fmla="*/ 5500 w 43"/>
                  <a:gd name="T17" fmla="*/ 15779 h 93"/>
                  <a:gd name="T18" fmla="*/ 1507 w 43"/>
                  <a:gd name="T19" fmla="*/ 661 h 93"/>
                  <a:gd name="T20" fmla="*/ 522 w 43"/>
                  <a:gd name="T21" fmla="*/ 397 h 9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93">
                    <a:moveTo>
                      <a:pt x="2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12" y="20"/>
                      <a:pt x="14" y="30"/>
                      <a:pt x="16" y="4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21" y="68"/>
                      <a:pt x="28" y="84"/>
                      <a:pt x="38" y="92"/>
                    </a:cubicBezTo>
                    <a:cubicBezTo>
                      <a:pt x="39" y="93"/>
                      <a:pt x="41" y="93"/>
                      <a:pt x="42" y="92"/>
                    </a:cubicBezTo>
                    <a:cubicBezTo>
                      <a:pt x="43" y="91"/>
                      <a:pt x="43" y="89"/>
                      <a:pt x="41" y="88"/>
                    </a:cubicBezTo>
                    <a:cubicBezTo>
                      <a:pt x="33" y="81"/>
                      <a:pt x="26" y="65"/>
                      <a:pt x="24" y="5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19" y="29"/>
                      <a:pt x="17" y="17"/>
                      <a:pt x="6" y="2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87" name="Freeform 242">
                <a:extLst>
                  <a:ext uri="{FF2B5EF4-FFF2-40B4-BE49-F238E27FC236}">
                    <a16:creationId xmlns:a16="http://schemas.microsoft.com/office/drawing/2014/main" id="{E8ACF766-A99E-41D2-9B0F-0CAAB4600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50"/>
                <a:ext cx="123" cy="286"/>
              </a:xfrm>
              <a:custGeom>
                <a:avLst/>
                <a:gdLst>
                  <a:gd name="T0" fmla="*/ 316 w 49"/>
                  <a:gd name="T1" fmla="*/ 401 h 107"/>
                  <a:gd name="T2" fmla="*/ 316 w 49"/>
                  <a:gd name="T3" fmla="*/ 1794 h 107"/>
                  <a:gd name="T4" fmla="*/ 2786 w 49"/>
                  <a:gd name="T5" fmla="*/ 13517 h 107"/>
                  <a:gd name="T6" fmla="*/ 3969 w 49"/>
                  <a:gd name="T7" fmla="*/ 22247 h 107"/>
                  <a:gd name="T8" fmla="*/ 7990 w 49"/>
                  <a:gd name="T9" fmla="*/ 32064 h 107"/>
                  <a:gd name="T10" fmla="*/ 10756 w 49"/>
                  <a:gd name="T11" fmla="*/ 38329 h 107"/>
                  <a:gd name="T12" fmla="*/ 11753 w 49"/>
                  <a:gd name="T13" fmla="*/ 38594 h 107"/>
                  <a:gd name="T14" fmla="*/ 11959 w 49"/>
                  <a:gd name="T15" fmla="*/ 37258 h 107"/>
                  <a:gd name="T16" fmla="*/ 9250 w 49"/>
                  <a:gd name="T17" fmla="*/ 30671 h 107"/>
                  <a:gd name="T18" fmla="*/ 5475 w 49"/>
                  <a:gd name="T19" fmla="*/ 21541 h 107"/>
                  <a:gd name="T20" fmla="*/ 4285 w 49"/>
                  <a:gd name="T21" fmla="*/ 13116 h 107"/>
                  <a:gd name="T22" fmla="*/ 1310 w 49"/>
                  <a:gd name="T23" fmla="*/ 401 h 107"/>
                  <a:gd name="T24" fmla="*/ 316 w 49"/>
                  <a:gd name="T25" fmla="*/ 401 h 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107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7" y="13"/>
                      <a:pt x="9" y="25"/>
                      <a:pt x="11" y="37"/>
                    </a:cubicBezTo>
                    <a:cubicBezTo>
                      <a:pt x="12" y="46"/>
                      <a:pt x="13" y="54"/>
                      <a:pt x="16" y="61"/>
                    </a:cubicBezTo>
                    <a:cubicBezTo>
                      <a:pt x="20" y="72"/>
                      <a:pt x="26" y="80"/>
                      <a:pt x="32" y="88"/>
                    </a:cubicBezTo>
                    <a:cubicBezTo>
                      <a:pt x="36" y="93"/>
                      <a:pt x="40" y="99"/>
                      <a:pt x="43" y="105"/>
                    </a:cubicBezTo>
                    <a:cubicBezTo>
                      <a:pt x="44" y="106"/>
                      <a:pt x="46" y="107"/>
                      <a:pt x="47" y="106"/>
                    </a:cubicBezTo>
                    <a:cubicBezTo>
                      <a:pt x="49" y="105"/>
                      <a:pt x="49" y="103"/>
                      <a:pt x="48" y="102"/>
                    </a:cubicBezTo>
                    <a:cubicBezTo>
                      <a:pt x="45" y="95"/>
                      <a:pt x="41" y="90"/>
                      <a:pt x="37" y="84"/>
                    </a:cubicBezTo>
                    <a:cubicBezTo>
                      <a:pt x="31" y="76"/>
                      <a:pt x="26" y="69"/>
                      <a:pt x="22" y="59"/>
                    </a:cubicBezTo>
                    <a:cubicBezTo>
                      <a:pt x="19" y="53"/>
                      <a:pt x="18" y="45"/>
                      <a:pt x="17" y="36"/>
                    </a:cubicBezTo>
                    <a:cubicBezTo>
                      <a:pt x="15" y="24"/>
                      <a:pt x="13" y="10"/>
                      <a:pt x="5" y="1"/>
                    </a:cubicBezTo>
                    <a:cubicBezTo>
                      <a:pt x="4" y="0"/>
                      <a:pt x="2" y="0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88" name="Freeform 243">
                <a:extLst>
                  <a:ext uri="{FF2B5EF4-FFF2-40B4-BE49-F238E27FC236}">
                    <a16:creationId xmlns:a16="http://schemas.microsoft.com/office/drawing/2014/main" id="{C1BF8B03-0A62-4922-91F3-2AD71162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1324"/>
                <a:ext cx="95" cy="253"/>
              </a:xfrm>
              <a:custGeom>
                <a:avLst/>
                <a:gdLst>
                  <a:gd name="T0" fmla="*/ 988 w 38"/>
                  <a:gd name="T1" fmla="*/ 1057 h 95"/>
                  <a:gd name="T2" fmla="*/ 3438 w 38"/>
                  <a:gd name="T3" fmla="*/ 14333 h 95"/>
                  <a:gd name="T4" fmla="*/ 4220 w 38"/>
                  <a:gd name="T5" fmla="*/ 16512 h 95"/>
                  <a:gd name="T6" fmla="*/ 6375 w 38"/>
                  <a:gd name="T7" fmla="*/ 32392 h 95"/>
                  <a:gd name="T8" fmla="*/ 6845 w 38"/>
                  <a:gd name="T9" fmla="*/ 33902 h 95"/>
                  <a:gd name="T10" fmla="*/ 7813 w 38"/>
                  <a:gd name="T11" fmla="*/ 33207 h 95"/>
                  <a:gd name="T12" fmla="*/ 5675 w 38"/>
                  <a:gd name="T13" fmla="*/ 15697 h 95"/>
                  <a:gd name="T14" fmla="*/ 4688 w 38"/>
                  <a:gd name="T15" fmla="*/ 13276 h 95"/>
                  <a:gd name="T16" fmla="*/ 2270 w 38"/>
                  <a:gd name="T17" fmla="*/ 1758 h 95"/>
                  <a:gd name="T18" fmla="*/ 1958 w 38"/>
                  <a:gd name="T19" fmla="*/ 397 h 95"/>
                  <a:gd name="T20" fmla="*/ 988 w 38"/>
                  <a:gd name="T21" fmla="*/ 1057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95">
                    <a:moveTo>
                      <a:pt x="4" y="3"/>
                    </a:moveTo>
                    <a:cubicBezTo>
                      <a:pt x="0" y="14"/>
                      <a:pt x="8" y="29"/>
                      <a:pt x="14" y="40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24" y="61"/>
                      <a:pt x="31" y="77"/>
                      <a:pt x="26" y="91"/>
                    </a:cubicBezTo>
                    <a:cubicBezTo>
                      <a:pt x="26" y="92"/>
                      <a:pt x="27" y="94"/>
                      <a:pt x="28" y="95"/>
                    </a:cubicBezTo>
                    <a:cubicBezTo>
                      <a:pt x="30" y="95"/>
                      <a:pt x="31" y="94"/>
                      <a:pt x="32" y="93"/>
                    </a:cubicBezTo>
                    <a:cubicBezTo>
                      <a:pt x="38" y="77"/>
                      <a:pt x="30" y="59"/>
                      <a:pt x="23" y="44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4" y="27"/>
                      <a:pt x="6" y="13"/>
                      <a:pt x="9" y="5"/>
                    </a:cubicBezTo>
                    <a:cubicBezTo>
                      <a:pt x="10" y="3"/>
                      <a:pt x="9" y="2"/>
                      <a:pt x="8" y="1"/>
                    </a:cubicBezTo>
                    <a:cubicBezTo>
                      <a:pt x="6" y="0"/>
                      <a:pt x="4" y="1"/>
                      <a:pt x="4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89" name="Freeform 244">
                <a:extLst>
                  <a:ext uri="{FF2B5EF4-FFF2-40B4-BE49-F238E27FC236}">
                    <a16:creationId xmlns:a16="http://schemas.microsoft.com/office/drawing/2014/main" id="{D9A9FBC8-1CB5-45DD-AD9B-DC5451349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310"/>
                <a:ext cx="160" cy="272"/>
              </a:xfrm>
              <a:custGeom>
                <a:avLst/>
                <a:gdLst>
                  <a:gd name="T0" fmla="*/ 14458 w 64"/>
                  <a:gd name="T1" fmla="*/ 0 h 102"/>
                  <a:gd name="T2" fmla="*/ 13988 w 64"/>
                  <a:gd name="T3" fmla="*/ 1459 h 102"/>
                  <a:gd name="T4" fmla="*/ 7625 w 64"/>
                  <a:gd name="T5" fmla="*/ 19421 h 102"/>
                  <a:gd name="T6" fmla="*/ 313 w 64"/>
                  <a:gd name="T7" fmla="*/ 34952 h 102"/>
                  <a:gd name="T8" fmla="*/ 520 w 64"/>
                  <a:gd name="T9" fmla="*/ 36259 h 102"/>
                  <a:gd name="T10" fmla="*/ 1488 w 64"/>
                  <a:gd name="T11" fmla="*/ 35592 h 102"/>
                  <a:gd name="T12" fmla="*/ 8595 w 64"/>
                  <a:gd name="T13" fmla="*/ 20877 h 102"/>
                  <a:gd name="T14" fmla="*/ 15438 w 64"/>
                  <a:gd name="T15" fmla="*/ 1059 h 102"/>
                  <a:gd name="T16" fmla="*/ 14458 w 64"/>
                  <a:gd name="T17" fmla="*/ 0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02">
                    <a:moveTo>
                      <a:pt x="59" y="0"/>
                    </a:moveTo>
                    <a:cubicBezTo>
                      <a:pt x="58" y="1"/>
                      <a:pt x="56" y="2"/>
                      <a:pt x="57" y="4"/>
                    </a:cubicBezTo>
                    <a:cubicBezTo>
                      <a:pt x="58" y="22"/>
                      <a:pt x="43" y="42"/>
                      <a:pt x="31" y="54"/>
                    </a:cubicBezTo>
                    <a:cubicBezTo>
                      <a:pt x="15" y="68"/>
                      <a:pt x="9" y="78"/>
                      <a:pt x="1" y="97"/>
                    </a:cubicBezTo>
                    <a:cubicBezTo>
                      <a:pt x="0" y="99"/>
                      <a:pt x="1" y="100"/>
                      <a:pt x="2" y="101"/>
                    </a:cubicBezTo>
                    <a:cubicBezTo>
                      <a:pt x="4" y="102"/>
                      <a:pt x="6" y="101"/>
                      <a:pt x="6" y="99"/>
                    </a:cubicBezTo>
                    <a:cubicBezTo>
                      <a:pt x="14" y="81"/>
                      <a:pt x="20" y="72"/>
                      <a:pt x="35" y="58"/>
                    </a:cubicBezTo>
                    <a:cubicBezTo>
                      <a:pt x="49" y="45"/>
                      <a:pt x="64" y="24"/>
                      <a:pt x="63" y="3"/>
                    </a:cubicBezTo>
                    <a:cubicBezTo>
                      <a:pt x="62" y="2"/>
                      <a:pt x="61" y="0"/>
                      <a:pt x="59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0" name="Freeform 245">
                <a:extLst>
                  <a:ext uri="{FF2B5EF4-FFF2-40B4-BE49-F238E27FC236}">
                    <a16:creationId xmlns:a16="http://schemas.microsoft.com/office/drawing/2014/main" id="{7BE8F914-AE35-42B7-9DD7-E5B900707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428"/>
                <a:ext cx="218" cy="208"/>
              </a:xfrm>
              <a:custGeom>
                <a:avLst/>
                <a:gdLst>
                  <a:gd name="T0" fmla="*/ 20061 w 87"/>
                  <a:gd name="T1" fmla="*/ 661 h 78"/>
                  <a:gd name="T2" fmla="*/ 10166 w 87"/>
                  <a:gd name="T3" fmla="*/ 11171 h 78"/>
                  <a:gd name="T4" fmla="*/ 313 w 87"/>
                  <a:gd name="T5" fmla="*/ 26304 h 78"/>
                  <a:gd name="T6" fmla="*/ 521 w 87"/>
                  <a:gd name="T7" fmla="*/ 27669 h 78"/>
                  <a:gd name="T8" fmla="*/ 1493 w 87"/>
                  <a:gd name="T9" fmla="*/ 26944 h 78"/>
                  <a:gd name="T10" fmla="*/ 10887 w 87"/>
                  <a:gd name="T11" fmla="*/ 13347 h 78"/>
                  <a:gd name="T12" fmla="*/ 21254 w 87"/>
                  <a:gd name="T13" fmla="*/ 1763 h 78"/>
                  <a:gd name="T14" fmla="*/ 21053 w 87"/>
                  <a:gd name="T15" fmla="*/ 397 h 78"/>
                  <a:gd name="T16" fmla="*/ 20061 w 87"/>
                  <a:gd name="T17" fmla="*/ 661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78">
                    <a:moveTo>
                      <a:pt x="81" y="2"/>
                    </a:moveTo>
                    <a:cubicBezTo>
                      <a:pt x="69" y="19"/>
                      <a:pt x="60" y="24"/>
                      <a:pt x="41" y="31"/>
                    </a:cubicBezTo>
                    <a:cubicBezTo>
                      <a:pt x="25" y="38"/>
                      <a:pt x="8" y="55"/>
                      <a:pt x="1" y="73"/>
                    </a:cubicBezTo>
                    <a:cubicBezTo>
                      <a:pt x="0" y="75"/>
                      <a:pt x="1" y="76"/>
                      <a:pt x="2" y="77"/>
                    </a:cubicBezTo>
                    <a:cubicBezTo>
                      <a:pt x="4" y="78"/>
                      <a:pt x="6" y="77"/>
                      <a:pt x="6" y="75"/>
                    </a:cubicBezTo>
                    <a:cubicBezTo>
                      <a:pt x="13" y="59"/>
                      <a:pt x="28" y="43"/>
                      <a:pt x="44" y="37"/>
                    </a:cubicBezTo>
                    <a:cubicBezTo>
                      <a:pt x="63" y="29"/>
                      <a:pt x="73" y="24"/>
                      <a:pt x="86" y="5"/>
                    </a:cubicBezTo>
                    <a:cubicBezTo>
                      <a:pt x="87" y="4"/>
                      <a:pt x="87" y="2"/>
                      <a:pt x="85" y="1"/>
                    </a:cubicBezTo>
                    <a:cubicBezTo>
                      <a:pt x="84" y="0"/>
                      <a:pt x="82" y="0"/>
                      <a:pt x="8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1" name="Freeform 246">
                <a:extLst>
                  <a:ext uri="{FF2B5EF4-FFF2-40B4-BE49-F238E27FC236}">
                    <a16:creationId xmlns:a16="http://schemas.microsoft.com/office/drawing/2014/main" id="{88B89296-3495-43D4-92EA-FA70C7E9B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505"/>
                <a:ext cx="100" cy="288"/>
              </a:xfrm>
              <a:custGeom>
                <a:avLst/>
                <a:gdLst>
                  <a:gd name="T0" fmla="*/ 520 w 40"/>
                  <a:gd name="T1" fmla="*/ 397 h 108"/>
                  <a:gd name="T2" fmla="*/ 0 w 40"/>
                  <a:gd name="T3" fmla="*/ 1459 h 108"/>
                  <a:gd name="T4" fmla="*/ 3250 w 40"/>
                  <a:gd name="T5" fmla="*/ 7944 h 108"/>
                  <a:gd name="T6" fmla="*/ 6375 w 40"/>
                  <a:gd name="T7" fmla="*/ 13597 h 108"/>
                  <a:gd name="T8" fmla="*/ 6645 w 40"/>
                  <a:gd name="T9" fmla="*/ 23304 h 108"/>
                  <a:gd name="T10" fmla="*/ 8333 w 40"/>
                  <a:gd name="T11" fmla="*/ 38435 h 108"/>
                  <a:gd name="T12" fmla="*/ 9300 w 40"/>
                  <a:gd name="T13" fmla="*/ 38435 h 108"/>
                  <a:gd name="T14" fmla="*/ 9583 w 40"/>
                  <a:gd name="T15" fmla="*/ 37069 h 108"/>
                  <a:gd name="T16" fmla="*/ 8125 w 40"/>
                  <a:gd name="T17" fmla="*/ 23304 h 108"/>
                  <a:gd name="T18" fmla="*/ 7813 w 40"/>
                  <a:gd name="T19" fmla="*/ 13347 h 108"/>
                  <a:gd name="T20" fmla="*/ 4220 w 40"/>
                  <a:gd name="T21" fmla="*/ 6067 h 108"/>
                  <a:gd name="T22" fmla="*/ 1488 w 40"/>
                  <a:gd name="T23" fmla="*/ 1059 h 108"/>
                  <a:gd name="T24" fmla="*/ 520 w 40"/>
                  <a:gd name="T25" fmla="*/ 397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" h="108">
                    <a:moveTo>
                      <a:pt x="2" y="1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2" y="12"/>
                      <a:pt x="8" y="17"/>
                      <a:pt x="13" y="22"/>
                    </a:cubicBezTo>
                    <a:cubicBezTo>
                      <a:pt x="19" y="26"/>
                      <a:pt x="24" y="31"/>
                      <a:pt x="26" y="38"/>
                    </a:cubicBezTo>
                    <a:cubicBezTo>
                      <a:pt x="28" y="46"/>
                      <a:pt x="28" y="55"/>
                      <a:pt x="27" y="65"/>
                    </a:cubicBezTo>
                    <a:cubicBezTo>
                      <a:pt x="26" y="79"/>
                      <a:pt x="25" y="95"/>
                      <a:pt x="34" y="107"/>
                    </a:cubicBezTo>
                    <a:cubicBezTo>
                      <a:pt x="35" y="108"/>
                      <a:pt x="37" y="108"/>
                      <a:pt x="38" y="107"/>
                    </a:cubicBezTo>
                    <a:cubicBezTo>
                      <a:pt x="39" y="106"/>
                      <a:pt x="40" y="104"/>
                      <a:pt x="39" y="103"/>
                    </a:cubicBezTo>
                    <a:cubicBezTo>
                      <a:pt x="31" y="93"/>
                      <a:pt x="32" y="79"/>
                      <a:pt x="33" y="65"/>
                    </a:cubicBezTo>
                    <a:cubicBezTo>
                      <a:pt x="34" y="55"/>
                      <a:pt x="35" y="45"/>
                      <a:pt x="32" y="37"/>
                    </a:cubicBezTo>
                    <a:cubicBezTo>
                      <a:pt x="30" y="27"/>
                      <a:pt x="23" y="22"/>
                      <a:pt x="17" y="17"/>
                    </a:cubicBezTo>
                    <a:cubicBezTo>
                      <a:pt x="12" y="13"/>
                      <a:pt x="7" y="9"/>
                      <a:pt x="6" y="3"/>
                    </a:cubicBezTo>
                    <a:cubicBezTo>
                      <a:pt x="5" y="1"/>
                      <a:pt x="4" y="0"/>
                      <a:pt x="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2" name="Freeform 247">
                <a:extLst>
                  <a:ext uri="{FF2B5EF4-FFF2-40B4-BE49-F238E27FC236}">
                    <a16:creationId xmlns:a16="http://schemas.microsoft.com/office/drawing/2014/main" id="{EEE1CBFD-8418-4452-A0FB-6BEE73472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566"/>
                <a:ext cx="48" cy="256"/>
              </a:xfrm>
              <a:custGeom>
                <a:avLst/>
                <a:gdLst>
                  <a:gd name="T0" fmla="*/ 824 w 19"/>
                  <a:gd name="T1" fmla="*/ 0 h 96"/>
                  <a:gd name="T2" fmla="*/ 326 w 19"/>
                  <a:gd name="T3" fmla="*/ 1459 h 96"/>
                  <a:gd name="T4" fmla="*/ 531 w 19"/>
                  <a:gd name="T5" fmla="*/ 13347 h 96"/>
                  <a:gd name="T6" fmla="*/ 3388 w 19"/>
                  <a:gd name="T7" fmla="*/ 33827 h 96"/>
                  <a:gd name="T8" fmla="*/ 4436 w 19"/>
                  <a:gd name="T9" fmla="*/ 34133 h 96"/>
                  <a:gd name="T10" fmla="*/ 4646 w 19"/>
                  <a:gd name="T11" fmla="*/ 32768 h 96"/>
                  <a:gd name="T12" fmla="*/ 2082 w 19"/>
                  <a:gd name="T13" fmla="*/ 13347 h 96"/>
                  <a:gd name="T14" fmla="*/ 1839 w 19"/>
                  <a:gd name="T15" fmla="*/ 1059 h 96"/>
                  <a:gd name="T16" fmla="*/ 824 w 19"/>
                  <a:gd name="T17" fmla="*/ 0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96">
                    <a:moveTo>
                      <a:pt x="3" y="0"/>
                    </a:moveTo>
                    <a:cubicBezTo>
                      <a:pt x="1" y="0"/>
                      <a:pt x="0" y="2"/>
                      <a:pt x="1" y="4"/>
                    </a:cubicBezTo>
                    <a:cubicBezTo>
                      <a:pt x="3" y="15"/>
                      <a:pt x="2" y="26"/>
                      <a:pt x="2" y="37"/>
                    </a:cubicBezTo>
                    <a:cubicBezTo>
                      <a:pt x="1" y="56"/>
                      <a:pt x="0" y="75"/>
                      <a:pt x="13" y="94"/>
                    </a:cubicBezTo>
                    <a:cubicBezTo>
                      <a:pt x="14" y="96"/>
                      <a:pt x="16" y="96"/>
                      <a:pt x="17" y="95"/>
                    </a:cubicBezTo>
                    <a:cubicBezTo>
                      <a:pt x="19" y="94"/>
                      <a:pt x="19" y="92"/>
                      <a:pt x="18" y="91"/>
                    </a:cubicBezTo>
                    <a:cubicBezTo>
                      <a:pt x="6" y="73"/>
                      <a:pt x="7" y="56"/>
                      <a:pt x="8" y="37"/>
                    </a:cubicBezTo>
                    <a:cubicBezTo>
                      <a:pt x="8" y="26"/>
                      <a:pt x="9" y="15"/>
                      <a:pt x="7" y="3"/>
                    </a:cubicBezTo>
                    <a:cubicBezTo>
                      <a:pt x="6" y="1"/>
                      <a:pt x="5" y="0"/>
                      <a:pt x="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3" name="Freeform 248">
                <a:extLst>
                  <a:ext uri="{FF2B5EF4-FFF2-40B4-BE49-F238E27FC236}">
                    <a16:creationId xmlns:a16="http://schemas.microsoft.com/office/drawing/2014/main" id="{66951539-3499-4E74-A09C-DF7A10F4D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630"/>
                <a:ext cx="30" cy="214"/>
              </a:xfrm>
              <a:custGeom>
                <a:avLst/>
                <a:gdLst>
                  <a:gd name="T0" fmla="*/ 2270 w 12"/>
                  <a:gd name="T1" fmla="*/ 13974 h 80"/>
                  <a:gd name="T2" fmla="*/ 1770 w 12"/>
                  <a:gd name="T3" fmla="*/ 0 h 80"/>
                  <a:gd name="T4" fmla="*/ 313 w 12"/>
                  <a:gd name="T5" fmla="*/ 401 h 80"/>
                  <a:gd name="T6" fmla="*/ 783 w 12"/>
                  <a:gd name="T7" fmla="*/ 13573 h 80"/>
                  <a:gd name="T8" fmla="*/ 1488 w 12"/>
                  <a:gd name="T9" fmla="*/ 28614 h 80"/>
                  <a:gd name="T10" fmla="*/ 2470 w 12"/>
                  <a:gd name="T11" fmla="*/ 28887 h 80"/>
                  <a:gd name="T12" fmla="*/ 2938 w 12"/>
                  <a:gd name="T13" fmla="*/ 27542 h 80"/>
                  <a:gd name="T14" fmla="*/ 2270 w 12"/>
                  <a:gd name="T15" fmla="*/ 13974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80">
                    <a:moveTo>
                      <a:pt x="9" y="38"/>
                    </a:moveTo>
                    <a:cubicBezTo>
                      <a:pt x="10" y="26"/>
                      <a:pt x="11" y="13"/>
                      <a:pt x="7" y="0"/>
                    </a:cubicBezTo>
                    <a:cubicBezTo>
                      <a:pt x="5" y="0"/>
                      <a:pt x="3" y="0"/>
                      <a:pt x="1" y="1"/>
                    </a:cubicBezTo>
                    <a:cubicBezTo>
                      <a:pt x="6" y="12"/>
                      <a:pt x="4" y="25"/>
                      <a:pt x="3" y="37"/>
                    </a:cubicBezTo>
                    <a:cubicBezTo>
                      <a:pt x="1" y="51"/>
                      <a:pt x="0" y="65"/>
                      <a:pt x="6" y="78"/>
                    </a:cubicBezTo>
                    <a:cubicBezTo>
                      <a:pt x="7" y="79"/>
                      <a:pt x="9" y="80"/>
                      <a:pt x="10" y="79"/>
                    </a:cubicBezTo>
                    <a:cubicBezTo>
                      <a:pt x="12" y="78"/>
                      <a:pt x="12" y="77"/>
                      <a:pt x="12" y="75"/>
                    </a:cubicBezTo>
                    <a:cubicBezTo>
                      <a:pt x="6" y="64"/>
                      <a:pt x="7" y="51"/>
                      <a:pt x="9" y="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4" name="Freeform 249">
                <a:extLst>
                  <a:ext uri="{FF2B5EF4-FFF2-40B4-BE49-F238E27FC236}">
                    <a16:creationId xmlns:a16="http://schemas.microsoft.com/office/drawing/2014/main" id="{C3528761-907C-4C56-9806-313B52357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638"/>
                <a:ext cx="25" cy="83"/>
              </a:xfrm>
              <a:custGeom>
                <a:avLst/>
                <a:gdLst>
                  <a:gd name="T0" fmla="*/ 1300 w 10"/>
                  <a:gd name="T1" fmla="*/ 0 h 31"/>
                  <a:gd name="T2" fmla="*/ 0 w 10"/>
                  <a:gd name="T3" fmla="*/ 0 h 31"/>
                  <a:gd name="T4" fmla="*/ 0 w 10"/>
                  <a:gd name="T5" fmla="*/ 1076 h 31"/>
                  <a:gd name="T6" fmla="*/ 313 w 10"/>
                  <a:gd name="T7" fmla="*/ 9923 h 31"/>
                  <a:gd name="T8" fmla="*/ 988 w 10"/>
                  <a:gd name="T9" fmla="*/ 11398 h 31"/>
                  <a:gd name="T10" fmla="*/ 1770 w 10"/>
                  <a:gd name="T11" fmla="*/ 10744 h 31"/>
                  <a:gd name="T12" fmla="*/ 1300 w 10"/>
                  <a:gd name="T13" fmla="*/ 0 h 31"/>
                  <a:gd name="T14" fmla="*/ 1300 w 10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31">
                    <a:moveTo>
                      <a:pt x="5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4" y="10"/>
                      <a:pt x="3" y="19"/>
                      <a:pt x="1" y="27"/>
                    </a:cubicBezTo>
                    <a:cubicBezTo>
                      <a:pt x="1" y="29"/>
                      <a:pt x="2" y="31"/>
                      <a:pt x="4" y="31"/>
                    </a:cubicBezTo>
                    <a:cubicBezTo>
                      <a:pt x="5" y="31"/>
                      <a:pt x="7" y="30"/>
                      <a:pt x="7" y="29"/>
                    </a:cubicBezTo>
                    <a:cubicBezTo>
                      <a:pt x="9" y="19"/>
                      <a:pt x="10" y="9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5" name="Freeform 250">
                <a:extLst>
                  <a:ext uri="{FF2B5EF4-FFF2-40B4-BE49-F238E27FC236}">
                    <a16:creationId xmlns:a16="http://schemas.microsoft.com/office/drawing/2014/main" id="{5B7A5FF5-FDFC-4AFA-9DAE-3B29AF665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420"/>
                <a:ext cx="162" cy="266"/>
              </a:xfrm>
              <a:custGeom>
                <a:avLst/>
                <a:gdLst>
                  <a:gd name="T0" fmla="*/ 187 w 65"/>
                  <a:gd name="T1" fmla="*/ 657 h 100"/>
                  <a:gd name="T2" fmla="*/ 466 w 65"/>
                  <a:gd name="T3" fmla="*/ 2144 h 100"/>
                  <a:gd name="T4" fmla="*/ 6443 w 65"/>
                  <a:gd name="T5" fmla="*/ 14117 h 100"/>
                  <a:gd name="T6" fmla="*/ 6906 w 65"/>
                  <a:gd name="T7" fmla="*/ 15170 h 100"/>
                  <a:gd name="T8" fmla="*/ 14119 w 65"/>
                  <a:gd name="T9" fmla="*/ 34742 h 100"/>
                  <a:gd name="T10" fmla="*/ 15385 w 65"/>
                  <a:gd name="T11" fmla="*/ 35046 h 100"/>
                  <a:gd name="T12" fmla="*/ 15385 w 65"/>
                  <a:gd name="T13" fmla="*/ 33686 h 100"/>
                  <a:gd name="T14" fmla="*/ 8175 w 65"/>
                  <a:gd name="T15" fmla="*/ 14513 h 100"/>
                  <a:gd name="T16" fmla="*/ 7863 w 65"/>
                  <a:gd name="T17" fmla="*/ 13478 h 100"/>
                  <a:gd name="T18" fmla="*/ 1161 w 65"/>
                  <a:gd name="T19" fmla="*/ 396 h 100"/>
                  <a:gd name="T20" fmla="*/ 187 w 65"/>
                  <a:gd name="T21" fmla="*/ 657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100">
                    <a:moveTo>
                      <a:pt x="1" y="2"/>
                    </a:moveTo>
                    <a:cubicBezTo>
                      <a:pt x="0" y="3"/>
                      <a:pt x="0" y="5"/>
                      <a:pt x="2" y="6"/>
                    </a:cubicBezTo>
                    <a:cubicBezTo>
                      <a:pt x="19" y="16"/>
                      <a:pt x="21" y="21"/>
                      <a:pt x="27" y="40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5" y="61"/>
                      <a:pt x="47" y="80"/>
                      <a:pt x="59" y="98"/>
                    </a:cubicBezTo>
                    <a:cubicBezTo>
                      <a:pt x="60" y="100"/>
                      <a:pt x="62" y="100"/>
                      <a:pt x="64" y="99"/>
                    </a:cubicBezTo>
                    <a:cubicBezTo>
                      <a:pt x="65" y="98"/>
                      <a:pt x="65" y="96"/>
                      <a:pt x="64" y="95"/>
                    </a:cubicBezTo>
                    <a:cubicBezTo>
                      <a:pt x="52" y="77"/>
                      <a:pt x="40" y="58"/>
                      <a:pt x="34" y="41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27" y="19"/>
                      <a:pt x="24" y="12"/>
                      <a:pt x="5" y="1"/>
                    </a:cubicBezTo>
                    <a:cubicBezTo>
                      <a:pt x="3" y="0"/>
                      <a:pt x="1" y="1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6" name="Freeform 251">
                <a:extLst>
                  <a:ext uri="{FF2B5EF4-FFF2-40B4-BE49-F238E27FC236}">
                    <a16:creationId xmlns:a16="http://schemas.microsoft.com/office/drawing/2014/main" id="{72E2058E-39F4-4339-B75E-68CF17A0E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508"/>
                <a:ext cx="130" cy="304"/>
              </a:xfrm>
              <a:custGeom>
                <a:avLst/>
                <a:gdLst>
                  <a:gd name="T0" fmla="*/ 313 w 52"/>
                  <a:gd name="T1" fmla="*/ 661 h 114"/>
                  <a:gd name="T2" fmla="*/ 520 w 52"/>
                  <a:gd name="T3" fmla="*/ 2184 h 114"/>
                  <a:gd name="T4" fmla="*/ 1958 w 52"/>
                  <a:gd name="T5" fmla="*/ 3891 h 114"/>
                  <a:gd name="T6" fmla="*/ 6375 w 52"/>
                  <a:gd name="T7" fmla="*/ 9309 h 114"/>
                  <a:gd name="T8" fmla="*/ 7158 w 52"/>
                  <a:gd name="T9" fmla="*/ 18355 h 114"/>
                  <a:gd name="T10" fmla="*/ 6845 w 52"/>
                  <a:gd name="T11" fmla="*/ 23061 h 114"/>
                  <a:gd name="T12" fmla="*/ 9300 w 52"/>
                  <a:gd name="T13" fmla="*/ 33016 h 114"/>
                  <a:gd name="T14" fmla="*/ 11250 w 52"/>
                  <a:gd name="T15" fmla="*/ 39901 h 114"/>
                  <a:gd name="T16" fmla="*/ 12033 w 52"/>
                  <a:gd name="T17" fmla="*/ 40597 h 114"/>
                  <a:gd name="T18" fmla="*/ 12708 w 52"/>
                  <a:gd name="T19" fmla="*/ 39501 h 114"/>
                  <a:gd name="T20" fmla="*/ 10550 w 52"/>
                  <a:gd name="T21" fmla="*/ 31949 h 114"/>
                  <a:gd name="T22" fmla="*/ 8333 w 52"/>
                  <a:gd name="T23" fmla="*/ 23061 h 114"/>
                  <a:gd name="T24" fmla="*/ 8595 w 52"/>
                  <a:gd name="T25" fmla="*/ 18355 h 114"/>
                  <a:gd name="T26" fmla="*/ 7625 w 52"/>
                  <a:gd name="T27" fmla="*/ 7944 h 114"/>
                  <a:gd name="T28" fmla="*/ 2938 w 52"/>
                  <a:gd name="T29" fmla="*/ 2184 h 114"/>
                  <a:gd name="T30" fmla="*/ 1300 w 52"/>
                  <a:gd name="T31" fmla="*/ 397 h 114"/>
                  <a:gd name="T32" fmla="*/ 313 w 52"/>
                  <a:gd name="T33" fmla="*/ 661 h 1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2" h="114">
                    <a:moveTo>
                      <a:pt x="1" y="2"/>
                    </a:moveTo>
                    <a:cubicBezTo>
                      <a:pt x="0" y="3"/>
                      <a:pt x="0" y="5"/>
                      <a:pt x="2" y="6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5" y="15"/>
                      <a:pt x="22" y="20"/>
                      <a:pt x="26" y="26"/>
                    </a:cubicBezTo>
                    <a:cubicBezTo>
                      <a:pt x="32" y="34"/>
                      <a:pt x="31" y="42"/>
                      <a:pt x="29" y="51"/>
                    </a:cubicBezTo>
                    <a:cubicBezTo>
                      <a:pt x="29" y="55"/>
                      <a:pt x="28" y="59"/>
                      <a:pt x="28" y="64"/>
                    </a:cubicBezTo>
                    <a:cubicBezTo>
                      <a:pt x="28" y="75"/>
                      <a:pt x="33" y="83"/>
                      <a:pt x="38" y="92"/>
                    </a:cubicBezTo>
                    <a:cubicBezTo>
                      <a:pt x="41" y="98"/>
                      <a:pt x="44" y="104"/>
                      <a:pt x="46" y="111"/>
                    </a:cubicBezTo>
                    <a:cubicBezTo>
                      <a:pt x="46" y="113"/>
                      <a:pt x="48" y="114"/>
                      <a:pt x="49" y="113"/>
                    </a:cubicBezTo>
                    <a:cubicBezTo>
                      <a:pt x="51" y="113"/>
                      <a:pt x="52" y="111"/>
                      <a:pt x="52" y="110"/>
                    </a:cubicBezTo>
                    <a:cubicBezTo>
                      <a:pt x="50" y="102"/>
                      <a:pt x="46" y="95"/>
                      <a:pt x="43" y="89"/>
                    </a:cubicBezTo>
                    <a:cubicBezTo>
                      <a:pt x="39" y="81"/>
                      <a:pt x="34" y="73"/>
                      <a:pt x="34" y="64"/>
                    </a:cubicBezTo>
                    <a:cubicBezTo>
                      <a:pt x="34" y="60"/>
                      <a:pt x="35" y="55"/>
                      <a:pt x="35" y="51"/>
                    </a:cubicBezTo>
                    <a:cubicBezTo>
                      <a:pt x="37" y="42"/>
                      <a:pt x="38" y="32"/>
                      <a:pt x="31" y="22"/>
                    </a:cubicBezTo>
                    <a:cubicBezTo>
                      <a:pt x="27" y="16"/>
                      <a:pt x="19" y="11"/>
                      <a:pt x="12" y="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1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7" name="Freeform 252">
                <a:extLst>
                  <a:ext uri="{FF2B5EF4-FFF2-40B4-BE49-F238E27FC236}">
                    <a16:creationId xmlns:a16="http://schemas.microsoft.com/office/drawing/2014/main" id="{6DD68802-5C3B-4988-999C-73B848AD7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24"/>
                <a:ext cx="70" cy="237"/>
              </a:xfrm>
              <a:custGeom>
                <a:avLst/>
                <a:gdLst>
                  <a:gd name="T0" fmla="*/ 3720 w 28"/>
                  <a:gd name="T1" fmla="*/ 397 h 89"/>
                  <a:gd name="T2" fmla="*/ 3720 w 28"/>
                  <a:gd name="T3" fmla="*/ 1758 h 89"/>
                  <a:gd name="T4" fmla="*/ 2470 w 28"/>
                  <a:gd name="T5" fmla="*/ 12465 h 89"/>
                  <a:gd name="T6" fmla="*/ 988 w 28"/>
                  <a:gd name="T7" fmla="*/ 17147 h 89"/>
                  <a:gd name="T8" fmla="*/ 783 w 28"/>
                  <a:gd name="T9" fmla="*/ 23833 h 89"/>
                  <a:gd name="T10" fmla="*/ 313 w 28"/>
                  <a:gd name="T11" fmla="*/ 29969 h 89"/>
                  <a:gd name="T12" fmla="*/ 783 w 28"/>
                  <a:gd name="T13" fmla="*/ 31329 h 89"/>
                  <a:gd name="T14" fmla="*/ 1488 w 28"/>
                  <a:gd name="T15" fmla="*/ 30669 h 89"/>
                  <a:gd name="T16" fmla="*/ 2270 w 28"/>
                  <a:gd name="T17" fmla="*/ 23833 h 89"/>
                  <a:gd name="T18" fmla="*/ 2470 w 28"/>
                  <a:gd name="T19" fmla="*/ 17807 h 89"/>
                  <a:gd name="T20" fmla="*/ 3908 w 28"/>
                  <a:gd name="T21" fmla="*/ 13522 h 89"/>
                  <a:gd name="T22" fmla="*/ 4895 w 28"/>
                  <a:gd name="T23" fmla="*/ 660 h 89"/>
                  <a:gd name="T24" fmla="*/ 3720 w 28"/>
                  <a:gd name="T25" fmla="*/ 397 h 8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" h="89">
                    <a:moveTo>
                      <a:pt x="15" y="1"/>
                    </a:moveTo>
                    <a:cubicBezTo>
                      <a:pt x="14" y="2"/>
                      <a:pt x="14" y="4"/>
                      <a:pt x="15" y="5"/>
                    </a:cubicBezTo>
                    <a:cubicBezTo>
                      <a:pt x="21" y="15"/>
                      <a:pt x="16" y="24"/>
                      <a:pt x="10" y="35"/>
                    </a:cubicBezTo>
                    <a:cubicBezTo>
                      <a:pt x="8" y="39"/>
                      <a:pt x="6" y="44"/>
                      <a:pt x="4" y="48"/>
                    </a:cubicBezTo>
                    <a:cubicBezTo>
                      <a:pt x="3" y="55"/>
                      <a:pt x="3" y="61"/>
                      <a:pt x="3" y="67"/>
                    </a:cubicBezTo>
                    <a:cubicBezTo>
                      <a:pt x="3" y="73"/>
                      <a:pt x="3" y="79"/>
                      <a:pt x="1" y="84"/>
                    </a:cubicBezTo>
                    <a:cubicBezTo>
                      <a:pt x="0" y="86"/>
                      <a:pt x="1" y="88"/>
                      <a:pt x="3" y="88"/>
                    </a:cubicBezTo>
                    <a:cubicBezTo>
                      <a:pt x="4" y="89"/>
                      <a:pt x="6" y="88"/>
                      <a:pt x="6" y="86"/>
                    </a:cubicBezTo>
                    <a:cubicBezTo>
                      <a:pt x="9" y="80"/>
                      <a:pt x="9" y="73"/>
                      <a:pt x="9" y="67"/>
                    </a:cubicBezTo>
                    <a:cubicBezTo>
                      <a:pt x="9" y="61"/>
                      <a:pt x="9" y="55"/>
                      <a:pt x="10" y="50"/>
                    </a:cubicBezTo>
                    <a:cubicBezTo>
                      <a:pt x="11" y="46"/>
                      <a:pt x="13" y="42"/>
                      <a:pt x="16" y="38"/>
                    </a:cubicBezTo>
                    <a:cubicBezTo>
                      <a:pt x="21" y="27"/>
                      <a:pt x="28" y="14"/>
                      <a:pt x="20" y="2"/>
                    </a:cubicBezTo>
                    <a:cubicBezTo>
                      <a:pt x="19" y="0"/>
                      <a:pt x="17" y="0"/>
                      <a:pt x="15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8" name="Freeform 253">
                <a:extLst>
                  <a:ext uri="{FF2B5EF4-FFF2-40B4-BE49-F238E27FC236}">
                    <a16:creationId xmlns:a16="http://schemas.microsoft.com/office/drawing/2014/main" id="{A9641970-8201-4D98-B033-CA9A711E0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561"/>
                <a:ext cx="65" cy="371"/>
              </a:xfrm>
              <a:custGeom>
                <a:avLst/>
                <a:gdLst>
                  <a:gd name="T0" fmla="*/ 2738 w 26"/>
                  <a:gd name="T1" fmla="*/ 398 h 139"/>
                  <a:gd name="T2" fmla="*/ 2470 w 26"/>
                  <a:gd name="T3" fmla="*/ 1767 h 139"/>
                  <a:gd name="T4" fmla="*/ 1770 w 26"/>
                  <a:gd name="T5" fmla="*/ 19890 h 139"/>
                  <a:gd name="T6" fmla="*/ 1300 w 26"/>
                  <a:gd name="T7" fmla="*/ 38312 h 139"/>
                  <a:gd name="T8" fmla="*/ 1958 w 26"/>
                  <a:gd name="T9" fmla="*/ 49170 h 139"/>
                  <a:gd name="T10" fmla="*/ 2738 w 26"/>
                  <a:gd name="T11" fmla="*/ 50237 h 139"/>
                  <a:gd name="T12" fmla="*/ 3438 w 26"/>
                  <a:gd name="T13" fmla="*/ 49170 h 139"/>
                  <a:gd name="T14" fmla="*/ 2738 w 26"/>
                  <a:gd name="T15" fmla="*/ 37914 h 139"/>
                  <a:gd name="T16" fmla="*/ 2938 w 26"/>
                  <a:gd name="T17" fmla="*/ 20611 h 139"/>
                  <a:gd name="T18" fmla="*/ 3720 w 26"/>
                  <a:gd name="T19" fmla="*/ 662 h 139"/>
                  <a:gd name="T20" fmla="*/ 2738 w 26"/>
                  <a:gd name="T21" fmla="*/ 398 h 1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39">
                    <a:moveTo>
                      <a:pt x="11" y="1"/>
                    </a:moveTo>
                    <a:cubicBezTo>
                      <a:pt x="9" y="2"/>
                      <a:pt x="9" y="4"/>
                      <a:pt x="10" y="5"/>
                    </a:cubicBezTo>
                    <a:cubicBezTo>
                      <a:pt x="19" y="20"/>
                      <a:pt x="13" y="41"/>
                      <a:pt x="7" y="55"/>
                    </a:cubicBezTo>
                    <a:cubicBezTo>
                      <a:pt x="0" y="72"/>
                      <a:pt x="3" y="89"/>
                      <a:pt x="5" y="106"/>
                    </a:cubicBezTo>
                    <a:cubicBezTo>
                      <a:pt x="7" y="115"/>
                      <a:pt x="8" y="126"/>
                      <a:pt x="8" y="136"/>
                    </a:cubicBezTo>
                    <a:cubicBezTo>
                      <a:pt x="8" y="137"/>
                      <a:pt x="9" y="139"/>
                      <a:pt x="11" y="139"/>
                    </a:cubicBezTo>
                    <a:cubicBezTo>
                      <a:pt x="12" y="139"/>
                      <a:pt x="14" y="138"/>
                      <a:pt x="14" y="136"/>
                    </a:cubicBezTo>
                    <a:cubicBezTo>
                      <a:pt x="14" y="125"/>
                      <a:pt x="13" y="115"/>
                      <a:pt x="11" y="105"/>
                    </a:cubicBezTo>
                    <a:cubicBezTo>
                      <a:pt x="9" y="88"/>
                      <a:pt x="6" y="73"/>
                      <a:pt x="12" y="57"/>
                    </a:cubicBezTo>
                    <a:cubicBezTo>
                      <a:pt x="19" y="42"/>
                      <a:pt x="26" y="19"/>
                      <a:pt x="15" y="2"/>
                    </a:cubicBezTo>
                    <a:cubicBezTo>
                      <a:pt x="14" y="1"/>
                      <a:pt x="12" y="0"/>
                      <a:pt x="1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9" name="Freeform 254">
                <a:extLst>
                  <a:ext uri="{FF2B5EF4-FFF2-40B4-BE49-F238E27FC236}">
                    <a16:creationId xmlns:a16="http://schemas.microsoft.com/office/drawing/2014/main" id="{F600806A-8D1D-4D65-8EDA-8F7F8B491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598"/>
                <a:ext cx="63" cy="230"/>
              </a:xfrm>
              <a:custGeom>
                <a:avLst/>
                <a:gdLst>
                  <a:gd name="T0" fmla="*/ 4350 w 25"/>
                  <a:gd name="T1" fmla="*/ 0 h 86"/>
                  <a:gd name="T2" fmla="*/ 3873 w 25"/>
                  <a:gd name="T3" fmla="*/ 1495 h 86"/>
                  <a:gd name="T4" fmla="*/ 2336 w 25"/>
                  <a:gd name="T5" fmla="*/ 16164 h 86"/>
                  <a:gd name="T6" fmla="*/ 801 w 25"/>
                  <a:gd name="T7" fmla="*/ 30799 h 86"/>
                  <a:gd name="T8" fmla="*/ 1537 w 25"/>
                  <a:gd name="T9" fmla="*/ 31465 h 86"/>
                  <a:gd name="T10" fmla="*/ 2336 w 25"/>
                  <a:gd name="T11" fmla="*/ 30397 h 86"/>
                  <a:gd name="T12" fmla="*/ 3873 w 25"/>
                  <a:gd name="T13" fmla="*/ 16830 h 86"/>
                  <a:gd name="T14" fmla="*/ 5088 w 25"/>
                  <a:gd name="T15" fmla="*/ 671 h 86"/>
                  <a:gd name="T16" fmla="*/ 4350 w 25"/>
                  <a:gd name="T17" fmla="*/ 0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86">
                    <a:moveTo>
                      <a:pt x="17" y="0"/>
                    </a:moveTo>
                    <a:cubicBezTo>
                      <a:pt x="15" y="1"/>
                      <a:pt x="14" y="2"/>
                      <a:pt x="15" y="4"/>
                    </a:cubicBezTo>
                    <a:cubicBezTo>
                      <a:pt x="19" y="17"/>
                      <a:pt x="14" y="30"/>
                      <a:pt x="9" y="44"/>
                    </a:cubicBezTo>
                    <a:cubicBezTo>
                      <a:pt x="5" y="57"/>
                      <a:pt x="0" y="70"/>
                      <a:pt x="3" y="84"/>
                    </a:cubicBezTo>
                    <a:cubicBezTo>
                      <a:pt x="3" y="85"/>
                      <a:pt x="4" y="86"/>
                      <a:pt x="6" y="86"/>
                    </a:cubicBezTo>
                    <a:cubicBezTo>
                      <a:pt x="8" y="86"/>
                      <a:pt x="9" y="84"/>
                      <a:pt x="9" y="83"/>
                    </a:cubicBezTo>
                    <a:cubicBezTo>
                      <a:pt x="6" y="70"/>
                      <a:pt x="11" y="59"/>
                      <a:pt x="15" y="46"/>
                    </a:cubicBezTo>
                    <a:cubicBezTo>
                      <a:pt x="20" y="32"/>
                      <a:pt x="25" y="18"/>
                      <a:pt x="20" y="2"/>
                    </a:cubicBezTo>
                    <a:cubicBezTo>
                      <a:pt x="20" y="1"/>
                      <a:pt x="18" y="0"/>
                      <a:pt x="1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0" name="Freeform 255">
                <a:extLst>
                  <a:ext uri="{FF2B5EF4-FFF2-40B4-BE49-F238E27FC236}">
                    <a16:creationId xmlns:a16="http://schemas.microsoft.com/office/drawing/2014/main" id="{1AB55702-8C7A-4BCF-8942-976919559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574"/>
                <a:ext cx="90" cy="299"/>
              </a:xfrm>
              <a:custGeom>
                <a:avLst/>
                <a:gdLst>
                  <a:gd name="T0" fmla="*/ 7813 w 36"/>
                  <a:gd name="T1" fmla="*/ 0 h 112"/>
                  <a:gd name="T2" fmla="*/ 7158 w 36"/>
                  <a:gd name="T3" fmla="*/ 1068 h 112"/>
                  <a:gd name="T4" fmla="*/ 4425 w 36"/>
                  <a:gd name="T5" fmla="*/ 10462 h 112"/>
                  <a:gd name="T6" fmla="*/ 1958 w 36"/>
                  <a:gd name="T7" fmla="*/ 16968 h 112"/>
                  <a:gd name="T8" fmla="*/ 3908 w 36"/>
                  <a:gd name="T9" fmla="*/ 39882 h 112"/>
                  <a:gd name="T10" fmla="*/ 4895 w 36"/>
                  <a:gd name="T11" fmla="*/ 40125 h 112"/>
                  <a:gd name="T12" fmla="*/ 5208 w 36"/>
                  <a:gd name="T13" fmla="*/ 38392 h 112"/>
                  <a:gd name="T14" fmla="*/ 3438 w 36"/>
                  <a:gd name="T15" fmla="*/ 17766 h 112"/>
                  <a:gd name="T16" fmla="*/ 5675 w 36"/>
                  <a:gd name="T17" fmla="*/ 11931 h 112"/>
                  <a:gd name="T18" fmla="*/ 8595 w 36"/>
                  <a:gd name="T19" fmla="*/ 662 h 112"/>
                  <a:gd name="T20" fmla="*/ 7813 w 36"/>
                  <a:gd name="T21" fmla="*/ 0 h 1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12">
                    <a:moveTo>
                      <a:pt x="32" y="0"/>
                    </a:moveTo>
                    <a:cubicBezTo>
                      <a:pt x="30" y="0"/>
                      <a:pt x="29" y="1"/>
                      <a:pt x="29" y="3"/>
                    </a:cubicBezTo>
                    <a:cubicBezTo>
                      <a:pt x="30" y="13"/>
                      <a:pt x="24" y="21"/>
                      <a:pt x="18" y="29"/>
                    </a:cubicBezTo>
                    <a:cubicBezTo>
                      <a:pt x="14" y="35"/>
                      <a:pt x="10" y="41"/>
                      <a:pt x="8" y="47"/>
                    </a:cubicBezTo>
                    <a:cubicBezTo>
                      <a:pt x="0" y="69"/>
                      <a:pt x="3" y="92"/>
                      <a:pt x="16" y="110"/>
                    </a:cubicBezTo>
                    <a:cubicBezTo>
                      <a:pt x="17" y="111"/>
                      <a:pt x="19" y="112"/>
                      <a:pt x="20" y="111"/>
                    </a:cubicBezTo>
                    <a:cubicBezTo>
                      <a:pt x="22" y="110"/>
                      <a:pt x="22" y="108"/>
                      <a:pt x="21" y="106"/>
                    </a:cubicBezTo>
                    <a:cubicBezTo>
                      <a:pt x="9" y="90"/>
                      <a:pt x="6" y="69"/>
                      <a:pt x="14" y="49"/>
                    </a:cubicBezTo>
                    <a:cubicBezTo>
                      <a:pt x="16" y="43"/>
                      <a:pt x="19" y="38"/>
                      <a:pt x="23" y="33"/>
                    </a:cubicBezTo>
                    <a:cubicBezTo>
                      <a:pt x="29" y="24"/>
                      <a:pt x="36" y="14"/>
                      <a:pt x="35" y="2"/>
                    </a:cubicBezTo>
                    <a:cubicBezTo>
                      <a:pt x="35" y="1"/>
                      <a:pt x="33" y="0"/>
                      <a:pt x="3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1" name="Freeform 256">
                <a:extLst>
                  <a:ext uri="{FF2B5EF4-FFF2-40B4-BE49-F238E27FC236}">
                    <a16:creationId xmlns:a16="http://schemas.microsoft.com/office/drawing/2014/main" id="{74FD8DEC-A845-4459-A88D-BF965B6F8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46"/>
                <a:ext cx="25" cy="75"/>
              </a:xfrm>
              <a:custGeom>
                <a:avLst/>
                <a:gdLst>
                  <a:gd name="T0" fmla="*/ 988 w 10"/>
                  <a:gd name="T1" fmla="*/ 0 h 28"/>
                  <a:gd name="T2" fmla="*/ 783 w 10"/>
                  <a:gd name="T3" fmla="*/ 3710 h 28"/>
                  <a:gd name="T4" fmla="*/ 313 w 10"/>
                  <a:gd name="T5" fmla="*/ 8804 h 28"/>
                  <a:gd name="T6" fmla="*/ 783 w 10"/>
                  <a:gd name="T7" fmla="*/ 10339 h 28"/>
                  <a:gd name="T8" fmla="*/ 1488 w 10"/>
                  <a:gd name="T9" fmla="*/ 9686 h 28"/>
                  <a:gd name="T10" fmla="*/ 2270 w 10"/>
                  <a:gd name="T11" fmla="*/ 4018 h 28"/>
                  <a:gd name="T12" fmla="*/ 2470 w 10"/>
                  <a:gd name="T13" fmla="*/ 0 h 28"/>
                  <a:gd name="T14" fmla="*/ 988 w 10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28">
                    <a:moveTo>
                      <a:pt x="4" y="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2" y="15"/>
                      <a:pt x="2" y="20"/>
                      <a:pt x="1" y="24"/>
                    </a:cubicBezTo>
                    <a:cubicBezTo>
                      <a:pt x="0" y="26"/>
                      <a:pt x="1" y="28"/>
                      <a:pt x="3" y="28"/>
                    </a:cubicBezTo>
                    <a:cubicBezTo>
                      <a:pt x="4" y="28"/>
                      <a:pt x="6" y="27"/>
                      <a:pt x="6" y="26"/>
                    </a:cubicBezTo>
                    <a:cubicBezTo>
                      <a:pt x="8" y="21"/>
                      <a:pt x="8" y="16"/>
                      <a:pt x="9" y="1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6" y="0"/>
                      <a:pt x="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2" name="Freeform 257">
                <a:extLst>
                  <a:ext uri="{FF2B5EF4-FFF2-40B4-BE49-F238E27FC236}">
                    <a16:creationId xmlns:a16="http://schemas.microsoft.com/office/drawing/2014/main" id="{6D3B97BE-ADF0-44D3-ACD3-F67EE83AB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484"/>
                <a:ext cx="103" cy="130"/>
              </a:xfrm>
              <a:custGeom>
                <a:avLst/>
                <a:gdLst>
                  <a:gd name="T0" fmla="*/ 9511 w 41"/>
                  <a:gd name="T1" fmla="*/ 13276 h 49"/>
                  <a:gd name="T2" fmla="*/ 6009 w 41"/>
                  <a:gd name="T3" fmla="*/ 4224 h 49"/>
                  <a:gd name="T4" fmla="*/ 3786 w 41"/>
                  <a:gd name="T5" fmla="*/ 2486 h 49"/>
                  <a:gd name="T6" fmla="*/ 1319 w 41"/>
                  <a:gd name="T7" fmla="*/ 0 h 49"/>
                  <a:gd name="T8" fmla="*/ 1319 w 41"/>
                  <a:gd name="T9" fmla="*/ 0 h 49"/>
                  <a:gd name="T10" fmla="*/ 0 w 41"/>
                  <a:gd name="T11" fmla="*/ 1048 h 49"/>
                  <a:gd name="T12" fmla="*/ 0 w 41"/>
                  <a:gd name="T13" fmla="*/ 1435 h 49"/>
                  <a:gd name="T14" fmla="*/ 2979 w 41"/>
                  <a:gd name="T15" fmla="*/ 4224 h 49"/>
                  <a:gd name="T16" fmla="*/ 5024 w 41"/>
                  <a:gd name="T17" fmla="*/ 5489 h 49"/>
                  <a:gd name="T18" fmla="*/ 8009 w 41"/>
                  <a:gd name="T19" fmla="*/ 13929 h 49"/>
                  <a:gd name="T20" fmla="*/ 8798 w 41"/>
                  <a:gd name="T21" fmla="*/ 16449 h 49"/>
                  <a:gd name="T22" fmla="*/ 9800 w 41"/>
                  <a:gd name="T23" fmla="*/ 17091 h 49"/>
                  <a:gd name="T24" fmla="*/ 10004 w 41"/>
                  <a:gd name="T25" fmla="*/ 15648 h 49"/>
                  <a:gd name="T26" fmla="*/ 9511 w 41"/>
                  <a:gd name="T27" fmla="*/ 13276 h 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49">
                    <a:moveTo>
                      <a:pt x="38" y="38"/>
                    </a:moveTo>
                    <a:cubicBezTo>
                      <a:pt x="35" y="28"/>
                      <a:pt x="32" y="18"/>
                      <a:pt x="24" y="12"/>
                    </a:cubicBezTo>
                    <a:cubicBezTo>
                      <a:pt x="21" y="9"/>
                      <a:pt x="18" y="8"/>
                      <a:pt x="15" y="7"/>
                    </a:cubicBezTo>
                    <a:cubicBezTo>
                      <a:pt x="11" y="5"/>
                      <a:pt x="8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4" y="9"/>
                      <a:pt x="8" y="11"/>
                      <a:pt x="12" y="12"/>
                    </a:cubicBezTo>
                    <a:cubicBezTo>
                      <a:pt x="15" y="13"/>
                      <a:pt x="18" y="14"/>
                      <a:pt x="20" y="16"/>
                    </a:cubicBezTo>
                    <a:cubicBezTo>
                      <a:pt x="27" y="22"/>
                      <a:pt x="29" y="30"/>
                      <a:pt x="32" y="40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5" y="49"/>
                      <a:pt x="37" y="49"/>
                      <a:pt x="39" y="49"/>
                    </a:cubicBezTo>
                    <a:cubicBezTo>
                      <a:pt x="40" y="48"/>
                      <a:pt x="41" y="47"/>
                      <a:pt x="40" y="45"/>
                    </a:cubicBezTo>
                    <a:lnTo>
                      <a:pt x="38" y="3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3" name="Freeform 258">
                <a:extLst>
                  <a:ext uri="{FF2B5EF4-FFF2-40B4-BE49-F238E27FC236}">
                    <a16:creationId xmlns:a16="http://schemas.microsoft.com/office/drawing/2014/main" id="{10F4626A-76D2-447E-9CF2-DDC515038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342"/>
                <a:ext cx="210" cy="206"/>
              </a:xfrm>
              <a:custGeom>
                <a:avLst/>
                <a:gdLst>
                  <a:gd name="T0" fmla="*/ 520 w 84"/>
                  <a:gd name="T1" fmla="*/ 0 h 77"/>
                  <a:gd name="T2" fmla="*/ 313 w 84"/>
                  <a:gd name="T3" fmla="*/ 1798 h 77"/>
                  <a:gd name="T4" fmla="*/ 7625 w 84"/>
                  <a:gd name="T5" fmla="*/ 9877 h 77"/>
                  <a:gd name="T6" fmla="*/ 11533 w 84"/>
                  <a:gd name="T7" fmla="*/ 13176 h 77"/>
                  <a:gd name="T8" fmla="*/ 19063 w 84"/>
                  <a:gd name="T9" fmla="*/ 27155 h 77"/>
                  <a:gd name="T10" fmla="*/ 19845 w 84"/>
                  <a:gd name="T11" fmla="*/ 28222 h 77"/>
                  <a:gd name="T12" fmla="*/ 20520 w 84"/>
                  <a:gd name="T13" fmla="*/ 26748 h 77"/>
                  <a:gd name="T14" fmla="*/ 12238 w 84"/>
                  <a:gd name="T15" fmla="*/ 11373 h 77"/>
                  <a:gd name="T16" fmla="*/ 8333 w 84"/>
                  <a:gd name="T17" fmla="*/ 8101 h 77"/>
                  <a:gd name="T18" fmla="*/ 1488 w 84"/>
                  <a:gd name="T19" fmla="*/ 672 h 77"/>
                  <a:gd name="T20" fmla="*/ 520 w 84"/>
                  <a:gd name="T21" fmla="*/ 0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77">
                    <a:moveTo>
                      <a:pt x="2" y="0"/>
                    </a:moveTo>
                    <a:cubicBezTo>
                      <a:pt x="0" y="1"/>
                      <a:pt x="0" y="3"/>
                      <a:pt x="1" y="5"/>
                    </a:cubicBezTo>
                    <a:cubicBezTo>
                      <a:pt x="7" y="15"/>
                      <a:pt x="19" y="22"/>
                      <a:pt x="31" y="27"/>
                    </a:cubicBezTo>
                    <a:cubicBezTo>
                      <a:pt x="37" y="30"/>
                      <a:pt x="42" y="33"/>
                      <a:pt x="47" y="36"/>
                    </a:cubicBezTo>
                    <a:cubicBezTo>
                      <a:pt x="61" y="46"/>
                      <a:pt x="74" y="56"/>
                      <a:pt x="78" y="74"/>
                    </a:cubicBezTo>
                    <a:cubicBezTo>
                      <a:pt x="78" y="76"/>
                      <a:pt x="80" y="77"/>
                      <a:pt x="81" y="77"/>
                    </a:cubicBezTo>
                    <a:cubicBezTo>
                      <a:pt x="83" y="76"/>
                      <a:pt x="84" y="75"/>
                      <a:pt x="84" y="73"/>
                    </a:cubicBezTo>
                    <a:cubicBezTo>
                      <a:pt x="79" y="53"/>
                      <a:pt x="65" y="41"/>
                      <a:pt x="50" y="31"/>
                    </a:cubicBezTo>
                    <a:cubicBezTo>
                      <a:pt x="45" y="28"/>
                      <a:pt x="40" y="25"/>
                      <a:pt x="34" y="22"/>
                    </a:cubicBezTo>
                    <a:cubicBezTo>
                      <a:pt x="23" y="17"/>
                      <a:pt x="11" y="11"/>
                      <a:pt x="6" y="2"/>
                    </a:cubicBezTo>
                    <a:cubicBezTo>
                      <a:pt x="5" y="0"/>
                      <a:pt x="3" y="0"/>
                      <a:pt x="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4" name="Freeform 259">
                <a:extLst>
                  <a:ext uri="{FF2B5EF4-FFF2-40B4-BE49-F238E27FC236}">
                    <a16:creationId xmlns:a16="http://schemas.microsoft.com/office/drawing/2014/main" id="{6BB08BFD-54E0-401E-9D4A-A5B9C4ACA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1969"/>
                <a:ext cx="283" cy="53"/>
              </a:xfrm>
              <a:custGeom>
                <a:avLst/>
                <a:gdLst>
                  <a:gd name="T0" fmla="*/ 313 w 113"/>
                  <a:gd name="T1" fmla="*/ 392 h 20"/>
                  <a:gd name="T2" fmla="*/ 313 w 113"/>
                  <a:gd name="T3" fmla="*/ 1677 h 20"/>
                  <a:gd name="T4" fmla="*/ 9364 w 113"/>
                  <a:gd name="T5" fmla="*/ 3554 h 20"/>
                  <a:gd name="T6" fmla="*/ 12312 w 113"/>
                  <a:gd name="T7" fmla="*/ 2753 h 20"/>
                  <a:gd name="T8" fmla="*/ 21946 w 113"/>
                  <a:gd name="T9" fmla="*/ 4839 h 20"/>
                  <a:gd name="T10" fmla="*/ 26908 w 113"/>
                  <a:gd name="T11" fmla="*/ 6551 h 20"/>
                  <a:gd name="T12" fmla="*/ 27899 w 113"/>
                  <a:gd name="T13" fmla="*/ 5864 h 20"/>
                  <a:gd name="T14" fmla="*/ 27115 w 113"/>
                  <a:gd name="T15" fmla="*/ 4839 h 20"/>
                  <a:gd name="T16" fmla="*/ 22460 w 113"/>
                  <a:gd name="T17" fmla="*/ 2753 h 20"/>
                  <a:gd name="T18" fmla="*/ 12111 w 113"/>
                  <a:gd name="T19" fmla="*/ 633 h 20"/>
                  <a:gd name="T20" fmla="*/ 9176 w 113"/>
                  <a:gd name="T21" fmla="*/ 1434 h 20"/>
                  <a:gd name="T22" fmla="*/ 1305 w 113"/>
                  <a:gd name="T23" fmla="*/ 392 h 20"/>
                  <a:gd name="T24" fmla="*/ 313 w 113"/>
                  <a:gd name="T25" fmla="*/ 392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3" h="20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11" y="17"/>
                      <a:pt x="26" y="13"/>
                      <a:pt x="38" y="10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62" y="6"/>
                      <a:pt x="76" y="10"/>
                      <a:pt x="89" y="14"/>
                    </a:cubicBezTo>
                    <a:cubicBezTo>
                      <a:pt x="96" y="16"/>
                      <a:pt x="102" y="18"/>
                      <a:pt x="109" y="19"/>
                    </a:cubicBezTo>
                    <a:cubicBezTo>
                      <a:pt x="111" y="20"/>
                      <a:pt x="112" y="19"/>
                      <a:pt x="113" y="17"/>
                    </a:cubicBezTo>
                    <a:cubicBezTo>
                      <a:pt x="113" y="15"/>
                      <a:pt x="112" y="14"/>
                      <a:pt x="110" y="14"/>
                    </a:cubicBezTo>
                    <a:cubicBezTo>
                      <a:pt x="104" y="12"/>
                      <a:pt x="97" y="10"/>
                      <a:pt x="91" y="8"/>
                    </a:cubicBezTo>
                    <a:cubicBezTo>
                      <a:pt x="77" y="4"/>
                      <a:pt x="63" y="0"/>
                      <a:pt x="49" y="2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25" y="7"/>
                      <a:pt x="13" y="10"/>
                      <a:pt x="5" y="1"/>
                    </a:cubicBezTo>
                    <a:cubicBezTo>
                      <a:pt x="4" y="0"/>
                      <a:pt x="2" y="0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5" name="Freeform 260">
                <a:extLst>
                  <a:ext uri="{FF2B5EF4-FFF2-40B4-BE49-F238E27FC236}">
                    <a16:creationId xmlns:a16="http://schemas.microsoft.com/office/drawing/2014/main" id="{833C0906-2329-405A-A9D7-EB06808CD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801"/>
                <a:ext cx="135" cy="32"/>
              </a:xfrm>
              <a:custGeom>
                <a:avLst/>
                <a:gdLst>
                  <a:gd name="T0" fmla="*/ 12500 w 54"/>
                  <a:gd name="T1" fmla="*/ 1059 h 12"/>
                  <a:gd name="T2" fmla="*/ 9770 w 54"/>
                  <a:gd name="T3" fmla="*/ 661 h 12"/>
                  <a:gd name="T4" fmla="*/ 6175 w 54"/>
                  <a:gd name="T5" fmla="*/ 0 h 12"/>
                  <a:gd name="T6" fmla="*/ 3438 w 54"/>
                  <a:gd name="T7" fmla="*/ 1059 h 12"/>
                  <a:gd name="T8" fmla="*/ 520 w 54"/>
                  <a:gd name="T9" fmla="*/ 2184 h 12"/>
                  <a:gd name="T10" fmla="*/ 0 w 54"/>
                  <a:gd name="T11" fmla="*/ 2184 h 12"/>
                  <a:gd name="T12" fmla="*/ 520 w 54"/>
                  <a:gd name="T13" fmla="*/ 4301 h 12"/>
                  <a:gd name="T14" fmla="*/ 3908 w 54"/>
                  <a:gd name="T15" fmla="*/ 3243 h 12"/>
                  <a:gd name="T16" fmla="*/ 6375 w 54"/>
                  <a:gd name="T17" fmla="*/ 2184 h 12"/>
                  <a:gd name="T18" fmla="*/ 9583 w 54"/>
                  <a:gd name="T19" fmla="*/ 2824 h 12"/>
                  <a:gd name="T20" fmla="*/ 12500 w 54"/>
                  <a:gd name="T21" fmla="*/ 3243 h 12"/>
                  <a:gd name="T22" fmla="*/ 13208 w 54"/>
                  <a:gd name="T23" fmla="*/ 2184 h 12"/>
                  <a:gd name="T24" fmla="*/ 12500 w 54"/>
                  <a:gd name="T25" fmla="*/ 1059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12">
                    <a:moveTo>
                      <a:pt x="51" y="3"/>
                    </a:moveTo>
                    <a:cubicBezTo>
                      <a:pt x="47" y="3"/>
                      <a:pt x="44" y="2"/>
                      <a:pt x="40" y="2"/>
                    </a:cubicBezTo>
                    <a:cubicBezTo>
                      <a:pt x="35" y="1"/>
                      <a:pt x="30" y="0"/>
                      <a:pt x="25" y="0"/>
                    </a:cubicBezTo>
                    <a:cubicBezTo>
                      <a:pt x="21" y="1"/>
                      <a:pt x="18" y="2"/>
                      <a:pt x="14" y="3"/>
                    </a:cubicBezTo>
                    <a:cubicBezTo>
                      <a:pt x="10" y="5"/>
                      <a:pt x="6" y="6"/>
                      <a:pt x="2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8"/>
                      <a:pt x="1" y="10"/>
                      <a:pt x="2" y="12"/>
                    </a:cubicBezTo>
                    <a:cubicBezTo>
                      <a:pt x="7" y="12"/>
                      <a:pt x="12" y="11"/>
                      <a:pt x="16" y="9"/>
                    </a:cubicBezTo>
                    <a:cubicBezTo>
                      <a:pt x="19" y="8"/>
                      <a:pt x="23" y="7"/>
                      <a:pt x="26" y="6"/>
                    </a:cubicBezTo>
                    <a:cubicBezTo>
                      <a:pt x="30" y="6"/>
                      <a:pt x="34" y="7"/>
                      <a:pt x="39" y="8"/>
                    </a:cubicBezTo>
                    <a:cubicBezTo>
                      <a:pt x="42" y="8"/>
                      <a:pt x="46" y="9"/>
                      <a:pt x="51" y="9"/>
                    </a:cubicBezTo>
                    <a:cubicBezTo>
                      <a:pt x="53" y="9"/>
                      <a:pt x="54" y="8"/>
                      <a:pt x="54" y="6"/>
                    </a:cubicBezTo>
                    <a:cubicBezTo>
                      <a:pt x="54" y="4"/>
                      <a:pt x="53" y="3"/>
                      <a:pt x="5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6" name="Freeform 261">
                <a:extLst>
                  <a:ext uri="{FF2B5EF4-FFF2-40B4-BE49-F238E27FC236}">
                    <a16:creationId xmlns:a16="http://schemas.microsoft.com/office/drawing/2014/main" id="{7DD55C81-CF3D-49E3-AB15-121CC5D61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132"/>
                <a:ext cx="208" cy="200"/>
              </a:xfrm>
              <a:custGeom>
                <a:avLst/>
                <a:gdLst>
                  <a:gd name="T0" fmla="*/ 521 w 83"/>
                  <a:gd name="T1" fmla="*/ 397 h 75"/>
                  <a:gd name="T2" fmla="*/ 0 w 83"/>
                  <a:gd name="T3" fmla="*/ 1459 h 75"/>
                  <a:gd name="T4" fmla="*/ 7410 w 83"/>
                  <a:gd name="T5" fmla="*/ 12288 h 75"/>
                  <a:gd name="T6" fmla="*/ 9896 w 83"/>
                  <a:gd name="T7" fmla="*/ 14413 h 75"/>
                  <a:gd name="T8" fmla="*/ 19091 w 83"/>
                  <a:gd name="T9" fmla="*/ 25885 h 75"/>
                  <a:gd name="T10" fmla="*/ 20083 w 83"/>
                  <a:gd name="T11" fmla="*/ 26547 h 75"/>
                  <a:gd name="T12" fmla="*/ 20554 w 83"/>
                  <a:gd name="T13" fmla="*/ 25485 h 75"/>
                  <a:gd name="T14" fmla="*/ 10688 w 83"/>
                  <a:gd name="T15" fmla="*/ 12288 h 75"/>
                  <a:gd name="T16" fmla="*/ 8202 w 83"/>
                  <a:gd name="T17" fmla="*/ 10376 h 75"/>
                  <a:gd name="T18" fmla="*/ 1494 w 83"/>
                  <a:gd name="T19" fmla="*/ 1059 h 75"/>
                  <a:gd name="T20" fmla="*/ 521 w 83"/>
                  <a:gd name="T21" fmla="*/ 397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75">
                    <a:moveTo>
                      <a:pt x="2" y="1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5" y="22"/>
                      <a:pt x="18" y="28"/>
                      <a:pt x="30" y="34"/>
                    </a:cubicBezTo>
                    <a:cubicBezTo>
                      <a:pt x="40" y="40"/>
                      <a:pt x="40" y="40"/>
                      <a:pt x="40" y="40"/>
                    </a:cubicBezTo>
                    <a:cubicBezTo>
                      <a:pt x="50" y="45"/>
                      <a:pt x="75" y="60"/>
                      <a:pt x="77" y="72"/>
                    </a:cubicBezTo>
                    <a:cubicBezTo>
                      <a:pt x="78" y="74"/>
                      <a:pt x="79" y="75"/>
                      <a:pt x="81" y="74"/>
                    </a:cubicBezTo>
                    <a:cubicBezTo>
                      <a:pt x="82" y="74"/>
                      <a:pt x="83" y="73"/>
                      <a:pt x="83" y="71"/>
                    </a:cubicBezTo>
                    <a:cubicBezTo>
                      <a:pt x="81" y="58"/>
                      <a:pt x="62" y="45"/>
                      <a:pt x="43" y="34"/>
                    </a:cubicBezTo>
                    <a:cubicBezTo>
                      <a:pt x="43" y="34"/>
                      <a:pt x="33" y="29"/>
                      <a:pt x="33" y="29"/>
                    </a:cubicBezTo>
                    <a:cubicBezTo>
                      <a:pt x="20" y="23"/>
                      <a:pt x="10" y="17"/>
                      <a:pt x="6" y="3"/>
                    </a:cubicBezTo>
                    <a:cubicBezTo>
                      <a:pt x="5" y="1"/>
                      <a:pt x="4" y="0"/>
                      <a:pt x="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7" name="Freeform 262">
                <a:extLst>
                  <a:ext uri="{FF2B5EF4-FFF2-40B4-BE49-F238E27FC236}">
                    <a16:creationId xmlns:a16="http://schemas.microsoft.com/office/drawing/2014/main" id="{ED9107A2-9406-4909-86A0-2FC669151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292"/>
                <a:ext cx="160" cy="170"/>
              </a:xfrm>
              <a:custGeom>
                <a:avLst/>
                <a:gdLst>
                  <a:gd name="T0" fmla="*/ 783 w 64"/>
                  <a:gd name="T1" fmla="*/ 0 h 64"/>
                  <a:gd name="T2" fmla="*/ 0 w 64"/>
                  <a:gd name="T3" fmla="*/ 1448 h 64"/>
                  <a:gd name="T4" fmla="*/ 8333 w 64"/>
                  <a:gd name="T5" fmla="*/ 12686 h 64"/>
                  <a:gd name="T6" fmla="*/ 8595 w 64"/>
                  <a:gd name="T7" fmla="*/ 12686 h 64"/>
                  <a:gd name="T8" fmla="*/ 14188 w 64"/>
                  <a:gd name="T9" fmla="*/ 21399 h 64"/>
                  <a:gd name="T10" fmla="*/ 14970 w 64"/>
                  <a:gd name="T11" fmla="*/ 22506 h 64"/>
                  <a:gd name="T12" fmla="*/ 15438 w 64"/>
                  <a:gd name="T13" fmla="*/ 21011 h 64"/>
                  <a:gd name="T14" fmla="*/ 9300 w 64"/>
                  <a:gd name="T15" fmla="*/ 10851 h 64"/>
                  <a:gd name="T16" fmla="*/ 8800 w 64"/>
                  <a:gd name="T17" fmla="*/ 10604 h 64"/>
                  <a:gd name="T18" fmla="*/ 1488 w 64"/>
                  <a:gd name="T19" fmla="*/ 1052 h 64"/>
                  <a:gd name="T20" fmla="*/ 783 w 64"/>
                  <a:gd name="T21" fmla="*/ 0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64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3" y="19"/>
                      <a:pt x="21" y="29"/>
                      <a:pt x="34" y="36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51" y="45"/>
                      <a:pt x="54" y="47"/>
                      <a:pt x="58" y="61"/>
                    </a:cubicBezTo>
                    <a:cubicBezTo>
                      <a:pt x="58" y="63"/>
                      <a:pt x="60" y="64"/>
                      <a:pt x="61" y="64"/>
                    </a:cubicBezTo>
                    <a:cubicBezTo>
                      <a:pt x="63" y="63"/>
                      <a:pt x="64" y="62"/>
                      <a:pt x="63" y="60"/>
                    </a:cubicBezTo>
                    <a:cubicBezTo>
                      <a:pt x="60" y="43"/>
                      <a:pt x="54" y="40"/>
                      <a:pt x="38" y="31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25" y="24"/>
                      <a:pt x="8" y="15"/>
                      <a:pt x="6" y="3"/>
                    </a:cubicBezTo>
                    <a:cubicBezTo>
                      <a:pt x="6" y="1"/>
                      <a:pt x="4" y="0"/>
                      <a:pt x="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8" name="Freeform 263">
                <a:extLst>
                  <a:ext uri="{FF2B5EF4-FFF2-40B4-BE49-F238E27FC236}">
                    <a16:creationId xmlns:a16="http://schemas.microsoft.com/office/drawing/2014/main" id="{F8C964C0-EC2C-4799-8094-E300C3AD9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1537"/>
                <a:ext cx="88" cy="208"/>
              </a:xfrm>
              <a:custGeom>
                <a:avLst/>
                <a:gdLst>
                  <a:gd name="T0" fmla="*/ 525 w 35"/>
                  <a:gd name="T1" fmla="*/ 7944 h 78"/>
                  <a:gd name="T2" fmla="*/ 2801 w 35"/>
                  <a:gd name="T3" fmla="*/ 18752 h 78"/>
                  <a:gd name="T4" fmla="*/ 4325 w 35"/>
                  <a:gd name="T5" fmla="*/ 21184 h 78"/>
                  <a:gd name="T6" fmla="*/ 7359 w 35"/>
                  <a:gd name="T7" fmla="*/ 27669 h 78"/>
                  <a:gd name="T8" fmla="*/ 7840 w 35"/>
                  <a:gd name="T9" fmla="*/ 28067 h 78"/>
                  <a:gd name="T10" fmla="*/ 8838 w 35"/>
                  <a:gd name="T11" fmla="*/ 27363 h 78"/>
                  <a:gd name="T12" fmla="*/ 8838 w 35"/>
                  <a:gd name="T13" fmla="*/ 26944 h 78"/>
                  <a:gd name="T14" fmla="*/ 5511 w 35"/>
                  <a:gd name="T15" fmla="*/ 19819 h 78"/>
                  <a:gd name="T16" fmla="*/ 3832 w 35"/>
                  <a:gd name="T17" fmla="*/ 17237 h 78"/>
                  <a:gd name="T18" fmla="*/ 2004 w 35"/>
                  <a:gd name="T19" fmla="*/ 7531 h 78"/>
                  <a:gd name="T20" fmla="*/ 1524 w 35"/>
                  <a:gd name="T21" fmla="*/ 1059 h 78"/>
                  <a:gd name="T22" fmla="*/ 525 w 35"/>
                  <a:gd name="T23" fmla="*/ 397 h 78"/>
                  <a:gd name="T24" fmla="*/ 0 w 35"/>
                  <a:gd name="T25" fmla="*/ 1459 h 78"/>
                  <a:gd name="T26" fmla="*/ 525 w 35"/>
                  <a:gd name="T27" fmla="*/ 7944 h 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" h="78">
                    <a:moveTo>
                      <a:pt x="2" y="22"/>
                    </a:moveTo>
                    <a:cubicBezTo>
                      <a:pt x="2" y="31"/>
                      <a:pt x="2" y="42"/>
                      <a:pt x="11" y="52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22" y="65"/>
                      <a:pt x="27" y="70"/>
                      <a:pt x="29" y="77"/>
                    </a:cubicBezTo>
                    <a:cubicBezTo>
                      <a:pt x="30" y="78"/>
                      <a:pt x="30" y="78"/>
                      <a:pt x="31" y="78"/>
                    </a:cubicBezTo>
                    <a:cubicBezTo>
                      <a:pt x="32" y="77"/>
                      <a:pt x="34" y="77"/>
                      <a:pt x="35" y="76"/>
                    </a:cubicBezTo>
                    <a:cubicBezTo>
                      <a:pt x="35" y="75"/>
                      <a:pt x="35" y="75"/>
                      <a:pt x="35" y="75"/>
                    </a:cubicBezTo>
                    <a:cubicBezTo>
                      <a:pt x="32" y="67"/>
                      <a:pt x="27" y="61"/>
                      <a:pt x="22" y="55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8" y="40"/>
                      <a:pt x="8" y="31"/>
                      <a:pt x="8" y="21"/>
                    </a:cubicBezTo>
                    <a:cubicBezTo>
                      <a:pt x="8" y="16"/>
                      <a:pt x="7" y="10"/>
                      <a:pt x="6" y="3"/>
                    </a:cubicBezTo>
                    <a:cubicBezTo>
                      <a:pt x="5" y="1"/>
                      <a:pt x="4" y="0"/>
                      <a:pt x="2" y="1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1" y="10"/>
                      <a:pt x="2" y="16"/>
                      <a:pt x="2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9" name="Freeform 264">
                <a:extLst>
                  <a:ext uri="{FF2B5EF4-FFF2-40B4-BE49-F238E27FC236}">
                    <a16:creationId xmlns:a16="http://schemas.microsoft.com/office/drawing/2014/main" id="{D13316E8-DDB8-47C7-977F-3DDE8BB5B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537"/>
                <a:ext cx="110" cy="240"/>
              </a:xfrm>
              <a:custGeom>
                <a:avLst/>
                <a:gdLst>
                  <a:gd name="T0" fmla="*/ 520 w 44"/>
                  <a:gd name="T1" fmla="*/ 397 h 90"/>
                  <a:gd name="T2" fmla="*/ 313 w 44"/>
                  <a:gd name="T3" fmla="*/ 1763 h 90"/>
                  <a:gd name="T4" fmla="*/ 3250 w 44"/>
                  <a:gd name="T5" fmla="*/ 10104 h 90"/>
                  <a:gd name="T6" fmla="*/ 9300 w 44"/>
                  <a:gd name="T7" fmla="*/ 31309 h 90"/>
                  <a:gd name="T8" fmla="*/ 10083 w 44"/>
                  <a:gd name="T9" fmla="*/ 31949 h 90"/>
                  <a:gd name="T10" fmla="*/ 10750 w 44"/>
                  <a:gd name="T11" fmla="*/ 30891 h 90"/>
                  <a:gd name="T12" fmla="*/ 4688 w 44"/>
                  <a:gd name="T13" fmla="*/ 9045 h 90"/>
                  <a:gd name="T14" fmla="*/ 1488 w 44"/>
                  <a:gd name="T15" fmla="*/ 661 h 90"/>
                  <a:gd name="T16" fmla="*/ 520 w 44"/>
                  <a:gd name="T17" fmla="*/ 397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90">
                    <a:moveTo>
                      <a:pt x="2" y="1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5" y="13"/>
                      <a:pt x="9" y="20"/>
                      <a:pt x="13" y="28"/>
                    </a:cubicBezTo>
                    <a:cubicBezTo>
                      <a:pt x="24" y="47"/>
                      <a:pt x="35" y="66"/>
                      <a:pt x="38" y="87"/>
                    </a:cubicBezTo>
                    <a:cubicBezTo>
                      <a:pt x="38" y="89"/>
                      <a:pt x="40" y="90"/>
                      <a:pt x="41" y="89"/>
                    </a:cubicBezTo>
                    <a:cubicBezTo>
                      <a:pt x="43" y="89"/>
                      <a:pt x="44" y="88"/>
                      <a:pt x="44" y="86"/>
                    </a:cubicBezTo>
                    <a:cubicBezTo>
                      <a:pt x="41" y="64"/>
                      <a:pt x="29" y="45"/>
                      <a:pt x="19" y="25"/>
                    </a:cubicBezTo>
                    <a:cubicBezTo>
                      <a:pt x="14" y="18"/>
                      <a:pt x="10" y="10"/>
                      <a:pt x="6" y="2"/>
                    </a:cubicBezTo>
                    <a:cubicBezTo>
                      <a:pt x="6" y="1"/>
                      <a:pt x="4" y="0"/>
                      <a:pt x="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0" name="Freeform 265">
                <a:extLst>
                  <a:ext uri="{FF2B5EF4-FFF2-40B4-BE49-F238E27FC236}">
                    <a16:creationId xmlns:a16="http://schemas.microsoft.com/office/drawing/2014/main" id="{75B04907-F1F5-48ED-8F58-B0B711658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585"/>
                <a:ext cx="105" cy="171"/>
              </a:xfrm>
              <a:custGeom>
                <a:avLst/>
                <a:gdLst>
                  <a:gd name="T0" fmla="*/ 783 w 42"/>
                  <a:gd name="T1" fmla="*/ 0 h 64"/>
                  <a:gd name="T2" fmla="*/ 313 w 42"/>
                  <a:gd name="T3" fmla="*/ 1470 h 64"/>
                  <a:gd name="T4" fmla="*/ 988 w 42"/>
                  <a:gd name="T5" fmla="*/ 5055 h 64"/>
                  <a:gd name="T6" fmla="*/ 4220 w 42"/>
                  <a:gd name="T7" fmla="*/ 14992 h 64"/>
                  <a:gd name="T8" fmla="*/ 6375 w 42"/>
                  <a:gd name="T9" fmla="*/ 18505 h 64"/>
                  <a:gd name="T10" fmla="*/ 8800 w 42"/>
                  <a:gd name="T11" fmla="*/ 22623 h 64"/>
                  <a:gd name="T12" fmla="*/ 9770 w 42"/>
                  <a:gd name="T13" fmla="*/ 22887 h 64"/>
                  <a:gd name="T14" fmla="*/ 10083 w 42"/>
                  <a:gd name="T15" fmla="*/ 21517 h 64"/>
                  <a:gd name="T16" fmla="*/ 7345 w 42"/>
                  <a:gd name="T17" fmla="*/ 17169 h 64"/>
                  <a:gd name="T18" fmla="*/ 5395 w 42"/>
                  <a:gd name="T19" fmla="*/ 13907 h 64"/>
                  <a:gd name="T20" fmla="*/ 2470 w 42"/>
                  <a:gd name="T21" fmla="*/ 4390 h 64"/>
                  <a:gd name="T22" fmla="*/ 1488 w 42"/>
                  <a:gd name="T23" fmla="*/ 671 h 64"/>
                  <a:gd name="T24" fmla="*/ 783 w 42"/>
                  <a:gd name="T25" fmla="*/ 0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" h="64">
                    <a:moveTo>
                      <a:pt x="3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23"/>
                      <a:pt x="11" y="32"/>
                      <a:pt x="17" y="41"/>
                    </a:cubicBezTo>
                    <a:cubicBezTo>
                      <a:pt x="20" y="45"/>
                      <a:pt x="23" y="48"/>
                      <a:pt x="26" y="51"/>
                    </a:cubicBezTo>
                    <a:cubicBezTo>
                      <a:pt x="30" y="55"/>
                      <a:pt x="33" y="58"/>
                      <a:pt x="36" y="62"/>
                    </a:cubicBezTo>
                    <a:cubicBezTo>
                      <a:pt x="37" y="63"/>
                      <a:pt x="38" y="64"/>
                      <a:pt x="40" y="63"/>
                    </a:cubicBezTo>
                    <a:cubicBezTo>
                      <a:pt x="41" y="62"/>
                      <a:pt x="42" y="60"/>
                      <a:pt x="41" y="59"/>
                    </a:cubicBezTo>
                    <a:cubicBezTo>
                      <a:pt x="38" y="54"/>
                      <a:pt x="34" y="50"/>
                      <a:pt x="30" y="47"/>
                    </a:cubicBezTo>
                    <a:cubicBezTo>
                      <a:pt x="27" y="44"/>
                      <a:pt x="24" y="41"/>
                      <a:pt x="22" y="38"/>
                    </a:cubicBezTo>
                    <a:cubicBezTo>
                      <a:pt x="16" y="30"/>
                      <a:pt x="13" y="21"/>
                      <a:pt x="10" y="1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0"/>
                      <a:pt x="4" y="0"/>
                      <a:pt x="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1" name="Freeform 266">
                <a:extLst>
                  <a:ext uri="{FF2B5EF4-FFF2-40B4-BE49-F238E27FC236}">
                    <a16:creationId xmlns:a16="http://schemas.microsoft.com/office/drawing/2014/main" id="{145BAA14-E716-44B8-8DA7-B95E7064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1697"/>
                <a:ext cx="110" cy="192"/>
              </a:xfrm>
              <a:custGeom>
                <a:avLst/>
                <a:gdLst>
                  <a:gd name="T0" fmla="*/ 520 w 44"/>
                  <a:gd name="T1" fmla="*/ 397 h 72"/>
                  <a:gd name="T2" fmla="*/ 0 w 44"/>
                  <a:gd name="T3" fmla="*/ 1763 h 72"/>
                  <a:gd name="T4" fmla="*/ 520 w 44"/>
                  <a:gd name="T5" fmla="*/ 4301 h 72"/>
                  <a:gd name="T6" fmla="*/ 3720 w 44"/>
                  <a:gd name="T7" fmla="*/ 16589 h 72"/>
                  <a:gd name="T8" fmla="*/ 6645 w 44"/>
                  <a:gd name="T9" fmla="*/ 20480 h 72"/>
                  <a:gd name="T10" fmla="*/ 9300 w 44"/>
                  <a:gd name="T11" fmla="*/ 25237 h 72"/>
                  <a:gd name="T12" fmla="*/ 10083 w 44"/>
                  <a:gd name="T13" fmla="*/ 25885 h 72"/>
                  <a:gd name="T14" fmla="*/ 10750 w 44"/>
                  <a:gd name="T15" fmla="*/ 24824 h 72"/>
                  <a:gd name="T16" fmla="*/ 7345 w 44"/>
                  <a:gd name="T17" fmla="*/ 18752 h 72"/>
                  <a:gd name="T18" fmla="*/ 4895 w 44"/>
                  <a:gd name="T19" fmla="*/ 15531 h 72"/>
                  <a:gd name="T20" fmla="*/ 1958 w 44"/>
                  <a:gd name="T21" fmla="*/ 3640 h 72"/>
                  <a:gd name="T22" fmla="*/ 1488 w 44"/>
                  <a:gd name="T23" fmla="*/ 1059 h 72"/>
                  <a:gd name="T24" fmla="*/ 520 w 44"/>
                  <a:gd name="T25" fmla="*/ 397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" h="72">
                    <a:moveTo>
                      <a:pt x="2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5" y="23"/>
                      <a:pt x="9" y="36"/>
                      <a:pt x="15" y="46"/>
                    </a:cubicBezTo>
                    <a:cubicBezTo>
                      <a:pt x="18" y="50"/>
                      <a:pt x="22" y="54"/>
                      <a:pt x="27" y="57"/>
                    </a:cubicBezTo>
                    <a:cubicBezTo>
                      <a:pt x="32" y="61"/>
                      <a:pt x="37" y="64"/>
                      <a:pt x="38" y="70"/>
                    </a:cubicBezTo>
                    <a:cubicBezTo>
                      <a:pt x="38" y="71"/>
                      <a:pt x="39" y="72"/>
                      <a:pt x="41" y="72"/>
                    </a:cubicBezTo>
                    <a:cubicBezTo>
                      <a:pt x="43" y="72"/>
                      <a:pt x="44" y="70"/>
                      <a:pt x="44" y="69"/>
                    </a:cubicBezTo>
                    <a:cubicBezTo>
                      <a:pt x="42" y="61"/>
                      <a:pt x="36" y="56"/>
                      <a:pt x="30" y="52"/>
                    </a:cubicBezTo>
                    <a:cubicBezTo>
                      <a:pt x="26" y="49"/>
                      <a:pt x="23" y="46"/>
                      <a:pt x="20" y="43"/>
                    </a:cubicBezTo>
                    <a:cubicBezTo>
                      <a:pt x="15" y="34"/>
                      <a:pt x="11" y="21"/>
                      <a:pt x="8" y="10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4" y="0"/>
                      <a:pt x="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2" name="Freeform 267">
                <a:extLst>
                  <a:ext uri="{FF2B5EF4-FFF2-40B4-BE49-F238E27FC236}">
                    <a16:creationId xmlns:a16="http://schemas.microsoft.com/office/drawing/2014/main" id="{32B0AC66-478F-4B2F-ABC5-77C574294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1702"/>
                <a:ext cx="75" cy="147"/>
              </a:xfrm>
              <a:custGeom>
                <a:avLst/>
                <a:gdLst>
                  <a:gd name="T0" fmla="*/ 783 w 30"/>
                  <a:gd name="T1" fmla="*/ 5458 h 55"/>
                  <a:gd name="T2" fmla="*/ 5675 w 30"/>
                  <a:gd name="T3" fmla="*/ 20045 h 55"/>
                  <a:gd name="T4" fmla="*/ 7345 w 30"/>
                  <a:gd name="T5" fmla="*/ 18979 h 55"/>
                  <a:gd name="T6" fmla="*/ 7158 w 30"/>
                  <a:gd name="T7" fmla="*/ 18522 h 55"/>
                  <a:gd name="T8" fmla="*/ 2270 w 30"/>
                  <a:gd name="T9" fmla="*/ 4792 h 55"/>
                  <a:gd name="T10" fmla="*/ 1488 w 30"/>
                  <a:gd name="T11" fmla="*/ 1072 h 55"/>
                  <a:gd name="T12" fmla="*/ 520 w 30"/>
                  <a:gd name="T13" fmla="*/ 401 h 55"/>
                  <a:gd name="T14" fmla="*/ 0 w 30"/>
                  <a:gd name="T15" fmla="*/ 1793 h 55"/>
                  <a:gd name="T16" fmla="*/ 783 w 30"/>
                  <a:gd name="T17" fmla="*/ 5458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55">
                    <a:moveTo>
                      <a:pt x="3" y="15"/>
                    </a:moveTo>
                    <a:cubicBezTo>
                      <a:pt x="8" y="29"/>
                      <a:pt x="13" y="49"/>
                      <a:pt x="23" y="55"/>
                    </a:cubicBezTo>
                    <a:cubicBezTo>
                      <a:pt x="26" y="54"/>
                      <a:pt x="28" y="53"/>
                      <a:pt x="30" y="52"/>
                    </a:cubicBezTo>
                    <a:cubicBezTo>
                      <a:pt x="30" y="52"/>
                      <a:pt x="30" y="51"/>
                      <a:pt x="29" y="51"/>
                    </a:cubicBezTo>
                    <a:cubicBezTo>
                      <a:pt x="19" y="49"/>
                      <a:pt x="13" y="27"/>
                      <a:pt x="9" y="1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4" y="0"/>
                      <a:pt x="2" y="1"/>
                    </a:cubicBezTo>
                    <a:cubicBezTo>
                      <a:pt x="1" y="1"/>
                      <a:pt x="0" y="3"/>
                      <a:pt x="0" y="5"/>
                    </a:cubicBezTo>
                    <a:lnTo>
                      <a:pt x="3" y="1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3" name="Freeform 268">
                <a:extLst>
                  <a:ext uri="{FF2B5EF4-FFF2-40B4-BE49-F238E27FC236}">
                    <a16:creationId xmlns:a16="http://schemas.microsoft.com/office/drawing/2014/main" id="{1391172B-34E4-465D-A8D8-E2179E2B6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833"/>
                <a:ext cx="118" cy="171"/>
              </a:xfrm>
              <a:custGeom>
                <a:avLst/>
                <a:gdLst>
                  <a:gd name="T0" fmla="*/ 522 w 47"/>
                  <a:gd name="T1" fmla="*/ 401 h 64"/>
                  <a:gd name="T2" fmla="*/ 316 w 47"/>
                  <a:gd name="T3" fmla="*/ 1793 h 64"/>
                  <a:gd name="T4" fmla="*/ 3781 w 47"/>
                  <a:gd name="T5" fmla="*/ 6926 h 64"/>
                  <a:gd name="T6" fmla="*/ 7991 w 47"/>
                  <a:gd name="T7" fmla="*/ 14570 h 64"/>
                  <a:gd name="T8" fmla="*/ 8466 w 47"/>
                  <a:gd name="T9" fmla="*/ 17434 h 64"/>
                  <a:gd name="T10" fmla="*/ 10494 w 47"/>
                  <a:gd name="T11" fmla="*/ 23288 h 64"/>
                  <a:gd name="T12" fmla="*/ 11491 w 47"/>
                  <a:gd name="T13" fmla="*/ 22623 h 64"/>
                  <a:gd name="T14" fmla="*/ 11283 w 47"/>
                  <a:gd name="T15" fmla="*/ 21094 h 64"/>
                  <a:gd name="T16" fmla="*/ 9972 w 47"/>
                  <a:gd name="T17" fmla="*/ 16769 h 64"/>
                  <a:gd name="T18" fmla="*/ 9259 w 47"/>
                  <a:gd name="T19" fmla="*/ 13907 h 64"/>
                  <a:gd name="T20" fmla="*/ 4810 w 47"/>
                  <a:gd name="T21" fmla="*/ 5453 h 64"/>
                  <a:gd name="T22" fmla="*/ 1506 w 47"/>
                  <a:gd name="T23" fmla="*/ 671 h 64"/>
                  <a:gd name="T24" fmla="*/ 522 w 47"/>
                  <a:gd name="T25" fmla="*/ 401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7" h="64">
                    <a:moveTo>
                      <a:pt x="2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6" y="11"/>
                      <a:pt x="10" y="15"/>
                      <a:pt x="15" y="19"/>
                    </a:cubicBezTo>
                    <a:cubicBezTo>
                      <a:pt x="22" y="25"/>
                      <a:pt x="28" y="31"/>
                      <a:pt x="32" y="40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6" y="54"/>
                      <a:pt x="37" y="61"/>
                      <a:pt x="42" y="64"/>
                    </a:cubicBezTo>
                    <a:cubicBezTo>
                      <a:pt x="44" y="64"/>
                      <a:pt x="46" y="64"/>
                      <a:pt x="46" y="62"/>
                    </a:cubicBezTo>
                    <a:cubicBezTo>
                      <a:pt x="47" y="61"/>
                      <a:pt x="46" y="59"/>
                      <a:pt x="45" y="58"/>
                    </a:cubicBezTo>
                    <a:cubicBezTo>
                      <a:pt x="43" y="57"/>
                      <a:pt x="41" y="51"/>
                      <a:pt x="40" y="46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3" y="27"/>
                      <a:pt x="26" y="21"/>
                      <a:pt x="19" y="15"/>
                    </a:cubicBezTo>
                    <a:cubicBezTo>
                      <a:pt x="14" y="11"/>
                      <a:pt x="10" y="7"/>
                      <a:pt x="6" y="2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4" name="Freeform 269">
                <a:extLst>
                  <a:ext uri="{FF2B5EF4-FFF2-40B4-BE49-F238E27FC236}">
                    <a16:creationId xmlns:a16="http://schemas.microsoft.com/office/drawing/2014/main" id="{69086519-91CC-4228-837E-94F8AC644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1873"/>
                <a:ext cx="135" cy="141"/>
              </a:xfrm>
              <a:custGeom>
                <a:avLst/>
                <a:gdLst>
                  <a:gd name="T0" fmla="*/ 313 w 54"/>
                  <a:gd name="T1" fmla="*/ 396 h 53"/>
                  <a:gd name="T2" fmla="*/ 520 w 54"/>
                  <a:gd name="T3" fmla="*/ 2144 h 53"/>
                  <a:gd name="T4" fmla="*/ 2470 w 54"/>
                  <a:gd name="T5" fmla="*/ 3858 h 53"/>
                  <a:gd name="T6" fmla="*/ 7625 w 54"/>
                  <a:gd name="T7" fmla="*/ 9229 h 53"/>
                  <a:gd name="T8" fmla="*/ 9300 w 54"/>
                  <a:gd name="T9" fmla="*/ 13483 h 53"/>
                  <a:gd name="T10" fmla="*/ 12033 w 54"/>
                  <a:gd name="T11" fmla="*/ 18381 h 53"/>
                  <a:gd name="T12" fmla="*/ 13020 w 54"/>
                  <a:gd name="T13" fmla="*/ 18133 h 53"/>
                  <a:gd name="T14" fmla="*/ 12708 w 54"/>
                  <a:gd name="T15" fmla="*/ 16683 h 53"/>
                  <a:gd name="T16" fmla="*/ 10750 w 54"/>
                  <a:gd name="T17" fmla="*/ 12371 h 53"/>
                  <a:gd name="T18" fmla="*/ 8595 w 54"/>
                  <a:gd name="T19" fmla="*/ 7460 h 53"/>
                  <a:gd name="T20" fmla="*/ 3250 w 54"/>
                  <a:gd name="T21" fmla="*/ 2144 h 53"/>
                  <a:gd name="T22" fmla="*/ 1300 w 54"/>
                  <a:gd name="T23" fmla="*/ 396 h 53"/>
                  <a:gd name="T24" fmla="*/ 313 w 54"/>
                  <a:gd name="T25" fmla="*/ 396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53">
                    <a:moveTo>
                      <a:pt x="1" y="1"/>
                    </a:moveTo>
                    <a:cubicBezTo>
                      <a:pt x="0" y="3"/>
                      <a:pt x="0" y="5"/>
                      <a:pt x="2" y="6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7" y="15"/>
                      <a:pt x="25" y="21"/>
                      <a:pt x="31" y="26"/>
                    </a:cubicBezTo>
                    <a:cubicBezTo>
                      <a:pt x="34" y="29"/>
                      <a:pt x="36" y="33"/>
                      <a:pt x="38" y="38"/>
                    </a:cubicBezTo>
                    <a:cubicBezTo>
                      <a:pt x="41" y="43"/>
                      <a:pt x="43" y="49"/>
                      <a:pt x="49" y="52"/>
                    </a:cubicBezTo>
                    <a:cubicBezTo>
                      <a:pt x="50" y="53"/>
                      <a:pt x="52" y="53"/>
                      <a:pt x="53" y="51"/>
                    </a:cubicBezTo>
                    <a:cubicBezTo>
                      <a:pt x="54" y="50"/>
                      <a:pt x="53" y="48"/>
                      <a:pt x="52" y="47"/>
                    </a:cubicBezTo>
                    <a:cubicBezTo>
                      <a:pt x="48" y="45"/>
                      <a:pt x="46" y="40"/>
                      <a:pt x="44" y="35"/>
                    </a:cubicBezTo>
                    <a:cubicBezTo>
                      <a:pt x="41" y="30"/>
                      <a:pt x="39" y="25"/>
                      <a:pt x="35" y="21"/>
                    </a:cubicBezTo>
                    <a:cubicBezTo>
                      <a:pt x="29" y="16"/>
                      <a:pt x="21" y="11"/>
                      <a:pt x="13" y="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5" name="Freeform 270">
                <a:extLst>
                  <a:ext uri="{FF2B5EF4-FFF2-40B4-BE49-F238E27FC236}">
                    <a16:creationId xmlns:a16="http://schemas.microsoft.com/office/drawing/2014/main" id="{C76FBBE0-7704-425E-81B0-6EF016E9E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1969"/>
                <a:ext cx="190" cy="85"/>
              </a:xfrm>
              <a:custGeom>
                <a:avLst/>
                <a:gdLst>
                  <a:gd name="T0" fmla="*/ 5395 w 76"/>
                  <a:gd name="T1" fmla="*/ 656 h 32"/>
                  <a:gd name="T2" fmla="*/ 1300 w 76"/>
                  <a:gd name="T3" fmla="*/ 656 h 32"/>
                  <a:gd name="T4" fmla="*/ 313 w 76"/>
                  <a:gd name="T5" fmla="*/ 1052 h 32"/>
                  <a:gd name="T6" fmla="*/ 783 w 76"/>
                  <a:gd name="T7" fmla="*/ 2492 h 32"/>
                  <a:gd name="T8" fmla="*/ 5675 w 76"/>
                  <a:gd name="T9" fmla="*/ 2794 h 32"/>
                  <a:gd name="T10" fmla="*/ 11063 w 76"/>
                  <a:gd name="T11" fmla="*/ 4630 h 32"/>
                  <a:gd name="T12" fmla="*/ 12238 w 76"/>
                  <a:gd name="T13" fmla="*/ 6619 h 32"/>
                  <a:gd name="T14" fmla="*/ 17895 w 76"/>
                  <a:gd name="T15" fmla="*/ 10604 h 32"/>
                  <a:gd name="T16" fmla="*/ 18563 w 76"/>
                  <a:gd name="T17" fmla="*/ 9504 h 32"/>
                  <a:gd name="T18" fmla="*/ 17583 w 76"/>
                  <a:gd name="T19" fmla="*/ 8473 h 32"/>
                  <a:gd name="T20" fmla="*/ 13208 w 76"/>
                  <a:gd name="T21" fmla="*/ 5286 h 32"/>
                  <a:gd name="T22" fmla="*/ 11720 w 76"/>
                  <a:gd name="T23" fmla="*/ 3190 h 32"/>
                  <a:gd name="T24" fmla="*/ 5395 w 76"/>
                  <a:gd name="T25" fmla="*/ 656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32">
                    <a:moveTo>
                      <a:pt x="22" y="2"/>
                    </a:moveTo>
                    <a:cubicBezTo>
                      <a:pt x="16" y="3"/>
                      <a:pt x="11" y="4"/>
                      <a:pt x="5" y="2"/>
                    </a:cubicBezTo>
                    <a:cubicBezTo>
                      <a:pt x="3" y="1"/>
                      <a:pt x="1" y="2"/>
                      <a:pt x="1" y="3"/>
                    </a:cubicBezTo>
                    <a:cubicBezTo>
                      <a:pt x="0" y="5"/>
                      <a:pt x="1" y="7"/>
                      <a:pt x="3" y="7"/>
                    </a:cubicBezTo>
                    <a:cubicBezTo>
                      <a:pt x="11" y="10"/>
                      <a:pt x="17" y="9"/>
                      <a:pt x="23" y="8"/>
                    </a:cubicBezTo>
                    <a:cubicBezTo>
                      <a:pt x="30" y="7"/>
                      <a:pt x="36" y="6"/>
                      <a:pt x="45" y="13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6" y="25"/>
                      <a:pt x="63" y="32"/>
                      <a:pt x="73" y="30"/>
                    </a:cubicBezTo>
                    <a:cubicBezTo>
                      <a:pt x="75" y="30"/>
                      <a:pt x="76" y="28"/>
                      <a:pt x="76" y="27"/>
                    </a:cubicBezTo>
                    <a:cubicBezTo>
                      <a:pt x="76" y="25"/>
                      <a:pt x="74" y="24"/>
                      <a:pt x="72" y="24"/>
                    </a:cubicBezTo>
                    <a:cubicBezTo>
                      <a:pt x="65" y="26"/>
                      <a:pt x="60" y="21"/>
                      <a:pt x="54" y="1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38" y="0"/>
                      <a:pt x="30" y="1"/>
                      <a:pt x="22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6" name="Freeform 271">
                <a:extLst>
                  <a:ext uri="{FF2B5EF4-FFF2-40B4-BE49-F238E27FC236}">
                    <a16:creationId xmlns:a16="http://schemas.microsoft.com/office/drawing/2014/main" id="{2DAA166A-8C2A-4061-AE7E-D36E41748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" y="2172"/>
                <a:ext cx="190" cy="45"/>
              </a:xfrm>
              <a:custGeom>
                <a:avLst/>
                <a:gdLst>
                  <a:gd name="T0" fmla="*/ 313 w 76"/>
                  <a:gd name="T1" fmla="*/ 392 h 17"/>
                  <a:gd name="T2" fmla="*/ 520 w 76"/>
                  <a:gd name="T3" fmla="*/ 2059 h 17"/>
                  <a:gd name="T4" fmla="*/ 8595 w 76"/>
                  <a:gd name="T5" fmla="*/ 4177 h 17"/>
                  <a:gd name="T6" fmla="*/ 13020 w 76"/>
                  <a:gd name="T7" fmla="*/ 4177 h 17"/>
                  <a:gd name="T8" fmla="*/ 14970 w 76"/>
                  <a:gd name="T9" fmla="*/ 4807 h 17"/>
                  <a:gd name="T10" fmla="*/ 17895 w 76"/>
                  <a:gd name="T11" fmla="*/ 5845 h 17"/>
                  <a:gd name="T12" fmla="*/ 18563 w 76"/>
                  <a:gd name="T13" fmla="*/ 4807 h 17"/>
                  <a:gd name="T14" fmla="*/ 17895 w 76"/>
                  <a:gd name="T15" fmla="*/ 3783 h 17"/>
                  <a:gd name="T16" fmla="*/ 15438 w 76"/>
                  <a:gd name="T17" fmla="*/ 2748 h 17"/>
                  <a:gd name="T18" fmla="*/ 13020 w 76"/>
                  <a:gd name="T19" fmla="*/ 2059 h 17"/>
                  <a:gd name="T20" fmla="*/ 8595 w 76"/>
                  <a:gd name="T21" fmla="*/ 2059 h 17"/>
                  <a:gd name="T22" fmla="*/ 1300 w 76"/>
                  <a:gd name="T23" fmla="*/ 392 h 17"/>
                  <a:gd name="T24" fmla="*/ 313 w 76"/>
                  <a:gd name="T25" fmla="*/ 392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7">
                    <a:moveTo>
                      <a:pt x="1" y="1"/>
                    </a:moveTo>
                    <a:cubicBezTo>
                      <a:pt x="0" y="3"/>
                      <a:pt x="1" y="5"/>
                      <a:pt x="2" y="6"/>
                    </a:cubicBezTo>
                    <a:cubicBezTo>
                      <a:pt x="14" y="14"/>
                      <a:pt x="24" y="13"/>
                      <a:pt x="35" y="12"/>
                    </a:cubicBezTo>
                    <a:cubicBezTo>
                      <a:pt x="41" y="11"/>
                      <a:pt x="46" y="11"/>
                      <a:pt x="53" y="12"/>
                    </a:cubicBezTo>
                    <a:cubicBezTo>
                      <a:pt x="55" y="12"/>
                      <a:pt x="58" y="13"/>
                      <a:pt x="61" y="14"/>
                    </a:cubicBezTo>
                    <a:cubicBezTo>
                      <a:pt x="65" y="15"/>
                      <a:pt x="68" y="17"/>
                      <a:pt x="73" y="17"/>
                    </a:cubicBezTo>
                    <a:cubicBezTo>
                      <a:pt x="74" y="17"/>
                      <a:pt x="76" y="16"/>
                      <a:pt x="76" y="14"/>
                    </a:cubicBezTo>
                    <a:cubicBezTo>
                      <a:pt x="76" y="12"/>
                      <a:pt x="75" y="11"/>
                      <a:pt x="73" y="11"/>
                    </a:cubicBezTo>
                    <a:cubicBezTo>
                      <a:pt x="69" y="11"/>
                      <a:pt x="66" y="10"/>
                      <a:pt x="63" y="8"/>
                    </a:cubicBezTo>
                    <a:cubicBezTo>
                      <a:pt x="60" y="7"/>
                      <a:pt x="57" y="6"/>
                      <a:pt x="53" y="6"/>
                    </a:cubicBezTo>
                    <a:cubicBezTo>
                      <a:pt x="46" y="5"/>
                      <a:pt x="40" y="5"/>
                      <a:pt x="35" y="6"/>
                    </a:cubicBezTo>
                    <a:cubicBezTo>
                      <a:pt x="24" y="7"/>
                      <a:pt x="16" y="7"/>
                      <a:pt x="5" y="1"/>
                    </a:cubicBezTo>
                    <a:cubicBezTo>
                      <a:pt x="4" y="0"/>
                      <a:pt x="2" y="0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7" name="Freeform 272">
                <a:extLst>
                  <a:ext uri="{FF2B5EF4-FFF2-40B4-BE49-F238E27FC236}">
                    <a16:creationId xmlns:a16="http://schemas.microsoft.com/office/drawing/2014/main" id="{D460541F-B9FF-478E-B864-FAE197132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2094"/>
                <a:ext cx="198" cy="59"/>
              </a:xfrm>
              <a:custGeom>
                <a:avLst/>
                <a:gdLst>
                  <a:gd name="T0" fmla="*/ 3749 w 79"/>
                  <a:gd name="T1" fmla="*/ 0 h 22"/>
                  <a:gd name="T2" fmla="*/ 784 w 79"/>
                  <a:gd name="T3" fmla="*/ 0 h 22"/>
                  <a:gd name="T4" fmla="*/ 0 w 79"/>
                  <a:gd name="T5" fmla="*/ 1078 h 22"/>
                  <a:gd name="T6" fmla="*/ 784 w 79"/>
                  <a:gd name="T7" fmla="*/ 2215 h 22"/>
                  <a:gd name="T8" fmla="*/ 3749 w 79"/>
                  <a:gd name="T9" fmla="*/ 2215 h 22"/>
                  <a:gd name="T10" fmla="*/ 12677 w 79"/>
                  <a:gd name="T11" fmla="*/ 4149 h 22"/>
                  <a:gd name="T12" fmla="*/ 14642 w 79"/>
                  <a:gd name="T13" fmla="*/ 5538 h 22"/>
                  <a:gd name="T14" fmla="*/ 18311 w 79"/>
                  <a:gd name="T15" fmla="*/ 8177 h 22"/>
                  <a:gd name="T16" fmla="*/ 19304 w 79"/>
                  <a:gd name="T17" fmla="*/ 7501 h 22"/>
                  <a:gd name="T18" fmla="*/ 18782 w 79"/>
                  <a:gd name="T19" fmla="*/ 5940 h 22"/>
                  <a:gd name="T20" fmla="*/ 15301 w 79"/>
                  <a:gd name="T21" fmla="*/ 3725 h 22"/>
                  <a:gd name="T22" fmla="*/ 13148 w 79"/>
                  <a:gd name="T23" fmla="*/ 1813 h 22"/>
                  <a:gd name="T24" fmla="*/ 3749 w 79"/>
                  <a:gd name="T25" fmla="*/ 0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9" h="22">
                    <a:moveTo>
                      <a:pt x="15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3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28" y="6"/>
                      <a:pt x="39" y="6"/>
                      <a:pt x="51" y="11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64" y="18"/>
                      <a:pt x="69" y="20"/>
                      <a:pt x="74" y="22"/>
                    </a:cubicBezTo>
                    <a:cubicBezTo>
                      <a:pt x="76" y="22"/>
                      <a:pt x="78" y="21"/>
                      <a:pt x="78" y="20"/>
                    </a:cubicBezTo>
                    <a:cubicBezTo>
                      <a:pt x="79" y="18"/>
                      <a:pt x="78" y="16"/>
                      <a:pt x="76" y="16"/>
                    </a:cubicBezTo>
                    <a:cubicBezTo>
                      <a:pt x="71" y="15"/>
                      <a:pt x="67" y="12"/>
                      <a:pt x="62" y="10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40" y="0"/>
                      <a:pt x="28" y="0"/>
                      <a:pt x="15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8" name="Freeform 273">
                <a:extLst>
                  <a:ext uri="{FF2B5EF4-FFF2-40B4-BE49-F238E27FC236}">
                    <a16:creationId xmlns:a16="http://schemas.microsoft.com/office/drawing/2014/main" id="{EAF02104-2980-4A02-97C0-86F80AFE7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2206"/>
                <a:ext cx="218" cy="75"/>
              </a:xfrm>
              <a:custGeom>
                <a:avLst/>
                <a:gdLst>
                  <a:gd name="T0" fmla="*/ 20261 w 87"/>
                  <a:gd name="T1" fmla="*/ 402 h 28"/>
                  <a:gd name="T2" fmla="*/ 17072 w 87"/>
                  <a:gd name="T3" fmla="*/ 2885 h 28"/>
                  <a:gd name="T4" fmla="*/ 11860 w 87"/>
                  <a:gd name="T5" fmla="*/ 6321 h 28"/>
                  <a:gd name="T6" fmla="*/ 784 w 87"/>
                  <a:gd name="T7" fmla="*/ 8129 h 28"/>
                  <a:gd name="T8" fmla="*/ 0 w 87"/>
                  <a:gd name="T9" fmla="*/ 9206 h 28"/>
                  <a:gd name="T10" fmla="*/ 784 w 87"/>
                  <a:gd name="T11" fmla="*/ 10339 h 28"/>
                  <a:gd name="T12" fmla="*/ 12143 w 87"/>
                  <a:gd name="T13" fmla="*/ 8553 h 28"/>
                  <a:gd name="T14" fmla="*/ 17776 w 87"/>
                  <a:gd name="T15" fmla="*/ 4843 h 28"/>
                  <a:gd name="T16" fmla="*/ 21053 w 87"/>
                  <a:gd name="T17" fmla="*/ 2210 h 28"/>
                  <a:gd name="T18" fmla="*/ 21254 w 87"/>
                  <a:gd name="T19" fmla="*/ 675 h 28"/>
                  <a:gd name="T20" fmla="*/ 20261 w 87"/>
                  <a:gd name="T21" fmla="*/ 402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7" h="28">
                    <a:moveTo>
                      <a:pt x="82" y="1"/>
                    </a:moveTo>
                    <a:cubicBezTo>
                      <a:pt x="77" y="3"/>
                      <a:pt x="73" y="6"/>
                      <a:pt x="69" y="8"/>
                    </a:cubicBezTo>
                    <a:cubicBezTo>
                      <a:pt x="63" y="12"/>
                      <a:pt x="57" y="16"/>
                      <a:pt x="48" y="17"/>
                    </a:cubicBezTo>
                    <a:cubicBezTo>
                      <a:pt x="33" y="20"/>
                      <a:pt x="21" y="21"/>
                      <a:pt x="3" y="22"/>
                    </a:cubicBezTo>
                    <a:cubicBezTo>
                      <a:pt x="1" y="22"/>
                      <a:pt x="0" y="23"/>
                      <a:pt x="0" y="25"/>
                    </a:cubicBezTo>
                    <a:cubicBezTo>
                      <a:pt x="0" y="27"/>
                      <a:pt x="2" y="28"/>
                      <a:pt x="3" y="28"/>
                    </a:cubicBezTo>
                    <a:cubicBezTo>
                      <a:pt x="21" y="27"/>
                      <a:pt x="34" y="26"/>
                      <a:pt x="49" y="23"/>
                    </a:cubicBezTo>
                    <a:cubicBezTo>
                      <a:pt x="60" y="21"/>
                      <a:pt x="66" y="17"/>
                      <a:pt x="72" y="13"/>
                    </a:cubicBezTo>
                    <a:cubicBezTo>
                      <a:pt x="76" y="11"/>
                      <a:pt x="80" y="8"/>
                      <a:pt x="85" y="6"/>
                    </a:cubicBezTo>
                    <a:cubicBezTo>
                      <a:pt x="86" y="5"/>
                      <a:pt x="87" y="4"/>
                      <a:pt x="86" y="2"/>
                    </a:cubicBezTo>
                    <a:cubicBezTo>
                      <a:pt x="85" y="1"/>
                      <a:pt x="83" y="0"/>
                      <a:pt x="8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9" name="Freeform 274">
                <a:extLst>
                  <a:ext uri="{FF2B5EF4-FFF2-40B4-BE49-F238E27FC236}">
                    <a16:creationId xmlns:a16="http://schemas.microsoft.com/office/drawing/2014/main" id="{E7E1C859-E1FF-431D-8310-440CE320B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2401"/>
                <a:ext cx="193" cy="96"/>
              </a:xfrm>
              <a:custGeom>
                <a:avLst/>
                <a:gdLst>
                  <a:gd name="T0" fmla="*/ 18107 w 77"/>
                  <a:gd name="T1" fmla="*/ 397 h 36"/>
                  <a:gd name="T2" fmla="*/ 15117 w 77"/>
                  <a:gd name="T3" fmla="*/ 661 h 36"/>
                  <a:gd name="T4" fmla="*/ 9908 w 77"/>
                  <a:gd name="T5" fmla="*/ 2184 h 36"/>
                  <a:gd name="T6" fmla="*/ 7224 w 77"/>
                  <a:gd name="T7" fmla="*/ 5005 h 36"/>
                  <a:gd name="T8" fmla="*/ 1306 w 77"/>
                  <a:gd name="T9" fmla="*/ 9045 h 36"/>
                  <a:gd name="T10" fmla="*/ 313 w 77"/>
                  <a:gd name="T11" fmla="*/ 9309 h 36"/>
                  <a:gd name="T12" fmla="*/ 521 w 77"/>
                  <a:gd name="T13" fmla="*/ 10773 h 36"/>
                  <a:gd name="T14" fmla="*/ 8204 w 77"/>
                  <a:gd name="T15" fmla="*/ 6883 h 36"/>
                  <a:gd name="T16" fmla="*/ 10693 w 77"/>
                  <a:gd name="T17" fmla="*/ 4301 h 36"/>
                  <a:gd name="T18" fmla="*/ 15117 w 77"/>
                  <a:gd name="T19" fmla="*/ 2824 h 36"/>
                  <a:gd name="T20" fmla="*/ 18312 w 77"/>
                  <a:gd name="T21" fmla="*/ 2581 h 36"/>
                  <a:gd name="T22" fmla="*/ 18784 w 77"/>
                  <a:gd name="T23" fmla="*/ 1059 h 36"/>
                  <a:gd name="T24" fmla="*/ 18107 w 77"/>
                  <a:gd name="T25" fmla="*/ 397 h 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36">
                    <a:moveTo>
                      <a:pt x="73" y="1"/>
                    </a:moveTo>
                    <a:cubicBezTo>
                      <a:pt x="68" y="2"/>
                      <a:pt x="65" y="2"/>
                      <a:pt x="61" y="2"/>
                    </a:cubicBezTo>
                    <a:cubicBezTo>
                      <a:pt x="55" y="2"/>
                      <a:pt x="48" y="2"/>
                      <a:pt x="40" y="6"/>
                    </a:cubicBezTo>
                    <a:cubicBezTo>
                      <a:pt x="37" y="8"/>
                      <a:pt x="33" y="11"/>
                      <a:pt x="29" y="14"/>
                    </a:cubicBezTo>
                    <a:cubicBezTo>
                      <a:pt x="21" y="21"/>
                      <a:pt x="11" y="29"/>
                      <a:pt x="5" y="25"/>
                    </a:cubicBezTo>
                    <a:cubicBezTo>
                      <a:pt x="4" y="24"/>
                      <a:pt x="2" y="25"/>
                      <a:pt x="1" y="26"/>
                    </a:cubicBezTo>
                    <a:cubicBezTo>
                      <a:pt x="0" y="28"/>
                      <a:pt x="1" y="30"/>
                      <a:pt x="2" y="30"/>
                    </a:cubicBezTo>
                    <a:cubicBezTo>
                      <a:pt x="12" y="36"/>
                      <a:pt x="24" y="27"/>
                      <a:pt x="33" y="19"/>
                    </a:cubicBezTo>
                    <a:cubicBezTo>
                      <a:pt x="37" y="16"/>
                      <a:pt x="40" y="13"/>
                      <a:pt x="43" y="12"/>
                    </a:cubicBezTo>
                    <a:cubicBezTo>
                      <a:pt x="50" y="8"/>
                      <a:pt x="55" y="8"/>
                      <a:pt x="61" y="8"/>
                    </a:cubicBezTo>
                    <a:cubicBezTo>
                      <a:pt x="65" y="8"/>
                      <a:pt x="69" y="8"/>
                      <a:pt x="74" y="7"/>
                    </a:cubicBezTo>
                    <a:cubicBezTo>
                      <a:pt x="76" y="6"/>
                      <a:pt x="77" y="5"/>
                      <a:pt x="76" y="3"/>
                    </a:cubicBezTo>
                    <a:cubicBezTo>
                      <a:pt x="76" y="1"/>
                      <a:pt x="74" y="0"/>
                      <a:pt x="73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0" name="Freeform 275">
                <a:extLst>
                  <a:ext uri="{FF2B5EF4-FFF2-40B4-BE49-F238E27FC236}">
                    <a16:creationId xmlns:a16="http://schemas.microsoft.com/office/drawing/2014/main" id="{6E1C2DEB-9214-4943-9CFC-80A164B6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2478"/>
                <a:ext cx="192" cy="208"/>
              </a:xfrm>
              <a:custGeom>
                <a:avLst/>
                <a:gdLst>
                  <a:gd name="T0" fmla="*/ 17365 w 77"/>
                  <a:gd name="T1" fmla="*/ 397 h 78"/>
                  <a:gd name="T2" fmla="*/ 14188 w 77"/>
                  <a:gd name="T3" fmla="*/ 3640 h 78"/>
                  <a:gd name="T4" fmla="*/ 9351 w 77"/>
                  <a:gd name="T5" fmla="*/ 8648 h 78"/>
                  <a:gd name="T6" fmla="*/ 5982 w 77"/>
                  <a:gd name="T7" fmla="*/ 17656 h 78"/>
                  <a:gd name="T8" fmla="*/ 653 w 77"/>
                  <a:gd name="T9" fmla="*/ 25485 h 78"/>
                  <a:gd name="T10" fmla="*/ 0 w 77"/>
                  <a:gd name="T11" fmla="*/ 26944 h 78"/>
                  <a:gd name="T12" fmla="*/ 653 w 77"/>
                  <a:gd name="T13" fmla="*/ 27669 h 78"/>
                  <a:gd name="T14" fmla="*/ 7423 w 77"/>
                  <a:gd name="T15" fmla="*/ 18355 h 78"/>
                  <a:gd name="T16" fmla="*/ 10328 w 77"/>
                  <a:gd name="T17" fmla="*/ 10104 h 78"/>
                  <a:gd name="T18" fmla="*/ 15116 w 77"/>
                  <a:gd name="T19" fmla="*/ 5405 h 78"/>
                  <a:gd name="T20" fmla="*/ 18013 w 77"/>
                  <a:gd name="T21" fmla="*/ 2184 h 78"/>
                  <a:gd name="T22" fmla="*/ 18322 w 77"/>
                  <a:gd name="T23" fmla="*/ 661 h 78"/>
                  <a:gd name="T24" fmla="*/ 17365 w 77"/>
                  <a:gd name="T25" fmla="*/ 397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78">
                    <a:moveTo>
                      <a:pt x="72" y="1"/>
                    </a:moveTo>
                    <a:cubicBezTo>
                      <a:pt x="59" y="10"/>
                      <a:pt x="59" y="10"/>
                      <a:pt x="59" y="10"/>
                    </a:cubicBezTo>
                    <a:cubicBezTo>
                      <a:pt x="53" y="14"/>
                      <a:pt x="46" y="18"/>
                      <a:pt x="39" y="24"/>
                    </a:cubicBezTo>
                    <a:cubicBezTo>
                      <a:pt x="31" y="31"/>
                      <a:pt x="28" y="41"/>
                      <a:pt x="25" y="49"/>
                    </a:cubicBezTo>
                    <a:cubicBezTo>
                      <a:pt x="22" y="61"/>
                      <a:pt x="19" y="70"/>
                      <a:pt x="3" y="71"/>
                    </a:cubicBezTo>
                    <a:cubicBezTo>
                      <a:pt x="1" y="72"/>
                      <a:pt x="0" y="73"/>
                      <a:pt x="0" y="75"/>
                    </a:cubicBezTo>
                    <a:cubicBezTo>
                      <a:pt x="0" y="76"/>
                      <a:pt x="2" y="78"/>
                      <a:pt x="3" y="77"/>
                    </a:cubicBezTo>
                    <a:cubicBezTo>
                      <a:pt x="24" y="76"/>
                      <a:pt x="28" y="63"/>
                      <a:pt x="31" y="51"/>
                    </a:cubicBezTo>
                    <a:cubicBezTo>
                      <a:pt x="33" y="43"/>
                      <a:pt x="36" y="34"/>
                      <a:pt x="43" y="28"/>
                    </a:cubicBezTo>
                    <a:cubicBezTo>
                      <a:pt x="49" y="23"/>
                      <a:pt x="56" y="19"/>
                      <a:pt x="63" y="15"/>
                    </a:cubicBezTo>
                    <a:cubicBezTo>
                      <a:pt x="75" y="6"/>
                      <a:pt x="75" y="6"/>
                      <a:pt x="75" y="6"/>
                    </a:cubicBezTo>
                    <a:cubicBezTo>
                      <a:pt x="77" y="5"/>
                      <a:pt x="77" y="4"/>
                      <a:pt x="76" y="2"/>
                    </a:cubicBezTo>
                    <a:cubicBezTo>
                      <a:pt x="75" y="1"/>
                      <a:pt x="73" y="0"/>
                      <a:pt x="7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1" name="Freeform 276">
                <a:extLst>
                  <a:ext uri="{FF2B5EF4-FFF2-40B4-BE49-F238E27FC236}">
                    <a16:creationId xmlns:a16="http://schemas.microsoft.com/office/drawing/2014/main" id="{AF9AAC09-A7A9-4BC9-AD42-D89FA0C4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61"/>
                <a:ext cx="95" cy="213"/>
              </a:xfrm>
              <a:custGeom>
                <a:avLst/>
                <a:gdLst>
                  <a:gd name="T0" fmla="*/ 7813 w 38"/>
                  <a:gd name="T1" fmla="*/ 660 h 80"/>
                  <a:gd name="T2" fmla="*/ 3720 w 38"/>
                  <a:gd name="T3" fmla="*/ 14567 h 80"/>
                  <a:gd name="T4" fmla="*/ 313 w 38"/>
                  <a:gd name="T5" fmla="*/ 26782 h 80"/>
                  <a:gd name="T6" fmla="*/ 520 w 38"/>
                  <a:gd name="T7" fmla="*/ 28087 h 80"/>
                  <a:gd name="T8" fmla="*/ 1488 w 38"/>
                  <a:gd name="T9" fmla="*/ 28087 h 80"/>
                  <a:gd name="T10" fmla="*/ 5208 w 38"/>
                  <a:gd name="T11" fmla="*/ 14966 h 80"/>
                  <a:gd name="T12" fmla="*/ 8800 w 38"/>
                  <a:gd name="T13" fmla="*/ 2154 h 80"/>
                  <a:gd name="T14" fmla="*/ 8800 w 38"/>
                  <a:gd name="T15" fmla="*/ 660 h 80"/>
                  <a:gd name="T16" fmla="*/ 7813 w 38"/>
                  <a:gd name="T17" fmla="*/ 660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80">
                    <a:moveTo>
                      <a:pt x="32" y="2"/>
                    </a:moveTo>
                    <a:cubicBezTo>
                      <a:pt x="20" y="13"/>
                      <a:pt x="17" y="27"/>
                      <a:pt x="15" y="41"/>
                    </a:cubicBezTo>
                    <a:cubicBezTo>
                      <a:pt x="12" y="54"/>
                      <a:pt x="10" y="66"/>
                      <a:pt x="1" y="75"/>
                    </a:cubicBezTo>
                    <a:cubicBezTo>
                      <a:pt x="0" y="76"/>
                      <a:pt x="0" y="78"/>
                      <a:pt x="2" y="79"/>
                    </a:cubicBezTo>
                    <a:cubicBezTo>
                      <a:pt x="3" y="80"/>
                      <a:pt x="5" y="80"/>
                      <a:pt x="6" y="79"/>
                    </a:cubicBezTo>
                    <a:cubicBezTo>
                      <a:pt x="16" y="68"/>
                      <a:pt x="18" y="55"/>
                      <a:pt x="21" y="42"/>
                    </a:cubicBezTo>
                    <a:cubicBezTo>
                      <a:pt x="23" y="29"/>
                      <a:pt x="26" y="16"/>
                      <a:pt x="36" y="6"/>
                    </a:cubicBezTo>
                    <a:cubicBezTo>
                      <a:pt x="37" y="5"/>
                      <a:pt x="38" y="3"/>
                      <a:pt x="36" y="2"/>
                    </a:cubicBezTo>
                    <a:cubicBezTo>
                      <a:pt x="35" y="1"/>
                      <a:pt x="33" y="0"/>
                      <a:pt x="32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2" name="Freeform 277">
                <a:extLst>
                  <a:ext uri="{FF2B5EF4-FFF2-40B4-BE49-F238E27FC236}">
                    <a16:creationId xmlns:a16="http://schemas.microsoft.com/office/drawing/2014/main" id="{2889035C-B9EB-40E5-9446-7E9F94114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609"/>
                <a:ext cx="60" cy="288"/>
              </a:xfrm>
              <a:custGeom>
                <a:avLst/>
                <a:gdLst>
                  <a:gd name="T0" fmla="*/ 4688 w 24"/>
                  <a:gd name="T1" fmla="*/ 0 h 108"/>
                  <a:gd name="T2" fmla="*/ 4220 w 24"/>
                  <a:gd name="T3" fmla="*/ 1059 h 108"/>
                  <a:gd name="T4" fmla="*/ 2270 w 24"/>
                  <a:gd name="T5" fmla="*/ 10773 h 108"/>
                  <a:gd name="T6" fmla="*/ 520 w 24"/>
                  <a:gd name="T7" fmla="*/ 17237 h 108"/>
                  <a:gd name="T8" fmla="*/ 783 w 24"/>
                  <a:gd name="T9" fmla="*/ 27669 h 108"/>
                  <a:gd name="T10" fmla="*/ 783 w 24"/>
                  <a:gd name="T11" fmla="*/ 37376 h 108"/>
                  <a:gd name="T12" fmla="*/ 1488 w 24"/>
                  <a:gd name="T13" fmla="*/ 38435 h 108"/>
                  <a:gd name="T14" fmla="*/ 2270 w 24"/>
                  <a:gd name="T15" fmla="*/ 37773 h 108"/>
                  <a:gd name="T16" fmla="*/ 2270 w 24"/>
                  <a:gd name="T17" fmla="*/ 27363 h 108"/>
                  <a:gd name="T18" fmla="*/ 1958 w 24"/>
                  <a:gd name="T19" fmla="*/ 17656 h 108"/>
                  <a:gd name="T20" fmla="*/ 3720 w 24"/>
                  <a:gd name="T21" fmla="*/ 11891 h 108"/>
                  <a:gd name="T22" fmla="*/ 5675 w 24"/>
                  <a:gd name="T23" fmla="*/ 1059 h 108"/>
                  <a:gd name="T24" fmla="*/ 4688 w 24"/>
                  <a:gd name="T25" fmla="*/ 0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108">
                    <a:moveTo>
                      <a:pt x="19" y="0"/>
                    </a:moveTo>
                    <a:cubicBezTo>
                      <a:pt x="18" y="0"/>
                      <a:pt x="16" y="2"/>
                      <a:pt x="17" y="3"/>
                    </a:cubicBezTo>
                    <a:cubicBezTo>
                      <a:pt x="18" y="13"/>
                      <a:pt x="14" y="21"/>
                      <a:pt x="9" y="30"/>
                    </a:cubicBezTo>
                    <a:cubicBezTo>
                      <a:pt x="7" y="36"/>
                      <a:pt x="4" y="42"/>
                      <a:pt x="2" y="48"/>
                    </a:cubicBezTo>
                    <a:cubicBezTo>
                      <a:pt x="0" y="58"/>
                      <a:pt x="1" y="67"/>
                      <a:pt x="3" y="77"/>
                    </a:cubicBezTo>
                    <a:cubicBezTo>
                      <a:pt x="4" y="86"/>
                      <a:pt x="5" y="95"/>
                      <a:pt x="3" y="104"/>
                    </a:cubicBezTo>
                    <a:cubicBezTo>
                      <a:pt x="3" y="105"/>
                      <a:pt x="4" y="107"/>
                      <a:pt x="6" y="107"/>
                    </a:cubicBezTo>
                    <a:cubicBezTo>
                      <a:pt x="7" y="108"/>
                      <a:pt x="9" y="107"/>
                      <a:pt x="9" y="105"/>
                    </a:cubicBezTo>
                    <a:cubicBezTo>
                      <a:pt x="11" y="95"/>
                      <a:pt x="10" y="86"/>
                      <a:pt x="9" y="76"/>
                    </a:cubicBezTo>
                    <a:cubicBezTo>
                      <a:pt x="7" y="67"/>
                      <a:pt x="6" y="58"/>
                      <a:pt x="8" y="49"/>
                    </a:cubicBezTo>
                    <a:cubicBezTo>
                      <a:pt x="10" y="44"/>
                      <a:pt x="12" y="38"/>
                      <a:pt x="15" y="33"/>
                    </a:cubicBezTo>
                    <a:cubicBezTo>
                      <a:pt x="19" y="24"/>
                      <a:pt x="24" y="14"/>
                      <a:pt x="23" y="3"/>
                    </a:cubicBezTo>
                    <a:cubicBezTo>
                      <a:pt x="22" y="1"/>
                      <a:pt x="21" y="0"/>
                      <a:pt x="19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3" name="Freeform 278">
                <a:extLst>
                  <a:ext uri="{FF2B5EF4-FFF2-40B4-BE49-F238E27FC236}">
                    <a16:creationId xmlns:a16="http://schemas.microsoft.com/office/drawing/2014/main" id="{ADDD85AB-54DC-48FE-8D6D-8652DAF59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577"/>
                <a:ext cx="57" cy="291"/>
              </a:xfrm>
              <a:custGeom>
                <a:avLst/>
                <a:gdLst>
                  <a:gd name="T0" fmla="*/ 3926 w 23"/>
                  <a:gd name="T1" fmla="*/ 662 h 109"/>
                  <a:gd name="T2" fmla="*/ 454 w 23"/>
                  <a:gd name="T3" fmla="*/ 15602 h 109"/>
                  <a:gd name="T4" fmla="*/ 947 w 23"/>
                  <a:gd name="T5" fmla="*/ 25346 h 109"/>
                  <a:gd name="T6" fmla="*/ 639 w 23"/>
                  <a:gd name="T7" fmla="*/ 37697 h 109"/>
                  <a:gd name="T8" fmla="*/ 947 w 23"/>
                  <a:gd name="T9" fmla="*/ 39066 h 109"/>
                  <a:gd name="T10" fmla="*/ 1886 w 23"/>
                  <a:gd name="T11" fmla="*/ 38815 h 109"/>
                  <a:gd name="T12" fmla="*/ 2347 w 23"/>
                  <a:gd name="T13" fmla="*/ 24946 h 109"/>
                  <a:gd name="T14" fmla="*/ 1886 w 23"/>
                  <a:gd name="T15" fmla="*/ 15850 h 109"/>
                  <a:gd name="T16" fmla="*/ 5128 w 23"/>
                  <a:gd name="T17" fmla="*/ 1767 h 109"/>
                  <a:gd name="T18" fmla="*/ 4870 w 23"/>
                  <a:gd name="T19" fmla="*/ 400 h 109"/>
                  <a:gd name="T20" fmla="*/ 3926 w 23"/>
                  <a:gd name="T21" fmla="*/ 662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09">
                    <a:moveTo>
                      <a:pt x="17" y="2"/>
                    </a:moveTo>
                    <a:cubicBezTo>
                      <a:pt x="11" y="14"/>
                      <a:pt x="4" y="30"/>
                      <a:pt x="2" y="43"/>
                    </a:cubicBezTo>
                    <a:cubicBezTo>
                      <a:pt x="0" y="51"/>
                      <a:pt x="2" y="61"/>
                      <a:pt x="4" y="70"/>
                    </a:cubicBezTo>
                    <a:cubicBezTo>
                      <a:pt x="6" y="83"/>
                      <a:pt x="8" y="96"/>
                      <a:pt x="3" y="104"/>
                    </a:cubicBezTo>
                    <a:cubicBezTo>
                      <a:pt x="2" y="105"/>
                      <a:pt x="3" y="107"/>
                      <a:pt x="4" y="108"/>
                    </a:cubicBezTo>
                    <a:cubicBezTo>
                      <a:pt x="6" y="109"/>
                      <a:pt x="8" y="108"/>
                      <a:pt x="8" y="107"/>
                    </a:cubicBezTo>
                    <a:cubicBezTo>
                      <a:pt x="14" y="97"/>
                      <a:pt x="12" y="83"/>
                      <a:pt x="10" y="69"/>
                    </a:cubicBezTo>
                    <a:cubicBezTo>
                      <a:pt x="8" y="60"/>
                      <a:pt x="6" y="51"/>
                      <a:pt x="8" y="44"/>
                    </a:cubicBezTo>
                    <a:cubicBezTo>
                      <a:pt x="10" y="32"/>
                      <a:pt x="16" y="16"/>
                      <a:pt x="22" y="5"/>
                    </a:cubicBezTo>
                    <a:cubicBezTo>
                      <a:pt x="23" y="4"/>
                      <a:pt x="22" y="2"/>
                      <a:pt x="21" y="1"/>
                    </a:cubicBezTo>
                    <a:cubicBezTo>
                      <a:pt x="19" y="0"/>
                      <a:pt x="17" y="1"/>
                      <a:pt x="17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4" name="Freeform 279">
                <a:extLst>
                  <a:ext uri="{FF2B5EF4-FFF2-40B4-BE49-F238E27FC236}">
                    <a16:creationId xmlns:a16="http://schemas.microsoft.com/office/drawing/2014/main" id="{AA2CE615-31C4-4BEA-8EFB-0EEFA253D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625"/>
                <a:ext cx="55" cy="296"/>
              </a:xfrm>
              <a:custGeom>
                <a:avLst/>
                <a:gdLst>
                  <a:gd name="T0" fmla="*/ 2738 w 22"/>
                  <a:gd name="T1" fmla="*/ 1059 h 111"/>
                  <a:gd name="T2" fmla="*/ 2938 w 22"/>
                  <a:gd name="T3" fmla="*/ 8248 h 111"/>
                  <a:gd name="T4" fmla="*/ 3438 w 22"/>
                  <a:gd name="T5" fmla="*/ 11171 h 111"/>
                  <a:gd name="T6" fmla="*/ 1958 w 22"/>
                  <a:gd name="T7" fmla="*/ 25885 h 111"/>
                  <a:gd name="T8" fmla="*/ 313 w 22"/>
                  <a:gd name="T9" fmla="*/ 38835 h 111"/>
                  <a:gd name="T10" fmla="*/ 988 w 22"/>
                  <a:gd name="T11" fmla="*/ 39901 h 111"/>
                  <a:gd name="T12" fmla="*/ 1770 w 22"/>
                  <a:gd name="T13" fmla="*/ 38835 h 111"/>
                  <a:gd name="T14" fmla="*/ 3250 w 22"/>
                  <a:gd name="T15" fmla="*/ 26547 h 111"/>
                  <a:gd name="T16" fmla="*/ 4895 w 22"/>
                  <a:gd name="T17" fmla="*/ 10773 h 111"/>
                  <a:gd name="T18" fmla="*/ 4425 w 22"/>
                  <a:gd name="T19" fmla="*/ 7944 h 111"/>
                  <a:gd name="T20" fmla="*/ 4220 w 22"/>
                  <a:gd name="T21" fmla="*/ 1763 h 111"/>
                  <a:gd name="T22" fmla="*/ 3720 w 22"/>
                  <a:gd name="T23" fmla="*/ 397 h 111"/>
                  <a:gd name="T24" fmla="*/ 2738 w 22"/>
                  <a:gd name="T25" fmla="*/ 1059 h 1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111">
                    <a:moveTo>
                      <a:pt x="11" y="3"/>
                    </a:moveTo>
                    <a:cubicBezTo>
                      <a:pt x="9" y="10"/>
                      <a:pt x="10" y="17"/>
                      <a:pt x="12" y="23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6" y="46"/>
                      <a:pt x="12" y="58"/>
                      <a:pt x="8" y="72"/>
                    </a:cubicBezTo>
                    <a:cubicBezTo>
                      <a:pt x="4" y="83"/>
                      <a:pt x="0" y="95"/>
                      <a:pt x="1" y="108"/>
                    </a:cubicBezTo>
                    <a:cubicBezTo>
                      <a:pt x="1" y="110"/>
                      <a:pt x="2" y="111"/>
                      <a:pt x="4" y="111"/>
                    </a:cubicBezTo>
                    <a:cubicBezTo>
                      <a:pt x="5" y="111"/>
                      <a:pt x="7" y="109"/>
                      <a:pt x="7" y="108"/>
                    </a:cubicBezTo>
                    <a:cubicBezTo>
                      <a:pt x="6" y="96"/>
                      <a:pt x="10" y="85"/>
                      <a:pt x="13" y="74"/>
                    </a:cubicBezTo>
                    <a:cubicBezTo>
                      <a:pt x="18" y="60"/>
                      <a:pt x="22" y="46"/>
                      <a:pt x="20" y="30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6" y="16"/>
                      <a:pt x="15" y="10"/>
                      <a:pt x="17" y="5"/>
                    </a:cubicBezTo>
                    <a:cubicBezTo>
                      <a:pt x="18" y="3"/>
                      <a:pt x="17" y="2"/>
                      <a:pt x="15" y="1"/>
                    </a:cubicBezTo>
                    <a:cubicBezTo>
                      <a:pt x="14" y="0"/>
                      <a:pt x="12" y="1"/>
                      <a:pt x="1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5" name="Freeform 280">
                <a:extLst>
                  <a:ext uri="{FF2B5EF4-FFF2-40B4-BE49-F238E27FC236}">
                    <a16:creationId xmlns:a16="http://schemas.microsoft.com/office/drawing/2014/main" id="{004F849E-01B6-4391-8AA4-322619ADD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2566"/>
                <a:ext cx="53" cy="256"/>
              </a:xfrm>
              <a:custGeom>
                <a:avLst/>
                <a:gdLst>
                  <a:gd name="T0" fmla="*/ 3892 w 21"/>
                  <a:gd name="T1" fmla="*/ 661 h 96"/>
                  <a:gd name="T2" fmla="*/ 2345 w 21"/>
                  <a:gd name="T3" fmla="*/ 12949 h 96"/>
                  <a:gd name="T4" fmla="*/ 2554 w 21"/>
                  <a:gd name="T5" fmla="*/ 14413 h 96"/>
                  <a:gd name="T6" fmla="*/ 1330 w 21"/>
                  <a:gd name="T7" fmla="*/ 24824 h 96"/>
                  <a:gd name="T8" fmla="*/ 0 w 21"/>
                  <a:gd name="T9" fmla="*/ 33016 h 96"/>
                  <a:gd name="T10" fmla="*/ 803 w 21"/>
                  <a:gd name="T11" fmla="*/ 34133 h 96"/>
                  <a:gd name="T12" fmla="*/ 1542 w 21"/>
                  <a:gd name="T13" fmla="*/ 33429 h 96"/>
                  <a:gd name="T14" fmla="*/ 2880 w 21"/>
                  <a:gd name="T15" fmla="*/ 25485 h 96"/>
                  <a:gd name="T16" fmla="*/ 4101 w 21"/>
                  <a:gd name="T17" fmla="*/ 14413 h 96"/>
                  <a:gd name="T18" fmla="*/ 3892 w 21"/>
                  <a:gd name="T19" fmla="*/ 12949 h 96"/>
                  <a:gd name="T20" fmla="*/ 5116 w 21"/>
                  <a:gd name="T21" fmla="*/ 1459 h 96"/>
                  <a:gd name="T22" fmla="*/ 4904 w 21"/>
                  <a:gd name="T23" fmla="*/ 0 h 96"/>
                  <a:gd name="T24" fmla="*/ 3892 w 21"/>
                  <a:gd name="T25" fmla="*/ 661 h 9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96">
                    <a:moveTo>
                      <a:pt x="15" y="2"/>
                    </a:moveTo>
                    <a:cubicBezTo>
                      <a:pt x="9" y="15"/>
                      <a:pt x="9" y="24"/>
                      <a:pt x="9" y="36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51"/>
                      <a:pt x="7" y="60"/>
                      <a:pt x="5" y="69"/>
                    </a:cubicBezTo>
                    <a:cubicBezTo>
                      <a:pt x="3" y="77"/>
                      <a:pt x="1" y="84"/>
                      <a:pt x="0" y="92"/>
                    </a:cubicBezTo>
                    <a:cubicBezTo>
                      <a:pt x="0" y="94"/>
                      <a:pt x="1" y="95"/>
                      <a:pt x="3" y="95"/>
                    </a:cubicBezTo>
                    <a:cubicBezTo>
                      <a:pt x="4" y="96"/>
                      <a:pt x="6" y="94"/>
                      <a:pt x="6" y="93"/>
                    </a:cubicBezTo>
                    <a:cubicBezTo>
                      <a:pt x="7" y="85"/>
                      <a:pt x="9" y="78"/>
                      <a:pt x="11" y="71"/>
                    </a:cubicBezTo>
                    <a:cubicBezTo>
                      <a:pt x="13" y="61"/>
                      <a:pt x="16" y="51"/>
                      <a:pt x="16" y="40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24"/>
                      <a:pt x="15" y="16"/>
                      <a:pt x="20" y="4"/>
                    </a:cubicBezTo>
                    <a:cubicBezTo>
                      <a:pt x="21" y="3"/>
                      <a:pt x="20" y="1"/>
                      <a:pt x="19" y="0"/>
                    </a:cubicBezTo>
                    <a:cubicBezTo>
                      <a:pt x="17" y="0"/>
                      <a:pt x="16" y="0"/>
                      <a:pt x="15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6" name="Freeform 281">
                <a:extLst>
                  <a:ext uri="{FF2B5EF4-FFF2-40B4-BE49-F238E27FC236}">
                    <a16:creationId xmlns:a16="http://schemas.microsoft.com/office/drawing/2014/main" id="{724485AC-936E-442E-A116-4A98E051C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590"/>
                <a:ext cx="40" cy="179"/>
              </a:xfrm>
              <a:custGeom>
                <a:avLst/>
                <a:gdLst>
                  <a:gd name="T0" fmla="*/ 2270 w 16"/>
                  <a:gd name="T1" fmla="*/ 401 h 67"/>
                  <a:gd name="T2" fmla="*/ 1770 w 16"/>
                  <a:gd name="T3" fmla="*/ 1469 h 67"/>
                  <a:gd name="T4" fmla="*/ 988 w 16"/>
                  <a:gd name="T5" fmla="*/ 14168 h 67"/>
                  <a:gd name="T6" fmla="*/ 0 w 16"/>
                  <a:gd name="T7" fmla="*/ 22883 h 67"/>
                  <a:gd name="T8" fmla="*/ 783 w 16"/>
                  <a:gd name="T9" fmla="*/ 23954 h 67"/>
                  <a:gd name="T10" fmla="*/ 1488 w 16"/>
                  <a:gd name="T11" fmla="*/ 23283 h 67"/>
                  <a:gd name="T12" fmla="*/ 2470 w 16"/>
                  <a:gd name="T13" fmla="*/ 14568 h 67"/>
                  <a:gd name="T14" fmla="*/ 3250 w 16"/>
                  <a:gd name="T15" fmla="*/ 1071 h 67"/>
                  <a:gd name="T16" fmla="*/ 2270 w 16"/>
                  <a:gd name="T17" fmla="*/ 401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67">
                    <a:moveTo>
                      <a:pt x="9" y="1"/>
                    </a:moveTo>
                    <a:cubicBezTo>
                      <a:pt x="8" y="1"/>
                      <a:pt x="7" y="2"/>
                      <a:pt x="7" y="4"/>
                    </a:cubicBezTo>
                    <a:cubicBezTo>
                      <a:pt x="10" y="17"/>
                      <a:pt x="7" y="27"/>
                      <a:pt x="4" y="39"/>
                    </a:cubicBezTo>
                    <a:cubicBezTo>
                      <a:pt x="2" y="46"/>
                      <a:pt x="1" y="54"/>
                      <a:pt x="0" y="63"/>
                    </a:cubicBezTo>
                    <a:cubicBezTo>
                      <a:pt x="0" y="65"/>
                      <a:pt x="1" y="66"/>
                      <a:pt x="3" y="66"/>
                    </a:cubicBezTo>
                    <a:cubicBezTo>
                      <a:pt x="5" y="67"/>
                      <a:pt x="6" y="65"/>
                      <a:pt x="6" y="64"/>
                    </a:cubicBezTo>
                    <a:cubicBezTo>
                      <a:pt x="6" y="55"/>
                      <a:pt x="8" y="47"/>
                      <a:pt x="10" y="40"/>
                    </a:cubicBezTo>
                    <a:cubicBezTo>
                      <a:pt x="13" y="29"/>
                      <a:pt x="16" y="17"/>
                      <a:pt x="13" y="3"/>
                    </a:cubicBezTo>
                    <a:cubicBezTo>
                      <a:pt x="13" y="1"/>
                      <a:pt x="11" y="0"/>
                      <a:pt x="9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7" name="Freeform 282">
                <a:extLst>
                  <a:ext uri="{FF2B5EF4-FFF2-40B4-BE49-F238E27FC236}">
                    <a16:creationId xmlns:a16="http://schemas.microsoft.com/office/drawing/2014/main" id="{0760A610-F2B4-416A-8BD7-27F4C5378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740"/>
                <a:ext cx="135" cy="200"/>
              </a:xfrm>
              <a:custGeom>
                <a:avLst/>
                <a:gdLst>
                  <a:gd name="T0" fmla="*/ 520 w 54"/>
                  <a:gd name="T1" fmla="*/ 397 h 75"/>
                  <a:gd name="T2" fmla="*/ 313 w 54"/>
                  <a:gd name="T3" fmla="*/ 1763 h 75"/>
                  <a:gd name="T4" fmla="*/ 4688 w 54"/>
                  <a:gd name="T5" fmla="*/ 7531 h 75"/>
                  <a:gd name="T6" fmla="*/ 9113 w 54"/>
                  <a:gd name="T7" fmla="*/ 14712 h 75"/>
                  <a:gd name="T8" fmla="*/ 9583 w 54"/>
                  <a:gd name="T9" fmla="*/ 17656 h 75"/>
                  <a:gd name="T10" fmla="*/ 11720 w 54"/>
                  <a:gd name="T11" fmla="*/ 26547 h 75"/>
                  <a:gd name="T12" fmla="*/ 12708 w 54"/>
                  <a:gd name="T13" fmla="*/ 26547 h 75"/>
                  <a:gd name="T14" fmla="*/ 13020 w 54"/>
                  <a:gd name="T15" fmla="*/ 25237 h 75"/>
                  <a:gd name="T16" fmla="*/ 10750 w 54"/>
                  <a:gd name="T17" fmla="*/ 17237 h 75"/>
                  <a:gd name="T18" fmla="*/ 10550 w 54"/>
                  <a:gd name="T19" fmla="*/ 14413 h 75"/>
                  <a:gd name="T20" fmla="*/ 5395 w 54"/>
                  <a:gd name="T21" fmla="*/ 5405 h 75"/>
                  <a:gd name="T22" fmla="*/ 1488 w 54"/>
                  <a:gd name="T23" fmla="*/ 661 h 75"/>
                  <a:gd name="T24" fmla="*/ 520 w 54"/>
                  <a:gd name="T25" fmla="*/ 397 h 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75">
                    <a:moveTo>
                      <a:pt x="2" y="1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6" y="13"/>
                      <a:pt x="13" y="17"/>
                      <a:pt x="19" y="21"/>
                    </a:cubicBezTo>
                    <a:cubicBezTo>
                      <a:pt x="27" y="25"/>
                      <a:pt x="35" y="29"/>
                      <a:pt x="37" y="41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40" y="58"/>
                      <a:pt x="41" y="65"/>
                      <a:pt x="48" y="74"/>
                    </a:cubicBezTo>
                    <a:cubicBezTo>
                      <a:pt x="49" y="75"/>
                      <a:pt x="51" y="75"/>
                      <a:pt x="52" y="74"/>
                    </a:cubicBezTo>
                    <a:cubicBezTo>
                      <a:pt x="54" y="73"/>
                      <a:pt x="54" y="71"/>
                      <a:pt x="53" y="70"/>
                    </a:cubicBezTo>
                    <a:cubicBezTo>
                      <a:pt x="47" y="63"/>
                      <a:pt x="46" y="56"/>
                      <a:pt x="44" y="48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40" y="25"/>
                      <a:pt x="31" y="20"/>
                      <a:pt x="22" y="15"/>
                    </a:cubicBezTo>
                    <a:cubicBezTo>
                      <a:pt x="16" y="12"/>
                      <a:pt x="11" y="9"/>
                      <a:pt x="6" y="2"/>
                    </a:cubicBezTo>
                    <a:cubicBezTo>
                      <a:pt x="6" y="1"/>
                      <a:pt x="4" y="0"/>
                      <a:pt x="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8" name="Freeform 283">
                <a:extLst>
                  <a:ext uri="{FF2B5EF4-FFF2-40B4-BE49-F238E27FC236}">
                    <a16:creationId xmlns:a16="http://schemas.microsoft.com/office/drawing/2014/main" id="{59566D7A-73F0-43AD-BD36-2A6D934DC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398"/>
                <a:ext cx="243" cy="214"/>
              </a:xfrm>
              <a:custGeom>
                <a:avLst/>
                <a:gdLst>
                  <a:gd name="T0" fmla="*/ 23000 w 97"/>
                  <a:gd name="T1" fmla="*/ 401 h 80"/>
                  <a:gd name="T2" fmla="*/ 20515 w 97"/>
                  <a:gd name="T3" fmla="*/ 4400 h 80"/>
                  <a:gd name="T4" fmla="*/ 18238 w 97"/>
                  <a:gd name="T5" fmla="*/ 8100 h 80"/>
                  <a:gd name="T6" fmla="*/ 13317 w 97"/>
                  <a:gd name="T7" fmla="*/ 11371 h 80"/>
                  <a:gd name="T8" fmla="*/ 7876 w 97"/>
                  <a:gd name="T9" fmla="*/ 13974 h 80"/>
                  <a:gd name="T10" fmla="*/ 3457 w 97"/>
                  <a:gd name="T11" fmla="*/ 21668 h 80"/>
                  <a:gd name="T12" fmla="*/ 313 w 97"/>
                  <a:gd name="T13" fmla="*/ 27542 h 80"/>
                  <a:gd name="T14" fmla="*/ 313 w 97"/>
                  <a:gd name="T15" fmla="*/ 28887 h 80"/>
                  <a:gd name="T16" fmla="*/ 1305 w 97"/>
                  <a:gd name="T17" fmla="*/ 28887 h 80"/>
                  <a:gd name="T18" fmla="*/ 4732 w 97"/>
                  <a:gd name="T19" fmla="*/ 22740 h 80"/>
                  <a:gd name="T20" fmla="*/ 8868 w 97"/>
                  <a:gd name="T21" fmla="*/ 15772 h 80"/>
                  <a:gd name="T22" fmla="*/ 13631 w 97"/>
                  <a:gd name="T23" fmla="*/ 13153 h 80"/>
                  <a:gd name="T24" fmla="*/ 19260 w 97"/>
                  <a:gd name="T25" fmla="*/ 9873 h 80"/>
                  <a:gd name="T26" fmla="*/ 21695 w 97"/>
                  <a:gd name="T27" fmla="*/ 5473 h 80"/>
                  <a:gd name="T28" fmla="*/ 23471 w 97"/>
                  <a:gd name="T29" fmla="*/ 2204 h 80"/>
                  <a:gd name="T30" fmla="*/ 23992 w 97"/>
                  <a:gd name="T31" fmla="*/ 671 h 80"/>
                  <a:gd name="T32" fmla="*/ 23000 w 97"/>
                  <a:gd name="T33" fmla="*/ 401 h 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7" h="80">
                    <a:moveTo>
                      <a:pt x="93" y="1"/>
                    </a:moveTo>
                    <a:cubicBezTo>
                      <a:pt x="89" y="3"/>
                      <a:pt x="86" y="7"/>
                      <a:pt x="83" y="12"/>
                    </a:cubicBezTo>
                    <a:cubicBezTo>
                      <a:pt x="80" y="16"/>
                      <a:pt x="77" y="20"/>
                      <a:pt x="74" y="22"/>
                    </a:cubicBezTo>
                    <a:cubicBezTo>
                      <a:pt x="68" y="28"/>
                      <a:pt x="61" y="29"/>
                      <a:pt x="54" y="31"/>
                    </a:cubicBezTo>
                    <a:cubicBezTo>
                      <a:pt x="47" y="32"/>
                      <a:pt x="39" y="33"/>
                      <a:pt x="32" y="38"/>
                    </a:cubicBezTo>
                    <a:cubicBezTo>
                      <a:pt x="25" y="44"/>
                      <a:pt x="19" y="51"/>
                      <a:pt x="14" y="59"/>
                    </a:cubicBezTo>
                    <a:cubicBezTo>
                      <a:pt x="10" y="65"/>
                      <a:pt x="6" y="70"/>
                      <a:pt x="1" y="75"/>
                    </a:cubicBezTo>
                    <a:cubicBezTo>
                      <a:pt x="0" y="76"/>
                      <a:pt x="0" y="78"/>
                      <a:pt x="1" y="79"/>
                    </a:cubicBezTo>
                    <a:cubicBezTo>
                      <a:pt x="2" y="80"/>
                      <a:pt x="4" y="80"/>
                      <a:pt x="5" y="79"/>
                    </a:cubicBezTo>
                    <a:cubicBezTo>
                      <a:pt x="11" y="74"/>
                      <a:pt x="15" y="68"/>
                      <a:pt x="19" y="62"/>
                    </a:cubicBezTo>
                    <a:cubicBezTo>
                      <a:pt x="24" y="55"/>
                      <a:pt x="29" y="48"/>
                      <a:pt x="36" y="43"/>
                    </a:cubicBezTo>
                    <a:cubicBezTo>
                      <a:pt x="42" y="39"/>
                      <a:pt x="48" y="38"/>
                      <a:pt x="55" y="36"/>
                    </a:cubicBezTo>
                    <a:cubicBezTo>
                      <a:pt x="63" y="35"/>
                      <a:pt x="70" y="33"/>
                      <a:pt x="78" y="27"/>
                    </a:cubicBezTo>
                    <a:cubicBezTo>
                      <a:pt x="82" y="24"/>
                      <a:pt x="85" y="19"/>
                      <a:pt x="88" y="15"/>
                    </a:cubicBezTo>
                    <a:cubicBezTo>
                      <a:pt x="90" y="11"/>
                      <a:pt x="93" y="7"/>
                      <a:pt x="95" y="6"/>
                    </a:cubicBezTo>
                    <a:cubicBezTo>
                      <a:pt x="97" y="5"/>
                      <a:pt x="97" y="4"/>
                      <a:pt x="97" y="2"/>
                    </a:cubicBezTo>
                    <a:cubicBezTo>
                      <a:pt x="96" y="1"/>
                      <a:pt x="94" y="0"/>
                      <a:pt x="93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9" name="Freeform 284">
                <a:extLst>
                  <a:ext uri="{FF2B5EF4-FFF2-40B4-BE49-F238E27FC236}">
                    <a16:creationId xmlns:a16="http://schemas.microsoft.com/office/drawing/2014/main" id="{4D73C793-F259-4388-BD57-939A275C0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2542"/>
                <a:ext cx="68" cy="67"/>
              </a:xfrm>
              <a:custGeom>
                <a:avLst/>
                <a:gdLst>
                  <a:gd name="T0" fmla="*/ 5881 w 27"/>
                  <a:gd name="T1" fmla="*/ 0 h 25"/>
                  <a:gd name="T2" fmla="*/ 5589 w 27"/>
                  <a:gd name="T3" fmla="*/ 402 h 25"/>
                  <a:gd name="T4" fmla="*/ 2861 w 27"/>
                  <a:gd name="T5" fmla="*/ 4023 h 25"/>
                  <a:gd name="T6" fmla="*/ 317 w 27"/>
                  <a:gd name="T7" fmla="*/ 7067 h 25"/>
                  <a:gd name="T8" fmla="*/ 317 w 27"/>
                  <a:gd name="T9" fmla="*/ 8871 h 25"/>
                  <a:gd name="T10" fmla="*/ 1325 w 27"/>
                  <a:gd name="T11" fmla="*/ 8568 h 25"/>
                  <a:gd name="T12" fmla="*/ 3546 w 27"/>
                  <a:gd name="T13" fmla="*/ 5925 h 25"/>
                  <a:gd name="T14" fmla="*/ 6883 w 27"/>
                  <a:gd name="T15" fmla="*/ 1501 h 25"/>
                  <a:gd name="T16" fmla="*/ 6883 w 27"/>
                  <a:gd name="T17" fmla="*/ 1501 h 25"/>
                  <a:gd name="T18" fmla="*/ 5881 w 27"/>
                  <a:gd name="T19" fmla="*/ 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5">
                    <a:moveTo>
                      <a:pt x="23" y="0"/>
                    </a:moveTo>
                    <a:cubicBezTo>
                      <a:pt x="23" y="0"/>
                      <a:pt x="22" y="1"/>
                      <a:pt x="22" y="1"/>
                    </a:cubicBezTo>
                    <a:cubicBezTo>
                      <a:pt x="19" y="5"/>
                      <a:pt x="15" y="8"/>
                      <a:pt x="11" y="11"/>
                    </a:cubicBezTo>
                    <a:cubicBezTo>
                      <a:pt x="7" y="13"/>
                      <a:pt x="4" y="16"/>
                      <a:pt x="1" y="19"/>
                    </a:cubicBezTo>
                    <a:cubicBezTo>
                      <a:pt x="0" y="21"/>
                      <a:pt x="0" y="23"/>
                      <a:pt x="1" y="24"/>
                    </a:cubicBezTo>
                    <a:cubicBezTo>
                      <a:pt x="2" y="25"/>
                      <a:pt x="4" y="25"/>
                      <a:pt x="5" y="23"/>
                    </a:cubicBezTo>
                    <a:cubicBezTo>
                      <a:pt x="8" y="21"/>
                      <a:pt x="11" y="18"/>
                      <a:pt x="14" y="16"/>
                    </a:cubicBezTo>
                    <a:cubicBezTo>
                      <a:pt x="19" y="13"/>
                      <a:pt x="24" y="9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3"/>
                      <a:pt x="25" y="1"/>
                      <a:pt x="2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30" name="Freeform 285">
                <a:extLst>
                  <a:ext uri="{FF2B5EF4-FFF2-40B4-BE49-F238E27FC236}">
                    <a16:creationId xmlns:a16="http://schemas.microsoft.com/office/drawing/2014/main" id="{DE2EC62D-FB49-4E53-B8EB-D1AFB2802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564"/>
                <a:ext cx="80" cy="306"/>
              </a:xfrm>
              <a:custGeom>
                <a:avLst/>
                <a:gdLst>
                  <a:gd name="T0" fmla="*/ 5395 w 32"/>
                  <a:gd name="T1" fmla="*/ 0 h 115"/>
                  <a:gd name="T2" fmla="*/ 4895 w 32"/>
                  <a:gd name="T3" fmla="*/ 1054 h 115"/>
                  <a:gd name="T4" fmla="*/ 4895 w 32"/>
                  <a:gd name="T5" fmla="*/ 18408 h 115"/>
                  <a:gd name="T6" fmla="*/ 3250 w 32"/>
                  <a:gd name="T7" fmla="*/ 24810 h 115"/>
                  <a:gd name="T8" fmla="*/ 988 w 32"/>
                  <a:gd name="T9" fmla="*/ 40145 h 115"/>
                  <a:gd name="T10" fmla="*/ 1770 w 32"/>
                  <a:gd name="T11" fmla="*/ 40804 h 115"/>
                  <a:gd name="T12" fmla="*/ 2270 w 32"/>
                  <a:gd name="T13" fmla="*/ 39360 h 115"/>
                  <a:gd name="T14" fmla="*/ 4688 w 32"/>
                  <a:gd name="T15" fmla="*/ 25624 h 115"/>
                  <a:gd name="T16" fmla="*/ 6375 w 32"/>
                  <a:gd name="T17" fmla="*/ 19196 h 115"/>
                  <a:gd name="T18" fmla="*/ 6375 w 32"/>
                  <a:gd name="T19" fmla="*/ 657 h 115"/>
                  <a:gd name="T20" fmla="*/ 5395 w 32"/>
                  <a:gd name="T21" fmla="*/ 0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15">
                    <a:moveTo>
                      <a:pt x="22" y="0"/>
                    </a:moveTo>
                    <a:cubicBezTo>
                      <a:pt x="20" y="0"/>
                      <a:pt x="19" y="2"/>
                      <a:pt x="20" y="3"/>
                    </a:cubicBezTo>
                    <a:cubicBezTo>
                      <a:pt x="23" y="23"/>
                      <a:pt x="25" y="33"/>
                      <a:pt x="20" y="52"/>
                    </a:cubicBezTo>
                    <a:cubicBezTo>
                      <a:pt x="19" y="57"/>
                      <a:pt x="16" y="63"/>
                      <a:pt x="13" y="70"/>
                    </a:cubicBezTo>
                    <a:cubicBezTo>
                      <a:pt x="7" y="84"/>
                      <a:pt x="0" y="100"/>
                      <a:pt x="4" y="113"/>
                    </a:cubicBezTo>
                    <a:cubicBezTo>
                      <a:pt x="4" y="115"/>
                      <a:pt x="6" y="115"/>
                      <a:pt x="7" y="115"/>
                    </a:cubicBezTo>
                    <a:cubicBezTo>
                      <a:pt x="9" y="114"/>
                      <a:pt x="10" y="113"/>
                      <a:pt x="9" y="111"/>
                    </a:cubicBezTo>
                    <a:cubicBezTo>
                      <a:pt x="6" y="101"/>
                      <a:pt x="13" y="85"/>
                      <a:pt x="19" y="72"/>
                    </a:cubicBezTo>
                    <a:cubicBezTo>
                      <a:pt x="21" y="66"/>
                      <a:pt x="24" y="60"/>
                      <a:pt x="26" y="54"/>
                    </a:cubicBezTo>
                    <a:cubicBezTo>
                      <a:pt x="32" y="33"/>
                      <a:pt x="29" y="22"/>
                      <a:pt x="26" y="2"/>
                    </a:cubicBezTo>
                    <a:cubicBezTo>
                      <a:pt x="25" y="1"/>
                      <a:pt x="24" y="0"/>
                      <a:pt x="2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31" name="Oval 286">
                <a:extLst>
                  <a:ext uri="{FF2B5EF4-FFF2-40B4-BE49-F238E27FC236}">
                    <a16:creationId xmlns:a16="http://schemas.microsoft.com/office/drawing/2014/main" id="{18132ABF-F92A-40CD-B8A4-37C23C403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2308"/>
                <a:ext cx="33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2" name="Oval 287">
                <a:extLst>
                  <a:ext uri="{FF2B5EF4-FFF2-40B4-BE49-F238E27FC236}">
                    <a16:creationId xmlns:a16="http://schemas.microsoft.com/office/drawing/2014/main" id="{CB76F60A-7A20-48A0-9E29-7CFC50F7A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" y="2332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3" name="Oval 288">
                <a:extLst>
                  <a:ext uri="{FF2B5EF4-FFF2-40B4-BE49-F238E27FC236}">
                    <a16:creationId xmlns:a16="http://schemas.microsoft.com/office/drawing/2014/main" id="{676D2842-C8F7-4462-A6C4-8015D4577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2294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4" name="Oval 289">
                <a:extLst>
                  <a:ext uri="{FF2B5EF4-FFF2-40B4-BE49-F238E27FC236}">
                    <a16:creationId xmlns:a16="http://schemas.microsoft.com/office/drawing/2014/main" id="{3AF5E12F-86D6-426A-BAC5-E83579451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276"/>
                <a:ext cx="33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5" name="Oval 290">
                <a:extLst>
                  <a:ext uri="{FF2B5EF4-FFF2-40B4-BE49-F238E27FC236}">
                    <a16:creationId xmlns:a16="http://schemas.microsoft.com/office/drawing/2014/main" id="{56807D3C-6DA0-4D9D-9922-A5ED781DE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8" y="2233"/>
                <a:ext cx="32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6" name="Oval 291">
                <a:extLst>
                  <a:ext uri="{FF2B5EF4-FFF2-40B4-BE49-F238E27FC236}">
                    <a16:creationId xmlns:a16="http://schemas.microsoft.com/office/drawing/2014/main" id="{B52F5AB1-52E5-415C-A799-EF2074711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2196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7" name="Oval 292">
                <a:extLst>
                  <a:ext uri="{FF2B5EF4-FFF2-40B4-BE49-F238E27FC236}">
                    <a16:creationId xmlns:a16="http://schemas.microsoft.com/office/drawing/2014/main" id="{8C9171CC-939B-4FD9-B9D2-EEABA14EA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5" y="2254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8" name="Oval 293">
                <a:extLst>
                  <a:ext uri="{FF2B5EF4-FFF2-40B4-BE49-F238E27FC236}">
                    <a16:creationId xmlns:a16="http://schemas.microsoft.com/office/drawing/2014/main" id="{96FD30FC-8252-455E-8191-C668579D5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300"/>
                <a:ext cx="30" cy="34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39" name="Oval 294">
                <a:extLst>
                  <a:ext uri="{FF2B5EF4-FFF2-40B4-BE49-F238E27FC236}">
                    <a16:creationId xmlns:a16="http://schemas.microsoft.com/office/drawing/2014/main" id="{969C7447-C688-4297-8FFE-54084A531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8" y="2004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0" name="Oval 295">
                <a:extLst>
                  <a:ext uri="{FF2B5EF4-FFF2-40B4-BE49-F238E27FC236}">
                    <a16:creationId xmlns:a16="http://schemas.microsoft.com/office/drawing/2014/main" id="{1E979EF2-6AB9-477C-A142-566C1D03B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860"/>
                <a:ext cx="30" cy="34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1" name="Oval 296">
                <a:extLst>
                  <a:ext uri="{FF2B5EF4-FFF2-40B4-BE49-F238E27FC236}">
                    <a16:creationId xmlns:a16="http://schemas.microsoft.com/office/drawing/2014/main" id="{8F3B9E5D-6D28-4139-9C76-0542A629E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1886"/>
                <a:ext cx="33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2" name="Oval 297">
                <a:extLst>
                  <a:ext uri="{FF2B5EF4-FFF2-40B4-BE49-F238E27FC236}">
                    <a16:creationId xmlns:a16="http://schemas.microsoft.com/office/drawing/2014/main" id="{ED27AF56-4EDC-4258-84F4-D9240627A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1956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3" name="Oval 298">
                <a:extLst>
                  <a:ext uri="{FF2B5EF4-FFF2-40B4-BE49-F238E27FC236}">
                    <a16:creationId xmlns:a16="http://schemas.microsoft.com/office/drawing/2014/main" id="{A5777099-8DEA-4388-AF85-295C48864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950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4" name="Oval 299">
                <a:extLst>
                  <a:ext uri="{FF2B5EF4-FFF2-40B4-BE49-F238E27FC236}">
                    <a16:creationId xmlns:a16="http://schemas.microsoft.com/office/drawing/2014/main" id="{46428AF3-9F78-4E0E-87AD-DAD5EF1FC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1985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5" name="Oval 300">
                <a:extLst>
                  <a:ext uri="{FF2B5EF4-FFF2-40B4-BE49-F238E27FC236}">
                    <a16:creationId xmlns:a16="http://schemas.microsoft.com/office/drawing/2014/main" id="{356868F5-530C-4ACE-A382-25489E591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2177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6" name="Oval 301">
                <a:extLst>
                  <a:ext uri="{FF2B5EF4-FFF2-40B4-BE49-F238E27FC236}">
                    <a16:creationId xmlns:a16="http://schemas.microsoft.com/office/drawing/2014/main" id="{83736F43-8E37-4F09-94BF-4209ACFAE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2113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7" name="Oval 302">
                <a:extLst>
                  <a:ext uri="{FF2B5EF4-FFF2-40B4-BE49-F238E27FC236}">
                    <a16:creationId xmlns:a16="http://schemas.microsoft.com/office/drawing/2014/main" id="{E72B1EBD-62FE-411D-BD31-35CE25DCA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374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8" name="Oval 303">
                <a:extLst>
                  <a:ext uri="{FF2B5EF4-FFF2-40B4-BE49-F238E27FC236}">
                    <a16:creationId xmlns:a16="http://schemas.microsoft.com/office/drawing/2014/main" id="{D4E70AC6-826A-4835-8A23-F41F5B2ED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2366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49" name="Oval 304">
                <a:extLst>
                  <a:ext uri="{FF2B5EF4-FFF2-40B4-BE49-F238E27FC236}">
                    <a16:creationId xmlns:a16="http://schemas.microsoft.com/office/drawing/2014/main" id="{4D7FF572-CE3B-4BA8-A8F9-C24C07C00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8" y="2366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0" name="Oval 305">
                <a:extLst>
                  <a:ext uri="{FF2B5EF4-FFF2-40B4-BE49-F238E27FC236}">
                    <a16:creationId xmlns:a16="http://schemas.microsoft.com/office/drawing/2014/main" id="{28EE3686-DBAA-43F4-BF04-76007FE08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318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1" name="Oval 306">
                <a:extLst>
                  <a:ext uri="{FF2B5EF4-FFF2-40B4-BE49-F238E27FC236}">
                    <a16:creationId xmlns:a16="http://schemas.microsoft.com/office/drawing/2014/main" id="{25543C8B-E50A-467C-BAAA-1019522D3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5" y="2308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2" name="Oval 307">
                <a:extLst>
                  <a:ext uri="{FF2B5EF4-FFF2-40B4-BE49-F238E27FC236}">
                    <a16:creationId xmlns:a16="http://schemas.microsoft.com/office/drawing/2014/main" id="{AB01B9C4-FD7A-4724-A66C-E78F81E92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868"/>
                <a:ext cx="32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3" name="Oval 308">
                <a:extLst>
                  <a:ext uri="{FF2B5EF4-FFF2-40B4-BE49-F238E27FC236}">
                    <a16:creationId xmlns:a16="http://schemas.microsoft.com/office/drawing/2014/main" id="{B0F60FE5-E64D-4F8E-ADC2-9379E33F6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841"/>
                <a:ext cx="30" cy="35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4" name="Oval 309">
                <a:extLst>
                  <a:ext uri="{FF2B5EF4-FFF2-40B4-BE49-F238E27FC236}">
                    <a16:creationId xmlns:a16="http://schemas.microsoft.com/office/drawing/2014/main" id="{E01AC22C-EE24-4F4E-B6EB-5BAA97708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820"/>
                <a:ext cx="33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5" name="Oval 310">
                <a:extLst>
                  <a:ext uri="{FF2B5EF4-FFF2-40B4-BE49-F238E27FC236}">
                    <a16:creationId xmlns:a16="http://schemas.microsoft.com/office/drawing/2014/main" id="{E30E1F7D-AB5E-4EB5-A862-4176A3019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1942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6" name="Oval 311">
                <a:extLst>
                  <a:ext uri="{FF2B5EF4-FFF2-40B4-BE49-F238E27FC236}">
                    <a16:creationId xmlns:a16="http://schemas.microsoft.com/office/drawing/2014/main" id="{36445276-9FD7-4E9F-9482-297CE1E44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1988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7" name="Oval 312">
                <a:extLst>
                  <a:ext uri="{FF2B5EF4-FFF2-40B4-BE49-F238E27FC236}">
                    <a16:creationId xmlns:a16="http://schemas.microsoft.com/office/drawing/2014/main" id="{334CB508-EBAA-47F3-9910-BFB1A130D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8" y="1940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8" name="Oval 313">
                <a:extLst>
                  <a:ext uri="{FF2B5EF4-FFF2-40B4-BE49-F238E27FC236}">
                    <a16:creationId xmlns:a16="http://schemas.microsoft.com/office/drawing/2014/main" id="{0FAF4DD1-13B5-48A3-B1FF-B5E881EBC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1828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59" name="Oval 314">
                <a:extLst>
                  <a:ext uri="{FF2B5EF4-FFF2-40B4-BE49-F238E27FC236}">
                    <a16:creationId xmlns:a16="http://schemas.microsoft.com/office/drawing/2014/main" id="{92E9E485-E2AE-4815-8DFB-2F50A3D3B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3" y="2254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60" name="Oval 315">
                <a:extLst>
                  <a:ext uri="{FF2B5EF4-FFF2-40B4-BE49-F238E27FC236}">
                    <a16:creationId xmlns:a16="http://schemas.microsoft.com/office/drawing/2014/main" id="{CB99C13C-0DCA-4466-85A4-9DAA471D3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004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61" name="Oval 316">
                <a:extLst>
                  <a:ext uri="{FF2B5EF4-FFF2-40B4-BE49-F238E27FC236}">
                    <a16:creationId xmlns:a16="http://schemas.microsoft.com/office/drawing/2014/main" id="{187E00C1-850E-453C-B708-EDFAD48DC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3" y="2070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62" name="Oval 317">
                <a:extLst>
                  <a:ext uri="{FF2B5EF4-FFF2-40B4-BE49-F238E27FC236}">
                    <a16:creationId xmlns:a16="http://schemas.microsoft.com/office/drawing/2014/main" id="{64025C6E-FFED-4801-B4E1-DFDF19300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5" y="2145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63" name="Oval 318">
                <a:extLst>
                  <a:ext uri="{FF2B5EF4-FFF2-40B4-BE49-F238E27FC236}">
                    <a16:creationId xmlns:a16="http://schemas.microsoft.com/office/drawing/2014/main" id="{AF280F3E-61DA-4814-A441-23ACADE32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8" y="2196"/>
                <a:ext cx="30" cy="34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64" name="Oval 319">
                <a:extLst>
                  <a:ext uri="{FF2B5EF4-FFF2-40B4-BE49-F238E27FC236}">
                    <a16:creationId xmlns:a16="http://schemas.microsoft.com/office/drawing/2014/main" id="{48DE8A89-9BB3-4E48-93E8-FAC950A3E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3" y="2361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65" name="Oval 320">
                <a:extLst>
                  <a:ext uri="{FF2B5EF4-FFF2-40B4-BE49-F238E27FC236}">
                    <a16:creationId xmlns:a16="http://schemas.microsoft.com/office/drawing/2014/main" id="{E86C0446-7B65-44E3-AB71-E0376A20B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8" y="2209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66" name="Oval 321">
                <a:extLst>
                  <a:ext uri="{FF2B5EF4-FFF2-40B4-BE49-F238E27FC236}">
                    <a16:creationId xmlns:a16="http://schemas.microsoft.com/office/drawing/2014/main" id="{BCF161AF-6387-4B49-BE81-4427318A6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318"/>
                <a:ext cx="30" cy="35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67" name="Oval 322">
                <a:extLst>
                  <a:ext uri="{FF2B5EF4-FFF2-40B4-BE49-F238E27FC236}">
                    <a16:creationId xmlns:a16="http://schemas.microsoft.com/office/drawing/2014/main" id="{F130F543-39D0-4000-844D-BC2549D6B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2340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68" name="Oval 323">
                <a:extLst>
                  <a:ext uri="{FF2B5EF4-FFF2-40B4-BE49-F238E27FC236}">
                    <a16:creationId xmlns:a16="http://schemas.microsoft.com/office/drawing/2014/main" id="{9D02566C-0305-4225-AF81-EA9E5C054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276"/>
                <a:ext cx="30" cy="34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69" name="Oval 324">
                <a:extLst>
                  <a:ext uri="{FF2B5EF4-FFF2-40B4-BE49-F238E27FC236}">
                    <a16:creationId xmlns:a16="http://schemas.microsoft.com/office/drawing/2014/main" id="{26F2E0A8-5EC0-418E-944F-B7E2ACDF9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5" y="2281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70" name="Oval 325">
                <a:extLst>
                  <a:ext uri="{FF2B5EF4-FFF2-40B4-BE49-F238E27FC236}">
                    <a16:creationId xmlns:a16="http://schemas.microsoft.com/office/drawing/2014/main" id="{083CB4A4-5E3B-4418-A342-0361255B7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3" y="1825"/>
                <a:ext cx="32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71" name="Oval 326">
                <a:extLst>
                  <a:ext uri="{FF2B5EF4-FFF2-40B4-BE49-F238E27FC236}">
                    <a16:creationId xmlns:a16="http://schemas.microsoft.com/office/drawing/2014/main" id="{0D95A832-A651-410D-AC9D-8D0B7C824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3" y="1900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72" name="Oval 327">
                <a:extLst>
                  <a:ext uri="{FF2B5EF4-FFF2-40B4-BE49-F238E27FC236}">
                    <a16:creationId xmlns:a16="http://schemas.microsoft.com/office/drawing/2014/main" id="{8B2BA177-BF43-453A-ADCC-4A56EA471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1969"/>
                <a:ext cx="32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73" name="Oval 328">
                <a:extLst>
                  <a:ext uri="{FF2B5EF4-FFF2-40B4-BE49-F238E27FC236}">
                    <a16:creationId xmlns:a16="http://schemas.microsoft.com/office/drawing/2014/main" id="{DC844B39-F377-4231-949D-DA1BD0017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3" y="195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74" name="Oval 329">
                <a:extLst>
                  <a:ext uri="{FF2B5EF4-FFF2-40B4-BE49-F238E27FC236}">
                    <a16:creationId xmlns:a16="http://schemas.microsoft.com/office/drawing/2014/main" id="{F59FE52D-87B6-4947-AADB-C36788EA6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926"/>
                <a:ext cx="32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75" name="Oval 330">
                <a:extLst>
                  <a:ext uri="{FF2B5EF4-FFF2-40B4-BE49-F238E27FC236}">
                    <a16:creationId xmlns:a16="http://schemas.microsoft.com/office/drawing/2014/main" id="{D9481D72-11D9-4688-95C9-441E16BC3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3" y="1873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76" name="Freeform 331">
                <a:extLst>
                  <a:ext uri="{FF2B5EF4-FFF2-40B4-BE49-F238E27FC236}">
                    <a16:creationId xmlns:a16="http://schemas.microsoft.com/office/drawing/2014/main" id="{E5A1CAF3-2743-464B-9AD1-3D9A000D7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086"/>
                <a:ext cx="28" cy="32"/>
              </a:xfrm>
              <a:custGeom>
                <a:avLst/>
                <a:gdLst>
                  <a:gd name="T0" fmla="*/ 1601 w 11"/>
                  <a:gd name="T1" fmla="*/ 0 h 12"/>
                  <a:gd name="T2" fmla="*/ 0 w 11"/>
                  <a:gd name="T3" fmla="*/ 2184 h 12"/>
                  <a:gd name="T4" fmla="*/ 1601 w 11"/>
                  <a:gd name="T5" fmla="*/ 4301 h 12"/>
                  <a:gd name="T6" fmla="*/ 2688 w 11"/>
                  <a:gd name="T7" fmla="*/ 3891 h 12"/>
                  <a:gd name="T8" fmla="*/ 2986 w 11"/>
                  <a:gd name="T9" fmla="*/ 1059 h 12"/>
                  <a:gd name="T10" fmla="*/ 1601 w 11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cubicBezTo>
                      <a:pt x="3" y="0"/>
                      <a:pt x="0" y="2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8" y="12"/>
                      <a:pt x="9" y="11"/>
                      <a:pt x="10" y="11"/>
                    </a:cubicBezTo>
                    <a:cubicBezTo>
                      <a:pt x="10" y="8"/>
                      <a:pt x="11" y="5"/>
                      <a:pt x="11" y="3"/>
                    </a:cubicBezTo>
                    <a:cubicBezTo>
                      <a:pt x="10" y="1"/>
                      <a:pt x="8" y="0"/>
                      <a:pt x="6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7" name="Oval 332">
                <a:extLst>
                  <a:ext uri="{FF2B5EF4-FFF2-40B4-BE49-F238E27FC236}">
                    <a16:creationId xmlns:a16="http://schemas.microsoft.com/office/drawing/2014/main" id="{C930755F-C5AB-49B5-8D77-7162AD332F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2124"/>
                <a:ext cx="30" cy="34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78" name="Oval 333">
                <a:extLst>
                  <a:ext uri="{FF2B5EF4-FFF2-40B4-BE49-F238E27FC236}">
                    <a16:creationId xmlns:a16="http://schemas.microsoft.com/office/drawing/2014/main" id="{0D28AC51-B2C4-4943-B192-3B0429B6B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2100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79" name="Oval 334">
                <a:extLst>
                  <a:ext uri="{FF2B5EF4-FFF2-40B4-BE49-F238E27FC236}">
                    <a16:creationId xmlns:a16="http://schemas.microsoft.com/office/drawing/2014/main" id="{0CBCAF1C-0677-4422-8CCE-B28584D51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2065"/>
                <a:ext cx="32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80" name="Oval 335">
                <a:extLst>
                  <a:ext uri="{FF2B5EF4-FFF2-40B4-BE49-F238E27FC236}">
                    <a16:creationId xmlns:a16="http://schemas.microsoft.com/office/drawing/2014/main" id="{3FF905BA-CE67-42A7-865D-1D65FC61B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222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81" name="Oval 336">
                <a:extLst>
                  <a:ext uri="{FF2B5EF4-FFF2-40B4-BE49-F238E27FC236}">
                    <a16:creationId xmlns:a16="http://schemas.microsoft.com/office/drawing/2014/main" id="{A104A6B6-ADAE-4406-AB17-C2DC83A47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801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82" name="Oval 337">
                <a:extLst>
                  <a:ext uri="{FF2B5EF4-FFF2-40B4-BE49-F238E27FC236}">
                    <a16:creationId xmlns:a16="http://schemas.microsoft.com/office/drawing/2014/main" id="{3E184F2D-D073-4483-9127-96BA4FF57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8" y="1854"/>
                <a:ext cx="30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83" name="Oval 338">
                <a:extLst>
                  <a:ext uri="{FF2B5EF4-FFF2-40B4-BE49-F238E27FC236}">
                    <a16:creationId xmlns:a16="http://schemas.microsoft.com/office/drawing/2014/main" id="{58954044-B99D-46B8-8A24-37F985830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921"/>
                <a:ext cx="32" cy="3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84" name="Oval 339">
                <a:extLst>
                  <a:ext uri="{FF2B5EF4-FFF2-40B4-BE49-F238E27FC236}">
                    <a16:creationId xmlns:a16="http://schemas.microsoft.com/office/drawing/2014/main" id="{F8921629-4125-4D80-A38D-E93253101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2326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985" name="Freeform 340">
                <a:extLst>
                  <a:ext uri="{FF2B5EF4-FFF2-40B4-BE49-F238E27FC236}">
                    <a16:creationId xmlns:a16="http://schemas.microsoft.com/office/drawing/2014/main" id="{2E6962C4-9523-4920-8874-E2B104B2EC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5" y="1580"/>
                <a:ext cx="1583" cy="1010"/>
              </a:xfrm>
              <a:custGeom>
                <a:avLst/>
                <a:gdLst>
                  <a:gd name="T0" fmla="*/ 100752 w 633"/>
                  <a:gd name="T1" fmla="*/ 4296 h 379"/>
                  <a:gd name="T2" fmla="*/ 62620 w 633"/>
                  <a:gd name="T3" fmla="*/ 29053 h 379"/>
                  <a:gd name="T4" fmla="*/ 39112 w 633"/>
                  <a:gd name="T5" fmla="*/ 45437 h 379"/>
                  <a:gd name="T6" fmla="*/ 12246 w 633"/>
                  <a:gd name="T7" fmla="*/ 63702 h 379"/>
                  <a:gd name="T8" fmla="*/ 11544 w 633"/>
                  <a:gd name="T9" fmla="*/ 64499 h 379"/>
                  <a:gd name="T10" fmla="*/ 11544 w 633"/>
                  <a:gd name="T11" fmla="*/ 64499 h 379"/>
                  <a:gd name="T12" fmla="*/ 2738 w 633"/>
                  <a:gd name="T13" fmla="*/ 104963 h 379"/>
                  <a:gd name="T14" fmla="*/ 27386 w 633"/>
                  <a:gd name="T15" fmla="*/ 133597 h 379"/>
                  <a:gd name="T16" fmla="*/ 27699 w 633"/>
                  <a:gd name="T17" fmla="*/ 133200 h 379"/>
                  <a:gd name="T18" fmla="*/ 27699 w 633"/>
                  <a:gd name="T19" fmla="*/ 133200 h 379"/>
                  <a:gd name="T20" fmla="*/ 47435 w 633"/>
                  <a:gd name="T21" fmla="*/ 134258 h 379"/>
                  <a:gd name="T22" fmla="*/ 68282 w 633"/>
                  <a:gd name="T23" fmla="*/ 132952 h 379"/>
                  <a:gd name="T24" fmla="*/ 131376 w 633"/>
                  <a:gd name="T25" fmla="*/ 120027 h 379"/>
                  <a:gd name="T26" fmla="*/ 132359 w 633"/>
                  <a:gd name="T27" fmla="*/ 119231 h 379"/>
                  <a:gd name="T28" fmla="*/ 154849 w 633"/>
                  <a:gd name="T29" fmla="*/ 61983 h 379"/>
                  <a:gd name="T30" fmla="*/ 153366 w 633"/>
                  <a:gd name="T31" fmla="*/ 42617 h 379"/>
                  <a:gd name="T32" fmla="*/ 153366 w 633"/>
                  <a:gd name="T33" fmla="*/ 42617 h 379"/>
                  <a:gd name="T34" fmla="*/ 124729 w 633"/>
                  <a:gd name="T35" fmla="*/ 661 h 379"/>
                  <a:gd name="T36" fmla="*/ 123041 w 633"/>
                  <a:gd name="T37" fmla="*/ 397 h 379"/>
                  <a:gd name="T38" fmla="*/ 100752 w 633"/>
                  <a:gd name="T39" fmla="*/ 4296 h 379"/>
                  <a:gd name="T40" fmla="*/ 28869 w 633"/>
                  <a:gd name="T41" fmla="*/ 131836 h 379"/>
                  <a:gd name="T42" fmla="*/ 28669 w 633"/>
                  <a:gd name="T43" fmla="*/ 132534 h 379"/>
                  <a:gd name="T44" fmla="*/ 28869 w 633"/>
                  <a:gd name="T45" fmla="*/ 131836 h 37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33" h="379">
                    <a:moveTo>
                      <a:pt x="412" y="12"/>
                    </a:moveTo>
                    <a:cubicBezTo>
                      <a:pt x="365" y="24"/>
                      <a:pt x="310" y="53"/>
                      <a:pt x="256" y="81"/>
                    </a:cubicBezTo>
                    <a:cubicBezTo>
                      <a:pt x="220" y="100"/>
                      <a:pt x="186" y="118"/>
                      <a:pt x="160" y="127"/>
                    </a:cubicBezTo>
                    <a:cubicBezTo>
                      <a:pt x="117" y="143"/>
                      <a:pt x="75" y="162"/>
                      <a:pt x="50" y="178"/>
                    </a:cubicBezTo>
                    <a:cubicBezTo>
                      <a:pt x="47" y="180"/>
                      <a:pt x="47" y="180"/>
                      <a:pt x="47" y="180"/>
                    </a:cubicBezTo>
                    <a:cubicBezTo>
                      <a:pt x="47" y="180"/>
                      <a:pt x="47" y="180"/>
                      <a:pt x="47" y="180"/>
                    </a:cubicBezTo>
                    <a:cubicBezTo>
                      <a:pt x="18" y="200"/>
                      <a:pt x="0" y="253"/>
                      <a:pt x="11" y="293"/>
                    </a:cubicBezTo>
                    <a:cubicBezTo>
                      <a:pt x="25" y="343"/>
                      <a:pt x="73" y="373"/>
                      <a:pt x="112" y="373"/>
                    </a:cubicBezTo>
                    <a:cubicBezTo>
                      <a:pt x="113" y="373"/>
                      <a:pt x="113" y="373"/>
                      <a:pt x="113" y="372"/>
                    </a:cubicBezTo>
                    <a:cubicBezTo>
                      <a:pt x="113" y="372"/>
                      <a:pt x="113" y="372"/>
                      <a:pt x="113" y="372"/>
                    </a:cubicBezTo>
                    <a:cubicBezTo>
                      <a:pt x="137" y="375"/>
                      <a:pt x="163" y="379"/>
                      <a:pt x="194" y="375"/>
                    </a:cubicBezTo>
                    <a:cubicBezTo>
                      <a:pt x="214" y="372"/>
                      <a:pt x="245" y="372"/>
                      <a:pt x="279" y="371"/>
                    </a:cubicBezTo>
                    <a:cubicBezTo>
                      <a:pt x="360" y="370"/>
                      <a:pt x="467" y="366"/>
                      <a:pt x="537" y="335"/>
                    </a:cubicBezTo>
                    <a:cubicBezTo>
                      <a:pt x="537" y="335"/>
                      <a:pt x="540" y="334"/>
                      <a:pt x="541" y="333"/>
                    </a:cubicBezTo>
                    <a:cubicBezTo>
                      <a:pt x="609" y="313"/>
                      <a:pt x="633" y="241"/>
                      <a:pt x="633" y="173"/>
                    </a:cubicBezTo>
                    <a:cubicBezTo>
                      <a:pt x="633" y="155"/>
                      <a:pt x="631" y="137"/>
                      <a:pt x="627" y="119"/>
                    </a:cubicBezTo>
                    <a:cubicBezTo>
                      <a:pt x="627" y="119"/>
                      <a:pt x="627" y="119"/>
                      <a:pt x="627" y="119"/>
                    </a:cubicBezTo>
                    <a:cubicBezTo>
                      <a:pt x="610" y="49"/>
                      <a:pt x="564" y="3"/>
                      <a:pt x="510" y="2"/>
                    </a:cubicBezTo>
                    <a:cubicBezTo>
                      <a:pt x="508" y="1"/>
                      <a:pt x="503" y="1"/>
                      <a:pt x="503" y="1"/>
                    </a:cubicBezTo>
                    <a:cubicBezTo>
                      <a:pt x="473" y="0"/>
                      <a:pt x="442" y="4"/>
                      <a:pt x="412" y="12"/>
                    </a:cubicBezTo>
                    <a:close/>
                    <a:moveTo>
                      <a:pt x="118" y="368"/>
                    </a:moveTo>
                    <a:cubicBezTo>
                      <a:pt x="118" y="369"/>
                      <a:pt x="118" y="369"/>
                      <a:pt x="117" y="370"/>
                    </a:cubicBezTo>
                    <a:cubicBezTo>
                      <a:pt x="118" y="369"/>
                      <a:pt x="118" y="369"/>
                      <a:pt x="118" y="368"/>
                    </a:cubicBezTo>
                    <a:close/>
                  </a:path>
                </a:pathLst>
              </a:custGeom>
              <a:solidFill>
                <a:srgbClr val="D8DE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6" name="Freeform 341">
                <a:extLst>
                  <a:ext uri="{FF2B5EF4-FFF2-40B4-BE49-F238E27FC236}">
                    <a16:creationId xmlns:a16="http://schemas.microsoft.com/office/drawing/2014/main" id="{219F8E01-3994-4AAB-A1AE-1B0D8038E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046"/>
                <a:ext cx="73" cy="147"/>
              </a:xfrm>
              <a:custGeom>
                <a:avLst/>
                <a:gdLst>
                  <a:gd name="T0" fmla="*/ 526 w 29"/>
                  <a:gd name="T1" fmla="*/ 401 h 55"/>
                  <a:gd name="T2" fmla="*/ 317 w 29"/>
                  <a:gd name="T3" fmla="*/ 1793 h 55"/>
                  <a:gd name="T4" fmla="*/ 317 w 29"/>
                  <a:gd name="T5" fmla="*/ 5458 h 55"/>
                  <a:gd name="T6" fmla="*/ 317 w 29"/>
                  <a:gd name="T7" fmla="*/ 8058 h 55"/>
                  <a:gd name="T8" fmla="*/ 6064 w 29"/>
                  <a:gd name="T9" fmla="*/ 19645 h 55"/>
                  <a:gd name="T10" fmla="*/ 7066 w 29"/>
                  <a:gd name="T11" fmla="*/ 19393 h 55"/>
                  <a:gd name="T12" fmla="*/ 6857 w 29"/>
                  <a:gd name="T13" fmla="*/ 17851 h 55"/>
                  <a:gd name="T14" fmla="*/ 1800 w 29"/>
                  <a:gd name="T15" fmla="*/ 8058 h 55"/>
                  <a:gd name="T16" fmla="*/ 1800 w 29"/>
                  <a:gd name="T17" fmla="*/ 5864 h 55"/>
                  <a:gd name="T18" fmla="*/ 1533 w 29"/>
                  <a:gd name="T19" fmla="*/ 671 h 55"/>
                  <a:gd name="T20" fmla="*/ 526 w 29"/>
                  <a:gd name="T21" fmla="*/ 401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55">
                    <a:moveTo>
                      <a:pt x="2" y="1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2" y="8"/>
                      <a:pt x="2" y="11"/>
                      <a:pt x="1" y="15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39"/>
                      <a:pt x="10" y="47"/>
                      <a:pt x="24" y="54"/>
                    </a:cubicBezTo>
                    <a:cubicBezTo>
                      <a:pt x="25" y="55"/>
                      <a:pt x="27" y="54"/>
                      <a:pt x="28" y="53"/>
                    </a:cubicBezTo>
                    <a:cubicBezTo>
                      <a:pt x="29" y="51"/>
                      <a:pt x="28" y="49"/>
                      <a:pt x="27" y="49"/>
                    </a:cubicBezTo>
                    <a:cubicBezTo>
                      <a:pt x="14" y="42"/>
                      <a:pt x="7" y="36"/>
                      <a:pt x="7" y="22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2"/>
                      <a:pt x="8" y="7"/>
                      <a:pt x="6" y="2"/>
                    </a:cubicBezTo>
                    <a:cubicBezTo>
                      <a:pt x="6" y="1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" name="Freeform 342">
                <a:extLst>
                  <a:ext uri="{FF2B5EF4-FFF2-40B4-BE49-F238E27FC236}">
                    <a16:creationId xmlns:a16="http://schemas.microsoft.com/office/drawing/2014/main" id="{C8811F12-FA41-4501-AF20-DB90363C2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286"/>
                <a:ext cx="60" cy="190"/>
              </a:xfrm>
              <a:custGeom>
                <a:avLst/>
                <a:gdLst>
                  <a:gd name="T0" fmla="*/ 4688 w 24"/>
                  <a:gd name="T1" fmla="*/ 401 h 71"/>
                  <a:gd name="T2" fmla="*/ 3720 w 24"/>
                  <a:gd name="T3" fmla="*/ 5901 h 71"/>
                  <a:gd name="T4" fmla="*/ 3720 w 24"/>
                  <a:gd name="T5" fmla="*/ 7683 h 71"/>
                  <a:gd name="T6" fmla="*/ 3250 w 24"/>
                  <a:gd name="T7" fmla="*/ 10314 h 71"/>
                  <a:gd name="T8" fmla="*/ 2738 w 24"/>
                  <a:gd name="T9" fmla="*/ 11788 h 71"/>
                  <a:gd name="T10" fmla="*/ 1770 w 24"/>
                  <a:gd name="T11" fmla="*/ 25645 h 71"/>
                  <a:gd name="T12" fmla="*/ 2738 w 24"/>
                  <a:gd name="T13" fmla="*/ 25645 h 71"/>
                  <a:gd name="T14" fmla="*/ 2738 w 24"/>
                  <a:gd name="T15" fmla="*/ 24299 h 71"/>
                  <a:gd name="T16" fmla="*/ 3908 w 24"/>
                  <a:gd name="T17" fmla="*/ 12920 h 71"/>
                  <a:gd name="T18" fmla="*/ 4425 w 24"/>
                  <a:gd name="T19" fmla="*/ 11387 h 71"/>
                  <a:gd name="T20" fmla="*/ 5208 w 24"/>
                  <a:gd name="T21" fmla="*/ 7683 h 71"/>
                  <a:gd name="T22" fmla="*/ 5208 w 24"/>
                  <a:gd name="T23" fmla="*/ 5478 h 71"/>
                  <a:gd name="T24" fmla="*/ 5675 w 24"/>
                  <a:gd name="T25" fmla="*/ 1804 h 71"/>
                  <a:gd name="T26" fmla="*/ 5675 w 24"/>
                  <a:gd name="T27" fmla="*/ 401 h 71"/>
                  <a:gd name="T28" fmla="*/ 4688 w 24"/>
                  <a:gd name="T29" fmla="*/ 401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71">
                    <a:moveTo>
                      <a:pt x="19" y="1"/>
                    </a:moveTo>
                    <a:cubicBezTo>
                      <a:pt x="14" y="7"/>
                      <a:pt x="14" y="12"/>
                      <a:pt x="15" y="16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6"/>
                      <a:pt x="15" y="26"/>
                      <a:pt x="13" y="28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" y="50"/>
                      <a:pt x="0" y="63"/>
                      <a:pt x="7" y="70"/>
                    </a:cubicBezTo>
                    <a:cubicBezTo>
                      <a:pt x="8" y="71"/>
                      <a:pt x="10" y="71"/>
                      <a:pt x="11" y="70"/>
                    </a:cubicBezTo>
                    <a:cubicBezTo>
                      <a:pt x="12" y="69"/>
                      <a:pt x="12" y="67"/>
                      <a:pt x="11" y="66"/>
                    </a:cubicBezTo>
                    <a:cubicBezTo>
                      <a:pt x="6" y="61"/>
                      <a:pt x="8" y="50"/>
                      <a:pt x="16" y="35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0" y="28"/>
                      <a:pt x="21" y="27"/>
                      <a:pt x="21" y="21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1"/>
                      <a:pt x="20" y="9"/>
                      <a:pt x="23" y="5"/>
                    </a:cubicBezTo>
                    <a:cubicBezTo>
                      <a:pt x="24" y="4"/>
                      <a:pt x="24" y="2"/>
                      <a:pt x="23" y="1"/>
                    </a:cubicBezTo>
                    <a:cubicBezTo>
                      <a:pt x="22" y="0"/>
                      <a:pt x="20" y="0"/>
                      <a:pt x="19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8" name="Freeform 343">
                <a:extLst>
                  <a:ext uri="{FF2B5EF4-FFF2-40B4-BE49-F238E27FC236}">
                    <a16:creationId xmlns:a16="http://schemas.microsoft.com/office/drawing/2014/main" id="{0226CFDB-9982-4C25-BA70-81CC65822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302"/>
                <a:ext cx="42" cy="278"/>
              </a:xfrm>
              <a:custGeom>
                <a:avLst/>
                <a:gdLst>
                  <a:gd name="T0" fmla="*/ 2308 w 17"/>
                  <a:gd name="T1" fmla="*/ 0 h 104"/>
                  <a:gd name="T2" fmla="*/ 1569 w 17"/>
                  <a:gd name="T3" fmla="*/ 1072 h 104"/>
                  <a:gd name="T4" fmla="*/ 934 w 17"/>
                  <a:gd name="T5" fmla="*/ 7260 h 104"/>
                  <a:gd name="T6" fmla="*/ 635 w 17"/>
                  <a:gd name="T7" fmla="*/ 17207 h 104"/>
                  <a:gd name="T8" fmla="*/ 1374 w 17"/>
                  <a:gd name="T9" fmla="*/ 36463 h 104"/>
                  <a:gd name="T10" fmla="*/ 1826 w 17"/>
                  <a:gd name="T11" fmla="*/ 37535 h 104"/>
                  <a:gd name="T12" fmla="*/ 2760 w 17"/>
                  <a:gd name="T13" fmla="*/ 36862 h 104"/>
                  <a:gd name="T14" fmla="*/ 2009 w 17"/>
                  <a:gd name="T15" fmla="*/ 16391 h 104"/>
                  <a:gd name="T16" fmla="*/ 2308 w 17"/>
                  <a:gd name="T17" fmla="*/ 8059 h 104"/>
                  <a:gd name="T18" fmla="*/ 2942 w 17"/>
                  <a:gd name="T19" fmla="*/ 1072 h 104"/>
                  <a:gd name="T20" fmla="*/ 2308 w 17"/>
                  <a:gd name="T21" fmla="*/ 0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104">
                    <a:moveTo>
                      <a:pt x="10" y="0"/>
                    </a:moveTo>
                    <a:cubicBezTo>
                      <a:pt x="8" y="0"/>
                      <a:pt x="7" y="1"/>
                      <a:pt x="7" y="3"/>
                    </a:cubicBezTo>
                    <a:cubicBezTo>
                      <a:pt x="7" y="9"/>
                      <a:pt x="6" y="14"/>
                      <a:pt x="4" y="20"/>
                    </a:cubicBezTo>
                    <a:cubicBezTo>
                      <a:pt x="2" y="29"/>
                      <a:pt x="0" y="37"/>
                      <a:pt x="3" y="47"/>
                    </a:cubicBezTo>
                    <a:cubicBezTo>
                      <a:pt x="10" y="66"/>
                      <a:pt x="10" y="80"/>
                      <a:pt x="6" y="100"/>
                    </a:cubicBezTo>
                    <a:cubicBezTo>
                      <a:pt x="6" y="101"/>
                      <a:pt x="7" y="103"/>
                      <a:pt x="8" y="103"/>
                    </a:cubicBezTo>
                    <a:cubicBezTo>
                      <a:pt x="10" y="104"/>
                      <a:pt x="11" y="103"/>
                      <a:pt x="12" y="101"/>
                    </a:cubicBezTo>
                    <a:cubicBezTo>
                      <a:pt x="17" y="80"/>
                      <a:pt x="16" y="65"/>
                      <a:pt x="9" y="45"/>
                    </a:cubicBezTo>
                    <a:cubicBezTo>
                      <a:pt x="6" y="37"/>
                      <a:pt x="8" y="30"/>
                      <a:pt x="10" y="22"/>
                    </a:cubicBezTo>
                    <a:cubicBezTo>
                      <a:pt x="12" y="16"/>
                      <a:pt x="13" y="9"/>
                      <a:pt x="13" y="3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9" name="Freeform 344">
                <a:extLst>
                  <a:ext uri="{FF2B5EF4-FFF2-40B4-BE49-F238E27FC236}">
                    <a16:creationId xmlns:a16="http://schemas.microsoft.com/office/drawing/2014/main" id="{0B2FEF8C-14E6-478F-AC9B-5B329433D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361"/>
                <a:ext cx="70" cy="240"/>
              </a:xfrm>
              <a:custGeom>
                <a:avLst/>
                <a:gdLst>
                  <a:gd name="T0" fmla="*/ 1958 w 28"/>
                  <a:gd name="T1" fmla="*/ 0 h 90"/>
                  <a:gd name="T2" fmla="*/ 1300 w 28"/>
                  <a:gd name="T3" fmla="*/ 1059 h 90"/>
                  <a:gd name="T4" fmla="*/ 783 w 28"/>
                  <a:gd name="T5" fmla="*/ 6464 h 90"/>
                  <a:gd name="T6" fmla="*/ 783 w 28"/>
                  <a:gd name="T7" fmla="*/ 16179 h 90"/>
                  <a:gd name="T8" fmla="*/ 2470 w 28"/>
                  <a:gd name="T9" fmla="*/ 20877 h 90"/>
                  <a:gd name="T10" fmla="*/ 3908 w 28"/>
                  <a:gd name="T11" fmla="*/ 30891 h 90"/>
                  <a:gd name="T12" fmla="*/ 4425 w 28"/>
                  <a:gd name="T13" fmla="*/ 32371 h 90"/>
                  <a:gd name="T14" fmla="*/ 5395 w 28"/>
                  <a:gd name="T15" fmla="*/ 31709 h 90"/>
                  <a:gd name="T16" fmla="*/ 3908 w 28"/>
                  <a:gd name="T17" fmla="*/ 19819 h 90"/>
                  <a:gd name="T18" fmla="*/ 2270 w 28"/>
                  <a:gd name="T19" fmla="*/ 15531 h 90"/>
                  <a:gd name="T20" fmla="*/ 2270 w 28"/>
                  <a:gd name="T21" fmla="*/ 6883 h 90"/>
                  <a:gd name="T22" fmla="*/ 2738 w 28"/>
                  <a:gd name="T23" fmla="*/ 1059 h 90"/>
                  <a:gd name="T24" fmla="*/ 1958 w 28"/>
                  <a:gd name="T25" fmla="*/ 0 h 9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" h="90">
                    <a:moveTo>
                      <a:pt x="8" y="0"/>
                    </a:moveTo>
                    <a:cubicBezTo>
                      <a:pt x="6" y="0"/>
                      <a:pt x="5" y="1"/>
                      <a:pt x="5" y="3"/>
                    </a:cubicBezTo>
                    <a:cubicBezTo>
                      <a:pt x="5" y="8"/>
                      <a:pt x="4" y="13"/>
                      <a:pt x="3" y="18"/>
                    </a:cubicBezTo>
                    <a:cubicBezTo>
                      <a:pt x="2" y="27"/>
                      <a:pt x="0" y="37"/>
                      <a:pt x="3" y="45"/>
                    </a:cubicBezTo>
                    <a:cubicBezTo>
                      <a:pt x="5" y="50"/>
                      <a:pt x="8" y="54"/>
                      <a:pt x="10" y="58"/>
                    </a:cubicBezTo>
                    <a:cubicBezTo>
                      <a:pt x="16" y="67"/>
                      <a:pt x="21" y="75"/>
                      <a:pt x="16" y="86"/>
                    </a:cubicBezTo>
                    <a:cubicBezTo>
                      <a:pt x="16" y="87"/>
                      <a:pt x="17" y="89"/>
                      <a:pt x="18" y="90"/>
                    </a:cubicBezTo>
                    <a:cubicBezTo>
                      <a:pt x="20" y="90"/>
                      <a:pt x="21" y="90"/>
                      <a:pt x="22" y="88"/>
                    </a:cubicBezTo>
                    <a:cubicBezTo>
                      <a:pt x="28" y="74"/>
                      <a:pt x="22" y="64"/>
                      <a:pt x="16" y="55"/>
                    </a:cubicBezTo>
                    <a:cubicBezTo>
                      <a:pt x="13" y="51"/>
                      <a:pt x="11" y="47"/>
                      <a:pt x="9" y="43"/>
                    </a:cubicBezTo>
                    <a:cubicBezTo>
                      <a:pt x="6" y="36"/>
                      <a:pt x="8" y="28"/>
                      <a:pt x="9" y="19"/>
                    </a:cubicBezTo>
                    <a:cubicBezTo>
                      <a:pt x="10" y="14"/>
                      <a:pt x="11" y="8"/>
                      <a:pt x="11" y="3"/>
                    </a:cubicBezTo>
                    <a:cubicBezTo>
                      <a:pt x="11" y="1"/>
                      <a:pt x="9" y="0"/>
                      <a:pt x="8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0" name="Freeform 345">
                <a:extLst>
                  <a:ext uri="{FF2B5EF4-FFF2-40B4-BE49-F238E27FC236}">
                    <a16:creationId xmlns:a16="http://schemas.microsoft.com/office/drawing/2014/main" id="{92B1AF12-34DE-4EC1-8336-F39ED73C5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377"/>
                <a:ext cx="48" cy="240"/>
              </a:xfrm>
              <a:custGeom>
                <a:avLst/>
                <a:gdLst>
                  <a:gd name="T0" fmla="*/ 326 w 19"/>
                  <a:gd name="T1" fmla="*/ 1059 h 90"/>
                  <a:gd name="T2" fmla="*/ 1839 w 19"/>
                  <a:gd name="T3" fmla="*/ 9309 h 90"/>
                  <a:gd name="T4" fmla="*/ 3095 w 19"/>
                  <a:gd name="T5" fmla="*/ 16179 h 90"/>
                  <a:gd name="T6" fmla="*/ 2567 w 19"/>
                  <a:gd name="T7" fmla="*/ 23723 h 90"/>
                  <a:gd name="T8" fmla="*/ 1839 w 19"/>
                  <a:gd name="T9" fmla="*/ 31309 h 90"/>
                  <a:gd name="T10" fmla="*/ 2885 w 19"/>
                  <a:gd name="T11" fmla="*/ 32371 h 90"/>
                  <a:gd name="T12" fmla="*/ 3388 w 19"/>
                  <a:gd name="T13" fmla="*/ 30891 h 90"/>
                  <a:gd name="T14" fmla="*/ 4110 w 19"/>
                  <a:gd name="T15" fmla="*/ 24120 h 90"/>
                  <a:gd name="T16" fmla="*/ 4646 w 19"/>
                  <a:gd name="T17" fmla="*/ 16179 h 90"/>
                  <a:gd name="T18" fmla="*/ 3095 w 19"/>
                  <a:gd name="T19" fmla="*/ 8648 h 90"/>
                  <a:gd name="T20" fmla="*/ 1839 w 19"/>
                  <a:gd name="T21" fmla="*/ 1459 h 90"/>
                  <a:gd name="T22" fmla="*/ 1016 w 19"/>
                  <a:gd name="T23" fmla="*/ 397 h 90"/>
                  <a:gd name="T24" fmla="*/ 326 w 19"/>
                  <a:gd name="T25" fmla="*/ 1059 h 9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90">
                    <a:moveTo>
                      <a:pt x="1" y="3"/>
                    </a:moveTo>
                    <a:cubicBezTo>
                      <a:pt x="0" y="11"/>
                      <a:pt x="4" y="19"/>
                      <a:pt x="7" y="26"/>
                    </a:cubicBezTo>
                    <a:cubicBezTo>
                      <a:pt x="9" y="33"/>
                      <a:pt x="12" y="39"/>
                      <a:pt x="12" y="45"/>
                    </a:cubicBezTo>
                    <a:cubicBezTo>
                      <a:pt x="13" y="53"/>
                      <a:pt x="11" y="59"/>
                      <a:pt x="10" y="66"/>
                    </a:cubicBezTo>
                    <a:cubicBezTo>
                      <a:pt x="9" y="72"/>
                      <a:pt x="7" y="79"/>
                      <a:pt x="7" y="87"/>
                    </a:cubicBezTo>
                    <a:cubicBezTo>
                      <a:pt x="8" y="88"/>
                      <a:pt x="9" y="90"/>
                      <a:pt x="11" y="90"/>
                    </a:cubicBezTo>
                    <a:cubicBezTo>
                      <a:pt x="12" y="89"/>
                      <a:pt x="14" y="88"/>
                      <a:pt x="13" y="86"/>
                    </a:cubicBezTo>
                    <a:cubicBezTo>
                      <a:pt x="13" y="80"/>
                      <a:pt x="15" y="74"/>
                      <a:pt x="16" y="67"/>
                    </a:cubicBezTo>
                    <a:cubicBezTo>
                      <a:pt x="17" y="60"/>
                      <a:pt x="19" y="53"/>
                      <a:pt x="18" y="45"/>
                    </a:cubicBezTo>
                    <a:cubicBezTo>
                      <a:pt x="18" y="38"/>
                      <a:pt x="15" y="31"/>
                      <a:pt x="12" y="24"/>
                    </a:cubicBezTo>
                    <a:cubicBezTo>
                      <a:pt x="9" y="17"/>
                      <a:pt x="7" y="10"/>
                      <a:pt x="7" y="4"/>
                    </a:cubicBezTo>
                    <a:cubicBezTo>
                      <a:pt x="7" y="2"/>
                      <a:pt x="6" y="1"/>
                      <a:pt x="4" y="1"/>
                    </a:cubicBezTo>
                    <a:cubicBezTo>
                      <a:pt x="2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1" name="Freeform 346">
                <a:extLst>
                  <a:ext uri="{FF2B5EF4-FFF2-40B4-BE49-F238E27FC236}">
                    <a16:creationId xmlns:a16="http://schemas.microsoft.com/office/drawing/2014/main" id="{A0D21F5F-DB4D-4EFC-8895-FFC35B84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174"/>
                <a:ext cx="48" cy="86"/>
              </a:xfrm>
              <a:custGeom>
                <a:avLst/>
                <a:gdLst>
                  <a:gd name="T0" fmla="*/ 3918 w 19"/>
                  <a:gd name="T1" fmla="*/ 0 h 32"/>
                  <a:gd name="T2" fmla="*/ 1341 w 19"/>
                  <a:gd name="T3" fmla="*/ 3085 h 32"/>
                  <a:gd name="T4" fmla="*/ 824 w 19"/>
                  <a:gd name="T5" fmla="*/ 5316 h 32"/>
                  <a:gd name="T6" fmla="*/ 1341 w 19"/>
                  <a:gd name="T7" fmla="*/ 9121 h 32"/>
                  <a:gd name="T8" fmla="*/ 1016 w 19"/>
                  <a:gd name="T9" fmla="*/ 9121 h 32"/>
                  <a:gd name="T10" fmla="*/ 824 w 19"/>
                  <a:gd name="T11" fmla="*/ 9396 h 32"/>
                  <a:gd name="T12" fmla="*/ 0 w 19"/>
                  <a:gd name="T13" fmla="*/ 10538 h 32"/>
                  <a:gd name="T14" fmla="*/ 326 w 19"/>
                  <a:gd name="T15" fmla="*/ 10949 h 32"/>
                  <a:gd name="T16" fmla="*/ 1016 w 19"/>
                  <a:gd name="T17" fmla="*/ 11629 h 32"/>
                  <a:gd name="T18" fmla="*/ 1839 w 19"/>
                  <a:gd name="T19" fmla="*/ 10949 h 32"/>
                  <a:gd name="T20" fmla="*/ 2567 w 19"/>
                  <a:gd name="T21" fmla="*/ 10538 h 32"/>
                  <a:gd name="T22" fmla="*/ 3095 w 19"/>
                  <a:gd name="T23" fmla="*/ 9121 h 32"/>
                  <a:gd name="T24" fmla="*/ 2567 w 19"/>
                  <a:gd name="T25" fmla="*/ 3806 h 32"/>
                  <a:gd name="T26" fmla="*/ 4110 w 19"/>
                  <a:gd name="T27" fmla="*/ 2255 h 32"/>
                  <a:gd name="T28" fmla="*/ 4934 w 19"/>
                  <a:gd name="T29" fmla="*/ 680 h 32"/>
                  <a:gd name="T30" fmla="*/ 3918 w 19"/>
                  <a:gd name="T31" fmla="*/ 0 h 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9" h="32">
                    <a:moveTo>
                      <a:pt x="15" y="0"/>
                    </a:moveTo>
                    <a:cubicBezTo>
                      <a:pt x="10" y="2"/>
                      <a:pt x="6" y="4"/>
                      <a:pt x="5" y="8"/>
                    </a:cubicBezTo>
                    <a:cubicBezTo>
                      <a:pt x="4" y="10"/>
                      <a:pt x="3" y="12"/>
                      <a:pt x="3" y="14"/>
                    </a:cubicBezTo>
                    <a:cubicBezTo>
                      <a:pt x="3" y="17"/>
                      <a:pt x="4" y="20"/>
                      <a:pt x="5" y="24"/>
                    </a:cubicBezTo>
                    <a:cubicBezTo>
                      <a:pt x="5" y="24"/>
                      <a:pt x="4" y="24"/>
                      <a:pt x="4" y="24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1" y="26"/>
                      <a:pt x="0" y="27"/>
                      <a:pt x="0" y="28"/>
                    </a:cubicBezTo>
                    <a:cubicBezTo>
                      <a:pt x="0" y="29"/>
                      <a:pt x="0" y="29"/>
                      <a:pt x="1" y="29"/>
                    </a:cubicBezTo>
                    <a:cubicBezTo>
                      <a:pt x="1" y="31"/>
                      <a:pt x="2" y="32"/>
                      <a:pt x="4" y="31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7"/>
                      <a:pt x="12" y="26"/>
                      <a:pt x="12" y="24"/>
                    </a:cubicBezTo>
                    <a:cubicBezTo>
                      <a:pt x="9" y="18"/>
                      <a:pt x="9" y="13"/>
                      <a:pt x="10" y="10"/>
                    </a:cubicBezTo>
                    <a:cubicBezTo>
                      <a:pt x="11" y="8"/>
                      <a:pt x="13" y="7"/>
                      <a:pt x="16" y="6"/>
                    </a:cubicBezTo>
                    <a:cubicBezTo>
                      <a:pt x="18" y="6"/>
                      <a:pt x="19" y="4"/>
                      <a:pt x="19" y="2"/>
                    </a:cubicBezTo>
                    <a:cubicBezTo>
                      <a:pt x="18" y="1"/>
                      <a:pt x="17" y="0"/>
                      <a:pt x="15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2" name="Freeform 347">
                <a:extLst>
                  <a:ext uri="{FF2B5EF4-FFF2-40B4-BE49-F238E27FC236}">
                    <a16:creationId xmlns:a16="http://schemas.microsoft.com/office/drawing/2014/main" id="{526FDF95-238E-4523-9C14-463919EF4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982"/>
                <a:ext cx="103" cy="147"/>
              </a:xfrm>
              <a:custGeom>
                <a:avLst/>
                <a:gdLst>
                  <a:gd name="T0" fmla="*/ 317 w 41"/>
                  <a:gd name="T1" fmla="*/ 671 h 55"/>
                  <a:gd name="T2" fmla="*/ 525 w 41"/>
                  <a:gd name="T3" fmla="*/ 2194 h 55"/>
                  <a:gd name="T4" fmla="*/ 1319 w 41"/>
                  <a:gd name="T5" fmla="*/ 7256 h 55"/>
                  <a:gd name="T6" fmla="*/ 1791 w 41"/>
                  <a:gd name="T7" fmla="*/ 13516 h 55"/>
                  <a:gd name="T8" fmla="*/ 9323 w 41"/>
                  <a:gd name="T9" fmla="*/ 19645 h 55"/>
                  <a:gd name="T10" fmla="*/ 10318 w 41"/>
                  <a:gd name="T11" fmla="*/ 18979 h 55"/>
                  <a:gd name="T12" fmla="*/ 9511 w 41"/>
                  <a:gd name="T13" fmla="*/ 17450 h 55"/>
                  <a:gd name="T14" fmla="*/ 2979 w 41"/>
                  <a:gd name="T15" fmla="*/ 12393 h 55"/>
                  <a:gd name="T16" fmla="*/ 2789 w 41"/>
                  <a:gd name="T17" fmla="*/ 7657 h 55"/>
                  <a:gd name="T18" fmla="*/ 1319 w 41"/>
                  <a:gd name="T19" fmla="*/ 401 h 55"/>
                  <a:gd name="T20" fmla="*/ 317 w 41"/>
                  <a:gd name="T21" fmla="*/ 671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55">
                    <a:moveTo>
                      <a:pt x="1" y="2"/>
                    </a:moveTo>
                    <a:cubicBezTo>
                      <a:pt x="0" y="3"/>
                      <a:pt x="0" y="5"/>
                      <a:pt x="2" y="6"/>
                    </a:cubicBezTo>
                    <a:cubicBezTo>
                      <a:pt x="6" y="9"/>
                      <a:pt x="6" y="13"/>
                      <a:pt x="5" y="20"/>
                    </a:cubicBezTo>
                    <a:cubicBezTo>
                      <a:pt x="5" y="26"/>
                      <a:pt x="4" y="32"/>
                      <a:pt x="7" y="37"/>
                    </a:cubicBezTo>
                    <a:cubicBezTo>
                      <a:pt x="13" y="47"/>
                      <a:pt x="27" y="52"/>
                      <a:pt x="37" y="54"/>
                    </a:cubicBezTo>
                    <a:cubicBezTo>
                      <a:pt x="39" y="55"/>
                      <a:pt x="40" y="54"/>
                      <a:pt x="41" y="52"/>
                    </a:cubicBezTo>
                    <a:cubicBezTo>
                      <a:pt x="41" y="50"/>
                      <a:pt x="40" y="49"/>
                      <a:pt x="38" y="48"/>
                    </a:cubicBezTo>
                    <a:cubicBezTo>
                      <a:pt x="29" y="46"/>
                      <a:pt x="17" y="41"/>
                      <a:pt x="12" y="34"/>
                    </a:cubicBezTo>
                    <a:cubicBezTo>
                      <a:pt x="10" y="31"/>
                      <a:pt x="11" y="26"/>
                      <a:pt x="11" y="21"/>
                    </a:cubicBezTo>
                    <a:cubicBezTo>
                      <a:pt x="12" y="14"/>
                      <a:pt x="13" y="6"/>
                      <a:pt x="5" y="1"/>
                    </a:cubicBezTo>
                    <a:cubicBezTo>
                      <a:pt x="4" y="0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3" name="Freeform 348">
                <a:extLst>
                  <a:ext uri="{FF2B5EF4-FFF2-40B4-BE49-F238E27FC236}">
                    <a16:creationId xmlns:a16="http://schemas.microsoft.com/office/drawing/2014/main" id="{3316635F-7BFD-4275-B4A4-C5B6206F2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1500"/>
                <a:ext cx="58" cy="256"/>
              </a:xfrm>
              <a:custGeom>
                <a:avLst/>
                <a:gdLst>
                  <a:gd name="T0" fmla="*/ 3351 w 23"/>
                  <a:gd name="T1" fmla="*/ 661 h 96"/>
                  <a:gd name="T2" fmla="*/ 3561 w 23"/>
                  <a:gd name="T3" fmla="*/ 13347 h 96"/>
                  <a:gd name="T4" fmla="*/ 4363 w 23"/>
                  <a:gd name="T5" fmla="*/ 20480 h 96"/>
                  <a:gd name="T6" fmla="*/ 527 w 23"/>
                  <a:gd name="T7" fmla="*/ 32768 h 96"/>
                  <a:gd name="T8" fmla="*/ 318 w 23"/>
                  <a:gd name="T9" fmla="*/ 34133 h 96"/>
                  <a:gd name="T10" fmla="*/ 1329 w 23"/>
                  <a:gd name="T11" fmla="*/ 34133 h 96"/>
                  <a:gd name="T12" fmla="*/ 5901 w 23"/>
                  <a:gd name="T13" fmla="*/ 20480 h 96"/>
                  <a:gd name="T14" fmla="*/ 5099 w 23"/>
                  <a:gd name="T15" fmla="*/ 12949 h 96"/>
                  <a:gd name="T16" fmla="*/ 4572 w 23"/>
                  <a:gd name="T17" fmla="*/ 1763 h 96"/>
                  <a:gd name="T18" fmla="*/ 4363 w 23"/>
                  <a:gd name="T19" fmla="*/ 397 h 96"/>
                  <a:gd name="T20" fmla="*/ 3351 w 23"/>
                  <a:gd name="T21" fmla="*/ 661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96">
                    <a:moveTo>
                      <a:pt x="13" y="2"/>
                    </a:moveTo>
                    <a:cubicBezTo>
                      <a:pt x="8" y="10"/>
                      <a:pt x="11" y="24"/>
                      <a:pt x="14" y="37"/>
                    </a:cubicBezTo>
                    <a:cubicBezTo>
                      <a:pt x="15" y="44"/>
                      <a:pt x="17" y="51"/>
                      <a:pt x="17" y="57"/>
                    </a:cubicBezTo>
                    <a:cubicBezTo>
                      <a:pt x="16" y="72"/>
                      <a:pt x="11" y="83"/>
                      <a:pt x="2" y="91"/>
                    </a:cubicBezTo>
                    <a:cubicBezTo>
                      <a:pt x="0" y="92"/>
                      <a:pt x="0" y="94"/>
                      <a:pt x="1" y="95"/>
                    </a:cubicBezTo>
                    <a:cubicBezTo>
                      <a:pt x="2" y="96"/>
                      <a:pt x="4" y="96"/>
                      <a:pt x="5" y="95"/>
                    </a:cubicBezTo>
                    <a:cubicBezTo>
                      <a:pt x="16" y="87"/>
                      <a:pt x="22" y="74"/>
                      <a:pt x="23" y="57"/>
                    </a:cubicBezTo>
                    <a:cubicBezTo>
                      <a:pt x="23" y="51"/>
                      <a:pt x="21" y="43"/>
                      <a:pt x="20" y="36"/>
                    </a:cubicBezTo>
                    <a:cubicBezTo>
                      <a:pt x="17" y="24"/>
                      <a:pt x="15" y="11"/>
                      <a:pt x="18" y="5"/>
                    </a:cubicBezTo>
                    <a:cubicBezTo>
                      <a:pt x="19" y="3"/>
                      <a:pt x="19" y="2"/>
                      <a:pt x="17" y="1"/>
                    </a:cubicBezTo>
                    <a:cubicBezTo>
                      <a:pt x="16" y="0"/>
                      <a:pt x="14" y="0"/>
                      <a:pt x="13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4" name="Freeform 349">
                <a:extLst>
                  <a:ext uri="{FF2B5EF4-FFF2-40B4-BE49-F238E27FC236}">
                    <a16:creationId xmlns:a16="http://schemas.microsoft.com/office/drawing/2014/main" id="{2D70510C-0235-4298-8461-7A5026B00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516"/>
                <a:ext cx="55" cy="152"/>
              </a:xfrm>
              <a:custGeom>
                <a:avLst/>
                <a:gdLst>
                  <a:gd name="T0" fmla="*/ 4220 w 22"/>
                  <a:gd name="T1" fmla="*/ 397 h 57"/>
                  <a:gd name="T2" fmla="*/ 1300 w 22"/>
                  <a:gd name="T3" fmla="*/ 7944 h 57"/>
                  <a:gd name="T4" fmla="*/ 1300 w 22"/>
                  <a:gd name="T5" fmla="*/ 9309 h 57"/>
                  <a:gd name="T6" fmla="*/ 0 w 22"/>
                  <a:gd name="T7" fmla="*/ 19021 h 57"/>
                  <a:gd name="T8" fmla="*/ 520 w 22"/>
                  <a:gd name="T9" fmla="*/ 20083 h 57"/>
                  <a:gd name="T10" fmla="*/ 1488 w 22"/>
                  <a:gd name="T11" fmla="*/ 19819 h 57"/>
                  <a:gd name="T12" fmla="*/ 2738 w 22"/>
                  <a:gd name="T13" fmla="*/ 9309 h 57"/>
                  <a:gd name="T14" fmla="*/ 2738 w 22"/>
                  <a:gd name="T15" fmla="*/ 8248 h 57"/>
                  <a:gd name="T16" fmla="*/ 5208 w 22"/>
                  <a:gd name="T17" fmla="*/ 1763 h 57"/>
                  <a:gd name="T18" fmla="*/ 5208 w 22"/>
                  <a:gd name="T19" fmla="*/ 397 h 57"/>
                  <a:gd name="T20" fmla="*/ 4220 w 22"/>
                  <a:gd name="T21" fmla="*/ 397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57">
                    <a:moveTo>
                      <a:pt x="17" y="1"/>
                    </a:moveTo>
                    <a:cubicBezTo>
                      <a:pt x="11" y="6"/>
                      <a:pt x="6" y="12"/>
                      <a:pt x="5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4" y="36"/>
                      <a:pt x="3" y="43"/>
                      <a:pt x="0" y="53"/>
                    </a:cubicBezTo>
                    <a:cubicBezTo>
                      <a:pt x="0" y="54"/>
                      <a:pt x="0" y="56"/>
                      <a:pt x="2" y="56"/>
                    </a:cubicBezTo>
                    <a:cubicBezTo>
                      <a:pt x="4" y="57"/>
                      <a:pt x="5" y="56"/>
                      <a:pt x="6" y="55"/>
                    </a:cubicBezTo>
                    <a:cubicBezTo>
                      <a:pt x="9" y="44"/>
                      <a:pt x="10" y="36"/>
                      <a:pt x="11" y="26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16"/>
                      <a:pt x="15" y="11"/>
                      <a:pt x="21" y="5"/>
                    </a:cubicBezTo>
                    <a:cubicBezTo>
                      <a:pt x="22" y="4"/>
                      <a:pt x="22" y="2"/>
                      <a:pt x="21" y="1"/>
                    </a:cubicBezTo>
                    <a:cubicBezTo>
                      <a:pt x="20" y="0"/>
                      <a:pt x="18" y="0"/>
                      <a:pt x="17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5" name="Freeform 350">
                <a:extLst>
                  <a:ext uri="{FF2B5EF4-FFF2-40B4-BE49-F238E27FC236}">
                    <a16:creationId xmlns:a16="http://schemas.microsoft.com/office/drawing/2014/main" id="{66356CCD-1A74-4507-9F88-CD94DC22B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585"/>
                <a:ext cx="127" cy="165"/>
              </a:xfrm>
              <a:custGeom>
                <a:avLst/>
                <a:gdLst>
                  <a:gd name="T0" fmla="*/ 10994 w 51"/>
                  <a:gd name="T1" fmla="*/ 660 h 62"/>
                  <a:gd name="T2" fmla="*/ 8800 w 51"/>
                  <a:gd name="T3" fmla="*/ 7486 h 62"/>
                  <a:gd name="T4" fmla="*/ 6425 w 51"/>
                  <a:gd name="T5" fmla="*/ 14137 h 62"/>
                  <a:gd name="T6" fmla="*/ 466 w 51"/>
                  <a:gd name="T7" fmla="*/ 19922 h 62"/>
                  <a:gd name="T8" fmla="*/ 0 w 51"/>
                  <a:gd name="T9" fmla="*/ 21375 h 62"/>
                  <a:gd name="T10" fmla="*/ 954 w 51"/>
                  <a:gd name="T11" fmla="*/ 22012 h 62"/>
                  <a:gd name="T12" fmla="*/ 7378 w 51"/>
                  <a:gd name="T13" fmla="*/ 15608 h 62"/>
                  <a:gd name="T14" fmla="*/ 10040 w 51"/>
                  <a:gd name="T15" fmla="*/ 8125 h 62"/>
                  <a:gd name="T16" fmla="*/ 11950 w 51"/>
                  <a:gd name="T17" fmla="*/ 2145 h 62"/>
                  <a:gd name="T18" fmla="*/ 11950 w 51"/>
                  <a:gd name="T19" fmla="*/ 397 h 62"/>
                  <a:gd name="T20" fmla="*/ 10994 w 51"/>
                  <a:gd name="T21" fmla="*/ 66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62">
                    <a:moveTo>
                      <a:pt x="46" y="2"/>
                    </a:moveTo>
                    <a:cubicBezTo>
                      <a:pt x="41" y="8"/>
                      <a:pt x="39" y="15"/>
                      <a:pt x="37" y="21"/>
                    </a:cubicBezTo>
                    <a:cubicBezTo>
                      <a:pt x="34" y="28"/>
                      <a:pt x="32" y="35"/>
                      <a:pt x="27" y="40"/>
                    </a:cubicBezTo>
                    <a:cubicBezTo>
                      <a:pt x="20" y="46"/>
                      <a:pt x="10" y="54"/>
                      <a:pt x="2" y="56"/>
                    </a:cubicBezTo>
                    <a:cubicBezTo>
                      <a:pt x="1" y="57"/>
                      <a:pt x="0" y="59"/>
                      <a:pt x="0" y="60"/>
                    </a:cubicBezTo>
                    <a:cubicBezTo>
                      <a:pt x="1" y="62"/>
                      <a:pt x="3" y="62"/>
                      <a:pt x="4" y="62"/>
                    </a:cubicBezTo>
                    <a:cubicBezTo>
                      <a:pt x="13" y="59"/>
                      <a:pt x="24" y="51"/>
                      <a:pt x="31" y="44"/>
                    </a:cubicBezTo>
                    <a:cubicBezTo>
                      <a:pt x="37" y="38"/>
                      <a:pt x="40" y="30"/>
                      <a:pt x="42" y="23"/>
                    </a:cubicBezTo>
                    <a:cubicBezTo>
                      <a:pt x="44" y="17"/>
                      <a:pt x="46" y="11"/>
                      <a:pt x="50" y="6"/>
                    </a:cubicBezTo>
                    <a:cubicBezTo>
                      <a:pt x="51" y="4"/>
                      <a:pt x="51" y="2"/>
                      <a:pt x="50" y="1"/>
                    </a:cubicBezTo>
                    <a:cubicBezTo>
                      <a:pt x="49" y="0"/>
                      <a:pt x="47" y="1"/>
                      <a:pt x="46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6" name="Freeform 351">
                <a:extLst>
                  <a:ext uri="{FF2B5EF4-FFF2-40B4-BE49-F238E27FC236}">
                    <a16:creationId xmlns:a16="http://schemas.microsoft.com/office/drawing/2014/main" id="{13055745-F14D-4FFB-99AE-059FBAF40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1785"/>
                <a:ext cx="132" cy="219"/>
              </a:xfrm>
              <a:custGeom>
                <a:avLst/>
                <a:gdLst>
                  <a:gd name="T0" fmla="*/ 653 w 53"/>
                  <a:gd name="T1" fmla="*/ 0 h 82"/>
                  <a:gd name="T2" fmla="*/ 0 w 53"/>
                  <a:gd name="T3" fmla="*/ 1469 h 82"/>
                  <a:gd name="T4" fmla="*/ 4050 w 53"/>
                  <a:gd name="T5" fmla="*/ 9110 h 82"/>
                  <a:gd name="T6" fmla="*/ 6687 w 53"/>
                  <a:gd name="T7" fmla="*/ 12360 h 82"/>
                  <a:gd name="T8" fmla="*/ 11203 w 53"/>
                  <a:gd name="T9" fmla="*/ 28689 h 82"/>
                  <a:gd name="T10" fmla="*/ 12159 w 53"/>
                  <a:gd name="T11" fmla="*/ 29757 h 82"/>
                  <a:gd name="T12" fmla="*/ 12655 w 53"/>
                  <a:gd name="T13" fmla="*/ 28288 h 82"/>
                  <a:gd name="T14" fmla="*/ 7661 w 53"/>
                  <a:gd name="T15" fmla="*/ 10899 h 82"/>
                  <a:gd name="T16" fmla="*/ 5006 w 53"/>
                  <a:gd name="T17" fmla="*/ 7219 h 82"/>
                  <a:gd name="T18" fmla="*/ 1420 w 53"/>
                  <a:gd name="T19" fmla="*/ 1071 h 82"/>
                  <a:gd name="T20" fmla="*/ 653 w 53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82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3" y="15"/>
                      <a:pt x="10" y="20"/>
                      <a:pt x="17" y="25"/>
                    </a:cubicBezTo>
                    <a:cubicBezTo>
                      <a:pt x="21" y="28"/>
                      <a:pt x="25" y="30"/>
                      <a:pt x="28" y="34"/>
                    </a:cubicBezTo>
                    <a:cubicBezTo>
                      <a:pt x="36" y="43"/>
                      <a:pt x="42" y="58"/>
                      <a:pt x="47" y="79"/>
                    </a:cubicBezTo>
                    <a:cubicBezTo>
                      <a:pt x="47" y="81"/>
                      <a:pt x="49" y="82"/>
                      <a:pt x="51" y="82"/>
                    </a:cubicBezTo>
                    <a:cubicBezTo>
                      <a:pt x="52" y="81"/>
                      <a:pt x="53" y="80"/>
                      <a:pt x="53" y="78"/>
                    </a:cubicBezTo>
                    <a:cubicBezTo>
                      <a:pt x="48" y="56"/>
                      <a:pt x="41" y="40"/>
                      <a:pt x="32" y="30"/>
                    </a:cubicBezTo>
                    <a:cubicBezTo>
                      <a:pt x="29" y="26"/>
                      <a:pt x="25" y="23"/>
                      <a:pt x="21" y="20"/>
                    </a:cubicBezTo>
                    <a:cubicBezTo>
                      <a:pt x="14" y="15"/>
                      <a:pt x="8" y="11"/>
                      <a:pt x="6" y="3"/>
                    </a:cubicBezTo>
                    <a:cubicBezTo>
                      <a:pt x="6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7" name="Freeform 352">
                <a:extLst>
                  <a:ext uri="{FF2B5EF4-FFF2-40B4-BE49-F238E27FC236}">
                    <a16:creationId xmlns:a16="http://schemas.microsoft.com/office/drawing/2014/main" id="{6AE11891-7F2B-4008-A140-5D5242243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881"/>
                <a:ext cx="108" cy="173"/>
              </a:xfrm>
              <a:custGeom>
                <a:avLst/>
                <a:gdLst>
                  <a:gd name="T0" fmla="*/ 316 w 43"/>
                  <a:gd name="T1" fmla="*/ 1057 h 65"/>
                  <a:gd name="T2" fmla="*/ 5008 w 43"/>
                  <a:gd name="T3" fmla="*/ 13899 h 65"/>
                  <a:gd name="T4" fmla="*/ 9002 w 43"/>
                  <a:gd name="T5" fmla="*/ 22024 h 65"/>
                  <a:gd name="T6" fmla="*/ 9979 w 43"/>
                  <a:gd name="T7" fmla="*/ 23078 h 65"/>
                  <a:gd name="T8" fmla="*/ 10504 w 43"/>
                  <a:gd name="T9" fmla="*/ 21628 h 65"/>
                  <a:gd name="T10" fmla="*/ 6005 w 43"/>
                  <a:gd name="T11" fmla="*/ 12445 h 65"/>
                  <a:gd name="T12" fmla="*/ 1791 w 43"/>
                  <a:gd name="T13" fmla="*/ 1453 h 65"/>
                  <a:gd name="T14" fmla="*/ 997 w 43"/>
                  <a:gd name="T15" fmla="*/ 0 h 65"/>
                  <a:gd name="T16" fmla="*/ 316 w 43"/>
                  <a:gd name="T17" fmla="*/ 1057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65">
                    <a:moveTo>
                      <a:pt x="1" y="3"/>
                    </a:moveTo>
                    <a:cubicBezTo>
                      <a:pt x="0" y="18"/>
                      <a:pt x="10" y="29"/>
                      <a:pt x="20" y="39"/>
                    </a:cubicBezTo>
                    <a:cubicBezTo>
                      <a:pt x="27" y="47"/>
                      <a:pt x="34" y="54"/>
                      <a:pt x="36" y="62"/>
                    </a:cubicBezTo>
                    <a:cubicBezTo>
                      <a:pt x="37" y="64"/>
                      <a:pt x="38" y="65"/>
                      <a:pt x="40" y="65"/>
                    </a:cubicBezTo>
                    <a:cubicBezTo>
                      <a:pt x="42" y="64"/>
                      <a:pt x="43" y="63"/>
                      <a:pt x="42" y="61"/>
                    </a:cubicBezTo>
                    <a:cubicBezTo>
                      <a:pt x="40" y="51"/>
                      <a:pt x="32" y="43"/>
                      <a:pt x="24" y="35"/>
                    </a:cubicBezTo>
                    <a:cubicBezTo>
                      <a:pt x="15" y="25"/>
                      <a:pt x="6" y="16"/>
                      <a:pt x="7" y="4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3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8" name="Freeform 353">
                <a:extLst>
                  <a:ext uri="{FF2B5EF4-FFF2-40B4-BE49-F238E27FC236}">
                    <a16:creationId xmlns:a16="http://schemas.microsoft.com/office/drawing/2014/main" id="{4C1C6F6A-F8DF-455B-BC81-F9571A4E0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916"/>
                <a:ext cx="90" cy="152"/>
              </a:xfrm>
              <a:custGeom>
                <a:avLst/>
                <a:gdLst>
                  <a:gd name="T0" fmla="*/ 0 w 36"/>
                  <a:gd name="T1" fmla="*/ 1059 h 57"/>
                  <a:gd name="T2" fmla="*/ 520 w 36"/>
                  <a:gd name="T3" fmla="*/ 2581 h 57"/>
                  <a:gd name="T4" fmla="*/ 7158 w 36"/>
                  <a:gd name="T5" fmla="*/ 17955 h 57"/>
                  <a:gd name="T6" fmla="*/ 7345 w 36"/>
                  <a:gd name="T7" fmla="*/ 19421 h 57"/>
                  <a:gd name="T8" fmla="*/ 8333 w 36"/>
                  <a:gd name="T9" fmla="*/ 20083 h 57"/>
                  <a:gd name="T10" fmla="*/ 8800 w 36"/>
                  <a:gd name="T11" fmla="*/ 19021 h 57"/>
                  <a:gd name="T12" fmla="*/ 8595 w 36"/>
                  <a:gd name="T13" fmla="*/ 17656 h 57"/>
                  <a:gd name="T14" fmla="*/ 988 w 36"/>
                  <a:gd name="T15" fmla="*/ 397 h 57"/>
                  <a:gd name="T16" fmla="*/ 0 w 36"/>
                  <a:gd name="T17" fmla="*/ 1059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57">
                    <a:moveTo>
                      <a:pt x="0" y="3"/>
                    </a:moveTo>
                    <a:cubicBezTo>
                      <a:pt x="0" y="4"/>
                      <a:pt x="1" y="6"/>
                      <a:pt x="2" y="7"/>
                    </a:cubicBezTo>
                    <a:cubicBezTo>
                      <a:pt x="20" y="13"/>
                      <a:pt x="25" y="33"/>
                      <a:pt x="29" y="50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0" y="56"/>
                      <a:pt x="32" y="57"/>
                      <a:pt x="34" y="56"/>
                    </a:cubicBezTo>
                    <a:cubicBezTo>
                      <a:pt x="35" y="56"/>
                      <a:pt x="36" y="54"/>
                      <a:pt x="36" y="53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0" y="30"/>
                      <a:pt x="25" y="8"/>
                      <a:pt x="4" y="1"/>
                    </a:cubicBezTo>
                    <a:cubicBezTo>
                      <a:pt x="3" y="0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9" name="Freeform 354">
                <a:extLst>
                  <a:ext uri="{FF2B5EF4-FFF2-40B4-BE49-F238E27FC236}">
                    <a16:creationId xmlns:a16="http://schemas.microsoft.com/office/drawing/2014/main" id="{28D94BBD-8618-4481-B306-FA18C9105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108"/>
                <a:ext cx="210" cy="98"/>
              </a:xfrm>
              <a:custGeom>
                <a:avLst/>
                <a:gdLst>
                  <a:gd name="T0" fmla="*/ 313 w 84"/>
                  <a:gd name="T1" fmla="*/ 392 h 37"/>
                  <a:gd name="T2" fmla="*/ 313 w 84"/>
                  <a:gd name="T3" fmla="*/ 1669 h 37"/>
                  <a:gd name="T4" fmla="*/ 20050 w 84"/>
                  <a:gd name="T5" fmla="*/ 9016 h 37"/>
                  <a:gd name="T6" fmla="*/ 20313 w 84"/>
                  <a:gd name="T7" fmla="*/ 7583 h 37"/>
                  <a:gd name="T8" fmla="*/ 19345 w 84"/>
                  <a:gd name="T9" fmla="*/ 7281 h 37"/>
                  <a:gd name="T10" fmla="*/ 1488 w 84"/>
                  <a:gd name="T11" fmla="*/ 392 h 37"/>
                  <a:gd name="T12" fmla="*/ 313 w 84"/>
                  <a:gd name="T13" fmla="*/ 39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37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19" y="28"/>
                      <a:pt x="55" y="37"/>
                      <a:pt x="82" y="26"/>
                    </a:cubicBezTo>
                    <a:cubicBezTo>
                      <a:pt x="83" y="26"/>
                      <a:pt x="84" y="24"/>
                      <a:pt x="83" y="22"/>
                    </a:cubicBezTo>
                    <a:cubicBezTo>
                      <a:pt x="83" y="21"/>
                      <a:pt x="81" y="20"/>
                      <a:pt x="79" y="21"/>
                    </a:cubicBezTo>
                    <a:cubicBezTo>
                      <a:pt x="55" y="30"/>
                      <a:pt x="22" y="22"/>
                      <a:pt x="6" y="1"/>
                    </a:cubicBezTo>
                    <a:cubicBezTo>
                      <a:pt x="5" y="0"/>
                      <a:pt x="3" y="0"/>
                      <a:pt x="1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0" name="Freeform 355">
                <a:extLst>
                  <a:ext uri="{FF2B5EF4-FFF2-40B4-BE49-F238E27FC236}">
                    <a16:creationId xmlns:a16="http://schemas.microsoft.com/office/drawing/2014/main" id="{78F9A21C-DD32-482A-8468-1BA46E727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1921"/>
                <a:ext cx="115" cy="152"/>
              </a:xfrm>
              <a:custGeom>
                <a:avLst/>
                <a:gdLst>
                  <a:gd name="T0" fmla="*/ 313 w 46"/>
                  <a:gd name="T1" fmla="*/ 661 h 57"/>
                  <a:gd name="T2" fmla="*/ 313 w 46"/>
                  <a:gd name="T3" fmla="*/ 2184 h 57"/>
                  <a:gd name="T4" fmla="*/ 783 w 46"/>
                  <a:gd name="T5" fmla="*/ 2581 h 57"/>
                  <a:gd name="T6" fmla="*/ 4895 w 46"/>
                  <a:gd name="T7" fmla="*/ 9309 h 57"/>
                  <a:gd name="T8" fmla="*/ 10083 w 46"/>
                  <a:gd name="T9" fmla="*/ 20083 h 57"/>
                  <a:gd name="T10" fmla="*/ 11063 w 46"/>
                  <a:gd name="T11" fmla="*/ 19819 h 57"/>
                  <a:gd name="T12" fmla="*/ 11063 w 46"/>
                  <a:gd name="T13" fmla="*/ 18355 h 57"/>
                  <a:gd name="T14" fmla="*/ 6375 w 46"/>
                  <a:gd name="T15" fmla="*/ 8248 h 57"/>
                  <a:gd name="T16" fmla="*/ 1770 w 46"/>
                  <a:gd name="T17" fmla="*/ 1059 h 57"/>
                  <a:gd name="T18" fmla="*/ 1300 w 46"/>
                  <a:gd name="T19" fmla="*/ 397 h 57"/>
                  <a:gd name="T20" fmla="*/ 313 w 46"/>
                  <a:gd name="T21" fmla="*/ 661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57">
                    <a:moveTo>
                      <a:pt x="1" y="2"/>
                    </a:moveTo>
                    <a:cubicBezTo>
                      <a:pt x="0" y="3"/>
                      <a:pt x="0" y="5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1" y="14"/>
                      <a:pt x="15" y="16"/>
                      <a:pt x="20" y="26"/>
                    </a:cubicBezTo>
                    <a:cubicBezTo>
                      <a:pt x="26" y="36"/>
                      <a:pt x="33" y="47"/>
                      <a:pt x="41" y="56"/>
                    </a:cubicBezTo>
                    <a:cubicBezTo>
                      <a:pt x="42" y="57"/>
                      <a:pt x="44" y="57"/>
                      <a:pt x="45" y="55"/>
                    </a:cubicBezTo>
                    <a:cubicBezTo>
                      <a:pt x="46" y="54"/>
                      <a:pt x="46" y="52"/>
                      <a:pt x="45" y="51"/>
                    </a:cubicBezTo>
                    <a:cubicBezTo>
                      <a:pt x="37" y="44"/>
                      <a:pt x="31" y="33"/>
                      <a:pt x="26" y="23"/>
                    </a:cubicBezTo>
                    <a:cubicBezTo>
                      <a:pt x="20" y="12"/>
                      <a:pt x="15" y="9"/>
                      <a:pt x="7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1" name="Freeform 356">
                <a:extLst>
                  <a:ext uri="{FF2B5EF4-FFF2-40B4-BE49-F238E27FC236}">
                    <a16:creationId xmlns:a16="http://schemas.microsoft.com/office/drawing/2014/main" id="{8B472D9D-65B8-4F4C-9407-88FBB6A39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2076"/>
                <a:ext cx="195" cy="128"/>
              </a:xfrm>
              <a:custGeom>
                <a:avLst/>
                <a:gdLst>
                  <a:gd name="T0" fmla="*/ 783 w 78"/>
                  <a:gd name="T1" fmla="*/ 397 h 48"/>
                  <a:gd name="T2" fmla="*/ 0 w 78"/>
                  <a:gd name="T3" fmla="*/ 1459 h 48"/>
                  <a:gd name="T4" fmla="*/ 783 w 78"/>
                  <a:gd name="T5" fmla="*/ 2581 h 48"/>
                  <a:gd name="T6" fmla="*/ 9113 w 78"/>
                  <a:gd name="T7" fmla="*/ 7133 h 48"/>
                  <a:gd name="T8" fmla="*/ 18363 w 78"/>
                  <a:gd name="T9" fmla="*/ 16840 h 48"/>
                  <a:gd name="T10" fmla="*/ 19063 w 78"/>
                  <a:gd name="T11" fmla="*/ 15779 h 48"/>
                  <a:gd name="T12" fmla="*/ 18095 w 78"/>
                  <a:gd name="T13" fmla="*/ 14712 h 48"/>
                  <a:gd name="T14" fmla="*/ 10283 w 78"/>
                  <a:gd name="T15" fmla="*/ 6067 h 48"/>
                  <a:gd name="T16" fmla="*/ 783 w 78"/>
                  <a:gd name="T17" fmla="*/ 397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48">
                    <a:moveTo>
                      <a:pt x="3" y="1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0" y="6"/>
                      <a:pt x="1" y="7"/>
                      <a:pt x="3" y="7"/>
                    </a:cubicBezTo>
                    <a:cubicBezTo>
                      <a:pt x="19" y="7"/>
                      <a:pt x="28" y="7"/>
                      <a:pt x="37" y="20"/>
                    </a:cubicBezTo>
                    <a:cubicBezTo>
                      <a:pt x="49" y="38"/>
                      <a:pt x="62" y="48"/>
                      <a:pt x="75" y="47"/>
                    </a:cubicBezTo>
                    <a:cubicBezTo>
                      <a:pt x="76" y="47"/>
                      <a:pt x="78" y="46"/>
                      <a:pt x="78" y="44"/>
                    </a:cubicBezTo>
                    <a:cubicBezTo>
                      <a:pt x="78" y="42"/>
                      <a:pt x="76" y="41"/>
                      <a:pt x="74" y="41"/>
                    </a:cubicBezTo>
                    <a:cubicBezTo>
                      <a:pt x="61" y="42"/>
                      <a:pt x="49" y="28"/>
                      <a:pt x="42" y="17"/>
                    </a:cubicBezTo>
                    <a:cubicBezTo>
                      <a:pt x="31" y="0"/>
                      <a:pt x="18" y="1"/>
                      <a:pt x="3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2" name="Freeform 357">
                <a:extLst>
                  <a:ext uri="{FF2B5EF4-FFF2-40B4-BE49-F238E27FC236}">
                    <a16:creationId xmlns:a16="http://schemas.microsoft.com/office/drawing/2014/main" id="{5FCB26B6-45E8-4113-A815-518662C44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" y="2260"/>
                <a:ext cx="235" cy="66"/>
              </a:xfrm>
              <a:custGeom>
                <a:avLst/>
                <a:gdLst>
                  <a:gd name="T0" fmla="*/ 21800 w 94"/>
                  <a:gd name="T1" fmla="*/ 383 h 25"/>
                  <a:gd name="T2" fmla="*/ 12500 w 94"/>
                  <a:gd name="T3" fmla="*/ 2334 h 25"/>
                  <a:gd name="T4" fmla="*/ 313 w 94"/>
                  <a:gd name="T5" fmla="*/ 6809 h 25"/>
                  <a:gd name="T6" fmla="*/ 520 w 94"/>
                  <a:gd name="T7" fmla="*/ 8057 h 25"/>
                  <a:gd name="T8" fmla="*/ 1488 w 94"/>
                  <a:gd name="T9" fmla="*/ 8057 h 25"/>
                  <a:gd name="T10" fmla="*/ 12238 w 94"/>
                  <a:gd name="T11" fmla="*/ 4377 h 25"/>
                  <a:gd name="T12" fmla="*/ 22470 w 94"/>
                  <a:gd name="T13" fmla="*/ 2043 h 25"/>
                  <a:gd name="T14" fmla="*/ 22783 w 94"/>
                  <a:gd name="T15" fmla="*/ 628 h 25"/>
                  <a:gd name="T16" fmla="*/ 21800 w 94"/>
                  <a:gd name="T17" fmla="*/ 38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25">
                    <a:moveTo>
                      <a:pt x="89" y="1"/>
                    </a:moveTo>
                    <a:cubicBezTo>
                      <a:pt x="77" y="9"/>
                      <a:pt x="64" y="8"/>
                      <a:pt x="51" y="7"/>
                    </a:cubicBezTo>
                    <a:cubicBezTo>
                      <a:pt x="34" y="5"/>
                      <a:pt x="16" y="4"/>
                      <a:pt x="1" y="20"/>
                    </a:cubicBezTo>
                    <a:cubicBezTo>
                      <a:pt x="0" y="21"/>
                      <a:pt x="0" y="23"/>
                      <a:pt x="2" y="24"/>
                    </a:cubicBezTo>
                    <a:cubicBezTo>
                      <a:pt x="3" y="25"/>
                      <a:pt x="5" y="25"/>
                      <a:pt x="6" y="24"/>
                    </a:cubicBezTo>
                    <a:cubicBezTo>
                      <a:pt x="18" y="10"/>
                      <a:pt x="34" y="11"/>
                      <a:pt x="50" y="13"/>
                    </a:cubicBezTo>
                    <a:cubicBezTo>
                      <a:pt x="64" y="14"/>
                      <a:pt x="79" y="15"/>
                      <a:pt x="92" y="6"/>
                    </a:cubicBezTo>
                    <a:cubicBezTo>
                      <a:pt x="93" y="5"/>
                      <a:pt x="94" y="3"/>
                      <a:pt x="93" y="2"/>
                    </a:cubicBezTo>
                    <a:cubicBezTo>
                      <a:pt x="92" y="1"/>
                      <a:pt x="90" y="0"/>
                      <a:pt x="89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3" name="Freeform 358">
                <a:extLst>
                  <a:ext uri="{FF2B5EF4-FFF2-40B4-BE49-F238E27FC236}">
                    <a16:creationId xmlns:a16="http://schemas.microsoft.com/office/drawing/2014/main" id="{D23B267E-E742-4DE8-9038-B96908A8B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2302"/>
                <a:ext cx="125" cy="123"/>
              </a:xfrm>
              <a:custGeom>
                <a:avLst/>
                <a:gdLst>
                  <a:gd name="T0" fmla="*/ 11063 w 50"/>
                  <a:gd name="T1" fmla="*/ 671 h 46"/>
                  <a:gd name="T2" fmla="*/ 6375 w 50"/>
                  <a:gd name="T3" fmla="*/ 6134 h 46"/>
                  <a:gd name="T4" fmla="*/ 0 w 50"/>
                  <a:gd name="T5" fmla="*/ 15295 h 46"/>
                  <a:gd name="T6" fmla="*/ 520 w 50"/>
                  <a:gd name="T7" fmla="*/ 16824 h 46"/>
                  <a:gd name="T8" fmla="*/ 1488 w 50"/>
                  <a:gd name="T9" fmla="*/ 16150 h 46"/>
                  <a:gd name="T10" fmla="*/ 7158 w 50"/>
                  <a:gd name="T11" fmla="*/ 8065 h 46"/>
                  <a:gd name="T12" fmla="*/ 12033 w 50"/>
                  <a:gd name="T13" fmla="*/ 2203 h 46"/>
                  <a:gd name="T14" fmla="*/ 12033 w 50"/>
                  <a:gd name="T15" fmla="*/ 401 h 46"/>
                  <a:gd name="T16" fmla="*/ 11063 w 50"/>
                  <a:gd name="T17" fmla="*/ 671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46">
                    <a:moveTo>
                      <a:pt x="45" y="2"/>
                    </a:moveTo>
                    <a:cubicBezTo>
                      <a:pt x="40" y="8"/>
                      <a:pt x="33" y="12"/>
                      <a:pt x="26" y="17"/>
                    </a:cubicBezTo>
                    <a:cubicBezTo>
                      <a:pt x="15" y="23"/>
                      <a:pt x="3" y="30"/>
                      <a:pt x="0" y="42"/>
                    </a:cubicBezTo>
                    <a:cubicBezTo>
                      <a:pt x="0" y="44"/>
                      <a:pt x="1" y="45"/>
                      <a:pt x="2" y="46"/>
                    </a:cubicBezTo>
                    <a:cubicBezTo>
                      <a:pt x="4" y="46"/>
                      <a:pt x="5" y="45"/>
                      <a:pt x="6" y="44"/>
                    </a:cubicBezTo>
                    <a:cubicBezTo>
                      <a:pt x="9" y="34"/>
                      <a:pt x="18" y="28"/>
                      <a:pt x="29" y="22"/>
                    </a:cubicBezTo>
                    <a:cubicBezTo>
                      <a:pt x="36" y="17"/>
                      <a:pt x="44" y="12"/>
                      <a:pt x="49" y="6"/>
                    </a:cubicBezTo>
                    <a:cubicBezTo>
                      <a:pt x="50" y="4"/>
                      <a:pt x="50" y="3"/>
                      <a:pt x="49" y="1"/>
                    </a:cubicBezTo>
                    <a:cubicBezTo>
                      <a:pt x="47" y="0"/>
                      <a:pt x="46" y="1"/>
                      <a:pt x="45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4" name="Freeform 359">
                <a:extLst>
                  <a:ext uri="{FF2B5EF4-FFF2-40B4-BE49-F238E27FC236}">
                    <a16:creationId xmlns:a16="http://schemas.microsoft.com/office/drawing/2014/main" id="{4AFAA9B0-008B-4A55-AF0A-B97F77708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441"/>
                <a:ext cx="82" cy="173"/>
              </a:xfrm>
              <a:custGeom>
                <a:avLst/>
                <a:gdLst>
                  <a:gd name="T0" fmla="*/ 6321 w 33"/>
                  <a:gd name="T1" fmla="*/ 1057 h 65"/>
                  <a:gd name="T2" fmla="*/ 3772 w 33"/>
                  <a:gd name="T3" fmla="*/ 7883 h 65"/>
                  <a:gd name="T4" fmla="*/ 2366 w 33"/>
                  <a:gd name="T5" fmla="*/ 10292 h 65"/>
                  <a:gd name="T6" fmla="*/ 0 w 33"/>
                  <a:gd name="T7" fmla="*/ 21628 h 65"/>
                  <a:gd name="T8" fmla="*/ 641 w 33"/>
                  <a:gd name="T9" fmla="*/ 23078 h 65"/>
                  <a:gd name="T10" fmla="*/ 1414 w 33"/>
                  <a:gd name="T11" fmla="*/ 22024 h 65"/>
                  <a:gd name="T12" fmla="*/ 3514 w 33"/>
                  <a:gd name="T13" fmla="*/ 11745 h 65"/>
                  <a:gd name="T14" fmla="*/ 4927 w 33"/>
                  <a:gd name="T15" fmla="*/ 9238 h 65"/>
                  <a:gd name="T16" fmla="*/ 7780 w 33"/>
                  <a:gd name="T17" fmla="*/ 1453 h 65"/>
                  <a:gd name="T18" fmla="*/ 7286 w 33"/>
                  <a:gd name="T19" fmla="*/ 0 h 65"/>
                  <a:gd name="T20" fmla="*/ 6321 w 33"/>
                  <a:gd name="T21" fmla="*/ 1057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65">
                    <a:moveTo>
                      <a:pt x="27" y="3"/>
                    </a:moveTo>
                    <a:cubicBezTo>
                      <a:pt x="25" y="10"/>
                      <a:pt x="21" y="16"/>
                      <a:pt x="16" y="22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4" y="39"/>
                      <a:pt x="1" y="48"/>
                      <a:pt x="0" y="61"/>
                    </a:cubicBezTo>
                    <a:cubicBezTo>
                      <a:pt x="0" y="63"/>
                      <a:pt x="1" y="65"/>
                      <a:pt x="3" y="65"/>
                    </a:cubicBezTo>
                    <a:cubicBezTo>
                      <a:pt x="5" y="65"/>
                      <a:pt x="6" y="63"/>
                      <a:pt x="6" y="62"/>
                    </a:cubicBezTo>
                    <a:cubicBezTo>
                      <a:pt x="7" y="50"/>
                      <a:pt x="9" y="41"/>
                      <a:pt x="15" y="33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6" y="19"/>
                      <a:pt x="31" y="13"/>
                      <a:pt x="33" y="4"/>
                    </a:cubicBezTo>
                    <a:cubicBezTo>
                      <a:pt x="33" y="2"/>
                      <a:pt x="32" y="1"/>
                      <a:pt x="31" y="0"/>
                    </a:cubicBezTo>
                    <a:cubicBezTo>
                      <a:pt x="29" y="0"/>
                      <a:pt x="27" y="1"/>
                      <a:pt x="27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5" name="Freeform 360">
                <a:extLst>
                  <a:ext uri="{FF2B5EF4-FFF2-40B4-BE49-F238E27FC236}">
                    <a16:creationId xmlns:a16="http://schemas.microsoft.com/office/drawing/2014/main" id="{34543008-FC9F-481D-9281-15F17BB62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340"/>
                <a:ext cx="102" cy="229"/>
              </a:xfrm>
              <a:custGeom>
                <a:avLst/>
                <a:gdLst>
                  <a:gd name="T0" fmla="*/ 8269 w 41"/>
                  <a:gd name="T1" fmla="*/ 660 h 86"/>
                  <a:gd name="T2" fmla="*/ 7160 w 41"/>
                  <a:gd name="T3" fmla="*/ 8947 h 86"/>
                  <a:gd name="T4" fmla="*/ 6207 w 41"/>
                  <a:gd name="T5" fmla="*/ 16089 h 86"/>
                  <a:gd name="T6" fmla="*/ 3831 w 41"/>
                  <a:gd name="T7" fmla="*/ 19960 h 86"/>
                  <a:gd name="T8" fmla="*/ 465 w 41"/>
                  <a:gd name="T9" fmla="*/ 29568 h 86"/>
                  <a:gd name="T10" fmla="*/ 1157 w 41"/>
                  <a:gd name="T11" fmla="*/ 30263 h 86"/>
                  <a:gd name="T12" fmla="*/ 1602 w 41"/>
                  <a:gd name="T13" fmla="*/ 29150 h 86"/>
                  <a:gd name="T14" fmla="*/ 4946 w 41"/>
                  <a:gd name="T15" fmla="*/ 21414 h 86"/>
                  <a:gd name="T16" fmla="*/ 7359 w 41"/>
                  <a:gd name="T17" fmla="*/ 17146 h 86"/>
                  <a:gd name="T18" fmla="*/ 8578 w 41"/>
                  <a:gd name="T19" fmla="*/ 8947 h 86"/>
                  <a:gd name="T20" fmla="*/ 9531 w 41"/>
                  <a:gd name="T21" fmla="*/ 1757 h 86"/>
                  <a:gd name="T22" fmla="*/ 9240 w 41"/>
                  <a:gd name="T23" fmla="*/ 397 h 86"/>
                  <a:gd name="T24" fmla="*/ 8269 w 41"/>
                  <a:gd name="T25" fmla="*/ 660 h 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86">
                    <a:moveTo>
                      <a:pt x="35" y="2"/>
                    </a:moveTo>
                    <a:cubicBezTo>
                      <a:pt x="31" y="9"/>
                      <a:pt x="31" y="17"/>
                      <a:pt x="30" y="25"/>
                    </a:cubicBezTo>
                    <a:cubicBezTo>
                      <a:pt x="30" y="32"/>
                      <a:pt x="30" y="39"/>
                      <a:pt x="26" y="45"/>
                    </a:cubicBezTo>
                    <a:cubicBezTo>
                      <a:pt x="24" y="49"/>
                      <a:pt x="20" y="52"/>
                      <a:pt x="16" y="56"/>
                    </a:cubicBezTo>
                    <a:cubicBezTo>
                      <a:pt x="8" y="64"/>
                      <a:pt x="0" y="72"/>
                      <a:pt x="2" y="83"/>
                    </a:cubicBezTo>
                    <a:cubicBezTo>
                      <a:pt x="2" y="85"/>
                      <a:pt x="3" y="86"/>
                      <a:pt x="5" y="85"/>
                    </a:cubicBezTo>
                    <a:cubicBezTo>
                      <a:pt x="7" y="85"/>
                      <a:pt x="8" y="83"/>
                      <a:pt x="7" y="82"/>
                    </a:cubicBezTo>
                    <a:cubicBezTo>
                      <a:pt x="6" y="74"/>
                      <a:pt x="13" y="67"/>
                      <a:pt x="21" y="60"/>
                    </a:cubicBezTo>
                    <a:cubicBezTo>
                      <a:pt x="25" y="56"/>
                      <a:pt x="29" y="52"/>
                      <a:pt x="31" y="48"/>
                    </a:cubicBezTo>
                    <a:cubicBezTo>
                      <a:pt x="35" y="41"/>
                      <a:pt x="36" y="33"/>
                      <a:pt x="36" y="25"/>
                    </a:cubicBezTo>
                    <a:cubicBezTo>
                      <a:pt x="37" y="18"/>
                      <a:pt x="37" y="11"/>
                      <a:pt x="40" y="5"/>
                    </a:cubicBezTo>
                    <a:cubicBezTo>
                      <a:pt x="41" y="3"/>
                      <a:pt x="41" y="2"/>
                      <a:pt x="39" y="1"/>
                    </a:cubicBezTo>
                    <a:cubicBezTo>
                      <a:pt x="38" y="0"/>
                      <a:pt x="36" y="0"/>
                      <a:pt x="35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6" name="Freeform 361">
                <a:extLst>
                  <a:ext uri="{FF2B5EF4-FFF2-40B4-BE49-F238E27FC236}">
                    <a16:creationId xmlns:a16="http://schemas.microsoft.com/office/drawing/2014/main" id="{6D657F21-3F5F-44E3-9031-CFD096725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420"/>
                <a:ext cx="55" cy="162"/>
              </a:xfrm>
              <a:custGeom>
                <a:avLst/>
                <a:gdLst>
                  <a:gd name="T0" fmla="*/ 3720 w 22"/>
                  <a:gd name="T1" fmla="*/ 656 h 61"/>
                  <a:gd name="T2" fmla="*/ 2470 w 22"/>
                  <a:gd name="T3" fmla="*/ 3822 h 61"/>
                  <a:gd name="T4" fmla="*/ 988 w 22"/>
                  <a:gd name="T5" fmla="*/ 8711 h 61"/>
                  <a:gd name="T6" fmla="*/ 1300 w 22"/>
                  <a:gd name="T7" fmla="*/ 11892 h 61"/>
                  <a:gd name="T8" fmla="*/ 1770 w 22"/>
                  <a:gd name="T9" fmla="*/ 13733 h 61"/>
                  <a:gd name="T10" fmla="*/ 783 w 22"/>
                  <a:gd name="T11" fmla="*/ 17546 h 61"/>
                  <a:gd name="T12" fmla="*/ 0 w 22"/>
                  <a:gd name="T13" fmla="*/ 19706 h 61"/>
                  <a:gd name="T14" fmla="*/ 520 w 22"/>
                  <a:gd name="T15" fmla="*/ 20996 h 61"/>
                  <a:gd name="T16" fmla="*/ 1488 w 22"/>
                  <a:gd name="T17" fmla="*/ 20340 h 61"/>
                  <a:gd name="T18" fmla="*/ 1958 w 22"/>
                  <a:gd name="T19" fmla="*/ 18598 h 61"/>
                  <a:gd name="T20" fmla="*/ 3250 w 22"/>
                  <a:gd name="T21" fmla="*/ 13733 h 61"/>
                  <a:gd name="T22" fmla="*/ 2738 w 22"/>
                  <a:gd name="T23" fmla="*/ 11236 h 61"/>
                  <a:gd name="T24" fmla="*/ 2470 w 22"/>
                  <a:gd name="T25" fmla="*/ 9107 h 61"/>
                  <a:gd name="T26" fmla="*/ 3720 w 22"/>
                  <a:gd name="T27" fmla="*/ 5282 h 61"/>
                  <a:gd name="T28" fmla="*/ 5208 w 22"/>
                  <a:gd name="T29" fmla="*/ 1052 h 61"/>
                  <a:gd name="T30" fmla="*/ 4688 w 22"/>
                  <a:gd name="T31" fmla="*/ 0 h 61"/>
                  <a:gd name="T32" fmla="*/ 3720 w 22"/>
                  <a:gd name="T33" fmla="*/ 656 h 6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" h="61">
                    <a:moveTo>
                      <a:pt x="15" y="2"/>
                    </a:moveTo>
                    <a:cubicBezTo>
                      <a:pt x="15" y="6"/>
                      <a:pt x="13" y="8"/>
                      <a:pt x="10" y="11"/>
                    </a:cubicBezTo>
                    <a:cubicBezTo>
                      <a:pt x="8" y="15"/>
                      <a:pt x="4" y="19"/>
                      <a:pt x="4" y="25"/>
                    </a:cubicBezTo>
                    <a:cubicBezTo>
                      <a:pt x="4" y="28"/>
                      <a:pt x="5" y="31"/>
                      <a:pt x="5" y="34"/>
                    </a:cubicBezTo>
                    <a:cubicBezTo>
                      <a:pt x="6" y="35"/>
                      <a:pt x="7" y="37"/>
                      <a:pt x="7" y="39"/>
                    </a:cubicBezTo>
                    <a:cubicBezTo>
                      <a:pt x="7" y="43"/>
                      <a:pt x="5" y="46"/>
                      <a:pt x="3" y="50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8"/>
                      <a:pt x="0" y="59"/>
                      <a:pt x="2" y="60"/>
                    </a:cubicBezTo>
                    <a:cubicBezTo>
                      <a:pt x="3" y="61"/>
                      <a:pt x="5" y="60"/>
                      <a:pt x="6" y="58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10" y="49"/>
                      <a:pt x="13" y="44"/>
                      <a:pt x="13" y="39"/>
                    </a:cubicBezTo>
                    <a:cubicBezTo>
                      <a:pt x="13" y="36"/>
                      <a:pt x="12" y="34"/>
                      <a:pt x="11" y="32"/>
                    </a:cubicBezTo>
                    <a:cubicBezTo>
                      <a:pt x="10" y="30"/>
                      <a:pt x="10" y="28"/>
                      <a:pt x="10" y="26"/>
                    </a:cubicBezTo>
                    <a:cubicBezTo>
                      <a:pt x="10" y="22"/>
                      <a:pt x="13" y="18"/>
                      <a:pt x="15" y="15"/>
                    </a:cubicBezTo>
                    <a:cubicBezTo>
                      <a:pt x="18" y="12"/>
                      <a:pt x="20" y="8"/>
                      <a:pt x="21" y="3"/>
                    </a:cubicBezTo>
                    <a:cubicBezTo>
                      <a:pt x="22" y="2"/>
                      <a:pt x="21" y="0"/>
                      <a:pt x="19" y="0"/>
                    </a:cubicBezTo>
                    <a:cubicBezTo>
                      <a:pt x="17" y="0"/>
                      <a:pt x="16" y="1"/>
                      <a:pt x="15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7" name="Freeform 362">
                <a:extLst>
                  <a:ext uri="{FF2B5EF4-FFF2-40B4-BE49-F238E27FC236}">
                    <a16:creationId xmlns:a16="http://schemas.microsoft.com/office/drawing/2014/main" id="{5A3106AB-CFB3-4969-8318-CAD3F22CB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270"/>
                <a:ext cx="53" cy="243"/>
              </a:xfrm>
              <a:custGeom>
                <a:avLst/>
                <a:gdLst>
                  <a:gd name="T0" fmla="*/ 3089 w 21"/>
                  <a:gd name="T1" fmla="*/ 401 h 91"/>
                  <a:gd name="T2" fmla="*/ 2554 w 21"/>
                  <a:gd name="T3" fmla="*/ 8035 h 91"/>
                  <a:gd name="T4" fmla="*/ 3357 w 21"/>
                  <a:gd name="T5" fmla="*/ 10476 h 91"/>
                  <a:gd name="T6" fmla="*/ 2345 w 21"/>
                  <a:gd name="T7" fmla="*/ 17077 h 91"/>
                  <a:gd name="T8" fmla="*/ 1835 w 21"/>
                  <a:gd name="T9" fmla="*/ 18204 h 91"/>
                  <a:gd name="T10" fmla="*/ 1012 w 21"/>
                  <a:gd name="T11" fmla="*/ 31932 h 91"/>
                  <a:gd name="T12" fmla="*/ 1835 w 21"/>
                  <a:gd name="T13" fmla="*/ 32602 h 91"/>
                  <a:gd name="T14" fmla="*/ 2554 w 21"/>
                  <a:gd name="T15" fmla="*/ 31531 h 91"/>
                  <a:gd name="T16" fmla="*/ 3089 w 21"/>
                  <a:gd name="T17" fmla="*/ 18869 h 91"/>
                  <a:gd name="T18" fmla="*/ 3566 w 21"/>
                  <a:gd name="T19" fmla="*/ 17806 h 91"/>
                  <a:gd name="T20" fmla="*/ 4631 w 21"/>
                  <a:gd name="T21" fmla="*/ 9768 h 91"/>
                  <a:gd name="T22" fmla="*/ 3892 w 21"/>
                  <a:gd name="T23" fmla="*/ 6911 h 91"/>
                  <a:gd name="T24" fmla="*/ 3892 w 21"/>
                  <a:gd name="T25" fmla="*/ 2190 h 91"/>
                  <a:gd name="T26" fmla="*/ 4101 w 21"/>
                  <a:gd name="T27" fmla="*/ 401 h 91"/>
                  <a:gd name="T28" fmla="*/ 3089 w 21"/>
                  <a:gd name="T29" fmla="*/ 401 h 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" h="91">
                    <a:moveTo>
                      <a:pt x="12" y="1"/>
                    </a:moveTo>
                    <a:cubicBezTo>
                      <a:pt x="3" y="9"/>
                      <a:pt x="7" y="16"/>
                      <a:pt x="10" y="22"/>
                    </a:cubicBezTo>
                    <a:cubicBezTo>
                      <a:pt x="11" y="24"/>
                      <a:pt x="12" y="26"/>
                      <a:pt x="13" y="29"/>
                    </a:cubicBezTo>
                    <a:cubicBezTo>
                      <a:pt x="14" y="36"/>
                      <a:pt x="12" y="40"/>
                      <a:pt x="9" y="47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0" y="64"/>
                      <a:pt x="2" y="75"/>
                      <a:pt x="4" y="88"/>
                    </a:cubicBezTo>
                    <a:cubicBezTo>
                      <a:pt x="4" y="90"/>
                      <a:pt x="6" y="91"/>
                      <a:pt x="7" y="90"/>
                    </a:cubicBezTo>
                    <a:cubicBezTo>
                      <a:pt x="9" y="90"/>
                      <a:pt x="10" y="89"/>
                      <a:pt x="10" y="87"/>
                    </a:cubicBezTo>
                    <a:cubicBezTo>
                      <a:pt x="8" y="74"/>
                      <a:pt x="6" y="65"/>
                      <a:pt x="12" y="52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7" y="42"/>
                      <a:pt x="21" y="36"/>
                      <a:pt x="18" y="27"/>
                    </a:cubicBezTo>
                    <a:cubicBezTo>
                      <a:pt x="18" y="24"/>
                      <a:pt x="16" y="21"/>
                      <a:pt x="15" y="19"/>
                    </a:cubicBezTo>
                    <a:cubicBezTo>
                      <a:pt x="12" y="13"/>
                      <a:pt x="11" y="10"/>
                      <a:pt x="15" y="6"/>
                    </a:cubicBezTo>
                    <a:cubicBezTo>
                      <a:pt x="17" y="5"/>
                      <a:pt x="17" y="3"/>
                      <a:pt x="16" y="1"/>
                    </a:cubicBezTo>
                    <a:cubicBezTo>
                      <a:pt x="15" y="0"/>
                      <a:pt x="13" y="0"/>
                      <a:pt x="1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8" name="Freeform 363">
                <a:extLst>
                  <a:ext uri="{FF2B5EF4-FFF2-40B4-BE49-F238E27FC236}">
                    <a16:creationId xmlns:a16="http://schemas.microsoft.com/office/drawing/2014/main" id="{22082D7D-B89B-4EFC-959E-D694D4C35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433"/>
                <a:ext cx="47" cy="176"/>
              </a:xfrm>
              <a:custGeom>
                <a:avLst/>
                <a:gdLst>
                  <a:gd name="T0" fmla="*/ 2949 w 19"/>
                  <a:gd name="T1" fmla="*/ 1059 h 66"/>
                  <a:gd name="T2" fmla="*/ 1831 w 19"/>
                  <a:gd name="T3" fmla="*/ 6464 h 66"/>
                  <a:gd name="T4" fmla="*/ 636 w 19"/>
                  <a:gd name="T5" fmla="*/ 10773 h 66"/>
                  <a:gd name="T6" fmla="*/ 1395 w 19"/>
                  <a:gd name="T7" fmla="*/ 18355 h 66"/>
                  <a:gd name="T8" fmla="*/ 1831 w 19"/>
                  <a:gd name="T9" fmla="*/ 22243 h 66"/>
                  <a:gd name="T10" fmla="*/ 2516 w 19"/>
                  <a:gd name="T11" fmla="*/ 23723 h 66"/>
                  <a:gd name="T12" fmla="*/ 3255 w 19"/>
                  <a:gd name="T13" fmla="*/ 22664 h 66"/>
                  <a:gd name="T14" fmla="*/ 2516 w 19"/>
                  <a:gd name="T15" fmla="*/ 17656 h 66"/>
                  <a:gd name="T16" fmla="*/ 2026 w 19"/>
                  <a:gd name="T17" fmla="*/ 11469 h 66"/>
                  <a:gd name="T18" fmla="*/ 2949 w 19"/>
                  <a:gd name="T19" fmla="*/ 7531 h 66"/>
                  <a:gd name="T20" fmla="*/ 4344 w 19"/>
                  <a:gd name="T21" fmla="*/ 1459 h 66"/>
                  <a:gd name="T22" fmla="*/ 3708 w 19"/>
                  <a:gd name="T23" fmla="*/ 397 h 66"/>
                  <a:gd name="T24" fmla="*/ 2949 w 19"/>
                  <a:gd name="T25" fmla="*/ 1059 h 6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66">
                    <a:moveTo>
                      <a:pt x="13" y="3"/>
                    </a:moveTo>
                    <a:cubicBezTo>
                      <a:pt x="13" y="10"/>
                      <a:pt x="11" y="14"/>
                      <a:pt x="8" y="18"/>
                    </a:cubicBezTo>
                    <a:cubicBezTo>
                      <a:pt x="6" y="22"/>
                      <a:pt x="4" y="25"/>
                      <a:pt x="3" y="30"/>
                    </a:cubicBezTo>
                    <a:cubicBezTo>
                      <a:pt x="0" y="39"/>
                      <a:pt x="3" y="45"/>
                      <a:pt x="6" y="51"/>
                    </a:cubicBezTo>
                    <a:cubicBezTo>
                      <a:pt x="7" y="55"/>
                      <a:pt x="9" y="59"/>
                      <a:pt x="8" y="62"/>
                    </a:cubicBezTo>
                    <a:cubicBezTo>
                      <a:pt x="8" y="64"/>
                      <a:pt x="9" y="66"/>
                      <a:pt x="11" y="66"/>
                    </a:cubicBezTo>
                    <a:cubicBezTo>
                      <a:pt x="13" y="66"/>
                      <a:pt x="14" y="65"/>
                      <a:pt x="14" y="63"/>
                    </a:cubicBezTo>
                    <a:cubicBezTo>
                      <a:pt x="15" y="58"/>
                      <a:pt x="13" y="53"/>
                      <a:pt x="11" y="49"/>
                    </a:cubicBezTo>
                    <a:cubicBezTo>
                      <a:pt x="9" y="43"/>
                      <a:pt x="7" y="38"/>
                      <a:pt x="9" y="32"/>
                    </a:cubicBezTo>
                    <a:cubicBezTo>
                      <a:pt x="10" y="28"/>
                      <a:pt x="12" y="24"/>
                      <a:pt x="13" y="21"/>
                    </a:cubicBezTo>
                    <a:cubicBezTo>
                      <a:pt x="16" y="16"/>
                      <a:pt x="19" y="11"/>
                      <a:pt x="19" y="4"/>
                    </a:cubicBezTo>
                    <a:cubicBezTo>
                      <a:pt x="19" y="2"/>
                      <a:pt x="18" y="1"/>
                      <a:pt x="16" y="1"/>
                    </a:cubicBezTo>
                    <a:cubicBezTo>
                      <a:pt x="15" y="0"/>
                      <a:pt x="13" y="2"/>
                      <a:pt x="13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9" name="Freeform 364">
                <a:extLst>
                  <a:ext uri="{FF2B5EF4-FFF2-40B4-BE49-F238E27FC236}">
                    <a16:creationId xmlns:a16="http://schemas.microsoft.com/office/drawing/2014/main" id="{F29967A0-F786-4FEF-8FFE-239E3DB0E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377"/>
                <a:ext cx="85" cy="248"/>
              </a:xfrm>
              <a:custGeom>
                <a:avLst/>
                <a:gdLst>
                  <a:gd name="T0" fmla="*/ 6375 w 34"/>
                  <a:gd name="T1" fmla="*/ 397 h 93"/>
                  <a:gd name="T2" fmla="*/ 5863 w 34"/>
                  <a:gd name="T3" fmla="*/ 1459 h 93"/>
                  <a:gd name="T4" fmla="*/ 4425 w 34"/>
                  <a:gd name="T5" fmla="*/ 17955 h 93"/>
                  <a:gd name="T6" fmla="*/ 3438 w 34"/>
                  <a:gd name="T7" fmla="*/ 20480 h 93"/>
                  <a:gd name="T8" fmla="*/ 988 w 34"/>
                  <a:gd name="T9" fmla="*/ 32371 h 93"/>
                  <a:gd name="T10" fmla="*/ 1958 w 34"/>
                  <a:gd name="T11" fmla="*/ 33016 h 93"/>
                  <a:gd name="T12" fmla="*/ 2470 w 34"/>
                  <a:gd name="T13" fmla="*/ 31709 h 93"/>
                  <a:gd name="T14" fmla="*/ 4688 w 34"/>
                  <a:gd name="T15" fmla="*/ 21597 h 93"/>
                  <a:gd name="T16" fmla="*/ 5863 w 34"/>
                  <a:gd name="T17" fmla="*/ 19021 h 93"/>
                  <a:gd name="T18" fmla="*/ 7345 w 34"/>
                  <a:gd name="T19" fmla="*/ 1059 h 93"/>
                  <a:gd name="T20" fmla="*/ 6375 w 34"/>
                  <a:gd name="T21" fmla="*/ 397 h 9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93">
                    <a:moveTo>
                      <a:pt x="26" y="1"/>
                    </a:moveTo>
                    <a:cubicBezTo>
                      <a:pt x="25" y="1"/>
                      <a:pt x="24" y="3"/>
                      <a:pt x="24" y="4"/>
                    </a:cubicBezTo>
                    <a:cubicBezTo>
                      <a:pt x="28" y="20"/>
                      <a:pt x="26" y="37"/>
                      <a:pt x="18" y="50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7" y="66"/>
                      <a:pt x="0" y="77"/>
                      <a:pt x="4" y="90"/>
                    </a:cubicBezTo>
                    <a:cubicBezTo>
                      <a:pt x="5" y="92"/>
                      <a:pt x="6" y="93"/>
                      <a:pt x="8" y="92"/>
                    </a:cubicBezTo>
                    <a:cubicBezTo>
                      <a:pt x="10" y="92"/>
                      <a:pt x="10" y="90"/>
                      <a:pt x="10" y="88"/>
                    </a:cubicBezTo>
                    <a:cubicBezTo>
                      <a:pt x="6" y="78"/>
                      <a:pt x="13" y="69"/>
                      <a:pt x="19" y="60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32" y="39"/>
                      <a:pt x="34" y="20"/>
                      <a:pt x="30" y="3"/>
                    </a:cubicBezTo>
                    <a:cubicBezTo>
                      <a:pt x="30" y="1"/>
                      <a:pt x="28" y="0"/>
                      <a:pt x="26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0" name="Freeform 365">
                <a:extLst>
                  <a:ext uri="{FF2B5EF4-FFF2-40B4-BE49-F238E27FC236}">
                    <a16:creationId xmlns:a16="http://schemas.microsoft.com/office/drawing/2014/main" id="{1C6CEFCF-3A22-4094-AC21-6BA69244D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961"/>
                <a:ext cx="70" cy="237"/>
              </a:xfrm>
              <a:custGeom>
                <a:avLst/>
                <a:gdLst>
                  <a:gd name="T0" fmla="*/ 313 w 28"/>
                  <a:gd name="T1" fmla="*/ 397 h 89"/>
                  <a:gd name="T2" fmla="*/ 313 w 28"/>
                  <a:gd name="T3" fmla="*/ 1758 h 89"/>
                  <a:gd name="T4" fmla="*/ 2738 w 28"/>
                  <a:gd name="T5" fmla="*/ 13275 h 89"/>
                  <a:gd name="T6" fmla="*/ 2470 w 28"/>
                  <a:gd name="T7" fmla="*/ 14990 h 89"/>
                  <a:gd name="T8" fmla="*/ 5675 w 28"/>
                  <a:gd name="T9" fmla="*/ 31329 h 89"/>
                  <a:gd name="T10" fmla="*/ 6645 w 28"/>
                  <a:gd name="T11" fmla="*/ 31329 h 89"/>
                  <a:gd name="T12" fmla="*/ 6645 w 28"/>
                  <a:gd name="T13" fmla="*/ 29969 h 89"/>
                  <a:gd name="T14" fmla="*/ 3908 w 28"/>
                  <a:gd name="T15" fmla="*/ 14990 h 89"/>
                  <a:gd name="T16" fmla="*/ 4220 w 28"/>
                  <a:gd name="T17" fmla="*/ 13522 h 89"/>
                  <a:gd name="T18" fmla="*/ 1488 w 28"/>
                  <a:gd name="T19" fmla="*/ 397 h 89"/>
                  <a:gd name="T20" fmla="*/ 313 w 28"/>
                  <a:gd name="T21" fmla="*/ 397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89">
                    <a:moveTo>
                      <a:pt x="1" y="1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8" y="15"/>
                      <a:pt x="12" y="26"/>
                      <a:pt x="11" y="37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9" y="59"/>
                      <a:pt x="8" y="75"/>
                      <a:pt x="23" y="88"/>
                    </a:cubicBezTo>
                    <a:cubicBezTo>
                      <a:pt x="24" y="89"/>
                      <a:pt x="26" y="89"/>
                      <a:pt x="27" y="88"/>
                    </a:cubicBezTo>
                    <a:cubicBezTo>
                      <a:pt x="28" y="87"/>
                      <a:pt x="28" y="85"/>
                      <a:pt x="27" y="84"/>
                    </a:cubicBezTo>
                    <a:cubicBezTo>
                      <a:pt x="14" y="72"/>
                      <a:pt x="15" y="58"/>
                      <a:pt x="16" y="42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8" y="25"/>
                      <a:pt x="14" y="13"/>
                      <a:pt x="6" y="1"/>
                    </a:cubicBezTo>
                    <a:cubicBezTo>
                      <a:pt x="5" y="0"/>
                      <a:pt x="3" y="0"/>
                      <a:pt x="1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1" name="Freeform 366">
                <a:extLst>
                  <a:ext uri="{FF2B5EF4-FFF2-40B4-BE49-F238E27FC236}">
                    <a16:creationId xmlns:a16="http://schemas.microsoft.com/office/drawing/2014/main" id="{2869B945-24F8-4B18-93F8-6970295C2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150"/>
                <a:ext cx="73" cy="91"/>
              </a:xfrm>
              <a:custGeom>
                <a:avLst/>
                <a:gdLst>
                  <a:gd name="T0" fmla="*/ 5868 w 29"/>
                  <a:gd name="T1" fmla="*/ 1073 h 34"/>
                  <a:gd name="T2" fmla="*/ 3859 w 29"/>
                  <a:gd name="T3" fmla="*/ 4004 h 34"/>
                  <a:gd name="T4" fmla="*/ 526 w 29"/>
                  <a:gd name="T5" fmla="*/ 11814 h 34"/>
                  <a:gd name="T6" fmla="*/ 1324 w 29"/>
                  <a:gd name="T7" fmla="*/ 12521 h 34"/>
                  <a:gd name="T8" fmla="*/ 2009 w 29"/>
                  <a:gd name="T9" fmla="*/ 11391 h 34"/>
                  <a:gd name="T10" fmla="*/ 4531 w 29"/>
                  <a:gd name="T11" fmla="*/ 5902 h 34"/>
                  <a:gd name="T12" fmla="*/ 7383 w 29"/>
                  <a:gd name="T13" fmla="*/ 1496 h 34"/>
                  <a:gd name="T14" fmla="*/ 6590 w 29"/>
                  <a:gd name="T15" fmla="*/ 401 h 34"/>
                  <a:gd name="T16" fmla="*/ 5868 w 29"/>
                  <a:gd name="T17" fmla="*/ 1073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34">
                    <a:moveTo>
                      <a:pt x="23" y="3"/>
                    </a:moveTo>
                    <a:cubicBezTo>
                      <a:pt x="23" y="7"/>
                      <a:pt x="20" y="9"/>
                      <a:pt x="15" y="11"/>
                    </a:cubicBezTo>
                    <a:cubicBezTo>
                      <a:pt x="9" y="15"/>
                      <a:pt x="0" y="19"/>
                      <a:pt x="2" y="32"/>
                    </a:cubicBezTo>
                    <a:cubicBezTo>
                      <a:pt x="2" y="33"/>
                      <a:pt x="4" y="34"/>
                      <a:pt x="5" y="34"/>
                    </a:cubicBezTo>
                    <a:cubicBezTo>
                      <a:pt x="7" y="34"/>
                      <a:pt x="8" y="33"/>
                      <a:pt x="8" y="31"/>
                    </a:cubicBezTo>
                    <a:cubicBezTo>
                      <a:pt x="7" y="23"/>
                      <a:pt x="11" y="20"/>
                      <a:pt x="18" y="16"/>
                    </a:cubicBezTo>
                    <a:cubicBezTo>
                      <a:pt x="23" y="14"/>
                      <a:pt x="28" y="11"/>
                      <a:pt x="29" y="4"/>
                    </a:cubicBezTo>
                    <a:cubicBezTo>
                      <a:pt x="29" y="2"/>
                      <a:pt x="28" y="1"/>
                      <a:pt x="26" y="1"/>
                    </a:cubicBezTo>
                    <a:cubicBezTo>
                      <a:pt x="25" y="0"/>
                      <a:pt x="23" y="2"/>
                      <a:pt x="23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2" name="Freeform 367">
                <a:extLst>
                  <a:ext uri="{FF2B5EF4-FFF2-40B4-BE49-F238E27FC236}">
                    <a16:creationId xmlns:a16="http://schemas.microsoft.com/office/drawing/2014/main" id="{0548D350-5004-4EFA-9A45-5283854AC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1934"/>
                <a:ext cx="98" cy="184"/>
              </a:xfrm>
              <a:custGeom>
                <a:avLst/>
                <a:gdLst>
                  <a:gd name="T0" fmla="*/ 2508 w 39"/>
                  <a:gd name="T1" fmla="*/ 0 h 69"/>
                  <a:gd name="T2" fmla="*/ 1794 w 39"/>
                  <a:gd name="T3" fmla="*/ 1059 h 69"/>
                  <a:gd name="T4" fmla="*/ 1319 w 39"/>
                  <a:gd name="T5" fmla="*/ 6067 h 69"/>
                  <a:gd name="T6" fmla="*/ 2317 w 39"/>
                  <a:gd name="T7" fmla="*/ 19021 h 69"/>
                  <a:gd name="T8" fmla="*/ 5822 w 39"/>
                  <a:gd name="T9" fmla="*/ 22243 h 69"/>
                  <a:gd name="T10" fmla="*/ 8327 w 39"/>
                  <a:gd name="T11" fmla="*/ 24427 h 69"/>
                  <a:gd name="T12" fmla="*/ 9534 w 39"/>
                  <a:gd name="T13" fmla="*/ 24120 h 69"/>
                  <a:gd name="T14" fmla="*/ 9333 w 39"/>
                  <a:gd name="T15" fmla="*/ 22664 h 69"/>
                  <a:gd name="T16" fmla="*/ 6503 w 39"/>
                  <a:gd name="T17" fmla="*/ 20480 h 69"/>
                  <a:gd name="T18" fmla="*/ 3505 w 39"/>
                  <a:gd name="T19" fmla="*/ 17656 h 69"/>
                  <a:gd name="T20" fmla="*/ 2792 w 39"/>
                  <a:gd name="T21" fmla="*/ 6883 h 69"/>
                  <a:gd name="T22" fmla="*/ 3314 w 39"/>
                  <a:gd name="T23" fmla="*/ 661 h 69"/>
                  <a:gd name="T24" fmla="*/ 2508 w 39"/>
                  <a:gd name="T25" fmla="*/ 0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69">
                    <a:moveTo>
                      <a:pt x="10" y="0"/>
                    </a:moveTo>
                    <a:cubicBezTo>
                      <a:pt x="8" y="0"/>
                      <a:pt x="7" y="1"/>
                      <a:pt x="7" y="3"/>
                    </a:cubicBezTo>
                    <a:cubicBezTo>
                      <a:pt x="7" y="7"/>
                      <a:pt x="6" y="12"/>
                      <a:pt x="5" y="17"/>
                    </a:cubicBezTo>
                    <a:cubicBezTo>
                      <a:pt x="3" y="30"/>
                      <a:pt x="0" y="44"/>
                      <a:pt x="9" y="53"/>
                    </a:cubicBezTo>
                    <a:cubicBezTo>
                      <a:pt x="13" y="57"/>
                      <a:pt x="18" y="60"/>
                      <a:pt x="23" y="62"/>
                    </a:cubicBezTo>
                    <a:cubicBezTo>
                      <a:pt x="27" y="64"/>
                      <a:pt x="31" y="65"/>
                      <a:pt x="33" y="68"/>
                    </a:cubicBezTo>
                    <a:cubicBezTo>
                      <a:pt x="35" y="69"/>
                      <a:pt x="37" y="69"/>
                      <a:pt x="38" y="67"/>
                    </a:cubicBezTo>
                    <a:cubicBezTo>
                      <a:pt x="39" y="66"/>
                      <a:pt x="39" y="64"/>
                      <a:pt x="37" y="63"/>
                    </a:cubicBezTo>
                    <a:cubicBezTo>
                      <a:pt x="34" y="60"/>
                      <a:pt x="30" y="58"/>
                      <a:pt x="26" y="57"/>
                    </a:cubicBezTo>
                    <a:cubicBezTo>
                      <a:pt x="21" y="54"/>
                      <a:pt x="17" y="52"/>
                      <a:pt x="14" y="49"/>
                    </a:cubicBezTo>
                    <a:cubicBezTo>
                      <a:pt x="7" y="42"/>
                      <a:pt x="9" y="30"/>
                      <a:pt x="11" y="19"/>
                    </a:cubicBezTo>
                    <a:cubicBezTo>
                      <a:pt x="12" y="13"/>
                      <a:pt x="13" y="7"/>
                      <a:pt x="13" y="2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3" name="Freeform 368">
                <a:extLst>
                  <a:ext uri="{FF2B5EF4-FFF2-40B4-BE49-F238E27FC236}">
                    <a16:creationId xmlns:a16="http://schemas.microsoft.com/office/drawing/2014/main" id="{C2371304-0BA2-4865-BFC7-657A9ED92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857"/>
                <a:ext cx="105" cy="243"/>
              </a:xfrm>
              <a:custGeom>
                <a:avLst/>
                <a:gdLst>
                  <a:gd name="T0" fmla="*/ 8800 w 42"/>
                  <a:gd name="T1" fmla="*/ 1071 h 91"/>
                  <a:gd name="T2" fmla="*/ 7158 w 42"/>
                  <a:gd name="T3" fmla="*/ 8286 h 91"/>
                  <a:gd name="T4" fmla="*/ 7345 w 42"/>
                  <a:gd name="T5" fmla="*/ 11958 h 91"/>
                  <a:gd name="T6" fmla="*/ 7158 w 42"/>
                  <a:gd name="T7" fmla="*/ 17077 h 91"/>
                  <a:gd name="T8" fmla="*/ 4895 w 42"/>
                  <a:gd name="T9" fmla="*/ 20644 h 91"/>
                  <a:gd name="T10" fmla="*/ 1300 w 42"/>
                  <a:gd name="T11" fmla="*/ 32330 h 91"/>
                  <a:gd name="T12" fmla="*/ 2270 w 42"/>
                  <a:gd name="T13" fmla="*/ 33000 h 91"/>
                  <a:gd name="T14" fmla="*/ 2738 w 42"/>
                  <a:gd name="T15" fmla="*/ 31531 h 91"/>
                  <a:gd name="T16" fmla="*/ 6175 w 42"/>
                  <a:gd name="T17" fmla="*/ 22126 h 91"/>
                  <a:gd name="T18" fmla="*/ 8333 w 42"/>
                  <a:gd name="T19" fmla="*/ 18204 h 91"/>
                  <a:gd name="T20" fmla="*/ 8800 w 42"/>
                  <a:gd name="T21" fmla="*/ 11538 h 91"/>
                  <a:gd name="T22" fmla="*/ 8595 w 42"/>
                  <a:gd name="T23" fmla="*/ 8286 h 91"/>
                  <a:gd name="T24" fmla="*/ 10083 w 42"/>
                  <a:gd name="T25" fmla="*/ 1768 h 91"/>
                  <a:gd name="T26" fmla="*/ 9770 w 42"/>
                  <a:gd name="T27" fmla="*/ 401 h 91"/>
                  <a:gd name="T28" fmla="*/ 8800 w 42"/>
                  <a:gd name="T29" fmla="*/ 1071 h 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2" h="91">
                    <a:moveTo>
                      <a:pt x="36" y="3"/>
                    </a:moveTo>
                    <a:cubicBezTo>
                      <a:pt x="33" y="9"/>
                      <a:pt x="29" y="16"/>
                      <a:pt x="29" y="23"/>
                    </a:cubicBezTo>
                    <a:cubicBezTo>
                      <a:pt x="29" y="27"/>
                      <a:pt x="30" y="30"/>
                      <a:pt x="30" y="33"/>
                    </a:cubicBezTo>
                    <a:cubicBezTo>
                      <a:pt x="31" y="38"/>
                      <a:pt x="32" y="41"/>
                      <a:pt x="29" y="47"/>
                    </a:cubicBezTo>
                    <a:cubicBezTo>
                      <a:pt x="27" y="50"/>
                      <a:pt x="24" y="53"/>
                      <a:pt x="20" y="57"/>
                    </a:cubicBezTo>
                    <a:cubicBezTo>
                      <a:pt x="11" y="66"/>
                      <a:pt x="0" y="78"/>
                      <a:pt x="5" y="89"/>
                    </a:cubicBezTo>
                    <a:cubicBezTo>
                      <a:pt x="6" y="91"/>
                      <a:pt x="8" y="91"/>
                      <a:pt x="9" y="91"/>
                    </a:cubicBezTo>
                    <a:cubicBezTo>
                      <a:pt x="11" y="90"/>
                      <a:pt x="11" y="88"/>
                      <a:pt x="11" y="87"/>
                    </a:cubicBezTo>
                    <a:cubicBezTo>
                      <a:pt x="7" y="79"/>
                      <a:pt x="17" y="69"/>
                      <a:pt x="25" y="61"/>
                    </a:cubicBezTo>
                    <a:cubicBezTo>
                      <a:pt x="29" y="57"/>
                      <a:pt x="32" y="53"/>
                      <a:pt x="34" y="50"/>
                    </a:cubicBezTo>
                    <a:cubicBezTo>
                      <a:pt x="38" y="42"/>
                      <a:pt x="37" y="37"/>
                      <a:pt x="36" y="32"/>
                    </a:cubicBezTo>
                    <a:cubicBezTo>
                      <a:pt x="36" y="29"/>
                      <a:pt x="35" y="26"/>
                      <a:pt x="35" y="23"/>
                    </a:cubicBezTo>
                    <a:cubicBezTo>
                      <a:pt x="35" y="18"/>
                      <a:pt x="39" y="11"/>
                      <a:pt x="41" y="5"/>
                    </a:cubicBezTo>
                    <a:cubicBezTo>
                      <a:pt x="42" y="4"/>
                      <a:pt x="41" y="2"/>
                      <a:pt x="40" y="1"/>
                    </a:cubicBezTo>
                    <a:cubicBezTo>
                      <a:pt x="38" y="0"/>
                      <a:pt x="37" y="1"/>
                      <a:pt x="36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4" name="Freeform 369">
                <a:extLst>
                  <a:ext uri="{FF2B5EF4-FFF2-40B4-BE49-F238E27FC236}">
                    <a16:creationId xmlns:a16="http://schemas.microsoft.com/office/drawing/2014/main" id="{91F7176E-FB86-4D3D-8FAA-29337218A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777"/>
                <a:ext cx="90" cy="235"/>
              </a:xfrm>
              <a:custGeom>
                <a:avLst/>
                <a:gdLst>
                  <a:gd name="T0" fmla="*/ 7158 w 36"/>
                  <a:gd name="T1" fmla="*/ 662 h 88"/>
                  <a:gd name="T2" fmla="*/ 6845 w 36"/>
                  <a:gd name="T3" fmla="*/ 5848 h 88"/>
                  <a:gd name="T4" fmla="*/ 6845 w 36"/>
                  <a:gd name="T5" fmla="*/ 9349 h 88"/>
                  <a:gd name="T6" fmla="*/ 4688 w 36"/>
                  <a:gd name="T7" fmla="*/ 15617 h 88"/>
                  <a:gd name="T8" fmla="*/ 4220 w 36"/>
                  <a:gd name="T9" fmla="*/ 16282 h 88"/>
                  <a:gd name="T10" fmla="*/ 313 w 36"/>
                  <a:gd name="T11" fmla="*/ 31236 h 88"/>
                  <a:gd name="T12" fmla="*/ 988 w 36"/>
                  <a:gd name="T13" fmla="*/ 31933 h 88"/>
                  <a:gd name="T14" fmla="*/ 1770 w 36"/>
                  <a:gd name="T15" fmla="*/ 30814 h 88"/>
                  <a:gd name="T16" fmla="*/ 5208 w 36"/>
                  <a:gd name="T17" fmla="*/ 17807 h 88"/>
                  <a:gd name="T18" fmla="*/ 5675 w 36"/>
                  <a:gd name="T19" fmla="*/ 17080 h 88"/>
                  <a:gd name="T20" fmla="*/ 8333 w 36"/>
                  <a:gd name="T21" fmla="*/ 10169 h 88"/>
                  <a:gd name="T22" fmla="*/ 8333 w 36"/>
                  <a:gd name="T23" fmla="*/ 5848 h 88"/>
                  <a:gd name="T24" fmla="*/ 8595 w 36"/>
                  <a:gd name="T25" fmla="*/ 1469 h 88"/>
                  <a:gd name="T26" fmla="*/ 8125 w 36"/>
                  <a:gd name="T27" fmla="*/ 401 h 88"/>
                  <a:gd name="T28" fmla="*/ 7158 w 36"/>
                  <a:gd name="T29" fmla="*/ 662 h 8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88">
                    <a:moveTo>
                      <a:pt x="29" y="2"/>
                    </a:moveTo>
                    <a:cubicBezTo>
                      <a:pt x="28" y="7"/>
                      <a:pt x="28" y="12"/>
                      <a:pt x="28" y="16"/>
                    </a:cubicBezTo>
                    <a:cubicBezTo>
                      <a:pt x="29" y="20"/>
                      <a:pt x="29" y="23"/>
                      <a:pt x="28" y="26"/>
                    </a:cubicBezTo>
                    <a:cubicBezTo>
                      <a:pt x="27" y="33"/>
                      <a:pt x="23" y="38"/>
                      <a:pt x="19" y="43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9" y="55"/>
                      <a:pt x="0" y="68"/>
                      <a:pt x="1" y="86"/>
                    </a:cubicBezTo>
                    <a:cubicBezTo>
                      <a:pt x="1" y="87"/>
                      <a:pt x="2" y="88"/>
                      <a:pt x="4" y="88"/>
                    </a:cubicBezTo>
                    <a:cubicBezTo>
                      <a:pt x="5" y="88"/>
                      <a:pt x="7" y="87"/>
                      <a:pt x="7" y="85"/>
                    </a:cubicBezTo>
                    <a:cubicBezTo>
                      <a:pt x="6" y="73"/>
                      <a:pt x="11" y="62"/>
                      <a:pt x="21" y="49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28" y="41"/>
                      <a:pt x="33" y="36"/>
                      <a:pt x="34" y="28"/>
                    </a:cubicBezTo>
                    <a:cubicBezTo>
                      <a:pt x="35" y="24"/>
                      <a:pt x="35" y="20"/>
                      <a:pt x="34" y="16"/>
                    </a:cubicBezTo>
                    <a:cubicBezTo>
                      <a:pt x="34" y="12"/>
                      <a:pt x="34" y="8"/>
                      <a:pt x="35" y="4"/>
                    </a:cubicBezTo>
                    <a:cubicBezTo>
                      <a:pt x="36" y="3"/>
                      <a:pt x="35" y="1"/>
                      <a:pt x="33" y="1"/>
                    </a:cubicBezTo>
                    <a:cubicBezTo>
                      <a:pt x="32" y="0"/>
                      <a:pt x="30" y="1"/>
                      <a:pt x="29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5" name="Freeform 370">
                <a:extLst>
                  <a:ext uri="{FF2B5EF4-FFF2-40B4-BE49-F238E27FC236}">
                    <a16:creationId xmlns:a16="http://schemas.microsoft.com/office/drawing/2014/main" id="{B4DC6092-14B0-4648-9ABB-6FA13FC0F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14"/>
                <a:ext cx="108" cy="251"/>
              </a:xfrm>
              <a:custGeom>
                <a:avLst/>
                <a:gdLst>
                  <a:gd name="T0" fmla="*/ 9318 w 43"/>
                  <a:gd name="T1" fmla="*/ 662 h 94"/>
                  <a:gd name="T2" fmla="*/ 6005 w 43"/>
                  <a:gd name="T3" fmla="*/ 6510 h 94"/>
                  <a:gd name="T4" fmla="*/ 3501 w 43"/>
                  <a:gd name="T5" fmla="*/ 9768 h 94"/>
                  <a:gd name="T6" fmla="*/ 1994 w 43"/>
                  <a:gd name="T7" fmla="*/ 32990 h 94"/>
                  <a:gd name="T8" fmla="*/ 2976 w 43"/>
                  <a:gd name="T9" fmla="*/ 34061 h 94"/>
                  <a:gd name="T10" fmla="*/ 3501 w 43"/>
                  <a:gd name="T11" fmla="*/ 32593 h 94"/>
                  <a:gd name="T12" fmla="*/ 4820 w 43"/>
                  <a:gd name="T13" fmla="*/ 11287 h 94"/>
                  <a:gd name="T14" fmla="*/ 7002 w 43"/>
                  <a:gd name="T15" fmla="*/ 8286 h 94"/>
                  <a:gd name="T16" fmla="*/ 10787 w 43"/>
                  <a:gd name="T17" fmla="*/ 1768 h 94"/>
                  <a:gd name="T18" fmla="*/ 10315 w 43"/>
                  <a:gd name="T19" fmla="*/ 401 h 94"/>
                  <a:gd name="T20" fmla="*/ 9318 w 43"/>
                  <a:gd name="T21" fmla="*/ 662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94">
                    <a:moveTo>
                      <a:pt x="37" y="2"/>
                    </a:moveTo>
                    <a:cubicBezTo>
                      <a:pt x="34" y="10"/>
                      <a:pt x="30" y="13"/>
                      <a:pt x="24" y="18"/>
                    </a:cubicBezTo>
                    <a:cubicBezTo>
                      <a:pt x="21" y="21"/>
                      <a:pt x="17" y="24"/>
                      <a:pt x="14" y="27"/>
                    </a:cubicBezTo>
                    <a:cubicBezTo>
                      <a:pt x="0" y="44"/>
                      <a:pt x="5" y="72"/>
                      <a:pt x="8" y="91"/>
                    </a:cubicBezTo>
                    <a:cubicBezTo>
                      <a:pt x="9" y="93"/>
                      <a:pt x="10" y="94"/>
                      <a:pt x="12" y="94"/>
                    </a:cubicBezTo>
                    <a:cubicBezTo>
                      <a:pt x="14" y="94"/>
                      <a:pt x="15" y="92"/>
                      <a:pt x="14" y="90"/>
                    </a:cubicBezTo>
                    <a:cubicBezTo>
                      <a:pt x="11" y="73"/>
                      <a:pt x="7" y="45"/>
                      <a:pt x="19" y="31"/>
                    </a:cubicBezTo>
                    <a:cubicBezTo>
                      <a:pt x="21" y="28"/>
                      <a:pt x="25" y="25"/>
                      <a:pt x="28" y="23"/>
                    </a:cubicBezTo>
                    <a:cubicBezTo>
                      <a:pt x="34" y="18"/>
                      <a:pt x="39" y="13"/>
                      <a:pt x="43" y="5"/>
                    </a:cubicBezTo>
                    <a:cubicBezTo>
                      <a:pt x="43" y="3"/>
                      <a:pt x="43" y="1"/>
                      <a:pt x="41" y="1"/>
                    </a:cubicBezTo>
                    <a:cubicBezTo>
                      <a:pt x="40" y="0"/>
                      <a:pt x="38" y="1"/>
                      <a:pt x="37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6" name="Freeform 371">
                <a:extLst>
                  <a:ext uri="{FF2B5EF4-FFF2-40B4-BE49-F238E27FC236}">
                    <a16:creationId xmlns:a16="http://schemas.microsoft.com/office/drawing/2014/main" id="{8DF93E6E-4AD0-4F95-8FDE-A333A814A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153"/>
                <a:ext cx="95" cy="80"/>
              </a:xfrm>
              <a:custGeom>
                <a:avLst/>
                <a:gdLst>
                  <a:gd name="T0" fmla="*/ 520 w 38"/>
                  <a:gd name="T1" fmla="*/ 397 h 30"/>
                  <a:gd name="T2" fmla="*/ 0 w 38"/>
                  <a:gd name="T3" fmla="*/ 1459 h 30"/>
                  <a:gd name="T4" fmla="*/ 4220 w 38"/>
                  <a:gd name="T5" fmla="*/ 6067 h 30"/>
                  <a:gd name="T6" fmla="*/ 7625 w 38"/>
                  <a:gd name="T7" fmla="*/ 9707 h 30"/>
                  <a:gd name="T8" fmla="*/ 8595 w 38"/>
                  <a:gd name="T9" fmla="*/ 10376 h 30"/>
                  <a:gd name="T10" fmla="*/ 9113 w 38"/>
                  <a:gd name="T11" fmla="*/ 9045 h 30"/>
                  <a:gd name="T12" fmla="*/ 4425 w 38"/>
                  <a:gd name="T13" fmla="*/ 4301 h 30"/>
                  <a:gd name="T14" fmla="*/ 1488 w 38"/>
                  <a:gd name="T15" fmla="*/ 1059 h 30"/>
                  <a:gd name="T16" fmla="*/ 520 w 38"/>
                  <a:gd name="T17" fmla="*/ 397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0">
                    <a:moveTo>
                      <a:pt x="2" y="1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2" y="13"/>
                      <a:pt x="10" y="15"/>
                      <a:pt x="17" y="17"/>
                    </a:cubicBezTo>
                    <a:cubicBezTo>
                      <a:pt x="23" y="19"/>
                      <a:pt x="29" y="21"/>
                      <a:pt x="31" y="27"/>
                    </a:cubicBezTo>
                    <a:cubicBezTo>
                      <a:pt x="32" y="29"/>
                      <a:pt x="34" y="30"/>
                      <a:pt x="35" y="29"/>
                    </a:cubicBezTo>
                    <a:cubicBezTo>
                      <a:pt x="37" y="29"/>
                      <a:pt x="38" y="27"/>
                      <a:pt x="37" y="25"/>
                    </a:cubicBezTo>
                    <a:cubicBezTo>
                      <a:pt x="34" y="16"/>
                      <a:pt x="25" y="14"/>
                      <a:pt x="18" y="12"/>
                    </a:cubicBezTo>
                    <a:cubicBezTo>
                      <a:pt x="11" y="10"/>
                      <a:pt x="7" y="8"/>
                      <a:pt x="6" y="3"/>
                    </a:cubicBezTo>
                    <a:cubicBezTo>
                      <a:pt x="5" y="1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7" name="Freeform 372">
                <a:extLst>
                  <a:ext uri="{FF2B5EF4-FFF2-40B4-BE49-F238E27FC236}">
                    <a16:creationId xmlns:a16="http://schemas.microsoft.com/office/drawing/2014/main" id="{AF7F530B-8F71-46AF-957F-B7BD7DC6F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918"/>
                <a:ext cx="232" cy="142"/>
              </a:xfrm>
              <a:custGeom>
                <a:avLst/>
                <a:gdLst>
                  <a:gd name="T0" fmla="*/ 466 w 93"/>
                  <a:gd name="T1" fmla="*/ 4019 h 53"/>
                  <a:gd name="T2" fmla="*/ 0 w 93"/>
                  <a:gd name="T3" fmla="*/ 5519 h 53"/>
                  <a:gd name="T4" fmla="*/ 965 w 93"/>
                  <a:gd name="T5" fmla="*/ 5921 h 53"/>
                  <a:gd name="T6" fmla="*/ 13244 w 93"/>
                  <a:gd name="T7" fmla="*/ 6344 h 53"/>
                  <a:gd name="T8" fmla="*/ 16143 w 93"/>
                  <a:gd name="T9" fmla="*/ 11443 h 53"/>
                  <a:gd name="T10" fmla="*/ 21456 w 93"/>
                  <a:gd name="T11" fmla="*/ 19173 h 53"/>
                  <a:gd name="T12" fmla="*/ 22417 w 93"/>
                  <a:gd name="T13" fmla="*/ 18498 h 53"/>
                  <a:gd name="T14" fmla="*/ 21918 w 93"/>
                  <a:gd name="T15" fmla="*/ 17423 h 53"/>
                  <a:gd name="T16" fmla="*/ 17126 w 93"/>
                  <a:gd name="T17" fmla="*/ 10366 h 53"/>
                  <a:gd name="T18" fmla="*/ 14020 w 93"/>
                  <a:gd name="T19" fmla="*/ 4421 h 53"/>
                  <a:gd name="T20" fmla="*/ 466 w 93"/>
                  <a:gd name="T21" fmla="*/ 4019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3" h="53">
                    <a:moveTo>
                      <a:pt x="2" y="11"/>
                    </a:moveTo>
                    <a:cubicBezTo>
                      <a:pt x="0" y="11"/>
                      <a:pt x="0" y="13"/>
                      <a:pt x="0" y="15"/>
                    </a:cubicBezTo>
                    <a:cubicBezTo>
                      <a:pt x="1" y="16"/>
                      <a:pt x="3" y="17"/>
                      <a:pt x="4" y="16"/>
                    </a:cubicBezTo>
                    <a:cubicBezTo>
                      <a:pt x="19" y="8"/>
                      <a:pt x="41" y="6"/>
                      <a:pt x="55" y="17"/>
                    </a:cubicBezTo>
                    <a:cubicBezTo>
                      <a:pt x="59" y="20"/>
                      <a:pt x="63" y="25"/>
                      <a:pt x="67" y="31"/>
                    </a:cubicBezTo>
                    <a:cubicBezTo>
                      <a:pt x="73" y="40"/>
                      <a:pt x="79" y="50"/>
                      <a:pt x="89" y="52"/>
                    </a:cubicBezTo>
                    <a:cubicBezTo>
                      <a:pt x="91" y="53"/>
                      <a:pt x="92" y="52"/>
                      <a:pt x="93" y="50"/>
                    </a:cubicBezTo>
                    <a:cubicBezTo>
                      <a:pt x="93" y="49"/>
                      <a:pt x="92" y="47"/>
                      <a:pt x="91" y="47"/>
                    </a:cubicBezTo>
                    <a:cubicBezTo>
                      <a:pt x="83" y="45"/>
                      <a:pt x="77" y="36"/>
                      <a:pt x="71" y="28"/>
                    </a:cubicBezTo>
                    <a:cubicBezTo>
                      <a:pt x="67" y="21"/>
                      <a:pt x="63" y="16"/>
                      <a:pt x="58" y="12"/>
                    </a:cubicBezTo>
                    <a:cubicBezTo>
                      <a:pt x="43" y="0"/>
                      <a:pt x="18" y="2"/>
                      <a:pt x="2" y="1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8" name="Freeform 373">
                <a:extLst>
                  <a:ext uri="{FF2B5EF4-FFF2-40B4-BE49-F238E27FC236}">
                    <a16:creationId xmlns:a16="http://schemas.microsoft.com/office/drawing/2014/main" id="{52523A7F-CD74-45B0-93A1-B07972CB4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838"/>
                <a:ext cx="252" cy="70"/>
              </a:xfrm>
              <a:custGeom>
                <a:avLst/>
                <a:gdLst>
                  <a:gd name="T0" fmla="*/ 14691 w 101"/>
                  <a:gd name="T1" fmla="*/ 3842 h 26"/>
                  <a:gd name="T2" fmla="*/ 11118 w 101"/>
                  <a:gd name="T3" fmla="*/ 5675 h 26"/>
                  <a:gd name="T4" fmla="*/ 2128 w 101"/>
                  <a:gd name="T5" fmla="*/ 4531 h 26"/>
                  <a:gd name="T6" fmla="*/ 966 w 101"/>
                  <a:gd name="T7" fmla="*/ 3842 h 26"/>
                  <a:gd name="T8" fmla="*/ 0 w 101"/>
                  <a:gd name="T9" fmla="*/ 4531 h 26"/>
                  <a:gd name="T10" fmla="*/ 467 w 101"/>
                  <a:gd name="T11" fmla="*/ 6090 h 26"/>
                  <a:gd name="T12" fmla="*/ 1632 w 101"/>
                  <a:gd name="T13" fmla="*/ 6515 h 26"/>
                  <a:gd name="T14" fmla="*/ 11585 w 101"/>
                  <a:gd name="T15" fmla="*/ 8039 h 26"/>
                  <a:gd name="T16" fmla="*/ 15190 w 101"/>
                  <a:gd name="T17" fmla="*/ 5675 h 26"/>
                  <a:gd name="T18" fmla="*/ 23406 w 101"/>
                  <a:gd name="T19" fmla="*/ 3414 h 26"/>
                  <a:gd name="T20" fmla="*/ 24372 w 101"/>
                  <a:gd name="T21" fmla="*/ 2673 h 26"/>
                  <a:gd name="T22" fmla="*/ 23668 w 101"/>
                  <a:gd name="T23" fmla="*/ 1152 h 26"/>
                  <a:gd name="T24" fmla="*/ 14691 w 101"/>
                  <a:gd name="T25" fmla="*/ 3842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1" h="26">
                    <a:moveTo>
                      <a:pt x="61" y="10"/>
                    </a:moveTo>
                    <a:cubicBezTo>
                      <a:pt x="56" y="12"/>
                      <a:pt x="51" y="14"/>
                      <a:pt x="46" y="15"/>
                    </a:cubicBezTo>
                    <a:cubicBezTo>
                      <a:pt x="33" y="19"/>
                      <a:pt x="22" y="16"/>
                      <a:pt x="9" y="1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9"/>
                      <a:pt x="1" y="10"/>
                      <a:pt x="0" y="12"/>
                    </a:cubicBezTo>
                    <a:cubicBezTo>
                      <a:pt x="0" y="13"/>
                      <a:pt x="1" y="15"/>
                      <a:pt x="2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20" y="22"/>
                      <a:pt x="33" y="26"/>
                      <a:pt x="48" y="21"/>
                    </a:cubicBezTo>
                    <a:cubicBezTo>
                      <a:pt x="53" y="20"/>
                      <a:pt x="58" y="17"/>
                      <a:pt x="63" y="15"/>
                    </a:cubicBezTo>
                    <a:cubicBezTo>
                      <a:pt x="74" y="11"/>
                      <a:pt x="85" y="6"/>
                      <a:pt x="97" y="9"/>
                    </a:cubicBezTo>
                    <a:cubicBezTo>
                      <a:pt x="99" y="9"/>
                      <a:pt x="100" y="8"/>
                      <a:pt x="101" y="7"/>
                    </a:cubicBezTo>
                    <a:cubicBezTo>
                      <a:pt x="101" y="5"/>
                      <a:pt x="100" y="4"/>
                      <a:pt x="98" y="3"/>
                    </a:cubicBezTo>
                    <a:cubicBezTo>
                      <a:pt x="84" y="0"/>
                      <a:pt x="72" y="5"/>
                      <a:pt x="61" y="1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9" name="Freeform 374">
                <a:extLst>
                  <a:ext uri="{FF2B5EF4-FFF2-40B4-BE49-F238E27FC236}">
                    <a16:creationId xmlns:a16="http://schemas.microsoft.com/office/drawing/2014/main" id="{4FDFE2E2-FF2E-461A-BE7D-0CE8C4DD8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590"/>
                <a:ext cx="200" cy="195"/>
              </a:xfrm>
              <a:custGeom>
                <a:avLst/>
                <a:gdLst>
                  <a:gd name="T0" fmla="*/ 18363 w 80"/>
                  <a:gd name="T1" fmla="*/ 401 h 73"/>
                  <a:gd name="T2" fmla="*/ 14658 w 80"/>
                  <a:gd name="T3" fmla="*/ 1071 h 73"/>
                  <a:gd name="T4" fmla="*/ 10083 w 80"/>
                  <a:gd name="T5" fmla="*/ 2190 h 73"/>
                  <a:gd name="T6" fmla="*/ 6645 w 80"/>
                  <a:gd name="T7" fmla="*/ 9777 h 73"/>
                  <a:gd name="T8" fmla="*/ 6175 w 80"/>
                  <a:gd name="T9" fmla="*/ 11972 h 73"/>
                  <a:gd name="T10" fmla="*/ 988 w 80"/>
                  <a:gd name="T11" fmla="*/ 22855 h 73"/>
                  <a:gd name="T12" fmla="*/ 313 w 80"/>
                  <a:gd name="T13" fmla="*/ 23675 h 73"/>
                  <a:gd name="T14" fmla="*/ 783 w 80"/>
                  <a:gd name="T15" fmla="*/ 25045 h 73"/>
                  <a:gd name="T16" fmla="*/ 7345 w 80"/>
                  <a:gd name="T17" fmla="*/ 12616 h 73"/>
                  <a:gd name="T18" fmla="*/ 7813 w 80"/>
                  <a:gd name="T19" fmla="*/ 10904 h 73"/>
                  <a:gd name="T20" fmla="*/ 10750 w 80"/>
                  <a:gd name="T21" fmla="*/ 3924 h 73"/>
                  <a:gd name="T22" fmla="*/ 14458 w 80"/>
                  <a:gd name="T23" fmla="*/ 3262 h 73"/>
                  <a:gd name="T24" fmla="*/ 18875 w 80"/>
                  <a:gd name="T25" fmla="*/ 2190 h 73"/>
                  <a:gd name="T26" fmla="*/ 19345 w 80"/>
                  <a:gd name="T27" fmla="*/ 662 h 73"/>
                  <a:gd name="T28" fmla="*/ 18363 w 80"/>
                  <a:gd name="T29" fmla="*/ 401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" h="73">
                    <a:moveTo>
                      <a:pt x="75" y="1"/>
                    </a:moveTo>
                    <a:cubicBezTo>
                      <a:pt x="70" y="3"/>
                      <a:pt x="65" y="3"/>
                      <a:pt x="60" y="3"/>
                    </a:cubicBezTo>
                    <a:cubicBezTo>
                      <a:pt x="53" y="3"/>
                      <a:pt x="47" y="2"/>
                      <a:pt x="41" y="6"/>
                    </a:cubicBezTo>
                    <a:cubicBezTo>
                      <a:pt x="33" y="10"/>
                      <a:pt x="30" y="20"/>
                      <a:pt x="27" y="27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2" y="41"/>
                      <a:pt x="13" y="65"/>
                      <a:pt x="4" y="63"/>
                    </a:cubicBezTo>
                    <a:cubicBezTo>
                      <a:pt x="3" y="62"/>
                      <a:pt x="1" y="63"/>
                      <a:pt x="1" y="65"/>
                    </a:cubicBezTo>
                    <a:cubicBezTo>
                      <a:pt x="0" y="66"/>
                      <a:pt x="1" y="68"/>
                      <a:pt x="3" y="69"/>
                    </a:cubicBezTo>
                    <a:cubicBezTo>
                      <a:pt x="16" y="73"/>
                      <a:pt x="26" y="47"/>
                      <a:pt x="30" y="35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5" y="23"/>
                      <a:pt x="38" y="14"/>
                      <a:pt x="44" y="11"/>
                    </a:cubicBezTo>
                    <a:cubicBezTo>
                      <a:pt x="48" y="8"/>
                      <a:pt x="54" y="9"/>
                      <a:pt x="59" y="9"/>
                    </a:cubicBezTo>
                    <a:cubicBezTo>
                      <a:pt x="65" y="9"/>
                      <a:pt x="72" y="9"/>
                      <a:pt x="77" y="6"/>
                    </a:cubicBezTo>
                    <a:cubicBezTo>
                      <a:pt x="79" y="6"/>
                      <a:pt x="80" y="4"/>
                      <a:pt x="79" y="2"/>
                    </a:cubicBezTo>
                    <a:cubicBezTo>
                      <a:pt x="78" y="1"/>
                      <a:pt x="76" y="0"/>
                      <a:pt x="75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20" name="Freeform 375">
                <a:extLst>
                  <a:ext uri="{FF2B5EF4-FFF2-40B4-BE49-F238E27FC236}">
                    <a16:creationId xmlns:a16="http://schemas.microsoft.com/office/drawing/2014/main" id="{D110B992-83A6-42E7-89F4-6273CA02F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969"/>
                <a:ext cx="150" cy="197"/>
              </a:xfrm>
              <a:custGeom>
                <a:avLst/>
                <a:gdLst>
                  <a:gd name="T0" fmla="*/ 0 w 60"/>
                  <a:gd name="T1" fmla="*/ 1057 h 74"/>
                  <a:gd name="T2" fmla="*/ 520 w 60"/>
                  <a:gd name="T3" fmla="*/ 2566 h 74"/>
                  <a:gd name="T4" fmla="*/ 3720 w 60"/>
                  <a:gd name="T5" fmla="*/ 7491 h 74"/>
                  <a:gd name="T6" fmla="*/ 6845 w 60"/>
                  <a:gd name="T7" fmla="*/ 12869 h 74"/>
                  <a:gd name="T8" fmla="*/ 7625 w 60"/>
                  <a:gd name="T9" fmla="*/ 13508 h 74"/>
                  <a:gd name="T10" fmla="*/ 11250 w 60"/>
                  <a:gd name="T11" fmla="*/ 24870 h 74"/>
                  <a:gd name="T12" fmla="*/ 11720 w 60"/>
                  <a:gd name="T13" fmla="*/ 25924 h 74"/>
                  <a:gd name="T14" fmla="*/ 12708 w 60"/>
                  <a:gd name="T15" fmla="*/ 25663 h 74"/>
                  <a:gd name="T16" fmla="*/ 8333 w 60"/>
                  <a:gd name="T17" fmla="*/ 11759 h 74"/>
                  <a:gd name="T18" fmla="*/ 7625 w 60"/>
                  <a:gd name="T19" fmla="*/ 11091 h 74"/>
                  <a:gd name="T20" fmla="*/ 4895 w 60"/>
                  <a:gd name="T21" fmla="*/ 6016 h 74"/>
                  <a:gd name="T22" fmla="*/ 988 w 60"/>
                  <a:gd name="T23" fmla="*/ 397 h 74"/>
                  <a:gd name="T24" fmla="*/ 0 w 60"/>
                  <a:gd name="T25" fmla="*/ 1057 h 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74">
                    <a:moveTo>
                      <a:pt x="0" y="3"/>
                    </a:moveTo>
                    <a:cubicBezTo>
                      <a:pt x="0" y="4"/>
                      <a:pt x="0" y="6"/>
                      <a:pt x="2" y="7"/>
                    </a:cubicBezTo>
                    <a:cubicBezTo>
                      <a:pt x="7" y="9"/>
                      <a:pt x="11" y="15"/>
                      <a:pt x="15" y="21"/>
                    </a:cubicBezTo>
                    <a:cubicBezTo>
                      <a:pt x="18" y="26"/>
                      <a:pt x="22" y="32"/>
                      <a:pt x="28" y="36"/>
                    </a:cubicBezTo>
                    <a:cubicBezTo>
                      <a:pt x="31" y="38"/>
                      <a:pt x="31" y="38"/>
                      <a:pt x="31" y="38"/>
                    </a:cubicBezTo>
                    <a:cubicBezTo>
                      <a:pt x="44" y="47"/>
                      <a:pt x="53" y="52"/>
                      <a:pt x="46" y="70"/>
                    </a:cubicBezTo>
                    <a:cubicBezTo>
                      <a:pt x="45" y="71"/>
                      <a:pt x="46" y="73"/>
                      <a:pt x="48" y="73"/>
                    </a:cubicBezTo>
                    <a:cubicBezTo>
                      <a:pt x="49" y="74"/>
                      <a:pt x="51" y="73"/>
                      <a:pt x="52" y="72"/>
                    </a:cubicBezTo>
                    <a:cubicBezTo>
                      <a:pt x="60" y="50"/>
                      <a:pt x="48" y="42"/>
                      <a:pt x="34" y="33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27" y="28"/>
                      <a:pt x="23" y="22"/>
                      <a:pt x="20" y="17"/>
                    </a:cubicBezTo>
                    <a:cubicBezTo>
                      <a:pt x="15" y="11"/>
                      <a:pt x="11" y="4"/>
                      <a:pt x="4" y="1"/>
                    </a:cubicBezTo>
                    <a:cubicBezTo>
                      <a:pt x="3" y="0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21" name="Freeform 376">
                <a:extLst>
                  <a:ext uri="{FF2B5EF4-FFF2-40B4-BE49-F238E27FC236}">
                    <a16:creationId xmlns:a16="http://schemas.microsoft.com/office/drawing/2014/main" id="{702983FE-2111-4929-8C8D-DC364D04A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2110"/>
                <a:ext cx="78" cy="240"/>
              </a:xfrm>
              <a:custGeom>
                <a:avLst/>
                <a:gdLst>
                  <a:gd name="T0" fmla="*/ 2008 w 31"/>
                  <a:gd name="T1" fmla="*/ 397 h 90"/>
                  <a:gd name="T2" fmla="*/ 1799 w 31"/>
                  <a:gd name="T3" fmla="*/ 1763 h 90"/>
                  <a:gd name="T4" fmla="*/ 1799 w 31"/>
                  <a:gd name="T5" fmla="*/ 9045 h 90"/>
                  <a:gd name="T6" fmla="*/ 1532 w 31"/>
                  <a:gd name="T7" fmla="*/ 10773 h 90"/>
                  <a:gd name="T8" fmla="*/ 6368 w 31"/>
                  <a:gd name="T9" fmla="*/ 31709 h 90"/>
                  <a:gd name="T10" fmla="*/ 7584 w 31"/>
                  <a:gd name="T11" fmla="*/ 31949 h 90"/>
                  <a:gd name="T12" fmla="*/ 7584 w 31"/>
                  <a:gd name="T13" fmla="*/ 30187 h 90"/>
                  <a:gd name="T14" fmla="*/ 2805 w 31"/>
                  <a:gd name="T15" fmla="*/ 11469 h 90"/>
                  <a:gd name="T16" fmla="*/ 3329 w 31"/>
                  <a:gd name="T17" fmla="*/ 9309 h 90"/>
                  <a:gd name="T18" fmla="*/ 3014 w 31"/>
                  <a:gd name="T19" fmla="*/ 661 h 90"/>
                  <a:gd name="T20" fmla="*/ 2008 w 31"/>
                  <a:gd name="T21" fmla="*/ 397 h 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90">
                    <a:moveTo>
                      <a:pt x="8" y="1"/>
                    </a:moveTo>
                    <a:cubicBezTo>
                      <a:pt x="7" y="1"/>
                      <a:pt x="6" y="3"/>
                      <a:pt x="7" y="5"/>
                    </a:cubicBezTo>
                    <a:cubicBezTo>
                      <a:pt x="11" y="12"/>
                      <a:pt x="9" y="17"/>
                      <a:pt x="7" y="25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0" y="53"/>
                      <a:pt x="13" y="73"/>
                      <a:pt x="25" y="88"/>
                    </a:cubicBezTo>
                    <a:cubicBezTo>
                      <a:pt x="26" y="90"/>
                      <a:pt x="28" y="90"/>
                      <a:pt x="30" y="89"/>
                    </a:cubicBezTo>
                    <a:cubicBezTo>
                      <a:pt x="31" y="88"/>
                      <a:pt x="31" y="86"/>
                      <a:pt x="30" y="84"/>
                    </a:cubicBezTo>
                    <a:cubicBezTo>
                      <a:pt x="19" y="71"/>
                      <a:pt x="7" y="52"/>
                      <a:pt x="11" y="32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5" y="19"/>
                      <a:pt x="17" y="11"/>
                      <a:pt x="12" y="2"/>
                    </a:cubicBezTo>
                    <a:cubicBezTo>
                      <a:pt x="11" y="0"/>
                      <a:pt x="10" y="0"/>
                      <a:pt x="8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22" name="Freeform 377">
                <a:extLst>
                  <a:ext uri="{FF2B5EF4-FFF2-40B4-BE49-F238E27FC236}">
                    <a16:creationId xmlns:a16="http://schemas.microsoft.com/office/drawing/2014/main" id="{9E39923C-1148-433B-9CCC-789AC298D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110"/>
                <a:ext cx="78" cy="256"/>
              </a:xfrm>
              <a:custGeom>
                <a:avLst/>
                <a:gdLst>
                  <a:gd name="T0" fmla="*/ 317 w 31"/>
                  <a:gd name="T1" fmla="*/ 1059 h 96"/>
                  <a:gd name="T2" fmla="*/ 798 w 31"/>
                  <a:gd name="T3" fmla="*/ 2184 h 96"/>
                  <a:gd name="T4" fmla="*/ 5528 w 31"/>
                  <a:gd name="T5" fmla="*/ 13597 h 96"/>
                  <a:gd name="T6" fmla="*/ 4844 w 31"/>
                  <a:gd name="T7" fmla="*/ 20083 h 96"/>
                  <a:gd name="T8" fmla="*/ 6368 w 31"/>
                  <a:gd name="T9" fmla="*/ 34133 h 96"/>
                  <a:gd name="T10" fmla="*/ 7584 w 31"/>
                  <a:gd name="T11" fmla="*/ 34133 h 96"/>
                  <a:gd name="T12" fmla="*/ 7584 w 31"/>
                  <a:gd name="T13" fmla="*/ 32768 h 96"/>
                  <a:gd name="T14" fmla="*/ 6368 w 31"/>
                  <a:gd name="T15" fmla="*/ 20877 h 96"/>
                  <a:gd name="T16" fmla="*/ 7058 w 31"/>
                  <a:gd name="T17" fmla="*/ 13597 h 96"/>
                  <a:gd name="T18" fmla="*/ 1006 w 31"/>
                  <a:gd name="T19" fmla="*/ 0 h 96"/>
                  <a:gd name="T20" fmla="*/ 317 w 31"/>
                  <a:gd name="T21" fmla="*/ 1059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96">
                    <a:moveTo>
                      <a:pt x="1" y="3"/>
                    </a:moveTo>
                    <a:cubicBezTo>
                      <a:pt x="0" y="5"/>
                      <a:pt x="2" y="6"/>
                      <a:pt x="3" y="6"/>
                    </a:cubicBezTo>
                    <a:cubicBezTo>
                      <a:pt x="15" y="8"/>
                      <a:pt x="22" y="28"/>
                      <a:pt x="22" y="38"/>
                    </a:cubicBezTo>
                    <a:cubicBezTo>
                      <a:pt x="23" y="44"/>
                      <a:pt x="21" y="50"/>
                      <a:pt x="19" y="56"/>
                    </a:cubicBezTo>
                    <a:cubicBezTo>
                      <a:pt x="16" y="69"/>
                      <a:pt x="12" y="83"/>
                      <a:pt x="25" y="95"/>
                    </a:cubicBezTo>
                    <a:cubicBezTo>
                      <a:pt x="27" y="96"/>
                      <a:pt x="28" y="96"/>
                      <a:pt x="30" y="95"/>
                    </a:cubicBezTo>
                    <a:cubicBezTo>
                      <a:pt x="31" y="94"/>
                      <a:pt x="31" y="92"/>
                      <a:pt x="30" y="91"/>
                    </a:cubicBezTo>
                    <a:cubicBezTo>
                      <a:pt x="19" y="81"/>
                      <a:pt x="22" y="70"/>
                      <a:pt x="25" y="58"/>
                    </a:cubicBezTo>
                    <a:cubicBezTo>
                      <a:pt x="27" y="51"/>
                      <a:pt x="29" y="45"/>
                      <a:pt x="28" y="38"/>
                    </a:cubicBezTo>
                    <a:cubicBezTo>
                      <a:pt x="28" y="26"/>
                      <a:pt x="19" y="2"/>
                      <a:pt x="4" y="0"/>
                    </a:cubicBezTo>
                    <a:cubicBezTo>
                      <a:pt x="2" y="0"/>
                      <a:pt x="1" y="1"/>
                      <a:pt x="1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23" name="Freeform 378">
                <a:extLst>
                  <a:ext uri="{FF2B5EF4-FFF2-40B4-BE49-F238E27FC236}">
                    <a16:creationId xmlns:a16="http://schemas.microsoft.com/office/drawing/2014/main" id="{F7B7FBBD-DA3A-4BD3-961C-3847C098C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254"/>
                <a:ext cx="103" cy="163"/>
              </a:xfrm>
              <a:custGeom>
                <a:avLst/>
                <a:gdLst>
                  <a:gd name="T0" fmla="*/ 317 w 41"/>
                  <a:gd name="T1" fmla="*/ 671 h 61"/>
                  <a:gd name="T2" fmla="*/ 525 w 41"/>
                  <a:gd name="T3" fmla="*/ 2191 h 61"/>
                  <a:gd name="T4" fmla="*/ 3502 w 41"/>
                  <a:gd name="T5" fmla="*/ 4390 h 61"/>
                  <a:gd name="T6" fmla="*/ 7007 w 41"/>
                  <a:gd name="T7" fmla="*/ 8719 h 61"/>
                  <a:gd name="T8" fmla="*/ 7800 w 41"/>
                  <a:gd name="T9" fmla="*/ 14579 h 61"/>
                  <a:gd name="T10" fmla="*/ 8798 w 41"/>
                  <a:gd name="T11" fmla="*/ 21099 h 61"/>
                  <a:gd name="T12" fmla="*/ 9800 w 41"/>
                  <a:gd name="T13" fmla="*/ 21829 h 61"/>
                  <a:gd name="T14" fmla="*/ 10318 w 41"/>
                  <a:gd name="T15" fmla="*/ 20458 h 61"/>
                  <a:gd name="T16" fmla="*/ 9323 w 41"/>
                  <a:gd name="T17" fmla="*/ 14173 h 61"/>
                  <a:gd name="T18" fmla="*/ 8531 w 41"/>
                  <a:gd name="T19" fmla="*/ 8054 h 61"/>
                  <a:gd name="T20" fmla="*/ 3982 w 41"/>
                  <a:gd name="T21" fmla="*/ 2592 h 61"/>
                  <a:gd name="T22" fmla="*/ 1507 w 41"/>
                  <a:gd name="T23" fmla="*/ 401 h 61"/>
                  <a:gd name="T24" fmla="*/ 317 w 41"/>
                  <a:gd name="T25" fmla="*/ 671 h 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61">
                    <a:moveTo>
                      <a:pt x="1" y="2"/>
                    </a:moveTo>
                    <a:cubicBezTo>
                      <a:pt x="0" y="3"/>
                      <a:pt x="1" y="5"/>
                      <a:pt x="2" y="6"/>
                    </a:cubicBezTo>
                    <a:cubicBezTo>
                      <a:pt x="6" y="9"/>
                      <a:pt x="10" y="11"/>
                      <a:pt x="14" y="12"/>
                    </a:cubicBezTo>
                    <a:cubicBezTo>
                      <a:pt x="20" y="15"/>
                      <a:pt x="25" y="17"/>
                      <a:pt x="28" y="24"/>
                    </a:cubicBezTo>
                    <a:cubicBezTo>
                      <a:pt x="30" y="29"/>
                      <a:pt x="31" y="34"/>
                      <a:pt x="31" y="40"/>
                    </a:cubicBezTo>
                    <a:cubicBezTo>
                      <a:pt x="32" y="46"/>
                      <a:pt x="33" y="53"/>
                      <a:pt x="35" y="58"/>
                    </a:cubicBezTo>
                    <a:cubicBezTo>
                      <a:pt x="36" y="60"/>
                      <a:pt x="38" y="61"/>
                      <a:pt x="39" y="60"/>
                    </a:cubicBezTo>
                    <a:cubicBezTo>
                      <a:pt x="41" y="59"/>
                      <a:pt x="41" y="57"/>
                      <a:pt x="41" y="56"/>
                    </a:cubicBezTo>
                    <a:cubicBezTo>
                      <a:pt x="38" y="51"/>
                      <a:pt x="38" y="45"/>
                      <a:pt x="37" y="39"/>
                    </a:cubicBezTo>
                    <a:cubicBezTo>
                      <a:pt x="37" y="34"/>
                      <a:pt x="36" y="28"/>
                      <a:pt x="34" y="22"/>
                    </a:cubicBezTo>
                    <a:cubicBezTo>
                      <a:pt x="30" y="12"/>
                      <a:pt x="23" y="9"/>
                      <a:pt x="16" y="7"/>
                    </a:cubicBezTo>
                    <a:cubicBezTo>
                      <a:pt x="13" y="5"/>
                      <a:pt x="9" y="4"/>
                      <a:pt x="6" y="1"/>
                    </a:cubicBezTo>
                    <a:cubicBezTo>
                      <a:pt x="4" y="0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24" name="Freeform 379">
                <a:extLst>
                  <a:ext uri="{FF2B5EF4-FFF2-40B4-BE49-F238E27FC236}">
                    <a16:creationId xmlns:a16="http://schemas.microsoft.com/office/drawing/2014/main" id="{FE4F8B99-A1E3-4119-92B9-52D3194AD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76"/>
                <a:ext cx="72" cy="234"/>
              </a:xfrm>
              <a:custGeom>
                <a:avLst/>
                <a:gdLst>
                  <a:gd name="T0" fmla="*/ 641 w 29"/>
                  <a:gd name="T1" fmla="*/ 0 h 88"/>
                  <a:gd name="T2" fmla="*/ 0 w 29"/>
                  <a:gd name="T3" fmla="*/ 1449 h 88"/>
                  <a:gd name="T4" fmla="*/ 948 w 29"/>
                  <a:gd name="T5" fmla="*/ 5996 h 88"/>
                  <a:gd name="T6" fmla="*/ 1135 w 29"/>
                  <a:gd name="T7" fmla="*/ 8102 h 88"/>
                  <a:gd name="T8" fmla="*/ 1135 w 29"/>
                  <a:gd name="T9" fmla="*/ 13046 h 88"/>
                  <a:gd name="T10" fmla="*/ 641 w 29"/>
                  <a:gd name="T11" fmla="*/ 16997 h 88"/>
                  <a:gd name="T12" fmla="*/ 5666 w 29"/>
                  <a:gd name="T13" fmla="*/ 30702 h 88"/>
                  <a:gd name="T14" fmla="*/ 6614 w 29"/>
                  <a:gd name="T15" fmla="*/ 30439 h 88"/>
                  <a:gd name="T16" fmla="*/ 6306 w 29"/>
                  <a:gd name="T17" fmla="*/ 28989 h 88"/>
                  <a:gd name="T18" fmla="*/ 2095 w 29"/>
                  <a:gd name="T19" fmla="*/ 16997 h 88"/>
                  <a:gd name="T20" fmla="*/ 2540 w 29"/>
                  <a:gd name="T21" fmla="*/ 13859 h 88"/>
                  <a:gd name="T22" fmla="*/ 2540 w 29"/>
                  <a:gd name="T23" fmla="*/ 7842 h 88"/>
                  <a:gd name="T24" fmla="*/ 2095 w 29"/>
                  <a:gd name="T25" fmla="*/ 5302 h 88"/>
                  <a:gd name="T26" fmla="*/ 1405 w 29"/>
                  <a:gd name="T27" fmla="*/ 1053 h 88"/>
                  <a:gd name="T28" fmla="*/ 641 w 29"/>
                  <a:gd name="T29" fmla="*/ 0 h 8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9" h="88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1" y="8"/>
                      <a:pt x="2" y="13"/>
                      <a:pt x="4" y="17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7" y="29"/>
                      <a:pt x="6" y="33"/>
                      <a:pt x="5" y="37"/>
                    </a:cubicBezTo>
                    <a:cubicBezTo>
                      <a:pt x="4" y="41"/>
                      <a:pt x="3" y="44"/>
                      <a:pt x="3" y="48"/>
                    </a:cubicBezTo>
                    <a:cubicBezTo>
                      <a:pt x="2" y="63"/>
                      <a:pt x="11" y="78"/>
                      <a:pt x="24" y="87"/>
                    </a:cubicBezTo>
                    <a:cubicBezTo>
                      <a:pt x="25" y="88"/>
                      <a:pt x="27" y="88"/>
                      <a:pt x="28" y="86"/>
                    </a:cubicBezTo>
                    <a:cubicBezTo>
                      <a:pt x="29" y="85"/>
                      <a:pt x="28" y="83"/>
                      <a:pt x="27" y="82"/>
                    </a:cubicBezTo>
                    <a:cubicBezTo>
                      <a:pt x="16" y="74"/>
                      <a:pt x="9" y="61"/>
                      <a:pt x="9" y="48"/>
                    </a:cubicBezTo>
                    <a:cubicBezTo>
                      <a:pt x="9" y="45"/>
                      <a:pt x="10" y="42"/>
                      <a:pt x="11" y="39"/>
                    </a:cubicBezTo>
                    <a:cubicBezTo>
                      <a:pt x="12" y="34"/>
                      <a:pt x="13" y="29"/>
                      <a:pt x="11" y="22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1"/>
                      <a:pt x="7" y="7"/>
                      <a:pt x="6" y="3"/>
                    </a:cubicBezTo>
                    <a:cubicBezTo>
                      <a:pt x="6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25" name="Freeform 380">
                <a:extLst>
                  <a:ext uri="{FF2B5EF4-FFF2-40B4-BE49-F238E27FC236}">
                    <a16:creationId xmlns:a16="http://schemas.microsoft.com/office/drawing/2014/main" id="{DDDC25C6-DC2B-45C9-8A3B-4B9DF6C67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569"/>
                <a:ext cx="120" cy="323"/>
              </a:xfrm>
              <a:custGeom>
                <a:avLst/>
                <a:gdLst>
                  <a:gd name="T0" fmla="*/ 520 w 48"/>
                  <a:gd name="T1" fmla="*/ 0 h 121"/>
                  <a:gd name="T2" fmla="*/ 313 w 48"/>
                  <a:gd name="T3" fmla="*/ 1468 h 121"/>
                  <a:gd name="T4" fmla="*/ 1770 w 48"/>
                  <a:gd name="T5" fmla="*/ 5843 h 121"/>
                  <a:gd name="T6" fmla="*/ 2938 w 48"/>
                  <a:gd name="T7" fmla="*/ 9754 h 121"/>
                  <a:gd name="T8" fmla="*/ 3908 w 48"/>
                  <a:gd name="T9" fmla="*/ 21022 h 121"/>
                  <a:gd name="T10" fmla="*/ 3908 w 48"/>
                  <a:gd name="T11" fmla="*/ 22084 h 121"/>
                  <a:gd name="T12" fmla="*/ 7345 w 48"/>
                  <a:gd name="T13" fmla="*/ 33362 h 121"/>
                  <a:gd name="T14" fmla="*/ 10283 w 48"/>
                  <a:gd name="T15" fmla="*/ 42705 h 121"/>
                  <a:gd name="T16" fmla="*/ 11063 w 48"/>
                  <a:gd name="T17" fmla="*/ 43768 h 121"/>
                  <a:gd name="T18" fmla="*/ 11720 w 48"/>
                  <a:gd name="T19" fmla="*/ 42705 h 121"/>
                  <a:gd name="T20" fmla="*/ 8333 w 48"/>
                  <a:gd name="T21" fmla="*/ 31846 h 121"/>
                  <a:gd name="T22" fmla="*/ 5395 w 48"/>
                  <a:gd name="T23" fmla="*/ 22084 h 121"/>
                  <a:gd name="T24" fmla="*/ 5395 w 48"/>
                  <a:gd name="T25" fmla="*/ 21265 h 121"/>
                  <a:gd name="T26" fmla="*/ 4425 w 48"/>
                  <a:gd name="T27" fmla="*/ 9092 h 121"/>
                  <a:gd name="T28" fmla="*/ 2938 w 48"/>
                  <a:gd name="T29" fmla="*/ 4717 h 121"/>
                  <a:gd name="T30" fmla="*/ 1488 w 48"/>
                  <a:gd name="T31" fmla="*/ 662 h 121"/>
                  <a:gd name="T32" fmla="*/ 520 w 48"/>
                  <a:gd name="T33" fmla="*/ 0 h 1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" h="121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7" y="39"/>
                      <a:pt x="17" y="47"/>
                      <a:pt x="16" y="58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74"/>
                      <a:pt x="23" y="83"/>
                      <a:pt x="30" y="92"/>
                    </a:cubicBezTo>
                    <a:cubicBezTo>
                      <a:pt x="36" y="100"/>
                      <a:pt x="42" y="108"/>
                      <a:pt x="42" y="118"/>
                    </a:cubicBezTo>
                    <a:cubicBezTo>
                      <a:pt x="42" y="119"/>
                      <a:pt x="43" y="121"/>
                      <a:pt x="45" y="121"/>
                    </a:cubicBezTo>
                    <a:cubicBezTo>
                      <a:pt x="46" y="121"/>
                      <a:pt x="48" y="119"/>
                      <a:pt x="48" y="118"/>
                    </a:cubicBezTo>
                    <a:cubicBezTo>
                      <a:pt x="48" y="106"/>
                      <a:pt x="41" y="97"/>
                      <a:pt x="34" y="88"/>
                    </a:cubicBezTo>
                    <a:cubicBezTo>
                      <a:pt x="28" y="80"/>
                      <a:pt x="22" y="72"/>
                      <a:pt x="22" y="61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3" y="47"/>
                      <a:pt x="23" y="38"/>
                      <a:pt x="18" y="2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26" name="Freeform 381">
                <a:extLst>
                  <a:ext uri="{FF2B5EF4-FFF2-40B4-BE49-F238E27FC236}">
                    <a16:creationId xmlns:a16="http://schemas.microsoft.com/office/drawing/2014/main" id="{2A6FCEF7-ED74-4B01-AD86-5CFC7A191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558"/>
                <a:ext cx="52" cy="219"/>
              </a:xfrm>
              <a:custGeom>
                <a:avLst/>
                <a:gdLst>
                  <a:gd name="T0" fmla="*/ 1882 w 21"/>
                  <a:gd name="T1" fmla="*/ 0 h 82"/>
                  <a:gd name="T2" fmla="*/ 1399 w 21"/>
                  <a:gd name="T3" fmla="*/ 1469 h 82"/>
                  <a:gd name="T4" fmla="*/ 2035 w 21"/>
                  <a:gd name="T5" fmla="*/ 4321 h 82"/>
                  <a:gd name="T6" fmla="*/ 3464 w 21"/>
                  <a:gd name="T7" fmla="*/ 14136 h 82"/>
                  <a:gd name="T8" fmla="*/ 1882 w 21"/>
                  <a:gd name="T9" fmla="*/ 20399 h 82"/>
                  <a:gd name="T10" fmla="*/ 0 w 21"/>
                  <a:gd name="T11" fmla="*/ 28689 h 82"/>
                  <a:gd name="T12" fmla="*/ 943 w 21"/>
                  <a:gd name="T13" fmla="*/ 29757 h 82"/>
                  <a:gd name="T14" fmla="*/ 1399 w 21"/>
                  <a:gd name="T15" fmla="*/ 28288 h 82"/>
                  <a:gd name="T16" fmla="*/ 2974 w 21"/>
                  <a:gd name="T17" fmla="*/ 21470 h 82"/>
                  <a:gd name="T18" fmla="*/ 4843 w 21"/>
                  <a:gd name="T19" fmla="*/ 14136 h 82"/>
                  <a:gd name="T20" fmla="*/ 3464 w 21"/>
                  <a:gd name="T21" fmla="*/ 3659 h 82"/>
                  <a:gd name="T22" fmla="*/ 2778 w 21"/>
                  <a:gd name="T23" fmla="*/ 662 h 82"/>
                  <a:gd name="T24" fmla="*/ 1882 w 21"/>
                  <a:gd name="T25" fmla="*/ 0 h 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82">
                    <a:moveTo>
                      <a:pt x="8" y="0"/>
                    </a:moveTo>
                    <a:cubicBezTo>
                      <a:pt x="7" y="1"/>
                      <a:pt x="6" y="3"/>
                      <a:pt x="6" y="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2" y="21"/>
                      <a:pt x="15" y="30"/>
                      <a:pt x="15" y="39"/>
                    </a:cubicBezTo>
                    <a:cubicBezTo>
                      <a:pt x="15" y="45"/>
                      <a:pt x="12" y="50"/>
                      <a:pt x="8" y="56"/>
                    </a:cubicBezTo>
                    <a:cubicBezTo>
                      <a:pt x="4" y="62"/>
                      <a:pt x="0" y="69"/>
                      <a:pt x="0" y="79"/>
                    </a:cubicBezTo>
                    <a:cubicBezTo>
                      <a:pt x="1" y="81"/>
                      <a:pt x="2" y="82"/>
                      <a:pt x="4" y="82"/>
                    </a:cubicBezTo>
                    <a:cubicBezTo>
                      <a:pt x="5" y="82"/>
                      <a:pt x="7" y="80"/>
                      <a:pt x="6" y="78"/>
                    </a:cubicBezTo>
                    <a:cubicBezTo>
                      <a:pt x="6" y="71"/>
                      <a:pt x="9" y="65"/>
                      <a:pt x="13" y="59"/>
                    </a:cubicBezTo>
                    <a:cubicBezTo>
                      <a:pt x="17" y="53"/>
                      <a:pt x="21" y="47"/>
                      <a:pt x="21" y="39"/>
                    </a:cubicBezTo>
                    <a:cubicBezTo>
                      <a:pt x="21" y="29"/>
                      <a:pt x="18" y="19"/>
                      <a:pt x="15" y="10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27" name="Freeform 382">
                <a:extLst>
                  <a:ext uri="{FF2B5EF4-FFF2-40B4-BE49-F238E27FC236}">
                    <a16:creationId xmlns:a16="http://schemas.microsoft.com/office/drawing/2014/main" id="{14BC04CD-8D3A-4B8C-8716-E08BD1EB6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793"/>
                <a:ext cx="105" cy="227"/>
              </a:xfrm>
              <a:custGeom>
                <a:avLst/>
                <a:gdLst>
                  <a:gd name="T0" fmla="*/ 313 w 42"/>
                  <a:gd name="T1" fmla="*/ 1071 h 85"/>
                  <a:gd name="T2" fmla="*/ 3720 w 42"/>
                  <a:gd name="T3" fmla="*/ 10170 h 85"/>
                  <a:gd name="T4" fmla="*/ 5675 w 42"/>
                  <a:gd name="T5" fmla="*/ 13030 h 85"/>
                  <a:gd name="T6" fmla="*/ 8333 w 42"/>
                  <a:gd name="T7" fmla="*/ 29748 h 85"/>
                  <a:gd name="T8" fmla="*/ 9113 w 42"/>
                  <a:gd name="T9" fmla="*/ 30819 h 85"/>
                  <a:gd name="T10" fmla="*/ 9770 w 42"/>
                  <a:gd name="T11" fmla="*/ 30170 h 85"/>
                  <a:gd name="T12" fmla="*/ 6845 w 42"/>
                  <a:gd name="T13" fmla="*/ 11540 h 85"/>
                  <a:gd name="T14" fmla="*/ 4688 w 42"/>
                  <a:gd name="T15" fmla="*/ 8701 h 85"/>
                  <a:gd name="T16" fmla="*/ 1770 w 42"/>
                  <a:gd name="T17" fmla="*/ 1071 h 85"/>
                  <a:gd name="T18" fmla="*/ 988 w 42"/>
                  <a:gd name="T19" fmla="*/ 0 h 85"/>
                  <a:gd name="T20" fmla="*/ 313 w 42"/>
                  <a:gd name="T21" fmla="*/ 1071 h 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85">
                    <a:moveTo>
                      <a:pt x="1" y="3"/>
                    </a:moveTo>
                    <a:cubicBezTo>
                      <a:pt x="0" y="16"/>
                      <a:pt x="7" y="22"/>
                      <a:pt x="15" y="28"/>
                    </a:cubicBezTo>
                    <a:cubicBezTo>
                      <a:pt x="18" y="31"/>
                      <a:pt x="21" y="33"/>
                      <a:pt x="23" y="36"/>
                    </a:cubicBezTo>
                    <a:cubicBezTo>
                      <a:pt x="36" y="49"/>
                      <a:pt x="36" y="66"/>
                      <a:pt x="34" y="82"/>
                    </a:cubicBezTo>
                    <a:cubicBezTo>
                      <a:pt x="34" y="84"/>
                      <a:pt x="35" y="85"/>
                      <a:pt x="37" y="85"/>
                    </a:cubicBezTo>
                    <a:cubicBezTo>
                      <a:pt x="38" y="85"/>
                      <a:pt x="40" y="84"/>
                      <a:pt x="40" y="83"/>
                    </a:cubicBezTo>
                    <a:cubicBezTo>
                      <a:pt x="42" y="65"/>
                      <a:pt x="42" y="47"/>
                      <a:pt x="28" y="32"/>
                    </a:cubicBezTo>
                    <a:cubicBezTo>
                      <a:pt x="25" y="29"/>
                      <a:pt x="22" y="26"/>
                      <a:pt x="19" y="24"/>
                    </a:cubicBezTo>
                    <a:cubicBezTo>
                      <a:pt x="12" y="18"/>
                      <a:pt x="6" y="13"/>
                      <a:pt x="7" y="3"/>
                    </a:cubicBezTo>
                    <a:cubicBezTo>
                      <a:pt x="7" y="2"/>
                      <a:pt x="6" y="0"/>
                      <a:pt x="4" y="0"/>
                    </a:cubicBezTo>
                    <a:cubicBezTo>
                      <a:pt x="2" y="0"/>
                      <a:pt x="1" y="1"/>
                      <a:pt x="1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28" name="Freeform 383">
                <a:extLst>
                  <a:ext uri="{FF2B5EF4-FFF2-40B4-BE49-F238E27FC236}">
                    <a16:creationId xmlns:a16="http://schemas.microsoft.com/office/drawing/2014/main" id="{11C0DE5C-04A7-4553-84CE-8FB9BDB22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1676"/>
                <a:ext cx="70" cy="170"/>
              </a:xfrm>
              <a:custGeom>
                <a:avLst/>
                <a:gdLst>
                  <a:gd name="T0" fmla="*/ 313 w 28"/>
                  <a:gd name="T1" fmla="*/ 656 h 64"/>
                  <a:gd name="T2" fmla="*/ 520 w 28"/>
                  <a:gd name="T3" fmla="*/ 2138 h 64"/>
                  <a:gd name="T4" fmla="*/ 5395 w 28"/>
                  <a:gd name="T5" fmla="*/ 17582 h 64"/>
                  <a:gd name="T6" fmla="*/ 5395 w 28"/>
                  <a:gd name="T7" fmla="*/ 21399 h 64"/>
                  <a:gd name="T8" fmla="*/ 6375 w 28"/>
                  <a:gd name="T9" fmla="*/ 22097 h 64"/>
                  <a:gd name="T10" fmla="*/ 6845 w 28"/>
                  <a:gd name="T11" fmla="*/ 21011 h 64"/>
                  <a:gd name="T12" fmla="*/ 6845 w 28"/>
                  <a:gd name="T13" fmla="*/ 17582 h 64"/>
                  <a:gd name="T14" fmla="*/ 1300 w 28"/>
                  <a:gd name="T15" fmla="*/ 396 h 64"/>
                  <a:gd name="T16" fmla="*/ 313 w 28"/>
                  <a:gd name="T17" fmla="*/ 656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64">
                    <a:moveTo>
                      <a:pt x="1" y="2"/>
                    </a:moveTo>
                    <a:cubicBezTo>
                      <a:pt x="0" y="3"/>
                      <a:pt x="1" y="5"/>
                      <a:pt x="2" y="6"/>
                    </a:cubicBezTo>
                    <a:cubicBezTo>
                      <a:pt x="20" y="15"/>
                      <a:pt x="21" y="32"/>
                      <a:pt x="22" y="50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3" y="62"/>
                      <a:pt x="24" y="64"/>
                      <a:pt x="26" y="63"/>
                    </a:cubicBezTo>
                    <a:cubicBezTo>
                      <a:pt x="27" y="63"/>
                      <a:pt x="28" y="62"/>
                      <a:pt x="28" y="6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7" y="31"/>
                      <a:pt x="25" y="12"/>
                      <a:pt x="5" y="1"/>
                    </a:cubicBezTo>
                    <a:cubicBezTo>
                      <a:pt x="3" y="0"/>
                      <a:pt x="2" y="0"/>
                      <a:pt x="1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29" name="Freeform 384">
                <a:extLst>
                  <a:ext uri="{FF2B5EF4-FFF2-40B4-BE49-F238E27FC236}">
                    <a16:creationId xmlns:a16="http://schemas.microsoft.com/office/drawing/2014/main" id="{E5C94CBE-90E6-4668-959B-C8D9502C7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761"/>
                <a:ext cx="203" cy="88"/>
              </a:xfrm>
              <a:custGeom>
                <a:avLst/>
                <a:gdLst>
                  <a:gd name="T0" fmla="*/ 18779 w 81"/>
                  <a:gd name="T1" fmla="*/ 661 h 33"/>
                  <a:gd name="T2" fmla="*/ 9195 w 81"/>
                  <a:gd name="T3" fmla="*/ 5405 h 33"/>
                  <a:gd name="T4" fmla="*/ 521 w 81"/>
                  <a:gd name="T5" fmla="*/ 9707 h 33"/>
                  <a:gd name="T6" fmla="*/ 313 w 81"/>
                  <a:gd name="T7" fmla="*/ 11171 h 33"/>
                  <a:gd name="T8" fmla="*/ 1306 w 81"/>
                  <a:gd name="T9" fmla="*/ 11469 h 33"/>
                  <a:gd name="T10" fmla="*/ 9195 w 81"/>
                  <a:gd name="T11" fmla="*/ 7531 h 33"/>
                  <a:gd name="T12" fmla="*/ 19771 w 81"/>
                  <a:gd name="T13" fmla="*/ 2184 h 33"/>
                  <a:gd name="T14" fmla="*/ 19771 w 81"/>
                  <a:gd name="T15" fmla="*/ 397 h 33"/>
                  <a:gd name="T16" fmla="*/ 18779 w 81"/>
                  <a:gd name="T17" fmla="*/ 66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33">
                    <a:moveTo>
                      <a:pt x="76" y="2"/>
                    </a:moveTo>
                    <a:cubicBezTo>
                      <a:pt x="66" y="13"/>
                      <a:pt x="53" y="14"/>
                      <a:pt x="37" y="15"/>
                    </a:cubicBezTo>
                    <a:cubicBezTo>
                      <a:pt x="22" y="16"/>
                      <a:pt x="15" y="19"/>
                      <a:pt x="2" y="27"/>
                    </a:cubicBezTo>
                    <a:cubicBezTo>
                      <a:pt x="0" y="28"/>
                      <a:pt x="0" y="30"/>
                      <a:pt x="1" y="31"/>
                    </a:cubicBezTo>
                    <a:cubicBezTo>
                      <a:pt x="2" y="32"/>
                      <a:pt x="4" y="33"/>
                      <a:pt x="5" y="32"/>
                    </a:cubicBezTo>
                    <a:cubicBezTo>
                      <a:pt x="17" y="24"/>
                      <a:pt x="23" y="22"/>
                      <a:pt x="37" y="21"/>
                    </a:cubicBezTo>
                    <a:cubicBezTo>
                      <a:pt x="54" y="20"/>
                      <a:pt x="69" y="19"/>
                      <a:pt x="80" y="6"/>
                    </a:cubicBezTo>
                    <a:cubicBezTo>
                      <a:pt x="81" y="4"/>
                      <a:pt x="81" y="2"/>
                      <a:pt x="80" y="1"/>
                    </a:cubicBezTo>
                    <a:cubicBezTo>
                      <a:pt x="79" y="0"/>
                      <a:pt x="77" y="0"/>
                      <a:pt x="76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0" name="Freeform 385">
                <a:extLst>
                  <a:ext uri="{FF2B5EF4-FFF2-40B4-BE49-F238E27FC236}">
                    <a16:creationId xmlns:a16="http://schemas.microsoft.com/office/drawing/2014/main" id="{971598CC-54BA-4953-8615-A7A4BE5D0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50"/>
                <a:ext cx="117" cy="160"/>
              </a:xfrm>
              <a:custGeom>
                <a:avLst/>
                <a:gdLst>
                  <a:gd name="T0" fmla="*/ 466 w 47"/>
                  <a:gd name="T1" fmla="*/ 1059 h 60"/>
                  <a:gd name="T2" fmla="*/ 5447 w 47"/>
                  <a:gd name="T3" fmla="*/ 12949 h 60"/>
                  <a:gd name="T4" fmla="*/ 9748 w 47"/>
                  <a:gd name="T5" fmla="*/ 20480 h 60"/>
                  <a:gd name="T6" fmla="*/ 10523 w 47"/>
                  <a:gd name="T7" fmla="*/ 21597 h 60"/>
                  <a:gd name="T8" fmla="*/ 11167 w 47"/>
                  <a:gd name="T9" fmla="*/ 20083 h 60"/>
                  <a:gd name="T10" fmla="*/ 6420 w 47"/>
                  <a:gd name="T11" fmla="*/ 11469 h 60"/>
                  <a:gd name="T12" fmla="*/ 1914 w 47"/>
                  <a:gd name="T13" fmla="*/ 1459 h 60"/>
                  <a:gd name="T14" fmla="*/ 1160 w 47"/>
                  <a:gd name="T15" fmla="*/ 0 h 60"/>
                  <a:gd name="T16" fmla="*/ 466 w 47"/>
                  <a:gd name="T17" fmla="*/ 1059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60">
                    <a:moveTo>
                      <a:pt x="2" y="3"/>
                    </a:moveTo>
                    <a:cubicBezTo>
                      <a:pt x="0" y="17"/>
                      <a:pt x="12" y="27"/>
                      <a:pt x="23" y="36"/>
                    </a:cubicBezTo>
                    <a:cubicBezTo>
                      <a:pt x="31" y="43"/>
                      <a:pt x="39" y="50"/>
                      <a:pt x="41" y="57"/>
                    </a:cubicBezTo>
                    <a:cubicBezTo>
                      <a:pt x="41" y="59"/>
                      <a:pt x="43" y="60"/>
                      <a:pt x="44" y="60"/>
                    </a:cubicBezTo>
                    <a:cubicBezTo>
                      <a:pt x="46" y="59"/>
                      <a:pt x="47" y="57"/>
                      <a:pt x="47" y="56"/>
                    </a:cubicBezTo>
                    <a:cubicBezTo>
                      <a:pt x="44" y="46"/>
                      <a:pt x="35" y="39"/>
                      <a:pt x="27" y="32"/>
                    </a:cubicBezTo>
                    <a:cubicBezTo>
                      <a:pt x="16" y="23"/>
                      <a:pt x="6" y="15"/>
                      <a:pt x="8" y="4"/>
                    </a:cubicBezTo>
                    <a:cubicBezTo>
                      <a:pt x="8" y="2"/>
                      <a:pt x="6" y="0"/>
                      <a:pt x="5" y="0"/>
                    </a:cubicBezTo>
                    <a:cubicBezTo>
                      <a:pt x="3" y="0"/>
                      <a:pt x="2" y="1"/>
                      <a:pt x="2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1" name="Freeform 386">
                <a:extLst>
                  <a:ext uri="{FF2B5EF4-FFF2-40B4-BE49-F238E27FC236}">
                    <a16:creationId xmlns:a16="http://schemas.microsoft.com/office/drawing/2014/main" id="{6A283FF6-203B-4B30-8DFE-3BF5588FE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134"/>
                <a:ext cx="63" cy="208"/>
              </a:xfrm>
              <a:custGeom>
                <a:avLst/>
                <a:gdLst>
                  <a:gd name="T0" fmla="*/ 801 w 25"/>
                  <a:gd name="T1" fmla="*/ 661 h 78"/>
                  <a:gd name="T2" fmla="*/ 1537 w 25"/>
                  <a:gd name="T3" fmla="*/ 6464 h 78"/>
                  <a:gd name="T4" fmla="*/ 2019 w 25"/>
                  <a:gd name="T5" fmla="*/ 7133 h 78"/>
                  <a:gd name="T6" fmla="*/ 4082 w 25"/>
                  <a:gd name="T7" fmla="*/ 14712 h 78"/>
                  <a:gd name="T8" fmla="*/ 4884 w 25"/>
                  <a:gd name="T9" fmla="*/ 26944 h 78"/>
                  <a:gd name="T10" fmla="*/ 5602 w 25"/>
                  <a:gd name="T11" fmla="*/ 28067 h 78"/>
                  <a:gd name="T12" fmla="*/ 6421 w 25"/>
                  <a:gd name="T13" fmla="*/ 26944 h 78"/>
                  <a:gd name="T14" fmla="*/ 5602 w 25"/>
                  <a:gd name="T15" fmla="*/ 14413 h 78"/>
                  <a:gd name="T16" fmla="*/ 3347 w 25"/>
                  <a:gd name="T17" fmla="*/ 6067 h 78"/>
                  <a:gd name="T18" fmla="*/ 2865 w 25"/>
                  <a:gd name="T19" fmla="*/ 5405 h 78"/>
                  <a:gd name="T20" fmla="*/ 2019 w 25"/>
                  <a:gd name="T21" fmla="*/ 1459 h 78"/>
                  <a:gd name="T22" fmla="*/ 1537 w 25"/>
                  <a:gd name="T23" fmla="*/ 0 h 78"/>
                  <a:gd name="T24" fmla="*/ 801 w 25"/>
                  <a:gd name="T25" fmla="*/ 661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78">
                    <a:moveTo>
                      <a:pt x="3" y="2"/>
                    </a:moveTo>
                    <a:cubicBezTo>
                      <a:pt x="0" y="8"/>
                      <a:pt x="4" y="14"/>
                      <a:pt x="6" y="18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12" y="28"/>
                      <a:pt x="14" y="32"/>
                      <a:pt x="16" y="41"/>
                    </a:cubicBezTo>
                    <a:cubicBezTo>
                      <a:pt x="18" y="53"/>
                      <a:pt x="19" y="63"/>
                      <a:pt x="19" y="75"/>
                    </a:cubicBezTo>
                    <a:cubicBezTo>
                      <a:pt x="19" y="77"/>
                      <a:pt x="21" y="78"/>
                      <a:pt x="22" y="78"/>
                    </a:cubicBezTo>
                    <a:cubicBezTo>
                      <a:pt x="24" y="78"/>
                      <a:pt x="25" y="77"/>
                      <a:pt x="25" y="75"/>
                    </a:cubicBezTo>
                    <a:cubicBezTo>
                      <a:pt x="25" y="63"/>
                      <a:pt x="24" y="52"/>
                      <a:pt x="22" y="40"/>
                    </a:cubicBezTo>
                    <a:cubicBezTo>
                      <a:pt x="20" y="30"/>
                      <a:pt x="18" y="26"/>
                      <a:pt x="13" y="17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9" y="11"/>
                      <a:pt x="7" y="7"/>
                      <a:pt x="8" y="4"/>
                    </a:cubicBezTo>
                    <a:cubicBezTo>
                      <a:pt x="9" y="3"/>
                      <a:pt x="8" y="1"/>
                      <a:pt x="6" y="0"/>
                    </a:cubicBezTo>
                    <a:cubicBezTo>
                      <a:pt x="5" y="0"/>
                      <a:pt x="3" y="0"/>
                      <a:pt x="3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2" name="Freeform 387">
                <a:extLst>
                  <a:ext uri="{FF2B5EF4-FFF2-40B4-BE49-F238E27FC236}">
                    <a16:creationId xmlns:a16="http://schemas.microsoft.com/office/drawing/2014/main" id="{E6D6D75D-90F5-4710-9329-130FAC854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09"/>
                <a:ext cx="108" cy="136"/>
              </a:xfrm>
              <a:custGeom>
                <a:avLst/>
                <a:gdLst>
                  <a:gd name="T0" fmla="*/ 794 w 43"/>
                  <a:gd name="T1" fmla="*/ 397 h 51"/>
                  <a:gd name="T2" fmla="*/ 0 w 43"/>
                  <a:gd name="T3" fmla="*/ 1459 h 51"/>
                  <a:gd name="T4" fmla="*/ 3785 w 43"/>
                  <a:gd name="T5" fmla="*/ 11469 h 51"/>
                  <a:gd name="T6" fmla="*/ 5817 w 43"/>
                  <a:gd name="T7" fmla="*/ 13347 h 51"/>
                  <a:gd name="T8" fmla="*/ 9318 w 43"/>
                  <a:gd name="T9" fmla="*/ 17656 h 51"/>
                  <a:gd name="T10" fmla="*/ 10315 w 43"/>
                  <a:gd name="T11" fmla="*/ 17955 h 51"/>
                  <a:gd name="T12" fmla="*/ 10504 w 43"/>
                  <a:gd name="T13" fmla="*/ 16589 h 51"/>
                  <a:gd name="T14" fmla="*/ 6477 w 43"/>
                  <a:gd name="T15" fmla="*/ 11469 h 51"/>
                  <a:gd name="T16" fmla="*/ 4498 w 43"/>
                  <a:gd name="T17" fmla="*/ 10104 h 51"/>
                  <a:gd name="T18" fmla="*/ 1507 w 43"/>
                  <a:gd name="T19" fmla="*/ 1059 h 51"/>
                  <a:gd name="T20" fmla="*/ 794 w 43"/>
                  <a:gd name="T21" fmla="*/ 397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51">
                    <a:moveTo>
                      <a:pt x="3" y="1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2" y="16"/>
                      <a:pt x="4" y="25"/>
                      <a:pt x="15" y="32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9" y="40"/>
                      <a:pt x="33" y="43"/>
                      <a:pt x="37" y="49"/>
                    </a:cubicBezTo>
                    <a:cubicBezTo>
                      <a:pt x="38" y="50"/>
                      <a:pt x="40" y="51"/>
                      <a:pt x="41" y="50"/>
                    </a:cubicBezTo>
                    <a:cubicBezTo>
                      <a:pt x="43" y="49"/>
                      <a:pt x="43" y="47"/>
                      <a:pt x="42" y="46"/>
                    </a:cubicBezTo>
                    <a:cubicBezTo>
                      <a:pt x="38" y="39"/>
                      <a:pt x="32" y="35"/>
                      <a:pt x="26" y="32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0" y="21"/>
                      <a:pt x="7" y="14"/>
                      <a:pt x="6" y="3"/>
                    </a:cubicBezTo>
                    <a:cubicBezTo>
                      <a:pt x="6" y="2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3" name="Freeform 388">
                <a:extLst>
                  <a:ext uri="{FF2B5EF4-FFF2-40B4-BE49-F238E27FC236}">
                    <a16:creationId xmlns:a16="http://schemas.microsoft.com/office/drawing/2014/main" id="{324DF3D4-DD44-4414-8F02-B07CC821D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230"/>
                <a:ext cx="83" cy="158"/>
              </a:xfrm>
              <a:custGeom>
                <a:avLst/>
                <a:gdLst>
                  <a:gd name="T0" fmla="*/ 7369 w 33"/>
                  <a:gd name="T1" fmla="*/ 0 h 59"/>
                  <a:gd name="T2" fmla="*/ 999 w 33"/>
                  <a:gd name="T3" fmla="*/ 8548 h 59"/>
                  <a:gd name="T4" fmla="*/ 797 w 33"/>
                  <a:gd name="T5" fmla="*/ 14343 h 59"/>
                  <a:gd name="T6" fmla="*/ 317 w 33"/>
                  <a:gd name="T7" fmla="*/ 19951 h 59"/>
                  <a:gd name="T8" fmla="*/ 526 w 33"/>
                  <a:gd name="T9" fmla="*/ 21335 h 59"/>
                  <a:gd name="T10" fmla="*/ 1524 w 33"/>
                  <a:gd name="T11" fmla="*/ 21084 h 59"/>
                  <a:gd name="T12" fmla="*/ 2321 w 33"/>
                  <a:gd name="T13" fmla="*/ 14041 h 59"/>
                  <a:gd name="T14" fmla="*/ 2513 w 33"/>
                  <a:gd name="T15" fmla="*/ 9201 h 59"/>
                  <a:gd name="T16" fmla="*/ 7561 w 33"/>
                  <a:gd name="T17" fmla="*/ 2209 h 59"/>
                  <a:gd name="T18" fmla="*/ 8054 w 33"/>
                  <a:gd name="T19" fmla="*/ 1077 h 59"/>
                  <a:gd name="T20" fmla="*/ 7369 w 33"/>
                  <a:gd name="T21" fmla="*/ 0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59">
                    <a:moveTo>
                      <a:pt x="29" y="0"/>
                    </a:moveTo>
                    <a:cubicBezTo>
                      <a:pt x="18" y="3"/>
                      <a:pt x="8" y="12"/>
                      <a:pt x="4" y="23"/>
                    </a:cubicBezTo>
                    <a:cubicBezTo>
                      <a:pt x="2" y="28"/>
                      <a:pt x="3" y="34"/>
                      <a:pt x="3" y="39"/>
                    </a:cubicBezTo>
                    <a:cubicBezTo>
                      <a:pt x="4" y="45"/>
                      <a:pt x="4" y="50"/>
                      <a:pt x="1" y="54"/>
                    </a:cubicBezTo>
                    <a:cubicBezTo>
                      <a:pt x="0" y="55"/>
                      <a:pt x="1" y="57"/>
                      <a:pt x="2" y="58"/>
                    </a:cubicBezTo>
                    <a:cubicBezTo>
                      <a:pt x="3" y="59"/>
                      <a:pt x="5" y="59"/>
                      <a:pt x="6" y="57"/>
                    </a:cubicBezTo>
                    <a:cubicBezTo>
                      <a:pt x="10" y="52"/>
                      <a:pt x="10" y="45"/>
                      <a:pt x="9" y="38"/>
                    </a:cubicBezTo>
                    <a:cubicBezTo>
                      <a:pt x="9" y="34"/>
                      <a:pt x="8" y="29"/>
                      <a:pt x="10" y="25"/>
                    </a:cubicBezTo>
                    <a:cubicBezTo>
                      <a:pt x="13" y="16"/>
                      <a:pt x="22" y="8"/>
                      <a:pt x="30" y="6"/>
                    </a:cubicBezTo>
                    <a:cubicBezTo>
                      <a:pt x="32" y="6"/>
                      <a:pt x="33" y="4"/>
                      <a:pt x="32" y="3"/>
                    </a:cubicBezTo>
                    <a:cubicBezTo>
                      <a:pt x="32" y="1"/>
                      <a:pt x="30" y="0"/>
                      <a:pt x="29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4" name="Freeform 389">
                <a:extLst>
                  <a:ext uri="{FF2B5EF4-FFF2-40B4-BE49-F238E27FC236}">
                    <a16:creationId xmlns:a16="http://schemas.microsoft.com/office/drawing/2014/main" id="{E1BB8765-ED86-4F4A-91E9-589C9A311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62"/>
                <a:ext cx="85" cy="291"/>
              </a:xfrm>
              <a:custGeom>
                <a:avLst/>
                <a:gdLst>
                  <a:gd name="T0" fmla="*/ 3250 w 34"/>
                  <a:gd name="T1" fmla="*/ 662 h 109"/>
                  <a:gd name="T2" fmla="*/ 2938 w 34"/>
                  <a:gd name="T3" fmla="*/ 15850 h 109"/>
                  <a:gd name="T4" fmla="*/ 3720 w 34"/>
                  <a:gd name="T5" fmla="*/ 18039 h 109"/>
                  <a:gd name="T6" fmla="*/ 4220 w 34"/>
                  <a:gd name="T7" fmla="*/ 37697 h 109"/>
                  <a:gd name="T8" fmla="*/ 4425 w 34"/>
                  <a:gd name="T9" fmla="*/ 39066 h 109"/>
                  <a:gd name="T10" fmla="*/ 5395 w 34"/>
                  <a:gd name="T11" fmla="*/ 38815 h 109"/>
                  <a:gd name="T12" fmla="*/ 4895 w 34"/>
                  <a:gd name="T13" fmla="*/ 16971 h 109"/>
                  <a:gd name="T14" fmla="*/ 4425 w 34"/>
                  <a:gd name="T15" fmla="*/ 15183 h 109"/>
                  <a:gd name="T16" fmla="*/ 4220 w 34"/>
                  <a:gd name="T17" fmla="*/ 2189 h 109"/>
                  <a:gd name="T18" fmla="*/ 4220 w 34"/>
                  <a:gd name="T19" fmla="*/ 400 h 109"/>
                  <a:gd name="T20" fmla="*/ 3250 w 34"/>
                  <a:gd name="T21" fmla="*/ 662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09">
                    <a:moveTo>
                      <a:pt x="13" y="2"/>
                    </a:moveTo>
                    <a:cubicBezTo>
                      <a:pt x="0" y="16"/>
                      <a:pt x="7" y="31"/>
                      <a:pt x="12" y="44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22" y="68"/>
                      <a:pt x="28" y="87"/>
                      <a:pt x="17" y="104"/>
                    </a:cubicBezTo>
                    <a:cubicBezTo>
                      <a:pt x="16" y="106"/>
                      <a:pt x="17" y="107"/>
                      <a:pt x="18" y="108"/>
                    </a:cubicBezTo>
                    <a:cubicBezTo>
                      <a:pt x="20" y="109"/>
                      <a:pt x="21" y="109"/>
                      <a:pt x="22" y="107"/>
                    </a:cubicBezTo>
                    <a:cubicBezTo>
                      <a:pt x="34" y="88"/>
                      <a:pt x="28" y="67"/>
                      <a:pt x="20" y="47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2" y="29"/>
                      <a:pt x="7" y="17"/>
                      <a:pt x="17" y="6"/>
                    </a:cubicBezTo>
                    <a:cubicBezTo>
                      <a:pt x="18" y="4"/>
                      <a:pt x="18" y="2"/>
                      <a:pt x="17" y="1"/>
                    </a:cubicBezTo>
                    <a:cubicBezTo>
                      <a:pt x="16" y="0"/>
                      <a:pt x="14" y="0"/>
                      <a:pt x="13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5" name="Freeform 390">
                <a:extLst>
                  <a:ext uri="{FF2B5EF4-FFF2-40B4-BE49-F238E27FC236}">
                    <a16:creationId xmlns:a16="http://schemas.microsoft.com/office/drawing/2014/main" id="{6A1A281D-1459-4528-B8D2-906D10D99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1598"/>
                <a:ext cx="42" cy="139"/>
              </a:xfrm>
              <a:custGeom>
                <a:avLst/>
                <a:gdLst>
                  <a:gd name="T0" fmla="*/ 2942 w 17"/>
                  <a:gd name="T1" fmla="*/ 0 h 52"/>
                  <a:gd name="T2" fmla="*/ 2308 w 17"/>
                  <a:gd name="T3" fmla="*/ 1072 h 52"/>
                  <a:gd name="T4" fmla="*/ 1569 w 17"/>
                  <a:gd name="T5" fmla="*/ 6530 h 52"/>
                  <a:gd name="T6" fmla="*/ 2503 w 17"/>
                  <a:gd name="T7" fmla="*/ 18586 h 52"/>
                  <a:gd name="T8" fmla="*/ 3395 w 17"/>
                  <a:gd name="T9" fmla="*/ 18279 h 52"/>
                  <a:gd name="T10" fmla="*/ 3199 w 17"/>
                  <a:gd name="T11" fmla="*/ 16792 h 52"/>
                  <a:gd name="T12" fmla="*/ 2942 w 17"/>
                  <a:gd name="T13" fmla="*/ 7260 h 52"/>
                  <a:gd name="T14" fmla="*/ 3694 w 17"/>
                  <a:gd name="T15" fmla="*/ 671 h 52"/>
                  <a:gd name="T16" fmla="*/ 2942 w 17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52">
                    <a:moveTo>
                      <a:pt x="13" y="0"/>
                    </a:moveTo>
                    <a:cubicBezTo>
                      <a:pt x="12" y="0"/>
                      <a:pt x="10" y="1"/>
                      <a:pt x="10" y="3"/>
                    </a:cubicBezTo>
                    <a:cubicBezTo>
                      <a:pt x="11" y="7"/>
                      <a:pt x="9" y="12"/>
                      <a:pt x="7" y="18"/>
                    </a:cubicBezTo>
                    <a:cubicBezTo>
                      <a:pt x="4" y="29"/>
                      <a:pt x="0" y="42"/>
                      <a:pt x="11" y="51"/>
                    </a:cubicBezTo>
                    <a:cubicBezTo>
                      <a:pt x="12" y="52"/>
                      <a:pt x="14" y="52"/>
                      <a:pt x="15" y="50"/>
                    </a:cubicBezTo>
                    <a:cubicBezTo>
                      <a:pt x="16" y="49"/>
                      <a:pt x="16" y="47"/>
                      <a:pt x="14" y="46"/>
                    </a:cubicBezTo>
                    <a:cubicBezTo>
                      <a:pt x="7" y="40"/>
                      <a:pt x="10" y="30"/>
                      <a:pt x="13" y="20"/>
                    </a:cubicBezTo>
                    <a:cubicBezTo>
                      <a:pt x="15" y="14"/>
                      <a:pt x="17" y="8"/>
                      <a:pt x="16" y="2"/>
                    </a:cubicBezTo>
                    <a:cubicBezTo>
                      <a:pt x="16" y="1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6" name="Freeform 391">
                <a:extLst>
                  <a:ext uri="{FF2B5EF4-FFF2-40B4-BE49-F238E27FC236}">
                    <a16:creationId xmlns:a16="http://schemas.microsoft.com/office/drawing/2014/main" id="{5132EB76-F487-4D52-82CB-CD7D25FF0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972"/>
                <a:ext cx="100" cy="138"/>
              </a:xfrm>
              <a:custGeom>
                <a:avLst/>
                <a:gdLst>
                  <a:gd name="T0" fmla="*/ 520 w 40"/>
                  <a:gd name="T1" fmla="*/ 395 h 52"/>
                  <a:gd name="T2" fmla="*/ 0 w 40"/>
                  <a:gd name="T3" fmla="*/ 1741 h 52"/>
                  <a:gd name="T4" fmla="*/ 4688 w 40"/>
                  <a:gd name="T5" fmla="*/ 7640 h 52"/>
                  <a:gd name="T6" fmla="*/ 5863 w 40"/>
                  <a:gd name="T7" fmla="*/ 8431 h 52"/>
                  <a:gd name="T8" fmla="*/ 7625 w 40"/>
                  <a:gd name="T9" fmla="*/ 11213 h 52"/>
                  <a:gd name="T10" fmla="*/ 8125 w 40"/>
                  <a:gd name="T11" fmla="*/ 15684 h 52"/>
                  <a:gd name="T12" fmla="*/ 8333 w 40"/>
                  <a:gd name="T13" fmla="*/ 17123 h 52"/>
                  <a:gd name="T14" fmla="*/ 9113 w 40"/>
                  <a:gd name="T15" fmla="*/ 18150 h 52"/>
                  <a:gd name="T16" fmla="*/ 9583 w 40"/>
                  <a:gd name="T17" fmla="*/ 16714 h 52"/>
                  <a:gd name="T18" fmla="*/ 9583 w 40"/>
                  <a:gd name="T19" fmla="*/ 15416 h 52"/>
                  <a:gd name="T20" fmla="*/ 9113 w 40"/>
                  <a:gd name="T21" fmla="*/ 10523 h 52"/>
                  <a:gd name="T22" fmla="*/ 6375 w 40"/>
                  <a:gd name="T23" fmla="*/ 6298 h 52"/>
                  <a:gd name="T24" fmla="*/ 5208 w 40"/>
                  <a:gd name="T25" fmla="*/ 5515 h 52"/>
                  <a:gd name="T26" fmla="*/ 1488 w 40"/>
                  <a:gd name="T27" fmla="*/ 1048 h 52"/>
                  <a:gd name="T28" fmla="*/ 520 w 40"/>
                  <a:gd name="T29" fmla="*/ 395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" h="52">
                    <a:moveTo>
                      <a:pt x="2" y="1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4" y="15"/>
                      <a:pt x="9" y="18"/>
                      <a:pt x="19" y="22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9" y="25"/>
                      <a:pt x="29" y="25"/>
                      <a:pt x="31" y="32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51"/>
                      <a:pt x="35" y="52"/>
                      <a:pt x="37" y="52"/>
                    </a:cubicBezTo>
                    <a:cubicBezTo>
                      <a:pt x="39" y="51"/>
                      <a:pt x="40" y="50"/>
                      <a:pt x="39" y="48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21"/>
                      <a:pt x="33" y="20"/>
                      <a:pt x="26" y="18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3" y="13"/>
                      <a:pt x="9" y="11"/>
                      <a:pt x="6" y="3"/>
                    </a:cubicBezTo>
                    <a:cubicBezTo>
                      <a:pt x="5" y="1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7" name="Freeform 392">
                <a:extLst>
                  <a:ext uri="{FF2B5EF4-FFF2-40B4-BE49-F238E27FC236}">
                    <a16:creationId xmlns:a16="http://schemas.microsoft.com/office/drawing/2014/main" id="{AFA66324-8C3B-4A3B-9EBA-B7F8C2D82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212"/>
                <a:ext cx="60" cy="192"/>
              </a:xfrm>
              <a:custGeom>
                <a:avLst/>
                <a:gdLst>
                  <a:gd name="T0" fmla="*/ 1770 w 24"/>
                  <a:gd name="T1" fmla="*/ 397 h 72"/>
                  <a:gd name="T2" fmla="*/ 1488 w 24"/>
                  <a:gd name="T3" fmla="*/ 11171 h 72"/>
                  <a:gd name="T4" fmla="*/ 4425 w 24"/>
                  <a:gd name="T5" fmla="*/ 24824 h 72"/>
                  <a:gd name="T6" fmla="*/ 5208 w 24"/>
                  <a:gd name="T7" fmla="*/ 25485 h 72"/>
                  <a:gd name="T8" fmla="*/ 5863 w 24"/>
                  <a:gd name="T9" fmla="*/ 24427 h 72"/>
                  <a:gd name="T10" fmla="*/ 2738 w 24"/>
                  <a:gd name="T11" fmla="*/ 10376 h 72"/>
                  <a:gd name="T12" fmla="*/ 2738 w 24"/>
                  <a:gd name="T13" fmla="*/ 2184 h 72"/>
                  <a:gd name="T14" fmla="*/ 2738 w 24"/>
                  <a:gd name="T15" fmla="*/ 397 h 72"/>
                  <a:gd name="T16" fmla="*/ 1770 w 24"/>
                  <a:gd name="T17" fmla="*/ 397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72">
                    <a:moveTo>
                      <a:pt x="7" y="1"/>
                    </a:moveTo>
                    <a:cubicBezTo>
                      <a:pt x="0" y="9"/>
                      <a:pt x="2" y="22"/>
                      <a:pt x="6" y="31"/>
                    </a:cubicBezTo>
                    <a:cubicBezTo>
                      <a:pt x="11" y="44"/>
                      <a:pt x="15" y="54"/>
                      <a:pt x="18" y="69"/>
                    </a:cubicBezTo>
                    <a:cubicBezTo>
                      <a:pt x="18" y="71"/>
                      <a:pt x="20" y="72"/>
                      <a:pt x="21" y="71"/>
                    </a:cubicBezTo>
                    <a:cubicBezTo>
                      <a:pt x="23" y="71"/>
                      <a:pt x="24" y="69"/>
                      <a:pt x="24" y="68"/>
                    </a:cubicBezTo>
                    <a:cubicBezTo>
                      <a:pt x="20" y="53"/>
                      <a:pt x="16" y="42"/>
                      <a:pt x="11" y="29"/>
                    </a:cubicBezTo>
                    <a:cubicBezTo>
                      <a:pt x="8" y="21"/>
                      <a:pt x="7" y="11"/>
                      <a:pt x="11" y="6"/>
                    </a:cubicBezTo>
                    <a:cubicBezTo>
                      <a:pt x="12" y="4"/>
                      <a:pt x="12" y="2"/>
                      <a:pt x="11" y="1"/>
                    </a:cubicBezTo>
                    <a:cubicBezTo>
                      <a:pt x="10" y="0"/>
                      <a:pt x="8" y="0"/>
                      <a:pt x="7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8" name="Freeform 393">
                <a:extLst>
                  <a:ext uri="{FF2B5EF4-FFF2-40B4-BE49-F238E27FC236}">
                    <a16:creationId xmlns:a16="http://schemas.microsoft.com/office/drawing/2014/main" id="{8B3E5993-BF82-47CC-8A13-16E0A2FCB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908"/>
                <a:ext cx="95" cy="213"/>
              </a:xfrm>
              <a:custGeom>
                <a:avLst/>
                <a:gdLst>
                  <a:gd name="T0" fmla="*/ 783 w 38"/>
                  <a:gd name="T1" fmla="*/ 0 h 80"/>
                  <a:gd name="T2" fmla="*/ 313 w 38"/>
                  <a:gd name="T3" fmla="*/ 1454 h 80"/>
                  <a:gd name="T4" fmla="*/ 1300 w 38"/>
                  <a:gd name="T5" fmla="*/ 4268 h 80"/>
                  <a:gd name="T6" fmla="*/ 2270 w 38"/>
                  <a:gd name="T7" fmla="*/ 6438 h 80"/>
                  <a:gd name="T8" fmla="*/ 2470 w 38"/>
                  <a:gd name="T9" fmla="*/ 11100 h 80"/>
                  <a:gd name="T10" fmla="*/ 2270 w 38"/>
                  <a:gd name="T11" fmla="*/ 13512 h 80"/>
                  <a:gd name="T12" fmla="*/ 5395 w 38"/>
                  <a:gd name="T13" fmla="*/ 23571 h 80"/>
                  <a:gd name="T14" fmla="*/ 7813 w 38"/>
                  <a:gd name="T15" fmla="*/ 27839 h 80"/>
                  <a:gd name="T16" fmla="*/ 8800 w 38"/>
                  <a:gd name="T17" fmla="*/ 28087 h 80"/>
                  <a:gd name="T18" fmla="*/ 9113 w 38"/>
                  <a:gd name="T19" fmla="*/ 26385 h 80"/>
                  <a:gd name="T20" fmla="*/ 6645 w 38"/>
                  <a:gd name="T21" fmla="*/ 22061 h 80"/>
                  <a:gd name="T22" fmla="*/ 3720 w 38"/>
                  <a:gd name="T23" fmla="*/ 13512 h 80"/>
                  <a:gd name="T24" fmla="*/ 3908 w 38"/>
                  <a:gd name="T25" fmla="*/ 11364 h 80"/>
                  <a:gd name="T26" fmla="*/ 3438 w 38"/>
                  <a:gd name="T27" fmla="*/ 5735 h 80"/>
                  <a:gd name="T28" fmla="*/ 2470 w 38"/>
                  <a:gd name="T29" fmla="*/ 3211 h 80"/>
                  <a:gd name="T30" fmla="*/ 1488 w 38"/>
                  <a:gd name="T31" fmla="*/ 660 h 80"/>
                  <a:gd name="T32" fmla="*/ 783 w 38"/>
                  <a:gd name="T33" fmla="*/ 0 h 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" h="80">
                    <a:moveTo>
                      <a:pt x="3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1" y="7"/>
                      <a:pt x="3" y="10"/>
                      <a:pt x="5" y="12"/>
                    </a:cubicBezTo>
                    <a:cubicBezTo>
                      <a:pt x="7" y="14"/>
                      <a:pt x="8" y="16"/>
                      <a:pt x="9" y="18"/>
                    </a:cubicBezTo>
                    <a:cubicBezTo>
                      <a:pt x="10" y="22"/>
                      <a:pt x="10" y="26"/>
                      <a:pt x="10" y="31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53"/>
                      <a:pt x="16" y="60"/>
                      <a:pt x="22" y="66"/>
                    </a:cubicBezTo>
                    <a:cubicBezTo>
                      <a:pt x="26" y="69"/>
                      <a:pt x="29" y="73"/>
                      <a:pt x="32" y="78"/>
                    </a:cubicBezTo>
                    <a:cubicBezTo>
                      <a:pt x="33" y="79"/>
                      <a:pt x="35" y="80"/>
                      <a:pt x="36" y="79"/>
                    </a:cubicBezTo>
                    <a:cubicBezTo>
                      <a:pt x="37" y="78"/>
                      <a:pt x="38" y="76"/>
                      <a:pt x="37" y="74"/>
                    </a:cubicBezTo>
                    <a:cubicBezTo>
                      <a:pt x="34" y="69"/>
                      <a:pt x="30" y="65"/>
                      <a:pt x="27" y="62"/>
                    </a:cubicBezTo>
                    <a:cubicBezTo>
                      <a:pt x="20" y="56"/>
                      <a:pt x="16" y="51"/>
                      <a:pt x="15" y="38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26"/>
                      <a:pt x="16" y="21"/>
                      <a:pt x="14" y="16"/>
                    </a:cubicBezTo>
                    <a:cubicBezTo>
                      <a:pt x="13" y="13"/>
                      <a:pt x="11" y="11"/>
                      <a:pt x="10" y="9"/>
                    </a:cubicBezTo>
                    <a:cubicBezTo>
                      <a:pt x="8" y="6"/>
                      <a:pt x="7" y="5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9" name="Freeform 394">
                <a:extLst>
                  <a:ext uri="{FF2B5EF4-FFF2-40B4-BE49-F238E27FC236}">
                    <a16:creationId xmlns:a16="http://schemas.microsoft.com/office/drawing/2014/main" id="{B5C967DC-E1D4-4B15-9F31-A8880A104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046"/>
                <a:ext cx="73" cy="147"/>
              </a:xfrm>
              <a:custGeom>
                <a:avLst/>
                <a:gdLst>
                  <a:gd name="T0" fmla="*/ 526 w 29"/>
                  <a:gd name="T1" fmla="*/ 401 h 55"/>
                  <a:gd name="T2" fmla="*/ 317 w 29"/>
                  <a:gd name="T3" fmla="*/ 1793 h 55"/>
                  <a:gd name="T4" fmla="*/ 317 w 29"/>
                  <a:gd name="T5" fmla="*/ 5458 h 55"/>
                  <a:gd name="T6" fmla="*/ 317 w 29"/>
                  <a:gd name="T7" fmla="*/ 8058 h 55"/>
                  <a:gd name="T8" fmla="*/ 6064 w 29"/>
                  <a:gd name="T9" fmla="*/ 19645 h 55"/>
                  <a:gd name="T10" fmla="*/ 7066 w 29"/>
                  <a:gd name="T11" fmla="*/ 19393 h 55"/>
                  <a:gd name="T12" fmla="*/ 6857 w 29"/>
                  <a:gd name="T13" fmla="*/ 17851 h 55"/>
                  <a:gd name="T14" fmla="*/ 1800 w 29"/>
                  <a:gd name="T15" fmla="*/ 8058 h 55"/>
                  <a:gd name="T16" fmla="*/ 1800 w 29"/>
                  <a:gd name="T17" fmla="*/ 5864 h 55"/>
                  <a:gd name="T18" fmla="*/ 1533 w 29"/>
                  <a:gd name="T19" fmla="*/ 671 h 55"/>
                  <a:gd name="T20" fmla="*/ 526 w 29"/>
                  <a:gd name="T21" fmla="*/ 401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55">
                    <a:moveTo>
                      <a:pt x="2" y="1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2" y="8"/>
                      <a:pt x="2" y="11"/>
                      <a:pt x="1" y="15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39"/>
                      <a:pt x="10" y="47"/>
                      <a:pt x="24" y="54"/>
                    </a:cubicBezTo>
                    <a:cubicBezTo>
                      <a:pt x="25" y="55"/>
                      <a:pt x="27" y="54"/>
                      <a:pt x="28" y="53"/>
                    </a:cubicBezTo>
                    <a:cubicBezTo>
                      <a:pt x="29" y="51"/>
                      <a:pt x="28" y="49"/>
                      <a:pt x="27" y="49"/>
                    </a:cubicBezTo>
                    <a:cubicBezTo>
                      <a:pt x="14" y="42"/>
                      <a:pt x="7" y="36"/>
                      <a:pt x="7" y="22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2"/>
                      <a:pt x="8" y="7"/>
                      <a:pt x="6" y="2"/>
                    </a:cubicBezTo>
                    <a:cubicBezTo>
                      <a:pt x="6" y="1"/>
                      <a:pt x="4" y="0"/>
                      <a:pt x="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0" name="Freeform 395">
                <a:extLst>
                  <a:ext uri="{FF2B5EF4-FFF2-40B4-BE49-F238E27FC236}">
                    <a16:creationId xmlns:a16="http://schemas.microsoft.com/office/drawing/2014/main" id="{134D29EC-189D-4ED8-B134-B730163A8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286"/>
                <a:ext cx="60" cy="190"/>
              </a:xfrm>
              <a:custGeom>
                <a:avLst/>
                <a:gdLst>
                  <a:gd name="T0" fmla="*/ 4688 w 24"/>
                  <a:gd name="T1" fmla="*/ 401 h 71"/>
                  <a:gd name="T2" fmla="*/ 3720 w 24"/>
                  <a:gd name="T3" fmla="*/ 5901 h 71"/>
                  <a:gd name="T4" fmla="*/ 3720 w 24"/>
                  <a:gd name="T5" fmla="*/ 7683 h 71"/>
                  <a:gd name="T6" fmla="*/ 3250 w 24"/>
                  <a:gd name="T7" fmla="*/ 10314 h 71"/>
                  <a:gd name="T8" fmla="*/ 2738 w 24"/>
                  <a:gd name="T9" fmla="*/ 11788 h 71"/>
                  <a:gd name="T10" fmla="*/ 1770 w 24"/>
                  <a:gd name="T11" fmla="*/ 25645 h 71"/>
                  <a:gd name="T12" fmla="*/ 2738 w 24"/>
                  <a:gd name="T13" fmla="*/ 25645 h 71"/>
                  <a:gd name="T14" fmla="*/ 2738 w 24"/>
                  <a:gd name="T15" fmla="*/ 24299 h 71"/>
                  <a:gd name="T16" fmla="*/ 3908 w 24"/>
                  <a:gd name="T17" fmla="*/ 12920 h 71"/>
                  <a:gd name="T18" fmla="*/ 4425 w 24"/>
                  <a:gd name="T19" fmla="*/ 11387 h 71"/>
                  <a:gd name="T20" fmla="*/ 5208 w 24"/>
                  <a:gd name="T21" fmla="*/ 7683 h 71"/>
                  <a:gd name="T22" fmla="*/ 5208 w 24"/>
                  <a:gd name="T23" fmla="*/ 5478 h 71"/>
                  <a:gd name="T24" fmla="*/ 5675 w 24"/>
                  <a:gd name="T25" fmla="*/ 1804 h 71"/>
                  <a:gd name="T26" fmla="*/ 5675 w 24"/>
                  <a:gd name="T27" fmla="*/ 401 h 71"/>
                  <a:gd name="T28" fmla="*/ 4688 w 24"/>
                  <a:gd name="T29" fmla="*/ 401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71">
                    <a:moveTo>
                      <a:pt x="19" y="1"/>
                    </a:moveTo>
                    <a:cubicBezTo>
                      <a:pt x="14" y="7"/>
                      <a:pt x="14" y="12"/>
                      <a:pt x="15" y="16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6"/>
                      <a:pt x="15" y="26"/>
                      <a:pt x="13" y="28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" y="50"/>
                      <a:pt x="0" y="63"/>
                      <a:pt x="7" y="70"/>
                    </a:cubicBezTo>
                    <a:cubicBezTo>
                      <a:pt x="8" y="71"/>
                      <a:pt x="10" y="71"/>
                      <a:pt x="11" y="70"/>
                    </a:cubicBezTo>
                    <a:cubicBezTo>
                      <a:pt x="12" y="69"/>
                      <a:pt x="12" y="67"/>
                      <a:pt x="11" y="66"/>
                    </a:cubicBezTo>
                    <a:cubicBezTo>
                      <a:pt x="6" y="61"/>
                      <a:pt x="8" y="50"/>
                      <a:pt x="16" y="35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0" y="28"/>
                      <a:pt x="21" y="27"/>
                      <a:pt x="21" y="21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1"/>
                      <a:pt x="20" y="9"/>
                      <a:pt x="23" y="5"/>
                    </a:cubicBezTo>
                    <a:cubicBezTo>
                      <a:pt x="24" y="4"/>
                      <a:pt x="24" y="2"/>
                      <a:pt x="23" y="1"/>
                    </a:cubicBezTo>
                    <a:cubicBezTo>
                      <a:pt x="22" y="0"/>
                      <a:pt x="20" y="0"/>
                      <a:pt x="19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1" name="Freeform 396">
                <a:extLst>
                  <a:ext uri="{FF2B5EF4-FFF2-40B4-BE49-F238E27FC236}">
                    <a16:creationId xmlns:a16="http://schemas.microsoft.com/office/drawing/2014/main" id="{D4941E42-8075-452F-83F5-2E59FA8F6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302"/>
                <a:ext cx="42" cy="278"/>
              </a:xfrm>
              <a:custGeom>
                <a:avLst/>
                <a:gdLst>
                  <a:gd name="T0" fmla="*/ 2308 w 17"/>
                  <a:gd name="T1" fmla="*/ 0 h 104"/>
                  <a:gd name="T2" fmla="*/ 1569 w 17"/>
                  <a:gd name="T3" fmla="*/ 1072 h 104"/>
                  <a:gd name="T4" fmla="*/ 934 w 17"/>
                  <a:gd name="T5" fmla="*/ 7260 h 104"/>
                  <a:gd name="T6" fmla="*/ 635 w 17"/>
                  <a:gd name="T7" fmla="*/ 17207 h 104"/>
                  <a:gd name="T8" fmla="*/ 1374 w 17"/>
                  <a:gd name="T9" fmla="*/ 36463 h 104"/>
                  <a:gd name="T10" fmla="*/ 1826 w 17"/>
                  <a:gd name="T11" fmla="*/ 37535 h 104"/>
                  <a:gd name="T12" fmla="*/ 2760 w 17"/>
                  <a:gd name="T13" fmla="*/ 36862 h 104"/>
                  <a:gd name="T14" fmla="*/ 2009 w 17"/>
                  <a:gd name="T15" fmla="*/ 16391 h 104"/>
                  <a:gd name="T16" fmla="*/ 2308 w 17"/>
                  <a:gd name="T17" fmla="*/ 8059 h 104"/>
                  <a:gd name="T18" fmla="*/ 2942 w 17"/>
                  <a:gd name="T19" fmla="*/ 1072 h 104"/>
                  <a:gd name="T20" fmla="*/ 2308 w 17"/>
                  <a:gd name="T21" fmla="*/ 0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104">
                    <a:moveTo>
                      <a:pt x="10" y="0"/>
                    </a:moveTo>
                    <a:cubicBezTo>
                      <a:pt x="8" y="0"/>
                      <a:pt x="7" y="1"/>
                      <a:pt x="7" y="3"/>
                    </a:cubicBezTo>
                    <a:cubicBezTo>
                      <a:pt x="7" y="9"/>
                      <a:pt x="6" y="14"/>
                      <a:pt x="4" y="20"/>
                    </a:cubicBezTo>
                    <a:cubicBezTo>
                      <a:pt x="2" y="29"/>
                      <a:pt x="0" y="37"/>
                      <a:pt x="3" y="47"/>
                    </a:cubicBezTo>
                    <a:cubicBezTo>
                      <a:pt x="10" y="66"/>
                      <a:pt x="10" y="80"/>
                      <a:pt x="6" y="100"/>
                    </a:cubicBezTo>
                    <a:cubicBezTo>
                      <a:pt x="6" y="101"/>
                      <a:pt x="7" y="103"/>
                      <a:pt x="8" y="103"/>
                    </a:cubicBezTo>
                    <a:cubicBezTo>
                      <a:pt x="10" y="104"/>
                      <a:pt x="11" y="103"/>
                      <a:pt x="12" y="101"/>
                    </a:cubicBezTo>
                    <a:cubicBezTo>
                      <a:pt x="17" y="80"/>
                      <a:pt x="16" y="65"/>
                      <a:pt x="9" y="45"/>
                    </a:cubicBezTo>
                    <a:cubicBezTo>
                      <a:pt x="6" y="37"/>
                      <a:pt x="8" y="30"/>
                      <a:pt x="10" y="22"/>
                    </a:cubicBezTo>
                    <a:cubicBezTo>
                      <a:pt x="12" y="16"/>
                      <a:pt x="13" y="9"/>
                      <a:pt x="13" y="3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2" name="Freeform 397">
                <a:extLst>
                  <a:ext uri="{FF2B5EF4-FFF2-40B4-BE49-F238E27FC236}">
                    <a16:creationId xmlns:a16="http://schemas.microsoft.com/office/drawing/2014/main" id="{B50E2975-1E33-413E-9A97-9D422DCF9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361"/>
                <a:ext cx="70" cy="240"/>
              </a:xfrm>
              <a:custGeom>
                <a:avLst/>
                <a:gdLst>
                  <a:gd name="T0" fmla="*/ 1958 w 28"/>
                  <a:gd name="T1" fmla="*/ 0 h 90"/>
                  <a:gd name="T2" fmla="*/ 1300 w 28"/>
                  <a:gd name="T3" fmla="*/ 1059 h 90"/>
                  <a:gd name="T4" fmla="*/ 783 w 28"/>
                  <a:gd name="T5" fmla="*/ 6464 h 90"/>
                  <a:gd name="T6" fmla="*/ 783 w 28"/>
                  <a:gd name="T7" fmla="*/ 16179 h 90"/>
                  <a:gd name="T8" fmla="*/ 2470 w 28"/>
                  <a:gd name="T9" fmla="*/ 20877 h 90"/>
                  <a:gd name="T10" fmla="*/ 3908 w 28"/>
                  <a:gd name="T11" fmla="*/ 30891 h 90"/>
                  <a:gd name="T12" fmla="*/ 4425 w 28"/>
                  <a:gd name="T13" fmla="*/ 32371 h 90"/>
                  <a:gd name="T14" fmla="*/ 5395 w 28"/>
                  <a:gd name="T15" fmla="*/ 31709 h 90"/>
                  <a:gd name="T16" fmla="*/ 3908 w 28"/>
                  <a:gd name="T17" fmla="*/ 19819 h 90"/>
                  <a:gd name="T18" fmla="*/ 2270 w 28"/>
                  <a:gd name="T19" fmla="*/ 15531 h 90"/>
                  <a:gd name="T20" fmla="*/ 2270 w 28"/>
                  <a:gd name="T21" fmla="*/ 6883 h 90"/>
                  <a:gd name="T22" fmla="*/ 2738 w 28"/>
                  <a:gd name="T23" fmla="*/ 1059 h 90"/>
                  <a:gd name="T24" fmla="*/ 1958 w 28"/>
                  <a:gd name="T25" fmla="*/ 0 h 9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" h="90">
                    <a:moveTo>
                      <a:pt x="8" y="0"/>
                    </a:moveTo>
                    <a:cubicBezTo>
                      <a:pt x="6" y="0"/>
                      <a:pt x="5" y="1"/>
                      <a:pt x="5" y="3"/>
                    </a:cubicBezTo>
                    <a:cubicBezTo>
                      <a:pt x="5" y="8"/>
                      <a:pt x="4" y="13"/>
                      <a:pt x="3" y="18"/>
                    </a:cubicBezTo>
                    <a:cubicBezTo>
                      <a:pt x="2" y="27"/>
                      <a:pt x="0" y="37"/>
                      <a:pt x="3" y="45"/>
                    </a:cubicBezTo>
                    <a:cubicBezTo>
                      <a:pt x="5" y="50"/>
                      <a:pt x="8" y="54"/>
                      <a:pt x="10" y="58"/>
                    </a:cubicBezTo>
                    <a:cubicBezTo>
                      <a:pt x="16" y="67"/>
                      <a:pt x="21" y="75"/>
                      <a:pt x="16" y="86"/>
                    </a:cubicBezTo>
                    <a:cubicBezTo>
                      <a:pt x="16" y="87"/>
                      <a:pt x="17" y="89"/>
                      <a:pt x="18" y="90"/>
                    </a:cubicBezTo>
                    <a:cubicBezTo>
                      <a:pt x="20" y="90"/>
                      <a:pt x="21" y="90"/>
                      <a:pt x="22" y="88"/>
                    </a:cubicBezTo>
                    <a:cubicBezTo>
                      <a:pt x="28" y="74"/>
                      <a:pt x="22" y="64"/>
                      <a:pt x="16" y="55"/>
                    </a:cubicBezTo>
                    <a:cubicBezTo>
                      <a:pt x="13" y="51"/>
                      <a:pt x="11" y="47"/>
                      <a:pt x="9" y="43"/>
                    </a:cubicBezTo>
                    <a:cubicBezTo>
                      <a:pt x="6" y="36"/>
                      <a:pt x="8" y="28"/>
                      <a:pt x="9" y="19"/>
                    </a:cubicBezTo>
                    <a:cubicBezTo>
                      <a:pt x="10" y="14"/>
                      <a:pt x="11" y="8"/>
                      <a:pt x="11" y="3"/>
                    </a:cubicBezTo>
                    <a:cubicBezTo>
                      <a:pt x="11" y="1"/>
                      <a:pt x="9" y="0"/>
                      <a:pt x="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3" name="Freeform 398">
                <a:extLst>
                  <a:ext uri="{FF2B5EF4-FFF2-40B4-BE49-F238E27FC236}">
                    <a16:creationId xmlns:a16="http://schemas.microsoft.com/office/drawing/2014/main" id="{56B7129B-EA6B-43F0-A5B4-3AEE205B3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377"/>
                <a:ext cx="48" cy="240"/>
              </a:xfrm>
              <a:custGeom>
                <a:avLst/>
                <a:gdLst>
                  <a:gd name="T0" fmla="*/ 326 w 19"/>
                  <a:gd name="T1" fmla="*/ 1059 h 90"/>
                  <a:gd name="T2" fmla="*/ 1839 w 19"/>
                  <a:gd name="T3" fmla="*/ 9309 h 90"/>
                  <a:gd name="T4" fmla="*/ 3095 w 19"/>
                  <a:gd name="T5" fmla="*/ 16179 h 90"/>
                  <a:gd name="T6" fmla="*/ 2567 w 19"/>
                  <a:gd name="T7" fmla="*/ 23723 h 90"/>
                  <a:gd name="T8" fmla="*/ 1839 w 19"/>
                  <a:gd name="T9" fmla="*/ 31309 h 90"/>
                  <a:gd name="T10" fmla="*/ 2885 w 19"/>
                  <a:gd name="T11" fmla="*/ 32371 h 90"/>
                  <a:gd name="T12" fmla="*/ 3388 w 19"/>
                  <a:gd name="T13" fmla="*/ 30891 h 90"/>
                  <a:gd name="T14" fmla="*/ 4110 w 19"/>
                  <a:gd name="T15" fmla="*/ 24120 h 90"/>
                  <a:gd name="T16" fmla="*/ 4646 w 19"/>
                  <a:gd name="T17" fmla="*/ 16179 h 90"/>
                  <a:gd name="T18" fmla="*/ 3095 w 19"/>
                  <a:gd name="T19" fmla="*/ 8648 h 90"/>
                  <a:gd name="T20" fmla="*/ 1839 w 19"/>
                  <a:gd name="T21" fmla="*/ 1459 h 90"/>
                  <a:gd name="T22" fmla="*/ 1016 w 19"/>
                  <a:gd name="T23" fmla="*/ 397 h 90"/>
                  <a:gd name="T24" fmla="*/ 326 w 19"/>
                  <a:gd name="T25" fmla="*/ 1059 h 9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90">
                    <a:moveTo>
                      <a:pt x="1" y="3"/>
                    </a:moveTo>
                    <a:cubicBezTo>
                      <a:pt x="0" y="11"/>
                      <a:pt x="4" y="19"/>
                      <a:pt x="7" y="26"/>
                    </a:cubicBezTo>
                    <a:cubicBezTo>
                      <a:pt x="9" y="33"/>
                      <a:pt x="12" y="39"/>
                      <a:pt x="12" y="45"/>
                    </a:cubicBezTo>
                    <a:cubicBezTo>
                      <a:pt x="13" y="53"/>
                      <a:pt x="11" y="59"/>
                      <a:pt x="10" y="66"/>
                    </a:cubicBezTo>
                    <a:cubicBezTo>
                      <a:pt x="9" y="72"/>
                      <a:pt x="7" y="79"/>
                      <a:pt x="7" y="87"/>
                    </a:cubicBezTo>
                    <a:cubicBezTo>
                      <a:pt x="8" y="88"/>
                      <a:pt x="9" y="90"/>
                      <a:pt x="11" y="90"/>
                    </a:cubicBezTo>
                    <a:cubicBezTo>
                      <a:pt x="12" y="89"/>
                      <a:pt x="14" y="88"/>
                      <a:pt x="13" y="86"/>
                    </a:cubicBezTo>
                    <a:cubicBezTo>
                      <a:pt x="13" y="80"/>
                      <a:pt x="15" y="74"/>
                      <a:pt x="16" y="67"/>
                    </a:cubicBezTo>
                    <a:cubicBezTo>
                      <a:pt x="17" y="60"/>
                      <a:pt x="19" y="53"/>
                      <a:pt x="18" y="45"/>
                    </a:cubicBezTo>
                    <a:cubicBezTo>
                      <a:pt x="18" y="38"/>
                      <a:pt x="15" y="31"/>
                      <a:pt x="12" y="24"/>
                    </a:cubicBezTo>
                    <a:cubicBezTo>
                      <a:pt x="9" y="17"/>
                      <a:pt x="7" y="10"/>
                      <a:pt x="7" y="4"/>
                    </a:cubicBezTo>
                    <a:cubicBezTo>
                      <a:pt x="7" y="2"/>
                      <a:pt x="6" y="1"/>
                      <a:pt x="4" y="1"/>
                    </a:cubicBezTo>
                    <a:cubicBezTo>
                      <a:pt x="2" y="0"/>
                      <a:pt x="1" y="2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4" name="Freeform 399">
                <a:extLst>
                  <a:ext uri="{FF2B5EF4-FFF2-40B4-BE49-F238E27FC236}">
                    <a16:creationId xmlns:a16="http://schemas.microsoft.com/office/drawing/2014/main" id="{5B619C7C-1FE4-4215-A586-8264D547B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174"/>
                <a:ext cx="48" cy="86"/>
              </a:xfrm>
              <a:custGeom>
                <a:avLst/>
                <a:gdLst>
                  <a:gd name="T0" fmla="*/ 3918 w 19"/>
                  <a:gd name="T1" fmla="*/ 0 h 32"/>
                  <a:gd name="T2" fmla="*/ 1341 w 19"/>
                  <a:gd name="T3" fmla="*/ 3085 h 32"/>
                  <a:gd name="T4" fmla="*/ 824 w 19"/>
                  <a:gd name="T5" fmla="*/ 5316 h 32"/>
                  <a:gd name="T6" fmla="*/ 1341 w 19"/>
                  <a:gd name="T7" fmla="*/ 9121 h 32"/>
                  <a:gd name="T8" fmla="*/ 1016 w 19"/>
                  <a:gd name="T9" fmla="*/ 9121 h 32"/>
                  <a:gd name="T10" fmla="*/ 824 w 19"/>
                  <a:gd name="T11" fmla="*/ 9396 h 32"/>
                  <a:gd name="T12" fmla="*/ 0 w 19"/>
                  <a:gd name="T13" fmla="*/ 10538 h 32"/>
                  <a:gd name="T14" fmla="*/ 326 w 19"/>
                  <a:gd name="T15" fmla="*/ 10949 h 32"/>
                  <a:gd name="T16" fmla="*/ 1016 w 19"/>
                  <a:gd name="T17" fmla="*/ 11629 h 32"/>
                  <a:gd name="T18" fmla="*/ 1839 w 19"/>
                  <a:gd name="T19" fmla="*/ 10949 h 32"/>
                  <a:gd name="T20" fmla="*/ 2567 w 19"/>
                  <a:gd name="T21" fmla="*/ 10538 h 32"/>
                  <a:gd name="T22" fmla="*/ 3095 w 19"/>
                  <a:gd name="T23" fmla="*/ 9121 h 32"/>
                  <a:gd name="T24" fmla="*/ 2567 w 19"/>
                  <a:gd name="T25" fmla="*/ 3806 h 32"/>
                  <a:gd name="T26" fmla="*/ 4110 w 19"/>
                  <a:gd name="T27" fmla="*/ 2255 h 32"/>
                  <a:gd name="T28" fmla="*/ 4934 w 19"/>
                  <a:gd name="T29" fmla="*/ 680 h 32"/>
                  <a:gd name="T30" fmla="*/ 3918 w 19"/>
                  <a:gd name="T31" fmla="*/ 0 h 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9" h="32">
                    <a:moveTo>
                      <a:pt x="15" y="0"/>
                    </a:moveTo>
                    <a:cubicBezTo>
                      <a:pt x="10" y="2"/>
                      <a:pt x="6" y="4"/>
                      <a:pt x="5" y="8"/>
                    </a:cubicBezTo>
                    <a:cubicBezTo>
                      <a:pt x="4" y="10"/>
                      <a:pt x="3" y="12"/>
                      <a:pt x="3" y="14"/>
                    </a:cubicBezTo>
                    <a:cubicBezTo>
                      <a:pt x="3" y="17"/>
                      <a:pt x="4" y="20"/>
                      <a:pt x="5" y="24"/>
                    </a:cubicBezTo>
                    <a:cubicBezTo>
                      <a:pt x="5" y="24"/>
                      <a:pt x="4" y="24"/>
                      <a:pt x="4" y="24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1" y="26"/>
                      <a:pt x="0" y="27"/>
                      <a:pt x="0" y="28"/>
                    </a:cubicBezTo>
                    <a:cubicBezTo>
                      <a:pt x="0" y="29"/>
                      <a:pt x="0" y="29"/>
                      <a:pt x="1" y="29"/>
                    </a:cubicBezTo>
                    <a:cubicBezTo>
                      <a:pt x="1" y="31"/>
                      <a:pt x="2" y="32"/>
                      <a:pt x="4" y="31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7"/>
                      <a:pt x="12" y="26"/>
                      <a:pt x="12" y="24"/>
                    </a:cubicBezTo>
                    <a:cubicBezTo>
                      <a:pt x="9" y="18"/>
                      <a:pt x="9" y="13"/>
                      <a:pt x="10" y="10"/>
                    </a:cubicBezTo>
                    <a:cubicBezTo>
                      <a:pt x="11" y="8"/>
                      <a:pt x="13" y="7"/>
                      <a:pt x="16" y="6"/>
                    </a:cubicBezTo>
                    <a:cubicBezTo>
                      <a:pt x="18" y="6"/>
                      <a:pt x="19" y="4"/>
                      <a:pt x="19" y="2"/>
                    </a:cubicBezTo>
                    <a:cubicBezTo>
                      <a:pt x="18" y="1"/>
                      <a:pt x="17" y="0"/>
                      <a:pt x="15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5" name="Freeform 400">
                <a:extLst>
                  <a:ext uri="{FF2B5EF4-FFF2-40B4-BE49-F238E27FC236}">
                    <a16:creationId xmlns:a16="http://schemas.microsoft.com/office/drawing/2014/main" id="{51730836-5113-44E8-84E0-07AFC776F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982"/>
                <a:ext cx="103" cy="147"/>
              </a:xfrm>
              <a:custGeom>
                <a:avLst/>
                <a:gdLst>
                  <a:gd name="T0" fmla="*/ 317 w 41"/>
                  <a:gd name="T1" fmla="*/ 671 h 55"/>
                  <a:gd name="T2" fmla="*/ 525 w 41"/>
                  <a:gd name="T3" fmla="*/ 2194 h 55"/>
                  <a:gd name="T4" fmla="*/ 1319 w 41"/>
                  <a:gd name="T5" fmla="*/ 7256 h 55"/>
                  <a:gd name="T6" fmla="*/ 1791 w 41"/>
                  <a:gd name="T7" fmla="*/ 13516 h 55"/>
                  <a:gd name="T8" fmla="*/ 9323 w 41"/>
                  <a:gd name="T9" fmla="*/ 19645 h 55"/>
                  <a:gd name="T10" fmla="*/ 10318 w 41"/>
                  <a:gd name="T11" fmla="*/ 18979 h 55"/>
                  <a:gd name="T12" fmla="*/ 9511 w 41"/>
                  <a:gd name="T13" fmla="*/ 17450 h 55"/>
                  <a:gd name="T14" fmla="*/ 2979 w 41"/>
                  <a:gd name="T15" fmla="*/ 12393 h 55"/>
                  <a:gd name="T16" fmla="*/ 2789 w 41"/>
                  <a:gd name="T17" fmla="*/ 7657 h 55"/>
                  <a:gd name="T18" fmla="*/ 1319 w 41"/>
                  <a:gd name="T19" fmla="*/ 401 h 55"/>
                  <a:gd name="T20" fmla="*/ 317 w 41"/>
                  <a:gd name="T21" fmla="*/ 671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55">
                    <a:moveTo>
                      <a:pt x="1" y="2"/>
                    </a:moveTo>
                    <a:cubicBezTo>
                      <a:pt x="0" y="3"/>
                      <a:pt x="0" y="5"/>
                      <a:pt x="2" y="6"/>
                    </a:cubicBezTo>
                    <a:cubicBezTo>
                      <a:pt x="6" y="9"/>
                      <a:pt x="6" y="13"/>
                      <a:pt x="5" y="20"/>
                    </a:cubicBezTo>
                    <a:cubicBezTo>
                      <a:pt x="5" y="26"/>
                      <a:pt x="4" y="32"/>
                      <a:pt x="7" y="37"/>
                    </a:cubicBezTo>
                    <a:cubicBezTo>
                      <a:pt x="13" y="47"/>
                      <a:pt x="27" y="52"/>
                      <a:pt x="37" y="54"/>
                    </a:cubicBezTo>
                    <a:cubicBezTo>
                      <a:pt x="39" y="55"/>
                      <a:pt x="40" y="54"/>
                      <a:pt x="41" y="52"/>
                    </a:cubicBezTo>
                    <a:cubicBezTo>
                      <a:pt x="41" y="50"/>
                      <a:pt x="40" y="49"/>
                      <a:pt x="38" y="48"/>
                    </a:cubicBezTo>
                    <a:cubicBezTo>
                      <a:pt x="29" y="46"/>
                      <a:pt x="17" y="41"/>
                      <a:pt x="12" y="34"/>
                    </a:cubicBezTo>
                    <a:cubicBezTo>
                      <a:pt x="10" y="31"/>
                      <a:pt x="11" y="26"/>
                      <a:pt x="11" y="21"/>
                    </a:cubicBezTo>
                    <a:cubicBezTo>
                      <a:pt x="12" y="14"/>
                      <a:pt x="13" y="6"/>
                      <a:pt x="5" y="1"/>
                    </a:cubicBezTo>
                    <a:cubicBezTo>
                      <a:pt x="4" y="0"/>
                      <a:pt x="2" y="1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6" name="Freeform 401">
                <a:extLst>
                  <a:ext uri="{FF2B5EF4-FFF2-40B4-BE49-F238E27FC236}">
                    <a16:creationId xmlns:a16="http://schemas.microsoft.com/office/drawing/2014/main" id="{1DD407B8-4700-451F-AEA3-EE80422AB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1500"/>
                <a:ext cx="58" cy="256"/>
              </a:xfrm>
              <a:custGeom>
                <a:avLst/>
                <a:gdLst>
                  <a:gd name="T0" fmla="*/ 3351 w 23"/>
                  <a:gd name="T1" fmla="*/ 661 h 96"/>
                  <a:gd name="T2" fmla="*/ 3561 w 23"/>
                  <a:gd name="T3" fmla="*/ 13347 h 96"/>
                  <a:gd name="T4" fmla="*/ 4363 w 23"/>
                  <a:gd name="T5" fmla="*/ 20480 h 96"/>
                  <a:gd name="T6" fmla="*/ 527 w 23"/>
                  <a:gd name="T7" fmla="*/ 32768 h 96"/>
                  <a:gd name="T8" fmla="*/ 318 w 23"/>
                  <a:gd name="T9" fmla="*/ 34133 h 96"/>
                  <a:gd name="T10" fmla="*/ 1329 w 23"/>
                  <a:gd name="T11" fmla="*/ 34133 h 96"/>
                  <a:gd name="T12" fmla="*/ 5901 w 23"/>
                  <a:gd name="T13" fmla="*/ 20480 h 96"/>
                  <a:gd name="T14" fmla="*/ 5099 w 23"/>
                  <a:gd name="T15" fmla="*/ 12949 h 96"/>
                  <a:gd name="T16" fmla="*/ 4572 w 23"/>
                  <a:gd name="T17" fmla="*/ 1763 h 96"/>
                  <a:gd name="T18" fmla="*/ 4363 w 23"/>
                  <a:gd name="T19" fmla="*/ 397 h 96"/>
                  <a:gd name="T20" fmla="*/ 3351 w 23"/>
                  <a:gd name="T21" fmla="*/ 661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96">
                    <a:moveTo>
                      <a:pt x="13" y="2"/>
                    </a:moveTo>
                    <a:cubicBezTo>
                      <a:pt x="8" y="10"/>
                      <a:pt x="11" y="24"/>
                      <a:pt x="14" y="37"/>
                    </a:cubicBezTo>
                    <a:cubicBezTo>
                      <a:pt x="15" y="44"/>
                      <a:pt x="17" y="51"/>
                      <a:pt x="17" y="57"/>
                    </a:cubicBezTo>
                    <a:cubicBezTo>
                      <a:pt x="16" y="72"/>
                      <a:pt x="11" y="83"/>
                      <a:pt x="2" y="91"/>
                    </a:cubicBezTo>
                    <a:cubicBezTo>
                      <a:pt x="0" y="92"/>
                      <a:pt x="0" y="94"/>
                      <a:pt x="1" y="95"/>
                    </a:cubicBezTo>
                    <a:cubicBezTo>
                      <a:pt x="2" y="96"/>
                      <a:pt x="4" y="96"/>
                      <a:pt x="5" y="95"/>
                    </a:cubicBezTo>
                    <a:cubicBezTo>
                      <a:pt x="16" y="87"/>
                      <a:pt x="22" y="74"/>
                      <a:pt x="23" y="57"/>
                    </a:cubicBezTo>
                    <a:cubicBezTo>
                      <a:pt x="23" y="51"/>
                      <a:pt x="21" y="43"/>
                      <a:pt x="20" y="36"/>
                    </a:cubicBezTo>
                    <a:cubicBezTo>
                      <a:pt x="17" y="24"/>
                      <a:pt x="15" y="11"/>
                      <a:pt x="18" y="5"/>
                    </a:cubicBezTo>
                    <a:cubicBezTo>
                      <a:pt x="19" y="3"/>
                      <a:pt x="19" y="2"/>
                      <a:pt x="17" y="1"/>
                    </a:cubicBezTo>
                    <a:cubicBezTo>
                      <a:pt x="16" y="0"/>
                      <a:pt x="14" y="0"/>
                      <a:pt x="13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7" name="Freeform 402">
                <a:extLst>
                  <a:ext uri="{FF2B5EF4-FFF2-40B4-BE49-F238E27FC236}">
                    <a16:creationId xmlns:a16="http://schemas.microsoft.com/office/drawing/2014/main" id="{EA3D603C-5082-46EC-9C2F-7D14E98E5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516"/>
                <a:ext cx="55" cy="152"/>
              </a:xfrm>
              <a:custGeom>
                <a:avLst/>
                <a:gdLst>
                  <a:gd name="T0" fmla="*/ 4220 w 22"/>
                  <a:gd name="T1" fmla="*/ 397 h 57"/>
                  <a:gd name="T2" fmla="*/ 1300 w 22"/>
                  <a:gd name="T3" fmla="*/ 7944 h 57"/>
                  <a:gd name="T4" fmla="*/ 1300 w 22"/>
                  <a:gd name="T5" fmla="*/ 9309 h 57"/>
                  <a:gd name="T6" fmla="*/ 0 w 22"/>
                  <a:gd name="T7" fmla="*/ 19021 h 57"/>
                  <a:gd name="T8" fmla="*/ 520 w 22"/>
                  <a:gd name="T9" fmla="*/ 20083 h 57"/>
                  <a:gd name="T10" fmla="*/ 1488 w 22"/>
                  <a:gd name="T11" fmla="*/ 19819 h 57"/>
                  <a:gd name="T12" fmla="*/ 2738 w 22"/>
                  <a:gd name="T13" fmla="*/ 9309 h 57"/>
                  <a:gd name="T14" fmla="*/ 2738 w 22"/>
                  <a:gd name="T15" fmla="*/ 8248 h 57"/>
                  <a:gd name="T16" fmla="*/ 5208 w 22"/>
                  <a:gd name="T17" fmla="*/ 1763 h 57"/>
                  <a:gd name="T18" fmla="*/ 5208 w 22"/>
                  <a:gd name="T19" fmla="*/ 397 h 57"/>
                  <a:gd name="T20" fmla="*/ 4220 w 22"/>
                  <a:gd name="T21" fmla="*/ 397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57">
                    <a:moveTo>
                      <a:pt x="17" y="1"/>
                    </a:moveTo>
                    <a:cubicBezTo>
                      <a:pt x="11" y="6"/>
                      <a:pt x="6" y="12"/>
                      <a:pt x="5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4" y="36"/>
                      <a:pt x="3" y="43"/>
                      <a:pt x="0" y="53"/>
                    </a:cubicBezTo>
                    <a:cubicBezTo>
                      <a:pt x="0" y="54"/>
                      <a:pt x="0" y="56"/>
                      <a:pt x="2" y="56"/>
                    </a:cubicBezTo>
                    <a:cubicBezTo>
                      <a:pt x="4" y="57"/>
                      <a:pt x="5" y="56"/>
                      <a:pt x="6" y="55"/>
                    </a:cubicBezTo>
                    <a:cubicBezTo>
                      <a:pt x="9" y="44"/>
                      <a:pt x="10" y="36"/>
                      <a:pt x="11" y="26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16"/>
                      <a:pt x="15" y="11"/>
                      <a:pt x="21" y="5"/>
                    </a:cubicBezTo>
                    <a:cubicBezTo>
                      <a:pt x="22" y="4"/>
                      <a:pt x="22" y="2"/>
                      <a:pt x="21" y="1"/>
                    </a:cubicBezTo>
                    <a:cubicBezTo>
                      <a:pt x="20" y="0"/>
                      <a:pt x="18" y="0"/>
                      <a:pt x="17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8" name="Freeform 403">
                <a:extLst>
                  <a:ext uri="{FF2B5EF4-FFF2-40B4-BE49-F238E27FC236}">
                    <a16:creationId xmlns:a16="http://schemas.microsoft.com/office/drawing/2014/main" id="{0AD69B9D-9EF9-4206-AA30-87106066D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585"/>
                <a:ext cx="127" cy="165"/>
              </a:xfrm>
              <a:custGeom>
                <a:avLst/>
                <a:gdLst>
                  <a:gd name="T0" fmla="*/ 10994 w 51"/>
                  <a:gd name="T1" fmla="*/ 660 h 62"/>
                  <a:gd name="T2" fmla="*/ 8800 w 51"/>
                  <a:gd name="T3" fmla="*/ 7486 h 62"/>
                  <a:gd name="T4" fmla="*/ 6425 w 51"/>
                  <a:gd name="T5" fmla="*/ 14137 h 62"/>
                  <a:gd name="T6" fmla="*/ 466 w 51"/>
                  <a:gd name="T7" fmla="*/ 19922 h 62"/>
                  <a:gd name="T8" fmla="*/ 0 w 51"/>
                  <a:gd name="T9" fmla="*/ 21375 h 62"/>
                  <a:gd name="T10" fmla="*/ 954 w 51"/>
                  <a:gd name="T11" fmla="*/ 22012 h 62"/>
                  <a:gd name="T12" fmla="*/ 7378 w 51"/>
                  <a:gd name="T13" fmla="*/ 15608 h 62"/>
                  <a:gd name="T14" fmla="*/ 10040 w 51"/>
                  <a:gd name="T15" fmla="*/ 8125 h 62"/>
                  <a:gd name="T16" fmla="*/ 11950 w 51"/>
                  <a:gd name="T17" fmla="*/ 2145 h 62"/>
                  <a:gd name="T18" fmla="*/ 11950 w 51"/>
                  <a:gd name="T19" fmla="*/ 397 h 62"/>
                  <a:gd name="T20" fmla="*/ 10994 w 51"/>
                  <a:gd name="T21" fmla="*/ 66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62">
                    <a:moveTo>
                      <a:pt x="46" y="2"/>
                    </a:moveTo>
                    <a:cubicBezTo>
                      <a:pt x="41" y="8"/>
                      <a:pt x="39" y="15"/>
                      <a:pt x="37" y="21"/>
                    </a:cubicBezTo>
                    <a:cubicBezTo>
                      <a:pt x="34" y="28"/>
                      <a:pt x="32" y="35"/>
                      <a:pt x="27" y="40"/>
                    </a:cubicBezTo>
                    <a:cubicBezTo>
                      <a:pt x="20" y="46"/>
                      <a:pt x="10" y="54"/>
                      <a:pt x="2" y="56"/>
                    </a:cubicBezTo>
                    <a:cubicBezTo>
                      <a:pt x="1" y="57"/>
                      <a:pt x="0" y="59"/>
                      <a:pt x="0" y="60"/>
                    </a:cubicBezTo>
                    <a:cubicBezTo>
                      <a:pt x="1" y="62"/>
                      <a:pt x="3" y="62"/>
                      <a:pt x="4" y="62"/>
                    </a:cubicBezTo>
                    <a:cubicBezTo>
                      <a:pt x="13" y="59"/>
                      <a:pt x="24" y="51"/>
                      <a:pt x="31" y="44"/>
                    </a:cubicBezTo>
                    <a:cubicBezTo>
                      <a:pt x="37" y="38"/>
                      <a:pt x="40" y="30"/>
                      <a:pt x="42" y="23"/>
                    </a:cubicBezTo>
                    <a:cubicBezTo>
                      <a:pt x="44" y="17"/>
                      <a:pt x="46" y="11"/>
                      <a:pt x="50" y="6"/>
                    </a:cubicBezTo>
                    <a:cubicBezTo>
                      <a:pt x="51" y="4"/>
                      <a:pt x="51" y="2"/>
                      <a:pt x="50" y="1"/>
                    </a:cubicBezTo>
                    <a:cubicBezTo>
                      <a:pt x="49" y="0"/>
                      <a:pt x="47" y="1"/>
                      <a:pt x="46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9" name="Freeform 404">
                <a:extLst>
                  <a:ext uri="{FF2B5EF4-FFF2-40B4-BE49-F238E27FC236}">
                    <a16:creationId xmlns:a16="http://schemas.microsoft.com/office/drawing/2014/main" id="{44C26453-3F8D-4534-B516-C51C1A850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1785"/>
                <a:ext cx="132" cy="219"/>
              </a:xfrm>
              <a:custGeom>
                <a:avLst/>
                <a:gdLst>
                  <a:gd name="T0" fmla="*/ 653 w 53"/>
                  <a:gd name="T1" fmla="*/ 0 h 82"/>
                  <a:gd name="T2" fmla="*/ 0 w 53"/>
                  <a:gd name="T3" fmla="*/ 1469 h 82"/>
                  <a:gd name="T4" fmla="*/ 4050 w 53"/>
                  <a:gd name="T5" fmla="*/ 9110 h 82"/>
                  <a:gd name="T6" fmla="*/ 6687 w 53"/>
                  <a:gd name="T7" fmla="*/ 12360 h 82"/>
                  <a:gd name="T8" fmla="*/ 11203 w 53"/>
                  <a:gd name="T9" fmla="*/ 28689 h 82"/>
                  <a:gd name="T10" fmla="*/ 12159 w 53"/>
                  <a:gd name="T11" fmla="*/ 29757 h 82"/>
                  <a:gd name="T12" fmla="*/ 12655 w 53"/>
                  <a:gd name="T13" fmla="*/ 28288 h 82"/>
                  <a:gd name="T14" fmla="*/ 7661 w 53"/>
                  <a:gd name="T15" fmla="*/ 10899 h 82"/>
                  <a:gd name="T16" fmla="*/ 5006 w 53"/>
                  <a:gd name="T17" fmla="*/ 7219 h 82"/>
                  <a:gd name="T18" fmla="*/ 1420 w 53"/>
                  <a:gd name="T19" fmla="*/ 1071 h 82"/>
                  <a:gd name="T20" fmla="*/ 653 w 53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82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3" y="15"/>
                      <a:pt x="10" y="20"/>
                      <a:pt x="17" y="25"/>
                    </a:cubicBezTo>
                    <a:cubicBezTo>
                      <a:pt x="21" y="28"/>
                      <a:pt x="25" y="30"/>
                      <a:pt x="28" y="34"/>
                    </a:cubicBezTo>
                    <a:cubicBezTo>
                      <a:pt x="36" y="43"/>
                      <a:pt x="42" y="58"/>
                      <a:pt x="47" y="79"/>
                    </a:cubicBezTo>
                    <a:cubicBezTo>
                      <a:pt x="47" y="81"/>
                      <a:pt x="49" y="82"/>
                      <a:pt x="51" y="82"/>
                    </a:cubicBezTo>
                    <a:cubicBezTo>
                      <a:pt x="52" y="81"/>
                      <a:pt x="53" y="80"/>
                      <a:pt x="53" y="78"/>
                    </a:cubicBezTo>
                    <a:cubicBezTo>
                      <a:pt x="48" y="56"/>
                      <a:pt x="41" y="40"/>
                      <a:pt x="32" y="30"/>
                    </a:cubicBezTo>
                    <a:cubicBezTo>
                      <a:pt x="29" y="26"/>
                      <a:pt x="25" y="23"/>
                      <a:pt x="21" y="20"/>
                    </a:cubicBezTo>
                    <a:cubicBezTo>
                      <a:pt x="14" y="15"/>
                      <a:pt x="8" y="11"/>
                      <a:pt x="6" y="3"/>
                    </a:cubicBezTo>
                    <a:cubicBezTo>
                      <a:pt x="6" y="1"/>
                      <a:pt x="4" y="0"/>
                      <a:pt x="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50" name="Freeform 405">
                <a:extLst>
                  <a:ext uri="{FF2B5EF4-FFF2-40B4-BE49-F238E27FC236}">
                    <a16:creationId xmlns:a16="http://schemas.microsoft.com/office/drawing/2014/main" id="{B651C4AC-266E-4F33-93E3-B239DE1AE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881"/>
                <a:ext cx="108" cy="173"/>
              </a:xfrm>
              <a:custGeom>
                <a:avLst/>
                <a:gdLst>
                  <a:gd name="T0" fmla="*/ 316 w 43"/>
                  <a:gd name="T1" fmla="*/ 1057 h 65"/>
                  <a:gd name="T2" fmla="*/ 5008 w 43"/>
                  <a:gd name="T3" fmla="*/ 13899 h 65"/>
                  <a:gd name="T4" fmla="*/ 9002 w 43"/>
                  <a:gd name="T5" fmla="*/ 22024 h 65"/>
                  <a:gd name="T6" fmla="*/ 9979 w 43"/>
                  <a:gd name="T7" fmla="*/ 23078 h 65"/>
                  <a:gd name="T8" fmla="*/ 10504 w 43"/>
                  <a:gd name="T9" fmla="*/ 21628 h 65"/>
                  <a:gd name="T10" fmla="*/ 6005 w 43"/>
                  <a:gd name="T11" fmla="*/ 12445 h 65"/>
                  <a:gd name="T12" fmla="*/ 1791 w 43"/>
                  <a:gd name="T13" fmla="*/ 1453 h 65"/>
                  <a:gd name="T14" fmla="*/ 997 w 43"/>
                  <a:gd name="T15" fmla="*/ 0 h 65"/>
                  <a:gd name="T16" fmla="*/ 316 w 43"/>
                  <a:gd name="T17" fmla="*/ 1057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65">
                    <a:moveTo>
                      <a:pt x="1" y="3"/>
                    </a:moveTo>
                    <a:cubicBezTo>
                      <a:pt x="0" y="18"/>
                      <a:pt x="10" y="29"/>
                      <a:pt x="20" y="39"/>
                    </a:cubicBezTo>
                    <a:cubicBezTo>
                      <a:pt x="27" y="47"/>
                      <a:pt x="34" y="54"/>
                      <a:pt x="36" y="62"/>
                    </a:cubicBezTo>
                    <a:cubicBezTo>
                      <a:pt x="37" y="64"/>
                      <a:pt x="38" y="65"/>
                      <a:pt x="40" y="65"/>
                    </a:cubicBezTo>
                    <a:cubicBezTo>
                      <a:pt x="42" y="64"/>
                      <a:pt x="43" y="63"/>
                      <a:pt x="42" y="61"/>
                    </a:cubicBezTo>
                    <a:cubicBezTo>
                      <a:pt x="40" y="51"/>
                      <a:pt x="32" y="43"/>
                      <a:pt x="24" y="35"/>
                    </a:cubicBezTo>
                    <a:cubicBezTo>
                      <a:pt x="15" y="25"/>
                      <a:pt x="6" y="16"/>
                      <a:pt x="7" y="4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3" y="0"/>
                      <a:pt x="1" y="2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810" name="Freeform 406">
              <a:extLst>
                <a:ext uri="{FF2B5EF4-FFF2-40B4-BE49-F238E27FC236}">
                  <a16:creationId xmlns:a16="http://schemas.microsoft.com/office/drawing/2014/main" id="{275CB2F6-2C54-49DD-882F-731BBDBE7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916"/>
              <a:ext cx="90" cy="152"/>
            </a:xfrm>
            <a:custGeom>
              <a:avLst/>
              <a:gdLst>
                <a:gd name="T0" fmla="*/ 0 w 36"/>
                <a:gd name="T1" fmla="*/ 1059 h 57"/>
                <a:gd name="T2" fmla="*/ 520 w 36"/>
                <a:gd name="T3" fmla="*/ 2581 h 57"/>
                <a:gd name="T4" fmla="*/ 7158 w 36"/>
                <a:gd name="T5" fmla="*/ 17955 h 57"/>
                <a:gd name="T6" fmla="*/ 7345 w 36"/>
                <a:gd name="T7" fmla="*/ 19421 h 57"/>
                <a:gd name="T8" fmla="*/ 8333 w 36"/>
                <a:gd name="T9" fmla="*/ 20083 h 57"/>
                <a:gd name="T10" fmla="*/ 8800 w 36"/>
                <a:gd name="T11" fmla="*/ 19021 h 57"/>
                <a:gd name="T12" fmla="*/ 8595 w 36"/>
                <a:gd name="T13" fmla="*/ 17656 h 57"/>
                <a:gd name="T14" fmla="*/ 988 w 36"/>
                <a:gd name="T15" fmla="*/ 397 h 57"/>
                <a:gd name="T16" fmla="*/ 0 w 36"/>
                <a:gd name="T17" fmla="*/ 105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7">
                  <a:moveTo>
                    <a:pt x="0" y="3"/>
                  </a:moveTo>
                  <a:cubicBezTo>
                    <a:pt x="0" y="4"/>
                    <a:pt x="1" y="6"/>
                    <a:pt x="2" y="7"/>
                  </a:cubicBezTo>
                  <a:cubicBezTo>
                    <a:pt x="20" y="13"/>
                    <a:pt x="25" y="33"/>
                    <a:pt x="29" y="50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0" y="56"/>
                    <a:pt x="32" y="57"/>
                    <a:pt x="34" y="56"/>
                  </a:cubicBezTo>
                  <a:cubicBezTo>
                    <a:pt x="35" y="56"/>
                    <a:pt x="36" y="54"/>
                    <a:pt x="36" y="53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0" y="30"/>
                    <a:pt x="25" y="8"/>
                    <a:pt x="4" y="1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1" name="Freeform 407">
              <a:extLst>
                <a:ext uri="{FF2B5EF4-FFF2-40B4-BE49-F238E27FC236}">
                  <a16:creationId xmlns:a16="http://schemas.microsoft.com/office/drawing/2014/main" id="{D512FDBB-B910-42F7-BC16-03354E7FB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108"/>
              <a:ext cx="210" cy="98"/>
            </a:xfrm>
            <a:custGeom>
              <a:avLst/>
              <a:gdLst>
                <a:gd name="T0" fmla="*/ 313 w 84"/>
                <a:gd name="T1" fmla="*/ 392 h 37"/>
                <a:gd name="T2" fmla="*/ 313 w 84"/>
                <a:gd name="T3" fmla="*/ 1669 h 37"/>
                <a:gd name="T4" fmla="*/ 20050 w 84"/>
                <a:gd name="T5" fmla="*/ 9016 h 37"/>
                <a:gd name="T6" fmla="*/ 20313 w 84"/>
                <a:gd name="T7" fmla="*/ 7583 h 37"/>
                <a:gd name="T8" fmla="*/ 19345 w 84"/>
                <a:gd name="T9" fmla="*/ 7281 h 37"/>
                <a:gd name="T10" fmla="*/ 1488 w 84"/>
                <a:gd name="T11" fmla="*/ 392 h 37"/>
                <a:gd name="T12" fmla="*/ 313 w 84"/>
                <a:gd name="T13" fmla="*/ 39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37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9" y="28"/>
                    <a:pt x="55" y="37"/>
                    <a:pt x="82" y="26"/>
                  </a:cubicBezTo>
                  <a:cubicBezTo>
                    <a:pt x="83" y="26"/>
                    <a:pt x="84" y="24"/>
                    <a:pt x="83" y="22"/>
                  </a:cubicBezTo>
                  <a:cubicBezTo>
                    <a:pt x="83" y="21"/>
                    <a:pt x="81" y="20"/>
                    <a:pt x="79" y="21"/>
                  </a:cubicBezTo>
                  <a:cubicBezTo>
                    <a:pt x="55" y="30"/>
                    <a:pt x="22" y="22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2" name="Freeform 408">
              <a:extLst>
                <a:ext uri="{FF2B5EF4-FFF2-40B4-BE49-F238E27FC236}">
                  <a16:creationId xmlns:a16="http://schemas.microsoft.com/office/drawing/2014/main" id="{794888AA-80E8-4D49-B6BC-7C4EE5986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921"/>
              <a:ext cx="115" cy="152"/>
            </a:xfrm>
            <a:custGeom>
              <a:avLst/>
              <a:gdLst>
                <a:gd name="T0" fmla="*/ 313 w 46"/>
                <a:gd name="T1" fmla="*/ 661 h 57"/>
                <a:gd name="T2" fmla="*/ 313 w 46"/>
                <a:gd name="T3" fmla="*/ 2184 h 57"/>
                <a:gd name="T4" fmla="*/ 783 w 46"/>
                <a:gd name="T5" fmla="*/ 2581 h 57"/>
                <a:gd name="T6" fmla="*/ 4895 w 46"/>
                <a:gd name="T7" fmla="*/ 9309 h 57"/>
                <a:gd name="T8" fmla="*/ 10083 w 46"/>
                <a:gd name="T9" fmla="*/ 20083 h 57"/>
                <a:gd name="T10" fmla="*/ 11063 w 46"/>
                <a:gd name="T11" fmla="*/ 19819 h 57"/>
                <a:gd name="T12" fmla="*/ 11063 w 46"/>
                <a:gd name="T13" fmla="*/ 18355 h 57"/>
                <a:gd name="T14" fmla="*/ 6375 w 46"/>
                <a:gd name="T15" fmla="*/ 8248 h 57"/>
                <a:gd name="T16" fmla="*/ 1770 w 46"/>
                <a:gd name="T17" fmla="*/ 1059 h 57"/>
                <a:gd name="T18" fmla="*/ 1300 w 46"/>
                <a:gd name="T19" fmla="*/ 397 h 57"/>
                <a:gd name="T20" fmla="*/ 313 w 46"/>
                <a:gd name="T21" fmla="*/ 661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57">
                  <a:moveTo>
                    <a:pt x="1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1" y="14"/>
                    <a:pt x="15" y="16"/>
                    <a:pt x="20" y="26"/>
                  </a:cubicBezTo>
                  <a:cubicBezTo>
                    <a:pt x="26" y="36"/>
                    <a:pt x="33" y="47"/>
                    <a:pt x="41" y="56"/>
                  </a:cubicBezTo>
                  <a:cubicBezTo>
                    <a:pt x="42" y="57"/>
                    <a:pt x="44" y="57"/>
                    <a:pt x="45" y="55"/>
                  </a:cubicBezTo>
                  <a:cubicBezTo>
                    <a:pt x="46" y="54"/>
                    <a:pt x="46" y="52"/>
                    <a:pt x="45" y="51"/>
                  </a:cubicBezTo>
                  <a:cubicBezTo>
                    <a:pt x="37" y="44"/>
                    <a:pt x="31" y="33"/>
                    <a:pt x="26" y="23"/>
                  </a:cubicBezTo>
                  <a:cubicBezTo>
                    <a:pt x="20" y="12"/>
                    <a:pt x="15" y="9"/>
                    <a:pt x="7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1"/>
                    <a:pt x="1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3" name="Freeform 409">
              <a:extLst>
                <a:ext uri="{FF2B5EF4-FFF2-40B4-BE49-F238E27FC236}">
                  <a16:creationId xmlns:a16="http://schemas.microsoft.com/office/drawing/2014/main" id="{1975A884-5CE6-4997-9F31-28D32A551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076"/>
              <a:ext cx="195" cy="128"/>
            </a:xfrm>
            <a:custGeom>
              <a:avLst/>
              <a:gdLst>
                <a:gd name="T0" fmla="*/ 783 w 78"/>
                <a:gd name="T1" fmla="*/ 397 h 48"/>
                <a:gd name="T2" fmla="*/ 0 w 78"/>
                <a:gd name="T3" fmla="*/ 1459 h 48"/>
                <a:gd name="T4" fmla="*/ 783 w 78"/>
                <a:gd name="T5" fmla="*/ 2581 h 48"/>
                <a:gd name="T6" fmla="*/ 9113 w 78"/>
                <a:gd name="T7" fmla="*/ 7133 h 48"/>
                <a:gd name="T8" fmla="*/ 18363 w 78"/>
                <a:gd name="T9" fmla="*/ 16840 h 48"/>
                <a:gd name="T10" fmla="*/ 19063 w 78"/>
                <a:gd name="T11" fmla="*/ 15779 h 48"/>
                <a:gd name="T12" fmla="*/ 18095 w 78"/>
                <a:gd name="T13" fmla="*/ 14712 h 48"/>
                <a:gd name="T14" fmla="*/ 10283 w 78"/>
                <a:gd name="T15" fmla="*/ 6067 h 48"/>
                <a:gd name="T16" fmla="*/ 783 w 78"/>
                <a:gd name="T17" fmla="*/ 397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48">
                  <a:moveTo>
                    <a:pt x="3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19" y="7"/>
                    <a:pt x="28" y="7"/>
                    <a:pt x="37" y="20"/>
                  </a:cubicBezTo>
                  <a:cubicBezTo>
                    <a:pt x="49" y="38"/>
                    <a:pt x="62" y="48"/>
                    <a:pt x="75" y="47"/>
                  </a:cubicBezTo>
                  <a:cubicBezTo>
                    <a:pt x="76" y="47"/>
                    <a:pt x="78" y="46"/>
                    <a:pt x="78" y="44"/>
                  </a:cubicBezTo>
                  <a:cubicBezTo>
                    <a:pt x="78" y="42"/>
                    <a:pt x="76" y="41"/>
                    <a:pt x="74" y="41"/>
                  </a:cubicBezTo>
                  <a:cubicBezTo>
                    <a:pt x="61" y="42"/>
                    <a:pt x="49" y="28"/>
                    <a:pt x="42" y="17"/>
                  </a:cubicBezTo>
                  <a:cubicBezTo>
                    <a:pt x="31" y="0"/>
                    <a:pt x="18" y="1"/>
                    <a:pt x="3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4" name="Freeform 410">
              <a:extLst>
                <a:ext uri="{FF2B5EF4-FFF2-40B4-BE49-F238E27FC236}">
                  <a16:creationId xmlns:a16="http://schemas.microsoft.com/office/drawing/2014/main" id="{A57B10FA-EEF3-4BAA-9BFD-2ACA74809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260"/>
              <a:ext cx="235" cy="66"/>
            </a:xfrm>
            <a:custGeom>
              <a:avLst/>
              <a:gdLst>
                <a:gd name="T0" fmla="*/ 21800 w 94"/>
                <a:gd name="T1" fmla="*/ 383 h 25"/>
                <a:gd name="T2" fmla="*/ 12500 w 94"/>
                <a:gd name="T3" fmla="*/ 2334 h 25"/>
                <a:gd name="T4" fmla="*/ 313 w 94"/>
                <a:gd name="T5" fmla="*/ 6809 h 25"/>
                <a:gd name="T6" fmla="*/ 520 w 94"/>
                <a:gd name="T7" fmla="*/ 8057 h 25"/>
                <a:gd name="T8" fmla="*/ 1488 w 94"/>
                <a:gd name="T9" fmla="*/ 8057 h 25"/>
                <a:gd name="T10" fmla="*/ 12238 w 94"/>
                <a:gd name="T11" fmla="*/ 4377 h 25"/>
                <a:gd name="T12" fmla="*/ 22470 w 94"/>
                <a:gd name="T13" fmla="*/ 2043 h 25"/>
                <a:gd name="T14" fmla="*/ 22783 w 94"/>
                <a:gd name="T15" fmla="*/ 628 h 25"/>
                <a:gd name="T16" fmla="*/ 21800 w 94"/>
                <a:gd name="T17" fmla="*/ 38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25">
                  <a:moveTo>
                    <a:pt x="89" y="1"/>
                  </a:moveTo>
                  <a:cubicBezTo>
                    <a:pt x="77" y="9"/>
                    <a:pt x="64" y="8"/>
                    <a:pt x="51" y="7"/>
                  </a:cubicBezTo>
                  <a:cubicBezTo>
                    <a:pt x="34" y="5"/>
                    <a:pt x="16" y="4"/>
                    <a:pt x="1" y="20"/>
                  </a:cubicBezTo>
                  <a:cubicBezTo>
                    <a:pt x="0" y="21"/>
                    <a:pt x="0" y="23"/>
                    <a:pt x="2" y="24"/>
                  </a:cubicBezTo>
                  <a:cubicBezTo>
                    <a:pt x="3" y="25"/>
                    <a:pt x="5" y="25"/>
                    <a:pt x="6" y="24"/>
                  </a:cubicBezTo>
                  <a:cubicBezTo>
                    <a:pt x="18" y="10"/>
                    <a:pt x="34" y="11"/>
                    <a:pt x="50" y="13"/>
                  </a:cubicBezTo>
                  <a:cubicBezTo>
                    <a:pt x="64" y="14"/>
                    <a:pt x="79" y="15"/>
                    <a:pt x="92" y="6"/>
                  </a:cubicBezTo>
                  <a:cubicBezTo>
                    <a:pt x="93" y="5"/>
                    <a:pt x="94" y="3"/>
                    <a:pt x="93" y="2"/>
                  </a:cubicBezTo>
                  <a:cubicBezTo>
                    <a:pt x="92" y="1"/>
                    <a:pt x="90" y="0"/>
                    <a:pt x="89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5" name="Freeform 411">
              <a:extLst>
                <a:ext uri="{FF2B5EF4-FFF2-40B4-BE49-F238E27FC236}">
                  <a16:creationId xmlns:a16="http://schemas.microsoft.com/office/drawing/2014/main" id="{9CA2E503-B962-41FB-84CF-C310593EE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302"/>
              <a:ext cx="125" cy="123"/>
            </a:xfrm>
            <a:custGeom>
              <a:avLst/>
              <a:gdLst>
                <a:gd name="T0" fmla="*/ 11063 w 50"/>
                <a:gd name="T1" fmla="*/ 671 h 46"/>
                <a:gd name="T2" fmla="*/ 6375 w 50"/>
                <a:gd name="T3" fmla="*/ 6134 h 46"/>
                <a:gd name="T4" fmla="*/ 0 w 50"/>
                <a:gd name="T5" fmla="*/ 15295 h 46"/>
                <a:gd name="T6" fmla="*/ 520 w 50"/>
                <a:gd name="T7" fmla="*/ 16824 h 46"/>
                <a:gd name="T8" fmla="*/ 1488 w 50"/>
                <a:gd name="T9" fmla="*/ 16150 h 46"/>
                <a:gd name="T10" fmla="*/ 7158 w 50"/>
                <a:gd name="T11" fmla="*/ 8065 h 46"/>
                <a:gd name="T12" fmla="*/ 12033 w 50"/>
                <a:gd name="T13" fmla="*/ 2203 h 46"/>
                <a:gd name="T14" fmla="*/ 12033 w 50"/>
                <a:gd name="T15" fmla="*/ 401 h 46"/>
                <a:gd name="T16" fmla="*/ 11063 w 50"/>
                <a:gd name="T17" fmla="*/ 671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46">
                  <a:moveTo>
                    <a:pt x="45" y="2"/>
                  </a:moveTo>
                  <a:cubicBezTo>
                    <a:pt x="40" y="8"/>
                    <a:pt x="33" y="12"/>
                    <a:pt x="26" y="17"/>
                  </a:cubicBezTo>
                  <a:cubicBezTo>
                    <a:pt x="15" y="23"/>
                    <a:pt x="3" y="30"/>
                    <a:pt x="0" y="42"/>
                  </a:cubicBezTo>
                  <a:cubicBezTo>
                    <a:pt x="0" y="44"/>
                    <a:pt x="1" y="45"/>
                    <a:pt x="2" y="46"/>
                  </a:cubicBezTo>
                  <a:cubicBezTo>
                    <a:pt x="4" y="46"/>
                    <a:pt x="5" y="45"/>
                    <a:pt x="6" y="44"/>
                  </a:cubicBezTo>
                  <a:cubicBezTo>
                    <a:pt x="9" y="34"/>
                    <a:pt x="18" y="28"/>
                    <a:pt x="29" y="22"/>
                  </a:cubicBezTo>
                  <a:cubicBezTo>
                    <a:pt x="36" y="17"/>
                    <a:pt x="44" y="12"/>
                    <a:pt x="49" y="6"/>
                  </a:cubicBezTo>
                  <a:cubicBezTo>
                    <a:pt x="50" y="4"/>
                    <a:pt x="50" y="3"/>
                    <a:pt x="49" y="1"/>
                  </a:cubicBezTo>
                  <a:cubicBezTo>
                    <a:pt x="47" y="0"/>
                    <a:pt x="46" y="1"/>
                    <a:pt x="45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6" name="Freeform 412">
              <a:extLst>
                <a:ext uri="{FF2B5EF4-FFF2-40B4-BE49-F238E27FC236}">
                  <a16:creationId xmlns:a16="http://schemas.microsoft.com/office/drawing/2014/main" id="{3F020C8C-D732-45FF-93BA-169C272AF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2441"/>
              <a:ext cx="82" cy="173"/>
            </a:xfrm>
            <a:custGeom>
              <a:avLst/>
              <a:gdLst>
                <a:gd name="T0" fmla="*/ 6321 w 33"/>
                <a:gd name="T1" fmla="*/ 1057 h 65"/>
                <a:gd name="T2" fmla="*/ 3772 w 33"/>
                <a:gd name="T3" fmla="*/ 7883 h 65"/>
                <a:gd name="T4" fmla="*/ 2366 w 33"/>
                <a:gd name="T5" fmla="*/ 10292 h 65"/>
                <a:gd name="T6" fmla="*/ 0 w 33"/>
                <a:gd name="T7" fmla="*/ 21628 h 65"/>
                <a:gd name="T8" fmla="*/ 641 w 33"/>
                <a:gd name="T9" fmla="*/ 23078 h 65"/>
                <a:gd name="T10" fmla="*/ 1414 w 33"/>
                <a:gd name="T11" fmla="*/ 22024 h 65"/>
                <a:gd name="T12" fmla="*/ 3514 w 33"/>
                <a:gd name="T13" fmla="*/ 11745 h 65"/>
                <a:gd name="T14" fmla="*/ 4927 w 33"/>
                <a:gd name="T15" fmla="*/ 9238 h 65"/>
                <a:gd name="T16" fmla="*/ 7780 w 33"/>
                <a:gd name="T17" fmla="*/ 1453 h 65"/>
                <a:gd name="T18" fmla="*/ 7286 w 33"/>
                <a:gd name="T19" fmla="*/ 0 h 65"/>
                <a:gd name="T20" fmla="*/ 6321 w 33"/>
                <a:gd name="T21" fmla="*/ 1057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65">
                  <a:moveTo>
                    <a:pt x="27" y="3"/>
                  </a:moveTo>
                  <a:cubicBezTo>
                    <a:pt x="25" y="10"/>
                    <a:pt x="21" y="16"/>
                    <a:pt x="16" y="22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4" y="39"/>
                    <a:pt x="1" y="48"/>
                    <a:pt x="0" y="61"/>
                  </a:cubicBezTo>
                  <a:cubicBezTo>
                    <a:pt x="0" y="63"/>
                    <a:pt x="1" y="65"/>
                    <a:pt x="3" y="65"/>
                  </a:cubicBezTo>
                  <a:cubicBezTo>
                    <a:pt x="5" y="65"/>
                    <a:pt x="6" y="63"/>
                    <a:pt x="6" y="62"/>
                  </a:cubicBezTo>
                  <a:cubicBezTo>
                    <a:pt x="7" y="50"/>
                    <a:pt x="9" y="41"/>
                    <a:pt x="15" y="33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6" y="19"/>
                    <a:pt x="31" y="13"/>
                    <a:pt x="33" y="4"/>
                  </a:cubicBezTo>
                  <a:cubicBezTo>
                    <a:pt x="33" y="2"/>
                    <a:pt x="32" y="1"/>
                    <a:pt x="31" y="0"/>
                  </a:cubicBezTo>
                  <a:cubicBezTo>
                    <a:pt x="29" y="0"/>
                    <a:pt x="27" y="1"/>
                    <a:pt x="27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7" name="Freeform 413">
              <a:extLst>
                <a:ext uri="{FF2B5EF4-FFF2-40B4-BE49-F238E27FC236}">
                  <a16:creationId xmlns:a16="http://schemas.microsoft.com/office/drawing/2014/main" id="{D7D31229-F329-4182-B67E-5415C6FCC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340"/>
              <a:ext cx="102" cy="229"/>
            </a:xfrm>
            <a:custGeom>
              <a:avLst/>
              <a:gdLst>
                <a:gd name="T0" fmla="*/ 8269 w 41"/>
                <a:gd name="T1" fmla="*/ 660 h 86"/>
                <a:gd name="T2" fmla="*/ 7160 w 41"/>
                <a:gd name="T3" fmla="*/ 8947 h 86"/>
                <a:gd name="T4" fmla="*/ 6207 w 41"/>
                <a:gd name="T5" fmla="*/ 16089 h 86"/>
                <a:gd name="T6" fmla="*/ 3831 w 41"/>
                <a:gd name="T7" fmla="*/ 19960 h 86"/>
                <a:gd name="T8" fmla="*/ 465 w 41"/>
                <a:gd name="T9" fmla="*/ 29568 h 86"/>
                <a:gd name="T10" fmla="*/ 1157 w 41"/>
                <a:gd name="T11" fmla="*/ 30263 h 86"/>
                <a:gd name="T12" fmla="*/ 1602 w 41"/>
                <a:gd name="T13" fmla="*/ 29150 h 86"/>
                <a:gd name="T14" fmla="*/ 4946 w 41"/>
                <a:gd name="T15" fmla="*/ 21414 h 86"/>
                <a:gd name="T16" fmla="*/ 7359 w 41"/>
                <a:gd name="T17" fmla="*/ 17146 h 86"/>
                <a:gd name="T18" fmla="*/ 8578 w 41"/>
                <a:gd name="T19" fmla="*/ 8947 h 86"/>
                <a:gd name="T20" fmla="*/ 9531 w 41"/>
                <a:gd name="T21" fmla="*/ 1757 h 86"/>
                <a:gd name="T22" fmla="*/ 9240 w 41"/>
                <a:gd name="T23" fmla="*/ 397 h 86"/>
                <a:gd name="T24" fmla="*/ 8269 w 41"/>
                <a:gd name="T25" fmla="*/ 660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86">
                  <a:moveTo>
                    <a:pt x="35" y="2"/>
                  </a:moveTo>
                  <a:cubicBezTo>
                    <a:pt x="31" y="9"/>
                    <a:pt x="31" y="17"/>
                    <a:pt x="30" y="25"/>
                  </a:cubicBezTo>
                  <a:cubicBezTo>
                    <a:pt x="30" y="32"/>
                    <a:pt x="30" y="39"/>
                    <a:pt x="26" y="45"/>
                  </a:cubicBezTo>
                  <a:cubicBezTo>
                    <a:pt x="24" y="49"/>
                    <a:pt x="20" y="52"/>
                    <a:pt x="16" y="56"/>
                  </a:cubicBezTo>
                  <a:cubicBezTo>
                    <a:pt x="8" y="64"/>
                    <a:pt x="0" y="72"/>
                    <a:pt x="2" y="83"/>
                  </a:cubicBezTo>
                  <a:cubicBezTo>
                    <a:pt x="2" y="85"/>
                    <a:pt x="3" y="86"/>
                    <a:pt x="5" y="85"/>
                  </a:cubicBezTo>
                  <a:cubicBezTo>
                    <a:pt x="7" y="85"/>
                    <a:pt x="8" y="83"/>
                    <a:pt x="7" y="82"/>
                  </a:cubicBezTo>
                  <a:cubicBezTo>
                    <a:pt x="6" y="74"/>
                    <a:pt x="13" y="67"/>
                    <a:pt x="21" y="60"/>
                  </a:cubicBezTo>
                  <a:cubicBezTo>
                    <a:pt x="25" y="56"/>
                    <a:pt x="29" y="52"/>
                    <a:pt x="31" y="48"/>
                  </a:cubicBezTo>
                  <a:cubicBezTo>
                    <a:pt x="35" y="41"/>
                    <a:pt x="36" y="33"/>
                    <a:pt x="36" y="25"/>
                  </a:cubicBezTo>
                  <a:cubicBezTo>
                    <a:pt x="37" y="18"/>
                    <a:pt x="37" y="11"/>
                    <a:pt x="40" y="5"/>
                  </a:cubicBezTo>
                  <a:cubicBezTo>
                    <a:pt x="41" y="3"/>
                    <a:pt x="41" y="2"/>
                    <a:pt x="39" y="1"/>
                  </a:cubicBezTo>
                  <a:cubicBezTo>
                    <a:pt x="38" y="0"/>
                    <a:pt x="36" y="0"/>
                    <a:pt x="35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8" name="Freeform 414">
              <a:extLst>
                <a:ext uri="{FF2B5EF4-FFF2-40B4-BE49-F238E27FC236}">
                  <a16:creationId xmlns:a16="http://schemas.microsoft.com/office/drawing/2014/main" id="{1F221171-9D93-4B01-BA40-78BADFF4D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420"/>
              <a:ext cx="55" cy="162"/>
            </a:xfrm>
            <a:custGeom>
              <a:avLst/>
              <a:gdLst>
                <a:gd name="T0" fmla="*/ 3720 w 22"/>
                <a:gd name="T1" fmla="*/ 656 h 61"/>
                <a:gd name="T2" fmla="*/ 2470 w 22"/>
                <a:gd name="T3" fmla="*/ 3822 h 61"/>
                <a:gd name="T4" fmla="*/ 988 w 22"/>
                <a:gd name="T5" fmla="*/ 8711 h 61"/>
                <a:gd name="T6" fmla="*/ 1300 w 22"/>
                <a:gd name="T7" fmla="*/ 11892 h 61"/>
                <a:gd name="T8" fmla="*/ 1770 w 22"/>
                <a:gd name="T9" fmla="*/ 13733 h 61"/>
                <a:gd name="T10" fmla="*/ 783 w 22"/>
                <a:gd name="T11" fmla="*/ 17546 h 61"/>
                <a:gd name="T12" fmla="*/ 0 w 22"/>
                <a:gd name="T13" fmla="*/ 19706 h 61"/>
                <a:gd name="T14" fmla="*/ 520 w 22"/>
                <a:gd name="T15" fmla="*/ 20996 h 61"/>
                <a:gd name="T16" fmla="*/ 1488 w 22"/>
                <a:gd name="T17" fmla="*/ 20340 h 61"/>
                <a:gd name="T18" fmla="*/ 1958 w 22"/>
                <a:gd name="T19" fmla="*/ 18598 h 61"/>
                <a:gd name="T20" fmla="*/ 3250 w 22"/>
                <a:gd name="T21" fmla="*/ 13733 h 61"/>
                <a:gd name="T22" fmla="*/ 2738 w 22"/>
                <a:gd name="T23" fmla="*/ 11236 h 61"/>
                <a:gd name="T24" fmla="*/ 2470 w 22"/>
                <a:gd name="T25" fmla="*/ 9107 h 61"/>
                <a:gd name="T26" fmla="*/ 3720 w 22"/>
                <a:gd name="T27" fmla="*/ 5282 h 61"/>
                <a:gd name="T28" fmla="*/ 5208 w 22"/>
                <a:gd name="T29" fmla="*/ 1052 h 61"/>
                <a:gd name="T30" fmla="*/ 4688 w 22"/>
                <a:gd name="T31" fmla="*/ 0 h 61"/>
                <a:gd name="T32" fmla="*/ 3720 w 22"/>
                <a:gd name="T33" fmla="*/ 656 h 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" h="61">
                  <a:moveTo>
                    <a:pt x="15" y="2"/>
                  </a:moveTo>
                  <a:cubicBezTo>
                    <a:pt x="15" y="6"/>
                    <a:pt x="13" y="8"/>
                    <a:pt x="10" y="11"/>
                  </a:cubicBezTo>
                  <a:cubicBezTo>
                    <a:pt x="8" y="15"/>
                    <a:pt x="4" y="19"/>
                    <a:pt x="4" y="25"/>
                  </a:cubicBezTo>
                  <a:cubicBezTo>
                    <a:pt x="4" y="28"/>
                    <a:pt x="5" y="31"/>
                    <a:pt x="5" y="34"/>
                  </a:cubicBezTo>
                  <a:cubicBezTo>
                    <a:pt x="6" y="35"/>
                    <a:pt x="7" y="37"/>
                    <a:pt x="7" y="39"/>
                  </a:cubicBezTo>
                  <a:cubicBezTo>
                    <a:pt x="7" y="43"/>
                    <a:pt x="5" y="46"/>
                    <a:pt x="3" y="50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8"/>
                    <a:pt x="0" y="59"/>
                    <a:pt x="2" y="60"/>
                  </a:cubicBezTo>
                  <a:cubicBezTo>
                    <a:pt x="3" y="61"/>
                    <a:pt x="5" y="60"/>
                    <a:pt x="6" y="58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10" y="49"/>
                    <a:pt x="13" y="44"/>
                    <a:pt x="13" y="39"/>
                  </a:cubicBezTo>
                  <a:cubicBezTo>
                    <a:pt x="13" y="36"/>
                    <a:pt x="12" y="34"/>
                    <a:pt x="11" y="32"/>
                  </a:cubicBezTo>
                  <a:cubicBezTo>
                    <a:pt x="10" y="30"/>
                    <a:pt x="10" y="28"/>
                    <a:pt x="10" y="26"/>
                  </a:cubicBezTo>
                  <a:cubicBezTo>
                    <a:pt x="10" y="22"/>
                    <a:pt x="13" y="18"/>
                    <a:pt x="15" y="15"/>
                  </a:cubicBezTo>
                  <a:cubicBezTo>
                    <a:pt x="18" y="12"/>
                    <a:pt x="20" y="8"/>
                    <a:pt x="21" y="3"/>
                  </a:cubicBezTo>
                  <a:cubicBezTo>
                    <a:pt x="22" y="2"/>
                    <a:pt x="21" y="0"/>
                    <a:pt x="19" y="0"/>
                  </a:cubicBezTo>
                  <a:cubicBezTo>
                    <a:pt x="17" y="0"/>
                    <a:pt x="16" y="1"/>
                    <a:pt x="15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9" name="Freeform 415">
              <a:extLst>
                <a:ext uri="{FF2B5EF4-FFF2-40B4-BE49-F238E27FC236}">
                  <a16:creationId xmlns:a16="http://schemas.microsoft.com/office/drawing/2014/main" id="{BFBB47C2-7CD3-46CF-9B81-0F9F5FB4D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270"/>
              <a:ext cx="53" cy="243"/>
            </a:xfrm>
            <a:custGeom>
              <a:avLst/>
              <a:gdLst>
                <a:gd name="T0" fmla="*/ 3089 w 21"/>
                <a:gd name="T1" fmla="*/ 401 h 91"/>
                <a:gd name="T2" fmla="*/ 2554 w 21"/>
                <a:gd name="T3" fmla="*/ 8035 h 91"/>
                <a:gd name="T4" fmla="*/ 3357 w 21"/>
                <a:gd name="T5" fmla="*/ 10476 h 91"/>
                <a:gd name="T6" fmla="*/ 2345 w 21"/>
                <a:gd name="T7" fmla="*/ 17077 h 91"/>
                <a:gd name="T8" fmla="*/ 1835 w 21"/>
                <a:gd name="T9" fmla="*/ 18204 h 91"/>
                <a:gd name="T10" fmla="*/ 1012 w 21"/>
                <a:gd name="T11" fmla="*/ 31932 h 91"/>
                <a:gd name="T12" fmla="*/ 1835 w 21"/>
                <a:gd name="T13" fmla="*/ 32602 h 91"/>
                <a:gd name="T14" fmla="*/ 2554 w 21"/>
                <a:gd name="T15" fmla="*/ 31531 h 91"/>
                <a:gd name="T16" fmla="*/ 3089 w 21"/>
                <a:gd name="T17" fmla="*/ 18869 h 91"/>
                <a:gd name="T18" fmla="*/ 3566 w 21"/>
                <a:gd name="T19" fmla="*/ 17806 h 91"/>
                <a:gd name="T20" fmla="*/ 4631 w 21"/>
                <a:gd name="T21" fmla="*/ 9768 h 91"/>
                <a:gd name="T22" fmla="*/ 3892 w 21"/>
                <a:gd name="T23" fmla="*/ 6911 h 91"/>
                <a:gd name="T24" fmla="*/ 3892 w 21"/>
                <a:gd name="T25" fmla="*/ 2190 h 91"/>
                <a:gd name="T26" fmla="*/ 4101 w 21"/>
                <a:gd name="T27" fmla="*/ 401 h 91"/>
                <a:gd name="T28" fmla="*/ 3089 w 21"/>
                <a:gd name="T29" fmla="*/ 401 h 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" h="91">
                  <a:moveTo>
                    <a:pt x="12" y="1"/>
                  </a:moveTo>
                  <a:cubicBezTo>
                    <a:pt x="3" y="9"/>
                    <a:pt x="7" y="16"/>
                    <a:pt x="10" y="22"/>
                  </a:cubicBezTo>
                  <a:cubicBezTo>
                    <a:pt x="11" y="24"/>
                    <a:pt x="12" y="26"/>
                    <a:pt x="13" y="29"/>
                  </a:cubicBezTo>
                  <a:cubicBezTo>
                    <a:pt x="14" y="36"/>
                    <a:pt x="12" y="40"/>
                    <a:pt x="9" y="47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0" y="64"/>
                    <a:pt x="2" y="75"/>
                    <a:pt x="4" y="88"/>
                  </a:cubicBezTo>
                  <a:cubicBezTo>
                    <a:pt x="4" y="90"/>
                    <a:pt x="6" y="91"/>
                    <a:pt x="7" y="90"/>
                  </a:cubicBezTo>
                  <a:cubicBezTo>
                    <a:pt x="9" y="90"/>
                    <a:pt x="10" y="89"/>
                    <a:pt x="10" y="87"/>
                  </a:cubicBezTo>
                  <a:cubicBezTo>
                    <a:pt x="8" y="74"/>
                    <a:pt x="6" y="65"/>
                    <a:pt x="12" y="52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7" y="42"/>
                    <a:pt x="21" y="36"/>
                    <a:pt x="18" y="27"/>
                  </a:cubicBezTo>
                  <a:cubicBezTo>
                    <a:pt x="18" y="24"/>
                    <a:pt x="16" y="21"/>
                    <a:pt x="15" y="19"/>
                  </a:cubicBezTo>
                  <a:cubicBezTo>
                    <a:pt x="12" y="13"/>
                    <a:pt x="11" y="10"/>
                    <a:pt x="15" y="6"/>
                  </a:cubicBezTo>
                  <a:cubicBezTo>
                    <a:pt x="17" y="5"/>
                    <a:pt x="17" y="3"/>
                    <a:pt x="16" y="1"/>
                  </a:cubicBezTo>
                  <a:cubicBezTo>
                    <a:pt x="15" y="0"/>
                    <a:pt x="13" y="0"/>
                    <a:pt x="1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0" name="Freeform 416">
              <a:extLst>
                <a:ext uri="{FF2B5EF4-FFF2-40B4-BE49-F238E27FC236}">
                  <a16:creationId xmlns:a16="http://schemas.microsoft.com/office/drawing/2014/main" id="{432AF936-EE1F-43E6-841B-749F80741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433"/>
              <a:ext cx="47" cy="176"/>
            </a:xfrm>
            <a:custGeom>
              <a:avLst/>
              <a:gdLst>
                <a:gd name="T0" fmla="*/ 2949 w 19"/>
                <a:gd name="T1" fmla="*/ 1059 h 66"/>
                <a:gd name="T2" fmla="*/ 1831 w 19"/>
                <a:gd name="T3" fmla="*/ 6464 h 66"/>
                <a:gd name="T4" fmla="*/ 636 w 19"/>
                <a:gd name="T5" fmla="*/ 10773 h 66"/>
                <a:gd name="T6" fmla="*/ 1395 w 19"/>
                <a:gd name="T7" fmla="*/ 18355 h 66"/>
                <a:gd name="T8" fmla="*/ 1831 w 19"/>
                <a:gd name="T9" fmla="*/ 22243 h 66"/>
                <a:gd name="T10" fmla="*/ 2516 w 19"/>
                <a:gd name="T11" fmla="*/ 23723 h 66"/>
                <a:gd name="T12" fmla="*/ 3255 w 19"/>
                <a:gd name="T13" fmla="*/ 22664 h 66"/>
                <a:gd name="T14" fmla="*/ 2516 w 19"/>
                <a:gd name="T15" fmla="*/ 17656 h 66"/>
                <a:gd name="T16" fmla="*/ 2026 w 19"/>
                <a:gd name="T17" fmla="*/ 11469 h 66"/>
                <a:gd name="T18" fmla="*/ 2949 w 19"/>
                <a:gd name="T19" fmla="*/ 7531 h 66"/>
                <a:gd name="T20" fmla="*/ 4344 w 19"/>
                <a:gd name="T21" fmla="*/ 1459 h 66"/>
                <a:gd name="T22" fmla="*/ 3708 w 19"/>
                <a:gd name="T23" fmla="*/ 397 h 66"/>
                <a:gd name="T24" fmla="*/ 2949 w 19"/>
                <a:gd name="T25" fmla="*/ 1059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66">
                  <a:moveTo>
                    <a:pt x="13" y="3"/>
                  </a:moveTo>
                  <a:cubicBezTo>
                    <a:pt x="13" y="10"/>
                    <a:pt x="11" y="14"/>
                    <a:pt x="8" y="18"/>
                  </a:cubicBezTo>
                  <a:cubicBezTo>
                    <a:pt x="6" y="22"/>
                    <a:pt x="4" y="25"/>
                    <a:pt x="3" y="30"/>
                  </a:cubicBezTo>
                  <a:cubicBezTo>
                    <a:pt x="0" y="39"/>
                    <a:pt x="3" y="45"/>
                    <a:pt x="6" y="51"/>
                  </a:cubicBezTo>
                  <a:cubicBezTo>
                    <a:pt x="7" y="55"/>
                    <a:pt x="9" y="59"/>
                    <a:pt x="8" y="62"/>
                  </a:cubicBezTo>
                  <a:cubicBezTo>
                    <a:pt x="8" y="64"/>
                    <a:pt x="9" y="66"/>
                    <a:pt x="11" y="66"/>
                  </a:cubicBezTo>
                  <a:cubicBezTo>
                    <a:pt x="13" y="66"/>
                    <a:pt x="14" y="65"/>
                    <a:pt x="14" y="63"/>
                  </a:cubicBezTo>
                  <a:cubicBezTo>
                    <a:pt x="15" y="58"/>
                    <a:pt x="13" y="53"/>
                    <a:pt x="11" y="49"/>
                  </a:cubicBezTo>
                  <a:cubicBezTo>
                    <a:pt x="9" y="43"/>
                    <a:pt x="7" y="38"/>
                    <a:pt x="9" y="32"/>
                  </a:cubicBezTo>
                  <a:cubicBezTo>
                    <a:pt x="10" y="28"/>
                    <a:pt x="12" y="24"/>
                    <a:pt x="13" y="21"/>
                  </a:cubicBezTo>
                  <a:cubicBezTo>
                    <a:pt x="16" y="16"/>
                    <a:pt x="19" y="11"/>
                    <a:pt x="19" y="4"/>
                  </a:cubicBezTo>
                  <a:cubicBezTo>
                    <a:pt x="19" y="2"/>
                    <a:pt x="18" y="1"/>
                    <a:pt x="16" y="1"/>
                  </a:cubicBezTo>
                  <a:cubicBezTo>
                    <a:pt x="15" y="0"/>
                    <a:pt x="13" y="2"/>
                    <a:pt x="13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1" name="Freeform 417">
              <a:extLst>
                <a:ext uri="{FF2B5EF4-FFF2-40B4-BE49-F238E27FC236}">
                  <a16:creationId xmlns:a16="http://schemas.microsoft.com/office/drawing/2014/main" id="{7E568D78-8FD7-4482-A836-BDBC4615D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377"/>
              <a:ext cx="85" cy="248"/>
            </a:xfrm>
            <a:custGeom>
              <a:avLst/>
              <a:gdLst>
                <a:gd name="T0" fmla="*/ 6375 w 34"/>
                <a:gd name="T1" fmla="*/ 397 h 93"/>
                <a:gd name="T2" fmla="*/ 5863 w 34"/>
                <a:gd name="T3" fmla="*/ 1459 h 93"/>
                <a:gd name="T4" fmla="*/ 4425 w 34"/>
                <a:gd name="T5" fmla="*/ 17955 h 93"/>
                <a:gd name="T6" fmla="*/ 3438 w 34"/>
                <a:gd name="T7" fmla="*/ 20480 h 93"/>
                <a:gd name="T8" fmla="*/ 988 w 34"/>
                <a:gd name="T9" fmla="*/ 32371 h 93"/>
                <a:gd name="T10" fmla="*/ 1958 w 34"/>
                <a:gd name="T11" fmla="*/ 33016 h 93"/>
                <a:gd name="T12" fmla="*/ 2470 w 34"/>
                <a:gd name="T13" fmla="*/ 31709 h 93"/>
                <a:gd name="T14" fmla="*/ 4688 w 34"/>
                <a:gd name="T15" fmla="*/ 21597 h 93"/>
                <a:gd name="T16" fmla="*/ 5863 w 34"/>
                <a:gd name="T17" fmla="*/ 19021 h 93"/>
                <a:gd name="T18" fmla="*/ 7345 w 34"/>
                <a:gd name="T19" fmla="*/ 1059 h 93"/>
                <a:gd name="T20" fmla="*/ 6375 w 34"/>
                <a:gd name="T21" fmla="*/ 397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93">
                  <a:moveTo>
                    <a:pt x="26" y="1"/>
                  </a:moveTo>
                  <a:cubicBezTo>
                    <a:pt x="25" y="1"/>
                    <a:pt x="24" y="3"/>
                    <a:pt x="24" y="4"/>
                  </a:cubicBezTo>
                  <a:cubicBezTo>
                    <a:pt x="28" y="20"/>
                    <a:pt x="26" y="37"/>
                    <a:pt x="18" y="50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7" y="66"/>
                    <a:pt x="0" y="77"/>
                    <a:pt x="4" y="90"/>
                  </a:cubicBezTo>
                  <a:cubicBezTo>
                    <a:pt x="5" y="92"/>
                    <a:pt x="6" y="93"/>
                    <a:pt x="8" y="92"/>
                  </a:cubicBezTo>
                  <a:cubicBezTo>
                    <a:pt x="10" y="92"/>
                    <a:pt x="10" y="90"/>
                    <a:pt x="10" y="88"/>
                  </a:cubicBezTo>
                  <a:cubicBezTo>
                    <a:pt x="6" y="78"/>
                    <a:pt x="13" y="69"/>
                    <a:pt x="19" y="60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32" y="39"/>
                    <a:pt x="34" y="20"/>
                    <a:pt x="30" y="3"/>
                  </a:cubicBezTo>
                  <a:cubicBezTo>
                    <a:pt x="30" y="1"/>
                    <a:pt x="28" y="0"/>
                    <a:pt x="26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2" name="Freeform 418">
              <a:extLst>
                <a:ext uri="{FF2B5EF4-FFF2-40B4-BE49-F238E27FC236}">
                  <a16:creationId xmlns:a16="http://schemas.microsoft.com/office/drawing/2014/main" id="{3DB03E02-0D8F-4489-979E-884F7043D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961"/>
              <a:ext cx="70" cy="237"/>
            </a:xfrm>
            <a:custGeom>
              <a:avLst/>
              <a:gdLst>
                <a:gd name="T0" fmla="*/ 313 w 28"/>
                <a:gd name="T1" fmla="*/ 397 h 89"/>
                <a:gd name="T2" fmla="*/ 313 w 28"/>
                <a:gd name="T3" fmla="*/ 1758 h 89"/>
                <a:gd name="T4" fmla="*/ 2738 w 28"/>
                <a:gd name="T5" fmla="*/ 13275 h 89"/>
                <a:gd name="T6" fmla="*/ 2470 w 28"/>
                <a:gd name="T7" fmla="*/ 14990 h 89"/>
                <a:gd name="T8" fmla="*/ 5675 w 28"/>
                <a:gd name="T9" fmla="*/ 31329 h 89"/>
                <a:gd name="T10" fmla="*/ 6645 w 28"/>
                <a:gd name="T11" fmla="*/ 31329 h 89"/>
                <a:gd name="T12" fmla="*/ 6645 w 28"/>
                <a:gd name="T13" fmla="*/ 29969 h 89"/>
                <a:gd name="T14" fmla="*/ 3908 w 28"/>
                <a:gd name="T15" fmla="*/ 14990 h 89"/>
                <a:gd name="T16" fmla="*/ 4220 w 28"/>
                <a:gd name="T17" fmla="*/ 13522 h 89"/>
                <a:gd name="T18" fmla="*/ 1488 w 28"/>
                <a:gd name="T19" fmla="*/ 397 h 89"/>
                <a:gd name="T20" fmla="*/ 313 w 28"/>
                <a:gd name="T21" fmla="*/ 397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89">
                  <a:moveTo>
                    <a:pt x="1" y="1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8" y="15"/>
                    <a:pt x="12" y="26"/>
                    <a:pt x="11" y="37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9" y="59"/>
                    <a:pt x="8" y="75"/>
                    <a:pt x="23" y="88"/>
                  </a:cubicBezTo>
                  <a:cubicBezTo>
                    <a:pt x="24" y="89"/>
                    <a:pt x="26" y="89"/>
                    <a:pt x="27" y="88"/>
                  </a:cubicBezTo>
                  <a:cubicBezTo>
                    <a:pt x="28" y="87"/>
                    <a:pt x="28" y="85"/>
                    <a:pt x="27" y="84"/>
                  </a:cubicBezTo>
                  <a:cubicBezTo>
                    <a:pt x="14" y="72"/>
                    <a:pt x="15" y="58"/>
                    <a:pt x="16" y="42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8" y="25"/>
                    <a:pt x="14" y="13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3" name="Freeform 419">
              <a:extLst>
                <a:ext uri="{FF2B5EF4-FFF2-40B4-BE49-F238E27FC236}">
                  <a16:creationId xmlns:a16="http://schemas.microsoft.com/office/drawing/2014/main" id="{1DA9B87D-9A9E-4327-8D82-127E962A2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150"/>
              <a:ext cx="73" cy="91"/>
            </a:xfrm>
            <a:custGeom>
              <a:avLst/>
              <a:gdLst>
                <a:gd name="T0" fmla="*/ 5868 w 29"/>
                <a:gd name="T1" fmla="*/ 1073 h 34"/>
                <a:gd name="T2" fmla="*/ 3859 w 29"/>
                <a:gd name="T3" fmla="*/ 4004 h 34"/>
                <a:gd name="T4" fmla="*/ 526 w 29"/>
                <a:gd name="T5" fmla="*/ 11814 h 34"/>
                <a:gd name="T6" fmla="*/ 1324 w 29"/>
                <a:gd name="T7" fmla="*/ 12521 h 34"/>
                <a:gd name="T8" fmla="*/ 2009 w 29"/>
                <a:gd name="T9" fmla="*/ 11391 h 34"/>
                <a:gd name="T10" fmla="*/ 4531 w 29"/>
                <a:gd name="T11" fmla="*/ 5902 h 34"/>
                <a:gd name="T12" fmla="*/ 7383 w 29"/>
                <a:gd name="T13" fmla="*/ 1496 h 34"/>
                <a:gd name="T14" fmla="*/ 6590 w 29"/>
                <a:gd name="T15" fmla="*/ 401 h 34"/>
                <a:gd name="T16" fmla="*/ 5868 w 29"/>
                <a:gd name="T17" fmla="*/ 1073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34">
                  <a:moveTo>
                    <a:pt x="23" y="3"/>
                  </a:moveTo>
                  <a:cubicBezTo>
                    <a:pt x="23" y="7"/>
                    <a:pt x="20" y="9"/>
                    <a:pt x="15" y="11"/>
                  </a:cubicBezTo>
                  <a:cubicBezTo>
                    <a:pt x="9" y="15"/>
                    <a:pt x="0" y="19"/>
                    <a:pt x="2" y="32"/>
                  </a:cubicBezTo>
                  <a:cubicBezTo>
                    <a:pt x="2" y="33"/>
                    <a:pt x="4" y="34"/>
                    <a:pt x="5" y="34"/>
                  </a:cubicBezTo>
                  <a:cubicBezTo>
                    <a:pt x="7" y="34"/>
                    <a:pt x="8" y="33"/>
                    <a:pt x="8" y="31"/>
                  </a:cubicBezTo>
                  <a:cubicBezTo>
                    <a:pt x="7" y="23"/>
                    <a:pt x="11" y="20"/>
                    <a:pt x="18" y="16"/>
                  </a:cubicBezTo>
                  <a:cubicBezTo>
                    <a:pt x="23" y="14"/>
                    <a:pt x="28" y="11"/>
                    <a:pt x="29" y="4"/>
                  </a:cubicBezTo>
                  <a:cubicBezTo>
                    <a:pt x="29" y="2"/>
                    <a:pt x="28" y="1"/>
                    <a:pt x="26" y="1"/>
                  </a:cubicBezTo>
                  <a:cubicBezTo>
                    <a:pt x="25" y="0"/>
                    <a:pt x="23" y="2"/>
                    <a:pt x="23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4" name="Freeform 420">
              <a:extLst>
                <a:ext uri="{FF2B5EF4-FFF2-40B4-BE49-F238E27FC236}">
                  <a16:creationId xmlns:a16="http://schemas.microsoft.com/office/drawing/2014/main" id="{FE5BD1DE-D231-4962-AEB9-14C9BC64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934"/>
              <a:ext cx="98" cy="184"/>
            </a:xfrm>
            <a:custGeom>
              <a:avLst/>
              <a:gdLst>
                <a:gd name="T0" fmla="*/ 2508 w 39"/>
                <a:gd name="T1" fmla="*/ 0 h 69"/>
                <a:gd name="T2" fmla="*/ 1794 w 39"/>
                <a:gd name="T3" fmla="*/ 1059 h 69"/>
                <a:gd name="T4" fmla="*/ 1319 w 39"/>
                <a:gd name="T5" fmla="*/ 6067 h 69"/>
                <a:gd name="T6" fmla="*/ 2317 w 39"/>
                <a:gd name="T7" fmla="*/ 19021 h 69"/>
                <a:gd name="T8" fmla="*/ 5822 w 39"/>
                <a:gd name="T9" fmla="*/ 22243 h 69"/>
                <a:gd name="T10" fmla="*/ 8327 w 39"/>
                <a:gd name="T11" fmla="*/ 24427 h 69"/>
                <a:gd name="T12" fmla="*/ 9534 w 39"/>
                <a:gd name="T13" fmla="*/ 24120 h 69"/>
                <a:gd name="T14" fmla="*/ 9333 w 39"/>
                <a:gd name="T15" fmla="*/ 22664 h 69"/>
                <a:gd name="T16" fmla="*/ 6503 w 39"/>
                <a:gd name="T17" fmla="*/ 20480 h 69"/>
                <a:gd name="T18" fmla="*/ 3505 w 39"/>
                <a:gd name="T19" fmla="*/ 17656 h 69"/>
                <a:gd name="T20" fmla="*/ 2792 w 39"/>
                <a:gd name="T21" fmla="*/ 6883 h 69"/>
                <a:gd name="T22" fmla="*/ 3314 w 39"/>
                <a:gd name="T23" fmla="*/ 661 h 69"/>
                <a:gd name="T24" fmla="*/ 2508 w 39"/>
                <a:gd name="T25" fmla="*/ 0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69">
                  <a:moveTo>
                    <a:pt x="10" y="0"/>
                  </a:moveTo>
                  <a:cubicBezTo>
                    <a:pt x="8" y="0"/>
                    <a:pt x="7" y="1"/>
                    <a:pt x="7" y="3"/>
                  </a:cubicBezTo>
                  <a:cubicBezTo>
                    <a:pt x="7" y="7"/>
                    <a:pt x="6" y="12"/>
                    <a:pt x="5" y="17"/>
                  </a:cubicBezTo>
                  <a:cubicBezTo>
                    <a:pt x="3" y="30"/>
                    <a:pt x="0" y="44"/>
                    <a:pt x="9" y="53"/>
                  </a:cubicBezTo>
                  <a:cubicBezTo>
                    <a:pt x="13" y="57"/>
                    <a:pt x="18" y="60"/>
                    <a:pt x="23" y="62"/>
                  </a:cubicBezTo>
                  <a:cubicBezTo>
                    <a:pt x="27" y="64"/>
                    <a:pt x="31" y="65"/>
                    <a:pt x="33" y="68"/>
                  </a:cubicBezTo>
                  <a:cubicBezTo>
                    <a:pt x="35" y="69"/>
                    <a:pt x="37" y="69"/>
                    <a:pt x="38" y="67"/>
                  </a:cubicBezTo>
                  <a:cubicBezTo>
                    <a:pt x="39" y="66"/>
                    <a:pt x="39" y="64"/>
                    <a:pt x="37" y="63"/>
                  </a:cubicBezTo>
                  <a:cubicBezTo>
                    <a:pt x="34" y="60"/>
                    <a:pt x="30" y="58"/>
                    <a:pt x="26" y="57"/>
                  </a:cubicBezTo>
                  <a:cubicBezTo>
                    <a:pt x="21" y="54"/>
                    <a:pt x="17" y="52"/>
                    <a:pt x="14" y="49"/>
                  </a:cubicBezTo>
                  <a:cubicBezTo>
                    <a:pt x="7" y="42"/>
                    <a:pt x="9" y="30"/>
                    <a:pt x="11" y="19"/>
                  </a:cubicBezTo>
                  <a:cubicBezTo>
                    <a:pt x="12" y="13"/>
                    <a:pt x="13" y="7"/>
                    <a:pt x="13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5" name="Freeform 421">
              <a:extLst>
                <a:ext uri="{FF2B5EF4-FFF2-40B4-BE49-F238E27FC236}">
                  <a16:creationId xmlns:a16="http://schemas.microsoft.com/office/drawing/2014/main" id="{54F93E1D-10D4-45F1-A540-DF621C5B7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857"/>
              <a:ext cx="105" cy="243"/>
            </a:xfrm>
            <a:custGeom>
              <a:avLst/>
              <a:gdLst>
                <a:gd name="T0" fmla="*/ 8800 w 42"/>
                <a:gd name="T1" fmla="*/ 1071 h 91"/>
                <a:gd name="T2" fmla="*/ 7158 w 42"/>
                <a:gd name="T3" fmla="*/ 8286 h 91"/>
                <a:gd name="T4" fmla="*/ 7345 w 42"/>
                <a:gd name="T5" fmla="*/ 11958 h 91"/>
                <a:gd name="T6" fmla="*/ 7158 w 42"/>
                <a:gd name="T7" fmla="*/ 17077 h 91"/>
                <a:gd name="T8" fmla="*/ 4895 w 42"/>
                <a:gd name="T9" fmla="*/ 20644 h 91"/>
                <a:gd name="T10" fmla="*/ 1300 w 42"/>
                <a:gd name="T11" fmla="*/ 32330 h 91"/>
                <a:gd name="T12" fmla="*/ 2270 w 42"/>
                <a:gd name="T13" fmla="*/ 33000 h 91"/>
                <a:gd name="T14" fmla="*/ 2738 w 42"/>
                <a:gd name="T15" fmla="*/ 31531 h 91"/>
                <a:gd name="T16" fmla="*/ 6175 w 42"/>
                <a:gd name="T17" fmla="*/ 22126 h 91"/>
                <a:gd name="T18" fmla="*/ 8333 w 42"/>
                <a:gd name="T19" fmla="*/ 18204 h 91"/>
                <a:gd name="T20" fmla="*/ 8800 w 42"/>
                <a:gd name="T21" fmla="*/ 11538 h 91"/>
                <a:gd name="T22" fmla="*/ 8595 w 42"/>
                <a:gd name="T23" fmla="*/ 8286 h 91"/>
                <a:gd name="T24" fmla="*/ 10083 w 42"/>
                <a:gd name="T25" fmla="*/ 1768 h 91"/>
                <a:gd name="T26" fmla="*/ 9770 w 42"/>
                <a:gd name="T27" fmla="*/ 401 h 91"/>
                <a:gd name="T28" fmla="*/ 8800 w 42"/>
                <a:gd name="T29" fmla="*/ 1071 h 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91">
                  <a:moveTo>
                    <a:pt x="36" y="3"/>
                  </a:moveTo>
                  <a:cubicBezTo>
                    <a:pt x="33" y="9"/>
                    <a:pt x="29" y="16"/>
                    <a:pt x="29" y="23"/>
                  </a:cubicBezTo>
                  <a:cubicBezTo>
                    <a:pt x="29" y="27"/>
                    <a:pt x="30" y="30"/>
                    <a:pt x="30" y="33"/>
                  </a:cubicBezTo>
                  <a:cubicBezTo>
                    <a:pt x="31" y="38"/>
                    <a:pt x="32" y="41"/>
                    <a:pt x="29" y="47"/>
                  </a:cubicBezTo>
                  <a:cubicBezTo>
                    <a:pt x="27" y="50"/>
                    <a:pt x="24" y="53"/>
                    <a:pt x="20" y="57"/>
                  </a:cubicBezTo>
                  <a:cubicBezTo>
                    <a:pt x="11" y="66"/>
                    <a:pt x="0" y="78"/>
                    <a:pt x="5" y="89"/>
                  </a:cubicBezTo>
                  <a:cubicBezTo>
                    <a:pt x="6" y="91"/>
                    <a:pt x="8" y="91"/>
                    <a:pt x="9" y="91"/>
                  </a:cubicBezTo>
                  <a:cubicBezTo>
                    <a:pt x="11" y="90"/>
                    <a:pt x="11" y="88"/>
                    <a:pt x="11" y="87"/>
                  </a:cubicBezTo>
                  <a:cubicBezTo>
                    <a:pt x="7" y="79"/>
                    <a:pt x="17" y="69"/>
                    <a:pt x="25" y="61"/>
                  </a:cubicBezTo>
                  <a:cubicBezTo>
                    <a:pt x="29" y="57"/>
                    <a:pt x="32" y="53"/>
                    <a:pt x="34" y="50"/>
                  </a:cubicBezTo>
                  <a:cubicBezTo>
                    <a:pt x="38" y="42"/>
                    <a:pt x="37" y="37"/>
                    <a:pt x="36" y="32"/>
                  </a:cubicBezTo>
                  <a:cubicBezTo>
                    <a:pt x="36" y="29"/>
                    <a:pt x="35" y="26"/>
                    <a:pt x="35" y="23"/>
                  </a:cubicBezTo>
                  <a:cubicBezTo>
                    <a:pt x="35" y="18"/>
                    <a:pt x="39" y="11"/>
                    <a:pt x="41" y="5"/>
                  </a:cubicBezTo>
                  <a:cubicBezTo>
                    <a:pt x="42" y="4"/>
                    <a:pt x="41" y="2"/>
                    <a:pt x="40" y="1"/>
                  </a:cubicBezTo>
                  <a:cubicBezTo>
                    <a:pt x="38" y="0"/>
                    <a:pt x="37" y="1"/>
                    <a:pt x="36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6" name="Freeform 422">
              <a:extLst>
                <a:ext uri="{FF2B5EF4-FFF2-40B4-BE49-F238E27FC236}">
                  <a16:creationId xmlns:a16="http://schemas.microsoft.com/office/drawing/2014/main" id="{3789FA70-9D1E-40C7-BD5C-C83E98BDB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777"/>
              <a:ext cx="90" cy="235"/>
            </a:xfrm>
            <a:custGeom>
              <a:avLst/>
              <a:gdLst>
                <a:gd name="T0" fmla="*/ 7158 w 36"/>
                <a:gd name="T1" fmla="*/ 662 h 88"/>
                <a:gd name="T2" fmla="*/ 6845 w 36"/>
                <a:gd name="T3" fmla="*/ 5848 h 88"/>
                <a:gd name="T4" fmla="*/ 6845 w 36"/>
                <a:gd name="T5" fmla="*/ 9349 h 88"/>
                <a:gd name="T6" fmla="*/ 4688 w 36"/>
                <a:gd name="T7" fmla="*/ 15617 h 88"/>
                <a:gd name="T8" fmla="*/ 4220 w 36"/>
                <a:gd name="T9" fmla="*/ 16282 h 88"/>
                <a:gd name="T10" fmla="*/ 313 w 36"/>
                <a:gd name="T11" fmla="*/ 31236 h 88"/>
                <a:gd name="T12" fmla="*/ 988 w 36"/>
                <a:gd name="T13" fmla="*/ 31933 h 88"/>
                <a:gd name="T14" fmla="*/ 1770 w 36"/>
                <a:gd name="T15" fmla="*/ 30814 h 88"/>
                <a:gd name="T16" fmla="*/ 5208 w 36"/>
                <a:gd name="T17" fmla="*/ 17807 h 88"/>
                <a:gd name="T18" fmla="*/ 5675 w 36"/>
                <a:gd name="T19" fmla="*/ 17080 h 88"/>
                <a:gd name="T20" fmla="*/ 8333 w 36"/>
                <a:gd name="T21" fmla="*/ 10169 h 88"/>
                <a:gd name="T22" fmla="*/ 8333 w 36"/>
                <a:gd name="T23" fmla="*/ 5848 h 88"/>
                <a:gd name="T24" fmla="*/ 8595 w 36"/>
                <a:gd name="T25" fmla="*/ 1469 h 88"/>
                <a:gd name="T26" fmla="*/ 8125 w 36"/>
                <a:gd name="T27" fmla="*/ 401 h 88"/>
                <a:gd name="T28" fmla="*/ 7158 w 36"/>
                <a:gd name="T29" fmla="*/ 662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" h="88">
                  <a:moveTo>
                    <a:pt x="29" y="2"/>
                  </a:moveTo>
                  <a:cubicBezTo>
                    <a:pt x="28" y="7"/>
                    <a:pt x="28" y="12"/>
                    <a:pt x="28" y="16"/>
                  </a:cubicBezTo>
                  <a:cubicBezTo>
                    <a:pt x="29" y="20"/>
                    <a:pt x="29" y="23"/>
                    <a:pt x="28" y="26"/>
                  </a:cubicBezTo>
                  <a:cubicBezTo>
                    <a:pt x="27" y="33"/>
                    <a:pt x="23" y="38"/>
                    <a:pt x="19" y="4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9" y="55"/>
                    <a:pt x="0" y="68"/>
                    <a:pt x="1" y="86"/>
                  </a:cubicBezTo>
                  <a:cubicBezTo>
                    <a:pt x="1" y="87"/>
                    <a:pt x="2" y="88"/>
                    <a:pt x="4" y="88"/>
                  </a:cubicBezTo>
                  <a:cubicBezTo>
                    <a:pt x="5" y="88"/>
                    <a:pt x="7" y="87"/>
                    <a:pt x="7" y="85"/>
                  </a:cubicBezTo>
                  <a:cubicBezTo>
                    <a:pt x="6" y="73"/>
                    <a:pt x="11" y="62"/>
                    <a:pt x="21" y="49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8" y="41"/>
                    <a:pt x="33" y="36"/>
                    <a:pt x="34" y="28"/>
                  </a:cubicBezTo>
                  <a:cubicBezTo>
                    <a:pt x="35" y="24"/>
                    <a:pt x="35" y="20"/>
                    <a:pt x="34" y="16"/>
                  </a:cubicBezTo>
                  <a:cubicBezTo>
                    <a:pt x="34" y="12"/>
                    <a:pt x="34" y="8"/>
                    <a:pt x="35" y="4"/>
                  </a:cubicBezTo>
                  <a:cubicBezTo>
                    <a:pt x="36" y="3"/>
                    <a:pt x="35" y="1"/>
                    <a:pt x="33" y="1"/>
                  </a:cubicBezTo>
                  <a:cubicBezTo>
                    <a:pt x="32" y="0"/>
                    <a:pt x="30" y="1"/>
                    <a:pt x="29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7" name="Freeform 423">
              <a:extLst>
                <a:ext uri="{FF2B5EF4-FFF2-40B4-BE49-F238E27FC236}">
                  <a16:creationId xmlns:a16="http://schemas.microsoft.com/office/drawing/2014/main" id="{42E993A1-423D-4F4B-B159-E5DB3957F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214"/>
              <a:ext cx="108" cy="251"/>
            </a:xfrm>
            <a:custGeom>
              <a:avLst/>
              <a:gdLst>
                <a:gd name="T0" fmla="*/ 9318 w 43"/>
                <a:gd name="T1" fmla="*/ 662 h 94"/>
                <a:gd name="T2" fmla="*/ 6005 w 43"/>
                <a:gd name="T3" fmla="*/ 6510 h 94"/>
                <a:gd name="T4" fmla="*/ 3501 w 43"/>
                <a:gd name="T5" fmla="*/ 9768 h 94"/>
                <a:gd name="T6" fmla="*/ 1994 w 43"/>
                <a:gd name="T7" fmla="*/ 32990 h 94"/>
                <a:gd name="T8" fmla="*/ 2976 w 43"/>
                <a:gd name="T9" fmla="*/ 34061 h 94"/>
                <a:gd name="T10" fmla="*/ 3501 w 43"/>
                <a:gd name="T11" fmla="*/ 32593 h 94"/>
                <a:gd name="T12" fmla="*/ 4820 w 43"/>
                <a:gd name="T13" fmla="*/ 11287 h 94"/>
                <a:gd name="T14" fmla="*/ 7002 w 43"/>
                <a:gd name="T15" fmla="*/ 8286 h 94"/>
                <a:gd name="T16" fmla="*/ 10787 w 43"/>
                <a:gd name="T17" fmla="*/ 1768 h 94"/>
                <a:gd name="T18" fmla="*/ 10315 w 43"/>
                <a:gd name="T19" fmla="*/ 401 h 94"/>
                <a:gd name="T20" fmla="*/ 9318 w 43"/>
                <a:gd name="T21" fmla="*/ 662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94">
                  <a:moveTo>
                    <a:pt x="37" y="2"/>
                  </a:moveTo>
                  <a:cubicBezTo>
                    <a:pt x="34" y="10"/>
                    <a:pt x="30" y="13"/>
                    <a:pt x="24" y="18"/>
                  </a:cubicBezTo>
                  <a:cubicBezTo>
                    <a:pt x="21" y="21"/>
                    <a:pt x="17" y="24"/>
                    <a:pt x="14" y="27"/>
                  </a:cubicBezTo>
                  <a:cubicBezTo>
                    <a:pt x="0" y="44"/>
                    <a:pt x="5" y="72"/>
                    <a:pt x="8" y="91"/>
                  </a:cubicBezTo>
                  <a:cubicBezTo>
                    <a:pt x="9" y="93"/>
                    <a:pt x="10" y="94"/>
                    <a:pt x="12" y="94"/>
                  </a:cubicBezTo>
                  <a:cubicBezTo>
                    <a:pt x="14" y="94"/>
                    <a:pt x="15" y="92"/>
                    <a:pt x="14" y="90"/>
                  </a:cubicBezTo>
                  <a:cubicBezTo>
                    <a:pt x="11" y="73"/>
                    <a:pt x="7" y="45"/>
                    <a:pt x="19" y="31"/>
                  </a:cubicBezTo>
                  <a:cubicBezTo>
                    <a:pt x="21" y="28"/>
                    <a:pt x="25" y="25"/>
                    <a:pt x="28" y="23"/>
                  </a:cubicBezTo>
                  <a:cubicBezTo>
                    <a:pt x="34" y="18"/>
                    <a:pt x="39" y="13"/>
                    <a:pt x="43" y="5"/>
                  </a:cubicBezTo>
                  <a:cubicBezTo>
                    <a:pt x="43" y="3"/>
                    <a:pt x="43" y="1"/>
                    <a:pt x="41" y="1"/>
                  </a:cubicBezTo>
                  <a:cubicBezTo>
                    <a:pt x="40" y="0"/>
                    <a:pt x="38" y="1"/>
                    <a:pt x="37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8" name="Freeform 424">
              <a:extLst>
                <a:ext uri="{FF2B5EF4-FFF2-40B4-BE49-F238E27FC236}">
                  <a16:creationId xmlns:a16="http://schemas.microsoft.com/office/drawing/2014/main" id="{6CD5DFC9-38E1-4880-A130-5A02B6E02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153"/>
              <a:ext cx="95" cy="80"/>
            </a:xfrm>
            <a:custGeom>
              <a:avLst/>
              <a:gdLst>
                <a:gd name="T0" fmla="*/ 520 w 38"/>
                <a:gd name="T1" fmla="*/ 397 h 30"/>
                <a:gd name="T2" fmla="*/ 0 w 38"/>
                <a:gd name="T3" fmla="*/ 1459 h 30"/>
                <a:gd name="T4" fmla="*/ 4220 w 38"/>
                <a:gd name="T5" fmla="*/ 6067 h 30"/>
                <a:gd name="T6" fmla="*/ 7625 w 38"/>
                <a:gd name="T7" fmla="*/ 9707 h 30"/>
                <a:gd name="T8" fmla="*/ 8595 w 38"/>
                <a:gd name="T9" fmla="*/ 10376 h 30"/>
                <a:gd name="T10" fmla="*/ 9113 w 38"/>
                <a:gd name="T11" fmla="*/ 9045 h 30"/>
                <a:gd name="T12" fmla="*/ 4425 w 38"/>
                <a:gd name="T13" fmla="*/ 4301 h 30"/>
                <a:gd name="T14" fmla="*/ 1488 w 38"/>
                <a:gd name="T15" fmla="*/ 1059 h 30"/>
                <a:gd name="T16" fmla="*/ 520 w 38"/>
                <a:gd name="T17" fmla="*/ 39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0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" y="13"/>
                    <a:pt x="10" y="15"/>
                    <a:pt x="17" y="17"/>
                  </a:cubicBezTo>
                  <a:cubicBezTo>
                    <a:pt x="23" y="19"/>
                    <a:pt x="29" y="21"/>
                    <a:pt x="31" y="27"/>
                  </a:cubicBezTo>
                  <a:cubicBezTo>
                    <a:pt x="32" y="29"/>
                    <a:pt x="34" y="30"/>
                    <a:pt x="35" y="29"/>
                  </a:cubicBezTo>
                  <a:cubicBezTo>
                    <a:pt x="37" y="29"/>
                    <a:pt x="38" y="27"/>
                    <a:pt x="37" y="25"/>
                  </a:cubicBezTo>
                  <a:cubicBezTo>
                    <a:pt x="34" y="16"/>
                    <a:pt x="25" y="14"/>
                    <a:pt x="18" y="12"/>
                  </a:cubicBezTo>
                  <a:cubicBezTo>
                    <a:pt x="11" y="10"/>
                    <a:pt x="7" y="8"/>
                    <a:pt x="6" y="3"/>
                  </a:cubicBezTo>
                  <a:cubicBezTo>
                    <a:pt x="5" y="1"/>
                    <a:pt x="4" y="0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9" name="Freeform 425">
              <a:extLst>
                <a:ext uri="{FF2B5EF4-FFF2-40B4-BE49-F238E27FC236}">
                  <a16:creationId xmlns:a16="http://schemas.microsoft.com/office/drawing/2014/main" id="{BF658EE9-B0FB-41CA-A508-2E0759E9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918"/>
              <a:ext cx="232" cy="142"/>
            </a:xfrm>
            <a:custGeom>
              <a:avLst/>
              <a:gdLst>
                <a:gd name="T0" fmla="*/ 466 w 93"/>
                <a:gd name="T1" fmla="*/ 4019 h 53"/>
                <a:gd name="T2" fmla="*/ 0 w 93"/>
                <a:gd name="T3" fmla="*/ 5519 h 53"/>
                <a:gd name="T4" fmla="*/ 965 w 93"/>
                <a:gd name="T5" fmla="*/ 5921 h 53"/>
                <a:gd name="T6" fmla="*/ 13244 w 93"/>
                <a:gd name="T7" fmla="*/ 6344 h 53"/>
                <a:gd name="T8" fmla="*/ 16143 w 93"/>
                <a:gd name="T9" fmla="*/ 11443 h 53"/>
                <a:gd name="T10" fmla="*/ 21456 w 93"/>
                <a:gd name="T11" fmla="*/ 19173 h 53"/>
                <a:gd name="T12" fmla="*/ 22417 w 93"/>
                <a:gd name="T13" fmla="*/ 18498 h 53"/>
                <a:gd name="T14" fmla="*/ 21918 w 93"/>
                <a:gd name="T15" fmla="*/ 17423 h 53"/>
                <a:gd name="T16" fmla="*/ 17126 w 93"/>
                <a:gd name="T17" fmla="*/ 10366 h 53"/>
                <a:gd name="T18" fmla="*/ 14020 w 93"/>
                <a:gd name="T19" fmla="*/ 4421 h 53"/>
                <a:gd name="T20" fmla="*/ 466 w 93"/>
                <a:gd name="T21" fmla="*/ 4019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53">
                  <a:moveTo>
                    <a:pt x="2" y="11"/>
                  </a:moveTo>
                  <a:cubicBezTo>
                    <a:pt x="0" y="11"/>
                    <a:pt x="0" y="13"/>
                    <a:pt x="0" y="15"/>
                  </a:cubicBezTo>
                  <a:cubicBezTo>
                    <a:pt x="1" y="16"/>
                    <a:pt x="3" y="17"/>
                    <a:pt x="4" y="16"/>
                  </a:cubicBezTo>
                  <a:cubicBezTo>
                    <a:pt x="19" y="8"/>
                    <a:pt x="41" y="6"/>
                    <a:pt x="55" y="17"/>
                  </a:cubicBezTo>
                  <a:cubicBezTo>
                    <a:pt x="59" y="20"/>
                    <a:pt x="63" y="25"/>
                    <a:pt x="67" y="31"/>
                  </a:cubicBezTo>
                  <a:cubicBezTo>
                    <a:pt x="73" y="40"/>
                    <a:pt x="79" y="50"/>
                    <a:pt x="89" y="52"/>
                  </a:cubicBezTo>
                  <a:cubicBezTo>
                    <a:pt x="91" y="53"/>
                    <a:pt x="92" y="52"/>
                    <a:pt x="93" y="50"/>
                  </a:cubicBezTo>
                  <a:cubicBezTo>
                    <a:pt x="93" y="49"/>
                    <a:pt x="92" y="47"/>
                    <a:pt x="91" y="47"/>
                  </a:cubicBezTo>
                  <a:cubicBezTo>
                    <a:pt x="83" y="45"/>
                    <a:pt x="77" y="36"/>
                    <a:pt x="71" y="28"/>
                  </a:cubicBezTo>
                  <a:cubicBezTo>
                    <a:pt x="67" y="21"/>
                    <a:pt x="63" y="16"/>
                    <a:pt x="58" y="12"/>
                  </a:cubicBezTo>
                  <a:cubicBezTo>
                    <a:pt x="43" y="0"/>
                    <a:pt x="18" y="2"/>
                    <a:pt x="2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0" name="Freeform 426">
              <a:extLst>
                <a:ext uri="{FF2B5EF4-FFF2-40B4-BE49-F238E27FC236}">
                  <a16:creationId xmlns:a16="http://schemas.microsoft.com/office/drawing/2014/main" id="{E4AEE1A9-B696-41B3-B2A0-222D09B2F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838"/>
              <a:ext cx="252" cy="70"/>
            </a:xfrm>
            <a:custGeom>
              <a:avLst/>
              <a:gdLst>
                <a:gd name="T0" fmla="*/ 14691 w 101"/>
                <a:gd name="T1" fmla="*/ 3842 h 26"/>
                <a:gd name="T2" fmla="*/ 11118 w 101"/>
                <a:gd name="T3" fmla="*/ 5675 h 26"/>
                <a:gd name="T4" fmla="*/ 2128 w 101"/>
                <a:gd name="T5" fmla="*/ 4531 h 26"/>
                <a:gd name="T6" fmla="*/ 966 w 101"/>
                <a:gd name="T7" fmla="*/ 3842 h 26"/>
                <a:gd name="T8" fmla="*/ 0 w 101"/>
                <a:gd name="T9" fmla="*/ 4531 h 26"/>
                <a:gd name="T10" fmla="*/ 467 w 101"/>
                <a:gd name="T11" fmla="*/ 6090 h 26"/>
                <a:gd name="T12" fmla="*/ 1632 w 101"/>
                <a:gd name="T13" fmla="*/ 6515 h 26"/>
                <a:gd name="T14" fmla="*/ 11585 w 101"/>
                <a:gd name="T15" fmla="*/ 8039 h 26"/>
                <a:gd name="T16" fmla="*/ 15190 w 101"/>
                <a:gd name="T17" fmla="*/ 5675 h 26"/>
                <a:gd name="T18" fmla="*/ 23406 w 101"/>
                <a:gd name="T19" fmla="*/ 3414 h 26"/>
                <a:gd name="T20" fmla="*/ 24372 w 101"/>
                <a:gd name="T21" fmla="*/ 2673 h 26"/>
                <a:gd name="T22" fmla="*/ 23668 w 101"/>
                <a:gd name="T23" fmla="*/ 1152 h 26"/>
                <a:gd name="T24" fmla="*/ 14691 w 101"/>
                <a:gd name="T25" fmla="*/ 3842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26">
                  <a:moveTo>
                    <a:pt x="61" y="10"/>
                  </a:moveTo>
                  <a:cubicBezTo>
                    <a:pt x="56" y="12"/>
                    <a:pt x="51" y="14"/>
                    <a:pt x="46" y="15"/>
                  </a:cubicBezTo>
                  <a:cubicBezTo>
                    <a:pt x="33" y="19"/>
                    <a:pt x="22" y="16"/>
                    <a:pt x="9" y="12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9"/>
                    <a:pt x="1" y="10"/>
                    <a:pt x="0" y="12"/>
                  </a:cubicBezTo>
                  <a:cubicBezTo>
                    <a:pt x="0" y="13"/>
                    <a:pt x="1" y="15"/>
                    <a:pt x="2" y="16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20" y="22"/>
                    <a:pt x="33" y="26"/>
                    <a:pt x="48" y="21"/>
                  </a:cubicBezTo>
                  <a:cubicBezTo>
                    <a:pt x="53" y="20"/>
                    <a:pt x="58" y="17"/>
                    <a:pt x="63" y="15"/>
                  </a:cubicBezTo>
                  <a:cubicBezTo>
                    <a:pt x="74" y="11"/>
                    <a:pt x="85" y="6"/>
                    <a:pt x="97" y="9"/>
                  </a:cubicBezTo>
                  <a:cubicBezTo>
                    <a:pt x="99" y="9"/>
                    <a:pt x="100" y="8"/>
                    <a:pt x="101" y="7"/>
                  </a:cubicBezTo>
                  <a:cubicBezTo>
                    <a:pt x="101" y="5"/>
                    <a:pt x="100" y="4"/>
                    <a:pt x="98" y="3"/>
                  </a:cubicBezTo>
                  <a:cubicBezTo>
                    <a:pt x="84" y="0"/>
                    <a:pt x="72" y="5"/>
                    <a:pt x="61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1" name="Freeform 427">
              <a:extLst>
                <a:ext uri="{FF2B5EF4-FFF2-40B4-BE49-F238E27FC236}">
                  <a16:creationId xmlns:a16="http://schemas.microsoft.com/office/drawing/2014/main" id="{60FB7083-8FBA-4374-91D6-820F7DF01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590"/>
              <a:ext cx="200" cy="195"/>
            </a:xfrm>
            <a:custGeom>
              <a:avLst/>
              <a:gdLst>
                <a:gd name="T0" fmla="*/ 18363 w 80"/>
                <a:gd name="T1" fmla="*/ 401 h 73"/>
                <a:gd name="T2" fmla="*/ 14658 w 80"/>
                <a:gd name="T3" fmla="*/ 1071 h 73"/>
                <a:gd name="T4" fmla="*/ 10083 w 80"/>
                <a:gd name="T5" fmla="*/ 2190 h 73"/>
                <a:gd name="T6" fmla="*/ 6645 w 80"/>
                <a:gd name="T7" fmla="*/ 9777 h 73"/>
                <a:gd name="T8" fmla="*/ 6175 w 80"/>
                <a:gd name="T9" fmla="*/ 11972 h 73"/>
                <a:gd name="T10" fmla="*/ 988 w 80"/>
                <a:gd name="T11" fmla="*/ 22855 h 73"/>
                <a:gd name="T12" fmla="*/ 313 w 80"/>
                <a:gd name="T13" fmla="*/ 23675 h 73"/>
                <a:gd name="T14" fmla="*/ 783 w 80"/>
                <a:gd name="T15" fmla="*/ 25045 h 73"/>
                <a:gd name="T16" fmla="*/ 7345 w 80"/>
                <a:gd name="T17" fmla="*/ 12616 h 73"/>
                <a:gd name="T18" fmla="*/ 7813 w 80"/>
                <a:gd name="T19" fmla="*/ 10904 h 73"/>
                <a:gd name="T20" fmla="*/ 10750 w 80"/>
                <a:gd name="T21" fmla="*/ 3924 h 73"/>
                <a:gd name="T22" fmla="*/ 14458 w 80"/>
                <a:gd name="T23" fmla="*/ 3262 h 73"/>
                <a:gd name="T24" fmla="*/ 18875 w 80"/>
                <a:gd name="T25" fmla="*/ 2190 h 73"/>
                <a:gd name="T26" fmla="*/ 19345 w 80"/>
                <a:gd name="T27" fmla="*/ 662 h 73"/>
                <a:gd name="T28" fmla="*/ 18363 w 80"/>
                <a:gd name="T29" fmla="*/ 401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73">
                  <a:moveTo>
                    <a:pt x="75" y="1"/>
                  </a:moveTo>
                  <a:cubicBezTo>
                    <a:pt x="70" y="3"/>
                    <a:pt x="65" y="3"/>
                    <a:pt x="60" y="3"/>
                  </a:cubicBezTo>
                  <a:cubicBezTo>
                    <a:pt x="53" y="3"/>
                    <a:pt x="47" y="2"/>
                    <a:pt x="41" y="6"/>
                  </a:cubicBezTo>
                  <a:cubicBezTo>
                    <a:pt x="33" y="10"/>
                    <a:pt x="30" y="20"/>
                    <a:pt x="27" y="27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2" y="41"/>
                    <a:pt x="13" y="65"/>
                    <a:pt x="4" y="63"/>
                  </a:cubicBezTo>
                  <a:cubicBezTo>
                    <a:pt x="3" y="62"/>
                    <a:pt x="1" y="63"/>
                    <a:pt x="1" y="65"/>
                  </a:cubicBezTo>
                  <a:cubicBezTo>
                    <a:pt x="0" y="66"/>
                    <a:pt x="1" y="68"/>
                    <a:pt x="3" y="69"/>
                  </a:cubicBezTo>
                  <a:cubicBezTo>
                    <a:pt x="16" y="73"/>
                    <a:pt x="26" y="47"/>
                    <a:pt x="30" y="35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5" y="23"/>
                    <a:pt x="38" y="14"/>
                    <a:pt x="44" y="11"/>
                  </a:cubicBezTo>
                  <a:cubicBezTo>
                    <a:pt x="48" y="8"/>
                    <a:pt x="54" y="9"/>
                    <a:pt x="59" y="9"/>
                  </a:cubicBezTo>
                  <a:cubicBezTo>
                    <a:pt x="65" y="9"/>
                    <a:pt x="72" y="9"/>
                    <a:pt x="77" y="6"/>
                  </a:cubicBezTo>
                  <a:cubicBezTo>
                    <a:pt x="79" y="6"/>
                    <a:pt x="80" y="4"/>
                    <a:pt x="79" y="2"/>
                  </a:cubicBezTo>
                  <a:cubicBezTo>
                    <a:pt x="78" y="1"/>
                    <a:pt x="76" y="0"/>
                    <a:pt x="75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2" name="Freeform 428">
              <a:extLst>
                <a:ext uri="{FF2B5EF4-FFF2-40B4-BE49-F238E27FC236}">
                  <a16:creationId xmlns:a16="http://schemas.microsoft.com/office/drawing/2014/main" id="{B3C6F760-6E91-4856-8F4E-1CEB358D2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969"/>
              <a:ext cx="150" cy="197"/>
            </a:xfrm>
            <a:custGeom>
              <a:avLst/>
              <a:gdLst>
                <a:gd name="T0" fmla="*/ 0 w 60"/>
                <a:gd name="T1" fmla="*/ 1057 h 74"/>
                <a:gd name="T2" fmla="*/ 520 w 60"/>
                <a:gd name="T3" fmla="*/ 2566 h 74"/>
                <a:gd name="T4" fmla="*/ 3720 w 60"/>
                <a:gd name="T5" fmla="*/ 7491 h 74"/>
                <a:gd name="T6" fmla="*/ 6845 w 60"/>
                <a:gd name="T7" fmla="*/ 12869 h 74"/>
                <a:gd name="T8" fmla="*/ 7625 w 60"/>
                <a:gd name="T9" fmla="*/ 13508 h 74"/>
                <a:gd name="T10" fmla="*/ 11250 w 60"/>
                <a:gd name="T11" fmla="*/ 24870 h 74"/>
                <a:gd name="T12" fmla="*/ 11720 w 60"/>
                <a:gd name="T13" fmla="*/ 25924 h 74"/>
                <a:gd name="T14" fmla="*/ 12708 w 60"/>
                <a:gd name="T15" fmla="*/ 25663 h 74"/>
                <a:gd name="T16" fmla="*/ 8333 w 60"/>
                <a:gd name="T17" fmla="*/ 11759 h 74"/>
                <a:gd name="T18" fmla="*/ 7625 w 60"/>
                <a:gd name="T19" fmla="*/ 11091 h 74"/>
                <a:gd name="T20" fmla="*/ 4895 w 60"/>
                <a:gd name="T21" fmla="*/ 6016 h 74"/>
                <a:gd name="T22" fmla="*/ 988 w 60"/>
                <a:gd name="T23" fmla="*/ 397 h 74"/>
                <a:gd name="T24" fmla="*/ 0 w 60"/>
                <a:gd name="T25" fmla="*/ 1057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74">
                  <a:moveTo>
                    <a:pt x="0" y="3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7" y="9"/>
                    <a:pt x="11" y="15"/>
                    <a:pt x="15" y="21"/>
                  </a:cubicBezTo>
                  <a:cubicBezTo>
                    <a:pt x="18" y="26"/>
                    <a:pt x="22" y="32"/>
                    <a:pt x="28" y="36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44" y="47"/>
                    <a:pt x="53" y="52"/>
                    <a:pt x="46" y="70"/>
                  </a:cubicBezTo>
                  <a:cubicBezTo>
                    <a:pt x="45" y="71"/>
                    <a:pt x="46" y="73"/>
                    <a:pt x="48" y="73"/>
                  </a:cubicBezTo>
                  <a:cubicBezTo>
                    <a:pt x="49" y="74"/>
                    <a:pt x="51" y="73"/>
                    <a:pt x="52" y="72"/>
                  </a:cubicBezTo>
                  <a:cubicBezTo>
                    <a:pt x="60" y="50"/>
                    <a:pt x="48" y="42"/>
                    <a:pt x="34" y="33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27" y="28"/>
                    <a:pt x="23" y="22"/>
                    <a:pt x="20" y="17"/>
                  </a:cubicBezTo>
                  <a:cubicBezTo>
                    <a:pt x="15" y="11"/>
                    <a:pt x="11" y="4"/>
                    <a:pt x="4" y="1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3" name="Freeform 429">
              <a:extLst>
                <a:ext uri="{FF2B5EF4-FFF2-40B4-BE49-F238E27FC236}">
                  <a16:creationId xmlns:a16="http://schemas.microsoft.com/office/drawing/2014/main" id="{52E029A1-101D-4943-8EBD-3E40AAC8E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110"/>
              <a:ext cx="78" cy="240"/>
            </a:xfrm>
            <a:custGeom>
              <a:avLst/>
              <a:gdLst>
                <a:gd name="T0" fmla="*/ 2008 w 31"/>
                <a:gd name="T1" fmla="*/ 397 h 90"/>
                <a:gd name="T2" fmla="*/ 1799 w 31"/>
                <a:gd name="T3" fmla="*/ 1763 h 90"/>
                <a:gd name="T4" fmla="*/ 1799 w 31"/>
                <a:gd name="T5" fmla="*/ 9045 h 90"/>
                <a:gd name="T6" fmla="*/ 1532 w 31"/>
                <a:gd name="T7" fmla="*/ 10773 h 90"/>
                <a:gd name="T8" fmla="*/ 6368 w 31"/>
                <a:gd name="T9" fmla="*/ 31709 h 90"/>
                <a:gd name="T10" fmla="*/ 7584 w 31"/>
                <a:gd name="T11" fmla="*/ 31949 h 90"/>
                <a:gd name="T12" fmla="*/ 7584 w 31"/>
                <a:gd name="T13" fmla="*/ 30187 h 90"/>
                <a:gd name="T14" fmla="*/ 2805 w 31"/>
                <a:gd name="T15" fmla="*/ 11469 h 90"/>
                <a:gd name="T16" fmla="*/ 3329 w 31"/>
                <a:gd name="T17" fmla="*/ 9309 h 90"/>
                <a:gd name="T18" fmla="*/ 3014 w 31"/>
                <a:gd name="T19" fmla="*/ 661 h 90"/>
                <a:gd name="T20" fmla="*/ 2008 w 31"/>
                <a:gd name="T21" fmla="*/ 397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90">
                  <a:moveTo>
                    <a:pt x="8" y="1"/>
                  </a:moveTo>
                  <a:cubicBezTo>
                    <a:pt x="7" y="1"/>
                    <a:pt x="6" y="3"/>
                    <a:pt x="7" y="5"/>
                  </a:cubicBezTo>
                  <a:cubicBezTo>
                    <a:pt x="11" y="12"/>
                    <a:pt x="9" y="17"/>
                    <a:pt x="7" y="25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0" y="53"/>
                    <a:pt x="13" y="73"/>
                    <a:pt x="25" y="88"/>
                  </a:cubicBezTo>
                  <a:cubicBezTo>
                    <a:pt x="26" y="90"/>
                    <a:pt x="28" y="90"/>
                    <a:pt x="30" y="89"/>
                  </a:cubicBezTo>
                  <a:cubicBezTo>
                    <a:pt x="31" y="88"/>
                    <a:pt x="31" y="86"/>
                    <a:pt x="30" y="84"/>
                  </a:cubicBezTo>
                  <a:cubicBezTo>
                    <a:pt x="19" y="71"/>
                    <a:pt x="7" y="52"/>
                    <a:pt x="11" y="32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5" y="19"/>
                    <a:pt x="17" y="11"/>
                    <a:pt x="12" y="2"/>
                  </a:cubicBezTo>
                  <a:cubicBezTo>
                    <a:pt x="11" y="0"/>
                    <a:pt x="10" y="0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4" name="Freeform 430">
              <a:extLst>
                <a:ext uri="{FF2B5EF4-FFF2-40B4-BE49-F238E27FC236}">
                  <a16:creationId xmlns:a16="http://schemas.microsoft.com/office/drawing/2014/main" id="{5BE22FE5-B80F-47DB-BC56-1019AC9D0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110"/>
              <a:ext cx="78" cy="256"/>
            </a:xfrm>
            <a:custGeom>
              <a:avLst/>
              <a:gdLst>
                <a:gd name="T0" fmla="*/ 317 w 31"/>
                <a:gd name="T1" fmla="*/ 1059 h 96"/>
                <a:gd name="T2" fmla="*/ 798 w 31"/>
                <a:gd name="T3" fmla="*/ 2184 h 96"/>
                <a:gd name="T4" fmla="*/ 5528 w 31"/>
                <a:gd name="T5" fmla="*/ 13597 h 96"/>
                <a:gd name="T6" fmla="*/ 4844 w 31"/>
                <a:gd name="T7" fmla="*/ 20083 h 96"/>
                <a:gd name="T8" fmla="*/ 6368 w 31"/>
                <a:gd name="T9" fmla="*/ 34133 h 96"/>
                <a:gd name="T10" fmla="*/ 7584 w 31"/>
                <a:gd name="T11" fmla="*/ 34133 h 96"/>
                <a:gd name="T12" fmla="*/ 7584 w 31"/>
                <a:gd name="T13" fmla="*/ 32768 h 96"/>
                <a:gd name="T14" fmla="*/ 6368 w 31"/>
                <a:gd name="T15" fmla="*/ 20877 h 96"/>
                <a:gd name="T16" fmla="*/ 7058 w 31"/>
                <a:gd name="T17" fmla="*/ 13597 h 96"/>
                <a:gd name="T18" fmla="*/ 1006 w 31"/>
                <a:gd name="T19" fmla="*/ 0 h 96"/>
                <a:gd name="T20" fmla="*/ 317 w 31"/>
                <a:gd name="T21" fmla="*/ 1059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96">
                  <a:moveTo>
                    <a:pt x="1" y="3"/>
                  </a:moveTo>
                  <a:cubicBezTo>
                    <a:pt x="0" y="5"/>
                    <a:pt x="2" y="6"/>
                    <a:pt x="3" y="6"/>
                  </a:cubicBezTo>
                  <a:cubicBezTo>
                    <a:pt x="15" y="8"/>
                    <a:pt x="22" y="28"/>
                    <a:pt x="22" y="38"/>
                  </a:cubicBezTo>
                  <a:cubicBezTo>
                    <a:pt x="23" y="44"/>
                    <a:pt x="21" y="50"/>
                    <a:pt x="19" y="56"/>
                  </a:cubicBezTo>
                  <a:cubicBezTo>
                    <a:pt x="16" y="69"/>
                    <a:pt x="12" y="83"/>
                    <a:pt x="25" y="95"/>
                  </a:cubicBezTo>
                  <a:cubicBezTo>
                    <a:pt x="27" y="96"/>
                    <a:pt x="28" y="96"/>
                    <a:pt x="30" y="95"/>
                  </a:cubicBezTo>
                  <a:cubicBezTo>
                    <a:pt x="31" y="94"/>
                    <a:pt x="31" y="92"/>
                    <a:pt x="30" y="91"/>
                  </a:cubicBezTo>
                  <a:cubicBezTo>
                    <a:pt x="19" y="81"/>
                    <a:pt x="22" y="70"/>
                    <a:pt x="25" y="58"/>
                  </a:cubicBezTo>
                  <a:cubicBezTo>
                    <a:pt x="27" y="51"/>
                    <a:pt x="29" y="45"/>
                    <a:pt x="28" y="38"/>
                  </a:cubicBezTo>
                  <a:cubicBezTo>
                    <a:pt x="28" y="26"/>
                    <a:pt x="19" y="2"/>
                    <a:pt x="4" y="0"/>
                  </a:cubicBezTo>
                  <a:cubicBezTo>
                    <a:pt x="2" y="0"/>
                    <a:pt x="1" y="1"/>
                    <a:pt x="1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5" name="Freeform 431">
              <a:extLst>
                <a:ext uri="{FF2B5EF4-FFF2-40B4-BE49-F238E27FC236}">
                  <a16:creationId xmlns:a16="http://schemas.microsoft.com/office/drawing/2014/main" id="{558C1EFB-85E6-4135-82A8-AECEAE0AE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54"/>
              <a:ext cx="103" cy="163"/>
            </a:xfrm>
            <a:custGeom>
              <a:avLst/>
              <a:gdLst>
                <a:gd name="T0" fmla="*/ 317 w 41"/>
                <a:gd name="T1" fmla="*/ 671 h 61"/>
                <a:gd name="T2" fmla="*/ 525 w 41"/>
                <a:gd name="T3" fmla="*/ 2191 h 61"/>
                <a:gd name="T4" fmla="*/ 3502 w 41"/>
                <a:gd name="T5" fmla="*/ 4390 h 61"/>
                <a:gd name="T6" fmla="*/ 7007 w 41"/>
                <a:gd name="T7" fmla="*/ 8719 h 61"/>
                <a:gd name="T8" fmla="*/ 7800 w 41"/>
                <a:gd name="T9" fmla="*/ 14579 h 61"/>
                <a:gd name="T10" fmla="*/ 8798 w 41"/>
                <a:gd name="T11" fmla="*/ 21099 h 61"/>
                <a:gd name="T12" fmla="*/ 9800 w 41"/>
                <a:gd name="T13" fmla="*/ 21829 h 61"/>
                <a:gd name="T14" fmla="*/ 10318 w 41"/>
                <a:gd name="T15" fmla="*/ 20458 h 61"/>
                <a:gd name="T16" fmla="*/ 9323 w 41"/>
                <a:gd name="T17" fmla="*/ 14173 h 61"/>
                <a:gd name="T18" fmla="*/ 8531 w 41"/>
                <a:gd name="T19" fmla="*/ 8054 h 61"/>
                <a:gd name="T20" fmla="*/ 3982 w 41"/>
                <a:gd name="T21" fmla="*/ 2592 h 61"/>
                <a:gd name="T22" fmla="*/ 1507 w 41"/>
                <a:gd name="T23" fmla="*/ 401 h 61"/>
                <a:gd name="T24" fmla="*/ 317 w 41"/>
                <a:gd name="T25" fmla="*/ 671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61">
                  <a:moveTo>
                    <a:pt x="1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6" y="9"/>
                    <a:pt x="10" y="11"/>
                    <a:pt x="14" y="12"/>
                  </a:cubicBezTo>
                  <a:cubicBezTo>
                    <a:pt x="20" y="15"/>
                    <a:pt x="25" y="17"/>
                    <a:pt x="28" y="24"/>
                  </a:cubicBezTo>
                  <a:cubicBezTo>
                    <a:pt x="30" y="29"/>
                    <a:pt x="31" y="34"/>
                    <a:pt x="31" y="40"/>
                  </a:cubicBezTo>
                  <a:cubicBezTo>
                    <a:pt x="32" y="46"/>
                    <a:pt x="33" y="53"/>
                    <a:pt x="35" y="58"/>
                  </a:cubicBezTo>
                  <a:cubicBezTo>
                    <a:pt x="36" y="60"/>
                    <a:pt x="38" y="61"/>
                    <a:pt x="39" y="60"/>
                  </a:cubicBezTo>
                  <a:cubicBezTo>
                    <a:pt x="41" y="59"/>
                    <a:pt x="41" y="57"/>
                    <a:pt x="41" y="56"/>
                  </a:cubicBezTo>
                  <a:cubicBezTo>
                    <a:pt x="38" y="51"/>
                    <a:pt x="38" y="45"/>
                    <a:pt x="37" y="39"/>
                  </a:cubicBezTo>
                  <a:cubicBezTo>
                    <a:pt x="37" y="34"/>
                    <a:pt x="36" y="28"/>
                    <a:pt x="34" y="22"/>
                  </a:cubicBezTo>
                  <a:cubicBezTo>
                    <a:pt x="30" y="12"/>
                    <a:pt x="23" y="9"/>
                    <a:pt x="16" y="7"/>
                  </a:cubicBezTo>
                  <a:cubicBezTo>
                    <a:pt x="13" y="5"/>
                    <a:pt x="9" y="4"/>
                    <a:pt x="6" y="1"/>
                  </a:cubicBezTo>
                  <a:cubicBezTo>
                    <a:pt x="4" y="0"/>
                    <a:pt x="2" y="1"/>
                    <a:pt x="1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6" name="Freeform 432">
              <a:extLst>
                <a:ext uri="{FF2B5EF4-FFF2-40B4-BE49-F238E27FC236}">
                  <a16:creationId xmlns:a16="http://schemas.microsoft.com/office/drawing/2014/main" id="{3A14A6B1-F619-489B-82F0-C7C26FFD3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276"/>
              <a:ext cx="72" cy="234"/>
            </a:xfrm>
            <a:custGeom>
              <a:avLst/>
              <a:gdLst>
                <a:gd name="T0" fmla="*/ 641 w 29"/>
                <a:gd name="T1" fmla="*/ 0 h 88"/>
                <a:gd name="T2" fmla="*/ 0 w 29"/>
                <a:gd name="T3" fmla="*/ 1449 h 88"/>
                <a:gd name="T4" fmla="*/ 948 w 29"/>
                <a:gd name="T5" fmla="*/ 5996 h 88"/>
                <a:gd name="T6" fmla="*/ 1135 w 29"/>
                <a:gd name="T7" fmla="*/ 8102 h 88"/>
                <a:gd name="T8" fmla="*/ 1135 w 29"/>
                <a:gd name="T9" fmla="*/ 13046 h 88"/>
                <a:gd name="T10" fmla="*/ 641 w 29"/>
                <a:gd name="T11" fmla="*/ 16997 h 88"/>
                <a:gd name="T12" fmla="*/ 5666 w 29"/>
                <a:gd name="T13" fmla="*/ 30702 h 88"/>
                <a:gd name="T14" fmla="*/ 6614 w 29"/>
                <a:gd name="T15" fmla="*/ 30439 h 88"/>
                <a:gd name="T16" fmla="*/ 6306 w 29"/>
                <a:gd name="T17" fmla="*/ 28989 h 88"/>
                <a:gd name="T18" fmla="*/ 2095 w 29"/>
                <a:gd name="T19" fmla="*/ 16997 h 88"/>
                <a:gd name="T20" fmla="*/ 2540 w 29"/>
                <a:gd name="T21" fmla="*/ 13859 h 88"/>
                <a:gd name="T22" fmla="*/ 2540 w 29"/>
                <a:gd name="T23" fmla="*/ 7842 h 88"/>
                <a:gd name="T24" fmla="*/ 2095 w 29"/>
                <a:gd name="T25" fmla="*/ 5302 h 88"/>
                <a:gd name="T26" fmla="*/ 1405 w 29"/>
                <a:gd name="T27" fmla="*/ 1053 h 88"/>
                <a:gd name="T28" fmla="*/ 641 w 29"/>
                <a:gd name="T29" fmla="*/ 0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" h="88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" y="8"/>
                    <a:pt x="2" y="13"/>
                    <a:pt x="4" y="17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7" y="29"/>
                    <a:pt x="6" y="33"/>
                    <a:pt x="5" y="37"/>
                  </a:cubicBezTo>
                  <a:cubicBezTo>
                    <a:pt x="4" y="41"/>
                    <a:pt x="3" y="44"/>
                    <a:pt x="3" y="48"/>
                  </a:cubicBezTo>
                  <a:cubicBezTo>
                    <a:pt x="2" y="63"/>
                    <a:pt x="11" y="78"/>
                    <a:pt x="24" y="87"/>
                  </a:cubicBezTo>
                  <a:cubicBezTo>
                    <a:pt x="25" y="88"/>
                    <a:pt x="27" y="88"/>
                    <a:pt x="28" y="86"/>
                  </a:cubicBezTo>
                  <a:cubicBezTo>
                    <a:pt x="29" y="85"/>
                    <a:pt x="28" y="83"/>
                    <a:pt x="27" y="82"/>
                  </a:cubicBezTo>
                  <a:cubicBezTo>
                    <a:pt x="16" y="74"/>
                    <a:pt x="9" y="61"/>
                    <a:pt x="9" y="48"/>
                  </a:cubicBezTo>
                  <a:cubicBezTo>
                    <a:pt x="9" y="45"/>
                    <a:pt x="10" y="42"/>
                    <a:pt x="11" y="39"/>
                  </a:cubicBezTo>
                  <a:cubicBezTo>
                    <a:pt x="12" y="34"/>
                    <a:pt x="13" y="29"/>
                    <a:pt x="11" y="22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1"/>
                    <a:pt x="7" y="7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7" name="Freeform 433">
              <a:extLst>
                <a:ext uri="{FF2B5EF4-FFF2-40B4-BE49-F238E27FC236}">
                  <a16:creationId xmlns:a16="http://schemas.microsoft.com/office/drawing/2014/main" id="{BAF48829-ECDF-4980-BBEF-C375ABDC9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569"/>
              <a:ext cx="120" cy="323"/>
            </a:xfrm>
            <a:custGeom>
              <a:avLst/>
              <a:gdLst>
                <a:gd name="T0" fmla="*/ 520 w 48"/>
                <a:gd name="T1" fmla="*/ 0 h 121"/>
                <a:gd name="T2" fmla="*/ 313 w 48"/>
                <a:gd name="T3" fmla="*/ 1468 h 121"/>
                <a:gd name="T4" fmla="*/ 1770 w 48"/>
                <a:gd name="T5" fmla="*/ 5843 h 121"/>
                <a:gd name="T6" fmla="*/ 2938 w 48"/>
                <a:gd name="T7" fmla="*/ 9754 h 121"/>
                <a:gd name="T8" fmla="*/ 3908 w 48"/>
                <a:gd name="T9" fmla="*/ 21022 h 121"/>
                <a:gd name="T10" fmla="*/ 3908 w 48"/>
                <a:gd name="T11" fmla="*/ 22084 h 121"/>
                <a:gd name="T12" fmla="*/ 7345 w 48"/>
                <a:gd name="T13" fmla="*/ 33362 h 121"/>
                <a:gd name="T14" fmla="*/ 10283 w 48"/>
                <a:gd name="T15" fmla="*/ 42705 h 121"/>
                <a:gd name="T16" fmla="*/ 11063 w 48"/>
                <a:gd name="T17" fmla="*/ 43768 h 121"/>
                <a:gd name="T18" fmla="*/ 11720 w 48"/>
                <a:gd name="T19" fmla="*/ 42705 h 121"/>
                <a:gd name="T20" fmla="*/ 8333 w 48"/>
                <a:gd name="T21" fmla="*/ 31846 h 121"/>
                <a:gd name="T22" fmla="*/ 5395 w 48"/>
                <a:gd name="T23" fmla="*/ 22084 h 121"/>
                <a:gd name="T24" fmla="*/ 5395 w 48"/>
                <a:gd name="T25" fmla="*/ 21265 h 121"/>
                <a:gd name="T26" fmla="*/ 4425 w 48"/>
                <a:gd name="T27" fmla="*/ 9092 h 121"/>
                <a:gd name="T28" fmla="*/ 2938 w 48"/>
                <a:gd name="T29" fmla="*/ 4717 h 121"/>
                <a:gd name="T30" fmla="*/ 1488 w 48"/>
                <a:gd name="T31" fmla="*/ 662 h 121"/>
                <a:gd name="T32" fmla="*/ 520 w 48"/>
                <a:gd name="T33" fmla="*/ 0 h 1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" h="121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7" y="39"/>
                    <a:pt x="17" y="47"/>
                    <a:pt x="16" y="58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74"/>
                    <a:pt x="23" y="83"/>
                    <a:pt x="30" y="92"/>
                  </a:cubicBezTo>
                  <a:cubicBezTo>
                    <a:pt x="36" y="100"/>
                    <a:pt x="42" y="108"/>
                    <a:pt x="42" y="118"/>
                  </a:cubicBezTo>
                  <a:cubicBezTo>
                    <a:pt x="42" y="119"/>
                    <a:pt x="43" y="121"/>
                    <a:pt x="45" y="121"/>
                  </a:cubicBezTo>
                  <a:cubicBezTo>
                    <a:pt x="46" y="121"/>
                    <a:pt x="48" y="119"/>
                    <a:pt x="48" y="118"/>
                  </a:cubicBezTo>
                  <a:cubicBezTo>
                    <a:pt x="48" y="106"/>
                    <a:pt x="41" y="97"/>
                    <a:pt x="34" y="88"/>
                  </a:cubicBezTo>
                  <a:cubicBezTo>
                    <a:pt x="28" y="80"/>
                    <a:pt x="22" y="72"/>
                    <a:pt x="22" y="61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3" y="47"/>
                    <a:pt x="23" y="38"/>
                    <a:pt x="18" y="25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4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8" name="Freeform 434">
              <a:extLst>
                <a:ext uri="{FF2B5EF4-FFF2-40B4-BE49-F238E27FC236}">
                  <a16:creationId xmlns:a16="http://schemas.microsoft.com/office/drawing/2014/main" id="{F9459945-A46E-4EE8-A354-985665AAB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558"/>
              <a:ext cx="52" cy="219"/>
            </a:xfrm>
            <a:custGeom>
              <a:avLst/>
              <a:gdLst>
                <a:gd name="T0" fmla="*/ 1882 w 21"/>
                <a:gd name="T1" fmla="*/ 0 h 82"/>
                <a:gd name="T2" fmla="*/ 1399 w 21"/>
                <a:gd name="T3" fmla="*/ 1469 h 82"/>
                <a:gd name="T4" fmla="*/ 2035 w 21"/>
                <a:gd name="T5" fmla="*/ 4321 h 82"/>
                <a:gd name="T6" fmla="*/ 3464 w 21"/>
                <a:gd name="T7" fmla="*/ 14136 h 82"/>
                <a:gd name="T8" fmla="*/ 1882 w 21"/>
                <a:gd name="T9" fmla="*/ 20399 h 82"/>
                <a:gd name="T10" fmla="*/ 0 w 21"/>
                <a:gd name="T11" fmla="*/ 28689 h 82"/>
                <a:gd name="T12" fmla="*/ 943 w 21"/>
                <a:gd name="T13" fmla="*/ 29757 h 82"/>
                <a:gd name="T14" fmla="*/ 1399 w 21"/>
                <a:gd name="T15" fmla="*/ 28288 h 82"/>
                <a:gd name="T16" fmla="*/ 2974 w 21"/>
                <a:gd name="T17" fmla="*/ 21470 h 82"/>
                <a:gd name="T18" fmla="*/ 4843 w 21"/>
                <a:gd name="T19" fmla="*/ 14136 h 82"/>
                <a:gd name="T20" fmla="*/ 3464 w 21"/>
                <a:gd name="T21" fmla="*/ 3659 h 82"/>
                <a:gd name="T22" fmla="*/ 2778 w 21"/>
                <a:gd name="T23" fmla="*/ 662 h 82"/>
                <a:gd name="T24" fmla="*/ 1882 w 21"/>
                <a:gd name="T25" fmla="*/ 0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82">
                  <a:moveTo>
                    <a:pt x="8" y="0"/>
                  </a:moveTo>
                  <a:cubicBezTo>
                    <a:pt x="7" y="1"/>
                    <a:pt x="6" y="3"/>
                    <a:pt x="6" y="4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2" y="21"/>
                    <a:pt x="15" y="30"/>
                    <a:pt x="15" y="39"/>
                  </a:cubicBezTo>
                  <a:cubicBezTo>
                    <a:pt x="15" y="45"/>
                    <a:pt x="12" y="50"/>
                    <a:pt x="8" y="56"/>
                  </a:cubicBezTo>
                  <a:cubicBezTo>
                    <a:pt x="4" y="62"/>
                    <a:pt x="0" y="69"/>
                    <a:pt x="0" y="79"/>
                  </a:cubicBezTo>
                  <a:cubicBezTo>
                    <a:pt x="1" y="81"/>
                    <a:pt x="2" y="82"/>
                    <a:pt x="4" y="82"/>
                  </a:cubicBezTo>
                  <a:cubicBezTo>
                    <a:pt x="5" y="82"/>
                    <a:pt x="7" y="80"/>
                    <a:pt x="6" y="78"/>
                  </a:cubicBezTo>
                  <a:cubicBezTo>
                    <a:pt x="6" y="71"/>
                    <a:pt x="9" y="65"/>
                    <a:pt x="13" y="59"/>
                  </a:cubicBezTo>
                  <a:cubicBezTo>
                    <a:pt x="17" y="53"/>
                    <a:pt x="21" y="47"/>
                    <a:pt x="21" y="39"/>
                  </a:cubicBezTo>
                  <a:cubicBezTo>
                    <a:pt x="21" y="29"/>
                    <a:pt x="18" y="19"/>
                    <a:pt x="15" y="10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0" y="0"/>
                    <a:pt x="8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9" name="Freeform 435">
              <a:extLst>
                <a:ext uri="{FF2B5EF4-FFF2-40B4-BE49-F238E27FC236}">
                  <a16:creationId xmlns:a16="http://schemas.microsoft.com/office/drawing/2014/main" id="{9E85AA81-6B4D-410D-9E59-AF60A8190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793"/>
              <a:ext cx="105" cy="227"/>
            </a:xfrm>
            <a:custGeom>
              <a:avLst/>
              <a:gdLst>
                <a:gd name="T0" fmla="*/ 313 w 42"/>
                <a:gd name="T1" fmla="*/ 1071 h 85"/>
                <a:gd name="T2" fmla="*/ 3720 w 42"/>
                <a:gd name="T3" fmla="*/ 10170 h 85"/>
                <a:gd name="T4" fmla="*/ 5675 w 42"/>
                <a:gd name="T5" fmla="*/ 13030 h 85"/>
                <a:gd name="T6" fmla="*/ 8333 w 42"/>
                <a:gd name="T7" fmla="*/ 29748 h 85"/>
                <a:gd name="T8" fmla="*/ 9113 w 42"/>
                <a:gd name="T9" fmla="*/ 30819 h 85"/>
                <a:gd name="T10" fmla="*/ 9770 w 42"/>
                <a:gd name="T11" fmla="*/ 30170 h 85"/>
                <a:gd name="T12" fmla="*/ 6845 w 42"/>
                <a:gd name="T13" fmla="*/ 11540 h 85"/>
                <a:gd name="T14" fmla="*/ 4688 w 42"/>
                <a:gd name="T15" fmla="*/ 8701 h 85"/>
                <a:gd name="T16" fmla="*/ 1770 w 42"/>
                <a:gd name="T17" fmla="*/ 1071 h 85"/>
                <a:gd name="T18" fmla="*/ 988 w 42"/>
                <a:gd name="T19" fmla="*/ 0 h 85"/>
                <a:gd name="T20" fmla="*/ 313 w 42"/>
                <a:gd name="T21" fmla="*/ 1071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85">
                  <a:moveTo>
                    <a:pt x="1" y="3"/>
                  </a:moveTo>
                  <a:cubicBezTo>
                    <a:pt x="0" y="16"/>
                    <a:pt x="7" y="22"/>
                    <a:pt x="15" y="28"/>
                  </a:cubicBezTo>
                  <a:cubicBezTo>
                    <a:pt x="18" y="31"/>
                    <a:pt x="21" y="33"/>
                    <a:pt x="23" y="36"/>
                  </a:cubicBezTo>
                  <a:cubicBezTo>
                    <a:pt x="36" y="49"/>
                    <a:pt x="36" y="66"/>
                    <a:pt x="34" y="82"/>
                  </a:cubicBezTo>
                  <a:cubicBezTo>
                    <a:pt x="34" y="84"/>
                    <a:pt x="35" y="85"/>
                    <a:pt x="37" y="85"/>
                  </a:cubicBezTo>
                  <a:cubicBezTo>
                    <a:pt x="38" y="85"/>
                    <a:pt x="40" y="84"/>
                    <a:pt x="40" y="83"/>
                  </a:cubicBezTo>
                  <a:cubicBezTo>
                    <a:pt x="42" y="65"/>
                    <a:pt x="42" y="47"/>
                    <a:pt x="28" y="32"/>
                  </a:cubicBezTo>
                  <a:cubicBezTo>
                    <a:pt x="25" y="29"/>
                    <a:pt x="22" y="26"/>
                    <a:pt x="19" y="24"/>
                  </a:cubicBezTo>
                  <a:cubicBezTo>
                    <a:pt x="12" y="18"/>
                    <a:pt x="6" y="13"/>
                    <a:pt x="7" y="3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1" y="1"/>
                    <a:pt x="1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0" name="Freeform 436">
              <a:extLst>
                <a:ext uri="{FF2B5EF4-FFF2-40B4-BE49-F238E27FC236}">
                  <a16:creationId xmlns:a16="http://schemas.microsoft.com/office/drawing/2014/main" id="{EBFAF3C1-BF60-49D7-84DD-8ADBA09C6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676"/>
              <a:ext cx="70" cy="170"/>
            </a:xfrm>
            <a:custGeom>
              <a:avLst/>
              <a:gdLst>
                <a:gd name="T0" fmla="*/ 313 w 28"/>
                <a:gd name="T1" fmla="*/ 656 h 64"/>
                <a:gd name="T2" fmla="*/ 520 w 28"/>
                <a:gd name="T3" fmla="*/ 2138 h 64"/>
                <a:gd name="T4" fmla="*/ 5395 w 28"/>
                <a:gd name="T5" fmla="*/ 17582 h 64"/>
                <a:gd name="T6" fmla="*/ 5395 w 28"/>
                <a:gd name="T7" fmla="*/ 21399 h 64"/>
                <a:gd name="T8" fmla="*/ 6375 w 28"/>
                <a:gd name="T9" fmla="*/ 22097 h 64"/>
                <a:gd name="T10" fmla="*/ 6845 w 28"/>
                <a:gd name="T11" fmla="*/ 21011 h 64"/>
                <a:gd name="T12" fmla="*/ 6845 w 28"/>
                <a:gd name="T13" fmla="*/ 17582 h 64"/>
                <a:gd name="T14" fmla="*/ 1300 w 28"/>
                <a:gd name="T15" fmla="*/ 396 h 64"/>
                <a:gd name="T16" fmla="*/ 313 w 28"/>
                <a:gd name="T17" fmla="*/ 656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4">
                  <a:moveTo>
                    <a:pt x="1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20" y="15"/>
                    <a:pt x="21" y="32"/>
                    <a:pt x="22" y="50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3" y="62"/>
                    <a:pt x="24" y="64"/>
                    <a:pt x="26" y="63"/>
                  </a:cubicBezTo>
                  <a:cubicBezTo>
                    <a:pt x="27" y="63"/>
                    <a:pt x="28" y="62"/>
                    <a:pt x="28" y="60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7" y="31"/>
                    <a:pt x="25" y="12"/>
                    <a:pt x="5" y="1"/>
                  </a:cubicBezTo>
                  <a:cubicBezTo>
                    <a:pt x="3" y="0"/>
                    <a:pt x="2" y="0"/>
                    <a:pt x="1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1" name="Freeform 437">
              <a:extLst>
                <a:ext uri="{FF2B5EF4-FFF2-40B4-BE49-F238E27FC236}">
                  <a16:creationId xmlns:a16="http://schemas.microsoft.com/office/drawing/2014/main" id="{41D6BD82-936E-4515-A738-75BA7FEEB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761"/>
              <a:ext cx="203" cy="88"/>
            </a:xfrm>
            <a:custGeom>
              <a:avLst/>
              <a:gdLst>
                <a:gd name="T0" fmla="*/ 18779 w 81"/>
                <a:gd name="T1" fmla="*/ 661 h 33"/>
                <a:gd name="T2" fmla="*/ 9195 w 81"/>
                <a:gd name="T3" fmla="*/ 5405 h 33"/>
                <a:gd name="T4" fmla="*/ 521 w 81"/>
                <a:gd name="T5" fmla="*/ 9707 h 33"/>
                <a:gd name="T6" fmla="*/ 313 w 81"/>
                <a:gd name="T7" fmla="*/ 11171 h 33"/>
                <a:gd name="T8" fmla="*/ 1306 w 81"/>
                <a:gd name="T9" fmla="*/ 11469 h 33"/>
                <a:gd name="T10" fmla="*/ 9195 w 81"/>
                <a:gd name="T11" fmla="*/ 7531 h 33"/>
                <a:gd name="T12" fmla="*/ 19771 w 81"/>
                <a:gd name="T13" fmla="*/ 2184 h 33"/>
                <a:gd name="T14" fmla="*/ 19771 w 81"/>
                <a:gd name="T15" fmla="*/ 397 h 33"/>
                <a:gd name="T16" fmla="*/ 18779 w 81"/>
                <a:gd name="T17" fmla="*/ 661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33">
                  <a:moveTo>
                    <a:pt x="76" y="2"/>
                  </a:moveTo>
                  <a:cubicBezTo>
                    <a:pt x="66" y="13"/>
                    <a:pt x="53" y="14"/>
                    <a:pt x="37" y="15"/>
                  </a:cubicBezTo>
                  <a:cubicBezTo>
                    <a:pt x="22" y="16"/>
                    <a:pt x="15" y="19"/>
                    <a:pt x="2" y="27"/>
                  </a:cubicBezTo>
                  <a:cubicBezTo>
                    <a:pt x="0" y="28"/>
                    <a:pt x="0" y="30"/>
                    <a:pt x="1" y="31"/>
                  </a:cubicBezTo>
                  <a:cubicBezTo>
                    <a:pt x="2" y="32"/>
                    <a:pt x="4" y="33"/>
                    <a:pt x="5" y="32"/>
                  </a:cubicBezTo>
                  <a:cubicBezTo>
                    <a:pt x="17" y="24"/>
                    <a:pt x="23" y="22"/>
                    <a:pt x="37" y="21"/>
                  </a:cubicBezTo>
                  <a:cubicBezTo>
                    <a:pt x="54" y="20"/>
                    <a:pt x="69" y="19"/>
                    <a:pt x="80" y="6"/>
                  </a:cubicBezTo>
                  <a:cubicBezTo>
                    <a:pt x="81" y="4"/>
                    <a:pt x="81" y="2"/>
                    <a:pt x="80" y="1"/>
                  </a:cubicBezTo>
                  <a:cubicBezTo>
                    <a:pt x="79" y="0"/>
                    <a:pt x="77" y="0"/>
                    <a:pt x="76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2" name="Freeform 438">
              <a:extLst>
                <a:ext uri="{FF2B5EF4-FFF2-40B4-BE49-F238E27FC236}">
                  <a16:creationId xmlns:a16="http://schemas.microsoft.com/office/drawing/2014/main" id="{F024DCF1-8C7D-400E-BEE4-3139DB3B1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950"/>
              <a:ext cx="117" cy="160"/>
            </a:xfrm>
            <a:custGeom>
              <a:avLst/>
              <a:gdLst>
                <a:gd name="T0" fmla="*/ 466 w 47"/>
                <a:gd name="T1" fmla="*/ 1059 h 60"/>
                <a:gd name="T2" fmla="*/ 5447 w 47"/>
                <a:gd name="T3" fmla="*/ 12949 h 60"/>
                <a:gd name="T4" fmla="*/ 9748 w 47"/>
                <a:gd name="T5" fmla="*/ 20480 h 60"/>
                <a:gd name="T6" fmla="*/ 10523 w 47"/>
                <a:gd name="T7" fmla="*/ 21597 h 60"/>
                <a:gd name="T8" fmla="*/ 11167 w 47"/>
                <a:gd name="T9" fmla="*/ 20083 h 60"/>
                <a:gd name="T10" fmla="*/ 6420 w 47"/>
                <a:gd name="T11" fmla="*/ 11469 h 60"/>
                <a:gd name="T12" fmla="*/ 1914 w 47"/>
                <a:gd name="T13" fmla="*/ 1459 h 60"/>
                <a:gd name="T14" fmla="*/ 1160 w 47"/>
                <a:gd name="T15" fmla="*/ 0 h 60"/>
                <a:gd name="T16" fmla="*/ 466 w 47"/>
                <a:gd name="T17" fmla="*/ 1059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60">
                  <a:moveTo>
                    <a:pt x="2" y="3"/>
                  </a:moveTo>
                  <a:cubicBezTo>
                    <a:pt x="0" y="17"/>
                    <a:pt x="12" y="27"/>
                    <a:pt x="23" y="36"/>
                  </a:cubicBezTo>
                  <a:cubicBezTo>
                    <a:pt x="31" y="43"/>
                    <a:pt x="39" y="50"/>
                    <a:pt x="41" y="57"/>
                  </a:cubicBezTo>
                  <a:cubicBezTo>
                    <a:pt x="41" y="59"/>
                    <a:pt x="43" y="60"/>
                    <a:pt x="44" y="60"/>
                  </a:cubicBezTo>
                  <a:cubicBezTo>
                    <a:pt x="46" y="59"/>
                    <a:pt x="47" y="57"/>
                    <a:pt x="47" y="56"/>
                  </a:cubicBezTo>
                  <a:cubicBezTo>
                    <a:pt x="44" y="46"/>
                    <a:pt x="35" y="39"/>
                    <a:pt x="27" y="32"/>
                  </a:cubicBezTo>
                  <a:cubicBezTo>
                    <a:pt x="16" y="23"/>
                    <a:pt x="6" y="15"/>
                    <a:pt x="8" y="4"/>
                  </a:cubicBezTo>
                  <a:cubicBezTo>
                    <a:pt x="8" y="2"/>
                    <a:pt x="6" y="0"/>
                    <a:pt x="5" y="0"/>
                  </a:cubicBezTo>
                  <a:cubicBezTo>
                    <a:pt x="3" y="0"/>
                    <a:pt x="2" y="1"/>
                    <a:pt x="2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3" name="Freeform 439">
              <a:extLst>
                <a:ext uri="{FF2B5EF4-FFF2-40B4-BE49-F238E27FC236}">
                  <a16:creationId xmlns:a16="http://schemas.microsoft.com/office/drawing/2014/main" id="{FBFBE29C-9849-4392-9CE1-DC4901ADB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134"/>
              <a:ext cx="63" cy="208"/>
            </a:xfrm>
            <a:custGeom>
              <a:avLst/>
              <a:gdLst>
                <a:gd name="T0" fmla="*/ 801 w 25"/>
                <a:gd name="T1" fmla="*/ 661 h 78"/>
                <a:gd name="T2" fmla="*/ 1537 w 25"/>
                <a:gd name="T3" fmla="*/ 6464 h 78"/>
                <a:gd name="T4" fmla="*/ 2019 w 25"/>
                <a:gd name="T5" fmla="*/ 7133 h 78"/>
                <a:gd name="T6" fmla="*/ 4082 w 25"/>
                <a:gd name="T7" fmla="*/ 14712 h 78"/>
                <a:gd name="T8" fmla="*/ 4884 w 25"/>
                <a:gd name="T9" fmla="*/ 26944 h 78"/>
                <a:gd name="T10" fmla="*/ 5602 w 25"/>
                <a:gd name="T11" fmla="*/ 28067 h 78"/>
                <a:gd name="T12" fmla="*/ 6421 w 25"/>
                <a:gd name="T13" fmla="*/ 26944 h 78"/>
                <a:gd name="T14" fmla="*/ 5602 w 25"/>
                <a:gd name="T15" fmla="*/ 14413 h 78"/>
                <a:gd name="T16" fmla="*/ 3347 w 25"/>
                <a:gd name="T17" fmla="*/ 6067 h 78"/>
                <a:gd name="T18" fmla="*/ 2865 w 25"/>
                <a:gd name="T19" fmla="*/ 5405 h 78"/>
                <a:gd name="T20" fmla="*/ 2019 w 25"/>
                <a:gd name="T21" fmla="*/ 1459 h 78"/>
                <a:gd name="T22" fmla="*/ 1537 w 25"/>
                <a:gd name="T23" fmla="*/ 0 h 78"/>
                <a:gd name="T24" fmla="*/ 801 w 25"/>
                <a:gd name="T25" fmla="*/ 661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78">
                  <a:moveTo>
                    <a:pt x="3" y="2"/>
                  </a:moveTo>
                  <a:cubicBezTo>
                    <a:pt x="0" y="8"/>
                    <a:pt x="4" y="14"/>
                    <a:pt x="6" y="18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12" y="28"/>
                    <a:pt x="14" y="32"/>
                    <a:pt x="16" y="41"/>
                  </a:cubicBezTo>
                  <a:cubicBezTo>
                    <a:pt x="18" y="53"/>
                    <a:pt x="19" y="63"/>
                    <a:pt x="19" y="75"/>
                  </a:cubicBezTo>
                  <a:cubicBezTo>
                    <a:pt x="19" y="77"/>
                    <a:pt x="21" y="78"/>
                    <a:pt x="22" y="78"/>
                  </a:cubicBezTo>
                  <a:cubicBezTo>
                    <a:pt x="24" y="78"/>
                    <a:pt x="25" y="77"/>
                    <a:pt x="25" y="75"/>
                  </a:cubicBezTo>
                  <a:cubicBezTo>
                    <a:pt x="25" y="63"/>
                    <a:pt x="24" y="52"/>
                    <a:pt x="22" y="40"/>
                  </a:cubicBezTo>
                  <a:cubicBezTo>
                    <a:pt x="20" y="30"/>
                    <a:pt x="18" y="26"/>
                    <a:pt x="13" y="17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9" y="11"/>
                    <a:pt x="7" y="7"/>
                    <a:pt x="8" y="4"/>
                  </a:cubicBezTo>
                  <a:cubicBezTo>
                    <a:pt x="9" y="3"/>
                    <a:pt x="8" y="1"/>
                    <a:pt x="6" y="0"/>
                  </a:cubicBezTo>
                  <a:cubicBezTo>
                    <a:pt x="5" y="0"/>
                    <a:pt x="3" y="0"/>
                    <a:pt x="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4" name="Freeform 440">
              <a:extLst>
                <a:ext uri="{FF2B5EF4-FFF2-40B4-BE49-F238E27FC236}">
                  <a16:creationId xmlns:a16="http://schemas.microsoft.com/office/drawing/2014/main" id="{459D14CE-4278-429B-800D-A40BA468F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209"/>
              <a:ext cx="108" cy="136"/>
            </a:xfrm>
            <a:custGeom>
              <a:avLst/>
              <a:gdLst>
                <a:gd name="T0" fmla="*/ 794 w 43"/>
                <a:gd name="T1" fmla="*/ 397 h 51"/>
                <a:gd name="T2" fmla="*/ 0 w 43"/>
                <a:gd name="T3" fmla="*/ 1459 h 51"/>
                <a:gd name="T4" fmla="*/ 3785 w 43"/>
                <a:gd name="T5" fmla="*/ 11469 h 51"/>
                <a:gd name="T6" fmla="*/ 5817 w 43"/>
                <a:gd name="T7" fmla="*/ 13347 h 51"/>
                <a:gd name="T8" fmla="*/ 9318 w 43"/>
                <a:gd name="T9" fmla="*/ 17656 h 51"/>
                <a:gd name="T10" fmla="*/ 10315 w 43"/>
                <a:gd name="T11" fmla="*/ 17955 h 51"/>
                <a:gd name="T12" fmla="*/ 10504 w 43"/>
                <a:gd name="T13" fmla="*/ 16589 h 51"/>
                <a:gd name="T14" fmla="*/ 6477 w 43"/>
                <a:gd name="T15" fmla="*/ 11469 h 51"/>
                <a:gd name="T16" fmla="*/ 4498 w 43"/>
                <a:gd name="T17" fmla="*/ 10104 h 51"/>
                <a:gd name="T18" fmla="*/ 1507 w 43"/>
                <a:gd name="T19" fmla="*/ 1059 h 51"/>
                <a:gd name="T20" fmla="*/ 794 w 43"/>
                <a:gd name="T21" fmla="*/ 397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51">
                  <a:moveTo>
                    <a:pt x="3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16"/>
                    <a:pt x="4" y="25"/>
                    <a:pt x="15" y="32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9" y="40"/>
                    <a:pt x="33" y="43"/>
                    <a:pt x="37" y="49"/>
                  </a:cubicBezTo>
                  <a:cubicBezTo>
                    <a:pt x="38" y="50"/>
                    <a:pt x="40" y="51"/>
                    <a:pt x="41" y="50"/>
                  </a:cubicBezTo>
                  <a:cubicBezTo>
                    <a:pt x="43" y="49"/>
                    <a:pt x="43" y="47"/>
                    <a:pt x="42" y="46"/>
                  </a:cubicBezTo>
                  <a:cubicBezTo>
                    <a:pt x="38" y="39"/>
                    <a:pt x="32" y="35"/>
                    <a:pt x="26" y="32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0" y="21"/>
                    <a:pt x="7" y="14"/>
                    <a:pt x="6" y="3"/>
                  </a:cubicBezTo>
                  <a:cubicBezTo>
                    <a:pt x="6" y="2"/>
                    <a:pt x="5" y="0"/>
                    <a:pt x="3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5" name="Freeform 441">
              <a:extLst>
                <a:ext uri="{FF2B5EF4-FFF2-40B4-BE49-F238E27FC236}">
                  <a16:creationId xmlns:a16="http://schemas.microsoft.com/office/drawing/2014/main" id="{2D552BC2-DC2D-4B00-838B-71C5D6EBC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230"/>
              <a:ext cx="83" cy="158"/>
            </a:xfrm>
            <a:custGeom>
              <a:avLst/>
              <a:gdLst>
                <a:gd name="T0" fmla="*/ 7369 w 33"/>
                <a:gd name="T1" fmla="*/ 0 h 59"/>
                <a:gd name="T2" fmla="*/ 999 w 33"/>
                <a:gd name="T3" fmla="*/ 8548 h 59"/>
                <a:gd name="T4" fmla="*/ 797 w 33"/>
                <a:gd name="T5" fmla="*/ 14343 h 59"/>
                <a:gd name="T6" fmla="*/ 317 w 33"/>
                <a:gd name="T7" fmla="*/ 19951 h 59"/>
                <a:gd name="T8" fmla="*/ 526 w 33"/>
                <a:gd name="T9" fmla="*/ 21335 h 59"/>
                <a:gd name="T10" fmla="*/ 1524 w 33"/>
                <a:gd name="T11" fmla="*/ 21084 h 59"/>
                <a:gd name="T12" fmla="*/ 2321 w 33"/>
                <a:gd name="T13" fmla="*/ 14041 h 59"/>
                <a:gd name="T14" fmla="*/ 2513 w 33"/>
                <a:gd name="T15" fmla="*/ 9201 h 59"/>
                <a:gd name="T16" fmla="*/ 7561 w 33"/>
                <a:gd name="T17" fmla="*/ 2209 h 59"/>
                <a:gd name="T18" fmla="*/ 8054 w 33"/>
                <a:gd name="T19" fmla="*/ 1077 h 59"/>
                <a:gd name="T20" fmla="*/ 7369 w 33"/>
                <a:gd name="T21" fmla="*/ 0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59">
                  <a:moveTo>
                    <a:pt x="29" y="0"/>
                  </a:moveTo>
                  <a:cubicBezTo>
                    <a:pt x="18" y="3"/>
                    <a:pt x="8" y="12"/>
                    <a:pt x="4" y="23"/>
                  </a:cubicBezTo>
                  <a:cubicBezTo>
                    <a:pt x="2" y="28"/>
                    <a:pt x="3" y="34"/>
                    <a:pt x="3" y="39"/>
                  </a:cubicBezTo>
                  <a:cubicBezTo>
                    <a:pt x="4" y="45"/>
                    <a:pt x="4" y="50"/>
                    <a:pt x="1" y="54"/>
                  </a:cubicBezTo>
                  <a:cubicBezTo>
                    <a:pt x="0" y="55"/>
                    <a:pt x="1" y="57"/>
                    <a:pt x="2" y="58"/>
                  </a:cubicBezTo>
                  <a:cubicBezTo>
                    <a:pt x="3" y="59"/>
                    <a:pt x="5" y="59"/>
                    <a:pt x="6" y="57"/>
                  </a:cubicBezTo>
                  <a:cubicBezTo>
                    <a:pt x="10" y="52"/>
                    <a:pt x="10" y="45"/>
                    <a:pt x="9" y="38"/>
                  </a:cubicBezTo>
                  <a:cubicBezTo>
                    <a:pt x="9" y="34"/>
                    <a:pt x="8" y="29"/>
                    <a:pt x="10" y="25"/>
                  </a:cubicBezTo>
                  <a:cubicBezTo>
                    <a:pt x="13" y="16"/>
                    <a:pt x="22" y="8"/>
                    <a:pt x="30" y="6"/>
                  </a:cubicBezTo>
                  <a:cubicBezTo>
                    <a:pt x="32" y="6"/>
                    <a:pt x="33" y="4"/>
                    <a:pt x="32" y="3"/>
                  </a:cubicBezTo>
                  <a:cubicBezTo>
                    <a:pt x="32" y="1"/>
                    <a:pt x="30" y="0"/>
                    <a:pt x="2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6" name="Freeform 442">
              <a:extLst>
                <a:ext uri="{FF2B5EF4-FFF2-40B4-BE49-F238E27FC236}">
                  <a16:creationId xmlns:a16="http://schemas.microsoft.com/office/drawing/2014/main" id="{7962416D-6461-426E-8A13-BE15E83D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262"/>
              <a:ext cx="85" cy="291"/>
            </a:xfrm>
            <a:custGeom>
              <a:avLst/>
              <a:gdLst>
                <a:gd name="T0" fmla="*/ 3250 w 34"/>
                <a:gd name="T1" fmla="*/ 662 h 109"/>
                <a:gd name="T2" fmla="*/ 2938 w 34"/>
                <a:gd name="T3" fmla="*/ 15850 h 109"/>
                <a:gd name="T4" fmla="*/ 3720 w 34"/>
                <a:gd name="T5" fmla="*/ 18039 h 109"/>
                <a:gd name="T6" fmla="*/ 4220 w 34"/>
                <a:gd name="T7" fmla="*/ 37697 h 109"/>
                <a:gd name="T8" fmla="*/ 4425 w 34"/>
                <a:gd name="T9" fmla="*/ 39066 h 109"/>
                <a:gd name="T10" fmla="*/ 5395 w 34"/>
                <a:gd name="T11" fmla="*/ 38815 h 109"/>
                <a:gd name="T12" fmla="*/ 4895 w 34"/>
                <a:gd name="T13" fmla="*/ 16971 h 109"/>
                <a:gd name="T14" fmla="*/ 4425 w 34"/>
                <a:gd name="T15" fmla="*/ 15183 h 109"/>
                <a:gd name="T16" fmla="*/ 4220 w 34"/>
                <a:gd name="T17" fmla="*/ 2189 h 109"/>
                <a:gd name="T18" fmla="*/ 4220 w 34"/>
                <a:gd name="T19" fmla="*/ 400 h 109"/>
                <a:gd name="T20" fmla="*/ 3250 w 34"/>
                <a:gd name="T21" fmla="*/ 662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109">
                  <a:moveTo>
                    <a:pt x="13" y="2"/>
                  </a:moveTo>
                  <a:cubicBezTo>
                    <a:pt x="0" y="16"/>
                    <a:pt x="7" y="31"/>
                    <a:pt x="12" y="44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22" y="68"/>
                    <a:pt x="28" y="87"/>
                    <a:pt x="17" y="104"/>
                  </a:cubicBezTo>
                  <a:cubicBezTo>
                    <a:pt x="16" y="106"/>
                    <a:pt x="17" y="107"/>
                    <a:pt x="18" y="108"/>
                  </a:cubicBezTo>
                  <a:cubicBezTo>
                    <a:pt x="20" y="109"/>
                    <a:pt x="21" y="109"/>
                    <a:pt x="22" y="107"/>
                  </a:cubicBezTo>
                  <a:cubicBezTo>
                    <a:pt x="34" y="88"/>
                    <a:pt x="28" y="67"/>
                    <a:pt x="20" y="47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2" y="29"/>
                    <a:pt x="7" y="17"/>
                    <a:pt x="17" y="6"/>
                  </a:cubicBezTo>
                  <a:cubicBezTo>
                    <a:pt x="18" y="4"/>
                    <a:pt x="18" y="2"/>
                    <a:pt x="17" y="1"/>
                  </a:cubicBezTo>
                  <a:cubicBezTo>
                    <a:pt x="16" y="0"/>
                    <a:pt x="14" y="0"/>
                    <a:pt x="1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7" name="Freeform 443">
              <a:extLst>
                <a:ext uri="{FF2B5EF4-FFF2-40B4-BE49-F238E27FC236}">
                  <a16:creationId xmlns:a16="http://schemas.microsoft.com/office/drawing/2014/main" id="{B62A324B-71C0-4A91-ADA7-09A54BB1B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598"/>
              <a:ext cx="42" cy="139"/>
            </a:xfrm>
            <a:custGeom>
              <a:avLst/>
              <a:gdLst>
                <a:gd name="T0" fmla="*/ 2942 w 17"/>
                <a:gd name="T1" fmla="*/ 0 h 52"/>
                <a:gd name="T2" fmla="*/ 2308 w 17"/>
                <a:gd name="T3" fmla="*/ 1072 h 52"/>
                <a:gd name="T4" fmla="*/ 1569 w 17"/>
                <a:gd name="T5" fmla="*/ 6530 h 52"/>
                <a:gd name="T6" fmla="*/ 2503 w 17"/>
                <a:gd name="T7" fmla="*/ 18586 h 52"/>
                <a:gd name="T8" fmla="*/ 3395 w 17"/>
                <a:gd name="T9" fmla="*/ 18279 h 52"/>
                <a:gd name="T10" fmla="*/ 3199 w 17"/>
                <a:gd name="T11" fmla="*/ 16792 h 52"/>
                <a:gd name="T12" fmla="*/ 2942 w 17"/>
                <a:gd name="T13" fmla="*/ 7260 h 52"/>
                <a:gd name="T14" fmla="*/ 3694 w 17"/>
                <a:gd name="T15" fmla="*/ 671 h 52"/>
                <a:gd name="T16" fmla="*/ 2942 w 17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52">
                  <a:moveTo>
                    <a:pt x="13" y="0"/>
                  </a:moveTo>
                  <a:cubicBezTo>
                    <a:pt x="12" y="0"/>
                    <a:pt x="10" y="1"/>
                    <a:pt x="10" y="3"/>
                  </a:cubicBezTo>
                  <a:cubicBezTo>
                    <a:pt x="11" y="7"/>
                    <a:pt x="9" y="12"/>
                    <a:pt x="7" y="18"/>
                  </a:cubicBezTo>
                  <a:cubicBezTo>
                    <a:pt x="4" y="29"/>
                    <a:pt x="0" y="42"/>
                    <a:pt x="11" y="51"/>
                  </a:cubicBezTo>
                  <a:cubicBezTo>
                    <a:pt x="12" y="52"/>
                    <a:pt x="14" y="52"/>
                    <a:pt x="15" y="50"/>
                  </a:cubicBezTo>
                  <a:cubicBezTo>
                    <a:pt x="16" y="49"/>
                    <a:pt x="16" y="47"/>
                    <a:pt x="14" y="46"/>
                  </a:cubicBezTo>
                  <a:cubicBezTo>
                    <a:pt x="7" y="40"/>
                    <a:pt x="10" y="30"/>
                    <a:pt x="13" y="20"/>
                  </a:cubicBezTo>
                  <a:cubicBezTo>
                    <a:pt x="15" y="14"/>
                    <a:pt x="17" y="8"/>
                    <a:pt x="16" y="2"/>
                  </a:cubicBezTo>
                  <a:cubicBezTo>
                    <a:pt x="16" y="1"/>
                    <a:pt x="15" y="0"/>
                    <a:pt x="1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8" name="Freeform 444">
              <a:extLst>
                <a:ext uri="{FF2B5EF4-FFF2-40B4-BE49-F238E27FC236}">
                  <a16:creationId xmlns:a16="http://schemas.microsoft.com/office/drawing/2014/main" id="{925994B7-40F1-479A-9193-480A668A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972"/>
              <a:ext cx="100" cy="138"/>
            </a:xfrm>
            <a:custGeom>
              <a:avLst/>
              <a:gdLst>
                <a:gd name="T0" fmla="*/ 520 w 40"/>
                <a:gd name="T1" fmla="*/ 395 h 52"/>
                <a:gd name="T2" fmla="*/ 0 w 40"/>
                <a:gd name="T3" fmla="*/ 1741 h 52"/>
                <a:gd name="T4" fmla="*/ 4688 w 40"/>
                <a:gd name="T5" fmla="*/ 7640 h 52"/>
                <a:gd name="T6" fmla="*/ 5863 w 40"/>
                <a:gd name="T7" fmla="*/ 8431 h 52"/>
                <a:gd name="T8" fmla="*/ 7625 w 40"/>
                <a:gd name="T9" fmla="*/ 11213 h 52"/>
                <a:gd name="T10" fmla="*/ 8125 w 40"/>
                <a:gd name="T11" fmla="*/ 15684 h 52"/>
                <a:gd name="T12" fmla="*/ 8333 w 40"/>
                <a:gd name="T13" fmla="*/ 17123 h 52"/>
                <a:gd name="T14" fmla="*/ 9113 w 40"/>
                <a:gd name="T15" fmla="*/ 18150 h 52"/>
                <a:gd name="T16" fmla="*/ 9583 w 40"/>
                <a:gd name="T17" fmla="*/ 16714 h 52"/>
                <a:gd name="T18" fmla="*/ 9583 w 40"/>
                <a:gd name="T19" fmla="*/ 15416 h 52"/>
                <a:gd name="T20" fmla="*/ 9113 w 40"/>
                <a:gd name="T21" fmla="*/ 10523 h 52"/>
                <a:gd name="T22" fmla="*/ 6375 w 40"/>
                <a:gd name="T23" fmla="*/ 6298 h 52"/>
                <a:gd name="T24" fmla="*/ 5208 w 40"/>
                <a:gd name="T25" fmla="*/ 5515 h 52"/>
                <a:gd name="T26" fmla="*/ 1488 w 40"/>
                <a:gd name="T27" fmla="*/ 1048 h 52"/>
                <a:gd name="T28" fmla="*/ 520 w 40"/>
                <a:gd name="T29" fmla="*/ 395 h 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52">
                  <a:moveTo>
                    <a:pt x="2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4" y="15"/>
                    <a:pt x="9" y="18"/>
                    <a:pt x="19" y="22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9" y="25"/>
                    <a:pt x="29" y="25"/>
                    <a:pt x="31" y="32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51"/>
                    <a:pt x="35" y="52"/>
                    <a:pt x="37" y="52"/>
                  </a:cubicBezTo>
                  <a:cubicBezTo>
                    <a:pt x="39" y="51"/>
                    <a:pt x="40" y="50"/>
                    <a:pt x="39" y="48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21"/>
                    <a:pt x="33" y="20"/>
                    <a:pt x="26" y="18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13" y="13"/>
                    <a:pt x="9" y="11"/>
                    <a:pt x="6" y="3"/>
                  </a:cubicBezTo>
                  <a:cubicBezTo>
                    <a:pt x="5" y="1"/>
                    <a:pt x="4" y="0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9" name="Freeform 445">
              <a:extLst>
                <a:ext uri="{FF2B5EF4-FFF2-40B4-BE49-F238E27FC236}">
                  <a16:creationId xmlns:a16="http://schemas.microsoft.com/office/drawing/2014/main" id="{03F93073-026D-40E1-A5F3-68FC2B70A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12"/>
              <a:ext cx="60" cy="192"/>
            </a:xfrm>
            <a:custGeom>
              <a:avLst/>
              <a:gdLst>
                <a:gd name="T0" fmla="*/ 1770 w 24"/>
                <a:gd name="T1" fmla="*/ 397 h 72"/>
                <a:gd name="T2" fmla="*/ 1488 w 24"/>
                <a:gd name="T3" fmla="*/ 11171 h 72"/>
                <a:gd name="T4" fmla="*/ 4425 w 24"/>
                <a:gd name="T5" fmla="*/ 24824 h 72"/>
                <a:gd name="T6" fmla="*/ 5208 w 24"/>
                <a:gd name="T7" fmla="*/ 25485 h 72"/>
                <a:gd name="T8" fmla="*/ 5863 w 24"/>
                <a:gd name="T9" fmla="*/ 24427 h 72"/>
                <a:gd name="T10" fmla="*/ 2738 w 24"/>
                <a:gd name="T11" fmla="*/ 10376 h 72"/>
                <a:gd name="T12" fmla="*/ 2738 w 24"/>
                <a:gd name="T13" fmla="*/ 2184 h 72"/>
                <a:gd name="T14" fmla="*/ 2738 w 24"/>
                <a:gd name="T15" fmla="*/ 397 h 72"/>
                <a:gd name="T16" fmla="*/ 1770 w 24"/>
                <a:gd name="T17" fmla="*/ 39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2">
                  <a:moveTo>
                    <a:pt x="7" y="1"/>
                  </a:moveTo>
                  <a:cubicBezTo>
                    <a:pt x="0" y="9"/>
                    <a:pt x="2" y="22"/>
                    <a:pt x="6" y="31"/>
                  </a:cubicBezTo>
                  <a:cubicBezTo>
                    <a:pt x="11" y="44"/>
                    <a:pt x="15" y="54"/>
                    <a:pt x="18" y="69"/>
                  </a:cubicBezTo>
                  <a:cubicBezTo>
                    <a:pt x="18" y="71"/>
                    <a:pt x="20" y="72"/>
                    <a:pt x="21" y="71"/>
                  </a:cubicBezTo>
                  <a:cubicBezTo>
                    <a:pt x="23" y="71"/>
                    <a:pt x="24" y="69"/>
                    <a:pt x="24" y="68"/>
                  </a:cubicBezTo>
                  <a:cubicBezTo>
                    <a:pt x="20" y="53"/>
                    <a:pt x="16" y="42"/>
                    <a:pt x="11" y="29"/>
                  </a:cubicBezTo>
                  <a:cubicBezTo>
                    <a:pt x="8" y="21"/>
                    <a:pt x="7" y="11"/>
                    <a:pt x="11" y="6"/>
                  </a:cubicBezTo>
                  <a:cubicBezTo>
                    <a:pt x="12" y="4"/>
                    <a:pt x="12" y="2"/>
                    <a:pt x="11" y="1"/>
                  </a:cubicBezTo>
                  <a:cubicBezTo>
                    <a:pt x="10" y="0"/>
                    <a:pt x="8" y="0"/>
                    <a:pt x="7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0" name="Freeform 446">
              <a:extLst>
                <a:ext uri="{FF2B5EF4-FFF2-40B4-BE49-F238E27FC236}">
                  <a16:creationId xmlns:a16="http://schemas.microsoft.com/office/drawing/2014/main" id="{E904E7F9-C1F1-4F43-B7F8-95AAACA9A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908"/>
              <a:ext cx="95" cy="213"/>
            </a:xfrm>
            <a:custGeom>
              <a:avLst/>
              <a:gdLst>
                <a:gd name="T0" fmla="*/ 783 w 38"/>
                <a:gd name="T1" fmla="*/ 0 h 80"/>
                <a:gd name="T2" fmla="*/ 313 w 38"/>
                <a:gd name="T3" fmla="*/ 1454 h 80"/>
                <a:gd name="T4" fmla="*/ 1300 w 38"/>
                <a:gd name="T5" fmla="*/ 4268 h 80"/>
                <a:gd name="T6" fmla="*/ 2270 w 38"/>
                <a:gd name="T7" fmla="*/ 6438 h 80"/>
                <a:gd name="T8" fmla="*/ 2470 w 38"/>
                <a:gd name="T9" fmla="*/ 11100 h 80"/>
                <a:gd name="T10" fmla="*/ 2270 w 38"/>
                <a:gd name="T11" fmla="*/ 13512 h 80"/>
                <a:gd name="T12" fmla="*/ 5395 w 38"/>
                <a:gd name="T13" fmla="*/ 23571 h 80"/>
                <a:gd name="T14" fmla="*/ 7813 w 38"/>
                <a:gd name="T15" fmla="*/ 27839 h 80"/>
                <a:gd name="T16" fmla="*/ 8800 w 38"/>
                <a:gd name="T17" fmla="*/ 28087 h 80"/>
                <a:gd name="T18" fmla="*/ 9113 w 38"/>
                <a:gd name="T19" fmla="*/ 26385 h 80"/>
                <a:gd name="T20" fmla="*/ 6645 w 38"/>
                <a:gd name="T21" fmla="*/ 22061 h 80"/>
                <a:gd name="T22" fmla="*/ 3720 w 38"/>
                <a:gd name="T23" fmla="*/ 13512 h 80"/>
                <a:gd name="T24" fmla="*/ 3908 w 38"/>
                <a:gd name="T25" fmla="*/ 11364 h 80"/>
                <a:gd name="T26" fmla="*/ 3438 w 38"/>
                <a:gd name="T27" fmla="*/ 5735 h 80"/>
                <a:gd name="T28" fmla="*/ 2470 w 38"/>
                <a:gd name="T29" fmla="*/ 3211 h 80"/>
                <a:gd name="T30" fmla="*/ 1488 w 38"/>
                <a:gd name="T31" fmla="*/ 660 h 80"/>
                <a:gd name="T32" fmla="*/ 783 w 38"/>
                <a:gd name="T33" fmla="*/ 0 h 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" h="80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1" y="7"/>
                    <a:pt x="3" y="10"/>
                    <a:pt x="5" y="12"/>
                  </a:cubicBezTo>
                  <a:cubicBezTo>
                    <a:pt x="7" y="14"/>
                    <a:pt x="8" y="16"/>
                    <a:pt x="9" y="18"/>
                  </a:cubicBezTo>
                  <a:cubicBezTo>
                    <a:pt x="10" y="22"/>
                    <a:pt x="10" y="26"/>
                    <a:pt x="10" y="31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0" y="53"/>
                    <a:pt x="16" y="60"/>
                    <a:pt x="22" y="66"/>
                  </a:cubicBezTo>
                  <a:cubicBezTo>
                    <a:pt x="26" y="69"/>
                    <a:pt x="29" y="73"/>
                    <a:pt x="32" y="78"/>
                  </a:cubicBezTo>
                  <a:cubicBezTo>
                    <a:pt x="33" y="79"/>
                    <a:pt x="35" y="80"/>
                    <a:pt x="36" y="79"/>
                  </a:cubicBezTo>
                  <a:cubicBezTo>
                    <a:pt x="37" y="78"/>
                    <a:pt x="38" y="76"/>
                    <a:pt x="37" y="74"/>
                  </a:cubicBezTo>
                  <a:cubicBezTo>
                    <a:pt x="34" y="69"/>
                    <a:pt x="30" y="65"/>
                    <a:pt x="27" y="62"/>
                  </a:cubicBezTo>
                  <a:cubicBezTo>
                    <a:pt x="20" y="56"/>
                    <a:pt x="16" y="51"/>
                    <a:pt x="15" y="38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26"/>
                    <a:pt x="16" y="21"/>
                    <a:pt x="14" y="16"/>
                  </a:cubicBezTo>
                  <a:cubicBezTo>
                    <a:pt x="13" y="13"/>
                    <a:pt x="11" y="11"/>
                    <a:pt x="10" y="9"/>
                  </a:cubicBezTo>
                  <a:cubicBezTo>
                    <a:pt x="8" y="6"/>
                    <a:pt x="7" y="5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64" name="bacterium-cell-structure-diagram">
            <a:extLst>
              <a:ext uri="{FF2B5EF4-FFF2-40B4-BE49-F238E27FC236}">
                <a16:creationId xmlns:a16="http://schemas.microsoft.com/office/drawing/2014/main" id="{B85296C5-7D03-4DF8-AFF9-CEBCBB161596}"/>
              </a:ext>
            </a:extLst>
          </p:cNvPr>
          <p:cNvGrpSpPr>
            <a:grpSpLocks/>
          </p:cNvGrpSpPr>
          <p:nvPr/>
        </p:nvGrpSpPr>
        <p:grpSpPr bwMode="auto">
          <a:xfrm>
            <a:off x="6053138" y="1154113"/>
            <a:ext cx="3775075" cy="4198937"/>
            <a:chOff x="2853" y="727"/>
            <a:chExt cx="2378" cy="2645"/>
          </a:xfrm>
        </p:grpSpPr>
        <p:grpSp>
          <p:nvGrpSpPr>
            <p:cNvPr id="15527" name="Group 448">
              <a:extLst>
                <a:ext uri="{FF2B5EF4-FFF2-40B4-BE49-F238E27FC236}">
                  <a16:creationId xmlns:a16="http://schemas.microsoft.com/office/drawing/2014/main" id="{1160827C-6F7A-4E04-8EC7-D8C703A3E0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3" y="727"/>
              <a:ext cx="2378" cy="2645"/>
              <a:chOff x="2853" y="727"/>
              <a:chExt cx="2378" cy="2645"/>
            </a:xfrm>
          </p:grpSpPr>
          <p:sp>
            <p:nvSpPr>
              <p:cNvPr id="15608" name="Freeform 449">
                <a:extLst>
                  <a:ext uri="{FF2B5EF4-FFF2-40B4-BE49-F238E27FC236}">
                    <a16:creationId xmlns:a16="http://schemas.microsoft.com/office/drawing/2014/main" id="{C03A3A4C-5C31-46FE-90E7-8423A7AC7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905"/>
                <a:ext cx="1000" cy="1467"/>
              </a:xfrm>
              <a:custGeom>
                <a:avLst/>
                <a:gdLst>
                  <a:gd name="T0" fmla="*/ 95050 w 400"/>
                  <a:gd name="T1" fmla="*/ 160250 h 550"/>
                  <a:gd name="T2" fmla="*/ 77158 w 400"/>
                  <a:gd name="T3" fmla="*/ 144443 h 550"/>
                  <a:gd name="T4" fmla="*/ 70313 w 400"/>
                  <a:gd name="T5" fmla="*/ 141469 h 550"/>
                  <a:gd name="T6" fmla="*/ 58125 w 400"/>
                  <a:gd name="T7" fmla="*/ 104461 h 550"/>
                  <a:gd name="T8" fmla="*/ 30595 w 400"/>
                  <a:gd name="T9" fmla="*/ 69549 h 550"/>
                  <a:gd name="T10" fmla="*/ 9113 w 400"/>
                  <a:gd name="T11" fmla="*/ 49702 h 550"/>
                  <a:gd name="T12" fmla="*/ 10550 w 400"/>
                  <a:gd name="T13" fmla="*/ 23341 h 550"/>
                  <a:gd name="T14" fmla="*/ 29300 w 400"/>
                  <a:gd name="T15" fmla="*/ 10117 h 550"/>
                  <a:gd name="T16" fmla="*/ 32033 w 400"/>
                  <a:gd name="T17" fmla="*/ 9717 h 550"/>
                  <a:gd name="T18" fmla="*/ 31770 w 400"/>
                  <a:gd name="T19" fmla="*/ 0 h 550"/>
                  <a:gd name="T20" fmla="*/ 28333 w 400"/>
                  <a:gd name="T21" fmla="*/ 397 h 550"/>
                  <a:gd name="T22" fmla="*/ 5395 w 400"/>
                  <a:gd name="T23" fmla="*/ 19428 h 550"/>
                  <a:gd name="T24" fmla="*/ 4425 w 400"/>
                  <a:gd name="T25" fmla="*/ 53607 h 550"/>
                  <a:gd name="T26" fmla="*/ 29300 w 400"/>
                  <a:gd name="T27" fmla="*/ 76679 h 550"/>
                  <a:gd name="T28" fmla="*/ 53250 w 400"/>
                  <a:gd name="T29" fmla="*/ 105187 h 550"/>
                  <a:gd name="T30" fmla="*/ 69145 w 400"/>
                  <a:gd name="T31" fmla="*/ 146625 h 550"/>
                  <a:gd name="T32" fmla="*/ 77158 w 400"/>
                  <a:gd name="T33" fmla="*/ 149871 h 550"/>
                  <a:gd name="T34" fmla="*/ 92583 w 400"/>
                  <a:gd name="T35" fmla="*/ 162015 h 550"/>
                  <a:gd name="T36" fmla="*/ 90158 w 400"/>
                  <a:gd name="T37" fmla="*/ 180078 h 550"/>
                  <a:gd name="T38" fmla="*/ 83988 w 400"/>
                  <a:gd name="T39" fmla="*/ 198050 h 550"/>
                  <a:gd name="T40" fmla="*/ 90625 w 400"/>
                  <a:gd name="T41" fmla="*/ 182511 h 550"/>
                  <a:gd name="T42" fmla="*/ 95050 w 400"/>
                  <a:gd name="T43" fmla="*/ 160250 h 5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0" h="550">
                    <a:moveTo>
                      <a:pt x="389" y="445"/>
                    </a:moveTo>
                    <a:cubicBezTo>
                      <a:pt x="376" y="413"/>
                      <a:pt x="343" y="406"/>
                      <a:pt x="316" y="401"/>
                    </a:cubicBezTo>
                    <a:cubicBezTo>
                      <a:pt x="306" y="399"/>
                      <a:pt x="295" y="397"/>
                      <a:pt x="288" y="393"/>
                    </a:cubicBezTo>
                    <a:cubicBezTo>
                      <a:pt x="249" y="374"/>
                      <a:pt x="242" y="335"/>
                      <a:pt x="238" y="290"/>
                    </a:cubicBezTo>
                    <a:cubicBezTo>
                      <a:pt x="232" y="222"/>
                      <a:pt x="175" y="207"/>
                      <a:pt x="125" y="193"/>
                    </a:cubicBezTo>
                    <a:cubicBezTo>
                      <a:pt x="86" y="183"/>
                      <a:pt x="49" y="169"/>
                      <a:pt x="37" y="138"/>
                    </a:cubicBezTo>
                    <a:cubicBezTo>
                      <a:pt x="25" y="109"/>
                      <a:pt x="29" y="86"/>
                      <a:pt x="43" y="65"/>
                    </a:cubicBezTo>
                    <a:cubicBezTo>
                      <a:pt x="57" y="41"/>
                      <a:pt x="86" y="31"/>
                      <a:pt x="120" y="28"/>
                    </a:cubicBezTo>
                    <a:cubicBezTo>
                      <a:pt x="124" y="28"/>
                      <a:pt x="128" y="28"/>
                      <a:pt x="131" y="27"/>
                    </a:cubicBezTo>
                    <a:cubicBezTo>
                      <a:pt x="129" y="22"/>
                      <a:pt x="126" y="9"/>
                      <a:pt x="130" y="0"/>
                    </a:cubicBezTo>
                    <a:cubicBezTo>
                      <a:pt x="126" y="0"/>
                      <a:pt x="121" y="1"/>
                      <a:pt x="116" y="1"/>
                    </a:cubicBezTo>
                    <a:cubicBezTo>
                      <a:pt x="75" y="4"/>
                      <a:pt x="40" y="24"/>
                      <a:pt x="22" y="54"/>
                    </a:cubicBezTo>
                    <a:cubicBezTo>
                      <a:pt x="10" y="73"/>
                      <a:pt x="0" y="105"/>
                      <a:pt x="18" y="149"/>
                    </a:cubicBezTo>
                    <a:cubicBezTo>
                      <a:pt x="34" y="190"/>
                      <a:pt x="78" y="201"/>
                      <a:pt x="120" y="213"/>
                    </a:cubicBezTo>
                    <a:cubicBezTo>
                      <a:pt x="168" y="226"/>
                      <a:pt x="214" y="238"/>
                      <a:pt x="218" y="292"/>
                    </a:cubicBezTo>
                    <a:cubicBezTo>
                      <a:pt x="222" y="339"/>
                      <a:pt x="234" y="383"/>
                      <a:pt x="283" y="407"/>
                    </a:cubicBezTo>
                    <a:cubicBezTo>
                      <a:pt x="293" y="411"/>
                      <a:pt x="304" y="414"/>
                      <a:pt x="316" y="416"/>
                    </a:cubicBezTo>
                    <a:cubicBezTo>
                      <a:pt x="340" y="421"/>
                      <a:pt x="370" y="428"/>
                      <a:pt x="379" y="450"/>
                    </a:cubicBezTo>
                    <a:cubicBezTo>
                      <a:pt x="386" y="466"/>
                      <a:pt x="382" y="483"/>
                      <a:pt x="369" y="500"/>
                    </a:cubicBezTo>
                    <a:cubicBezTo>
                      <a:pt x="358" y="515"/>
                      <a:pt x="343" y="527"/>
                      <a:pt x="344" y="550"/>
                    </a:cubicBezTo>
                    <a:cubicBezTo>
                      <a:pt x="343" y="534"/>
                      <a:pt x="361" y="520"/>
                      <a:pt x="371" y="507"/>
                    </a:cubicBezTo>
                    <a:cubicBezTo>
                      <a:pt x="384" y="490"/>
                      <a:pt x="400" y="472"/>
                      <a:pt x="389" y="445"/>
                    </a:cubicBezTo>
                    <a:close/>
                  </a:path>
                </a:pathLst>
              </a:custGeom>
              <a:solidFill>
                <a:srgbClr val="E56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9" name="Freeform 450">
                <a:extLst>
                  <a:ext uri="{FF2B5EF4-FFF2-40B4-BE49-F238E27FC236}">
                    <a16:creationId xmlns:a16="http://schemas.microsoft.com/office/drawing/2014/main" id="{63B900DD-79FD-4444-9FC2-AC6993E25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703"/>
                <a:ext cx="145" cy="274"/>
              </a:xfrm>
              <a:custGeom>
                <a:avLst/>
                <a:gdLst>
                  <a:gd name="T0" fmla="*/ 0 w 58"/>
                  <a:gd name="T1" fmla="*/ 0 h 103"/>
                  <a:gd name="T2" fmla="*/ 14188 w 58"/>
                  <a:gd name="T3" fmla="*/ 36501 h 103"/>
                  <a:gd name="T4" fmla="*/ 14188 w 58"/>
                  <a:gd name="T5" fmla="*/ 36501 h 103"/>
                  <a:gd name="T6" fmla="*/ 4425 w 58"/>
                  <a:gd name="T7" fmla="*/ 19425 h 103"/>
                  <a:gd name="T8" fmla="*/ 0 w 58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03">
                    <a:moveTo>
                      <a:pt x="0" y="0"/>
                    </a:moveTo>
                    <a:cubicBezTo>
                      <a:pt x="4" y="37"/>
                      <a:pt x="14" y="79"/>
                      <a:pt x="58" y="103"/>
                    </a:cubicBezTo>
                    <a:cubicBezTo>
                      <a:pt x="58" y="103"/>
                      <a:pt x="58" y="103"/>
                      <a:pt x="58" y="103"/>
                    </a:cubicBezTo>
                    <a:cubicBezTo>
                      <a:pt x="37" y="92"/>
                      <a:pt x="26" y="73"/>
                      <a:pt x="18" y="55"/>
                    </a:cubicBezTo>
                    <a:cubicBezTo>
                      <a:pt x="9" y="38"/>
                      <a:pt x="2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0" name="Freeform 451">
                <a:extLst>
                  <a:ext uri="{FF2B5EF4-FFF2-40B4-BE49-F238E27FC236}">
                    <a16:creationId xmlns:a16="http://schemas.microsoft.com/office/drawing/2014/main" id="{3E6B5AFA-7ACC-48E7-B9C5-0C8C39435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303"/>
                <a:ext cx="472" cy="296"/>
              </a:xfrm>
              <a:custGeom>
                <a:avLst/>
                <a:gdLst>
                  <a:gd name="T0" fmla="*/ 0 w 189"/>
                  <a:gd name="T1" fmla="*/ 0 h 111"/>
                  <a:gd name="T2" fmla="*/ 20576 w 189"/>
                  <a:gd name="T3" fmla="*/ 18752 h 111"/>
                  <a:gd name="T4" fmla="*/ 21867 w 189"/>
                  <a:gd name="T5" fmla="*/ 19021 h 111"/>
                  <a:gd name="T6" fmla="*/ 45854 w 189"/>
                  <a:gd name="T7" fmla="*/ 39901 h 111"/>
                  <a:gd name="T8" fmla="*/ 45854 w 189"/>
                  <a:gd name="T9" fmla="*/ 39901 h 111"/>
                  <a:gd name="T10" fmla="*/ 22054 w 189"/>
                  <a:gd name="T11" fmla="*/ 17955 h 111"/>
                  <a:gd name="T12" fmla="*/ 20888 w 189"/>
                  <a:gd name="T13" fmla="*/ 17237 h 111"/>
                  <a:gd name="T14" fmla="*/ 0 w 189"/>
                  <a:gd name="T15" fmla="*/ 0 h 1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9" h="111">
                    <a:moveTo>
                      <a:pt x="0" y="0"/>
                    </a:moveTo>
                    <a:cubicBezTo>
                      <a:pt x="15" y="30"/>
                      <a:pt x="51" y="43"/>
                      <a:pt x="85" y="52"/>
                    </a:cubicBezTo>
                    <a:cubicBezTo>
                      <a:pt x="90" y="53"/>
                      <a:pt x="90" y="53"/>
                      <a:pt x="90" y="53"/>
                    </a:cubicBezTo>
                    <a:cubicBezTo>
                      <a:pt x="128" y="64"/>
                      <a:pt x="169" y="73"/>
                      <a:pt x="189" y="111"/>
                    </a:cubicBezTo>
                    <a:cubicBezTo>
                      <a:pt x="189" y="111"/>
                      <a:pt x="189" y="111"/>
                      <a:pt x="189" y="111"/>
                    </a:cubicBezTo>
                    <a:cubicBezTo>
                      <a:pt x="169" y="72"/>
                      <a:pt x="130" y="60"/>
                      <a:pt x="91" y="50"/>
                    </a:cubicBezTo>
                    <a:cubicBezTo>
                      <a:pt x="86" y="48"/>
                      <a:pt x="86" y="48"/>
                      <a:pt x="86" y="48"/>
                    </a:cubicBezTo>
                    <a:cubicBezTo>
                      <a:pt x="53" y="39"/>
                      <a:pt x="14" y="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1" name="Freeform 452">
                <a:extLst>
                  <a:ext uri="{FF2B5EF4-FFF2-40B4-BE49-F238E27FC236}">
                    <a16:creationId xmlns:a16="http://schemas.microsoft.com/office/drawing/2014/main" id="{8A36F017-AAE4-43FD-A7E9-98DE7378A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905"/>
                <a:ext cx="1000" cy="1467"/>
              </a:xfrm>
              <a:custGeom>
                <a:avLst/>
                <a:gdLst>
                  <a:gd name="T0" fmla="*/ 95050 w 400"/>
                  <a:gd name="T1" fmla="*/ 160250 h 550"/>
                  <a:gd name="T2" fmla="*/ 77158 w 400"/>
                  <a:gd name="T3" fmla="*/ 144443 h 550"/>
                  <a:gd name="T4" fmla="*/ 70313 w 400"/>
                  <a:gd name="T5" fmla="*/ 141469 h 550"/>
                  <a:gd name="T6" fmla="*/ 58125 w 400"/>
                  <a:gd name="T7" fmla="*/ 104461 h 550"/>
                  <a:gd name="T8" fmla="*/ 30595 w 400"/>
                  <a:gd name="T9" fmla="*/ 69549 h 550"/>
                  <a:gd name="T10" fmla="*/ 9113 w 400"/>
                  <a:gd name="T11" fmla="*/ 49702 h 550"/>
                  <a:gd name="T12" fmla="*/ 10550 w 400"/>
                  <a:gd name="T13" fmla="*/ 23341 h 550"/>
                  <a:gd name="T14" fmla="*/ 29300 w 400"/>
                  <a:gd name="T15" fmla="*/ 10117 h 550"/>
                  <a:gd name="T16" fmla="*/ 32033 w 400"/>
                  <a:gd name="T17" fmla="*/ 9717 h 550"/>
                  <a:gd name="T18" fmla="*/ 31770 w 400"/>
                  <a:gd name="T19" fmla="*/ 0 h 550"/>
                  <a:gd name="T20" fmla="*/ 28333 w 400"/>
                  <a:gd name="T21" fmla="*/ 397 h 550"/>
                  <a:gd name="T22" fmla="*/ 5395 w 400"/>
                  <a:gd name="T23" fmla="*/ 19428 h 550"/>
                  <a:gd name="T24" fmla="*/ 4425 w 400"/>
                  <a:gd name="T25" fmla="*/ 53607 h 550"/>
                  <a:gd name="T26" fmla="*/ 29300 w 400"/>
                  <a:gd name="T27" fmla="*/ 76679 h 550"/>
                  <a:gd name="T28" fmla="*/ 53250 w 400"/>
                  <a:gd name="T29" fmla="*/ 105187 h 550"/>
                  <a:gd name="T30" fmla="*/ 69145 w 400"/>
                  <a:gd name="T31" fmla="*/ 146625 h 550"/>
                  <a:gd name="T32" fmla="*/ 77158 w 400"/>
                  <a:gd name="T33" fmla="*/ 149871 h 550"/>
                  <a:gd name="T34" fmla="*/ 92583 w 400"/>
                  <a:gd name="T35" fmla="*/ 162015 h 550"/>
                  <a:gd name="T36" fmla="*/ 90158 w 400"/>
                  <a:gd name="T37" fmla="*/ 180078 h 550"/>
                  <a:gd name="T38" fmla="*/ 83988 w 400"/>
                  <a:gd name="T39" fmla="*/ 198050 h 550"/>
                  <a:gd name="T40" fmla="*/ 90625 w 400"/>
                  <a:gd name="T41" fmla="*/ 182511 h 550"/>
                  <a:gd name="T42" fmla="*/ 95050 w 400"/>
                  <a:gd name="T43" fmla="*/ 160250 h 5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0" h="550">
                    <a:moveTo>
                      <a:pt x="389" y="445"/>
                    </a:moveTo>
                    <a:cubicBezTo>
                      <a:pt x="376" y="413"/>
                      <a:pt x="343" y="406"/>
                      <a:pt x="316" y="401"/>
                    </a:cubicBezTo>
                    <a:cubicBezTo>
                      <a:pt x="306" y="399"/>
                      <a:pt x="295" y="397"/>
                      <a:pt x="288" y="393"/>
                    </a:cubicBezTo>
                    <a:cubicBezTo>
                      <a:pt x="249" y="374"/>
                      <a:pt x="242" y="335"/>
                      <a:pt x="238" y="290"/>
                    </a:cubicBezTo>
                    <a:cubicBezTo>
                      <a:pt x="232" y="222"/>
                      <a:pt x="175" y="207"/>
                      <a:pt x="125" y="193"/>
                    </a:cubicBezTo>
                    <a:cubicBezTo>
                      <a:pt x="86" y="183"/>
                      <a:pt x="49" y="169"/>
                      <a:pt x="37" y="138"/>
                    </a:cubicBezTo>
                    <a:cubicBezTo>
                      <a:pt x="25" y="109"/>
                      <a:pt x="29" y="86"/>
                      <a:pt x="43" y="65"/>
                    </a:cubicBezTo>
                    <a:cubicBezTo>
                      <a:pt x="57" y="41"/>
                      <a:pt x="86" y="31"/>
                      <a:pt x="120" y="28"/>
                    </a:cubicBezTo>
                    <a:cubicBezTo>
                      <a:pt x="124" y="28"/>
                      <a:pt x="128" y="28"/>
                      <a:pt x="131" y="27"/>
                    </a:cubicBezTo>
                    <a:cubicBezTo>
                      <a:pt x="129" y="22"/>
                      <a:pt x="126" y="9"/>
                      <a:pt x="130" y="0"/>
                    </a:cubicBezTo>
                    <a:cubicBezTo>
                      <a:pt x="126" y="0"/>
                      <a:pt x="121" y="1"/>
                      <a:pt x="116" y="1"/>
                    </a:cubicBezTo>
                    <a:cubicBezTo>
                      <a:pt x="75" y="4"/>
                      <a:pt x="40" y="24"/>
                      <a:pt x="22" y="54"/>
                    </a:cubicBezTo>
                    <a:cubicBezTo>
                      <a:pt x="10" y="73"/>
                      <a:pt x="0" y="105"/>
                      <a:pt x="18" y="149"/>
                    </a:cubicBezTo>
                    <a:cubicBezTo>
                      <a:pt x="34" y="190"/>
                      <a:pt x="78" y="201"/>
                      <a:pt x="120" y="213"/>
                    </a:cubicBezTo>
                    <a:cubicBezTo>
                      <a:pt x="168" y="226"/>
                      <a:pt x="214" y="238"/>
                      <a:pt x="218" y="292"/>
                    </a:cubicBezTo>
                    <a:cubicBezTo>
                      <a:pt x="222" y="339"/>
                      <a:pt x="234" y="383"/>
                      <a:pt x="283" y="407"/>
                    </a:cubicBezTo>
                    <a:cubicBezTo>
                      <a:pt x="293" y="411"/>
                      <a:pt x="304" y="414"/>
                      <a:pt x="316" y="416"/>
                    </a:cubicBezTo>
                    <a:cubicBezTo>
                      <a:pt x="340" y="421"/>
                      <a:pt x="370" y="428"/>
                      <a:pt x="379" y="450"/>
                    </a:cubicBezTo>
                    <a:cubicBezTo>
                      <a:pt x="386" y="466"/>
                      <a:pt x="382" y="483"/>
                      <a:pt x="369" y="500"/>
                    </a:cubicBezTo>
                    <a:cubicBezTo>
                      <a:pt x="358" y="515"/>
                      <a:pt x="343" y="527"/>
                      <a:pt x="344" y="550"/>
                    </a:cubicBezTo>
                    <a:cubicBezTo>
                      <a:pt x="343" y="534"/>
                      <a:pt x="361" y="520"/>
                      <a:pt x="371" y="507"/>
                    </a:cubicBezTo>
                    <a:cubicBezTo>
                      <a:pt x="384" y="490"/>
                      <a:pt x="400" y="472"/>
                      <a:pt x="389" y="4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2" name="Freeform 453">
                <a:extLst>
                  <a:ext uri="{FF2B5EF4-FFF2-40B4-BE49-F238E27FC236}">
                    <a16:creationId xmlns:a16="http://schemas.microsoft.com/office/drawing/2014/main" id="{1697D194-11DF-4498-8460-8CD5383FA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919"/>
                <a:ext cx="275" cy="248"/>
              </a:xfrm>
              <a:custGeom>
                <a:avLst/>
                <a:gdLst>
                  <a:gd name="T0" fmla="*/ 0 w 110"/>
                  <a:gd name="T1" fmla="*/ 33429 h 93"/>
                  <a:gd name="T2" fmla="*/ 26875 w 110"/>
                  <a:gd name="T3" fmla="*/ 0 h 93"/>
                  <a:gd name="T4" fmla="*/ 0 w 110"/>
                  <a:gd name="T5" fmla="*/ 33429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93">
                    <a:moveTo>
                      <a:pt x="0" y="93"/>
                    </a:moveTo>
                    <a:cubicBezTo>
                      <a:pt x="2" y="73"/>
                      <a:pt x="18" y="8"/>
                      <a:pt x="110" y="0"/>
                    </a:cubicBezTo>
                    <a:cubicBezTo>
                      <a:pt x="91" y="0"/>
                      <a:pt x="17" y="24"/>
                      <a:pt x="0" y="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3" name="Freeform 454">
                <a:extLst>
                  <a:ext uri="{FF2B5EF4-FFF2-40B4-BE49-F238E27FC236}">
                    <a16:creationId xmlns:a16="http://schemas.microsoft.com/office/drawing/2014/main" id="{335FD2C9-B0BA-4FAF-9F79-3C3FC2055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001"/>
                <a:ext cx="1955" cy="1315"/>
              </a:xfrm>
              <a:custGeom>
                <a:avLst/>
                <a:gdLst>
                  <a:gd name="T0" fmla="*/ 2938 w 782"/>
                  <a:gd name="T1" fmla="*/ 133679 h 493"/>
                  <a:gd name="T2" fmla="*/ 46220 w 782"/>
                  <a:gd name="T3" fmla="*/ 172161 h 493"/>
                  <a:gd name="T4" fmla="*/ 156250 w 782"/>
                  <a:gd name="T5" fmla="*/ 153372 h 493"/>
                  <a:gd name="T6" fmla="*/ 184583 w 782"/>
                  <a:gd name="T7" fmla="*/ 53347 h 493"/>
                  <a:gd name="T8" fmla="*/ 113283 w 782"/>
                  <a:gd name="T9" fmla="*/ 10779 h 493"/>
                  <a:gd name="T10" fmla="*/ 35938 w 782"/>
                  <a:gd name="T11" fmla="*/ 66972 h 493"/>
                  <a:gd name="T12" fmla="*/ 2938 w 782"/>
                  <a:gd name="T13" fmla="*/ 133679 h 4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2" h="493">
                    <a:moveTo>
                      <a:pt x="12" y="371"/>
                    </a:moveTo>
                    <a:cubicBezTo>
                      <a:pt x="24" y="426"/>
                      <a:pt x="73" y="493"/>
                      <a:pt x="189" y="478"/>
                    </a:cubicBezTo>
                    <a:cubicBezTo>
                      <a:pt x="288" y="465"/>
                      <a:pt x="503" y="486"/>
                      <a:pt x="640" y="426"/>
                    </a:cubicBezTo>
                    <a:cubicBezTo>
                      <a:pt x="779" y="365"/>
                      <a:pt x="782" y="228"/>
                      <a:pt x="756" y="148"/>
                    </a:cubicBezTo>
                    <a:cubicBezTo>
                      <a:pt x="708" y="2"/>
                      <a:pt x="575" y="0"/>
                      <a:pt x="464" y="30"/>
                    </a:cubicBezTo>
                    <a:cubicBezTo>
                      <a:pt x="353" y="60"/>
                      <a:pt x="241" y="151"/>
                      <a:pt x="147" y="186"/>
                    </a:cubicBezTo>
                    <a:cubicBezTo>
                      <a:pt x="7" y="237"/>
                      <a:pt x="0" y="315"/>
                      <a:pt x="12" y="371"/>
                    </a:cubicBezTo>
                    <a:close/>
                  </a:path>
                </a:pathLst>
              </a:custGeom>
              <a:solidFill>
                <a:srgbClr val="D8DE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4" name="Freeform 455">
                <a:extLst>
                  <a:ext uri="{FF2B5EF4-FFF2-40B4-BE49-F238E27FC236}">
                    <a16:creationId xmlns:a16="http://schemas.microsoft.com/office/drawing/2014/main" id="{B2BC2BEB-8BEB-44A4-9258-690497353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063"/>
                <a:ext cx="1265" cy="626"/>
              </a:xfrm>
              <a:custGeom>
                <a:avLst/>
                <a:gdLst>
                  <a:gd name="T0" fmla="*/ 123563 w 506"/>
                  <a:gd name="T1" fmla="*/ 0 h 235"/>
                  <a:gd name="T2" fmla="*/ 103333 w 506"/>
                  <a:gd name="T3" fmla="*/ 4989 h 235"/>
                  <a:gd name="T4" fmla="*/ 25708 w 506"/>
                  <a:gd name="T5" fmla="*/ 61188 h 235"/>
                  <a:gd name="T6" fmla="*/ 0 w 506"/>
                  <a:gd name="T7" fmla="*/ 83980 h 235"/>
                  <a:gd name="T8" fmla="*/ 27863 w 506"/>
                  <a:gd name="T9" fmla="*/ 63189 h 235"/>
                  <a:gd name="T10" fmla="*/ 72783 w 506"/>
                  <a:gd name="T11" fmla="*/ 29662 h 235"/>
                  <a:gd name="T12" fmla="*/ 123563 w 506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6" h="235">
                    <a:moveTo>
                      <a:pt x="506" y="0"/>
                    </a:moveTo>
                    <a:cubicBezTo>
                      <a:pt x="478" y="2"/>
                      <a:pt x="450" y="7"/>
                      <a:pt x="423" y="14"/>
                    </a:cubicBezTo>
                    <a:cubicBezTo>
                      <a:pt x="311" y="44"/>
                      <a:pt x="200" y="136"/>
                      <a:pt x="105" y="171"/>
                    </a:cubicBezTo>
                    <a:cubicBezTo>
                      <a:pt x="54" y="189"/>
                      <a:pt x="21" y="212"/>
                      <a:pt x="0" y="235"/>
                    </a:cubicBezTo>
                    <a:cubicBezTo>
                      <a:pt x="25" y="217"/>
                      <a:pt x="63" y="195"/>
                      <a:pt x="114" y="177"/>
                    </a:cubicBezTo>
                    <a:cubicBezTo>
                      <a:pt x="164" y="160"/>
                      <a:pt x="244" y="115"/>
                      <a:pt x="298" y="83"/>
                    </a:cubicBezTo>
                    <a:cubicBezTo>
                      <a:pt x="351" y="51"/>
                      <a:pt x="456" y="5"/>
                      <a:pt x="506" y="0"/>
                    </a:cubicBezTo>
                    <a:close/>
                  </a:path>
                </a:pathLst>
              </a:custGeom>
              <a:solidFill>
                <a:srgbClr val="FBF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5" name="Freeform 456">
                <a:extLst>
                  <a:ext uri="{FF2B5EF4-FFF2-40B4-BE49-F238E27FC236}">
                    <a16:creationId xmlns:a16="http://schemas.microsoft.com/office/drawing/2014/main" id="{1F93C7E4-079A-4BA9-AF06-38389F4E9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583"/>
                <a:ext cx="1387" cy="618"/>
              </a:xfrm>
              <a:custGeom>
                <a:avLst/>
                <a:gdLst>
                  <a:gd name="T0" fmla="*/ 0 w 555"/>
                  <a:gd name="T1" fmla="*/ 78196 h 232"/>
                  <a:gd name="T2" fmla="*/ 27967 w 555"/>
                  <a:gd name="T3" fmla="*/ 80353 h 232"/>
                  <a:gd name="T4" fmla="*/ 73608 w 555"/>
                  <a:gd name="T5" fmla="*/ 77948 h 232"/>
                  <a:gd name="T6" fmla="*/ 107929 w 555"/>
                  <a:gd name="T7" fmla="*/ 65700 h 232"/>
                  <a:gd name="T8" fmla="*/ 129156 w 555"/>
                  <a:gd name="T9" fmla="*/ 0 h 2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5" h="232">
                    <a:moveTo>
                      <a:pt x="0" y="219"/>
                    </a:moveTo>
                    <a:cubicBezTo>
                      <a:pt x="24" y="232"/>
                      <a:pt x="61" y="229"/>
                      <a:pt x="115" y="225"/>
                    </a:cubicBezTo>
                    <a:cubicBezTo>
                      <a:pt x="169" y="220"/>
                      <a:pt x="242" y="225"/>
                      <a:pt x="302" y="218"/>
                    </a:cubicBezTo>
                    <a:cubicBezTo>
                      <a:pt x="362" y="211"/>
                      <a:pt x="430" y="191"/>
                      <a:pt x="443" y="184"/>
                    </a:cubicBezTo>
                    <a:cubicBezTo>
                      <a:pt x="471" y="175"/>
                      <a:pt x="555" y="124"/>
                      <a:pt x="530" y="0"/>
                    </a:cubicBezTo>
                  </a:path>
                </a:pathLst>
              </a:custGeom>
              <a:solidFill>
                <a:srgbClr val="C7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6" name="Freeform 457">
                <a:extLst>
                  <a:ext uri="{FF2B5EF4-FFF2-40B4-BE49-F238E27FC236}">
                    <a16:creationId xmlns:a16="http://schemas.microsoft.com/office/drawing/2014/main" id="{01AB155B-AA13-4AA6-A90C-424D0C4A8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100"/>
                <a:ext cx="1755" cy="1187"/>
              </a:xfrm>
              <a:custGeom>
                <a:avLst/>
                <a:gdLst>
                  <a:gd name="T0" fmla="*/ 165363 w 702"/>
                  <a:gd name="T1" fmla="*/ 40657 h 445"/>
                  <a:gd name="T2" fmla="*/ 141925 w 702"/>
                  <a:gd name="T3" fmla="*/ 0 h 445"/>
                  <a:gd name="T4" fmla="*/ 158720 w 702"/>
                  <a:gd name="T5" fmla="*/ 35639 h 445"/>
                  <a:gd name="T6" fmla="*/ 133333 w 702"/>
                  <a:gd name="T7" fmla="*/ 134769 h 445"/>
                  <a:gd name="T8" fmla="*/ 23750 w 702"/>
                  <a:gd name="T9" fmla="*/ 153809 h 445"/>
                  <a:gd name="T10" fmla="*/ 0 w 702"/>
                  <a:gd name="T11" fmla="*/ 148378 h 445"/>
                  <a:gd name="T12" fmla="*/ 29813 w 702"/>
                  <a:gd name="T13" fmla="*/ 157031 h 445"/>
                  <a:gd name="T14" fmla="*/ 137500 w 702"/>
                  <a:gd name="T15" fmla="*/ 138660 h 445"/>
                  <a:gd name="T16" fmla="*/ 165363 w 702"/>
                  <a:gd name="T17" fmla="*/ 40657 h 4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2" h="445">
                    <a:moveTo>
                      <a:pt x="677" y="113"/>
                    </a:moveTo>
                    <a:cubicBezTo>
                      <a:pt x="657" y="53"/>
                      <a:pt x="622" y="18"/>
                      <a:pt x="581" y="0"/>
                    </a:cubicBezTo>
                    <a:cubicBezTo>
                      <a:pt x="610" y="20"/>
                      <a:pt x="635" y="52"/>
                      <a:pt x="650" y="99"/>
                    </a:cubicBezTo>
                    <a:cubicBezTo>
                      <a:pt x="676" y="177"/>
                      <a:pt x="681" y="314"/>
                      <a:pt x="546" y="374"/>
                    </a:cubicBezTo>
                    <a:cubicBezTo>
                      <a:pt x="412" y="433"/>
                      <a:pt x="194" y="414"/>
                      <a:pt x="97" y="427"/>
                    </a:cubicBezTo>
                    <a:cubicBezTo>
                      <a:pt x="58" y="432"/>
                      <a:pt x="25" y="422"/>
                      <a:pt x="0" y="412"/>
                    </a:cubicBezTo>
                    <a:cubicBezTo>
                      <a:pt x="28" y="431"/>
                      <a:pt x="67" y="443"/>
                      <a:pt x="122" y="436"/>
                    </a:cubicBezTo>
                    <a:cubicBezTo>
                      <a:pt x="219" y="423"/>
                      <a:pt x="429" y="445"/>
                      <a:pt x="563" y="385"/>
                    </a:cubicBezTo>
                    <a:cubicBezTo>
                      <a:pt x="699" y="325"/>
                      <a:pt x="702" y="192"/>
                      <a:pt x="677" y="113"/>
                    </a:cubicBezTo>
                    <a:close/>
                  </a:path>
                </a:pathLst>
              </a:custGeom>
              <a:solidFill>
                <a:srgbClr val="C7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7" name="Freeform 458">
                <a:extLst>
                  <a:ext uri="{FF2B5EF4-FFF2-40B4-BE49-F238E27FC236}">
                    <a16:creationId xmlns:a16="http://schemas.microsoft.com/office/drawing/2014/main" id="{BB338D7E-B730-45F5-AB86-6DA80ADE0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401"/>
                <a:ext cx="1452" cy="886"/>
              </a:xfrm>
              <a:custGeom>
                <a:avLst/>
                <a:gdLst>
                  <a:gd name="T0" fmla="*/ 70676 w 581"/>
                  <a:gd name="T1" fmla="*/ 109512 h 332"/>
                  <a:gd name="T2" fmla="*/ 103847 w 581"/>
                  <a:gd name="T3" fmla="*/ 97599 h 332"/>
                  <a:gd name="T4" fmla="*/ 135206 w 581"/>
                  <a:gd name="T5" fmla="*/ 0 h 332"/>
                  <a:gd name="T6" fmla="*/ 107438 w 581"/>
                  <a:gd name="T7" fmla="*/ 98239 h 332"/>
                  <a:gd name="T8" fmla="*/ 0 w 581"/>
                  <a:gd name="T9" fmla="*/ 116656 h 332"/>
                  <a:gd name="T10" fmla="*/ 70676 w 581"/>
                  <a:gd name="T11" fmla="*/ 109512 h 3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1" h="332">
                    <a:moveTo>
                      <a:pt x="290" y="303"/>
                    </a:moveTo>
                    <a:cubicBezTo>
                      <a:pt x="338" y="295"/>
                      <a:pt x="405" y="282"/>
                      <a:pt x="426" y="270"/>
                    </a:cubicBezTo>
                    <a:cubicBezTo>
                      <a:pt x="581" y="209"/>
                      <a:pt x="561" y="68"/>
                      <a:pt x="555" y="0"/>
                    </a:cubicBezTo>
                    <a:cubicBezTo>
                      <a:pt x="580" y="79"/>
                      <a:pt x="577" y="212"/>
                      <a:pt x="441" y="272"/>
                    </a:cubicBezTo>
                    <a:cubicBezTo>
                      <a:pt x="307" y="332"/>
                      <a:pt x="97" y="310"/>
                      <a:pt x="0" y="323"/>
                    </a:cubicBezTo>
                    <a:cubicBezTo>
                      <a:pt x="38" y="315"/>
                      <a:pt x="230" y="312"/>
                      <a:pt x="290" y="303"/>
                    </a:cubicBezTo>
                    <a:close/>
                  </a:path>
                </a:pathLst>
              </a:custGeom>
              <a:solidFill>
                <a:srgbClr val="B3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8" name="Freeform 459">
                <a:extLst>
                  <a:ext uri="{FF2B5EF4-FFF2-40B4-BE49-F238E27FC236}">
                    <a16:creationId xmlns:a16="http://schemas.microsoft.com/office/drawing/2014/main" id="{1BC307A7-40F1-43E1-B3FE-BBAB604B0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255"/>
                <a:ext cx="1395" cy="861"/>
              </a:xfrm>
              <a:custGeom>
                <a:avLst/>
                <a:gdLst>
                  <a:gd name="T0" fmla="*/ 81063 w 558"/>
                  <a:gd name="T1" fmla="*/ 5811 h 323"/>
                  <a:gd name="T2" fmla="*/ 988 w 558"/>
                  <a:gd name="T3" fmla="*/ 62714 h 323"/>
                  <a:gd name="T4" fmla="*/ 0 w 558"/>
                  <a:gd name="T5" fmla="*/ 86788 h 323"/>
                  <a:gd name="T6" fmla="*/ 9583 w 558"/>
                  <a:gd name="T7" fmla="*/ 115217 h 323"/>
                  <a:gd name="T8" fmla="*/ 33208 w 558"/>
                  <a:gd name="T9" fmla="*/ 115217 h 323"/>
                  <a:gd name="T10" fmla="*/ 100908 w 558"/>
                  <a:gd name="T11" fmla="*/ 106585 h 323"/>
                  <a:gd name="T12" fmla="*/ 127270 w 558"/>
                  <a:gd name="T13" fmla="*/ 89629 h 323"/>
                  <a:gd name="T14" fmla="*/ 136250 w 558"/>
                  <a:gd name="T15" fmla="*/ 38071 h 323"/>
                  <a:gd name="T16" fmla="*/ 123833 w 558"/>
                  <a:gd name="T17" fmla="*/ 6459 h 323"/>
                  <a:gd name="T18" fmla="*/ 103833 w 558"/>
                  <a:gd name="T19" fmla="*/ 661 h 3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8" h="323">
                    <a:moveTo>
                      <a:pt x="332" y="16"/>
                    </a:moveTo>
                    <a:cubicBezTo>
                      <a:pt x="4" y="175"/>
                      <a:pt x="4" y="175"/>
                      <a:pt x="4" y="175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39" y="321"/>
                      <a:pt x="39" y="321"/>
                      <a:pt x="39" y="321"/>
                    </a:cubicBezTo>
                    <a:cubicBezTo>
                      <a:pt x="39" y="321"/>
                      <a:pt x="135" y="319"/>
                      <a:pt x="136" y="321"/>
                    </a:cubicBezTo>
                    <a:cubicBezTo>
                      <a:pt x="137" y="323"/>
                      <a:pt x="413" y="297"/>
                      <a:pt x="413" y="297"/>
                    </a:cubicBezTo>
                    <a:cubicBezTo>
                      <a:pt x="521" y="250"/>
                      <a:pt x="521" y="250"/>
                      <a:pt x="521" y="250"/>
                    </a:cubicBezTo>
                    <a:cubicBezTo>
                      <a:pt x="523" y="248"/>
                      <a:pt x="558" y="106"/>
                      <a:pt x="558" y="106"/>
                    </a:cubicBezTo>
                    <a:cubicBezTo>
                      <a:pt x="507" y="18"/>
                      <a:pt x="507" y="18"/>
                      <a:pt x="507" y="18"/>
                    </a:cubicBezTo>
                    <a:cubicBezTo>
                      <a:pt x="507" y="18"/>
                      <a:pt x="425" y="0"/>
                      <a:pt x="425" y="2"/>
                    </a:cubicBezTo>
                  </a:path>
                </a:pathLst>
              </a:custGeom>
              <a:solidFill>
                <a:srgbClr val="0E98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9" name="Freeform 460">
                <a:extLst>
                  <a:ext uri="{FF2B5EF4-FFF2-40B4-BE49-F238E27FC236}">
                    <a16:creationId xmlns:a16="http://schemas.microsoft.com/office/drawing/2014/main" id="{360C4190-FB3D-4564-A01E-74C3EF9AF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1215"/>
                <a:ext cx="337" cy="842"/>
              </a:xfrm>
              <a:custGeom>
                <a:avLst/>
                <a:gdLst>
                  <a:gd name="T0" fmla="*/ 2599 w 135"/>
                  <a:gd name="T1" fmla="*/ 101933 h 316"/>
                  <a:gd name="T2" fmla="*/ 6985 w 135"/>
                  <a:gd name="T3" fmla="*/ 113108 h 316"/>
                  <a:gd name="T4" fmla="*/ 28578 w 135"/>
                  <a:gd name="T5" fmla="*/ 40427 h 316"/>
                  <a:gd name="T6" fmla="*/ 1433 w 135"/>
                  <a:gd name="T7" fmla="*/ 0 h 316"/>
                  <a:gd name="T8" fmla="*/ 0 w 135"/>
                  <a:gd name="T9" fmla="*/ 12502 h 316"/>
                  <a:gd name="T10" fmla="*/ 467 w 135"/>
                  <a:gd name="T11" fmla="*/ 12502 h 316"/>
                  <a:gd name="T12" fmla="*/ 20085 w 135"/>
                  <a:gd name="T13" fmla="*/ 43246 h 316"/>
                  <a:gd name="T14" fmla="*/ 2599 w 135"/>
                  <a:gd name="T15" fmla="*/ 101933 h 3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5" h="316">
                    <a:moveTo>
                      <a:pt x="11" y="285"/>
                    </a:moveTo>
                    <a:cubicBezTo>
                      <a:pt x="29" y="316"/>
                      <a:pt x="29" y="316"/>
                      <a:pt x="29" y="316"/>
                    </a:cubicBezTo>
                    <a:cubicBezTo>
                      <a:pt x="119" y="290"/>
                      <a:pt x="135" y="185"/>
                      <a:pt x="118" y="113"/>
                    </a:cubicBezTo>
                    <a:cubicBezTo>
                      <a:pt x="102" y="46"/>
                      <a:pt x="57" y="1"/>
                      <a:pt x="6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" y="35"/>
                      <a:pt x="1" y="35"/>
                      <a:pt x="2" y="35"/>
                    </a:cubicBezTo>
                    <a:cubicBezTo>
                      <a:pt x="37" y="37"/>
                      <a:pt x="70" y="69"/>
                      <a:pt x="83" y="121"/>
                    </a:cubicBezTo>
                    <a:cubicBezTo>
                      <a:pt x="95" y="175"/>
                      <a:pt x="87" y="269"/>
                      <a:pt x="11" y="285"/>
                    </a:cubicBezTo>
                    <a:close/>
                  </a:path>
                </a:pathLst>
              </a:custGeom>
              <a:solidFill>
                <a:srgbClr val="E6E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0" name="Freeform 461">
                <a:extLst>
                  <a:ext uri="{FF2B5EF4-FFF2-40B4-BE49-F238E27FC236}">
                    <a16:creationId xmlns:a16="http://schemas.microsoft.com/office/drawing/2014/main" id="{AE43F769-10A7-44F1-83BD-D3C154025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292"/>
                <a:ext cx="265" cy="752"/>
              </a:xfrm>
              <a:custGeom>
                <a:avLst/>
                <a:gdLst>
                  <a:gd name="T0" fmla="*/ 0 w 106"/>
                  <a:gd name="T1" fmla="*/ 1059 h 282"/>
                  <a:gd name="T2" fmla="*/ 19063 w 106"/>
                  <a:gd name="T3" fmla="*/ 34133 h 282"/>
                  <a:gd name="T4" fmla="*/ 1488 w 106"/>
                  <a:gd name="T5" fmla="*/ 93205 h 282"/>
                  <a:gd name="T6" fmla="*/ 4895 w 106"/>
                  <a:gd name="T7" fmla="*/ 101397 h 282"/>
                  <a:gd name="T8" fmla="*/ 11250 w 106"/>
                  <a:gd name="T9" fmla="*/ 89963 h 282"/>
                  <a:gd name="T10" fmla="*/ 20050 w 106"/>
                  <a:gd name="T11" fmla="*/ 34531 h 282"/>
                  <a:gd name="T12" fmla="*/ 0 w 106"/>
                  <a:gd name="T13" fmla="*/ 1059 h 2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82">
                    <a:moveTo>
                      <a:pt x="0" y="3"/>
                    </a:moveTo>
                    <a:cubicBezTo>
                      <a:pt x="34" y="5"/>
                      <a:pt x="65" y="43"/>
                      <a:pt x="78" y="95"/>
                    </a:cubicBezTo>
                    <a:cubicBezTo>
                      <a:pt x="90" y="149"/>
                      <a:pt x="82" y="243"/>
                      <a:pt x="6" y="259"/>
                    </a:cubicBezTo>
                    <a:cubicBezTo>
                      <a:pt x="20" y="282"/>
                      <a:pt x="20" y="282"/>
                      <a:pt x="20" y="282"/>
                    </a:cubicBezTo>
                    <a:cubicBezTo>
                      <a:pt x="20" y="273"/>
                      <a:pt x="28" y="262"/>
                      <a:pt x="46" y="250"/>
                    </a:cubicBezTo>
                    <a:cubicBezTo>
                      <a:pt x="64" y="239"/>
                      <a:pt x="106" y="185"/>
                      <a:pt x="82" y="96"/>
                    </a:cubicBezTo>
                    <a:cubicBezTo>
                      <a:pt x="56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8F9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1" name="Freeform 462">
                <a:extLst>
                  <a:ext uri="{FF2B5EF4-FFF2-40B4-BE49-F238E27FC236}">
                    <a16:creationId xmlns:a16="http://schemas.microsoft.com/office/drawing/2014/main" id="{547ABDF8-0DB2-4CAE-BB0E-9BB863C97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687"/>
                <a:ext cx="235" cy="488"/>
              </a:xfrm>
              <a:custGeom>
                <a:avLst/>
                <a:gdLst>
                  <a:gd name="T0" fmla="*/ 22270 w 94"/>
                  <a:gd name="T1" fmla="*/ 65387 h 183"/>
                  <a:gd name="T2" fmla="*/ 22970 w 94"/>
                  <a:gd name="T3" fmla="*/ 52429 h 183"/>
                  <a:gd name="T4" fmla="*/ 22270 w 94"/>
                  <a:gd name="T5" fmla="*/ 52429 h 183"/>
                  <a:gd name="T6" fmla="*/ 11250 w 94"/>
                  <a:gd name="T7" fmla="*/ 34952 h 183"/>
                  <a:gd name="T8" fmla="*/ 11250 w 94"/>
                  <a:gd name="T9" fmla="*/ 12288 h 183"/>
                  <a:gd name="T10" fmla="*/ 13488 w 94"/>
                  <a:gd name="T11" fmla="*/ 8648 h 183"/>
                  <a:gd name="T12" fmla="*/ 7158 w 94"/>
                  <a:gd name="T13" fmla="*/ 0 h 183"/>
                  <a:gd name="T14" fmla="*/ 2938 w 94"/>
                  <a:gd name="T15" fmla="*/ 38435 h 183"/>
                  <a:gd name="T16" fmla="*/ 22270 w 94"/>
                  <a:gd name="T17" fmla="*/ 65387 h 1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183">
                    <a:moveTo>
                      <a:pt x="91" y="182"/>
                    </a:moveTo>
                    <a:cubicBezTo>
                      <a:pt x="94" y="146"/>
                      <a:pt x="94" y="146"/>
                      <a:pt x="94" y="146"/>
                    </a:cubicBezTo>
                    <a:cubicBezTo>
                      <a:pt x="93" y="146"/>
                      <a:pt x="92" y="146"/>
                      <a:pt x="91" y="146"/>
                    </a:cubicBezTo>
                    <a:cubicBezTo>
                      <a:pt x="62" y="146"/>
                      <a:pt x="49" y="109"/>
                      <a:pt x="46" y="97"/>
                    </a:cubicBezTo>
                    <a:cubicBezTo>
                      <a:pt x="38" y="69"/>
                      <a:pt x="41" y="45"/>
                      <a:pt x="46" y="34"/>
                    </a:cubicBezTo>
                    <a:cubicBezTo>
                      <a:pt x="49" y="29"/>
                      <a:pt x="52" y="25"/>
                      <a:pt x="55" y="24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" y="18"/>
                      <a:pt x="0" y="67"/>
                      <a:pt x="12" y="107"/>
                    </a:cubicBezTo>
                    <a:cubicBezTo>
                      <a:pt x="25" y="154"/>
                      <a:pt x="55" y="183"/>
                      <a:pt x="91" y="182"/>
                    </a:cubicBezTo>
                    <a:close/>
                  </a:path>
                </a:pathLst>
              </a:custGeom>
              <a:solidFill>
                <a:srgbClr val="A8B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2" name="Freeform 463">
                <a:extLst>
                  <a:ext uri="{FF2B5EF4-FFF2-40B4-BE49-F238E27FC236}">
                    <a16:creationId xmlns:a16="http://schemas.microsoft.com/office/drawing/2014/main" id="{5111EE88-DBD9-4B79-8DFF-9B981AAF2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209"/>
                <a:ext cx="1148" cy="544"/>
              </a:xfrm>
              <a:custGeom>
                <a:avLst/>
                <a:gdLst>
                  <a:gd name="T0" fmla="*/ 112349 w 459"/>
                  <a:gd name="T1" fmla="*/ 661 h 204"/>
                  <a:gd name="T2" fmla="*/ 110583 w 459"/>
                  <a:gd name="T3" fmla="*/ 397 h 204"/>
                  <a:gd name="T4" fmla="*/ 88864 w 459"/>
                  <a:gd name="T5" fmla="*/ 4301 h 204"/>
                  <a:gd name="T6" fmla="*/ 51175 w 459"/>
                  <a:gd name="T7" fmla="*/ 28728 h 204"/>
                  <a:gd name="T8" fmla="*/ 27392 w 459"/>
                  <a:gd name="T9" fmla="*/ 45717 h 204"/>
                  <a:gd name="T10" fmla="*/ 783 w 459"/>
                  <a:gd name="T11" fmla="*/ 63659 h 204"/>
                  <a:gd name="T12" fmla="*/ 0 w 459"/>
                  <a:gd name="T13" fmla="*/ 64320 h 204"/>
                  <a:gd name="T14" fmla="*/ 6380 w 459"/>
                  <a:gd name="T15" fmla="*/ 72968 h 204"/>
                  <a:gd name="T16" fmla="*/ 6380 w 459"/>
                  <a:gd name="T17" fmla="*/ 72968 h 204"/>
                  <a:gd name="T18" fmla="*/ 30321 w 459"/>
                  <a:gd name="T19" fmla="*/ 57856 h 204"/>
                  <a:gd name="T20" fmla="*/ 55292 w 459"/>
                  <a:gd name="T21" fmla="*/ 40299 h 204"/>
                  <a:gd name="T22" fmla="*/ 91022 w 459"/>
                  <a:gd name="T23" fmla="*/ 16589 h 204"/>
                  <a:gd name="T24" fmla="*/ 110396 w 459"/>
                  <a:gd name="T25" fmla="*/ 13347 h 204"/>
                  <a:gd name="T26" fmla="*/ 110896 w 459"/>
                  <a:gd name="T27" fmla="*/ 13347 h 204"/>
                  <a:gd name="T28" fmla="*/ 112349 w 459"/>
                  <a:gd name="T29" fmla="*/ 661 h 20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59" h="204">
                    <a:moveTo>
                      <a:pt x="459" y="2"/>
                    </a:moveTo>
                    <a:cubicBezTo>
                      <a:pt x="457" y="1"/>
                      <a:pt x="455" y="1"/>
                      <a:pt x="452" y="1"/>
                    </a:cubicBezTo>
                    <a:cubicBezTo>
                      <a:pt x="424" y="0"/>
                      <a:pt x="393" y="4"/>
                      <a:pt x="363" y="12"/>
                    </a:cubicBezTo>
                    <a:cubicBezTo>
                      <a:pt x="316" y="24"/>
                      <a:pt x="262" y="53"/>
                      <a:pt x="209" y="80"/>
                    </a:cubicBezTo>
                    <a:cubicBezTo>
                      <a:pt x="172" y="99"/>
                      <a:pt x="138" y="117"/>
                      <a:pt x="112" y="127"/>
                    </a:cubicBezTo>
                    <a:cubicBezTo>
                      <a:pt x="69" y="143"/>
                      <a:pt x="27" y="162"/>
                      <a:pt x="3" y="177"/>
                    </a:cubicBezTo>
                    <a:cubicBezTo>
                      <a:pt x="2" y="178"/>
                      <a:pt x="1" y="178"/>
                      <a:pt x="0" y="179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26" y="204"/>
                      <a:pt x="26" y="203"/>
                      <a:pt x="26" y="203"/>
                    </a:cubicBezTo>
                    <a:cubicBezTo>
                      <a:pt x="46" y="192"/>
                      <a:pt x="80" y="177"/>
                      <a:pt x="124" y="161"/>
                    </a:cubicBezTo>
                    <a:cubicBezTo>
                      <a:pt x="153" y="150"/>
                      <a:pt x="188" y="132"/>
                      <a:pt x="226" y="112"/>
                    </a:cubicBezTo>
                    <a:cubicBezTo>
                      <a:pt x="277" y="86"/>
                      <a:pt x="330" y="58"/>
                      <a:pt x="372" y="46"/>
                    </a:cubicBezTo>
                    <a:cubicBezTo>
                      <a:pt x="399" y="39"/>
                      <a:pt x="426" y="36"/>
                      <a:pt x="451" y="37"/>
                    </a:cubicBezTo>
                    <a:cubicBezTo>
                      <a:pt x="452" y="37"/>
                      <a:pt x="452" y="37"/>
                      <a:pt x="453" y="37"/>
                    </a:cubicBezTo>
                    <a:lnTo>
                      <a:pt x="459" y="2"/>
                    </a:lnTo>
                    <a:close/>
                  </a:path>
                </a:pathLst>
              </a:custGeom>
              <a:solidFill>
                <a:srgbClr val="C2D0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3" name="Freeform 464">
                <a:extLst>
                  <a:ext uri="{FF2B5EF4-FFF2-40B4-BE49-F238E27FC236}">
                    <a16:creationId xmlns:a16="http://schemas.microsoft.com/office/drawing/2014/main" id="{8D7C4658-9C10-4A29-A7C1-20C91D059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217"/>
                <a:ext cx="1073" cy="523"/>
              </a:xfrm>
              <a:custGeom>
                <a:avLst/>
                <a:gdLst>
                  <a:gd name="T0" fmla="*/ 105036 w 429"/>
                  <a:gd name="T1" fmla="*/ 398 h 196"/>
                  <a:gd name="T2" fmla="*/ 88609 w 429"/>
                  <a:gd name="T3" fmla="*/ 3896 h 196"/>
                  <a:gd name="T4" fmla="*/ 50729 w 429"/>
                  <a:gd name="T5" fmla="*/ 28802 h 196"/>
                  <a:gd name="T6" fmla="*/ 26933 w 429"/>
                  <a:gd name="T7" fmla="*/ 45883 h 196"/>
                  <a:gd name="T8" fmla="*/ 0 w 429"/>
                  <a:gd name="T9" fmla="*/ 63569 h 196"/>
                  <a:gd name="T10" fmla="*/ 5210 w 429"/>
                  <a:gd name="T11" fmla="*/ 70776 h 196"/>
                  <a:gd name="T12" fmla="*/ 10560 w 429"/>
                  <a:gd name="T13" fmla="*/ 59526 h 196"/>
                  <a:gd name="T14" fmla="*/ 36990 w 429"/>
                  <a:gd name="T15" fmla="*/ 42635 h 196"/>
                  <a:gd name="T16" fmla="*/ 75183 w 429"/>
                  <a:gd name="T17" fmla="*/ 13379 h 196"/>
                  <a:gd name="T18" fmla="*/ 105036 w 429"/>
                  <a:gd name="T19" fmla="*/ 398 h 1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9" h="196">
                    <a:moveTo>
                      <a:pt x="429" y="1"/>
                    </a:moveTo>
                    <a:cubicBezTo>
                      <a:pt x="407" y="2"/>
                      <a:pt x="384" y="5"/>
                      <a:pt x="362" y="11"/>
                    </a:cubicBezTo>
                    <a:cubicBezTo>
                      <a:pt x="315" y="24"/>
                      <a:pt x="260" y="52"/>
                      <a:pt x="207" y="80"/>
                    </a:cubicBezTo>
                    <a:cubicBezTo>
                      <a:pt x="171" y="99"/>
                      <a:pt x="137" y="117"/>
                      <a:pt x="110" y="127"/>
                    </a:cubicBezTo>
                    <a:cubicBezTo>
                      <a:pt x="71" y="141"/>
                      <a:pt x="25" y="161"/>
                      <a:pt x="0" y="176"/>
                    </a:cubicBezTo>
                    <a:cubicBezTo>
                      <a:pt x="21" y="196"/>
                      <a:pt x="21" y="196"/>
                      <a:pt x="21" y="196"/>
                    </a:cubicBezTo>
                    <a:cubicBezTo>
                      <a:pt x="17" y="186"/>
                      <a:pt x="19" y="175"/>
                      <a:pt x="43" y="165"/>
                    </a:cubicBezTo>
                    <a:cubicBezTo>
                      <a:pt x="67" y="155"/>
                      <a:pt x="119" y="133"/>
                      <a:pt x="151" y="118"/>
                    </a:cubicBezTo>
                    <a:cubicBezTo>
                      <a:pt x="182" y="102"/>
                      <a:pt x="283" y="50"/>
                      <a:pt x="307" y="37"/>
                    </a:cubicBezTo>
                    <a:cubicBezTo>
                      <a:pt x="332" y="24"/>
                      <a:pt x="410" y="0"/>
                      <a:pt x="429" y="1"/>
                    </a:cubicBezTo>
                    <a:close/>
                  </a:path>
                </a:pathLst>
              </a:custGeom>
              <a:solidFill>
                <a:srgbClr val="A8B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4" name="Freeform 465">
                <a:extLst>
                  <a:ext uri="{FF2B5EF4-FFF2-40B4-BE49-F238E27FC236}">
                    <a16:creationId xmlns:a16="http://schemas.microsoft.com/office/drawing/2014/main" id="{B8EBB05F-ABAD-4E8C-A244-9D0C84E40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975"/>
                <a:ext cx="1050" cy="202"/>
              </a:xfrm>
              <a:custGeom>
                <a:avLst/>
                <a:gdLst>
                  <a:gd name="T0" fmla="*/ 98175 w 420"/>
                  <a:gd name="T1" fmla="*/ 0 h 76"/>
                  <a:gd name="T2" fmla="*/ 98175 w 420"/>
                  <a:gd name="T3" fmla="*/ 396 h 76"/>
                  <a:gd name="T4" fmla="*/ 40363 w 420"/>
                  <a:gd name="T5" fmla="*/ 10873 h 76"/>
                  <a:gd name="T6" fmla="*/ 19063 w 420"/>
                  <a:gd name="T7" fmla="*/ 12335 h 76"/>
                  <a:gd name="T8" fmla="*/ 1488 w 420"/>
                  <a:gd name="T9" fmla="*/ 13367 h 76"/>
                  <a:gd name="T10" fmla="*/ 783 w 420"/>
                  <a:gd name="T11" fmla="*/ 13367 h 76"/>
                  <a:gd name="T12" fmla="*/ 0 w 420"/>
                  <a:gd name="T13" fmla="*/ 26154 h 76"/>
                  <a:gd name="T14" fmla="*/ 520 w 420"/>
                  <a:gd name="T15" fmla="*/ 26154 h 76"/>
                  <a:gd name="T16" fmla="*/ 20050 w 420"/>
                  <a:gd name="T17" fmla="*/ 25051 h 76"/>
                  <a:gd name="T18" fmla="*/ 40363 w 420"/>
                  <a:gd name="T19" fmla="*/ 23602 h 76"/>
                  <a:gd name="T20" fmla="*/ 101563 w 420"/>
                  <a:gd name="T21" fmla="*/ 11926 h 76"/>
                  <a:gd name="T22" fmla="*/ 102550 w 420"/>
                  <a:gd name="T23" fmla="*/ 10873 h 76"/>
                  <a:gd name="T24" fmla="*/ 98175 w 420"/>
                  <a:gd name="T25" fmla="*/ 0 h 7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0" h="76">
                    <a:moveTo>
                      <a:pt x="402" y="0"/>
                    </a:moveTo>
                    <a:cubicBezTo>
                      <a:pt x="402" y="0"/>
                      <a:pt x="402" y="1"/>
                      <a:pt x="402" y="1"/>
                    </a:cubicBezTo>
                    <a:cubicBezTo>
                      <a:pt x="339" y="28"/>
                      <a:pt x="242" y="30"/>
                      <a:pt x="165" y="31"/>
                    </a:cubicBezTo>
                    <a:cubicBezTo>
                      <a:pt x="130" y="32"/>
                      <a:pt x="99" y="32"/>
                      <a:pt x="78" y="35"/>
                    </a:cubicBezTo>
                    <a:cubicBezTo>
                      <a:pt x="49" y="39"/>
                      <a:pt x="26" y="40"/>
                      <a:pt x="6" y="38"/>
                    </a:cubicBezTo>
                    <a:cubicBezTo>
                      <a:pt x="4" y="38"/>
                      <a:pt x="3" y="38"/>
                      <a:pt x="3" y="38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" y="74"/>
                      <a:pt x="1" y="74"/>
                      <a:pt x="2" y="74"/>
                    </a:cubicBezTo>
                    <a:cubicBezTo>
                      <a:pt x="24" y="76"/>
                      <a:pt x="52" y="75"/>
                      <a:pt x="82" y="71"/>
                    </a:cubicBezTo>
                    <a:cubicBezTo>
                      <a:pt x="102" y="68"/>
                      <a:pt x="131" y="68"/>
                      <a:pt x="165" y="67"/>
                    </a:cubicBezTo>
                    <a:cubicBezTo>
                      <a:pt x="246" y="66"/>
                      <a:pt x="347" y="64"/>
                      <a:pt x="416" y="34"/>
                    </a:cubicBezTo>
                    <a:cubicBezTo>
                      <a:pt x="417" y="33"/>
                      <a:pt x="419" y="32"/>
                      <a:pt x="420" y="31"/>
                    </a:cubicBezTo>
                    <a:lnTo>
                      <a:pt x="402" y="0"/>
                    </a:lnTo>
                    <a:close/>
                  </a:path>
                </a:pathLst>
              </a:custGeom>
              <a:solidFill>
                <a:srgbClr val="EFF2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5" name="Freeform 466">
                <a:extLst>
                  <a:ext uri="{FF2B5EF4-FFF2-40B4-BE49-F238E27FC236}">
                    <a16:creationId xmlns:a16="http://schemas.microsoft.com/office/drawing/2014/main" id="{4B6CBAE9-BE89-428D-B164-93B50ABED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001"/>
                <a:ext cx="935" cy="102"/>
              </a:xfrm>
              <a:custGeom>
                <a:avLst/>
                <a:gdLst>
                  <a:gd name="T0" fmla="*/ 91333 w 374"/>
                  <a:gd name="T1" fmla="*/ 0 h 38"/>
                  <a:gd name="T2" fmla="*/ 35938 w 374"/>
                  <a:gd name="T3" fmla="*/ 9771 h 38"/>
                  <a:gd name="T4" fmla="*/ 14658 w 374"/>
                  <a:gd name="T5" fmla="*/ 11585 h 38"/>
                  <a:gd name="T6" fmla="*/ 0 w 374"/>
                  <a:gd name="T7" fmla="*/ 13077 h 38"/>
                  <a:gd name="T8" fmla="*/ 16145 w 374"/>
                  <a:gd name="T9" fmla="*/ 13813 h 38"/>
                  <a:gd name="T10" fmla="*/ 45438 w 374"/>
                  <a:gd name="T11" fmla="*/ 12667 h 38"/>
                  <a:gd name="T12" fmla="*/ 91333 w 374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4" h="38">
                    <a:moveTo>
                      <a:pt x="374" y="0"/>
                    </a:moveTo>
                    <a:cubicBezTo>
                      <a:pt x="312" y="23"/>
                      <a:pt x="220" y="25"/>
                      <a:pt x="147" y="26"/>
                    </a:cubicBezTo>
                    <a:cubicBezTo>
                      <a:pt x="112" y="27"/>
                      <a:pt x="81" y="28"/>
                      <a:pt x="60" y="31"/>
                    </a:cubicBezTo>
                    <a:cubicBezTo>
                      <a:pt x="37" y="33"/>
                      <a:pt x="17" y="35"/>
                      <a:pt x="0" y="35"/>
                    </a:cubicBezTo>
                    <a:cubicBezTo>
                      <a:pt x="21" y="38"/>
                      <a:pt x="47" y="37"/>
                      <a:pt x="66" y="37"/>
                    </a:cubicBezTo>
                    <a:cubicBezTo>
                      <a:pt x="86" y="37"/>
                      <a:pt x="150" y="34"/>
                      <a:pt x="186" y="34"/>
                    </a:cubicBezTo>
                    <a:cubicBezTo>
                      <a:pt x="222" y="34"/>
                      <a:pt x="340" y="20"/>
                      <a:pt x="3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6" name="Freeform 467">
                <a:extLst>
                  <a:ext uri="{FF2B5EF4-FFF2-40B4-BE49-F238E27FC236}">
                    <a16:creationId xmlns:a16="http://schemas.microsoft.com/office/drawing/2014/main" id="{C89D84B4-A2F1-43E8-8B97-6A26B2535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305"/>
                <a:ext cx="1068" cy="459"/>
              </a:xfrm>
              <a:custGeom>
                <a:avLst/>
                <a:gdLst>
                  <a:gd name="T0" fmla="*/ 104066 w 427"/>
                  <a:gd name="T1" fmla="*/ 398 h 172"/>
                  <a:gd name="T2" fmla="*/ 84697 w 427"/>
                  <a:gd name="T3" fmla="*/ 3645 h 172"/>
                  <a:gd name="T4" fmla="*/ 48958 w 427"/>
                  <a:gd name="T5" fmla="*/ 27481 h 172"/>
                  <a:gd name="T6" fmla="*/ 23984 w 427"/>
                  <a:gd name="T7" fmla="*/ 45193 h 172"/>
                  <a:gd name="T8" fmla="*/ 0 w 427"/>
                  <a:gd name="T9" fmla="*/ 60353 h 172"/>
                  <a:gd name="T10" fmla="*/ 1301 w 427"/>
                  <a:gd name="T11" fmla="*/ 62128 h 172"/>
                  <a:gd name="T12" fmla="*/ 24454 w 427"/>
                  <a:gd name="T13" fmla="*/ 47357 h 172"/>
                  <a:gd name="T14" fmla="*/ 49428 w 427"/>
                  <a:gd name="T15" fmla="*/ 29611 h 172"/>
                  <a:gd name="T16" fmla="*/ 85167 w 427"/>
                  <a:gd name="T17" fmla="*/ 5834 h 172"/>
                  <a:gd name="T18" fmla="*/ 104066 w 427"/>
                  <a:gd name="T19" fmla="*/ 2586 h 172"/>
                  <a:gd name="T20" fmla="*/ 104254 w 427"/>
                  <a:gd name="T21" fmla="*/ 2586 h 172"/>
                  <a:gd name="T22" fmla="*/ 104536 w 427"/>
                  <a:gd name="T23" fmla="*/ 398 h 172"/>
                  <a:gd name="T24" fmla="*/ 104066 w 427"/>
                  <a:gd name="T25" fmla="*/ 398 h 1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7" h="172">
                    <a:moveTo>
                      <a:pt x="425" y="1"/>
                    </a:moveTo>
                    <a:cubicBezTo>
                      <a:pt x="400" y="0"/>
                      <a:pt x="373" y="3"/>
                      <a:pt x="346" y="10"/>
                    </a:cubicBezTo>
                    <a:cubicBezTo>
                      <a:pt x="304" y="22"/>
                      <a:pt x="251" y="50"/>
                      <a:pt x="200" y="76"/>
                    </a:cubicBezTo>
                    <a:cubicBezTo>
                      <a:pt x="162" y="96"/>
                      <a:pt x="127" y="114"/>
                      <a:pt x="98" y="125"/>
                    </a:cubicBezTo>
                    <a:cubicBezTo>
                      <a:pt x="54" y="141"/>
                      <a:pt x="20" y="156"/>
                      <a:pt x="0" y="167"/>
                    </a:cubicBezTo>
                    <a:cubicBezTo>
                      <a:pt x="5" y="172"/>
                      <a:pt x="5" y="172"/>
                      <a:pt x="5" y="172"/>
                    </a:cubicBezTo>
                    <a:cubicBezTo>
                      <a:pt x="25" y="160"/>
                      <a:pt x="60" y="145"/>
                      <a:pt x="100" y="131"/>
                    </a:cubicBezTo>
                    <a:cubicBezTo>
                      <a:pt x="129" y="120"/>
                      <a:pt x="165" y="101"/>
                      <a:pt x="202" y="82"/>
                    </a:cubicBezTo>
                    <a:cubicBezTo>
                      <a:pt x="253" y="55"/>
                      <a:pt x="306" y="27"/>
                      <a:pt x="348" y="16"/>
                    </a:cubicBezTo>
                    <a:cubicBezTo>
                      <a:pt x="374" y="9"/>
                      <a:pt x="400" y="6"/>
                      <a:pt x="425" y="7"/>
                    </a:cubicBezTo>
                    <a:cubicBezTo>
                      <a:pt x="426" y="7"/>
                      <a:pt x="426" y="7"/>
                      <a:pt x="426" y="7"/>
                    </a:cubicBezTo>
                    <a:cubicBezTo>
                      <a:pt x="427" y="1"/>
                      <a:pt x="427" y="1"/>
                      <a:pt x="427" y="1"/>
                    </a:cubicBezTo>
                    <a:cubicBezTo>
                      <a:pt x="426" y="1"/>
                      <a:pt x="426" y="1"/>
                      <a:pt x="425" y="1"/>
                    </a:cubicBezTo>
                    <a:close/>
                  </a:path>
                </a:pathLst>
              </a:custGeom>
              <a:solidFill>
                <a:srgbClr val="EB73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7" name="Freeform 468">
                <a:extLst>
                  <a:ext uri="{FF2B5EF4-FFF2-40B4-BE49-F238E27FC236}">
                    <a16:creationId xmlns:a16="http://schemas.microsoft.com/office/drawing/2014/main" id="{8AFD8DB9-B8D7-4582-B707-CC34B22A4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751"/>
                <a:ext cx="142" cy="325"/>
              </a:xfrm>
              <a:custGeom>
                <a:avLst/>
                <a:gdLst>
                  <a:gd name="T0" fmla="*/ 3358 w 57"/>
                  <a:gd name="T1" fmla="*/ 25334 h 122"/>
                  <a:gd name="T2" fmla="*/ 3358 w 57"/>
                  <a:gd name="T3" fmla="*/ 4691 h 122"/>
                  <a:gd name="T4" fmla="*/ 5007 w 57"/>
                  <a:gd name="T5" fmla="*/ 2171 h 122"/>
                  <a:gd name="T6" fmla="*/ 5276 w 57"/>
                  <a:gd name="T7" fmla="*/ 1761 h 122"/>
                  <a:gd name="T8" fmla="*/ 4053 w 57"/>
                  <a:gd name="T9" fmla="*/ 0 h 122"/>
                  <a:gd name="T10" fmla="*/ 4053 w 57"/>
                  <a:gd name="T11" fmla="*/ 0 h 122"/>
                  <a:gd name="T12" fmla="*/ 1931 w 57"/>
                  <a:gd name="T13" fmla="*/ 3626 h 122"/>
                  <a:gd name="T14" fmla="*/ 1931 w 57"/>
                  <a:gd name="T15" fmla="*/ 26029 h 122"/>
                  <a:gd name="T16" fmla="*/ 11985 w 57"/>
                  <a:gd name="T17" fmla="*/ 43617 h 122"/>
                  <a:gd name="T18" fmla="*/ 11985 w 57"/>
                  <a:gd name="T19" fmla="*/ 43617 h 122"/>
                  <a:gd name="T20" fmla="*/ 11985 w 57"/>
                  <a:gd name="T21" fmla="*/ 43617 h 122"/>
                  <a:gd name="T22" fmla="*/ 11985 w 57"/>
                  <a:gd name="T23" fmla="*/ 43617 h 122"/>
                  <a:gd name="T24" fmla="*/ 12680 w 57"/>
                  <a:gd name="T25" fmla="*/ 43617 h 122"/>
                  <a:gd name="T26" fmla="*/ 13438 w 57"/>
                  <a:gd name="T27" fmla="*/ 43617 h 122"/>
                  <a:gd name="T28" fmla="*/ 13438 w 57"/>
                  <a:gd name="T29" fmla="*/ 42103 h 122"/>
                  <a:gd name="T30" fmla="*/ 13438 w 57"/>
                  <a:gd name="T31" fmla="*/ 41856 h 122"/>
                  <a:gd name="T32" fmla="*/ 13634 w 57"/>
                  <a:gd name="T33" fmla="*/ 41438 h 122"/>
                  <a:gd name="T34" fmla="*/ 12474 w 57"/>
                  <a:gd name="T35" fmla="*/ 41438 h 122"/>
                  <a:gd name="T36" fmla="*/ 3358 w 57"/>
                  <a:gd name="T37" fmla="*/ 25334 h 1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7" h="122">
                    <a:moveTo>
                      <a:pt x="14" y="71"/>
                    </a:moveTo>
                    <a:cubicBezTo>
                      <a:pt x="6" y="44"/>
                      <a:pt x="10" y="21"/>
                      <a:pt x="14" y="13"/>
                    </a:cubicBezTo>
                    <a:cubicBezTo>
                      <a:pt x="16" y="9"/>
                      <a:pt x="20" y="6"/>
                      <a:pt x="21" y="6"/>
                    </a:cubicBezTo>
                    <a:cubicBezTo>
                      <a:pt x="21" y="5"/>
                      <a:pt x="22" y="5"/>
                      <a:pt x="22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4" y="1"/>
                      <a:pt x="11" y="5"/>
                      <a:pt x="8" y="10"/>
                    </a:cubicBezTo>
                    <a:cubicBezTo>
                      <a:pt x="3" y="21"/>
                      <a:pt x="0" y="45"/>
                      <a:pt x="8" y="73"/>
                    </a:cubicBezTo>
                    <a:cubicBezTo>
                      <a:pt x="11" y="84"/>
                      <a:pt x="23" y="120"/>
                      <a:pt x="50" y="122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51" y="122"/>
                      <a:pt x="52" y="122"/>
                      <a:pt x="53" y="122"/>
                    </a:cubicBezTo>
                    <a:cubicBezTo>
                      <a:pt x="54" y="122"/>
                      <a:pt x="55" y="122"/>
                      <a:pt x="56" y="122"/>
                    </a:cubicBezTo>
                    <a:cubicBezTo>
                      <a:pt x="56" y="118"/>
                      <a:pt x="56" y="118"/>
                      <a:pt x="56" y="118"/>
                    </a:cubicBezTo>
                    <a:cubicBezTo>
                      <a:pt x="56" y="118"/>
                      <a:pt x="56" y="117"/>
                      <a:pt x="56" y="117"/>
                    </a:cubicBezTo>
                    <a:cubicBezTo>
                      <a:pt x="57" y="116"/>
                      <a:pt x="57" y="116"/>
                      <a:pt x="57" y="116"/>
                    </a:cubicBezTo>
                    <a:cubicBezTo>
                      <a:pt x="52" y="116"/>
                      <a:pt x="52" y="116"/>
                      <a:pt x="52" y="116"/>
                    </a:cubicBezTo>
                    <a:cubicBezTo>
                      <a:pt x="28" y="116"/>
                      <a:pt x="17" y="82"/>
                      <a:pt x="14" y="71"/>
                    </a:cubicBezTo>
                    <a:close/>
                  </a:path>
                </a:pathLst>
              </a:custGeom>
              <a:solidFill>
                <a:srgbClr val="E5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8" name="Freeform 469">
                <a:extLst>
                  <a:ext uri="{FF2B5EF4-FFF2-40B4-BE49-F238E27FC236}">
                    <a16:creationId xmlns:a16="http://schemas.microsoft.com/office/drawing/2014/main" id="{4C199EE1-7C40-4E0B-AAB0-E480BED44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308"/>
                <a:ext cx="240" cy="667"/>
              </a:xfrm>
              <a:custGeom>
                <a:avLst/>
                <a:gdLst>
                  <a:gd name="T0" fmla="*/ 20520 w 96"/>
                  <a:gd name="T1" fmla="*/ 30957 h 250"/>
                  <a:gd name="T2" fmla="*/ 783 w 96"/>
                  <a:gd name="T3" fmla="*/ 0 h 250"/>
                  <a:gd name="T4" fmla="*/ 313 w 96"/>
                  <a:gd name="T5" fmla="*/ 0 h 250"/>
                  <a:gd name="T6" fmla="*/ 0 w 96"/>
                  <a:gd name="T7" fmla="*/ 2185 h 250"/>
                  <a:gd name="T8" fmla="*/ 0 w 96"/>
                  <a:gd name="T9" fmla="*/ 2185 h 250"/>
                  <a:gd name="T10" fmla="*/ 313 w 96"/>
                  <a:gd name="T11" fmla="*/ 2185 h 250"/>
                  <a:gd name="T12" fmla="*/ 783 w 96"/>
                  <a:gd name="T13" fmla="*/ 2185 h 250"/>
                  <a:gd name="T14" fmla="*/ 19063 w 96"/>
                  <a:gd name="T15" fmla="*/ 31776 h 250"/>
                  <a:gd name="T16" fmla="*/ 15438 w 96"/>
                  <a:gd name="T17" fmla="*/ 75032 h 250"/>
                  <a:gd name="T18" fmla="*/ 2738 w 96"/>
                  <a:gd name="T19" fmla="*/ 88423 h 250"/>
                  <a:gd name="T20" fmla="*/ 2270 w 96"/>
                  <a:gd name="T21" fmla="*/ 88423 h 250"/>
                  <a:gd name="T22" fmla="*/ 2938 w 96"/>
                  <a:gd name="T23" fmla="*/ 90189 h 250"/>
                  <a:gd name="T24" fmla="*/ 20520 w 96"/>
                  <a:gd name="T25" fmla="*/ 30957 h 2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6" h="250">
                    <a:moveTo>
                      <a:pt x="84" y="86"/>
                    </a:moveTo>
                    <a:cubicBezTo>
                      <a:pt x="71" y="34"/>
                      <a:pt x="38" y="2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6" y="8"/>
                      <a:pt x="67" y="41"/>
                      <a:pt x="78" y="88"/>
                    </a:cubicBezTo>
                    <a:cubicBezTo>
                      <a:pt x="86" y="123"/>
                      <a:pt x="85" y="174"/>
                      <a:pt x="63" y="208"/>
                    </a:cubicBezTo>
                    <a:cubicBezTo>
                      <a:pt x="51" y="228"/>
                      <a:pt x="33" y="240"/>
                      <a:pt x="11" y="245"/>
                    </a:cubicBezTo>
                    <a:cubicBezTo>
                      <a:pt x="10" y="245"/>
                      <a:pt x="9" y="245"/>
                      <a:pt x="9" y="245"/>
                    </a:cubicBezTo>
                    <a:cubicBezTo>
                      <a:pt x="12" y="250"/>
                      <a:pt x="12" y="250"/>
                      <a:pt x="12" y="250"/>
                    </a:cubicBezTo>
                    <a:cubicBezTo>
                      <a:pt x="88" y="234"/>
                      <a:pt x="96" y="140"/>
                      <a:pt x="84" y="86"/>
                    </a:cubicBezTo>
                    <a:close/>
                  </a:path>
                </a:pathLst>
              </a:custGeom>
              <a:solidFill>
                <a:srgbClr val="F2A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9" name="Freeform 470">
                <a:extLst>
                  <a:ext uri="{FF2B5EF4-FFF2-40B4-BE49-F238E27FC236}">
                    <a16:creationId xmlns:a16="http://schemas.microsoft.com/office/drawing/2014/main" id="{24758AFB-896C-4F7A-BD9C-119B63098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961"/>
                <a:ext cx="997" cy="120"/>
              </a:xfrm>
              <a:custGeom>
                <a:avLst/>
                <a:gdLst>
                  <a:gd name="T0" fmla="*/ 96447 w 399"/>
                  <a:gd name="T1" fmla="*/ 0 h 45"/>
                  <a:gd name="T2" fmla="*/ 39143 w 399"/>
                  <a:gd name="T3" fmla="*/ 10773 h 45"/>
                  <a:gd name="T4" fmla="*/ 18006 w 399"/>
                  <a:gd name="T5" fmla="*/ 12288 h 45"/>
                  <a:gd name="T6" fmla="*/ 655 w 399"/>
                  <a:gd name="T7" fmla="*/ 13347 h 45"/>
                  <a:gd name="T8" fmla="*/ 187 w 399"/>
                  <a:gd name="T9" fmla="*/ 13347 h 45"/>
                  <a:gd name="T10" fmla="*/ 0 w 399"/>
                  <a:gd name="T11" fmla="*/ 15531 h 45"/>
                  <a:gd name="T12" fmla="*/ 655 w 399"/>
                  <a:gd name="T13" fmla="*/ 15531 h 45"/>
                  <a:gd name="T14" fmla="*/ 18206 w 399"/>
                  <a:gd name="T15" fmla="*/ 14413 h 45"/>
                  <a:gd name="T16" fmla="*/ 39455 w 399"/>
                  <a:gd name="T17" fmla="*/ 12949 h 45"/>
                  <a:gd name="T18" fmla="*/ 97104 w 399"/>
                  <a:gd name="T19" fmla="*/ 2184 h 45"/>
                  <a:gd name="T20" fmla="*/ 97104 w 399"/>
                  <a:gd name="T21" fmla="*/ 1763 h 45"/>
                  <a:gd name="T22" fmla="*/ 96447 w 399"/>
                  <a:gd name="T23" fmla="*/ 0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9" h="45">
                    <a:moveTo>
                      <a:pt x="396" y="0"/>
                    </a:moveTo>
                    <a:cubicBezTo>
                      <a:pt x="334" y="27"/>
                      <a:pt x="238" y="29"/>
                      <a:pt x="161" y="30"/>
                    </a:cubicBezTo>
                    <a:cubicBezTo>
                      <a:pt x="126" y="31"/>
                      <a:pt x="96" y="31"/>
                      <a:pt x="74" y="34"/>
                    </a:cubicBezTo>
                    <a:cubicBezTo>
                      <a:pt x="44" y="38"/>
                      <a:pt x="21" y="39"/>
                      <a:pt x="3" y="37"/>
                    </a:cubicBezTo>
                    <a:cubicBezTo>
                      <a:pt x="3" y="37"/>
                      <a:pt x="1" y="37"/>
                      <a:pt x="1" y="37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1" y="43"/>
                      <a:pt x="3" y="43"/>
                    </a:cubicBezTo>
                    <a:cubicBezTo>
                      <a:pt x="23" y="45"/>
                      <a:pt x="46" y="44"/>
                      <a:pt x="75" y="40"/>
                    </a:cubicBezTo>
                    <a:cubicBezTo>
                      <a:pt x="96" y="37"/>
                      <a:pt x="127" y="37"/>
                      <a:pt x="162" y="36"/>
                    </a:cubicBezTo>
                    <a:cubicBezTo>
                      <a:pt x="239" y="35"/>
                      <a:pt x="336" y="33"/>
                      <a:pt x="399" y="6"/>
                    </a:cubicBezTo>
                    <a:cubicBezTo>
                      <a:pt x="399" y="6"/>
                      <a:pt x="399" y="5"/>
                      <a:pt x="399" y="5"/>
                    </a:cubicBezTo>
                    <a:lnTo>
                      <a:pt x="396" y="0"/>
                    </a:lnTo>
                    <a:close/>
                  </a:path>
                </a:pathLst>
              </a:custGeom>
              <a:solidFill>
                <a:srgbClr val="F7C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0" name="Freeform 471">
                <a:extLst>
                  <a:ext uri="{FF2B5EF4-FFF2-40B4-BE49-F238E27FC236}">
                    <a16:creationId xmlns:a16="http://schemas.microsoft.com/office/drawing/2014/main" id="{DF33AAFD-EC39-46EF-BE84-1182AF7BC5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3" y="1356"/>
                <a:ext cx="1265" cy="699"/>
              </a:xfrm>
              <a:custGeom>
                <a:avLst/>
                <a:gdLst>
                  <a:gd name="T0" fmla="*/ 122395 w 506"/>
                  <a:gd name="T1" fmla="*/ 25540 h 262"/>
                  <a:gd name="T2" fmla="*/ 115550 w 506"/>
                  <a:gd name="T3" fmla="*/ 6078 h 262"/>
                  <a:gd name="T4" fmla="*/ 105783 w 506"/>
                  <a:gd name="T5" fmla="*/ 0 h 262"/>
                  <a:gd name="T6" fmla="*/ 87895 w 506"/>
                  <a:gd name="T7" fmla="*/ 3644 h 262"/>
                  <a:gd name="T8" fmla="*/ 52738 w 506"/>
                  <a:gd name="T9" fmla="*/ 26335 h 262"/>
                  <a:gd name="T10" fmla="*/ 44925 w 506"/>
                  <a:gd name="T11" fmla="*/ 32415 h 262"/>
                  <a:gd name="T12" fmla="*/ 28333 w 506"/>
                  <a:gd name="T13" fmla="*/ 44322 h 262"/>
                  <a:gd name="T14" fmla="*/ 13488 w 506"/>
                  <a:gd name="T15" fmla="*/ 52999 h 262"/>
                  <a:gd name="T16" fmla="*/ 1958 w 506"/>
                  <a:gd name="T17" fmla="*/ 75030 h 262"/>
                  <a:gd name="T18" fmla="*/ 3720 w 506"/>
                  <a:gd name="T19" fmla="*/ 83651 h 262"/>
                  <a:gd name="T20" fmla="*/ 8800 w 506"/>
                  <a:gd name="T21" fmla="*/ 91644 h 262"/>
                  <a:gd name="T22" fmla="*/ 28833 w 506"/>
                  <a:gd name="T23" fmla="*/ 91913 h 262"/>
                  <a:gd name="T24" fmla="*/ 50313 w 506"/>
                  <a:gd name="T25" fmla="*/ 90582 h 262"/>
                  <a:gd name="T26" fmla="*/ 102863 w 506"/>
                  <a:gd name="T27" fmla="*/ 82170 h 262"/>
                  <a:gd name="T28" fmla="*/ 103050 w 506"/>
                  <a:gd name="T29" fmla="*/ 82170 h 262"/>
                  <a:gd name="T30" fmla="*/ 117970 w 506"/>
                  <a:gd name="T31" fmla="*/ 67435 h 262"/>
                  <a:gd name="T32" fmla="*/ 123563 w 506"/>
                  <a:gd name="T33" fmla="*/ 40430 h 262"/>
                  <a:gd name="T34" fmla="*/ 122395 w 506"/>
                  <a:gd name="T35" fmla="*/ 25540 h 262"/>
                  <a:gd name="T36" fmla="*/ 116720 w 506"/>
                  <a:gd name="T37" fmla="*/ 65967 h 262"/>
                  <a:gd name="T38" fmla="*/ 102345 w 506"/>
                  <a:gd name="T39" fmla="*/ 80404 h 262"/>
                  <a:gd name="T40" fmla="*/ 50313 w 506"/>
                  <a:gd name="T41" fmla="*/ 88418 h 262"/>
                  <a:gd name="T42" fmla="*/ 28645 w 506"/>
                  <a:gd name="T43" fmla="*/ 89784 h 262"/>
                  <a:gd name="T44" fmla="*/ 9300 w 506"/>
                  <a:gd name="T45" fmla="*/ 89480 h 262"/>
                  <a:gd name="T46" fmla="*/ 4895 w 506"/>
                  <a:gd name="T47" fmla="*/ 82989 h 262"/>
                  <a:gd name="T48" fmla="*/ 3250 w 506"/>
                  <a:gd name="T49" fmla="*/ 74630 h 262"/>
                  <a:gd name="T50" fmla="*/ 13988 w 506"/>
                  <a:gd name="T51" fmla="*/ 55165 h 262"/>
                  <a:gd name="T52" fmla="*/ 28833 w 506"/>
                  <a:gd name="T53" fmla="*/ 46508 h 262"/>
                  <a:gd name="T54" fmla="*/ 53520 w 506"/>
                  <a:gd name="T55" fmla="*/ 28123 h 262"/>
                  <a:gd name="T56" fmla="*/ 88208 w 506"/>
                  <a:gd name="T57" fmla="*/ 5411 h 262"/>
                  <a:gd name="T58" fmla="*/ 105783 w 506"/>
                  <a:gd name="T59" fmla="*/ 2185 h 262"/>
                  <a:gd name="T60" fmla="*/ 114583 w 506"/>
                  <a:gd name="T61" fmla="*/ 7558 h 262"/>
                  <a:gd name="T62" fmla="*/ 120908 w 506"/>
                  <a:gd name="T63" fmla="*/ 25938 h 262"/>
                  <a:gd name="T64" fmla="*/ 122083 w 506"/>
                  <a:gd name="T65" fmla="*/ 40430 h 262"/>
                  <a:gd name="T66" fmla="*/ 116720 w 506"/>
                  <a:gd name="T67" fmla="*/ 65967 h 26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06" h="262">
                    <a:moveTo>
                      <a:pt x="501" y="71"/>
                    </a:moveTo>
                    <a:cubicBezTo>
                      <a:pt x="496" y="50"/>
                      <a:pt x="487" y="32"/>
                      <a:pt x="473" y="17"/>
                    </a:cubicBezTo>
                    <a:cubicBezTo>
                      <a:pt x="465" y="10"/>
                      <a:pt x="455" y="2"/>
                      <a:pt x="433" y="0"/>
                    </a:cubicBezTo>
                    <a:cubicBezTo>
                      <a:pt x="409" y="0"/>
                      <a:pt x="385" y="3"/>
                      <a:pt x="360" y="10"/>
                    </a:cubicBezTo>
                    <a:cubicBezTo>
                      <a:pt x="318" y="21"/>
                      <a:pt x="266" y="47"/>
                      <a:pt x="216" y="73"/>
                    </a:cubicBezTo>
                    <a:cubicBezTo>
                      <a:pt x="184" y="90"/>
                      <a:pt x="184" y="90"/>
                      <a:pt x="184" y="90"/>
                    </a:cubicBezTo>
                    <a:cubicBezTo>
                      <a:pt x="160" y="103"/>
                      <a:pt x="137" y="116"/>
                      <a:pt x="116" y="123"/>
                    </a:cubicBezTo>
                    <a:cubicBezTo>
                      <a:pt x="98" y="130"/>
                      <a:pt x="73" y="140"/>
                      <a:pt x="55" y="147"/>
                    </a:cubicBezTo>
                    <a:cubicBezTo>
                      <a:pt x="31" y="157"/>
                      <a:pt x="0" y="173"/>
                      <a:pt x="8" y="208"/>
                    </a:cubicBezTo>
                    <a:cubicBezTo>
                      <a:pt x="9" y="217"/>
                      <a:pt x="12" y="225"/>
                      <a:pt x="15" y="232"/>
                    </a:cubicBezTo>
                    <a:cubicBezTo>
                      <a:pt x="15" y="234"/>
                      <a:pt x="21" y="248"/>
                      <a:pt x="36" y="254"/>
                    </a:cubicBezTo>
                    <a:cubicBezTo>
                      <a:pt x="59" y="262"/>
                      <a:pt x="101" y="258"/>
                      <a:pt x="118" y="255"/>
                    </a:cubicBezTo>
                    <a:cubicBezTo>
                      <a:pt x="141" y="252"/>
                      <a:pt x="171" y="252"/>
                      <a:pt x="206" y="251"/>
                    </a:cubicBezTo>
                    <a:cubicBezTo>
                      <a:pt x="275" y="250"/>
                      <a:pt x="360" y="248"/>
                      <a:pt x="421" y="228"/>
                    </a:cubicBezTo>
                    <a:cubicBezTo>
                      <a:pt x="422" y="228"/>
                      <a:pt x="422" y="228"/>
                      <a:pt x="422" y="228"/>
                    </a:cubicBezTo>
                    <a:cubicBezTo>
                      <a:pt x="450" y="219"/>
                      <a:pt x="471" y="205"/>
                      <a:pt x="483" y="187"/>
                    </a:cubicBezTo>
                    <a:cubicBezTo>
                      <a:pt x="497" y="166"/>
                      <a:pt x="506" y="138"/>
                      <a:pt x="506" y="112"/>
                    </a:cubicBezTo>
                    <a:cubicBezTo>
                      <a:pt x="506" y="98"/>
                      <a:pt x="504" y="84"/>
                      <a:pt x="501" y="71"/>
                    </a:cubicBezTo>
                    <a:close/>
                    <a:moveTo>
                      <a:pt x="478" y="183"/>
                    </a:moveTo>
                    <a:cubicBezTo>
                      <a:pt x="459" y="211"/>
                      <a:pt x="425" y="221"/>
                      <a:pt x="419" y="223"/>
                    </a:cubicBezTo>
                    <a:cubicBezTo>
                      <a:pt x="359" y="242"/>
                      <a:pt x="275" y="244"/>
                      <a:pt x="206" y="245"/>
                    </a:cubicBezTo>
                    <a:cubicBezTo>
                      <a:pt x="171" y="246"/>
                      <a:pt x="140" y="246"/>
                      <a:pt x="117" y="249"/>
                    </a:cubicBezTo>
                    <a:cubicBezTo>
                      <a:pt x="94" y="252"/>
                      <a:pt x="57" y="255"/>
                      <a:pt x="38" y="248"/>
                    </a:cubicBezTo>
                    <a:cubicBezTo>
                      <a:pt x="27" y="244"/>
                      <a:pt x="22" y="234"/>
                      <a:pt x="20" y="230"/>
                    </a:cubicBezTo>
                    <a:cubicBezTo>
                      <a:pt x="17" y="223"/>
                      <a:pt x="15" y="215"/>
                      <a:pt x="13" y="207"/>
                    </a:cubicBezTo>
                    <a:cubicBezTo>
                      <a:pt x="8" y="181"/>
                      <a:pt x="26" y="165"/>
                      <a:pt x="57" y="153"/>
                    </a:cubicBezTo>
                    <a:cubicBezTo>
                      <a:pt x="74" y="146"/>
                      <a:pt x="98" y="136"/>
                      <a:pt x="118" y="129"/>
                    </a:cubicBezTo>
                    <a:cubicBezTo>
                      <a:pt x="148" y="118"/>
                      <a:pt x="181" y="98"/>
                      <a:pt x="219" y="78"/>
                    </a:cubicBezTo>
                    <a:cubicBezTo>
                      <a:pt x="269" y="52"/>
                      <a:pt x="320" y="26"/>
                      <a:pt x="361" y="15"/>
                    </a:cubicBezTo>
                    <a:cubicBezTo>
                      <a:pt x="386" y="9"/>
                      <a:pt x="409" y="6"/>
                      <a:pt x="433" y="6"/>
                    </a:cubicBezTo>
                    <a:cubicBezTo>
                      <a:pt x="452" y="8"/>
                      <a:pt x="461" y="14"/>
                      <a:pt x="469" y="21"/>
                    </a:cubicBezTo>
                    <a:cubicBezTo>
                      <a:pt x="481" y="34"/>
                      <a:pt x="490" y="51"/>
                      <a:pt x="495" y="72"/>
                    </a:cubicBezTo>
                    <a:cubicBezTo>
                      <a:pt x="498" y="84"/>
                      <a:pt x="500" y="98"/>
                      <a:pt x="500" y="112"/>
                    </a:cubicBezTo>
                    <a:cubicBezTo>
                      <a:pt x="500" y="137"/>
                      <a:pt x="491" y="164"/>
                      <a:pt x="478" y="183"/>
                    </a:cubicBezTo>
                    <a:close/>
                  </a:path>
                </a:pathLst>
              </a:custGeom>
              <a:solidFill>
                <a:srgbClr val="A7C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1" name="Freeform 472">
                <a:extLst>
                  <a:ext uri="{FF2B5EF4-FFF2-40B4-BE49-F238E27FC236}">
                    <a16:creationId xmlns:a16="http://schemas.microsoft.com/office/drawing/2014/main" id="{AE58942E-9120-4A3F-A289-3F0A5F72F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372"/>
                <a:ext cx="1230" cy="664"/>
              </a:xfrm>
              <a:custGeom>
                <a:avLst/>
                <a:gdLst>
                  <a:gd name="T0" fmla="*/ 12033 w 492"/>
                  <a:gd name="T1" fmla="*/ 52851 h 249"/>
                  <a:gd name="T2" fmla="*/ 26875 w 492"/>
                  <a:gd name="T3" fmla="*/ 44237 h 249"/>
                  <a:gd name="T4" fmla="*/ 51563 w 492"/>
                  <a:gd name="T5" fmla="*/ 25885 h 249"/>
                  <a:gd name="T6" fmla="*/ 86250 w 492"/>
                  <a:gd name="T7" fmla="*/ 3243 h 249"/>
                  <a:gd name="T8" fmla="*/ 103833 w 492"/>
                  <a:gd name="T9" fmla="*/ 0 h 249"/>
                  <a:gd name="T10" fmla="*/ 112625 w 492"/>
                  <a:gd name="T11" fmla="*/ 5405 h 249"/>
                  <a:gd name="T12" fmla="*/ 118958 w 492"/>
                  <a:gd name="T13" fmla="*/ 23723 h 249"/>
                  <a:gd name="T14" fmla="*/ 120125 w 492"/>
                  <a:gd name="T15" fmla="*/ 38173 h 249"/>
                  <a:gd name="T16" fmla="*/ 114770 w 492"/>
                  <a:gd name="T17" fmla="*/ 63659 h 249"/>
                  <a:gd name="T18" fmla="*/ 100395 w 492"/>
                  <a:gd name="T19" fmla="*/ 78072 h 249"/>
                  <a:gd name="T20" fmla="*/ 48363 w 492"/>
                  <a:gd name="T21" fmla="*/ 85923 h 249"/>
                  <a:gd name="T22" fmla="*/ 26688 w 492"/>
                  <a:gd name="T23" fmla="*/ 87381 h 249"/>
                  <a:gd name="T24" fmla="*/ 7345 w 492"/>
                  <a:gd name="T25" fmla="*/ 86984 h 249"/>
                  <a:gd name="T26" fmla="*/ 2938 w 492"/>
                  <a:gd name="T27" fmla="*/ 80499 h 249"/>
                  <a:gd name="T28" fmla="*/ 1300 w 492"/>
                  <a:gd name="T29" fmla="*/ 72269 h 249"/>
                  <a:gd name="T30" fmla="*/ 12033 w 492"/>
                  <a:gd name="T31" fmla="*/ 52851 h 2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92" h="249">
                    <a:moveTo>
                      <a:pt x="49" y="147"/>
                    </a:moveTo>
                    <a:cubicBezTo>
                      <a:pt x="66" y="140"/>
                      <a:pt x="90" y="130"/>
                      <a:pt x="110" y="123"/>
                    </a:cubicBezTo>
                    <a:cubicBezTo>
                      <a:pt x="140" y="112"/>
                      <a:pt x="173" y="92"/>
                      <a:pt x="211" y="72"/>
                    </a:cubicBezTo>
                    <a:cubicBezTo>
                      <a:pt x="261" y="46"/>
                      <a:pt x="312" y="20"/>
                      <a:pt x="353" y="9"/>
                    </a:cubicBezTo>
                    <a:cubicBezTo>
                      <a:pt x="378" y="3"/>
                      <a:pt x="401" y="0"/>
                      <a:pt x="425" y="0"/>
                    </a:cubicBezTo>
                    <a:cubicBezTo>
                      <a:pt x="444" y="2"/>
                      <a:pt x="453" y="8"/>
                      <a:pt x="461" y="15"/>
                    </a:cubicBezTo>
                    <a:cubicBezTo>
                      <a:pt x="473" y="28"/>
                      <a:pt x="482" y="45"/>
                      <a:pt x="487" y="66"/>
                    </a:cubicBezTo>
                    <a:cubicBezTo>
                      <a:pt x="490" y="78"/>
                      <a:pt x="492" y="92"/>
                      <a:pt x="492" y="106"/>
                    </a:cubicBezTo>
                    <a:cubicBezTo>
                      <a:pt x="492" y="131"/>
                      <a:pt x="483" y="158"/>
                      <a:pt x="470" y="177"/>
                    </a:cubicBezTo>
                    <a:cubicBezTo>
                      <a:pt x="451" y="205"/>
                      <a:pt x="417" y="215"/>
                      <a:pt x="411" y="217"/>
                    </a:cubicBezTo>
                    <a:cubicBezTo>
                      <a:pt x="351" y="236"/>
                      <a:pt x="267" y="238"/>
                      <a:pt x="198" y="239"/>
                    </a:cubicBezTo>
                    <a:cubicBezTo>
                      <a:pt x="163" y="240"/>
                      <a:pt x="132" y="240"/>
                      <a:pt x="109" y="243"/>
                    </a:cubicBezTo>
                    <a:cubicBezTo>
                      <a:pt x="86" y="246"/>
                      <a:pt x="49" y="249"/>
                      <a:pt x="30" y="242"/>
                    </a:cubicBezTo>
                    <a:cubicBezTo>
                      <a:pt x="19" y="238"/>
                      <a:pt x="14" y="228"/>
                      <a:pt x="12" y="224"/>
                    </a:cubicBezTo>
                    <a:cubicBezTo>
                      <a:pt x="9" y="217"/>
                      <a:pt x="7" y="209"/>
                      <a:pt x="5" y="201"/>
                    </a:cubicBezTo>
                    <a:cubicBezTo>
                      <a:pt x="0" y="175"/>
                      <a:pt x="18" y="159"/>
                      <a:pt x="49" y="147"/>
                    </a:cubicBezTo>
                    <a:close/>
                  </a:path>
                </a:pathLst>
              </a:custGeom>
              <a:solidFill>
                <a:srgbClr val="EEF3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2" name="Freeform 473">
                <a:extLst>
                  <a:ext uri="{FF2B5EF4-FFF2-40B4-BE49-F238E27FC236}">
                    <a16:creationId xmlns:a16="http://schemas.microsoft.com/office/drawing/2014/main" id="{2EBD49FE-6A55-40B7-9123-B1771A664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372"/>
                <a:ext cx="1205" cy="637"/>
              </a:xfrm>
              <a:custGeom>
                <a:avLst/>
                <a:gdLst>
                  <a:gd name="T0" fmla="*/ 5395 w 482"/>
                  <a:gd name="T1" fmla="*/ 82056 h 239"/>
                  <a:gd name="T2" fmla="*/ 16145 w 482"/>
                  <a:gd name="T3" fmla="*/ 63087 h 239"/>
                  <a:gd name="T4" fmla="*/ 31063 w 482"/>
                  <a:gd name="T5" fmla="*/ 54449 h 239"/>
                  <a:gd name="T6" fmla="*/ 55470 w 482"/>
                  <a:gd name="T7" fmla="*/ 36178 h 239"/>
                  <a:gd name="T8" fmla="*/ 90363 w 482"/>
                  <a:gd name="T9" fmla="*/ 13574 h 239"/>
                  <a:gd name="T10" fmla="*/ 107738 w 482"/>
                  <a:gd name="T11" fmla="*/ 10336 h 239"/>
                  <a:gd name="T12" fmla="*/ 116533 w 482"/>
                  <a:gd name="T13" fmla="*/ 15757 h 239"/>
                  <a:gd name="T14" fmla="*/ 117708 w 482"/>
                  <a:gd name="T15" fmla="*/ 17609 h 239"/>
                  <a:gd name="T16" fmla="*/ 112625 w 482"/>
                  <a:gd name="T17" fmla="*/ 5400 h 239"/>
                  <a:gd name="T18" fmla="*/ 103833 w 482"/>
                  <a:gd name="T19" fmla="*/ 0 h 239"/>
                  <a:gd name="T20" fmla="*/ 86250 w 482"/>
                  <a:gd name="T21" fmla="*/ 3238 h 239"/>
                  <a:gd name="T22" fmla="*/ 51563 w 482"/>
                  <a:gd name="T23" fmla="*/ 25842 h 239"/>
                  <a:gd name="T24" fmla="*/ 26875 w 482"/>
                  <a:gd name="T25" fmla="*/ 44092 h 239"/>
                  <a:gd name="T26" fmla="*/ 12033 w 482"/>
                  <a:gd name="T27" fmla="*/ 52730 h 239"/>
                  <a:gd name="T28" fmla="*/ 1300 w 482"/>
                  <a:gd name="T29" fmla="*/ 72117 h 239"/>
                  <a:gd name="T30" fmla="*/ 2938 w 482"/>
                  <a:gd name="T31" fmla="*/ 80278 h 239"/>
                  <a:gd name="T32" fmla="*/ 5863 w 482"/>
                  <a:gd name="T33" fmla="*/ 85691 h 239"/>
                  <a:gd name="T34" fmla="*/ 5395 w 482"/>
                  <a:gd name="T35" fmla="*/ 82056 h 23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82" h="239">
                    <a:moveTo>
                      <a:pt x="22" y="229"/>
                    </a:moveTo>
                    <a:cubicBezTo>
                      <a:pt x="17" y="204"/>
                      <a:pt x="34" y="188"/>
                      <a:pt x="66" y="176"/>
                    </a:cubicBezTo>
                    <a:cubicBezTo>
                      <a:pt x="82" y="169"/>
                      <a:pt x="107" y="159"/>
                      <a:pt x="127" y="152"/>
                    </a:cubicBezTo>
                    <a:cubicBezTo>
                      <a:pt x="157" y="141"/>
                      <a:pt x="189" y="121"/>
                      <a:pt x="227" y="101"/>
                    </a:cubicBezTo>
                    <a:cubicBezTo>
                      <a:pt x="278" y="74"/>
                      <a:pt x="329" y="49"/>
                      <a:pt x="370" y="38"/>
                    </a:cubicBezTo>
                    <a:cubicBezTo>
                      <a:pt x="394" y="32"/>
                      <a:pt x="418" y="28"/>
                      <a:pt x="441" y="29"/>
                    </a:cubicBezTo>
                    <a:cubicBezTo>
                      <a:pt x="460" y="31"/>
                      <a:pt x="469" y="37"/>
                      <a:pt x="477" y="44"/>
                    </a:cubicBezTo>
                    <a:cubicBezTo>
                      <a:pt x="479" y="46"/>
                      <a:pt x="480" y="47"/>
                      <a:pt x="482" y="49"/>
                    </a:cubicBezTo>
                    <a:cubicBezTo>
                      <a:pt x="477" y="36"/>
                      <a:pt x="469" y="25"/>
                      <a:pt x="461" y="15"/>
                    </a:cubicBezTo>
                    <a:cubicBezTo>
                      <a:pt x="453" y="8"/>
                      <a:pt x="444" y="2"/>
                      <a:pt x="425" y="0"/>
                    </a:cubicBezTo>
                    <a:cubicBezTo>
                      <a:pt x="401" y="0"/>
                      <a:pt x="378" y="3"/>
                      <a:pt x="353" y="9"/>
                    </a:cubicBezTo>
                    <a:cubicBezTo>
                      <a:pt x="312" y="20"/>
                      <a:pt x="261" y="46"/>
                      <a:pt x="211" y="72"/>
                    </a:cubicBezTo>
                    <a:cubicBezTo>
                      <a:pt x="173" y="92"/>
                      <a:pt x="140" y="112"/>
                      <a:pt x="110" y="123"/>
                    </a:cubicBezTo>
                    <a:cubicBezTo>
                      <a:pt x="90" y="130"/>
                      <a:pt x="66" y="140"/>
                      <a:pt x="49" y="147"/>
                    </a:cubicBezTo>
                    <a:cubicBezTo>
                      <a:pt x="18" y="159"/>
                      <a:pt x="0" y="175"/>
                      <a:pt x="5" y="201"/>
                    </a:cubicBezTo>
                    <a:cubicBezTo>
                      <a:pt x="7" y="209"/>
                      <a:pt x="9" y="217"/>
                      <a:pt x="12" y="224"/>
                    </a:cubicBezTo>
                    <a:cubicBezTo>
                      <a:pt x="13" y="227"/>
                      <a:pt x="17" y="234"/>
                      <a:pt x="24" y="239"/>
                    </a:cubicBezTo>
                    <a:cubicBezTo>
                      <a:pt x="24" y="236"/>
                      <a:pt x="23" y="233"/>
                      <a:pt x="22" y="229"/>
                    </a:cubicBezTo>
                    <a:close/>
                  </a:path>
                </a:pathLst>
              </a:custGeom>
              <a:solidFill>
                <a:srgbClr val="E0EA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3" name="Freeform 474">
                <a:extLst>
                  <a:ext uri="{FF2B5EF4-FFF2-40B4-BE49-F238E27FC236}">
                    <a16:creationId xmlns:a16="http://schemas.microsoft.com/office/drawing/2014/main" id="{19E8FD9E-13F9-4D64-9365-287BBC3A7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1697"/>
                <a:ext cx="115" cy="246"/>
              </a:xfrm>
              <a:custGeom>
                <a:avLst/>
                <a:gdLst>
                  <a:gd name="T0" fmla="*/ 11250 w 46"/>
                  <a:gd name="T1" fmla="*/ 5471 h 92"/>
                  <a:gd name="T2" fmla="*/ 7625 w 46"/>
                  <a:gd name="T3" fmla="*/ 0 h 92"/>
                  <a:gd name="T4" fmla="*/ 3250 w 46"/>
                  <a:gd name="T5" fmla="*/ 33624 h 92"/>
                  <a:gd name="T6" fmla="*/ 6175 w 46"/>
                  <a:gd name="T7" fmla="*/ 8487 h 92"/>
                  <a:gd name="T8" fmla="*/ 11250 w 46"/>
                  <a:gd name="T9" fmla="*/ 5471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92">
                    <a:moveTo>
                      <a:pt x="46" y="15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0" y="22"/>
                      <a:pt x="13" y="92"/>
                    </a:cubicBezTo>
                    <a:cubicBezTo>
                      <a:pt x="12" y="71"/>
                      <a:pt x="15" y="39"/>
                      <a:pt x="25" y="23"/>
                    </a:cubicBezTo>
                    <a:cubicBezTo>
                      <a:pt x="33" y="11"/>
                      <a:pt x="41" y="11"/>
                      <a:pt x="46" y="15"/>
                    </a:cubicBezTo>
                    <a:close/>
                  </a:path>
                </a:pathLst>
              </a:custGeom>
              <a:solidFill>
                <a:srgbClr val="96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4" name="Freeform 475">
                <a:extLst>
                  <a:ext uri="{FF2B5EF4-FFF2-40B4-BE49-F238E27FC236}">
                    <a16:creationId xmlns:a16="http://schemas.microsoft.com/office/drawing/2014/main" id="{0C9141F5-D7A8-436C-B64A-6E727F011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039"/>
                <a:ext cx="162" cy="125"/>
              </a:xfrm>
              <a:custGeom>
                <a:avLst/>
                <a:gdLst>
                  <a:gd name="T0" fmla="*/ 0 w 65"/>
                  <a:gd name="T1" fmla="*/ 0 h 47"/>
                  <a:gd name="T2" fmla="*/ 15081 w 65"/>
                  <a:gd name="T3" fmla="*/ 16609 h 47"/>
                  <a:gd name="T4" fmla="*/ 15592 w 65"/>
                  <a:gd name="T5" fmla="*/ 6394 h 47"/>
                  <a:gd name="T6" fmla="*/ 0 w 65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47">
                    <a:moveTo>
                      <a:pt x="0" y="0"/>
                    </a:moveTo>
                    <a:cubicBezTo>
                      <a:pt x="6" y="18"/>
                      <a:pt x="31" y="46"/>
                      <a:pt x="63" y="47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1" y="30"/>
                      <a:pt x="21" y="37"/>
                      <a:pt x="0" y="0"/>
                    </a:cubicBezTo>
                    <a:close/>
                  </a:path>
                </a:pathLst>
              </a:custGeom>
              <a:solidFill>
                <a:srgbClr val="96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5" name="Freeform 476">
                <a:extLst>
                  <a:ext uri="{FF2B5EF4-FFF2-40B4-BE49-F238E27FC236}">
                    <a16:creationId xmlns:a16="http://schemas.microsoft.com/office/drawing/2014/main" id="{D56C8900-1CAE-4DB2-8E11-F4F6E7EBE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857"/>
                <a:ext cx="80" cy="147"/>
              </a:xfrm>
              <a:custGeom>
                <a:avLst/>
                <a:gdLst>
                  <a:gd name="T0" fmla="*/ 7813 w 32"/>
                  <a:gd name="T1" fmla="*/ 0 h 55"/>
                  <a:gd name="T2" fmla="*/ 6375 w 32"/>
                  <a:gd name="T3" fmla="*/ 8323 h 55"/>
                  <a:gd name="T4" fmla="*/ 5863 w 32"/>
                  <a:gd name="T5" fmla="*/ 17450 h 55"/>
                  <a:gd name="T6" fmla="*/ 1300 w 32"/>
                  <a:gd name="T7" fmla="*/ 17202 h 55"/>
                  <a:gd name="T8" fmla="*/ 3438 w 32"/>
                  <a:gd name="T9" fmla="*/ 1486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5">
                    <a:moveTo>
                      <a:pt x="32" y="0"/>
                    </a:moveTo>
                    <a:cubicBezTo>
                      <a:pt x="27" y="7"/>
                      <a:pt x="26" y="15"/>
                      <a:pt x="26" y="23"/>
                    </a:cubicBezTo>
                    <a:cubicBezTo>
                      <a:pt x="25" y="29"/>
                      <a:pt x="28" y="43"/>
                      <a:pt x="24" y="48"/>
                    </a:cubicBezTo>
                    <a:cubicBezTo>
                      <a:pt x="19" y="55"/>
                      <a:pt x="8" y="55"/>
                      <a:pt x="5" y="47"/>
                    </a:cubicBezTo>
                    <a:cubicBezTo>
                      <a:pt x="0" y="35"/>
                      <a:pt x="9" y="15"/>
                      <a:pt x="14" y="4"/>
                    </a:cubicBezTo>
                  </a:path>
                </a:pathLst>
              </a:custGeom>
              <a:solidFill>
                <a:srgbClr val="E0EA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6" name="Freeform 477">
                <a:extLst>
                  <a:ext uri="{FF2B5EF4-FFF2-40B4-BE49-F238E27FC236}">
                    <a16:creationId xmlns:a16="http://schemas.microsoft.com/office/drawing/2014/main" id="{8ED81590-7C7D-4207-BA95-D0B910EF4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732"/>
                <a:ext cx="73" cy="275"/>
              </a:xfrm>
              <a:custGeom>
                <a:avLst/>
                <a:gdLst>
                  <a:gd name="T0" fmla="*/ 7383 w 29"/>
                  <a:gd name="T1" fmla="*/ 37304 h 103"/>
                  <a:gd name="T2" fmla="*/ 6857 w 29"/>
                  <a:gd name="T3" fmla="*/ 0 h 103"/>
                  <a:gd name="T4" fmla="*/ 7383 w 29"/>
                  <a:gd name="T5" fmla="*/ 37304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03">
                    <a:moveTo>
                      <a:pt x="29" y="103"/>
                    </a:moveTo>
                    <a:cubicBezTo>
                      <a:pt x="18" y="76"/>
                      <a:pt x="11" y="36"/>
                      <a:pt x="27" y="0"/>
                    </a:cubicBezTo>
                    <a:cubicBezTo>
                      <a:pt x="17" y="18"/>
                      <a:pt x="0" y="56"/>
                      <a:pt x="29" y="103"/>
                    </a:cubicBezTo>
                    <a:close/>
                  </a:path>
                </a:pathLst>
              </a:custGeom>
              <a:solidFill>
                <a:srgbClr val="FBF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7" name="Line 478">
                <a:extLst>
                  <a:ext uri="{FF2B5EF4-FFF2-40B4-BE49-F238E27FC236}">
                    <a16:creationId xmlns:a16="http://schemas.microsoft.com/office/drawing/2014/main" id="{BE11074B-F41E-4BFB-8E37-E260389774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26" y="2071"/>
                <a:ext cx="7" cy="98"/>
              </a:xfrm>
              <a:prstGeom prst="line">
                <a:avLst/>
              </a:prstGeom>
              <a:noFill/>
              <a:ln w="158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8" name="Line 479">
                <a:extLst>
                  <a:ext uri="{FF2B5EF4-FFF2-40B4-BE49-F238E27FC236}">
                    <a16:creationId xmlns:a16="http://schemas.microsoft.com/office/drawing/2014/main" id="{8FD3B5B2-A0D5-4852-9C32-4801D6CB59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73" y="1684"/>
                <a:ext cx="70" cy="72"/>
              </a:xfrm>
              <a:prstGeom prst="line">
                <a:avLst/>
              </a:prstGeom>
              <a:noFill/>
              <a:ln w="158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9" name="Line 480">
                <a:extLst>
                  <a:ext uri="{FF2B5EF4-FFF2-40B4-BE49-F238E27FC236}">
                    <a16:creationId xmlns:a16="http://schemas.microsoft.com/office/drawing/2014/main" id="{2F9E8446-36EC-4F61-BAB3-BAAB5E2FBD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8" y="1964"/>
                <a:ext cx="50" cy="91"/>
              </a:xfrm>
              <a:prstGeom prst="line">
                <a:avLst/>
              </a:prstGeom>
              <a:noFill/>
              <a:ln w="158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0" name="Line 481">
                <a:extLst>
                  <a:ext uri="{FF2B5EF4-FFF2-40B4-BE49-F238E27FC236}">
                    <a16:creationId xmlns:a16="http://schemas.microsoft.com/office/drawing/2014/main" id="{B1E72D4A-7C5C-4CB4-9D7A-A5A3A1F9CF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03" y="1223"/>
                <a:ext cx="15" cy="96"/>
              </a:xfrm>
              <a:prstGeom prst="line">
                <a:avLst/>
              </a:prstGeom>
              <a:noFill/>
              <a:ln w="158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1" name="Freeform 482">
                <a:extLst>
                  <a:ext uri="{FF2B5EF4-FFF2-40B4-BE49-F238E27FC236}">
                    <a16:creationId xmlns:a16="http://schemas.microsoft.com/office/drawing/2014/main" id="{47BBEE04-F291-4982-835A-52871E207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305"/>
                <a:ext cx="1068" cy="459"/>
              </a:xfrm>
              <a:custGeom>
                <a:avLst/>
                <a:gdLst>
                  <a:gd name="T0" fmla="*/ 104066 w 427"/>
                  <a:gd name="T1" fmla="*/ 398 h 172"/>
                  <a:gd name="T2" fmla="*/ 84697 w 427"/>
                  <a:gd name="T3" fmla="*/ 3645 h 172"/>
                  <a:gd name="T4" fmla="*/ 48958 w 427"/>
                  <a:gd name="T5" fmla="*/ 27481 h 172"/>
                  <a:gd name="T6" fmla="*/ 23984 w 427"/>
                  <a:gd name="T7" fmla="*/ 45193 h 172"/>
                  <a:gd name="T8" fmla="*/ 0 w 427"/>
                  <a:gd name="T9" fmla="*/ 60353 h 172"/>
                  <a:gd name="T10" fmla="*/ 1301 w 427"/>
                  <a:gd name="T11" fmla="*/ 62128 h 172"/>
                  <a:gd name="T12" fmla="*/ 24454 w 427"/>
                  <a:gd name="T13" fmla="*/ 47357 h 172"/>
                  <a:gd name="T14" fmla="*/ 49428 w 427"/>
                  <a:gd name="T15" fmla="*/ 29611 h 172"/>
                  <a:gd name="T16" fmla="*/ 85167 w 427"/>
                  <a:gd name="T17" fmla="*/ 5834 h 172"/>
                  <a:gd name="T18" fmla="*/ 104066 w 427"/>
                  <a:gd name="T19" fmla="*/ 2586 h 172"/>
                  <a:gd name="T20" fmla="*/ 104254 w 427"/>
                  <a:gd name="T21" fmla="*/ 2586 h 172"/>
                  <a:gd name="T22" fmla="*/ 104536 w 427"/>
                  <a:gd name="T23" fmla="*/ 398 h 172"/>
                  <a:gd name="T24" fmla="*/ 104066 w 427"/>
                  <a:gd name="T25" fmla="*/ 398 h 1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7" h="172">
                    <a:moveTo>
                      <a:pt x="425" y="1"/>
                    </a:moveTo>
                    <a:cubicBezTo>
                      <a:pt x="400" y="0"/>
                      <a:pt x="373" y="3"/>
                      <a:pt x="346" y="10"/>
                    </a:cubicBezTo>
                    <a:cubicBezTo>
                      <a:pt x="304" y="22"/>
                      <a:pt x="251" y="50"/>
                      <a:pt x="200" y="76"/>
                    </a:cubicBezTo>
                    <a:cubicBezTo>
                      <a:pt x="162" y="96"/>
                      <a:pt x="127" y="114"/>
                      <a:pt x="98" y="125"/>
                    </a:cubicBezTo>
                    <a:cubicBezTo>
                      <a:pt x="54" y="141"/>
                      <a:pt x="20" y="156"/>
                      <a:pt x="0" y="167"/>
                    </a:cubicBezTo>
                    <a:cubicBezTo>
                      <a:pt x="5" y="172"/>
                      <a:pt x="5" y="172"/>
                      <a:pt x="5" y="172"/>
                    </a:cubicBezTo>
                    <a:cubicBezTo>
                      <a:pt x="25" y="160"/>
                      <a:pt x="60" y="145"/>
                      <a:pt x="100" y="131"/>
                    </a:cubicBezTo>
                    <a:cubicBezTo>
                      <a:pt x="129" y="120"/>
                      <a:pt x="165" y="101"/>
                      <a:pt x="202" y="82"/>
                    </a:cubicBezTo>
                    <a:cubicBezTo>
                      <a:pt x="253" y="55"/>
                      <a:pt x="306" y="27"/>
                      <a:pt x="348" y="16"/>
                    </a:cubicBezTo>
                    <a:cubicBezTo>
                      <a:pt x="374" y="9"/>
                      <a:pt x="400" y="6"/>
                      <a:pt x="425" y="7"/>
                    </a:cubicBezTo>
                    <a:cubicBezTo>
                      <a:pt x="426" y="7"/>
                      <a:pt x="426" y="7"/>
                      <a:pt x="426" y="7"/>
                    </a:cubicBezTo>
                    <a:cubicBezTo>
                      <a:pt x="427" y="1"/>
                      <a:pt x="427" y="1"/>
                      <a:pt x="427" y="1"/>
                    </a:cubicBezTo>
                    <a:cubicBezTo>
                      <a:pt x="426" y="1"/>
                      <a:pt x="426" y="1"/>
                      <a:pt x="425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2" name="Freeform 483">
                <a:extLst>
                  <a:ext uri="{FF2B5EF4-FFF2-40B4-BE49-F238E27FC236}">
                    <a16:creationId xmlns:a16="http://schemas.microsoft.com/office/drawing/2014/main" id="{3A416ED2-7A3A-484B-9AB0-8E2BA1A35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751"/>
                <a:ext cx="142" cy="325"/>
              </a:xfrm>
              <a:custGeom>
                <a:avLst/>
                <a:gdLst>
                  <a:gd name="T0" fmla="*/ 3358 w 57"/>
                  <a:gd name="T1" fmla="*/ 25334 h 122"/>
                  <a:gd name="T2" fmla="*/ 3358 w 57"/>
                  <a:gd name="T3" fmla="*/ 4691 h 122"/>
                  <a:gd name="T4" fmla="*/ 5007 w 57"/>
                  <a:gd name="T5" fmla="*/ 2171 h 122"/>
                  <a:gd name="T6" fmla="*/ 5276 w 57"/>
                  <a:gd name="T7" fmla="*/ 1761 h 122"/>
                  <a:gd name="T8" fmla="*/ 4053 w 57"/>
                  <a:gd name="T9" fmla="*/ 0 h 122"/>
                  <a:gd name="T10" fmla="*/ 4053 w 57"/>
                  <a:gd name="T11" fmla="*/ 0 h 122"/>
                  <a:gd name="T12" fmla="*/ 1931 w 57"/>
                  <a:gd name="T13" fmla="*/ 3626 h 122"/>
                  <a:gd name="T14" fmla="*/ 1931 w 57"/>
                  <a:gd name="T15" fmla="*/ 26029 h 122"/>
                  <a:gd name="T16" fmla="*/ 11985 w 57"/>
                  <a:gd name="T17" fmla="*/ 43617 h 122"/>
                  <a:gd name="T18" fmla="*/ 11985 w 57"/>
                  <a:gd name="T19" fmla="*/ 43617 h 122"/>
                  <a:gd name="T20" fmla="*/ 11985 w 57"/>
                  <a:gd name="T21" fmla="*/ 43617 h 122"/>
                  <a:gd name="T22" fmla="*/ 11985 w 57"/>
                  <a:gd name="T23" fmla="*/ 43617 h 122"/>
                  <a:gd name="T24" fmla="*/ 12680 w 57"/>
                  <a:gd name="T25" fmla="*/ 43617 h 122"/>
                  <a:gd name="T26" fmla="*/ 13438 w 57"/>
                  <a:gd name="T27" fmla="*/ 43617 h 122"/>
                  <a:gd name="T28" fmla="*/ 13438 w 57"/>
                  <a:gd name="T29" fmla="*/ 42103 h 122"/>
                  <a:gd name="T30" fmla="*/ 13438 w 57"/>
                  <a:gd name="T31" fmla="*/ 41856 h 122"/>
                  <a:gd name="T32" fmla="*/ 13634 w 57"/>
                  <a:gd name="T33" fmla="*/ 41438 h 122"/>
                  <a:gd name="T34" fmla="*/ 12474 w 57"/>
                  <a:gd name="T35" fmla="*/ 41438 h 122"/>
                  <a:gd name="T36" fmla="*/ 3358 w 57"/>
                  <a:gd name="T37" fmla="*/ 25334 h 1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7" h="122">
                    <a:moveTo>
                      <a:pt x="14" y="71"/>
                    </a:moveTo>
                    <a:cubicBezTo>
                      <a:pt x="6" y="44"/>
                      <a:pt x="10" y="21"/>
                      <a:pt x="14" y="13"/>
                    </a:cubicBezTo>
                    <a:cubicBezTo>
                      <a:pt x="16" y="9"/>
                      <a:pt x="20" y="6"/>
                      <a:pt x="21" y="6"/>
                    </a:cubicBezTo>
                    <a:cubicBezTo>
                      <a:pt x="21" y="5"/>
                      <a:pt x="22" y="5"/>
                      <a:pt x="22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4" y="1"/>
                      <a:pt x="11" y="5"/>
                      <a:pt x="8" y="10"/>
                    </a:cubicBezTo>
                    <a:cubicBezTo>
                      <a:pt x="3" y="21"/>
                      <a:pt x="0" y="45"/>
                      <a:pt x="8" y="73"/>
                    </a:cubicBezTo>
                    <a:cubicBezTo>
                      <a:pt x="11" y="84"/>
                      <a:pt x="23" y="120"/>
                      <a:pt x="50" y="122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51" y="122"/>
                      <a:pt x="52" y="122"/>
                      <a:pt x="53" y="122"/>
                    </a:cubicBezTo>
                    <a:cubicBezTo>
                      <a:pt x="54" y="122"/>
                      <a:pt x="55" y="122"/>
                      <a:pt x="56" y="122"/>
                    </a:cubicBezTo>
                    <a:cubicBezTo>
                      <a:pt x="56" y="118"/>
                      <a:pt x="56" y="118"/>
                      <a:pt x="56" y="118"/>
                    </a:cubicBezTo>
                    <a:cubicBezTo>
                      <a:pt x="56" y="118"/>
                      <a:pt x="56" y="117"/>
                      <a:pt x="56" y="117"/>
                    </a:cubicBezTo>
                    <a:cubicBezTo>
                      <a:pt x="57" y="116"/>
                      <a:pt x="57" y="116"/>
                      <a:pt x="57" y="116"/>
                    </a:cubicBezTo>
                    <a:cubicBezTo>
                      <a:pt x="52" y="116"/>
                      <a:pt x="52" y="116"/>
                      <a:pt x="52" y="116"/>
                    </a:cubicBezTo>
                    <a:cubicBezTo>
                      <a:pt x="28" y="116"/>
                      <a:pt x="17" y="82"/>
                      <a:pt x="14" y="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3" name="Freeform 484">
                <a:extLst>
                  <a:ext uri="{FF2B5EF4-FFF2-40B4-BE49-F238E27FC236}">
                    <a16:creationId xmlns:a16="http://schemas.microsoft.com/office/drawing/2014/main" id="{D6990574-7269-4348-8081-64725DC19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308"/>
                <a:ext cx="240" cy="667"/>
              </a:xfrm>
              <a:custGeom>
                <a:avLst/>
                <a:gdLst>
                  <a:gd name="T0" fmla="*/ 20520 w 96"/>
                  <a:gd name="T1" fmla="*/ 30957 h 250"/>
                  <a:gd name="T2" fmla="*/ 783 w 96"/>
                  <a:gd name="T3" fmla="*/ 0 h 250"/>
                  <a:gd name="T4" fmla="*/ 313 w 96"/>
                  <a:gd name="T5" fmla="*/ 0 h 250"/>
                  <a:gd name="T6" fmla="*/ 0 w 96"/>
                  <a:gd name="T7" fmla="*/ 2185 h 250"/>
                  <a:gd name="T8" fmla="*/ 0 w 96"/>
                  <a:gd name="T9" fmla="*/ 2185 h 250"/>
                  <a:gd name="T10" fmla="*/ 313 w 96"/>
                  <a:gd name="T11" fmla="*/ 2185 h 250"/>
                  <a:gd name="T12" fmla="*/ 783 w 96"/>
                  <a:gd name="T13" fmla="*/ 2185 h 250"/>
                  <a:gd name="T14" fmla="*/ 19063 w 96"/>
                  <a:gd name="T15" fmla="*/ 31776 h 250"/>
                  <a:gd name="T16" fmla="*/ 15438 w 96"/>
                  <a:gd name="T17" fmla="*/ 75032 h 250"/>
                  <a:gd name="T18" fmla="*/ 2738 w 96"/>
                  <a:gd name="T19" fmla="*/ 88423 h 250"/>
                  <a:gd name="T20" fmla="*/ 2270 w 96"/>
                  <a:gd name="T21" fmla="*/ 88423 h 250"/>
                  <a:gd name="T22" fmla="*/ 2938 w 96"/>
                  <a:gd name="T23" fmla="*/ 90189 h 250"/>
                  <a:gd name="T24" fmla="*/ 20520 w 96"/>
                  <a:gd name="T25" fmla="*/ 30957 h 2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6" h="250">
                    <a:moveTo>
                      <a:pt x="84" y="86"/>
                    </a:moveTo>
                    <a:cubicBezTo>
                      <a:pt x="71" y="34"/>
                      <a:pt x="38" y="2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6" y="8"/>
                      <a:pt x="67" y="41"/>
                      <a:pt x="78" y="88"/>
                    </a:cubicBezTo>
                    <a:cubicBezTo>
                      <a:pt x="86" y="123"/>
                      <a:pt x="85" y="174"/>
                      <a:pt x="63" y="208"/>
                    </a:cubicBezTo>
                    <a:cubicBezTo>
                      <a:pt x="51" y="228"/>
                      <a:pt x="33" y="240"/>
                      <a:pt x="11" y="245"/>
                    </a:cubicBezTo>
                    <a:cubicBezTo>
                      <a:pt x="10" y="245"/>
                      <a:pt x="9" y="245"/>
                      <a:pt x="9" y="245"/>
                    </a:cubicBezTo>
                    <a:cubicBezTo>
                      <a:pt x="12" y="250"/>
                      <a:pt x="12" y="250"/>
                      <a:pt x="12" y="250"/>
                    </a:cubicBezTo>
                    <a:cubicBezTo>
                      <a:pt x="88" y="234"/>
                      <a:pt x="96" y="140"/>
                      <a:pt x="84" y="8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4" name="Freeform 485">
                <a:extLst>
                  <a:ext uri="{FF2B5EF4-FFF2-40B4-BE49-F238E27FC236}">
                    <a16:creationId xmlns:a16="http://schemas.microsoft.com/office/drawing/2014/main" id="{0B81EA5C-A520-44F4-967F-47A26355E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961"/>
                <a:ext cx="997" cy="120"/>
              </a:xfrm>
              <a:custGeom>
                <a:avLst/>
                <a:gdLst>
                  <a:gd name="T0" fmla="*/ 96447 w 399"/>
                  <a:gd name="T1" fmla="*/ 0 h 45"/>
                  <a:gd name="T2" fmla="*/ 39143 w 399"/>
                  <a:gd name="T3" fmla="*/ 10773 h 45"/>
                  <a:gd name="T4" fmla="*/ 18006 w 399"/>
                  <a:gd name="T5" fmla="*/ 12288 h 45"/>
                  <a:gd name="T6" fmla="*/ 655 w 399"/>
                  <a:gd name="T7" fmla="*/ 13347 h 45"/>
                  <a:gd name="T8" fmla="*/ 187 w 399"/>
                  <a:gd name="T9" fmla="*/ 13347 h 45"/>
                  <a:gd name="T10" fmla="*/ 0 w 399"/>
                  <a:gd name="T11" fmla="*/ 15531 h 45"/>
                  <a:gd name="T12" fmla="*/ 655 w 399"/>
                  <a:gd name="T13" fmla="*/ 15531 h 45"/>
                  <a:gd name="T14" fmla="*/ 18206 w 399"/>
                  <a:gd name="T15" fmla="*/ 14413 h 45"/>
                  <a:gd name="T16" fmla="*/ 39455 w 399"/>
                  <a:gd name="T17" fmla="*/ 12949 h 45"/>
                  <a:gd name="T18" fmla="*/ 97104 w 399"/>
                  <a:gd name="T19" fmla="*/ 2184 h 45"/>
                  <a:gd name="T20" fmla="*/ 97104 w 399"/>
                  <a:gd name="T21" fmla="*/ 1763 h 45"/>
                  <a:gd name="T22" fmla="*/ 96447 w 399"/>
                  <a:gd name="T23" fmla="*/ 0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9" h="45">
                    <a:moveTo>
                      <a:pt x="396" y="0"/>
                    </a:moveTo>
                    <a:cubicBezTo>
                      <a:pt x="334" y="27"/>
                      <a:pt x="238" y="29"/>
                      <a:pt x="161" y="30"/>
                    </a:cubicBezTo>
                    <a:cubicBezTo>
                      <a:pt x="126" y="31"/>
                      <a:pt x="96" y="31"/>
                      <a:pt x="74" y="34"/>
                    </a:cubicBezTo>
                    <a:cubicBezTo>
                      <a:pt x="44" y="38"/>
                      <a:pt x="21" y="39"/>
                      <a:pt x="3" y="37"/>
                    </a:cubicBezTo>
                    <a:cubicBezTo>
                      <a:pt x="3" y="37"/>
                      <a:pt x="1" y="37"/>
                      <a:pt x="1" y="37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1" y="43"/>
                      <a:pt x="3" y="43"/>
                    </a:cubicBezTo>
                    <a:cubicBezTo>
                      <a:pt x="23" y="45"/>
                      <a:pt x="46" y="44"/>
                      <a:pt x="75" y="40"/>
                    </a:cubicBezTo>
                    <a:cubicBezTo>
                      <a:pt x="96" y="37"/>
                      <a:pt x="127" y="37"/>
                      <a:pt x="162" y="36"/>
                    </a:cubicBezTo>
                    <a:cubicBezTo>
                      <a:pt x="239" y="35"/>
                      <a:pt x="336" y="33"/>
                      <a:pt x="399" y="6"/>
                    </a:cubicBezTo>
                    <a:cubicBezTo>
                      <a:pt x="399" y="6"/>
                      <a:pt x="399" y="5"/>
                      <a:pt x="399" y="5"/>
                    </a:cubicBezTo>
                    <a:lnTo>
                      <a:pt x="396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5" name="Freeform 486">
                <a:extLst>
                  <a:ext uri="{FF2B5EF4-FFF2-40B4-BE49-F238E27FC236}">
                    <a16:creationId xmlns:a16="http://schemas.microsoft.com/office/drawing/2014/main" id="{FCBE9141-51D1-4782-9233-26E0ADCFF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372"/>
                <a:ext cx="1230" cy="664"/>
              </a:xfrm>
              <a:custGeom>
                <a:avLst/>
                <a:gdLst>
                  <a:gd name="T0" fmla="*/ 12033 w 492"/>
                  <a:gd name="T1" fmla="*/ 52851 h 249"/>
                  <a:gd name="T2" fmla="*/ 26875 w 492"/>
                  <a:gd name="T3" fmla="*/ 44237 h 249"/>
                  <a:gd name="T4" fmla="*/ 51563 w 492"/>
                  <a:gd name="T5" fmla="*/ 25885 h 249"/>
                  <a:gd name="T6" fmla="*/ 86250 w 492"/>
                  <a:gd name="T7" fmla="*/ 3243 h 249"/>
                  <a:gd name="T8" fmla="*/ 103833 w 492"/>
                  <a:gd name="T9" fmla="*/ 0 h 249"/>
                  <a:gd name="T10" fmla="*/ 112625 w 492"/>
                  <a:gd name="T11" fmla="*/ 5405 h 249"/>
                  <a:gd name="T12" fmla="*/ 118958 w 492"/>
                  <a:gd name="T13" fmla="*/ 23723 h 249"/>
                  <a:gd name="T14" fmla="*/ 120125 w 492"/>
                  <a:gd name="T15" fmla="*/ 38173 h 249"/>
                  <a:gd name="T16" fmla="*/ 114770 w 492"/>
                  <a:gd name="T17" fmla="*/ 63659 h 249"/>
                  <a:gd name="T18" fmla="*/ 100395 w 492"/>
                  <a:gd name="T19" fmla="*/ 78072 h 249"/>
                  <a:gd name="T20" fmla="*/ 48363 w 492"/>
                  <a:gd name="T21" fmla="*/ 85923 h 249"/>
                  <a:gd name="T22" fmla="*/ 26688 w 492"/>
                  <a:gd name="T23" fmla="*/ 87381 h 249"/>
                  <a:gd name="T24" fmla="*/ 7345 w 492"/>
                  <a:gd name="T25" fmla="*/ 86984 h 249"/>
                  <a:gd name="T26" fmla="*/ 2938 w 492"/>
                  <a:gd name="T27" fmla="*/ 80499 h 249"/>
                  <a:gd name="T28" fmla="*/ 1300 w 492"/>
                  <a:gd name="T29" fmla="*/ 72269 h 249"/>
                  <a:gd name="T30" fmla="*/ 12033 w 492"/>
                  <a:gd name="T31" fmla="*/ 52851 h 2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92" h="249">
                    <a:moveTo>
                      <a:pt x="49" y="147"/>
                    </a:moveTo>
                    <a:cubicBezTo>
                      <a:pt x="66" y="140"/>
                      <a:pt x="90" y="130"/>
                      <a:pt x="110" y="123"/>
                    </a:cubicBezTo>
                    <a:cubicBezTo>
                      <a:pt x="140" y="112"/>
                      <a:pt x="173" y="92"/>
                      <a:pt x="211" y="72"/>
                    </a:cubicBezTo>
                    <a:cubicBezTo>
                      <a:pt x="261" y="46"/>
                      <a:pt x="312" y="20"/>
                      <a:pt x="353" y="9"/>
                    </a:cubicBezTo>
                    <a:cubicBezTo>
                      <a:pt x="378" y="3"/>
                      <a:pt x="401" y="0"/>
                      <a:pt x="425" y="0"/>
                    </a:cubicBezTo>
                    <a:cubicBezTo>
                      <a:pt x="444" y="2"/>
                      <a:pt x="453" y="8"/>
                      <a:pt x="461" y="15"/>
                    </a:cubicBezTo>
                    <a:cubicBezTo>
                      <a:pt x="473" y="28"/>
                      <a:pt x="482" y="45"/>
                      <a:pt x="487" y="66"/>
                    </a:cubicBezTo>
                    <a:cubicBezTo>
                      <a:pt x="490" y="78"/>
                      <a:pt x="492" y="92"/>
                      <a:pt x="492" y="106"/>
                    </a:cubicBezTo>
                    <a:cubicBezTo>
                      <a:pt x="492" y="131"/>
                      <a:pt x="483" y="158"/>
                      <a:pt x="470" y="177"/>
                    </a:cubicBezTo>
                    <a:cubicBezTo>
                      <a:pt x="451" y="205"/>
                      <a:pt x="417" y="215"/>
                      <a:pt x="411" y="217"/>
                    </a:cubicBezTo>
                    <a:cubicBezTo>
                      <a:pt x="351" y="236"/>
                      <a:pt x="267" y="238"/>
                      <a:pt x="198" y="239"/>
                    </a:cubicBezTo>
                    <a:cubicBezTo>
                      <a:pt x="163" y="240"/>
                      <a:pt x="132" y="240"/>
                      <a:pt x="109" y="243"/>
                    </a:cubicBezTo>
                    <a:cubicBezTo>
                      <a:pt x="86" y="246"/>
                      <a:pt x="49" y="249"/>
                      <a:pt x="30" y="242"/>
                    </a:cubicBezTo>
                    <a:cubicBezTo>
                      <a:pt x="19" y="238"/>
                      <a:pt x="14" y="228"/>
                      <a:pt x="12" y="224"/>
                    </a:cubicBezTo>
                    <a:cubicBezTo>
                      <a:pt x="9" y="217"/>
                      <a:pt x="7" y="209"/>
                      <a:pt x="5" y="201"/>
                    </a:cubicBezTo>
                    <a:cubicBezTo>
                      <a:pt x="0" y="175"/>
                      <a:pt x="18" y="159"/>
                      <a:pt x="49" y="14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6" name="Freeform 487">
                <a:extLst>
                  <a:ext uri="{FF2B5EF4-FFF2-40B4-BE49-F238E27FC236}">
                    <a16:creationId xmlns:a16="http://schemas.microsoft.com/office/drawing/2014/main" id="{64978C03-ACCD-4668-8DAE-084C6A946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356"/>
                <a:ext cx="1265" cy="699"/>
              </a:xfrm>
              <a:custGeom>
                <a:avLst/>
                <a:gdLst>
                  <a:gd name="T0" fmla="*/ 122395 w 506"/>
                  <a:gd name="T1" fmla="*/ 25540 h 262"/>
                  <a:gd name="T2" fmla="*/ 115550 w 506"/>
                  <a:gd name="T3" fmla="*/ 6078 h 262"/>
                  <a:gd name="T4" fmla="*/ 105783 w 506"/>
                  <a:gd name="T5" fmla="*/ 0 h 262"/>
                  <a:gd name="T6" fmla="*/ 87895 w 506"/>
                  <a:gd name="T7" fmla="*/ 3644 h 262"/>
                  <a:gd name="T8" fmla="*/ 52738 w 506"/>
                  <a:gd name="T9" fmla="*/ 26335 h 262"/>
                  <a:gd name="T10" fmla="*/ 44925 w 506"/>
                  <a:gd name="T11" fmla="*/ 32415 h 262"/>
                  <a:gd name="T12" fmla="*/ 28333 w 506"/>
                  <a:gd name="T13" fmla="*/ 44322 h 262"/>
                  <a:gd name="T14" fmla="*/ 13488 w 506"/>
                  <a:gd name="T15" fmla="*/ 52999 h 262"/>
                  <a:gd name="T16" fmla="*/ 1958 w 506"/>
                  <a:gd name="T17" fmla="*/ 75030 h 262"/>
                  <a:gd name="T18" fmla="*/ 3720 w 506"/>
                  <a:gd name="T19" fmla="*/ 83651 h 262"/>
                  <a:gd name="T20" fmla="*/ 8800 w 506"/>
                  <a:gd name="T21" fmla="*/ 91644 h 262"/>
                  <a:gd name="T22" fmla="*/ 28833 w 506"/>
                  <a:gd name="T23" fmla="*/ 91913 h 262"/>
                  <a:gd name="T24" fmla="*/ 50313 w 506"/>
                  <a:gd name="T25" fmla="*/ 90582 h 262"/>
                  <a:gd name="T26" fmla="*/ 102863 w 506"/>
                  <a:gd name="T27" fmla="*/ 82170 h 262"/>
                  <a:gd name="T28" fmla="*/ 103050 w 506"/>
                  <a:gd name="T29" fmla="*/ 82170 h 262"/>
                  <a:gd name="T30" fmla="*/ 117970 w 506"/>
                  <a:gd name="T31" fmla="*/ 67435 h 262"/>
                  <a:gd name="T32" fmla="*/ 123563 w 506"/>
                  <a:gd name="T33" fmla="*/ 40430 h 262"/>
                  <a:gd name="T34" fmla="*/ 122395 w 506"/>
                  <a:gd name="T35" fmla="*/ 25540 h 26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06" h="262">
                    <a:moveTo>
                      <a:pt x="501" y="71"/>
                    </a:moveTo>
                    <a:cubicBezTo>
                      <a:pt x="496" y="50"/>
                      <a:pt x="487" y="32"/>
                      <a:pt x="473" y="17"/>
                    </a:cubicBezTo>
                    <a:cubicBezTo>
                      <a:pt x="465" y="10"/>
                      <a:pt x="455" y="2"/>
                      <a:pt x="433" y="0"/>
                    </a:cubicBezTo>
                    <a:cubicBezTo>
                      <a:pt x="409" y="0"/>
                      <a:pt x="385" y="3"/>
                      <a:pt x="360" y="10"/>
                    </a:cubicBezTo>
                    <a:cubicBezTo>
                      <a:pt x="318" y="21"/>
                      <a:pt x="266" y="47"/>
                      <a:pt x="216" y="73"/>
                    </a:cubicBezTo>
                    <a:cubicBezTo>
                      <a:pt x="184" y="90"/>
                      <a:pt x="184" y="90"/>
                      <a:pt x="184" y="90"/>
                    </a:cubicBezTo>
                    <a:cubicBezTo>
                      <a:pt x="160" y="103"/>
                      <a:pt x="137" y="116"/>
                      <a:pt x="116" y="123"/>
                    </a:cubicBezTo>
                    <a:cubicBezTo>
                      <a:pt x="98" y="130"/>
                      <a:pt x="73" y="140"/>
                      <a:pt x="55" y="147"/>
                    </a:cubicBezTo>
                    <a:cubicBezTo>
                      <a:pt x="31" y="157"/>
                      <a:pt x="0" y="173"/>
                      <a:pt x="8" y="208"/>
                    </a:cubicBezTo>
                    <a:cubicBezTo>
                      <a:pt x="9" y="217"/>
                      <a:pt x="12" y="225"/>
                      <a:pt x="15" y="232"/>
                    </a:cubicBezTo>
                    <a:cubicBezTo>
                      <a:pt x="15" y="234"/>
                      <a:pt x="21" y="248"/>
                      <a:pt x="36" y="254"/>
                    </a:cubicBezTo>
                    <a:cubicBezTo>
                      <a:pt x="59" y="262"/>
                      <a:pt x="101" y="258"/>
                      <a:pt x="118" y="255"/>
                    </a:cubicBezTo>
                    <a:cubicBezTo>
                      <a:pt x="141" y="252"/>
                      <a:pt x="171" y="252"/>
                      <a:pt x="206" y="251"/>
                    </a:cubicBezTo>
                    <a:cubicBezTo>
                      <a:pt x="275" y="250"/>
                      <a:pt x="360" y="248"/>
                      <a:pt x="421" y="228"/>
                    </a:cubicBezTo>
                    <a:cubicBezTo>
                      <a:pt x="422" y="228"/>
                      <a:pt x="422" y="228"/>
                      <a:pt x="422" y="228"/>
                    </a:cubicBezTo>
                    <a:cubicBezTo>
                      <a:pt x="450" y="219"/>
                      <a:pt x="471" y="205"/>
                      <a:pt x="483" y="187"/>
                    </a:cubicBezTo>
                    <a:cubicBezTo>
                      <a:pt x="497" y="166"/>
                      <a:pt x="506" y="138"/>
                      <a:pt x="506" y="112"/>
                    </a:cubicBezTo>
                    <a:cubicBezTo>
                      <a:pt x="506" y="98"/>
                      <a:pt x="504" y="84"/>
                      <a:pt x="501" y="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7" name="Freeform 488">
                <a:extLst>
                  <a:ext uri="{FF2B5EF4-FFF2-40B4-BE49-F238E27FC236}">
                    <a16:creationId xmlns:a16="http://schemas.microsoft.com/office/drawing/2014/main" id="{6D1B29C0-D19A-4E71-80A4-9C19DC605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001"/>
                <a:ext cx="1955" cy="1315"/>
              </a:xfrm>
              <a:custGeom>
                <a:avLst/>
                <a:gdLst>
                  <a:gd name="T0" fmla="*/ 2938 w 782"/>
                  <a:gd name="T1" fmla="*/ 133679 h 493"/>
                  <a:gd name="T2" fmla="*/ 46220 w 782"/>
                  <a:gd name="T3" fmla="*/ 172161 h 493"/>
                  <a:gd name="T4" fmla="*/ 156250 w 782"/>
                  <a:gd name="T5" fmla="*/ 153372 h 493"/>
                  <a:gd name="T6" fmla="*/ 184583 w 782"/>
                  <a:gd name="T7" fmla="*/ 53347 h 493"/>
                  <a:gd name="T8" fmla="*/ 113283 w 782"/>
                  <a:gd name="T9" fmla="*/ 10779 h 493"/>
                  <a:gd name="T10" fmla="*/ 35938 w 782"/>
                  <a:gd name="T11" fmla="*/ 66972 h 493"/>
                  <a:gd name="T12" fmla="*/ 2938 w 782"/>
                  <a:gd name="T13" fmla="*/ 133679 h 4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2" h="493">
                    <a:moveTo>
                      <a:pt x="12" y="371"/>
                    </a:moveTo>
                    <a:cubicBezTo>
                      <a:pt x="24" y="426"/>
                      <a:pt x="73" y="493"/>
                      <a:pt x="189" y="478"/>
                    </a:cubicBezTo>
                    <a:cubicBezTo>
                      <a:pt x="288" y="465"/>
                      <a:pt x="503" y="486"/>
                      <a:pt x="640" y="426"/>
                    </a:cubicBezTo>
                    <a:cubicBezTo>
                      <a:pt x="779" y="365"/>
                      <a:pt x="782" y="228"/>
                      <a:pt x="756" y="148"/>
                    </a:cubicBezTo>
                    <a:cubicBezTo>
                      <a:pt x="708" y="2"/>
                      <a:pt x="575" y="0"/>
                      <a:pt x="464" y="30"/>
                    </a:cubicBezTo>
                    <a:cubicBezTo>
                      <a:pt x="353" y="60"/>
                      <a:pt x="241" y="151"/>
                      <a:pt x="147" y="186"/>
                    </a:cubicBezTo>
                    <a:cubicBezTo>
                      <a:pt x="7" y="237"/>
                      <a:pt x="0" y="315"/>
                      <a:pt x="12" y="3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8" name="Freeform 489">
                <a:extLst>
                  <a:ext uri="{FF2B5EF4-FFF2-40B4-BE49-F238E27FC236}">
                    <a16:creationId xmlns:a16="http://schemas.microsoft.com/office/drawing/2014/main" id="{0FA316D8-6F46-4934-805D-6A4ADBB6F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1215"/>
                <a:ext cx="337" cy="842"/>
              </a:xfrm>
              <a:custGeom>
                <a:avLst/>
                <a:gdLst>
                  <a:gd name="T0" fmla="*/ 2599 w 135"/>
                  <a:gd name="T1" fmla="*/ 101933 h 316"/>
                  <a:gd name="T2" fmla="*/ 6985 w 135"/>
                  <a:gd name="T3" fmla="*/ 113108 h 316"/>
                  <a:gd name="T4" fmla="*/ 28578 w 135"/>
                  <a:gd name="T5" fmla="*/ 40427 h 316"/>
                  <a:gd name="T6" fmla="*/ 1433 w 135"/>
                  <a:gd name="T7" fmla="*/ 0 h 316"/>
                  <a:gd name="T8" fmla="*/ 0 w 135"/>
                  <a:gd name="T9" fmla="*/ 12502 h 316"/>
                  <a:gd name="T10" fmla="*/ 467 w 135"/>
                  <a:gd name="T11" fmla="*/ 12502 h 316"/>
                  <a:gd name="T12" fmla="*/ 20085 w 135"/>
                  <a:gd name="T13" fmla="*/ 43246 h 316"/>
                  <a:gd name="T14" fmla="*/ 2599 w 135"/>
                  <a:gd name="T15" fmla="*/ 101933 h 3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5" h="316">
                    <a:moveTo>
                      <a:pt x="11" y="285"/>
                    </a:moveTo>
                    <a:cubicBezTo>
                      <a:pt x="29" y="316"/>
                      <a:pt x="29" y="316"/>
                      <a:pt x="29" y="316"/>
                    </a:cubicBezTo>
                    <a:cubicBezTo>
                      <a:pt x="119" y="290"/>
                      <a:pt x="135" y="185"/>
                      <a:pt x="118" y="113"/>
                    </a:cubicBezTo>
                    <a:cubicBezTo>
                      <a:pt x="102" y="46"/>
                      <a:pt x="57" y="1"/>
                      <a:pt x="6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" y="35"/>
                      <a:pt x="1" y="35"/>
                      <a:pt x="2" y="35"/>
                    </a:cubicBezTo>
                    <a:cubicBezTo>
                      <a:pt x="37" y="37"/>
                      <a:pt x="70" y="69"/>
                      <a:pt x="83" y="121"/>
                    </a:cubicBezTo>
                    <a:cubicBezTo>
                      <a:pt x="95" y="175"/>
                      <a:pt x="87" y="269"/>
                      <a:pt x="11" y="28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9" name="Freeform 490">
                <a:extLst>
                  <a:ext uri="{FF2B5EF4-FFF2-40B4-BE49-F238E27FC236}">
                    <a16:creationId xmlns:a16="http://schemas.microsoft.com/office/drawing/2014/main" id="{F72A4412-9832-407D-BAE5-5607EABC9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687"/>
                <a:ext cx="235" cy="488"/>
              </a:xfrm>
              <a:custGeom>
                <a:avLst/>
                <a:gdLst>
                  <a:gd name="T0" fmla="*/ 22270 w 94"/>
                  <a:gd name="T1" fmla="*/ 65387 h 183"/>
                  <a:gd name="T2" fmla="*/ 22970 w 94"/>
                  <a:gd name="T3" fmla="*/ 52429 h 183"/>
                  <a:gd name="T4" fmla="*/ 22270 w 94"/>
                  <a:gd name="T5" fmla="*/ 52429 h 183"/>
                  <a:gd name="T6" fmla="*/ 11250 w 94"/>
                  <a:gd name="T7" fmla="*/ 34952 h 183"/>
                  <a:gd name="T8" fmla="*/ 11250 w 94"/>
                  <a:gd name="T9" fmla="*/ 12288 h 183"/>
                  <a:gd name="T10" fmla="*/ 13488 w 94"/>
                  <a:gd name="T11" fmla="*/ 8648 h 183"/>
                  <a:gd name="T12" fmla="*/ 7158 w 94"/>
                  <a:gd name="T13" fmla="*/ 0 h 183"/>
                  <a:gd name="T14" fmla="*/ 2938 w 94"/>
                  <a:gd name="T15" fmla="*/ 38435 h 183"/>
                  <a:gd name="T16" fmla="*/ 22270 w 94"/>
                  <a:gd name="T17" fmla="*/ 65387 h 1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183">
                    <a:moveTo>
                      <a:pt x="91" y="182"/>
                    </a:moveTo>
                    <a:cubicBezTo>
                      <a:pt x="94" y="146"/>
                      <a:pt x="94" y="146"/>
                      <a:pt x="94" y="146"/>
                    </a:cubicBezTo>
                    <a:cubicBezTo>
                      <a:pt x="93" y="146"/>
                      <a:pt x="92" y="146"/>
                      <a:pt x="91" y="146"/>
                    </a:cubicBezTo>
                    <a:cubicBezTo>
                      <a:pt x="62" y="146"/>
                      <a:pt x="49" y="109"/>
                      <a:pt x="46" y="97"/>
                    </a:cubicBezTo>
                    <a:cubicBezTo>
                      <a:pt x="38" y="69"/>
                      <a:pt x="41" y="45"/>
                      <a:pt x="46" y="34"/>
                    </a:cubicBezTo>
                    <a:cubicBezTo>
                      <a:pt x="49" y="29"/>
                      <a:pt x="52" y="25"/>
                      <a:pt x="55" y="24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" y="18"/>
                      <a:pt x="0" y="67"/>
                      <a:pt x="12" y="107"/>
                    </a:cubicBezTo>
                    <a:cubicBezTo>
                      <a:pt x="25" y="154"/>
                      <a:pt x="55" y="183"/>
                      <a:pt x="91" y="18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0" name="Freeform 491">
                <a:extLst>
                  <a:ext uri="{FF2B5EF4-FFF2-40B4-BE49-F238E27FC236}">
                    <a16:creationId xmlns:a16="http://schemas.microsoft.com/office/drawing/2014/main" id="{E8341A13-4E9F-49FC-A75C-186BF201E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209"/>
                <a:ext cx="1148" cy="544"/>
              </a:xfrm>
              <a:custGeom>
                <a:avLst/>
                <a:gdLst>
                  <a:gd name="T0" fmla="*/ 112349 w 459"/>
                  <a:gd name="T1" fmla="*/ 661 h 204"/>
                  <a:gd name="T2" fmla="*/ 110583 w 459"/>
                  <a:gd name="T3" fmla="*/ 397 h 204"/>
                  <a:gd name="T4" fmla="*/ 88864 w 459"/>
                  <a:gd name="T5" fmla="*/ 4301 h 204"/>
                  <a:gd name="T6" fmla="*/ 51175 w 459"/>
                  <a:gd name="T7" fmla="*/ 28728 h 204"/>
                  <a:gd name="T8" fmla="*/ 27392 w 459"/>
                  <a:gd name="T9" fmla="*/ 45717 h 204"/>
                  <a:gd name="T10" fmla="*/ 783 w 459"/>
                  <a:gd name="T11" fmla="*/ 63659 h 204"/>
                  <a:gd name="T12" fmla="*/ 0 w 459"/>
                  <a:gd name="T13" fmla="*/ 64320 h 204"/>
                  <a:gd name="T14" fmla="*/ 6380 w 459"/>
                  <a:gd name="T15" fmla="*/ 72968 h 204"/>
                  <a:gd name="T16" fmla="*/ 6380 w 459"/>
                  <a:gd name="T17" fmla="*/ 72968 h 204"/>
                  <a:gd name="T18" fmla="*/ 30321 w 459"/>
                  <a:gd name="T19" fmla="*/ 57856 h 204"/>
                  <a:gd name="T20" fmla="*/ 55292 w 459"/>
                  <a:gd name="T21" fmla="*/ 40299 h 204"/>
                  <a:gd name="T22" fmla="*/ 91022 w 459"/>
                  <a:gd name="T23" fmla="*/ 16589 h 204"/>
                  <a:gd name="T24" fmla="*/ 110396 w 459"/>
                  <a:gd name="T25" fmla="*/ 13347 h 204"/>
                  <a:gd name="T26" fmla="*/ 110896 w 459"/>
                  <a:gd name="T27" fmla="*/ 13347 h 204"/>
                  <a:gd name="T28" fmla="*/ 112349 w 459"/>
                  <a:gd name="T29" fmla="*/ 661 h 20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59" h="204">
                    <a:moveTo>
                      <a:pt x="459" y="2"/>
                    </a:moveTo>
                    <a:cubicBezTo>
                      <a:pt x="457" y="1"/>
                      <a:pt x="455" y="1"/>
                      <a:pt x="452" y="1"/>
                    </a:cubicBezTo>
                    <a:cubicBezTo>
                      <a:pt x="424" y="0"/>
                      <a:pt x="393" y="4"/>
                      <a:pt x="363" y="12"/>
                    </a:cubicBezTo>
                    <a:cubicBezTo>
                      <a:pt x="316" y="24"/>
                      <a:pt x="262" y="53"/>
                      <a:pt x="209" y="80"/>
                    </a:cubicBezTo>
                    <a:cubicBezTo>
                      <a:pt x="172" y="99"/>
                      <a:pt x="138" y="117"/>
                      <a:pt x="112" y="127"/>
                    </a:cubicBezTo>
                    <a:cubicBezTo>
                      <a:pt x="69" y="143"/>
                      <a:pt x="27" y="162"/>
                      <a:pt x="3" y="177"/>
                    </a:cubicBezTo>
                    <a:cubicBezTo>
                      <a:pt x="2" y="178"/>
                      <a:pt x="1" y="178"/>
                      <a:pt x="0" y="179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26" y="204"/>
                      <a:pt x="26" y="203"/>
                      <a:pt x="26" y="203"/>
                    </a:cubicBezTo>
                    <a:cubicBezTo>
                      <a:pt x="46" y="192"/>
                      <a:pt x="80" y="177"/>
                      <a:pt x="124" y="161"/>
                    </a:cubicBezTo>
                    <a:cubicBezTo>
                      <a:pt x="153" y="150"/>
                      <a:pt x="188" y="132"/>
                      <a:pt x="226" y="112"/>
                    </a:cubicBezTo>
                    <a:cubicBezTo>
                      <a:pt x="277" y="86"/>
                      <a:pt x="330" y="58"/>
                      <a:pt x="372" y="46"/>
                    </a:cubicBezTo>
                    <a:cubicBezTo>
                      <a:pt x="399" y="39"/>
                      <a:pt x="426" y="36"/>
                      <a:pt x="451" y="37"/>
                    </a:cubicBezTo>
                    <a:cubicBezTo>
                      <a:pt x="452" y="37"/>
                      <a:pt x="452" y="37"/>
                      <a:pt x="453" y="37"/>
                    </a:cubicBezTo>
                    <a:lnTo>
                      <a:pt x="459" y="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1" name="Freeform 492">
                <a:extLst>
                  <a:ext uri="{FF2B5EF4-FFF2-40B4-BE49-F238E27FC236}">
                    <a16:creationId xmlns:a16="http://schemas.microsoft.com/office/drawing/2014/main" id="{09839018-6645-4C91-9C7B-D15725C01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975"/>
                <a:ext cx="1050" cy="202"/>
              </a:xfrm>
              <a:custGeom>
                <a:avLst/>
                <a:gdLst>
                  <a:gd name="T0" fmla="*/ 98175 w 420"/>
                  <a:gd name="T1" fmla="*/ 0 h 76"/>
                  <a:gd name="T2" fmla="*/ 98175 w 420"/>
                  <a:gd name="T3" fmla="*/ 396 h 76"/>
                  <a:gd name="T4" fmla="*/ 40363 w 420"/>
                  <a:gd name="T5" fmla="*/ 10873 h 76"/>
                  <a:gd name="T6" fmla="*/ 19063 w 420"/>
                  <a:gd name="T7" fmla="*/ 12335 h 76"/>
                  <a:gd name="T8" fmla="*/ 1488 w 420"/>
                  <a:gd name="T9" fmla="*/ 13367 h 76"/>
                  <a:gd name="T10" fmla="*/ 783 w 420"/>
                  <a:gd name="T11" fmla="*/ 13367 h 76"/>
                  <a:gd name="T12" fmla="*/ 0 w 420"/>
                  <a:gd name="T13" fmla="*/ 26154 h 76"/>
                  <a:gd name="T14" fmla="*/ 520 w 420"/>
                  <a:gd name="T15" fmla="*/ 26154 h 76"/>
                  <a:gd name="T16" fmla="*/ 20050 w 420"/>
                  <a:gd name="T17" fmla="*/ 25051 h 76"/>
                  <a:gd name="T18" fmla="*/ 40363 w 420"/>
                  <a:gd name="T19" fmla="*/ 23602 h 76"/>
                  <a:gd name="T20" fmla="*/ 101563 w 420"/>
                  <a:gd name="T21" fmla="*/ 11926 h 76"/>
                  <a:gd name="T22" fmla="*/ 102550 w 420"/>
                  <a:gd name="T23" fmla="*/ 10873 h 76"/>
                  <a:gd name="T24" fmla="*/ 98175 w 420"/>
                  <a:gd name="T25" fmla="*/ 0 h 7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0" h="76">
                    <a:moveTo>
                      <a:pt x="402" y="0"/>
                    </a:moveTo>
                    <a:cubicBezTo>
                      <a:pt x="402" y="0"/>
                      <a:pt x="402" y="1"/>
                      <a:pt x="402" y="1"/>
                    </a:cubicBezTo>
                    <a:cubicBezTo>
                      <a:pt x="339" y="28"/>
                      <a:pt x="242" y="30"/>
                      <a:pt x="165" y="31"/>
                    </a:cubicBezTo>
                    <a:cubicBezTo>
                      <a:pt x="130" y="32"/>
                      <a:pt x="99" y="32"/>
                      <a:pt x="78" y="35"/>
                    </a:cubicBezTo>
                    <a:cubicBezTo>
                      <a:pt x="49" y="39"/>
                      <a:pt x="26" y="40"/>
                      <a:pt x="6" y="38"/>
                    </a:cubicBezTo>
                    <a:cubicBezTo>
                      <a:pt x="4" y="38"/>
                      <a:pt x="3" y="38"/>
                      <a:pt x="3" y="38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" y="74"/>
                      <a:pt x="1" y="74"/>
                      <a:pt x="2" y="74"/>
                    </a:cubicBezTo>
                    <a:cubicBezTo>
                      <a:pt x="24" y="76"/>
                      <a:pt x="52" y="75"/>
                      <a:pt x="82" y="71"/>
                    </a:cubicBezTo>
                    <a:cubicBezTo>
                      <a:pt x="102" y="68"/>
                      <a:pt x="131" y="68"/>
                      <a:pt x="165" y="67"/>
                    </a:cubicBezTo>
                    <a:cubicBezTo>
                      <a:pt x="246" y="66"/>
                      <a:pt x="347" y="64"/>
                      <a:pt x="416" y="34"/>
                    </a:cubicBezTo>
                    <a:cubicBezTo>
                      <a:pt x="417" y="33"/>
                      <a:pt x="419" y="32"/>
                      <a:pt x="420" y="31"/>
                    </a:cubicBezTo>
                    <a:lnTo>
                      <a:pt x="402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2" name="Freeform 493">
                <a:extLst>
                  <a:ext uri="{FF2B5EF4-FFF2-40B4-BE49-F238E27FC236}">
                    <a16:creationId xmlns:a16="http://schemas.microsoft.com/office/drawing/2014/main" id="{9F477EFD-4DC9-4B60-B117-2C9FF9B5EC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26" y="1383"/>
                <a:ext cx="1087" cy="608"/>
              </a:xfrm>
              <a:custGeom>
                <a:avLst/>
                <a:gdLst>
                  <a:gd name="T0" fmla="*/ 80595 w 435"/>
                  <a:gd name="T1" fmla="*/ 19421 h 228"/>
                  <a:gd name="T2" fmla="*/ 66252 w 435"/>
                  <a:gd name="T3" fmla="*/ 25885 h 228"/>
                  <a:gd name="T4" fmla="*/ 59620 w 435"/>
                  <a:gd name="T5" fmla="*/ 43144 h 228"/>
                  <a:gd name="T6" fmla="*/ 52601 w 435"/>
                  <a:gd name="T7" fmla="*/ 34531 h 228"/>
                  <a:gd name="T8" fmla="*/ 31191 w 435"/>
                  <a:gd name="T9" fmla="*/ 44237 h 228"/>
                  <a:gd name="T10" fmla="*/ 24839 w 435"/>
                  <a:gd name="T11" fmla="*/ 51371 h 228"/>
                  <a:gd name="T12" fmla="*/ 16260 w 435"/>
                  <a:gd name="T13" fmla="*/ 65784 h 228"/>
                  <a:gd name="T14" fmla="*/ 8454 w 435"/>
                  <a:gd name="T15" fmla="*/ 72269 h 228"/>
                  <a:gd name="T16" fmla="*/ 21125 w 435"/>
                  <a:gd name="T17" fmla="*/ 69725 h 228"/>
                  <a:gd name="T18" fmla="*/ 40631 w 435"/>
                  <a:gd name="T19" fmla="*/ 70541 h 228"/>
                  <a:gd name="T20" fmla="*/ 77472 w 435"/>
                  <a:gd name="T21" fmla="*/ 67563 h 228"/>
                  <a:gd name="T22" fmla="*/ 96461 w 435"/>
                  <a:gd name="T23" fmla="*/ 19819 h 228"/>
                  <a:gd name="T24" fmla="*/ 62349 w 435"/>
                  <a:gd name="T25" fmla="*/ 31709 h 228"/>
                  <a:gd name="T26" fmla="*/ 48230 w 435"/>
                  <a:gd name="T27" fmla="*/ 39901 h 228"/>
                  <a:gd name="T28" fmla="*/ 21643 w 435"/>
                  <a:gd name="T29" fmla="*/ 47480 h 228"/>
                  <a:gd name="T30" fmla="*/ 21905 w 435"/>
                  <a:gd name="T31" fmla="*/ 60019 h 228"/>
                  <a:gd name="T32" fmla="*/ 9940 w 435"/>
                  <a:gd name="T33" fmla="*/ 69027 h 228"/>
                  <a:gd name="T34" fmla="*/ 18209 w 435"/>
                  <a:gd name="T35" fmla="*/ 66197 h 228"/>
                  <a:gd name="T36" fmla="*/ 31191 w 435"/>
                  <a:gd name="T37" fmla="*/ 61496 h 228"/>
                  <a:gd name="T38" fmla="*/ 34312 w 435"/>
                  <a:gd name="T39" fmla="*/ 59315 h 228"/>
                  <a:gd name="T40" fmla="*/ 39652 w 435"/>
                  <a:gd name="T41" fmla="*/ 43144 h 228"/>
                  <a:gd name="T42" fmla="*/ 40944 w 435"/>
                  <a:gd name="T43" fmla="*/ 48149 h 228"/>
                  <a:gd name="T44" fmla="*/ 45314 w 435"/>
                  <a:gd name="T45" fmla="*/ 43541 h 228"/>
                  <a:gd name="T46" fmla="*/ 50647 w 435"/>
                  <a:gd name="T47" fmla="*/ 43541 h 228"/>
                  <a:gd name="T48" fmla="*/ 28929 w 435"/>
                  <a:gd name="T49" fmla="*/ 66901 h 228"/>
                  <a:gd name="T50" fmla="*/ 38995 w 435"/>
                  <a:gd name="T51" fmla="*/ 60835 h 228"/>
                  <a:gd name="T52" fmla="*/ 40944 w 435"/>
                  <a:gd name="T53" fmla="*/ 58253 h 228"/>
                  <a:gd name="T54" fmla="*/ 42580 w 435"/>
                  <a:gd name="T55" fmla="*/ 65387 h 228"/>
                  <a:gd name="T56" fmla="*/ 54083 w 435"/>
                  <a:gd name="T57" fmla="*/ 44907 h 228"/>
                  <a:gd name="T58" fmla="*/ 38477 w 435"/>
                  <a:gd name="T59" fmla="*/ 68360 h 228"/>
                  <a:gd name="T60" fmla="*/ 49210 w 435"/>
                  <a:gd name="T61" fmla="*/ 66504 h 228"/>
                  <a:gd name="T62" fmla="*/ 55517 w 435"/>
                  <a:gd name="T63" fmla="*/ 51789 h 228"/>
                  <a:gd name="T64" fmla="*/ 54550 w 435"/>
                  <a:gd name="T65" fmla="*/ 62144 h 228"/>
                  <a:gd name="T66" fmla="*/ 63053 w 435"/>
                  <a:gd name="T67" fmla="*/ 37069 h 228"/>
                  <a:gd name="T68" fmla="*/ 59932 w 435"/>
                  <a:gd name="T69" fmla="*/ 62144 h 228"/>
                  <a:gd name="T70" fmla="*/ 43360 w 435"/>
                  <a:gd name="T71" fmla="*/ 74035 h 228"/>
                  <a:gd name="T72" fmla="*/ 63836 w 435"/>
                  <a:gd name="T73" fmla="*/ 62144 h 228"/>
                  <a:gd name="T74" fmla="*/ 77672 w 435"/>
                  <a:gd name="T75" fmla="*/ 36259 h 228"/>
                  <a:gd name="T76" fmla="*/ 79626 w 435"/>
                  <a:gd name="T77" fmla="*/ 33016 h 228"/>
                  <a:gd name="T78" fmla="*/ 90298 w 435"/>
                  <a:gd name="T79" fmla="*/ 26944 h 228"/>
                  <a:gd name="T80" fmla="*/ 87382 w 435"/>
                  <a:gd name="T81" fmla="*/ 12949 h 228"/>
                  <a:gd name="T82" fmla="*/ 91078 w 435"/>
                  <a:gd name="T83" fmla="*/ 9045 h 228"/>
                  <a:gd name="T84" fmla="*/ 97910 w 435"/>
                  <a:gd name="T85" fmla="*/ 27363 h 228"/>
                  <a:gd name="T86" fmla="*/ 81575 w 435"/>
                  <a:gd name="T87" fmla="*/ 34531 h 228"/>
                  <a:gd name="T88" fmla="*/ 71122 w 435"/>
                  <a:gd name="T89" fmla="*/ 48947 h 228"/>
                  <a:gd name="T90" fmla="*/ 73071 w 435"/>
                  <a:gd name="T91" fmla="*/ 47880 h 228"/>
                  <a:gd name="T92" fmla="*/ 81837 w 435"/>
                  <a:gd name="T93" fmla="*/ 50005 h 228"/>
                  <a:gd name="T94" fmla="*/ 85428 w 435"/>
                  <a:gd name="T95" fmla="*/ 51371 h 228"/>
                  <a:gd name="T96" fmla="*/ 86708 w 435"/>
                  <a:gd name="T97" fmla="*/ 41664 h 228"/>
                  <a:gd name="T98" fmla="*/ 91778 w 435"/>
                  <a:gd name="T99" fmla="*/ 29525 h 228"/>
                  <a:gd name="T100" fmla="*/ 95681 w 435"/>
                  <a:gd name="T101" fmla="*/ 30891 h 228"/>
                  <a:gd name="T102" fmla="*/ 92765 w 435"/>
                  <a:gd name="T103" fmla="*/ 45304 h 228"/>
                  <a:gd name="T104" fmla="*/ 99864 w 435"/>
                  <a:gd name="T105" fmla="*/ 36659 h 228"/>
                  <a:gd name="T106" fmla="*/ 87382 w 435"/>
                  <a:gd name="T107" fmla="*/ 53248 h 228"/>
                  <a:gd name="T108" fmla="*/ 83791 w 435"/>
                  <a:gd name="T109" fmla="*/ 53248 h 228"/>
                  <a:gd name="T110" fmla="*/ 87882 w 435"/>
                  <a:gd name="T111" fmla="*/ 55672 h 228"/>
                  <a:gd name="T112" fmla="*/ 96148 w 435"/>
                  <a:gd name="T113" fmla="*/ 49208 h 228"/>
                  <a:gd name="T114" fmla="*/ 98410 w 435"/>
                  <a:gd name="T115" fmla="*/ 47880 h 228"/>
                  <a:gd name="T116" fmla="*/ 82542 w 435"/>
                  <a:gd name="T117" fmla="*/ 60437 h 22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35" h="228">
                    <a:moveTo>
                      <a:pt x="364" y="3"/>
                    </a:moveTo>
                    <a:cubicBezTo>
                      <a:pt x="361" y="6"/>
                      <a:pt x="360" y="9"/>
                      <a:pt x="360" y="12"/>
                    </a:cubicBezTo>
                    <a:cubicBezTo>
                      <a:pt x="360" y="18"/>
                      <a:pt x="365" y="25"/>
                      <a:pt x="367" y="29"/>
                    </a:cubicBezTo>
                    <a:cubicBezTo>
                      <a:pt x="370" y="32"/>
                      <a:pt x="370" y="32"/>
                      <a:pt x="370" y="32"/>
                    </a:cubicBezTo>
                    <a:cubicBezTo>
                      <a:pt x="372" y="36"/>
                      <a:pt x="374" y="39"/>
                      <a:pt x="376" y="43"/>
                    </a:cubicBezTo>
                    <a:cubicBezTo>
                      <a:pt x="373" y="37"/>
                      <a:pt x="368" y="31"/>
                      <a:pt x="363" y="29"/>
                    </a:cubicBezTo>
                    <a:cubicBezTo>
                      <a:pt x="357" y="26"/>
                      <a:pt x="352" y="27"/>
                      <a:pt x="346" y="29"/>
                    </a:cubicBezTo>
                    <a:cubicBezTo>
                      <a:pt x="339" y="32"/>
                      <a:pt x="332" y="40"/>
                      <a:pt x="331" y="47"/>
                    </a:cubicBezTo>
                    <a:cubicBezTo>
                      <a:pt x="330" y="48"/>
                      <a:pt x="330" y="49"/>
                      <a:pt x="330" y="51"/>
                    </a:cubicBezTo>
                    <a:cubicBezTo>
                      <a:pt x="330" y="52"/>
                      <a:pt x="331" y="53"/>
                      <a:pt x="331" y="54"/>
                    </a:cubicBezTo>
                    <a:cubicBezTo>
                      <a:pt x="324" y="55"/>
                      <a:pt x="319" y="58"/>
                      <a:pt x="316" y="63"/>
                    </a:cubicBezTo>
                    <a:cubicBezTo>
                      <a:pt x="315" y="64"/>
                      <a:pt x="315" y="66"/>
                      <a:pt x="314" y="68"/>
                    </a:cubicBezTo>
                    <a:cubicBezTo>
                      <a:pt x="307" y="65"/>
                      <a:pt x="300" y="66"/>
                      <a:pt x="294" y="69"/>
                    </a:cubicBezTo>
                    <a:cubicBezTo>
                      <a:pt x="288" y="72"/>
                      <a:pt x="283" y="78"/>
                      <a:pt x="281" y="88"/>
                    </a:cubicBezTo>
                    <a:cubicBezTo>
                      <a:pt x="280" y="91"/>
                      <a:pt x="279" y="94"/>
                      <a:pt x="279" y="97"/>
                    </a:cubicBezTo>
                    <a:cubicBezTo>
                      <a:pt x="276" y="98"/>
                      <a:pt x="274" y="98"/>
                      <a:pt x="272" y="100"/>
                    </a:cubicBezTo>
                    <a:cubicBezTo>
                      <a:pt x="271" y="101"/>
                      <a:pt x="269" y="102"/>
                      <a:pt x="268" y="104"/>
                    </a:cubicBezTo>
                    <a:cubicBezTo>
                      <a:pt x="268" y="102"/>
                      <a:pt x="267" y="100"/>
                      <a:pt x="266" y="99"/>
                    </a:cubicBezTo>
                    <a:cubicBezTo>
                      <a:pt x="265" y="97"/>
                      <a:pt x="263" y="95"/>
                      <a:pt x="261" y="93"/>
                    </a:cubicBezTo>
                    <a:cubicBezTo>
                      <a:pt x="266" y="87"/>
                      <a:pt x="272" y="80"/>
                      <a:pt x="272" y="72"/>
                    </a:cubicBezTo>
                    <a:cubicBezTo>
                      <a:pt x="272" y="68"/>
                      <a:pt x="270" y="63"/>
                      <a:pt x="265" y="57"/>
                    </a:cubicBezTo>
                    <a:cubicBezTo>
                      <a:pt x="256" y="48"/>
                      <a:pt x="244" y="46"/>
                      <a:pt x="231" y="51"/>
                    </a:cubicBezTo>
                    <a:cubicBezTo>
                      <a:pt x="226" y="54"/>
                      <a:pt x="219" y="59"/>
                      <a:pt x="218" y="67"/>
                    </a:cubicBezTo>
                    <a:cubicBezTo>
                      <a:pt x="218" y="67"/>
                      <a:pt x="218" y="68"/>
                      <a:pt x="218" y="68"/>
                    </a:cubicBezTo>
                    <a:cubicBezTo>
                      <a:pt x="218" y="71"/>
                      <a:pt x="219" y="76"/>
                      <a:pt x="224" y="80"/>
                    </a:cubicBezTo>
                    <a:cubicBezTo>
                      <a:pt x="224" y="80"/>
                      <a:pt x="225" y="80"/>
                      <a:pt x="225" y="80"/>
                    </a:cubicBezTo>
                    <a:cubicBezTo>
                      <a:pt x="234" y="85"/>
                      <a:pt x="234" y="85"/>
                      <a:pt x="234" y="85"/>
                    </a:cubicBezTo>
                    <a:cubicBezTo>
                      <a:pt x="240" y="88"/>
                      <a:pt x="246" y="90"/>
                      <a:pt x="251" y="94"/>
                    </a:cubicBezTo>
                    <a:cubicBezTo>
                      <a:pt x="247" y="100"/>
                      <a:pt x="243" y="105"/>
                      <a:pt x="243" y="112"/>
                    </a:cubicBezTo>
                    <a:cubicBezTo>
                      <a:pt x="243" y="115"/>
                      <a:pt x="244" y="117"/>
                      <a:pt x="245" y="120"/>
                    </a:cubicBezTo>
                    <a:cubicBezTo>
                      <a:pt x="247" y="126"/>
                      <a:pt x="251" y="129"/>
                      <a:pt x="255" y="131"/>
                    </a:cubicBezTo>
                    <a:cubicBezTo>
                      <a:pt x="256" y="132"/>
                      <a:pt x="258" y="134"/>
                      <a:pt x="258" y="135"/>
                    </a:cubicBezTo>
                    <a:cubicBezTo>
                      <a:pt x="258" y="135"/>
                      <a:pt x="258" y="135"/>
                      <a:pt x="258" y="136"/>
                    </a:cubicBezTo>
                    <a:cubicBezTo>
                      <a:pt x="258" y="136"/>
                      <a:pt x="258" y="137"/>
                      <a:pt x="256" y="139"/>
                    </a:cubicBezTo>
                    <a:cubicBezTo>
                      <a:pt x="254" y="142"/>
                      <a:pt x="252" y="144"/>
                      <a:pt x="249" y="144"/>
                    </a:cubicBezTo>
                    <a:cubicBezTo>
                      <a:pt x="249" y="144"/>
                      <a:pt x="249" y="143"/>
                      <a:pt x="248" y="142"/>
                    </a:cubicBezTo>
                    <a:cubicBezTo>
                      <a:pt x="245" y="133"/>
                      <a:pt x="242" y="125"/>
                      <a:pt x="239" y="118"/>
                    </a:cubicBezTo>
                    <a:cubicBezTo>
                      <a:pt x="238" y="112"/>
                      <a:pt x="236" y="109"/>
                      <a:pt x="233" y="107"/>
                    </a:cubicBezTo>
                    <a:cubicBezTo>
                      <a:pt x="233" y="107"/>
                      <a:pt x="233" y="107"/>
                      <a:pt x="233" y="107"/>
                    </a:cubicBezTo>
                    <a:cubicBezTo>
                      <a:pt x="228" y="100"/>
                      <a:pt x="223" y="96"/>
                      <a:pt x="216" y="96"/>
                    </a:cubicBezTo>
                    <a:cubicBezTo>
                      <a:pt x="209" y="96"/>
                      <a:pt x="205" y="99"/>
                      <a:pt x="202" y="104"/>
                    </a:cubicBezTo>
                    <a:cubicBezTo>
                      <a:pt x="200" y="103"/>
                      <a:pt x="197" y="102"/>
                      <a:pt x="194" y="102"/>
                    </a:cubicBezTo>
                    <a:cubicBezTo>
                      <a:pt x="188" y="102"/>
                      <a:pt x="183" y="104"/>
                      <a:pt x="181" y="109"/>
                    </a:cubicBezTo>
                    <a:cubicBezTo>
                      <a:pt x="180" y="109"/>
                      <a:pt x="180" y="110"/>
                      <a:pt x="179" y="111"/>
                    </a:cubicBezTo>
                    <a:cubicBezTo>
                      <a:pt x="176" y="111"/>
                      <a:pt x="172" y="112"/>
                      <a:pt x="169" y="113"/>
                    </a:cubicBezTo>
                    <a:cubicBezTo>
                      <a:pt x="169" y="114"/>
                      <a:pt x="168" y="114"/>
                      <a:pt x="168" y="114"/>
                    </a:cubicBezTo>
                    <a:cubicBezTo>
                      <a:pt x="161" y="109"/>
                      <a:pt x="153" y="108"/>
                      <a:pt x="146" y="112"/>
                    </a:cubicBezTo>
                    <a:cubicBezTo>
                      <a:pt x="144" y="108"/>
                      <a:pt x="142" y="106"/>
                      <a:pt x="139" y="105"/>
                    </a:cubicBezTo>
                    <a:cubicBezTo>
                      <a:pt x="134" y="105"/>
                      <a:pt x="131" y="111"/>
                      <a:pt x="130" y="113"/>
                    </a:cubicBezTo>
                    <a:cubicBezTo>
                      <a:pt x="129" y="116"/>
                      <a:pt x="128" y="120"/>
                      <a:pt x="128" y="123"/>
                    </a:cubicBezTo>
                    <a:cubicBezTo>
                      <a:pt x="128" y="126"/>
                      <a:pt x="129" y="129"/>
                      <a:pt x="129" y="131"/>
                    </a:cubicBezTo>
                    <a:cubicBezTo>
                      <a:pt x="128" y="133"/>
                      <a:pt x="128" y="135"/>
                      <a:pt x="127" y="137"/>
                    </a:cubicBezTo>
                    <a:cubicBezTo>
                      <a:pt x="127" y="136"/>
                      <a:pt x="126" y="135"/>
                      <a:pt x="125" y="134"/>
                    </a:cubicBezTo>
                    <a:cubicBezTo>
                      <a:pt x="123" y="132"/>
                      <a:pt x="121" y="131"/>
                      <a:pt x="117" y="131"/>
                    </a:cubicBezTo>
                    <a:cubicBezTo>
                      <a:pt x="113" y="131"/>
                      <a:pt x="109" y="132"/>
                      <a:pt x="105" y="133"/>
                    </a:cubicBezTo>
                    <a:cubicBezTo>
                      <a:pt x="100" y="127"/>
                      <a:pt x="95" y="122"/>
                      <a:pt x="91" y="122"/>
                    </a:cubicBezTo>
                    <a:cubicBezTo>
                      <a:pt x="88" y="122"/>
                      <a:pt x="84" y="122"/>
                      <a:pt x="81" y="129"/>
                    </a:cubicBezTo>
                    <a:cubicBezTo>
                      <a:pt x="79" y="136"/>
                      <a:pt x="77" y="142"/>
                      <a:pt x="81" y="146"/>
                    </a:cubicBezTo>
                    <a:cubicBezTo>
                      <a:pt x="85" y="150"/>
                      <a:pt x="91" y="147"/>
                      <a:pt x="99" y="144"/>
                    </a:cubicBezTo>
                    <a:cubicBezTo>
                      <a:pt x="100" y="143"/>
                      <a:pt x="101" y="143"/>
                      <a:pt x="102" y="143"/>
                    </a:cubicBezTo>
                    <a:cubicBezTo>
                      <a:pt x="106" y="149"/>
                      <a:pt x="110" y="156"/>
                      <a:pt x="111" y="159"/>
                    </a:cubicBezTo>
                    <a:cubicBezTo>
                      <a:pt x="112" y="163"/>
                      <a:pt x="112" y="168"/>
                      <a:pt x="112" y="174"/>
                    </a:cubicBezTo>
                    <a:cubicBezTo>
                      <a:pt x="112" y="186"/>
                      <a:pt x="110" y="199"/>
                      <a:pt x="103" y="201"/>
                    </a:cubicBezTo>
                    <a:cubicBezTo>
                      <a:pt x="101" y="197"/>
                      <a:pt x="99" y="193"/>
                      <a:pt x="98" y="189"/>
                    </a:cubicBezTo>
                    <a:cubicBezTo>
                      <a:pt x="97" y="187"/>
                      <a:pt x="97" y="186"/>
                      <a:pt x="96" y="184"/>
                    </a:cubicBezTo>
                    <a:cubicBezTo>
                      <a:pt x="96" y="183"/>
                      <a:pt x="96" y="182"/>
                      <a:pt x="96" y="182"/>
                    </a:cubicBezTo>
                    <a:cubicBezTo>
                      <a:pt x="97" y="176"/>
                      <a:pt x="98" y="172"/>
                      <a:pt x="98" y="167"/>
                    </a:cubicBezTo>
                    <a:cubicBezTo>
                      <a:pt x="98" y="162"/>
                      <a:pt x="97" y="157"/>
                      <a:pt x="93" y="154"/>
                    </a:cubicBezTo>
                    <a:cubicBezTo>
                      <a:pt x="91" y="151"/>
                      <a:pt x="87" y="150"/>
                      <a:pt x="82" y="150"/>
                    </a:cubicBezTo>
                    <a:cubicBezTo>
                      <a:pt x="72" y="152"/>
                      <a:pt x="69" y="167"/>
                      <a:pt x="67" y="183"/>
                    </a:cubicBezTo>
                    <a:cubicBezTo>
                      <a:pt x="66" y="190"/>
                      <a:pt x="65" y="198"/>
                      <a:pt x="63" y="204"/>
                    </a:cubicBezTo>
                    <a:cubicBezTo>
                      <a:pt x="63" y="204"/>
                      <a:pt x="63" y="204"/>
                      <a:pt x="63" y="204"/>
                    </a:cubicBezTo>
                    <a:cubicBezTo>
                      <a:pt x="62" y="194"/>
                      <a:pt x="61" y="182"/>
                      <a:pt x="49" y="180"/>
                    </a:cubicBezTo>
                    <a:cubicBezTo>
                      <a:pt x="45" y="180"/>
                      <a:pt x="42" y="181"/>
                      <a:pt x="40" y="183"/>
                    </a:cubicBezTo>
                    <a:cubicBezTo>
                      <a:pt x="38" y="174"/>
                      <a:pt x="35" y="166"/>
                      <a:pt x="27" y="165"/>
                    </a:cubicBezTo>
                    <a:cubicBezTo>
                      <a:pt x="10" y="164"/>
                      <a:pt x="4" y="182"/>
                      <a:pt x="3" y="193"/>
                    </a:cubicBezTo>
                    <a:cubicBezTo>
                      <a:pt x="1" y="207"/>
                      <a:pt x="0" y="218"/>
                      <a:pt x="6" y="224"/>
                    </a:cubicBezTo>
                    <a:cubicBezTo>
                      <a:pt x="8" y="226"/>
                      <a:pt x="11" y="228"/>
                      <a:pt x="15" y="228"/>
                    </a:cubicBezTo>
                    <a:cubicBezTo>
                      <a:pt x="23" y="228"/>
                      <a:pt x="27" y="219"/>
                      <a:pt x="31" y="209"/>
                    </a:cubicBezTo>
                    <a:cubicBezTo>
                      <a:pt x="32" y="206"/>
                      <a:pt x="33" y="204"/>
                      <a:pt x="35" y="201"/>
                    </a:cubicBezTo>
                    <a:cubicBezTo>
                      <a:pt x="36" y="208"/>
                      <a:pt x="38" y="214"/>
                      <a:pt x="42" y="216"/>
                    </a:cubicBezTo>
                    <a:cubicBezTo>
                      <a:pt x="48" y="220"/>
                      <a:pt x="54" y="222"/>
                      <a:pt x="58" y="220"/>
                    </a:cubicBezTo>
                    <a:cubicBezTo>
                      <a:pt x="59" y="222"/>
                      <a:pt x="60" y="223"/>
                      <a:pt x="61" y="224"/>
                    </a:cubicBezTo>
                    <a:cubicBezTo>
                      <a:pt x="64" y="226"/>
                      <a:pt x="67" y="227"/>
                      <a:pt x="72" y="226"/>
                    </a:cubicBezTo>
                    <a:cubicBezTo>
                      <a:pt x="83" y="225"/>
                      <a:pt x="85" y="216"/>
                      <a:pt x="85" y="207"/>
                    </a:cubicBezTo>
                    <a:cubicBezTo>
                      <a:pt x="85" y="202"/>
                      <a:pt x="84" y="198"/>
                      <a:pt x="84" y="194"/>
                    </a:cubicBezTo>
                    <a:cubicBezTo>
                      <a:pt x="84" y="191"/>
                      <a:pt x="83" y="186"/>
                      <a:pt x="83" y="183"/>
                    </a:cubicBezTo>
                    <a:cubicBezTo>
                      <a:pt x="83" y="181"/>
                      <a:pt x="83" y="179"/>
                      <a:pt x="84" y="178"/>
                    </a:cubicBezTo>
                    <a:cubicBezTo>
                      <a:pt x="85" y="179"/>
                      <a:pt x="86" y="182"/>
                      <a:pt x="88" y="185"/>
                    </a:cubicBezTo>
                    <a:cubicBezTo>
                      <a:pt x="87" y="188"/>
                      <a:pt x="87" y="192"/>
                      <a:pt x="87" y="194"/>
                    </a:cubicBezTo>
                    <a:cubicBezTo>
                      <a:pt x="87" y="200"/>
                      <a:pt x="88" y="205"/>
                      <a:pt x="91" y="207"/>
                    </a:cubicBezTo>
                    <a:cubicBezTo>
                      <a:pt x="93" y="209"/>
                      <a:pt x="96" y="210"/>
                      <a:pt x="98" y="210"/>
                    </a:cubicBezTo>
                    <a:cubicBezTo>
                      <a:pt x="103" y="217"/>
                      <a:pt x="108" y="221"/>
                      <a:pt x="116" y="220"/>
                    </a:cubicBezTo>
                    <a:cubicBezTo>
                      <a:pt x="122" y="218"/>
                      <a:pt x="126" y="215"/>
                      <a:pt x="128" y="211"/>
                    </a:cubicBezTo>
                    <a:cubicBezTo>
                      <a:pt x="130" y="212"/>
                      <a:pt x="132" y="212"/>
                      <a:pt x="133" y="212"/>
                    </a:cubicBezTo>
                    <a:cubicBezTo>
                      <a:pt x="141" y="211"/>
                      <a:pt x="146" y="200"/>
                      <a:pt x="148" y="192"/>
                    </a:cubicBezTo>
                    <a:cubicBezTo>
                      <a:pt x="150" y="194"/>
                      <a:pt x="151" y="196"/>
                      <a:pt x="153" y="197"/>
                    </a:cubicBezTo>
                    <a:cubicBezTo>
                      <a:pt x="157" y="199"/>
                      <a:pt x="161" y="198"/>
                      <a:pt x="165" y="194"/>
                    </a:cubicBezTo>
                    <a:cubicBezTo>
                      <a:pt x="166" y="194"/>
                      <a:pt x="166" y="195"/>
                      <a:pt x="167" y="195"/>
                    </a:cubicBezTo>
                    <a:cubicBezTo>
                      <a:pt x="167" y="195"/>
                      <a:pt x="167" y="196"/>
                      <a:pt x="167" y="196"/>
                    </a:cubicBezTo>
                    <a:cubicBezTo>
                      <a:pt x="167" y="203"/>
                      <a:pt x="169" y="209"/>
                      <a:pt x="174" y="212"/>
                    </a:cubicBezTo>
                    <a:cubicBezTo>
                      <a:pt x="176" y="214"/>
                      <a:pt x="181" y="216"/>
                      <a:pt x="187" y="213"/>
                    </a:cubicBezTo>
                    <a:cubicBezTo>
                      <a:pt x="192" y="211"/>
                      <a:pt x="195" y="208"/>
                      <a:pt x="197" y="204"/>
                    </a:cubicBezTo>
                    <a:cubicBezTo>
                      <a:pt x="198" y="204"/>
                      <a:pt x="198" y="204"/>
                      <a:pt x="199" y="204"/>
                    </a:cubicBezTo>
                    <a:cubicBezTo>
                      <a:pt x="206" y="204"/>
                      <a:pt x="212" y="201"/>
                      <a:pt x="217" y="196"/>
                    </a:cubicBezTo>
                    <a:cubicBezTo>
                      <a:pt x="223" y="199"/>
                      <a:pt x="230" y="200"/>
                      <a:pt x="238" y="198"/>
                    </a:cubicBezTo>
                    <a:cubicBezTo>
                      <a:pt x="249" y="196"/>
                      <a:pt x="255" y="190"/>
                      <a:pt x="259" y="183"/>
                    </a:cubicBezTo>
                    <a:cubicBezTo>
                      <a:pt x="264" y="190"/>
                      <a:pt x="270" y="194"/>
                      <a:pt x="278" y="194"/>
                    </a:cubicBezTo>
                    <a:cubicBezTo>
                      <a:pt x="290" y="193"/>
                      <a:pt x="297" y="187"/>
                      <a:pt x="301" y="180"/>
                    </a:cubicBezTo>
                    <a:cubicBezTo>
                      <a:pt x="305" y="185"/>
                      <a:pt x="310" y="188"/>
                      <a:pt x="318" y="188"/>
                    </a:cubicBezTo>
                    <a:cubicBezTo>
                      <a:pt x="325" y="188"/>
                      <a:pt x="330" y="186"/>
                      <a:pt x="333" y="184"/>
                    </a:cubicBezTo>
                    <a:cubicBezTo>
                      <a:pt x="333" y="184"/>
                      <a:pt x="334" y="184"/>
                      <a:pt x="335" y="184"/>
                    </a:cubicBezTo>
                    <a:cubicBezTo>
                      <a:pt x="344" y="183"/>
                      <a:pt x="354" y="175"/>
                      <a:pt x="361" y="168"/>
                    </a:cubicBezTo>
                    <a:cubicBezTo>
                      <a:pt x="365" y="171"/>
                      <a:pt x="369" y="173"/>
                      <a:pt x="373" y="173"/>
                    </a:cubicBezTo>
                    <a:cubicBezTo>
                      <a:pt x="379" y="173"/>
                      <a:pt x="384" y="171"/>
                      <a:pt x="388" y="167"/>
                    </a:cubicBezTo>
                    <a:cubicBezTo>
                      <a:pt x="403" y="167"/>
                      <a:pt x="415" y="164"/>
                      <a:pt x="423" y="154"/>
                    </a:cubicBezTo>
                    <a:cubicBezTo>
                      <a:pt x="431" y="143"/>
                      <a:pt x="435" y="130"/>
                      <a:pt x="435" y="118"/>
                    </a:cubicBezTo>
                    <a:cubicBezTo>
                      <a:pt x="435" y="107"/>
                      <a:pt x="432" y="96"/>
                      <a:pt x="426" y="88"/>
                    </a:cubicBezTo>
                    <a:cubicBezTo>
                      <a:pt x="422" y="82"/>
                      <a:pt x="417" y="79"/>
                      <a:pt x="411" y="77"/>
                    </a:cubicBezTo>
                    <a:cubicBezTo>
                      <a:pt x="407" y="69"/>
                      <a:pt x="402" y="62"/>
                      <a:pt x="396" y="55"/>
                    </a:cubicBezTo>
                    <a:cubicBezTo>
                      <a:pt x="400" y="49"/>
                      <a:pt x="403" y="43"/>
                      <a:pt x="403" y="36"/>
                    </a:cubicBezTo>
                    <a:cubicBezTo>
                      <a:pt x="403" y="32"/>
                      <a:pt x="402" y="28"/>
                      <a:pt x="399" y="23"/>
                    </a:cubicBezTo>
                    <a:cubicBezTo>
                      <a:pt x="397" y="17"/>
                      <a:pt x="385" y="4"/>
                      <a:pt x="375" y="2"/>
                    </a:cubicBezTo>
                    <a:cubicBezTo>
                      <a:pt x="370" y="0"/>
                      <a:pt x="366" y="2"/>
                      <a:pt x="364" y="3"/>
                    </a:cubicBezTo>
                    <a:close/>
                    <a:moveTo>
                      <a:pt x="226" y="68"/>
                    </a:moveTo>
                    <a:cubicBezTo>
                      <a:pt x="226" y="68"/>
                      <a:pt x="226" y="68"/>
                      <a:pt x="226" y="68"/>
                    </a:cubicBezTo>
                    <a:cubicBezTo>
                      <a:pt x="226" y="64"/>
                      <a:pt x="231" y="60"/>
                      <a:pt x="235" y="59"/>
                    </a:cubicBezTo>
                    <a:cubicBezTo>
                      <a:pt x="244" y="54"/>
                      <a:pt x="253" y="56"/>
                      <a:pt x="260" y="63"/>
                    </a:cubicBezTo>
                    <a:cubicBezTo>
                      <a:pt x="263" y="66"/>
                      <a:pt x="264" y="69"/>
                      <a:pt x="264" y="72"/>
                    </a:cubicBezTo>
                    <a:cubicBezTo>
                      <a:pt x="264" y="77"/>
                      <a:pt x="261" y="82"/>
                      <a:pt x="256" y="88"/>
                    </a:cubicBezTo>
                    <a:cubicBezTo>
                      <a:pt x="250" y="84"/>
                      <a:pt x="244" y="81"/>
                      <a:pt x="238" y="78"/>
                    </a:cubicBezTo>
                    <a:cubicBezTo>
                      <a:pt x="238" y="78"/>
                      <a:pt x="230" y="74"/>
                      <a:pt x="229" y="74"/>
                    </a:cubicBezTo>
                    <a:cubicBezTo>
                      <a:pt x="227" y="72"/>
                      <a:pt x="226" y="70"/>
                      <a:pt x="226" y="68"/>
                    </a:cubicBezTo>
                    <a:close/>
                    <a:moveTo>
                      <a:pt x="138" y="116"/>
                    </a:moveTo>
                    <a:cubicBezTo>
                      <a:pt x="138" y="115"/>
                      <a:pt x="138" y="115"/>
                      <a:pt x="138" y="114"/>
                    </a:cubicBezTo>
                    <a:cubicBezTo>
                      <a:pt x="139" y="115"/>
                      <a:pt x="139" y="115"/>
                      <a:pt x="139" y="116"/>
                    </a:cubicBezTo>
                    <a:cubicBezTo>
                      <a:pt x="139" y="117"/>
                      <a:pt x="138" y="117"/>
                      <a:pt x="137" y="118"/>
                    </a:cubicBezTo>
                    <a:cubicBezTo>
                      <a:pt x="137" y="117"/>
                      <a:pt x="137" y="117"/>
                      <a:pt x="138" y="116"/>
                    </a:cubicBezTo>
                    <a:close/>
                    <a:moveTo>
                      <a:pt x="194" y="110"/>
                    </a:moveTo>
                    <a:cubicBezTo>
                      <a:pt x="197" y="110"/>
                      <a:pt x="198" y="111"/>
                      <a:pt x="198" y="111"/>
                    </a:cubicBezTo>
                    <a:cubicBezTo>
                      <a:pt x="198" y="111"/>
                      <a:pt x="199" y="112"/>
                      <a:pt x="199" y="113"/>
                    </a:cubicBezTo>
                    <a:cubicBezTo>
                      <a:pt x="199" y="114"/>
                      <a:pt x="198" y="115"/>
                      <a:pt x="198" y="117"/>
                    </a:cubicBezTo>
                    <a:cubicBezTo>
                      <a:pt x="194" y="115"/>
                      <a:pt x="191" y="114"/>
                      <a:pt x="187" y="113"/>
                    </a:cubicBezTo>
                    <a:cubicBezTo>
                      <a:pt x="188" y="112"/>
                      <a:pt x="190" y="110"/>
                      <a:pt x="194" y="110"/>
                    </a:cubicBezTo>
                    <a:close/>
                    <a:moveTo>
                      <a:pt x="89" y="132"/>
                    </a:moveTo>
                    <a:cubicBezTo>
                      <a:pt x="89" y="130"/>
                      <a:pt x="90" y="130"/>
                      <a:pt x="90" y="130"/>
                    </a:cubicBezTo>
                    <a:cubicBezTo>
                      <a:pt x="91" y="130"/>
                      <a:pt x="94" y="132"/>
                      <a:pt x="97" y="136"/>
                    </a:cubicBezTo>
                    <a:cubicBezTo>
                      <a:pt x="97" y="136"/>
                      <a:pt x="97" y="136"/>
                      <a:pt x="96" y="136"/>
                    </a:cubicBezTo>
                    <a:cubicBezTo>
                      <a:pt x="93" y="138"/>
                      <a:pt x="89" y="139"/>
                      <a:pt x="87" y="140"/>
                    </a:cubicBezTo>
                    <a:cubicBezTo>
                      <a:pt x="87" y="139"/>
                      <a:pt x="87" y="136"/>
                      <a:pt x="89" y="132"/>
                    </a:cubicBezTo>
                    <a:close/>
                    <a:moveTo>
                      <a:pt x="12" y="218"/>
                    </a:moveTo>
                    <a:cubicBezTo>
                      <a:pt x="8" y="214"/>
                      <a:pt x="10" y="199"/>
                      <a:pt x="10" y="194"/>
                    </a:cubicBezTo>
                    <a:cubicBezTo>
                      <a:pt x="11" y="186"/>
                      <a:pt x="16" y="173"/>
                      <a:pt x="26" y="173"/>
                    </a:cubicBezTo>
                    <a:cubicBezTo>
                      <a:pt x="30" y="173"/>
                      <a:pt x="31" y="182"/>
                      <a:pt x="33" y="189"/>
                    </a:cubicBezTo>
                    <a:cubicBezTo>
                      <a:pt x="29" y="194"/>
                      <a:pt x="26" y="200"/>
                      <a:pt x="24" y="205"/>
                    </a:cubicBezTo>
                    <a:cubicBezTo>
                      <a:pt x="22" y="211"/>
                      <a:pt x="18" y="220"/>
                      <a:pt x="15" y="220"/>
                    </a:cubicBezTo>
                    <a:cubicBezTo>
                      <a:pt x="13" y="220"/>
                      <a:pt x="12" y="219"/>
                      <a:pt x="12" y="218"/>
                    </a:cubicBezTo>
                    <a:close/>
                    <a:moveTo>
                      <a:pt x="83" y="158"/>
                    </a:moveTo>
                    <a:cubicBezTo>
                      <a:pt x="86" y="158"/>
                      <a:pt x="87" y="159"/>
                      <a:pt x="88" y="159"/>
                    </a:cubicBezTo>
                    <a:cubicBezTo>
                      <a:pt x="89" y="161"/>
                      <a:pt x="90" y="164"/>
                      <a:pt x="90" y="167"/>
                    </a:cubicBezTo>
                    <a:cubicBezTo>
                      <a:pt x="90" y="169"/>
                      <a:pt x="89" y="170"/>
                      <a:pt x="89" y="172"/>
                    </a:cubicBezTo>
                    <a:cubicBezTo>
                      <a:pt x="88" y="172"/>
                      <a:pt x="88" y="171"/>
                      <a:pt x="87" y="170"/>
                    </a:cubicBezTo>
                    <a:cubicBezTo>
                      <a:pt x="85" y="170"/>
                      <a:pt x="83" y="170"/>
                      <a:pt x="81" y="171"/>
                    </a:cubicBezTo>
                    <a:cubicBezTo>
                      <a:pt x="78" y="172"/>
                      <a:pt x="77" y="175"/>
                      <a:pt x="76" y="177"/>
                    </a:cubicBezTo>
                    <a:cubicBezTo>
                      <a:pt x="77" y="168"/>
                      <a:pt x="80" y="159"/>
                      <a:pt x="83" y="158"/>
                    </a:cubicBezTo>
                    <a:close/>
                    <a:moveTo>
                      <a:pt x="48" y="188"/>
                    </a:moveTo>
                    <a:cubicBezTo>
                      <a:pt x="53" y="189"/>
                      <a:pt x="54" y="193"/>
                      <a:pt x="55" y="204"/>
                    </a:cubicBezTo>
                    <a:cubicBezTo>
                      <a:pt x="55" y="207"/>
                      <a:pt x="55" y="210"/>
                      <a:pt x="56" y="213"/>
                    </a:cubicBezTo>
                    <a:cubicBezTo>
                      <a:pt x="53" y="213"/>
                      <a:pt x="49" y="212"/>
                      <a:pt x="47" y="210"/>
                    </a:cubicBezTo>
                    <a:cubicBezTo>
                      <a:pt x="43" y="208"/>
                      <a:pt x="42" y="199"/>
                      <a:pt x="41" y="192"/>
                    </a:cubicBezTo>
                    <a:cubicBezTo>
                      <a:pt x="43" y="189"/>
                      <a:pt x="45" y="188"/>
                      <a:pt x="48" y="188"/>
                    </a:cubicBezTo>
                    <a:close/>
                    <a:moveTo>
                      <a:pt x="75" y="184"/>
                    </a:moveTo>
                    <a:cubicBezTo>
                      <a:pt x="75" y="183"/>
                      <a:pt x="75" y="182"/>
                      <a:pt x="75" y="181"/>
                    </a:cubicBezTo>
                    <a:cubicBezTo>
                      <a:pt x="75" y="182"/>
                      <a:pt x="75" y="183"/>
                      <a:pt x="75" y="183"/>
                    </a:cubicBezTo>
                    <a:cubicBezTo>
                      <a:pt x="75" y="187"/>
                      <a:pt x="76" y="191"/>
                      <a:pt x="76" y="195"/>
                    </a:cubicBezTo>
                    <a:cubicBezTo>
                      <a:pt x="77" y="200"/>
                      <a:pt x="77" y="204"/>
                      <a:pt x="77" y="207"/>
                    </a:cubicBezTo>
                    <a:cubicBezTo>
                      <a:pt x="77" y="214"/>
                      <a:pt x="75" y="218"/>
                      <a:pt x="71" y="218"/>
                    </a:cubicBezTo>
                    <a:cubicBezTo>
                      <a:pt x="68" y="219"/>
                      <a:pt x="67" y="218"/>
                      <a:pt x="66" y="218"/>
                    </a:cubicBezTo>
                    <a:cubicBezTo>
                      <a:pt x="66" y="217"/>
                      <a:pt x="66" y="217"/>
                      <a:pt x="65" y="216"/>
                    </a:cubicBezTo>
                    <a:cubicBezTo>
                      <a:pt x="71" y="209"/>
                      <a:pt x="73" y="197"/>
                      <a:pt x="75" y="184"/>
                    </a:cubicBezTo>
                    <a:close/>
                    <a:moveTo>
                      <a:pt x="118" y="139"/>
                    </a:moveTo>
                    <a:cubicBezTo>
                      <a:pt x="119" y="139"/>
                      <a:pt x="119" y="139"/>
                      <a:pt x="119" y="139"/>
                    </a:cubicBezTo>
                    <a:cubicBezTo>
                      <a:pt x="121" y="141"/>
                      <a:pt x="122" y="145"/>
                      <a:pt x="122" y="151"/>
                    </a:cubicBezTo>
                    <a:cubicBezTo>
                      <a:pt x="122" y="157"/>
                      <a:pt x="121" y="164"/>
                      <a:pt x="120" y="170"/>
                    </a:cubicBezTo>
                    <a:cubicBezTo>
                      <a:pt x="120" y="172"/>
                      <a:pt x="120" y="173"/>
                      <a:pt x="120" y="174"/>
                    </a:cubicBezTo>
                    <a:cubicBezTo>
                      <a:pt x="120" y="174"/>
                      <a:pt x="120" y="174"/>
                      <a:pt x="120" y="174"/>
                    </a:cubicBezTo>
                    <a:cubicBezTo>
                      <a:pt x="120" y="167"/>
                      <a:pt x="119" y="161"/>
                      <a:pt x="119" y="158"/>
                    </a:cubicBezTo>
                    <a:cubicBezTo>
                      <a:pt x="118" y="155"/>
                      <a:pt x="115" y="148"/>
                      <a:pt x="110" y="140"/>
                    </a:cubicBezTo>
                    <a:cubicBezTo>
                      <a:pt x="112" y="139"/>
                      <a:pt x="115" y="139"/>
                      <a:pt x="118" y="139"/>
                    </a:cubicBezTo>
                    <a:close/>
                    <a:moveTo>
                      <a:pt x="128" y="171"/>
                    </a:moveTo>
                    <a:cubicBezTo>
                      <a:pt x="129" y="168"/>
                      <a:pt x="129" y="164"/>
                      <a:pt x="129" y="161"/>
                    </a:cubicBezTo>
                    <a:cubicBezTo>
                      <a:pt x="130" y="163"/>
                      <a:pt x="131" y="165"/>
                      <a:pt x="132" y="167"/>
                    </a:cubicBezTo>
                    <a:cubicBezTo>
                      <a:pt x="133" y="169"/>
                      <a:pt x="135" y="171"/>
                      <a:pt x="136" y="172"/>
                    </a:cubicBezTo>
                    <a:cubicBezTo>
                      <a:pt x="135" y="173"/>
                      <a:pt x="134" y="173"/>
                      <a:pt x="132" y="173"/>
                    </a:cubicBezTo>
                    <a:cubicBezTo>
                      <a:pt x="130" y="174"/>
                      <a:pt x="129" y="176"/>
                      <a:pt x="128" y="177"/>
                    </a:cubicBezTo>
                    <a:cubicBezTo>
                      <a:pt x="128" y="175"/>
                      <a:pt x="128" y="173"/>
                      <a:pt x="128" y="171"/>
                    </a:cubicBezTo>
                    <a:close/>
                    <a:moveTo>
                      <a:pt x="139" y="163"/>
                    </a:moveTo>
                    <a:cubicBezTo>
                      <a:pt x="136" y="158"/>
                      <a:pt x="134" y="153"/>
                      <a:pt x="134" y="147"/>
                    </a:cubicBezTo>
                    <a:cubicBezTo>
                      <a:pt x="135" y="148"/>
                      <a:pt x="135" y="150"/>
                      <a:pt x="136" y="151"/>
                    </a:cubicBezTo>
                    <a:cubicBezTo>
                      <a:pt x="137" y="156"/>
                      <a:pt x="139" y="160"/>
                      <a:pt x="141" y="165"/>
                    </a:cubicBezTo>
                    <a:cubicBezTo>
                      <a:pt x="140" y="164"/>
                      <a:pt x="139" y="163"/>
                      <a:pt x="139" y="163"/>
                    </a:cubicBezTo>
                    <a:close/>
                    <a:moveTo>
                      <a:pt x="142" y="124"/>
                    </a:moveTo>
                    <a:cubicBezTo>
                      <a:pt x="144" y="131"/>
                      <a:pt x="146" y="138"/>
                      <a:pt x="147" y="142"/>
                    </a:cubicBezTo>
                    <a:cubicBezTo>
                      <a:pt x="148" y="148"/>
                      <a:pt x="148" y="148"/>
                      <a:pt x="148" y="148"/>
                    </a:cubicBezTo>
                    <a:cubicBezTo>
                      <a:pt x="149" y="151"/>
                      <a:pt x="149" y="153"/>
                      <a:pt x="149" y="156"/>
                    </a:cubicBezTo>
                    <a:cubicBezTo>
                      <a:pt x="149" y="158"/>
                      <a:pt x="149" y="160"/>
                      <a:pt x="148" y="163"/>
                    </a:cubicBezTo>
                    <a:cubicBezTo>
                      <a:pt x="147" y="158"/>
                      <a:pt x="145" y="153"/>
                      <a:pt x="143" y="148"/>
                    </a:cubicBezTo>
                    <a:cubicBezTo>
                      <a:pt x="141" y="142"/>
                      <a:pt x="139" y="137"/>
                      <a:pt x="137" y="132"/>
                    </a:cubicBezTo>
                    <a:cubicBezTo>
                      <a:pt x="139" y="129"/>
                      <a:pt x="140" y="126"/>
                      <a:pt x="142" y="124"/>
                    </a:cubicBezTo>
                    <a:close/>
                    <a:moveTo>
                      <a:pt x="163" y="120"/>
                    </a:moveTo>
                    <a:cubicBezTo>
                      <a:pt x="161" y="124"/>
                      <a:pt x="160" y="129"/>
                      <a:pt x="160" y="134"/>
                    </a:cubicBezTo>
                    <a:cubicBezTo>
                      <a:pt x="160" y="135"/>
                      <a:pt x="160" y="137"/>
                      <a:pt x="160" y="138"/>
                    </a:cubicBezTo>
                    <a:cubicBezTo>
                      <a:pt x="160" y="141"/>
                      <a:pt x="161" y="143"/>
                      <a:pt x="162" y="146"/>
                    </a:cubicBezTo>
                    <a:cubicBezTo>
                      <a:pt x="159" y="148"/>
                      <a:pt x="158" y="150"/>
                      <a:pt x="157" y="152"/>
                    </a:cubicBezTo>
                    <a:cubicBezTo>
                      <a:pt x="157" y="150"/>
                      <a:pt x="156" y="148"/>
                      <a:pt x="156" y="146"/>
                    </a:cubicBezTo>
                    <a:cubicBezTo>
                      <a:pt x="155" y="140"/>
                      <a:pt x="155" y="140"/>
                      <a:pt x="155" y="140"/>
                    </a:cubicBezTo>
                    <a:cubicBezTo>
                      <a:pt x="153" y="131"/>
                      <a:pt x="151" y="124"/>
                      <a:pt x="149" y="119"/>
                    </a:cubicBezTo>
                    <a:cubicBezTo>
                      <a:pt x="153" y="117"/>
                      <a:pt x="158" y="117"/>
                      <a:pt x="163" y="120"/>
                    </a:cubicBezTo>
                    <a:close/>
                    <a:moveTo>
                      <a:pt x="168" y="137"/>
                    </a:moveTo>
                    <a:cubicBezTo>
                      <a:pt x="168" y="136"/>
                      <a:pt x="168" y="135"/>
                      <a:pt x="168" y="134"/>
                    </a:cubicBezTo>
                    <a:cubicBezTo>
                      <a:pt x="168" y="131"/>
                      <a:pt x="168" y="129"/>
                      <a:pt x="169" y="126"/>
                    </a:cubicBezTo>
                    <a:cubicBezTo>
                      <a:pt x="174" y="132"/>
                      <a:pt x="178" y="141"/>
                      <a:pt x="182" y="151"/>
                    </a:cubicBezTo>
                    <a:cubicBezTo>
                      <a:pt x="174" y="148"/>
                      <a:pt x="168" y="144"/>
                      <a:pt x="168" y="137"/>
                    </a:cubicBezTo>
                    <a:close/>
                    <a:moveTo>
                      <a:pt x="178" y="119"/>
                    </a:moveTo>
                    <a:cubicBezTo>
                      <a:pt x="178" y="119"/>
                      <a:pt x="178" y="119"/>
                      <a:pt x="178" y="120"/>
                    </a:cubicBezTo>
                    <a:cubicBezTo>
                      <a:pt x="178" y="122"/>
                      <a:pt x="178" y="124"/>
                      <a:pt x="179" y="126"/>
                    </a:cubicBezTo>
                    <a:cubicBezTo>
                      <a:pt x="177" y="125"/>
                      <a:pt x="176" y="123"/>
                      <a:pt x="175" y="121"/>
                    </a:cubicBezTo>
                    <a:cubicBezTo>
                      <a:pt x="175" y="121"/>
                      <a:pt x="174" y="121"/>
                      <a:pt x="174" y="120"/>
                    </a:cubicBezTo>
                    <a:cubicBezTo>
                      <a:pt x="175" y="120"/>
                      <a:pt x="176" y="119"/>
                      <a:pt x="178" y="119"/>
                    </a:cubicBezTo>
                    <a:close/>
                    <a:moveTo>
                      <a:pt x="186" y="121"/>
                    </a:moveTo>
                    <a:cubicBezTo>
                      <a:pt x="189" y="121"/>
                      <a:pt x="193" y="123"/>
                      <a:pt x="197" y="125"/>
                    </a:cubicBezTo>
                    <a:cubicBezTo>
                      <a:pt x="196" y="130"/>
                      <a:pt x="196" y="135"/>
                      <a:pt x="196" y="140"/>
                    </a:cubicBezTo>
                    <a:cubicBezTo>
                      <a:pt x="196" y="144"/>
                      <a:pt x="195" y="148"/>
                      <a:pt x="195" y="152"/>
                    </a:cubicBezTo>
                    <a:cubicBezTo>
                      <a:pt x="191" y="142"/>
                      <a:pt x="186" y="130"/>
                      <a:pt x="186" y="121"/>
                    </a:cubicBezTo>
                    <a:close/>
                    <a:moveTo>
                      <a:pt x="216" y="104"/>
                    </a:moveTo>
                    <a:cubicBezTo>
                      <a:pt x="219" y="104"/>
                      <a:pt x="221" y="105"/>
                      <a:pt x="223" y="108"/>
                    </a:cubicBezTo>
                    <a:cubicBezTo>
                      <a:pt x="222" y="109"/>
                      <a:pt x="220" y="110"/>
                      <a:pt x="219" y="111"/>
                    </a:cubicBezTo>
                    <a:cubicBezTo>
                      <a:pt x="215" y="114"/>
                      <a:pt x="214" y="119"/>
                      <a:pt x="214" y="125"/>
                    </a:cubicBezTo>
                    <a:cubicBezTo>
                      <a:pt x="214" y="125"/>
                      <a:pt x="214" y="125"/>
                      <a:pt x="214" y="125"/>
                    </a:cubicBezTo>
                    <a:cubicBezTo>
                      <a:pt x="212" y="124"/>
                      <a:pt x="210" y="123"/>
                      <a:pt x="208" y="121"/>
                    </a:cubicBezTo>
                    <a:cubicBezTo>
                      <a:pt x="208" y="121"/>
                      <a:pt x="208" y="120"/>
                      <a:pt x="208" y="119"/>
                    </a:cubicBezTo>
                    <a:cubicBezTo>
                      <a:pt x="208" y="117"/>
                      <a:pt x="207" y="115"/>
                      <a:pt x="207" y="113"/>
                    </a:cubicBezTo>
                    <a:cubicBezTo>
                      <a:pt x="209" y="107"/>
                      <a:pt x="211" y="104"/>
                      <a:pt x="216" y="104"/>
                    </a:cubicBezTo>
                    <a:close/>
                    <a:moveTo>
                      <a:pt x="119" y="186"/>
                    </a:moveTo>
                    <a:cubicBezTo>
                      <a:pt x="119" y="187"/>
                      <a:pt x="119" y="189"/>
                      <a:pt x="119" y="190"/>
                    </a:cubicBezTo>
                    <a:cubicBezTo>
                      <a:pt x="119" y="196"/>
                      <a:pt x="120" y="201"/>
                      <a:pt x="121" y="204"/>
                    </a:cubicBezTo>
                    <a:cubicBezTo>
                      <a:pt x="122" y="204"/>
                      <a:pt x="122" y="205"/>
                      <a:pt x="122" y="205"/>
                    </a:cubicBezTo>
                    <a:cubicBezTo>
                      <a:pt x="121" y="208"/>
                      <a:pt x="118" y="211"/>
                      <a:pt x="114" y="212"/>
                    </a:cubicBezTo>
                    <a:cubicBezTo>
                      <a:pt x="112" y="212"/>
                      <a:pt x="109" y="211"/>
                      <a:pt x="107" y="208"/>
                    </a:cubicBezTo>
                    <a:cubicBezTo>
                      <a:pt x="114" y="204"/>
                      <a:pt x="118" y="195"/>
                      <a:pt x="119" y="186"/>
                    </a:cubicBezTo>
                    <a:close/>
                    <a:moveTo>
                      <a:pt x="132" y="194"/>
                    </a:moveTo>
                    <a:cubicBezTo>
                      <a:pt x="132" y="188"/>
                      <a:pt x="133" y="182"/>
                      <a:pt x="136" y="181"/>
                    </a:cubicBezTo>
                    <a:cubicBezTo>
                      <a:pt x="137" y="180"/>
                      <a:pt x="140" y="180"/>
                      <a:pt x="143" y="182"/>
                    </a:cubicBezTo>
                    <a:cubicBezTo>
                      <a:pt x="143" y="182"/>
                      <a:pt x="143" y="182"/>
                      <a:pt x="143" y="183"/>
                    </a:cubicBezTo>
                    <a:cubicBezTo>
                      <a:pt x="141" y="192"/>
                      <a:pt x="135" y="203"/>
                      <a:pt x="132" y="204"/>
                    </a:cubicBezTo>
                    <a:cubicBezTo>
                      <a:pt x="132" y="204"/>
                      <a:pt x="131" y="204"/>
                      <a:pt x="131" y="203"/>
                    </a:cubicBezTo>
                    <a:cubicBezTo>
                      <a:pt x="131" y="200"/>
                      <a:pt x="132" y="197"/>
                      <a:pt x="132" y="194"/>
                    </a:cubicBezTo>
                    <a:close/>
                    <a:moveTo>
                      <a:pt x="156" y="167"/>
                    </a:moveTo>
                    <a:cubicBezTo>
                      <a:pt x="156" y="164"/>
                      <a:pt x="157" y="161"/>
                      <a:pt x="157" y="157"/>
                    </a:cubicBezTo>
                    <a:cubicBezTo>
                      <a:pt x="157" y="161"/>
                      <a:pt x="159" y="165"/>
                      <a:pt x="160" y="169"/>
                    </a:cubicBezTo>
                    <a:cubicBezTo>
                      <a:pt x="162" y="174"/>
                      <a:pt x="164" y="178"/>
                      <a:pt x="164" y="182"/>
                    </a:cubicBezTo>
                    <a:cubicBezTo>
                      <a:pt x="164" y="182"/>
                      <a:pt x="164" y="182"/>
                      <a:pt x="164" y="182"/>
                    </a:cubicBezTo>
                    <a:cubicBezTo>
                      <a:pt x="162" y="182"/>
                      <a:pt x="160" y="181"/>
                      <a:pt x="158" y="180"/>
                    </a:cubicBezTo>
                    <a:cubicBezTo>
                      <a:pt x="157" y="179"/>
                      <a:pt x="155" y="178"/>
                      <a:pt x="154" y="178"/>
                    </a:cubicBezTo>
                    <a:cubicBezTo>
                      <a:pt x="154" y="174"/>
                      <a:pt x="155" y="171"/>
                      <a:pt x="156" y="167"/>
                    </a:cubicBezTo>
                    <a:close/>
                    <a:moveTo>
                      <a:pt x="168" y="166"/>
                    </a:moveTo>
                    <a:cubicBezTo>
                      <a:pt x="166" y="161"/>
                      <a:pt x="165" y="158"/>
                      <a:pt x="165" y="156"/>
                    </a:cubicBezTo>
                    <a:cubicBezTo>
                      <a:pt x="165" y="154"/>
                      <a:pt x="165" y="153"/>
                      <a:pt x="166" y="153"/>
                    </a:cubicBezTo>
                    <a:cubicBezTo>
                      <a:pt x="166" y="153"/>
                      <a:pt x="167" y="152"/>
                      <a:pt x="167" y="152"/>
                    </a:cubicBezTo>
                    <a:cubicBezTo>
                      <a:pt x="168" y="154"/>
                      <a:pt x="168" y="157"/>
                      <a:pt x="168" y="162"/>
                    </a:cubicBezTo>
                    <a:cubicBezTo>
                      <a:pt x="168" y="164"/>
                      <a:pt x="168" y="166"/>
                      <a:pt x="168" y="168"/>
                    </a:cubicBezTo>
                    <a:cubicBezTo>
                      <a:pt x="168" y="167"/>
                      <a:pt x="168" y="166"/>
                      <a:pt x="168" y="166"/>
                    </a:cubicBezTo>
                    <a:close/>
                    <a:moveTo>
                      <a:pt x="175" y="182"/>
                    </a:moveTo>
                    <a:cubicBezTo>
                      <a:pt x="176" y="174"/>
                      <a:pt x="176" y="168"/>
                      <a:pt x="176" y="162"/>
                    </a:cubicBezTo>
                    <a:cubicBezTo>
                      <a:pt x="176" y="160"/>
                      <a:pt x="176" y="159"/>
                      <a:pt x="176" y="157"/>
                    </a:cubicBezTo>
                    <a:cubicBezTo>
                      <a:pt x="180" y="159"/>
                      <a:pt x="183" y="160"/>
                      <a:pt x="187" y="161"/>
                    </a:cubicBezTo>
                    <a:cubicBezTo>
                      <a:pt x="188" y="164"/>
                      <a:pt x="190" y="167"/>
                      <a:pt x="192" y="170"/>
                    </a:cubicBezTo>
                    <a:cubicBezTo>
                      <a:pt x="190" y="176"/>
                      <a:pt x="188" y="180"/>
                      <a:pt x="184" y="181"/>
                    </a:cubicBezTo>
                    <a:cubicBezTo>
                      <a:pt x="181" y="183"/>
                      <a:pt x="178" y="184"/>
                      <a:pt x="175" y="184"/>
                    </a:cubicBezTo>
                    <a:cubicBezTo>
                      <a:pt x="175" y="183"/>
                      <a:pt x="175" y="182"/>
                      <a:pt x="175" y="182"/>
                    </a:cubicBezTo>
                    <a:close/>
                    <a:moveTo>
                      <a:pt x="204" y="155"/>
                    </a:moveTo>
                    <a:cubicBezTo>
                      <a:pt x="204" y="149"/>
                      <a:pt x="205" y="143"/>
                      <a:pt x="206" y="137"/>
                    </a:cubicBezTo>
                    <a:cubicBezTo>
                      <a:pt x="206" y="135"/>
                      <a:pt x="207" y="132"/>
                      <a:pt x="207" y="130"/>
                    </a:cubicBezTo>
                    <a:cubicBezTo>
                      <a:pt x="209" y="132"/>
                      <a:pt x="212" y="134"/>
                      <a:pt x="215" y="135"/>
                    </a:cubicBezTo>
                    <a:cubicBezTo>
                      <a:pt x="215" y="138"/>
                      <a:pt x="216" y="142"/>
                      <a:pt x="217" y="145"/>
                    </a:cubicBezTo>
                    <a:cubicBezTo>
                      <a:pt x="218" y="150"/>
                      <a:pt x="219" y="157"/>
                      <a:pt x="219" y="162"/>
                    </a:cubicBezTo>
                    <a:cubicBezTo>
                      <a:pt x="219" y="163"/>
                      <a:pt x="219" y="164"/>
                      <a:pt x="219" y="165"/>
                    </a:cubicBezTo>
                    <a:cubicBezTo>
                      <a:pt x="215" y="162"/>
                      <a:pt x="210" y="160"/>
                      <a:pt x="205" y="158"/>
                    </a:cubicBezTo>
                    <a:cubicBezTo>
                      <a:pt x="205" y="157"/>
                      <a:pt x="204" y="156"/>
                      <a:pt x="204" y="155"/>
                    </a:cubicBezTo>
                    <a:close/>
                    <a:moveTo>
                      <a:pt x="222" y="125"/>
                    </a:moveTo>
                    <a:cubicBezTo>
                      <a:pt x="222" y="121"/>
                      <a:pt x="223" y="119"/>
                      <a:pt x="224" y="117"/>
                    </a:cubicBezTo>
                    <a:cubicBezTo>
                      <a:pt x="226" y="116"/>
                      <a:pt x="227" y="115"/>
                      <a:pt x="228" y="115"/>
                    </a:cubicBezTo>
                    <a:cubicBezTo>
                      <a:pt x="229" y="116"/>
                      <a:pt x="230" y="118"/>
                      <a:pt x="231" y="121"/>
                    </a:cubicBezTo>
                    <a:cubicBezTo>
                      <a:pt x="231" y="122"/>
                      <a:pt x="232" y="124"/>
                      <a:pt x="232" y="127"/>
                    </a:cubicBezTo>
                    <a:cubicBezTo>
                      <a:pt x="232" y="130"/>
                      <a:pt x="231" y="133"/>
                      <a:pt x="231" y="137"/>
                    </a:cubicBezTo>
                    <a:cubicBezTo>
                      <a:pt x="228" y="135"/>
                      <a:pt x="226" y="133"/>
                      <a:pt x="223" y="131"/>
                    </a:cubicBezTo>
                    <a:cubicBezTo>
                      <a:pt x="222" y="129"/>
                      <a:pt x="222" y="127"/>
                      <a:pt x="222" y="125"/>
                    </a:cubicBezTo>
                    <a:close/>
                    <a:moveTo>
                      <a:pt x="157" y="190"/>
                    </a:moveTo>
                    <a:cubicBezTo>
                      <a:pt x="156" y="190"/>
                      <a:pt x="156" y="189"/>
                      <a:pt x="155" y="188"/>
                    </a:cubicBezTo>
                    <a:cubicBezTo>
                      <a:pt x="156" y="189"/>
                      <a:pt x="157" y="189"/>
                      <a:pt x="158" y="190"/>
                    </a:cubicBezTo>
                    <a:cubicBezTo>
                      <a:pt x="157" y="190"/>
                      <a:pt x="157" y="190"/>
                      <a:pt x="157" y="190"/>
                    </a:cubicBezTo>
                    <a:close/>
                    <a:moveTo>
                      <a:pt x="188" y="189"/>
                    </a:moveTo>
                    <a:cubicBezTo>
                      <a:pt x="190" y="187"/>
                      <a:pt x="192" y="185"/>
                      <a:pt x="194" y="183"/>
                    </a:cubicBezTo>
                    <a:cubicBezTo>
                      <a:pt x="194" y="187"/>
                      <a:pt x="193" y="192"/>
                      <a:pt x="192" y="195"/>
                    </a:cubicBezTo>
                    <a:cubicBezTo>
                      <a:pt x="188" y="195"/>
                      <a:pt x="183" y="193"/>
                      <a:pt x="178" y="191"/>
                    </a:cubicBezTo>
                    <a:cubicBezTo>
                      <a:pt x="181" y="191"/>
                      <a:pt x="184" y="190"/>
                      <a:pt x="188" y="189"/>
                    </a:cubicBezTo>
                    <a:close/>
                    <a:moveTo>
                      <a:pt x="202" y="185"/>
                    </a:moveTo>
                    <a:cubicBezTo>
                      <a:pt x="204" y="188"/>
                      <a:pt x="207" y="190"/>
                      <a:pt x="209" y="192"/>
                    </a:cubicBezTo>
                    <a:cubicBezTo>
                      <a:pt x="207" y="194"/>
                      <a:pt x="204" y="195"/>
                      <a:pt x="200" y="196"/>
                    </a:cubicBezTo>
                    <a:cubicBezTo>
                      <a:pt x="201" y="192"/>
                      <a:pt x="202" y="189"/>
                      <a:pt x="202" y="185"/>
                    </a:cubicBezTo>
                    <a:close/>
                    <a:moveTo>
                      <a:pt x="203" y="173"/>
                    </a:moveTo>
                    <a:cubicBezTo>
                      <a:pt x="206" y="176"/>
                      <a:pt x="210" y="177"/>
                      <a:pt x="214" y="177"/>
                    </a:cubicBezTo>
                    <a:cubicBezTo>
                      <a:pt x="215" y="177"/>
                      <a:pt x="216" y="177"/>
                      <a:pt x="217" y="177"/>
                    </a:cubicBezTo>
                    <a:cubicBezTo>
                      <a:pt x="217" y="177"/>
                      <a:pt x="217" y="177"/>
                      <a:pt x="217" y="177"/>
                    </a:cubicBezTo>
                    <a:cubicBezTo>
                      <a:pt x="217" y="180"/>
                      <a:pt x="216" y="183"/>
                      <a:pt x="214" y="186"/>
                    </a:cubicBezTo>
                    <a:cubicBezTo>
                      <a:pt x="210" y="183"/>
                      <a:pt x="206" y="178"/>
                      <a:pt x="203" y="173"/>
                    </a:cubicBezTo>
                    <a:close/>
                    <a:moveTo>
                      <a:pt x="227" y="162"/>
                    </a:moveTo>
                    <a:cubicBezTo>
                      <a:pt x="227" y="156"/>
                      <a:pt x="226" y="150"/>
                      <a:pt x="224" y="143"/>
                    </a:cubicBezTo>
                    <a:cubicBezTo>
                      <a:pt x="224" y="143"/>
                      <a:pt x="224" y="142"/>
                      <a:pt x="224" y="142"/>
                    </a:cubicBezTo>
                    <a:cubicBezTo>
                      <a:pt x="225" y="142"/>
                      <a:pt x="226" y="143"/>
                      <a:pt x="228" y="144"/>
                    </a:cubicBezTo>
                    <a:cubicBezTo>
                      <a:pt x="230" y="146"/>
                      <a:pt x="230" y="146"/>
                      <a:pt x="230" y="146"/>
                    </a:cubicBezTo>
                    <a:cubicBezTo>
                      <a:pt x="230" y="146"/>
                      <a:pt x="230" y="146"/>
                      <a:pt x="231" y="146"/>
                    </a:cubicBezTo>
                    <a:cubicBezTo>
                      <a:pt x="230" y="152"/>
                      <a:pt x="230" y="158"/>
                      <a:pt x="230" y="162"/>
                    </a:cubicBezTo>
                    <a:cubicBezTo>
                      <a:pt x="230" y="168"/>
                      <a:pt x="231" y="172"/>
                      <a:pt x="232" y="174"/>
                    </a:cubicBezTo>
                    <a:cubicBezTo>
                      <a:pt x="236" y="179"/>
                      <a:pt x="241" y="181"/>
                      <a:pt x="246" y="181"/>
                    </a:cubicBezTo>
                    <a:cubicBezTo>
                      <a:pt x="248" y="181"/>
                      <a:pt x="250" y="181"/>
                      <a:pt x="252" y="180"/>
                    </a:cubicBezTo>
                    <a:cubicBezTo>
                      <a:pt x="249" y="185"/>
                      <a:pt x="244" y="189"/>
                      <a:pt x="236" y="190"/>
                    </a:cubicBezTo>
                    <a:cubicBezTo>
                      <a:pt x="231" y="192"/>
                      <a:pt x="226" y="191"/>
                      <a:pt x="221" y="189"/>
                    </a:cubicBezTo>
                    <a:cubicBezTo>
                      <a:pt x="224" y="185"/>
                      <a:pt x="225" y="181"/>
                      <a:pt x="225" y="177"/>
                    </a:cubicBezTo>
                    <a:cubicBezTo>
                      <a:pt x="225" y="176"/>
                      <a:pt x="224" y="174"/>
                      <a:pt x="224" y="173"/>
                    </a:cubicBezTo>
                    <a:cubicBezTo>
                      <a:pt x="226" y="170"/>
                      <a:pt x="227" y="166"/>
                      <a:pt x="227" y="162"/>
                    </a:cubicBezTo>
                    <a:close/>
                    <a:moveTo>
                      <a:pt x="239" y="139"/>
                    </a:moveTo>
                    <a:cubicBezTo>
                      <a:pt x="239" y="140"/>
                      <a:pt x="240" y="142"/>
                      <a:pt x="240" y="143"/>
                    </a:cubicBezTo>
                    <a:cubicBezTo>
                      <a:pt x="240" y="142"/>
                      <a:pt x="239" y="142"/>
                      <a:pt x="239" y="142"/>
                    </a:cubicBezTo>
                    <a:cubicBezTo>
                      <a:pt x="239" y="141"/>
                      <a:pt x="239" y="140"/>
                      <a:pt x="239" y="139"/>
                    </a:cubicBezTo>
                    <a:close/>
                    <a:moveTo>
                      <a:pt x="259" y="125"/>
                    </a:moveTo>
                    <a:cubicBezTo>
                      <a:pt x="256" y="123"/>
                      <a:pt x="254" y="121"/>
                      <a:pt x="252" y="117"/>
                    </a:cubicBezTo>
                    <a:cubicBezTo>
                      <a:pt x="252" y="115"/>
                      <a:pt x="251" y="114"/>
                      <a:pt x="251" y="112"/>
                    </a:cubicBezTo>
                    <a:cubicBezTo>
                      <a:pt x="251" y="108"/>
                      <a:pt x="254" y="104"/>
                      <a:pt x="257" y="100"/>
                    </a:cubicBezTo>
                    <a:cubicBezTo>
                      <a:pt x="257" y="101"/>
                      <a:pt x="258" y="102"/>
                      <a:pt x="259" y="103"/>
                    </a:cubicBezTo>
                    <a:cubicBezTo>
                      <a:pt x="261" y="106"/>
                      <a:pt x="262" y="110"/>
                      <a:pt x="263" y="114"/>
                    </a:cubicBezTo>
                    <a:cubicBezTo>
                      <a:pt x="262" y="118"/>
                      <a:pt x="261" y="121"/>
                      <a:pt x="260" y="125"/>
                    </a:cubicBezTo>
                    <a:cubicBezTo>
                      <a:pt x="260" y="125"/>
                      <a:pt x="260" y="125"/>
                      <a:pt x="259" y="125"/>
                    </a:cubicBezTo>
                    <a:close/>
                    <a:moveTo>
                      <a:pt x="246" y="173"/>
                    </a:moveTo>
                    <a:cubicBezTo>
                      <a:pt x="243" y="173"/>
                      <a:pt x="241" y="172"/>
                      <a:pt x="239" y="169"/>
                    </a:cubicBezTo>
                    <a:cubicBezTo>
                      <a:pt x="238" y="168"/>
                      <a:pt x="238" y="166"/>
                      <a:pt x="238" y="162"/>
                    </a:cubicBezTo>
                    <a:cubicBezTo>
                      <a:pt x="238" y="159"/>
                      <a:pt x="238" y="155"/>
                      <a:pt x="238" y="151"/>
                    </a:cubicBezTo>
                    <a:cubicBezTo>
                      <a:pt x="240" y="152"/>
                      <a:pt x="242" y="152"/>
                      <a:pt x="244" y="153"/>
                    </a:cubicBezTo>
                    <a:cubicBezTo>
                      <a:pt x="246" y="159"/>
                      <a:pt x="249" y="165"/>
                      <a:pt x="252" y="171"/>
                    </a:cubicBezTo>
                    <a:cubicBezTo>
                      <a:pt x="250" y="172"/>
                      <a:pt x="248" y="173"/>
                      <a:pt x="246" y="173"/>
                    </a:cubicBezTo>
                    <a:close/>
                    <a:moveTo>
                      <a:pt x="257" y="150"/>
                    </a:moveTo>
                    <a:cubicBezTo>
                      <a:pt x="257" y="153"/>
                      <a:pt x="256" y="156"/>
                      <a:pt x="256" y="156"/>
                    </a:cubicBezTo>
                    <a:cubicBezTo>
                      <a:pt x="256" y="158"/>
                      <a:pt x="256" y="159"/>
                      <a:pt x="256" y="161"/>
                    </a:cubicBezTo>
                    <a:cubicBezTo>
                      <a:pt x="255" y="158"/>
                      <a:pt x="254" y="155"/>
                      <a:pt x="252" y="152"/>
                    </a:cubicBezTo>
                    <a:cubicBezTo>
                      <a:pt x="254" y="152"/>
                      <a:pt x="255" y="151"/>
                      <a:pt x="257" y="150"/>
                    </a:cubicBezTo>
                    <a:close/>
                    <a:moveTo>
                      <a:pt x="178" y="206"/>
                    </a:moveTo>
                    <a:cubicBezTo>
                      <a:pt x="177" y="205"/>
                      <a:pt x="176" y="202"/>
                      <a:pt x="175" y="199"/>
                    </a:cubicBezTo>
                    <a:cubicBezTo>
                      <a:pt x="179" y="201"/>
                      <a:pt x="184" y="202"/>
                      <a:pt x="188" y="203"/>
                    </a:cubicBezTo>
                    <a:cubicBezTo>
                      <a:pt x="187" y="204"/>
                      <a:pt x="186" y="205"/>
                      <a:pt x="184" y="206"/>
                    </a:cubicBezTo>
                    <a:cubicBezTo>
                      <a:pt x="182" y="207"/>
                      <a:pt x="180" y="207"/>
                      <a:pt x="178" y="206"/>
                    </a:cubicBezTo>
                    <a:close/>
                    <a:moveTo>
                      <a:pt x="277" y="106"/>
                    </a:moveTo>
                    <a:cubicBezTo>
                      <a:pt x="278" y="106"/>
                      <a:pt x="278" y="106"/>
                      <a:pt x="279" y="106"/>
                    </a:cubicBezTo>
                    <a:cubicBezTo>
                      <a:pt x="280" y="115"/>
                      <a:pt x="285" y="121"/>
                      <a:pt x="291" y="126"/>
                    </a:cubicBezTo>
                    <a:cubicBezTo>
                      <a:pt x="291" y="127"/>
                      <a:pt x="291" y="127"/>
                      <a:pt x="291" y="128"/>
                    </a:cubicBezTo>
                    <a:cubicBezTo>
                      <a:pt x="291" y="128"/>
                      <a:pt x="291" y="128"/>
                      <a:pt x="290" y="128"/>
                    </a:cubicBezTo>
                    <a:cubicBezTo>
                      <a:pt x="278" y="133"/>
                      <a:pt x="274" y="142"/>
                      <a:pt x="274" y="150"/>
                    </a:cubicBezTo>
                    <a:cubicBezTo>
                      <a:pt x="274" y="152"/>
                      <a:pt x="275" y="155"/>
                      <a:pt x="275" y="157"/>
                    </a:cubicBezTo>
                    <a:cubicBezTo>
                      <a:pt x="278" y="165"/>
                      <a:pt x="284" y="173"/>
                      <a:pt x="293" y="177"/>
                    </a:cubicBezTo>
                    <a:cubicBezTo>
                      <a:pt x="290" y="182"/>
                      <a:pt x="286" y="185"/>
                      <a:pt x="278" y="186"/>
                    </a:cubicBezTo>
                    <a:cubicBezTo>
                      <a:pt x="272" y="186"/>
                      <a:pt x="267" y="181"/>
                      <a:pt x="262" y="173"/>
                    </a:cubicBezTo>
                    <a:cubicBezTo>
                      <a:pt x="262" y="173"/>
                      <a:pt x="262" y="173"/>
                      <a:pt x="262" y="173"/>
                    </a:cubicBezTo>
                    <a:cubicBezTo>
                      <a:pt x="262" y="173"/>
                      <a:pt x="263" y="173"/>
                      <a:pt x="263" y="173"/>
                    </a:cubicBezTo>
                    <a:cubicBezTo>
                      <a:pt x="270" y="164"/>
                      <a:pt x="274" y="149"/>
                      <a:pt x="274" y="134"/>
                    </a:cubicBezTo>
                    <a:cubicBezTo>
                      <a:pt x="274" y="128"/>
                      <a:pt x="273" y="121"/>
                      <a:pt x="272" y="115"/>
                    </a:cubicBezTo>
                    <a:cubicBezTo>
                      <a:pt x="273" y="111"/>
                      <a:pt x="275" y="108"/>
                      <a:pt x="277" y="106"/>
                    </a:cubicBezTo>
                    <a:close/>
                    <a:moveTo>
                      <a:pt x="288" y="90"/>
                    </a:moveTo>
                    <a:cubicBezTo>
                      <a:pt x="290" y="83"/>
                      <a:pt x="293" y="78"/>
                      <a:pt x="298" y="76"/>
                    </a:cubicBezTo>
                    <a:cubicBezTo>
                      <a:pt x="302" y="74"/>
                      <a:pt x="307" y="74"/>
                      <a:pt x="313" y="76"/>
                    </a:cubicBezTo>
                    <a:cubicBezTo>
                      <a:pt x="313" y="76"/>
                      <a:pt x="313" y="76"/>
                      <a:pt x="313" y="76"/>
                    </a:cubicBezTo>
                    <a:cubicBezTo>
                      <a:pt x="313" y="85"/>
                      <a:pt x="316" y="94"/>
                      <a:pt x="319" y="101"/>
                    </a:cubicBezTo>
                    <a:cubicBezTo>
                      <a:pt x="316" y="106"/>
                      <a:pt x="315" y="111"/>
                      <a:pt x="315" y="116"/>
                    </a:cubicBezTo>
                    <a:cubicBezTo>
                      <a:pt x="315" y="117"/>
                      <a:pt x="315" y="119"/>
                      <a:pt x="315" y="121"/>
                    </a:cubicBezTo>
                    <a:cubicBezTo>
                      <a:pt x="315" y="121"/>
                      <a:pt x="314" y="121"/>
                      <a:pt x="314" y="121"/>
                    </a:cubicBezTo>
                    <a:cubicBezTo>
                      <a:pt x="310" y="122"/>
                      <a:pt x="306" y="123"/>
                      <a:pt x="302" y="124"/>
                    </a:cubicBezTo>
                    <a:cubicBezTo>
                      <a:pt x="301" y="123"/>
                      <a:pt x="300" y="123"/>
                      <a:pt x="299" y="122"/>
                    </a:cubicBezTo>
                    <a:cubicBezTo>
                      <a:pt x="298" y="111"/>
                      <a:pt x="295" y="102"/>
                      <a:pt x="287" y="98"/>
                    </a:cubicBezTo>
                    <a:cubicBezTo>
                      <a:pt x="287" y="96"/>
                      <a:pt x="287" y="93"/>
                      <a:pt x="288" y="90"/>
                    </a:cubicBezTo>
                    <a:close/>
                    <a:moveTo>
                      <a:pt x="321" y="80"/>
                    </a:moveTo>
                    <a:cubicBezTo>
                      <a:pt x="325" y="82"/>
                      <a:pt x="327" y="85"/>
                      <a:pt x="330" y="89"/>
                    </a:cubicBezTo>
                    <a:cubicBezTo>
                      <a:pt x="329" y="90"/>
                      <a:pt x="328" y="91"/>
                      <a:pt x="327" y="92"/>
                    </a:cubicBezTo>
                    <a:cubicBezTo>
                      <a:pt x="327" y="93"/>
                      <a:pt x="326" y="93"/>
                      <a:pt x="326" y="93"/>
                    </a:cubicBezTo>
                    <a:cubicBezTo>
                      <a:pt x="326" y="93"/>
                      <a:pt x="325" y="94"/>
                      <a:pt x="325" y="94"/>
                    </a:cubicBezTo>
                    <a:cubicBezTo>
                      <a:pt x="323" y="89"/>
                      <a:pt x="322" y="84"/>
                      <a:pt x="321" y="80"/>
                    </a:cubicBezTo>
                    <a:close/>
                    <a:moveTo>
                      <a:pt x="323" y="67"/>
                    </a:moveTo>
                    <a:cubicBezTo>
                      <a:pt x="325" y="64"/>
                      <a:pt x="329" y="62"/>
                      <a:pt x="334" y="61"/>
                    </a:cubicBezTo>
                    <a:cubicBezTo>
                      <a:pt x="334" y="61"/>
                      <a:pt x="334" y="61"/>
                      <a:pt x="334" y="61"/>
                    </a:cubicBezTo>
                    <a:cubicBezTo>
                      <a:pt x="339" y="67"/>
                      <a:pt x="350" y="68"/>
                      <a:pt x="361" y="68"/>
                    </a:cubicBezTo>
                    <a:cubicBezTo>
                      <a:pt x="362" y="69"/>
                      <a:pt x="364" y="69"/>
                      <a:pt x="365" y="69"/>
                    </a:cubicBezTo>
                    <a:cubicBezTo>
                      <a:pt x="367" y="70"/>
                      <a:pt x="368" y="71"/>
                      <a:pt x="369" y="72"/>
                    </a:cubicBezTo>
                    <a:cubicBezTo>
                      <a:pt x="370" y="73"/>
                      <a:pt x="371" y="74"/>
                      <a:pt x="371" y="75"/>
                    </a:cubicBezTo>
                    <a:cubicBezTo>
                      <a:pt x="368" y="80"/>
                      <a:pt x="366" y="85"/>
                      <a:pt x="366" y="92"/>
                    </a:cubicBezTo>
                    <a:cubicBezTo>
                      <a:pt x="366" y="93"/>
                      <a:pt x="367" y="94"/>
                      <a:pt x="367" y="95"/>
                    </a:cubicBezTo>
                    <a:cubicBezTo>
                      <a:pt x="360" y="88"/>
                      <a:pt x="350" y="84"/>
                      <a:pt x="342" y="84"/>
                    </a:cubicBezTo>
                    <a:cubicBezTo>
                      <a:pt x="340" y="84"/>
                      <a:pt x="339" y="85"/>
                      <a:pt x="337" y="85"/>
                    </a:cubicBezTo>
                    <a:cubicBezTo>
                      <a:pt x="333" y="79"/>
                      <a:pt x="328" y="74"/>
                      <a:pt x="321" y="71"/>
                    </a:cubicBezTo>
                    <a:cubicBezTo>
                      <a:pt x="322" y="69"/>
                      <a:pt x="322" y="68"/>
                      <a:pt x="323" y="67"/>
                    </a:cubicBezTo>
                    <a:close/>
                    <a:moveTo>
                      <a:pt x="338" y="51"/>
                    </a:moveTo>
                    <a:cubicBezTo>
                      <a:pt x="338" y="50"/>
                      <a:pt x="338" y="49"/>
                      <a:pt x="338" y="49"/>
                    </a:cubicBezTo>
                    <a:cubicBezTo>
                      <a:pt x="340" y="44"/>
                      <a:pt x="344" y="39"/>
                      <a:pt x="349" y="36"/>
                    </a:cubicBezTo>
                    <a:cubicBezTo>
                      <a:pt x="353" y="35"/>
                      <a:pt x="356" y="35"/>
                      <a:pt x="359" y="36"/>
                    </a:cubicBezTo>
                    <a:cubicBezTo>
                      <a:pt x="367" y="40"/>
                      <a:pt x="372" y="51"/>
                      <a:pt x="377" y="63"/>
                    </a:cubicBezTo>
                    <a:cubicBezTo>
                      <a:pt x="374" y="62"/>
                      <a:pt x="371" y="61"/>
                      <a:pt x="368" y="61"/>
                    </a:cubicBezTo>
                    <a:cubicBezTo>
                      <a:pt x="360" y="56"/>
                      <a:pt x="349" y="53"/>
                      <a:pt x="339" y="53"/>
                    </a:cubicBezTo>
                    <a:cubicBezTo>
                      <a:pt x="338" y="52"/>
                      <a:pt x="338" y="51"/>
                      <a:pt x="338" y="51"/>
                    </a:cubicBezTo>
                    <a:close/>
                    <a:moveTo>
                      <a:pt x="377" y="43"/>
                    </a:moveTo>
                    <a:cubicBezTo>
                      <a:pt x="380" y="47"/>
                      <a:pt x="383" y="51"/>
                      <a:pt x="386" y="55"/>
                    </a:cubicBezTo>
                    <a:cubicBezTo>
                      <a:pt x="385" y="56"/>
                      <a:pt x="384" y="57"/>
                      <a:pt x="384" y="58"/>
                    </a:cubicBezTo>
                    <a:cubicBezTo>
                      <a:pt x="382" y="53"/>
                      <a:pt x="379" y="48"/>
                      <a:pt x="377" y="43"/>
                    </a:cubicBezTo>
                    <a:close/>
                    <a:moveTo>
                      <a:pt x="377" y="29"/>
                    </a:moveTo>
                    <a:cubicBezTo>
                      <a:pt x="374" y="25"/>
                      <a:pt x="374" y="25"/>
                      <a:pt x="374" y="25"/>
                    </a:cubicBezTo>
                    <a:cubicBezTo>
                      <a:pt x="372" y="21"/>
                      <a:pt x="368" y="15"/>
                      <a:pt x="368" y="12"/>
                    </a:cubicBezTo>
                    <a:cubicBezTo>
                      <a:pt x="368" y="11"/>
                      <a:pt x="368" y="10"/>
                      <a:pt x="369" y="10"/>
                    </a:cubicBezTo>
                    <a:cubicBezTo>
                      <a:pt x="369" y="9"/>
                      <a:pt x="371" y="9"/>
                      <a:pt x="373" y="9"/>
                    </a:cubicBezTo>
                    <a:cubicBezTo>
                      <a:pt x="380" y="11"/>
                      <a:pt x="390" y="22"/>
                      <a:pt x="392" y="26"/>
                    </a:cubicBezTo>
                    <a:cubicBezTo>
                      <a:pt x="394" y="30"/>
                      <a:pt x="395" y="33"/>
                      <a:pt x="395" y="36"/>
                    </a:cubicBezTo>
                    <a:cubicBezTo>
                      <a:pt x="395" y="41"/>
                      <a:pt x="393" y="45"/>
                      <a:pt x="391" y="48"/>
                    </a:cubicBezTo>
                    <a:cubicBezTo>
                      <a:pt x="385" y="42"/>
                      <a:pt x="380" y="35"/>
                      <a:pt x="377" y="29"/>
                    </a:cubicBezTo>
                    <a:close/>
                    <a:moveTo>
                      <a:pt x="388" y="66"/>
                    </a:moveTo>
                    <a:cubicBezTo>
                      <a:pt x="389" y="64"/>
                      <a:pt x="390" y="63"/>
                      <a:pt x="391" y="62"/>
                    </a:cubicBezTo>
                    <a:cubicBezTo>
                      <a:pt x="395" y="67"/>
                      <a:pt x="399" y="71"/>
                      <a:pt x="402" y="76"/>
                    </a:cubicBezTo>
                    <a:cubicBezTo>
                      <a:pt x="400" y="77"/>
                      <a:pt x="399" y="77"/>
                      <a:pt x="397" y="77"/>
                    </a:cubicBezTo>
                    <a:cubicBezTo>
                      <a:pt x="394" y="74"/>
                      <a:pt x="391" y="71"/>
                      <a:pt x="387" y="68"/>
                    </a:cubicBezTo>
                    <a:cubicBezTo>
                      <a:pt x="387" y="68"/>
                      <a:pt x="387" y="67"/>
                      <a:pt x="387" y="67"/>
                    </a:cubicBezTo>
                    <a:cubicBezTo>
                      <a:pt x="387" y="67"/>
                      <a:pt x="388" y="66"/>
                      <a:pt x="388" y="66"/>
                    </a:cubicBezTo>
                    <a:close/>
                    <a:moveTo>
                      <a:pt x="323" y="116"/>
                    </a:moveTo>
                    <a:cubicBezTo>
                      <a:pt x="323" y="115"/>
                      <a:pt x="323" y="114"/>
                      <a:pt x="323" y="113"/>
                    </a:cubicBezTo>
                    <a:cubicBezTo>
                      <a:pt x="324" y="115"/>
                      <a:pt x="324" y="117"/>
                      <a:pt x="325" y="119"/>
                    </a:cubicBezTo>
                    <a:cubicBezTo>
                      <a:pt x="324" y="119"/>
                      <a:pt x="324" y="119"/>
                      <a:pt x="323" y="119"/>
                    </a:cubicBezTo>
                    <a:cubicBezTo>
                      <a:pt x="323" y="118"/>
                      <a:pt x="323" y="117"/>
                      <a:pt x="323" y="116"/>
                    </a:cubicBezTo>
                    <a:close/>
                    <a:moveTo>
                      <a:pt x="335" y="96"/>
                    </a:moveTo>
                    <a:cubicBezTo>
                      <a:pt x="336" y="98"/>
                      <a:pt x="337" y="101"/>
                      <a:pt x="338" y="103"/>
                    </a:cubicBezTo>
                    <a:cubicBezTo>
                      <a:pt x="339" y="105"/>
                      <a:pt x="340" y="106"/>
                      <a:pt x="341" y="108"/>
                    </a:cubicBezTo>
                    <a:cubicBezTo>
                      <a:pt x="339" y="110"/>
                      <a:pt x="337" y="112"/>
                      <a:pt x="335" y="113"/>
                    </a:cubicBezTo>
                    <a:cubicBezTo>
                      <a:pt x="333" y="111"/>
                      <a:pt x="332" y="108"/>
                      <a:pt x="330" y="105"/>
                    </a:cubicBezTo>
                    <a:cubicBezTo>
                      <a:pt x="330" y="104"/>
                      <a:pt x="330" y="103"/>
                      <a:pt x="330" y="102"/>
                    </a:cubicBezTo>
                    <a:cubicBezTo>
                      <a:pt x="331" y="101"/>
                      <a:pt x="332" y="99"/>
                      <a:pt x="332" y="98"/>
                    </a:cubicBezTo>
                    <a:cubicBezTo>
                      <a:pt x="333" y="97"/>
                      <a:pt x="334" y="97"/>
                      <a:pt x="335" y="96"/>
                    </a:cubicBezTo>
                    <a:close/>
                    <a:moveTo>
                      <a:pt x="283" y="155"/>
                    </a:moveTo>
                    <a:cubicBezTo>
                      <a:pt x="283" y="154"/>
                      <a:pt x="282" y="152"/>
                      <a:pt x="282" y="150"/>
                    </a:cubicBezTo>
                    <a:cubicBezTo>
                      <a:pt x="282" y="146"/>
                      <a:pt x="284" y="140"/>
                      <a:pt x="292" y="136"/>
                    </a:cubicBezTo>
                    <a:cubicBezTo>
                      <a:pt x="292" y="137"/>
                      <a:pt x="292" y="138"/>
                      <a:pt x="292" y="138"/>
                    </a:cubicBezTo>
                    <a:cubicBezTo>
                      <a:pt x="292" y="148"/>
                      <a:pt x="292" y="159"/>
                      <a:pt x="295" y="168"/>
                    </a:cubicBezTo>
                    <a:cubicBezTo>
                      <a:pt x="289" y="165"/>
                      <a:pt x="284" y="160"/>
                      <a:pt x="283" y="155"/>
                    </a:cubicBezTo>
                    <a:close/>
                    <a:moveTo>
                      <a:pt x="300" y="133"/>
                    </a:moveTo>
                    <a:cubicBezTo>
                      <a:pt x="305" y="136"/>
                      <a:pt x="310" y="140"/>
                      <a:pt x="313" y="144"/>
                    </a:cubicBezTo>
                    <a:cubicBezTo>
                      <a:pt x="312" y="144"/>
                      <a:pt x="310" y="144"/>
                      <a:pt x="309" y="144"/>
                    </a:cubicBezTo>
                    <a:cubicBezTo>
                      <a:pt x="304" y="145"/>
                      <a:pt x="302" y="150"/>
                      <a:pt x="300" y="155"/>
                    </a:cubicBezTo>
                    <a:cubicBezTo>
                      <a:pt x="300" y="150"/>
                      <a:pt x="300" y="144"/>
                      <a:pt x="300" y="138"/>
                    </a:cubicBezTo>
                    <a:cubicBezTo>
                      <a:pt x="300" y="136"/>
                      <a:pt x="300" y="135"/>
                      <a:pt x="299" y="133"/>
                    </a:cubicBezTo>
                    <a:cubicBezTo>
                      <a:pt x="300" y="133"/>
                      <a:pt x="300" y="133"/>
                      <a:pt x="300" y="133"/>
                    </a:cubicBezTo>
                    <a:close/>
                    <a:moveTo>
                      <a:pt x="315" y="129"/>
                    </a:moveTo>
                    <a:cubicBezTo>
                      <a:pt x="316" y="129"/>
                      <a:pt x="317" y="129"/>
                      <a:pt x="318" y="129"/>
                    </a:cubicBezTo>
                    <a:cubicBezTo>
                      <a:pt x="319" y="131"/>
                      <a:pt x="320" y="133"/>
                      <a:pt x="321" y="136"/>
                    </a:cubicBezTo>
                    <a:cubicBezTo>
                      <a:pt x="323" y="139"/>
                      <a:pt x="325" y="143"/>
                      <a:pt x="326" y="147"/>
                    </a:cubicBezTo>
                    <a:cubicBezTo>
                      <a:pt x="325" y="147"/>
                      <a:pt x="324" y="147"/>
                      <a:pt x="323" y="147"/>
                    </a:cubicBezTo>
                    <a:cubicBezTo>
                      <a:pt x="320" y="139"/>
                      <a:pt x="315" y="134"/>
                      <a:pt x="310" y="130"/>
                    </a:cubicBezTo>
                    <a:cubicBezTo>
                      <a:pt x="312" y="130"/>
                      <a:pt x="313" y="130"/>
                      <a:pt x="315" y="129"/>
                    </a:cubicBezTo>
                    <a:close/>
                    <a:moveTo>
                      <a:pt x="328" y="126"/>
                    </a:moveTo>
                    <a:cubicBezTo>
                      <a:pt x="329" y="128"/>
                      <a:pt x="330" y="129"/>
                      <a:pt x="330" y="130"/>
                    </a:cubicBezTo>
                    <a:cubicBezTo>
                      <a:pt x="332" y="133"/>
                      <a:pt x="334" y="136"/>
                      <a:pt x="336" y="139"/>
                    </a:cubicBezTo>
                    <a:cubicBezTo>
                      <a:pt x="336" y="140"/>
                      <a:pt x="336" y="141"/>
                      <a:pt x="336" y="142"/>
                    </a:cubicBezTo>
                    <a:cubicBezTo>
                      <a:pt x="336" y="145"/>
                      <a:pt x="336" y="147"/>
                      <a:pt x="336" y="149"/>
                    </a:cubicBezTo>
                    <a:cubicBezTo>
                      <a:pt x="333" y="140"/>
                      <a:pt x="329" y="133"/>
                      <a:pt x="328" y="132"/>
                    </a:cubicBezTo>
                    <a:cubicBezTo>
                      <a:pt x="327" y="130"/>
                      <a:pt x="326" y="128"/>
                      <a:pt x="326" y="127"/>
                    </a:cubicBezTo>
                    <a:cubicBezTo>
                      <a:pt x="327" y="127"/>
                      <a:pt x="327" y="126"/>
                      <a:pt x="328" y="126"/>
                    </a:cubicBezTo>
                    <a:close/>
                    <a:moveTo>
                      <a:pt x="345" y="115"/>
                    </a:moveTo>
                    <a:cubicBezTo>
                      <a:pt x="346" y="116"/>
                      <a:pt x="347" y="117"/>
                      <a:pt x="347" y="118"/>
                    </a:cubicBezTo>
                    <a:cubicBezTo>
                      <a:pt x="349" y="121"/>
                      <a:pt x="352" y="123"/>
                      <a:pt x="354" y="126"/>
                    </a:cubicBezTo>
                    <a:cubicBezTo>
                      <a:pt x="354" y="127"/>
                      <a:pt x="354" y="128"/>
                      <a:pt x="354" y="129"/>
                    </a:cubicBezTo>
                    <a:cubicBezTo>
                      <a:pt x="352" y="133"/>
                      <a:pt x="351" y="138"/>
                      <a:pt x="351" y="143"/>
                    </a:cubicBezTo>
                    <a:cubicBezTo>
                      <a:pt x="349" y="141"/>
                      <a:pt x="346" y="139"/>
                      <a:pt x="344" y="136"/>
                    </a:cubicBezTo>
                    <a:cubicBezTo>
                      <a:pt x="343" y="131"/>
                      <a:pt x="342" y="125"/>
                      <a:pt x="339" y="120"/>
                    </a:cubicBezTo>
                    <a:cubicBezTo>
                      <a:pt x="341" y="119"/>
                      <a:pt x="343" y="117"/>
                      <a:pt x="345" y="115"/>
                    </a:cubicBezTo>
                    <a:close/>
                    <a:moveTo>
                      <a:pt x="354" y="113"/>
                    </a:moveTo>
                    <a:cubicBezTo>
                      <a:pt x="351" y="109"/>
                      <a:pt x="348" y="104"/>
                      <a:pt x="346" y="99"/>
                    </a:cubicBezTo>
                    <a:cubicBezTo>
                      <a:pt x="345" y="97"/>
                      <a:pt x="344" y="95"/>
                      <a:pt x="343" y="94"/>
                    </a:cubicBezTo>
                    <a:cubicBezTo>
                      <a:pt x="343" y="94"/>
                      <a:pt x="343" y="94"/>
                      <a:pt x="344" y="94"/>
                    </a:cubicBezTo>
                    <a:cubicBezTo>
                      <a:pt x="347" y="94"/>
                      <a:pt x="350" y="96"/>
                      <a:pt x="353" y="100"/>
                    </a:cubicBezTo>
                    <a:cubicBezTo>
                      <a:pt x="355" y="104"/>
                      <a:pt x="356" y="108"/>
                      <a:pt x="356" y="113"/>
                    </a:cubicBezTo>
                    <a:cubicBezTo>
                      <a:pt x="356" y="114"/>
                      <a:pt x="356" y="115"/>
                      <a:pt x="356" y="116"/>
                    </a:cubicBezTo>
                    <a:cubicBezTo>
                      <a:pt x="355" y="115"/>
                      <a:pt x="354" y="114"/>
                      <a:pt x="354" y="113"/>
                    </a:cubicBezTo>
                    <a:close/>
                    <a:moveTo>
                      <a:pt x="364" y="113"/>
                    </a:moveTo>
                    <a:cubicBezTo>
                      <a:pt x="364" y="109"/>
                      <a:pt x="363" y="106"/>
                      <a:pt x="362" y="102"/>
                    </a:cubicBezTo>
                    <a:cubicBezTo>
                      <a:pt x="363" y="104"/>
                      <a:pt x="365" y="105"/>
                      <a:pt x="365" y="107"/>
                    </a:cubicBezTo>
                    <a:cubicBezTo>
                      <a:pt x="368" y="113"/>
                      <a:pt x="370" y="120"/>
                      <a:pt x="370" y="127"/>
                    </a:cubicBezTo>
                    <a:cubicBezTo>
                      <a:pt x="368" y="126"/>
                      <a:pt x="365" y="124"/>
                      <a:pt x="363" y="123"/>
                    </a:cubicBezTo>
                    <a:cubicBezTo>
                      <a:pt x="364" y="119"/>
                      <a:pt x="364" y="116"/>
                      <a:pt x="364" y="113"/>
                    </a:cubicBezTo>
                    <a:close/>
                    <a:moveTo>
                      <a:pt x="375" y="97"/>
                    </a:moveTo>
                    <a:cubicBezTo>
                      <a:pt x="375" y="95"/>
                      <a:pt x="374" y="94"/>
                      <a:pt x="374" y="92"/>
                    </a:cubicBezTo>
                    <a:cubicBezTo>
                      <a:pt x="374" y="88"/>
                      <a:pt x="375" y="85"/>
                      <a:pt x="377" y="82"/>
                    </a:cubicBezTo>
                    <a:cubicBezTo>
                      <a:pt x="379" y="87"/>
                      <a:pt x="380" y="92"/>
                      <a:pt x="380" y="97"/>
                    </a:cubicBezTo>
                    <a:cubicBezTo>
                      <a:pt x="380" y="99"/>
                      <a:pt x="379" y="102"/>
                      <a:pt x="379" y="105"/>
                    </a:cubicBezTo>
                    <a:cubicBezTo>
                      <a:pt x="377" y="103"/>
                      <a:pt x="376" y="100"/>
                      <a:pt x="375" y="97"/>
                    </a:cubicBezTo>
                    <a:close/>
                    <a:moveTo>
                      <a:pt x="388" y="97"/>
                    </a:moveTo>
                    <a:cubicBezTo>
                      <a:pt x="390" y="102"/>
                      <a:pt x="391" y="107"/>
                      <a:pt x="393" y="112"/>
                    </a:cubicBezTo>
                    <a:cubicBezTo>
                      <a:pt x="392" y="112"/>
                      <a:pt x="391" y="112"/>
                      <a:pt x="391" y="112"/>
                    </a:cubicBezTo>
                    <a:cubicBezTo>
                      <a:pt x="389" y="112"/>
                      <a:pt x="388" y="112"/>
                      <a:pt x="386" y="111"/>
                    </a:cubicBezTo>
                    <a:cubicBezTo>
                      <a:pt x="387" y="106"/>
                      <a:pt x="388" y="102"/>
                      <a:pt x="388" y="97"/>
                    </a:cubicBezTo>
                    <a:close/>
                    <a:moveTo>
                      <a:pt x="395" y="92"/>
                    </a:moveTo>
                    <a:cubicBezTo>
                      <a:pt x="393" y="86"/>
                      <a:pt x="393" y="86"/>
                      <a:pt x="393" y="86"/>
                    </a:cubicBezTo>
                    <a:cubicBezTo>
                      <a:pt x="393" y="86"/>
                      <a:pt x="392" y="85"/>
                      <a:pt x="392" y="84"/>
                    </a:cubicBezTo>
                    <a:cubicBezTo>
                      <a:pt x="396" y="89"/>
                      <a:pt x="399" y="94"/>
                      <a:pt x="399" y="100"/>
                    </a:cubicBezTo>
                    <a:cubicBezTo>
                      <a:pt x="399" y="101"/>
                      <a:pt x="399" y="102"/>
                      <a:pt x="398" y="103"/>
                    </a:cubicBezTo>
                    <a:cubicBezTo>
                      <a:pt x="398" y="103"/>
                      <a:pt x="398" y="103"/>
                      <a:pt x="398" y="103"/>
                    </a:cubicBezTo>
                    <a:cubicBezTo>
                      <a:pt x="397" y="99"/>
                      <a:pt x="396" y="95"/>
                      <a:pt x="395" y="92"/>
                    </a:cubicBezTo>
                    <a:close/>
                    <a:moveTo>
                      <a:pt x="377" y="114"/>
                    </a:moveTo>
                    <a:cubicBezTo>
                      <a:pt x="377" y="114"/>
                      <a:pt x="377" y="114"/>
                      <a:pt x="377" y="114"/>
                    </a:cubicBezTo>
                    <a:cubicBezTo>
                      <a:pt x="377" y="114"/>
                      <a:pt x="377" y="114"/>
                      <a:pt x="377" y="114"/>
                    </a:cubicBezTo>
                    <a:close/>
                    <a:moveTo>
                      <a:pt x="380" y="128"/>
                    </a:moveTo>
                    <a:cubicBezTo>
                      <a:pt x="381" y="126"/>
                      <a:pt x="381" y="126"/>
                      <a:pt x="381" y="126"/>
                    </a:cubicBezTo>
                    <a:cubicBezTo>
                      <a:pt x="382" y="124"/>
                      <a:pt x="383" y="121"/>
                      <a:pt x="384" y="119"/>
                    </a:cubicBezTo>
                    <a:cubicBezTo>
                      <a:pt x="386" y="120"/>
                      <a:pt x="388" y="120"/>
                      <a:pt x="391" y="120"/>
                    </a:cubicBezTo>
                    <a:cubicBezTo>
                      <a:pt x="392" y="120"/>
                      <a:pt x="393" y="120"/>
                      <a:pt x="394" y="120"/>
                    </a:cubicBezTo>
                    <a:cubicBezTo>
                      <a:pt x="395" y="123"/>
                      <a:pt x="395" y="125"/>
                      <a:pt x="396" y="128"/>
                    </a:cubicBezTo>
                    <a:cubicBezTo>
                      <a:pt x="395" y="129"/>
                      <a:pt x="394" y="129"/>
                      <a:pt x="392" y="130"/>
                    </a:cubicBezTo>
                    <a:cubicBezTo>
                      <a:pt x="388" y="131"/>
                      <a:pt x="384" y="131"/>
                      <a:pt x="380" y="130"/>
                    </a:cubicBezTo>
                    <a:cubicBezTo>
                      <a:pt x="380" y="130"/>
                      <a:pt x="380" y="129"/>
                      <a:pt x="380" y="128"/>
                    </a:cubicBezTo>
                    <a:close/>
                    <a:moveTo>
                      <a:pt x="406" y="84"/>
                    </a:moveTo>
                    <a:cubicBezTo>
                      <a:pt x="408" y="89"/>
                      <a:pt x="410" y="95"/>
                      <a:pt x="410" y="101"/>
                    </a:cubicBezTo>
                    <a:cubicBezTo>
                      <a:pt x="410" y="101"/>
                      <a:pt x="410" y="102"/>
                      <a:pt x="410" y="102"/>
                    </a:cubicBezTo>
                    <a:cubicBezTo>
                      <a:pt x="409" y="111"/>
                      <a:pt x="407" y="117"/>
                      <a:pt x="403" y="122"/>
                    </a:cubicBezTo>
                    <a:cubicBezTo>
                      <a:pt x="403" y="120"/>
                      <a:pt x="402" y="117"/>
                      <a:pt x="402" y="115"/>
                    </a:cubicBezTo>
                    <a:cubicBezTo>
                      <a:pt x="403" y="112"/>
                      <a:pt x="405" y="109"/>
                      <a:pt x="406" y="105"/>
                    </a:cubicBezTo>
                    <a:cubicBezTo>
                      <a:pt x="407" y="103"/>
                      <a:pt x="407" y="101"/>
                      <a:pt x="407" y="100"/>
                    </a:cubicBezTo>
                    <a:cubicBezTo>
                      <a:pt x="407" y="94"/>
                      <a:pt x="405" y="89"/>
                      <a:pt x="402" y="84"/>
                    </a:cubicBezTo>
                    <a:cubicBezTo>
                      <a:pt x="403" y="84"/>
                      <a:pt x="405" y="84"/>
                      <a:pt x="406" y="84"/>
                    </a:cubicBezTo>
                    <a:close/>
                    <a:moveTo>
                      <a:pt x="359" y="146"/>
                    </a:moveTo>
                    <a:cubicBezTo>
                      <a:pt x="359" y="141"/>
                      <a:pt x="360" y="136"/>
                      <a:pt x="361" y="131"/>
                    </a:cubicBezTo>
                    <a:cubicBezTo>
                      <a:pt x="364" y="133"/>
                      <a:pt x="366" y="134"/>
                      <a:pt x="369" y="135"/>
                    </a:cubicBezTo>
                    <a:cubicBezTo>
                      <a:pt x="366" y="141"/>
                      <a:pt x="363" y="147"/>
                      <a:pt x="359" y="148"/>
                    </a:cubicBezTo>
                    <a:cubicBezTo>
                      <a:pt x="359" y="147"/>
                      <a:pt x="359" y="146"/>
                      <a:pt x="359" y="146"/>
                    </a:cubicBezTo>
                    <a:close/>
                    <a:moveTo>
                      <a:pt x="307" y="163"/>
                    </a:moveTo>
                    <a:cubicBezTo>
                      <a:pt x="308" y="159"/>
                      <a:pt x="309" y="153"/>
                      <a:pt x="311" y="152"/>
                    </a:cubicBezTo>
                    <a:cubicBezTo>
                      <a:pt x="312" y="152"/>
                      <a:pt x="314" y="153"/>
                      <a:pt x="317" y="153"/>
                    </a:cubicBezTo>
                    <a:cubicBezTo>
                      <a:pt x="318" y="155"/>
                      <a:pt x="319" y="161"/>
                      <a:pt x="319" y="161"/>
                    </a:cubicBezTo>
                    <a:cubicBezTo>
                      <a:pt x="319" y="164"/>
                      <a:pt x="319" y="166"/>
                      <a:pt x="320" y="168"/>
                    </a:cubicBezTo>
                    <a:cubicBezTo>
                      <a:pt x="316" y="169"/>
                      <a:pt x="313" y="170"/>
                      <a:pt x="309" y="171"/>
                    </a:cubicBezTo>
                    <a:cubicBezTo>
                      <a:pt x="307" y="171"/>
                      <a:pt x="306" y="171"/>
                      <a:pt x="304" y="171"/>
                    </a:cubicBezTo>
                    <a:cubicBezTo>
                      <a:pt x="305" y="168"/>
                      <a:pt x="306" y="165"/>
                      <a:pt x="307" y="163"/>
                    </a:cubicBezTo>
                    <a:close/>
                    <a:moveTo>
                      <a:pt x="344" y="148"/>
                    </a:moveTo>
                    <a:cubicBezTo>
                      <a:pt x="347" y="150"/>
                      <a:pt x="349" y="153"/>
                      <a:pt x="352" y="154"/>
                    </a:cubicBezTo>
                    <a:cubicBezTo>
                      <a:pt x="349" y="153"/>
                      <a:pt x="346" y="153"/>
                      <a:pt x="343" y="152"/>
                    </a:cubicBezTo>
                    <a:cubicBezTo>
                      <a:pt x="344" y="151"/>
                      <a:pt x="344" y="149"/>
                      <a:pt x="344" y="148"/>
                    </a:cubicBezTo>
                    <a:close/>
                    <a:moveTo>
                      <a:pt x="327" y="160"/>
                    </a:moveTo>
                    <a:cubicBezTo>
                      <a:pt x="327" y="160"/>
                      <a:pt x="326" y="158"/>
                      <a:pt x="326" y="155"/>
                    </a:cubicBezTo>
                    <a:cubicBezTo>
                      <a:pt x="327" y="156"/>
                      <a:pt x="328" y="156"/>
                      <a:pt x="329" y="156"/>
                    </a:cubicBezTo>
                    <a:cubicBezTo>
                      <a:pt x="330" y="158"/>
                      <a:pt x="330" y="159"/>
                      <a:pt x="330" y="160"/>
                    </a:cubicBezTo>
                    <a:cubicBezTo>
                      <a:pt x="329" y="161"/>
                      <a:pt x="328" y="162"/>
                      <a:pt x="327" y="163"/>
                    </a:cubicBezTo>
                    <a:cubicBezTo>
                      <a:pt x="327" y="162"/>
                      <a:pt x="327" y="161"/>
                      <a:pt x="327" y="160"/>
                    </a:cubicBezTo>
                    <a:close/>
                    <a:moveTo>
                      <a:pt x="361" y="155"/>
                    </a:moveTo>
                    <a:cubicBezTo>
                      <a:pt x="361" y="155"/>
                      <a:pt x="361" y="155"/>
                      <a:pt x="361" y="156"/>
                    </a:cubicBezTo>
                    <a:cubicBezTo>
                      <a:pt x="361" y="156"/>
                      <a:pt x="361" y="155"/>
                      <a:pt x="361" y="155"/>
                    </a:cubicBezTo>
                    <a:cubicBezTo>
                      <a:pt x="361" y="155"/>
                      <a:pt x="361" y="155"/>
                      <a:pt x="361" y="155"/>
                    </a:cubicBezTo>
                    <a:close/>
                    <a:moveTo>
                      <a:pt x="395" y="137"/>
                    </a:moveTo>
                    <a:cubicBezTo>
                      <a:pt x="395" y="137"/>
                      <a:pt x="395" y="137"/>
                      <a:pt x="396" y="137"/>
                    </a:cubicBezTo>
                    <a:cubicBezTo>
                      <a:pt x="395" y="142"/>
                      <a:pt x="394" y="146"/>
                      <a:pt x="392" y="151"/>
                    </a:cubicBezTo>
                    <a:cubicBezTo>
                      <a:pt x="391" y="154"/>
                      <a:pt x="388" y="157"/>
                      <a:pt x="386" y="159"/>
                    </a:cubicBezTo>
                    <a:cubicBezTo>
                      <a:pt x="381" y="159"/>
                      <a:pt x="375" y="158"/>
                      <a:pt x="370" y="157"/>
                    </a:cubicBezTo>
                    <a:cubicBezTo>
                      <a:pt x="374" y="151"/>
                      <a:pt x="377" y="145"/>
                      <a:pt x="378" y="138"/>
                    </a:cubicBezTo>
                    <a:cubicBezTo>
                      <a:pt x="384" y="139"/>
                      <a:pt x="389" y="139"/>
                      <a:pt x="395" y="137"/>
                    </a:cubicBezTo>
                    <a:close/>
                    <a:moveTo>
                      <a:pt x="418" y="102"/>
                    </a:moveTo>
                    <a:cubicBezTo>
                      <a:pt x="418" y="102"/>
                      <a:pt x="418" y="101"/>
                      <a:pt x="418" y="101"/>
                    </a:cubicBezTo>
                    <a:cubicBezTo>
                      <a:pt x="418" y="97"/>
                      <a:pt x="417" y="92"/>
                      <a:pt x="416" y="88"/>
                    </a:cubicBezTo>
                    <a:cubicBezTo>
                      <a:pt x="417" y="90"/>
                      <a:pt x="419" y="91"/>
                      <a:pt x="420" y="93"/>
                    </a:cubicBezTo>
                    <a:cubicBezTo>
                      <a:pt x="424" y="99"/>
                      <a:pt x="427" y="108"/>
                      <a:pt x="427" y="118"/>
                    </a:cubicBezTo>
                    <a:cubicBezTo>
                      <a:pt x="427" y="129"/>
                      <a:pt x="424" y="140"/>
                      <a:pt x="417" y="149"/>
                    </a:cubicBezTo>
                    <a:cubicBezTo>
                      <a:pt x="412" y="155"/>
                      <a:pt x="405" y="158"/>
                      <a:pt x="396" y="159"/>
                    </a:cubicBezTo>
                    <a:cubicBezTo>
                      <a:pt x="397" y="157"/>
                      <a:pt x="398" y="156"/>
                      <a:pt x="399" y="154"/>
                    </a:cubicBezTo>
                    <a:cubicBezTo>
                      <a:pt x="403" y="148"/>
                      <a:pt x="404" y="141"/>
                      <a:pt x="404" y="133"/>
                    </a:cubicBezTo>
                    <a:cubicBezTo>
                      <a:pt x="404" y="133"/>
                      <a:pt x="404" y="133"/>
                      <a:pt x="404" y="133"/>
                    </a:cubicBezTo>
                    <a:cubicBezTo>
                      <a:pt x="412" y="127"/>
                      <a:pt x="417" y="116"/>
                      <a:pt x="418" y="102"/>
                    </a:cubicBezTo>
                    <a:close/>
                    <a:moveTo>
                      <a:pt x="331" y="170"/>
                    </a:moveTo>
                    <a:cubicBezTo>
                      <a:pt x="331" y="172"/>
                      <a:pt x="330" y="173"/>
                      <a:pt x="330" y="174"/>
                    </a:cubicBezTo>
                    <a:cubicBezTo>
                      <a:pt x="330" y="174"/>
                      <a:pt x="330" y="174"/>
                      <a:pt x="330" y="174"/>
                    </a:cubicBezTo>
                    <a:cubicBezTo>
                      <a:pt x="329" y="174"/>
                      <a:pt x="329" y="173"/>
                      <a:pt x="329" y="172"/>
                    </a:cubicBezTo>
                    <a:cubicBezTo>
                      <a:pt x="329" y="172"/>
                      <a:pt x="330" y="171"/>
                      <a:pt x="331" y="170"/>
                    </a:cubicBezTo>
                    <a:close/>
                    <a:moveTo>
                      <a:pt x="340" y="159"/>
                    </a:moveTo>
                    <a:cubicBezTo>
                      <a:pt x="345" y="161"/>
                      <a:pt x="350" y="162"/>
                      <a:pt x="355" y="163"/>
                    </a:cubicBezTo>
                    <a:cubicBezTo>
                      <a:pt x="350" y="168"/>
                      <a:pt x="344" y="173"/>
                      <a:pt x="338" y="175"/>
                    </a:cubicBezTo>
                    <a:cubicBezTo>
                      <a:pt x="339" y="173"/>
                      <a:pt x="339" y="170"/>
                      <a:pt x="339" y="168"/>
                    </a:cubicBezTo>
                    <a:cubicBezTo>
                      <a:pt x="339" y="166"/>
                      <a:pt x="339" y="164"/>
                      <a:pt x="339" y="162"/>
                    </a:cubicBezTo>
                    <a:cubicBezTo>
                      <a:pt x="339" y="161"/>
                      <a:pt x="340" y="160"/>
                      <a:pt x="340" y="159"/>
                    </a:cubicBezTo>
                    <a:close/>
                    <a:moveTo>
                      <a:pt x="322" y="176"/>
                    </a:moveTo>
                    <a:cubicBezTo>
                      <a:pt x="322" y="177"/>
                      <a:pt x="323" y="178"/>
                      <a:pt x="323" y="179"/>
                    </a:cubicBezTo>
                    <a:cubicBezTo>
                      <a:pt x="322" y="180"/>
                      <a:pt x="321" y="180"/>
                      <a:pt x="318" y="180"/>
                    </a:cubicBezTo>
                    <a:cubicBezTo>
                      <a:pt x="316" y="180"/>
                      <a:pt x="314" y="179"/>
                      <a:pt x="312" y="178"/>
                    </a:cubicBezTo>
                    <a:cubicBezTo>
                      <a:pt x="315" y="178"/>
                      <a:pt x="318" y="177"/>
                      <a:pt x="322" y="17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3" name="Freeform 494">
                <a:extLst>
                  <a:ext uri="{FF2B5EF4-FFF2-40B4-BE49-F238E27FC236}">
                    <a16:creationId xmlns:a16="http://schemas.microsoft.com/office/drawing/2014/main" id="{AE535277-152F-4456-9921-499039C0C8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31" y="1391"/>
                <a:ext cx="1077" cy="594"/>
              </a:xfrm>
              <a:custGeom>
                <a:avLst/>
                <a:gdLst>
                  <a:gd name="T0" fmla="*/ 80408 w 431"/>
                  <a:gd name="T1" fmla="*/ 17162 h 223"/>
                  <a:gd name="T2" fmla="*/ 65270 w 431"/>
                  <a:gd name="T3" fmla="*/ 24663 h 223"/>
                  <a:gd name="T4" fmla="*/ 62848 w 431"/>
                  <a:gd name="T5" fmla="*/ 47232 h 223"/>
                  <a:gd name="T6" fmla="*/ 43827 w 431"/>
                  <a:gd name="T7" fmla="*/ 38216 h 223"/>
                  <a:gd name="T8" fmla="*/ 31865 w 431"/>
                  <a:gd name="T9" fmla="*/ 61422 h 223"/>
                  <a:gd name="T10" fmla="*/ 23592 w 431"/>
                  <a:gd name="T11" fmla="*/ 49630 h 223"/>
                  <a:gd name="T12" fmla="*/ 16260 w 431"/>
                  <a:gd name="T13" fmla="*/ 64240 h 223"/>
                  <a:gd name="T14" fmla="*/ 13836 w 431"/>
                  <a:gd name="T15" fmla="*/ 76826 h 223"/>
                  <a:gd name="T16" fmla="*/ 31865 w 431"/>
                  <a:gd name="T17" fmla="*/ 73896 h 223"/>
                  <a:gd name="T18" fmla="*/ 62536 w 431"/>
                  <a:gd name="T19" fmla="*/ 62879 h 223"/>
                  <a:gd name="T20" fmla="*/ 102967 w 431"/>
                  <a:gd name="T21" fmla="*/ 30707 h 223"/>
                  <a:gd name="T22" fmla="*/ 63053 w 431"/>
                  <a:gd name="T23" fmla="*/ 20641 h 223"/>
                  <a:gd name="T24" fmla="*/ 32645 w 431"/>
                  <a:gd name="T25" fmla="*/ 39974 h 223"/>
                  <a:gd name="T26" fmla="*/ 1949 w 431"/>
                  <a:gd name="T27" fmla="*/ 77521 h 223"/>
                  <a:gd name="T28" fmla="*/ 21905 w 431"/>
                  <a:gd name="T29" fmla="*/ 58606 h 223"/>
                  <a:gd name="T30" fmla="*/ 23079 w 431"/>
                  <a:gd name="T31" fmla="*/ 71477 h 223"/>
                  <a:gd name="T32" fmla="*/ 28274 w 431"/>
                  <a:gd name="T33" fmla="*/ 61004 h 223"/>
                  <a:gd name="T34" fmla="*/ 36061 w 431"/>
                  <a:gd name="T35" fmla="*/ 51505 h 223"/>
                  <a:gd name="T36" fmla="*/ 30691 w 431"/>
                  <a:gd name="T37" fmla="*/ 71738 h 223"/>
                  <a:gd name="T38" fmla="*/ 38215 w 431"/>
                  <a:gd name="T39" fmla="*/ 54712 h 223"/>
                  <a:gd name="T40" fmla="*/ 39964 w 431"/>
                  <a:gd name="T41" fmla="*/ 58606 h 223"/>
                  <a:gd name="T42" fmla="*/ 41911 w 431"/>
                  <a:gd name="T43" fmla="*/ 57131 h 223"/>
                  <a:gd name="T44" fmla="*/ 44797 w 431"/>
                  <a:gd name="T45" fmla="*/ 53915 h 223"/>
                  <a:gd name="T46" fmla="*/ 47918 w 431"/>
                  <a:gd name="T47" fmla="*/ 43189 h 223"/>
                  <a:gd name="T48" fmla="*/ 42580 w 431"/>
                  <a:gd name="T49" fmla="*/ 72796 h 223"/>
                  <a:gd name="T50" fmla="*/ 45002 w 431"/>
                  <a:gd name="T51" fmla="*/ 65694 h 223"/>
                  <a:gd name="T52" fmla="*/ 51821 w 431"/>
                  <a:gd name="T53" fmla="*/ 66091 h 223"/>
                  <a:gd name="T54" fmla="*/ 49210 w 431"/>
                  <a:gd name="T55" fmla="*/ 47872 h 223"/>
                  <a:gd name="T56" fmla="*/ 52133 w 431"/>
                  <a:gd name="T57" fmla="*/ 45053 h 223"/>
                  <a:gd name="T58" fmla="*/ 56216 w 431"/>
                  <a:gd name="T59" fmla="*/ 51105 h 223"/>
                  <a:gd name="T60" fmla="*/ 53770 w 431"/>
                  <a:gd name="T61" fmla="*/ 40371 h 223"/>
                  <a:gd name="T62" fmla="*/ 57203 w 431"/>
                  <a:gd name="T63" fmla="*/ 45304 h 223"/>
                  <a:gd name="T64" fmla="*/ 87175 w 431"/>
                  <a:gd name="T65" fmla="*/ 11132 h 223"/>
                  <a:gd name="T66" fmla="*/ 61369 w 431"/>
                  <a:gd name="T67" fmla="*/ 60367 h 223"/>
                  <a:gd name="T68" fmla="*/ 63523 w 431"/>
                  <a:gd name="T69" fmla="*/ 51505 h 223"/>
                  <a:gd name="T70" fmla="*/ 66956 w 431"/>
                  <a:gd name="T71" fmla="*/ 54712 h 223"/>
                  <a:gd name="T72" fmla="*/ 69168 w 431"/>
                  <a:gd name="T73" fmla="*/ 30707 h 223"/>
                  <a:gd name="T74" fmla="*/ 69168 w 431"/>
                  <a:gd name="T75" fmla="*/ 30707 h 223"/>
                  <a:gd name="T76" fmla="*/ 87382 w 431"/>
                  <a:gd name="T77" fmla="*/ 22505 h 223"/>
                  <a:gd name="T78" fmla="*/ 77671 w 431"/>
                  <a:gd name="T79" fmla="*/ 22505 h 223"/>
                  <a:gd name="T80" fmla="*/ 90810 w 431"/>
                  <a:gd name="T81" fmla="*/ 9656 h 223"/>
                  <a:gd name="T82" fmla="*/ 81367 w 431"/>
                  <a:gd name="T83" fmla="*/ 32169 h 223"/>
                  <a:gd name="T84" fmla="*/ 70840 w 431"/>
                  <a:gd name="T85" fmla="*/ 46417 h 223"/>
                  <a:gd name="T86" fmla="*/ 71822 w 431"/>
                  <a:gd name="T87" fmla="*/ 46111 h 223"/>
                  <a:gd name="T88" fmla="*/ 77159 w 431"/>
                  <a:gd name="T89" fmla="*/ 53220 h 223"/>
                  <a:gd name="T90" fmla="*/ 80867 w 431"/>
                  <a:gd name="T91" fmla="*/ 52802 h 223"/>
                  <a:gd name="T92" fmla="*/ 78921 w 431"/>
                  <a:gd name="T93" fmla="*/ 58606 h 223"/>
                  <a:gd name="T94" fmla="*/ 85428 w 431"/>
                  <a:gd name="T95" fmla="*/ 51745 h 223"/>
                  <a:gd name="T96" fmla="*/ 86395 w 431"/>
                  <a:gd name="T97" fmla="*/ 51105 h 223"/>
                  <a:gd name="T98" fmla="*/ 90298 w 431"/>
                  <a:gd name="T99" fmla="*/ 45304 h 223"/>
                  <a:gd name="T100" fmla="*/ 93731 w 431"/>
                  <a:gd name="T101" fmla="*/ 30318 h 223"/>
                  <a:gd name="T102" fmla="*/ 97127 w 431"/>
                  <a:gd name="T103" fmla="*/ 34588 h 223"/>
                  <a:gd name="T104" fmla="*/ 91590 w 431"/>
                  <a:gd name="T105" fmla="*/ 44657 h 223"/>
                  <a:gd name="T106" fmla="*/ 97440 w 431"/>
                  <a:gd name="T107" fmla="*/ 44246 h 223"/>
                  <a:gd name="T108" fmla="*/ 75018 w 431"/>
                  <a:gd name="T109" fmla="*/ 62069 h 223"/>
                  <a:gd name="T110" fmla="*/ 81575 w 431"/>
                  <a:gd name="T111" fmla="*/ 59003 h 223"/>
                  <a:gd name="T112" fmla="*/ 95493 w 431"/>
                  <a:gd name="T113" fmla="*/ 53220 h 223"/>
                  <a:gd name="T114" fmla="*/ 94973 w 431"/>
                  <a:gd name="T115" fmla="*/ 56435 h 223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31" h="223">
                    <a:moveTo>
                      <a:pt x="363" y="2"/>
                    </a:moveTo>
                    <a:cubicBezTo>
                      <a:pt x="361" y="4"/>
                      <a:pt x="360" y="6"/>
                      <a:pt x="360" y="9"/>
                    </a:cubicBezTo>
                    <a:cubicBezTo>
                      <a:pt x="360" y="14"/>
                      <a:pt x="364" y="21"/>
                      <a:pt x="367" y="25"/>
                    </a:cubicBezTo>
                    <a:cubicBezTo>
                      <a:pt x="369" y="29"/>
                      <a:pt x="369" y="29"/>
                      <a:pt x="369" y="29"/>
                    </a:cubicBezTo>
                    <a:cubicBezTo>
                      <a:pt x="374" y="37"/>
                      <a:pt x="380" y="45"/>
                      <a:pt x="386" y="52"/>
                    </a:cubicBezTo>
                    <a:cubicBezTo>
                      <a:pt x="386" y="52"/>
                      <a:pt x="386" y="52"/>
                      <a:pt x="387" y="52"/>
                    </a:cubicBezTo>
                    <a:cubicBezTo>
                      <a:pt x="385" y="54"/>
                      <a:pt x="383" y="57"/>
                      <a:pt x="381" y="59"/>
                    </a:cubicBezTo>
                    <a:cubicBezTo>
                      <a:pt x="381" y="59"/>
                      <a:pt x="381" y="59"/>
                      <a:pt x="381" y="59"/>
                    </a:cubicBezTo>
                    <a:cubicBezTo>
                      <a:pt x="376" y="46"/>
                      <a:pt x="370" y="32"/>
                      <a:pt x="360" y="28"/>
                    </a:cubicBezTo>
                    <a:cubicBezTo>
                      <a:pt x="355" y="26"/>
                      <a:pt x="350" y="26"/>
                      <a:pt x="345" y="28"/>
                    </a:cubicBezTo>
                    <a:cubicBezTo>
                      <a:pt x="338" y="31"/>
                      <a:pt x="332" y="38"/>
                      <a:pt x="331" y="44"/>
                    </a:cubicBezTo>
                    <a:cubicBezTo>
                      <a:pt x="330" y="46"/>
                      <a:pt x="330" y="47"/>
                      <a:pt x="330" y="48"/>
                    </a:cubicBezTo>
                    <a:cubicBezTo>
                      <a:pt x="330" y="49"/>
                      <a:pt x="331" y="51"/>
                      <a:pt x="331" y="52"/>
                    </a:cubicBezTo>
                    <a:cubicBezTo>
                      <a:pt x="324" y="53"/>
                      <a:pt x="319" y="56"/>
                      <a:pt x="316" y="61"/>
                    </a:cubicBezTo>
                    <a:cubicBezTo>
                      <a:pt x="315" y="63"/>
                      <a:pt x="314" y="65"/>
                      <a:pt x="313" y="67"/>
                    </a:cubicBezTo>
                    <a:cubicBezTo>
                      <a:pt x="306" y="64"/>
                      <a:pt x="299" y="64"/>
                      <a:pt x="293" y="67"/>
                    </a:cubicBezTo>
                    <a:cubicBezTo>
                      <a:pt x="287" y="70"/>
                      <a:pt x="283" y="76"/>
                      <a:pt x="280" y="85"/>
                    </a:cubicBezTo>
                    <a:cubicBezTo>
                      <a:pt x="279" y="89"/>
                      <a:pt x="279" y="93"/>
                      <a:pt x="279" y="96"/>
                    </a:cubicBezTo>
                    <a:cubicBezTo>
                      <a:pt x="276" y="96"/>
                      <a:pt x="274" y="97"/>
                      <a:pt x="271" y="99"/>
                    </a:cubicBezTo>
                    <a:cubicBezTo>
                      <a:pt x="269" y="100"/>
                      <a:pt x="267" y="103"/>
                      <a:pt x="266" y="106"/>
                    </a:cubicBezTo>
                    <a:cubicBezTo>
                      <a:pt x="265" y="102"/>
                      <a:pt x="264" y="99"/>
                      <a:pt x="262" y="97"/>
                    </a:cubicBezTo>
                    <a:cubicBezTo>
                      <a:pt x="261" y="94"/>
                      <a:pt x="259" y="92"/>
                      <a:pt x="257" y="90"/>
                    </a:cubicBezTo>
                    <a:cubicBezTo>
                      <a:pt x="257" y="90"/>
                      <a:pt x="258" y="90"/>
                      <a:pt x="258" y="89"/>
                    </a:cubicBezTo>
                    <a:cubicBezTo>
                      <a:pt x="263" y="83"/>
                      <a:pt x="268" y="77"/>
                      <a:pt x="268" y="69"/>
                    </a:cubicBezTo>
                    <a:cubicBezTo>
                      <a:pt x="268" y="65"/>
                      <a:pt x="266" y="60"/>
                      <a:pt x="262" y="56"/>
                    </a:cubicBezTo>
                    <a:cubicBezTo>
                      <a:pt x="253" y="47"/>
                      <a:pt x="242" y="45"/>
                      <a:pt x="230" y="50"/>
                    </a:cubicBezTo>
                    <a:cubicBezTo>
                      <a:pt x="225" y="52"/>
                      <a:pt x="218" y="57"/>
                      <a:pt x="218" y="64"/>
                    </a:cubicBezTo>
                    <a:cubicBezTo>
                      <a:pt x="218" y="64"/>
                      <a:pt x="218" y="65"/>
                      <a:pt x="218" y="65"/>
                    </a:cubicBezTo>
                    <a:cubicBezTo>
                      <a:pt x="218" y="68"/>
                      <a:pt x="219" y="72"/>
                      <a:pt x="223" y="75"/>
                    </a:cubicBezTo>
                    <a:cubicBezTo>
                      <a:pt x="224" y="76"/>
                      <a:pt x="233" y="80"/>
                      <a:pt x="233" y="80"/>
                    </a:cubicBezTo>
                    <a:cubicBezTo>
                      <a:pt x="240" y="83"/>
                      <a:pt x="246" y="86"/>
                      <a:pt x="251" y="91"/>
                    </a:cubicBezTo>
                    <a:cubicBezTo>
                      <a:pt x="247" y="96"/>
                      <a:pt x="243" y="102"/>
                      <a:pt x="243" y="109"/>
                    </a:cubicBezTo>
                    <a:cubicBezTo>
                      <a:pt x="243" y="111"/>
                      <a:pt x="244" y="114"/>
                      <a:pt x="245" y="116"/>
                    </a:cubicBezTo>
                    <a:cubicBezTo>
                      <a:pt x="246" y="121"/>
                      <a:pt x="251" y="124"/>
                      <a:pt x="254" y="127"/>
                    </a:cubicBezTo>
                    <a:cubicBezTo>
                      <a:pt x="256" y="128"/>
                      <a:pt x="258" y="130"/>
                      <a:pt x="258" y="132"/>
                    </a:cubicBezTo>
                    <a:cubicBezTo>
                      <a:pt x="258" y="132"/>
                      <a:pt x="258" y="132"/>
                      <a:pt x="258" y="132"/>
                    </a:cubicBezTo>
                    <a:cubicBezTo>
                      <a:pt x="258" y="132"/>
                      <a:pt x="258" y="132"/>
                      <a:pt x="258" y="133"/>
                    </a:cubicBezTo>
                    <a:cubicBezTo>
                      <a:pt x="258" y="134"/>
                      <a:pt x="257" y="136"/>
                      <a:pt x="256" y="137"/>
                    </a:cubicBezTo>
                    <a:cubicBezTo>
                      <a:pt x="253" y="142"/>
                      <a:pt x="250" y="144"/>
                      <a:pt x="246" y="144"/>
                    </a:cubicBezTo>
                    <a:cubicBezTo>
                      <a:pt x="246" y="142"/>
                      <a:pt x="245" y="141"/>
                      <a:pt x="245" y="139"/>
                    </a:cubicBezTo>
                    <a:cubicBezTo>
                      <a:pt x="241" y="131"/>
                      <a:pt x="238" y="122"/>
                      <a:pt x="235" y="115"/>
                    </a:cubicBezTo>
                    <a:cubicBezTo>
                      <a:pt x="234" y="110"/>
                      <a:pt x="233" y="107"/>
                      <a:pt x="230" y="106"/>
                    </a:cubicBezTo>
                    <a:cubicBezTo>
                      <a:pt x="230" y="106"/>
                      <a:pt x="230" y="106"/>
                      <a:pt x="229" y="106"/>
                    </a:cubicBezTo>
                    <a:cubicBezTo>
                      <a:pt x="225" y="99"/>
                      <a:pt x="220" y="95"/>
                      <a:pt x="214" y="95"/>
                    </a:cubicBezTo>
                    <a:cubicBezTo>
                      <a:pt x="207" y="95"/>
                      <a:pt x="203" y="99"/>
                      <a:pt x="201" y="105"/>
                    </a:cubicBezTo>
                    <a:cubicBezTo>
                      <a:pt x="200" y="104"/>
                      <a:pt x="200" y="104"/>
                      <a:pt x="200" y="104"/>
                    </a:cubicBezTo>
                    <a:cubicBezTo>
                      <a:pt x="198" y="102"/>
                      <a:pt x="196" y="101"/>
                      <a:pt x="192" y="101"/>
                    </a:cubicBezTo>
                    <a:cubicBezTo>
                      <a:pt x="187" y="101"/>
                      <a:pt x="183" y="103"/>
                      <a:pt x="180" y="107"/>
                    </a:cubicBezTo>
                    <a:cubicBezTo>
                      <a:pt x="180" y="108"/>
                      <a:pt x="179" y="109"/>
                      <a:pt x="179" y="110"/>
                    </a:cubicBezTo>
                    <a:cubicBezTo>
                      <a:pt x="175" y="110"/>
                      <a:pt x="171" y="110"/>
                      <a:pt x="168" y="112"/>
                    </a:cubicBezTo>
                    <a:cubicBezTo>
                      <a:pt x="167" y="113"/>
                      <a:pt x="167" y="113"/>
                      <a:pt x="166" y="114"/>
                    </a:cubicBezTo>
                    <a:cubicBezTo>
                      <a:pt x="159" y="108"/>
                      <a:pt x="151" y="107"/>
                      <a:pt x="143" y="111"/>
                    </a:cubicBezTo>
                    <a:cubicBezTo>
                      <a:pt x="141" y="107"/>
                      <a:pt x="139" y="105"/>
                      <a:pt x="137" y="104"/>
                    </a:cubicBezTo>
                    <a:cubicBezTo>
                      <a:pt x="133" y="104"/>
                      <a:pt x="131" y="109"/>
                      <a:pt x="130" y="111"/>
                    </a:cubicBezTo>
                    <a:cubicBezTo>
                      <a:pt x="129" y="114"/>
                      <a:pt x="128" y="117"/>
                      <a:pt x="128" y="120"/>
                    </a:cubicBezTo>
                    <a:cubicBezTo>
                      <a:pt x="128" y="123"/>
                      <a:pt x="129" y="126"/>
                      <a:pt x="129" y="128"/>
                    </a:cubicBezTo>
                    <a:cubicBezTo>
                      <a:pt x="127" y="133"/>
                      <a:pt x="126" y="138"/>
                      <a:pt x="126" y="144"/>
                    </a:cubicBezTo>
                    <a:cubicBezTo>
                      <a:pt x="126" y="150"/>
                      <a:pt x="128" y="157"/>
                      <a:pt x="132" y="163"/>
                    </a:cubicBezTo>
                    <a:cubicBezTo>
                      <a:pt x="134" y="166"/>
                      <a:pt x="137" y="169"/>
                      <a:pt x="140" y="172"/>
                    </a:cubicBezTo>
                    <a:cubicBezTo>
                      <a:pt x="137" y="171"/>
                      <a:pt x="134" y="171"/>
                      <a:pt x="131" y="172"/>
                    </a:cubicBezTo>
                    <a:cubicBezTo>
                      <a:pt x="125" y="175"/>
                      <a:pt x="124" y="182"/>
                      <a:pt x="124" y="190"/>
                    </a:cubicBezTo>
                    <a:cubicBezTo>
                      <a:pt x="124" y="192"/>
                      <a:pt x="124" y="193"/>
                      <a:pt x="123" y="194"/>
                    </a:cubicBezTo>
                    <a:cubicBezTo>
                      <a:pt x="123" y="192"/>
                      <a:pt x="123" y="190"/>
                      <a:pt x="123" y="187"/>
                    </a:cubicBezTo>
                    <a:cubicBezTo>
                      <a:pt x="123" y="182"/>
                      <a:pt x="124" y="175"/>
                      <a:pt x="124" y="168"/>
                    </a:cubicBezTo>
                    <a:cubicBezTo>
                      <a:pt x="125" y="161"/>
                      <a:pt x="126" y="154"/>
                      <a:pt x="126" y="148"/>
                    </a:cubicBezTo>
                    <a:cubicBezTo>
                      <a:pt x="126" y="141"/>
                      <a:pt x="125" y="135"/>
                      <a:pt x="122" y="132"/>
                    </a:cubicBezTo>
                    <a:cubicBezTo>
                      <a:pt x="120" y="130"/>
                      <a:pt x="118" y="130"/>
                      <a:pt x="115" y="130"/>
                    </a:cubicBezTo>
                    <a:cubicBezTo>
                      <a:pt x="111" y="130"/>
                      <a:pt x="107" y="131"/>
                      <a:pt x="102" y="132"/>
                    </a:cubicBezTo>
                    <a:cubicBezTo>
                      <a:pt x="98" y="126"/>
                      <a:pt x="93" y="121"/>
                      <a:pt x="88" y="121"/>
                    </a:cubicBezTo>
                    <a:cubicBezTo>
                      <a:pt x="86" y="121"/>
                      <a:pt x="83" y="122"/>
                      <a:pt x="81" y="127"/>
                    </a:cubicBezTo>
                    <a:cubicBezTo>
                      <a:pt x="78" y="135"/>
                      <a:pt x="78" y="139"/>
                      <a:pt x="80" y="141"/>
                    </a:cubicBezTo>
                    <a:cubicBezTo>
                      <a:pt x="84" y="144"/>
                      <a:pt x="89" y="142"/>
                      <a:pt x="97" y="139"/>
                    </a:cubicBezTo>
                    <a:cubicBezTo>
                      <a:pt x="98" y="138"/>
                      <a:pt x="99" y="138"/>
                      <a:pt x="101" y="137"/>
                    </a:cubicBezTo>
                    <a:cubicBezTo>
                      <a:pt x="106" y="145"/>
                      <a:pt x="110" y="153"/>
                      <a:pt x="111" y="156"/>
                    </a:cubicBezTo>
                    <a:cubicBezTo>
                      <a:pt x="111" y="160"/>
                      <a:pt x="112" y="165"/>
                      <a:pt x="112" y="171"/>
                    </a:cubicBezTo>
                    <a:cubicBezTo>
                      <a:pt x="112" y="183"/>
                      <a:pt x="110" y="198"/>
                      <a:pt x="101" y="200"/>
                    </a:cubicBezTo>
                    <a:cubicBezTo>
                      <a:pt x="100" y="200"/>
                      <a:pt x="100" y="200"/>
                      <a:pt x="100" y="200"/>
                    </a:cubicBezTo>
                    <a:cubicBezTo>
                      <a:pt x="97" y="196"/>
                      <a:pt x="96" y="191"/>
                      <a:pt x="94" y="187"/>
                    </a:cubicBezTo>
                    <a:cubicBezTo>
                      <a:pt x="93" y="185"/>
                      <a:pt x="93" y="183"/>
                      <a:pt x="92" y="181"/>
                    </a:cubicBezTo>
                    <a:cubicBezTo>
                      <a:pt x="92" y="180"/>
                      <a:pt x="92" y="179"/>
                      <a:pt x="92" y="178"/>
                    </a:cubicBezTo>
                    <a:cubicBezTo>
                      <a:pt x="93" y="173"/>
                      <a:pt x="94" y="169"/>
                      <a:pt x="94" y="164"/>
                    </a:cubicBezTo>
                    <a:cubicBezTo>
                      <a:pt x="94" y="159"/>
                      <a:pt x="93" y="155"/>
                      <a:pt x="90" y="152"/>
                    </a:cubicBezTo>
                    <a:cubicBezTo>
                      <a:pt x="88" y="150"/>
                      <a:pt x="85" y="149"/>
                      <a:pt x="81" y="149"/>
                    </a:cubicBezTo>
                    <a:cubicBezTo>
                      <a:pt x="71" y="150"/>
                      <a:pt x="69" y="165"/>
                      <a:pt x="67" y="180"/>
                    </a:cubicBezTo>
                    <a:cubicBezTo>
                      <a:pt x="65" y="191"/>
                      <a:pt x="64" y="202"/>
                      <a:pt x="60" y="208"/>
                    </a:cubicBezTo>
                    <a:cubicBezTo>
                      <a:pt x="59" y="206"/>
                      <a:pt x="59" y="203"/>
                      <a:pt x="59" y="201"/>
                    </a:cubicBezTo>
                    <a:cubicBezTo>
                      <a:pt x="58" y="191"/>
                      <a:pt x="57" y="181"/>
                      <a:pt x="47" y="179"/>
                    </a:cubicBezTo>
                    <a:cubicBezTo>
                      <a:pt x="43" y="179"/>
                      <a:pt x="39" y="180"/>
                      <a:pt x="36" y="183"/>
                    </a:cubicBezTo>
                    <a:cubicBezTo>
                      <a:pt x="35" y="173"/>
                      <a:pt x="32" y="165"/>
                      <a:pt x="24" y="164"/>
                    </a:cubicBezTo>
                    <a:cubicBezTo>
                      <a:pt x="10" y="163"/>
                      <a:pt x="4" y="180"/>
                      <a:pt x="3" y="190"/>
                    </a:cubicBezTo>
                    <a:cubicBezTo>
                      <a:pt x="1" y="202"/>
                      <a:pt x="0" y="214"/>
                      <a:pt x="5" y="219"/>
                    </a:cubicBezTo>
                    <a:cubicBezTo>
                      <a:pt x="7" y="222"/>
                      <a:pt x="10" y="223"/>
                      <a:pt x="13" y="223"/>
                    </a:cubicBezTo>
                    <a:cubicBezTo>
                      <a:pt x="19" y="223"/>
                      <a:pt x="23" y="214"/>
                      <a:pt x="27" y="205"/>
                    </a:cubicBezTo>
                    <a:cubicBezTo>
                      <a:pt x="29" y="201"/>
                      <a:pt x="31" y="196"/>
                      <a:pt x="34" y="193"/>
                    </a:cubicBezTo>
                    <a:cubicBezTo>
                      <a:pt x="35" y="201"/>
                      <a:pt x="37" y="209"/>
                      <a:pt x="41" y="212"/>
                    </a:cubicBezTo>
                    <a:cubicBezTo>
                      <a:pt x="48" y="216"/>
                      <a:pt x="53" y="217"/>
                      <a:pt x="57" y="215"/>
                    </a:cubicBezTo>
                    <a:cubicBezTo>
                      <a:pt x="58" y="217"/>
                      <a:pt x="59" y="218"/>
                      <a:pt x="60" y="219"/>
                    </a:cubicBezTo>
                    <a:cubicBezTo>
                      <a:pt x="63" y="221"/>
                      <a:pt x="66" y="222"/>
                      <a:pt x="69" y="221"/>
                    </a:cubicBezTo>
                    <a:cubicBezTo>
                      <a:pt x="83" y="220"/>
                      <a:pt x="81" y="204"/>
                      <a:pt x="80" y="191"/>
                    </a:cubicBezTo>
                    <a:cubicBezTo>
                      <a:pt x="79" y="183"/>
                      <a:pt x="78" y="175"/>
                      <a:pt x="81" y="173"/>
                    </a:cubicBezTo>
                    <a:cubicBezTo>
                      <a:pt x="82" y="173"/>
                      <a:pt x="82" y="173"/>
                      <a:pt x="82" y="173"/>
                    </a:cubicBezTo>
                    <a:cubicBezTo>
                      <a:pt x="84" y="174"/>
                      <a:pt x="86" y="178"/>
                      <a:pt x="88" y="182"/>
                    </a:cubicBezTo>
                    <a:cubicBezTo>
                      <a:pt x="87" y="185"/>
                      <a:pt x="87" y="189"/>
                      <a:pt x="87" y="191"/>
                    </a:cubicBezTo>
                    <a:cubicBezTo>
                      <a:pt x="87" y="196"/>
                      <a:pt x="88" y="200"/>
                      <a:pt x="91" y="203"/>
                    </a:cubicBezTo>
                    <a:cubicBezTo>
                      <a:pt x="92" y="204"/>
                      <a:pt x="95" y="205"/>
                      <a:pt x="97" y="205"/>
                    </a:cubicBezTo>
                    <a:cubicBezTo>
                      <a:pt x="101" y="211"/>
                      <a:pt x="106" y="216"/>
                      <a:pt x="114" y="215"/>
                    </a:cubicBezTo>
                    <a:cubicBezTo>
                      <a:pt x="120" y="213"/>
                      <a:pt x="123" y="210"/>
                      <a:pt x="125" y="205"/>
                    </a:cubicBezTo>
                    <a:cubicBezTo>
                      <a:pt x="127" y="207"/>
                      <a:pt x="129" y="207"/>
                      <a:pt x="131" y="207"/>
                    </a:cubicBezTo>
                    <a:cubicBezTo>
                      <a:pt x="139" y="205"/>
                      <a:pt x="145" y="189"/>
                      <a:pt x="146" y="181"/>
                    </a:cubicBezTo>
                    <a:cubicBezTo>
                      <a:pt x="147" y="186"/>
                      <a:pt x="148" y="191"/>
                      <a:pt x="152" y="193"/>
                    </a:cubicBezTo>
                    <a:cubicBezTo>
                      <a:pt x="155" y="194"/>
                      <a:pt x="159" y="193"/>
                      <a:pt x="163" y="189"/>
                    </a:cubicBezTo>
                    <a:cubicBezTo>
                      <a:pt x="164" y="190"/>
                      <a:pt x="166" y="190"/>
                      <a:pt x="167" y="191"/>
                    </a:cubicBezTo>
                    <a:cubicBezTo>
                      <a:pt x="167" y="191"/>
                      <a:pt x="167" y="193"/>
                      <a:pt x="167" y="193"/>
                    </a:cubicBezTo>
                    <a:cubicBezTo>
                      <a:pt x="167" y="200"/>
                      <a:pt x="169" y="205"/>
                      <a:pt x="173" y="208"/>
                    </a:cubicBezTo>
                    <a:cubicBezTo>
                      <a:pt x="175" y="209"/>
                      <a:pt x="179" y="211"/>
                      <a:pt x="185" y="208"/>
                    </a:cubicBezTo>
                    <a:cubicBezTo>
                      <a:pt x="189" y="207"/>
                      <a:pt x="192" y="203"/>
                      <a:pt x="194" y="199"/>
                    </a:cubicBezTo>
                    <a:cubicBezTo>
                      <a:pt x="195" y="199"/>
                      <a:pt x="196" y="199"/>
                      <a:pt x="197" y="199"/>
                    </a:cubicBezTo>
                    <a:cubicBezTo>
                      <a:pt x="204" y="199"/>
                      <a:pt x="210" y="196"/>
                      <a:pt x="214" y="191"/>
                    </a:cubicBezTo>
                    <a:cubicBezTo>
                      <a:pt x="220" y="194"/>
                      <a:pt x="227" y="195"/>
                      <a:pt x="236" y="193"/>
                    </a:cubicBezTo>
                    <a:cubicBezTo>
                      <a:pt x="248" y="191"/>
                      <a:pt x="254" y="184"/>
                      <a:pt x="257" y="176"/>
                    </a:cubicBezTo>
                    <a:cubicBezTo>
                      <a:pt x="262" y="184"/>
                      <a:pt x="268" y="189"/>
                      <a:pt x="276" y="189"/>
                    </a:cubicBezTo>
                    <a:cubicBezTo>
                      <a:pt x="288" y="188"/>
                      <a:pt x="295" y="181"/>
                      <a:pt x="298" y="174"/>
                    </a:cubicBezTo>
                    <a:cubicBezTo>
                      <a:pt x="298" y="174"/>
                      <a:pt x="298" y="174"/>
                      <a:pt x="298" y="174"/>
                    </a:cubicBezTo>
                    <a:cubicBezTo>
                      <a:pt x="302" y="179"/>
                      <a:pt x="308" y="183"/>
                      <a:pt x="316" y="183"/>
                    </a:cubicBezTo>
                    <a:cubicBezTo>
                      <a:pt x="322" y="183"/>
                      <a:pt x="327" y="182"/>
                      <a:pt x="330" y="179"/>
                    </a:cubicBezTo>
                    <a:cubicBezTo>
                      <a:pt x="331" y="179"/>
                      <a:pt x="332" y="179"/>
                      <a:pt x="333" y="179"/>
                    </a:cubicBezTo>
                    <a:cubicBezTo>
                      <a:pt x="342" y="178"/>
                      <a:pt x="352" y="169"/>
                      <a:pt x="359" y="162"/>
                    </a:cubicBezTo>
                    <a:cubicBezTo>
                      <a:pt x="362" y="166"/>
                      <a:pt x="367" y="168"/>
                      <a:pt x="371" y="168"/>
                    </a:cubicBezTo>
                    <a:cubicBezTo>
                      <a:pt x="376" y="168"/>
                      <a:pt x="381" y="166"/>
                      <a:pt x="386" y="162"/>
                    </a:cubicBezTo>
                    <a:cubicBezTo>
                      <a:pt x="400" y="162"/>
                      <a:pt x="412" y="159"/>
                      <a:pt x="419" y="150"/>
                    </a:cubicBezTo>
                    <a:cubicBezTo>
                      <a:pt x="427" y="140"/>
                      <a:pt x="431" y="127"/>
                      <a:pt x="431" y="115"/>
                    </a:cubicBezTo>
                    <a:cubicBezTo>
                      <a:pt x="431" y="104"/>
                      <a:pt x="428" y="94"/>
                      <a:pt x="423" y="86"/>
                    </a:cubicBezTo>
                    <a:cubicBezTo>
                      <a:pt x="419" y="81"/>
                      <a:pt x="414" y="77"/>
                      <a:pt x="408" y="76"/>
                    </a:cubicBezTo>
                    <a:cubicBezTo>
                      <a:pt x="404" y="67"/>
                      <a:pt x="398" y="60"/>
                      <a:pt x="392" y="52"/>
                    </a:cubicBezTo>
                    <a:cubicBezTo>
                      <a:pt x="396" y="46"/>
                      <a:pt x="399" y="40"/>
                      <a:pt x="399" y="33"/>
                    </a:cubicBezTo>
                    <a:cubicBezTo>
                      <a:pt x="399" y="29"/>
                      <a:pt x="398" y="25"/>
                      <a:pt x="396" y="21"/>
                    </a:cubicBezTo>
                    <a:cubicBezTo>
                      <a:pt x="393" y="15"/>
                      <a:pt x="382" y="3"/>
                      <a:pt x="372" y="1"/>
                    </a:cubicBezTo>
                    <a:cubicBezTo>
                      <a:pt x="369" y="0"/>
                      <a:pt x="366" y="0"/>
                      <a:pt x="363" y="2"/>
                    </a:cubicBezTo>
                    <a:close/>
                    <a:moveTo>
                      <a:pt x="235" y="76"/>
                    </a:moveTo>
                    <a:cubicBezTo>
                      <a:pt x="226" y="72"/>
                      <a:pt x="226" y="72"/>
                      <a:pt x="226" y="72"/>
                    </a:cubicBezTo>
                    <a:cubicBezTo>
                      <a:pt x="223" y="70"/>
                      <a:pt x="222" y="68"/>
                      <a:pt x="222" y="65"/>
                    </a:cubicBezTo>
                    <a:cubicBezTo>
                      <a:pt x="222" y="65"/>
                      <a:pt x="222" y="65"/>
                      <a:pt x="222" y="64"/>
                    </a:cubicBezTo>
                    <a:cubicBezTo>
                      <a:pt x="222" y="60"/>
                      <a:pt x="227" y="56"/>
                      <a:pt x="232" y="54"/>
                    </a:cubicBezTo>
                    <a:cubicBezTo>
                      <a:pt x="239" y="50"/>
                      <a:pt x="250" y="49"/>
                      <a:pt x="259" y="58"/>
                    </a:cubicBezTo>
                    <a:cubicBezTo>
                      <a:pt x="263" y="62"/>
                      <a:pt x="264" y="66"/>
                      <a:pt x="264" y="69"/>
                    </a:cubicBezTo>
                    <a:cubicBezTo>
                      <a:pt x="264" y="75"/>
                      <a:pt x="260" y="80"/>
                      <a:pt x="255" y="87"/>
                    </a:cubicBezTo>
                    <a:cubicBezTo>
                      <a:pt x="254" y="87"/>
                      <a:pt x="254" y="87"/>
                      <a:pt x="254" y="88"/>
                    </a:cubicBezTo>
                    <a:cubicBezTo>
                      <a:pt x="248" y="83"/>
                      <a:pt x="242" y="80"/>
                      <a:pt x="235" y="76"/>
                    </a:cubicBezTo>
                    <a:close/>
                    <a:moveTo>
                      <a:pt x="83" y="139"/>
                    </a:moveTo>
                    <a:cubicBezTo>
                      <a:pt x="83" y="138"/>
                      <a:pt x="82" y="137"/>
                      <a:pt x="85" y="128"/>
                    </a:cubicBezTo>
                    <a:cubicBezTo>
                      <a:pt x="86" y="125"/>
                      <a:pt x="88" y="125"/>
                      <a:pt x="88" y="125"/>
                    </a:cubicBezTo>
                    <a:cubicBezTo>
                      <a:pt x="91" y="125"/>
                      <a:pt x="95" y="129"/>
                      <a:pt x="98" y="134"/>
                    </a:cubicBezTo>
                    <a:cubicBezTo>
                      <a:pt x="97" y="134"/>
                      <a:pt x="96" y="135"/>
                      <a:pt x="95" y="135"/>
                    </a:cubicBezTo>
                    <a:cubicBezTo>
                      <a:pt x="91" y="137"/>
                      <a:pt x="84" y="140"/>
                      <a:pt x="83" y="139"/>
                    </a:cubicBezTo>
                    <a:close/>
                    <a:moveTo>
                      <a:pt x="132" y="120"/>
                    </a:moveTo>
                    <a:cubicBezTo>
                      <a:pt x="132" y="117"/>
                      <a:pt x="133" y="115"/>
                      <a:pt x="134" y="112"/>
                    </a:cubicBezTo>
                    <a:cubicBezTo>
                      <a:pt x="135" y="109"/>
                      <a:pt x="136" y="108"/>
                      <a:pt x="136" y="108"/>
                    </a:cubicBezTo>
                    <a:cubicBezTo>
                      <a:pt x="136" y="108"/>
                      <a:pt x="136" y="108"/>
                      <a:pt x="136" y="108"/>
                    </a:cubicBezTo>
                    <a:cubicBezTo>
                      <a:pt x="137" y="108"/>
                      <a:pt x="138" y="110"/>
                      <a:pt x="140" y="113"/>
                    </a:cubicBezTo>
                    <a:cubicBezTo>
                      <a:pt x="137" y="116"/>
                      <a:pt x="134" y="119"/>
                      <a:pt x="132" y="122"/>
                    </a:cubicBezTo>
                    <a:cubicBezTo>
                      <a:pt x="132" y="121"/>
                      <a:pt x="132" y="121"/>
                      <a:pt x="132" y="120"/>
                    </a:cubicBezTo>
                    <a:close/>
                    <a:moveTo>
                      <a:pt x="8" y="217"/>
                    </a:moveTo>
                    <a:cubicBezTo>
                      <a:pt x="4" y="212"/>
                      <a:pt x="5" y="201"/>
                      <a:pt x="6" y="190"/>
                    </a:cubicBezTo>
                    <a:cubicBezTo>
                      <a:pt x="8" y="182"/>
                      <a:pt x="12" y="167"/>
                      <a:pt x="24" y="168"/>
                    </a:cubicBezTo>
                    <a:cubicBezTo>
                      <a:pt x="30" y="168"/>
                      <a:pt x="31" y="177"/>
                      <a:pt x="33" y="187"/>
                    </a:cubicBezTo>
                    <a:cubicBezTo>
                      <a:pt x="29" y="191"/>
                      <a:pt x="26" y="198"/>
                      <a:pt x="24" y="203"/>
                    </a:cubicBezTo>
                    <a:cubicBezTo>
                      <a:pt x="20" y="211"/>
                      <a:pt x="17" y="219"/>
                      <a:pt x="13" y="219"/>
                    </a:cubicBezTo>
                    <a:cubicBezTo>
                      <a:pt x="11" y="219"/>
                      <a:pt x="9" y="218"/>
                      <a:pt x="8" y="217"/>
                    </a:cubicBezTo>
                    <a:close/>
                    <a:moveTo>
                      <a:pt x="46" y="183"/>
                    </a:moveTo>
                    <a:cubicBezTo>
                      <a:pt x="53" y="184"/>
                      <a:pt x="54" y="191"/>
                      <a:pt x="55" y="201"/>
                    </a:cubicBezTo>
                    <a:cubicBezTo>
                      <a:pt x="55" y="205"/>
                      <a:pt x="55" y="208"/>
                      <a:pt x="56" y="211"/>
                    </a:cubicBezTo>
                    <a:cubicBezTo>
                      <a:pt x="56" y="211"/>
                      <a:pt x="56" y="211"/>
                      <a:pt x="56" y="212"/>
                    </a:cubicBezTo>
                    <a:cubicBezTo>
                      <a:pt x="53" y="213"/>
                      <a:pt x="49" y="212"/>
                      <a:pt x="44" y="208"/>
                    </a:cubicBezTo>
                    <a:cubicBezTo>
                      <a:pt x="40" y="206"/>
                      <a:pt x="38" y="197"/>
                      <a:pt x="37" y="188"/>
                    </a:cubicBezTo>
                    <a:cubicBezTo>
                      <a:pt x="37" y="188"/>
                      <a:pt x="37" y="188"/>
                      <a:pt x="37" y="188"/>
                    </a:cubicBezTo>
                    <a:cubicBezTo>
                      <a:pt x="40" y="185"/>
                      <a:pt x="43" y="183"/>
                      <a:pt x="46" y="183"/>
                    </a:cubicBezTo>
                    <a:close/>
                    <a:moveTo>
                      <a:pt x="71" y="181"/>
                    </a:moveTo>
                    <a:cubicBezTo>
                      <a:pt x="73" y="168"/>
                      <a:pt x="75" y="154"/>
                      <a:pt x="81" y="153"/>
                    </a:cubicBezTo>
                    <a:cubicBezTo>
                      <a:pt x="84" y="153"/>
                      <a:pt x="86" y="154"/>
                      <a:pt x="87" y="155"/>
                    </a:cubicBezTo>
                    <a:cubicBezTo>
                      <a:pt x="89" y="157"/>
                      <a:pt x="90" y="160"/>
                      <a:pt x="90" y="164"/>
                    </a:cubicBezTo>
                    <a:cubicBezTo>
                      <a:pt x="90" y="167"/>
                      <a:pt x="89" y="171"/>
                      <a:pt x="89" y="175"/>
                    </a:cubicBezTo>
                    <a:cubicBezTo>
                      <a:pt x="87" y="172"/>
                      <a:pt x="86" y="170"/>
                      <a:pt x="84" y="169"/>
                    </a:cubicBezTo>
                    <a:cubicBezTo>
                      <a:pt x="83" y="169"/>
                      <a:pt x="81" y="169"/>
                      <a:pt x="80" y="170"/>
                    </a:cubicBezTo>
                    <a:cubicBezTo>
                      <a:pt x="74" y="172"/>
                      <a:pt x="75" y="181"/>
                      <a:pt x="76" y="192"/>
                    </a:cubicBezTo>
                    <a:cubicBezTo>
                      <a:pt x="78" y="206"/>
                      <a:pt x="78" y="216"/>
                      <a:pt x="69" y="217"/>
                    </a:cubicBezTo>
                    <a:cubicBezTo>
                      <a:pt x="66" y="218"/>
                      <a:pt x="64" y="217"/>
                      <a:pt x="63" y="216"/>
                    </a:cubicBezTo>
                    <a:cubicBezTo>
                      <a:pt x="62" y="215"/>
                      <a:pt x="61" y="214"/>
                      <a:pt x="61" y="213"/>
                    </a:cubicBezTo>
                    <a:cubicBezTo>
                      <a:pt x="67" y="207"/>
                      <a:pt x="69" y="194"/>
                      <a:pt x="71" y="181"/>
                    </a:cubicBezTo>
                    <a:close/>
                    <a:moveTo>
                      <a:pt x="93" y="200"/>
                    </a:moveTo>
                    <a:cubicBezTo>
                      <a:pt x="92" y="198"/>
                      <a:pt x="91" y="195"/>
                      <a:pt x="91" y="192"/>
                    </a:cubicBezTo>
                    <a:cubicBezTo>
                      <a:pt x="91" y="191"/>
                      <a:pt x="91" y="191"/>
                      <a:pt x="91" y="191"/>
                    </a:cubicBezTo>
                    <a:cubicBezTo>
                      <a:pt x="92" y="194"/>
                      <a:pt x="94" y="197"/>
                      <a:pt x="95" y="200"/>
                    </a:cubicBezTo>
                    <a:cubicBezTo>
                      <a:pt x="95" y="200"/>
                      <a:pt x="94" y="200"/>
                      <a:pt x="93" y="200"/>
                    </a:cubicBezTo>
                    <a:close/>
                    <a:moveTo>
                      <a:pt x="115" y="134"/>
                    </a:moveTo>
                    <a:cubicBezTo>
                      <a:pt x="117" y="134"/>
                      <a:pt x="118" y="134"/>
                      <a:pt x="119" y="135"/>
                    </a:cubicBezTo>
                    <a:cubicBezTo>
                      <a:pt x="121" y="137"/>
                      <a:pt x="122" y="142"/>
                      <a:pt x="122" y="148"/>
                    </a:cubicBezTo>
                    <a:cubicBezTo>
                      <a:pt x="122" y="154"/>
                      <a:pt x="121" y="161"/>
                      <a:pt x="120" y="168"/>
                    </a:cubicBezTo>
                    <a:cubicBezTo>
                      <a:pt x="120" y="175"/>
                      <a:pt x="119" y="181"/>
                      <a:pt x="119" y="187"/>
                    </a:cubicBezTo>
                    <a:cubicBezTo>
                      <a:pt x="119" y="193"/>
                      <a:pt x="120" y="197"/>
                      <a:pt x="121" y="200"/>
                    </a:cubicBezTo>
                    <a:cubicBezTo>
                      <a:pt x="122" y="201"/>
                      <a:pt x="122" y="201"/>
                      <a:pt x="122" y="201"/>
                    </a:cubicBezTo>
                    <a:cubicBezTo>
                      <a:pt x="121" y="206"/>
                      <a:pt x="118" y="210"/>
                      <a:pt x="113" y="211"/>
                    </a:cubicBezTo>
                    <a:cubicBezTo>
                      <a:pt x="108" y="212"/>
                      <a:pt x="105" y="209"/>
                      <a:pt x="102" y="204"/>
                    </a:cubicBezTo>
                    <a:cubicBezTo>
                      <a:pt x="102" y="204"/>
                      <a:pt x="102" y="204"/>
                      <a:pt x="102" y="204"/>
                    </a:cubicBezTo>
                    <a:cubicBezTo>
                      <a:pt x="113" y="201"/>
                      <a:pt x="116" y="184"/>
                      <a:pt x="116" y="171"/>
                    </a:cubicBezTo>
                    <a:cubicBezTo>
                      <a:pt x="116" y="164"/>
                      <a:pt x="115" y="159"/>
                      <a:pt x="115" y="155"/>
                    </a:cubicBezTo>
                    <a:cubicBezTo>
                      <a:pt x="114" y="152"/>
                      <a:pt x="110" y="144"/>
                      <a:pt x="105" y="136"/>
                    </a:cubicBezTo>
                    <a:cubicBezTo>
                      <a:pt x="108" y="135"/>
                      <a:pt x="112" y="134"/>
                      <a:pt x="115" y="134"/>
                    </a:cubicBezTo>
                    <a:close/>
                    <a:moveTo>
                      <a:pt x="135" y="161"/>
                    </a:moveTo>
                    <a:cubicBezTo>
                      <a:pt x="132" y="156"/>
                      <a:pt x="130" y="150"/>
                      <a:pt x="130" y="144"/>
                    </a:cubicBezTo>
                    <a:cubicBezTo>
                      <a:pt x="130" y="141"/>
                      <a:pt x="130" y="138"/>
                      <a:pt x="131" y="135"/>
                    </a:cubicBezTo>
                    <a:cubicBezTo>
                      <a:pt x="132" y="139"/>
                      <a:pt x="134" y="143"/>
                      <a:pt x="135" y="147"/>
                    </a:cubicBezTo>
                    <a:cubicBezTo>
                      <a:pt x="138" y="154"/>
                      <a:pt x="141" y="162"/>
                      <a:pt x="142" y="169"/>
                    </a:cubicBezTo>
                    <a:cubicBezTo>
                      <a:pt x="139" y="166"/>
                      <a:pt x="137" y="163"/>
                      <a:pt x="135" y="161"/>
                    </a:cubicBezTo>
                    <a:close/>
                    <a:moveTo>
                      <a:pt x="141" y="117"/>
                    </a:moveTo>
                    <a:cubicBezTo>
                      <a:pt x="143" y="122"/>
                      <a:pt x="144" y="129"/>
                      <a:pt x="147" y="138"/>
                    </a:cubicBezTo>
                    <a:cubicBezTo>
                      <a:pt x="148" y="144"/>
                      <a:pt x="148" y="144"/>
                      <a:pt x="148" y="144"/>
                    </a:cubicBezTo>
                    <a:cubicBezTo>
                      <a:pt x="149" y="147"/>
                      <a:pt x="149" y="150"/>
                      <a:pt x="149" y="152"/>
                    </a:cubicBezTo>
                    <a:cubicBezTo>
                      <a:pt x="149" y="156"/>
                      <a:pt x="148" y="160"/>
                      <a:pt x="148" y="163"/>
                    </a:cubicBezTo>
                    <a:cubicBezTo>
                      <a:pt x="147" y="166"/>
                      <a:pt x="147" y="168"/>
                      <a:pt x="146" y="171"/>
                    </a:cubicBezTo>
                    <a:cubicBezTo>
                      <a:pt x="145" y="162"/>
                      <a:pt x="142" y="154"/>
                      <a:pt x="139" y="146"/>
                    </a:cubicBezTo>
                    <a:cubicBezTo>
                      <a:pt x="137" y="140"/>
                      <a:pt x="135" y="134"/>
                      <a:pt x="133" y="128"/>
                    </a:cubicBezTo>
                    <a:cubicBezTo>
                      <a:pt x="135" y="124"/>
                      <a:pt x="138" y="120"/>
                      <a:pt x="141" y="117"/>
                    </a:cubicBezTo>
                    <a:close/>
                    <a:moveTo>
                      <a:pt x="128" y="191"/>
                    </a:moveTo>
                    <a:cubicBezTo>
                      <a:pt x="128" y="184"/>
                      <a:pt x="129" y="178"/>
                      <a:pt x="133" y="176"/>
                    </a:cubicBezTo>
                    <a:cubicBezTo>
                      <a:pt x="135" y="175"/>
                      <a:pt x="139" y="176"/>
                      <a:pt x="143" y="177"/>
                    </a:cubicBezTo>
                    <a:cubicBezTo>
                      <a:pt x="143" y="178"/>
                      <a:pt x="143" y="179"/>
                      <a:pt x="143" y="180"/>
                    </a:cubicBezTo>
                    <a:cubicBezTo>
                      <a:pt x="141" y="188"/>
                      <a:pt x="135" y="202"/>
                      <a:pt x="130" y="203"/>
                    </a:cubicBezTo>
                    <a:cubicBezTo>
                      <a:pt x="129" y="203"/>
                      <a:pt x="128" y="202"/>
                      <a:pt x="126" y="201"/>
                    </a:cubicBezTo>
                    <a:cubicBezTo>
                      <a:pt x="127" y="197"/>
                      <a:pt x="128" y="194"/>
                      <a:pt x="128" y="191"/>
                    </a:cubicBezTo>
                    <a:close/>
                    <a:moveTo>
                      <a:pt x="154" y="189"/>
                    </a:moveTo>
                    <a:cubicBezTo>
                      <a:pt x="152" y="188"/>
                      <a:pt x="151" y="185"/>
                      <a:pt x="150" y="181"/>
                    </a:cubicBezTo>
                    <a:cubicBezTo>
                      <a:pt x="151" y="182"/>
                      <a:pt x="152" y="182"/>
                      <a:pt x="153" y="182"/>
                    </a:cubicBezTo>
                    <a:cubicBezTo>
                      <a:pt x="155" y="184"/>
                      <a:pt x="157" y="185"/>
                      <a:pt x="159" y="187"/>
                    </a:cubicBezTo>
                    <a:cubicBezTo>
                      <a:pt x="157" y="189"/>
                      <a:pt x="155" y="189"/>
                      <a:pt x="154" y="189"/>
                    </a:cubicBezTo>
                    <a:close/>
                    <a:moveTo>
                      <a:pt x="163" y="117"/>
                    </a:moveTo>
                    <a:cubicBezTo>
                      <a:pt x="161" y="120"/>
                      <a:pt x="160" y="125"/>
                      <a:pt x="160" y="131"/>
                    </a:cubicBezTo>
                    <a:cubicBezTo>
                      <a:pt x="160" y="132"/>
                      <a:pt x="160" y="133"/>
                      <a:pt x="160" y="135"/>
                    </a:cubicBezTo>
                    <a:cubicBezTo>
                      <a:pt x="160" y="138"/>
                      <a:pt x="161" y="141"/>
                      <a:pt x="163" y="144"/>
                    </a:cubicBezTo>
                    <a:cubicBezTo>
                      <a:pt x="163" y="144"/>
                      <a:pt x="162" y="144"/>
                      <a:pt x="162" y="144"/>
                    </a:cubicBezTo>
                    <a:cubicBezTo>
                      <a:pt x="158" y="146"/>
                      <a:pt x="157" y="149"/>
                      <a:pt x="157" y="153"/>
                    </a:cubicBezTo>
                    <a:cubicBezTo>
                      <a:pt x="157" y="156"/>
                      <a:pt x="158" y="161"/>
                      <a:pt x="160" y="165"/>
                    </a:cubicBezTo>
                    <a:cubicBezTo>
                      <a:pt x="162" y="171"/>
                      <a:pt x="164" y="175"/>
                      <a:pt x="164" y="179"/>
                    </a:cubicBezTo>
                    <a:cubicBezTo>
                      <a:pt x="164" y="180"/>
                      <a:pt x="164" y="181"/>
                      <a:pt x="163" y="182"/>
                    </a:cubicBezTo>
                    <a:cubicBezTo>
                      <a:pt x="160" y="181"/>
                      <a:pt x="157" y="180"/>
                      <a:pt x="155" y="179"/>
                    </a:cubicBezTo>
                    <a:cubicBezTo>
                      <a:pt x="153" y="178"/>
                      <a:pt x="152" y="177"/>
                      <a:pt x="150" y="176"/>
                    </a:cubicBezTo>
                    <a:cubicBezTo>
                      <a:pt x="150" y="171"/>
                      <a:pt x="151" y="168"/>
                      <a:pt x="152" y="164"/>
                    </a:cubicBezTo>
                    <a:cubicBezTo>
                      <a:pt x="152" y="160"/>
                      <a:pt x="153" y="157"/>
                      <a:pt x="153" y="152"/>
                    </a:cubicBezTo>
                    <a:cubicBezTo>
                      <a:pt x="153" y="150"/>
                      <a:pt x="153" y="147"/>
                      <a:pt x="152" y="143"/>
                    </a:cubicBezTo>
                    <a:cubicBezTo>
                      <a:pt x="151" y="138"/>
                      <a:pt x="151" y="138"/>
                      <a:pt x="151" y="138"/>
                    </a:cubicBezTo>
                    <a:cubicBezTo>
                      <a:pt x="148" y="128"/>
                      <a:pt x="146" y="120"/>
                      <a:pt x="144" y="115"/>
                    </a:cubicBezTo>
                    <a:cubicBezTo>
                      <a:pt x="151" y="111"/>
                      <a:pt x="157" y="112"/>
                      <a:pt x="163" y="117"/>
                    </a:cubicBezTo>
                    <a:close/>
                    <a:moveTo>
                      <a:pt x="164" y="164"/>
                    </a:moveTo>
                    <a:cubicBezTo>
                      <a:pt x="162" y="159"/>
                      <a:pt x="161" y="155"/>
                      <a:pt x="161" y="153"/>
                    </a:cubicBezTo>
                    <a:cubicBezTo>
                      <a:pt x="161" y="151"/>
                      <a:pt x="161" y="149"/>
                      <a:pt x="163" y="148"/>
                    </a:cubicBezTo>
                    <a:cubicBezTo>
                      <a:pt x="165" y="147"/>
                      <a:pt x="166" y="147"/>
                      <a:pt x="166" y="147"/>
                    </a:cubicBezTo>
                    <a:cubicBezTo>
                      <a:pt x="168" y="149"/>
                      <a:pt x="168" y="153"/>
                      <a:pt x="168" y="159"/>
                    </a:cubicBezTo>
                    <a:cubicBezTo>
                      <a:pt x="168" y="165"/>
                      <a:pt x="168" y="171"/>
                      <a:pt x="168" y="177"/>
                    </a:cubicBezTo>
                    <a:cubicBezTo>
                      <a:pt x="167" y="172"/>
                      <a:pt x="165" y="168"/>
                      <a:pt x="164" y="164"/>
                    </a:cubicBezTo>
                    <a:close/>
                    <a:moveTo>
                      <a:pt x="167" y="182"/>
                    </a:moveTo>
                    <a:cubicBezTo>
                      <a:pt x="167" y="183"/>
                      <a:pt x="167" y="183"/>
                      <a:pt x="167" y="183"/>
                    </a:cubicBezTo>
                    <a:cubicBezTo>
                      <a:pt x="167" y="183"/>
                      <a:pt x="167" y="183"/>
                      <a:pt x="167" y="183"/>
                    </a:cubicBezTo>
                    <a:cubicBezTo>
                      <a:pt x="167" y="183"/>
                      <a:pt x="167" y="182"/>
                      <a:pt x="167" y="182"/>
                    </a:cubicBezTo>
                    <a:close/>
                    <a:moveTo>
                      <a:pt x="171" y="179"/>
                    </a:moveTo>
                    <a:cubicBezTo>
                      <a:pt x="172" y="171"/>
                      <a:pt x="172" y="165"/>
                      <a:pt x="172" y="160"/>
                    </a:cubicBezTo>
                    <a:cubicBezTo>
                      <a:pt x="172" y="156"/>
                      <a:pt x="172" y="153"/>
                      <a:pt x="172" y="151"/>
                    </a:cubicBezTo>
                    <a:cubicBezTo>
                      <a:pt x="176" y="153"/>
                      <a:pt x="181" y="155"/>
                      <a:pt x="186" y="156"/>
                    </a:cubicBezTo>
                    <a:cubicBezTo>
                      <a:pt x="188" y="160"/>
                      <a:pt x="190" y="164"/>
                      <a:pt x="192" y="167"/>
                    </a:cubicBezTo>
                    <a:cubicBezTo>
                      <a:pt x="190" y="173"/>
                      <a:pt x="187" y="178"/>
                      <a:pt x="183" y="180"/>
                    </a:cubicBezTo>
                    <a:cubicBezTo>
                      <a:pt x="179" y="182"/>
                      <a:pt x="175" y="183"/>
                      <a:pt x="171" y="183"/>
                    </a:cubicBezTo>
                    <a:cubicBezTo>
                      <a:pt x="171" y="181"/>
                      <a:pt x="171" y="179"/>
                      <a:pt x="171" y="179"/>
                    </a:cubicBezTo>
                    <a:close/>
                    <a:moveTo>
                      <a:pt x="164" y="134"/>
                    </a:moveTo>
                    <a:cubicBezTo>
                      <a:pt x="164" y="133"/>
                      <a:pt x="164" y="132"/>
                      <a:pt x="164" y="131"/>
                    </a:cubicBezTo>
                    <a:cubicBezTo>
                      <a:pt x="164" y="126"/>
                      <a:pt x="165" y="123"/>
                      <a:pt x="166" y="120"/>
                    </a:cubicBezTo>
                    <a:cubicBezTo>
                      <a:pt x="167" y="120"/>
                      <a:pt x="168" y="121"/>
                      <a:pt x="168" y="122"/>
                    </a:cubicBezTo>
                    <a:cubicBezTo>
                      <a:pt x="173" y="128"/>
                      <a:pt x="178" y="138"/>
                      <a:pt x="182" y="148"/>
                    </a:cubicBezTo>
                    <a:cubicBezTo>
                      <a:pt x="183" y="149"/>
                      <a:pt x="183" y="150"/>
                      <a:pt x="184" y="151"/>
                    </a:cubicBezTo>
                    <a:cubicBezTo>
                      <a:pt x="173" y="148"/>
                      <a:pt x="164" y="144"/>
                      <a:pt x="164" y="134"/>
                    </a:cubicBezTo>
                    <a:close/>
                    <a:moveTo>
                      <a:pt x="170" y="116"/>
                    </a:moveTo>
                    <a:cubicBezTo>
                      <a:pt x="172" y="114"/>
                      <a:pt x="175" y="114"/>
                      <a:pt x="178" y="114"/>
                    </a:cubicBezTo>
                    <a:cubicBezTo>
                      <a:pt x="178" y="115"/>
                      <a:pt x="178" y="116"/>
                      <a:pt x="178" y="117"/>
                    </a:cubicBezTo>
                    <a:cubicBezTo>
                      <a:pt x="178" y="123"/>
                      <a:pt x="180" y="131"/>
                      <a:pt x="183" y="139"/>
                    </a:cubicBezTo>
                    <a:cubicBezTo>
                      <a:pt x="179" y="132"/>
                      <a:pt x="176" y="125"/>
                      <a:pt x="171" y="119"/>
                    </a:cubicBezTo>
                    <a:cubicBezTo>
                      <a:pt x="171" y="118"/>
                      <a:pt x="170" y="118"/>
                      <a:pt x="169" y="117"/>
                    </a:cubicBezTo>
                    <a:cubicBezTo>
                      <a:pt x="169" y="116"/>
                      <a:pt x="170" y="116"/>
                      <a:pt x="170" y="116"/>
                    </a:cubicBezTo>
                    <a:close/>
                    <a:moveTo>
                      <a:pt x="192" y="153"/>
                    </a:moveTo>
                    <a:cubicBezTo>
                      <a:pt x="188" y="142"/>
                      <a:pt x="182" y="127"/>
                      <a:pt x="182" y="117"/>
                    </a:cubicBezTo>
                    <a:cubicBezTo>
                      <a:pt x="182" y="116"/>
                      <a:pt x="182" y="116"/>
                      <a:pt x="182" y="115"/>
                    </a:cubicBezTo>
                    <a:cubicBezTo>
                      <a:pt x="187" y="116"/>
                      <a:pt x="192" y="118"/>
                      <a:pt x="197" y="121"/>
                    </a:cubicBezTo>
                    <a:cubicBezTo>
                      <a:pt x="196" y="126"/>
                      <a:pt x="196" y="131"/>
                      <a:pt x="196" y="137"/>
                    </a:cubicBezTo>
                    <a:cubicBezTo>
                      <a:pt x="195" y="143"/>
                      <a:pt x="195" y="149"/>
                      <a:pt x="194" y="154"/>
                    </a:cubicBezTo>
                    <a:cubicBezTo>
                      <a:pt x="194" y="154"/>
                      <a:pt x="193" y="154"/>
                      <a:pt x="193" y="154"/>
                    </a:cubicBezTo>
                    <a:cubicBezTo>
                      <a:pt x="193" y="154"/>
                      <a:pt x="192" y="154"/>
                      <a:pt x="192" y="153"/>
                    </a:cubicBezTo>
                    <a:close/>
                    <a:moveTo>
                      <a:pt x="184" y="109"/>
                    </a:moveTo>
                    <a:cubicBezTo>
                      <a:pt x="185" y="106"/>
                      <a:pt x="188" y="105"/>
                      <a:pt x="192" y="105"/>
                    </a:cubicBezTo>
                    <a:cubicBezTo>
                      <a:pt x="195" y="105"/>
                      <a:pt x="196" y="105"/>
                      <a:pt x="197" y="107"/>
                    </a:cubicBezTo>
                    <a:cubicBezTo>
                      <a:pt x="198" y="107"/>
                      <a:pt x="198" y="109"/>
                      <a:pt x="199" y="110"/>
                    </a:cubicBezTo>
                    <a:cubicBezTo>
                      <a:pt x="198" y="112"/>
                      <a:pt x="198" y="114"/>
                      <a:pt x="198" y="117"/>
                    </a:cubicBezTo>
                    <a:cubicBezTo>
                      <a:pt x="192" y="114"/>
                      <a:pt x="187" y="112"/>
                      <a:pt x="183" y="111"/>
                    </a:cubicBezTo>
                    <a:cubicBezTo>
                      <a:pt x="183" y="110"/>
                      <a:pt x="183" y="109"/>
                      <a:pt x="184" y="109"/>
                    </a:cubicBezTo>
                    <a:close/>
                    <a:moveTo>
                      <a:pt x="175" y="204"/>
                    </a:moveTo>
                    <a:cubicBezTo>
                      <a:pt x="172" y="203"/>
                      <a:pt x="171" y="198"/>
                      <a:pt x="171" y="193"/>
                    </a:cubicBezTo>
                    <a:cubicBezTo>
                      <a:pt x="171" y="193"/>
                      <a:pt x="171" y="193"/>
                      <a:pt x="171" y="193"/>
                    </a:cubicBezTo>
                    <a:cubicBezTo>
                      <a:pt x="177" y="196"/>
                      <a:pt x="184" y="198"/>
                      <a:pt x="190" y="198"/>
                    </a:cubicBezTo>
                    <a:cubicBezTo>
                      <a:pt x="188" y="201"/>
                      <a:pt x="186" y="203"/>
                      <a:pt x="183" y="205"/>
                    </a:cubicBezTo>
                    <a:cubicBezTo>
                      <a:pt x="180" y="206"/>
                      <a:pt x="177" y="206"/>
                      <a:pt x="175" y="204"/>
                    </a:cubicBezTo>
                    <a:close/>
                    <a:moveTo>
                      <a:pt x="185" y="184"/>
                    </a:moveTo>
                    <a:cubicBezTo>
                      <a:pt x="189" y="182"/>
                      <a:pt x="192" y="178"/>
                      <a:pt x="194" y="173"/>
                    </a:cubicBezTo>
                    <a:cubicBezTo>
                      <a:pt x="194" y="175"/>
                      <a:pt x="194" y="176"/>
                      <a:pt x="194" y="178"/>
                    </a:cubicBezTo>
                    <a:cubicBezTo>
                      <a:pt x="194" y="183"/>
                      <a:pt x="193" y="189"/>
                      <a:pt x="192" y="195"/>
                    </a:cubicBezTo>
                    <a:cubicBezTo>
                      <a:pt x="185" y="194"/>
                      <a:pt x="178" y="192"/>
                      <a:pt x="171" y="188"/>
                    </a:cubicBezTo>
                    <a:cubicBezTo>
                      <a:pt x="171" y="188"/>
                      <a:pt x="171" y="188"/>
                      <a:pt x="171" y="187"/>
                    </a:cubicBezTo>
                    <a:cubicBezTo>
                      <a:pt x="175" y="187"/>
                      <a:pt x="180" y="186"/>
                      <a:pt x="185" y="184"/>
                    </a:cubicBezTo>
                    <a:close/>
                    <a:moveTo>
                      <a:pt x="198" y="178"/>
                    </a:moveTo>
                    <a:cubicBezTo>
                      <a:pt x="198" y="178"/>
                      <a:pt x="198" y="177"/>
                      <a:pt x="198" y="177"/>
                    </a:cubicBezTo>
                    <a:cubicBezTo>
                      <a:pt x="202" y="182"/>
                      <a:pt x="206" y="186"/>
                      <a:pt x="211" y="189"/>
                    </a:cubicBezTo>
                    <a:cubicBezTo>
                      <a:pt x="207" y="193"/>
                      <a:pt x="203" y="195"/>
                      <a:pt x="197" y="195"/>
                    </a:cubicBezTo>
                    <a:cubicBezTo>
                      <a:pt x="196" y="195"/>
                      <a:pt x="196" y="195"/>
                      <a:pt x="196" y="195"/>
                    </a:cubicBezTo>
                    <a:cubicBezTo>
                      <a:pt x="198" y="190"/>
                      <a:pt x="198" y="183"/>
                      <a:pt x="198" y="178"/>
                    </a:cubicBezTo>
                    <a:close/>
                    <a:moveTo>
                      <a:pt x="197" y="161"/>
                    </a:moveTo>
                    <a:cubicBezTo>
                      <a:pt x="198" y="164"/>
                      <a:pt x="199" y="166"/>
                      <a:pt x="201" y="168"/>
                    </a:cubicBezTo>
                    <a:cubicBezTo>
                      <a:pt x="204" y="171"/>
                      <a:pt x="207" y="172"/>
                      <a:pt x="212" y="172"/>
                    </a:cubicBezTo>
                    <a:cubicBezTo>
                      <a:pt x="214" y="172"/>
                      <a:pt x="215" y="172"/>
                      <a:pt x="216" y="171"/>
                    </a:cubicBezTo>
                    <a:cubicBezTo>
                      <a:pt x="217" y="172"/>
                      <a:pt x="217" y="173"/>
                      <a:pt x="217" y="174"/>
                    </a:cubicBezTo>
                    <a:cubicBezTo>
                      <a:pt x="217" y="177"/>
                      <a:pt x="216" y="181"/>
                      <a:pt x="213" y="185"/>
                    </a:cubicBezTo>
                    <a:cubicBezTo>
                      <a:pt x="213" y="185"/>
                      <a:pt x="213" y="185"/>
                      <a:pt x="213" y="186"/>
                    </a:cubicBezTo>
                    <a:cubicBezTo>
                      <a:pt x="207" y="182"/>
                      <a:pt x="202" y="176"/>
                      <a:pt x="198" y="169"/>
                    </a:cubicBezTo>
                    <a:cubicBezTo>
                      <a:pt x="197" y="168"/>
                      <a:pt x="197" y="168"/>
                      <a:pt x="197" y="167"/>
                    </a:cubicBezTo>
                    <a:cubicBezTo>
                      <a:pt x="197" y="167"/>
                      <a:pt x="197" y="166"/>
                      <a:pt x="197" y="165"/>
                    </a:cubicBezTo>
                    <a:cubicBezTo>
                      <a:pt x="197" y="164"/>
                      <a:pt x="197" y="162"/>
                      <a:pt x="197" y="161"/>
                    </a:cubicBezTo>
                    <a:close/>
                    <a:moveTo>
                      <a:pt x="204" y="165"/>
                    </a:moveTo>
                    <a:cubicBezTo>
                      <a:pt x="203" y="164"/>
                      <a:pt x="202" y="162"/>
                      <a:pt x="202" y="161"/>
                    </a:cubicBezTo>
                    <a:cubicBezTo>
                      <a:pt x="207" y="163"/>
                      <a:pt x="211" y="165"/>
                      <a:pt x="214" y="168"/>
                    </a:cubicBezTo>
                    <a:cubicBezTo>
                      <a:pt x="213" y="168"/>
                      <a:pt x="213" y="168"/>
                      <a:pt x="212" y="168"/>
                    </a:cubicBezTo>
                    <a:cubicBezTo>
                      <a:pt x="208" y="168"/>
                      <a:pt x="206" y="167"/>
                      <a:pt x="204" y="165"/>
                    </a:cubicBezTo>
                    <a:close/>
                    <a:moveTo>
                      <a:pt x="200" y="152"/>
                    </a:moveTo>
                    <a:cubicBezTo>
                      <a:pt x="200" y="146"/>
                      <a:pt x="201" y="140"/>
                      <a:pt x="202" y="134"/>
                    </a:cubicBezTo>
                    <a:cubicBezTo>
                      <a:pt x="203" y="130"/>
                      <a:pt x="203" y="127"/>
                      <a:pt x="203" y="124"/>
                    </a:cubicBezTo>
                    <a:cubicBezTo>
                      <a:pt x="207" y="126"/>
                      <a:pt x="211" y="129"/>
                      <a:pt x="215" y="131"/>
                    </a:cubicBezTo>
                    <a:cubicBezTo>
                      <a:pt x="215" y="134"/>
                      <a:pt x="216" y="138"/>
                      <a:pt x="217" y="141"/>
                    </a:cubicBezTo>
                    <a:cubicBezTo>
                      <a:pt x="218" y="147"/>
                      <a:pt x="219" y="154"/>
                      <a:pt x="219" y="159"/>
                    </a:cubicBezTo>
                    <a:cubicBezTo>
                      <a:pt x="219" y="162"/>
                      <a:pt x="218" y="164"/>
                      <a:pt x="217" y="166"/>
                    </a:cubicBezTo>
                    <a:cubicBezTo>
                      <a:pt x="214" y="161"/>
                      <a:pt x="208" y="159"/>
                      <a:pt x="201" y="156"/>
                    </a:cubicBezTo>
                    <a:cubicBezTo>
                      <a:pt x="201" y="155"/>
                      <a:pt x="200" y="153"/>
                      <a:pt x="200" y="152"/>
                    </a:cubicBezTo>
                    <a:close/>
                    <a:moveTo>
                      <a:pt x="214" y="99"/>
                    </a:moveTo>
                    <a:cubicBezTo>
                      <a:pt x="218" y="99"/>
                      <a:pt x="221" y="101"/>
                      <a:pt x="225" y="106"/>
                    </a:cubicBezTo>
                    <a:cubicBezTo>
                      <a:pt x="223" y="107"/>
                      <a:pt x="221" y="108"/>
                      <a:pt x="218" y="110"/>
                    </a:cubicBezTo>
                    <a:cubicBezTo>
                      <a:pt x="215" y="112"/>
                      <a:pt x="214" y="117"/>
                      <a:pt x="214" y="122"/>
                    </a:cubicBezTo>
                    <a:cubicBezTo>
                      <a:pt x="214" y="124"/>
                      <a:pt x="214" y="125"/>
                      <a:pt x="214" y="126"/>
                    </a:cubicBezTo>
                    <a:cubicBezTo>
                      <a:pt x="211" y="124"/>
                      <a:pt x="207" y="122"/>
                      <a:pt x="203" y="120"/>
                    </a:cubicBezTo>
                    <a:cubicBezTo>
                      <a:pt x="204" y="119"/>
                      <a:pt x="204" y="117"/>
                      <a:pt x="204" y="116"/>
                    </a:cubicBezTo>
                    <a:cubicBezTo>
                      <a:pt x="204" y="114"/>
                      <a:pt x="203" y="112"/>
                      <a:pt x="203" y="110"/>
                    </a:cubicBezTo>
                    <a:cubicBezTo>
                      <a:pt x="205" y="103"/>
                      <a:pt x="208" y="99"/>
                      <a:pt x="214" y="99"/>
                    </a:cubicBezTo>
                    <a:close/>
                    <a:moveTo>
                      <a:pt x="220" y="169"/>
                    </a:moveTo>
                    <a:cubicBezTo>
                      <a:pt x="222" y="166"/>
                      <a:pt x="223" y="163"/>
                      <a:pt x="223" y="159"/>
                    </a:cubicBezTo>
                    <a:cubicBezTo>
                      <a:pt x="223" y="153"/>
                      <a:pt x="222" y="147"/>
                      <a:pt x="220" y="141"/>
                    </a:cubicBezTo>
                    <a:cubicBezTo>
                      <a:pt x="220" y="138"/>
                      <a:pt x="220" y="136"/>
                      <a:pt x="219" y="134"/>
                    </a:cubicBezTo>
                    <a:cubicBezTo>
                      <a:pt x="222" y="136"/>
                      <a:pt x="225" y="138"/>
                      <a:pt x="227" y="139"/>
                    </a:cubicBezTo>
                    <a:cubicBezTo>
                      <a:pt x="229" y="141"/>
                      <a:pt x="229" y="141"/>
                      <a:pt x="229" y="141"/>
                    </a:cubicBezTo>
                    <a:cubicBezTo>
                      <a:pt x="230" y="141"/>
                      <a:pt x="230" y="142"/>
                      <a:pt x="231" y="142"/>
                    </a:cubicBezTo>
                    <a:cubicBezTo>
                      <a:pt x="231" y="142"/>
                      <a:pt x="231" y="142"/>
                      <a:pt x="231" y="143"/>
                    </a:cubicBezTo>
                    <a:cubicBezTo>
                      <a:pt x="230" y="149"/>
                      <a:pt x="230" y="155"/>
                      <a:pt x="230" y="159"/>
                    </a:cubicBezTo>
                    <a:cubicBezTo>
                      <a:pt x="230" y="164"/>
                      <a:pt x="230" y="168"/>
                      <a:pt x="232" y="170"/>
                    </a:cubicBezTo>
                    <a:cubicBezTo>
                      <a:pt x="235" y="174"/>
                      <a:pt x="239" y="176"/>
                      <a:pt x="244" y="176"/>
                    </a:cubicBezTo>
                    <a:cubicBezTo>
                      <a:pt x="247" y="176"/>
                      <a:pt x="250" y="175"/>
                      <a:pt x="253" y="173"/>
                    </a:cubicBezTo>
                    <a:cubicBezTo>
                      <a:pt x="251" y="181"/>
                      <a:pt x="246" y="187"/>
                      <a:pt x="235" y="189"/>
                    </a:cubicBezTo>
                    <a:cubicBezTo>
                      <a:pt x="228" y="191"/>
                      <a:pt x="222" y="190"/>
                      <a:pt x="216" y="188"/>
                    </a:cubicBezTo>
                    <a:cubicBezTo>
                      <a:pt x="217" y="187"/>
                      <a:pt x="217" y="187"/>
                      <a:pt x="217" y="187"/>
                    </a:cubicBezTo>
                    <a:cubicBezTo>
                      <a:pt x="220" y="182"/>
                      <a:pt x="221" y="178"/>
                      <a:pt x="221" y="174"/>
                    </a:cubicBezTo>
                    <a:cubicBezTo>
                      <a:pt x="221" y="172"/>
                      <a:pt x="220" y="171"/>
                      <a:pt x="220" y="169"/>
                    </a:cubicBezTo>
                    <a:cubicBezTo>
                      <a:pt x="220" y="169"/>
                      <a:pt x="220" y="169"/>
                      <a:pt x="220" y="169"/>
                    </a:cubicBezTo>
                    <a:close/>
                    <a:moveTo>
                      <a:pt x="218" y="122"/>
                    </a:moveTo>
                    <a:cubicBezTo>
                      <a:pt x="218" y="118"/>
                      <a:pt x="219" y="114"/>
                      <a:pt x="221" y="113"/>
                    </a:cubicBezTo>
                    <a:cubicBezTo>
                      <a:pt x="224" y="111"/>
                      <a:pt x="226" y="109"/>
                      <a:pt x="227" y="109"/>
                    </a:cubicBezTo>
                    <a:cubicBezTo>
                      <a:pt x="228" y="112"/>
                      <a:pt x="230" y="114"/>
                      <a:pt x="231" y="117"/>
                    </a:cubicBezTo>
                    <a:cubicBezTo>
                      <a:pt x="231" y="119"/>
                      <a:pt x="232" y="121"/>
                      <a:pt x="232" y="124"/>
                    </a:cubicBezTo>
                    <a:cubicBezTo>
                      <a:pt x="232" y="128"/>
                      <a:pt x="231" y="133"/>
                      <a:pt x="231" y="137"/>
                    </a:cubicBezTo>
                    <a:cubicBezTo>
                      <a:pt x="230" y="137"/>
                      <a:pt x="229" y="136"/>
                      <a:pt x="229" y="136"/>
                    </a:cubicBezTo>
                    <a:cubicBezTo>
                      <a:pt x="226" y="134"/>
                      <a:pt x="222" y="131"/>
                      <a:pt x="219" y="129"/>
                    </a:cubicBezTo>
                    <a:cubicBezTo>
                      <a:pt x="218" y="127"/>
                      <a:pt x="218" y="124"/>
                      <a:pt x="218" y="122"/>
                    </a:cubicBezTo>
                    <a:close/>
                    <a:moveTo>
                      <a:pt x="235" y="127"/>
                    </a:moveTo>
                    <a:cubicBezTo>
                      <a:pt x="237" y="131"/>
                      <a:pt x="239" y="136"/>
                      <a:pt x="241" y="141"/>
                    </a:cubicBezTo>
                    <a:cubicBezTo>
                      <a:pt x="241" y="142"/>
                      <a:pt x="241" y="142"/>
                      <a:pt x="242" y="143"/>
                    </a:cubicBezTo>
                    <a:cubicBezTo>
                      <a:pt x="240" y="142"/>
                      <a:pt x="237" y="141"/>
                      <a:pt x="235" y="140"/>
                    </a:cubicBezTo>
                    <a:cubicBezTo>
                      <a:pt x="235" y="135"/>
                      <a:pt x="235" y="131"/>
                      <a:pt x="235" y="127"/>
                    </a:cubicBezTo>
                    <a:close/>
                    <a:moveTo>
                      <a:pt x="256" y="123"/>
                    </a:moveTo>
                    <a:cubicBezTo>
                      <a:pt x="253" y="121"/>
                      <a:pt x="250" y="119"/>
                      <a:pt x="248" y="115"/>
                    </a:cubicBezTo>
                    <a:cubicBezTo>
                      <a:pt x="248" y="113"/>
                      <a:pt x="247" y="111"/>
                      <a:pt x="247" y="109"/>
                    </a:cubicBezTo>
                    <a:cubicBezTo>
                      <a:pt x="247" y="104"/>
                      <a:pt x="251" y="99"/>
                      <a:pt x="254" y="94"/>
                    </a:cubicBezTo>
                    <a:cubicBezTo>
                      <a:pt x="256" y="95"/>
                      <a:pt x="258" y="97"/>
                      <a:pt x="259" y="99"/>
                    </a:cubicBezTo>
                    <a:cubicBezTo>
                      <a:pt x="261" y="102"/>
                      <a:pt x="262" y="106"/>
                      <a:pt x="263" y="111"/>
                    </a:cubicBezTo>
                    <a:cubicBezTo>
                      <a:pt x="262" y="116"/>
                      <a:pt x="260" y="121"/>
                      <a:pt x="259" y="126"/>
                    </a:cubicBezTo>
                    <a:cubicBezTo>
                      <a:pt x="258" y="125"/>
                      <a:pt x="257" y="124"/>
                      <a:pt x="256" y="123"/>
                    </a:cubicBezTo>
                    <a:close/>
                    <a:moveTo>
                      <a:pt x="334" y="48"/>
                    </a:moveTo>
                    <a:cubicBezTo>
                      <a:pt x="334" y="47"/>
                      <a:pt x="334" y="46"/>
                      <a:pt x="334" y="45"/>
                    </a:cubicBezTo>
                    <a:cubicBezTo>
                      <a:pt x="336" y="40"/>
                      <a:pt x="341" y="34"/>
                      <a:pt x="346" y="32"/>
                    </a:cubicBezTo>
                    <a:cubicBezTo>
                      <a:pt x="351" y="30"/>
                      <a:pt x="354" y="30"/>
                      <a:pt x="358" y="31"/>
                    </a:cubicBezTo>
                    <a:cubicBezTo>
                      <a:pt x="367" y="36"/>
                      <a:pt x="373" y="50"/>
                      <a:pt x="378" y="63"/>
                    </a:cubicBezTo>
                    <a:cubicBezTo>
                      <a:pt x="378" y="63"/>
                      <a:pt x="378" y="63"/>
                      <a:pt x="378" y="63"/>
                    </a:cubicBezTo>
                    <a:cubicBezTo>
                      <a:pt x="377" y="63"/>
                      <a:pt x="376" y="62"/>
                      <a:pt x="374" y="62"/>
                    </a:cubicBezTo>
                    <a:cubicBezTo>
                      <a:pt x="372" y="61"/>
                      <a:pt x="369" y="60"/>
                      <a:pt x="365" y="60"/>
                    </a:cubicBezTo>
                    <a:cubicBezTo>
                      <a:pt x="357" y="55"/>
                      <a:pt x="346" y="52"/>
                      <a:pt x="335" y="52"/>
                    </a:cubicBezTo>
                    <a:cubicBezTo>
                      <a:pt x="335" y="51"/>
                      <a:pt x="334" y="49"/>
                      <a:pt x="334" y="48"/>
                    </a:cubicBezTo>
                    <a:close/>
                    <a:moveTo>
                      <a:pt x="244" y="172"/>
                    </a:moveTo>
                    <a:cubicBezTo>
                      <a:pt x="240" y="172"/>
                      <a:pt x="237" y="170"/>
                      <a:pt x="235" y="167"/>
                    </a:cubicBezTo>
                    <a:cubicBezTo>
                      <a:pt x="234" y="166"/>
                      <a:pt x="234" y="163"/>
                      <a:pt x="234" y="159"/>
                    </a:cubicBezTo>
                    <a:cubicBezTo>
                      <a:pt x="234" y="155"/>
                      <a:pt x="234" y="149"/>
                      <a:pt x="235" y="144"/>
                    </a:cubicBezTo>
                    <a:cubicBezTo>
                      <a:pt x="238" y="146"/>
                      <a:pt x="240" y="147"/>
                      <a:pt x="243" y="148"/>
                    </a:cubicBezTo>
                    <a:cubicBezTo>
                      <a:pt x="246" y="155"/>
                      <a:pt x="249" y="162"/>
                      <a:pt x="252" y="169"/>
                    </a:cubicBezTo>
                    <a:cubicBezTo>
                      <a:pt x="250" y="171"/>
                      <a:pt x="247" y="172"/>
                      <a:pt x="244" y="172"/>
                    </a:cubicBezTo>
                    <a:close/>
                    <a:moveTo>
                      <a:pt x="257" y="142"/>
                    </a:moveTo>
                    <a:cubicBezTo>
                      <a:pt x="257" y="143"/>
                      <a:pt x="257" y="143"/>
                      <a:pt x="257" y="143"/>
                    </a:cubicBezTo>
                    <a:cubicBezTo>
                      <a:pt x="256" y="153"/>
                      <a:pt x="256" y="153"/>
                      <a:pt x="256" y="153"/>
                    </a:cubicBezTo>
                    <a:cubicBezTo>
                      <a:pt x="256" y="157"/>
                      <a:pt x="256" y="161"/>
                      <a:pt x="255" y="165"/>
                    </a:cubicBezTo>
                    <a:cubicBezTo>
                      <a:pt x="253" y="160"/>
                      <a:pt x="250" y="154"/>
                      <a:pt x="248" y="148"/>
                    </a:cubicBezTo>
                    <a:cubicBezTo>
                      <a:pt x="251" y="147"/>
                      <a:pt x="254" y="146"/>
                      <a:pt x="257" y="142"/>
                    </a:cubicBezTo>
                    <a:close/>
                    <a:moveTo>
                      <a:pt x="265" y="120"/>
                    </a:moveTo>
                    <a:cubicBezTo>
                      <a:pt x="265" y="124"/>
                      <a:pt x="266" y="127"/>
                      <a:pt x="266" y="131"/>
                    </a:cubicBezTo>
                    <a:cubicBezTo>
                      <a:pt x="266" y="142"/>
                      <a:pt x="264" y="152"/>
                      <a:pt x="260" y="160"/>
                    </a:cubicBezTo>
                    <a:cubicBezTo>
                      <a:pt x="260" y="158"/>
                      <a:pt x="260" y="156"/>
                      <a:pt x="260" y="153"/>
                    </a:cubicBezTo>
                    <a:cubicBezTo>
                      <a:pt x="261" y="144"/>
                      <a:pt x="261" y="144"/>
                      <a:pt x="261" y="144"/>
                    </a:cubicBezTo>
                    <a:cubicBezTo>
                      <a:pt x="261" y="142"/>
                      <a:pt x="261" y="142"/>
                      <a:pt x="261" y="142"/>
                    </a:cubicBezTo>
                    <a:cubicBezTo>
                      <a:pt x="261" y="140"/>
                      <a:pt x="262" y="137"/>
                      <a:pt x="262" y="133"/>
                    </a:cubicBezTo>
                    <a:cubicBezTo>
                      <a:pt x="262" y="132"/>
                      <a:pt x="262" y="132"/>
                      <a:pt x="262" y="132"/>
                    </a:cubicBezTo>
                    <a:cubicBezTo>
                      <a:pt x="262" y="132"/>
                      <a:pt x="262" y="132"/>
                      <a:pt x="262" y="132"/>
                    </a:cubicBezTo>
                    <a:cubicBezTo>
                      <a:pt x="263" y="128"/>
                      <a:pt x="264" y="124"/>
                      <a:pt x="265" y="120"/>
                    </a:cubicBezTo>
                    <a:close/>
                    <a:moveTo>
                      <a:pt x="274" y="102"/>
                    </a:moveTo>
                    <a:cubicBezTo>
                      <a:pt x="275" y="101"/>
                      <a:pt x="277" y="100"/>
                      <a:pt x="279" y="100"/>
                    </a:cubicBezTo>
                    <a:cubicBezTo>
                      <a:pt x="279" y="111"/>
                      <a:pt x="285" y="117"/>
                      <a:pt x="291" y="122"/>
                    </a:cubicBezTo>
                    <a:cubicBezTo>
                      <a:pt x="291" y="124"/>
                      <a:pt x="291" y="125"/>
                      <a:pt x="291" y="126"/>
                    </a:cubicBezTo>
                    <a:cubicBezTo>
                      <a:pt x="291" y="126"/>
                      <a:pt x="290" y="126"/>
                      <a:pt x="289" y="127"/>
                    </a:cubicBezTo>
                    <a:cubicBezTo>
                      <a:pt x="278" y="132"/>
                      <a:pt x="274" y="140"/>
                      <a:pt x="274" y="147"/>
                    </a:cubicBezTo>
                    <a:cubicBezTo>
                      <a:pt x="274" y="149"/>
                      <a:pt x="275" y="151"/>
                      <a:pt x="275" y="153"/>
                    </a:cubicBezTo>
                    <a:cubicBezTo>
                      <a:pt x="277" y="162"/>
                      <a:pt x="284" y="170"/>
                      <a:pt x="294" y="173"/>
                    </a:cubicBezTo>
                    <a:cubicBezTo>
                      <a:pt x="291" y="179"/>
                      <a:pt x="286" y="184"/>
                      <a:pt x="276" y="185"/>
                    </a:cubicBezTo>
                    <a:cubicBezTo>
                      <a:pt x="269" y="185"/>
                      <a:pt x="263" y="180"/>
                      <a:pt x="258" y="171"/>
                    </a:cubicBezTo>
                    <a:cubicBezTo>
                      <a:pt x="258" y="170"/>
                      <a:pt x="258" y="170"/>
                      <a:pt x="259" y="169"/>
                    </a:cubicBezTo>
                    <a:cubicBezTo>
                      <a:pt x="259" y="169"/>
                      <a:pt x="259" y="169"/>
                      <a:pt x="259" y="168"/>
                    </a:cubicBezTo>
                    <a:cubicBezTo>
                      <a:pt x="267" y="160"/>
                      <a:pt x="270" y="145"/>
                      <a:pt x="270" y="131"/>
                    </a:cubicBezTo>
                    <a:cubicBezTo>
                      <a:pt x="270" y="124"/>
                      <a:pt x="269" y="118"/>
                      <a:pt x="268" y="111"/>
                    </a:cubicBezTo>
                    <a:cubicBezTo>
                      <a:pt x="269" y="107"/>
                      <a:pt x="271" y="104"/>
                      <a:pt x="274" y="102"/>
                    </a:cubicBezTo>
                    <a:close/>
                    <a:moveTo>
                      <a:pt x="283" y="101"/>
                    </a:moveTo>
                    <a:cubicBezTo>
                      <a:pt x="287" y="103"/>
                      <a:pt x="290" y="109"/>
                      <a:pt x="291" y="117"/>
                    </a:cubicBezTo>
                    <a:cubicBezTo>
                      <a:pt x="286" y="113"/>
                      <a:pt x="283" y="108"/>
                      <a:pt x="283" y="101"/>
                    </a:cubicBezTo>
                    <a:close/>
                    <a:moveTo>
                      <a:pt x="284" y="86"/>
                    </a:moveTo>
                    <a:cubicBezTo>
                      <a:pt x="286" y="79"/>
                      <a:pt x="290" y="73"/>
                      <a:pt x="295" y="71"/>
                    </a:cubicBezTo>
                    <a:cubicBezTo>
                      <a:pt x="300" y="68"/>
                      <a:pt x="305" y="68"/>
                      <a:pt x="312" y="71"/>
                    </a:cubicBezTo>
                    <a:cubicBezTo>
                      <a:pt x="312" y="71"/>
                      <a:pt x="313" y="71"/>
                      <a:pt x="313" y="71"/>
                    </a:cubicBezTo>
                    <a:cubicBezTo>
                      <a:pt x="313" y="72"/>
                      <a:pt x="313" y="73"/>
                      <a:pt x="313" y="73"/>
                    </a:cubicBezTo>
                    <a:cubicBezTo>
                      <a:pt x="313" y="82"/>
                      <a:pt x="316" y="91"/>
                      <a:pt x="320" y="98"/>
                    </a:cubicBezTo>
                    <a:cubicBezTo>
                      <a:pt x="316" y="103"/>
                      <a:pt x="315" y="108"/>
                      <a:pt x="315" y="113"/>
                    </a:cubicBezTo>
                    <a:cubicBezTo>
                      <a:pt x="315" y="115"/>
                      <a:pt x="315" y="117"/>
                      <a:pt x="316" y="120"/>
                    </a:cubicBezTo>
                    <a:cubicBezTo>
                      <a:pt x="315" y="120"/>
                      <a:pt x="313" y="120"/>
                      <a:pt x="312" y="120"/>
                    </a:cubicBezTo>
                    <a:cubicBezTo>
                      <a:pt x="308" y="121"/>
                      <a:pt x="304" y="122"/>
                      <a:pt x="299" y="123"/>
                    </a:cubicBezTo>
                    <a:cubicBezTo>
                      <a:pt x="298" y="122"/>
                      <a:pt x="296" y="121"/>
                      <a:pt x="295" y="120"/>
                    </a:cubicBezTo>
                    <a:cubicBezTo>
                      <a:pt x="294" y="109"/>
                      <a:pt x="291" y="99"/>
                      <a:pt x="283" y="97"/>
                    </a:cubicBezTo>
                    <a:cubicBezTo>
                      <a:pt x="283" y="94"/>
                      <a:pt x="283" y="90"/>
                      <a:pt x="284" y="86"/>
                    </a:cubicBezTo>
                    <a:close/>
                    <a:moveTo>
                      <a:pt x="317" y="73"/>
                    </a:moveTo>
                    <a:cubicBezTo>
                      <a:pt x="317" y="73"/>
                      <a:pt x="317" y="73"/>
                      <a:pt x="317" y="73"/>
                    </a:cubicBezTo>
                    <a:cubicBezTo>
                      <a:pt x="323" y="76"/>
                      <a:pt x="327" y="81"/>
                      <a:pt x="331" y="86"/>
                    </a:cubicBezTo>
                    <a:cubicBezTo>
                      <a:pt x="329" y="88"/>
                      <a:pt x="327" y="89"/>
                      <a:pt x="326" y="91"/>
                    </a:cubicBezTo>
                    <a:cubicBezTo>
                      <a:pt x="326" y="91"/>
                      <a:pt x="326" y="91"/>
                      <a:pt x="326" y="91"/>
                    </a:cubicBezTo>
                    <a:cubicBezTo>
                      <a:pt x="324" y="92"/>
                      <a:pt x="323" y="94"/>
                      <a:pt x="322" y="95"/>
                    </a:cubicBezTo>
                    <a:cubicBezTo>
                      <a:pt x="319" y="88"/>
                      <a:pt x="317" y="80"/>
                      <a:pt x="317" y="73"/>
                    </a:cubicBezTo>
                    <a:close/>
                    <a:moveTo>
                      <a:pt x="319" y="63"/>
                    </a:moveTo>
                    <a:cubicBezTo>
                      <a:pt x="321" y="59"/>
                      <a:pt x="326" y="57"/>
                      <a:pt x="332" y="56"/>
                    </a:cubicBezTo>
                    <a:cubicBezTo>
                      <a:pt x="332" y="56"/>
                      <a:pt x="333" y="56"/>
                      <a:pt x="333" y="56"/>
                    </a:cubicBezTo>
                    <a:cubicBezTo>
                      <a:pt x="333" y="56"/>
                      <a:pt x="333" y="56"/>
                      <a:pt x="334" y="57"/>
                    </a:cubicBezTo>
                    <a:cubicBezTo>
                      <a:pt x="338" y="62"/>
                      <a:pt x="349" y="63"/>
                      <a:pt x="359" y="63"/>
                    </a:cubicBezTo>
                    <a:cubicBezTo>
                      <a:pt x="361" y="64"/>
                      <a:pt x="362" y="64"/>
                      <a:pt x="364" y="64"/>
                    </a:cubicBezTo>
                    <a:cubicBezTo>
                      <a:pt x="366" y="65"/>
                      <a:pt x="367" y="66"/>
                      <a:pt x="369" y="68"/>
                    </a:cubicBezTo>
                    <a:cubicBezTo>
                      <a:pt x="370" y="69"/>
                      <a:pt x="371" y="70"/>
                      <a:pt x="372" y="71"/>
                    </a:cubicBezTo>
                    <a:cubicBezTo>
                      <a:pt x="369" y="77"/>
                      <a:pt x="366" y="82"/>
                      <a:pt x="366" y="89"/>
                    </a:cubicBezTo>
                    <a:cubicBezTo>
                      <a:pt x="366" y="91"/>
                      <a:pt x="367" y="93"/>
                      <a:pt x="367" y="96"/>
                    </a:cubicBezTo>
                    <a:cubicBezTo>
                      <a:pt x="369" y="102"/>
                      <a:pt x="372" y="107"/>
                      <a:pt x="377" y="110"/>
                    </a:cubicBezTo>
                    <a:cubicBezTo>
                      <a:pt x="376" y="114"/>
                      <a:pt x="375" y="117"/>
                      <a:pt x="374" y="120"/>
                    </a:cubicBezTo>
                    <a:cubicBezTo>
                      <a:pt x="373" y="113"/>
                      <a:pt x="371" y="106"/>
                      <a:pt x="369" y="101"/>
                    </a:cubicBezTo>
                    <a:cubicBezTo>
                      <a:pt x="363" y="90"/>
                      <a:pt x="351" y="83"/>
                      <a:pt x="340" y="83"/>
                    </a:cubicBezTo>
                    <a:cubicBezTo>
                      <a:pt x="338" y="83"/>
                      <a:pt x="336" y="84"/>
                      <a:pt x="334" y="84"/>
                    </a:cubicBezTo>
                    <a:cubicBezTo>
                      <a:pt x="330" y="78"/>
                      <a:pt x="325" y="72"/>
                      <a:pt x="317" y="69"/>
                    </a:cubicBezTo>
                    <a:cubicBezTo>
                      <a:pt x="318" y="67"/>
                      <a:pt x="318" y="65"/>
                      <a:pt x="319" y="63"/>
                    </a:cubicBezTo>
                    <a:close/>
                    <a:moveTo>
                      <a:pt x="340" y="56"/>
                    </a:moveTo>
                    <a:cubicBezTo>
                      <a:pt x="344" y="57"/>
                      <a:pt x="349" y="57"/>
                      <a:pt x="353" y="59"/>
                    </a:cubicBezTo>
                    <a:cubicBezTo>
                      <a:pt x="348" y="58"/>
                      <a:pt x="343" y="58"/>
                      <a:pt x="340" y="56"/>
                    </a:cubicBezTo>
                    <a:close/>
                    <a:moveTo>
                      <a:pt x="373" y="27"/>
                    </a:moveTo>
                    <a:cubicBezTo>
                      <a:pt x="370" y="23"/>
                      <a:pt x="370" y="23"/>
                      <a:pt x="370" y="23"/>
                    </a:cubicBezTo>
                    <a:cubicBezTo>
                      <a:pt x="367" y="18"/>
                      <a:pt x="364" y="13"/>
                      <a:pt x="364" y="9"/>
                    </a:cubicBezTo>
                    <a:cubicBezTo>
                      <a:pt x="364" y="7"/>
                      <a:pt x="364" y="6"/>
                      <a:pt x="366" y="5"/>
                    </a:cubicBezTo>
                    <a:cubicBezTo>
                      <a:pt x="367" y="4"/>
                      <a:pt x="369" y="4"/>
                      <a:pt x="371" y="4"/>
                    </a:cubicBezTo>
                    <a:cubicBezTo>
                      <a:pt x="380" y="7"/>
                      <a:pt x="390" y="18"/>
                      <a:pt x="392" y="23"/>
                    </a:cubicBezTo>
                    <a:cubicBezTo>
                      <a:pt x="394" y="26"/>
                      <a:pt x="395" y="30"/>
                      <a:pt x="395" y="33"/>
                    </a:cubicBezTo>
                    <a:cubicBezTo>
                      <a:pt x="395" y="39"/>
                      <a:pt x="392" y="44"/>
                      <a:pt x="389" y="49"/>
                    </a:cubicBezTo>
                    <a:cubicBezTo>
                      <a:pt x="383" y="42"/>
                      <a:pt x="377" y="34"/>
                      <a:pt x="373" y="27"/>
                    </a:cubicBezTo>
                    <a:close/>
                    <a:moveTo>
                      <a:pt x="372" y="65"/>
                    </a:moveTo>
                    <a:cubicBezTo>
                      <a:pt x="372" y="65"/>
                      <a:pt x="373" y="65"/>
                      <a:pt x="373" y="65"/>
                    </a:cubicBezTo>
                    <a:cubicBezTo>
                      <a:pt x="374" y="66"/>
                      <a:pt x="375" y="66"/>
                      <a:pt x="375" y="66"/>
                    </a:cubicBezTo>
                    <a:cubicBezTo>
                      <a:pt x="375" y="67"/>
                      <a:pt x="375" y="67"/>
                      <a:pt x="374" y="68"/>
                    </a:cubicBezTo>
                    <a:cubicBezTo>
                      <a:pt x="373" y="67"/>
                      <a:pt x="373" y="66"/>
                      <a:pt x="372" y="65"/>
                    </a:cubicBezTo>
                    <a:close/>
                    <a:moveTo>
                      <a:pt x="319" y="113"/>
                    </a:moveTo>
                    <a:cubicBezTo>
                      <a:pt x="319" y="109"/>
                      <a:pt x="320" y="106"/>
                      <a:pt x="322" y="103"/>
                    </a:cubicBezTo>
                    <a:cubicBezTo>
                      <a:pt x="322" y="103"/>
                      <a:pt x="322" y="103"/>
                      <a:pt x="322" y="104"/>
                    </a:cubicBezTo>
                    <a:cubicBezTo>
                      <a:pt x="322" y="108"/>
                      <a:pt x="324" y="113"/>
                      <a:pt x="326" y="117"/>
                    </a:cubicBezTo>
                    <a:cubicBezTo>
                      <a:pt x="324" y="118"/>
                      <a:pt x="322" y="118"/>
                      <a:pt x="320" y="119"/>
                    </a:cubicBezTo>
                    <a:cubicBezTo>
                      <a:pt x="319" y="117"/>
                      <a:pt x="319" y="115"/>
                      <a:pt x="319" y="113"/>
                    </a:cubicBezTo>
                    <a:close/>
                    <a:moveTo>
                      <a:pt x="334" y="90"/>
                    </a:moveTo>
                    <a:cubicBezTo>
                      <a:pt x="335" y="93"/>
                      <a:pt x="337" y="96"/>
                      <a:pt x="338" y="99"/>
                    </a:cubicBezTo>
                    <a:cubicBezTo>
                      <a:pt x="339" y="101"/>
                      <a:pt x="341" y="103"/>
                      <a:pt x="342" y="105"/>
                    </a:cubicBezTo>
                    <a:cubicBezTo>
                      <a:pt x="338" y="109"/>
                      <a:pt x="335" y="111"/>
                      <a:pt x="332" y="113"/>
                    </a:cubicBezTo>
                    <a:cubicBezTo>
                      <a:pt x="332" y="113"/>
                      <a:pt x="332" y="112"/>
                      <a:pt x="332" y="112"/>
                    </a:cubicBezTo>
                    <a:cubicBezTo>
                      <a:pt x="330" y="110"/>
                      <a:pt x="328" y="107"/>
                      <a:pt x="326" y="102"/>
                    </a:cubicBezTo>
                    <a:cubicBezTo>
                      <a:pt x="326" y="102"/>
                      <a:pt x="326" y="102"/>
                      <a:pt x="326" y="102"/>
                    </a:cubicBezTo>
                    <a:cubicBezTo>
                      <a:pt x="326" y="101"/>
                      <a:pt x="326" y="100"/>
                      <a:pt x="326" y="99"/>
                    </a:cubicBezTo>
                    <a:cubicBezTo>
                      <a:pt x="327" y="97"/>
                      <a:pt x="328" y="95"/>
                      <a:pt x="329" y="94"/>
                    </a:cubicBezTo>
                    <a:cubicBezTo>
                      <a:pt x="330" y="92"/>
                      <a:pt x="332" y="91"/>
                      <a:pt x="334" y="90"/>
                    </a:cubicBezTo>
                    <a:close/>
                    <a:moveTo>
                      <a:pt x="279" y="152"/>
                    </a:moveTo>
                    <a:cubicBezTo>
                      <a:pt x="279" y="151"/>
                      <a:pt x="278" y="149"/>
                      <a:pt x="278" y="147"/>
                    </a:cubicBezTo>
                    <a:cubicBezTo>
                      <a:pt x="278" y="140"/>
                      <a:pt x="283" y="134"/>
                      <a:pt x="291" y="130"/>
                    </a:cubicBezTo>
                    <a:cubicBezTo>
                      <a:pt x="291" y="130"/>
                      <a:pt x="291" y="130"/>
                      <a:pt x="291" y="130"/>
                    </a:cubicBezTo>
                    <a:cubicBezTo>
                      <a:pt x="292" y="132"/>
                      <a:pt x="292" y="134"/>
                      <a:pt x="292" y="135"/>
                    </a:cubicBezTo>
                    <a:cubicBezTo>
                      <a:pt x="292" y="147"/>
                      <a:pt x="292" y="159"/>
                      <a:pt x="296" y="169"/>
                    </a:cubicBezTo>
                    <a:cubicBezTo>
                      <a:pt x="296" y="169"/>
                      <a:pt x="296" y="169"/>
                      <a:pt x="296" y="169"/>
                    </a:cubicBezTo>
                    <a:cubicBezTo>
                      <a:pt x="287" y="166"/>
                      <a:pt x="281" y="160"/>
                      <a:pt x="279" y="152"/>
                    </a:cubicBezTo>
                    <a:close/>
                    <a:moveTo>
                      <a:pt x="298" y="128"/>
                    </a:moveTo>
                    <a:cubicBezTo>
                      <a:pt x="305" y="132"/>
                      <a:pt x="311" y="137"/>
                      <a:pt x="315" y="144"/>
                    </a:cubicBezTo>
                    <a:cubicBezTo>
                      <a:pt x="312" y="143"/>
                      <a:pt x="309" y="143"/>
                      <a:pt x="308" y="143"/>
                    </a:cubicBezTo>
                    <a:cubicBezTo>
                      <a:pt x="302" y="144"/>
                      <a:pt x="300" y="151"/>
                      <a:pt x="299" y="159"/>
                    </a:cubicBezTo>
                    <a:cubicBezTo>
                      <a:pt x="298" y="160"/>
                      <a:pt x="298" y="161"/>
                      <a:pt x="298" y="162"/>
                    </a:cubicBezTo>
                    <a:cubicBezTo>
                      <a:pt x="296" y="154"/>
                      <a:pt x="296" y="145"/>
                      <a:pt x="296" y="135"/>
                    </a:cubicBezTo>
                    <a:cubicBezTo>
                      <a:pt x="296" y="133"/>
                      <a:pt x="296" y="131"/>
                      <a:pt x="295" y="129"/>
                    </a:cubicBezTo>
                    <a:cubicBezTo>
                      <a:pt x="296" y="128"/>
                      <a:pt x="297" y="128"/>
                      <a:pt x="298" y="128"/>
                    </a:cubicBezTo>
                    <a:close/>
                    <a:moveTo>
                      <a:pt x="313" y="124"/>
                    </a:moveTo>
                    <a:cubicBezTo>
                      <a:pt x="314" y="124"/>
                      <a:pt x="316" y="124"/>
                      <a:pt x="317" y="123"/>
                    </a:cubicBezTo>
                    <a:cubicBezTo>
                      <a:pt x="318" y="126"/>
                      <a:pt x="319" y="129"/>
                      <a:pt x="321" y="132"/>
                    </a:cubicBezTo>
                    <a:cubicBezTo>
                      <a:pt x="323" y="136"/>
                      <a:pt x="326" y="141"/>
                      <a:pt x="328" y="147"/>
                    </a:cubicBezTo>
                    <a:cubicBezTo>
                      <a:pt x="325" y="146"/>
                      <a:pt x="322" y="146"/>
                      <a:pt x="320" y="145"/>
                    </a:cubicBezTo>
                    <a:cubicBezTo>
                      <a:pt x="316" y="136"/>
                      <a:pt x="310" y="131"/>
                      <a:pt x="303" y="126"/>
                    </a:cubicBezTo>
                    <a:cubicBezTo>
                      <a:pt x="307" y="125"/>
                      <a:pt x="310" y="125"/>
                      <a:pt x="313" y="124"/>
                    </a:cubicBezTo>
                    <a:close/>
                    <a:moveTo>
                      <a:pt x="303" y="159"/>
                    </a:moveTo>
                    <a:cubicBezTo>
                      <a:pt x="304" y="153"/>
                      <a:pt x="305" y="148"/>
                      <a:pt x="308" y="147"/>
                    </a:cubicBezTo>
                    <a:cubicBezTo>
                      <a:pt x="310" y="147"/>
                      <a:pt x="313" y="148"/>
                      <a:pt x="317" y="149"/>
                    </a:cubicBezTo>
                    <a:cubicBezTo>
                      <a:pt x="317" y="149"/>
                      <a:pt x="317" y="149"/>
                      <a:pt x="317" y="149"/>
                    </a:cubicBezTo>
                    <a:cubicBezTo>
                      <a:pt x="319" y="158"/>
                      <a:pt x="319" y="158"/>
                      <a:pt x="319" y="158"/>
                    </a:cubicBezTo>
                    <a:cubicBezTo>
                      <a:pt x="319" y="161"/>
                      <a:pt x="319" y="163"/>
                      <a:pt x="320" y="166"/>
                    </a:cubicBezTo>
                    <a:cubicBezTo>
                      <a:pt x="316" y="168"/>
                      <a:pt x="312" y="169"/>
                      <a:pt x="307" y="170"/>
                    </a:cubicBezTo>
                    <a:cubicBezTo>
                      <a:pt x="305" y="170"/>
                      <a:pt x="303" y="170"/>
                      <a:pt x="301" y="170"/>
                    </a:cubicBezTo>
                    <a:cubicBezTo>
                      <a:pt x="301" y="169"/>
                      <a:pt x="300" y="169"/>
                      <a:pt x="300" y="168"/>
                    </a:cubicBezTo>
                    <a:cubicBezTo>
                      <a:pt x="301" y="165"/>
                      <a:pt x="302" y="162"/>
                      <a:pt x="303" y="159"/>
                    </a:cubicBezTo>
                    <a:close/>
                    <a:moveTo>
                      <a:pt x="327" y="121"/>
                    </a:moveTo>
                    <a:cubicBezTo>
                      <a:pt x="328" y="123"/>
                      <a:pt x="329" y="125"/>
                      <a:pt x="330" y="126"/>
                    </a:cubicBezTo>
                    <a:cubicBezTo>
                      <a:pt x="332" y="129"/>
                      <a:pt x="334" y="132"/>
                      <a:pt x="336" y="135"/>
                    </a:cubicBezTo>
                    <a:cubicBezTo>
                      <a:pt x="336" y="137"/>
                      <a:pt x="336" y="138"/>
                      <a:pt x="336" y="139"/>
                    </a:cubicBezTo>
                    <a:cubicBezTo>
                      <a:pt x="336" y="143"/>
                      <a:pt x="336" y="146"/>
                      <a:pt x="335" y="149"/>
                    </a:cubicBezTo>
                    <a:cubicBezTo>
                      <a:pt x="334" y="149"/>
                      <a:pt x="333" y="149"/>
                      <a:pt x="332" y="148"/>
                    </a:cubicBezTo>
                    <a:cubicBezTo>
                      <a:pt x="330" y="141"/>
                      <a:pt x="327" y="135"/>
                      <a:pt x="324" y="130"/>
                    </a:cubicBezTo>
                    <a:cubicBezTo>
                      <a:pt x="323" y="127"/>
                      <a:pt x="322" y="125"/>
                      <a:pt x="321" y="123"/>
                    </a:cubicBezTo>
                    <a:cubicBezTo>
                      <a:pt x="323" y="122"/>
                      <a:pt x="325" y="121"/>
                      <a:pt x="327" y="121"/>
                    </a:cubicBezTo>
                    <a:close/>
                    <a:moveTo>
                      <a:pt x="331" y="119"/>
                    </a:moveTo>
                    <a:cubicBezTo>
                      <a:pt x="332" y="120"/>
                      <a:pt x="332" y="122"/>
                      <a:pt x="333" y="123"/>
                    </a:cubicBezTo>
                    <a:cubicBezTo>
                      <a:pt x="332" y="122"/>
                      <a:pt x="332" y="120"/>
                      <a:pt x="331" y="119"/>
                    </a:cubicBezTo>
                    <a:cubicBezTo>
                      <a:pt x="331" y="119"/>
                      <a:pt x="331" y="119"/>
                      <a:pt x="331" y="119"/>
                    </a:cubicBezTo>
                    <a:close/>
                    <a:moveTo>
                      <a:pt x="323" y="158"/>
                    </a:moveTo>
                    <a:cubicBezTo>
                      <a:pt x="323" y="158"/>
                      <a:pt x="322" y="152"/>
                      <a:pt x="321" y="150"/>
                    </a:cubicBezTo>
                    <a:cubicBezTo>
                      <a:pt x="324" y="150"/>
                      <a:pt x="326" y="151"/>
                      <a:pt x="329" y="152"/>
                    </a:cubicBezTo>
                    <a:cubicBezTo>
                      <a:pt x="330" y="154"/>
                      <a:pt x="330" y="156"/>
                      <a:pt x="330" y="158"/>
                    </a:cubicBezTo>
                    <a:cubicBezTo>
                      <a:pt x="328" y="160"/>
                      <a:pt x="326" y="162"/>
                      <a:pt x="324" y="164"/>
                    </a:cubicBezTo>
                    <a:cubicBezTo>
                      <a:pt x="323" y="162"/>
                      <a:pt x="323" y="160"/>
                      <a:pt x="323" y="158"/>
                    </a:cubicBezTo>
                    <a:close/>
                    <a:moveTo>
                      <a:pt x="340" y="140"/>
                    </a:moveTo>
                    <a:cubicBezTo>
                      <a:pt x="344" y="144"/>
                      <a:pt x="348" y="148"/>
                      <a:pt x="352" y="150"/>
                    </a:cubicBezTo>
                    <a:cubicBezTo>
                      <a:pt x="352" y="151"/>
                      <a:pt x="352" y="152"/>
                      <a:pt x="353" y="154"/>
                    </a:cubicBezTo>
                    <a:cubicBezTo>
                      <a:pt x="348" y="153"/>
                      <a:pt x="343" y="151"/>
                      <a:pt x="339" y="150"/>
                    </a:cubicBezTo>
                    <a:cubicBezTo>
                      <a:pt x="340" y="147"/>
                      <a:pt x="340" y="144"/>
                      <a:pt x="340" y="140"/>
                    </a:cubicBezTo>
                    <a:close/>
                    <a:moveTo>
                      <a:pt x="344" y="109"/>
                    </a:moveTo>
                    <a:cubicBezTo>
                      <a:pt x="345" y="111"/>
                      <a:pt x="346" y="112"/>
                      <a:pt x="347" y="114"/>
                    </a:cubicBezTo>
                    <a:cubicBezTo>
                      <a:pt x="349" y="117"/>
                      <a:pt x="352" y="120"/>
                      <a:pt x="354" y="122"/>
                    </a:cubicBezTo>
                    <a:cubicBezTo>
                      <a:pt x="354" y="123"/>
                      <a:pt x="354" y="125"/>
                      <a:pt x="353" y="126"/>
                    </a:cubicBezTo>
                    <a:cubicBezTo>
                      <a:pt x="352" y="132"/>
                      <a:pt x="351" y="137"/>
                      <a:pt x="351" y="143"/>
                    </a:cubicBezTo>
                    <a:cubicBezTo>
                      <a:pt x="351" y="143"/>
                      <a:pt x="351" y="144"/>
                      <a:pt x="351" y="145"/>
                    </a:cubicBezTo>
                    <a:cubicBezTo>
                      <a:pt x="348" y="142"/>
                      <a:pt x="344" y="139"/>
                      <a:pt x="340" y="134"/>
                    </a:cubicBezTo>
                    <a:cubicBezTo>
                      <a:pt x="339" y="128"/>
                      <a:pt x="337" y="122"/>
                      <a:pt x="335" y="117"/>
                    </a:cubicBezTo>
                    <a:cubicBezTo>
                      <a:pt x="337" y="115"/>
                      <a:pt x="341" y="112"/>
                      <a:pt x="344" y="109"/>
                    </a:cubicBezTo>
                    <a:close/>
                    <a:moveTo>
                      <a:pt x="342" y="89"/>
                    </a:moveTo>
                    <a:cubicBezTo>
                      <a:pt x="346" y="89"/>
                      <a:pt x="350" y="92"/>
                      <a:pt x="352" y="96"/>
                    </a:cubicBezTo>
                    <a:cubicBezTo>
                      <a:pt x="355" y="101"/>
                      <a:pt x="356" y="105"/>
                      <a:pt x="356" y="110"/>
                    </a:cubicBezTo>
                    <a:cubicBezTo>
                      <a:pt x="356" y="112"/>
                      <a:pt x="356" y="115"/>
                      <a:pt x="355" y="117"/>
                    </a:cubicBezTo>
                    <a:cubicBezTo>
                      <a:pt x="354" y="115"/>
                      <a:pt x="352" y="114"/>
                      <a:pt x="350" y="112"/>
                    </a:cubicBezTo>
                    <a:cubicBezTo>
                      <a:pt x="347" y="107"/>
                      <a:pt x="344" y="102"/>
                      <a:pt x="342" y="97"/>
                    </a:cubicBezTo>
                    <a:cubicBezTo>
                      <a:pt x="340" y="94"/>
                      <a:pt x="339" y="92"/>
                      <a:pt x="337" y="89"/>
                    </a:cubicBezTo>
                    <a:cubicBezTo>
                      <a:pt x="339" y="89"/>
                      <a:pt x="340" y="88"/>
                      <a:pt x="342" y="89"/>
                    </a:cubicBezTo>
                    <a:close/>
                    <a:moveTo>
                      <a:pt x="355" y="143"/>
                    </a:moveTo>
                    <a:cubicBezTo>
                      <a:pt x="355" y="138"/>
                      <a:pt x="356" y="132"/>
                      <a:pt x="357" y="127"/>
                    </a:cubicBezTo>
                    <a:cubicBezTo>
                      <a:pt x="358" y="126"/>
                      <a:pt x="358" y="125"/>
                      <a:pt x="358" y="125"/>
                    </a:cubicBezTo>
                    <a:cubicBezTo>
                      <a:pt x="362" y="127"/>
                      <a:pt x="365" y="130"/>
                      <a:pt x="370" y="131"/>
                    </a:cubicBezTo>
                    <a:cubicBezTo>
                      <a:pt x="366" y="139"/>
                      <a:pt x="361" y="148"/>
                      <a:pt x="356" y="147"/>
                    </a:cubicBezTo>
                    <a:cubicBezTo>
                      <a:pt x="355" y="147"/>
                      <a:pt x="355" y="147"/>
                      <a:pt x="355" y="146"/>
                    </a:cubicBezTo>
                    <a:cubicBezTo>
                      <a:pt x="355" y="145"/>
                      <a:pt x="355" y="144"/>
                      <a:pt x="355" y="143"/>
                    </a:cubicBezTo>
                    <a:close/>
                    <a:moveTo>
                      <a:pt x="360" y="110"/>
                    </a:moveTo>
                    <a:cubicBezTo>
                      <a:pt x="360" y="104"/>
                      <a:pt x="359" y="99"/>
                      <a:pt x="356" y="94"/>
                    </a:cubicBezTo>
                    <a:cubicBezTo>
                      <a:pt x="355" y="93"/>
                      <a:pt x="354" y="92"/>
                      <a:pt x="353" y="91"/>
                    </a:cubicBezTo>
                    <a:cubicBezTo>
                      <a:pt x="358" y="94"/>
                      <a:pt x="363" y="98"/>
                      <a:pt x="365" y="103"/>
                    </a:cubicBezTo>
                    <a:cubicBezTo>
                      <a:pt x="368" y="109"/>
                      <a:pt x="371" y="118"/>
                      <a:pt x="371" y="126"/>
                    </a:cubicBezTo>
                    <a:cubicBezTo>
                      <a:pt x="371" y="126"/>
                      <a:pt x="371" y="127"/>
                      <a:pt x="371" y="127"/>
                    </a:cubicBezTo>
                    <a:cubicBezTo>
                      <a:pt x="366" y="126"/>
                      <a:pt x="362" y="123"/>
                      <a:pt x="359" y="120"/>
                    </a:cubicBezTo>
                    <a:cubicBezTo>
                      <a:pt x="360" y="117"/>
                      <a:pt x="360" y="113"/>
                      <a:pt x="360" y="110"/>
                    </a:cubicBezTo>
                    <a:close/>
                    <a:moveTo>
                      <a:pt x="371" y="95"/>
                    </a:moveTo>
                    <a:cubicBezTo>
                      <a:pt x="371" y="93"/>
                      <a:pt x="370" y="91"/>
                      <a:pt x="370" y="89"/>
                    </a:cubicBezTo>
                    <a:cubicBezTo>
                      <a:pt x="370" y="84"/>
                      <a:pt x="372" y="79"/>
                      <a:pt x="374" y="75"/>
                    </a:cubicBezTo>
                    <a:cubicBezTo>
                      <a:pt x="378" y="81"/>
                      <a:pt x="380" y="87"/>
                      <a:pt x="380" y="93"/>
                    </a:cubicBezTo>
                    <a:cubicBezTo>
                      <a:pt x="380" y="98"/>
                      <a:pt x="379" y="102"/>
                      <a:pt x="378" y="106"/>
                    </a:cubicBezTo>
                    <a:cubicBezTo>
                      <a:pt x="375" y="103"/>
                      <a:pt x="372" y="99"/>
                      <a:pt x="371" y="95"/>
                    </a:cubicBezTo>
                    <a:close/>
                    <a:moveTo>
                      <a:pt x="379" y="68"/>
                    </a:moveTo>
                    <a:cubicBezTo>
                      <a:pt x="379" y="68"/>
                      <a:pt x="380" y="69"/>
                      <a:pt x="380" y="69"/>
                    </a:cubicBezTo>
                    <a:cubicBezTo>
                      <a:pt x="381" y="72"/>
                      <a:pt x="382" y="75"/>
                      <a:pt x="382" y="77"/>
                    </a:cubicBezTo>
                    <a:cubicBezTo>
                      <a:pt x="385" y="85"/>
                      <a:pt x="385" y="85"/>
                      <a:pt x="385" y="85"/>
                    </a:cubicBezTo>
                    <a:cubicBezTo>
                      <a:pt x="387" y="91"/>
                      <a:pt x="387" y="91"/>
                      <a:pt x="387" y="91"/>
                    </a:cubicBezTo>
                    <a:cubicBezTo>
                      <a:pt x="389" y="97"/>
                      <a:pt x="391" y="103"/>
                      <a:pt x="393" y="110"/>
                    </a:cubicBezTo>
                    <a:cubicBezTo>
                      <a:pt x="392" y="111"/>
                      <a:pt x="390" y="111"/>
                      <a:pt x="389" y="111"/>
                    </a:cubicBezTo>
                    <a:cubicBezTo>
                      <a:pt x="386" y="111"/>
                      <a:pt x="384" y="110"/>
                      <a:pt x="382" y="109"/>
                    </a:cubicBezTo>
                    <a:cubicBezTo>
                      <a:pt x="383" y="104"/>
                      <a:pt x="384" y="99"/>
                      <a:pt x="384" y="94"/>
                    </a:cubicBezTo>
                    <a:cubicBezTo>
                      <a:pt x="384" y="86"/>
                      <a:pt x="382" y="78"/>
                      <a:pt x="377" y="71"/>
                    </a:cubicBezTo>
                    <a:cubicBezTo>
                      <a:pt x="378" y="70"/>
                      <a:pt x="378" y="69"/>
                      <a:pt x="379" y="68"/>
                    </a:cubicBezTo>
                    <a:close/>
                    <a:moveTo>
                      <a:pt x="391" y="89"/>
                    </a:moveTo>
                    <a:cubicBezTo>
                      <a:pt x="389" y="84"/>
                      <a:pt x="389" y="84"/>
                      <a:pt x="389" y="84"/>
                    </a:cubicBezTo>
                    <a:cubicBezTo>
                      <a:pt x="386" y="76"/>
                      <a:pt x="386" y="76"/>
                      <a:pt x="386" y="76"/>
                    </a:cubicBezTo>
                    <a:cubicBezTo>
                      <a:pt x="386" y="75"/>
                      <a:pt x="386" y="74"/>
                      <a:pt x="385" y="73"/>
                    </a:cubicBezTo>
                    <a:cubicBezTo>
                      <a:pt x="393" y="80"/>
                      <a:pt x="399" y="88"/>
                      <a:pt x="399" y="97"/>
                    </a:cubicBezTo>
                    <a:cubicBezTo>
                      <a:pt x="399" y="98"/>
                      <a:pt x="399" y="99"/>
                      <a:pt x="398" y="100"/>
                    </a:cubicBezTo>
                    <a:cubicBezTo>
                      <a:pt x="398" y="102"/>
                      <a:pt x="397" y="104"/>
                      <a:pt x="396" y="106"/>
                    </a:cubicBezTo>
                    <a:cubicBezTo>
                      <a:pt x="394" y="100"/>
                      <a:pt x="393" y="95"/>
                      <a:pt x="391" y="89"/>
                    </a:cubicBezTo>
                    <a:close/>
                    <a:moveTo>
                      <a:pt x="384" y="61"/>
                    </a:moveTo>
                    <a:cubicBezTo>
                      <a:pt x="386" y="59"/>
                      <a:pt x="388" y="57"/>
                      <a:pt x="389" y="55"/>
                    </a:cubicBezTo>
                    <a:cubicBezTo>
                      <a:pt x="394" y="62"/>
                      <a:pt x="399" y="68"/>
                      <a:pt x="403" y="75"/>
                    </a:cubicBezTo>
                    <a:cubicBezTo>
                      <a:pt x="400" y="75"/>
                      <a:pt x="397" y="75"/>
                      <a:pt x="395" y="76"/>
                    </a:cubicBezTo>
                    <a:cubicBezTo>
                      <a:pt x="394" y="76"/>
                      <a:pt x="394" y="76"/>
                      <a:pt x="394" y="77"/>
                    </a:cubicBezTo>
                    <a:cubicBezTo>
                      <a:pt x="391" y="73"/>
                      <a:pt x="387" y="69"/>
                      <a:pt x="383" y="66"/>
                    </a:cubicBezTo>
                    <a:cubicBezTo>
                      <a:pt x="383" y="66"/>
                      <a:pt x="383" y="65"/>
                      <a:pt x="383" y="64"/>
                    </a:cubicBezTo>
                    <a:cubicBezTo>
                      <a:pt x="383" y="63"/>
                      <a:pt x="384" y="62"/>
                      <a:pt x="384" y="61"/>
                    </a:cubicBezTo>
                    <a:close/>
                    <a:moveTo>
                      <a:pt x="376" y="125"/>
                    </a:moveTo>
                    <a:cubicBezTo>
                      <a:pt x="377" y="122"/>
                      <a:pt x="377" y="122"/>
                      <a:pt x="377" y="122"/>
                    </a:cubicBezTo>
                    <a:cubicBezTo>
                      <a:pt x="378" y="119"/>
                      <a:pt x="380" y="116"/>
                      <a:pt x="380" y="113"/>
                    </a:cubicBezTo>
                    <a:cubicBezTo>
                      <a:pt x="383" y="114"/>
                      <a:pt x="386" y="115"/>
                      <a:pt x="389" y="115"/>
                    </a:cubicBezTo>
                    <a:cubicBezTo>
                      <a:pt x="390" y="115"/>
                      <a:pt x="392" y="115"/>
                      <a:pt x="394" y="114"/>
                    </a:cubicBezTo>
                    <a:cubicBezTo>
                      <a:pt x="395" y="118"/>
                      <a:pt x="395" y="122"/>
                      <a:pt x="396" y="126"/>
                    </a:cubicBezTo>
                    <a:cubicBezTo>
                      <a:pt x="394" y="127"/>
                      <a:pt x="393" y="128"/>
                      <a:pt x="391" y="129"/>
                    </a:cubicBezTo>
                    <a:cubicBezTo>
                      <a:pt x="386" y="130"/>
                      <a:pt x="380" y="130"/>
                      <a:pt x="375" y="129"/>
                    </a:cubicBezTo>
                    <a:cubicBezTo>
                      <a:pt x="375" y="127"/>
                      <a:pt x="376" y="126"/>
                      <a:pt x="376" y="125"/>
                    </a:cubicBezTo>
                    <a:close/>
                    <a:moveTo>
                      <a:pt x="405" y="79"/>
                    </a:moveTo>
                    <a:cubicBezTo>
                      <a:pt x="408" y="85"/>
                      <a:pt x="410" y="91"/>
                      <a:pt x="410" y="98"/>
                    </a:cubicBezTo>
                    <a:cubicBezTo>
                      <a:pt x="410" y="98"/>
                      <a:pt x="410" y="99"/>
                      <a:pt x="410" y="99"/>
                    </a:cubicBezTo>
                    <a:cubicBezTo>
                      <a:pt x="409" y="110"/>
                      <a:pt x="406" y="119"/>
                      <a:pt x="400" y="124"/>
                    </a:cubicBezTo>
                    <a:cubicBezTo>
                      <a:pt x="399" y="120"/>
                      <a:pt x="398" y="116"/>
                      <a:pt x="397" y="111"/>
                    </a:cubicBezTo>
                    <a:cubicBezTo>
                      <a:pt x="399" y="109"/>
                      <a:pt x="401" y="106"/>
                      <a:pt x="402" y="101"/>
                    </a:cubicBezTo>
                    <a:cubicBezTo>
                      <a:pt x="403" y="100"/>
                      <a:pt x="403" y="98"/>
                      <a:pt x="403" y="97"/>
                    </a:cubicBezTo>
                    <a:cubicBezTo>
                      <a:pt x="403" y="91"/>
                      <a:pt x="400" y="85"/>
                      <a:pt x="397" y="80"/>
                    </a:cubicBezTo>
                    <a:cubicBezTo>
                      <a:pt x="400" y="79"/>
                      <a:pt x="402" y="79"/>
                      <a:pt x="405" y="79"/>
                    </a:cubicBezTo>
                    <a:close/>
                    <a:moveTo>
                      <a:pt x="308" y="174"/>
                    </a:moveTo>
                    <a:cubicBezTo>
                      <a:pt x="312" y="173"/>
                      <a:pt x="317" y="172"/>
                      <a:pt x="321" y="170"/>
                    </a:cubicBezTo>
                    <a:cubicBezTo>
                      <a:pt x="321" y="172"/>
                      <a:pt x="322" y="174"/>
                      <a:pt x="323" y="176"/>
                    </a:cubicBezTo>
                    <a:cubicBezTo>
                      <a:pt x="324" y="176"/>
                      <a:pt x="325" y="176"/>
                      <a:pt x="326" y="177"/>
                    </a:cubicBezTo>
                    <a:cubicBezTo>
                      <a:pt x="323" y="178"/>
                      <a:pt x="320" y="179"/>
                      <a:pt x="316" y="179"/>
                    </a:cubicBezTo>
                    <a:cubicBezTo>
                      <a:pt x="311" y="179"/>
                      <a:pt x="307" y="177"/>
                      <a:pt x="304" y="174"/>
                    </a:cubicBezTo>
                    <a:cubicBezTo>
                      <a:pt x="305" y="174"/>
                      <a:pt x="306" y="174"/>
                      <a:pt x="308" y="174"/>
                    </a:cubicBezTo>
                    <a:close/>
                    <a:moveTo>
                      <a:pt x="331" y="163"/>
                    </a:moveTo>
                    <a:cubicBezTo>
                      <a:pt x="331" y="163"/>
                      <a:pt x="331" y="164"/>
                      <a:pt x="331" y="165"/>
                    </a:cubicBezTo>
                    <a:cubicBezTo>
                      <a:pt x="331" y="168"/>
                      <a:pt x="331" y="171"/>
                      <a:pt x="329" y="173"/>
                    </a:cubicBezTo>
                    <a:cubicBezTo>
                      <a:pt x="329" y="174"/>
                      <a:pt x="329" y="174"/>
                      <a:pt x="329" y="174"/>
                    </a:cubicBezTo>
                    <a:cubicBezTo>
                      <a:pt x="328" y="174"/>
                      <a:pt x="327" y="173"/>
                      <a:pt x="326" y="173"/>
                    </a:cubicBezTo>
                    <a:cubicBezTo>
                      <a:pt x="325" y="172"/>
                      <a:pt x="325" y="170"/>
                      <a:pt x="324" y="168"/>
                    </a:cubicBezTo>
                    <a:cubicBezTo>
                      <a:pt x="327" y="167"/>
                      <a:pt x="329" y="165"/>
                      <a:pt x="331" y="163"/>
                    </a:cubicBezTo>
                    <a:close/>
                    <a:moveTo>
                      <a:pt x="337" y="154"/>
                    </a:moveTo>
                    <a:cubicBezTo>
                      <a:pt x="343" y="156"/>
                      <a:pt x="349" y="157"/>
                      <a:pt x="356" y="158"/>
                    </a:cubicBezTo>
                    <a:cubicBezTo>
                      <a:pt x="356" y="159"/>
                      <a:pt x="356" y="159"/>
                      <a:pt x="356" y="159"/>
                    </a:cubicBezTo>
                    <a:cubicBezTo>
                      <a:pt x="350" y="166"/>
                      <a:pt x="340" y="174"/>
                      <a:pt x="333" y="175"/>
                    </a:cubicBezTo>
                    <a:cubicBezTo>
                      <a:pt x="334" y="172"/>
                      <a:pt x="335" y="168"/>
                      <a:pt x="335" y="165"/>
                    </a:cubicBezTo>
                    <a:cubicBezTo>
                      <a:pt x="335" y="163"/>
                      <a:pt x="335" y="161"/>
                      <a:pt x="334" y="159"/>
                    </a:cubicBezTo>
                    <a:cubicBezTo>
                      <a:pt x="335" y="157"/>
                      <a:pt x="337" y="156"/>
                      <a:pt x="337" y="154"/>
                    </a:cubicBezTo>
                    <a:close/>
                    <a:moveTo>
                      <a:pt x="366" y="145"/>
                    </a:moveTo>
                    <a:cubicBezTo>
                      <a:pt x="365" y="147"/>
                      <a:pt x="364" y="149"/>
                      <a:pt x="363" y="152"/>
                    </a:cubicBezTo>
                    <a:cubicBezTo>
                      <a:pt x="362" y="153"/>
                      <a:pt x="361" y="154"/>
                      <a:pt x="360" y="155"/>
                    </a:cubicBezTo>
                    <a:cubicBezTo>
                      <a:pt x="359" y="155"/>
                      <a:pt x="359" y="155"/>
                      <a:pt x="358" y="155"/>
                    </a:cubicBezTo>
                    <a:cubicBezTo>
                      <a:pt x="358" y="154"/>
                      <a:pt x="357" y="154"/>
                      <a:pt x="357" y="153"/>
                    </a:cubicBezTo>
                    <a:cubicBezTo>
                      <a:pt x="357" y="152"/>
                      <a:pt x="357" y="151"/>
                      <a:pt x="356" y="151"/>
                    </a:cubicBezTo>
                    <a:cubicBezTo>
                      <a:pt x="360" y="151"/>
                      <a:pt x="364" y="148"/>
                      <a:pt x="366" y="145"/>
                    </a:cubicBezTo>
                    <a:close/>
                    <a:moveTo>
                      <a:pt x="392" y="133"/>
                    </a:moveTo>
                    <a:cubicBezTo>
                      <a:pt x="394" y="132"/>
                      <a:pt x="395" y="131"/>
                      <a:pt x="396" y="131"/>
                    </a:cubicBezTo>
                    <a:cubicBezTo>
                      <a:pt x="396" y="137"/>
                      <a:pt x="395" y="143"/>
                      <a:pt x="392" y="149"/>
                    </a:cubicBezTo>
                    <a:cubicBezTo>
                      <a:pt x="390" y="152"/>
                      <a:pt x="387" y="156"/>
                      <a:pt x="384" y="158"/>
                    </a:cubicBezTo>
                    <a:cubicBezTo>
                      <a:pt x="378" y="158"/>
                      <a:pt x="371" y="157"/>
                      <a:pt x="364" y="156"/>
                    </a:cubicBezTo>
                    <a:cubicBezTo>
                      <a:pt x="365" y="155"/>
                      <a:pt x="366" y="154"/>
                      <a:pt x="366" y="154"/>
                    </a:cubicBezTo>
                    <a:cubicBezTo>
                      <a:pt x="371" y="148"/>
                      <a:pt x="373" y="140"/>
                      <a:pt x="374" y="133"/>
                    </a:cubicBezTo>
                    <a:cubicBezTo>
                      <a:pt x="380" y="134"/>
                      <a:pt x="386" y="134"/>
                      <a:pt x="392" y="133"/>
                    </a:cubicBezTo>
                    <a:close/>
                    <a:moveTo>
                      <a:pt x="414" y="99"/>
                    </a:moveTo>
                    <a:cubicBezTo>
                      <a:pt x="414" y="99"/>
                      <a:pt x="414" y="98"/>
                      <a:pt x="414" y="98"/>
                    </a:cubicBezTo>
                    <a:cubicBezTo>
                      <a:pt x="414" y="92"/>
                      <a:pt x="412" y="86"/>
                      <a:pt x="410" y="81"/>
                    </a:cubicBezTo>
                    <a:cubicBezTo>
                      <a:pt x="414" y="82"/>
                      <a:pt x="417" y="85"/>
                      <a:pt x="420" y="89"/>
                    </a:cubicBezTo>
                    <a:cubicBezTo>
                      <a:pt x="424" y="95"/>
                      <a:pt x="427" y="105"/>
                      <a:pt x="427" y="115"/>
                    </a:cubicBezTo>
                    <a:cubicBezTo>
                      <a:pt x="427" y="126"/>
                      <a:pt x="423" y="138"/>
                      <a:pt x="416" y="148"/>
                    </a:cubicBezTo>
                    <a:cubicBezTo>
                      <a:pt x="411" y="155"/>
                      <a:pt x="401" y="157"/>
                      <a:pt x="390" y="158"/>
                    </a:cubicBezTo>
                    <a:cubicBezTo>
                      <a:pt x="392" y="156"/>
                      <a:pt x="394" y="153"/>
                      <a:pt x="396" y="150"/>
                    </a:cubicBezTo>
                    <a:cubicBezTo>
                      <a:pt x="399" y="144"/>
                      <a:pt x="400" y="137"/>
                      <a:pt x="400" y="130"/>
                    </a:cubicBezTo>
                    <a:cubicBezTo>
                      <a:pt x="400" y="130"/>
                      <a:pt x="400" y="129"/>
                      <a:pt x="400" y="129"/>
                    </a:cubicBezTo>
                    <a:cubicBezTo>
                      <a:pt x="408" y="123"/>
                      <a:pt x="413" y="113"/>
                      <a:pt x="414" y="99"/>
                    </a:cubicBezTo>
                    <a:close/>
                    <a:moveTo>
                      <a:pt x="372" y="164"/>
                    </a:moveTo>
                    <a:cubicBezTo>
                      <a:pt x="368" y="164"/>
                      <a:pt x="365" y="162"/>
                      <a:pt x="362" y="160"/>
                    </a:cubicBezTo>
                    <a:cubicBezTo>
                      <a:pt x="368" y="161"/>
                      <a:pt x="373" y="161"/>
                      <a:pt x="379" y="162"/>
                    </a:cubicBezTo>
                    <a:cubicBezTo>
                      <a:pt x="376" y="163"/>
                      <a:pt x="374" y="164"/>
                      <a:pt x="372" y="164"/>
                    </a:cubicBezTo>
                    <a:close/>
                  </a:path>
                </a:pathLst>
              </a:custGeom>
              <a:solidFill>
                <a:srgbClr val="60B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4" name="Freeform 495">
                <a:extLst>
                  <a:ext uri="{FF2B5EF4-FFF2-40B4-BE49-F238E27FC236}">
                    <a16:creationId xmlns:a16="http://schemas.microsoft.com/office/drawing/2014/main" id="{75D3B6DB-4D62-4130-BEA7-71AD4C0EF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372"/>
                <a:ext cx="1230" cy="664"/>
              </a:xfrm>
              <a:custGeom>
                <a:avLst/>
                <a:gdLst>
                  <a:gd name="T0" fmla="*/ 114770 w 492"/>
                  <a:gd name="T1" fmla="*/ 63659 h 249"/>
                  <a:gd name="T2" fmla="*/ 100395 w 492"/>
                  <a:gd name="T3" fmla="*/ 78072 h 249"/>
                  <a:gd name="T4" fmla="*/ 48363 w 492"/>
                  <a:gd name="T5" fmla="*/ 85923 h 249"/>
                  <a:gd name="T6" fmla="*/ 26688 w 492"/>
                  <a:gd name="T7" fmla="*/ 87381 h 249"/>
                  <a:gd name="T8" fmla="*/ 7345 w 492"/>
                  <a:gd name="T9" fmla="*/ 86984 h 249"/>
                  <a:gd name="T10" fmla="*/ 2938 w 492"/>
                  <a:gd name="T11" fmla="*/ 80499 h 249"/>
                  <a:gd name="T12" fmla="*/ 1300 w 492"/>
                  <a:gd name="T13" fmla="*/ 72269 h 249"/>
                  <a:gd name="T14" fmla="*/ 12033 w 492"/>
                  <a:gd name="T15" fmla="*/ 52851 h 249"/>
                  <a:gd name="T16" fmla="*/ 26875 w 492"/>
                  <a:gd name="T17" fmla="*/ 44237 h 249"/>
                  <a:gd name="T18" fmla="*/ 51563 w 492"/>
                  <a:gd name="T19" fmla="*/ 25885 h 249"/>
                  <a:gd name="T20" fmla="*/ 86250 w 492"/>
                  <a:gd name="T21" fmla="*/ 3243 h 249"/>
                  <a:gd name="T22" fmla="*/ 103833 w 492"/>
                  <a:gd name="T23" fmla="*/ 0 h 249"/>
                  <a:gd name="T24" fmla="*/ 112625 w 492"/>
                  <a:gd name="T25" fmla="*/ 5405 h 249"/>
                  <a:gd name="T26" fmla="*/ 118958 w 492"/>
                  <a:gd name="T27" fmla="*/ 23723 h 249"/>
                  <a:gd name="T28" fmla="*/ 120125 w 492"/>
                  <a:gd name="T29" fmla="*/ 38173 h 249"/>
                  <a:gd name="T30" fmla="*/ 114770 w 492"/>
                  <a:gd name="T31" fmla="*/ 63659 h 2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92" h="249">
                    <a:moveTo>
                      <a:pt x="470" y="177"/>
                    </a:moveTo>
                    <a:cubicBezTo>
                      <a:pt x="451" y="205"/>
                      <a:pt x="417" y="215"/>
                      <a:pt x="411" y="217"/>
                    </a:cubicBezTo>
                    <a:cubicBezTo>
                      <a:pt x="351" y="236"/>
                      <a:pt x="267" y="238"/>
                      <a:pt x="198" y="239"/>
                    </a:cubicBezTo>
                    <a:cubicBezTo>
                      <a:pt x="163" y="240"/>
                      <a:pt x="132" y="240"/>
                      <a:pt x="109" y="243"/>
                    </a:cubicBezTo>
                    <a:cubicBezTo>
                      <a:pt x="86" y="246"/>
                      <a:pt x="49" y="249"/>
                      <a:pt x="30" y="242"/>
                    </a:cubicBezTo>
                    <a:cubicBezTo>
                      <a:pt x="19" y="238"/>
                      <a:pt x="14" y="228"/>
                      <a:pt x="12" y="224"/>
                    </a:cubicBezTo>
                    <a:cubicBezTo>
                      <a:pt x="9" y="217"/>
                      <a:pt x="7" y="209"/>
                      <a:pt x="5" y="201"/>
                    </a:cubicBezTo>
                    <a:cubicBezTo>
                      <a:pt x="0" y="175"/>
                      <a:pt x="18" y="159"/>
                      <a:pt x="49" y="147"/>
                    </a:cubicBezTo>
                    <a:cubicBezTo>
                      <a:pt x="66" y="140"/>
                      <a:pt x="90" y="130"/>
                      <a:pt x="110" y="123"/>
                    </a:cubicBezTo>
                    <a:cubicBezTo>
                      <a:pt x="140" y="112"/>
                      <a:pt x="173" y="92"/>
                      <a:pt x="211" y="72"/>
                    </a:cubicBezTo>
                    <a:cubicBezTo>
                      <a:pt x="261" y="46"/>
                      <a:pt x="312" y="20"/>
                      <a:pt x="353" y="9"/>
                    </a:cubicBezTo>
                    <a:cubicBezTo>
                      <a:pt x="378" y="3"/>
                      <a:pt x="401" y="0"/>
                      <a:pt x="425" y="0"/>
                    </a:cubicBezTo>
                    <a:cubicBezTo>
                      <a:pt x="444" y="2"/>
                      <a:pt x="453" y="8"/>
                      <a:pt x="461" y="15"/>
                    </a:cubicBezTo>
                    <a:cubicBezTo>
                      <a:pt x="473" y="28"/>
                      <a:pt x="482" y="45"/>
                      <a:pt x="487" y="66"/>
                    </a:cubicBezTo>
                    <a:cubicBezTo>
                      <a:pt x="490" y="78"/>
                      <a:pt x="492" y="92"/>
                      <a:pt x="492" y="106"/>
                    </a:cubicBezTo>
                    <a:cubicBezTo>
                      <a:pt x="492" y="131"/>
                      <a:pt x="483" y="158"/>
                      <a:pt x="470" y="17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5" name="Freeform 496">
                <a:extLst>
                  <a:ext uri="{FF2B5EF4-FFF2-40B4-BE49-F238E27FC236}">
                    <a16:creationId xmlns:a16="http://schemas.microsoft.com/office/drawing/2014/main" id="{75530020-C77B-4C18-B674-BCD1442A1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873"/>
                <a:ext cx="168" cy="115"/>
              </a:xfrm>
              <a:custGeom>
                <a:avLst/>
                <a:gdLst>
                  <a:gd name="T0" fmla="*/ 3282 w 67"/>
                  <a:gd name="T1" fmla="*/ 15343 h 43"/>
                  <a:gd name="T2" fmla="*/ 3954 w 67"/>
                  <a:gd name="T3" fmla="*/ 15763 h 43"/>
                  <a:gd name="T4" fmla="*/ 13167 w 67"/>
                  <a:gd name="T5" fmla="*/ 12840 h 43"/>
                  <a:gd name="T6" fmla="*/ 10386 w 67"/>
                  <a:gd name="T7" fmla="*/ 3268 h 43"/>
                  <a:gd name="T8" fmla="*/ 785 w 67"/>
                  <a:gd name="T9" fmla="*/ 5472 h 43"/>
                  <a:gd name="T10" fmla="*/ 3282 w 67"/>
                  <a:gd name="T11" fmla="*/ 15343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43">
                    <a:moveTo>
                      <a:pt x="13" y="42"/>
                    </a:moveTo>
                    <a:cubicBezTo>
                      <a:pt x="14" y="42"/>
                      <a:pt x="15" y="43"/>
                      <a:pt x="16" y="43"/>
                    </a:cubicBezTo>
                    <a:cubicBezTo>
                      <a:pt x="30" y="43"/>
                      <a:pt x="43" y="41"/>
                      <a:pt x="53" y="35"/>
                    </a:cubicBezTo>
                    <a:cubicBezTo>
                      <a:pt x="67" y="27"/>
                      <a:pt x="57" y="0"/>
                      <a:pt x="42" y="9"/>
                    </a:cubicBezTo>
                    <a:cubicBezTo>
                      <a:pt x="33" y="14"/>
                      <a:pt x="18" y="15"/>
                      <a:pt x="3" y="15"/>
                    </a:cubicBezTo>
                    <a:cubicBezTo>
                      <a:pt x="0" y="20"/>
                      <a:pt x="0" y="42"/>
                      <a:pt x="13" y="42"/>
                    </a:cubicBezTo>
                    <a:close/>
                  </a:path>
                </a:pathLst>
              </a:custGeom>
              <a:solidFill>
                <a:srgbClr val="E56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6" name="Freeform 497">
                <a:extLst>
                  <a:ext uri="{FF2B5EF4-FFF2-40B4-BE49-F238E27FC236}">
                    <a16:creationId xmlns:a16="http://schemas.microsoft.com/office/drawing/2014/main" id="{28238C72-6CD5-4FB8-8A16-198C6BCEA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873"/>
                <a:ext cx="168" cy="115"/>
              </a:xfrm>
              <a:custGeom>
                <a:avLst/>
                <a:gdLst>
                  <a:gd name="T0" fmla="*/ 3282 w 67"/>
                  <a:gd name="T1" fmla="*/ 15343 h 43"/>
                  <a:gd name="T2" fmla="*/ 3954 w 67"/>
                  <a:gd name="T3" fmla="*/ 15763 h 43"/>
                  <a:gd name="T4" fmla="*/ 13167 w 67"/>
                  <a:gd name="T5" fmla="*/ 12840 h 43"/>
                  <a:gd name="T6" fmla="*/ 10386 w 67"/>
                  <a:gd name="T7" fmla="*/ 3268 h 43"/>
                  <a:gd name="T8" fmla="*/ 785 w 67"/>
                  <a:gd name="T9" fmla="*/ 5472 h 43"/>
                  <a:gd name="T10" fmla="*/ 3282 w 67"/>
                  <a:gd name="T11" fmla="*/ 15343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43">
                    <a:moveTo>
                      <a:pt x="13" y="42"/>
                    </a:moveTo>
                    <a:cubicBezTo>
                      <a:pt x="14" y="42"/>
                      <a:pt x="15" y="43"/>
                      <a:pt x="16" y="43"/>
                    </a:cubicBezTo>
                    <a:cubicBezTo>
                      <a:pt x="30" y="43"/>
                      <a:pt x="43" y="41"/>
                      <a:pt x="53" y="35"/>
                    </a:cubicBezTo>
                    <a:cubicBezTo>
                      <a:pt x="67" y="27"/>
                      <a:pt x="57" y="0"/>
                      <a:pt x="42" y="9"/>
                    </a:cubicBezTo>
                    <a:cubicBezTo>
                      <a:pt x="33" y="14"/>
                      <a:pt x="18" y="15"/>
                      <a:pt x="3" y="15"/>
                    </a:cubicBezTo>
                    <a:cubicBezTo>
                      <a:pt x="0" y="20"/>
                      <a:pt x="0" y="42"/>
                      <a:pt x="13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7" name="Freeform 498">
                <a:extLst>
                  <a:ext uri="{FF2B5EF4-FFF2-40B4-BE49-F238E27FC236}">
                    <a16:creationId xmlns:a16="http://schemas.microsoft.com/office/drawing/2014/main" id="{9016B9AB-E2C8-42E4-A060-2C7BA4375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903"/>
                <a:ext cx="118" cy="32"/>
              </a:xfrm>
              <a:custGeom>
                <a:avLst/>
                <a:gdLst>
                  <a:gd name="T0" fmla="*/ 0 w 47"/>
                  <a:gd name="T1" fmla="*/ 2824 h 12"/>
                  <a:gd name="T2" fmla="*/ 9784 w 47"/>
                  <a:gd name="T3" fmla="*/ 661 h 12"/>
                  <a:gd name="T4" fmla="*/ 11755 w 47"/>
                  <a:gd name="T5" fmla="*/ 2184 h 12"/>
                  <a:gd name="T6" fmla="*/ 7785 w 47"/>
                  <a:gd name="T7" fmla="*/ 2824 h 12"/>
                  <a:gd name="T8" fmla="*/ 0 w 47"/>
                  <a:gd name="T9" fmla="*/ 282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2">
                    <a:moveTo>
                      <a:pt x="0" y="8"/>
                    </a:moveTo>
                    <a:cubicBezTo>
                      <a:pt x="14" y="9"/>
                      <a:pt x="33" y="6"/>
                      <a:pt x="39" y="2"/>
                    </a:cubicBezTo>
                    <a:cubicBezTo>
                      <a:pt x="41" y="0"/>
                      <a:pt x="46" y="2"/>
                      <a:pt x="47" y="6"/>
                    </a:cubicBezTo>
                    <a:cubicBezTo>
                      <a:pt x="44" y="2"/>
                      <a:pt x="44" y="5"/>
                      <a:pt x="31" y="8"/>
                    </a:cubicBezTo>
                    <a:cubicBezTo>
                      <a:pt x="20" y="12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8" name="Oval 499">
                <a:extLst>
                  <a:ext uri="{FF2B5EF4-FFF2-40B4-BE49-F238E27FC236}">
                    <a16:creationId xmlns:a16="http://schemas.microsoft.com/office/drawing/2014/main" id="{181FE5B8-2610-4499-A347-58E89C915F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1" y="1921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59" name="Oval 500">
                <a:extLst>
                  <a:ext uri="{FF2B5EF4-FFF2-40B4-BE49-F238E27FC236}">
                    <a16:creationId xmlns:a16="http://schemas.microsoft.com/office/drawing/2014/main" id="{106B76FC-1AEC-45D8-B41F-3EB89DCCC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1927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60" name="Oval 501">
                <a:extLst>
                  <a:ext uri="{FF2B5EF4-FFF2-40B4-BE49-F238E27FC236}">
                    <a16:creationId xmlns:a16="http://schemas.microsoft.com/office/drawing/2014/main" id="{E84CCB14-1FDF-4759-A396-B690CE03D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1945"/>
                <a:ext cx="32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61" name="Oval 502">
                <a:extLst>
                  <a:ext uri="{FF2B5EF4-FFF2-40B4-BE49-F238E27FC236}">
                    <a16:creationId xmlns:a16="http://schemas.microsoft.com/office/drawing/2014/main" id="{CE899BB9-472A-4DD3-A208-BD864BBD8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95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62" name="Oval 503">
                <a:extLst>
                  <a:ext uri="{FF2B5EF4-FFF2-40B4-BE49-F238E27FC236}">
                    <a16:creationId xmlns:a16="http://schemas.microsoft.com/office/drawing/2014/main" id="{985D5952-1115-4D04-A8A4-A466B871A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908"/>
                <a:ext cx="32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63" name="Oval 504">
                <a:extLst>
                  <a:ext uri="{FF2B5EF4-FFF2-40B4-BE49-F238E27FC236}">
                    <a16:creationId xmlns:a16="http://schemas.microsoft.com/office/drawing/2014/main" id="{6110B0CD-332C-4005-9B88-550D93491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191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64" name="Oval 505">
                <a:extLst>
                  <a:ext uri="{FF2B5EF4-FFF2-40B4-BE49-F238E27FC236}">
                    <a16:creationId xmlns:a16="http://schemas.microsoft.com/office/drawing/2014/main" id="{34935EE8-94DA-4DDE-8FFE-93C151856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1" y="1889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65" name="Oval 506">
                <a:extLst>
                  <a:ext uri="{FF2B5EF4-FFF2-40B4-BE49-F238E27FC236}">
                    <a16:creationId xmlns:a16="http://schemas.microsoft.com/office/drawing/2014/main" id="{742D5BC7-8DED-4674-A3C9-C3A0A6470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1895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66" name="Oval 507">
                <a:extLst>
                  <a:ext uri="{FF2B5EF4-FFF2-40B4-BE49-F238E27FC236}">
                    <a16:creationId xmlns:a16="http://schemas.microsoft.com/office/drawing/2014/main" id="{76027DEA-74BB-48B9-88D6-B6FC938DA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3" y="1847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67" name="Oval 508">
                <a:extLst>
                  <a:ext uri="{FF2B5EF4-FFF2-40B4-BE49-F238E27FC236}">
                    <a16:creationId xmlns:a16="http://schemas.microsoft.com/office/drawing/2014/main" id="{ACBF6296-948E-4D55-927E-530A38F74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1" y="185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68" name="Oval 509">
                <a:extLst>
                  <a:ext uri="{FF2B5EF4-FFF2-40B4-BE49-F238E27FC236}">
                    <a16:creationId xmlns:a16="http://schemas.microsoft.com/office/drawing/2014/main" id="{C44A49A6-0BCD-42D0-9CD0-BCFFE4E36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1809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69" name="Oval 510">
                <a:extLst>
                  <a:ext uri="{FF2B5EF4-FFF2-40B4-BE49-F238E27FC236}">
                    <a16:creationId xmlns:a16="http://schemas.microsoft.com/office/drawing/2014/main" id="{86BE3E41-39B1-4916-B4B1-B5786D7FF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3" y="181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0" name="Oval 511">
                <a:extLst>
                  <a:ext uri="{FF2B5EF4-FFF2-40B4-BE49-F238E27FC236}">
                    <a16:creationId xmlns:a16="http://schemas.microsoft.com/office/drawing/2014/main" id="{7DB0A320-577B-430A-8D86-9F3BB6EF8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1868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1" name="Oval 512">
                <a:extLst>
                  <a:ext uri="{FF2B5EF4-FFF2-40B4-BE49-F238E27FC236}">
                    <a16:creationId xmlns:a16="http://schemas.microsoft.com/office/drawing/2014/main" id="{C9E5844B-64BA-4B99-881D-2E1BD4CC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187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2" name="Oval 513">
                <a:extLst>
                  <a:ext uri="{FF2B5EF4-FFF2-40B4-BE49-F238E27FC236}">
                    <a16:creationId xmlns:a16="http://schemas.microsoft.com/office/drawing/2014/main" id="{E08F889C-6515-46EB-80AF-A466F0EA3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1916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3" name="Oval 514">
                <a:extLst>
                  <a:ext uri="{FF2B5EF4-FFF2-40B4-BE49-F238E27FC236}">
                    <a16:creationId xmlns:a16="http://schemas.microsoft.com/office/drawing/2014/main" id="{F48791AE-0D73-4F82-B088-29AEB238F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92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4" name="Oval 515">
                <a:extLst>
                  <a:ext uri="{FF2B5EF4-FFF2-40B4-BE49-F238E27FC236}">
                    <a16:creationId xmlns:a16="http://schemas.microsoft.com/office/drawing/2014/main" id="{C32E63C5-9109-46B3-8E55-4916C5165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1617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5" name="Oval 516">
                <a:extLst>
                  <a:ext uri="{FF2B5EF4-FFF2-40B4-BE49-F238E27FC236}">
                    <a16:creationId xmlns:a16="http://schemas.microsoft.com/office/drawing/2014/main" id="{F7BE2FBF-789B-4CC9-BDF8-4862A3882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1623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6" name="Oval 517">
                <a:extLst>
                  <a:ext uri="{FF2B5EF4-FFF2-40B4-BE49-F238E27FC236}">
                    <a16:creationId xmlns:a16="http://schemas.microsoft.com/office/drawing/2014/main" id="{37D0198D-F54C-444E-89ED-CC627D006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1476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7" name="Oval 518">
                <a:extLst>
                  <a:ext uri="{FF2B5EF4-FFF2-40B4-BE49-F238E27FC236}">
                    <a16:creationId xmlns:a16="http://schemas.microsoft.com/office/drawing/2014/main" id="{8CD00FED-5F9F-4DAC-BDD4-23E88C618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481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8" name="Oval 519">
                <a:extLst>
                  <a:ext uri="{FF2B5EF4-FFF2-40B4-BE49-F238E27FC236}">
                    <a16:creationId xmlns:a16="http://schemas.microsoft.com/office/drawing/2014/main" id="{DAB63E39-D1E2-4FBC-9893-12A87DC5C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6" y="1500"/>
                <a:ext cx="30" cy="35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9" name="Oval 520">
                <a:extLst>
                  <a:ext uri="{FF2B5EF4-FFF2-40B4-BE49-F238E27FC236}">
                    <a16:creationId xmlns:a16="http://schemas.microsoft.com/office/drawing/2014/main" id="{A6A52598-C99A-4C28-81C7-DD086DC0D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150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0" name="Oval 521">
                <a:extLst>
                  <a:ext uri="{FF2B5EF4-FFF2-40B4-BE49-F238E27FC236}">
                    <a16:creationId xmlns:a16="http://schemas.microsoft.com/office/drawing/2014/main" id="{2D8FEAA2-A0B0-45B2-9809-25578CF44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1569"/>
                <a:ext cx="30" cy="35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1" name="Oval 522">
                <a:extLst>
                  <a:ext uri="{FF2B5EF4-FFF2-40B4-BE49-F238E27FC236}">
                    <a16:creationId xmlns:a16="http://schemas.microsoft.com/office/drawing/2014/main" id="{823CAB4C-F371-49C4-85A7-60D103319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157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2" name="Oval 523">
                <a:extLst>
                  <a:ext uri="{FF2B5EF4-FFF2-40B4-BE49-F238E27FC236}">
                    <a16:creationId xmlns:a16="http://schemas.microsoft.com/office/drawing/2014/main" id="{C845A4E2-34CE-4297-838A-753295C42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1564"/>
                <a:ext cx="30" cy="35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3" name="Oval 524">
                <a:extLst>
                  <a:ext uri="{FF2B5EF4-FFF2-40B4-BE49-F238E27FC236}">
                    <a16:creationId xmlns:a16="http://schemas.microsoft.com/office/drawing/2014/main" id="{1AF5D9B3-F9D0-456E-BF47-579017E50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6" y="157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4" name="Oval 525">
                <a:extLst>
                  <a:ext uri="{FF2B5EF4-FFF2-40B4-BE49-F238E27FC236}">
                    <a16:creationId xmlns:a16="http://schemas.microsoft.com/office/drawing/2014/main" id="{0772B112-C693-4138-99FA-777C1F919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1599"/>
                <a:ext cx="30" cy="34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5" name="Oval 526">
                <a:extLst>
                  <a:ext uri="{FF2B5EF4-FFF2-40B4-BE49-F238E27FC236}">
                    <a16:creationId xmlns:a16="http://schemas.microsoft.com/office/drawing/2014/main" id="{2E1AC0C7-F461-4CC1-8B3B-B978A30BE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1" y="1607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6" name="Oval 527">
                <a:extLst>
                  <a:ext uri="{FF2B5EF4-FFF2-40B4-BE49-F238E27FC236}">
                    <a16:creationId xmlns:a16="http://schemas.microsoft.com/office/drawing/2014/main" id="{9645B12E-B79C-476F-B9F5-78D880A88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1" y="1791"/>
                <a:ext cx="30" cy="34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7" name="Oval 528">
                <a:extLst>
                  <a:ext uri="{FF2B5EF4-FFF2-40B4-BE49-F238E27FC236}">
                    <a16:creationId xmlns:a16="http://schemas.microsoft.com/office/drawing/2014/main" id="{F835BE49-EACE-4AA5-ABF6-887DB64C7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1799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8" name="Oval 529">
                <a:extLst>
                  <a:ext uri="{FF2B5EF4-FFF2-40B4-BE49-F238E27FC236}">
                    <a16:creationId xmlns:a16="http://schemas.microsoft.com/office/drawing/2014/main" id="{42E5824F-C12C-4899-A442-784497CA9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" y="1727"/>
                <a:ext cx="30" cy="34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9" name="Oval 530">
                <a:extLst>
                  <a:ext uri="{FF2B5EF4-FFF2-40B4-BE49-F238E27FC236}">
                    <a16:creationId xmlns:a16="http://schemas.microsoft.com/office/drawing/2014/main" id="{8E717DDF-4962-4EDB-8B1E-D747704E3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1" y="1735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0" name="Oval 531">
                <a:extLst>
                  <a:ext uri="{FF2B5EF4-FFF2-40B4-BE49-F238E27FC236}">
                    <a16:creationId xmlns:a16="http://schemas.microsoft.com/office/drawing/2014/main" id="{4F419D90-9272-49CA-BD09-E1547AB46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1988"/>
                <a:ext cx="30" cy="35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1" name="Oval 532">
                <a:extLst>
                  <a:ext uri="{FF2B5EF4-FFF2-40B4-BE49-F238E27FC236}">
                    <a16:creationId xmlns:a16="http://schemas.microsoft.com/office/drawing/2014/main" id="{461A1DCA-10BB-4B46-9AAE-DE1ABF3D9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1" y="1996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2" name="Oval 533">
                <a:extLst>
                  <a:ext uri="{FF2B5EF4-FFF2-40B4-BE49-F238E27FC236}">
                    <a16:creationId xmlns:a16="http://schemas.microsoft.com/office/drawing/2014/main" id="{BFCD4FED-D92E-4499-B4C7-8B673E4732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3" y="1980"/>
                <a:ext cx="30" cy="35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3" name="Oval 534">
                <a:extLst>
                  <a:ext uri="{FF2B5EF4-FFF2-40B4-BE49-F238E27FC236}">
                    <a16:creationId xmlns:a16="http://schemas.microsoft.com/office/drawing/2014/main" id="{A46BC4EC-2877-4F62-8C02-A2F908271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1" y="198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4" name="Oval 535">
                <a:extLst>
                  <a:ext uri="{FF2B5EF4-FFF2-40B4-BE49-F238E27FC236}">
                    <a16:creationId xmlns:a16="http://schemas.microsoft.com/office/drawing/2014/main" id="{11093A93-21F4-4847-999F-B8D9FC3AF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3" y="1980"/>
                <a:ext cx="30" cy="35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5" name="Oval 536">
                <a:extLst>
                  <a:ext uri="{FF2B5EF4-FFF2-40B4-BE49-F238E27FC236}">
                    <a16:creationId xmlns:a16="http://schemas.microsoft.com/office/drawing/2014/main" id="{7932AC65-074E-43FA-A9E0-AA722487F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1" y="198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6" name="Oval 537">
                <a:extLst>
                  <a:ext uri="{FF2B5EF4-FFF2-40B4-BE49-F238E27FC236}">
                    <a16:creationId xmlns:a16="http://schemas.microsoft.com/office/drawing/2014/main" id="{4D4A0AE7-47DE-4BEF-8152-7FF736DAA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1932"/>
                <a:ext cx="30" cy="35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7" name="Oval 538">
                <a:extLst>
                  <a:ext uri="{FF2B5EF4-FFF2-40B4-BE49-F238E27FC236}">
                    <a16:creationId xmlns:a16="http://schemas.microsoft.com/office/drawing/2014/main" id="{7C43415D-85B5-4E5C-A35B-0DCCD6C9E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940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8" name="Oval 539">
                <a:extLst>
                  <a:ext uri="{FF2B5EF4-FFF2-40B4-BE49-F238E27FC236}">
                    <a16:creationId xmlns:a16="http://schemas.microsoft.com/office/drawing/2014/main" id="{C23C26B0-D9A7-4965-82A4-96EC796FD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1921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99" name="Oval 540">
                <a:extLst>
                  <a:ext uri="{FF2B5EF4-FFF2-40B4-BE49-F238E27FC236}">
                    <a16:creationId xmlns:a16="http://schemas.microsoft.com/office/drawing/2014/main" id="{6D89E4E8-7075-4432-A810-5355C23E5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6" y="192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0" name="Oval 541">
                <a:extLst>
                  <a:ext uri="{FF2B5EF4-FFF2-40B4-BE49-F238E27FC236}">
                    <a16:creationId xmlns:a16="http://schemas.microsoft.com/office/drawing/2014/main" id="{1FF859A3-979B-48C3-8531-D0FFD23B3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481"/>
                <a:ext cx="30" cy="35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1" name="Oval 542">
                <a:extLst>
                  <a:ext uri="{FF2B5EF4-FFF2-40B4-BE49-F238E27FC236}">
                    <a16:creationId xmlns:a16="http://schemas.microsoft.com/office/drawing/2014/main" id="{D44A5781-575E-4EFD-AA66-3CEFCEEF0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487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2" name="Oval 543">
                <a:extLst>
                  <a:ext uri="{FF2B5EF4-FFF2-40B4-BE49-F238E27FC236}">
                    <a16:creationId xmlns:a16="http://schemas.microsoft.com/office/drawing/2014/main" id="{97B37815-5184-45AF-827F-D679C4018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3" y="1457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3" name="Oval 544">
                <a:extLst>
                  <a:ext uri="{FF2B5EF4-FFF2-40B4-BE49-F238E27FC236}">
                    <a16:creationId xmlns:a16="http://schemas.microsoft.com/office/drawing/2014/main" id="{61831105-3669-4223-80DA-39C13F5C5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1463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4" name="Oval 545">
                <a:extLst>
                  <a:ext uri="{FF2B5EF4-FFF2-40B4-BE49-F238E27FC236}">
                    <a16:creationId xmlns:a16="http://schemas.microsoft.com/office/drawing/2014/main" id="{39899619-EE73-4EDC-8D22-67A483E29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6" y="1433"/>
                <a:ext cx="30" cy="35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5" name="Oval 546">
                <a:extLst>
                  <a:ext uri="{FF2B5EF4-FFF2-40B4-BE49-F238E27FC236}">
                    <a16:creationId xmlns:a16="http://schemas.microsoft.com/office/drawing/2014/main" id="{B55C2B71-E906-44E0-B4DF-567FFAB4F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3" y="1439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6" name="Oval 547">
                <a:extLst>
                  <a:ext uri="{FF2B5EF4-FFF2-40B4-BE49-F238E27FC236}">
                    <a16:creationId xmlns:a16="http://schemas.microsoft.com/office/drawing/2014/main" id="{5603295F-6127-4B6F-80FC-8401E70AF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1556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7" name="Oval 548">
                <a:extLst>
                  <a:ext uri="{FF2B5EF4-FFF2-40B4-BE49-F238E27FC236}">
                    <a16:creationId xmlns:a16="http://schemas.microsoft.com/office/drawing/2014/main" id="{10EFB84B-FFDA-4B28-BA1D-7A794A42F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6" y="1561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8" name="Oval 549">
                <a:extLst>
                  <a:ext uri="{FF2B5EF4-FFF2-40B4-BE49-F238E27FC236}">
                    <a16:creationId xmlns:a16="http://schemas.microsoft.com/office/drawing/2014/main" id="{6FAAE1F3-50D8-4FE4-BC75-85DAFC079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1601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09" name="Oval 550">
                <a:extLst>
                  <a:ext uri="{FF2B5EF4-FFF2-40B4-BE49-F238E27FC236}">
                    <a16:creationId xmlns:a16="http://schemas.microsoft.com/office/drawing/2014/main" id="{B0A1F763-DEBF-400A-9BAF-E8272B14D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1607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0" name="Oval 551">
                <a:extLst>
                  <a:ext uri="{FF2B5EF4-FFF2-40B4-BE49-F238E27FC236}">
                    <a16:creationId xmlns:a16="http://schemas.microsoft.com/office/drawing/2014/main" id="{E851D87C-09EB-4930-BF9B-BB37E11B3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1553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1" name="Oval 552">
                <a:extLst>
                  <a:ext uri="{FF2B5EF4-FFF2-40B4-BE49-F238E27FC236}">
                    <a16:creationId xmlns:a16="http://schemas.microsoft.com/office/drawing/2014/main" id="{C1EA55B1-142B-4F1C-B762-99E3F903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1" y="1559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2" name="Oval 553">
                <a:extLst>
                  <a:ext uri="{FF2B5EF4-FFF2-40B4-BE49-F238E27FC236}">
                    <a16:creationId xmlns:a16="http://schemas.microsoft.com/office/drawing/2014/main" id="{B3628697-5841-4AC4-853F-3DF80590F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1441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3" name="Oval 554">
                <a:extLst>
                  <a:ext uri="{FF2B5EF4-FFF2-40B4-BE49-F238E27FC236}">
                    <a16:creationId xmlns:a16="http://schemas.microsoft.com/office/drawing/2014/main" id="{0FBA8AAD-5520-4900-9ADC-47630B019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1447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4" name="Oval 555">
                <a:extLst>
                  <a:ext uri="{FF2B5EF4-FFF2-40B4-BE49-F238E27FC236}">
                    <a16:creationId xmlns:a16="http://schemas.microsoft.com/office/drawing/2014/main" id="{EE9F4A66-E633-4A4B-BAF4-8BE4E87BC3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8" y="1868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5" name="Oval 556">
                <a:extLst>
                  <a:ext uri="{FF2B5EF4-FFF2-40B4-BE49-F238E27FC236}">
                    <a16:creationId xmlns:a16="http://schemas.microsoft.com/office/drawing/2014/main" id="{99959B71-0611-4B38-974D-B81BC35AA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6" y="1873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6" name="Oval 557">
                <a:extLst>
                  <a:ext uri="{FF2B5EF4-FFF2-40B4-BE49-F238E27FC236}">
                    <a16:creationId xmlns:a16="http://schemas.microsoft.com/office/drawing/2014/main" id="{F8F74A1D-6E6D-47CA-8975-978F21FC1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1617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7" name="Oval 558">
                <a:extLst>
                  <a:ext uri="{FF2B5EF4-FFF2-40B4-BE49-F238E27FC236}">
                    <a16:creationId xmlns:a16="http://schemas.microsoft.com/office/drawing/2014/main" id="{E1567BED-C0BE-4A16-9004-EF131779D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1623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8" name="Oval 559">
                <a:extLst>
                  <a:ext uri="{FF2B5EF4-FFF2-40B4-BE49-F238E27FC236}">
                    <a16:creationId xmlns:a16="http://schemas.microsoft.com/office/drawing/2014/main" id="{4AAEEE6D-6415-40D6-AE06-673617BA3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1684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9" name="Oval 560">
                <a:extLst>
                  <a:ext uri="{FF2B5EF4-FFF2-40B4-BE49-F238E27FC236}">
                    <a16:creationId xmlns:a16="http://schemas.microsoft.com/office/drawing/2014/main" id="{20251915-3845-416C-81B8-2FEB0BC2E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689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0" name="Oval 561">
                <a:extLst>
                  <a:ext uri="{FF2B5EF4-FFF2-40B4-BE49-F238E27FC236}">
                    <a16:creationId xmlns:a16="http://schemas.microsoft.com/office/drawing/2014/main" id="{760BF08B-700F-4F2D-9AC4-1833665EB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1" y="1759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1" name="Oval 562">
                <a:extLst>
                  <a:ext uri="{FF2B5EF4-FFF2-40B4-BE49-F238E27FC236}">
                    <a16:creationId xmlns:a16="http://schemas.microsoft.com/office/drawing/2014/main" id="{FE347443-5FF1-4962-ACB8-2D7690E71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6" y="176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2" name="Oval 563">
                <a:extLst>
                  <a:ext uri="{FF2B5EF4-FFF2-40B4-BE49-F238E27FC236}">
                    <a16:creationId xmlns:a16="http://schemas.microsoft.com/office/drawing/2014/main" id="{B4105AB4-D166-4207-9A1E-1A4D47817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1812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3" name="Oval 564">
                <a:extLst>
                  <a:ext uri="{FF2B5EF4-FFF2-40B4-BE49-F238E27FC236}">
                    <a16:creationId xmlns:a16="http://schemas.microsoft.com/office/drawing/2014/main" id="{A25CE8C8-70D5-4E8C-9AE1-2212ED91B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1" y="181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4" name="Oval 565">
                <a:extLst>
                  <a:ext uri="{FF2B5EF4-FFF2-40B4-BE49-F238E27FC236}">
                    <a16:creationId xmlns:a16="http://schemas.microsoft.com/office/drawing/2014/main" id="{AA32F4BE-CA76-4B40-91BA-2FA5B4106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1975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5" name="Oval 566">
                <a:extLst>
                  <a:ext uri="{FF2B5EF4-FFF2-40B4-BE49-F238E27FC236}">
                    <a16:creationId xmlns:a16="http://schemas.microsoft.com/office/drawing/2014/main" id="{C6DC58B6-E3E4-48FE-99C6-1A4D4ADC8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1980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6" name="Oval 567">
                <a:extLst>
                  <a:ext uri="{FF2B5EF4-FFF2-40B4-BE49-F238E27FC236}">
                    <a16:creationId xmlns:a16="http://schemas.microsoft.com/office/drawing/2014/main" id="{B73E88F2-32D9-40BC-A8CE-D4D0383AE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1" y="1823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7" name="Oval 568">
                <a:extLst>
                  <a:ext uri="{FF2B5EF4-FFF2-40B4-BE49-F238E27FC236}">
                    <a16:creationId xmlns:a16="http://schemas.microsoft.com/office/drawing/2014/main" id="{461DE345-B997-4CFB-B689-3DA58ABF2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8" y="182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8" name="Oval 569">
                <a:extLst>
                  <a:ext uri="{FF2B5EF4-FFF2-40B4-BE49-F238E27FC236}">
                    <a16:creationId xmlns:a16="http://schemas.microsoft.com/office/drawing/2014/main" id="{6D5775A0-E49B-4A49-B6B6-BFBBDF3D8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935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9" name="Oval 570">
                <a:extLst>
                  <a:ext uri="{FF2B5EF4-FFF2-40B4-BE49-F238E27FC236}">
                    <a16:creationId xmlns:a16="http://schemas.microsoft.com/office/drawing/2014/main" id="{0818A0EB-5EC6-4479-8AB9-E3D4D66AD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1" y="194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0" name="Oval 571">
                <a:extLst>
                  <a:ext uri="{FF2B5EF4-FFF2-40B4-BE49-F238E27FC236}">
                    <a16:creationId xmlns:a16="http://schemas.microsoft.com/office/drawing/2014/main" id="{D2AF7D19-8AB3-4222-9231-930C05A9C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1953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1" name="Oval 572">
                <a:extLst>
                  <a:ext uri="{FF2B5EF4-FFF2-40B4-BE49-F238E27FC236}">
                    <a16:creationId xmlns:a16="http://schemas.microsoft.com/office/drawing/2014/main" id="{AFFFE96F-958F-4612-8F47-A08EE79B1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95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2" name="Oval 573">
                <a:extLst>
                  <a:ext uri="{FF2B5EF4-FFF2-40B4-BE49-F238E27FC236}">
                    <a16:creationId xmlns:a16="http://schemas.microsoft.com/office/drawing/2014/main" id="{D7EF6E63-3D79-44E8-B480-AB563C140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1" y="1892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3" name="Oval 574">
                <a:extLst>
                  <a:ext uri="{FF2B5EF4-FFF2-40B4-BE49-F238E27FC236}">
                    <a16:creationId xmlns:a16="http://schemas.microsoft.com/office/drawing/2014/main" id="{8448DFF9-D2F8-469F-9C0A-CB2C8E981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6" y="1897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4" name="Oval 575">
                <a:extLst>
                  <a:ext uri="{FF2B5EF4-FFF2-40B4-BE49-F238E27FC236}">
                    <a16:creationId xmlns:a16="http://schemas.microsoft.com/office/drawing/2014/main" id="{69C1CC6A-8189-48CD-927E-C05DCB8CC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1895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5" name="Oval 576">
                <a:extLst>
                  <a:ext uri="{FF2B5EF4-FFF2-40B4-BE49-F238E27FC236}">
                    <a16:creationId xmlns:a16="http://schemas.microsoft.com/office/drawing/2014/main" id="{F2A584F3-8181-48BC-A34B-4CEDBCCB6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190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6" name="Oval 577">
                <a:extLst>
                  <a:ext uri="{FF2B5EF4-FFF2-40B4-BE49-F238E27FC236}">
                    <a16:creationId xmlns:a16="http://schemas.microsoft.com/office/drawing/2014/main" id="{81D16210-2B57-419A-BE59-2D77C2AAF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8" y="1439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7" name="Oval 578">
                <a:extLst>
                  <a:ext uri="{FF2B5EF4-FFF2-40B4-BE49-F238E27FC236}">
                    <a16:creationId xmlns:a16="http://schemas.microsoft.com/office/drawing/2014/main" id="{C885BBF1-9A0F-4D5D-9865-CDC8137C0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144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8" name="Oval 579">
                <a:extLst>
                  <a:ext uri="{FF2B5EF4-FFF2-40B4-BE49-F238E27FC236}">
                    <a16:creationId xmlns:a16="http://schemas.microsoft.com/office/drawing/2014/main" id="{F754430E-4604-4747-BD34-77DE0F80E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6" y="1513"/>
                <a:ext cx="32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9" name="Oval 580">
                <a:extLst>
                  <a:ext uri="{FF2B5EF4-FFF2-40B4-BE49-F238E27FC236}">
                    <a16:creationId xmlns:a16="http://schemas.microsoft.com/office/drawing/2014/main" id="{FD941C1B-2E79-4C6A-B9DA-BC2DEDD98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3" y="151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0" name="Oval 581">
                <a:extLst>
                  <a:ext uri="{FF2B5EF4-FFF2-40B4-BE49-F238E27FC236}">
                    <a16:creationId xmlns:a16="http://schemas.microsoft.com/office/drawing/2014/main" id="{4ECADB56-0D64-41B2-96C6-382499857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8" y="1583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1" name="Oval 582">
                <a:extLst>
                  <a:ext uri="{FF2B5EF4-FFF2-40B4-BE49-F238E27FC236}">
                    <a16:creationId xmlns:a16="http://schemas.microsoft.com/office/drawing/2014/main" id="{33A496C2-321D-402D-8D3C-9F3ADF420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6" y="158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2" name="Oval 583">
                <a:extLst>
                  <a:ext uri="{FF2B5EF4-FFF2-40B4-BE49-F238E27FC236}">
                    <a16:creationId xmlns:a16="http://schemas.microsoft.com/office/drawing/2014/main" id="{78E61CAB-A6EA-481C-BD1A-6651C1A93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1572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3" name="Oval 584">
                <a:extLst>
                  <a:ext uri="{FF2B5EF4-FFF2-40B4-BE49-F238E27FC236}">
                    <a16:creationId xmlns:a16="http://schemas.microsoft.com/office/drawing/2014/main" id="{CA5A2524-1FE9-48A1-AB2A-6D603A381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6" y="1577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4" name="Oval 585">
                <a:extLst>
                  <a:ext uri="{FF2B5EF4-FFF2-40B4-BE49-F238E27FC236}">
                    <a16:creationId xmlns:a16="http://schemas.microsoft.com/office/drawing/2014/main" id="{F6CC7177-3351-4D76-9264-84AB8B6CA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3" y="1540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5" name="Oval 586">
                <a:extLst>
                  <a:ext uri="{FF2B5EF4-FFF2-40B4-BE49-F238E27FC236}">
                    <a16:creationId xmlns:a16="http://schemas.microsoft.com/office/drawing/2014/main" id="{2CCEBA86-B78A-45F9-899C-F081409E6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154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6" name="Oval 587">
                <a:extLst>
                  <a:ext uri="{FF2B5EF4-FFF2-40B4-BE49-F238E27FC236}">
                    <a16:creationId xmlns:a16="http://schemas.microsoft.com/office/drawing/2014/main" id="{C25BB9BD-E897-4C2E-AF71-A35C88F6C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1487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7" name="Oval 588">
                <a:extLst>
                  <a:ext uri="{FF2B5EF4-FFF2-40B4-BE49-F238E27FC236}">
                    <a16:creationId xmlns:a16="http://schemas.microsoft.com/office/drawing/2014/main" id="{71EA8A42-291D-491D-A370-4891EF215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3" y="149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8" name="Freeform 589">
                <a:extLst>
                  <a:ext uri="{FF2B5EF4-FFF2-40B4-BE49-F238E27FC236}">
                    <a16:creationId xmlns:a16="http://schemas.microsoft.com/office/drawing/2014/main" id="{BFB6532E-32F3-4016-96A2-0FD7D165D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1700"/>
                <a:ext cx="27" cy="32"/>
              </a:xfrm>
              <a:custGeom>
                <a:avLst/>
                <a:gdLst>
                  <a:gd name="T0" fmla="*/ 1343 w 11"/>
                  <a:gd name="T1" fmla="*/ 0 h 12"/>
                  <a:gd name="T2" fmla="*/ 0 w 11"/>
                  <a:gd name="T3" fmla="*/ 2184 h 12"/>
                  <a:gd name="T4" fmla="*/ 1343 w 11"/>
                  <a:gd name="T5" fmla="*/ 4301 h 12"/>
                  <a:gd name="T6" fmla="*/ 1964 w 11"/>
                  <a:gd name="T7" fmla="*/ 3891 h 12"/>
                  <a:gd name="T8" fmla="*/ 2398 w 11"/>
                  <a:gd name="T9" fmla="*/ 1059 h 12"/>
                  <a:gd name="T10" fmla="*/ 1343 w 11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0" y="9"/>
                      <a:pt x="2" y="12"/>
                      <a:pt x="6" y="12"/>
                    </a:cubicBezTo>
                    <a:cubicBezTo>
                      <a:pt x="7" y="12"/>
                      <a:pt x="8" y="12"/>
                      <a:pt x="9" y="11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0" y="1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9" name="Oval 590">
                <a:extLst>
                  <a:ext uri="{FF2B5EF4-FFF2-40B4-BE49-F238E27FC236}">
                    <a16:creationId xmlns:a16="http://schemas.microsoft.com/office/drawing/2014/main" id="{E0A697A6-44BA-4859-8809-AE024D30D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6" y="170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0" name="Oval 591">
                <a:extLst>
                  <a:ext uri="{FF2B5EF4-FFF2-40B4-BE49-F238E27FC236}">
                    <a16:creationId xmlns:a16="http://schemas.microsoft.com/office/drawing/2014/main" id="{8F773CC1-D1BA-4B73-A2D4-D6163AE90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1740"/>
                <a:ext cx="32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1" name="Oval 592">
                <a:extLst>
                  <a:ext uri="{FF2B5EF4-FFF2-40B4-BE49-F238E27FC236}">
                    <a16:creationId xmlns:a16="http://schemas.microsoft.com/office/drawing/2014/main" id="{85FC4488-A339-42F0-8F69-B0D3CB621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8" y="1745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2" name="Oval 593">
                <a:extLst>
                  <a:ext uri="{FF2B5EF4-FFF2-40B4-BE49-F238E27FC236}">
                    <a16:creationId xmlns:a16="http://schemas.microsoft.com/office/drawing/2014/main" id="{AD642406-4470-4D70-8FEC-260B5733B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1713"/>
                <a:ext cx="32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3" name="Oval 594">
                <a:extLst>
                  <a:ext uri="{FF2B5EF4-FFF2-40B4-BE49-F238E27FC236}">
                    <a16:creationId xmlns:a16="http://schemas.microsoft.com/office/drawing/2014/main" id="{50179CE9-A3C4-4827-B639-F729288B6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8" y="171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4" name="Oval 595">
                <a:extLst>
                  <a:ext uri="{FF2B5EF4-FFF2-40B4-BE49-F238E27FC236}">
                    <a16:creationId xmlns:a16="http://schemas.microsoft.com/office/drawing/2014/main" id="{A088AA0B-7793-40CF-BDA0-7087C1AEF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3" y="1679"/>
                <a:ext cx="30" cy="34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5" name="Oval 596">
                <a:extLst>
                  <a:ext uri="{FF2B5EF4-FFF2-40B4-BE49-F238E27FC236}">
                    <a16:creationId xmlns:a16="http://schemas.microsoft.com/office/drawing/2014/main" id="{C7452347-1D5A-4F79-92F0-2DCC99060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1684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6" name="Oval 597">
                <a:extLst>
                  <a:ext uri="{FF2B5EF4-FFF2-40B4-BE49-F238E27FC236}">
                    <a16:creationId xmlns:a16="http://schemas.microsoft.com/office/drawing/2014/main" id="{A9DD5830-EAB0-4D0F-8F00-386939F87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1836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7" name="Oval 598">
                <a:extLst>
                  <a:ext uri="{FF2B5EF4-FFF2-40B4-BE49-F238E27FC236}">
                    <a16:creationId xmlns:a16="http://schemas.microsoft.com/office/drawing/2014/main" id="{62DFCC93-A380-4095-8211-580CC2732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1841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8" name="Oval 599">
                <a:extLst>
                  <a:ext uri="{FF2B5EF4-FFF2-40B4-BE49-F238E27FC236}">
                    <a16:creationId xmlns:a16="http://schemas.microsoft.com/office/drawing/2014/main" id="{7ED4114B-7BCC-42E1-8CC3-1E1E69690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1" y="1415"/>
                <a:ext cx="32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9" name="Oval 600">
                <a:extLst>
                  <a:ext uri="{FF2B5EF4-FFF2-40B4-BE49-F238E27FC236}">
                    <a16:creationId xmlns:a16="http://schemas.microsoft.com/office/drawing/2014/main" id="{714D362A-F928-4606-9D3E-38DA5EF95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8" y="142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0" name="Oval 601">
                <a:extLst>
                  <a:ext uri="{FF2B5EF4-FFF2-40B4-BE49-F238E27FC236}">
                    <a16:creationId xmlns:a16="http://schemas.microsoft.com/office/drawing/2014/main" id="{CE4E2F1F-0C54-4296-BB0C-72AD1AFD6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" y="1468"/>
                <a:ext cx="32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1" name="Oval 602">
                <a:extLst>
                  <a:ext uri="{FF2B5EF4-FFF2-40B4-BE49-F238E27FC236}">
                    <a16:creationId xmlns:a16="http://schemas.microsoft.com/office/drawing/2014/main" id="{E4C8E4EE-29DC-48D6-9050-E1237C52D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147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2" name="Oval 603">
                <a:extLst>
                  <a:ext uri="{FF2B5EF4-FFF2-40B4-BE49-F238E27FC236}">
                    <a16:creationId xmlns:a16="http://schemas.microsoft.com/office/drawing/2014/main" id="{017DF40A-C2C7-443F-87CD-6E8A4BED0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535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3" name="Oval 604">
                <a:extLst>
                  <a:ext uri="{FF2B5EF4-FFF2-40B4-BE49-F238E27FC236}">
                    <a16:creationId xmlns:a16="http://schemas.microsoft.com/office/drawing/2014/main" id="{9DA832ED-D147-47AD-9DC8-28582EDB0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54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4" name="Oval 605">
                <a:extLst>
                  <a:ext uri="{FF2B5EF4-FFF2-40B4-BE49-F238E27FC236}">
                    <a16:creationId xmlns:a16="http://schemas.microsoft.com/office/drawing/2014/main" id="{FDF3C361-3F10-4C23-9288-F8B3E56CA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3" y="1943"/>
                <a:ext cx="30" cy="32"/>
              </a:xfrm>
              <a:prstGeom prst="ellipse">
                <a:avLst/>
              </a:prstGeom>
              <a:solidFill>
                <a:srgbClr val="D90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5" name="Oval 606">
                <a:extLst>
                  <a:ext uri="{FF2B5EF4-FFF2-40B4-BE49-F238E27FC236}">
                    <a16:creationId xmlns:a16="http://schemas.microsoft.com/office/drawing/2014/main" id="{C73A699C-3EC7-43FD-B350-85EEC90B1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948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6" name="Freeform 607">
                <a:extLst>
                  <a:ext uri="{FF2B5EF4-FFF2-40B4-BE49-F238E27FC236}">
                    <a16:creationId xmlns:a16="http://schemas.microsoft.com/office/drawing/2014/main" id="{362DE3E0-AEBD-4598-BD7C-C4DEB1FF6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849"/>
                <a:ext cx="248" cy="318"/>
              </a:xfrm>
              <a:custGeom>
                <a:avLst/>
                <a:gdLst>
                  <a:gd name="T0" fmla="*/ 23187 w 99"/>
                  <a:gd name="T1" fmla="*/ 401 h 119"/>
                  <a:gd name="T2" fmla="*/ 19730 w 99"/>
                  <a:gd name="T3" fmla="*/ 11982 h 119"/>
                  <a:gd name="T4" fmla="*/ 17766 w 99"/>
                  <a:gd name="T5" fmla="*/ 22231 h 119"/>
                  <a:gd name="T6" fmla="*/ 11646 w 99"/>
                  <a:gd name="T7" fmla="*/ 26565 h 119"/>
                  <a:gd name="T8" fmla="*/ 6413 w 99"/>
                  <a:gd name="T9" fmla="*/ 29828 h 119"/>
                  <a:gd name="T10" fmla="*/ 1776 w 99"/>
                  <a:gd name="T11" fmla="*/ 38296 h 119"/>
                  <a:gd name="T12" fmla="*/ 313 w 99"/>
                  <a:gd name="T13" fmla="*/ 41562 h 119"/>
                  <a:gd name="T14" fmla="*/ 521 w 99"/>
                  <a:gd name="T15" fmla="*/ 42938 h 119"/>
                  <a:gd name="T16" fmla="*/ 1493 w 99"/>
                  <a:gd name="T17" fmla="*/ 42631 h 119"/>
                  <a:gd name="T18" fmla="*/ 2956 w 99"/>
                  <a:gd name="T19" fmla="*/ 39368 h 119"/>
                  <a:gd name="T20" fmla="*/ 7197 w 99"/>
                  <a:gd name="T21" fmla="*/ 31621 h 119"/>
                  <a:gd name="T22" fmla="*/ 12137 w 99"/>
                  <a:gd name="T23" fmla="*/ 28756 h 119"/>
                  <a:gd name="T24" fmla="*/ 18738 w 99"/>
                  <a:gd name="T25" fmla="*/ 23965 h 119"/>
                  <a:gd name="T26" fmla="*/ 21223 w 99"/>
                  <a:gd name="T27" fmla="*/ 11982 h 119"/>
                  <a:gd name="T28" fmla="*/ 23991 w 99"/>
                  <a:gd name="T29" fmla="*/ 2191 h 119"/>
                  <a:gd name="T30" fmla="*/ 24179 w 99"/>
                  <a:gd name="T31" fmla="*/ 671 h 119"/>
                  <a:gd name="T32" fmla="*/ 23187 w 99"/>
                  <a:gd name="T33" fmla="*/ 401 h 1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9" h="119">
                    <a:moveTo>
                      <a:pt x="94" y="1"/>
                    </a:moveTo>
                    <a:cubicBezTo>
                      <a:pt x="81" y="9"/>
                      <a:pt x="81" y="21"/>
                      <a:pt x="80" y="33"/>
                    </a:cubicBezTo>
                    <a:cubicBezTo>
                      <a:pt x="80" y="44"/>
                      <a:pt x="80" y="54"/>
                      <a:pt x="72" y="61"/>
                    </a:cubicBezTo>
                    <a:cubicBezTo>
                      <a:pt x="65" y="68"/>
                      <a:pt x="56" y="71"/>
                      <a:pt x="47" y="73"/>
                    </a:cubicBezTo>
                    <a:cubicBezTo>
                      <a:pt x="40" y="75"/>
                      <a:pt x="33" y="77"/>
                      <a:pt x="26" y="82"/>
                    </a:cubicBezTo>
                    <a:cubicBezTo>
                      <a:pt x="17" y="87"/>
                      <a:pt x="12" y="96"/>
                      <a:pt x="7" y="105"/>
                    </a:cubicBezTo>
                    <a:cubicBezTo>
                      <a:pt x="1" y="114"/>
                      <a:pt x="1" y="114"/>
                      <a:pt x="1" y="114"/>
                    </a:cubicBezTo>
                    <a:cubicBezTo>
                      <a:pt x="0" y="115"/>
                      <a:pt x="1" y="117"/>
                      <a:pt x="2" y="118"/>
                    </a:cubicBezTo>
                    <a:cubicBezTo>
                      <a:pt x="3" y="119"/>
                      <a:pt x="5" y="119"/>
                      <a:pt x="6" y="117"/>
                    </a:cubicBezTo>
                    <a:cubicBezTo>
                      <a:pt x="12" y="108"/>
                      <a:pt x="12" y="108"/>
                      <a:pt x="12" y="108"/>
                    </a:cubicBezTo>
                    <a:cubicBezTo>
                      <a:pt x="17" y="100"/>
                      <a:pt x="22" y="92"/>
                      <a:pt x="29" y="87"/>
                    </a:cubicBezTo>
                    <a:cubicBezTo>
                      <a:pt x="35" y="83"/>
                      <a:pt x="42" y="81"/>
                      <a:pt x="49" y="79"/>
                    </a:cubicBezTo>
                    <a:cubicBezTo>
                      <a:pt x="58" y="76"/>
                      <a:pt x="68" y="74"/>
                      <a:pt x="76" y="66"/>
                    </a:cubicBezTo>
                    <a:cubicBezTo>
                      <a:pt x="86" y="56"/>
                      <a:pt x="86" y="44"/>
                      <a:pt x="86" y="33"/>
                    </a:cubicBezTo>
                    <a:cubicBezTo>
                      <a:pt x="87" y="22"/>
                      <a:pt x="87" y="12"/>
                      <a:pt x="97" y="6"/>
                    </a:cubicBezTo>
                    <a:cubicBezTo>
                      <a:pt x="98" y="5"/>
                      <a:pt x="99" y="4"/>
                      <a:pt x="98" y="2"/>
                    </a:cubicBezTo>
                    <a:cubicBezTo>
                      <a:pt x="97" y="1"/>
                      <a:pt x="95" y="0"/>
                      <a:pt x="94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7" name="Freeform 608">
                <a:extLst>
                  <a:ext uri="{FF2B5EF4-FFF2-40B4-BE49-F238E27FC236}">
                    <a16:creationId xmlns:a16="http://schemas.microsoft.com/office/drawing/2014/main" id="{327AEF01-B58E-41F8-A9F2-20AAFF5CB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727"/>
                <a:ext cx="160" cy="384"/>
              </a:xfrm>
              <a:custGeom>
                <a:avLst/>
                <a:gdLst>
                  <a:gd name="T0" fmla="*/ 1488 w 64"/>
                  <a:gd name="T1" fmla="*/ 661 h 144"/>
                  <a:gd name="T2" fmla="*/ 8125 w 64"/>
                  <a:gd name="T3" fmla="*/ 15112 h 144"/>
                  <a:gd name="T4" fmla="*/ 13675 w 64"/>
                  <a:gd name="T5" fmla="*/ 23304 h 144"/>
                  <a:gd name="T6" fmla="*/ 13208 w 64"/>
                  <a:gd name="T7" fmla="*/ 30891 h 144"/>
                  <a:gd name="T8" fmla="*/ 12708 w 64"/>
                  <a:gd name="T9" fmla="*/ 37376 h 144"/>
                  <a:gd name="T10" fmla="*/ 14188 w 64"/>
                  <a:gd name="T11" fmla="*/ 50723 h 144"/>
                  <a:gd name="T12" fmla="*/ 14970 w 64"/>
                  <a:gd name="T13" fmla="*/ 51371 h 144"/>
                  <a:gd name="T14" fmla="*/ 15438 w 64"/>
                  <a:gd name="T15" fmla="*/ 50005 h 144"/>
                  <a:gd name="T16" fmla="*/ 14188 w 64"/>
                  <a:gd name="T17" fmla="*/ 37376 h 144"/>
                  <a:gd name="T18" fmla="*/ 14658 w 64"/>
                  <a:gd name="T19" fmla="*/ 31309 h 144"/>
                  <a:gd name="T20" fmla="*/ 15158 w 64"/>
                  <a:gd name="T21" fmla="*/ 23061 h 144"/>
                  <a:gd name="T22" fmla="*/ 8800 w 64"/>
                  <a:gd name="T23" fmla="*/ 13597 h 144"/>
                  <a:gd name="T24" fmla="*/ 2738 w 64"/>
                  <a:gd name="T25" fmla="*/ 1459 h 144"/>
                  <a:gd name="T26" fmla="*/ 2270 w 64"/>
                  <a:gd name="T27" fmla="*/ 0 h 144"/>
                  <a:gd name="T28" fmla="*/ 1488 w 64"/>
                  <a:gd name="T29" fmla="*/ 661 h 1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4" h="144">
                    <a:moveTo>
                      <a:pt x="6" y="2"/>
                    </a:moveTo>
                    <a:cubicBezTo>
                      <a:pt x="0" y="18"/>
                      <a:pt x="18" y="31"/>
                      <a:pt x="33" y="42"/>
                    </a:cubicBezTo>
                    <a:cubicBezTo>
                      <a:pt x="43" y="50"/>
                      <a:pt x="54" y="58"/>
                      <a:pt x="56" y="65"/>
                    </a:cubicBezTo>
                    <a:cubicBezTo>
                      <a:pt x="57" y="70"/>
                      <a:pt x="56" y="79"/>
                      <a:pt x="54" y="86"/>
                    </a:cubicBezTo>
                    <a:cubicBezTo>
                      <a:pt x="53" y="93"/>
                      <a:pt x="52" y="99"/>
                      <a:pt x="52" y="104"/>
                    </a:cubicBezTo>
                    <a:cubicBezTo>
                      <a:pt x="53" y="117"/>
                      <a:pt x="54" y="129"/>
                      <a:pt x="58" y="141"/>
                    </a:cubicBezTo>
                    <a:cubicBezTo>
                      <a:pt x="58" y="143"/>
                      <a:pt x="60" y="144"/>
                      <a:pt x="61" y="143"/>
                    </a:cubicBezTo>
                    <a:cubicBezTo>
                      <a:pt x="63" y="143"/>
                      <a:pt x="64" y="141"/>
                      <a:pt x="63" y="139"/>
                    </a:cubicBezTo>
                    <a:cubicBezTo>
                      <a:pt x="60" y="128"/>
                      <a:pt x="59" y="116"/>
                      <a:pt x="58" y="104"/>
                    </a:cubicBezTo>
                    <a:cubicBezTo>
                      <a:pt x="58" y="99"/>
                      <a:pt x="59" y="93"/>
                      <a:pt x="60" y="87"/>
                    </a:cubicBezTo>
                    <a:cubicBezTo>
                      <a:pt x="62" y="79"/>
                      <a:pt x="63" y="70"/>
                      <a:pt x="62" y="64"/>
                    </a:cubicBezTo>
                    <a:cubicBezTo>
                      <a:pt x="59" y="54"/>
                      <a:pt x="48" y="46"/>
                      <a:pt x="36" y="38"/>
                    </a:cubicBezTo>
                    <a:cubicBezTo>
                      <a:pt x="22" y="27"/>
                      <a:pt x="7" y="16"/>
                      <a:pt x="11" y="4"/>
                    </a:cubicBezTo>
                    <a:cubicBezTo>
                      <a:pt x="12" y="2"/>
                      <a:pt x="11" y="1"/>
                      <a:pt x="9" y="0"/>
                    </a:cubicBezTo>
                    <a:cubicBezTo>
                      <a:pt x="8" y="0"/>
                      <a:pt x="6" y="1"/>
                      <a:pt x="6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8" name="Freeform 609">
                <a:extLst>
                  <a:ext uri="{FF2B5EF4-FFF2-40B4-BE49-F238E27FC236}">
                    <a16:creationId xmlns:a16="http://schemas.microsoft.com/office/drawing/2014/main" id="{831DEDB1-F6E2-4D66-83B0-2A992EEE4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785"/>
                <a:ext cx="107" cy="363"/>
              </a:xfrm>
              <a:custGeom>
                <a:avLst/>
                <a:gdLst>
                  <a:gd name="T0" fmla="*/ 1157 w 43"/>
                  <a:gd name="T1" fmla="*/ 398 h 136"/>
                  <a:gd name="T2" fmla="*/ 465 w 43"/>
                  <a:gd name="T3" fmla="*/ 1468 h 136"/>
                  <a:gd name="T4" fmla="*/ 649 w 43"/>
                  <a:gd name="T5" fmla="*/ 27513 h 136"/>
                  <a:gd name="T6" fmla="*/ 465 w 43"/>
                  <a:gd name="T7" fmla="*/ 29681 h 136"/>
                  <a:gd name="T8" fmla="*/ 5716 w 43"/>
                  <a:gd name="T9" fmla="*/ 44817 h 136"/>
                  <a:gd name="T10" fmla="*/ 9048 w 43"/>
                  <a:gd name="T11" fmla="*/ 48773 h 136"/>
                  <a:gd name="T12" fmla="*/ 10001 w 43"/>
                  <a:gd name="T13" fmla="*/ 48773 h 136"/>
                  <a:gd name="T14" fmla="*/ 10001 w 43"/>
                  <a:gd name="T15" fmla="*/ 47404 h 136"/>
                  <a:gd name="T16" fmla="*/ 6408 w 43"/>
                  <a:gd name="T17" fmla="*/ 43088 h 136"/>
                  <a:gd name="T18" fmla="*/ 1914 w 43"/>
                  <a:gd name="T19" fmla="*/ 30100 h 136"/>
                  <a:gd name="T20" fmla="*/ 2113 w 43"/>
                  <a:gd name="T21" fmla="*/ 27914 h 136"/>
                  <a:gd name="T22" fmla="*/ 1914 w 43"/>
                  <a:gd name="T23" fmla="*/ 1062 h 136"/>
                  <a:gd name="T24" fmla="*/ 1157 w 43"/>
                  <a:gd name="T25" fmla="*/ 398 h 1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136">
                    <a:moveTo>
                      <a:pt x="5" y="1"/>
                    </a:moveTo>
                    <a:cubicBezTo>
                      <a:pt x="3" y="1"/>
                      <a:pt x="2" y="3"/>
                      <a:pt x="2" y="4"/>
                    </a:cubicBezTo>
                    <a:cubicBezTo>
                      <a:pt x="7" y="27"/>
                      <a:pt x="5" y="53"/>
                      <a:pt x="3" y="76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0" y="108"/>
                      <a:pt x="11" y="115"/>
                      <a:pt x="24" y="124"/>
                    </a:cubicBezTo>
                    <a:cubicBezTo>
                      <a:pt x="28" y="127"/>
                      <a:pt x="33" y="131"/>
                      <a:pt x="38" y="135"/>
                    </a:cubicBezTo>
                    <a:cubicBezTo>
                      <a:pt x="39" y="136"/>
                      <a:pt x="41" y="136"/>
                      <a:pt x="42" y="135"/>
                    </a:cubicBezTo>
                    <a:cubicBezTo>
                      <a:pt x="43" y="134"/>
                      <a:pt x="43" y="132"/>
                      <a:pt x="42" y="131"/>
                    </a:cubicBezTo>
                    <a:cubicBezTo>
                      <a:pt x="37" y="126"/>
                      <a:pt x="32" y="122"/>
                      <a:pt x="27" y="119"/>
                    </a:cubicBezTo>
                    <a:cubicBezTo>
                      <a:pt x="15" y="111"/>
                      <a:pt x="7" y="105"/>
                      <a:pt x="8" y="83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11" y="53"/>
                      <a:pt x="13" y="26"/>
                      <a:pt x="8" y="3"/>
                    </a:cubicBezTo>
                    <a:cubicBezTo>
                      <a:pt x="8" y="1"/>
                      <a:pt x="6" y="0"/>
                      <a:pt x="5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9" name="Freeform 610">
                <a:extLst>
                  <a:ext uri="{FF2B5EF4-FFF2-40B4-BE49-F238E27FC236}">
                    <a16:creationId xmlns:a16="http://schemas.microsoft.com/office/drawing/2014/main" id="{3FF7B3A4-03DF-4D97-973B-4BADC9A07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865"/>
                <a:ext cx="58" cy="248"/>
              </a:xfrm>
              <a:custGeom>
                <a:avLst/>
                <a:gdLst>
                  <a:gd name="T0" fmla="*/ 527 w 23"/>
                  <a:gd name="T1" fmla="*/ 0 h 93"/>
                  <a:gd name="T2" fmla="*/ 318 w 23"/>
                  <a:gd name="T3" fmla="*/ 1459 h 93"/>
                  <a:gd name="T4" fmla="*/ 1329 w 23"/>
                  <a:gd name="T5" fmla="*/ 5824 h 93"/>
                  <a:gd name="T6" fmla="*/ 4363 w 23"/>
                  <a:gd name="T7" fmla="*/ 20083 h 93"/>
                  <a:gd name="T8" fmla="*/ 4088 w 23"/>
                  <a:gd name="T9" fmla="*/ 25237 h 93"/>
                  <a:gd name="T10" fmla="*/ 4363 w 23"/>
                  <a:gd name="T11" fmla="*/ 32768 h 93"/>
                  <a:gd name="T12" fmla="*/ 5099 w 23"/>
                  <a:gd name="T13" fmla="*/ 33429 h 93"/>
                  <a:gd name="T14" fmla="*/ 5629 w 23"/>
                  <a:gd name="T15" fmla="*/ 31949 h 93"/>
                  <a:gd name="T16" fmla="*/ 5629 w 23"/>
                  <a:gd name="T17" fmla="*/ 25485 h 93"/>
                  <a:gd name="T18" fmla="*/ 5901 w 23"/>
                  <a:gd name="T19" fmla="*/ 19819 h 93"/>
                  <a:gd name="T20" fmla="*/ 2867 w 23"/>
                  <a:gd name="T21" fmla="*/ 5005 h 93"/>
                  <a:gd name="T22" fmla="*/ 1538 w 23"/>
                  <a:gd name="T23" fmla="*/ 661 h 93"/>
                  <a:gd name="T24" fmla="*/ 527 w 23"/>
                  <a:gd name="T25" fmla="*/ 0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93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10" y="30"/>
                      <a:pt x="15" y="43"/>
                      <a:pt x="17" y="56"/>
                    </a:cubicBezTo>
                    <a:cubicBezTo>
                      <a:pt x="17" y="60"/>
                      <a:pt x="17" y="65"/>
                      <a:pt x="16" y="70"/>
                    </a:cubicBezTo>
                    <a:cubicBezTo>
                      <a:pt x="15" y="77"/>
                      <a:pt x="14" y="84"/>
                      <a:pt x="17" y="91"/>
                    </a:cubicBezTo>
                    <a:cubicBezTo>
                      <a:pt x="17" y="92"/>
                      <a:pt x="19" y="93"/>
                      <a:pt x="20" y="93"/>
                    </a:cubicBezTo>
                    <a:cubicBezTo>
                      <a:pt x="22" y="92"/>
                      <a:pt x="23" y="90"/>
                      <a:pt x="22" y="89"/>
                    </a:cubicBezTo>
                    <a:cubicBezTo>
                      <a:pt x="21" y="83"/>
                      <a:pt x="21" y="77"/>
                      <a:pt x="22" y="71"/>
                    </a:cubicBezTo>
                    <a:cubicBezTo>
                      <a:pt x="23" y="66"/>
                      <a:pt x="23" y="60"/>
                      <a:pt x="23" y="55"/>
                    </a:cubicBezTo>
                    <a:cubicBezTo>
                      <a:pt x="21" y="42"/>
                      <a:pt x="16" y="28"/>
                      <a:pt x="11" y="1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0" name="Freeform 611">
                <a:extLst>
                  <a:ext uri="{FF2B5EF4-FFF2-40B4-BE49-F238E27FC236}">
                    <a16:creationId xmlns:a16="http://schemas.microsoft.com/office/drawing/2014/main" id="{E11FE614-D4A3-4D44-975A-07F64CA93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780"/>
                <a:ext cx="115" cy="320"/>
              </a:xfrm>
              <a:custGeom>
                <a:avLst/>
                <a:gdLst>
                  <a:gd name="T0" fmla="*/ 9770 w 46"/>
                  <a:gd name="T1" fmla="*/ 661 h 120"/>
                  <a:gd name="T2" fmla="*/ 5863 w 46"/>
                  <a:gd name="T3" fmla="*/ 12536 h 120"/>
                  <a:gd name="T4" fmla="*/ 3720 w 46"/>
                  <a:gd name="T5" fmla="*/ 19421 h 120"/>
                  <a:gd name="T6" fmla="*/ 1770 w 46"/>
                  <a:gd name="T7" fmla="*/ 31309 h 120"/>
                  <a:gd name="T8" fmla="*/ 313 w 46"/>
                  <a:gd name="T9" fmla="*/ 41416 h 120"/>
                  <a:gd name="T10" fmla="*/ 783 w 46"/>
                  <a:gd name="T11" fmla="*/ 42723 h 120"/>
                  <a:gd name="T12" fmla="*/ 1770 w 46"/>
                  <a:gd name="T13" fmla="*/ 42475 h 120"/>
                  <a:gd name="T14" fmla="*/ 3250 w 46"/>
                  <a:gd name="T15" fmla="*/ 31309 h 120"/>
                  <a:gd name="T16" fmla="*/ 4895 w 46"/>
                  <a:gd name="T17" fmla="*/ 20480 h 120"/>
                  <a:gd name="T18" fmla="*/ 7345 w 46"/>
                  <a:gd name="T19" fmla="*/ 13347 h 120"/>
                  <a:gd name="T20" fmla="*/ 11063 w 46"/>
                  <a:gd name="T21" fmla="*/ 1459 h 120"/>
                  <a:gd name="T22" fmla="*/ 10750 w 46"/>
                  <a:gd name="T23" fmla="*/ 0 h 120"/>
                  <a:gd name="T24" fmla="*/ 9770 w 46"/>
                  <a:gd name="T25" fmla="*/ 661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" h="120">
                    <a:moveTo>
                      <a:pt x="40" y="2"/>
                    </a:moveTo>
                    <a:cubicBezTo>
                      <a:pt x="35" y="13"/>
                      <a:pt x="30" y="24"/>
                      <a:pt x="24" y="35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0" y="65"/>
                      <a:pt x="8" y="76"/>
                      <a:pt x="7" y="87"/>
                    </a:cubicBezTo>
                    <a:cubicBezTo>
                      <a:pt x="6" y="97"/>
                      <a:pt x="5" y="107"/>
                      <a:pt x="1" y="115"/>
                    </a:cubicBezTo>
                    <a:cubicBezTo>
                      <a:pt x="0" y="117"/>
                      <a:pt x="1" y="118"/>
                      <a:pt x="3" y="119"/>
                    </a:cubicBezTo>
                    <a:cubicBezTo>
                      <a:pt x="4" y="120"/>
                      <a:pt x="6" y="119"/>
                      <a:pt x="7" y="118"/>
                    </a:cubicBezTo>
                    <a:cubicBezTo>
                      <a:pt x="11" y="108"/>
                      <a:pt x="12" y="98"/>
                      <a:pt x="13" y="87"/>
                    </a:cubicBezTo>
                    <a:cubicBezTo>
                      <a:pt x="14" y="77"/>
                      <a:pt x="16" y="66"/>
                      <a:pt x="20" y="5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5" y="27"/>
                      <a:pt x="41" y="16"/>
                      <a:pt x="45" y="4"/>
                    </a:cubicBezTo>
                    <a:cubicBezTo>
                      <a:pt x="46" y="3"/>
                      <a:pt x="45" y="1"/>
                      <a:pt x="44" y="0"/>
                    </a:cubicBezTo>
                    <a:cubicBezTo>
                      <a:pt x="42" y="0"/>
                      <a:pt x="40" y="0"/>
                      <a:pt x="40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1" name="Freeform 612">
                <a:extLst>
                  <a:ext uri="{FF2B5EF4-FFF2-40B4-BE49-F238E27FC236}">
                    <a16:creationId xmlns:a16="http://schemas.microsoft.com/office/drawing/2014/main" id="{3DA54661-C34A-4580-BC90-A53555B05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967"/>
                <a:ext cx="230" cy="205"/>
              </a:xfrm>
              <a:custGeom>
                <a:avLst/>
                <a:gdLst>
                  <a:gd name="T0" fmla="*/ 22000 w 92"/>
                  <a:gd name="T1" fmla="*/ 397 h 77"/>
                  <a:gd name="T2" fmla="*/ 21020 w 92"/>
                  <a:gd name="T3" fmla="*/ 660 h 77"/>
                  <a:gd name="T4" fmla="*/ 19845 w 92"/>
                  <a:gd name="T5" fmla="*/ 6435 h 77"/>
                  <a:gd name="T6" fmla="*/ 19345 w 92"/>
                  <a:gd name="T7" fmla="*/ 10037 h 77"/>
                  <a:gd name="T8" fmla="*/ 12500 w 92"/>
                  <a:gd name="T9" fmla="*/ 17776 h 77"/>
                  <a:gd name="T10" fmla="*/ 7625 w 92"/>
                  <a:gd name="T11" fmla="*/ 21003 h 77"/>
                  <a:gd name="T12" fmla="*/ 313 w 92"/>
                  <a:gd name="T13" fmla="*/ 25268 h 77"/>
                  <a:gd name="T14" fmla="*/ 0 w 92"/>
                  <a:gd name="T15" fmla="*/ 25665 h 77"/>
                  <a:gd name="T16" fmla="*/ 1488 w 92"/>
                  <a:gd name="T17" fmla="*/ 27438 h 77"/>
                  <a:gd name="T18" fmla="*/ 8333 w 92"/>
                  <a:gd name="T19" fmla="*/ 23157 h 77"/>
                  <a:gd name="T20" fmla="*/ 13020 w 92"/>
                  <a:gd name="T21" fmla="*/ 19946 h 77"/>
                  <a:gd name="T22" fmla="*/ 20520 w 92"/>
                  <a:gd name="T23" fmla="*/ 10703 h 77"/>
                  <a:gd name="T24" fmla="*/ 21300 w 92"/>
                  <a:gd name="T25" fmla="*/ 6832 h 77"/>
                  <a:gd name="T26" fmla="*/ 22270 w 92"/>
                  <a:gd name="T27" fmla="*/ 1757 h 77"/>
                  <a:gd name="T28" fmla="*/ 22000 w 92"/>
                  <a:gd name="T29" fmla="*/ 397 h 7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2" h="77">
                    <a:moveTo>
                      <a:pt x="90" y="1"/>
                    </a:moveTo>
                    <a:cubicBezTo>
                      <a:pt x="89" y="0"/>
                      <a:pt x="87" y="1"/>
                      <a:pt x="86" y="2"/>
                    </a:cubicBezTo>
                    <a:cubicBezTo>
                      <a:pt x="83" y="7"/>
                      <a:pt x="82" y="12"/>
                      <a:pt x="81" y="18"/>
                    </a:cubicBezTo>
                    <a:cubicBezTo>
                      <a:pt x="81" y="21"/>
                      <a:pt x="80" y="25"/>
                      <a:pt x="79" y="28"/>
                    </a:cubicBezTo>
                    <a:cubicBezTo>
                      <a:pt x="73" y="42"/>
                      <a:pt x="65" y="45"/>
                      <a:pt x="51" y="50"/>
                    </a:cubicBezTo>
                    <a:cubicBezTo>
                      <a:pt x="44" y="53"/>
                      <a:pt x="38" y="56"/>
                      <a:pt x="31" y="59"/>
                    </a:cubicBezTo>
                    <a:cubicBezTo>
                      <a:pt x="21" y="64"/>
                      <a:pt x="11" y="70"/>
                      <a:pt x="1" y="71"/>
                    </a:cubicBezTo>
                    <a:cubicBezTo>
                      <a:pt x="1" y="72"/>
                      <a:pt x="1" y="72"/>
                      <a:pt x="0" y="72"/>
                    </a:cubicBezTo>
                    <a:cubicBezTo>
                      <a:pt x="2" y="73"/>
                      <a:pt x="4" y="75"/>
                      <a:pt x="6" y="77"/>
                    </a:cubicBezTo>
                    <a:cubicBezTo>
                      <a:pt x="15" y="74"/>
                      <a:pt x="24" y="69"/>
                      <a:pt x="34" y="65"/>
                    </a:cubicBezTo>
                    <a:cubicBezTo>
                      <a:pt x="40" y="61"/>
                      <a:pt x="47" y="58"/>
                      <a:pt x="53" y="56"/>
                    </a:cubicBezTo>
                    <a:cubicBezTo>
                      <a:pt x="66" y="51"/>
                      <a:pt x="77" y="47"/>
                      <a:pt x="84" y="30"/>
                    </a:cubicBezTo>
                    <a:cubicBezTo>
                      <a:pt x="86" y="26"/>
                      <a:pt x="87" y="22"/>
                      <a:pt x="87" y="19"/>
                    </a:cubicBezTo>
                    <a:cubicBezTo>
                      <a:pt x="88" y="14"/>
                      <a:pt x="89" y="9"/>
                      <a:pt x="91" y="5"/>
                    </a:cubicBezTo>
                    <a:cubicBezTo>
                      <a:pt x="92" y="4"/>
                      <a:pt x="92" y="2"/>
                      <a:pt x="90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2" name="Freeform 613">
                <a:extLst>
                  <a:ext uri="{FF2B5EF4-FFF2-40B4-BE49-F238E27FC236}">
                    <a16:creationId xmlns:a16="http://schemas.microsoft.com/office/drawing/2014/main" id="{8F779098-F4E3-4329-9532-C6A8CC413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215"/>
                <a:ext cx="300" cy="106"/>
              </a:xfrm>
              <a:custGeom>
                <a:avLst/>
                <a:gdLst>
                  <a:gd name="T0" fmla="*/ 12708 w 120"/>
                  <a:gd name="T1" fmla="*/ 4444 h 40"/>
                  <a:gd name="T2" fmla="*/ 10550 w 120"/>
                  <a:gd name="T3" fmla="*/ 5864 h 40"/>
                  <a:gd name="T4" fmla="*/ 1488 w 120"/>
                  <a:gd name="T5" fmla="*/ 7295 h 40"/>
                  <a:gd name="T6" fmla="*/ 520 w 120"/>
                  <a:gd name="T7" fmla="*/ 6903 h 40"/>
                  <a:gd name="T8" fmla="*/ 313 w 120"/>
                  <a:gd name="T9" fmla="*/ 8639 h 40"/>
                  <a:gd name="T10" fmla="*/ 11250 w 120"/>
                  <a:gd name="T11" fmla="*/ 7984 h 40"/>
                  <a:gd name="T12" fmla="*/ 13208 w 120"/>
                  <a:gd name="T13" fmla="*/ 6551 h 40"/>
                  <a:gd name="T14" fmla="*/ 28333 w 120"/>
                  <a:gd name="T15" fmla="*/ 3554 h 40"/>
                  <a:gd name="T16" fmla="*/ 29300 w 120"/>
                  <a:gd name="T17" fmla="*/ 2472 h 40"/>
                  <a:gd name="T18" fmla="*/ 28645 w 120"/>
                  <a:gd name="T19" fmla="*/ 1434 h 40"/>
                  <a:gd name="T20" fmla="*/ 12708 w 120"/>
                  <a:gd name="T21" fmla="*/ 4444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0" h="40">
                    <a:moveTo>
                      <a:pt x="52" y="13"/>
                    </a:moveTo>
                    <a:cubicBezTo>
                      <a:pt x="43" y="17"/>
                      <a:pt x="43" y="17"/>
                      <a:pt x="43" y="17"/>
                    </a:cubicBezTo>
                    <a:cubicBezTo>
                      <a:pt x="27" y="25"/>
                      <a:pt x="14" y="31"/>
                      <a:pt x="6" y="21"/>
                    </a:cubicBezTo>
                    <a:cubicBezTo>
                      <a:pt x="5" y="20"/>
                      <a:pt x="3" y="19"/>
                      <a:pt x="2" y="20"/>
                    </a:cubicBezTo>
                    <a:cubicBezTo>
                      <a:pt x="0" y="21"/>
                      <a:pt x="0" y="23"/>
                      <a:pt x="1" y="25"/>
                    </a:cubicBezTo>
                    <a:cubicBezTo>
                      <a:pt x="13" y="40"/>
                      <a:pt x="32" y="30"/>
                      <a:pt x="46" y="23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78" y="9"/>
                      <a:pt x="96" y="6"/>
                      <a:pt x="116" y="10"/>
                    </a:cubicBezTo>
                    <a:cubicBezTo>
                      <a:pt x="118" y="10"/>
                      <a:pt x="120" y="9"/>
                      <a:pt x="120" y="7"/>
                    </a:cubicBezTo>
                    <a:cubicBezTo>
                      <a:pt x="120" y="6"/>
                      <a:pt x="119" y="4"/>
                      <a:pt x="117" y="4"/>
                    </a:cubicBezTo>
                    <a:cubicBezTo>
                      <a:pt x="96" y="0"/>
                      <a:pt x="76" y="3"/>
                      <a:pt x="52" y="1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3" name="Freeform 614">
                <a:extLst>
                  <a:ext uri="{FF2B5EF4-FFF2-40B4-BE49-F238E27FC236}">
                    <a16:creationId xmlns:a16="http://schemas.microsoft.com/office/drawing/2014/main" id="{866D6D56-6D70-4F82-83EC-B277CFF2E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559"/>
                <a:ext cx="148" cy="133"/>
              </a:xfrm>
              <a:custGeom>
                <a:avLst/>
                <a:gdLst>
                  <a:gd name="T0" fmla="*/ 522 w 59"/>
                  <a:gd name="T1" fmla="*/ 0 h 50"/>
                  <a:gd name="T2" fmla="*/ 314 w 59"/>
                  <a:gd name="T3" fmla="*/ 1450 h 50"/>
                  <a:gd name="T4" fmla="*/ 4468 w 59"/>
                  <a:gd name="T5" fmla="*/ 5703 h 50"/>
                  <a:gd name="T6" fmla="*/ 7450 w 59"/>
                  <a:gd name="T7" fmla="*/ 7451 h 50"/>
                  <a:gd name="T8" fmla="*/ 9941 w 59"/>
                  <a:gd name="T9" fmla="*/ 11973 h 50"/>
                  <a:gd name="T10" fmla="*/ 13415 w 59"/>
                  <a:gd name="T11" fmla="*/ 17314 h 50"/>
                  <a:gd name="T12" fmla="*/ 14409 w 59"/>
                  <a:gd name="T13" fmla="*/ 17314 h 50"/>
                  <a:gd name="T14" fmla="*/ 14221 w 59"/>
                  <a:gd name="T15" fmla="*/ 15976 h 50"/>
                  <a:gd name="T16" fmla="*/ 11208 w 59"/>
                  <a:gd name="T17" fmla="*/ 10917 h 50"/>
                  <a:gd name="T18" fmla="*/ 8431 w 59"/>
                  <a:gd name="T19" fmla="*/ 6006 h 50"/>
                  <a:gd name="T20" fmla="*/ 4959 w 59"/>
                  <a:gd name="T21" fmla="*/ 3857 h 50"/>
                  <a:gd name="T22" fmla="*/ 1498 w 59"/>
                  <a:gd name="T23" fmla="*/ 657 h 50"/>
                  <a:gd name="T24" fmla="*/ 522 w 59"/>
                  <a:gd name="T25" fmla="*/ 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50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3" y="12"/>
                      <a:pt x="11" y="14"/>
                      <a:pt x="18" y="16"/>
                    </a:cubicBezTo>
                    <a:cubicBezTo>
                      <a:pt x="23" y="18"/>
                      <a:pt x="27" y="19"/>
                      <a:pt x="30" y="21"/>
                    </a:cubicBezTo>
                    <a:cubicBezTo>
                      <a:pt x="34" y="25"/>
                      <a:pt x="37" y="29"/>
                      <a:pt x="40" y="34"/>
                    </a:cubicBezTo>
                    <a:cubicBezTo>
                      <a:pt x="44" y="39"/>
                      <a:pt x="48" y="45"/>
                      <a:pt x="54" y="49"/>
                    </a:cubicBezTo>
                    <a:cubicBezTo>
                      <a:pt x="55" y="50"/>
                      <a:pt x="57" y="50"/>
                      <a:pt x="58" y="49"/>
                    </a:cubicBezTo>
                    <a:cubicBezTo>
                      <a:pt x="59" y="48"/>
                      <a:pt x="59" y="46"/>
                      <a:pt x="57" y="45"/>
                    </a:cubicBezTo>
                    <a:cubicBezTo>
                      <a:pt x="52" y="41"/>
                      <a:pt x="49" y="36"/>
                      <a:pt x="45" y="31"/>
                    </a:cubicBezTo>
                    <a:cubicBezTo>
                      <a:pt x="42" y="26"/>
                      <a:pt x="38" y="21"/>
                      <a:pt x="34" y="17"/>
                    </a:cubicBezTo>
                    <a:cubicBezTo>
                      <a:pt x="30" y="14"/>
                      <a:pt x="25" y="12"/>
                      <a:pt x="20" y="11"/>
                    </a:cubicBezTo>
                    <a:cubicBezTo>
                      <a:pt x="14" y="9"/>
                      <a:pt x="8" y="7"/>
                      <a:pt x="6" y="2"/>
                    </a:cubicBezTo>
                    <a:cubicBezTo>
                      <a:pt x="6" y="0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4" name="Freeform 615">
                <a:extLst>
                  <a:ext uri="{FF2B5EF4-FFF2-40B4-BE49-F238E27FC236}">
                    <a16:creationId xmlns:a16="http://schemas.microsoft.com/office/drawing/2014/main" id="{FFCC3980-C659-4502-A96A-9CA2FC65C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1820"/>
                <a:ext cx="62" cy="91"/>
              </a:xfrm>
              <a:custGeom>
                <a:avLst/>
                <a:gdLst>
                  <a:gd name="T0" fmla="*/ 184 w 25"/>
                  <a:gd name="T1" fmla="*/ 1073 h 34"/>
                  <a:gd name="T2" fmla="*/ 2349 w 25"/>
                  <a:gd name="T3" fmla="*/ 8110 h 34"/>
                  <a:gd name="T4" fmla="*/ 4238 w 25"/>
                  <a:gd name="T5" fmla="*/ 11814 h 34"/>
                  <a:gd name="T6" fmla="*/ 5141 w 25"/>
                  <a:gd name="T7" fmla="*/ 12521 h 34"/>
                  <a:gd name="T8" fmla="*/ 5647 w 25"/>
                  <a:gd name="T9" fmla="*/ 10990 h 34"/>
                  <a:gd name="T10" fmla="*/ 3474 w 25"/>
                  <a:gd name="T11" fmla="*/ 6576 h 34"/>
                  <a:gd name="T12" fmla="*/ 1587 w 25"/>
                  <a:gd name="T13" fmla="*/ 1073 h 34"/>
                  <a:gd name="T14" fmla="*/ 947 w 25"/>
                  <a:gd name="T15" fmla="*/ 0 h 34"/>
                  <a:gd name="T16" fmla="*/ 184 w 25"/>
                  <a:gd name="T17" fmla="*/ 1073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4">
                    <a:moveTo>
                      <a:pt x="1" y="3"/>
                    </a:moveTo>
                    <a:cubicBezTo>
                      <a:pt x="0" y="12"/>
                      <a:pt x="6" y="18"/>
                      <a:pt x="10" y="22"/>
                    </a:cubicBezTo>
                    <a:cubicBezTo>
                      <a:pt x="14" y="25"/>
                      <a:pt x="17" y="28"/>
                      <a:pt x="18" y="32"/>
                    </a:cubicBezTo>
                    <a:cubicBezTo>
                      <a:pt x="19" y="34"/>
                      <a:pt x="21" y="34"/>
                      <a:pt x="22" y="34"/>
                    </a:cubicBezTo>
                    <a:cubicBezTo>
                      <a:pt x="24" y="33"/>
                      <a:pt x="25" y="31"/>
                      <a:pt x="24" y="30"/>
                    </a:cubicBezTo>
                    <a:cubicBezTo>
                      <a:pt x="22" y="25"/>
                      <a:pt x="18" y="21"/>
                      <a:pt x="15" y="18"/>
                    </a:cubicBezTo>
                    <a:cubicBezTo>
                      <a:pt x="10" y="13"/>
                      <a:pt x="6" y="10"/>
                      <a:pt x="7" y="3"/>
                    </a:cubicBezTo>
                    <a:cubicBezTo>
                      <a:pt x="7" y="2"/>
                      <a:pt x="6" y="0"/>
                      <a:pt x="4" y="0"/>
                    </a:cubicBezTo>
                    <a:cubicBezTo>
                      <a:pt x="2" y="0"/>
                      <a:pt x="1" y="1"/>
                      <a:pt x="1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5" name="Freeform 616">
                <a:extLst>
                  <a:ext uri="{FF2B5EF4-FFF2-40B4-BE49-F238E27FC236}">
                    <a16:creationId xmlns:a16="http://schemas.microsoft.com/office/drawing/2014/main" id="{CAA9F560-FAF0-4E97-9A9D-12DAB5FCA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1719"/>
                <a:ext cx="183" cy="218"/>
              </a:xfrm>
              <a:custGeom>
                <a:avLst/>
                <a:gdLst>
                  <a:gd name="T0" fmla="*/ 785 w 73"/>
                  <a:gd name="T1" fmla="*/ 0 h 82"/>
                  <a:gd name="T2" fmla="*/ 0 w 73"/>
                  <a:gd name="T3" fmla="*/ 1053 h 82"/>
                  <a:gd name="T4" fmla="*/ 4455 w 73"/>
                  <a:gd name="T5" fmla="*/ 11293 h 82"/>
                  <a:gd name="T6" fmla="*/ 7232 w 73"/>
                  <a:gd name="T7" fmla="*/ 14093 h 82"/>
                  <a:gd name="T8" fmla="*/ 8929 w 73"/>
                  <a:gd name="T9" fmla="*/ 18737 h 82"/>
                  <a:gd name="T10" fmla="*/ 10697 w 73"/>
                  <a:gd name="T11" fmla="*/ 24031 h 82"/>
                  <a:gd name="T12" fmla="*/ 14856 w 73"/>
                  <a:gd name="T13" fmla="*/ 27473 h 82"/>
                  <a:gd name="T14" fmla="*/ 16823 w 73"/>
                  <a:gd name="T15" fmla="*/ 28970 h 82"/>
                  <a:gd name="T16" fmla="*/ 17816 w 73"/>
                  <a:gd name="T17" fmla="*/ 28279 h 82"/>
                  <a:gd name="T18" fmla="*/ 17616 w 73"/>
                  <a:gd name="T19" fmla="*/ 26830 h 82"/>
                  <a:gd name="T20" fmla="*/ 15359 w 73"/>
                  <a:gd name="T21" fmla="*/ 25386 h 82"/>
                  <a:gd name="T22" fmla="*/ 11895 w 73"/>
                  <a:gd name="T23" fmla="*/ 22590 h 82"/>
                  <a:gd name="T24" fmla="*/ 10381 w 73"/>
                  <a:gd name="T25" fmla="*/ 18081 h 82"/>
                  <a:gd name="T26" fmla="*/ 8207 w 73"/>
                  <a:gd name="T27" fmla="*/ 12737 h 82"/>
                  <a:gd name="T28" fmla="*/ 5447 w 73"/>
                  <a:gd name="T29" fmla="*/ 9549 h 82"/>
                  <a:gd name="T30" fmla="*/ 1497 w 73"/>
                  <a:gd name="T31" fmla="*/ 1053 h 82"/>
                  <a:gd name="T32" fmla="*/ 785 w 73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3" h="82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1" y="19"/>
                      <a:pt x="10" y="25"/>
                      <a:pt x="18" y="32"/>
                    </a:cubicBezTo>
                    <a:cubicBezTo>
                      <a:pt x="22" y="34"/>
                      <a:pt x="25" y="37"/>
                      <a:pt x="29" y="40"/>
                    </a:cubicBezTo>
                    <a:cubicBezTo>
                      <a:pt x="32" y="43"/>
                      <a:pt x="34" y="48"/>
                      <a:pt x="36" y="53"/>
                    </a:cubicBezTo>
                    <a:cubicBezTo>
                      <a:pt x="38" y="58"/>
                      <a:pt x="40" y="63"/>
                      <a:pt x="43" y="68"/>
                    </a:cubicBezTo>
                    <a:cubicBezTo>
                      <a:pt x="48" y="73"/>
                      <a:pt x="54" y="76"/>
                      <a:pt x="60" y="78"/>
                    </a:cubicBezTo>
                    <a:cubicBezTo>
                      <a:pt x="68" y="82"/>
                      <a:pt x="68" y="82"/>
                      <a:pt x="68" y="82"/>
                    </a:cubicBezTo>
                    <a:cubicBezTo>
                      <a:pt x="70" y="82"/>
                      <a:pt x="72" y="82"/>
                      <a:pt x="72" y="80"/>
                    </a:cubicBezTo>
                    <a:cubicBezTo>
                      <a:pt x="73" y="79"/>
                      <a:pt x="72" y="77"/>
                      <a:pt x="71" y="76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57" y="70"/>
                      <a:pt x="52" y="68"/>
                      <a:pt x="48" y="64"/>
                    </a:cubicBezTo>
                    <a:cubicBezTo>
                      <a:pt x="45" y="60"/>
                      <a:pt x="43" y="56"/>
                      <a:pt x="42" y="51"/>
                    </a:cubicBezTo>
                    <a:cubicBezTo>
                      <a:pt x="40" y="46"/>
                      <a:pt x="37" y="40"/>
                      <a:pt x="33" y="36"/>
                    </a:cubicBezTo>
                    <a:cubicBezTo>
                      <a:pt x="29" y="32"/>
                      <a:pt x="26" y="29"/>
                      <a:pt x="22" y="27"/>
                    </a:cubicBezTo>
                    <a:cubicBezTo>
                      <a:pt x="13" y="21"/>
                      <a:pt x="7" y="16"/>
                      <a:pt x="6" y="3"/>
                    </a:cubicBezTo>
                    <a:cubicBezTo>
                      <a:pt x="6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6" name="Freeform 617">
                <a:extLst>
                  <a:ext uri="{FF2B5EF4-FFF2-40B4-BE49-F238E27FC236}">
                    <a16:creationId xmlns:a16="http://schemas.microsoft.com/office/drawing/2014/main" id="{AAF8FBB6-3D70-4884-8303-FCF7A3D5F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6" y="1740"/>
                <a:ext cx="210" cy="93"/>
              </a:xfrm>
              <a:custGeom>
                <a:avLst/>
                <a:gdLst>
                  <a:gd name="T0" fmla="*/ 19533 w 84"/>
                  <a:gd name="T1" fmla="*/ 9813 h 35"/>
                  <a:gd name="T2" fmla="*/ 14188 w 84"/>
                  <a:gd name="T3" fmla="*/ 6622 h 35"/>
                  <a:gd name="T4" fmla="*/ 10750 w 84"/>
                  <a:gd name="T5" fmla="*/ 3191 h 35"/>
                  <a:gd name="T6" fmla="*/ 5395 w 84"/>
                  <a:gd name="T7" fmla="*/ 1743 h 35"/>
                  <a:gd name="T8" fmla="*/ 520 w 84"/>
                  <a:gd name="T9" fmla="*/ 0 h 35"/>
                  <a:gd name="T10" fmla="*/ 520 w 84"/>
                  <a:gd name="T11" fmla="*/ 0 h 35"/>
                  <a:gd name="T12" fmla="*/ 0 w 84"/>
                  <a:gd name="T13" fmla="*/ 2139 h 35"/>
                  <a:gd name="T14" fmla="*/ 5208 w 84"/>
                  <a:gd name="T15" fmla="*/ 3848 h 35"/>
                  <a:gd name="T16" fmla="*/ 10283 w 84"/>
                  <a:gd name="T17" fmla="*/ 5288 h 35"/>
                  <a:gd name="T18" fmla="*/ 13208 w 84"/>
                  <a:gd name="T19" fmla="*/ 8070 h 35"/>
                  <a:gd name="T20" fmla="*/ 19845 w 84"/>
                  <a:gd name="T21" fmla="*/ 11912 h 35"/>
                  <a:gd name="T22" fmla="*/ 20313 w 84"/>
                  <a:gd name="T23" fmla="*/ 10860 h 35"/>
                  <a:gd name="T24" fmla="*/ 19533 w 84"/>
                  <a:gd name="T25" fmla="*/ 9813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35">
                    <a:moveTo>
                      <a:pt x="80" y="28"/>
                    </a:moveTo>
                    <a:cubicBezTo>
                      <a:pt x="70" y="29"/>
                      <a:pt x="65" y="24"/>
                      <a:pt x="58" y="19"/>
                    </a:cubicBezTo>
                    <a:cubicBezTo>
                      <a:pt x="54" y="15"/>
                      <a:pt x="50" y="12"/>
                      <a:pt x="44" y="9"/>
                    </a:cubicBezTo>
                    <a:cubicBezTo>
                      <a:pt x="37" y="6"/>
                      <a:pt x="29" y="5"/>
                      <a:pt x="22" y="5"/>
                    </a:cubicBezTo>
                    <a:cubicBezTo>
                      <a:pt x="15" y="4"/>
                      <a:pt x="8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4"/>
                      <a:pt x="0" y="6"/>
                    </a:cubicBezTo>
                    <a:cubicBezTo>
                      <a:pt x="7" y="9"/>
                      <a:pt x="14" y="10"/>
                      <a:pt x="21" y="11"/>
                    </a:cubicBezTo>
                    <a:cubicBezTo>
                      <a:pt x="29" y="11"/>
                      <a:pt x="36" y="12"/>
                      <a:pt x="42" y="15"/>
                    </a:cubicBezTo>
                    <a:cubicBezTo>
                      <a:pt x="47" y="17"/>
                      <a:pt x="50" y="20"/>
                      <a:pt x="54" y="23"/>
                    </a:cubicBezTo>
                    <a:cubicBezTo>
                      <a:pt x="61" y="29"/>
                      <a:pt x="69" y="35"/>
                      <a:pt x="81" y="34"/>
                    </a:cubicBezTo>
                    <a:cubicBezTo>
                      <a:pt x="82" y="34"/>
                      <a:pt x="84" y="32"/>
                      <a:pt x="83" y="31"/>
                    </a:cubicBezTo>
                    <a:cubicBezTo>
                      <a:pt x="83" y="29"/>
                      <a:pt x="82" y="28"/>
                      <a:pt x="80" y="28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7" name="Freeform 618">
                <a:extLst>
                  <a:ext uri="{FF2B5EF4-FFF2-40B4-BE49-F238E27FC236}">
                    <a16:creationId xmlns:a16="http://schemas.microsoft.com/office/drawing/2014/main" id="{0EC0C803-3B00-4AF3-A863-53F7C1F73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476"/>
                <a:ext cx="270" cy="45"/>
              </a:xfrm>
              <a:custGeom>
                <a:avLst/>
                <a:gdLst>
                  <a:gd name="T0" fmla="*/ 0 w 108"/>
                  <a:gd name="T1" fmla="*/ 1038 h 17"/>
                  <a:gd name="T2" fmla="*/ 783 w 108"/>
                  <a:gd name="T3" fmla="*/ 2059 h 17"/>
                  <a:gd name="T4" fmla="*/ 5208 w 108"/>
                  <a:gd name="T5" fmla="*/ 2748 h 17"/>
                  <a:gd name="T6" fmla="*/ 12033 w 108"/>
                  <a:gd name="T7" fmla="*/ 3391 h 17"/>
                  <a:gd name="T8" fmla="*/ 15938 w 108"/>
                  <a:gd name="T9" fmla="*/ 3131 h 17"/>
                  <a:gd name="T10" fmla="*/ 24925 w 108"/>
                  <a:gd name="T11" fmla="*/ 5450 h 17"/>
                  <a:gd name="T12" fmla="*/ 25908 w 108"/>
                  <a:gd name="T13" fmla="*/ 5450 h 17"/>
                  <a:gd name="T14" fmla="*/ 25908 w 108"/>
                  <a:gd name="T15" fmla="*/ 4177 h 17"/>
                  <a:gd name="T16" fmla="*/ 15938 w 108"/>
                  <a:gd name="T17" fmla="*/ 1038 h 17"/>
                  <a:gd name="T18" fmla="*/ 12033 w 108"/>
                  <a:gd name="T19" fmla="*/ 1429 h 17"/>
                  <a:gd name="T20" fmla="*/ 5208 w 108"/>
                  <a:gd name="T21" fmla="*/ 630 h 17"/>
                  <a:gd name="T22" fmla="*/ 783 w 108"/>
                  <a:gd name="T23" fmla="*/ 0 h 17"/>
                  <a:gd name="T24" fmla="*/ 0 w 108"/>
                  <a:gd name="T25" fmla="*/ 1038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8" h="17">
                    <a:moveTo>
                      <a:pt x="0" y="3"/>
                    </a:moveTo>
                    <a:cubicBezTo>
                      <a:pt x="0" y="5"/>
                      <a:pt x="1" y="6"/>
                      <a:pt x="3" y="6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30" y="9"/>
                      <a:pt x="39" y="10"/>
                      <a:pt x="49" y="10"/>
                    </a:cubicBezTo>
                    <a:cubicBezTo>
                      <a:pt x="54" y="11"/>
                      <a:pt x="60" y="10"/>
                      <a:pt x="65" y="9"/>
                    </a:cubicBezTo>
                    <a:cubicBezTo>
                      <a:pt x="79" y="8"/>
                      <a:pt x="91" y="7"/>
                      <a:pt x="102" y="16"/>
                    </a:cubicBezTo>
                    <a:cubicBezTo>
                      <a:pt x="103" y="17"/>
                      <a:pt x="105" y="17"/>
                      <a:pt x="106" y="16"/>
                    </a:cubicBezTo>
                    <a:cubicBezTo>
                      <a:pt x="108" y="15"/>
                      <a:pt x="107" y="13"/>
                      <a:pt x="106" y="12"/>
                    </a:cubicBezTo>
                    <a:cubicBezTo>
                      <a:pt x="93" y="0"/>
                      <a:pt x="79" y="2"/>
                      <a:pt x="65" y="3"/>
                    </a:cubicBezTo>
                    <a:cubicBezTo>
                      <a:pt x="59" y="4"/>
                      <a:pt x="54" y="5"/>
                      <a:pt x="49" y="4"/>
                    </a:cubicBezTo>
                    <a:cubicBezTo>
                      <a:pt x="40" y="4"/>
                      <a:pt x="30" y="3"/>
                      <a:pt x="21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8" name="Freeform 619">
                <a:extLst>
                  <a:ext uri="{FF2B5EF4-FFF2-40B4-BE49-F238E27FC236}">
                    <a16:creationId xmlns:a16="http://schemas.microsoft.com/office/drawing/2014/main" id="{A61F804C-5B22-41F3-8B68-9042C54C8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305"/>
                <a:ext cx="305" cy="91"/>
              </a:xfrm>
              <a:custGeom>
                <a:avLst/>
                <a:gdLst>
                  <a:gd name="T0" fmla="*/ 14188 w 122"/>
                  <a:gd name="T1" fmla="*/ 5479 h 34"/>
                  <a:gd name="T2" fmla="*/ 988 w 122"/>
                  <a:gd name="T3" fmla="*/ 9584 h 34"/>
                  <a:gd name="T4" fmla="*/ 0 w 122"/>
                  <a:gd name="T5" fmla="*/ 10315 h 34"/>
                  <a:gd name="T6" fmla="*/ 783 w 122"/>
                  <a:gd name="T7" fmla="*/ 11814 h 34"/>
                  <a:gd name="T8" fmla="*/ 14970 w 122"/>
                  <a:gd name="T9" fmla="*/ 7435 h 34"/>
                  <a:gd name="T10" fmla="*/ 29113 w 122"/>
                  <a:gd name="T11" fmla="*/ 2205 h 34"/>
                  <a:gd name="T12" fmla="*/ 29813 w 122"/>
                  <a:gd name="T13" fmla="*/ 1073 h 34"/>
                  <a:gd name="T14" fmla="*/ 29113 w 122"/>
                  <a:gd name="T15" fmla="*/ 0 h 34"/>
                  <a:gd name="T16" fmla="*/ 14188 w 122"/>
                  <a:gd name="T17" fmla="*/ 5479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2" h="34">
                    <a:moveTo>
                      <a:pt x="58" y="15"/>
                    </a:moveTo>
                    <a:cubicBezTo>
                      <a:pt x="43" y="25"/>
                      <a:pt x="19" y="28"/>
                      <a:pt x="4" y="26"/>
                    </a:cubicBezTo>
                    <a:cubicBezTo>
                      <a:pt x="2" y="26"/>
                      <a:pt x="0" y="27"/>
                      <a:pt x="0" y="28"/>
                    </a:cubicBezTo>
                    <a:cubicBezTo>
                      <a:pt x="0" y="30"/>
                      <a:pt x="1" y="31"/>
                      <a:pt x="3" y="32"/>
                    </a:cubicBezTo>
                    <a:cubicBezTo>
                      <a:pt x="19" y="34"/>
                      <a:pt x="44" y="31"/>
                      <a:pt x="61" y="20"/>
                    </a:cubicBezTo>
                    <a:cubicBezTo>
                      <a:pt x="80" y="8"/>
                      <a:pt x="96" y="6"/>
                      <a:pt x="119" y="6"/>
                    </a:cubicBezTo>
                    <a:cubicBezTo>
                      <a:pt x="121" y="6"/>
                      <a:pt x="122" y="5"/>
                      <a:pt x="122" y="3"/>
                    </a:cubicBezTo>
                    <a:cubicBezTo>
                      <a:pt x="122" y="2"/>
                      <a:pt x="121" y="0"/>
                      <a:pt x="119" y="0"/>
                    </a:cubicBezTo>
                    <a:cubicBezTo>
                      <a:pt x="95" y="0"/>
                      <a:pt x="78" y="2"/>
                      <a:pt x="58" y="15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9" name="Freeform 620">
                <a:extLst>
                  <a:ext uri="{FF2B5EF4-FFF2-40B4-BE49-F238E27FC236}">
                    <a16:creationId xmlns:a16="http://schemas.microsoft.com/office/drawing/2014/main" id="{F8EF0B3D-D66C-4FEB-89F6-BF6662F1E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1295"/>
                <a:ext cx="227" cy="96"/>
              </a:xfrm>
              <a:custGeom>
                <a:avLst/>
                <a:gdLst>
                  <a:gd name="T0" fmla="*/ 20752 w 91"/>
                  <a:gd name="T1" fmla="*/ 397 h 36"/>
                  <a:gd name="T2" fmla="*/ 16142 w 91"/>
                  <a:gd name="T3" fmla="*/ 1059 h 36"/>
                  <a:gd name="T4" fmla="*/ 10801 w 91"/>
                  <a:gd name="T5" fmla="*/ 2184 h 36"/>
                  <a:gd name="T6" fmla="*/ 7436 w 91"/>
                  <a:gd name="T7" fmla="*/ 5824 h 36"/>
                  <a:gd name="T8" fmla="*/ 1162 w 91"/>
                  <a:gd name="T9" fmla="*/ 9309 h 36"/>
                  <a:gd name="T10" fmla="*/ 187 w 91"/>
                  <a:gd name="T11" fmla="*/ 10104 h 36"/>
                  <a:gd name="T12" fmla="*/ 654 w 91"/>
                  <a:gd name="T13" fmla="*/ 11171 h 36"/>
                  <a:gd name="T14" fmla="*/ 8401 w 91"/>
                  <a:gd name="T15" fmla="*/ 7133 h 36"/>
                  <a:gd name="T16" fmla="*/ 11579 w 91"/>
                  <a:gd name="T17" fmla="*/ 4301 h 36"/>
                  <a:gd name="T18" fmla="*/ 15955 w 91"/>
                  <a:gd name="T19" fmla="*/ 3243 h 36"/>
                  <a:gd name="T20" fmla="*/ 21450 w 91"/>
                  <a:gd name="T21" fmla="*/ 2184 h 36"/>
                  <a:gd name="T22" fmla="*/ 21917 w 91"/>
                  <a:gd name="T23" fmla="*/ 661 h 36"/>
                  <a:gd name="T24" fmla="*/ 20752 w 91"/>
                  <a:gd name="T25" fmla="*/ 397 h 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1" h="36">
                    <a:moveTo>
                      <a:pt x="86" y="1"/>
                    </a:moveTo>
                    <a:cubicBezTo>
                      <a:pt x="81" y="4"/>
                      <a:pt x="74" y="4"/>
                      <a:pt x="67" y="3"/>
                    </a:cubicBezTo>
                    <a:cubicBezTo>
                      <a:pt x="59" y="3"/>
                      <a:pt x="52" y="3"/>
                      <a:pt x="45" y="6"/>
                    </a:cubicBezTo>
                    <a:cubicBezTo>
                      <a:pt x="40" y="8"/>
                      <a:pt x="36" y="12"/>
                      <a:pt x="31" y="16"/>
                    </a:cubicBezTo>
                    <a:cubicBezTo>
                      <a:pt x="22" y="23"/>
                      <a:pt x="14" y="30"/>
                      <a:pt x="5" y="26"/>
                    </a:cubicBezTo>
                    <a:cubicBezTo>
                      <a:pt x="3" y="25"/>
                      <a:pt x="2" y="26"/>
                      <a:pt x="1" y="28"/>
                    </a:cubicBezTo>
                    <a:cubicBezTo>
                      <a:pt x="0" y="29"/>
                      <a:pt x="1" y="31"/>
                      <a:pt x="3" y="31"/>
                    </a:cubicBezTo>
                    <a:cubicBezTo>
                      <a:pt x="15" y="36"/>
                      <a:pt x="25" y="28"/>
                      <a:pt x="35" y="20"/>
                    </a:cubicBezTo>
                    <a:cubicBezTo>
                      <a:pt x="39" y="17"/>
                      <a:pt x="44" y="13"/>
                      <a:pt x="48" y="12"/>
                    </a:cubicBezTo>
                    <a:cubicBezTo>
                      <a:pt x="53" y="9"/>
                      <a:pt x="60" y="9"/>
                      <a:pt x="66" y="9"/>
                    </a:cubicBezTo>
                    <a:cubicBezTo>
                      <a:pt x="74" y="10"/>
                      <a:pt x="82" y="10"/>
                      <a:pt x="89" y="6"/>
                    </a:cubicBezTo>
                    <a:cubicBezTo>
                      <a:pt x="91" y="5"/>
                      <a:pt x="91" y="4"/>
                      <a:pt x="91" y="2"/>
                    </a:cubicBezTo>
                    <a:cubicBezTo>
                      <a:pt x="90" y="1"/>
                      <a:pt x="88" y="0"/>
                      <a:pt x="86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0" name="Freeform 621">
                <a:extLst>
                  <a:ext uri="{FF2B5EF4-FFF2-40B4-BE49-F238E27FC236}">
                    <a16:creationId xmlns:a16="http://schemas.microsoft.com/office/drawing/2014/main" id="{F5A5036B-665E-4D00-BC9D-8CF0337D7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921"/>
                <a:ext cx="65" cy="243"/>
              </a:xfrm>
              <a:custGeom>
                <a:avLst/>
                <a:gdLst>
                  <a:gd name="T0" fmla="*/ 520 w 26"/>
                  <a:gd name="T1" fmla="*/ 401 h 91"/>
                  <a:gd name="T2" fmla="*/ 313 w 26"/>
                  <a:gd name="T3" fmla="*/ 1768 h 91"/>
                  <a:gd name="T4" fmla="*/ 3438 w 26"/>
                  <a:gd name="T5" fmla="*/ 18869 h 91"/>
                  <a:gd name="T6" fmla="*/ 4895 w 26"/>
                  <a:gd name="T7" fmla="*/ 32330 h 91"/>
                  <a:gd name="T8" fmla="*/ 5863 w 26"/>
                  <a:gd name="T9" fmla="*/ 32602 h 91"/>
                  <a:gd name="T10" fmla="*/ 6175 w 26"/>
                  <a:gd name="T11" fmla="*/ 31224 h 91"/>
                  <a:gd name="T12" fmla="*/ 4895 w 26"/>
                  <a:gd name="T13" fmla="*/ 18455 h 91"/>
                  <a:gd name="T14" fmla="*/ 1488 w 26"/>
                  <a:gd name="T15" fmla="*/ 662 h 91"/>
                  <a:gd name="T16" fmla="*/ 520 w 26"/>
                  <a:gd name="T17" fmla="*/ 401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91">
                    <a:moveTo>
                      <a:pt x="2" y="1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13" y="19"/>
                      <a:pt x="13" y="35"/>
                      <a:pt x="14" y="52"/>
                    </a:cubicBezTo>
                    <a:cubicBezTo>
                      <a:pt x="14" y="64"/>
                      <a:pt x="15" y="76"/>
                      <a:pt x="20" y="89"/>
                    </a:cubicBezTo>
                    <a:cubicBezTo>
                      <a:pt x="20" y="90"/>
                      <a:pt x="22" y="91"/>
                      <a:pt x="24" y="90"/>
                    </a:cubicBezTo>
                    <a:cubicBezTo>
                      <a:pt x="25" y="90"/>
                      <a:pt x="26" y="88"/>
                      <a:pt x="25" y="86"/>
                    </a:cubicBezTo>
                    <a:cubicBezTo>
                      <a:pt x="21" y="75"/>
                      <a:pt x="20" y="63"/>
                      <a:pt x="20" y="51"/>
                    </a:cubicBezTo>
                    <a:cubicBezTo>
                      <a:pt x="19" y="34"/>
                      <a:pt x="18" y="17"/>
                      <a:pt x="6" y="2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1" name="Freeform 622">
                <a:extLst>
                  <a:ext uri="{FF2B5EF4-FFF2-40B4-BE49-F238E27FC236}">
                    <a16:creationId xmlns:a16="http://schemas.microsoft.com/office/drawing/2014/main" id="{ECC62F0D-DFE3-4A1C-ABA1-D36BB856C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999"/>
                <a:ext cx="85" cy="272"/>
              </a:xfrm>
              <a:custGeom>
                <a:avLst/>
                <a:gdLst>
                  <a:gd name="T0" fmla="*/ 520 w 34"/>
                  <a:gd name="T1" fmla="*/ 397 h 102"/>
                  <a:gd name="T2" fmla="*/ 0 w 34"/>
                  <a:gd name="T3" fmla="*/ 1763 h 102"/>
                  <a:gd name="T4" fmla="*/ 3250 w 34"/>
                  <a:gd name="T5" fmla="*/ 10376 h 102"/>
                  <a:gd name="T6" fmla="*/ 6645 w 34"/>
                  <a:gd name="T7" fmla="*/ 19819 h 102"/>
                  <a:gd name="T8" fmla="*/ 6175 w 34"/>
                  <a:gd name="T9" fmla="*/ 26944 h 102"/>
                  <a:gd name="T10" fmla="*/ 6175 w 34"/>
                  <a:gd name="T11" fmla="*/ 36259 h 102"/>
                  <a:gd name="T12" fmla="*/ 7158 w 34"/>
                  <a:gd name="T13" fmla="*/ 36011 h 102"/>
                  <a:gd name="T14" fmla="*/ 7158 w 34"/>
                  <a:gd name="T15" fmla="*/ 34531 h 102"/>
                  <a:gd name="T16" fmla="*/ 7345 w 34"/>
                  <a:gd name="T17" fmla="*/ 27363 h 102"/>
                  <a:gd name="T18" fmla="*/ 8125 w 34"/>
                  <a:gd name="T19" fmla="*/ 19421 h 102"/>
                  <a:gd name="T20" fmla="*/ 4425 w 34"/>
                  <a:gd name="T21" fmla="*/ 9309 h 102"/>
                  <a:gd name="T22" fmla="*/ 1488 w 34"/>
                  <a:gd name="T23" fmla="*/ 1059 h 102"/>
                  <a:gd name="T24" fmla="*/ 520 w 34"/>
                  <a:gd name="T25" fmla="*/ 397 h 1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102">
                    <a:moveTo>
                      <a:pt x="2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3" y="13"/>
                      <a:pt x="8" y="21"/>
                      <a:pt x="13" y="29"/>
                    </a:cubicBezTo>
                    <a:cubicBezTo>
                      <a:pt x="19" y="38"/>
                      <a:pt x="25" y="46"/>
                      <a:pt x="27" y="55"/>
                    </a:cubicBezTo>
                    <a:cubicBezTo>
                      <a:pt x="28" y="60"/>
                      <a:pt x="26" y="68"/>
                      <a:pt x="25" y="75"/>
                    </a:cubicBezTo>
                    <a:cubicBezTo>
                      <a:pt x="22" y="86"/>
                      <a:pt x="20" y="96"/>
                      <a:pt x="25" y="101"/>
                    </a:cubicBezTo>
                    <a:cubicBezTo>
                      <a:pt x="26" y="102"/>
                      <a:pt x="28" y="102"/>
                      <a:pt x="29" y="100"/>
                    </a:cubicBezTo>
                    <a:cubicBezTo>
                      <a:pt x="31" y="99"/>
                      <a:pt x="30" y="97"/>
                      <a:pt x="29" y="96"/>
                    </a:cubicBezTo>
                    <a:cubicBezTo>
                      <a:pt x="27" y="94"/>
                      <a:pt x="29" y="84"/>
                      <a:pt x="30" y="76"/>
                    </a:cubicBezTo>
                    <a:cubicBezTo>
                      <a:pt x="32" y="68"/>
                      <a:pt x="34" y="60"/>
                      <a:pt x="33" y="54"/>
                    </a:cubicBezTo>
                    <a:cubicBezTo>
                      <a:pt x="30" y="43"/>
                      <a:pt x="24" y="34"/>
                      <a:pt x="18" y="26"/>
                    </a:cubicBezTo>
                    <a:cubicBezTo>
                      <a:pt x="13" y="18"/>
                      <a:pt x="9" y="11"/>
                      <a:pt x="6" y="3"/>
                    </a:cubicBezTo>
                    <a:cubicBezTo>
                      <a:pt x="5" y="1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2" name="Freeform 623">
                <a:extLst>
                  <a:ext uri="{FF2B5EF4-FFF2-40B4-BE49-F238E27FC236}">
                    <a16:creationId xmlns:a16="http://schemas.microsoft.com/office/drawing/2014/main" id="{0A1F805A-4C1C-434A-8F85-F71A95578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009"/>
                <a:ext cx="107" cy="251"/>
              </a:xfrm>
              <a:custGeom>
                <a:avLst/>
                <a:gdLst>
                  <a:gd name="T0" fmla="*/ 187 w 43"/>
                  <a:gd name="T1" fmla="*/ 401 h 94"/>
                  <a:gd name="T2" fmla="*/ 187 w 43"/>
                  <a:gd name="T3" fmla="*/ 1768 h 94"/>
                  <a:gd name="T4" fmla="*/ 3840 w 43"/>
                  <a:gd name="T5" fmla="*/ 16256 h 94"/>
                  <a:gd name="T6" fmla="*/ 4297 w 43"/>
                  <a:gd name="T7" fmla="*/ 19971 h 94"/>
                  <a:gd name="T8" fmla="*/ 8781 w 43"/>
                  <a:gd name="T9" fmla="*/ 33661 h 94"/>
                  <a:gd name="T10" fmla="*/ 9739 w 43"/>
                  <a:gd name="T11" fmla="*/ 33396 h 94"/>
                  <a:gd name="T12" fmla="*/ 9739 w 43"/>
                  <a:gd name="T13" fmla="*/ 31928 h 94"/>
                  <a:gd name="T14" fmla="*/ 5716 w 43"/>
                  <a:gd name="T15" fmla="*/ 19573 h 94"/>
                  <a:gd name="T16" fmla="*/ 5258 w 43"/>
                  <a:gd name="T17" fmla="*/ 15858 h 94"/>
                  <a:gd name="T18" fmla="*/ 1418 w 43"/>
                  <a:gd name="T19" fmla="*/ 662 h 94"/>
                  <a:gd name="T20" fmla="*/ 187 w 43"/>
                  <a:gd name="T21" fmla="*/ 401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94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11" y="20"/>
                      <a:pt x="13" y="31"/>
                      <a:pt x="16" y="4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20" y="68"/>
                      <a:pt x="27" y="85"/>
                      <a:pt x="37" y="93"/>
                    </a:cubicBezTo>
                    <a:cubicBezTo>
                      <a:pt x="39" y="94"/>
                      <a:pt x="40" y="94"/>
                      <a:pt x="41" y="92"/>
                    </a:cubicBezTo>
                    <a:cubicBezTo>
                      <a:pt x="43" y="91"/>
                      <a:pt x="42" y="89"/>
                      <a:pt x="41" y="88"/>
                    </a:cubicBezTo>
                    <a:cubicBezTo>
                      <a:pt x="32" y="81"/>
                      <a:pt x="26" y="65"/>
                      <a:pt x="24" y="5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19" y="29"/>
                      <a:pt x="17" y="18"/>
                      <a:pt x="6" y="2"/>
                    </a:cubicBezTo>
                    <a:cubicBezTo>
                      <a:pt x="5" y="1"/>
                      <a:pt x="3" y="0"/>
                      <a:pt x="1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3" name="Freeform 624">
                <a:extLst>
                  <a:ext uri="{FF2B5EF4-FFF2-40B4-BE49-F238E27FC236}">
                    <a16:creationId xmlns:a16="http://schemas.microsoft.com/office/drawing/2014/main" id="{368D2F27-C8C2-4B8A-A519-BACA2EBFE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964"/>
                <a:ext cx="125" cy="285"/>
              </a:xfrm>
              <a:custGeom>
                <a:avLst/>
                <a:gdLst>
                  <a:gd name="T0" fmla="*/ 520 w 50"/>
                  <a:gd name="T1" fmla="*/ 397 h 107"/>
                  <a:gd name="T2" fmla="*/ 313 w 50"/>
                  <a:gd name="T3" fmla="*/ 1761 h 107"/>
                  <a:gd name="T4" fmla="*/ 2738 w 50"/>
                  <a:gd name="T5" fmla="*/ 13280 h 107"/>
                  <a:gd name="T6" fmla="*/ 4220 w 50"/>
                  <a:gd name="T7" fmla="*/ 22091 h 107"/>
                  <a:gd name="T8" fmla="*/ 8125 w 50"/>
                  <a:gd name="T9" fmla="*/ 31350 h 107"/>
                  <a:gd name="T10" fmla="*/ 10750 w 50"/>
                  <a:gd name="T11" fmla="*/ 37545 h 107"/>
                  <a:gd name="T12" fmla="*/ 11720 w 50"/>
                  <a:gd name="T13" fmla="*/ 37793 h 107"/>
                  <a:gd name="T14" fmla="*/ 12033 w 50"/>
                  <a:gd name="T15" fmla="*/ 36429 h 107"/>
                  <a:gd name="T16" fmla="*/ 9113 w 50"/>
                  <a:gd name="T17" fmla="*/ 30293 h 107"/>
                  <a:gd name="T18" fmla="*/ 5395 w 50"/>
                  <a:gd name="T19" fmla="*/ 21447 h 107"/>
                  <a:gd name="T20" fmla="*/ 4220 w 50"/>
                  <a:gd name="T21" fmla="*/ 12892 h 107"/>
                  <a:gd name="T22" fmla="*/ 1488 w 50"/>
                  <a:gd name="T23" fmla="*/ 661 h 107"/>
                  <a:gd name="T24" fmla="*/ 520 w 50"/>
                  <a:gd name="T25" fmla="*/ 397 h 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0" h="107">
                    <a:moveTo>
                      <a:pt x="2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8" y="13"/>
                      <a:pt x="10" y="26"/>
                      <a:pt x="11" y="37"/>
                    </a:cubicBezTo>
                    <a:cubicBezTo>
                      <a:pt x="13" y="46"/>
                      <a:pt x="14" y="54"/>
                      <a:pt x="17" y="62"/>
                    </a:cubicBezTo>
                    <a:cubicBezTo>
                      <a:pt x="21" y="72"/>
                      <a:pt x="27" y="80"/>
                      <a:pt x="33" y="88"/>
                    </a:cubicBezTo>
                    <a:cubicBezTo>
                      <a:pt x="36" y="93"/>
                      <a:pt x="40" y="99"/>
                      <a:pt x="44" y="105"/>
                    </a:cubicBezTo>
                    <a:cubicBezTo>
                      <a:pt x="45" y="106"/>
                      <a:pt x="46" y="107"/>
                      <a:pt x="48" y="106"/>
                    </a:cubicBezTo>
                    <a:cubicBezTo>
                      <a:pt x="49" y="105"/>
                      <a:pt x="50" y="104"/>
                      <a:pt x="49" y="102"/>
                    </a:cubicBezTo>
                    <a:cubicBezTo>
                      <a:pt x="45" y="96"/>
                      <a:pt x="41" y="90"/>
                      <a:pt x="37" y="85"/>
                    </a:cubicBezTo>
                    <a:cubicBezTo>
                      <a:pt x="32" y="77"/>
                      <a:pt x="26" y="69"/>
                      <a:pt x="22" y="60"/>
                    </a:cubicBezTo>
                    <a:cubicBezTo>
                      <a:pt x="20" y="53"/>
                      <a:pt x="19" y="45"/>
                      <a:pt x="17" y="36"/>
                    </a:cubicBezTo>
                    <a:cubicBezTo>
                      <a:pt x="15" y="24"/>
                      <a:pt x="13" y="11"/>
                      <a:pt x="6" y="2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4" name="Freeform 625">
                <a:extLst>
                  <a:ext uri="{FF2B5EF4-FFF2-40B4-BE49-F238E27FC236}">
                    <a16:creationId xmlns:a16="http://schemas.microsoft.com/office/drawing/2014/main" id="{6F08F49E-AD8B-40BB-8A0E-237EA3A45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940"/>
                <a:ext cx="95" cy="251"/>
              </a:xfrm>
              <a:custGeom>
                <a:avLst/>
                <a:gdLst>
                  <a:gd name="T0" fmla="*/ 988 w 38"/>
                  <a:gd name="T1" fmla="*/ 662 h 94"/>
                  <a:gd name="T2" fmla="*/ 3438 w 38"/>
                  <a:gd name="T3" fmla="*/ 14125 h 94"/>
                  <a:gd name="T4" fmla="*/ 4425 w 38"/>
                  <a:gd name="T5" fmla="*/ 16678 h 94"/>
                  <a:gd name="T6" fmla="*/ 6645 w 38"/>
                  <a:gd name="T7" fmla="*/ 32593 h 94"/>
                  <a:gd name="T8" fmla="*/ 7158 w 38"/>
                  <a:gd name="T9" fmla="*/ 34061 h 94"/>
                  <a:gd name="T10" fmla="*/ 8125 w 38"/>
                  <a:gd name="T11" fmla="*/ 33396 h 94"/>
                  <a:gd name="T12" fmla="*/ 5675 w 38"/>
                  <a:gd name="T13" fmla="*/ 15615 h 94"/>
                  <a:gd name="T14" fmla="*/ 4895 w 38"/>
                  <a:gd name="T15" fmla="*/ 13020 h 94"/>
                  <a:gd name="T16" fmla="*/ 2470 w 38"/>
                  <a:gd name="T17" fmla="*/ 1469 h 94"/>
                  <a:gd name="T18" fmla="*/ 1958 w 38"/>
                  <a:gd name="T19" fmla="*/ 0 h 94"/>
                  <a:gd name="T20" fmla="*/ 988 w 38"/>
                  <a:gd name="T21" fmla="*/ 662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94">
                    <a:moveTo>
                      <a:pt x="4" y="2"/>
                    </a:moveTo>
                    <a:cubicBezTo>
                      <a:pt x="0" y="13"/>
                      <a:pt x="8" y="28"/>
                      <a:pt x="14" y="39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25" y="60"/>
                      <a:pt x="32" y="77"/>
                      <a:pt x="27" y="90"/>
                    </a:cubicBezTo>
                    <a:cubicBezTo>
                      <a:pt x="26" y="92"/>
                      <a:pt x="27" y="93"/>
                      <a:pt x="29" y="94"/>
                    </a:cubicBezTo>
                    <a:cubicBezTo>
                      <a:pt x="30" y="94"/>
                      <a:pt x="32" y="94"/>
                      <a:pt x="33" y="92"/>
                    </a:cubicBezTo>
                    <a:cubicBezTo>
                      <a:pt x="38" y="77"/>
                      <a:pt x="31" y="59"/>
                      <a:pt x="23" y="43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14" y="26"/>
                      <a:pt x="7" y="12"/>
                      <a:pt x="10" y="4"/>
                    </a:cubicBezTo>
                    <a:cubicBezTo>
                      <a:pt x="11" y="3"/>
                      <a:pt x="10" y="1"/>
                      <a:pt x="8" y="0"/>
                    </a:cubicBezTo>
                    <a:cubicBezTo>
                      <a:pt x="7" y="0"/>
                      <a:pt x="5" y="0"/>
                      <a:pt x="4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5" name="Freeform 626">
                <a:extLst>
                  <a:ext uri="{FF2B5EF4-FFF2-40B4-BE49-F238E27FC236}">
                    <a16:creationId xmlns:a16="http://schemas.microsoft.com/office/drawing/2014/main" id="{B541D4D1-C2EE-499A-95D0-A80AAC202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927"/>
                <a:ext cx="157" cy="269"/>
              </a:xfrm>
              <a:custGeom>
                <a:avLst/>
                <a:gdLst>
                  <a:gd name="T0" fmla="*/ 14115 w 63"/>
                  <a:gd name="T1" fmla="*/ 0 h 101"/>
                  <a:gd name="T2" fmla="*/ 13465 w 63"/>
                  <a:gd name="T3" fmla="*/ 1057 h 101"/>
                  <a:gd name="T4" fmla="*/ 7396 w 63"/>
                  <a:gd name="T5" fmla="*/ 18913 h 101"/>
                  <a:gd name="T6" fmla="*/ 0 w 63"/>
                  <a:gd name="T7" fmla="*/ 34312 h 101"/>
                  <a:gd name="T8" fmla="*/ 466 w 63"/>
                  <a:gd name="T9" fmla="*/ 35631 h 101"/>
                  <a:gd name="T10" fmla="*/ 1423 w 63"/>
                  <a:gd name="T11" fmla="*/ 35370 h 101"/>
                  <a:gd name="T12" fmla="*/ 8371 w 63"/>
                  <a:gd name="T13" fmla="*/ 20388 h 101"/>
                  <a:gd name="T14" fmla="*/ 14885 w 63"/>
                  <a:gd name="T15" fmla="*/ 1057 h 101"/>
                  <a:gd name="T16" fmla="*/ 14115 w 63"/>
                  <a:gd name="T17" fmla="*/ 0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01">
                    <a:moveTo>
                      <a:pt x="59" y="0"/>
                    </a:moveTo>
                    <a:cubicBezTo>
                      <a:pt x="57" y="0"/>
                      <a:pt x="56" y="1"/>
                      <a:pt x="56" y="3"/>
                    </a:cubicBezTo>
                    <a:cubicBezTo>
                      <a:pt x="57" y="21"/>
                      <a:pt x="43" y="41"/>
                      <a:pt x="31" y="53"/>
                    </a:cubicBezTo>
                    <a:cubicBezTo>
                      <a:pt x="15" y="67"/>
                      <a:pt x="8" y="77"/>
                      <a:pt x="0" y="96"/>
                    </a:cubicBezTo>
                    <a:cubicBezTo>
                      <a:pt x="0" y="98"/>
                      <a:pt x="1" y="100"/>
                      <a:pt x="2" y="100"/>
                    </a:cubicBezTo>
                    <a:cubicBezTo>
                      <a:pt x="4" y="101"/>
                      <a:pt x="5" y="100"/>
                      <a:pt x="6" y="99"/>
                    </a:cubicBezTo>
                    <a:cubicBezTo>
                      <a:pt x="13" y="80"/>
                      <a:pt x="20" y="71"/>
                      <a:pt x="35" y="57"/>
                    </a:cubicBezTo>
                    <a:cubicBezTo>
                      <a:pt x="49" y="44"/>
                      <a:pt x="63" y="23"/>
                      <a:pt x="62" y="3"/>
                    </a:cubicBezTo>
                    <a:cubicBezTo>
                      <a:pt x="62" y="1"/>
                      <a:pt x="61" y="0"/>
                      <a:pt x="59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6" name="Freeform 627">
                <a:extLst>
                  <a:ext uri="{FF2B5EF4-FFF2-40B4-BE49-F238E27FC236}">
                    <a16:creationId xmlns:a16="http://schemas.microsoft.com/office/drawing/2014/main" id="{0D907A21-34B3-4A8F-B123-BFBEF1E70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1041"/>
                <a:ext cx="217" cy="208"/>
              </a:xfrm>
              <a:custGeom>
                <a:avLst/>
                <a:gdLst>
                  <a:gd name="T0" fmla="*/ 19503 w 87"/>
                  <a:gd name="T1" fmla="*/ 661 h 78"/>
                  <a:gd name="T2" fmla="*/ 9835 w 87"/>
                  <a:gd name="T3" fmla="*/ 11469 h 78"/>
                  <a:gd name="T4" fmla="*/ 0 w 87"/>
                  <a:gd name="T5" fmla="*/ 26304 h 78"/>
                  <a:gd name="T6" fmla="*/ 466 w 87"/>
                  <a:gd name="T7" fmla="*/ 27669 h 78"/>
                  <a:gd name="T8" fmla="*/ 1424 w 87"/>
                  <a:gd name="T9" fmla="*/ 27363 h 78"/>
                  <a:gd name="T10" fmla="*/ 10334 w 87"/>
                  <a:gd name="T11" fmla="*/ 13347 h 78"/>
                  <a:gd name="T12" fmla="*/ 20747 w 87"/>
                  <a:gd name="T13" fmla="*/ 1763 h 78"/>
                  <a:gd name="T14" fmla="*/ 20468 w 87"/>
                  <a:gd name="T15" fmla="*/ 397 h 78"/>
                  <a:gd name="T16" fmla="*/ 19503 w 87"/>
                  <a:gd name="T17" fmla="*/ 661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78">
                    <a:moveTo>
                      <a:pt x="81" y="2"/>
                    </a:moveTo>
                    <a:cubicBezTo>
                      <a:pt x="69" y="19"/>
                      <a:pt x="60" y="24"/>
                      <a:pt x="41" y="32"/>
                    </a:cubicBezTo>
                    <a:cubicBezTo>
                      <a:pt x="24" y="38"/>
                      <a:pt x="8" y="55"/>
                      <a:pt x="0" y="73"/>
                    </a:cubicBezTo>
                    <a:cubicBezTo>
                      <a:pt x="0" y="75"/>
                      <a:pt x="1" y="77"/>
                      <a:pt x="2" y="77"/>
                    </a:cubicBezTo>
                    <a:cubicBezTo>
                      <a:pt x="4" y="78"/>
                      <a:pt x="5" y="77"/>
                      <a:pt x="6" y="76"/>
                    </a:cubicBezTo>
                    <a:cubicBezTo>
                      <a:pt x="13" y="59"/>
                      <a:pt x="28" y="43"/>
                      <a:pt x="43" y="37"/>
                    </a:cubicBezTo>
                    <a:cubicBezTo>
                      <a:pt x="63" y="29"/>
                      <a:pt x="73" y="24"/>
                      <a:pt x="86" y="5"/>
                    </a:cubicBezTo>
                    <a:cubicBezTo>
                      <a:pt x="87" y="4"/>
                      <a:pt x="86" y="2"/>
                      <a:pt x="85" y="1"/>
                    </a:cubicBezTo>
                    <a:cubicBezTo>
                      <a:pt x="84" y="0"/>
                      <a:pt x="82" y="1"/>
                      <a:pt x="81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7" name="Freeform 628">
                <a:extLst>
                  <a:ext uri="{FF2B5EF4-FFF2-40B4-BE49-F238E27FC236}">
                    <a16:creationId xmlns:a16="http://schemas.microsoft.com/office/drawing/2014/main" id="{BA9DA129-B656-4BDB-B6B9-FAEE04022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119"/>
                <a:ext cx="100" cy="288"/>
              </a:xfrm>
              <a:custGeom>
                <a:avLst/>
                <a:gdLst>
                  <a:gd name="T0" fmla="*/ 783 w 40"/>
                  <a:gd name="T1" fmla="*/ 397 h 108"/>
                  <a:gd name="T2" fmla="*/ 313 w 40"/>
                  <a:gd name="T3" fmla="*/ 1459 h 108"/>
                  <a:gd name="T4" fmla="*/ 3438 w 40"/>
                  <a:gd name="T5" fmla="*/ 7944 h 108"/>
                  <a:gd name="T6" fmla="*/ 6645 w 40"/>
                  <a:gd name="T7" fmla="*/ 13597 h 108"/>
                  <a:gd name="T8" fmla="*/ 6845 w 40"/>
                  <a:gd name="T9" fmla="*/ 23304 h 108"/>
                  <a:gd name="T10" fmla="*/ 8333 w 40"/>
                  <a:gd name="T11" fmla="*/ 38435 h 108"/>
                  <a:gd name="T12" fmla="*/ 9583 w 40"/>
                  <a:gd name="T13" fmla="*/ 38435 h 108"/>
                  <a:gd name="T14" fmla="*/ 9583 w 40"/>
                  <a:gd name="T15" fmla="*/ 37069 h 108"/>
                  <a:gd name="T16" fmla="*/ 8333 w 40"/>
                  <a:gd name="T17" fmla="*/ 23304 h 108"/>
                  <a:gd name="T18" fmla="*/ 8125 w 40"/>
                  <a:gd name="T19" fmla="*/ 13347 h 108"/>
                  <a:gd name="T20" fmla="*/ 4425 w 40"/>
                  <a:gd name="T21" fmla="*/ 6067 h 108"/>
                  <a:gd name="T22" fmla="*/ 1488 w 40"/>
                  <a:gd name="T23" fmla="*/ 1059 h 108"/>
                  <a:gd name="T24" fmla="*/ 783 w 40"/>
                  <a:gd name="T25" fmla="*/ 397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" h="108">
                    <a:moveTo>
                      <a:pt x="3" y="1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3" y="12"/>
                      <a:pt x="8" y="17"/>
                      <a:pt x="14" y="22"/>
                    </a:cubicBezTo>
                    <a:cubicBezTo>
                      <a:pt x="20" y="27"/>
                      <a:pt x="25" y="31"/>
                      <a:pt x="27" y="38"/>
                    </a:cubicBezTo>
                    <a:cubicBezTo>
                      <a:pt x="29" y="46"/>
                      <a:pt x="28" y="55"/>
                      <a:pt x="28" y="65"/>
                    </a:cubicBezTo>
                    <a:cubicBezTo>
                      <a:pt x="27" y="80"/>
                      <a:pt x="26" y="95"/>
                      <a:pt x="34" y="107"/>
                    </a:cubicBezTo>
                    <a:cubicBezTo>
                      <a:pt x="35" y="108"/>
                      <a:pt x="37" y="108"/>
                      <a:pt x="39" y="107"/>
                    </a:cubicBezTo>
                    <a:cubicBezTo>
                      <a:pt x="40" y="106"/>
                      <a:pt x="40" y="105"/>
                      <a:pt x="39" y="103"/>
                    </a:cubicBezTo>
                    <a:cubicBezTo>
                      <a:pt x="32" y="93"/>
                      <a:pt x="33" y="79"/>
                      <a:pt x="34" y="65"/>
                    </a:cubicBezTo>
                    <a:cubicBezTo>
                      <a:pt x="34" y="56"/>
                      <a:pt x="35" y="46"/>
                      <a:pt x="33" y="37"/>
                    </a:cubicBezTo>
                    <a:cubicBezTo>
                      <a:pt x="30" y="28"/>
                      <a:pt x="24" y="22"/>
                      <a:pt x="18" y="17"/>
                    </a:cubicBezTo>
                    <a:cubicBezTo>
                      <a:pt x="13" y="13"/>
                      <a:pt x="8" y="9"/>
                      <a:pt x="6" y="3"/>
                    </a:cubicBezTo>
                    <a:cubicBezTo>
                      <a:pt x="6" y="1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8" name="Freeform 629">
                <a:extLst>
                  <a:ext uri="{FF2B5EF4-FFF2-40B4-BE49-F238E27FC236}">
                    <a16:creationId xmlns:a16="http://schemas.microsoft.com/office/drawing/2014/main" id="{57075D66-F701-4CF1-9CC2-807944892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2180"/>
                <a:ext cx="50" cy="256"/>
              </a:xfrm>
              <a:custGeom>
                <a:avLst/>
                <a:gdLst>
                  <a:gd name="T0" fmla="*/ 988 w 20"/>
                  <a:gd name="T1" fmla="*/ 0 h 96"/>
                  <a:gd name="T2" fmla="*/ 313 w 20"/>
                  <a:gd name="T3" fmla="*/ 1459 h 96"/>
                  <a:gd name="T4" fmla="*/ 520 w 20"/>
                  <a:gd name="T5" fmla="*/ 13347 h 96"/>
                  <a:gd name="T6" fmla="*/ 3438 w 20"/>
                  <a:gd name="T7" fmla="*/ 33827 h 96"/>
                  <a:gd name="T8" fmla="*/ 4425 w 20"/>
                  <a:gd name="T9" fmla="*/ 34133 h 96"/>
                  <a:gd name="T10" fmla="*/ 4688 w 20"/>
                  <a:gd name="T11" fmla="*/ 32768 h 96"/>
                  <a:gd name="T12" fmla="*/ 1958 w 20"/>
                  <a:gd name="T13" fmla="*/ 13347 h 96"/>
                  <a:gd name="T14" fmla="*/ 1770 w 20"/>
                  <a:gd name="T15" fmla="*/ 1059 h 96"/>
                  <a:gd name="T16" fmla="*/ 988 w 20"/>
                  <a:gd name="T17" fmla="*/ 0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96">
                    <a:moveTo>
                      <a:pt x="4" y="0"/>
                    </a:moveTo>
                    <a:cubicBezTo>
                      <a:pt x="2" y="1"/>
                      <a:pt x="1" y="2"/>
                      <a:pt x="1" y="4"/>
                    </a:cubicBezTo>
                    <a:cubicBezTo>
                      <a:pt x="3" y="15"/>
                      <a:pt x="3" y="26"/>
                      <a:pt x="2" y="37"/>
                    </a:cubicBezTo>
                    <a:cubicBezTo>
                      <a:pt x="1" y="56"/>
                      <a:pt x="0" y="75"/>
                      <a:pt x="14" y="94"/>
                    </a:cubicBezTo>
                    <a:cubicBezTo>
                      <a:pt x="15" y="96"/>
                      <a:pt x="17" y="96"/>
                      <a:pt x="18" y="95"/>
                    </a:cubicBezTo>
                    <a:cubicBezTo>
                      <a:pt x="19" y="94"/>
                      <a:pt x="20" y="92"/>
                      <a:pt x="19" y="91"/>
                    </a:cubicBezTo>
                    <a:cubicBezTo>
                      <a:pt x="6" y="73"/>
                      <a:pt x="7" y="56"/>
                      <a:pt x="8" y="37"/>
                    </a:cubicBezTo>
                    <a:cubicBezTo>
                      <a:pt x="9" y="26"/>
                      <a:pt x="9" y="15"/>
                      <a:pt x="7" y="3"/>
                    </a:cubicBezTo>
                    <a:cubicBezTo>
                      <a:pt x="7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9" name="Freeform 630">
                <a:extLst>
                  <a:ext uri="{FF2B5EF4-FFF2-40B4-BE49-F238E27FC236}">
                    <a16:creationId xmlns:a16="http://schemas.microsoft.com/office/drawing/2014/main" id="{1668A9D3-C7DB-49DD-96D1-756791EE8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244"/>
                <a:ext cx="33" cy="213"/>
              </a:xfrm>
              <a:custGeom>
                <a:avLst/>
                <a:gdLst>
                  <a:gd name="T0" fmla="*/ 2404 w 13"/>
                  <a:gd name="T1" fmla="*/ 13512 h 80"/>
                  <a:gd name="T2" fmla="*/ 2107 w 13"/>
                  <a:gd name="T3" fmla="*/ 0 h 80"/>
                  <a:gd name="T4" fmla="*/ 541 w 13"/>
                  <a:gd name="T5" fmla="*/ 397 h 80"/>
                  <a:gd name="T6" fmla="*/ 830 w 13"/>
                  <a:gd name="T7" fmla="*/ 13512 h 80"/>
                  <a:gd name="T8" fmla="*/ 1914 w 13"/>
                  <a:gd name="T9" fmla="*/ 27839 h 80"/>
                  <a:gd name="T10" fmla="*/ 2945 w 13"/>
                  <a:gd name="T11" fmla="*/ 28087 h 80"/>
                  <a:gd name="T12" fmla="*/ 3158 w 13"/>
                  <a:gd name="T13" fmla="*/ 26782 h 80"/>
                  <a:gd name="T14" fmla="*/ 2404 w 13"/>
                  <a:gd name="T15" fmla="*/ 13512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80">
                    <a:moveTo>
                      <a:pt x="9" y="38"/>
                    </a:moveTo>
                    <a:cubicBezTo>
                      <a:pt x="11" y="26"/>
                      <a:pt x="12" y="13"/>
                      <a:pt x="8" y="0"/>
                    </a:cubicBezTo>
                    <a:cubicBezTo>
                      <a:pt x="6" y="1"/>
                      <a:pt x="4" y="1"/>
                      <a:pt x="2" y="1"/>
                    </a:cubicBezTo>
                    <a:cubicBezTo>
                      <a:pt x="6" y="13"/>
                      <a:pt x="5" y="25"/>
                      <a:pt x="3" y="38"/>
                    </a:cubicBezTo>
                    <a:cubicBezTo>
                      <a:pt x="2" y="51"/>
                      <a:pt x="0" y="65"/>
                      <a:pt x="7" y="78"/>
                    </a:cubicBezTo>
                    <a:cubicBezTo>
                      <a:pt x="8" y="80"/>
                      <a:pt x="9" y="80"/>
                      <a:pt x="11" y="79"/>
                    </a:cubicBezTo>
                    <a:cubicBezTo>
                      <a:pt x="12" y="79"/>
                      <a:pt x="13" y="77"/>
                      <a:pt x="12" y="75"/>
                    </a:cubicBezTo>
                    <a:cubicBezTo>
                      <a:pt x="7" y="64"/>
                      <a:pt x="8" y="51"/>
                      <a:pt x="9" y="38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0" name="Freeform 631">
                <a:extLst>
                  <a:ext uri="{FF2B5EF4-FFF2-40B4-BE49-F238E27FC236}">
                    <a16:creationId xmlns:a16="http://schemas.microsoft.com/office/drawing/2014/main" id="{92F053F5-4001-4B4C-A23D-8546DF984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252"/>
                <a:ext cx="28" cy="85"/>
              </a:xfrm>
              <a:custGeom>
                <a:avLst/>
                <a:gdLst>
                  <a:gd name="T0" fmla="*/ 1601 w 11"/>
                  <a:gd name="T1" fmla="*/ 0 h 32"/>
                  <a:gd name="T2" fmla="*/ 331 w 11"/>
                  <a:gd name="T3" fmla="*/ 0 h 32"/>
                  <a:gd name="T4" fmla="*/ 331 w 11"/>
                  <a:gd name="T5" fmla="*/ 1052 h 32"/>
                  <a:gd name="T6" fmla="*/ 545 w 11"/>
                  <a:gd name="T7" fmla="*/ 9802 h 32"/>
                  <a:gd name="T8" fmla="*/ 1056 w 11"/>
                  <a:gd name="T9" fmla="*/ 10851 h 32"/>
                  <a:gd name="T10" fmla="*/ 2146 w 11"/>
                  <a:gd name="T11" fmla="*/ 10216 h 32"/>
                  <a:gd name="T12" fmla="*/ 1601 w 11"/>
                  <a:gd name="T13" fmla="*/ 0 h 32"/>
                  <a:gd name="T14" fmla="*/ 1601 w 11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32">
                    <a:moveTo>
                      <a:pt x="6" y="0"/>
                    </a:moveTo>
                    <a:cubicBezTo>
                      <a:pt x="4" y="0"/>
                      <a:pt x="3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5" y="10"/>
                      <a:pt x="4" y="20"/>
                      <a:pt x="2" y="28"/>
                    </a:cubicBezTo>
                    <a:cubicBezTo>
                      <a:pt x="2" y="29"/>
                      <a:pt x="3" y="31"/>
                      <a:pt x="4" y="31"/>
                    </a:cubicBezTo>
                    <a:cubicBezTo>
                      <a:pt x="6" y="32"/>
                      <a:pt x="7" y="31"/>
                      <a:pt x="8" y="29"/>
                    </a:cubicBezTo>
                    <a:cubicBezTo>
                      <a:pt x="10" y="20"/>
                      <a:pt x="11" y="9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1" name="Freeform 632">
                <a:extLst>
                  <a:ext uri="{FF2B5EF4-FFF2-40B4-BE49-F238E27FC236}">
                    <a16:creationId xmlns:a16="http://schemas.microsoft.com/office/drawing/2014/main" id="{A00BAE84-B916-4357-BD09-97C834903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033"/>
                <a:ext cx="165" cy="267"/>
              </a:xfrm>
              <a:custGeom>
                <a:avLst/>
                <a:gdLst>
                  <a:gd name="T0" fmla="*/ 313 w 66"/>
                  <a:gd name="T1" fmla="*/ 662 h 100"/>
                  <a:gd name="T2" fmla="*/ 520 w 66"/>
                  <a:gd name="T3" fmla="*/ 2189 h 100"/>
                  <a:gd name="T4" fmla="*/ 6845 w 66"/>
                  <a:gd name="T5" fmla="*/ 14543 h 100"/>
                  <a:gd name="T6" fmla="*/ 7158 w 66"/>
                  <a:gd name="T7" fmla="*/ 15606 h 100"/>
                  <a:gd name="T8" fmla="*/ 14658 w 66"/>
                  <a:gd name="T9" fmla="*/ 35823 h 100"/>
                  <a:gd name="T10" fmla="*/ 15625 w 66"/>
                  <a:gd name="T11" fmla="*/ 36243 h 100"/>
                  <a:gd name="T12" fmla="*/ 15938 w 66"/>
                  <a:gd name="T13" fmla="*/ 34454 h 100"/>
                  <a:gd name="T14" fmla="*/ 8595 w 66"/>
                  <a:gd name="T15" fmla="*/ 14792 h 100"/>
                  <a:gd name="T16" fmla="*/ 8333 w 66"/>
                  <a:gd name="T17" fmla="*/ 13724 h 100"/>
                  <a:gd name="T18" fmla="*/ 1300 w 66"/>
                  <a:gd name="T19" fmla="*/ 401 h 100"/>
                  <a:gd name="T20" fmla="*/ 313 w 66"/>
                  <a:gd name="T21" fmla="*/ 662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6" h="100">
                    <a:moveTo>
                      <a:pt x="1" y="2"/>
                    </a:moveTo>
                    <a:cubicBezTo>
                      <a:pt x="0" y="4"/>
                      <a:pt x="1" y="6"/>
                      <a:pt x="2" y="6"/>
                    </a:cubicBezTo>
                    <a:cubicBezTo>
                      <a:pt x="20" y="16"/>
                      <a:pt x="22" y="21"/>
                      <a:pt x="28" y="40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5" y="61"/>
                      <a:pt x="48" y="81"/>
                      <a:pt x="60" y="99"/>
                    </a:cubicBezTo>
                    <a:cubicBezTo>
                      <a:pt x="61" y="100"/>
                      <a:pt x="63" y="100"/>
                      <a:pt x="64" y="100"/>
                    </a:cubicBezTo>
                    <a:cubicBezTo>
                      <a:pt x="66" y="99"/>
                      <a:pt x="66" y="97"/>
                      <a:pt x="65" y="95"/>
                    </a:cubicBezTo>
                    <a:cubicBezTo>
                      <a:pt x="53" y="78"/>
                      <a:pt x="41" y="59"/>
                      <a:pt x="35" y="41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27" y="19"/>
                      <a:pt x="25" y="12"/>
                      <a:pt x="5" y="1"/>
                    </a:cubicBezTo>
                    <a:cubicBezTo>
                      <a:pt x="4" y="0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2" name="Freeform 633">
                <a:extLst>
                  <a:ext uri="{FF2B5EF4-FFF2-40B4-BE49-F238E27FC236}">
                    <a16:creationId xmlns:a16="http://schemas.microsoft.com/office/drawing/2014/main" id="{DBC91A36-3317-47E0-A5DB-C1183B861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124"/>
                <a:ext cx="130" cy="301"/>
              </a:xfrm>
              <a:custGeom>
                <a:avLst/>
                <a:gdLst>
                  <a:gd name="T0" fmla="*/ 313 w 52"/>
                  <a:gd name="T1" fmla="*/ 397 h 113"/>
                  <a:gd name="T2" fmla="*/ 313 w 52"/>
                  <a:gd name="T3" fmla="*/ 1761 h 113"/>
                  <a:gd name="T4" fmla="*/ 1958 w 52"/>
                  <a:gd name="T5" fmla="*/ 3625 h 113"/>
                  <a:gd name="T6" fmla="*/ 6375 w 52"/>
                  <a:gd name="T7" fmla="*/ 8961 h 113"/>
                  <a:gd name="T8" fmla="*/ 7158 w 52"/>
                  <a:gd name="T9" fmla="*/ 17823 h 113"/>
                  <a:gd name="T10" fmla="*/ 6845 w 52"/>
                  <a:gd name="T11" fmla="*/ 22548 h 113"/>
                  <a:gd name="T12" fmla="*/ 9113 w 52"/>
                  <a:gd name="T13" fmla="*/ 32468 h 113"/>
                  <a:gd name="T14" fmla="*/ 11250 w 52"/>
                  <a:gd name="T15" fmla="*/ 39274 h 113"/>
                  <a:gd name="T16" fmla="*/ 12033 w 52"/>
                  <a:gd name="T17" fmla="*/ 40374 h 113"/>
                  <a:gd name="T18" fmla="*/ 12500 w 52"/>
                  <a:gd name="T19" fmla="*/ 38861 h 113"/>
                  <a:gd name="T20" fmla="*/ 10550 w 52"/>
                  <a:gd name="T21" fmla="*/ 31355 h 113"/>
                  <a:gd name="T22" fmla="*/ 8333 w 52"/>
                  <a:gd name="T23" fmla="*/ 22548 h 113"/>
                  <a:gd name="T24" fmla="*/ 8595 w 52"/>
                  <a:gd name="T25" fmla="*/ 18220 h 113"/>
                  <a:gd name="T26" fmla="*/ 7625 w 52"/>
                  <a:gd name="T27" fmla="*/ 7898 h 113"/>
                  <a:gd name="T28" fmla="*/ 2738 w 52"/>
                  <a:gd name="T29" fmla="*/ 1761 h 113"/>
                  <a:gd name="T30" fmla="*/ 1300 w 52"/>
                  <a:gd name="T31" fmla="*/ 397 h 113"/>
                  <a:gd name="T32" fmla="*/ 313 w 52"/>
                  <a:gd name="T33" fmla="*/ 397 h 1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2" h="113">
                    <a:moveTo>
                      <a:pt x="1" y="1"/>
                    </a:moveTo>
                    <a:cubicBezTo>
                      <a:pt x="0" y="3"/>
                      <a:pt x="0" y="5"/>
                      <a:pt x="1" y="5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5" y="14"/>
                      <a:pt x="22" y="20"/>
                      <a:pt x="26" y="25"/>
                    </a:cubicBezTo>
                    <a:cubicBezTo>
                      <a:pt x="31" y="33"/>
                      <a:pt x="30" y="41"/>
                      <a:pt x="29" y="50"/>
                    </a:cubicBezTo>
                    <a:cubicBezTo>
                      <a:pt x="29" y="54"/>
                      <a:pt x="28" y="59"/>
                      <a:pt x="28" y="63"/>
                    </a:cubicBezTo>
                    <a:cubicBezTo>
                      <a:pt x="28" y="74"/>
                      <a:pt x="33" y="83"/>
                      <a:pt x="37" y="91"/>
                    </a:cubicBezTo>
                    <a:cubicBezTo>
                      <a:pt x="41" y="97"/>
                      <a:pt x="44" y="103"/>
                      <a:pt x="46" y="110"/>
                    </a:cubicBezTo>
                    <a:cubicBezTo>
                      <a:pt x="46" y="112"/>
                      <a:pt x="47" y="113"/>
                      <a:pt x="49" y="113"/>
                    </a:cubicBezTo>
                    <a:cubicBezTo>
                      <a:pt x="51" y="112"/>
                      <a:pt x="52" y="111"/>
                      <a:pt x="51" y="109"/>
                    </a:cubicBezTo>
                    <a:cubicBezTo>
                      <a:pt x="50" y="101"/>
                      <a:pt x="46" y="94"/>
                      <a:pt x="43" y="88"/>
                    </a:cubicBezTo>
                    <a:cubicBezTo>
                      <a:pt x="38" y="80"/>
                      <a:pt x="34" y="73"/>
                      <a:pt x="34" y="63"/>
                    </a:cubicBezTo>
                    <a:cubicBezTo>
                      <a:pt x="34" y="59"/>
                      <a:pt x="34" y="55"/>
                      <a:pt x="35" y="51"/>
                    </a:cubicBezTo>
                    <a:cubicBezTo>
                      <a:pt x="36" y="41"/>
                      <a:pt x="38" y="32"/>
                      <a:pt x="31" y="22"/>
                    </a:cubicBezTo>
                    <a:cubicBezTo>
                      <a:pt x="26" y="15"/>
                      <a:pt x="18" y="10"/>
                      <a:pt x="11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3" name="Freeform 634">
                <a:extLst>
                  <a:ext uri="{FF2B5EF4-FFF2-40B4-BE49-F238E27FC236}">
                    <a16:creationId xmlns:a16="http://schemas.microsoft.com/office/drawing/2014/main" id="{E83DFE78-86D9-408A-AC64-50014C354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137"/>
                <a:ext cx="67" cy="238"/>
              </a:xfrm>
              <a:custGeom>
                <a:avLst/>
                <a:gdLst>
                  <a:gd name="T0" fmla="*/ 3486 w 27"/>
                  <a:gd name="T1" fmla="*/ 401 h 89"/>
                  <a:gd name="T2" fmla="*/ 3300 w 27"/>
                  <a:gd name="T3" fmla="*/ 1794 h 89"/>
                  <a:gd name="T4" fmla="*/ 2352 w 27"/>
                  <a:gd name="T5" fmla="*/ 12828 h 89"/>
                  <a:gd name="T6" fmla="*/ 948 w 27"/>
                  <a:gd name="T7" fmla="*/ 17898 h 89"/>
                  <a:gd name="T8" fmla="*/ 457 w 27"/>
                  <a:gd name="T9" fmla="*/ 24501 h 89"/>
                  <a:gd name="T10" fmla="*/ 0 w 27"/>
                  <a:gd name="T11" fmla="*/ 31036 h 89"/>
                  <a:gd name="T12" fmla="*/ 457 w 27"/>
                  <a:gd name="T13" fmla="*/ 32109 h 89"/>
                  <a:gd name="T14" fmla="*/ 1405 w 27"/>
                  <a:gd name="T15" fmla="*/ 31857 h 89"/>
                  <a:gd name="T16" fmla="*/ 1896 w 27"/>
                  <a:gd name="T17" fmla="*/ 24501 h 89"/>
                  <a:gd name="T18" fmla="*/ 2352 w 27"/>
                  <a:gd name="T19" fmla="*/ 18299 h 89"/>
                  <a:gd name="T20" fmla="*/ 3486 w 27"/>
                  <a:gd name="T21" fmla="*/ 13959 h 89"/>
                  <a:gd name="T22" fmla="*/ 4434 w 27"/>
                  <a:gd name="T23" fmla="*/ 671 h 89"/>
                  <a:gd name="T24" fmla="*/ 3486 w 27"/>
                  <a:gd name="T25" fmla="*/ 401 h 8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89">
                    <a:moveTo>
                      <a:pt x="15" y="1"/>
                    </a:moveTo>
                    <a:cubicBezTo>
                      <a:pt x="14" y="2"/>
                      <a:pt x="13" y="4"/>
                      <a:pt x="14" y="5"/>
                    </a:cubicBezTo>
                    <a:cubicBezTo>
                      <a:pt x="20" y="15"/>
                      <a:pt x="15" y="25"/>
                      <a:pt x="10" y="35"/>
                    </a:cubicBezTo>
                    <a:cubicBezTo>
                      <a:pt x="8" y="39"/>
                      <a:pt x="5" y="44"/>
                      <a:pt x="4" y="49"/>
                    </a:cubicBezTo>
                    <a:cubicBezTo>
                      <a:pt x="2" y="55"/>
                      <a:pt x="2" y="61"/>
                      <a:pt x="2" y="67"/>
                    </a:cubicBezTo>
                    <a:cubicBezTo>
                      <a:pt x="2" y="73"/>
                      <a:pt x="2" y="79"/>
                      <a:pt x="0" y="85"/>
                    </a:cubicBezTo>
                    <a:cubicBezTo>
                      <a:pt x="0" y="86"/>
                      <a:pt x="1" y="88"/>
                      <a:pt x="2" y="88"/>
                    </a:cubicBezTo>
                    <a:cubicBezTo>
                      <a:pt x="4" y="89"/>
                      <a:pt x="6" y="88"/>
                      <a:pt x="6" y="87"/>
                    </a:cubicBezTo>
                    <a:cubicBezTo>
                      <a:pt x="8" y="80"/>
                      <a:pt x="8" y="74"/>
                      <a:pt x="8" y="67"/>
                    </a:cubicBezTo>
                    <a:cubicBezTo>
                      <a:pt x="8" y="61"/>
                      <a:pt x="8" y="56"/>
                      <a:pt x="10" y="50"/>
                    </a:cubicBezTo>
                    <a:cubicBezTo>
                      <a:pt x="11" y="46"/>
                      <a:pt x="13" y="42"/>
                      <a:pt x="15" y="38"/>
                    </a:cubicBezTo>
                    <a:cubicBezTo>
                      <a:pt x="21" y="27"/>
                      <a:pt x="27" y="15"/>
                      <a:pt x="19" y="2"/>
                    </a:cubicBezTo>
                    <a:cubicBezTo>
                      <a:pt x="18" y="1"/>
                      <a:pt x="16" y="0"/>
                      <a:pt x="15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4" name="Freeform 635">
                <a:extLst>
                  <a:ext uri="{FF2B5EF4-FFF2-40B4-BE49-F238E27FC236}">
                    <a16:creationId xmlns:a16="http://schemas.microsoft.com/office/drawing/2014/main" id="{3A609DB2-2445-4098-B290-3C2D0D10B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177"/>
                <a:ext cx="62" cy="368"/>
              </a:xfrm>
              <a:custGeom>
                <a:avLst/>
                <a:gdLst>
                  <a:gd name="T0" fmla="*/ 2349 w 25"/>
                  <a:gd name="T1" fmla="*/ 397 h 138"/>
                  <a:gd name="T2" fmla="*/ 2073 w 25"/>
                  <a:gd name="T3" fmla="*/ 1763 h 138"/>
                  <a:gd name="T4" fmla="*/ 1587 w 25"/>
                  <a:gd name="T5" fmla="*/ 19421 h 138"/>
                  <a:gd name="T6" fmla="*/ 1131 w 25"/>
                  <a:gd name="T7" fmla="*/ 37773 h 138"/>
                  <a:gd name="T8" fmla="*/ 1895 w 25"/>
                  <a:gd name="T9" fmla="*/ 48547 h 138"/>
                  <a:gd name="T10" fmla="*/ 2349 w 25"/>
                  <a:gd name="T11" fmla="*/ 49608 h 138"/>
                  <a:gd name="T12" fmla="*/ 3296 w 25"/>
                  <a:gd name="T13" fmla="*/ 48547 h 138"/>
                  <a:gd name="T14" fmla="*/ 2535 w 25"/>
                  <a:gd name="T15" fmla="*/ 37376 h 138"/>
                  <a:gd name="T16" fmla="*/ 2805 w 25"/>
                  <a:gd name="T17" fmla="*/ 20083 h 138"/>
                  <a:gd name="T18" fmla="*/ 3296 w 25"/>
                  <a:gd name="T19" fmla="*/ 397 h 138"/>
                  <a:gd name="T20" fmla="*/ 2349 w 25"/>
                  <a:gd name="T21" fmla="*/ 397 h 1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138">
                    <a:moveTo>
                      <a:pt x="10" y="1"/>
                    </a:moveTo>
                    <a:cubicBezTo>
                      <a:pt x="9" y="1"/>
                      <a:pt x="8" y="3"/>
                      <a:pt x="9" y="5"/>
                    </a:cubicBezTo>
                    <a:cubicBezTo>
                      <a:pt x="19" y="19"/>
                      <a:pt x="12" y="40"/>
                      <a:pt x="7" y="54"/>
                    </a:cubicBezTo>
                    <a:cubicBezTo>
                      <a:pt x="0" y="71"/>
                      <a:pt x="2" y="88"/>
                      <a:pt x="5" y="105"/>
                    </a:cubicBezTo>
                    <a:cubicBezTo>
                      <a:pt x="6" y="115"/>
                      <a:pt x="8" y="125"/>
                      <a:pt x="8" y="135"/>
                    </a:cubicBezTo>
                    <a:cubicBezTo>
                      <a:pt x="7" y="137"/>
                      <a:pt x="9" y="138"/>
                      <a:pt x="10" y="138"/>
                    </a:cubicBezTo>
                    <a:cubicBezTo>
                      <a:pt x="12" y="138"/>
                      <a:pt x="13" y="137"/>
                      <a:pt x="14" y="135"/>
                    </a:cubicBezTo>
                    <a:cubicBezTo>
                      <a:pt x="14" y="125"/>
                      <a:pt x="12" y="114"/>
                      <a:pt x="11" y="104"/>
                    </a:cubicBezTo>
                    <a:cubicBezTo>
                      <a:pt x="8" y="87"/>
                      <a:pt x="6" y="72"/>
                      <a:pt x="12" y="56"/>
                    </a:cubicBezTo>
                    <a:cubicBezTo>
                      <a:pt x="18" y="41"/>
                      <a:pt x="25" y="18"/>
                      <a:pt x="14" y="1"/>
                    </a:cubicBezTo>
                    <a:cubicBezTo>
                      <a:pt x="13" y="0"/>
                      <a:pt x="12" y="0"/>
                      <a:pt x="10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5" name="Freeform 636">
                <a:extLst>
                  <a:ext uri="{FF2B5EF4-FFF2-40B4-BE49-F238E27FC236}">
                    <a16:creationId xmlns:a16="http://schemas.microsoft.com/office/drawing/2014/main" id="{5B6F8140-C0E7-4687-8931-B4894BA79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212"/>
                <a:ext cx="62" cy="232"/>
              </a:xfrm>
              <a:custGeom>
                <a:avLst/>
                <a:gdLst>
                  <a:gd name="T0" fmla="*/ 3752 w 25"/>
                  <a:gd name="T1" fmla="*/ 397 h 87"/>
                  <a:gd name="T2" fmla="*/ 3296 w 25"/>
                  <a:gd name="T3" fmla="*/ 1459 h 87"/>
                  <a:gd name="T4" fmla="*/ 2073 w 25"/>
                  <a:gd name="T5" fmla="*/ 16179 h 87"/>
                  <a:gd name="T6" fmla="*/ 456 w 25"/>
                  <a:gd name="T7" fmla="*/ 30187 h 87"/>
                  <a:gd name="T8" fmla="*/ 1401 w 25"/>
                  <a:gd name="T9" fmla="*/ 30891 h 87"/>
                  <a:gd name="T10" fmla="*/ 1895 w 25"/>
                  <a:gd name="T11" fmla="*/ 29789 h 87"/>
                  <a:gd name="T12" fmla="*/ 3474 w 25"/>
                  <a:gd name="T13" fmla="*/ 16840 h 87"/>
                  <a:gd name="T14" fmla="*/ 4700 w 25"/>
                  <a:gd name="T15" fmla="*/ 661 h 87"/>
                  <a:gd name="T16" fmla="*/ 3752 w 25"/>
                  <a:gd name="T17" fmla="*/ 397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87">
                    <a:moveTo>
                      <a:pt x="16" y="1"/>
                    </a:moveTo>
                    <a:cubicBezTo>
                      <a:pt x="15" y="1"/>
                      <a:pt x="14" y="3"/>
                      <a:pt x="14" y="4"/>
                    </a:cubicBezTo>
                    <a:cubicBezTo>
                      <a:pt x="19" y="18"/>
                      <a:pt x="14" y="31"/>
                      <a:pt x="9" y="45"/>
                    </a:cubicBezTo>
                    <a:cubicBezTo>
                      <a:pt x="5" y="57"/>
                      <a:pt x="0" y="70"/>
                      <a:pt x="2" y="84"/>
                    </a:cubicBezTo>
                    <a:cubicBezTo>
                      <a:pt x="2" y="86"/>
                      <a:pt x="4" y="87"/>
                      <a:pt x="6" y="86"/>
                    </a:cubicBezTo>
                    <a:cubicBezTo>
                      <a:pt x="7" y="86"/>
                      <a:pt x="8" y="85"/>
                      <a:pt x="8" y="83"/>
                    </a:cubicBezTo>
                    <a:cubicBezTo>
                      <a:pt x="6" y="71"/>
                      <a:pt x="10" y="59"/>
                      <a:pt x="15" y="47"/>
                    </a:cubicBezTo>
                    <a:cubicBezTo>
                      <a:pt x="20" y="32"/>
                      <a:pt x="25" y="18"/>
                      <a:pt x="20" y="2"/>
                    </a:cubicBezTo>
                    <a:cubicBezTo>
                      <a:pt x="20" y="1"/>
                      <a:pt x="18" y="0"/>
                      <a:pt x="16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6" name="Freeform 637">
                <a:extLst>
                  <a:ext uri="{FF2B5EF4-FFF2-40B4-BE49-F238E27FC236}">
                    <a16:creationId xmlns:a16="http://schemas.microsoft.com/office/drawing/2014/main" id="{250FDAA6-3FAE-43FB-9CBC-F9B4BF963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188"/>
                <a:ext cx="90" cy="299"/>
              </a:xfrm>
              <a:custGeom>
                <a:avLst/>
                <a:gdLst>
                  <a:gd name="T0" fmla="*/ 7625 w 36"/>
                  <a:gd name="T1" fmla="*/ 0 h 112"/>
                  <a:gd name="T2" fmla="*/ 7158 w 36"/>
                  <a:gd name="T3" fmla="*/ 1068 h 112"/>
                  <a:gd name="T4" fmla="*/ 4425 w 36"/>
                  <a:gd name="T5" fmla="*/ 10863 h 112"/>
                  <a:gd name="T6" fmla="*/ 1958 w 36"/>
                  <a:gd name="T7" fmla="*/ 16968 h 112"/>
                  <a:gd name="T8" fmla="*/ 3908 w 36"/>
                  <a:gd name="T9" fmla="*/ 39882 h 112"/>
                  <a:gd name="T10" fmla="*/ 4895 w 36"/>
                  <a:gd name="T11" fmla="*/ 40125 h 112"/>
                  <a:gd name="T12" fmla="*/ 5208 w 36"/>
                  <a:gd name="T13" fmla="*/ 38814 h 112"/>
                  <a:gd name="T14" fmla="*/ 3250 w 36"/>
                  <a:gd name="T15" fmla="*/ 17766 h 112"/>
                  <a:gd name="T16" fmla="*/ 5675 w 36"/>
                  <a:gd name="T17" fmla="*/ 11931 h 112"/>
                  <a:gd name="T18" fmla="*/ 8333 w 36"/>
                  <a:gd name="T19" fmla="*/ 1068 h 112"/>
                  <a:gd name="T20" fmla="*/ 7625 w 36"/>
                  <a:gd name="T21" fmla="*/ 0 h 1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12">
                    <a:moveTo>
                      <a:pt x="31" y="0"/>
                    </a:moveTo>
                    <a:cubicBezTo>
                      <a:pt x="30" y="0"/>
                      <a:pt x="28" y="2"/>
                      <a:pt x="29" y="3"/>
                    </a:cubicBezTo>
                    <a:cubicBezTo>
                      <a:pt x="29" y="13"/>
                      <a:pt x="24" y="21"/>
                      <a:pt x="18" y="30"/>
                    </a:cubicBezTo>
                    <a:cubicBezTo>
                      <a:pt x="14" y="35"/>
                      <a:pt x="10" y="41"/>
                      <a:pt x="8" y="47"/>
                    </a:cubicBezTo>
                    <a:cubicBezTo>
                      <a:pt x="0" y="69"/>
                      <a:pt x="3" y="92"/>
                      <a:pt x="16" y="110"/>
                    </a:cubicBezTo>
                    <a:cubicBezTo>
                      <a:pt x="17" y="111"/>
                      <a:pt x="19" y="112"/>
                      <a:pt x="20" y="111"/>
                    </a:cubicBezTo>
                    <a:cubicBezTo>
                      <a:pt x="21" y="110"/>
                      <a:pt x="22" y="108"/>
                      <a:pt x="21" y="107"/>
                    </a:cubicBezTo>
                    <a:cubicBezTo>
                      <a:pt x="9" y="90"/>
                      <a:pt x="6" y="69"/>
                      <a:pt x="13" y="49"/>
                    </a:cubicBezTo>
                    <a:cubicBezTo>
                      <a:pt x="15" y="44"/>
                      <a:pt x="19" y="39"/>
                      <a:pt x="23" y="33"/>
                    </a:cubicBezTo>
                    <a:cubicBezTo>
                      <a:pt x="29" y="24"/>
                      <a:pt x="36" y="15"/>
                      <a:pt x="34" y="3"/>
                    </a:cubicBezTo>
                    <a:cubicBezTo>
                      <a:pt x="34" y="1"/>
                      <a:pt x="33" y="0"/>
                      <a:pt x="31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7" name="Freeform 638">
                <a:extLst>
                  <a:ext uri="{FF2B5EF4-FFF2-40B4-BE49-F238E27FC236}">
                    <a16:creationId xmlns:a16="http://schemas.microsoft.com/office/drawing/2014/main" id="{6E03B8DA-0CD4-4FEB-AF99-1A4DBC6F3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260"/>
                <a:ext cx="25" cy="77"/>
              </a:xfrm>
              <a:custGeom>
                <a:avLst/>
                <a:gdLst>
                  <a:gd name="T0" fmla="*/ 988 w 10"/>
                  <a:gd name="T1" fmla="*/ 0 h 29"/>
                  <a:gd name="T2" fmla="*/ 783 w 10"/>
                  <a:gd name="T3" fmla="*/ 3574 h 29"/>
                  <a:gd name="T4" fmla="*/ 0 w 10"/>
                  <a:gd name="T5" fmla="*/ 8706 h 29"/>
                  <a:gd name="T6" fmla="*/ 520 w 10"/>
                  <a:gd name="T7" fmla="*/ 9737 h 29"/>
                  <a:gd name="T8" fmla="*/ 1488 w 10"/>
                  <a:gd name="T9" fmla="*/ 9094 h 29"/>
                  <a:gd name="T10" fmla="*/ 2270 w 10"/>
                  <a:gd name="T11" fmla="*/ 3821 h 29"/>
                  <a:gd name="T12" fmla="*/ 2470 w 10"/>
                  <a:gd name="T13" fmla="*/ 0 h 29"/>
                  <a:gd name="T14" fmla="*/ 988 w 10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29">
                    <a:moveTo>
                      <a:pt x="4" y="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2" y="15"/>
                      <a:pt x="1" y="20"/>
                      <a:pt x="0" y="25"/>
                    </a:cubicBezTo>
                    <a:cubicBezTo>
                      <a:pt x="0" y="26"/>
                      <a:pt x="1" y="28"/>
                      <a:pt x="2" y="28"/>
                    </a:cubicBezTo>
                    <a:cubicBezTo>
                      <a:pt x="4" y="29"/>
                      <a:pt x="6" y="28"/>
                      <a:pt x="6" y="26"/>
                    </a:cubicBezTo>
                    <a:cubicBezTo>
                      <a:pt x="7" y="21"/>
                      <a:pt x="8" y="16"/>
                      <a:pt x="9" y="1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8" name="Freeform 639">
                <a:extLst>
                  <a:ext uri="{FF2B5EF4-FFF2-40B4-BE49-F238E27FC236}">
                    <a16:creationId xmlns:a16="http://schemas.microsoft.com/office/drawing/2014/main" id="{4839373F-8751-403B-8666-BD7EFAF3D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097"/>
                <a:ext cx="102" cy="134"/>
              </a:xfrm>
              <a:custGeom>
                <a:avLst/>
                <a:gdLst>
                  <a:gd name="T0" fmla="*/ 9036 w 41"/>
                  <a:gd name="T1" fmla="*/ 14091 h 50"/>
                  <a:gd name="T2" fmla="*/ 5433 w 41"/>
                  <a:gd name="T3" fmla="*/ 4425 h 50"/>
                  <a:gd name="T4" fmla="*/ 3324 w 41"/>
                  <a:gd name="T5" fmla="*/ 2637 h 50"/>
                  <a:gd name="T6" fmla="*/ 1157 w 41"/>
                  <a:gd name="T7" fmla="*/ 402 h 50"/>
                  <a:gd name="T8" fmla="*/ 953 w 41"/>
                  <a:gd name="T9" fmla="*/ 0 h 50"/>
                  <a:gd name="T10" fmla="*/ 0 w 41"/>
                  <a:gd name="T11" fmla="*/ 1077 h 50"/>
                  <a:gd name="T12" fmla="*/ 0 w 41"/>
                  <a:gd name="T13" fmla="*/ 1501 h 50"/>
                  <a:gd name="T14" fmla="*/ 2878 w 41"/>
                  <a:gd name="T15" fmla="*/ 4848 h 50"/>
                  <a:gd name="T16" fmla="*/ 4481 w 41"/>
                  <a:gd name="T17" fmla="*/ 6349 h 50"/>
                  <a:gd name="T18" fmla="*/ 7618 w 41"/>
                  <a:gd name="T19" fmla="*/ 14802 h 50"/>
                  <a:gd name="T20" fmla="*/ 8083 w 41"/>
                  <a:gd name="T21" fmla="*/ 17439 h 50"/>
                  <a:gd name="T22" fmla="*/ 9036 w 41"/>
                  <a:gd name="T23" fmla="*/ 18114 h 50"/>
                  <a:gd name="T24" fmla="*/ 9531 w 41"/>
                  <a:gd name="T25" fmla="*/ 16707 h 50"/>
                  <a:gd name="T26" fmla="*/ 9036 w 41"/>
                  <a:gd name="T27" fmla="*/ 14091 h 5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50">
                    <a:moveTo>
                      <a:pt x="38" y="38"/>
                    </a:moveTo>
                    <a:cubicBezTo>
                      <a:pt x="35" y="28"/>
                      <a:pt x="31" y="19"/>
                      <a:pt x="23" y="12"/>
                    </a:cubicBezTo>
                    <a:cubicBezTo>
                      <a:pt x="20" y="10"/>
                      <a:pt x="17" y="8"/>
                      <a:pt x="14" y="7"/>
                    </a:cubicBezTo>
                    <a:cubicBezTo>
                      <a:pt x="11" y="5"/>
                      <a:pt x="7" y="4"/>
                      <a:pt x="5" y="1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1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3" y="9"/>
                      <a:pt x="8" y="11"/>
                      <a:pt x="12" y="13"/>
                    </a:cubicBezTo>
                    <a:cubicBezTo>
                      <a:pt x="15" y="14"/>
                      <a:pt x="17" y="15"/>
                      <a:pt x="19" y="17"/>
                    </a:cubicBezTo>
                    <a:cubicBezTo>
                      <a:pt x="26" y="22"/>
                      <a:pt x="29" y="31"/>
                      <a:pt x="32" y="40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5" y="49"/>
                      <a:pt x="37" y="50"/>
                      <a:pt x="38" y="49"/>
                    </a:cubicBezTo>
                    <a:cubicBezTo>
                      <a:pt x="40" y="49"/>
                      <a:pt x="41" y="47"/>
                      <a:pt x="40" y="45"/>
                    </a:cubicBezTo>
                    <a:lnTo>
                      <a:pt x="38" y="38"/>
                    </a:ln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9" name="Freeform 640">
                <a:extLst>
                  <a:ext uri="{FF2B5EF4-FFF2-40B4-BE49-F238E27FC236}">
                    <a16:creationId xmlns:a16="http://schemas.microsoft.com/office/drawing/2014/main" id="{E6B0DCAE-A864-4D50-BBFB-78ADDBA33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956"/>
                <a:ext cx="210" cy="205"/>
              </a:xfrm>
              <a:custGeom>
                <a:avLst/>
                <a:gdLst>
                  <a:gd name="T0" fmla="*/ 520 w 84"/>
                  <a:gd name="T1" fmla="*/ 397 h 77"/>
                  <a:gd name="T2" fmla="*/ 313 w 84"/>
                  <a:gd name="T3" fmla="*/ 1757 h 77"/>
                  <a:gd name="T4" fmla="*/ 7813 w 84"/>
                  <a:gd name="T5" fmla="*/ 10037 h 77"/>
                  <a:gd name="T6" fmla="*/ 11533 w 84"/>
                  <a:gd name="T7" fmla="*/ 12872 h 77"/>
                  <a:gd name="T8" fmla="*/ 19063 w 84"/>
                  <a:gd name="T9" fmla="*/ 26722 h 77"/>
                  <a:gd name="T10" fmla="*/ 20050 w 84"/>
                  <a:gd name="T11" fmla="*/ 27438 h 77"/>
                  <a:gd name="T12" fmla="*/ 20520 w 84"/>
                  <a:gd name="T13" fmla="*/ 25929 h 77"/>
                  <a:gd name="T14" fmla="*/ 12500 w 84"/>
                  <a:gd name="T15" fmla="*/ 11094 h 77"/>
                  <a:gd name="T16" fmla="*/ 8595 w 84"/>
                  <a:gd name="T17" fmla="*/ 7889 h 77"/>
                  <a:gd name="T18" fmla="*/ 1488 w 84"/>
                  <a:gd name="T19" fmla="*/ 660 h 77"/>
                  <a:gd name="T20" fmla="*/ 520 w 84"/>
                  <a:gd name="T21" fmla="*/ 397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77">
                    <a:moveTo>
                      <a:pt x="2" y="1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7" y="16"/>
                      <a:pt x="20" y="22"/>
                      <a:pt x="32" y="28"/>
                    </a:cubicBezTo>
                    <a:cubicBezTo>
                      <a:pt x="38" y="31"/>
                      <a:pt x="43" y="33"/>
                      <a:pt x="47" y="36"/>
                    </a:cubicBezTo>
                    <a:cubicBezTo>
                      <a:pt x="61" y="46"/>
                      <a:pt x="75" y="56"/>
                      <a:pt x="78" y="75"/>
                    </a:cubicBezTo>
                    <a:cubicBezTo>
                      <a:pt x="79" y="76"/>
                      <a:pt x="80" y="77"/>
                      <a:pt x="82" y="77"/>
                    </a:cubicBezTo>
                    <a:cubicBezTo>
                      <a:pt x="83" y="77"/>
                      <a:pt x="84" y="75"/>
                      <a:pt x="84" y="73"/>
                    </a:cubicBezTo>
                    <a:cubicBezTo>
                      <a:pt x="80" y="53"/>
                      <a:pt x="66" y="42"/>
                      <a:pt x="51" y="31"/>
                    </a:cubicBezTo>
                    <a:cubicBezTo>
                      <a:pt x="46" y="28"/>
                      <a:pt x="40" y="25"/>
                      <a:pt x="35" y="22"/>
                    </a:cubicBezTo>
                    <a:cubicBezTo>
                      <a:pt x="23" y="17"/>
                      <a:pt x="11" y="11"/>
                      <a:pt x="6" y="2"/>
                    </a:cubicBezTo>
                    <a:cubicBezTo>
                      <a:pt x="6" y="1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0" name="Freeform 641">
                <a:extLst>
                  <a:ext uri="{FF2B5EF4-FFF2-40B4-BE49-F238E27FC236}">
                    <a16:creationId xmlns:a16="http://schemas.microsoft.com/office/drawing/2014/main" id="{A2D5F002-1977-486B-B722-60B8449D2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583"/>
                <a:ext cx="283" cy="53"/>
              </a:xfrm>
              <a:custGeom>
                <a:avLst/>
                <a:gdLst>
                  <a:gd name="T0" fmla="*/ 521 w 113"/>
                  <a:gd name="T1" fmla="*/ 392 h 20"/>
                  <a:gd name="T2" fmla="*/ 313 w 113"/>
                  <a:gd name="T3" fmla="*/ 1677 h 20"/>
                  <a:gd name="T4" fmla="*/ 9647 w 113"/>
                  <a:gd name="T5" fmla="*/ 3554 h 20"/>
                  <a:gd name="T6" fmla="*/ 12312 w 113"/>
                  <a:gd name="T7" fmla="*/ 2753 h 20"/>
                  <a:gd name="T8" fmla="*/ 22147 w 113"/>
                  <a:gd name="T9" fmla="*/ 4839 h 20"/>
                  <a:gd name="T10" fmla="*/ 27115 w 113"/>
                  <a:gd name="T11" fmla="*/ 6903 h 20"/>
                  <a:gd name="T12" fmla="*/ 27899 w 113"/>
                  <a:gd name="T13" fmla="*/ 5864 h 20"/>
                  <a:gd name="T14" fmla="*/ 27378 w 113"/>
                  <a:gd name="T15" fmla="*/ 4839 h 20"/>
                  <a:gd name="T16" fmla="*/ 22460 w 113"/>
                  <a:gd name="T17" fmla="*/ 3167 h 20"/>
                  <a:gd name="T18" fmla="*/ 12312 w 113"/>
                  <a:gd name="T19" fmla="*/ 633 h 20"/>
                  <a:gd name="T20" fmla="*/ 9364 w 113"/>
                  <a:gd name="T21" fmla="*/ 1677 h 20"/>
                  <a:gd name="T22" fmla="*/ 1493 w 113"/>
                  <a:gd name="T23" fmla="*/ 392 h 20"/>
                  <a:gd name="T24" fmla="*/ 521 w 113"/>
                  <a:gd name="T25" fmla="*/ 392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3" h="20">
                    <a:moveTo>
                      <a:pt x="2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11" y="17"/>
                      <a:pt x="27" y="14"/>
                      <a:pt x="39" y="10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63" y="7"/>
                      <a:pt x="76" y="11"/>
                      <a:pt x="90" y="14"/>
                    </a:cubicBezTo>
                    <a:cubicBezTo>
                      <a:pt x="96" y="16"/>
                      <a:pt x="103" y="18"/>
                      <a:pt x="110" y="20"/>
                    </a:cubicBezTo>
                    <a:cubicBezTo>
                      <a:pt x="111" y="20"/>
                      <a:pt x="113" y="19"/>
                      <a:pt x="113" y="17"/>
                    </a:cubicBezTo>
                    <a:cubicBezTo>
                      <a:pt x="113" y="16"/>
                      <a:pt x="112" y="14"/>
                      <a:pt x="111" y="14"/>
                    </a:cubicBezTo>
                    <a:cubicBezTo>
                      <a:pt x="104" y="13"/>
                      <a:pt x="98" y="11"/>
                      <a:pt x="91" y="9"/>
                    </a:cubicBezTo>
                    <a:cubicBezTo>
                      <a:pt x="77" y="5"/>
                      <a:pt x="63" y="1"/>
                      <a:pt x="50" y="2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26" y="8"/>
                      <a:pt x="14" y="11"/>
                      <a:pt x="6" y="1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1" name="Freeform 642">
                <a:extLst>
                  <a:ext uri="{FF2B5EF4-FFF2-40B4-BE49-F238E27FC236}">
                    <a16:creationId xmlns:a16="http://schemas.microsoft.com/office/drawing/2014/main" id="{8EE89B8B-681B-470C-9384-739594761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1415"/>
                <a:ext cx="135" cy="32"/>
              </a:xfrm>
              <a:custGeom>
                <a:avLst/>
                <a:gdLst>
                  <a:gd name="T0" fmla="*/ 12500 w 54"/>
                  <a:gd name="T1" fmla="*/ 1059 h 12"/>
                  <a:gd name="T2" fmla="*/ 9583 w 54"/>
                  <a:gd name="T3" fmla="*/ 661 h 12"/>
                  <a:gd name="T4" fmla="*/ 6175 w 54"/>
                  <a:gd name="T5" fmla="*/ 397 h 12"/>
                  <a:gd name="T6" fmla="*/ 3438 w 54"/>
                  <a:gd name="T7" fmla="*/ 1059 h 12"/>
                  <a:gd name="T8" fmla="*/ 313 w 54"/>
                  <a:gd name="T9" fmla="*/ 2184 h 12"/>
                  <a:gd name="T10" fmla="*/ 0 w 54"/>
                  <a:gd name="T11" fmla="*/ 2184 h 12"/>
                  <a:gd name="T12" fmla="*/ 313 w 54"/>
                  <a:gd name="T13" fmla="*/ 4301 h 12"/>
                  <a:gd name="T14" fmla="*/ 3908 w 54"/>
                  <a:gd name="T15" fmla="*/ 3243 h 12"/>
                  <a:gd name="T16" fmla="*/ 6175 w 54"/>
                  <a:gd name="T17" fmla="*/ 2581 h 12"/>
                  <a:gd name="T18" fmla="*/ 9300 w 54"/>
                  <a:gd name="T19" fmla="*/ 2824 h 12"/>
                  <a:gd name="T20" fmla="*/ 12500 w 54"/>
                  <a:gd name="T21" fmla="*/ 3243 h 12"/>
                  <a:gd name="T22" fmla="*/ 13208 w 54"/>
                  <a:gd name="T23" fmla="*/ 2184 h 12"/>
                  <a:gd name="T24" fmla="*/ 12500 w 54"/>
                  <a:gd name="T25" fmla="*/ 1059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12">
                    <a:moveTo>
                      <a:pt x="51" y="3"/>
                    </a:moveTo>
                    <a:cubicBezTo>
                      <a:pt x="47" y="3"/>
                      <a:pt x="43" y="3"/>
                      <a:pt x="39" y="2"/>
                    </a:cubicBezTo>
                    <a:cubicBezTo>
                      <a:pt x="35" y="1"/>
                      <a:pt x="30" y="0"/>
                      <a:pt x="25" y="1"/>
                    </a:cubicBezTo>
                    <a:cubicBezTo>
                      <a:pt x="21" y="1"/>
                      <a:pt x="17" y="2"/>
                      <a:pt x="14" y="3"/>
                    </a:cubicBezTo>
                    <a:cubicBezTo>
                      <a:pt x="10" y="5"/>
                      <a:pt x="6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0" y="8"/>
                      <a:pt x="1" y="10"/>
                      <a:pt x="1" y="12"/>
                    </a:cubicBezTo>
                    <a:cubicBezTo>
                      <a:pt x="7" y="12"/>
                      <a:pt x="11" y="11"/>
                      <a:pt x="16" y="9"/>
                    </a:cubicBezTo>
                    <a:cubicBezTo>
                      <a:pt x="19" y="8"/>
                      <a:pt x="22" y="7"/>
                      <a:pt x="25" y="7"/>
                    </a:cubicBezTo>
                    <a:cubicBezTo>
                      <a:pt x="30" y="6"/>
                      <a:pt x="34" y="7"/>
                      <a:pt x="38" y="8"/>
                    </a:cubicBezTo>
                    <a:cubicBezTo>
                      <a:pt x="42" y="9"/>
                      <a:pt x="46" y="9"/>
                      <a:pt x="51" y="9"/>
                    </a:cubicBezTo>
                    <a:cubicBezTo>
                      <a:pt x="52" y="9"/>
                      <a:pt x="54" y="8"/>
                      <a:pt x="54" y="6"/>
                    </a:cubicBezTo>
                    <a:cubicBezTo>
                      <a:pt x="54" y="5"/>
                      <a:pt x="52" y="3"/>
                      <a:pt x="51" y="3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2" name="Freeform 643">
                <a:extLst>
                  <a:ext uri="{FF2B5EF4-FFF2-40B4-BE49-F238E27FC236}">
                    <a16:creationId xmlns:a16="http://schemas.microsoft.com/office/drawing/2014/main" id="{61477E24-266A-4D1E-A390-9C3467078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745"/>
                <a:ext cx="210" cy="200"/>
              </a:xfrm>
              <a:custGeom>
                <a:avLst/>
                <a:gdLst>
                  <a:gd name="T0" fmla="*/ 783 w 84"/>
                  <a:gd name="T1" fmla="*/ 397 h 75"/>
                  <a:gd name="T2" fmla="*/ 313 w 84"/>
                  <a:gd name="T3" fmla="*/ 1763 h 75"/>
                  <a:gd name="T4" fmla="*/ 7625 w 84"/>
                  <a:gd name="T5" fmla="*/ 12536 h 75"/>
                  <a:gd name="T6" fmla="*/ 10083 w 84"/>
                  <a:gd name="T7" fmla="*/ 14413 h 75"/>
                  <a:gd name="T8" fmla="*/ 19063 w 84"/>
                  <a:gd name="T9" fmla="*/ 25885 h 75"/>
                  <a:gd name="T10" fmla="*/ 19845 w 84"/>
                  <a:gd name="T11" fmla="*/ 26944 h 75"/>
                  <a:gd name="T12" fmla="*/ 20520 w 84"/>
                  <a:gd name="T13" fmla="*/ 25485 h 75"/>
                  <a:gd name="T14" fmla="*/ 10750 w 84"/>
                  <a:gd name="T15" fmla="*/ 12536 h 75"/>
                  <a:gd name="T16" fmla="*/ 8333 w 84"/>
                  <a:gd name="T17" fmla="*/ 10376 h 75"/>
                  <a:gd name="T18" fmla="*/ 1488 w 84"/>
                  <a:gd name="T19" fmla="*/ 1059 h 75"/>
                  <a:gd name="T20" fmla="*/ 783 w 84"/>
                  <a:gd name="T21" fmla="*/ 397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75">
                    <a:moveTo>
                      <a:pt x="3" y="1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6" y="22"/>
                      <a:pt x="18" y="28"/>
                      <a:pt x="31" y="35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50" y="45"/>
                      <a:pt x="76" y="60"/>
                      <a:pt x="78" y="72"/>
                    </a:cubicBezTo>
                    <a:cubicBezTo>
                      <a:pt x="78" y="74"/>
                      <a:pt x="80" y="75"/>
                      <a:pt x="81" y="75"/>
                    </a:cubicBezTo>
                    <a:cubicBezTo>
                      <a:pt x="83" y="74"/>
                      <a:pt x="84" y="73"/>
                      <a:pt x="84" y="71"/>
                    </a:cubicBezTo>
                    <a:cubicBezTo>
                      <a:pt x="81" y="58"/>
                      <a:pt x="62" y="45"/>
                      <a:pt x="44" y="35"/>
                    </a:cubicBezTo>
                    <a:cubicBezTo>
                      <a:pt x="44" y="35"/>
                      <a:pt x="34" y="29"/>
                      <a:pt x="34" y="29"/>
                    </a:cubicBezTo>
                    <a:cubicBezTo>
                      <a:pt x="21" y="23"/>
                      <a:pt x="11" y="18"/>
                      <a:pt x="6" y="3"/>
                    </a:cubicBezTo>
                    <a:cubicBezTo>
                      <a:pt x="6" y="1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3" name="Freeform 644">
                <a:extLst>
                  <a:ext uri="{FF2B5EF4-FFF2-40B4-BE49-F238E27FC236}">
                    <a16:creationId xmlns:a16="http://schemas.microsoft.com/office/drawing/2014/main" id="{CCD58035-63AC-4EB6-BDBB-2049F5A1C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1905"/>
                <a:ext cx="158" cy="171"/>
              </a:xfrm>
              <a:custGeom>
                <a:avLst/>
                <a:gdLst>
                  <a:gd name="T0" fmla="*/ 522 w 63"/>
                  <a:gd name="T1" fmla="*/ 401 h 64"/>
                  <a:gd name="T2" fmla="*/ 0 w 63"/>
                  <a:gd name="T3" fmla="*/ 1470 h 64"/>
                  <a:gd name="T4" fmla="*/ 8234 w 63"/>
                  <a:gd name="T5" fmla="*/ 13108 h 64"/>
                  <a:gd name="T6" fmla="*/ 8738 w 63"/>
                  <a:gd name="T7" fmla="*/ 13506 h 64"/>
                  <a:gd name="T8" fmla="*/ 14195 w 63"/>
                  <a:gd name="T9" fmla="*/ 22623 h 64"/>
                  <a:gd name="T10" fmla="*/ 15191 w 63"/>
                  <a:gd name="T11" fmla="*/ 23288 h 64"/>
                  <a:gd name="T12" fmla="*/ 15662 w 63"/>
                  <a:gd name="T13" fmla="*/ 21824 h 64"/>
                  <a:gd name="T14" fmla="*/ 9415 w 63"/>
                  <a:gd name="T15" fmla="*/ 11307 h 64"/>
                  <a:gd name="T16" fmla="*/ 8943 w 63"/>
                  <a:gd name="T17" fmla="*/ 11307 h 64"/>
                  <a:gd name="T18" fmla="*/ 1497 w 63"/>
                  <a:gd name="T19" fmla="*/ 1071 h 64"/>
                  <a:gd name="T20" fmla="*/ 522 w 63"/>
                  <a:gd name="T21" fmla="*/ 401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64">
                    <a:moveTo>
                      <a:pt x="2" y="1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2" y="20"/>
                      <a:pt x="21" y="29"/>
                      <a:pt x="33" y="36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50" y="45"/>
                      <a:pt x="54" y="47"/>
                      <a:pt x="57" y="62"/>
                    </a:cubicBezTo>
                    <a:cubicBezTo>
                      <a:pt x="58" y="63"/>
                      <a:pt x="59" y="64"/>
                      <a:pt x="61" y="64"/>
                    </a:cubicBezTo>
                    <a:cubicBezTo>
                      <a:pt x="62" y="64"/>
                      <a:pt x="63" y="62"/>
                      <a:pt x="63" y="60"/>
                    </a:cubicBezTo>
                    <a:cubicBezTo>
                      <a:pt x="59" y="43"/>
                      <a:pt x="53" y="40"/>
                      <a:pt x="38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25" y="25"/>
                      <a:pt x="8" y="16"/>
                      <a:pt x="6" y="3"/>
                    </a:cubicBezTo>
                    <a:cubicBezTo>
                      <a:pt x="6" y="2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4" name="Freeform 645">
                <a:extLst>
                  <a:ext uri="{FF2B5EF4-FFF2-40B4-BE49-F238E27FC236}">
                    <a16:creationId xmlns:a16="http://schemas.microsoft.com/office/drawing/2014/main" id="{5585BAAB-D11A-4006-8874-D53D49D2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153"/>
                <a:ext cx="90" cy="208"/>
              </a:xfrm>
              <a:custGeom>
                <a:avLst/>
                <a:gdLst>
                  <a:gd name="T0" fmla="*/ 520 w 36"/>
                  <a:gd name="T1" fmla="*/ 7531 h 78"/>
                  <a:gd name="T2" fmla="*/ 2738 w 36"/>
                  <a:gd name="T3" fmla="*/ 18355 h 78"/>
                  <a:gd name="T4" fmla="*/ 4425 w 36"/>
                  <a:gd name="T5" fmla="*/ 21184 h 78"/>
                  <a:gd name="T6" fmla="*/ 7345 w 36"/>
                  <a:gd name="T7" fmla="*/ 27363 h 78"/>
                  <a:gd name="T8" fmla="*/ 7625 w 36"/>
                  <a:gd name="T9" fmla="*/ 28067 h 78"/>
                  <a:gd name="T10" fmla="*/ 8800 w 36"/>
                  <a:gd name="T11" fmla="*/ 26944 h 78"/>
                  <a:gd name="T12" fmla="*/ 8800 w 36"/>
                  <a:gd name="T13" fmla="*/ 26547 h 78"/>
                  <a:gd name="T14" fmla="*/ 5395 w 36"/>
                  <a:gd name="T15" fmla="*/ 19819 h 78"/>
                  <a:gd name="T16" fmla="*/ 3908 w 36"/>
                  <a:gd name="T17" fmla="*/ 17237 h 78"/>
                  <a:gd name="T18" fmla="*/ 1958 w 36"/>
                  <a:gd name="T19" fmla="*/ 7531 h 78"/>
                  <a:gd name="T20" fmla="*/ 1488 w 36"/>
                  <a:gd name="T21" fmla="*/ 661 h 78"/>
                  <a:gd name="T22" fmla="*/ 783 w 36"/>
                  <a:gd name="T23" fmla="*/ 0 h 78"/>
                  <a:gd name="T24" fmla="*/ 313 w 36"/>
                  <a:gd name="T25" fmla="*/ 1459 h 78"/>
                  <a:gd name="T26" fmla="*/ 520 w 36"/>
                  <a:gd name="T27" fmla="*/ 7531 h 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" h="78">
                    <a:moveTo>
                      <a:pt x="2" y="21"/>
                    </a:moveTo>
                    <a:cubicBezTo>
                      <a:pt x="3" y="31"/>
                      <a:pt x="3" y="41"/>
                      <a:pt x="11" y="51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23" y="64"/>
                      <a:pt x="27" y="69"/>
                      <a:pt x="30" y="76"/>
                    </a:cubicBezTo>
                    <a:cubicBezTo>
                      <a:pt x="30" y="77"/>
                      <a:pt x="31" y="77"/>
                      <a:pt x="31" y="78"/>
                    </a:cubicBezTo>
                    <a:cubicBezTo>
                      <a:pt x="33" y="77"/>
                      <a:pt x="34" y="76"/>
                      <a:pt x="36" y="75"/>
                    </a:cubicBezTo>
                    <a:cubicBezTo>
                      <a:pt x="36" y="75"/>
                      <a:pt x="36" y="74"/>
                      <a:pt x="36" y="74"/>
                    </a:cubicBezTo>
                    <a:cubicBezTo>
                      <a:pt x="32" y="66"/>
                      <a:pt x="27" y="60"/>
                      <a:pt x="22" y="55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9" y="39"/>
                      <a:pt x="9" y="30"/>
                      <a:pt x="8" y="21"/>
                    </a:cubicBezTo>
                    <a:cubicBezTo>
                      <a:pt x="8" y="15"/>
                      <a:pt x="8" y="9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2" y="10"/>
                      <a:pt x="2" y="15"/>
                      <a:pt x="2" y="2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5" name="Freeform 646">
                <a:extLst>
                  <a:ext uri="{FF2B5EF4-FFF2-40B4-BE49-F238E27FC236}">
                    <a16:creationId xmlns:a16="http://schemas.microsoft.com/office/drawing/2014/main" id="{5456FBC4-F724-4F63-8840-E0F022402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153"/>
                <a:ext cx="110" cy="238"/>
              </a:xfrm>
              <a:custGeom>
                <a:avLst/>
                <a:gdLst>
                  <a:gd name="T0" fmla="*/ 520 w 44"/>
                  <a:gd name="T1" fmla="*/ 0 h 89"/>
                  <a:gd name="T2" fmla="*/ 0 w 44"/>
                  <a:gd name="T3" fmla="*/ 1495 h 89"/>
                  <a:gd name="T4" fmla="*/ 3250 w 44"/>
                  <a:gd name="T5" fmla="*/ 10290 h 89"/>
                  <a:gd name="T6" fmla="*/ 9300 w 44"/>
                  <a:gd name="T7" fmla="*/ 31459 h 89"/>
                  <a:gd name="T8" fmla="*/ 10083 w 44"/>
                  <a:gd name="T9" fmla="*/ 32531 h 89"/>
                  <a:gd name="T10" fmla="*/ 10550 w 44"/>
                  <a:gd name="T11" fmla="*/ 31036 h 89"/>
                  <a:gd name="T12" fmla="*/ 4425 w 44"/>
                  <a:gd name="T13" fmla="*/ 9162 h 89"/>
                  <a:gd name="T14" fmla="*/ 1488 w 44"/>
                  <a:gd name="T15" fmla="*/ 671 h 89"/>
                  <a:gd name="T16" fmla="*/ 520 w 44"/>
                  <a:gd name="T17" fmla="*/ 0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89">
                    <a:moveTo>
                      <a:pt x="2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4" y="12"/>
                      <a:pt x="8" y="20"/>
                      <a:pt x="13" y="28"/>
                    </a:cubicBezTo>
                    <a:cubicBezTo>
                      <a:pt x="24" y="46"/>
                      <a:pt x="35" y="66"/>
                      <a:pt x="38" y="86"/>
                    </a:cubicBezTo>
                    <a:cubicBezTo>
                      <a:pt x="38" y="88"/>
                      <a:pt x="39" y="89"/>
                      <a:pt x="41" y="89"/>
                    </a:cubicBezTo>
                    <a:cubicBezTo>
                      <a:pt x="43" y="88"/>
                      <a:pt x="44" y="87"/>
                      <a:pt x="43" y="85"/>
                    </a:cubicBezTo>
                    <a:cubicBezTo>
                      <a:pt x="40" y="64"/>
                      <a:pt x="29" y="44"/>
                      <a:pt x="18" y="25"/>
                    </a:cubicBezTo>
                    <a:cubicBezTo>
                      <a:pt x="14" y="17"/>
                      <a:pt x="10" y="9"/>
                      <a:pt x="6" y="2"/>
                    </a:cubicBezTo>
                    <a:cubicBezTo>
                      <a:pt x="5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6" name="Freeform 647">
                <a:extLst>
                  <a:ext uri="{FF2B5EF4-FFF2-40B4-BE49-F238E27FC236}">
                    <a16:creationId xmlns:a16="http://schemas.microsoft.com/office/drawing/2014/main" id="{4445789B-200E-419B-B3A8-6B06671B9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199"/>
                <a:ext cx="102" cy="170"/>
              </a:xfrm>
              <a:custGeom>
                <a:avLst/>
                <a:gdLst>
                  <a:gd name="T0" fmla="*/ 465 w 41"/>
                  <a:gd name="T1" fmla="*/ 396 h 64"/>
                  <a:gd name="T2" fmla="*/ 0 w 41"/>
                  <a:gd name="T3" fmla="*/ 1448 h 64"/>
                  <a:gd name="T4" fmla="*/ 953 w 41"/>
                  <a:gd name="T5" fmla="*/ 4874 h 64"/>
                  <a:gd name="T6" fmla="*/ 3985 w 41"/>
                  <a:gd name="T7" fmla="*/ 14429 h 64"/>
                  <a:gd name="T8" fmla="*/ 6207 w 41"/>
                  <a:gd name="T9" fmla="*/ 17879 h 64"/>
                  <a:gd name="T10" fmla="*/ 8269 w 41"/>
                  <a:gd name="T11" fmla="*/ 21795 h 64"/>
                  <a:gd name="T12" fmla="*/ 9240 w 41"/>
                  <a:gd name="T13" fmla="*/ 22097 h 64"/>
                  <a:gd name="T14" fmla="*/ 9531 w 41"/>
                  <a:gd name="T15" fmla="*/ 20764 h 64"/>
                  <a:gd name="T16" fmla="*/ 7160 w 41"/>
                  <a:gd name="T17" fmla="*/ 16533 h 64"/>
                  <a:gd name="T18" fmla="*/ 5249 w 41"/>
                  <a:gd name="T19" fmla="*/ 13342 h 64"/>
                  <a:gd name="T20" fmla="*/ 2110 w 41"/>
                  <a:gd name="T21" fmla="*/ 4234 h 64"/>
                  <a:gd name="T22" fmla="*/ 1418 w 41"/>
                  <a:gd name="T23" fmla="*/ 656 h 64"/>
                  <a:gd name="T24" fmla="*/ 465 w 41"/>
                  <a:gd name="T25" fmla="*/ 396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64">
                    <a:moveTo>
                      <a:pt x="2" y="1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23"/>
                      <a:pt x="10" y="33"/>
                      <a:pt x="17" y="41"/>
                    </a:cubicBezTo>
                    <a:cubicBezTo>
                      <a:pt x="19" y="45"/>
                      <a:pt x="23" y="48"/>
                      <a:pt x="26" y="51"/>
                    </a:cubicBezTo>
                    <a:cubicBezTo>
                      <a:pt x="29" y="55"/>
                      <a:pt x="33" y="58"/>
                      <a:pt x="35" y="62"/>
                    </a:cubicBezTo>
                    <a:cubicBezTo>
                      <a:pt x="36" y="64"/>
                      <a:pt x="38" y="64"/>
                      <a:pt x="39" y="63"/>
                    </a:cubicBezTo>
                    <a:cubicBezTo>
                      <a:pt x="41" y="62"/>
                      <a:pt x="41" y="60"/>
                      <a:pt x="40" y="59"/>
                    </a:cubicBezTo>
                    <a:cubicBezTo>
                      <a:pt x="37" y="55"/>
                      <a:pt x="34" y="51"/>
                      <a:pt x="30" y="47"/>
                    </a:cubicBezTo>
                    <a:cubicBezTo>
                      <a:pt x="27" y="44"/>
                      <a:pt x="24" y="41"/>
                      <a:pt x="22" y="38"/>
                    </a:cubicBezTo>
                    <a:cubicBezTo>
                      <a:pt x="16" y="30"/>
                      <a:pt x="13" y="21"/>
                      <a:pt x="9" y="1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7" name="Freeform 648">
                <a:extLst>
                  <a:ext uri="{FF2B5EF4-FFF2-40B4-BE49-F238E27FC236}">
                    <a16:creationId xmlns:a16="http://schemas.microsoft.com/office/drawing/2014/main" id="{0EA7DF0A-2C3B-4F09-85F5-06862017A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313"/>
                <a:ext cx="108" cy="192"/>
              </a:xfrm>
              <a:custGeom>
                <a:avLst/>
                <a:gdLst>
                  <a:gd name="T0" fmla="*/ 522 w 43"/>
                  <a:gd name="T1" fmla="*/ 0 h 72"/>
                  <a:gd name="T2" fmla="*/ 0 w 43"/>
                  <a:gd name="T3" fmla="*/ 1459 h 72"/>
                  <a:gd name="T4" fmla="*/ 522 w 43"/>
                  <a:gd name="T5" fmla="*/ 3891 h 72"/>
                  <a:gd name="T6" fmla="*/ 3785 w 43"/>
                  <a:gd name="T7" fmla="*/ 16179 h 72"/>
                  <a:gd name="T8" fmla="*/ 6477 w 43"/>
                  <a:gd name="T9" fmla="*/ 20083 h 72"/>
                  <a:gd name="T10" fmla="*/ 9318 w 43"/>
                  <a:gd name="T11" fmla="*/ 24824 h 72"/>
                  <a:gd name="T12" fmla="*/ 10315 w 43"/>
                  <a:gd name="T13" fmla="*/ 25485 h 72"/>
                  <a:gd name="T14" fmla="*/ 10787 w 43"/>
                  <a:gd name="T15" fmla="*/ 24427 h 72"/>
                  <a:gd name="T16" fmla="*/ 7475 w 43"/>
                  <a:gd name="T17" fmla="*/ 18355 h 72"/>
                  <a:gd name="T18" fmla="*/ 5008 w 43"/>
                  <a:gd name="T19" fmla="*/ 15112 h 72"/>
                  <a:gd name="T20" fmla="*/ 1994 w 43"/>
                  <a:gd name="T21" fmla="*/ 3243 h 72"/>
                  <a:gd name="T22" fmla="*/ 1507 w 43"/>
                  <a:gd name="T23" fmla="*/ 661 h 72"/>
                  <a:gd name="T24" fmla="*/ 522 w 43"/>
                  <a:gd name="T25" fmla="*/ 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72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5" y="22"/>
                      <a:pt x="9" y="36"/>
                      <a:pt x="15" y="45"/>
                    </a:cubicBezTo>
                    <a:cubicBezTo>
                      <a:pt x="18" y="50"/>
                      <a:pt x="22" y="53"/>
                      <a:pt x="26" y="56"/>
                    </a:cubicBezTo>
                    <a:cubicBezTo>
                      <a:pt x="32" y="60"/>
                      <a:pt x="36" y="63"/>
                      <a:pt x="37" y="69"/>
                    </a:cubicBezTo>
                    <a:cubicBezTo>
                      <a:pt x="37" y="70"/>
                      <a:pt x="39" y="72"/>
                      <a:pt x="41" y="71"/>
                    </a:cubicBezTo>
                    <a:cubicBezTo>
                      <a:pt x="42" y="71"/>
                      <a:pt x="43" y="70"/>
                      <a:pt x="43" y="68"/>
                    </a:cubicBezTo>
                    <a:cubicBezTo>
                      <a:pt x="42" y="60"/>
                      <a:pt x="36" y="56"/>
                      <a:pt x="30" y="51"/>
                    </a:cubicBezTo>
                    <a:cubicBezTo>
                      <a:pt x="26" y="48"/>
                      <a:pt x="22" y="46"/>
                      <a:pt x="20" y="42"/>
                    </a:cubicBezTo>
                    <a:cubicBezTo>
                      <a:pt x="14" y="33"/>
                      <a:pt x="11" y="20"/>
                      <a:pt x="8" y="9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F5F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528" name="Freeform 649">
              <a:extLst>
                <a:ext uri="{FF2B5EF4-FFF2-40B4-BE49-F238E27FC236}">
                  <a16:creationId xmlns:a16="http://schemas.microsoft.com/office/drawing/2014/main" id="{F2BDFF32-3F86-434E-9B78-5224028EE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319"/>
              <a:ext cx="75" cy="146"/>
            </a:xfrm>
            <a:custGeom>
              <a:avLst/>
              <a:gdLst>
                <a:gd name="T0" fmla="*/ 783 w 30"/>
                <a:gd name="T1" fmla="*/ 4863 h 55"/>
                <a:gd name="T2" fmla="*/ 5675 w 30"/>
                <a:gd name="T3" fmla="*/ 19267 h 55"/>
                <a:gd name="T4" fmla="*/ 7345 w 30"/>
                <a:gd name="T5" fmla="*/ 17772 h 55"/>
                <a:gd name="T6" fmla="*/ 7158 w 30"/>
                <a:gd name="T7" fmla="*/ 17772 h 55"/>
                <a:gd name="T8" fmla="*/ 2270 w 30"/>
                <a:gd name="T9" fmla="*/ 4229 h 55"/>
                <a:gd name="T10" fmla="*/ 1488 w 30"/>
                <a:gd name="T11" fmla="*/ 656 h 55"/>
                <a:gd name="T12" fmla="*/ 520 w 30"/>
                <a:gd name="T13" fmla="*/ 0 h 55"/>
                <a:gd name="T14" fmla="*/ 0 w 30"/>
                <a:gd name="T15" fmla="*/ 1439 h 55"/>
                <a:gd name="T16" fmla="*/ 783 w 30"/>
                <a:gd name="T17" fmla="*/ 4863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5">
                  <a:moveTo>
                    <a:pt x="3" y="14"/>
                  </a:moveTo>
                  <a:cubicBezTo>
                    <a:pt x="7" y="29"/>
                    <a:pt x="13" y="48"/>
                    <a:pt x="23" y="55"/>
                  </a:cubicBezTo>
                  <a:cubicBezTo>
                    <a:pt x="25" y="53"/>
                    <a:pt x="28" y="52"/>
                    <a:pt x="30" y="51"/>
                  </a:cubicBezTo>
                  <a:cubicBezTo>
                    <a:pt x="30" y="51"/>
                    <a:pt x="29" y="51"/>
                    <a:pt x="29" y="51"/>
                  </a:cubicBezTo>
                  <a:cubicBezTo>
                    <a:pt x="19" y="48"/>
                    <a:pt x="13" y="26"/>
                    <a:pt x="9" y="1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4" y="0"/>
                    <a:pt x="2" y="0"/>
                  </a:cubicBezTo>
                  <a:cubicBezTo>
                    <a:pt x="0" y="1"/>
                    <a:pt x="0" y="2"/>
                    <a:pt x="0" y="4"/>
                  </a:cubicBezTo>
                  <a:lnTo>
                    <a:pt x="3" y="14"/>
                  </a:ln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9" name="Freeform 650">
              <a:extLst>
                <a:ext uri="{FF2B5EF4-FFF2-40B4-BE49-F238E27FC236}">
                  <a16:creationId xmlns:a16="http://schemas.microsoft.com/office/drawing/2014/main" id="{6C7A4040-BDE1-49BD-83CA-95BF2D185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447"/>
              <a:ext cx="117" cy="170"/>
            </a:xfrm>
            <a:custGeom>
              <a:avLst/>
              <a:gdLst>
                <a:gd name="T0" fmla="*/ 187 w 47"/>
                <a:gd name="T1" fmla="*/ 396 h 64"/>
                <a:gd name="T2" fmla="*/ 187 w 47"/>
                <a:gd name="T3" fmla="*/ 2138 h 64"/>
                <a:gd name="T4" fmla="*/ 3346 w 47"/>
                <a:gd name="T5" fmla="*/ 6619 h 64"/>
                <a:gd name="T6" fmla="*/ 7635 w 47"/>
                <a:gd name="T7" fmla="*/ 14429 h 64"/>
                <a:gd name="T8" fmla="*/ 8143 w 47"/>
                <a:gd name="T9" fmla="*/ 16926 h 64"/>
                <a:gd name="T10" fmla="*/ 10027 w 47"/>
                <a:gd name="T11" fmla="*/ 22506 h 64"/>
                <a:gd name="T12" fmla="*/ 10981 w 47"/>
                <a:gd name="T13" fmla="*/ 21795 h 64"/>
                <a:gd name="T14" fmla="*/ 10523 w 47"/>
                <a:gd name="T15" fmla="*/ 20355 h 64"/>
                <a:gd name="T16" fmla="*/ 9258 w 47"/>
                <a:gd name="T17" fmla="*/ 16533 h 64"/>
                <a:gd name="T18" fmla="*/ 8792 w 47"/>
                <a:gd name="T19" fmla="*/ 13342 h 64"/>
                <a:gd name="T20" fmla="*/ 4307 w 47"/>
                <a:gd name="T21" fmla="*/ 5286 h 64"/>
                <a:gd name="T22" fmla="*/ 1419 w 47"/>
                <a:gd name="T23" fmla="*/ 656 h 64"/>
                <a:gd name="T24" fmla="*/ 187 w 47"/>
                <a:gd name="T25" fmla="*/ 396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64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5" y="11"/>
                    <a:pt x="10" y="15"/>
                    <a:pt x="14" y="19"/>
                  </a:cubicBezTo>
                  <a:cubicBezTo>
                    <a:pt x="21" y="26"/>
                    <a:pt x="28" y="31"/>
                    <a:pt x="32" y="41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5" y="55"/>
                    <a:pt x="37" y="61"/>
                    <a:pt x="42" y="64"/>
                  </a:cubicBezTo>
                  <a:cubicBezTo>
                    <a:pt x="43" y="64"/>
                    <a:pt x="45" y="64"/>
                    <a:pt x="46" y="62"/>
                  </a:cubicBezTo>
                  <a:cubicBezTo>
                    <a:pt x="47" y="61"/>
                    <a:pt x="46" y="59"/>
                    <a:pt x="44" y="58"/>
                  </a:cubicBezTo>
                  <a:cubicBezTo>
                    <a:pt x="42" y="57"/>
                    <a:pt x="41" y="51"/>
                    <a:pt x="39" y="47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3" y="28"/>
                    <a:pt x="26" y="22"/>
                    <a:pt x="18" y="15"/>
                  </a:cubicBezTo>
                  <a:cubicBezTo>
                    <a:pt x="14" y="11"/>
                    <a:pt x="10" y="7"/>
                    <a:pt x="6" y="2"/>
                  </a:cubicBezTo>
                  <a:cubicBezTo>
                    <a:pt x="5" y="1"/>
                    <a:pt x="3" y="0"/>
                    <a:pt x="1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0" name="Freeform 651">
              <a:extLst>
                <a:ext uri="{FF2B5EF4-FFF2-40B4-BE49-F238E27FC236}">
                  <a16:creationId xmlns:a16="http://schemas.microsoft.com/office/drawing/2014/main" id="{A2D34A55-D2ED-4344-8EB9-B51D1AC03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487"/>
              <a:ext cx="132" cy="141"/>
            </a:xfrm>
            <a:custGeom>
              <a:avLst/>
              <a:gdLst>
                <a:gd name="T0" fmla="*/ 187 w 53"/>
                <a:gd name="T1" fmla="*/ 657 h 53"/>
                <a:gd name="T2" fmla="*/ 466 w 53"/>
                <a:gd name="T3" fmla="*/ 2144 h 53"/>
                <a:gd name="T4" fmla="*/ 2114 w 53"/>
                <a:gd name="T5" fmla="*/ 3858 h 53"/>
                <a:gd name="T6" fmla="*/ 7203 w 53"/>
                <a:gd name="T7" fmla="*/ 9229 h 53"/>
                <a:gd name="T8" fmla="*/ 9113 w 53"/>
                <a:gd name="T9" fmla="*/ 13483 h 53"/>
                <a:gd name="T10" fmla="*/ 11506 w 53"/>
                <a:gd name="T11" fmla="*/ 18790 h 53"/>
                <a:gd name="T12" fmla="*/ 12468 w 53"/>
                <a:gd name="T13" fmla="*/ 18381 h 53"/>
                <a:gd name="T14" fmla="*/ 12468 w 53"/>
                <a:gd name="T15" fmla="*/ 17077 h 53"/>
                <a:gd name="T16" fmla="*/ 10229 w 53"/>
                <a:gd name="T17" fmla="*/ 12371 h 53"/>
                <a:gd name="T18" fmla="*/ 8157 w 53"/>
                <a:gd name="T19" fmla="*/ 7869 h 53"/>
                <a:gd name="T20" fmla="*/ 2892 w 53"/>
                <a:gd name="T21" fmla="*/ 2144 h 53"/>
                <a:gd name="T22" fmla="*/ 1161 w 53"/>
                <a:gd name="T23" fmla="*/ 396 h 53"/>
                <a:gd name="T24" fmla="*/ 187 w 53"/>
                <a:gd name="T25" fmla="*/ 657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53">
                  <a:moveTo>
                    <a:pt x="1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7" y="16"/>
                    <a:pt x="25" y="21"/>
                    <a:pt x="30" y="26"/>
                  </a:cubicBezTo>
                  <a:cubicBezTo>
                    <a:pt x="34" y="29"/>
                    <a:pt x="36" y="33"/>
                    <a:pt x="38" y="38"/>
                  </a:cubicBezTo>
                  <a:cubicBezTo>
                    <a:pt x="40" y="43"/>
                    <a:pt x="43" y="49"/>
                    <a:pt x="48" y="53"/>
                  </a:cubicBezTo>
                  <a:cubicBezTo>
                    <a:pt x="50" y="53"/>
                    <a:pt x="51" y="53"/>
                    <a:pt x="52" y="52"/>
                  </a:cubicBezTo>
                  <a:cubicBezTo>
                    <a:pt x="53" y="50"/>
                    <a:pt x="53" y="49"/>
                    <a:pt x="52" y="48"/>
                  </a:cubicBezTo>
                  <a:cubicBezTo>
                    <a:pt x="48" y="45"/>
                    <a:pt x="46" y="40"/>
                    <a:pt x="43" y="35"/>
                  </a:cubicBezTo>
                  <a:cubicBezTo>
                    <a:pt x="41" y="31"/>
                    <a:pt x="39" y="25"/>
                    <a:pt x="34" y="22"/>
                  </a:cubicBezTo>
                  <a:cubicBezTo>
                    <a:pt x="28" y="16"/>
                    <a:pt x="20" y="11"/>
                    <a:pt x="12" y="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1" name="Freeform 652">
              <a:extLst>
                <a:ext uri="{FF2B5EF4-FFF2-40B4-BE49-F238E27FC236}">
                  <a16:creationId xmlns:a16="http://schemas.microsoft.com/office/drawing/2014/main" id="{E7731A7F-9BEA-4D2D-9A6F-A6DADFDFA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583"/>
              <a:ext cx="190" cy="85"/>
            </a:xfrm>
            <a:custGeom>
              <a:avLst/>
              <a:gdLst>
                <a:gd name="T0" fmla="*/ 5208 w 76"/>
                <a:gd name="T1" fmla="*/ 1052 h 32"/>
                <a:gd name="T2" fmla="*/ 988 w 76"/>
                <a:gd name="T3" fmla="*/ 656 h 32"/>
                <a:gd name="T4" fmla="*/ 0 w 76"/>
                <a:gd name="T5" fmla="*/ 1448 h 32"/>
                <a:gd name="T6" fmla="*/ 520 w 76"/>
                <a:gd name="T7" fmla="*/ 2794 h 32"/>
                <a:gd name="T8" fmla="*/ 5395 w 76"/>
                <a:gd name="T9" fmla="*/ 2794 h 32"/>
                <a:gd name="T10" fmla="*/ 10750 w 76"/>
                <a:gd name="T11" fmla="*/ 4874 h 32"/>
                <a:gd name="T12" fmla="*/ 12238 w 76"/>
                <a:gd name="T13" fmla="*/ 6619 h 32"/>
                <a:gd name="T14" fmla="*/ 17895 w 76"/>
                <a:gd name="T15" fmla="*/ 10604 h 32"/>
                <a:gd name="T16" fmla="*/ 18363 w 76"/>
                <a:gd name="T17" fmla="*/ 9504 h 32"/>
                <a:gd name="T18" fmla="*/ 17583 w 76"/>
                <a:gd name="T19" fmla="*/ 8473 h 32"/>
                <a:gd name="T20" fmla="*/ 13208 w 76"/>
                <a:gd name="T21" fmla="*/ 5286 h 32"/>
                <a:gd name="T22" fmla="*/ 11720 w 76"/>
                <a:gd name="T23" fmla="*/ 3190 h 32"/>
                <a:gd name="T24" fmla="*/ 5208 w 76"/>
                <a:gd name="T25" fmla="*/ 1052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32">
                  <a:moveTo>
                    <a:pt x="21" y="3"/>
                  </a:moveTo>
                  <a:cubicBezTo>
                    <a:pt x="16" y="3"/>
                    <a:pt x="11" y="4"/>
                    <a:pt x="4" y="2"/>
                  </a:cubicBezTo>
                  <a:cubicBezTo>
                    <a:pt x="3" y="1"/>
                    <a:pt x="1" y="2"/>
                    <a:pt x="0" y="4"/>
                  </a:cubicBezTo>
                  <a:cubicBezTo>
                    <a:pt x="0" y="5"/>
                    <a:pt x="1" y="7"/>
                    <a:pt x="2" y="8"/>
                  </a:cubicBezTo>
                  <a:cubicBezTo>
                    <a:pt x="10" y="10"/>
                    <a:pt x="17" y="9"/>
                    <a:pt x="22" y="8"/>
                  </a:cubicBezTo>
                  <a:cubicBezTo>
                    <a:pt x="30" y="7"/>
                    <a:pt x="36" y="6"/>
                    <a:pt x="44" y="14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6" y="25"/>
                    <a:pt x="62" y="32"/>
                    <a:pt x="73" y="30"/>
                  </a:cubicBezTo>
                  <a:cubicBezTo>
                    <a:pt x="75" y="30"/>
                    <a:pt x="76" y="28"/>
                    <a:pt x="75" y="27"/>
                  </a:cubicBezTo>
                  <a:cubicBezTo>
                    <a:pt x="75" y="25"/>
                    <a:pt x="74" y="24"/>
                    <a:pt x="72" y="24"/>
                  </a:cubicBezTo>
                  <a:cubicBezTo>
                    <a:pt x="64" y="26"/>
                    <a:pt x="60" y="21"/>
                    <a:pt x="54" y="1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38" y="0"/>
                    <a:pt x="29" y="1"/>
                    <a:pt x="21" y="3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2" name="Freeform 653">
              <a:extLst>
                <a:ext uri="{FF2B5EF4-FFF2-40B4-BE49-F238E27FC236}">
                  <a16:creationId xmlns:a16="http://schemas.microsoft.com/office/drawing/2014/main" id="{1E48D560-E1D3-4C55-80A8-D056DE8CD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785"/>
              <a:ext cx="190" cy="46"/>
            </a:xfrm>
            <a:custGeom>
              <a:avLst/>
              <a:gdLst>
                <a:gd name="T0" fmla="*/ 313 w 76"/>
                <a:gd name="T1" fmla="*/ 755 h 17"/>
                <a:gd name="T2" fmla="*/ 520 w 76"/>
                <a:gd name="T3" fmla="*/ 2300 h 17"/>
                <a:gd name="T4" fmla="*/ 8595 w 76"/>
                <a:gd name="T5" fmla="*/ 4657 h 17"/>
                <a:gd name="T6" fmla="*/ 12708 w 76"/>
                <a:gd name="T7" fmla="*/ 4657 h 17"/>
                <a:gd name="T8" fmla="*/ 14970 w 76"/>
                <a:gd name="T9" fmla="*/ 5528 h 17"/>
                <a:gd name="T10" fmla="*/ 17583 w 76"/>
                <a:gd name="T11" fmla="*/ 6656 h 17"/>
                <a:gd name="T12" fmla="*/ 18563 w 76"/>
                <a:gd name="T13" fmla="*/ 5528 h 17"/>
                <a:gd name="T14" fmla="*/ 17895 w 76"/>
                <a:gd name="T15" fmla="*/ 4343 h 17"/>
                <a:gd name="T16" fmla="*/ 15438 w 76"/>
                <a:gd name="T17" fmla="*/ 3485 h 17"/>
                <a:gd name="T18" fmla="*/ 13020 w 76"/>
                <a:gd name="T19" fmla="*/ 2300 h 17"/>
                <a:gd name="T20" fmla="*/ 8333 w 76"/>
                <a:gd name="T21" fmla="*/ 2300 h 17"/>
                <a:gd name="T22" fmla="*/ 1300 w 76"/>
                <a:gd name="T23" fmla="*/ 438 h 17"/>
                <a:gd name="T24" fmla="*/ 313 w 76"/>
                <a:gd name="T25" fmla="*/ 755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17">
                  <a:moveTo>
                    <a:pt x="1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14" y="14"/>
                    <a:pt x="24" y="13"/>
                    <a:pt x="35" y="12"/>
                  </a:cubicBezTo>
                  <a:cubicBezTo>
                    <a:pt x="40" y="12"/>
                    <a:pt x="46" y="11"/>
                    <a:pt x="52" y="12"/>
                  </a:cubicBezTo>
                  <a:cubicBezTo>
                    <a:pt x="55" y="12"/>
                    <a:pt x="58" y="13"/>
                    <a:pt x="61" y="14"/>
                  </a:cubicBezTo>
                  <a:cubicBezTo>
                    <a:pt x="64" y="16"/>
                    <a:pt x="68" y="17"/>
                    <a:pt x="72" y="17"/>
                  </a:cubicBezTo>
                  <a:cubicBezTo>
                    <a:pt x="74" y="17"/>
                    <a:pt x="75" y="16"/>
                    <a:pt x="76" y="14"/>
                  </a:cubicBezTo>
                  <a:cubicBezTo>
                    <a:pt x="76" y="12"/>
                    <a:pt x="74" y="11"/>
                    <a:pt x="73" y="11"/>
                  </a:cubicBezTo>
                  <a:cubicBezTo>
                    <a:pt x="69" y="11"/>
                    <a:pt x="66" y="10"/>
                    <a:pt x="63" y="9"/>
                  </a:cubicBezTo>
                  <a:cubicBezTo>
                    <a:pt x="60" y="7"/>
                    <a:pt x="56" y="6"/>
                    <a:pt x="53" y="6"/>
                  </a:cubicBezTo>
                  <a:cubicBezTo>
                    <a:pt x="46" y="5"/>
                    <a:pt x="40" y="6"/>
                    <a:pt x="34" y="6"/>
                  </a:cubicBezTo>
                  <a:cubicBezTo>
                    <a:pt x="24" y="7"/>
                    <a:pt x="15" y="8"/>
                    <a:pt x="5" y="1"/>
                  </a:cubicBezTo>
                  <a:cubicBezTo>
                    <a:pt x="3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3" name="Freeform 654">
              <a:extLst>
                <a:ext uri="{FF2B5EF4-FFF2-40B4-BE49-F238E27FC236}">
                  <a16:creationId xmlns:a16="http://schemas.microsoft.com/office/drawing/2014/main" id="{A9A76BE1-FE2D-4FB9-AFEE-B2725EB62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08"/>
              <a:ext cx="195" cy="59"/>
            </a:xfrm>
            <a:custGeom>
              <a:avLst/>
              <a:gdLst>
                <a:gd name="T0" fmla="*/ 3720 w 78"/>
                <a:gd name="T1" fmla="*/ 0 h 22"/>
                <a:gd name="T2" fmla="*/ 783 w 78"/>
                <a:gd name="T3" fmla="*/ 0 h 22"/>
                <a:gd name="T4" fmla="*/ 0 w 78"/>
                <a:gd name="T5" fmla="*/ 1078 h 22"/>
                <a:gd name="T6" fmla="*/ 783 w 78"/>
                <a:gd name="T7" fmla="*/ 2215 h 22"/>
                <a:gd name="T8" fmla="*/ 3720 w 78"/>
                <a:gd name="T9" fmla="*/ 2215 h 22"/>
                <a:gd name="T10" fmla="*/ 12500 w 78"/>
                <a:gd name="T11" fmla="*/ 4149 h 22"/>
                <a:gd name="T12" fmla="*/ 14458 w 78"/>
                <a:gd name="T13" fmla="*/ 5538 h 22"/>
                <a:gd name="T14" fmla="*/ 18095 w 78"/>
                <a:gd name="T15" fmla="*/ 8177 h 22"/>
                <a:gd name="T16" fmla="*/ 19063 w 78"/>
                <a:gd name="T17" fmla="*/ 7501 h 22"/>
                <a:gd name="T18" fmla="*/ 18563 w 78"/>
                <a:gd name="T19" fmla="*/ 5940 h 22"/>
                <a:gd name="T20" fmla="*/ 15158 w 78"/>
                <a:gd name="T21" fmla="*/ 3725 h 22"/>
                <a:gd name="T22" fmla="*/ 13020 w 78"/>
                <a:gd name="T23" fmla="*/ 2215 h 22"/>
                <a:gd name="T24" fmla="*/ 3720 w 78"/>
                <a:gd name="T25" fmla="*/ 0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8" h="22">
                  <a:moveTo>
                    <a:pt x="1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27" y="6"/>
                    <a:pt x="38" y="6"/>
                    <a:pt x="51" y="11"/>
                  </a:cubicBezTo>
                  <a:cubicBezTo>
                    <a:pt x="59" y="15"/>
                    <a:pt x="59" y="15"/>
                    <a:pt x="59" y="15"/>
                  </a:cubicBezTo>
                  <a:cubicBezTo>
                    <a:pt x="63" y="18"/>
                    <a:pt x="68" y="21"/>
                    <a:pt x="74" y="22"/>
                  </a:cubicBezTo>
                  <a:cubicBezTo>
                    <a:pt x="76" y="22"/>
                    <a:pt x="77" y="21"/>
                    <a:pt x="78" y="20"/>
                  </a:cubicBezTo>
                  <a:cubicBezTo>
                    <a:pt x="78" y="18"/>
                    <a:pt x="77" y="17"/>
                    <a:pt x="76" y="16"/>
                  </a:cubicBezTo>
                  <a:cubicBezTo>
                    <a:pt x="71" y="15"/>
                    <a:pt x="66" y="13"/>
                    <a:pt x="62" y="10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39" y="0"/>
                    <a:pt x="27" y="0"/>
                    <a:pt x="15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4" name="Freeform 655">
              <a:extLst>
                <a:ext uri="{FF2B5EF4-FFF2-40B4-BE49-F238E27FC236}">
                  <a16:creationId xmlns:a16="http://schemas.microsoft.com/office/drawing/2014/main" id="{EF5B7B4D-A05D-4BC5-83D7-65700EBF1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20"/>
              <a:ext cx="215" cy="75"/>
            </a:xfrm>
            <a:custGeom>
              <a:avLst/>
              <a:gdLst>
                <a:gd name="T0" fmla="*/ 20050 w 86"/>
                <a:gd name="T1" fmla="*/ 402 h 28"/>
                <a:gd name="T2" fmla="*/ 16925 w 86"/>
                <a:gd name="T3" fmla="*/ 2885 h 28"/>
                <a:gd name="T4" fmla="*/ 11720 w 86"/>
                <a:gd name="T5" fmla="*/ 6651 h 28"/>
                <a:gd name="T6" fmla="*/ 783 w 86"/>
                <a:gd name="T7" fmla="*/ 8129 h 28"/>
                <a:gd name="T8" fmla="*/ 0 w 86"/>
                <a:gd name="T9" fmla="*/ 9206 h 28"/>
                <a:gd name="T10" fmla="*/ 783 w 86"/>
                <a:gd name="T11" fmla="*/ 10339 h 28"/>
                <a:gd name="T12" fmla="*/ 12033 w 86"/>
                <a:gd name="T13" fmla="*/ 8804 h 28"/>
                <a:gd name="T14" fmla="*/ 17583 w 86"/>
                <a:gd name="T15" fmla="*/ 4843 h 28"/>
                <a:gd name="T16" fmla="*/ 20520 w 86"/>
                <a:gd name="T17" fmla="*/ 2210 h 28"/>
                <a:gd name="T18" fmla="*/ 21020 w 86"/>
                <a:gd name="T19" fmla="*/ 675 h 28"/>
                <a:gd name="T20" fmla="*/ 20050 w 86"/>
                <a:gd name="T21" fmla="*/ 402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28">
                  <a:moveTo>
                    <a:pt x="82" y="1"/>
                  </a:moveTo>
                  <a:cubicBezTo>
                    <a:pt x="76" y="3"/>
                    <a:pt x="73" y="6"/>
                    <a:pt x="69" y="8"/>
                  </a:cubicBezTo>
                  <a:cubicBezTo>
                    <a:pt x="63" y="12"/>
                    <a:pt x="57" y="16"/>
                    <a:pt x="48" y="18"/>
                  </a:cubicBezTo>
                  <a:cubicBezTo>
                    <a:pt x="33" y="20"/>
                    <a:pt x="20" y="22"/>
                    <a:pt x="3" y="22"/>
                  </a:cubicBezTo>
                  <a:cubicBezTo>
                    <a:pt x="1" y="22"/>
                    <a:pt x="0" y="23"/>
                    <a:pt x="0" y="25"/>
                  </a:cubicBezTo>
                  <a:cubicBezTo>
                    <a:pt x="0" y="27"/>
                    <a:pt x="1" y="28"/>
                    <a:pt x="3" y="28"/>
                  </a:cubicBezTo>
                  <a:cubicBezTo>
                    <a:pt x="21" y="28"/>
                    <a:pt x="34" y="26"/>
                    <a:pt x="49" y="24"/>
                  </a:cubicBezTo>
                  <a:cubicBezTo>
                    <a:pt x="59" y="22"/>
                    <a:pt x="66" y="18"/>
                    <a:pt x="72" y="13"/>
                  </a:cubicBezTo>
                  <a:cubicBezTo>
                    <a:pt x="76" y="11"/>
                    <a:pt x="79" y="9"/>
                    <a:pt x="84" y="6"/>
                  </a:cubicBezTo>
                  <a:cubicBezTo>
                    <a:pt x="86" y="6"/>
                    <a:pt x="86" y="4"/>
                    <a:pt x="86" y="2"/>
                  </a:cubicBezTo>
                  <a:cubicBezTo>
                    <a:pt x="85" y="1"/>
                    <a:pt x="83" y="0"/>
                    <a:pt x="82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5" name="Freeform 656">
              <a:extLst>
                <a:ext uri="{FF2B5EF4-FFF2-40B4-BE49-F238E27FC236}">
                  <a16:creationId xmlns:a16="http://schemas.microsoft.com/office/drawing/2014/main" id="{D45A0CDC-4AC5-4036-B2E2-60C105F95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017"/>
              <a:ext cx="190" cy="94"/>
            </a:xfrm>
            <a:custGeom>
              <a:avLst/>
              <a:gdLst>
                <a:gd name="T0" fmla="*/ 17583 w 76"/>
                <a:gd name="T1" fmla="*/ 0 h 35"/>
                <a:gd name="T2" fmla="*/ 14658 w 76"/>
                <a:gd name="T3" fmla="*/ 403 h 35"/>
                <a:gd name="T4" fmla="*/ 9770 w 76"/>
                <a:gd name="T5" fmla="*/ 2229 h 35"/>
                <a:gd name="T6" fmla="*/ 7158 w 76"/>
                <a:gd name="T7" fmla="*/ 5310 h 35"/>
                <a:gd name="T8" fmla="*/ 1300 w 76"/>
                <a:gd name="T9" fmla="*/ 8951 h 35"/>
                <a:gd name="T10" fmla="*/ 313 w 76"/>
                <a:gd name="T11" fmla="*/ 9781 h 35"/>
                <a:gd name="T12" fmla="*/ 520 w 76"/>
                <a:gd name="T13" fmla="*/ 11331 h 35"/>
                <a:gd name="T14" fmla="*/ 8125 w 76"/>
                <a:gd name="T15" fmla="*/ 6701 h 35"/>
                <a:gd name="T16" fmla="*/ 10550 w 76"/>
                <a:gd name="T17" fmla="*/ 4219 h 35"/>
                <a:gd name="T18" fmla="*/ 14970 w 76"/>
                <a:gd name="T19" fmla="*/ 2653 h 35"/>
                <a:gd name="T20" fmla="*/ 18095 w 76"/>
                <a:gd name="T21" fmla="*/ 2229 h 35"/>
                <a:gd name="T22" fmla="*/ 18563 w 76"/>
                <a:gd name="T23" fmla="*/ 677 h 35"/>
                <a:gd name="T24" fmla="*/ 17583 w 76"/>
                <a:gd name="T25" fmla="*/ 0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35">
                  <a:moveTo>
                    <a:pt x="72" y="0"/>
                  </a:moveTo>
                  <a:cubicBezTo>
                    <a:pt x="68" y="1"/>
                    <a:pt x="64" y="1"/>
                    <a:pt x="60" y="1"/>
                  </a:cubicBezTo>
                  <a:cubicBezTo>
                    <a:pt x="54" y="1"/>
                    <a:pt x="48" y="1"/>
                    <a:pt x="40" y="6"/>
                  </a:cubicBezTo>
                  <a:cubicBezTo>
                    <a:pt x="37" y="7"/>
                    <a:pt x="33" y="10"/>
                    <a:pt x="29" y="14"/>
                  </a:cubicBezTo>
                  <a:cubicBezTo>
                    <a:pt x="21" y="20"/>
                    <a:pt x="11" y="28"/>
                    <a:pt x="5" y="24"/>
                  </a:cubicBezTo>
                  <a:cubicBezTo>
                    <a:pt x="4" y="24"/>
                    <a:pt x="2" y="24"/>
                    <a:pt x="1" y="26"/>
                  </a:cubicBezTo>
                  <a:cubicBezTo>
                    <a:pt x="0" y="27"/>
                    <a:pt x="1" y="29"/>
                    <a:pt x="2" y="30"/>
                  </a:cubicBezTo>
                  <a:cubicBezTo>
                    <a:pt x="12" y="35"/>
                    <a:pt x="23" y="26"/>
                    <a:pt x="33" y="18"/>
                  </a:cubicBezTo>
                  <a:cubicBezTo>
                    <a:pt x="36" y="15"/>
                    <a:pt x="40" y="12"/>
                    <a:pt x="43" y="11"/>
                  </a:cubicBezTo>
                  <a:cubicBezTo>
                    <a:pt x="49" y="7"/>
                    <a:pt x="55" y="7"/>
                    <a:pt x="61" y="7"/>
                  </a:cubicBezTo>
                  <a:cubicBezTo>
                    <a:pt x="65" y="7"/>
                    <a:pt x="69" y="7"/>
                    <a:pt x="74" y="6"/>
                  </a:cubicBezTo>
                  <a:cubicBezTo>
                    <a:pt x="75" y="6"/>
                    <a:pt x="76" y="4"/>
                    <a:pt x="76" y="2"/>
                  </a:cubicBezTo>
                  <a:cubicBezTo>
                    <a:pt x="75" y="1"/>
                    <a:pt x="74" y="0"/>
                    <a:pt x="72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6" name="Freeform 657">
              <a:extLst>
                <a:ext uri="{FF2B5EF4-FFF2-40B4-BE49-F238E27FC236}">
                  <a16:creationId xmlns:a16="http://schemas.microsoft.com/office/drawing/2014/main" id="{971AC655-F2BE-491B-BE93-DF7E4A258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095"/>
              <a:ext cx="193" cy="205"/>
            </a:xfrm>
            <a:custGeom>
              <a:avLst/>
              <a:gdLst>
                <a:gd name="T0" fmla="*/ 17791 w 77"/>
                <a:gd name="T1" fmla="*/ 397 h 77"/>
                <a:gd name="T2" fmla="*/ 14645 w 77"/>
                <a:gd name="T3" fmla="*/ 3211 h 77"/>
                <a:gd name="T4" fmla="*/ 9720 w 77"/>
                <a:gd name="T5" fmla="*/ 8131 h 77"/>
                <a:gd name="T6" fmla="*/ 6239 w 77"/>
                <a:gd name="T7" fmla="*/ 17132 h 77"/>
                <a:gd name="T8" fmla="*/ 521 w 77"/>
                <a:gd name="T9" fmla="*/ 25268 h 77"/>
                <a:gd name="T10" fmla="*/ 0 w 77"/>
                <a:gd name="T11" fmla="*/ 26325 h 77"/>
                <a:gd name="T12" fmla="*/ 785 w 77"/>
                <a:gd name="T13" fmla="*/ 27438 h 77"/>
                <a:gd name="T14" fmla="*/ 7733 w 77"/>
                <a:gd name="T15" fmla="*/ 17776 h 77"/>
                <a:gd name="T16" fmla="*/ 10693 w 77"/>
                <a:gd name="T17" fmla="*/ 10037 h 77"/>
                <a:gd name="T18" fmla="*/ 15355 w 77"/>
                <a:gd name="T19" fmla="*/ 4984 h 77"/>
                <a:gd name="T20" fmla="*/ 18596 w 77"/>
                <a:gd name="T21" fmla="*/ 2154 h 77"/>
                <a:gd name="T22" fmla="*/ 18784 w 77"/>
                <a:gd name="T23" fmla="*/ 397 h 77"/>
                <a:gd name="T24" fmla="*/ 17791 w 77"/>
                <a:gd name="T25" fmla="*/ 397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" h="77">
                  <a:moveTo>
                    <a:pt x="72" y="1"/>
                  </a:moveTo>
                  <a:cubicBezTo>
                    <a:pt x="59" y="9"/>
                    <a:pt x="59" y="9"/>
                    <a:pt x="59" y="9"/>
                  </a:cubicBezTo>
                  <a:cubicBezTo>
                    <a:pt x="52" y="13"/>
                    <a:pt x="45" y="18"/>
                    <a:pt x="39" y="23"/>
                  </a:cubicBezTo>
                  <a:cubicBezTo>
                    <a:pt x="30" y="30"/>
                    <a:pt x="27" y="40"/>
                    <a:pt x="25" y="48"/>
                  </a:cubicBezTo>
                  <a:cubicBezTo>
                    <a:pt x="22" y="60"/>
                    <a:pt x="19" y="69"/>
                    <a:pt x="2" y="71"/>
                  </a:cubicBezTo>
                  <a:cubicBezTo>
                    <a:pt x="1" y="71"/>
                    <a:pt x="0" y="72"/>
                    <a:pt x="0" y="74"/>
                  </a:cubicBezTo>
                  <a:cubicBezTo>
                    <a:pt x="0" y="76"/>
                    <a:pt x="1" y="77"/>
                    <a:pt x="3" y="77"/>
                  </a:cubicBezTo>
                  <a:cubicBezTo>
                    <a:pt x="23" y="75"/>
                    <a:pt x="27" y="62"/>
                    <a:pt x="31" y="50"/>
                  </a:cubicBezTo>
                  <a:cubicBezTo>
                    <a:pt x="33" y="42"/>
                    <a:pt x="36" y="34"/>
                    <a:pt x="43" y="28"/>
                  </a:cubicBezTo>
                  <a:cubicBezTo>
                    <a:pt x="49" y="23"/>
                    <a:pt x="56" y="18"/>
                    <a:pt x="62" y="14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6" y="5"/>
                    <a:pt x="77" y="3"/>
                    <a:pt x="76" y="1"/>
                  </a:cubicBezTo>
                  <a:cubicBezTo>
                    <a:pt x="75" y="0"/>
                    <a:pt x="73" y="0"/>
                    <a:pt x="72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7" name="Freeform 658">
              <a:extLst>
                <a:ext uri="{FF2B5EF4-FFF2-40B4-BE49-F238E27FC236}">
                  <a16:creationId xmlns:a16="http://schemas.microsoft.com/office/drawing/2014/main" id="{E0981580-C201-46BC-B331-133F60841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177"/>
              <a:ext cx="92" cy="214"/>
            </a:xfrm>
            <a:custGeom>
              <a:avLst/>
              <a:gdLst>
                <a:gd name="T0" fmla="*/ 7611 w 37"/>
                <a:gd name="T1" fmla="*/ 401 h 80"/>
                <a:gd name="T2" fmla="*/ 3319 w 37"/>
                <a:gd name="T3" fmla="*/ 14640 h 80"/>
                <a:gd name="T4" fmla="*/ 186 w 37"/>
                <a:gd name="T5" fmla="*/ 27141 h 80"/>
                <a:gd name="T6" fmla="*/ 186 w 37"/>
                <a:gd name="T7" fmla="*/ 28887 h 80"/>
                <a:gd name="T8" fmla="*/ 1149 w 37"/>
                <a:gd name="T9" fmla="*/ 28614 h 80"/>
                <a:gd name="T10" fmla="*/ 4737 w 37"/>
                <a:gd name="T11" fmla="*/ 15050 h 80"/>
                <a:gd name="T12" fmla="*/ 8563 w 37"/>
                <a:gd name="T13" fmla="*/ 1795 h 80"/>
                <a:gd name="T14" fmla="*/ 8563 w 37"/>
                <a:gd name="T15" fmla="*/ 401 h 80"/>
                <a:gd name="T16" fmla="*/ 7611 w 37"/>
                <a:gd name="T17" fmla="*/ 401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80">
                  <a:moveTo>
                    <a:pt x="32" y="1"/>
                  </a:moveTo>
                  <a:cubicBezTo>
                    <a:pt x="20" y="12"/>
                    <a:pt x="17" y="26"/>
                    <a:pt x="14" y="40"/>
                  </a:cubicBezTo>
                  <a:cubicBezTo>
                    <a:pt x="12" y="53"/>
                    <a:pt x="10" y="65"/>
                    <a:pt x="1" y="74"/>
                  </a:cubicBezTo>
                  <a:cubicBezTo>
                    <a:pt x="0" y="76"/>
                    <a:pt x="0" y="77"/>
                    <a:pt x="1" y="79"/>
                  </a:cubicBezTo>
                  <a:cubicBezTo>
                    <a:pt x="2" y="80"/>
                    <a:pt x="4" y="80"/>
                    <a:pt x="5" y="78"/>
                  </a:cubicBezTo>
                  <a:cubicBezTo>
                    <a:pt x="15" y="68"/>
                    <a:pt x="18" y="54"/>
                    <a:pt x="20" y="41"/>
                  </a:cubicBezTo>
                  <a:cubicBezTo>
                    <a:pt x="23" y="28"/>
                    <a:pt x="25" y="15"/>
                    <a:pt x="36" y="5"/>
                  </a:cubicBezTo>
                  <a:cubicBezTo>
                    <a:pt x="37" y="4"/>
                    <a:pt x="37" y="2"/>
                    <a:pt x="36" y="1"/>
                  </a:cubicBezTo>
                  <a:cubicBezTo>
                    <a:pt x="35" y="0"/>
                    <a:pt x="33" y="0"/>
                    <a:pt x="32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8" name="Freeform 659">
              <a:extLst>
                <a:ext uri="{FF2B5EF4-FFF2-40B4-BE49-F238E27FC236}">
                  <a16:creationId xmlns:a16="http://schemas.microsoft.com/office/drawing/2014/main" id="{DA3C06FC-64FA-4D32-9126-E392661E1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223"/>
              <a:ext cx="60" cy="288"/>
            </a:xfrm>
            <a:custGeom>
              <a:avLst/>
              <a:gdLst>
                <a:gd name="T0" fmla="*/ 4688 w 24"/>
                <a:gd name="T1" fmla="*/ 0 h 108"/>
                <a:gd name="T2" fmla="*/ 3908 w 24"/>
                <a:gd name="T3" fmla="*/ 1459 h 108"/>
                <a:gd name="T4" fmla="*/ 2270 w 24"/>
                <a:gd name="T5" fmla="*/ 11171 h 108"/>
                <a:gd name="T6" fmla="*/ 520 w 24"/>
                <a:gd name="T7" fmla="*/ 17237 h 108"/>
                <a:gd name="T8" fmla="*/ 520 w 24"/>
                <a:gd name="T9" fmla="*/ 27669 h 108"/>
                <a:gd name="T10" fmla="*/ 783 w 24"/>
                <a:gd name="T11" fmla="*/ 37376 h 108"/>
                <a:gd name="T12" fmla="*/ 1300 w 24"/>
                <a:gd name="T13" fmla="*/ 38835 h 108"/>
                <a:gd name="T14" fmla="*/ 2270 w 24"/>
                <a:gd name="T15" fmla="*/ 37773 h 108"/>
                <a:gd name="T16" fmla="*/ 1958 w 24"/>
                <a:gd name="T17" fmla="*/ 27669 h 108"/>
                <a:gd name="T18" fmla="*/ 1958 w 24"/>
                <a:gd name="T19" fmla="*/ 17656 h 108"/>
                <a:gd name="T20" fmla="*/ 3438 w 24"/>
                <a:gd name="T21" fmla="*/ 11891 h 108"/>
                <a:gd name="T22" fmla="*/ 5395 w 24"/>
                <a:gd name="T23" fmla="*/ 1059 h 108"/>
                <a:gd name="T24" fmla="*/ 4688 w 24"/>
                <a:gd name="T25" fmla="*/ 0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" h="108">
                  <a:moveTo>
                    <a:pt x="19" y="0"/>
                  </a:moveTo>
                  <a:cubicBezTo>
                    <a:pt x="17" y="1"/>
                    <a:pt x="16" y="2"/>
                    <a:pt x="16" y="4"/>
                  </a:cubicBezTo>
                  <a:cubicBezTo>
                    <a:pt x="17" y="13"/>
                    <a:pt x="13" y="22"/>
                    <a:pt x="9" y="31"/>
                  </a:cubicBezTo>
                  <a:cubicBezTo>
                    <a:pt x="6" y="36"/>
                    <a:pt x="3" y="42"/>
                    <a:pt x="2" y="48"/>
                  </a:cubicBezTo>
                  <a:cubicBezTo>
                    <a:pt x="0" y="58"/>
                    <a:pt x="1" y="68"/>
                    <a:pt x="2" y="77"/>
                  </a:cubicBezTo>
                  <a:cubicBezTo>
                    <a:pt x="4" y="87"/>
                    <a:pt x="5" y="95"/>
                    <a:pt x="3" y="104"/>
                  </a:cubicBezTo>
                  <a:cubicBezTo>
                    <a:pt x="3" y="106"/>
                    <a:pt x="4" y="107"/>
                    <a:pt x="5" y="108"/>
                  </a:cubicBezTo>
                  <a:cubicBezTo>
                    <a:pt x="7" y="108"/>
                    <a:pt x="8" y="107"/>
                    <a:pt x="9" y="105"/>
                  </a:cubicBezTo>
                  <a:cubicBezTo>
                    <a:pt x="11" y="96"/>
                    <a:pt x="9" y="86"/>
                    <a:pt x="8" y="77"/>
                  </a:cubicBezTo>
                  <a:cubicBezTo>
                    <a:pt x="7" y="67"/>
                    <a:pt x="6" y="58"/>
                    <a:pt x="8" y="49"/>
                  </a:cubicBezTo>
                  <a:cubicBezTo>
                    <a:pt x="9" y="44"/>
                    <a:pt x="12" y="39"/>
                    <a:pt x="14" y="33"/>
                  </a:cubicBezTo>
                  <a:cubicBezTo>
                    <a:pt x="19" y="24"/>
                    <a:pt x="24" y="14"/>
                    <a:pt x="22" y="3"/>
                  </a:cubicBezTo>
                  <a:cubicBezTo>
                    <a:pt x="22" y="1"/>
                    <a:pt x="20" y="0"/>
                    <a:pt x="19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9" name="Freeform 660">
              <a:extLst>
                <a:ext uri="{FF2B5EF4-FFF2-40B4-BE49-F238E27FC236}">
                  <a16:creationId xmlns:a16="http://schemas.microsoft.com/office/drawing/2014/main" id="{5A015DE5-A6C8-4366-90B8-2E05633B3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193"/>
              <a:ext cx="55" cy="288"/>
            </a:xfrm>
            <a:custGeom>
              <a:avLst/>
              <a:gdLst>
                <a:gd name="T0" fmla="*/ 3908 w 22"/>
                <a:gd name="T1" fmla="*/ 661 h 108"/>
                <a:gd name="T2" fmla="*/ 313 w 22"/>
                <a:gd name="T3" fmla="*/ 15112 h 108"/>
                <a:gd name="T4" fmla="*/ 783 w 22"/>
                <a:gd name="T5" fmla="*/ 25237 h 108"/>
                <a:gd name="T6" fmla="*/ 783 w 22"/>
                <a:gd name="T7" fmla="*/ 37069 h 108"/>
                <a:gd name="T8" fmla="*/ 988 w 22"/>
                <a:gd name="T9" fmla="*/ 38435 h 108"/>
                <a:gd name="T10" fmla="*/ 1958 w 22"/>
                <a:gd name="T11" fmla="*/ 38173 h 108"/>
                <a:gd name="T12" fmla="*/ 2270 w 22"/>
                <a:gd name="T13" fmla="*/ 24824 h 108"/>
                <a:gd name="T14" fmla="*/ 1770 w 22"/>
                <a:gd name="T15" fmla="*/ 15531 h 108"/>
                <a:gd name="T16" fmla="*/ 5395 w 22"/>
                <a:gd name="T17" fmla="*/ 1459 h 108"/>
                <a:gd name="T18" fmla="*/ 4895 w 22"/>
                <a:gd name="T19" fmla="*/ 0 h 108"/>
                <a:gd name="T20" fmla="*/ 3908 w 22"/>
                <a:gd name="T21" fmla="*/ 661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108">
                  <a:moveTo>
                    <a:pt x="16" y="2"/>
                  </a:moveTo>
                  <a:cubicBezTo>
                    <a:pt x="10" y="13"/>
                    <a:pt x="3" y="30"/>
                    <a:pt x="1" y="42"/>
                  </a:cubicBezTo>
                  <a:cubicBezTo>
                    <a:pt x="0" y="50"/>
                    <a:pt x="2" y="60"/>
                    <a:pt x="3" y="70"/>
                  </a:cubicBezTo>
                  <a:cubicBezTo>
                    <a:pt x="5" y="82"/>
                    <a:pt x="8" y="95"/>
                    <a:pt x="3" y="103"/>
                  </a:cubicBezTo>
                  <a:cubicBezTo>
                    <a:pt x="2" y="104"/>
                    <a:pt x="3" y="106"/>
                    <a:pt x="4" y="107"/>
                  </a:cubicBezTo>
                  <a:cubicBezTo>
                    <a:pt x="5" y="108"/>
                    <a:pt x="7" y="107"/>
                    <a:pt x="8" y="106"/>
                  </a:cubicBezTo>
                  <a:cubicBezTo>
                    <a:pt x="14" y="97"/>
                    <a:pt x="12" y="82"/>
                    <a:pt x="9" y="69"/>
                  </a:cubicBezTo>
                  <a:cubicBezTo>
                    <a:pt x="8" y="60"/>
                    <a:pt x="6" y="50"/>
                    <a:pt x="7" y="43"/>
                  </a:cubicBezTo>
                  <a:cubicBezTo>
                    <a:pt x="9" y="31"/>
                    <a:pt x="16" y="15"/>
                    <a:pt x="22" y="4"/>
                  </a:cubicBezTo>
                  <a:cubicBezTo>
                    <a:pt x="22" y="3"/>
                    <a:pt x="22" y="1"/>
                    <a:pt x="20" y="0"/>
                  </a:cubicBezTo>
                  <a:cubicBezTo>
                    <a:pt x="19" y="0"/>
                    <a:pt x="17" y="0"/>
                    <a:pt x="16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0" name="Freeform 661">
              <a:extLst>
                <a:ext uri="{FF2B5EF4-FFF2-40B4-BE49-F238E27FC236}">
                  <a16:creationId xmlns:a16="http://schemas.microsoft.com/office/drawing/2014/main" id="{9639F2E3-63D1-49A5-9B4A-0AA79D8A3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241"/>
              <a:ext cx="55" cy="294"/>
            </a:xfrm>
            <a:custGeom>
              <a:avLst/>
              <a:gdLst>
                <a:gd name="T0" fmla="*/ 2738 w 22"/>
                <a:gd name="T1" fmla="*/ 671 h 110"/>
                <a:gd name="T2" fmla="*/ 2938 w 22"/>
                <a:gd name="T3" fmla="*/ 8323 h 110"/>
                <a:gd name="T4" fmla="*/ 3438 w 22"/>
                <a:gd name="T5" fmla="*/ 10923 h 110"/>
                <a:gd name="T6" fmla="*/ 1770 w 22"/>
                <a:gd name="T7" fmla="*/ 25931 h 110"/>
                <a:gd name="T8" fmla="*/ 0 w 22"/>
                <a:gd name="T9" fmla="*/ 38990 h 110"/>
                <a:gd name="T10" fmla="*/ 783 w 22"/>
                <a:gd name="T11" fmla="*/ 40110 h 110"/>
                <a:gd name="T12" fmla="*/ 1488 w 22"/>
                <a:gd name="T13" fmla="*/ 38990 h 110"/>
                <a:gd name="T14" fmla="*/ 3250 w 22"/>
                <a:gd name="T15" fmla="*/ 26575 h 110"/>
                <a:gd name="T16" fmla="*/ 4895 w 22"/>
                <a:gd name="T17" fmla="*/ 10616 h 110"/>
                <a:gd name="T18" fmla="*/ 4425 w 22"/>
                <a:gd name="T19" fmla="*/ 7657 h 110"/>
                <a:gd name="T20" fmla="*/ 4220 w 22"/>
                <a:gd name="T21" fmla="*/ 1486 h 110"/>
                <a:gd name="T22" fmla="*/ 3720 w 22"/>
                <a:gd name="T23" fmla="*/ 0 h 110"/>
                <a:gd name="T24" fmla="*/ 2738 w 22"/>
                <a:gd name="T25" fmla="*/ 671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110">
                  <a:moveTo>
                    <a:pt x="11" y="2"/>
                  </a:moveTo>
                  <a:cubicBezTo>
                    <a:pt x="8" y="9"/>
                    <a:pt x="10" y="16"/>
                    <a:pt x="12" y="23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6" y="45"/>
                    <a:pt x="12" y="58"/>
                    <a:pt x="7" y="71"/>
                  </a:cubicBezTo>
                  <a:cubicBezTo>
                    <a:pt x="4" y="82"/>
                    <a:pt x="0" y="94"/>
                    <a:pt x="0" y="107"/>
                  </a:cubicBezTo>
                  <a:cubicBezTo>
                    <a:pt x="0" y="109"/>
                    <a:pt x="2" y="110"/>
                    <a:pt x="3" y="110"/>
                  </a:cubicBezTo>
                  <a:cubicBezTo>
                    <a:pt x="5" y="110"/>
                    <a:pt x="6" y="109"/>
                    <a:pt x="6" y="107"/>
                  </a:cubicBezTo>
                  <a:cubicBezTo>
                    <a:pt x="6" y="95"/>
                    <a:pt x="9" y="84"/>
                    <a:pt x="13" y="73"/>
                  </a:cubicBezTo>
                  <a:cubicBezTo>
                    <a:pt x="17" y="59"/>
                    <a:pt x="22" y="45"/>
                    <a:pt x="20" y="29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6" y="15"/>
                    <a:pt x="14" y="10"/>
                    <a:pt x="17" y="4"/>
                  </a:cubicBezTo>
                  <a:cubicBezTo>
                    <a:pt x="17" y="3"/>
                    <a:pt x="17" y="1"/>
                    <a:pt x="15" y="0"/>
                  </a:cubicBezTo>
                  <a:cubicBezTo>
                    <a:pt x="13" y="0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1" name="Freeform 662">
              <a:extLst>
                <a:ext uri="{FF2B5EF4-FFF2-40B4-BE49-F238E27FC236}">
                  <a16:creationId xmlns:a16="http://schemas.microsoft.com/office/drawing/2014/main" id="{610C9814-88B2-444B-B42E-656548139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180"/>
              <a:ext cx="55" cy="256"/>
            </a:xfrm>
            <a:custGeom>
              <a:avLst/>
              <a:gdLst>
                <a:gd name="T0" fmla="*/ 3720 w 22"/>
                <a:gd name="T1" fmla="*/ 661 h 96"/>
                <a:gd name="T2" fmla="*/ 2470 w 22"/>
                <a:gd name="T3" fmla="*/ 13347 h 96"/>
                <a:gd name="T4" fmla="*/ 2470 w 22"/>
                <a:gd name="T5" fmla="*/ 14712 h 96"/>
                <a:gd name="T6" fmla="*/ 1300 w 22"/>
                <a:gd name="T7" fmla="*/ 25237 h 96"/>
                <a:gd name="T8" fmla="*/ 313 w 22"/>
                <a:gd name="T9" fmla="*/ 33016 h 96"/>
                <a:gd name="T10" fmla="*/ 783 w 22"/>
                <a:gd name="T11" fmla="*/ 34531 h 96"/>
                <a:gd name="T12" fmla="*/ 1770 w 22"/>
                <a:gd name="T13" fmla="*/ 33429 h 96"/>
                <a:gd name="T14" fmla="*/ 2738 w 22"/>
                <a:gd name="T15" fmla="*/ 25485 h 96"/>
                <a:gd name="T16" fmla="*/ 3908 w 22"/>
                <a:gd name="T17" fmla="*/ 14413 h 96"/>
                <a:gd name="T18" fmla="*/ 3908 w 22"/>
                <a:gd name="T19" fmla="*/ 12949 h 96"/>
                <a:gd name="T20" fmla="*/ 5208 w 22"/>
                <a:gd name="T21" fmla="*/ 1763 h 96"/>
                <a:gd name="T22" fmla="*/ 4688 w 22"/>
                <a:gd name="T23" fmla="*/ 397 h 96"/>
                <a:gd name="T24" fmla="*/ 3720 w 22"/>
                <a:gd name="T25" fmla="*/ 661 h 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96">
                  <a:moveTo>
                    <a:pt x="15" y="2"/>
                  </a:moveTo>
                  <a:cubicBezTo>
                    <a:pt x="9" y="15"/>
                    <a:pt x="10" y="24"/>
                    <a:pt x="10" y="37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1" y="51"/>
                    <a:pt x="8" y="60"/>
                    <a:pt x="5" y="70"/>
                  </a:cubicBezTo>
                  <a:cubicBezTo>
                    <a:pt x="3" y="77"/>
                    <a:pt x="1" y="84"/>
                    <a:pt x="1" y="92"/>
                  </a:cubicBezTo>
                  <a:cubicBezTo>
                    <a:pt x="0" y="94"/>
                    <a:pt x="2" y="96"/>
                    <a:pt x="3" y="96"/>
                  </a:cubicBezTo>
                  <a:cubicBezTo>
                    <a:pt x="5" y="96"/>
                    <a:pt x="6" y="95"/>
                    <a:pt x="7" y="93"/>
                  </a:cubicBezTo>
                  <a:cubicBezTo>
                    <a:pt x="7" y="85"/>
                    <a:pt x="9" y="78"/>
                    <a:pt x="11" y="71"/>
                  </a:cubicBezTo>
                  <a:cubicBezTo>
                    <a:pt x="14" y="61"/>
                    <a:pt x="17" y="52"/>
                    <a:pt x="16" y="40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24"/>
                    <a:pt x="15" y="16"/>
                    <a:pt x="21" y="5"/>
                  </a:cubicBezTo>
                  <a:cubicBezTo>
                    <a:pt x="22" y="3"/>
                    <a:pt x="21" y="1"/>
                    <a:pt x="19" y="1"/>
                  </a:cubicBezTo>
                  <a:cubicBezTo>
                    <a:pt x="18" y="0"/>
                    <a:pt x="16" y="1"/>
                    <a:pt x="15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2" name="Freeform 663">
              <a:extLst>
                <a:ext uri="{FF2B5EF4-FFF2-40B4-BE49-F238E27FC236}">
                  <a16:creationId xmlns:a16="http://schemas.microsoft.com/office/drawing/2014/main" id="{F4FE4E83-5D2D-4F21-94B3-738DAE837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204"/>
              <a:ext cx="38" cy="179"/>
            </a:xfrm>
            <a:custGeom>
              <a:avLst/>
              <a:gdLst>
                <a:gd name="T0" fmla="*/ 2386 w 15"/>
                <a:gd name="T1" fmla="*/ 401 h 67"/>
                <a:gd name="T2" fmla="*/ 1900 w 15"/>
                <a:gd name="T3" fmla="*/ 1469 h 67"/>
                <a:gd name="T4" fmla="*/ 1026 w 15"/>
                <a:gd name="T5" fmla="*/ 14168 h 67"/>
                <a:gd name="T6" fmla="*/ 0 w 15"/>
                <a:gd name="T7" fmla="*/ 23283 h 67"/>
                <a:gd name="T8" fmla="*/ 828 w 15"/>
                <a:gd name="T9" fmla="*/ 24355 h 67"/>
                <a:gd name="T10" fmla="*/ 1561 w 15"/>
                <a:gd name="T11" fmla="*/ 23283 h 67"/>
                <a:gd name="T12" fmla="*/ 2599 w 15"/>
                <a:gd name="T13" fmla="*/ 14568 h 67"/>
                <a:gd name="T14" fmla="*/ 3139 w 15"/>
                <a:gd name="T15" fmla="*/ 1071 h 67"/>
                <a:gd name="T16" fmla="*/ 2386 w 15"/>
                <a:gd name="T17" fmla="*/ 401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67">
                  <a:moveTo>
                    <a:pt x="9" y="1"/>
                  </a:moveTo>
                  <a:cubicBezTo>
                    <a:pt x="7" y="1"/>
                    <a:pt x="6" y="3"/>
                    <a:pt x="7" y="4"/>
                  </a:cubicBezTo>
                  <a:cubicBezTo>
                    <a:pt x="9" y="17"/>
                    <a:pt x="7" y="28"/>
                    <a:pt x="4" y="39"/>
                  </a:cubicBezTo>
                  <a:cubicBezTo>
                    <a:pt x="2" y="47"/>
                    <a:pt x="0" y="55"/>
                    <a:pt x="0" y="64"/>
                  </a:cubicBezTo>
                  <a:cubicBezTo>
                    <a:pt x="0" y="65"/>
                    <a:pt x="1" y="67"/>
                    <a:pt x="3" y="67"/>
                  </a:cubicBezTo>
                  <a:cubicBezTo>
                    <a:pt x="4" y="67"/>
                    <a:pt x="6" y="65"/>
                    <a:pt x="6" y="64"/>
                  </a:cubicBezTo>
                  <a:cubicBezTo>
                    <a:pt x="6" y="55"/>
                    <a:pt x="8" y="48"/>
                    <a:pt x="10" y="40"/>
                  </a:cubicBezTo>
                  <a:cubicBezTo>
                    <a:pt x="13" y="29"/>
                    <a:pt x="15" y="17"/>
                    <a:pt x="12" y="3"/>
                  </a:cubicBezTo>
                  <a:cubicBezTo>
                    <a:pt x="12" y="2"/>
                    <a:pt x="11" y="0"/>
                    <a:pt x="9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3" name="Freeform 664">
              <a:extLst>
                <a:ext uri="{FF2B5EF4-FFF2-40B4-BE49-F238E27FC236}">
                  <a16:creationId xmlns:a16="http://schemas.microsoft.com/office/drawing/2014/main" id="{65C08F71-0E2A-406F-8046-41CD5014A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356"/>
              <a:ext cx="135" cy="197"/>
            </a:xfrm>
            <a:custGeom>
              <a:avLst/>
              <a:gdLst>
                <a:gd name="T0" fmla="*/ 520 w 54"/>
                <a:gd name="T1" fmla="*/ 397 h 74"/>
                <a:gd name="T2" fmla="*/ 313 w 54"/>
                <a:gd name="T3" fmla="*/ 1757 h 74"/>
                <a:gd name="T4" fmla="*/ 4688 w 54"/>
                <a:gd name="T5" fmla="*/ 7073 h 74"/>
                <a:gd name="T6" fmla="*/ 9113 w 54"/>
                <a:gd name="T7" fmla="*/ 14565 h 74"/>
                <a:gd name="T8" fmla="*/ 9300 w 54"/>
                <a:gd name="T9" fmla="*/ 17128 h 74"/>
                <a:gd name="T10" fmla="*/ 11720 w 54"/>
                <a:gd name="T11" fmla="*/ 25924 h 74"/>
                <a:gd name="T12" fmla="*/ 12708 w 54"/>
                <a:gd name="T13" fmla="*/ 25924 h 74"/>
                <a:gd name="T14" fmla="*/ 13020 w 54"/>
                <a:gd name="T15" fmla="*/ 24598 h 74"/>
                <a:gd name="T16" fmla="*/ 10750 w 54"/>
                <a:gd name="T17" fmla="*/ 16732 h 74"/>
                <a:gd name="T18" fmla="*/ 10550 w 54"/>
                <a:gd name="T19" fmla="*/ 13904 h 74"/>
                <a:gd name="T20" fmla="*/ 5395 w 54"/>
                <a:gd name="T21" fmla="*/ 5322 h 74"/>
                <a:gd name="T22" fmla="*/ 1488 w 54"/>
                <a:gd name="T23" fmla="*/ 397 h 74"/>
                <a:gd name="T24" fmla="*/ 520 w 54"/>
                <a:gd name="T25" fmla="*/ 397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74">
                  <a:moveTo>
                    <a:pt x="2" y="1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6" y="13"/>
                    <a:pt x="13" y="16"/>
                    <a:pt x="19" y="20"/>
                  </a:cubicBezTo>
                  <a:cubicBezTo>
                    <a:pt x="27" y="25"/>
                    <a:pt x="34" y="29"/>
                    <a:pt x="37" y="41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40" y="57"/>
                    <a:pt x="41" y="64"/>
                    <a:pt x="48" y="73"/>
                  </a:cubicBezTo>
                  <a:cubicBezTo>
                    <a:pt x="49" y="74"/>
                    <a:pt x="51" y="74"/>
                    <a:pt x="52" y="73"/>
                  </a:cubicBezTo>
                  <a:cubicBezTo>
                    <a:pt x="53" y="72"/>
                    <a:pt x="54" y="70"/>
                    <a:pt x="53" y="69"/>
                  </a:cubicBezTo>
                  <a:cubicBezTo>
                    <a:pt x="47" y="62"/>
                    <a:pt x="46" y="56"/>
                    <a:pt x="44" y="4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39" y="25"/>
                    <a:pt x="31" y="20"/>
                    <a:pt x="22" y="15"/>
                  </a:cubicBezTo>
                  <a:cubicBezTo>
                    <a:pt x="16" y="11"/>
                    <a:pt x="10" y="8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4" name="Freeform 665">
              <a:extLst>
                <a:ext uri="{FF2B5EF4-FFF2-40B4-BE49-F238E27FC236}">
                  <a16:creationId xmlns:a16="http://schemas.microsoft.com/office/drawing/2014/main" id="{C60ADADB-96FB-4321-A7D1-DF46D49EE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012"/>
              <a:ext cx="243" cy="213"/>
            </a:xfrm>
            <a:custGeom>
              <a:avLst/>
              <a:gdLst>
                <a:gd name="T0" fmla="*/ 22687 w 97"/>
                <a:gd name="T1" fmla="*/ 397 h 80"/>
                <a:gd name="T2" fmla="*/ 20252 w 97"/>
                <a:gd name="T3" fmla="*/ 4268 h 80"/>
                <a:gd name="T4" fmla="*/ 18238 w 97"/>
                <a:gd name="T5" fmla="*/ 8139 h 80"/>
                <a:gd name="T6" fmla="*/ 13109 w 97"/>
                <a:gd name="T7" fmla="*/ 11100 h 80"/>
                <a:gd name="T8" fmla="*/ 7876 w 97"/>
                <a:gd name="T9" fmla="*/ 13930 h 80"/>
                <a:gd name="T10" fmla="*/ 3457 w 97"/>
                <a:gd name="T11" fmla="*/ 21004 h 80"/>
                <a:gd name="T12" fmla="*/ 313 w 97"/>
                <a:gd name="T13" fmla="*/ 26782 h 80"/>
                <a:gd name="T14" fmla="*/ 313 w 97"/>
                <a:gd name="T15" fmla="*/ 28087 h 80"/>
                <a:gd name="T16" fmla="*/ 1305 w 97"/>
                <a:gd name="T17" fmla="*/ 28087 h 80"/>
                <a:gd name="T18" fmla="*/ 4732 w 97"/>
                <a:gd name="T19" fmla="*/ 22458 h 80"/>
                <a:gd name="T20" fmla="*/ 8660 w 97"/>
                <a:gd name="T21" fmla="*/ 15687 h 80"/>
                <a:gd name="T22" fmla="*/ 13317 w 97"/>
                <a:gd name="T23" fmla="*/ 13270 h 80"/>
                <a:gd name="T24" fmla="*/ 19260 w 97"/>
                <a:gd name="T25" fmla="*/ 9649 h 80"/>
                <a:gd name="T26" fmla="*/ 21507 w 97"/>
                <a:gd name="T27" fmla="*/ 5381 h 80"/>
                <a:gd name="T28" fmla="*/ 23471 w 97"/>
                <a:gd name="T29" fmla="*/ 2154 h 80"/>
                <a:gd name="T30" fmla="*/ 23679 w 97"/>
                <a:gd name="T31" fmla="*/ 660 h 80"/>
                <a:gd name="T32" fmla="*/ 22687 w 97"/>
                <a:gd name="T33" fmla="*/ 397 h 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7" h="80">
                  <a:moveTo>
                    <a:pt x="92" y="1"/>
                  </a:moveTo>
                  <a:cubicBezTo>
                    <a:pt x="88" y="3"/>
                    <a:pt x="85" y="7"/>
                    <a:pt x="82" y="12"/>
                  </a:cubicBezTo>
                  <a:cubicBezTo>
                    <a:pt x="80" y="16"/>
                    <a:pt x="77" y="20"/>
                    <a:pt x="74" y="23"/>
                  </a:cubicBezTo>
                  <a:cubicBezTo>
                    <a:pt x="67" y="28"/>
                    <a:pt x="61" y="29"/>
                    <a:pt x="53" y="31"/>
                  </a:cubicBezTo>
                  <a:cubicBezTo>
                    <a:pt x="46" y="32"/>
                    <a:pt x="39" y="34"/>
                    <a:pt x="32" y="39"/>
                  </a:cubicBezTo>
                  <a:cubicBezTo>
                    <a:pt x="24" y="44"/>
                    <a:pt x="19" y="52"/>
                    <a:pt x="14" y="59"/>
                  </a:cubicBezTo>
                  <a:cubicBezTo>
                    <a:pt x="10" y="65"/>
                    <a:pt x="6" y="70"/>
                    <a:pt x="1" y="75"/>
                  </a:cubicBezTo>
                  <a:cubicBezTo>
                    <a:pt x="0" y="76"/>
                    <a:pt x="0" y="78"/>
                    <a:pt x="1" y="79"/>
                  </a:cubicBezTo>
                  <a:cubicBezTo>
                    <a:pt x="2" y="80"/>
                    <a:pt x="4" y="80"/>
                    <a:pt x="5" y="79"/>
                  </a:cubicBezTo>
                  <a:cubicBezTo>
                    <a:pt x="10" y="74"/>
                    <a:pt x="15" y="68"/>
                    <a:pt x="19" y="63"/>
                  </a:cubicBezTo>
                  <a:cubicBezTo>
                    <a:pt x="24" y="55"/>
                    <a:pt x="29" y="48"/>
                    <a:pt x="35" y="44"/>
                  </a:cubicBezTo>
                  <a:cubicBezTo>
                    <a:pt x="41" y="39"/>
                    <a:pt x="48" y="38"/>
                    <a:pt x="54" y="37"/>
                  </a:cubicBezTo>
                  <a:cubicBezTo>
                    <a:pt x="62" y="35"/>
                    <a:pt x="70" y="34"/>
                    <a:pt x="78" y="27"/>
                  </a:cubicBezTo>
                  <a:cubicBezTo>
                    <a:pt x="82" y="24"/>
                    <a:pt x="85" y="19"/>
                    <a:pt x="87" y="15"/>
                  </a:cubicBezTo>
                  <a:cubicBezTo>
                    <a:pt x="90" y="12"/>
                    <a:pt x="92" y="8"/>
                    <a:pt x="95" y="6"/>
                  </a:cubicBezTo>
                  <a:cubicBezTo>
                    <a:pt x="96" y="6"/>
                    <a:pt x="97" y="4"/>
                    <a:pt x="96" y="2"/>
                  </a:cubicBezTo>
                  <a:cubicBezTo>
                    <a:pt x="96" y="1"/>
                    <a:pt x="94" y="0"/>
                    <a:pt x="92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5" name="Freeform 666">
              <a:extLst>
                <a:ext uri="{FF2B5EF4-FFF2-40B4-BE49-F238E27FC236}">
                  <a16:creationId xmlns:a16="http://schemas.microsoft.com/office/drawing/2014/main" id="{EB6248F7-4CD8-43A7-B6EE-A86462D79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156"/>
              <a:ext cx="70" cy="67"/>
            </a:xfrm>
            <a:custGeom>
              <a:avLst/>
              <a:gdLst>
                <a:gd name="T0" fmla="*/ 5863 w 28"/>
                <a:gd name="T1" fmla="*/ 0 h 25"/>
                <a:gd name="T2" fmla="*/ 5395 w 28"/>
                <a:gd name="T3" fmla="*/ 675 h 25"/>
                <a:gd name="T4" fmla="*/ 2938 w 28"/>
                <a:gd name="T5" fmla="*/ 4023 h 25"/>
                <a:gd name="T6" fmla="*/ 313 w 28"/>
                <a:gd name="T7" fmla="*/ 7491 h 25"/>
                <a:gd name="T8" fmla="*/ 520 w 28"/>
                <a:gd name="T9" fmla="*/ 8871 h 25"/>
                <a:gd name="T10" fmla="*/ 1488 w 28"/>
                <a:gd name="T11" fmla="*/ 8871 h 25"/>
                <a:gd name="T12" fmla="*/ 3720 w 28"/>
                <a:gd name="T13" fmla="*/ 5925 h 25"/>
                <a:gd name="T14" fmla="*/ 6645 w 28"/>
                <a:gd name="T15" fmla="*/ 1809 h 25"/>
                <a:gd name="T16" fmla="*/ 6845 w 28"/>
                <a:gd name="T17" fmla="*/ 1501 h 25"/>
                <a:gd name="T18" fmla="*/ 5863 w 28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5">
                  <a:moveTo>
                    <a:pt x="24" y="0"/>
                  </a:moveTo>
                  <a:cubicBezTo>
                    <a:pt x="23" y="0"/>
                    <a:pt x="23" y="1"/>
                    <a:pt x="22" y="2"/>
                  </a:cubicBezTo>
                  <a:cubicBezTo>
                    <a:pt x="20" y="5"/>
                    <a:pt x="16" y="8"/>
                    <a:pt x="12" y="11"/>
                  </a:cubicBezTo>
                  <a:cubicBezTo>
                    <a:pt x="8" y="14"/>
                    <a:pt x="4" y="16"/>
                    <a:pt x="1" y="20"/>
                  </a:cubicBezTo>
                  <a:cubicBezTo>
                    <a:pt x="0" y="21"/>
                    <a:pt x="0" y="23"/>
                    <a:pt x="2" y="24"/>
                  </a:cubicBezTo>
                  <a:cubicBezTo>
                    <a:pt x="3" y="25"/>
                    <a:pt x="5" y="25"/>
                    <a:pt x="6" y="24"/>
                  </a:cubicBezTo>
                  <a:cubicBezTo>
                    <a:pt x="8" y="21"/>
                    <a:pt x="12" y="18"/>
                    <a:pt x="15" y="16"/>
                  </a:cubicBezTo>
                  <a:cubicBezTo>
                    <a:pt x="20" y="13"/>
                    <a:pt x="25" y="9"/>
                    <a:pt x="27" y="5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3"/>
                    <a:pt x="25" y="2"/>
                    <a:pt x="24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6" name="Freeform 667">
              <a:extLst>
                <a:ext uri="{FF2B5EF4-FFF2-40B4-BE49-F238E27FC236}">
                  <a16:creationId xmlns:a16="http://schemas.microsoft.com/office/drawing/2014/main" id="{27FD97A3-A61A-4E46-BFD9-D14D2D8CB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177"/>
              <a:ext cx="80" cy="310"/>
            </a:xfrm>
            <a:custGeom>
              <a:avLst/>
              <a:gdLst>
                <a:gd name="T0" fmla="*/ 5675 w 32"/>
                <a:gd name="T1" fmla="*/ 0 h 116"/>
                <a:gd name="T2" fmla="*/ 4895 w 32"/>
                <a:gd name="T3" fmla="*/ 1486 h 116"/>
                <a:gd name="T4" fmla="*/ 5208 w 32"/>
                <a:gd name="T5" fmla="*/ 19332 h 116"/>
                <a:gd name="T6" fmla="*/ 3438 w 32"/>
                <a:gd name="T7" fmla="*/ 25498 h 116"/>
                <a:gd name="T8" fmla="*/ 988 w 32"/>
                <a:gd name="T9" fmla="*/ 41166 h 116"/>
                <a:gd name="T10" fmla="*/ 1958 w 32"/>
                <a:gd name="T11" fmla="*/ 41815 h 116"/>
                <a:gd name="T12" fmla="*/ 2470 w 32"/>
                <a:gd name="T13" fmla="*/ 40500 h 116"/>
                <a:gd name="T14" fmla="*/ 4688 w 32"/>
                <a:gd name="T15" fmla="*/ 26168 h 116"/>
                <a:gd name="T16" fmla="*/ 6375 w 32"/>
                <a:gd name="T17" fmla="*/ 19640 h 116"/>
                <a:gd name="T18" fmla="*/ 6375 w 32"/>
                <a:gd name="T19" fmla="*/ 671 h 116"/>
                <a:gd name="T20" fmla="*/ 5675 w 32"/>
                <a:gd name="T21" fmla="*/ 0 h 1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116">
                  <a:moveTo>
                    <a:pt x="23" y="0"/>
                  </a:moveTo>
                  <a:cubicBezTo>
                    <a:pt x="21" y="0"/>
                    <a:pt x="20" y="2"/>
                    <a:pt x="20" y="4"/>
                  </a:cubicBezTo>
                  <a:cubicBezTo>
                    <a:pt x="24" y="23"/>
                    <a:pt x="26" y="33"/>
                    <a:pt x="21" y="53"/>
                  </a:cubicBezTo>
                  <a:cubicBezTo>
                    <a:pt x="19" y="58"/>
                    <a:pt x="17" y="64"/>
                    <a:pt x="14" y="70"/>
                  </a:cubicBezTo>
                  <a:cubicBezTo>
                    <a:pt x="7" y="84"/>
                    <a:pt x="0" y="100"/>
                    <a:pt x="4" y="113"/>
                  </a:cubicBezTo>
                  <a:cubicBezTo>
                    <a:pt x="5" y="115"/>
                    <a:pt x="6" y="116"/>
                    <a:pt x="8" y="115"/>
                  </a:cubicBezTo>
                  <a:cubicBezTo>
                    <a:pt x="10" y="115"/>
                    <a:pt x="11" y="113"/>
                    <a:pt x="10" y="111"/>
                  </a:cubicBezTo>
                  <a:cubicBezTo>
                    <a:pt x="7" y="101"/>
                    <a:pt x="13" y="86"/>
                    <a:pt x="19" y="72"/>
                  </a:cubicBezTo>
                  <a:cubicBezTo>
                    <a:pt x="22" y="66"/>
                    <a:pt x="25" y="60"/>
                    <a:pt x="26" y="54"/>
                  </a:cubicBezTo>
                  <a:cubicBezTo>
                    <a:pt x="32" y="34"/>
                    <a:pt x="30" y="22"/>
                    <a:pt x="26" y="2"/>
                  </a:cubicBezTo>
                  <a:cubicBezTo>
                    <a:pt x="26" y="1"/>
                    <a:pt x="24" y="0"/>
                    <a:pt x="23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7" name="Freeform 668">
              <a:extLst>
                <a:ext uri="{FF2B5EF4-FFF2-40B4-BE49-F238E27FC236}">
                  <a16:creationId xmlns:a16="http://schemas.microsoft.com/office/drawing/2014/main" id="{206A19E3-4900-4C50-B2D8-0856C9FEC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849"/>
              <a:ext cx="248" cy="318"/>
            </a:xfrm>
            <a:custGeom>
              <a:avLst/>
              <a:gdLst>
                <a:gd name="T0" fmla="*/ 23187 w 99"/>
                <a:gd name="T1" fmla="*/ 401 h 119"/>
                <a:gd name="T2" fmla="*/ 19730 w 99"/>
                <a:gd name="T3" fmla="*/ 11982 h 119"/>
                <a:gd name="T4" fmla="*/ 17766 w 99"/>
                <a:gd name="T5" fmla="*/ 22231 h 119"/>
                <a:gd name="T6" fmla="*/ 11646 w 99"/>
                <a:gd name="T7" fmla="*/ 26565 h 119"/>
                <a:gd name="T8" fmla="*/ 6413 w 99"/>
                <a:gd name="T9" fmla="*/ 29828 h 119"/>
                <a:gd name="T10" fmla="*/ 1776 w 99"/>
                <a:gd name="T11" fmla="*/ 38296 h 119"/>
                <a:gd name="T12" fmla="*/ 313 w 99"/>
                <a:gd name="T13" fmla="*/ 41562 h 119"/>
                <a:gd name="T14" fmla="*/ 521 w 99"/>
                <a:gd name="T15" fmla="*/ 42938 h 119"/>
                <a:gd name="T16" fmla="*/ 1493 w 99"/>
                <a:gd name="T17" fmla="*/ 42631 h 119"/>
                <a:gd name="T18" fmla="*/ 2956 w 99"/>
                <a:gd name="T19" fmla="*/ 39368 h 119"/>
                <a:gd name="T20" fmla="*/ 7197 w 99"/>
                <a:gd name="T21" fmla="*/ 31621 h 119"/>
                <a:gd name="T22" fmla="*/ 12137 w 99"/>
                <a:gd name="T23" fmla="*/ 28756 h 119"/>
                <a:gd name="T24" fmla="*/ 18738 w 99"/>
                <a:gd name="T25" fmla="*/ 23965 h 119"/>
                <a:gd name="T26" fmla="*/ 21223 w 99"/>
                <a:gd name="T27" fmla="*/ 11982 h 119"/>
                <a:gd name="T28" fmla="*/ 23991 w 99"/>
                <a:gd name="T29" fmla="*/ 2191 h 119"/>
                <a:gd name="T30" fmla="*/ 24179 w 99"/>
                <a:gd name="T31" fmla="*/ 671 h 119"/>
                <a:gd name="T32" fmla="*/ 23187 w 99"/>
                <a:gd name="T33" fmla="*/ 401 h 1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9" h="119">
                  <a:moveTo>
                    <a:pt x="94" y="1"/>
                  </a:moveTo>
                  <a:cubicBezTo>
                    <a:pt x="81" y="9"/>
                    <a:pt x="81" y="21"/>
                    <a:pt x="80" y="33"/>
                  </a:cubicBezTo>
                  <a:cubicBezTo>
                    <a:pt x="80" y="44"/>
                    <a:pt x="80" y="54"/>
                    <a:pt x="72" y="61"/>
                  </a:cubicBezTo>
                  <a:cubicBezTo>
                    <a:pt x="65" y="68"/>
                    <a:pt x="56" y="71"/>
                    <a:pt x="47" y="73"/>
                  </a:cubicBezTo>
                  <a:cubicBezTo>
                    <a:pt x="40" y="75"/>
                    <a:pt x="33" y="77"/>
                    <a:pt x="26" y="82"/>
                  </a:cubicBezTo>
                  <a:cubicBezTo>
                    <a:pt x="17" y="87"/>
                    <a:pt x="12" y="96"/>
                    <a:pt x="7" y="105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0" y="115"/>
                    <a:pt x="1" y="117"/>
                    <a:pt x="2" y="118"/>
                  </a:cubicBezTo>
                  <a:cubicBezTo>
                    <a:pt x="3" y="119"/>
                    <a:pt x="5" y="119"/>
                    <a:pt x="6" y="117"/>
                  </a:cubicBezTo>
                  <a:cubicBezTo>
                    <a:pt x="12" y="108"/>
                    <a:pt x="12" y="108"/>
                    <a:pt x="12" y="108"/>
                  </a:cubicBezTo>
                  <a:cubicBezTo>
                    <a:pt x="17" y="100"/>
                    <a:pt x="22" y="92"/>
                    <a:pt x="29" y="87"/>
                  </a:cubicBezTo>
                  <a:cubicBezTo>
                    <a:pt x="35" y="83"/>
                    <a:pt x="42" y="81"/>
                    <a:pt x="49" y="79"/>
                  </a:cubicBezTo>
                  <a:cubicBezTo>
                    <a:pt x="58" y="76"/>
                    <a:pt x="68" y="74"/>
                    <a:pt x="76" y="66"/>
                  </a:cubicBezTo>
                  <a:cubicBezTo>
                    <a:pt x="86" y="56"/>
                    <a:pt x="86" y="44"/>
                    <a:pt x="86" y="33"/>
                  </a:cubicBezTo>
                  <a:cubicBezTo>
                    <a:pt x="87" y="22"/>
                    <a:pt x="87" y="12"/>
                    <a:pt x="97" y="6"/>
                  </a:cubicBezTo>
                  <a:cubicBezTo>
                    <a:pt x="98" y="5"/>
                    <a:pt x="99" y="4"/>
                    <a:pt x="98" y="2"/>
                  </a:cubicBezTo>
                  <a:cubicBezTo>
                    <a:pt x="97" y="1"/>
                    <a:pt x="95" y="0"/>
                    <a:pt x="94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8" name="Freeform 669">
              <a:extLst>
                <a:ext uri="{FF2B5EF4-FFF2-40B4-BE49-F238E27FC236}">
                  <a16:creationId xmlns:a16="http://schemas.microsoft.com/office/drawing/2014/main" id="{DB8B823E-6B98-4619-A94A-2FEDE8BF8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727"/>
              <a:ext cx="160" cy="384"/>
            </a:xfrm>
            <a:custGeom>
              <a:avLst/>
              <a:gdLst>
                <a:gd name="T0" fmla="*/ 1488 w 64"/>
                <a:gd name="T1" fmla="*/ 661 h 144"/>
                <a:gd name="T2" fmla="*/ 8125 w 64"/>
                <a:gd name="T3" fmla="*/ 15112 h 144"/>
                <a:gd name="T4" fmla="*/ 13675 w 64"/>
                <a:gd name="T5" fmla="*/ 23304 h 144"/>
                <a:gd name="T6" fmla="*/ 13208 w 64"/>
                <a:gd name="T7" fmla="*/ 30891 h 144"/>
                <a:gd name="T8" fmla="*/ 12708 w 64"/>
                <a:gd name="T9" fmla="*/ 37376 h 144"/>
                <a:gd name="T10" fmla="*/ 14188 w 64"/>
                <a:gd name="T11" fmla="*/ 50723 h 144"/>
                <a:gd name="T12" fmla="*/ 14970 w 64"/>
                <a:gd name="T13" fmla="*/ 51371 h 144"/>
                <a:gd name="T14" fmla="*/ 15438 w 64"/>
                <a:gd name="T15" fmla="*/ 50005 h 144"/>
                <a:gd name="T16" fmla="*/ 14188 w 64"/>
                <a:gd name="T17" fmla="*/ 37376 h 144"/>
                <a:gd name="T18" fmla="*/ 14658 w 64"/>
                <a:gd name="T19" fmla="*/ 31309 h 144"/>
                <a:gd name="T20" fmla="*/ 15158 w 64"/>
                <a:gd name="T21" fmla="*/ 23061 h 144"/>
                <a:gd name="T22" fmla="*/ 8800 w 64"/>
                <a:gd name="T23" fmla="*/ 13597 h 144"/>
                <a:gd name="T24" fmla="*/ 2738 w 64"/>
                <a:gd name="T25" fmla="*/ 1459 h 144"/>
                <a:gd name="T26" fmla="*/ 2270 w 64"/>
                <a:gd name="T27" fmla="*/ 0 h 144"/>
                <a:gd name="T28" fmla="*/ 1488 w 64"/>
                <a:gd name="T29" fmla="*/ 661 h 1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" h="144">
                  <a:moveTo>
                    <a:pt x="6" y="2"/>
                  </a:moveTo>
                  <a:cubicBezTo>
                    <a:pt x="0" y="18"/>
                    <a:pt x="18" y="31"/>
                    <a:pt x="33" y="42"/>
                  </a:cubicBezTo>
                  <a:cubicBezTo>
                    <a:pt x="43" y="50"/>
                    <a:pt x="54" y="58"/>
                    <a:pt x="56" y="65"/>
                  </a:cubicBezTo>
                  <a:cubicBezTo>
                    <a:pt x="57" y="70"/>
                    <a:pt x="56" y="79"/>
                    <a:pt x="54" y="86"/>
                  </a:cubicBezTo>
                  <a:cubicBezTo>
                    <a:pt x="53" y="93"/>
                    <a:pt x="52" y="99"/>
                    <a:pt x="52" y="104"/>
                  </a:cubicBezTo>
                  <a:cubicBezTo>
                    <a:pt x="53" y="117"/>
                    <a:pt x="54" y="129"/>
                    <a:pt x="58" y="141"/>
                  </a:cubicBezTo>
                  <a:cubicBezTo>
                    <a:pt x="58" y="143"/>
                    <a:pt x="60" y="144"/>
                    <a:pt x="61" y="143"/>
                  </a:cubicBezTo>
                  <a:cubicBezTo>
                    <a:pt x="63" y="143"/>
                    <a:pt x="64" y="141"/>
                    <a:pt x="63" y="139"/>
                  </a:cubicBezTo>
                  <a:cubicBezTo>
                    <a:pt x="60" y="128"/>
                    <a:pt x="59" y="116"/>
                    <a:pt x="58" y="104"/>
                  </a:cubicBezTo>
                  <a:cubicBezTo>
                    <a:pt x="58" y="99"/>
                    <a:pt x="59" y="93"/>
                    <a:pt x="60" y="87"/>
                  </a:cubicBezTo>
                  <a:cubicBezTo>
                    <a:pt x="62" y="79"/>
                    <a:pt x="63" y="70"/>
                    <a:pt x="62" y="64"/>
                  </a:cubicBezTo>
                  <a:cubicBezTo>
                    <a:pt x="59" y="54"/>
                    <a:pt x="48" y="46"/>
                    <a:pt x="36" y="38"/>
                  </a:cubicBezTo>
                  <a:cubicBezTo>
                    <a:pt x="22" y="27"/>
                    <a:pt x="7" y="16"/>
                    <a:pt x="11" y="4"/>
                  </a:cubicBezTo>
                  <a:cubicBezTo>
                    <a:pt x="12" y="2"/>
                    <a:pt x="11" y="1"/>
                    <a:pt x="9" y="0"/>
                  </a:cubicBezTo>
                  <a:cubicBezTo>
                    <a:pt x="8" y="0"/>
                    <a:pt x="6" y="1"/>
                    <a:pt x="6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9" name="Freeform 670">
              <a:extLst>
                <a:ext uri="{FF2B5EF4-FFF2-40B4-BE49-F238E27FC236}">
                  <a16:creationId xmlns:a16="http://schemas.microsoft.com/office/drawing/2014/main" id="{3B8D6B11-A7AD-461A-9834-6D36A81E2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785"/>
              <a:ext cx="107" cy="363"/>
            </a:xfrm>
            <a:custGeom>
              <a:avLst/>
              <a:gdLst>
                <a:gd name="T0" fmla="*/ 1157 w 43"/>
                <a:gd name="T1" fmla="*/ 398 h 136"/>
                <a:gd name="T2" fmla="*/ 465 w 43"/>
                <a:gd name="T3" fmla="*/ 1468 h 136"/>
                <a:gd name="T4" fmla="*/ 649 w 43"/>
                <a:gd name="T5" fmla="*/ 27513 h 136"/>
                <a:gd name="T6" fmla="*/ 465 w 43"/>
                <a:gd name="T7" fmla="*/ 29681 h 136"/>
                <a:gd name="T8" fmla="*/ 5716 w 43"/>
                <a:gd name="T9" fmla="*/ 44817 h 136"/>
                <a:gd name="T10" fmla="*/ 9048 w 43"/>
                <a:gd name="T11" fmla="*/ 48773 h 136"/>
                <a:gd name="T12" fmla="*/ 10001 w 43"/>
                <a:gd name="T13" fmla="*/ 48773 h 136"/>
                <a:gd name="T14" fmla="*/ 10001 w 43"/>
                <a:gd name="T15" fmla="*/ 47404 h 136"/>
                <a:gd name="T16" fmla="*/ 6408 w 43"/>
                <a:gd name="T17" fmla="*/ 43088 h 136"/>
                <a:gd name="T18" fmla="*/ 1914 w 43"/>
                <a:gd name="T19" fmla="*/ 30100 h 136"/>
                <a:gd name="T20" fmla="*/ 2113 w 43"/>
                <a:gd name="T21" fmla="*/ 27914 h 136"/>
                <a:gd name="T22" fmla="*/ 1914 w 43"/>
                <a:gd name="T23" fmla="*/ 1062 h 136"/>
                <a:gd name="T24" fmla="*/ 1157 w 43"/>
                <a:gd name="T25" fmla="*/ 398 h 1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" h="136">
                  <a:moveTo>
                    <a:pt x="5" y="1"/>
                  </a:moveTo>
                  <a:cubicBezTo>
                    <a:pt x="3" y="1"/>
                    <a:pt x="2" y="3"/>
                    <a:pt x="2" y="4"/>
                  </a:cubicBezTo>
                  <a:cubicBezTo>
                    <a:pt x="7" y="27"/>
                    <a:pt x="5" y="53"/>
                    <a:pt x="3" y="76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0" y="108"/>
                    <a:pt x="11" y="115"/>
                    <a:pt x="24" y="124"/>
                  </a:cubicBezTo>
                  <a:cubicBezTo>
                    <a:pt x="28" y="127"/>
                    <a:pt x="33" y="131"/>
                    <a:pt x="38" y="135"/>
                  </a:cubicBezTo>
                  <a:cubicBezTo>
                    <a:pt x="39" y="136"/>
                    <a:pt x="41" y="136"/>
                    <a:pt x="42" y="135"/>
                  </a:cubicBezTo>
                  <a:cubicBezTo>
                    <a:pt x="43" y="134"/>
                    <a:pt x="43" y="132"/>
                    <a:pt x="42" y="131"/>
                  </a:cubicBezTo>
                  <a:cubicBezTo>
                    <a:pt x="37" y="126"/>
                    <a:pt x="32" y="122"/>
                    <a:pt x="27" y="119"/>
                  </a:cubicBezTo>
                  <a:cubicBezTo>
                    <a:pt x="15" y="111"/>
                    <a:pt x="7" y="105"/>
                    <a:pt x="8" y="83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11" y="53"/>
                    <a:pt x="13" y="26"/>
                    <a:pt x="8" y="3"/>
                  </a:cubicBezTo>
                  <a:cubicBezTo>
                    <a:pt x="8" y="1"/>
                    <a:pt x="6" y="0"/>
                    <a:pt x="5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0" name="Freeform 671">
              <a:extLst>
                <a:ext uri="{FF2B5EF4-FFF2-40B4-BE49-F238E27FC236}">
                  <a16:creationId xmlns:a16="http://schemas.microsoft.com/office/drawing/2014/main" id="{803F6D51-C96E-4866-89D5-220900825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865"/>
              <a:ext cx="58" cy="248"/>
            </a:xfrm>
            <a:custGeom>
              <a:avLst/>
              <a:gdLst>
                <a:gd name="T0" fmla="*/ 527 w 23"/>
                <a:gd name="T1" fmla="*/ 0 h 93"/>
                <a:gd name="T2" fmla="*/ 318 w 23"/>
                <a:gd name="T3" fmla="*/ 1459 h 93"/>
                <a:gd name="T4" fmla="*/ 1329 w 23"/>
                <a:gd name="T5" fmla="*/ 5824 h 93"/>
                <a:gd name="T6" fmla="*/ 4363 w 23"/>
                <a:gd name="T7" fmla="*/ 20083 h 93"/>
                <a:gd name="T8" fmla="*/ 4088 w 23"/>
                <a:gd name="T9" fmla="*/ 25237 h 93"/>
                <a:gd name="T10" fmla="*/ 4363 w 23"/>
                <a:gd name="T11" fmla="*/ 32768 h 93"/>
                <a:gd name="T12" fmla="*/ 5099 w 23"/>
                <a:gd name="T13" fmla="*/ 33429 h 93"/>
                <a:gd name="T14" fmla="*/ 5629 w 23"/>
                <a:gd name="T15" fmla="*/ 31949 h 93"/>
                <a:gd name="T16" fmla="*/ 5629 w 23"/>
                <a:gd name="T17" fmla="*/ 25485 h 93"/>
                <a:gd name="T18" fmla="*/ 5901 w 23"/>
                <a:gd name="T19" fmla="*/ 19819 h 93"/>
                <a:gd name="T20" fmla="*/ 2867 w 23"/>
                <a:gd name="T21" fmla="*/ 5005 h 93"/>
                <a:gd name="T22" fmla="*/ 1538 w 23"/>
                <a:gd name="T23" fmla="*/ 661 h 93"/>
                <a:gd name="T24" fmla="*/ 527 w 23"/>
                <a:gd name="T25" fmla="*/ 0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93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10" y="30"/>
                    <a:pt x="15" y="43"/>
                    <a:pt x="17" y="56"/>
                  </a:cubicBezTo>
                  <a:cubicBezTo>
                    <a:pt x="17" y="60"/>
                    <a:pt x="17" y="65"/>
                    <a:pt x="16" y="70"/>
                  </a:cubicBezTo>
                  <a:cubicBezTo>
                    <a:pt x="15" y="77"/>
                    <a:pt x="14" y="84"/>
                    <a:pt x="17" y="91"/>
                  </a:cubicBezTo>
                  <a:cubicBezTo>
                    <a:pt x="17" y="92"/>
                    <a:pt x="19" y="93"/>
                    <a:pt x="20" y="93"/>
                  </a:cubicBezTo>
                  <a:cubicBezTo>
                    <a:pt x="22" y="92"/>
                    <a:pt x="23" y="90"/>
                    <a:pt x="22" y="89"/>
                  </a:cubicBezTo>
                  <a:cubicBezTo>
                    <a:pt x="21" y="83"/>
                    <a:pt x="21" y="77"/>
                    <a:pt x="22" y="71"/>
                  </a:cubicBezTo>
                  <a:cubicBezTo>
                    <a:pt x="23" y="66"/>
                    <a:pt x="23" y="60"/>
                    <a:pt x="23" y="55"/>
                  </a:cubicBezTo>
                  <a:cubicBezTo>
                    <a:pt x="21" y="42"/>
                    <a:pt x="16" y="28"/>
                    <a:pt x="11" y="1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4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1" name="Freeform 672">
              <a:extLst>
                <a:ext uri="{FF2B5EF4-FFF2-40B4-BE49-F238E27FC236}">
                  <a16:creationId xmlns:a16="http://schemas.microsoft.com/office/drawing/2014/main" id="{165CB352-6F09-4386-A334-6CDD0E5A7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780"/>
              <a:ext cx="115" cy="320"/>
            </a:xfrm>
            <a:custGeom>
              <a:avLst/>
              <a:gdLst>
                <a:gd name="T0" fmla="*/ 9770 w 46"/>
                <a:gd name="T1" fmla="*/ 661 h 120"/>
                <a:gd name="T2" fmla="*/ 5863 w 46"/>
                <a:gd name="T3" fmla="*/ 12536 h 120"/>
                <a:gd name="T4" fmla="*/ 3720 w 46"/>
                <a:gd name="T5" fmla="*/ 19421 h 120"/>
                <a:gd name="T6" fmla="*/ 1770 w 46"/>
                <a:gd name="T7" fmla="*/ 31309 h 120"/>
                <a:gd name="T8" fmla="*/ 313 w 46"/>
                <a:gd name="T9" fmla="*/ 41416 h 120"/>
                <a:gd name="T10" fmla="*/ 783 w 46"/>
                <a:gd name="T11" fmla="*/ 42723 h 120"/>
                <a:gd name="T12" fmla="*/ 1770 w 46"/>
                <a:gd name="T13" fmla="*/ 42475 h 120"/>
                <a:gd name="T14" fmla="*/ 3250 w 46"/>
                <a:gd name="T15" fmla="*/ 31309 h 120"/>
                <a:gd name="T16" fmla="*/ 4895 w 46"/>
                <a:gd name="T17" fmla="*/ 20480 h 120"/>
                <a:gd name="T18" fmla="*/ 7345 w 46"/>
                <a:gd name="T19" fmla="*/ 13347 h 120"/>
                <a:gd name="T20" fmla="*/ 11063 w 46"/>
                <a:gd name="T21" fmla="*/ 1459 h 120"/>
                <a:gd name="T22" fmla="*/ 10750 w 46"/>
                <a:gd name="T23" fmla="*/ 0 h 120"/>
                <a:gd name="T24" fmla="*/ 9770 w 46"/>
                <a:gd name="T25" fmla="*/ 661 h 1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120">
                  <a:moveTo>
                    <a:pt x="40" y="2"/>
                  </a:moveTo>
                  <a:cubicBezTo>
                    <a:pt x="35" y="13"/>
                    <a:pt x="30" y="24"/>
                    <a:pt x="24" y="35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0" y="65"/>
                    <a:pt x="8" y="76"/>
                    <a:pt x="7" y="87"/>
                  </a:cubicBezTo>
                  <a:cubicBezTo>
                    <a:pt x="6" y="97"/>
                    <a:pt x="5" y="107"/>
                    <a:pt x="1" y="115"/>
                  </a:cubicBezTo>
                  <a:cubicBezTo>
                    <a:pt x="0" y="117"/>
                    <a:pt x="1" y="118"/>
                    <a:pt x="3" y="119"/>
                  </a:cubicBezTo>
                  <a:cubicBezTo>
                    <a:pt x="4" y="120"/>
                    <a:pt x="6" y="119"/>
                    <a:pt x="7" y="118"/>
                  </a:cubicBezTo>
                  <a:cubicBezTo>
                    <a:pt x="11" y="108"/>
                    <a:pt x="12" y="98"/>
                    <a:pt x="13" y="87"/>
                  </a:cubicBezTo>
                  <a:cubicBezTo>
                    <a:pt x="14" y="77"/>
                    <a:pt x="16" y="66"/>
                    <a:pt x="20" y="5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5" y="27"/>
                    <a:pt x="41" y="16"/>
                    <a:pt x="45" y="4"/>
                  </a:cubicBezTo>
                  <a:cubicBezTo>
                    <a:pt x="46" y="3"/>
                    <a:pt x="45" y="1"/>
                    <a:pt x="44" y="0"/>
                  </a:cubicBezTo>
                  <a:cubicBezTo>
                    <a:pt x="42" y="0"/>
                    <a:pt x="40" y="0"/>
                    <a:pt x="40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2" name="Freeform 673">
              <a:extLst>
                <a:ext uri="{FF2B5EF4-FFF2-40B4-BE49-F238E27FC236}">
                  <a16:creationId xmlns:a16="http://schemas.microsoft.com/office/drawing/2014/main" id="{4AB42D33-91BF-4A69-AD9A-0373FB5FB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967"/>
              <a:ext cx="230" cy="205"/>
            </a:xfrm>
            <a:custGeom>
              <a:avLst/>
              <a:gdLst>
                <a:gd name="T0" fmla="*/ 22000 w 92"/>
                <a:gd name="T1" fmla="*/ 397 h 77"/>
                <a:gd name="T2" fmla="*/ 21020 w 92"/>
                <a:gd name="T3" fmla="*/ 660 h 77"/>
                <a:gd name="T4" fmla="*/ 19845 w 92"/>
                <a:gd name="T5" fmla="*/ 6435 h 77"/>
                <a:gd name="T6" fmla="*/ 19345 w 92"/>
                <a:gd name="T7" fmla="*/ 10037 h 77"/>
                <a:gd name="T8" fmla="*/ 12500 w 92"/>
                <a:gd name="T9" fmla="*/ 17776 h 77"/>
                <a:gd name="T10" fmla="*/ 7625 w 92"/>
                <a:gd name="T11" fmla="*/ 21003 h 77"/>
                <a:gd name="T12" fmla="*/ 313 w 92"/>
                <a:gd name="T13" fmla="*/ 25268 h 77"/>
                <a:gd name="T14" fmla="*/ 0 w 92"/>
                <a:gd name="T15" fmla="*/ 25665 h 77"/>
                <a:gd name="T16" fmla="*/ 1488 w 92"/>
                <a:gd name="T17" fmla="*/ 27438 h 77"/>
                <a:gd name="T18" fmla="*/ 8333 w 92"/>
                <a:gd name="T19" fmla="*/ 23157 h 77"/>
                <a:gd name="T20" fmla="*/ 13020 w 92"/>
                <a:gd name="T21" fmla="*/ 19946 h 77"/>
                <a:gd name="T22" fmla="*/ 20520 w 92"/>
                <a:gd name="T23" fmla="*/ 10703 h 77"/>
                <a:gd name="T24" fmla="*/ 21300 w 92"/>
                <a:gd name="T25" fmla="*/ 6832 h 77"/>
                <a:gd name="T26" fmla="*/ 22270 w 92"/>
                <a:gd name="T27" fmla="*/ 1757 h 77"/>
                <a:gd name="T28" fmla="*/ 22000 w 92"/>
                <a:gd name="T29" fmla="*/ 397 h 7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2" h="77">
                  <a:moveTo>
                    <a:pt x="90" y="1"/>
                  </a:moveTo>
                  <a:cubicBezTo>
                    <a:pt x="89" y="0"/>
                    <a:pt x="87" y="1"/>
                    <a:pt x="86" y="2"/>
                  </a:cubicBezTo>
                  <a:cubicBezTo>
                    <a:pt x="83" y="7"/>
                    <a:pt x="82" y="12"/>
                    <a:pt x="81" y="18"/>
                  </a:cubicBezTo>
                  <a:cubicBezTo>
                    <a:pt x="81" y="21"/>
                    <a:pt x="80" y="25"/>
                    <a:pt x="79" y="28"/>
                  </a:cubicBezTo>
                  <a:cubicBezTo>
                    <a:pt x="73" y="42"/>
                    <a:pt x="65" y="45"/>
                    <a:pt x="51" y="50"/>
                  </a:cubicBezTo>
                  <a:cubicBezTo>
                    <a:pt x="44" y="53"/>
                    <a:pt x="38" y="56"/>
                    <a:pt x="31" y="59"/>
                  </a:cubicBezTo>
                  <a:cubicBezTo>
                    <a:pt x="21" y="64"/>
                    <a:pt x="11" y="70"/>
                    <a:pt x="1" y="71"/>
                  </a:cubicBezTo>
                  <a:cubicBezTo>
                    <a:pt x="1" y="72"/>
                    <a:pt x="1" y="72"/>
                    <a:pt x="0" y="72"/>
                  </a:cubicBezTo>
                  <a:cubicBezTo>
                    <a:pt x="2" y="73"/>
                    <a:pt x="4" y="75"/>
                    <a:pt x="6" y="77"/>
                  </a:cubicBezTo>
                  <a:cubicBezTo>
                    <a:pt x="15" y="74"/>
                    <a:pt x="24" y="69"/>
                    <a:pt x="34" y="65"/>
                  </a:cubicBezTo>
                  <a:cubicBezTo>
                    <a:pt x="40" y="61"/>
                    <a:pt x="47" y="58"/>
                    <a:pt x="53" y="56"/>
                  </a:cubicBezTo>
                  <a:cubicBezTo>
                    <a:pt x="66" y="51"/>
                    <a:pt x="77" y="47"/>
                    <a:pt x="84" y="30"/>
                  </a:cubicBezTo>
                  <a:cubicBezTo>
                    <a:pt x="86" y="26"/>
                    <a:pt x="87" y="22"/>
                    <a:pt x="87" y="19"/>
                  </a:cubicBezTo>
                  <a:cubicBezTo>
                    <a:pt x="88" y="14"/>
                    <a:pt x="89" y="9"/>
                    <a:pt x="91" y="5"/>
                  </a:cubicBezTo>
                  <a:cubicBezTo>
                    <a:pt x="92" y="4"/>
                    <a:pt x="92" y="2"/>
                    <a:pt x="90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3" name="Freeform 674">
              <a:extLst>
                <a:ext uri="{FF2B5EF4-FFF2-40B4-BE49-F238E27FC236}">
                  <a16:creationId xmlns:a16="http://schemas.microsoft.com/office/drawing/2014/main" id="{C72B7230-954F-4457-A391-099C21352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215"/>
              <a:ext cx="300" cy="106"/>
            </a:xfrm>
            <a:custGeom>
              <a:avLst/>
              <a:gdLst>
                <a:gd name="T0" fmla="*/ 12708 w 120"/>
                <a:gd name="T1" fmla="*/ 4444 h 40"/>
                <a:gd name="T2" fmla="*/ 10550 w 120"/>
                <a:gd name="T3" fmla="*/ 5864 h 40"/>
                <a:gd name="T4" fmla="*/ 1488 w 120"/>
                <a:gd name="T5" fmla="*/ 7295 h 40"/>
                <a:gd name="T6" fmla="*/ 520 w 120"/>
                <a:gd name="T7" fmla="*/ 6903 h 40"/>
                <a:gd name="T8" fmla="*/ 313 w 120"/>
                <a:gd name="T9" fmla="*/ 8639 h 40"/>
                <a:gd name="T10" fmla="*/ 11250 w 120"/>
                <a:gd name="T11" fmla="*/ 7984 h 40"/>
                <a:gd name="T12" fmla="*/ 13208 w 120"/>
                <a:gd name="T13" fmla="*/ 6551 h 40"/>
                <a:gd name="T14" fmla="*/ 28333 w 120"/>
                <a:gd name="T15" fmla="*/ 3554 h 40"/>
                <a:gd name="T16" fmla="*/ 29300 w 120"/>
                <a:gd name="T17" fmla="*/ 2472 h 40"/>
                <a:gd name="T18" fmla="*/ 28645 w 120"/>
                <a:gd name="T19" fmla="*/ 1434 h 40"/>
                <a:gd name="T20" fmla="*/ 12708 w 120"/>
                <a:gd name="T21" fmla="*/ 4444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0" h="40">
                  <a:moveTo>
                    <a:pt x="52" y="13"/>
                  </a:moveTo>
                  <a:cubicBezTo>
                    <a:pt x="43" y="17"/>
                    <a:pt x="43" y="17"/>
                    <a:pt x="43" y="17"/>
                  </a:cubicBezTo>
                  <a:cubicBezTo>
                    <a:pt x="27" y="25"/>
                    <a:pt x="14" y="31"/>
                    <a:pt x="6" y="21"/>
                  </a:cubicBezTo>
                  <a:cubicBezTo>
                    <a:pt x="5" y="20"/>
                    <a:pt x="3" y="19"/>
                    <a:pt x="2" y="20"/>
                  </a:cubicBezTo>
                  <a:cubicBezTo>
                    <a:pt x="0" y="21"/>
                    <a:pt x="0" y="23"/>
                    <a:pt x="1" y="25"/>
                  </a:cubicBezTo>
                  <a:cubicBezTo>
                    <a:pt x="13" y="40"/>
                    <a:pt x="32" y="30"/>
                    <a:pt x="46" y="23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78" y="9"/>
                    <a:pt x="96" y="6"/>
                    <a:pt x="116" y="10"/>
                  </a:cubicBezTo>
                  <a:cubicBezTo>
                    <a:pt x="118" y="10"/>
                    <a:pt x="120" y="9"/>
                    <a:pt x="120" y="7"/>
                  </a:cubicBezTo>
                  <a:cubicBezTo>
                    <a:pt x="120" y="6"/>
                    <a:pt x="119" y="4"/>
                    <a:pt x="117" y="4"/>
                  </a:cubicBezTo>
                  <a:cubicBezTo>
                    <a:pt x="96" y="0"/>
                    <a:pt x="76" y="3"/>
                    <a:pt x="52" y="1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4" name="Freeform 675">
              <a:extLst>
                <a:ext uri="{FF2B5EF4-FFF2-40B4-BE49-F238E27FC236}">
                  <a16:creationId xmlns:a16="http://schemas.microsoft.com/office/drawing/2014/main" id="{4449FBF8-C2AE-415A-9189-9EBF01768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1559"/>
              <a:ext cx="148" cy="133"/>
            </a:xfrm>
            <a:custGeom>
              <a:avLst/>
              <a:gdLst>
                <a:gd name="T0" fmla="*/ 522 w 59"/>
                <a:gd name="T1" fmla="*/ 0 h 50"/>
                <a:gd name="T2" fmla="*/ 314 w 59"/>
                <a:gd name="T3" fmla="*/ 1450 h 50"/>
                <a:gd name="T4" fmla="*/ 4468 w 59"/>
                <a:gd name="T5" fmla="*/ 5703 h 50"/>
                <a:gd name="T6" fmla="*/ 7450 w 59"/>
                <a:gd name="T7" fmla="*/ 7451 h 50"/>
                <a:gd name="T8" fmla="*/ 9941 w 59"/>
                <a:gd name="T9" fmla="*/ 11973 h 50"/>
                <a:gd name="T10" fmla="*/ 13415 w 59"/>
                <a:gd name="T11" fmla="*/ 17314 h 50"/>
                <a:gd name="T12" fmla="*/ 14409 w 59"/>
                <a:gd name="T13" fmla="*/ 17314 h 50"/>
                <a:gd name="T14" fmla="*/ 14221 w 59"/>
                <a:gd name="T15" fmla="*/ 15976 h 50"/>
                <a:gd name="T16" fmla="*/ 11208 w 59"/>
                <a:gd name="T17" fmla="*/ 10917 h 50"/>
                <a:gd name="T18" fmla="*/ 8431 w 59"/>
                <a:gd name="T19" fmla="*/ 6006 h 50"/>
                <a:gd name="T20" fmla="*/ 4959 w 59"/>
                <a:gd name="T21" fmla="*/ 3857 h 50"/>
                <a:gd name="T22" fmla="*/ 1498 w 59"/>
                <a:gd name="T23" fmla="*/ 657 h 50"/>
                <a:gd name="T24" fmla="*/ 522 w 59"/>
                <a:gd name="T25" fmla="*/ 0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50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12"/>
                    <a:pt x="11" y="14"/>
                    <a:pt x="18" y="16"/>
                  </a:cubicBezTo>
                  <a:cubicBezTo>
                    <a:pt x="23" y="18"/>
                    <a:pt x="27" y="19"/>
                    <a:pt x="30" y="21"/>
                  </a:cubicBezTo>
                  <a:cubicBezTo>
                    <a:pt x="34" y="25"/>
                    <a:pt x="37" y="29"/>
                    <a:pt x="40" y="34"/>
                  </a:cubicBezTo>
                  <a:cubicBezTo>
                    <a:pt x="44" y="39"/>
                    <a:pt x="48" y="45"/>
                    <a:pt x="54" y="49"/>
                  </a:cubicBezTo>
                  <a:cubicBezTo>
                    <a:pt x="55" y="50"/>
                    <a:pt x="57" y="50"/>
                    <a:pt x="58" y="49"/>
                  </a:cubicBezTo>
                  <a:cubicBezTo>
                    <a:pt x="59" y="48"/>
                    <a:pt x="59" y="46"/>
                    <a:pt x="57" y="45"/>
                  </a:cubicBezTo>
                  <a:cubicBezTo>
                    <a:pt x="52" y="41"/>
                    <a:pt x="49" y="36"/>
                    <a:pt x="45" y="31"/>
                  </a:cubicBezTo>
                  <a:cubicBezTo>
                    <a:pt x="42" y="26"/>
                    <a:pt x="38" y="21"/>
                    <a:pt x="34" y="17"/>
                  </a:cubicBezTo>
                  <a:cubicBezTo>
                    <a:pt x="30" y="14"/>
                    <a:pt x="25" y="12"/>
                    <a:pt x="20" y="11"/>
                  </a:cubicBezTo>
                  <a:cubicBezTo>
                    <a:pt x="14" y="9"/>
                    <a:pt x="8" y="7"/>
                    <a:pt x="6" y="2"/>
                  </a:cubicBezTo>
                  <a:cubicBezTo>
                    <a:pt x="6" y="0"/>
                    <a:pt x="4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5" name="Freeform 676">
              <a:extLst>
                <a:ext uri="{FF2B5EF4-FFF2-40B4-BE49-F238E27FC236}">
                  <a16:creationId xmlns:a16="http://schemas.microsoft.com/office/drawing/2014/main" id="{15171A4F-DA13-457E-A4F7-96B72635B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820"/>
              <a:ext cx="62" cy="91"/>
            </a:xfrm>
            <a:custGeom>
              <a:avLst/>
              <a:gdLst>
                <a:gd name="T0" fmla="*/ 184 w 25"/>
                <a:gd name="T1" fmla="*/ 1073 h 34"/>
                <a:gd name="T2" fmla="*/ 2349 w 25"/>
                <a:gd name="T3" fmla="*/ 8110 h 34"/>
                <a:gd name="T4" fmla="*/ 4238 w 25"/>
                <a:gd name="T5" fmla="*/ 11814 h 34"/>
                <a:gd name="T6" fmla="*/ 5141 w 25"/>
                <a:gd name="T7" fmla="*/ 12521 h 34"/>
                <a:gd name="T8" fmla="*/ 5647 w 25"/>
                <a:gd name="T9" fmla="*/ 10990 h 34"/>
                <a:gd name="T10" fmla="*/ 3474 w 25"/>
                <a:gd name="T11" fmla="*/ 6576 h 34"/>
                <a:gd name="T12" fmla="*/ 1587 w 25"/>
                <a:gd name="T13" fmla="*/ 1073 h 34"/>
                <a:gd name="T14" fmla="*/ 947 w 25"/>
                <a:gd name="T15" fmla="*/ 0 h 34"/>
                <a:gd name="T16" fmla="*/ 184 w 25"/>
                <a:gd name="T17" fmla="*/ 1073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4">
                  <a:moveTo>
                    <a:pt x="1" y="3"/>
                  </a:moveTo>
                  <a:cubicBezTo>
                    <a:pt x="0" y="12"/>
                    <a:pt x="6" y="18"/>
                    <a:pt x="10" y="22"/>
                  </a:cubicBezTo>
                  <a:cubicBezTo>
                    <a:pt x="14" y="25"/>
                    <a:pt x="17" y="28"/>
                    <a:pt x="18" y="32"/>
                  </a:cubicBezTo>
                  <a:cubicBezTo>
                    <a:pt x="19" y="34"/>
                    <a:pt x="21" y="34"/>
                    <a:pt x="22" y="34"/>
                  </a:cubicBezTo>
                  <a:cubicBezTo>
                    <a:pt x="24" y="33"/>
                    <a:pt x="25" y="31"/>
                    <a:pt x="24" y="30"/>
                  </a:cubicBezTo>
                  <a:cubicBezTo>
                    <a:pt x="22" y="25"/>
                    <a:pt x="18" y="21"/>
                    <a:pt x="15" y="18"/>
                  </a:cubicBezTo>
                  <a:cubicBezTo>
                    <a:pt x="10" y="13"/>
                    <a:pt x="6" y="10"/>
                    <a:pt x="7" y="3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1" y="1"/>
                    <a:pt x="1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6" name="Freeform 677">
              <a:extLst>
                <a:ext uri="{FF2B5EF4-FFF2-40B4-BE49-F238E27FC236}">
                  <a16:creationId xmlns:a16="http://schemas.microsoft.com/office/drawing/2014/main" id="{BCB0F04D-7978-4870-8FB1-73FE9A3EF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719"/>
              <a:ext cx="183" cy="218"/>
            </a:xfrm>
            <a:custGeom>
              <a:avLst/>
              <a:gdLst>
                <a:gd name="T0" fmla="*/ 785 w 73"/>
                <a:gd name="T1" fmla="*/ 0 h 82"/>
                <a:gd name="T2" fmla="*/ 0 w 73"/>
                <a:gd name="T3" fmla="*/ 1053 h 82"/>
                <a:gd name="T4" fmla="*/ 4455 w 73"/>
                <a:gd name="T5" fmla="*/ 11293 h 82"/>
                <a:gd name="T6" fmla="*/ 7232 w 73"/>
                <a:gd name="T7" fmla="*/ 14093 h 82"/>
                <a:gd name="T8" fmla="*/ 8929 w 73"/>
                <a:gd name="T9" fmla="*/ 18737 h 82"/>
                <a:gd name="T10" fmla="*/ 10697 w 73"/>
                <a:gd name="T11" fmla="*/ 24031 h 82"/>
                <a:gd name="T12" fmla="*/ 14856 w 73"/>
                <a:gd name="T13" fmla="*/ 27473 h 82"/>
                <a:gd name="T14" fmla="*/ 16823 w 73"/>
                <a:gd name="T15" fmla="*/ 28970 h 82"/>
                <a:gd name="T16" fmla="*/ 17816 w 73"/>
                <a:gd name="T17" fmla="*/ 28279 h 82"/>
                <a:gd name="T18" fmla="*/ 17616 w 73"/>
                <a:gd name="T19" fmla="*/ 26830 h 82"/>
                <a:gd name="T20" fmla="*/ 15359 w 73"/>
                <a:gd name="T21" fmla="*/ 25386 h 82"/>
                <a:gd name="T22" fmla="*/ 11895 w 73"/>
                <a:gd name="T23" fmla="*/ 22590 h 82"/>
                <a:gd name="T24" fmla="*/ 10381 w 73"/>
                <a:gd name="T25" fmla="*/ 18081 h 82"/>
                <a:gd name="T26" fmla="*/ 8207 w 73"/>
                <a:gd name="T27" fmla="*/ 12737 h 82"/>
                <a:gd name="T28" fmla="*/ 5447 w 73"/>
                <a:gd name="T29" fmla="*/ 9549 h 82"/>
                <a:gd name="T30" fmla="*/ 1497 w 73"/>
                <a:gd name="T31" fmla="*/ 1053 h 82"/>
                <a:gd name="T32" fmla="*/ 785 w 73"/>
                <a:gd name="T33" fmla="*/ 0 h 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3" h="82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1" y="19"/>
                    <a:pt x="10" y="25"/>
                    <a:pt x="18" y="32"/>
                  </a:cubicBezTo>
                  <a:cubicBezTo>
                    <a:pt x="22" y="34"/>
                    <a:pt x="25" y="37"/>
                    <a:pt x="29" y="40"/>
                  </a:cubicBezTo>
                  <a:cubicBezTo>
                    <a:pt x="32" y="43"/>
                    <a:pt x="34" y="48"/>
                    <a:pt x="36" y="53"/>
                  </a:cubicBezTo>
                  <a:cubicBezTo>
                    <a:pt x="38" y="58"/>
                    <a:pt x="40" y="63"/>
                    <a:pt x="43" y="68"/>
                  </a:cubicBezTo>
                  <a:cubicBezTo>
                    <a:pt x="48" y="73"/>
                    <a:pt x="54" y="76"/>
                    <a:pt x="60" y="78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70" y="82"/>
                    <a:pt x="72" y="82"/>
                    <a:pt x="72" y="80"/>
                  </a:cubicBezTo>
                  <a:cubicBezTo>
                    <a:pt x="73" y="79"/>
                    <a:pt x="72" y="77"/>
                    <a:pt x="71" y="76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57" y="70"/>
                    <a:pt x="52" y="68"/>
                    <a:pt x="48" y="64"/>
                  </a:cubicBezTo>
                  <a:cubicBezTo>
                    <a:pt x="45" y="60"/>
                    <a:pt x="43" y="56"/>
                    <a:pt x="42" y="51"/>
                  </a:cubicBezTo>
                  <a:cubicBezTo>
                    <a:pt x="40" y="46"/>
                    <a:pt x="37" y="40"/>
                    <a:pt x="33" y="36"/>
                  </a:cubicBezTo>
                  <a:cubicBezTo>
                    <a:pt x="29" y="32"/>
                    <a:pt x="26" y="29"/>
                    <a:pt x="22" y="27"/>
                  </a:cubicBezTo>
                  <a:cubicBezTo>
                    <a:pt x="13" y="21"/>
                    <a:pt x="7" y="16"/>
                    <a:pt x="6" y="3"/>
                  </a:cubicBezTo>
                  <a:cubicBezTo>
                    <a:pt x="6" y="1"/>
                    <a:pt x="4" y="0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7" name="Freeform 678">
              <a:extLst>
                <a:ext uri="{FF2B5EF4-FFF2-40B4-BE49-F238E27FC236}">
                  <a16:creationId xmlns:a16="http://schemas.microsoft.com/office/drawing/2014/main" id="{7C350A30-9CD7-4A7B-872A-9B8F0AB1D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1740"/>
              <a:ext cx="210" cy="93"/>
            </a:xfrm>
            <a:custGeom>
              <a:avLst/>
              <a:gdLst>
                <a:gd name="T0" fmla="*/ 19533 w 84"/>
                <a:gd name="T1" fmla="*/ 9813 h 35"/>
                <a:gd name="T2" fmla="*/ 14188 w 84"/>
                <a:gd name="T3" fmla="*/ 6622 h 35"/>
                <a:gd name="T4" fmla="*/ 10750 w 84"/>
                <a:gd name="T5" fmla="*/ 3191 h 35"/>
                <a:gd name="T6" fmla="*/ 5395 w 84"/>
                <a:gd name="T7" fmla="*/ 1743 h 35"/>
                <a:gd name="T8" fmla="*/ 520 w 84"/>
                <a:gd name="T9" fmla="*/ 0 h 35"/>
                <a:gd name="T10" fmla="*/ 520 w 84"/>
                <a:gd name="T11" fmla="*/ 0 h 35"/>
                <a:gd name="T12" fmla="*/ 0 w 84"/>
                <a:gd name="T13" fmla="*/ 2139 h 35"/>
                <a:gd name="T14" fmla="*/ 5208 w 84"/>
                <a:gd name="T15" fmla="*/ 3848 h 35"/>
                <a:gd name="T16" fmla="*/ 10283 w 84"/>
                <a:gd name="T17" fmla="*/ 5288 h 35"/>
                <a:gd name="T18" fmla="*/ 13208 w 84"/>
                <a:gd name="T19" fmla="*/ 8070 h 35"/>
                <a:gd name="T20" fmla="*/ 19845 w 84"/>
                <a:gd name="T21" fmla="*/ 11912 h 35"/>
                <a:gd name="T22" fmla="*/ 20313 w 84"/>
                <a:gd name="T23" fmla="*/ 10860 h 35"/>
                <a:gd name="T24" fmla="*/ 19533 w 84"/>
                <a:gd name="T25" fmla="*/ 9813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4" h="35">
                  <a:moveTo>
                    <a:pt x="80" y="28"/>
                  </a:moveTo>
                  <a:cubicBezTo>
                    <a:pt x="70" y="29"/>
                    <a:pt x="65" y="24"/>
                    <a:pt x="58" y="19"/>
                  </a:cubicBezTo>
                  <a:cubicBezTo>
                    <a:pt x="54" y="15"/>
                    <a:pt x="50" y="12"/>
                    <a:pt x="44" y="9"/>
                  </a:cubicBezTo>
                  <a:cubicBezTo>
                    <a:pt x="37" y="6"/>
                    <a:pt x="29" y="5"/>
                    <a:pt x="22" y="5"/>
                  </a:cubicBezTo>
                  <a:cubicBezTo>
                    <a:pt x="15" y="4"/>
                    <a:pt x="8" y="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4"/>
                    <a:pt x="0" y="6"/>
                  </a:cubicBezTo>
                  <a:cubicBezTo>
                    <a:pt x="7" y="9"/>
                    <a:pt x="14" y="10"/>
                    <a:pt x="21" y="11"/>
                  </a:cubicBezTo>
                  <a:cubicBezTo>
                    <a:pt x="29" y="11"/>
                    <a:pt x="36" y="12"/>
                    <a:pt x="42" y="15"/>
                  </a:cubicBezTo>
                  <a:cubicBezTo>
                    <a:pt x="47" y="17"/>
                    <a:pt x="50" y="20"/>
                    <a:pt x="54" y="23"/>
                  </a:cubicBezTo>
                  <a:cubicBezTo>
                    <a:pt x="61" y="29"/>
                    <a:pt x="69" y="35"/>
                    <a:pt x="81" y="34"/>
                  </a:cubicBezTo>
                  <a:cubicBezTo>
                    <a:pt x="82" y="34"/>
                    <a:pt x="84" y="32"/>
                    <a:pt x="83" y="31"/>
                  </a:cubicBezTo>
                  <a:cubicBezTo>
                    <a:pt x="83" y="29"/>
                    <a:pt x="82" y="28"/>
                    <a:pt x="80" y="2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8" name="Freeform 679">
              <a:extLst>
                <a:ext uri="{FF2B5EF4-FFF2-40B4-BE49-F238E27FC236}">
                  <a16:creationId xmlns:a16="http://schemas.microsoft.com/office/drawing/2014/main" id="{6361A8CD-AF3E-4ACC-BEC4-9F7E78597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1476"/>
              <a:ext cx="270" cy="45"/>
            </a:xfrm>
            <a:custGeom>
              <a:avLst/>
              <a:gdLst>
                <a:gd name="T0" fmla="*/ 0 w 108"/>
                <a:gd name="T1" fmla="*/ 1038 h 17"/>
                <a:gd name="T2" fmla="*/ 783 w 108"/>
                <a:gd name="T3" fmla="*/ 2059 h 17"/>
                <a:gd name="T4" fmla="*/ 5208 w 108"/>
                <a:gd name="T5" fmla="*/ 2748 h 17"/>
                <a:gd name="T6" fmla="*/ 12033 w 108"/>
                <a:gd name="T7" fmla="*/ 3391 h 17"/>
                <a:gd name="T8" fmla="*/ 15938 w 108"/>
                <a:gd name="T9" fmla="*/ 3131 h 17"/>
                <a:gd name="T10" fmla="*/ 24925 w 108"/>
                <a:gd name="T11" fmla="*/ 5450 h 17"/>
                <a:gd name="T12" fmla="*/ 25908 w 108"/>
                <a:gd name="T13" fmla="*/ 5450 h 17"/>
                <a:gd name="T14" fmla="*/ 25908 w 108"/>
                <a:gd name="T15" fmla="*/ 4177 h 17"/>
                <a:gd name="T16" fmla="*/ 15938 w 108"/>
                <a:gd name="T17" fmla="*/ 1038 h 17"/>
                <a:gd name="T18" fmla="*/ 12033 w 108"/>
                <a:gd name="T19" fmla="*/ 1429 h 17"/>
                <a:gd name="T20" fmla="*/ 5208 w 108"/>
                <a:gd name="T21" fmla="*/ 630 h 17"/>
                <a:gd name="T22" fmla="*/ 783 w 108"/>
                <a:gd name="T23" fmla="*/ 0 h 17"/>
                <a:gd name="T24" fmla="*/ 0 w 108"/>
                <a:gd name="T25" fmla="*/ 1038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8" h="17">
                  <a:moveTo>
                    <a:pt x="0" y="3"/>
                  </a:moveTo>
                  <a:cubicBezTo>
                    <a:pt x="0" y="5"/>
                    <a:pt x="1" y="6"/>
                    <a:pt x="3" y="6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30" y="9"/>
                    <a:pt x="39" y="10"/>
                    <a:pt x="49" y="10"/>
                  </a:cubicBezTo>
                  <a:cubicBezTo>
                    <a:pt x="54" y="11"/>
                    <a:pt x="60" y="10"/>
                    <a:pt x="65" y="9"/>
                  </a:cubicBezTo>
                  <a:cubicBezTo>
                    <a:pt x="79" y="8"/>
                    <a:pt x="91" y="7"/>
                    <a:pt x="102" y="16"/>
                  </a:cubicBezTo>
                  <a:cubicBezTo>
                    <a:pt x="103" y="17"/>
                    <a:pt x="105" y="17"/>
                    <a:pt x="106" y="16"/>
                  </a:cubicBezTo>
                  <a:cubicBezTo>
                    <a:pt x="108" y="15"/>
                    <a:pt x="107" y="13"/>
                    <a:pt x="106" y="12"/>
                  </a:cubicBezTo>
                  <a:cubicBezTo>
                    <a:pt x="93" y="0"/>
                    <a:pt x="79" y="2"/>
                    <a:pt x="65" y="3"/>
                  </a:cubicBezTo>
                  <a:cubicBezTo>
                    <a:pt x="59" y="4"/>
                    <a:pt x="54" y="5"/>
                    <a:pt x="49" y="4"/>
                  </a:cubicBezTo>
                  <a:cubicBezTo>
                    <a:pt x="40" y="4"/>
                    <a:pt x="30" y="3"/>
                    <a:pt x="21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9" name="Freeform 680">
              <a:extLst>
                <a:ext uri="{FF2B5EF4-FFF2-40B4-BE49-F238E27FC236}">
                  <a16:creationId xmlns:a16="http://schemas.microsoft.com/office/drawing/2014/main" id="{D8573E51-1FE4-4EEC-9475-56ADB9DFA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305"/>
              <a:ext cx="305" cy="91"/>
            </a:xfrm>
            <a:custGeom>
              <a:avLst/>
              <a:gdLst>
                <a:gd name="T0" fmla="*/ 14188 w 122"/>
                <a:gd name="T1" fmla="*/ 5479 h 34"/>
                <a:gd name="T2" fmla="*/ 988 w 122"/>
                <a:gd name="T3" fmla="*/ 9584 h 34"/>
                <a:gd name="T4" fmla="*/ 0 w 122"/>
                <a:gd name="T5" fmla="*/ 10315 h 34"/>
                <a:gd name="T6" fmla="*/ 783 w 122"/>
                <a:gd name="T7" fmla="*/ 11814 h 34"/>
                <a:gd name="T8" fmla="*/ 14970 w 122"/>
                <a:gd name="T9" fmla="*/ 7435 h 34"/>
                <a:gd name="T10" fmla="*/ 29113 w 122"/>
                <a:gd name="T11" fmla="*/ 2205 h 34"/>
                <a:gd name="T12" fmla="*/ 29813 w 122"/>
                <a:gd name="T13" fmla="*/ 1073 h 34"/>
                <a:gd name="T14" fmla="*/ 29113 w 122"/>
                <a:gd name="T15" fmla="*/ 0 h 34"/>
                <a:gd name="T16" fmla="*/ 14188 w 122"/>
                <a:gd name="T17" fmla="*/ 5479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34">
                  <a:moveTo>
                    <a:pt x="58" y="15"/>
                  </a:moveTo>
                  <a:cubicBezTo>
                    <a:pt x="43" y="25"/>
                    <a:pt x="19" y="28"/>
                    <a:pt x="4" y="26"/>
                  </a:cubicBezTo>
                  <a:cubicBezTo>
                    <a:pt x="2" y="26"/>
                    <a:pt x="0" y="27"/>
                    <a:pt x="0" y="28"/>
                  </a:cubicBezTo>
                  <a:cubicBezTo>
                    <a:pt x="0" y="30"/>
                    <a:pt x="1" y="31"/>
                    <a:pt x="3" y="32"/>
                  </a:cubicBezTo>
                  <a:cubicBezTo>
                    <a:pt x="19" y="34"/>
                    <a:pt x="44" y="31"/>
                    <a:pt x="61" y="20"/>
                  </a:cubicBezTo>
                  <a:cubicBezTo>
                    <a:pt x="80" y="8"/>
                    <a:pt x="96" y="6"/>
                    <a:pt x="119" y="6"/>
                  </a:cubicBezTo>
                  <a:cubicBezTo>
                    <a:pt x="121" y="6"/>
                    <a:pt x="122" y="5"/>
                    <a:pt x="122" y="3"/>
                  </a:cubicBezTo>
                  <a:cubicBezTo>
                    <a:pt x="122" y="2"/>
                    <a:pt x="121" y="0"/>
                    <a:pt x="119" y="0"/>
                  </a:cubicBezTo>
                  <a:cubicBezTo>
                    <a:pt x="95" y="0"/>
                    <a:pt x="78" y="2"/>
                    <a:pt x="58" y="1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0" name="Freeform 681">
              <a:extLst>
                <a:ext uri="{FF2B5EF4-FFF2-40B4-BE49-F238E27FC236}">
                  <a16:creationId xmlns:a16="http://schemas.microsoft.com/office/drawing/2014/main" id="{0CD8BC02-74C2-496F-8ADD-2F7050E02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295"/>
              <a:ext cx="227" cy="96"/>
            </a:xfrm>
            <a:custGeom>
              <a:avLst/>
              <a:gdLst>
                <a:gd name="T0" fmla="*/ 20752 w 91"/>
                <a:gd name="T1" fmla="*/ 397 h 36"/>
                <a:gd name="T2" fmla="*/ 16142 w 91"/>
                <a:gd name="T3" fmla="*/ 1059 h 36"/>
                <a:gd name="T4" fmla="*/ 10801 w 91"/>
                <a:gd name="T5" fmla="*/ 2184 h 36"/>
                <a:gd name="T6" fmla="*/ 7436 w 91"/>
                <a:gd name="T7" fmla="*/ 5824 h 36"/>
                <a:gd name="T8" fmla="*/ 1162 w 91"/>
                <a:gd name="T9" fmla="*/ 9309 h 36"/>
                <a:gd name="T10" fmla="*/ 187 w 91"/>
                <a:gd name="T11" fmla="*/ 10104 h 36"/>
                <a:gd name="T12" fmla="*/ 654 w 91"/>
                <a:gd name="T13" fmla="*/ 11171 h 36"/>
                <a:gd name="T14" fmla="*/ 8401 w 91"/>
                <a:gd name="T15" fmla="*/ 7133 h 36"/>
                <a:gd name="T16" fmla="*/ 11579 w 91"/>
                <a:gd name="T17" fmla="*/ 4301 h 36"/>
                <a:gd name="T18" fmla="*/ 15955 w 91"/>
                <a:gd name="T19" fmla="*/ 3243 h 36"/>
                <a:gd name="T20" fmla="*/ 21450 w 91"/>
                <a:gd name="T21" fmla="*/ 2184 h 36"/>
                <a:gd name="T22" fmla="*/ 21917 w 91"/>
                <a:gd name="T23" fmla="*/ 661 h 36"/>
                <a:gd name="T24" fmla="*/ 20752 w 91"/>
                <a:gd name="T25" fmla="*/ 397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36">
                  <a:moveTo>
                    <a:pt x="86" y="1"/>
                  </a:moveTo>
                  <a:cubicBezTo>
                    <a:pt x="81" y="4"/>
                    <a:pt x="74" y="4"/>
                    <a:pt x="67" y="3"/>
                  </a:cubicBezTo>
                  <a:cubicBezTo>
                    <a:pt x="59" y="3"/>
                    <a:pt x="52" y="3"/>
                    <a:pt x="45" y="6"/>
                  </a:cubicBezTo>
                  <a:cubicBezTo>
                    <a:pt x="40" y="8"/>
                    <a:pt x="36" y="12"/>
                    <a:pt x="31" y="16"/>
                  </a:cubicBezTo>
                  <a:cubicBezTo>
                    <a:pt x="22" y="23"/>
                    <a:pt x="14" y="30"/>
                    <a:pt x="5" y="26"/>
                  </a:cubicBezTo>
                  <a:cubicBezTo>
                    <a:pt x="3" y="25"/>
                    <a:pt x="2" y="26"/>
                    <a:pt x="1" y="28"/>
                  </a:cubicBezTo>
                  <a:cubicBezTo>
                    <a:pt x="0" y="29"/>
                    <a:pt x="1" y="31"/>
                    <a:pt x="3" y="31"/>
                  </a:cubicBezTo>
                  <a:cubicBezTo>
                    <a:pt x="15" y="36"/>
                    <a:pt x="25" y="28"/>
                    <a:pt x="35" y="20"/>
                  </a:cubicBezTo>
                  <a:cubicBezTo>
                    <a:pt x="39" y="17"/>
                    <a:pt x="44" y="13"/>
                    <a:pt x="48" y="12"/>
                  </a:cubicBezTo>
                  <a:cubicBezTo>
                    <a:pt x="53" y="9"/>
                    <a:pt x="60" y="9"/>
                    <a:pt x="66" y="9"/>
                  </a:cubicBezTo>
                  <a:cubicBezTo>
                    <a:pt x="74" y="10"/>
                    <a:pt x="82" y="10"/>
                    <a:pt x="89" y="6"/>
                  </a:cubicBezTo>
                  <a:cubicBezTo>
                    <a:pt x="91" y="5"/>
                    <a:pt x="91" y="4"/>
                    <a:pt x="91" y="2"/>
                  </a:cubicBezTo>
                  <a:cubicBezTo>
                    <a:pt x="90" y="1"/>
                    <a:pt x="88" y="0"/>
                    <a:pt x="86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1" name="Freeform 682">
              <a:extLst>
                <a:ext uri="{FF2B5EF4-FFF2-40B4-BE49-F238E27FC236}">
                  <a16:creationId xmlns:a16="http://schemas.microsoft.com/office/drawing/2014/main" id="{50DA4809-A03D-45C7-9976-9AE0A204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921"/>
              <a:ext cx="65" cy="243"/>
            </a:xfrm>
            <a:custGeom>
              <a:avLst/>
              <a:gdLst>
                <a:gd name="T0" fmla="*/ 520 w 26"/>
                <a:gd name="T1" fmla="*/ 401 h 91"/>
                <a:gd name="T2" fmla="*/ 313 w 26"/>
                <a:gd name="T3" fmla="*/ 1768 h 91"/>
                <a:gd name="T4" fmla="*/ 3438 w 26"/>
                <a:gd name="T5" fmla="*/ 18869 h 91"/>
                <a:gd name="T6" fmla="*/ 4895 w 26"/>
                <a:gd name="T7" fmla="*/ 32330 h 91"/>
                <a:gd name="T8" fmla="*/ 5863 w 26"/>
                <a:gd name="T9" fmla="*/ 32602 h 91"/>
                <a:gd name="T10" fmla="*/ 6175 w 26"/>
                <a:gd name="T11" fmla="*/ 31224 h 91"/>
                <a:gd name="T12" fmla="*/ 4895 w 26"/>
                <a:gd name="T13" fmla="*/ 18455 h 91"/>
                <a:gd name="T14" fmla="*/ 1488 w 26"/>
                <a:gd name="T15" fmla="*/ 662 h 91"/>
                <a:gd name="T16" fmla="*/ 520 w 26"/>
                <a:gd name="T17" fmla="*/ 401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91">
                  <a:moveTo>
                    <a:pt x="2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13" y="19"/>
                    <a:pt x="13" y="35"/>
                    <a:pt x="14" y="52"/>
                  </a:cubicBezTo>
                  <a:cubicBezTo>
                    <a:pt x="14" y="64"/>
                    <a:pt x="15" y="76"/>
                    <a:pt x="20" y="89"/>
                  </a:cubicBezTo>
                  <a:cubicBezTo>
                    <a:pt x="20" y="90"/>
                    <a:pt x="22" y="91"/>
                    <a:pt x="24" y="90"/>
                  </a:cubicBezTo>
                  <a:cubicBezTo>
                    <a:pt x="25" y="90"/>
                    <a:pt x="26" y="88"/>
                    <a:pt x="25" y="86"/>
                  </a:cubicBezTo>
                  <a:cubicBezTo>
                    <a:pt x="21" y="75"/>
                    <a:pt x="20" y="63"/>
                    <a:pt x="20" y="51"/>
                  </a:cubicBezTo>
                  <a:cubicBezTo>
                    <a:pt x="19" y="34"/>
                    <a:pt x="18" y="17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2" name="Freeform 683">
              <a:extLst>
                <a:ext uri="{FF2B5EF4-FFF2-40B4-BE49-F238E27FC236}">
                  <a16:creationId xmlns:a16="http://schemas.microsoft.com/office/drawing/2014/main" id="{8E5E2DED-D9E6-4B62-9ECF-7CD144290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999"/>
              <a:ext cx="85" cy="272"/>
            </a:xfrm>
            <a:custGeom>
              <a:avLst/>
              <a:gdLst>
                <a:gd name="T0" fmla="*/ 520 w 34"/>
                <a:gd name="T1" fmla="*/ 397 h 102"/>
                <a:gd name="T2" fmla="*/ 0 w 34"/>
                <a:gd name="T3" fmla="*/ 1763 h 102"/>
                <a:gd name="T4" fmla="*/ 3250 w 34"/>
                <a:gd name="T5" fmla="*/ 10376 h 102"/>
                <a:gd name="T6" fmla="*/ 6645 w 34"/>
                <a:gd name="T7" fmla="*/ 19819 h 102"/>
                <a:gd name="T8" fmla="*/ 6175 w 34"/>
                <a:gd name="T9" fmla="*/ 26944 h 102"/>
                <a:gd name="T10" fmla="*/ 6175 w 34"/>
                <a:gd name="T11" fmla="*/ 36259 h 102"/>
                <a:gd name="T12" fmla="*/ 7158 w 34"/>
                <a:gd name="T13" fmla="*/ 36011 h 102"/>
                <a:gd name="T14" fmla="*/ 7158 w 34"/>
                <a:gd name="T15" fmla="*/ 34531 h 102"/>
                <a:gd name="T16" fmla="*/ 7345 w 34"/>
                <a:gd name="T17" fmla="*/ 27363 h 102"/>
                <a:gd name="T18" fmla="*/ 8125 w 34"/>
                <a:gd name="T19" fmla="*/ 19421 h 102"/>
                <a:gd name="T20" fmla="*/ 4425 w 34"/>
                <a:gd name="T21" fmla="*/ 9309 h 102"/>
                <a:gd name="T22" fmla="*/ 1488 w 34"/>
                <a:gd name="T23" fmla="*/ 1059 h 102"/>
                <a:gd name="T24" fmla="*/ 520 w 34"/>
                <a:gd name="T25" fmla="*/ 397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02">
                  <a:moveTo>
                    <a:pt x="2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3" y="13"/>
                    <a:pt x="8" y="21"/>
                    <a:pt x="13" y="29"/>
                  </a:cubicBezTo>
                  <a:cubicBezTo>
                    <a:pt x="19" y="38"/>
                    <a:pt x="25" y="46"/>
                    <a:pt x="27" y="55"/>
                  </a:cubicBezTo>
                  <a:cubicBezTo>
                    <a:pt x="28" y="60"/>
                    <a:pt x="26" y="68"/>
                    <a:pt x="25" y="75"/>
                  </a:cubicBezTo>
                  <a:cubicBezTo>
                    <a:pt x="22" y="86"/>
                    <a:pt x="20" y="96"/>
                    <a:pt x="25" y="101"/>
                  </a:cubicBezTo>
                  <a:cubicBezTo>
                    <a:pt x="26" y="102"/>
                    <a:pt x="28" y="102"/>
                    <a:pt x="29" y="100"/>
                  </a:cubicBezTo>
                  <a:cubicBezTo>
                    <a:pt x="31" y="99"/>
                    <a:pt x="30" y="97"/>
                    <a:pt x="29" y="96"/>
                  </a:cubicBezTo>
                  <a:cubicBezTo>
                    <a:pt x="27" y="94"/>
                    <a:pt x="29" y="84"/>
                    <a:pt x="30" y="76"/>
                  </a:cubicBezTo>
                  <a:cubicBezTo>
                    <a:pt x="32" y="68"/>
                    <a:pt x="34" y="60"/>
                    <a:pt x="33" y="54"/>
                  </a:cubicBezTo>
                  <a:cubicBezTo>
                    <a:pt x="30" y="43"/>
                    <a:pt x="24" y="34"/>
                    <a:pt x="18" y="26"/>
                  </a:cubicBezTo>
                  <a:cubicBezTo>
                    <a:pt x="13" y="18"/>
                    <a:pt x="9" y="11"/>
                    <a:pt x="6" y="3"/>
                  </a:cubicBezTo>
                  <a:cubicBezTo>
                    <a:pt x="5" y="1"/>
                    <a:pt x="4" y="0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3" name="Freeform 684">
              <a:extLst>
                <a:ext uri="{FF2B5EF4-FFF2-40B4-BE49-F238E27FC236}">
                  <a16:creationId xmlns:a16="http://schemas.microsoft.com/office/drawing/2014/main" id="{582B16B6-A82B-4F47-A4D0-040C97552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009"/>
              <a:ext cx="107" cy="251"/>
            </a:xfrm>
            <a:custGeom>
              <a:avLst/>
              <a:gdLst>
                <a:gd name="T0" fmla="*/ 187 w 43"/>
                <a:gd name="T1" fmla="*/ 401 h 94"/>
                <a:gd name="T2" fmla="*/ 187 w 43"/>
                <a:gd name="T3" fmla="*/ 1768 h 94"/>
                <a:gd name="T4" fmla="*/ 3840 w 43"/>
                <a:gd name="T5" fmla="*/ 16256 h 94"/>
                <a:gd name="T6" fmla="*/ 4297 w 43"/>
                <a:gd name="T7" fmla="*/ 19971 h 94"/>
                <a:gd name="T8" fmla="*/ 8781 w 43"/>
                <a:gd name="T9" fmla="*/ 33661 h 94"/>
                <a:gd name="T10" fmla="*/ 9739 w 43"/>
                <a:gd name="T11" fmla="*/ 33396 h 94"/>
                <a:gd name="T12" fmla="*/ 9739 w 43"/>
                <a:gd name="T13" fmla="*/ 31928 h 94"/>
                <a:gd name="T14" fmla="*/ 5716 w 43"/>
                <a:gd name="T15" fmla="*/ 19573 h 94"/>
                <a:gd name="T16" fmla="*/ 5258 w 43"/>
                <a:gd name="T17" fmla="*/ 15858 h 94"/>
                <a:gd name="T18" fmla="*/ 1418 w 43"/>
                <a:gd name="T19" fmla="*/ 662 h 94"/>
                <a:gd name="T20" fmla="*/ 187 w 43"/>
                <a:gd name="T21" fmla="*/ 401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94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1" y="20"/>
                    <a:pt x="13" y="31"/>
                    <a:pt x="16" y="45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20" y="68"/>
                    <a:pt x="27" y="85"/>
                    <a:pt x="37" y="93"/>
                  </a:cubicBezTo>
                  <a:cubicBezTo>
                    <a:pt x="39" y="94"/>
                    <a:pt x="40" y="94"/>
                    <a:pt x="41" y="92"/>
                  </a:cubicBezTo>
                  <a:cubicBezTo>
                    <a:pt x="43" y="91"/>
                    <a:pt x="42" y="89"/>
                    <a:pt x="41" y="88"/>
                  </a:cubicBezTo>
                  <a:cubicBezTo>
                    <a:pt x="32" y="81"/>
                    <a:pt x="26" y="65"/>
                    <a:pt x="24" y="5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9" y="29"/>
                    <a:pt x="17" y="18"/>
                    <a:pt x="6" y="2"/>
                  </a:cubicBezTo>
                  <a:cubicBezTo>
                    <a:pt x="5" y="1"/>
                    <a:pt x="3" y="0"/>
                    <a:pt x="1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4" name="Freeform 685">
              <a:extLst>
                <a:ext uri="{FF2B5EF4-FFF2-40B4-BE49-F238E27FC236}">
                  <a16:creationId xmlns:a16="http://schemas.microsoft.com/office/drawing/2014/main" id="{27BD0AB7-AF9F-4459-8740-48B3DA7FD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964"/>
              <a:ext cx="125" cy="285"/>
            </a:xfrm>
            <a:custGeom>
              <a:avLst/>
              <a:gdLst>
                <a:gd name="T0" fmla="*/ 520 w 50"/>
                <a:gd name="T1" fmla="*/ 397 h 107"/>
                <a:gd name="T2" fmla="*/ 313 w 50"/>
                <a:gd name="T3" fmla="*/ 1761 h 107"/>
                <a:gd name="T4" fmla="*/ 2738 w 50"/>
                <a:gd name="T5" fmla="*/ 13280 h 107"/>
                <a:gd name="T6" fmla="*/ 4220 w 50"/>
                <a:gd name="T7" fmla="*/ 22091 h 107"/>
                <a:gd name="T8" fmla="*/ 8125 w 50"/>
                <a:gd name="T9" fmla="*/ 31350 h 107"/>
                <a:gd name="T10" fmla="*/ 10750 w 50"/>
                <a:gd name="T11" fmla="*/ 37545 h 107"/>
                <a:gd name="T12" fmla="*/ 11720 w 50"/>
                <a:gd name="T13" fmla="*/ 37793 h 107"/>
                <a:gd name="T14" fmla="*/ 12033 w 50"/>
                <a:gd name="T15" fmla="*/ 36429 h 107"/>
                <a:gd name="T16" fmla="*/ 9113 w 50"/>
                <a:gd name="T17" fmla="*/ 30293 h 107"/>
                <a:gd name="T18" fmla="*/ 5395 w 50"/>
                <a:gd name="T19" fmla="*/ 21447 h 107"/>
                <a:gd name="T20" fmla="*/ 4220 w 50"/>
                <a:gd name="T21" fmla="*/ 12892 h 107"/>
                <a:gd name="T22" fmla="*/ 1488 w 50"/>
                <a:gd name="T23" fmla="*/ 661 h 107"/>
                <a:gd name="T24" fmla="*/ 520 w 50"/>
                <a:gd name="T25" fmla="*/ 397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07">
                  <a:moveTo>
                    <a:pt x="2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8" y="13"/>
                    <a:pt x="10" y="26"/>
                    <a:pt x="11" y="37"/>
                  </a:cubicBezTo>
                  <a:cubicBezTo>
                    <a:pt x="13" y="46"/>
                    <a:pt x="14" y="54"/>
                    <a:pt x="17" y="62"/>
                  </a:cubicBezTo>
                  <a:cubicBezTo>
                    <a:pt x="21" y="72"/>
                    <a:pt x="27" y="80"/>
                    <a:pt x="33" y="88"/>
                  </a:cubicBezTo>
                  <a:cubicBezTo>
                    <a:pt x="36" y="93"/>
                    <a:pt x="40" y="99"/>
                    <a:pt x="44" y="105"/>
                  </a:cubicBezTo>
                  <a:cubicBezTo>
                    <a:pt x="45" y="106"/>
                    <a:pt x="46" y="107"/>
                    <a:pt x="48" y="106"/>
                  </a:cubicBezTo>
                  <a:cubicBezTo>
                    <a:pt x="49" y="105"/>
                    <a:pt x="50" y="104"/>
                    <a:pt x="49" y="102"/>
                  </a:cubicBezTo>
                  <a:cubicBezTo>
                    <a:pt x="45" y="96"/>
                    <a:pt x="41" y="90"/>
                    <a:pt x="37" y="85"/>
                  </a:cubicBezTo>
                  <a:cubicBezTo>
                    <a:pt x="32" y="77"/>
                    <a:pt x="26" y="69"/>
                    <a:pt x="22" y="60"/>
                  </a:cubicBezTo>
                  <a:cubicBezTo>
                    <a:pt x="20" y="53"/>
                    <a:pt x="19" y="45"/>
                    <a:pt x="17" y="36"/>
                  </a:cubicBezTo>
                  <a:cubicBezTo>
                    <a:pt x="15" y="24"/>
                    <a:pt x="13" y="11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5" name="Freeform 686">
              <a:extLst>
                <a:ext uri="{FF2B5EF4-FFF2-40B4-BE49-F238E27FC236}">
                  <a16:creationId xmlns:a16="http://schemas.microsoft.com/office/drawing/2014/main" id="{8A0E06E8-01D2-4096-B5EA-09D26851D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940"/>
              <a:ext cx="95" cy="251"/>
            </a:xfrm>
            <a:custGeom>
              <a:avLst/>
              <a:gdLst>
                <a:gd name="T0" fmla="*/ 988 w 38"/>
                <a:gd name="T1" fmla="*/ 662 h 94"/>
                <a:gd name="T2" fmla="*/ 3438 w 38"/>
                <a:gd name="T3" fmla="*/ 14125 h 94"/>
                <a:gd name="T4" fmla="*/ 4425 w 38"/>
                <a:gd name="T5" fmla="*/ 16678 h 94"/>
                <a:gd name="T6" fmla="*/ 6645 w 38"/>
                <a:gd name="T7" fmla="*/ 32593 h 94"/>
                <a:gd name="T8" fmla="*/ 7158 w 38"/>
                <a:gd name="T9" fmla="*/ 34061 h 94"/>
                <a:gd name="T10" fmla="*/ 8125 w 38"/>
                <a:gd name="T11" fmla="*/ 33396 h 94"/>
                <a:gd name="T12" fmla="*/ 5675 w 38"/>
                <a:gd name="T13" fmla="*/ 15615 h 94"/>
                <a:gd name="T14" fmla="*/ 4895 w 38"/>
                <a:gd name="T15" fmla="*/ 13020 h 94"/>
                <a:gd name="T16" fmla="*/ 2470 w 38"/>
                <a:gd name="T17" fmla="*/ 1469 h 94"/>
                <a:gd name="T18" fmla="*/ 1958 w 38"/>
                <a:gd name="T19" fmla="*/ 0 h 94"/>
                <a:gd name="T20" fmla="*/ 988 w 38"/>
                <a:gd name="T21" fmla="*/ 662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94">
                  <a:moveTo>
                    <a:pt x="4" y="2"/>
                  </a:moveTo>
                  <a:cubicBezTo>
                    <a:pt x="0" y="13"/>
                    <a:pt x="8" y="28"/>
                    <a:pt x="14" y="39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25" y="60"/>
                    <a:pt x="32" y="77"/>
                    <a:pt x="27" y="90"/>
                  </a:cubicBezTo>
                  <a:cubicBezTo>
                    <a:pt x="26" y="92"/>
                    <a:pt x="27" y="93"/>
                    <a:pt x="29" y="94"/>
                  </a:cubicBezTo>
                  <a:cubicBezTo>
                    <a:pt x="30" y="94"/>
                    <a:pt x="32" y="94"/>
                    <a:pt x="33" y="92"/>
                  </a:cubicBezTo>
                  <a:cubicBezTo>
                    <a:pt x="38" y="77"/>
                    <a:pt x="31" y="59"/>
                    <a:pt x="23" y="43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4" y="26"/>
                    <a:pt x="7" y="12"/>
                    <a:pt x="10" y="4"/>
                  </a:cubicBezTo>
                  <a:cubicBezTo>
                    <a:pt x="11" y="3"/>
                    <a:pt x="10" y="1"/>
                    <a:pt x="8" y="0"/>
                  </a:cubicBezTo>
                  <a:cubicBezTo>
                    <a:pt x="7" y="0"/>
                    <a:pt x="5" y="0"/>
                    <a:pt x="4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6" name="Freeform 687">
              <a:extLst>
                <a:ext uri="{FF2B5EF4-FFF2-40B4-BE49-F238E27FC236}">
                  <a16:creationId xmlns:a16="http://schemas.microsoft.com/office/drawing/2014/main" id="{C519449E-2F25-483B-ADFD-C84C242A9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927"/>
              <a:ext cx="157" cy="269"/>
            </a:xfrm>
            <a:custGeom>
              <a:avLst/>
              <a:gdLst>
                <a:gd name="T0" fmla="*/ 14115 w 63"/>
                <a:gd name="T1" fmla="*/ 0 h 101"/>
                <a:gd name="T2" fmla="*/ 13465 w 63"/>
                <a:gd name="T3" fmla="*/ 1057 h 101"/>
                <a:gd name="T4" fmla="*/ 7396 w 63"/>
                <a:gd name="T5" fmla="*/ 18913 h 101"/>
                <a:gd name="T6" fmla="*/ 0 w 63"/>
                <a:gd name="T7" fmla="*/ 34312 h 101"/>
                <a:gd name="T8" fmla="*/ 466 w 63"/>
                <a:gd name="T9" fmla="*/ 35631 h 101"/>
                <a:gd name="T10" fmla="*/ 1423 w 63"/>
                <a:gd name="T11" fmla="*/ 35370 h 101"/>
                <a:gd name="T12" fmla="*/ 8371 w 63"/>
                <a:gd name="T13" fmla="*/ 20388 h 101"/>
                <a:gd name="T14" fmla="*/ 14885 w 63"/>
                <a:gd name="T15" fmla="*/ 1057 h 101"/>
                <a:gd name="T16" fmla="*/ 14115 w 63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101">
                  <a:moveTo>
                    <a:pt x="59" y="0"/>
                  </a:moveTo>
                  <a:cubicBezTo>
                    <a:pt x="57" y="0"/>
                    <a:pt x="56" y="1"/>
                    <a:pt x="56" y="3"/>
                  </a:cubicBezTo>
                  <a:cubicBezTo>
                    <a:pt x="57" y="21"/>
                    <a:pt x="43" y="41"/>
                    <a:pt x="31" y="53"/>
                  </a:cubicBezTo>
                  <a:cubicBezTo>
                    <a:pt x="15" y="67"/>
                    <a:pt x="8" y="77"/>
                    <a:pt x="0" y="96"/>
                  </a:cubicBezTo>
                  <a:cubicBezTo>
                    <a:pt x="0" y="98"/>
                    <a:pt x="1" y="100"/>
                    <a:pt x="2" y="100"/>
                  </a:cubicBezTo>
                  <a:cubicBezTo>
                    <a:pt x="4" y="101"/>
                    <a:pt x="5" y="100"/>
                    <a:pt x="6" y="99"/>
                  </a:cubicBezTo>
                  <a:cubicBezTo>
                    <a:pt x="13" y="80"/>
                    <a:pt x="20" y="71"/>
                    <a:pt x="35" y="57"/>
                  </a:cubicBezTo>
                  <a:cubicBezTo>
                    <a:pt x="49" y="44"/>
                    <a:pt x="63" y="23"/>
                    <a:pt x="62" y="3"/>
                  </a:cubicBezTo>
                  <a:cubicBezTo>
                    <a:pt x="62" y="1"/>
                    <a:pt x="61" y="0"/>
                    <a:pt x="5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7" name="Freeform 688">
              <a:extLst>
                <a:ext uri="{FF2B5EF4-FFF2-40B4-BE49-F238E27FC236}">
                  <a16:creationId xmlns:a16="http://schemas.microsoft.com/office/drawing/2014/main" id="{63ABAB90-DCB0-4BEE-A723-47AA64A41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041"/>
              <a:ext cx="217" cy="208"/>
            </a:xfrm>
            <a:custGeom>
              <a:avLst/>
              <a:gdLst>
                <a:gd name="T0" fmla="*/ 19503 w 87"/>
                <a:gd name="T1" fmla="*/ 661 h 78"/>
                <a:gd name="T2" fmla="*/ 9835 w 87"/>
                <a:gd name="T3" fmla="*/ 11469 h 78"/>
                <a:gd name="T4" fmla="*/ 0 w 87"/>
                <a:gd name="T5" fmla="*/ 26304 h 78"/>
                <a:gd name="T6" fmla="*/ 466 w 87"/>
                <a:gd name="T7" fmla="*/ 27669 h 78"/>
                <a:gd name="T8" fmla="*/ 1424 w 87"/>
                <a:gd name="T9" fmla="*/ 27363 h 78"/>
                <a:gd name="T10" fmla="*/ 10334 w 87"/>
                <a:gd name="T11" fmla="*/ 13347 h 78"/>
                <a:gd name="T12" fmla="*/ 20747 w 87"/>
                <a:gd name="T13" fmla="*/ 1763 h 78"/>
                <a:gd name="T14" fmla="*/ 20468 w 87"/>
                <a:gd name="T15" fmla="*/ 397 h 78"/>
                <a:gd name="T16" fmla="*/ 19503 w 87"/>
                <a:gd name="T17" fmla="*/ 661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78">
                  <a:moveTo>
                    <a:pt x="81" y="2"/>
                  </a:moveTo>
                  <a:cubicBezTo>
                    <a:pt x="69" y="19"/>
                    <a:pt x="60" y="24"/>
                    <a:pt x="41" y="32"/>
                  </a:cubicBezTo>
                  <a:cubicBezTo>
                    <a:pt x="24" y="38"/>
                    <a:pt x="8" y="55"/>
                    <a:pt x="0" y="73"/>
                  </a:cubicBezTo>
                  <a:cubicBezTo>
                    <a:pt x="0" y="75"/>
                    <a:pt x="1" y="77"/>
                    <a:pt x="2" y="77"/>
                  </a:cubicBezTo>
                  <a:cubicBezTo>
                    <a:pt x="4" y="78"/>
                    <a:pt x="5" y="77"/>
                    <a:pt x="6" y="76"/>
                  </a:cubicBezTo>
                  <a:cubicBezTo>
                    <a:pt x="13" y="59"/>
                    <a:pt x="28" y="43"/>
                    <a:pt x="43" y="37"/>
                  </a:cubicBezTo>
                  <a:cubicBezTo>
                    <a:pt x="63" y="29"/>
                    <a:pt x="73" y="24"/>
                    <a:pt x="86" y="5"/>
                  </a:cubicBezTo>
                  <a:cubicBezTo>
                    <a:pt x="87" y="4"/>
                    <a:pt x="86" y="2"/>
                    <a:pt x="85" y="1"/>
                  </a:cubicBezTo>
                  <a:cubicBezTo>
                    <a:pt x="84" y="0"/>
                    <a:pt x="82" y="1"/>
                    <a:pt x="81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8" name="Freeform 689">
              <a:extLst>
                <a:ext uri="{FF2B5EF4-FFF2-40B4-BE49-F238E27FC236}">
                  <a16:creationId xmlns:a16="http://schemas.microsoft.com/office/drawing/2014/main" id="{F0983C7A-A008-47C9-9944-A5DAAC874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9"/>
              <a:ext cx="100" cy="288"/>
            </a:xfrm>
            <a:custGeom>
              <a:avLst/>
              <a:gdLst>
                <a:gd name="T0" fmla="*/ 783 w 40"/>
                <a:gd name="T1" fmla="*/ 397 h 108"/>
                <a:gd name="T2" fmla="*/ 313 w 40"/>
                <a:gd name="T3" fmla="*/ 1459 h 108"/>
                <a:gd name="T4" fmla="*/ 3438 w 40"/>
                <a:gd name="T5" fmla="*/ 7944 h 108"/>
                <a:gd name="T6" fmla="*/ 6645 w 40"/>
                <a:gd name="T7" fmla="*/ 13597 h 108"/>
                <a:gd name="T8" fmla="*/ 6845 w 40"/>
                <a:gd name="T9" fmla="*/ 23304 h 108"/>
                <a:gd name="T10" fmla="*/ 8333 w 40"/>
                <a:gd name="T11" fmla="*/ 38435 h 108"/>
                <a:gd name="T12" fmla="*/ 9583 w 40"/>
                <a:gd name="T13" fmla="*/ 38435 h 108"/>
                <a:gd name="T14" fmla="*/ 9583 w 40"/>
                <a:gd name="T15" fmla="*/ 37069 h 108"/>
                <a:gd name="T16" fmla="*/ 8333 w 40"/>
                <a:gd name="T17" fmla="*/ 23304 h 108"/>
                <a:gd name="T18" fmla="*/ 8125 w 40"/>
                <a:gd name="T19" fmla="*/ 13347 h 108"/>
                <a:gd name="T20" fmla="*/ 4425 w 40"/>
                <a:gd name="T21" fmla="*/ 6067 h 108"/>
                <a:gd name="T22" fmla="*/ 1488 w 40"/>
                <a:gd name="T23" fmla="*/ 1059 h 108"/>
                <a:gd name="T24" fmla="*/ 783 w 40"/>
                <a:gd name="T25" fmla="*/ 397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108">
                  <a:moveTo>
                    <a:pt x="3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12"/>
                    <a:pt x="8" y="17"/>
                    <a:pt x="14" y="22"/>
                  </a:cubicBezTo>
                  <a:cubicBezTo>
                    <a:pt x="20" y="27"/>
                    <a:pt x="25" y="31"/>
                    <a:pt x="27" y="38"/>
                  </a:cubicBezTo>
                  <a:cubicBezTo>
                    <a:pt x="29" y="46"/>
                    <a:pt x="28" y="55"/>
                    <a:pt x="28" y="65"/>
                  </a:cubicBezTo>
                  <a:cubicBezTo>
                    <a:pt x="27" y="80"/>
                    <a:pt x="26" y="95"/>
                    <a:pt x="34" y="107"/>
                  </a:cubicBezTo>
                  <a:cubicBezTo>
                    <a:pt x="35" y="108"/>
                    <a:pt x="37" y="108"/>
                    <a:pt x="39" y="107"/>
                  </a:cubicBezTo>
                  <a:cubicBezTo>
                    <a:pt x="40" y="106"/>
                    <a:pt x="40" y="105"/>
                    <a:pt x="39" y="103"/>
                  </a:cubicBezTo>
                  <a:cubicBezTo>
                    <a:pt x="32" y="93"/>
                    <a:pt x="33" y="79"/>
                    <a:pt x="34" y="65"/>
                  </a:cubicBezTo>
                  <a:cubicBezTo>
                    <a:pt x="34" y="56"/>
                    <a:pt x="35" y="46"/>
                    <a:pt x="33" y="37"/>
                  </a:cubicBezTo>
                  <a:cubicBezTo>
                    <a:pt x="30" y="28"/>
                    <a:pt x="24" y="22"/>
                    <a:pt x="18" y="17"/>
                  </a:cubicBezTo>
                  <a:cubicBezTo>
                    <a:pt x="13" y="13"/>
                    <a:pt x="8" y="9"/>
                    <a:pt x="6" y="3"/>
                  </a:cubicBezTo>
                  <a:cubicBezTo>
                    <a:pt x="6" y="1"/>
                    <a:pt x="4" y="0"/>
                    <a:pt x="3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9" name="Freeform 690">
              <a:extLst>
                <a:ext uri="{FF2B5EF4-FFF2-40B4-BE49-F238E27FC236}">
                  <a16:creationId xmlns:a16="http://schemas.microsoft.com/office/drawing/2014/main" id="{6A317742-BAA5-4460-B7A1-77054BCEC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180"/>
              <a:ext cx="50" cy="256"/>
            </a:xfrm>
            <a:custGeom>
              <a:avLst/>
              <a:gdLst>
                <a:gd name="T0" fmla="*/ 988 w 20"/>
                <a:gd name="T1" fmla="*/ 0 h 96"/>
                <a:gd name="T2" fmla="*/ 313 w 20"/>
                <a:gd name="T3" fmla="*/ 1459 h 96"/>
                <a:gd name="T4" fmla="*/ 520 w 20"/>
                <a:gd name="T5" fmla="*/ 13347 h 96"/>
                <a:gd name="T6" fmla="*/ 3438 w 20"/>
                <a:gd name="T7" fmla="*/ 33827 h 96"/>
                <a:gd name="T8" fmla="*/ 4425 w 20"/>
                <a:gd name="T9" fmla="*/ 34133 h 96"/>
                <a:gd name="T10" fmla="*/ 4688 w 20"/>
                <a:gd name="T11" fmla="*/ 32768 h 96"/>
                <a:gd name="T12" fmla="*/ 1958 w 20"/>
                <a:gd name="T13" fmla="*/ 13347 h 96"/>
                <a:gd name="T14" fmla="*/ 1770 w 20"/>
                <a:gd name="T15" fmla="*/ 1059 h 96"/>
                <a:gd name="T16" fmla="*/ 988 w 20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96">
                  <a:moveTo>
                    <a:pt x="4" y="0"/>
                  </a:moveTo>
                  <a:cubicBezTo>
                    <a:pt x="2" y="1"/>
                    <a:pt x="1" y="2"/>
                    <a:pt x="1" y="4"/>
                  </a:cubicBezTo>
                  <a:cubicBezTo>
                    <a:pt x="3" y="15"/>
                    <a:pt x="3" y="26"/>
                    <a:pt x="2" y="37"/>
                  </a:cubicBezTo>
                  <a:cubicBezTo>
                    <a:pt x="1" y="56"/>
                    <a:pt x="0" y="75"/>
                    <a:pt x="14" y="94"/>
                  </a:cubicBezTo>
                  <a:cubicBezTo>
                    <a:pt x="15" y="96"/>
                    <a:pt x="17" y="96"/>
                    <a:pt x="18" y="95"/>
                  </a:cubicBezTo>
                  <a:cubicBezTo>
                    <a:pt x="19" y="94"/>
                    <a:pt x="20" y="92"/>
                    <a:pt x="19" y="91"/>
                  </a:cubicBezTo>
                  <a:cubicBezTo>
                    <a:pt x="6" y="73"/>
                    <a:pt x="7" y="56"/>
                    <a:pt x="8" y="37"/>
                  </a:cubicBezTo>
                  <a:cubicBezTo>
                    <a:pt x="9" y="26"/>
                    <a:pt x="9" y="15"/>
                    <a:pt x="7" y="3"/>
                  </a:cubicBezTo>
                  <a:cubicBezTo>
                    <a:pt x="7" y="1"/>
                    <a:pt x="5" y="0"/>
                    <a:pt x="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0" name="Freeform 691">
              <a:extLst>
                <a:ext uri="{FF2B5EF4-FFF2-40B4-BE49-F238E27FC236}">
                  <a16:creationId xmlns:a16="http://schemas.microsoft.com/office/drawing/2014/main" id="{815E3E53-23DC-4911-BAE0-0093C9FDD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244"/>
              <a:ext cx="33" cy="213"/>
            </a:xfrm>
            <a:custGeom>
              <a:avLst/>
              <a:gdLst>
                <a:gd name="T0" fmla="*/ 2404 w 13"/>
                <a:gd name="T1" fmla="*/ 13512 h 80"/>
                <a:gd name="T2" fmla="*/ 2107 w 13"/>
                <a:gd name="T3" fmla="*/ 0 h 80"/>
                <a:gd name="T4" fmla="*/ 541 w 13"/>
                <a:gd name="T5" fmla="*/ 397 h 80"/>
                <a:gd name="T6" fmla="*/ 830 w 13"/>
                <a:gd name="T7" fmla="*/ 13512 h 80"/>
                <a:gd name="T8" fmla="*/ 1914 w 13"/>
                <a:gd name="T9" fmla="*/ 27839 h 80"/>
                <a:gd name="T10" fmla="*/ 2945 w 13"/>
                <a:gd name="T11" fmla="*/ 28087 h 80"/>
                <a:gd name="T12" fmla="*/ 3158 w 13"/>
                <a:gd name="T13" fmla="*/ 26782 h 80"/>
                <a:gd name="T14" fmla="*/ 2404 w 13"/>
                <a:gd name="T15" fmla="*/ 1351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80">
                  <a:moveTo>
                    <a:pt x="9" y="38"/>
                  </a:moveTo>
                  <a:cubicBezTo>
                    <a:pt x="11" y="26"/>
                    <a:pt x="12" y="13"/>
                    <a:pt x="8" y="0"/>
                  </a:cubicBezTo>
                  <a:cubicBezTo>
                    <a:pt x="6" y="1"/>
                    <a:pt x="4" y="1"/>
                    <a:pt x="2" y="1"/>
                  </a:cubicBezTo>
                  <a:cubicBezTo>
                    <a:pt x="6" y="13"/>
                    <a:pt x="5" y="25"/>
                    <a:pt x="3" y="38"/>
                  </a:cubicBezTo>
                  <a:cubicBezTo>
                    <a:pt x="2" y="51"/>
                    <a:pt x="0" y="65"/>
                    <a:pt x="7" y="78"/>
                  </a:cubicBezTo>
                  <a:cubicBezTo>
                    <a:pt x="8" y="80"/>
                    <a:pt x="9" y="80"/>
                    <a:pt x="11" y="79"/>
                  </a:cubicBezTo>
                  <a:cubicBezTo>
                    <a:pt x="12" y="79"/>
                    <a:pt x="13" y="77"/>
                    <a:pt x="12" y="75"/>
                  </a:cubicBezTo>
                  <a:cubicBezTo>
                    <a:pt x="7" y="64"/>
                    <a:pt x="8" y="51"/>
                    <a:pt x="9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1" name="Freeform 692">
              <a:extLst>
                <a:ext uri="{FF2B5EF4-FFF2-40B4-BE49-F238E27FC236}">
                  <a16:creationId xmlns:a16="http://schemas.microsoft.com/office/drawing/2014/main" id="{E86698B7-11E0-4EBD-AED6-24A998485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252"/>
              <a:ext cx="28" cy="85"/>
            </a:xfrm>
            <a:custGeom>
              <a:avLst/>
              <a:gdLst>
                <a:gd name="T0" fmla="*/ 1601 w 11"/>
                <a:gd name="T1" fmla="*/ 0 h 32"/>
                <a:gd name="T2" fmla="*/ 331 w 11"/>
                <a:gd name="T3" fmla="*/ 0 h 32"/>
                <a:gd name="T4" fmla="*/ 331 w 11"/>
                <a:gd name="T5" fmla="*/ 1052 h 32"/>
                <a:gd name="T6" fmla="*/ 545 w 11"/>
                <a:gd name="T7" fmla="*/ 9802 h 32"/>
                <a:gd name="T8" fmla="*/ 1056 w 11"/>
                <a:gd name="T9" fmla="*/ 10851 h 32"/>
                <a:gd name="T10" fmla="*/ 2146 w 11"/>
                <a:gd name="T11" fmla="*/ 10216 h 32"/>
                <a:gd name="T12" fmla="*/ 1601 w 11"/>
                <a:gd name="T13" fmla="*/ 0 h 32"/>
                <a:gd name="T14" fmla="*/ 1601 w 11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32">
                  <a:moveTo>
                    <a:pt x="6" y="0"/>
                  </a:moveTo>
                  <a:cubicBezTo>
                    <a:pt x="4" y="0"/>
                    <a:pt x="3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5" y="10"/>
                    <a:pt x="4" y="20"/>
                    <a:pt x="2" y="28"/>
                  </a:cubicBezTo>
                  <a:cubicBezTo>
                    <a:pt x="2" y="29"/>
                    <a:pt x="3" y="31"/>
                    <a:pt x="4" y="31"/>
                  </a:cubicBezTo>
                  <a:cubicBezTo>
                    <a:pt x="6" y="32"/>
                    <a:pt x="7" y="31"/>
                    <a:pt x="8" y="29"/>
                  </a:cubicBezTo>
                  <a:cubicBezTo>
                    <a:pt x="10" y="20"/>
                    <a:pt x="11" y="9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2" name="Freeform 693">
              <a:extLst>
                <a:ext uri="{FF2B5EF4-FFF2-40B4-BE49-F238E27FC236}">
                  <a16:creationId xmlns:a16="http://schemas.microsoft.com/office/drawing/2014/main" id="{32904C5D-7F37-492E-9483-D37658212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033"/>
              <a:ext cx="165" cy="267"/>
            </a:xfrm>
            <a:custGeom>
              <a:avLst/>
              <a:gdLst>
                <a:gd name="T0" fmla="*/ 313 w 66"/>
                <a:gd name="T1" fmla="*/ 662 h 100"/>
                <a:gd name="T2" fmla="*/ 520 w 66"/>
                <a:gd name="T3" fmla="*/ 2189 h 100"/>
                <a:gd name="T4" fmla="*/ 6845 w 66"/>
                <a:gd name="T5" fmla="*/ 14543 h 100"/>
                <a:gd name="T6" fmla="*/ 7158 w 66"/>
                <a:gd name="T7" fmla="*/ 15606 h 100"/>
                <a:gd name="T8" fmla="*/ 14658 w 66"/>
                <a:gd name="T9" fmla="*/ 35823 h 100"/>
                <a:gd name="T10" fmla="*/ 15625 w 66"/>
                <a:gd name="T11" fmla="*/ 36243 h 100"/>
                <a:gd name="T12" fmla="*/ 15938 w 66"/>
                <a:gd name="T13" fmla="*/ 34454 h 100"/>
                <a:gd name="T14" fmla="*/ 8595 w 66"/>
                <a:gd name="T15" fmla="*/ 14792 h 100"/>
                <a:gd name="T16" fmla="*/ 8333 w 66"/>
                <a:gd name="T17" fmla="*/ 13724 h 100"/>
                <a:gd name="T18" fmla="*/ 1300 w 66"/>
                <a:gd name="T19" fmla="*/ 401 h 100"/>
                <a:gd name="T20" fmla="*/ 313 w 66"/>
                <a:gd name="T21" fmla="*/ 662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100">
                  <a:moveTo>
                    <a:pt x="1" y="2"/>
                  </a:moveTo>
                  <a:cubicBezTo>
                    <a:pt x="0" y="4"/>
                    <a:pt x="1" y="6"/>
                    <a:pt x="2" y="6"/>
                  </a:cubicBezTo>
                  <a:cubicBezTo>
                    <a:pt x="20" y="16"/>
                    <a:pt x="22" y="21"/>
                    <a:pt x="28" y="40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5" y="61"/>
                    <a:pt x="48" y="81"/>
                    <a:pt x="60" y="99"/>
                  </a:cubicBezTo>
                  <a:cubicBezTo>
                    <a:pt x="61" y="100"/>
                    <a:pt x="63" y="100"/>
                    <a:pt x="64" y="100"/>
                  </a:cubicBezTo>
                  <a:cubicBezTo>
                    <a:pt x="66" y="99"/>
                    <a:pt x="66" y="97"/>
                    <a:pt x="65" y="95"/>
                  </a:cubicBezTo>
                  <a:cubicBezTo>
                    <a:pt x="53" y="78"/>
                    <a:pt x="41" y="59"/>
                    <a:pt x="35" y="41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27" y="19"/>
                    <a:pt x="25" y="12"/>
                    <a:pt x="5" y="1"/>
                  </a:cubicBezTo>
                  <a:cubicBezTo>
                    <a:pt x="4" y="0"/>
                    <a:pt x="2" y="1"/>
                    <a:pt x="1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3" name="Freeform 694">
              <a:extLst>
                <a:ext uri="{FF2B5EF4-FFF2-40B4-BE49-F238E27FC236}">
                  <a16:creationId xmlns:a16="http://schemas.microsoft.com/office/drawing/2014/main" id="{68E2EF94-BE19-40AF-BE8A-CB9E2095E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124"/>
              <a:ext cx="130" cy="301"/>
            </a:xfrm>
            <a:custGeom>
              <a:avLst/>
              <a:gdLst>
                <a:gd name="T0" fmla="*/ 313 w 52"/>
                <a:gd name="T1" fmla="*/ 397 h 113"/>
                <a:gd name="T2" fmla="*/ 313 w 52"/>
                <a:gd name="T3" fmla="*/ 1761 h 113"/>
                <a:gd name="T4" fmla="*/ 1958 w 52"/>
                <a:gd name="T5" fmla="*/ 3625 h 113"/>
                <a:gd name="T6" fmla="*/ 6375 w 52"/>
                <a:gd name="T7" fmla="*/ 8961 h 113"/>
                <a:gd name="T8" fmla="*/ 7158 w 52"/>
                <a:gd name="T9" fmla="*/ 17823 h 113"/>
                <a:gd name="T10" fmla="*/ 6845 w 52"/>
                <a:gd name="T11" fmla="*/ 22548 h 113"/>
                <a:gd name="T12" fmla="*/ 9113 w 52"/>
                <a:gd name="T13" fmla="*/ 32468 h 113"/>
                <a:gd name="T14" fmla="*/ 11250 w 52"/>
                <a:gd name="T15" fmla="*/ 39274 h 113"/>
                <a:gd name="T16" fmla="*/ 12033 w 52"/>
                <a:gd name="T17" fmla="*/ 40374 h 113"/>
                <a:gd name="T18" fmla="*/ 12500 w 52"/>
                <a:gd name="T19" fmla="*/ 38861 h 113"/>
                <a:gd name="T20" fmla="*/ 10550 w 52"/>
                <a:gd name="T21" fmla="*/ 31355 h 113"/>
                <a:gd name="T22" fmla="*/ 8333 w 52"/>
                <a:gd name="T23" fmla="*/ 22548 h 113"/>
                <a:gd name="T24" fmla="*/ 8595 w 52"/>
                <a:gd name="T25" fmla="*/ 18220 h 113"/>
                <a:gd name="T26" fmla="*/ 7625 w 52"/>
                <a:gd name="T27" fmla="*/ 7898 h 113"/>
                <a:gd name="T28" fmla="*/ 2738 w 52"/>
                <a:gd name="T29" fmla="*/ 1761 h 113"/>
                <a:gd name="T30" fmla="*/ 1300 w 52"/>
                <a:gd name="T31" fmla="*/ 397 h 113"/>
                <a:gd name="T32" fmla="*/ 313 w 52"/>
                <a:gd name="T33" fmla="*/ 397 h 1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" h="113">
                  <a:moveTo>
                    <a:pt x="1" y="1"/>
                  </a:moveTo>
                  <a:cubicBezTo>
                    <a:pt x="0" y="3"/>
                    <a:pt x="0" y="5"/>
                    <a:pt x="1" y="5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15" y="14"/>
                    <a:pt x="22" y="20"/>
                    <a:pt x="26" y="25"/>
                  </a:cubicBezTo>
                  <a:cubicBezTo>
                    <a:pt x="31" y="33"/>
                    <a:pt x="30" y="41"/>
                    <a:pt x="29" y="50"/>
                  </a:cubicBezTo>
                  <a:cubicBezTo>
                    <a:pt x="29" y="54"/>
                    <a:pt x="28" y="59"/>
                    <a:pt x="28" y="63"/>
                  </a:cubicBezTo>
                  <a:cubicBezTo>
                    <a:pt x="28" y="74"/>
                    <a:pt x="33" y="83"/>
                    <a:pt x="37" y="91"/>
                  </a:cubicBezTo>
                  <a:cubicBezTo>
                    <a:pt x="41" y="97"/>
                    <a:pt x="44" y="103"/>
                    <a:pt x="46" y="110"/>
                  </a:cubicBezTo>
                  <a:cubicBezTo>
                    <a:pt x="46" y="112"/>
                    <a:pt x="47" y="113"/>
                    <a:pt x="49" y="113"/>
                  </a:cubicBezTo>
                  <a:cubicBezTo>
                    <a:pt x="51" y="112"/>
                    <a:pt x="52" y="111"/>
                    <a:pt x="51" y="109"/>
                  </a:cubicBezTo>
                  <a:cubicBezTo>
                    <a:pt x="50" y="101"/>
                    <a:pt x="46" y="94"/>
                    <a:pt x="43" y="88"/>
                  </a:cubicBezTo>
                  <a:cubicBezTo>
                    <a:pt x="38" y="80"/>
                    <a:pt x="34" y="73"/>
                    <a:pt x="34" y="63"/>
                  </a:cubicBezTo>
                  <a:cubicBezTo>
                    <a:pt x="34" y="59"/>
                    <a:pt x="34" y="55"/>
                    <a:pt x="35" y="51"/>
                  </a:cubicBezTo>
                  <a:cubicBezTo>
                    <a:pt x="36" y="41"/>
                    <a:pt x="38" y="32"/>
                    <a:pt x="31" y="22"/>
                  </a:cubicBezTo>
                  <a:cubicBezTo>
                    <a:pt x="26" y="15"/>
                    <a:pt x="18" y="10"/>
                    <a:pt x="11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4" name="Freeform 695">
              <a:extLst>
                <a:ext uri="{FF2B5EF4-FFF2-40B4-BE49-F238E27FC236}">
                  <a16:creationId xmlns:a16="http://schemas.microsoft.com/office/drawing/2014/main" id="{FEA82FD4-9F76-4CD9-8A00-EB3617284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137"/>
              <a:ext cx="67" cy="238"/>
            </a:xfrm>
            <a:custGeom>
              <a:avLst/>
              <a:gdLst>
                <a:gd name="T0" fmla="*/ 3486 w 27"/>
                <a:gd name="T1" fmla="*/ 401 h 89"/>
                <a:gd name="T2" fmla="*/ 3300 w 27"/>
                <a:gd name="T3" fmla="*/ 1794 h 89"/>
                <a:gd name="T4" fmla="*/ 2352 w 27"/>
                <a:gd name="T5" fmla="*/ 12828 h 89"/>
                <a:gd name="T6" fmla="*/ 948 w 27"/>
                <a:gd name="T7" fmla="*/ 17898 h 89"/>
                <a:gd name="T8" fmla="*/ 457 w 27"/>
                <a:gd name="T9" fmla="*/ 24501 h 89"/>
                <a:gd name="T10" fmla="*/ 0 w 27"/>
                <a:gd name="T11" fmla="*/ 31036 h 89"/>
                <a:gd name="T12" fmla="*/ 457 w 27"/>
                <a:gd name="T13" fmla="*/ 32109 h 89"/>
                <a:gd name="T14" fmla="*/ 1405 w 27"/>
                <a:gd name="T15" fmla="*/ 31857 h 89"/>
                <a:gd name="T16" fmla="*/ 1896 w 27"/>
                <a:gd name="T17" fmla="*/ 24501 h 89"/>
                <a:gd name="T18" fmla="*/ 2352 w 27"/>
                <a:gd name="T19" fmla="*/ 18299 h 89"/>
                <a:gd name="T20" fmla="*/ 3486 w 27"/>
                <a:gd name="T21" fmla="*/ 13959 h 89"/>
                <a:gd name="T22" fmla="*/ 4434 w 27"/>
                <a:gd name="T23" fmla="*/ 671 h 89"/>
                <a:gd name="T24" fmla="*/ 3486 w 27"/>
                <a:gd name="T25" fmla="*/ 401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89">
                  <a:moveTo>
                    <a:pt x="15" y="1"/>
                  </a:moveTo>
                  <a:cubicBezTo>
                    <a:pt x="14" y="2"/>
                    <a:pt x="13" y="4"/>
                    <a:pt x="14" y="5"/>
                  </a:cubicBezTo>
                  <a:cubicBezTo>
                    <a:pt x="20" y="15"/>
                    <a:pt x="15" y="25"/>
                    <a:pt x="10" y="35"/>
                  </a:cubicBezTo>
                  <a:cubicBezTo>
                    <a:pt x="8" y="39"/>
                    <a:pt x="5" y="44"/>
                    <a:pt x="4" y="49"/>
                  </a:cubicBezTo>
                  <a:cubicBezTo>
                    <a:pt x="2" y="55"/>
                    <a:pt x="2" y="61"/>
                    <a:pt x="2" y="67"/>
                  </a:cubicBezTo>
                  <a:cubicBezTo>
                    <a:pt x="2" y="73"/>
                    <a:pt x="2" y="79"/>
                    <a:pt x="0" y="85"/>
                  </a:cubicBezTo>
                  <a:cubicBezTo>
                    <a:pt x="0" y="86"/>
                    <a:pt x="1" y="88"/>
                    <a:pt x="2" y="88"/>
                  </a:cubicBezTo>
                  <a:cubicBezTo>
                    <a:pt x="4" y="89"/>
                    <a:pt x="6" y="88"/>
                    <a:pt x="6" y="87"/>
                  </a:cubicBezTo>
                  <a:cubicBezTo>
                    <a:pt x="8" y="80"/>
                    <a:pt x="8" y="74"/>
                    <a:pt x="8" y="67"/>
                  </a:cubicBezTo>
                  <a:cubicBezTo>
                    <a:pt x="8" y="61"/>
                    <a:pt x="8" y="56"/>
                    <a:pt x="10" y="50"/>
                  </a:cubicBezTo>
                  <a:cubicBezTo>
                    <a:pt x="11" y="46"/>
                    <a:pt x="13" y="42"/>
                    <a:pt x="15" y="38"/>
                  </a:cubicBezTo>
                  <a:cubicBezTo>
                    <a:pt x="21" y="27"/>
                    <a:pt x="27" y="15"/>
                    <a:pt x="19" y="2"/>
                  </a:cubicBezTo>
                  <a:cubicBezTo>
                    <a:pt x="18" y="1"/>
                    <a:pt x="16" y="0"/>
                    <a:pt x="15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5" name="Freeform 696">
              <a:extLst>
                <a:ext uri="{FF2B5EF4-FFF2-40B4-BE49-F238E27FC236}">
                  <a16:creationId xmlns:a16="http://schemas.microsoft.com/office/drawing/2014/main" id="{6E8FC3F0-B46D-40A5-BB0D-A62BC034E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177"/>
              <a:ext cx="62" cy="368"/>
            </a:xfrm>
            <a:custGeom>
              <a:avLst/>
              <a:gdLst>
                <a:gd name="T0" fmla="*/ 2349 w 25"/>
                <a:gd name="T1" fmla="*/ 397 h 138"/>
                <a:gd name="T2" fmla="*/ 2073 w 25"/>
                <a:gd name="T3" fmla="*/ 1763 h 138"/>
                <a:gd name="T4" fmla="*/ 1587 w 25"/>
                <a:gd name="T5" fmla="*/ 19421 h 138"/>
                <a:gd name="T6" fmla="*/ 1131 w 25"/>
                <a:gd name="T7" fmla="*/ 37773 h 138"/>
                <a:gd name="T8" fmla="*/ 1895 w 25"/>
                <a:gd name="T9" fmla="*/ 48547 h 138"/>
                <a:gd name="T10" fmla="*/ 2349 w 25"/>
                <a:gd name="T11" fmla="*/ 49608 h 138"/>
                <a:gd name="T12" fmla="*/ 3296 w 25"/>
                <a:gd name="T13" fmla="*/ 48547 h 138"/>
                <a:gd name="T14" fmla="*/ 2535 w 25"/>
                <a:gd name="T15" fmla="*/ 37376 h 138"/>
                <a:gd name="T16" fmla="*/ 2805 w 25"/>
                <a:gd name="T17" fmla="*/ 20083 h 138"/>
                <a:gd name="T18" fmla="*/ 3296 w 25"/>
                <a:gd name="T19" fmla="*/ 397 h 138"/>
                <a:gd name="T20" fmla="*/ 2349 w 25"/>
                <a:gd name="T21" fmla="*/ 397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38">
                  <a:moveTo>
                    <a:pt x="10" y="1"/>
                  </a:moveTo>
                  <a:cubicBezTo>
                    <a:pt x="9" y="1"/>
                    <a:pt x="8" y="3"/>
                    <a:pt x="9" y="5"/>
                  </a:cubicBezTo>
                  <a:cubicBezTo>
                    <a:pt x="19" y="19"/>
                    <a:pt x="12" y="40"/>
                    <a:pt x="7" y="54"/>
                  </a:cubicBezTo>
                  <a:cubicBezTo>
                    <a:pt x="0" y="71"/>
                    <a:pt x="2" y="88"/>
                    <a:pt x="5" y="105"/>
                  </a:cubicBezTo>
                  <a:cubicBezTo>
                    <a:pt x="6" y="115"/>
                    <a:pt x="8" y="125"/>
                    <a:pt x="8" y="135"/>
                  </a:cubicBezTo>
                  <a:cubicBezTo>
                    <a:pt x="7" y="137"/>
                    <a:pt x="9" y="138"/>
                    <a:pt x="10" y="138"/>
                  </a:cubicBezTo>
                  <a:cubicBezTo>
                    <a:pt x="12" y="138"/>
                    <a:pt x="13" y="137"/>
                    <a:pt x="14" y="135"/>
                  </a:cubicBezTo>
                  <a:cubicBezTo>
                    <a:pt x="14" y="125"/>
                    <a:pt x="12" y="114"/>
                    <a:pt x="11" y="104"/>
                  </a:cubicBezTo>
                  <a:cubicBezTo>
                    <a:pt x="8" y="87"/>
                    <a:pt x="6" y="72"/>
                    <a:pt x="12" y="56"/>
                  </a:cubicBezTo>
                  <a:cubicBezTo>
                    <a:pt x="18" y="41"/>
                    <a:pt x="25" y="18"/>
                    <a:pt x="14" y="1"/>
                  </a:cubicBezTo>
                  <a:cubicBezTo>
                    <a:pt x="13" y="0"/>
                    <a:pt x="12" y="0"/>
                    <a:pt x="10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6" name="Freeform 697">
              <a:extLst>
                <a:ext uri="{FF2B5EF4-FFF2-40B4-BE49-F238E27FC236}">
                  <a16:creationId xmlns:a16="http://schemas.microsoft.com/office/drawing/2014/main" id="{0FE2BBBE-90D6-494C-BCC2-14AB9F8A5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212"/>
              <a:ext cx="62" cy="232"/>
            </a:xfrm>
            <a:custGeom>
              <a:avLst/>
              <a:gdLst>
                <a:gd name="T0" fmla="*/ 3752 w 25"/>
                <a:gd name="T1" fmla="*/ 397 h 87"/>
                <a:gd name="T2" fmla="*/ 3296 w 25"/>
                <a:gd name="T3" fmla="*/ 1459 h 87"/>
                <a:gd name="T4" fmla="*/ 2073 w 25"/>
                <a:gd name="T5" fmla="*/ 16179 h 87"/>
                <a:gd name="T6" fmla="*/ 456 w 25"/>
                <a:gd name="T7" fmla="*/ 30187 h 87"/>
                <a:gd name="T8" fmla="*/ 1401 w 25"/>
                <a:gd name="T9" fmla="*/ 30891 h 87"/>
                <a:gd name="T10" fmla="*/ 1895 w 25"/>
                <a:gd name="T11" fmla="*/ 29789 h 87"/>
                <a:gd name="T12" fmla="*/ 3474 w 25"/>
                <a:gd name="T13" fmla="*/ 16840 h 87"/>
                <a:gd name="T14" fmla="*/ 4700 w 25"/>
                <a:gd name="T15" fmla="*/ 661 h 87"/>
                <a:gd name="T16" fmla="*/ 3752 w 25"/>
                <a:gd name="T17" fmla="*/ 397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87">
                  <a:moveTo>
                    <a:pt x="16" y="1"/>
                  </a:moveTo>
                  <a:cubicBezTo>
                    <a:pt x="15" y="1"/>
                    <a:pt x="14" y="3"/>
                    <a:pt x="14" y="4"/>
                  </a:cubicBezTo>
                  <a:cubicBezTo>
                    <a:pt x="19" y="18"/>
                    <a:pt x="14" y="31"/>
                    <a:pt x="9" y="45"/>
                  </a:cubicBezTo>
                  <a:cubicBezTo>
                    <a:pt x="5" y="57"/>
                    <a:pt x="0" y="70"/>
                    <a:pt x="2" y="84"/>
                  </a:cubicBezTo>
                  <a:cubicBezTo>
                    <a:pt x="2" y="86"/>
                    <a:pt x="4" y="87"/>
                    <a:pt x="6" y="86"/>
                  </a:cubicBezTo>
                  <a:cubicBezTo>
                    <a:pt x="7" y="86"/>
                    <a:pt x="8" y="85"/>
                    <a:pt x="8" y="83"/>
                  </a:cubicBezTo>
                  <a:cubicBezTo>
                    <a:pt x="6" y="71"/>
                    <a:pt x="10" y="59"/>
                    <a:pt x="15" y="47"/>
                  </a:cubicBezTo>
                  <a:cubicBezTo>
                    <a:pt x="20" y="32"/>
                    <a:pt x="25" y="18"/>
                    <a:pt x="20" y="2"/>
                  </a:cubicBezTo>
                  <a:cubicBezTo>
                    <a:pt x="20" y="1"/>
                    <a:pt x="18" y="0"/>
                    <a:pt x="16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7" name="Freeform 698">
              <a:extLst>
                <a:ext uri="{FF2B5EF4-FFF2-40B4-BE49-F238E27FC236}">
                  <a16:creationId xmlns:a16="http://schemas.microsoft.com/office/drawing/2014/main" id="{7E5ED75F-749B-45ED-AC93-D25A22139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188"/>
              <a:ext cx="90" cy="299"/>
            </a:xfrm>
            <a:custGeom>
              <a:avLst/>
              <a:gdLst>
                <a:gd name="T0" fmla="*/ 7625 w 36"/>
                <a:gd name="T1" fmla="*/ 0 h 112"/>
                <a:gd name="T2" fmla="*/ 7158 w 36"/>
                <a:gd name="T3" fmla="*/ 1068 h 112"/>
                <a:gd name="T4" fmla="*/ 4425 w 36"/>
                <a:gd name="T5" fmla="*/ 10863 h 112"/>
                <a:gd name="T6" fmla="*/ 1958 w 36"/>
                <a:gd name="T7" fmla="*/ 16968 h 112"/>
                <a:gd name="T8" fmla="*/ 3908 w 36"/>
                <a:gd name="T9" fmla="*/ 39882 h 112"/>
                <a:gd name="T10" fmla="*/ 4895 w 36"/>
                <a:gd name="T11" fmla="*/ 40125 h 112"/>
                <a:gd name="T12" fmla="*/ 5208 w 36"/>
                <a:gd name="T13" fmla="*/ 38814 h 112"/>
                <a:gd name="T14" fmla="*/ 3250 w 36"/>
                <a:gd name="T15" fmla="*/ 17766 h 112"/>
                <a:gd name="T16" fmla="*/ 5675 w 36"/>
                <a:gd name="T17" fmla="*/ 11931 h 112"/>
                <a:gd name="T18" fmla="*/ 8333 w 36"/>
                <a:gd name="T19" fmla="*/ 1068 h 112"/>
                <a:gd name="T20" fmla="*/ 7625 w 36"/>
                <a:gd name="T21" fmla="*/ 0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112">
                  <a:moveTo>
                    <a:pt x="31" y="0"/>
                  </a:moveTo>
                  <a:cubicBezTo>
                    <a:pt x="30" y="0"/>
                    <a:pt x="28" y="2"/>
                    <a:pt x="29" y="3"/>
                  </a:cubicBezTo>
                  <a:cubicBezTo>
                    <a:pt x="29" y="13"/>
                    <a:pt x="24" y="21"/>
                    <a:pt x="18" y="30"/>
                  </a:cubicBezTo>
                  <a:cubicBezTo>
                    <a:pt x="14" y="35"/>
                    <a:pt x="10" y="41"/>
                    <a:pt x="8" y="47"/>
                  </a:cubicBezTo>
                  <a:cubicBezTo>
                    <a:pt x="0" y="69"/>
                    <a:pt x="3" y="92"/>
                    <a:pt x="16" y="110"/>
                  </a:cubicBezTo>
                  <a:cubicBezTo>
                    <a:pt x="17" y="111"/>
                    <a:pt x="19" y="112"/>
                    <a:pt x="20" y="111"/>
                  </a:cubicBezTo>
                  <a:cubicBezTo>
                    <a:pt x="21" y="110"/>
                    <a:pt x="22" y="108"/>
                    <a:pt x="21" y="107"/>
                  </a:cubicBezTo>
                  <a:cubicBezTo>
                    <a:pt x="9" y="90"/>
                    <a:pt x="6" y="69"/>
                    <a:pt x="13" y="49"/>
                  </a:cubicBezTo>
                  <a:cubicBezTo>
                    <a:pt x="15" y="44"/>
                    <a:pt x="19" y="39"/>
                    <a:pt x="23" y="33"/>
                  </a:cubicBezTo>
                  <a:cubicBezTo>
                    <a:pt x="29" y="24"/>
                    <a:pt x="36" y="15"/>
                    <a:pt x="34" y="3"/>
                  </a:cubicBezTo>
                  <a:cubicBezTo>
                    <a:pt x="34" y="1"/>
                    <a:pt x="33" y="0"/>
                    <a:pt x="3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8" name="Freeform 699">
              <a:extLst>
                <a:ext uri="{FF2B5EF4-FFF2-40B4-BE49-F238E27FC236}">
                  <a16:creationId xmlns:a16="http://schemas.microsoft.com/office/drawing/2014/main" id="{D7621FF5-AC09-499B-86B1-404826707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260"/>
              <a:ext cx="25" cy="77"/>
            </a:xfrm>
            <a:custGeom>
              <a:avLst/>
              <a:gdLst>
                <a:gd name="T0" fmla="*/ 988 w 10"/>
                <a:gd name="T1" fmla="*/ 0 h 29"/>
                <a:gd name="T2" fmla="*/ 783 w 10"/>
                <a:gd name="T3" fmla="*/ 3574 h 29"/>
                <a:gd name="T4" fmla="*/ 0 w 10"/>
                <a:gd name="T5" fmla="*/ 8706 h 29"/>
                <a:gd name="T6" fmla="*/ 520 w 10"/>
                <a:gd name="T7" fmla="*/ 9737 h 29"/>
                <a:gd name="T8" fmla="*/ 1488 w 10"/>
                <a:gd name="T9" fmla="*/ 9094 h 29"/>
                <a:gd name="T10" fmla="*/ 2270 w 10"/>
                <a:gd name="T11" fmla="*/ 3821 h 29"/>
                <a:gd name="T12" fmla="*/ 2470 w 10"/>
                <a:gd name="T13" fmla="*/ 0 h 29"/>
                <a:gd name="T14" fmla="*/ 988 w 10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29">
                  <a:moveTo>
                    <a:pt x="4" y="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2" y="15"/>
                    <a:pt x="1" y="20"/>
                    <a:pt x="0" y="25"/>
                  </a:cubicBezTo>
                  <a:cubicBezTo>
                    <a:pt x="0" y="26"/>
                    <a:pt x="1" y="28"/>
                    <a:pt x="2" y="28"/>
                  </a:cubicBezTo>
                  <a:cubicBezTo>
                    <a:pt x="4" y="29"/>
                    <a:pt x="6" y="28"/>
                    <a:pt x="6" y="26"/>
                  </a:cubicBezTo>
                  <a:cubicBezTo>
                    <a:pt x="7" y="21"/>
                    <a:pt x="8" y="16"/>
                    <a:pt x="9" y="1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9" name="Freeform 700">
              <a:extLst>
                <a:ext uri="{FF2B5EF4-FFF2-40B4-BE49-F238E27FC236}">
                  <a16:creationId xmlns:a16="http://schemas.microsoft.com/office/drawing/2014/main" id="{33115CCD-7759-49D9-BA1C-7842121AA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097"/>
              <a:ext cx="102" cy="134"/>
            </a:xfrm>
            <a:custGeom>
              <a:avLst/>
              <a:gdLst>
                <a:gd name="T0" fmla="*/ 9036 w 41"/>
                <a:gd name="T1" fmla="*/ 14091 h 50"/>
                <a:gd name="T2" fmla="*/ 5433 w 41"/>
                <a:gd name="T3" fmla="*/ 4425 h 50"/>
                <a:gd name="T4" fmla="*/ 3324 w 41"/>
                <a:gd name="T5" fmla="*/ 2637 h 50"/>
                <a:gd name="T6" fmla="*/ 1157 w 41"/>
                <a:gd name="T7" fmla="*/ 402 h 50"/>
                <a:gd name="T8" fmla="*/ 953 w 41"/>
                <a:gd name="T9" fmla="*/ 0 h 50"/>
                <a:gd name="T10" fmla="*/ 0 w 41"/>
                <a:gd name="T11" fmla="*/ 1077 h 50"/>
                <a:gd name="T12" fmla="*/ 0 w 41"/>
                <a:gd name="T13" fmla="*/ 1501 h 50"/>
                <a:gd name="T14" fmla="*/ 2878 w 41"/>
                <a:gd name="T15" fmla="*/ 4848 h 50"/>
                <a:gd name="T16" fmla="*/ 4481 w 41"/>
                <a:gd name="T17" fmla="*/ 6349 h 50"/>
                <a:gd name="T18" fmla="*/ 7618 w 41"/>
                <a:gd name="T19" fmla="*/ 14802 h 50"/>
                <a:gd name="T20" fmla="*/ 8083 w 41"/>
                <a:gd name="T21" fmla="*/ 17439 h 50"/>
                <a:gd name="T22" fmla="*/ 9036 w 41"/>
                <a:gd name="T23" fmla="*/ 18114 h 50"/>
                <a:gd name="T24" fmla="*/ 9531 w 41"/>
                <a:gd name="T25" fmla="*/ 16707 h 50"/>
                <a:gd name="T26" fmla="*/ 9036 w 41"/>
                <a:gd name="T27" fmla="*/ 14091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50">
                  <a:moveTo>
                    <a:pt x="38" y="38"/>
                  </a:moveTo>
                  <a:cubicBezTo>
                    <a:pt x="35" y="28"/>
                    <a:pt x="31" y="19"/>
                    <a:pt x="23" y="12"/>
                  </a:cubicBezTo>
                  <a:cubicBezTo>
                    <a:pt x="20" y="10"/>
                    <a:pt x="17" y="8"/>
                    <a:pt x="14" y="7"/>
                  </a:cubicBezTo>
                  <a:cubicBezTo>
                    <a:pt x="11" y="5"/>
                    <a:pt x="7" y="4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3" y="9"/>
                    <a:pt x="8" y="11"/>
                    <a:pt x="12" y="13"/>
                  </a:cubicBezTo>
                  <a:cubicBezTo>
                    <a:pt x="15" y="14"/>
                    <a:pt x="17" y="15"/>
                    <a:pt x="19" y="17"/>
                  </a:cubicBezTo>
                  <a:cubicBezTo>
                    <a:pt x="26" y="22"/>
                    <a:pt x="29" y="31"/>
                    <a:pt x="32" y="40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5" y="49"/>
                    <a:pt x="37" y="50"/>
                    <a:pt x="38" y="49"/>
                  </a:cubicBezTo>
                  <a:cubicBezTo>
                    <a:pt x="40" y="49"/>
                    <a:pt x="41" y="47"/>
                    <a:pt x="40" y="45"/>
                  </a:cubicBezTo>
                  <a:lnTo>
                    <a:pt x="38" y="3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0" name="Freeform 701">
              <a:extLst>
                <a:ext uri="{FF2B5EF4-FFF2-40B4-BE49-F238E27FC236}">
                  <a16:creationId xmlns:a16="http://schemas.microsoft.com/office/drawing/2014/main" id="{6F8F823C-846C-4C20-800D-B22BCD7B7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956"/>
              <a:ext cx="210" cy="205"/>
            </a:xfrm>
            <a:custGeom>
              <a:avLst/>
              <a:gdLst>
                <a:gd name="T0" fmla="*/ 520 w 84"/>
                <a:gd name="T1" fmla="*/ 397 h 77"/>
                <a:gd name="T2" fmla="*/ 313 w 84"/>
                <a:gd name="T3" fmla="*/ 1757 h 77"/>
                <a:gd name="T4" fmla="*/ 7813 w 84"/>
                <a:gd name="T5" fmla="*/ 10037 h 77"/>
                <a:gd name="T6" fmla="*/ 11533 w 84"/>
                <a:gd name="T7" fmla="*/ 12872 h 77"/>
                <a:gd name="T8" fmla="*/ 19063 w 84"/>
                <a:gd name="T9" fmla="*/ 26722 h 77"/>
                <a:gd name="T10" fmla="*/ 20050 w 84"/>
                <a:gd name="T11" fmla="*/ 27438 h 77"/>
                <a:gd name="T12" fmla="*/ 20520 w 84"/>
                <a:gd name="T13" fmla="*/ 25929 h 77"/>
                <a:gd name="T14" fmla="*/ 12500 w 84"/>
                <a:gd name="T15" fmla="*/ 11094 h 77"/>
                <a:gd name="T16" fmla="*/ 8595 w 84"/>
                <a:gd name="T17" fmla="*/ 7889 h 77"/>
                <a:gd name="T18" fmla="*/ 1488 w 84"/>
                <a:gd name="T19" fmla="*/ 660 h 77"/>
                <a:gd name="T20" fmla="*/ 520 w 84"/>
                <a:gd name="T21" fmla="*/ 397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77">
                  <a:moveTo>
                    <a:pt x="2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7" y="16"/>
                    <a:pt x="20" y="22"/>
                    <a:pt x="32" y="28"/>
                  </a:cubicBezTo>
                  <a:cubicBezTo>
                    <a:pt x="38" y="31"/>
                    <a:pt x="43" y="33"/>
                    <a:pt x="47" y="36"/>
                  </a:cubicBezTo>
                  <a:cubicBezTo>
                    <a:pt x="61" y="46"/>
                    <a:pt x="75" y="56"/>
                    <a:pt x="78" y="75"/>
                  </a:cubicBezTo>
                  <a:cubicBezTo>
                    <a:pt x="79" y="76"/>
                    <a:pt x="80" y="77"/>
                    <a:pt x="82" y="77"/>
                  </a:cubicBezTo>
                  <a:cubicBezTo>
                    <a:pt x="83" y="77"/>
                    <a:pt x="84" y="75"/>
                    <a:pt x="84" y="73"/>
                  </a:cubicBezTo>
                  <a:cubicBezTo>
                    <a:pt x="80" y="53"/>
                    <a:pt x="66" y="42"/>
                    <a:pt x="51" y="31"/>
                  </a:cubicBezTo>
                  <a:cubicBezTo>
                    <a:pt x="46" y="28"/>
                    <a:pt x="40" y="25"/>
                    <a:pt x="35" y="22"/>
                  </a:cubicBezTo>
                  <a:cubicBezTo>
                    <a:pt x="23" y="17"/>
                    <a:pt x="11" y="11"/>
                    <a:pt x="6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1" name="Freeform 702">
              <a:extLst>
                <a:ext uri="{FF2B5EF4-FFF2-40B4-BE49-F238E27FC236}">
                  <a16:creationId xmlns:a16="http://schemas.microsoft.com/office/drawing/2014/main" id="{0AF0B31F-D2F5-42DC-BF88-CA0F14B0B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583"/>
              <a:ext cx="283" cy="53"/>
            </a:xfrm>
            <a:custGeom>
              <a:avLst/>
              <a:gdLst>
                <a:gd name="T0" fmla="*/ 521 w 113"/>
                <a:gd name="T1" fmla="*/ 392 h 20"/>
                <a:gd name="T2" fmla="*/ 313 w 113"/>
                <a:gd name="T3" fmla="*/ 1677 h 20"/>
                <a:gd name="T4" fmla="*/ 9647 w 113"/>
                <a:gd name="T5" fmla="*/ 3554 h 20"/>
                <a:gd name="T6" fmla="*/ 12312 w 113"/>
                <a:gd name="T7" fmla="*/ 2753 h 20"/>
                <a:gd name="T8" fmla="*/ 22147 w 113"/>
                <a:gd name="T9" fmla="*/ 4839 h 20"/>
                <a:gd name="T10" fmla="*/ 27115 w 113"/>
                <a:gd name="T11" fmla="*/ 6903 h 20"/>
                <a:gd name="T12" fmla="*/ 27899 w 113"/>
                <a:gd name="T13" fmla="*/ 5864 h 20"/>
                <a:gd name="T14" fmla="*/ 27378 w 113"/>
                <a:gd name="T15" fmla="*/ 4839 h 20"/>
                <a:gd name="T16" fmla="*/ 22460 w 113"/>
                <a:gd name="T17" fmla="*/ 3167 h 20"/>
                <a:gd name="T18" fmla="*/ 12312 w 113"/>
                <a:gd name="T19" fmla="*/ 633 h 20"/>
                <a:gd name="T20" fmla="*/ 9364 w 113"/>
                <a:gd name="T21" fmla="*/ 1677 h 20"/>
                <a:gd name="T22" fmla="*/ 1493 w 113"/>
                <a:gd name="T23" fmla="*/ 392 h 20"/>
                <a:gd name="T24" fmla="*/ 521 w 113"/>
                <a:gd name="T25" fmla="*/ 392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3" h="20">
                  <a:moveTo>
                    <a:pt x="2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1" y="17"/>
                    <a:pt x="27" y="14"/>
                    <a:pt x="39" y="10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63" y="7"/>
                    <a:pt x="76" y="11"/>
                    <a:pt x="90" y="14"/>
                  </a:cubicBezTo>
                  <a:cubicBezTo>
                    <a:pt x="96" y="16"/>
                    <a:pt x="103" y="18"/>
                    <a:pt x="110" y="20"/>
                  </a:cubicBezTo>
                  <a:cubicBezTo>
                    <a:pt x="111" y="20"/>
                    <a:pt x="113" y="19"/>
                    <a:pt x="113" y="17"/>
                  </a:cubicBezTo>
                  <a:cubicBezTo>
                    <a:pt x="113" y="16"/>
                    <a:pt x="112" y="14"/>
                    <a:pt x="111" y="14"/>
                  </a:cubicBezTo>
                  <a:cubicBezTo>
                    <a:pt x="104" y="13"/>
                    <a:pt x="98" y="11"/>
                    <a:pt x="91" y="9"/>
                  </a:cubicBezTo>
                  <a:cubicBezTo>
                    <a:pt x="77" y="5"/>
                    <a:pt x="63" y="1"/>
                    <a:pt x="50" y="2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26" y="8"/>
                    <a:pt x="14" y="1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2" name="Freeform 703">
              <a:extLst>
                <a:ext uri="{FF2B5EF4-FFF2-40B4-BE49-F238E27FC236}">
                  <a16:creationId xmlns:a16="http://schemas.microsoft.com/office/drawing/2014/main" id="{5219DA8E-D1C9-40B6-87DC-C8A1224B8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1415"/>
              <a:ext cx="135" cy="32"/>
            </a:xfrm>
            <a:custGeom>
              <a:avLst/>
              <a:gdLst>
                <a:gd name="T0" fmla="*/ 12500 w 54"/>
                <a:gd name="T1" fmla="*/ 1059 h 12"/>
                <a:gd name="T2" fmla="*/ 9583 w 54"/>
                <a:gd name="T3" fmla="*/ 661 h 12"/>
                <a:gd name="T4" fmla="*/ 6175 w 54"/>
                <a:gd name="T5" fmla="*/ 397 h 12"/>
                <a:gd name="T6" fmla="*/ 3438 w 54"/>
                <a:gd name="T7" fmla="*/ 1059 h 12"/>
                <a:gd name="T8" fmla="*/ 313 w 54"/>
                <a:gd name="T9" fmla="*/ 2184 h 12"/>
                <a:gd name="T10" fmla="*/ 0 w 54"/>
                <a:gd name="T11" fmla="*/ 2184 h 12"/>
                <a:gd name="T12" fmla="*/ 313 w 54"/>
                <a:gd name="T13" fmla="*/ 4301 h 12"/>
                <a:gd name="T14" fmla="*/ 3908 w 54"/>
                <a:gd name="T15" fmla="*/ 3243 h 12"/>
                <a:gd name="T16" fmla="*/ 6175 w 54"/>
                <a:gd name="T17" fmla="*/ 2581 h 12"/>
                <a:gd name="T18" fmla="*/ 9300 w 54"/>
                <a:gd name="T19" fmla="*/ 2824 h 12"/>
                <a:gd name="T20" fmla="*/ 12500 w 54"/>
                <a:gd name="T21" fmla="*/ 3243 h 12"/>
                <a:gd name="T22" fmla="*/ 13208 w 54"/>
                <a:gd name="T23" fmla="*/ 2184 h 12"/>
                <a:gd name="T24" fmla="*/ 12500 w 54"/>
                <a:gd name="T25" fmla="*/ 1059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12">
                  <a:moveTo>
                    <a:pt x="51" y="3"/>
                  </a:moveTo>
                  <a:cubicBezTo>
                    <a:pt x="47" y="3"/>
                    <a:pt x="43" y="3"/>
                    <a:pt x="39" y="2"/>
                  </a:cubicBezTo>
                  <a:cubicBezTo>
                    <a:pt x="35" y="1"/>
                    <a:pt x="30" y="0"/>
                    <a:pt x="25" y="1"/>
                  </a:cubicBezTo>
                  <a:cubicBezTo>
                    <a:pt x="21" y="1"/>
                    <a:pt x="17" y="2"/>
                    <a:pt x="14" y="3"/>
                  </a:cubicBezTo>
                  <a:cubicBezTo>
                    <a:pt x="10" y="5"/>
                    <a:pt x="6" y="6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8"/>
                    <a:pt x="1" y="10"/>
                    <a:pt x="1" y="12"/>
                  </a:cubicBezTo>
                  <a:cubicBezTo>
                    <a:pt x="7" y="12"/>
                    <a:pt x="11" y="11"/>
                    <a:pt x="16" y="9"/>
                  </a:cubicBezTo>
                  <a:cubicBezTo>
                    <a:pt x="19" y="8"/>
                    <a:pt x="22" y="7"/>
                    <a:pt x="25" y="7"/>
                  </a:cubicBezTo>
                  <a:cubicBezTo>
                    <a:pt x="30" y="6"/>
                    <a:pt x="34" y="7"/>
                    <a:pt x="38" y="8"/>
                  </a:cubicBezTo>
                  <a:cubicBezTo>
                    <a:pt x="42" y="9"/>
                    <a:pt x="46" y="9"/>
                    <a:pt x="51" y="9"/>
                  </a:cubicBezTo>
                  <a:cubicBezTo>
                    <a:pt x="52" y="9"/>
                    <a:pt x="54" y="8"/>
                    <a:pt x="54" y="6"/>
                  </a:cubicBezTo>
                  <a:cubicBezTo>
                    <a:pt x="54" y="5"/>
                    <a:pt x="52" y="3"/>
                    <a:pt x="51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3" name="Freeform 704">
              <a:extLst>
                <a:ext uri="{FF2B5EF4-FFF2-40B4-BE49-F238E27FC236}">
                  <a16:creationId xmlns:a16="http://schemas.microsoft.com/office/drawing/2014/main" id="{AA09ABE6-9147-40AB-A8AC-C6C02CE5B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1745"/>
              <a:ext cx="210" cy="200"/>
            </a:xfrm>
            <a:custGeom>
              <a:avLst/>
              <a:gdLst>
                <a:gd name="T0" fmla="*/ 783 w 84"/>
                <a:gd name="T1" fmla="*/ 397 h 75"/>
                <a:gd name="T2" fmla="*/ 313 w 84"/>
                <a:gd name="T3" fmla="*/ 1763 h 75"/>
                <a:gd name="T4" fmla="*/ 7625 w 84"/>
                <a:gd name="T5" fmla="*/ 12536 h 75"/>
                <a:gd name="T6" fmla="*/ 10083 w 84"/>
                <a:gd name="T7" fmla="*/ 14413 h 75"/>
                <a:gd name="T8" fmla="*/ 19063 w 84"/>
                <a:gd name="T9" fmla="*/ 25885 h 75"/>
                <a:gd name="T10" fmla="*/ 19845 w 84"/>
                <a:gd name="T11" fmla="*/ 26944 h 75"/>
                <a:gd name="T12" fmla="*/ 20520 w 84"/>
                <a:gd name="T13" fmla="*/ 25485 h 75"/>
                <a:gd name="T14" fmla="*/ 10750 w 84"/>
                <a:gd name="T15" fmla="*/ 12536 h 75"/>
                <a:gd name="T16" fmla="*/ 8333 w 84"/>
                <a:gd name="T17" fmla="*/ 10376 h 75"/>
                <a:gd name="T18" fmla="*/ 1488 w 84"/>
                <a:gd name="T19" fmla="*/ 1059 h 75"/>
                <a:gd name="T20" fmla="*/ 783 w 84"/>
                <a:gd name="T21" fmla="*/ 397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75">
                  <a:moveTo>
                    <a:pt x="3" y="1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6" y="22"/>
                    <a:pt x="18" y="28"/>
                    <a:pt x="31" y="35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50" y="45"/>
                    <a:pt x="76" y="60"/>
                    <a:pt x="78" y="72"/>
                  </a:cubicBezTo>
                  <a:cubicBezTo>
                    <a:pt x="78" y="74"/>
                    <a:pt x="80" y="75"/>
                    <a:pt x="81" y="75"/>
                  </a:cubicBezTo>
                  <a:cubicBezTo>
                    <a:pt x="83" y="74"/>
                    <a:pt x="84" y="73"/>
                    <a:pt x="84" y="71"/>
                  </a:cubicBezTo>
                  <a:cubicBezTo>
                    <a:pt x="81" y="58"/>
                    <a:pt x="62" y="45"/>
                    <a:pt x="44" y="35"/>
                  </a:cubicBezTo>
                  <a:cubicBezTo>
                    <a:pt x="44" y="35"/>
                    <a:pt x="34" y="29"/>
                    <a:pt x="34" y="29"/>
                  </a:cubicBezTo>
                  <a:cubicBezTo>
                    <a:pt x="21" y="23"/>
                    <a:pt x="11" y="18"/>
                    <a:pt x="6" y="3"/>
                  </a:cubicBezTo>
                  <a:cubicBezTo>
                    <a:pt x="6" y="1"/>
                    <a:pt x="4" y="0"/>
                    <a:pt x="3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4" name="Freeform 705">
              <a:extLst>
                <a:ext uri="{FF2B5EF4-FFF2-40B4-BE49-F238E27FC236}">
                  <a16:creationId xmlns:a16="http://schemas.microsoft.com/office/drawing/2014/main" id="{7092970B-8332-4F38-9926-9B6773B15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1905"/>
              <a:ext cx="158" cy="171"/>
            </a:xfrm>
            <a:custGeom>
              <a:avLst/>
              <a:gdLst>
                <a:gd name="T0" fmla="*/ 522 w 63"/>
                <a:gd name="T1" fmla="*/ 401 h 64"/>
                <a:gd name="T2" fmla="*/ 0 w 63"/>
                <a:gd name="T3" fmla="*/ 1470 h 64"/>
                <a:gd name="T4" fmla="*/ 8234 w 63"/>
                <a:gd name="T5" fmla="*/ 13108 h 64"/>
                <a:gd name="T6" fmla="*/ 8738 w 63"/>
                <a:gd name="T7" fmla="*/ 13506 h 64"/>
                <a:gd name="T8" fmla="*/ 14195 w 63"/>
                <a:gd name="T9" fmla="*/ 22623 h 64"/>
                <a:gd name="T10" fmla="*/ 15191 w 63"/>
                <a:gd name="T11" fmla="*/ 23288 h 64"/>
                <a:gd name="T12" fmla="*/ 15662 w 63"/>
                <a:gd name="T13" fmla="*/ 21824 h 64"/>
                <a:gd name="T14" fmla="*/ 9415 w 63"/>
                <a:gd name="T15" fmla="*/ 11307 h 64"/>
                <a:gd name="T16" fmla="*/ 8943 w 63"/>
                <a:gd name="T17" fmla="*/ 11307 h 64"/>
                <a:gd name="T18" fmla="*/ 1497 w 63"/>
                <a:gd name="T19" fmla="*/ 1071 h 64"/>
                <a:gd name="T20" fmla="*/ 522 w 63"/>
                <a:gd name="T21" fmla="*/ 401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64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" y="20"/>
                    <a:pt x="21" y="29"/>
                    <a:pt x="33" y="36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50" y="45"/>
                    <a:pt x="54" y="47"/>
                    <a:pt x="57" y="62"/>
                  </a:cubicBezTo>
                  <a:cubicBezTo>
                    <a:pt x="58" y="63"/>
                    <a:pt x="59" y="64"/>
                    <a:pt x="61" y="64"/>
                  </a:cubicBezTo>
                  <a:cubicBezTo>
                    <a:pt x="62" y="64"/>
                    <a:pt x="63" y="62"/>
                    <a:pt x="63" y="60"/>
                  </a:cubicBezTo>
                  <a:cubicBezTo>
                    <a:pt x="59" y="43"/>
                    <a:pt x="53" y="40"/>
                    <a:pt x="38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25" y="25"/>
                    <a:pt x="8" y="16"/>
                    <a:pt x="6" y="3"/>
                  </a:cubicBezTo>
                  <a:cubicBezTo>
                    <a:pt x="6" y="2"/>
                    <a:pt x="4" y="0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5" name="Freeform 706">
              <a:extLst>
                <a:ext uri="{FF2B5EF4-FFF2-40B4-BE49-F238E27FC236}">
                  <a16:creationId xmlns:a16="http://schemas.microsoft.com/office/drawing/2014/main" id="{B9A8C0FE-C8A2-4301-A151-570ACDD89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153"/>
              <a:ext cx="90" cy="208"/>
            </a:xfrm>
            <a:custGeom>
              <a:avLst/>
              <a:gdLst>
                <a:gd name="T0" fmla="*/ 520 w 36"/>
                <a:gd name="T1" fmla="*/ 7531 h 78"/>
                <a:gd name="T2" fmla="*/ 2738 w 36"/>
                <a:gd name="T3" fmla="*/ 18355 h 78"/>
                <a:gd name="T4" fmla="*/ 4425 w 36"/>
                <a:gd name="T5" fmla="*/ 21184 h 78"/>
                <a:gd name="T6" fmla="*/ 7345 w 36"/>
                <a:gd name="T7" fmla="*/ 27363 h 78"/>
                <a:gd name="T8" fmla="*/ 7625 w 36"/>
                <a:gd name="T9" fmla="*/ 28067 h 78"/>
                <a:gd name="T10" fmla="*/ 8800 w 36"/>
                <a:gd name="T11" fmla="*/ 26944 h 78"/>
                <a:gd name="T12" fmla="*/ 8800 w 36"/>
                <a:gd name="T13" fmla="*/ 26547 h 78"/>
                <a:gd name="T14" fmla="*/ 5395 w 36"/>
                <a:gd name="T15" fmla="*/ 19819 h 78"/>
                <a:gd name="T16" fmla="*/ 3908 w 36"/>
                <a:gd name="T17" fmla="*/ 17237 h 78"/>
                <a:gd name="T18" fmla="*/ 1958 w 36"/>
                <a:gd name="T19" fmla="*/ 7531 h 78"/>
                <a:gd name="T20" fmla="*/ 1488 w 36"/>
                <a:gd name="T21" fmla="*/ 661 h 78"/>
                <a:gd name="T22" fmla="*/ 783 w 36"/>
                <a:gd name="T23" fmla="*/ 0 h 78"/>
                <a:gd name="T24" fmla="*/ 313 w 36"/>
                <a:gd name="T25" fmla="*/ 1459 h 78"/>
                <a:gd name="T26" fmla="*/ 520 w 36"/>
                <a:gd name="T27" fmla="*/ 7531 h 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78">
                  <a:moveTo>
                    <a:pt x="2" y="21"/>
                  </a:moveTo>
                  <a:cubicBezTo>
                    <a:pt x="3" y="31"/>
                    <a:pt x="3" y="41"/>
                    <a:pt x="11" y="5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23" y="64"/>
                    <a:pt x="27" y="69"/>
                    <a:pt x="30" y="76"/>
                  </a:cubicBezTo>
                  <a:cubicBezTo>
                    <a:pt x="30" y="77"/>
                    <a:pt x="31" y="77"/>
                    <a:pt x="31" y="78"/>
                  </a:cubicBezTo>
                  <a:cubicBezTo>
                    <a:pt x="33" y="77"/>
                    <a:pt x="34" y="76"/>
                    <a:pt x="36" y="75"/>
                  </a:cubicBezTo>
                  <a:cubicBezTo>
                    <a:pt x="36" y="75"/>
                    <a:pt x="36" y="74"/>
                    <a:pt x="36" y="74"/>
                  </a:cubicBezTo>
                  <a:cubicBezTo>
                    <a:pt x="32" y="66"/>
                    <a:pt x="27" y="60"/>
                    <a:pt x="22" y="55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9" y="39"/>
                    <a:pt x="9" y="30"/>
                    <a:pt x="8" y="21"/>
                  </a:cubicBezTo>
                  <a:cubicBezTo>
                    <a:pt x="8" y="15"/>
                    <a:pt x="8" y="9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2" y="10"/>
                    <a:pt x="2" y="15"/>
                    <a:pt x="2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6" name="Freeform 707">
              <a:extLst>
                <a:ext uri="{FF2B5EF4-FFF2-40B4-BE49-F238E27FC236}">
                  <a16:creationId xmlns:a16="http://schemas.microsoft.com/office/drawing/2014/main" id="{058DD438-68B0-45A5-A2D1-2366CFC98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153"/>
              <a:ext cx="110" cy="238"/>
            </a:xfrm>
            <a:custGeom>
              <a:avLst/>
              <a:gdLst>
                <a:gd name="T0" fmla="*/ 520 w 44"/>
                <a:gd name="T1" fmla="*/ 0 h 89"/>
                <a:gd name="T2" fmla="*/ 0 w 44"/>
                <a:gd name="T3" fmla="*/ 1495 h 89"/>
                <a:gd name="T4" fmla="*/ 3250 w 44"/>
                <a:gd name="T5" fmla="*/ 10290 h 89"/>
                <a:gd name="T6" fmla="*/ 9300 w 44"/>
                <a:gd name="T7" fmla="*/ 31459 h 89"/>
                <a:gd name="T8" fmla="*/ 10083 w 44"/>
                <a:gd name="T9" fmla="*/ 32531 h 89"/>
                <a:gd name="T10" fmla="*/ 10550 w 44"/>
                <a:gd name="T11" fmla="*/ 31036 h 89"/>
                <a:gd name="T12" fmla="*/ 4425 w 44"/>
                <a:gd name="T13" fmla="*/ 9162 h 89"/>
                <a:gd name="T14" fmla="*/ 1488 w 44"/>
                <a:gd name="T15" fmla="*/ 671 h 89"/>
                <a:gd name="T16" fmla="*/ 520 w 44"/>
                <a:gd name="T17" fmla="*/ 0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89">
                  <a:moveTo>
                    <a:pt x="2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4" y="12"/>
                    <a:pt x="8" y="20"/>
                    <a:pt x="13" y="28"/>
                  </a:cubicBezTo>
                  <a:cubicBezTo>
                    <a:pt x="24" y="46"/>
                    <a:pt x="35" y="66"/>
                    <a:pt x="38" y="86"/>
                  </a:cubicBezTo>
                  <a:cubicBezTo>
                    <a:pt x="38" y="88"/>
                    <a:pt x="39" y="89"/>
                    <a:pt x="41" y="89"/>
                  </a:cubicBezTo>
                  <a:cubicBezTo>
                    <a:pt x="43" y="88"/>
                    <a:pt x="44" y="87"/>
                    <a:pt x="43" y="85"/>
                  </a:cubicBezTo>
                  <a:cubicBezTo>
                    <a:pt x="40" y="64"/>
                    <a:pt x="29" y="44"/>
                    <a:pt x="18" y="25"/>
                  </a:cubicBezTo>
                  <a:cubicBezTo>
                    <a:pt x="14" y="17"/>
                    <a:pt x="10" y="9"/>
                    <a:pt x="6" y="2"/>
                  </a:cubicBezTo>
                  <a:cubicBezTo>
                    <a:pt x="5" y="0"/>
                    <a:pt x="3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7" name="Freeform 708">
              <a:extLst>
                <a:ext uri="{FF2B5EF4-FFF2-40B4-BE49-F238E27FC236}">
                  <a16:creationId xmlns:a16="http://schemas.microsoft.com/office/drawing/2014/main" id="{5087B14D-C7D8-4651-85DE-1513A2B68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1199"/>
              <a:ext cx="102" cy="170"/>
            </a:xfrm>
            <a:custGeom>
              <a:avLst/>
              <a:gdLst>
                <a:gd name="T0" fmla="*/ 465 w 41"/>
                <a:gd name="T1" fmla="*/ 396 h 64"/>
                <a:gd name="T2" fmla="*/ 0 w 41"/>
                <a:gd name="T3" fmla="*/ 1448 h 64"/>
                <a:gd name="T4" fmla="*/ 953 w 41"/>
                <a:gd name="T5" fmla="*/ 4874 h 64"/>
                <a:gd name="T6" fmla="*/ 3985 w 41"/>
                <a:gd name="T7" fmla="*/ 14429 h 64"/>
                <a:gd name="T8" fmla="*/ 6207 w 41"/>
                <a:gd name="T9" fmla="*/ 17879 h 64"/>
                <a:gd name="T10" fmla="*/ 8269 w 41"/>
                <a:gd name="T11" fmla="*/ 21795 h 64"/>
                <a:gd name="T12" fmla="*/ 9240 w 41"/>
                <a:gd name="T13" fmla="*/ 22097 h 64"/>
                <a:gd name="T14" fmla="*/ 9531 w 41"/>
                <a:gd name="T15" fmla="*/ 20764 h 64"/>
                <a:gd name="T16" fmla="*/ 7160 w 41"/>
                <a:gd name="T17" fmla="*/ 16533 h 64"/>
                <a:gd name="T18" fmla="*/ 5249 w 41"/>
                <a:gd name="T19" fmla="*/ 13342 h 64"/>
                <a:gd name="T20" fmla="*/ 2110 w 41"/>
                <a:gd name="T21" fmla="*/ 4234 h 64"/>
                <a:gd name="T22" fmla="*/ 1418 w 41"/>
                <a:gd name="T23" fmla="*/ 656 h 64"/>
                <a:gd name="T24" fmla="*/ 465 w 41"/>
                <a:gd name="T25" fmla="*/ 396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64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7" y="23"/>
                    <a:pt x="10" y="33"/>
                    <a:pt x="17" y="41"/>
                  </a:cubicBezTo>
                  <a:cubicBezTo>
                    <a:pt x="19" y="45"/>
                    <a:pt x="23" y="48"/>
                    <a:pt x="26" y="51"/>
                  </a:cubicBezTo>
                  <a:cubicBezTo>
                    <a:pt x="29" y="55"/>
                    <a:pt x="33" y="58"/>
                    <a:pt x="35" y="62"/>
                  </a:cubicBezTo>
                  <a:cubicBezTo>
                    <a:pt x="36" y="64"/>
                    <a:pt x="38" y="64"/>
                    <a:pt x="39" y="63"/>
                  </a:cubicBezTo>
                  <a:cubicBezTo>
                    <a:pt x="41" y="62"/>
                    <a:pt x="41" y="60"/>
                    <a:pt x="40" y="59"/>
                  </a:cubicBezTo>
                  <a:cubicBezTo>
                    <a:pt x="37" y="55"/>
                    <a:pt x="34" y="51"/>
                    <a:pt x="30" y="47"/>
                  </a:cubicBezTo>
                  <a:cubicBezTo>
                    <a:pt x="27" y="44"/>
                    <a:pt x="24" y="41"/>
                    <a:pt x="22" y="38"/>
                  </a:cubicBezTo>
                  <a:cubicBezTo>
                    <a:pt x="16" y="30"/>
                    <a:pt x="13" y="21"/>
                    <a:pt x="9" y="1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4" y="0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8" name="Freeform 709">
              <a:extLst>
                <a:ext uri="{FF2B5EF4-FFF2-40B4-BE49-F238E27FC236}">
                  <a16:creationId xmlns:a16="http://schemas.microsoft.com/office/drawing/2014/main" id="{8D7772BB-6EEA-496A-BE93-AF38D5C8D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313"/>
              <a:ext cx="108" cy="192"/>
            </a:xfrm>
            <a:custGeom>
              <a:avLst/>
              <a:gdLst>
                <a:gd name="T0" fmla="*/ 522 w 43"/>
                <a:gd name="T1" fmla="*/ 0 h 72"/>
                <a:gd name="T2" fmla="*/ 0 w 43"/>
                <a:gd name="T3" fmla="*/ 1459 h 72"/>
                <a:gd name="T4" fmla="*/ 522 w 43"/>
                <a:gd name="T5" fmla="*/ 3891 h 72"/>
                <a:gd name="T6" fmla="*/ 3785 w 43"/>
                <a:gd name="T7" fmla="*/ 16179 h 72"/>
                <a:gd name="T8" fmla="*/ 6477 w 43"/>
                <a:gd name="T9" fmla="*/ 20083 h 72"/>
                <a:gd name="T10" fmla="*/ 9318 w 43"/>
                <a:gd name="T11" fmla="*/ 24824 h 72"/>
                <a:gd name="T12" fmla="*/ 10315 w 43"/>
                <a:gd name="T13" fmla="*/ 25485 h 72"/>
                <a:gd name="T14" fmla="*/ 10787 w 43"/>
                <a:gd name="T15" fmla="*/ 24427 h 72"/>
                <a:gd name="T16" fmla="*/ 7475 w 43"/>
                <a:gd name="T17" fmla="*/ 18355 h 72"/>
                <a:gd name="T18" fmla="*/ 5008 w 43"/>
                <a:gd name="T19" fmla="*/ 15112 h 72"/>
                <a:gd name="T20" fmla="*/ 1994 w 43"/>
                <a:gd name="T21" fmla="*/ 3243 h 72"/>
                <a:gd name="T22" fmla="*/ 1507 w 43"/>
                <a:gd name="T23" fmla="*/ 661 h 72"/>
                <a:gd name="T24" fmla="*/ 522 w 43"/>
                <a:gd name="T25" fmla="*/ 0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" h="72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5" y="22"/>
                    <a:pt x="9" y="36"/>
                    <a:pt x="15" y="45"/>
                  </a:cubicBezTo>
                  <a:cubicBezTo>
                    <a:pt x="18" y="50"/>
                    <a:pt x="22" y="53"/>
                    <a:pt x="26" y="56"/>
                  </a:cubicBezTo>
                  <a:cubicBezTo>
                    <a:pt x="32" y="60"/>
                    <a:pt x="36" y="63"/>
                    <a:pt x="37" y="69"/>
                  </a:cubicBezTo>
                  <a:cubicBezTo>
                    <a:pt x="37" y="70"/>
                    <a:pt x="39" y="72"/>
                    <a:pt x="41" y="71"/>
                  </a:cubicBezTo>
                  <a:cubicBezTo>
                    <a:pt x="42" y="71"/>
                    <a:pt x="43" y="70"/>
                    <a:pt x="43" y="68"/>
                  </a:cubicBezTo>
                  <a:cubicBezTo>
                    <a:pt x="42" y="60"/>
                    <a:pt x="36" y="56"/>
                    <a:pt x="30" y="51"/>
                  </a:cubicBezTo>
                  <a:cubicBezTo>
                    <a:pt x="26" y="48"/>
                    <a:pt x="22" y="46"/>
                    <a:pt x="20" y="42"/>
                  </a:cubicBezTo>
                  <a:cubicBezTo>
                    <a:pt x="14" y="33"/>
                    <a:pt x="11" y="20"/>
                    <a:pt x="8" y="9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4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9" name="Freeform 710">
              <a:extLst>
                <a:ext uri="{FF2B5EF4-FFF2-40B4-BE49-F238E27FC236}">
                  <a16:creationId xmlns:a16="http://schemas.microsoft.com/office/drawing/2014/main" id="{F1D7C0FE-1C87-41BE-B247-72B2ED8CC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319"/>
              <a:ext cx="75" cy="146"/>
            </a:xfrm>
            <a:custGeom>
              <a:avLst/>
              <a:gdLst>
                <a:gd name="T0" fmla="*/ 783 w 30"/>
                <a:gd name="T1" fmla="*/ 4863 h 55"/>
                <a:gd name="T2" fmla="*/ 5675 w 30"/>
                <a:gd name="T3" fmla="*/ 19267 h 55"/>
                <a:gd name="T4" fmla="*/ 7345 w 30"/>
                <a:gd name="T5" fmla="*/ 17772 h 55"/>
                <a:gd name="T6" fmla="*/ 7158 w 30"/>
                <a:gd name="T7" fmla="*/ 17772 h 55"/>
                <a:gd name="T8" fmla="*/ 2270 w 30"/>
                <a:gd name="T9" fmla="*/ 4229 h 55"/>
                <a:gd name="T10" fmla="*/ 1488 w 30"/>
                <a:gd name="T11" fmla="*/ 656 h 55"/>
                <a:gd name="T12" fmla="*/ 520 w 30"/>
                <a:gd name="T13" fmla="*/ 0 h 55"/>
                <a:gd name="T14" fmla="*/ 0 w 30"/>
                <a:gd name="T15" fmla="*/ 1439 h 55"/>
                <a:gd name="T16" fmla="*/ 783 w 30"/>
                <a:gd name="T17" fmla="*/ 4863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5">
                  <a:moveTo>
                    <a:pt x="3" y="14"/>
                  </a:moveTo>
                  <a:cubicBezTo>
                    <a:pt x="7" y="29"/>
                    <a:pt x="13" y="48"/>
                    <a:pt x="23" y="55"/>
                  </a:cubicBezTo>
                  <a:cubicBezTo>
                    <a:pt x="25" y="53"/>
                    <a:pt x="28" y="52"/>
                    <a:pt x="30" y="51"/>
                  </a:cubicBezTo>
                  <a:cubicBezTo>
                    <a:pt x="30" y="51"/>
                    <a:pt x="29" y="51"/>
                    <a:pt x="29" y="51"/>
                  </a:cubicBezTo>
                  <a:cubicBezTo>
                    <a:pt x="19" y="48"/>
                    <a:pt x="13" y="26"/>
                    <a:pt x="9" y="1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4" y="0"/>
                    <a:pt x="2" y="0"/>
                  </a:cubicBezTo>
                  <a:cubicBezTo>
                    <a:pt x="0" y="1"/>
                    <a:pt x="0" y="2"/>
                    <a:pt x="0" y="4"/>
                  </a:cubicBezTo>
                  <a:lnTo>
                    <a:pt x="3" y="1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0" name="Freeform 711">
              <a:extLst>
                <a:ext uri="{FF2B5EF4-FFF2-40B4-BE49-F238E27FC236}">
                  <a16:creationId xmlns:a16="http://schemas.microsoft.com/office/drawing/2014/main" id="{1B4735BC-C340-40D5-9230-1C7C63008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447"/>
              <a:ext cx="117" cy="170"/>
            </a:xfrm>
            <a:custGeom>
              <a:avLst/>
              <a:gdLst>
                <a:gd name="T0" fmla="*/ 187 w 47"/>
                <a:gd name="T1" fmla="*/ 396 h 64"/>
                <a:gd name="T2" fmla="*/ 187 w 47"/>
                <a:gd name="T3" fmla="*/ 2138 h 64"/>
                <a:gd name="T4" fmla="*/ 3346 w 47"/>
                <a:gd name="T5" fmla="*/ 6619 h 64"/>
                <a:gd name="T6" fmla="*/ 7635 w 47"/>
                <a:gd name="T7" fmla="*/ 14429 h 64"/>
                <a:gd name="T8" fmla="*/ 8143 w 47"/>
                <a:gd name="T9" fmla="*/ 16926 h 64"/>
                <a:gd name="T10" fmla="*/ 10027 w 47"/>
                <a:gd name="T11" fmla="*/ 22506 h 64"/>
                <a:gd name="T12" fmla="*/ 10981 w 47"/>
                <a:gd name="T13" fmla="*/ 21795 h 64"/>
                <a:gd name="T14" fmla="*/ 10523 w 47"/>
                <a:gd name="T15" fmla="*/ 20355 h 64"/>
                <a:gd name="T16" fmla="*/ 9258 w 47"/>
                <a:gd name="T17" fmla="*/ 16533 h 64"/>
                <a:gd name="T18" fmla="*/ 8792 w 47"/>
                <a:gd name="T19" fmla="*/ 13342 h 64"/>
                <a:gd name="T20" fmla="*/ 4307 w 47"/>
                <a:gd name="T21" fmla="*/ 5286 h 64"/>
                <a:gd name="T22" fmla="*/ 1419 w 47"/>
                <a:gd name="T23" fmla="*/ 656 h 64"/>
                <a:gd name="T24" fmla="*/ 187 w 47"/>
                <a:gd name="T25" fmla="*/ 396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64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5" y="11"/>
                    <a:pt x="10" y="15"/>
                    <a:pt x="14" y="19"/>
                  </a:cubicBezTo>
                  <a:cubicBezTo>
                    <a:pt x="21" y="26"/>
                    <a:pt x="28" y="31"/>
                    <a:pt x="32" y="41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5" y="55"/>
                    <a:pt x="37" y="61"/>
                    <a:pt x="42" y="64"/>
                  </a:cubicBezTo>
                  <a:cubicBezTo>
                    <a:pt x="43" y="64"/>
                    <a:pt x="45" y="64"/>
                    <a:pt x="46" y="62"/>
                  </a:cubicBezTo>
                  <a:cubicBezTo>
                    <a:pt x="47" y="61"/>
                    <a:pt x="46" y="59"/>
                    <a:pt x="44" y="58"/>
                  </a:cubicBezTo>
                  <a:cubicBezTo>
                    <a:pt x="42" y="57"/>
                    <a:pt x="41" y="51"/>
                    <a:pt x="39" y="47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3" y="28"/>
                    <a:pt x="26" y="22"/>
                    <a:pt x="18" y="15"/>
                  </a:cubicBezTo>
                  <a:cubicBezTo>
                    <a:pt x="14" y="11"/>
                    <a:pt x="10" y="7"/>
                    <a:pt x="6" y="2"/>
                  </a:cubicBezTo>
                  <a:cubicBezTo>
                    <a:pt x="5" y="1"/>
                    <a:pt x="3" y="0"/>
                    <a:pt x="1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1" name="Freeform 712">
              <a:extLst>
                <a:ext uri="{FF2B5EF4-FFF2-40B4-BE49-F238E27FC236}">
                  <a16:creationId xmlns:a16="http://schemas.microsoft.com/office/drawing/2014/main" id="{EE1059F3-A410-4AF9-94A5-86AD28F1C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487"/>
              <a:ext cx="132" cy="141"/>
            </a:xfrm>
            <a:custGeom>
              <a:avLst/>
              <a:gdLst>
                <a:gd name="T0" fmla="*/ 187 w 53"/>
                <a:gd name="T1" fmla="*/ 657 h 53"/>
                <a:gd name="T2" fmla="*/ 466 w 53"/>
                <a:gd name="T3" fmla="*/ 2144 h 53"/>
                <a:gd name="T4" fmla="*/ 2114 w 53"/>
                <a:gd name="T5" fmla="*/ 3858 h 53"/>
                <a:gd name="T6" fmla="*/ 7203 w 53"/>
                <a:gd name="T7" fmla="*/ 9229 h 53"/>
                <a:gd name="T8" fmla="*/ 9113 w 53"/>
                <a:gd name="T9" fmla="*/ 13483 h 53"/>
                <a:gd name="T10" fmla="*/ 11506 w 53"/>
                <a:gd name="T11" fmla="*/ 18790 h 53"/>
                <a:gd name="T12" fmla="*/ 12468 w 53"/>
                <a:gd name="T13" fmla="*/ 18381 h 53"/>
                <a:gd name="T14" fmla="*/ 12468 w 53"/>
                <a:gd name="T15" fmla="*/ 17077 h 53"/>
                <a:gd name="T16" fmla="*/ 10229 w 53"/>
                <a:gd name="T17" fmla="*/ 12371 h 53"/>
                <a:gd name="T18" fmla="*/ 8157 w 53"/>
                <a:gd name="T19" fmla="*/ 7869 h 53"/>
                <a:gd name="T20" fmla="*/ 2892 w 53"/>
                <a:gd name="T21" fmla="*/ 2144 h 53"/>
                <a:gd name="T22" fmla="*/ 1161 w 53"/>
                <a:gd name="T23" fmla="*/ 396 h 53"/>
                <a:gd name="T24" fmla="*/ 187 w 53"/>
                <a:gd name="T25" fmla="*/ 657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53">
                  <a:moveTo>
                    <a:pt x="1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7" y="16"/>
                    <a:pt x="25" y="21"/>
                    <a:pt x="30" y="26"/>
                  </a:cubicBezTo>
                  <a:cubicBezTo>
                    <a:pt x="34" y="29"/>
                    <a:pt x="36" y="33"/>
                    <a:pt x="38" y="38"/>
                  </a:cubicBezTo>
                  <a:cubicBezTo>
                    <a:pt x="40" y="43"/>
                    <a:pt x="43" y="49"/>
                    <a:pt x="48" y="53"/>
                  </a:cubicBezTo>
                  <a:cubicBezTo>
                    <a:pt x="50" y="53"/>
                    <a:pt x="51" y="53"/>
                    <a:pt x="52" y="52"/>
                  </a:cubicBezTo>
                  <a:cubicBezTo>
                    <a:pt x="53" y="50"/>
                    <a:pt x="53" y="49"/>
                    <a:pt x="52" y="48"/>
                  </a:cubicBezTo>
                  <a:cubicBezTo>
                    <a:pt x="48" y="45"/>
                    <a:pt x="46" y="40"/>
                    <a:pt x="43" y="35"/>
                  </a:cubicBezTo>
                  <a:cubicBezTo>
                    <a:pt x="41" y="31"/>
                    <a:pt x="39" y="25"/>
                    <a:pt x="34" y="22"/>
                  </a:cubicBezTo>
                  <a:cubicBezTo>
                    <a:pt x="28" y="16"/>
                    <a:pt x="20" y="11"/>
                    <a:pt x="12" y="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2" name="Freeform 713">
              <a:extLst>
                <a:ext uri="{FF2B5EF4-FFF2-40B4-BE49-F238E27FC236}">
                  <a16:creationId xmlns:a16="http://schemas.microsoft.com/office/drawing/2014/main" id="{17C78B02-0BCF-4C10-AA9C-4960A430C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583"/>
              <a:ext cx="190" cy="85"/>
            </a:xfrm>
            <a:custGeom>
              <a:avLst/>
              <a:gdLst>
                <a:gd name="T0" fmla="*/ 5208 w 76"/>
                <a:gd name="T1" fmla="*/ 1052 h 32"/>
                <a:gd name="T2" fmla="*/ 988 w 76"/>
                <a:gd name="T3" fmla="*/ 656 h 32"/>
                <a:gd name="T4" fmla="*/ 0 w 76"/>
                <a:gd name="T5" fmla="*/ 1448 h 32"/>
                <a:gd name="T6" fmla="*/ 520 w 76"/>
                <a:gd name="T7" fmla="*/ 2794 h 32"/>
                <a:gd name="T8" fmla="*/ 5395 w 76"/>
                <a:gd name="T9" fmla="*/ 2794 h 32"/>
                <a:gd name="T10" fmla="*/ 10750 w 76"/>
                <a:gd name="T11" fmla="*/ 4874 h 32"/>
                <a:gd name="T12" fmla="*/ 12238 w 76"/>
                <a:gd name="T13" fmla="*/ 6619 h 32"/>
                <a:gd name="T14" fmla="*/ 17895 w 76"/>
                <a:gd name="T15" fmla="*/ 10604 h 32"/>
                <a:gd name="T16" fmla="*/ 18363 w 76"/>
                <a:gd name="T17" fmla="*/ 9504 h 32"/>
                <a:gd name="T18" fmla="*/ 17583 w 76"/>
                <a:gd name="T19" fmla="*/ 8473 h 32"/>
                <a:gd name="T20" fmla="*/ 13208 w 76"/>
                <a:gd name="T21" fmla="*/ 5286 h 32"/>
                <a:gd name="T22" fmla="*/ 11720 w 76"/>
                <a:gd name="T23" fmla="*/ 3190 h 32"/>
                <a:gd name="T24" fmla="*/ 5208 w 76"/>
                <a:gd name="T25" fmla="*/ 1052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32">
                  <a:moveTo>
                    <a:pt x="21" y="3"/>
                  </a:moveTo>
                  <a:cubicBezTo>
                    <a:pt x="16" y="3"/>
                    <a:pt x="11" y="4"/>
                    <a:pt x="4" y="2"/>
                  </a:cubicBezTo>
                  <a:cubicBezTo>
                    <a:pt x="3" y="1"/>
                    <a:pt x="1" y="2"/>
                    <a:pt x="0" y="4"/>
                  </a:cubicBezTo>
                  <a:cubicBezTo>
                    <a:pt x="0" y="5"/>
                    <a:pt x="1" y="7"/>
                    <a:pt x="2" y="8"/>
                  </a:cubicBezTo>
                  <a:cubicBezTo>
                    <a:pt x="10" y="10"/>
                    <a:pt x="17" y="9"/>
                    <a:pt x="22" y="8"/>
                  </a:cubicBezTo>
                  <a:cubicBezTo>
                    <a:pt x="30" y="7"/>
                    <a:pt x="36" y="6"/>
                    <a:pt x="44" y="14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6" y="25"/>
                    <a:pt x="62" y="32"/>
                    <a:pt x="73" y="30"/>
                  </a:cubicBezTo>
                  <a:cubicBezTo>
                    <a:pt x="75" y="30"/>
                    <a:pt x="76" y="28"/>
                    <a:pt x="75" y="27"/>
                  </a:cubicBezTo>
                  <a:cubicBezTo>
                    <a:pt x="75" y="25"/>
                    <a:pt x="74" y="24"/>
                    <a:pt x="72" y="24"/>
                  </a:cubicBezTo>
                  <a:cubicBezTo>
                    <a:pt x="64" y="26"/>
                    <a:pt x="60" y="21"/>
                    <a:pt x="54" y="1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38" y="0"/>
                    <a:pt x="29" y="1"/>
                    <a:pt x="21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3" name="Freeform 714">
              <a:extLst>
                <a:ext uri="{FF2B5EF4-FFF2-40B4-BE49-F238E27FC236}">
                  <a16:creationId xmlns:a16="http://schemas.microsoft.com/office/drawing/2014/main" id="{C046C148-0FF2-4A30-BE82-23CC92CB1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785"/>
              <a:ext cx="190" cy="46"/>
            </a:xfrm>
            <a:custGeom>
              <a:avLst/>
              <a:gdLst>
                <a:gd name="T0" fmla="*/ 313 w 76"/>
                <a:gd name="T1" fmla="*/ 755 h 17"/>
                <a:gd name="T2" fmla="*/ 520 w 76"/>
                <a:gd name="T3" fmla="*/ 2300 h 17"/>
                <a:gd name="T4" fmla="*/ 8595 w 76"/>
                <a:gd name="T5" fmla="*/ 4657 h 17"/>
                <a:gd name="T6" fmla="*/ 12708 w 76"/>
                <a:gd name="T7" fmla="*/ 4657 h 17"/>
                <a:gd name="T8" fmla="*/ 14970 w 76"/>
                <a:gd name="T9" fmla="*/ 5528 h 17"/>
                <a:gd name="T10" fmla="*/ 17583 w 76"/>
                <a:gd name="T11" fmla="*/ 6656 h 17"/>
                <a:gd name="T12" fmla="*/ 18563 w 76"/>
                <a:gd name="T13" fmla="*/ 5528 h 17"/>
                <a:gd name="T14" fmla="*/ 17895 w 76"/>
                <a:gd name="T15" fmla="*/ 4343 h 17"/>
                <a:gd name="T16" fmla="*/ 15438 w 76"/>
                <a:gd name="T17" fmla="*/ 3485 h 17"/>
                <a:gd name="T18" fmla="*/ 13020 w 76"/>
                <a:gd name="T19" fmla="*/ 2300 h 17"/>
                <a:gd name="T20" fmla="*/ 8333 w 76"/>
                <a:gd name="T21" fmla="*/ 2300 h 17"/>
                <a:gd name="T22" fmla="*/ 1300 w 76"/>
                <a:gd name="T23" fmla="*/ 438 h 17"/>
                <a:gd name="T24" fmla="*/ 313 w 76"/>
                <a:gd name="T25" fmla="*/ 755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17">
                  <a:moveTo>
                    <a:pt x="1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14" y="14"/>
                    <a:pt x="24" y="13"/>
                    <a:pt x="35" y="12"/>
                  </a:cubicBezTo>
                  <a:cubicBezTo>
                    <a:pt x="40" y="12"/>
                    <a:pt x="46" y="11"/>
                    <a:pt x="52" y="12"/>
                  </a:cubicBezTo>
                  <a:cubicBezTo>
                    <a:pt x="55" y="12"/>
                    <a:pt x="58" y="13"/>
                    <a:pt x="61" y="14"/>
                  </a:cubicBezTo>
                  <a:cubicBezTo>
                    <a:pt x="64" y="16"/>
                    <a:pt x="68" y="17"/>
                    <a:pt x="72" y="17"/>
                  </a:cubicBezTo>
                  <a:cubicBezTo>
                    <a:pt x="74" y="17"/>
                    <a:pt x="75" y="16"/>
                    <a:pt x="76" y="14"/>
                  </a:cubicBezTo>
                  <a:cubicBezTo>
                    <a:pt x="76" y="12"/>
                    <a:pt x="74" y="11"/>
                    <a:pt x="73" y="11"/>
                  </a:cubicBezTo>
                  <a:cubicBezTo>
                    <a:pt x="69" y="11"/>
                    <a:pt x="66" y="10"/>
                    <a:pt x="63" y="9"/>
                  </a:cubicBezTo>
                  <a:cubicBezTo>
                    <a:pt x="60" y="7"/>
                    <a:pt x="56" y="6"/>
                    <a:pt x="53" y="6"/>
                  </a:cubicBezTo>
                  <a:cubicBezTo>
                    <a:pt x="46" y="5"/>
                    <a:pt x="40" y="6"/>
                    <a:pt x="34" y="6"/>
                  </a:cubicBezTo>
                  <a:cubicBezTo>
                    <a:pt x="24" y="7"/>
                    <a:pt x="15" y="8"/>
                    <a:pt x="5" y="1"/>
                  </a:cubicBezTo>
                  <a:cubicBezTo>
                    <a:pt x="3" y="0"/>
                    <a:pt x="2" y="0"/>
                    <a:pt x="1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4" name="Freeform 715">
              <a:extLst>
                <a:ext uri="{FF2B5EF4-FFF2-40B4-BE49-F238E27FC236}">
                  <a16:creationId xmlns:a16="http://schemas.microsoft.com/office/drawing/2014/main" id="{A9D055BE-4FBD-4136-900D-49719FD78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08"/>
              <a:ext cx="195" cy="59"/>
            </a:xfrm>
            <a:custGeom>
              <a:avLst/>
              <a:gdLst>
                <a:gd name="T0" fmla="*/ 3720 w 78"/>
                <a:gd name="T1" fmla="*/ 0 h 22"/>
                <a:gd name="T2" fmla="*/ 783 w 78"/>
                <a:gd name="T3" fmla="*/ 0 h 22"/>
                <a:gd name="T4" fmla="*/ 0 w 78"/>
                <a:gd name="T5" fmla="*/ 1078 h 22"/>
                <a:gd name="T6" fmla="*/ 783 w 78"/>
                <a:gd name="T7" fmla="*/ 2215 h 22"/>
                <a:gd name="T8" fmla="*/ 3720 w 78"/>
                <a:gd name="T9" fmla="*/ 2215 h 22"/>
                <a:gd name="T10" fmla="*/ 12500 w 78"/>
                <a:gd name="T11" fmla="*/ 4149 h 22"/>
                <a:gd name="T12" fmla="*/ 14458 w 78"/>
                <a:gd name="T13" fmla="*/ 5538 h 22"/>
                <a:gd name="T14" fmla="*/ 18095 w 78"/>
                <a:gd name="T15" fmla="*/ 8177 h 22"/>
                <a:gd name="T16" fmla="*/ 19063 w 78"/>
                <a:gd name="T17" fmla="*/ 7501 h 22"/>
                <a:gd name="T18" fmla="*/ 18563 w 78"/>
                <a:gd name="T19" fmla="*/ 5940 h 22"/>
                <a:gd name="T20" fmla="*/ 15158 w 78"/>
                <a:gd name="T21" fmla="*/ 3725 h 22"/>
                <a:gd name="T22" fmla="*/ 13020 w 78"/>
                <a:gd name="T23" fmla="*/ 2215 h 22"/>
                <a:gd name="T24" fmla="*/ 3720 w 78"/>
                <a:gd name="T25" fmla="*/ 0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8" h="22">
                  <a:moveTo>
                    <a:pt x="1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27" y="6"/>
                    <a:pt x="38" y="6"/>
                    <a:pt x="51" y="11"/>
                  </a:cubicBezTo>
                  <a:cubicBezTo>
                    <a:pt x="59" y="15"/>
                    <a:pt x="59" y="15"/>
                    <a:pt x="59" y="15"/>
                  </a:cubicBezTo>
                  <a:cubicBezTo>
                    <a:pt x="63" y="18"/>
                    <a:pt x="68" y="21"/>
                    <a:pt x="74" y="22"/>
                  </a:cubicBezTo>
                  <a:cubicBezTo>
                    <a:pt x="76" y="22"/>
                    <a:pt x="77" y="21"/>
                    <a:pt x="78" y="20"/>
                  </a:cubicBezTo>
                  <a:cubicBezTo>
                    <a:pt x="78" y="18"/>
                    <a:pt x="77" y="17"/>
                    <a:pt x="76" y="16"/>
                  </a:cubicBezTo>
                  <a:cubicBezTo>
                    <a:pt x="71" y="15"/>
                    <a:pt x="66" y="13"/>
                    <a:pt x="62" y="10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39" y="0"/>
                    <a:pt x="27" y="0"/>
                    <a:pt x="15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5" name="Freeform 716">
              <a:extLst>
                <a:ext uri="{FF2B5EF4-FFF2-40B4-BE49-F238E27FC236}">
                  <a16:creationId xmlns:a16="http://schemas.microsoft.com/office/drawing/2014/main" id="{2CA80861-7A96-4B0B-9BBD-D2FE803FB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20"/>
              <a:ext cx="215" cy="75"/>
            </a:xfrm>
            <a:custGeom>
              <a:avLst/>
              <a:gdLst>
                <a:gd name="T0" fmla="*/ 20050 w 86"/>
                <a:gd name="T1" fmla="*/ 402 h 28"/>
                <a:gd name="T2" fmla="*/ 16925 w 86"/>
                <a:gd name="T3" fmla="*/ 2885 h 28"/>
                <a:gd name="T4" fmla="*/ 11720 w 86"/>
                <a:gd name="T5" fmla="*/ 6651 h 28"/>
                <a:gd name="T6" fmla="*/ 783 w 86"/>
                <a:gd name="T7" fmla="*/ 8129 h 28"/>
                <a:gd name="T8" fmla="*/ 0 w 86"/>
                <a:gd name="T9" fmla="*/ 9206 h 28"/>
                <a:gd name="T10" fmla="*/ 783 w 86"/>
                <a:gd name="T11" fmla="*/ 10339 h 28"/>
                <a:gd name="T12" fmla="*/ 12033 w 86"/>
                <a:gd name="T13" fmla="*/ 8804 h 28"/>
                <a:gd name="T14" fmla="*/ 17583 w 86"/>
                <a:gd name="T15" fmla="*/ 4843 h 28"/>
                <a:gd name="T16" fmla="*/ 20520 w 86"/>
                <a:gd name="T17" fmla="*/ 2210 h 28"/>
                <a:gd name="T18" fmla="*/ 21020 w 86"/>
                <a:gd name="T19" fmla="*/ 675 h 28"/>
                <a:gd name="T20" fmla="*/ 20050 w 86"/>
                <a:gd name="T21" fmla="*/ 402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28">
                  <a:moveTo>
                    <a:pt x="82" y="1"/>
                  </a:moveTo>
                  <a:cubicBezTo>
                    <a:pt x="76" y="3"/>
                    <a:pt x="73" y="6"/>
                    <a:pt x="69" y="8"/>
                  </a:cubicBezTo>
                  <a:cubicBezTo>
                    <a:pt x="63" y="12"/>
                    <a:pt x="57" y="16"/>
                    <a:pt x="48" y="18"/>
                  </a:cubicBezTo>
                  <a:cubicBezTo>
                    <a:pt x="33" y="20"/>
                    <a:pt x="20" y="22"/>
                    <a:pt x="3" y="22"/>
                  </a:cubicBezTo>
                  <a:cubicBezTo>
                    <a:pt x="1" y="22"/>
                    <a:pt x="0" y="23"/>
                    <a:pt x="0" y="25"/>
                  </a:cubicBezTo>
                  <a:cubicBezTo>
                    <a:pt x="0" y="27"/>
                    <a:pt x="1" y="28"/>
                    <a:pt x="3" y="28"/>
                  </a:cubicBezTo>
                  <a:cubicBezTo>
                    <a:pt x="21" y="28"/>
                    <a:pt x="34" y="26"/>
                    <a:pt x="49" y="24"/>
                  </a:cubicBezTo>
                  <a:cubicBezTo>
                    <a:pt x="59" y="22"/>
                    <a:pt x="66" y="18"/>
                    <a:pt x="72" y="13"/>
                  </a:cubicBezTo>
                  <a:cubicBezTo>
                    <a:pt x="76" y="11"/>
                    <a:pt x="79" y="9"/>
                    <a:pt x="84" y="6"/>
                  </a:cubicBezTo>
                  <a:cubicBezTo>
                    <a:pt x="86" y="6"/>
                    <a:pt x="86" y="4"/>
                    <a:pt x="86" y="2"/>
                  </a:cubicBezTo>
                  <a:cubicBezTo>
                    <a:pt x="85" y="1"/>
                    <a:pt x="83" y="0"/>
                    <a:pt x="8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6" name="Freeform 717">
              <a:extLst>
                <a:ext uri="{FF2B5EF4-FFF2-40B4-BE49-F238E27FC236}">
                  <a16:creationId xmlns:a16="http://schemas.microsoft.com/office/drawing/2014/main" id="{0BCAE17C-1685-412C-BE10-3E2E9853E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017"/>
              <a:ext cx="190" cy="94"/>
            </a:xfrm>
            <a:custGeom>
              <a:avLst/>
              <a:gdLst>
                <a:gd name="T0" fmla="*/ 17583 w 76"/>
                <a:gd name="T1" fmla="*/ 0 h 35"/>
                <a:gd name="T2" fmla="*/ 14658 w 76"/>
                <a:gd name="T3" fmla="*/ 403 h 35"/>
                <a:gd name="T4" fmla="*/ 9770 w 76"/>
                <a:gd name="T5" fmla="*/ 2229 h 35"/>
                <a:gd name="T6" fmla="*/ 7158 w 76"/>
                <a:gd name="T7" fmla="*/ 5310 h 35"/>
                <a:gd name="T8" fmla="*/ 1300 w 76"/>
                <a:gd name="T9" fmla="*/ 8951 h 35"/>
                <a:gd name="T10" fmla="*/ 313 w 76"/>
                <a:gd name="T11" fmla="*/ 9781 h 35"/>
                <a:gd name="T12" fmla="*/ 520 w 76"/>
                <a:gd name="T13" fmla="*/ 11331 h 35"/>
                <a:gd name="T14" fmla="*/ 8125 w 76"/>
                <a:gd name="T15" fmla="*/ 6701 h 35"/>
                <a:gd name="T16" fmla="*/ 10550 w 76"/>
                <a:gd name="T17" fmla="*/ 4219 h 35"/>
                <a:gd name="T18" fmla="*/ 14970 w 76"/>
                <a:gd name="T19" fmla="*/ 2653 h 35"/>
                <a:gd name="T20" fmla="*/ 18095 w 76"/>
                <a:gd name="T21" fmla="*/ 2229 h 35"/>
                <a:gd name="T22" fmla="*/ 18563 w 76"/>
                <a:gd name="T23" fmla="*/ 677 h 35"/>
                <a:gd name="T24" fmla="*/ 17583 w 76"/>
                <a:gd name="T25" fmla="*/ 0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35">
                  <a:moveTo>
                    <a:pt x="72" y="0"/>
                  </a:moveTo>
                  <a:cubicBezTo>
                    <a:pt x="68" y="1"/>
                    <a:pt x="64" y="1"/>
                    <a:pt x="60" y="1"/>
                  </a:cubicBezTo>
                  <a:cubicBezTo>
                    <a:pt x="54" y="1"/>
                    <a:pt x="48" y="1"/>
                    <a:pt x="40" y="6"/>
                  </a:cubicBezTo>
                  <a:cubicBezTo>
                    <a:pt x="37" y="7"/>
                    <a:pt x="33" y="10"/>
                    <a:pt x="29" y="14"/>
                  </a:cubicBezTo>
                  <a:cubicBezTo>
                    <a:pt x="21" y="20"/>
                    <a:pt x="11" y="28"/>
                    <a:pt x="5" y="24"/>
                  </a:cubicBezTo>
                  <a:cubicBezTo>
                    <a:pt x="4" y="24"/>
                    <a:pt x="2" y="24"/>
                    <a:pt x="1" y="26"/>
                  </a:cubicBezTo>
                  <a:cubicBezTo>
                    <a:pt x="0" y="27"/>
                    <a:pt x="1" y="29"/>
                    <a:pt x="2" y="30"/>
                  </a:cubicBezTo>
                  <a:cubicBezTo>
                    <a:pt x="12" y="35"/>
                    <a:pt x="23" y="26"/>
                    <a:pt x="33" y="18"/>
                  </a:cubicBezTo>
                  <a:cubicBezTo>
                    <a:pt x="36" y="15"/>
                    <a:pt x="40" y="12"/>
                    <a:pt x="43" y="11"/>
                  </a:cubicBezTo>
                  <a:cubicBezTo>
                    <a:pt x="49" y="7"/>
                    <a:pt x="55" y="7"/>
                    <a:pt x="61" y="7"/>
                  </a:cubicBezTo>
                  <a:cubicBezTo>
                    <a:pt x="65" y="7"/>
                    <a:pt x="69" y="7"/>
                    <a:pt x="74" y="6"/>
                  </a:cubicBezTo>
                  <a:cubicBezTo>
                    <a:pt x="75" y="6"/>
                    <a:pt x="76" y="4"/>
                    <a:pt x="76" y="2"/>
                  </a:cubicBezTo>
                  <a:cubicBezTo>
                    <a:pt x="75" y="1"/>
                    <a:pt x="74" y="0"/>
                    <a:pt x="7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7" name="Freeform 718">
              <a:extLst>
                <a:ext uri="{FF2B5EF4-FFF2-40B4-BE49-F238E27FC236}">
                  <a16:creationId xmlns:a16="http://schemas.microsoft.com/office/drawing/2014/main" id="{06D8D23A-1B50-446F-A5A9-B087FEFDE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095"/>
              <a:ext cx="193" cy="205"/>
            </a:xfrm>
            <a:custGeom>
              <a:avLst/>
              <a:gdLst>
                <a:gd name="T0" fmla="*/ 17791 w 77"/>
                <a:gd name="T1" fmla="*/ 397 h 77"/>
                <a:gd name="T2" fmla="*/ 14645 w 77"/>
                <a:gd name="T3" fmla="*/ 3211 h 77"/>
                <a:gd name="T4" fmla="*/ 9720 w 77"/>
                <a:gd name="T5" fmla="*/ 8131 h 77"/>
                <a:gd name="T6" fmla="*/ 6239 w 77"/>
                <a:gd name="T7" fmla="*/ 17132 h 77"/>
                <a:gd name="T8" fmla="*/ 521 w 77"/>
                <a:gd name="T9" fmla="*/ 25268 h 77"/>
                <a:gd name="T10" fmla="*/ 0 w 77"/>
                <a:gd name="T11" fmla="*/ 26325 h 77"/>
                <a:gd name="T12" fmla="*/ 785 w 77"/>
                <a:gd name="T13" fmla="*/ 27438 h 77"/>
                <a:gd name="T14" fmla="*/ 7733 w 77"/>
                <a:gd name="T15" fmla="*/ 17776 h 77"/>
                <a:gd name="T16" fmla="*/ 10693 w 77"/>
                <a:gd name="T17" fmla="*/ 10037 h 77"/>
                <a:gd name="T18" fmla="*/ 15355 w 77"/>
                <a:gd name="T19" fmla="*/ 4984 h 77"/>
                <a:gd name="T20" fmla="*/ 18596 w 77"/>
                <a:gd name="T21" fmla="*/ 2154 h 77"/>
                <a:gd name="T22" fmla="*/ 18784 w 77"/>
                <a:gd name="T23" fmla="*/ 397 h 77"/>
                <a:gd name="T24" fmla="*/ 17791 w 77"/>
                <a:gd name="T25" fmla="*/ 397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" h="77">
                  <a:moveTo>
                    <a:pt x="72" y="1"/>
                  </a:moveTo>
                  <a:cubicBezTo>
                    <a:pt x="59" y="9"/>
                    <a:pt x="59" y="9"/>
                    <a:pt x="59" y="9"/>
                  </a:cubicBezTo>
                  <a:cubicBezTo>
                    <a:pt x="52" y="13"/>
                    <a:pt x="45" y="18"/>
                    <a:pt x="39" y="23"/>
                  </a:cubicBezTo>
                  <a:cubicBezTo>
                    <a:pt x="30" y="30"/>
                    <a:pt x="27" y="40"/>
                    <a:pt x="25" y="48"/>
                  </a:cubicBezTo>
                  <a:cubicBezTo>
                    <a:pt x="22" y="60"/>
                    <a:pt x="19" y="69"/>
                    <a:pt x="2" y="71"/>
                  </a:cubicBezTo>
                  <a:cubicBezTo>
                    <a:pt x="1" y="71"/>
                    <a:pt x="0" y="72"/>
                    <a:pt x="0" y="74"/>
                  </a:cubicBezTo>
                  <a:cubicBezTo>
                    <a:pt x="0" y="76"/>
                    <a:pt x="1" y="77"/>
                    <a:pt x="3" y="77"/>
                  </a:cubicBezTo>
                  <a:cubicBezTo>
                    <a:pt x="23" y="75"/>
                    <a:pt x="27" y="62"/>
                    <a:pt x="31" y="50"/>
                  </a:cubicBezTo>
                  <a:cubicBezTo>
                    <a:pt x="33" y="42"/>
                    <a:pt x="36" y="34"/>
                    <a:pt x="43" y="28"/>
                  </a:cubicBezTo>
                  <a:cubicBezTo>
                    <a:pt x="49" y="23"/>
                    <a:pt x="56" y="18"/>
                    <a:pt x="62" y="14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6" y="5"/>
                    <a:pt x="77" y="3"/>
                    <a:pt x="76" y="1"/>
                  </a:cubicBezTo>
                  <a:cubicBezTo>
                    <a:pt x="75" y="0"/>
                    <a:pt x="73" y="0"/>
                    <a:pt x="7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8" name="Freeform 719">
              <a:extLst>
                <a:ext uri="{FF2B5EF4-FFF2-40B4-BE49-F238E27FC236}">
                  <a16:creationId xmlns:a16="http://schemas.microsoft.com/office/drawing/2014/main" id="{6C1DE569-620A-4751-8A72-16FBD4DEC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177"/>
              <a:ext cx="92" cy="214"/>
            </a:xfrm>
            <a:custGeom>
              <a:avLst/>
              <a:gdLst>
                <a:gd name="T0" fmla="*/ 7611 w 37"/>
                <a:gd name="T1" fmla="*/ 401 h 80"/>
                <a:gd name="T2" fmla="*/ 3319 w 37"/>
                <a:gd name="T3" fmla="*/ 14640 h 80"/>
                <a:gd name="T4" fmla="*/ 186 w 37"/>
                <a:gd name="T5" fmla="*/ 27141 h 80"/>
                <a:gd name="T6" fmla="*/ 186 w 37"/>
                <a:gd name="T7" fmla="*/ 28887 h 80"/>
                <a:gd name="T8" fmla="*/ 1149 w 37"/>
                <a:gd name="T9" fmla="*/ 28614 h 80"/>
                <a:gd name="T10" fmla="*/ 4737 w 37"/>
                <a:gd name="T11" fmla="*/ 15050 h 80"/>
                <a:gd name="T12" fmla="*/ 8563 w 37"/>
                <a:gd name="T13" fmla="*/ 1795 h 80"/>
                <a:gd name="T14" fmla="*/ 8563 w 37"/>
                <a:gd name="T15" fmla="*/ 401 h 80"/>
                <a:gd name="T16" fmla="*/ 7611 w 37"/>
                <a:gd name="T17" fmla="*/ 401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80">
                  <a:moveTo>
                    <a:pt x="32" y="1"/>
                  </a:moveTo>
                  <a:cubicBezTo>
                    <a:pt x="20" y="12"/>
                    <a:pt x="17" y="26"/>
                    <a:pt x="14" y="40"/>
                  </a:cubicBezTo>
                  <a:cubicBezTo>
                    <a:pt x="12" y="53"/>
                    <a:pt x="10" y="65"/>
                    <a:pt x="1" y="74"/>
                  </a:cubicBezTo>
                  <a:cubicBezTo>
                    <a:pt x="0" y="76"/>
                    <a:pt x="0" y="77"/>
                    <a:pt x="1" y="79"/>
                  </a:cubicBezTo>
                  <a:cubicBezTo>
                    <a:pt x="2" y="80"/>
                    <a:pt x="4" y="80"/>
                    <a:pt x="5" y="78"/>
                  </a:cubicBezTo>
                  <a:cubicBezTo>
                    <a:pt x="15" y="68"/>
                    <a:pt x="18" y="54"/>
                    <a:pt x="20" y="41"/>
                  </a:cubicBezTo>
                  <a:cubicBezTo>
                    <a:pt x="23" y="28"/>
                    <a:pt x="25" y="15"/>
                    <a:pt x="36" y="5"/>
                  </a:cubicBezTo>
                  <a:cubicBezTo>
                    <a:pt x="37" y="4"/>
                    <a:pt x="37" y="2"/>
                    <a:pt x="36" y="1"/>
                  </a:cubicBezTo>
                  <a:cubicBezTo>
                    <a:pt x="35" y="0"/>
                    <a:pt x="33" y="0"/>
                    <a:pt x="3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9" name="Freeform 720">
              <a:extLst>
                <a:ext uri="{FF2B5EF4-FFF2-40B4-BE49-F238E27FC236}">
                  <a16:creationId xmlns:a16="http://schemas.microsoft.com/office/drawing/2014/main" id="{CEC12ED0-4988-4A8C-BE3A-D6E431BB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223"/>
              <a:ext cx="60" cy="288"/>
            </a:xfrm>
            <a:custGeom>
              <a:avLst/>
              <a:gdLst>
                <a:gd name="T0" fmla="*/ 4688 w 24"/>
                <a:gd name="T1" fmla="*/ 0 h 108"/>
                <a:gd name="T2" fmla="*/ 3908 w 24"/>
                <a:gd name="T3" fmla="*/ 1459 h 108"/>
                <a:gd name="T4" fmla="*/ 2270 w 24"/>
                <a:gd name="T5" fmla="*/ 11171 h 108"/>
                <a:gd name="T6" fmla="*/ 520 w 24"/>
                <a:gd name="T7" fmla="*/ 17237 h 108"/>
                <a:gd name="T8" fmla="*/ 520 w 24"/>
                <a:gd name="T9" fmla="*/ 27669 h 108"/>
                <a:gd name="T10" fmla="*/ 783 w 24"/>
                <a:gd name="T11" fmla="*/ 37376 h 108"/>
                <a:gd name="T12" fmla="*/ 1300 w 24"/>
                <a:gd name="T13" fmla="*/ 38835 h 108"/>
                <a:gd name="T14" fmla="*/ 2270 w 24"/>
                <a:gd name="T15" fmla="*/ 37773 h 108"/>
                <a:gd name="T16" fmla="*/ 1958 w 24"/>
                <a:gd name="T17" fmla="*/ 27669 h 108"/>
                <a:gd name="T18" fmla="*/ 1958 w 24"/>
                <a:gd name="T19" fmla="*/ 17656 h 108"/>
                <a:gd name="T20" fmla="*/ 3438 w 24"/>
                <a:gd name="T21" fmla="*/ 11891 h 108"/>
                <a:gd name="T22" fmla="*/ 5395 w 24"/>
                <a:gd name="T23" fmla="*/ 1059 h 108"/>
                <a:gd name="T24" fmla="*/ 4688 w 24"/>
                <a:gd name="T25" fmla="*/ 0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" h="108">
                  <a:moveTo>
                    <a:pt x="19" y="0"/>
                  </a:moveTo>
                  <a:cubicBezTo>
                    <a:pt x="17" y="1"/>
                    <a:pt x="16" y="2"/>
                    <a:pt x="16" y="4"/>
                  </a:cubicBezTo>
                  <a:cubicBezTo>
                    <a:pt x="17" y="13"/>
                    <a:pt x="13" y="22"/>
                    <a:pt x="9" y="31"/>
                  </a:cubicBezTo>
                  <a:cubicBezTo>
                    <a:pt x="6" y="36"/>
                    <a:pt x="3" y="42"/>
                    <a:pt x="2" y="48"/>
                  </a:cubicBezTo>
                  <a:cubicBezTo>
                    <a:pt x="0" y="58"/>
                    <a:pt x="1" y="68"/>
                    <a:pt x="2" y="77"/>
                  </a:cubicBezTo>
                  <a:cubicBezTo>
                    <a:pt x="4" y="87"/>
                    <a:pt x="5" y="95"/>
                    <a:pt x="3" y="104"/>
                  </a:cubicBezTo>
                  <a:cubicBezTo>
                    <a:pt x="3" y="106"/>
                    <a:pt x="4" y="107"/>
                    <a:pt x="5" y="108"/>
                  </a:cubicBezTo>
                  <a:cubicBezTo>
                    <a:pt x="7" y="108"/>
                    <a:pt x="8" y="107"/>
                    <a:pt x="9" y="105"/>
                  </a:cubicBezTo>
                  <a:cubicBezTo>
                    <a:pt x="11" y="96"/>
                    <a:pt x="9" y="86"/>
                    <a:pt x="8" y="77"/>
                  </a:cubicBezTo>
                  <a:cubicBezTo>
                    <a:pt x="7" y="67"/>
                    <a:pt x="6" y="58"/>
                    <a:pt x="8" y="49"/>
                  </a:cubicBezTo>
                  <a:cubicBezTo>
                    <a:pt x="9" y="44"/>
                    <a:pt x="12" y="39"/>
                    <a:pt x="14" y="33"/>
                  </a:cubicBezTo>
                  <a:cubicBezTo>
                    <a:pt x="19" y="24"/>
                    <a:pt x="24" y="14"/>
                    <a:pt x="22" y="3"/>
                  </a:cubicBezTo>
                  <a:cubicBezTo>
                    <a:pt x="22" y="1"/>
                    <a:pt x="20" y="0"/>
                    <a:pt x="1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0" name="Freeform 721">
              <a:extLst>
                <a:ext uri="{FF2B5EF4-FFF2-40B4-BE49-F238E27FC236}">
                  <a16:creationId xmlns:a16="http://schemas.microsoft.com/office/drawing/2014/main" id="{5CAE3990-185A-4209-998C-0839D79F2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193"/>
              <a:ext cx="55" cy="288"/>
            </a:xfrm>
            <a:custGeom>
              <a:avLst/>
              <a:gdLst>
                <a:gd name="T0" fmla="*/ 3908 w 22"/>
                <a:gd name="T1" fmla="*/ 661 h 108"/>
                <a:gd name="T2" fmla="*/ 313 w 22"/>
                <a:gd name="T3" fmla="*/ 15112 h 108"/>
                <a:gd name="T4" fmla="*/ 783 w 22"/>
                <a:gd name="T5" fmla="*/ 25237 h 108"/>
                <a:gd name="T6" fmla="*/ 783 w 22"/>
                <a:gd name="T7" fmla="*/ 37069 h 108"/>
                <a:gd name="T8" fmla="*/ 988 w 22"/>
                <a:gd name="T9" fmla="*/ 38435 h 108"/>
                <a:gd name="T10" fmla="*/ 1958 w 22"/>
                <a:gd name="T11" fmla="*/ 38173 h 108"/>
                <a:gd name="T12" fmla="*/ 2270 w 22"/>
                <a:gd name="T13" fmla="*/ 24824 h 108"/>
                <a:gd name="T14" fmla="*/ 1770 w 22"/>
                <a:gd name="T15" fmla="*/ 15531 h 108"/>
                <a:gd name="T16" fmla="*/ 5395 w 22"/>
                <a:gd name="T17" fmla="*/ 1459 h 108"/>
                <a:gd name="T18" fmla="*/ 4895 w 22"/>
                <a:gd name="T19" fmla="*/ 0 h 108"/>
                <a:gd name="T20" fmla="*/ 3908 w 22"/>
                <a:gd name="T21" fmla="*/ 661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108">
                  <a:moveTo>
                    <a:pt x="16" y="2"/>
                  </a:moveTo>
                  <a:cubicBezTo>
                    <a:pt x="10" y="13"/>
                    <a:pt x="3" y="30"/>
                    <a:pt x="1" y="42"/>
                  </a:cubicBezTo>
                  <a:cubicBezTo>
                    <a:pt x="0" y="50"/>
                    <a:pt x="2" y="60"/>
                    <a:pt x="3" y="70"/>
                  </a:cubicBezTo>
                  <a:cubicBezTo>
                    <a:pt x="5" y="82"/>
                    <a:pt x="8" y="95"/>
                    <a:pt x="3" y="103"/>
                  </a:cubicBezTo>
                  <a:cubicBezTo>
                    <a:pt x="2" y="104"/>
                    <a:pt x="3" y="106"/>
                    <a:pt x="4" y="107"/>
                  </a:cubicBezTo>
                  <a:cubicBezTo>
                    <a:pt x="5" y="108"/>
                    <a:pt x="7" y="107"/>
                    <a:pt x="8" y="106"/>
                  </a:cubicBezTo>
                  <a:cubicBezTo>
                    <a:pt x="14" y="97"/>
                    <a:pt x="12" y="82"/>
                    <a:pt x="9" y="69"/>
                  </a:cubicBezTo>
                  <a:cubicBezTo>
                    <a:pt x="8" y="60"/>
                    <a:pt x="6" y="50"/>
                    <a:pt x="7" y="43"/>
                  </a:cubicBezTo>
                  <a:cubicBezTo>
                    <a:pt x="9" y="31"/>
                    <a:pt x="16" y="15"/>
                    <a:pt x="22" y="4"/>
                  </a:cubicBezTo>
                  <a:cubicBezTo>
                    <a:pt x="22" y="3"/>
                    <a:pt x="22" y="1"/>
                    <a:pt x="20" y="0"/>
                  </a:cubicBezTo>
                  <a:cubicBezTo>
                    <a:pt x="19" y="0"/>
                    <a:pt x="17" y="0"/>
                    <a:pt x="16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1" name="Freeform 722">
              <a:extLst>
                <a:ext uri="{FF2B5EF4-FFF2-40B4-BE49-F238E27FC236}">
                  <a16:creationId xmlns:a16="http://schemas.microsoft.com/office/drawing/2014/main" id="{AE6DCBAA-ECD6-4451-B62C-61F11874C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241"/>
              <a:ext cx="55" cy="294"/>
            </a:xfrm>
            <a:custGeom>
              <a:avLst/>
              <a:gdLst>
                <a:gd name="T0" fmla="*/ 2738 w 22"/>
                <a:gd name="T1" fmla="*/ 671 h 110"/>
                <a:gd name="T2" fmla="*/ 2938 w 22"/>
                <a:gd name="T3" fmla="*/ 8323 h 110"/>
                <a:gd name="T4" fmla="*/ 3438 w 22"/>
                <a:gd name="T5" fmla="*/ 10923 h 110"/>
                <a:gd name="T6" fmla="*/ 1770 w 22"/>
                <a:gd name="T7" fmla="*/ 25931 h 110"/>
                <a:gd name="T8" fmla="*/ 0 w 22"/>
                <a:gd name="T9" fmla="*/ 38990 h 110"/>
                <a:gd name="T10" fmla="*/ 783 w 22"/>
                <a:gd name="T11" fmla="*/ 40110 h 110"/>
                <a:gd name="T12" fmla="*/ 1488 w 22"/>
                <a:gd name="T13" fmla="*/ 38990 h 110"/>
                <a:gd name="T14" fmla="*/ 3250 w 22"/>
                <a:gd name="T15" fmla="*/ 26575 h 110"/>
                <a:gd name="T16" fmla="*/ 4895 w 22"/>
                <a:gd name="T17" fmla="*/ 10616 h 110"/>
                <a:gd name="T18" fmla="*/ 4425 w 22"/>
                <a:gd name="T19" fmla="*/ 7657 h 110"/>
                <a:gd name="T20" fmla="*/ 4220 w 22"/>
                <a:gd name="T21" fmla="*/ 1486 h 110"/>
                <a:gd name="T22" fmla="*/ 3720 w 22"/>
                <a:gd name="T23" fmla="*/ 0 h 110"/>
                <a:gd name="T24" fmla="*/ 2738 w 22"/>
                <a:gd name="T25" fmla="*/ 671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110">
                  <a:moveTo>
                    <a:pt x="11" y="2"/>
                  </a:moveTo>
                  <a:cubicBezTo>
                    <a:pt x="8" y="9"/>
                    <a:pt x="10" y="16"/>
                    <a:pt x="12" y="23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6" y="45"/>
                    <a:pt x="12" y="58"/>
                    <a:pt x="7" y="71"/>
                  </a:cubicBezTo>
                  <a:cubicBezTo>
                    <a:pt x="4" y="82"/>
                    <a:pt x="0" y="94"/>
                    <a:pt x="0" y="107"/>
                  </a:cubicBezTo>
                  <a:cubicBezTo>
                    <a:pt x="0" y="109"/>
                    <a:pt x="2" y="110"/>
                    <a:pt x="3" y="110"/>
                  </a:cubicBezTo>
                  <a:cubicBezTo>
                    <a:pt x="5" y="110"/>
                    <a:pt x="6" y="109"/>
                    <a:pt x="6" y="107"/>
                  </a:cubicBezTo>
                  <a:cubicBezTo>
                    <a:pt x="6" y="95"/>
                    <a:pt x="9" y="84"/>
                    <a:pt x="13" y="73"/>
                  </a:cubicBezTo>
                  <a:cubicBezTo>
                    <a:pt x="17" y="59"/>
                    <a:pt x="22" y="45"/>
                    <a:pt x="20" y="29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6" y="15"/>
                    <a:pt x="14" y="10"/>
                    <a:pt x="17" y="4"/>
                  </a:cubicBezTo>
                  <a:cubicBezTo>
                    <a:pt x="17" y="3"/>
                    <a:pt x="17" y="1"/>
                    <a:pt x="15" y="0"/>
                  </a:cubicBezTo>
                  <a:cubicBezTo>
                    <a:pt x="13" y="0"/>
                    <a:pt x="12" y="0"/>
                    <a:pt x="11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2" name="Freeform 723">
              <a:extLst>
                <a:ext uri="{FF2B5EF4-FFF2-40B4-BE49-F238E27FC236}">
                  <a16:creationId xmlns:a16="http://schemas.microsoft.com/office/drawing/2014/main" id="{65D4E9E7-3277-4172-988B-8B52C8FBC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180"/>
              <a:ext cx="55" cy="256"/>
            </a:xfrm>
            <a:custGeom>
              <a:avLst/>
              <a:gdLst>
                <a:gd name="T0" fmla="*/ 3720 w 22"/>
                <a:gd name="T1" fmla="*/ 661 h 96"/>
                <a:gd name="T2" fmla="*/ 2470 w 22"/>
                <a:gd name="T3" fmla="*/ 13347 h 96"/>
                <a:gd name="T4" fmla="*/ 2470 w 22"/>
                <a:gd name="T5" fmla="*/ 14712 h 96"/>
                <a:gd name="T6" fmla="*/ 1300 w 22"/>
                <a:gd name="T7" fmla="*/ 25237 h 96"/>
                <a:gd name="T8" fmla="*/ 313 w 22"/>
                <a:gd name="T9" fmla="*/ 33016 h 96"/>
                <a:gd name="T10" fmla="*/ 783 w 22"/>
                <a:gd name="T11" fmla="*/ 34531 h 96"/>
                <a:gd name="T12" fmla="*/ 1770 w 22"/>
                <a:gd name="T13" fmla="*/ 33429 h 96"/>
                <a:gd name="T14" fmla="*/ 2738 w 22"/>
                <a:gd name="T15" fmla="*/ 25485 h 96"/>
                <a:gd name="T16" fmla="*/ 3908 w 22"/>
                <a:gd name="T17" fmla="*/ 14413 h 96"/>
                <a:gd name="T18" fmla="*/ 3908 w 22"/>
                <a:gd name="T19" fmla="*/ 12949 h 96"/>
                <a:gd name="T20" fmla="*/ 5208 w 22"/>
                <a:gd name="T21" fmla="*/ 1763 h 96"/>
                <a:gd name="T22" fmla="*/ 4688 w 22"/>
                <a:gd name="T23" fmla="*/ 397 h 96"/>
                <a:gd name="T24" fmla="*/ 3720 w 22"/>
                <a:gd name="T25" fmla="*/ 661 h 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96">
                  <a:moveTo>
                    <a:pt x="15" y="2"/>
                  </a:moveTo>
                  <a:cubicBezTo>
                    <a:pt x="9" y="15"/>
                    <a:pt x="10" y="24"/>
                    <a:pt x="10" y="37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1" y="51"/>
                    <a:pt x="8" y="60"/>
                    <a:pt x="5" y="70"/>
                  </a:cubicBezTo>
                  <a:cubicBezTo>
                    <a:pt x="3" y="77"/>
                    <a:pt x="1" y="84"/>
                    <a:pt x="1" y="92"/>
                  </a:cubicBezTo>
                  <a:cubicBezTo>
                    <a:pt x="0" y="94"/>
                    <a:pt x="2" y="96"/>
                    <a:pt x="3" y="96"/>
                  </a:cubicBezTo>
                  <a:cubicBezTo>
                    <a:pt x="5" y="96"/>
                    <a:pt x="6" y="95"/>
                    <a:pt x="7" y="93"/>
                  </a:cubicBezTo>
                  <a:cubicBezTo>
                    <a:pt x="7" y="85"/>
                    <a:pt x="9" y="78"/>
                    <a:pt x="11" y="71"/>
                  </a:cubicBezTo>
                  <a:cubicBezTo>
                    <a:pt x="14" y="61"/>
                    <a:pt x="17" y="52"/>
                    <a:pt x="16" y="40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24"/>
                    <a:pt x="15" y="16"/>
                    <a:pt x="21" y="5"/>
                  </a:cubicBezTo>
                  <a:cubicBezTo>
                    <a:pt x="22" y="3"/>
                    <a:pt x="21" y="1"/>
                    <a:pt x="19" y="1"/>
                  </a:cubicBezTo>
                  <a:cubicBezTo>
                    <a:pt x="18" y="0"/>
                    <a:pt x="16" y="1"/>
                    <a:pt x="15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3" name="Freeform 724">
              <a:extLst>
                <a:ext uri="{FF2B5EF4-FFF2-40B4-BE49-F238E27FC236}">
                  <a16:creationId xmlns:a16="http://schemas.microsoft.com/office/drawing/2014/main" id="{D4A3A04A-8913-45A5-B5F3-05CB5B853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204"/>
              <a:ext cx="38" cy="179"/>
            </a:xfrm>
            <a:custGeom>
              <a:avLst/>
              <a:gdLst>
                <a:gd name="T0" fmla="*/ 2386 w 15"/>
                <a:gd name="T1" fmla="*/ 401 h 67"/>
                <a:gd name="T2" fmla="*/ 1900 w 15"/>
                <a:gd name="T3" fmla="*/ 1469 h 67"/>
                <a:gd name="T4" fmla="*/ 1026 w 15"/>
                <a:gd name="T5" fmla="*/ 14168 h 67"/>
                <a:gd name="T6" fmla="*/ 0 w 15"/>
                <a:gd name="T7" fmla="*/ 23283 h 67"/>
                <a:gd name="T8" fmla="*/ 828 w 15"/>
                <a:gd name="T9" fmla="*/ 24355 h 67"/>
                <a:gd name="T10" fmla="*/ 1561 w 15"/>
                <a:gd name="T11" fmla="*/ 23283 h 67"/>
                <a:gd name="T12" fmla="*/ 2599 w 15"/>
                <a:gd name="T13" fmla="*/ 14568 h 67"/>
                <a:gd name="T14" fmla="*/ 3139 w 15"/>
                <a:gd name="T15" fmla="*/ 1071 h 67"/>
                <a:gd name="T16" fmla="*/ 2386 w 15"/>
                <a:gd name="T17" fmla="*/ 401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67">
                  <a:moveTo>
                    <a:pt x="9" y="1"/>
                  </a:moveTo>
                  <a:cubicBezTo>
                    <a:pt x="7" y="1"/>
                    <a:pt x="6" y="3"/>
                    <a:pt x="7" y="4"/>
                  </a:cubicBezTo>
                  <a:cubicBezTo>
                    <a:pt x="9" y="17"/>
                    <a:pt x="7" y="28"/>
                    <a:pt x="4" y="39"/>
                  </a:cubicBezTo>
                  <a:cubicBezTo>
                    <a:pt x="2" y="47"/>
                    <a:pt x="0" y="55"/>
                    <a:pt x="0" y="64"/>
                  </a:cubicBezTo>
                  <a:cubicBezTo>
                    <a:pt x="0" y="65"/>
                    <a:pt x="1" y="67"/>
                    <a:pt x="3" y="67"/>
                  </a:cubicBezTo>
                  <a:cubicBezTo>
                    <a:pt x="4" y="67"/>
                    <a:pt x="6" y="65"/>
                    <a:pt x="6" y="64"/>
                  </a:cubicBezTo>
                  <a:cubicBezTo>
                    <a:pt x="6" y="55"/>
                    <a:pt x="8" y="48"/>
                    <a:pt x="10" y="40"/>
                  </a:cubicBezTo>
                  <a:cubicBezTo>
                    <a:pt x="13" y="29"/>
                    <a:pt x="15" y="17"/>
                    <a:pt x="12" y="3"/>
                  </a:cubicBezTo>
                  <a:cubicBezTo>
                    <a:pt x="12" y="2"/>
                    <a:pt x="11" y="0"/>
                    <a:pt x="9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4" name="Freeform 725">
              <a:extLst>
                <a:ext uri="{FF2B5EF4-FFF2-40B4-BE49-F238E27FC236}">
                  <a16:creationId xmlns:a16="http://schemas.microsoft.com/office/drawing/2014/main" id="{A1E6806F-EAF0-4CA9-8B3A-9A81FFBF9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356"/>
              <a:ext cx="135" cy="197"/>
            </a:xfrm>
            <a:custGeom>
              <a:avLst/>
              <a:gdLst>
                <a:gd name="T0" fmla="*/ 520 w 54"/>
                <a:gd name="T1" fmla="*/ 397 h 74"/>
                <a:gd name="T2" fmla="*/ 313 w 54"/>
                <a:gd name="T3" fmla="*/ 1757 h 74"/>
                <a:gd name="T4" fmla="*/ 4688 w 54"/>
                <a:gd name="T5" fmla="*/ 7073 h 74"/>
                <a:gd name="T6" fmla="*/ 9113 w 54"/>
                <a:gd name="T7" fmla="*/ 14565 h 74"/>
                <a:gd name="T8" fmla="*/ 9300 w 54"/>
                <a:gd name="T9" fmla="*/ 17128 h 74"/>
                <a:gd name="T10" fmla="*/ 11720 w 54"/>
                <a:gd name="T11" fmla="*/ 25924 h 74"/>
                <a:gd name="T12" fmla="*/ 12708 w 54"/>
                <a:gd name="T13" fmla="*/ 25924 h 74"/>
                <a:gd name="T14" fmla="*/ 13020 w 54"/>
                <a:gd name="T15" fmla="*/ 24598 h 74"/>
                <a:gd name="T16" fmla="*/ 10750 w 54"/>
                <a:gd name="T17" fmla="*/ 16732 h 74"/>
                <a:gd name="T18" fmla="*/ 10550 w 54"/>
                <a:gd name="T19" fmla="*/ 13904 h 74"/>
                <a:gd name="T20" fmla="*/ 5395 w 54"/>
                <a:gd name="T21" fmla="*/ 5322 h 74"/>
                <a:gd name="T22" fmla="*/ 1488 w 54"/>
                <a:gd name="T23" fmla="*/ 397 h 74"/>
                <a:gd name="T24" fmla="*/ 520 w 54"/>
                <a:gd name="T25" fmla="*/ 397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74">
                  <a:moveTo>
                    <a:pt x="2" y="1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6" y="13"/>
                    <a:pt x="13" y="16"/>
                    <a:pt x="19" y="20"/>
                  </a:cubicBezTo>
                  <a:cubicBezTo>
                    <a:pt x="27" y="25"/>
                    <a:pt x="34" y="29"/>
                    <a:pt x="37" y="41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40" y="57"/>
                    <a:pt x="41" y="64"/>
                    <a:pt x="48" y="73"/>
                  </a:cubicBezTo>
                  <a:cubicBezTo>
                    <a:pt x="49" y="74"/>
                    <a:pt x="51" y="74"/>
                    <a:pt x="52" y="73"/>
                  </a:cubicBezTo>
                  <a:cubicBezTo>
                    <a:pt x="53" y="72"/>
                    <a:pt x="54" y="70"/>
                    <a:pt x="53" y="69"/>
                  </a:cubicBezTo>
                  <a:cubicBezTo>
                    <a:pt x="47" y="62"/>
                    <a:pt x="46" y="56"/>
                    <a:pt x="44" y="4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39" y="25"/>
                    <a:pt x="31" y="20"/>
                    <a:pt x="22" y="15"/>
                  </a:cubicBezTo>
                  <a:cubicBezTo>
                    <a:pt x="16" y="11"/>
                    <a:pt x="10" y="8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5" name="Freeform 726">
              <a:extLst>
                <a:ext uri="{FF2B5EF4-FFF2-40B4-BE49-F238E27FC236}">
                  <a16:creationId xmlns:a16="http://schemas.microsoft.com/office/drawing/2014/main" id="{4A55669A-0450-4AE3-A87D-53446187A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012"/>
              <a:ext cx="243" cy="213"/>
            </a:xfrm>
            <a:custGeom>
              <a:avLst/>
              <a:gdLst>
                <a:gd name="T0" fmla="*/ 22687 w 97"/>
                <a:gd name="T1" fmla="*/ 397 h 80"/>
                <a:gd name="T2" fmla="*/ 20252 w 97"/>
                <a:gd name="T3" fmla="*/ 4268 h 80"/>
                <a:gd name="T4" fmla="*/ 18238 w 97"/>
                <a:gd name="T5" fmla="*/ 8139 h 80"/>
                <a:gd name="T6" fmla="*/ 13109 w 97"/>
                <a:gd name="T7" fmla="*/ 11100 h 80"/>
                <a:gd name="T8" fmla="*/ 7876 w 97"/>
                <a:gd name="T9" fmla="*/ 13930 h 80"/>
                <a:gd name="T10" fmla="*/ 3457 w 97"/>
                <a:gd name="T11" fmla="*/ 21004 h 80"/>
                <a:gd name="T12" fmla="*/ 313 w 97"/>
                <a:gd name="T13" fmla="*/ 26782 h 80"/>
                <a:gd name="T14" fmla="*/ 313 w 97"/>
                <a:gd name="T15" fmla="*/ 28087 h 80"/>
                <a:gd name="T16" fmla="*/ 1305 w 97"/>
                <a:gd name="T17" fmla="*/ 28087 h 80"/>
                <a:gd name="T18" fmla="*/ 4732 w 97"/>
                <a:gd name="T19" fmla="*/ 22458 h 80"/>
                <a:gd name="T20" fmla="*/ 8660 w 97"/>
                <a:gd name="T21" fmla="*/ 15687 h 80"/>
                <a:gd name="T22" fmla="*/ 13317 w 97"/>
                <a:gd name="T23" fmla="*/ 13270 h 80"/>
                <a:gd name="T24" fmla="*/ 19260 w 97"/>
                <a:gd name="T25" fmla="*/ 9649 h 80"/>
                <a:gd name="T26" fmla="*/ 21507 w 97"/>
                <a:gd name="T27" fmla="*/ 5381 h 80"/>
                <a:gd name="T28" fmla="*/ 23471 w 97"/>
                <a:gd name="T29" fmla="*/ 2154 h 80"/>
                <a:gd name="T30" fmla="*/ 23679 w 97"/>
                <a:gd name="T31" fmla="*/ 660 h 80"/>
                <a:gd name="T32" fmla="*/ 22687 w 97"/>
                <a:gd name="T33" fmla="*/ 397 h 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7" h="80">
                  <a:moveTo>
                    <a:pt x="92" y="1"/>
                  </a:moveTo>
                  <a:cubicBezTo>
                    <a:pt x="88" y="3"/>
                    <a:pt x="85" y="7"/>
                    <a:pt x="82" y="12"/>
                  </a:cubicBezTo>
                  <a:cubicBezTo>
                    <a:pt x="80" y="16"/>
                    <a:pt x="77" y="20"/>
                    <a:pt x="74" y="23"/>
                  </a:cubicBezTo>
                  <a:cubicBezTo>
                    <a:pt x="67" y="28"/>
                    <a:pt x="61" y="29"/>
                    <a:pt x="53" y="31"/>
                  </a:cubicBezTo>
                  <a:cubicBezTo>
                    <a:pt x="46" y="32"/>
                    <a:pt x="39" y="34"/>
                    <a:pt x="32" y="39"/>
                  </a:cubicBezTo>
                  <a:cubicBezTo>
                    <a:pt x="24" y="44"/>
                    <a:pt x="19" y="52"/>
                    <a:pt x="14" y="59"/>
                  </a:cubicBezTo>
                  <a:cubicBezTo>
                    <a:pt x="10" y="65"/>
                    <a:pt x="6" y="70"/>
                    <a:pt x="1" y="75"/>
                  </a:cubicBezTo>
                  <a:cubicBezTo>
                    <a:pt x="0" y="76"/>
                    <a:pt x="0" y="78"/>
                    <a:pt x="1" y="79"/>
                  </a:cubicBezTo>
                  <a:cubicBezTo>
                    <a:pt x="2" y="80"/>
                    <a:pt x="4" y="80"/>
                    <a:pt x="5" y="79"/>
                  </a:cubicBezTo>
                  <a:cubicBezTo>
                    <a:pt x="10" y="74"/>
                    <a:pt x="15" y="68"/>
                    <a:pt x="19" y="63"/>
                  </a:cubicBezTo>
                  <a:cubicBezTo>
                    <a:pt x="24" y="55"/>
                    <a:pt x="29" y="48"/>
                    <a:pt x="35" y="44"/>
                  </a:cubicBezTo>
                  <a:cubicBezTo>
                    <a:pt x="41" y="39"/>
                    <a:pt x="48" y="38"/>
                    <a:pt x="54" y="37"/>
                  </a:cubicBezTo>
                  <a:cubicBezTo>
                    <a:pt x="62" y="35"/>
                    <a:pt x="70" y="34"/>
                    <a:pt x="78" y="27"/>
                  </a:cubicBezTo>
                  <a:cubicBezTo>
                    <a:pt x="82" y="24"/>
                    <a:pt x="85" y="19"/>
                    <a:pt x="87" y="15"/>
                  </a:cubicBezTo>
                  <a:cubicBezTo>
                    <a:pt x="90" y="12"/>
                    <a:pt x="92" y="8"/>
                    <a:pt x="95" y="6"/>
                  </a:cubicBezTo>
                  <a:cubicBezTo>
                    <a:pt x="96" y="6"/>
                    <a:pt x="97" y="4"/>
                    <a:pt x="96" y="2"/>
                  </a:cubicBezTo>
                  <a:cubicBezTo>
                    <a:pt x="96" y="1"/>
                    <a:pt x="94" y="0"/>
                    <a:pt x="9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6" name="Freeform 727">
              <a:extLst>
                <a:ext uri="{FF2B5EF4-FFF2-40B4-BE49-F238E27FC236}">
                  <a16:creationId xmlns:a16="http://schemas.microsoft.com/office/drawing/2014/main" id="{C8E00CA8-867B-47F8-826A-BC57CAB3D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156"/>
              <a:ext cx="70" cy="67"/>
            </a:xfrm>
            <a:custGeom>
              <a:avLst/>
              <a:gdLst>
                <a:gd name="T0" fmla="*/ 5863 w 28"/>
                <a:gd name="T1" fmla="*/ 0 h 25"/>
                <a:gd name="T2" fmla="*/ 5395 w 28"/>
                <a:gd name="T3" fmla="*/ 675 h 25"/>
                <a:gd name="T4" fmla="*/ 2938 w 28"/>
                <a:gd name="T5" fmla="*/ 4023 h 25"/>
                <a:gd name="T6" fmla="*/ 313 w 28"/>
                <a:gd name="T7" fmla="*/ 7491 h 25"/>
                <a:gd name="T8" fmla="*/ 520 w 28"/>
                <a:gd name="T9" fmla="*/ 8871 h 25"/>
                <a:gd name="T10" fmla="*/ 1488 w 28"/>
                <a:gd name="T11" fmla="*/ 8871 h 25"/>
                <a:gd name="T12" fmla="*/ 3720 w 28"/>
                <a:gd name="T13" fmla="*/ 5925 h 25"/>
                <a:gd name="T14" fmla="*/ 6645 w 28"/>
                <a:gd name="T15" fmla="*/ 1809 h 25"/>
                <a:gd name="T16" fmla="*/ 6845 w 28"/>
                <a:gd name="T17" fmla="*/ 1501 h 25"/>
                <a:gd name="T18" fmla="*/ 5863 w 28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5">
                  <a:moveTo>
                    <a:pt x="24" y="0"/>
                  </a:moveTo>
                  <a:cubicBezTo>
                    <a:pt x="23" y="0"/>
                    <a:pt x="23" y="1"/>
                    <a:pt x="22" y="2"/>
                  </a:cubicBezTo>
                  <a:cubicBezTo>
                    <a:pt x="20" y="5"/>
                    <a:pt x="16" y="8"/>
                    <a:pt x="12" y="11"/>
                  </a:cubicBezTo>
                  <a:cubicBezTo>
                    <a:pt x="8" y="14"/>
                    <a:pt x="4" y="16"/>
                    <a:pt x="1" y="20"/>
                  </a:cubicBezTo>
                  <a:cubicBezTo>
                    <a:pt x="0" y="21"/>
                    <a:pt x="0" y="23"/>
                    <a:pt x="2" y="24"/>
                  </a:cubicBezTo>
                  <a:cubicBezTo>
                    <a:pt x="3" y="25"/>
                    <a:pt x="5" y="25"/>
                    <a:pt x="6" y="24"/>
                  </a:cubicBezTo>
                  <a:cubicBezTo>
                    <a:pt x="8" y="21"/>
                    <a:pt x="12" y="18"/>
                    <a:pt x="15" y="16"/>
                  </a:cubicBezTo>
                  <a:cubicBezTo>
                    <a:pt x="20" y="13"/>
                    <a:pt x="25" y="9"/>
                    <a:pt x="27" y="5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3"/>
                    <a:pt x="25" y="2"/>
                    <a:pt x="2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7" name="Freeform 728">
              <a:extLst>
                <a:ext uri="{FF2B5EF4-FFF2-40B4-BE49-F238E27FC236}">
                  <a16:creationId xmlns:a16="http://schemas.microsoft.com/office/drawing/2014/main" id="{DE24749B-E725-4183-9235-0BB138755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177"/>
              <a:ext cx="80" cy="310"/>
            </a:xfrm>
            <a:custGeom>
              <a:avLst/>
              <a:gdLst>
                <a:gd name="T0" fmla="*/ 5675 w 32"/>
                <a:gd name="T1" fmla="*/ 0 h 116"/>
                <a:gd name="T2" fmla="*/ 4895 w 32"/>
                <a:gd name="T3" fmla="*/ 1486 h 116"/>
                <a:gd name="T4" fmla="*/ 5208 w 32"/>
                <a:gd name="T5" fmla="*/ 19332 h 116"/>
                <a:gd name="T6" fmla="*/ 3438 w 32"/>
                <a:gd name="T7" fmla="*/ 25498 h 116"/>
                <a:gd name="T8" fmla="*/ 988 w 32"/>
                <a:gd name="T9" fmla="*/ 41166 h 116"/>
                <a:gd name="T10" fmla="*/ 1958 w 32"/>
                <a:gd name="T11" fmla="*/ 41815 h 116"/>
                <a:gd name="T12" fmla="*/ 2470 w 32"/>
                <a:gd name="T13" fmla="*/ 40500 h 116"/>
                <a:gd name="T14" fmla="*/ 4688 w 32"/>
                <a:gd name="T15" fmla="*/ 26168 h 116"/>
                <a:gd name="T16" fmla="*/ 6375 w 32"/>
                <a:gd name="T17" fmla="*/ 19640 h 116"/>
                <a:gd name="T18" fmla="*/ 6375 w 32"/>
                <a:gd name="T19" fmla="*/ 671 h 116"/>
                <a:gd name="T20" fmla="*/ 5675 w 32"/>
                <a:gd name="T21" fmla="*/ 0 h 1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116">
                  <a:moveTo>
                    <a:pt x="23" y="0"/>
                  </a:moveTo>
                  <a:cubicBezTo>
                    <a:pt x="21" y="0"/>
                    <a:pt x="20" y="2"/>
                    <a:pt x="20" y="4"/>
                  </a:cubicBezTo>
                  <a:cubicBezTo>
                    <a:pt x="24" y="23"/>
                    <a:pt x="26" y="33"/>
                    <a:pt x="21" y="53"/>
                  </a:cubicBezTo>
                  <a:cubicBezTo>
                    <a:pt x="19" y="58"/>
                    <a:pt x="17" y="64"/>
                    <a:pt x="14" y="70"/>
                  </a:cubicBezTo>
                  <a:cubicBezTo>
                    <a:pt x="7" y="84"/>
                    <a:pt x="0" y="100"/>
                    <a:pt x="4" y="113"/>
                  </a:cubicBezTo>
                  <a:cubicBezTo>
                    <a:pt x="5" y="115"/>
                    <a:pt x="6" y="116"/>
                    <a:pt x="8" y="115"/>
                  </a:cubicBezTo>
                  <a:cubicBezTo>
                    <a:pt x="10" y="115"/>
                    <a:pt x="11" y="113"/>
                    <a:pt x="10" y="111"/>
                  </a:cubicBezTo>
                  <a:cubicBezTo>
                    <a:pt x="7" y="101"/>
                    <a:pt x="13" y="86"/>
                    <a:pt x="19" y="72"/>
                  </a:cubicBezTo>
                  <a:cubicBezTo>
                    <a:pt x="22" y="66"/>
                    <a:pt x="25" y="60"/>
                    <a:pt x="26" y="54"/>
                  </a:cubicBezTo>
                  <a:cubicBezTo>
                    <a:pt x="32" y="34"/>
                    <a:pt x="30" y="22"/>
                    <a:pt x="26" y="2"/>
                  </a:cubicBezTo>
                  <a:cubicBezTo>
                    <a:pt x="26" y="1"/>
                    <a:pt x="24" y="0"/>
                    <a:pt x="2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65" name="ciliated-bacterium-cell-illustration">
            <a:extLst>
              <a:ext uri="{FF2B5EF4-FFF2-40B4-BE49-F238E27FC236}">
                <a16:creationId xmlns:a16="http://schemas.microsoft.com/office/drawing/2014/main" id="{D5A34A0F-D43D-4FA8-8BF5-AEEBA32F808D}"/>
              </a:ext>
            </a:extLst>
          </p:cNvPr>
          <p:cNvGrpSpPr>
            <a:grpSpLocks/>
          </p:cNvGrpSpPr>
          <p:nvPr/>
        </p:nvGrpSpPr>
        <p:grpSpPr bwMode="auto">
          <a:xfrm>
            <a:off x="7558088" y="4311650"/>
            <a:ext cx="2624137" cy="1785938"/>
            <a:chOff x="3801" y="2716"/>
            <a:chExt cx="1653" cy="1125"/>
          </a:xfrm>
        </p:grpSpPr>
        <p:sp>
          <p:nvSpPr>
            <p:cNvPr id="15366" name="Oval 730">
              <a:extLst>
                <a:ext uri="{FF2B5EF4-FFF2-40B4-BE49-F238E27FC236}">
                  <a16:creationId xmlns:a16="http://schemas.microsoft.com/office/drawing/2014/main" id="{4E4A3437-1B57-40D0-B6A2-DEE1FAC7F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9" y="3524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67" name="Oval 731">
              <a:extLst>
                <a:ext uri="{FF2B5EF4-FFF2-40B4-BE49-F238E27FC236}">
                  <a16:creationId xmlns:a16="http://schemas.microsoft.com/office/drawing/2014/main" id="{04804F87-8BC2-4A67-950E-AFB5E07B2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9" y="3548"/>
              <a:ext cx="32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68" name="Oval 732">
              <a:extLst>
                <a:ext uri="{FF2B5EF4-FFF2-40B4-BE49-F238E27FC236}">
                  <a16:creationId xmlns:a16="http://schemas.microsoft.com/office/drawing/2014/main" id="{561F691A-076D-45AE-82BC-3548B019F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" y="3511"/>
              <a:ext cx="32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69" name="Oval 733">
              <a:extLst>
                <a:ext uri="{FF2B5EF4-FFF2-40B4-BE49-F238E27FC236}">
                  <a16:creationId xmlns:a16="http://schemas.microsoft.com/office/drawing/2014/main" id="{061E2FB7-AFCB-49BA-BE07-A9EE9A69F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3492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0" name="Oval 734">
              <a:extLst>
                <a:ext uri="{FF2B5EF4-FFF2-40B4-BE49-F238E27FC236}">
                  <a16:creationId xmlns:a16="http://schemas.microsoft.com/office/drawing/2014/main" id="{9097A448-AE35-40C7-9C7F-177B96828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1" y="3449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1" name="Oval 735">
              <a:extLst>
                <a:ext uri="{FF2B5EF4-FFF2-40B4-BE49-F238E27FC236}">
                  <a16:creationId xmlns:a16="http://schemas.microsoft.com/office/drawing/2014/main" id="{4B5AAE24-F91B-44B4-B5E4-8A4657AB9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4" y="3412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2" name="Oval 736">
              <a:extLst>
                <a:ext uri="{FF2B5EF4-FFF2-40B4-BE49-F238E27FC236}">
                  <a16:creationId xmlns:a16="http://schemas.microsoft.com/office/drawing/2014/main" id="{7BE283BA-C4D9-48C5-B404-DC63FC632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" y="3471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3" name="Oval 737">
              <a:extLst>
                <a:ext uri="{FF2B5EF4-FFF2-40B4-BE49-F238E27FC236}">
                  <a16:creationId xmlns:a16="http://schemas.microsoft.com/office/drawing/2014/main" id="{75E136D1-443E-484B-86BD-C1379032A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4" y="3516"/>
              <a:ext cx="30" cy="35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4" name="Oval 738">
              <a:extLst>
                <a:ext uri="{FF2B5EF4-FFF2-40B4-BE49-F238E27FC236}">
                  <a16:creationId xmlns:a16="http://schemas.microsoft.com/office/drawing/2014/main" id="{1FC38103-B60C-4C56-98C6-CE49F1310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1" y="3220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5" name="Oval 739">
              <a:extLst>
                <a:ext uri="{FF2B5EF4-FFF2-40B4-BE49-F238E27FC236}">
                  <a16:creationId xmlns:a16="http://schemas.microsoft.com/office/drawing/2014/main" id="{744C368B-59FD-4AA3-BF27-5A3199CC7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3076"/>
              <a:ext cx="30" cy="35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6" name="Oval 740">
              <a:extLst>
                <a:ext uri="{FF2B5EF4-FFF2-40B4-BE49-F238E27FC236}">
                  <a16:creationId xmlns:a16="http://schemas.microsoft.com/office/drawing/2014/main" id="{EE5BD42E-6516-43F3-AA64-C236AB229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4" y="3103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7" name="Oval 741">
              <a:extLst>
                <a:ext uri="{FF2B5EF4-FFF2-40B4-BE49-F238E27FC236}">
                  <a16:creationId xmlns:a16="http://schemas.microsoft.com/office/drawing/2014/main" id="{37B21398-4D02-46A5-927F-5F8096975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" y="3172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8" name="Oval 742">
              <a:extLst>
                <a:ext uri="{FF2B5EF4-FFF2-40B4-BE49-F238E27FC236}">
                  <a16:creationId xmlns:a16="http://schemas.microsoft.com/office/drawing/2014/main" id="{1B9544BD-B8AB-4C9B-B968-1C77447D8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3167"/>
              <a:ext cx="30" cy="34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9" name="Oval 743">
              <a:extLst>
                <a:ext uri="{FF2B5EF4-FFF2-40B4-BE49-F238E27FC236}">
                  <a16:creationId xmlns:a16="http://schemas.microsoft.com/office/drawing/2014/main" id="{216A750A-7EC1-42F6-A048-067D5DA5F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1" y="3201"/>
              <a:ext cx="30" cy="35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0" name="Oval 744">
              <a:extLst>
                <a:ext uri="{FF2B5EF4-FFF2-40B4-BE49-F238E27FC236}">
                  <a16:creationId xmlns:a16="http://schemas.microsoft.com/office/drawing/2014/main" id="{9F422581-305E-44BA-B3A3-E4349D17B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9" y="3393"/>
              <a:ext cx="30" cy="35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1" name="Oval 745">
              <a:extLst>
                <a:ext uri="{FF2B5EF4-FFF2-40B4-BE49-F238E27FC236}">
                  <a16:creationId xmlns:a16="http://schemas.microsoft.com/office/drawing/2014/main" id="{EF09E277-421E-4329-996E-7AC8C9E02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" y="3329"/>
              <a:ext cx="30" cy="35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2" name="Oval 746">
              <a:extLst>
                <a:ext uri="{FF2B5EF4-FFF2-40B4-BE49-F238E27FC236}">
                  <a16:creationId xmlns:a16="http://schemas.microsoft.com/office/drawing/2014/main" id="{B0848F84-3114-49BB-8E17-335E12E30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3591"/>
              <a:ext cx="30" cy="34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3" name="Oval 747">
              <a:extLst>
                <a:ext uri="{FF2B5EF4-FFF2-40B4-BE49-F238E27FC236}">
                  <a16:creationId xmlns:a16="http://schemas.microsoft.com/office/drawing/2014/main" id="{8DCF97E5-D471-4B37-9F46-568FCCA81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583"/>
              <a:ext cx="30" cy="34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4" name="Oval 748">
              <a:extLst>
                <a:ext uri="{FF2B5EF4-FFF2-40B4-BE49-F238E27FC236}">
                  <a16:creationId xmlns:a16="http://schemas.microsoft.com/office/drawing/2014/main" id="{6849EF69-17AB-4F12-B97F-ECB04765A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1" y="3583"/>
              <a:ext cx="30" cy="34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5" name="Oval 749">
              <a:extLst>
                <a:ext uri="{FF2B5EF4-FFF2-40B4-BE49-F238E27FC236}">
                  <a16:creationId xmlns:a16="http://schemas.microsoft.com/office/drawing/2014/main" id="{6895DF84-B99B-48BB-82D8-773742EDA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3535"/>
              <a:ext cx="30" cy="34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6" name="Oval 750">
              <a:extLst>
                <a:ext uri="{FF2B5EF4-FFF2-40B4-BE49-F238E27FC236}">
                  <a16:creationId xmlns:a16="http://schemas.microsoft.com/office/drawing/2014/main" id="{FCEFB153-2C42-4F64-A531-30BF9A96F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6" y="3524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7" name="Oval 751">
              <a:extLst>
                <a:ext uri="{FF2B5EF4-FFF2-40B4-BE49-F238E27FC236}">
                  <a16:creationId xmlns:a16="http://schemas.microsoft.com/office/drawing/2014/main" id="{26762335-E870-470E-8803-97EDA16F3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6" y="3084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8" name="Oval 752">
              <a:extLst>
                <a:ext uri="{FF2B5EF4-FFF2-40B4-BE49-F238E27FC236}">
                  <a16:creationId xmlns:a16="http://schemas.microsoft.com/office/drawing/2014/main" id="{B24BD829-67A9-47E2-B32D-89123FFA6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1" y="3057"/>
              <a:ext cx="30" cy="35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9" name="Oval 753">
              <a:extLst>
                <a:ext uri="{FF2B5EF4-FFF2-40B4-BE49-F238E27FC236}">
                  <a16:creationId xmlns:a16="http://schemas.microsoft.com/office/drawing/2014/main" id="{C737F6C7-A074-4D18-8F73-56BCF4C9C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4" y="3036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0" name="Oval 754">
              <a:extLst>
                <a:ext uri="{FF2B5EF4-FFF2-40B4-BE49-F238E27FC236}">
                  <a16:creationId xmlns:a16="http://schemas.microsoft.com/office/drawing/2014/main" id="{6E4FE92E-B748-4A22-8AA4-1CADBFC8E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6" y="3159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1" name="Oval 755">
              <a:extLst>
                <a:ext uri="{FF2B5EF4-FFF2-40B4-BE49-F238E27FC236}">
                  <a16:creationId xmlns:a16="http://schemas.microsoft.com/office/drawing/2014/main" id="{2E9E975B-7653-4FCB-AFF0-7FD331F40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3204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2" name="Oval 756">
              <a:extLst>
                <a:ext uri="{FF2B5EF4-FFF2-40B4-BE49-F238E27FC236}">
                  <a16:creationId xmlns:a16="http://schemas.microsoft.com/office/drawing/2014/main" id="{D53C983D-1769-4EE8-88CF-107FE29B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1" y="3156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3" name="Oval 757">
              <a:extLst>
                <a:ext uri="{FF2B5EF4-FFF2-40B4-BE49-F238E27FC236}">
                  <a16:creationId xmlns:a16="http://schemas.microsoft.com/office/drawing/2014/main" id="{E98C3212-73F2-4C34-874F-F48DF8D64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3044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4" name="Oval 758">
              <a:extLst>
                <a:ext uri="{FF2B5EF4-FFF2-40B4-BE49-F238E27FC236}">
                  <a16:creationId xmlns:a16="http://schemas.microsoft.com/office/drawing/2014/main" id="{EF3FA366-37A6-4F3C-849C-BF825C48C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" y="3471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5" name="Oval 759">
              <a:extLst>
                <a:ext uri="{FF2B5EF4-FFF2-40B4-BE49-F238E27FC236}">
                  <a16:creationId xmlns:a16="http://schemas.microsoft.com/office/drawing/2014/main" id="{F92F1207-239E-4403-9175-3D19C5FE7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3220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6" name="Oval 760">
              <a:extLst>
                <a:ext uri="{FF2B5EF4-FFF2-40B4-BE49-F238E27FC236}">
                  <a16:creationId xmlns:a16="http://schemas.microsoft.com/office/drawing/2014/main" id="{3766EB28-0F15-4E06-8337-5F0FCFFCD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6" y="3287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7" name="Oval 761">
              <a:extLst>
                <a:ext uri="{FF2B5EF4-FFF2-40B4-BE49-F238E27FC236}">
                  <a16:creationId xmlns:a16="http://schemas.microsoft.com/office/drawing/2014/main" id="{B371B740-607B-4C92-BADB-6F0314A4B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9" y="3361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8" name="Oval 762">
              <a:extLst>
                <a:ext uri="{FF2B5EF4-FFF2-40B4-BE49-F238E27FC236}">
                  <a16:creationId xmlns:a16="http://schemas.microsoft.com/office/drawing/2014/main" id="{CCDCDDC6-19D5-4102-9E33-D48EFF1DA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3412"/>
              <a:ext cx="30" cy="35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9" name="Oval 763">
              <a:extLst>
                <a:ext uri="{FF2B5EF4-FFF2-40B4-BE49-F238E27FC236}">
                  <a16:creationId xmlns:a16="http://schemas.microsoft.com/office/drawing/2014/main" id="{C12290A9-4BFC-474B-921B-8E9D46666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6" y="3577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0" name="Oval 764">
              <a:extLst>
                <a:ext uri="{FF2B5EF4-FFF2-40B4-BE49-F238E27FC236}">
                  <a16:creationId xmlns:a16="http://schemas.microsoft.com/office/drawing/2014/main" id="{5FE64634-6D06-4CF7-AD5F-14A431C8D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9" y="3425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1" name="Oval 765">
              <a:extLst>
                <a:ext uri="{FF2B5EF4-FFF2-40B4-BE49-F238E27FC236}">
                  <a16:creationId xmlns:a16="http://schemas.microsoft.com/office/drawing/2014/main" id="{F2835786-2CD2-4BAF-AC69-F869C22C8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1" y="3535"/>
              <a:ext cx="30" cy="34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2" name="Oval 766">
              <a:extLst>
                <a:ext uri="{FF2B5EF4-FFF2-40B4-BE49-F238E27FC236}">
                  <a16:creationId xmlns:a16="http://schemas.microsoft.com/office/drawing/2014/main" id="{FE796109-DE85-4183-9EE2-01510140D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4" y="3556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3" name="Oval 767">
              <a:extLst>
                <a:ext uri="{FF2B5EF4-FFF2-40B4-BE49-F238E27FC236}">
                  <a16:creationId xmlns:a16="http://schemas.microsoft.com/office/drawing/2014/main" id="{84493568-755B-45C5-B0FB-A60CB5615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9" y="3492"/>
              <a:ext cx="30" cy="35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4" name="Oval 768">
              <a:extLst>
                <a:ext uri="{FF2B5EF4-FFF2-40B4-BE49-F238E27FC236}">
                  <a16:creationId xmlns:a16="http://schemas.microsoft.com/office/drawing/2014/main" id="{FF3E611C-945C-4704-A3E8-868047175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" y="3497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5" name="Oval 769">
              <a:extLst>
                <a:ext uri="{FF2B5EF4-FFF2-40B4-BE49-F238E27FC236}">
                  <a16:creationId xmlns:a16="http://schemas.microsoft.com/office/drawing/2014/main" id="{754439DC-6697-415E-9C0D-15F5E95B9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6" y="3041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6" name="Oval 770">
              <a:extLst>
                <a:ext uri="{FF2B5EF4-FFF2-40B4-BE49-F238E27FC236}">
                  <a16:creationId xmlns:a16="http://schemas.microsoft.com/office/drawing/2014/main" id="{846E15EA-D8EB-4E30-A69F-36A06269B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4" y="3116"/>
              <a:ext cx="32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7" name="Oval 771">
              <a:extLst>
                <a:ext uri="{FF2B5EF4-FFF2-40B4-BE49-F238E27FC236}">
                  <a16:creationId xmlns:a16="http://schemas.microsoft.com/office/drawing/2014/main" id="{FBBDA943-5EE5-486E-800C-EF5563290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6" y="3185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8" name="Oval 772">
              <a:extLst>
                <a:ext uri="{FF2B5EF4-FFF2-40B4-BE49-F238E27FC236}">
                  <a16:creationId xmlns:a16="http://schemas.microsoft.com/office/drawing/2014/main" id="{88EA67F3-F6B6-4463-9828-F34B170A8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6" y="3175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9" name="Oval 773">
              <a:extLst>
                <a:ext uri="{FF2B5EF4-FFF2-40B4-BE49-F238E27FC236}">
                  <a16:creationId xmlns:a16="http://schemas.microsoft.com/office/drawing/2014/main" id="{7A2BF938-04D7-4911-964C-5D87CB903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1" y="3143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10" name="Oval 774">
              <a:extLst>
                <a:ext uri="{FF2B5EF4-FFF2-40B4-BE49-F238E27FC236}">
                  <a16:creationId xmlns:a16="http://schemas.microsoft.com/office/drawing/2014/main" id="{88835084-5C42-423B-AF19-9F73499FC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4" y="3089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11" name="Freeform 775">
              <a:extLst>
                <a:ext uri="{FF2B5EF4-FFF2-40B4-BE49-F238E27FC236}">
                  <a16:creationId xmlns:a16="http://schemas.microsoft.com/office/drawing/2014/main" id="{5333F6F3-9333-454D-8220-905C7B2D7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3303"/>
              <a:ext cx="27" cy="32"/>
            </a:xfrm>
            <a:custGeom>
              <a:avLst/>
              <a:gdLst>
                <a:gd name="T0" fmla="*/ 1343 w 11"/>
                <a:gd name="T1" fmla="*/ 0 h 12"/>
                <a:gd name="T2" fmla="*/ 0 w 11"/>
                <a:gd name="T3" fmla="*/ 2184 h 12"/>
                <a:gd name="T4" fmla="*/ 1343 w 11"/>
                <a:gd name="T5" fmla="*/ 4301 h 12"/>
                <a:gd name="T6" fmla="*/ 1964 w 11"/>
                <a:gd name="T7" fmla="*/ 3891 h 12"/>
                <a:gd name="T8" fmla="*/ 2398 w 11"/>
                <a:gd name="T9" fmla="*/ 1059 h 12"/>
                <a:gd name="T10" fmla="*/ 1343 w 11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2">
                  <a:moveTo>
                    <a:pt x="6" y="0"/>
                  </a:move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7" y="12"/>
                    <a:pt x="8" y="12"/>
                    <a:pt x="9" y="11"/>
                  </a:cubicBezTo>
                  <a:cubicBezTo>
                    <a:pt x="10" y="8"/>
                    <a:pt x="11" y="5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Oval 776">
              <a:extLst>
                <a:ext uri="{FF2B5EF4-FFF2-40B4-BE49-F238E27FC236}">
                  <a16:creationId xmlns:a16="http://schemas.microsoft.com/office/drawing/2014/main" id="{95F97535-A2BA-4FA4-8E7E-4431C3EAE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9" y="3340"/>
              <a:ext cx="32" cy="35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13" name="Oval 777">
              <a:extLst>
                <a:ext uri="{FF2B5EF4-FFF2-40B4-BE49-F238E27FC236}">
                  <a16:creationId xmlns:a16="http://schemas.microsoft.com/office/drawing/2014/main" id="{A69B8F5F-F207-4A0F-8F50-C7B0A7BAC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" y="3316"/>
              <a:ext cx="32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14" name="Oval 778">
              <a:extLst>
                <a:ext uri="{FF2B5EF4-FFF2-40B4-BE49-F238E27FC236}">
                  <a16:creationId xmlns:a16="http://schemas.microsoft.com/office/drawing/2014/main" id="{63FAC7F4-6841-44ED-96C7-3250724BC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1" y="3281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15" name="Oval 779">
              <a:extLst>
                <a:ext uri="{FF2B5EF4-FFF2-40B4-BE49-F238E27FC236}">
                  <a16:creationId xmlns:a16="http://schemas.microsoft.com/office/drawing/2014/main" id="{594F0E68-66CD-4D97-81C2-E7703773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1" y="3436"/>
              <a:ext cx="30" cy="35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16" name="Oval 780">
              <a:extLst>
                <a:ext uri="{FF2B5EF4-FFF2-40B4-BE49-F238E27FC236}">
                  <a16:creationId xmlns:a16="http://schemas.microsoft.com/office/drawing/2014/main" id="{EE49B339-4358-4914-8F83-B2F36EA9C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3017"/>
              <a:ext cx="32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17" name="Oval 781">
              <a:extLst>
                <a:ext uri="{FF2B5EF4-FFF2-40B4-BE49-F238E27FC236}">
                  <a16:creationId xmlns:a16="http://schemas.microsoft.com/office/drawing/2014/main" id="{B7502A52-8AB3-40AD-BF1A-F3D16488D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9" y="3071"/>
              <a:ext cx="32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18" name="Oval 782">
              <a:extLst>
                <a:ext uri="{FF2B5EF4-FFF2-40B4-BE49-F238E27FC236}">
                  <a16:creationId xmlns:a16="http://schemas.microsoft.com/office/drawing/2014/main" id="{072681FB-7038-47F0-933E-7A0B255FD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6" y="3137"/>
              <a:ext cx="30" cy="3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19" name="Oval 783">
              <a:extLst>
                <a:ext uri="{FF2B5EF4-FFF2-40B4-BE49-F238E27FC236}">
                  <a16:creationId xmlns:a16="http://schemas.microsoft.com/office/drawing/2014/main" id="{424BBF88-711C-49B9-AA1A-4957C4686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3543"/>
              <a:ext cx="30" cy="34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20" name="Freeform 784">
              <a:extLst>
                <a:ext uri="{FF2B5EF4-FFF2-40B4-BE49-F238E27FC236}">
                  <a16:creationId xmlns:a16="http://schemas.microsoft.com/office/drawing/2014/main" id="{2750C82C-7AD0-4647-BC12-BA23D64E1D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28" y="2796"/>
              <a:ext cx="1583" cy="1011"/>
            </a:xfrm>
            <a:custGeom>
              <a:avLst/>
              <a:gdLst>
                <a:gd name="T0" fmla="*/ 100752 w 633"/>
                <a:gd name="T1" fmla="*/ 4313 h 379"/>
                <a:gd name="T2" fmla="*/ 62620 w 633"/>
                <a:gd name="T3" fmla="*/ 29175 h 379"/>
                <a:gd name="T4" fmla="*/ 39112 w 633"/>
                <a:gd name="T5" fmla="*/ 45762 h 379"/>
                <a:gd name="T6" fmla="*/ 12046 w 633"/>
                <a:gd name="T7" fmla="*/ 64157 h 379"/>
                <a:gd name="T8" fmla="*/ 11544 w 633"/>
                <a:gd name="T9" fmla="*/ 64803 h 379"/>
                <a:gd name="T10" fmla="*/ 11544 w 633"/>
                <a:gd name="T11" fmla="*/ 64803 h 379"/>
                <a:gd name="T12" fmla="*/ 2738 w 633"/>
                <a:gd name="T13" fmla="*/ 105635 h 379"/>
                <a:gd name="T14" fmla="*/ 27386 w 633"/>
                <a:gd name="T15" fmla="*/ 134388 h 379"/>
                <a:gd name="T16" fmla="*/ 27699 w 633"/>
                <a:gd name="T17" fmla="*/ 134388 h 379"/>
                <a:gd name="T18" fmla="*/ 27699 w 633"/>
                <a:gd name="T19" fmla="*/ 134388 h 379"/>
                <a:gd name="T20" fmla="*/ 47435 w 633"/>
                <a:gd name="T21" fmla="*/ 135093 h 379"/>
                <a:gd name="T22" fmla="*/ 67969 w 633"/>
                <a:gd name="T23" fmla="*/ 133727 h 379"/>
                <a:gd name="T24" fmla="*/ 131376 w 633"/>
                <a:gd name="T25" fmla="*/ 120762 h 379"/>
                <a:gd name="T26" fmla="*/ 132359 w 633"/>
                <a:gd name="T27" fmla="*/ 119944 h 379"/>
                <a:gd name="T28" fmla="*/ 154849 w 633"/>
                <a:gd name="T29" fmla="*/ 62277 h 379"/>
                <a:gd name="T30" fmla="*/ 153366 w 633"/>
                <a:gd name="T31" fmla="*/ 42843 h 379"/>
                <a:gd name="T32" fmla="*/ 153366 w 633"/>
                <a:gd name="T33" fmla="*/ 42843 h 379"/>
                <a:gd name="T34" fmla="*/ 124729 w 633"/>
                <a:gd name="T35" fmla="*/ 662 h 379"/>
                <a:gd name="T36" fmla="*/ 122729 w 633"/>
                <a:gd name="T37" fmla="*/ 397 h 379"/>
                <a:gd name="T38" fmla="*/ 100752 w 633"/>
                <a:gd name="T39" fmla="*/ 4313 h 379"/>
                <a:gd name="T40" fmla="*/ 28869 w 633"/>
                <a:gd name="T41" fmla="*/ 132660 h 379"/>
                <a:gd name="T42" fmla="*/ 28669 w 633"/>
                <a:gd name="T43" fmla="*/ 133329 h 379"/>
                <a:gd name="T44" fmla="*/ 28869 w 633"/>
                <a:gd name="T45" fmla="*/ 132660 h 37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33" h="379">
                  <a:moveTo>
                    <a:pt x="412" y="12"/>
                  </a:moveTo>
                  <a:cubicBezTo>
                    <a:pt x="364" y="24"/>
                    <a:pt x="309" y="53"/>
                    <a:pt x="256" y="81"/>
                  </a:cubicBezTo>
                  <a:cubicBezTo>
                    <a:pt x="220" y="100"/>
                    <a:pt x="186" y="118"/>
                    <a:pt x="160" y="127"/>
                  </a:cubicBezTo>
                  <a:cubicBezTo>
                    <a:pt x="117" y="143"/>
                    <a:pt x="74" y="163"/>
                    <a:pt x="49" y="178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17" y="201"/>
                    <a:pt x="0" y="253"/>
                    <a:pt x="11" y="293"/>
                  </a:cubicBezTo>
                  <a:cubicBezTo>
                    <a:pt x="25" y="344"/>
                    <a:pt x="73" y="373"/>
                    <a:pt x="112" y="373"/>
                  </a:cubicBezTo>
                  <a:cubicBezTo>
                    <a:pt x="112" y="373"/>
                    <a:pt x="113" y="373"/>
                    <a:pt x="113" y="373"/>
                  </a:cubicBezTo>
                  <a:cubicBezTo>
                    <a:pt x="113" y="373"/>
                    <a:pt x="113" y="373"/>
                    <a:pt x="113" y="373"/>
                  </a:cubicBezTo>
                  <a:cubicBezTo>
                    <a:pt x="136" y="375"/>
                    <a:pt x="162" y="379"/>
                    <a:pt x="194" y="375"/>
                  </a:cubicBezTo>
                  <a:cubicBezTo>
                    <a:pt x="213" y="373"/>
                    <a:pt x="245" y="372"/>
                    <a:pt x="278" y="371"/>
                  </a:cubicBezTo>
                  <a:cubicBezTo>
                    <a:pt x="360" y="370"/>
                    <a:pt x="467" y="366"/>
                    <a:pt x="537" y="335"/>
                  </a:cubicBezTo>
                  <a:cubicBezTo>
                    <a:pt x="537" y="335"/>
                    <a:pt x="539" y="334"/>
                    <a:pt x="541" y="333"/>
                  </a:cubicBezTo>
                  <a:cubicBezTo>
                    <a:pt x="609" y="313"/>
                    <a:pt x="633" y="242"/>
                    <a:pt x="633" y="173"/>
                  </a:cubicBezTo>
                  <a:cubicBezTo>
                    <a:pt x="633" y="155"/>
                    <a:pt x="631" y="137"/>
                    <a:pt x="627" y="119"/>
                  </a:cubicBezTo>
                  <a:cubicBezTo>
                    <a:pt x="627" y="119"/>
                    <a:pt x="627" y="119"/>
                    <a:pt x="627" y="119"/>
                  </a:cubicBezTo>
                  <a:cubicBezTo>
                    <a:pt x="610" y="49"/>
                    <a:pt x="564" y="3"/>
                    <a:pt x="510" y="2"/>
                  </a:cubicBezTo>
                  <a:cubicBezTo>
                    <a:pt x="508" y="1"/>
                    <a:pt x="502" y="1"/>
                    <a:pt x="502" y="1"/>
                  </a:cubicBezTo>
                  <a:cubicBezTo>
                    <a:pt x="473" y="0"/>
                    <a:pt x="442" y="4"/>
                    <a:pt x="412" y="12"/>
                  </a:cubicBezTo>
                  <a:close/>
                  <a:moveTo>
                    <a:pt x="118" y="368"/>
                  </a:moveTo>
                  <a:cubicBezTo>
                    <a:pt x="118" y="369"/>
                    <a:pt x="117" y="369"/>
                    <a:pt x="117" y="370"/>
                  </a:cubicBezTo>
                  <a:cubicBezTo>
                    <a:pt x="117" y="369"/>
                    <a:pt x="118" y="369"/>
                    <a:pt x="118" y="368"/>
                  </a:cubicBezTo>
                  <a:close/>
                </a:path>
              </a:pathLst>
            </a:custGeom>
            <a:solidFill>
              <a:srgbClr val="D8DE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1" name="Freeform 785">
              <a:extLst>
                <a:ext uri="{FF2B5EF4-FFF2-40B4-BE49-F238E27FC236}">
                  <a16:creationId xmlns:a16="http://schemas.microsoft.com/office/drawing/2014/main" id="{64241A8D-6404-40A1-8318-089E4D804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3263"/>
              <a:ext cx="70" cy="146"/>
            </a:xfrm>
            <a:custGeom>
              <a:avLst/>
              <a:gdLst>
                <a:gd name="T0" fmla="*/ 520 w 28"/>
                <a:gd name="T1" fmla="*/ 396 h 55"/>
                <a:gd name="T2" fmla="*/ 0 w 28"/>
                <a:gd name="T3" fmla="*/ 1741 h 55"/>
                <a:gd name="T4" fmla="*/ 313 w 28"/>
                <a:gd name="T5" fmla="*/ 5256 h 55"/>
                <a:gd name="T6" fmla="*/ 0 w 28"/>
                <a:gd name="T7" fmla="*/ 7653 h 55"/>
                <a:gd name="T8" fmla="*/ 5863 w 28"/>
                <a:gd name="T9" fmla="*/ 18871 h 55"/>
                <a:gd name="T10" fmla="*/ 6845 w 28"/>
                <a:gd name="T11" fmla="*/ 18574 h 55"/>
                <a:gd name="T12" fmla="*/ 6375 w 28"/>
                <a:gd name="T13" fmla="*/ 17138 h 55"/>
                <a:gd name="T14" fmla="*/ 1488 w 28"/>
                <a:gd name="T15" fmla="*/ 7653 h 55"/>
                <a:gd name="T16" fmla="*/ 1770 w 28"/>
                <a:gd name="T17" fmla="*/ 5519 h 55"/>
                <a:gd name="T18" fmla="*/ 1488 w 28"/>
                <a:gd name="T19" fmla="*/ 1051 h 55"/>
                <a:gd name="T20" fmla="*/ 520 w 28"/>
                <a:gd name="T21" fmla="*/ 396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55">
                  <a:moveTo>
                    <a:pt x="2" y="1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2" y="8"/>
                    <a:pt x="1" y="12"/>
                    <a:pt x="1" y="1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39"/>
                    <a:pt x="10" y="47"/>
                    <a:pt x="24" y="54"/>
                  </a:cubicBezTo>
                  <a:cubicBezTo>
                    <a:pt x="25" y="55"/>
                    <a:pt x="27" y="54"/>
                    <a:pt x="28" y="53"/>
                  </a:cubicBezTo>
                  <a:cubicBezTo>
                    <a:pt x="28" y="51"/>
                    <a:pt x="28" y="49"/>
                    <a:pt x="26" y="49"/>
                  </a:cubicBezTo>
                  <a:cubicBezTo>
                    <a:pt x="14" y="42"/>
                    <a:pt x="6" y="36"/>
                    <a:pt x="6" y="22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2"/>
                    <a:pt x="8" y="7"/>
                    <a:pt x="6" y="3"/>
                  </a:cubicBezTo>
                  <a:cubicBezTo>
                    <a:pt x="5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2" name="Freeform 786">
              <a:extLst>
                <a:ext uri="{FF2B5EF4-FFF2-40B4-BE49-F238E27FC236}">
                  <a16:creationId xmlns:a16="http://schemas.microsoft.com/office/drawing/2014/main" id="{BC7E7E9B-A416-42AA-A62E-E65C44783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3503"/>
              <a:ext cx="62" cy="189"/>
            </a:xfrm>
            <a:custGeom>
              <a:avLst/>
              <a:gdLst>
                <a:gd name="T0" fmla="*/ 4422 w 25"/>
                <a:gd name="T1" fmla="*/ 397 h 71"/>
                <a:gd name="T2" fmla="*/ 3752 w 25"/>
                <a:gd name="T3" fmla="*/ 5718 h 71"/>
                <a:gd name="T4" fmla="*/ 3752 w 25"/>
                <a:gd name="T5" fmla="*/ 7491 h 71"/>
                <a:gd name="T6" fmla="*/ 3296 w 25"/>
                <a:gd name="T7" fmla="*/ 10033 h 71"/>
                <a:gd name="T8" fmla="*/ 2805 w 25"/>
                <a:gd name="T9" fmla="*/ 11359 h 71"/>
                <a:gd name="T10" fmla="*/ 1587 w 25"/>
                <a:gd name="T11" fmla="*/ 24857 h 71"/>
                <a:gd name="T12" fmla="*/ 2535 w 25"/>
                <a:gd name="T13" fmla="*/ 24857 h 71"/>
                <a:gd name="T14" fmla="*/ 2535 w 25"/>
                <a:gd name="T15" fmla="*/ 23540 h 71"/>
                <a:gd name="T16" fmla="*/ 3936 w 25"/>
                <a:gd name="T17" fmla="*/ 12450 h 71"/>
                <a:gd name="T18" fmla="*/ 4422 w 25"/>
                <a:gd name="T19" fmla="*/ 11359 h 71"/>
                <a:gd name="T20" fmla="*/ 5141 w 25"/>
                <a:gd name="T21" fmla="*/ 7491 h 71"/>
                <a:gd name="T22" fmla="*/ 4883 w 25"/>
                <a:gd name="T23" fmla="*/ 5321 h 71"/>
                <a:gd name="T24" fmla="*/ 5647 w 25"/>
                <a:gd name="T25" fmla="*/ 1757 h 71"/>
                <a:gd name="T26" fmla="*/ 5647 w 25"/>
                <a:gd name="T27" fmla="*/ 397 h 71"/>
                <a:gd name="T28" fmla="*/ 4422 w 25"/>
                <a:gd name="T29" fmla="*/ 397 h 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71">
                  <a:moveTo>
                    <a:pt x="19" y="1"/>
                  </a:moveTo>
                  <a:cubicBezTo>
                    <a:pt x="14" y="7"/>
                    <a:pt x="15" y="12"/>
                    <a:pt x="16" y="16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6"/>
                    <a:pt x="16" y="26"/>
                    <a:pt x="14" y="2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2" y="51"/>
                    <a:pt x="0" y="63"/>
                    <a:pt x="7" y="70"/>
                  </a:cubicBezTo>
                  <a:cubicBezTo>
                    <a:pt x="8" y="71"/>
                    <a:pt x="10" y="71"/>
                    <a:pt x="11" y="70"/>
                  </a:cubicBezTo>
                  <a:cubicBezTo>
                    <a:pt x="13" y="69"/>
                    <a:pt x="13" y="67"/>
                    <a:pt x="11" y="66"/>
                  </a:cubicBezTo>
                  <a:cubicBezTo>
                    <a:pt x="7" y="61"/>
                    <a:pt x="9" y="50"/>
                    <a:pt x="17" y="35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1" y="28"/>
                    <a:pt x="22" y="27"/>
                    <a:pt x="22" y="21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1"/>
                    <a:pt x="21" y="9"/>
                    <a:pt x="24" y="5"/>
                  </a:cubicBezTo>
                  <a:cubicBezTo>
                    <a:pt x="25" y="4"/>
                    <a:pt x="25" y="2"/>
                    <a:pt x="24" y="1"/>
                  </a:cubicBezTo>
                  <a:cubicBezTo>
                    <a:pt x="22" y="0"/>
                    <a:pt x="21" y="0"/>
                    <a:pt x="19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3" name="Freeform 787">
              <a:extLst>
                <a:ext uri="{FF2B5EF4-FFF2-40B4-BE49-F238E27FC236}">
                  <a16:creationId xmlns:a16="http://schemas.microsoft.com/office/drawing/2014/main" id="{1FA49E03-CA3D-4855-8993-71F42B7B7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3519"/>
              <a:ext cx="40" cy="277"/>
            </a:xfrm>
            <a:custGeom>
              <a:avLst/>
              <a:gdLst>
                <a:gd name="T0" fmla="*/ 2270 w 16"/>
                <a:gd name="T1" fmla="*/ 0 h 104"/>
                <a:gd name="T2" fmla="*/ 1488 w 16"/>
                <a:gd name="T3" fmla="*/ 1057 h 104"/>
                <a:gd name="T4" fmla="*/ 988 w 16"/>
                <a:gd name="T5" fmla="*/ 7101 h 104"/>
                <a:gd name="T6" fmla="*/ 783 w 16"/>
                <a:gd name="T7" fmla="*/ 16756 h 104"/>
                <a:gd name="T8" fmla="*/ 1488 w 16"/>
                <a:gd name="T9" fmla="*/ 35634 h 104"/>
                <a:gd name="T10" fmla="*/ 1958 w 16"/>
                <a:gd name="T11" fmla="*/ 36732 h 104"/>
                <a:gd name="T12" fmla="*/ 2738 w 16"/>
                <a:gd name="T13" fmla="*/ 36031 h 104"/>
                <a:gd name="T14" fmla="*/ 2270 w 16"/>
                <a:gd name="T15" fmla="*/ 16095 h 104"/>
                <a:gd name="T16" fmla="*/ 2470 w 16"/>
                <a:gd name="T17" fmla="*/ 7895 h 104"/>
                <a:gd name="T18" fmla="*/ 2938 w 16"/>
                <a:gd name="T19" fmla="*/ 1057 h 104"/>
                <a:gd name="T20" fmla="*/ 2270 w 16"/>
                <a:gd name="T21" fmla="*/ 0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04">
                  <a:moveTo>
                    <a:pt x="9" y="0"/>
                  </a:moveTo>
                  <a:cubicBezTo>
                    <a:pt x="8" y="0"/>
                    <a:pt x="6" y="2"/>
                    <a:pt x="6" y="3"/>
                  </a:cubicBezTo>
                  <a:cubicBezTo>
                    <a:pt x="7" y="9"/>
                    <a:pt x="5" y="14"/>
                    <a:pt x="4" y="20"/>
                  </a:cubicBezTo>
                  <a:cubicBezTo>
                    <a:pt x="2" y="29"/>
                    <a:pt x="0" y="37"/>
                    <a:pt x="3" y="47"/>
                  </a:cubicBezTo>
                  <a:cubicBezTo>
                    <a:pt x="9" y="67"/>
                    <a:pt x="10" y="80"/>
                    <a:pt x="6" y="100"/>
                  </a:cubicBezTo>
                  <a:cubicBezTo>
                    <a:pt x="5" y="101"/>
                    <a:pt x="6" y="103"/>
                    <a:pt x="8" y="103"/>
                  </a:cubicBezTo>
                  <a:cubicBezTo>
                    <a:pt x="9" y="104"/>
                    <a:pt x="11" y="103"/>
                    <a:pt x="11" y="101"/>
                  </a:cubicBezTo>
                  <a:cubicBezTo>
                    <a:pt x="16" y="80"/>
                    <a:pt x="15" y="66"/>
                    <a:pt x="9" y="45"/>
                  </a:cubicBezTo>
                  <a:cubicBezTo>
                    <a:pt x="6" y="37"/>
                    <a:pt x="8" y="30"/>
                    <a:pt x="10" y="22"/>
                  </a:cubicBezTo>
                  <a:cubicBezTo>
                    <a:pt x="11" y="16"/>
                    <a:pt x="13" y="10"/>
                    <a:pt x="12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4" name="Freeform 788">
              <a:extLst>
                <a:ext uri="{FF2B5EF4-FFF2-40B4-BE49-F238E27FC236}">
                  <a16:creationId xmlns:a16="http://schemas.microsoft.com/office/drawing/2014/main" id="{1B289A0D-D2CD-4C18-A38D-9B23DA14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577"/>
              <a:ext cx="70" cy="240"/>
            </a:xfrm>
            <a:custGeom>
              <a:avLst/>
              <a:gdLst>
                <a:gd name="T0" fmla="*/ 1770 w 28"/>
                <a:gd name="T1" fmla="*/ 0 h 90"/>
                <a:gd name="T2" fmla="*/ 988 w 28"/>
                <a:gd name="T3" fmla="*/ 1059 h 90"/>
                <a:gd name="T4" fmla="*/ 783 w 28"/>
                <a:gd name="T5" fmla="*/ 6464 h 90"/>
                <a:gd name="T6" fmla="*/ 783 w 28"/>
                <a:gd name="T7" fmla="*/ 16179 h 90"/>
                <a:gd name="T8" fmla="*/ 2470 w 28"/>
                <a:gd name="T9" fmla="*/ 20877 h 90"/>
                <a:gd name="T10" fmla="*/ 3908 w 28"/>
                <a:gd name="T11" fmla="*/ 30891 h 90"/>
                <a:gd name="T12" fmla="*/ 4425 w 28"/>
                <a:gd name="T13" fmla="*/ 32371 h 90"/>
                <a:gd name="T14" fmla="*/ 5395 w 28"/>
                <a:gd name="T15" fmla="*/ 31709 h 90"/>
                <a:gd name="T16" fmla="*/ 3720 w 28"/>
                <a:gd name="T17" fmla="*/ 19819 h 90"/>
                <a:gd name="T18" fmla="*/ 2270 w 28"/>
                <a:gd name="T19" fmla="*/ 15531 h 90"/>
                <a:gd name="T20" fmla="*/ 2270 w 28"/>
                <a:gd name="T21" fmla="*/ 6883 h 90"/>
                <a:gd name="T22" fmla="*/ 2470 w 28"/>
                <a:gd name="T23" fmla="*/ 1059 h 90"/>
                <a:gd name="T24" fmla="*/ 1770 w 28"/>
                <a:gd name="T25" fmla="*/ 0 h 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90">
                  <a:moveTo>
                    <a:pt x="7" y="0"/>
                  </a:moveTo>
                  <a:cubicBezTo>
                    <a:pt x="6" y="0"/>
                    <a:pt x="4" y="1"/>
                    <a:pt x="4" y="3"/>
                  </a:cubicBezTo>
                  <a:cubicBezTo>
                    <a:pt x="5" y="8"/>
                    <a:pt x="4" y="13"/>
                    <a:pt x="3" y="18"/>
                  </a:cubicBezTo>
                  <a:cubicBezTo>
                    <a:pt x="1" y="27"/>
                    <a:pt x="0" y="37"/>
                    <a:pt x="3" y="45"/>
                  </a:cubicBezTo>
                  <a:cubicBezTo>
                    <a:pt x="5" y="50"/>
                    <a:pt x="8" y="54"/>
                    <a:pt x="10" y="58"/>
                  </a:cubicBezTo>
                  <a:cubicBezTo>
                    <a:pt x="16" y="67"/>
                    <a:pt x="21" y="75"/>
                    <a:pt x="16" y="86"/>
                  </a:cubicBezTo>
                  <a:cubicBezTo>
                    <a:pt x="15" y="87"/>
                    <a:pt x="16" y="89"/>
                    <a:pt x="18" y="90"/>
                  </a:cubicBezTo>
                  <a:cubicBezTo>
                    <a:pt x="19" y="90"/>
                    <a:pt x="21" y="90"/>
                    <a:pt x="22" y="88"/>
                  </a:cubicBezTo>
                  <a:cubicBezTo>
                    <a:pt x="28" y="74"/>
                    <a:pt x="21" y="64"/>
                    <a:pt x="15" y="55"/>
                  </a:cubicBezTo>
                  <a:cubicBezTo>
                    <a:pt x="13" y="51"/>
                    <a:pt x="10" y="47"/>
                    <a:pt x="9" y="43"/>
                  </a:cubicBezTo>
                  <a:cubicBezTo>
                    <a:pt x="6" y="36"/>
                    <a:pt x="7" y="28"/>
                    <a:pt x="9" y="19"/>
                  </a:cubicBezTo>
                  <a:cubicBezTo>
                    <a:pt x="10" y="14"/>
                    <a:pt x="11" y="8"/>
                    <a:pt x="10" y="3"/>
                  </a:cubicBezTo>
                  <a:cubicBezTo>
                    <a:pt x="10" y="1"/>
                    <a:pt x="9" y="0"/>
                    <a:pt x="7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5" name="Freeform 789">
              <a:extLst>
                <a:ext uri="{FF2B5EF4-FFF2-40B4-BE49-F238E27FC236}">
                  <a16:creationId xmlns:a16="http://schemas.microsoft.com/office/drawing/2014/main" id="{46FB032C-CEA7-4157-83F1-CD45769C1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3596"/>
              <a:ext cx="45" cy="237"/>
            </a:xfrm>
            <a:custGeom>
              <a:avLst/>
              <a:gdLst>
                <a:gd name="T0" fmla="*/ 0 w 18"/>
                <a:gd name="T1" fmla="*/ 1057 h 89"/>
                <a:gd name="T2" fmla="*/ 1488 w 18"/>
                <a:gd name="T3" fmla="*/ 8950 h 89"/>
                <a:gd name="T4" fmla="*/ 2938 w 18"/>
                <a:gd name="T5" fmla="*/ 16089 h 89"/>
                <a:gd name="T6" fmla="*/ 2470 w 18"/>
                <a:gd name="T7" fmla="*/ 23189 h 89"/>
                <a:gd name="T8" fmla="*/ 1770 w 18"/>
                <a:gd name="T9" fmla="*/ 30669 h 89"/>
                <a:gd name="T10" fmla="*/ 2470 w 18"/>
                <a:gd name="T11" fmla="*/ 31726 h 89"/>
                <a:gd name="T12" fmla="*/ 3250 w 18"/>
                <a:gd name="T13" fmla="*/ 30669 h 89"/>
                <a:gd name="T14" fmla="*/ 3908 w 18"/>
                <a:gd name="T15" fmla="*/ 23585 h 89"/>
                <a:gd name="T16" fmla="*/ 4425 w 18"/>
                <a:gd name="T17" fmla="*/ 15693 h 89"/>
                <a:gd name="T18" fmla="*/ 2938 w 18"/>
                <a:gd name="T19" fmla="*/ 8141 h 89"/>
                <a:gd name="T20" fmla="*/ 1488 w 18"/>
                <a:gd name="T21" fmla="*/ 1057 h 89"/>
                <a:gd name="T22" fmla="*/ 988 w 18"/>
                <a:gd name="T23" fmla="*/ 0 h 89"/>
                <a:gd name="T24" fmla="*/ 0 w 18"/>
                <a:gd name="T25" fmla="*/ 1057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89">
                  <a:moveTo>
                    <a:pt x="0" y="3"/>
                  </a:moveTo>
                  <a:cubicBezTo>
                    <a:pt x="0" y="11"/>
                    <a:pt x="3" y="18"/>
                    <a:pt x="6" y="25"/>
                  </a:cubicBezTo>
                  <a:cubicBezTo>
                    <a:pt x="9" y="32"/>
                    <a:pt x="12" y="38"/>
                    <a:pt x="12" y="45"/>
                  </a:cubicBezTo>
                  <a:cubicBezTo>
                    <a:pt x="12" y="52"/>
                    <a:pt x="11" y="58"/>
                    <a:pt x="10" y="65"/>
                  </a:cubicBezTo>
                  <a:cubicBezTo>
                    <a:pt x="8" y="72"/>
                    <a:pt x="7" y="78"/>
                    <a:pt x="7" y="86"/>
                  </a:cubicBezTo>
                  <a:cubicBezTo>
                    <a:pt x="7" y="87"/>
                    <a:pt x="9" y="89"/>
                    <a:pt x="10" y="89"/>
                  </a:cubicBezTo>
                  <a:cubicBezTo>
                    <a:pt x="12" y="89"/>
                    <a:pt x="13" y="87"/>
                    <a:pt x="13" y="86"/>
                  </a:cubicBezTo>
                  <a:cubicBezTo>
                    <a:pt x="13" y="79"/>
                    <a:pt x="14" y="73"/>
                    <a:pt x="16" y="66"/>
                  </a:cubicBezTo>
                  <a:cubicBezTo>
                    <a:pt x="17" y="59"/>
                    <a:pt x="18" y="52"/>
                    <a:pt x="18" y="44"/>
                  </a:cubicBezTo>
                  <a:cubicBezTo>
                    <a:pt x="18" y="37"/>
                    <a:pt x="15" y="30"/>
                    <a:pt x="12" y="23"/>
                  </a:cubicBezTo>
                  <a:cubicBezTo>
                    <a:pt x="9" y="16"/>
                    <a:pt x="6" y="9"/>
                    <a:pt x="6" y="3"/>
                  </a:cubicBezTo>
                  <a:cubicBezTo>
                    <a:pt x="7" y="1"/>
                    <a:pt x="5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6" name="Freeform 790">
              <a:extLst>
                <a:ext uri="{FF2B5EF4-FFF2-40B4-BE49-F238E27FC236}">
                  <a16:creationId xmlns:a16="http://schemas.microsoft.com/office/drawing/2014/main" id="{4C864FBC-96DD-4AA9-9D5F-9AC7A7CA7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391"/>
              <a:ext cx="47" cy="85"/>
            </a:xfrm>
            <a:custGeom>
              <a:avLst/>
              <a:gdLst>
                <a:gd name="T0" fmla="*/ 3451 w 19"/>
                <a:gd name="T1" fmla="*/ 0 h 32"/>
                <a:gd name="T2" fmla="*/ 935 w 19"/>
                <a:gd name="T3" fmla="*/ 2794 h 32"/>
                <a:gd name="T4" fmla="*/ 636 w 19"/>
                <a:gd name="T5" fmla="*/ 4874 h 32"/>
                <a:gd name="T6" fmla="*/ 1121 w 19"/>
                <a:gd name="T7" fmla="*/ 8473 h 32"/>
                <a:gd name="T8" fmla="*/ 935 w 19"/>
                <a:gd name="T9" fmla="*/ 8473 h 32"/>
                <a:gd name="T10" fmla="*/ 453 w 19"/>
                <a:gd name="T11" fmla="*/ 8713 h 32"/>
                <a:gd name="T12" fmla="*/ 0 w 19"/>
                <a:gd name="T13" fmla="*/ 10216 h 32"/>
                <a:gd name="T14" fmla="*/ 0 w 19"/>
                <a:gd name="T15" fmla="*/ 10216 h 32"/>
                <a:gd name="T16" fmla="*/ 935 w 19"/>
                <a:gd name="T17" fmla="*/ 10851 h 32"/>
                <a:gd name="T18" fmla="*/ 1573 w 19"/>
                <a:gd name="T19" fmla="*/ 10604 h 32"/>
                <a:gd name="T20" fmla="*/ 2026 w 19"/>
                <a:gd name="T21" fmla="*/ 9802 h 32"/>
                <a:gd name="T22" fmla="*/ 2516 w 19"/>
                <a:gd name="T23" fmla="*/ 8473 h 32"/>
                <a:gd name="T24" fmla="*/ 2313 w 19"/>
                <a:gd name="T25" fmla="*/ 3846 h 32"/>
                <a:gd name="T26" fmla="*/ 3708 w 19"/>
                <a:gd name="T27" fmla="*/ 2138 h 32"/>
                <a:gd name="T28" fmla="*/ 4161 w 19"/>
                <a:gd name="T29" fmla="*/ 1052 h 32"/>
                <a:gd name="T30" fmla="*/ 3451 w 19"/>
                <a:gd name="T31" fmla="*/ 0 h 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" h="32">
                  <a:moveTo>
                    <a:pt x="15" y="0"/>
                  </a:moveTo>
                  <a:cubicBezTo>
                    <a:pt x="10" y="2"/>
                    <a:pt x="6" y="4"/>
                    <a:pt x="4" y="8"/>
                  </a:cubicBezTo>
                  <a:cubicBezTo>
                    <a:pt x="3" y="10"/>
                    <a:pt x="3" y="12"/>
                    <a:pt x="3" y="14"/>
                  </a:cubicBezTo>
                  <a:cubicBezTo>
                    <a:pt x="3" y="17"/>
                    <a:pt x="4" y="20"/>
                    <a:pt x="5" y="24"/>
                  </a:cubicBezTo>
                  <a:cubicBezTo>
                    <a:pt x="5" y="24"/>
                    <a:pt x="4" y="24"/>
                    <a:pt x="4" y="24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1" y="26"/>
                    <a:pt x="0" y="27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31"/>
                    <a:pt x="2" y="32"/>
                    <a:pt x="4" y="31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1" y="28"/>
                    <a:pt x="12" y="26"/>
                    <a:pt x="11" y="24"/>
                  </a:cubicBezTo>
                  <a:cubicBezTo>
                    <a:pt x="9" y="18"/>
                    <a:pt x="8" y="13"/>
                    <a:pt x="10" y="11"/>
                  </a:cubicBezTo>
                  <a:cubicBezTo>
                    <a:pt x="11" y="8"/>
                    <a:pt x="13" y="7"/>
                    <a:pt x="16" y="6"/>
                  </a:cubicBezTo>
                  <a:cubicBezTo>
                    <a:pt x="18" y="6"/>
                    <a:pt x="19" y="4"/>
                    <a:pt x="18" y="3"/>
                  </a:cubicBezTo>
                  <a:cubicBezTo>
                    <a:pt x="18" y="1"/>
                    <a:pt x="16" y="0"/>
                    <a:pt x="15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7" name="Freeform 791">
              <a:extLst>
                <a:ext uri="{FF2B5EF4-FFF2-40B4-BE49-F238E27FC236}">
                  <a16:creationId xmlns:a16="http://schemas.microsoft.com/office/drawing/2014/main" id="{1BF6BD30-AAF3-40DF-B22D-59ACC2F56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199"/>
              <a:ext cx="102" cy="146"/>
            </a:xfrm>
            <a:custGeom>
              <a:avLst/>
              <a:gdLst>
                <a:gd name="T0" fmla="*/ 0 w 41"/>
                <a:gd name="T1" fmla="*/ 656 h 55"/>
                <a:gd name="T2" fmla="*/ 187 w 41"/>
                <a:gd name="T3" fmla="*/ 2079 h 55"/>
                <a:gd name="T4" fmla="*/ 1157 w 41"/>
                <a:gd name="T5" fmla="*/ 7406 h 55"/>
                <a:gd name="T6" fmla="*/ 1602 w 41"/>
                <a:gd name="T7" fmla="*/ 13297 h 55"/>
                <a:gd name="T8" fmla="*/ 8777 w 41"/>
                <a:gd name="T9" fmla="*/ 18871 h 55"/>
                <a:gd name="T10" fmla="*/ 9531 w 41"/>
                <a:gd name="T11" fmla="*/ 18181 h 55"/>
                <a:gd name="T12" fmla="*/ 9036 w 41"/>
                <a:gd name="T13" fmla="*/ 17138 h 55"/>
                <a:gd name="T14" fmla="*/ 2878 w 41"/>
                <a:gd name="T15" fmla="*/ 11861 h 55"/>
                <a:gd name="T16" fmla="*/ 2567 w 41"/>
                <a:gd name="T17" fmla="*/ 7406 h 55"/>
                <a:gd name="T18" fmla="*/ 1157 w 41"/>
                <a:gd name="T19" fmla="*/ 396 h 55"/>
                <a:gd name="T20" fmla="*/ 0 w 41"/>
                <a:gd name="T21" fmla="*/ 656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55">
                  <a:moveTo>
                    <a:pt x="0" y="2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6" y="9"/>
                    <a:pt x="6" y="13"/>
                    <a:pt x="5" y="21"/>
                  </a:cubicBezTo>
                  <a:cubicBezTo>
                    <a:pt x="4" y="26"/>
                    <a:pt x="4" y="32"/>
                    <a:pt x="7" y="38"/>
                  </a:cubicBezTo>
                  <a:cubicBezTo>
                    <a:pt x="13" y="47"/>
                    <a:pt x="27" y="52"/>
                    <a:pt x="37" y="54"/>
                  </a:cubicBezTo>
                  <a:cubicBezTo>
                    <a:pt x="38" y="55"/>
                    <a:pt x="40" y="54"/>
                    <a:pt x="40" y="52"/>
                  </a:cubicBezTo>
                  <a:cubicBezTo>
                    <a:pt x="41" y="50"/>
                    <a:pt x="40" y="49"/>
                    <a:pt x="38" y="49"/>
                  </a:cubicBezTo>
                  <a:cubicBezTo>
                    <a:pt x="28" y="47"/>
                    <a:pt x="17" y="41"/>
                    <a:pt x="12" y="34"/>
                  </a:cubicBezTo>
                  <a:cubicBezTo>
                    <a:pt x="10" y="31"/>
                    <a:pt x="10" y="26"/>
                    <a:pt x="11" y="21"/>
                  </a:cubicBezTo>
                  <a:cubicBezTo>
                    <a:pt x="12" y="14"/>
                    <a:pt x="13" y="6"/>
                    <a:pt x="5" y="1"/>
                  </a:cubicBezTo>
                  <a:cubicBezTo>
                    <a:pt x="3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8" name="Freeform 792">
              <a:extLst>
                <a:ext uri="{FF2B5EF4-FFF2-40B4-BE49-F238E27FC236}">
                  <a16:creationId xmlns:a16="http://schemas.microsoft.com/office/drawing/2014/main" id="{1E5E3104-2546-44D7-8FC9-50680E2ED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2716"/>
              <a:ext cx="57" cy="259"/>
            </a:xfrm>
            <a:custGeom>
              <a:avLst/>
              <a:gdLst>
                <a:gd name="T0" fmla="*/ 2984 w 23"/>
                <a:gd name="T1" fmla="*/ 662 h 97"/>
                <a:gd name="T2" fmla="*/ 3286 w 23"/>
                <a:gd name="T3" fmla="*/ 13417 h 97"/>
                <a:gd name="T4" fmla="*/ 3727 w 23"/>
                <a:gd name="T5" fmla="*/ 20632 h 97"/>
                <a:gd name="T6" fmla="*/ 183 w 23"/>
                <a:gd name="T7" fmla="*/ 32989 h 97"/>
                <a:gd name="T8" fmla="*/ 183 w 23"/>
                <a:gd name="T9" fmla="*/ 34458 h 97"/>
                <a:gd name="T10" fmla="*/ 1125 w 23"/>
                <a:gd name="T11" fmla="*/ 34458 h 97"/>
                <a:gd name="T12" fmla="*/ 5128 w 23"/>
                <a:gd name="T13" fmla="*/ 20632 h 97"/>
                <a:gd name="T14" fmla="*/ 4367 w 23"/>
                <a:gd name="T15" fmla="*/ 13019 h 97"/>
                <a:gd name="T16" fmla="*/ 4233 w 23"/>
                <a:gd name="T17" fmla="*/ 1768 h 97"/>
                <a:gd name="T18" fmla="*/ 3926 w 23"/>
                <a:gd name="T19" fmla="*/ 401 h 97"/>
                <a:gd name="T20" fmla="*/ 2984 w 23"/>
                <a:gd name="T21" fmla="*/ 662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97">
                  <a:moveTo>
                    <a:pt x="13" y="2"/>
                  </a:moveTo>
                  <a:cubicBezTo>
                    <a:pt x="8" y="11"/>
                    <a:pt x="11" y="24"/>
                    <a:pt x="14" y="37"/>
                  </a:cubicBezTo>
                  <a:cubicBezTo>
                    <a:pt x="15" y="44"/>
                    <a:pt x="17" y="52"/>
                    <a:pt x="16" y="57"/>
                  </a:cubicBezTo>
                  <a:cubicBezTo>
                    <a:pt x="16" y="72"/>
                    <a:pt x="10" y="83"/>
                    <a:pt x="1" y="91"/>
                  </a:cubicBezTo>
                  <a:cubicBezTo>
                    <a:pt x="0" y="92"/>
                    <a:pt x="0" y="94"/>
                    <a:pt x="1" y="95"/>
                  </a:cubicBezTo>
                  <a:cubicBezTo>
                    <a:pt x="2" y="96"/>
                    <a:pt x="4" y="97"/>
                    <a:pt x="5" y="95"/>
                  </a:cubicBezTo>
                  <a:cubicBezTo>
                    <a:pt x="16" y="87"/>
                    <a:pt x="22" y="74"/>
                    <a:pt x="22" y="57"/>
                  </a:cubicBezTo>
                  <a:cubicBezTo>
                    <a:pt x="23" y="51"/>
                    <a:pt x="21" y="44"/>
                    <a:pt x="19" y="36"/>
                  </a:cubicBezTo>
                  <a:cubicBezTo>
                    <a:pt x="17" y="24"/>
                    <a:pt x="14" y="12"/>
                    <a:pt x="18" y="5"/>
                  </a:cubicBezTo>
                  <a:cubicBezTo>
                    <a:pt x="19" y="4"/>
                    <a:pt x="18" y="2"/>
                    <a:pt x="17" y="1"/>
                  </a:cubicBezTo>
                  <a:cubicBezTo>
                    <a:pt x="16" y="0"/>
                    <a:pt x="14" y="1"/>
                    <a:pt x="13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9" name="Freeform 793">
              <a:extLst>
                <a:ext uri="{FF2B5EF4-FFF2-40B4-BE49-F238E27FC236}">
                  <a16:creationId xmlns:a16="http://schemas.microsoft.com/office/drawing/2014/main" id="{D44C4E98-4285-4E13-8ED4-18FBFE86C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732"/>
              <a:ext cx="57" cy="152"/>
            </a:xfrm>
            <a:custGeom>
              <a:avLst/>
              <a:gdLst>
                <a:gd name="T0" fmla="*/ 4233 w 23"/>
                <a:gd name="T1" fmla="*/ 397 h 57"/>
                <a:gd name="T2" fmla="*/ 1400 w 23"/>
                <a:gd name="T3" fmla="*/ 7944 h 57"/>
                <a:gd name="T4" fmla="*/ 1125 w 23"/>
                <a:gd name="T5" fmla="*/ 9309 h 57"/>
                <a:gd name="T6" fmla="*/ 183 w 23"/>
                <a:gd name="T7" fmla="*/ 19021 h 57"/>
                <a:gd name="T8" fmla="*/ 639 w 23"/>
                <a:gd name="T9" fmla="*/ 20480 h 57"/>
                <a:gd name="T10" fmla="*/ 1400 w 23"/>
                <a:gd name="T11" fmla="*/ 19819 h 57"/>
                <a:gd name="T12" fmla="*/ 2525 w 23"/>
                <a:gd name="T13" fmla="*/ 9309 h 57"/>
                <a:gd name="T14" fmla="*/ 2525 w 23"/>
                <a:gd name="T15" fmla="*/ 8248 h 57"/>
                <a:gd name="T16" fmla="*/ 5128 w 23"/>
                <a:gd name="T17" fmla="*/ 1763 h 57"/>
                <a:gd name="T18" fmla="*/ 5128 w 23"/>
                <a:gd name="T19" fmla="*/ 397 h 57"/>
                <a:gd name="T20" fmla="*/ 4233 w 23"/>
                <a:gd name="T21" fmla="*/ 397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57">
                  <a:moveTo>
                    <a:pt x="18" y="1"/>
                  </a:moveTo>
                  <a:cubicBezTo>
                    <a:pt x="12" y="7"/>
                    <a:pt x="6" y="12"/>
                    <a:pt x="6" y="22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4" y="36"/>
                    <a:pt x="4" y="43"/>
                    <a:pt x="1" y="53"/>
                  </a:cubicBezTo>
                  <a:cubicBezTo>
                    <a:pt x="0" y="54"/>
                    <a:pt x="1" y="56"/>
                    <a:pt x="3" y="57"/>
                  </a:cubicBezTo>
                  <a:cubicBezTo>
                    <a:pt x="4" y="57"/>
                    <a:pt x="6" y="56"/>
                    <a:pt x="6" y="55"/>
                  </a:cubicBezTo>
                  <a:cubicBezTo>
                    <a:pt x="10" y="44"/>
                    <a:pt x="10" y="37"/>
                    <a:pt x="11" y="26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16"/>
                    <a:pt x="16" y="11"/>
                    <a:pt x="22" y="5"/>
                  </a:cubicBezTo>
                  <a:cubicBezTo>
                    <a:pt x="23" y="4"/>
                    <a:pt x="23" y="2"/>
                    <a:pt x="22" y="1"/>
                  </a:cubicBezTo>
                  <a:cubicBezTo>
                    <a:pt x="21" y="0"/>
                    <a:pt x="19" y="0"/>
                    <a:pt x="18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0" name="Freeform 794">
              <a:extLst>
                <a:ext uri="{FF2B5EF4-FFF2-40B4-BE49-F238E27FC236}">
                  <a16:creationId xmlns:a16="http://schemas.microsoft.com/office/drawing/2014/main" id="{E3E68841-9713-4DB7-9597-A685761FE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2804"/>
              <a:ext cx="128" cy="165"/>
            </a:xfrm>
            <a:custGeom>
              <a:avLst/>
              <a:gdLst>
                <a:gd name="T0" fmla="*/ 11269 w 51"/>
                <a:gd name="T1" fmla="*/ 397 h 62"/>
                <a:gd name="T2" fmla="*/ 8963 w 51"/>
                <a:gd name="T3" fmla="*/ 7068 h 62"/>
                <a:gd name="T4" fmla="*/ 6470 w 51"/>
                <a:gd name="T5" fmla="*/ 13889 h 62"/>
                <a:gd name="T6" fmla="*/ 522 w 51"/>
                <a:gd name="T7" fmla="*/ 19505 h 62"/>
                <a:gd name="T8" fmla="*/ 0 w 51"/>
                <a:gd name="T9" fmla="*/ 20958 h 62"/>
                <a:gd name="T10" fmla="*/ 996 w 51"/>
                <a:gd name="T11" fmla="*/ 21623 h 62"/>
                <a:gd name="T12" fmla="*/ 7780 w 51"/>
                <a:gd name="T13" fmla="*/ 15191 h 62"/>
                <a:gd name="T14" fmla="*/ 10481 w 51"/>
                <a:gd name="T15" fmla="*/ 7875 h 62"/>
                <a:gd name="T16" fmla="*/ 12459 w 51"/>
                <a:gd name="T17" fmla="*/ 1756 h 62"/>
                <a:gd name="T18" fmla="*/ 12459 w 51"/>
                <a:gd name="T19" fmla="*/ 397 h 62"/>
                <a:gd name="T20" fmla="*/ 11269 w 51"/>
                <a:gd name="T21" fmla="*/ 397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2">
                  <a:moveTo>
                    <a:pt x="45" y="1"/>
                  </a:moveTo>
                  <a:cubicBezTo>
                    <a:pt x="41" y="7"/>
                    <a:pt x="38" y="14"/>
                    <a:pt x="36" y="20"/>
                  </a:cubicBezTo>
                  <a:cubicBezTo>
                    <a:pt x="34" y="27"/>
                    <a:pt x="32" y="34"/>
                    <a:pt x="26" y="39"/>
                  </a:cubicBezTo>
                  <a:cubicBezTo>
                    <a:pt x="20" y="45"/>
                    <a:pt x="9" y="53"/>
                    <a:pt x="2" y="55"/>
                  </a:cubicBezTo>
                  <a:cubicBezTo>
                    <a:pt x="0" y="56"/>
                    <a:pt x="0" y="58"/>
                    <a:pt x="0" y="59"/>
                  </a:cubicBezTo>
                  <a:cubicBezTo>
                    <a:pt x="1" y="61"/>
                    <a:pt x="2" y="62"/>
                    <a:pt x="4" y="61"/>
                  </a:cubicBezTo>
                  <a:cubicBezTo>
                    <a:pt x="12" y="58"/>
                    <a:pt x="24" y="50"/>
                    <a:pt x="31" y="43"/>
                  </a:cubicBezTo>
                  <a:cubicBezTo>
                    <a:pt x="37" y="37"/>
                    <a:pt x="39" y="29"/>
                    <a:pt x="42" y="22"/>
                  </a:cubicBezTo>
                  <a:cubicBezTo>
                    <a:pt x="44" y="16"/>
                    <a:pt x="46" y="10"/>
                    <a:pt x="50" y="5"/>
                  </a:cubicBezTo>
                  <a:cubicBezTo>
                    <a:pt x="51" y="4"/>
                    <a:pt x="51" y="2"/>
                    <a:pt x="50" y="1"/>
                  </a:cubicBezTo>
                  <a:cubicBezTo>
                    <a:pt x="48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1" name="Freeform 795">
              <a:extLst>
                <a:ext uri="{FF2B5EF4-FFF2-40B4-BE49-F238E27FC236}">
                  <a16:creationId xmlns:a16="http://schemas.microsoft.com/office/drawing/2014/main" id="{FBCCF189-F7DA-4D29-AC08-CCAE44637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3001"/>
              <a:ext cx="133" cy="219"/>
            </a:xfrm>
            <a:custGeom>
              <a:avLst/>
              <a:gdLst>
                <a:gd name="T0" fmla="*/ 522 w 53"/>
                <a:gd name="T1" fmla="*/ 0 h 82"/>
                <a:gd name="T2" fmla="*/ 0 w 53"/>
                <a:gd name="T3" fmla="*/ 1469 h 82"/>
                <a:gd name="T4" fmla="*/ 4281 w 53"/>
                <a:gd name="T5" fmla="*/ 9110 h 82"/>
                <a:gd name="T6" fmla="*/ 6783 w 53"/>
                <a:gd name="T7" fmla="*/ 12360 h 82"/>
                <a:gd name="T8" fmla="*/ 11744 w 53"/>
                <a:gd name="T9" fmla="*/ 28689 h 82"/>
                <a:gd name="T10" fmla="*/ 12449 w 53"/>
                <a:gd name="T11" fmla="*/ 29757 h 82"/>
                <a:gd name="T12" fmla="*/ 13242 w 53"/>
                <a:gd name="T13" fmla="*/ 28288 h 82"/>
                <a:gd name="T14" fmla="*/ 7965 w 53"/>
                <a:gd name="T15" fmla="*/ 10899 h 82"/>
                <a:gd name="T16" fmla="*/ 5277 w 53"/>
                <a:gd name="T17" fmla="*/ 7219 h 82"/>
                <a:gd name="T18" fmla="*/ 1498 w 53"/>
                <a:gd name="T19" fmla="*/ 1071 h 82"/>
                <a:gd name="T20" fmla="*/ 522 w 53"/>
                <a:gd name="T21" fmla="*/ 0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82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15"/>
                    <a:pt x="10" y="20"/>
                    <a:pt x="17" y="25"/>
                  </a:cubicBezTo>
                  <a:cubicBezTo>
                    <a:pt x="21" y="28"/>
                    <a:pt x="24" y="31"/>
                    <a:pt x="27" y="34"/>
                  </a:cubicBezTo>
                  <a:cubicBezTo>
                    <a:pt x="36" y="43"/>
                    <a:pt x="42" y="58"/>
                    <a:pt x="47" y="79"/>
                  </a:cubicBezTo>
                  <a:cubicBezTo>
                    <a:pt x="47" y="81"/>
                    <a:pt x="49" y="82"/>
                    <a:pt x="50" y="82"/>
                  </a:cubicBezTo>
                  <a:cubicBezTo>
                    <a:pt x="52" y="81"/>
                    <a:pt x="53" y="80"/>
                    <a:pt x="53" y="78"/>
                  </a:cubicBezTo>
                  <a:cubicBezTo>
                    <a:pt x="48" y="56"/>
                    <a:pt x="41" y="40"/>
                    <a:pt x="32" y="30"/>
                  </a:cubicBezTo>
                  <a:cubicBezTo>
                    <a:pt x="28" y="26"/>
                    <a:pt x="24" y="23"/>
                    <a:pt x="21" y="20"/>
                  </a:cubicBezTo>
                  <a:cubicBezTo>
                    <a:pt x="14" y="16"/>
                    <a:pt x="8" y="11"/>
                    <a:pt x="6" y="3"/>
                  </a:cubicBezTo>
                  <a:cubicBezTo>
                    <a:pt x="5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2" name="Freeform 796">
              <a:extLst>
                <a:ext uri="{FF2B5EF4-FFF2-40B4-BE49-F238E27FC236}">
                  <a16:creationId xmlns:a16="http://schemas.microsoft.com/office/drawing/2014/main" id="{31F2886D-E850-46F3-B071-00681C804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097"/>
              <a:ext cx="108" cy="174"/>
            </a:xfrm>
            <a:custGeom>
              <a:avLst/>
              <a:gdLst>
                <a:gd name="T0" fmla="*/ 522 w 43"/>
                <a:gd name="T1" fmla="*/ 1076 h 65"/>
                <a:gd name="T2" fmla="*/ 5292 w 43"/>
                <a:gd name="T3" fmla="*/ 14273 h 65"/>
                <a:gd name="T4" fmla="*/ 9318 w 43"/>
                <a:gd name="T5" fmla="*/ 23212 h 65"/>
                <a:gd name="T6" fmla="*/ 10315 w 43"/>
                <a:gd name="T7" fmla="*/ 23921 h 65"/>
                <a:gd name="T8" fmla="*/ 10787 w 43"/>
                <a:gd name="T9" fmla="*/ 22387 h 65"/>
                <a:gd name="T10" fmla="*/ 6289 w 43"/>
                <a:gd name="T11" fmla="*/ 12948 h 65"/>
                <a:gd name="T12" fmla="*/ 1994 w 43"/>
                <a:gd name="T13" fmla="*/ 1496 h 65"/>
                <a:gd name="T14" fmla="*/ 1311 w 43"/>
                <a:gd name="T15" fmla="*/ 402 h 65"/>
                <a:gd name="T16" fmla="*/ 522 w 43"/>
                <a:gd name="T17" fmla="*/ 1076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65">
                  <a:moveTo>
                    <a:pt x="2" y="3"/>
                  </a:moveTo>
                  <a:cubicBezTo>
                    <a:pt x="0" y="18"/>
                    <a:pt x="11" y="29"/>
                    <a:pt x="21" y="39"/>
                  </a:cubicBezTo>
                  <a:cubicBezTo>
                    <a:pt x="28" y="47"/>
                    <a:pt x="35" y="54"/>
                    <a:pt x="37" y="63"/>
                  </a:cubicBezTo>
                  <a:cubicBezTo>
                    <a:pt x="38" y="64"/>
                    <a:pt x="39" y="65"/>
                    <a:pt x="41" y="65"/>
                  </a:cubicBezTo>
                  <a:cubicBezTo>
                    <a:pt x="42" y="64"/>
                    <a:pt x="43" y="63"/>
                    <a:pt x="43" y="61"/>
                  </a:cubicBezTo>
                  <a:cubicBezTo>
                    <a:pt x="40" y="51"/>
                    <a:pt x="32" y="43"/>
                    <a:pt x="25" y="35"/>
                  </a:cubicBezTo>
                  <a:cubicBezTo>
                    <a:pt x="15" y="25"/>
                    <a:pt x="7" y="16"/>
                    <a:pt x="8" y="4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3" y="0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3" name="Freeform 797">
              <a:extLst>
                <a:ext uri="{FF2B5EF4-FFF2-40B4-BE49-F238E27FC236}">
                  <a16:creationId xmlns:a16="http://schemas.microsoft.com/office/drawing/2014/main" id="{65CA4C63-4D4F-4D2E-9455-84AE78233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135"/>
              <a:ext cx="90" cy="149"/>
            </a:xfrm>
            <a:custGeom>
              <a:avLst/>
              <a:gdLst>
                <a:gd name="T0" fmla="*/ 0 w 36"/>
                <a:gd name="T1" fmla="*/ 657 h 56"/>
                <a:gd name="T2" fmla="*/ 520 w 36"/>
                <a:gd name="T3" fmla="*/ 2145 h 56"/>
                <a:gd name="T4" fmla="*/ 7158 w 36"/>
                <a:gd name="T5" fmla="*/ 17742 h 56"/>
                <a:gd name="T6" fmla="*/ 7345 w 36"/>
                <a:gd name="T7" fmla="*/ 18795 h 56"/>
                <a:gd name="T8" fmla="*/ 8125 w 36"/>
                <a:gd name="T9" fmla="*/ 19439 h 56"/>
                <a:gd name="T10" fmla="*/ 8595 w 36"/>
                <a:gd name="T11" fmla="*/ 18386 h 56"/>
                <a:gd name="T12" fmla="*/ 8595 w 36"/>
                <a:gd name="T13" fmla="*/ 17082 h 56"/>
                <a:gd name="T14" fmla="*/ 988 w 36"/>
                <a:gd name="T15" fmla="*/ 0 h 56"/>
                <a:gd name="T16" fmla="*/ 0 w 36"/>
                <a:gd name="T17" fmla="*/ 65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6">
                  <a:moveTo>
                    <a:pt x="0" y="2"/>
                  </a:moveTo>
                  <a:cubicBezTo>
                    <a:pt x="0" y="4"/>
                    <a:pt x="0" y="5"/>
                    <a:pt x="2" y="6"/>
                  </a:cubicBezTo>
                  <a:cubicBezTo>
                    <a:pt x="20" y="12"/>
                    <a:pt x="25" y="32"/>
                    <a:pt x="29" y="50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5"/>
                    <a:pt x="32" y="56"/>
                    <a:pt x="33" y="55"/>
                  </a:cubicBezTo>
                  <a:cubicBezTo>
                    <a:pt x="35" y="55"/>
                    <a:pt x="36" y="53"/>
                    <a:pt x="35" y="52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0" y="29"/>
                    <a:pt x="25" y="8"/>
                    <a:pt x="4" y="0"/>
                  </a:cubicBezTo>
                  <a:cubicBezTo>
                    <a:pt x="2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4" name="Freeform 798">
              <a:extLst>
                <a:ext uri="{FF2B5EF4-FFF2-40B4-BE49-F238E27FC236}">
                  <a16:creationId xmlns:a16="http://schemas.microsoft.com/office/drawing/2014/main" id="{CF1DF54F-C02D-4EB1-9065-73EB58D39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3324"/>
              <a:ext cx="210" cy="99"/>
            </a:xfrm>
            <a:custGeom>
              <a:avLst/>
              <a:gdLst>
                <a:gd name="T0" fmla="*/ 313 w 84"/>
                <a:gd name="T1" fmla="*/ 401 h 37"/>
                <a:gd name="T2" fmla="*/ 313 w 84"/>
                <a:gd name="T3" fmla="*/ 1803 h 37"/>
                <a:gd name="T4" fmla="*/ 19845 w 84"/>
                <a:gd name="T5" fmla="*/ 9579 h 37"/>
                <a:gd name="T6" fmla="*/ 20313 w 84"/>
                <a:gd name="T7" fmla="*/ 8105 h 37"/>
                <a:gd name="T8" fmla="*/ 19345 w 84"/>
                <a:gd name="T9" fmla="*/ 7682 h 37"/>
                <a:gd name="T10" fmla="*/ 1300 w 84"/>
                <a:gd name="T11" fmla="*/ 674 h 37"/>
                <a:gd name="T12" fmla="*/ 313 w 84"/>
                <a:gd name="T13" fmla="*/ 401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37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9" y="28"/>
                    <a:pt x="54" y="37"/>
                    <a:pt x="81" y="26"/>
                  </a:cubicBezTo>
                  <a:cubicBezTo>
                    <a:pt x="83" y="26"/>
                    <a:pt x="84" y="24"/>
                    <a:pt x="83" y="22"/>
                  </a:cubicBezTo>
                  <a:cubicBezTo>
                    <a:pt x="82" y="21"/>
                    <a:pt x="81" y="20"/>
                    <a:pt x="79" y="21"/>
                  </a:cubicBezTo>
                  <a:cubicBezTo>
                    <a:pt x="55" y="30"/>
                    <a:pt x="22" y="22"/>
                    <a:pt x="5" y="2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5" name="Freeform 799">
              <a:extLst>
                <a:ext uri="{FF2B5EF4-FFF2-40B4-BE49-F238E27FC236}">
                  <a16:creationId xmlns:a16="http://schemas.microsoft.com/office/drawing/2014/main" id="{54D7EEDD-B94F-48F7-9301-4491B88A4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137"/>
              <a:ext cx="118" cy="152"/>
            </a:xfrm>
            <a:custGeom>
              <a:avLst/>
              <a:gdLst>
                <a:gd name="T0" fmla="*/ 316 w 47"/>
                <a:gd name="T1" fmla="*/ 661 h 57"/>
                <a:gd name="T2" fmla="*/ 522 w 47"/>
                <a:gd name="T3" fmla="*/ 2184 h 57"/>
                <a:gd name="T4" fmla="*/ 997 w 47"/>
                <a:gd name="T5" fmla="*/ 2824 h 57"/>
                <a:gd name="T6" fmla="*/ 5287 w 47"/>
                <a:gd name="T7" fmla="*/ 9309 h 57"/>
                <a:gd name="T8" fmla="*/ 10494 w 47"/>
                <a:gd name="T9" fmla="*/ 20083 h 57"/>
                <a:gd name="T10" fmla="*/ 11491 w 47"/>
                <a:gd name="T11" fmla="*/ 20083 h 57"/>
                <a:gd name="T12" fmla="*/ 11491 w 47"/>
                <a:gd name="T13" fmla="*/ 18355 h 57"/>
                <a:gd name="T14" fmla="*/ 6472 w 47"/>
                <a:gd name="T15" fmla="*/ 8248 h 57"/>
                <a:gd name="T16" fmla="*/ 1790 w 47"/>
                <a:gd name="T17" fmla="*/ 1059 h 57"/>
                <a:gd name="T18" fmla="*/ 1506 w 47"/>
                <a:gd name="T19" fmla="*/ 397 h 57"/>
                <a:gd name="T20" fmla="*/ 316 w 47"/>
                <a:gd name="T21" fmla="*/ 661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57">
                  <a:moveTo>
                    <a:pt x="1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12" y="14"/>
                    <a:pt x="16" y="17"/>
                    <a:pt x="21" y="26"/>
                  </a:cubicBezTo>
                  <a:cubicBezTo>
                    <a:pt x="27" y="36"/>
                    <a:pt x="33" y="48"/>
                    <a:pt x="42" y="56"/>
                  </a:cubicBezTo>
                  <a:cubicBezTo>
                    <a:pt x="43" y="57"/>
                    <a:pt x="45" y="57"/>
                    <a:pt x="46" y="56"/>
                  </a:cubicBezTo>
                  <a:cubicBezTo>
                    <a:pt x="47" y="54"/>
                    <a:pt x="47" y="52"/>
                    <a:pt x="46" y="51"/>
                  </a:cubicBezTo>
                  <a:cubicBezTo>
                    <a:pt x="38" y="44"/>
                    <a:pt x="32" y="33"/>
                    <a:pt x="26" y="23"/>
                  </a:cubicBezTo>
                  <a:cubicBezTo>
                    <a:pt x="20" y="12"/>
                    <a:pt x="16" y="9"/>
                    <a:pt x="7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6" name="Freeform 800">
              <a:extLst>
                <a:ext uri="{FF2B5EF4-FFF2-40B4-BE49-F238E27FC236}">
                  <a16:creationId xmlns:a16="http://schemas.microsoft.com/office/drawing/2014/main" id="{31F1E6DD-79B3-4FFB-A66F-E76FB7283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3295"/>
              <a:ext cx="193" cy="125"/>
            </a:xfrm>
            <a:custGeom>
              <a:avLst/>
              <a:gdLst>
                <a:gd name="T0" fmla="*/ 785 w 77"/>
                <a:gd name="T1" fmla="*/ 0 h 47"/>
                <a:gd name="T2" fmla="*/ 0 w 77"/>
                <a:gd name="T3" fmla="*/ 1053 h 47"/>
                <a:gd name="T4" fmla="*/ 785 w 77"/>
                <a:gd name="T5" fmla="*/ 2144 h 47"/>
                <a:gd name="T6" fmla="*/ 8916 w 77"/>
                <a:gd name="T7" fmla="*/ 6811 h 47"/>
                <a:gd name="T8" fmla="*/ 18312 w 77"/>
                <a:gd name="T9" fmla="*/ 16218 h 47"/>
                <a:gd name="T10" fmla="*/ 19099 w 77"/>
                <a:gd name="T11" fmla="*/ 15165 h 47"/>
                <a:gd name="T12" fmla="*/ 18312 w 77"/>
                <a:gd name="T13" fmla="*/ 14112 h 47"/>
                <a:gd name="T14" fmla="*/ 10379 w 77"/>
                <a:gd name="T15" fmla="*/ 5702 h 47"/>
                <a:gd name="T16" fmla="*/ 785 w 77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7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19" y="6"/>
                    <a:pt x="28" y="6"/>
                    <a:pt x="36" y="19"/>
                  </a:cubicBezTo>
                  <a:cubicBezTo>
                    <a:pt x="48" y="38"/>
                    <a:pt x="61" y="47"/>
                    <a:pt x="74" y="46"/>
                  </a:cubicBezTo>
                  <a:cubicBezTo>
                    <a:pt x="76" y="46"/>
                    <a:pt x="77" y="45"/>
                    <a:pt x="77" y="43"/>
                  </a:cubicBezTo>
                  <a:cubicBezTo>
                    <a:pt x="77" y="41"/>
                    <a:pt x="76" y="40"/>
                    <a:pt x="74" y="40"/>
                  </a:cubicBezTo>
                  <a:cubicBezTo>
                    <a:pt x="61" y="41"/>
                    <a:pt x="49" y="27"/>
                    <a:pt x="42" y="16"/>
                  </a:cubicBezTo>
                  <a:cubicBezTo>
                    <a:pt x="31" y="0"/>
                    <a:pt x="18" y="0"/>
                    <a:pt x="3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7" name="Freeform 801">
              <a:extLst>
                <a:ext uri="{FF2B5EF4-FFF2-40B4-BE49-F238E27FC236}">
                  <a16:creationId xmlns:a16="http://schemas.microsoft.com/office/drawing/2014/main" id="{CC0188D5-4993-4FF4-8BB1-3BCBEF207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476"/>
              <a:ext cx="232" cy="67"/>
            </a:xfrm>
            <a:custGeom>
              <a:avLst/>
              <a:gdLst>
                <a:gd name="T0" fmla="*/ 21272 w 93"/>
                <a:gd name="T1" fmla="*/ 402 h 25"/>
                <a:gd name="T2" fmla="*/ 12079 w 93"/>
                <a:gd name="T3" fmla="*/ 2637 h 25"/>
                <a:gd name="T4" fmla="*/ 187 w 93"/>
                <a:gd name="T5" fmla="*/ 7491 h 25"/>
                <a:gd name="T6" fmla="*/ 187 w 93"/>
                <a:gd name="T7" fmla="*/ 8871 h 25"/>
                <a:gd name="T8" fmla="*/ 1162 w 93"/>
                <a:gd name="T9" fmla="*/ 8871 h 25"/>
                <a:gd name="T10" fmla="*/ 12079 w 93"/>
                <a:gd name="T11" fmla="*/ 4848 h 25"/>
                <a:gd name="T12" fmla="*/ 22230 w 93"/>
                <a:gd name="T13" fmla="*/ 2211 h 25"/>
                <a:gd name="T14" fmla="*/ 22230 w 93"/>
                <a:gd name="T15" fmla="*/ 675 h 25"/>
                <a:gd name="T16" fmla="*/ 21272 w 93"/>
                <a:gd name="T17" fmla="*/ 402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25">
                  <a:moveTo>
                    <a:pt x="88" y="1"/>
                  </a:moveTo>
                  <a:cubicBezTo>
                    <a:pt x="77" y="9"/>
                    <a:pt x="64" y="8"/>
                    <a:pt x="50" y="7"/>
                  </a:cubicBezTo>
                  <a:cubicBezTo>
                    <a:pt x="33" y="5"/>
                    <a:pt x="16" y="4"/>
                    <a:pt x="1" y="20"/>
                  </a:cubicBezTo>
                  <a:cubicBezTo>
                    <a:pt x="0" y="21"/>
                    <a:pt x="0" y="23"/>
                    <a:pt x="1" y="24"/>
                  </a:cubicBezTo>
                  <a:cubicBezTo>
                    <a:pt x="2" y="25"/>
                    <a:pt x="4" y="25"/>
                    <a:pt x="5" y="24"/>
                  </a:cubicBezTo>
                  <a:cubicBezTo>
                    <a:pt x="18" y="10"/>
                    <a:pt x="33" y="11"/>
                    <a:pt x="50" y="13"/>
                  </a:cubicBezTo>
                  <a:cubicBezTo>
                    <a:pt x="64" y="14"/>
                    <a:pt x="79" y="15"/>
                    <a:pt x="92" y="6"/>
                  </a:cubicBezTo>
                  <a:cubicBezTo>
                    <a:pt x="93" y="5"/>
                    <a:pt x="93" y="3"/>
                    <a:pt x="92" y="2"/>
                  </a:cubicBezTo>
                  <a:cubicBezTo>
                    <a:pt x="92" y="1"/>
                    <a:pt x="90" y="0"/>
                    <a:pt x="88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8" name="Freeform 802">
              <a:extLst>
                <a:ext uri="{FF2B5EF4-FFF2-40B4-BE49-F238E27FC236}">
                  <a16:creationId xmlns:a16="http://schemas.microsoft.com/office/drawing/2014/main" id="{9DAFC9F0-AB20-4A30-A376-E30D53182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521"/>
              <a:ext cx="128" cy="120"/>
            </a:xfrm>
            <a:custGeom>
              <a:avLst/>
              <a:gdLst>
                <a:gd name="T0" fmla="*/ 11269 w 51"/>
                <a:gd name="T1" fmla="*/ 397 h 45"/>
                <a:gd name="T2" fmla="*/ 6470 w 51"/>
                <a:gd name="T3" fmla="*/ 5824 h 45"/>
                <a:gd name="T4" fmla="*/ 314 w 51"/>
                <a:gd name="T5" fmla="*/ 14712 h 45"/>
                <a:gd name="T6" fmla="*/ 788 w 51"/>
                <a:gd name="T7" fmla="*/ 16179 h 45"/>
                <a:gd name="T8" fmla="*/ 1789 w 51"/>
                <a:gd name="T9" fmla="*/ 15531 h 45"/>
                <a:gd name="T10" fmla="*/ 7256 w 51"/>
                <a:gd name="T11" fmla="*/ 7531 h 45"/>
                <a:gd name="T12" fmla="*/ 12459 w 51"/>
                <a:gd name="T13" fmla="*/ 1763 h 45"/>
                <a:gd name="T14" fmla="*/ 12270 w 51"/>
                <a:gd name="T15" fmla="*/ 397 h 45"/>
                <a:gd name="T16" fmla="*/ 11269 w 51"/>
                <a:gd name="T17" fmla="*/ 39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5">
                  <a:moveTo>
                    <a:pt x="45" y="1"/>
                  </a:moveTo>
                  <a:cubicBezTo>
                    <a:pt x="41" y="7"/>
                    <a:pt x="34" y="11"/>
                    <a:pt x="26" y="16"/>
                  </a:cubicBezTo>
                  <a:cubicBezTo>
                    <a:pt x="15" y="23"/>
                    <a:pt x="4" y="30"/>
                    <a:pt x="1" y="41"/>
                  </a:cubicBezTo>
                  <a:cubicBezTo>
                    <a:pt x="0" y="43"/>
                    <a:pt x="1" y="45"/>
                    <a:pt x="3" y="45"/>
                  </a:cubicBezTo>
                  <a:cubicBezTo>
                    <a:pt x="4" y="45"/>
                    <a:pt x="6" y="45"/>
                    <a:pt x="7" y="43"/>
                  </a:cubicBezTo>
                  <a:cubicBezTo>
                    <a:pt x="9" y="33"/>
                    <a:pt x="19" y="27"/>
                    <a:pt x="29" y="21"/>
                  </a:cubicBezTo>
                  <a:cubicBezTo>
                    <a:pt x="37" y="16"/>
                    <a:pt x="45" y="11"/>
                    <a:pt x="50" y="5"/>
                  </a:cubicBezTo>
                  <a:cubicBezTo>
                    <a:pt x="51" y="4"/>
                    <a:pt x="51" y="2"/>
                    <a:pt x="49" y="1"/>
                  </a:cubicBezTo>
                  <a:cubicBezTo>
                    <a:pt x="48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9" name="Freeform 803">
              <a:extLst>
                <a:ext uri="{FF2B5EF4-FFF2-40B4-BE49-F238E27FC236}">
                  <a16:creationId xmlns:a16="http://schemas.microsoft.com/office/drawing/2014/main" id="{46394EF2-2369-4169-8888-E5907BB0A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657"/>
              <a:ext cx="82" cy="174"/>
            </a:xfrm>
            <a:custGeom>
              <a:avLst/>
              <a:gdLst>
                <a:gd name="T0" fmla="*/ 6321 w 33"/>
                <a:gd name="T1" fmla="*/ 1076 h 65"/>
                <a:gd name="T2" fmla="*/ 3772 w 33"/>
                <a:gd name="T3" fmla="*/ 8111 h 65"/>
                <a:gd name="T4" fmla="*/ 2366 w 33"/>
                <a:gd name="T5" fmla="*/ 10721 h 65"/>
                <a:gd name="T6" fmla="*/ 0 w 33"/>
                <a:gd name="T7" fmla="*/ 22810 h 65"/>
                <a:gd name="T8" fmla="*/ 641 w 33"/>
                <a:gd name="T9" fmla="*/ 23921 h 65"/>
                <a:gd name="T10" fmla="*/ 1414 w 33"/>
                <a:gd name="T11" fmla="*/ 22810 h 65"/>
                <a:gd name="T12" fmla="*/ 3514 w 33"/>
                <a:gd name="T13" fmla="*/ 12124 h 65"/>
                <a:gd name="T14" fmla="*/ 4724 w 33"/>
                <a:gd name="T15" fmla="*/ 9610 h 65"/>
                <a:gd name="T16" fmla="*/ 7581 w 33"/>
                <a:gd name="T17" fmla="*/ 1496 h 65"/>
                <a:gd name="T18" fmla="*/ 7089 w 33"/>
                <a:gd name="T19" fmla="*/ 402 h 65"/>
                <a:gd name="T20" fmla="*/ 6321 w 33"/>
                <a:gd name="T21" fmla="*/ 1076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65">
                  <a:moveTo>
                    <a:pt x="27" y="3"/>
                  </a:moveTo>
                  <a:cubicBezTo>
                    <a:pt x="25" y="10"/>
                    <a:pt x="20" y="16"/>
                    <a:pt x="16" y="22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3" y="39"/>
                    <a:pt x="0" y="48"/>
                    <a:pt x="0" y="62"/>
                  </a:cubicBezTo>
                  <a:cubicBezTo>
                    <a:pt x="0" y="63"/>
                    <a:pt x="1" y="65"/>
                    <a:pt x="3" y="65"/>
                  </a:cubicBezTo>
                  <a:cubicBezTo>
                    <a:pt x="4" y="65"/>
                    <a:pt x="6" y="64"/>
                    <a:pt x="6" y="62"/>
                  </a:cubicBezTo>
                  <a:cubicBezTo>
                    <a:pt x="6" y="50"/>
                    <a:pt x="9" y="41"/>
                    <a:pt x="15" y="33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5" y="19"/>
                    <a:pt x="30" y="13"/>
                    <a:pt x="32" y="4"/>
                  </a:cubicBezTo>
                  <a:cubicBezTo>
                    <a:pt x="33" y="3"/>
                    <a:pt x="32" y="1"/>
                    <a:pt x="30" y="1"/>
                  </a:cubicBezTo>
                  <a:cubicBezTo>
                    <a:pt x="29" y="0"/>
                    <a:pt x="27" y="1"/>
                    <a:pt x="27" y="3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0" name="Freeform 804">
              <a:extLst>
                <a:ext uri="{FF2B5EF4-FFF2-40B4-BE49-F238E27FC236}">
                  <a16:creationId xmlns:a16="http://schemas.microsoft.com/office/drawing/2014/main" id="{09130E4A-2736-41E1-8142-103D03396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556"/>
              <a:ext cx="106" cy="229"/>
            </a:xfrm>
            <a:custGeom>
              <a:avLst/>
              <a:gdLst>
                <a:gd name="T0" fmla="*/ 9325 w 42"/>
                <a:gd name="T1" fmla="*/ 660 h 86"/>
                <a:gd name="T2" fmla="*/ 7988 w 42"/>
                <a:gd name="T3" fmla="*/ 8947 h 86"/>
                <a:gd name="T4" fmla="*/ 6976 w 42"/>
                <a:gd name="T5" fmla="*/ 16089 h 86"/>
                <a:gd name="T6" fmla="*/ 4422 w 42"/>
                <a:gd name="T7" fmla="*/ 19960 h 86"/>
                <a:gd name="T8" fmla="*/ 527 w 42"/>
                <a:gd name="T9" fmla="*/ 29568 h 86"/>
                <a:gd name="T10" fmla="*/ 1542 w 42"/>
                <a:gd name="T11" fmla="*/ 30263 h 86"/>
                <a:gd name="T12" fmla="*/ 2027 w 42"/>
                <a:gd name="T13" fmla="*/ 29150 h 86"/>
                <a:gd name="T14" fmla="*/ 5434 w 42"/>
                <a:gd name="T15" fmla="*/ 21414 h 86"/>
                <a:gd name="T16" fmla="*/ 8281 w 42"/>
                <a:gd name="T17" fmla="*/ 17146 h 86"/>
                <a:gd name="T18" fmla="*/ 9535 w 42"/>
                <a:gd name="T19" fmla="*/ 8947 h 86"/>
                <a:gd name="T20" fmla="*/ 10547 w 42"/>
                <a:gd name="T21" fmla="*/ 1757 h 86"/>
                <a:gd name="T22" fmla="*/ 10350 w 42"/>
                <a:gd name="T23" fmla="*/ 397 h 86"/>
                <a:gd name="T24" fmla="*/ 9325 w 42"/>
                <a:gd name="T25" fmla="*/ 660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86">
                  <a:moveTo>
                    <a:pt x="36" y="2"/>
                  </a:moveTo>
                  <a:cubicBezTo>
                    <a:pt x="32" y="9"/>
                    <a:pt x="31" y="17"/>
                    <a:pt x="31" y="25"/>
                  </a:cubicBezTo>
                  <a:cubicBezTo>
                    <a:pt x="31" y="32"/>
                    <a:pt x="30" y="39"/>
                    <a:pt x="27" y="45"/>
                  </a:cubicBezTo>
                  <a:cubicBezTo>
                    <a:pt x="25" y="49"/>
                    <a:pt x="21" y="52"/>
                    <a:pt x="17" y="56"/>
                  </a:cubicBezTo>
                  <a:cubicBezTo>
                    <a:pt x="9" y="64"/>
                    <a:pt x="0" y="73"/>
                    <a:pt x="2" y="83"/>
                  </a:cubicBezTo>
                  <a:cubicBezTo>
                    <a:pt x="3" y="85"/>
                    <a:pt x="4" y="86"/>
                    <a:pt x="6" y="85"/>
                  </a:cubicBezTo>
                  <a:cubicBezTo>
                    <a:pt x="7" y="85"/>
                    <a:pt x="8" y="84"/>
                    <a:pt x="8" y="82"/>
                  </a:cubicBezTo>
                  <a:cubicBezTo>
                    <a:pt x="7" y="75"/>
                    <a:pt x="14" y="67"/>
                    <a:pt x="21" y="60"/>
                  </a:cubicBezTo>
                  <a:cubicBezTo>
                    <a:pt x="25" y="56"/>
                    <a:pt x="29" y="52"/>
                    <a:pt x="32" y="48"/>
                  </a:cubicBezTo>
                  <a:cubicBezTo>
                    <a:pt x="36" y="41"/>
                    <a:pt x="37" y="33"/>
                    <a:pt x="37" y="25"/>
                  </a:cubicBezTo>
                  <a:cubicBezTo>
                    <a:pt x="37" y="18"/>
                    <a:pt x="38" y="11"/>
                    <a:pt x="41" y="5"/>
                  </a:cubicBezTo>
                  <a:cubicBezTo>
                    <a:pt x="42" y="3"/>
                    <a:pt x="42" y="2"/>
                    <a:pt x="40" y="1"/>
                  </a:cubicBezTo>
                  <a:cubicBezTo>
                    <a:pt x="39" y="0"/>
                    <a:pt x="37" y="0"/>
                    <a:pt x="36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1" name="Freeform 805">
              <a:extLst>
                <a:ext uri="{FF2B5EF4-FFF2-40B4-BE49-F238E27FC236}">
                  <a16:creationId xmlns:a16="http://schemas.microsoft.com/office/drawing/2014/main" id="{7585405B-7BB5-43DE-9478-8D9C4A06E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3636"/>
              <a:ext cx="55" cy="163"/>
            </a:xfrm>
            <a:custGeom>
              <a:avLst/>
              <a:gdLst>
                <a:gd name="T0" fmla="*/ 3908 w 22"/>
                <a:gd name="T1" fmla="*/ 671 h 61"/>
                <a:gd name="T2" fmla="*/ 2738 w 22"/>
                <a:gd name="T3" fmla="*/ 3928 h 61"/>
                <a:gd name="T4" fmla="*/ 1300 w 22"/>
                <a:gd name="T5" fmla="*/ 9117 h 61"/>
                <a:gd name="T6" fmla="*/ 1488 w 22"/>
                <a:gd name="T7" fmla="*/ 12380 h 61"/>
                <a:gd name="T8" fmla="*/ 1770 w 22"/>
                <a:gd name="T9" fmla="*/ 14173 h 61"/>
                <a:gd name="T10" fmla="*/ 988 w 22"/>
                <a:gd name="T11" fmla="*/ 18259 h 61"/>
                <a:gd name="T12" fmla="*/ 313 w 22"/>
                <a:gd name="T13" fmla="*/ 20458 h 61"/>
                <a:gd name="T14" fmla="*/ 783 w 22"/>
                <a:gd name="T15" fmla="*/ 21829 h 61"/>
                <a:gd name="T16" fmla="*/ 1770 w 22"/>
                <a:gd name="T17" fmla="*/ 21099 h 61"/>
                <a:gd name="T18" fmla="*/ 2270 w 22"/>
                <a:gd name="T19" fmla="*/ 19328 h 61"/>
                <a:gd name="T20" fmla="*/ 3250 w 22"/>
                <a:gd name="T21" fmla="*/ 14173 h 61"/>
                <a:gd name="T22" fmla="*/ 2938 w 22"/>
                <a:gd name="T23" fmla="*/ 11731 h 61"/>
                <a:gd name="T24" fmla="*/ 2738 w 22"/>
                <a:gd name="T25" fmla="*/ 9390 h 61"/>
                <a:gd name="T26" fmla="*/ 3908 w 22"/>
                <a:gd name="T27" fmla="*/ 5456 h 61"/>
                <a:gd name="T28" fmla="*/ 5395 w 22"/>
                <a:gd name="T29" fmla="*/ 1470 h 61"/>
                <a:gd name="T30" fmla="*/ 4895 w 22"/>
                <a:gd name="T31" fmla="*/ 0 h 61"/>
                <a:gd name="T32" fmla="*/ 3908 w 22"/>
                <a:gd name="T33" fmla="*/ 671 h 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" h="61">
                  <a:moveTo>
                    <a:pt x="16" y="2"/>
                  </a:moveTo>
                  <a:cubicBezTo>
                    <a:pt x="15" y="6"/>
                    <a:pt x="13" y="9"/>
                    <a:pt x="11" y="11"/>
                  </a:cubicBezTo>
                  <a:cubicBezTo>
                    <a:pt x="8" y="15"/>
                    <a:pt x="5" y="19"/>
                    <a:pt x="5" y="25"/>
                  </a:cubicBezTo>
                  <a:cubicBezTo>
                    <a:pt x="4" y="29"/>
                    <a:pt x="5" y="31"/>
                    <a:pt x="6" y="34"/>
                  </a:cubicBezTo>
                  <a:cubicBezTo>
                    <a:pt x="7" y="36"/>
                    <a:pt x="7" y="37"/>
                    <a:pt x="7" y="39"/>
                  </a:cubicBezTo>
                  <a:cubicBezTo>
                    <a:pt x="7" y="43"/>
                    <a:pt x="6" y="47"/>
                    <a:pt x="4" y="50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0" y="58"/>
                    <a:pt x="1" y="59"/>
                    <a:pt x="3" y="60"/>
                  </a:cubicBezTo>
                  <a:cubicBezTo>
                    <a:pt x="4" y="61"/>
                    <a:pt x="6" y="60"/>
                    <a:pt x="7" y="58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11" y="49"/>
                    <a:pt x="13" y="44"/>
                    <a:pt x="13" y="39"/>
                  </a:cubicBezTo>
                  <a:cubicBezTo>
                    <a:pt x="13" y="36"/>
                    <a:pt x="12" y="34"/>
                    <a:pt x="12" y="32"/>
                  </a:cubicBezTo>
                  <a:cubicBezTo>
                    <a:pt x="11" y="30"/>
                    <a:pt x="11" y="28"/>
                    <a:pt x="11" y="26"/>
                  </a:cubicBezTo>
                  <a:cubicBezTo>
                    <a:pt x="11" y="22"/>
                    <a:pt x="13" y="19"/>
                    <a:pt x="16" y="15"/>
                  </a:cubicBezTo>
                  <a:cubicBezTo>
                    <a:pt x="18" y="12"/>
                    <a:pt x="21" y="8"/>
                    <a:pt x="22" y="4"/>
                  </a:cubicBezTo>
                  <a:cubicBezTo>
                    <a:pt x="22" y="2"/>
                    <a:pt x="21" y="0"/>
                    <a:pt x="20" y="0"/>
                  </a:cubicBezTo>
                  <a:cubicBezTo>
                    <a:pt x="18" y="0"/>
                    <a:pt x="16" y="1"/>
                    <a:pt x="16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2" name="Freeform 806">
              <a:extLst>
                <a:ext uri="{FF2B5EF4-FFF2-40B4-BE49-F238E27FC236}">
                  <a16:creationId xmlns:a16="http://schemas.microsoft.com/office/drawing/2014/main" id="{A67787A5-CA07-44B9-9CAA-4016A1524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3487"/>
              <a:ext cx="50" cy="242"/>
            </a:xfrm>
            <a:custGeom>
              <a:avLst/>
              <a:gdLst>
                <a:gd name="T0" fmla="*/ 2738 w 20"/>
                <a:gd name="T1" fmla="*/ 396 h 91"/>
                <a:gd name="T2" fmla="*/ 2270 w 20"/>
                <a:gd name="T3" fmla="*/ 7864 h 91"/>
                <a:gd name="T4" fmla="*/ 2938 w 20"/>
                <a:gd name="T5" fmla="*/ 10246 h 91"/>
                <a:gd name="T6" fmla="*/ 1958 w 20"/>
                <a:gd name="T7" fmla="*/ 16605 h 91"/>
                <a:gd name="T8" fmla="*/ 1770 w 20"/>
                <a:gd name="T9" fmla="*/ 17695 h 91"/>
                <a:gd name="T10" fmla="*/ 988 w 20"/>
                <a:gd name="T11" fmla="*/ 31109 h 91"/>
                <a:gd name="T12" fmla="*/ 1770 w 20"/>
                <a:gd name="T13" fmla="*/ 32213 h 91"/>
                <a:gd name="T14" fmla="*/ 2270 w 20"/>
                <a:gd name="T15" fmla="*/ 30715 h 91"/>
                <a:gd name="T16" fmla="*/ 2938 w 20"/>
                <a:gd name="T17" fmla="*/ 18748 h 91"/>
                <a:gd name="T18" fmla="*/ 3438 w 20"/>
                <a:gd name="T19" fmla="*/ 17304 h 91"/>
                <a:gd name="T20" fmla="*/ 4425 w 20"/>
                <a:gd name="T21" fmla="*/ 9555 h 91"/>
                <a:gd name="T22" fmla="*/ 3720 w 20"/>
                <a:gd name="T23" fmla="*/ 6811 h 91"/>
                <a:gd name="T24" fmla="*/ 3720 w 20"/>
                <a:gd name="T25" fmla="*/ 2143 h 91"/>
                <a:gd name="T26" fmla="*/ 3720 w 20"/>
                <a:gd name="T27" fmla="*/ 657 h 91"/>
                <a:gd name="T28" fmla="*/ 2738 w 20"/>
                <a:gd name="T29" fmla="*/ 396 h 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" h="91">
                  <a:moveTo>
                    <a:pt x="11" y="1"/>
                  </a:moveTo>
                  <a:cubicBezTo>
                    <a:pt x="3" y="9"/>
                    <a:pt x="6" y="16"/>
                    <a:pt x="9" y="22"/>
                  </a:cubicBezTo>
                  <a:cubicBezTo>
                    <a:pt x="10" y="24"/>
                    <a:pt x="12" y="26"/>
                    <a:pt x="12" y="29"/>
                  </a:cubicBezTo>
                  <a:cubicBezTo>
                    <a:pt x="14" y="36"/>
                    <a:pt x="12" y="40"/>
                    <a:pt x="8" y="47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0" y="64"/>
                    <a:pt x="1" y="75"/>
                    <a:pt x="4" y="88"/>
                  </a:cubicBezTo>
                  <a:cubicBezTo>
                    <a:pt x="4" y="90"/>
                    <a:pt x="5" y="91"/>
                    <a:pt x="7" y="91"/>
                  </a:cubicBezTo>
                  <a:cubicBezTo>
                    <a:pt x="9" y="90"/>
                    <a:pt x="10" y="89"/>
                    <a:pt x="9" y="87"/>
                  </a:cubicBezTo>
                  <a:cubicBezTo>
                    <a:pt x="7" y="74"/>
                    <a:pt x="6" y="65"/>
                    <a:pt x="12" y="53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7" y="43"/>
                    <a:pt x="20" y="37"/>
                    <a:pt x="18" y="27"/>
                  </a:cubicBezTo>
                  <a:cubicBezTo>
                    <a:pt x="17" y="24"/>
                    <a:pt x="16" y="22"/>
                    <a:pt x="15" y="19"/>
                  </a:cubicBezTo>
                  <a:cubicBezTo>
                    <a:pt x="12" y="13"/>
                    <a:pt x="10" y="10"/>
                    <a:pt x="15" y="6"/>
                  </a:cubicBezTo>
                  <a:cubicBezTo>
                    <a:pt x="16" y="5"/>
                    <a:pt x="17" y="3"/>
                    <a:pt x="15" y="2"/>
                  </a:cubicBezTo>
                  <a:cubicBezTo>
                    <a:pt x="14" y="0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3" name="Freeform 807">
              <a:extLst>
                <a:ext uri="{FF2B5EF4-FFF2-40B4-BE49-F238E27FC236}">
                  <a16:creationId xmlns:a16="http://schemas.microsoft.com/office/drawing/2014/main" id="{1E4C7DE3-ECAA-4CBC-A838-DC074B474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652"/>
              <a:ext cx="48" cy="173"/>
            </a:xfrm>
            <a:custGeom>
              <a:avLst/>
              <a:gdLst>
                <a:gd name="T0" fmla="*/ 3388 w 19"/>
                <a:gd name="T1" fmla="*/ 660 h 65"/>
                <a:gd name="T2" fmla="*/ 2082 w 19"/>
                <a:gd name="T3" fmla="*/ 6433 h 65"/>
                <a:gd name="T4" fmla="*/ 824 w 19"/>
                <a:gd name="T5" fmla="*/ 10292 h 65"/>
                <a:gd name="T6" fmla="*/ 1341 w 19"/>
                <a:gd name="T7" fmla="*/ 17758 h 65"/>
                <a:gd name="T8" fmla="*/ 2082 w 19"/>
                <a:gd name="T9" fmla="*/ 22024 h 65"/>
                <a:gd name="T10" fmla="*/ 2885 w 19"/>
                <a:gd name="T11" fmla="*/ 23078 h 65"/>
                <a:gd name="T12" fmla="*/ 3580 w 19"/>
                <a:gd name="T13" fmla="*/ 22024 h 65"/>
                <a:gd name="T14" fmla="*/ 2885 w 19"/>
                <a:gd name="T15" fmla="*/ 17122 h 65"/>
                <a:gd name="T16" fmla="*/ 2082 w 19"/>
                <a:gd name="T17" fmla="*/ 11085 h 65"/>
                <a:gd name="T18" fmla="*/ 3388 w 19"/>
                <a:gd name="T19" fmla="*/ 7069 h 65"/>
                <a:gd name="T20" fmla="*/ 4934 w 19"/>
                <a:gd name="T21" fmla="*/ 1057 h 65"/>
                <a:gd name="T22" fmla="*/ 4110 w 19"/>
                <a:gd name="T23" fmla="*/ 0 h 65"/>
                <a:gd name="T24" fmla="*/ 3388 w 19"/>
                <a:gd name="T25" fmla="*/ 660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65">
                  <a:moveTo>
                    <a:pt x="13" y="2"/>
                  </a:moveTo>
                  <a:cubicBezTo>
                    <a:pt x="12" y="9"/>
                    <a:pt x="10" y="13"/>
                    <a:pt x="8" y="18"/>
                  </a:cubicBezTo>
                  <a:cubicBezTo>
                    <a:pt x="6" y="21"/>
                    <a:pt x="4" y="25"/>
                    <a:pt x="3" y="29"/>
                  </a:cubicBezTo>
                  <a:cubicBezTo>
                    <a:pt x="0" y="38"/>
                    <a:pt x="3" y="44"/>
                    <a:pt x="5" y="50"/>
                  </a:cubicBezTo>
                  <a:cubicBezTo>
                    <a:pt x="7" y="54"/>
                    <a:pt x="8" y="58"/>
                    <a:pt x="8" y="62"/>
                  </a:cubicBezTo>
                  <a:cubicBezTo>
                    <a:pt x="8" y="63"/>
                    <a:pt x="9" y="65"/>
                    <a:pt x="11" y="65"/>
                  </a:cubicBezTo>
                  <a:cubicBezTo>
                    <a:pt x="12" y="65"/>
                    <a:pt x="14" y="64"/>
                    <a:pt x="14" y="62"/>
                  </a:cubicBezTo>
                  <a:cubicBezTo>
                    <a:pt x="15" y="57"/>
                    <a:pt x="13" y="52"/>
                    <a:pt x="11" y="48"/>
                  </a:cubicBezTo>
                  <a:cubicBezTo>
                    <a:pt x="9" y="42"/>
                    <a:pt x="6" y="37"/>
                    <a:pt x="8" y="31"/>
                  </a:cubicBezTo>
                  <a:cubicBezTo>
                    <a:pt x="9" y="27"/>
                    <a:pt x="11" y="24"/>
                    <a:pt x="13" y="20"/>
                  </a:cubicBezTo>
                  <a:cubicBezTo>
                    <a:pt x="16" y="16"/>
                    <a:pt x="18" y="11"/>
                    <a:pt x="19" y="3"/>
                  </a:cubicBezTo>
                  <a:cubicBezTo>
                    <a:pt x="19" y="1"/>
                    <a:pt x="18" y="0"/>
                    <a:pt x="16" y="0"/>
                  </a:cubicBezTo>
                  <a:cubicBezTo>
                    <a:pt x="14" y="0"/>
                    <a:pt x="13" y="1"/>
                    <a:pt x="13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4" name="Freeform 808">
              <a:extLst>
                <a:ext uri="{FF2B5EF4-FFF2-40B4-BE49-F238E27FC236}">
                  <a16:creationId xmlns:a16="http://schemas.microsoft.com/office/drawing/2014/main" id="{35A736AC-477C-45D8-9639-7F8ED9108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3593"/>
              <a:ext cx="88" cy="248"/>
            </a:xfrm>
            <a:custGeom>
              <a:avLst/>
              <a:gdLst>
                <a:gd name="T0" fmla="*/ 6834 w 35"/>
                <a:gd name="T1" fmla="*/ 397 h 93"/>
                <a:gd name="T2" fmla="*/ 6308 w 35"/>
                <a:gd name="T3" fmla="*/ 1459 h 93"/>
                <a:gd name="T4" fmla="*/ 4830 w 35"/>
                <a:gd name="T5" fmla="*/ 17955 h 93"/>
                <a:gd name="T6" fmla="*/ 3515 w 35"/>
                <a:gd name="T7" fmla="*/ 20480 h 93"/>
                <a:gd name="T8" fmla="*/ 1320 w 35"/>
                <a:gd name="T9" fmla="*/ 32768 h 93"/>
                <a:gd name="T10" fmla="*/ 2321 w 35"/>
                <a:gd name="T11" fmla="*/ 33016 h 93"/>
                <a:gd name="T12" fmla="*/ 2509 w 35"/>
                <a:gd name="T13" fmla="*/ 31949 h 93"/>
                <a:gd name="T14" fmla="*/ 4830 w 35"/>
                <a:gd name="T15" fmla="*/ 21597 h 93"/>
                <a:gd name="T16" fmla="*/ 6037 w 35"/>
                <a:gd name="T17" fmla="*/ 19021 h 93"/>
                <a:gd name="T18" fmla="*/ 7840 w 35"/>
                <a:gd name="T19" fmla="*/ 1059 h 93"/>
                <a:gd name="T20" fmla="*/ 6834 w 35"/>
                <a:gd name="T21" fmla="*/ 397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93">
                  <a:moveTo>
                    <a:pt x="27" y="1"/>
                  </a:moveTo>
                  <a:cubicBezTo>
                    <a:pt x="25" y="1"/>
                    <a:pt x="24" y="3"/>
                    <a:pt x="25" y="4"/>
                  </a:cubicBezTo>
                  <a:cubicBezTo>
                    <a:pt x="29" y="20"/>
                    <a:pt x="27" y="37"/>
                    <a:pt x="19" y="50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8" y="66"/>
                    <a:pt x="0" y="77"/>
                    <a:pt x="5" y="91"/>
                  </a:cubicBezTo>
                  <a:cubicBezTo>
                    <a:pt x="5" y="92"/>
                    <a:pt x="7" y="93"/>
                    <a:pt x="9" y="92"/>
                  </a:cubicBezTo>
                  <a:cubicBezTo>
                    <a:pt x="10" y="92"/>
                    <a:pt x="11" y="90"/>
                    <a:pt x="10" y="89"/>
                  </a:cubicBezTo>
                  <a:cubicBezTo>
                    <a:pt x="7" y="78"/>
                    <a:pt x="13" y="69"/>
                    <a:pt x="19" y="60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33" y="39"/>
                    <a:pt x="35" y="21"/>
                    <a:pt x="31" y="3"/>
                  </a:cubicBezTo>
                  <a:cubicBezTo>
                    <a:pt x="30" y="1"/>
                    <a:pt x="29" y="0"/>
                    <a:pt x="27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5" name="Freeform 809">
              <a:extLst>
                <a:ext uri="{FF2B5EF4-FFF2-40B4-BE49-F238E27FC236}">
                  <a16:creationId xmlns:a16="http://schemas.microsoft.com/office/drawing/2014/main" id="{AECBA5C5-EAFE-4856-866E-98443353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177"/>
              <a:ext cx="73" cy="240"/>
            </a:xfrm>
            <a:custGeom>
              <a:avLst/>
              <a:gdLst>
                <a:gd name="T0" fmla="*/ 526 w 29"/>
                <a:gd name="T1" fmla="*/ 397 h 90"/>
                <a:gd name="T2" fmla="*/ 317 w 29"/>
                <a:gd name="T3" fmla="*/ 1763 h 90"/>
                <a:gd name="T4" fmla="*/ 2807 w 29"/>
                <a:gd name="T5" fmla="*/ 13347 h 90"/>
                <a:gd name="T6" fmla="*/ 2807 w 29"/>
                <a:gd name="T7" fmla="*/ 15112 h 90"/>
                <a:gd name="T8" fmla="*/ 6064 w 29"/>
                <a:gd name="T9" fmla="*/ 31709 h 90"/>
                <a:gd name="T10" fmla="*/ 7066 w 29"/>
                <a:gd name="T11" fmla="*/ 31709 h 90"/>
                <a:gd name="T12" fmla="*/ 7066 w 29"/>
                <a:gd name="T13" fmla="*/ 30187 h 90"/>
                <a:gd name="T14" fmla="*/ 4340 w 29"/>
                <a:gd name="T15" fmla="*/ 15112 h 90"/>
                <a:gd name="T16" fmla="*/ 4340 w 29"/>
                <a:gd name="T17" fmla="*/ 13597 h 90"/>
                <a:gd name="T18" fmla="*/ 1533 w 29"/>
                <a:gd name="T19" fmla="*/ 397 h 90"/>
                <a:gd name="T20" fmla="*/ 526 w 29"/>
                <a:gd name="T21" fmla="*/ 397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90">
                  <a:moveTo>
                    <a:pt x="2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9" y="15"/>
                    <a:pt x="12" y="26"/>
                    <a:pt x="11" y="37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0" y="59"/>
                    <a:pt x="8" y="75"/>
                    <a:pt x="24" y="88"/>
                  </a:cubicBezTo>
                  <a:cubicBezTo>
                    <a:pt x="25" y="90"/>
                    <a:pt x="27" y="89"/>
                    <a:pt x="28" y="88"/>
                  </a:cubicBezTo>
                  <a:cubicBezTo>
                    <a:pt x="29" y="87"/>
                    <a:pt x="29" y="85"/>
                    <a:pt x="28" y="84"/>
                  </a:cubicBezTo>
                  <a:cubicBezTo>
                    <a:pt x="15" y="72"/>
                    <a:pt x="16" y="58"/>
                    <a:pt x="17" y="42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8" y="25"/>
                    <a:pt x="15" y="1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6" name="Freeform 810">
              <a:extLst>
                <a:ext uri="{FF2B5EF4-FFF2-40B4-BE49-F238E27FC236}">
                  <a16:creationId xmlns:a16="http://schemas.microsoft.com/office/drawing/2014/main" id="{5A61B03B-FFE2-4FC6-827D-643DA00F4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3369"/>
              <a:ext cx="72" cy="91"/>
            </a:xfrm>
            <a:custGeom>
              <a:avLst/>
              <a:gdLst>
                <a:gd name="T0" fmla="*/ 5400 w 29"/>
                <a:gd name="T1" fmla="*/ 674 h 34"/>
                <a:gd name="T2" fmla="*/ 3488 w 29"/>
                <a:gd name="T3" fmla="*/ 3704 h 34"/>
                <a:gd name="T4" fmla="*/ 457 w 29"/>
                <a:gd name="T5" fmla="*/ 11391 h 34"/>
                <a:gd name="T6" fmla="*/ 1135 w 29"/>
                <a:gd name="T7" fmla="*/ 12122 h 34"/>
                <a:gd name="T8" fmla="*/ 1899 w 29"/>
                <a:gd name="T9" fmla="*/ 10990 h 34"/>
                <a:gd name="T10" fmla="*/ 3950 w 29"/>
                <a:gd name="T11" fmla="*/ 5902 h 34"/>
                <a:gd name="T12" fmla="*/ 6793 w 29"/>
                <a:gd name="T13" fmla="*/ 1073 h 34"/>
                <a:gd name="T14" fmla="*/ 6120 w 29"/>
                <a:gd name="T15" fmla="*/ 0 h 34"/>
                <a:gd name="T16" fmla="*/ 5400 w 29"/>
                <a:gd name="T17" fmla="*/ 67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34">
                  <a:moveTo>
                    <a:pt x="23" y="2"/>
                  </a:moveTo>
                  <a:cubicBezTo>
                    <a:pt x="22" y="6"/>
                    <a:pt x="19" y="8"/>
                    <a:pt x="15" y="10"/>
                  </a:cubicBezTo>
                  <a:cubicBezTo>
                    <a:pt x="8" y="14"/>
                    <a:pt x="0" y="18"/>
                    <a:pt x="2" y="31"/>
                  </a:cubicBezTo>
                  <a:cubicBezTo>
                    <a:pt x="2" y="32"/>
                    <a:pt x="3" y="34"/>
                    <a:pt x="5" y="33"/>
                  </a:cubicBezTo>
                  <a:cubicBezTo>
                    <a:pt x="7" y="33"/>
                    <a:pt x="8" y="32"/>
                    <a:pt x="8" y="30"/>
                  </a:cubicBezTo>
                  <a:cubicBezTo>
                    <a:pt x="7" y="22"/>
                    <a:pt x="11" y="19"/>
                    <a:pt x="17" y="16"/>
                  </a:cubicBezTo>
                  <a:cubicBezTo>
                    <a:pt x="22" y="13"/>
                    <a:pt x="28" y="10"/>
                    <a:pt x="29" y="3"/>
                  </a:cubicBezTo>
                  <a:cubicBezTo>
                    <a:pt x="29" y="1"/>
                    <a:pt x="28" y="0"/>
                    <a:pt x="26" y="0"/>
                  </a:cubicBezTo>
                  <a:cubicBezTo>
                    <a:pt x="24" y="0"/>
                    <a:pt x="23" y="1"/>
                    <a:pt x="23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7" name="Freeform 811">
              <a:extLst>
                <a:ext uri="{FF2B5EF4-FFF2-40B4-BE49-F238E27FC236}">
                  <a16:creationId xmlns:a16="http://schemas.microsoft.com/office/drawing/2014/main" id="{6F4813E7-7E13-4081-B4FD-961030C70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151"/>
              <a:ext cx="95" cy="184"/>
            </a:xfrm>
            <a:custGeom>
              <a:avLst/>
              <a:gdLst>
                <a:gd name="T0" fmla="*/ 2270 w 38"/>
                <a:gd name="T1" fmla="*/ 0 h 69"/>
                <a:gd name="T2" fmla="*/ 1488 w 38"/>
                <a:gd name="T3" fmla="*/ 1059 h 69"/>
                <a:gd name="T4" fmla="*/ 1300 w 38"/>
                <a:gd name="T5" fmla="*/ 6464 h 69"/>
                <a:gd name="T6" fmla="*/ 2270 w 38"/>
                <a:gd name="T7" fmla="*/ 19021 h 69"/>
                <a:gd name="T8" fmla="*/ 5675 w 38"/>
                <a:gd name="T9" fmla="*/ 22243 h 69"/>
                <a:gd name="T10" fmla="*/ 8125 w 38"/>
                <a:gd name="T11" fmla="*/ 24427 h 69"/>
                <a:gd name="T12" fmla="*/ 9113 w 38"/>
                <a:gd name="T13" fmla="*/ 24427 h 69"/>
                <a:gd name="T14" fmla="*/ 9113 w 38"/>
                <a:gd name="T15" fmla="*/ 22664 h 69"/>
                <a:gd name="T16" fmla="*/ 6175 w 38"/>
                <a:gd name="T17" fmla="*/ 20480 h 69"/>
                <a:gd name="T18" fmla="*/ 3250 w 38"/>
                <a:gd name="T19" fmla="*/ 17656 h 69"/>
                <a:gd name="T20" fmla="*/ 2470 w 38"/>
                <a:gd name="T21" fmla="*/ 6883 h 69"/>
                <a:gd name="T22" fmla="*/ 2938 w 38"/>
                <a:gd name="T23" fmla="*/ 1059 h 69"/>
                <a:gd name="T24" fmla="*/ 2270 w 38"/>
                <a:gd name="T25" fmla="*/ 0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69">
                  <a:moveTo>
                    <a:pt x="9" y="0"/>
                  </a:moveTo>
                  <a:cubicBezTo>
                    <a:pt x="8" y="0"/>
                    <a:pt x="6" y="1"/>
                    <a:pt x="6" y="3"/>
                  </a:cubicBezTo>
                  <a:cubicBezTo>
                    <a:pt x="6" y="7"/>
                    <a:pt x="6" y="12"/>
                    <a:pt x="5" y="18"/>
                  </a:cubicBezTo>
                  <a:cubicBezTo>
                    <a:pt x="2" y="30"/>
                    <a:pt x="0" y="44"/>
                    <a:pt x="9" y="53"/>
                  </a:cubicBezTo>
                  <a:cubicBezTo>
                    <a:pt x="13" y="57"/>
                    <a:pt x="18" y="60"/>
                    <a:pt x="23" y="62"/>
                  </a:cubicBezTo>
                  <a:cubicBezTo>
                    <a:pt x="27" y="64"/>
                    <a:pt x="30" y="66"/>
                    <a:pt x="33" y="68"/>
                  </a:cubicBezTo>
                  <a:cubicBezTo>
                    <a:pt x="34" y="69"/>
                    <a:pt x="36" y="69"/>
                    <a:pt x="37" y="68"/>
                  </a:cubicBezTo>
                  <a:cubicBezTo>
                    <a:pt x="38" y="66"/>
                    <a:pt x="38" y="64"/>
                    <a:pt x="37" y="63"/>
                  </a:cubicBezTo>
                  <a:cubicBezTo>
                    <a:pt x="34" y="60"/>
                    <a:pt x="29" y="59"/>
                    <a:pt x="25" y="57"/>
                  </a:cubicBezTo>
                  <a:cubicBezTo>
                    <a:pt x="21" y="54"/>
                    <a:pt x="16" y="52"/>
                    <a:pt x="13" y="49"/>
                  </a:cubicBezTo>
                  <a:cubicBezTo>
                    <a:pt x="7" y="42"/>
                    <a:pt x="9" y="30"/>
                    <a:pt x="10" y="19"/>
                  </a:cubicBezTo>
                  <a:cubicBezTo>
                    <a:pt x="11" y="13"/>
                    <a:pt x="12" y="8"/>
                    <a:pt x="12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8" name="Freeform 812">
              <a:extLst>
                <a:ext uri="{FF2B5EF4-FFF2-40B4-BE49-F238E27FC236}">
                  <a16:creationId xmlns:a16="http://schemas.microsoft.com/office/drawing/2014/main" id="{168315E1-4239-49B8-894B-3562D2DE6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3076"/>
              <a:ext cx="105" cy="240"/>
            </a:xfrm>
            <a:custGeom>
              <a:avLst/>
              <a:gdLst>
                <a:gd name="T0" fmla="*/ 8800 w 42"/>
                <a:gd name="T1" fmla="*/ 661 h 90"/>
                <a:gd name="T2" fmla="*/ 7158 w 42"/>
                <a:gd name="T3" fmla="*/ 7944 h 90"/>
                <a:gd name="T4" fmla="*/ 7345 w 42"/>
                <a:gd name="T5" fmla="*/ 11469 h 90"/>
                <a:gd name="T6" fmla="*/ 6845 w 42"/>
                <a:gd name="T7" fmla="*/ 16589 h 90"/>
                <a:gd name="T8" fmla="*/ 4895 w 42"/>
                <a:gd name="T9" fmla="*/ 20083 h 90"/>
                <a:gd name="T10" fmla="*/ 1300 w 42"/>
                <a:gd name="T11" fmla="*/ 31709 h 90"/>
                <a:gd name="T12" fmla="*/ 2270 w 42"/>
                <a:gd name="T13" fmla="*/ 32371 h 90"/>
                <a:gd name="T14" fmla="*/ 2470 w 42"/>
                <a:gd name="T15" fmla="*/ 30891 h 90"/>
                <a:gd name="T16" fmla="*/ 5863 w 42"/>
                <a:gd name="T17" fmla="*/ 21597 h 90"/>
                <a:gd name="T18" fmla="*/ 8125 w 42"/>
                <a:gd name="T19" fmla="*/ 17656 h 90"/>
                <a:gd name="T20" fmla="*/ 8800 w 42"/>
                <a:gd name="T21" fmla="*/ 11171 h 90"/>
                <a:gd name="T22" fmla="*/ 8595 w 42"/>
                <a:gd name="T23" fmla="*/ 7944 h 90"/>
                <a:gd name="T24" fmla="*/ 10083 w 42"/>
                <a:gd name="T25" fmla="*/ 1459 h 90"/>
                <a:gd name="T26" fmla="*/ 9770 w 42"/>
                <a:gd name="T27" fmla="*/ 0 h 90"/>
                <a:gd name="T28" fmla="*/ 8800 w 42"/>
                <a:gd name="T29" fmla="*/ 661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90">
                  <a:moveTo>
                    <a:pt x="36" y="2"/>
                  </a:moveTo>
                  <a:cubicBezTo>
                    <a:pt x="32" y="8"/>
                    <a:pt x="29" y="15"/>
                    <a:pt x="29" y="22"/>
                  </a:cubicBezTo>
                  <a:cubicBezTo>
                    <a:pt x="29" y="26"/>
                    <a:pt x="29" y="29"/>
                    <a:pt x="30" y="32"/>
                  </a:cubicBezTo>
                  <a:cubicBezTo>
                    <a:pt x="31" y="37"/>
                    <a:pt x="31" y="41"/>
                    <a:pt x="28" y="46"/>
                  </a:cubicBezTo>
                  <a:cubicBezTo>
                    <a:pt x="27" y="49"/>
                    <a:pt x="23" y="52"/>
                    <a:pt x="20" y="56"/>
                  </a:cubicBezTo>
                  <a:cubicBezTo>
                    <a:pt x="11" y="65"/>
                    <a:pt x="0" y="77"/>
                    <a:pt x="5" y="88"/>
                  </a:cubicBezTo>
                  <a:cubicBezTo>
                    <a:pt x="6" y="90"/>
                    <a:pt x="8" y="90"/>
                    <a:pt x="9" y="90"/>
                  </a:cubicBezTo>
                  <a:cubicBezTo>
                    <a:pt x="11" y="89"/>
                    <a:pt x="11" y="87"/>
                    <a:pt x="10" y="86"/>
                  </a:cubicBezTo>
                  <a:cubicBezTo>
                    <a:pt x="7" y="78"/>
                    <a:pt x="17" y="68"/>
                    <a:pt x="24" y="60"/>
                  </a:cubicBezTo>
                  <a:cubicBezTo>
                    <a:pt x="28" y="56"/>
                    <a:pt x="32" y="52"/>
                    <a:pt x="33" y="49"/>
                  </a:cubicBezTo>
                  <a:cubicBezTo>
                    <a:pt x="38" y="42"/>
                    <a:pt x="37" y="36"/>
                    <a:pt x="36" y="31"/>
                  </a:cubicBezTo>
                  <a:cubicBezTo>
                    <a:pt x="35" y="28"/>
                    <a:pt x="35" y="25"/>
                    <a:pt x="35" y="22"/>
                  </a:cubicBezTo>
                  <a:cubicBezTo>
                    <a:pt x="35" y="17"/>
                    <a:pt x="38" y="10"/>
                    <a:pt x="41" y="4"/>
                  </a:cubicBezTo>
                  <a:cubicBezTo>
                    <a:pt x="42" y="3"/>
                    <a:pt x="41" y="1"/>
                    <a:pt x="40" y="0"/>
                  </a:cubicBezTo>
                  <a:cubicBezTo>
                    <a:pt x="38" y="0"/>
                    <a:pt x="36" y="0"/>
                    <a:pt x="36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9" name="Freeform 813">
              <a:extLst>
                <a:ext uri="{FF2B5EF4-FFF2-40B4-BE49-F238E27FC236}">
                  <a16:creationId xmlns:a16="http://schemas.microsoft.com/office/drawing/2014/main" id="{37A7D80B-27E5-4AFA-A853-E0003AA4A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993"/>
              <a:ext cx="87" cy="238"/>
            </a:xfrm>
            <a:custGeom>
              <a:avLst/>
              <a:gdLst>
                <a:gd name="T0" fmla="*/ 6833 w 35"/>
                <a:gd name="T1" fmla="*/ 671 h 89"/>
                <a:gd name="T2" fmla="*/ 6649 w 35"/>
                <a:gd name="T3" fmla="*/ 5894 h 89"/>
                <a:gd name="T4" fmla="*/ 6649 w 35"/>
                <a:gd name="T5" fmla="*/ 9560 h 89"/>
                <a:gd name="T6" fmla="*/ 4270 w 35"/>
                <a:gd name="T7" fmla="*/ 15761 h 89"/>
                <a:gd name="T8" fmla="*/ 3776 w 35"/>
                <a:gd name="T9" fmla="*/ 16406 h 89"/>
                <a:gd name="T10" fmla="*/ 0 w 35"/>
                <a:gd name="T11" fmla="*/ 31459 h 89"/>
                <a:gd name="T12" fmla="*/ 644 w 35"/>
                <a:gd name="T13" fmla="*/ 32531 h 89"/>
                <a:gd name="T14" fmla="*/ 1414 w 35"/>
                <a:gd name="T15" fmla="*/ 31036 h 89"/>
                <a:gd name="T16" fmla="*/ 4932 w 35"/>
                <a:gd name="T17" fmla="*/ 17898 h 89"/>
                <a:gd name="T18" fmla="*/ 5419 w 35"/>
                <a:gd name="T19" fmla="*/ 17227 h 89"/>
                <a:gd name="T20" fmla="*/ 8051 w 35"/>
                <a:gd name="T21" fmla="*/ 10290 h 89"/>
                <a:gd name="T22" fmla="*/ 8051 w 35"/>
                <a:gd name="T23" fmla="*/ 5894 h 89"/>
                <a:gd name="T24" fmla="*/ 8248 w 35"/>
                <a:gd name="T25" fmla="*/ 1495 h 89"/>
                <a:gd name="T26" fmla="*/ 7785 w 35"/>
                <a:gd name="T27" fmla="*/ 401 h 89"/>
                <a:gd name="T28" fmla="*/ 6833 w 35"/>
                <a:gd name="T29" fmla="*/ 671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" h="89">
                  <a:moveTo>
                    <a:pt x="29" y="2"/>
                  </a:moveTo>
                  <a:cubicBezTo>
                    <a:pt x="27" y="7"/>
                    <a:pt x="28" y="12"/>
                    <a:pt x="28" y="16"/>
                  </a:cubicBezTo>
                  <a:cubicBezTo>
                    <a:pt x="28" y="20"/>
                    <a:pt x="29" y="23"/>
                    <a:pt x="28" y="26"/>
                  </a:cubicBezTo>
                  <a:cubicBezTo>
                    <a:pt x="27" y="33"/>
                    <a:pt x="23" y="38"/>
                    <a:pt x="18" y="43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8" y="55"/>
                    <a:pt x="0" y="68"/>
                    <a:pt x="0" y="86"/>
                  </a:cubicBezTo>
                  <a:cubicBezTo>
                    <a:pt x="0" y="87"/>
                    <a:pt x="2" y="89"/>
                    <a:pt x="3" y="89"/>
                  </a:cubicBezTo>
                  <a:cubicBezTo>
                    <a:pt x="5" y="88"/>
                    <a:pt x="6" y="87"/>
                    <a:pt x="6" y="85"/>
                  </a:cubicBezTo>
                  <a:cubicBezTo>
                    <a:pt x="6" y="73"/>
                    <a:pt x="10" y="63"/>
                    <a:pt x="21" y="49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8" y="41"/>
                    <a:pt x="32" y="36"/>
                    <a:pt x="34" y="28"/>
                  </a:cubicBezTo>
                  <a:cubicBezTo>
                    <a:pt x="35" y="24"/>
                    <a:pt x="34" y="20"/>
                    <a:pt x="34" y="16"/>
                  </a:cubicBezTo>
                  <a:cubicBezTo>
                    <a:pt x="34" y="12"/>
                    <a:pt x="33" y="8"/>
                    <a:pt x="35" y="4"/>
                  </a:cubicBezTo>
                  <a:cubicBezTo>
                    <a:pt x="35" y="3"/>
                    <a:pt x="34" y="1"/>
                    <a:pt x="33" y="1"/>
                  </a:cubicBezTo>
                  <a:cubicBezTo>
                    <a:pt x="31" y="0"/>
                    <a:pt x="30" y="1"/>
                    <a:pt x="29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0" name="Freeform 814">
              <a:extLst>
                <a:ext uri="{FF2B5EF4-FFF2-40B4-BE49-F238E27FC236}">
                  <a16:creationId xmlns:a16="http://schemas.microsoft.com/office/drawing/2014/main" id="{F9913BE9-DC2C-4063-A966-7C33A3327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431"/>
              <a:ext cx="107" cy="250"/>
            </a:xfrm>
            <a:custGeom>
              <a:avLst/>
              <a:gdLst>
                <a:gd name="T0" fmla="*/ 8781 w 43"/>
                <a:gd name="T1" fmla="*/ 657 h 94"/>
                <a:gd name="T2" fmla="*/ 5716 w 43"/>
                <a:gd name="T3" fmla="*/ 6394 h 94"/>
                <a:gd name="T4" fmla="*/ 3324 w 43"/>
                <a:gd name="T5" fmla="*/ 9859 h 94"/>
                <a:gd name="T6" fmla="*/ 1914 w 43"/>
                <a:gd name="T7" fmla="*/ 32622 h 94"/>
                <a:gd name="T8" fmla="*/ 2879 w 43"/>
                <a:gd name="T9" fmla="*/ 33279 h 94"/>
                <a:gd name="T10" fmla="*/ 3324 w 43"/>
                <a:gd name="T11" fmla="*/ 32226 h 94"/>
                <a:gd name="T12" fmla="*/ 4297 w 43"/>
                <a:gd name="T13" fmla="*/ 10915 h 94"/>
                <a:gd name="T14" fmla="*/ 6669 w 43"/>
                <a:gd name="T15" fmla="*/ 8106 h 94"/>
                <a:gd name="T16" fmla="*/ 10197 w 43"/>
                <a:gd name="T17" fmla="*/ 1747 h 94"/>
                <a:gd name="T18" fmla="*/ 9739 w 43"/>
                <a:gd name="T19" fmla="*/ 396 h 94"/>
                <a:gd name="T20" fmla="*/ 8781 w 43"/>
                <a:gd name="T21" fmla="*/ 657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94">
                  <a:moveTo>
                    <a:pt x="37" y="2"/>
                  </a:moveTo>
                  <a:cubicBezTo>
                    <a:pt x="34" y="10"/>
                    <a:pt x="29" y="14"/>
                    <a:pt x="24" y="18"/>
                  </a:cubicBezTo>
                  <a:cubicBezTo>
                    <a:pt x="20" y="21"/>
                    <a:pt x="17" y="24"/>
                    <a:pt x="14" y="28"/>
                  </a:cubicBezTo>
                  <a:cubicBezTo>
                    <a:pt x="0" y="44"/>
                    <a:pt x="5" y="73"/>
                    <a:pt x="8" y="92"/>
                  </a:cubicBezTo>
                  <a:cubicBezTo>
                    <a:pt x="8" y="93"/>
                    <a:pt x="10" y="94"/>
                    <a:pt x="12" y="94"/>
                  </a:cubicBezTo>
                  <a:cubicBezTo>
                    <a:pt x="13" y="94"/>
                    <a:pt x="14" y="92"/>
                    <a:pt x="14" y="91"/>
                  </a:cubicBezTo>
                  <a:cubicBezTo>
                    <a:pt x="11" y="73"/>
                    <a:pt x="6" y="46"/>
                    <a:pt x="18" y="31"/>
                  </a:cubicBezTo>
                  <a:cubicBezTo>
                    <a:pt x="21" y="28"/>
                    <a:pt x="24" y="25"/>
                    <a:pt x="28" y="23"/>
                  </a:cubicBezTo>
                  <a:cubicBezTo>
                    <a:pt x="33" y="18"/>
                    <a:pt x="39" y="13"/>
                    <a:pt x="43" y="5"/>
                  </a:cubicBezTo>
                  <a:cubicBezTo>
                    <a:pt x="43" y="3"/>
                    <a:pt x="42" y="1"/>
                    <a:pt x="41" y="1"/>
                  </a:cubicBezTo>
                  <a:cubicBezTo>
                    <a:pt x="39" y="0"/>
                    <a:pt x="38" y="1"/>
                    <a:pt x="37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1" name="Freeform 815">
              <a:extLst>
                <a:ext uri="{FF2B5EF4-FFF2-40B4-BE49-F238E27FC236}">
                  <a16:creationId xmlns:a16="http://schemas.microsoft.com/office/drawing/2014/main" id="{43EC94AA-2429-40B3-BCD3-BA204AD7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3369"/>
              <a:ext cx="95" cy="80"/>
            </a:xfrm>
            <a:custGeom>
              <a:avLst/>
              <a:gdLst>
                <a:gd name="T0" fmla="*/ 783 w 38"/>
                <a:gd name="T1" fmla="*/ 397 h 30"/>
                <a:gd name="T2" fmla="*/ 313 w 38"/>
                <a:gd name="T3" fmla="*/ 1459 h 30"/>
                <a:gd name="T4" fmla="*/ 4220 w 38"/>
                <a:gd name="T5" fmla="*/ 6464 h 30"/>
                <a:gd name="T6" fmla="*/ 7813 w 38"/>
                <a:gd name="T7" fmla="*/ 10104 h 30"/>
                <a:gd name="T8" fmla="*/ 8800 w 38"/>
                <a:gd name="T9" fmla="*/ 10376 h 30"/>
                <a:gd name="T10" fmla="*/ 9300 w 38"/>
                <a:gd name="T11" fmla="*/ 9309 h 30"/>
                <a:gd name="T12" fmla="*/ 4688 w 38"/>
                <a:gd name="T13" fmla="*/ 4301 h 30"/>
                <a:gd name="T14" fmla="*/ 1488 w 38"/>
                <a:gd name="T15" fmla="*/ 1059 h 30"/>
                <a:gd name="T16" fmla="*/ 783 w 38"/>
                <a:gd name="T17" fmla="*/ 39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0">
                  <a:moveTo>
                    <a:pt x="3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13"/>
                    <a:pt x="10" y="16"/>
                    <a:pt x="17" y="18"/>
                  </a:cubicBezTo>
                  <a:cubicBezTo>
                    <a:pt x="24" y="19"/>
                    <a:pt x="30" y="21"/>
                    <a:pt x="32" y="28"/>
                  </a:cubicBezTo>
                  <a:cubicBezTo>
                    <a:pt x="33" y="29"/>
                    <a:pt x="34" y="30"/>
                    <a:pt x="36" y="29"/>
                  </a:cubicBezTo>
                  <a:cubicBezTo>
                    <a:pt x="38" y="29"/>
                    <a:pt x="38" y="27"/>
                    <a:pt x="38" y="26"/>
                  </a:cubicBezTo>
                  <a:cubicBezTo>
                    <a:pt x="34" y="16"/>
                    <a:pt x="26" y="14"/>
                    <a:pt x="19" y="12"/>
                  </a:cubicBezTo>
                  <a:cubicBezTo>
                    <a:pt x="12" y="10"/>
                    <a:pt x="8" y="8"/>
                    <a:pt x="6" y="3"/>
                  </a:cubicBezTo>
                  <a:cubicBezTo>
                    <a:pt x="6" y="1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2" name="Freeform 816">
              <a:extLst>
                <a:ext uri="{FF2B5EF4-FFF2-40B4-BE49-F238E27FC236}">
                  <a16:creationId xmlns:a16="http://schemas.microsoft.com/office/drawing/2014/main" id="{7CBB10E4-BC1C-44A9-A612-8819AB9A0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3135"/>
              <a:ext cx="235" cy="141"/>
            </a:xfrm>
            <a:custGeom>
              <a:avLst/>
              <a:gdLst>
                <a:gd name="T0" fmla="*/ 520 w 94"/>
                <a:gd name="T1" fmla="*/ 3858 h 53"/>
                <a:gd name="T2" fmla="*/ 313 w 94"/>
                <a:gd name="T3" fmla="*/ 5307 h 53"/>
                <a:gd name="T4" fmla="*/ 1300 w 94"/>
                <a:gd name="T5" fmla="*/ 5704 h 53"/>
                <a:gd name="T6" fmla="*/ 13488 w 94"/>
                <a:gd name="T7" fmla="*/ 6010 h 53"/>
                <a:gd name="T8" fmla="*/ 16408 w 94"/>
                <a:gd name="T9" fmla="*/ 10921 h 53"/>
                <a:gd name="T10" fmla="*/ 22000 w 94"/>
                <a:gd name="T11" fmla="*/ 18790 h 53"/>
                <a:gd name="T12" fmla="*/ 22970 w 94"/>
                <a:gd name="T13" fmla="*/ 17737 h 53"/>
                <a:gd name="T14" fmla="*/ 22270 w 94"/>
                <a:gd name="T15" fmla="*/ 16683 h 53"/>
                <a:gd name="T16" fmla="*/ 17583 w 94"/>
                <a:gd name="T17" fmla="*/ 9867 h 53"/>
                <a:gd name="T18" fmla="*/ 14458 w 94"/>
                <a:gd name="T19" fmla="*/ 4254 h 53"/>
                <a:gd name="T20" fmla="*/ 520 w 94"/>
                <a:gd name="T21" fmla="*/ 3858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53">
                  <a:moveTo>
                    <a:pt x="2" y="11"/>
                  </a:moveTo>
                  <a:cubicBezTo>
                    <a:pt x="1" y="12"/>
                    <a:pt x="0" y="13"/>
                    <a:pt x="1" y="15"/>
                  </a:cubicBezTo>
                  <a:cubicBezTo>
                    <a:pt x="2" y="16"/>
                    <a:pt x="4" y="17"/>
                    <a:pt x="5" y="16"/>
                  </a:cubicBezTo>
                  <a:cubicBezTo>
                    <a:pt x="20" y="8"/>
                    <a:pt x="42" y="6"/>
                    <a:pt x="55" y="17"/>
                  </a:cubicBezTo>
                  <a:cubicBezTo>
                    <a:pt x="60" y="20"/>
                    <a:pt x="63" y="25"/>
                    <a:pt x="67" y="31"/>
                  </a:cubicBezTo>
                  <a:cubicBezTo>
                    <a:pt x="74" y="40"/>
                    <a:pt x="80" y="50"/>
                    <a:pt x="90" y="53"/>
                  </a:cubicBezTo>
                  <a:cubicBezTo>
                    <a:pt x="91" y="53"/>
                    <a:pt x="93" y="52"/>
                    <a:pt x="94" y="50"/>
                  </a:cubicBezTo>
                  <a:cubicBezTo>
                    <a:pt x="94" y="49"/>
                    <a:pt x="93" y="47"/>
                    <a:pt x="91" y="47"/>
                  </a:cubicBezTo>
                  <a:cubicBezTo>
                    <a:pt x="84" y="45"/>
                    <a:pt x="78" y="36"/>
                    <a:pt x="72" y="28"/>
                  </a:cubicBezTo>
                  <a:cubicBezTo>
                    <a:pt x="68" y="22"/>
                    <a:pt x="64" y="16"/>
                    <a:pt x="59" y="12"/>
                  </a:cubicBezTo>
                  <a:cubicBezTo>
                    <a:pt x="44" y="0"/>
                    <a:pt x="19" y="2"/>
                    <a:pt x="2" y="1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3" name="Freeform 817">
              <a:extLst>
                <a:ext uri="{FF2B5EF4-FFF2-40B4-BE49-F238E27FC236}">
                  <a16:creationId xmlns:a16="http://schemas.microsoft.com/office/drawing/2014/main" id="{93F5B328-128F-4179-B607-2B873FA19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3055"/>
              <a:ext cx="253" cy="69"/>
            </a:xfrm>
            <a:custGeom>
              <a:avLst/>
              <a:gdLst>
                <a:gd name="T0" fmla="*/ 14809 w 101"/>
                <a:gd name="T1" fmla="*/ 3572 h 26"/>
                <a:gd name="T2" fmla="*/ 11332 w 101"/>
                <a:gd name="T3" fmla="*/ 5255 h 26"/>
                <a:gd name="T4" fmla="*/ 2277 w 101"/>
                <a:gd name="T5" fmla="*/ 4225 h 26"/>
                <a:gd name="T6" fmla="*/ 992 w 101"/>
                <a:gd name="T7" fmla="*/ 3572 h 26"/>
                <a:gd name="T8" fmla="*/ 0 w 101"/>
                <a:gd name="T9" fmla="*/ 4225 h 26"/>
                <a:gd name="T10" fmla="*/ 521 w 101"/>
                <a:gd name="T11" fmla="*/ 5515 h 26"/>
                <a:gd name="T12" fmla="*/ 1776 w 101"/>
                <a:gd name="T13" fmla="*/ 5910 h 26"/>
                <a:gd name="T14" fmla="*/ 11853 w 101"/>
                <a:gd name="T15" fmla="*/ 7380 h 26"/>
                <a:gd name="T16" fmla="*/ 15593 w 101"/>
                <a:gd name="T17" fmla="*/ 5515 h 26"/>
                <a:gd name="T18" fmla="*/ 23987 w 101"/>
                <a:gd name="T19" fmla="*/ 3177 h 26"/>
                <a:gd name="T20" fmla="*/ 24646 w 101"/>
                <a:gd name="T21" fmla="*/ 2487 h 26"/>
                <a:gd name="T22" fmla="*/ 24178 w 101"/>
                <a:gd name="T23" fmla="*/ 1048 h 26"/>
                <a:gd name="T24" fmla="*/ 14809 w 101"/>
                <a:gd name="T25" fmla="*/ 3572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26">
                  <a:moveTo>
                    <a:pt x="60" y="10"/>
                  </a:moveTo>
                  <a:cubicBezTo>
                    <a:pt x="56" y="12"/>
                    <a:pt x="51" y="14"/>
                    <a:pt x="46" y="15"/>
                  </a:cubicBezTo>
                  <a:cubicBezTo>
                    <a:pt x="33" y="19"/>
                    <a:pt x="22" y="16"/>
                    <a:pt x="9" y="12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10"/>
                    <a:pt x="1" y="10"/>
                    <a:pt x="0" y="12"/>
                  </a:cubicBezTo>
                  <a:cubicBezTo>
                    <a:pt x="0" y="14"/>
                    <a:pt x="0" y="15"/>
                    <a:pt x="2" y="16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20" y="22"/>
                    <a:pt x="32" y="26"/>
                    <a:pt x="48" y="21"/>
                  </a:cubicBezTo>
                  <a:cubicBezTo>
                    <a:pt x="53" y="20"/>
                    <a:pt x="58" y="18"/>
                    <a:pt x="63" y="16"/>
                  </a:cubicBezTo>
                  <a:cubicBezTo>
                    <a:pt x="74" y="11"/>
                    <a:pt x="84" y="6"/>
                    <a:pt x="97" y="9"/>
                  </a:cubicBezTo>
                  <a:cubicBezTo>
                    <a:pt x="98" y="10"/>
                    <a:pt x="100" y="8"/>
                    <a:pt x="100" y="7"/>
                  </a:cubicBezTo>
                  <a:cubicBezTo>
                    <a:pt x="101" y="5"/>
                    <a:pt x="100" y="4"/>
                    <a:pt x="98" y="3"/>
                  </a:cubicBezTo>
                  <a:cubicBezTo>
                    <a:pt x="84" y="0"/>
                    <a:pt x="72" y="5"/>
                    <a:pt x="60" y="1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4" name="Freeform 818">
              <a:extLst>
                <a:ext uri="{FF2B5EF4-FFF2-40B4-BE49-F238E27FC236}">
                  <a16:creationId xmlns:a16="http://schemas.microsoft.com/office/drawing/2014/main" id="{8F732918-7EA0-4892-A47B-A9AEB2170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6" y="2807"/>
              <a:ext cx="198" cy="194"/>
            </a:xfrm>
            <a:custGeom>
              <a:avLst/>
              <a:gdLst>
                <a:gd name="T0" fmla="*/ 18311 w 79"/>
                <a:gd name="T1" fmla="*/ 396 h 73"/>
                <a:gd name="T2" fmla="*/ 14642 w 79"/>
                <a:gd name="T3" fmla="*/ 1052 h 73"/>
                <a:gd name="T4" fmla="*/ 10188 w 79"/>
                <a:gd name="T5" fmla="*/ 2139 h 73"/>
                <a:gd name="T6" fmla="*/ 6439 w 79"/>
                <a:gd name="T7" fmla="*/ 9838 h 73"/>
                <a:gd name="T8" fmla="*/ 5917 w 79"/>
                <a:gd name="T9" fmla="*/ 11675 h 73"/>
                <a:gd name="T10" fmla="*/ 993 w 79"/>
                <a:gd name="T11" fmla="*/ 22148 h 73"/>
                <a:gd name="T12" fmla="*/ 0 w 79"/>
                <a:gd name="T13" fmla="*/ 22940 h 73"/>
                <a:gd name="T14" fmla="*/ 521 w 79"/>
                <a:gd name="T15" fmla="*/ 24253 h 73"/>
                <a:gd name="T16" fmla="*/ 7411 w 79"/>
                <a:gd name="T17" fmla="*/ 12310 h 73"/>
                <a:gd name="T18" fmla="*/ 7933 w 79"/>
                <a:gd name="T19" fmla="*/ 10622 h 73"/>
                <a:gd name="T20" fmla="*/ 10893 w 79"/>
                <a:gd name="T21" fmla="*/ 3848 h 73"/>
                <a:gd name="T22" fmla="*/ 14642 w 79"/>
                <a:gd name="T23" fmla="*/ 3192 h 73"/>
                <a:gd name="T24" fmla="*/ 19096 w 79"/>
                <a:gd name="T25" fmla="*/ 2493 h 73"/>
                <a:gd name="T26" fmla="*/ 19304 w 79"/>
                <a:gd name="T27" fmla="*/ 1052 h 73"/>
                <a:gd name="T28" fmla="*/ 18311 w 79"/>
                <a:gd name="T29" fmla="*/ 396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9" h="73">
                  <a:moveTo>
                    <a:pt x="74" y="1"/>
                  </a:moveTo>
                  <a:cubicBezTo>
                    <a:pt x="70" y="3"/>
                    <a:pt x="65" y="3"/>
                    <a:pt x="59" y="3"/>
                  </a:cubicBezTo>
                  <a:cubicBezTo>
                    <a:pt x="53" y="3"/>
                    <a:pt x="46" y="2"/>
                    <a:pt x="41" y="6"/>
                  </a:cubicBezTo>
                  <a:cubicBezTo>
                    <a:pt x="33" y="10"/>
                    <a:pt x="29" y="20"/>
                    <a:pt x="26" y="28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1" y="41"/>
                    <a:pt x="12" y="65"/>
                    <a:pt x="4" y="63"/>
                  </a:cubicBezTo>
                  <a:cubicBezTo>
                    <a:pt x="3" y="62"/>
                    <a:pt x="1" y="63"/>
                    <a:pt x="0" y="65"/>
                  </a:cubicBezTo>
                  <a:cubicBezTo>
                    <a:pt x="0" y="67"/>
                    <a:pt x="1" y="68"/>
                    <a:pt x="2" y="69"/>
                  </a:cubicBezTo>
                  <a:cubicBezTo>
                    <a:pt x="16" y="73"/>
                    <a:pt x="25" y="48"/>
                    <a:pt x="30" y="35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5" y="23"/>
                    <a:pt x="38" y="14"/>
                    <a:pt x="44" y="11"/>
                  </a:cubicBezTo>
                  <a:cubicBezTo>
                    <a:pt x="48" y="9"/>
                    <a:pt x="53" y="9"/>
                    <a:pt x="59" y="9"/>
                  </a:cubicBezTo>
                  <a:cubicBezTo>
                    <a:pt x="65" y="9"/>
                    <a:pt x="71" y="9"/>
                    <a:pt x="77" y="7"/>
                  </a:cubicBezTo>
                  <a:cubicBezTo>
                    <a:pt x="79" y="6"/>
                    <a:pt x="79" y="4"/>
                    <a:pt x="78" y="3"/>
                  </a:cubicBezTo>
                  <a:cubicBezTo>
                    <a:pt x="78" y="1"/>
                    <a:pt x="76" y="0"/>
                    <a:pt x="74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5" name="Freeform 819">
              <a:extLst>
                <a:ext uri="{FF2B5EF4-FFF2-40B4-BE49-F238E27FC236}">
                  <a16:creationId xmlns:a16="http://schemas.microsoft.com/office/drawing/2014/main" id="{0C249D32-B88E-4621-ABBA-3A09DA710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" y="3188"/>
              <a:ext cx="152" cy="195"/>
            </a:xfrm>
            <a:custGeom>
              <a:avLst/>
              <a:gdLst>
                <a:gd name="T0" fmla="*/ 187 w 61"/>
                <a:gd name="T1" fmla="*/ 662 h 73"/>
                <a:gd name="T2" fmla="*/ 466 w 61"/>
                <a:gd name="T3" fmla="*/ 2190 h 73"/>
                <a:gd name="T4" fmla="*/ 3546 w 61"/>
                <a:gd name="T5" fmla="*/ 7220 h 73"/>
                <a:gd name="T6" fmla="*/ 6897 w 61"/>
                <a:gd name="T7" fmla="*/ 12616 h 73"/>
                <a:gd name="T8" fmla="*/ 7675 w 61"/>
                <a:gd name="T9" fmla="*/ 13436 h 73"/>
                <a:gd name="T10" fmla="*/ 11263 w 61"/>
                <a:gd name="T11" fmla="*/ 25045 h 73"/>
                <a:gd name="T12" fmla="*/ 11525 w 61"/>
                <a:gd name="T13" fmla="*/ 26531 h 73"/>
                <a:gd name="T14" fmla="*/ 12486 w 61"/>
                <a:gd name="T15" fmla="*/ 25866 h 73"/>
                <a:gd name="T16" fmla="*/ 8370 w 61"/>
                <a:gd name="T17" fmla="*/ 11553 h 73"/>
                <a:gd name="T18" fmla="*/ 7675 w 61"/>
                <a:gd name="T19" fmla="*/ 10904 h 73"/>
                <a:gd name="T20" fmla="*/ 4812 w 61"/>
                <a:gd name="T21" fmla="*/ 5850 h 73"/>
                <a:gd name="T22" fmla="*/ 1161 w 61"/>
                <a:gd name="T23" fmla="*/ 0 h 73"/>
                <a:gd name="T24" fmla="*/ 187 w 61"/>
                <a:gd name="T25" fmla="*/ 66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" h="73">
                  <a:moveTo>
                    <a:pt x="1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8" y="8"/>
                    <a:pt x="11" y="14"/>
                    <a:pt x="15" y="20"/>
                  </a:cubicBezTo>
                  <a:cubicBezTo>
                    <a:pt x="19" y="25"/>
                    <a:pt x="23" y="31"/>
                    <a:pt x="29" y="3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45" y="46"/>
                    <a:pt x="53" y="51"/>
                    <a:pt x="47" y="69"/>
                  </a:cubicBezTo>
                  <a:cubicBezTo>
                    <a:pt x="46" y="70"/>
                    <a:pt x="47" y="72"/>
                    <a:pt x="48" y="73"/>
                  </a:cubicBezTo>
                  <a:cubicBezTo>
                    <a:pt x="50" y="73"/>
                    <a:pt x="52" y="72"/>
                    <a:pt x="52" y="71"/>
                  </a:cubicBezTo>
                  <a:cubicBezTo>
                    <a:pt x="61" y="49"/>
                    <a:pt x="49" y="41"/>
                    <a:pt x="35" y="32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27" y="27"/>
                    <a:pt x="24" y="22"/>
                    <a:pt x="20" y="16"/>
                  </a:cubicBezTo>
                  <a:cubicBezTo>
                    <a:pt x="16" y="10"/>
                    <a:pt x="12" y="3"/>
                    <a:pt x="5" y="0"/>
                  </a:cubicBezTo>
                  <a:cubicBezTo>
                    <a:pt x="3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6" name="Freeform 820">
              <a:extLst>
                <a:ext uri="{FF2B5EF4-FFF2-40B4-BE49-F238E27FC236}">
                  <a16:creationId xmlns:a16="http://schemas.microsoft.com/office/drawing/2014/main" id="{41A213C9-0D07-4895-A607-F9AD17A91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27"/>
              <a:ext cx="77" cy="240"/>
            </a:xfrm>
            <a:custGeom>
              <a:avLst/>
              <a:gdLst>
                <a:gd name="T0" fmla="*/ 1900 w 31"/>
                <a:gd name="T1" fmla="*/ 397 h 90"/>
                <a:gd name="T2" fmla="*/ 1592 w 31"/>
                <a:gd name="T3" fmla="*/ 1763 h 90"/>
                <a:gd name="T4" fmla="*/ 1592 w 31"/>
                <a:gd name="T5" fmla="*/ 9045 h 90"/>
                <a:gd name="T6" fmla="*/ 1148 w 31"/>
                <a:gd name="T7" fmla="*/ 11171 h 90"/>
                <a:gd name="T8" fmla="*/ 5867 w 31"/>
                <a:gd name="T9" fmla="*/ 31709 h 90"/>
                <a:gd name="T10" fmla="*/ 6818 w 31"/>
                <a:gd name="T11" fmla="*/ 31949 h 90"/>
                <a:gd name="T12" fmla="*/ 7082 w 31"/>
                <a:gd name="T13" fmla="*/ 30584 h 90"/>
                <a:gd name="T14" fmla="*/ 2541 w 31"/>
                <a:gd name="T15" fmla="*/ 11469 h 90"/>
                <a:gd name="T16" fmla="*/ 3005 w 31"/>
                <a:gd name="T17" fmla="*/ 9309 h 90"/>
                <a:gd name="T18" fmla="*/ 2851 w 31"/>
                <a:gd name="T19" fmla="*/ 661 h 90"/>
                <a:gd name="T20" fmla="*/ 1900 w 31"/>
                <a:gd name="T21" fmla="*/ 397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90">
                  <a:moveTo>
                    <a:pt x="8" y="1"/>
                  </a:moveTo>
                  <a:cubicBezTo>
                    <a:pt x="6" y="2"/>
                    <a:pt x="6" y="3"/>
                    <a:pt x="7" y="5"/>
                  </a:cubicBezTo>
                  <a:cubicBezTo>
                    <a:pt x="10" y="12"/>
                    <a:pt x="9" y="17"/>
                    <a:pt x="7" y="25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0" y="53"/>
                    <a:pt x="13" y="73"/>
                    <a:pt x="25" y="88"/>
                  </a:cubicBezTo>
                  <a:cubicBezTo>
                    <a:pt x="26" y="90"/>
                    <a:pt x="28" y="90"/>
                    <a:pt x="29" y="89"/>
                  </a:cubicBezTo>
                  <a:cubicBezTo>
                    <a:pt x="31" y="88"/>
                    <a:pt x="31" y="86"/>
                    <a:pt x="30" y="85"/>
                  </a:cubicBezTo>
                  <a:cubicBezTo>
                    <a:pt x="19" y="71"/>
                    <a:pt x="6" y="52"/>
                    <a:pt x="11" y="32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5" y="19"/>
                    <a:pt x="17" y="11"/>
                    <a:pt x="12" y="2"/>
                  </a:cubicBezTo>
                  <a:cubicBezTo>
                    <a:pt x="11" y="1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7" name="Freeform 821">
              <a:extLst>
                <a:ext uri="{FF2B5EF4-FFF2-40B4-BE49-F238E27FC236}">
                  <a16:creationId xmlns:a16="http://schemas.microsoft.com/office/drawing/2014/main" id="{3AFF1039-B817-4300-B7CF-0412412B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3327"/>
              <a:ext cx="75" cy="256"/>
            </a:xfrm>
            <a:custGeom>
              <a:avLst/>
              <a:gdLst>
                <a:gd name="T0" fmla="*/ 0 w 30"/>
                <a:gd name="T1" fmla="*/ 1059 h 96"/>
                <a:gd name="T2" fmla="*/ 783 w 30"/>
                <a:gd name="T3" fmla="*/ 2184 h 96"/>
                <a:gd name="T4" fmla="*/ 5395 w 30"/>
                <a:gd name="T5" fmla="*/ 13597 h 96"/>
                <a:gd name="T6" fmla="*/ 4688 w 30"/>
                <a:gd name="T7" fmla="*/ 20083 h 96"/>
                <a:gd name="T8" fmla="*/ 6175 w 30"/>
                <a:gd name="T9" fmla="*/ 34133 h 96"/>
                <a:gd name="T10" fmla="*/ 7158 w 30"/>
                <a:gd name="T11" fmla="*/ 34133 h 96"/>
                <a:gd name="T12" fmla="*/ 7158 w 30"/>
                <a:gd name="T13" fmla="*/ 32768 h 96"/>
                <a:gd name="T14" fmla="*/ 6175 w 30"/>
                <a:gd name="T15" fmla="*/ 20877 h 96"/>
                <a:gd name="T16" fmla="*/ 6845 w 30"/>
                <a:gd name="T17" fmla="*/ 13597 h 96"/>
                <a:gd name="T18" fmla="*/ 988 w 30"/>
                <a:gd name="T19" fmla="*/ 0 h 96"/>
                <a:gd name="T20" fmla="*/ 0 w 30"/>
                <a:gd name="T21" fmla="*/ 1059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96">
                  <a:moveTo>
                    <a:pt x="0" y="3"/>
                  </a:moveTo>
                  <a:cubicBezTo>
                    <a:pt x="0" y="5"/>
                    <a:pt x="1" y="6"/>
                    <a:pt x="3" y="6"/>
                  </a:cubicBezTo>
                  <a:cubicBezTo>
                    <a:pt x="14" y="8"/>
                    <a:pt x="22" y="28"/>
                    <a:pt x="22" y="38"/>
                  </a:cubicBezTo>
                  <a:cubicBezTo>
                    <a:pt x="22" y="44"/>
                    <a:pt x="21" y="50"/>
                    <a:pt x="19" y="56"/>
                  </a:cubicBezTo>
                  <a:cubicBezTo>
                    <a:pt x="16" y="69"/>
                    <a:pt x="12" y="83"/>
                    <a:pt x="25" y="95"/>
                  </a:cubicBezTo>
                  <a:cubicBezTo>
                    <a:pt x="26" y="96"/>
                    <a:pt x="28" y="96"/>
                    <a:pt x="29" y="95"/>
                  </a:cubicBezTo>
                  <a:cubicBezTo>
                    <a:pt x="30" y="94"/>
                    <a:pt x="30" y="92"/>
                    <a:pt x="29" y="91"/>
                  </a:cubicBezTo>
                  <a:cubicBezTo>
                    <a:pt x="19" y="81"/>
                    <a:pt x="22" y="70"/>
                    <a:pt x="25" y="58"/>
                  </a:cubicBezTo>
                  <a:cubicBezTo>
                    <a:pt x="27" y="51"/>
                    <a:pt x="28" y="45"/>
                    <a:pt x="28" y="38"/>
                  </a:cubicBezTo>
                  <a:cubicBezTo>
                    <a:pt x="28" y="26"/>
                    <a:pt x="19" y="2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8" name="Freeform 822">
              <a:extLst>
                <a:ext uri="{FF2B5EF4-FFF2-40B4-BE49-F238E27FC236}">
                  <a16:creationId xmlns:a16="http://schemas.microsoft.com/office/drawing/2014/main" id="{74D5E373-692C-4CE6-B0A3-F9E4CA123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471"/>
              <a:ext cx="102" cy="162"/>
            </a:xfrm>
            <a:custGeom>
              <a:avLst/>
              <a:gdLst>
                <a:gd name="T0" fmla="*/ 187 w 41"/>
                <a:gd name="T1" fmla="*/ 656 h 61"/>
                <a:gd name="T2" fmla="*/ 465 w 41"/>
                <a:gd name="T3" fmla="*/ 2095 h 61"/>
                <a:gd name="T4" fmla="*/ 3324 w 41"/>
                <a:gd name="T5" fmla="*/ 4231 h 61"/>
                <a:gd name="T6" fmla="*/ 6665 w 41"/>
                <a:gd name="T7" fmla="*/ 8711 h 61"/>
                <a:gd name="T8" fmla="*/ 7359 w 41"/>
                <a:gd name="T9" fmla="*/ 14028 h 61"/>
                <a:gd name="T10" fmla="*/ 8269 w 41"/>
                <a:gd name="T11" fmla="*/ 20736 h 61"/>
                <a:gd name="T12" fmla="*/ 9240 w 41"/>
                <a:gd name="T13" fmla="*/ 20996 h 61"/>
                <a:gd name="T14" fmla="*/ 9531 w 41"/>
                <a:gd name="T15" fmla="*/ 19706 h 61"/>
                <a:gd name="T16" fmla="*/ 8777 w 41"/>
                <a:gd name="T17" fmla="*/ 14028 h 61"/>
                <a:gd name="T18" fmla="*/ 8083 w 41"/>
                <a:gd name="T19" fmla="*/ 7659 h 61"/>
                <a:gd name="T20" fmla="*/ 3831 w 41"/>
                <a:gd name="T21" fmla="*/ 2488 h 61"/>
                <a:gd name="T22" fmla="*/ 1157 w 41"/>
                <a:gd name="T23" fmla="*/ 396 h 61"/>
                <a:gd name="T24" fmla="*/ 187 w 41"/>
                <a:gd name="T25" fmla="*/ 656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61">
                  <a:moveTo>
                    <a:pt x="1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6" y="9"/>
                    <a:pt x="10" y="11"/>
                    <a:pt x="14" y="12"/>
                  </a:cubicBezTo>
                  <a:cubicBezTo>
                    <a:pt x="20" y="15"/>
                    <a:pt x="25" y="17"/>
                    <a:pt x="28" y="25"/>
                  </a:cubicBezTo>
                  <a:cubicBezTo>
                    <a:pt x="30" y="29"/>
                    <a:pt x="31" y="35"/>
                    <a:pt x="31" y="40"/>
                  </a:cubicBezTo>
                  <a:cubicBezTo>
                    <a:pt x="32" y="46"/>
                    <a:pt x="32" y="53"/>
                    <a:pt x="35" y="59"/>
                  </a:cubicBezTo>
                  <a:cubicBezTo>
                    <a:pt x="36" y="60"/>
                    <a:pt x="38" y="61"/>
                    <a:pt x="39" y="60"/>
                  </a:cubicBezTo>
                  <a:cubicBezTo>
                    <a:pt x="41" y="59"/>
                    <a:pt x="41" y="57"/>
                    <a:pt x="40" y="56"/>
                  </a:cubicBezTo>
                  <a:cubicBezTo>
                    <a:pt x="38" y="51"/>
                    <a:pt x="38" y="46"/>
                    <a:pt x="37" y="40"/>
                  </a:cubicBezTo>
                  <a:cubicBezTo>
                    <a:pt x="36" y="34"/>
                    <a:pt x="36" y="28"/>
                    <a:pt x="34" y="22"/>
                  </a:cubicBezTo>
                  <a:cubicBezTo>
                    <a:pt x="29" y="12"/>
                    <a:pt x="22" y="9"/>
                    <a:pt x="16" y="7"/>
                  </a:cubicBezTo>
                  <a:cubicBezTo>
                    <a:pt x="12" y="5"/>
                    <a:pt x="9" y="4"/>
                    <a:pt x="5" y="1"/>
                  </a:cubicBezTo>
                  <a:cubicBezTo>
                    <a:pt x="4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9" name="Freeform 823">
              <a:extLst>
                <a:ext uri="{FF2B5EF4-FFF2-40B4-BE49-F238E27FC236}">
                  <a16:creationId xmlns:a16="http://schemas.microsoft.com/office/drawing/2014/main" id="{036A6CDD-A11F-49D6-AEA6-8334A83BF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492"/>
              <a:ext cx="70" cy="235"/>
            </a:xfrm>
            <a:custGeom>
              <a:avLst/>
              <a:gdLst>
                <a:gd name="T0" fmla="*/ 783 w 28"/>
                <a:gd name="T1" fmla="*/ 401 h 88"/>
                <a:gd name="T2" fmla="*/ 0 w 28"/>
                <a:gd name="T3" fmla="*/ 1469 h 88"/>
                <a:gd name="T4" fmla="*/ 783 w 28"/>
                <a:gd name="T5" fmla="*/ 6097 h 88"/>
                <a:gd name="T6" fmla="*/ 1300 w 28"/>
                <a:gd name="T7" fmla="*/ 8286 h 88"/>
                <a:gd name="T8" fmla="*/ 988 w 28"/>
                <a:gd name="T9" fmla="*/ 13427 h 88"/>
                <a:gd name="T10" fmla="*/ 783 w 28"/>
                <a:gd name="T11" fmla="*/ 17387 h 88"/>
                <a:gd name="T12" fmla="*/ 5675 w 28"/>
                <a:gd name="T13" fmla="*/ 31535 h 88"/>
                <a:gd name="T14" fmla="*/ 6845 w 28"/>
                <a:gd name="T15" fmla="*/ 31236 h 88"/>
                <a:gd name="T16" fmla="*/ 6645 w 28"/>
                <a:gd name="T17" fmla="*/ 29744 h 88"/>
                <a:gd name="T18" fmla="*/ 2270 w 28"/>
                <a:gd name="T19" fmla="*/ 17387 h 88"/>
                <a:gd name="T20" fmla="*/ 2470 w 28"/>
                <a:gd name="T21" fmla="*/ 14127 h 88"/>
                <a:gd name="T22" fmla="*/ 2738 w 28"/>
                <a:gd name="T23" fmla="*/ 8038 h 88"/>
                <a:gd name="T24" fmla="*/ 2270 w 28"/>
                <a:gd name="T25" fmla="*/ 5448 h 88"/>
                <a:gd name="T26" fmla="*/ 1488 w 28"/>
                <a:gd name="T27" fmla="*/ 1071 h 88"/>
                <a:gd name="T28" fmla="*/ 783 w 28"/>
                <a:gd name="T29" fmla="*/ 401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88">
                  <a:moveTo>
                    <a:pt x="3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" y="9"/>
                    <a:pt x="2" y="13"/>
                    <a:pt x="3" y="17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6" y="29"/>
                    <a:pt x="6" y="33"/>
                    <a:pt x="4" y="37"/>
                  </a:cubicBezTo>
                  <a:cubicBezTo>
                    <a:pt x="4" y="41"/>
                    <a:pt x="3" y="44"/>
                    <a:pt x="3" y="48"/>
                  </a:cubicBezTo>
                  <a:cubicBezTo>
                    <a:pt x="2" y="63"/>
                    <a:pt x="10" y="78"/>
                    <a:pt x="23" y="87"/>
                  </a:cubicBezTo>
                  <a:cubicBezTo>
                    <a:pt x="25" y="88"/>
                    <a:pt x="27" y="88"/>
                    <a:pt x="28" y="86"/>
                  </a:cubicBezTo>
                  <a:cubicBezTo>
                    <a:pt x="28" y="85"/>
                    <a:pt x="28" y="83"/>
                    <a:pt x="27" y="82"/>
                  </a:cubicBezTo>
                  <a:cubicBezTo>
                    <a:pt x="15" y="74"/>
                    <a:pt x="8" y="61"/>
                    <a:pt x="9" y="48"/>
                  </a:cubicBezTo>
                  <a:cubicBezTo>
                    <a:pt x="9" y="45"/>
                    <a:pt x="10" y="42"/>
                    <a:pt x="10" y="39"/>
                  </a:cubicBezTo>
                  <a:cubicBezTo>
                    <a:pt x="11" y="34"/>
                    <a:pt x="13" y="29"/>
                    <a:pt x="11" y="22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1"/>
                    <a:pt x="7" y="7"/>
                    <a:pt x="6" y="3"/>
                  </a:cubicBezTo>
                  <a:cubicBezTo>
                    <a:pt x="6" y="2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0" name="Freeform 824">
              <a:extLst>
                <a:ext uri="{FF2B5EF4-FFF2-40B4-BE49-F238E27FC236}">
                  <a16:creationId xmlns:a16="http://schemas.microsoft.com/office/drawing/2014/main" id="{0611AC60-8949-4B4A-8A86-30B8E8561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2785"/>
              <a:ext cx="120" cy="323"/>
            </a:xfrm>
            <a:custGeom>
              <a:avLst/>
              <a:gdLst>
                <a:gd name="T0" fmla="*/ 520 w 48"/>
                <a:gd name="T1" fmla="*/ 398 h 121"/>
                <a:gd name="T2" fmla="*/ 313 w 48"/>
                <a:gd name="T3" fmla="*/ 1468 h 121"/>
                <a:gd name="T4" fmla="*/ 1770 w 48"/>
                <a:gd name="T5" fmla="*/ 6086 h 121"/>
                <a:gd name="T6" fmla="*/ 2938 w 48"/>
                <a:gd name="T7" fmla="*/ 9754 h 121"/>
                <a:gd name="T8" fmla="*/ 3908 w 48"/>
                <a:gd name="T9" fmla="*/ 21022 h 121"/>
                <a:gd name="T10" fmla="*/ 3908 w 48"/>
                <a:gd name="T11" fmla="*/ 22084 h 121"/>
                <a:gd name="T12" fmla="*/ 7158 w 48"/>
                <a:gd name="T13" fmla="*/ 33362 h 121"/>
                <a:gd name="T14" fmla="*/ 10083 w 48"/>
                <a:gd name="T15" fmla="*/ 42705 h 121"/>
                <a:gd name="T16" fmla="*/ 10750 w 48"/>
                <a:gd name="T17" fmla="*/ 43768 h 121"/>
                <a:gd name="T18" fmla="*/ 11533 w 48"/>
                <a:gd name="T19" fmla="*/ 42705 h 121"/>
                <a:gd name="T20" fmla="*/ 8333 w 48"/>
                <a:gd name="T21" fmla="*/ 31846 h 121"/>
                <a:gd name="T22" fmla="*/ 5395 w 48"/>
                <a:gd name="T23" fmla="*/ 22084 h 121"/>
                <a:gd name="T24" fmla="*/ 5395 w 48"/>
                <a:gd name="T25" fmla="*/ 21265 h 121"/>
                <a:gd name="T26" fmla="*/ 4425 w 48"/>
                <a:gd name="T27" fmla="*/ 9092 h 121"/>
                <a:gd name="T28" fmla="*/ 2938 w 48"/>
                <a:gd name="T29" fmla="*/ 5024 h 121"/>
                <a:gd name="T30" fmla="*/ 1488 w 48"/>
                <a:gd name="T31" fmla="*/ 662 h 121"/>
                <a:gd name="T32" fmla="*/ 520 w 48"/>
                <a:gd name="T33" fmla="*/ 398 h 1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" h="121">
                  <a:moveTo>
                    <a:pt x="2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7" y="39"/>
                    <a:pt x="17" y="47"/>
                    <a:pt x="16" y="58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5" y="74"/>
                    <a:pt x="23" y="83"/>
                    <a:pt x="29" y="92"/>
                  </a:cubicBezTo>
                  <a:cubicBezTo>
                    <a:pt x="36" y="100"/>
                    <a:pt x="42" y="108"/>
                    <a:pt x="41" y="118"/>
                  </a:cubicBezTo>
                  <a:cubicBezTo>
                    <a:pt x="41" y="119"/>
                    <a:pt x="43" y="121"/>
                    <a:pt x="44" y="121"/>
                  </a:cubicBezTo>
                  <a:cubicBezTo>
                    <a:pt x="46" y="121"/>
                    <a:pt x="47" y="119"/>
                    <a:pt x="47" y="118"/>
                  </a:cubicBezTo>
                  <a:cubicBezTo>
                    <a:pt x="48" y="106"/>
                    <a:pt x="41" y="97"/>
                    <a:pt x="34" y="88"/>
                  </a:cubicBezTo>
                  <a:cubicBezTo>
                    <a:pt x="28" y="80"/>
                    <a:pt x="21" y="72"/>
                    <a:pt x="22" y="61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3" y="47"/>
                    <a:pt x="23" y="38"/>
                    <a:pt x="18" y="25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1" name="Freeform 825">
              <a:extLst>
                <a:ext uri="{FF2B5EF4-FFF2-40B4-BE49-F238E27FC236}">
                  <a16:creationId xmlns:a16="http://schemas.microsoft.com/office/drawing/2014/main" id="{8652459C-5175-4630-91DE-252078CC5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775"/>
              <a:ext cx="55" cy="218"/>
            </a:xfrm>
            <a:custGeom>
              <a:avLst/>
              <a:gdLst>
                <a:gd name="T0" fmla="*/ 2270 w 22"/>
                <a:gd name="T1" fmla="*/ 396 h 82"/>
                <a:gd name="T2" fmla="*/ 1770 w 22"/>
                <a:gd name="T3" fmla="*/ 1449 h 82"/>
                <a:gd name="T4" fmla="*/ 2470 w 22"/>
                <a:gd name="T5" fmla="*/ 4248 h 82"/>
                <a:gd name="T6" fmla="*/ 3908 w 22"/>
                <a:gd name="T7" fmla="*/ 13790 h 82"/>
                <a:gd name="T8" fmla="*/ 2270 w 22"/>
                <a:gd name="T9" fmla="*/ 19782 h 82"/>
                <a:gd name="T10" fmla="*/ 313 w 22"/>
                <a:gd name="T11" fmla="*/ 27869 h 82"/>
                <a:gd name="T12" fmla="*/ 988 w 22"/>
                <a:gd name="T13" fmla="*/ 28970 h 82"/>
                <a:gd name="T14" fmla="*/ 1770 w 22"/>
                <a:gd name="T15" fmla="*/ 27869 h 82"/>
                <a:gd name="T16" fmla="*/ 3438 w 22"/>
                <a:gd name="T17" fmla="*/ 20835 h 82"/>
                <a:gd name="T18" fmla="*/ 5395 w 22"/>
                <a:gd name="T19" fmla="*/ 13790 h 82"/>
                <a:gd name="T20" fmla="*/ 3720 w 22"/>
                <a:gd name="T21" fmla="*/ 3592 h 82"/>
                <a:gd name="T22" fmla="*/ 3250 w 22"/>
                <a:gd name="T23" fmla="*/ 657 h 82"/>
                <a:gd name="T24" fmla="*/ 2270 w 22"/>
                <a:gd name="T25" fmla="*/ 396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82">
                  <a:moveTo>
                    <a:pt x="9" y="1"/>
                  </a:moveTo>
                  <a:cubicBezTo>
                    <a:pt x="7" y="1"/>
                    <a:pt x="6" y="3"/>
                    <a:pt x="7" y="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3" y="21"/>
                    <a:pt x="16" y="30"/>
                    <a:pt x="16" y="39"/>
                  </a:cubicBezTo>
                  <a:cubicBezTo>
                    <a:pt x="15" y="45"/>
                    <a:pt x="12" y="51"/>
                    <a:pt x="9" y="56"/>
                  </a:cubicBezTo>
                  <a:cubicBezTo>
                    <a:pt x="5" y="63"/>
                    <a:pt x="0" y="69"/>
                    <a:pt x="1" y="79"/>
                  </a:cubicBezTo>
                  <a:cubicBezTo>
                    <a:pt x="1" y="81"/>
                    <a:pt x="3" y="82"/>
                    <a:pt x="4" y="82"/>
                  </a:cubicBezTo>
                  <a:cubicBezTo>
                    <a:pt x="6" y="82"/>
                    <a:pt x="7" y="80"/>
                    <a:pt x="7" y="79"/>
                  </a:cubicBezTo>
                  <a:cubicBezTo>
                    <a:pt x="6" y="71"/>
                    <a:pt x="10" y="65"/>
                    <a:pt x="14" y="59"/>
                  </a:cubicBezTo>
                  <a:cubicBezTo>
                    <a:pt x="18" y="53"/>
                    <a:pt x="21" y="47"/>
                    <a:pt x="22" y="39"/>
                  </a:cubicBezTo>
                  <a:cubicBezTo>
                    <a:pt x="22" y="29"/>
                    <a:pt x="19" y="19"/>
                    <a:pt x="15" y="10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1"/>
                    <a:pt x="10" y="0"/>
                    <a:pt x="9" y="1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2" name="Freeform 826">
              <a:extLst>
                <a:ext uri="{FF2B5EF4-FFF2-40B4-BE49-F238E27FC236}">
                  <a16:creationId xmlns:a16="http://schemas.microsoft.com/office/drawing/2014/main" id="{D8FBE8A2-A383-43A7-A205-E5C15B088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3009"/>
              <a:ext cx="108" cy="230"/>
            </a:xfrm>
            <a:custGeom>
              <a:avLst/>
              <a:gdLst>
                <a:gd name="T0" fmla="*/ 316 w 43"/>
                <a:gd name="T1" fmla="*/ 1072 h 86"/>
                <a:gd name="T2" fmla="*/ 3973 w 43"/>
                <a:gd name="T3" fmla="*/ 10692 h 86"/>
                <a:gd name="T4" fmla="*/ 6005 w 43"/>
                <a:gd name="T5" fmla="*/ 13139 h 86"/>
                <a:gd name="T6" fmla="*/ 8793 w 43"/>
                <a:gd name="T7" fmla="*/ 29975 h 86"/>
                <a:gd name="T8" fmla="*/ 9318 w 43"/>
                <a:gd name="T9" fmla="*/ 31050 h 86"/>
                <a:gd name="T10" fmla="*/ 10315 w 43"/>
                <a:gd name="T11" fmla="*/ 30397 h 86"/>
                <a:gd name="T12" fmla="*/ 7002 w 43"/>
                <a:gd name="T13" fmla="*/ 11765 h 86"/>
                <a:gd name="T14" fmla="*/ 4820 w 43"/>
                <a:gd name="T15" fmla="*/ 8740 h 86"/>
                <a:gd name="T16" fmla="*/ 1791 w 43"/>
                <a:gd name="T17" fmla="*/ 1072 h 86"/>
                <a:gd name="T18" fmla="*/ 1311 w 43"/>
                <a:gd name="T19" fmla="*/ 0 h 86"/>
                <a:gd name="T20" fmla="*/ 316 w 43"/>
                <a:gd name="T21" fmla="*/ 1072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86">
                  <a:moveTo>
                    <a:pt x="1" y="3"/>
                  </a:moveTo>
                  <a:cubicBezTo>
                    <a:pt x="0" y="16"/>
                    <a:pt x="8" y="23"/>
                    <a:pt x="16" y="29"/>
                  </a:cubicBezTo>
                  <a:cubicBezTo>
                    <a:pt x="18" y="31"/>
                    <a:pt x="21" y="33"/>
                    <a:pt x="24" y="36"/>
                  </a:cubicBezTo>
                  <a:cubicBezTo>
                    <a:pt x="36" y="49"/>
                    <a:pt x="37" y="66"/>
                    <a:pt x="35" y="82"/>
                  </a:cubicBezTo>
                  <a:cubicBezTo>
                    <a:pt x="35" y="84"/>
                    <a:pt x="36" y="85"/>
                    <a:pt x="37" y="85"/>
                  </a:cubicBezTo>
                  <a:cubicBezTo>
                    <a:pt x="39" y="86"/>
                    <a:pt x="41" y="84"/>
                    <a:pt x="41" y="83"/>
                  </a:cubicBezTo>
                  <a:cubicBezTo>
                    <a:pt x="43" y="65"/>
                    <a:pt x="42" y="47"/>
                    <a:pt x="28" y="32"/>
                  </a:cubicBezTo>
                  <a:cubicBezTo>
                    <a:pt x="25" y="29"/>
                    <a:pt x="22" y="26"/>
                    <a:pt x="19" y="24"/>
                  </a:cubicBezTo>
                  <a:cubicBezTo>
                    <a:pt x="12" y="18"/>
                    <a:pt x="7" y="14"/>
                    <a:pt x="7" y="3"/>
                  </a:cubicBezTo>
                  <a:cubicBezTo>
                    <a:pt x="8" y="2"/>
                    <a:pt x="6" y="0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3" name="Freeform 827">
              <a:extLst>
                <a:ext uri="{FF2B5EF4-FFF2-40B4-BE49-F238E27FC236}">
                  <a16:creationId xmlns:a16="http://schemas.microsoft.com/office/drawing/2014/main" id="{D11A06B7-65FA-4D6A-9775-C478FDD54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892"/>
              <a:ext cx="70" cy="171"/>
            </a:xfrm>
            <a:custGeom>
              <a:avLst/>
              <a:gdLst>
                <a:gd name="T0" fmla="*/ 0 w 28"/>
                <a:gd name="T1" fmla="*/ 671 h 64"/>
                <a:gd name="T2" fmla="*/ 520 w 28"/>
                <a:gd name="T3" fmla="*/ 2191 h 64"/>
                <a:gd name="T4" fmla="*/ 5208 w 28"/>
                <a:gd name="T5" fmla="*/ 18254 h 64"/>
                <a:gd name="T6" fmla="*/ 5395 w 28"/>
                <a:gd name="T7" fmla="*/ 22225 h 64"/>
                <a:gd name="T8" fmla="*/ 6175 w 28"/>
                <a:gd name="T9" fmla="*/ 23288 h 64"/>
                <a:gd name="T10" fmla="*/ 6845 w 28"/>
                <a:gd name="T11" fmla="*/ 21824 h 64"/>
                <a:gd name="T12" fmla="*/ 6645 w 28"/>
                <a:gd name="T13" fmla="*/ 18254 h 64"/>
                <a:gd name="T14" fmla="*/ 1300 w 28"/>
                <a:gd name="T15" fmla="*/ 401 h 64"/>
                <a:gd name="T16" fmla="*/ 0 w 28"/>
                <a:gd name="T17" fmla="*/ 671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4">
                  <a:moveTo>
                    <a:pt x="0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19" y="15"/>
                    <a:pt x="20" y="32"/>
                    <a:pt x="21" y="50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2" y="62"/>
                    <a:pt x="24" y="64"/>
                    <a:pt x="25" y="64"/>
                  </a:cubicBezTo>
                  <a:cubicBezTo>
                    <a:pt x="27" y="63"/>
                    <a:pt x="28" y="62"/>
                    <a:pt x="28" y="6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6" y="31"/>
                    <a:pt x="25" y="12"/>
                    <a:pt x="5" y="1"/>
                  </a:cubicBezTo>
                  <a:cubicBezTo>
                    <a:pt x="3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4" name="Freeform 828">
              <a:extLst>
                <a:ext uri="{FF2B5EF4-FFF2-40B4-BE49-F238E27FC236}">
                  <a16:creationId xmlns:a16="http://schemas.microsoft.com/office/drawing/2014/main" id="{7F8CEE1F-DCA3-4B10-A959-6659FE294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977"/>
              <a:ext cx="202" cy="88"/>
            </a:xfrm>
            <a:custGeom>
              <a:avLst/>
              <a:gdLst>
                <a:gd name="T0" fmla="*/ 18023 w 81"/>
                <a:gd name="T1" fmla="*/ 661 h 33"/>
                <a:gd name="T2" fmla="*/ 8856 w 81"/>
                <a:gd name="T3" fmla="*/ 5405 h 33"/>
                <a:gd name="T4" fmla="*/ 466 w 81"/>
                <a:gd name="T5" fmla="*/ 9707 h 33"/>
                <a:gd name="T6" fmla="*/ 187 w 81"/>
                <a:gd name="T7" fmla="*/ 11171 h 33"/>
                <a:gd name="T8" fmla="*/ 1162 w 81"/>
                <a:gd name="T9" fmla="*/ 11469 h 33"/>
                <a:gd name="T10" fmla="*/ 8856 w 81"/>
                <a:gd name="T11" fmla="*/ 7531 h 33"/>
                <a:gd name="T12" fmla="*/ 19292 w 81"/>
                <a:gd name="T13" fmla="*/ 2184 h 33"/>
                <a:gd name="T14" fmla="*/ 19292 w 81"/>
                <a:gd name="T15" fmla="*/ 661 h 33"/>
                <a:gd name="T16" fmla="*/ 18023 w 81"/>
                <a:gd name="T17" fmla="*/ 661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33">
                  <a:moveTo>
                    <a:pt x="75" y="2"/>
                  </a:moveTo>
                  <a:cubicBezTo>
                    <a:pt x="65" y="13"/>
                    <a:pt x="52" y="14"/>
                    <a:pt x="37" y="15"/>
                  </a:cubicBezTo>
                  <a:cubicBezTo>
                    <a:pt x="21" y="16"/>
                    <a:pt x="14" y="19"/>
                    <a:pt x="2" y="27"/>
                  </a:cubicBezTo>
                  <a:cubicBezTo>
                    <a:pt x="0" y="28"/>
                    <a:pt x="0" y="30"/>
                    <a:pt x="1" y="31"/>
                  </a:cubicBezTo>
                  <a:cubicBezTo>
                    <a:pt x="2" y="33"/>
                    <a:pt x="3" y="33"/>
                    <a:pt x="5" y="32"/>
                  </a:cubicBezTo>
                  <a:cubicBezTo>
                    <a:pt x="17" y="24"/>
                    <a:pt x="23" y="22"/>
                    <a:pt x="37" y="21"/>
                  </a:cubicBezTo>
                  <a:cubicBezTo>
                    <a:pt x="54" y="20"/>
                    <a:pt x="68" y="19"/>
                    <a:pt x="80" y="6"/>
                  </a:cubicBezTo>
                  <a:cubicBezTo>
                    <a:pt x="81" y="4"/>
                    <a:pt x="81" y="3"/>
                    <a:pt x="80" y="2"/>
                  </a:cubicBezTo>
                  <a:cubicBezTo>
                    <a:pt x="78" y="0"/>
                    <a:pt x="76" y="1"/>
                    <a:pt x="75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5" name="Freeform 829">
              <a:extLst>
                <a:ext uri="{FF2B5EF4-FFF2-40B4-BE49-F238E27FC236}">
                  <a16:creationId xmlns:a16="http://schemas.microsoft.com/office/drawing/2014/main" id="{B10EB7AF-C07D-47AC-A33E-8752E3D1E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3167"/>
              <a:ext cx="118" cy="160"/>
            </a:xfrm>
            <a:custGeom>
              <a:avLst/>
              <a:gdLst>
                <a:gd name="T0" fmla="*/ 316 w 47"/>
                <a:gd name="T1" fmla="*/ 1059 h 60"/>
                <a:gd name="T2" fmla="*/ 5478 w 47"/>
                <a:gd name="T3" fmla="*/ 12949 h 60"/>
                <a:gd name="T4" fmla="*/ 9972 w 47"/>
                <a:gd name="T5" fmla="*/ 20877 h 60"/>
                <a:gd name="T6" fmla="*/ 10969 w 47"/>
                <a:gd name="T7" fmla="*/ 21597 h 60"/>
                <a:gd name="T8" fmla="*/ 11491 w 47"/>
                <a:gd name="T9" fmla="*/ 20083 h 60"/>
                <a:gd name="T10" fmla="*/ 6472 w 47"/>
                <a:gd name="T11" fmla="*/ 11469 h 60"/>
                <a:gd name="T12" fmla="*/ 1790 w 47"/>
                <a:gd name="T13" fmla="*/ 1459 h 60"/>
                <a:gd name="T14" fmla="*/ 997 w 47"/>
                <a:gd name="T15" fmla="*/ 0 h 60"/>
                <a:gd name="T16" fmla="*/ 316 w 47"/>
                <a:gd name="T17" fmla="*/ 1059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60">
                  <a:moveTo>
                    <a:pt x="1" y="3"/>
                  </a:moveTo>
                  <a:cubicBezTo>
                    <a:pt x="0" y="18"/>
                    <a:pt x="11" y="27"/>
                    <a:pt x="22" y="36"/>
                  </a:cubicBezTo>
                  <a:cubicBezTo>
                    <a:pt x="31" y="43"/>
                    <a:pt x="38" y="50"/>
                    <a:pt x="40" y="58"/>
                  </a:cubicBezTo>
                  <a:cubicBezTo>
                    <a:pt x="41" y="59"/>
                    <a:pt x="42" y="60"/>
                    <a:pt x="44" y="60"/>
                  </a:cubicBezTo>
                  <a:cubicBezTo>
                    <a:pt x="46" y="59"/>
                    <a:pt x="47" y="58"/>
                    <a:pt x="46" y="56"/>
                  </a:cubicBezTo>
                  <a:cubicBezTo>
                    <a:pt x="44" y="46"/>
                    <a:pt x="35" y="39"/>
                    <a:pt x="26" y="32"/>
                  </a:cubicBezTo>
                  <a:cubicBezTo>
                    <a:pt x="16" y="23"/>
                    <a:pt x="6" y="15"/>
                    <a:pt x="7" y="4"/>
                  </a:cubicBezTo>
                  <a:cubicBezTo>
                    <a:pt x="7" y="2"/>
                    <a:pt x="6" y="1"/>
                    <a:pt x="4" y="0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6" name="Freeform 830">
              <a:extLst>
                <a:ext uri="{FF2B5EF4-FFF2-40B4-BE49-F238E27FC236}">
                  <a16:creationId xmlns:a16="http://schemas.microsoft.com/office/drawing/2014/main" id="{4CCF902B-B22D-4758-BE25-9675302C4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3351"/>
              <a:ext cx="62" cy="210"/>
            </a:xfrm>
            <a:custGeom>
              <a:avLst/>
              <a:gdLst>
                <a:gd name="T0" fmla="*/ 456 w 25"/>
                <a:gd name="T1" fmla="*/ 657 h 79"/>
                <a:gd name="T2" fmla="*/ 1401 w 25"/>
                <a:gd name="T3" fmla="*/ 6388 h 79"/>
                <a:gd name="T4" fmla="*/ 1587 w 25"/>
                <a:gd name="T5" fmla="*/ 7044 h 79"/>
                <a:gd name="T6" fmla="*/ 3752 w 25"/>
                <a:gd name="T7" fmla="*/ 14875 h 79"/>
                <a:gd name="T8" fmla="*/ 4422 w 25"/>
                <a:gd name="T9" fmla="*/ 26803 h 79"/>
                <a:gd name="T10" fmla="*/ 5141 w 25"/>
                <a:gd name="T11" fmla="*/ 27856 h 79"/>
                <a:gd name="T12" fmla="*/ 5826 w 25"/>
                <a:gd name="T13" fmla="*/ 26803 h 79"/>
                <a:gd name="T14" fmla="*/ 5141 w 25"/>
                <a:gd name="T15" fmla="*/ 14479 h 79"/>
                <a:gd name="T16" fmla="*/ 2805 w 25"/>
                <a:gd name="T17" fmla="*/ 5992 h 79"/>
                <a:gd name="T18" fmla="*/ 2535 w 25"/>
                <a:gd name="T19" fmla="*/ 5301 h 79"/>
                <a:gd name="T20" fmla="*/ 1895 w 25"/>
                <a:gd name="T21" fmla="*/ 1449 h 79"/>
                <a:gd name="T22" fmla="*/ 1401 w 25"/>
                <a:gd name="T23" fmla="*/ 0 h 79"/>
                <a:gd name="T24" fmla="*/ 456 w 25"/>
                <a:gd name="T25" fmla="*/ 657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79">
                  <a:moveTo>
                    <a:pt x="2" y="2"/>
                  </a:moveTo>
                  <a:cubicBezTo>
                    <a:pt x="0" y="8"/>
                    <a:pt x="3" y="14"/>
                    <a:pt x="6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12" y="29"/>
                    <a:pt x="14" y="32"/>
                    <a:pt x="16" y="42"/>
                  </a:cubicBezTo>
                  <a:cubicBezTo>
                    <a:pt x="17" y="53"/>
                    <a:pt x="19" y="63"/>
                    <a:pt x="19" y="76"/>
                  </a:cubicBezTo>
                  <a:cubicBezTo>
                    <a:pt x="19" y="77"/>
                    <a:pt x="20" y="79"/>
                    <a:pt x="22" y="79"/>
                  </a:cubicBezTo>
                  <a:cubicBezTo>
                    <a:pt x="24" y="79"/>
                    <a:pt x="25" y="77"/>
                    <a:pt x="25" y="76"/>
                  </a:cubicBezTo>
                  <a:cubicBezTo>
                    <a:pt x="25" y="63"/>
                    <a:pt x="23" y="52"/>
                    <a:pt x="22" y="41"/>
                  </a:cubicBezTo>
                  <a:cubicBezTo>
                    <a:pt x="20" y="30"/>
                    <a:pt x="17" y="26"/>
                    <a:pt x="12" y="17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9" y="12"/>
                    <a:pt x="6" y="7"/>
                    <a:pt x="8" y="4"/>
                  </a:cubicBezTo>
                  <a:cubicBezTo>
                    <a:pt x="8" y="3"/>
                    <a:pt x="8" y="1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7" name="Freeform 831">
              <a:extLst>
                <a:ext uri="{FF2B5EF4-FFF2-40B4-BE49-F238E27FC236}">
                  <a16:creationId xmlns:a16="http://schemas.microsoft.com/office/drawing/2014/main" id="{4F7C3989-0603-43EF-B2C3-FED1EE193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4" y="3428"/>
              <a:ext cx="107" cy="133"/>
            </a:xfrm>
            <a:custGeom>
              <a:avLst/>
              <a:gdLst>
                <a:gd name="T0" fmla="*/ 649 w 43"/>
                <a:gd name="T1" fmla="*/ 0 h 50"/>
                <a:gd name="T2" fmla="*/ 0 w 43"/>
                <a:gd name="T3" fmla="*/ 1053 h 50"/>
                <a:gd name="T4" fmla="*/ 3529 w 43"/>
                <a:gd name="T5" fmla="*/ 11313 h 50"/>
                <a:gd name="T6" fmla="*/ 5437 w 43"/>
                <a:gd name="T7" fmla="*/ 12757 h 50"/>
                <a:gd name="T8" fmla="*/ 8781 w 43"/>
                <a:gd name="T9" fmla="*/ 17016 h 50"/>
                <a:gd name="T10" fmla="*/ 9739 w 43"/>
                <a:gd name="T11" fmla="*/ 17314 h 50"/>
                <a:gd name="T12" fmla="*/ 10001 w 43"/>
                <a:gd name="T13" fmla="*/ 15976 h 50"/>
                <a:gd name="T14" fmla="*/ 5900 w 43"/>
                <a:gd name="T15" fmla="*/ 10917 h 50"/>
                <a:gd name="T16" fmla="*/ 4297 w 43"/>
                <a:gd name="T17" fmla="*/ 9616 h 50"/>
                <a:gd name="T18" fmla="*/ 1418 w 43"/>
                <a:gd name="T19" fmla="*/ 657 h 50"/>
                <a:gd name="T20" fmla="*/ 649 w 43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50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15"/>
                    <a:pt x="4" y="24"/>
                    <a:pt x="15" y="32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8" y="40"/>
                    <a:pt x="33" y="42"/>
                    <a:pt x="37" y="48"/>
                  </a:cubicBezTo>
                  <a:cubicBezTo>
                    <a:pt x="38" y="50"/>
                    <a:pt x="39" y="50"/>
                    <a:pt x="41" y="49"/>
                  </a:cubicBezTo>
                  <a:cubicBezTo>
                    <a:pt x="42" y="48"/>
                    <a:pt x="43" y="46"/>
                    <a:pt x="42" y="45"/>
                  </a:cubicBezTo>
                  <a:cubicBezTo>
                    <a:pt x="37" y="38"/>
                    <a:pt x="31" y="34"/>
                    <a:pt x="25" y="31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9" y="21"/>
                    <a:pt x="7" y="13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8" name="Freeform 832">
              <a:extLst>
                <a:ext uri="{FF2B5EF4-FFF2-40B4-BE49-F238E27FC236}">
                  <a16:creationId xmlns:a16="http://schemas.microsoft.com/office/drawing/2014/main" id="{7FD1762D-DCB0-42C3-9431-D265FF24F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3447"/>
              <a:ext cx="80" cy="157"/>
            </a:xfrm>
            <a:custGeom>
              <a:avLst/>
              <a:gdLst>
                <a:gd name="T0" fmla="*/ 6845 w 32"/>
                <a:gd name="T1" fmla="*/ 0 h 59"/>
                <a:gd name="T2" fmla="*/ 988 w 32"/>
                <a:gd name="T3" fmla="*/ 8121 h 59"/>
                <a:gd name="T4" fmla="*/ 783 w 32"/>
                <a:gd name="T5" fmla="*/ 13885 h 59"/>
                <a:gd name="T6" fmla="*/ 313 w 32"/>
                <a:gd name="T7" fmla="*/ 19205 h 59"/>
                <a:gd name="T8" fmla="*/ 520 w 32"/>
                <a:gd name="T9" fmla="*/ 20556 h 59"/>
                <a:gd name="T10" fmla="*/ 1488 w 32"/>
                <a:gd name="T11" fmla="*/ 20556 h 59"/>
                <a:gd name="T12" fmla="*/ 2270 w 32"/>
                <a:gd name="T13" fmla="*/ 13885 h 59"/>
                <a:gd name="T14" fmla="*/ 2270 w 32"/>
                <a:gd name="T15" fmla="*/ 8930 h 59"/>
                <a:gd name="T16" fmla="*/ 7345 w 32"/>
                <a:gd name="T17" fmla="*/ 2145 h 59"/>
                <a:gd name="T18" fmla="*/ 7813 w 32"/>
                <a:gd name="T19" fmla="*/ 1054 h 59"/>
                <a:gd name="T20" fmla="*/ 6845 w 32"/>
                <a:gd name="T21" fmla="*/ 0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59">
                  <a:moveTo>
                    <a:pt x="28" y="0"/>
                  </a:moveTo>
                  <a:cubicBezTo>
                    <a:pt x="18" y="3"/>
                    <a:pt x="8" y="12"/>
                    <a:pt x="4" y="23"/>
                  </a:cubicBezTo>
                  <a:cubicBezTo>
                    <a:pt x="2" y="28"/>
                    <a:pt x="2" y="34"/>
                    <a:pt x="3" y="39"/>
                  </a:cubicBezTo>
                  <a:cubicBezTo>
                    <a:pt x="3" y="45"/>
                    <a:pt x="4" y="50"/>
                    <a:pt x="1" y="54"/>
                  </a:cubicBezTo>
                  <a:cubicBezTo>
                    <a:pt x="0" y="55"/>
                    <a:pt x="0" y="57"/>
                    <a:pt x="2" y="58"/>
                  </a:cubicBezTo>
                  <a:cubicBezTo>
                    <a:pt x="3" y="59"/>
                    <a:pt x="5" y="59"/>
                    <a:pt x="6" y="58"/>
                  </a:cubicBezTo>
                  <a:cubicBezTo>
                    <a:pt x="10" y="52"/>
                    <a:pt x="9" y="45"/>
                    <a:pt x="9" y="39"/>
                  </a:cubicBezTo>
                  <a:cubicBezTo>
                    <a:pt x="8" y="34"/>
                    <a:pt x="8" y="29"/>
                    <a:pt x="9" y="25"/>
                  </a:cubicBezTo>
                  <a:cubicBezTo>
                    <a:pt x="13" y="16"/>
                    <a:pt x="21" y="8"/>
                    <a:pt x="30" y="6"/>
                  </a:cubicBezTo>
                  <a:cubicBezTo>
                    <a:pt x="31" y="6"/>
                    <a:pt x="32" y="4"/>
                    <a:pt x="32" y="3"/>
                  </a:cubicBezTo>
                  <a:cubicBezTo>
                    <a:pt x="32" y="1"/>
                    <a:pt x="30" y="0"/>
                    <a:pt x="28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9" name="Freeform 833">
              <a:extLst>
                <a:ext uri="{FF2B5EF4-FFF2-40B4-BE49-F238E27FC236}">
                  <a16:creationId xmlns:a16="http://schemas.microsoft.com/office/drawing/2014/main" id="{1E5F848F-9657-44C3-AAC5-E3A484002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3479"/>
              <a:ext cx="85" cy="290"/>
            </a:xfrm>
            <a:custGeom>
              <a:avLst/>
              <a:gdLst>
                <a:gd name="T0" fmla="*/ 2938 w 34"/>
                <a:gd name="T1" fmla="*/ 657 h 109"/>
                <a:gd name="T2" fmla="*/ 2938 w 34"/>
                <a:gd name="T3" fmla="*/ 15572 h 109"/>
                <a:gd name="T4" fmla="*/ 3438 w 34"/>
                <a:gd name="T5" fmla="*/ 17738 h 109"/>
                <a:gd name="T6" fmla="*/ 4220 w 34"/>
                <a:gd name="T7" fmla="*/ 36928 h 109"/>
                <a:gd name="T8" fmla="*/ 4425 w 34"/>
                <a:gd name="T9" fmla="*/ 38288 h 109"/>
                <a:gd name="T10" fmla="*/ 5395 w 34"/>
                <a:gd name="T11" fmla="*/ 37985 h 109"/>
                <a:gd name="T12" fmla="*/ 4895 w 34"/>
                <a:gd name="T13" fmla="*/ 16684 h 109"/>
                <a:gd name="T14" fmla="*/ 4425 w 34"/>
                <a:gd name="T15" fmla="*/ 14936 h 109"/>
                <a:gd name="T16" fmla="*/ 4220 w 34"/>
                <a:gd name="T17" fmla="*/ 2144 h 109"/>
                <a:gd name="T18" fmla="*/ 4220 w 34"/>
                <a:gd name="T19" fmla="*/ 396 h 109"/>
                <a:gd name="T20" fmla="*/ 2938 w 34"/>
                <a:gd name="T21" fmla="*/ 657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109">
                  <a:moveTo>
                    <a:pt x="12" y="2"/>
                  </a:moveTo>
                  <a:cubicBezTo>
                    <a:pt x="0" y="16"/>
                    <a:pt x="6" y="31"/>
                    <a:pt x="12" y="44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22" y="68"/>
                    <a:pt x="27" y="87"/>
                    <a:pt x="17" y="104"/>
                  </a:cubicBezTo>
                  <a:cubicBezTo>
                    <a:pt x="16" y="106"/>
                    <a:pt x="16" y="108"/>
                    <a:pt x="18" y="108"/>
                  </a:cubicBezTo>
                  <a:cubicBezTo>
                    <a:pt x="19" y="109"/>
                    <a:pt x="21" y="109"/>
                    <a:pt x="22" y="107"/>
                  </a:cubicBezTo>
                  <a:cubicBezTo>
                    <a:pt x="34" y="88"/>
                    <a:pt x="28" y="67"/>
                    <a:pt x="20" y="47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2" y="29"/>
                    <a:pt x="7" y="17"/>
                    <a:pt x="17" y="6"/>
                  </a:cubicBezTo>
                  <a:cubicBezTo>
                    <a:pt x="18" y="4"/>
                    <a:pt x="18" y="3"/>
                    <a:pt x="17" y="1"/>
                  </a:cubicBezTo>
                  <a:cubicBezTo>
                    <a:pt x="15" y="0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0" name="Freeform 834">
              <a:extLst>
                <a:ext uri="{FF2B5EF4-FFF2-40B4-BE49-F238E27FC236}">
                  <a16:creationId xmlns:a16="http://schemas.microsoft.com/office/drawing/2014/main" id="{B3851C9A-FAA6-439D-B66D-937AEA0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815"/>
              <a:ext cx="40" cy="138"/>
            </a:xfrm>
            <a:custGeom>
              <a:avLst/>
              <a:gdLst>
                <a:gd name="T0" fmla="*/ 3250 w 16"/>
                <a:gd name="T1" fmla="*/ 0 h 52"/>
                <a:gd name="T2" fmla="*/ 2470 w 16"/>
                <a:gd name="T3" fmla="*/ 1048 h 52"/>
                <a:gd name="T4" fmla="*/ 1770 w 16"/>
                <a:gd name="T5" fmla="*/ 6298 h 52"/>
                <a:gd name="T6" fmla="*/ 2470 w 16"/>
                <a:gd name="T7" fmla="*/ 17754 h 52"/>
                <a:gd name="T8" fmla="*/ 3438 w 16"/>
                <a:gd name="T9" fmla="*/ 17515 h 52"/>
                <a:gd name="T10" fmla="*/ 3438 w 16"/>
                <a:gd name="T11" fmla="*/ 16072 h 52"/>
                <a:gd name="T12" fmla="*/ 3250 w 16"/>
                <a:gd name="T13" fmla="*/ 6993 h 52"/>
                <a:gd name="T14" fmla="*/ 3908 w 16"/>
                <a:gd name="T15" fmla="*/ 1048 h 52"/>
                <a:gd name="T16" fmla="*/ 3250 w 16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52">
                  <a:moveTo>
                    <a:pt x="13" y="0"/>
                  </a:moveTo>
                  <a:cubicBezTo>
                    <a:pt x="11" y="0"/>
                    <a:pt x="10" y="1"/>
                    <a:pt x="10" y="3"/>
                  </a:cubicBezTo>
                  <a:cubicBezTo>
                    <a:pt x="10" y="7"/>
                    <a:pt x="9" y="12"/>
                    <a:pt x="7" y="18"/>
                  </a:cubicBezTo>
                  <a:cubicBezTo>
                    <a:pt x="4" y="29"/>
                    <a:pt x="0" y="42"/>
                    <a:pt x="10" y="51"/>
                  </a:cubicBezTo>
                  <a:cubicBezTo>
                    <a:pt x="11" y="52"/>
                    <a:pt x="13" y="52"/>
                    <a:pt x="14" y="50"/>
                  </a:cubicBezTo>
                  <a:cubicBezTo>
                    <a:pt x="15" y="49"/>
                    <a:pt x="15" y="47"/>
                    <a:pt x="14" y="46"/>
                  </a:cubicBezTo>
                  <a:cubicBezTo>
                    <a:pt x="7" y="40"/>
                    <a:pt x="10" y="30"/>
                    <a:pt x="13" y="20"/>
                  </a:cubicBezTo>
                  <a:cubicBezTo>
                    <a:pt x="14" y="14"/>
                    <a:pt x="16" y="8"/>
                    <a:pt x="16" y="3"/>
                  </a:cubicBezTo>
                  <a:cubicBezTo>
                    <a:pt x="16" y="1"/>
                    <a:pt x="15" y="0"/>
                    <a:pt x="13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1" name="Freeform 835">
              <a:extLst>
                <a:ext uri="{FF2B5EF4-FFF2-40B4-BE49-F238E27FC236}">
                  <a16:creationId xmlns:a16="http://schemas.microsoft.com/office/drawing/2014/main" id="{456B8E3A-0B76-4B26-906D-E8BCA9784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3191"/>
              <a:ext cx="100" cy="136"/>
            </a:xfrm>
            <a:custGeom>
              <a:avLst/>
              <a:gdLst>
                <a:gd name="T0" fmla="*/ 783 w 40"/>
                <a:gd name="T1" fmla="*/ 0 h 51"/>
                <a:gd name="T2" fmla="*/ 313 w 40"/>
                <a:gd name="T3" fmla="*/ 1459 h 51"/>
                <a:gd name="T4" fmla="*/ 4895 w 40"/>
                <a:gd name="T5" fmla="*/ 7531 h 51"/>
                <a:gd name="T6" fmla="*/ 6175 w 40"/>
                <a:gd name="T7" fmla="*/ 8248 h 51"/>
                <a:gd name="T8" fmla="*/ 7813 w 40"/>
                <a:gd name="T9" fmla="*/ 11171 h 51"/>
                <a:gd name="T10" fmla="*/ 8333 w 40"/>
                <a:gd name="T11" fmla="*/ 15779 h 51"/>
                <a:gd name="T12" fmla="*/ 8333 w 40"/>
                <a:gd name="T13" fmla="*/ 17237 h 51"/>
                <a:gd name="T14" fmla="*/ 9300 w 40"/>
                <a:gd name="T15" fmla="*/ 18355 h 51"/>
                <a:gd name="T16" fmla="*/ 9770 w 40"/>
                <a:gd name="T17" fmla="*/ 16840 h 51"/>
                <a:gd name="T18" fmla="*/ 9770 w 40"/>
                <a:gd name="T19" fmla="*/ 15531 h 51"/>
                <a:gd name="T20" fmla="*/ 9300 w 40"/>
                <a:gd name="T21" fmla="*/ 10773 h 51"/>
                <a:gd name="T22" fmla="*/ 6645 w 40"/>
                <a:gd name="T23" fmla="*/ 6067 h 51"/>
                <a:gd name="T24" fmla="*/ 5395 w 40"/>
                <a:gd name="T25" fmla="*/ 5405 h 51"/>
                <a:gd name="T26" fmla="*/ 1770 w 40"/>
                <a:gd name="T27" fmla="*/ 661 h 51"/>
                <a:gd name="T28" fmla="*/ 783 w 40"/>
                <a:gd name="T29" fmla="*/ 0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51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5" y="14"/>
                    <a:pt x="10" y="17"/>
                    <a:pt x="20" y="21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30" y="24"/>
                    <a:pt x="30" y="24"/>
                    <a:pt x="32" y="31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4" y="50"/>
                    <a:pt x="36" y="51"/>
                    <a:pt x="38" y="51"/>
                  </a:cubicBezTo>
                  <a:cubicBezTo>
                    <a:pt x="39" y="51"/>
                    <a:pt x="40" y="49"/>
                    <a:pt x="40" y="47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5" y="20"/>
                    <a:pt x="33" y="19"/>
                    <a:pt x="27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3" y="12"/>
                    <a:pt x="10" y="10"/>
                    <a:pt x="7" y="2"/>
                  </a:cubicBezTo>
                  <a:cubicBezTo>
                    <a:pt x="6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2" name="Freeform 836">
              <a:extLst>
                <a:ext uri="{FF2B5EF4-FFF2-40B4-BE49-F238E27FC236}">
                  <a16:creationId xmlns:a16="http://schemas.microsoft.com/office/drawing/2014/main" id="{A6AD573F-4D97-44BD-9E02-396CADE31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3428"/>
              <a:ext cx="63" cy="192"/>
            </a:xfrm>
            <a:custGeom>
              <a:avLst/>
              <a:gdLst>
                <a:gd name="T0" fmla="*/ 2019 w 25"/>
                <a:gd name="T1" fmla="*/ 661 h 72"/>
                <a:gd name="T2" fmla="*/ 1537 w 25"/>
                <a:gd name="T3" fmla="*/ 11171 h 72"/>
                <a:gd name="T4" fmla="*/ 4559 w 25"/>
                <a:gd name="T5" fmla="*/ 24824 h 72"/>
                <a:gd name="T6" fmla="*/ 5602 w 25"/>
                <a:gd name="T7" fmla="*/ 25485 h 72"/>
                <a:gd name="T8" fmla="*/ 6096 w 25"/>
                <a:gd name="T9" fmla="*/ 24427 h 72"/>
                <a:gd name="T10" fmla="*/ 3074 w 25"/>
                <a:gd name="T11" fmla="*/ 10376 h 72"/>
                <a:gd name="T12" fmla="*/ 3074 w 25"/>
                <a:gd name="T13" fmla="*/ 2184 h 72"/>
                <a:gd name="T14" fmla="*/ 3074 w 25"/>
                <a:gd name="T15" fmla="*/ 397 h 72"/>
                <a:gd name="T16" fmla="*/ 2019 w 25"/>
                <a:gd name="T17" fmla="*/ 661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2">
                  <a:moveTo>
                    <a:pt x="8" y="2"/>
                  </a:moveTo>
                  <a:cubicBezTo>
                    <a:pt x="0" y="9"/>
                    <a:pt x="2" y="22"/>
                    <a:pt x="6" y="31"/>
                  </a:cubicBezTo>
                  <a:cubicBezTo>
                    <a:pt x="11" y="44"/>
                    <a:pt x="15" y="54"/>
                    <a:pt x="18" y="69"/>
                  </a:cubicBezTo>
                  <a:cubicBezTo>
                    <a:pt x="19" y="71"/>
                    <a:pt x="20" y="72"/>
                    <a:pt x="22" y="71"/>
                  </a:cubicBezTo>
                  <a:cubicBezTo>
                    <a:pt x="24" y="71"/>
                    <a:pt x="25" y="70"/>
                    <a:pt x="24" y="68"/>
                  </a:cubicBezTo>
                  <a:cubicBezTo>
                    <a:pt x="21" y="53"/>
                    <a:pt x="17" y="42"/>
                    <a:pt x="12" y="29"/>
                  </a:cubicBezTo>
                  <a:cubicBezTo>
                    <a:pt x="8" y="21"/>
                    <a:pt x="7" y="11"/>
                    <a:pt x="12" y="6"/>
                  </a:cubicBezTo>
                  <a:cubicBezTo>
                    <a:pt x="13" y="5"/>
                    <a:pt x="13" y="3"/>
                    <a:pt x="12" y="1"/>
                  </a:cubicBezTo>
                  <a:cubicBezTo>
                    <a:pt x="11" y="0"/>
                    <a:pt x="9" y="0"/>
                    <a:pt x="8" y="2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3" name="Freeform 837">
              <a:extLst>
                <a:ext uri="{FF2B5EF4-FFF2-40B4-BE49-F238E27FC236}">
                  <a16:creationId xmlns:a16="http://schemas.microsoft.com/office/drawing/2014/main" id="{580FD38A-8F40-428B-B81C-0C89BD050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124"/>
              <a:ext cx="95" cy="213"/>
            </a:xfrm>
            <a:custGeom>
              <a:avLst/>
              <a:gdLst>
                <a:gd name="T0" fmla="*/ 520 w 38"/>
                <a:gd name="T1" fmla="*/ 0 h 80"/>
                <a:gd name="T2" fmla="*/ 0 w 38"/>
                <a:gd name="T3" fmla="*/ 1454 h 80"/>
                <a:gd name="T4" fmla="*/ 1300 w 38"/>
                <a:gd name="T5" fmla="*/ 4268 h 80"/>
                <a:gd name="T6" fmla="*/ 1958 w 38"/>
                <a:gd name="T7" fmla="*/ 6438 h 80"/>
                <a:gd name="T8" fmla="*/ 2270 w 38"/>
                <a:gd name="T9" fmla="*/ 11100 h 80"/>
                <a:gd name="T10" fmla="*/ 2270 w 38"/>
                <a:gd name="T11" fmla="*/ 13512 h 80"/>
                <a:gd name="T12" fmla="*/ 5395 w 38"/>
                <a:gd name="T13" fmla="*/ 23571 h 80"/>
                <a:gd name="T14" fmla="*/ 7813 w 38"/>
                <a:gd name="T15" fmla="*/ 27839 h 80"/>
                <a:gd name="T16" fmla="*/ 8800 w 38"/>
                <a:gd name="T17" fmla="*/ 28087 h 80"/>
                <a:gd name="T18" fmla="*/ 9113 w 38"/>
                <a:gd name="T19" fmla="*/ 26782 h 80"/>
                <a:gd name="T20" fmla="*/ 6375 w 38"/>
                <a:gd name="T21" fmla="*/ 22061 h 80"/>
                <a:gd name="T22" fmla="*/ 3720 w 38"/>
                <a:gd name="T23" fmla="*/ 13512 h 80"/>
                <a:gd name="T24" fmla="*/ 3720 w 38"/>
                <a:gd name="T25" fmla="*/ 11364 h 80"/>
                <a:gd name="T26" fmla="*/ 3438 w 38"/>
                <a:gd name="T27" fmla="*/ 5735 h 80"/>
                <a:gd name="T28" fmla="*/ 2470 w 38"/>
                <a:gd name="T29" fmla="*/ 3211 h 80"/>
                <a:gd name="T30" fmla="*/ 1488 w 38"/>
                <a:gd name="T31" fmla="*/ 660 h 80"/>
                <a:gd name="T32" fmla="*/ 520 w 38"/>
                <a:gd name="T33" fmla="*/ 0 h 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" h="80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" y="7"/>
                    <a:pt x="3" y="10"/>
                    <a:pt x="5" y="12"/>
                  </a:cubicBezTo>
                  <a:cubicBezTo>
                    <a:pt x="6" y="14"/>
                    <a:pt x="8" y="16"/>
                    <a:pt x="8" y="18"/>
                  </a:cubicBezTo>
                  <a:cubicBezTo>
                    <a:pt x="10" y="22"/>
                    <a:pt x="9" y="27"/>
                    <a:pt x="9" y="31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53"/>
                    <a:pt x="16" y="60"/>
                    <a:pt x="22" y="66"/>
                  </a:cubicBezTo>
                  <a:cubicBezTo>
                    <a:pt x="25" y="70"/>
                    <a:pt x="28" y="73"/>
                    <a:pt x="32" y="78"/>
                  </a:cubicBezTo>
                  <a:cubicBezTo>
                    <a:pt x="32" y="79"/>
                    <a:pt x="34" y="80"/>
                    <a:pt x="36" y="79"/>
                  </a:cubicBezTo>
                  <a:cubicBezTo>
                    <a:pt x="37" y="78"/>
                    <a:pt x="38" y="76"/>
                    <a:pt x="37" y="75"/>
                  </a:cubicBezTo>
                  <a:cubicBezTo>
                    <a:pt x="33" y="69"/>
                    <a:pt x="30" y="65"/>
                    <a:pt x="26" y="62"/>
                  </a:cubicBezTo>
                  <a:cubicBezTo>
                    <a:pt x="20" y="56"/>
                    <a:pt x="15" y="51"/>
                    <a:pt x="15" y="38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27"/>
                    <a:pt x="16" y="21"/>
                    <a:pt x="14" y="16"/>
                  </a:cubicBezTo>
                  <a:cubicBezTo>
                    <a:pt x="13" y="13"/>
                    <a:pt x="11" y="11"/>
                    <a:pt x="10" y="9"/>
                  </a:cubicBezTo>
                  <a:cubicBezTo>
                    <a:pt x="8" y="7"/>
                    <a:pt x="7" y="5"/>
                    <a:pt x="6" y="2"/>
                  </a:cubicBezTo>
                  <a:cubicBezTo>
                    <a:pt x="6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5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4" name="Freeform 838">
              <a:extLst>
                <a:ext uri="{FF2B5EF4-FFF2-40B4-BE49-F238E27FC236}">
                  <a16:creationId xmlns:a16="http://schemas.microsoft.com/office/drawing/2014/main" id="{F0AD061E-7AA3-4A0B-86DE-4206660C8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3263"/>
              <a:ext cx="70" cy="146"/>
            </a:xfrm>
            <a:custGeom>
              <a:avLst/>
              <a:gdLst>
                <a:gd name="T0" fmla="*/ 520 w 28"/>
                <a:gd name="T1" fmla="*/ 396 h 55"/>
                <a:gd name="T2" fmla="*/ 0 w 28"/>
                <a:gd name="T3" fmla="*/ 1741 h 55"/>
                <a:gd name="T4" fmla="*/ 313 w 28"/>
                <a:gd name="T5" fmla="*/ 5256 h 55"/>
                <a:gd name="T6" fmla="*/ 0 w 28"/>
                <a:gd name="T7" fmla="*/ 7653 h 55"/>
                <a:gd name="T8" fmla="*/ 5863 w 28"/>
                <a:gd name="T9" fmla="*/ 18871 h 55"/>
                <a:gd name="T10" fmla="*/ 6845 w 28"/>
                <a:gd name="T11" fmla="*/ 18574 h 55"/>
                <a:gd name="T12" fmla="*/ 6375 w 28"/>
                <a:gd name="T13" fmla="*/ 17138 h 55"/>
                <a:gd name="T14" fmla="*/ 1488 w 28"/>
                <a:gd name="T15" fmla="*/ 7653 h 55"/>
                <a:gd name="T16" fmla="*/ 1770 w 28"/>
                <a:gd name="T17" fmla="*/ 5519 h 55"/>
                <a:gd name="T18" fmla="*/ 1488 w 28"/>
                <a:gd name="T19" fmla="*/ 1051 h 55"/>
                <a:gd name="T20" fmla="*/ 520 w 28"/>
                <a:gd name="T21" fmla="*/ 396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55">
                  <a:moveTo>
                    <a:pt x="2" y="1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2" y="8"/>
                    <a:pt x="1" y="12"/>
                    <a:pt x="1" y="1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39"/>
                    <a:pt x="10" y="47"/>
                    <a:pt x="24" y="54"/>
                  </a:cubicBezTo>
                  <a:cubicBezTo>
                    <a:pt x="25" y="55"/>
                    <a:pt x="27" y="54"/>
                    <a:pt x="28" y="53"/>
                  </a:cubicBezTo>
                  <a:cubicBezTo>
                    <a:pt x="28" y="51"/>
                    <a:pt x="28" y="49"/>
                    <a:pt x="26" y="49"/>
                  </a:cubicBezTo>
                  <a:cubicBezTo>
                    <a:pt x="14" y="42"/>
                    <a:pt x="6" y="36"/>
                    <a:pt x="6" y="22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2"/>
                    <a:pt x="8" y="7"/>
                    <a:pt x="6" y="3"/>
                  </a:cubicBezTo>
                  <a:cubicBezTo>
                    <a:pt x="5" y="1"/>
                    <a:pt x="4" y="0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5" name="Freeform 839">
              <a:extLst>
                <a:ext uri="{FF2B5EF4-FFF2-40B4-BE49-F238E27FC236}">
                  <a16:creationId xmlns:a16="http://schemas.microsoft.com/office/drawing/2014/main" id="{9614E9CB-11EC-4553-AED0-151D56C0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3503"/>
              <a:ext cx="62" cy="189"/>
            </a:xfrm>
            <a:custGeom>
              <a:avLst/>
              <a:gdLst>
                <a:gd name="T0" fmla="*/ 4422 w 25"/>
                <a:gd name="T1" fmla="*/ 397 h 71"/>
                <a:gd name="T2" fmla="*/ 3752 w 25"/>
                <a:gd name="T3" fmla="*/ 5718 h 71"/>
                <a:gd name="T4" fmla="*/ 3752 w 25"/>
                <a:gd name="T5" fmla="*/ 7491 h 71"/>
                <a:gd name="T6" fmla="*/ 3296 w 25"/>
                <a:gd name="T7" fmla="*/ 10033 h 71"/>
                <a:gd name="T8" fmla="*/ 2805 w 25"/>
                <a:gd name="T9" fmla="*/ 11359 h 71"/>
                <a:gd name="T10" fmla="*/ 1587 w 25"/>
                <a:gd name="T11" fmla="*/ 24857 h 71"/>
                <a:gd name="T12" fmla="*/ 2535 w 25"/>
                <a:gd name="T13" fmla="*/ 24857 h 71"/>
                <a:gd name="T14" fmla="*/ 2535 w 25"/>
                <a:gd name="T15" fmla="*/ 23540 h 71"/>
                <a:gd name="T16" fmla="*/ 3936 w 25"/>
                <a:gd name="T17" fmla="*/ 12450 h 71"/>
                <a:gd name="T18" fmla="*/ 4422 w 25"/>
                <a:gd name="T19" fmla="*/ 11359 h 71"/>
                <a:gd name="T20" fmla="*/ 5141 w 25"/>
                <a:gd name="T21" fmla="*/ 7491 h 71"/>
                <a:gd name="T22" fmla="*/ 4883 w 25"/>
                <a:gd name="T23" fmla="*/ 5321 h 71"/>
                <a:gd name="T24" fmla="*/ 5647 w 25"/>
                <a:gd name="T25" fmla="*/ 1757 h 71"/>
                <a:gd name="T26" fmla="*/ 5647 w 25"/>
                <a:gd name="T27" fmla="*/ 397 h 71"/>
                <a:gd name="T28" fmla="*/ 4422 w 25"/>
                <a:gd name="T29" fmla="*/ 397 h 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71">
                  <a:moveTo>
                    <a:pt x="19" y="1"/>
                  </a:moveTo>
                  <a:cubicBezTo>
                    <a:pt x="14" y="7"/>
                    <a:pt x="15" y="12"/>
                    <a:pt x="16" y="16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6"/>
                    <a:pt x="16" y="26"/>
                    <a:pt x="14" y="2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2" y="51"/>
                    <a:pt x="0" y="63"/>
                    <a:pt x="7" y="70"/>
                  </a:cubicBezTo>
                  <a:cubicBezTo>
                    <a:pt x="8" y="71"/>
                    <a:pt x="10" y="71"/>
                    <a:pt x="11" y="70"/>
                  </a:cubicBezTo>
                  <a:cubicBezTo>
                    <a:pt x="13" y="69"/>
                    <a:pt x="13" y="67"/>
                    <a:pt x="11" y="66"/>
                  </a:cubicBezTo>
                  <a:cubicBezTo>
                    <a:pt x="7" y="61"/>
                    <a:pt x="9" y="50"/>
                    <a:pt x="17" y="35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1" y="28"/>
                    <a:pt x="22" y="27"/>
                    <a:pt x="22" y="21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1"/>
                    <a:pt x="21" y="9"/>
                    <a:pt x="24" y="5"/>
                  </a:cubicBezTo>
                  <a:cubicBezTo>
                    <a:pt x="25" y="4"/>
                    <a:pt x="25" y="2"/>
                    <a:pt x="24" y="1"/>
                  </a:cubicBezTo>
                  <a:cubicBezTo>
                    <a:pt x="22" y="0"/>
                    <a:pt x="21" y="0"/>
                    <a:pt x="19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6" name="Freeform 840">
              <a:extLst>
                <a:ext uri="{FF2B5EF4-FFF2-40B4-BE49-F238E27FC236}">
                  <a16:creationId xmlns:a16="http://schemas.microsoft.com/office/drawing/2014/main" id="{843B0750-6E39-46D3-9819-95076A9A3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3519"/>
              <a:ext cx="40" cy="277"/>
            </a:xfrm>
            <a:custGeom>
              <a:avLst/>
              <a:gdLst>
                <a:gd name="T0" fmla="*/ 2270 w 16"/>
                <a:gd name="T1" fmla="*/ 0 h 104"/>
                <a:gd name="T2" fmla="*/ 1488 w 16"/>
                <a:gd name="T3" fmla="*/ 1057 h 104"/>
                <a:gd name="T4" fmla="*/ 988 w 16"/>
                <a:gd name="T5" fmla="*/ 7101 h 104"/>
                <a:gd name="T6" fmla="*/ 783 w 16"/>
                <a:gd name="T7" fmla="*/ 16756 h 104"/>
                <a:gd name="T8" fmla="*/ 1488 w 16"/>
                <a:gd name="T9" fmla="*/ 35634 h 104"/>
                <a:gd name="T10" fmla="*/ 1958 w 16"/>
                <a:gd name="T11" fmla="*/ 36732 h 104"/>
                <a:gd name="T12" fmla="*/ 2738 w 16"/>
                <a:gd name="T13" fmla="*/ 36031 h 104"/>
                <a:gd name="T14" fmla="*/ 2270 w 16"/>
                <a:gd name="T15" fmla="*/ 16095 h 104"/>
                <a:gd name="T16" fmla="*/ 2470 w 16"/>
                <a:gd name="T17" fmla="*/ 7895 h 104"/>
                <a:gd name="T18" fmla="*/ 2938 w 16"/>
                <a:gd name="T19" fmla="*/ 1057 h 104"/>
                <a:gd name="T20" fmla="*/ 2270 w 16"/>
                <a:gd name="T21" fmla="*/ 0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04">
                  <a:moveTo>
                    <a:pt x="9" y="0"/>
                  </a:moveTo>
                  <a:cubicBezTo>
                    <a:pt x="8" y="0"/>
                    <a:pt x="6" y="2"/>
                    <a:pt x="6" y="3"/>
                  </a:cubicBezTo>
                  <a:cubicBezTo>
                    <a:pt x="7" y="9"/>
                    <a:pt x="5" y="14"/>
                    <a:pt x="4" y="20"/>
                  </a:cubicBezTo>
                  <a:cubicBezTo>
                    <a:pt x="2" y="29"/>
                    <a:pt x="0" y="37"/>
                    <a:pt x="3" y="47"/>
                  </a:cubicBezTo>
                  <a:cubicBezTo>
                    <a:pt x="9" y="67"/>
                    <a:pt x="10" y="80"/>
                    <a:pt x="6" y="100"/>
                  </a:cubicBezTo>
                  <a:cubicBezTo>
                    <a:pt x="5" y="101"/>
                    <a:pt x="6" y="103"/>
                    <a:pt x="8" y="103"/>
                  </a:cubicBezTo>
                  <a:cubicBezTo>
                    <a:pt x="9" y="104"/>
                    <a:pt x="11" y="103"/>
                    <a:pt x="11" y="101"/>
                  </a:cubicBezTo>
                  <a:cubicBezTo>
                    <a:pt x="16" y="80"/>
                    <a:pt x="15" y="66"/>
                    <a:pt x="9" y="45"/>
                  </a:cubicBezTo>
                  <a:cubicBezTo>
                    <a:pt x="6" y="37"/>
                    <a:pt x="8" y="30"/>
                    <a:pt x="10" y="22"/>
                  </a:cubicBezTo>
                  <a:cubicBezTo>
                    <a:pt x="11" y="16"/>
                    <a:pt x="13" y="10"/>
                    <a:pt x="12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7" name="Freeform 841">
              <a:extLst>
                <a:ext uri="{FF2B5EF4-FFF2-40B4-BE49-F238E27FC236}">
                  <a16:creationId xmlns:a16="http://schemas.microsoft.com/office/drawing/2014/main" id="{165F91BC-37B7-41F0-9357-C291D9B66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577"/>
              <a:ext cx="70" cy="240"/>
            </a:xfrm>
            <a:custGeom>
              <a:avLst/>
              <a:gdLst>
                <a:gd name="T0" fmla="*/ 1770 w 28"/>
                <a:gd name="T1" fmla="*/ 0 h 90"/>
                <a:gd name="T2" fmla="*/ 988 w 28"/>
                <a:gd name="T3" fmla="*/ 1059 h 90"/>
                <a:gd name="T4" fmla="*/ 783 w 28"/>
                <a:gd name="T5" fmla="*/ 6464 h 90"/>
                <a:gd name="T6" fmla="*/ 783 w 28"/>
                <a:gd name="T7" fmla="*/ 16179 h 90"/>
                <a:gd name="T8" fmla="*/ 2470 w 28"/>
                <a:gd name="T9" fmla="*/ 20877 h 90"/>
                <a:gd name="T10" fmla="*/ 3908 w 28"/>
                <a:gd name="T11" fmla="*/ 30891 h 90"/>
                <a:gd name="T12" fmla="*/ 4425 w 28"/>
                <a:gd name="T13" fmla="*/ 32371 h 90"/>
                <a:gd name="T14" fmla="*/ 5395 w 28"/>
                <a:gd name="T15" fmla="*/ 31709 h 90"/>
                <a:gd name="T16" fmla="*/ 3720 w 28"/>
                <a:gd name="T17" fmla="*/ 19819 h 90"/>
                <a:gd name="T18" fmla="*/ 2270 w 28"/>
                <a:gd name="T19" fmla="*/ 15531 h 90"/>
                <a:gd name="T20" fmla="*/ 2270 w 28"/>
                <a:gd name="T21" fmla="*/ 6883 h 90"/>
                <a:gd name="T22" fmla="*/ 2470 w 28"/>
                <a:gd name="T23" fmla="*/ 1059 h 90"/>
                <a:gd name="T24" fmla="*/ 1770 w 28"/>
                <a:gd name="T25" fmla="*/ 0 h 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90">
                  <a:moveTo>
                    <a:pt x="7" y="0"/>
                  </a:moveTo>
                  <a:cubicBezTo>
                    <a:pt x="6" y="0"/>
                    <a:pt x="4" y="1"/>
                    <a:pt x="4" y="3"/>
                  </a:cubicBezTo>
                  <a:cubicBezTo>
                    <a:pt x="5" y="8"/>
                    <a:pt x="4" y="13"/>
                    <a:pt x="3" y="18"/>
                  </a:cubicBezTo>
                  <a:cubicBezTo>
                    <a:pt x="1" y="27"/>
                    <a:pt x="0" y="37"/>
                    <a:pt x="3" y="45"/>
                  </a:cubicBezTo>
                  <a:cubicBezTo>
                    <a:pt x="5" y="50"/>
                    <a:pt x="8" y="54"/>
                    <a:pt x="10" y="58"/>
                  </a:cubicBezTo>
                  <a:cubicBezTo>
                    <a:pt x="16" y="67"/>
                    <a:pt x="21" y="75"/>
                    <a:pt x="16" y="86"/>
                  </a:cubicBezTo>
                  <a:cubicBezTo>
                    <a:pt x="15" y="87"/>
                    <a:pt x="16" y="89"/>
                    <a:pt x="18" y="90"/>
                  </a:cubicBezTo>
                  <a:cubicBezTo>
                    <a:pt x="19" y="90"/>
                    <a:pt x="21" y="90"/>
                    <a:pt x="22" y="88"/>
                  </a:cubicBezTo>
                  <a:cubicBezTo>
                    <a:pt x="28" y="74"/>
                    <a:pt x="21" y="64"/>
                    <a:pt x="15" y="55"/>
                  </a:cubicBezTo>
                  <a:cubicBezTo>
                    <a:pt x="13" y="51"/>
                    <a:pt x="10" y="47"/>
                    <a:pt x="9" y="43"/>
                  </a:cubicBezTo>
                  <a:cubicBezTo>
                    <a:pt x="6" y="36"/>
                    <a:pt x="7" y="28"/>
                    <a:pt x="9" y="19"/>
                  </a:cubicBezTo>
                  <a:cubicBezTo>
                    <a:pt x="10" y="14"/>
                    <a:pt x="11" y="8"/>
                    <a:pt x="10" y="3"/>
                  </a:cubicBezTo>
                  <a:cubicBezTo>
                    <a:pt x="10" y="1"/>
                    <a:pt x="9" y="0"/>
                    <a:pt x="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8" name="Freeform 842">
              <a:extLst>
                <a:ext uri="{FF2B5EF4-FFF2-40B4-BE49-F238E27FC236}">
                  <a16:creationId xmlns:a16="http://schemas.microsoft.com/office/drawing/2014/main" id="{F3F7F73F-DAEB-4C33-96C1-4B69454A0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3596"/>
              <a:ext cx="45" cy="237"/>
            </a:xfrm>
            <a:custGeom>
              <a:avLst/>
              <a:gdLst>
                <a:gd name="T0" fmla="*/ 0 w 18"/>
                <a:gd name="T1" fmla="*/ 1057 h 89"/>
                <a:gd name="T2" fmla="*/ 1488 w 18"/>
                <a:gd name="T3" fmla="*/ 8950 h 89"/>
                <a:gd name="T4" fmla="*/ 2938 w 18"/>
                <a:gd name="T5" fmla="*/ 16089 h 89"/>
                <a:gd name="T6" fmla="*/ 2470 w 18"/>
                <a:gd name="T7" fmla="*/ 23189 h 89"/>
                <a:gd name="T8" fmla="*/ 1770 w 18"/>
                <a:gd name="T9" fmla="*/ 30669 h 89"/>
                <a:gd name="T10" fmla="*/ 2470 w 18"/>
                <a:gd name="T11" fmla="*/ 31726 h 89"/>
                <a:gd name="T12" fmla="*/ 3250 w 18"/>
                <a:gd name="T13" fmla="*/ 30669 h 89"/>
                <a:gd name="T14" fmla="*/ 3908 w 18"/>
                <a:gd name="T15" fmla="*/ 23585 h 89"/>
                <a:gd name="T16" fmla="*/ 4425 w 18"/>
                <a:gd name="T17" fmla="*/ 15693 h 89"/>
                <a:gd name="T18" fmla="*/ 2938 w 18"/>
                <a:gd name="T19" fmla="*/ 8141 h 89"/>
                <a:gd name="T20" fmla="*/ 1488 w 18"/>
                <a:gd name="T21" fmla="*/ 1057 h 89"/>
                <a:gd name="T22" fmla="*/ 988 w 18"/>
                <a:gd name="T23" fmla="*/ 0 h 89"/>
                <a:gd name="T24" fmla="*/ 0 w 18"/>
                <a:gd name="T25" fmla="*/ 1057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89">
                  <a:moveTo>
                    <a:pt x="0" y="3"/>
                  </a:moveTo>
                  <a:cubicBezTo>
                    <a:pt x="0" y="11"/>
                    <a:pt x="3" y="18"/>
                    <a:pt x="6" y="25"/>
                  </a:cubicBezTo>
                  <a:cubicBezTo>
                    <a:pt x="9" y="32"/>
                    <a:pt x="12" y="38"/>
                    <a:pt x="12" y="45"/>
                  </a:cubicBezTo>
                  <a:cubicBezTo>
                    <a:pt x="12" y="52"/>
                    <a:pt x="11" y="58"/>
                    <a:pt x="10" y="65"/>
                  </a:cubicBezTo>
                  <a:cubicBezTo>
                    <a:pt x="8" y="72"/>
                    <a:pt x="7" y="78"/>
                    <a:pt x="7" y="86"/>
                  </a:cubicBezTo>
                  <a:cubicBezTo>
                    <a:pt x="7" y="87"/>
                    <a:pt x="9" y="89"/>
                    <a:pt x="10" y="89"/>
                  </a:cubicBezTo>
                  <a:cubicBezTo>
                    <a:pt x="12" y="89"/>
                    <a:pt x="13" y="87"/>
                    <a:pt x="13" y="86"/>
                  </a:cubicBezTo>
                  <a:cubicBezTo>
                    <a:pt x="13" y="79"/>
                    <a:pt x="14" y="73"/>
                    <a:pt x="16" y="66"/>
                  </a:cubicBezTo>
                  <a:cubicBezTo>
                    <a:pt x="17" y="59"/>
                    <a:pt x="18" y="52"/>
                    <a:pt x="18" y="44"/>
                  </a:cubicBezTo>
                  <a:cubicBezTo>
                    <a:pt x="18" y="37"/>
                    <a:pt x="15" y="30"/>
                    <a:pt x="12" y="23"/>
                  </a:cubicBezTo>
                  <a:cubicBezTo>
                    <a:pt x="9" y="16"/>
                    <a:pt x="6" y="9"/>
                    <a:pt x="6" y="3"/>
                  </a:cubicBezTo>
                  <a:cubicBezTo>
                    <a:pt x="7" y="1"/>
                    <a:pt x="5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9" name="Freeform 843">
              <a:extLst>
                <a:ext uri="{FF2B5EF4-FFF2-40B4-BE49-F238E27FC236}">
                  <a16:creationId xmlns:a16="http://schemas.microsoft.com/office/drawing/2014/main" id="{D11C10D5-17DA-45DC-9AAC-A4A1B5264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391"/>
              <a:ext cx="47" cy="85"/>
            </a:xfrm>
            <a:custGeom>
              <a:avLst/>
              <a:gdLst>
                <a:gd name="T0" fmla="*/ 3451 w 19"/>
                <a:gd name="T1" fmla="*/ 0 h 32"/>
                <a:gd name="T2" fmla="*/ 935 w 19"/>
                <a:gd name="T3" fmla="*/ 2794 h 32"/>
                <a:gd name="T4" fmla="*/ 636 w 19"/>
                <a:gd name="T5" fmla="*/ 4874 h 32"/>
                <a:gd name="T6" fmla="*/ 1121 w 19"/>
                <a:gd name="T7" fmla="*/ 8473 h 32"/>
                <a:gd name="T8" fmla="*/ 935 w 19"/>
                <a:gd name="T9" fmla="*/ 8473 h 32"/>
                <a:gd name="T10" fmla="*/ 453 w 19"/>
                <a:gd name="T11" fmla="*/ 8713 h 32"/>
                <a:gd name="T12" fmla="*/ 0 w 19"/>
                <a:gd name="T13" fmla="*/ 10216 h 32"/>
                <a:gd name="T14" fmla="*/ 0 w 19"/>
                <a:gd name="T15" fmla="*/ 10216 h 32"/>
                <a:gd name="T16" fmla="*/ 935 w 19"/>
                <a:gd name="T17" fmla="*/ 10851 h 32"/>
                <a:gd name="T18" fmla="*/ 1573 w 19"/>
                <a:gd name="T19" fmla="*/ 10604 h 32"/>
                <a:gd name="T20" fmla="*/ 2026 w 19"/>
                <a:gd name="T21" fmla="*/ 9802 h 32"/>
                <a:gd name="T22" fmla="*/ 2516 w 19"/>
                <a:gd name="T23" fmla="*/ 8473 h 32"/>
                <a:gd name="T24" fmla="*/ 2313 w 19"/>
                <a:gd name="T25" fmla="*/ 3846 h 32"/>
                <a:gd name="T26" fmla="*/ 3708 w 19"/>
                <a:gd name="T27" fmla="*/ 2138 h 32"/>
                <a:gd name="T28" fmla="*/ 4161 w 19"/>
                <a:gd name="T29" fmla="*/ 1052 h 32"/>
                <a:gd name="T30" fmla="*/ 3451 w 19"/>
                <a:gd name="T31" fmla="*/ 0 h 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" h="32">
                  <a:moveTo>
                    <a:pt x="15" y="0"/>
                  </a:moveTo>
                  <a:cubicBezTo>
                    <a:pt x="10" y="2"/>
                    <a:pt x="6" y="4"/>
                    <a:pt x="4" y="8"/>
                  </a:cubicBezTo>
                  <a:cubicBezTo>
                    <a:pt x="3" y="10"/>
                    <a:pt x="3" y="12"/>
                    <a:pt x="3" y="14"/>
                  </a:cubicBezTo>
                  <a:cubicBezTo>
                    <a:pt x="3" y="17"/>
                    <a:pt x="4" y="20"/>
                    <a:pt x="5" y="24"/>
                  </a:cubicBezTo>
                  <a:cubicBezTo>
                    <a:pt x="5" y="24"/>
                    <a:pt x="4" y="24"/>
                    <a:pt x="4" y="24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1" y="26"/>
                    <a:pt x="0" y="27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31"/>
                    <a:pt x="2" y="32"/>
                    <a:pt x="4" y="31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1" y="28"/>
                    <a:pt x="12" y="26"/>
                    <a:pt x="11" y="24"/>
                  </a:cubicBezTo>
                  <a:cubicBezTo>
                    <a:pt x="9" y="18"/>
                    <a:pt x="8" y="13"/>
                    <a:pt x="10" y="11"/>
                  </a:cubicBezTo>
                  <a:cubicBezTo>
                    <a:pt x="11" y="8"/>
                    <a:pt x="13" y="7"/>
                    <a:pt x="16" y="6"/>
                  </a:cubicBezTo>
                  <a:cubicBezTo>
                    <a:pt x="18" y="6"/>
                    <a:pt x="19" y="4"/>
                    <a:pt x="18" y="3"/>
                  </a:cubicBezTo>
                  <a:cubicBezTo>
                    <a:pt x="18" y="1"/>
                    <a:pt x="16" y="0"/>
                    <a:pt x="15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0" name="Freeform 844">
              <a:extLst>
                <a:ext uri="{FF2B5EF4-FFF2-40B4-BE49-F238E27FC236}">
                  <a16:creationId xmlns:a16="http://schemas.microsoft.com/office/drawing/2014/main" id="{4A43FD9B-6479-42A4-9EE5-6F09BD9B9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199"/>
              <a:ext cx="102" cy="146"/>
            </a:xfrm>
            <a:custGeom>
              <a:avLst/>
              <a:gdLst>
                <a:gd name="T0" fmla="*/ 0 w 41"/>
                <a:gd name="T1" fmla="*/ 656 h 55"/>
                <a:gd name="T2" fmla="*/ 187 w 41"/>
                <a:gd name="T3" fmla="*/ 2079 h 55"/>
                <a:gd name="T4" fmla="*/ 1157 w 41"/>
                <a:gd name="T5" fmla="*/ 7406 h 55"/>
                <a:gd name="T6" fmla="*/ 1602 w 41"/>
                <a:gd name="T7" fmla="*/ 13297 h 55"/>
                <a:gd name="T8" fmla="*/ 8777 w 41"/>
                <a:gd name="T9" fmla="*/ 18871 h 55"/>
                <a:gd name="T10" fmla="*/ 9531 w 41"/>
                <a:gd name="T11" fmla="*/ 18181 h 55"/>
                <a:gd name="T12" fmla="*/ 9036 w 41"/>
                <a:gd name="T13" fmla="*/ 17138 h 55"/>
                <a:gd name="T14" fmla="*/ 2878 w 41"/>
                <a:gd name="T15" fmla="*/ 11861 h 55"/>
                <a:gd name="T16" fmla="*/ 2567 w 41"/>
                <a:gd name="T17" fmla="*/ 7406 h 55"/>
                <a:gd name="T18" fmla="*/ 1157 w 41"/>
                <a:gd name="T19" fmla="*/ 396 h 55"/>
                <a:gd name="T20" fmla="*/ 0 w 41"/>
                <a:gd name="T21" fmla="*/ 656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55">
                  <a:moveTo>
                    <a:pt x="0" y="2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6" y="9"/>
                    <a:pt x="6" y="13"/>
                    <a:pt x="5" y="21"/>
                  </a:cubicBezTo>
                  <a:cubicBezTo>
                    <a:pt x="4" y="26"/>
                    <a:pt x="4" y="32"/>
                    <a:pt x="7" y="38"/>
                  </a:cubicBezTo>
                  <a:cubicBezTo>
                    <a:pt x="13" y="47"/>
                    <a:pt x="27" y="52"/>
                    <a:pt x="37" y="54"/>
                  </a:cubicBezTo>
                  <a:cubicBezTo>
                    <a:pt x="38" y="55"/>
                    <a:pt x="40" y="54"/>
                    <a:pt x="40" y="52"/>
                  </a:cubicBezTo>
                  <a:cubicBezTo>
                    <a:pt x="41" y="50"/>
                    <a:pt x="40" y="49"/>
                    <a:pt x="38" y="49"/>
                  </a:cubicBezTo>
                  <a:cubicBezTo>
                    <a:pt x="28" y="47"/>
                    <a:pt x="17" y="41"/>
                    <a:pt x="12" y="34"/>
                  </a:cubicBezTo>
                  <a:cubicBezTo>
                    <a:pt x="10" y="31"/>
                    <a:pt x="10" y="26"/>
                    <a:pt x="11" y="21"/>
                  </a:cubicBezTo>
                  <a:cubicBezTo>
                    <a:pt x="12" y="14"/>
                    <a:pt x="13" y="6"/>
                    <a:pt x="5" y="1"/>
                  </a:cubicBezTo>
                  <a:cubicBezTo>
                    <a:pt x="3" y="0"/>
                    <a:pt x="1" y="1"/>
                    <a:pt x="0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1" name="Freeform 845">
              <a:extLst>
                <a:ext uri="{FF2B5EF4-FFF2-40B4-BE49-F238E27FC236}">
                  <a16:creationId xmlns:a16="http://schemas.microsoft.com/office/drawing/2014/main" id="{88FB3FA9-EAB5-422F-99C1-C43895575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2716"/>
              <a:ext cx="57" cy="259"/>
            </a:xfrm>
            <a:custGeom>
              <a:avLst/>
              <a:gdLst>
                <a:gd name="T0" fmla="*/ 2984 w 23"/>
                <a:gd name="T1" fmla="*/ 662 h 97"/>
                <a:gd name="T2" fmla="*/ 3286 w 23"/>
                <a:gd name="T3" fmla="*/ 13417 h 97"/>
                <a:gd name="T4" fmla="*/ 3727 w 23"/>
                <a:gd name="T5" fmla="*/ 20632 h 97"/>
                <a:gd name="T6" fmla="*/ 183 w 23"/>
                <a:gd name="T7" fmla="*/ 32989 h 97"/>
                <a:gd name="T8" fmla="*/ 183 w 23"/>
                <a:gd name="T9" fmla="*/ 34458 h 97"/>
                <a:gd name="T10" fmla="*/ 1125 w 23"/>
                <a:gd name="T11" fmla="*/ 34458 h 97"/>
                <a:gd name="T12" fmla="*/ 5128 w 23"/>
                <a:gd name="T13" fmla="*/ 20632 h 97"/>
                <a:gd name="T14" fmla="*/ 4367 w 23"/>
                <a:gd name="T15" fmla="*/ 13019 h 97"/>
                <a:gd name="T16" fmla="*/ 4233 w 23"/>
                <a:gd name="T17" fmla="*/ 1768 h 97"/>
                <a:gd name="T18" fmla="*/ 3926 w 23"/>
                <a:gd name="T19" fmla="*/ 401 h 97"/>
                <a:gd name="T20" fmla="*/ 2984 w 23"/>
                <a:gd name="T21" fmla="*/ 662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97">
                  <a:moveTo>
                    <a:pt x="13" y="2"/>
                  </a:moveTo>
                  <a:cubicBezTo>
                    <a:pt x="8" y="11"/>
                    <a:pt x="11" y="24"/>
                    <a:pt x="14" y="37"/>
                  </a:cubicBezTo>
                  <a:cubicBezTo>
                    <a:pt x="15" y="44"/>
                    <a:pt x="17" y="52"/>
                    <a:pt x="16" y="57"/>
                  </a:cubicBezTo>
                  <a:cubicBezTo>
                    <a:pt x="16" y="72"/>
                    <a:pt x="10" y="83"/>
                    <a:pt x="1" y="91"/>
                  </a:cubicBezTo>
                  <a:cubicBezTo>
                    <a:pt x="0" y="92"/>
                    <a:pt x="0" y="94"/>
                    <a:pt x="1" y="95"/>
                  </a:cubicBezTo>
                  <a:cubicBezTo>
                    <a:pt x="2" y="96"/>
                    <a:pt x="4" y="97"/>
                    <a:pt x="5" y="95"/>
                  </a:cubicBezTo>
                  <a:cubicBezTo>
                    <a:pt x="16" y="87"/>
                    <a:pt x="22" y="74"/>
                    <a:pt x="22" y="57"/>
                  </a:cubicBezTo>
                  <a:cubicBezTo>
                    <a:pt x="23" y="51"/>
                    <a:pt x="21" y="44"/>
                    <a:pt x="19" y="36"/>
                  </a:cubicBezTo>
                  <a:cubicBezTo>
                    <a:pt x="17" y="24"/>
                    <a:pt x="14" y="12"/>
                    <a:pt x="18" y="5"/>
                  </a:cubicBezTo>
                  <a:cubicBezTo>
                    <a:pt x="19" y="4"/>
                    <a:pt x="18" y="2"/>
                    <a:pt x="17" y="1"/>
                  </a:cubicBezTo>
                  <a:cubicBezTo>
                    <a:pt x="16" y="0"/>
                    <a:pt x="14" y="1"/>
                    <a:pt x="1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2" name="Freeform 846">
              <a:extLst>
                <a:ext uri="{FF2B5EF4-FFF2-40B4-BE49-F238E27FC236}">
                  <a16:creationId xmlns:a16="http://schemas.microsoft.com/office/drawing/2014/main" id="{24905D1C-C36D-48A4-921E-C53A58C17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732"/>
              <a:ext cx="57" cy="152"/>
            </a:xfrm>
            <a:custGeom>
              <a:avLst/>
              <a:gdLst>
                <a:gd name="T0" fmla="*/ 4233 w 23"/>
                <a:gd name="T1" fmla="*/ 397 h 57"/>
                <a:gd name="T2" fmla="*/ 1400 w 23"/>
                <a:gd name="T3" fmla="*/ 7944 h 57"/>
                <a:gd name="T4" fmla="*/ 1125 w 23"/>
                <a:gd name="T5" fmla="*/ 9309 h 57"/>
                <a:gd name="T6" fmla="*/ 183 w 23"/>
                <a:gd name="T7" fmla="*/ 19021 h 57"/>
                <a:gd name="T8" fmla="*/ 639 w 23"/>
                <a:gd name="T9" fmla="*/ 20480 h 57"/>
                <a:gd name="T10" fmla="*/ 1400 w 23"/>
                <a:gd name="T11" fmla="*/ 19819 h 57"/>
                <a:gd name="T12" fmla="*/ 2525 w 23"/>
                <a:gd name="T13" fmla="*/ 9309 h 57"/>
                <a:gd name="T14" fmla="*/ 2525 w 23"/>
                <a:gd name="T15" fmla="*/ 8248 h 57"/>
                <a:gd name="T16" fmla="*/ 5128 w 23"/>
                <a:gd name="T17" fmla="*/ 1763 h 57"/>
                <a:gd name="T18" fmla="*/ 5128 w 23"/>
                <a:gd name="T19" fmla="*/ 397 h 57"/>
                <a:gd name="T20" fmla="*/ 4233 w 23"/>
                <a:gd name="T21" fmla="*/ 397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57">
                  <a:moveTo>
                    <a:pt x="18" y="1"/>
                  </a:moveTo>
                  <a:cubicBezTo>
                    <a:pt x="12" y="7"/>
                    <a:pt x="6" y="12"/>
                    <a:pt x="6" y="22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4" y="36"/>
                    <a:pt x="4" y="43"/>
                    <a:pt x="1" y="53"/>
                  </a:cubicBezTo>
                  <a:cubicBezTo>
                    <a:pt x="0" y="54"/>
                    <a:pt x="1" y="56"/>
                    <a:pt x="3" y="57"/>
                  </a:cubicBezTo>
                  <a:cubicBezTo>
                    <a:pt x="4" y="57"/>
                    <a:pt x="6" y="56"/>
                    <a:pt x="6" y="55"/>
                  </a:cubicBezTo>
                  <a:cubicBezTo>
                    <a:pt x="10" y="44"/>
                    <a:pt x="10" y="37"/>
                    <a:pt x="11" y="26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16"/>
                    <a:pt x="16" y="11"/>
                    <a:pt x="22" y="5"/>
                  </a:cubicBezTo>
                  <a:cubicBezTo>
                    <a:pt x="23" y="4"/>
                    <a:pt x="23" y="2"/>
                    <a:pt x="22" y="1"/>
                  </a:cubicBezTo>
                  <a:cubicBezTo>
                    <a:pt x="21" y="0"/>
                    <a:pt x="19" y="0"/>
                    <a:pt x="1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3" name="Freeform 847">
              <a:extLst>
                <a:ext uri="{FF2B5EF4-FFF2-40B4-BE49-F238E27FC236}">
                  <a16:creationId xmlns:a16="http://schemas.microsoft.com/office/drawing/2014/main" id="{F9CE8207-C000-4BCF-ABD7-00961D69E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2804"/>
              <a:ext cx="128" cy="165"/>
            </a:xfrm>
            <a:custGeom>
              <a:avLst/>
              <a:gdLst>
                <a:gd name="T0" fmla="*/ 11269 w 51"/>
                <a:gd name="T1" fmla="*/ 397 h 62"/>
                <a:gd name="T2" fmla="*/ 8963 w 51"/>
                <a:gd name="T3" fmla="*/ 7068 h 62"/>
                <a:gd name="T4" fmla="*/ 6470 w 51"/>
                <a:gd name="T5" fmla="*/ 13889 h 62"/>
                <a:gd name="T6" fmla="*/ 522 w 51"/>
                <a:gd name="T7" fmla="*/ 19505 h 62"/>
                <a:gd name="T8" fmla="*/ 0 w 51"/>
                <a:gd name="T9" fmla="*/ 20958 h 62"/>
                <a:gd name="T10" fmla="*/ 996 w 51"/>
                <a:gd name="T11" fmla="*/ 21623 h 62"/>
                <a:gd name="T12" fmla="*/ 7780 w 51"/>
                <a:gd name="T13" fmla="*/ 15191 h 62"/>
                <a:gd name="T14" fmla="*/ 10481 w 51"/>
                <a:gd name="T15" fmla="*/ 7875 h 62"/>
                <a:gd name="T16" fmla="*/ 12459 w 51"/>
                <a:gd name="T17" fmla="*/ 1756 h 62"/>
                <a:gd name="T18" fmla="*/ 12459 w 51"/>
                <a:gd name="T19" fmla="*/ 397 h 62"/>
                <a:gd name="T20" fmla="*/ 11269 w 51"/>
                <a:gd name="T21" fmla="*/ 397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2">
                  <a:moveTo>
                    <a:pt x="45" y="1"/>
                  </a:moveTo>
                  <a:cubicBezTo>
                    <a:pt x="41" y="7"/>
                    <a:pt x="38" y="14"/>
                    <a:pt x="36" y="20"/>
                  </a:cubicBezTo>
                  <a:cubicBezTo>
                    <a:pt x="34" y="27"/>
                    <a:pt x="32" y="34"/>
                    <a:pt x="26" y="39"/>
                  </a:cubicBezTo>
                  <a:cubicBezTo>
                    <a:pt x="20" y="45"/>
                    <a:pt x="9" y="53"/>
                    <a:pt x="2" y="55"/>
                  </a:cubicBezTo>
                  <a:cubicBezTo>
                    <a:pt x="0" y="56"/>
                    <a:pt x="0" y="58"/>
                    <a:pt x="0" y="59"/>
                  </a:cubicBezTo>
                  <a:cubicBezTo>
                    <a:pt x="1" y="61"/>
                    <a:pt x="2" y="62"/>
                    <a:pt x="4" y="61"/>
                  </a:cubicBezTo>
                  <a:cubicBezTo>
                    <a:pt x="12" y="58"/>
                    <a:pt x="24" y="50"/>
                    <a:pt x="31" y="43"/>
                  </a:cubicBezTo>
                  <a:cubicBezTo>
                    <a:pt x="37" y="37"/>
                    <a:pt x="39" y="29"/>
                    <a:pt x="42" y="22"/>
                  </a:cubicBezTo>
                  <a:cubicBezTo>
                    <a:pt x="44" y="16"/>
                    <a:pt x="46" y="10"/>
                    <a:pt x="50" y="5"/>
                  </a:cubicBezTo>
                  <a:cubicBezTo>
                    <a:pt x="51" y="4"/>
                    <a:pt x="51" y="2"/>
                    <a:pt x="50" y="1"/>
                  </a:cubicBezTo>
                  <a:cubicBezTo>
                    <a:pt x="48" y="0"/>
                    <a:pt x="46" y="0"/>
                    <a:pt x="45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4" name="Freeform 848">
              <a:extLst>
                <a:ext uri="{FF2B5EF4-FFF2-40B4-BE49-F238E27FC236}">
                  <a16:creationId xmlns:a16="http://schemas.microsoft.com/office/drawing/2014/main" id="{A90812A9-E911-4A22-8CDA-8D73AAA4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3001"/>
              <a:ext cx="133" cy="219"/>
            </a:xfrm>
            <a:custGeom>
              <a:avLst/>
              <a:gdLst>
                <a:gd name="T0" fmla="*/ 522 w 53"/>
                <a:gd name="T1" fmla="*/ 0 h 82"/>
                <a:gd name="T2" fmla="*/ 0 w 53"/>
                <a:gd name="T3" fmla="*/ 1469 h 82"/>
                <a:gd name="T4" fmla="*/ 4281 w 53"/>
                <a:gd name="T5" fmla="*/ 9110 h 82"/>
                <a:gd name="T6" fmla="*/ 6783 w 53"/>
                <a:gd name="T7" fmla="*/ 12360 h 82"/>
                <a:gd name="T8" fmla="*/ 11744 w 53"/>
                <a:gd name="T9" fmla="*/ 28689 h 82"/>
                <a:gd name="T10" fmla="*/ 12449 w 53"/>
                <a:gd name="T11" fmla="*/ 29757 h 82"/>
                <a:gd name="T12" fmla="*/ 13242 w 53"/>
                <a:gd name="T13" fmla="*/ 28288 h 82"/>
                <a:gd name="T14" fmla="*/ 7965 w 53"/>
                <a:gd name="T15" fmla="*/ 10899 h 82"/>
                <a:gd name="T16" fmla="*/ 5277 w 53"/>
                <a:gd name="T17" fmla="*/ 7219 h 82"/>
                <a:gd name="T18" fmla="*/ 1498 w 53"/>
                <a:gd name="T19" fmla="*/ 1071 h 82"/>
                <a:gd name="T20" fmla="*/ 522 w 53"/>
                <a:gd name="T21" fmla="*/ 0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82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15"/>
                    <a:pt x="10" y="20"/>
                    <a:pt x="17" y="25"/>
                  </a:cubicBezTo>
                  <a:cubicBezTo>
                    <a:pt x="21" y="28"/>
                    <a:pt x="24" y="31"/>
                    <a:pt x="27" y="34"/>
                  </a:cubicBezTo>
                  <a:cubicBezTo>
                    <a:pt x="36" y="43"/>
                    <a:pt x="42" y="58"/>
                    <a:pt x="47" y="79"/>
                  </a:cubicBezTo>
                  <a:cubicBezTo>
                    <a:pt x="47" y="81"/>
                    <a:pt x="49" y="82"/>
                    <a:pt x="50" y="82"/>
                  </a:cubicBezTo>
                  <a:cubicBezTo>
                    <a:pt x="52" y="81"/>
                    <a:pt x="53" y="80"/>
                    <a:pt x="53" y="78"/>
                  </a:cubicBezTo>
                  <a:cubicBezTo>
                    <a:pt x="48" y="56"/>
                    <a:pt x="41" y="40"/>
                    <a:pt x="32" y="30"/>
                  </a:cubicBezTo>
                  <a:cubicBezTo>
                    <a:pt x="28" y="26"/>
                    <a:pt x="24" y="23"/>
                    <a:pt x="21" y="20"/>
                  </a:cubicBezTo>
                  <a:cubicBezTo>
                    <a:pt x="14" y="16"/>
                    <a:pt x="8" y="11"/>
                    <a:pt x="6" y="3"/>
                  </a:cubicBezTo>
                  <a:cubicBezTo>
                    <a:pt x="5" y="1"/>
                    <a:pt x="4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5" name="Freeform 849">
              <a:extLst>
                <a:ext uri="{FF2B5EF4-FFF2-40B4-BE49-F238E27FC236}">
                  <a16:creationId xmlns:a16="http://schemas.microsoft.com/office/drawing/2014/main" id="{E8A6CD61-4C69-478E-A2BE-7CA8CCF7D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097"/>
              <a:ext cx="108" cy="174"/>
            </a:xfrm>
            <a:custGeom>
              <a:avLst/>
              <a:gdLst>
                <a:gd name="T0" fmla="*/ 522 w 43"/>
                <a:gd name="T1" fmla="*/ 1076 h 65"/>
                <a:gd name="T2" fmla="*/ 5292 w 43"/>
                <a:gd name="T3" fmla="*/ 14273 h 65"/>
                <a:gd name="T4" fmla="*/ 9318 w 43"/>
                <a:gd name="T5" fmla="*/ 23212 h 65"/>
                <a:gd name="T6" fmla="*/ 10315 w 43"/>
                <a:gd name="T7" fmla="*/ 23921 h 65"/>
                <a:gd name="T8" fmla="*/ 10787 w 43"/>
                <a:gd name="T9" fmla="*/ 22387 h 65"/>
                <a:gd name="T10" fmla="*/ 6289 w 43"/>
                <a:gd name="T11" fmla="*/ 12948 h 65"/>
                <a:gd name="T12" fmla="*/ 1994 w 43"/>
                <a:gd name="T13" fmla="*/ 1496 h 65"/>
                <a:gd name="T14" fmla="*/ 1311 w 43"/>
                <a:gd name="T15" fmla="*/ 402 h 65"/>
                <a:gd name="T16" fmla="*/ 522 w 43"/>
                <a:gd name="T17" fmla="*/ 1076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65">
                  <a:moveTo>
                    <a:pt x="2" y="3"/>
                  </a:moveTo>
                  <a:cubicBezTo>
                    <a:pt x="0" y="18"/>
                    <a:pt x="11" y="29"/>
                    <a:pt x="21" y="39"/>
                  </a:cubicBezTo>
                  <a:cubicBezTo>
                    <a:pt x="28" y="47"/>
                    <a:pt x="35" y="54"/>
                    <a:pt x="37" y="63"/>
                  </a:cubicBezTo>
                  <a:cubicBezTo>
                    <a:pt x="38" y="64"/>
                    <a:pt x="39" y="65"/>
                    <a:pt x="41" y="65"/>
                  </a:cubicBezTo>
                  <a:cubicBezTo>
                    <a:pt x="42" y="64"/>
                    <a:pt x="43" y="63"/>
                    <a:pt x="43" y="61"/>
                  </a:cubicBezTo>
                  <a:cubicBezTo>
                    <a:pt x="40" y="51"/>
                    <a:pt x="32" y="43"/>
                    <a:pt x="25" y="35"/>
                  </a:cubicBezTo>
                  <a:cubicBezTo>
                    <a:pt x="15" y="25"/>
                    <a:pt x="7" y="16"/>
                    <a:pt x="8" y="4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3" y="0"/>
                    <a:pt x="2" y="2"/>
                    <a:pt x="2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6" name="Freeform 850">
              <a:extLst>
                <a:ext uri="{FF2B5EF4-FFF2-40B4-BE49-F238E27FC236}">
                  <a16:creationId xmlns:a16="http://schemas.microsoft.com/office/drawing/2014/main" id="{A04E8AF2-E513-42CF-9E29-1BFB341DF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135"/>
              <a:ext cx="90" cy="149"/>
            </a:xfrm>
            <a:custGeom>
              <a:avLst/>
              <a:gdLst>
                <a:gd name="T0" fmla="*/ 0 w 36"/>
                <a:gd name="T1" fmla="*/ 657 h 56"/>
                <a:gd name="T2" fmla="*/ 520 w 36"/>
                <a:gd name="T3" fmla="*/ 2145 h 56"/>
                <a:gd name="T4" fmla="*/ 7158 w 36"/>
                <a:gd name="T5" fmla="*/ 17742 h 56"/>
                <a:gd name="T6" fmla="*/ 7345 w 36"/>
                <a:gd name="T7" fmla="*/ 18795 h 56"/>
                <a:gd name="T8" fmla="*/ 8125 w 36"/>
                <a:gd name="T9" fmla="*/ 19439 h 56"/>
                <a:gd name="T10" fmla="*/ 8595 w 36"/>
                <a:gd name="T11" fmla="*/ 18386 h 56"/>
                <a:gd name="T12" fmla="*/ 8595 w 36"/>
                <a:gd name="T13" fmla="*/ 17082 h 56"/>
                <a:gd name="T14" fmla="*/ 988 w 36"/>
                <a:gd name="T15" fmla="*/ 0 h 56"/>
                <a:gd name="T16" fmla="*/ 0 w 36"/>
                <a:gd name="T17" fmla="*/ 65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6">
                  <a:moveTo>
                    <a:pt x="0" y="2"/>
                  </a:moveTo>
                  <a:cubicBezTo>
                    <a:pt x="0" y="4"/>
                    <a:pt x="0" y="5"/>
                    <a:pt x="2" y="6"/>
                  </a:cubicBezTo>
                  <a:cubicBezTo>
                    <a:pt x="20" y="12"/>
                    <a:pt x="25" y="32"/>
                    <a:pt x="29" y="50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5"/>
                    <a:pt x="32" y="56"/>
                    <a:pt x="33" y="55"/>
                  </a:cubicBezTo>
                  <a:cubicBezTo>
                    <a:pt x="35" y="55"/>
                    <a:pt x="36" y="53"/>
                    <a:pt x="35" y="52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0" y="29"/>
                    <a:pt x="25" y="8"/>
                    <a:pt x="4" y="0"/>
                  </a:cubicBezTo>
                  <a:cubicBezTo>
                    <a:pt x="2" y="0"/>
                    <a:pt x="1" y="0"/>
                    <a:pt x="0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7" name="Freeform 851">
              <a:extLst>
                <a:ext uri="{FF2B5EF4-FFF2-40B4-BE49-F238E27FC236}">
                  <a16:creationId xmlns:a16="http://schemas.microsoft.com/office/drawing/2014/main" id="{0FFA1A9D-53F9-4D5F-9ECD-0FBC1BC2D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3324"/>
              <a:ext cx="210" cy="99"/>
            </a:xfrm>
            <a:custGeom>
              <a:avLst/>
              <a:gdLst>
                <a:gd name="T0" fmla="*/ 313 w 84"/>
                <a:gd name="T1" fmla="*/ 401 h 37"/>
                <a:gd name="T2" fmla="*/ 313 w 84"/>
                <a:gd name="T3" fmla="*/ 1803 h 37"/>
                <a:gd name="T4" fmla="*/ 19845 w 84"/>
                <a:gd name="T5" fmla="*/ 9579 h 37"/>
                <a:gd name="T6" fmla="*/ 20313 w 84"/>
                <a:gd name="T7" fmla="*/ 8105 h 37"/>
                <a:gd name="T8" fmla="*/ 19345 w 84"/>
                <a:gd name="T9" fmla="*/ 7682 h 37"/>
                <a:gd name="T10" fmla="*/ 1300 w 84"/>
                <a:gd name="T11" fmla="*/ 674 h 37"/>
                <a:gd name="T12" fmla="*/ 313 w 84"/>
                <a:gd name="T13" fmla="*/ 401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37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9" y="28"/>
                    <a:pt x="54" y="37"/>
                    <a:pt x="81" y="26"/>
                  </a:cubicBezTo>
                  <a:cubicBezTo>
                    <a:pt x="83" y="26"/>
                    <a:pt x="84" y="24"/>
                    <a:pt x="83" y="22"/>
                  </a:cubicBezTo>
                  <a:cubicBezTo>
                    <a:pt x="82" y="21"/>
                    <a:pt x="81" y="20"/>
                    <a:pt x="79" y="21"/>
                  </a:cubicBezTo>
                  <a:cubicBezTo>
                    <a:pt x="55" y="30"/>
                    <a:pt x="22" y="22"/>
                    <a:pt x="5" y="2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8" name="Freeform 852">
              <a:extLst>
                <a:ext uri="{FF2B5EF4-FFF2-40B4-BE49-F238E27FC236}">
                  <a16:creationId xmlns:a16="http://schemas.microsoft.com/office/drawing/2014/main" id="{5A824381-F1BB-4A55-A2AE-343022C72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137"/>
              <a:ext cx="118" cy="152"/>
            </a:xfrm>
            <a:custGeom>
              <a:avLst/>
              <a:gdLst>
                <a:gd name="T0" fmla="*/ 316 w 47"/>
                <a:gd name="T1" fmla="*/ 661 h 57"/>
                <a:gd name="T2" fmla="*/ 522 w 47"/>
                <a:gd name="T3" fmla="*/ 2184 h 57"/>
                <a:gd name="T4" fmla="*/ 997 w 47"/>
                <a:gd name="T5" fmla="*/ 2824 h 57"/>
                <a:gd name="T6" fmla="*/ 5287 w 47"/>
                <a:gd name="T7" fmla="*/ 9309 h 57"/>
                <a:gd name="T8" fmla="*/ 10494 w 47"/>
                <a:gd name="T9" fmla="*/ 20083 h 57"/>
                <a:gd name="T10" fmla="*/ 11491 w 47"/>
                <a:gd name="T11" fmla="*/ 20083 h 57"/>
                <a:gd name="T12" fmla="*/ 11491 w 47"/>
                <a:gd name="T13" fmla="*/ 18355 h 57"/>
                <a:gd name="T14" fmla="*/ 6472 w 47"/>
                <a:gd name="T15" fmla="*/ 8248 h 57"/>
                <a:gd name="T16" fmla="*/ 1790 w 47"/>
                <a:gd name="T17" fmla="*/ 1059 h 57"/>
                <a:gd name="T18" fmla="*/ 1506 w 47"/>
                <a:gd name="T19" fmla="*/ 397 h 57"/>
                <a:gd name="T20" fmla="*/ 316 w 47"/>
                <a:gd name="T21" fmla="*/ 661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57">
                  <a:moveTo>
                    <a:pt x="1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12" y="14"/>
                    <a:pt x="16" y="17"/>
                    <a:pt x="21" y="26"/>
                  </a:cubicBezTo>
                  <a:cubicBezTo>
                    <a:pt x="27" y="36"/>
                    <a:pt x="33" y="48"/>
                    <a:pt x="42" y="56"/>
                  </a:cubicBezTo>
                  <a:cubicBezTo>
                    <a:pt x="43" y="57"/>
                    <a:pt x="45" y="57"/>
                    <a:pt x="46" y="56"/>
                  </a:cubicBezTo>
                  <a:cubicBezTo>
                    <a:pt x="47" y="54"/>
                    <a:pt x="47" y="52"/>
                    <a:pt x="46" y="51"/>
                  </a:cubicBezTo>
                  <a:cubicBezTo>
                    <a:pt x="38" y="44"/>
                    <a:pt x="32" y="33"/>
                    <a:pt x="26" y="23"/>
                  </a:cubicBezTo>
                  <a:cubicBezTo>
                    <a:pt x="20" y="12"/>
                    <a:pt x="16" y="9"/>
                    <a:pt x="7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1"/>
                    <a:pt x="1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9" name="Freeform 853">
              <a:extLst>
                <a:ext uri="{FF2B5EF4-FFF2-40B4-BE49-F238E27FC236}">
                  <a16:creationId xmlns:a16="http://schemas.microsoft.com/office/drawing/2014/main" id="{DDF3D1A0-941A-4485-B719-CFB14ACCA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3295"/>
              <a:ext cx="193" cy="125"/>
            </a:xfrm>
            <a:custGeom>
              <a:avLst/>
              <a:gdLst>
                <a:gd name="T0" fmla="*/ 785 w 77"/>
                <a:gd name="T1" fmla="*/ 0 h 47"/>
                <a:gd name="T2" fmla="*/ 0 w 77"/>
                <a:gd name="T3" fmla="*/ 1053 h 47"/>
                <a:gd name="T4" fmla="*/ 785 w 77"/>
                <a:gd name="T5" fmla="*/ 2144 h 47"/>
                <a:gd name="T6" fmla="*/ 8916 w 77"/>
                <a:gd name="T7" fmla="*/ 6811 h 47"/>
                <a:gd name="T8" fmla="*/ 18312 w 77"/>
                <a:gd name="T9" fmla="*/ 16218 h 47"/>
                <a:gd name="T10" fmla="*/ 19099 w 77"/>
                <a:gd name="T11" fmla="*/ 15165 h 47"/>
                <a:gd name="T12" fmla="*/ 18312 w 77"/>
                <a:gd name="T13" fmla="*/ 14112 h 47"/>
                <a:gd name="T14" fmla="*/ 10379 w 77"/>
                <a:gd name="T15" fmla="*/ 5702 h 47"/>
                <a:gd name="T16" fmla="*/ 785 w 77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7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19" y="6"/>
                    <a:pt x="28" y="6"/>
                    <a:pt x="36" y="19"/>
                  </a:cubicBezTo>
                  <a:cubicBezTo>
                    <a:pt x="48" y="38"/>
                    <a:pt x="61" y="47"/>
                    <a:pt x="74" y="46"/>
                  </a:cubicBezTo>
                  <a:cubicBezTo>
                    <a:pt x="76" y="46"/>
                    <a:pt x="77" y="45"/>
                    <a:pt x="77" y="43"/>
                  </a:cubicBezTo>
                  <a:cubicBezTo>
                    <a:pt x="77" y="41"/>
                    <a:pt x="76" y="40"/>
                    <a:pt x="74" y="40"/>
                  </a:cubicBezTo>
                  <a:cubicBezTo>
                    <a:pt x="61" y="41"/>
                    <a:pt x="49" y="27"/>
                    <a:pt x="42" y="16"/>
                  </a:cubicBezTo>
                  <a:cubicBezTo>
                    <a:pt x="31" y="0"/>
                    <a:pt x="18" y="0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0" name="Freeform 854">
              <a:extLst>
                <a:ext uri="{FF2B5EF4-FFF2-40B4-BE49-F238E27FC236}">
                  <a16:creationId xmlns:a16="http://schemas.microsoft.com/office/drawing/2014/main" id="{8C4A6E95-3390-4082-81C8-1151AD1F2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476"/>
              <a:ext cx="232" cy="67"/>
            </a:xfrm>
            <a:custGeom>
              <a:avLst/>
              <a:gdLst>
                <a:gd name="T0" fmla="*/ 21272 w 93"/>
                <a:gd name="T1" fmla="*/ 402 h 25"/>
                <a:gd name="T2" fmla="*/ 12079 w 93"/>
                <a:gd name="T3" fmla="*/ 2637 h 25"/>
                <a:gd name="T4" fmla="*/ 187 w 93"/>
                <a:gd name="T5" fmla="*/ 7491 h 25"/>
                <a:gd name="T6" fmla="*/ 187 w 93"/>
                <a:gd name="T7" fmla="*/ 8871 h 25"/>
                <a:gd name="T8" fmla="*/ 1162 w 93"/>
                <a:gd name="T9" fmla="*/ 8871 h 25"/>
                <a:gd name="T10" fmla="*/ 12079 w 93"/>
                <a:gd name="T11" fmla="*/ 4848 h 25"/>
                <a:gd name="T12" fmla="*/ 22230 w 93"/>
                <a:gd name="T13" fmla="*/ 2211 h 25"/>
                <a:gd name="T14" fmla="*/ 22230 w 93"/>
                <a:gd name="T15" fmla="*/ 675 h 25"/>
                <a:gd name="T16" fmla="*/ 21272 w 93"/>
                <a:gd name="T17" fmla="*/ 402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25">
                  <a:moveTo>
                    <a:pt x="88" y="1"/>
                  </a:moveTo>
                  <a:cubicBezTo>
                    <a:pt x="77" y="9"/>
                    <a:pt x="64" y="8"/>
                    <a:pt x="50" y="7"/>
                  </a:cubicBezTo>
                  <a:cubicBezTo>
                    <a:pt x="33" y="5"/>
                    <a:pt x="16" y="4"/>
                    <a:pt x="1" y="20"/>
                  </a:cubicBezTo>
                  <a:cubicBezTo>
                    <a:pt x="0" y="21"/>
                    <a:pt x="0" y="23"/>
                    <a:pt x="1" y="24"/>
                  </a:cubicBezTo>
                  <a:cubicBezTo>
                    <a:pt x="2" y="25"/>
                    <a:pt x="4" y="25"/>
                    <a:pt x="5" y="24"/>
                  </a:cubicBezTo>
                  <a:cubicBezTo>
                    <a:pt x="18" y="10"/>
                    <a:pt x="33" y="11"/>
                    <a:pt x="50" y="13"/>
                  </a:cubicBezTo>
                  <a:cubicBezTo>
                    <a:pt x="64" y="14"/>
                    <a:pt x="79" y="15"/>
                    <a:pt x="92" y="6"/>
                  </a:cubicBezTo>
                  <a:cubicBezTo>
                    <a:pt x="93" y="5"/>
                    <a:pt x="93" y="3"/>
                    <a:pt x="92" y="2"/>
                  </a:cubicBezTo>
                  <a:cubicBezTo>
                    <a:pt x="92" y="1"/>
                    <a:pt x="90" y="0"/>
                    <a:pt x="8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1" name="Freeform 855">
              <a:extLst>
                <a:ext uri="{FF2B5EF4-FFF2-40B4-BE49-F238E27FC236}">
                  <a16:creationId xmlns:a16="http://schemas.microsoft.com/office/drawing/2014/main" id="{23A30C4F-ECFD-4FE2-9677-F362F5A5F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521"/>
              <a:ext cx="128" cy="120"/>
            </a:xfrm>
            <a:custGeom>
              <a:avLst/>
              <a:gdLst>
                <a:gd name="T0" fmla="*/ 11269 w 51"/>
                <a:gd name="T1" fmla="*/ 397 h 45"/>
                <a:gd name="T2" fmla="*/ 6470 w 51"/>
                <a:gd name="T3" fmla="*/ 5824 h 45"/>
                <a:gd name="T4" fmla="*/ 314 w 51"/>
                <a:gd name="T5" fmla="*/ 14712 h 45"/>
                <a:gd name="T6" fmla="*/ 788 w 51"/>
                <a:gd name="T7" fmla="*/ 16179 h 45"/>
                <a:gd name="T8" fmla="*/ 1789 w 51"/>
                <a:gd name="T9" fmla="*/ 15531 h 45"/>
                <a:gd name="T10" fmla="*/ 7256 w 51"/>
                <a:gd name="T11" fmla="*/ 7531 h 45"/>
                <a:gd name="T12" fmla="*/ 12459 w 51"/>
                <a:gd name="T13" fmla="*/ 1763 h 45"/>
                <a:gd name="T14" fmla="*/ 12270 w 51"/>
                <a:gd name="T15" fmla="*/ 397 h 45"/>
                <a:gd name="T16" fmla="*/ 11269 w 51"/>
                <a:gd name="T17" fmla="*/ 39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5">
                  <a:moveTo>
                    <a:pt x="45" y="1"/>
                  </a:moveTo>
                  <a:cubicBezTo>
                    <a:pt x="41" y="7"/>
                    <a:pt x="34" y="11"/>
                    <a:pt x="26" y="16"/>
                  </a:cubicBezTo>
                  <a:cubicBezTo>
                    <a:pt x="15" y="23"/>
                    <a:pt x="4" y="30"/>
                    <a:pt x="1" y="41"/>
                  </a:cubicBezTo>
                  <a:cubicBezTo>
                    <a:pt x="0" y="43"/>
                    <a:pt x="1" y="45"/>
                    <a:pt x="3" y="45"/>
                  </a:cubicBezTo>
                  <a:cubicBezTo>
                    <a:pt x="4" y="45"/>
                    <a:pt x="6" y="45"/>
                    <a:pt x="7" y="43"/>
                  </a:cubicBezTo>
                  <a:cubicBezTo>
                    <a:pt x="9" y="33"/>
                    <a:pt x="19" y="27"/>
                    <a:pt x="29" y="21"/>
                  </a:cubicBezTo>
                  <a:cubicBezTo>
                    <a:pt x="37" y="16"/>
                    <a:pt x="45" y="11"/>
                    <a:pt x="50" y="5"/>
                  </a:cubicBezTo>
                  <a:cubicBezTo>
                    <a:pt x="51" y="4"/>
                    <a:pt x="51" y="2"/>
                    <a:pt x="49" y="1"/>
                  </a:cubicBezTo>
                  <a:cubicBezTo>
                    <a:pt x="48" y="0"/>
                    <a:pt x="46" y="0"/>
                    <a:pt x="45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2" name="Freeform 856">
              <a:extLst>
                <a:ext uri="{FF2B5EF4-FFF2-40B4-BE49-F238E27FC236}">
                  <a16:creationId xmlns:a16="http://schemas.microsoft.com/office/drawing/2014/main" id="{B25FBC8E-72B4-436B-BD38-AF2EDCE85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657"/>
              <a:ext cx="82" cy="174"/>
            </a:xfrm>
            <a:custGeom>
              <a:avLst/>
              <a:gdLst>
                <a:gd name="T0" fmla="*/ 6321 w 33"/>
                <a:gd name="T1" fmla="*/ 1076 h 65"/>
                <a:gd name="T2" fmla="*/ 3772 w 33"/>
                <a:gd name="T3" fmla="*/ 8111 h 65"/>
                <a:gd name="T4" fmla="*/ 2366 w 33"/>
                <a:gd name="T5" fmla="*/ 10721 h 65"/>
                <a:gd name="T6" fmla="*/ 0 w 33"/>
                <a:gd name="T7" fmla="*/ 22810 h 65"/>
                <a:gd name="T8" fmla="*/ 641 w 33"/>
                <a:gd name="T9" fmla="*/ 23921 h 65"/>
                <a:gd name="T10" fmla="*/ 1414 w 33"/>
                <a:gd name="T11" fmla="*/ 22810 h 65"/>
                <a:gd name="T12" fmla="*/ 3514 w 33"/>
                <a:gd name="T13" fmla="*/ 12124 h 65"/>
                <a:gd name="T14" fmla="*/ 4724 w 33"/>
                <a:gd name="T15" fmla="*/ 9610 h 65"/>
                <a:gd name="T16" fmla="*/ 7581 w 33"/>
                <a:gd name="T17" fmla="*/ 1496 h 65"/>
                <a:gd name="T18" fmla="*/ 7089 w 33"/>
                <a:gd name="T19" fmla="*/ 402 h 65"/>
                <a:gd name="T20" fmla="*/ 6321 w 33"/>
                <a:gd name="T21" fmla="*/ 1076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65">
                  <a:moveTo>
                    <a:pt x="27" y="3"/>
                  </a:moveTo>
                  <a:cubicBezTo>
                    <a:pt x="25" y="10"/>
                    <a:pt x="20" y="16"/>
                    <a:pt x="16" y="22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3" y="39"/>
                    <a:pt x="0" y="48"/>
                    <a:pt x="0" y="62"/>
                  </a:cubicBezTo>
                  <a:cubicBezTo>
                    <a:pt x="0" y="63"/>
                    <a:pt x="1" y="65"/>
                    <a:pt x="3" y="65"/>
                  </a:cubicBezTo>
                  <a:cubicBezTo>
                    <a:pt x="4" y="65"/>
                    <a:pt x="6" y="64"/>
                    <a:pt x="6" y="62"/>
                  </a:cubicBezTo>
                  <a:cubicBezTo>
                    <a:pt x="6" y="50"/>
                    <a:pt x="9" y="41"/>
                    <a:pt x="15" y="33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5" y="19"/>
                    <a:pt x="30" y="13"/>
                    <a:pt x="32" y="4"/>
                  </a:cubicBezTo>
                  <a:cubicBezTo>
                    <a:pt x="33" y="3"/>
                    <a:pt x="32" y="1"/>
                    <a:pt x="30" y="1"/>
                  </a:cubicBezTo>
                  <a:cubicBezTo>
                    <a:pt x="29" y="0"/>
                    <a:pt x="27" y="1"/>
                    <a:pt x="27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3" name="Freeform 857">
              <a:extLst>
                <a:ext uri="{FF2B5EF4-FFF2-40B4-BE49-F238E27FC236}">
                  <a16:creationId xmlns:a16="http://schemas.microsoft.com/office/drawing/2014/main" id="{CBC198F0-C6C2-4A87-865B-55796DEC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556"/>
              <a:ext cx="106" cy="229"/>
            </a:xfrm>
            <a:custGeom>
              <a:avLst/>
              <a:gdLst>
                <a:gd name="T0" fmla="*/ 9325 w 42"/>
                <a:gd name="T1" fmla="*/ 660 h 86"/>
                <a:gd name="T2" fmla="*/ 7988 w 42"/>
                <a:gd name="T3" fmla="*/ 8947 h 86"/>
                <a:gd name="T4" fmla="*/ 6976 w 42"/>
                <a:gd name="T5" fmla="*/ 16089 h 86"/>
                <a:gd name="T6" fmla="*/ 4422 w 42"/>
                <a:gd name="T7" fmla="*/ 19960 h 86"/>
                <a:gd name="T8" fmla="*/ 527 w 42"/>
                <a:gd name="T9" fmla="*/ 29568 h 86"/>
                <a:gd name="T10" fmla="*/ 1542 w 42"/>
                <a:gd name="T11" fmla="*/ 30263 h 86"/>
                <a:gd name="T12" fmla="*/ 2027 w 42"/>
                <a:gd name="T13" fmla="*/ 29150 h 86"/>
                <a:gd name="T14" fmla="*/ 5434 w 42"/>
                <a:gd name="T15" fmla="*/ 21414 h 86"/>
                <a:gd name="T16" fmla="*/ 8281 w 42"/>
                <a:gd name="T17" fmla="*/ 17146 h 86"/>
                <a:gd name="T18" fmla="*/ 9535 w 42"/>
                <a:gd name="T19" fmla="*/ 8947 h 86"/>
                <a:gd name="T20" fmla="*/ 10547 w 42"/>
                <a:gd name="T21" fmla="*/ 1757 h 86"/>
                <a:gd name="T22" fmla="*/ 10350 w 42"/>
                <a:gd name="T23" fmla="*/ 397 h 86"/>
                <a:gd name="T24" fmla="*/ 9325 w 42"/>
                <a:gd name="T25" fmla="*/ 660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86">
                  <a:moveTo>
                    <a:pt x="36" y="2"/>
                  </a:moveTo>
                  <a:cubicBezTo>
                    <a:pt x="32" y="9"/>
                    <a:pt x="31" y="17"/>
                    <a:pt x="31" y="25"/>
                  </a:cubicBezTo>
                  <a:cubicBezTo>
                    <a:pt x="31" y="32"/>
                    <a:pt x="30" y="39"/>
                    <a:pt x="27" y="45"/>
                  </a:cubicBezTo>
                  <a:cubicBezTo>
                    <a:pt x="25" y="49"/>
                    <a:pt x="21" y="52"/>
                    <a:pt x="17" y="56"/>
                  </a:cubicBezTo>
                  <a:cubicBezTo>
                    <a:pt x="9" y="64"/>
                    <a:pt x="0" y="73"/>
                    <a:pt x="2" y="83"/>
                  </a:cubicBezTo>
                  <a:cubicBezTo>
                    <a:pt x="3" y="85"/>
                    <a:pt x="4" y="86"/>
                    <a:pt x="6" y="85"/>
                  </a:cubicBezTo>
                  <a:cubicBezTo>
                    <a:pt x="7" y="85"/>
                    <a:pt x="8" y="84"/>
                    <a:pt x="8" y="82"/>
                  </a:cubicBezTo>
                  <a:cubicBezTo>
                    <a:pt x="7" y="75"/>
                    <a:pt x="14" y="67"/>
                    <a:pt x="21" y="60"/>
                  </a:cubicBezTo>
                  <a:cubicBezTo>
                    <a:pt x="25" y="56"/>
                    <a:pt x="29" y="52"/>
                    <a:pt x="32" y="48"/>
                  </a:cubicBezTo>
                  <a:cubicBezTo>
                    <a:pt x="36" y="41"/>
                    <a:pt x="37" y="33"/>
                    <a:pt x="37" y="25"/>
                  </a:cubicBezTo>
                  <a:cubicBezTo>
                    <a:pt x="37" y="18"/>
                    <a:pt x="38" y="11"/>
                    <a:pt x="41" y="5"/>
                  </a:cubicBezTo>
                  <a:cubicBezTo>
                    <a:pt x="42" y="3"/>
                    <a:pt x="42" y="2"/>
                    <a:pt x="40" y="1"/>
                  </a:cubicBezTo>
                  <a:cubicBezTo>
                    <a:pt x="39" y="0"/>
                    <a:pt x="37" y="0"/>
                    <a:pt x="36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4" name="Freeform 858">
              <a:extLst>
                <a:ext uri="{FF2B5EF4-FFF2-40B4-BE49-F238E27FC236}">
                  <a16:creationId xmlns:a16="http://schemas.microsoft.com/office/drawing/2014/main" id="{11F578A6-1413-4691-9085-207C47930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3636"/>
              <a:ext cx="55" cy="163"/>
            </a:xfrm>
            <a:custGeom>
              <a:avLst/>
              <a:gdLst>
                <a:gd name="T0" fmla="*/ 3908 w 22"/>
                <a:gd name="T1" fmla="*/ 671 h 61"/>
                <a:gd name="T2" fmla="*/ 2738 w 22"/>
                <a:gd name="T3" fmla="*/ 3928 h 61"/>
                <a:gd name="T4" fmla="*/ 1300 w 22"/>
                <a:gd name="T5" fmla="*/ 9117 h 61"/>
                <a:gd name="T6" fmla="*/ 1488 w 22"/>
                <a:gd name="T7" fmla="*/ 12380 h 61"/>
                <a:gd name="T8" fmla="*/ 1770 w 22"/>
                <a:gd name="T9" fmla="*/ 14173 h 61"/>
                <a:gd name="T10" fmla="*/ 988 w 22"/>
                <a:gd name="T11" fmla="*/ 18259 h 61"/>
                <a:gd name="T12" fmla="*/ 313 w 22"/>
                <a:gd name="T13" fmla="*/ 20458 h 61"/>
                <a:gd name="T14" fmla="*/ 783 w 22"/>
                <a:gd name="T15" fmla="*/ 21829 h 61"/>
                <a:gd name="T16" fmla="*/ 1770 w 22"/>
                <a:gd name="T17" fmla="*/ 21099 h 61"/>
                <a:gd name="T18" fmla="*/ 2270 w 22"/>
                <a:gd name="T19" fmla="*/ 19328 h 61"/>
                <a:gd name="T20" fmla="*/ 3250 w 22"/>
                <a:gd name="T21" fmla="*/ 14173 h 61"/>
                <a:gd name="T22" fmla="*/ 2938 w 22"/>
                <a:gd name="T23" fmla="*/ 11731 h 61"/>
                <a:gd name="T24" fmla="*/ 2738 w 22"/>
                <a:gd name="T25" fmla="*/ 9390 h 61"/>
                <a:gd name="T26" fmla="*/ 3908 w 22"/>
                <a:gd name="T27" fmla="*/ 5456 h 61"/>
                <a:gd name="T28" fmla="*/ 5395 w 22"/>
                <a:gd name="T29" fmla="*/ 1470 h 61"/>
                <a:gd name="T30" fmla="*/ 4895 w 22"/>
                <a:gd name="T31" fmla="*/ 0 h 61"/>
                <a:gd name="T32" fmla="*/ 3908 w 22"/>
                <a:gd name="T33" fmla="*/ 671 h 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" h="61">
                  <a:moveTo>
                    <a:pt x="16" y="2"/>
                  </a:moveTo>
                  <a:cubicBezTo>
                    <a:pt x="15" y="6"/>
                    <a:pt x="13" y="9"/>
                    <a:pt x="11" y="11"/>
                  </a:cubicBezTo>
                  <a:cubicBezTo>
                    <a:pt x="8" y="15"/>
                    <a:pt x="5" y="19"/>
                    <a:pt x="5" y="25"/>
                  </a:cubicBezTo>
                  <a:cubicBezTo>
                    <a:pt x="4" y="29"/>
                    <a:pt x="5" y="31"/>
                    <a:pt x="6" y="34"/>
                  </a:cubicBezTo>
                  <a:cubicBezTo>
                    <a:pt x="7" y="36"/>
                    <a:pt x="7" y="37"/>
                    <a:pt x="7" y="39"/>
                  </a:cubicBezTo>
                  <a:cubicBezTo>
                    <a:pt x="7" y="43"/>
                    <a:pt x="6" y="47"/>
                    <a:pt x="4" y="50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0" y="58"/>
                    <a:pt x="1" y="59"/>
                    <a:pt x="3" y="60"/>
                  </a:cubicBezTo>
                  <a:cubicBezTo>
                    <a:pt x="4" y="61"/>
                    <a:pt x="6" y="60"/>
                    <a:pt x="7" y="58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11" y="49"/>
                    <a:pt x="13" y="44"/>
                    <a:pt x="13" y="39"/>
                  </a:cubicBezTo>
                  <a:cubicBezTo>
                    <a:pt x="13" y="36"/>
                    <a:pt x="12" y="34"/>
                    <a:pt x="12" y="32"/>
                  </a:cubicBezTo>
                  <a:cubicBezTo>
                    <a:pt x="11" y="30"/>
                    <a:pt x="11" y="28"/>
                    <a:pt x="11" y="26"/>
                  </a:cubicBezTo>
                  <a:cubicBezTo>
                    <a:pt x="11" y="22"/>
                    <a:pt x="13" y="19"/>
                    <a:pt x="16" y="15"/>
                  </a:cubicBezTo>
                  <a:cubicBezTo>
                    <a:pt x="18" y="12"/>
                    <a:pt x="21" y="8"/>
                    <a:pt x="22" y="4"/>
                  </a:cubicBezTo>
                  <a:cubicBezTo>
                    <a:pt x="22" y="2"/>
                    <a:pt x="21" y="0"/>
                    <a:pt x="20" y="0"/>
                  </a:cubicBezTo>
                  <a:cubicBezTo>
                    <a:pt x="18" y="0"/>
                    <a:pt x="16" y="1"/>
                    <a:pt x="16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5" name="Freeform 859">
              <a:extLst>
                <a:ext uri="{FF2B5EF4-FFF2-40B4-BE49-F238E27FC236}">
                  <a16:creationId xmlns:a16="http://schemas.microsoft.com/office/drawing/2014/main" id="{F83535D8-42A5-4C3A-BCB1-0F90A42C4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3487"/>
              <a:ext cx="50" cy="242"/>
            </a:xfrm>
            <a:custGeom>
              <a:avLst/>
              <a:gdLst>
                <a:gd name="T0" fmla="*/ 2738 w 20"/>
                <a:gd name="T1" fmla="*/ 396 h 91"/>
                <a:gd name="T2" fmla="*/ 2270 w 20"/>
                <a:gd name="T3" fmla="*/ 7864 h 91"/>
                <a:gd name="T4" fmla="*/ 2938 w 20"/>
                <a:gd name="T5" fmla="*/ 10246 h 91"/>
                <a:gd name="T6" fmla="*/ 1958 w 20"/>
                <a:gd name="T7" fmla="*/ 16605 h 91"/>
                <a:gd name="T8" fmla="*/ 1770 w 20"/>
                <a:gd name="T9" fmla="*/ 17695 h 91"/>
                <a:gd name="T10" fmla="*/ 988 w 20"/>
                <a:gd name="T11" fmla="*/ 31109 h 91"/>
                <a:gd name="T12" fmla="*/ 1770 w 20"/>
                <a:gd name="T13" fmla="*/ 32213 h 91"/>
                <a:gd name="T14" fmla="*/ 2270 w 20"/>
                <a:gd name="T15" fmla="*/ 30715 h 91"/>
                <a:gd name="T16" fmla="*/ 2938 w 20"/>
                <a:gd name="T17" fmla="*/ 18748 h 91"/>
                <a:gd name="T18" fmla="*/ 3438 w 20"/>
                <a:gd name="T19" fmla="*/ 17304 h 91"/>
                <a:gd name="T20" fmla="*/ 4425 w 20"/>
                <a:gd name="T21" fmla="*/ 9555 h 91"/>
                <a:gd name="T22" fmla="*/ 3720 w 20"/>
                <a:gd name="T23" fmla="*/ 6811 h 91"/>
                <a:gd name="T24" fmla="*/ 3720 w 20"/>
                <a:gd name="T25" fmla="*/ 2143 h 91"/>
                <a:gd name="T26" fmla="*/ 3720 w 20"/>
                <a:gd name="T27" fmla="*/ 657 h 91"/>
                <a:gd name="T28" fmla="*/ 2738 w 20"/>
                <a:gd name="T29" fmla="*/ 396 h 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" h="91">
                  <a:moveTo>
                    <a:pt x="11" y="1"/>
                  </a:moveTo>
                  <a:cubicBezTo>
                    <a:pt x="3" y="9"/>
                    <a:pt x="6" y="16"/>
                    <a:pt x="9" y="22"/>
                  </a:cubicBezTo>
                  <a:cubicBezTo>
                    <a:pt x="10" y="24"/>
                    <a:pt x="12" y="26"/>
                    <a:pt x="12" y="29"/>
                  </a:cubicBezTo>
                  <a:cubicBezTo>
                    <a:pt x="14" y="36"/>
                    <a:pt x="12" y="40"/>
                    <a:pt x="8" y="47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0" y="64"/>
                    <a:pt x="1" y="75"/>
                    <a:pt x="4" y="88"/>
                  </a:cubicBezTo>
                  <a:cubicBezTo>
                    <a:pt x="4" y="90"/>
                    <a:pt x="5" y="91"/>
                    <a:pt x="7" y="91"/>
                  </a:cubicBezTo>
                  <a:cubicBezTo>
                    <a:pt x="9" y="90"/>
                    <a:pt x="10" y="89"/>
                    <a:pt x="9" y="87"/>
                  </a:cubicBezTo>
                  <a:cubicBezTo>
                    <a:pt x="7" y="74"/>
                    <a:pt x="6" y="65"/>
                    <a:pt x="12" y="53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7" y="43"/>
                    <a:pt x="20" y="37"/>
                    <a:pt x="18" y="27"/>
                  </a:cubicBezTo>
                  <a:cubicBezTo>
                    <a:pt x="17" y="24"/>
                    <a:pt x="16" y="22"/>
                    <a:pt x="15" y="19"/>
                  </a:cubicBezTo>
                  <a:cubicBezTo>
                    <a:pt x="12" y="13"/>
                    <a:pt x="10" y="10"/>
                    <a:pt x="15" y="6"/>
                  </a:cubicBezTo>
                  <a:cubicBezTo>
                    <a:pt x="16" y="5"/>
                    <a:pt x="17" y="3"/>
                    <a:pt x="15" y="2"/>
                  </a:cubicBezTo>
                  <a:cubicBezTo>
                    <a:pt x="14" y="0"/>
                    <a:pt x="12" y="0"/>
                    <a:pt x="11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6" name="Freeform 860">
              <a:extLst>
                <a:ext uri="{FF2B5EF4-FFF2-40B4-BE49-F238E27FC236}">
                  <a16:creationId xmlns:a16="http://schemas.microsoft.com/office/drawing/2014/main" id="{3699EED0-DF66-496B-ABAB-786F1D4AB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652"/>
              <a:ext cx="48" cy="173"/>
            </a:xfrm>
            <a:custGeom>
              <a:avLst/>
              <a:gdLst>
                <a:gd name="T0" fmla="*/ 3388 w 19"/>
                <a:gd name="T1" fmla="*/ 660 h 65"/>
                <a:gd name="T2" fmla="*/ 2082 w 19"/>
                <a:gd name="T3" fmla="*/ 6433 h 65"/>
                <a:gd name="T4" fmla="*/ 824 w 19"/>
                <a:gd name="T5" fmla="*/ 10292 h 65"/>
                <a:gd name="T6" fmla="*/ 1341 w 19"/>
                <a:gd name="T7" fmla="*/ 17758 h 65"/>
                <a:gd name="T8" fmla="*/ 2082 w 19"/>
                <a:gd name="T9" fmla="*/ 22024 h 65"/>
                <a:gd name="T10" fmla="*/ 2885 w 19"/>
                <a:gd name="T11" fmla="*/ 23078 h 65"/>
                <a:gd name="T12" fmla="*/ 3580 w 19"/>
                <a:gd name="T13" fmla="*/ 22024 h 65"/>
                <a:gd name="T14" fmla="*/ 2885 w 19"/>
                <a:gd name="T15" fmla="*/ 17122 h 65"/>
                <a:gd name="T16" fmla="*/ 2082 w 19"/>
                <a:gd name="T17" fmla="*/ 11085 h 65"/>
                <a:gd name="T18" fmla="*/ 3388 w 19"/>
                <a:gd name="T19" fmla="*/ 7069 h 65"/>
                <a:gd name="T20" fmla="*/ 4934 w 19"/>
                <a:gd name="T21" fmla="*/ 1057 h 65"/>
                <a:gd name="T22" fmla="*/ 4110 w 19"/>
                <a:gd name="T23" fmla="*/ 0 h 65"/>
                <a:gd name="T24" fmla="*/ 3388 w 19"/>
                <a:gd name="T25" fmla="*/ 660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65">
                  <a:moveTo>
                    <a:pt x="13" y="2"/>
                  </a:moveTo>
                  <a:cubicBezTo>
                    <a:pt x="12" y="9"/>
                    <a:pt x="10" y="13"/>
                    <a:pt x="8" y="18"/>
                  </a:cubicBezTo>
                  <a:cubicBezTo>
                    <a:pt x="6" y="21"/>
                    <a:pt x="4" y="25"/>
                    <a:pt x="3" y="29"/>
                  </a:cubicBezTo>
                  <a:cubicBezTo>
                    <a:pt x="0" y="38"/>
                    <a:pt x="3" y="44"/>
                    <a:pt x="5" y="50"/>
                  </a:cubicBezTo>
                  <a:cubicBezTo>
                    <a:pt x="7" y="54"/>
                    <a:pt x="8" y="58"/>
                    <a:pt x="8" y="62"/>
                  </a:cubicBezTo>
                  <a:cubicBezTo>
                    <a:pt x="8" y="63"/>
                    <a:pt x="9" y="65"/>
                    <a:pt x="11" y="65"/>
                  </a:cubicBezTo>
                  <a:cubicBezTo>
                    <a:pt x="12" y="65"/>
                    <a:pt x="14" y="64"/>
                    <a:pt x="14" y="62"/>
                  </a:cubicBezTo>
                  <a:cubicBezTo>
                    <a:pt x="15" y="57"/>
                    <a:pt x="13" y="52"/>
                    <a:pt x="11" y="48"/>
                  </a:cubicBezTo>
                  <a:cubicBezTo>
                    <a:pt x="9" y="42"/>
                    <a:pt x="6" y="37"/>
                    <a:pt x="8" y="31"/>
                  </a:cubicBezTo>
                  <a:cubicBezTo>
                    <a:pt x="9" y="27"/>
                    <a:pt x="11" y="24"/>
                    <a:pt x="13" y="20"/>
                  </a:cubicBezTo>
                  <a:cubicBezTo>
                    <a:pt x="16" y="16"/>
                    <a:pt x="18" y="11"/>
                    <a:pt x="19" y="3"/>
                  </a:cubicBezTo>
                  <a:cubicBezTo>
                    <a:pt x="19" y="1"/>
                    <a:pt x="18" y="0"/>
                    <a:pt x="16" y="0"/>
                  </a:cubicBezTo>
                  <a:cubicBezTo>
                    <a:pt x="14" y="0"/>
                    <a:pt x="13" y="1"/>
                    <a:pt x="1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7" name="Freeform 861">
              <a:extLst>
                <a:ext uri="{FF2B5EF4-FFF2-40B4-BE49-F238E27FC236}">
                  <a16:creationId xmlns:a16="http://schemas.microsoft.com/office/drawing/2014/main" id="{1DB2AC12-30EB-4AA2-8202-1114D149A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3593"/>
              <a:ext cx="88" cy="248"/>
            </a:xfrm>
            <a:custGeom>
              <a:avLst/>
              <a:gdLst>
                <a:gd name="T0" fmla="*/ 6834 w 35"/>
                <a:gd name="T1" fmla="*/ 397 h 93"/>
                <a:gd name="T2" fmla="*/ 6308 w 35"/>
                <a:gd name="T3" fmla="*/ 1459 h 93"/>
                <a:gd name="T4" fmla="*/ 4830 w 35"/>
                <a:gd name="T5" fmla="*/ 17955 h 93"/>
                <a:gd name="T6" fmla="*/ 3515 w 35"/>
                <a:gd name="T7" fmla="*/ 20480 h 93"/>
                <a:gd name="T8" fmla="*/ 1320 w 35"/>
                <a:gd name="T9" fmla="*/ 32768 h 93"/>
                <a:gd name="T10" fmla="*/ 2321 w 35"/>
                <a:gd name="T11" fmla="*/ 33016 h 93"/>
                <a:gd name="T12" fmla="*/ 2509 w 35"/>
                <a:gd name="T13" fmla="*/ 31949 h 93"/>
                <a:gd name="T14" fmla="*/ 4830 w 35"/>
                <a:gd name="T15" fmla="*/ 21597 h 93"/>
                <a:gd name="T16" fmla="*/ 6037 w 35"/>
                <a:gd name="T17" fmla="*/ 19021 h 93"/>
                <a:gd name="T18" fmla="*/ 7840 w 35"/>
                <a:gd name="T19" fmla="*/ 1059 h 93"/>
                <a:gd name="T20" fmla="*/ 6834 w 35"/>
                <a:gd name="T21" fmla="*/ 397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93">
                  <a:moveTo>
                    <a:pt x="27" y="1"/>
                  </a:moveTo>
                  <a:cubicBezTo>
                    <a:pt x="25" y="1"/>
                    <a:pt x="24" y="3"/>
                    <a:pt x="25" y="4"/>
                  </a:cubicBezTo>
                  <a:cubicBezTo>
                    <a:pt x="29" y="20"/>
                    <a:pt x="27" y="37"/>
                    <a:pt x="19" y="50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8" y="66"/>
                    <a:pt x="0" y="77"/>
                    <a:pt x="5" y="91"/>
                  </a:cubicBezTo>
                  <a:cubicBezTo>
                    <a:pt x="5" y="92"/>
                    <a:pt x="7" y="93"/>
                    <a:pt x="9" y="92"/>
                  </a:cubicBezTo>
                  <a:cubicBezTo>
                    <a:pt x="10" y="92"/>
                    <a:pt x="11" y="90"/>
                    <a:pt x="10" y="89"/>
                  </a:cubicBezTo>
                  <a:cubicBezTo>
                    <a:pt x="7" y="78"/>
                    <a:pt x="13" y="69"/>
                    <a:pt x="19" y="60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33" y="39"/>
                    <a:pt x="35" y="21"/>
                    <a:pt x="31" y="3"/>
                  </a:cubicBezTo>
                  <a:cubicBezTo>
                    <a:pt x="30" y="1"/>
                    <a:pt x="29" y="0"/>
                    <a:pt x="27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8" name="Freeform 862">
              <a:extLst>
                <a:ext uri="{FF2B5EF4-FFF2-40B4-BE49-F238E27FC236}">
                  <a16:creationId xmlns:a16="http://schemas.microsoft.com/office/drawing/2014/main" id="{66706492-2BFE-41C6-B752-5B2A60DF2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177"/>
              <a:ext cx="73" cy="240"/>
            </a:xfrm>
            <a:custGeom>
              <a:avLst/>
              <a:gdLst>
                <a:gd name="T0" fmla="*/ 526 w 29"/>
                <a:gd name="T1" fmla="*/ 397 h 90"/>
                <a:gd name="T2" fmla="*/ 317 w 29"/>
                <a:gd name="T3" fmla="*/ 1763 h 90"/>
                <a:gd name="T4" fmla="*/ 2807 w 29"/>
                <a:gd name="T5" fmla="*/ 13347 h 90"/>
                <a:gd name="T6" fmla="*/ 2807 w 29"/>
                <a:gd name="T7" fmla="*/ 15112 h 90"/>
                <a:gd name="T8" fmla="*/ 6064 w 29"/>
                <a:gd name="T9" fmla="*/ 31709 h 90"/>
                <a:gd name="T10" fmla="*/ 7066 w 29"/>
                <a:gd name="T11" fmla="*/ 31709 h 90"/>
                <a:gd name="T12" fmla="*/ 7066 w 29"/>
                <a:gd name="T13" fmla="*/ 30187 h 90"/>
                <a:gd name="T14" fmla="*/ 4340 w 29"/>
                <a:gd name="T15" fmla="*/ 15112 h 90"/>
                <a:gd name="T16" fmla="*/ 4340 w 29"/>
                <a:gd name="T17" fmla="*/ 13597 h 90"/>
                <a:gd name="T18" fmla="*/ 1533 w 29"/>
                <a:gd name="T19" fmla="*/ 397 h 90"/>
                <a:gd name="T20" fmla="*/ 526 w 29"/>
                <a:gd name="T21" fmla="*/ 397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90">
                  <a:moveTo>
                    <a:pt x="2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9" y="15"/>
                    <a:pt x="12" y="26"/>
                    <a:pt x="11" y="37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0" y="59"/>
                    <a:pt x="8" y="75"/>
                    <a:pt x="24" y="88"/>
                  </a:cubicBezTo>
                  <a:cubicBezTo>
                    <a:pt x="25" y="90"/>
                    <a:pt x="27" y="89"/>
                    <a:pt x="28" y="88"/>
                  </a:cubicBezTo>
                  <a:cubicBezTo>
                    <a:pt x="29" y="87"/>
                    <a:pt x="29" y="85"/>
                    <a:pt x="28" y="84"/>
                  </a:cubicBezTo>
                  <a:cubicBezTo>
                    <a:pt x="15" y="72"/>
                    <a:pt x="16" y="58"/>
                    <a:pt x="17" y="42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8" y="25"/>
                    <a:pt x="15" y="1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9" name="Freeform 863">
              <a:extLst>
                <a:ext uri="{FF2B5EF4-FFF2-40B4-BE49-F238E27FC236}">
                  <a16:creationId xmlns:a16="http://schemas.microsoft.com/office/drawing/2014/main" id="{5B708095-E67C-47E9-9B82-7869A3D8C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3369"/>
              <a:ext cx="72" cy="91"/>
            </a:xfrm>
            <a:custGeom>
              <a:avLst/>
              <a:gdLst>
                <a:gd name="T0" fmla="*/ 5400 w 29"/>
                <a:gd name="T1" fmla="*/ 674 h 34"/>
                <a:gd name="T2" fmla="*/ 3488 w 29"/>
                <a:gd name="T3" fmla="*/ 3704 h 34"/>
                <a:gd name="T4" fmla="*/ 457 w 29"/>
                <a:gd name="T5" fmla="*/ 11391 h 34"/>
                <a:gd name="T6" fmla="*/ 1135 w 29"/>
                <a:gd name="T7" fmla="*/ 12122 h 34"/>
                <a:gd name="T8" fmla="*/ 1899 w 29"/>
                <a:gd name="T9" fmla="*/ 10990 h 34"/>
                <a:gd name="T10" fmla="*/ 3950 w 29"/>
                <a:gd name="T11" fmla="*/ 5902 h 34"/>
                <a:gd name="T12" fmla="*/ 6793 w 29"/>
                <a:gd name="T13" fmla="*/ 1073 h 34"/>
                <a:gd name="T14" fmla="*/ 6120 w 29"/>
                <a:gd name="T15" fmla="*/ 0 h 34"/>
                <a:gd name="T16" fmla="*/ 5400 w 29"/>
                <a:gd name="T17" fmla="*/ 67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34">
                  <a:moveTo>
                    <a:pt x="23" y="2"/>
                  </a:moveTo>
                  <a:cubicBezTo>
                    <a:pt x="22" y="6"/>
                    <a:pt x="19" y="8"/>
                    <a:pt x="15" y="10"/>
                  </a:cubicBezTo>
                  <a:cubicBezTo>
                    <a:pt x="8" y="14"/>
                    <a:pt x="0" y="18"/>
                    <a:pt x="2" y="31"/>
                  </a:cubicBezTo>
                  <a:cubicBezTo>
                    <a:pt x="2" y="32"/>
                    <a:pt x="3" y="34"/>
                    <a:pt x="5" y="33"/>
                  </a:cubicBezTo>
                  <a:cubicBezTo>
                    <a:pt x="7" y="33"/>
                    <a:pt x="8" y="32"/>
                    <a:pt x="8" y="30"/>
                  </a:cubicBezTo>
                  <a:cubicBezTo>
                    <a:pt x="7" y="22"/>
                    <a:pt x="11" y="19"/>
                    <a:pt x="17" y="16"/>
                  </a:cubicBezTo>
                  <a:cubicBezTo>
                    <a:pt x="22" y="13"/>
                    <a:pt x="28" y="10"/>
                    <a:pt x="29" y="3"/>
                  </a:cubicBezTo>
                  <a:cubicBezTo>
                    <a:pt x="29" y="1"/>
                    <a:pt x="28" y="0"/>
                    <a:pt x="26" y="0"/>
                  </a:cubicBezTo>
                  <a:cubicBezTo>
                    <a:pt x="24" y="0"/>
                    <a:pt x="23" y="1"/>
                    <a:pt x="2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0" name="Freeform 864">
              <a:extLst>
                <a:ext uri="{FF2B5EF4-FFF2-40B4-BE49-F238E27FC236}">
                  <a16:creationId xmlns:a16="http://schemas.microsoft.com/office/drawing/2014/main" id="{20752BC9-F161-455F-AAE9-78922BE17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151"/>
              <a:ext cx="95" cy="184"/>
            </a:xfrm>
            <a:custGeom>
              <a:avLst/>
              <a:gdLst>
                <a:gd name="T0" fmla="*/ 2270 w 38"/>
                <a:gd name="T1" fmla="*/ 0 h 69"/>
                <a:gd name="T2" fmla="*/ 1488 w 38"/>
                <a:gd name="T3" fmla="*/ 1059 h 69"/>
                <a:gd name="T4" fmla="*/ 1300 w 38"/>
                <a:gd name="T5" fmla="*/ 6464 h 69"/>
                <a:gd name="T6" fmla="*/ 2270 w 38"/>
                <a:gd name="T7" fmla="*/ 19021 h 69"/>
                <a:gd name="T8" fmla="*/ 5675 w 38"/>
                <a:gd name="T9" fmla="*/ 22243 h 69"/>
                <a:gd name="T10" fmla="*/ 8125 w 38"/>
                <a:gd name="T11" fmla="*/ 24427 h 69"/>
                <a:gd name="T12" fmla="*/ 9113 w 38"/>
                <a:gd name="T13" fmla="*/ 24427 h 69"/>
                <a:gd name="T14" fmla="*/ 9113 w 38"/>
                <a:gd name="T15" fmla="*/ 22664 h 69"/>
                <a:gd name="T16" fmla="*/ 6175 w 38"/>
                <a:gd name="T17" fmla="*/ 20480 h 69"/>
                <a:gd name="T18" fmla="*/ 3250 w 38"/>
                <a:gd name="T19" fmla="*/ 17656 h 69"/>
                <a:gd name="T20" fmla="*/ 2470 w 38"/>
                <a:gd name="T21" fmla="*/ 6883 h 69"/>
                <a:gd name="T22" fmla="*/ 2938 w 38"/>
                <a:gd name="T23" fmla="*/ 1059 h 69"/>
                <a:gd name="T24" fmla="*/ 2270 w 38"/>
                <a:gd name="T25" fmla="*/ 0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69">
                  <a:moveTo>
                    <a:pt x="9" y="0"/>
                  </a:moveTo>
                  <a:cubicBezTo>
                    <a:pt x="8" y="0"/>
                    <a:pt x="6" y="1"/>
                    <a:pt x="6" y="3"/>
                  </a:cubicBezTo>
                  <a:cubicBezTo>
                    <a:pt x="6" y="7"/>
                    <a:pt x="6" y="12"/>
                    <a:pt x="5" y="18"/>
                  </a:cubicBezTo>
                  <a:cubicBezTo>
                    <a:pt x="2" y="30"/>
                    <a:pt x="0" y="44"/>
                    <a:pt x="9" y="53"/>
                  </a:cubicBezTo>
                  <a:cubicBezTo>
                    <a:pt x="13" y="57"/>
                    <a:pt x="18" y="60"/>
                    <a:pt x="23" y="62"/>
                  </a:cubicBezTo>
                  <a:cubicBezTo>
                    <a:pt x="27" y="64"/>
                    <a:pt x="30" y="66"/>
                    <a:pt x="33" y="68"/>
                  </a:cubicBezTo>
                  <a:cubicBezTo>
                    <a:pt x="34" y="69"/>
                    <a:pt x="36" y="69"/>
                    <a:pt x="37" y="68"/>
                  </a:cubicBezTo>
                  <a:cubicBezTo>
                    <a:pt x="38" y="66"/>
                    <a:pt x="38" y="64"/>
                    <a:pt x="37" y="63"/>
                  </a:cubicBezTo>
                  <a:cubicBezTo>
                    <a:pt x="34" y="60"/>
                    <a:pt x="29" y="59"/>
                    <a:pt x="25" y="57"/>
                  </a:cubicBezTo>
                  <a:cubicBezTo>
                    <a:pt x="21" y="54"/>
                    <a:pt x="16" y="52"/>
                    <a:pt x="13" y="49"/>
                  </a:cubicBezTo>
                  <a:cubicBezTo>
                    <a:pt x="7" y="42"/>
                    <a:pt x="9" y="30"/>
                    <a:pt x="10" y="19"/>
                  </a:cubicBezTo>
                  <a:cubicBezTo>
                    <a:pt x="11" y="13"/>
                    <a:pt x="12" y="8"/>
                    <a:pt x="12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1" name="Freeform 865">
              <a:extLst>
                <a:ext uri="{FF2B5EF4-FFF2-40B4-BE49-F238E27FC236}">
                  <a16:creationId xmlns:a16="http://schemas.microsoft.com/office/drawing/2014/main" id="{F6100B2C-6967-42C7-8534-E2F03D860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3076"/>
              <a:ext cx="105" cy="240"/>
            </a:xfrm>
            <a:custGeom>
              <a:avLst/>
              <a:gdLst>
                <a:gd name="T0" fmla="*/ 8800 w 42"/>
                <a:gd name="T1" fmla="*/ 661 h 90"/>
                <a:gd name="T2" fmla="*/ 7158 w 42"/>
                <a:gd name="T3" fmla="*/ 7944 h 90"/>
                <a:gd name="T4" fmla="*/ 7345 w 42"/>
                <a:gd name="T5" fmla="*/ 11469 h 90"/>
                <a:gd name="T6" fmla="*/ 6845 w 42"/>
                <a:gd name="T7" fmla="*/ 16589 h 90"/>
                <a:gd name="T8" fmla="*/ 4895 w 42"/>
                <a:gd name="T9" fmla="*/ 20083 h 90"/>
                <a:gd name="T10" fmla="*/ 1300 w 42"/>
                <a:gd name="T11" fmla="*/ 31709 h 90"/>
                <a:gd name="T12" fmla="*/ 2270 w 42"/>
                <a:gd name="T13" fmla="*/ 32371 h 90"/>
                <a:gd name="T14" fmla="*/ 2470 w 42"/>
                <a:gd name="T15" fmla="*/ 30891 h 90"/>
                <a:gd name="T16" fmla="*/ 5863 w 42"/>
                <a:gd name="T17" fmla="*/ 21597 h 90"/>
                <a:gd name="T18" fmla="*/ 8125 w 42"/>
                <a:gd name="T19" fmla="*/ 17656 h 90"/>
                <a:gd name="T20" fmla="*/ 8800 w 42"/>
                <a:gd name="T21" fmla="*/ 11171 h 90"/>
                <a:gd name="T22" fmla="*/ 8595 w 42"/>
                <a:gd name="T23" fmla="*/ 7944 h 90"/>
                <a:gd name="T24" fmla="*/ 10083 w 42"/>
                <a:gd name="T25" fmla="*/ 1459 h 90"/>
                <a:gd name="T26" fmla="*/ 9770 w 42"/>
                <a:gd name="T27" fmla="*/ 0 h 90"/>
                <a:gd name="T28" fmla="*/ 8800 w 42"/>
                <a:gd name="T29" fmla="*/ 661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90">
                  <a:moveTo>
                    <a:pt x="36" y="2"/>
                  </a:moveTo>
                  <a:cubicBezTo>
                    <a:pt x="32" y="8"/>
                    <a:pt x="29" y="15"/>
                    <a:pt x="29" y="22"/>
                  </a:cubicBezTo>
                  <a:cubicBezTo>
                    <a:pt x="29" y="26"/>
                    <a:pt x="29" y="29"/>
                    <a:pt x="30" y="32"/>
                  </a:cubicBezTo>
                  <a:cubicBezTo>
                    <a:pt x="31" y="37"/>
                    <a:pt x="31" y="41"/>
                    <a:pt x="28" y="46"/>
                  </a:cubicBezTo>
                  <a:cubicBezTo>
                    <a:pt x="27" y="49"/>
                    <a:pt x="23" y="52"/>
                    <a:pt x="20" y="56"/>
                  </a:cubicBezTo>
                  <a:cubicBezTo>
                    <a:pt x="11" y="65"/>
                    <a:pt x="0" y="77"/>
                    <a:pt x="5" y="88"/>
                  </a:cubicBezTo>
                  <a:cubicBezTo>
                    <a:pt x="6" y="90"/>
                    <a:pt x="8" y="90"/>
                    <a:pt x="9" y="90"/>
                  </a:cubicBezTo>
                  <a:cubicBezTo>
                    <a:pt x="11" y="89"/>
                    <a:pt x="11" y="87"/>
                    <a:pt x="10" y="86"/>
                  </a:cubicBezTo>
                  <a:cubicBezTo>
                    <a:pt x="7" y="78"/>
                    <a:pt x="17" y="68"/>
                    <a:pt x="24" y="60"/>
                  </a:cubicBezTo>
                  <a:cubicBezTo>
                    <a:pt x="28" y="56"/>
                    <a:pt x="32" y="52"/>
                    <a:pt x="33" y="49"/>
                  </a:cubicBezTo>
                  <a:cubicBezTo>
                    <a:pt x="38" y="42"/>
                    <a:pt x="37" y="36"/>
                    <a:pt x="36" y="31"/>
                  </a:cubicBezTo>
                  <a:cubicBezTo>
                    <a:pt x="35" y="28"/>
                    <a:pt x="35" y="25"/>
                    <a:pt x="35" y="22"/>
                  </a:cubicBezTo>
                  <a:cubicBezTo>
                    <a:pt x="35" y="17"/>
                    <a:pt x="38" y="10"/>
                    <a:pt x="41" y="4"/>
                  </a:cubicBezTo>
                  <a:cubicBezTo>
                    <a:pt x="42" y="3"/>
                    <a:pt x="41" y="1"/>
                    <a:pt x="40" y="0"/>
                  </a:cubicBezTo>
                  <a:cubicBezTo>
                    <a:pt x="38" y="0"/>
                    <a:pt x="36" y="0"/>
                    <a:pt x="36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2" name="Freeform 866">
              <a:extLst>
                <a:ext uri="{FF2B5EF4-FFF2-40B4-BE49-F238E27FC236}">
                  <a16:creationId xmlns:a16="http://schemas.microsoft.com/office/drawing/2014/main" id="{CDA91C5B-7838-44AD-8807-4A29E723E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993"/>
              <a:ext cx="87" cy="238"/>
            </a:xfrm>
            <a:custGeom>
              <a:avLst/>
              <a:gdLst>
                <a:gd name="T0" fmla="*/ 6833 w 35"/>
                <a:gd name="T1" fmla="*/ 671 h 89"/>
                <a:gd name="T2" fmla="*/ 6649 w 35"/>
                <a:gd name="T3" fmla="*/ 5894 h 89"/>
                <a:gd name="T4" fmla="*/ 6649 w 35"/>
                <a:gd name="T5" fmla="*/ 9560 h 89"/>
                <a:gd name="T6" fmla="*/ 4270 w 35"/>
                <a:gd name="T7" fmla="*/ 15761 h 89"/>
                <a:gd name="T8" fmla="*/ 3776 w 35"/>
                <a:gd name="T9" fmla="*/ 16406 h 89"/>
                <a:gd name="T10" fmla="*/ 0 w 35"/>
                <a:gd name="T11" fmla="*/ 31459 h 89"/>
                <a:gd name="T12" fmla="*/ 644 w 35"/>
                <a:gd name="T13" fmla="*/ 32531 h 89"/>
                <a:gd name="T14" fmla="*/ 1414 w 35"/>
                <a:gd name="T15" fmla="*/ 31036 h 89"/>
                <a:gd name="T16" fmla="*/ 4932 w 35"/>
                <a:gd name="T17" fmla="*/ 17898 h 89"/>
                <a:gd name="T18" fmla="*/ 5419 w 35"/>
                <a:gd name="T19" fmla="*/ 17227 h 89"/>
                <a:gd name="T20" fmla="*/ 8051 w 35"/>
                <a:gd name="T21" fmla="*/ 10290 h 89"/>
                <a:gd name="T22" fmla="*/ 8051 w 35"/>
                <a:gd name="T23" fmla="*/ 5894 h 89"/>
                <a:gd name="T24" fmla="*/ 8248 w 35"/>
                <a:gd name="T25" fmla="*/ 1495 h 89"/>
                <a:gd name="T26" fmla="*/ 7785 w 35"/>
                <a:gd name="T27" fmla="*/ 401 h 89"/>
                <a:gd name="T28" fmla="*/ 6833 w 35"/>
                <a:gd name="T29" fmla="*/ 671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" h="89">
                  <a:moveTo>
                    <a:pt x="29" y="2"/>
                  </a:moveTo>
                  <a:cubicBezTo>
                    <a:pt x="27" y="7"/>
                    <a:pt x="28" y="12"/>
                    <a:pt x="28" y="16"/>
                  </a:cubicBezTo>
                  <a:cubicBezTo>
                    <a:pt x="28" y="20"/>
                    <a:pt x="29" y="23"/>
                    <a:pt x="28" y="26"/>
                  </a:cubicBezTo>
                  <a:cubicBezTo>
                    <a:pt x="27" y="33"/>
                    <a:pt x="23" y="38"/>
                    <a:pt x="18" y="43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8" y="55"/>
                    <a:pt x="0" y="68"/>
                    <a:pt x="0" y="86"/>
                  </a:cubicBezTo>
                  <a:cubicBezTo>
                    <a:pt x="0" y="87"/>
                    <a:pt x="2" y="89"/>
                    <a:pt x="3" y="89"/>
                  </a:cubicBezTo>
                  <a:cubicBezTo>
                    <a:pt x="5" y="88"/>
                    <a:pt x="6" y="87"/>
                    <a:pt x="6" y="85"/>
                  </a:cubicBezTo>
                  <a:cubicBezTo>
                    <a:pt x="6" y="73"/>
                    <a:pt x="10" y="63"/>
                    <a:pt x="21" y="49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8" y="41"/>
                    <a:pt x="32" y="36"/>
                    <a:pt x="34" y="28"/>
                  </a:cubicBezTo>
                  <a:cubicBezTo>
                    <a:pt x="35" y="24"/>
                    <a:pt x="34" y="20"/>
                    <a:pt x="34" y="16"/>
                  </a:cubicBezTo>
                  <a:cubicBezTo>
                    <a:pt x="34" y="12"/>
                    <a:pt x="33" y="8"/>
                    <a:pt x="35" y="4"/>
                  </a:cubicBezTo>
                  <a:cubicBezTo>
                    <a:pt x="35" y="3"/>
                    <a:pt x="34" y="1"/>
                    <a:pt x="33" y="1"/>
                  </a:cubicBezTo>
                  <a:cubicBezTo>
                    <a:pt x="31" y="0"/>
                    <a:pt x="30" y="1"/>
                    <a:pt x="29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3" name="Freeform 867">
              <a:extLst>
                <a:ext uri="{FF2B5EF4-FFF2-40B4-BE49-F238E27FC236}">
                  <a16:creationId xmlns:a16="http://schemas.microsoft.com/office/drawing/2014/main" id="{870DB069-E35F-462A-A041-4B07388B1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431"/>
              <a:ext cx="107" cy="250"/>
            </a:xfrm>
            <a:custGeom>
              <a:avLst/>
              <a:gdLst>
                <a:gd name="T0" fmla="*/ 8781 w 43"/>
                <a:gd name="T1" fmla="*/ 657 h 94"/>
                <a:gd name="T2" fmla="*/ 5716 w 43"/>
                <a:gd name="T3" fmla="*/ 6394 h 94"/>
                <a:gd name="T4" fmla="*/ 3324 w 43"/>
                <a:gd name="T5" fmla="*/ 9859 h 94"/>
                <a:gd name="T6" fmla="*/ 1914 w 43"/>
                <a:gd name="T7" fmla="*/ 32622 h 94"/>
                <a:gd name="T8" fmla="*/ 2879 w 43"/>
                <a:gd name="T9" fmla="*/ 33279 h 94"/>
                <a:gd name="T10" fmla="*/ 3324 w 43"/>
                <a:gd name="T11" fmla="*/ 32226 h 94"/>
                <a:gd name="T12" fmla="*/ 4297 w 43"/>
                <a:gd name="T13" fmla="*/ 10915 h 94"/>
                <a:gd name="T14" fmla="*/ 6669 w 43"/>
                <a:gd name="T15" fmla="*/ 8106 h 94"/>
                <a:gd name="T16" fmla="*/ 10197 w 43"/>
                <a:gd name="T17" fmla="*/ 1747 h 94"/>
                <a:gd name="T18" fmla="*/ 9739 w 43"/>
                <a:gd name="T19" fmla="*/ 396 h 94"/>
                <a:gd name="T20" fmla="*/ 8781 w 43"/>
                <a:gd name="T21" fmla="*/ 657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94">
                  <a:moveTo>
                    <a:pt x="37" y="2"/>
                  </a:moveTo>
                  <a:cubicBezTo>
                    <a:pt x="34" y="10"/>
                    <a:pt x="29" y="14"/>
                    <a:pt x="24" y="18"/>
                  </a:cubicBezTo>
                  <a:cubicBezTo>
                    <a:pt x="20" y="21"/>
                    <a:pt x="17" y="24"/>
                    <a:pt x="14" y="28"/>
                  </a:cubicBezTo>
                  <a:cubicBezTo>
                    <a:pt x="0" y="44"/>
                    <a:pt x="5" y="73"/>
                    <a:pt x="8" y="92"/>
                  </a:cubicBezTo>
                  <a:cubicBezTo>
                    <a:pt x="8" y="93"/>
                    <a:pt x="10" y="94"/>
                    <a:pt x="12" y="94"/>
                  </a:cubicBezTo>
                  <a:cubicBezTo>
                    <a:pt x="13" y="94"/>
                    <a:pt x="14" y="92"/>
                    <a:pt x="14" y="91"/>
                  </a:cubicBezTo>
                  <a:cubicBezTo>
                    <a:pt x="11" y="73"/>
                    <a:pt x="6" y="46"/>
                    <a:pt x="18" y="31"/>
                  </a:cubicBezTo>
                  <a:cubicBezTo>
                    <a:pt x="21" y="28"/>
                    <a:pt x="24" y="25"/>
                    <a:pt x="28" y="23"/>
                  </a:cubicBezTo>
                  <a:cubicBezTo>
                    <a:pt x="33" y="18"/>
                    <a:pt x="39" y="13"/>
                    <a:pt x="43" y="5"/>
                  </a:cubicBezTo>
                  <a:cubicBezTo>
                    <a:pt x="43" y="3"/>
                    <a:pt x="42" y="1"/>
                    <a:pt x="41" y="1"/>
                  </a:cubicBezTo>
                  <a:cubicBezTo>
                    <a:pt x="39" y="0"/>
                    <a:pt x="38" y="1"/>
                    <a:pt x="37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4" name="Freeform 868">
              <a:extLst>
                <a:ext uri="{FF2B5EF4-FFF2-40B4-BE49-F238E27FC236}">
                  <a16:creationId xmlns:a16="http://schemas.microsoft.com/office/drawing/2014/main" id="{4FF4F568-D59D-4C3E-96FD-85BC0D4A7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3369"/>
              <a:ext cx="95" cy="80"/>
            </a:xfrm>
            <a:custGeom>
              <a:avLst/>
              <a:gdLst>
                <a:gd name="T0" fmla="*/ 783 w 38"/>
                <a:gd name="T1" fmla="*/ 397 h 30"/>
                <a:gd name="T2" fmla="*/ 313 w 38"/>
                <a:gd name="T3" fmla="*/ 1459 h 30"/>
                <a:gd name="T4" fmla="*/ 4220 w 38"/>
                <a:gd name="T5" fmla="*/ 6464 h 30"/>
                <a:gd name="T6" fmla="*/ 7813 w 38"/>
                <a:gd name="T7" fmla="*/ 10104 h 30"/>
                <a:gd name="T8" fmla="*/ 8800 w 38"/>
                <a:gd name="T9" fmla="*/ 10376 h 30"/>
                <a:gd name="T10" fmla="*/ 9300 w 38"/>
                <a:gd name="T11" fmla="*/ 9309 h 30"/>
                <a:gd name="T12" fmla="*/ 4688 w 38"/>
                <a:gd name="T13" fmla="*/ 4301 h 30"/>
                <a:gd name="T14" fmla="*/ 1488 w 38"/>
                <a:gd name="T15" fmla="*/ 1059 h 30"/>
                <a:gd name="T16" fmla="*/ 783 w 38"/>
                <a:gd name="T17" fmla="*/ 39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0">
                  <a:moveTo>
                    <a:pt x="3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13"/>
                    <a:pt x="10" y="16"/>
                    <a:pt x="17" y="18"/>
                  </a:cubicBezTo>
                  <a:cubicBezTo>
                    <a:pt x="24" y="19"/>
                    <a:pt x="30" y="21"/>
                    <a:pt x="32" y="28"/>
                  </a:cubicBezTo>
                  <a:cubicBezTo>
                    <a:pt x="33" y="29"/>
                    <a:pt x="34" y="30"/>
                    <a:pt x="36" y="29"/>
                  </a:cubicBezTo>
                  <a:cubicBezTo>
                    <a:pt x="38" y="29"/>
                    <a:pt x="38" y="27"/>
                    <a:pt x="38" y="26"/>
                  </a:cubicBezTo>
                  <a:cubicBezTo>
                    <a:pt x="34" y="16"/>
                    <a:pt x="26" y="14"/>
                    <a:pt x="19" y="12"/>
                  </a:cubicBezTo>
                  <a:cubicBezTo>
                    <a:pt x="12" y="10"/>
                    <a:pt x="8" y="8"/>
                    <a:pt x="6" y="3"/>
                  </a:cubicBezTo>
                  <a:cubicBezTo>
                    <a:pt x="6" y="1"/>
                    <a:pt x="4" y="0"/>
                    <a:pt x="3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5" name="Freeform 869">
              <a:extLst>
                <a:ext uri="{FF2B5EF4-FFF2-40B4-BE49-F238E27FC236}">
                  <a16:creationId xmlns:a16="http://schemas.microsoft.com/office/drawing/2014/main" id="{955C3A13-2BC5-4BDD-8ED2-F0190EF72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3135"/>
              <a:ext cx="235" cy="141"/>
            </a:xfrm>
            <a:custGeom>
              <a:avLst/>
              <a:gdLst>
                <a:gd name="T0" fmla="*/ 520 w 94"/>
                <a:gd name="T1" fmla="*/ 3858 h 53"/>
                <a:gd name="T2" fmla="*/ 313 w 94"/>
                <a:gd name="T3" fmla="*/ 5307 h 53"/>
                <a:gd name="T4" fmla="*/ 1300 w 94"/>
                <a:gd name="T5" fmla="*/ 5704 h 53"/>
                <a:gd name="T6" fmla="*/ 13488 w 94"/>
                <a:gd name="T7" fmla="*/ 6010 h 53"/>
                <a:gd name="T8" fmla="*/ 16408 w 94"/>
                <a:gd name="T9" fmla="*/ 10921 h 53"/>
                <a:gd name="T10" fmla="*/ 22000 w 94"/>
                <a:gd name="T11" fmla="*/ 18790 h 53"/>
                <a:gd name="T12" fmla="*/ 22970 w 94"/>
                <a:gd name="T13" fmla="*/ 17737 h 53"/>
                <a:gd name="T14" fmla="*/ 22270 w 94"/>
                <a:gd name="T15" fmla="*/ 16683 h 53"/>
                <a:gd name="T16" fmla="*/ 17583 w 94"/>
                <a:gd name="T17" fmla="*/ 9867 h 53"/>
                <a:gd name="T18" fmla="*/ 14458 w 94"/>
                <a:gd name="T19" fmla="*/ 4254 h 53"/>
                <a:gd name="T20" fmla="*/ 520 w 94"/>
                <a:gd name="T21" fmla="*/ 3858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53">
                  <a:moveTo>
                    <a:pt x="2" y="11"/>
                  </a:moveTo>
                  <a:cubicBezTo>
                    <a:pt x="1" y="12"/>
                    <a:pt x="0" y="13"/>
                    <a:pt x="1" y="15"/>
                  </a:cubicBezTo>
                  <a:cubicBezTo>
                    <a:pt x="2" y="16"/>
                    <a:pt x="4" y="17"/>
                    <a:pt x="5" y="16"/>
                  </a:cubicBezTo>
                  <a:cubicBezTo>
                    <a:pt x="20" y="8"/>
                    <a:pt x="42" y="6"/>
                    <a:pt x="55" y="17"/>
                  </a:cubicBezTo>
                  <a:cubicBezTo>
                    <a:pt x="60" y="20"/>
                    <a:pt x="63" y="25"/>
                    <a:pt x="67" y="31"/>
                  </a:cubicBezTo>
                  <a:cubicBezTo>
                    <a:pt x="74" y="40"/>
                    <a:pt x="80" y="50"/>
                    <a:pt x="90" y="53"/>
                  </a:cubicBezTo>
                  <a:cubicBezTo>
                    <a:pt x="91" y="53"/>
                    <a:pt x="93" y="52"/>
                    <a:pt x="94" y="50"/>
                  </a:cubicBezTo>
                  <a:cubicBezTo>
                    <a:pt x="94" y="49"/>
                    <a:pt x="93" y="47"/>
                    <a:pt x="91" y="47"/>
                  </a:cubicBezTo>
                  <a:cubicBezTo>
                    <a:pt x="84" y="45"/>
                    <a:pt x="78" y="36"/>
                    <a:pt x="72" y="28"/>
                  </a:cubicBezTo>
                  <a:cubicBezTo>
                    <a:pt x="68" y="22"/>
                    <a:pt x="64" y="16"/>
                    <a:pt x="59" y="12"/>
                  </a:cubicBezTo>
                  <a:cubicBezTo>
                    <a:pt x="44" y="0"/>
                    <a:pt x="19" y="2"/>
                    <a:pt x="2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6" name="Freeform 870">
              <a:extLst>
                <a:ext uri="{FF2B5EF4-FFF2-40B4-BE49-F238E27FC236}">
                  <a16:creationId xmlns:a16="http://schemas.microsoft.com/office/drawing/2014/main" id="{13BCF6D9-384A-42CB-956C-507B32709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3055"/>
              <a:ext cx="253" cy="69"/>
            </a:xfrm>
            <a:custGeom>
              <a:avLst/>
              <a:gdLst>
                <a:gd name="T0" fmla="*/ 14809 w 101"/>
                <a:gd name="T1" fmla="*/ 3572 h 26"/>
                <a:gd name="T2" fmla="*/ 11332 w 101"/>
                <a:gd name="T3" fmla="*/ 5255 h 26"/>
                <a:gd name="T4" fmla="*/ 2277 w 101"/>
                <a:gd name="T5" fmla="*/ 4225 h 26"/>
                <a:gd name="T6" fmla="*/ 992 w 101"/>
                <a:gd name="T7" fmla="*/ 3572 h 26"/>
                <a:gd name="T8" fmla="*/ 0 w 101"/>
                <a:gd name="T9" fmla="*/ 4225 h 26"/>
                <a:gd name="T10" fmla="*/ 521 w 101"/>
                <a:gd name="T11" fmla="*/ 5515 h 26"/>
                <a:gd name="T12" fmla="*/ 1776 w 101"/>
                <a:gd name="T13" fmla="*/ 5910 h 26"/>
                <a:gd name="T14" fmla="*/ 11853 w 101"/>
                <a:gd name="T15" fmla="*/ 7380 h 26"/>
                <a:gd name="T16" fmla="*/ 15593 w 101"/>
                <a:gd name="T17" fmla="*/ 5515 h 26"/>
                <a:gd name="T18" fmla="*/ 23987 w 101"/>
                <a:gd name="T19" fmla="*/ 3177 h 26"/>
                <a:gd name="T20" fmla="*/ 24646 w 101"/>
                <a:gd name="T21" fmla="*/ 2487 h 26"/>
                <a:gd name="T22" fmla="*/ 24178 w 101"/>
                <a:gd name="T23" fmla="*/ 1048 h 26"/>
                <a:gd name="T24" fmla="*/ 14809 w 101"/>
                <a:gd name="T25" fmla="*/ 3572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26">
                  <a:moveTo>
                    <a:pt x="60" y="10"/>
                  </a:moveTo>
                  <a:cubicBezTo>
                    <a:pt x="56" y="12"/>
                    <a:pt x="51" y="14"/>
                    <a:pt x="46" y="15"/>
                  </a:cubicBezTo>
                  <a:cubicBezTo>
                    <a:pt x="33" y="19"/>
                    <a:pt x="22" y="16"/>
                    <a:pt x="9" y="12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10"/>
                    <a:pt x="1" y="10"/>
                    <a:pt x="0" y="12"/>
                  </a:cubicBezTo>
                  <a:cubicBezTo>
                    <a:pt x="0" y="14"/>
                    <a:pt x="0" y="15"/>
                    <a:pt x="2" y="16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20" y="22"/>
                    <a:pt x="32" y="26"/>
                    <a:pt x="48" y="21"/>
                  </a:cubicBezTo>
                  <a:cubicBezTo>
                    <a:pt x="53" y="20"/>
                    <a:pt x="58" y="18"/>
                    <a:pt x="63" y="16"/>
                  </a:cubicBezTo>
                  <a:cubicBezTo>
                    <a:pt x="74" y="11"/>
                    <a:pt x="84" y="6"/>
                    <a:pt x="97" y="9"/>
                  </a:cubicBezTo>
                  <a:cubicBezTo>
                    <a:pt x="98" y="10"/>
                    <a:pt x="100" y="8"/>
                    <a:pt x="100" y="7"/>
                  </a:cubicBezTo>
                  <a:cubicBezTo>
                    <a:pt x="101" y="5"/>
                    <a:pt x="100" y="4"/>
                    <a:pt x="98" y="3"/>
                  </a:cubicBezTo>
                  <a:cubicBezTo>
                    <a:pt x="84" y="0"/>
                    <a:pt x="72" y="5"/>
                    <a:pt x="60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7" name="Freeform 871">
              <a:extLst>
                <a:ext uri="{FF2B5EF4-FFF2-40B4-BE49-F238E27FC236}">
                  <a16:creationId xmlns:a16="http://schemas.microsoft.com/office/drawing/2014/main" id="{2DF957CD-E194-4B17-9E8F-BBA900056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6" y="2807"/>
              <a:ext cx="198" cy="194"/>
            </a:xfrm>
            <a:custGeom>
              <a:avLst/>
              <a:gdLst>
                <a:gd name="T0" fmla="*/ 18311 w 79"/>
                <a:gd name="T1" fmla="*/ 396 h 73"/>
                <a:gd name="T2" fmla="*/ 14642 w 79"/>
                <a:gd name="T3" fmla="*/ 1052 h 73"/>
                <a:gd name="T4" fmla="*/ 10188 w 79"/>
                <a:gd name="T5" fmla="*/ 2139 h 73"/>
                <a:gd name="T6" fmla="*/ 6439 w 79"/>
                <a:gd name="T7" fmla="*/ 9838 h 73"/>
                <a:gd name="T8" fmla="*/ 5917 w 79"/>
                <a:gd name="T9" fmla="*/ 11675 h 73"/>
                <a:gd name="T10" fmla="*/ 993 w 79"/>
                <a:gd name="T11" fmla="*/ 22148 h 73"/>
                <a:gd name="T12" fmla="*/ 0 w 79"/>
                <a:gd name="T13" fmla="*/ 22940 h 73"/>
                <a:gd name="T14" fmla="*/ 521 w 79"/>
                <a:gd name="T15" fmla="*/ 24253 h 73"/>
                <a:gd name="T16" fmla="*/ 7411 w 79"/>
                <a:gd name="T17" fmla="*/ 12310 h 73"/>
                <a:gd name="T18" fmla="*/ 7933 w 79"/>
                <a:gd name="T19" fmla="*/ 10622 h 73"/>
                <a:gd name="T20" fmla="*/ 10893 w 79"/>
                <a:gd name="T21" fmla="*/ 3848 h 73"/>
                <a:gd name="T22" fmla="*/ 14642 w 79"/>
                <a:gd name="T23" fmla="*/ 3192 h 73"/>
                <a:gd name="T24" fmla="*/ 19096 w 79"/>
                <a:gd name="T25" fmla="*/ 2493 h 73"/>
                <a:gd name="T26" fmla="*/ 19304 w 79"/>
                <a:gd name="T27" fmla="*/ 1052 h 73"/>
                <a:gd name="T28" fmla="*/ 18311 w 79"/>
                <a:gd name="T29" fmla="*/ 396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9" h="73">
                  <a:moveTo>
                    <a:pt x="74" y="1"/>
                  </a:moveTo>
                  <a:cubicBezTo>
                    <a:pt x="70" y="3"/>
                    <a:pt x="65" y="3"/>
                    <a:pt x="59" y="3"/>
                  </a:cubicBezTo>
                  <a:cubicBezTo>
                    <a:pt x="53" y="3"/>
                    <a:pt x="46" y="2"/>
                    <a:pt x="41" y="6"/>
                  </a:cubicBezTo>
                  <a:cubicBezTo>
                    <a:pt x="33" y="10"/>
                    <a:pt x="29" y="20"/>
                    <a:pt x="26" y="28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1" y="41"/>
                    <a:pt x="12" y="65"/>
                    <a:pt x="4" y="63"/>
                  </a:cubicBezTo>
                  <a:cubicBezTo>
                    <a:pt x="3" y="62"/>
                    <a:pt x="1" y="63"/>
                    <a:pt x="0" y="65"/>
                  </a:cubicBezTo>
                  <a:cubicBezTo>
                    <a:pt x="0" y="67"/>
                    <a:pt x="1" y="68"/>
                    <a:pt x="2" y="69"/>
                  </a:cubicBezTo>
                  <a:cubicBezTo>
                    <a:pt x="16" y="73"/>
                    <a:pt x="25" y="48"/>
                    <a:pt x="30" y="35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5" y="23"/>
                    <a:pt x="38" y="14"/>
                    <a:pt x="44" y="11"/>
                  </a:cubicBezTo>
                  <a:cubicBezTo>
                    <a:pt x="48" y="9"/>
                    <a:pt x="53" y="9"/>
                    <a:pt x="59" y="9"/>
                  </a:cubicBezTo>
                  <a:cubicBezTo>
                    <a:pt x="65" y="9"/>
                    <a:pt x="71" y="9"/>
                    <a:pt x="77" y="7"/>
                  </a:cubicBezTo>
                  <a:cubicBezTo>
                    <a:pt x="79" y="6"/>
                    <a:pt x="79" y="4"/>
                    <a:pt x="78" y="3"/>
                  </a:cubicBezTo>
                  <a:cubicBezTo>
                    <a:pt x="78" y="1"/>
                    <a:pt x="76" y="0"/>
                    <a:pt x="74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8" name="Freeform 872">
              <a:extLst>
                <a:ext uri="{FF2B5EF4-FFF2-40B4-BE49-F238E27FC236}">
                  <a16:creationId xmlns:a16="http://schemas.microsoft.com/office/drawing/2014/main" id="{6CF29DD8-0462-4C8B-BDD3-1A31B730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" y="3188"/>
              <a:ext cx="152" cy="195"/>
            </a:xfrm>
            <a:custGeom>
              <a:avLst/>
              <a:gdLst>
                <a:gd name="T0" fmla="*/ 187 w 61"/>
                <a:gd name="T1" fmla="*/ 662 h 73"/>
                <a:gd name="T2" fmla="*/ 466 w 61"/>
                <a:gd name="T3" fmla="*/ 2190 h 73"/>
                <a:gd name="T4" fmla="*/ 3546 w 61"/>
                <a:gd name="T5" fmla="*/ 7220 h 73"/>
                <a:gd name="T6" fmla="*/ 6897 w 61"/>
                <a:gd name="T7" fmla="*/ 12616 h 73"/>
                <a:gd name="T8" fmla="*/ 7675 w 61"/>
                <a:gd name="T9" fmla="*/ 13436 h 73"/>
                <a:gd name="T10" fmla="*/ 11263 w 61"/>
                <a:gd name="T11" fmla="*/ 25045 h 73"/>
                <a:gd name="T12" fmla="*/ 11525 w 61"/>
                <a:gd name="T13" fmla="*/ 26531 h 73"/>
                <a:gd name="T14" fmla="*/ 12486 w 61"/>
                <a:gd name="T15" fmla="*/ 25866 h 73"/>
                <a:gd name="T16" fmla="*/ 8370 w 61"/>
                <a:gd name="T17" fmla="*/ 11553 h 73"/>
                <a:gd name="T18" fmla="*/ 7675 w 61"/>
                <a:gd name="T19" fmla="*/ 10904 h 73"/>
                <a:gd name="T20" fmla="*/ 4812 w 61"/>
                <a:gd name="T21" fmla="*/ 5850 h 73"/>
                <a:gd name="T22" fmla="*/ 1161 w 61"/>
                <a:gd name="T23" fmla="*/ 0 h 73"/>
                <a:gd name="T24" fmla="*/ 187 w 61"/>
                <a:gd name="T25" fmla="*/ 66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" h="73">
                  <a:moveTo>
                    <a:pt x="1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8" y="8"/>
                    <a:pt x="11" y="14"/>
                    <a:pt x="15" y="20"/>
                  </a:cubicBezTo>
                  <a:cubicBezTo>
                    <a:pt x="19" y="25"/>
                    <a:pt x="23" y="31"/>
                    <a:pt x="29" y="3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45" y="46"/>
                    <a:pt x="53" y="51"/>
                    <a:pt x="47" y="69"/>
                  </a:cubicBezTo>
                  <a:cubicBezTo>
                    <a:pt x="46" y="70"/>
                    <a:pt x="47" y="72"/>
                    <a:pt x="48" y="73"/>
                  </a:cubicBezTo>
                  <a:cubicBezTo>
                    <a:pt x="50" y="73"/>
                    <a:pt x="52" y="72"/>
                    <a:pt x="52" y="71"/>
                  </a:cubicBezTo>
                  <a:cubicBezTo>
                    <a:pt x="61" y="49"/>
                    <a:pt x="49" y="41"/>
                    <a:pt x="35" y="32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27" y="27"/>
                    <a:pt x="24" y="22"/>
                    <a:pt x="20" y="16"/>
                  </a:cubicBezTo>
                  <a:cubicBezTo>
                    <a:pt x="16" y="10"/>
                    <a:pt x="12" y="3"/>
                    <a:pt x="5" y="0"/>
                  </a:cubicBezTo>
                  <a:cubicBezTo>
                    <a:pt x="3" y="0"/>
                    <a:pt x="2" y="0"/>
                    <a:pt x="1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9" name="Freeform 873">
              <a:extLst>
                <a:ext uri="{FF2B5EF4-FFF2-40B4-BE49-F238E27FC236}">
                  <a16:creationId xmlns:a16="http://schemas.microsoft.com/office/drawing/2014/main" id="{82ACE951-2F36-4747-923A-ACB846B0D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27"/>
              <a:ext cx="77" cy="240"/>
            </a:xfrm>
            <a:custGeom>
              <a:avLst/>
              <a:gdLst>
                <a:gd name="T0" fmla="*/ 1900 w 31"/>
                <a:gd name="T1" fmla="*/ 397 h 90"/>
                <a:gd name="T2" fmla="*/ 1592 w 31"/>
                <a:gd name="T3" fmla="*/ 1763 h 90"/>
                <a:gd name="T4" fmla="*/ 1592 w 31"/>
                <a:gd name="T5" fmla="*/ 9045 h 90"/>
                <a:gd name="T6" fmla="*/ 1148 w 31"/>
                <a:gd name="T7" fmla="*/ 11171 h 90"/>
                <a:gd name="T8" fmla="*/ 5867 w 31"/>
                <a:gd name="T9" fmla="*/ 31709 h 90"/>
                <a:gd name="T10" fmla="*/ 6818 w 31"/>
                <a:gd name="T11" fmla="*/ 31949 h 90"/>
                <a:gd name="T12" fmla="*/ 7082 w 31"/>
                <a:gd name="T13" fmla="*/ 30584 h 90"/>
                <a:gd name="T14" fmla="*/ 2541 w 31"/>
                <a:gd name="T15" fmla="*/ 11469 h 90"/>
                <a:gd name="T16" fmla="*/ 3005 w 31"/>
                <a:gd name="T17" fmla="*/ 9309 h 90"/>
                <a:gd name="T18" fmla="*/ 2851 w 31"/>
                <a:gd name="T19" fmla="*/ 661 h 90"/>
                <a:gd name="T20" fmla="*/ 1900 w 31"/>
                <a:gd name="T21" fmla="*/ 397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90">
                  <a:moveTo>
                    <a:pt x="8" y="1"/>
                  </a:moveTo>
                  <a:cubicBezTo>
                    <a:pt x="6" y="2"/>
                    <a:pt x="6" y="3"/>
                    <a:pt x="7" y="5"/>
                  </a:cubicBezTo>
                  <a:cubicBezTo>
                    <a:pt x="10" y="12"/>
                    <a:pt x="9" y="17"/>
                    <a:pt x="7" y="25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0" y="53"/>
                    <a:pt x="13" y="73"/>
                    <a:pt x="25" y="88"/>
                  </a:cubicBezTo>
                  <a:cubicBezTo>
                    <a:pt x="26" y="90"/>
                    <a:pt x="28" y="90"/>
                    <a:pt x="29" y="89"/>
                  </a:cubicBezTo>
                  <a:cubicBezTo>
                    <a:pt x="31" y="88"/>
                    <a:pt x="31" y="86"/>
                    <a:pt x="30" y="85"/>
                  </a:cubicBezTo>
                  <a:cubicBezTo>
                    <a:pt x="19" y="71"/>
                    <a:pt x="6" y="52"/>
                    <a:pt x="11" y="32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5" y="19"/>
                    <a:pt x="17" y="11"/>
                    <a:pt x="12" y="2"/>
                  </a:cubicBezTo>
                  <a:cubicBezTo>
                    <a:pt x="11" y="1"/>
                    <a:pt x="9" y="0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0" name="Freeform 874">
              <a:extLst>
                <a:ext uri="{FF2B5EF4-FFF2-40B4-BE49-F238E27FC236}">
                  <a16:creationId xmlns:a16="http://schemas.microsoft.com/office/drawing/2014/main" id="{82FCF979-04F9-434E-AE52-D1E8792E3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3327"/>
              <a:ext cx="75" cy="256"/>
            </a:xfrm>
            <a:custGeom>
              <a:avLst/>
              <a:gdLst>
                <a:gd name="T0" fmla="*/ 0 w 30"/>
                <a:gd name="T1" fmla="*/ 1059 h 96"/>
                <a:gd name="T2" fmla="*/ 783 w 30"/>
                <a:gd name="T3" fmla="*/ 2184 h 96"/>
                <a:gd name="T4" fmla="*/ 5395 w 30"/>
                <a:gd name="T5" fmla="*/ 13597 h 96"/>
                <a:gd name="T6" fmla="*/ 4688 w 30"/>
                <a:gd name="T7" fmla="*/ 20083 h 96"/>
                <a:gd name="T8" fmla="*/ 6175 w 30"/>
                <a:gd name="T9" fmla="*/ 34133 h 96"/>
                <a:gd name="T10" fmla="*/ 7158 w 30"/>
                <a:gd name="T11" fmla="*/ 34133 h 96"/>
                <a:gd name="T12" fmla="*/ 7158 w 30"/>
                <a:gd name="T13" fmla="*/ 32768 h 96"/>
                <a:gd name="T14" fmla="*/ 6175 w 30"/>
                <a:gd name="T15" fmla="*/ 20877 h 96"/>
                <a:gd name="T16" fmla="*/ 6845 w 30"/>
                <a:gd name="T17" fmla="*/ 13597 h 96"/>
                <a:gd name="T18" fmla="*/ 988 w 30"/>
                <a:gd name="T19" fmla="*/ 0 h 96"/>
                <a:gd name="T20" fmla="*/ 0 w 30"/>
                <a:gd name="T21" fmla="*/ 1059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96">
                  <a:moveTo>
                    <a:pt x="0" y="3"/>
                  </a:moveTo>
                  <a:cubicBezTo>
                    <a:pt x="0" y="5"/>
                    <a:pt x="1" y="6"/>
                    <a:pt x="3" y="6"/>
                  </a:cubicBezTo>
                  <a:cubicBezTo>
                    <a:pt x="14" y="8"/>
                    <a:pt x="22" y="28"/>
                    <a:pt x="22" y="38"/>
                  </a:cubicBezTo>
                  <a:cubicBezTo>
                    <a:pt x="22" y="44"/>
                    <a:pt x="21" y="50"/>
                    <a:pt x="19" y="56"/>
                  </a:cubicBezTo>
                  <a:cubicBezTo>
                    <a:pt x="16" y="69"/>
                    <a:pt x="12" y="83"/>
                    <a:pt x="25" y="95"/>
                  </a:cubicBezTo>
                  <a:cubicBezTo>
                    <a:pt x="26" y="96"/>
                    <a:pt x="28" y="96"/>
                    <a:pt x="29" y="95"/>
                  </a:cubicBezTo>
                  <a:cubicBezTo>
                    <a:pt x="30" y="94"/>
                    <a:pt x="30" y="92"/>
                    <a:pt x="29" y="91"/>
                  </a:cubicBezTo>
                  <a:cubicBezTo>
                    <a:pt x="19" y="81"/>
                    <a:pt x="22" y="70"/>
                    <a:pt x="25" y="58"/>
                  </a:cubicBezTo>
                  <a:cubicBezTo>
                    <a:pt x="27" y="51"/>
                    <a:pt x="28" y="45"/>
                    <a:pt x="28" y="38"/>
                  </a:cubicBezTo>
                  <a:cubicBezTo>
                    <a:pt x="28" y="26"/>
                    <a:pt x="19" y="2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1" name="Freeform 875">
              <a:extLst>
                <a:ext uri="{FF2B5EF4-FFF2-40B4-BE49-F238E27FC236}">
                  <a16:creationId xmlns:a16="http://schemas.microsoft.com/office/drawing/2014/main" id="{8ECF29DD-59AF-45A9-8E45-3C7F2E5AC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471"/>
              <a:ext cx="102" cy="162"/>
            </a:xfrm>
            <a:custGeom>
              <a:avLst/>
              <a:gdLst>
                <a:gd name="T0" fmla="*/ 187 w 41"/>
                <a:gd name="T1" fmla="*/ 656 h 61"/>
                <a:gd name="T2" fmla="*/ 465 w 41"/>
                <a:gd name="T3" fmla="*/ 2095 h 61"/>
                <a:gd name="T4" fmla="*/ 3324 w 41"/>
                <a:gd name="T5" fmla="*/ 4231 h 61"/>
                <a:gd name="T6" fmla="*/ 6665 w 41"/>
                <a:gd name="T7" fmla="*/ 8711 h 61"/>
                <a:gd name="T8" fmla="*/ 7359 w 41"/>
                <a:gd name="T9" fmla="*/ 14028 h 61"/>
                <a:gd name="T10" fmla="*/ 8269 w 41"/>
                <a:gd name="T11" fmla="*/ 20736 h 61"/>
                <a:gd name="T12" fmla="*/ 9240 w 41"/>
                <a:gd name="T13" fmla="*/ 20996 h 61"/>
                <a:gd name="T14" fmla="*/ 9531 w 41"/>
                <a:gd name="T15" fmla="*/ 19706 h 61"/>
                <a:gd name="T16" fmla="*/ 8777 w 41"/>
                <a:gd name="T17" fmla="*/ 14028 h 61"/>
                <a:gd name="T18" fmla="*/ 8083 w 41"/>
                <a:gd name="T19" fmla="*/ 7659 h 61"/>
                <a:gd name="T20" fmla="*/ 3831 w 41"/>
                <a:gd name="T21" fmla="*/ 2488 h 61"/>
                <a:gd name="T22" fmla="*/ 1157 w 41"/>
                <a:gd name="T23" fmla="*/ 396 h 61"/>
                <a:gd name="T24" fmla="*/ 187 w 41"/>
                <a:gd name="T25" fmla="*/ 656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61">
                  <a:moveTo>
                    <a:pt x="1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6" y="9"/>
                    <a:pt x="10" y="11"/>
                    <a:pt x="14" y="12"/>
                  </a:cubicBezTo>
                  <a:cubicBezTo>
                    <a:pt x="20" y="15"/>
                    <a:pt x="25" y="17"/>
                    <a:pt x="28" y="25"/>
                  </a:cubicBezTo>
                  <a:cubicBezTo>
                    <a:pt x="30" y="29"/>
                    <a:pt x="31" y="35"/>
                    <a:pt x="31" y="40"/>
                  </a:cubicBezTo>
                  <a:cubicBezTo>
                    <a:pt x="32" y="46"/>
                    <a:pt x="32" y="53"/>
                    <a:pt x="35" y="59"/>
                  </a:cubicBezTo>
                  <a:cubicBezTo>
                    <a:pt x="36" y="60"/>
                    <a:pt x="38" y="61"/>
                    <a:pt x="39" y="60"/>
                  </a:cubicBezTo>
                  <a:cubicBezTo>
                    <a:pt x="41" y="59"/>
                    <a:pt x="41" y="57"/>
                    <a:pt x="40" y="56"/>
                  </a:cubicBezTo>
                  <a:cubicBezTo>
                    <a:pt x="38" y="51"/>
                    <a:pt x="38" y="46"/>
                    <a:pt x="37" y="40"/>
                  </a:cubicBezTo>
                  <a:cubicBezTo>
                    <a:pt x="36" y="34"/>
                    <a:pt x="36" y="28"/>
                    <a:pt x="34" y="22"/>
                  </a:cubicBezTo>
                  <a:cubicBezTo>
                    <a:pt x="29" y="12"/>
                    <a:pt x="22" y="9"/>
                    <a:pt x="16" y="7"/>
                  </a:cubicBezTo>
                  <a:cubicBezTo>
                    <a:pt x="12" y="5"/>
                    <a:pt x="9" y="4"/>
                    <a:pt x="5" y="1"/>
                  </a:cubicBezTo>
                  <a:cubicBezTo>
                    <a:pt x="4" y="0"/>
                    <a:pt x="2" y="1"/>
                    <a:pt x="1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2" name="Freeform 876">
              <a:extLst>
                <a:ext uri="{FF2B5EF4-FFF2-40B4-BE49-F238E27FC236}">
                  <a16:creationId xmlns:a16="http://schemas.microsoft.com/office/drawing/2014/main" id="{87B1CF53-1D7B-4CFF-A64F-ED83A4F4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492"/>
              <a:ext cx="70" cy="235"/>
            </a:xfrm>
            <a:custGeom>
              <a:avLst/>
              <a:gdLst>
                <a:gd name="T0" fmla="*/ 783 w 28"/>
                <a:gd name="T1" fmla="*/ 401 h 88"/>
                <a:gd name="T2" fmla="*/ 0 w 28"/>
                <a:gd name="T3" fmla="*/ 1469 h 88"/>
                <a:gd name="T4" fmla="*/ 783 w 28"/>
                <a:gd name="T5" fmla="*/ 6097 h 88"/>
                <a:gd name="T6" fmla="*/ 1300 w 28"/>
                <a:gd name="T7" fmla="*/ 8286 h 88"/>
                <a:gd name="T8" fmla="*/ 988 w 28"/>
                <a:gd name="T9" fmla="*/ 13427 h 88"/>
                <a:gd name="T10" fmla="*/ 783 w 28"/>
                <a:gd name="T11" fmla="*/ 17387 h 88"/>
                <a:gd name="T12" fmla="*/ 5675 w 28"/>
                <a:gd name="T13" fmla="*/ 31535 h 88"/>
                <a:gd name="T14" fmla="*/ 6845 w 28"/>
                <a:gd name="T15" fmla="*/ 31236 h 88"/>
                <a:gd name="T16" fmla="*/ 6645 w 28"/>
                <a:gd name="T17" fmla="*/ 29744 h 88"/>
                <a:gd name="T18" fmla="*/ 2270 w 28"/>
                <a:gd name="T19" fmla="*/ 17387 h 88"/>
                <a:gd name="T20" fmla="*/ 2470 w 28"/>
                <a:gd name="T21" fmla="*/ 14127 h 88"/>
                <a:gd name="T22" fmla="*/ 2738 w 28"/>
                <a:gd name="T23" fmla="*/ 8038 h 88"/>
                <a:gd name="T24" fmla="*/ 2270 w 28"/>
                <a:gd name="T25" fmla="*/ 5448 h 88"/>
                <a:gd name="T26" fmla="*/ 1488 w 28"/>
                <a:gd name="T27" fmla="*/ 1071 h 88"/>
                <a:gd name="T28" fmla="*/ 783 w 28"/>
                <a:gd name="T29" fmla="*/ 401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88">
                  <a:moveTo>
                    <a:pt x="3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" y="9"/>
                    <a:pt x="2" y="13"/>
                    <a:pt x="3" y="17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6" y="29"/>
                    <a:pt x="6" y="33"/>
                    <a:pt x="4" y="37"/>
                  </a:cubicBezTo>
                  <a:cubicBezTo>
                    <a:pt x="4" y="41"/>
                    <a:pt x="3" y="44"/>
                    <a:pt x="3" y="48"/>
                  </a:cubicBezTo>
                  <a:cubicBezTo>
                    <a:pt x="2" y="63"/>
                    <a:pt x="10" y="78"/>
                    <a:pt x="23" y="87"/>
                  </a:cubicBezTo>
                  <a:cubicBezTo>
                    <a:pt x="25" y="88"/>
                    <a:pt x="27" y="88"/>
                    <a:pt x="28" y="86"/>
                  </a:cubicBezTo>
                  <a:cubicBezTo>
                    <a:pt x="28" y="85"/>
                    <a:pt x="28" y="83"/>
                    <a:pt x="27" y="82"/>
                  </a:cubicBezTo>
                  <a:cubicBezTo>
                    <a:pt x="15" y="74"/>
                    <a:pt x="8" y="61"/>
                    <a:pt x="9" y="48"/>
                  </a:cubicBezTo>
                  <a:cubicBezTo>
                    <a:pt x="9" y="45"/>
                    <a:pt x="10" y="42"/>
                    <a:pt x="10" y="39"/>
                  </a:cubicBezTo>
                  <a:cubicBezTo>
                    <a:pt x="11" y="34"/>
                    <a:pt x="13" y="29"/>
                    <a:pt x="11" y="22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1"/>
                    <a:pt x="7" y="7"/>
                    <a:pt x="6" y="3"/>
                  </a:cubicBezTo>
                  <a:cubicBezTo>
                    <a:pt x="6" y="2"/>
                    <a:pt x="4" y="0"/>
                    <a:pt x="3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3" name="Freeform 877">
              <a:extLst>
                <a:ext uri="{FF2B5EF4-FFF2-40B4-BE49-F238E27FC236}">
                  <a16:creationId xmlns:a16="http://schemas.microsoft.com/office/drawing/2014/main" id="{D888ED24-79DC-48ED-B815-D643CF115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2785"/>
              <a:ext cx="120" cy="323"/>
            </a:xfrm>
            <a:custGeom>
              <a:avLst/>
              <a:gdLst>
                <a:gd name="T0" fmla="*/ 520 w 48"/>
                <a:gd name="T1" fmla="*/ 398 h 121"/>
                <a:gd name="T2" fmla="*/ 313 w 48"/>
                <a:gd name="T3" fmla="*/ 1468 h 121"/>
                <a:gd name="T4" fmla="*/ 1770 w 48"/>
                <a:gd name="T5" fmla="*/ 6086 h 121"/>
                <a:gd name="T6" fmla="*/ 2938 w 48"/>
                <a:gd name="T7" fmla="*/ 9754 h 121"/>
                <a:gd name="T8" fmla="*/ 3908 w 48"/>
                <a:gd name="T9" fmla="*/ 21022 h 121"/>
                <a:gd name="T10" fmla="*/ 3908 w 48"/>
                <a:gd name="T11" fmla="*/ 22084 h 121"/>
                <a:gd name="T12" fmla="*/ 7158 w 48"/>
                <a:gd name="T13" fmla="*/ 33362 h 121"/>
                <a:gd name="T14" fmla="*/ 10083 w 48"/>
                <a:gd name="T15" fmla="*/ 42705 h 121"/>
                <a:gd name="T16" fmla="*/ 10750 w 48"/>
                <a:gd name="T17" fmla="*/ 43768 h 121"/>
                <a:gd name="T18" fmla="*/ 11533 w 48"/>
                <a:gd name="T19" fmla="*/ 42705 h 121"/>
                <a:gd name="T20" fmla="*/ 8333 w 48"/>
                <a:gd name="T21" fmla="*/ 31846 h 121"/>
                <a:gd name="T22" fmla="*/ 5395 w 48"/>
                <a:gd name="T23" fmla="*/ 22084 h 121"/>
                <a:gd name="T24" fmla="*/ 5395 w 48"/>
                <a:gd name="T25" fmla="*/ 21265 h 121"/>
                <a:gd name="T26" fmla="*/ 4425 w 48"/>
                <a:gd name="T27" fmla="*/ 9092 h 121"/>
                <a:gd name="T28" fmla="*/ 2938 w 48"/>
                <a:gd name="T29" fmla="*/ 5024 h 121"/>
                <a:gd name="T30" fmla="*/ 1488 w 48"/>
                <a:gd name="T31" fmla="*/ 662 h 121"/>
                <a:gd name="T32" fmla="*/ 520 w 48"/>
                <a:gd name="T33" fmla="*/ 398 h 1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" h="121">
                  <a:moveTo>
                    <a:pt x="2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7" y="39"/>
                    <a:pt x="17" y="47"/>
                    <a:pt x="16" y="58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5" y="74"/>
                    <a:pt x="23" y="83"/>
                    <a:pt x="29" y="92"/>
                  </a:cubicBezTo>
                  <a:cubicBezTo>
                    <a:pt x="36" y="100"/>
                    <a:pt x="42" y="108"/>
                    <a:pt x="41" y="118"/>
                  </a:cubicBezTo>
                  <a:cubicBezTo>
                    <a:pt x="41" y="119"/>
                    <a:pt x="43" y="121"/>
                    <a:pt x="44" y="121"/>
                  </a:cubicBezTo>
                  <a:cubicBezTo>
                    <a:pt x="46" y="121"/>
                    <a:pt x="47" y="119"/>
                    <a:pt x="47" y="118"/>
                  </a:cubicBezTo>
                  <a:cubicBezTo>
                    <a:pt x="48" y="106"/>
                    <a:pt x="41" y="97"/>
                    <a:pt x="34" y="88"/>
                  </a:cubicBezTo>
                  <a:cubicBezTo>
                    <a:pt x="28" y="80"/>
                    <a:pt x="21" y="72"/>
                    <a:pt x="22" y="61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3" y="47"/>
                    <a:pt x="23" y="38"/>
                    <a:pt x="18" y="25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4" name="Freeform 878">
              <a:extLst>
                <a:ext uri="{FF2B5EF4-FFF2-40B4-BE49-F238E27FC236}">
                  <a16:creationId xmlns:a16="http://schemas.microsoft.com/office/drawing/2014/main" id="{AD99C676-6380-4468-AF6E-002EFB842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775"/>
              <a:ext cx="55" cy="218"/>
            </a:xfrm>
            <a:custGeom>
              <a:avLst/>
              <a:gdLst>
                <a:gd name="T0" fmla="*/ 2270 w 22"/>
                <a:gd name="T1" fmla="*/ 396 h 82"/>
                <a:gd name="T2" fmla="*/ 1770 w 22"/>
                <a:gd name="T3" fmla="*/ 1449 h 82"/>
                <a:gd name="T4" fmla="*/ 2470 w 22"/>
                <a:gd name="T5" fmla="*/ 4248 h 82"/>
                <a:gd name="T6" fmla="*/ 3908 w 22"/>
                <a:gd name="T7" fmla="*/ 13790 h 82"/>
                <a:gd name="T8" fmla="*/ 2270 w 22"/>
                <a:gd name="T9" fmla="*/ 19782 h 82"/>
                <a:gd name="T10" fmla="*/ 313 w 22"/>
                <a:gd name="T11" fmla="*/ 27869 h 82"/>
                <a:gd name="T12" fmla="*/ 988 w 22"/>
                <a:gd name="T13" fmla="*/ 28970 h 82"/>
                <a:gd name="T14" fmla="*/ 1770 w 22"/>
                <a:gd name="T15" fmla="*/ 27869 h 82"/>
                <a:gd name="T16" fmla="*/ 3438 w 22"/>
                <a:gd name="T17" fmla="*/ 20835 h 82"/>
                <a:gd name="T18" fmla="*/ 5395 w 22"/>
                <a:gd name="T19" fmla="*/ 13790 h 82"/>
                <a:gd name="T20" fmla="*/ 3720 w 22"/>
                <a:gd name="T21" fmla="*/ 3592 h 82"/>
                <a:gd name="T22" fmla="*/ 3250 w 22"/>
                <a:gd name="T23" fmla="*/ 657 h 82"/>
                <a:gd name="T24" fmla="*/ 2270 w 22"/>
                <a:gd name="T25" fmla="*/ 396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82">
                  <a:moveTo>
                    <a:pt x="9" y="1"/>
                  </a:moveTo>
                  <a:cubicBezTo>
                    <a:pt x="7" y="1"/>
                    <a:pt x="6" y="3"/>
                    <a:pt x="7" y="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3" y="21"/>
                    <a:pt x="16" y="30"/>
                    <a:pt x="16" y="39"/>
                  </a:cubicBezTo>
                  <a:cubicBezTo>
                    <a:pt x="15" y="45"/>
                    <a:pt x="12" y="51"/>
                    <a:pt x="9" y="56"/>
                  </a:cubicBezTo>
                  <a:cubicBezTo>
                    <a:pt x="5" y="63"/>
                    <a:pt x="0" y="69"/>
                    <a:pt x="1" y="79"/>
                  </a:cubicBezTo>
                  <a:cubicBezTo>
                    <a:pt x="1" y="81"/>
                    <a:pt x="3" y="82"/>
                    <a:pt x="4" y="82"/>
                  </a:cubicBezTo>
                  <a:cubicBezTo>
                    <a:pt x="6" y="82"/>
                    <a:pt x="7" y="80"/>
                    <a:pt x="7" y="79"/>
                  </a:cubicBezTo>
                  <a:cubicBezTo>
                    <a:pt x="6" y="71"/>
                    <a:pt x="10" y="65"/>
                    <a:pt x="14" y="59"/>
                  </a:cubicBezTo>
                  <a:cubicBezTo>
                    <a:pt x="18" y="53"/>
                    <a:pt x="21" y="47"/>
                    <a:pt x="22" y="39"/>
                  </a:cubicBezTo>
                  <a:cubicBezTo>
                    <a:pt x="22" y="29"/>
                    <a:pt x="19" y="19"/>
                    <a:pt x="15" y="10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1"/>
                    <a:pt x="10" y="0"/>
                    <a:pt x="9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5" name="Freeform 879">
              <a:extLst>
                <a:ext uri="{FF2B5EF4-FFF2-40B4-BE49-F238E27FC236}">
                  <a16:creationId xmlns:a16="http://schemas.microsoft.com/office/drawing/2014/main" id="{495E10CF-11C5-4A71-90E9-8549CD283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3009"/>
              <a:ext cx="108" cy="230"/>
            </a:xfrm>
            <a:custGeom>
              <a:avLst/>
              <a:gdLst>
                <a:gd name="T0" fmla="*/ 316 w 43"/>
                <a:gd name="T1" fmla="*/ 1072 h 86"/>
                <a:gd name="T2" fmla="*/ 3973 w 43"/>
                <a:gd name="T3" fmla="*/ 10692 h 86"/>
                <a:gd name="T4" fmla="*/ 6005 w 43"/>
                <a:gd name="T5" fmla="*/ 13139 h 86"/>
                <a:gd name="T6" fmla="*/ 8793 w 43"/>
                <a:gd name="T7" fmla="*/ 29975 h 86"/>
                <a:gd name="T8" fmla="*/ 9318 w 43"/>
                <a:gd name="T9" fmla="*/ 31050 h 86"/>
                <a:gd name="T10" fmla="*/ 10315 w 43"/>
                <a:gd name="T11" fmla="*/ 30397 h 86"/>
                <a:gd name="T12" fmla="*/ 7002 w 43"/>
                <a:gd name="T13" fmla="*/ 11765 h 86"/>
                <a:gd name="T14" fmla="*/ 4820 w 43"/>
                <a:gd name="T15" fmla="*/ 8740 h 86"/>
                <a:gd name="T16" fmla="*/ 1791 w 43"/>
                <a:gd name="T17" fmla="*/ 1072 h 86"/>
                <a:gd name="T18" fmla="*/ 1311 w 43"/>
                <a:gd name="T19" fmla="*/ 0 h 86"/>
                <a:gd name="T20" fmla="*/ 316 w 43"/>
                <a:gd name="T21" fmla="*/ 1072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86">
                  <a:moveTo>
                    <a:pt x="1" y="3"/>
                  </a:moveTo>
                  <a:cubicBezTo>
                    <a:pt x="0" y="16"/>
                    <a:pt x="8" y="23"/>
                    <a:pt x="16" y="29"/>
                  </a:cubicBezTo>
                  <a:cubicBezTo>
                    <a:pt x="18" y="31"/>
                    <a:pt x="21" y="33"/>
                    <a:pt x="24" y="36"/>
                  </a:cubicBezTo>
                  <a:cubicBezTo>
                    <a:pt x="36" y="49"/>
                    <a:pt x="37" y="66"/>
                    <a:pt x="35" y="82"/>
                  </a:cubicBezTo>
                  <a:cubicBezTo>
                    <a:pt x="35" y="84"/>
                    <a:pt x="36" y="85"/>
                    <a:pt x="37" y="85"/>
                  </a:cubicBezTo>
                  <a:cubicBezTo>
                    <a:pt x="39" y="86"/>
                    <a:pt x="41" y="84"/>
                    <a:pt x="41" y="83"/>
                  </a:cubicBezTo>
                  <a:cubicBezTo>
                    <a:pt x="43" y="65"/>
                    <a:pt x="42" y="47"/>
                    <a:pt x="28" y="32"/>
                  </a:cubicBezTo>
                  <a:cubicBezTo>
                    <a:pt x="25" y="29"/>
                    <a:pt x="22" y="26"/>
                    <a:pt x="19" y="24"/>
                  </a:cubicBezTo>
                  <a:cubicBezTo>
                    <a:pt x="12" y="18"/>
                    <a:pt x="7" y="14"/>
                    <a:pt x="7" y="3"/>
                  </a:cubicBezTo>
                  <a:cubicBezTo>
                    <a:pt x="8" y="2"/>
                    <a:pt x="6" y="0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6" name="Freeform 880">
              <a:extLst>
                <a:ext uri="{FF2B5EF4-FFF2-40B4-BE49-F238E27FC236}">
                  <a16:creationId xmlns:a16="http://schemas.microsoft.com/office/drawing/2014/main" id="{FDB4E93C-78E3-405A-BC9F-A19333F79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892"/>
              <a:ext cx="70" cy="171"/>
            </a:xfrm>
            <a:custGeom>
              <a:avLst/>
              <a:gdLst>
                <a:gd name="T0" fmla="*/ 0 w 28"/>
                <a:gd name="T1" fmla="*/ 671 h 64"/>
                <a:gd name="T2" fmla="*/ 520 w 28"/>
                <a:gd name="T3" fmla="*/ 2191 h 64"/>
                <a:gd name="T4" fmla="*/ 5208 w 28"/>
                <a:gd name="T5" fmla="*/ 18254 h 64"/>
                <a:gd name="T6" fmla="*/ 5395 w 28"/>
                <a:gd name="T7" fmla="*/ 22225 h 64"/>
                <a:gd name="T8" fmla="*/ 6175 w 28"/>
                <a:gd name="T9" fmla="*/ 23288 h 64"/>
                <a:gd name="T10" fmla="*/ 6845 w 28"/>
                <a:gd name="T11" fmla="*/ 21824 h 64"/>
                <a:gd name="T12" fmla="*/ 6645 w 28"/>
                <a:gd name="T13" fmla="*/ 18254 h 64"/>
                <a:gd name="T14" fmla="*/ 1300 w 28"/>
                <a:gd name="T15" fmla="*/ 401 h 64"/>
                <a:gd name="T16" fmla="*/ 0 w 28"/>
                <a:gd name="T17" fmla="*/ 671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4">
                  <a:moveTo>
                    <a:pt x="0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19" y="15"/>
                    <a:pt x="20" y="32"/>
                    <a:pt x="21" y="50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2" y="62"/>
                    <a:pt x="24" y="64"/>
                    <a:pt x="25" y="64"/>
                  </a:cubicBezTo>
                  <a:cubicBezTo>
                    <a:pt x="27" y="63"/>
                    <a:pt x="28" y="62"/>
                    <a:pt x="28" y="6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6" y="31"/>
                    <a:pt x="25" y="12"/>
                    <a:pt x="5" y="1"/>
                  </a:cubicBezTo>
                  <a:cubicBezTo>
                    <a:pt x="3" y="0"/>
                    <a:pt x="1" y="0"/>
                    <a:pt x="0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7" name="Freeform 881">
              <a:extLst>
                <a:ext uri="{FF2B5EF4-FFF2-40B4-BE49-F238E27FC236}">
                  <a16:creationId xmlns:a16="http://schemas.microsoft.com/office/drawing/2014/main" id="{12F94ECA-0737-4499-83EE-4D989B7D7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977"/>
              <a:ext cx="202" cy="88"/>
            </a:xfrm>
            <a:custGeom>
              <a:avLst/>
              <a:gdLst>
                <a:gd name="T0" fmla="*/ 18023 w 81"/>
                <a:gd name="T1" fmla="*/ 661 h 33"/>
                <a:gd name="T2" fmla="*/ 8856 w 81"/>
                <a:gd name="T3" fmla="*/ 5405 h 33"/>
                <a:gd name="T4" fmla="*/ 466 w 81"/>
                <a:gd name="T5" fmla="*/ 9707 h 33"/>
                <a:gd name="T6" fmla="*/ 187 w 81"/>
                <a:gd name="T7" fmla="*/ 11171 h 33"/>
                <a:gd name="T8" fmla="*/ 1162 w 81"/>
                <a:gd name="T9" fmla="*/ 11469 h 33"/>
                <a:gd name="T10" fmla="*/ 8856 w 81"/>
                <a:gd name="T11" fmla="*/ 7531 h 33"/>
                <a:gd name="T12" fmla="*/ 19292 w 81"/>
                <a:gd name="T13" fmla="*/ 2184 h 33"/>
                <a:gd name="T14" fmla="*/ 19292 w 81"/>
                <a:gd name="T15" fmla="*/ 661 h 33"/>
                <a:gd name="T16" fmla="*/ 18023 w 81"/>
                <a:gd name="T17" fmla="*/ 661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33">
                  <a:moveTo>
                    <a:pt x="75" y="2"/>
                  </a:moveTo>
                  <a:cubicBezTo>
                    <a:pt x="65" y="13"/>
                    <a:pt x="52" y="14"/>
                    <a:pt x="37" y="15"/>
                  </a:cubicBezTo>
                  <a:cubicBezTo>
                    <a:pt x="21" y="16"/>
                    <a:pt x="14" y="19"/>
                    <a:pt x="2" y="27"/>
                  </a:cubicBezTo>
                  <a:cubicBezTo>
                    <a:pt x="0" y="28"/>
                    <a:pt x="0" y="30"/>
                    <a:pt x="1" y="31"/>
                  </a:cubicBezTo>
                  <a:cubicBezTo>
                    <a:pt x="2" y="33"/>
                    <a:pt x="3" y="33"/>
                    <a:pt x="5" y="32"/>
                  </a:cubicBezTo>
                  <a:cubicBezTo>
                    <a:pt x="17" y="24"/>
                    <a:pt x="23" y="22"/>
                    <a:pt x="37" y="21"/>
                  </a:cubicBezTo>
                  <a:cubicBezTo>
                    <a:pt x="54" y="20"/>
                    <a:pt x="68" y="19"/>
                    <a:pt x="80" y="6"/>
                  </a:cubicBezTo>
                  <a:cubicBezTo>
                    <a:pt x="81" y="4"/>
                    <a:pt x="81" y="3"/>
                    <a:pt x="80" y="2"/>
                  </a:cubicBezTo>
                  <a:cubicBezTo>
                    <a:pt x="78" y="0"/>
                    <a:pt x="76" y="1"/>
                    <a:pt x="75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8" name="Freeform 882">
              <a:extLst>
                <a:ext uri="{FF2B5EF4-FFF2-40B4-BE49-F238E27FC236}">
                  <a16:creationId xmlns:a16="http://schemas.microsoft.com/office/drawing/2014/main" id="{322D72D4-51DD-4B93-A620-A259589C6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3167"/>
              <a:ext cx="118" cy="160"/>
            </a:xfrm>
            <a:custGeom>
              <a:avLst/>
              <a:gdLst>
                <a:gd name="T0" fmla="*/ 316 w 47"/>
                <a:gd name="T1" fmla="*/ 1059 h 60"/>
                <a:gd name="T2" fmla="*/ 5478 w 47"/>
                <a:gd name="T3" fmla="*/ 12949 h 60"/>
                <a:gd name="T4" fmla="*/ 9972 w 47"/>
                <a:gd name="T5" fmla="*/ 20877 h 60"/>
                <a:gd name="T6" fmla="*/ 10969 w 47"/>
                <a:gd name="T7" fmla="*/ 21597 h 60"/>
                <a:gd name="T8" fmla="*/ 11491 w 47"/>
                <a:gd name="T9" fmla="*/ 20083 h 60"/>
                <a:gd name="T10" fmla="*/ 6472 w 47"/>
                <a:gd name="T11" fmla="*/ 11469 h 60"/>
                <a:gd name="T12" fmla="*/ 1790 w 47"/>
                <a:gd name="T13" fmla="*/ 1459 h 60"/>
                <a:gd name="T14" fmla="*/ 997 w 47"/>
                <a:gd name="T15" fmla="*/ 0 h 60"/>
                <a:gd name="T16" fmla="*/ 316 w 47"/>
                <a:gd name="T17" fmla="*/ 1059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60">
                  <a:moveTo>
                    <a:pt x="1" y="3"/>
                  </a:moveTo>
                  <a:cubicBezTo>
                    <a:pt x="0" y="18"/>
                    <a:pt x="11" y="27"/>
                    <a:pt x="22" y="36"/>
                  </a:cubicBezTo>
                  <a:cubicBezTo>
                    <a:pt x="31" y="43"/>
                    <a:pt x="38" y="50"/>
                    <a:pt x="40" y="58"/>
                  </a:cubicBezTo>
                  <a:cubicBezTo>
                    <a:pt x="41" y="59"/>
                    <a:pt x="42" y="60"/>
                    <a:pt x="44" y="60"/>
                  </a:cubicBezTo>
                  <a:cubicBezTo>
                    <a:pt x="46" y="59"/>
                    <a:pt x="47" y="58"/>
                    <a:pt x="46" y="56"/>
                  </a:cubicBezTo>
                  <a:cubicBezTo>
                    <a:pt x="44" y="46"/>
                    <a:pt x="35" y="39"/>
                    <a:pt x="26" y="32"/>
                  </a:cubicBezTo>
                  <a:cubicBezTo>
                    <a:pt x="16" y="23"/>
                    <a:pt x="6" y="15"/>
                    <a:pt x="7" y="4"/>
                  </a:cubicBezTo>
                  <a:cubicBezTo>
                    <a:pt x="7" y="2"/>
                    <a:pt x="6" y="1"/>
                    <a:pt x="4" y="0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9" name="Freeform 883">
              <a:extLst>
                <a:ext uri="{FF2B5EF4-FFF2-40B4-BE49-F238E27FC236}">
                  <a16:creationId xmlns:a16="http://schemas.microsoft.com/office/drawing/2014/main" id="{B1CB7F84-C50D-40D8-88C1-B3CE2DCCF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3351"/>
              <a:ext cx="62" cy="210"/>
            </a:xfrm>
            <a:custGeom>
              <a:avLst/>
              <a:gdLst>
                <a:gd name="T0" fmla="*/ 456 w 25"/>
                <a:gd name="T1" fmla="*/ 657 h 79"/>
                <a:gd name="T2" fmla="*/ 1401 w 25"/>
                <a:gd name="T3" fmla="*/ 6388 h 79"/>
                <a:gd name="T4" fmla="*/ 1587 w 25"/>
                <a:gd name="T5" fmla="*/ 7044 h 79"/>
                <a:gd name="T6" fmla="*/ 3752 w 25"/>
                <a:gd name="T7" fmla="*/ 14875 h 79"/>
                <a:gd name="T8" fmla="*/ 4422 w 25"/>
                <a:gd name="T9" fmla="*/ 26803 h 79"/>
                <a:gd name="T10" fmla="*/ 5141 w 25"/>
                <a:gd name="T11" fmla="*/ 27856 h 79"/>
                <a:gd name="T12" fmla="*/ 5826 w 25"/>
                <a:gd name="T13" fmla="*/ 26803 h 79"/>
                <a:gd name="T14" fmla="*/ 5141 w 25"/>
                <a:gd name="T15" fmla="*/ 14479 h 79"/>
                <a:gd name="T16" fmla="*/ 2805 w 25"/>
                <a:gd name="T17" fmla="*/ 5992 h 79"/>
                <a:gd name="T18" fmla="*/ 2535 w 25"/>
                <a:gd name="T19" fmla="*/ 5301 h 79"/>
                <a:gd name="T20" fmla="*/ 1895 w 25"/>
                <a:gd name="T21" fmla="*/ 1449 h 79"/>
                <a:gd name="T22" fmla="*/ 1401 w 25"/>
                <a:gd name="T23" fmla="*/ 0 h 79"/>
                <a:gd name="T24" fmla="*/ 456 w 25"/>
                <a:gd name="T25" fmla="*/ 657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79">
                  <a:moveTo>
                    <a:pt x="2" y="2"/>
                  </a:moveTo>
                  <a:cubicBezTo>
                    <a:pt x="0" y="8"/>
                    <a:pt x="3" y="14"/>
                    <a:pt x="6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12" y="29"/>
                    <a:pt x="14" y="32"/>
                    <a:pt x="16" y="42"/>
                  </a:cubicBezTo>
                  <a:cubicBezTo>
                    <a:pt x="17" y="53"/>
                    <a:pt x="19" y="63"/>
                    <a:pt x="19" y="76"/>
                  </a:cubicBezTo>
                  <a:cubicBezTo>
                    <a:pt x="19" y="77"/>
                    <a:pt x="20" y="79"/>
                    <a:pt x="22" y="79"/>
                  </a:cubicBezTo>
                  <a:cubicBezTo>
                    <a:pt x="24" y="79"/>
                    <a:pt x="25" y="77"/>
                    <a:pt x="25" y="76"/>
                  </a:cubicBezTo>
                  <a:cubicBezTo>
                    <a:pt x="25" y="63"/>
                    <a:pt x="23" y="52"/>
                    <a:pt x="22" y="41"/>
                  </a:cubicBezTo>
                  <a:cubicBezTo>
                    <a:pt x="20" y="30"/>
                    <a:pt x="17" y="26"/>
                    <a:pt x="12" y="17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9" y="12"/>
                    <a:pt x="6" y="7"/>
                    <a:pt x="8" y="4"/>
                  </a:cubicBezTo>
                  <a:cubicBezTo>
                    <a:pt x="8" y="3"/>
                    <a:pt x="8" y="1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0" name="Freeform 884">
              <a:extLst>
                <a:ext uri="{FF2B5EF4-FFF2-40B4-BE49-F238E27FC236}">
                  <a16:creationId xmlns:a16="http://schemas.microsoft.com/office/drawing/2014/main" id="{4CA84EFE-A5CC-4EA3-86E6-7AE805E1A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4" y="3428"/>
              <a:ext cx="107" cy="133"/>
            </a:xfrm>
            <a:custGeom>
              <a:avLst/>
              <a:gdLst>
                <a:gd name="T0" fmla="*/ 649 w 43"/>
                <a:gd name="T1" fmla="*/ 0 h 50"/>
                <a:gd name="T2" fmla="*/ 0 w 43"/>
                <a:gd name="T3" fmla="*/ 1053 h 50"/>
                <a:gd name="T4" fmla="*/ 3529 w 43"/>
                <a:gd name="T5" fmla="*/ 11313 h 50"/>
                <a:gd name="T6" fmla="*/ 5437 w 43"/>
                <a:gd name="T7" fmla="*/ 12757 h 50"/>
                <a:gd name="T8" fmla="*/ 8781 w 43"/>
                <a:gd name="T9" fmla="*/ 17016 h 50"/>
                <a:gd name="T10" fmla="*/ 9739 w 43"/>
                <a:gd name="T11" fmla="*/ 17314 h 50"/>
                <a:gd name="T12" fmla="*/ 10001 w 43"/>
                <a:gd name="T13" fmla="*/ 15976 h 50"/>
                <a:gd name="T14" fmla="*/ 5900 w 43"/>
                <a:gd name="T15" fmla="*/ 10917 h 50"/>
                <a:gd name="T16" fmla="*/ 4297 w 43"/>
                <a:gd name="T17" fmla="*/ 9616 h 50"/>
                <a:gd name="T18" fmla="*/ 1418 w 43"/>
                <a:gd name="T19" fmla="*/ 657 h 50"/>
                <a:gd name="T20" fmla="*/ 649 w 43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50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15"/>
                    <a:pt x="4" y="24"/>
                    <a:pt x="15" y="32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8" y="40"/>
                    <a:pt x="33" y="42"/>
                    <a:pt x="37" y="48"/>
                  </a:cubicBezTo>
                  <a:cubicBezTo>
                    <a:pt x="38" y="50"/>
                    <a:pt x="39" y="50"/>
                    <a:pt x="41" y="49"/>
                  </a:cubicBezTo>
                  <a:cubicBezTo>
                    <a:pt x="42" y="48"/>
                    <a:pt x="43" y="46"/>
                    <a:pt x="42" y="45"/>
                  </a:cubicBezTo>
                  <a:cubicBezTo>
                    <a:pt x="37" y="38"/>
                    <a:pt x="31" y="34"/>
                    <a:pt x="25" y="31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9" y="21"/>
                    <a:pt x="7" y="13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1" name="Freeform 885">
              <a:extLst>
                <a:ext uri="{FF2B5EF4-FFF2-40B4-BE49-F238E27FC236}">
                  <a16:creationId xmlns:a16="http://schemas.microsoft.com/office/drawing/2014/main" id="{27EFD9A6-E788-4FAB-B16B-A69C851CA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3447"/>
              <a:ext cx="80" cy="157"/>
            </a:xfrm>
            <a:custGeom>
              <a:avLst/>
              <a:gdLst>
                <a:gd name="T0" fmla="*/ 6845 w 32"/>
                <a:gd name="T1" fmla="*/ 0 h 59"/>
                <a:gd name="T2" fmla="*/ 988 w 32"/>
                <a:gd name="T3" fmla="*/ 8121 h 59"/>
                <a:gd name="T4" fmla="*/ 783 w 32"/>
                <a:gd name="T5" fmla="*/ 13885 h 59"/>
                <a:gd name="T6" fmla="*/ 313 w 32"/>
                <a:gd name="T7" fmla="*/ 19205 h 59"/>
                <a:gd name="T8" fmla="*/ 520 w 32"/>
                <a:gd name="T9" fmla="*/ 20556 h 59"/>
                <a:gd name="T10" fmla="*/ 1488 w 32"/>
                <a:gd name="T11" fmla="*/ 20556 h 59"/>
                <a:gd name="T12" fmla="*/ 2270 w 32"/>
                <a:gd name="T13" fmla="*/ 13885 h 59"/>
                <a:gd name="T14" fmla="*/ 2270 w 32"/>
                <a:gd name="T15" fmla="*/ 8930 h 59"/>
                <a:gd name="T16" fmla="*/ 7345 w 32"/>
                <a:gd name="T17" fmla="*/ 2145 h 59"/>
                <a:gd name="T18" fmla="*/ 7813 w 32"/>
                <a:gd name="T19" fmla="*/ 1054 h 59"/>
                <a:gd name="T20" fmla="*/ 6845 w 32"/>
                <a:gd name="T21" fmla="*/ 0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59">
                  <a:moveTo>
                    <a:pt x="28" y="0"/>
                  </a:moveTo>
                  <a:cubicBezTo>
                    <a:pt x="18" y="3"/>
                    <a:pt x="8" y="12"/>
                    <a:pt x="4" y="23"/>
                  </a:cubicBezTo>
                  <a:cubicBezTo>
                    <a:pt x="2" y="28"/>
                    <a:pt x="2" y="34"/>
                    <a:pt x="3" y="39"/>
                  </a:cubicBezTo>
                  <a:cubicBezTo>
                    <a:pt x="3" y="45"/>
                    <a:pt x="4" y="50"/>
                    <a:pt x="1" y="54"/>
                  </a:cubicBezTo>
                  <a:cubicBezTo>
                    <a:pt x="0" y="55"/>
                    <a:pt x="0" y="57"/>
                    <a:pt x="2" y="58"/>
                  </a:cubicBezTo>
                  <a:cubicBezTo>
                    <a:pt x="3" y="59"/>
                    <a:pt x="5" y="59"/>
                    <a:pt x="6" y="58"/>
                  </a:cubicBezTo>
                  <a:cubicBezTo>
                    <a:pt x="10" y="52"/>
                    <a:pt x="9" y="45"/>
                    <a:pt x="9" y="39"/>
                  </a:cubicBezTo>
                  <a:cubicBezTo>
                    <a:pt x="8" y="34"/>
                    <a:pt x="8" y="29"/>
                    <a:pt x="9" y="25"/>
                  </a:cubicBezTo>
                  <a:cubicBezTo>
                    <a:pt x="13" y="16"/>
                    <a:pt x="21" y="8"/>
                    <a:pt x="30" y="6"/>
                  </a:cubicBezTo>
                  <a:cubicBezTo>
                    <a:pt x="31" y="6"/>
                    <a:pt x="32" y="4"/>
                    <a:pt x="32" y="3"/>
                  </a:cubicBezTo>
                  <a:cubicBezTo>
                    <a:pt x="32" y="1"/>
                    <a:pt x="30" y="0"/>
                    <a:pt x="28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2" name="Freeform 886">
              <a:extLst>
                <a:ext uri="{FF2B5EF4-FFF2-40B4-BE49-F238E27FC236}">
                  <a16:creationId xmlns:a16="http://schemas.microsoft.com/office/drawing/2014/main" id="{B1BB91FF-3293-47D3-A96F-4880B57DC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3479"/>
              <a:ext cx="85" cy="290"/>
            </a:xfrm>
            <a:custGeom>
              <a:avLst/>
              <a:gdLst>
                <a:gd name="T0" fmla="*/ 2938 w 34"/>
                <a:gd name="T1" fmla="*/ 657 h 109"/>
                <a:gd name="T2" fmla="*/ 2938 w 34"/>
                <a:gd name="T3" fmla="*/ 15572 h 109"/>
                <a:gd name="T4" fmla="*/ 3438 w 34"/>
                <a:gd name="T5" fmla="*/ 17738 h 109"/>
                <a:gd name="T6" fmla="*/ 4220 w 34"/>
                <a:gd name="T7" fmla="*/ 36928 h 109"/>
                <a:gd name="T8" fmla="*/ 4425 w 34"/>
                <a:gd name="T9" fmla="*/ 38288 h 109"/>
                <a:gd name="T10" fmla="*/ 5395 w 34"/>
                <a:gd name="T11" fmla="*/ 37985 h 109"/>
                <a:gd name="T12" fmla="*/ 4895 w 34"/>
                <a:gd name="T13" fmla="*/ 16684 h 109"/>
                <a:gd name="T14" fmla="*/ 4425 w 34"/>
                <a:gd name="T15" fmla="*/ 14936 h 109"/>
                <a:gd name="T16" fmla="*/ 4220 w 34"/>
                <a:gd name="T17" fmla="*/ 2144 h 109"/>
                <a:gd name="T18" fmla="*/ 4220 w 34"/>
                <a:gd name="T19" fmla="*/ 396 h 109"/>
                <a:gd name="T20" fmla="*/ 2938 w 34"/>
                <a:gd name="T21" fmla="*/ 657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109">
                  <a:moveTo>
                    <a:pt x="12" y="2"/>
                  </a:moveTo>
                  <a:cubicBezTo>
                    <a:pt x="0" y="16"/>
                    <a:pt x="6" y="31"/>
                    <a:pt x="12" y="44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22" y="68"/>
                    <a:pt x="27" y="87"/>
                    <a:pt x="17" y="104"/>
                  </a:cubicBezTo>
                  <a:cubicBezTo>
                    <a:pt x="16" y="106"/>
                    <a:pt x="16" y="108"/>
                    <a:pt x="18" y="108"/>
                  </a:cubicBezTo>
                  <a:cubicBezTo>
                    <a:pt x="19" y="109"/>
                    <a:pt x="21" y="109"/>
                    <a:pt x="22" y="107"/>
                  </a:cubicBezTo>
                  <a:cubicBezTo>
                    <a:pt x="34" y="88"/>
                    <a:pt x="28" y="67"/>
                    <a:pt x="20" y="47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2" y="29"/>
                    <a:pt x="7" y="17"/>
                    <a:pt x="17" y="6"/>
                  </a:cubicBezTo>
                  <a:cubicBezTo>
                    <a:pt x="18" y="4"/>
                    <a:pt x="18" y="3"/>
                    <a:pt x="17" y="1"/>
                  </a:cubicBezTo>
                  <a:cubicBezTo>
                    <a:pt x="15" y="0"/>
                    <a:pt x="13" y="0"/>
                    <a:pt x="12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3" name="Freeform 887">
              <a:extLst>
                <a:ext uri="{FF2B5EF4-FFF2-40B4-BE49-F238E27FC236}">
                  <a16:creationId xmlns:a16="http://schemas.microsoft.com/office/drawing/2014/main" id="{FDCA43B0-25DE-49A7-8E75-5513F3C6D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815"/>
              <a:ext cx="40" cy="138"/>
            </a:xfrm>
            <a:custGeom>
              <a:avLst/>
              <a:gdLst>
                <a:gd name="T0" fmla="*/ 3250 w 16"/>
                <a:gd name="T1" fmla="*/ 0 h 52"/>
                <a:gd name="T2" fmla="*/ 2470 w 16"/>
                <a:gd name="T3" fmla="*/ 1048 h 52"/>
                <a:gd name="T4" fmla="*/ 1770 w 16"/>
                <a:gd name="T5" fmla="*/ 6298 h 52"/>
                <a:gd name="T6" fmla="*/ 2470 w 16"/>
                <a:gd name="T7" fmla="*/ 17754 h 52"/>
                <a:gd name="T8" fmla="*/ 3438 w 16"/>
                <a:gd name="T9" fmla="*/ 17515 h 52"/>
                <a:gd name="T10" fmla="*/ 3438 w 16"/>
                <a:gd name="T11" fmla="*/ 16072 h 52"/>
                <a:gd name="T12" fmla="*/ 3250 w 16"/>
                <a:gd name="T13" fmla="*/ 6993 h 52"/>
                <a:gd name="T14" fmla="*/ 3908 w 16"/>
                <a:gd name="T15" fmla="*/ 1048 h 52"/>
                <a:gd name="T16" fmla="*/ 3250 w 16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52">
                  <a:moveTo>
                    <a:pt x="13" y="0"/>
                  </a:moveTo>
                  <a:cubicBezTo>
                    <a:pt x="11" y="0"/>
                    <a:pt x="10" y="1"/>
                    <a:pt x="10" y="3"/>
                  </a:cubicBezTo>
                  <a:cubicBezTo>
                    <a:pt x="10" y="7"/>
                    <a:pt x="9" y="12"/>
                    <a:pt x="7" y="18"/>
                  </a:cubicBezTo>
                  <a:cubicBezTo>
                    <a:pt x="4" y="29"/>
                    <a:pt x="0" y="42"/>
                    <a:pt x="10" y="51"/>
                  </a:cubicBezTo>
                  <a:cubicBezTo>
                    <a:pt x="11" y="52"/>
                    <a:pt x="13" y="52"/>
                    <a:pt x="14" y="50"/>
                  </a:cubicBezTo>
                  <a:cubicBezTo>
                    <a:pt x="15" y="49"/>
                    <a:pt x="15" y="47"/>
                    <a:pt x="14" y="46"/>
                  </a:cubicBezTo>
                  <a:cubicBezTo>
                    <a:pt x="7" y="40"/>
                    <a:pt x="10" y="30"/>
                    <a:pt x="13" y="20"/>
                  </a:cubicBezTo>
                  <a:cubicBezTo>
                    <a:pt x="14" y="14"/>
                    <a:pt x="16" y="8"/>
                    <a:pt x="16" y="3"/>
                  </a:cubicBezTo>
                  <a:cubicBezTo>
                    <a:pt x="16" y="1"/>
                    <a:pt x="15" y="0"/>
                    <a:pt x="1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4" name="Freeform 888">
              <a:extLst>
                <a:ext uri="{FF2B5EF4-FFF2-40B4-BE49-F238E27FC236}">
                  <a16:creationId xmlns:a16="http://schemas.microsoft.com/office/drawing/2014/main" id="{FD40954A-F11D-4075-83BE-F915B714A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3191"/>
              <a:ext cx="100" cy="136"/>
            </a:xfrm>
            <a:custGeom>
              <a:avLst/>
              <a:gdLst>
                <a:gd name="T0" fmla="*/ 783 w 40"/>
                <a:gd name="T1" fmla="*/ 0 h 51"/>
                <a:gd name="T2" fmla="*/ 313 w 40"/>
                <a:gd name="T3" fmla="*/ 1459 h 51"/>
                <a:gd name="T4" fmla="*/ 4895 w 40"/>
                <a:gd name="T5" fmla="*/ 7531 h 51"/>
                <a:gd name="T6" fmla="*/ 6175 w 40"/>
                <a:gd name="T7" fmla="*/ 8248 h 51"/>
                <a:gd name="T8" fmla="*/ 7813 w 40"/>
                <a:gd name="T9" fmla="*/ 11171 h 51"/>
                <a:gd name="T10" fmla="*/ 8333 w 40"/>
                <a:gd name="T11" fmla="*/ 15779 h 51"/>
                <a:gd name="T12" fmla="*/ 8333 w 40"/>
                <a:gd name="T13" fmla="*/ 17237 h 51"/>
                <a:gd name="T14" fmla="*/ 9300 w 40"/>
                <a:gd name="T15" fmla="*/ 18355 h 51"/>
                <a:gd name="T16" fmla="*/ 9770 w 40"/>
                <a:gd name="T17" fmla="*/ 16840 h 51"/>
                <a:gd name="T18" fmla="*/ 9770 w 40"/>
                <a:gd name="T19" fmla="*/ 15531 h 51"/>
                <a:gd name="T20" fmla="*/ 9300 w 40"/>
                <a:gd name="T21" fmla="*/ 10773 h 51"/>
                <a:gd name="T22" fmla="*/ 6645 w 40"/>
                <a:gd name="T23" fmla="*/ 6067 h 51"/>
                <a:gd name="T24" fmla="*/ 5395 w 40"/>
                <a:gd name="T25" fmla="*/ 5405 h 51"/>
                <a:gd name="T26" fmla="*/ 1770 w 40"/>
                <a:gd name="T27" fmla="*/ 661 h 51"/>
                <a:gd name="T28" fmla="*/ 783 w 40"/>
                <a:gd name="T29" fmla="*/ 0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51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5" y="14"/>
                    <a:pt x="10" y="17"/>
                    <a:pt x="20" y="21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30" y="24"/>
                    <a:pt x="30" y="24"/>
                    <a:pt x="32" y="31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4" y="50"/>
                    <a:pt x="36" y="51"/>
                    <a:pt x="38" y="51"/>
                  </a:cubicBezTo>
                  <a:cubicBezTo>
                    <a:pt x="39" y="51"/>
                    <a:pt x="40" y="49"/>
                    <a:pt x="40" y="47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5" y="20"/>
                    <a:pt x="33" y="19"/>
                    <a:pt x="27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3" y="12"/>
                    <a:pt x="10" y="10"/>
                    <a:pt x="7" y="2"/>
                  </a:cubicBezTo>
                  <a:cubicBezTo>
                    <a:pt x="6" y="0"/>
                    <a:pt x="4" y="0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5" name="Freeform 889">
              <a:extLst>
                <a:ext uri="{FF2B5EF4-FFF2-40B4-BE49-F238E27FC236}">
                  <a16:creationId xmlns:a16="http://schemas.microsoft.com/office/drawing/2014/main" id="{6B8F8B70-D6A6-424B-ABC0-A04CEC187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3428"/>
              <a:ext cx="63" cy="192"/>
            </a:xfrm>
            <a:custGeom>
              <a:avLst/>
              <a:gdLst>
                <a:gd name="T0" fmla="*/ 2019 w 25"/>
                <a:gd name="T1" fmla="*/ 661 h 72"/>
                <a:gd name="T2" fmla="*/ 1537 w 25"/>
                <a:gd name="T3" fmla="*/ 11171 h 72"/>
                <a:gd name="T4" fmla="*/ 4559 w 25"/>
                <a:gd name="T5" fmla="*/ 24824 h 72"/>
                <a:gd name="T6" fmla="*/ 5602 w 25"/>
                <a:gd name="T7" fmla="*/ 25485 h 72"/>
                <a:gd name="T8" fmla="*/ 6096 w 25"/>
                <a:gd name="T9" fmla="*/ 24427 h 72"/>
                <a:gd name="T10" fmla="*/ 3074 w 25"/>
                <a:gd name="T11" fmla="*/ 10376 h 72"/>
                <a:gd name="T12" fmla="*/ 3074 w 25"/>
                <a:gd name="T13" fmla="*/ 2184 h 72"/>
                <a:gd name="T14" fmla="*/ 3074 w 25"/>
                <a:gd name="T15" fmla="*/ 397 h 72"/>
                <a:gd name="T16" fmla="*/ 2019 w 25"/>
                <a:gd name="T17" fmla="*/ 661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2">
                  <a:moveTo>
                    <a:pt x="8" y="2"/>
                  </a:moveTo>
                  <a:cubicBezTo>
                    <a:pt x="0" y="9"/>
                    <a:pt x="2" y="22"/>
                    <a:pt x="6" y="31"/>
                  </a:cubicBezTo>
                  <a:cubicBezTo>
                    <a:pt x="11" y="44"/>
                    <a:pt x="15" y="54"/>
                    <a:pt x="18" y="69"/>
                  </a:cubicBezTo>
                  <a:cubicBezTo>
                    <a:pt x="19" y="71"/>
                    <a:pt x="20" y="72"/>
                    <a:pt x="22" y="71"/>
                  </a:cubicBezTo>
                  <a:cubicBezTo>
                    <a:pt x="24" y="71"/>
                    <a:pt x="25" y="70"/>
                    <a:pt x="24" y="68"/>
                  </a:cubicBezTo>
                  <a:cubicBezTo>
                    <a:pt x="21" y="53"/>
                    <a:pt x="17" y="42"/>
                    <a:pt x="12" y="29"/>
                  </a:cubicBezTo>
                  <a:cubicBezTo>
                    <a:pt x="8" y="21"/>
                    <a:pt x="7" y="11"/>
                    <a:pt x="12" y="6"/>
                  </a:cubicBezTo>
                  <a:cubicBezTo>
                    <a:pt x="13" y="5"/>
                    <a:pt x="13" y="3"/>
                    <a:pt x="12" y="1"/>
                  </a:cubicBezTo>
                  <a:cubicBezTo>
                    <a:pt x="11" y="0"/>
                    <a:pt x="9" y="0"/>
                    <a:pt x="8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6" name="Freeform 890">
              <a:extLst>
                <a:ext uri="{FF2B5EF4-FFF2-40B4-BE49-F238E27FC236}">
                  <a16:creationId xmlns:a16="http://schemas.microsoft.com/office/drawing/2014/main" id="{9981A36F-A74A-452A-8838-381D79CF2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124"/>
              <a:ext cx="95" cy="213"/>
            </a:xfrm>
            <a:custGeom>
              <a:avLst/>
              <a:gdLst>
                <a:gd name="T0" fmla="*/ 520 w 38"/>
                <a:gd name="T1" fmla="*/ 0 h 80"/>
                <a:gd name="T2" fmla="*/ 0 w 38"/>
                <a:gd name="T3" fmla="*/ 1454 h 80"/>
                <a:gd name="T4" fmla="*/ 1300 w 38"/>
                <a:gd name="T5" fmla="*/ 4268 h 80"/>
                <a:gd name="T6" fmla="*/ 1958 w 38"/>
                <a:gd name="T7" fmla="*/ 6438 h 80"/>
                <a:gd name="T8" fmla="*/ 2270 w 38"/>
                <a:gd name="T9" fmla="*/ 11100 h 80"/>
                <a:gd name="T10" fmla="*/ 2270 w 38"/>
                <a:gd name="T11" fmla="*/ 13512 h 80"/>
                <a:gd name="T12" fmla="*/ 5395 w 38"/>
                <a:gd name="T13" fmla="*/ 23571 h 80"/>
                <a:gd name="T14" fmla="*/ 7813 w 38"/>
                <a:gd name="T15" fmla="*/ 27839 h 80"/>
                <a:gd name="T16" fmla="*/ 8800 w 38"/>
                <a:gd name="T17" fmla="*/ 28087 h 80"/>
                <a:gd name="T18" fmla="*/ 9113 w 38"/>
                <a:gd name="T19" fmla="*/ 26782 h 80"/>
                <a:gd name="T20" fmla="*/ 6375 w 38"/>
                <a:gd name="T21" fmla="*/ 22061 h 80"/>
                <a:gd name="T22" fmla="*/ 3720 w 38"/>
                <a:gd name="T23" fmla="*/ 13512 h 80"/>
                <a:gd name="T24" fmla="*/ 3720 w 38"/>
                <a:gd name="T25" fmla="*/ 11364 h 80"/>
                <a:gd name="T26" fmla="*/ 3438 w 38"/>
                <a:gd name="T27" fmla="*/ 5735 h 80"/>
                <a:gd name="T28" fmla="*/ 2470 w 38"/>
                <a:gd name="T29" fmla="*/ 3211 h 80"/>
                <a:gd name="T30" fmla="*/ 1488 w 38"/>
                <a:gd name="T31" fmla="*/ 660 h 80"/>
                <a:gd name="T32" fmla="*/ 520 w 38"/>
                <a:gd name="T33" fmla="*/ 0 h 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" h="80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" y="7"/>
                    <a:pt x="3" y="10"/>
                    <a:pt x="5" y="12"/>
                  </a:cubicBezTo>
                  <a:cubicBezTo>
                    <a:pt x="6" y="14"/>
                    <a:pt x="8" y="16"/>
                    <a:pt x="8" y="18"/>
                  </a:cubicBezTo>
                  <a:cubicBezTo>
                    <a:pt x="10" y="22"/>
                    <a:pt x="9" y="27"/>
                    <a:pt x="9" y="31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53"/>
                    <a:pt x="16" y="60"/>
                    <a:pt x="22" y="66"/>
                  </a:cubicBezTo>
                  <a:cubicBezTo>
                    <a:pt x="25" y="70"/>
                    <a:pt x="28" y="73"/>
                    <a:pt x="32" y="78"/>
                  </a:cubicBezTo>
                  <a:cubicBezTo>
                    <a:pt x="32" y="79"/>
                    <a:pt x="34" y="80"/>
                    <a:pt x="36" y="79"/>
                  </a:cubicBezTo>
                  <a:cubicBezTo>
                    <a:pt x="37" y="78"/>
                    <a:pt x="38" y="76"/>
                    <a:pt x="37" y="75"/>
                  </a:cubicBezTo>
                  <a:cubicBezTo>
                    <a:pt x="33" y="69"/>
                    <a:pt x="30" y="65"/>
                    <a:pt x="26" y="62"/>
                  </a:cubicBezTo>
                  <a:cubicBezTo>
                    <a:pt x="20" y="56"/>
                    <a:pt x="15" y="51"/>
                    <a:pt x="15" y="38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27"/>
                    <a:pt x="16" y="21"/>
                    <a:pt x="14" y="16"/>
                  </a:cubicBezTo>
                  <a:cubicBezTo>
                    <a:pt x="13" y="13"/>
                    <a:pt x="11" y="11"/>
                    <a:pt x="10" y="9"/>
                  </a:cubicBezTo>
                  <a:cubicBezTo>
                    <a:pt x="8" y="7"/>
                    <a:pt x="7" y="5"/>
                    <a:pt x="6" y="2"/>
                  </a:cubicBezTo>
                  <a:cubicBezTo>
                    <a:pt x="6" y="1"/>
                    <a:pt x="4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167F96DE-7B26-440A-8141-B03DDDA12A6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Plasmids</a:t>
            </a:r>
          </a:p>
        </p:txBody>
      </p:sp>
      <p:grpSp>
        <p:nvGrpSpPr>
          <p:cNvPr id="36867" name="circular-plasmid-dna-illustration">
            <a:extLst>
              <a:ext uri="{FF2B5EF4-FFF2-40B4-BE49-F238E27FC236}">
                <a16:creationId xmlns:a16="http://schemas.microsoft.com/office/drawing/2014/main" id="{A997E627-5617-41A4-9845-C5B5B9E4C8D2}"/>
              </a:ext>
            </a:extLst>
          </p:cNvPr>
          <p:cNvGrpSpPr>
            <a:grpSpLocks/>
          </p:cNvGrpSpPr>
          <p:nvPr/>
        </p:nvGrpSpPr>
        <p:grpSpPr bwMode="auto">
          <a:xfrm>
            <a:off x="2317750" y="1765300"/>
            <a:ext cx="3403600" cy="3638550"/>
            <a:chOff x="500" y="1112"/>
            <a:chExt cx="2144" cy="2292"/>
          </a:xfrm>
        </p:grpSpPr>
        <p:sp>
          <p:nvSpPr>
            <p:cNvPr id="36933" name="Freeform 4">
              <a:extLst>
                <a:ext uri="{FF2B5EF4-FFF2-40B4-BE49-F238E27FC236}">
                  <a16:creationId xmlns:a16="http://schemas.microsoft.com/office/drawing/2014/main" id="{6D62E38A-8936-49D5-B47D-C83B448A8A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" y="1112"/>
              <a:ext cx="2144" cy="2292"/>
            </a:xfrm>
            <a:custGeom>
              <a:avLst/>
              <a:gdLst>
                <a:gd name="T0" fmla="*/ 6190807 w 433"/>
                <a:gd name="T1" fmla="*/ 2731805 h 434"/>
                <a:gd name="T2" fmla="*/ 5012033 w 433"/>
                <a:gd name="T3" fmla="*/ 846324 h 434"/>
                <a:gd name="T4" fmla="*/ 4214312 w 433"/>
                <a:gd name="T5" fmla="*/ 131531 h 434"/>
                <a:gd name="T6" fmla="*/ 3155141 w 433"/>
                <a:gd name="T7" fmla="*/ 20195 h 434"/>
                <a:gd name="T8" fmla="*/ 2298061 w 433"/>
                <a:gd name="T9" fmla="*/ 196790 h 434"/>
                <a:gd name="T10" fmla="*/ 1503380 w 433"/>
                <a:gd name="T11" fmla="*/ 866519 h 434"/>
                <a:gd name="T12" fmla="*/ 723162 w 433"/>
                <a:gd name="T13" fmla="*/ 2427635 h 434"/>
                <a:gd name="T14" fmla="*/ 0 w 433"/>
                <a:gd name="T15" fmla="*/ 4272008 h 434"/>
                <a:gd name="T16" fmla="*/ 89588 w 433"/>
                <a:gd name="T17" fmla="*/ 5620021 h 434"/>
                <a:gd name="T18" fmla="*/ 574686 w 433"/>
                <a:gd name="T19" fmla="*/ 6987468 h 434"/>
                <a:gd name="T20" fmla="*/ 1517843 w 433"/>
                <a:gd name="T21" fmla="*/ 8224256 h 434"/>
                <a:gd name="T22" fmla="*/ 3095634 w 433"/>
                <a:gd name="T23" fmla="*/ 9045700 h 434"/>
                <a:gd name="T24" fmla="*/ 3949798 w 433"/>
                <a:gd name="T25" fmla="*/ 8939048 h 434"/>
                <a:gd name="T26" fmla="*/ 5307153 w 433"/>
                <a:gd name="T27" fmla="*/ 8285670 h 434"/>
                <a:gd name="T28" fmla="*/ 5792251 w 433"/>
                <a:gd name="T29" fmla="*/ 6531603 h 434"/>
                <a:gd name="T30" fmla="*/ 250076 w 433"/>
                <a:gd name="T31" fmla="*/ 3015031 h 434"/>
                <a:gd name="T32" fmla="*/ 6101809 w 433"/>
                <a:gd name="T33" fmla="*/ 2843004 h 434"/>
                <a:gd name="T34" fmla="*/ 5173115 w 433"/>
                <a:gd name="T35" fmla="*/ 1733898 h 434"/>
                <a:gd name="T36" fmla="*/ 5113514 w 433"/>
                <a:gd name="T37" fmla="*/ 1757911 h 434"/>
                <a:gd name="T38" fmla="*/ 4952407 w 433"/>
                <a:gd name="T39" fmla="*/ 1494991 h 434"/>
                <a:gd name="T40" fmla="*/ 4184821 w 433"/>
                <a:gd name="T41" fmla="*/ 283083 h 434"/>
                <a:gd name="T42" fmla="*/ 3845276 w 433"/>
                <a:gd name="T43" fmla="*/ 628473 h 434"/>
                <a:gd name="T44" fmla="*/ 3241074 w 433"/>
                <a:gd name="T45" fmla="*/ 846324 h 434"/>
                <a:gd name="T46" fmla="*/ 2652044 w 433"/>
                <a:gd name="T47" fmla="*/ 673547 h 434"/>
                <a:gd name="T48" fmla="*/ 1871826 w 433"/>
                <a:gd name="T49" fmla="*/ 1150494 h 434"/>
                <a:gd name="T50" fmla="*/ 869216 w 433"/>
                <a:gd name="T51" fmla="*/ 1778967 h 434"/>
                <a:gd name="T52" fmla="*/ 913641 w 433"/>
                <a:gd name="T53" fmla="*/ 2386389 h 434"/>
                <a:gd name="T54" fmla="*/ 753148 w 433"/>
                <a:gd name="T55" fmla="*/ 2690555 h 434"/>
                <a:gd name="T56" fmla="*/ 339074 w 433"/>
                <a:gd name="T57" fmla="*/ 3146420 h 434"/>
                <a:gd name="T58" fmla="*/ 634188 w 433"/>
                <a:gd name="T59" fmla="*/ 4448608 h 434"/>
                <a:gd name="T60" fmla="*/ 205527 w 433"/>
                <a:gd name="T61" fmla="*/ 5574054 h 434"/>
                <a:gd name="T62" fmla="*/ 723162 w 433"/>
                <a:gd name="T63" fmla="*/ 5381252 h 434"/>
                <a:gd name="T64" fmla="*/ 619136 w 433"/>
                <a:gd name="T65" fmla="*/ 6182364 h 434"/>
                <a:gd name="T66" fmla="*/ 1163717 w 433"/>
                <a:gd name="T67" fmla="*/ 7895206 h 434"/>
                <a:gd name="T68" fmla="*/ 1532777 w 433"/>
                <a:gd name="T69" fmla="*/ 7961336 h 434"/>
                <a:gd name="T70" fmla="*/ 2136959 w 433"/>
                <a:gd name="T71" fmla="*/ 8026737 h 434"/>
                <a:gd name="T72" fmla="*/ 2536000 w 433"/>
                <a:gd name="T73" fmla="*/ 8635047 h 434"/>
                <a:gd name="T74" fmla="*/ 3788691 w 433"/>
                <a:gd name="T75" fmla="*/ 8852760 h 434"/>
                <a:gd name="T76" fmla="*/ 3800733 w 433"/>
                <a:gd name="T77" fmla="*/ 8766441 h 434"/>
                <a:gd name="T78" fmla="*/ 4657907 w 433"/>
                <a:gd name="T79" fmla="*/ 8397032 h 434"/>
                <a:gd name="T80" fmla="*/ 3890315 w 433"/>
                <a:gd name="T81" fmla="*/ 8523710 h 434"/>
                <a:gd name="T82" fmla="*/ 2800520 w 433"/>
                <a:gd name="T83" fmla="*/ 8158126 h 434"/>
                <a:gd name="T84" fmla="*/ 2166940 w 433"/>
                <a:gd name="T85" fmla="*/ 7853960 h 434"/>
                <a:gd name="T86" fmla="*/ 1148664 w 433"/>
                <a:gd name="T87" fmla="*/ 6355146 h 434"/>
                <a:gd name="T88" fmla="*/ 753148 w 433"/>
                <a:gd name="T89" fmla="*/ 4424453 h 434"/>
                <a:gd name="T90" fmla="*/ 988171 w 433"/>
                <a:gd name="T91" fmla="*/ 2645486 h 434"/>
                <a:gd name="T92" fmla="*/ 1369367 w 433"/>
                <a:gd name="T93" fmla="*/ 2407471 h 434"/>
                <a:gd name="T94" fmla="*/ 1901936 w 433"/>
                <a:gd name="T95" fmla="*/ 1778967 h 434"/>
                <a:gd name="T96" fmla="*/ 3211702 w 433"/>
                <a:gd name="T97" fmla="*/ 1018963 h 434"/>
                <a:gd name="T98" fmla="*/ 4613482 w 433"/>
                <a:gd name="T99" fmla="*/ 1733898 h 434"/>
                <a:gd name="T100" fmla="*/ 5821624 w 433"/>
                <a:gd name="T101" fmla="*/ 3841049 h 434"/>
                <a:gd name="T102" fmla="*/ 5717721 w 433"/>
                <a:gd name="T103" fmla="*/ 5249720 h 434"/>
                <a:gd name="T104" fmla="*/ 5423067 w 433"/>
                <a:gd name="T105" fmla="*/ 6420378 h 434"/>
                <a:gd name="T106" fmla="*/ 5217565 w 433"/>
                <a:gd name="T107" fmla="*/ 8179187 h 434"/>
                <a:gd name="T108" fmla="*/ 5173115 w 433"/>
                <a:gd name="T109" fmla="*/ 7439346 h 434"/>
                <a:gd name="T110" fmla="*/ 5292095 w 433"/>
                <a:gd name="T111" fmla="*/ 7180414 h 434"/>
                <a:gd name="T112" fmla="*/ 5952744 w 433"/>
                <a:gd name="T113" fmla="*/ 5989561 h 434"/>
                <a:gd name="T114" fmla="*/ 5866172 w 433"/>
                <a:gd name="T115" fmla="*/ 5467571 h 434"/>
                <a:gd name="T116" fmla="*/ 5732650 w 433"/>
                <a:gd name="T117" fmla="*/ 4363039 h 4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33" h="434">
                  <a:moveTo>
                    <a:pt x="417" y="170"/>
                  </a:moveTo>
                  <a:cubicBezTo>
                    <a:pt x="429" y="154"/>
                    <a:pt x="425" y="139"/>
                    <a:pt x="422" y="130"/>
                  </a:cubicBezTo>
                  <a:cubicBezTo>
                    <a:pt x="422" y="130"/>
                    <a:pt x="422" y="130"/>
                    <a:pt x="422" y="130"/>
                  </a:cubicBezTo>
                  <a:cubicBezTo>
                    <a:pt x="422" y="129"/>
                    <a:pt x="421" y="129"/>
                    <a:pt x="421" y="129"/>
                  </a:cubicBezTo>
                  <a:cubicBezTo>
                    <a:pt x="421" y="129"/>
                    <a:pt x="421" y="129"/>
                    <a:pt x="421" y="129"/>
                  </a:cubicBezTo>
                  <a:cubicBezTo>
                    <a:pt x="421" y="127"/>
                    <a:pt x="421" y="127"/>
                    <a:pt x="421" y="127"/>
                  </a:cubicBezTo>
                  <a:cubicBezTo>
                    <a:pt x="421" y="127"/>
                    <a:pt x="420" y="126"/>
                    <a:pt x="420" y="126"/>
                  </a:cubicBezTo>
                  <a:cubicBezTo>
                    <a:pt x="415" y="119"/>
                    <a:pt x="405" y="111"/>
                    <a:pt x="394" y="108"/>
                  </a:cubicBezTo>
                  <a:cubicBezTo>
                    <a:pt x="395" y="105"/>
                    <a:pt x="396" y="101"/>
                    <a:pt x="396" y="98"/>
                  </a:cubicBezTo>
                  <a:cubicBezTo>
                    <a:pt x="396" y="90"/>
                    <a:pt x="393" y="82"/>
                    <a:pt x="388" y="76"/>
                  </a:cubicBezTo>
                  <a:cubicBezTo>
                    <a:pt x="388" y="76"/>
                    <a:pt x="388" y="76"/>
                    <a:pt x="388" y="76"/>
                  </a:cubicBezTo>
                  <a:cubicBezTo>
                    <a:pt x="387" y="75"/>
                    <a:pt x="387" y="75"/>
                    <a:pt x="387" y="75"/>
                  </a:cubicBezTo>
                  <a:cubicBezTo>
                    <a:pt x="378" y="65"/>
                    <a:pt x="364" y="62"/>
                    <a:pt x="348" y="68"/>
                  </a:cubicBezTo>
                  <a:cubicBezTo>
                    <a:pt x="350" y="56"/>
                    <a:pt x="350" y="46"/>
                    <a:pt x="340" y="39"/>
                  </a:cubicBezTo>
                  <a:cubicBezTo>
                    <a:pt x="340" y="39"/>
                    <a:pt x="340" y="38"/>
                    <a:pt x="340" y="38"/>
                  </a:cubicBezTo>
                  <a:cubicBezTo>
                    <a:pt x="340" y="38"/>
                    <a:pt x="340" y="38"/>
                    <a:pt x="340" y="38"/>
                  </a:cubicBezTo>
                  <a:cubicBezTo>
                    <a:pt x="340" y="38"/>
                    <a:pt x="338" y="37"/>
                    <a:pt x="338" y="37"/>
                  </a:cubicBezTo>
                  <a:cubicBezTo>
                    <a:pt x="331" y="32"/>
                    <a:pt x="325" y="28"/>
                    <a:pt x="308" y="34"/>
                  </a:cubicBezTo>
                  <a:cubicBezTo>
                    <a:pt x="305" y="14"/>
                    <a:pt x="295" y="10"/>
                    <a:pt x="288" y="7"/>
                  </a:cubicBezTo>
                  <a:cubicBezTo>
                    <a:pt x="286" y="6"/>
                    <a:pt x="286" y="6"/>
                    <a:pt x="286" y="6"/>
                  </a:cubicBezTo>
                  <a:cubicBezTo>
                    <a:pt x="286" y="6"/>
                    <a:pt x="286" y="6"/>
                    <a:pt x="286" y="6"/>
                  </a:cubicBezTo>
                  <a:cubicBezTo>
                    <a:pt x="286" y="6"/>
                    <a:pt x="286" y="6"/>
                    <a:pt x="285" y="6"/>
                  </a:cubicBezTo>
                  <a:cubicBezTo>
                    <a:pt x="284" y="6"/>
                    <a:pt x="284" y="6"/>
                    <a:pt x="284" y="6"/>
                  </a:cubicBezTo>
                  <a:cubicBezTo>
                    <a:pt x="273" y="4"/>
                    <a:pt x="267" y="4"/>
                    <a:pt x="252" y="21"/>
                  </a:cubicBezTo>
                  <a:cubicBezTo>
                    <a:pt x="251" y="21"/>
                    <a:pt x="251" y="22"/>
                    <a:pt x="251" y="22"/>
                  </a:cubicBezTo>
                  <a:cubicBezTo>
                    <a:pt x="250" y="20"/>
                    <a:pt x="250" y="20"/>
                    <a:pt x="250" y="20"/>
                  </a:cubicBezTo>
                  <a:cubicBezTo>
                    <a:pt x="238" y="0"/>
                    <a:pt x="223" y="1"/>
                    <a:pt x="216" y="1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3" y="1"/>
                    <a:pt x="213" y="1"/>
                    <a:pt x="212" y="1"/>
                  </a:cubicBezTo>
                  <a:cubicBezTo>
                    <a:pt x="204" y="3"/>
                    <a:pt x="195" y="8"/>
                    <a:pt x="188" y="16"/>
                  </a:cubicBezTo>
                  <a:cubicBezTo>
                    <a:pt x="180" y="8"/>
                    <a:pt x="168" y="6"/>
                    <a:pt x="156" y="9"/>
                  </a:cubicBezTo>
                  <a:cubicBezTo>
                    <a:pt x="156" y="9"/>
                    <a:pt x="157" y="9"/>
                    <a:pt x="157" y="9"/>
                  </a:cubicBezTo>
                  <a:cubicBezTo>
                    <a:pt x="157" y="9"/>
                    <a:pt x="156" y="9"/>
                    <a:pt x="156" y="9"/>
                  </a:cubicBezTo>
                  <a:cubicBezTo>
                    <a:pt x="156" y="9"/>
                    <a:pt x="156" y="9"/>
                    <a:pt x="156" y="9"/>
                  </a:cubicBezTo>
                  <a:cubicBezTo>
                    <a:pt x="155" y="9"/>
                    <a:pt x="155" y="10"/>
                    <a:pt x="155" y="10"/>
                  </a:cubicBezTo>
                  <a:cubicBezTo>
                    <a:pt x="153" y="10"/>
                    <a:pt x="152" y="11"/>
                    <a:pt x="151" y="12"/>
                  </a:cubicBezTo>
                  <a:cubicBezTo>
                    <a:pt x="141" y="17"/>
                    <a:pt x="134" y="28"/>
                    <a:pt x="134" y="42"/>
                  </a:cubicBezTo>
                  <a:cubicBezTo>
                    <a:pt x="124" y="37"/>
                    <a:pt x="114" y="33"/>
                    <a:pt x="104" y="39"/>
                  </a:cubicBezTo>
                  <a:cubicBezTo>
                    <a:pt x="104" y="39"/>
                    <a:pt x="103" y="39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2" y="40"/>
                    <a:pt x="102" y="40"/>
                    <a:pt x="102" y="40"/>
                  </a:cubicBezTo>
                  <a:cubicBezTo>
                    <a:pt x="93" y="45"/>
                    <a:pt x="88" y="49"/>
                    <a:pt x="87" y="66"/>
                  </a:cubicBezTo>
                  <a:cubicBezTo>
                    <a:pt x="67" y="62"/>
                    <a:pt x="59" y="70"/>
                    <a:pt x="54" y="75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3" y="76"/>
                    <a:pt x="53" y="77"/>
                    <a:pt x="52" y="77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49" y="82"/>
                    <a:pt x="41" y="95"/>
                    <a:pt x="49" y="112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26" y="115"/>
                    <a:pt x="21" y="129"/>
                    <a:pt x="18" y="136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14" y="146"/>
                    <a:pt x="14" y="158"/>
                    <a:pt x="20" y="170"/>
                  </a:cubicBezTo>
                  <a:cubicBezTo>
                    <a:pt x="9" y="174"/>
                    <a:pt x="2" y="184"/>
                    <a:pt x="0" y="196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8"/>
                    <a:pt x="0" y="199"/>
                    <a:pt x="0" y="200"/>
                  </a:cubicBezTo>
                  <a:cubicBezTo>
                    <a:pt x="0" y="212"/>
                    <a:pt x="8" y="224"/>
                    <a:pt x="21" y="230"/>
                  </a:cubicBezTo>
                  <a:cubicBezTo>
                    <a:pt x="13" y="237"/>
                    <a:pt x="5" y="244"/>
                    <a:pt x="6" y="255"/>
                  </a:cubicBezTo>
                  <a:cubicBezTo>
                    <a:pt x="6" y="255"/>
                    <a:pt x="6" y="256"/>
                    <a:pt x="6" y="256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6" y="259"/>
                    <a:pt x="6" y="259"/>
                    <a:pt x="6" y="259"/>
                  </a:cubicBezTo>
                  <a:cubicBezTo>
                    <a:pt x="9" y="269"/>
                    <a:pt x="11" y="275"/>
                    <a:pt x="30" y="282"/>
                  </a:cubicBezTo>
                  <a:cubicBezTo>
                    <a:pt x="28" y="287"/>
                    <a:pt x="28" y="292"/>
                    <a:pt x="28" y="296"/>
                  </a:cubicBezTo>
                  <a:cubicBezTo>
                    <a:pt x="28" y="305"/>
                    <a:pt x="32" y="312"/>
                    <a:pt x="35" y="316"/>
                  </a:cubicBezTo>
                  <a:cubicBezTo>
                    <a:pt x="36" y="318"/>
                    <a:pt x="36" y="318"/>
                    <a:pt x="36" y="318"/>
                  </a:cubicBezTo>
                  <a:cubicBezTo>
                    <a:pt x="36" y="318"/>
                    <a:pt x="36" y="318"/>
                    <a:pt x="36" y="318"/>
                  </a:cubicBezTo>
                  <a:cubicBezTo>
                    <a:pt x="36" y="318"/>
                    <a:pt x="36" y="318"/>
                    <a:pt x="36" y="318"/>
                  </a:cubicBezTo>
                  <a:cubicBezTo>
                    <a:pt x="39" y="322"/>
                    <a:pt x="39" y="322"/>
                    <a:pt x="39" y="322"/>
                  </a:cubicBezTo>
                  <a:cubicBezTo>
                    <a:pt x="43" y="327"/>
                    <a:pt x="48" y="334"/>
                    <a:pt x="62" y="334"/>
                  </a:cubicBezTo>
                  <a:cubicBezTo>
                    <a:pt x="61" y="337"/>
                    <a:pt x="61" y="341"/>
                    <a:pt x="61" y="344"/>
                  </a:cubicBezTo>
                  <a:cubicBezTo>
                    <a:pt x="61" y="358"/>
                    <a:pt x="69" y="365"/>
                    <a:pt x="73" y="369"/>
                  </a:cubicBezTo>
                  <a:cubicBezTo>
                    <a:pt x="74" y="371"/>
                    <a:pt x="74" y="371"/>
                    <a:pt x="74" y="371"/>
                  </a:cubicBezTo>
                  <a:cubicBezTo>
                    <a:pt x="74" y="371"/>
                    <a:pt x="74" y="371"/>
                    <a:pt x="74" y="371"/>
                  </a:cubicBezTo>
                  <a:cubicBezTo>
                    <a:pt x="75" y="371"/>
                    <a:pt x="75" y="371"/>
                    <a:pt x="76" y="372"/>
                  </a:cubicBezTo>
                  <a:cubicBezTo>
                    <a:pt x="82" y="376"/>
                    <a:pt x="93" y="379"/>
                    <a:pt x="103" y="379"/>
                  </a:cubicBezTo>
                  <a:cubicBezTo>
                    <a:pt x="104" y="390"/>
                    <a:pt x="110" y="400"/>
                    <a:pt x="121" y="407"/>
                  </a:cubicBezTo>
                  <a:cubicBezTo>
                    <a:pt x="121" y="407"/>
                    <a:pt x="121" y="407"/>
                    <a:pt x="121" y="407"/>
                  </a:cubicBezTo>
                  <a:cubicBezTo>
                    <a:pt x="133" y="413"/>
                    <a:pt x="148" y="410"/>
                    <a:pt x="160" y="400"/>
                  </a:cubicBezTo>
                  <a:cubicBezTo>
                    <a:pt x="163" y="410"/>
                    <a:pt x="167" y="420"/>
                    <a:pt x="178" y="423"/>
                  </a:cubicBezTo>
                  <a:cubicBezTo>
                    <a:pt x="178" y="424"/>
                    <a:pt x="178" y="424"/>
                    <a:pt x="179" y="424"/>
                  </a:cubicBezTo>
                  <a:cubicBezTo>
                    <a:pt x="180" y="424"/>
                    <a:pt x="180" y="424"/>
                    <a:pt x="180" y="424"/>
                  </a:cubicBezTo>
                  <a:cubicBezTo>
                    <a:pt x="189" y="427"/>
                    <a:pt x="196" y="428"/>
                    <a:pt x="210" y="417"/>
                  </a:cubicBezTo>
                  <a:cubicBezTo>
                    <a:pt x="220" y="434"/>
                    <a:pt x="231" y="434"/>
                    <a:pt x="238" y="434"/>
                  </a:cubicBezTo>
                  <a:cubicBezTo>
                    <a:pt x="240" y="434"/>
                    <a:pt x="240" y="434"/>
                    <a:pt x="240" y="434"/>
                  </a:cubicBezTo>
                  <a:cubicBezTo>
                    <a:pt x="240" y="434"/>
                    <a:pt x="241" y="434"/>
                    <a:pt x="241" y="434"/>
                  </a:cubicBezTo>
                  <a:cubicBezTo>
                    <a:pt x="242" y="434"/>
                    <a:pt x="242" y="434"/>
                    <a:pt x="242" y="434"/>
                  </a:cubicBezTo>
                  <a:cubicBezTo>
                    <a:pt x="247" y="433"/>
                    <a:pt x="262" y="430"/>
                    <a:pt x="268" y="412"/>
                  </a:cubicBezTo>
                  <a:cubicBezTo>
                    <a:pt x="268" y="412"/>
                    <a:pt x="268" y="412"/>
                    <a:pt x="268" y="412"/>
                  </a:cubicBezTo>
                  <a:cubicBezTo>
                    <a:pt x="268" y="412"/>
                    <a:pt x="268" y="412"/>
                    <a:pt x="268" y="412"/>
                  </a:cubicBezTo>
                  <a:cubicBezTo>
                    <a:pt x="287" y="426"/>
                    <a:pt x="300" y="421"/>
                    <a:pt x="307" y="418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7"/>
                    <a:pt x="310" y="417"/>
                    <a:pt x="311" y="416"/>
                  </a:cubicBezTo>
                  <a:cubicBezTo>
                    <a:pt x="318" y="412"/>
                    <a:pt x="325" y="402"/>
                    <a:pt x="328" y="391"/>
                  </a:cubicBezTo>
                  <a:cubicBezTo>
                    <a:pt x="339" y="394"/>
                    <a:pt x="350" y="391"/>
                    <a:pt x="360" y="383"/>
                  </a:cubicBezTo>
                  <a:cubicBezTo>
                    <a:pt x="360" y="383"/>
                    <a:pt x="360" y="383"/>
                    <a:pt x="360" y="383"/>
                  </a:cubicBezTo>
                  <a:cubicBezTo>
                    <a:pt x="360" y="383"/>
                    <a:pt x="360" y="382"/>
                    <a:pt x="360" y="382"/>
                  </a:cubicBezTo>
                  <a:cubicBezTo>
                    <a:pt x="366" y="377"/>
                    <a:pt x="369" y="369"/>
                    <a:pt x="369" y="361"/>
                  </a:cubicBezTo>
                  <a:cubicBezTo>
                    <a:pt x="369" y="355"/>
                    <a:pt x="368" y="349"/>
                    <a:pt x="365" y="343"/>
                  </a:cubicBezTo>
                  <a:cubicBezTo>
                    <a:pt x="376" y="344"/>
                    <a:pt x="386" y="343"/>
                    <a:pt x="393" y="334"/>
                  </a:cubicBezTo>
                  <a:cubicBezTo>
                    <a:pt x="393" y="333"/>
                    <a:pt x="394" y="333"/>
                    <a:pt x="394" y="332"/>
                  </a:cubicBezTo>
                  <a:cubicBezTo>
                    <a:pt x="395" y="331"/>
                    <a:pt x="395" y="331"/>
                    <a:pt x="395" y="331"/>
                  </a:cubicBezTo>
                  <a:cubicBezTo>
                    <a:pt x="397" y="326"/>
                    <a:pt x="398" y="323"/>
                    <a:pt x="398" y="318"/>
                  </a:cubicBezTo>
                  <a:cubicBezTo>
                    <a:pt x="398" y="314"/>
                    <a:pt x="397" y="308"/>
                    <a:pt x="393" y="301"/>
                  </a:cubicBezTo>
                  <a:cubicBezTo>
                    <a:pt x="409" y="293"/>
                    <a:pt x="411" y="281"/>
                    <a:pt x="413" y="274"/>
                  </a:cubicBezTo>
                  <a:cubicBezTo>
                    <a:pt x="414" y="271"/>
                    <a:pt x="415" y="268"/>
                    <a:pt x="415" y="264"/>
                  </a:cubicBezTo>
                  <a:cubicBezTo>
                    <a:pt x="415" y="259"/>
                    <a:pt x="413" y="254"/>
                    <a:pt x="409" y="246"/>
                  </a:cubicBezTo>
                  <a:cubicBezTo>
                    <a:pt x="429" y="235"/>
                    <a:pt x="432" y="220"/>
                    <a:pt x="432" y="211"/>
                  </a:cubicBezTo>
                  <a:cubicBezTo>
                    <a:pt x="432" y="210"/>
                    <a:pt x="432" y="210"/>
                    <a:pt x="432" y="210"/>
                  </a:cubicBezTo>
                  <a:cubicBezTo>
                    <a:pt x="433" y="193"/>
                    <a:pt x="428" y="180"/>
                    <a:pt x="417" y="170"/>
                  </a:cubicBezTo>
                  <a:close/>
                  <a:moveTo>
                    <a:pt x="17" y="139"/>
                  </a:moveTo>
                  <a:cubicBezTo>
                    <a:pt x="17" y="139"/>
                    <a:pt x="17" y="139"/>
                    <a:pt x="17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17" y="139"/>
                    <a:pt x="17" y="139"/>
                    <a:pt x="17" y="139"/>
                  </a:cubicBezTo>
                  <a:close/>
                  <a:moveTo>
                    <a:pt x="389" y="119"/>
                  </a:moveTo>
                  <a:cubicBezTo>
                    <a:pt x="400" y="121"/>
                    <a:pt x="411" y="127"/>
                    <a:pt x="414" y="131"/>
                  </a:cubicBezTo>
                  <a:cubicBezTo>
                    <a:pt x="415" y="133"/>
                    <a:pt x="415" y="136"/>
                    <a:pt x="415" y="140"/>
                  </a:cubicBezTo>
                  <a:cubicBezTo>
                    <a:pt x="415" y="146"/>
                    <a:pt x="413" y="155"/>
                    <a:pt x="407" y="164"/>
                  </a:cubicBezTo>
                  <a:cubicBezTo>
                    <a:pt x="403" y="161"/>
                    <a:pt x="403" y="161"/>
                    <a:pt x="403" y="161"/>
                  </a:cubicBezTo>
                  <a:cubicBezTo>
                    <a:pt x="394" y="157"/>
                    <a:pt x="388" y="153"/>
                    <a:pt x="384" y="145"/>
                  </a:cubicBezTo>
                  <a:cubicBezTo>
                    <a:pt x="383" y="143"/>
                    <a:pt x="383" y="141"/>
                    <a:pt x="383" y="139"/>
                  </a:cubicBezTo>
                  <a:cubicBezTo>
                    <a:pt x="383" y="132"/>
                    <a:pt x="386" y="126"/>
                    <a:pt x="389" y="119"/>
                  </a:cubicBezTo>
                  <a:close/>
                  <a:moveTo>
                    <a:pt x="351" y="80"/>
                  </a:moveTo>
                  <a:cubicBezTo>
                    <a:pt x="364" y="74"/>
                    <a:pt x="377" y="75"/>
                    <a:pt x="382" y="80"/>
                  </a:cubicBezTo>
                  <a:cubicBezTo>
                    <a:pt x="382" y="80"/>
                    <a:pt x="382" y="80"/>
                    <a:pt x="382" y="80"/>
                  </a:cubicBezTo>
                  <a:cubicBezTo>
                    <a:pt x="386" y="86"/>
                    <a:pt x="386" y="96"/>
                    <a:pt x="381" y="106"/>
                  </a:cubicBezTo>
                  <a:cubicBezTo>
                    <a:pt x="380" y="106"/>
                    <a:pt x="378" y="106"/>
                    <a:pt x="377" y="106"/>
                  </a:cubicBezTo>
                  <a:cubicBezTo>
                    <a:pt x="363" y="107"/>
                    <a:pt x="354" y="105"/>
                    <a:pt x="351" y="101"/>
                  </a:cubicBezTo>
                  <a:cubicBezTo>
                    <a:pt x="351" y="101"/>
                    <a:pt x="351" y="101"/>
                    <a:pt x="351" y="101"/>
                  </a:cubicBezTo>
                  <a:cubicBezTo>
                    <a:pt x="348" y="95"/>
                    <a:pt x="347" y="88"/>
                    <a:pt x="347" y="81"/>
                  </a:cubicBezTo>
                  <a:cubicBezTo>
                    <a:pt x="348" y="81"/>
                    <a:pt x="350" y="80"/>
                    <a:pt x="351" y="80"/>
                  </a:cubicBezTo>
                  <a:close/>
                  <a:moveTo>
                    <a:pt x="334" y="44"/>
                  </a:moveTo>
                  <a:cubicBezTo>
                    <a:pt x="335" y="44"/>
                    <a:pt x="335" y="44"/>
                    <a:pt x="335" y="44"/>
                  </a:cubicBezTo>
                  <a:cubicBezTo>
                    <a:pt x="335" y="44"/>
                    <a:pt x="335" y="44"/>
                    <a:pt x="335" y="44"/>
                  </a:cubicBezTo>
                  <a:cubicBezTo>
                    <a:pt x="337" y="46"/>
                    <a:pt x="338" y="49"/>
                    <a:pt x="338" y="53"/>
                  </a:cubicBezTo>
                  <a:cubicBezTo>
                    <a:pt x="338" y="56"/>
                    <a:pt x="337" y="61"/>
                    <a:pt x="336" y="65"/>
                  </a:cubicBezTo>
                  <a:cubicBezTo>
                    <a:pt x="336" y="69"/>
                    <a:pt x="336" y="69"/>
                    <a:pt x="336" y="69"/>
                  </a:cubicBezTo>
                  <a:cubicBezTo>
                    <a:pt x="336" y="70"/>
                    <a:pt x="336" y="71"/>
                    <a:pt x="336" y="72"/>
                  </a:cubicBezTo>
                  <a:cubicBezTo>
                    <a:pt x="326" y="75"/>
                    <a:pt x="319" y="75"/>
                    <a:pt x="316" y="73"/>
                  </a:cubicBezTo>
                  <a:cubicBezTo>
                    <a:pt x="314" y="71"/>
                    <a:pt x="312" y="64"/>
                    <a:pt x="310" y="50"/>
                  </a:cubicBezTo>
                  <a:cubicBezTo>
                    <a:pt x="310" y="46"/>
                    <a:pt x="310" y="46"/>
                    <a:pt x="310" y="46"/>
                  </a:cubicBezTo>
                  <a:cubicBezTo>
                    <a:pt x="326" y="40"/>
                    <a:pt x="330" y="41"/>
                    <a:pt x="334" y="44"/>
                  </a:cubicBezTo>
                  <a:close/>
                  <a:moveTo>
                    <a:pt x="261" y="29"/>
                  </a:moveTo>
                  <a:cubicBezTo>
                    <a:pt x="275" y="13"/>
                    <a:pt x="278" y="12"/>
                    <a:pt x="284" y="13"/>
                  </a:cubicBezTo>
                  <a:cubicBezTo>
                    <a:pt x="284" y="14"/>
                    <a:pt x="284" y="14"/>
                    <a:pt x="284" y="14"/>
                  </a:cubicBezTo>
                  <a:cubicBezTo>
                    <a:pt x="289" y="16"/>
                    <a:pt x="295" y="18"/>
                    <a:pt x="297" y="38"/>
                  </a:cubicBezTo>
                  <a:cubicBezTo>
                    <a:pt x="290" y="42"/>
                    <a:pt x="290" y="42"/>
                    <a:pt x="290" y="42"/>
                  </a:cubicBezTo>
                  <a:cubicBezTo>
                    <a:pt x="282" y="46"/>
                    <a:pt x="275" y="49"/>
                    <a:pt x="269" y="48"/>
                  </a:cubicBezTo>
                  <a:cubicBezTo>
                    <a:pt x="266" y="47"/>
                    <a:pt x="262" y="39"/>
                    <a:pt x="258" y="3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59" y="32"/>
                    <a:pt x="260" y="31"/>
                    <a:pt x="261" y="29"/>
                  </a:cubicBezTo>
                  <a:close/>
                  <a:moveTo>
                    <a:pt x="213" y="9"/>
                  </a:moveTo>
                  <a:cubicBezTo>
                    <a:pt x="214" y="9"/>
                    <a:pt x="214" y="9"/>
                    <a:pt x="215" y="9"/>
                  </a:cubicBezTo>
                  <a:cubicBezTo>
                    <a:pt x="215" y="9"/>
                    <a:pt x="216" y="9"/>
                    <a:pt x="216" y="9"/>
                  </a:cubicBezTo>
                  <a:cubicBezTo>
                    <a:pt x="222" y="9"/>
                    <a:pt x="231" y="13"/>
                    <a:pt x="240" y="26"/>
                  </a:cubicBezTo>
                  <a:cubicBezTo>
                    <a:pt x="242" y="30"/>
                    <a:pt x="242" y="30"/>
                    <a:pt x="242" y="30"/>
                  </a:cubicBezTo>
                  <a:cubicBezTo>
                    <a:pt x="236" y="35"/>
                    <a:pt x="229" y="39"/>
                    <a:pt x="221" y="39"/>
                  </a:cubicBezTo>
                  <a:cubicBezTo>
                    <a:pt x="221" y="39"/>
                    <a:pt x="221" y="39"/>
                    <a:pt x="220" y="39"/>
                  </a:cubicBezTo>
                  <a:cubicBezTo>
                    <a:pt x="211" y="40"/>
                    <a:pt x="203" y="33"/>
                    <a:pt x="196" y="25"/>
                  </a:cubicBezTo>
                  <a:cubicBezTo>
                    <a:pt x="201" y="17"/>
                    <a:pt x="208" y="11"/>
                    <a:pt x="213" y="9"/>
                  </a:cubicBezTo>
                  <a:close/>
                  <a:moveTo>
                    <a:pt x="146" y="45"/>
                  </a:moveTo>
                  <a:cubicBezTo>
                    <a:pt x="146" y="31"/>
                    <a:pt x="151" y="19"/>
                    <a:pt x="158" y="17"/>
                  </a:cubicBezTo>
                  <a:cubicBezTo>
                    <a:pt x="158" y="17"/>
                    <a:pt x="158" y="17"/>
                    <a:pt x="158" y="17"/>
                  </a:cubicBezTo>
                  <a:cubicBezTo>
                    <a:pt x="165" y="15"/>
                    <a:pt x="174" y="19"/>
                    <a:pt x="181" y="27"/>
                  </a:cubicBezTo>
                  <a:cubicBezTo>
                    <a:pt x="181" y="28"/>
                    <a:pt x="180" y="30"/>
                    <a:pt x="180" y="31"/>
                  </a:cubicBezTo>
                  <a:cubicBezTo>
                    <a:pt x="176" y="44"/>
                    <a:pt x="171" y="52"/>
                    <a:pt x="165" y="52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58" y="54"/>
                    <a:pt x="152" y="52"/>
                    <a:pt x="146" y="49"/>
                  </a:cubicBezTo>
                  <a:cubicBezTo>
                    <a:pt x="146" y="48"/>
                    <a:pt x="146" y="46"/>
                    <a:pt x="146" y="45"/>
                  </a:cubicBezTo>
                  <a:close/>
                  <a:moveTo>
                    <a:pt x="106" y="46"/>
                  </a:moveTo>
                  <a:cubicBezTo>
                    <a:pt x="106" y="46"/>
                    <a:pt x="106" y="46"/>
                    <a:pt x="106" y="46"/>
                  </a:cubicBezTo>
                  <a:cubicBezTo>
                    <a:pt x="111" y="43"/>
                    <a:pt x="119" y="48"/>
                    <a:pt x="127" y="53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31" y="55"/>
                    <a:pt x="132" y="56"/>
                    <a:pt x="133" y="56"/>
                  </a:cubicBezTo>
                  <a:cubicBezTo>
                    <a:pt x="132" y="65"/>
                    <a:pt x="129" y="72"/>
                    <a:pt x="127" y="74"/>
                  </a:cubicBezTo>
                  <a:cubicBezTo>
                    <a:pt x="123" y="75"/>
                    <a:pt x="116" y="75"/>
                    <a:pt x="102" y="71"/>
                  </a:cubicBezTo>
                  <a:cubicBezTo>
                    <a:pt x="99" y="70"/>
                    <a:pt x="99" y="70"/>
                    <a:pt x="99" y="70"/>
                  </a:cubicBezTo>
                  <a:cubicBezTo>
                    <a:pt x="99" y="52"/>
                    <a:pt x="102" y="49"/>
                    <a:pt x="106" y="46"/>
                  </a:cubicBezTo>
                  <a:close/>
                  <a:moveTo>
                    <a:pt x="59" y="82"/>
                  </a:moveTo>
                  <a:cubicBezTo>
                    <a:pt x="59" y="81"/>
                    <a:pt x="59" y="81"/>
                    <a:pt x="59" y="81"/>
                  </a:cubicBezTo>
                  <a:cubicBezTo>
                    <a:pt x="63" y="77"/>
                    <a:pt x="68" y="73"/>
                    <a:pt x="87" y="79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90"/>
                    <a:pt x="88" y="94"/>
                    <a:pt x="88" y="97"/>
                  </a:cubicBezTo>
                  <a:cubicBezTo>
                    <a:pt x="88" y="101"/>
                    <a:pt x="87" y="105"/>
                    <a:pt x="85" y="108"/>
                  </a:cubicBezTo>
                  <a:cubicBezTo>
                    <a:pt x="82" y="109"/>
                    <a:pt x="74" y="110"/>
                    <a:pt x="69" y="110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2" y="109"/>
                    <a:pt x="61" y="107"/>
                    <a:pt x="60" y="106"/>
                  </a:cubicBezTo>
                  <a:cubicBezTo>
                    <a:pt x="57" y="100"/>
                    <a:pt x="56" y="95"/>
                    <a:pt x="56" y="91"/>
                  </a:cubicBezTo>
                  <a:cubicBezTo>
                    <a:pt x="56" y="87"/>
                    <a:pt x="57" y="84"/>
                    <a:pt x="59" y="82"/>
                  </a:cubicBezTo>
                  <a:close/>
                  <a:moveTo>
                    <a:pt x="24" y="141"/>
                  </a:moveTo>
                  <a:cubicBezTo>
                    <a:pt x="24" y="141"/>
                    <a:pt x="24" y="141"/>
                    <a:pt x="24" y="141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7" y="134"/>
                    <a:pt x="34" y="127"/>
                    <a:pt x="51" y="124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59" y="133"/>
                    <a:pt x="61" y="143"/>
                    <a:pt x="58" y="150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4" y="159"/>
                    <a:pt x="42" y="163"/>
                    <a:pt x="31" y="166"/>
                  </a:cubicBezTo>
                  <a:cubicBezTo>
                    <a:pt x="31" y="166"/>
                    <a:pt x="31" y="166"/>
                    <a:pt x="31" y="166"/>
                  </a:cubicBezTo>
                  <a:cubicBezTo>
                    <a:pt x="26" y="159"/>
                    <a:pt x="23" y="151"/>
                    <a:pt x="23" y="145"/>
                  </a:cubicBezTo>
                  <a:cubicBezTo>
                    <a:pt x="23" y="143"/>
                    <a:pt x="24" y="142"/>
                    <a:pt x="24" y="141"/>
                  </a:cubicBezTo>
                  <a:close/>
                  <a:moveTo>
                    <a:pt x="8" y="199"/>
                  </a:moveTo>
                  <a:cubicBezTo>
                    <a:pt x="8" y="198"/>
                    <a:pt x="8" y="198"/>
                    <a:pt x="8" y="198"/>
                  </a:cubicBezTo>
                  <a:cubicBezTo>
                    <a:pt x="8" y="197"/>
                    <a:pt x="8" y="197"/>
                    <a:pt x="8" y="197"/>
                  </a:cubicBezTo>
                  <a:cubicBezTo>
                    <a:pt x="9" y="190"/>
                    <a:pt x="17" y="183"/>
                    <a:pt x="26" y="180"/>
                  </a:cubicBezTo>
                  <a:cubicBezTo>
                    <a:pt x="27" y="181"/>
                    <a:pt x="29" y="182"/>
                    <a:pt x="30" y="184"/>
                  </a:cubicBezTo>
                  <a:cubicBezTo>
                    <a:pt x="40" y="192"/>
                    <a:pt x="45" y="200"/>
                    <a:pt x="43" y="205"/>
                  </a:cubicBezTo>
                  <a:cubicBezTo>
                    <a:pt x="43" y="205"/>
                    <a:pt x="43" y="206"/>
                    <a:pt x="43" y="206"/>
                  </a:cubicBezTo>
                  <a:cubicBezTo>
                    <a:pt x="42" y="212"/>
                    <a:pt x="37" y="217"/>
                    <a:pt x="32" y="222"/>
                  </a:cubicBezTo>
                  <a:cubicBezTo>
                    <a:pt x="31" y="221"/>
                    <a:pt x="30" y="221"/>
                    <a:pt x="28" y="220"/>
                  </a:cubicBezTo>
                  <a:cubicBezTo>
                    <a:pt x="16" y="215"/>
                    <a:pt x="8" y="206"/>
                    <a:pt x="8" y="199"/>
                  </a:cubicBezTo>
                  <a:close/>
                  <a:moveTo>
                    <a:pt x="36" y="271"/>
                  </a:moveTo>
                  <a:cubicBezTo>
                    <a:pt x="18" y="265"/>
                    <a:pt x="15" y="262"/>
                    <a:pt x="14" y="257"/>
                  </a:cubicBezTo>
                  <a:cubicBezTo>
                    <a:pt x="14" y="257"/>
                    <a:pt x="14" y="257"/>
                    <a:pt x="14" y="257"/>
                  </a:cubicBezTo>
                  <a:cubicBezTo>
                    <a:pt x="14" y="257"/>
                    <a:pt x="14" y="257"/>
                    <a:pt x="14" y="257"/>
                  </a:cubicBezTo>
                  <a:cubicBezTo>
                    <a:pt x="14" y="256"/>
                    <a:pt x="14" y="256"/>
                    <a:pt x="14" y="256"/>
                  </a:cubicBezTo>
                  <a:cubicBezTo>
                    <a:pt x="14" y="251"/>
                    <a:pt x="20" y="246"/>
                    <a:pt x="28" y="241"/>
                  </a:cubicBezTo>
                  <a:cubicBezTo>
                    <a:pt x="31" y="239"/>
                    <a:pt x="31" y="239"/>
                    <a:pt x="31" y="239"/>
                  </a:cubicBezTo>
                  <a:cubicBezTo>
                    <a:pt x="32" y="238"/>
                    <a:pt x="33" y="237"/>
                    <a:pt x="34" y="236"/>
                  </a:cubicBezTo>
                  <a:cubicBezTo>
                    <a:pt x="44" y="242"/>
                    <a:pt x="47" y="245"/>
                    <a:pt x="48" y="247"/>
                  </a:cubicBezTo>
                  <a:cubicBezTo>
                    <a:pt x="48" y="248"/>
                    <a:pt x="49" y="248"/>
                    <a:pt x="49" y="248"/>
                  </a:cubicBezTo>
                  <a:cubicBezTo>
                    <a:pt x="49" y="250"/>
                    <a:pt x="45" y="255"/>
                    <a:pt x="43" y="258"/>
                  </a:cubicBezTo>
                  <a:cubicBezTo>
                    <a:pt x="37" y="268"/>
                    <a:pt x="37" y="268"/>
                    <a:pt x="37" y="268"/>
                  </a:cubicBezTo>
                  <a:lnTo>
                    <a:pt x="36" y="271"/>
                  </a:lnTo>
                  <a:close/>
                  <a:moveTo>
                    <a:pt x="65" y="321"/>
                  </a:moveTo>
                  <a:cubicBezTo>
                    <a:pt x="51" y="323"/>
                    <a:pt x="48" y="320"/>
                    <a:pt x="43" y="315"/>
                  </a:cubicBezTo>
                  <a:cubicBezTo>
                    <a:pt x="42" y="313"/>
                    <a:pt x="42" y="313"/>
                    <a:pt x="42" y="313"/>
                  </a:cubicBezTo>
                  <a:cubicBezTo>
                    <a:pt x="39" y="308"/>
                    <a:pt x="36" y="299"/>
                    <a:pt x="42" y="285"/>
                  </a:cubicBezTo>
                  <a:cubicBezTo>
                    <a:pt x="45" y="285"/>
                    <a:pt x="47" y="286"/>
                    <a:pt x="50" y="286"/>
                  </a:cubicBezTo>
                  <a:cubicBezTo>
                    <a:pt x="60" y="287"/>
                    <a:pt x="66" y="288"/>
                    <a:pt x="69" y="292"/>
                  </a:cubicBezTo>
                  <a:cubicBezTo>
                    <a:pt x="69" y="292"/>
                    <a:pt x="70" y="293"/>
                    <a:pt x="70" y="293"/>
                  </a:cubicBezTo>
                  <a:cubicBezTo>
                    <a:pt x="70" y="293"/>
                    <a:pt x="70" y="295"/>
                    <a:pt x="70" y="296"/>
                  </a:cubicBezTo>
                  <a:cubicBezTo>
                    <a:pt x="70" y="303"/>
                    <a:pt x="67" y="315"/>
                    <a:pt x="65" y="321"/>
                  </a:cubicBezTo>
                  <a:close/>
                  <a:moveTo>
                    <a:pt x="104" y="367"/>
                  </a:moveTo>
                  <a:cubicBezTo>
                    <a:pt x="94" y="369"/>
                    <a:pt x="83" y="367"/>
                    <a:pt x="79" y="364"/>
                  </a:cubicBezTo>
                  <a:cubicBezTo>
                    <a:pt x="76" y="360"/>
                    <a:pt x="73" y="355"/>
                    <a:pt x="73" y="347"/>
                  </a:cubicBezTo>
                  <a:cubicBezTo>
                    <a:pt x="73" y="343"/>
                    <a:pt x="73" y="339"/>
                    <a:pt x="75" y="335"/>
                  </a:cubicBezTo>
                  <a:cubicBezTo>
                    <a:pt x="75" y="332"/>
                    <a:pt x="75" y="332"/>
                    <a:pt x="75" y="332"/>
                  </a:cubicBezTo>
                  <a:cubicBezTo>
                    <a:pt x="84" y="331"/>
                    <a:pt x="91" y="334"/>
                    <a:pt x="99" y="340"/>
                  </a:cubicBezTo>
                  <a:cubicBezTo>
                    <a:pt x="99" y="340"/>
                    <a:pt x="99" y="340"/>
                    <a:pt x="100" y="340"/>
                  </a:cubicBezTo>
                  <a:cubicBezTo>
                    <a:pt x="103" y="344"/>
                    <a:pt x="104" y="350"/>
                    <a:pt x="104" y="356"/>
                  </a:cubicBezTo>
                  <a:cubicBezTo>
                    <a:pt x="104" y="360"/>
                    <a:pt x="104" y="363"/>
                    <a:pt x="104" y="367"/>
                  </a:cubicBezTo>
                  <a:close/>
                  <a:moveTo>
                    <a:pt x="153" y="389"/>
                  </a:moveTo>
                  <a:cubicBezTo>
                    <a:pt x="143" y="399"/>
                    <a:pt x="131" y="404"/>
                    <a:pt x="125" y="400"/>
                  </a:cubicBezTo>
                  <a:cubicBezTo>
                    <a:pt x="124" y="400"/>
                    <a:pt x="124" y="400"/>
                    <a:pt x="124" y="400"/>
                  </a:cubicBezTo>
                  <a:cubicBezTo>
                    <a:pt x="119" y="397"/>
                    <a:pt x="115" y="388"/>
                    <a:pt x="115" y="378"/>
                  </a:cubicBezTo>
                  <a:cubicBezTo>
                    <a:pt x="115" y="378"/>
                    <a:pt x="115" y="377"/>
                    <a:pt x="115" y="376"/>
                  </a:cubicBezTo>
                  <a:cubicBezTo>
                    <a:pt x="117" y="376"/>
                    <a:pt x="118" y="375"/>
                    <a:pt x="120" y="374"/>
                  </a:cubicBezTo>
                  <a:cubicBezTo>
                    <a:pt x="132" y="368"/>
                    <a:pt x="141" y="367"/>
                    <a:pt x="145" y="370"/>
                  </a:cubicBezTo>
                  <a:cubicBezTo>
                    <a:pt x="145" y="370"/>
                    <a:pt x="145" y="370"/>
                    <a:pt x="145" y="370"/>
                  </a:cubicBezTo>
                  <a:cubicBezTo>
                    <a:pt x="151" y="374"/>
                    <a:pt x="154" y="380"/>
                    <a:pt x="156" y="387"/>
                  </a:cubicBezTo>
                  <a:cubicBezTo>
                    <a:pt x="155" y="387"/>
                    <a:pt x="154" y="388"/>
                    <a:pt x="153" y="389"/>
                  </a:cubicBezTo>
                  <a:close/>
                  <a:moveTo>
                    <a:pt x="182" y="417"/>
                  </a:moveTo>
                  <a:cubicBezTo>
                    <a:pt x="182" y="417"/>
                    <a:pt x="182" y="417"/>
                    <a:pt x="181" y="417"/>
                  </a:cubicBezTo>
                  <a:cubicBezTo>
                    <a:pt x="181" y="417"/>
                    <a:pt x="181" y="417"/>
                    <a:pt x="181" y="417"/>
                  </a:cubicBezTo>
                  <a:cubicBezTo>
                    <a:pt x="176" y="416"/>
                    <a:pt x="174" y="407"/>
                    <a:pt x="172" y="398"/>
                  </a:cubicBezTo>
                  <a:cubicBezTo>
                    <a:pt x="171" y="394"/>
                    <a:pt x="171" y="394"/>
                    <a:pt x="171" y="394"/>
                  </a:cubicBezTo>
                  <a:cubicBezTo>
                    <a:pt x="171" y="393"/>
                    <a:pt x="171" y="392"/>
                    <a:pt x="170" y="391"/>
                  </a:cubicBezTo>
                  <a:cubicBezTo>
                    <a:pt x="178" y="385"/>
                    <a:pt x="184" y="382"/>
                    <a:pt x="188" y="383"/>
                  </a:cubicBezTo>
                  <a:cubicBezTo>
                    <a:pt x="191" y="384"/>
                    <a:pt x="196" y="390"/>
                    <a:pt x="202" y="403"/>
                  </a:cubicBezTo>
                  <a:cubicBezTo>
                    <a:pt x="204" y="406"/>
                    <a:pt x="204" y="406"/>
                    <a:pt x="204" y="406"/>
                  </a:cubicBezTo>
                  <a:cubicBezTo>
                    <a:pt x="191" y="417"/>
                    <a:pt x="187" y="418"/>
                    <a:pt x="182" y="417"/>
                  </a:cubicBezTo>
                  <a:close/>
                  <a:moveTo>
                    <a:pt x="257" y="408"/>
                  </a:moveTo>
                  <a:cubicBezTo>
                    <a:pt x="253" y="420"/>
                    <a:pt x="246" y="425"/>
                    <a:pt x="240" y="427"/>
                  </a:cubicBezTo>
                  <a:cubicBezTo>
                    <a:pt x="240" y="427"/>
                    <a:pt x="240" y="427"/>
                    <a:pt x="240" y="427"/>
                  </a:cubicBezTo>
                  <a:cubicBezTo>
                    <a:pt x="234" y="426"/>
                    <a:pt x="228" y="426"/>
                    <a:pt x="219" y="408"/>
                  </a:cubicBezTo>
                  <a:cubicBezTo>
                    <a:pt x="223" y="403"/>
                    <a:pt x="223" y="403"/>
                    <a:pt x="223" y="403"/>
                  </a:cubicBezTo>
                  <a:cubicBezTo>
                    <a:pt x="230" y="396"/>
                    <a:pt x="234" y="392"/>
                    <a:pt x="240" y="391"/>
                  </a:cubicBezTo>
                  <a:cubicBezTo>
                    <a:pt x="243" y="391"/>
                    <a:pt x="251" y="398"/>
                    <a:pt x="256" y="402"/>
                  </a:cubicBezTo>
                  <a:cubicBezTo>
                    <a:pt x="258" y="404"/>
                    <a:pt x="258" y="404"/>
                    <a:pt x="258" y="404"/>
                  </a:cubicBezTo>
                  <a:cubicBezTo>
                    <a:pt x="258" y="405"/>
                    <a:pt x="257" y="407"/>
                    <a:pt x="257" y="408"/>
                  </a:cubicBezTo>
                  <a:close/>
                  <a:moveTo>
                    <a:pt x="306" y="410"/>
                  </a:moveTo>
                  <a:cubicBezTo>
                    <a:pt x="305" y="410"/>
                    <a:pt x="305" y="411"/>
                    <a:pt x="305" y="411"/>
                  </a:cubicBezTo>
                  <a:cubicBezTo>
                    <a:pt x="299" y="413"/>
                    <a:pt x="289" y="413"/>
                    <a:pt x="276" y="403"/>
                  </a:cubicBezTo>
                  <a:cubicBezTo>
                    <a:pt x="273" y="400"/>
                    <a:pt x="273" y="400"/>
                    <a:pt x="273" y="400"/>
                  </a:cubicBezTo>
                  <a:cubicBezTo>
                    <a:pt x="277" y="391"/>
                    <a:pt x="282" y="383"/>
                    <a:pt x="289" y="380"/>
                  </a:cubicBezTo>
                  <a:cubicBezTo>
                    <a:pt x="297" y="378"/>
                    <a:pt x="307" y="382"/>
                    <a:pt x="316" y="387"/>
                  </a:cubicBezTo>
                  <a:cubicBezTo>
                    <a:pt x="317" y="387"/>
                    <a:pt x="317" y="387"/>
                    <a:pt x="317" y="387"/>
                  </a:cubicBezTo>
                  <a:cubicBezTo>
                    <a:pt x="315" y="398"/>
                    <a:pt x="310" y="408"/>
                    <a:pt x="306" y="410"/>
                  </a:cubicBezTo>
                  <a:close/>
                  <a:moveTo>
                    <a:pt x="316" y="366"/>
                  </a:moveTo>
                  <a:cubicBezTo>
                    <a:pt x="316" y="368"/>
                    <a:pt x="316" y="371"/>
                    <a:pt x="316" y="374"/>
                  </a:cubicBezTo>
                  <a:cubicBezTo>
                    <a:pt x="306" y="370"/>
                    <a:pt x="294" y="368"/>
                    <a:pt x="283" y="375"/>
                  </a:cubicBezTo>
                  <a:cubicBezTo>
                    <a:pt x="283" y="375"/>
                    <a:pt x="283" y="375"/>
                    <a:pt x="283" y="375"/>
                  </a:cubicBezTo>
                  <a:cubicBezTo>
                    <a:pt x="275" y="379"/>
                    <a:pt x="269" y="385"/>
                    <a:pt x="264" y="393"/>
                  </a:cubicBezTo>
                  <a:cubicBezTo>
                    <a:pt x="257" y="387"/>
                    <a:pt x="249" y="383"/>
                    <a:pt x="241" y="383"/>
                  </a:cubicBezTo>
                  <a:cubicBezTo>
                    <a:pt x="229" y="382"/>
                    <a:pt x="221" y="389"/>
                    <a:pt x="213" y="397"/>
                  </a:cubicBezTo>
                  <a:cubicBezTo>
                    <a:pt x="207" y="387"/>
                    <a:pt x="200" y="380"/>
                    <a:pt x="193" y="377"/>
                  </a:cubicBezTo>
                  <a:cubicBezTo>
                    <a:pt x="192" y="376"/>
                    <a:pt x="192" y="376"/>
                    <a:pt x="191" y="376"/>
                  </a:cubicBezTo>
                  <a:cubicBezTo>
                    <a:pt x="191" y="376"/>
                    <a:pt x="191" y="376"/>
                    <a:pt x="191" y="376"/>
                  </a:cubicBezTo>
                  <a:cubicBezTo>
                    <a:pt x="191" y="376"/>
                    <a:pt x="191" y="376"/>
                    <a:pt x="191" y="376"/>
                  </a:cubicBezTo>
                  <a:cubicBezTo>
                    <a:pt x="191" y="376"/>
                    <a:pt x="190" y="376"/>
                    <a:pt x="190" y="376"/>
                  </a:cubicBezTo>
                  <a:cubicBezTo>
                    <a:pt x="190" y="376"/>
                    <a:pt x="190" y="376"/>
                    <a:pt x="190" y="376"/>
                  </a:cubicBezTo>
                  <a:cubicBezTo>
                    <a:pt x="190" y="376"/>
                    <a:pt x="190" y="376"/>
                    <a:pt x="190" y="376"/>
                  </a:cubicBezTo>
                  <a:cubicBezTo>
                    <a:pt x="189" y="375"/>
                    <a:pt x="188" y="375"/>
                    <a:pt x="188" y="375"/>
                  </a:cubicBezTo>
                  <a:cubicBezTo>
                    <a:pt x="188" y="375"/>
                    <a:pt x="188" y="375"/>
                    <a:pt x="188" y="375"/>
                  </a:cubicBezTo>
                  <a:cubicBezTo>
                    <a:pt x="187" y="375"/>
                    <a:pt x="187" y="375"/>
                    <a:pt x="187" y="375"/>
                  </a:cubicBezTo>
                  <a:cubicBezTo>
                    <a:pt x="180" y="374"/>
                    <a:pt x="173" y="376"/>
                    <a:pt x="166" y="380"/>
                  </a:cubicBezTo>
                  <a:cubicBezTo>
                    <a:pt x="161" y="372"/>
                    <a:pt x="155" y="367"/>
                    <a:pt x="147" y="362"/>
                  </a:cubicBezTo>
                  <a:cubicBezTo>
                    <a:pt x="138" y="356"/>
                    <a:pt x="129" y="357"/>
                    <a:pt x="116" y="363"/>
                  </a:cubicBezTo>
                  <a:cubicBezTo>
                    <a:pt x="116" y="354"/>
                    <a:pt x="114" y="344"/>
                    <a:pt x="106" y="336"/>
                  </a:cubicBezTo>
                  <a:cubicBezTo>
                    <a:pt x="106" y="335"/>
                    <a:pt x="105" y="334"/>
                    <a:pt x="104" y="333"/>
                  </a:cubicBezTo>
                  <a:cubicBezTo>
                    <a:pt x="97" y="327"/>
                    <a:pt x="89" y="321"/>
                    <a:pt x="78" y="320"/>
                  </a:cubicBezTo>
                  <a:cubicBezTo>
                    <a:pt x="79" y="316"/>
                    <a:pt x="80" y="310"/>
                    <a:pt x="80" y="305"/>
                  </a:cubicBezTo>
                  <a:cubicBezTo>
                    <a:pt x="80" y="301"/>
                    <a:pt x="79" y="297"/>
                    <a:pt x="78" y="293"/>
                  </a:cubicBezTo>
                  <a:cubicBezTo>
                    <a:pt x="78" y="293"/>
                    <a:pt x="78" y="293"/>
                    <a:pt x="78" y="293"/>
                  </a:cubicBezTo>
                  <a:cubicBezTo>
                    <a:pt x="78" y="293"/>
                    <a:pt x="78" y="292"/>
                    <a:pt x="78" y="292"/>
                  </a:cubicBezTo>
                  <a:cubicBezTo>
                    <a:pt x="73" y="279"/>
                    <a:pt x="62" y="277"/>
                    <a:pt x="50" y="274"/>
                  </a:cubicBezTo>
                  <a:cubicBezTo>
                    <a:pt x="48" y="274"/>
                    <a:pt x="48" y="274"/>
                    <a:pt x="48" y="274"/>
                  </a:cubicBezTo>
                  <a:cubicBezTo>
                    <a:pt x="48" y="273"/>
                    <a:pt x="51" y="269"/>
                    <a:pt x="51" y="269"/>
                  </a:cubicBezTo>
                  <a:cubicBezTo>
                    <a:pt x="55" y="260"/>
                    <a:pt x="59" y="253"/>
                    <a:pt x="56" y="246"/>
                  </a:cubicBezTo>
                  <a:cubicBezTo>
                    <a:pt x="55" y="239"/>
                    <a:pt x="50" y="233"/>
                    <a:pt x="42" y="228"/>
                  </a:cubicBezTo>
                  <a:cubicBezTo>
                    <a:pt x="47" y="221"/>
                    <a:pt x="50" y="213"/>
                    <a:pt x="51" y="204"/>
                  </a:cubicBezTo>
                  <a:cubicBezTo>
                    <a:pt x="52" y="202"/>
                    <a:pt x="52" y="201"/>
                    <a:pt x="52" y="199"/>
                  </a:cubicBezTo>
                  <a:cubicBezTo>
                    <a:pt x="52" y="191"/>
                    <a:pt x="48" y="183"/>
                    <a:pt x="39" y="176"/>
                  </a:cubicBezTo>
                  <a:cubicBezTo>
                    <a:pt x="50" y="172"/>
                    <a:pt x="60" y="166"/>
                    <a:pt x="64" y="154"/>
                  </a:cubicBezTo>
                  <a:cubicBezTo>
                    <a:pt x="64" y="154"/>
                    <a:pt x="65" y="154"/>
                    <a:pt x="65" y="154"/>
                  </a:cubicBezTo>
                  <a:cubicBezTo>
                    <a:pt x="65" y="154"/>
                    <a:pt x="65" y="154"/>
                    <a:pt x="65" y="154"/>
                  </a:cubicBezTo>
                  <a:cubicBezTo>
                    <a:pt x="67" y="148"/>
                    <a:pt x="69" y="142"/>
                    <a:pt x="69" y="135"/>
                  </a:cubicBezTo>
                  <a:cubicBezTo>
                    <a:pt x="69" y="131"/>
                    <a:pt x="68" y="127"/>
                    <a:pt x="67" y="122"/>
                  </a:cubicBezTo>
                  <a:cubicBezTo>
                    <a:pt x="74" y="121"/>
                    <a:pt x="81" y="120"/>
                    <a:pt x="86" y="117"/>
                  </a:cubicBezTo>
                  <a:cubicBezTo>
                    <a:pt x="86" y="117"/>
                    <a:pt x="87" y="117"/>
                    <a:pt x="87" y="117"/>
                  </a:cubicBezTo>
                  <a:cubicBezTo>
                    <a:pt x="87" y="117"/>
                    <a:pt x="87" y="117"/>
                    <a:pt x="87" y="117"/>
                  </a:cubicBezTo>
                  <a:cubicBezTo>
                    <a:pt x="88" y="116"/>
                    <a:pt x="88" y="116"/>
                    <a:pt x="88" y="116"/>
                  </a:cubicBezTo>
                  <a:cubicBezTo>
                    <a:pt x="90" y="115"/>
                    <a:pt x="92" y="113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0"/>
                    <a:pt x="93" y="110"/>
                    <a:pt x="93" y="110"/>
                  </a:cubicBezTo>
                  <a:cubicBezTo>
                    <a:pt x="98" y="103"/>
                    <a:pt x="99" y="94"/>
                    <a:pt x="99" y="85"/>
                  </a:cubicBezTo>
                  <a:cubicBezTo>
                    <a:pt x="99" y="84"/>
                    <a:pt x="99" y="83"/>
                    <a:pt x="99" y="82"/>
                  </a:cubicBezTo>
                  <a:cubicBezTo>
                    <a:pt x="110" y="85"/>
                    <a:pt x="120" y="85"/>
                    <a:pt x="127" y="82"/>
                  </a:cubicBezTo>
                  <a:cubicBezTo>
                    <a:pt x="128" y="82"/>
                    <a:pt x="128" y="82"/>
                    <a:pt x="129" y="82"/>
                  </a:cubicBezTo>
                  <a:cubicBezTo>
                    <a:pt x="129" y="82"/>
                    <a:pt x="129" y="82"/>
                    <a:pt x="129" y="82"/>
                  </a:cubicBezTo>
                  <a:cubicBezTo>
                    <a:pt x="129" y="82"/>
                    <a:pt x="129" y="82"/>
                    <a:pt x="129" y="82"/>
                  </a:cubicBezTo>
                  <a:cubicBezTo>
                    <a:pt x="130" y="81"/>
                    <a:pt x="130" y="81"/>
                    <a:pt x="131" y="80"/>
                  </a:cubicBezTo>
                  <a:cubicBezTo>
                    <a:pt x="131" y="80"/>
                    <a:pt x="132" y="80"/>
                    <a:pt x="132" y="80"/>
                  </a:cubicBezTo>
                  <a:cubicBezTo>
                    <a:pt x="138" y="76"/>
                    <a:pt x="142" y="69"/>
                    <a:pt x="144" y="60"/>
                  </a:cubicBezTo>
                  <a:cubicBezTo>
                    <a:pt x="152" y="62"/>
                    <a:pt x="161" y="62"/>
                    <a:pt x="169" y="59"/>
                  </a:cubicBezTo>
                  <a:cubicBezTo>
                    <a:pt x="180" y="57"/>
                    <a:pt x="186" y="50"/>
                    <a:pt x="191" y="36"/>
                  </a:cubicBezTo>
                  <a:cubicBezTo>
                    <a:pt x="198" y="42"/>
                    <a:pt x="206" y="46"/>
                    <a:pt x="217" y="47"/>
                  </a:cubicBezTo>
                  <a:cubicBezTo>
                    <a:pt x="217" y="47"/>
                    <a:pt x="217" y="47"/>
                    <a:pt x="218" y="47"/>
                  </a:cubicBezTo>
                  <a:cubicBezTo>
                    <a:pt x="229" y="47"/>
                    <a:pt x="240" y="45"/>
                    <a:pt x="248" y="40"/>
                  </a:cubicBezTo>
                  <a:cubicBezTo>
                    <a:pt x="254" y="48"/>
                    <a:pt x="259" y="53"/>
                    <a:pt x="266" y="55"/>
                  </a:cubicBezTo>
                  <a:cubicBezTo>
                    <a:pt x="277" y="60"/>
                    <a:pt x="287" y="55"/>
                    <a:pt x="298" y="51"/>
                  </a:cubicBezTo>
                  <a:cubicBezTo>
                    <a:pt x="300" y="62"/>
                    <a:pt x="304" y="71"/>
                    <a:pt x="310" y="77"/>
                  </a:cubicBezTo>
                  <a:cubicBezTo>
                    <a:pt x="310" y="78"/>
                    <a:pt x="310" y="78"/>
                    <a:pt x="311" y="78"/>
                  </a:cubicBezTo>
                  <a:cubicBezTo>
                    <a:pt x="311" y="79"/>
                    <a:pt x="312" y="79"/>
                    <a:pt x="312" y="80"/>
                  </a:cubicBezTo>
                  <a:cubicBezTo>
                    <a:pt x="312" y="80"/>
                    <a:pt x="313" y="80"/>
                    <a:pt x="313" y="80"/>
                  </a:cubicBezTo>
                  <a:cubicBezTo>
                    <a:pt x="319" y="84"/>
                    <a:pt x="327" y="85"/>
                    <a:pt x="336" y="84"/>
                  </a:cubicBezTo>
                  <a:cubicBezTo>
                    <a:pt x="337" y="93"/>
                    <a:pt x="341" y="100"/>
                    <a:pt x="347" y="107"/>
                  </a:cubicBezTo>
                  <a:cubicBezTo>
                    <a:pt x="353" y="116"/>
                    <a:pt x="362" y="119"/>
                    <a:pt x="376" y="118"/>
                  </a:cubicBezTo>
                  <a:cubicBezTo>
                    <a:pt x="373" y="128"/>
                    <a:pt x="372" y="138"/>
                    <a:pt x="378" y="150"/>
                  </a:cubicBezTo>
                  <a:cubicBezTo>
                    <a:pt x="378" y="150"/>
                    <a:pt x="378" y="150"/>
                    <a:pt x="378" y="150"/>
                  </a:cubicBezTo>
                  <a:cubicBezTo>
                    <a:pt x="383" y="161"/>
                    <a:pt x="388" y="167"/>
                    <a:pt x="398" y="174"/>
                  </a:cubicBezTo>
                  <a:cubicBezTo>
                    <a:pt x="396" y="176"/>
                    <a:pt x="395" y="177"/>
                    <a:pt x="395" y="177"/>
                  </a:cubicBezTo>
                  <a:cubicBezTo>
                    <a:pt x="389" y="183"/>
                    <a:pt x="384" y="189"/>
                    <a:pt x="382" y="195"/>
                  </a:cubicBezTo>
                  <a:cubicBezTo>
                    <a:pt x="382" y="195"/>
                    <a:pt x="382" y="195"/>
                    <a:pt x="382" y="195"/>
                  </a:cubicBezTo>
                  <a:cubicBezTo>
                    <a:pt x="382" y="195"/>
                    <a:pt x="382" y="195"/>
                    <a:pt x="382" y="196"/>
                  </a:cubicBezTo>
                  <a:cubicBezTo>
                    <a:pt x="381" y="196"/>
                    <a:pt x="381" y="197"/>
                    <a:pt x="381" y="197"/>
                  </a:cubicBezTo>
                  <a:cubicBezTo>
                    <a:pt x="380" y="201"/>
                    <a:pt x="380" y="204"/>
                    <a:pt x="380" y="207"/>
                  </a:cubicBezTo>
                  <a:cubicBezTo>
                    <a:pt x="380" y="218"/>
                    <a:pt x="385" y="228"/>
                    <a:pt x="392" y="240"/>
                  </a:cubicBezTo>
                  <a:cubicBezTo>
                    <a:pt x="390" y="241"/>
                    <a:pt x="388" y="242"/>
                    <a:pt x="388" y="242"/>
                  </a:cubicBezTo>
                  <a:cubicBezTo>
                    <a:pt x="377" y="247"/>
                    <a:pt x="369" y="251"/>
                    <a:pt x="367" y="261"/>
                  </a:cubicBezTo>
                  <a:cubicBezTo>
                    <a:pt x="367" y="262"/>
                    <a:pt x="367" y="262"/>
                    <a:pt x="367" y="262"/>
                  </a:cubicBezTo>
                  <a:cubicBezTo>
                    <a:pt x="367" y="262"/>
                    <a:pt x="367" y="262"/>
                    <a:pt x="367" y="263"/>
                  </a:cubicBezTo>
                  <a:cubicBezTo>
                    <a:pt x="367" y="265"/>
                    <a:pt x="367" y="268"/>
                    <a:pt x="367" y="271"/>
                  </a:cubicBezTo>
                  <a:cubicBezTo>
                    <a:pt x="367" y="279"/>
                    <a:pt x="370" y="287"/>
                    <a:pt x="374" y="295"/>
                  </a:cubicBezTo>
                  <a:cubicBezTo>
                    <a:pt x="374" y="295"/>
                    <a:pt x="374" y="295"/>
                    <a:pt x="374" y="295"/>
                  </a:cubicBezTo>
                  <a:cubicBezTo>
                    <a:pt x="374" y="295"/>
                    <a:pt x="368" y="296"/>
                    <a:pt x="368" y="296"/>
                  </a:cubicBezTo>
                  <a:cubicBezTo>
                    <a:pt x="359" y="299"/>
                    <a:pt x="352" y="302"/>
                    <a:pt x="349" y="308"/>
                  </a:cubicBezTo>
                  <a:cubicBezTo>
                    <a:pt x="346" y="312"/>
                    <a:pt x="345" y="316"/>
                    <a:pt x="345" y="320"/>
                  </a:cubicBezTo>
                  <a:cubicBezTo>
                    <a:pt x="345" y="324"/>
                    <a:pt x="346" y="328"/>
                    <a:pt x="347" y="332"/>
                  </a:cubicBezTo>
                  <a:cubicBezTo>
                    <a:pt x="339" y="334"/>
                    <a:pt x="332" y="338"/>
                    <a:pt x="326" y="344"/>
                  </a:cubicBezTo>
                  <a:cubicBezTo>
                    <a:pt x="319" y="349"/>
                    <a:pt x="316" y="356"/>
                    <a:pt x="316" y="366"/>
                  </a:cubicBezTo>
                  <a:close/>
                  <a:moveTo>
                    <a:pt x="355" y="377"/>
                  </a:moveTo>
                  <a:cubicBezTo>
                    <a:pt x="355" y="377"/>
                    <a:pt x="355" y="377"/>
                    <a:pt x="354" y="377"/>
                  </a:cubicBezTo>
                  <a:cubicBezTo>
                    <a:pt x="349" y="382"/>
                    <a:pt x="339" y="382"/>
                    <a:pt x="329" y="379"/>
                  </a:cubicBezTo>
                  <a:cubicBezTo>
                    <a:pt x="329" y="377"/>
                    <a:pt x="329" y="375"/>
                    <a:pt x="329" y="374"/>
                  </a:cubicBezTo>
                  <a:cubicBezTo>
                    <a:pt x="329" y="374"/>
                    <a:pt x="329" y="374"/>
                    <a:pt x="329" y="374"/>
                  </a:cubicBezTo>
                  <a:cubicBezTo>
                    <a:pt x="328" y="369"/>
                    <a:pt x="328" y="365"/>
                    <a:pt x="328" y="362"/>
                  </a:cubicBezTo>
                  <a:cubicBezTo>
                    <a:pt x="328" y="355"/>
                    <a:pt x="329" y="350"/>
                    <a:pt x="332" y="348"/>
                  </a:cubicBezTo>
                  <a:cubicBezTo>
                    <a:pt x="332" y="348"/>
                    <a:pt x="332" y="348"/>
                    <a:pt x="332" y="348"/>
                  </a:cubicBezTo>
                  <a:cubicBezTo>
                    <a:pt x="338" y="344"/>
                    <a:pt x="344" y="343"/>
                    <a:pt x="351" y="343"/>
                  </a:cubicBezTo>
                  <a:cubicBezTo>
                    <a:pt x="352" y="344"/>
                    <a:pt x="352" y="345"/>
                    <a:pt x="353" y="347"/>
                  </a:cubicBezTo>
                  <a:cubicBezTo>
                    <a:pt x="356" y="353"/>
                    <a:pt x="358" y="360"/>
                    <a:pt x="358" y="366"/>
                  </a:cubicBezTo>
                  <a:cubicBezTo>
                    <a:pt x="358" y="371"/>
                    <a:pt x="357" y="375"/>
                    <a:pt x="355" y="377"/>
                  </a:cubicBezTo>
                  <a:close/>
                  <a:moveTo>
                    <a:pt x="388" y="328"/>
                  </a:moveTo>
                  <a:cubicBezTo>
                    <a:pt x="385" y="333"/>
                    <a:pt x="376" y="332"/>
                    <a:pt x="367" y="331"/>
                  </a:cubicBezTo>
                  <a:cubicBezTo>
                    <a:pt x="363" y="331"/>
                    <a:pt x="363" y="331"/>
                    <a:pt x="363" y="331"/>
                  </a:cubicBezTo>
                  <a:cubicBezTo>
                    <a:pt x="362" y="331"/>
                    <a:pt x="360" y="331"/>
                    <a:pt x="359" y="331"/>
                  </a:cubicBezTo>
                  <a:cubicBezTo>
                    <a:pt x="355" y="320"/>
                    <a:pt x="354" y="315"/>
                    <a:pt x="355" y="313"/>
                  </a:cubicBezTo>
                  <a:cubicBezTo>
                    <a:pt x="356" y="311"/>
                    <a:pt x="362" y="310"/>
                    <a:pt x="366" y="309"/>
                  </a:cubicBezTo>
                  <a:cubicBezTo>
                    <a:pt x="378" y="306"/>
                    <a:pt x="378" y="306"/>
                    <a:pt x="378" y="306"/>
                  </a:cubicBezTo>
                  <a:cubicBezTo>
                    <a:pt x="381" y="305"/>
                    <a:pt x="381" y="305"/>
                    <a:pt x="381" y="305"/>
                  </a:cubicBezTo>
                  <a:cubicBezTo>
                    <a:pt x="387" y="315"/>
                    <a:pt x="389" y="320"/>
                    <a:pt x="389" y="323"/>
                  </a:cubicBezTo>
                  <a:cubicBezTo>
                    <a:pt x="389" y="325"/>
                    <a:pt x="388" y="326"/>
                    <a:pt x="388" y="328"/>
                  </a:cubicBezTo>
                  <a:close/>
                  <a:moveTo>
                    <a:pt x="404" y="276"/>
                  </a:moveTo>
                  <a:cubicBezTo>
                    <a:pt x="401" y="281"/>
                    <a:pt x="396" y="286"/>
                    <a:pt x="386" y="290"/>
                  </a:cubicBezTo>
                  <a:cubicBezTo>
                    <a:pt x="385" y="289"/>
                    <a:pt x="385" y="289"/>
                    <a:pt x="385" y="289"/>
                  </a:cubicBezTo>
                  <a:cubicBezTo>
                    <a:pt x="379" y="280"/>
                    <a:pt x="375" y="274"/>
                    <a:pt x="375" y="267"/>
                  </a:cubicBezTo>
                  <a:cubicBezTo>
                    <a:pt x="375" y="265"/>
                    <a:pt x="375" y="263"/>
                    <a:pt x="376" y="261"/>
                  </a:cubicBezTo>
                  <a:cubicBezTo>
                    <a:pt x="376" y="261"/>
                    <a:pt x="376" y="261"/>
                    <a:pt x="376" y="261"/>
                  </a:cubicBezTo>
                  <a:cubicBezTo>
                    <a:pt x="378" y="259"/>
                    <a:pt x="383" y="257"/>
                    <a:pt x="387" y="256"/>
                  </a:cubicBezTo>
                  <a:cubicBezTo>
                    <a:pt x="398" y="252"/>
                    <a:pt x="398" y="252"/>
                    <a:pt x="398" y="252"/>
                  </a:cubicBezTo>
                  <a:cubicBezTo>
                    <a:pt x="403" y="261"/>
                    <a:pt x="405" y="266"/>
                    <a:pt x="405" y="270"/>
                  </a:cubicBezTo>
                  <a:cubicBezTo>
                    <a:pt x="405" y="272"/>
                    <a:pt x="404" y="274"/>
                    <a:pt x="404" y="276"/>
                  </a:cubicBezTo>
                  <a:close/>
                  <a:moveTo>
                    <a:pt x="403" y="234"/>
                  </a:moveTo>
                  <a:cubicBezTo>
                    <a:pt x="398" y="227"/>
                    <a:pt x="398" y="227"/>
                    <a:pt x="398" y="227"/>
                  </a:cubicBezTo>
                  <a:cubicBezTo>
                    <a:pt x="393" y="218"/>
                    <a:pt x="388" y="211"/>
                    <a:pt x="388" y="204"/>
                  </a:cubicBezTo>
                  <a:cubicBezTo>
                    <a:pt x="388" y="203"/>
                    <a:pt x="389" y="203"/>
                    <a:pt x="389" y="202"/>
                  </a:cubicBezTo>
                  <a:cubicBezTo>
                    <a:pt x="389" y="202"/>
                    <a:pt x="389" y="202"/>
                    <a:pt x="389" y="201"/>
                  </a:cubicBezTo>
                  <a:cubicBezTo>
                    <a:pt x="389" y="201"/>
                    <a:pt x="389" y="201"/>
                    <a:pt x="389" y="201"/>
                  </a:cubicBezTo>
                  <a:cubicBezTo>
                    <a:pt x="389" y="199"/>
                    <a:pt x="396" y="193"/>
                    <a:pt x="400" y="189"/>
                  </a:cubicBezTo>
                  <a:cubicBezTo>
                    <a:pt x="408" y="181"/>
                    <a:pt x="408" y="181"/>
                    <a:pt x="408" y="181"/>
                  </a:cubicBezTo>
                  <a:cubicBezTo>
                    <a:pt x="421" y="191"/>
                    <a:pt x="423" y="199"/>
                    <a:pt x="425" y="208"/>
                  </a:cubicBezTo>
                  <a:cubicBezTo>
                    <a:pt x="423" y="216"/>
                    <a:pt x="418" y="226"/>
                    <a:pt x="403" y="234"/>
                  </a:cubicBezTo>
                  <a:close/>
                </a:path>
              </a:pathLst>
            </a:custGeom>
            <a:noFill/>
            <a:ln w="460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5">
              <a:extLst>
                <a:ext uri="{FF2B5EF4-FFF2-40B4-BE49-F238E27FC236}">
                  <a16:creationId xmlns:a16="http://schemas.microsoft.com/office/drawing/2014/main" id="{82469FB7-2D2C-4DD2-8040-34D2DE6E9F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" y="1112"/>
              <a:ext cx="2144" cy="2292"/>
            </a:xfrm>
            <a:custGeom>
              <a:avLst/>
              <a:gdLst>
                <a:gd name="T0" fmla="*/ 6190807 w 433"/>
                <a:gd name="T1" fmla="*/ 2731805 h 434"/>
                <a:gd name="T2" fmla="*/ 5012033 w 433"/>
                <a:gd name="T3" fmla="*/ 846324 h 434"/>
                <a:gd name="T4" fmla="*/ 4214312 w 433"/>
                <a:gd name="T5" fmla="*/ 131531 h 434"/>
                <a:gd name="T6" fmla="*/ 3155141 w 433"/>
                <a:gd name="T7" fmla="*/ 20195 h 434"/>
                <a:gd name="T8" fmla="*/ 2298061 w 433"/>
                <a:gd name="T9" fmla="*/ 196790 h 434"/>
                <a:gd name="T10" fmla="*/ 1503380 w 433"/>
                <a:gd name="T11" fmla="*/ 866519 h 434"/>
                <a:gd name="T12" fmla="*/ 723162 w 433"/>
                <a:gd name="T13" fmla="*/ 2427635 h 434"/>
                <a:gd name="T14" fmla="*/ 0 w 433"/>
                <a:gd name="T15" fmla="*/ 4272008 h 434"/>
                <a:gd name="T16" fmla="*/ 89588 w 433"/>
                <a:gd name="T17" fmla="*/ 5620021 h 434"/>
                <a:gd name="T18" fmla="*/ 574686 w 433"/>
                <a:gd name="T19" fmla="*/ 6987468 h 434"/>
                <a:gd name="T20" fmla="*/ 1517843 w 433"/>
                <a:gd name="T21" fmla="*/ 8224256 h 434"/>
                <a:gd name="T22" fmla="*/ 3095634 w 433"/>
                <a:gd name="T23" fmla="*/ 9045700 h 434"/>
                <a:gd name="T24" fmla="*/ 3949798 w 433"/>
                <a:gd name="T25" fmla="*/ 8939048 h 434"/>
                <a:gd name="T26" fmla="*/ 5307153 w 433"/>
                <a:gd name="T27" fmla="*/ 8285670 h 434"/>
                <a:gd name="T28" fmla="*/ 5792251 w 433"/>
                <a:gd name="T29" fmla="*/ 6531603 h 434"/>
                <a:gd name="T30" fmla="*/ 250076 w 433"/>
                <a:gd name="T31" fmla="*/ 3015031 h 434"/>
                <a:gd name="T32" fmla="*/ 6101809 w 433"/>
                <a:gd name="T33" fmla="*/ 2843004 h 434"/>
                <a:gd name="T34" fmla="*/ 5173115 w 433"/>
                <a:gd name="T35" fmla="*/ 1733898 h 434"/>
                <a:gd name="T36" fmla="*/ 5113514 w 433"/>
                <a:gd name="T37" fmla="*/ 1757911 h 434"/>
                <a:gd name="T38" fmla="*/ 4952407 w 433"/>
                <a:gd name="T39" fmla="*/ 1494991 h 434"/>
                <a:gd name="T40" fmla="*/ 4184821 w 433"/>
                <a:gd name="T41" fmla="*/ 283083 h 434"/>
                <a:gd name="T42" fmla="*/ 3845276 w 433"/>
                <a:gd name="T43" fmla="*/ 628473 h 434"/>
                <a:gd name="T44" fmla="*/ 3241074 w 433"/>
                <a:gd name="T45" fmla="*/ 846324 h 434"/>
                <a:gd name="T46" fmla="*/ 2652044 w 433"/>
                <a:gd name="T47" fmla="*/ 673547 h 434"/>
                <a:gd name="T48" fmla="*/ 1871826 w 433"/>
                <a:gd name="T49" fmla="*/ 1150494 h 434"/>
                <a:gd name="T50" fmla="*/ 869216 w 433"/>
                <a:gd name="T51" fmla="*/ 1778967 h 434"/>
                <a:gd name="T52" fmla="*/ 913641 w 433"/>
                <a:gd name="T53" fmla="*/ 2386389 h 434"/>
                <a:gd name="T54" fmla="*/ 753148 w 433"/>
                <a:gd name="T55" fmla="*/ 2690555 h 434"/>
                <a:gd name="T56" fmla="*/ 339074 w 433"/>
                <a:gd name="T57" fmla="*/ 3146420 h 434"/>
                <a:gd name="T58" fmla="*/ 634188 w 433"/>
                <a:gd name="T59" fmla="*/ 4448608 h 434"/>
                <a:gd name="T60" fmla="*/ 205527 w 433"/>
                <a:gd name="T61" fmla="*/ 5574054 h 434"/>
                <a:gd name="T62" fmla="*/ 723162 w 433"/>
                <a:gd name="T63" fmla="*/ 5381252 h 434"/>
                <a:gd name="T64" fmla="*/ 619136 w 433"/>
                <a:gd name="T65" fmla="*/ 6182364 h 434"/>
                <a:gd name="T66" fmla="*/ 1163717 w 433"/>
                <a:gd name="T67" fmla="*/ 7895206 h 434"/>
                <a:gd name="T68" fmla="*/ 1532777 w 433"/>
                <a:gd name="T69" fmla="*/ 7961336 h 434"/>
                <a:gd name="T70" fmla="*/ 2136959 w 433"/>
                <a:gd name="T71" fmla="*/ 8026737 h 434"/>
                <a:gd name="T72" fmla="*/ 2536000 w 433"/>
                <a:gd name="T73" fmla="*/ 8635047 h 434"/>
                <a:gd name="T74" fmla="*/ 3788691 w 433"/>
                <a:gd name="T75" fmla="*/ 8852760 h 434"/>
                <a:gd name="T76" fmla="*/ 3800733 w 433"/>
                <a:gd name="T77" fmla="*/ 8766441 h 434"/>
                <a:gd name="T78" fmla="*/ 4657907 w 433"/>
                <a:gd name="T79" fmla="*/ 8397032 h 434"/>
                <a:gd name="T80" fmla="*/ 3890315 w 433"/>
                <a:gd name="T81" fmla="*/ 8523710 h 434"/>
                <a:gd name="T82" fmla="*/ 2800520 w 433"/>
                <a:gd name="T83" fmla="*/ 8158126 h 434"/>
                <a:gd name="T84" fmla="*/ 2166940 w 433"/>
                <a:gd name="T85" fmla="*/ 7853960 h 434"/>
                <a:gd name="T86" fmla="*/ 1148664 w 433"/>
                <a:gd name="T87" fmla="*/ 6355146 h 434"/>
                <a:gd name="T88" fmla="*/ 753148 w 433"/>
                <a:gd name="T89" fmla="*/ 4424453 h 434"/>
                <a:gd name="T90" fmla="*/ 988171 w 433"/>
                <a:gd name="T91" fmla="*/ 2645486 h 434"/>
                <a:gd name="T92" fmla="*/ 1369367 w 433"/>
                <a:gd name="T93" fmla="*/ 2407471 h 434"/>
                <a:gd name="T94" fmla="*/ 1901936 w 433"/>
                <a:gd name="T95" fmla="*/ 1778967 h 434"/>
                <a:gd name="T96" fmla="*/ 3211702 w 433"/>
                <a:gd name="T97" fmla="*/ 1018963 h 434"/>
                <a:gd name="T98" fmla="*/ 4613482 w 433"/>
                <a:gd name="T99" fmla="*/ 1733898 h 434"/>
                <a:gd name="T100" fmla="*/ 5821624 w 433"/>
                <a:gd name="T101" fmla="*/ 3841049 h 434"/>
                <a:gd name="T102" fmla="*/ 5717721 w 433"/>
                <a:gd name="T103" fmla="*/ 5249720 h 434"/>
                <a:gd name="T104" fmla="*/ 5423067 w 433"/>
                <a:gd name="T105" fmla="*/ 6420378 h 434"/>
                <a:gd name="T106" fmla="*/ 5217565 w 433"/>
                <a:gd name="T107" fmla="*/ 8179187 h 434"/>
                <a:gd name="T108" fmla="*/ 5173115 w 433"/>
                <a:gd name="T109" fmla="*/ 7439346 h 434"/>
                <a:gd name="T110" fmla="*/ 5292095 w 433"/>
                <a:gd name="T111" fmla="*/ 7180414 h 434"/>
                <a:gd name="T112" fmla="*/ 5952744 w 433"/>
                <a:gd name="T113" fmla="*/ 5989561 h 434"/>
                <a:gd name="T114" fmla="*/ 5866172 w 433"/>
                <a:gd name="T115" fmla="*/ 5467571 h 434"/>
                <a:gd name="T116" fmla="*/ 5732650 w 433"/>
                <a:gd name="T117" fmla="*/ 4363039 h 4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33" h="434">
                  <a:moveTo>
                    <a:pt x="417" y="170"/>
                  </a:moveTo>
                  <a:cubicBezTo>
                    <a:pt x="429" y="154"/>
                    <a:pt x="425" y="139"/>
                    <a:pt x="422" y="130"/>
                  </a:cubicBezTo>
                  <a:cubicBezTo>
                    <a:pt x="422" y="130"/>
                    <a:pt x="422" y="130"/>
                    <a:pt x="422" y="130"/>
                  </a:cubicBezTo>
                  <a:cubicBezTo>
                    <a:pt x="422" y="129"/>
                    <a:pt x="421" y="129"/>
                    <a:pt x="421" y="129"/>
                  </a:cubicBezTo>
                  <a:cubicBezTo>
                    <a:pt x="421" y="129"/>
                    <a:pt x="421" y="129"/>
                    <a:pt x="421" y="129"/>
                  </a:cubicBezTo>
                  <a:cubicBezTo>
                    <a:pt x="421" y="127"/>
                    <a:pt x="421" y="127"/>
                    <a:pt x="421" y="127"/>
                  </a:cubicBezTo>
                  <a:cubicBezTo>
                    <a:pt x="421" y="127"/>
                    <a:pt x="420" y="126"/>
                    <a:pt x="420" y="126"/>
                  </a:cubicBezTo>
                  <a:cubicBezTo>
                    <a:pt x="415" y="119"/>
                    <a:pt x="405" y="111"/>
                    <a:pt x="394" y="108"/>
                  </a:cubicBezTo>
                  <a:cubicBezTo>
                    <a:pt x="395" y="105"/>
                    <a:pt x="396" y="101"/>
                    <a:pt x="396" y="98"/>
                  </a:cubicBezTo>
                  <a:cubicBezTo>
                    <a:pt x="396" y="90"/>
                    <a:pt x="393" y="82"/>
                    <a:pt x="388" y="76"/>
                  </a:cubicBezTo>
                  <a:cubicBezTo>
                    <a:pt x="388" y="76"/>
                    <a:pt x="388" y="76"/>
                    <a:pt x="388" y="76"/>
                  </a:cubicBezTo>
                  <a:cubicBezTo>
                    <a:pt x="387" y="75"/>
                    <a:pt x="387" y="75"/>
                    <a:pt x="387" y="75"/>
                  </a:cubicBezTo>
                  <a:cubicBezTo>
                    <a:pt x="378" y="65"/>
                    <a:pt x="364" y="62"/>
                    <a:pt x="348" y="68"/>
                  </a:cubicBezTo>
                  <a:cubicBezTo>
                    <a:pt x="350" y="56"/>
                    <a:pt x="350" y="46"/>
                    <a:pt x="340" y="39"/>
                  </a:cubicBezTo>
                  <a:cubicBezTo>
                    <a:pt x="340" y="39"/>
                    <a:pt x="340" y="38"/>
                    <a:pt x="340" y="38"/>
                  </a:cubicBezTo>
                  <a:cubicBezTo>
                    <a:pt x="340" y="38"/>
                    <a:pt x="340" y="38"/>
                    <a:pt x="340" y="38"/>
                  </a:cubicBezTo>
                  <a:cubicBezTo>
                    <a:pt x="340" y="38"/>
                    <a:pt x="338" y="37"/>
                    <a:pt x="338" y="37"/>
                  </a:cubicBezTo>
                  <a:cubicBezTo>
                    <a:pt x="331" y="32"/>
                    <a:pt x="325" y="28"/>
                    <a:pt x="308" y="34"/>
                  </a:cubicBezTo>
                  <a:cubicBezTo>
                    <a:pt x="305" y="14"/>
                    <a:pt x="295" y="10"/>
                    <a:pt x="288" y="7"/>
                  </a:cubicBezTo>
                  <a:cubicBezTo>
                    <a:pt x="286" y="6"/>
                    <a:pt x="286" y="6"/>
                    <a:pt x="286" y="6"/>
                  </a:cubicBezTo>
                  <a:cubicBezTo>
                    <a:pt x="286" y="6"/>
                    <a:pt x="286" y="6"/>
                    <a:pt x="286" y="6"/>
                  </a:cubicBezTo>
                  <a:cubicBezTo>
                    <a:pt x="286" y="6"/>
                    <a:pt x="286" y="6"/>
                    <a:pt x="285" y="6"/>
                  </a:cubicBezTo>
                  <a:cubicBezTo>
                    <a:pt x="284" y="6"/>
                    <a:pt x="284" y="6"/>
                    <a:pt x="284" y="6"/>
                  </a:cubicBezTo>
                  <a:cubicBezTo>
                    <a:pt x="273" y="4"/>
                    <a:pt x="267" y="4"/>
                    <a:pt x="252" y="21"/>
                  </a:cubicBezTo>
                  <a:cubicBezTo>
                    <a:pt x="251" y="21"/>
                    <a:pt x="251" y="22"/>
                    <a:pt x="251" y="22"/>
                  </a:cubicBezTo>
                  <a:cubicBezTo>
                    <a:pt x="250" y="20"/>
                    <a:pt x="250" y="20"/>
                    <a:pt x="250" y="20"/>
                  </a:cubicBezTo>
                  <a:cubicBezTo>
                    <a:pt x="238" y="0"/>
                    <a:pt x="223" y="1"/>
                    <a:pt x="216" y="1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3" y="1"/>
                    <a:pt x="213" y="1"/>
                    <a:pt x="212" y="1"/>
                  </a:cubicBezTo>
                  <a:cubicBezTo>
                    <a:pt x="204" y="3"/>
                    <a:pt x="195" y="8"/>
                    <a:pt x="188" y="16"/>
                  </a:cubicBezTo>
                  <a:cubicBezTo>
                    <a:pt x="180" y="8"/>
                    <a:pt x="168" y="6"/>
                    <a:pt x="156" y="9"/>
                  </a:cubicBezTo>
                  <a:cubicBezTo>
                    <a:pt x="156" y="9"/>
                    <a:pt x="157" y="9"/>
                    <a:pt x="157" y="9"/>
                  </a:cubicBezTo>
                  <a:cubicBezTo>
                    <a:pt x="157" y="9"/>
                    <a:pt x="156" y="9"/>
                    <a:pt x="156" y="9"/>
                  </a:cubicBezTo>
                  <a:cubicBezTo>
                    <a:pt x="156" y="9"/>
                    <a:pt x="156" y="9"/>
                    <a:pt x="156" y="9"/>
                  </a:cubicBezTo>
                  <a:cubicBezTo>
                    <a:pt x="155" y="9"/>
                    <a:pt x="155" y="10"/>
                    <a:pt x="155" y="10"/>
                  </a:cubicBezTo>
                  <a:cubicBezTo>
                    <a:pt x="153" y="10"/>
                    <a:pt x="152" y="11"/>
                    <a:pt x="151" y="12"/>
                  </a:cubicBezTo>
                  <a:cubicBezTo>
                    <a:pt x="141" y="17"/>
                    <a:pt x="134" y="28"/>
                    <a:pt x="134" y="42"/>
                  </a:cubicBezTo>
                  <a:cubicBezTo>
                    <a:pt x="124" y="37"/>
                    <a:pt x="114" y="33"/>
                    <a:pt x="104" y="39"/>
                  </a:cubicBezTo>
                  <a:cubicBezTo>
                    <a:pt x="104" y="39"/>
                    <a:pt x="103" y="39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2" y="40"/>
                    <a:pt x="102" y="40"/>
                    <a:pt x="102" y="40"/>
                  </a:cubicBezTo>
                  <a:cubicBezTo>
                    <a:pt x="93" y="45"/>
                    <a:pt x="88" y="49"/>
                    <a:pt x="87" y="66"/>
                  </a:cubicBezTo>
                  <a:cubicBezTo>
                    <a:pt x="67" y="62"/>
                    <a:pt x="59" y="70"/>
                    <a:pt x="54" y="75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3" y="76"/>
                    <a:pt x="53" y="77"/>
                    <a:pt x="52" y="77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49" y="82"/>
                    <a:pt x="41" y="95"/>
                    <a:pt x="49" y="112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26" y="115"/>
                    <a:pt x="21" y="129"/>
                    <a:pt x="18" y="136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14" y="146"/>
                    <a:pt x="14" y="158"/>
                    <a:pt x="20" y="170"/>
                  </a:cubicBezTo>
                  <a:cubicBezTo>
                    <a:pt x="9" y="174"/>
                    <a:pt x="2" y="184"/>
                    <a:pt x="0" y="196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8"/>
                    <a:pt x="0" y="199"/>
                    <a:pt x="0" y="200"/>
                  </a:cubicBezTo>
                  <a:cubicBezTo>
                    <a:pt x="0" y="212"/>
                    <a:pt x="8" y="224"/>
                    <a:pt x="21" y="230"/>
                  </a:cubicBezTo>
                  <a:cubicBezTo>
                    <a:pt x="13" y="237"/>
                    <a:pt x="5" y="244"/>
                    <a:pt x="6" y="255"/>
                  </a:cubicBezTo>
                  <a:cubicBezTo>
                    <a:pt x="6" y="255"/>
                    <a:pt x="6" y="256"/>
                    <a:pt x="6" y="256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6" y="259"/>
                    <a:pt x="6" y="259"/>
                    <a:pt x="6" y="259"/>
                  </a:cubicBezTo>
                  <a:cubicBezTo>
                    <a:pt x="9" y="269"/>
                    <a:pt x="11" y="275"/>
                    <a:pt x="30" y="282"/>
                  </a:cubicBezTo>
                  <a:cubicBezTo>
                    <a:pt x="28" y="287"/>
                    <a:pt x="28" y="292"/>
                    <a:pt x="28" y="296"/>
                  </a:cubicBezTo>
                  <a:cubicBezTo>
                    <a:pt x="28" y="305"/>
                    <a:pt x="32" y="312"/>
                    <a:pt x="35" y="316"/>
                  </a:cubicBezTo>
                  <a:cubicBezTo>
                    <a:pt x="36" y="318"/>
                    <a:pt x="36" y="318"/>
                    <a:pt x="36" y="318"/>
                  </a:cubicBezTo>
                  <a:cubicBezTo>
                    <a:pt x="36" y="318"/>
                    <a:pt x="36" y="318"/>
                    <a:pt x="36" y="318"/>
                  </a:cubicBezTo>
                  <a:cubicBezTo>
                    <a:pt x="36" y="318"/>
                    <a:pt x="36" y="318"/>
                    <a:pt x="36" y="318"/>
                  </a:cubicBezTo>
                  <a:cubicBezTo>
                    <a:pt x="39" y="322"/>
                    <a:pt x="39" y="322"/>
                    <a:pt x="39" y="322"/>
                  </a:cubicBezTo>
                  <a:cubicBezTo>
                    <a:pt x="43" y="327"/>
                    <a:pt x="48" y="334"/>
                    <a:pt x="62" y="334"/>
                  </a:cubicBezTo>
                  <a:cubicBezTo>
                    <a:pt x="61" y="337"/>
                    <a:pt x="61" y="341"/>
                    <a:pt x="61" y="344"/>
                  </a:cubicBezTo>
                  <a:cubicBezTo>
                    <a:pt x="61" y="358"/>
                    <a:pt x="69" y="365"/>
                    <a:pt x="73" y="369"/>
                  </a:cubicBezTo>
                  <a:cubicBezTo>
                    <a:pt x="74" y="371"/>
                    <a:pt x="74" y="371"/>
                    <a:pt x="74" y="371"/>
                  </a:cubicBezTo>
                  <a:cubicBezTo>
                    <a:pt x="74" y="371"/>
                    <a:pt x="74" y="371"/>
                    <a:pt x="74" y="371"/>
                  </a:cubicBezTo>
                  <a:cubicBezTo>
                    <a:pt x="75" y="371"/>
                    <a:pt x="75" y="371"/>
                    <a:pt x="76" y="372"/>
                  </a:cubicBezTo>
                  <a:cubicBezTo>
                    <a:pt x="82" y="376"/>
                    <a:pt x="93" y="379"/>
                    <a:pt x="103" y="379"/>
                  </a:cubicBezTo>
                  <a:cubicBezTo>
                    <a:pt x="104" y="390"/>
                    <a:pt x="110" y="400"/>
                    <a:pt x="121" y="407"/>
                  </a:cubicBezTo>
                  <a:cubicBezTo>
                    <a:pt x="121" y="407"/>
                    <a:pt x="121" y="407"/>
                    <a:pt x="121" y="407"/>
                  </a:cubicBezTo>
                  <a:cubicBezTo>
                    <a:pt x="133" y="413"/>
                    <a:pt x="148" y="410"/>
                    <a:pt x="160" y="400"/>
                  </a:cubicBezTo>
                  <a:cubicBezTo>
                    <a:pt x="163" y="410"/>
                    <a:pt x="167" y="420"/>
                    <a:pt x="178" y="423"/>
                  </a:cubicBezTo>
                  <a:cubicBezTo>
                    <a:pt x="178" y="424"/>
                    <a:pt x="178" y="424"/>
                    <a:pt x="179" y="424"/>
                  </a:cubicBezTo>
                  <a:cubicBezTo>
                    <a:pt x="180" y="424"/>
                    <a:pt x="180" y="424"/>
                    <a:pt x="180" y="424"/>
                  </a:cubicBezTo>
                  <a:cubicBezTo>
                    <a:pt x="189" y="427"/>
                    <a:pt x="196" y="428"/>
                    <a:pt x="210" y="417"/>
                  </a:cubicBezTo>
                  <a:cubicBezTo>
                    <a:pt x="220" y="434"/>
                    <a:pt x="231" y="434"/>
                    <a:pt x="238" y="434"/>
                  </a:cubicBezTo>
                  <a:cubicBezTo>
                    <a:pt x="240" y="434"/>
                    <a:pt x="240" y="434"/>
                    <a:pt x="240" y="434"/>
                  </a:cubicBezTo>
                  <a:cubicBezTo>
                    <a:pt x="240" y="434"/>
                    <a:pt x="241" y="434"/>
                    <a:pt x="241" y="434"/>
                  </a:cubicBezTo>
                  <a:cubicBezTo>
                    <a:pt x="242" y="434"/>
                    <a:pt x="242" y="434"/>
                    <a:pt x="242" y="434"/>
                  </a:cubicBezTo>
                  <a:cubicBezTo>
                    <a:pt x="247" y="433"/>
                    <a:pt x="262" y="430"/>
                    <a:pt x="268" y="412"/>
                  </a:cubicBezTo>
                  <a:cubicBezTo>
                    <a:pt x="268" y="412"/>
                    <a:pt x="268" y="412"/>
                    <a:pt x="268" y="412"/>
                  </a:cubicBezTo>
                  <a:cubicBezTo>
                    <a:pt x="268" y="412"/>
                    <a:pt x="268" y="412"/>
                    <a:pt x="268" y="412"/>
                  </a:cubicBezTo>
                  <a:cubicBezTo>
                    <a:pt x="287" y="426"/>
                    <a:pt x="300" y="421"/>
                    <a:pt x="307" y="418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7"/>
                    <a:pt x="310" y="417"/>
                    <a:pt x="311" y="416"/>
                  </a:cubicBezTo>
                  <a:cubicBezTo>
                    <a:pt x="318" y="412"/>
                    <a:pt x="325" y="402"/>
                    <a:pt x="328" y="391"/>
                  </a:cubicBezTo>
                  <a:cubicBezTo>
                    <a:pt x="339" y="394"/>
                    <a:pt x="350" y="391"/>
                    <a:pt x="360" y="383"/>
                  </a:cubicBezTo>
                  <a:cubicBezTo>
                    <a:pt x="360" y="383"/>
                    <a:pt x="360" y="383"/>
                    <a:pt x="360" y="383"/>
                  </a:cubicBezTo>
                  <a:cubicBezTo>
                    <a:pt x="360" y="383"/>
                    <a:pt x="360" y="382"/>
                    <a:pt x="360" y="382"/>
                  </a:cubicBezTo>
                  <a:cubicBezTo>
                    <a:pt x="366" y="377"/>
                    <a:pt x="369" y="369"/>
                    <a:pt x="369" y="361"/>
                  </a:cubicBezTo>
                  <a:cubicBezTo>
                    <a:pt x="369" y="355"/>
                    <a:pt x="368" y="349"/>
                    <a:pt x="365" y="343"/>
                  </a:cubicBezTo>
                  <a:cubicBezTo>
                    <a:pt x="376" y="344"/>
                    <a:pt x="386" y="343"/>
                    <a:pt x="393" y="334"/>
                  </a:cubicBezTo>
                  <a:cubicBezTo>
                    <a:pt x="393" y="333"/>
                    <a:pt x="394" y="333"/>
                    <a:pt x="394" y="332"/>
                  </a:cubicBezTo>
                  <a:cubicBezTo>
                    <a:pt x="395" y="331"/>
                    <a:pt x="395" y="331"/>
                    <a:pt x="395" y="331"/>
                  </a:cubicBezTo>
                  <a:cubicBezTo>
                    <a:pt x="397" y="326"/>
                    <a:pt x="398" y="323"/>
                    <a:pt x="398" y="318"/>
                  </a:cubicBezTo>
                  <a:cubicBezTo>
                    <a:pt x="398" y="314"/>
                    <a:pt x="397" y="308"/>
                    <a:pt x="393" y="301"/>
                  </a:cubicBezTo>
                  <a:cubicBezTo>
                    <a:pt x="409" y="293"/>
                    <a:pt x="411" y="281"/>
                    <a:pt x="413" y="274"/>
                  </a:cubicBezTo>
                  <a:cubicBezTo>
                    <a:pt x="414" y="271"/>
                    <a:pt x="415" y="268"/>
                    <a:pt x="415" y="264"/>
                  </a:cubicBezTo>
                  <a:cubicBezTo>
                    <a:pt x="415" y="259"/>
                    <a:pt x="413" y="254"/>
                    <a:pt x="409" y="246"/>
                  </a:cubicBezTo>
                  <a:cubicBezTo>
                    <a:pt x="429" y="235"/>
                    <a:pt x="432" y="220"/>
                    <a:pt x="432" y="211"/>
                  </a:cubicBezTo>
                  <a:cubicBezTo>
                    <a:pt x="432" y="210"/>
                    <a:pt x="432" y="210"/>
                    <a:pt x="432" y="210"/>
                  </a:cubicBezTo>
                  <a:cubicBezTo>
                    <a:pt x="433" y="193"/>
                    <a:pt x="428" y="180"/>
                    <a:pt x="417" y="170"/>
                  </a:cubicBezTo>
                  <a:close/>
                  <a:moveTo>
                    <a:pt x="17" y="139"/>
                  </a:moveTo>
                  <a:cubicBezTo>
                    <a:pt x="17" y="139"/>
                    <a:pt x="17" y="139"/>
                    <a:pt x="17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17" y="139"/>
                    <a:pt x="17" y="139"/>
                    <a:pt x="17" y="139"/>
                  </a:cubicBezTo>
                  <a:close/>
                  <a:moveTo>
                    <a:pt x="389" y="119"/>
                  </a:moveTo>
                  <a:cubicBezTo>
                    <a:pt x="400" y="121"/>
                    <a:pt x="411" y="127"/>
                    <a:pt x="414" y="131"/>
                  </a:cubicBezTo>
                  <a:cubicBezTo>
                    <a:pt x="415" y="133"/>
                    <a:pt x="415" y="136"/>
                    <a:pt x="415" y="140"/>
                  </a:cubicBezTo>
                  <a:cubicBezTo>
                    <a:pt x="415" y="146"/>
                    <a:pt x="413" y="155"/>
                    <a:pt x="407" y="164"/>
                  </a:cubicBezTo>
                  <a:cubicBezTo>
                    <a:pt x="403" y="161"/>
                    <a:pt x="403" y="161"/>
                    <a:pt x="403" y="161"/>
                  </a:cubicBezTo>
                  <a:cubicBezTo>
                    <a:pt x="394" y="157"/>
                    <a:pt x="388" y="153"/>
                    <a:pt x="384" y="145"/>
                  </a:cubicBezTo>
                  <a:cubicBezTo>
                    <a:pt x="383" y="143"/>
                    <a:pt x="383" y="141"/>
                    <a:pt x="383" y="139"/>
                  </a:cubicBezTo>
                  <a:cubicBezTo>
                    <a:pt x="383" y="132"/>
                    <a:pt x="386" y="126"/>
                    <a:pt x="389" y="119"/>
                  </a:cubicBezTo>
                  <a:close/>
                  <a:moveTo>
                    <a:pt x="351" y="80"/>
                  </a:moveTo>
                  <a:cubicBezTo>
                    <a:pt x="364" y="74"/>
                    <a:pt x="377" y="75"/>
                    <a:pt x="382" y="80"/>
                  </a:cubicBezTo>
                  <a:cubicBezTo>
                    <a:pt x="382" y="80"/>
                    <a:pt x="382" y="80"/>
                    <a:pt x="382" y="80"/>
                  </a:cubicBezTo>
                  <a:cubicBezTo>
                    <a:pt x="386" y="86"/>
                    <a:pt x="386" y="96"/>
                    <a:pt x="381" y="106"/>
                  </a:cubicBezTo>
                  <a:cubicBezTo>
                    <a:pt x="380" y="106"/>
                    <a:pt x="378" y="106"/>
                    <a:pt x="377" y="106"/>
                  </a:cubicBezTo>
                  <a:cubicBezTo>
                    <a:pt x="363" y="107"/>
                    <a:pt x="354" y="105"/>
                    <a:pt x="351" y="101"/>
                  </a:cubicBezTo>
                  <a:cubicBezTo>
                    <a:pt x="351" y="101"/>
                    <a:pt x="351" y="101"/>
                    <a:pt x="351" y="101"/>
                  </a:cubicBezTo>
                  <a:cubicBezTo>
                    <a:pt x="348" y="95"/>
                    <a:pt x="347" y="88"/>
                    <a:pt x="347" y="81"/>
                  </a:cubicBezTo>
                  <a:cubicBezTo>
                    <a:pt x="348" y="81"/>
                    <a:pt x="350" y="80"/>
                    <a:pt x="351" y="80"/>
                  </a:cubicBezTo>
                  <a:close/>
                  <a:moveTo>
                    <a:pt x="334" y="44"/>
                  </a:moveTo>
                  <a:cubicBezTo>
                    <a:pt x="335" y="44"/>
                    <a:pt x="335" y="44"/>
                    <a:pt x="335" y="44"/>
                  </a:cubicBezTo>
                  <a:cubicBezTo>
                    <a:pt x="335" y="44"/>
                    <a:pt x="335" y="44"/>
                    <a:pt x="335" y="44"/>
                  </a:cubicBezTo>
                  <a:cubicBezTo>
                    <a:pt x="337" y="46"/>
                    <a:pt x="338" y="49"/>
                    <a:pt x="338" y="53"/>
                  </a:cubicBezTo>
                  <a:cubicBezTo>
                    <a:pt x="338" y="56"/>
                    <a:pt x="337" y="61"/>
                    <a:pt x="336" y="65"/>
                  </a:cubicBezTo>
                  <a:cubicBezTo>
                    <a:pt x="336" y="69"/>
                    <a:pt x="336" y="69"/>
                    <a:pt x="336" y="69"/>
                  </a:cubicBezTo>
                  <a:cubicBezTo>
                    <a:pt x="336" y="70"/>
                    <a:pt x="336" y="71"/>
                    <a:pt x="336" y="72"/>
                  </a:cubicBezTo>
                  <a:cubicBezTo>
                    <a:pt x="326" y="75"/>
                    <a:pt x="319" y="75"/>
                    <a:pt x="316" y="73"/>
                  </a:cubicBezTo>
                  <a:cubicBezTo>
                    <a:pt x="314" y="71"/>
                    <a:pt x="312" y="64"/>
                    <a:pt x="310" y="50"/>
                  </a:cubicBezTo>
                  <a:cubicBezTo>
                    <a:pt x="310" y="46"/>
                    <a:pt x="310" y="46"/>
                    <a:pt x="310" y="46"/>
                  </a:cubicBezTo>
                  <a:cubicBezTo>
                    <a:pt x="326" y="40"/>
                    <a:pt x="330" y="41"/>
                    <a:pt x="334" y="44"/>
                  </a:cubicBezTo>
                  <a:close/>
                  <a:moveTo>
                    <a:pt x="261" y="29"/>
                  </a:moveTo>
                  <a:cubicBezTo>
                    <a:pt x="275" y="13"/>
                    <a:pt x="278" y="12"/>
                    <a:pt x="284" y="13"/>
                  </a:cubicBezTo>
                  <a:cubicBezTo>
                    <a:pt x="284" y="14"/>
                    <a:pt x="284" y="14"/>
                    <a:pt x="284" y="14"/>
                  </a:cubicBezTo>
                  <a:cubicBezTo>
                    <a:pt x="289" y="16"/>
                    <a:pt x="295" y="18"/>
                    <a:pt x="297" y="38"/>
                  </a:cubicBezTo>
                  <a:cubicBezTo>
                    <a:pt x="290" y="42"/>
                    <a:pt x="290" y="42"/>
                    <a:pt x="290" y="42"/>
                  </a:cubicBezTo>
                  <a:cubicBezTo>
                    <a:pt x="282" y="46"/>
                    <a:pt x="275" y="49"/>
                    <a:pt x="269" y="48"/>
                  </a:cubicBezTo>
                  <a:cubicBezTo>
                    <a:pt x="266" y="47"/>
                    <a:pt x="262" y="39"/>
                    <a:pt x="258" y="3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59" y="32"/>
                    <a:pt x="260" y="31"/>
                    <a:pt x="261" y="29"/>
                  </a:cubicBezTo>
                  <a:close/>
                  <a:moveTo>
                    <a:pt x="213" y="9"/>
                  </a:moveTo>
                  <a:cubicBezTo>
                    <a:pt x="214" y="9"/>
                    <a:pt x="214" y="9"/>
                    <a:pt x="215" y="9"/>
                  </a:cubicBezTo>
                  <a:cubicBezTo>
                    <a:pt x="215" y="9"/>
                    <a:pt x="216" y="9"/>
                    <a:pt x="216" y="9"/>
                  </a:cubicBezTo>
                  <a:cubicBezTo>
                    <a:pt x="222" y="9"/>
                    <a:pt x="231" y="13"/>
                    <a:pt x="240" y="26"/>
                  </a:cubicBezTo>
                  <a:cubicBezTo>
                    <a:pt x="242" y="30"/>
                    <a:pt x="242" y="30"/>
                    <a:pt x="242" y="30"/>
                  </a:cubicBezTo>
                  <a:cubicBezTo>
                    <a:pt x="236" y="35"/>
                    <a:pt x="229" y="39"/>
                    <a:pt x="221" y="39"/>
                  </a:cubicBezTo>
                  <a:cubicBezTo>
                    <a:pt x="221" y="39"/>
                    <a:pt x="221" y="39"/>
                    <a:pt x="220" y="39"/>
                  </a:cubicBezTo>
                  <a:cubicBezTo>
                    <a:pt x="211" y="40"/>
                    <a:pt x="203" y="33"/>
                    <a:pt x="196" y="25"/>
                  </a:cubicBezTo>
                  <a:cubicBezTo>
                    <a:pt x="201" y="17"/>
                    <a:pt x="208" y="11"/>
                    <a:pt x="213" y="9"/>
                  </a:cubicBezTo>
                  <a:close/>
                  <a:moveTo>
                    <a:pt x="146" y="45"/>
                  </a:moveTo>
                  <a:cubicBezTo>
                    <a:pt x="146" y="31"/>
                    <a:pt x="151" y="19"/>
                    <a:pt x="158" y="17"/>
                  </a:cubicBezTo>
                  <a:cubicBezTo>
                    <a:pt x="158" y="17"/>
                    <a:pt x="158" y="17"/>
                    <a:pt x="158" y="17"/>
                  </a:cubicBezTo>
                  <a:cubicBezTo>
                    <a:pt x="165" y="15"/>
                    <a:pt x="174" y="19"/>
                    <a:pt x="181" y="27"/>
                  </a:cubicBezTo>
                  <a:cubicBezTo>
                    <a:pt x="181" y="28"/>
                    <a:pt x="180" y="30"/>
                    <a:pt x="180" y="31"/>
                  </a:cubicBezTo>
                  <a:cubicBezTo>
                    <a:pt x="176" y="44"/>
                    <a:pt x="171" y="52"/>
                    <a:pt x="165" y="52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58" y="54"/>
                    <a:pt x="152" y="52"/>
                    <a:pt x="146" y="49"/>
                  </a:cubicBezTo>
                  <a:cubicBezTo>
                    <a:pt x="146" y="48"/>
                    <a:pt x="146" y="46"/>
                    <a:pt x="146" y="45"/>
                  </a:cubicBezTo>
                  <a:close/>
                  <a:moveTo>
                    <a:pt x="106" y="46"/>
                  </a:moveTo>
                  <a:cubicBezTo>
                    <a:pt x="106" y="46"/>
                    <a:pt x="106" y="46"/>
                    <a:pt x="106" y="46"/>
                  </a:cubicBezTo>
                  <a:cubicBezTo>
                    <a:pt x="111" y="43"/>
                    <a:pt x="119" y="48"/>
                    <a:pt x="127" y="53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31" y="55"/>
                    <a:pt x="132" y="56"/>
                    <a:pt x="133" y="56"/>
                  </a:cubicBezTo>
                  <a:cubicBezTo>
                    <a:pt x="132" y="65"/>
                    <a:pt x="129" y="72"/>
                    <a:pt x="127" y="74"/>
                  </a:cubicBezTo>
                  <a:cubicBezTo>
                    <a:pt x="123" y="75"/>
                    <a:pt x="116" y="75"/>
                    <a:pt x="102" y="71"/>
                  </a:cubicBezTo>
                  <a:cubicBezTo>
                    <a:pt x="99" y="70"/>
                    <a:pt x="99" y="70"/>
                    <a:pt x="99" y="70"/>
                  </a:cubicBezTo>
                  <a:cubicBezTo>
                    <a:pt x="99" y="52"/>
                    <a:pt x="102" y="49"/>
                    <a:pt x="106" y="46"/>
                  </a:cubicBezTo>
                  <a:close/>
                  <a:moveTo>
                    <a:pt x="59" y="82"/>
                  </a:moveTo>
                  <a:cubicBezTo>
                    <a:pt x="59" y="81"/>
                    <a:pt x="59" y="81"/>
                    <a:pt x="59" y="81"/>
                  </a:cubicBezTo>
                  <a:cubicBezTo>
                    <a:pt x="63" y="77"/>
                    <a:pt x="68" y="73"/>
                    <a:pt x="87" y="79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90"/>
                    <a:pt x="88" y="94"/>
                    <a:pt x="88" y="97"/>
                  </a:cubicBezTo>
                  <a:cubicBezTo>
                    <a:pt x="88" y="101"/>
                    <a:pt x="87" y="105"/>
                    <a:pt x="85" y="108"/>
                  </a:cubicBezTo>
                  <a:cubicBezTo>
                    <a:pt x="82" y="109"/>
                    <a:pt x="74" y="110"/>
                    <a:pt x="69" y="110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2" y="109"/>
                    <a:pt x="61" y="107"/>
                    <a:pt x="60" y="106"/>
                  </a:cubicBezTo>
                  <a:cubicBezTo>
                    <a:pt x="57" y="100"/>
                    <a:pt x="56" y="95"/>
                    <a:pt x="56" y="91"/>
                  </a:cubicBezTo>
                  <a:cubicBezTo>
                    <a:pt x="56" y="87"/>
                    <a:pt x="57" y="84"/>
                    <a:pt x="59" y="82"/>
                  </a:cubicBezTo>
                  <a:close/>
                  <a:moveTo>
                    <a:pt x="24" y="141"/>
                  </a:moveTo>
                  <a:cubicBezTo>
                    <a:pt x="24" y="141"/>
                    <a:pt x="24" y="141"/>
                    <a:pt x="24" y="141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7" y="134"/>
                    <a:pt x="34" y="127"/>
                    <a:pt x="51" y="124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59" y="133"/>
                    <a:pt x="61" y="143"/>
                    <a:pt x="58" y="150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4" y="159"/>
                    <a:pt x="42" y="163"/>
                    <a:pt x="31" y="166"/>
                  </a:cubicBezTo>
                  <a:cubicBezTo>
                    <a:pt x="31" y="166"/>
                    <a:pt x="31" y="166"/>
                    <a:pt x="31" y="166"/>
                  </a:cubicBezTo>
                  <a:cubicBezTo>
                    <a:pt x="26" y="159"/>
                    <a:pt x="23" y="151"/>
                    <a:pt x="23" y="145"/>
                  </a:cubicBezTo>
                  <a:cubicBezTo>
                    <a:pt x="23" y="143"/>
                    <a:pt x="24" y="142"/>
                    <a:pt x="24" y="141"/>
                  </a:cubicBezTo>
                  <a:close/>
                  <a:moveTo>
                    <a:pt x="8" y="199"/>
                  </a:moveTo>
                  <a:cubicBezTo>
                    <a:pt x="8" y="198"/>
                    <a:pt x="8" y="198"/>
                    <a:pt x="8" y="198"/>
                  </a:cubicBezTo>
                  <a:cubicBezTo>
                    <a:pt x="8" y="197"/>
                    <a:pt x="8" y="197"/>
                    <a:pt x="8" y="197"/>
                  </a:cubicBezTo>
                  <a:cubicBezTo>
                    <a:pt x="9" y="190"/>
                    <a:pt x="17" y="183"/>
                    <a:pt x="26" y="180"/>
                  </a:cubicBezTo>
                  <a:cubicBezTo>
                    <a:pt x="27" y="181"/>
                    <a:pt x="29" y="182"/>
                    <a:pt x="30" y="184"/>
                  </a:cubicBezTo>
                  <a:cubicBezTo>
                    <a:pt x="40" y="192"/>
                    <a:pt x="45" y="200"/>
                    <a:pt x="43" y="205"/>
                  </a:cubicBezTo>
                  <a:cubicBezTo>
                    <a:pt x="43" y="205"/>
                    <a:pt x="43" y="206"/>
                    <a:pt x="43" y="206"/>
                  </a:cubicBezTo>
                  <a:cubicBezTo>
                    <a:pt x="42" y="212"/>
                    <a:pt x="37" y="217"/>
                    <a:pt x="32" y="222"/>
                  </a:cubicBezTo>
                  <a:cubicBezTo>
                    <a:pt x="31" y="221"/>
                    <a:pt x="30" y="221"/>
                    <a:pt x="28" y="220"/>
                  </a:cubicBezTo>
                  <a:cubicBezTo>
                    <a:pt x="16" y="215"/>
                    <a:pt x="8" y="206"/>
                    <a:pt x="8" y="199"/>
                  </a:cubicBezTo>
                  <a:close/>
                  <a:moveTo>
                    <a:pt x="36" y="271"/>
                  </a:moveTo>
                  <a:cubicBezTo>
                    <a:pt x="18" y="265"/>
                    <a:pt x="15" y="262"/>
                    <a:pt x="14" y="257"/>
                  </a:cubicBezTo>
                  <a:cubicBezTo>
                    <a:pt x="14" y="257"/>
                    <a:pt x="14" y="257"/>
                    <a:pt x="14" y="257"/>
                  </a:cubicBezTo>
                  <a:cubicBezTo>
                    <a:pt x="14" y="257"/>
                    <a:pt x="14" y="257"/>
                    <a:pt x="14" y="257"/>
                  </a:cubicBezTo>
                  <a:cubicBezTo>
                    <a:pt x="14" y="256"/>
                    <a:pt x="14" y="256"/>
                    <a:pt x="14" y="256"/>
                  </a:cubicBezTo>
                  <a:cubicBezTo>
                    <a:pt x="14" y="251"/>
                    <a:pt x="20" y="246"/>
                    <a:pt x="28" y="241"/>
                  </a:cubicBezTo>
                  <a:cubicBezTo>
                    <a:pt x="31" y="239"/>
                    <a:pt x="31" y="239"/>
                    <a:pt x="31" y="239"/>
                  </a:cubicBezTo>
                  <a:cubicBezTo>
                    <a:pt x="32" y="238"/>
                    <a:pt x="33" y="237"/>
                    <a:pt x="34" y="236"/>
                  </a:cubicBezTo>
                  <a:cubicBezTo>
                    <a:pt x="44" y="242"/>
                    <a:pt x="47" y="245"/>
                    <a:pt x="48" y="247"/>
                  </a:cubicBezTo>
                  <a:cubicBezTo>
                    <a:pt x="48" y="248"/>
                    <a:pt x="49" y="248"/>
                    <a:pt x="49" y="248"/>
                  </a:cubicBezTo>
                  <a:cubicBezTo>
                    <a:pt x="49" y="250"/>
                    <a:pt x="45" y="255"/>
                    <a:pt x="43" y="258"/>
                  </a:cubicBezTo>
                  <a:cubicBezTo>
                    <a:pt x="37" y="268"/>
                    <a:pt x="37" y="268"/>
                    <a:pt x="37" y="268"/>
                  </a:cubicBezTo>
                  <a:lnTo>
                    <a:pt x="36" y="271"/>
                  </a:lnTo>
                  <a:close/>
                  <a:moveTo>
                    <a:pt x="65" y="321"/>
                  </a:moveTo>
                  <a:cubicBezTo>
                    <a:pt x="51" y="323"/>
                    <a:pt x="48" y="320"/>
                    <a:pt x="43" y="315"/>
                  </a:cubicBezTo>
                  <a:cubicBezTo>
                    <a:pt x="42" y="313"/>
                    <a:pt x="42" y="313"/>
                    <a:pt x="42" y="313"/>
                  </a:cubicBezTo>
                  <a:cubicBezTo>
                    <a:pt x="39" y="308"/>
                    <a:pt x="36" y="299"/>
                    <a:pt x="42" y="285"/>
                  </a:cubicBezTo>
                  <a:cubicBezTo>
                    <a:pt x="45" y="285"/>
                    <a:pt x="47" y="286"/>
                    <a:pt x="50" y="286"/>
                  </a:cubicBezTo>
                  <a:cubicBezTo>
                    <a:pt x="60" y="287"/>
                    <a:pt x="66" y="288"/>
                    <a:pt x="69" y="292"/>
                  </a:cubicBezTo>
                  <a:cubicBezTo>
                    <a:pt x="69" y="292"/>
                    <a:pt x="70" y="293"/>
                    <a:pt x="70" y="293"/>
                  </a:cubicBezTo>
                  <a:cubicBezTo>
                    <a:pt x="70" y="293"/>
                    <a:pt x="70" y="295"/>
                    <a:pt x="70" y="296"/>
                  </a:cubicBezTo>
                  <a:cubicBezTo>
                    <a:pt x="70" y="303"/>
                    <a:pt x="67" y="315"/>
                    <a:pt x="65" y="321"/>
                  </a:cubicBezTo>
                  <a:close/>
                  <a:moveTo>
                    <a:pt x="104" y="367"/>
                  </a:moveTo>
                  <a:cubicBezTo>
                    <a:pt x="94" y="369"/>
                    <a:pt x="83" y="367"/>
                    <a:pt x="79" y="364"/>
                  </a:cubicBezTo>
                  <a:cubicBezTo>
                    <a:pt x="76" y="360"/>
                    <a:pt x="73" y="355"/>
                    <a:pt x="73" y="347"/>
                  </a:cubicBezTo>
                  <a:cubicBezTo>
                    <a:pt x="73" y="343"/>
                    <a:pt x="73" y="339"/>
                    <a:pt x="75" y="335"/>
                  </a:cubicBezTo>
                  <a:cubicBezTo>
                    <a:pt x="75" y="332"/>
                    <a:pt x="75" y="332"/>
                    <a:pt x="75" y="332"/>
                  </a:cubicBezTo>
                  <a:cubicBezTo>
                    <a:pt x="84" y="331"/>
                    <a:pt x="91" y="334"/>
                    <a:pt x="99" y="340"/>
                  </a:cubicBezTo>
                  <a:cubicBezTo>
                    <a:pt x="99" y="340"/>
                    <a:pt x="99" y="340"/>
                    <a:pt x="100" y="340"/>
                  </a:cubicBezTo>
                  <a:cubicBezTo>
                    <a:pt x="103" y="344"/>
                    <a:pt x="104" y="350"/>
                    <a:pt x="104" y="356"/>
                  </a:cubicBezTo>
                  <a:cubicBezTo>
                    <a:pt x="104" y="360"/>
                    <a:pt x="104" y="363"/>
                    <a:pt x="104" y="367"/>
                  </a:cubicBezTo>
                  <a:close/>
                  <a:moveTo>
                    <a:pt x="153" y="389"/>
                  </a:moveTo>
                  <a:cubicBezTo>
                    <a:pt x="143" y="399"/>
                    <a:pt x="131" y="404"/>
                    <a:pt x="125" y="400"/>
                  </a:cubicBezTo>
                  <a:cubicBezTo>
                    <a:pt x="124" y="400"/>
                    <a:pt x="124" y="400"/>
                    <a:pt x="124" y="400"/>
                  </a:cubicBezTo>
                  <a:cubicBezTo>
                    <a:pt x="119" y="397"/>
                    <a:pt x="115" y="388"/>
                    <a:pt x="115" y="378"/>
                  </a:cubicBezTo>
                  <a:cubicBezTo>
                    <a:pt x="115" y="378"/>
                    <a:pt x="115" y="377"/>
                    <a:pt x="115" y="376"/>
                  </a:cubicBezTo>
                  <a:cubicBezTo>
                    <a:pt x="117" y="376"/>
                    <a:pt x="118" y="375"/>
                    <a:pt x="120" y="374"/>
                  </a:cubicBezTo>
                  <a:cubicBezTo>
                    <a:pt x="132" y="368"/>
                    <a:pt x="141" y="367"/>
                    <a:pt x="145" y="370"/>
                  </a:cubicBezTo>
                  <a:cubicBezTo>
                    <a:pt x="145" y="370"/>
                    <a:pt x="145" y="370"/>
                    <a:pt x="145" y="370"/>
                  </a:cubicBezTo>
                  <a:cubicBezTo>
                    <a:pt x="151" y="374"/>
                    <a:pt x="154" y="380"/>
                    <a:pt x="156" y="387"/>
                  </a:cubicBezTo>
                  <a:cubicBezTo>
                    <a:pt x="155" y="387"/>
                    <a:pt x="154" y="388"/>
                    <a:pt x="153" y="389"/>
                  </a:cubicBezTo>
                  <a:close/>
                  <a:moveTo>
                    <a:pt x="182" y="417"/>
                  </a:moveTo>
                  <a:cubicBezTo>
                    <a:pt x="182" y="417"/>
                    <a:pt x="182" y="417"/>
                    <a:pt x="181" y="417"/>
                  </a:cubicBezTo>
                  <a:cubicBezTo>
                    <a:pt x="181" y="417"/>
                    <a:pt x="181" y="417"/>
                    <a:pt x="181" y="417"/>
                  </a:cubicBezTo>
                  <a:cubicBezTo>
                    <a:pt x="176" y="416"/>
                    <a:pt x="174" y="407"/>
                    <a:pt x="172" y="398"/>
                  </a:cubicBezTo>
                  <a:cubicBezTo>
                    <a:pt x="171" y="394"/>
                    <a:pt x="171" y="394"/>
                    <a:pt x="171" y="394"/>
                  </a:cubicBezTo>
                  <a:cubicBezTo>
                    <a:pt x="171" y="393"/>
                    <a:pt x="171" y="392"/>
                    <a:pt x="170" y="391"/>
                  </a:cubicBezTo>
                  <a:cubicBezTo>
                    <a:pt x="178" y="385"/>
                    <a:pt x="184" y="382"/>
                    <a:pt x="188" y="383"/>
                  </a:cubicBezTo>
                  <a:cubicBezTo>
                    <a:pt x="191" y="384"/>
                    <a:pt x="196" y="390"/>
                    <a:pt x="202" y="403"/>
                  </a:cubicBezTo>
                  <a:cubicBezTo>
                    <a:pt x="204" y="406"/>
                    <a:pt x="204" y="406"/>
                    <a:pt x="204" y="406"/>
                  </a:cubicBezTo>
                  <a:cubicBezTo>
                    <a:pt x="191" y="417"/>
                    <a:pt x="187" y="418"/>
                    <a:pt x="182" y="417"/>
                  </a:cubicBezTo>
                  <a:close/>
                  <a:moveTo>
                    <a:pt x="257" y="408"/>
                  </a:moveTo>
                  <a:cubicBezTo>
                    <a:pt x="253" y="420"/>
                    <a:pt x="246" y="425"/>
                    <a:pt x="240" y="427"/>
                  </a:cubicBezTo>
                  <a:cubicBezTo>
                    <a:pt x="240" y="427"/>
                    <a:pt x="240" y="427"/>
                    <a:pt x="240" y="427"/>
                  </a:cubicBezTo>
                  <a:cubicBezTo>
                    <a:pt x="234" y="426"/>
                    <a:pt x="228" y="426"/>
                    <a:pt x="219" y="408"/>
                  </a:cubicBezTo>
                  <a:cubicBezTo>
                    <a:pt x="223" y="403"/>
                    <a:pt x="223" y="403"/>
                    <a:pt x="223" y="403"/>
                  </a:cubicBezTo>
                  <a:cubicBezTo>
                    <a:pt x="230" y="396"/>
                    <a:pt x="234" y="392"/>
                    <a:pt x="240" y="391"/>
                  </a:cubicBezTo>
                  <a:cubicBezTo>
                    <a:pt x="243" y="391"/>
                    <a:pt x="251" y="398"/>
                    <a:pt x="256" y="402"/>
                  </a:cubicBezTo>
                  <a:cubicBezTo>
                    <a:pt x="258" y="404"/>
                    <a:pt x="258" y="404"/>
                    <a:pt x="258" y="404"/>
                  </a:cubicBezTo>
                  <a:cubicBezTo>
                    <a:pt x="258" y="405"/>
                    <a:pt x="257" y="407"/>
                    <a:pt x="257" y="408"/>
                  </a:cubicBezTo>
                  <a:close/>
                  <a:moveTo>
                    <a:pt x="306" y="410"/>
                  </a:moveTo>
                  <a:cubicBezTo>
                    <a:pt x="305" y="410"/>
                    <a:pt x="305" y="411"/>
                    <a:pt x="305" y="411"/>
                  </a:cubicBezTo>
                  <a:cubicBezTo>
                    <a:pt x="299" y="413"/>
                    <a:pt x="289" y="413"/>
                    <a:pt x="276" y="403"/>
                  </a:cubicBezTo>
                  <a:cubicBezTo>
                    <a:pt x="273" y="400"/>
                    <a:pt x="273" y="400"/>
                    <a:pt x="273" y="400"/>
                  </a:cubicBezTo>
                  <a:cubicBezTo>
                    <a:pt x="277" y="391"/>
                    <a:pt x="282" y="383"/>
                    <a:pt x="289" y="380"/>
                  </a:cubicBezTo>
                  <a:cubicBezTo>
                    <a:pt x="297" y="378"/>
                    <a:pt x="307" y="382"/>
                    <a:pt x="316" y="387"/>
                  </a:cubicBezTo>
                  <a:cubicBezTo>
                    <a:pt x="317" y="387"/>
                    <a:pt x="317" y="387"/>
                    <a:pt x="317" y="387"/>
                  </a:cubicBezTo>
                  <a:cubicBezTo>
                    <a:pt x="315" y="398"/>
                    <a:pt x="310" y="408"/>
                    <a:pt x="306" y="410"/>
                  </a:cubicBezTo>
                  <a:close/>
                  <a:moveTo>
                    <a:pt x="316" y="366"/>
                  </a:moveTo>
                  <a:cubicBezTo>
                    <a:pt x="316" y="368"/>
                    <a:pt x="316" y="371"/>
                    <a:pt x="316" y="374"/>
                  </a:cubicBezTo>
                  <a:cubicBezTo>
                    <a:pt x="306" y="370"/>
                    <a:pt x="294" y="368"/>
                    <a:pt x="283" y="375"/>
                  </a:cubicBezTo>
                  <a:cubicBezTo>
                    <a:pt x="283" y="375"/>
                    <a:pt x="283" y="375"/>
                    <a:pt x="283" y="375"/>
                  </a:cubicBezTo>
                  <a:cubicBezTo>
                    <a:pt x="275" y="379"/>
                    <a:pt x="269" y="385"/>
                    <a:pt x="264" y="393"/>
                  </a:cubicBezTo>
                  <a:cubicBezTo>
                    <a:pt x="257" y="387"/>
                    <a:pt x="249" y="383"/>
                    <a:pt x="241" y="383"/>
                  </a:cubicBezTo>
                  <a:cubicBezTo>
                    <a:pt x="229" y="382"/>
                    <a:pt x="221" y="389"/>
                    <a:pt x="213" y="397"/>
                  </a:cubicBezTo>
                  <a:cubicBezTo>
                    <a:pt x="207" y="387"/>
                    <a:pt x="200" y="380"/>
                    <a:pt x="193" y="377"/>
                  </a:cubicBezTo>
                  <a:cubicBezTo>
                    <a:pt x="192" y="376"/>
                    <a:pt x="192" y="376"/>
                    <a:pt x="191" y="376"/>
                  </a:cubicBezTo>
                  <a:cubicBezTo>
                    <a:pt x="191" y="376"/>
                    <a:pt x="191" y="376"/>
                    <a:pt x="191" y="376"/>
                  </a:cubicBezTo>
                  <a:cubicBezTo>
                    <a:pt x="191" y="376"/>
                    <a:pt x="191" y="376"/>
                    <a:pt x="191" y="376"/>
                  </a:cubicBezTo>
                  <a:cubicBezTo>
                    <a:pt x="191" y="376"/>
                    <a:pt x="190" y="376"/>
                    <a:pt x="190" y="376"/>
                  </a:cubicBezTo>
                  <a:cubicBezTo>
                    <a:pt x="190" y="376"/>
                    <a:pt x="190" y="376"/>
                    <a:pt x="190" y="376"/>
                  </a:cubicBezTo>
                  <a:cubicBezTo>
                    <a:pt x="190" y="376"/>
                    <a:pt x="190" y="376"/>
                    <a:pt x="190" y="376"/>
                  </a:cubicBezTo>
                  <a:cubicBezTo>
                    <a:pt x="189" y="375"/>
                    <a:pt x="188" y="375"/>
                    <a:pt x="188" y="375"/>
                  </a:cubicBezTo>
                  <a:cubicBezTo>
                    <a:pt x="188" y="375"/>
                    <a:pt x="188" y="375"/>
                    <a:pt x="188" y="375"/>
                  </a:cubicBezTo>
                  <a:cubicBezTo>
                    <a:pt x="187" y="375"/>
                    <a:pt x="187" y="375"/>
                    <a:pt x="187" y="375"/>
                  </a:cubicBezTo>
                  <a:cubicBezTo>
                    <a:pt x="180" y="374"/>
                    <a:pt x="173" y="376"/>
                    <a:pt x="166" y="380"/>
                  </a:cubicBezTo>
                  <a:cubicBezTo>
                    <a:pt x="161" y="372"/>
                    <a:pt x="155" y="367"/>
                    <a:pt x="147" y="362"/>
                  </a:cubicBezTo>
                  <a:cubicBezTo>
                    <a:pt x="138" y="356"/>
                    <a:pt x="129" y="357"/>
                    <a:pt x="116" y="363"/>
                  </a:cubicBezTo>
                  <a:cubicBezTo>
                    <a:pt x="116" y="354"/>
                    <a:pt x="114" y="344"/>
                    <a:pt x="106" y="336"/>
                  </a:cubicBezTo>
                  <a:cubicBezTo>
                    <a:pt x="106" y="335"/>
                    <a:pt x="105" y="334"/>
                    <a:pt x="104" y="333"/>
                  </a:cubicBezTo>
                  <a:cubicBezTo>
                    <a:pt x="97" y="327"/>
                    <a:pt x="89" y="321"/>
                    <a:pt x="78" y="320"/>
                  </a:cubicBezTo>
                  <a:cubicBezTo>
                    <a:pt x="79" y="316"/>
                    <a:pt x="80" y="310"/>
                    <a:pt x="80" y="305"/>
                  </a:cubicBezTo>
                  <a:cubicBezTo>
                    <a:pt x="80" y="301"/>
                    <a:pt x="79" y="297"/>
                    <a:pt x="78" y="293"/>
                  </a:cubicBezTo>
                  <a:cubicBezTo>
                    <a:pt x="78" y="293"/>
                    <a:pt x="78" y="293"/>
                    <a:pt x="78" y="293"/>
                  </a:cubicBezTo>
                  <a:cubicBezTo>
                    <a:pt x="78" y="293"/>
                    <a:pt x="78" y="292"/>
                    <a:pt x="78" y="292"/>
                  </a:cubicBezTo>
                  <a:cubicBezTo>
                    <a:pt x="73" y="279"/>
                    <a:pt x="62" y="277"/>
                    <a:pt x="50" y="274"/>
                  </a:cubicBezTo>
                  <a:cubicBezTo>
                    <a:pt x="48" y="274"/>
                    <a:pt x="48" y="274"/>
                    <a:pt x="48" y="274"/>
                  </a:cubicBezTo>
                  <a:cubicBezTo>
                    <a:pt x="48" y="273"/>
                    <a:pt x="51" y="269"/>
                    <a:pt x="51" y="269"/>
                  </a:cubicBezTo>
                  <a:cubicBezTo>
                    <a:pt x="55" y="260"/>
                    <a:pt x="59" y="253"/>
                    <a:pt x="56" y="246"/>
                  </a:cubicBezTo>
                  <a:cubicBezTo>
                    <a:pt x="55" y="239"/>
                    <a:pt x="50" y="233"/>
                    <a:pt x="42" y="228"/>
                  </a:cubicBezTo>
                  <a:cubicBezTo>
                    <a:pt x="47" y="221"/>
                    <a:pt x="50" y="213"/>
                    <a:pt x="51" y="204"/>
                  </a:cubicBezTo>
                  <a:cubicBezTo>
                    <a:pt x="52" y="202"/>
                    <a:pt x="52" y="201"/>
                    <a:pt x="52" y="199"/>
                  </a:cubicBezTo>
                  <a:cubicBezTo>
                    <a:pt x="52" y="191"/>
                    <a:pt x="48" y="183"/>
                    <a:pt x="39" y="176"/>
                  </a:cubicBezTo>
                  <a:cubicBezTo>
                    <a:pt x="50" y="172"/>
                    <a:pt x="60" y="166"/>
                    <a:pt x="64" y="154"/>
                  </a:cubicBezTo>
                  <a:cubicBezTo>
                    <a:pt x="64" y="154"/>
                    <a:pt x="65" y="154"/>
                    <a:pt x="65" y="154"/>
                  </a:cubicBezTo>
                  <a:cubicBezTo>
                    <a:pt x="65" y="154"/>
                    <a:pt x="65" y="154"/>
                    <a:pt x="65" y="154"/>
                  </a:cubicBezTo>
                  <a:cubicBezTo>
                    <a:pt x="67" y="148"/>
                    <a:pt x="69" y="142"/>
                    <a:pt x="69" y="135"/>
                  </a:cubicBezTo>
                  <a:cubicBezTo>
                    <a:pt x="69" y="131"/>
                    <a:pt x="68" y="127"/>
                    <a:pt x="67" y="122"/>
                  </a:cubicBezTo>
                  <a:cubicBezTo>
                    <a:pt x="74" y="121"/>
                    <a:pt x="81" y="120"/>
                    <a:pt x="86" y="117"/>
                  </a:cubicBezTo>
                  <a:cubicBezTo>
                    <a:pt x="86" y="117"/>
                    <a:pt x="87" y="117"/>
                    <a:pt x="87" y="117"/>
                  </a:cubicBezTo>
                  <a:cubicBezTo>
                    <a:pt x="87" y="117"/>
                    <a:pt x="87" y="117"/>
                    <a:pt x="87" y="117"/>
                  </a:cubicBezTo>
                  <a:cubicBezTo>
                    <a:pt x="88" y="116"/>
                    <a:pt x="88" y="116"/>
                    <a:pt x="88" y="116"/>
                  </a:cubicBezTo>
                  <a:cubicBezTo>
                    <a:pt x="90" y="115"/>
                    <a:pt x="92" y="113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0"/>
                    <a:pt x="93" y="110"/>
                    <a:pt x="93" y="110"/>
                  </a:cubicBezTo>
                  <a:cubicBezTo>
                    <a:pt x="98" y="103"/>
                    <a:pt x="99" y="94"/>
                    <a:pt x="99" y="85"/>
                  </a:cubicBezTo>
                  <a:cubicBezTo>
                    <a:pt x="99" y="84"/>
                    <a:pt x="99" y="83"/>
                    <a:pt x="99" y="82"/>
                  </a:cubicBezTo>
                  <a:cubicBezTo>
                    <a:pt x="110" y="85"/>
                    <a:pt x="120" y="85"/>
                    <a:pt x="127" y="82"/>
                  </a:cubicBezTo>
                  <a:cubicBezTo>
                    <a:pt x="128" y="82"/>
                    <a:pt x="128" y="82"/>
                    <a:pt x="129" y="82"/>
                  </a:cubicBezTo>
                  <a:cubicBezTo>
                    <a:pt x="129" y="82"/>
                    <a:pt x="129" y="82"/>
                    <a:pt x="129" y="82"/>
                  </a:cubicBezTo>
                  <a:cubicBezTo>
                    <a:pt x="129" y="82"/>
                    <a:pt x="129" y="82"/>
                    <a:pt x="129" y="82"/>
                  </a:cubicBezTo>
                  <a:cubicBezTo>
                    <a:pt x="130" y="81"/>
                    <a:pt x="130" y="81"/>
                    <a:pt x="131" y="80"/>
                  </a:cubicBezTo>
                  <a:cubicBezTo>
                    <a:pt x="131" y="80"/>
                    <a:pt x="132" y="80"/>
                    <a:pt x="132" y="80"/>
                  </a:cubicBezTo>
                  <a:cubicBezTo>
                    <a:pt x="138" y="76"/>
                    <a:pt x="142" y="69"/>
                    <a:pt x="144" y="60"/>
                  </a:cubicBezTo>
                  <a:cubicBezTo>
                    <a:pt x="152" y="62"/>
                    <a:pt x="161" y="62"/>
                    <a:pt x="169" y="59"/>
                  </a:cubicBezTo>
                  <a:cubicBezTo>
                    <a:pt x="180" y="57"/>
                    <a:pt x="186" y="50"/>
                    <a:pt x="191" y="36"/>
                  </a:cubicBezTo>
                  <a:cubicBezTo>
                    <a:pt x="198" y="42"/>
                    <a:pt x="206" y="46"/>
                    <a:pt x="217" y="47"/>
                  </a:cubicBezTo>
                  <a:cubicBezTo>
                    <a:pt x="217" y="47"/>
                    <a:pt x="217" y="47"/>
                    <a:pt x="218" y="47"/>
                  </a:cubicBezTo>
                  <a:cubicBezTo>
                    <a:pt x="229" y="47"/>
                    <a:pt x="240" y="45"/>
                    <a:pt x="248" y="40"/>
                  </a:cubicBezTo>
                  <a:cubicBezTo>
                    <a:pt x="254" y="48"/>
                    <a:pt x="259" y="53"/>
                    <a:pt x="266" y="55"/>
                  </a:cubicBezTo>
                  <a:cubicBezTo>
                    <a:pt x="277" y="60"/>
                    <a:pt x="287" y="55"/>
                    <a:pt x="298" y="51"/>
                  </a:cubicBezTo>
                  <a:cubicBezTo>
                    <a:pt x="300" y="62"/>
                    <a:pt x="304" y="71"/>
                    <a:pt x="310" y="77"/>
                  </a:cubicBezTo>
                  <a:cubicBezTo>
                    <a:pt x="310" y="78"/>
                    <a:pt x="310" y="78"/>
                    <a:pt x="311" y="78"/>
                  </a:cubicBezTo>
                  <a:cubicBezTo>
                    <a:pt x="311" y="79"/>
                    <a:pt x="312" y="79"/>
                    <a:pt x="312" y="80"/>
                  </a:cubicBezTo>
                  <a:cubicBezTo>
                    <a:pt x="312" y="80"/>
                    <a:pt x="313" y="80"/>
                    <a:pt x="313" y="80"/>
                  </a:cubicBezTo>
                  <a:cubicBezTo>
                    <a:pt x="319" y="84"/>
                    <a:pt x="327" y="85"/>
                    <a:pt x="336" y="84"/>
                  </a:cubicBezTo>
                  <a:cubicBezTo>
                    <a:pt x="337" y="93"/>
                    <a:pt x="341" y="100"/>
                    <a:pt x="347" y="107"/>
                  </a:cubicBezTo>
                  <a:cubicBezTo>
                    <a:pt x="353" y="116"/>
                    <a:pt x="362" y="119"/>
                    <a:pt x="376" y="118"/>
                  </a:cubicBezTo>
                  <a:cubicBezTo>
                    <a:pt x="373" y="128"/>
                    <a:pt x="372" y="138"/>
                    <a:pt x="378" y="150"/>
                  </a:cubicBezTo>
                  <a:cubicBezTo>
                    <a:pt x="378" y="150"/>
                    <a:pt x="378" y="150"/>
                    <a:pt x="378" y="150"/>
                  </a:cubicBezTo>
                  <a:cubicBezTo>
                    <a:pt x="383" y="161"/>
                    <a:pt x="388" y="167"/>
                    <a:pt x="398" y="174"/>
                  </a:cubicBezTo>
                  <a:cubicBezTo>
                    <a:pt x="396" y="176"/>
                    <a:pt x="395" y="177"/>
                    <a:pt x="395" y="177"/>
                  </a:cubicBezTo>
                  <a:cubicBezTo>
                    <a:pt x="389" y="183"/>
                    <a:pt x="384" y="189"/>
                    <a:pt x="382" y="195"/>
                  </a:cubicBezTo>
                  <a:cubicBezTo>
                    <a:pt x="382" y="195"/>
                    <a:pt x="382" y="195"/>
                    <a:pt x="382" y="195"/>
                  </a:cubicBezTo>
                  <a:cubicBezTo>
                    <a:pt x="382" y="195"/>
                    <a:pt x="382" y="195"/>
                    <a:pt x="382" y="196"/>
                  </a:cubicBezTo>
                  <a:cubicBezTo>
                    <a:pt x="381" y="196"/>
                    <a:pt x="381" y="197"/>
                    <a:pt x="381" y="197"/>
                  </a:cubicBezTo>
                  <a:cubicBezTo>
                    <a:pt x="380" y="201"/>
                    <a:pt x="380" y="204"/>
                    <a:pt x="380" y="207"/>
                  </a:cubicBezTo>
                  <a:cubicBezTo>
                    <a:pt x="380" y="218"/>
                    <a:pt x="385" y="228"/>
                    <a:pt x="392" y="240"/>
                  </a:cubicBezTo>
                  <a:cubicBezTo>
                    <a:pt x="390" y="241"/>
                    <a:pt x="388" y="242"/>
                    <a:pt x="388" y="242"/>
                  </a:cubicBezTo>
                  <a:cubicBezTo>
                    <a:pt x="377" y="247"/>
                    <a:pt x="369" y="251"/>
                    <a:pt x="367" y="261"/>
                  </a:cubicBezTo>
                  <a:cubicBezTo>
                    <a:pt x="367" y="262"/>
                    <a:pt x="367" y="262"/>
                    <a:pt x="367" y="262"/>
                  </a:cubicBezTo>
                  <a:cubicBezTo>
                    <a:pt x="367" y="262"/>
                    <a:pt x="367" y="262"/>
                    <a:pt x="367" y="263"/>
                  </a:cubicBezTo>
                  <a:cubicBezTo>
                    <a:pt x="367" y="265"/>
                    <a:pt x="367" y="268"/>
                    <a:pt x="367" y="271"/>
                  </a:cubicBezTo>
                  <a:cubicBezTo>
                    <a:pt x="367" y="279"/>
                    <a:pt x="370" y="287"/>
                    <a:pt x="374" y="295"/>
                  </a:cubicBezTo>
                  <a:cubicBezTo>
                    <a:pt x="374" y="295"/>
                    <a:pt x="374" y="295"/>
                    <a:pt x="374" y="295"/>
                  </a:cubicBezTo>
                  <a:cubicBezTo>
                    <a:pt x="374" y="295"/>
                    <a:pt x="368" y="296"/>
                    <a:pt x="368" y="296"/>
                  </a:cubicBezTo>
                  <a:cubicBezTo>
                    <a:pt x="359" y="299"/>
                    <a:pt x="352" y="302"/>
                    <a:pt x="349" y="308"/>
                  </a:cubicBezTo>
                  <a:cubicBezTo>
                    <a:pt x="346" y="312"/>
                    <a:pt x="345" y="316"/>
                    <a:pt x="345" y="320"/>
                  </a:cubicBezTo>
                  <a:cubicBezTo>
                    <a:pt x="345" y="324"/>
                    <a:pt x="346" y="328"/>
                    <a:pt x="347" y="332"/>
                  </a:cubicBezTo>
                  <a:cubicBezTo>
                    <a:pt x="339" y="334"/>
                    <a:pt x="332" y="338"/>
                    <a:pt x="326" y="344"/>
                  </a:cubicBezTo>
                  <a:cubicBezTo>
                    <a:pt x="319" y="349"/>
                    <a:pt x="316" y="356"/>
                    <a:pt x="316" y="366"/>
                  </a:cubicBezTo>
                  <a:close/>
                  <a:moveTo>
                    <a:pt x="355" y="377"/>
                  </a:moveTo>
                  <a:cubicBezTo>
                    <a:pt x="355" y="377"/>
                    <a:pt x="355" y="377"/>
                    <a:pt x="354" y="377"/>
                  </a:cubicBezTo>
                  <a:cubicBezTo>
                    <a:pt x="349" y="382"/>
                    <a:pt x="339" y="382"/>
                    <a:pt x="329" y="379"/>
                  </a:cubicBezTo>
                  <a:cubicBezTo>
                    <a:pt x="329" y="377"/>
                    <a:pt x="329" y="375"/>
                    <a:pt x="329" y="374"/>
                  </a:cubicBezTo>
                  <a:cubicBezTo>
                    <a:pt x="329" y="374"/>
                    <a:pt x="329" y="374"/>
                    <a:pt x="329" y="374"/>
                  </a:cubicBezTo>
                  <a:cubicBezTo>
                    <a:pt x="328" y="369"/>
                    <a:pt x="328" y="365"/>
                    <a:pt x="328" y="362"/>
                  </a:cubicBezTo>
                  <a:cubicBezTo>
                    <a:pt x="328" y="355"/>
                    <a:pt x="329" y="350"/>
                    <a:pt x="332" y="348"/>
                  </a:cubicBezTo>
                  <a:cubicBezTo>
                    <a:pt x="332" y="348"/>
                    <a:pt x="332" y="348"/>
                    <a:pt x="332" y="348"/>
                  </a:cubicBezTo>
                  <a:cubicBezTo>
                    <a:pt x="338" y="344"/>
                    <a:pt x="344" y="343"/>
                    <a:pt x="351" y="343"/>
                  </a:cubicBezTo>
                  <a:cubicBezTo>
                    <a:pt x="352" y="344"/>
                    <a:pt x="352" y="345"/>
                    <a:pt x="353" y="347"/>
                  </a:cubicBezTo>
                  <a:cubicBezTo>
                    <a:pt x="356" y="353"/>
                    <a:pt x="358" y="360"/>
                    <a:pt x="358" y="366"/>
                  </a:cubicBezTo>
                  <a:cubicBezTo>
                    <a:pt x="358" y="371"/>
                    <a:pt x="357" y="375"/>
                    <a:pt x="355" y="377"/>
                  </a:cubicBezTo>
                  <a:close/>
                  <a:moveTo>
                    <a:pt x="388" y="328"/>
                  </a:moveTo>
                  <a:cubicBezTo>
                    <a:pt x="385" y="333"/>
                    <a:pt x="376" y="332"/>
                    <a:pt x="367" y="331"/>
                  </a:cubicBezTo>
                  <a:cubicBezTo>
                    <a:pt x="363" y="331"/>
                    <a:pt x="363" y="331"/>
                    <a:pt x="363" y="331"/>
                  </a:cubicBezTo>
                  <a:cubicBezTo>
                    <a:pt x="362" y="331"/>
                    <a:pt x="360" y="331"/>
                    <a:pt x="359" y="331"/>
                  </a:cubicBezTo>
                  <a:cubicBezTo>
                    <a:pt x="355" y="320"/>
                    <a:pt x="354" y="315"/>
                    <a:pt x="355" y="313"/>
                  </a:cubicBezTo>
                  <a:cubicBezTo>
                    <a:pt x="356" y="311"/>
                    <a:pt x="362" y="310"/>
                    <a:pt x="366" y="309"/>
                  </a:cubicBezTo>
                  <a:cubicBezTo>
                    <a:pt x="378" y="306"/>
                    <a:pt x="378" y="306"/>
                    <a:pt x="378" y="306"/>
                  </a:cubicBezTo>
                  <a:cubicBezTo>
                    <a:pt x="381" y="305"/>
                    <a:pt x="381" y="305"/>
                    <a:pt x="381" y="305"/>
                  </a:cubicBezTo>
                  <a:cubicBezTo>
                    <a:pt x="387" y="315"/>
                    <a:pt x="389" y="320"/>
                    <a:pt x="389" y="323"/>
                  </a:cubicBezTo>
                  <a:cubicBezTo>
                    <a:pt x="389" y="325"/>
                    <a:pt x="388" y="326"/>
                    <a:pt x="388" y="328"/>
                  </a:cubicBezTo>
                  <a:close/>
                  <a:moveTo>
                    <a:pt x="404" y="276"/>
                  </a:moveTo>
                  <a:cubicBezTo>
                    <a:pt x="401" y="281"/>
                    <a:pt x="396" y="286"/>
                    <a:pt x="386" y="290"/>
                  </a:cubicBezTo>
                  <a:cubicBezTo>
                    <a:pt x="385" y="289"/>
                    <a:pt x="385" y="289"/>
                    <a:pt x="385" y="289"/>
                  </a:cubicBezTo>
                  <a:cubicBezTo>
                    <a:pt x="379" y="280"/>
                    <a:pt x="375" y="274"/>
                    <a:pt x="375" y="267"/>
                  </a:cubicBezTo>
                  <a:cubicBezTo>
                    <a:pt x="375" y="265"/>
                    <a:pt x="375" y="263"/>
                    <a:pt x="376" y="261"/>
                  </a:cubicBezTo>
                  <a:cubicBezTo>
                    <a:pt x="376" y="261"/>
                    <a:pt x="376" y="261"/>
                    <a:pt x="376" y="261"/>
                  </a:cubicBezTo>
                  <a:cubicBezTo>
                    <a:pt x="378" y="259"/>
                    <a:pt x="383" y="257"/>
                    <a:pt x="387" y="256"/>
                  </a:cubicBezTo>
                  <a:cubicBezTo>
                    <a:pt x="398" y="252"/>
                    <a:pt x="398" y="252"/>
                    <a:pt x="398" y="252"/>
                  </a:cubicBezTo>
                  <a:cubicBezTo>
                    <a:pt x="403" y="261"/>
                    <a:pt x="405" y="266"/>
                    <a:pt x="405" y="270"/>
                  </a:cubicBezTo>
                  <a:cubicBezTo>
                    <a:pt x="405" y="272"/>
                    <a:pt x="404" y="274"/>
                    <a:pt x="404" y="276"/>
                  </a:cubicBezTo>
                  <a:close/>
                  <a:moveTo>
                    <a:pt x="403" y="234"/>
                  </a:moveTo>
                  <a:cubicBezTo>
                    <a:pt x="398" y="227"/>
                    <a:pt x="398" y="227"/>
                    <a:pt x="398" y="227"/>
                  </a:cubicBezTo>
                  <a:cubicBezTo>
                    <a:pt x="393" y="218"/>
                    <a:pt x="388" y="211"/>
                    <a:pt x="388" y="204"/>
                  </a:cubicBezTo>
                  <a:cubicBezTo>
                    <a:pt x="388" y="203"/>
                    <a:pt x="389" y="203"/>
                    <a:pt x="389" y="202"/>
                  </a:cubicBezTo>
                  <a:cubicBezTo>
                    <a:pt x="389" y="202"/>
                    <a:pt x="389" y="202"/>
                    <a:pt x="389" y="201"/>
                  </a:cubicBezTo>
                  <a:cubicBezTo>
                    <a:pt x="389" y="201"/>
                    <a:pt x="389" y="201"/>
                    <a:pt x="389" y="201"/>
                  </a:cubicBezTo>
                  <a:cubicBezTo>
                    <a:pt x="389" y="199"/>
                    <a:pt x="396" y="193"/>
                    <a:pt x="400" y="189"/>
                  </a:cubicBezTo>
                  <a:cubicBezTo>
                    <a:pt x="408" y="181"/>
                    <a:pt x="408" y="181"/>
                    <a:pt x="408" y="181"/>
                  </a:cubicBezTo>
                  <a:cubicBezTo>
                    <a:pt x="421" y="191"/>
                    <a:pt x="423" y="199"/>
                    <a:pt x="425" y="208"/>
                  </a:cubicBezTo>
                  <a:cubicBezTo>
                    <a:pt x="423" y="216"/>
                    <a:pt x="418" y="226"/>
                    <a:pt x="403" y="2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6">
              <a:extLst>
                <a:ext uri="{FF2B5EF4-FFF2-40B4-BE49-F238E27FC236}">
                  <a16:creationId xmlns:a16="http://schemas.microsoft.com/office/drawing/2014/main" id="{0E9C86C8-BFCF-4FB1-82E8-A55F92739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122"/>
              <a:ext cx="272" cy="264"/>
            </a:xfrm>
            <a:custGeom>
              <a:avLst/>
              <a:gdLst>
                <a:gd name="T0" fmla="*/ 0 w 55"/>
                <a:gd name="T1" fmla="*/ 65345 h 50"/>
                <a:gd name="T2" fmla="*/ 422846 w 55"/>
                <a:gd name="T3" fmla="*/ 475607 h 50"/>
                <a:gd name="T4" fmla="*/ 497122 w 55"/>
                <a:gd name="T5" fmla="*/ 648257 h 50"/>
                <a:gd name="T6" fmla="*/ 804581 w 55"/>
                <a:gd name="T7" fmla="*/ 1083382 h 50"/>
                <a:gd name="T8" fmla="*/ 804581 w 55"/>
                <a:gd name="T9" fmla="*/ 1083382 h 50"/>
                <a:gd name="T10" fmla="*/ 556260 w 55"/>
                <a:gd name="T11" fmla="*/ 607052 h 50"/>
                <a:gd name="T12" fmla="*/ 482132 w 55"/>
                <a:gd name="T13" fmla="*/ 435267 h 50"/>
                <a:gd name="T14" fmla="*/ 0 w 55"/>
                <a:gd name="T15" fmla="*/ 65345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50">
                  <a:moveTo>
                    <a:pt x="0" y="3"/>
                  </a:moveTo>
                  <a:cubicBezTo>
                    <a:pt x="6" y="3"/>
                    <a:pt x="18" y="5"/>
                    <a:pt x="29" y="22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40" y="42"/>
                    <a:pt x="46" y="49"/>
                    <a:pt x="55" y="50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49" y="49"/>
                    <a:pt x="44" y="38"/>
                    <a:pt x="38" y="28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21" y="0"/>
                    <a:pt x="7" y="3"/>
                    <a:pt x="0" y="3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7">
              <a:extLst>
                <a:ext uri="{FF2B5EF4-FFF2-40B4-BE49-F238E27FC236}">
                  <a16:creationId xmlns:a16="http://schemas.microsoft.com/office/drawing/2014/main" id="{91402A14-EB3D-430D-B34D-02AB542AC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1164"/>
              <a:ext cx="317" cy="180"/>
            </a:xfrm>
            <a:custGeom>
              <a:avLst/>
              <a:gdLst>
                <a:gd name="T0" fmla="*/ 0 w 64"/>
                <a:gd name="T1" fmla="*/ 66764 h 34"/>
                <a:gd name="T2" fmla="*/ 0 w 64"/>
                <a:gd name="T3" fmla="*/ 66764 h 34"/>
                <a:gd name="T4" fmla="*/ 414126 w 64"/>
                <a:gd name="T5" fmla="*/ 328373 h 34"/>
                <a:gd name="T6" fmla="*/ 944932 w 64"/>
                <a:gd name="T7" fmla="*/ 727375 h 34"/>
                <a:gd name="T8" fmla="*/ 944932 w 64"/>
                <a:gd name="T9" fmla="*/ 727375 h 34"/>
                <a:gd name="T10" fmla="*/ 459219 w 64"/>
                <a:gd name="T11" fmla="*/ 241121 h 34"/>
                <a:gd name="T12" fmla="*/ 0 w 64"/>
                <a:gd name="T13" fmla="*/ 66764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34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8" y="1"/>
                    <a:pt x="20" y="6"/>
                    <a:pt x="28" y="15"/>
                  </a:cubicBezTo>
                  <a:cubicBezTo>
                    <a:pt x="37" y="25"/>
                    <a:pt x="48" y="34"/>
                    <a:pt x="64" y="33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50" y="34"/>
                    <a:pt x="40" y="21"/>
                    <a:pt x="31" y="11"/>
                  </a:cubicBezTo>
                  <a:cubicBezTo>
                    <a:pt x="23" y="2"/>
                    <a:pt x="11" y="0"/>
                    <a:pt x="0" y="3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8">
              <a:extLst>
                <a:ext uri="{FF2B5EF4-FFF2-40B4-BE49-F238E27FC236}">
                  <a16:creationId xmlns:a16="http://schemas.microsoft.com/office/drawing/2014/main" id="{E8E6A942-F3F4-4B7F-82A4-A1E91CE4C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450"/>
              <a:ext cx="372" cy="95"/>
            </a:xfrm>
            <a:custGeom>
              <a:avLst/>
              <a:gdLst>
                <a:gd name="T0" fmla="*/ 0 w 75"/>
                <a:gd name="T1" fmla="*/ 323565 h 18"/>
                <a:gd name="T2" fmla="*/ 507135 w 75"/>
                <a:gd name="T3" fmla="*/ 237437 h 18"/>
                <a:gd name="T4" fmla="*/ 639151 w 75"/>
                <a:gd name="T5" fmla="*/ 303425 h 18"/>
                <a:gd name="T6" fmla="*/ 1116640 w 75"/>
                <a:gd name="T7" fmla="*/ 282419 h 18"/>
                <a:gd name="T8" fmla="*/ 1116640 w 75"/>
                <a:gd name="T9" fmla="*/ 282419 h 18"/>
                <a:gd name="T10" fmla="*/ 684564 w 75"/>
                <a:gd name="T11" fmla="*/ 217297 h 18"/>
                <a:gd name="T12" fmla="*/ 552529 w 75"/>
                <a:gd name="T13" fmla="*/ 172309 h 18"/>
                <a:gd name="T14" fmla="*/ 0 w 75"/>
                <a:gd name="T15" fmla="*/ 32356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18">
                  <a:moveTo>
                    <a:pt x="0" y="15"/>
                  </a:moveTo>
                  <a:cubicBezTo>
                    <a:pt x="5" y="11"/>
                    <a:pt x="10" y="4"/>
                    <a:pt x="34" y="11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55" y="18"/>
                    <a:pt x="68" y="18"/>
                    <a:pt x="75" y="13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0" y="16"/>
                    <a:pt x="57" y="14"/>
                    <a:pt x="46" y="10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12" y="0"/>
                    <a:pt x="6" y="10"/>
                    <a:pt x="0" y="15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Freeform 9">
              <a:extLst>
                <a:ext uri="{FF2B5EF4-FFF2-40B4-BE49-F238E27FC236}">
                  <a16:creationId xmlns:a16="http://schemas.microsoft.com/office/drawing/2014/main" id="{A8CBBA5F-856B-4C86-8AAE-AD9319117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307"/>
              <a:ext cx="332" cy="121"/>
            </a:xfrm>
            <a:custGeom>
              <a:avLst/>
              <a:gdLst>
                <a:gd name="T0" fmla="*/ 0 w 67"/>
                <a:gd name="T1" fmla="*/ 128723 h 23"/>
                <a:gd name="T2" fmla="*/ 0 w 67"/>
                <a:gd name="T3" fmla="*/ 128723 h 23"/>
                <a:gd name="T4" fmla="*/ 415387 w 67"/>
                <a:gd name="T5" fmla="*/ 297913 h 23"/>
                <a:gd name="T6" fmla="*/ 991743 w 67"/>
                <a:gd name="T7" fmla="*/ 382933 h 23"/>
                <a:gd name="T8" fmla="*/ 991743 w 67"/>
                <a:gd name="T9" fmla="*/ 382933 h 23"/>
                <a:gd name="T10" fmla="*/ 444949 w 67"/>
                <a:gd name="T11" fmla="*/ 213749 h 23"/>
                <a:gd name="T12" fmla="*/ 0 w 67"/>
                <a:gd name="T13" fmla="*/ 1287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23"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8" y="1"/>
                    <a:pt x="18" y="8"/>
                    <a:pt x="28" y="14"/>
                  </a:cubicBezTo>
                  <a:cubicBezTo>
                    <a:pt x="39" y="21"/>
                    <a:pt x="52" y="23"/>
                    <a:pt x="67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54" y="23"/>
                    <a:pt x="41" y="17"/>
                    <a:pt x="30" y="10"/>
                  </a:cubicBezTo>
                  <a:cubicBezTo>
                    <a:pt x="19" y="4"/>
                    <a:pt x="10" y="0"/>
                    <a:pt x="0" y="6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10">
              <a:extLst>
                <a:ext uri="{FF2B5EF4-FFF2-40B4-BE49-F238E27FC236}">
                  <a16:creationId xmlns:a16="http://schemas.microsoft.com/office/drawing/2014/main" id="{62EA5E97-343D-4CF8-9CB2-E55CE0BF9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793"/>
              <a:ext cx="218" cy="385"/>
            </a:xfrm>
            <a:custGeom>
              <a:avLst/>
              <a:gdLst>
                <a:gd name="T0" fmla="*/ 501336 w 44"/>
                <a:gd name="T1" fmla="*/ 0 h 73"/>
                <a:gd name="T2" fmla="*/ 385052 w 44"/>
                <a:gd name="T3" fmla="*/ 795363 h 73"/>
                <a:gd name="T4" fmla="*/ 295306 w 44"/>
                <a:gd name="T5" fmla="*/ 946900 h 73"/>
                <a:gd name="T6" fmla="*/ 30168 w 44"/>
                <a:gd name="T7" fmla="*/ 1570505 h 73"/>
                <a:gd name="T8" fmla="*/ 30168 w 44"/>
                <a:gd name="T9" fmla="*/ 1570505 h 73"/>
                <a:gd name="T10" fmla="*/ 355499 w 44"/>
                <a:gd name="T11" fmla="*/ 1031985 h 73"/>
                <a:gd name="T12" fmla="*/ 444656 w 44"/>
                <a:gd name="T13" fmla="*/ 861092 h 73"/>
                <a:gd name="T14" fmla="*/ 501336 w 44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73">
                  <a:moveTo>
                    <a:pt x="34" y="0"/>
                  </a:moveTo>
                  <a:cubicBezTo>
                    <a:pt x="37" y="6"/>
                    <a:pt x="39" y="21"/>
                    <a:pt x="26" y="37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12" y="55"/>
                    <a:pt x="0" y="65"/>
                    <a:pt x="2" y="7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0" y="67"/>
                    <a:pt x="17" y="56"/>
                    <a:pt x="24" y="48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44" y="22"/>
                    <a:pt x="37" y="7"/>
                    <a:pt x="34" y="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11">
              <a:extLst>
                <a:ext uri="{FF2B5EF4-FFF2-40B4-BE49-F238E27FC236}">
                  <a16:creationId xmlns:a16="http://schemas.microsoft.com/office/drawing/2014/main" id="{599487B5-4B83-4829-8346-8D55F9452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524"/>
              <a:ext cx="99" cy="369"/>
            </a:xfrm>
            <a:custGeom>
              <a:avLst/>
              <a:gdLst>
                <a:gd name="T0" fmla="*/ 160345 w 20"/>
                <a:gd name="T1" fmla="*/ 0 h 70"/>
                <a:gd name="T2" fmla="*/ 160345 w 20"/>
                <a:gd name="T3" fmla="*/ 0 h 70"/>
                <a:gd name="T4" fmla="*/ 160345 w 20"/>
                <a:gd name="T5" fmla="*/ 643209 h 70"/>
                <a:gd name="T6" fmla="*/ 103816 w 20"/>
                <a:gd name="T7" fmla="*/ 1501883 h 70"/>
                <a:gd name="T8" fmla="*/ 103816 w 20"/>
                <a:gd name="T9" fmla="*/ 1501883 h 70"/>
                <a:gd name="T10" fmla="*/ 219765 w 20"/>
                <a:gd name="T11" fmla="*/ 688032 h 70"/>
                <a:gd name="T12" fmla="*/ 160345 w 20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70"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6" y="7"/>
                    <a:pt x="16" y="20"/>
                    <a:pt x="11" y="30"/>
                  </a:cubicBezTo>
                  <a:cubicBezTo>
                    <a:pt x="5" y="42"/>
                    <a:pt x="0" y="56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1" y="58"/>
                    <a:pt x="9" y="44"/>
                    <a:pt x="15" y="32"/>
                  </a:cubicBezTo>
                  <a:cubicBezTo>
                    <a:pt x="20" y="21"/>
                    <a:pt x="18" y="9"/>
                    <a:pt x="11" y="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12">
              <a:extLst>
                <a:ext uri="{FF2B5EF4-FFF2-40B4-BE49-F238E27FC236}">
                  <a16:creationId xmlns:a16="http://schemas.microsoft.com/office/drawing/2014/main" id="{7A0D0243-8A89-4D74-A315-6FDB74E8E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1164"/>
              <a:ext cx="154" cy="354"/>
            </a:xfrm>
            <a:custGeom>
              <a:avLst/>
              <a:gdLst>
                <a:gd name="T0" fmla="*/ 0 w 31"/>
                <a:gd name="T1" fmla="*/ 0 h 67"/>
                <a:gd name="T2" fmla="*/ 238690 w 31"/>
                <a:gd name="T3" fmla="*/ 629676 h 67"/>
                <a:gd name="T4" fmla="*/ 254016 w 31"/>
                <a:gd name="T5" fmla="*/ 827604 h 67"/>
                <a:gd name="T6" fmla="*/ 465855 w 31"/>
                <a:gd name="T7" fmla="*/ 1457286 h 67"/>
                <a:gd name="T8" fmla="*/ 465855 w 31"/>
                <a:gd name="T9" fmla="*/ 1457286 h 67"/>
                <a:gd name="T10" fmla="*/ 329530 w 31"/>
                <a:gd name="T11" fmla="*/ 868922 h 67"/>
                <a:gd name="T12" fmla="*/ 299619 w 31"/>
                <a:gd name="T13" fmla="*/ 675686 h 67"/>
                <a:gd name="T14" fmla="*/ 0 w 31"/>
                <a:gd name="T15" fmla="*/ 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7">
                  <a:moveTo>
                    <a:pt x="0" y="0"/>
                  </a:moveTo>
                  <a:cubicBezTo>
                    <a:pt x="6" y="2"/>
                    <a:pt x="14" y="5"/>
                    <a:pt x="16" y="29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8" y="51"/>
                    <a:pt x="23" y="63"/>
                    <a:pt x="31" y="67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25" y="64"/>
                    <a:pt x="23" y="51"/>
                    <a:pt x="22" y="40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19" y="5"/>
                    <a:pt x="7" y="3"/>
                    <a:pt x="0" y="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13">
              <a:extLst>
                <a:ext uri="{FF2B5EF4-FFF2-40B4-BE49-F238E27FC236}">
                  <a16:creationId xmlns:a16="http://schemas.microsoft.com/office/drawing/2014/main" id="{60182D6D-C560-4B6A-A182-442C3BDB8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328"/>
              <a:ext cx="69" cy="349"/>
            </a:xfrm>
            <a:custGeom>
              <a:avLst/>
              <a:gdLst>
                <a:gd name="T0" fmla="*/ 0 w 14"/>
                <a:gd name="T1" fmla="*/ 0 h 66"/>
                <a:gd name="T2" fmla="*/ 0 w 14"/>
                <a:gd name="T3" fmla="*/ 0 h 66"/>
                <a:gd name="T4" fmla="*/ 43702 w 14"/>
                <a:gd name="T5" fmla="*/ 612135 h 66"/>
                <a:gd name="T6" fmla="*/ 200642 w 14"/>
                <a:gd name="T7" fmla="*/ 1442512 h 66"/>
                <a:gd name="T8" fmla="*/ 200642 w 14"/>
                <a:gd name="T9" fmla="*/ 1442512 h 66"/>
                <a:gd name="T10" fmla="*/ 102120 w 14"/>
                <a:gd name="T11" fmla="*/ 632547 h 66"/>
                <a:gd name="T12" fmla="*/ 0 w 14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6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5"/>
                    <a:pt x="4" y="17"/>
                    <a:pt x="3" y="28"/>
                  </a:cubicBezTo>
                  <a:cubicBezTo>
                    <a:pt x="1" y="42"/>
                    <a:pt x="3" y="54"/>
                    <a:pt x="14" y="66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5" y="56"/>
                    <a:pt x="5" y="42"/>
                    <a:pt x="7" y="29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14">
              <a:extLst>
                <a:ext uri="{FF2B5EF4-FFF2-40B4-BE49-F238E27FC236}">
                  <a16:creationId xmlns:a16="http://schemas.microsoft.com/office/drawing/2014/main" id="{7330574E-36F3-47E9-981B-E2F6BD5CD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1687"/>
              <a:ext cx="342" cy="159"/>
            </a:xfrm>
            <a:custGeom>
              <a:avLst/>
              <a:gdLst>
                <a:gd name="T0" fmla="*/ 0 w 69"/>
                <a:gd name="T1" fmla="*/ 665171 h 30"/>
                <a:gd name="T2" fmla="*/ 430930 w 69"/>
                <a:gd name="T3" fmla="*/ 242221 h 30"/>
                <a:gd name="T4" fmla="*/ 577549 w 69"/>
                <a:gd name="T5" fmla="*/ 221688 h 30"/>
                <a:gd name="T6" fmla="*/ 1022977 w 69"/>
                <a:gd name="T7" fmla="*/ 0 h 30"/>
                <a:gd name="T8" fmla="*/ 1022977 w 69"/>
                <a:gd name="T9" fmla="*/ 0 h 30"/>
                <a:gd name="T10" fmla="*/ 562441 w 69"/>
                <a:gd name="T11" fmla="*/ 112837 h 30"/>
                <a:gd name="T12" fmla="*/ 430930 w 69"/>
                <a:gd name="T13" fmla="*/ 154691 h 30"/>
                <a:gd name="T14" fmla="*/ 0 w 69"/>
                <a:gd name="T15" fmla="*/ 665171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30">
                  <a:moveTo>
                    <a:pt x="0" y="30"/>
                  </a:moveTo>
                  <a:cubicBezTo>
                    <a:pt x="2" y="24"/>
                    <a:pt x="9" y="14"/>
                    <a:pt x="29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52" y="9"/>
                    <a:pt x="65" y="7"/>
                    <a:pt x="69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6" y="5"/>
                    <a:pt x="49" y="4"/>
                    <a:pt x="38" y="5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6" y="10"/>
                    <a:pt x="3" y="23"/>
                    <a:pt x="0" y="3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15">
              <a:extLst>
                <a:ext uri="{FF2B5EF4-FFF2-40B4-BE49-F238E27FC236}">
                  <a16:creationId xmlns:a16="http://schemas.microsoft.com/office/drawing/2014/main" id="{99BD00C1-5E9C-48A6-B6E3-C2E0A284E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914"/>
              <a:ext cx="282" cy="238"/>
            </a:xfrm>
            <a:custGeom>
              <a:avLst/>
              <a:gdLst>
                <a:gd name="T0" fmla="*/ 0 w 57"/>
                <a:gd name="T1" fmla="*/ 985156 h 45"/>
                <a:gd name="T2" fmla="*/ 0 w 57"/>
                <a:gd name="T3" fmla="*/ 985156 h 45"/>
                <a:gd name="T4" fmla="*/ 322969 w 57"/>
                <a:gd name="T5" fmla="*/ 525795 h 45"/>
                <a:gd name="T6" fmla="*/ 835799 w 57"/>
                <a:gd name="T7" fmla="*/ 0 h 45"/>
                <a:gd name="T8" fmla="*/ 835799 w 57"/>
                <a:gd name="T9" fmla="*/ 0 h 45"/>
                <a:gd name="T10" fmla="*/ 308553 w 57"/>
                <a:gd name="T11" fmla="*/ 438941 h 45"/>
                <a:gd name="T12" fmla="*/ 0 w 57"/>
                <a:gd name="T13" fmla="*/ 98515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5">
                  <a:moveTo>
                    <a:pt x="0" y="4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1" y="36"/>
                    <a:pt x="11" y="28"/>
                    <a:pt x="22" y="24"/>
                  </a:cubicBezTo>
                  <a:cubicBezTo>
                    <a:pt x="35" y="20"/>
                    <a:pt x="51" y="15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2" y="13"/>
                    <a:pt x="33" y="16"/>
                    <a:pt x="21" y="20"/>
                  </a:cubicBezTo>
                  <a:cubicBezTo>
                    <a:pt x="8" y="24"/>
                    <a:pt x="2" y="33"/>
                    <a:pt x="0" y="45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16">
              <a:extLst>
                <a:ext uri="{FF2B5EF4-FFF2-40B4-BE49-F238E27FC236}">
                  <a16:creationId xmlns:a16="http://schemas.microsoft.com/office/drawing/2014/main" id="{703A7EBC-21A1-4F57-991B-CE8CFC82C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411"/>
              <a:ext cx="148" cy="370"/>
            </a:xfrm>
            <a:custGeom>
              <a:avLst/>
              <a:gdLst>
                <a:gd name="T0" fmla="*/ 187181 w 30"/>
                <a:gd name="T1" fmla="*/ 1526826 h 70"/>
                <a:gd name="T2" fmla="*/ 201344 w 30"/>
                <a:gd name="T3" fmla="*/ 763342 h 70"/>
                <a:gd name="T4" fmla="*/ 260075 w 30"/>
                <a:gd name="T5" fmla="*/ 565143 h 70"/>
                <a:gd name="T6" fmla="*/ 373754 w 30"/>
                <a:gd name="T7" fmla="*/ 0 h 70"/>
                <a:gd name="T8" fmla="*/ 373754 w 30"/>
                <a:gd name="T9" fmla="*/ 0 h 70"/>
                <a:gd name="T10" fmla="*/ 201344 w 30"/>
                <a:gd name="T11" fmla="*/ 523798 h 70"/>
                <a:gd name="T12" fmla="*/ 143348 w 30"/>
                <a:gd name="T13" fmla="*/ 697043 h 70"/>
                <a:gd name="T14" fmla="*/ 187181 w 30"/>
                <a:gd name="T15" fmla="*/ 1526826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70">
                  <a:moveTo>
                    <a:pt x="13" y="70"/>
                  </a:moveTo>
                  <a:cubicBezTo>
                    <a:pt x="9" y="64"/>
                    <a:pt x="5" y="53"/>
                    <a:pt x="14" y="3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4" y="14"/>
                    <a:pt x="30" y="7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9" y="5"/>
                    <a:pt x="19" y="14"/>
                    <a:pt x="14" y="24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0" y="53"/>
                    <a:pt x="9" y="63"/>
                    <a:pt x="13" y="7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17">
              <a:extLst>
                <a:ext uri="{FF2B5EF4-FFF2-40B4-BE49-F238E27FC236}">
                  <a16:creationId xmlns:a16="http://schemas.microsoft.com/office/drawing/2014/main" id="{EB770829-4D36-487A-8508-1FDB15347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173"/>
              <a:ext cx="198" cy="296"/>
            </a:xfrm>
            <a:custGeom>
              <a:avLst/>
              <a:gdLst>
                <a:gd name="T0" fmla="*/ 30091 w 40"/>
                <a:gd name="T1" fmla="*/ 1221566 h 56"/>
                <a:gd name="T2" fmla="*/ 30091 w 40"/>
                <a:gd name="T3" fmla="*/ 1221566 h 56"/>
                <a:gd name="T4" fmla="*/ 309172 w 40"/>
                <a:gd name="T5" fmla="*/ 742363 h 56"/>
                <a:gd name="T6" fmla="*/ 588352 w 40"/>
                <a:gd name="T7" fmla="*/ 0 h 56"/>
                <a:gd name="T8" fmla="*/ 588352 w 40"/>
                <a:gd name="T9" fmla="*/ 0 h 56"/>
                <a:gd name="T10" fmla="*/ 264776 w 40"/>
                <a:gd name="T11" fmla="*/ 676788 h 56"/>
                <a:gd name="T12" fmla="*/ 30091 w 40"/>
                <a:gd name="T13" fmla="*/ 122156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6">
                  <a:moveTo>
                    <a:pt x="2" y="56"/>
                  </a:moveTo>
                  <a:cubicBezTo>
                    <a:pt x="2" y="56"/>
                    <a:pt x="2" y="56"/>
                    <a:pt x="2" y="56"/>
                  </a:cubicBezTo>
                  <a:cubicBezTo>
                    <a:pt x="1" y="47"/>
                    <a:pt x="11" y="41"/>
                    <a:pt x="21" y="34"/>
                  </a:cubicBezTo>
                  <a:cubicBezTo>
                    <a:pt x="32" y="27"/>
                    <a:pt x="39" y="16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14"/>
                    <a:pt x="29" y="23"/>
                    <a:pt x="18" y="31"/>
                  </a:cubicBezTo>
                  <a:cubicBezTo>
                    <a:pt x="8" y="38"/>
                    <a:pt x="0" y="44"/>
                    <a:pt x="2" y="56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18">
              <a:extLst>
                <a:ext uri="{FF2B5EF4-FFF2-40B4-BE49-F238E27FC236}">
                  <a16:creationId xmlns:a16="http://schemas.microsoft.com/office/drawing/2014/main" id="{2309AFBD-36E7-4B72-8533-DE926469D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643"/>
              <a:ext cx="84" cy="412"/>
            </a:xfrm>
            <a:custGeom>
              <a:avLst/>
              <a:gdLst>
                <a:gd name="T0" fmla="*/ 232482 w 17"/>
                <a:gd name="T1" fmla="*/ 1693869 h 78"/>
                <a:gd name="T2" fmla="*/ 144292 w 17"/>
                <a:gd name="T3" fmla="*/ 953627 h 78"/>
                <a:gd name="T4" fmla="*/ 174083 w 17"/>
                <a:gd name="T5" fmla="*/ 760584 h 78"/>
                <a:gd name="T6" fmla="*/ 174083 w 17"/>
                <a:gd name="T7" fmla="*/ 0 h 78"/>
                <a:gd name="T8" fmla="*/ 174083 w 17"/>
                <a:gd name="T9" fmla="*/ 0 h 78"/>
                <a:gd name="T10" fmla="*/ 117976 w 17"/>
                <a:gd name="T11" fmla="*/ 715332 h 78"/>
                <a:gd name="T12" fmla="*/ 73955 w 17"/>
                <a:gd name="T13" fmla="*/ 933286 h 78"/>
                <a:gd name="T14" fmla="*/ 232482 w 17"/>
                <a:gd name="T15" fmla="*/ 1693869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78">
                  <a:moveTo>
                    <a:pt x="16" y="78"/>
                  </a:moveTo>
                  <a:cubicBezTo>
                    <a:pt x="11" y="73"/>
                    <a:pt x="5" y="63"/>
                    <a:pt x="10" y="44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6" y="22"/>
                    <a:pt x="17" y="7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5"/>
                    <a:pt x="11" y="22"/>
                    <a:pt x="8" y="3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0" y="65"/>
                    <a:pt x="11" y="73"/>
                    <a:pt x="16" y="78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19">
              <a:extLst>
                <a:ext uri="{FF2B5EF4-FFF2-40B4-BE49-F238E27FC236}">
                  <a16:creationId xmlns:a16="http://schemas.microsoft.com/office/drawing/2014/main" id="{7148B2D8-AA2D-46AF-8D35-CCE736A36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886"/>
              <a:ext cx="109" cy="354"/>
            </a:xfrm>
            <a:custGeom>
              <a:avLst/>
              <a:gdLst>
                <a:gd name="T0" fmla="*/ 325330 w 22"/>
                <a:gd name="T1" fmla="*/ 1457286 h 67"/>
                <a:gd name="T2" fmla="*/ 325330 w 22"/>
                <a:gd name="T3" fmla="*/ 1457286 h 67"/>
                <a:gd name="T4" fmla="*/ 161523 w 22"/>
                <a:gd name="T5" fmla="*/ 847957 h 67"/>
                <a:gd name="T6" fmla="*/ 0 w 22"/>
                <a:gd name="T7" fmla="*/ 0 h 67"/>
                <a:gd name="T8" fmla="*/ 0 w 22"/>
                <a:gd name="T9" fmla="*/ 0 h 67"/>
                <a:gd name="T10" fmla="*/ 89747 w 22"/>
                <a:gd name="T11" fmla="*/ 847957 h 67"/>
                <a:gd name="T12" fmla="*/ 325330 w 22"/>
                <a:gd name="T13" fmla="*/ 1457286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7">
                  <a:moveTo>
                    <a:pt x="22" y="67"/>
                  </a:moveTo>
                  <a:cubicBezTo>
                    <a:pt x="22" y="67"/>
                    <a:pt x="22" y="67"/>
                    <a:pt x="22" y="67"/>
                  </a:cubicBezTo>
                  <a:cubicBezTo>
                    <a:pt x="14" y="63"/>
                    <a:pt x="10" y="51"/>
                    <a:pt x="11" y="39"/>
                  </a:cubicBezTo>
                  <a:cubicBezTo>
                    <a:pt x="11" y="26"/>
                    <a:pt x="12" y="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9"/>
                    <a:pt x="7" y="26"/>
                    <a:pt x="6" y="39"/>
                  </a:cubicBezTo>
                  <a:cubicBezTo>
                    <a:pt x="5" y="52"/>
                    <a:pt x="11" y="61"/>
                    <a:pt x="22" y="67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20">
              <a:extLst>
                <a:ext uri="{FF2B5EF4-FFF2-40B4-BE49-F238E27FC236}">
                  <a16:creationId xmlns:a16="http://schemas.microsoft.com/office/drawing/2014/main" id="{AE482BA1-4441-444E-811A-E0DAF9773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3113"/>
              <a:ext cx="267" cy="285"/>
            </a:xfrm>
            <a:custGeom>
              <a:avLst/>
              <a:gdLst>
                <a:gd name="T0" fmla="*/ 788970 w 54"/>
                <a:gd name="T1" fmla="*/ 1101720 h 54"/>
                <a:gd name="T2" fmla="*/ 407615 w 54"/>
                <a:gd name="T3" fmla="*/ 647156 h 54"/>
                <a:gd name="T4" fmla="*/ 337132 w 54"/>
                <a:gd name="T5" fmla="*/ 474842 h 54"/>
                <a:gd name="T6" fmla="*/ 0 w 54"/>
                <a:gd name="T7" fmla="*/ 0 h 54"/>
                <a:gd name="T8" fmla="*/ 0 w 54"/>
                <a:gd name="T9" fmla="*/ 0 h 54"/>
                <a:gd name="T10" fmla="*/ 263030 w 54"/>
                <a:gd name="T11" fmla="*/ 474842 h 54"/>
                <a:gd name="T12" fmla="*/ 337132 w 54"/>
                <a:gd name="T13" fmla="*/ 647156 h 54"/>
                <a:gd name="T14" fmla="*/ 788970 w 54"/>
                <a:gd name="T15" fmla="*/ 110172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54">
                  <a:moveTo>
                    <a:pt x="54" y="51"/>
                  </a:moveTo>
                  <a:cubicBezTo>
                    <a:pt x="47" y="51"/>
                    <a:pt x="39" y="52"/>
                    <a:pt x="28" y="30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7" y="10"/>
                    <a:pt x="9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13" y="12"/>
                    <a:pt x="18" y="22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34" y="54"/>
                    <a:pt x="47" y="51"/>
                    <a:pt x="54" y="51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21">
              <a:extLst>
                <a:ext uri="{FF2B5EF4-FFF2-40B4-BE49-F238E27FC236}">
                  <a16:creationId xmlns:a16="http://schemas.microsoft.com/office/drawing/2014/main" id="{4C1AA7A3-4CBA-49D9-93F9-777248B9A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3034"/>
              <a:ext cx="188" cy="296"/>
            </a:xfrm>
            <a:custGeom>
              <a:avLst/>
              <a:gdLst>
                <a:gd name="T0" fmla="*/ 557158 w 38"/>
                <a:gd name="T1" fmla="*/ 1221566 h 56"/>
                <a:gd name="T2" fmla="*/ 557158 w 38"/>
                <a:gd name="T3" fmla="*/ 1221566 h 56"/>
                <a:gd name="T4" fmla="*/ 367268 w 38"/>
                <a:gd name="T5" fmla="*/ 676788 h 56"/>
                <a:gd name="T6" fmla="*/ 0 w 38"/>
                <a:gd name="T7" fmla="*/ 0 h 56"/>
                <a:gd name="T8" fmla="*/ 0 w 38"/>
                <a:gd name="T9" fmla="*/ 0 h 56"/>
                <a:gd name="T10" fmla="*/ 293522 w 38"/>
                <a:gd name="T11" fmla="*/ 697043 h 56"/>
                <a:gd name="T12" fmla="*/ 557158 w 38"/>
                <a:gd name="T13" fmla="*/ 122156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6">
                  <a:moveTo>
                    <a:pt x="38" y="56"/>
                  </a:moveTo>
                  <a:cubicBezTo>
                    <a:pt x="38" y="56"/>
                    <a:pt x="38" y="56"/>
                    <a:pt x="38" y="56"/>
                  </a:cubicBezTo>
                  <a:cubicBezTo>
                    <a:pt x="29" y="54"/>
                    <a:pt x="27" y="42"/>
                    <a:pt x="25" y="31"/>
                  </a:cubicBezTo>
                  <a:cubicBezTo>
                    <a:pt x="21" y="18"/>
                    <a:pt x="14" y="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6"/>
                    <a:pt x="17" y="19"/>
                    <a:pt x="20" y="32"/>
                  </a:cubicBezTo>
                  <a:cubicBezTo>
                    <a:pt x="23" y="44"/>
                    <a:pt x="26" y="54"/>
                    <a:pt x="38" y="56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22">
              <a:extLst>
                <a:ext uri="{FF2B5EF4-FFF2-40B4-BE49-F238E27FC236}">
                  <a16:creationId xmlns:a16="http://schemas.microsoft.com/office/drawing/2014/main" id="{B2D57959-F65C-4162-85C6-11C30DC15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145"/>
              <a:ext cx="347" cy="201"/>
            </a:xfrm>
            <a:custGeom>
              <a:avLst/>
              <a:gdLst>
                <a:gd name="T0" fmla="*/ 1038591 w 70"/>
                <a:gd name="T1" fmla="*/ 633266 h 38"/>
                <a:gd name="T2" fmla="*/ 532576 w 70"/>
                <a:gd name="T3" fmla="*/ 459518 h 38"/>
                <a:gd name="T4" fmla="*/ 415998 w 70"/>
                <a:gd name="T5" fmla="*/ 327207 h 38"/>
                <a:gd name="T6" fmla="*/ 0 w 70"/>
                <a:gd name="T7" fmla="*/ 45437 h 38"/>
                <a:gd name="T8" fmla="*/ 0 w 70"/>
                <a:gd name="T9" fmla="*/ 45437 h 38"/>
                <a:gd name="T10" fmla="*/ 371399 w 70"/>
                <a:gd name="T11" fmla="*/ 393796 h 38"/>
                <a:gd name="T12" fmla="*/ 490901 w 70"/>
                <a:gd name="T13" fmla="*/ 526107 h 38"/>
                <a:gd name="T14" fmla="*/ 1038591 w 70"/>
                <a:gd name="T15" fmla="*/ 633266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38">
                  <a:moveTo>
                    <a:pt x="70" y="29"/>
                  </a:moveTo>
                  <a:cubicBezTo>
                    <a:pt x="63" y="31"/>
                    <a:pt x="52" y="33"/>
                    <a:pt x="36" y="21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18" y="6"/>
                    <a:pt x="8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1"/>
                    <a:pt x="17" y="11"/>
                    <a:pt x="25" y="18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51" y="38"/>
                    <a:pt x="63" y="31"/>
                    <a:pt x="70" y="29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23">
              <a:extLst>
                <a:ext uri="{FF2B5EF4-FFF2-40B4-BE49-F238E27FC236}">
                  <a16:creationId xmlns:a16="http://schemas.microsoft.com/office/drawing/2014/main" id="{03762681-6CDA-4C95-978A-1CC8A9AE2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066"/>
              <a:ext cx="357" cy="111"/>
            </a:xfrm>
            <a:custGeom>
              <a:avLst/>
              <a:gdLst>
                <a:gd name="T0" fmla="*/ 1069795 w 72"/>
                <a:gd name="T1" fmla="*/ 218564 h 21"/>
                <a:gd name="T2" fmla="*/ 1069795 w 72"/>
                <a:gd name="T3" fmla="*/ 218564 h 21"/>
                <a:gd name="T4" fmla="*/ 623158 w 72"/>
                <a:gd name="T5" fmla="*/ 259914 h 21"/>
                <a:gd name="T6" fmla="*/ 0 w 72"/>
                <a:gd name="T7" fmla="*/ 173218 h 21"/>
                <a:gd name="T8" fmla="*/ 0 w 72"/>
                <a:gd name="T9" fmla="*/ 173218 h 21"/>
                <a:gd name="T10" fmla="*/ 593532 w 72"/>
                <a:gd name="T11" fmla="*/ 350438 h 21"/>
                <a:gd name="T12" fmla="*/ 1069795 w 72"/>
                <a:gd name="T13" fmla="*/ 2185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1">
                  <a:moveTo>
                    <a:pt x="72" y="10"/>
                  </a:moveTo>
                  <a:cubicBezTo>
                    <a:pt x="72" y="10"/>
                    <a:pt x="72" y="10"/>
                    <a:pt x="72" y="10"/>
                  </a:cubicBezTo>
                  <a:cubicBezTo>
                    <a:pt x="66" y="16"/>
                    <a:pt x="53" y="16"/>
                    <a:pt x="42" y="12"/>
                  </a:cubicBezTo>
                  <a:cubicBezTo>
                    <a:pt x="29" y="7"/>
                    <a:pt x="13" y="0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1"/>
                    <a:pt x="28" y="12"/>
                    <a:pt x="40" y="16"/>
                  </a:cubicBezTo>
                  <a:cubicBezTo>
                    <a:pt x="52" y="21"/>
                    <a:pt x="63" y="18"/>
                    <a:pt x="72" y="1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24">
              <a:extLst>
                <a:ext uri="{FF2B5EF4-FFF2-40B4-BE49-F238E27FC236}">
                  <a16:creationId xmlns:a16="http://schemas.microsoft.com/office/drawing/2014/main" id="{8D9CB293-DCB9-4A5D-8895-90AFC20F9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543"/>
              <a:ext cx="287" cy="216"/>
            </a:xfrm>
            <a:custGeom>
              <a:avLst/>
              <a:gdLst>
                <a:gd name="T0" fmla="*/ 851405 w 58"/>
                <a:gd name="T1" fmla="*/ 0 h 41"/>
                <a:gd name="T2" fmla="*/ 483783 w 58"/>
                <a:gd name="T3" fmla="*/ 511467 h 41"/>
                <a:gd name="T4" fmla="*/ 353178 w 58"/>
                <a:gd name="T5" fmla="*/ 576246 h 41"/>
                <a:gd name="T6" fmla="*/ 0 w 58"/>
                <a:gd name="T7" fmla="*/ 876581 h 41"/>
                <a:gd name="T8" fmla="*/ 0 w 58"/>
                <a:gd name="T9" fmla="*/ 876581 h 41"/>
                <a:gd name="T10" fmla="*/ 382512 w 58"/>
                <a:gd name="T11" fmla="*/ 685631 h 41"/>
                <a:gd name="T12" fmla="*/ 513240 w 58"/>
                <a:gd name="T13" fmla="*/ 620847 h 41"/>
                <a:gd name="T14" fmla="*/ 851405 w 58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41">
                  <a:moveTo>
                    <a:pt x="58" y="0"/>
                  </a:moveTo>
                  <a:cubicBezTo>
                    <a:pt x="57" y="7"/>
                    <a:pt x="52" y="17"/>
                    <a:pt x="33" y="24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12" y="31"/>
                    <a:pt x="3" y="33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35"/>
                    <a:pt x="15" y="35"/>
                    <a:pt x="26" y="32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56" y="21"/>
                    <a:pt x="57" y="7"/>
                    <a:pt x="58" y="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25">
              <a:extLst>
                <a:ext uri="{FF2B5EF4-FFF2-40B4-BE49-F238E27FC236}">
                  <a16:creationId xmlns:a16="http://schemas.microsoft.com/office/drawing/2014/main" id="{76101511-D168-4739-9E5C-DFADDF7FB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854"/>
              <a:ext cx="322" cy="101"/>
            </a:xfrm>
            <a:custGeom>
              <a:avLst/>
              <a:gdLst>
                <a:gd name="T0" fmla="*/ 960521 w 65"/>
                <a:gd name="T1" fmla="*/ 0 h 19"/>
                <a:gd name="T2" fmla="*/ 960521 w 65"/>
                <a:gd name="T3" fmla="*/ 0 h 19"/>
                <a:gd name="T4" fmla="*/ 546226 w 65"/>
                <a:gd name="T5" fmla="*/ 114922 h 19"/>
                <a:gd name="T6" fmla="*/ 0 w 65"/>
                <a:gd name="T7" fmla="*/ 428867 h 19"/>
                <a:gd name="T8" fmla="*/ 0 w 65"/>
                <a:gd name="T9" fmla="*/ 428867 h 19"/>
                <a:gd name="T10" fmla="*/ 531132 w 65"/>
                <a:gd name="T11" fmla="*/ 203680 h 19"/>
                <a:gd name="T12" fmla="*/ 960521 w 65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9">
                  <a:moveTo>
                    <a:pt x="65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0" y="7"/>
                    <a:pt x="48" y="5"/>
                    <a:pt x="37" y="5"/>
                  </a:cubicBezTo>
                  <a:cubicBezTo>
                    <a:pt x="23" y="3"/>
                    <a:pt x="11" y="7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9" y="9"/>
                    <a:pt x="23" y="8"/>
                    <a:pt x="36" y="9"/>
                  </a:cubicBezTo>
                  <a:cubicBezTo>
                    <a:pt x="49" y="10"/>
                    <a:pt x="59" y="10"/>
                    <a:pt x="65" y="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26">
              <a:extLst>
                <a:ext uri="{FF2B5EF4-FFF2-40B4-BE49-F238E27FC236}">
                  <a16:creationId xmlns:a16="http://schemas.microsoft.com/office/drawing/2014/main" id="{A8461ABE-75BD-4753-8ABF-A62493199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200"/>
              <a:ext cx="287" cy="295"/>
            </a:xfrm>
            <a:custGeom>
              <a:avLst/>
              <a:gdLst>
                <a:gd name="T0" fmla="*/ 851405 w 58"/>
                <a:gd name="T1" fmla="*/ 0 h 56"/>
                <a:gd name="T2" fmla="*/ 498207 w 58"/>
                <a:gd name="T3" fmla="*/ 685322 h 56"/>
                <a:gd name="T4" fmla="*/ 353178 w 58"/>
                <a:gd name="T5" fmla="*/ 790858 h 56"/>
                <a:gd name="T6" fmla="*/ 0 w 58"/>
                <a:gd name="T7" fmla="*/ 1196678 h 56"/>
                <a:gd name="T8" fmla="*/ 0 w 58"/>
                <a:gd name="T9" fmla="*/ 1196678 h 56"/>
                <a:gd name="T10" fmla="*/ 397520 w 58"/>
                <a:gd name="T11" fmla="*/ 896421 h 56"/>
                <a:gd name="T12" fmla="*/ 528149 w 58"/>
                <a:gd name="T13" fmla="*/ 790858 h 56"/>
                <a:gd name="T14" fmla="*/ 851405 w 58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56">
                  <a:moveTo>
                    <a:pt x="58" y="0"/>
                  </a:moveTo>
                  <a:cubicBezTo>
                    <a:pt x="57" y="7"/>
                    <a:pt x="53" y="21"/>
                    <a:pt x="34" y="32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11" y="43"/>
                    <a:pt x="2" y="46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" y="49"/>
                    <a:pt x="15" y="47"/>
                    <a:pt x="27" y="42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58" y="25"/>
                    <a:pt x="57" y="8"/>
                    <a:pt x="58" y="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27">
              <a:extLst>
                <a:ext uri="{FF2B5EF4-FFF2-40B4-BE49-F238E27FC236}">
                  <a16:creationId xmlns:a16="http://schemas.microsoft.com/office/drawing/2014/main" id="{712294AB-3CF2-4111-B207-45F042924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143"/>
              <a:ext cx="332" cy="201"/>
            </a:xfrm>
            <a:custGeom>
              <a:avLst/>
              <a:gdLst>
                <a:gd name="T0" fmla="*/ 991743 w 67"/>
                <a:gd name="T1" fmla="*/ 86874 h 38"/>
                <a:gd name="T2" fmla="*/ 531819 w 67"/>
                <a:gd name="T3" fmla="*/ 393796 h 38"/>
                <a:gd name="T4" fmla="*/ 0 w 67"/>
                <a:gd name="T5" fmla="*/ 811744 h 38"/>
                <a:gd name="T6" fmla="*/ 0 w 67"/>
                <a:gd name="T7" fmla="*/ 811744 h 38"/>
                <a:gd name="T8" fmla="*/ 591436 w 67"/>
                <a:gd name="T9" fmla="*/ 459518 h 38"/>
                <a:gd name="T10" fmla="*/ 991743 w 67"/>
                <a:gd name="T11" fmla="*/ 8687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38">
                  <a:moveTo>
                    <a:pt x="67" y="4"/>
                  </a:moveTo>
                  <a:cubicBezTo>
                    <a:pt x="57" y="2"/>
                    <a:pt x="52" y="0"/>
                    <a:pt x="36" y="18"/>
                  </a:cubicBezTo>
                  <a:cubicBezTo>
                    <a:pt x="26" y="30"/>
                    <a:pt x="13" y="38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5" y="38"/>
                    <a:pt x="29" y="34"/>
                    <a:pt x="40" y="21"/>
                  </a:cubicBezTo>
                  <a:cubicBezTo>
                    <a:pt x="55" y="4"/>
                    <a:pt x="59" y="2"/>
                    <a:pt x="67" y="4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28">
              <a:extLst>
                <a:ext uri="{FF2B5EF4-FFF2-40B4-BE49-F238E27FC236}">
                  <a16:creationId xmlns:a16="http://schemas.microsoft.com/office/drawing/2014/main" id="{A6B09D7A-8B06-4B1A-BC8E-E11902654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138"/>
              <a:ext cx="252" cy="269"/>
            </a:xfrm>
            <a:custGeom>
              <a:avLst/>
              <a:gdLst>
                <a:gd name="T0" fmla="*/ 247424 w 51"/>
                <a:gd name="T1" fmla="*/ 579779 h 51"/>
                <a:gd name="T2" fmla="*/ 0 w 51"/>
                <a:gd name="T3" fmla="*/ 1098353 h 51"/>
                <a:gd name="T4" fmla="*/ 0 w 51"/>
                <a:gd name="T5" fmla="*/ 1098353 h 51"/>
                <a:gd name="T6" fmla="*/ 321256 w 51"/>
                <a:gd name="T7" fmla="*/ 624681 h 51"/>
                <a:gd name="T8" fmla="*/ 742175 w 51"/>
                <a:gd name="T9" fmla="*/ 0 h 51"/>
                <a:gd name="T10" fmla="*/ 742175 w 51"/>
                <a:gd name="T11" fmla="*/ 0 h 51"/>
                <a:gd name="T12" fmla="*/ 247424 w 51"/>
                <a:gd name="T13" fmla="*/ 57977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1">
                  <a:moveTo>
                    <a:pt x="17" y="27"/>
                  </a:moveTo>
                  <a:cubicBezTo>
                    <a:pt x="13" y="41"/>
                    <a:pt x="7" y="50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0" y="50"/>
                    <a:pt x="17" y="45"/>
                    <a:pt x="22" y="29"/>
                  </a:cubicBezTo>
                  <a:cubicBezTo>
                    <a:pt x="26" y="15"/>
                    <a:pt x="41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9" y="0"/>
                    <a:pt x="22" y="11"/>
                    <a:pt x="17" y="27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29">
              <a:extLst>
                <a:ext uri="{FF2B5EF4-FFF2-40B4-BE49-F238E27FC236}">
                  <a16:creationId xmlns:a16="http://schemas.microsoft.com/office/drawing/2014/main" id="{71FD3BA0-274F-4496-8C37-BC93406A5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333"/>
              <a:ext cx="99" cy="381"/>
            </a:xfrm>
            <a:custGeom>
              <a:avLst/>
              <a:gdLst>
                <a:gd name="T0" fmla="*/ 294253 w 20"/>
                <a:gd name="T1" fmla="*/ 0 h 72"/>
                <a:gd name="T2" fmla="*/ 74463 w 20"/>
                <a:gd name="T3" fmla="*/ 680582 h 72"/>
                <a:gd name="T4" fmla="*/ 0 w 20"/>
                <a:gd name="T5" fmla="*/ 1580753 h 72"/>
                <a:gd name="T6" fmla="*/ 0 w 20"/>
                <a:gd name="T7" fmla="*/ 1580753 h 72"/>
                <a:gd name="T8" fmla="*/ 148950 w 20"/>
                <a:gd name="T9" fmla="*/ 680582 h 72"/>
                <a:gd name="T10" fmla="*/ 294253 w 20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72">
                  <a:moveTo>
                    <a:pt x="20" y="0"/>
                  </a:moveTo>
                  <a:cubicBezTo>
                    <a:pt x="12" y="6"/>
                    <a:pt x="6" y="7"/>
                    <a:pt x="5" y="31"/>
                  </a:cubicBezTo>
                  <a:cubicBezTo>
                    <a:pt x="5" y="47"/>
                    <a:pt x="11" y="63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2" y="62"/>
                    <a:pt x="10" y="48"/>
                    <a:pt x="10" y="31"/>
                  </a:cubicBezTo>
                  <a:cubicBezTo>
                    <a:pt x="11" y="9"/>
                    <a:pt x="13" y="5"/>
                    <a:pt x="20" y="0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30">
              <a:extLst>
                <a:ext uri="{FF2B5EF4-FFF2-40B4-BE49-F238E27FC236}">
                  <a16:creationId xmlns:a16="http://schemas.microsoft.com/office/drawing/2014/main" id="{2A371DB1-CB4D-46FA-B660-0C3F2A031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180"/>
              <a:ext cx="148" cy="344"/>
            </a:xfrm>
            <a:custGeom>
              <a:avLst/>
              <a:gdLst>
                <a:gd name="T0" fmla="*/ 143348 w 30"/>
                <a:gd name="T1" fmla="*/ 701278 h 65"/>
                <a:gd name="T2" fmla="*/ 0 w 30"/>
                <a:gd name="T3" fmla="*/ 1428489 h 65"/>
                <a:gd name="T4" fmla="*/ 0 w 30"/>
                <a:gd name="T5" fmla="*/ 1428489 h 65"/>
                <a:gd name="T6" fmla="*/ 216243 w 30"/>
                <a:gd name="T7" fmla="*/ 701278 h 65"/>
                <a:gd name="T8" fmla="*/ 432362 w 30"/>
                <a:gd name="T9" fmla="*/ 0 h 65"/>
                <a:gd name="T10" fmla="*/ 432362 w 30"/>
                <a:gd name="T11" fmla="*/ 0 h 65"/>
                <a:gd name="T12" fmla="*/ 143348 w 30"/>
                <a:gd name="T13" fmla="*/ 70127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5">
                  <a:moveTo>
                    <a:pt x="10" y="32"/>
                  </a:moveTo>
                  <a:cubicBezTo>
                    <a:pt x="10" y="47"/>
                    <a:pt x="7" y="62"/>
                    <a:pt x="0" y="65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61"/>
                    <a:pt x="15" y="49"/>
                    <a:pt x="15" y="32"/>
                  </a:cubicBezTo>
                  <a:cubicBezTo>
                    <a:pt x="15" y="17"/>
                    <a:pt x="21" y="3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9" y="3"/>
                    <a:pt x="10" y="15"/>
                    <a:pt x="10" y="32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31">
              <a:extLst>
                <a:ext uri="{FF2B5EF4-FFF2-40B4-BE49-F238E27FC236}">
                  <a16:creationId xmlns:a16="http://schemas.microsoft.com/office/drawing/2014/main" id="{4188F753-B9FF-4E38-AE16-90BC9A13D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83"/>
              <a:ext cx="247" cy="332"/>
            </a:xfrm>
            <a:custGeom>
              <a:avLst/>
              <a:gdLst>
                <a:gd name="T0" fmla="*/ 711632 w 50"/>
                <a:gd name="T1" fmla="*/ 1349627 h 63"/>
                <a:gd name="T2" fmla="*/ 435313 w 50"/>
                <a:gd name="T3" fmla="*/ 512076 h 63"/>
                <a:gd name="T4" fmla="*/ 0 w 50"/>
                <a:gd name="T5" fmla="*/ 0 h 63"/>
                <a:gd name="T6" fmla="*/ 0 w 50"/>
                <a:gd name="T7" fmla="*/ 0 h 63"/>
                <a:gd name="T8" fmla="*/ 365031 w 50"/>
                <a:gd name="T9" fmla="*/ 621546 h 63"/>
                <a:gd name="T10" fmla="*/ 711632 w 50"/>
                <a:gd name="T11" fmla="*/ 1349627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63">
                  <a:moveTo>
                    <a:pt x="49" y="63"/>
                  </a:moveTo>
                  <a:cubicBezTo>
                    <a:pt x="50" y="48"/>
                    <a:pt x="45" y="33"/>
                    <a:pt x="30" y="24"/>
                  </a:cubicBezTo>
                  <a:cubicBezTo>
                    <a:pt x="17" y="16"/>
                    <a:pt x="5" y="1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13"/>
                    <a:pt x="11" y="19"/>
                    <a:pt x="25" y="29"/>
                  </a:cubicBezTo>
                  <a:cubicBezTo>
                    <a:pt x="45" y="42"/>
                    <a:pt x="47" y="52"/>
                    <a:pt x="49" y="63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32">
              <a:extLst>
                <a:ext uri="{FF2B5EF4-FFF2-40B4-BE49-F238E27FC236}">
                  <a16:creationId xmlns:a16="http://schemas.microsoft.com/office/drawing/2014/main" id="{6DBE3D5A-7CD5-4A69-9917-E79D9A951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656"/>
              <a:ext cx="347" cy="147"/>
            </a:xfrm>
            <a:custGeom>
              <a:avLst/>
              <a:gdLst>
                <a:gd name="T0" fmla="*/ 431088 w 70"/>
                <a:gd name="T1" fmla="*/ 147462 h 28"/>
                <a:gd name="T2" fmla="*/ 0 w 70"/>
                <a:gd name="T3" fmla="*/ 0 h 28"/>
                <a:gd name="T4" fmla="*/ 0 w 70"/>
                <a:gd name="T5" fmla="*/ 0 h 28"/>
                <a:gd name="T6" fmla="*/ 431088 w 70"/>
                <a:gd name="T7" fmla="*/ 231662 h 28"/>
                <a:gd name="T8" fmla="*/ 1038591 w 70"/>
                <a:gd name="T9" fmla="*/ 586478 h 28"/>
                <a:gd name="T10" fmla="*/ 1038591 w 70"/>
                <a:gd name="T11" fmla="*/ 586478 h 28"/>
                <a:gd name="T12" fmla="*/ 431088 w 70"/>
                <a:gd name="T13" fmla="*/ 14746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28">
                  <a:moveTo>
                    <a:pt x="29" y="7"/>
                  </a:moveTo>
                  <a:cubicBezTo>
                    <a:pt x="14" y="8"/>
                    <a:pt x="4" y="6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8"/>
                    <a:pt x="12" y="13"/>
                    <a:pt x="29" y="11"/>
                  </a:cubicBezTo>
                  <a:cubicBezTo>
                    <a:pt x="44" y="10"/>
                    <a:pt x="67" y="19"/>
                    <a:pt x="70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66" y="17"/>
                    <a:pt x="45" y="5"/>
                    <a:pt x="29" y="7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33">
              <a:extLst>
                <a:ext uri="{FF2B5EF4-FFF2-40B4-BE49-F238E27FC236}">
                  <a16:creationId xmlns:a16="http://schemas.microsoft.com/office/drawing/2014/main" id="{3A2B6E19-CAC1-4A23-916B-A54858DAB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275"/>
              <a:ext cx="367" cy="143"/>
            </a:xfrm>
            <a:custGeom>
              <a:avLst/>
              <a:gdLst>
                <a:gd name="T0" fmla="*/ 1101025 w 74"/>
                <a:gd name="T1" fmla="*/ 221067 h 27"/>
                <a:gd name="T2" fmla="*/ 594074 w 74"/>
                <a:gd name="T3" fmla="*/ 174698 h 27"/>
                <a:gd name="T4" fmla="*/ 0 w 74"/>
                <a:gd name="T5" fmla="*/ 421040 h 27"/>
                <a:gd name="T6" fmla="*/ 0 w 74"/>
                <a:gd name="T7" fmla="*/ 421040 h 27"/>
                <a:gd name="T8" fmla="*/ 609200 w 74"/>
                <a:gd name="T9" fmla="*/ 287181 h 27"/>
                <a:gd name="T10" fmla="*/ 1101025 w 74"/>
                <a:gd name="T11" fmla="*/ 22106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7">
                  <a:moveTo>
                    <a:pt x="74" y="10"/>
                  </a:moveTo>
                  <a:cubicBezTo>
                    <a:pt x="66" y="4"/>
                    <a:pt x="62" y="0"/>
                    <a:pt x="40" y="8"/>
                  </a:cubicBezTo>
                  <a:cubicBezTo>
                    <a:pt x="25" y="14"/>
                    <a:pt x="12" y="26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3" y="27"/>
                    <a:pt x="25" y="19"/>
                    <a:pt x="41" y="13"/>
                  </a:cubicBezTo>
                  <a:cubicBezTo>
                    <a:pt x="62" y="5"/>
                    <a:pt x="67" y="5"/>
                    <a:pt x="74" y="10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34">
              <a:extLst>
                <a:ext uri="{FF2B5EF4-FFF2-40B4-BE49-F238E27FC236}">
                  <a16:creationId xmlns:a16="http://schemas.microsoft.com/office/drawing/2014/main" id="{4048CD51-B47C-432F-95A3-7011ECA38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455"/>
              <a:ext cx="351" cy="95"/>
            </a:xfrm>
            <a:custGeom>
              <a:avLst/>
              <a:gdLst>
                <a:gd name="T0" fmla="*/ 510720 w 71"/>
                <a:gd name="T1" fmla="*/ 151282 h 18"/>
                <a:gd name="T2" fmla="*/ 0 w 71"/>
                <a:gd name="T3" fmla="*/ 237437 h 18"/>
                <a:gd name="T4" fmla="*/ 0 w 71"/>
                <a:gd name="T5" fmla="*/ 237437 h 18"/>
                <a:gd name="T6" fmla="*/ 540560 w 71"/>
                <a:gd name="T7" fmla="*/ 237437 h 18"/>
                <a:gd name="T8" fmla="*/ 1036295 w 71"/>
                <a:gd name="T9" fmla="*/ 282419 h 18"/>
                <a:gd name="T10" fmla="*/ 1036295 w 71"/>
                <a:gd name="T11" fmla="*/ 282419 h 18"/>
                <a:gd name="T12" fmla="*/ 510720 w 71"/>
                <a:gd name="T13" fmla="*/ 15128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18">
                  <a:moveTo>
                    <a:pt x="35" y="7"/>
                  </a:moveTo>
                  <a:cubicBezTo>
                    <a:pt x="21" y="13"/>
                    <a:pt x="5" y="16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17"/>
                    <a:pt x="21" y="18"/>
                    <a:pt x="37" y="11"/>
                  </a:cubicBezTo>
                  <a:cubicBezTo>
                    <a:pt x="50" y="6"/>
                    <a:pt x="66" y="5"/>
                    <a:pt x="71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64" y="4"/>
                    <a:pt x="50" y="0"/>
                    <a:pt x="35" y="7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35">
              <a:extLst>
                <a:ext uri="{FF2B5EF4-FFF2-40B4-BE49-F238E27FC236}">
                  <a16:creationId xmlns:a16="http://schemas.microsoft.com/office/drawing/2014/main" id="{3E5E30C8-8927-41CC-A2F9-C084E196A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529"/>
              <a:ext cx="114" cy="385"/>
            </a:xfrm>
            <a:custGeom>
              <a:avLst/>
              <a:gdLst>
                <a:gd name="T0" fmla="*/ 176194 w 23"/>
                <a:gd name="T1" fmla="*/ 0 h 73"/>
                <a:gd name="T2" fmla="*/ 134555 w 23"/>
                <a:gd name="T3" fmla="*/ 665412 h 73"/>
                <a:gd name="T4" fmla="*/ 251078 w 23"/>
                <a:gd name="T5" fmla="*/ 1570505 h 73"/>
                <a:gd name="T6" fmla="*/ 251078 w 23"/>
                <a:gd name="T7" fmla="*/ 1570505 h 73"/>
                <a:gd name="T8" fmla="*/ 191302 w 23"/>
                <a:gd name="T9" fmla="*/ 624333 h 73"/>
                <a:gd name="T10" fmla="*/ 176194 w 23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3">
                  <a:moveTo>
                    <a:pt x="12" y="0"/>
                  </a:moveTo>
                  <a:cubicBezTo>
                    <a:pt x="10" y="3"/>
                    <a:pt x="0" y="14"/>
                    <a:pt x="9" y="31"/>
                  </a:cubicBezTo>
                  <a:cubicBezTo>
                    <a:pt x="16" y="45"/>
                    <a:pt x="23" y="61"/>
                    <a:pt x="17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23" y="59"/>
                    <a:pt x="21" y="44"/>
                    <a:pt x="13" y="29"/>
                  </a:cubicBezTo>
                  <a:cubicBezTo>
                    <a:pt x="7" y="17"/>
                    <a:pt x="7" y="7"/>
                    <a:pt x="12" y="0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36">
              <a:extLst>
                <a:ext uri="{FF2B5EF4-FFF2-40B4-BE49-F238E27FC236}">
                  <a16:creationId xmlns:a16="http://schemas.microsoft.com/office/drawing/2014/main" id="{34986716-EB04-4FE0-A7E8-EF28EDA6F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846"/>
              <a:ext cx="169" cy="354"/>
            </a:xfrm>
            <a:custGeom>
              <a:avLst/>
              <a:gdLst>
                <a:gd name="T0" fmla="*/ 242918 w 34"/>
                <a:gd name="T1" fmla="*/ 914202 h 67"/>
                <a:gd name="T2" fmla="*/ 467032 w 34"/>
                <a:gd name="T3" fmla="*/ 1457286 h 67"/>
                <a:gd name="T4" fmla="*/ 467032 w 34"/>
                <a:gd name="T5" fmla="*/ 1457286 h 67"/>
                <a:gd name="T6" fmla="*/ 285043 w 34"/>
                <a:gd name="T7" fmla="*/ 827604 h 67"/>
                <a:gd name="T8" fmla="*/ 75652 w 34"/>
                <a:gd name="T9" fmla="*/ 0 h 67"/>
                <a:gd name="T10" fmla="*/ 75652 w 34"/>
                <a:gd name="T11" fmla="*/ 0 h 67"/>
                <a:gd name="T12" fmla="*/ 242918 w 34"/>
                <a:gd name="T13" fmla="*/ 914202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67">
                  <a:moveTo>
                    <a:pt x="16" y="42"/>
                  </a:moveTo>
                  <a:cubicBezTo>
                    <a:pt x="27" y="51"/>
                    <a:pt x="33" y="60"/>
                    <a:pt x="31" y="67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4" y="58"/>
                    <a:pt x="32" y="49"/>
                    <a:pt x="19" y="38"/>
                  </a:cubicBezTo>
                  <a:cubicBezTo>
                    <a:pt x="8" y="29"/>
                    <a:pt x="1" y="9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11"/>
                    <a:pt x="4" y="31"/>
                    <a:pt x="16" y="42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37">
              <a:extLst>
                <a:ext uri="{FF2B5EF4-FFF2-40B4-BE49-F238E27FC236}">
                  <a16:creationId xmlns:a16="http://schemas.microsoft.com/office/drawing/2014/main" id="{F36F315C-A3D4-49E4-B4F7-ABE045806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464"/>
              <a:ext cx="317" cy="195"/>
            </a:xfrm>
            <a:custGeom>
              <a:avLst/>
              <a:gdLst>
                <a:gd name="T0" fmla="*/ 0 w 64"/>
                <a:gd name="T1" fmla="*/ 0 h 37"/>
                <a:gd name="T2" fmla="*/ 369523 w 64"/>
                <a:gd name="T3" fmla="*/ 492159 h 37"/>
                <a:gd name="T4" fmla="*/ 944932 w 64"/>
                <a:gd name="T5" fmla="*/ 793107 h 37"/>
                <a:gd name="T6" fmla="*/ 944932 w 64"/>
                <a:gd name="T7" fmla="*/ 793107 h 37"/>
                <a:gd name="T8" fmla="*/ 384610 w 64"/>
                <a:gd name="T9" fmla="*/ 406528 h 37"/>
                <a:gd name="T10" fmla="*/ 0 w 64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37">
                  <a:moveTo>
                    <a:pt x="0" y="0"/>
                  </a:moveTo>
                  <a:cubicBezTo>
                    <a:pt x="2" y="10"/>
                    <a:pt x="2" y="16"/>
                    <a:pt x="25" y="23"/>
                  </a:cubicBezTo>
                  <a:cubicBezTo>
                    <a:pt x="40" y="28"/>
                    <a:pt x="59" y="24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59" y="23"/>
                    <a:pt x="43" y="24"/>
                    <a:pt x="26" y="19"/>
                  </a:cubicBezTo>
                  <a:cubicBezTo>
                    <a:pt x="5" y="12"/>
                    <a:pt x="2" y="8"/>
                    <a:pt x="0" y="0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38">
              <a:extLst>
                <a:ext uri="{FF2B5EF4-FFF2-40B4-BE49-F238E27FC236}">
                  <a16:creationId xmlns:a16="http://schemas.microsoft.com/office/drawing/2014/main" id="{BD9F6D19-A89A-4AB2-BA36-E60269CC5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2152"/>
              <a:ext cx="252" cy="269"/>
            </a:xfrm>
            <a:custGeom>
              <a:avLst/>
              <a:gdLst>
                <a:gd name="T0" fmla="*/ 335610 w 51"/>
                <a:gd name="T1" fmla="*/ 669414 h 51"/>
                <a:gd name="T2" fmla="*/ 742175 w 51"/>
                <a:gd name="T3" fmla="*/ 1098353 h 51"/>
                <a:gd name="T4" fmla="*/ 742175 w 51"/>
                <a:gd name="T5" fmla="*/ 1098353 h 51"/>
                <a:gd name="T6" fmla="*/ 365425 w 51"/>
                <a:gd name="T7" fmla="*/ 559525 h 51"/>
                <a:gd name="T8" fmla="*/ 29202 w 51"/>
                <a:gd name="T9" fmla="*/ 0 h 51"/>
                <a:gd name="T10" fmla="*/ 29202 w 51"/>
                <a:gd name="T11" fmla="*/ 0 h 51"/>
                <a:gd name="T12" fmla="*/ 335610 w 51"/>
                <a:gd name="T13" fmla="*/ 669414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1">
                  <a:moveTo>
                    <a:pt x="23" y="31"/>
                  </a:moveTo>
                  <a:cubicBezTo>
                    <a:pt x="37" y="37"/>
                    <a:pt x="50" y="44"/>
                    <a:pt x="51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0" y="42"/>
                    <a:pt x="41" y="33"/>
                    <a:pt x="25" y="26"/>
                  </a:cubicBezTo>
                  <a:cubicBezTo>
                    <a:pt x="12" y="21"/>
                    <a:pt x="1" y="1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2"/>
                    <a:pt x="8" y="24"/>
                    <a:pt x="23" y="31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39">
              <a:extLst>
                <a:ext uri="{FF2B5EF4-FFF2-40B4-BE49-F238E27FC236}">
                  <a16:creationId xmlns:a16="http://schemas.microsoft.com/office/drawing/2014/main" id="{BA7AF9CC-33A7-4C39-879D-B447FB762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775"/>
              <a:ext cx="317" cy="122"/>
            </a:xfrm>
            <a:custGeom>
              <a:avLst/>
              <a:gdLst>
                <a:gd name="T0" fmla="*/ 0 w 64"/>
                <a:gd name="T1" fmla="*/ 0 h 23"/>
                <a:gd name="T2" fmla="*/ 459219 w 64"/>
                <a:gd name="T3" fmla="*/ 311185 h 23"/>
                <a:gd name="T4" fmla="*/ 929964 w 64"/>
                <a:gd name="T5" fmla="*/ 491623 h 23"/>
                <a:gd name="T6" fmla="*/ 929964 w 64"/>
                <a:gd name="T7" fmla="*/ 466242 h 23"/>
                <a:gd name="T8" fmla="*/ 444152 w 64"/>
                <a:gd name="T9" fmla="*/ 201931 h 23"/>
                <a:gd name="T10" fmla="*/ 0 w 64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3">
                  <a:moveTo>
                    <a:pt x="0" y="0"/>
                  </a:moveTo>
                  <a:cubicBezTo>
                    <a:pt x="7" y="7"/>
                    <a:pt x="8" y="18"/>
                    <a:pt x="31" y="14"/>
                  </a:cubicBezTo>
                  <a:cubicBezTo>
                    <a:pt x="44" y="11"/>
                    <a:pt x="54" y="15"/>
                    <a:pt x="63" y="22"/>
                  </a:cubicBezTo>
                  <a:cubicBezTo>
                    <a:pt x="64" y="23"/>
                    <a:pt x="64" y="23"/>
                    <a:pt x="63" y="21"/>
                  </a:cubicBezTo>
                  <a:cubicBezTo>
                    <a:pt x="53" y="13"/>
                    <a:pt x="45" y="6"/>
                    <a:pt x="30" y="9"/>
                  </a:cubicBezTo>
                  <a:cubicBezTo>
                    <a:pt x="9" y="13"/>
                    <a:pt x="5" y="6"/>
                    <a:pt x="0" y="0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40">
              <a:extLst>
                <a:ext uri="{FF2B5EF4-FFF2-40B4-BE49-F238E27FC236}">
                  <a16:creationId xmlns:a16="http://schemas.microsoft.com/office/drawing/2014/main" id="{618C498C-2D0D-4774-BF80-90B35C6A7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008"/>
              <a:ext cx="357" cy="105"/>
            </a:xfrm>
            <a:custGeom>
              <a:avLst/>
              <a:gdLst>
                <a:gd name="T0" fmla="*/ 638276 w 72"/>
                <a:gd name="T1" fmla="*/ 251507 h 20"/>
                <a:gd name="T2" fmla="*/ 1069795 w 72"/>
                <a:gd name="T3" fmla="*/ 167858 h 20"/>
                <a:gd name="T4" fmla="*/ 1069795 w 72"/>
                <a:gd name="T5" fmla="*/ 167858 h 20"/>
                <a:gd name="T6" fmla="*/ 608650 w 72"/>
                <a:gd name="T7" fmla="*/ 167858 h 20"/>
                <a:gd name="T8" fmla="*/ 0 w 72"/>
                <a:gd name="T9" fmla="*/ 147462 h 20"/>
                <a:gd name="T10" fmla="*/ 0 w 72"/>
                <a:gd name="T11" fmla="*/ 147462 h 20"/>
                <a:gd name="T12" fmla="*/ 638276 w 72"/>
                <a:gd name="T13" fmla="*/ 25150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0">
                  <a:moveTo>
                    <a:pt x="43" y="12"/>
                  </a:moveTo>
                  <a:cubicBezTo>
                    <a:pt x="56" y="5"/>
                    <a:pt x="67" y="4"/>
                    <a:pt x="72" y="8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65" y="2"/>
                    <a:pt x="56" y="0"/>
                    <a:pt x="41" y="8"/>
                  </a:cubicBezTo>
                  <a:cubicBezTo>
                    <a:pt x="28" y="14"/>
                    <a:pt x="7" y="1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8" y="16"/>
                    <a:pt x="28" y="20"/>
                    <a:pt x="43" y="12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41">
              <a:extLst>
                <a:ext uri="{FF2B5EF4-FFF2-40B4-BE49-F238E27FC236}">
                  <a16:creationId xmlns:a16="http://schemas.microsoft.com/office/drawing/2014/main" id="{909C1547-1FA7-4622-AA4D-41479C36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145"/>
              <a:ext cx="317" cy="216"/>
            </a:xfrm>
            <a:custGeom>
              <a:avLst/>
              <a:gdLst>
                <a:gd name="T0" fmla="*/ 0 w 64"/>
                <a:gd name="T1" fmla="*/ 746470 h 41"/>
                <a:gd name="T2" fmla="*/ 474282 w 64"/>
                <a:gd name="T3" fmla="*/ 535311 h 41"/>
                <a:gd name="T4" fmla="*/ 944932 w 64"/>
                <a:gd name="T5" fmla="*/ 44738 h 41"/>
                <a:gd name="T6" fmla="*/ 944932 w 64"/>
                <a:gd name="T7" fmla="*/ 44738 h 41"/>
                <a:gd name="T8" fmla="*/ 429188 w 64"/>
                <a:gd name="T9" fmla="*/ 450655 h 41"/>
                <a:gd name="T10" fmla="*/ 0 w 64"/>
                <a:gd name="T11" fmla="*/ 74647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1">
                  <a:moveTo>
                    <a:pt x="0" y="35"/>
                  </a:moveTo>
                  <a:cubicBezTo>
                    <a:pt x="9" y="38"/>
                    <a:pt x="15" y="41"/>
                    <a:pt x="32" y="25"/>
                  </a:cubicBezTo>
                  <a:cubicBezTo>
                    <a:pt x="44" y="14"/>
                    <a:pt x="51" y="0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49" y="0"/>
                    <a:pt x="41" y="10"/>
                    <a:pt x="29" y="21"/>
                  </a:cubicBezTo>
                  <a:cubicBezTo>
                    <a:pt x="12" y="36"/>
                    <a:pt x="8" y="37"/>
                    <a:pt x="0" y="35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42">
              <a:extLst>
                <a:ext uri="{FF2B5EF4-FFF2-40B4-BE49-F238E27FC236}">
                  <a16:creationId xmlns:a16="http://schemas.microsoft.com/office/drawing/2014/main" id="{03CA9F31-9CB8-42DA-903E-40FDFD425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097"/>
              <a:ext cx="332" cy="175"/>
            </a:xfrm>
            <a:custGeom>
              <a:avLst/>
              <a:gdLst>
                <a:gd name="T0" fmla="*/ 531819 w 67"/>
                <a:gd name="T1" fmla="*/ 444415 h 33"/>
                <a:gd name="T2" fmla="*/ 991743 w 67"/>
                <a:gd name="T3" fmla="*/ 67269 h 33"/>
                <a:gd name="T4" fmla="*/ 991743 w 67"/>
                <a:gd name="T5" fmla="*/ 67269 h 33"/>
                <a:gd name="T6" fmla="*/ 490225 w 67"/>
                <a:gd name="T7" fmla="*/ 356730 h 33"/>
                <a:gd name="T8" fmla="*/ 0 w 67"/>
                <a:gd name="T9" fmla="*/ 599508 h 33"/>
                <a:gd name="T10" fmla="*/ 0 w 67"/>
                <a:gd name="T11" fmla="*/ 599508 h 33"/>
                <a:gd name="T12" fmla="*/ 531819 w 67"/>
                <a:gd name="T13" fmla="*/ 44441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33">
                  <a:moveTo>
                    <a:pt x="36" y="20"/>
                  </a:moveTo>
                  <a:cubicBezTo>
                    <a:pt x="47" y="9"/>
                    <a:pt x="60" y="1"/>
                    <a:pt x="67" y="3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58" y="0"/>
                    <a:pt x="45" y="4"/>
                    <a:pt x="33" y="16"/>
                  </a:cubicBezTo>
                  <a:cubicBezTo>
                    <a:pt x="22" y="26"/>
                    <a:pt x="8" y="32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0" y="33"/>
                    <a:pt x="24" y="31"/>
                    <a:pt x="36" y="20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43">
              <a:extLst>
                <a:ext uri="{FF2B5EF4-FFF2-40B4-BE49-F238E27FC236}">
                  <a16:creationId xmlns:a16="http://schemas.microsoft.com/office/drawing/2014/main" id="{ADCDE03F-90A5-4B9A-9D74-DECD5385C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3097"/>
              <a:ext cx="238" cy="291"/>
            </a:xfrm>
            <a:custGeom>
              <a:avLst/>
              <a:gdLst>
                <a:gd name="T0" fmla="*/ 0 w 48"/>
                <a:gd name="T1" fmla="*/ 1206809 h 55"/>
                <a:gd name="T2" fmla="*/ 371677 w 48"/>
                <a:gd name="T3" fmla="*/ 767224 h 55"/>
                <a:gd name="T4" fmla="*/ 713236 w 48"/>
                <a:gd name="T5" fmla="*/ 0 h 55"/>
                <a:gd name="T6" fmla="*/ 713236 w 48"/>
                <a:gd name="T7" fmla="*/ 0 h 55"/>
                <a:gd name="T8" fmla="*/ 296841 w 48"/>
                <a:gd name="T9" fmla="*/ 746034 h 55"/>
                <a:gd name="T10" fmla="*/ 0 w 48"/>
                <a:gd name="T11" fmla="*/ 1206809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5">
                  <a:moveTo>
                    <a:pt x="0" y="55"/>
                  </a:moveTo>
                  <a:cubicBezTo>
                    <a:pt x="3" y="54"/>
                    <a:pt x="19" y="53"/>
                    <a:pt x="25" y="35"/>
                  </a:cubicBezTo>
                  <a:cubicBezTo>
                    <a:pt x="30" y="20"/>
                    <a:pt x="36" y="5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34" y="6"/>
                    <a:pt x="25" y="17"/>
                    <a:pt x="20" y="34"/>
                  </a:cubicBezTo>
                  <a:cubicBezTo>
                    <a:pt x="16" y="46"/>
                    <a:pt x="8" y="52"/>
                    <a:pt x="0" y="55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44">
              <a:extLst>
                <a:ext uri="{FF2B5EF4-FFF2-40B4-BE49-F238E27FC236}">
                  <a16:creationId xmlns:a16="http://schemas.microsoft.com/office/drawing/2014/main" id="{F23D48A0-BA5B-47E6-BF81-A9EE4AA7E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934"/>
              <a:ext cx="114" cy="364"/>
            </a:xfrm>
            <a:custGeom>
              <a:avLst/>
              <a:gdLst>
                <a:gd name="T0" fmla="*/ 266185 w 23"/>
                <a:gd name="T1" fmla="*/ 624967 h 69"/>
                <a:gd name="T2" fmla="*/ 340944 w 23"/>
                <a:gd name="T3" fmla="*/ 0 h 69"/>
                <a:gd name="T4" fmla="*/ 340944 w 23"/>
                <a:gd name="T5" fmla="*/ 0 h 69"/>
                <a:gd name="T6" fmla="*/ 191302 w 23"/>
                <a:gd name="T7" fmla="*/ 645979 h 69"/>
                <a:gd name="T8" fmla="*/ 0 w 23"/>
                <a:gd name="T9" fmla="*/ 1487040 h 69"/>
                <a:gd name="T10" fmla="*/ 0 w 23"/>
                <a:gd name="T11" fmla="*/ 1487040 h 69"/>
                <a:gd name="T12" fmla="*/ 266185 w 23"/>
                <a:gd name="T13" fmla="*/ 624967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9">
                  <a:moveTo>
                    <a:pt x="18" y="29"/>
                  </a:moveTo>
                  <a:cubicBezTo>
                    <a:pt x="16" y="15"/>
                    <a:pt x="17" y="4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5" y="6"/>
                    <a:pt x="11" y="13"/>
                    <a:pt x="13" y="30"/>
                  </a:cubicBezTo>
                  <a:cubicBezTo>
                    <a:pt x="16" y="44"/>
                    <a:pt x="9" y="65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64"/>
                    <a:pt x="21" y="46"/>
                    <a:pt x="18" y="29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45">
              <a:extLst>
                <a:ext uri="{FF2B5EF4-FFF2-40B4-BE49-F238E27FC236}">
                  <a16:creationId xmlns:a16="http://schemas.microsoft.com/office/drawing/2014/main" id="{69D99872-EE9E-447A-B474-95AE03B62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485"/>
              <a:ext cx="159" cy="375"/>
            </a:xfrm>
            <a:custGeom>
              <a:avLst/>
              <a:gdLst>
                <a:gd name="T0" fmla="*/ 360279 w 32"/>
                <a:gd name="T1" fmla="*/ 1541604 h 71"/>
                <a:gd name="T2" fmla="*/ 284610 w 32"/>
                <a:gd name="T3" fmla="*/ 801518 h 71"/>
                <a:gd name="T4" fmla="*/ 75570 w 32"/>
                <a:gd name="T5" fmla="*/ 0 h 71"/>
                <a:gd name="T6" fmla="*/ 75570 w 32"/>
                <a:gd name="T7" fmla="*/ 0 h 71"/>
                <a:gd name="T8" fmla="*/ 227305 w 32"/>
                <a:gd name="T9" fmla="*/ 846623 h 71"/>
                <a:gd name="T10" fmla="*/ 360279 w 32"/>
                <a:gd name="T11" fmla="*/ 1541604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71">
                  <a:moveTo>
                    <a:pt x="24" y="71"/>
                  </a:moveTo>
                  <a:cubicBezTo>
                    <a:pt x="28" y="62"/>
                    <a:pt x="32" y="57"/>
                    <a:pt x="19" y="37"/>
                  </a:cubicBezTo>
                  <a:cubicBezTo>
                    <a:pt x="10" y="24"/>
                    <a:pt x="1" y="1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15"/>
                    <a:pt x="6" y="25"/>
                    <a:pt x="15" y="39"/>
                  </a:cubicBezTo>
                  <a:cubicBezTo>
                    <a:pt x="27" y="58"/>
                    <a:pt x="27" y="63"/>
                    <a:pt x="24" y="71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46">
              <a:extLst>
                <a:ext uri="{FF2B5EF4-FFF2-40B4-BE49-F238E27FC236}">
                  <a16:creationId xmlns:a16="http://schemas.microsoft.com/office/drawing/2014/main" id="{E5AE164E-E1BE-4FE2-A0A3-E6FD5B8FC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47"/>
              <a:ext cx="173" cy="438"/>
            </a:xfrm>
            <a:custGeom>
              <a:avLst/>
              <a:gdLst>
                <a:gd name="T0" fmla="*/ 380892 w 35"/>
                <a:gd name="T1" fmla="*/ 1792122 h 83"/>
                <a:gd name="T2" fmla="*/ 321721 w 35"/>
                <a:gd name="T3" fmla="*/ 929061 h 83"/>
                <a:gd name="T4" fmla="*/ 74029 w 35"/>
                <a:gd name="T5" fmla="*/ 0 h 83"/>
                <a:gd name="T6" fmla="*/ 74029 w 35"/>
                <a:gd name="T7" fmla="*/ 0 h 83"/>
                <a:gd name="T8" fmla="*/ 247692 w 35"/>
                <a:gd name="T9" fmla="*/ 994170 h 83"/>
                <a:gd name="T10" fmla="*/ 380892 w 35"/>
                <a:gd name="T11" fmla="*/ 1792122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83">
                  <a:moveTo>
                    <a:pt x="26" y="83"/>
                  </a:moveTo>
                  <a:cubicBezTo>
                    <a:pt x="31" y="73"/>
                    <a:pt x="35" y="67"/>
                    <a:pt x="22" y="43"/>
                  </a:cubicBezTo>
                  <a:cubicBezTo>
                    <a:pt x="13" y="27"/>
                    <a:pt x="0" y="15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17"/>
                    <a:pt x="8" y="29"/>
                    <a:pt x="17" y="46"/>
                  </a:cubicBezTo>
                  <a:cubicBezTo>
                    <a:pt x="30" y="69"/>
                    <a:pt x="30" y="74"/>
                    <a:pt x="26" y="83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47">
              <a:extLst>
                <a:ext uri="{FF2B5EF4-FFF2-40B4-BE49-F238E27FC236}">
                  <a16:creationId xmlns:a16="http://schemas.microsoft.com/office/drawing/2014/main" id="{3FB49295-5734-49AD-8E3B-5F7994F5F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744"/>
              <a:ext cx="109" cy="375"/>
            </a:xfrm>
            <a:custGeom>
              <a:avLst/>
              <a:gdLst>
                <a:gd name="T0" fmla="*/ 221102 w 22"/>
                <a:gd name="T1" fmla="*/ 740086 h 71"/>
                <a:gd name="T2" fmla="*/ 104229 w 22"/>
                <a:gd name="T3" fmla="*/ 0 h 71"/>
                <a:gd name="T4" fmla="*/ 104229 w 22"/>
                <a:gd name="T5" fmla="*/ 0 h 71"/>
                <a:gd name="T6" fmla="*/ 149469 w 22"/>
                <a:gd name="T7" fmla="*/ 781347 h 71"/>
                <a:gd name="T8" fmla="*/ 161523 w 22"/>
                <a:gd name="T9" fmla="*/ 1541604 h 71"/>
                <a:gd name="T10" fmla="*/ 161523 w 22"/>
                <a:gd name="T11" fmla="*/ 1541604 h 71"/>
                <a:gd name="T12" fmla="*/ 221102 w 22"/>
                <a:gd name="T13" fmla="*/ 740086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71">
                  <a:moveTo>
                    <a:pt x="15" y="34"/>
                  </a:moveTo>
                  <a:cubicBezTo>
                    <a:pt x="8" y="21"/>
                    <a:pt x="2" y="6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0" y="8"/>
                    <a:pt x="3" y="21"/>
                    <a:pt x="10" y="36"/>
                  </a:cubicBezTo>
                  <a:cubicBezTo>
                    <a:pt x="17" y="49"/>
                    <a:pt x="18" y="64"/>
                    <a:pt x="11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20" y="63"/>
                    <a:pt x="22" y="49"/>
                    <a:pt x="15" y="34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48">
              <a:extLst>
                <a:ext uri="{FF2B5EF4-FFF2-40B4-BE49-F238E27FC236}">
                  <a16:creationId xmlns:a16="http://schemas.microsoft.com/office/drawing/2014/main" id="{E585ED63-2045-47E5-B6CA-06ED19C5E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175"/>
              <a:ext cx="124" cy="121"/>
            </a:xfrm>
            <a:custGeom>
              <a:avLst/>
              <a:gdLst>
                <a:gd name="T0" fmla="*/ 180356 w 25"/>
                <a:gd name="T1" fmla="*/ 253490 h 23"/>
                <a:gd name="T2" fmla="*/ 0 w 25"/>
                <a:gd name="T3" fmla="*/ 487914 h 23"/>
                <a:gd name="T4" fmla="*/ 0 w 25"/>
                <a:gd name="T5" fmla="*/ 487914 h 23"/>
                <a:gd name="T6" fmla="*/ 191818 w 25"/>
                <a:gd name="T7" fmla="*/ 274165 h 23"/>
                <a:gd name="T8" fmla="*/ 372174 w 25"/>
                <a:gd name="T9" fmla="*/ 0 h 23"/>
                <a:gd name="T10" fmla="*/ 372174 w 25"/>
                <a:gd name="T11" fmla="*/ 0 h 23"/>
                <a:gd name="T12" fmla="*/ 180356 w 25"/>
                <a:gd name="T13" fmla="*/ 25349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3">
                  <a:moveTo>
                    <a:pt x="12" y="12"/>
                  </a:moveTo>
                  <a:cubicBezTo>
                    <a:pt x="8" y="17"/>
                    <a:pt x="4" y="20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9" y="18"/>
                    <a:pt x="13" y="13"/>
                  </a:cubicBezTo>
                  <a:cubicBezTo>
                    <a:pt x="18" y="7"/>
                    <a:pt x="22" y="2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2" y="2"/>
                    <a:pt x="17" y="6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49">
              <a:extLst>
                <a:ext uri="{FF2B5EF4-FFF2-40B4-BE49-F238E27FC236}">
                  <a16:creationId xmlns:a16="http://schemas.microsoft.com/office/drawing/2014/main" id="{F3A2037A-DA73-4282-A4A0-3D1425749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180"/>
              <a:ext cx="99" cy="185"/>
            </a:xfrm>
            <a:custGeom>
              <a:avLst/>
              <a:gdLst>
                <a:gd name="T0" fmla="*/ 89506 w 20"/>
                <a:gd name="T1" fmla="*/ 437129 h 35"/>
                <a:gd name="T2" fmla="*/ 0 w 20"/>
                <a:gd name="T3" fmla="*/ 763342 h 35"/>
                <a:gd name="T4" fmla="*/ 0 w 20"/>
                <a:gd name="T5" fmla="*/ 763342 h 35"/>
                <a:gd name="T6" fmla="*/ 103816 w 20"/>
                <a:gd name="T7" fmla="*/ 437129 h 35"/>
                <a:gd name="T8" fmla="*/ 294253 w 20"/>
                <a:gd name="T9" fmla="*/ 0 h 35"/>
                <a:gd name="T10" fmla="*/ 294253 w 20"/>
                <a:gd name="T11" fmla="*/ 0 h 35"/>
                <a:gd name="T12" fmla="*/ 89506 w 20"/>
                <a:gd name="T13" fmla="*/ 437129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5">
                  <a:moveTo>
                    <a:pt x="6" y="20"/>
                  </a:moveTo>
                  <a:cubicBezTo>
                    <a:pt x="4" y="26"/>
                    <a:pt x="2" y="31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1"/>
                    <a:pt x="5" y="28"/>
                    <a:pt x="7" y="20"/>
                  </a:cubicBezTo>
                  <a:cubicBezTo>
                    <a:pt x="9" y="13"/>
                    <a:pt x="13" y="5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5"/>
                    <a:pt x="8" y="12"/>
                    <a:pt x="6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50">
              <a:extLst>
                <a:ext uri="{FF2B5EF4-FFF2-40B4-BE49-F238E27FC236}">
                  <a16:creationId xmlns:a16="http://schemas.microsoft.com/office/drawing/2014/main" id="{26B415F3-B696-4BC7-8BCF-A8A152C98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402"/>
              <a:ext cx="14" cy="222"/>
            </a:xfrm>
            <a:custGeom>
              <a:avLst/>
              <a:gdLst>
                <a:gd name="T0" fmla="*/ 0 w 3"/>
                <a:gd name="T1" fmla="*/ 391788 h 42"/>
                <a:gd name="T2" fmla="*/ 19927 w 3"/>
                <a:gd name="T3" fmla="*/ 915581 h 42"/>
                <a:gd name="T4" fmla="*/ 19927 w 3"/>
                <a:gd name="T5" fmla="*/ 915581 h 42"/>
                <a:gd name="T6" fmla="*/ 10869 w 3"/>
                <a:gd name="T7" fmla="*/ 391788 h 42"/>
                <a:gd name="T8" fmla="*/ 19927 w 3"/>
                <a:gd name="T9" fmla="*/ 0 h 42"/>
                <a:gd name="T10" fmla="*/ 19927 w 3"/>
                <a:gd name="T11" fmla="*/ 0 h 42"/>
                <a:gd name="T12" fmla="*/ 0 w 3"/>
                <a:gd name="T13" fmla="*/ 391788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42">
                  <a:moveTo>
                    <a:pt x="0" y="18"/>
                  </a:moveTo>
                  <a:cubicBezTo>
                    <a:pt x="0" y="24"/>
                    <a:pt x="3" y="37"/>
                    <a:pt x="2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3" y="37"/>
                    <a:pt x="1" y="24"/>
                    <a:pt x="1" y="18"/>
                  </a:cubicBezTo>
                  <a:cubicBezTo>
                    <a:pt x="1" y="10"/>
                    <a:pt x="1" y="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4"/>
                    <a:pt x="0" y="1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51">
              <a:extLst>
                <a:ext uri="{FF2B5EF4-FFF2-40B4-BE49-F238E27FC236}">
                  <a16:creationId xmlns:a16="http://schemas.microsoft.com/office/drawing/2014/main" id="{002FB502-4D29-4ABD-A534-CBA216509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228"/>
              <a:ext cx="35" cy="211"/>
            </a:xfrm>
            <a:custGeom>
              <a:avLst/>
              <a:gdLst>
                <a:gd name="T0" fmla="*/ 0 w 7"/>
                <a:gd name="T1" fmla="*/ 493904 h 40"/>
                <a:gd name="T2" fmla="*/ 0 w 7"/>
                <a:gd name="T3" fmla="*/ 861761 h 40"/>
                <a:gd name="T4" fmla="*/ 0 w 7"/>
                <a:gd name="T5" fmla="*/ 861761 h 40"/>
                <a:gd name="T6" fmla="*/ 15625 w 7"/>
                <a:gd name="T7" fmla="*/ 493904 h 40"/>
                <a:gd name="T8" fmla="*/ 109375 w 7"/>
                <a:gd name="T9" fmla="*/ 0 h 40"/>
                <a:gd name="T10" fmla="*/ 109375 w 7"/>
                <a:gd name="T11" fmla="*/ 0 h 40"/>
                <a:gd name="T12" fmla="*/ 0 w 7"/>
                <a:gd name="T13" fmla="*/ 49390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40">
                  <a:moveTo>
                    <a:pt x="0" y="23"/>
                  </a:moveTo>
                  <a:cubicBezTo>
                    <a:pt x="0" y="29"/>
                    <a:pt x="0" y="35"/>
                    <a:pt x="0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5"/>
                    <a:pt x="1" y="29"/>
                    <a:pt x="1" y="23"/>
                  </a:cubicBezTo>
                  <a:cubicBezTo>
                    <a:pt x="1" y="16"/>
                    <a:pt x="2" y="7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7"/>
                    <a:pt x="0" y="15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52">
              <a:extLst>
                <a:ext uri="{FF2B5EF4-FFF2-40B4-BE49-F238E27FC236}">
                  <a16:creationId xmlns:a16="http://schemas.microsoft.com/office/drawing/2014/main" id="{E5E52408-A4C7-48C6-9A3C-8FCAE0EF4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693"/>
              <a:ext cx="203" cy="31"/>
            </a:xfrm>
            <a:custGeom>
              <a:avLst/>
              <a:gdLst>
                <a:gd name="T0" fmla="*/ 234995 w 41"/>
                <a:gd name="T1" fmla="*/ 0 h 6"/>
                <a:gd name="T2" fmla="*/ 0 w 41"/>
                <a:gd name="T3" fmla="*/ 18471 h 6"/>
                <a:gd name="T4" fmla="*/ 0 w 41"/>
                <a:gd name="T5" fmla="*/ 18471 h 6"/>
                <a:gd name="T6" fmla="*/ 250046 w 41"/>
                <a:gd name="T7" fmla="*/ 37107 h 6"/>
                <a:gd name="T8" fmla="*/ 603965 w 41"/>
                <a:gd name="T9" fmla="*/ 114065 h 6"/>
                <a:gd name="T10" fmla="*/ 603965 w 41"/>
                <a:gd name="T11" fmla="*/ 114065 h 6"/>
                <a:gd name="T12" fmla="*/ 234995 w 41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">
                  <a:moveTo>
                    <a:pt x="16" y="0"/>
                  </a:moveTo>
                  <a:cubicBezTo>
                    <a:pt x="11" y="1"/>
                    <a:pt x="5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1"/>
                    <a:pt x="9" y="2"/>
                    <a:pt x="17" y="2"/>
                  </a:cubicBezTo>
                  <a:cubicBezTo>
                    <a:pt x="24" y="1"/>
                    <a:pt x="33" y="2"/>
                    <a:pt x="41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33" y="2"/>
                    <a:pt x="24" y="0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53">
              <a:extLst>
                <a:ext uri="{FF2B5EF4-FFF2-40B4-BE49-F238E27FC236}">
                  <a16:creationId xmlns:a16="http://schemas.microsoft.com/office/drawing/2014/main" id="{0325061A-55AD-4958-9BAD-88418121C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296"/>
              <a:ext cx="198" cy="85"/>
            </a:xfrm>
            <a:custGeom>
              <a:avLst/>
              <a:gdLst>
                <a:gd name="T0" fmla="*/ 324190 w 40"/>
                <a:gd name="T1" fmla="*/ 113964 h 16"/>
                <a:gd name="T2" fmla="*/ 0 w 40"/>
                <a:gd name="T3" fmla="*/ 359980 h 16"/>
                <a:gd name="T4" fmla="*/ 0 w 40"/>
                <a:gd name="T5" fmla="*/ 359980 h 16"/>
                <a:gd name="T6" fmla="*/ 338625 w 40"/>
                <a:gd name="T7" fmla="*/ 135384 h 16"/>
                <a:gd name="T8" fmla="*/ 588352 w 40"/>
                <a:gd name="T9" fmla="*/ 0 h 16"/>
                <a:gd name="T10" fmla="*/ 588352 w 40"/>
                <a:gd name="T11" fmla="*/ 0 h 16"/>
                <a:gd name="T12" fmla="*/ 324190 w 40"/>
                <a:gd name="T13" fmla="*/ 11396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6">
                  <a:moveTo>
                    <a:pt x="22" y="5"/>
                  </a:moveTo>
                  <a:cubicBezTo>
                    <a:pt x="17" y="7"/>
                    <a:pt x="5" y="15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5" y="15"/>
                    <a:pt x="17" y="8"/>
                    <a:pt x="23" y="6"/>
                  </a:cubicBezTo>
                  <a:cubicBezTo>
                    <a:pt x="30" y="3"/>
                    <a:pt x="35" y="1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5" y="1"/>
                    <a:pt x="30" y="2"/>
                    <a:pt x="2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54">
              <a:extLst>
                <a:ext uri="{FF2B5EF4-FFF2-40B4-BE49-F238E27FC236}">
                  <a16:creationId xmlns:a16="http://schemas.microsoft.com/office/drawing/2014/main" id="{CB58550F-A030-4E77-8364-ED5E2F5F2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476"/>
              <a:ext cx="198" cy="53"/>
            </a:xfrm>
            <a:custGeom>
              <a:avLst/>
              <a:gdLst>
                <a:gd name="T0" fmla="*/ 234684 w 40"/>
                <a:gd name="T1" fmla="*/ 87530 h 10"/>
                <a:gd name="T2" fmla="*/ 0 w 40"/>
                <a:gd name="T3" fmla="*/ 221688 h 10"/>
                <a:gd name="T4" fmla="*/ 0 w 40"/>
                <a:gd name="T5" fmla="*/ 221688 h 10"/>
                <a:gd name="T6" fmla="*/ 234684 w 40"/>
                <a:gd name="T7" fmla="*/ 112837 h 10"/>
                <a:gd name="T8" fmla="*/ 588352 w 40"/>
                <a:gd name="T9" fmla="*/ 21290 h 10"/>
                <a:gd name="T10" fmla="*/ 588352 w 40"/>
                <a:gd name="T11" fmla="*/ 21290 h 10"/>
                <a:gd name="T12" fmla="*/ 234684 w 40"/>
                <a:gd name="T13" fmla="*/ 8753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0">
                  <a:moveTo>
                    <a:pt x="16" y="4"/>
                  </a:moveTo>
                  <a:cubicBezTo>
                    <a:pt x="10" y="6"/>
                    <a:pt x="5" y="8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5" y="8"/>
                    <a:pt x="11" y="7"/>
                    <a:pt x="16" y="5"/>
                  </a:cubicBezTo>
                  <a:cubicBezTo>
                    <a:pt x="23" y="2"/>
                    <a:pt x="32" y="0"/>
                    <a:pt x="4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2" y="0"/>
                    <a:pt x="23" y="1"/>
                    <a:pt x="1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55">
              <a:extLst>
                <a:ext uri="{FF2B5EF4-FFF2-40B4-BE49-F238E27FC236}">
                  <a16:creationId xmlns:a16="http://schemas.microsoft.com/office/drawing/2014/main" id="{734BD300-C518-48DC-8C39-2ADCD8F14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1951"/>
              <a:ext cx="119" cy="175"/>
            </a:xfrm>
            <a:custGeom>
              <a:avLst/>
              <a:gdLst>
                <a:gd name="T0" fmla="*/ 180161 w 24"/>
                <a:gd name="T1" fmla="*/ 465728 h 33"/>
                <a:gd name="T2" fmla="*/ 356559 w 24"/>
                <a:gd name="T3" fmla="*/ 733876 h 33"/>
                <a:gd name="T4" fmla="*/ 356559 w 24"/>
                <a:gd name="T5" fmla="*/ 733876 h 33"/>
                <a:gd name="T6" fmla="*/ 191615 w 24"/>
                <a:gd name="T7" fmla="*/ 465728 h 33"/>
                <a:gd name="T8" fmla="*/ 0 w 24"/>
                <a:gd name="T9" fmla="*/ 0 h 33"/>
                <a:gd name="T10" fmla="*/ 0 w 24"/>
                <a:gd name="T11" fmla="*/ 0 h 33"/>
                <a:gd name="T12" fmla="*/ 180161 w 24"/>
                <a:gd name="T13" fmla="*/ 46572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12" y="21"/>
                  </a:moveTo>
                  <a:cubicBezTo>
                    <a:pt x="17" y="25"/>
                    <a:pt x="20" y="30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0" y="30"/>
                    <a:pt x="19" y="26"/>
                    <a:pt x="13" y="21"/>
                  </a:cubicBezTo>
                  <a:cubicBezTo>
                    <a:pt x="7" y="16"/>
                    <a:pt x="2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9"/>
                    <a:pt x="6" y="16"/>
                    <a:pt x="1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56">
              <a:extLst>
                <a:ext uri="{FF2B5EF4-FFF2-40B4-BE49-F238E27FC236}">
                  <a16:creationId xmlns:a16="http://schemas.microsoft.com/office/drawing/2014/main" id="{065F4B6C-B5F1-4C32-897A-1BF2D53E8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543"/>
              <a:ext cx="173" cy="58"/>
            </a:xfrm>
            <a:custGeom>
              <a:avLst/>
              <a:gdLst>
                <a:gd name="T0" fmla="*/ 247692 w 35"/>
                <a:gd name="T1" fmla="*/ 150684 h 11"/>
                <a:gd name="T2" fmla="*/ 510355 w 35"/>
                <a:gd name="T3" fmla="*/ 236455 h 11"/>
                <a:gd name="T4" fmla="*/ 510355 w 35"/>
                <a:gd name="T5" fmla="*/ 236455 h 11"/>
                <a:gd name="T6" fmla="*/ 247692 w 35"/>
                <a:gd name="T7" fmla="*/ 130611 h 11"/>
                <a:gd name="T8" fmla="*/ 0 w 35"/>
                <a:gd name="T9" fmla="*/ 0 h 11"/>
                <a:gd name="T10" fmla="*/ 0 w 35"/>
                <a:gd name="T11" fmla="*/ 0 h 11"/>
                <a:gd name="T12" fmla="*/ 247692 w 35"/>
                <a:gd name="T13" fmla="*/ 15068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1">
                  <a:moveTo>
                    <a:pt x="17" y="7"/>
                  </a:moveTo>
                  <a:cubicBezTo>
                    <a:pt x="22" y="9"/>
                    <a:pt x="30" y="10"/>
                    <a:pt x="35" y="11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0" y="9"/>
                    <a:pt x="23" y="8"/>
                    <a:pt x="17" y="6"/>
                  </a:cubicBezTo>
                  <a:cubicBezTo>
                    <a:pt x="10" y="4"/>
                    <a:pt x="4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9" y="5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57">
              <a:extLst>
                <a:ext uri="{FF2B5EF4-FFF2-40B4-BE49-F238E27FC236}">
                  <a16:creationId xmlns:a16="http://schemas.microsoft.com/office/drawing/2014/main" id="{8AD4DC59-5B5F-42EC-8CF4-E68E3F808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226"/>
              <a:ext cx="168" cy="127"/>
            </a:xfrm>
            <a:custGeom>
              <a:avLst/>
              <a:gdLst>
                <a:gd name="T0" fmla="*/ 276627 w 34"/>
                <a:gd name="T1" fmla="*/ 352795 h 24"/>
                <a:gd name="T2" fmla="*/ 494750 w 34"/>
                <a:gd name="T3" fmla="*/ 526907 h 24"/>
                <a:gd name="T4" fmla="*/ 494750 w 34"/>
                <a:gd name="T5" fmla="*/ 526907 h 24"/>
                <a:gd name="T6" fmla="*/ 276627 w 34"/>
                <a:gd name="T7" fmla="*/ 327761 h 24"/>
                <a:gd name="T8" fmla="*/ 0 w 34"/>
                <a:gd name="T9" fmla="*/ 0 h 24"/>
                <a:gd name="T10" fmla="*/ 0 w 34"/>
                <a:gd name="T11" fmla="*/ 0 h 24"/>
                <a:gd name="T12" fmla="*/ 276627 w 34"/>
                <a:gd name="T13" fmla="*/ 35279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4">
                  <a:moveTo>
                    <a:pt x="19" y="16"/>
                  </a:moveTo>
                  <a:cubicBezTo>
                    <a:pt x="24" y="19"/>
                    <a:pt x="30" y="21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0" y="21"/>
                    <a:pt x="25" y="18"/>
                    <a:pt x="19" y="15"/>
                  </a:cubicBezTo>
                  <a:cubicBezTo>
                    <a:pt x="12" y="12"/>
                    <a:pt x="5" y="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8"/>
                    <a:pt x="11" y="13"/>
                    <a:pt x="19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58">
              <a:extLst>
                <a:ext uri="{FF2B5EF4-FFF2-40B4-BE49-F238E27FC236}">
                  <a16:creationId xmlns:a16="http://schemas.microsoft.com/office/drawing/2014/main" id="{CC2CD4F0-C445-4222-A3AD-7DE73F25D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619"/>
              <a:ext cx="64" cy="200"/>
            </a:xfrm>
            <a:custGeom>
              <a:avLst/>
              <a:gdLst>
                <a:gd name="T0" fmla="*/ 112748 w 13"/>
                <a:gd name="T1" fmla="*/ 359084 h 38"/>
                <a:gd name="T2" fmla="*/ 0 w 13"/>
                <a:gd name="T3" fmla="*/ 0 h 38"/>
                <a:gd name="T4" fmla="*/ 98087 w 13"/>
                <a:gd name="T5" fmla="*/ 424405 h 38"/>
                <a:gd name="T6" fmla="*/ 185073 w 13"/>
                <a:gd name="T7" fmla="*/ 807979 h 38"/>
                <a:gd name="T8" fmla="*/ 112748 w 13"/>
                <a:gd name="T9" fmla="*/ 35908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8">
                  <a:moveTo>
                    <a:pt x="8" y="17"/>
                  </a:moveTo>
                  <a:cubicBezTo>
                    <a:pt x="5" y="11"/>
                    <a:pt x="1" y="7"/>
                    <a:pt x="0" y="0"/>
                  </a:cubicBezTo>
                  <a:cubicBezTo>
                    <a:pt x="0" y="3"/>
                    <a:pt x="0" y="7"/>
                    <a:pt x="7" y="20"/>
                  </a:cubicBezTo>
                  <a:cubicBezTo>
                    <a:pt x="12" y="28"/>
                    <a:pt x="13" y="38"/>
                    <a:pt x="13" y="38"/>
                  </a:cubicBezTo>
                  <a:cubicBezTo>
                    <a:pt x="13" y="33"/>
                    <a:pt x="11" y="23"/>
                    <a:pt x="8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59">
              <a:extLst>
                <a:ext uri="{FF2B5EF4-FFF2-40B4-BE49-F238E27FC236}">
                  <a16:creationId xmlns:a16="http://schemas.microsoft.com/office/drawing/2014/main" id="{C344052F-9A9E-4C7B-A611-FD3A1E78C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029"/>
              <a:ext cx="198" cy="58"/>
            </a:xfrm>
            <a:custGeom>
              <a:avLst/>
              <a:gdLst>
                <a:gd name="T0" fmla="*/ 353668 w 40"/>
                <a:gd name="T1" fmla="*/ 130611 h 11"/>
                <a:gd name="T2" fmla="*/ 588352 w 40"/>
                <a:gd name="T3" fmla="*/ 0 h 11"/>
                <a:gd name="T4" fmla="*/ 588352 w 40"/>
                <a:gd name="T5" fmla="*/ 0 h 11"/>
                <a:gd name="T6" fmla="*/ 353668 w 40"/>
                <a:gd name="T7" fmla="*/ 105839 h 11"/>
                <a:gd name="T8" fmla="*/ 0 w 40"/>
                <a:gd name="T9" fmla="*/ 215628 h 11"/>
                <a:gd name="T10" fmla="*/ 0 w 40"/>
                <a:gd name="T11" fmla="*/ 215628 h 11"/>
                <a:gd name="T12" fmla="*/ 353668 w 40"/>
                <a:gd name="T13" fmla="*/ 13061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1">
                  <a:moveTo>
                    <a:pt x="24" y="6"/>
                  </a:moveTo>
                  <a:cubicBezTo>
                    <a:pt x="30" y="3"/>
                    <a:pt x="35" y="1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5" y="1"/>
                    <a:pt x="31" y="1"/>
                    <a:pt x="24" y="5"/>
                  </a:cubicBezTo>
                  <a:cubicBezTo>
                    <a:pt x="17" y="8"/>
                    <a:pt x="8" y="11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9" y="11"/>
                    <a:pt x="17" y="10"/>
                    <a:pt x="2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60">
              <a:extLst>
                <a:ext uri="{FF2B5EF4-FFF2-40B4-BE49-F238E27FC236}">
                  <a16:creationId xmlns:a16="http://schemas.microsoft.com/office/drawing/2014/main" id="{E3948736-B69B-4522-AC82-2782CEC02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3177"/>
              <a:ext cx="154" cy="147"/>
            </a:xfrm>
            <a:custGeom>
              <a:avLst/>
              <a:gdLst>
                <a:gd name="T0" fmla="*/ 211964 w 31"/>
                <a:gd name="T1" fmla="*/ 354811 h 28"/>
                <a:gd name="T2" fmla="*/ 465855 w 31"/>
                <a:gd name="T3" fmla="*/ 0 h 28"/>
                <a:gd name="T4" fmla="*/ 465855 w 31"/>
                <a:gd name="T5" fmla="*/ 0 h 28"/>
                <a:gd name="T6" fmla="*/ 196762 w 31"/>
                <a:gd name="T7" fmla="*/ 334997 h 28"/>
                <a:gd name="T8" fmla="*/ 0 w 31"/>
                <a:gd name="T9" fmla="*/ 586478 h 28"/>
                <a:gd name="T10" fmla="*/ 0 w 31"/>
                <a:gd name="T11" fmla="*/ 586478 h 28"/>
                <a:gd name="T12" fmla="*/ 211964 w 31"/>
                <a:gd name="T13" fmla="*/ 35481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14" y="17"/>
                  </a:moveTo>
                  <a:cubicBezTo>
                    <a:pt x="18" y="13"/>
                    <a:pt x="27" y="2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2"/>
                    <a:pt x="18" y="13"/>
                    <a:pt x="13" y="16"/>
                  </a:cubicBezTo>
                  <a:cubicBezTo>
                    <a:pt x="8" y="22"/>
                    <a:pt x="3" y="26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4" y="26"/>
                    <a:pt x="8" y="23"/>
                    <a:pt x="14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61">
              <a:extLst>
                <a:ext uri="{FF2B5EF4-FFF2-40B4-BE49-F238E27FC236}">
                  <a16:creationId xmlns:a16="http://schemas.microsoft.com/office/drawing/2014/main" id="{C854FA5E-E63D-4772-AF07-C90027C2B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3134"/>
              <a:ext cx="164" cy="111"/>
            </a:xfrm>
            <a:custGeom>
              <a:avLst/>
              <a:gdLst>
                <a:gd name="T0" fmla="*/ 330654 w 33"/>
                <a:gd name="T1" fmla="*/ 218564 h 21"/>
                <a:gd name="T2" fmla="*/ 497094 w 33"/>
                <a:gd name="T3" fmla="*/ 0 h 21"/>
                <a:gd name="T4" fmla="*/ 497094 w 33"/>
                <a:gd name="T5" fmla="*/ 0 h 21"/>
                <a:gd name="T6" fmla="*/ 315317 w 33"/>
                <a:gd name="T7" fmla="*/ 198336 h 21"/>
                <a:gd name="T8" fmla="*/ 0 w 33"/>
                <a:gd name="T9" fmla="*/ 458250 h 21"/>
                <a:gd name="T10" fmla="*/ 0 w 33"/>
                <a:gd name="T11" fmla="*/ 458250 h 21"/>
                <a:gd name="T12" fmla="*/ 330654 w 33"/>
                <a:gd name="T13" fmla="*/ 2185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1">
                  <a:moveTo>
                    <a:pt x="22" y="10"/>
                  </a:moveTo>
                  <a:cubicBezTo>
                    <a:pt x="26" y="6"/>
                    <a:pt x="29" y="3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9" y="3"/>
                    <a:pt x="25" y="5"/>
                    <a:pt x="21" y="9"/>
                  </a:cubicBezTo>
                  <a:cubicBezTo>
                    <a:pt x="15" y="15"/>
                    <a:pt x="8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8" y="20"/>
                    <a:pt x="16" y="16"/>
                    <a:pt x="2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62">
              <a:extLst>
                <a:ext uri="{FF2B5EF4-FFF2-40B4-BE49-F238E27FC236}">
                  <a16:creationId xmlns:a16="http://schemas.microsoft.com/office/drawing/2014/main" id="{0AFB0117-775A-4C93-87B2-94075336C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3002"/>
              <a:ext cx="25" cy="217"/>
            </a:xfrm>
            <a:custGeom>
              <a:avLst/>
              <a:gdLst>
                <a:gd name="T0" fmla="*/ 62500 w 5"/>
                <a:gd name="T1" fmla="*/ 353154 h 41"/>
                <a:gd name="T2" fmla="*/ 31250 w 5"/>
                <a:gd name="T3" fmla="*/ 0 h 41"/>
                <a:gd name="T4" fmla="*/ 31250 w 5"/>
                <a:gd name="T5" fmla="*/ 0 h 41"/>
                <a:gd name="T6" fmla="*/ 31250 w 5"/>
                <a:gd name="T7" fmla="*/ 373462 h 41"/>
                <a:gd name="T8" fmla="*/ 0 w 5"/>
                <a:gd name="T9" fmla="*/ 901582 h 41"/>
                <a:gd name="T10" fmla="*/ 0 w 5"/>
                <a:gd name="T11" fmla="*/ 901582 h 41"/>
                <a:gd name="T12" fmla="*/ 62500 w 5"/>
                <a:gd name="T13" fmla="*/ 353154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41">
                  <a:moveTo>
                    <a:pt x="4" y="16"/>
                  </a:moveTo>
                  <a:cubicBezTo>
                    <a:pt x="3" y="11"/>
                    <a:pt x="2" y="5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5"/>
                    <a:pt x="1" y="9"/>
                    <a:pt x="2" y="17"/>
                  </a:cubicBezTo>
                  <a:cubicBezTo>
                    <a:pt x="4" y="24"/>
                    <a:pt x="3" y="33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" y="33"/>
                    <a:pt x="5" y="24"/>
                    <a:pt x="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63">
              <a:extLst>
                <a:ext uri="{FF2B5EF4-FFF2-40B4-BE49-F238E27FC236}">
                  <a16:creationId xmlns:a16="http://schemas.microsoft.com/office/drawing/2014/main" id="{2A292686-53C9-49DD-AEB6-6FDE5348D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606"/>
              <a:ext cx="89" cy="164"/>
            </a:xfrm>
            <a:custGeom>
              <a:avLst/>
              <a:gdLst>
                <a:gd name="T0" fmla="*/ 144704 w 18"/>
                <a:gd name="T1" fmla="*/ 327370 h 31"/>
                <a:gd name="T2" fmla="*/ 0 w 18"/>
                <a:gd name="T3" fmla="*/ 0 h 31"/>
                <a:gd name="T4" fmla="*/ 0 w 18"/>
                <a:gd name="T5" fmla="*/ 0 h 31"/>
                <a:gd name="T6" fmla="*/ 133337 w 18"/>
                <a:gd name="T7" fmla="*/ 327370 h 31"/>
                <a:gd name="T8" fmla="*/ 263030 w 18"/>
                <a:gd name="T9" fmla="*/ 679902 h 31"/>
                <a:gd name="T10" fmla="*/ 263030 w 18"/>
                <a:gd name="T11" fmla="*/ 679902 h 31"/>
                <a:gd name="T12" fmla="*/ 144704 w 18"/>
                <a:gd name="T13" fmla="*/ 32737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1">
                  <a:moveTo>
                    <a:pt x="10" y="15"/>
                  </a:moveTo>
                  <a:cubicBezTo>
                    <a:pt x="6" y="10"/>
                    <a:pt x="1" y="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5" y="11"/>
                    <a:pt x="9" y="15"/>
                  </a:cubicBezTo>
                  <a:cubicBezTo>
                    <a:pt x="13" y="22"/>
                    <a:pt x="16" y="27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6" y="27"/>
                    <a:pt x="14" y="21"/>
                    <a:pt x="1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64">
              <a:extLst>
                <a:ext uri="{FF2B5EF4-FFF2-40B4-BE49-F238E27FC236}">
                  <a16:creationId xmlns:a16="http://schemas.microsoft.com/office/drawing/2014/main" id="{234B406D-A62D-41F6-9FB4-C1C8ACB95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289"/>
              <a:ext cx="94" cy="196"/>
            </a:xfrm>
            <a:custGeom>
              <a:avLst/>
              <a:gdLst>
                <a:gd name="T0" fmla="*/ 144948 w 19"/>
                <a:gd name="T1" fmla="*/ 375631 h 37"/>
                <a:gd name="T2" fmla="*/ 0 w 19"/>
                <a:gd name="T3" fmla="*/ 0 h 37"/>
                <a:gd name="T4" fmla="*/ 0 w 19"/>
                <a:gd name="T5" fmla="*/ 0 h 37"/>
                <a:gd name="T6" fmla="*/ 133569 w 19"/>
                <a:gd name="T7" fmla="*/ 396142 h 37"/>
                <a:gd name="T8" fmla="*/ 278641 w 19"/>
                <a:gd name="T9" fmla="*/ 817426 h 37"/>
                <a:gd name="T10" fmla="*/ 278641 w 19"/>
                <a:gd name="T11" fmla="*/ 817426 h 37"/>
                <a:gd name="T12" fmla="*/ 144948 w 19"/>
                <a:gd name="T13" fmla="*/ 375631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7">
                  <a:moveTo>
                    <a:pt x="10" y="17"/>
                  </a:moveTo>
                  <a:cubicBezTo>
                    <a:pt x="7" y="11"/>
                    <a:pt x="1" y="6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6"/>
                    <a:pt x="6" y="12"/>
                    <a:pt x="9" y="18"/>
                  </a:cubicBezTo>
                  <a:cubicBezTo>
                    <a:pt x="13" y="26"/>
                    <a:pt x="17" y="32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7" y="31"/>
                    <a:pt x="15" y="25"/>
                    <a:pt x="1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65">
              <a:extLst>
                <a:ext uri="{FF2B5EF4-FFF2-40B4-BE49-F238E27FC236}">
                  <a16:creationId xmlns:a16="http://schemas.microsoft.com/office/drawing/2014/main" id="{8104BB31-120D-4800-B316-93D9C9659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849"/>
              <a:ext cx="64" cy="211"/>
            </a:xfrm>
            <a:custGeom>
              <a:avLst/>
              <a:gdLst>
                <a:gd name="T0" fmla="*/ 98087 w 13"/>
                <a:gd name="T1" fmla="*/ 322914 h 40"/>
                <a:gd name="T2" fmla="*/ 0 w 13"/>
                <a:gd name="T3" fmla="*/ 0 h 40"/>
                <a:gd name="T4" fmla="*/ 0 w 13"/>
                <a:gd name="T5" fmla="*/ 0 h 40"/>
                <a:gd name="T6" fmla="*/ 86986 w 13"/>
                <a:gd name="T7" fmla="*/ 343033 h 40"/>
                <a:gd name="T8" fmla="*/ 156303 w 13"/>
                <a:gd name="T9" fmla="*/ 861761 h 40"/>
                <a:gd name="T10" fmla="*/ 156303 w 13"/>
                <a:gd name="T11" fmla="*/ 861761 h 40"/>
                <a:gd name="T12" fmla="*/ 98087 w 13"/>
                <a:gd name="T13" fmla="*/ 32291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0">
                  <a:moveTo>
                    <a:pt x="7" y="15"/>
                  </a:moveTo>
                  <a:cubicBezTo>
                    <a:pt x="5" y="10"/>
                    <a:pt x="2" y="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4" y="11"/>
                    <a:pt x="6" y="16"/>
                  </a:cubicBezTo>
                  <a:cubicBezTo>
                    <a:pt x="10" y="23"/>
                    <a:pt x="13" y="31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3" y="31"/>
                    <a:pt x="11" y="22"/>
                    <a:pt x="7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66">
              <a:extLst>
                <a:ext uri="{FF2B5EF4-FFF2-40B4-BE49-F238E27FC236}">
                  <a16:creationId xmlns:a16="http://schemas.microsoft.com/office/drawing/2014/main" id="{97C0E820-F7C4-484F-9263-C81D40A81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3155"/>
              <a:ext cx="94" cy="191"/>
            </a:xfrm>
            <a:custGeom>
              <a:avLst/>
              <a:gdLst>
                <a:gd name="T0" fmla="*/ 103657 w 19"/>
                <a:gd name="T1" fmla="*/ 403376 h 36"/>
                <a:gd name="T2" fmla="*/ 0 w 19"/>
                <a:gd name="T3" fmla="*/ 802725 h 36"/>
                <a:gd name="T4" fmla="*/ 144948 w 19"/>
                <a:gd name="T5" fmla="*/ 357377 h 36"/>
                <a:gd name="T6" fmla="*/ 278641 w 19"/>
                <a:gd name="T7" fmla="*/ 0 h 36"/>
                <a:gd name="T8" fmla="*/ 103657 w 19"/>
                <a:gd name="T9" fmla="*/ 40337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6">
                  <a:moveTo>
                    <a:pt x="7" y="18"/>
                  </a:moveTo>
                  <a:cubicBezTo>
                    <a:pt x="5" y="25"/>
                    <a:pt x="5" y="30"/>
                    <a:pt x="0" y="36"/>
                  </a:cubicBezTo>
                  <a:cubicBezTo>
                    <a:pt x="3" y="33"/>
                    <a:pt x="5" y="30"/>
                    <a:pt x="10" y="16"/>
                  </a:cubicBezTo>
                  <a:cubicBezTo>
                    <a:pt x="13" y="8"/>
                    <a:pt x="19" y="0"/>
                    <a:pt x="19" y="0"/>
                  </a:cubicBezTo>
                  <a:cubicBezTo>
                    <a:pt x="16" y="3"/>
                    <a:pt x="9" y="12"/>
                    <a:pt x="7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67">
              <a:extLst>
                <a:ext uri="{FF2B5EF4-FFF2-40B4-BE49-F238E27FC236}">
                  <a16:creationId xmlns:a16="http://schemas.microsoft.com/office/drawing/2014/main" id="{68886282-B2CD-4AAC-B288-3F0CE9D81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823"/>
              <a:ext cx="159" cy="16"/>
            </a:xfrm>
            <a:custGeom>
              <a:avLst/>
              <a:gdLst>
                <a:gd name="T0" fmla="*/ 0 w 32"/>
                <a:gd name="T1" fmla="*/ 47787 h 3"/>
                <a:gd name="T2" fmla="*/ 242639 w 32"/>
                <a:gd name="T3" fmla="*/ 21845 h 3"/>
                <a:gd name="T4" fmla="*/ 481477 w 32"/>
                <a:gd name="T5" fmla="*/ 68720 h 3"/>
                <a:gd name="T6" fmla="*/ 242639 w 32"/>
                <a:gd name="T7" fmla="*/ 47787 h 3"/>
                <a:gd name="T8" fmla="*/ 0 w 32"/>
                <a:gd name="T9" fmla="*/ 4778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">
                  <a:moveTo>
                    <a:pt x="0" y="2"/>
                  </a:moveTo>
                  <a:cubicBezTo>
                    <a:pt x="4" y="3"/>
                    <a:pt x="12" y="1"/>
                    <a:pt x="16" y="1"/>
                  </a:cubicBezTo>
                  <a:cubicBezTo>
                    <a:pt x="20" y="0"/>
                    <a:pt x="26" y="0"/>
                    <a:pt x="32" y="3"/>
                  </a:cubicBezTo>
                  <a:cubicBezTo>
                    <a:pt x="28" y="1"/>
                    <a:pt x="21" y="1"/>
                    <a:pt x="16" y="2"/>
                  </a:cubicBezTo>
                  <a:cubicBezTo>
                    <a:pt x="11" y="2"/>
                    <a:pt x="3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68">
              <a:extLst>
                <a:ext uri="{FF2B5EF4-FFF2-40B4-BE49-F238E27FC236}">
                  <a16:creationId xmlns:a16="http://schemas.microsoft.com/office/drawing/2014/main" id="{4DE90486-21D6-4FF2-BC3B-CCB4DB779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962"/>
              <a:ext cx="163" cy="148"/>
            </a:xfrm>
            <a:custGeom>
              <a:avLst/>
              <a:gdLst>
                <a:gd name="T0" fmla="*/ 0 w 33"/>
                <a:gd name="T1" fmla="*/ 0 h 28"/>
                <a:gd name="T2" fmla="*/ 479146 w 33"/>
                <a:gd name="T3" fmla="*/ 610352 h 28"/>
                <a:gd name="T4" fmla="*/ 232092 w 33"/>
                <a:gd name="T5" fmla="*/ 239686 h 28"/>
                <a:gd name="T6" fmla="*/ 0 w 33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">
                  <a:moveTo>
                    <a:pt x="0" y="0"/>
                  </a:moveTo>
                  <a:cubicBezTo>
                    <a:pt x="6" y="5"/>
                    <a:pt x="27" y="12"/>
                    <a:pt x="33" y="28"/>
                  </a:cubicBezTo>
                  <a:cubicBezTo>
                    <a:pt x="29" y="21"/>
                    <a:pt x="20" y="14"/>
                    <a:pt x="16" y="11"/>
                  </a:cubicBezTo>
                  <a:cubicBezTo>
                    <a:pt x="12" y="8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8" name="circular-double-stranded-dna-plasmid">
            <a:extLst>
              <a:ext uri="{FF2B5EF4-FFF2-40B4-BE49-F238E27FC236}">
                <a16:creationId xmlns:a16="http://schemas.microsoft.com/office/drawing/2014/main" id="{AEFB0E74-BDED-4AC1-A7C9-DE2780649187}"/>
              </a:ext>
            </a:extLst>
          </p:cNvPr>
          <p:cNvGrpSpPr>
            <a:grpSpLocks/>
          </p:cNvGrpSpPr>
          <p:nvPr/>
        </p:nvGrpSpPr>
        <p:grpSpPr bwMode="auto">
          <a:xfrm>
            <a:off x="6394450" y="1792288"/>
            <a:ext cx="3346450" cy="3579812"/>
            <a:chOff x="2822" y="1117"/>
            <a:chExt cx="2108" cy="2255"/>
          </a:xfrm>
        </p:grpSpPr>
        <p:sp>
          <p:nvSpPr>
            <p:cNvPr id="36869" name="Freeform 70">
              <a:extLst>
                <a:ext uri="{FF2B5EF4-FFF2-40B4-BE49-F238E27FC236}">
                  <a16:creationId xmlns:a16="http://schemas.microsoft.com/office/drawing/2014/main" id="{1B79B226-3980-410A-A019-54C5C3E479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2" y="1117"/>
              <a:ext cx="2108" cy="2255"/>
            </a:xfrm>
            <a:custGeom>
              <a:avLst/>
              <a:gdLst>
                <a:gd name="T0" fmla="*/ 5592592 w 433"/>
                <a:gd name="T1" fmla="*/ 2480152 h 434"/>
                <a:gd name="T2" fmla="*/ 4525857 w 433"/>
                <a:gd name="T3" fmla="*/ 768981 h 434"/>
                <a:gd name="T4" fmla="*/ 3806892 w 433"/>
                <a:gd name="T5" fmla="*/ 117411 h 434"/>
                <a:gd name="T6" fmla="*/ 2849656 w 433"/>
                <a:gd name="T7" fmla="*/ 18923 h 434"/>
                <a:gd name="T8" fmla="*/ 2075655 w 433"/>
                <a:gd name="T9" fmla="*/ 177854 h 434"/>
                <a:gd name="T10" fmla="*/ 1359344 w 433"/>
                <a:gd name="T11" fmla="*/ 787904 h 434"/>
                <a:gd name="T12" fmla="*/ 653884 w 433"/>
                <a:gd name="T13" fmla="*/ 2203946 h 434"/>
                <a:gd name="T14" fmla="*/ 0 w 433"/>
                <a:gd name="T15" fmla="*/ 3878101 h 434"/>
                <a:gd name="T16" fmla="*/ 79160 w 433"/>
                <a:gd name="T17" fmla="*/ 5097469 h 434"/>
                <a:gd name="T18" fmla="*/ 519571 w 433"/>
                <a:gd name="T19" fmla="*/ 6335791 h 434"/>
                <a:gd name="T20" fmla="*/ 1370078 w 433"/>
                <a:gd name="T21" fmla="*/ 7456703 h 434"/>
                <a:gd name="T22" fmla="*/ 2794624 w 433"/>
                <a:gd name="T23" fmla="*/ 8205893 h 434"/>
                <a:gd name="T24" fmla="*/ 3568742 w 433"/>
                <a:gd name="T25" fmla="*/ 8107567 h 434"/>
                <a:gd name="T26" fmla="*/ 4793894 w 433"/>
                <a:gd name="T27" fmla="*/ 7517172 h 434"/>
                <a:gd name="T28" fmla="*/ 5231438 w 433"/>
                <a:gd name="T29" fmla="*/ 5922415 h 434"/>
                <a:gd name="T30" fmla="*/ 226958 w 433"/>
                <a:gd name="T31" fmla="*/ 2733891 h 434"/>
                <a:gd name="T32" fmla="*/ 5513428 w 433"/>
                <a:gd name="T33" fmla="*/ 2578608 h 434"/>
                <a:gd name="T34" fmla="*/ 4673660 w 433"/>
                <a:gd name="T35" fmla="*/ 1574972 h 434"/>
                <a:gd name="T36" fmla="*/ 4619193 w 433"/>
                <a:gd name="T37" fmla="*/ 1593895 h 434"/>
                <a:gd name="T38" fmla="*/ 4474169 w 433"/>
                <a:gd name="T39" fmla="*/ 1359240 h 434"/>
                <a:gd name="T40" fmla="*/ 3782195 w 433"/>
                <a:gd name="T41" fmla="*/ 257252 h 434"/>
                <a:gd name="T42" fmla="*/ 3475956 w 433"/>
                <a:gd name="T43" fmla="*/ 572172 h 434"/>
                <a:gd name="T44" fmla="*/ 2928913 w 433"/>
                <a:gd name="T45" fmla="*/ 768981 h 434"/>
                <a:gd name="T46" fmla="*/ 2395856 w 433"/>
                <a:gd name="T47" fmla="*/ 610050 h 434"/>
                <a:gd name="T48" fmla="*/ 1690280 w 433"/>
                <a:gd name="T49" fmla="*/ 1041514 h 434"/>
                <a:gd name="T50" fmla="*/ 784736 w 433"/>
                <a:gd name="T51" fmla="*/ 1612850 h 434"/>
                <a:gd name="T52" fmla="*/ 825693 w 433"/>
                <a:gd name="T53" fmla="*/ 2166068 h 434"/>
                <a:gd name="T54" fmla="*/ 677987 w 433"/>
                <a:gd name="T55" fmla="*/ 2438627 h 434"/>
                <a:gd name="T56" fmla="*/ 306122 w 433"/>
                <a:gd name="T57" fmla="*/ 2851167 h 434"/>
                <a:gd name="T58" fmla="*/ 571263 w 433"/>
                <a:gd name="T59" fmla="*/ 4033390 h 434"/>
                <a:gd name="T60" fmla="*/ 185889 w 433"/>
                <a:gd name="T61" fmla="*/ 5055112 h 434"/>
                <a:gd name="T62" fmla="*/ 653884 w 433"/>
                <a:gd name="T63" fmla="*/ 4881036 h 434"/>
                <a:gd name="T64" fmla="*/ 557778 w 433"/>
                <a:gd name="T65" fmla="*/ 5608362 h 434"/>
                <a:gd name="T66" fmla="*/ 1052651 w 433"/>
                <a:gd name="T67" fmla="*/ 7160737 h 434"/>
                <a:gd name="T68" fmla="*/ 1383588 w 433"/>
                <a:gd name="T69" fmla="*/ 7221341 h 434"/>
                <a:gd name="T70" fmla="*/ 1930724 w 433"/>
                <a:gd name="T71" fmla="*/ 7278142 h 434"/>
                <a:gd name="T72" fmla="*/ 2289108 w 433"/>
                <a:gd name="T73" fmla="*/ 7831231 h 434"/>
                <a:gd name="T74" fmla="*/ 3420924 w 433"/>
                <a:gd name="T75" fmla="*/ 8028034 h 434"/>
                <a:gd name="T76" fmla="*/ 3434998 w 433"/>
                <a:gd name="T77" fmla="*/ 7948636 h 434"/>
                <a:gd name="T78" fmla="*/ 4206229 w 433"/>
                <a:gd name="T79" fmla="*/ 7615499 h 434"/>
                <a:gd name="T80" fmla="*/ 3514163 w 433"/>
                <a:gd name="T81" fmla="*/ 7732904 h 434"/>
                <a:gd name="T82" fmla="*/ 2529459 w 433"/>
                <a:gd name="T83" fmla="*/ 7399767 h 434"/>
                <a:gd name="T84" fmla="*/ 1958196 w 433"/>
                <a:gd name="T85" fmla="*/ 7122859 h 434"/>
                <a:gd name="T86" fmla="*/ 1039142 w 433"/>
                <a:gd name="T87" fmla="*/ 5763619 h 434"/>
                <a:gd name="T88" fmla="*/ 677987 w 433"/>
                <a:gd name="T89" fmla="*/ 4014435 h 434"/>
                <a:gd name="T90" fmla="*/ 891465 w 433"/>
                <a:gd name="T91" fmla="*/ 2400754 h 434"/>
                <a:gd name="T92" fmla="*/ 1238657 w 433"/>
                <a:gd name="T93" fmla="*/ 2185022 h 434"/>
                <a:gd name="T94" fmla="*/ 1717275 w 433"/>
                <a:gd name="T95" fmla="*/ 1612850 h 434"/>
                <a:gd name="T96" fmla="*/ 2901348 w 433"/>
                <a:gd name="T97" fmla="*/ 924103 h 434"/>
                <a:gd name="T98" fmla="*/ 4167453 w 433"/>
                <a:gd name="T99" fmla="*/ 1574972 h 434"/>
                <a:gd name="T100" fmla="*/ 5258998 w 433"/>
                <a:gd name="T101" fmla="*/ 3483788 h 434"/>
                <a:gd name="T102" fmla="*/ 5165666 w 433"/>
                <a:gd name="T103" fmla="*/ 4759983 h 434"/>
                <a:gd name="T104" fmla="*/ 4900618 w 433"/>
                <a:gd name="T105" fmla="*/ 5824093 h 434"/>
                <a:gd name="T106" fmla="*/ 4711838 w 433"/>
                <a:gd name="T107" fmla="*/ 7418825 h 434"/>
                <a:gd name="T108" fmla="*/ 4673660 w 433"/>
                <a:gd name="T109" fmla="*/ 6748197 h 434"/>
                <a:gd name="T110" fmla="*/ 4780384 w 433"/>
                <a:gd name="T111" fmla="*/ 6513510 h 434"/>
                <a:gd name="T112" fmla="*/ 5379115 w 433"/>
                <a:gd name="T113" fmla="*/ 5430476 h 434"/>
                <a:gd name="T114" fmla="*/ 5299955 w 433"/>
                <a:gd name="T115" fmla="*/ 4956791 h 434"/>
                <a:gd name="T116" fmla="*/ 5179745 w 433"/>
                <a:gd name="T117" fmla="*/ 3953155 h 4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33" h="434">
                  <a:moveTo>
                    <a:pt x="417" y="170"/>
                  </a:moveTo>
                  <a:cubicBezTo>
                    <a:pt x="429" y="154"/>
                    <a:pt x="425" y="139"/>
                    <a:pt x="422" y="130"/>
                  </a:cubicBezTo>
                  <a:cubicBezTo>
                    <a:pt x="422" y="130"/>
                    <a:pt x="422" y="130"/>
                    <a:pt x="422" y="130"/>
                  </a:cubicBezTo>
                  <a:cubicBezTo>
                    <a:pt x="422" y="129"/>
                    <a:pt x="421" y="129"/>
                    <a:pt x="421" y="129"/>
                  </a:cubicBezTo>
                  <a:cubicBezTo>
                    <a:pt x="421" y="129"/>
                    <a:pt x="421" y="129"/>
                    <a:pt x="421" y="129"/>
                  </a:cubicBezTo>
                  <a:cubicBezTo>
                    <a:pt x="421" y="127"/>
                    <a:pt x="421" y="127"/>
                    <a:pt x="421" y="127"/>
                  </a:cubicBezTo>
                  <a:cubicBezTo>
                    <a:pt x="421" y="127"/>
                    <a:pt x="420" y="126"/>
                    <a:pt x="420" y="126"/>
                  </a:cubicBezTo>
                  <a:cubicBezTo>
                    <a:pt x="415" y="119"/>
                    <a:pt x="405" y="111"/>
                    <a:pt x="394" y="108"/>
                  </a:cubicBezTo>
                  <a:cubicBezTo>
                    <a:pt x="395" y="105"/>
                    <a:pt x="396" y="101"/>
                    <a:pt x="396" y="98"/>
                  </a:cubicBezTo>
                  <a:cubicBezTo>
                    <a:pt x="396" y="90"/>
                    <a:pt x="393" y="82"/>
                    <a:pt x="388" y="76"/>
                  </a:cubicBezTo>
                  <a:cubicBezTo>
                    <a:pt x="388" y="76"/>
                    <a:pt x="388" y="76"/>
                    <a:pt x="388" y="76"/>
                  </a:cubicBezTo>
                  <a:cubicBezTo>
                    <a:pt x="387" y="75"/>
                    <a:pt x="387" y="75"/>
                    <a:pt x="387" y="75"/>
                  </a:cubicBezTo>
                  <a:cubicBezTo>
                    <a:pt x="378" y="65"/>
                    <a:pt x="364" y="62"/>
                    <a:pt x="348" y="68"/>
                  </a:cubicBezTo>
                  <a:cubicBezTo>
                    <a:pt x="350" y="56"/>
                    <a:pt x="350" y="46"/>
                    <a:pt x="340" y="39"/>
                  </a:cubicBezTo>
                  <a:cubicBezTo>
                    <a:pt x="340" y="39"/>
                    <a:pt x="340" y="38"/>
                    <a:pt x="340" y="38"/>
                  </a:cubicBezTo>
                  <a:cubicBezTo>
                    <a:pt x="340" y="38"/>
                    <a:pt x="340" y="38"/>
                    <a:pt x="340" y="38"/>
                  </a:cubicBezTo>
                  <a:cubicBezTo>
                    <a:pt x="340" y="38"/>
                    <a:pt x="338" y="37"/>
                    <a:pt x="338" y="37"/>
                  </a:cubicBezTo>
                  <a:cubicBezTo>
                    <a:pt x="331" y="32"/>
                    <a:pt x="325" y="28"/>
                    <a:pt x="308" y="34"/>
                  </a:cubicBezTo>
                  <a:cubicBezTo>
                    <a:pt x="305" y="14"/>
                    <a:pt x="295" y="10"/>
                    <a:pt x="288" y="7"/>
                  </a:cubicBezTo>
                  <a:cubicBezTo>
                    <a:pt x="286" y="6"/>
                    <a:pt x="286" y="6"/>
                    <a:pt x="286" y="6"/>
                  </a:cubicBezTo>
                  <a:cubicBezTo>
                    <a:pt x="286" y="6"/>
                    <a:pt x="286" y="6"/>
                    <a:pt x="286" y="6"/>
                  </a:cubicBezTo>
                  <a:cubicBezTo>
                    <a:pt x="286" y="6"/>
                    <a:pt x="286" y="6"/>
                    <a:pt x="285" y="6"/>
                  </a:cubicBezTo>
                  <a:cubicBezTo>
                    <a:pt x="284" y="6"/>
                    <a:pt x="284" y="6"/>
                    <a:pt x="284" y="6"/>
                  </a:cubicBezTo>
                  <a:cubicBezTo>
                    <a:pt x="273" y="4"/>
                    <a:pt x="267" y="4"/>
                    <a:pt x="252" y="21"/>
                  </a:cubicBezTo>
                  <a:cubicBezTo>
                    <a:pt x="251" y="21"/>
                    <a:pt x="251" y="22"/>
                    <a:pt x="251" y="22"/>
                  </a:cubicBezTo>
                  <a:cubicBezTo>
                    <a:pt x="250" y="20"/>
                    <a:pt x="250" y="20"/>
                    <a:pt x="250" y="20"/>
                  </a:cubicBezTo>
                  <a:cubicBezTo>
                    <a:pt x="238" y="0"/>
                    <a:pt x="223" y="1"/>
                    <a:pt x="216" y="1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3" y="1"/>
                    <a:pt x="213" y="1"/>
                    <a:pt x="212" y="1"/>
                  </a:cubicBezTo>
                  <a:cubicBezTo>
                    <a:pt x="204" y="3"/>
                    <a:pt x="195" y="8"/>
                    <a:pt x="188" y="16"/>
                  </a:cubicBezTo>
                  <a:cubicBezTo>
                    <a:pt x="180" y="8"/>
                    <a:pt x="168" y="6"/>
                    <a:pt x="156" y="9"/>
                  </a:cubicBezTo>
                  <a:cubicBezTo>
                    <a:pt x="156" y="9"/>
                    <a:pt x="157" y="9"/>
                    <a:pt x="157" y="9"/>
                  </a:cubicBezTo>
                  <a:cubicBezTo>
                    <a:pt x="157" y="9"/>
                    <a:pt x="156" y="9"/>
                    <a:pt x="156" y="9"/>
                  </a:cubicBezTo>
                  <a:cubicBezTo>
                    <a:pt x="156" y="9"/>
                    <a:pt x="156" y="9"/>
                    <a:pt x="156" y="9"/>
                  </a:cubicBezTo>
                  <a:cubicBezTo>
                    <a:pt x="155" y="9"/>
                    <a:pt x="155" y="10"/>
                    <a:pt x="155" y="10"/>
                  </a:cubicBezTo>
                  <a:cubicBezTo>
                    <a:pt x="153" y="10"/>
                    <a:pt x="152" y="11"/>
                    <a:pt x="151" y="12"/>
                  </a:cubicBezTo>
                  <a:cubicBezTo>
                    <a:pt x="141" y="17"/>
                    <a:pt x="134" y="28"/>
                    <a:pt x="134" y="42"/>
                  </a:cubicBezTo>
                  <a:cubicBezTo>
                    <a:pt x="124" y="37"/>
                    <a:pt x="114" y="33"/>
                    <a:pt x="104" y="39"/>
                  </a:cubicBezTo>
                  <a:cubicBezTo>
                    <a:pt x="104" y="39"/>
                    <a:pt x="103" y="39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2" y="40"/>
                    <a:pt x="102" y="40"/>
                    <a:pt x="102" y="40"/>
                  </a:cubicBezTo>
                  <a:cubicBezTo>
                    <a:pt x="93" y="45"/>
                    <a:pt x="88" y="49"/>
                    <a:pt x="87" y="66"/>
                  </a:cubicBezTo>
                  <a:cubicBezTo>
                    <a:pt x="67" y="62"/>
                    <a:pt x="59" y="70"/>
                    <a:pt x="54" y="75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3" y="76"/>
                    <a:pt x="53" y="77"/>
                    <a:pt x="52" y="77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49" y="82"/>
                    <a:pt x="41" y="95"/>
                    <a:pt x="49" y="112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26" y="115"/>
                    <a:pt x="21" y="129"/>
                    <a:pt x="18" y="136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14" y="146"/>
                    <a:pt x="14" y="158"/>
                    <a:pt x="20" y="170"/>
                  </a:cubicBezTo>
                  <a:cubicBezTo>
                    <a:pt x="9" y="174"/>
                    <a:pt x="2" y="184"/>
                    <a:pt x="0" y="196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8"/>
                    <a:pt x="0" y="199"/>
                    <a:pt x="0" y="200"/>
                  </a:cubicBezTo>
                  <a:cubicBezTo>
                    <a:pt x="0" y="212"/>
                    <a:pt x="8" y="224"/>
                    <a:pt x="21" y="230"/>
                  </a:cubicBezTo>
                  <a:cubicBezTo>
                    <a:pt x="13" y="237"/>
                    <a:pt x="5" y="244"/>
                    <a:pt x="6" y="255"/>
                  </a:cubicBezTo>
                  <a:cubicBezTo>
                    <a:pt x="6" y="255"/>
                    <a:pt x="6" y="256"/>
                    <a:pt x="6" y="256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6" y="259"/>
                    <a:pt x="6" y="259"/>
                    <a:pt x="6" y="259"/>
                  </a:cubicBezTo>
                  <a:cubicBezTo>
                    <a:pt x="9" y="269"/>
                    <a:pt x="11" y="275"/>
                    <a:pt x="30" y="282"/>
                  </a:cubicBezTo>
                  <a:cubicBezTo>
                    <a:pt x="28" y="287"/>
                    <a:pt x="28" y="292"/>
                    <a:pt x="28" y="296"/>
                  </a:cubicBezTo>
                  <a:cubicBezTo>
                    <a:pt x="28" y="305"/>
                    <a:pt x="32" y="312"/>
                    <a:pt x="35" y="316"/>
                  </a:cubicBezTo>
                  <a:cubicBezTo>
                    <a:pt x="36" y="318"/>
                    <a:pt x="36" y="318"/>
                    <a:pt x="36" y="318"/>
                  </a:cubicBezTo>
                  <a:cubicBezTo>
                    <a:pt x="36" y="318"/>
                    <a:pt x="36" y="318"/>
                    <a:pt x="36" y="318"/>
                  </a:cubicBezTo>
                  <a:cubicBezTo>
                    <a:pt x="36" y="318"/>
                    <a:pt x="36" y="318"/>
                    <a:pt x="36" y="318"/>
                  </a:cubicBezTo>
                  <a:cubicBezTo>
                    <a:pt x="39" y="322"/>
                    <a:pt x="39" y="322"/>
                    <a:pt x="39" y="322"/>
                  </a:cubicBezTo>
                  <a:cubicBezTo>
                    <a:pt x="43" y="327"/>
                    <a:pt x="48" y="334"/>
                    <a:pt x="62" y="334"/>
                  </a:cubicBezTo>
                  <a:cubicBezTo>
                    <a:pt x="61" y="337"/>
                    <a:pt x="61" y="341"/>
                    <a:pt x="61" y="344"/>
                  </a:cubicBezTo>
                  <a:cubicBezTo>
                    <a:pt x="61" y="358"/>
                    <a:pt x="69" y="365"/>
                    <a:pt x="73" y="369"/>
                  </a:cubicBezTo>
                  <a:cubicBezTo>
                    <a:pt x="74" y="371"/>
                    <a:pt x="74" y="371"/>
                    <a:pt x="74" y="371"/>
                  </a:cubicBezTo>
                  <a:cubicBezTo>
                    <a:pt x="74" y="371"/>
                    <a:pt x="74" y="371"/>
                    <a:pt x="74" y="371"/>
                  </a:cubicBezTo>
                  <a:cubicBezTo>
                    <a:pt x="75" y="371"/>
                    <a:pt x="75" y="371"/>
                    <a:pt x="76" y="372"/>
                  </a:cubicBezTo>
                  <a:cubicBezTo>
                    <a:pt x="82" y="376"/>
                    <a:pt x="93" y="379"/>
                    <a:pt x="103" y="379"/>
                  </a:cubicBezTo>
                  <a:cubicBezTo>
                    <a:pt x="104" y="390"/>
                    <a:pt x="110" y="400"/>
                    <a:pt x="121" y="407"/>
                  </a:cubicBezTo>
                  <a:cubicBezTo>
                    <a:pt x="121" y="407"/>
                    <a:pt x="121" y="407"/>
                    <a:pt x="121" y="407"/>
                  </a:cubicBezTo>
                  <a:cubicBezTo>
                    <a:pt x="133" y="413"/>
                    <a:pt x="148" y="410"/>
                    <a:pt x="160" y="400"/>
                  </a:cubicBezTo>
                  <a:cubicBezTo>
                    <a:pt x="163" y="410"/>
                    <a:pt x="167" y="420"/>
                    <a:pt x="178" y="423"/>
                  </a:cubicBezTo>
                  <a:cubicBezTo>
                    <a:pt x="178" y="424"/>
                    <a:pt x="178" y="424"/>
                    <a:pt x="179" y="424"/>
                  </a:cubicBezTo>
                  <a:cubicBezTo>
                    <a:pt x="180" y="424"/>
                    <a:pt x="180" y="424"/>
                    <a:pt x="180" y="424"/>
                  </a:cubicBezTo>
                  <a:cubicBezTo>
                    <a:pt x="189" y="427"/>
                    <a:pt x="196" y="428"/>
                    <a:pt x="210" y="417"/>
                  </a:cubicBezTo>
                  <a:cubicBezTo>
                    <a:pt x="220" y="434"/>
                    <a:pt x="231" y="434"/>
                    <a:pt x="238" y="434"/>
                  </a:cubicBezTo>
                  <a:cubicBezTo>
                    <a:pt x="240" y="434"/>
                    <a:pt x="240" y="434"/>
                    <a:pt x="240" y="434"/>
                  </a:cubicBezTo>
                  <a:cubicBezTo>
                    <a:pt x="240" y="434"/>
                    <a:pt x="241" y="434"/>
                    <a:pt x="241" y="434"/>
                  </a:cubicBezTo>
                  <a:cubicBezTo>
                    <a:pt x="242" y="434"/>
                    <a:pt x="242" y="434"/>
                    <a:pt x="242" y="434"/>
                  </a:cubicBezTo>
                  <a:cubicBezTo>
                    <a:pt x="247" y="433"/>
                    <a:pt x="262" y="430"/>
                    <a:pt x="268" y="412"/>
                  </a:cubicBezTo>
                  <a:cubicBezTo>
                    <a:pt x="268" y="412"/>
                    <a:pt x="268" y="412"/>
                    <a:pt x="268" y="412"/>
                  </a:cubicBezTo>
                  <a:cubicBezTo>
                    <a:pt x="268" y="412"/>
                    <a:pt x="268" y="412"/>
                    <a:pt x="268" y="412"/>
                  </a:cubicBezTo>
                  <a:cubicBezTo>
                    <a:pt x="287" y="426"/>
                    <a:pt x="300" y="421"/>
                    <a:pt x="307" y="418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7"/>
                    <a:pt x="310" y="417"/>
                    <a:pt x="311" y="416"/>
                  </a:cubicBezTo>
                  <a:cubicBezTo>
                    <a:pt x="318" y="412"/>
                    <a:pt x="325" y="402"/>
                    <a:pt x="328" y="391"/>
                  </a:cubicBezTo>
                  <a:cubicBezTo>
                    <a:pt x="339" y="394"/>
                    <a:pt x="350" y="391"/>
                    <a:pt x="360" y="383"/>
                  </a:cubicBezTo>
                  <a:cubicBezTo>
                    <a:pt x="360" y="383"/>
                    <a:pt x="360" y="383"/>
                    <a:pt x="360" y="383"/>
                  </a:cubicBezTo>
                  <a:cubicBezTo>
                    <a:pt x="360" y="383"/>
                    <a:pt x="360" y="382"/>
                    <a:pt x="360" y="382"/>
                  </a:cubicBezTo>
                  <a:cubicBezTo>
                    <a:pt x="366" y="377"/>
                    <a:pt x="369" y="369"/>
                    <a:pt x="369" y="361"/>
                  </a:cubicBezTo>
                  <a:cubicBezTo>
                    <a:pt x="369" y="355"/>
                    <a:pt x="368" y="349"/>
                    <a:pt x="365" y="343"/>
                  </a:cubicBezTo>
                  <a:cubicBezTo>
                    <a:pt x="376" y="344"/>
                    <a:pt x="386" y="343"/>
                    <a:pt x="393" y="334"/>
                  </a:cubicBezTo>
                  <a:cubicBezTo>
                    <a:pt x="393" y="333"/>
                    <a:pt x="394" y="333"/>
                    <a:pt x="394" y="332"/>
                  </a:cubicBezTo>
                  <a:cubicBezTo>
                    <a:pt x="395" y="331"/>
                    <a:pt x="395" y="331"/>
                    <a:pt x="395" y="331"/>
                  </a:cubicBezTo>
                  <a:cubicBezTo>
                    <a:pt x="397" y="326"/>
                    <a:pt x="398" y="323"/>
                    <a:pt x="398" y="318"/>
                  </a:cubicBezTo>
                  <a:cubicBezTo>
                    <a:pt x="398" y="314"/>
                    <a:pt x="397" y="308"/>
                    <a:pt x="393" y="301"/>
                  </a:cubicBezTo>
                  <a:cubicBezTo>
                    <a:pt x="409" y="293"/>
                    <a:pt x="411" y="281"/>
                    <a:pt x="413" y="274"/>
                  </a:cubicBezTo>
                  <a:cubicBezTo>
                    <a:pt x="414" y="271"/>
                    <a:pt x="415" y="268"/>
                    <a:pt x="415" y="264"/>
                  </a:cubicBezTo>
                  <a:cubicBezTo>
                    <a:pt x="415" y="259"/>
                    <a:pt x="413" y="254"/>
                    <a:pt x="409" y="246"/>
                  </a:cubicBezTo>
                  <a:cubicBezTo>
                    <a:pt x="429" y="235"/>
                    <a:pt x="432" y="220"/>
                    <a:pt x="432" y="211"/>
                  </a:cubicBezTo>
                  <a:cubicBezTo>
                    <a:pt x="432" y="210"/>
                    <a:pt x="432" y="210"/>
                    <a:pt x="432" y="210"/>
                  </a:cubicBezTo>
                  <a:cubicBezTo>
                    <a:pt x="433" y="193"/>
                    <a:pt x="428" y="180"/>
                    <a:pt x="417" y="170"/>
                  </a:cubicBezTo>
                  <a:close/>
                  <a:moveTo>
                    <a:pt x="17" y="139"/>
                  </a:moveTo>
                  <a:cubicBezTo>
                    <a:pt x="17" y="139"/>
                    <a:pt x="17" y="139"/>
                    <a:pt x="17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17" y="139"/>
                    <a:pt x="17" y="139"/>
                    <a:pt x="17" y="139"/>
                  </a:cubicBezTo>
                  <a:close/>
                  <a:moveTo>
                    <a:pt x="389" y="119"/>
                  </a:moveTo>
                  <a:cubicBezTo>
                    <a:pt x="400" y="121"/>
                    <a:pt x="411" y="127"/>
                    <a:pt x="414" y="131"/>
                  </a:cubicBezTo>
                  <a:cubicBezTo>
                    <a:pt x="415" y="133"/>
                    <a:pt x="415" y="136"/>
                    <a:pt x="415" y="140"/>
                  </a:cubicBezTo>
                  <a:cubicBezTo>
                    <a:pt x="415" y="146"/>
                    <a:pt x="413" y="155"/>
                    <a:pt x="407" y="164"/>
                  </a:cubicBezTo>
                  <a:cubicBezTo>
                    <a:pt x="403" y="161"/>
                    <a:pt x="403" y="161"/>
                    <a:pt x="403" y="161"/>
                  </a:cubicBezTo>
                  <a:cubicBezTo>
                    <a:pt x="394" y="157"/>
                    <a:pt x="388" y="153"/>
                    <a:pt x="384" y="145"/>
                  </a:cubicBezTo>
                  <a:cubicBezTo>
                    <a:pt x="383" y="143"/>
                    <a:pt x="383" y="141"/>
                    <a:pt x="383" y="139"/>
                  </a:cubicBezTo>
                  <a:cubicBezTo>
                    <a:pt x="383" y="132"/>
                    <a:pt x="386" y="126"/>
                    <a:pt x="389" y="119"/>
                  </a:cubicBezTo>
                  <a:close/>
                  <a:moveTo>
                    <a:pt x="351" y="80"/>
                  </a:moveTo>
                  <a:cubicBezTo>
                    <a:pt x="364" y="74"/>
                    <a:pt x="377" y="75"/>
                    <a:pt x="382" y="80"/>
                  </a:cubicBezTo>
                  <a:cubicBezTo>
                    <a:pt x="382" y="80"/>
                    <a:pt x="382" y="80"/>
                    <a:pt x="382" y="80"/>
                  </a:cubicBezTo>
                  <a:cubicBezTo>
                    <a:pt x="386" y="86"/>
                    <a:pt x="386" y="96"/>
                    <a:pt x="381" y="106"/>
                  </a:cubicBezTo>
                  <a:cubicBezTo>
                    <a:pt x="380" y="106"/>
                    <a:pt x="378" y="106"/>
                    <a:pt x="377" y="106"/>
                  </a:cubicBezTo>
                  <a:cubicBezTo>
                    <a:pt x="363" y="107"/>
                    <a:pt x="354" y="105"/>
                    <a:pt x="351" y="101"/>
                  </a:cubicBezTo>
                  <a:cubicBezTo>
                    <a:pt x="351" y="101"/>
                    <a:pt x="351" y="101"/>
                    <a:pt x="351" y="101"/>
                  </a:cubicBezTo>
                  <a:cubicBezTo>
                    <a:pt x="348" y="95"/>
                    <a:pt x="347" y="88"/>
                    <a:pt x="347" y="81"/>
                  </a:cubicBezTo>
                  <a:cubicBezTo>
                    <a:pt x="348" y="81"/>
                    <a:pt x="350" y="80"/>
                    <a:pt x="351" y="80"/>
                  </a:cubicBezTo>
                  <a:close/>
                  <a:moveTo>
                    <a:pt x="334" y="44"/>
                  </a:moveTo>
                  <a:cubicBezTo>
                    <a:pt x="335" y="44"/>
                    <a:pt x="335" y="44"/>
                    <a:pt x="335" y="44"/>
                  </a:cubicBezTo>
                  <a:cubicBezTo>
                    <a:pt x="335" y="44"/>
                    <a:pt x="335" y="44"/>
                    <a:pt x="335" y="44"/>
                  </a:cubicBezTo>
                  <a:cubicBezTo>
                    <a:pt x="337" y="46"/>
                    <a:pt x="338" y="49"/>
                    <a:pt x="338" y="53"/>
                  </a:cubicBezTo>
                  <a:cubicBezTo>
                    <a:pt x="338" y="56"/>
                    <a:pt x="337" y="61"/>
                    <a:pt x="336" y="65"/>
                  </a:cubicBezTo>
                  <a:cubicBezTo>
                    <a:pt x="336" y="69"/>
                    <a:pt x="336" y="69"/>
                    <a:pt x="336" y="69"/>
                  </a:cubicBezTo>
                  <a:cubicBezTo>
                    <a:pt x="336" y="70"/>
                    <a:pt x="336" y="71"/>
                    <a:pt x="336" y="72"/>
                  </a:cubicBezTo>
                  <a:cubicBezTo>
                    <a:pt x="326" y="75"/>
                    <a:pt x="319" y="75"/>
                    <a:pt x="316" y="73"/>
                  </a:cubicBezTo>
                  <a:cubicBezTo>
                    <a:pt x="314" y="71"/>
                    <a:pt x="312" y="64"/>
                    <a:pt x="310" y="50"/>
                  </a:cubicBezTo>
                  <a:cubicBezTo>
                    <a:pt x="310" y="46"/>
                    <a:pt x="310" y="46"/>
                    <a:pt x="310" y="46"/>
                  </a:cubicBezTo>
                  <a:cubicBezTo>
                    <a:pt x="326" y="40"/>
                    <a:pt x="330" y="41"/>
                    <a:pt x="334" y="44"/>
                  </a:cubicBezTo>
                  <a:close/>
                  <a:moveTo>
                    <a:pt x="261" y="29"/>
                  </a:moveTo>
                  <a:cubicBezTo>
                    <a:pt x="275" y="13"/>
                    <a:pt x="278" y="12"/>
                    <a:pt x="284" y="13"/>
                  </a:cubicBezTo>
                  <a:cubicBezTo>
                    <a:pt x="284" y="14"/>
                    <a:pt x="284" y="14"/>
                    <a:pt x="284" y="14"/>
                  </a:cubicBezTo>
                  <a:cubicBezTo>
                    <a:pt x="289" y="16"/>
                    <a:pt x="295" y="18"/>
                    <a:pt x="297" y="38"/>
                  </a:cubicBezTo>
                  <a:cubicBezTo>
                    <a:pt x="290" y="42"/>
                    <a:pt x="290" y="42"/>
                    <a:pt x="290" y="42"/>
                  </a:cubicBezTo>
                  <a:cubicBezTo>
                    <a:pt x="282" y="46"/>
                    <a:pt x="275" y="49"/>
                    <a:pt x="269" y="48"/>
                  </a:cubicBezTo>
                  <a:cubicBezTo>
                    <a:pt x="266" y="47"/>
                    <a:pt x="262" y="39"/>
                    <a:pt x="258" y="3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59" y="32"/>
                    <a:pt x="260" y="31"/>
                    <a:pt x="261" y="29"/>
                  </a:cubicBezTo>
                  <a:close/>
                  <a:moveTo>
                    <a:pt x="213" y="9"/>
                  </a:moveTo>
                  <a:cubicBezTo>
                    <a:pt x="214" y="9"/>
                    <a:pt x="214" y="9"/>
                    <a:pt x="215" y="9"/>
                  </a:cubicBezTo>
                  <a:cubicBezTo>
                    <a:pt x="215" y="9"/>
                    <a:pt x="216" y="9"/>
                    <a:pt x="216" y="9"/>
                  </a:cubicBezTo>
                  <a:cubicBezTo>
                    <a:pt x="222" y="9"/>
                    <a:pt x="231" y="13"/>
                    <a:pt x="240" y="26"/>
                  </a:cubicBezTo>
                  <a:cubicBezTo>
                    <a:pt x="242" y="30"/>
                    <a:pt x="242" y="30"/>
                    <a:pt x="242" y="30"/>
                  </a:cubicBezTo>
                  <a:cubicBezTo>
                    <a:pt x="236" y="35"/>
                    <a:pt x="229" y="39"/>
                    <a:pt x="221" y="39"/>
                  </a:cubicBezTo>
                  <a:cubicBezTo>
                    <a:pt x="221" y="39"/>
                    <a:pt x="221" y="39"/>
                    <a:pt x="220" y="39"/>
                  </a:cubicBezTo>
                  <a:cubicBezTo>
                    <a:pt x="211" y="40"/>
                    <a:pt x="203" y="33"/>
                    <a:pt x="196" y="25"/>
                  </a:cubicBezTo>
                  <a:cubicBezTo>
                    <a:pt x="201" y="17"/>
                    <a:pt x="208" y="11"/>
                    <a:pt x="213" y="9"/>
                  </a:cubicBezTo>
                  <a:close/>
                  <a:moveTo>
                    <a:pt x="146" y="45"/>
                  </a:moveTo>
                  <a:cubicBezTo>
                    <a:pt x="146" y="31"/>
                    <a:pt x="151" y="19"/>
                    <a:pt x="158" y="17"/>
                  </a:cubicBezTo>
                  <a:cubicBezTo>
                    <a:pt x="158" y="17"/>
                    <a:pt x="158" y="17"/>
                    <a:pt x="158" y="17"/>
                  </a:cubicBezTo>
                  <a:cubicBezTo>
                    <a:pt x="165" y="15"/>
                    <a:pt x="174" y="19"/>
                    <a:pt x="181" y="27"/>
                  </a:cubicBezTo>
                  <a:cubicBezTo>
                    <a:pt x="181" y="28"/>
                    <a:pt x="180" y="30"/>
                    <a:pt x="180" y="31"/>
                  </a:cubicBezTo>
                  <a:cubicBezTo>
                    <a:pt x="176" y="44"/>
                    <a:pt x="171" y="52"/>
                    <a:pt x="165" y="52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58" y="54"/>
                    <a:pt x="152" y="52"/>
                    <a:pt x="146" y="49"/>
                  </a:cubicBezTo>
                  <a:cubicBezTo>
                    <a:pt x="146" y="48"/>
                    <a:pt x="146" y="46"/>
                    <a:pt x="146" y="45"/>
                  </a:cubicBezTo>
                  <a:close/>
                  <a:moveTo>
                    <a:pt x="106" y="46"/>
                  </a:moveTo>
                  <a:cubicBezTo>
                    <a:pt x="106" y="46"/>
                    <a:pt x="106" y="46"/>
                    <a:pt x="106" y="46"/>
                  </a:cubicBezTo>
                  <a:cubicBezTo>
                    <a:pt x="111" y="43"/>
                    <a:pt x="119" y="48"/>
                    <a:pt x="127" y="53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31" y="55"/>
                    <a:pt x="132" y="56"/>
                    <a:pt x="133" y="56"/>
                  </a:cubicBezTo>
                  <a:cubicBezTo>
                    <a:pt x="132" y="65"/>
                    <a:pt x="129" y="72"/>
                    <a:pt x="127" y="74"/>
                  </a:cubicBezTo>
                  <a:cubicBezTo>
                    <a:pt x="123" y="75"/>
                    <a:pt x="116" y="75"/>
                    <a:pt x="102" y="71"/>
                  </a:cubicBezTo>
                  <a:cubicBezTo>
                    <a:pt x="99" y="70"/>
                    <a:pt x="99" y="70"/>
                    <a:pt x="99" y="70"/>
                  </a:cubicBezTo>
                  <a:cubicBezTo>
                    <a:pt x="99" y="52"/>
                    <a:pt x="102" y="49"/>
                    <a:pt x="106" y="46"/>
                  </a:cubicBezTo>
                  <a:close/>
                  <a:moveTo>
                    <a:pt x="59" y="82"/>
                  </a:moveTo>
                  <a:cubicBezTo>
                    <a:pt x="59" y="81"/>
                    <a:pt x="59" y="81"/>
                    <a:pt x="59" y="81"/>
                  </a:cubicBezTo>
                  <a:cubicBezTo>
                    <a:pt x="63" y="77"/>
                    <a:pt x="68" y="73"/>
                    <a:pt x="87" y="79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90"/>
                    <a:pt x="88" y="94"/>
                    <a:pt x="88" y="97"/>
                  </a:cubicBezTo>
                  <a:cubicBezTo>
                    <a:pt x="88" y="101"/>
                    <a:pt x="87" y="105"/>
                    <a:pt x="85" y="108"/>
                  </a:cubicBezTo>
                  <a:cubicBezTo>
                    <a:pt x="82" y="109"/>
                    <a:pt x="74" y="110"/>
                    <a:pt x="69" y="110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2" y="109"/>
                    <a:pt x="61" y="107"/>
                    <a:pt x="60" y="106"/>
                  </a:cubicBezTo>
                  <a:cubicBezTo>
                    <a:pt x="57" y="100"/>
                    <a:pt x="56" y="95"/>
                    <a:pt x="56" y="91"/>
                  </a:cubicBezTo>
                  <a:cubicBezTo>
                    <a:pt x="56" y="87"/>
                    <a:pt x="57" y="84"/>
                    <a:pt x="59" y="82"/>
                  </a:cubicBezTo>
                  <a:close/>
                  <a:moveTo>
                    <a:pt x="24" y="141"/>
                  </a:moveTo>
                  <a:cubicBezTo>
                    <a:pt x="24" y="141"/>
                    <a:pt x="24" y="141"/>
                    <a:pt x="24" y="141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7" y="134"/>
                    <a:pt x="34" y="127"/>
                    <a:pt x="51" y="124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59" y="133"/>
                    <a:pt x="61" y="143"/>
                    <a:pt x="58" y="150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4" y="159"/>
                    <a:pt x="42" y="163"/>
                    <a:pt x="31" y="166"/>
                  </a:cubicBezTo>
                  <a:cubicBezTo>
                    <a:pt x="31" y="166"/>
                    <a:pt x="31" y="166"/>
                    <a:pt x="31" y="166"/>
                  </a:cubicBezTo>
                  <a:cubicBezTo>
                    <a:pt x="26" y="159"/>
                    <a:pt x="23" y="151"/>
                    <a:pt x="23" y="145"/>
                  </a:cubicBezTo>
                  <a:cubicBezTo>
                    <a:pt x="23" y="143"/>
                    <a:pt x="24" y="142"/>
                    <a:pt x="24" y="141"/>
                  </a:cubicBezTo>
                  <a:close/>
                  <a:moveTo>
                    <a:pt x="8" y="199"/>
                  </a:moveTo>
                  <a:cubicBezTo>
                    <a:pt x="8" y="198"/>
                    <a:pt x="8" y="198"/>
                    <a:pt x="8" y="198"/>
                  </a:cubicBezTo>
                  <a:cubicBezTo>
                    <a:pt x="8" y="197"/>
                    <a:pt x="8" y="197"/>
                    <a:pt x="8" y="197"/>
                  </a:cubicBezTo>
                  <a:cubicBezTo>
                    <a:pt x="9" y="190"/>
                    <a:pt x="17" y="183"/>
                    <a:pt x="26" y="180"/>
                  </a:cubicBezTo>
                  <a:cubicBezTo>
                    <a:pt x="27" y="181"/>
                    <a:pt x="29" y="182"/>
                    <a:pt x="30" y="184"/>
                  </a:cubicBezTo>
                  <a:cubicBezTo>
                    <a:pt x="40" y="192"/>
                    <a:pt x="45" y="200"/>
                    <a:pt x="43" y="205"/>
                  </a:cubicBezTo>
                  <a:cubicBezTo>
                    <a:pt x="43" y="205"/>
                    <a:pt x="43" y="206"/>
                    <a:pt x="43" y="206"/>
                  </a:cubicBezTo>
                  <a:cubicBezTo>
                    <a:pt x="42" y="212"/>
                    <a:pt x="37" y="217"/>
                    <a:pt x="32" y="222"/>
                  </a:cubicBezTo>
                  <a:cubicBezTo>
                    <a:pt x="31" y="221"/>
                    <a:pt x="30" y="221"/>
                    <a:pt x="28" y="220"/>
                  </a:cubicBezTo>
                  <a:cubicBezTo>
                    <a:pt x="16" y="215"/>
                    <a:pt x="8" y="206"/>
                    <a:pt x="8" y="199"/>
                  </a:cubicBezTo>
                  <a:close/>
                  <a:moveTo>
                    <a:pt x="36" y="271"/>
                  </a:moveTo>
                  <a:cubicBezTo>
                    <a:pt x="18" y="265"/>
                    <a:pt x="15" y="262"/>
                    <a:pt x="14" y="257"/>
                  </a:cubicBezTo>
                  <a:cubicBezTo>
                    <a:pt x="14" y="257"/>
                    <a:pt x="14" y="257"/>
                    <a:pt x="14" y="257"/>
                  </a:cubicBezTo>
                  <a:cubicBezTo>
                    <a:pt x="14" y="257"/>
                    <a:pt x="14" y="257"/>
                    <a:pt x="14" y="257"/>
                  </a:cubicBezTo>
                  <a:cubicBezTo>
                    <a:pt x="14" y="256"/>
                    <a:pt x="14" y="256"/>
                    <a:pt x="14" y="256"/>
                  </a:cubicBezTo>
                  <a:cubicBezTo>
                    <a:pt x="14" y="251"/>
                    <a:pt x="20" y="246"/>
                    <a:pt x="28" y="241"/>
                  </a:cubicBezTo>
                  <a:cubicBezTo>
                    <a:pt x="31" y="239"/>
                    <a:pt x="31" y="239"/>
                    <a:pt x="31" y="239"/>
                  </a:cubicBezTo>
                  <a:cubicBezTo>
                    <a:pt x="32" y="238"/>
                    <a:pt x="33" y="237"/>
                    <a:pt x="34" y="236"/>
                  </a:cubicBezTo>
                  <a:cubicBezTo>
                    <a:pt x="44" y="242"/>
                    <a:pt x="47" y="245"/>
                    <a:pt x="48" y="247"/>
                  </a:cubicBezTo>
                  <a:cubicBezTo>
                    <a:pt x="48" y="248"/>
                    <a:pt x="49" y="248"/>
                    <a:pt x="49" y="248"/>
                  </a:cubicBezTo>
                  <a:cubicBezTo>
                    <a:pt x="49" y="250"/>
                    <a:pt x="45" y="255"/>
                    <a:pt x="43" y="258"/>
                  </a:cubicBezTo>
                  <a:cubicBezTo>
                    <a:pt x="37" y="268"/>
                    <a:pt x="37" y="268"/>
                    <a:pt x="37" y="268"/>
                  </a:cubicBezTo>
                  <a:lnTo>
                    <a:pt x="36" y="271"/>
                  </a:lnTo>
                  <a:close/>
                  <a:moveTo>
                    <a:pt x="65" y="321"/>
                  </a:moveTo>
                  <a:cubicBezTo>
                    <a:pt x="51" y="323"/>
                    <a:pt x="48" y="320"/>
                    <a:pt x="43" y="315"/>
                  </a:cubicBezTo>
                  <a:cubicBezTo>
                    <a:pt x="42" y="313"/>
                    <a:pt x="42" y="313"/>
                    <a:pt x="42" y="313"/>
                  </a:cubicBezTo>
                  <a:cubicBezTo>
                    <a:pt x="39" y="308"/>
                    <a:pt x="36" y="299"/>
                    <a:pt x="42" y="285"/>
                  </a:cubicBezTo>
                  <a:cubicBezTo>
                    <a:pt x="45" y="285"/>
                    <a:pt x="47" y="286"/>
                    <a:pt x="50" y="286"/>
                  </a:cubicBezTo>
                  <a:cubicBezTo>
                    <a:pt x="60" y="287"/>
                    <a:pt x="66" y="288"/>
                    <a:pt x="69" y="292"/>
                  </a:cubicBezTo>
                  <a:cubicBezTo>
                    <a:pt x="69" y="292"/>
                    <a:pt x="70" y="293"/>
                    <a:pt x="70" y="293"/>
                  </a:cubicBezTo>
                  <a:cubicBezTo>
                    <a:pt x="70" y="293"/>
                    <a:pt x="70" y="295"/>
                    <a:pt x="70" y="296"/>
                  </a:cubicBezTo>
                  <a:cubicBezTo>
                    <a:pt x="70" y="303"/>
                    <a:pt x="67" y="315"/>
                    <a:pt x="65" y="321"/>
                  </a:cubicBezTo>
                  <a:close/>
                  <a:moveTo>
                    <a:pt x="104" y="367"/>
                  </a:moveTo>
                  <a:cubicBezTo>
                    <a:pt x="94" y="369"/>
                    <a:pt x="83" y="367"/>
                    <a:pt x="79" y="364"/>
                  </a:cubicBezTo>
                  <a:cubicBezTo>
                    <a:pt x="76" y="360"/>
                    <a:pt x="73" y="355"/>
                    <a:pt x="73" y="347"/>
                  </a:cubicBezTo>
                  <a:cubicBezTo>
                    <a:pt x="73" y="343"/>
                    <a:pt x="73" y="339"/>
                    <a:pt x="75" y="335"/>
                  </a:cubicBezTo>
                  <a:cubicBezTo>
                    <a:pt x="75" y="332"/>
                    <a:pt x="75" y="332"/>
                    <a:pt x="75" y="332"/>
                  </a:cubicBezTo>
                  <a:cubicBezTo>
                    <a:pt x="84" y="331"/>
                    <a:pt x="91" y="334"/>
                    <a:pt x="99" y="340"/>
                  </a:cubicBezTo>
                  <a:cubicBezTo>
                    <a:pt x="99" y="340"/>
                    <a:pt x="99" y="340"/>
                    <a:pt x="100" y="340"/>
                  </a:cubicBezTo>
                  <a:cubicBezTo>
                    <a:pt x="103" y="344"/>
                    <a:pt x="104" y="350"/>
                    <a:pt x="104" y="356"/>
                  </a:cubicBezTo>
                  <a:cubicBezTo>
                    <a:pt x="104" y="360"/>
                    <a:pt x="104" y="363"/>
                    <a:pt x="104" y="367"/>
                  </a:cubicBezTo>
                  <a:close/>
                  <a:moveTo>
                    <a:pt x="153" y="389"/>
                  </a:moveTo>
                  <a:cubicBezTo>
                    <a:pt x="143" y="399"/>
                    <a:pt x="131" y="404"/>
                    <a:pt x="125" y="400"/>
                  </a:cubicBezTo>
                  <a:cubicBezTo>
                    <a:pt x="124" y="400"/>
                    <a:pt x="124" y="400"/>
                    <a:pt x="124" y="400"/>
                  </a:cubicBezTo>
                  <a:cubicBezTo>
                    <a:pt x="119" y="397"/>
                    <a:pt x="115" y="388"/>
                    <a:pt x="115" y="378"/>
                  </a:cubicBezTo>
                  <a:cubicBezTo>
                    <a:pt x="115" y="378"/>
                    <a:pt x="115" y="377"/>
                    <a:pt x="115" y="376"/>
                  </a:cubicBezTo>
                  <a:cubicBezTo>
                    <a:pt x="117" y="376"/>
                    <a:pt x="118" y="375"/>
                    <a:pt x="120" y="374"/>
                  </a:cubicBezTo>
                  <a:cubicBezTo>
                    <a:pt x="132" y="368"/>
                    <a:pt x="141" y="367"/>
                    <a:pt x="145" y="370"/>
                  </a:cubicBezTo>
                  <a:cubicBezTo>
                    <a:pt x="145" y="370"/>
                    <a:pt x="145" y="370"/>
                    <a:pt x="145" y="370"/>
                  </a:cubicBezTo>
                  <a:cubicBezTo>
                    <a:pt x="151" y="374"/>
                    <a:pt x="154" y="380"/>
                    <a:pt x="156" y="387"/>
                  </a:cubicBezTo>
                  <a:cubicBezTo>
                    <a:pt x="155" y="387"/>
                    <a:pt x="154" y="388"/>
                    <a:pt x="153" y="389"/>
                  </a:cubicBezTo>
                  <a:close/>
                  <a:moveTo>
                    <a:pt x="182" y="417"/>
                  </a:moveTo>
                  <a:cubicBezTo>
                    <a:pt x="182" y="417"/>
                    <a:pt x="182" y="417"/>
                    <a:pt x="181" y="417"/>
                  </a:cubicBezTo>
                  <a:cubicBezTo>
                    <a:pt x="181" y="417"/>
                    <a:pt x="181" y="417"/>
                    <a:pt x="181" y="417"/>
                  </a:cubicBezTo>
                  <a:cubicBezTo>
                    <a:pt x="176" y="416"/>
                    <a:pt x="174" y="407"/>
                    <a:pt x="172" y="398"/>
                  </a:cubicBezTo>
                  <a:cubicBezTo>
                    <a:pt x="171" y="394"/>
                    <a:pt x="171" y="394"/>
                    <a:pt x="171" y="394"/>
                  </a:cubicBezTo>
                  <a:cubicBezTo>
                    <a:pt x="171" y="393"/>
                    <a:pt x="171" y="392"/>
                    <a:pt x="170" y="391"/>
                  </a:cubicBezTo>
                  <a:cubicBezTo>
                    <a:pt x="178" y="385"/>
                    <a:pt x="184" y="382"/>
                    <a:pt x="188" y="383"/>
                  </a:cubicBezTo>
                  <a:cubicBezTo>
                    <a:pt x="191" y="384"/>
                    <a:pt x="196" y="390"/>
                    <a:pt x="202" y="403"/>
                  </a:cubicBezTo>
                  <a:cubicBezTo>
                    <a:pt x="204" y="406"/>
                    <a:pt x="204" y="406"/>
                    <a:pt x="204" y="406"/>
                  </a:cubicBezTo>
                  <a:cubicBezTo>
                    <a:pt x="191" y="417"/>
                    <a:pt x="187" y="418"/>
                    <a:pt x="182" y="417"/>
                  </a:cubicBezTo>
                  <a:close/>
                  <a:moveTo>
                    <a:pt x="257" y="408"/>
                  </a:moveTo>
                  <a:cubicBezTo>
                    <a:pt x="253" y="420"/>
                    <a:pt x="246" y="425"/>
                    <a:pt x="240" y="427"/>
                  </a:cubicBezTo>
                  <a:cubicBezTo>
                    <a:pt x="240" y="427"/>
                    <a:pt x="240" y="427"/>
                    <a:pt x="240" y="427"/>
                  </a:cubicBezTo>
                  <a:cubicBezTo>
                    <a:pt x="234" y="426"/>
                    <a:pt x="228" y="426"/>
                    <a:pt x="219" y="408"/>
                  </a:cubicBezTo>
                  <a:cubicBezTo>
                    <a:pt x="223" y="403"/>
                    <a:pt x="223" y="403"/>
                    <a:pt x="223" y="403"/>
                  </a:cubicBezTo>
                  <a:cubicBezTo>
                    <a:pt x="230" y="396"/>
                    <a:pt x="234" y="392"/>
                    <a:pt x="240" y="391"/>
                  </a:cubicBezTo>
                  <a:cubicBezTo>
                    <a:pt x="243" y="391"/>
                    <a:pt x="251" y="398"/>
                    <a:pt x="256" y="402"/>
                  </a:cubicBezTo>
                  <a:cubicBezTo>
                    <a:pt x="258" y="404"/>
                    <a:pt x="258" y="404"/>
                    <a:pt x="258" y="404"/>
                  </a:cubicBezTo>
                  <a:cubicBezTo>
                    <a:pt x="258" y="405"/>
                    <a:pt x="257" y="407"/>
                    <a:pt x="257" y="408"/>
                  </a:cubicBezTo>
                  <a:close/>
                  <a:moveTo>
                    <a:pt x="306" y="410"/>
                  </a:moveTo>
                  <a:cubicBezTo>
                    <a:pt x="305" y="410"/>
                    <a:pt x="305" y="411"/>
                    <a:pt x="305" y="411"/>
                  </a:cubicBezTo>
                  <a:cubicBezTo>
                    <a:pt x="299" y="413"/>
                    <a:pt x="289" y="413"/>
                    <a:pt x="276" y="403"/>
                  </a:cubicBezTo>
                  <a:cubicBezTo>
                    <a:pt x="273" y="400"/>
                    <a:pt x="273" y="400"/>
                    <a:pt x="273" y="400"/>
                  </a:cubicBezTo>
                  <a:cubicBezTo>
                    <a:pt x="277" y="391"/>
                    <a:pt x="282" y="383"/>
                    <a:pt x="289" y="380"/>
                  </a:cubicBezTo>
                  <a:cubicBezTo>
                    <a:pt x="297" y="378"/>
                    <a:pt x="307" y="382"/>
                    <a:pt x="316" y="387"/>
                  </a:cubicBezTo>
                  <a:cubicBezTo>
                    <a:pt x="317" y="387"/>
                    <a:pt x="317" y="387"/>
                    <a:pt x="317" y="387"/>
                  </a:cubicBezTo>
                  <a:cubicBezTo>
                    <a:pt x="315" y="398"/>
                    <a:pt x="310" y="408"/>
                    <a:pt x="306" y="410"/>
                  </a:cubicBezTo>
                  <a:close/>
                  <a:moveTo>
                    <a:pt x="316" y="366"/>
                  </a:moveTo>
                  <a:cubicBezTo>
                    <a:pt x="316" y="368"/>
                    <a:pt x="316" y="371"/>
                    <a:pt x="316" y="374"/>
                  </a:cubicBezTo>
                  <a:cubicBezTo>
                    <a:pt x="306" y="370"/>
                    <a:pt x="294" y="368"/>
                    <a:pt x="283" y="375"/>
                  </a:cubicBezTo>
                  <a:cubicBezTo>
                    <a:pt x="283" y="375"/>
                    <a:pt x="283" y="375"/>
                    <a:pt x="283" y="375"/>
                  </a:cubicBezTo>
                  <a:cubicBezTo>
                    <a:pt x="275" y="379"/>
                    <a:pt x="269" y="385"/>
                    <a:pt x="264" y="393"/>
                  </a:cubicBezTo>
                  <a:cubicBezTo>
                    <a:pt x="257" y="387"/>
                    <a:pt x="249" y="383"/>
                    <a:pt x="241" y="383"/>
                  </a:cubicBezTo>
                  <a:cubicBezTo>
                    <a:pt x="229" y="382"/>
                    <a:pt x="221" y="389"/>
                    <a:pt x="213" y="397"/>
                  </a:cubicBezTo>
                  <a:cubicBezTo>
                    <a:pt x="207" y="387"/>
                    <a:pt x="200" y="380"/>
                    <a:pt x="193" y="377"/>
                  </a:cubicBezTo>
                  <a:cubicBezTo>
                    <a:pt x="192" y="376"/>
                    <a:pt x="192" y="376"/>
                    <a:pt x="191" y="376"/>
                  </a:cubicBezTo>
                  <a:cubicBezTo>
                    <a:pt x="191" y="376"/>
                    <a:pt x="191" y="376"/>
                    <a:pt x="191" y="376"/>
                  </a:cubicBezTo>
                  <a:cubicBezTo>
                    <a:pt x="191" y="376"/>
                    <a:pt x="191" y="376"/>
                    <a:pt x="191" y="376"/>
                  </a:cubicBezTo>
                  <a:cubicBezTo>
                    <a:pt x="191" y="376"/>
                    <a:pt x="190" y="376"/>
                    <a:pt x="190" y="376"/>
                  </a:cubicBezTo>
                  <a:cubicBezTo>
                    <a:pt x="190" y="376"/>
                    <a:pt x="190" y="376"/>
                    <a:pt x="190" y="376"/>
                  </a:cubicBezTo>
                  <a:cubicBezTo>
                    <a:pt x="190" y="376"/>
                    <a:pt x="190" y="376"/>
                    <a:pt x="190" y="376"/>
                  </a:cubicBezTo>
                  <a:cubicBezTo>
                    <a:pt x="189" y="375"/>
                    <a:pt x="188" y="375"/>
                    <a:pt x="188" y="375"/>
                  </a:cubicBezTo>
                  <a:cubicBezTo>
                    <a:pt x="188" y="375"/>
                    <a:pt x="188" y="375"/>
                    <a:pt x="188" y="375"/>
                  </a:cubicBezTo>
                  <a:cubicBezTo>
                    <a:pt x="187" y="375"/>
                    <a:pt x="187" y="375"/>
                    <a:pt x="187" y="375"/>
                  </a:cubicBezTo>
                  <a:cubicBezTo>
                    <a:pt x="180" y="374"/>
                    <a:pt x="173" y="376"/>
                    <a:pt x="166" y="380"/>
                  </a:cubicBezTo>
                  <a:cubicBezTo>
                    <a:pt x="161" y="372"/>
                    <a:pt x="155" y="367"/>
                    <a:pt x="147" y="362"/>
                  </a:cubicBezTo>
                  <a:cubicBezTo>
                    <a:pt x="138" y="356"/>
                    <a:pt x="129" y="357"/>
                    <a:pt x="116" y="363"/>
                  </a:cubicBezTo>
                  <a:cubicBezTo>
                    <a:pt x="116" y="354"/>
                    <a:pt x="114" y="344"/>
                    <a:pt x="106" y="336"/>
                  </a:cubicBezTo>
                  <a:cubicBezTo>
                    <a:pt x="106" y="335"/>
                    <a:pt x="105" y="334"/>
                    <a:pt x="104" y="333"/>
                  </a:cubicBezTo>
                  <a:cubicBezTo>
                    <a:pt x="97" y="327"/>
                    <a:pt x="89" y="321"/>
                    <a:pt x="78" y="320"/>
                  </a:cubicBezTo>
                  <a:cubicBezTo>
                    <a:pt x="79" y="316"/>
                    <a:pt x="80" y="310"/>
                    <a:pt x="80" y="305"/>
                  </a:cubicBezTo>
                  <a:cubicBezTo>
                    <a:pt x="80" y="301"/>
                    <a:pt x="79" y="297"/>
                    <a:pt x="78" y="293"/>
                  </a:cubicBezTo>
                  <a:cubicBezTo>
                    <a:pt x="78" y="293"/>
                    <a:pt x="78" y="293"/>
                    <a:pt x="78" y="293"/>
                  </a:cubicBezTo>
                  <a:cubicBezTo>
                    <a:pt x="78" y="293"/>
                    <a:pt x="78" y="292"/>
                    <a:pt x="78" y="292"/>
                  </a:cubicBezTo>
                  <a:cubicBezTo>
                    <a:pt x="73" y="279"/>
                    <a:pt x="62" y="277"/>
                    <a:pt x="50" y="274"/>
                  </a:cubicBezTo>
                  <a:cubicBezTo>
                    <a:pt x="48" y="274"/>
                    <a:pt x="48" y="274"/>
                    <a:pt x="48" y="274"/>
                  </a:cubicBezTo>
                  <a:cubicBezTo>
                    <a:pt x="48" y="273"/>
                    <a:pt x="51" y="269"/>
                    <a:pt x="51" y="269"/>
                  </a:cubicBezTo>
                  <a:cubicBezTo>
                    <a:pt x="55" y="260"/>
                    <a:pt x="59" y="253"/>
                    <a:pt x="56" y="246"/>
                  </a:cubicBezTo>
                  <a:cubicBezTo>
                    <a:pt x="55" y="239"/>
                    <a:pt x="50" y="233"/>
                    <a:pt x="42" y="228"/>
                  </a:cubicBezTo>
                  <a:cubicBezTo>
                    <a:pt x="47" y="221"/>
                    <a:pt x="50" y="213"/>
                    <a:pt x="51" y="204"/>
                  </a:cubicBezTo>
                  <a:cubicBezTo>
                    <a:pt x="52" y="202"/>
                    <a:pt x="52" y="201"/>
                    <a:pt x="52" y="199"/>
                  </a:cubicBezTo>
                  <a:cubicBezTo>
                    <a:pt x="52" y="191"/>
                    <a:pt x="48" y="183"/>
                    <a:pt x="39" y="176"/>
                  </a:cubicBezTo>
                  <a:cubicBezTo>
                    <a:pt x="50" y="172"/>
                    <a:pt x="60" y="166"/>
                    <a:pt x="64" y="154"/>
                  </a:cubicBezTo>
                  <a:cubicBezTo>
                    <a:pt x="64" y="154"/>
                    <a:pt x="65" y="154"/>
                    <a:pt x="65" y="154"/>
                  </a:cubicBezTo>
                  <a:cubicBezTo>
                    <a:pt x="65" y="154"/>
                    <a:pt x="65" y="154"/>
                    <a:pt x="65" y="154"/>
                  </a:cubicBezTo>
                  <a:cubicBezTo>
                    <a:pt x="67" y="148"/>
                    <a:pt x="69" y="142"/>
                    <a:pt x="69" y="135"/>
                  </a:cubicBezTo>
                  <a:cubicBezTo>
                    <a:pt x="69" y="131"/>
                    <a:pt x="68" y="127"/>
                    <a:pt x="67" y="122"/>
                  </a:cubicBezTo>
                  <a:cubicBezTo>
                    <a:pt x="74" y="121"/>
                    <a:pt x="81" y="120"/>
                    <a:pt x="86" y="117"/>
                  </a:cubicBezTo>
                  <a:cubicBezTo>
                    <a:pt x="86" y="117"/>
                    <a:pt x="87" y="117"/>
                    <a:pt x="87" y="117"/>
                  </a:cubicBezTo>
                  <a:cubicBezTo>
                    <a:pt x="87" y="117"/>
                    <a:pt x="87" y="117"/>
                    <a:pt x="87" y="117"/>
                  </a:cubicBezTo>
                  <a:cubicBezTo>
                    <a:pt x="88" y="116"/>
                    <a:pt x="88" y="116"/>
                    <a:pt x="88" y="116"/>
                  </a:cubicBezTo>
                  <a:cubicBezTo>
                    <a:pt x="90" y="115"/>
                    <a:pt x="92" y="113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0"/>
                    <a:pt x="93" y="110"/>
                    <a:pt x="93" y="110"/>
                  </a:cubicBezTo>
                  <a:cubicBezTo>
                    <a:pt x="98" y="103"/>
                    <a:pt x="99" y="94"/>
                    <a:pt x="99" y="85"/>
                  </a:cubicBezTo>
                  <a:cubicBezTo>
                    <a:pt x="99" y="84"/>
                    <a:pt x="99" y="83"/>
                    <a:pt x="99" y="82"/>
                  </a:cubicBezTo>
                  <a:cubicBezTo>
                    <a:pt x="110" y="85"/>
                    <a:pt x="120" y="85"/>
                    <a:pt x="127" y="82"/>
                  </a:cubicBezTo>
                  <a:cubicBezTo>
                    <a:pt x="128" y="82"/>
                    <a:pt x="128" y="82"/>
                    <a:pt x="129" y="82"/>
                  </a:cubicBezTo>
                  <a:cubicBezTo>
                    <a:pt x="129" y="82"/>
                    <a:pt x="129" y="82"/>
                    <a:pt x="129" y="82"/>
                  </a:cubicBezTo>
                  <a:cubicBezTo>
                    <a:pt x="129" y="82"/>
                    <a:pt x="129" y="82"/>
                    <a:pt x="129" y="82"/>
                  </a:cubicBezTo>
                  <a:cubicBezTo>
                    <a:pt x="130" y="81"/>
                    <a:pt x="130" y="81"/>
                    <a:pt x="131" y="80"/>
                  </a:cubicBezTo>
                  <a:cubicBezTo>
                    <a:pt x="131" y="80"/>
                    <a:pt x="132" y="80"/>
                    <a:pt x="132" y="80"/>
                  </a:cubicBezTo>
                  <a:cubicBezTo>
                    <a:pt x="138" y="76"/>
                    <a:pt x="142" y="69"/>
                    <a:pt x="144" y="60"/>
                  </a:cubicBezTo>
                  <a:cubicBezTo>
                    <a:pt x="152" y="62"/>
                    <a:pt x="161" y="62"/>
                    <a:pt x="169" y="59"/>
                  </a:cubicBezTo>
                  <a:cubicBezTo>
                    <a:pt x="180" y="57"/>
                    <a:pt x="186" y="50"/>
                    <a:pt x="191" y="36"/>
                  </a:cubicBezTo>
                  <a:cubicBezTo>
                    <a:pt x="198" y="42"/>
                    <a:pt x="206" y="46"/>
                    <a:pt x="217" y="47"/>
                  </a:cubicBezTo>
                  <a:cubicBezTo>
                    <a:pt x="217" y="47"/>
                    <a:pt x="217" y="47"/>
                    <a:pt x="218" y="47"/>
                  </a:cubicBezTo>
                  <a:cubicBezTo>
                    <a:pt x="229" y="47"/>
                    <a:pt x="240" y="45"/>
                    <a:pt x="248" y="40"/>
                  </a:cubicBezTo>
                  <a:cubicBezTo>
                    <a:pt x="254" y="48"/>
                    <a:pt x="259" y="53"/>
                    <a:pt x="266" y="55"/>
                  </a:cubicBezTo>
                  <a:cubicBezTo>
                    <a:pt x="277" y="60"/>
                    <a:pt x="287" y="55"/>
                    <a:pt x="298" y="51"/>
                  </a:cubicBezTo>
                  <a:cubicBezTo>
                    <a:pt x="300" y="62"/>
                    <a:pt x="304" y="71"/>
                    <a:pt x="310" y="77"/>
                  </a:cubicBezTo>
                  <a:cubicBezTo>
                    <a:pt x="310" y="78"/>
                    <a:pt x="310" y="78"/>
                    <a:pt x="311" y="78"/>
                  </a:cubicBezTo>
                  <a:cubicBezTo>
                    <a:pt x="311" y="79"/>
                    <a:pt x="312" y="79"/>
                    <a:pt x="312" y="80"/>
                  </a:cubicBezTo>
                  <a:cubicBezTo>
                    <a:pt x="312" y="80"/>
                    <a:pt x="313" y="80"/>
                    <a:pt x="313" y="80"/>
                  </a:cubicBezTo>
                  <a:cubicBezTo>
                    <a:pt x="319" y="84"/>
                    <a:pt x="327" y="85"/>
                    <a:pt x="336" y="84"/>
                  </a:cubicBezTo>
                  <a:cubicBezTo>
                    <a:pt x="337" y="93"/>
                    <a:pt x="341" y="100"/>
                    <a:pt x="347" y="107"/>
                  </a:cubicBezTo>
                  <a:cubicBezTo>
                    <a:pt x="353" y="116"/>
                    <a:pt x="362" y="119"/>
                    <a:pt x="376" y="118"/>
                  </a:cubicBezTo>
                  <a:cubicBezTo>
                    <a:pt x="373" y="128"/>
                    <a:pt x="372" y="138"/>
                    <a:pt x="378" y="150"/>
                  </a:cubicBezTo>
                  <a:cubicBezTo>
                    <a:pt x="378" y="150"/>
                    <a:pt x="378" y="150"/>
                    <a:pt x="378" y="150"/>
                  </a:cubicBezTo>
                  <a:cubicBezTo>
                    <a:pt x="383" y="161"/>
                    <a:pt x="388" y="167"/>
                    <a:pt x="398" y="174"/>
                  </a:cubicBezTo>
                  <a:cubicBezTo>
                    <a:pt x="396" y="176"/>
                    <a:pt x="395" y="177"/>
                    <a:pt x="395" y="177"/>
                  </a:cubicBezTo>
                  <a:cubicBezTo>
                    <a:pt x="389" y="183"/>
                    <a:pt x="384" y="189"/>
                    <a:pt x="382" y="195"/>
                  </a:cubicBezTo>
                  <a:cubicBezTo>
                    <a:pt x="382" y="195"/>
                    <a:pt x="382" y="195"/>
                    <a:pt x="382" y="195"/>
                  </a:cubicBezTo>
                  <a:cubicBezTo>
                    <a:pt x="382" y="195"/>
                    <a:pt x="382" y="195"/>
                    <a:pt x="382" y="196"/>
                  </a:cubicBezTo>
                  <a:cubicBezTo>
                    <a:pt x="381" y="196"/>
                    <a:pt x="381" y="197"/>
                    <a:pt x="381" y="197"/>
                  </a:cubicBezTo>
                  <a:cubicBezTo>
                    <a:pt x="380" y="201"/>
                    <a:pt x="380" y="204"/>
                    <a:pt x="380" y="207"/>
                  </a:cubicBezTo>
                  <a:cubicBezTo>
                    <a:pt x="380" y="218"/>
                    <a:pt x="385" y="228"/>
                    <a:pt x="392" y="240"/>
                  </a:cubicBezTo>
                  <a:cubicBezTo>
                    <a:pt x="390" y="241"/>
                    <a:pt x="388" y="242"/>
                    <a:pt x="388" y="242"/>
                  </a:cubicBezTo>
                  <a:cubicBezTo>
                    <a:pt x="377" y="247"/>
                    <a:pt x="369" y="251"/>
                    <a:pt x="367" y="261"/>
                  </a:cubicBezTo>
                  <a:cubicBezTo>
                    <a:pt x="367" y="262"/>
                    <a:pt x="367" y="262"/>
                    <a:pt x="367" y="262"/>
                  </a:cubicBezTo>
                  <a:cubicBezTo>
                    <a:pt x="367" y="262"/>
                    <a:pt x="367" y="262"/>
                    <a:pt x="367" y="263"/>
                  </a:cubicBezTo>
                  <a:cubicBezTo>
                    <a:pt x="367" y="265"/>
                    <a:pt x="367" y="268"/>
                    <a:pt x="367" y="271"/>
                  </a:cubicBezTo>
                  <a:cubicBezTo>
                    <a:pt x="367" y="279"/>
                    <a:pt x="370" y="287"/>
                    <a:pt x="374" y="295"/>
                  </a:cubicBezTo>
                  <a:cubicBezTo>
                    <a:pt x="374" y="295"/>
                    <a:pt x="374" y="295"/>
                    <a:pt x="374" y="295"/>
                  </a:cubicBezTo>
                  <a:cubicBezTo>
                    <a:pt x="374" y="295"/>
                    <a:pt x="368" y="296"/>
                    <a:pt x="368" y="296"/>
                  </a:cubicBezTo>
                  <a:cubicBezTo>
                    <a:pt x="359" y="299"/>
                    <a:pt x="352" y="302"/>
                    <a:pt x="349" y="308"/>
                  </a:cubicBezTo>
                  <a:cubicBezTo>
                    <a:pt x="346" y="312"/>
                    <a:pt x="345" y="316"/>
                    <a:pt x="345" y="320"/>
                  </a:cubicBezTo>
                  <a:cubicBezTo>
                    <a:pt x="345" y="324"/>
                    <a:pt x="346" y="328"/>
                    <a:pt x="347" y="332"/>
                  </a:cubicBezTo>
                  <a:cubicBezTo>
                    <a:pt x="339" y="334"/>
                    <a:pt x="332" y="338"/>
                    <a:pt x="326" y="344"/>
                  </a:cubicBezTo>
                  <a:cubicBezTo>
                    <a:pt x="319" y="349"/>
                    <a:pt x="316" y="356"/>
                    <a:pt x="316" y="366"/>
                  </a:cubicBezTo>
                  <a:close/>
                  <a:moveTo>
                    <a:pt x="355" y="377"/>
                  </a:moveTo>
                  <a:cubicBezTo>
                    <a:pt x="355" y="377"/>
                    <a:pt x="355" y="377"/>
                    <a:pt x="354" y="377"/>
                  </a:cubicBezTo>
                  <a:cubicBezTo>
                    <a:pt x="349" y="382"/>
                    <a:pt x="339" y="382"/>
                    <a:pt x="329" y="379"/>
                  </a:cubicBezTo>
                  <a:cubicBezTo>
                    <a:pt x="329" y="377"/>
                    <a:pt x="329" y="375"/>
                    <a:pt x="329" y="374"/>
                  </a:cubicBezTo>
                  <a:cubicBezTo>
                    <a:pt x="329" y="374"/>
                    <a:pt x="329" y="374"/>
                    <a:pt x="329" y="374"/>
                  </a:cubicBezTo>
                  <a:cubicBezTo>
                    <a:pt x="328" y="369"/>
                    <a:pt x="328" y="365"/>
                    <a:pt x="328" y="362"/>
                  </a:cubicBezTo>
                  <a:cubicBezTo>
                    <a:pt x="328" y="355"/>
                    <a:pt x="329" y="350"/>
                    <a:pt x="332" y="348"/>
                  </a:cubicBezTo>
                  <a:cubicBezTo>
                    <a:pt x="332" y="348"/>
                    <a:pt x="332" y="348"/>
                    <a:pt x="332" y="348"/>
                  </a:cubicBezTo>
                  <a:cubicBezTo>
                    <a:pt x="338" y="344"/>
                    <a:pt x="344" y="343"/>
                    <a:pt x="351" y="343"/>
                  </a:cubicBezTo>
                  <a:cubicBezTo>
                    <a:pt x="352" y="344"/>
                    <a:pt x="352" y="345"/>
                    <a:pt x="353" y="347"/>
                  </a:cubicBezTo>
                  <a:cubicBezTo>
                    <a:pt x="356" y="353"/>
                    <a:pt x="358" y="360"/>
                    <a:pt x="358" y="366"/>
                  </a:cubicBezTo>
                  <a:cubicBezTo>
                    <a:pt x="358" y="371"/>
                    <a:pt x="357" y="375"/>
                    <a:pt x="355" y="377"/>
                  </a:cubicBezTo>
                  <a:close/>
                  <a:moveTo>
                    <a:pt x="388" y="328"/>
                  </a:moveTo>
                  <a:cubicBezTo>
                    <a:pt x="385" y="333"/>
                    <a:pt x="376" y="332"/>
                    <a:pt x="367" y="331"/>
                  </a:cubicBezTo>
                  <a:cubicBezTo>
                    <a:pt x="363" y="331"/>
                    <a:pt x="363" y="331"/>
                    <a:pt x="363" y="331"/>
                  </a:cubicBezTo>
                  <a:cubicBezTo>
                    <a:pt x="362" y="331"/>
                    <a:pt x="360" y="331"/>
                    <a:pt x="359" y="331"/>
                  </a:cubicBezTo>
                  <a:cubicBezTo>
                    <a:pt x="355" y="320"/>
                    <a:pt x="354" y="315"/>
                    <a:pt x="355" y="313"/>
                  </a:cubicBezTo>
                  <a:cubicBezTo>
                    <a:pt x="356" y="311"/>
                    <a:pt x="362" y="310"/>
                    <a:pt x="366" y="309"/>
                  </a:cubicBezTo>
                  <a:cubicBezTo>
                    <a:pt x="378" y="306"/>
                    <a:pt x="378" y="306"/>
                    <a:pt x="378" y="306"/>
                  </a:cubicBezTo>
                  <a:cubicBezTo>
                    <a:pt x="381" y="305"/>
                    <a:pt x="381" y="305"/>
                    <a:pt x="381" y="305"/>
                  </a:cubicBezTo>
                  <a:cubicBezTo>
                    <a:pt x="387" y="315"/>
                    <a:pt x="389" y="320"/>
                    <a:pt x="389" y="323"/>
                  </a:cubicBezTo>
                  <a:cubicBezTo>
                    <a:pt x="389" y="325"/>
                    <a:pt x="388" y="326"/>
                    <a:pt x="388" y="328"/>
                  </a:cubicBezTo>
                  <a:close/>
                  <a:moveTo>
                    <a:pt x="404" y="276"/>
                  </a:moveTo>
                  <a:cubicBezTo>
                    <a:pt x="401" y="281"/>
                    <a:pt x="396" y="286"/>
                    <a:pt x="386" y="290"/>
                  </a:cubicBezTo>
                  <a:cubicBezTo>
                    <a:pt x="385" y="289"/>
                    <a:pt x="385" y="289"/>
                    <a:pt x="385" y="289"/>
                  </a:cubicBezTo>
                  <a:cubicBezTo>
                    <a:pt x="379" y="280"/>
                    <a:pt x="375" y="274"/>
                    <a:pt x="375" y="267"/>
                  </a:cubicBezTo>
                  <a:cubicBezTo>
                    <a:pt x="375" y="265"/>
                    <a:pt x="375" y="263"/>
                    <a:pt x="376" y="261"/>
                  </a:cubicBezTo>
                  <a:cubicBezTo>
                    <a:pt x="376" y="261"/>
                    <a:pt x="376" y="261"/>
                    <a:pt x="376" y="261"/>
                  </a:cubicBezTo>
                  <a:cubicBezTo>
                    <a:pt x="378" y="259"/>
                    <a:pt x="383" y="257"/>
                    <a:pt x="387" y="256"/>
                  </a:cubicBezTo>
                  <a:cubicBezTo>
                    <a:pt x="398" y="252"/>
                    <a:pt x="398" y="252"/>
                    <a:pt x="398" y="252"/>
                  </a:cubicBezTo>
                  <a:cubicBezTo>
                    <a:pt x="403" y="261"/>
                    <a:pt x="405" y="266"/>
                    <a:pt x="405" y="270"/>
                  </a:cubicBezTo>
                  <a:cubicBezTo>
                    <a:pt x="405" y="272"/>
                    <a:pt x="404" y="274"/>
                    <a:pt x="404" y="276"/>
                  </a:cubicBezTo>
                  <a:close/>
                  <a:moveTo>
                    <a:pt x="403" y="234"/>
                  </a:moveTo>
                  <a:cubicBezTo>
                    <a:pt x="398" y="227"/>
                    <a:pt x="398" y="227"/>
                    <a:pt x="398" y="227"/>
                  </a:cubicBezTo>
                  <a:cubicBezTo>
                    <a:pt x="393" y="218"/>
                    <a:pt x="388" y="211"/>
                    <a:pt x="388" y="204"/>
                  </a:cubicBezTo>
                  <a:cubicBezTo>
                    <a:pt x="388" y="203"/>
                    <a:pt x="389" y="203"/>
                    <a:pt x="389" y="202"/>
                  </a:cubicBezTo>
                  <a:cubicBezTo>
                    <a:pt x="389" y="202"/>
                    <a:pt x="389" y="202"/>
                    <a:pt x="389" y="201"/>
                  </a:cubicBezTo>
                  <a:cubicBezTo>
                    <a:pt x="389" y="201"/>
                    <a:pt x="389" y="201"/>
                    <a:pt x="389" y="201"/>
                  </a:cubicBezTo>
                  <a:cubicBezTo>
                    <a:pt x="389" y="199"/>
                    <a:pt x="396" y="193"/>
                    <a:pt x="400" y="189"/>
                  </a:cubicBezTo>
                  <a:cubicBezTo>
                    <a:pt x="408" y="181"/>
                    <a:pt x="408" y="181"/>
                    <a:pt x="408" y="181"/>
                  </a:cubicBezTo>
                  <a:cubicBezTo>
                    <a:pt x="421" y="191"/>
                    <a:pt x="423" y="199"/>
                    <a:pt x="425" y="208"/>
                  </a:cubicBezTo>
                  <a:cubicBezTo>
                    <a:pt x="423" y="216"/>
                    <a:pt x="418" y="226"/>
                    <a:pt x="403" y="2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71">
              <a:extLst>
                <a:ext uri="{FF2B5EF4-FFF2-40B4-BE49-F238E27FC236}">
                  <a16:creationId xmlns:a16="http://schemas.microsoft.com/office/drawing/2014/main" id="{A1B12A7F-4769-416B-98E8-9C1CDBA7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128"/>
              <a:ext cx="268" cy="260"/>
            </a:xfrm>
            <a:custGeom>
              <a:avLst/>
              <a:gdLst>
                <a:gd name="T0" fmla="*/ 0 w 55"/>
                <a:gd name="T1" fmla="*/ 60731 h 50"/>
                <a:gd name="T2" fmla="*/ 387353 w 55"/>
                <a:gd name="T3" fmla="*/ 433638 h 50"/>
                <a:gd name="T4" fmla="*/ 456063 w 55"/>
                <a:gd name="T5" fmla="*/ 592935 h 50"/>
                <a:gd name="T6" fmla="*/ 736284 w 55"/>
                <a:gd name="T7" fmla="*/ 988473 h 50"/>
                <a:gd name="T8" fmla="*/ 736284 w 55"/>
                <a:gd name="T9" fmla="*/ 988473 h 50"/>
                <a:gd name="T10" fmla="*/ 507899 w 55"/>
                <a:gd name="T11" fmla="*/ 554970 h 50"/>
                <a:gd name="T12" fmla="*/ 442531 w 55"/>
                <a:gd name="T13" fmla="*/ 395543 h 50"/>
                <a:gd name="T14" fmla="*/ 0 w 55"/>
                <a:gd name="T15" fmla="*/ 60731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50">
                  <a:moveTo>
                    <a:pt x="0" y="3"/>
                  </a:moveTo>
                  <a:cubicBezTo>
                    <a:pt x="6" y="3"/>
                    <a:pt x="18" y="5"/>
                    <a:pt x="29" y="22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40" y="42"/>
                    <a:pt x="46" y="49"/>
                    <a:pt x="55" y="50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49" y="49"/>
                    <a:pt x="44" y="38"/>
                    <a:pt x="38" y="28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21" y="0"/>
                    <a:pt x="7" y="3"/>
                    <a:pt x="0" y="3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72">
              <a:extLst>
                <a:ext uri="{FF2B5EF4-FFF2-40B4-BE49-F238E27FC236}">
                  <a16:creationId xmlns:a16="http://schemas.microsoft.com/office/drawing/2014/main" id="{85A18A21-8B68-4A3B-9741-14F2EDCFE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169"/>
              <a:ext cx="312" cy="177"/>
            </a:xfrm>
            <a:custGeom>
              <a:avLst/>
              <a:gdLst>
                <a:gd name="T0" fmla="*/ 0 w 64"/>
                <a:gd name="T1" fmla="*/ 60950 h 34"/>
                <a:gd name="T2" fmla="*/ 0 w 64"/>
                <a:gd name="T3" fmla="*/ 60950 h 34"/>
                <a:gd name="T4" fmla="*/ 377349 w 64"/>
                <a:gd name="T5" fmla="*/ 298250 h 34"/>
                <a:gd name="T6" fmla="*/ 859082 w 64"/>
                <a:gd name="T7" fmla="*/ 657310 h 34"/>
                <a:gd name="T8" fmla="*/ 859082 w 64"/>
                <a:gd name="T9" fmla="*/ 657310 h 34"/>
                <a:gd name="T10" fmla="*/ 415711 w 64"/>
                <a:gd name="T11" fmla="*/ 218111 h 34"/>
                <a:gd name="T12" fmla="*/ 0 w 64"/>
                <a:gd name="T13" fmla="*/ 6095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34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8" y="1"/>
                    <a:pt x="20" y="6"/>
                    <a:pt x="28" y="15"/>
                  </a:cubicBezTo>
                  <a:cubicBezTo>
                    <a:pt x="37" y="25"/>
                    <a:pt x="48" y="34"/>
                    <a:pt x="64" y="33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50" y="34"/>
                    <a:pt x="40" y="21"/>
                    <a:pt x="31" y="11"/>
                  </a:cubicBezTo>
                  <a:cubicBezTo>
                    <a:pt x="23" y="2"/>
                    <a:pt x="11" y="0"/>
                    <a:pt x="0" y="3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73">
              <a:extLst>
                <a:ext uri="{FF2B5EF4-FFF2-40B4-BE49-F238E27FC236}">
                  <a16:creationId xmlns:a16="http://schemas.microsoft.com/office/drawing/2014/main" id="{98BEDF19-4DB9-4E28-8087-EBFC71C62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450"/>
              <a:ext cx="365" cy="93"/>
            </a:xfrm>
            <a:custGeom>
              <a:avLst/>
              <a:gdLst>
                <a:gd name="T0" fmla="*/ 0 w 75"/>
                <a:gd name="T1" fmla="*/ 287153 h 18"/>
                <a:gd name="T2" fmla="*/ 450454 w 75"/>
                <a:gd name="T3" fmla="*/ 210190 h 18"/>
                <a:gd name="T4" fmla="*/ 570441 w 75"/>
                <a:gd name="T5" fmla="*/ 265076 h 18"/>
                <a:gd name="T6" fmla="*/ 996241 w 75"/>
                <a:gd name="T7" fmla="*/ 246605 h 18"/>
                <a:gd name="T8" fmla="*/ 996241 w 75"/>
                <a:gd name="T9" fmla="*/ 246605 h 18"/>
                <a:gd name="T10" fmla="*/ 611487 w 75"/>
                <a:gd name="T11" fmla="*/ 191720 h 18"/>
                <a:gd name="T12" fmla="*/ 491382 w 75"/>
                <a:gd name="T13" fmla="*/ 151037 h 18"/>
                <a:gd name="T14" fmla="*/ 0 w 75"/>
                <a:gd name="T15" fmla="*/ 287153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18">
                  <a:moveTo>
                    <a:pt x="0" y="15"/>
                  </a:moveTo>
                  <a:cubicBezTo>
                    <a:pt x="5" y="11"/>
                    <a:pt x="10" y="4"/>
                    <a:pt x="34" y="11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55" y="18"/>
                    <a:pt x="68" y="18"/>
                    <a:pt x="75" y="13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0" y="16"/>
                    <a:pt x="57" y="14"/>
                    <a:pt x="46" y="10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12" y="0"/>
                    <a:pt x="6" y="10"/>
                    <a:pt x="0" y="15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74">
              <a:extLst>
                <a:ext uri="{FF2B5EF4-FFF2-40B4-BE49-F238E27FC236}">
                  <a16:creationId xmlns:a16="http://schemas.microsoft.com/office/drawing/2014/main" id="{A1626C9D-4D92-4989-AA42-C86AFECAA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310"/>
              <a:ext cx="326" cy="119"/>
            </a:xfrm>
            <a:custGeom>
              <a:avLst/>
              <a:gdLst>
                <a:gd name="T0" fmla="*/ 0 w 67"/>
                <a:gd name="T1" fmla="*/ 114680 h 23"/>
                <a:gd name="T2" fmla="*/ 0 w 67"/>
                <a:gd name="T3" fmla="*/ 114680 h 23"/>
                <a:gd name="T4" fmla="*/ 371032 w 67"/>
                <a:gd name="T5" fmla="*/ 267321 h 23"/>
                <a:gd name="T6" fmla="*/ 888939 w 67"/>
                <a:gd name="T7" fmla="*/ 344738 h 23"/>
                <a:gd name="T8" fmla="*/ 888939 w 67"/>
                <a:gd name="T9" fmla="*/ 344738 h 23"/>
                <a:gd name="T10" fmla="*/ 397997 w 67"/>
                <a:gd name="T11" fmla="*/ 192796 h 23"/>
                <a:gd name="T12" fmla="*/ 0 w 67"/>
                <a:gd name="T13" fmla="*/ 11468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23"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8" y="1"/>
                    <a:pt x="18" y="8"/>
                    <a:pt x="28" y="14"/>
                  </a:cubicBezTo>
                  <a:cubicBezTo>
                    <a:pt x="39" y="21"/>
                    <a:pt x="52" y="23"/>
                    <a:pt x="67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54" y="23"/>
                    <a:pt x="41" y="17"/>
                    <a:pt x="30" y="10"/>
                  </a:cubicBezTo>
                  <a:cubicBezTo>
                    <a:pt x="19" y="4"/>
                    <a:pt x="10" y="0"/>
                    <a:pt x="0" y="6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75">
              <a:extLst>
                <a:ext uri="{FF2B5EF4-FFF2-40B4-BE49-F238E27FC236}">
                  <a16:creationId xmlns:a16="http://schemas.microsoft.com/office/drawing/2014/main" id="{C48A4007-8C5E-4AC1-9A15-1F35A808E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788"/>
              <a:ext cx="214" cy="379"/>
            </a:xfrm>
            <a:custGeom>
              <a:avLst/>
              <a:gdLst>
                <a:gd name="T0" fmla="*/ 449278 w 44"/>
                <a:gd name="T1" fmla="*/ 0 h 73"/>
                <a:gd name="T2" fmla="*/ 342950 w 44"/>
                <a:gd name="T3" fmla="*/ 724352 h 73"/>
                <a:gd name="T4" fmla="*/ 264154 w 44"/>
                <a:gd name="T5" fmla="*/ 860226 h 73"/>
                <a:gd name="T6" fmla="*/ 27392 w 44"/>
                <a:gd name="T7" fmla="*/ 1429780 h 73"/>
                <a:gd name="T8" fmla="*/ 27392 w 44"/>
                <a:gd name="T9" fmla="*/ 1429780 h 73"/>
                <a:gd name="T10" fmla="*/ 318349 w 44"/>
                <a:gd name="T11" fmla="*/ 939422 h 73"/>
                <a:gd name="T12" fmla="*/ 397262 w 44"/>
                <a:gd name="T13" fmla="*/ 784649 h 73"/>
                <a:gd name="T14" fmla="*/ 449278 w 44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73">
                  <a:moveTo>
                    <a:pt x="34" y="0"/>
                  </a:moveTo>
                  <a:cubicBezTo>
                    <a:pt x="37" y="6"/>
                    <a:pt x="39" y="21"/>
                    <a:pt x="26" y="37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12" y="55"/>
                    <a:pt x="0" y="65"/>
                    <a:pt x="2" y="7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0" y="67"/>
                    <a:pt x="17" y="56"/>
                    <a:pt x="24" y="48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44" y="22"/>
                    <a:pt x="37" y="7"/>
                    <a:pt x="34" y="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76">
              <a:extLst>
                <a:ext uri="{FF2B5EF4-FFF2-40B4-BE49-F238E27FC236}">
                  <a16:creationId xmlns:a16="http://schemas.microsoft.com/office/drawing/2014/main" id="{C1B7670F-EF12-4B55-B30D-A3C4838F5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523"/>
              <a:ext cx="97" cy="363"/>
            </a:xfrm>
            <a:custGeom>
              <a:avLst/>
              <a:gdLst>
                <a:gd name="T0" fmla="*/ 142149 w 20"/>
                <a:gd name="T1" fmla="*/ 0 h 70"/>
                <a:gd name="T2" fmla="*/ 142149 w 20"/>
                <a:gd name="T3" fmla="*/ 0 h 70"/>
                <a:gd name="T4" fmla="*/ 142149 w 20"/>
                <a:gd name="T5" fmla="*/ 585000 h 70"/>
                <a:gd name="T6" fmla="*/ 91267 w 20"/>
                <a:gd name="T7" fmla="*/ 1361069 h 70"/>
                <a:gd name="T8" fmla="*/ 91267 w 20"/>
                <a:gd name="T9" fmla="*/ 1361069 h 70"/>
                <a:gd name="T10" fmla="*/ 195872 w 20"/>
                <a:gd name="T11" fmla="*/ 622649 h 70"/>
                <a:gd name="T12" fmla="*/ 142149 w 20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70"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6" y="7"/>
                    <a:pt x="16" y="20"/>
                    <a:pt x="11" y="30"/>
                  </a:cubicBezTo>
                  <a:cubicBezTo>
                    <a:pt x="5" y="42"/>
                    <a:pt x="0" y="56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1" y="58"/>
                    <a:pt x="9" y="44"/>
                    <a:pt x="15" y="32"/>
                  </a:cubicBezTo>
                  <a:cubicBezTo>
                    <a:pt x="20" y="21"/>
                    <a:pt x="18" y="9"/>
                    <a:pt x="11" y="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77">
              <a:extLst>
                <a:ext uri="{FF2B5EF4-FFF2-40B4-BE49-F238E27FC236}">
                  <a16:creationId xmlns:a16="http://schemas.microsoft.com/office/drawing/2014/main" id="{435ED729-7CBE-4D60-9BDE-0035A58AA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169"/>
              <a:ext cx="150" cy="348"/>
            </a:xfrm>
            <a:custGeom>
              <a:avLst/>
              <a:gdLst>
                <a:gd name="T0" fmla="*/ 0 w 31"/>
                <a:gd name="T1" fmla="*/ 0 h 67"/>
                <a:gd name="T2" fmla="*/ 204489 w 31"/>
                <a:gd name="T3" fmla="*/ 570585 h 67"/>
                <a:gd name="T4" fmla="*/ 217626 w 31"/>
                <a:gd name="T5" fmla="*/ 744481 h 67"/>
                <a:gd name="T6" fmla="*/ 397974 w 31"/>
                <a:gd name="T7" fmla="*/ 1315902 h 67"/>
                <a:gd name="T8" fmla="*/ 397974 w 31"/>
                <a:gd name="T9" fmla="*/ 1315902 h 67"/>
                <a:gd name="T10" fmla="*/ 281192 w 31"/>
                <a:gd name="T11" fmla="*/ 786111 h 67"/>
                <a:gd name="T12" fmla="*/ 257052 w 31"/>
                <a:gd name="T13" fmla="*/ 608408 h 67"/>
                <a:gd name="T14" fmla="*/ 0 w 31"/>
                <a:gd name="T15" fmla="*/ 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7">
                  <a:moveTo>
                    <a:pt x="0" y="0"/>
                  </a:moveTo>
                  <a:cubicBezTo>
                    <a:pt x="6" y="2"/>
                    <a:pt x="14" y="5"/>
                    <a:pt x="16" y="29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8" y="51"/>
                    <a:pt x="23" y="63"/>
                    <a:pt x="31" y="67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25" y="64"/>
                    <a:pt x="23" y="51"/>
                    <a:pt x="22" y="40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19" y="5"/>
                    <a:pt x="7" y="3"/>
                    <a:pt x="0" y="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78">
              <a:extLst>
                <a:ext uri="{FF2B5EF4-FFF2-40B4-BE49-F238E27FC236}">
                  <a16:creationId xmlns:a16="http://schemas.microsoft.com/office/drawing/2014/main" id="{D14DD5E8-99C3-4726-B1AC-0D996F80B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330"/>
              <a:ext cx="68" cy="343"/>
            </a:xfrm>
            <a:custGeom>
              <a:avLst/>
              <a:gdLst>
                <a:gd name="T0" fmla="*/ 0 w 14"/>
                <a:gd name="T1" fmla="*/ 0 h 66"/>
                <a:gd name="T2" fmla="*/ 0 w 14"/>
                <a:gd name="T3" fmla="*/ 0 h 66"/>
                <a:gd name="T4" fmla="*/ 40674 w 14"/>
                <a:gd name="T5" fmla="*/ 553727 h 66"/>
                <a:gd name="T6" fmla="*/ 183687 w 14"/>
                <a:gd name="T7" fmla="*/ 1300594 h 66"/>
                <a:gd name="T8" fmla="*/ 183687 w 14"/>
                <a:gd name="T9" fmla="*/ 1300594 h 66"/>
                <a:gd name="T10" fmla="*/ 91795 w 14"/>
                <a:gd name="T11" fmla="*/ 572690 h 66"/>
                <a:gd name="T12" fmla="*/ 0 w 14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6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5"/>
                    <a:pt x="4" y="17"/>
                    <a:pt x="3" y="28"/>
                  </a:cubicBezTo>
                  <a:cubicBezTo>
                    <a:pt x="1" y="42"/>
                    <a:pt x="3" y="54"/>
                    <a:pt x="14" y="66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5" y="56"/>
                    <a:pt x="5" y="42"/>
                    <a:pt x="7" y="29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79">
              <a:extLst>
                <a:ext uri="{FF2B5EF4-FFF2-40B4-BE49-F238E27FC236}">
                  <a16:creationId xmlns:a16="http://schemas.microsoft.com/office/drawing/2014/main" id="{99613F13-D8EF-4073-B4D9-47EB28DCA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684"/>
              <a:ext cx="336" cy="155"/>
            </a:xfrm>
            <a:custGeom>
              <a:avLst/>
              <a:gdLst>
                <a:gd name="T0" fmla="*/ 0 w 69"/>
                <a:gd name="T1" fmla="*/ 570860 h 30"/>
                <a:gd name="T2" fmla="*/ 386254 w 69"/>
                <a:gd name="T3" fmla="*/ 210190 h 30"/>
                <a:gd name="T4" fmla="*/ 520089 w 69"/>
                <a:gd name="T5" fmla="*/ 191720 h 30"/>
                <a:gd name="T6" fmla="*/ 919958 w 69"/>
                <a:gd name="T7" fmla="*/ 0 h 30"/>
                <a:gd name="T8" fmla="*/ 919958 w 69"/>
                <a:gd name="T9" fmla="*/ 0 h 30"/>
                <a:gd name="T10" fmla="*/ 506576 w 69"/>
                <a:gd name="T11" fmla="*/ 95434 h 30"/>
                <a:gd name="T12" fmla="*/ 386254 w 69"/>
                <a:gd name="T13" fmla="*/ 132541 h 30"/>
                <a:gd name="T14" fmla="*/ 0 w 69"/>
                <a:gd name="T15" fmla="*/ 57086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30">
                  <a:moveTo>
                    <a:pt x="0" y="30"/>
                  </a:moveTo>
                  <a:cubicBezTo>
                    <a:pt x="2" y="24"/>
                    <a:pt x="9" y="14"/>
                    <a:pt x="29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52" y="9"/>
                    <a:pt x="65" y="7"/>
                    <a:pt x="69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6" y="5"/>
                    <a:pt x="49" y="4"/>
                    <a:pt x="38" y="5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6" y="10"/>
                    <a:pt x="3" y="23"/>
                    <a:pt x="0" y="3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80">
              <a:extLst>
                <a:ext uri="{FF2B5EF4-FFF2-40B4-BE49-F238E27FC236}">
                  <a16:creationId xmlns:a16="http://schemas.microsoft.com/office/drawing/2014/main" id="{7F1A7AE9-AA93-4165-9B9D-A50D9C09F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907"/>
              <a:ext cx="278" cy="234"/>
            </a:xfrm>
            <a:custGeom>
              <a:avLst/>
              <a:gdLst>
                <a:gd name="T0" fmla="*/ 0 w 57"/>
                <a:gd name="T1" fmla="*/ 889777 h 45"/>
                <a:gd name="T2" fmla="*/ 0 w 57"/>
                <a:gd name="T3" fmla="*/ 889777 h 45"/>
                <a:gd name="T4" fmla="*/ 295363 w 57"/>
                <a:gd name="T5" fmla="*/ 475254 h 45"/>
                <a:gd name="T6" fmla="*/ 767202 w 57"/>
                <a:gd name="T7" fmla="*/ 0 h 45"/>
                <a:gd name="T8" fmla="*/ 767202 w 57"/>
                <a:gd name="T9" fmla="*/ 0 h 45"/>
                <a:gd name="T10" fmla="*/ 281209 w 57"/>
                <a:gd name="T11" fmla="*/ 395543 h 45"/>
                <a:gd name="T12" fmla="*/ 0 w 57"/>
                <a:gd name="T13" fmla="*/ 88977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5">
                  <a:moveTo>
                    <a:pt x="0" y="4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1" y="36"/>
                    <a:pt x="11" y="28"/>
                    <a:pt x="22" y="24"/>
                  </a:cubicBezTo>
                  <a:cubicBezTo>
                    <a:pt x="35" y="20"/>
                    <a:pt x="51" y="15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2" y="13"/>
                    <a:pt x="33" y="16"/>
                    <a:pt x="21" y="20"/>
                  </a:cubicBezTo>
                  <a:cubicBezTo>
                    <a:pt x="8" y="24"/>
                    <a:pt x="2" y="33"/>
                    <a:pt x="0" y="45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81">
              <a:extLst>
                <a:ext uri="{FF2B5EF4-FFF2-40B4-BE49-F238E27FC236}">
                  <a16:creationId xmlns:a16="http://schemas.microsoft.com/office/drawing/2014/main" id="{9149361C-9CD6-4E61-AB79-F7944F4C5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395"/>
              <a:ext cx="146" cy="364"/>
            </a:xfrm>
            <a:custGeom>
              <a:avLst/>
              <a:gdLst>
                <a:gd name="T0" fmla="*/ 172212 w 30"/>
                <a:gd name="T1" fmla="*/ 1384152 h 70"/>
                <a:gd name="T2" fmla="*/ 185688 w 30"/>
                <a:gd name="T3" fmla="*/ 691657 h 70"/>
                <a:gd name="T4" fmla="*/ 240087 w 30"/>
                <a:gd name="T5" fmla="*/ 513219 h 70"/>
                <a:gd name="T6" fmla="*/ 346716 w 30"/>
                <a:gd name="T7" fmla="*/ 0 h 70"/>
                <a:gd name="T8" fmla="*/ 346716 w 30"/>
                <a:gd name="T9" fmla="*/ 0 h 70"/>
                <a:gd name="T10" fmla="*/ 185688 w 30"/>
                <a:gd name="T11" fmla="*/ 475254 h 70"/>
                <a:gd name="T12" fmla="*/ 133488 w 30"/>
                <a:gd name="T13" fmla="*/ 631062 h 70"/>
                <a:gd name="T14" fmla="*/ 172212 w 30"/>
                <a:gd name="T15" fmla="*/ 1384152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70">
                  <a:moveTo>
                    <a:pt x="13" y="70"/>
                  </a:moveTo>
                  <a:cubicBezTo>
                    <a:pt x="9" y="64"/>
                    <a:pt x="5" y="53"/>
                    <a:pt x="14" y="3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4" y="14"/>
                    <a:pt x="30" y="7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9" y="5"/>
                    <a:pt x="19" y="14"/>
                    <a:pt x="14" y="24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0" y="53"/>
                    <a:pt x="9" y="63"/>
                    <a:pt x="13" y="7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82">
              <a:extLst>
                <a:ext uri="{FF2B5EF4-FFF2-40B4-BE49-F238E27FC236}">
                  <a16:creationId xmlns:a16="http://schemas.microsoft.com/office/drawing/2014/main" id="{1E662016-2C03-45A8-A719-D1F529F65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162"/>
              <a:ext cx="194" cy="290"/>
            </a:xfrm>
            <a:custGeom>
              <a:avLst/>
              <a:gdLst>
                <a:gd name="T0" fmla="*/ 27145 w 40"/>
                <a:gd name="T1" fmla="*/ 1080188 h 56"/>
                <a:gd name="T2" fmla="*/ 27145 w 40"/>
                <a:gd name="T3" fmla="*/ 1080188 h 56"/>
                <a:gd name="T4" fmla="*/ 273918 w 40"/>
                <a:gd name="T5" fmla="*/ 655234 h 56"/>
                <a:gd name="T6" fmla="*/ 520672 w 40"/>
                <a:gd name="T7" fmla="*/ 0 h 56"/>
                <a:gd name="T8" fmla="*/ 520672 w 40"/>
                <a:gd name="T9" fmla="*/ 0 h 56"/>
                <a:gd name="T10" fmla="*/ 233532 w 40"/>
                <a:gd name="T11" fmla="*/ 599803 h 56"/>
                <a:gd name="T12" fmla="*/ 27145 w 40"/>
                <a:gd name="T13" fmla="*/ 108018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6">
                  <a:moveTo>
                    <a:pt x="2" y="56"/>
                  </a:moveTo>
                  <a:cubicBezTo>
                    <a:pt x="2" y="56"/>
                    <a:pt x="2" y="56"/>
                    <a:pt x="2" y="56"/>
                  </a:cubicBezTo>
                  <a:cubicBezTo>
                    <a:pt x="1" y="47"/>
                    <a:pt x="11" y="41"/>
                    <a:pt x="21" y="34"/>
                  </a:cubicBezTo>
                  <a:cubicBezTo>
                    <a:pt x="32" y="27"/>
                    <a:pt x="39" y="16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14"/>
                    <a:pt x="29" y="23"/>
                    <a:pt x="18" y="31"/>
                  </a:cubicBezTo>
                  <a:cubicBezTo>
                    <a:pt x="8" y="38"/>
                    <a:pt x="0" y="44"/>
                    <a:pt x="2" y="56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83">
              <a:extLst>
                <a:ext uri="{FF2B5EF4-FFF2-40B4-BE49-F238E27FC236}">
                  <a16:creationId xmlns:a16="http://schemas.microsoft.com/office/drawing/2014/main" id="{A5318E4A-C53C-4344-984E-4810983EA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624"/>
              <a:ext cx="83" cy="405"/>
            </a:xfrm>
            <a:custGeom>
              <a:avLst/>
              <a:gdLst>
                <a:gd name="T0" fmla="*/ 216469 w 17"/>
                <a:gd name="T1" fmla="*/ 1528501 h 78"/>
                <a:gd name="T2" fmla="*/ 135827 w 17"/>
                <a:gd name="T3" fmla="*/ 860620 h 78"/>
                <a:gd name="T4" fmla="*/ 163642 w 17"/>
                <a:gd name="T5" fmla="*/ 686916 h 78"/>
                <a:gd name="T6" fmla="*/ 163642 w 17"/>
                <a:gd name="T7" fmla="*/ 0 h 78"/>
                <a:gd name="T8" fmla="*/ 163642 w 17"/>
                <a:gd name="T9" fmla="*/ 0 h 78"/>
                <a:gd name="T10" fmla="*/ 108007 w 17"/>
                <a:gd name="T11" fmla="*/ 645477 h 78"/>
                <a:gd name="T12" fmla="*/ 66459 w 17"/>
                <a:gd name="T13" fmla="*/ 841720 h 78"/>
                <a:gd name="T14" fmla="*/ 216469 w 17"/>
                <a:gd name="T15" fmla="*/ 1528501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78">
                  <a:moveTo>
                    <a:pt x="16" y="78"/>
                  </a:moveTo>
                  <a:cubicBezTo>
                    <a:pt x="11" y="73"/>
                    <a:pt x="5" y="63"/>
                    <a:pt x="10" y="44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6" y="22"/>
                    <a:pt x="17" y="7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5"/>
                    <a:pt x="11" y="22"/>
                    <a:pt x="8" y="3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0" y="65"/>
                    <a:pt x="11" y="73"/>
                    <a:pt x="16" y="78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84">
              <a:extLst>
                <a:ext uri="{FF2B5EF4-FFF2-40B4-BE49-F238E27FC236}">
                  <a16:creationId xmlns:a16="http://schemas.microsoft.com/office/drawing/2014/main" id="{CC1F8297-C297-4700-9E0A-8800F7AD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863"/>
              <a:ext cx="107" cy="348"/>
            </a:xfrm>
            <a:custGeom>
              <a:avLst/>
              <a:gdLst>
                <a:gd name="T0" fmla="*/ 290957 w 22"/>
                <a:gd name="T1" fmla="*/ 1315902 h 67"/>
                <a:gd name="T2" fmla="*/ 290957 w 22"/>
                <a:gd name="T3" fmla="*/ 1315902 h 67"/>
                <a:gd name="T4" fmla="*/ 147159 w 22"/>
                <a:gd name="T5" fmla="*/ 767174 h 67"/>
                <a:gd name="T6" fmla="*/ 0 w 22"/>
                <a:gd name="T7" fmla="*/ 0 h 67"/>
                <a:gd name="T8" fmla="*/ 0 w 22"/>
                <a:gd name="T9" fmla="*/ 0 h 67"/>
                <a:gd name="T10" fmla="*/ 78913 w 22"/>
                <a:gd name="T11" fmla="*/ 767174 h 67"/>
                <a:gd name="T12" fmla="*/ 290957 w 22"/>
                <a:gd name="T13" fmla="*/ 1315902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7">
                  <a:moveTo>
                    <a:pt x="22" y="67"/>
                  </a:moveTo>
                  <a:cubicBezTo>
                    <a:pt x="22" y="67"/>
                    <a:pt x="22" y="67"/>
                    <a:pt x="22" y="67"/>
                  </a:cubicBezTo>
                  <a:cubicBezTo>
                    <a:pt x="14" y="63"/>
                    <a:pt x="10" y="51"/>
                    <a:pt x="11" y="39"/>
                  </a:cubicBezTo>
                  <a:cubicBezTo>
                    <a:pt x="11" y="26"/>
                    <a:pt x="12" y="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9"/>
                    <a:pt x="7" y="26"/>
                    <a:pt x="6" y="39"/>
                  </a:cubicBezTo>
                  <a:cubicBezTo>
                    <a:pt x="5" y="52"/>
                    <a:pt x="11" y="61"/>
                    <a:pt x="22" y="67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85">
              <a:extLst>
                <a:ext uri="{FF2B5EF4-FFF2-40B4-BE49-F238E27FC236}">
                  <a16:creationId xmlns:a16="http://schemas.microsoft.com/office/drawing/2014/main" id="{155AB64A-7DB5-4E8A-9893-1FC7E11DF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086"/>
              <a:ext cx="263" cy="281"/>
            </a:xfrm>
            <a:custGeom>
              <a:avLst/>
              <a:gdLst>
                <a:gd name="T0" fmla="*/ 720771 w 54"/>
                <a:gd name="T1" fmla="*/ 1011168 h 54"/>
                <a:gd name="T2" fmla="*/ 372462 w 54"/>
                <a:gd name="T3" fmla="*/ 595351 h 54"/>
                <a:gd name="T4" fmla="*/ 306609 w 54"/>
                <a:gd name="T5" fmla="*/ 434853 h 54"/>
                <a:gd name="T6" fmla="*/ 0 w 54"/>
                <a:gd name="T7" fmla="*/ 0 h 54"/>
                <a:gd name="T8" fmla="*/ 0 w 54"/>
                <a:gd name="T9" fmla="*/ 0 h 54"/>
                <a:gd name="T10" fmla="*/ 241332 w 54"/>
                <a:gd name="T11" fmla="*/ 434853 h 54"/>
                <a:gd name="T12" fmla="*/ 306609 w 54"/>
                <a:gd name="T13" fmla="*/ 595351 h 54"/>
                <a:gd name="T14" fmla="*/ 720771 w 54"/>
                <a:gd name="T15" fmla="*/ 1011168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54">
                  <a:moveTo>
                    <a:pt x="54" y="51"/>
                  </a:moveTo>
                  <a:cubicBezTo>
                    <a:pt x="47" y="51"/>
                    <a:pt x="39" y="52"/>
                    <a:pt x="28" y="30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7" y="10"/>
                    <a:pt x="9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13" y="12"/>
                    <a:pt x="18" y="22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34" y="54"/>
                    <a:pt x="47" y="51"/>
                    <a:pt x="54" y="51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86">
              <a:extLst>
                <a:ext uri="{FF2B5EF4-FFF2-40B4-BE49-F238E27FC236}">
                  <a16:creationId xmlns:a16="http://schemas.microsoft.com/office/drawing/2014/main" id="{2DB1E2FE-59CB-4A70-BCA0-571CF33E7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008"/>
              <a:ext cx="185" cy="291"/>
            </a:xfrm>
            <a:custGeom>
              <a:avLst/>
              <a:gdLst>
                <a:gd name="T0" fmla="*/ 506097 w 38"/>
                <a:gd name="T1" fmla="*/ 1102474 h 56"/>
                <a:gd name="T2" fmla="*/ 506097 w 38"/>
                <a:gd name="T3" fmla="*/ 1102474 h 56"/>
                <a:gd name="T4" fmla="*/ 333696 w 38"/>
                <a:gd name="T5" fmla="*/ 610237 h 56"/>
                <a:gd name="T6" fmla="*/ 0 w 38"/>
                <a:gd name="T7" fmla="*/ 0 h 56"/>
                <a:gd name="T8" fmla="*/ 0 w 38"/>
                <a:gd name="T9" fmla="*/ 0 h 56"/>
                <a:gd name="T10" fmla="*/ 265173 w 38"/>
                <a:gd name="T11" fmla="*/ 629329 h 56"/>
                <a:gd name="T12" fmla="*/ 506097 w 38"/>
                <a:gd name="T13" fmla="*/ 110247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6">
                  <a:moveTo>
                    <a:pt x="38" y="56"/>
                  </a:moveTo>
                  <a:cubicBezTo>
                    <a:pt x="38" y="56"/>
                    <a:pt x="38" y="56"/>
                    <a:pt x="38" y="56"/>
                  </a:cubicBezTo>
                  <a:cubicBezTo>
                    <a:pt x="29" y="54"/>
                    <a:pt x="27" y="42"/>
                    <a:pt x="25" y="31"/>
                  </a:cubicBezTo>
                  <a:cubicBezTo>
                    <a:pt x="21" y="18"/>
                    <a:pt x="14" y="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6"/>
                    <a:pt x="17" y="19"/>
                    <a:pt x="20" y="32"/>
                  </a:cubicBezTo>
                  <a:cubicBezTo>
                    <a:pt x="23" y="44"/>
                    <a:pt x="26" y="54"/>
                    <a:pt x="38" y="56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87">
              <a:extLst>
                <a:ext uri="{FF2B5EF4-FFF2-40B4-BE49-F238E27FC236}">
                  <a16:creationId xmlns:a16="http://schemas.microsoft.com/office/drawing/2014/main" id="{014AF83C-EB17-44C5-AD95-8A877717B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117"/>
              <a:ext cx="341" cy="198"/>
            </a:xfrm>
            <a:custGeom>
              <a:avLst/>
              <a:gdLst>
                <a:gd name="T0" fmla="*/ 935348 w 70"/>
                <a:gd name="T1" fmla="*/ 580135 h 38"/>
                <a:gd name="T2" fmla="*/ 479743 w 70"/>
                <a:gd name="T3" fmla="*/ 418728 h 38"/>
                <a:gd name="T4" fmla="*/ 373405 w 70"/>
                <a:gd name="T5" fmla="*/ 299188 h 38"/>
                <a:gd name="T6" fmla="*/ 0 w 70"/>
                <a:gd name="T7" fmla="*/ 38334 h 38"/>
                <a:gd name="T8" fmla="*/ 0 w 70"/>
                <a:gd name="T9" fmla="*/ 38334 h 38"/>
                <a:gd name="T10" fmla="*/ 334555 w 70"/>
                <a:gd name="T11" fmla="*/ 361142 h 38"/>
                <a:gd name="T12" fmla="*/ 441488 w 70"/>
                <a:gd name="T13" fmla="*/ 479843 h 38"/>
                <a:gd name="T14" fmla="*/ 935348 w 70"/>
                <a:gd name="T15" fmla="*/ 580135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38">
                  <a:moveTo>
                    <a:pt x="70" y="29"/>
                  </a:moveTo>
                  <a:cubicBezTo>
                    <a:pt x="63" y="31"/>
                    <a:pt x="52" y="33"/>
                    <a:pt x="36" y="21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18" y="6"/>
                    <a:pt x="8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1"/>
                    <a:pt x="17" y="11"/>
                    <a:pt x="25" y="18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51" y="38"/>
                    <a:pt x="63" y="31"/>
                    <a:pt x="70" y="29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88">
              <a:extLst>
                <a:ext uri="{FF2B5EF4-FFF2-40B4-BE49-F238E27FC236}">
                  <a16:creationId xmlns:a16="http://schemas.microsoft.com/office/drawing/2014/main" id="{3DB14AB1-1AF6-4302-8CEA-E273CE1F7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3039"/>
              <a:ext cx="350" cy="109"/>
            </a:xfrm>
            <a:custGeom>
              <a:avLst/>
              <a:gdLst>
                <a:gd name="T0" fmla="*/ 949871 w 72"/>
                <a:gd name="T1" fmla="*/ 195915 h 21"/>
                <a:gd name="T2" fmla="*/ 949871 w 72"/>
                <a:gd name="T3" fmla="*/ 195915 h 21"/>
                <a:gd name="T4" fmla="*/ 553894 w 72"/>
                <a:gd name="T5" fmla="*/ 233660 h 21"/>
                <a:gd name="T6" fmla="*/ 0 w 72"/>
                <a:gd name="T7" fmla="*/ 158304 h 21"/>
                <a:gd name="T8" fmla="*/ 0 w 72"/>
                <a:gd name="T9" fmla="*/ 158304 h 21"/>
                <a:gd name="T10" fmla="*/ 526556 w 72"/>
                <a:gd name="T11" fmla="*/ 312814 h 21"/>
                <a:gd name="T12" fmla="*/ 949871 w 72"/>
                <a:gd name="T13" fmla="*/ 19591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1">
                  <a:moveTo>
                    <a:pt x="72" y="10"/>
                  </a:moveTo>
                  <a:cubicBezTo>
                    <a:pt x="72" y="10"/>
                    <a:pt x="72" y="10"/>
                    <a:pt x="72" y="10"/>
                  </a:cubicBezTo>
                  <a:cubicBezTo>
                    <a:pt x="66" y="16"/>
                    <a:pt x="53" y="16"/>
                    <a:pt x="42" y="12"/>
                  </a:cubicBezTo>
                  <a:cubicBezTo>
                    <a:pt x="29" y="7"/>
                    <a:pt x="13" y="0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1"/>
                    <a:pt x="28" y="12"/>
                    <a:pt x="40" y="16"/>
                  </a:cubicBezTo>
                  <a:cubicBezTo>
                    <a:pt x="52" y="21"/>
                    <a:pt x="63" y="18"/>
                    <a:pt x="72" y="1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89">
              <a:extLst>
                <a:ext uri="{FF2B5EF4-FFF2-40B4-BE49-F238E27FC236}">
                  <a16:creationId xmlns:a16="http://schemas.microsoft.com/office/drawing/2014/main" id="{E44A0553-C270-473E-80B9-E280516EB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525"/>
              <a:ext cx="282" cy="213"/>
            </a:xfrm>
            <a:custGeom>
              <a:avLst/>
              <a:gdLst>
                <a:gd name="T0" fmla="*/ 766189 w 58"/>
                <a:gd name="T1" fmla="*/ 0 h 41"/>
                <a:gd name="T2" fmla="*/ 434805 w 58"/>
                <a:gd name="T3" fmla="*/ 472798 h 41"/>
                <a:gd name="T4" fmla="*/ 318023 w 58"/>
                <a:gd name="T5" fmla="*/ 529586 h 41"/>
                <a:gd name="T6" fmla="*/ 0 w 58"/>
                <a:gd name="T7" fmla="*/ 806361 h 41"/>
                <a:gd name="T8" fmla="*/ 0 w 58"/>
                <a:gd name="T9" fmla="*/ 806361 h 41"/>
                <a:gd name="T10" fmla="*/ 342518 w 58"/>
                <a:gd name="T11" fmla="*/ 627877 h 41"/>
                <a:gd name="T12" fmla="*/ 462154 w 58"/>
                <a:gd name="T13" fmla="*/ 571095 h 41"/>
                <a:gd name="T14" fmla="*/ 766189 w 58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41">
                  <a:moveTo>
                    <a:pt x="58" y="0"/>
                  </a:moveTo>
                  <a:cubicBezTo>
                    <a:pt x="57" y="7"/>
                    <a:pt x="52" y="17"/>
                    <a:pt x="33" y="24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12" y="31"/>
                    <a:pt x="3" y="33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35"/>
                    <a:pt x="15" y="35"/>
                    <a:pt x="26" y="32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56" y="21"/>
                    <a:pt x="57" y="7"/>
                    <a:pt x="58" y="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90">
              <a:extLst>
                <a:ext uri="{FF2B5EF4-FFF2-40B4-BE49-F238E27FC236}">
                  <a16:creationId xmlns:a16="http://schemas.microsoft.com/office/drawing/2014/main" id="{2B742A94-3588-44BA-BB92-820439BAA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832"/>
              <a:ext cx="317" cy="98"/>
            </a:xfrm>
            <a:custGeom>
              <a:avLst/>
              <a:gdLst>
                <a:gd name="T0" fmla="*/ 874598 w 65"/>
                <a:gd name="T1" fmla="*/ 0 h 19"/>
                <a:gd name="T2" fmla="*/ 874598 w 65"/>
                <a:gd name="T3" fmla="*/ 0 h 19"/>
                <a:gd name="T4" fmla="*/ 496690 w 65"/>
                <a:gd name="T5" fmla="*/ 94818 h 19"/>
                <a:gd name="T6" fmla="*/ 0 w 65"/>
                <a:gd name="T7" fmla="*/ 357447 h 19"/>
                <a:gd name="T8" fmla="*/ 0 w 65"/>
                <a:gd name="T9" fmla="*/ 357447 h 19"/>
                <a:gd name="T10" fmla="*/ 485322 w 65"/>
                <a:gd name="T11" fmla="*/ 167683 h 19"/>
                <a:gd name="T12" fmla="*/ 874598 w 65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9">
                  <a:moveTo>
                    <a:pt x="65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0" y="7"/>
                    <a:pt x="48" y="5"/>
                    <a:pt x="37" y="5"/>
                  </a:cubicBezTo>
                  <a:cubicBezTo>
                    <a:pt x="23" y="3"/>
                    <a:pt x="11" y="7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9" y="9"/>
                    <a:pt x="23" y="8"/>
                    <a:pt x="36" y="9"/>
                  </a:cubicBezTo>
                  <a:cubicBezTo>
                    <a:pt x="49" y="10"/>
                    <a:pt x="59" y="10"/>
                    <a:pt x="65" y="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91">
              <a:extLst>
                <a:ext uri="{FF2B5EF4-FFF2-40B4-BE49-F238E27FC236}">
                  <a16:creationId xmlns:a16="http://schemas.microsoft.com/office/drawing/2014/main" id="{9822D636-131A-4E4F-A3AE-9C29F9AFB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187"/>
              <a:ext cx="283" cy="291"/>
            </a:xfrm>
            <a:custGeom>
              <a:avLst/>
              <a:gdLst>
                <a:gd name="T0" fmla="*/ 782724 w 58"/>
                <a:gd name="T1" fmla="*/ 0 h 56"/>
                <a:gd name="T2" fmla="*/ 459085 w 58"/>
                <a:gd name="T3" fmla="*/ 629329 h 56"/>
                <a:gd name="T4" fmla="*/ 323640 w 58"/>
                <a:gd name="T5" fmla="*/ 727703 h 56"/>
                <a:gd name="T6" fmla="*/ 0 w 58"/>
                <a:gd name="T7" fmla="*/ 1102474 h 56"/>
                <a:gd name="T8" fmla="*/ 0 w 58"/>
                <a:gd name="T9" fmla="*/ 1102474 h 56"/>
                <a:gd name="T10" fmla="*/ 364997 w 58"/>
                <a:gd name="T11" fmla="*/ 826206 h 56"/>
                <a:gd name="T12" fmla="*/ 486843 w 58"/>
                <a:gd name="T13" fmla="*/ 727703 h 56"/>
                <a:gd name="T14" fmla="*/ 782724 w 58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56">
                  <a:moveTo>
                    <a:pt x="58" y="0"/>
                  </a:moveTo>
                  <a:cubicBezTo>
                    <a:pt x="57" y="7"/>
                    <a:pt x="53" y="21"/>
                    <a:pt x="34" y="32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11" y="43"/>
                    <a:pt x="2" y="46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" y="49"/>
                    <a:pt x="15" y="47"/>
                    <a:pt x="27" y="42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58" y="25"/>
                    <a:pt x="57" y="8"/>
                    <a:pt x="58" y="0"/>
                  </a:cubicBezTo>
                  <a:close/>
                </a:path>
              </a:pathLst>
            </a:custGeom>
            <a:solidFill>
              <a:srgbClr val="007E4B"/>
            </a:solidFill>
            <a:ln w="23813" cap="rnd">
              <a:solidFill>
                <a:srgbClr val="007E4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92">
              <a:extLst>
                <a:ext uri="{FF2B5EF4-FFF2-40B4-BE49-F238E27FC236}">
                  <a16:creationId xmlns:a16="http://schemas.microsoft.com/office/drawing/2014/main" id="{7264A993-7821-422F-B0A3-3B867A3B8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149"/>
              <a:ext cx="327" cy="197"/>
            </a:xfrm>
            <a:custGeom>
              <a:avLst/>
              <a:gdLst>
                <a:gd name="T0" fmla="*/ 905526 w 67"/>
                <a:gd name="T1" fmla="*/ 78722 h 38"/>
                <a:gd name="T2" fmla="*/ 487337 w 67"/>
                <a:gd name="T3" fmla="*/ 348177 h 38"/>
                <a:gd name="T4" fmla="*/ 0 w 67"/>
                <a:gd name="T5" fmla="*/ 718666 h 38"/>
                <a:gd name="T6" fmla="*/ 0 w 67"/>
                <a:gd name="T7" fmla="*/ 718666 h 38"/>
                <a:gd name="T8" fmla="*/ 540126 w 67"/>
                <a:gd name="T9" fmla="*/ 408111 h 38"/>
                <a:gd name="T10" fmla="*/ 905526 w 67"/>
                <a:gd name="T11" fmla="*/ 7872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38">
                  <a:moveTo>
                    <a:pt x="67" y="4"/>
                  </a:moveTo>
                  <a:cubicBezTo>
                    <a:pt x="57" y="2"/>
                    <a:pt x="52" y="0"/>
                    <a:pt x="36" y="18"/>
                  </a:cubicBezTo>
                  <a:cubicBezTo>
                    <a:pt x="26" y="30"/>
                    <a:pt x="13" y="38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5" y="38"/>
                    <a:pt x="29" y="34"/>
                    <a:pt x="40" y="21"/>
                  </a:cubicBezTo>
                  <a:cubicBezTo>
                    <a:pt x="55" y="4"/>
                    <a:pt x="59" y="2"/>
                    <a:pt x="67" y="4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93">
              <a:extLst>
                <a:ext uri="{FF2B5EF4-FFF2-40B4-BE49-F238E27FC236}">
                  <a16:creationId xmlns:a16="http://schemas.microsoft.com/office/drawing/2014/main" id="{16A159D9-0F90-4C43-9C0C-23D8FC2CA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143"/>
              <a:ext cx="248" cy="265"/>
            </a:xfrm>
            <a:custGeom>
              <a:avLst/>
              <a:gdLst>
                <a:gd name="T0" fmla="*/ 225943 w 51"/>
                <a:gd name="T1" fmla="*/ 530021 h 51"/>
                <a:gd name="T2" fmla="*/ 0 w 51"/>
                <a:gd name="T3" fmla="*/ 1003778 h 51"/>
                <a:gd name="T4" fmla="*/ 0 w 51"/>
                <a:gd name="T5" fmla="*/ 1003778 h 51"/>
                <a:gd name="T6" fmla="*/ 290802 w 51"/>
                <a:gd name="T7" fmla="*/ 572249 h 51"/>
                <a:gd name="T8" fmla="*/ 674273 w 51"/>
                <a:gd name="T9" fmla="*/ 0 h 51"/>
                <a:gd name="T10" fmla="*/ 674273 w 51"/>
                <a:gd name="T11" fmla="*/ 0 h 51"/>
                <a:gd name="T12" fmla="*/ 225943 w 51"/>
                <a:gd name="T13" fmla="*/ 530021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1">
                  <a:moveTo>
                    <a:pt x="17" y="27"/>
                  </a:moveTo>
                  <a:cubicBezTo>
                    <a:pt x="13" y="41"/>
                    <a:pt x="7" y="50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0" y="50"/>
                    <a:pt x="17" y="45"/>
                    <a:pt x="22" y="29"/>
                  </a:cubicBezTo>
                  <a:cubicBezTo>
                    <a:pt x="26" y="15"/>
                    <a:pt x="41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9" y="0"/>
                    <a:pt x="22" y="11"/>
                    <a:pt x="17" y="27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94">
              <a:extLst>
                <a:ext uri="{FF2B5EF4-FFF2-40B4-BE49-F238E27FC236}">
                  <a16:creationId xmlns:a16="http://schemas.microsoft.com/office/drawing/2014/main" id="{D3435E2F-40F8-4AB5-A5DA-A62593C44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336"/>
              <a:ext cx="97" cy="374"/>
            </a:xfrm>
            <a:custGeom>
              <a:avLst/>
              <a:gdLst>
                <a:gd name="T0" fmla="*/ 260110 w 20"/>
                <a:gd name="T1" fmla="*/ 0 h 72"/>
                <a:gd name="T2" fmla="*/ 64238 w 20"/>
                <a:gd name="T3" fmla="*/ 608690 h 72"/>
                <a:gd name="T4" fmla="*/ 0 w 20"/>
                <a:gd name="T5" fmla="*/ 1414624 h 72"/>
                <a:gd name="T6" fmla="*/ 0 w 20"/>
                <a:gd name="T7" fmla="*/ 1414624 h 72"/>
                <a:gd name="T8" fmla="*/ 131653 w 20"/>
                <a:gd name="T9" fmla="*/ 608690 h 72"/>
                <a:gd name="T10" fmla="*/ 260110 w 20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72">
                  <a:moveTo>
                    <a:pt x="20" y="0"/>
                  </a:moveTo>
                  <a:cubicBezTo>
                    <a:pt x="12" y="6"/>
                    <a:pt x="6" y="7"/>
                    <a:pt x="5" y="31"/>
                  </a:cubicBezTo>
                  <a:cubicBezTo>
                    <a:pt x="5" y="47"/>
                    <a:pt x="11" y="63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2" y="62"/>
                    <a:pt x="10" y="48"/>
                    <a:pt x="10" y="31"/>
                  </a:cubicBezTo>
                  <a:cubicBezTo>
                    <a:pt x="11" y="9"/>
                    <a:pt x="13" y="5"/>
                    <a:pt x="20" y="0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95">
              <a:extLst>
                <a:ext uri="{FF2B5EF4-FFF2-40B4-BE49-F238E27FC236}">
                  <a16:creationId xmlns:a16="http://schemas.microsoft.com/office/drawing/2014/main" id="{56D77F05-82FE-4850-B6EB-589F4E572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1185"/>
              <a:ext cx="146" cy="338"/>
            </a:xfrm>
            <a:custGeom>
              <a:avLst/>
              <a:gdLst>
                <a:gd name="T0" fmla="*/ 133488 w 30"/>
                <a:gd name="T1" fmla="*/ 631062 h 65"/>
                <a:gd name="T2" fmla="*/ 0 w 30"/>
                <a:gd name="T3" fmla="*/ 1285430 h 65"/>
                <a:gd name="T4" fmla="*/ 0 w 30"/>
                <a:gd name="T5" fmla="*/ 1285430 h 65"/>
                <a:gd name="T6" fmla="*/ 199188 w 30"/>
                <a:gd name="T7" fmla="*/ 631062 h 65"/>
                <a:gd name="T8" fmla="*/ 398823 w 30"/>
                <a:gd name="T9" fmla="*/ 0 h 65"/>
                <a:gd name="T10" fmla="*/ 398823 w 30"/>
                <a:gd name="T11" fmla="*/ 0 h 65"/>
                <a:gd name="T12" fmla="*/ 133488 w 30"/>
                <a:gd name="T13" fmla="*/ 631062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5">
                  <a:moveTo>
                    <a:pt x="10" y="32"/>
                  </a:moveTo>
                  <a:cubicBezTo>
                    <a:pt x="10" y="47"/>
                    <a:pt x="7" y="62"/>
                    <a:pt x="0" y="65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61"/>
                    <a:pt x="15" y="49"/>
                    <a:pt x="15" y="32"/>
                  </a:cubicBezTo>
                  <a:cubicBezTo>
                    <a:pt x="15" y="17"/>
                    <a:pt x="21" y="3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9" y="3"/>
                    <a:pt x="10" y="15"/>
                    <a:pt x="10" y="32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96">
              <a:extLst>
                <a:ext uri="{FF2B5EF4-FFF2-40B4-BE49-F238E27FC236}">
                  <a16:creationId xmlns:a16="http://schemas.microsoft.com/office/drawing/2014/main" id="{2F012237-0638-4C9C-B6E7-DD652891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1876"/>
              <a:ext cx="244" cy="327"/>
            </a:xfrm>
            <a:custGeom>
              <a:avLst/>
              <a:gdLst>
                <a:gd name="T0" fmla="*/ 661255 w 50"/>
                <a:gd name="T1" fmla="*/ 1231690 h 63"/>
                <a:gd name="T2" fmla="*/ 403844 w 50"/>
                <a:gd name="T3" fmla="*/ 471119 h 63"/>
                <a:gd name="T4" fmla="*/ 0 w 50"/>
                <a:gd name="T5" fmla="*/ 0 h 63"/>
                <a:gd name="T6" fmla="*/ 0 w 50"/>
                <a:gd name="T7" fmla="*/ 0 h 63"/>
                <a:gd name="T8" fmla="*/ 337496 w 50"/>
                <a:gd name="T9" fmla="*/ 568996 h 63"/>
                <a:gd name="T10" fmla="*/ 661255 w 50"/>
                <a:gd name="T11" fmla="*/ 123169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63">
                  <a:moveTo>
                    <a:pt x="49" y="63"/>
                  </a:moveTo>
                  <a:cubicBezTo>
                    <a:pt x="50" y="48"/>
                    <a:pt x="45" y="33"/>
                    <a:pt x="30" y="24"/>
                  </a:cubicBezTo>
                  <a:cubicBezTo>
                    <a:pt x="17" y="16"/>
                    <a:pt x="5" y="1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13"/>
                    <a:pt x="11" y="19"/>
                    <a:pt x="25" y="29"/>
                  </a:cubicBezTo>
                  <a:cubicBezTo>
                    <a:pt x="45" y="42"/>
                    <a:pt x="47" y="52"/>
                    <a:pt x="49" y="63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97">
              <a:extLst>
                <a:ext uri="{FF2B5EF4-FFF2-40B4-BE49-F238E27FC236}">
                  <a16:creationId xmlns:a16="http://schemas.microsoft.com/office/drawing/2014/main" id="{12756B93-CDC9-48A1-817A-43EEBD711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652"/>
              <a:ext cx="341" cy="146"/>
            </a:xfrm>
            <a:custGeom>
              <a:avLst/>
              <a:gdLst>
                <a:gd name="T0" fmla="*/ 386933 w 70"/>
                <a:gd name="T1" fmla="*/ 142632 h 28"/>
                <a:gd name="T2" fmla="*/ 0 w 70"/>
                <a:gd name="T3" fmla="*/ 0 h 28"/>
                <a:gd name="T4" fmla="*/ 0 w 70"/>
                <a:gd name="T5" fmla="*/ 0 h 28"/>
                <a:gd name="T6" fmla="*/ 386933 w 70"/>
                <a:gd name="T7" fmla="*/ 219605 h 28"/>
                <a:gd name="T8" fmla="*/ 935348 w 70"/>
                <a:gd name="T9" fmla="*/ 562538 h 28"/>
                <a:gd name="T10" fmla="*/ 935348 w 70"/>
                <a:gd name="T11" fmla="*/ 562538 h 28"/>
                <a:gd name="T12" fmla="*/ 386933 w 70"/>
                <a:gd name="T13" fmla="*/ 1426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28">
                  <a:moveTo>
                    <a:pt x="29" y="7"/>
                  </a:moveTo>
                  <a:cubicBezTo>
                    <a:pt x="14" y="8"/>
                    <a:pt x="4" y="6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8"/>
                    <a:pt x="12" y="13"/>
                    <a:pt x="29" y="11"/>
                  </a:cubicBezTo>
                  <a:cubicBezTo>
                    <a:pt x="44" y="10"/>
                    <a:pt x="67" y="19"/>
                    <a:pt x="70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66" y="17"/>
                    <a:pt x="45" y="5"/>
                    <a:pt x="29" y="7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98">
              <a:extLst>
                <a:ext uri="{FF2B5EF4-FFF2-40B4-BE49-F238E27FC236}">
                  <a16:creationId xmlns:a16="http://schemas.microsoft.com/office/drawing/2014/main" id="{3D241AED-CEF0-4B75-9AB1-6E74F01DA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278"/>
              <a:ext cx="361" cy="141"/>
            </a:xfrm>
            <a:custGeom>
              <a:avLst/>
              <a:gdLst>
                <a:gd name="T0" fmla="*/ 997399 w 74"/>
                <a:gd name="T1" fmla="*/ 202246 h 27"/>
                <a:gd name="T2" fmla="*/ 538588 w 74"/>
                <a:gd name="T3" fmla="*/ 162923 h 27"/>
                <a:gd name="T4" fmla="*/ 0 w 74"/>
                <a:gd name="T5" fmla="*/ 384528 h 27"/>
                <a:gd name="T6" fmla="*/ 0 w 74"/>
                <a:gd name="T7" fmla="*/ 384528 h 27"/>
                <a:gd name="T8" fmla="*/ 552745 w 74"/>
                <a:gd name="T9" fmla="*/ 264046 h 27"/>
                <a:gd name="T10" fmla="*/ 997399 w 74"/>
                <a:gd name="T11" fmla="*/ 20224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7">
                  <a:moveTo>
                    <a:pt x="74" y="10"/>
                  </a:moveTo>
                  <a:cubicBezTo>
                    <a:pt x="66" y="4"/>
                    <a:pt x="62" y="0"/>
                    <a:pt x="40" y="8"/>
                  </a:cubicBezTo>
                  <a:cubicBezTo>
                    <a:pt x="25" y="14"/>
                    <a:pt x="12" y="26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3" y="27"/>
                    <a:pt x="25" y="19"/>
                    <a:pt x="41" y="13"/>
                  </a:cubicBezTo>
                  <a:cubicBezTo>
                    <a:pt x="62" y="5"/>
                    <a:pt x="67" y="5"/>
                    <a:pt x="74" y="10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99">
              <a:extLst>
                <a:ext uri="{FF2B5EF4-FFF2-40B4-BE49-F238E27FC236}">
                  <a16:creationId xmlns:a16="http://schemas.microsoft.com/office/drawing/2014/main" id="{A30EA32A-0964-4D09-A60E-1D7DE2A49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455"/>
              <a:ext cx="346" cy="94"/>
            </a:xfrm>
            <a:custGeom>
              <a:avLst/>
              <a:gdLst>
                <a:gd name="T0" fmla="*/ 469746 w 71"/>
                <a:gd name="T1" fmla="*/ 143559 h 18"/>
                <a:gd name="T2" fmla="*/ 0 w 71"/>
                <a:gd name="T3" fmla="*/ 221610 h 18"/>
                <a:gd name="T4" fmla="*/ 0 w 71"/>
                <a:gd name="T5" fmla="*/ 221610 h 18"/>
                <a:gd name="T6" fmla="*/ 494634 w 71"/>
                <a:gd name="T7" fmla="*/ 221610 h 18"/>
                <a:gd name="T8" fmla="*/ 950866 w 71"/>
                <a:gd name="T9" fmla="*/ 264046 h 18"/>
                <a:gd name="T10" fmla="*/ 950866 w 71"/>
                <a:gd name="T11" fmla="*/ 264046 h 18"/>
                <a:gd name="T12" fmla="*/ 469746 w 71"/>
                <a:gd name="T13" fmla="*/ 1435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18">
                  <a:moveTo>
                    <a:pt x="35" y="7"/>
                  </a:moveTo>
                  <a:cubicBezTo>
                    <a:pt x="21" y="13"/>
                    <a:pt x="5" y="16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17"/>
                    <a:pt x="21" y="18"/>
                    <a:pt x="37" y="11"/>
                  </a:cubicBezTo>
                  <a:cubicBezTo>
                    <a:pt x="50" y="6"/>
                    <a:pt x="66" y="5"/>
                    <a:pt x="71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64" y="4"/>
                    <a:pt x="50" y="0"/>
                    <a:pt x="35" y="7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100">
              <a:extLst>
                <a:ext uri="{FF2B5EF4-FFF2-40B4-BE49-F238E27FC236}">
                  <a16:creationId xmlns:a16="http://schemas.microsoft.com/office/drawing/2014/main" id="{10BC2B38-6B9A-4799-94E3-8950A2DBA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528"/>
              <a:ext cx="112" cy="379"/>
            </a:xfrm>
            <a:custGeom>
              <a:avLst/>
              <a:gdLst>
                <a:gd name="T0" fmla="*/ 158543 w 23"/>
                <a:gd name="T1" fmla="*/ 0 h 73"/>
                <a:gd name="T2" fmla="*/ 120317 w 23"/>
                <a:gd name="T3" fmla="*/ 607340 h 73"/>
                <a:gd name="T4" fmla="*/ 227121 w 23"/>
                <a:gd name="T5" fmla="*/ 1429780 h 73"/>
                <a:gd name="T6" fmla="*/ 227121 w 23"/>
                <a:gd name="T7" fmla="*/ 1429780 h 73"/>
                <a:gd name="T8" fmla="*/ 172626 w 23"/>
                <a:gd name="T9" fmla="*/ 569580 h 73"/>
                <a:gd name="T10" fmla="*/ 158543 w 23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3">
                  <a:moveTo>
                    <a:pt x="12" y="0"/>
                  </a:moveTo>
                  <a:cubicBezTo>
                    <a:pt x="10" y="3"/>
                    <a:pt x="0" y="14"/>
                    <a:pt x="9" y="31"/>
                  </a:cubicBezTo>
                  <a:cubicBezTo>
                    <a:pt x="16" y="45"/>
                    <a:pt x="23" y="61"/>
                    <a:pt x="17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23" y="59"/>
                    <a:pt x="21" y="44"/>
                    <a:pt x="13" y="29"/>
                  </a:cubicBezTo>
                  <a:cubicBezTo>
                    <a:pt x="7" y="17"/>
                    <a:pt x="7" y="7"/>
                    <a:pt x="12" y="0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101">
              <a:extLst>
                <a:ext uri="{FF2B5EF4-FFF2-40B4-BE49-F238E27FC236}">
                  <a16:creationId xmlns:a16="http://schemas.microsoft.com/office/drawing/2014/main" id="{0AB3246A-2C1E-4CF4-8A18-4FACC345E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839"/>
              <a:ext cx="165" cy="348"/>
            </a:xfrm>
            <a:custGeom>
              <a:avLst/>
              <a:gdLst>
                <a:gd name="T0" fmla="*/ 210195 w 34"/>
                <a:gd name="T1" fmla="*/ 823934 h 67"/>
                <a:gd name="T2" fmla="*/ 403784 w 34"/>
                <a:gd name="T3" fmla="*/ 1315902 h 67"/>
                <a:gd name="T4" fmla="*/ 403784 w 34"/>
                <a:gd name="T5" fmla="*/ 1315902 h 67"/>
                <a:gd name="T6" fmla="*/ 247335 w 34"/>
                <a:gd name="T7" fmla="*/ 744481 h 67"/>
                <a:gd name="T8" fmla="*/ 64340 w 34"/>
                <a:gd name="T9" fmla="*/ 0 h 67"/>
                <a:gd name="T10" fmla="*/ 64340 w 34"/>
                <a:gd name="T11" fmla="*/ 0 h 67"/>
                <a:gd name="T12" fmla="*/ 210195 w 34"/>
                <a:gd name="T13" fmla="*/ 823934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67">
                  <a:moveTo>
                    <a:pt x="16" y="42"/>
                  </a:moveTo>
                  <a:cubicBezTo>
                    <a:pt x="27" y="51"/>
                    <a:pt x="33" y="60"/>
                    <a:pt x="31" y="67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4" y="58"/>
                    <a:pt x="32" y="49"/>
                    <a:pt x="19" y="38"/>
                  </a:cubicBezTo>
                  <a:cubicBezTo>
                    <a:pt x="8" y="29"/>
                    <a:pt x="1" y="9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11"/>
                    <a:pt x="4" y="31"/>
                    <a:pt x="16" y="42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102">
              <a:extLst>
                <a:ext uri="{FF2B5EF4-FFF2-40B4-BE49-F238E27FC236}">
                  <a16:creationId xmlns:a16="http://schemas.microsoft.com/office/drawing/2014/main" id="{295635B3-3447-487D-B9AB-FAF23455F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447"/>
              <a:ext cx="312" cy="192"/>
            </a:xfrm>
            <a:custGeom>
              <a:avLst/>
              <a:gdLst>
                <a:gd name="T0" fmla="*/ 0 w 64"/>
                <a:gd name="T1" fmla="*/ 0 h 37"/>
                <a:gd name="T2" fmla="*/ 336092 w 64"/>
                <a:gd name="T3" fmla="*/ 448128 h 37"/>
                <a:gd name="T4" fmla="*/ 859082 w 64"/>
                <a:gd name="T5" fmla="*/ 722148 h 37"/>
                <a:gd name="T6" fmla="*/ 859082 w 64"/>
                <a:gd name="T7" fmla="*/ 722148 h 37"/>
                <a:gd name="T8" fmla="*/ 349664 w 64"/>
                <a:gd name="T9" fmla="*/ 372677 h 37"/>
                <a:gd name="T10" fmla="*/ 0 w 64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37">
                  <a:moveTo>
                    <a:pt x="0" y="0"/>
                  </a:moveTo>
                  <a:cubicBezTo>
                    <a:pt x="2" y="10"/>
                    <a:pt x="2" y="16"/>
                    <a:pt x="25" y="23"/>
                  </a:cubicBezTo>
                  <a:cubicBezTo>
                    <a:pt x="40" y="28"/>
                    <a:pt x="59" y="24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59" y="23"/>
                    <a:pt x="43" y="24"/>
                    <a:pt x="26" y="19"/>
                  </a:cubicBezTo>
                  <a:cubicBezTo>
                    <a:pt x="5" y="12"/>
                    <a:pt x="2" y="8"/>
                    <a:pt x="0" y="0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103">
              <a:extLst>
                <a:ext uri="{FF2B5EF4-FFF2-40B4-BE49-F238E27FC236}">
                  <a16:creationId xmlns:a16="http://schemas.microsoft.com/office/drawing/2014/main" id="{2284A63F-597B-4B06-913E-9FF9A5686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41"/>
              <a:ext cx="249" cy="265"/>
            </a:xfrm>
            <a:custGeom>
              <a:avLst/>
              <a:gdLst>
                <a:gd name="T0" fmla="*/ 310864 w 51"/>
                <a:gd name="T1" fmla="*/ 610129 h 51"/>
                <a:gd name="T2" fmla="*/ 690975 w 51"/>
                <a:gd name="T3" fmla="*/ 1003778 h 51"/>
                <a:gd name="T4" fmla="*/ 690975 w 51"/>
                <a:gd name="T5" fmla="*/ 1003778 h 51"/>
                <a:gd name="T6" fmla="*/ 338679 w 51"/>
                <a:gd name="T7" fmla="*/ 510936 h 51"/>
                <a:gd name="T8" fmla="*/ 27820 w 51"/>
                <a:gd name="T9" fmla="*/ 0 h 51"/>
                <a:gd name="T10" fmla="*/ 27820 w 51"/>
                <a:gd name="T11" fmla="*/ 0 h 51"/>
                <a:gd name="T12" fmla="*/ 310864 w 51"/>
                <a:gd name="T13" fmla="*/ 61012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1">
                  <a:moveTo>
                    <a:pt x="23" y="31"/>
                  </a:moveTo>
                  <a:cubicBezTo>
                    <a:pt x="37" y="37"/>
                    <a:pt x="50" y="44"/>
                    <a:pt x="51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0" y="42"/>
                    <a:pt x="41" y="33"/>
                    <a:pt x="25" y="26"/>
                  </a:cubicBezTo>
                  <a:cubicBezTo>
                    <a:pt x="12" y="21"/>
                    <a:pt x="1" y="1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2"/>
                    <a:pt x="8" y="24"/>
                    <a:pt x="23" y="31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104">
              <a:extLst>
                <a:ext uri="{FF2B5EF4-FFF2-40B4-BE49-F238E27FC236}">
                  <a16:creationId xmlns:a16="http://schemas.microsoft.com/office/drawing/2014/main" id="{CD7FE804-4023-4C62-8D84-D0B6F58DC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754"/>
              <a:ext cx="311" cy="119"/>
            </a:xfrm>
            <a:custGeom>
              <a:avLst/>
              <a:gdLst>
                <a:gd name="T0" fmla="*/ 0 w 64"/>
                <a:gd name="T1" fmla="*/ 0 h 23"/>
                <a:gd name="T2" fmla="*/ 409295 w 64"/>
                <a:gd name="T3" fmla="*/ 267321 h 23"/>
                <a:gd name="T4" fmla="*/ 829165 w 64"/>
                <a:gd name="T5" fmla="*/ 422848 h 23"/>
                <a:gd name="T6" fmla="*/ 829165 w 64"/>
                <a:gd name="T7" fmla="*/ 404140 h 23"/>
                <a:gd name="T8" fmla="*/ 395315 w 64"/>
                <a:gd name="T9" fmla="*/ 174107 h 23"/>
                <a:gd name="T10" fmla="*/ 0 w 64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3">
                  <a:moveTo>
                    <a:pt x="0" y="0"/>
                  </a:moveTo>
                  <a:cubicBezTo>
                    <a:pt x="7" y="7"/>
                    <a:pt x="8" y="18"/>
                    <a:pt x="31" y="14"/>
                  </a:cubicBezTo>
                  <a:cubicBezTo>
                    <a:pt x="44" y="11"/>
                    <a:pt x="54" y="15"/>
                    <a:pt x="63" y="22"/>
                  </a:cubicBezTo>
                  <a:cubicBezTo>
                    <a:pt x="64" y="23"/>
                    <a:pt x="64" y="23"/>
                    <a:pt x="63" y="21"/>
                  </a:cubicBezTo>
                  <a:cubicBezTo>
                    <a:pt x="53" y="13"/>
                    <a:pt x="45" y="6"/>
                    <a:pt x="30" y="9"/>
                  </a:cubicBezTo>
                  <a:cubicBezTo>
                    <a:pt x="9" y="13"/>
                    <a:pt x="5" y="6"/>
                    <a:pt x="0" y="0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105">
              <a:extLst>
                <a:ext uri="{FF2B5EF4-FFF2-40B4-BE49-F238E27FC236}">
                  <a16:creationId xmlns:a16="http://schemas.microsoft.com/office/drawing/2014/main" id="{7A29CE94-4F38-4A3C-A777-C11E8F0FB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982"/>
              <a:ext cx="351" cy="104"/>
            </a:xfrm>
            <a:custGeom>
              <a:avLst/>
              <a:gdLst>
                <a:gd name="T0" fmla="*/ 578360 w 72"/>
                <a:gd name="T1" fmla="*/ 235383 h 20"/>
                <a:gd name="T2" fmla="*/ 966357 w 72"/>
                <a:gd name="T3" fmla="*/ 159453 h 20"/>
                <a:gd name="T4" fmla="*/ 966357 w 72"/>
                <a:gd name="T5" fmla="*/ 159453 h 20"/>
                <a:gd name="T6" fmla="*/ 550675 w 72"/>
                <a:gd name="T7" fmla="*/ 159453 h 20"/>
                <a:gd name="T8" fmla="*/ 0 w 72"/>
                <a:gd name="T9" fmla="*/ 136661 h 20"/>
                <a:gd name="T10" fmla="*/ 0 w 72"/>
                <a:gd name="T11" fmla="*/ 136661 h 20"/>
                <a:gd name="T12" fmla="*/ 578360 w 72"/>
                <a:gd name="T13" fmla="*/ 23538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0">
                  <a:moveTo>
                    <a:pt x="43" y="12"/>
                  </a:moveTo>
                  <a:cubicBezTo>
                    <a:pt x="56" y="5"/>
                    <a:pt x="67" y="4"/>
                    <a:pt x="72" y="8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65" y="2"/>
                    <a:pt x="56" y="0"/>
                    <a:pt x="41" y="8"/>
                  </a:cubicBezTo>
                  <a:cubicBezTo>
                    <a:pt x="28" y="14"/>
                    <a:pt x="7" y="1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8" y="16"/>
                    <a:pt x="28" y="20"/>
                    <a:pt x="43" y="12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106">
              <a:extLst>
                <a:ext uri="{FF2B5EF4-FFF2-40B4-BE49-F238E27FC236}">
                  <a16:creationId xmlns:a16="http://schemas.microsoft.com/office/drawing/2014/main" id="{9A4B30E0-D3A8-4813-AC54-0F457AD65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117"/>
              <a:ext cx="312" cy="213"/>
            </a:xfrm>
            <a:custGeom>
              <a:avLst/>
              <a:gdLst>
                <a:gd name="T0" fmla="*/ 0 w 64"/>
                <a:gd name="T1" fmla="*/ 689143 h 41"/>
                <a:gd name="T2" fmla="*/ 429824 w 64"/>
                <a:gd name="T3" fmla="*/ 491718 h 41"/>
                <a:gd name="T4" fmla="*/ 859082 w 64"/>
                <a:gd name="T5" fmla="*/ 37867 h 41"/>
                <a:gd name="T6" fmla="*/ 859082 w 64"/>
                <a:gd name="T7" fmla="*/ 37867 h 41"/>
                <a:gd name="T8" fmla="*/ 387996 w 64"/>
                <a:gd name="T9" fmla="*/ 412233 h 41"/>
                <a:gd name="T10" fmla="*/ 0 w 64"/>
                <a:gd name="T11" fmla="*/ 689143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1">
                  <a:moveTo>
                    <a:pt x="0" y="35"/>
                  </a:moveTo>
                  <a:cubicBezTo>
                    <a:pt x="9" y="38"/>
                    <a:pt x="15" y="41"/>
                    <a:pt x="32" y="25"/>
                  </a:cubicBezTo>
                  <a:cubicBezTo>
                    <a:pt x="44" y="14"/>
                    <a:pt x="51" y="0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49" y="0"/>
                    <a:pt x="41" y="10"/>
                    <a:pt x="29" y="21"/>
                  </a:cubicBezTo>
                  <a:cubicBezTo>
                    <a:pt x="12" y="36"/>
                    <a:pt x="8" y="37"/>
                    <a:pt x="0" y="35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107">
              <a:extLst>
                <a:ext uri="{FF2B5EF4-FFF2-40B4-BE49-F238E27FC236}">
                  <a16:creationId xmlns:a16="http://schemas.microsoft.com/office/drawing/2014/main" id="{0BF2A87F-8E6B-43D0-9820-1DF3D8149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071"/>
              <a:ext cx="326" cy="171"/>
            </a:xfrm>
            <a:custGeom>
              <a:avLst/>
              <a:gdLst>
                <a:gd name="T0" fmla="*/ 477021 w 67"/>
                <a:gd name="T1" fmla="*/ 388616 h 33"/>
                <a:gd name="T2" fmla="*/ 888939 w 67"/>
                <a:gd name="T3" fmla="*/ 59824 h 33"/>
                <a:gd name="T4" fmla="*/ 888939 w 67"/>
                <a:gd name="T5" fmla="*/ 59824 h 33"/>
                <a:gd name="T6" fmla="*/ 438884 w 67"/>
                <a:gd name="T7" fmla="*/ 309997 h 33"/>
                <a:gd name="T8" fmla="*/ 0 w 67"/>
                <a:gd name="T9" fmla="*/ 522742 h 33"/>
                <a:gd name="T10" fmla="*/ 0 w 67"/>
                <a:gd name="T11" fmla="*/ 522742 h 33"/>
                <a:gd name="T12" fmla="*/ 477021 w 67"/>
                <a:gd name="T13" fmla="*/ 38861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33">
                  <a:moveTo>
                    <a:pt x="36" y="20"/>
                  </a:moveTo>
                  <a:cubicBezTo>
                    <a:pt x="47" y="9"/>
                    <a:pt x="60" y="1"/>
                    <a:pt x="67" y="3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58" y="0"/>
                    <a:pt x="45" y="4"/>
                    <a:pt x="33" y="16"/>
                  </a:cubicBezTo>
                  <a:cubicBezTo>
                    <a:pt x="22" y="26"/>
                    <a:pt x="8" y="32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0" y="33"/>
                    <a:pt x="24" y="31"/>
                    <a:pt x="36" y="20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108">
              <a:extLst>
                <a:ext uri="{FF2B5EF4-FFF2-40B4-BE49-F238E27FC236}">
                  <a16:creationId xmlns:a16="http://schemas.microsoft.com/office/drawing/2014/main" id="{9E509EDE-7779-48FA-ABC1-340B45EA4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3071"/>
              <a:ext cx="234" cy="285"/>
            </a:xfrm>
            <a:custGeom>
              <a:avLst/>
              <a:gdLst>
                <a:gd name="T0" fmla="*/ 0 w 48"/>
                <a:gd name="T1" fmla="*/ 1064972 h 55"/>
                <a:gd name="T2" fmla="*/ 336092 w 48"/>
                <a:gd name="T3" fmla="*/ 676357 h 55"/>
                <a:gd name="T4" fmla="*/ 644407 w 48"/>
                <a:gd name="T5" fmla="*/ 0 h 55"/>
                <a:gd name="T6" fmla="*/ 644407 w 48"/>
                <a:gd name="T7" fmla="*/ 0 h 55"/>
                <a:gd name="T8" fmla="*/ 269953 w 48"/>
                <a:gd name="T9" fmla="*/ 657562 h 55"/>
                <a:gd name="T10" fmla="*/ 0 w 48"/>
                <a:gd name="T11" fmla="*/ 1064972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5">
                  <a:moveTo>
                    <a:pt x="0" y="55"/>
                  </a:moveTo>
                  <a:cubicBezTo>
                    <a:pt x="3" y="54"/>
                    <a:pt x="19" y="53"/>
                    <a:pt x="25" y="35"/>
                  </a:cubicBezTo>
                  <a:cubicBezTo>
                    <a:pt x="30" y="20"/>
                    <a:pt x="36" y="5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34" y="6"/>
                    <a:pt x="25" y="17"/>
                    <a:pt x="20" y="34"/>
                  </a:cubicBezTo>
                  <a:cubicBezTo>
                    <a:pt x="16" y="46"/>
                    <a:pt x="8" y="52"/>
                    <a:pt x="0" y="55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109">
              <a:extLst>
                <a:ext uri="{FF2B5EF4-FFF2-40B4-BE49-F238E27FC236}">
                  <a16:creationId xmlns:a16="http://schemas.microsoft.com/office/drawing/2014/main" id="{1DA765CD-80DA-45CA-A056-F907CCA61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910"/>
              <a:ext cx="112" cy="358"/>
            </a:xfrm>
            <a:custGeom>
              <a:avLst/>
              <a:gdLst>
                <a:gd name="T0" fmla="*/ 241229 w 23"/>
                <a:gd name="T1" fmla="*/ 563855 h 69"/>
                <a:gd name="T2" fmla="*/ 306461 w 23"/>
                <a:gd name="T3" fmla="*/ 0 h 69"/>
                <a:gd name="T4" fmla="*/ 306461 w 23"/>
                <a:gd name="T5" fmla="*/ 0 h 69"/>
                <a:gd name="T6" fmla="*/ 172626 w 23"/>
                <a:gd name="T7" fmla="*/ 586202 h 69"/>
                <a:gd name="T8" fmla="*/ 0 w 23"/>
                <a:gd name="T9" fmla="*/ 1345706 h 69"/>
                <a:gd name="T10" fmla="*/ 0 w 23"/>
                <a:gd name="T11" fmla="*/ 1345706 h 69"/>
                <a:gd name="T12" fmla="*/ 241229 w 23"/>
                <a:gd name="T13" fmla="*/ 563855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9">
                  <a:moveTo>
                    <a:pt x="18" y="29"/>
                  </a:moveTo>
                  <a:cubicBezTo>
                    <a:pt x="16" y="15"/>
                    <a:pt x="17" y="4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5" y="6"/>
                    <a:pt x="11" y="13"/>
                    <a:pt x="13" y="30"/>
                  </a:cubicBezTo>
                  <a:cubicBezTo>
                    <a:pt x="16" y="44"/>
                    <a:pt x="9" y="65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64"/>
                    <a:pt x="21" y="46"/>
                    <a:pt x="18" y="29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110">
              <a:extLst>
                <a:ext uri="{FF2B5EF4-FFF2-40B4-BE49-F238E27FC236}">
                  <a16:creationId xmlns:a16="http://schemas.microsoft.com/office/drawing/2014/main" id="{6D5AFE63-B132-4407-A25B-C53BBAF28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468"/>
              <a:ext cx="156" cy="369"/>
            </a:xfrm>
            <a:custGeom>
              <a:avLst/>
              <a:gdLst>
                <a:gd name="T0" fmla="*/ 321979 w 32"/>
                <a:gd name="T1" fmla="*/ 1399316 h 71"/>
                <a:gd name="T2" fmla="*/ 255816 w 32"/>
                <a:gd name="T3" fmla="*/ 728157 h 71"/>
                <a:gd name="T4" fmla="*/ 66047 w 32"/>
                <a:gd name="T5" fmla="*/ 0 h 71"/>
                <a:gd name="T6" fmla="*/ 66047 w 32"/>
                <a:gd name="T7" fmla="*/ 0 h 71"/>
                <a:gd name="T8" fmla="*/ 201128 w 32"/>
                <a:gd name="T9" fmla="*/ 769698 h 71"/>
                <a:gd name="T10" fmla="*/ 321979 w 32"/>
                <a:gd name="T11" fmla="*/ 1399316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71">
                  <a:moveTo>
                    <a:pt x="24" y="71"/>
                  </a:moveTo>
                  <a:cubicBezTo>
                    <a:pt x="28" y="62"/>
                    <a:pt x="32" y="57"/>
                    <a:pt x="19" y="37"/>
                  </a:cubicBezTo>
                  <a:cubicBezTo>
                    <a:pt x="10" y="24"/>
                    <a:pt x="1" y="1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15"/>
                    <a:pt x="6" y="25"/>
                    <a:pt x="15" y="39"/>
                  </a:cubicBezTo>
                  <a:cubicBezTo>
                    <a:pt x="27" y="58"/>
                    <a:pt x="27" y="63"/>
                    <a:pt x="24" y="71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111">
              <a:extLst>
                <a:ext uri="{FF2B5EF4-FFF2-40B4-BE49-F238E27FC236}">
                  <a16:creationId xmlns:a16="http://schemas.microsoft.com/office/drawing/2014/main" id="{FBB6C52B-3FD8-49D4-BF1A-95E5C8B86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136"/>
              <a:ext cx="171" cy="431"/>
            </a:xfrm>
            <a:custGeom>
              <a:avLst/>
              <a:gdLst>
                <a:gd name="T0" fmla="*/ 353257 w 35"/>
                <a:gd name="T1" fmla="*/ 1627196 h 83"/>
                <a:gd name="T2" fmla="*/ 297970 w 35"/>
                <a:gd name="T3" fmla="*/ 841951 h 83"/>
                <a:gd name="T4" fmla="*/ 66719 w 35"/>
                <a:gd name="T5" fmla="*/ 0 h 83"/>
                <a:gd name="T6" fmla="*/ 66719 w 35"/>
                <a:gd name="T7" fmla="*/ 0 h 83"/>
                <a:gd name="T8" fmla="*/ 231373 w 35"/>
                <a:gd name="T9" fmla="*/ 902301 h 83"/>
                <a:gd name="T10" fmla="*/ 353257 w 35"/>
                <a:gd name="T11" fmla="*/ 1627196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83">
                  <a:moveTo>
                    <a:pt x="26" y="83"/>
                  </a:moveTo>
                  <a:cubicBezTo>
                    <a:pt x="31" y="73"/>
                    <a:pt x="35" y="67"/>
                    <a:pt x="22" y="43"/>
                  </a:cubicBezTo>
                  <a:cubicBezTo>
                    <a:pt x="13" y="27"/>
                    <a:pt x="0" y="15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17"/>
                    <a:pt x="8" y="29"/>
                    <a:pt x="17" y="46"/>
                  </a:cubicBezTo>
                  <a:cubicBezTo>
                    <a:pt x="30" y="69"/>
                    <a:pt x="30" y="74"/>
                    <a:pt x="26" y="83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112">
              <a:extLst>
                <a:ext uri="{FF2B5EF4-FFF2-40B4-BE49-F238E27FC236}">
                  <a16:creationId xmlns:a16="http://schemas.microsoft.com/office/drawing/2014/main" id="{DE3FF249-560C-410C-BF00-89F5CAA1F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723"/>
              <a:ext cx="107" cy="368"/>
            </a:xfrm>
            <a:custGeom>
              <a:avLst/>
              <a:gdLst>
                <a:gd name="T0" fmla="*/ 198704 w 22"/>
                <a:gd name="T1" fmla="*/ 658207 h 71"/>
                <a:gd name="T2" fmla="*/ 92375 w 22"/>
                <a:gd name="T3" fmla="*/ 0 h 71"/>
                <a:gd name="T4" fmla="*/ 92375 w 22"/>
                <a:gd name="T5" fmla="*/ 0 h 71"/>
                <a:gd name="T6" fmla="*/ 133225 w 22"/>
                <a:gd name="T7" fmla="*/ 699283 h 71"/>
                <a:gd name="T8" fmla="*/ 147159 w 22"/>
                <a:gd name="T9" fmla="*/ 1376268 h 71"/>
                <a:gd name="T10" fmla="*/ 147159 w 22"/>
                <a:gd name="T11" fmla="*/ 1376268 h 71"/>
                <a:gd name="T12" fmla="*/ 198704 w 22"/>
                <a:gd name="T13" fmla="*/ 658207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71">
                  <a:moveTo>
                    <a:pt x="15" y="34"/>
                  </a:moveTo>
                  <a:cubicBezTo>
                    <a:pt x="8" y="21"/>
                    <a:pt x="2" y="6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0" y="8"/>
                    <a:pt x="3" y="21"/>
                    <a:pt x="10" y="36"/>
                  </a:cubicBezTo>
                  <a:cubicBezTo>
                    <a:pt x="17" y="49"/>
                    <a:pt x="18" y="64"/>
                    <a:pt x="11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20" y="63"/>
                    <a:pt x="22" y="49"/>
                    <a:pt x="15" y="34"/>
                  </a:cubicBezTo>
                  <a:close/>
                </a:path>
              </a:pathLst>
            </a:custGeom>
            <a:solidFill>
              <a:srgbClr val="69B673"/>
            </a:solidFill>
            <a:ln w="23813" cap="rnd">
              <a:solidFill>
                <a:srgbClr val="69B67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113">
              <a:extLst>
                <a:ext uri="{FF2B5EF4-FFF2-40B4-BE49-F238E27FC236}">
                  <a16:creationId xmlns:a16="http://schemas.microsoft.com/office/drawing/2014/main" id="{61C9C5FD-3189-494B-A3B4-61E34FA5E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1180"/>
              <a:ext cx="122" cy="119"/>
            </a:xfrm>
            <a:custGeom>
              <a:avLst/>
              <a:gdLst>
                <a:gd name="T0" fmla="*/ 163270 w 25"/>
                <a:gd name="T1" fmla="*/ 230058 h 23"/>
                <a:gd name="T2" fmla="*/ 0 w 25"/>
                <a:gd name="T3" fmla="*/ 441402 h 23"/>
                <a:gd name="T4" fmla="*/ 0 w 25"/>
                <a:gd name="T5" fmla="*/ 441402 h 23"/>
                <a:gd name="T6" fmla="*/ 174084 w 25"/>
                <a:gd name="T7" fmla="*/ 248607 h 23"/>
                <a:gd name="T8" fmla="*/ 337496 w 25"/>
                <a:gd name="T9" fmla="*/ 0 h 23"/>
                <a:gd name="T10" fmla="*/ 337496 w 25"/>
                <a:gd name="T11" fmla="*/ 0 h 23"/>
                <a:gd name="T12" fmla="*/ 163270 w 25"/>
                <a:gd name="T13" fmla="*/ 230058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3">
                  <a:moveTo>
                    <a:pt x="12" y="12"/>
                  </a:moveTo>
                  <a:cubicBezTo>
                    <a:pt x="8" y="17"/>
                    <a:pt x="4" y="20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9" y="18"/>
                    <a:pt x="13" y="13"/>
                  </a:cubicBezTo>
                  <a:cubicBezTo>
                    <a:pt x="18" y="7"/>
                    <a:pt x="22" y="2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2" y="2"/>
                    <a:pt x="17" y="6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114">
              <a:extLst>
                <a:ext uri="{FF2B5EF4-FFF2-40B4-BE49-F238E27FC236}">
                  <a16:creationId xmlns:a16="http://schemas.microsoft.com/office/drawing/2014/main" id="{87FB1A2E-131E-4582-88BD-DACFC647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185"/>
              <a:ext cx="97" cy="182"/>
            </a:xfrm>
            <a:custGeom>
              <a:avLst/>
              <a:gdLst>
                <a:gd name="T0" fmla="*/ 78022 w 20"/>
                <a:gd name="T1" fmla="*/ 395543 h 35"/>
                <a:gd name="T2" fmla="*/ 0 w 20"/>
                <a:gd name="T3" fmla="*/ 691657 h 35"/>
                <a:gd name="T4" fmla="*/ 0 w 20"/>
                <a:gd name="T5" fmla="*/ 691657 h 35"/>
                <a:gd name="T6" fmla="*/ 91267 w 20"/>
                <a:gd name="T7" fmla="*/ 395543 h 35"/>
                <a:gd name="T8" fmla="*/ 260110 w 20"/>
                <a:gd name="T9" fmla="*/ 0 h 35"/>
                <a:gd name="T10" fmla="*/ 260110 w 20"/>
                <a:gd name="T11" fmla="*/ 0 h 35"/>
                <a:gd name="T12" fmla="*/ 78022 w 20"/>
                <a:gd name="T13" fmla="*/ 39554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5">
                  <a:moveTo>
                    <a:pt x="6" y="20"/>
                  </a:moveTo>
                  <a:cubicBezTo>
                    <a:pt x="4" y="26"/>
                    <a:pt x="2" y="31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1"/>
                    <a:pt x="5" y="28"/>
                    <a:pt x="7" y="20"/>
                  </a:cubicBezTo>
                  <a:cubicBezTo>
                    <a:pt x="9" y="13"/>
                    <a:pt x="13" y="5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5"/>
                    <a:pt x="8" y="12"/>
                    <a:pt x="6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115">
              <a:extLst>
                <a:ext uri="{FF2B5EF4-FFF2-40B4-BE49-F238E27FC236}">
                  <a16:creationId xmlns:a16="http://schemas.microsoft.com/office/drawing/2014/main" id="{FEFCA5ED-52C9-450E-8E17-DB28AA935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403"/>
              <a:ext cx="14" cy="218"/>
            </a:xfrm>
            <a:custGeom>
              <a:avLst/>
              <a:gdLst>
                <a:gd name="T0" fmla="*/ 0 w 3"/>
                <a:gd name="T1" fmla="*/ 350586 h 42"/>
                <a:gd name="T2" fmla="*/ 19927 w 3"/>
                <a:gd name="T3" fmla="*/ 821673 h 42"/>
                <a:gd name="T4" fmla="*/ 19927 w 3"/>
                <a:gd name="T5" fmla="*/ 821673 h 42"/>
                <a:gd name="T6" fmla="*/ 10869 w 3"/>
                <a:gd name="T7" fmla="*/ 350586 h 42"/>
                <a:gd name="T8" fmla="*/ 19927 w 3"/>
                <a:gd name="T9" fmla="*/ 0 h 42"/>
                <a:gd name="T10" fmla="*/ 19927 w 3"/>
                <a:gd name="T11" fmla="*/ 0 h 42"/>
                <a:gd name="T12" fmla="*/ 0 w 3"/>
                <a:gd name="T13" fmla="*/ 350586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42">
                  <a:moveTo>
                    <a:pt x="0" y="18"/>
                  </a:moveTo>
                  <a:cubicBezTo>
                    <a:pt x="0" y="24"/>
                    <a:pt x="3" y="37"/>
                    <a:pt x="2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3" y="37"/>
                    <a:pt x="1" y="24"/>
                    <a:pt x="1" y="18"/>
                  </a:cubicBezTo>
                  <a:cubicBezTo>
                    <a:pt x="1" y="10"/>
                    <a:pt x="1" y="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4"/>
                    <a:pt x="0" y="1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116">
              <a:extLst>
                <a:ext uri="{FF2B5EF4-FFF2-40B4-BE49-F238E27FC236}">
                  <a16:creationId xmlns:a16="http://schemas.microsoft.com/office/drawing/2014/main" id="{5481D253-6531-4C9A-ACEA-6451A534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232"/>
              <a:ext cx="34" cy="207"/>
            </a:xfrm>
            <a:custGeom>
              <a:avLst/>
              <a:gdLst>
                <a:gd name="T0" fmla="*/ 0 w 7"/>
                <a:gd name="T1" fmla="*/ 441826 h 40"/>
                <a:gd name="T2" fmla="*/ 0 w 7"/>
                <a:gd name="T3" fmla="*/ 768068 h 40"/>
                <a:gd name="T4" fmla="*/ 0 w 7"/>
                <a:gd name="T5" fmla="*/ 768068 h 40"/>
                <a:gd name="T6" fmla="*/ 13401 w 7"/>
                <a:gd name="T7" fmla="*/ 441826 h 40"/>
                <a:gd name="T8" fmla="*/ 91795 w 7"/>
                <a:gd name="T9" fmla="*/ 0 h 40"/>
                <a:gd name="T10" fmla="*/ 91795 w 7"/>
                <a:gd name="T11" fmla="*/ 0 h 40"/>
                <a:gd name="T12" fmla="*/ 0 w 7"/>
                <a:gd name="T13" fmla="*/ 44182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40">
                  <a:moveTo>
                    <a:pt x="0" y="23"/>
                  </a:moveTo>
                  <a:cubicBezTo>
                    <a:pt x="0" y="29"/>
                    <a:pt x="0" y="35"/>
                    <a:pt x="0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5"/>
                    <a:pt x="1" y="29"/>
                    <a:pt x="1" y="23"/>
                  </a:cubicBezTo>
                  <a:cubicBezTo>
                    <a:pt x="1" y="16"/>
                    <a:pt x="2" y="7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7"/>
                    <a:pt x="0" y="15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117">
              <a:extLst>
                <a:ext uri="{FF2B5EF4-FFF2-40B4-BE49-F238E27FC236}">
                  <a16:creationId xmlns:a16="http://schemas.microsoft.com/office/drawing/2014/main" id="{8C59A035-88EA-4E2B-9E25-A97A795C5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689"/>
              <a:ext cx="199" cy="31"/>
            </a:xfrm>
            <a:custGeom>
              <a:avLst/>
              <a:gdLst>
                <a:gd name="T0" fmla="*/ 210396 w 41"/>
                <a:gd name="T1" fmla="*/ 0 h 6"/>
                <a:gd name="T2" fmla="*/ 0 w 41"/>
                <a:gd name="T3" fmla="*/ 18471 h 6"/>
                <a:gd name="T4" fmla="*/ 0 w 41"/>
                <a:gd name="T5" fmla="*/ 18471 h 6"/>
                <a:gd name="T6" fmla="*/ 223661 w 41"/>
                <a:gd name="T7" fmla="*/ 37107 h 6"/>
                <a:gd name="T8" fmla="*/ 536155 w 41"/>
                <a:gd name="T9" fmla="*/ 114065 h 6"/>
                <a:gd name="T10" fmla="*/ 536155 w 41"/>
                <a:gd name="T11" fmla="*/ 114065 h 6"/>
                <a:gd name="T12" fmla="*/ 210396 w 41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">
                  <a:moveTo>
                    <a:pt x="16" y="0"/>
                  </a:moveTo>
                  <a:cubicBezTo>
                    <a:pt x="11" y="1"/>
                    <a:pt x="5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1"/>
                    <a:pt x="9" y="2"/>
                    <a:pt x="17" y="2"/>
                  </a:cubicBezTo>
                  <a:cubicBezTo>
                    <a:pt x="24" y="1"/>
                    <a:pt x="33" y="2"/>
                    <a:pt x="41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33" y="2"/>
                    <a:pt x="24" y="0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118">
              <a:extLst>
                <a:ext uri="{FF2B5EF4-FFF2-40B4-BE49-F238E27FC236}">
                  <a16:creationId xmlns:a16="http://schemas.microsoft.com/office/drawing/2014/main" id="{84DB7398-E58D-4F42-878C-5D512F46C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299"/>
              <a:ext cx="195" cy="83"/>
            </a:xfrm>
            <a:custGeom>
              <a:avLst/>
              <a:gdLst>
                <a:gd name="T0" fmla="*/ 294860 w 40"/>
                <a:gd name="T1" fmla="*/ 97712 h 16"/>
                <a:gd name="T2" fmla="*/ 0 w 40"/>
                <a:gd name="T3" fmla="*/ 312132 h 16"/>
                <a:gd name="T4" fmla="*/ 0 w 40"/>
                <a:gd name="T5" fmla="*/ 312132 h 16"/>
                <a:gd name="T6" fmla="*/ 308407 w 40"/>
                <a:gd name="T7" fmla="*/ 116574 h 16"/>
                <a:gd name="T8" fmla="*/ 537128 w 40"/>
                <a:gd name="T9" fmla="*/ 0 h 16"/>
                <a:gd name="T10" fmla="*/ 537128 w 40"/>
                <a:gd name="T11" fmla="*/ 0 h 16"/>
                <a:gd name="T12" fmla="*/ 294860 w 40"/>
                <a:gd name="T13" fmla="*/ 9771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6">
                  <a:moveTo>
                    <a:pt x="22" y="5"/>
                  </a:moveTo>
                  <a:cubicBezTo>
                    <a:pt x="17" y="7"/>
                    <a:pt x="5" y="15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5" y="15"/>
                    <a:pt x="17" y="8"/>
                    <a:pt x="23" y="6"/>
                  </a:cubicBezTo>
                  <a:cubicBezTo>
                    <a:pt x="30" y="3"/>
                    <a:pt x="35" y="1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5" y="1"/>
                    <a:pt x="30" y="2"/>
                    <a:pt x="2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119">
              <a:extLst>
                <a:ext uri="{FF2B5EF4-FFF2-40B4-BE49-F238E27FC236}">
                  <a16:creationId xmlns:a16="http://schemas.microsoft.com/office/drawing/2014/main" id="{C12169B9-8D36-4286-BE17-951C34AE3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476"/>
              <a:ext cx="195" cy="52"/>
            </a:xfrm>
            <a:custGeom>
              <a:avLst/>
              <a:gdLst>
                <a:gd name="T0" fmla="*/ 214676 w 40"/>
                <a:gd name="T1" fmla="*/ 79716 h 10"/>
                <a:gd name="T2" fmla="*/ 0 w 40"/>
                <a:gd name="T3" fmla="*/ 197418 h 10"/>
                <a:gd name="T4" fmla="*/ 0 w 40"/>
                <a:gd name="T5" fmla="*/ 197418 h 10"/>
                <a:gd name="T6" fmla="*/ 214676 w 40"/>
                <a:gd name="T7" fmla="*/ 98696 h 10"/>
                <a:gd name="T8" fmla="*/ 537128 w 40"/>
                <a:gd name="T9" fmla="*/ 18980 h 10"/>
                <a:gd name="T10" fmla="*/ 537128 w 40"/>
                <a:gd name="T11" fmla="*/ 18980 h 10"/>
                <a:gd name="T12" fmla="*/ 214676 w 40"/>
                <a:gd name="T13" fmla="*/ 7971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0">
                  <a:moveTo>
                    <a:pt x="16" y="4"/>
                  </a:moveTo>
                  <a:cubicBezTo>
                    <a:pt x="10" y="6"/>
                    <a:pt x="5" y="8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5" y="8"/>
                    <a:pt x="11" y="7"/>
                    <a:pt x="16" y="5"/>
                  </a:cubicBezTo>
                  <a:cubicBezTo>
                    <a:pt x="23" y="2"/>
                    <a:pt x="32" y="0"/>
                    <a:pt x="4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2" y="0"/>
                    <a:pt x="23" y="1"/>
                    <a:pt x="1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120">
              <a:extLst>
                <a:ext uri="{FF2B5EF4-FFF2-40B4-BE49-F238E27FC236}">
                  <a16:creationId xmlns:a16="http://schemas.microsoft.com/office/drawing/2014/main" id="{18B23D96-CD8C-49F0-9EB1-3F4AFFDC9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943"/>
              <a:ext cx="117" cy="172"/>
            </a:xfrm>
            <a:custGeom>
              <a:avLst/>
              <a:gdLst>
                <a:gd name="T0" fmla="*/ 162674 w 24"/>
                <a:gd name="T1" fmla="*/ 419122 h 33"/>
                <a:gd name="T2" fmla="*/ 321979 w 24"/>
                <a:gd name="T3" fmla="*/ 661251 h 33"/>
                <a:gd name="T4" fmla="*/ 321979 w 24"/>
                <a:gd name="T5" fmla="*/ 661251 h 33"/>
                <a:gd name="T6" fmla="*/ 173443 w 24"/>
                <a:gd name="T7" fmla="*/ 419122 h 33"/>
                <a:gd name="T8" fmla="*/ 0 w 24"/>
                <a:gd name="T9" fmla="*/ 0 h 33"/>
                <a:gd name="T10" fmla="*/ 0 w 24"/>
                <a:gd name="T11" fmla="*/ 0 h 33"/>
                <a:gd name="T12" fmla="*/ 162674 w 24"/>
                <a:gd name="T13" fmla="*/ 41912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12" y="21"/>
                  </a:moveTo>
                  <a:cubicBezTo>
                    <a:pt x="17" y="25"/>
                    <a:pt x="20" y="30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0" y="30"/>
                    <a:pt x="19" y="26"/>
                    <a:pt x="13" y="21"/>
                  </a:cubicBezTo>
                  <a:cubicBezTo>
                    <a:pt x="7" y="16"/>
                    <a:pt x="2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9"/>
                    <a:pt x="6" y="16"/>
                    <a:pt x="1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121">
              <a:extLst>
                <a:ext uri="{FF2B5EF4-FFF2-40B4-BE49-F238E27FC236}">
                  <a16:creationId xmlns:a16="http://schemas.microsoft.com/office/drawing/2014/main" id="{075FAC13-6B82-4C44-9458-48D87113D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525"/>
              <a:ext cx="171" cy="57"/>
            </a:xfrm>
            <a:custGeom>
              <a:avLst/>
              <a:gdLst>
                <a:gd name="T0" fmla="*/ 231373 w 35"/>
                <a:gd name="T1" fmla="*/ 134821 h 11"/>
                <a:gd name="T2" fmla="*/ 475829 w 35"/>
                <a:gd name="T3" fmla="*/ 212745 h 11"/>
                <a:gd name="T4" fmla="*/ 475829 w 35"/>
                <a:gd name="T5" fmla="*/ 212745 h 11"/>
                <a:gd name="T6" fmla="*/ 231373 w 35"/>
                <a:gd name="T7" fmla="*/ 116052 h 11"/>
                <a:gd name="T8" fmla="*/ 0 w 35"/>
                <a:gd name="T9" fmla="*/ 0 h 11"/>
                <a:gd name="T10" fmla="*/ 0 w 35"/>
                <a:gd name="T11" fmla="*/ 0 h 11"/>
                <a:gd name="T12" fmla="*/ 231373 w 35"/>
                <a:gd name="T13" fmla="*/ 13482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1">
                  <a:moveTo>
                    <a:pt x="17" y="7"/>
                  </a:moveTo>
                  <a:cubicBezTo>
                    <a:pt x="22" y="9"/>
                    <a:pt x="30" y="10"/>
                    <a:pt x="35" y="11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0" y="9"/>
                    <a:pt x="23" y="8"/>
                    <a:pt x="17" y="6"/>
                  </a:cubicBezTo>
                  <a:cubicBezTo>
                    <a:pt x="10" y="4"/>
                    <a:pt x="4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9" y="5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122">
              <a:extLst>
                <a:ext uri="{FF2B5EF4-FFF2-40B4-BE49-F238E27FC236}">
                  <a16:creationId xmlns:a16="http://schemas.microsoft.com/office/drawing/2014/main" id="{8A86947B-9082-43E4-9BFC-F84762A2A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213"/>
              <a:ext cx="165" cy="125"/>
            </a:xfrm>
            <a:custGeom>
              <a:avLst/>
              <a:gdLst>
                <a:gd name="T0" fmla="*/ 247335 w 34"/>
                <a:gd name="T1" fmla="*/ 317896 h 24"/>
                <a:gd name="T2" fmla="*/ 444243 w 34"/>
                <a:gd name="T3" fmla="*/ 479083 h 24"/>
                <a:gd name="T4" fmla="*/ 444243 w 34"/>
                <a:gd name="T5" fmla="*/ 479083 h 24"/>
                <a:gd name="T6" fmla="*/ 247335 w 34"/>
                <a:gd name="T7" fmla="*/ 298828 h 24"/>
                <a:gd name="T8" fmla="*/ 0 w 34"/>
                <a:gd name="T9" fmla="*/ 0 h 24"/>
                <a:gd name="T10" fmla="*/ 0 w 34"/>
                <a:gd name="T11" fmla="*/ 0 h 24"/>
                <a:gd name="T12" fmla="*/ 247335 w 34"/>
                <a:gd name="T13" fmla="*/ 31789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4">
                  <a:moveTo>
                    <a:pt x="19" y="16"/>
                  </a:moveTo>
                  <a:cubicBezTo>
                    <a:pt x="24" y="19"/>
                    <a:pt x="30" y="21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0" y="21"/>
                    <a:pt x="25" y="18"/>
                    <a:pt x="19" y="15"/>
                  </a:cubicBezTo>
                  <a:cubicBezTo>
                    <a:pt x="12" y="12"/>
                    <a:pt x="5" y="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8"/>
                    <a:pt x="11" y="13"/>
                    <a:pt x="19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123">
              <a:extLst>
                <a:ext uri="{FF2B5EF4-FFF2-40B4-BE49-F238E27FC236}">
                  <a16:creationId xmlns:a16="http://schemas.microsoft.com/office/drawing/2014/main" id="{88632258-0A1C-47F4-B4B1-C034F7F21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616"/>
              <a:ext cx="64" cy="197"/>
            </a:xfrm>
            <a:custGeom>
              <a:avLst/>
              <a:gdLst>
                <a:gd name="T0" fmla="*/ 112748 w 13"/>
                <a:gd name="T1" fmla="*/ 329368 h 38"/>
                <a:gd name="T2" fmla="*/ 0 w 13"/>
                <a:gd name="T3" fmla="*/ 0 h 38"/>
                <a:gd name="T4" fmla="*/ 98087 w 13"/>
                <a:gd name="T5" fmla="*/ 389298 h 38"/>
                <a:gd name="T6" fmla="*/ 185073 w 13"/>
                <a:gd name="T7" fmla="*/ 737480 h 38"/>
                <a:gd name="T8" fmla="*/ 112748 w 13"/>
                <a:gd name="T9" fmla="*/ 32936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8">
                  <a:moveTo>
                    <a:pt x="8" y="17"/>
                  </a:moveTo>
                  <a:cubicBezTo>
                    <a:pt x="5" y="11"/>
                    <a:pt x="1" y="7"/>
                    <a:pt x="0" y="0"/>
                  </a:cubicBezTo>
                  <a:cubicBezTo>
                    <a:pt x="0" y="3"/>
                    <a:pt x="0" y="7"/>
                    <a:pt x="7" y="20"/>
                  </a:cubicBezTo>
                  <a:cubicBezTo>
                    <a:pt x="12" y="28"/>
                    <a:pt x="13" y="38"/>
                    <a:pt x="13" y="38"/>
                  </a:cubicBezTo>
                  <a:cubicBezTo>
                    <a:pt x="13" y="33"/>
                    <a:pt x="11" y="23"/>
                    <a:pt x="8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124">
              <a:extLst>
                <a:ext uri="{FF2B5EF4-FFF2-40B4-BE49-F238E27FC236}">
                  <a16:creationId xmlns:a16="http://schemas.microsoft.com/office/drawing/2014/main" id="{61C6C187-EFF0-4198-B033-B640BC703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003"/>
              <a:ext cx="194" cy="57"/>
            </a:xfrm>
            <a:custGeom>
              <a:avLst/>
              <a:gdLst>
                <a:gd name="T0" fmla="*/ 311554 w 40"/>
                <a:gd name="T1" fmla="*/ 116052 h 11"/>
                <a:gd name="T2" fmla="*/ 520672 w 40"/>
                <a:gd name="T3" fmla="*/ 0 h 11"/>
                <a:gd name="T4" fmla="*/ 520672 w 40"/>
                <a:gd name="T5" fmla="*/ 0 h 11"/>
                <a:gd name="T6" fmla="*/ 311554 w 40"/>
                <a:gd name="T7" fmla="*/ 97387 h 11"/>
                <a:gd name="T8" fmla="*/ 0 w 40"/>
                <a:gd name="T9" fmla="*/ 193945 h 11"/>
                <a:gd name="T10" fmla="*/ 0 w 40"/>
                <a:gd name="T11" fmla="*/ 193945 h 11"/>
                <a:gd name="T12" fmla="*/ 311554 w 40"/>
                <a:gd name="T13" fmla="*/ 11605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1">
                  <a:moveTo>
                    <a:pt x="24" y="6"/>
                  </a:moveTo>
                  <a:cubicBezTo>
                    <a:pt x="30" y="3"/>
                    <a:pt x="35" y="1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5" y="1"/>
                    <a:pt x="31" y="1"/>
                    <a:pt x="24" y="5"/>
                  </a:cubicBezTo>
                  <a:cubicBezTo>
                    <a:pt x="17" y="8"/>
                    <a:pt x="8" y="11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9" y="11"/>
                    <a:pt x="17" y="10"/>
                    <a:pt x="2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125">
              <a:extLst>
                <a:ext uri="{FF2B5EF4-FFF2-40B4-BE49-F238E27FC236}">
                  <a16:creationId xmlns:a16="http://schemas.microsoft.com/office/drawing/2014/main" id="{8CCA386E-6FA6-4C17-AFFC-A102887BE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148"/>
              <a:ext cx="151" cy="146"/>
            </a:xfrm>
            <a:custGeom>
              <a:avLst/>
              <a:gdLst>
                <a:gd name="T0" fmla="*/ 186300 w 31"/>
                <a:gd name="T1" fmla="*/ 342933 h 28"/>
                <a:gd name="T2" fmla="*/ 414310 w 31"/>
                <a:gd name="T3" fmla="*/ 0 h 28"/>
                <a:gd name="T4" fmla="*/ 414310 w 31"/>
                <a:gd name="T5" fmla="*/ 0 h 28"/>
                <a:gd name="T6" fmla="*/ 172773 w 31"/>
                <a:gd name="T7" fmla="*/ 320121 h 28"/>
                <a:gd name="T8" fmla="*/ 0 w 31"/>
                <a:gd name="T9" fmla="*/ 562538 h 28"/>
                <a:gd name="T10" fmla="*/ 0 w 31"/>
                <a:gd name="T11" fmla="*/ 562538 h 28"/>
                <a:gd name="T12" fmla="*/ 186300 w 31"/>
                <a:gd name="T13" fmla="*/ 342933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14" y="17"/>
                  </a:moveTo>
                  <a:cubicBezTo>
                    <a:pt x="18" y="13"/>
                    <a:pt x="27" y="2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2"/>
                    <a:pt x="18" y="13"/>
                    <a:pt x="13" y="16"/>
                  </a:cubicBezTo>
                  <a:cubicBezTo>
                    <a:pt x="8" y="22"/>
                    <a:pt x="3" y="26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4" y="26"/>
                    <a:pt x="8" y="23"/>
                    <a:pt x="14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126">
              <a:extLst>
                <a:ext uri="{FF2B5EF4-FFF2-40B4-BE49-F238E27FC236}">
                  <a16:creationId xmlns:a16="http://schemas.microsoft.com/office/drawing/2014/main" id="{B9C355E7-3D46-47C6-AC29-CEDFAA65B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3107"/>
              <a:ext cx="161" cy="109"/>
            </a:xfrm>
            <a:custGeom>
              <a:avLst/>
              <a:gdLst>
                <a:gd name="T0" fmla="*/ 295772 w 33"/>
                <a:gd name="T1" fmla="*/ 195915 h 21"/>
                <a:gd name="T2" fmla="*/ 444775 w 33"/>
                <a:gd name="T3" fmla="*/ 0 h 21"/>
                <a:gd name="T4" fmla="*/ 444775 w 33"/>
                <a:gd name="T5" fmla="*/ 0 h 21"/>
                <a:gd name="T6" fmla="*/ 282179 w 33"/>
                <a:gd name="T7" fmla="*/ 177032 h 21"/>
                <a:gd name="T8" fmla="*/ 0 w 33"/>
                <a:gd name="T9" fmla="*/ 410852 h 21"/>
                <a:gd name="T10" fmla="*/ 0 w 33"/>
                <a:gd name="T11" fmla="*/ 410852 h 21"/>
                <a:gd name="T12" fmla="*/ 295772 w 33"/>
                <a:gd name="T13" fmla="*/ 19591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1">
                  <a:moveTo>
                    <a:pt x="22" y="10"/>
                  </a:moveTo>
                  <a:cubicBezTo>
                    <a:pt x="26" y="6"/>
                    <a:pt x="29" y="3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9" y="3"/>
                    <a:pt x="25" y="5"/>
                    <a:pt x="21" y="9"/>
                  </a:cubicBezTo>
                  <a:cubicBezTo>
                    <a:pt x="15" y="15"/>
                    <a:pt x="8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8" y="20"/>
                    <a:pt x="16" y="16"/>
                    <a:pt x="2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127">
              <a:extLst>
                <a:ext uri="{FF2B5EF4-FFF2-40B4-BE49-F238E27FC236}">
                  <a16:creationId xmlns:a16="http://schemas.microsoft.com/office/drawing/2014/main" id="{1C0B961E-7B29-4731-8510-74BEA4D78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977"/>
              <a:ext cx="24" cy="213"/>
            </a:xfrm>
            <a:custGeom>
              <a:avLst/>
              <a:gdLst>
                <a:gd name="T0" fmla="*/ 48336 w 5"/>
                <a:gd name="T1" fmla="*/ 313941 h 41"/>
                <a:gd name="T2" fmla="*/ 25435 w 5"/>
                <a:gd name="T3" fmla="*/ 0 h 41"/>
                <a:gd name="T4" fmla="*/ 25435 w 5"/>
                <a:gd name="T5" fmla="*/ 0 h 41"/>
                <a:gd name="T6" fmla="*/ 25435 w 5"/>
                <a:gd name="T7" fmla="*/ 332857 h 41"/>
                <a:gd name="T8" fmla="*/ 0 w 5"/>
                <a:gd name="T9" fmla="*/ 806361 h 41"/>
                <a:gd name="T10" fmla="*/ 0 w 5"/>
                <a:gd name="T11" fmla="*/ 806361 h 41"/>
                <a:gd name="T12" fmla="*/ 48336 w 5"/>
                <a:gd name="T13" fmla="*/ 31394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41">
                  <a:moveTo>
                    <a:pt x="4" y="16"/>
                  </a:moveTo>
                  <a:cubicBezTo>
                    <a:pt x="3" y="11"/>
                    <a:pt x="2" y="5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5"/>
                    <a:pt x="1" y="9"/>
                    <a:pt x="2" y="17"/>
                  </a:cubicBezTo>
                  <a:cubicBezTo>
                    <a:pt x="4" y="24"/>
                    <a:pt x="3" y="33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" y="33"/>
                    <a:pt x="5" y="24"/>
                    <a:pt x="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128">
              <a:extLst>
                <a:ext uri="{FF2B5EF4-FFF2-40B4-BE49-F238E27FC236}">
                  <a16:creationId xmlns:a16="http://schemas.microsoft.com/office/drawing/2014/main" id="{A2F38058-50D3-4E30-9F8D-F509C1B0B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2587"/>
              <a:ext cx="88" cy="162"/>
            </a:xfrm>
            <a:custGeom>
              <a:avLst/>
              <a:gdLst>
                <a:gd name="T0" fmla="*/ 137075 w 18"/>
                <a:gd name="T1" fmla="*/ 304252 h 31"/>
                <a:gd name="T2" fmla="*/ 0 w 18"/>
                <a:gd name="T3" fmla="*/ 0 h 31"/>
                <a:gd name="T4" fmla="*/ 0 w 18"/>
                <a:gd name="T5" fmla="*/ 0 h 31"/>
                <a:gd name="T6" fmla="*/ 122804 w 18"/>
                <a:gd name="T7" fmla="*/ 304252 h 31"/>
                <a:gd name="T8" fmla="*/ 245608 w 18"/>
                <a:gd name="T9" fmla="*/ 631633 h 31"/>
                <a:gd name="T10" fmla="*/ 245608 w 18"/>
                <a:gd name="T11" fmla="*/ 631633 h 31"/>
                <a:gd name="T12" fmla="*/ 137075 w 18"/>
                <a:gd name="T13" fmla="*/ 30425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1">
                  <a:moveTo>
                    <a:pt x="10" y="15"/>
                  </a:moveTo>
                  <a:cubicBezTo>
                    <a:pt x="6" y="10"/>
                    <a:pt x="1" y="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5" y="11"/>
                    <a:pt x="9" y="15"/>
                  </a:cubicBezTo>
                  <a:cubicBezTo>
                    <a:pt x="13" y="22"/>
                    <a:pt x="16" y="27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6" y="27"/>
                    <a:pt x="14" y="21"/>
                    <a:pt x="1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129">
              <a:extLst>
                <a:ext uri="{FF2B5EF4-FFF2-40B4-BE49-F238E27FC236}">
                  <a16:creationId xmlns:a16="http://schemas.microsoft.com/office/drawing/2014/main" id="{2CB10FB8-E6CF-4D15-AAEF-0BCA75109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276"/>
              <a:ext cx="92" cy="192"/>
            </a:xfrm>
            <a:custGeom>
              <a:avLst/>
              <a:gdLst>
                <a:gd name="T0" fmla="*/ 127497 w 19"/>
                <a:gd name="T1" fmla="*/ 331319 h 37"/>
                <a:gd name="T2" fmla="*/ 0 w 19"/>
                <a:gd name="T3" fmla="*/ 0 h 37"/>
                <a:gd name="T4" fmla="*/ 0 w 19"/>
                <a:gd name="T5" fmla="*/ 0 h 37"/>
                <a:gd name="T6" fmla="*/ 117043 w 19"/>
                <a:gd name="T7" fmla="*/ 350166 h 37"/>
                <a:gd name="T8" fmla="*/ 244657 w 19"/>
                <a:gd name="T9" fmla="*/ 722148 h 37"/>
                <a:gd name="T10" fmla="*/ 244657 w 19"/>
                <a:gd name="T11" fmla="*/ 722148 h 37"/>
                <a:gd name="T12" fmla="*/ 127497 w 19"/>
                <a:gd name="T13" fmla="*/ 33131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7">
                  <a:moveTo>
                    <a:pt x="10" y="17"/>
                  </a:moveTo>
                  <a:cubicBezTo>
                    <a:pt x="7" y="11"/>
                    <a:pt x="1" y="6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6"/>
                    <a:pt x="6" y="12"/>
                    <a:pt x="9" y="18"/>
                  </a:cubicBezTo>
                  <a:cubicBezTo>
                    <a:pt x="13" y="26"/>
                    <a:pt x="17" y="32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7" y="31"/>
                    <a:pt x="15" y="25"/>
                    <a:pt x="1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130">
              <a:extLst>
                <a:ext uri="{FF2B5EF4-FFF2-40B4-BE49-F238E27FC236}">
                  <a16:creationId xmlns:a16="http://schemas.microsoft.com/office/drawing/2014/main" id="{B9E4C4D3-5FF4-4427-9F63-A8F778BE6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826"/>
              <a:ext cx="63" cy="208"/>
            </a:xfrm>
            <a:custGeom>
              <a:avLst/>
              <a:gdLst>
                <a:gd name="T0" fmla="*/ 91054 w 13"/>
                <a:gd name="T1" fmla="*/ 296816 h 40"/>
                <a:gd name="T2" fmla="*/ 0 w 13"/>
                <a:gd name="T3" fmla="*/ 0 h 40"/>
                <a:gd name="T4" fmla="*/ 0 w 13"/>
                <a:gd name="T5" fmla="*/ 0 h 40"/>
                <a:gd name="T6" fmla="*/ 77737 w 13"/>
                <a:gd name="T7" fmla="*/ 315801 h 40"/>
                <a:gd name="T8" fmla="*/ 141687 w 13"/>
                <a:gd name="T9" fmla="*/ 791055 h 40"/>
                <a:gd name="T10" fmla="*/ 141687 w 13"/>
                <a:gd name="T11" fmla="*/ 791055 h 40"/>
                <a:gd name="T12" fmla="*/ 91054 w 13"/>
                <a:gd name="T13" fmla="*/ 29681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0">
                  <a:moveTo>
                    <a:pt x="7" y="15"/>
                  </a:moveTo>
                  <a:cubicBezTo>
                    <a:pt x="5" y="10"/>
                    <a:pt x="2" y="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4" y="11"/>
                    <a:pt x="6" y="16"/>
                  </a:cubicBezTo>
                  <a:cubicBezTo>
                    <a:pt x="10" y="23"/>
                    <a:pt x="13" y="31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3" y="31"/>
                    <a:pt x="11" y="22"/>
                    <a:pt x="7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131">
              <a:extLst>
                <a:ext uri="{FF2B5EF4-FFF2-40B4-BE49-F238E27FC236}">
                  <a16:creationId xmlns:a16="http://schemas.microsoft.com/office/drawing/2014/main" id="{6EF84E0B-A212-41C0-A998-B0C6FB595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128"/>
              <a:ext cx="93" cy="187"/>
            </a:xfrm>
            <a:custGeom>
              <a:avLst/>
              <a:gdLst>
                <a:gd name="T0" fmla="*/ 95330 w 19"/>
                <a:gd name="T1" fmla="*/ 355300 h 36"/>
                <a:gd name="T2" fmla="*/ 0 w 19"/>
                <a:gd name="T3" fmla="*/ 706964 h 36"/>
                <a:gd name="T4" fmla="*/ 137787 w 19"/>
                <a:gd name="T5" fmla="*/ 313802 h 36"/>
                <a:gd name="T6" fmla="*/ 261173 w 19"/>
                <a:gd name="T7" fmla="*/ 0 h 36"/>
                <a:gd name="T8" fmla="*/ 95330 w 19"/>
                <a:gd name="T9" fmla="*/ 35530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6">
                  <a:moveTo>
                    <a:pt x="7" y="18"/>
                  </a:moveTo>
                  <a:cubicBezTo>
                    <a:pt x="5" y="25"/>
                    <a:pt x="5" y="30"/>
                    <a:pt x="0" y="36"/>
                  </a:cubicBezTo>
                  <a:cubicBezTo>
                    <a:pt x="3" y="33"/>
                    <a:pt x="5" y="30"/>
                    <a:pt x="10" y="16"/>
                  </a:cubicBezTo>
                  <a:cubicBezTo>
                    <a:pt x="13" y="8"/>
                    <a:pt x="19" y="0"/>
                    <a:pt x="19" y="0"/>
                  </a:cubicBezTo>
                  <a:cubicBezTo>
                    <a:pt x="16" y="3"/>
                    <a:pt x="9" y="12"/>
                    <a:pt x="7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132">
              <a:extLst>
                <a:ext uri="{FF2B5EF4-FFF2-40B4-BE49-F238E27FC236}">
                  <a16:creationId xmlns:a16="http://schemas.microsoft.com/office/drawing/2014/main" id="{B73E2DD6-01BD-4178-AE29-11CB50653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800"/>
              <a:ext cx="155" cy="16"/>
            </a:xfrm>
            <a:custGeom>
              <a:avLst/>
              <a:gdLst>
                <a:gd name="T0" fmla="*/ 0 w 32"/>
                <a:gd name="T1" fmla="*/ 47787 h 3"/>
                <a:gd name="T2" fmla="*/ 208083 w 32"/>
                <a:gd name="T3" fmla="*/ 21845 h 3"/>
                <a:gd name="T4" fmla="*/ 413448 w 32"/>
                <a:gd name="T5" fmla="*/ 68720 h 3"/>
                <a:gd name="T6" fmla="*/ 208083 w 32"/>
                <a:gd name="T7" fmla="*/ 47787 h 3"/>
                <a:gd name="T8" fmla="*/ 0 w 32"/>
                <a:gd name="T9" fmla="*/ 4778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">
                  <a:moveTo>
                    <a:pt x="0" y="2"/>
                  </a:moveTo>
                  <a:cubicBezTo>
                    <a:pt x="4" y="3"/>
                    <a:pt x="12" y="1"/>
                    <a:pt x="16" y="1"/>
                  </a:cubicBezTo>
                  <a:cubicBezTo>
                    <a:pt x="20" y="0"/>
                    <a:pt x="26" y="0"/>
                    <a:pt x="32" y="3"/>
                  </a:cubicBezTo>
                  <a:cubicBezTo>
                    <a:pt x="28" y="1"/>
                    <a:pt x="21" y="1"/>
                    <a:pt x="16" y="2"/>
                  </a:cubicBezTo>
                  <a:cubicBezTo>
                    <a:pt x="11" y="2"/>
                    <a:pt x="3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133">
              <a:extLst>
                <a:ext uri="{FF2B5EF4-FFF2-40B4-BE49-F238E27FC236}">
                  <a16:creationId xmlns:a16="http://schemas.microsoft.com/office/drawing/2014/main" id="{8A03FC83-8C3C-48CE-B2DD-EF1B83E07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1954"/>
              <a:ext cx="160" cy="145"/>
            </a:xfrm>
            <a:custGeom>
              <a:avLst/>
              <a:gdLst>
                <a:gd name="T0" fmla="*/ 0 w 33"/>
                <a:gd name="T1" fmla="*/ 0 h 28"/>
                <a:gd name="T2" fmla="*/ 428781 w 33"/>
                <a:gd name="T3" fmla="*/ 540078 h 28"/>
                <a:gd name="T4" fmla="*/ 208912 w 33"/>
                <a:gd name="T5" fmla="*/ 212208 h 28"/>
                <a:gd name="T6" fmla="*/ 0 w 33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">
                  <a:moveTo>
                    <a:pt x="0" y="0"/>
                  </a:moveTo>
                  <a:cubicBezTo>
                    <a:pt x="6" y="5"/>
                    <a:pt x="27" y="12"/>
                    <a:pt x="33" y="28"/>
                  </a:cubicBezTo>
                  <a:cubicBezTo>
                    <a:pt x="29" y="21"/>
                    <a:pt x="20" y="14"/>
                    <a:pt x="16" y="11"/>
                  </a:cubicBezTo>
                  <a:cubicBezTo>
                    <a:pt x="12" y="8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457FD547-2B31-49FE-BB5A-6A5385E7BA3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Microbiology</a:t>
            </a:r>
          </a:p>
        </p:txBody>
      </p:sp>
      <p:grpSp>
        <p:nvGrpSpPr>
          <p:cNvPr id="37891" name="Empty-petri-dish-agar-plate">
            <a:extLst>
              <a:ext uri="{FF2B5EF4-FFF2-40B4-BE49-F238E27FC236}">
                <a16:creationId xmlns:a16="http://schemas.microsoft.com/office/drawing/2014/main" id="{BA802E62-56C5-4192-846C-06B8CEB45576}"/>
              </a:ext>
            </a:extLst>
          </p:cNvPr>
          <p:cNvGrpSpPr>
            <a:grpSpLocks/>
          </p:cNvGrpSpPr>
          <p:nvPr/>
        </p:nvGrpSpPr>
        <p:grpSpPr bwMode="auto">
          <a:xfrm>
            <a:off x="2128838" y="2678113"/>
            <a:ext cx="2333625" cy="2489200"/>
            <a:chOff x="381" y="1508"/>
            <a:chExt cx="1470" cy="1568"/>
          </a:xfrm>
        </p:grpSpPr>
        <p:sp>
          <p:nvSpPr>
            <p:cNvPr id="38765" name="Oval 4">
              <a:extLst>
                <a:ext uri="{FF2B5EF4-FFF2-40B4-BE49-F238E27FC236}">
                  <a16:creationId xmlns:a16="http://schemas.microsoft.com/office/drawing/2014/main" id="{E668B1C5-02FF-45B2-91C7-908C42C1A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1508"/>
              <a:ext cx="1470" cy="1568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66" name="Freeform 5">
              <a:extLst>
                <a:ext uri="{FF2B5EF4-FFF2-40B4-BE49-F238E27FC236}">
                  <a16:creationId xmlns:a16="http://schemas.microsoft.com/office/drawing/2014/main" id="{DB12BE83-42F9-45FB-AABF-2DF6EC0F5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1516"/>
              <a:ext cx="1275" cy="1296"/>
            </a:xfrm>
            <a:custGeom>
              <a:avLst/>
              <a:gdLst>
                <a:gd name="T0" fmla="*/ 988 w 510"/>
                <a:gd name="T1" fmla="*/ 105736 h 486"/>
                <a:gd name="T2" fmla="*/ 71800 w 510"/>
                <a:gd name="T3" fmla="*/ 1459 h 486"/>
                <a:gd name="T4" fmla="*/ 124533 w 510"/>
                <a:gd name="T5" fmla="*/ 35592 h 486"/>
                <a:gd name="T6" fmla="*/ 71095 w 510"/>
                <a:gd name="T7" fmla="*/ 0 h 486"/>
                <a:gd name="T8" fmla="*/ 0 w 510"/>
                <a:gd name="T9" fmla="*/ 104221 h 486"/>
                <a:gd name="T10" fmla="*/ 18563 w 510"/>
                <a:gd name="T11" fmla="*/ 174763 h 486"/>
                <a:gd name="T12" fmla="*/ 988 w 510"/>
                <a:gd name="T13" fmla="*/ 105736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7" name="Freeform 6">
              <a:extLst>
                <a:ext uri="{FF2B5EF4-FFF2-40B4-BE49-F238E27FC236}">
                  <a16:creationId xmlns:a16="http://schemas.microsoft.com/office/drawing/2014/main" id="{C45CA469-2D10-4D0E-8B8C-6508E117D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772"/>
              <a:ext cx="1273" cy="1296"/>
            </a:xfrm>
            <a:custGeom>
              <a:avLst/>
              <a:gdLst>
                <a:gd name="T0" fmla="*/ 123784 w 509"/>
                <a:gd name="T1" fmla="*/ 68629 h 486"/>
                <a:gd name="T2" fmla="*/ 52653 w 509"/>
                <a:gd name="T3" fmla="*/ 173304 h 486"/>
                <a:gd name="T4" fmla="*/ 0 w 509"/>
                <a:gd name="T5" fmla="*/ 139171 h 486"/>
                <a:gd name="T6" fmla="*/ 53641 w 509"/>
                <a:gd name="T7" fmla="*/ 174763 h 486"/>
                <a:gd name="T8" fmla="*/ 124566 w 509"/>
                <a:gd name="T9" fmla="*/ 70144 h 486"/>
                <a:gd name="T10" fmla="*/ 106189 w 509"/>
                <a:gd name="T11" fmla="*/ 0 h 486"/>
                <a:gd name="T12" fmla="*/ 123784 w 509"/>
                <a:gd name="T13" fmla="*/ 68629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8" name="Oval 7">
              <a:extLst>
                <a:ext uri="{FF2B5EF4-FFF2-40B4-BE49-F238E27FC236}">
                  <a16:creationId xmlns:a16="http://schemas.microsoft.com/office/drawing/2014/main" id="{FFCF6101-6918-4CEE-9AA5-C16382540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" y="1543"/>
              <a:ext cx="1403" cy="1498"/>
            </a:xfrm>
            <a:prstGeom prst="ellipse">
              <a:avLst/>
            </a:prstGeom>
            <a:solidFill>
              <a:srgbClr val="BFB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69" name="Oval 8">
              <a:extLst>
                <a:ext uri="{FF2B5EF4-FFF2-40B4-BE49-F238E27FC236}">
                  <a16:creationId xmlns:a16="http://schemas.microsoft.com/office/drawing/2014/main" id="{54360110-5E2E-44DD-A182-7CDE46D04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" y="1572"/>
              <a:ext cx="1350" cy="1440"/>
            </a:xfrm>
            <a:prstGeom prst="ellipse">
              <a:avLst/>
            </a:pr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70" name="Oval 9">
              <a:extLst>
                <a:ext uri="{FF2B5EF4-FFF2-40B4-BE49-F238E27FC236}">
                  <a16:creationId xmlns:a16="http://schemas.microsoft.com/office/drawing/2014/main" id="{70A1C4B8-C82A-4B0E-A802-052A736E7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1508"/>
              <a:ext cx="1470" cy="15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71" name="Oval 10">
              <a:extLst>
                <a:ext uri="{FF2B5EF4-FFF2-40B4-BE49-F238E27FC236}">
                  <a16:creationId xmlns:a16="http://schemas.microsoft.com/office/drawing/2014/main" id="{8B286F43-641A-4283-862F-2CF05882A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" y="1543"/>
              <a:ext cx="1403" cy="149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72" name="Oval 11">
              <a:extLst>
                <a:ext uri="{FF2B5EF4-FFF2-40B4-BE49-F238E27FC236}">
                  <a16:creationId xmlns:a16="http://schemas.microsoft.com/office/drawing/2014/main" id="{D5D894DE-484F-4423-A88C-02BE061D8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" y="1572"/>
              <a:ext cx="1350" cy="1440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73" name="Freeform 12">
              <a:extLst>
                <a:ext uri="{FF2B5EF4-FFF2-40B4-BE49-F238E27FC236}">
                  <a16:creationId xmlns:a16="http://schemas.microsoft.com/office/drawing/2014/main" id="{7F3827E0-3F45-4A16-BF36-84CC018B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756"/>
              <a:ext cx="53" cy="56"/>
            </a:xfrm>
            <a:custGeom>
              <a:avLst/>
              <a:gdLst>
                <a:gd name="T0" fmla="*/ 803 w 21"/>
                <a:gd name="T1" fmla="*/ 5824 h 21"/>
                <a:gd name="T2" fmla="*/ 1330 w 21"/>
                <a:gd name="T3" fmla="*/ 1059 h 21"/>
                <a:gd name="T4" fmla="*/ 4631 w 21"/>
                <a:gd name="T5" fmla="*/ 1763 h 21"/>
                <a:gd name="T6" fmla="*/ 4101 w 21"/>
                <a:gd name="T7" fmla="*/ 6464 h 21"/>
                <a:gd name="T8" fmla="*/ 803 w 21"/>
                <a:gd name="T9" fmla="*/ 582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4" name="Freeform 13">
              <a:extLst>
                <a:ext uri="{FF2B5EF4-FFF2-40B4-BE49-F238E27FC236}">
                  <a16:creationId xmlns:a16="http://schemas.microsoft.com/office/drawing/2014/main" id="{B14A6647-314A-476A-B5AD-110E8DF32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735"/>
              <a:ext cx="35" cy="40"/>
            </a:xfrm>
            <a:custGeom>
              <a:avLst/>
              <a:gdLst>
                <a:gd name="T0" fmla="*/ 520 w 14"/>
                <a:gd name="T1" fmla="*/ 4301 h 15"/>
                <a:gd name="T2" fmla="*/ 783 w 14"/>
                <a:gd name="T3" fmla="*/ 1059 h 15"/>
                <a:gd name="T4" fmla="*/ 2938 w 14"/>
                <a:gd name="T5" fmla="*/ 1459 h 15"/>
                <a:gd name="T6" fmla="*/ 2738 w 14"/>
                <a:gd name="T7" fmla="*/ 4701 h 15"/>
                <a:gd name="T8" fmla="*/ 520 w 14"/>
                <a:gd name="T9" fmla="*/ 430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5" name="Freeform 14">
              <a:extLst>
                <a:ext uri="{FF2B5EF4-FFF2-40B4-BE49-F238E27FC236}">
                  <a16:creationId xmlns:a16="http://schemas.microsoft.com/office/drawing/2014/main" id="{BABC14DD-7EBC-41B4-8729-634D00B50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804"/>
              <a:ext cx="35" cy="40"/>
            </a:xfrm>
            <a:custGeom>
              <a:avLst/>
              <a:gdLst>
                <a:gd name="T0" fmla="*/ 520 w 14"/>
                <a:gd name="T1" fmla="*/ 3891 h 15"/>
                <a:gd name="T2" fmla="*/ 783 w 14"/>
                <a:gd name="T3" fmla="*/ 1059 h 15"/>
                <a:gd name="T4" fmla="*/ 2938 w 14"/>
                <a:gd name="T5" fmla="*/ 1459 h 15"/>
                <a:gd name="T6" fmla="*/ 2738 w 14"/>
                <a:gd name="T7" fmla="*/ 4701 h 15"/>
                <a:gd name="T8" fmla="*/ 520 w 14"/>
                <a:gd name="T9" fmla="*/ 389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Petri-dish-bacterial-streak-culture">
            <a:extLst>
              <a:ext uri="{FF2B5EF4-FFF2-40B4-BE49-F238E27FC236}">
                <a16:creationId xmlns:a16="http://schemas.microsoft.com/office/drawing/2014/main" id="{7CF440AF-366A-4EA7-BF20-28CEC5BC5006}"/>
              </a:ext>
            </a:extLst>
          </p:cNvPr>
          <p:cNvGrpSpPr>
            <a:grpSpLocks/>
          </p:cNvGrpSpPr>
          <p:nvPr/>
        </p:nvGrpSpPr>
        <p:grpSpPr bwMode="auto">
          <a:xfrm>
            <a:off x="4862513" y="1584325"/>
            <a:ext cx="2333625" cy="2489200"/>
            <a:chOff x="2103" y="831"/>
            <a:chExt cx="1470" cy="1568"/>
          </a:xfrm>
        </p:grpSpPr>
        <p:sp>
          <p:nvSpPr>
            <p:cNvPr id="37935" name="Oval 17">
              <a:extLst>
                <a:ext uri="{FF2B5EF4-FFF2-40B4-BE49-F238E27FC236}">
                  <a16:creationId xmlns:a16="http://schemas.microsoft.com/office/drawing/2014/main" id="{09A0E54C-02EB-4517-AB9D-F6E1DC450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831"/>
              <a:ext cx="1470" cy="1568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6" name="Freeform 18">
              <a:extLst>
                <a:ext uri="{FF2B5EF4-FFF2-40B4-BE49-F238E27FC236}">
                  <a16:creationId xmlns:a16="http://schemas.microsoft.com/office/drawing/2014/main" id="{A0DC7DD3-EF4E-4863-837C-90416F387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839"/>
              <a:ext cx="1275" cy="1296"/>
            </a:xfrm>
            <a:custGeom>
              <a:avLst/>
              <a:gdLst>
                <a:gd name="T0" fmla="*/ 988 w 510"/>
                <a:gd name="T1" fmla="*/ 105736 h 486"/>
                <a:gd name="T2" fmla="*/ 71800 w 510"/>
                <a:gd name="T3" fmla="*/ 1459 h 486"/>
                <a:gd name="T4" fmla="*/ 124533 w 510"/>
                <a:gd name="T5" fmla="*/ 35592 h 486"/>
                <a:gd name="T6" fmla="*/ 71095 w 510"/>
                <a:gd name="T7" fmla="*/ 0 h 486"/>
                <a:gd name="T8" fmla="*/ 0 w 510"/>
                <a:gd name="T9" fmla="*/ 104221 h 486"/>
                <a:gd name="T10" fmla="*/ 18563 w 510"/>
                <a:gd name="T11" fmla="*/ 174763 h 486"/>
                <a:gd name="T12" fmla="*/ 988 w 510"/>
                <a:gd name="T13" fmla="*/ 105736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19">
              <a:extLst>
                <a:ext uri="{FF2B5EF4-FFF2-40B4-BE49-F238E27FC236}">
                  <a16:creationId xmlns:a16="http://schemas.microsoft.com/office/drawing/2014/main" id="{1677FAC1-9F36-4F83-8D23-C657CA1A4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095"/>
              <a:ext cx="1272" cy="1296"/>
            </a:xfrm>
            <a:custGeom>
              <a:avLst/>
              <a:gdLst>
                <a:gd name="T0" fmla="*/ 123279 w 509"/>
                <a:gd name="T1" fmla="*/ 68629 h 486"/>
                <a:gd name="T2" fmla="*/ 52347 w 509"/>
                <a:gd name="T3" fmla="*/ 173304 h 486"/>
                <a:gd name="T4" fmla="*/ 0 w 509"/>
                <a:gd name="T5" fmla="*/ 139171 h 486"/>
                <a:gd name="T6" fmla="*/ 53314 w 509"/>
                <a:gd name="T7" fmla="*/ 174763 h 486"/>
                <a:gd name="T8" fmla="*/ 123976 w 509"/>
                <a:gd name="T9" fmla="*/ 70144 h 486"/>
                <a:gd name="T10" fmla="*/ 105736 w 509"/>
                <a:gd name="T11" fmla="*/ 0 h 486"/>
                <a:gd name="T12" fmla="*/ 123279 w 509"/>
                <a:gd name="T13" fmla="*/ 68629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6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Oval 20">
              <a:extLst>
                <a:ext uri="{FF2B5EF4-FFF2-40B4-BE49-F238E27FC236}">
                  <a16:creationId xmlns:a16="http://schemas.microsoft.com/office/drawing/2014/main" id="{D1FFD04C-EABF-4D47-AC5D-5696261D1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8" y="866"/>
              <a:ext cx="1402" cy="1499"/>
            </a:xfrm>
            <a:prstGeom prst="ellipse">
              <a:avLst/>
            </a:prstGeom>
            <a:solidFill>
              <a:srgbClr val="BFB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9" name="Oval 21">
              <a:extLst>
                <a:ext uri="{FF2B5EF4-FFF2-40B4-BE49-F238E27FC236}">
                  <a16:creationId xmlns:a16="http://schemas.microsoft.com/office/drawing/2014/main" id="{C3A42C12-C695-4E95-A5AD-26EA64FD6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3" y="895"/>
              <a:ext cx="1350" cy="1440"/>
            </a:xfrm>
            <a:prstGeom prst="ellipse">
              <a:avLst/>
            </a:pr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0" name="Oval 22">
              <a:extLst>
                <a:ext uri="{FF2B5EF4-FFF2-40B4-BE49-F238E27FC236}">
                  <a16:creationId xmlns:a16="http://schemas.microsoft.com/office/drawing/2014/main" id="{ED21912C-70EF-4A4F-9278-2024E636B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831"/>
              <a:ext cx="1470" cy="15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1" name="Oval 23">
              <a:extLst>
                <a:ext uri="{FF2B5EF4-FFF2-40B4-BE49-F238E27FC236}">
                  <a16:creationId xmlns:a16="http://schemas.microsoft.com/office/drawing/2014/main" id="{D1662CE5-9CA9-4F71-BF2F-5B8A22E5D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8" y="866"/>
              <a:ext cx="1402" cy="149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2" name="Oval 24">
              <a:extLst>
                <a:ext uri="{FF2B5EF4-FFF2-40B4-BE49-F238E27FC236}">
                  <a16:creationId xmlns:a16="http://schemas.microsoft.com/office/drawing/2014/main" id="{C33733CA-4E2C-48CB-9C1F-407885664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3" y="895"/>
              <a:ext cx="1350" cy="1440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3" name="Freeform 25">
              <a:extLst>
                <a:ext uri="{FF2B5EF4-FFF2-40B4-BE49-F238E27FC236}">
                  <a16:creationId xmlns:a16="http://schemas.microsoft.com/office/drawing/2014/main" id="{E715091B-D645-4837-B146-6FDF4AE99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079"/>
              <a:ext cx="52" cy="56"/>
            </a:xfrm>
            <a:custGeom>
              <a:avLst/>
              <a:gdLst>
                <a:gd name="T0" fmla="*/ 639 w 21"/>
                <a:gd name="T1" fmla="*/ 5824 h 21"/>
                <a:gd name="T2" fmla="*/ 1122 w 21"/>
                <a:gd name="T3" fmla="*/ 1059 h 21"/>
                <a:gd name="T4" fmla="*/ 4175 w 21"/>
                <a:gd name="T5" fmla="*/ 1763 h 21"/>
                <a:gd name="T6" fmla="*/ 3917 w 21"/>
                <a:gd name="T7" fmla="*/ 6464 h 21"/>
                <a:gd name="T8" fmla="*/ 639 w 21"/>
                <a:gd name="T9" fmla="*/ 582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7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26">
              <a:extLst>
                <a:ext uri="{FF2B5EF4-FFF2-40B4-BE49-F238E27FC236}">
                  <a16:creationId xmlns:a16="http://schemas.microsoft.com/office/drawing/2014/main" id="{C8637668-3A08-4066-A146-22F1C147C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058"/>
              <a:ext cx="35" cy="40"/>
            </a:xfrm>
            <a:custGeom>
              <a:avLst/>
              <a:gdLst>
                <a:gd name="T0" fmla="*/ 520 w 14"/>
                <a:gd name="T1" fmla="*/ 4301 h 15"/>
                <a:gd name="T2" fmla="*/ 783 w 14"/>
                <a:gd name="T3" fmla="*/ 1059 h 15"/>
                <a:gd name="T4" fmla="*/ 2938 w 14"/>
                <a:gd name="T5" fmla="*/ 1459 h 15"/>
                <a:gd name="T6" fmla="*/ 2738 w 14"/>
                <a:gd name="T7" fmla="*/ 4701 h 15"/>
                <a:gd name="T8" fmla="*/ 520 w 14"/>
                <a:gd name="T9" fmla="*/ 430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27">
              <a:extLst>
                <a:ext uri="{FF2B5EF4-FFF2-40B4-BE49-F238E27FC236}">
                  <a16:creationId xmlns:a16="http://schemas.microsoft.com/office/drawing/2014/main" id="{0A8ACBD6-F954-40D5-9515-ED768ED6E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127"/>
              <a:ext cx="35" cy="40"/>
            </a:xfrm>
            <a:custGeom>
              <a:avLst/>
              <a:gdLst>
                <a:gd name="T0" fmla="*/ 520 w 14"/>
                <a:gd name="T1" fmla="*/ 3891 h 15"/>
                <a:gd name="T2" fmla="*/ 783 w 14"/>
                <a:gd name="T3" fmla="*/ 1059 h 15"/>
                <a:gd name="T4" fmla="*/ 2938 w 14"/>
                <a:gd name="T5" fmla="*/ 1459 h 15"/>
                <a:gd name="T6" fmla="*/ 2738 w 14"/>
                <a:gd name="T7" fmla="*/ 4701 h 15"/>
                <a:gd name="T8" fmla="*/ 520 w 14"/>
                <a:gd name="T9" fmla="*/ 389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28">
              <a:extLst>
                <a:ext uri="{FF2B5EF4-FFF2-40B4-BE49-F238E27FC236}">
                  <a16:creationId xmlns:a16="http://schemas.microsoft.com/office/drawing/2014/main" id="{BA22D2CF-1246-4750-AB3E-8FFD2F6AC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487"/>
              <a:ext cx="665" cy="699"/>
            </a:xfrm>
            <a:custGeom>
              <a:avLst/>
              <a:gdLst>
                <a:gd name="T0" fmla="*/ 61333 w 266"/>
                <a:gd name="T1" fmla="*/ 10144 h 262"/>
                <a:gd name="T2" fmla="*/ 57938 w 266"/>
                <a:gd name="T3" fmla="*/ 3247 h 262"/>
                <a:gd name="T4" fmla="*/ 55675 w 266"/>
                <a:gd name="T5" fmla="*/ 0 h 262"/>
                <a:gd name="T6" fmla="*/ 51770 w 266"/>
                <a:gd name="T7" fmla="*/ 4314 h 262"/>
                <a:gd name="T8" fmla="*/ 19533 w 266"/>
                <a:gd name="T9" fmla="*/ 41092 h 262"/>
                <a:gd name="T10" fmla="*/ 1300 w 266"/>
                <a:gd name="T11" fmla="*/ 63121 h 262"/>
                <a:gd name="T12" fmla="*/ 0 w 266"/>
                <a:gd name="T13" fmla="*/ 64188 h 262"/>
                <a:gd name="T14" fmla="*/ 17583 w 266"/>
                <a:gd name="T15" fmla="*/ 94498 h 262"/>
                <a:gd name="T16" fmla="*/ 18363 w 266"/>
                <a:gd name="T17" fmla="*/ 93429 h 262"/>
                <a:gd name="T18" fmla="*/ 21488 w 266"/>
                <a:gd name="T19" fmla="*/ 90184 h 262"/>
                <a:gd name="T20" fmla="*/ 22470 w 266"/>
                <a:gd name="T21" fmla="*/ 93018 h 262"/>
                <a:gd name="T22" fmla="*/ 29113 w 266"/>
                <a:gd name="T23" fmla="*/ 88669 h 262"/>
                <a:gd name="T24" fmla="*/ 31770 w 266"/>
                <a:gd name="T25" fmla="*/ 81919 h 262"/>
                <a:gd name="T26" fmla="*/ 36458 w 266"/>
                <a:gd name="T27" fmla="*/ 71079 h 262"/>
                <a:gd name="T28" fmla="*/ 39845 w 266"/>
                <a:gd name="T29" fmla="*/ 66368 h 262"/>
                <a:gd name="T30" fmla="*/ 45708 w 266"/>
                <a:gd name="T31" fmla="*/ 53399 h 262"/>
                <a:gd name="T32" fmla="*/ 59895 w 266"/>
                <a:gd name="T33" fmla="*/ 28520 h 262"/>
                <a:gd name="T34" fmla="*/ 64970 w 266"/>
                <a:gd name="T35" fmla="*/ 20564 h 262"/>
                <a:gd name="T36" fmla="*/ 64770 w 266"/>
                <a:gd name="T37" fmla="*/ 20164 h 262"/>
                <a:gd name="T38" fmla="*/ 61333 w 266"/>
                <a:gd name="T39" fmla="*/ 10144 h 2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6" h="262">
                  <a:moveTo>
                    <a:pt x="251" y="28"/>
                  </a:moveTo>
                  <a:cubicBezTo>
                    <a:pt x="248" y="21"/>
                    <a:pt x="242" y="14"/>
                    <a:pt x="237" y="9"/>
                  </a:cubicBezTo>
                  <a:cubicBezTo>
                    <a:pt x="233" y="5"/>
                    <a:pt x="234" y="1"/>
                    <a:pt x="228" y="0"/>
                  </a:cubicBezTo>
                  <a:cubicBezTo>
                    <a:pt x="223" y="4"/>
                    <a:pt x="217" y="8"/>
                    <a:pt x="212" y="12"/>
                  </a:cubicBezTo>
                  <a:cubicBezTo>
                    <a:pt x="169" y="46"/>
                    <a:pt x="122" y="78"/>
                    <a:pt x="80" y="114"/>
                  </a:cubicBezTo>
                  <a:cubicBezTo>
                    <a:pt x="56" y="135"/>
                    <a:pt x="30" y="155"/>
                    <a:pt x="5" y="175"/>
                  </a:cubicBezTo>
                  <a:cubicBezTo>
                    <a:pt x="3" y="176"/>
                    <a:pt x="1" y="177"/>
                    <a:pt x="0" y="178"/>
                  </a:cubicBezTo>
                  <a:cubicBezTo>
                    <a:pt x="18" y="211"/>
                    <a:pt x="42" y="240"/>
                    <a:pt x="72" y="262"/>
                  </a:cubicBezTo>
                  <a:cubicBezTo>
                    <a:pt x="73" y="261"/>
                    <a:pt x="74" y="260"/>
                    <a:pt x="75" y="259"/>
                  </a:cubicBezTo>
                  <a:cubicBezTo>
                    <a:pt x="79" y="255"/>
                    <a:pt x="83" y="251"/>
                    <a:pt x="88" y="250"/>
                  </a:cubicBezTo>
                  <a:cubicBezTo>
                    <a:pt x="89" y="253"/>
                    <a:pt x="91" y="256"/>
                    <a:pt x="92" y="258"/>
                  </a:cubicBezTo>
                  <a:cubicBezTo>
                    <a:pt x="102" y="257"/>
                    <a:pt x="110" y="250"/>
                    <a:pt x="119" y="246"/>
                  </a:cubicBezTo>
                  <a:cubicBezTo>
                    <a:pt x="120" y="239"/>
                    <a:pt x="126" y="233"/>
                    <a:pt x="130" y="227"/>
                  </a:cubicBezTo>
                  <a:cubicBezTo>
                    <a:pt x="136" y="216"/>
                    <a:pt x="140" y="206"/>
                    <a:pt x="149" y="197"/>
                  </a:cubicBezTo>
                  <a:cubicBezTo>
                    <a:pt x="153" y="192"/>
                    <a:pt x="159" y="189"/>
                    <a:pt x="163" y="184"/>
                  </a:cubicBezTo>
                  <a:cubicBezTo>
                    <a:pt x="172" y="173"/>
                    <a:pt x="178" y="159"/>
                    <a:pt x="187" y="148"/>
                  </a:cubicBezTo>
                  <a:cubicBezTo>
                    <a:pt x="205" y="123"/>
                    <a:pt x="221" y="99"/>
                    <a:pt x="245" y="79"/>
                  </a:cubicBezTo>
                  <a:cubicBezTo>
                    <a:pt x="253" y="73"/>
                    <a:pt x="259" y="65"/>
                    <a:pt x="266" y="57"/>
                  </a:cubicBezTo>
                  <a:cubicBezTo>
                    <a:pt x="266" y="57"/>
                    <a:pt x="266" y="56"/>
                    <a:pt x="265" y="56"/>
                  </a:cubicBezTo>
                  <a:cubicBezTo>
                    <a:pt x="261" y="48"/>
                    <a:pt x="255" y="37"/>
                    <a:pt x="251" y="28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29">
              <a:extLst>
                <a:ext uri="{FF2B5EF4-FFF2-40B4-BE49-F238E27FC236}">
                  <a16:creationId xmlns:a16="http://schemas.microsoft.com/office/drawing/2014/main" id="{4CA217F1-CC1B-4863-BCE4-62E4BC9DF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919"/>
              <a:ext cx="975" cy="1182"/>
            </a:xfrm>
            <a:custGeom>
              <a:avLst/>
              <a:gdLst>
                <a:gd name="T0" fmla="*/ 54688 w 390"/>
                <a:gd name="T1" fmla="*/ 11510 h 443"/>
                <a:gd name="T2" fmla="*/ 48363 w 390"/>
                <a:gd name="T3" fmla="*/ 4712 h 443"/>
                <a:gd name="T4" fmla="*/ 43488 w 390"/>
                <a:gd name="T5" fmla="*/ 3247 h 443"/>
                <a:gd name="T6" fmla="*/ 33520 w 390"/>
                <a:gd name="T7" fmla="*/ 662 h 443"/>
                <a:gd name="T8" fmla="*/ 13675 w 390"/>
                <a:gd name="T9" fmla="*/ 1062 h 443"/>
                <a:gd name="T10" fmla="*/ 11063 w 390"/>
                <a:gd name="T11" fmla="*/ 662 h 443"/>
                <a:gd name="T12" fmla="*/ 0 w 390"/>
                <a:gd name="T13" fmla="*/ 6897 h 443"/>
                <a:gd name="T14" fmla="*/ 3250 w 390"/>
                <a:gd name="T15" fmla="*/ 16225 h 443"/>
                <a:gd name="T16" fmla="*/ 11533 w 390"/>
                <a:gd name="T17" fmla="*/ 29900 h 443"/>
                <a:gd name="T18" fmla="*/ 13675 w 390"/>
                <a:gd name="T19" fmla="*/ 31781 h 443"/>
                <a:gd name="T20" fmla="*/ 15158 w 390"/>
                <a:gd name="T21" fmla="*/ 28798 h 443"/>
                <a:gd name="T22" fmla="*/ 18095 w 390"/>
                <a:gd name="T23" fmla="*/ 29900 h 443"/>
                <a:gd name="T24" fmla="*/ 20313 w 390"/>
                <a:gd name="T25" fmla="*/ 35025 h 443"/>
                <a:gd name="T26" fmla="*/ 25708 w 390"/>
                <a:gd name="T27" fmla="*/ 43691 h 443"/>
                <a:gd name="T28" fmla="*/ 48645 w 390"/>
                <a:gd name="T29" fmla="*/ 84127 h 443"/>
                <a:gd name="T30" fmla="*/ 56958 w 390"/>
                <a:gd name="T31" fmla="*/ 99952 h 443"/>
                <a:gd name="T32" fmla="*/ 63020 w 390"/>
                <a:gd name="T33" fmla="*/ 113323 h 443"/>
                <a:gd name="T34" fmla="*/ 72783 w 390"/>
                <a:gd name="T35" fmla="*/ 137811 h 443"/>
                <a:gd name="T36" fmla="*/ 77158 w 390"/>
                <a:gd name="T37" fmla="*/ 156195 h 443"/>
                <a:gd name="T38" fmla="*/ 78125 w 390"/>
                <a:gd name="T39" fmla="*/ 159845 h 443"/>
                <a:gd name="T40" fmla="*/ 81845 w 390"/>
                <a:gd name="T41" fmla="*/ 153367 h 443"/>
                <a:gd name="T42" fmla="*/ 82033 w 390"/>
                <a:gd name="T43" fmla="*/ 152243 h 443"/>
                <a:gd name="T44" fmla="*/ 82813 w 390"/>
                <a:gd name="T45" fmla="*/ 151603 h 443"/>
                <a:gd name="T46" fmla="*/ 84300 w 390"/>
                <a:gd name="T47" fmla="*/ 148348 h 443"/>
                <a:gd name="T48" fmla="*/ 83020 w 390"/>
                <a:gd name="T49" fmla="*/ 145351 h 443"/>
                <a:gd name="T50" fmla="*/ 84500 w 390"/>
                <a:gd name="T51" fmla="*/ 141058 h 443"/>
                <a:gd name="T52" fmla="*/ 86925 w 390"/>
                <a:gd name="T53" fmla="*/ 142518 h 443"/>
                <a:gd name="T54" fmla="*/ 88875 w 390"/>
                <a:gd name="T55" fmla="*/ 136744 h 443"/>
                <a:gd name="T56" fmla="*/ 87238 w 390"/>
                <a:gd name="T57" fmla="*/ 130209 h 443"/>
                <a:gd name="T58" fmla="*/ 90833 w 390"/>
                <a:gd name="T59" fmla="*/ 130209 h 443"/>
                <a:gd name="T60" fmla="*/ 91145 w 390"/>
                <a:gd name="T61" fmla="*/ 128886 h 443"/>
                <a:gd name="T62" fmla="*/ 92113 w 390"/>
                <a:gd name="T63" fmla="*/ 118755 h 443"/>
                <a:gd name="T64" fmla="*/ 93283 w 390"/>
                <a:gd name="T65" fmla="*/ 118755 h 443"/>
                <a:gd name="T66" fmla="*/ 95238 w 390"/>
                <a:gd name="T67" fmla="*/ 103597 h 443"/>
                <a:gd name="T68" fmla="*/ 92113 w 390"/>
                <a:gd name="T69" fmla="*/ 95182 h 443"/>
                <a:gd name="T70" fmla="*/ 93750 w 390"/>
                <a:gd name="T71" fmla="*/ 92756 h 443"/>
                <a:gd name="T72" fmla="*/ 82813 w 390"/>
                <a:gd name="T73" fmla="*/ 65746 h 443"/>
                <a:gd name="T74" fmla="*/ 85750 w 390"/>
                <a:gd name="T75" fmla="*/ 62742 h 443"/>
                <a:gd name="T76" fmla="*/ 83020 w 390"/>
                <a:gd name="T77" fmla="*/ 57729 h 443"/>
                <a:gd name="T78" fmla="*/ 85938 w 390"/>
                <a:gd name="T79" fmla="*/ 51650 h 443"/>
                <a:gd name="T80" fmla="*/ 70125 w 390"/>
                <a:gd name="T81" fmla="*/ 24219 h 443"/>
                <a:gd name="T82" fmla="*/ 60863 w 390"/>
                <a:gd name="T83" fmla="*/ 10793 h 443"/>
                <a:gd name="T84" fmla="*/ 57425 w 390"/>
                <a:gd name="T85" fmla="*/ 5830 h 443"/>
                <a:gd name="T86" fmla="*/ 53250 w 390"/>
                <a:gd name="T87" fmla="*/ 3247 h 443"/>
                <a:gd name="T88" fmla="*/ 54688 w 390"/>
                <a:gd name="T89" fmla="*/ 11510 h 44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90" h="443">
                  <a:moveTo>
                    <a:pt x="224" y="32"/>
                  </a:moveTo>
                  <a:cubicBezTo>
                    <a:pt x="216" y="26"/>
                    <a:pt x="204" y="16"/>
                    <a:pt x="198" y="13"/>
                  </a:cubicBezTo>
                  <a:cubicBezTo>
                    <a:pt x="191" y="10"/>
                    <a:pt x="185" y="11"/>
                    <a:pt x="178" y="9"/>
                  </a:cubicBezTo>
                  <a:cubicBezTo>
                    <a:pt x="164" y="6"/>
                    <a:pt x="152" y="2"/>
                    <a:pt x="137" y="2"/>
                  </a:cubicBezTo>
                  <a:cubicBezTo>
                    <a:pt x="110" y="0"/>
                    <a:pt x="83" y="4"/>
                    <a:pt x="56" y="3"/>
                  </a:cubicBezTo>
                  <a:cubicBezTo>
                    <a:pt x="52" y="3"/>
                    <a:pt x="48" y="2"/>
                    <a:pt x="45" y="2"/>
                  </a:cubicBezTo>
                  <a:cubicBezTo>
                    <a:pt x="29" y="6"/>
                    <a:pt x="14" y="12"/>
                    <a:pt x="0" y="19"/>
                  </a:cubicBezTo>
                  <a:cubicBezTo>
                    <a:pt x="0" y="29"/>
                    <a:pt x="6" y="39"/>
                    <a:pt x="13" y="45"/>
                  </a:cubicBezTo>
                  <a:cubicBezTo>
                    <a:pt x="23" y="57"/>
                    <a:pt x="41" y="69"/>
                    <a:pt x="47" y="83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81"/>
                    <a:pt x="57" y="80"/>
                    <a:pt x="62" y="80"/>
                  </a:cubicBezTo>
                  <a:cubicBezTo>
                    <a:pt x="65" y="80"/>
                    <a:pt x="72" y="81"/>
                    <a:pt x="74" y="83"/>
                  </a:cubicBezTo>
                  <a:cubicBezTo>
                    <a:pt x="79" y="85"/>
                    <a:pt x="81" y="93"/>
                    <a:pt x="83" y="97"/>
                  </a:cubicBezTo>
                  <a:cubicBezTo>
                    <a:pt x="90" y="106"/>
                    <a:pt x="97" y="113"/>
                    <a:pt x="105" y="121"/>
                  </a:cubicBezTo>
                  <a:cubicBezTo>
                    <a:pt x="138" y="157"/>
                    <a:pt x="169" y="194"/>
                    <a:pt x="199" y="233"/>
                  </a:cubicBezTo>
                  <a:cubicBezTo>
                    <a:pt x="210" y="248"/>
                    <a:pt x="223" y="262"/>
                    <a:pt x="233" y="277"/>
                  </a:cubicBezTo>
                  <a:cubicBezTo>
                    <a:pt x="241" y="290"/>
                    <a:pt x="251" y="301"/>
                    <a:pt x="258" y="314"/>
                  </a:cubicBezTo>
                  <a:cubicBezTo>
                    <a:pt x="270" y="337"/>
                    <a:pt x="286" y="358"/>
                    <a:pt x="298" y="382"/>
                  </a:cubicBezTo>
                  <a:cubicBezTo>
                    <a:pt x="306" y="397"/>
                    <a:pt x="312" y="416"/>
                    <a:pt x="316" y="433"/>
                  </a:cubicBezTo>
                  <a:cubicBezTo>
                    <a:pt x="317" y="437"/>
                    <a:pt x="318" y="441"/>
                    <a:pt x="320" y="443"/>
                  </a:cubicBezTo>
                  <a:cubicBezTo>
                    <a:pt x="326" y="437"/>
                    <a:pt x="331" y="431"/>
                    <a:pt x="335" y="425"/>
                  </a:cubicBezTo>
                  <a:cubicBezTo>
                    <a:pt x="335" y="424"/>
                    <a:pt x="335" y="422"/>
                    <a:pt x="336" y="422"/>
                  </a:cubicBezTo>
                  <a:cubicBezTo>
                    <a:pt x="336" y="420"/>
                    <a:pt x="338" y="420"/>
                    <a:pt x="339" y="420"/>
                  </a:cubicBezTo>
                  <a:cubicBezTo>
                    <a:pt x="341" y="417"/>
                    <a:pt x="343" y="414"/>
                    <a:pt x="345" y="411"/>
                  </a:cubicBezTo>
                  <a:cubicBezTo>
                    <a:pt x="343" y="408"/>
                    <a:pt x="341" y="404"/>
                    <a:pt x="340" y="403"/>
                  </a:cubicBezTo>
                  <a:cubicBezTo>
                    <a:pt x="340" y="401"/>
                    <a:pt x="338" y="392"/>
                    <a:pt x="346" y="391"/>
                  </a:cubicBezTo>
                  <a:cubicBezTo>
                    <a:pt x="350" y="391"/>
                    <a:pt x="353" y="393"/>
                    <a:pt x="356" y="395"/>
                  </a:cubicBezTo>
                  <a:cubicBezTo>
                    <a:pt x="359" y="389"/>
                    <a:pt x="361" y="384"/>
                    <a:pt x="364" y="379"/>
                  </a:cubicBezTo>
                  <a:cubicBezTo>
                    <a:pt x="360" y="372"/>
                    <a:pt x="355" y="363"/>
                    <a:pt x="357" y="361"/>
                  </a:cubicBezTo>
                  <a:cubicBezTo>
                    <a:pt x="358" y="358"/>
                    <a:pt x="367" y="360"/>
                    <a:pt x="372" y="361"/>
                  </a:cubicBezTo>
                  <a:cubicBezTo>
                    <a:pt x="372" y="360"/>
                    <a:pt x="373" y="358"/>
                    <a:pt x="373" y="357"/>
                  </a:cubicBezTo>
                  <a:cubicBezTo>
                    <a:pt x="371" y="348"/>
                    <a:pt x="369" y="332"/>
                    <a:pt x="377" y="329"/>
                  </a:cubicBezTo>
                  <a:cubicBezTo>
                    <a:pt x="379" y="328"/>
                    <a:pt x="381" y="329"/>
                    <a:pt x="382" y="329"/>
                  </a:cubicBezTo>
                  <a:cubicBezTo>
                    <a:pt x="386" y="316"/>
                    <a:pt x="388" y="302"/>
                    <a:pt x="390" y="287"/>
                  </a:cubicBezTo>
                  <a:cubicBezTo>
                    <a:pt x="384" y="278"/>
                    <a:pt x="373" y="266"/>
                    <a:pt x="377" y="264"/>
                  </a:cubicBezTo>
                  <a:cubicBezTo>
                    <a:pt x="382" y="261"/>
                    <a:pt x="379" y="259"/>
                    <a:pt x="384" y="257"/>
                  </a:cubicBezTo>
                  <a:cubicBezTo>
                    <a:pt x="381" y="237"/>
                    <a:pt x="342" y="188"/>
                    <a:pt x="339" y="182"/>
                  </a:cubicBezTo>
                  <a:cubicBezTo>
                    <a:pt x="340" y="182"/>
                    <a:pt x="349" y="174"/>
                    <a:pt x="351" y="174"/>
                  </a:cubicBezTo>
                  <a:cubicBezTo>
                    <a:pt x="348" y="170"/>
                    <a:pt x="343" y="165"/>
                    <a:pt x="340" y="160"/>
                  </a:cubicBezTo>
                  <a:cubicBezTo>
                    <a:pt x="336" y="153"/>
                    <a:pt x="352" y="143"/>
                    <a:pt x="352" y="143"/>
                  </a:cubicBezTo>
                  <a:cubicBezTo>
                    <a:pt x="352" y="143"/>
                    <a:pt x="296" y="75"/>
                    <a:pt x="287" y="67"/>
                  </a:cubicBezTo>
                  <a:cubicBezTo>
                    <a:pt x="280" y="62"/>
                    <a:pt x="255" y="37"/>
                    <a:pt x="249" y="30"/>
                  </a:cubicBezTo>
                  <a:cubicBezTo>
                    <a:pt x="247" y="28"/>
                    <a:pt x="241" y="21"/>
                    <a:pt x="235" y="16"/>
                  </a:cubicBezTo>
                  <a:cubicBezTo>
                    <a:pt x="230" y="13"/>
                    <a:pt x="224" y="11"/>
                    <a:pt x="218" y="9"/>
                  </a:cubicBezTo>
                  <a:cubicBezTo>
                    <a:pt x="219" y="19"/>
                    <a:pt x="228" y="35"/>
                    <a:pt x="224" y="32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Oval 30">
              <a:extLst>
                <a:ext uri="{FF2B5EF4-FFF2-40B4-BE49-F238E27FC236}">
                  <a16:creationId xmlns:a16="http://schemas.microsoft.com/office/drawing/2014/main" id="{F68AAABB-261A-4069-824D-040892EC5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573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9" name="Oval 31">
              <a:extLst>
                <a:ext uri="{FF2B5EF4-FFF2-40B4-BE49-F238E27FC236}">
                  <a16:creationId xmlns:a16="http://schemas.microsoft.com/office/drawing/2014/main" id="{14C1A22E-5AE7-456B-A405-88BCC6AAF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" y="1599"/>
              <a:ext cx="20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0" name="Oval 32">
              <a:extLst>
                <a:ext uri="{FF2B5EF4-FFF2-40B4-BE49-F238E27FC236}">
                  <a16:creationId xmlns:a16="http://schemas.microsoft.com/office/drawing/2014/main" id="{C6DDE044-84CE-4948-ADAD-74C41103F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618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1" name="Oval 33">
              <a:extLst>
                <a:ext uri="{FF2B5EF4-FFF2-40B4-BE49-F238E27FC236}">
                  <a16:creationId xmlns:a16="http://schemas.microsoft.com/office/drawing/2014/main" id="{86799172-CA63-47C7-AE0A-E08B4F5C0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1653"/>
              <a:ext cx="20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2" name="Oval 34">
              <a:extLst>
                <a:ext uri="{FF2B5EF4-FFF2-40B4-BE49-F238E27FC236}">
                  <a16:creationId xmlns:a16="http://schemas.microsoft.com/office/drawing/2014/main" id="{EB7ADA90-75CF-4B03-95E0-AEC71EB7B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1805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3" name="Oval 35">
              <a:extLst>
                <a:ext uri="{FF2B5EF4-FFF2-40B4-BE49-F238E27FC236}">
                  <a16:creationId xmlns:a16="http://schemas.microsoft.com/office/drawing/2014/main" id="{FC82E396-A031-4172-B36F-DDF256BFB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3" y="178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4" name="Oval 36">
              <a:extLst>
                <a:ext uri="{FF2B5EF4-FFF2-40B4-BE49-F238E27FC236}">
                  <a16:creationId xmlns:a16="http://schemas.microsoft.com/office/drawing/2014/main" id="{BD1C96A1-1142-4735-B7AE-19292A535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1765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5" name="Oval 37">
              <a:extLst>
                <a:ext uri="{FF2B5EF4-FFF2-40B4-BE49-F238E27FC236}">
                  <a16:creationId xmlns:a16="http://schemas.microsoft.com/office/drawing/2014/main" id="{382DA0A6-D0AE-4B1A-BCFE-11C6E31A1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86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6" name="Oval 38">
              <a:extLst>
                <a:ext uri="{FF2B5EF4-FFF2-40B4-BE49-F238E27FC236}">
                  <a16:creationId xmlns:a16="http://schemas.microsoft.com/office/drawing/2014/main" id="{4D2C307A-92A3-4300-A274-5B734F41D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845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7" name="Oval 39">
              <a:extLst>
                <a:ext uri="{FF2B5EF4-FFF2-40B4-BE49-F238E27FC236}">
                  <a16:creationId xmlns:a16="http://schemas.microsoft.com/office/drawing/2014/main" id="{CB2A5DDB-E565-4752-93A9-5C3F24C4F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182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8" name="Oval 40">
              <a:extLst>
                <a:ext uri="{FF2B5EF4-FFF2-40B4-BE49-F238E27FC236}">
                  <a16:creationId xmlns:a16="http://schemas.microsoft.com/office/drawing/2014/main" id="{1C055FB7-A956-4DCB-B433-DFCC6E96C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1879"/>
              <a:ext cx="20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9" name="Oval 41">
              <a:extLst>
                <a:ext uri="{FF2B5EF4-FFF2-40B4-BE49-F238E27FC236}">
                  <a16:creationId xmlns:a16="http://schemas.microsoft.com/office/drawing/2014/main" id="{9FA0EF08-375A-4E2C-9978-E7800001E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1901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60" name="Oval 42">
              <a:extLst>
                <a:ext uri="{FF2B5EF4-FFF2-40B4-BE49-F238E27FC236}">
                  <a16:creationId xmlns:a16="http://schemas.microsoft.com/office/drawing/2014/main" id="{2D34CCD0-1E74-4794-90B5-B37DCB5E8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1930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61" name="Oval 43">
              <a:extLst>
                <a:ext uri="{FF2B5EF4-FFF2-40B4-BE49-F238E27FC236}">
                  <a16:creationId xmlns:a16="http://schemas.microsoft.com/office/drawing/2014/main" id="{A9C5F493-25DC-4A5D-83C2-B56003F98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194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62" name="Oval 44">
              <a:extLst>
                <a:ext uri="{FF2B5EF4-FFF2-40B4-BE49-F238E27FC236}">
                  <a16:creationId xmlns:a16="http://schemas.microsoft.com/office/drawing/2014/main" id="{42BC7B48-6941-4355-9ACE-90ABBAF43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196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63" name="Oval 45">
              <a:extLst>
                <a:ext uri="{FF2B5EF4-FFF2-40B4-BE49-F238E27FC236}">
                  <a16:creationId xmlns:a16="http://schemas.microsoft.com/office/drawing/2014/main" id="{2E35EAA6-2920-499D-9859-1FF9516D2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991"/>
              <a:ext cx="18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64" name="Oval 46">
              <a:extLst>
                <a:ext uri="{FF2B5EF4-FFF2-40B4-BE49-F238E27FC236}">
                  <a16:creationId xmlns:a16="http://schemas.microsoft.com/office/drawing/2014/main" id="{07D4A71F-1B6A-4829-BF09-26A5C2273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2015"/>
              <a:ext cx="17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65" name="Oval 47">
              <a:extLst>
                <a:ext uri="{FF2B5EF4-FFF2-40B4-BE49-F238E27FC236}">
                  <a16:creationId xmlns:a16="http://schemas.microsoft.com/office/drawing/2014/main" id="{88FBEC25-67F8-4890-B352-00A55277C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3" y="2050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66" name="Oval 48">
              <a:extLst>
                <a:ext uri="{FF2B5EF4-FFF2-40B4-BE49-F238E27FC236}">
                  <a16:creationId xmlns:a16="http://schemas.microsoft.com/office/drawing/2014/main" id="{EBB1F37B-F76B-481B-A515-9F42C983C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1890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67" name="Oval 49">
              <a:extLst>
                <a:ext uri="{FF2B5EF4-FFF2-40B4-BE49-F238E27FC236}">
                  <a16:creationId xmlns:a16="http://schemas.microsoft.com/office/drawing/2014/main" id="{2DD1A467-13A7-4499-9D06-0973C12D0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869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68" name="Oval 50">
              <a:extLst>
                <a:ext uri="{FF2B5EF4-FFF2-40B4-BE49-F238E27FC236}">
                  <a16:creationId xmlns:a16="http://schemas.microsoft.com/office/drawing/2014/main" id="{E48E0C46-BDC8-4620-8D9B-2428EA711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845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69" name="Oval 51">
              <a:extLst>
                <a:ext uri="{FF2B5EF4-FFF2-40B4-BE49-F238E27FC236}">
                  <a16:creationId xmlns:a16="http://schemas.microsoft.com/office/drawing/2014/main" id="{2E30E082-EB11-448B-A36A-5AB416B1A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1823"/>
              <a:ext cx="20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0" name="Oval 52">
              <a:extLst>
                <a:ext uri="{FF2B5EF4-FFF2-40B4-BE49-F238E27FC236}">
                  <a16:creationId xmlns:a16="http://schemas.microsoft.com/office/drawing/2014/main" id="{81526D5B-BFF5-4FF4-8BDD-0C3774F12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180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1" name="Oval 53">
              <a:extLst>
                <a:ext uri="{FF2B5EF4-FFF2-40B4-BE49-F238E27FC236}">
                  <a16:creationId xmlns:a16="http://schemas.microsoft.com/office/drawing/2014/main" id="{F2C1F42B-674D-4BD3-8325-66FF62938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1791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2" name="Oval 54">
              <a:extLst>
                <a:ext uri="{FF2B5EF4-FFF2-40B4-BE49-F238E27FC236}">
                  <a16:creationId xmlns:a16="http://schemas.microsoft.com/office/drawing/2014/main" id="{24B84D56-253D-4593-A3D5-D9354C2A4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8" y="1770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3" name="Oval 55">
              <a:extLst>
                <a:ext uri="{FF2B5EF4-FFF2-40B4-BE49-F238E27FC236}">
                  <a16:creationId xmlns:a16="http://schemas.microsoft.com/office/drawing/2014/main" id="{8A06061F-4722-4546-89A1-A4F5B7CAE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174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4" name="Oval 56">
              <a:extLst>
                <a:ext uri="{FF2B5EF4-FFF2-40B4-BE49-F238E27FC236}">
                  <a16:creationId xmlns:a16="http://schemas.microsoft.com/office/drawing/2014/main" id="{A7F06083-A263-42A1-A697-B7B7740E5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171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5" name="Oval 57">
              <a:extLst>
                <a:ext uri="{FF2B5EF4-FFF2-40B4-BE49-F238E27FC236}">
                  <a16:creationId xmlns:a16="http://schemas.microsoft.com/office/drawing/2014/main" id="{54439A17-FD2C-4960-AE86-0B1BB03CC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1690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6" name="Oval 58">
              <a:extLst>
                <a:ext uri="{FF2B5EF4-FFF2-40B4-BE49-F238E27FC236}">
                  <a16:creationId xmlns:a16="http://schemas.microsoft.com/office/drawing/2014/main" id="{E108A2FF-8DA1-4373-B511-117383007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1666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7" name="Oval 59">
              <a:extLst>
                <a:ext uri="{FF2B5EF4-FFF2-40B4-BE49-F238E27FC236}">
                  <a16:creationId xmlns:a16="http://schemas.microsoft.com/office/drawing/2014/main" id="{4AA2BBC0-368F-4EDA-A043-DD32F57A2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3" y="1647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8" name="Oval 60">
              <a:extLst>
                <a:ext uri="{FF2B5EF4-FFF2-40B4-BE49-F238E27FC236}">
                  <a16:creationId xmlns:a16="http://schemas.microsoft.com/office/drawing/2014/main" id="{6FF9D3E9-2375-4EEF-9D2F-C84A52D67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1626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9" name="Oval 61">
              <a:extLst>
                <a:ext uri="{FF2B5EF4-FFF2-40B4-BE49-F238E27FC236}">
                  <a16:creationId xmlns:a16="http://schemas.microsoft.com/office/drawing/2014/main" id="{DB29D647-B27A-4C80-BBE3-3518DC6BD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8" y="1607"/>
              <a:ext cx="20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0" name="Oval 62">
              <a:extLst>
                <a:ext uri="{FF2B5EF4-FFF2-40B4-BE49-F238E27FC236}">
                  <a16:creationId xmlns:a16="http://schemas.microsoft.com/office/drawing/2014/main" id="{A5D03CD6-DDA2-48B5-9D47-FB020C167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59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1" name="Oval 63">
              <a:extLst>
                <a:ext uri="{FF2B5EF4-FFF2-40B4-BE49-F238E27FC236}">
                  <a16:creationId xmlns:a16="http://schemas.microsoft.com/office/drawing/2014/main" id="{435766AF-9960-4712-878F-3DAF30CF0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1573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2" name="Oval 64">
              <a:extLst>
                <a:ext uri="{FF2B5EF4-FFF2-40B4-BE49-F238E27FC236}">
                  <a16:creationId xmlns:a16="http://schemas.microsoft.com/office/drawing/2014/main" id="{14C7EE50-2C73-4D2E-A60B-B1A535ED3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1554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3" name="Oval 65">
              <a:extLst>
                <a:ext uri="{FF2B5EF4-FFF2-40B4-BE49-F238E27FC236}">
                  <a16:creationId xmlns:a16="http://schemas.microsoft.com/office/drawing/2014/main" id="{8D45FAD3-129C-4088-A73D-2F6E0822B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153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4" name="Oval 66">
              <a:extLst>
                <a:ext uri="{FF2B5EF4-FFF2-40B4-BE49-F238E27FC236}">
                  <a16:creationId xmlns:a16="http://schemas.microsoft.com/office/drawing/2014/main" id="{D7BB3F7F-C20E-4F11-9118-989AC72A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514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5" name="Oval 67">
              <a:extLst>
                <a:ext uri="{FF2B5EF4-FFF2-40B4-BE49-F238E27FC236}">
                  <a16:creationId xmlns:a16="http://schemas.microsoft.com/office/drawing/2014/main" id="{C0A45A89-161F-479C-A1F1-B87A2294F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149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6" name="Oval 68">
              <a:extLst>
                <a:ext uri="{FF2B5EF4-FFF2-40B4-BE49-F238E27FC236}">
                  <a16:creationId xmlns:a16="http://schemas.microsoft.com/office/drawing/2014/main" id="{4FC686CA-CEF5-48A8-A97B-1D60BF641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1909"/>
              <a:ext cx="20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7" name="Oval 69">
              <a:extLst>
                <a:ext uri="{FF2B5EF4-FFF2-40B4-BE49-F238E27FC236}">
                  <a16:creationId xmlns:a16="http://schemas.microsoft.com/office/drawing/2014/main" id="{01D39F15-56CA-40A1-9C48-EB1FFB255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193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8" name="Oval 70">
              <a:extLst>
                <a:ext uri="{FF2B5EF4-FFF2-40B4-BE49-F238E27FC236}">
                  <a16:creationId xmlns:a16="http://schemas.microsoft.com/office/drawing/2014/main" id="{3540D822-1455-4332-B82A-884C5F894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195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9" name="Oval 71">
              <a:extLst>
                <a:ext uri="{FF2B5EF4-FFF2-40B4-BE49-F238E27FC236}">
                  <a16:creationId xmlns:a16="http://schemas.microsoft.com/office/drawing/2014/main" id="{19F4870F-674C-4ED5-AD58-E48E5869F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197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90" name="Oval 72">
              <a:extLst>
                <a:ext uri="{FF2B5EF4-FFF2-40B4-BE49-F238E27FC236}">
                  <a16:creationId xmlns:a16="http://schemas.microsoft.com/office/drawing/2014/main" id="{F6EA81BD-977D-4C8D-B342-344DE7DED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1997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91" name="Oval 73">
              <a:extLst>
                <a:ext uri="{FF2B5EF4-FFF2-40B4-BE49-F238E27FC236}">
                  <a16:creationId xmlns:a16="http://schemas.microsoft.com/office/drawing/2014/main" id="{75B3C1D3-DDEB-4DD7-A1ED-949787BF7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202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92" name="Oval 74">
              <a:extLst>
                <a:ext uri="{FF2B5EF4-FFF2-40B4-BE49-F238E27FC236}">
                  <a16:creationId xmlns:a16="http://schemas.microsoft.com/office/drawing/2014/main" id="{C052927F-09FF-4E05-90C6-738FFB56D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2045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93" name="Oval 75">
              <a:extLst>
                <a:ext uri="{FF2B5EF4-FFF2-40B4-BE49-F238E27FC236}">
                  <a16:creationId xmlns:a16="http://schemas.microsoft.com/office/drawing/2014/main" id="{460C7CF8-2D9E-4D6F-9AC5-A2721FC4F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2079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94" name="Oval 76">
              <a:extLst>
                <a:ext uri="{FF2B5EF4-FFF2-40B4-BE49-F238E27FC236}">
                  <a16:creationId xmlns:a16="http://schemas.microsoft.com/office/drawing/2014/main" id="{B8A97539-71DA-42BC-B37D-98D218882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2069"/>
              <a:ext cx="20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95" name="Oval 77">
              <a:extLst>
                <a:ext uri="{FF2B5EF4-FFF2-40B4-BE49-F238E27FC236}">
                  <a16:creationId xmlns:a16="http://schemas.microsoft.com/office/drawing/2014/main" id="{AD20EDD4-DEF1-4ABD-900C-406EF2D99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2117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96" name="Oval 78">
              <a:extLst>
                <a:ext uri="{FF2B5EF4-FFF2-40B4-BE49-F238E27FC236}">
                  <a16:creationId xmlns:a16="http://schemas.microsoft.com/office/drawing/2014/main" id="{ADB2A95F-ADC9-4531-927E-5D927BA00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09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97" name="Oval 79">
              <a:extLst>
                <a:ext uri="{FF2B5EF4-FFF2-40B4-BE49-F238E27FC236}">
                  <a16:creationId xmlns:a16="http://schemas.microsoft.com/office/drawing/2014/main" id="{9D25A03D-7593-44C4-9EF3-618A4F156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077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98" name="Oval 80">
              <a:extLst>
                <a:ext uri="{FF2B5EF4-FFF2-40B4-BE49-F238E27FC236}">
                  <a16:creationId xmlns:a16="http://schemas.microsoft.com/office/drawing/2014/main" id="{A08C055F-4720-4402-9EC3-3AFF27BA8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2055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99" name="Oval 81">
              <a:extLst>
                <a:ext uri="{FF2B5EF4-FFF2-40B4-BE49-F238E27FC236}">
                  <a16:creationId xmlns:a16="http://schemas.microsoft.com/office/drawing/2014/main" id="{D0B3AD7F-7427-48C3-9865-42F43FF25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203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00" name="Oval 82">
              <a:extLst>
                <a:ext uri="{FF2B5EF4-FFF2-40B4-BE49-F238E27FC236}">
                  <a16:creationId xmlns:a16="http://schemas.microsoft.com/office/drawing/2014/main" id="{CBDA27DB-F519-46CC-9EB9-9EDFA2AFE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010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01" name="Oval 83">
              <a:extLst>
                <a:ext uri="{FF2B5EF4-FFF2-40B4-BE49-F238E27FC236}">
                  <a16:creationId xmlns:a16="http://schemas.microsoft.com/office/drawing/2014/main" id="{5D42600A-5197-4BD3-B0DF-581076AFB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3" y="1997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02" name="Oval 84">
              <a:extLst>
                <a:ext uri="{FF2B5EF4-FFF2-40B4-BE49-F238E27FC236}">
                  <a16:creationId xmlns:a16="http://schemas.microsoft.com/office/drawing/2014/main" id="{FB5DBFE6-FCC3-4F71-AF9D-9FF3B47FD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8" y="197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03" name="Oval 85">
              <a:extLst>
                <a:ext uri="{FF2B5EF4-FFF2-40B4-BE49-F238E27FC236}">
                  <a16:creationId xmlns:a16="http://schemas.microsoft.com/office/drawing/2014/main" id="{41424CC9-4456-4592-9F05-1CFEA601D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195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04" name="Oval 86">
              <a:extLst>
                <a:ext uri="{FF2B5EF4-FFF2-40B4-BE49-F238E27FC236}">
                  <a16:creationId xmlns:a16="http://schemas.microsoft.com/office/drawing/2014/main" id="{027D65DF-4C37-46F3-A6B7-D7C177D21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192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05" name="Oval 87">
              <a:extLst>
                <a:ext uri="{FF2B5EF4-FFF2-40B4-BE49-F238E27FC236}">
                  <a16:creationId xmlns:a16="http://schemas.microsoft.com/office/drawing/2014/main" id="{571DDEB6-0A12-46D8-BFE5-0AD356289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1898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06" name="Oval 88">
              <a:extLst>
                <a:ext uri="{FF2B5EF4-FFF2-40B4-BE49-F238E27FC236}">
                  <a16:creationId xmlns:a16="http://schemas.microsoft.com/office/drawing/2014/main" id="{62E18DC8-1206-4087-B1A3-423CA831A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1869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07" name="Oval 89">
              <a:extLst>
                <a:ext uri="{FF2B5EF4-FFF2-40B4-BE49-F238E27FC236}">
                  <a16:creationId xmlns:a16="http://schemas.microsoft.com/office/drawing/2014/main" id="{092F22D2-4BD2-421A-BF60-B8891FD3E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850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08" name="Oval 90">
              <a:extLst>
                <a:ext uri="{FF2B5EF4-FFF2-40B4-BE49-F238E27FC236}">
                  <a16:creationId xmlns:a16="http://schemas.microsoft.com/office/drawing/2014/main" id="{00B1A96B-99F5-46A4-B898-A5B61F79D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1813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09" name="Oval 91">
              <a:extLst>
                <a:ext uri="{FF2B5EF4-FFF2-40B4-BE49-F238E27FC236}">
                  <a16:creationId xmlns:a16="http://schemas.microsoft.com/office/drawing/2014/main" id="{41F92CEA-1238-43C0-B6CC-0F2E39EE2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3" y="1797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0" name="Oval 92">
              <a:extLst>
                <a:ext uri="{FF2B5EF4-FFF2-40B4-BE49-F238E27FC236}">
                  <a16:creationId xmlns:a16="http://schemas.microsoft.com/office/drawing/2014/main" id="{79D48E6D-26A2-4F9C-B82F-20A650277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78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1" name="Oval 93">
              <a:extLst>
                <a:ext uri="{FF2B5EF4-FFF2-40B4-BE49-F238E27FC236}">
                  <a16:creationId xmlns:a16="http://schemas.microsoft.com/office/drawing/2014/main" id="{D8A508FD-C17E-4320-AA43-148CA7284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76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2" name="Oval 94">
              <a:extLst>
                <a:ext uri="{FF2B5EF4-FFF2-40B4-BE49-F238E27FC236}">
                  <a16:creationId xmlns:a16="http://schemas.microsoft.com/office/drawing/2014/main" id="{D5C7FA7C-D842-4A4F-AB60-40BD5D248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749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3" name="Oval 95">
              <a:extLst>
                <a:ext uri="{FF2B5EF4-FFF2-40B4-BE49-F238E27FC236}">
                  <a16:creationId xmlns:a16="http://schemas.microsoft.com/office/drawing/2014/main" id="{8A0BA70E-ECA5-4EE1-8CCE-F3A0354A8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" y="170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4" name="Oval 96">
              <a:extLst>
                <a:ext uri="{FF2B5EF4-FFF2-40B4-BE49-F238E27FC236}">
                  <a16:creationId xmlns:a16="http://schemas.microsoft.com/office/drawing/2014/main" id="{FB840BED-CF56-4D26-A3E3-13E78ED18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171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5" name="Oval 97">
              <a:extLst>
                <a:ext uri="{FF2B5EF4-FFF2-40B4-BE49-F238E27FC236}">
                  <a16:creationId xmlns:a16="http://schemas.microsoft.com/office/drawing/2014/main" id="{4AC1FA0D-EFD1-49C9-8D69-D5117C8C2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1687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6" name="Oval 98">
              <a:extLst>
                <a:ext uri="{FF2B5EF4-FFF2-40B4-BE49-F238E27FC236}">
                  <a16:creationId xmlns:a16="http://schemas.microsoft.com/office/drawing/2014/main" id="{339C4FCC-ACC7-44D7-868B-336BD09BC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1666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7" name="Oval 99">
              <a:extLst>
                <a:ext uri="{FF2B5EF4-FFF2-40B4-BE49-F238E27FC236}">
                  <a16:creationId xmlns:a16="http://schemas.microsoft.com/office/drawing/2014/main" id="{A57DC100-5853-40FF-9D75-1222021E9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1642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8" name="Oval 100">
              <a:extLst>
                <a:ext uri="{FF2B5EF4-FFF2-40B4-BE49-F238E27FC236}">
                  <a16:creationId xmlns:a16="http://schemas.microsoft.com/office/drawing/2014/main" id="{C567F31C-558F-4E9E-A9CD-68416DDE4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162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9" name="Oval 101">
              <a:extLst>
                <a:ext uri="{FF2B5EF4-FFF2-40B4-BE49-F238E27FC236}">
                  <a16:creationId xmlns:a16="http://schemas.microsoft.com/office/drawing/2014/main" id="{DD277613-83E8-46D9-84E4-FDBF34BF6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1610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0" name="Oval 102">
              <a:extLst>
                <a:ext uri="{FF2B5EF4-FFF2-40B4-BE49-F238E27FC236}">
                  <a16:creationId xmlns:a16="http://schemas.microsoft.com/office/drawing/2014/main" id="{0B87C112-35E9-4AD5-A484-9DE86D08D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158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1" name="Oval 103">
              <a:extLst>
                <a:ext uri="{FF2B5EF4-FFF2-40B4-BE49-F238E27FC236}">
                  <a16:creationId xmlns:a16="http://schemas.microsoft.com/office/drawing/2014/main" id="{3224CFE5-FAAF-4F75-AC61-3CBF17580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735"/>
              <a:ext cx="18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2" name="Oval 104">
              <a:extLst>
                <a:ext uri="{FF2B5EF4-FFF2-40B4-BE49-F238E27FC236}">
                  <a16:creationId xmlns:a16="http://schemas.microsoft.com/office/drawing/2014/main" id="{A20CDD9A-4354-4EAB-9AB4-DCDE87A4D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1714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3" name="Oval 105">
              <a:extLst>
                <a:ext uri="{FF2B5EF4-FFF2-40B4-BE49-F238E27FC236}">
                  <a16:creationId xmlns:a16="http://schemas.microsoft.com/office/drawing/2014/main" id="{67BFB2E2-145A-4B92-A5BF-881D7190D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1690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4" name="Oval 106">
              <a:extLst>
                <a:ext uri="{FF2B5EF4-FFF2-40B4-BE49-F238E27FC236}">
                  <a16:creationId xmlns:a16="http://schemas.microsoft.com/office/drawing/2014/main" id="{63484A03-567A-4B80-BD79-9E7BAD105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166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5" name="Oval 107">
              <a:extLst>
                <a:ext uri="{FF2B5EF4-FFF2-40B4-BE49-F238E27FC236}">
                  <a16:creationId xmlns:a16="http://schemas.microsoft.com/office/drawing/2014/main" id="{6D2E1C6B-85E2-4AA1-8B83-BA7B5B2C7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5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6" name="Oval 108">
              <a:extLst>
                <a:ext uri="{FF2B5EF4-FFF2-40B4-BE49-F238E27FC236}">
                  <a16:creationId xmlns:a16="http://schemas.microsoft.com/office/drawing/2014/main" id="{AA994337-9E34-424F-9149-30E7C87D7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34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7" name="Oval 109">
              <a:extLst>
                <a:ext uri="{FF2B5EF4-FFF2-40B4-BE49-F238E27FC236}">
                  <a16:creationId xmlns:a16="http://schemas.microsoft.com/office/drawing/2014/main" id="{1D31F151-10B3-4526-9307-14691DE5E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1613"/>
              <a:ext cx="20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8" name="Oval 110">
              <a:extLst>
                <a:ext uri="{FF2B5EF4-FFF2-40B4-BE49-F238E27FC236}">
                  <a16:creationId xmlns:a16="http://schemas.microsoft.com/office/drawing/2014/main" id="{3E5C3525-BAC5-49B9-917F-4A3968E8E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1594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9" name="Oval 111">
              <a:extLst>
                <a:ext uri="{FF2B5EF4-FFF2-40B4-BE49-F238E27FC236}">
                  <a16:creationId xmlns:a16="http://schemas.microsoft.com/office/drawing/2014/main" id="{EC7C6409-9029-41BC-8B20-C84EDA369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157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0" name="Oval 112">
              <a:extLst>
                <a:ext uri="{FF2B5EF4-FFF2-40B4-BE49-F238E27FC236}">
                  <a16:creationId xmlns:a16="http://schemas.microsoft.com/office/drawing/2014/main" id="{3B9F401E-5AA1-4C88-9A74-B6595E605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55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1" name="Oval 113">
              <a:extLst>
                <a:ext uri="{FF2B5EF4-FFF2-40B4-BE49-F238E27FC236}">
                  <a16:creationId xmlns:a16="http://schemas.microsoft.com/office/drawing/2014/main" id="{12435C3D-C22F-4491-B649-9C4375700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1538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2" name="Oval 114">
              <a:extLst>
                <a:ext uri="{FF2B5EF4-FFF2-40B4-BE49-F238E27FC236}">
                  <a16:creationId xmlns:a16="http://schemas.microsoft.com/office/drawing/2014/main" id="{A7BA5690-2E4B-47F2-B60C-581F01206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519"/>
              <a:ext cx="18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3" name="Oval 115">
              <a:extLst>
                <a:ext uri="{FF2B5EF4-FFF2-40B4-BE49-F238E27FC236}">
                  <a16:creationId xmlns:a16="http://schemas.microsoft.com/office/drawing/2014/main" id="{4068774F-594B-4D08-BEDF-6C4FDD319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8" y="150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4" name="Oval 116">
              <a:extLst>
                <a:ext uri="{FF2B5EF4-FFF2-40B4-BE49-F238E27FC236}">
                  <a16:creationId xmlns:a16="http://schemas.microsoft.com/office/drawing/2014/main" id="{3C6E4475-F527-41E0-AA86-044BB1482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148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5" name="Oval 117">
              <a:extLst>
                <a:ext uri="{FF2B5EF4-FFF2-40B4-BE49-F238E27FC236}">
                  <a16:creationId xmlns:a16="http://schemas.microsoft.com/office/drawing/2014/main" id="{8A7F8AD1-2475-4D64-A565-8625DDA83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146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6" name="Oval 118">
              <a:extLst>
                <a:ext uri="{FF2B5EF4-FFF2-40B4-BE49-F238E27FC236}">
                  <a16:creationId xmlns:a16="http://schemas.microsoft.com/office/drawing/2014/main" id="{3B6339D1-1EC2-40A7-B8D2-85EB4E2F9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145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7" name="Oval 119">
              <a:extLst>
                <a:ext uri="{FF2B5EF4-FFF2-40B4-BE49-F238E27FC236}">
                  <a16:creationId xmlns:a16="http://schemas.microsoft.com/office/drawing/2014/main" id="{792DD0B6-0C3C-4EA4-8BE5-BB7E8C086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143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8" name="Oval 120">
              <a:extLst>
                <a:ext uri="{FF2B5EF4-FFF2-40B4-BE49-F238E27FC236}">
                  <a16:creationId xmlns:a16="http://schemas.microsoft.com/office/drawing/2014/main" id="{7EA36231-EF7B-4FC4-98AD-309726E50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141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9" name="Oval 121">
              <a:extLst>
                <a:ext uri="{FF2B5EF4-FFF2-40B4-BE49-F238E27FC236}">
                  <a16:creationId xmlns:a16="http://schemas.microsoft.com/office/drawing/2014/main" id="{756B4976-49B2-4166-B7A0-2D1B5AA20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405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0" name="Oval 122">
              <a:extLst>
                <a:ext uri="{FF2B5EF4-FFF2-40B4-BE49-F238E27FC236}">
                  <a16:creationId xmlns:a16="http://schemas.microsoft.com/office/drawing/2014/main" id="{757A6686-F357-43E3-A771-2340253A8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1378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1" name="Oval 123">
              <a:extLst>
                <a:ext uri="{FF2B5EF4-FFF2-40B4-BE49-F238E27FC236}">
                  <a16:creationId xmlns:a16="http://schemas.microsoft.com/office/drawing/2014/main" id="{CB533133-5DB0-4FA0-8A0A-6374B4EF6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8" y="1370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2" name="Oval 124">
              <a:extLst>
                <a:ext uri="{FF2B5EF4-FFF2-40B4-BE49-F238E27FC236}">
                  <a16:creationId xmlns:a16="http://schemas.microsoft.com/office/drawing/2014/main" id="{93D5D039-C821-41EE-ABC5-323953A2E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3" y="134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3" name="Oval 125">
              <a:extLst>
                <a:ext uri="{FF2B5EF4-FFF2-40B4-BE49-F238E27FC236}">
                  <a16:creationId xmlns:a16="http://schemas.microsoft.com/office/drawing/2014/main" id="{9275D8CE-D9E4-487C-8CFE-8B67C516D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1322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4" name="Oval 126">
              <a:extLst>
                <a:ext uri="{FF2B5EF4-FFF2-40B4-BE49-F238E27FC236}">
                  <a16:creationId xmlns:a16="http://schemas.microsoft.com/office/drawing/2014/main" id="{704CFDD7-FF31-48DB-BB76-DE7DAACB4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1306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5" name="Oval 127">
              <a:extLst>
                <a:ext uri="{FF2B5EF4-FFF2-40B4-BE49-F238E27FC236}">
                  <a16:creationId xmlns:a16="http://schemas.microsoft.com/office/drawing/2014/main" id="{DC89F58A-C756-4253-9481-7F776F757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127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6" name="Oval 128">
              <a:extLst>
                <a:ext uri="{FF2B5EF4-FFF2-40B4-BE49-F238E27FC236}">
                  <a16:creationId xmlns:a16="http://schemas.microsoft.com/office/drawing/2014/main" id="{2A35C3C2-326D-435C-86BE-FBFDAA8A1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25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7" name="Oval 129">
              <a:extLst>
                <a:ext uri="{FF2B5EF4-FFF2-40B4-BE49-F238E27FC236}">
                  <a16:creationId xmlns:a16="http://schemas.microsoft.com/office/drawing/2014/main" id="{DC5C050C-C338-4946-A7D0-6C233C421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1231"/>
              <a:ext cx="17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8" name="Oval 130">
              <a:extLst>
                <a:ext uri="{FF2B5EF4-FFF2-40B4-BE49-F238E27FC236}">
                  <a16:creationId xmlns:a16="http://schemas.microsoft.com/office/drawing/2014/main" id="{E215F550-6EBB-460E-8E2B-8BFCA2611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1221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9" name="Oval 131">
              <a:extLst>
                <a:ext uri="{FF2B5EF4-FFF2-40B4-BE49-F238E27FC236}">
                  <a16:creationId xmlns:a16="http://schemas.microsoft.com/office/drawing/2014/main" id="{53997F20-5D72-4093-B096-C1EBC1015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0" y="1205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0" name="Oval 132">
              <a:extLst>
                <a:ext uri="{FF2B5EF4-FFF2-40B4-BE49-F238E27FC236}">
                  <a16:creationId xmlns:a16="http://schemas.microsoft.com/office/drawing/2014/main" id="{FEA358CC-EE8C-458B-A430-20DD23EE1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18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1" name="Oval 133">
              <a:extLst>
                <a:ext uri="{FF2B5EF4-FFF2-40B4-BE49-F238E27FC236}">
                  <a16:creationId xmlns:a16="http://schemas.microsoft.com/office/drawing/2014/main" id="{0D97A240-6F51-4EAC-9D31-9661ED6C0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125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2" name="Oval 134">
              <a:extLst>
                <a:ext uri="{FF2B5EF4-FFF2-40B4-BE49-F238E27FC236}">
                  <a16:creationId xmlns:a16="http://schemas.microsoft.com/office/drawing/2014/main" id="{3758620D-6E92-449C-882C-2C4C28702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8" y="1274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3" name="Oval 135">
              <a:extLst>
                <a:ext uri="{FF2B5EF4-FFF2-40B4-BE49-F238E27FC236}">
                  <a16:creationId xmlns:a16="http://schemas.microsoft.com/office/drawing/2014/main" id="{26B6B087-DD72-4198-852B-69D465A04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293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4" name="Oval 136">
              <a:extLst>
                <a:ext uri="{FF2B5EF4-FFF2-40B4-BE49-F238E27FC236}">
                  <a16:creationId xmlns:a16="http://schemas.microsoft.com/office/drawing/2014/main" id="{9101C8D4-F542-45DC-8107-B8EDC8B3A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311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5" name="Oval 137">
              <a:extLst>
                <a:ext uri="{FF2B5EF4-FFF2-40B4-BE49-F238E27FC236}">
                  <a16:creationId xmlns:a16="http://schemas.microsoft.com/office/drawing/2014/main" id="{617A70A8-78C8-45A2-8E9A-FF6ABE160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1325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6" name="Oval 138">
              <a:extLst>
                <a:ext uri="{FF2B5EF4-FFF2-40B4-BE49-F238E27FC236}">
                  <a16:creationId xmlns:a16="http://schemas.microsoft.com/office/drawing/2014/main" id="{1762E880-6617-427F-9AB8-E8BE48793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1338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7" name="Oval 139">
              <a:extLst>
                <a:ext uri="{FF2B5EF4-FFF2-40B4-BE49-F238E27FC236}">
                  <a16:creationId xmlns:a16="http://schemas.microsoft.com/office/drawing/2014/main" id="{E2F0313F-FA21-4559-8D70-4C07DD6A9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1357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8" name="Oval 140">
              <a:extLst>
                <a:ext uri="{FF2B5EF4-FFF2-40B4-BE49-F238E27FC236}">
                  <a16:creationId xmlns:a16="http://schemas.microsoft.com/office/drawing/2014/main" id="{3DBBFBBD-21B9-4CA6-BD8F-0D0D9C92E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1378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9" name="Oval 141">
              <a:extLst>
                <a:ext uri="{FF2B5EF4-FFF2-40B4-BE49-F238E27FC236}">
                  <a16:creationId xmlns:a16="http://schemas.microsoft.com/office/drawing/2014/main" id="{6D4FD1A9-D973-407A-89F4-6A8E5179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389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60" name="Oval 142">
              <a:extLst>
                <a:ext uri="{FF2B5EF4-FFF2-40B4-BE49-F238E27FC236}">
                  <a16:creationId xmlns:a16="http://schemas.microsoft.com/office/drawing/2014/main" id="{D63C6B48-BB06-46A9-A08E-C12430E45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140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61" name="Oval 143">
              <a:extLst>
                <a:ext uri="{FF2B5EF4-FFF2-40B4-BE49-F238E27FC236}">
                  <a16:creationId xmlns:a16="http://schemas.microsoft.com/office/drawing/2014/main" id="{E2B267A8-DFF1-4101-B678-83BD0AABD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43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62" name="Oval 144">
              <a:extLst>
                <a:ext uri="{FF2B5EF4-FFF2-40B4-BE49-F238E27FC236}">
                  <a16:creationId xmlns:a16="http://schemas.microsoft.com/office/drawing/2014/main" id="{D8E059CF-1A85-4AC1-8B16-F817E7D8F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45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63" name="Oval 145">
              <a:extLst>
                <a:ext uri="{FF2B5EF4-FFF2-40B4-BE49-F238E27FC236}">
                  <a16:creationId xmlns:a16="http://schemas.microsoft.com/office/drawing/2014/main" id="{5E63DA7B-97A7-4551-9893-94D6B4407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1466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64" name="Oval 146">
              <a:extLst>
                <a:ext uri="{FF2B5EF4-FFF2-40B4-BE49-F238E27FC236}">
                  <a16:creationId xmlns:a16="http://schemas.microsoft.com/office/drawing/2014/main" id="{46D4B12C-AEDA-414B-AE27-527DB7F88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1485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65" name="Oval 147">
              <a:extLst>
                <a:ext uri="{FF2B5EF4-FFF2-40B4-BE49-F238E27FC236}">
                  <a16:creationId xmlns:a16="http://schemas.microsoft.com/office/drawing/2014/main" id="{EC427A12-6469-4BEE-B4D2-EC7770251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1458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66" name="Oval 148">
              <a:extLst>
                <a:ext uri="{FF2B5EF4-FFF2-40B4-BE49-F238E27FC236}">
                  <a16:creationId xmlns:a16="http://schemas.microsoft.com/office/drawing/2014/main" id="{AA8B1831-BA13-41CD-9DA4-5AADC6472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437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67" name="Oval 149">
              <a:extLst>
                <a:ext uri="{FF2B5EF4-FFF2-40B4-BE49-F238E27FC236}">
                  <a16:creationId xmlns:a16="http://schemas.microsoft.com/office/drawing/2014/main" id="{5CAE163C-9C58-4854-B3D3-90E081EAE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413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68" name="Oval 150">
              <a:extLst>
                <a:ext uri="{FF2B5EF4-FFF2-40B4-BE49-F238E27FC236}">
                  <a16:creationId xmlns:a16="http://schemas.microsoft.com/office/drawing/2014/main" id="{5AC644E3-E6B6-44A0-9F2F-1038B83D8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" y="1386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69" name="Oval 151">
              <a:extLst>
                <a:ext uri="{FF2B5EF4-FFF2-40B4-BE49-F238E27FC236}">
                  <a16:creationId xmlns:a16="http://schemas.microsoft.com/office/drawing/2014/main" id="{B4B8BE2D-BC9D-4AA6-95E3-B98A51E13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1397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0" name="Oval 152">
              <a:extLst>
                <a:ext uri="{FF2B5EF4-FFF2-40B4-BE49-F238E27FC236}">
                  <a16:creationId xmlns:a16="http://schemas.microsoft.com/office/drawing/2014/main" id="{62366486-C278-4C9F-9E28-FB5B0E444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1423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1" name="Oval 153">
              <a:extLst>
                <a:ext uri="{FF2B5EF4-FFF2-40B4-BE49-F238E27FC236}">
                  <a16:creationId xmlns:a16="http://schemas.microsoft.com/office/drawing/2014/main" id="{7406FE66-63F2-44EA-8721-05C451504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47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2" name="Oval 154">
              <a:extLst>
                <a:ext uri="{FF2B5EF4-FFF2-40B4-BE49-F238E27FC236}">
                  <a16:creationId xmlns:a16="http://schemas.microsoft.com/office/drawing/2014/main" id="{62C3AA1A-AF8F-4AAD-BD4C-F9C9E9ED4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149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3" name="Oval 155">
              <a:extLst>
                <a:ext uri="{FF2B5EF4-FFF2-40B4-BE49-F238E27FC236}">
                  <a16:creationId xmlns:a16="http://schemas.microsoft.com/office/drawing/2014/main" id="{B0BCF313-A28A-4D02-8A74-C41E9EB7E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49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4" name="Oval 156">
              <a:extLst>
                <a:ext uri="{FF2B5EF4-FFF2-40B4-BE49-F238E27FC236}">
                  <a16:creationId xmlns:a16="http://schemas.microsoft.com/office/drawing/2014/main" id="{AA68A639-74EC-47F0-BBA2-01746260A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479"/>
              <a:ext cx="17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5" name="Oval 157">
              <a:extLst>
                <a:ext uri="{FF2B5EF4-FFF2-40B4-BE49-F238E27FC236}">
                  <a16:creationId xmlns:a16="http://schemas.microsoft.com/office/drawing/2014/main" id="{1191A8E8-CCD8-4F81-8549-D4A4278F8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149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6" name="Oval 158">
              <a:extLst>
                <a:ext uri="{FF2B5EF4-FFF2-40B4-BE49-F238E27FC236}">
                  <a16:creationId xmlns:a16="http://schemas.microsoft.com/office/drawing/2014/main" id="{33A4023C-C1B6-4964-AD39-C8EE40662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159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7" name="Oval 159">
              <a:extLst>
                <a:ext uri="{FF2B5EF4-FFF2-40B4-BE49-F238E27FC236}">
                  <a16:creationId xmlns:a16="http://schemas.microsoft.com/office/drawing/2014/main" id="{C954D52A-2C3C-4458-A825-71A56172B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161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8" name="Oval 160">
              <a:extLst>
                <a:ext uri="{FF2B5EF4-FFF2-40B4-BE49-F238E27FC236}">
                  <a16:creationId xmlns:a16="http://schemas.microsoft.com/office/drawing/2014/main" id="{47BE93C7-E0AE-4992-932E-DC9AFEC0D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1634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9" name="Oval 161">
              <a:extLst>
                <a:ext uri="{FF2B5EF4-FFF2-40B4-BE49-F238E27FC236}">
                  <a16:creationId xmlns:a16="http://schemas.microsoft.com/office/drawing/2014/main" id="{99634B8D-3E33-4C3E-A84C-9F6DAD0A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1650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80" name="Oval 162">
              <a:extLst>
                <a:ext uri="{FF2B5EF4-FFF2-40B4-BE49-F238E27FC236}">
                  <a16:creationId xmlns:a16="http://schemas.microsoft.com/office/drawing/2014/main" id="{330A5031-909C-419E-ABE3-33F425B1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1399"/>
              <a:ext cx="18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81" name="Oval 163">
              <a:extLst>
                <a:ext uri="{FF2B5EF4-FFF2-40B4-BE49-F238E27FC236}">
                  <a16:creationId xmlns:a16="http://schemas.microsoft.com/office/drawing/2014/main" id="{93786DFE-C695-448E-BEA7-A6FEF34B8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418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82" name="Oval 164">
              <a:extLst>
                <a:ext uri="{FF2B5EF4-FFF2-40B4-BE49-F238E27FC236}">
                  <a16:creationId xmlns:a16="http://schemas.microsoft.com/office/drawing/2014/main" id="{F475D08D-FFE7-4057-B7D2-FF88CC5E9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143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83" name="Oval 165">
              <a:extLst>
                <a:ext uri="{FF2B5EF4-FFF2-40B4-BE49-F238E27FC236}">
                  <a16:creationId xmlns:a16="http://schemas.microsoft.com/office/drawing/2014/main" id="{2F6AB6B0-AC45-41D0-948D-48D7D0C3F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1453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84" name="Oval 166">
              <a:extLst>
                <a:ext uri="{FF2B5EF4-FFF2-40B4-BE49-F238E27FC236}">
                  <a16:creationId xmlns:a16="http://schemas.microsoft.com/office/drawing/2014/main" id="{5B5EDAAB-D675-4F4A-831E-DBE39098E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1466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85" name="Oval 167">
              <a:extLst>
                <a:ext uri="{FF2B5EF4-FFF2-40B4-BE49-F238E27FC236}">
                  <a16:creationId xmlns:a16="http://schemas.microsoft.com/office/drawing/2014/main" id="{C3DD3B00-C368-4227-998A-C221CF4A9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3" y="1487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86" name="Oval 168">
              <a:extLst>
                <a:ext uri="{FF2B5EF4-FFF2-40B4-BE49-F238E27FC236}">
                  <a16:creationId xmlns:a16="http://schemas.microsoft.com/office/drawing/2014/main" id="{7E0BAB3B-2040-4289-9017-C8484A714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1509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87" name="Oval 169">
              <a:extLst>
                <a:ext uri="{FF2B5EF4-FFF2-40B4-BE49-F238E27FC236}">
                  <a16:creationId xmlns:a16="http://schemas.microsoft.com/office/drawing/2014/main" id="{66267D58-01BA-49A7-AEE3-B21C97C80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1525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88" name="Oval 170">
              <a:extLst>
                <a:ext uri="{FF2B5EF4-FFF2-40B4-BE49-F238E27FC236}">
                  <a16:creationId xmlns:a16="http://schemas.microsoft.com/office/drawing/2014/main" id="{6B9812E1-5633-4C7E-A10F-EE68B2C9C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1543"/>
              <a:ext cx="20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89" name="Oval 171">
              <a:extLst>
                <a:ext uri="{FF2B5EF4-FFF2-40B4-BE49-F238E27FC236}">
                  <a16:creationId xmlns:a16="http://schemas.microsoft.com/office/drawing/2014/main" id="{BB54D7B4-32B7-40BD-8D9E-3DAB4E186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1565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0" name="Oval 172">
              <a:extLst>
                <a:ext uri="{FF2B5EF4-FFF2-40B4-BE49-F238E27FC236}">
                  <a16:creationId xmlns:a16="http://schemas.microsoft.com/office/drawing/2014/main" id="{C10D603C-96B5-4750-8156-30FE4315E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" y="158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1" name="Oval 173">
              <a:extLst>
                <a:ext uri="{FF2B5EF4-FFF2-40B4-BE49-F238E27FC236}">
                  <a16:creationId xmlns:a16="http://schemas.microsoft.com/office/drawing/2014/main" id="{412B269B-BFAD-4107-B338-0CD8363E3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1877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2" name="Oval 174">
              <a:extLst>
                <a:ext uri="{FF2B5EF4-FFF2-40B4-BE49-F238E27FC236}">
                  <a16:creationId xmlns:a16="http://schemas.microsoft.com/office/drawing/2014/main" id="{09D79EF8-116F-4044-A96F-B40F9D02E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895"/>
              <a:ext cx="18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3" name="Oval 175">
              <a:extLst>
                <a:ext uri="{FF2B5EF4-FFF2-40B4-BE49-F238E27FC236}">
                  <a16:creationId xmlns:a16="http://schemas.microsoft.com/office/drawing/2014/main" id="{81AF3D3D-364A-46D1-8FF8-07266851E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1871"/>
              <a:ext cx="18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4" name="Oval 176">
              <a:extLst>
                <a:ext uri="{FF2B5EF4-FFF2-40B4-BE49-F238E27FC236}">
                  <a16:creationId xmlns:a16="http://schemas.microsoft.com/office/drawing/2014/main" id="{8DB07C19-A4A7-4F78-B554-2D5805D5F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5" y="1826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5" name="Oval 177">
              <a:extLst>
                <a:ext uri="{FF2B5EF4-FFF2-40B4-BE49-F238E27FC236}">
                  <a16:creationId xmlns:a16="http://schemas.microsoft.com/office/drawing/2014/main" id="{3A48B714-8CE3-4915-A621-5CD2A7376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0" y="1802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6" name="Oval 178">
              <a:extLst>
                <a:ext uri="{FF2B5EF4-FFF2-40B4-BE49-F238E27FC236}">
                  <a16:creationId xmlns:a16="http://schemas.microsoft.com/office/drawing/2014/main" id="{DBB30728-B8D5-4505-B113-CA41ED9D5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1786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7" name="Oval 179">
              <a:extLst>
                <a:ext uri="{FF2B5EF4-FFF2-40B4-BE49-F238E27FC236}">
                  <a16:creationId xmlns:a16="http://schemas.microsoft.com/office/drawing/2014/main" id="{362E8720-F58D-469F-8F70-9183FC298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1994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8" name="Oval 180">
              <a:extLst>
                <a:ext uri="{FF2B5EF4-FFF2-40B4-BE49-F238E27FC236}">
                  <a16:creationId xmlns:a16="http://schemas.microsoft.com/office/drawing/2014/main" id="{E4C6E8D7-B5EE-4FCD-8100-C5717AD9A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" y="1970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9" name="Oval 181">
              <a:extLst>
                <a:ext uri="{FF2B5EF4-FFF2-40B4-BE49-F238E27FC236}">
                  <a16:creationId xmlns:a16="http://schemas.microsoft.com/office/drawing/2014/main" id="{9B923733-12BC-4A6C-836D-24707794D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957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00" name="Oval 182">
              <a:extLst>
                <a:ext uri="{FF2B5EF4-FFF2-40B4-BE49-F238E27FC236}">
                  <a16:creationId xmlns:a16="http://schemas.microsoft.com/office/drawing/2014/main" id="{4B17D38E-856A-4E79-8FD7-5924BD664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195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01" name="Oval 183">
              <a:extLst>
                <a:ext uri="{FF2B5EF4-FFF2-40B4-BE49-F238E27FC236}">
                  <a16:creationId xmlns:a16="http://schemas.microsoft.com/office/drawing/2014/main" id="{E3975DA5-C5BA-4CBB-91D9-FF793469E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1605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02" name="Oval 184">
              <a:extLst>
                <a:ext uri="{FF2B5EF4-FFF2-40B4-BE49-F238E27FC236}">
                  <a16:creationId xmlns:a16="http://schemas.microsoft.com/office/drawing/2014/main" id="{F666235E-24AC-49E4-823A-68B4213F8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" y="1618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03" name="Oval 185">
              <a:extLst>
                <a:ext uri="{FF2B5EF4-FFF2-40B4-BE49-F238E27FC236}">
                  <a16:creationId xmlns:a16="http://schemas.microsoft.com/office/drawing/2014/main" id="{15BE8B40-EAC5-43F0-A5B8-09089BE0D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4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04" name="Oval 186">
              <a:extLst>
                <a:ext uri="{FF2B5EF4-FFF2-40B4-BE49-F238E27FC236}">
                  <a16:creationId xmlns:a16="http://schemas.microsoft.com/office/drawing/2014/main" id="{0593F2C9-5EB1-45AF-B484-649E05FC1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163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05" name="Oval 187">
              <a:extLst>
                <a:ext uri="{FF2B5EF4-FFF2-40B4-BE49-F238E27FC236}">
                  <a16:creationId xmlns:a16="http://schemas.microsoft.com/office/drawing/2014/main" id="{7CFA1845-B982-4367-A726-755968AED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65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06" name="Oval 188">
              <a:extLst>
                <a:ext uri="{FF2B5EF4-FFF2-40B4-BE49-F238E27FC236}">
                  <a16:creationId xmlns:a16="http://schemas.microsoft.com/office/drawing/2014/main" id="{9E831CAA-FD90-4242-B1D4-1A6A3DE25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1383"/>
              <a:ext cx="20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07" name="Oval 189">
              <a:extLst>
                <a:ext uri="{FF2B5EF4-FFF2-40B4-BE49-F238E27FC236}">
                  <a16:creationId xmlns:a16="http://schemas.microsoft.com/office/drawing/2014/main" id="{233405D3-B9BF-467C-B1AA-95D3F81FF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381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08" name="Oval 190">
              <a:extLst>
                <a:ext uri="{FF2B5EF4-FFF2-40B4-BE49-F238E27FC236}">
                  <a16:creationId xmlns:a16="http://schemas.microsoft.com/office/drawing/2014/main" id="{6F7E44DD-75FD-47B5-B9FC-119CFE063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1394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09" name="Oval 191">
              <a:extLst>
                <a:ext uri="{FF2B5EF4-FFF2-40B4-BE49-F238E27FC236}">
                  <a16:creationId xmlns:a16="http://schemas.microsoft.com/office/drawing/2014/main" id="{23BED2A0-CAF2-405A-AA95-AF6F8F321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1415"/>
              <a:ext cx="20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10" name="Oval 192">
              <a:extLst>
                <a:ext uri="{FF2B5EF4-FFF2-40B4-BE49-F238E27FC236}">
                  <a16:creationId xmlns:a16="http://schemas.microsoft.com/office/drawing/2014/main" id="{553CC669-2343-4020-873F-139F5D5D4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143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11" name="Oval 193">
              <a:extLst>
                <a:ext uri="{FF2B5EF4-FFF2-40B4-BE49-F238E27FC236}">
                  <a16:creationId xmlns:a16="http://schemas.microsoft.com/office/drawing/2014/main" id="{6B3ED8A7-8C3E-4398-B09A-50EC93DE8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1447"/>
              <a:ext cx="18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12" name="Oval 194">
              <a:extLst>
                <a:ext uri="{FF2B5EF4-FFF2-40B4-BE49-F238E27FC236}">
                  <a16:creationId xmlns:a16="http://schemas.microsoft.com/office/drawing/2014/main" id="{8F96A25B-E14F-450E-9527-EBDBF631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359"/>
              <a:ext cx="20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13" name="Oval 195">
              <a:extLst>
                <a:ext uri="{FF2B5EF4-FFF2-40B4-BE49-F238E27FC236}">
                  <a16:creationId xmlns:a16="http://schemas.microsoft.com/office/drawing/2014/main" id="{55D4BB85-F189-41BF-B0F7-695D302B5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1343"/>
              <a:ext cx="17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14" name="Oval 196">
              <a:extLst>
                <a:ext uri="{FF2B5EF4-FFF2-40B4-BE49-F238E27FC236}">
                  <a16:creationId xmlns:a16="http://schemas.microsoft.com/office/drawing/2014/main" id="{EE9B89CE-72AE-4965-9FF6-EFB789791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1325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15" name="Oval 197">
              <a:extLst>
                <a:ext uri="{FF2B5EF4-FFF2-40B4-BE49-F238E27FC236}">
                  <a16:creationId xmlns:a16="http://schemas.microsoft.com/office/drawing/2014/main" id="{6D60A949-39F8-432C-BA03-323020FB9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306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16" name="Oval 198">
              <a:extLst>
                <a:ext uri="{FF2B5EF4-FFF2-40B4-BE49-F238E27FC236}">
                  <a16:creationId xmlns:a16="http://schemas.microsoft.com/office/drawing/2014/main" id="{778C3E75-4756-4F77-808E-1CE5951A1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129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17" name="Oval 199">
              <a:extLst>
                <a:ext uri="{FF2B5EF4-FFF2-40B4-BE49-F238E27FC236}">
                  <a16:creationId xmlns:a16="http://schemas.microsoft.com/office/drawing/2014/main" id="{49BD4645-2D78-4273-B78D-81E48DB22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1314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18" name="Oval 200">
              <a:extLst>
                <a:ext uri="{FF2B5EF4-FFF2-40B4-BE49-F238E27FC236}">
                  <a16:creationId xmlns:a16="http://schemas.microsoft.com/office/drawing/2014/main" id="{7D9A5285-1C9B-428A-9DD8-6BD979396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335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19" name="Oval 201">
              <a:extLst>
                <a:ext uri="{FF2B5EF4-FFF2-40B4-BE49-F238E27FC236}">
                  <a16:creationId xmlns:a16="http://schemas.microsoft.com/office/drawing/2014/main" id="{14419BC9-310E-4E5F-B880-D136E6C32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" y="1343"/>
              <a:ext cx="20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0" name="Oval 202">
              <a:extLst>
                <a:ext uri="{FF2B5EF4-FFF2-40B4-BE49-F238E27FC236}">
                  <a16:creationId xmlns:a16="http://schemas.microsoft.com/office/drawing/2014/main" id="{214DEBDE-FC20-43F1-8466-4FCC8B35B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277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1" name="Oval 203">
              <a:extLst>
                <a:ext uri="{FF2B5EF4-FFF2-40B4-BE49-F238E27FC236}">
                  <a16:creationId xmlns:a16="http://schemas.microsoft.com/office/drawing/2014/main" id="{39AE27C8-195D-4B39-9114-9ACB9D410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" y="125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2" name="Oval 204">
              <a:extLst>
                <a:ext uri="{FF2B5EF4-FFF2-40B4-BE49-F238E27FC236}">
                  <a16:creationId xmlns:a16="http://schemas.microsoft.com/office/drawing/2014/main" id="{0F51B72A-1D4F-49A2-833B-2FE2E655A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1237"/>
              <a:ext cx="20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3" name="Oval 205">
              <a:extLst>
                <a:ext uri="{FF2B5EF4-FFF2-40B4-BE49-F238E27FC236}">
                  <a16:creationId xmlns:a16="http://schemas.microsoft.com/office/drawing/2014/main" id="{61910125-5078-442B-8D48-CBF41A057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1215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4" name="Oval 206">
              <a:extLst>
                <a:ext uri="{FF2B5EF4-FFF2-40B4-BE49-F238E27FC236}">
                  <a16:creationId xmlns:a16="http://schemas.microsoft.com/office/drawing/2014/main" id="{CD8D35E5-F78C-40F8-A5CE-4ACCC5AAD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1194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5" name="Oval 207">
              <a:extLst>
                <a:ext uri="{FF2B5EF4-FFF2-40B4-BE49-F238E27FC236}">
                  <a16:creationId xmlns:a16="http://schemas.microsoft.com/office/drawing/2014/main" id="{B0152DB4-4A1B-40A8-A68A-F86346A28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117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6" name="Oval 208">
              <a:extLst>
                <a:ext uri="{FF2B5EF4-FFF2-40B4-BE49-F238E27FC236}">
                  <a16:creationId xmlns:a16="http://schemas.microsoft.com/office/drawing/2014/main" id="{580A5697-4010-4F66-9564-8A358DA80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1154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7" name="Oval 209">
              <a:extLst>
                <a:ext uri="{FF2B5EF4-FFF2-40B4-BE49-F238E27FC236}">
                  <a16:creationId xmlns:a16="http://schemas.microsoft.com/office/drawing/2014/main" id="{AE6B297D-88B2-44CC-B97B-5C29D995C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1135"/>
              <a:ext cx="20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8" name="Oval 210">
              <a:extLst>
                <a:ext uri="{FF2B5EF4-FFF2-40B4-BE49-F238E27FC236}">
                  <a16:creationId xmlns:a16="http://schemas.microsoft.com/office/drawing/2014/main" id="{E3265F49-972B-49A2-AC38-53497D0BE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11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9" name="Oval 211">
              <a:extLst>
                <a:ext uri="{FF2B5EF4-FFF2-40B4-BE49-F238E27FC236}">
                  <a16:creationId xmlns:a16="http://schemas.microsoft.com/office/drawing/2014/main" id="{33584FAF-E6C2-4375-81A3-04914A916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095"/>
              <a:ext cx="20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0" name="Oval 212">
              <a:extLst>
                <a:ext uri="{FF2B5EF4-FFF2-40B4-BE49-F238E27FC236}">
                  <a16:creationId xmlns:a16="http://schemas.microsoft.com/office/drawing/2014/main" id="{E01C6F25-ACA3-48D2-AA25-9334D90D7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1077"/>
              <a:ext cx="20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1" name="Oval 213">
              <a:extLst>
                <a:ext uri="{FF2B5EF4-FFF2-40B4-BE49-F238E27FC236}">
                  <a16:creationId xmlns:a16="http://schemas.microsoft.com/office/drawing/2014/main" id="{3481CB9B-7512-4E2D-9273-461077716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106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2" name="Oval 214">
              <a:extLst>
                <a:ext uri="{FF2B5EF4-FFF2-40B4-BE49-F238E27FC236}">
                  <a16:creationId xmlns:a16="http://schemas.microsoft.com/office/drawing/2014/main" id="{65BCB3AC-5BEC-4432-8008-7DEE464EB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1042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3" name="Oval 215">
              <a:extLst>
                <a:ext uri="{FF2B5EF4-FFF2-40B4-BE49-F238E27FC236}">
                  <a16:creationId xmlns:a16="http://schemas.microsoft.com/office/drawing/2014/main" id="{4582621E-C62D-4E48-B58A-2B9942C13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1029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4" name="Oval 216">
              <a:extLst>
                <a:ext uri="{FF2B5EF4-FFF2-40B4-BE49-F238E27FC236}">
                  <a16:creationId xmlns:a16="http://schemas.microsoft.com/office/drawing/2014/main" id="{86B64A1D-8977-4ECA-A271-291330464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3" y="136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grpSp>
          <p:nvGrpSpPr>
            <p:cNvPr id="38135" name="Group 217">
              <a:extLst>
                <a:ext uri="{FF2B5EF4-FFF2-40B4-BE49-F238E27FC236}">
                  <a16:creationId xmlns:a16="http://schemas.microsoft.com/office/drawing/2014/main" id="{EE64C9D0-AF95-474C-A581-DFE89481D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78" y="903"/>
              <a:ext cx="1005" cy="1195"/>
              <a:chOff x="2406" y="993"/>
              <a:chExt cx="1005" cy="1195"/>
            </a:xfrm>
          </p:grpSpPr>
          <p:sp>
            <p:nvSpPr>
              <p:cNvPr id="38565" name="Oval 218">
                <a:extLst>
                  <a:ext uri="{FF2B5EF4-FFF2-40B4-BE49-F238E27FC236}">
                    <a16:creationId xmlns:a16="http://schemas.microsoft.com/office/drawing/2014/main" id="{1A845903-EFD6-4336-A1A7-92149B707B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1756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66" name="Oval 219">
                <a:extLst>
                  <a:ext uri="{FF2B5EF4-FFF2-40B4-BE49-F238E27FC236}">
                    <a16:creationId xmlns:a16="http://schemas.microsoft.com/office/drawing/2014/main" id="{1BD3FC37-F343-479F-B261-C8C77F881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177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67" name="Oval 220">
                <a:extLst>
                  <a:ext uri="{FF2B5EF4-FFF2-40B4-BE49-F238E27FC236}">
                    <a16:creationId xmlns:a16="http://schemas.microsoft.com/office/drawing/2014/main" id="{11A30703-B21E-438C-AE31-7EC8FE363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1796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68" name="Oval 221">
                <a:extLst>
                  <a:ext uri="{FF2B5EF4-FFF2-40B4-BE49-F238E27FC236}">
                    <a16:creationId xmlns:a16="http://schemas.microsoft.com/office/drawing/2014/main" id="{DB5FA9B6-59B6-4D55-9013-FB79C5953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3" y="181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69" name="Oval 222">
                <a:extLst>
                  <a:ext uri="{FF2B5EF4-FFF2-40B4-BE49-F238E27FC236}">
                    <a16:creationId xmlns:a16="http://schemas.microsoft.com/office/drawing/2014/main" id="{4F2609AB-41F1-4126-8AD8-46FF9468D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184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0" name="Oval 223">
                <a:extLst>
                  <a:ext uri="{FF2B5EF4-FFF2-40B4-BE49-F238E27FC236}">
                    <a16:creationId xmlns:a16="http://schemas.microsoft.com/office/drawing/2014/main" id="{2DC00E50-FEC5-4B55-9332-802B78D92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1860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1" name="Oval 224">
                <a:extLst>
                  <a:ext uri="{FF2B5EF4-FFF2-40B4-BE49-F238E27FC236}">
                    <a16:creationId xmlns:a16="http://schemas.microsoft.com/office/drawing/2014/main" id="{83AAC553-1A7E-4C33-A40A-DC8128E95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8" y="184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2" name="Oval 225">
                <a:extLst>
                  <a:ext uri="{FF2B5EF4-FFF2-40B4-BE49-F238E27FC236}">
                    <a16:creationId xmlns:a16="http://schemas.microsoft.com/office/drawing/2014/main" id="{99513B28-E384-4C64-8A1E-130F30D62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1833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3" name="Oval 226">
                <a:extLst>
                  <a:ext uri="{FF2B5EF4-FFF2-40B4-BE49-F238E27FC236}">
                    <a16:creationId xmlns:a16="http://schemas.microsoft.com/office/drawing/2014/main" id="{D3B8E17F-7F59-4F43-A3CB-20FA8CC12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3" y="1812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4" name="Oval 227">
                <a:extLst>
                  <a:ext uri="{FF2B5EF4-FFF2-40B4-BE49-F238E27FC236}">
                    <a16:creationId xmlns:a16="http://schemas.microsoft.com/office/drawing/2014/main" id="{D2DA1CB2-1347-4734-9D6A-78A0A8661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1785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5" name="Oval 228">
                <a:extLst>
                  <a:ext uri="{FF2B5EF4-FFF2-40B4-BE49-F238E27FC236}">
                    <a16:creationId xmlns:a16="http://schemas.microsoft.com/office/drawing/2014/main" id="{9C224A75-4E89-45E2-B6CD-0BD243E27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1764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6" name="Oval 229">
                <a:extLst>
                  <a:ext uri="{FF2B5EF4-FFF2-40B4-BE49-F238E27FC236}">
                    <a16:creationId xmlns:a16="http://schemas.microsoft.com/office/drawing/2014/main" id="{3D54617C-569C-489E-90CB-721335579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1721"/>
                <a:ext cx="18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7" name="Oval 230">
                <a:extLst>
                  <a:ext uri="{FF2B5EF4-FFF2-40B4-BE49-F238E27FC236}">
                    <a16:creationId xmlns:a16="http://schemas.microsoft.com/office/drawing/2014/main" id="{1608AB81-9642-4F67-8C1C-1739BD37F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697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8" name="Oval 231">
                <a:extLst>
                  <a:ext uri="{FF2B5EF4-FFF2-40B4-BE49-F238E27FC236}">
                    <a16:creationId xmlns:a16="http://schemas.microsoft.com/office/drawing/2014/main" id="{AC0927CD-7C20-4D94-A224-3BD75A4F4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668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79" name="Oval 232">
                <a:extLst>
                  <a:ext uri="{FF2B5EF4-FFF2-40B4-BE49-F238E27FC236}">
                    <a16:creationId xmlns:a16="http://schemas.microsoft.com/office/drawing/2014/main" id="{FAD2D70C-4EB6-4C88-96DF-36123D11A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1887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0" name="Oval 233">
                <a:extLst>
                  <a:ext uri="{FF2B5EF4-FFF2-40B4-BE49-F238E27FC236}">
                    <a16:creationId xmlns:a16="http://schemas.microsoft.com/office/drawing/2014/main" id="{FDC6B612-2516-4C91-9F9F-544331C01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1905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1" name="Oval 234">
                <a:extLst>
                  <a:ext uri="{FF2B5EF4-FFF2-40B4-BE49-F238E27FC236}">
                    <a16:creationId xmlns:a16="http://schemas.microsoft.com/office/drawing/2014/main" id="{B91003A5-3F52-4558-B674-17EA1637A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1935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2" name="Oval 235">
                <a:extLst>
                  <a:ext uri="{FF2B5EF4-FFF2-40B4-BE49-F238E27FC236}">
                    <a16:creationId xmlns:a16="http://schemas.microsoft.com/office/drawing/2014/main" id="{303778D4-F88D-49CC-A7AC-52A2670D1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3" y="1972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3" name="Oval 236">
                <a:extLst>
                  <a:ext uri="{FF2B5EF4-FFF2-40B4-BE49-F238E27FC236}">
                    <a16:creationId xmlns:a16="http://schemas.microsoft.com/office/drawing/2014/main" id="{022B6F8F-B230-4935-9949-AA6AD5BE9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1996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4" name="Oval 237">
                <a:extLst>
                  <a:ext uri="{FF2B5EF4-FFF2-40B4-BE49-F238E27FC236}">
                    <a16:creationId xmlns:a16="http://schemas.microsoft.com/office/drawing/2014/main" id="{36B84B6A-C5C5-4A8C-975A-30DAFF110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023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5" name="Oval 238">
                <a:extLst>
                  <a:ext uri="{FF2B5EF4-FFF2-40B4-BE49-F238E27FC236}">
                    <a16:creationId xmlns:a16="http://schemas.microsoft.com/office/drawing/2014/main" id="{578149E4-AF30-4696-9A57-17374F848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039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6" name="Oval 239">
                <a:extLst>
                  <a:ext uri="{FF2B5EF4-FFF2-40B4-BE49-F238E27FC236}">
                    <a16:creationId xmlns:a16="http://schemas.microsoft.com/office/drawing/2014/main" id="{C4205839-07F3-4B6C-AA0F-7B7AB0649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1" y="2065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7" name="Oval 240">
                <a:extLst>
                  <a:ext uri="{FF2B5EF4-FFF2-40B4-BE49-F238E27FC236}">
                    <a16:creationId xmlns:a16="http://schemas.microsoft.com/office/drawing/2014/main" id="{CAB2041E-3588-4EE1-87E3-DBE09B279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2047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8" name="Oval 241">
                <a:extLst>
                  <a:ext uri="{FF2B5EF4-FFF2-40B4-BE49-F238E27FC236}">
                    <a16:creationId xmlns:a16="http://schemas.microsoft.com/office/drawing/2014/main" id="{F5197B2C-6BF3-43AC-90AF-A9A5FCB74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2025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89" name="Oval 242">
                <a:extLst>
                  <a:ext uri="{FF2B5EF4-FFF2-40B4-BE49-F238E27FC236}">
                    <a16:creationId xmlns:a16="http://schemas.microsoft.com/office/drawing/2014/main" id="{181FE313-8314-4249-8E77-99665F6A9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6" y="2007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90" name="Oval 243">
                <a:extLst>
                  <a:ext uri="{FF2B5EF4-FFF2-40B4-BE49-F238E27FC236}">
                    <a16:creationId xmlns:a16="http://schemas.microsoft.com/office/drawing/2014/main" id="{D26979B1-9ADF-40AE-99A7-08F2B1F64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" y="1988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91" name="Oval 244">
                <a:extLst>
                  <a:ext uri="{FF2B5EF4-FFF2-40B4-BE49-F238E27FC236}">
                    <a16:creationId xmlns:a16="http://schemas.microsoft.com/office/drawing/2014/main" id="{6B330F93-250C-45F7-ABBE-417C4FC82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3" y="196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92" name="Oval 245">
                <a:extLst>
                  <a:ext uri="{FF2B5EF4-FFF2-40B4-BE49-F238E27FC236}">
                    <a16:creationId xmlns:a16="http://schemas.microsoft.com/office/drawing/2014/main" id="{D5109E43-E2B4-4711-A017-645141B93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927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93" name="Oval 246">
                <a:extLst>
                  <a:ext uri="{FF2B5EF4-FFF2-40B4-BE49-F238E27FC236}">
                    <a16:creationId xmlns:a16="http://schemas.microsoft.com/office/drawing/2014/main" id="{5CC574E9-BA6B-4DC6-887C-5AEF8E1F4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1903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94" name="Oval 247">
                <a:extLst>
                  <a:ext uri="{FF2B5EF4-FFF2-40B4-BE49-F238E27FC236}">
                    <a16:creationId xmlns:a16="http://schemas.microsoft.com/office/drawing/2014/main" id="{AD9C4ACB-D7C6-44D5-9C42-5BAF28DE0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6" y="2084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95" name="Oval 248">
                <a:extLst>
                  <a:ext uri="{FF2B5EF4-FFF2-40B4-BE49-F238E27FC236}">
                    <a16:creationId xmlns:a16="http://schemas.microsoft.com/office/drawing/2014/main" id="{C3BBED8A-BCE0-43E1-9DC4-5D9972544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3" y="2116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96" name="Oval 249">
                <a:extLst>
                  <a:ext uri="{FF2B5EF4-FFF2-40B4-BE49-F238E27FC236}">
                    <a16:creationId xmlns:a16="http://schemas.microsoft.com/office/drawing/2014/main" id="{B83D070B-B6B7-4B19-BCB1-5B7FCD0FF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2079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97" name="Oval 250">
                <a:extLst>
                  <a:ext uri="{FF2B5EF4-FFF2-40B4-BE49-F238E27FC236}">
                    <a16:creationId xmlns:a16="http://schemas.microsoft.com/office/drawing/2014/main" id="{A9D729E4-6CE5-454F-A0A5-CF2B7BFC3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2060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98" name="Oval 251">
                <a:extLst>
                  <a:ext uri="{FF2B5EF4-FFF2-40B4-BE49-F238E27FC236}">
                    <a16:creationId xmlns:a16="http://schemas.microsoft.com/office/drawing/2014/main" id="{199E3A8E-9083-4723-BCDF-371CD0634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6" y="2137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99" name="Oval 252">
                <a:extLst>
                  <a:ext uri="{FF2B5EF4-FFF2-40B4-BE49-F238E27FC236}">
                    <a16:creationId xmlns:a16="http://schemas.microsoft.com/office/drawing/2014/main" id="{E049979D-DB73-40BA-A93B-1FFAC7360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16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00" name="Oval 253">
                <a:extLst>
                  <a:ext uri="{FF2B5EF4-FFF2-40B4-BE49-F238E27FC236}">
                    <a16:creationId xmlns:a16="http://schemas.microsoft.com/office/drawing/2014/main" id="{DF1941F0-8A14-4F10-B557-78A90377B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" y="2153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01" name="Oval 254">
                <a:extLst>
                  <a:ext uri="{FF2B5EF4-FFF2-40B4-BE49-F238E27FC236}">
                    <a16:creationId xmlns:a16="http://schemas.microsoft.com/office/drawing/2014/main" id="{DF42CB25-531E-432E-B04B-5EF13EEC6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1609"/>
                <a:ext cx="18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02" name="Oval 255">
                <a:extLst>
                  <a:ext uri="{FF2B5EF4-FFF2-40B4-BE49-F238E27FC236}">
                    <a16:creationId xmlns:a16="http://schemas.microsoft.com/office/drawing/2014/main" id="{A878C973-AD23-4B5A-BD7E-E1E80F08B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1601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03" name="Oval 256">
                <a:extLst>
                  <a:ext uri="{FF2B5EF4-FFF2-40B4-BE49-F238E27FC236}">
                    <a16:creationId xmlns:a16="http://schemas.microsoft.com/office/drawing/2014/main" id="{7DC3505D-3946-49BB-918E-FF50C89F0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631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04" name="Oval 257">
                <a:extLst>
                  <a:ext uri="{FF2B5EF4-FFF2-40B4-BE49-F238E27FC236}">
                    <a16:creationId xmlns:a16="http://schemas.microsoft.com/office/drawing/2014/main" id="{F590BB0E-6011-4C96-8E63-5D506D02B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165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05" name="Oval 258">
                <a:extLst>
                  <a:ext uri="{FF2B5EF4-FFF2-40B4-BE49-F238E27FC236}">
                    <a16:creationId xmlns:a16="http://schemas.microsoft.com/office/drawing/2014/main" id="{605369EE-1AD9-4B0D-9E98-D3F296D42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1665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06" name="Oval 259">
                <a:extLst>
                  <a:ext uri="{FF2B5EF4-FFF2-40B4-BE49-F238E27FC236}">
                    <a16:creationId xmlns:a16="http://schemas.microsoft.com/office/drawing/2014/main" id="{E9450297-AD7D-4793-ACB0-B19009D9F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164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07" name="Oval 260">
                <a:extLst>
                  <a:ext uri="{FF2B5EF4-FFF2-40B4-BE49-F238E27FC236}">
                    <a16:creationId xmlns:a16="http://schemas.microsoft.com/office/drawing/2014/main" id="{85021605-42F4-4018-A129-25022D1AF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633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08" name="Oval 261">
                <a:extLst>
                  <a:ext uri="{FF2B5EF4-FFF2-40B4-BE49-F238E27FC236}">
                    <a16:creationId xmlns:a16="http://schemas.microsoft.com/office/drawing/2014/main" id="{A5E0AF12-391C-420D-A3F2-A735BBB7F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620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09" name="Oval 262">
                <a:extLst>
                  <a:ext uri="{FF2B5EF4-FFF2-40B4-BE49-F238E27FC236}">
                    <a16:creationId xmlns:a16="http://schemas.microsoft.com/office/drawing/2014/main" id="{C48FC165-8568-490C-9508-2DC943256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604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10" name="Oval 263">
                <a:extLst>
                  <a:ext uri="{FF2B5EF4-FFF2-40B4-BE49-F238E27FC236}">
                    <a16:creationId xmlns:a16="http://schemas.microsoft.com/office/drawing/2014/main" id="{D489F366-E094-4D9D-A569-EB1C20545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644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11" name="Oval 264">
                <a:extLst>
                  <a:ext uri="{FF2B5EF4-FFF2-40B4-BE49-F238E27FC236}">
                    <a16:creationId xmlns:a16="http://schemas.microsoft.com/office/drawing/2014/main" id="{762D1A55-E1EC-4BEE-9B2F-31FCAE449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3" y="1545"/>
                <a:ext cx="18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12" name="Oval 265">
                <a:extLst>
                  <a:ext uri="{FF2B5EF4-FFF2-40B4-BE49-F238E27FC236}">
                    <a16:creationId xmlns:a16="http://schemas.microsoft.com/office/drawing/2014/main" id="{B67D451E-3D0C-4FE1-90E2-3D3FACA13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529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13" name="Oval 266">
                <a:extLst>
                  <a:ext uri="{FF2B5EF4-FFF2-40B4-BE49-F238E27FC236}">
                    <a16:creationId xmlns:a16="http://schemas.microsoft.com/office/drawing/2014/main" id="{D8836572-5928-46CE-A800-39F5EE9DB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505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14" name="Oval 267">
                <a:extLst>
                  <a:ext uri="{FF2B5EF4-FFF2-40B4-BE49-F238E27FC236}">
                    <a16:creationId xmlns:a16="http://schemas.microsoft.com/office/drawing/2014/main" id="{A7131FA6-E69F-4854-814D-91AA8AE37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1481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15" name="Oval 268">
                <a:extLst>
                  <a:ext uri="{FF2B5EF4-FFF2-40B4-BE49-F238E27FC236}">
                    <a16:creationId xmlns:a16="http://schemas.microsoft.com/office/drawing/2014/main" id="{DF7FECB0-37FC-4147-8036-30FFF4146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460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16" name="Oval 269">
                <a:extLst>
                  <a:ext uri="{FF2B5EF4-FFF2-40B4-BE49-F238E27FC236}">
                    <a16:creationId xmlns:a16="http://schemas.microsoft.com/office/drawing/2014/main" id="{B67E5891-3F6D-4866-9627-C72FE23EE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444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17" name="Oval 270">
                <a:extLst>
                  <a:ext uri="{FF2B5EF4-FFF2-40B4-BE49-F238E27FC236}">
                    <a16:creationId xmlns:a16="http://schemas.microsoft.com/office/drawing/2014/main" id="{3AD5432F-9F06-46AF-AC49-04CBA1163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1439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18" name="Oval 271">
                <a:extLst>
                  <a:ext uri="{FF2B5EF4-FFF2-40B4-BE49-F238E27FC236}">
                    <a16:creationId xmlns:a16="http://schemas.microsoft.com/office/drawing/2014/main" id="{E3810B08-E30A-460A-B423-A873C6119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6" y="1460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19" name="Oval 272">
                <a:extLst>
                  <a:ext uri="{FF2B5EF4-FFF2-40B4-BE49-F238E27FC236}">
                    <a16:creationId xmlns:a16="http://schemas.microsoft.com/office/drawing/2014/main" id="{1A9AFACE-98A5-42A0-9FFB-075012139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503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20" name="Oval 273">
                <a:extLst>
                  <a:ext uri="{FF2B5EF4-FFF2-40B4-BE49-F238E27FC236}">
                    <a16:creationId xmlns:a16="http://schemas.microsoft.com/office/drawing/2014/main" id="{F89D4ED2-14EC-411D-A3C3-152584AB7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8" y="139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21" name="Oval 274">
                <a:extLst>
                  <a:ext uri="{FF2B5EF4-FFF2-40B4-BE49-F238E27FC236}">
                    <a16:creationId xmlns:a16="http://schemas.microsoft.com/office/drawing/2014/main" id="{DC8226E7-9C65-4E9A-9926-8150E53C93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1412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22" name="Oval 275">
                <a:extLst>
                  <a:ext uri="{FF2B5EF4-FFF2-40B4-BE49-F238E27FC236}">
                    <a16:creationId xmlns:a16="http://schemas.microsoft.com/office/drawing/2014/main" id="{5AC6409D-03EA-4FCF-87E5-14DC7FF99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433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23" name="Oval 276">
                <a:extLst>
                  <a:ext uri="{FF2B5EF4-FFF2-40B4-BE49-F238E27FC236}">
                    <a16:creationId xmlns:a16="http://schemas.microsoft.com/office/drawing/2014/main" id="{035EC86C-D7AC-45C9-ADC6-978955531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1377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24" name="Oval 277">
                <a:extLst>
                  <a:ext uri="{FF2B5EF4-FFF2-40B4-BE49-F238E27FC236}">
                    <a16:creationId xmlns:a16="http://schemas.microsoft.com/office/drawing/2014/main" id="{9E2302BE-E230-454C-B60C-0B96A0AD5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1" y="1404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25" name="Oval 278">
                <a:extLst>
                  <a:ext uri="{FF2B5EF4-FFF2-40B4-BE49-F238E27FC236}">
                    <a16:creationId xmlns:a16="http://schemas.microsoft.com/office/drawing/2014/main" id="{8DDAD70D-D13A-4BED-8FC5-D67CA9BDF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1385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26" name="Oval 279">
                <a:extLst>
                  <a:ext uri="{FF2B5EF4-FFF2-40B4-BE49-F238E27FC236}">
                    <a16:creationId xmlns:a16="http://schemas.microsoft.com/office/drawing/2014/main" id="{912913B8-CAD0-4105-BDF8-15E7B4E94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1356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27" name="Oval 280">
                <a:extLst>
                  <a:ext uri="{FF2B5EF4-FFF2-40B4-BE49-F238E27FC236}">
                    <a16:creationId xmlns:a16="http://schemas.microsoft.com/office/drawing/2014/main" id="{85E5184D-D82A-4171-A05F-F351E6E171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1332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28" name="Oval 281">
                <a:extLst>
                  <a:ext uri="{FF2B5EF4-FFF2-40B4-BE49-F238E27FC236}">
                    <a16:creationId xmlns:a16="http://schemas.microsoft.com/office/drawing/2014/main" id="{7825391F-377C-4021-8ACD-F443A677E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311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29" name="Oval 282">
                <a:extLst>
                  <a:ext uri="{FF2B5EF4-FFF2-40B4-BE49-F238E27FC236}">
                    <a16:creationId xmlns:a16="http://schemas.microsoft.com/office/drawing/2014/main" id="{29106D24-17D3-4B69-AC35-0ED914EF9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252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30" name="Oval 283">
                <a:extLst>
                  <a:ext uri="{FF2B5EF4-FFF2-40B4-BE49-F238E27FC236}">
                    <a16:creationId xmlns:a16="http://schemas.microsoft.com/office/drawing/2014/main" id="{43F77B3A-A8EC-45EB-967F-FDFDBF3A8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1220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31" name="Oval 284">
                <a:extLst>
                  <a:ext uri="{FF2B5EF4-FFF2-40B4-BE49-F238E27FC236}">
                    <a16:creationId xmlns:a16="http://schemas.microsoft.com/office/drawing/2014/main" id="{6A2749E4-64B3-4DA0-B7A6-1D3176B6E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1223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32" name="Oval 285">
                <a:extLst>
                  <a:ext uri="{FF2B5EF4-FFF2-40B4-BE49-F238E27FC236}">
                    <a16:creationId xmlns:a16="http://schemas.microsoft.com/office/drawing/2014/main" id="{080F62F5-E2BB-4A45-B534-762449FB2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1231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33" name="Oval 286">
                <a:extLst>
                  <a:ext uri="{FF2B5EF4-FFF2-40B4-BE49-F238E27FC236}">
                    <a16:creationId xmlns:a16="http://schemas.microsoft.com/office/drawing/2014/main" id="{0426C8F4-0B66-4BDA-B60C-6234727FF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6" y="1009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34" name="Oval 287">
                <a:extLst>
                  <a:ext uri="{FF2B5EF4-FFF2-40B4-BE49-F238E27FC236}">
                    <a16:creationId xmlns:a16="http://schemas.microsoft.com/office/drawing/2014/main" id="{2A5C0312-3D30-42D4-85B0-35EFFE572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1004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35" name="Oval 288">
                <a:extLst>
                  <a:ext uri="{FF2B5EF4-FFF2-40B4-BE49-F238E27FC236}">
                    <a16:creationId xmlns:a16="http://schemas.microsoft.com/office/drawing/2014/main" id="{908661FF-60EF-4A38-9AA5-411946822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1004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36" name="Oval 289">
                <a:extLst>
                  <a:ext uri="{FF2B5EF4-FFF2-40B4-BE49-F238E27FC236}">
                    <a16:creationId xmlns:a16="http://schemas.microsoft.com/office/drawing/2014/main" id="{7D72CB9B-1BA2-4142-9A36-6D5BD865D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007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37" name="Oval 290">
                <a:extLst>
                  <a:ext uri="{FF2B5EF4-FFF2-40B4-BE49-F238E27FC236}">
                    <a16:creationId xmlns:a16="http://schemas.microsoft.com/office/drawing/2014/main" id="{EA91F540-09D3-46B6-9DC5-244963046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993"/>
                <a:ext cx="18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38" name="Oval 291">
                <a:extLst>
                  <a:ext uri="{FF2B5EF4-FFF2-40B4-BE49-F238E27FC236}">
                    <a16:creationId xmlns:a16="http://schemas.microsoft.com/office/drawing/2014/main" id="{04BF8CAE-2A54-4F67-ACD6-9B46790F7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012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39" name="Oval 292">
                <a:extLst>
                  <a:ext uri="{FF2B5EF4-FFF2-40B4-BE49-F238E27FC236}">
                    <a16:creationId xmlns:a16="http://schemas.microsoft.com/office/drawing/2014/main" id="{7D3A59A2-8DA9-4D81-9961-B1B2448F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1007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40" name="Oval 293">
                <a:extLst>
                  <a:ext uri="{FF2B5EF4-FFF2-40B4-BE49-F238E27FC236}">
                    <a16:creationId xmlns:a16="http://schemas.microsoft.com/office/drawing/2014/main" id="{B52492B5-2107-4E98-BDB0-0938F2D38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1001"/>
                <a:ext cx="18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41" name="Oval 294">
                <a:extLst>
                  <a:ext uri="{FF2B5EF4-FFF2-40B4-BE49-F238E27FC236}">
                    <a16:creationId xmlns:a16="http://schemas.microsoft.com/office/drawing/2014/main" id="{6A25A924-2B9A-487C-9244-B4583AC2C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1004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42" name="Oval 295">
                <a:extLst>
                  <a:ext uri="{FF2B5EF4-FFF2-40B4-BE49-F238E27FC236}">
                    <a16:creationId xmlns:a16="http://schemas.microsoft.com/office/drawing/2014/main" id="{7E60DE5E-AF8B-4A37-ADCD-37F9EE927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1001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43" name="Oval 296">
                <a:extLst>
                  <a:ext uri="{FF2B5EF4-FFF2-40B4-BE49-F238E27FC236}">
                    <a16:creationId xmlns:a16="http://schemas.microsoft.com/office/drawing/2014/main" id="{FA4CD83E-7A56-44DA-9DF2-3E99A8093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99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44" name="Oval 297">
                <a:extLst>
                  <a:ext uri="{FF2B5EF4-FFF2-40B4-BE49-F238E27FC236}">
                    <a16:creationId xmlns:a16="http://schemas.microsoft.com/office/drawing/2014/main" id="{CA2A8967-5897-481F-8F46-AC58414D0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004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45" name="Oval 298">
                <a:extLst>
                  <a:ext uri="{FF2B5EF4-FFF2-40B4-BE49-F238E27FC236}">
                    <a16:creationId xmlns:a16="http://schemas.microsoft.com/office/drawing/2014/main" id="{6B81D19E-8C0D-4876-8C58-D54604A34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1004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46" name="Oval 299">
                <a:extLst>
                  <a:ext uri="{FF2B5EF4-FFF2-40B4-BE49-F238E27FC236}">
                    <a16:creationId xmlns:a16="http://schemas.microsoft.com/office/drawing/2014/main" id="{99E705CD-D13D-4C49-A5A1-13CA1246B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3" y="1001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47" name="Oval 300">
                <a:extLst>
                  <a:ext uri="{FF2B5EF4-FFF2-40B4-BE49-F238E27FC236}">
                    <a16:creationId xmlns:a16="http://schemas.microsoft.com/office/drawing/2014/main" id="{105E9E2A-F1B0-4278-B57E-92E8C5D28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6" y="1007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48" name="Oval 301">
                <a:extLst>
                  <a:ext uri="{FF2B5EF4-FFF2-40B4-BE49-F238E27FC236}">
                    <a16:creationId xmlns:a16="http://schemas.microsoft.com/office/drawing/2014/main" id="{8418B743-4190-438F-9955-E27762142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993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49" name="Oval 302">
                <a:extLst>
                  <a:ext uri="{FF2B5EF4-FFF2-40B4-BE49-F238E27FC236}">
                    <a16:creationId xmlns:a16="http://schemas.microsoft.com/office/drawing/2014/main" id="{141C1F75-0960-4FDD-99FB-246743A9E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012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50" name="Oval 303">
                <a:extLst>
                  <a:ext uri="{FF2B5EF4-FFF2-40B4-BE49-F238E27FC236}">
                    <a16:creationId xmlns:a16="http://schemas.microsoft.com/office/drawing/2014/main" id="{6F061544-FACD-4F24-958B-4D62C9D87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1017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51" name="Oval 304">
                <a:extLst>
                  <a:ext uri="{FF2B5EF4-FFF2-40B4-BE49-F238E27FC236}">
                    <a16:creationId xmlns:a16="http://schemas.microsoft.com/office/drawing/2014/main" id="{267C650D-29F7-47C4-8EAB-F5ED30A5C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023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52" name="Oval 305">
                <a:extLst>
                  <a:ext uri="{FF2B5EF4-FFF2-40B4-BE49-F238E27FC236}">
                    <a16:creationId xmlns:a16="http://schemas.microsoft.com/office/drawing/2014/main" id="{BF0C4193-CA45-4C15-925E-67ED86764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025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53" name="Oval 306">
                <a:extLst>
                  <a:ext uri="{FF2B5EF4-FFF2-40B4-BE49-F238E27FC236}">
                    <a16:creationId xmlns:a16="http://schemas.microsoft.com/office/drawing/2014/main" id="{CE537B6C-B7B8-474D-B845-AAD6F5F1F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1031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54" name="Oval 307">
                <a:extLst>
                  <a:ext uri="{FF2B5EF4-FFF2-40B4-BE49-F238E27FC236}">
                    <a16:creationId xmlns:a16="http://schemas.microsoft.com/office/drawing/2014/main" id="{6A548905-8F5D-41DD-8728-FED7A20CF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033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55" name="Oval 308">
                <a:extLst>
                  <a:ext uri="{FF2B5EF4-FFF2-40B4-BE49-F238E27FC236}">
                    <a16:creationId xmlns:a16="http://schemas.microsoft.com/office/drawing/2014/main" id="{45D76AF5-99B5-49E2-89C7-9CE0B5291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1047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56" name="Oval 309">
                <a:extLst>
                  <a:ext uri="{FF2B5EF4-FFF2-40B4-BE49-F238E27FC236}">
                    <a16:creationId xmlns:a16="http://schemas.microsoft.com/office/drawing/2014/main" id="{4D81B822-7ED0-412A-A337-7FFEBBAB3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1060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57" name="Oval 310">
                <a:extLst>
                  <a:ext uri="{FF2B5EF4-FFF2-40B4-BE49-F238E27FC236}">
                    <a16:creationId xmlns:a16="http://schemas.microsoft.com/office/drawing/2014/main" id="{05AC9D44-3753-4651-B4ED-F2D548FF9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065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58" name="Oval 311">
                <a:extLst>
                  <a:ext uri="{FF2B5EF4-FFF2-40B4-BE49-F238E27FC236}">
                    <a16:creationId xmlns:a16="http://schemas.microsoft.com/office/drawing/2014/main" id="{D91AC783-6B57-4749-8B2F-568EDF24D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07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59" name="Oval 312">
                <a:extLst>
                  <a:ext uri="{FF2B5EF4-FFF2-40B4-BE49-F238E27FC236}">
                    <a16:creationId xmlns:a16="http://schemas.microsoft.com/office/drawing/2014/main" id="{E4492450-A20C-43C4-8CA5-756F24E0C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05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60" name="Oval 313">
                <a:extLst>
                  <a:ext uri="{FF2B5EF4-FFF2-40B4-BE49-F238E27FC236}">
                    <a16:creationId xmlns:a16="http://schemas.microsoft.com/office/drawing/2014/main" id="{267CF93D-C417-439F-A40C-1FC95EBC6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033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61" name="Oval 314">
                <a:extLst>
                  <a:ext uri="{FF2B5EF4-FFF2-40B4-BE49-F238E27FC236}">
                    <a16:creationId xmlns:a16="http://schemas.microsoft.com/office/drawing/2014/main" id="{F8BBEA54-0E6F-4820-8AB0-7ECB9E3C2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05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62" name="Oval 315">
                <a:extLst>
                  <a:ext uri="{FF2B5EF4-FFF2-40B4-BE49-F238E27FC236}">
                    <a16:creationId xmlns:a16="http://schemas.microsoft.com/office/drawing/2014/main" id="{8F34B8F4-5315-4B55-AA5A-9993A9E01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073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63" name="Oval 316">
                <a:extLst>
                  <a:ext uri="{FF2B5EF4-FFF2-40B4-BE49-F238E27FC236}">
                    <a16:creationId xmlns:a16="http://schemas.microsoft.com/office/drawing/2014/main" id="{2CAA84DC-FC92-4E09-AFA2-AF5F9208C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3" y="1092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64" name="Oval 317">
                <a:extLst>
                  <a:ext uri="{FF2B5EF4-FFF2-40B4-BE49-F238E27FC236}">
                    <a16:creationId xmlns:a16="http://schemas.microsoft.com/office/drawing/2014/main" id="{7D95B6F5-6B89-48AA-A7C8-C1222477A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1103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65" name="Oval 318">
                <a:extLst>
                  <a:ext uri="{FF2B5EF4-FFF2-40B4-BE49-F238E27FC236}">
                    <a16:creationId xmlns:a16="http://schemas.microsoft.com/office/drawing/2014/main" id="{AC598230-73E9-492F-8D0E-F4E1A922B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24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66" name="Oval 319">
                <a:extLst>
                  <a:ext uri="{FF2B5EF4-FFF2-40B4-BE49-F238E27FC236}">
                    <a16:creationId xmlns:a16="http://schemas.microsoft.com/office/drawing/2014/main" id="{BC371EE9-0BF4-4FF5-9DB0-E784EF963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1271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67" name="Oval 320">
                <a:extLst>
                  <a:ext uri="{FF2B5EF4-FFF2-40B4-BE49-F238E27FC236}">
                    <a16:creationId xmlns:a16="http://schemas.microsoft.com/office/drawing/2014/main" id="{AE5DAAA5-C1E2-41A4-A61B-C2AA72A77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8" y="1287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68" name="Oval 321">
                <a:extLst>
                  <a:ext uri="{FF2B5EF4-FFF2-40B4-BE49-F238E27FC236}">
                    <a16:creationId xmlns:a16="http://schemas.microsoft.com/office/drawing/2014/main" id="{DD165327-773E-456E-8F61-C4392CB06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6" y="1305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69" name="Oval 322">
                <a:extLst>
                  <a:ext uri="{FF2B5EF4-FFF2-40B4-BE49-F238E27FC236}">
                    <a16:creationId xmlns:a16="http://schemas.microsoft.com/office/drawing/2014/main" id="{052360A1-B7CD-4E55-A426-D5B9E6D76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1335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70" name="Oval 323">
                <a:extLst>
                  <a:ext uri="{FF2B5EF4-FFF2-40B4-BE49-F238E27FC236}">
                    <a16:creationId xmlns:a16="http://schemas.microsoft.com/office/drawing/2014/main" id="{85DCDD87-DBD6-415A-83D8-1FD2AE322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8" y="136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71" name="Oval 324">
                <a:extLst>
                  <a:ext uri="{FF2B5EF4-FFF2-40B4-BE49-F238E27FC236}">
                    <a16:creationId xmlns:a16="http://schemas.microsoft.com/office/drawing/2014/main" id="{12A4AFAE-0797-40DE-9A2A-3BD9245D9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1329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72" name="Oval 325">
                <a:extLst>
                  <a:ext uri="{FF2B5EF4-FFF2-40B4-BE49-F238E27FC236}">
                    <a16:creationId xmlns:a16="http://schemas.microsoft.com/office/drawing/2014/main" id="{258FEB08-5AB4-4ADC-92AC-B2535A580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1319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73" name="Oval 326">
                <a:extLst>
                  <a:ext uri="{FF2B5EF4-FFF2-40B4-BE49-F238E27FC236}">
                    <a16:creationId xmlns:a16="http://schemas.microsoft.com/office/drawing/2014/main" id="{E0088194-2320-4F07-A872-D153FE45D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3" y="1300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74" name="Oval 327">
                <a:extLst>
                  <a:ext uri="{FF2B5EF4-FFF2-40B4-BE49-F238E27FC236}">
                    <a16:creationId xmlns:a16="http://schemas.microsoft.com/office/drawing/2014/main" id="{7232F4AC-942C-47F6-9007-62D1C7B5A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281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75" name="Oval 328">
                <a:extLst>
                  <a:ext uri="{FF2B5EF4-FFF2-40B4-BE49-F238E27FC236}">
                    <a16:creationId xmlns:a16="http://schemas.microsoft.com/office/drawing/2014/main" id="{EF6B9D47-1EB1-4E05-931E-92651965F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289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76" name="Oval 329">
                <a:extLst>
                  <a:ext uri="{FF2B5EF4-FFF2-40B4-BE49-F238E27FC236}">
                    <a16:creationId xmlns:a16="http://schemas.microsoft.com/office/drawing/2014/main" id="{9B6267F0-C912-49BD-9275-FD7D81F89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1271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77" name="Oval 330">
                <a:extLst>
                  <a:ext uri="{FF2B5EF4-FFF2-40B4-BE49-F238E27FC236}">
                    <a16:creationId xmlns:a16="http://schemas.microsoft.com/office/drawing/2014/main" id="{C718C242-3891-4FB2-B193-9B8DA20DB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1252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78" name="Oval 331">
                <a:extLst>
                  <a:ext uri="{FF2B5EF4-FFF2-40B4-BE49-F238E27FC236}">
                    <a16:creationId xmlns:a16="http://schemas.microsoft.com/office/drawing/2014/main" id="{4636C68B-B06D-4FC8-9D96-4BD822517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123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79" name="Oval 332">
                <a:extLst>
                  <a:ext uri="{FF2B5EF4-FFF2-40B4-BE49-F238E27FC236}">
                    <a16:creationId xmlns:a16="http://schemas.microsoft.com/office/drawing/2014/main" id="{AF53A7EB-79D9-4DA1-AD5D-3BB8F34B3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" y="1223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80" name="Oval 333">
                <a:extLst>
                  <a:ext uri="{FF2B5EF4-FFF2-40B4-BE49-F238E27FC236}">
                    <a16:creationId xmlns:a16="http://schemas.microsoft.com/office/drawing/2014/main" id="{257DD893-0AF6-47A7-9FD1-C810327C5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1" y="1204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81" name="Oval 334">
                <a:extLst>
                  <a:ext uri="{FF2B5EF4-FFF2-40B4-BE49-F238E27FC236}">
                    <a16:creationId xmlns:a16="http://schemas.microsoft.com/office/drawing/2014/main" id="{19334FEF-4C4B-47F4-A3D7-5AD9C929C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1188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82" name="Oval 335">
                <a:extLst>
                  <a:ext uri="{FF2B5EF4-FFF2-40B4-BE49-F238E27FC236}">
                    <a16:creationId xmlns:a16="http://schemas.microsoft.com/office/drawing/2014/main" id="{F5A1207A-59E5-44F5-B5A5-977DD2E23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1255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83" name="Oval 336">
                <a:extLst>
                  <a:ext uri="{FF2B5EF4-FFF2-40B4-BE49-F238E27FC236}">
                    <a16:creationId xmlns:a16="http://schemas.microsoft.com/office/drawing/2014/main" id="{A8441213-7F7C-44B7-82EA-C01125BDD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3" y="123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84" name="Oval 337">
                <a:extLst>
                  <a:ext uri="{FF2B5EF4-FFF2-40B4-BE49-F238E27FC236}">
                    <a16:creationId xmlns:a16="http://schemas.microsoft.com/office/drawing/2014/main" id="{7D14E29B-1F14-4E03-8D2E-50AC7F1F4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1" y="1217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85" name="Oval 338">
                <a:extLst>
                  <a:ext uri="{FF2B5EF4-FFF2-40B4-BE49-F238E27FC236}">
                    <a16:creationId xmlns:a16="http://schemas.microsoft.com/office/drawing/2014/main" id="{7D410D24-DB10-4690-ADB2-00B2D68D9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" y="1204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86" name="Oval 339">
                <a:extLst>
                  <a:ext uri="{FF2B5EF4-FFF2-40B4-BE49-F238E27FC236}">
                    <a16:creationId xmlns:a16="http://schemas.microsoft.com/office/drawing/2014/main" id="{2AFE511D-E9A3-436E-B01E-A9176BE36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1188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87" name="Oval 340">
                <a:extLst>
                  <a:ext uri="{FF2B5EF4-FFF2-40B4-BE49-F238E27FC236}">
                    <a16:creationId xmlns:a16="http://schemas.microsoft.com/office/drawing/2014/main" id="{8BC10365-D1D7-4B52-8D1C-51D8D9403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1175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88" name="Oval 341">
                <a:extLst>
                  <a:ext uri="{FF2B5EF4-FFF2-40B4-BE49-F238E27FC236}">
                    <a16:creationId xmlns:a16="http://schemas.microsoft.com/office/drawing/2014/main" id="{62C13878-2673-4AA2-9F52-EFF493FDB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1156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89" name="Oval 342">
                <a:extLst>
                  <a:ext uri="{FF2B5EF4-FFF2-40B4-BE49-F238E27FC236}">
                    <a16:creationId xmlns:a16="http://schemas.microsoft.com/office/drawing/2014/main" id="{8AA7379A-0AFF-4944-A74E-C4509C892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1135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90" name="Oval 343">
                <a:extLst>
                  <a:ext uri="{FF2B5EF4-FFF2-40B4-BE49-F238E27FC236}">
                    <a16:creationId xmlns:a16="http://schemas.microsoft.com/office/drawing/2014/main" id="{9AFB7DE4-A395-444A-8DEA-47B6BEE3D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1" y="1113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91" name="Oval 344">
                <a:extLst>
                  <a:ext uri="{FF2B5EF4-FFF2-40B4-BE49-F238E27FC236}">
                    <a16:creationId xmlns:a16="http://schemas.microsoft.com/office/drawing/2014/main" id="{DE633176-6833-4027-BF0B-8559AA2AA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109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92" name="Oval 345">
                <a:extLst>
                  <a:ext uri="{FF2B5EF4-FFF2-40B4-BE49-F238E27FC236}">
                    <a16:creationId xmlns:a16="http://schemas.microsoft.com/office/drawing/2014/main" id="{FDA7AB3D-CE0F-49D4-9F46-CB5FB6D09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" y="107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93" name="Oval 346">
                <a:extLst>
                  <a:ext uri="{FF2B5EF4-FFF2-40B4-BE49-F238E27FC236}">
                    <a16:creationId xmlns:a16="http://schemas.microsoft.com/office/drawing/2014/main" id="{93EC7FF2-B965-4216-B5BD-20DBC0B7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107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94" name="Oval 347">
                <a:extLst>
                  <a:ext uri="{FF2B5EF4-FFF2-40B4-BE49-F238E27FC236}">
                    <a16:creationId xmlns:a16="http://schemas.microsoft.com/office/drawing/2014/main" id="{AE3DD2C3-7919-47D5-9483-9D7971DFE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6" y="1097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95" name="Oval 348">
                <a:extLst>
                  <a:ext uri="{FF2B5EF4-FFF2-40B4-BE49-F238E27FC236}">
                    <a16:creationId xmlns:a16="http://schemas.microsoft.com/office/drawing/2014/main" id="{218CFBF2-0093-4DD1-BD91-AE542CE0A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6" y="1079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96" name="Oval 349">
                <a:extLst>
                  <a:ext uri="{FF2B5EF4-FFF2-40B4-BE49-F238E27FC236}">
                    <a16:creationId xmlns:a16="http://schemas.microsoft.com/office/drawing/2014/main" id="{19791695-15F5-406F-A04F-E24FF37F8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6" y="1076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97" name="Oval 350">
                <a:extLst>
                  <a:ext uri="{FF2B5EF4-FFF2-40B4-BE49-F238E27FC236}">
                    <a16:creationId xmlns:a16="http://schemas.microsoft.com/office/drawing/2014/main" id="{D40DA50E-2AFA-40CC-9442-5FA31249F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8" y="1647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98" name="Oval 351">
                <a:extLst>
                  <a:ext uri="{FF2B5EF4-FFF2-40B4-BE49-F238E27FC236}">
                    <a16:creationId xmlns:a16="http://schemas.microsoft.com/office/drawing/2014/main" id="{20B49368-35B5-4354-A946-084EDC3AE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1623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699" name="Oval 352">
                <a:extLst>
                  <a:ext uri="{FF2B5EF4-FFF2-40B4-BE49-F238E27FC236}">
                    <a16:creationId xmlns:a16="http://schemas.microsoft.com/office/drawing/2014/main" id="{526DECAC-9807-45E2-B074-15F7FBCE8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604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00" name="Oval 353">
                <a:extLst>
                  <a:ext uri="{FF2B5EF4-FFF2-40B4-BE49-F238E27FC236}">
                    <a16:creationId xmlns:a16="http://schemas.microsoft.com/office/drawing/2014/main" id="{9CF2E535-24B0-4EAA-BA7D-B422E105C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1580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01" name="Oval 354">
                <a:extLst>
                  <a:ext uri="{FF2B5EF4-FFF2-40B4-BE49-F238E27FC236}">
                    <a16:creationId xmlns:a16="http://schemas.microsoft.com/office/drawing/2014/main" id="{E3F0BAAC-C7AB-4669-93F4-AD9381487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1" y="1551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02" name="Oval 355">
                <a:extLst>
                  <a:ext uri="{FF2B5EF4-FFF2-40B4-BE49-F238E27FC236}">
                    <a16:creationId xmlns:a16="http://schemas.microsoft.com/office/drawing/2014/main" id="{BC577D69-F7BB-42B8-8A8F-6762343F2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1532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03" name="Oval 356">
                <a:extLst>
                  <a:ext uri="{FF2B5EF4-FFF2-40B4-BE49-F238E27FC236}">
                    <a16:creationId xmlns:a16="http://schemas.microsoft.com/office/drawing/2014/main" id="{3DBB3D5C-4ABB-42DE-AD3F-5323141D0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1567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04" name="Oval 357">
                <a:extLst>
                  <a:ext uri="{FF2B5EF4-FFF2-40B4-BE49-F238E27FC236}">
                    <a16:creationId xmlns:a16="http://schemas.microsoft.com/office/drawing/2014/main" id="{1B81C2E5-1282-4B63-AAEE-AFA2AD1D1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513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05" name="Oval 358">
                <a:extLst>
                  <a:ext uri="{FF2B5EF4-FFF2-40B4-BE49-F238E27FC236}">
                    <a16:creationId xmlns:a16="http://schemas.microsoft.com/office/drawing/2014/main" id="{DD0B7DB7-00C8-4EE3-BC1F-245AD94A6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8" y="1479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06" name="Oval 359">
                <a:extLst>
                  <a:ext uri="{FF2B5EF4-FFF2-40B4-BE49-F238E27FC236}">
                    <a16:creationId xmlns:a16="http://schemas.microsoft.com/office/drawing/2014/main" id="{10197D3E-93B0-4076-A810-DFA0DE231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1441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07" name="Oval 360">
                <a:extLst>
                  <a:ext uri="{FF2B5EF4-FFF2-40B4-BE49-F238E27FC236}">
                    <a16:creationId xmlns:a16="http://schemas.microsoft.com/office/drawing/2014/main" id="{5E533C8F-D08C-4FC1-A832-10EBCBB4E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1455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08" name="Oval 361">
                <a:extLst>
                  <a:ext uri="{FF2B5EF4-FFF2-40B4-BE49-F238E27FC236}">
                    <a16:creationId xmlns:a16="http://schemas.microsoft.com/office/drawing/2014/main" id="{4621ADA9-9B50-4C3C-AAC4-E552BEDF3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6" y="1487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09" name="Oval 362">
                <a:extLst>
                  <a:ext uri="{FF2B5EF4-FFF2-40B4-BE49-F238E27FC236}">
                    <a16:creationId xmlns:a16="http://schemas.microsoft.com/office/drawing/2014/main" id="{C9D10EDD-4917-49D5-883A-68D078A19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404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10" name="Oval 363">
                <a:extLst>
                  <a:ext uri="{FF2B5EF4-FFF2-40B4-BE49-F238E27FC236}">
                    <a16:creationId xmlns:a16="http://schemas.microsoft.com/office/drawing/2014/main" id="{8AE287A4-4E71-4839-81B5-580A0334B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377"/>
                <a:ext cx="18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11" name="Oval 364">
                <a:extLst>
                  <a:ext uri="{FF2B5EF4-FFF2-40B4-BE49-F238E27FC236}">
                    <a16:creationId xmlns:a16="http://schemas.microsoft.com/office/drawing/2014/main" id="{D1C5D6A7-2489-48A5-AF86-0703FB2B7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1348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12" name="Oval 365">
                <a:extLst>
                  <a:ext uri="{FF2B5EF4-FFF2-40B4-BE49-F238E27FC236}">
                    <a16:creationId xmlns:a16="http://schemas.microsoft.com/office/drawing/2014/main" id="{E377AD69-90BC-4528-BA3A-885CFC9A6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" y="1329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13" name="Oval 366">
                <a:extLst>
                  <a:ext uri="{FF2B5EF4-FFF2-40B4-BE49-F238E27FC236}">
                    <a16:creationId xmlns:a16="http://schemas.microsoft.com/office/drawing/2014/main" id="{D07FB11D-ECA8-47E3-B533-ECFE0FCFD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1308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14" name="Oval 367">
                <a:extLst>
                  <a:ext uri="{FF2B5EF4-FFF2-40B4-BE49-F238E27FC236}">
                    <a16:creationId xmlns:a16="http://schemas.microsoft.com/office/drawing/2014/main" id="{1DD5DB92-82DC-497B-A1AC-3F6C282DD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1292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15" name="Oval 368">
                <a:extLst>
                  <a:ext uri="{FF2B5EF4-FFF2-40B4-BE49-F238E27FC236}">
                    <a16:creationId xmlns:a16="http://schemas.microsoft.com/office/drawing/2014/main" id="{BABD440D-85C7-4BA9-A638-A0D5F56C0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1268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16" name="Oval 369">
                <a:extLst>
                  <a:ext uri="{FF2B5EF4-FFF2-40B4-BE49-F238E27FC236}">
                    <a16:creationId xmlns:a16="http://schemas.microsoft.com/office/drawing/2014/main" id="{308151E0-58FE-4251-9801-D407258C0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1" y="1263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17" name="Oval 370">
                <a:extLst>
                  <a:ext uri="{FF2B5EF4-FFF2-40B4-BE49-F238E27FC236}">
                    <a16:creationId xmlns:a16="http://schemas.microsoft.com/office/drawing/2014/main" id="{35252EAF-C071-436C-9169-86A93B2C2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8" y="1244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18" name="Oval 371">
                <a:extLst>
                  <a:ext uri="{FF2B5EF4-FFF2-40B4-BE49-F238E27FC236}">
                    <a16:creationId xmlns:a16="http://schemas.microsoft.com/office/drawing/2014/main" id="{827DD636-A435-4837-B784-14FA590D3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3" y="1223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19" name="Oval 372">
                <a:extLst>
                  <a:ext uri="{FF2B5EF4-FFF2-40B4-BE49-F238E27FC236}">
                    <a16:creationId xmlns:a16="http://schemas.microsoft.com/office/drawing/2014/main" id="{4C3FABED-EB13-47D0-882F-0AC6E2FD6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1201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20" name="Oval 373">
                <a:extLst>
                  <a:ext uri="{FF2B5EF4-FFF2-40B4-BE49-F238E27FC236}">
                    <a16:creationId xmlns:a16="http://schemas.microsoft.com/office/drawing/2014/main" id="{30C1EE08-C52A-46EA-B2EC-E37F7A632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1183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21" name="Oval 374">
                <a:extLst>
                  <a:ext uri="{FF2B5EF4-FFF2-40B4-BE49-F238E27FC236}">
                    <a16:creationId xmlns:a16="http://schemas.microsoft.com/office/drawing/2014/main" id="{957A4849-F5A2-4446-8054-056E55755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1" y="1159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22" name="Oval 375">
                <a:extLst>
                  <a:ext uri="{FF2B5EF4-FFF2-40B4-BE49-F238E27FC236}">
                    <a16:creationId xmlns:a16="http://schemas.microsoft.com/office/drawing/2014/main" id="{16CAF50B-2F3E-4791-AD96-BC903D162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1" y="1135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23" name="Oval 376">
                <a:extLst>
                  <a:ext uri="{FF2B5EF4-FFF2-40B4-BE49-F238E27FC236}">
                    <a16:creationId xmlns:a16="http://schemas.microsoft.com/office/drawing/2014/main" id="{CD6AFC4E-8130-4F79-962F-C4636874C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1100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24" name="Oval 377">
                <a:extLst>
                  <a:ext uri="{FF2B5EF4-FFF2-40B4-BE49-F238E27FC236}">
                    <a16:creationId xmlns:a16="http://schemas.microsoft.com/office/drawing/2014/main" id="{9F743BBD-5AF6-48D8-885B-14712C17D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6" y="1121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25" name="Oval 378">
                <a:extLst>
                  <a:ext uri="{FF2B5EF4-FFF2-40B4-BE49-F238E27FC236}">
                    <a16:creationId xmlns:a16="http://schemas.microsoft.com/office/drawing/2014/main" id="{D4C1F8E5-AFFD-4B76-9881-9C28BA30F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1356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26" name="Freeform 379">
                <a:extLst>
                  <a:ext uri="{FF2B5EF4-FFF2-40B4-BE49-F238E27FC236}">
                    <a16:creationId xmlns:a16="http://schemas.microsoft.com/office/drawing/2014/main" id="{C42B8356-D083-4F6A-BA93-3CBC0F85E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7"/>
                <a:ext cx="300" cy="522"/>
              </a:xfrm>
              <a:custGeom>
                <a:avLst/>
                <a:gdLst>
                  <a:gd name="T0" fmla="*/ 3908 w 120"/>
                  <a:gd name="T1" fmla="*/ 7894 h 196"/>
                  <a:gd name="T2" fmla="*/ 6845 w 120"/>
                  <a:gd name="T3" fmla="*/ 15399 h 196"/>
                  <a:gd name="T4" fmla="*/ 8800 w 120"/>
                  <a:gd name="T5" fmla="*/ 22478 h 196"/>
                  <a:gd name="T6" fmla="*/ 14658 w 120"/>
                  <a:gd name="T7" fmla="*/ 36423 h 196"/>
                  <a:gd name="T8" fmla="*/ 21300 w 120"/>
                  <a:gd name="T9" fmla="*/ 54538 h 196"/>
                  <a:gd name="T10" fmla="*/ 24425 w 120"/>
                  <a:gd name="T11" fmla="*/ 62432 h 196"/>
                  <a:gd name="T12" fmla="*/ 25908 w 120"/>
                  <a:gd name="T13" fmla="*/ 68872 h 196"/>
                  <a:gd name="T14" fmla="*/ 27863 w 120"/>
                  <a:gd name="T15" fmla="*/ 69929 h 196"/>
                  <a:gd name="T16" fmla="*/ 29300 w 120"/>
                  <a:gd name="T17" fmla="*/ 66701 h 196"/>
                  <a:gd name="T18" fmla="*/ 28333 w 120"/>
                  <a:gd name="T19" fmla="*/ 64193 h 196"/>
                  <a:gd name="T20" fmla="*/ 26375 w 120"/>
                  <a:gd name="T21" fmla="*/ 59220 h 196"/>
                  <a:gd name="T22" fmla="*/ 20313 w 120"/>
                  <a:gd name="T23" fmla="*/ 45281 h 196"/>
                  <a:gd name="T24" fmla="*/ 16925 w 120"/>
                  <a:gd name="T25" fmla="*/ 34572 h 196"/>
                  <a:gd name="T26" fmla="*/ 16408 w 120"/>
                  <a:gd name="T27" fmla="*/ 30039 h 196"/>
                  <a:gd name="T28" fmla="*/ 13988 w 120"/>
                  <a:gd name="T29" fmla="*/ 23194 h 196"/>
                  <a:gd name="T30" fmla="*/ 8333 w 120"/>
                  <a:gd name="T31" fmla="*/ 11130 h 196"/>
                  <a:gd name="T32" fmla="*/ 6375 w 120"/>
                  <a:gd name="T33" fmla="*/ 7100 h 196"/>
                  <a:gd name="T34" fmla="*/ 3908 w 120"/>
                  <a:gd name="T35" fmla="*/ 4682 h 196"/>
                  <a:gd name="T36" fmla="*/ 0 w 120"/>
                  <a:gd name="T37" fmla="*/ 0 h 196"/>
                  <a:gd name="T38" fmla="*/ 3438 w 120"/>
                  <a:gd name="T39" fmla="*/ 7497 h 19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0" h="196">
                    <a:moveTo>
                      <a:pt x="16" y="22"/>
                    </a:moveTo>
                    <a:cubicBezTo>
                      <a:pt x="20" y="29"/>
                      <a:pt x="25" y="36"/>
                      <a:pt x="28" y="43"/>
                    </a:cubicBezTo>
                    <a:cubicBezTo>
                      <a:pt x="31" y="50"/>
                      <a:pt x="33" y="57"/>
                      <a:pt x="36" y="63"/>
                    </a:cubicBezTo>
                    <a:cubicBezTo>
                      <a:pt x="43" y="77"/>
                      <a:pt x="53" y="88"/>
                      <a:pt x="60" y="102"/>
                    </a:cubicBezTo>
                    <a:cubicBezTo>
                      <a:pt x="69" y="119"/>
                      <a:pt x="78" y="136"/>
                      <a:pt x="87" y="153"/>
                    </a:cubicBezTo>
                    <a:cubicBezTo>
                      <a:pt x="91" y="160"/>
                      <a:pt x="96" y="167"/>
                      <a:pt x="100" y="175"/>
                    </a:cubicBezTo>
                    <a:cubicBezTo>
                      <a:pt x="103" y="181"/>
                      <a:pt x="107" y="185"/>
                      <a:pt x="106" y="193"/>
                    </a:cubicBezTo>
                    <a:cubicBezTo>
                      <a:pt x="110" y="192"/>
                      <a:pt x="113" y="193"/>
                      <a:pt x="114" y="196"/>
                    </a:cubicBezTo>
                    <a:cubicBezTo>
                      <a:pt x="118" y="195"/>
                      <a:pt x="120" y="190"/>
                      <a:pt x="120" y="187"/>
                    </a:cubicBezTo>
                    <a:cubicBezTo>
                      <a:pt x="119" y="182"/>
                      <a:pt x="118" y="183"/>
                      <a:pt x="116" y="180"/>
                    </a:cubicBezTo>
                    <a:cubicBezTo>
                      <a:pt x="113" y="175"/>
                      <a:pt x="111" y="172"/>
                      <a:pt x="108" y="166"/>
                    </a:cubicBezTo>
                    <a:cubicBezTo>
                      <a:pt x="102" y="152"/>
                      <a:pt x="91" y="141"/>
                      <a:pt x="83" y="127"/>
                    </a:cubicBezTo>
                    <a:cubicBezTo>
                      <a:pt x="77" y="118"/>
                      <a:pt x="72" y="108"/>
                      <a:pt x="69" y="97"/>
                    </a:cubicBezTo>
                    <a:cubicBezTo>
                      <a:pt x="68" y="93"/>
                      <a:pt x="68" y="88"/>
                      <a:pt x="67" y="84"/>
                    </a:cubicBezTo>
                    <a:cubicBezTo>
                      <a:pt x="65" y="77"/>
                      <a:pt x="60" y="71"/>
                      <a:pt x="57" y="65"/>
                    </a:cubicBezTo>
                    <a:cubicBezTo>
                      <a:pt x="50" y="53"/>
                      <a:pt x="41" y="43"/>
                      <a:pt x="34" y="31"/>
                    </a:cubicBezTo>
                    <a:cubicBezTo>
                      <a:pt x="31" y="25"/>
                      <a:pt x="31" y="23"/>
                      <a:pt x="26" y="20"/>
                    </a:cubicBezTo>
                    <a:cubicBezTo>
                      <a:pt x="23" y="17"/>
                      <a:pt x="19" y="15"/>
                      <a:pt x="16" y="13"/>
                    </a:cubicBezTo>
                    <a:cubicBezTo>
                      <a:pt x="11" y="9"/>
                      <a:pt x="5" y="4"/>
                      <a:pt x="0" y="0"/>
                    </a:cubicBezTo>
                    <a:cubicBezTo>
                      <a:pt x="3" y="8"/>
                      <a:pt x="12" y="13"/>
                      <a:pt x="14" y="21"/>
                    </a:cubicBezTo>
                  </a:path>
                </a:pathLst>
              </a:custGeom>
              <a:solidFill>
                <a:srgbClr val="D8D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27" name="Freeform 380">
                <a:extLst>
                  <a:ext uri="{FF2B5EF4-FFF2-40B4-BE49-F238E27FC236}">
                    <a16:creationId xmlns:a16="http://schemas.microsoft.com/office/drawing/2014/main" id="{317B16D7-3713-44B3-B425-AD914CE56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628"/>
                <a:ext cx="153" cy="299"/>
              </a:xfrm>
              <a:custGeom>
                <a:avLst/>
                <a:gdLst>
                  <a:gd name="T0" fmla="*/ 0 w 61"/>
                  <a:gd name="T1" fmla="*/ 1068 h 112"/>
                  <a:gd name="T2" fmla="*/ 4279 w 61"/>
                  <a:gd name="T3" fmla="*/ 15601 h 112"/>
                  <a:gd name="T4" fmla="*/ 5744 w 61"/>
                  <a:gd name="T5" fmla="*/ 20319 h 112"/>
                  <a:gd name="T6" fmla="*/ 8423 w 61"/>
                  <a:gd name="T7" fmla="*/ 25343 h 112"/>
                  <a:gd name="T8" fmla="*/ 11708 w 61"/>
                  <a:gd name="T9" fmla="*/ 34687 h 112"/>
                  <a:gd name="T10" fmla="*/ 13695 w 61"/>
                  <a:gd name="T11" fmla="*/ 40525 h 112"/>
                  <a:gd name="T12" fmla="*/ 14691 w 61"/>
                  <a:gd name="T13" fmla="*/ 37295 h 112"/>
                  <a:gd name="T14" fmla="*/ 14691 w 61"/>
                  <a:gd name="T15" fmla="*/ 34438 h 112"/>
                  <a:gd name="T16" fmla="*/ 11708 w 61"/>
                  <a:gd name="T17" fmla="*/ 28194 h 112"/>
                  <a:gd name="T18" fmla="*/ 9940 w 61"/>
                  <a:gd name="T19" fmla="*/ 22815 h 112"/>
                  <a:gd name="T20" fmla="*/ 8423 w 61"/>
                  <a:gd name="T21" fmla="*/ 16669 h 112"/>
                  <a:gd name="T22" fmla="*/ 3486 w 61"/>
                  <a:gd name="T23" fmla="*/ 6906 h 112"/>
                  <a:gd name="T24" fmla="*/ 314 w 61"/>
                  <a:gd name="T25" fmla="*/ 0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1" h="112">
                    <a:moveTo>
                      <a:pt x="0" y="3"/>
                    </a:moveTo>
                    <a:cubicBezTo>
                      <a:pt x="4" y="17"/>
                      <a:pt x="12" y="29"/>
                      <a:pt x="17" y="43"/>
                    </a:cubicBezTo>
                    <a:cubicBezTo>
                      <a:pt x="19" y="47"/>
                      <a:pt x="20" y="52"/>
                      <a:pt x="23" y="56"/>
                    </a:cubicBezTo>
                    <a:cubicBezTo>
                      <a:pt x="26" y="61"/>
                      <a:pt x="31" y="64"/>
                      <a:pt x="34" y="70"/>
                    </a:cubicBezTo>
                    <a:cubicBezTo>
                      <a:pt x="40" y="78"/>
                      <a:pt x="42" y="88"/>
                      <a:pt x="47" y="96"/>
                    </a:cubicBezTo>
                    <a:cubicBezTo>
                      <a:pt x="50" y="101"/>
                      <a:pt x="52" y="108"/>
                      <a:pt x="55" y="112"/>
                    </a:cubicBezTo>
                    <a:cubicBezTo>
                      <a:pt x="57" y="110"/>
                      <a:pt x="58" y="106"/>
                      <a:pt x="59" y="103"/>
                    </a:cubicBezTo>
                    <a:cubicBezTo>
                      <a:pt x="60" y="97"/>
                      <a:pt x="61" y="100"/>
                      <a:pt x="59" y="95"/>
                    </a:cubicBezTo>
                    <a:cubicBezTo>
                      <a:pt x="56" y="89"/>
                      <a:pt x="50" y="84"/>
                      <a:pt x="47" y="78"/>
                    </a:cubicBezTo>
                    <a:cubicBezTo>
                      <a:pt x="44" y="73"/>
                      <a:pt x="42" y="68"/>
                      <a:pt x="40" y="63"/>
                    </a:cubicBezTo>
                    <a:cubicBezTo>
                      <a:pt x="37" y="58"/>
                      <a:pt x="37" y="51"/>
                      <a:pt x="34" y="46"/>
                    </a:cubicBezTo>
                    <a:cubicBezTo>
                      <a:pt x="28" y="35"/>
                      <a:pt x="19" y="30"/>
                      <a:pt x="14" y="19"/>
                    </a:cubicBezTo>
                    <a:cubicBezTo>
                      <a:pt x="11" y="12"/>
                      <a:pt x="7" y="4"/>
                      <a:pt x="1" y="0"/>
                    </a:cubicBezTo>
                  </a:path>
                </a:pathLst>
              </a:custGeom>
              <a:solidFill>
                <a:srgbClr val="D8D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28" name="Freeform 381">
                <a:extLst>
                  <a:ext uri="{FF2B5EF4-FFF2-40B4-BE49-F238E27FC236}">
                    <a16:creationId xmlns:a16="http://schemas.microsoft.com/office/drawing/2014/main" id="{AD8FB1F5-FC2F-4B42-8A29-6F855FAA0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279"/>
                <a:ext cx="135" cy="168"/>
              </a:xfrm>
              <a:custGeom>
                <a:avLst/>
                <a:gdLst>
                  <a:gd name="T0" fmla="*/ 11250 w 54"/>
                  <a:gd name="T1" fmla="*/ 17656 h 63"/>
                  <a:gd name="T2" fmla="*/ 9113 w 54"/>
                  <a:gd name="T3" fmla="*/ 14712 h 63"/>
                  <a:gd name="T4" fmla="*/ 6845 w 54"/>
                  <a:gd name="T5" fmla="*/ 9707 h 63"/>
                  <a:gd name="T6" fmla="*/ 0 w 54"/>
                  <a:gd name="T7" fmla="*/ 0 h 63"/>
                  <a:gd name="T8" fmla="*/ 6645 w 54"/>
                  <a:gd name="T9" fmla="*/ 13347 h 63"/>
                  <a:gd name="T10" fmla="*/ 8800 w 54"/>
                  <a:gd name="T11" fmla="*/ 18355 h 63"/>
                  <a:gd name="T12" fmla="*/ 11720 w 54"/>
                  <a:gd name="T13" fmla="*/ 20877 h 63"/>
                  <a:gd name="T14" fmla="*/ 13208 w 54"/>
                  <a:gd name="T15" fmla="*/ 22664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63">
                    <a:moveTo>
                      <a:pt x="46" y="49"/>
                    </a:moveTo>
                    <a:cubicBezTo>
                      <a:pt x="43" y="47"/>
                      <a:pt x="40" y="44"/>
                      <a:pt x="37" y="41"/>
                    </a:cubicBezTo>
                    <a:cubicBezTo>
                      <a:pt x="32" y="37"/>
                      <a:pt x="32" y="32"/>
                      <a:pt x="28" y="27"/>
                    </a:cubicBezTo>
                    <a:cubicBezTo>
                      <a:pt x="19" y="19"/>
                      <a:pt x="6" y="12"/>
                      <a:pt x="0" y="0"/>
                    </a:cubicBezTo>
                    <a:cubicBezTo>
                      <a:pt x="6" y="16"/>
                      <a:pt x="17" y="24"/>
                      <a:pt x="27" y="37"/>
                    </a:cubicBezTo>
                    <a:cubicBezTo>
                      <a:pt x="30" y="41"/>
                      <a:pt x="32" y="48"/>
                      <a:pt x="36" y="51"/>
                    </a:cubicBezTo>
                    <a:cubicBezTo>
                      <a:pt x="39" y="54"/>
                      <a:pt x="44" y="55"/>
                      <a:pt x="48" y="58"/>
                    </a:cubicBezTo>
                    <a:cubicBezTo>
                      <a:pt x="50" y="60"/>
                      <a:pt x="52" y="62"/>
                      <a:pt x="54" y="63"/>
                    </a:cubicBezTo>
                  </a:path>
                </a:pathLst>
              </a:custGeom>
              <a:solidFill>
                <a:srgbClr val="D8D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29" name="Freeform 382">
                <a:extLst>
                  <a:ext uri="{FF2B5EF4-FFF2-40B4-BE49-F238E27FC236}">
                    <a16:creationId xmlns:a16="http://schemas.microsoft.com/office/drawing/2014/main" id="{648DC0D7-469E-4B34-A8B7-E401E6859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388"/>
                <a:ext cx="95" cy="144"/>
              </a:xfrm>
              <a:custGeom>
                <a:avLst/>
                <a:gdLst>
                  <a:gd name="T0" fmla="*/ 8595 w 38"/>
                  <a:gd name="T1" fmla="*/ 14712 h 54"/>
                  <a:gd name="T2" fmla="*/ 4220 w 38"/>
                  <a:gd name="T3" fmla="*/ 6883 h 54"/>
                  <a:gd name="T4" fmla="*/ 0 w 38"/>
                  <a:gd name="T5" fmla="*/ 0 h 54"/>
                  <a:gd name="T6" fmla="*/ 5208 w 38"/>
                  <a:gd name="T7" fmla="*/ 12949 h 54"/>
                  <a:gd name="T8" fmla="*/ 5395 w 38"/>
                  <a:gd name="T9" fmla="*/ 14712 h 54"/>
                  <a:gd name="T10" fmla="*/ 7345 w 38"/>
                  <a:gd name="T11" fmla="*/ 16589 h 54"/>
                  <a:gd name="T12" fmla="*/ 9300 w 38"/>
                  <a:gd name="T13" fmla="*/ 19421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4">
                    <a:moveTo>
                      <a:pt x="35" y="41"/>
                    </a:moveTo>
                    <a:cubicBezTo>
                      <a:pt x="31" y="32"/>
                      <a:pt x="23" y="26"/>
                      <a:pt x="17" y="19"/>
                    </a:cubicBezTo>
                    <a:cubicBezTo>
                      <a:pt x="12" y="13"/>
                      <a:pt x="8" y="2"/>
                      <a:pt x="0" y="0"/>
                    </a:cubicBezTo>
                    <a:cubicBezTo>
                      <a:pt x="7" y="11"/>
                      <a:pt x="15" y="23"/>
                      <a:pt x="21" y="36"/>
                    </a:cubicBezTo>
                    <a:cubicBezTo>
                      <a:pt x="22" y="38"/>
                      <a:pt x="21" y="39"/>
                      <a:pt x="22" y="41"/>
                    </a:cubicBezTo>
                    <a:cubicBezTo>
                      <a:pt x="24" y="43"/>
                      <a:pt x="28" y="44"/>
                      <a:pt x="30" y="46"/>
                    </a:cubicBezTo>
                    <a:cubicBezTo>
                      <a:pt x="33" y="49"/>
                      <a:pt x="35" y="52"/>
                      <a:pt x="38" y="54"/>
                    </a:cubicBezTo>
                  </a:path>
                </a:pathLst>
              </a:custGeom>
              <a:solidFill>
                <a:srgbClr val="D8D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0" name="Freeform 383">
                <a:extLst>
                  <a:ext uri="{FF2B5EF4-FFF2-40B4-BE49-F238E27FC236}">
                    <a16:creationId xmlns:a16="http://schemas.microsoft.com/office/drawing/2014/main" id="{75A43F93-D2C7-4AE2-8E27-90271EF3B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993"/>
                <a:ext cx="197" cy="288"/>
              </a:xfrm>
              <a:custGeom>
                <a:avLst/>
                <a:gdLst>
                  <a:gd name="T0" fmla="*/ 0 w 79"/>
                  <a:gd name="T1" fmla="*/ 1459 h 108"/>
                  <a:gd name="T2" fmla="*/ 5304 w 79"/>
                  <a:gd name="T3" fmla="*/ 10773 h 108"/>
                  <a:gd name="T4" fmla="*/ 11099 w 79"/>
                  <a:gd name="T5" fmla="*/ 23061 h 108"/>
                  <a:gd name="T6" fmla="*/ 15895 w 79"/>
                  <a:gd name="T7" fmla="*/ 31709 h 108"/>
                  <a:gd name="T8" fmla="*/ 18979 w 79"/>
                  <a:gd name="T9" fmla="*/ 38835 h 108"/>
                  <a:gd name="T10" fmla="*/ 15895 w 79"/>
                  <a:gd name="T11" fmla="*/ 32371 h 108"/>
                  <a:gd name="T12" fmla="*/ 13693 w 79"/>
                  <a:gd name="T13" fmla="*/ 24427 h 108"/>
                  <a:gd name="T14" fmla="*/ 11286 w 79"/>
                  <a:gd name="T15" fmla="*/ 19819 h 108"/>
                  <a:gd name="T16" fmla="*/ 9813 w 79"/>
                  <a:gd name="T17" fmla="*/ 14413 h 108"/>
                  <a:gd name="T18" fmla="*/ 5803 w 79"/>
                  <a:gd name="T19" fmla="*/ 4301 h 108"/>
                  <a:gd name="T20" fmla="*/ 4838 w 79"/>
                  <a:gd name="T21" fmla="*/ 1059 h 108"/>
                  <a:gd name="T22" fmla="*/ 3364 w 79"/>
                  <a:gd name="T23" fmla="*/ 0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108">
                    <a:moveTo>
                      <a:pt x="0" y="4"/>
                    </a:moveTo>
                    <a:cubicBezTo>
                      <a:pt x="10" y="7"/>
                      <a:pt x="17" y="22"/>
                      <a:pt x="22" y="30"/>
                    </a:cubicBezTo>
                    <a:cubicBezTo>
                      <a:pt x="30" y="42"/>
                      <a:pt x="35" y="53"/>
                      <a:pt x="46" y="64"/>
                    </a:cubicBezTo>
                    <a:cubicBezTo>
                      <a:pt x="54" y="71"/>
                      <a:pt x="60" y="79"/>
                      <a:pt x="66" y="88"/>
                    </a:cubicBezTo>
                    <a:cubicBezTo>
                      <a:pt x="70" y="95"/>
                      <a:pt x="76" y="101"/>
                      <a:pt x="79" y="108"/>
                    </a:cubicBezTo>
                    <a:cubicBezTo>
                      <a:pt x="76" y="101"/>
                      <a:pt x="70" y="96"/>
                      <a:pt x="66" y="90"/>
                    </a:cubicBezTo>
                    <a:cubicBezTo>
                      <a:pt x="62" y="83"/>
                      <a:pt x="62" y="74"/>
                      <a:pt x="57" y="68"/>
                    </a:cubicBezTo>
                    <a:cubicBezTo>
                      <a:pt x="54" y="63"/>
                      <a:pt x="49" y="60"/>
                      <a:pt x="47" y="55"/>
                    </a:cubicBezTo>
                    <a:cubicBezTo>
                      <a:pt x="44" y="50"/>
                      <a:pt x="44" y="45"/>
                      <a:pt x="41" y="40"/>
                    </a:cubicBezTo>
                    <a:cubicBezTo>
                      <a:pt x="35" y="31"/>
                      <a:pt x="30" y="20"/>
                      <a:pt x="24" y="12"/>
                    </a:cubicBezTo>
                    <a:cubicBezTo>
                      <a:pt x="22" y="9"/>
                      <a:pt x="21" y="6"/>
                      <a:pt x="20" y="3"/>
                    </a:cubicBezTo>
                    <a:cubicBezTo>
                      <a:pt x="19" y="0"/>
                      <a:pt x="17" y="3"/>
                      <a:pt x="14" y="0"/>
                    </a:cubicBezTo>
                  </a:path>
                </a:pathLst>
              </a:custGeom>
              <a:solidFill>
                <a:srgbClr val="D8D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1" name="Freeform 384">
                <a:extLst>
                  <a:ext uri="{FF2B5EF4-FFF2-40B4-BE49-F238E27FC236}">
                    <a16:creationId xmlns:a16="http://schemas.microsoft.com/office/drawing/2014/main" id="{BA7FB0FB-9418-485F-BD1C-48E25F3E7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009"/>
                <a:ext cx="127" cy="184"/>
              </a:xfrm>
              <a:custGeom>
                <a:avLst/>
                <a:gdLst>
                  <a:gd name="T0" fmla="*/ 0 w 51"/>
                  <a:gd name="T1" fmla="*/ 661 h 69"/>
                  <a:gd name="T2" fmla="*/ 2114 w 51"/>
                  <a:gd name="T3" fmla="*/ 6883 h 69"/>
                  <a:gd name="T4" fmla="*/ 5264 w 51"/>
                  <a:gd name="T5" fmla="*/ 12536 h 69"/>
                  <a:gd name="T6" fmla="*/ 8800 w 51"/>
                  <a:gd name="T7" fmla="*/ 19819 h 69"/>
                  <a:gd name="T8" fmla="*/ 12155 w 51"/>
                  <a:gd name="T9" fmla="*/ 24824 h 69"/>
                  <a:gd name="T10" fmla="*/ 4955 w 51"/>
                  <a:gd name="T11" fmla="*/ 8248 h 69"/>
                  <a:gd name="T12" fmla="*/ 1619 w 51"/>
                  <a:gd name="T13" fmla="*/ 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69">
                    <a:moveTo>
                      <a:pt x="0" y="2"/>
                    </a:moveTo>
                    <a:cubicBezTo>
                      <a:pt x="0" y="8"/>
                      <a:pt x="6" y="13"/>
                      <a:pt x="9" y="19"/>
                    </a:cubicBezTo>
                    <a:cubicBezTo>
                      <a:pt x="13" y="26"/>
                      <a:pt x="17" y="30"/>
                      <a:pt x="22" y="35"/>
                    </a:cubicBezTo>
                    <a:cubicBezTo>
                      <a:pt x="29" y="41"/>
                      <a:pt x="32" y="48"/>
                      <a:pt x="37" y="55"/>
                    </a:cubicBezTo>
                    <a:cubicBezTo>
                      <a:pt x="41" y="60"/>
                      <a:pt x="47" y="64"/>
                      <a:pt x="51" y="69"/>
                    </a:cubicBezTo>
                    <a:cubicBezTo>
                      <a:pt x="37" y="57"/>
                      <a:pt x="31" y="39"/>
                      <a:pt x="21" y="23"/>
                    </a:cubicBezTo>
                    <a:cubicBezTo>
                      <a:pt x="18" y="17"/>
                      <a:pt x="14" y="1"/>
                      <a:pt x="7" y="0"/>
                    </a:cubicBezTo>
                  </a:path>
                </a:pathLst>
              </a:custGeom>
              <a:solidFill>
                <a:srgbClr val="D8D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2" name="Freeform 385">
                <a:extLst>
                  <a:ext uri="{FF2B5EF4-FFF2-40B4-BE49-F238E27FC236}">
                    <a16:creationId xmlns:a16="http://schemas.microsoft.com/office/drawing/2014/main" id="{0727706F-94AA-4561-A3B3-7AEC18AA4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260"/>
                <a:ext cx="235" cy="395"/>
              </a:xfrm>
              <a:custGeom>
                <a:avLst/>
                <a:gdLst>
                  <a:gd name="T0" fmla="*/ 520 w 94"/>
                  <a:gd name="T1" fmla="*/ 1468 h 148"/>
                  <a:gd name="T2" fmla="*/ 5208 w 94"/>
                  <a:gd name="T3" fmla="*/ 11519 h 148"/>
                  <a:gd name="T4" fmla="*/ 12708 w 94"/>
                  <a:gd name="T5" fmla="*/ 27909 h 148"/>
                  <a:gd name="T6" fmla="*/ 17395 w 94"/>
                  <a:gd name="T7" fmla="*/ 41144 h 148"/>
                  <a:gd name="T8" fmla="*/ 22970 w 94"/>
                  <a:gd name="T9" fmla="*/ 53480 h 148"/>
                  <a:gd name="T10" fmla="*/ 18363 w 94"/>
                  <a:gd name="T11" fmla="*/ 36578 h 148"/>
                  <a:gd name="T12" fmla="*/ 11720 w 94"/>
                  <a:gd name="T13" fmla="*/ 20607 h 148"/>
                  <a:gd name="T14" fmla="*/ 5208 w 94"/>
                  <a:gd name="T15" fmla="*/ 6902 h 148"/>
                  <a:gd name="T16" fmla="*/ 0 w 94"/>
                  <a:gd name="T17" fmla="*/ 0 h 1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148">
                    <a:moveTo>
                      <a:pt x="2" y="4"/>
                    </a:moveTo>
                    <a:cubicBezTo>
                      <a:pt x="6" y="14"/>
                      <a:pt x="14" y="24"/>
                      <a:pt x="21" y="32"/>
                    </a:cubicBezTo>
                    <a:cubicBezTo>
                      <a:pt x="32" y="47"/>
                      <a:pt x="44" y="61"/>
                      <a:pt x="52" y="77"/>
                    </a:cubicBezTo>
                    <a:cubicBezTo>
                      <a:pt x="58" y="90"/>
                      <a:pt x="65" y="102"/>
                      <a:pt x="71" y="114"/>
                    </a:cubicBezTo>
                    <a:cubicBezTo>
                      <a:pt x="77" y="126"/>
                      <a:pt x="87" y="136"/>
                      <a:pt x="94" y="148"/>
                    </a:cubicBezTo>
                    <a:cubicBezTo>
                      <a:pt x="87" y="132"/>
                      <a:pt x="81" y="117"/>
                      <a:pt x="75" y="101"/>
                    </a:cubicBezTo>
                    <a:cubicBezTo>
                      <a:pt x="69" y="85"/>
                      <a:pt x="58" y="71"/>
                      <a:pt x="48" y="57"/>
                    </a:cubicBezTo>
                    <a:cubicBezTo>
                      <a:pt x="41" y="45"/>
                      <a:pt x="33" y="28"/>
                      <a:pt x="21" y="19"/>
                    </a:cubicBezTo>
                    <a:cubicBezTo>
                      <a:pt x="14" y="13"/>
                      <a:pt x="4" y="8"/>
                      <a:pt x="0" y="0"/>
                    </a:cubicBezTo>
                  </a:path>
                </a:pathLst>
              </a:custGeom>
              <a:solidFill>
                <a:srgbClr val="D8D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3" name="Freeform 386">
                <a:extLst>
                  <a:ext uri="{FF2B5EF4-FFF2-40B4-BE49-F238E27FC236}">
                    <a16:creationId xmlns:a16="http://schemas.microsoft.com/office/drawing/2014/main" id="{C59AB11F-BF4E-49FE-BC5C-03F942116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119"/>
                <a:ext cx="313" cy="421"/>
              </a:xfrm>
              <a:custGeom>
                <a:avLst/>
                <a:gdLst>
                  <a:gd name="T0" fmla="*/ 0 w 125"/>
                  <a:gd name="T1" fmla="*/ 0 h 158"/>
                  <a:gd name="T2" fmla="*/ 6408 w 125"/>
                  <a:gd name="T3" fmla="*/ 11141 h 158"/>
                  <a:gd name="T4" fmla="*/ 15575 w 125"/>
                  <a:gd name="T5" fmla="*/ 24287 h 158"/>
                  <a:gd name="T6" fmla="*/ 23633 w 125"/>
                  <a:gd name="T7" fmla="*/ 40824 h 158"/>
                  <a:gd name="T8" fmla="*/ 27557 w 125"/>
                  <a:gd name="T9" fmla="*/ 50110 h 158"/>
                  <a:gd name="T10" fmla="*/ 30504 w 125"/>
                  <a:gd name="T11" fmla="*/ 56566 h 158"/>
                  <a:gd name="T12" fmla="*/ 28340 w 125"/>
                  <a:gd name="T13" fmla="*/ 46880 h 158"/>
                  <a:gd name="T14" fmla="*/ 24417 w 125"/>
                  <a:gd name="T15" fmla="*/ 36131 h 158"/>
                  <a:gd name="T16" fmla="*/ 15575 w 125"/>
                  <a:gd name="T17" fmla="*/ 19355 h 158"/>
                  <a:gd name="T18" fmla="*/ 11130 w 125"/>
                  <a:gd name="T19" fmla="*/ 10741 h 158"/>
                  <a:gd name="T20" fmla="*/ 6691 w 125"/>
                  <a:gd name="T21" fmla="*/ 6851 h 158"/>
                  <a:gd name="T22" fmla="*/ 2276 w 125"/>
                  <a:gd name="T23" fmla="*/ 2172 h 1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5" h="158">
                    <a:moveTo>
                      <a:pt x="0" y="0"/>
                    </a:moveTo>
                    <a:cubicBezTo>
                      <a:pt x="11" y="8"/>
                      <a:pt x="16" y="20"/>
                      <a:pt x="26" y="31"/>
                    </a:cubicBezTo>
                    <a:cubicBezTo>
                      <a:pt x="38" y="43"/>
                      <a:pt x="51" y="54"/>
                      <a:pt x="63" y="68"/>
                    </a:cubicBezTo>
                    <a:cubicBezTo>
                      <a:pt x="75" y="83"/>
                      <a:pt x="87" y="97"/>
                      <a:pt x="96" y="114"/>
                    </a:cubicBezTo>
                    <a:cubicBezTo>
                      <a:pt x="101" y="123"/>
                      <a:pt x="105" y="132"/>
                      <a:pt x="112" y="140"/>
                    </a:cubicBezTo>
                    <a:cubicBezTo>
                      <a:pt x="116" y="146"/>
                      <a:pt x="121" y="151"/>
                      <a:pt x="124" y="158"/>
                    </a:cubicBezTo>
                    <a:cubicBezTo>
                      <a:pt x="125" y="148"/>
                      <a:pt x="119" y="139"/>
                      <a:pt x="115" y="131"/>
                    </a:cubicBezTo>
                    <a:cubicBezTo>
                      <a:pt x="109" y="121"/>
                      <a:pt x="106" y="110"/>
                      <a:pt x="99" y="101"/>
                    </a:cubicBezTo>
                    <a:cubicBezTo>
                      <a:pt x="88" y="85"/>
                      <a:pt x="75" y="69"/>
                      <a:pt x="63" y="54"/>
                    </a:cubicBezTo>
                    <a:cubicBezTo>
                      <a:pt x="57" y="46"/>
                      <a:pt x="52" y="36"/>
                      <a:pt x="45" y="30"/>
                    </a:cubicBezTo>
                    <a:cubicBezTo>
                      <a:pt x="40" y="25"/>
                      <a:pt x="33" y="22"/>
                      <a:pt x="27" y="19"/>
                    </a:cubicBezTo>
                    <a:cubicBezTo>
                      <a:pt x="20" y="15"/>
                      <a:pt x="15" y="11"/>
                      <a:pt x="9" y="6"/>
                    </a:cubicBezTo>
                  </a:path>
                </a:pathLst>
              </a:custGeom>
              <a:solidFill>
                <a:srgbClr val="D8D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4" name="Oval 387">
                <a:extLst>
                  <a:ext uri="{FF2B5EF4-FFF2-40B4-BE49-F238E27FC236}">
                    <a16:creationId xmlns:a16="http://schemas.microsoft.com/office/drawing/2014/main" id="{1F477A1B-7EBF-4380-809A-4ADD7B2BA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321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35" name="Oval 388">
                <a:extLst>
                  <a:ext uri="{FF2B5EF4-FFF2-40B4-BE49-F238E27FC236}">
                    <a16:creationId xmlns:a16="http://schemas.microsoft.com/office/drawing/2014/main" id="{E8680664-B4EB-43F9-ADA0-E879EA647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1343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36" name="Oval 389">
                <a:extLst>
                  <a:ext uri="{FF2B5EF4-FFF2-40B4-BE49-F238E27FC236}">
                    <a16:creationId xmlns:a16="http://schemas.microsoft.com/office/drawing/2014/main" id="{5F91B3FB-C354-40DE-A7D2-4B5935C9F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1367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37" name="Oval 390">
                <a:extLst>
                  <a:ext uri="{FF2B5EF4-FFF2-40B4-BE49-F238E27FC236}">
                    <a16:creationId xmlns:a16="http://schemas.microsoft.com/office/drawing/2014/main" id="{BAB693B1-2BB1-41AC-A6E9-8B9253987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3" y="1388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38" name="Oval 391">
                <a:extLst>
                  <a:ext uri="{FF2B5EF4-FFF2-40B4-BE49-F238E27FC236}">
                    <a16:creationId xmlns:a16="http://schemas.microsoft.com/office/drawing/2014/main" id="{BF64B511-391C-407F-AF65-3ADFB595E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1412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39" name="Oval 392">
                <a:extLst>
                  <a:ext uri="{FF2B5EF4-FFF2-40B4-BE49-F238E27FC236}">
                    <a16:creationId xmlns:a16="http://schemas.microsoft.com/office/drawing/2014/main" id="{3C158083-FDC9-4AAA-9F0D-B7261B7C2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439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40" name="Oval 393">
                <a:extLst>
                  <a:ext uri="{FF2B5EF4-FFF2-40B4-BE49-F238E27FC236}">
                    <a16:creationId xmlns:a16="http://schemas.microsoft.com/office/drawing/2014/main" id="{48C2D5D2-C123-4D01-81AF-F58A610FD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1460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41" name="Oval 394">
                <a:extLst>
                  <a:ext uri="{FF2B5EF4-FFF2-40B4-BE49-F238E27FC236}">
                    <a16:creationId xmlns:a16="http://schemas.microsoft.com/office/drawing/2014/main" id="{34EEE05F-B65A-4B0A-938D-3FEA80685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481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42" name="Oval 395">
                <a:extLst>
                  <a:ext uri="{FF2B5EF4-FFF2-40B4-BE49-F238E27FC236}">
                    <a16:creationId xmlns:a16="http://schemas.microsoft.com/office/drawing/2014/main" id="{ABE8FC74-3A3D-4F13-B911-631517B4F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1500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43" name="Oval 396">
                <a:extLst>
                  <a:ext uri="{FF2B5EF4-FFF2-40B4-BE49-F238E27FC236}">
                    <a16:creationId xmlns:a16="http://schemas.microsoft.com/office/drawing/2014/main" id="{D04AF860-391A-40D3-B726-521B2068C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1519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44" name="Oval 397">
                <a:extLst>
                  <a:ext uri="{FF2B5EF4-FFF2-40B4-BE49-F238E27FC236}">
                    <a16:creationId xmlns:a16="http://schemas.microsoft.com/office/drawing/2014/main" id="{3FAD4ACF-1FB1-41A4-8050-61493576C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1468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45" name="Oval 398">
                <a:extLst>
                  <a:ext uri="{FF2B5EF4-FFF2-40B4-BE49-F238E27FC236}">
                    <a16:creationId xmlns:a16="http://schemas.microsoft.com/office/drawing/2014/main" id="{10175E72-8E39-48CD-A6BF-95B300BA2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431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46" name="Oval 399">
                <a:extLst>
                  <a:ext uri="{FF2B5EF4-FFF2-40B4-BE49-F238E27FC236}">
                    <a16:creationId xmlns:a16="http://schemas.microsoft.com/office/drawing/2014/main" id="{83B34809-01B6-47CD-AF83-4B493A887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401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47" name="Oval 400">
                <a:extLst>
                  <a:ext uri="{FF2B5EF4-FFF2-40B4-BE49-F238E27FC236}">
                    <a16:creationId xmlns:a16="http://schemas.microsoft.com/office/drawing/2014/main" id="{CF6F3D2F-4F59-40F0-AD22-A450FBF3B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8" y="1260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48" name="Oval 401">
                <a:extLst>
                  <a:ext uri="{FF2B5EF4-FFF2-40B4-BE49-F238E27FC236}">
                    <a16:creationId xmlns:a16="http://schemas.microsoft.com/office/drawing/2014/main" id="{03493228-E8C9-4FCA-A0D6-EDB41B8D3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1231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49" name="Oval 402">
                <a:extLst>
                  <a:ext uri="{FF2B5EF4-FFF2-40B4-BE49-F238E27FC236}">
                    <a16:creationId xmlns:a16="http://schemas.microsoft.com/office/drawing/2014/main" id="{5D0029C2-1E2B-4AD8-AA20-B305A9CAA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199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50" name="Oval 403">
                <a:extLst>
                  <a:ext uri="{FF2B5EF4-FFF2-40B4-BE49-F238E27FC236}">
                    <a16:creationId xmlns:a16="http://schemas.microsoft.com/office/drawing/2014/main" id="{EF9B9943-7F49-4470-BFC9-16D54A771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1183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51" name="Oval 404">
                <a:extLst>
                  <a:ext uri="{FF2B5EF4-FFF2-40B4-BE49-F238E27FC236}">
                    <a16:creationId xmlns:a16="http://schemas.microsoft.com/office/drawing/2014/main" id="{5F7B3B0B-0655-4377-A2FE-98B943651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8" y="1167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52" name="Oval 405">
                <a:extLst>
                  <a:ext uri="{FF2B5EF4-FFF2-40B4-BE49-F238E27FC236}">
                    <a16:creationId xmlns:a16="http://schemas.microsoft.com/office/drawing/2014/main" id="{5584D3B9-16EE-44CF-83C3-CE7276C88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1161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53" name="Oval 406">
                <a:extLst>
                  <a:ext uri="{FF2B5EF4-FFF2-40B4-BE49-F238E27FC236}">
                    <a16:creationId xmlns:a16="http://schemas.microsoft.com/office/drawing/2014/main" id="{A86785C6-7637-49CE-8604-4E29A37C5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1148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54" name="Oval 407">
                <a:extLst>
                  <a:ext uri="{FF2B5EF4-FFF2-40B4-BE49-F238E27FC236}">
                    <a16:creationId xmlns:a16="http://schemas.microsoft.com/office/drawing/2014/main" id="{5DE32C3E-DAEA-426C-9A86-01E1BA50B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119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55" name="Oval 408">
                <a:extLst>
                  <a:ext uri="{FF2B5EF4-FFF2-40B4-BE49-F238E27FC236}">
                    <a16:creationId xmlns:a16="http://schemas.microsoft.com/office/drawing/2014/main" id="{F5C0D38D-6D00-4DB0-899B-B0C2522E6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1175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56" name="Oval 409">
                <a:extLst>
                  <a:ext uri="{FF2B5EF4-FFF2-40B4-BE49-F238E27FC236}">
                    <a16:creationId xmlns:a16="http://schemas.microsoft.com/office/drawing/2014/main" id="{827F0D9C-4755-4696-8669-33FAFF267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8" y="1185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57" name="Oval 410">
                <a:extLst>
                  <a:ext uri="{FF2B5EF4-FFF2-40B4-BE49-F238E27FC236}">
                    <a16:creationId xmlns:a16="http://schemas.microsoft.com/office/drawing/2014/main" id="{5D00255A-48F4-4719-A462-48B4BC97D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1207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58" name="Oval 411">
                <a:extLst>
                  <a:ext uri="{FF2B5EF4-FFF2-40B4-BE49-F238E27FC236}">
                    <a16:creationId xmlns:a16="http://schemas.microsoft.com/office/drawing/2014/main" id="{EDEC197C-93B6-4E5D-88E2-2D3D955744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1225"/>
                <a:ext cx="18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59" name="Oval 412">
                <a:extLst>
                  <a:ext uri="{FF2B5EF4-FFF2-40B4-BE49-F238E27FC236}">
                    <a16:creationId xmlns:a16="http://schemas.microsoft.com/office/drawing/2014/main" id="{84FF4B62-6E81-4036-8B5F-D47272FA2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236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60" name="Oval 413">
                <a:extLst>
                  <a:ext uri="{FF2B5EF4-FFF2-40B4-BE49-F238E27FC236}">
                    <a16:creationId xmlns:a16="http://schemas.microsoft.com/office/drawing/2014/main" id="{4B780198-B10C-4924-B4EE-B4D47005D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263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61" name="Oval 414">
                <a:extLst>
                  <a:ext uri="{FF2B5EF4-FFF2-40B4-BE49-F238E27FC236}">
                    <a16:creationId xmlns:a16="http://schemas.microsoft.com/office/drawing/2014/main" id="{478969C6-9DE6-4311-A515-7804B0D76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3" y="1284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62" name="Oval 415">
                <a:extLst>
                  <a:ext uri="{FF2B5EF4-FFF2-40B4-BE49-F238E27FC236}">
                    <a16:creationId xmlns:a16="http://schemas.microsoft.com/office/drawing/2014/main" id="{A62DC4EF-1E7D-4BC6-B26C-2B5081D15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3" y="1284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63" name="Oval 416">
                <a:extLst>
                  <a:ext uri="{FF2B5EF4-FFF2-40B4-BE49-F238E27FC236}">
                    <a16:creationId xmlns:a16="http://schemas.microsoft.com/office/drawing/2014/main" id="{3B1A8C43-DA65-4747-A535-70CFA4716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8" y="1300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764" name="Oval 417">
                <a:extLst>
                  <a:ext uri="{FF2B5EF4-FFF2-40B4-BE49-F238E27FC236}">
                    <a16:creationId xmlns:a16="http://schemas.microsoft.com/office/drawing/2014/main" id="{FCF1C21A-E6E3-4ED8-A150-4C1BF01C0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1289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8136" name="Group 418">
              <a:extLst>
                <a:ext uri="{FF2B5EF4-FFF2-40B4-BE49-F238E27FC236}">
                  <a16:creationId xmlns:a16="http://schemas.microsoft.com/office/drawing/2014/main" id="{0E5B4B26-92D3-43DC-B7F0-BCCBE9B360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43" y="898"/>
              <a:ext cx="1232" cy="1299"/>
              <a:chOff x="2171" y="988"/>
              <a:chExt cx="1232" cy="1299"/>
            </a:xfrm>
          </p:grpSpPr>
          <p:sp>
            <p:nvSpPr>
              <p:cNvPr id="38365" name="Oval 419">
                <a:extLst>
                  <a:ext uri="{FF2B5EF4-FFF2-40B4-BE49-F238E27FC236}">
                    <a16:creationId xmlns:a16="http://schemas.microsoft.com/office/drawing/2014/main" id="{C8FEBF30-1C38-472E-98F4-36D3D988D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1311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66" name="Oval 420">
                <a:extLst>
                  <a:ext uri="{FF2B5EF4-FFF2-40B4-BE49-F238E27FC236}">
                    <a16:creationId xmlns:a16="http://schemas.microsoft.com/office/drawing/2014/main" id="{ACC92074-8AAA-4D7E-834D-DCEADEB6C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1297"/>
                <a:ext cx="18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67" name="Oval 421">
                <a:extLst>
                  <a:ext uri="{FF2B5EF4-FFF2-40B4-BE49-F238E27FC236}">
                    <a16:creationId xmlns:a16="http://schemas.microsoft.com/office/drawing/2014/main" id="{2331A8E1-0F22-4C56-BFD9-9716F8651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113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68" name="Oval 422">
                <a:extLst>
                  <a:ext uri="{FF2B5EF4-FFF2-40B4-BE49-F238E27FC236}">
                    <a16:creationId xmlns:a16="http://schemas.microsoft.com/office/drawing/2014/main" id="{D85A9FD1-3217-4189-9463-8D19EAAFB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148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69" name="Oval 423">
                <a:extLst>
                  <a:ext uri="{FF2B5EF4-FFF2-40B4-BE49-F238E27FC236}">
                    <a16:creationId xmlns:a16="http://schemas.microsoft.com/office/drawing/2014/main" id="{3516A0ED-E36B-4C66-B381-166AE5A3F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115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70" name="Oval 424">
                <a:extLst>
                  <a:ext uri="{FF2B5EF4-FFF2-40B4-BE49-F238E27FC236}">
                    <a16:creationId xmlns:a16="http://schemas.microsoft.com/office/drawing/2014/main" id="{2107AC66-A5CA-4228-944B-DC2796BF7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117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71" name="Oval 425">
                <a:extLst>
                  <a:ext uri="{FF2B5EF4-FFF2-40B4-BE49-F238E27FC236}">
                    <a16:creationId xmlns:a16="http://schemas.microsoft.com/office/drawing/2014/main" id="{9EA2BD46-7F7A-4FA8-BA6B-FAED77E8A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3" y="1204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72" name="Oval 426">
                <a:extLst>
                  <a:ext uri="{FF2B5EF4-FFF2-40B4-BE49-F238E27FC236}">
                    <a16:creationId xmlns:a16="http://schemas.microsoft.com/office/drawing/2014/main" id="{E28FF106-71BB-4BAD-B0EF-CBA613D67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1236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73" name="Oval 427">
                <a:extLst>
                  <a:ext uri="{FF2B5EF4-FFF2-40B4-BE49-F238E27FC236}">
                    <a16:creationId xmlns:a16="http://schemas.microsoft.com/office/drawing/2014/main" id="{862DC1E4-DC40-416C-9EDB-0D1F119F0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1169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74" name="Oval 428">
                <a:extLst>
                  <a:ext uri="{FF2B5EF4-FFF2-40B4-BE49-F238E27FC236}">
                    <a16:creationId xmlns:a16="http://schemas.microsoft.com/office/drawing/2014/main" id="{83E27C45-E904-4AC9-A4D0-DD35C7DA5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135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75" name="Oval 429">
                <a:extLst>
                  <a:ext uri="{FF2B5EF4-FFF2-40B4-BE49-F238E27FC236}">
                    <a16:creationId xmlns:a16="http://schemas.microsoft.com/office/drawing/2014/main" id="{01A14CD2-A0BB-4805-978C-2C1C0F6C8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100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76" name="Oval 430">
                <a:extLst>
                  <a:ext uri="{FF2B5EF4-FFF2-40B4-BE49-F238E27FC236}">
                    <a16:creationId xmlns:a16="http://schemas.microsoft.com/office/drawing/2014/main" id="{8E55AD00-0B29-402E-A1B2-C308DE938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3" y="1065"/>
                <a:ext cx="18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77" name="Oval 431">
                <a:extLst>
                  <a:ext uri="{FF2B5EF4-FFF2-40B4-BE49-F238E27FC236}">
                    <a16:creationId xmlns:a16="http://schemas.microsoft.com/office/drawing/2014/main" id="{5199E439-CCEE-409F-A7CF-BAA41FEA3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108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78" name="Oval 432">
                <a:extLst>
                  <a:ext uri="{FF2B5EF4-FFF2-40B4-BE49-F238E27FC236}">
                    <a16:creationId xmlns:a16="http://schemas.microsoft.com/office/drawing/2014/main" id="{65E1DF70-A7CE-4507-9222-5730ECDCD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1057"/>
                <a:ext cx="18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79" name="Oval 433">
                <a:extLst>
                  <a:ext uri="{FF2B5EF4-FFF2-40B4-BE49-F238E27FC236}">
                    <a16:creationId xmlns:a16="http://schemas.microsoft.com/office/drawing/2014/main" id="{C24A6DE1-E3B2-4813-B57F-E74BB510D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036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80" name="Oval 434">
                <a:extLst>
                  <a:ext uri="{FF2B5EF4-FFF2-40B4-BE49-F238E27FC236}">
                    <a16:creationId xmlns:a16="http://schemas.microsoft.com/office/drawing/2014/main" id="{0FD092ED-B016-4F80-9AE3-EED92B9AD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015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81" name="Oval 435">
                <a:extLst>
                  <a:ext uri="{FF2B5EF4-FFF2-40B4-BE49-F238E27FC236}">
                    <a16:creationId xmlns:a16="http://schemas.microsoft.com/office/drawing/2014/main" id="{33BCF976-EC0A-4404-B7A0-8BEBDD36E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1007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82" name="Oval 436">
                <a:extLst>
                  <a:ext uri="{FF2B5EF4-FFF2-40B4-BE49-F238E27FC236}">
                    <a16:creationId xmlns:a16="http://schemas.microsoft.com/office/drawing/2014/main" id="{0BFF9AA6-AAC1-4B01-8C84-B9E4A9796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3" y="1025"/>
                <a:ext cx="18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83" name="Oval 437">
                <a:extLst>
                  <a:ext uri="{FF2B5EF4-FFF2-40B4-BE49-F238E27FC236}">
                    <a16:creationId xmlns:a16="http://schemas.microsoft.com/office/drawing/2014/main" id="{C936983C-E3DA-4C90-B780-D4779452B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3" y="103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84" name="Oval 438">
                <a:extLst>
                  <a:ext uri="{FF2B5EF4-FFF2-40B4-BE49-F238E27FC236}">
                    <a16:creationId xmlns:a16="http://schemas.microsoft.com/office/drawing/2014/main" id="{AAF444B0-5878-41A4-A27B-EE5405641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052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85" name="Oval 439">
                <a:extLst>
                  <a:ext uri="{FF2B5EF4-FFF2-40B4-BE49-F238E27FC236}">
                    <a16:creationId xmlns:a16="http://schemas.microsoft.com/office/drawing/2014/main" id="{D01D0B3C-CD46-4D9A-BC5C-8BED7AFE2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988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86" name="Oval 440">
                <a:extLst>
                  <a:ext uri="{FF2B5EF4-FFF2-40B4-BE49-F238E27FC236}">
                    <a16:creationId xmlns:a16="http://schemas.microsoft.com/office/drawing/2014/main" id="{719EBEB4-03AE-48CC-8D97-DB0100532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015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87" name="Oval 441">
                <a:extLst>
                  <a:ext uri="{FF2B5EF4-FFF2-40B4-BE49-F238E27FC236}">
                    <a16:creationId xmlns:a16="http://schemas.microsoft.com/office/drawing/2014/main" id="{F3C22628-77A6-4F2F-A01E-7736C27F3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100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88" name="Oval 442">
                <a:extLst>
                  <a:ext uri="{FF2B5EF4-FFF2-40B4-BE49-F238E27FC236}">
                    <a16:creationId xmlns:a16="http://schemas.microsoft.com/office/drawing/2014/main" id="{BDD129DA-90E4-4AC5-B76C-ADF2019E8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1" y="999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89" name="Oval 443">
                <a:extLst>
                  <a:ext uri="{FF2B5EF4-FFF2-40B4-BE49-F238E27FC236}">
                    <a16:creationId xmlns:a16="http://schemas.microsoft.com/office/drawing/2014/main" id="{F7B050B0-4F8B-47F6-9143-2E87B9BFF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1023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90" name="Oval 444">
                <a:extLst>
                  <a:ext uri="{FF2B5EF4-FFF2-40B4-BE49-F238E27FC236}">
                    <a16:creationId xmlns:a16="http://schemas.microsoft.com/office/drawing/2014/main" id="{D157A458-3AA2-4F01-90F7-B29327D8C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8" y="1039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91" name="Oval 445">
                <a:extLst>
                  <a:ext uri="{FF2B5EF4-FFF2-40B4-BE49-F238E27FC236}">
                    <a16:creationId xmlns:a16="http://schemas.microsoft.com/office/drawing/2014/main" id="{C80DF342-C211-4C9A-88B1-6FFEAF0DA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036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92" name="Oval 446">
                <a:extLst>
                  <a:ext uri="{FF2B5EF4-FFF2-40B4-BE49-F238E27FC236}">
                    <a16:creationId xmlns:a16="http://schemas.microsoft.com/office/drawing/2014/main" id="{3283C2FB-7F50-47D2-A3FA-6CF862B74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8" y="1052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93" name="Oval 447">
                <a:extLst>
                  <a:ext uri="{FF2B5EF4-FFF2-40B4-BE49-F238E27FC236}">
                    <a16:creationId xmlns:a16="http://schemas.microsoft.com/office/drawing/2014/main" id="{19D17AA1-1AF6-4990-AA88-52F419F3C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052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94" name="Oval 448">
                <a:extLst>
                  <a:ext uri="{FF2B5EF4-FFF2-40B4-BE49-F238E27FC236}">
                    <a16:creationId xmlns:a16="http://schemas.microsoft.com/office/drawing/2014/main" id="{D157EEB4-85F3-4639-B0D0-C9317DB498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1071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95" name="Oval 449">
                <a:extLst>
                  <a:ext uri="{FF2B5EF4-FFF2-40B4-BE49-F238E27FC236}">
                    <a16:creationId xmlns:a16="http://schemas.microsoft.com/office/drawing/2014/main" id="{B15AE45E-5169-4856-9549-B035A46E3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108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96" name="Oval 450">
                <a:extLst>
                  <a:ext uri="{FF2B5EF4-FFF2-40B4-BE49-F238E27FC236}">
                    <a16:creationId xmlns:a16="http://schemas.microsoft.com/office/drawing/2014/main" id="{B8B36E36-7C14-4DA4-9E3C-5B2A0DA73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073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97" name="Oval 451">
                <a:extLst>
                  <a:ext uri="{FF2B5EF4-FFF2-40B4-BE49-F238E27FC236}">
                    <a16:creationId xmlns:a16="http://schemas.microsoft.com/office/drawing/2014/main" id="{A89EDB23-D5D8-4429-820C-CF354369F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1092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98" name="Oval 452">
                <a:extLst>
                  <a:ext uri="{FF2B5EF4-FFF2-40B4-BE49-F238E27FC236}">
                    <a16:creationId xmlns:a16="http://schemas.microsoft.com/office/drawing/2014/main" id="{8039596F-E6C4-4891-9E0E-10A910CA4E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8" y="1119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99" name="Oval 453">
                <a:extLst>
                  <a:ext uri="{FF2B5EF4-FFF2-40B4-BE49-F238E27FC236}">
                    <a16:creationId xmlns:a16="http://schemas.microsoft.com/office/drawing/2014/main" id="{5B45782C-41E1-4165-8F27-18414B57A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1108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00" name="Oval 454">
                <a:extLst>
                  <a:ext uri="{FF2B5EF4-FFF2-40B4-BE49-F238E27FC236}">
                    <a16:creationId xmlns:a16="http://schemas.microsoft.com/office/drawing/2014/main" id="{AF186C0D-3657-4667-934C-833C743CF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076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01" name="Oval 455">
                <a:extLst>
                  <a:ext uri="{FF2B5EF4-FFF2-40B4-BE49-F238E27FC236}">
                    <a16:creationId xmlns:a16="http://schemas.microsoft.com/office/drawing/2014/main" id="{FD6A629B-17AA-4429-89C7-6F9298C85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1116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02" name="Oval 456">
                <a:extLst>
                  <a:ext uri="{FF2B5EF4-FFF2-40B4-BE49-F238E27FC236}">
                    <a16:creationId xmlns:a16="http://schemas.microsoft.com/office/drawing/2014/main" id="{AC08ACF4-8FD6-4FA3-8576-6A2A6E0DB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1263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03" name="Oval 457">
                <a:extLst>
                  <a:ext uri="{FF2B5EF4-FFF2-40B4-BE49-F238E27FC236}">
                    <a16:creationId xmlns:a16="http://schemas.microsoft.com/office/drawing/2014/main" id="{FDB66617-C505-4DA0-95C6-497994E1C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131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04" name="Oval 458">
                <a:extLst>
                  <a:ext uri="{FF2B5EF4-FFF2-40B4-BE49-F238E27FC236}">
                    <a16:creationId xmlns:a16="http://schemas.microsoft.com/office/drawing/2014/main" id="{78C102B5-4F92-4834-8506-369627BC1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1327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05" name="Oval 459">
                <a:extLst>
                  <a:ext uri="{FF2B5EF4-FFF2-40B4-BE49-F238E27FC236}">
                    <a16:creationId xmlns:a16="http://schemas.microsoft.com/office/drawing/2014/main" id="{01509DCB-B36D-4F9B-907A-7314754E9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348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06" name="Oval 460">
                <a:extLst>
                  <a:ext uri="{FF2B5EF4-FFF2-40B4-BE49-F238E27FC236}">
                    <a16:creationId xmlns:a16="http://schemas.microsoft.com/office/drawing/2014/main" id="{0B598DEB-B66F-45CE-AAAC-BF327A803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1367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07" name="Oval 461">
                <a:extLst>
                  <a:ext uri="{FF2B5EF4-FFF2-40B4-BE49-F238E27FC236}">
                    <a16:creationId xmlns:a16="http://schemas.microsoft.com/office/drawing/2014/main" id="{8BDA1849-BAAA-4062-86B1-4561000DB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391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08" name="Oval 462">
                <a:extLst>
                  <a:ext uri="{FF2B5EF4-FFF2-40B4-BE49-F238E27FC236}">
                    <a16:creationId xmlns:a16="http://schemas.microsoft.com/office/drawing/2014/main" id="{2C66D666-ACEE-4463-981B-70757C618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332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09" name="Oval 463">
                <a:extLst>
                  <a:ext uri="{FF2B5EF4-FFF2-40B4-BE49-F238E27FC236}">
                    <a16:creationId xmlns:a16="http://schemas.microsoft.com/office/drawing/2014/main" id="{401BBED8-67CA-4BEC-B557-58D8CAB93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1380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10" name="Oval 464">
                <a:extLst>
                  <a:ext uri="{FF2B5EF4-FFF2-40B4-BE49-F238E27FC236}">
                    <a16:creationId xmlns:a16="http://schemas.microsoft.com/office/drawing/2014/main" id="{C954C38E-2561-4823-91FC-D47D05655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" y="1409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11" name="Oval 465">
                <a:extLst>
                  <a:ext uri="{FF2B5EF4-FFF2-40B4-BE49-F238E27FC236}">
                    <a16:creationId xmlns:a16="http://schemas.microsoft.com/office/drawing/2014/main" id="{338EEBC4-116D-4667-BDAA-906D278AE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8" y="1428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12" name="Oval 466">
                <a:extLst>
                  <a:ext uri="{FF2B5EF4-FFF2-40B4-BE49-F238E27FC236}">
                    <a16:creationId xmlns:a16="http://schemas.microsoft.com/office/drawing/2014/main" id="{FEFD4C2C-BCFD-4D3D-95D4-7B61BBD99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6" y="1455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13" name="Oval 467">
                <a:extLst>
                  <a:ext uri="{FF2B5EF4-FFF2-40B4-BE49-F238E27FC236}">
                    <a16:creationId xmlns:a16="http://schemas.microsoft.com/office/drawing/2014/main" id="{3D42C2E0-66A3-4FAA-9FEB-DF9CF12AC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148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14" name="Oval 468">
                <a:extLst>
                  <a:ext uri="{FF2B5EF4-FFF2-40B4-BE49-F238E27FC236}">
                    <a16:creationId xmlns:a16="http://schemas.microsoft.com/office/drawing/2014/main" id="{713125A4-9709-4ACE-823F-3E73BE83F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1500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15" name="Oval 469">
                <a:extLst>
                  <a:ext uri="{FF2B5EF4-FFF2-40B4-BE49-F238E27FC236}">
                    <a16:creationId xmlns:a16="http://schemas.microsoft.com/office/drawing/2014/main" id="{8D853847-2DC0-4A8D-91AE-350DC17A8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3" y="1519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16" name="Oval 470">
                <a:extLst>
                  <a:ext uri="{FF2B5EF4-FFF2-40B4-BE49-F238E27FC236}">
                    <a16:creationId xmlns:a16="http://schemas.microsoft.com/office/drawing/2014/main" id="{EE44E451-F196-4352-A9C1-630485D98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3" y="1623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17" name="Oval 471">
                <a:extLst>
                  <a:ext uri="{FF2B5EF4-FFF2-40B4-BE49-F238E27FC236}">
                    <a16:creationId xmlns:a16="http://schemas.microsoft.com/office/drawing/2014/main" id="{CA7E3276-62BF-435E-A73C-1D772EBDE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1601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18" name="Oval 472">
                <a:extLst>
                  <a:ext uri="{FF2B5EF4-FFF2-40B4-BE49-F238E27FC236}">
                    <a16:creationId xmlns:a16="http://schemas.microsoft.com/office/drawing/2014/main" id="{7EC12178-BD7D-4DAD-A782-F8D575A20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157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19" name="Oval 473">
                <a:extLst>
                  <a:ext uri="{FF2B5EF4-FFF2-40B4-BE49-F238E27FC236}">
                    <a16:creationId xmlns:a16="http://schemas.microsoft.com/office/drawing/2014/main" id="{4446E9CC-2AE9-42AA-A26A-A2A44D7A1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1556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20" name="Oval 474">
                <a:extLst>
                  <a:ext uri="{FF2B5EF4-FFF2-40B4-BE49-F238E27FC236}">
                    <a16:creationId xmlns:a16="http://schemas.microsoft.com/office/drawing/2014/main" id="{175A815A-4B0D-4309-9CE7-4F66577FA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6" y="1532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21" name="Oval 475">
                <a:extLst>
                  <a:ext uri="{FF2B5EF4-FFF2-40B4-BE49-F238E27FC236}">
                    <a16:creationId xmlns:a16="http://schemas.microsoft.com/office/drawing/2014/main" id="{13D4813F-1EA0-4305-B359-281EB6EB1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8" y="1473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22" name="Oval 476">
                <a:extLst>
                  <a:ext uri="{FF2B5EF4-FFF2-40B4-BE49-F238E27FC236}">
                    <a16:creationId xmlns:a16="http://schemas.microsoft.com/office/drawing/2014/main" id="{32BB5203-DB64-4EAD-9DC7-7518DDD1B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1495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23" name="Oval 477">
                <a:extLst>
                  <a:ext uri="{FF2B5EF4-FFF2-40B4-BE49-F238E27FC236}">
                    <a16:creationId xmlns:a16="http://schemas.microsoft.com/office/drawing/2014/main" id="{391169F1-AC40-4C54-B4DC-5F81BEB77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152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24" name="Oval 478">
                <a:extLst>
                  <a:ext uri="{FF2B5EF4-FFF2-40B4-BE49-F238E27FC236}">
                    <a16:creationId xmlns:a16="http://schemas.microsoft.com/office/drawing/2014/main" id="{5D41A7FE-DF5A-4C08-AF74-9DFAC6FF4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537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25" name="Oval 479">
                <a:extLst>
                  <a:ext uri="{FF2B5EF4-FFF2-40B4-BE49-F238E27FC236}">
                    <a16:creationId xmlns:a16="http://schemas.microsoft.com/office/drawing/2014/main" id="{5DB2A12C-D1B3-47C2-B8A5-72390DA09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8" y="1695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26" name="Oval 480">
                <a:extLst>
                  <a:ext uri="{FF2B5EF4-FFF2-40B4-BE49-F238E27FC236}">
                    <a16:creationId xmlns:a16="http://schemas.microsoft.com/office/drawing/2014/main" id="{3C68FF31-3624-4842-AF65-9C804AA82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1705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27" name="Oval 481">
                <a:extLst>
                  <a:ext uri="{FF2B5EF4-FFF2-40B4-BE49-F238E27FC236}">
                    <a16:creationId xmlns:a16="http://schemas.microsoft.com/office/drawing/2014/main" id="{C34F1831-6460-4FAD-9E99-E492A179D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8" y="1625"/>
                <a:ext cx="18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28" name="Oval 482">
                <a:extLst>
                  <a:ext uri="{FF2B5EF4-FFF2-40B4-BE49-F238E27FC236}">
                    <a16:creationId xmlns:a16="http://schemas.microsoft.com/office/drawing/2014/main" id="{753A69F8-23A0-4EBE-8481-AE1C82C12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1580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29" name="Oval 483">
                <a:extLst>
                  <a:ext uri="{FF2B5EF4-FFF2-40B4-BE49-F238E27FC236}">
                    <a16:creationId xmlns:a16="http://schemas.microsoft.com/office/drawing/2014/main" id="{D588221B-4F0D-462B-88BA-540DB4EAE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1353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30" name="Oval 484">
                <a:extLst>
                  <a:ext uri="{FF2B5EF4-FFF2-40B4-BE49-F238E27FC236}">
                    <a16:creationId xmlns:a16="http://schemas.microsoft.com/office/drawing/2014/main" id="{4655B340-3090-4981-A0C1-D12172524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1668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31" name="Oval 485">
                <a:extLst>
                  <a:ext uri="{FF2B5EF4-FFF2-40B4-BE49-F238E27FC236}">
                    <a16:creationId xmlns:a16="http://schemas.microsoft.com/office/drawing/2014/main" id="{DC9DB3B1-58E6-4FC4-B7CB-7DC2AC13F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140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32" name="Oval 486">
                <a:extLst>
                  <a:ext uri="{FF2B5EF4-FFF2-40B4-BE49-F238E27FC236}">
                    <a16:creationId xmlns:a16="http://schemas.microsoft.com/office/drawing/2014/main" id="{1632A7BD-1D9B-4278-B9A0-0EF8AAE48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3" y="144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33" name="Oval 487">
                <a:extLst>
                  <a:ext uri="{FF2B5EF4-FFF2-40B4-BE49-F238E27FC236}">
                    <a16:creationId xmlns:a16="http://schemas.microsoft.com/office/drawing/2014/main" id="{4B285910-285A-4B19-8B46-DE6CE82C2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1" y="1623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34" name="Oval 488">
                <a:extLst>
                  <a:ext uri="{FF2B5EF4-FFF2-40B4-BE49-F238E27FC236}">
                    <a16:creationId xmlns:a16="http://schemas.microsoft.com/office/drawing/2014/main" id="{DD950F38-AF85-4565-852C-986EDEA7A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1380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35" name="Oval 489">
                <a:extLst>
                  <a:ext uri="{FF2B5EF4-FFF2-40B4-BE49-F238E27FC236}">
                    <a16:creationId xmlns:a16="http://schemas.microsoft.com/office/drawing/2014/main" id="{D9CA17A9-6D9F-4E8C-941F-DCC0A755A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1401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36" name="Oval 490">
                <a:extLst>
                  <a:ext uri="{FF2B5EF4-FFF2-40B4-BE49-F238E27FC236}">
                    <a16:creationId xmlns:a16="http://schemas.microsoft.com/office/drawing/2014/main" id="{3BF6E51F-3878-4B20-8CF7-479867D9DF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8" y="1276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37" name="Oval 491">
                <a:extLst>
                  <a:ext uri="{FF2B5EF4-FFF2-40B4-BE49-F238E27FC236}">
                    <a16:creationId xmlns:a16="http://schemas.microsoft.com/office/drawing/2014/main" id="{E3C6C442-E59D-4E5D-9337-75D58FADC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8" y="1300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38" name="Oval 492">
                <a:extLst>
                  <a:ext uri="{FF2B5EF4-FFF2-40B4-BE49-F238E27FC236}">
                    <a16:creationId xmlns:a16="http://schemas.microsoft.com/office/drawing/2014/main" id="{CFBC8374-1EB9-4692-85B8-CEBAEA195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" y="1321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39" name="Oval 493">
                <a:extLst>
                  <a:ext uri="{FF2B5EF4-FFF2-40B4-BE49-F238E27FC236}">
                    <a16:creationId xmlns:a16="http://schemas.microsoft.com/office/drawing/2014/main" id="{C6A4F986-6E61-4372-9523-5F141336B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1" y="1303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40" name="Oval 494">
                <a:extLst>
                  <a:ext uri="{FF2B5EF4-FFF2-40B4-BE49-F238E27FC236}">
                    <a16:creationId xmlns:a16="http://schemas.microsoft.com/office/drawing/2014/main" id="{F4730CEB-1E2A-4015-B7EA-0F4F1276C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1319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41" name="Oval 495">
                <a:extLst>
                  <a:ext uri="{FF2B5EF4-FFF2-40B4-BE49-F238E27FC236}">
                    <a16:creationId xmlns:a16="http://schemas.microsoft.com/office/drawing/2014/main" id="{11CACAAB-CFAF-42B3-BED6-E4AD61D45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1340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42" name="Oval 496">
                <a:extLst>
                  <a:ext uri="{FF2B5EF4-FFF2-40B4-BE49-F238E27FC236}">
                    <a16:creationId xmlns:a16="http://schemas.microsoft.com/office/drawing/2014/main" id="{B696AC94-5F6A-4178-BE22-E419FA1CE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" y="1356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43" name="Oval 497">
                <a:extLst>
                  <a:ext uri="{FF2B5EF4-FFF2-40B4-BE49-F238E27FC236}">
                    <a16:creationId xmlns:a16="http://schemas.microsoft.com/office/drawing/2014/main" id="{18530998-DCB7-4CE1-B0F8-C3C8A9480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" y="1337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44" name="Oval 498">
                <a:extLst>
                  <a:ext uri="{FF2B5EF4-FFF2-40B4-BE49-F238E27FC236}">
                    <a16:creationId xmlns:a16="http://schemas.microsoft.com/office/drawing/2014/main" id="{91C7D58A-B52C-45BF-84AF-0AC9122E0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8" y="135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45" name="Oval 499">
                <a:extLst>
                  <a:ext uri="{FF2B5EF4-FFF2-40B4-BE49-F238E27FC236}">
                    <a16:creationId xmlns:a16="http://schemas.microsoft.com/office/drawing/2014/main" id="{0FB5D97B-B6FB-4349-8DBE-4B70335CB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137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46" name="Oval 500">
                <a:extLst>
                  <a:ext uri="{FF2B5EF4-FFF2-40B4-BE49-F238E27FC236}">
                    <a16:creationId xmlns:a16="http://schemas.microsoft.com/office/drawing/2014/main" id="{EACF6282-5B02-41D9-8C42-9CCF675A4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139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47" name="Oval 501">
                <a:extLst>
                  <a:ext uri="{FF2B5EF4-FFF2-40B4-BE49-F238E27FC236}">
                    <a16:creationId xmlns:a16="http://schemas.microsoft.com/office/drawing/2014/main" id="{72BD2A01-6639-4109-9E25-4C7CC4ABC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1407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48" name="Oval 502">
                <a:extLst>
                  <a:ext uri="{FF2B5EF4-FFF2-40B4-BE49-F238E27FC236}">
                    <a16:creationId xmlns:a16="http://schemas.microsoft.com/office/drawing/2014/main" id="{A7045877-22BE-435F-8AF6-8E66BE836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1372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49" name="Oval 503">
                <a:extLst>
                  <a:ext uri="{FF2B5EF4-FFF2-40B4-BE49-F238E27FC236}">
                    <a16:creationId xmlns:a16="http://schemas.microsoft.com/office/drawing/2014/main" id="{123E7293-E252-4B14-842C-F8F12D25B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1423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50" name="Oval 504">
                <a:extLst>
                  <a:ext uri="{FF2B5EF4-FFF2-40B4-BE49-F238E27FC236}">
                    <a16:creationId xmlns:a16="http://schemas.microsoft.com/office/drawing/2014/main" id="{F6B4A5B1-9495-41F7-810E-99247CAC0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1423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51" name="Oval 505">
                <a:extLst>
                  <a:ext uri="{FF2B5EF4-FFF2-40B4-BE49-F238E27FC236}">
                    <a16:creationId xmlns:a16="http://schemas.microsoft.com/office/drawing/2014/main" id="{E7CA64B9-F7EE-4E7E-90DC-A98B22DBF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8" y="1407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52" name="Oval 506">
                <a:extLst>
                  <a:ext uri="{FF2B5EF4-FFF2-40B4-BE49-F238E27FC236}">
                    <a16:creationId xmlns:a16="http://schemas.microsoft.com/office/drawing/2014/main" id="{6DBC7664-D55F-4719-AA48-4284EFF18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8" y="1428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53" name="Oval 507">
                <a:extLst>
                  <a:ext uri="{FF2B5EF4-FFF2-40B4-BE49-F238E27FC236}">
                    <a16:creationId xmlns:a16="http://schemas.microsoft.com/office/drawing/2014/main" id="{9A5674E6-E1C9-4D52-8A73-C740688A8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1" y="1447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54" name="Oval 508">
                <a:extLst>
                  <a:ext uri="{FF2B5EF4-FFF2-40B4-BE49-F238E27FC236}">
                    <a16:creationId xmlns:a16="http://schemas.microsoft.com/office/drawing/2014/main" id="{ED833120-C63A-49CA-A9E5-4A89299C79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1" y="1473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55" name="Oval 509">
                <a:extLst>
                  <a:ext uri="{FF2B5EF4-FFF2-40B4-BE49-F238E27FC236}">
                    <a16:creationId xmlns:a16="http://schemas.microsoft.com/office/drawing/2014/main" id="{C6B72DA5-7C04-4514-A724-ED88834BD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8" y="1492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56" name="Oval 510">
                <a:extLst>
                  <a:ext uri="{FF2B5EF4-FFF2-40B4-BE49-F238E27FC236}">
                    <a16:creationId xmlns:a16="http://schemas.microsoft.com/office/drawing/2014/main" id="{5A0443DA-4F0A-4639-AD4C-9B69A566A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3" y="1500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57" name="Oval 511">
                <a:extLst>
                  <a:ext uri="{FF2B5EF4-FFF2-40B4-BE49-F238E27FC236}">
                    <a16:creationId xmlns:a16="http://schemas.microsoft.com/office/drawing/2014/main" id="{B573E145-5476-498C-ACE3-14768E578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1" y="1516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58" name="Oval 512">
                <a:extLst>
                  <a:ext uri="{FF2B5EF4-FFF2-40B4-BE49-F238E27FC236}">
                    <a16:creationId xmlns:a16="http://schemas.microsoft.com/office/drawing/2014/main" id="{7E6C9AB7-BD3A-4062-A96F-1D7F92E52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8" y="1647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59" name="Oval 513">
                <a:extLst>
                  <a:ext uri="{FF2B5EF4-FFF2-40B4-BE49-F238E27FC236}">
                    <a16:creationId xmlns:a16="http://schemas.microsoft.com/office/drawing/2014/main" id="{11ADFBC0-35F8-4223-8A7C-74CBCEE2C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1671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60" name="Oval 514">
                <a:extLst>
                  <a:ext uri="{FF2B5EF4-FFF2-40B4-BE49-F238E27FC236}">
                    <a16:creationId xmlns:a16="http://schemas.microsoft.com/office/drawing/2014/main" id="{A359F19D-DF20-4EDD-9FCF-3D4B6D012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1692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61" name="Oval 515">
                <a:extLst>
                  <a:ext uri="{FF2B5EF4-FFF2-40B4-BE49-F238E27FC236}">
                    <a16:creationId xmlns:a16="http://schemas.microsoft.com/office/drawing/2014/main" id="{92D28E07-D1DC-4BA2-8915-2493567A3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8" y="1716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62" name="Oval 516">
                <a:extLst>
                  <a:ext uri="{FF2B5EF4-FFF2-40B4-BE49-F238E27FC236}">
                    <a16:creationId xmlns:a16="http://schemas.microsoft.com/office/drawing/2014/main" id="{1BA983C1-21A1-4085-AE16-9C85B5949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1" y="1737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63" name="Oval 517">
                <a:extLst>
                  <a:ext uri="{FF2B5EF4-FFF2-40B4-BE49-F238E27FC236}">
                    <a16:creationId xmlns:a16="http://schemas.microsoft.com/office/drawing/2014/main" id="{73938D53-E4D8-4F69-AA04-BC22DFCE2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1761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64" name="Oval 518">
                <a:extLst>
                  <a:ext uri="{FF2B5EF4-FFF2-40B4-BE49-F238E27FC236}">
                    <a16:creationId xmlns:a16="http://schemas.microsoft.com/office/drawing/2014/main" id="{FAC926EC-F25E-4CE9-8175-4098CA924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6" y="1791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65" name="Oval 519">
                <a:extLst>
                  <a:ext uri="{FF2B5EF4-FFF2-40B4-BE49-F238E27FC236}">
                    <a16:creationId xmlns:a16="http://schemas.microsoft.com/office/drawing/2014/main" id="{13B9BF47-88A5-488F-AE7E-19783CB8A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3" y="1743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66" name="Oval 520">
                <a:extLst>
                  <a:ext uri="{FF2B5EF4-FFF2-40B4-BE49-F238E27FC236}">
                    <a16:creationId xmlns:a16="http://schemas.microsoft.com/office/drawing/2014/main" id="{AF6AB8EE-BF04-4FA3-9B82-22FC22574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3" y="1721"/>
                <a:ext cx="18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67" name="Oval 521">
                <a:extLst>
                  <a:ext uri="{FF2B5EF4-FFF2-40B4-BE49-F238E27FC236}">
                    <a16:creationId xmlns:a16="http://schemas.microsoft.com/office/drawing/2014/main" id="{87D360FC-B617-479D-9BF5-2010D4EED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1" y="1681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68" name="Oval 522">
                <a:extLst>
                  <a:ext uri="{FF2B5EF4-FFF2-40B4-BE49-F238E27FC236}">
                    <a16:creationId xmlns:a16="http://schemas.microsoft.com/office/drawing/2014/main" id="{7D312B73-8EC4-49B2-B7C0-1F465E73C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1655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69" name="Oval 523">
                <a:extLst>
                  <a:ext uri="{FF2B5EF4-FFF2-40B4-BE49-F238E27FC236}">
                    <a16:creationId xmlns:a16="http://schemas.microsoft.com/office/drawing/2014/main" id="{172BEC41-3E6E-4119-A0C3-6B048E466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6" y="1767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70" name="Oval 524">
                <a:extLst>
                  <a:ext uri="{FF2B5EF4-FFF2-40B4-BE49-F238E27FC236}">
                    <a16:creationId xmlns:a16="http://schemas.microsoft.com/office/drawing/2014/main" id="{4571F722-2842-4A3D-A304-33204C6AD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1793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71" name="Oval 525">
                <a:extLst>
                  <a:ext uri="{FF2B5EF4-FFF2-40B4-BE49-F238E27FC236}">
                    <a16:creationId xmlns:a16="http://schemas.microsoft.com/office/drawing/2014/main" id="{32FF58B8-FC1D-489B-8E5F-E05A3A641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1815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72" name="Oval 526">
                <a:extLst>
                  <a:ext uri="{FF2B5EF4-FFF2-40B4-BE49-F238E27FC236}">
                    <a16:creationId xmlns:a16="http://schemas.microsoft.com/office/drawing/2014/main" id="{4EB92C8F-C60D-45B7-85A3-FE40109B82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1" y="1839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73" name="Oval 527">
                <a:extLst>
                  <a:ext uri="{FF2B5EF4-FFF2-40B4-BE49-F238E27FC236}">
                    <a16:creationId xmlns:a16="http://schemas.microsoft.com/office/drawing/2014/main" id="{925A1E2B-4A49-4D2A-8334-F89D732C4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6" y="1860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74" name="Oval 528">
                <a:extLst>
                  <a:ext uri="{FF2B5EF4-FFF2-40B4-BE49-F238E27FC236}">
                    <a16:creationId xmlns:a16="http://schemas.microsoft.com/office/drawing/2014/main" id="{29C2826B-0A40-452F-8BA2-37E5F1E5C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6" y="1873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75" name="Oval 529">
                <a:extLst>
                  <a:ext uri="{FF2B5EF4-FFF2-40B4-BE49-F238E27FC236}">
                    <a16:creationId xmlns:a16="http://schemas.microsoft.com/office/drawing/2014/main" id="{FD789A2D-532E-43FB-9442-3E41BAB2D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3" y="1855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76" name="Oval 530">
                <a:extLst>
                  <a:ext uri="{FF2B5EF4-FFF2-40B4-BE49-F238E27FC236}">
                    <a16:creationId xmlns:a16="http://schemas.microsoft.com/office/drawing/2014/main" id="{5D1E1C25-7ACC-4739-A262-4DF6703B1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6" y="1831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77" name="Oval 531">
                <a:extLst>
                  <a:ext uri="{FF2B5EF4-FFF2-40B4-BE49-F238E27FC236}">
                    <a16:creationId xmlns:a16="http://schemas.microsoft.com/office/drawing/2014/main" id="{4C248600-50A3-494A-A383-2B3886FB1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1" y="1775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78" name="Oval 532">
                <a:extLst>
                  <a:ext uri="{FF2B5EF4-FFF2-40B4-BE49-F238E27FC236}">
                    <a16:creationId xmlns:a16="http://schemas.microsoft.com/office/drawing/2014/main" id="{1698230E-3B40-4CC7-AD0E-89F84F077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1327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79" name="Oval 533">
                <a:extLst>
                  <a:ext uri="{FF2B5EF4-FFF2-40B4-BE49-F238E27FC236}">
                    <a16:creationId xmlns:a16="http://schemas.microsoft.com/office/drawing/2014/main" id="{8007DB14-976A-4393-B692-A6A8928FB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1348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80" name="Oval 534">
                <a:extLst>
                  <a:ext uri="{FF2B5EF4-FFF2-40B4-BE49-F238E27FC236}">
                    <a16:creationId xmlns:a16="http://schemas.microsoft.com/office/drawing/2014/main" id="{3C59A338-8640-4D0F-9952-FF1F69C41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3" y="136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81" name="Oval 535">
                <a:extLst>
                  <a:ext uri="{FF2B5EF4-FFF2-40B4-BE49-F238E27FC236}">
                    <a16:creationId xmlns:a16="http://schemas.microsoft.com/office/drawing/2014/main" id="{1B68C459-E816-4164-A64E-708A00E77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567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82" name="Oval 536">
                <a:extLst>
                  <a:ext uri="{FF2B5EF4-FFF2-40B4-BE49-F238E27FC236}">
                    <a16:creationId xmlns:a16="http://schemas.microsoft.com/office/drawing/2014/main" id="{D69378FA-513A-4382-9947-B82D72E3B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1" y="1583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83" name="Oval 537">
                <a:extLst>
                  <a:ext uri="{FF2B5EF4-FFF2-40B4-BE49-F238E27FC236}">
                    <a16:creationId xmlns:a16="http://schemas.microsoft.com/office/drawing/2014/main" id="{C11EB642-3BA0-4A4A-87A4-BA6DFE2DD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1601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84" name="Oval 538">
                <a:extLst>
                  <a:ext uri="{FF2B5EF4-FFF2-40B4-BE49-F238E27FC236}">
                    <a16:creationId xmlns:a16="http://schemas.microsoft.com/office/drawing/2014/main" id="{871CF3F6-4104-44BE-BE65-B10CE2F22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3" y="1620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85" name="Oval 539">
                <a:extLst>
                  <a:ext uri="{FF2B5EF4-FFF2-40B4-BE49-F238E27FC236}">
                    <a16:creationId xmlns:a16="http://schemas.microsoft.com/office/drawing/2014/main" id="{2EF199F6-173B-4822-93F6-233B11D60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1633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86" name="Oval 540">
                <a:extLst>
                  <a:ext uri="{FF2B5EF4-FFF2-40B4-BE49-F238E27FC236}">
                    <a16:creationId xmlns:a16="http://schemas.microsoft.com/office/drawing/2014/main" id="{A56E1261-5543-4F1E-98D6-B7DE03432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1652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87" name="Oval 541">
                <a:extLst>
                  <a:ext uri="{FF2B5EF4-FFF2-40B4-BE49-F238E27FC236}">
                    <a16:creationId xmlns:a16="http://schemas.microsoft.com/office/drawing/2014/main" id="{5DB9EB6F-86B7-4AD5-89C7-FDD86365D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1676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88" name="Oval 542">
                <a:extLst>
                  <a:ext uri="{FF2B5EF4-FFF2-40B4-BE49-F238E27FC236}">
                    <a16:creationId xmlns:a16="http://schemas.microsoft.com/office/drawing/2014/main" id="{59CDC24D-6ED7-49AD-849A-A2F9B4CC9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3" y="1700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89" name="Oval 543">
                <a:extLst>
                  <a:ext uri="{FF2B5EF4-FFF2-40B4-BE49-F238E27FC236}">
                    <a16:creationId xmlns:a16="http://schemas.microsoft.com/office/drawing/2014/main" id="{BD70D933-C8A7-48F1-AFEF-A1726FF92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1721"/>
                <a:ext cx="18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90" name="Oval 544">
                <a:extLst>
                  <a:ext uri="{FF2B5EF4-FFF2-40B4-BE49-F238E27FC236}">
                    <a16:creationId xmlns:a16="http://schemas.microsoft.com/office/drawing/2014/main" id="{8BFCAD76-0FAE-4F3A-A324-7F976BFEA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1745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91" name="Oval 545">
                <a:extLst>
                  <a:ext uri="{FF2B5EF4-FFF2-40B4-BE49-F238E27FC236}">
                    <a16:creationId xmlns:a16="http://schemas.microsoft.com/office/drawing/2014/main" id="{0848B08A-1F9D-4317-9280-08A7D40CF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769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92" name="Oval 546">
                <a:extLst>
                  <a:ext uri="{FF2B5EF4-FFF2-40B4-BE49-F238E27FC236}">
                    <a16:creationId xmlns:a16="http://schemas.microsoft.com/office/drawing/2014/main" id="{763FD88A-EBBC-4054-9081-7349D3634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3" y="1793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93" name="Oval 547">
                <a:extLst>
                  <a:ext uri="{FF2B5EF4-FFF2-40B4-BE49-F238E27FC236}">
                    <a16:creationId xmlns:a16="http://schemas.microsoft.com/office/drawing/2014/main" id="{B4460E2F-06B7-4B33-8AE5-8E4C5D305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740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94" name="Oval 548">
                <a:extLst>
                  <a:ext uri="{FF2B5EF4-FFF2-40B4-BE49-F238E27FC236}">
                    <a16:creationId xmlns:a16="http://schemas.microsoft.com/office/drawing/2014/main" id="{CC5AFEC8-55DA-468E-A91A-6FDD3A741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1711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95" name="Oval 549">
                <a:extLst>
                  <a:ext uri="{FF2B5EF4-FFF2-40B4-BE49-F238E27FC236}">
                    <a16:creationId xmlns:a16="http://schemas.microsoft.com/office/drawing/2014/main" id="{75CB2ADE-2FA0-4C3C-AFE9-C9725939D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679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96" name="Oval 550">
                <a:extLst>
                  <a:ext uri="{FF2B5EF4-FFF2-40B4-BE49-F238E27FC236}">
                    <a16:creationId xmlns:a16="http://schemas.microsoft.com/office/drawing/2014/main" id="{207C5667-5D10-4938-BBBE-2448656E0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1649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97" name="Oval 551">
                <a:extLst>
                  <a:ext uri="{FF2B5EF4-FFF2-40B4-BE49-F238E27FC236}">
                    <a16:creationId xmlns:a16="http://schemas.microsoft.com/office/drawing/2014/main" id="{97D412AC-DE31-4203-8F5A-54F466408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3" y="1636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98" name="Oval 552">
                <a:extLst>
                  <a:ext uri="{FF2B5EF4-FFF2-40B4-BE49-F238E27FC236}">
                    <a16:creationId xmlns:a16="http://schemas.microsoft.com/office/drawing/2014/main" id="{2EF63436-901C-4E0A-9449-573C5E0B6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3" y="1607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499" name="Oval 553">
                <a:extLst>
                  <a:ext uri="{FF2B5EF4-FFF2-40B4-BE49-F238E27FC236}">
                    <a16:creationId xmlns:a16="http://schemas.microsoft.com/office/drawing/2014/main" id="{9303C971-6D1C-44D4-9430-857E3662F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1599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00" name="Oval 554">
                <a:extLst>
                  <a:ext uri="{FF2B5EF4-FFF2-40B4-BE49-F238E27FC236}">
                    <a16:creationId xmlns:a16="http://schemas.microsoft.com/office/drawing/2014/main" id="{3D01F19B-1FD8-447F-BE28-B70C376CC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1695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01" name="Oval 555">
                <a:extLst>
                  <a:ext uri="{FF2B5EF4-FFF2-40B4-BE49-F238E27FC236}">
                    <a16:creationId xmlns:a16="http://schemas.microsoft.com/office/drawing/2014/main" id="{553027A5-51F7-4512-BE35-D6B28EC32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3" y="1753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02" name="Oval 556">
                <a:extLst>
                  <a:ext uri="{FF2B5EF4-FFF2-40B4-BE49-F238E27FC236}">
                    <a16:creationId xmlns:a16="http://schemas.microsoft.com/office/drawing/2014/main" id="{E484C6AF-A71A-4555-8325-F1D7CDFBF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1791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03" name="Oval 557">
                <a:extLst>
                  <a:ext uri="{FF2B5EF4-FFF2-40B4-BE49-F238E27FC236}">
                    <a16:creationId xmlns:a16="http://schemas.microsoft.com/office/drawing/2014/main" id="{9C6E5371-2278-49E4-9301-EC526B8E1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3" y="1825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04" name="Oval 558">
                <a:extLst>
                  <a:ext uri="{FF2B5EF4-FFF2-40B4-BE49-F238E27FC236}">
                    <a16:creationId xmlns:a16="http://schemas.microsoft.com/office/drawing/2014/main" id="{0A23E820-9032-4BE6-9AA2-E013617E7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1860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05" name="Oval 559">
                <a:extLst>
                  <a:ext uri="{FF2B5EF4-FFF2-40B4-BE49-F238E27FC236}">
                    <a16:creationId xmlns:a16="http://schemas.microsoft.com/office/drawing/2014/main" id="{12848E0F-3981-4BB7-BC7D-93F8A12EB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8" y="1884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06" name="Oval 560">
                <a:extLst>
                  <a:ext uri="{FF2B5EF4-FFF2-40B4-BE49-F238E27FC236}">
                    <a16:creationId xmlns:a16="http://schemas.microsoft.com/office/drawing/2014/main" id="{2CAA1922-0906-4107-9FD6-15774B9FA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8" y="1913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07" name="Oval 561">
                <a:extLst>
                  <a:ext uri="{FF2B5EF4-FFF2-40B4-BE49-F238E27FC236}">
                    <a16:creationId xmlns:a16="http://schemas.microsoft.com/office/drawing/2014/main" id="{B5C02715-0F5E-4388-B699-7F9F86F13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1943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08" name="Oval 562">
                <a:extLst>
                  <a:ext uri="{FF2B5EF4-FFF2-40B4-BE49-F238E27FC236}">
                    <a16:creationId xmlns:a16="http://schemas.microsoft.com/office/drawing/2014/main" id="{68DA6A34-DBA9-452A-BDA6-7D0453A58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" y="1972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09" name="Oval 563">
                <a:extLst>
                  <a:ext uri="{FF2B5EF4-FFF2-40B4-BE49-F238E27FC236}">
                    <a16:creationId xmlns:a16="http://schemas.microsoft.com/office/drawing/2014/main" id="{8DA5B8BE-4F6E-4A3A-90A7-497EB057F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1" y="1940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10" name="Oval 564">
                <a:extLst>
                  <a:ext uri="{FF2B5EF4-FFF2-40B4-BE49-F238E27FC236}">
                    <a16:creationId xmlns:a16="http://schemas.microsoft.com/office/drawing/2014/main" id="{2E3E4D8E-D2DB-42F2-977F-0FA25BAFE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1900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11" name="Oval 565">
                <a:extLst>
                  <a:ext uri="{FF2B5EF4-FFF2-40B4-BE49-F238E27FC236}">
                    <a16:creationId xmlns:a16="http://schemas.microsoft.com/office/drawing/2014/main" id="{EF5D23F7-2F87-4DEA-B4DF-E0AD7605D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1865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12" name="Oval 566">
                <a:extLst>
                  <a:ext uri="{FF2B5EF4-FFF2-40B4-BE49-F238E27FC236}">
                    <a16:creationId xmlns:a16="http://schemas.microsoft.com/office/drawing/2014/main" id="{FBFCA53F-1689-4CF5-8F5E-A77810E3E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1844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13" name="Oval 567">
                <a:extLst>
                  <a:ext uri="{FF2B5EF4-FFF2-40B4-BE49-F238E27FC236}">
                    <a16:creationId xmlns:a16="http://schemas.microsoft.com/office/drawing/2014/main" id="{48149582-3CBF-4270-B04B-96102BF2D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3" y="1823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14" name="Oval 568">
                <a:extLst>
                  <a:ext uri="{FF2B5EF4-FFF2-40B4-BE49-F238E27FC236}">
                    <a16:creationId xmlns:a16="http://schemas.microsoft.com/office/drawing/2014/main" id="{8BF03C3B-306C-4351-8AE1-13D6488BA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1961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15" name="Oval 569">
                <a:extLst>
                  <a:ext uri="{FF2B5EF4-FFF2-40B4-BE49-F238E27FC236}">
                    <a16:creationId xmlns:a16="http://schemas.microsoft.com/office/drawing/2014/main" id="{7D97F06F-F539-45AB-8412-49433F426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199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16" name="Oval 570">
                <a:extLst>
                  <a:ext uri="{FF2B5EF4-FFF2-40B4-BE49-F238E27FC236}">
                    <a16:creationId xmlns:a16="http://schemas.microsoft.com/office/drawing/2014/main" id="{0966E863-B2F2-4110-B252-DBA581ED9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8" y="2031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17" name="Oval 571">
                <a:extLst>
                  <a:ext uri="{FF2B5EF4-FFF2-40B4-BE49-F238E27FC236}">
                    <a16:creationId xmlns:a16="http://schemas.microsoft.com/office/drawing/2014/main" id="{2377A6BA-A6F4-4A25-8401-3EB5D1C63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2060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18" name="Oval 572">
                <a:extLst>
                  <a:ext uri="{FF2B5EF4-FFF2-40B4-BE49-F238E27FC236}">
                    <a16:creationId xmlns:a16="http://schemas.microsoft.com/office/drawing/2014/main" id="{050AFE47-4C33-47D8-8CE8-A896A3EB9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8" y="203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19" name="Oval 573">
                <a:extLst>
                  <a:ext uri="{FF2B5EF4-FFF2-40B4-BE49-F238E27FC236}">
                    <a16:creationId xmlns:a16="http://schemas.microsoft.com/office/drawing/2014/main" id="{3E468DF8-1CB5-4A06-AFC8-7A1DE0B64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004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20" name="Oval 574">
                <a:extLst>
                  <a:ext uri="{FF2B5EF4-FFF2-40B4-BE49-F238E27FC236}">
                    <a16:creationId xmlns:a16="http://schemas.microsoft.com/office/drawing/2014/main" id="{F9ED2CAE-4B70-451E-8EB4-26EE9298C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8" y="1983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21" name="Oval 575">
                <a:extLst>
                  <a:ext uri="{FF2B5EF4-FFF2-40B4-BE49-F238E27FC236}">
                    <a16:creationId xmlns:a16="http://schemas.microsoft.com/office/drawing/2014/main" id="{888B7159-465C-4597-B3E9-125B0D8980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1956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22" name="Freeform 576">
                <a:extLst>
                  <a:ext uri="{FF2B5EF4-FFF2-40B4-BE49-F238E27FC236}">
                    <a16:creationId xmlns:a16="http://schemas.microsoft.com/office/drawing/2014/main" id="{A5842EBE-7E67-4C8B-A224-D375B0A33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785"/>
                <a:ext cx="375" cy="502"/>
              </a:xfrm>
              <a:custGeom>
                <a:avLst/>
                <a:gdLst>
                  <a:gd name="T0" fmla="*/ 5208 w 150"/>
                  <a:gd name="T1" fmla="*/ 64862 h 188"/>
                  <a:gd name="T2" fmla="*/ 6845 w 150"/>
                  <a:gd name="T3" fmla="*/ 56892 h 188"/>
                  <a:gd name="T4" fmla="*/ 10550 w 150"/>
                  <a:gd name="T5" fmla="*/ 50374 h 188"/>
                  <a:gd name="T6" fmla="*/ 14458 w 150"/>
                  <a:gd name="T7" fmla="*/ 42344 h 188"/>
                  <a:gd name="T8" fmla="*/ 18095 w 150"/>
                  <a:gd name="T9" fmla="*/ 33396 h 188"/>
                  <a:gd name="T10" fmla="*/ 22470 w 150"/>
                  <a:gd name="T11" fmla="*/ 27551 h 188"/>
                  <a:gd name="T12" fmla="*/ 26875 w 150"/>
                  <a:gd name="T13" fmla="*/ 18446 h 188"/>
                  <a:gd name="T14" fmla="*/ 36645 w 150"/>
                  <a:gd name="T15" fmla="*/ 0 h 188"/>
                  <a:gd name="T16" fmla="*/ 29813 w 150"/>
                  <a:gd name="T17" fmla="*/ 8035 h 188"/>
                  <a:gd name="T18" fmla="*/ 22270 w 150"/>
                  <a:gd name="T19" fmla="*/ 17383 h 188"/>
                  <a:gd name="T20" fmla="*/ 15158 w 150"/>
                  <a:gd name="T21" fmla="*/ 30403 h 188"/>
                  <a:gd name="T22" fmla="*/ 8333 w 150"/>
                  <a:gd name="T23" fmla="*/ 41695 h 188"/>
                  <a:gd name="T24" fmla="*/ 1300 w 150"/>
                  <a:gd name="T25" fmla="*/ 62331 h 188"/>
                  <a:gd name="T26" fmla="*/ 2270 w 150"/>
                  <a:gd name="T27" fmla="*/ 68120 h 18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88">
                    <a:moveTo>
                      <a:pt x="21" y="179"/>
                    </a:moveTo>
                    <a:cubicBezTo>
                      <a:pt x="23" y="171"/>
                      <a:pt x="24" y="164"/>
                      <a:pt x="28" y="157"/>
                    </a:cubicBezTo>
                    <a:cubicBezTo>
                      <a:pt x="32" y="150"/>
                      <a:pt x="38" y="145"/>
                      <a:pt x="43" y="139"/>
                    </a:cubicBezTo>
                    <a:cubicBezTo>
                      <a:pt x="48" y="131"/>
                      <a:pt x="54" y="124"/>
                      <a:pt x="59" y="117"/>
                    </a:cubicBezTo>
                    <a:cubicBezTo>
                      <a:pt x="65" y="108"/>
                      <a:pt x="67" y="100"/>
                      <a:pt x="74" y="92"/>
                    </a:cubicBezTo>
                    <a:cubicBezTo>
                      <a:pt x="79" y="86"/>
                      <a:pt x="87" y="82"/>
                      <a:pt x="92" y="76"/>
                    </a:cubicBezTo>
                    <a:cubicBezTo>
                      <a:pt x="99" y="68"/>
                      <a:pt x="105" y="59"/>
                      <a:pt x="110" y="51"/>
                    </a:cubicBezTo>
                    <a:cubicBezTo>
                      <a:pt x="122" y="33"/>
                      <a:pt x="138" y="17"/>
                      <a:pt x="150" y="0"/>
                    </a:cubicBezTo>
                    <a:cubicBezTo>
                      <a:pt x="140" y="7"/>
                      <a:pt x="132" y="15"/>
                      <a:pt x="122" y="22"/>
                    </a:cubicBezTo>
                    <a:cubicBezTo>
                      <a:pt x="111" y="29"/>
                      <a:pt x="100" y="38"/>
                      <a:pt x="91" y="48"/>
                    </a:cubicBezTo>
                    <a:cubicBezTo>
                      <a:pt x="81" y="60"/>
                      <a:pt x="73" y="73"/>
                      <a:pt x="62" y="84"/>
                    </a:cubicBezTo>
                    <a:cubicBezTo>
                      <a:pt x="52" y="95"/>
                      <a:pt x="42" y="103"/>
                      <a:pt x="34" y="115"/>
                    </a:cubicBezTo>
                    <a:cubicBezTo>
                      <a:pt x="22" y="134"/>
                      <a:pt x="13" y="152"/>
                      <a:pt x="5" y="172"/>
                    </a:cubicBezTo>
                    <a:cubicBezTo>
                      <a:pt x="2" y="179"/>
                      <a:pt x="0" y="184"/>
                      <a:pt x="9" y="188"/>
                    </a:cubicBezTo>
                  </a:path>
                </a:pathLst>
              </a:custGeom>
              <a:solidFill>
                <a:srgbClr val="D8D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3" name="Freeform 577">
                <a:extLst>
                  <a:ext uri="{FF2B5EF4-FFF2-40B4-BE49-F238E27FC236}">
                    <a16:creationId xmlns:a16="http://schemas.microsoft.com/office/drawing/2014/main" id="{AD67E72D-6E48-4452-B2C6-B65A72669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996"/>
                <a:ext cx="137" cy="245"/>
              </a:xfrm>
              <a:custGeom>
                <a:avLst/>
                <a:gdLst>
                  <a:gd name="T0" fmla="*/ 5007 w 55"/>
                  <a:gd name="T1" fmla="*/ 14333 h 92"/>
                  <a:gd name="T2" fmla="*/ 11702 w 55"/>
                  <a:gd name="T3" fmla="*/ 0 h 92"/>
                  <a:gd name="T4" fmla="*/ 5473 w 55"/>
                  <a:gd name="T5" fmla="*/ 6836 h 92"/>
                  <a:gd name="T6" fmla="*/ 0 w 55"/>
                  <a:gd name="T7" fmla="*/ 11765 h 92"/>
                  <a:gd name="T8" fmla="*/ 11974 w 55"/>
                  <a:gd name="T9" fmla="*/ 32785 h 92"/>
                  <a:gd name="T10" fmla="*/ 13122 w 55"/>
                  <a:gd name="T11" fmla="*/ 25701 h 92"/>
                  <a:gd name="T12" fmla="*/ 8364 w 55"/>
                  <a:gd name="T13" fmla="*/ 22473 h 92"/>
                  <a:gd name="T14" fmla="*/ 13122 w 55"/>
                  <a:gd name="T15" fmla="*/ 10064 h 92"/>
                  <a:gd name="T16" fmla="*/ 5007 w 55"/>
                  <a:gd name="T17" fmla="*/ 14333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92">
                    <a:moveTo>
                      <a:pt x="21" y="40"/>
                    </a:moveTo>
                    <a:cubicBezTo>
                      <a:pt x="12" y="26"/>
                      <a:pt x="43" y="7"/>
                      <a:pt x="49" y="0"/>
                    </a:cubicBezTo>
                    <a:cubicBezTo>
                      <a:pt x="40" y="3"/>
                      <a:pt x="31" y="13"/>
                      <a:pt x="23" y="19"/>
                    </a:cubicBezTo>
                    <a:cubicBezTo>
                      <a:pt x="17" y="23"/>
                      <a:pt x="8" y="32"/>
                      <a:pt x="0" y="33"/>
                    </a:cubicBezTo>
                    <a:cubicBezTo>
                      <a:pt x="14" y="55"/>
                      <a:pt x="31" y="75"/>
                      <a:pt x="50" y="92"/>
                    </a:cubicBezTo>
                    <a:cubicBezTo>
                      <a:pt x="50" y="85"/>
                      <a:pt x="52" y="79"/>
                      <a:pt x="55" y="72"/>
                    </a:cubicBezTo>
                    <a:cubicBezTo>
                      <a:pt x="47" y="72"/>
                      <a:pt x="37" y="73"/>
                      <a:pt x="35" y="63"/>
                    </a:cubicBezTo>
                    <a:cubicBezTo>
                      <a:pt x="32" y="48"/>
                      <a:pt x="50" y="40"/>
                      <a:pt x="55" y="28"/>
                    </a:cubicBezTo>
                    <a:cubicBezTo>
                      <a:pt x="48" y="29"/>
                      <a:pt x="29" y="51"/>
                      <a:pt x="21" y="40"/>
                    </a:cubicBezTo>
                    <a:close/>
                  </a:path>
                </a:pathLst>
              </a:custGeom>
              <a:solidFill>
                <a:srgbClr val="D8D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4" name="Freeform 578">
                <a:extLst>
                  <a:ext uri="{FF2B5EF4-FFF2-40B4-BE49-F238E27FC236}">
                    <a16:creationId xmlns:a16="http://schemas.microsoft.com/office/drawing/2014/main" id="{2D600A6C-1088-4B86-86D2-C37669429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607"/>
                <a:ext cx="402" cy="341"/>
              </a:xfrm>
              <a:custGeom>
                <a:avLst/>
                <a:gdLst>
                  <a:gd name="T0" fmla="*/ 0 w 161"/>
                  <a:gd name="T1" fmla="*/ 45073 h 128"/>
                  <a:gd name="T2" fmla="*/ 10692 w 161"/>
                  <a:gd name="T3" fmla="*/ 31122 h 128"/>
                  <a:gd name="T4" fmla="*/ 19396 w 161"/>
                  <a:gd name="T5" fmla="*/ 17588 h 128"/>
                  <a:gd name="T6" fmla="*/ 39029 w 161"/>
                  <a:gd name="T7" fmla="*/ 0 h 128"/>
                  <a:gd name="T8" fmla="*/ 15705 w 161"/>
                  <a:gd name="T9" fmla="*/ 29270 h 128"/>
                  <a:gd name="T10" fmla="*/ 10180 w 161"/>
                  <a:gd name="T11" fmla="*/ 39745 h 128"/>
                  <a:gd name="T12" fmla="*/ 6989 w 161"/>
                  <a:gd name="T13" fmla="*/ 41051 h 128"/>
                  <a:gd name="T14" fmla="*/ 3578 w 161"/>
                  <a:gd name="T15" fmla="*/ 43619 h 128"/>
                  <a:gd name="T16" fmla="*/ 0 w 161"/>
                  <a:gd name="T17" fmla="*/ 45734 h 1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1" h="128">
                    <a:moveTo>
                      <a:pt x="0" y="126"/>
                    </a:moveTo>
                    <a:cubicBezTo>
                      <a:pt x="13" y="112"/>
                      <a:pt x="29" y="100"/>
                      <a:pt x="44" y="87"/>
                    </a:cubicBezTo>
                    <a:cubicBezTo>
                      <a:pt x="56" y="77"/>
                      <a:pt x="67" y="59"/>
                      <a:pt x="80" y="49"/>
                    </a:cubicBezTo>
                    <a:cubicBezTo>
                      <a:pt x="105" y="29"/>
                      <a:pt x="130" y="11"/>
                      <a:pt x="161" y="0"/>
                    </a:cubicBezTo>
                    <a:cubicBezTo>
                      <a:pt x="127" y="24"/>
                      <a:pt x="93" y="49"/>
                      <a:pt x="65" y="82"/>
                    </a:cubicBezTo>
                    <a:cubicBezTo>
                      <a:pt x="58" y="90"/>
                      <a:pt x="51" y="106"/>
                      <a:pt x="42" y="111"/>
                    </a:cubicBezTo>
                    <a:cubicBezTo>
                      <a:pt x="39" y="114"/>
                      <a:pt x="33" y="114"/>
                      <a:pt x="29" y="115"/>
                    </a:cubicBezTo>
                    <a:cubicBezTo>
                      <a:pt x="24" y="117"/>
                      <a:pt x="20" y="119"/>
                      <a:pt x="15" y="122"/>
                    </a:cubicBezTo>
                    <a:cubicBezTo>
                      <a:pt x="10" y="124"/>
                      <a:pt x="4" y="125"/>
                      <a:pt x="0" y="128"/>
                    </a:cubicBezTo>
                  </a:path>
                </a:pathLst>
              </a:custGeom>
              <a:solidFill>
                <a:srgbClr val="D8D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5" name="Oval 579">
                <a:extLst>
                  <a:ext uri="{FF2B5EF4-FFF2-40B4-BE49-F238E27FC236}">
                    <a16:creationId xmlns:a16="http://schemas.microsoft.com/office/drawing/2014/main" id="{3AC43D22-5A9C-4809-A2FF-C099C9A30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1785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26" name="Oval 580">
                <a:extLst>
                  <a:ext uri="{FF2B5EF4-FFF2-40B4-BE49-F238E27FC236}">
                    <a16:creationId xmlns:a16="http://schemas.microsoft.com/office/drawing/2014/main" id="{089E241A-66B4-405B-9D7E-26134FD6A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1809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27" name="Oval 581">
                <a:extLst>
                  <a:ext uri="{FF2B5EF4-FFF2-40B4-BE49-F238E27FC236}">
                    <a16:creationId xmlns:a16="http://schemas.microsoft.com/office/drawing/2014/main" id="{F011316D-A6D9-42C2-B96B-BF4C0D93D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1831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28" name="Oval 582">
                <a:extLst>
                  <a:ext uri="{FF2B5EF4-FFF2-40B4-BE49-F238E27FC236}">
                    <a16:creationId xmlns:a16="http://schemas.microsoft.com/office/drawing/2014/main" id="{75419FA0-D829-4B87-A7C0-397DC6744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1852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29" name="Oval 583">
                <a:extLst>
                  <a:ext uri="{FF2B5EF4-FFF2-40B4-BE49-F238E27FC236}">
                    <a16:creationId xmlns:a16="http://schemas.microsoft.com/office/drawing/2014/main" id="{A7C44644-F1AB-44B1-AA7F-B95D06455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1871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0" name="Oval 584">
                <a:extLst>
                  <a:ext uri="{FF2B5EF4-FFF2-40B4-BE49-F238E27FC236}">
                    <a16:creationId xmlns:a16="http://schemas.microsoft.com/office/drawing/2014/main" id="{7247CBF0-DE20-48F1-BF6C-A971E19F0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895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1" name="Oval 585">
                <a:extLst>
                  <a:ext uri="{FF2B5EF4-FFF2-40B4-BE49-F238E27FC236}">
                    <a16:creationId xmlns:a16="http://schemas.microsoft.com/office/drawing/2014/main" id="{2C3B18E3-BD12-478F-B523-B99515588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6" y="1921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2" name="Oval 586">
                <a:extLst>
                  <a:ext uri="{FF2B5EF4-FFF2-40B4-BE49-F238E27FC236}">
                    <a16:creationId xmlns:a16="http://schemas.microsoft.com/office/drawing/2014/main" id="{EC0AB169-1854-4047-8818-F91B40777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1945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3" name="Oval 587">
                <a:extLst>
                  <a:ext uri="{FF2B5EF4-FFF2-40B4-BE49-F238E27FC236}">
                    <a16:creationId xmlns:a16="http://schemas.microsoft.com/office/drawing/2014/main" id="{1D6C19E7-AF83-4346-A36E-7B37C1B7E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969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4" name="Oval 588">
                <a:extLst>
                  <a:ext uri="{FF2B5EF4-FFF2-40B4-BE49-F238E27FC236}">
                    <a16:creationId xmlns:a16="http://schemas.microsoft.com/office/drawing/2014/main" id="{2AB946F3-541B-486D-ACB8-0E778DB2C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1991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5" name="Oval 589">
                <a:extLst>
                  <a:ext uri="{FF2B5EF4-FFF2-40B4-BE49-F238E27FC236}">
                    <a16:creationId xmlns:a16="http://schemas.microsoft.com/office/drawing/2014/main" id="{2C8DAEB6-C485-41E0-8E1E-7040CBD9F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2012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6" name="Oval 590">
                <a:extLst>
                  <a:ext uri="{FF2B5EF4-FFF2-40B4-BE49-F238E27FC236}">
                    <a16:creationId xmlns:a16="http://schemas.microsoft.com/office/drawing/2014/main" id="{B0023A8F-5C57-43CD-8D08-F9D1754A5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2033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7" name="Oval 591">
                <a:extLst>
                  <a:ext uri="{FF2B5EF4-FFF2-40B4-BE49-F238E27FC236}">
                    <a16:creationId xmlns:a16="http://schemas.microsoft.com/office/drawing/2014/main" id="{52FD2F36-D882-44AF-BD09-DB67D411E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6" y="2103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8" name="Oval 592">
                <a:extLst>
                  <a:ext uri="{FF2B5EF4-FFF2-40B4-BE49-F238E27FC236}">
                    <a16:creationId xmlns:a16="http://schemas.microsoft.com/office/drawing/2014/main" id="{2032D4B0-D945-4695-A773-910F98B1C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2089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39" name="Oval 593">
                <a:extLst>
                  <a:ext uri="{FF2B5EF4-FFF2-40B4-BE49-F238E27FC236}">
                    <a16:creationId xmlns:a16="http://schemas.microsoft.com/office/drawing/2014/main" id="{FA2FC68B-F330-44A6-99A7-98A1F6AFC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6" y="2071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40" name="Oval 594">
                <a:extLst>
                  <a:ext uri="{FF2B5EF4-FFF2-40B4-BE49-F238E27FC236}">
                    <a16:creationId xmlns:a16="http://schemas.microsoft.com/office/drawing/2014/main" id="{E11D61EC-A64D-41ED-8DE8-AD2E57D3A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6" y="1993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41" name="Oval 595">
                <a:extLst>
                  <a:ext uri="{FF2B5EF4-FFF2-40B4-BE49-F238E27FC236}">
                    <a16:creationId xmlns:a16="http://schemas.microsoft.com/office/drawing/2014/main" id="{F01C7A5F-710F-464F-B379-41B55F151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6" y="2073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42" name="Oval 596">
                <a:extLst>
                  <a:ext uri="{FF2B5EF4-FFF2-40B4-BE49-F238E27FC236}">
                    <a16:creationId xmlns:a16="http://schemas.microsoft.com/office/drawing/2014/main" id="{D78499FA-77E7-4339-913E-B02336EFB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2060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43" name="Oval 597">
                <a:extLst>
                  <a:ext uri="{FF2B5EF4-FFF2-40B4-BE49-F238E27FC236}">
                    <a16:creationId xmlns:a16="http://schemas.microsoft.com/office/drawing/2014/main" id="{E71FEDFE-E3BA-4B72-9407-74143F2AC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1" y="2028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44" name="Oval 598">
                <a:extLst>
                  <a:ext uri="{FF2B5EF4-FFF2-40B4-BE49-F238E27FC236}">
                    <a16:creationId xmlns:a16="http://schemas.microsoft.com/office/drawing/2014/main" id="{326711BD-A01F-4471-B9E3-A677E0308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1" y="2017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45" name="Oval 599">
                <a:extLst>
                  <a:ext uri="{FF2B5EF4-FFF2-40B4-BE49-F238E27FC236}">
                    <a16:creationId xmlns:a16="http://schemas.microsoft.com/office/drawing/2014/main" id="{67A7B7ED-8549-46EB-9181-E05246211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993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46" name="Oval 600">
                <a:extLst>
                  <a:ext uri="{FF2B5EF4-FFF2-40B4-BE49-F238E27FC236}">
                    <a16:creationId xmlns:a16="http://schemas.microsoft.com/office/drawing/2014/main" id="{EB31F6CF-8BB6-4514-954D-F6AC22455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6" y="1975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47" name="Oval 601">
                <a:extLst>
                  <a:ext uri="{FF2B5EF4-FFF2-40B4-BE49-F238E27FC236}">
                    <a16:creationId xmlns:a16="http://schemas.microsoft.com/office/drawing/2014/main" id="{A8A77F0F-6C3B-487A-90E3-8F586D082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6" y="1956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48" name="Oval 602">
                <a:extLst>
                  <a:ext uri="{FF2B5EF4-FFF2-40B4-BE49-F238E27FC236}">
                    <a16:creationId xmlns:a16="http://schemas.microsoft.com/office/drawing/2014/main" id="{32A68EB9-5ED2-4596-B08F-A5668AE4E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1" y="1937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49" name="Oval 603">
                <a:extLst>
                  <a:ext uri="{FF2B5EF4-FFF2-40B4-BE49-F238E27FC236}">
                    <a16:creationId xmlns:a16="http://schemas.microsoft.com/office/drawing/2014/main" id="{6369DFEC-B831-4765-87FF-2CBBF6E06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916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50" name="Oval 604">
                <a:extLst>
                  <a:ext uri="{FF2B5EF4-FFF2-40B4-BE49-F238E27FC236}">
                    <a16:creationId xmlns:a16="http://schemas.microsoft.com/office/drawing/2014/main" id="{7D1EB40A-BB2F-48CD-937B-CB1F48857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" y="1897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51" name="Oval 605">
                <a:extLst>
                  <a:ext uri="{FF2B5EF4-FFF2-40B4-BE49-F238E27FC236}">
                    <a16:creationId xmlns:a16="http://schemas.microsoft.com/office/drawing/2014/main" id="{9ECC8E54-8EFE-403A-80BE-38189FC44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876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52" name="Oval 606">
                <a:extLst>
                  <a:ext uri="{FF2B5EF4-FFF2-40B4-BE49-F238E27FC236}">
                    <a16:creationId xmlns:a16="http://schemas.microsoft.com/office/drawing/2014/main" id="{7A2C8F51-CA52-47A3-91E0-75D578AB6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1863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53" name="Oval 607">
                <a:extLst>
                  <a:ext uri="{FF2B5EF4-FFF2-40B4-BE49-F238E27FC236}">
                    <a16:creationId xmlns:a16="http://schemas.microsoft.com/office/drawing/2014/main" id="{2F952FAB-DB37-4329-8814-88D35A7F9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841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54" name="Oval 608">
                <a:extLst>
                  <a:ext uri="{FF2B5EF4-FFF2-40B4-BE49-F238E27FC236}">
                    <a16:creationId xmlns:a16="http://schemas.microsoft.com/office/drawing/2014/main" id="{3A749722-A35D-4D7E-B10D-B15C12158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6" y="1820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55" name="Oval 609">
                <a:extLst>
                  <a:ext uri="{FF2B5EF4-FFF2-40B4-BE49-F238E27FC236}">
                    <a16:creationId xmlns:a16="http://schemas.microsoft.com/office/drawing/2014/main" id="{7A964720-34D3-4155-9510-68676CFFD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8" y="1799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56" name="Oval 610">
                <a:extLst>
                  <a:ext uri="{FF2B5EF4-FFF2-40B4-BE49-F238E27FC236}">
                    <a16:creationId xmlns:a16="http://schemas.microsoft.com/office/drawing/2014/main" id="{8C18CE9D-6E23-43E6-9520-336F2D7CA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3" y="1791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57" name="Oval 611">
                <a:extLst>
                  <a:ext uri="{FF2B5EF4-FFF2-40B4-BE49-F238E27FC236}">
                    <a16:creationId xmlns:a16="http://schemas.microsoft.com/office/drawing/2014/main" id="{28512F4F-E046-4DB3-BEDE-24AA100D3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6" y="1772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58" name="Oval 612">
                <a:extLst>
                  <a:ext uri="{FF2B5EF4-FFF2-40B4-BE49-F238E27FC236}">
                    <a16:creationId xmlns:a16="http://schemas.microsoft.com/office/drawing/2014/main" id="{CDF022FB-04B8-45DE-BDAC-6A8FB99F4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1" y="1753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59" name="Oval 613">
                <a:extLst>
                  <a:ext uri="{FF2B5EF4-FFF2-40B4-BE49-F238E27FC236}">
                    <a16:creationId xmlns:a16="http://schemas.microsoft.com/office/drawing/2014/main" id="{0C2B69CC-9EC1-419B-B5B4-DE2A869D6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1740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60" name="Oval 614">
                <a:extLst>
                  <a:ext uri="{FF2B5EF4-FFF2-40B4-BE49-F238E27FC236}">
                    <a16:creationId xmlns:a16="http://schemas.microsoft.com/office/drawing/2014/main" id="{D669E22E-A242-47A4-9621-349D60B92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3" y="1727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61" name="Oval 615">
                <a:extLst>
                  <a:ext uri="{FF2B5EF4-FFF2-40B4-BE49-F238E27FC236}">
                    <a16:creationId xmlns:a16="http://schemas.microsoft.com/office/drawing/2014/main" id="{6675ADE4-56E0-4482-8063-C7AA463DC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1721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62" name="Oval 616">
                <a:extLst>
                  <a:ext uri="{FF2B5EF4-FFF2-40B4-BE49-F238E27FC236}">
                    <a16:creationId xmlns:a16="http://schemas.microsoft.com/office/drawing/2014/main" id="{CCD473FF-2F75-41E3-A2E4-0B14372EC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3" y="1711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63" name="Oval 617">
                <a:extLst>
                  <a:ext uri="{FF2B5EF4-FFF2-40B4-BE49-F238E27FC236}">
                    <a16:creationId xmlns:a16="http://schemas.microsoft.com/office/drawing/2014/main" id="{75571809-33F4-41AA-A2E7-5D6799A21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1689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564" name="Oval 618">
                <a:extLst>
                  <a:ext uri="{FF2B5EF4-FFF2-40B4-BE49-F238E27FC236}">
                    <a16:creationId xmlns:a16="http://schemas.microsoft.com/office/drawing/2014/main" id="{44AE2716-D26D-424C-8107-98BAE326F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1700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8137" name="Group 619">
              <a:extLst>
                <a:ext uri="{FF2B5EF4-FFF2-40B4-BE49-F238E27FC236}">
                  <a16:creationId xmlns:a16="http://schemas.microsoft.com/office/drawing/2014/main" id="{4E4B52A3-891A-4661-8982-073A17EEC2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3" y="1255"/>
              <a:ext cx="850" cy="942"/>
              <a:chOff x="2201" y="1345"/>
              <a:chExt cx="850" cy="942"/>
            </a:xfrm>
          </p:grpSpPr>
          <p:sp>
            <p:nvSpPr>
              <p:cNvPr id="38165" name="Oval 620">
                <a:extLst>
                  <a:ext uri="{FF2B5EF4-FFF2-40B4-BE49-F238E27FC236}">
                    <a16:creationId xmlns:a16="http://schemas.microsoft.com/office/drawing/2014/main" id="{25E3BFD4-BC67-4A9A-86D0-817105432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3" y="1873"/>
                <a:ext cx="18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66" name="Oval 621">
                <a:extLst>
                  <a:ext uri="{FF2B5EF4-FFF2-40B4-BE49-F238E27FC236}">
                    <a16:creationId xmlns:a16="http://schemas.microsoft.com/office/drawing/2014/main" id="{4D3DFB67-DA84-4DD5-B377-02CC6B849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908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67" name="Oval 622">
                <a:extLst>
                  <a:ext uri="{FF2B5EF4-FFF2-40B4-BE49-F238E27FC236}">
                    <a16:creationId xmlns:a16="http://schemas.microsoft.com/office/drawing/2014/main" id="{5246FECF-1685-4DE8-885E-A312D8706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3" y="1940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68" name="Oval 623">
                <a:extLst>
                  <a:ext uri="{FF2B5EF4-FFF2-40B4-BE49-F238E27FC236}">
                    <a16:creationId xmlns:a16="http://schemas.microsoft.com/office/drawing/2014/main" id="{E198CCA6-FD03-4A35-9611-A4EB8150D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1959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69" name="Oval 624">
                <a:extLst>
                  <a:ext uri="{FF2B5EF4-FFF2-40B4-BE49-F238E27FC236}">
                    <a16:creationId xmlns:a16="http://schemas.microsoft.com/office/drawing/2014/main" id="{91FBFBA7-0764-4AA1-95E1-57EDFA704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6" y="1985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70" name="Oval 625">
                <a:extLst>
                  <a:ext uri="{FF2B5EF4-FFF2-40B4-BE49-F238E27FC236}">
                    <a16:creationId xmlns:a16="http://schemas.microsoft.com/office/drawing/2014/main" id="{E5303186-3372-4D1A-A6E6-D75690141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1745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71" name="Oval 626">
                <a:extLst>
                  <a:ext uri="{FF2B5EF4-FFF2-40B4-BE49-F238E27FC236}">
                    <a16:creationId xmlns:a16="http://schemas.microsoft.com/office/drawing/2014/main" id="{C9D1D667-D221-422E-8919-30CCD57B3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767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72" name="Oval 627">
                <a:extLst>
                  <a:ext uri="{FF2B5EF4-FFF2-40B4-BE49-F238E27FC236}">
                    <a16:creationId xmlns:a16="http://schemas.microsoft.com/office/drawing/2014/main" id="{2AB3231D-E7DC-4EFE-AC9B-9C99C2B00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3" y="1783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73" name="Oval 628">
                <a:extLst>
                  <a:ext uri="{FF2B5EF4-FFF2-40B4-BE49-F238E27FC236}">
                    <a16:creationId xmlns:a16="http://schemas.microsoft.com/office/drawing/2014/main" id="{D5FDB013-9007-43B4-8DC4-74F112FA1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1" y="1697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74" name="Oval 629">
                <a:extLst>
                  <a:ext uri="{FF2B5EF4-FFF2-40B4-BE49-F238E27FC236}">
                    <a16:creationId xmlns:a16="http://schemas.microsoft.com/office/drawing/2014/main" id="{EE516211-1180-4ACB-8083-C3570E563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1671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75" name="Oval 630">
                <a:extLst>
                  <a:ext uri="{FF2B5EF4-FFF2-40B4-BE49-F238E27FC236}">
                    <a16:creationId xmlns:a16="http://schemas.microsoft.com/office/drawing/2014/main" id="{9BD19BFF-F4D2-4EB3-82BF-CD22D73BD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655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76" name="Oval 631">
                <a:extLst>
                  <a:ext uri="{FF2B5EF4-FFF2-40B4-BE49-F238E27FC236}">
                    <a16:creationId xmlns:a16="http://schemas.microsoft.com/office/drawing/2014/main" id="{5E820E6A-BE54-4D42-87DD-4544CD461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1649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77" name="Oval 632">
                <a:extLst>
                  <a:ext uri="{FF2B5EF4-FFF2-40B4-BE49-F238E27FC236}">
                    <a16:creationId xmlns:a16="http://schemas.microsoft.com/office/drawing/2014/main" id="{15D4E08D-3B6E-4E2A-8C2B-1FBE84FDC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623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78" name="Oval 633">
                <a:extLst>
                  <a:ext uri="{FF2B5EF4-FFF2-40B4-BE49-F238E27FC236}">
                    <a16:creationId xmlns:a16="http://schemas.microsoft.com/office/drawing/2014/main" id="{EB04EA7B-CC3C-4953-89C5-5F78035EA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3" y="1612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79" name="Oval 634">
                <a:extLst>
                  <a:ext uri="{FF2B5EF4-FFF2-40B4-BE49-F238E27FC236}">
                    <a16:creationId xmlns:a16="http://schemas.microsoft.com/office/drawing/2014/main" id="{8F762CE5-DE66-4D6D-AE6C-2A8C922AA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6" y="1591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80" name="Oval 635">
                <a:extLst>
                  <a:ext uri="{FF2B5EF4-FFF2-40B4-BE49-F238E27FC236}">
                    <a16:creationId xmlns:a16="http://schemas.microsoft.com/office/drawing/2014/main" id="{BD1D3D5D-B324-40F5-9305-8160FFE4B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1577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81" name="Oval 636">
                <a:extLst>
                  <a:ext uri="{FF2B5EF4-FFF2-40B4-BE49-F238E27FC236}">
                    <a16:creationId xmlns:a16="http://schemas.microsoft.com/office/drawing/2014/main" id="{8828DCCD-A15B-44B6-97D2-77C8720C4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1980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82" name="Oval 637">
                <a:extLst>
                  <a:ext uri="{FF2B5EF4-FFF2-40B4-BE49-F238E27FC236}">
                    <a16:creationId xmlns:a16="http://schemas.microsoft.com/office/drawing/2014/main" id="{B2D55068-71BA-4688-8ADD-C521AAF0F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1964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83" name="Oval 638">
                <a:extLst>
                  <a:ext uri="{FF2B5EF4-FFF2-40B4-BE49-F238E27FC236}">
                    <a16:creationId xmlns:a16="http://schemas.microsoft.com/office/drawing/2014/main" id="{EF4C3E71-38F3-4404-A804-8DFD78574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1" y="1943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84" name="Oval 639">
                <a:extLst>
                  <a:ext uri="{FF2B5EF4-FFF2-40B4-BE49-F238E27FC236}">
                    <a16:creationId xmlns:a16="http://schemas.microsoft.com/office/drawing/2014/main" id="{7EEA1E37-8A63-46C9-ADD2-29DAC710A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1" y="1929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85" name="Oval 640">
                <a:extLst>
                  <a:ext uri="{FF2B5EF4-FFF2-40B4-BE49-F238E27FC236}">
                    <a16:creationId xmlns:a16="http://schemas.microsoft.com/office/drawing/2014/main" id="{FA7E3A98-0298-4F76-B042-713DF893F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3" y="1919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86" name="Oval 641">
                <a:extLst>
                  <a:ext uri="{FF2B5EF4-FFF2-40B4-BE49-F238E27FC236}">
                    <a16:creationId xmlns:a16="http://schemas.microsoft.com/office/drawing/2014/main" id="{90531F9D-C051-45F3-939E-E90145940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3" y="1897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87" name="Oval 642">
                <a:extLst>
                  <a:ext uri="{FF2B5EF4-FFF2-40B4-BE49-F238E27FC236}">
                    <a16:creationId xmlns:a16="http://schemas.microsoft.com/office/drawing/2014/main" id="{6951390C-B2F9-4CA7-876C-C2A0A7CC5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6" y="1887"/>
                <a:ext cx="15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88" name="Oval 643">
                <a:extLst>
                  <a:ext uri="{FF2B5EF4-FFF2-40B4-BE49-F238E27FC236}">
                    <a16:creationId xmlns:a16="http://schemas.microsoft.com/office/drawing/2014/main" id="{6E808279-BA42-4AC4-AD68-F1A4F1AEC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1" y="1863"/>
                <a:ext cx="15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89" name="Oval 644">
                <a:extLst>
                  <a:ext uri="{FF2B5EF4-FFF2-40B4-BE49-F238E27FC236}">
                    <a16:creationId xmlns:a16="http://schemas.microsoft.com/office/drawing/2014/main" id="{FEFAA069-D2E6-47AB-B45C-E8BCEA9C2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847"/>
                <a:ext cx="15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90" name="Oval 645">
                <a:extLst>
                  <a:ext uri="{FF2B5EF4-FFF2-40B4-BE49-F238E27FC236}">
                    <a16:creationId xmlns:a16="http://schemas.microsoft.com/office/drawing/2014/main" id="{67D816FC-B6A1-4738-9261-F3BC0669F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1825"/>
                <a:ext cx="12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91" name="Oval 646">
                <a:extLst>
                  <a:ext uri="{FF2B5EF4-FFF2-40B4-BE49-F238E27FC236}">
                    <a16:creationId xmlns:a16="http://schemas.microsoft.com/office/drawing/2014/main" id="{C407C043-1F06-4E25-98F4-F2ADF7812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839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92" name="Oval 647">
                <a:extLst>
                  <a:ext uri="{FF2B5EF4-FFF2-40B4-BE49-F238E27FC236}">
                    <a16:creationId xmlns:a16="http://schemas.microsoft.com/office/drawing/2014/main" id="{EB2A551A-6351-4B1B-8A9A-E397D2DE2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3" y="1807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93" name="Oval 648">
                <a:extLst>
                  <a:ext uri="{FF2B5EF4-FFF2-40B4-BE49-F238E27FC236}">
                    <a16:creationId xmlns:a16="http://schemas.microsoft.com/office/drawing/2014/main" id="{07B41E28-3630-401A-B950-E398E8BAC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1788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94" name="Oval 649">
                <a:extLst>
                  <a:ext uri="{FF2B5EF4-FFF2-40B4-BE49-F238E27FC236}">
                    <a16:creationId xmlns:a16="http://schemas.microsoft.com/office/drawing/2014/main" id="{A9F0432A-FCE0-419E-95A2-4450AF088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8" y="1769"/>
                <a:ext cx="15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95" name="Oval 650">
                <a:extLst>
                  <a:ext uri="{FF2B5EF4-FFF2-40B4-BE49-F238E27FC236}">
                    <a16:creationId xmlns:a16="http://schemas.microsoft.com/office/drawing/2014/main" id="{E5FB2155-6F0A-41B2-B941-375D8355E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6" y="1735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96" name="Oval 651">
                <a:extLst>
                  <a:ext uri="{FF2B5EF4-FFF2-40B4-BE49-F238E27FC236}">
                    <a16:creationId xmlns:a16="http://schemas.microsoft.com/office/drawing/2014/main" id="{242163C4-4307-485C-83DE-D3AA9E89A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3" y="1801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97" name="Oval 652">
                <a:extLst>
                  <a:ext uri="{FF2B5EF4-FFF2-40B4-BE49-F238E27FC236}">
                    <a16:creationId xmlns:a16="http://schemas.microsoft.com/office/drawing/2014/main" id="{E6075A61-697E-4F07-AB98-F9134ADFE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1836"/>
                <a:ext cx="12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98" name="Oval 653">
                <a:extLst>
                  <a:ext uri="{FF2B5EF4-FFF2-40B4-BE49-F238E27FC236}">
                    <a16:creationId xmlns:a16="http://schemas.microsoft.com/office/drawing/2014/main" id="{61511C6A-7B3C-495A-83C2-3509AB879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855"/>
                <a:ext cx="12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99" name="Oval 654">
                <a:extLst>
                  <a:ext uri="{FF2B5EF4-FFF2-40B4-BE49-F238E27FC236}">
                    <a16:creationId xmlns:a16="http://schemas.microsoft.com/office/drawing/2014/main" id="{62FD3F8C-1BB8-4854-8299-55D5CBF70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1871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00" name="Oval 655">
                <a:extLst>
                  <a:ext uri="{FF2B5EF4-FFF2-40B4-BE49-F238E27FC236}">
                    <a16:creationId xmlns:a16="http://schemas.microsoft.com/office/drawing/2014/main" id="{0356621C-8D6B-468A-8090-0667EC5B4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897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01" name="Oval 656">
                <a:extLst>
                  <a:ext uri="{FF2B5EF4-FFF2-40B4-BE49-F238E27FC236}">
                    <a16:creationId xmlns:a16="http://schemas.microsoft.com/office/drawing/2014/main" id="{055CD39B-6C7F-402B-AB80-04C4F32B1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8" y="1927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02" name="Oval 657">
                <a:extLst>
                  <a:ext uri="{FF2B5EF4-FFF2-40B4-BE49-F238E27FC236}">
                    <a16:creationId xmlns:a16="http://schemas.microsoft.com/office/drawing/2014/main" id="{12FAA974-35F2-4E6C-BDB6-D7F41D18A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1956"/>
                <a:ext cx="13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03" name="Oval 658">
                <a:extLst>
                  <a:ext uri="{FF2B5EF4-FFF2-40B4-BE49-F238E27FC236}">
                    <a16:creationId xmlns:a16="http://schemas.microsoft.com/office/drawing/2014/main" id="{3E183A32-8064-4D20-A24E-DC9F7A002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1980"/>
                <a:ext cx="13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04" name="Oval 659">
                <a:extLst>
                  <a:ext uri="{FF2B5EF4-FFF2-40B4-BE49-F238E27FC236}">
                    <a16:creationId xmlns:a16="http://schemas.microsoft.com/office/drawing/2014/main" id="{0D1CF77A-E33A-4F46-A1C3-1895237CB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2007"/>
                <a:ext cx="15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05" name="Oval 660">
                <a:extLst>
                  <a:ext uri="{FF2B5EF4-FFF2-40B4-BE49-F238E27FC236}">
                    <a16:creationId xmlns:a16="http://schemas.microsoft.com/office/drawing/2014/main" id="{1C61E4D4-C1C2-4177-9285-A30F1907F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999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06" name="Oval 661">
                <a:extLst>
                  <a:ext uri="{FF2B5EF4-FFF2-40B4-BE49-F238E27FC236}">
                    <a16:creationId xmlns:a16="http://schemas.microsoft.com/office/drawing/2014/main" id="{F9A67003-699C-42E5-9A9C-3691C1E52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873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07" name="Oval 662">
                <a:extLst>
                  <a:ext uri="{FF2B5EF4-FFF2-40B4-BE49-F238E27FC236}">
                    <a16:creationId xmlns:a16="http://schemas.microsoft.com/office/drawing/2014/main" id="{D60981A9-A6F8-4007-A409-AF57AEBD5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908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08" name="Oval 663">
                <a:extLst>
                  <a:ext uri="{FF2B5EF4-FFF2-40B4-BE49-F238E27FC236}">
                    <a16:creationId xmlns:a16="http://schemas.microsoft.com/office/drawing/2014/main" id="{B6539B23-D939-40A9-95D8-22537AD81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3" y="1935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09" name="Oval 664">
                <a:extLst>
                  <a:ext uri="{FF2B5EF4-FFF2-40B4-BE49-F238E27FC236}">
                    <a16:creationId xmlns:a16="http://schemas.microsoft.com/office/drawing/2014/main" id="{927CB5A6-A89A-4A54-B586-D91FD9520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959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10" name="Oval 665">
                <a:extLst>
                  <a:ext uri="{FF2B5EF4-FFF2-40B4-BE49-F238E27FC236}">
                    <a16:creationId xmlns:a16="http://schemas.microsoft.com/office/drawing/2014/main" id="{63DD2493-F3CF-40CE-9E5A-761413348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980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11" name="Oval 666">
                <a:extLst>
                  <a:ext uri="{FF2B5EF4-FFF2-40B4-BE49-F238E27FC236}">
                    <a16:creationId xmlns:a16="http://schemas.microsoft.com/office/drawing/2014/main" id="{767B0C0D-B6F6-4E39-A9D4-7BA54AED4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039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12" name="Oval 667">
                <a:extLst>
                  <a:ext uri="{FF2B5EF4-FFF2-40B4-BE49-F238E27FC236}">
                    <a16:creationId xmlns:a16="http://schemas.microsoft.com/office/drawing/2014/main" id="{83DED1FC-04AD-4294-8B3C-37B03D162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2060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13" name="Oval 668">
                <a:extLst>
                  <a:ext uri="{FF2B5EF4-FFF2-40B4-BE49-F238E27FC236}">
                    <a16:creationId xmlns:a16="http://schemas.microsoft.com/office/drawing/2014/main" id="{08B2F68B-73F8-4097-9893-572B631D8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2076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14" name="Oval 669">
                <a:extLst>
                  <a:ext uri="{FF2B5EF4-FFF2-40B4-BE49-F238E27FC236}">
                    <a16:creationId xmlns:a16="http://schemas.microsoft.com/office/drawing/2014/main" id="{5E4E6AD4-510D-42DA-B126-B1D78D038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8" y="2095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15" name="Oval 670">
                <a:extLst>
                  <a:ext uri="{FF2B5EF4-FFF2-40B4-BE49-F238E27FC236}">
                    <a16:creationId xmlns:a16="http://schemas.microsoft.com/office/drawing/2014/main" id="{9768B773-AE1B-420D-9481-53F69BFE3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1345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16" name="Oval 671">
                <a:extLst>
                  <a:ext uri="{FF2B5EF4-FFF2-40B4-BE49-F238E27FC236}">
                    <a16:creationId xmlns:a16="http://schemas.microsoft.com/office/drawing/2014/main" id="{CC1A88E7-1CE4-4301-8062-289897D5D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8" y="1375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17" name="Oval 672">
                <a:extLst>
                  <a:ext uri="{FF2B5EF4-FFF2-40B4-BE49-F238E27FC236}">
                    <a16:creationId xmlns:a16="http://schemas.microsoft.com/office/drawing/2014/main" id="{7A4A9E35-36B8-4124-9E34-B5E06127B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8" y="1401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18" name="Oval 673">
                <a:extLst>
                  <a:ext uri="{FF2B5EF4-FFF2-40B4-BE49-F238E27FC236}">
                    <a16:creationId xmlns:a16="http://schemas.microsoft.com/office/drawing/2014/main" id="{D2ACD9A7-C11C-4F83-8CF7-4FB75051C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1417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19" name="Oval 674">
                <a:extLst>
                  <a:ext uri="{FF2B5EF4-FFF2-40B4-BE49-F238E27FC236}">
                    <a16:creationId xmlns:a16="http://schemas.microsoft.com/office/drawing/2014/main" id="{4A2ACF31-2E18-4984-BC44-6933B933E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1439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20" name="Oval 675">
                <a:extLst>
                  <a:ext uri="{FF2B5EF4-FFF2-40B4-BE49-F238E27FC236}">
                    <a16:creationId xmlns:a16="http://schemas.microsoft.com/office/drawing/2014/main" id="{B8F9D9CA-1A7A-4F84-BA2E-73BF79269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6" y="1457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21" name="Oval 676">
                <a:extLst>
                  <a:ext uri="{FF2B5EF4-FFF2-40B4-BE49-F238E27FC236}">
                    <a16:creationId xmlns:a16="http://schemas.microsoft.com/office/drawing/2014/main" id="{CBFB26A6-7539-4A43-8076-F7F50FB9A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1481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22" name="Oval 677">
                <a:extLst>
                  <a:ext uri="{FF2B5EF4-FFF2-40B4-BE49-F238E27FC236}">
                    <a16:creationId xmlns:a16="http://schemas.microsoft.com/office/drawing/2014/main" id="{8079CE46-D10F-42F7-9BC1-0B079F016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1500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23" name="Oval 678">
                <a:extLst>
                  <a:ext uri="{FF2B5EF4-FFF2-40B4-BE49-F238E27FC236}">
                    <a16:creationId xmlns:a16="http://schemas.microsoft.com/office/drawing/2014/main" id="{B3DCA44A-6EFC-4742-B6A3-449209AA3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1519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24" name="Oval 679">
                <a:extLst>
                  <a:ext uri="{FF2B5EF4-FFF2-40B4-BE49-F238E27FC236}">
                    <a16:creationId xmlns:a16="http://schemas.microsoft.com/office/drawing/2014/main" id="{1D0E70DE-BD98-4461-970E-BCEA27CC7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2255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25" name="Oval 680">
                <a:extLst>
                  <a:ext uri="{FF2B5EF4-FFF2-40B4-BE49-F238E27FC236}">
                    <a16:creationId xmlns:a16="http://schemas.microsoft.com/office/drawing/2014/main" id="{22F6EB13-4097-413B-9F82-8E74C2CB5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8" y="2236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26" name="Oval 681">
                <a:extLst>
                  <a:ext uri="{FF2B5EF4-FFF2-40B4-BE49-F238E27FC236}">
                    <a16:creationId xmlns:a16="http://schemas.microsoft.com/office/drawing/2014/main" id="{601C6E79-6EED-4253-98D5-EAD131D60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2220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27" name="Oval 682">
                <a:extLst>
                  <a:ext uri="{FF2B5EF4-FFF2-40B4-BE49-F238E27FC236}">
                    <a16:creationId xmlns:a16="http://schemas.microsoft.com/office/drawing/2014/main" id="{A57EA0E2-80D8-4209-A15C-9BEA54650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236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28" name="Oval 683">
                <a:extLst>
                  <a:ext uri="{FF2B5EF4-FFF2-40B4-BE49-F238E27FC236}">
                    <a16:creationId xmlns:a16="http://schemas.microsoft.com/office/drawing/2014/main" id="{74F4DB0E-64F9-4533-B068-B1E226328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3" y="2201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29" name="Oval 684">
                <a:extLst>
                  <a:ext uri="{FF2B5EF4-FFF2-40B4-BE49-F238E27FC236}">
                    <a16:creationId xmlns:a16="http://schemas.microsoft.com/office/drawing/2014/main" id="{681110B0-5797-4275-BA4F-2E1010683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2175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30" name="Oval 685">
                <a:extLst>
                  <a:ext uri="{FF2B5EF4-FFF2-40B4-BE49-F238E27FC236}">
                    <a16:creationId xmlns:a16="http://schemas.microsoft.com/office/drawing/2014/main" id="{70BC1338-A330-4F51-8AC6-710B240F6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2153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31" name="Oval 686">
                <a:extLst>
                  <a:ext uri="{FF2B5EF4-FFF2-40B4-BE49-F238E27FC236}">
                    <a16:creationId xmlns:a16="http://schemas.microsoft.com/office/drawing/2014/main" id="{76A31A82-A60B-42BF-A082-99F6CC041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2199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32" name="Oval 687">
                <a:extLst>
                  <a:ext uri="{FF2B5EF4-FFF2-40B4-BE49-F238E27FC236}">
                    <a16:creationId xmlns:a16="http://schemas.microsoft.com/office/drawing/2014/main" id="{12A9FDA1-C352-4458-B0BF-1EC1801C7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111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33" name="Oval 688">
                <a:extLst>
                  <a:ext uri="{FF2B5EF4-FFF2-40B4-BE49-F238E27FC236}">
                    <a16:creationId xmlns:a16="http://schemas.microsoft.com/office/drawing/2014/main" id="{880810E0-2B96-40DA-A041-700FD7579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3" y="1652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34" name="Oval 689">
                <a:extLst>
                  <a:ext uri="{FF2B5EF4-FFF2-40B4-BE49-F238E27FC236}">
                    <a16:creationId xmlns:a16="http://schemas.microsoft.com/office/drawing/2014/main" id="{FF1EB790-3D21-48DE-87C3-66197F3CD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1636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35" name="Oval 690">
                <a:extLst>
                  <a:ext uri="{FF2B5EF4-FFF2-40B4-BE49-F238E27FC236}">
                    <a16:creationId xmlns:a16="http://schemas.microsoft.com/office/drawing/2014/main" id="{C8581595-1739-4432-82AF-59E155F07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1612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36" name="Oval 691">
                <a:extLst>
                  <a:ext uri="{FF2B5EF4-FFF2-40B4-BE49-F238E27FC236}">
                    <a16:creationId xmlns:a16="http://schemas.microsoft.com/office/drawing/2014/main" id="{3263D147-5437-4971-B6AA-9EC5503A7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596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37" name="Oval 692">
                <a:extLst>
                  <a:ext uri="{FF2B5EF4-FFF2-40B4-BE49-F238E27FC236}">
                    <a16:creationId xmlns:a16="http://schemas.microsoft.com/office/drawing/2014/main" id="{D1FF6BB5-84F2-4AB5-B308-1C5B4BE83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812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38" name="Oval 693">
                <a:extLst>
                  <a:ext uri="{FF2B5EF4-FFF2-40B4-BE49-F238E27FC236}">
                    <a16:creationId xmlns:a16="http://schemas.microsoft.com/office/drawing/2014/main" id="{00FFBC51-345B-4ACC-AFC5-4E687D122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1772"/>
                <a:ext cx="15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39" name="Oval 694">
                <a:extLst>
                  <a:ext uri="{FF2B5EF4-FFF2-40B4-BE49-F238E27FC236}">
                    <a16:creationId xmlns:a16="http://schemas.microsoft.com/office/drawing/2014/main" id="{F773B532-47AC-4D5B-9890-9B0904B5E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105"/>
                <a:ext cx="15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40" name="Oval 695">
                <a:extLst>
                  <a:ext uri="{FF2B5EF4-FFF2-40B4-BE49-F238E27FC236}">
                    <a16:creationId xmlns:a16="http://schemas.microsoft.com/office/drawing/2014/main" id="{DFAC8BFB-1125-4800-B6B2-7DA805597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6" y="1948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41" name="Oval 696">
                <a:extLst>
                  <a:ext uri="{FF2B5EF4-FFF2-40B4-BE49-F238E27FC236}">
                    <a16:creationId xmlns:a16="http://schemas.microsoft.com/office/drawing/2014/main" id="{AD719E5E-AB72-473C-BB46-CF8C7D36A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1900"/>
                <a:ext cx="15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42" name="Oval 697">
                <a:extLst>
                  <a:ext uri="{FF2B5EF4-FFF2-40B4-BE49-F238E27FC236}">
                    <a16:creationId xmlns:a16="http://schemas.microsoft.com/office/drawing/2014/main" id="{4752C2CD-D384-4B6E-981B-CDA8E2CB7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1951"/>
                <a:ext cx="12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43" name="Oval 698">
                <a:extLst>
                  <a:ext uri="{FF2B5EF4-FFF2-40B4-BE49-F238E27FC236}">
                    <a16:creationId xmlns:a16="http://schemas.microsoft.com/office/drawing/2014/main" id="{607152C3-A2FA-48EF-A0DF-44286BE87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2129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44" name="Oval 699">
                <a:extLst>
                  <a:ext uri="{FF2B5EF4-FFF2-40B4-BE49-F238E27FC236}">
                    <a16:creationId xmlns:a16="http://schemas.microsoft.com/office/drawing/2014/main" id="{7B4600B7-8293-438C-BEF4-9D7A9FCA2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2273"/>
                <a:ext cx="15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45" name="Oval 700">
                <a:extLst>
                  <a:ext uri="{FF2B5EF4-FFF2-40B4-BE49-F238E27FC236}">
                    <a16:creationId xmlns:a16="http://schemas.microsoft.com/office/drawing/2014/main" id="{43EDB3FF-58F8-4E3E-A459-1A6E73D45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6" y="2231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46" name="Oval 701">
                <a:extLst>
                  <a:ext uri="{FF2B5EF4-FFF2-40B4-BE49-F238E27FC236}">
                    <a16:creationId xmlns:a16="http://schemas.microsoft.com/office/drawing/2014/main" id="{E910CB83-0F36-444A-A564-060D287FC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2049"/>
                <a:ext cx="15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47" name="Oval 702">
                <a:extLst>
                  <a:ext uri="{FF2B5EF4-FFF2-40B4-BE49-F238E27FC236}">
                    <a16:creationId xmlns:a16="http://schemas.microsoft.com/office/drawing/2014/main" id="{4418722D-675E-48C8-BE5B-F847364C2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3" y="2025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48" name="Oval 703">
                <a:extLst>
                  <a:ext uri="{FF2B5EF4-FFF2-40B4-BE49-F238E27FC236}">
                    <a16:creationId xmlns:a16="http://schemas.microsoft.com/office/drawing/2014/main" id="{FAD9D953-FEB6-4BE8-A070-EBD1B4703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1" y="2004"/>
                <a:ext cx="15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49" name="Oval 704">
                <a:extLst>
                  <a:ext uri="{FF2B5EF4-FFF2-40B4-BE49-F238E27FC236}">
                    <a16:creationId xmlns:a16="http://schemas.microsoft.com/office/drawing/2014/main" id="{0348C501-A559-4CDA-B733-A501B557A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1676"/>
                <a:ext cx="13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50" name="Oval 705">
                <a:extLst>
                  <a:ext uri="{FF2B5EF4-FFF2-40B4-BE49-F238E27FC236}">
                    <a16:creationId xmlns:a16="http://schemas.microsoft.com/office/drawing/2014/main" id="{472298AD-5123-473A-A4CF-3616DDDAC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1967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51" name="Oval 706">
                <a:extLst>
                  <a:ext uri="{FF2B5EF4-FFF2-40B4-BE49-F238E27FC236}">
                    <a16:creationId xmlns:a16="http://schemas.microsoft.com/office/drawing/2014/main" id="{8688B5D9-C17D-4BD4-AF61-02220DABD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1935"/>
                <a:ext cx="13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52" name="Oval 707">
                <a:extLst>
                  <a:ext uri="{FF2B5EF4-FFF2-40B4-BE49-F238E27FC236}">
                    <a16:creationId xmlns:a16="http://schemas.microsoft.com/office/drawing/2014/main" id="{FB4D209C-59B5-4BC7-924A-6AD750D56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916"/>
                <a:ext cx="13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53" name="Oval 708">
                <a:extLst>
                  <a:ext uri="{FF2B5EF4-FFF2-40B4-BE49-F238E27FC236}">
                    <a16:creationId xmlns:a16="http://schemas.microsoft.com/office/drawing/2014/main" id="{69C039D8-46DC-4B79-B6C4-A74756706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892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54" name="Oval 709">
                <a:extLst>
                  <a:ext uri="{FF2B5EF4-FFF2-40B4-BE49-F238E27FC236}">
                    <a16:creationId xmlns:a16="http://schemas.microsoft.com/office/drawing/2014/main" id="{E9494C16-1A00-4834-8617-DF338A7E6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8" y="1991"/>
                <a:ext cx="15" cy="13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55" name="Oval 710">
                <a:extLst>
                  <a:ext uri="{FF2B5EF4-FFF2-40B4-BE49-F238E27FC236}">
                    <a16:creationId xmlns:a16="http://schemas.microsoft.com/office/drawing/2014/main" id="{9D116568-1637-4DA5-BCFC-6BF7AEF31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3" y="2007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56" name="Oval 711">
                <a:extLst>
                  <a:ext uri="{FF2B5EF4-FFF2-40B4-BE49-F238E27FC236}">
                    <a16:creationId xmlns:a16="http://schemas.microsoft.com/office/drawing/2014/main" id="{7865B477-364E-4917-B5C1-66E5745B7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2023"/>
                <a:ext cx="13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57" name="Oval 712">
                <a:extLst>
                  <a:ext uri="{FF2B5EF4-FFF2-40B4-BE49-F238E27FC236}">
                    <a16:creationId xmlns:a16="http://schemas.microsoft.com/office/drawing/2014/main" id="{0CCA3F89-8B3F-4EE2-8198-FFFA17568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2044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58" name="Oval 713">
                <a:extLst>
                  <a:ext uri="{FF2B5EF4-FFF2-40B4-BE49-F238E27FC236}">
                    <a16:creationId xmlns:a16="http://schemas.microsoft.com/office/drawing/2014/main" id="{5DBB8C75-2EAC-46F0-B369-9D54B0234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041"/>
                <a:ext cx="15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59" name="Oval 714">
                <a:extLst>
                  <a:ext uri="{FF2B5EF4-FFF2-40B4-BE49-F238E27FC236}">
                    <a16:creationId xmlns:a16="http://schemas.microsoft.com/office/drawing/2014/main" id="{B8DCEB4C-1FBD-43C3-9705-0DB628C5C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2063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60" name="Oval 715">
                <a:extLst>
                  <a:ext uri="{FF2B5EF4-FFF2-40B4-BE49-F238E27FC236}">
                    <a16:creationId xmlns:a16="http://schemas.microsoft.com/office/drawing/2014/main" id="{A0E4D0D1-60D6-4E93-8165-B3AC204AE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6" y="2081"/>
                <a:ext cx="12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61" name="Oval 716">
                <a:extLst>
                  <a:ext uri="{FF2B5EF4-FFF2-40B4-BE49-F238E27FC236}">
                    <a16:creationId xmlns:a16="http://schemas.microsoft.com/office/drawing/2014/main" id="{E4B04289-EDE4-455B-9EFC-07E6A41F6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2060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62" name="Oval 717">
                <a:extLst>
                  <a:ext uri="{FF2B5EF4-FFF2-40B4-BE49-F238E27FC236}">
                    <a16:creationId xmlns:a16="http://schemas.microsoft.com/office/drawing/2014/main" id="{51991AC2-1E35-481E-835A-8F9A4D96A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1935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63" name="Oval 718">
                <a:extLst>
                  <a:ext uri="{FF2B5EF4-FFF2-40B4-BE49-F238E27FC236}">
                    <a16:creationId xmlns:a16="http://schemas.microsoft.com/office/drawing/2014/main" id="{71D430DD-1056-44F2-9DA4-FE54CA4ED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1" y="1919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64" name="Oval 719">
                <a:extLst>
                  <a:ext uri="{FF2B5EF4-FFF2-40B4-BE49-F238E27FC236}">
                    <a16:creationId xmlns:a16="http://schemas.microsoft.com/office/drawing/2014/main" id="{31F62ED5-1008-46C4-B024-D55DC48F8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1900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65" name="Oval 720">
                <a:extLst>
                  <a:ext uri="{FF2B5EF4-FFF2-40B4-BE49-F238E27FC236}">
                    <a16:creationId xmlns:a16="http://schemas.microsoft.com/office/drawing/2014/main" id="{0EA13079-C6FC-4676-999C-B9167C975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1876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66" name="Oval 721">
                <a:extLst>
                  <a:ext uri="{FF2B5EF4-FFF2-40B4-BE49-F238E27FC236}">
                    <a16:creationId xmlns:a16="http://schemas.microsoft.com/office/drawing/2014/main" id="{1AF745E2-6B30-4B6D-81E1-FB9072A19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1863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67" name="Oval 722">
                <a:extLst>
                  <a:ext uri="{FF2B5EF4-FFF2-40B4-BE49-F238E27FC236}">
                    <a16:creationId xmlns:a16="http://schemas.microsoft.com/office/drawing/2014/main" id="{E1227729-DCA5-45B6-A1FF-C25A2CD58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1844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68" name="Oval 723">
                <a:extLst>
                  <a:ext uri="{FF2B5EF4-FFF2-40B4-BE49-F238E27FC236}">
                    <a16:creationId xmlns:a16="http://schemas.microsoft.com/office/drawing/2014/main" id="{FE200356-27E6-4B85-BAFF-6C5A2E9E3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823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69" name="Oval 724">
                <a:extLst>
                  <a:ext uri="{FF2B5EF4-FFF2-40B4-BE49-F238E27FC236}">
                    <a16:creationId xmlns:a16="http://schemas.microsoft.com/office/drawing/2014/main" id="{1B1F770E-AD96-4D72-BF0E-49E09E198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1665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0" name="Oval 725">
                <a:extLst>
                  <a:ext uri="{FF2B5EF4-FFF2-40B4-BE49-F238E27FC236}">
                    <a16:creationId xmlns:a16="http://schemas.microsoft.com/office/drawing/2014/main" id="{F74E6614-7B56-439B-B931-FC2D9B150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3" y="1673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1" name="Oval 726">
                <a:extLst>
                  <a:ext uri="{FF2B5EF4-FFF2-40B4-BE49-F238E27FC236}">
                    <a16:creationId xmlns:a16="http://schemas.microsoft.com/office/drawing/2014/main" id="{E6792784-E2D7-4C26-98C3-5EDDC7AA2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6" y="1692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2" name="Oval 727">
                <a:extLst>
                  <a:ext uri="{FF2B5EF4-FFF2-40B4-BE49-F238E27FC236}">
                    <a16:creationId xmlns:a16="http://schemas.microsoft.com/office/drawing/2014/main" id="{DCECF7B8-44F2-4260-B916-6F9022EA8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6" y="1708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3" name="Oval 728">
                <a:extLst>
                  <a:ext uri="{FF2B5EF4-FFF2-40B4-BE49-F238E27FC236}">
                    <a16:creationId xmlns:a16="http://schemas.microsoft.com/office/drawing/2014/main" id="{9C51C521-298C-4D43-8194-B62AD4DE4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1855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4" name="Oval 729">
                <a:extLst>
                  <a:ext uri="{FF2B5EF4-FFF2-40B4-BE49-F238E27FC236}">
                    <a16:creationId xmlns:a16="http://schemas.microsoft.com/office/drawing/2014/main" id="{AA4DEE73-1D63-4676-8C48-F1379E2B0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1825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5" name="Oval 730">
                <a:extLst>
                  <a:ext uri="{FF2B5EF4-FFF2-40B4-BE49-F238E27FC236}">
                    <a16:creationId xmlns:a16="http://schemas.microsoft.com/office/drawing/2014/main" id="{971373AA-E9A0-40EA-A338-BC1A022EF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807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6" name="Oval 731">
                <a:extLst>
                  <a:ext uri="{FF2B5EF4-FFF2-40B4-BE49-F238E27FC236}">
                    <a16:creationId xmlns:a16="http://schemas.microsoft.com/office/drawing/2014/main" id="{4DE255D7-5FBA-4813-8121-558307CBD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1788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7" name="Oval 732">
                <a:extLst>
                  <a:ext uri="{FF2B5EF4-FFF2-40B4-BE49-F238E27FC236}">
                    <a16:creationId xmlns:a16="http://schemas.microsoft.com/office/drawing/2014/main" id="{204510FC-694F-42C0-B8F5-071AF4CF6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8" y="1767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8" name="Oval 733">
                <a:extLst>
                  <a:ext uri="{FF2B5EF4-FFF2-40B4-BE49-F238E27FC236}">
                    <a16:creationId xmlns:a16="http://schemas.microsoft.com/office/drawing/2014/main" id="{9E357AE5-3CCA-4D0C-85CC-DC168683C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1729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79" name="Oval 734">
                <a:extLst>
                  <a:ext uri="{FF2B5EF4-FFF2-40B4-BE49-F238E27FC236}">
                    <a16:creationId xmlns:a16="http://schemas.microsoft.com/office/drawing/2014/main" id="{748CBB3E-9990-44C6-8070-3C0672735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1820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80" name="Oval 735">
                <a:extLst>
                  <a:ext uri="{FF2B5EF4-FFF2-40B4-BE49-F238E27FC236}">
                    <a16:creationId xmlns:a16="http://schemas.microsoft.com/office/drawing/2014/main" id="{5BBB16A2-2B55-4070-A062-C363EED8F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1841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81" name="Oval 736">
                <a:extLst>
                  <a:ext uri="{FF2B5EF4-FFF2-40B4-BE49-F238E27FC236}">
                    <a16:creationId xmlns:a16="http://schemas.microsoft.com/office/drawing/2014/main" id="{9D49BC04-2C64-4D7C-B92C-262ED161A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1" y="1860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82" name="Oval 737">
                <a:extLst>
                  <a:ext uri="{FF2B5EF4-FFF2-40B4-BE49-F238E27FC236}">
                    <a16:creationId xmlns:a16="http://schemas.microsoft.com/office/drawing/2014/main" id="{8AD89227-FA6A-4E69-B1CA-40B52D920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1879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83" name="Oval 738">
                <a:extLst>
                  <a:ext uri="{FF2B5EF4-FFF2-40B4-BE49-F238E27FC236}">
                    <a16:creationId xmlns:a16="http://schemas.microsoft.com/office/drawing/2014/main" id="{8866EE9B-2A4B-476A-89FE-B1E140C15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3" y="1897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84" name="Oval 739">
                <a:extLst>
                  <a:ext uri="{FF2B5EF4-FFF2-40B4-BE49-F238E27FC236}">
                    <a16:creationId xmlns:a16="http://schemas.microsoft.com/office/drawing/2014/main" id="{0901CC62-9300-471F-BF73-5FD695950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924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85" name="Oval 740">
                <a:extLst>
                  <a:ext uri="{FF2B5EF4-FFF2-40B4-BE49-F238E27FC236}">
                    <a16:creationId xmlns:a16="http://schemas.microsoft.com/office/drawing/2014/main" id="{D09B188D-637D-4CC1-BFD6-D86072B40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916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86" name="Oval 741">
                <a:extLst>
                  <a:ext uri="{FF2B5EF4-FFF2-40B4-BE49-F238E27FC236}">
                    <a16:creationId xmlns:a16="http://schemas.microsoft.com/office/drawing/2014/main" id="{1A314844-0DA8-4960-89D9-B00F162C3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6" y="2044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87" name="Oval 742">
                <a:extLst>
                  <a:ext uri="{FF2B5EF4-FFF2-40B4-BE49-F238E27FC236}">
                    <a16:creationId xmlns:a16="http://schemas.microsoft.com/office/drawing/2014/main" id="{E04E12A2-D6BC-4153-B870-7C9383F5A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3" y="2007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88" name="Oval 743">
                <a:extLst>
                  <a:ext uri="{FF2B5EF4-FFF2-40B4-BE49-F238E27FC236}">
                    <a16:creationId xmlns:a16="http://schemas.microsoft.com/office/drawing/2014/main" id="{C9BF6F3D-C145-48B7-A775-37E0DEEB3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1" y="2076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89" name="Oval 744">
                <a:extLst>
                  <a:ext uri="{FF2B5EF4-FFF2-40B4-BE49-F238E27FC236}">
                    <a16:creationId xmlns:a16="http://schemas.microsoft.com/office/drawing/2014/main" id="{3067FF2F-640B-4A97-82AA-F6DB812C4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8" y="2100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90" name="Oval 745">
                <a:extLst>
                  <a:ext uri="{FF2B5EF4-FFF2-40B4-BE49-F238E27FC236}">
                    <a16:creationId xmlns:a16="http://schemas.microsoft.com/office/drawing/2014/main" id="{0866A9D7-AA9A-4C52-82F9-B165BA05E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3" y="2100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91" name="Oval 746">
                <a:extLst>
                  <a:ext uri="{FF2B5EF4-FFF2-40B4-BE49-F238E27FC236}">
                    <a16:creationId xmlns:a16="http://schemas.microsoft.com/office/drawing/2014/main" id="{E34E49D2-454C-4BCB-BEDD-5B7731230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6" y="2127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92" name="Oval 747">
                <a:extLst>
                  <a:ext uri="{FF2B5EF4-FFF2-40B4-BE49-F238E27FC236}">
                    <a16:creationId xmlns:a16="http://schemas.microsoft.com/office/drawing/2014/main" id="{7A0AA874-3AE3-48BE-B916-A46072127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6" y="2153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93" name="Oval 748">
                <a:extLst>
                  <a:ext uri="{FF2B5EF4-FFF2-40B4-BE49-F238E27FC236}">
                    <a16:creationId xmlns:a16="http://schemas.microsoft.com/office/drawing/2014/main" id="{BB00C2B7-E46A-47BF-87D6-C5FB6F6B1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8" y="2177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94" name="Oval 749">
                <a:extLst>
                  <a:ext uri="{FF2B5EF4-FFF2-40B4-BE49-F238E27FC236}">
                    <a16:creationId xmlns:a16="http://schemas.microsoft.com/office/drawing/2014/main" id="{3789829A-0F62-4C4C-9932-AB031CBDB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" y="2183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95" name="Oval 750">
                <a:extLst>
                  <a:ext uri="{FF2B5EF4-FFF2-40B4-BE49-F238E27FC236}">
                    <a16:creationId xmlns:a16="http://schemas.microsoft.com/office/drawing/2014/main" id="{BD5F55D0-19BD-4A51-8EBF-A10B32229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2183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96" name="Oval 751">
                <a:extLst>
                  <a:ext uri="{FF2B5EF4-FFF2-40B4-BE49-F238E27FC236}">
                    <a16:creationId xmlns:a16="http://schemas.microsoft.com/office/drawing/2014/main" id="{AE70CFBE-7752-4215-B32F-A5B83BB11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6" y="2204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97" name="Oval 752">
                <a:extLst>
                  <a:ext uri="{FF2B5EF4-FFF2-40B4-BE49-F238E27FC236}">
                    <a16:creationId xmlns:a16="http://schemas.microsoft.com/office/drawing/2014/main" id="{45AFEB6A-7EDE-4F9D-BDF4-57C4DD722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2223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98" name="Oval 753">
                <a:extLst>
                  <a:ext uri="{FF2B5EF4-FFF2-40B4-BE49-F238E27FC236}">
                    <a16:creationId xmlns:a16="http://schemas.microsoft.com/office/drawing/2014/main" id="{23EDCB67-B600-451E-8293-96109292A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081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299" name="Oval 754">
                <a:extLst>
                  <a:ext uri="{FF2B5EF4-FFF2-40B4-BE49-F238E27FC236}">
                    <a16:creationId xmlns:a16="http://schemas.microsoft.com/office/drawing/2014/main" id="{F207E0F0-6B49-4521-A761-B954CBE92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1900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00" name="Oval 755">
                <a:extLst>
                  <a:ext uri="{FF2B5EF4-FFF2-40B4-BE49-F238E27FC236}">
                    <a16:creationId xmlns:a16="http://schemas.microsoft.com/office/drawing/2014/main" id="{88EF4291-56F2-4A4C-8B4C-02B0074E6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3" y="1897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01" name="Oval 756">
                <a:extLst>
                  <a:ext uri="{FF2B5EF4-FFF2-40B4-BE49-F238E27FC236}">
                    <a16:creationId xmlns:a16="http://schemas.microsoft.com/office/drawing/2014/main" id="{20C8ABD8-C869-4F67-B74A-DFDD72CBC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1887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02" name="Oval 757">
                <a:extLst>
                  <a:ext uri="{FF2B5EF4-FFF2-40B4-BE49-F238E27FC236}">
                    <a16:creationId xmlns:a16="http://schemas.microsoft.com/office/drawing/2014/main" id="{056EBC60-5E31-4DC5-9E6F-AD485416B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1" y="2007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03" name="Oval 758">
                <a:extLst>
                  <a:ext uri="{FF2B5EF4-FFF2-40B4-BE49-F238E27FC236}">
                    <a16:creationId xmlns:a16="http://schemas.microsoft.com/office/drawing/2014/main" id="{F3B10432-E297-494B-8DFA-7D7560275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1993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04" name="Oval 759">
                <a:extLst>
                  <a:ext uri="{FF2B5EF4-FFF2-40B4-BE49-F238E27FC236}">
                    <a16:creationId xmlns:a16="http://schemas.microsoft.com/office/drawing/2014/main" id="{A8568E7D-DE34-412C-8DE3-149AE83C1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1975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05" name="Oval 760">
                <a:extLst>
                  <a:ext uri="{FF2B5EF4-FFF2-40B4-BE49-F238E27FC236}">
                    <a16:creationId xmlns:a16="http://schemas.microsoft.com/office/drawing/2014/main" id="{0398A5B6-6A4C-4A1E-8369-D98136774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1953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06" name="Oval 761">
                <a:extLst>
                  <a:ext uri="{FF2B5EF4-FFF2-40B4-BE49-F238E27FC236}">
                    <a16:creationId xmlns:a16="http://schemas.microsoft.com/office/drawing/2014/main" id="{E1D5E8A0-2C03-4D1C-8608-E33B593D0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1911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07" name="Oval 762">
                <a:extLst>
                  <a:ext uri="{FF2B5EF4-FFF2-40B4-BE49-F238E27FC236}">
                    <a16:creationId xmlns:a16="http://schemas.microsoft.com/office/drawing/2014/main" id="{766E63C0-3325-4603-9D9D-43E1423AD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2087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08" name="Oval 763">
                <a:extLst>
                  <a:ext uri="{FF2B5EF4-FFF2-40B4-BE49-F238E27FC236}">
                    <a16:creationId xmlns:a16="http://schemas.microsoft.com/office/drawing/2014/main" id="{57400EF2-CB1F-4CC7-86C0-AC05B49D9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6" y="2108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09" name="Oval 764">
                <a:extLst>
                  <a:ext uri="{FF2B5EF4-FFF2-40B4-BE49-F238E27FC236}">
                    <a16:creationId xmlns:a16="http://schemas.microsoft.com/office/drawing/2014/main" id="{1BFFE05A-25F7-4A01-8B46-7138A3E04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2132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10" name="Oval 765">
                <a:extLst>
                  <a:ext uri="{FF2B5EF4-FFF2-40B4-BE49-F238E27FC236}">
                    <a16:creationId xmlns:a16="http://schemas.microsoft.com/office/drawing/2014/main" id="{43AD68AF-A3AD-48FA-A21F-7FB7C1836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1" y="2063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11" name="Oval 766">
                <a:extLst>
                  <a:ext uri="{FF2B5EF4-FFF2-40B4-BE49-F238E27FC236}">
                    <a16:creationId xmlns:a16="http://schemas.microsoft.com/office/drawing/2014/main" id="{CEAD974A-2D0D-4702-8A1A-F0D092B45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2044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12" name="Oval 767">
                <a:extLst>
                  <a:ext uri="{FF2B5EF4-FFF2-40B4-BE49-F238E27FC236}">
                    <a16:creationId xmlns:a16="http://schemas.microsoft.com/office/drawing/2014/main" id="{3D724D97-9804-4BCD-8683-D413B3E71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2023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13" name="Oval 768">
                <a:extLst>
                  <a:ext uri="{FF2B5EF4-FFF2-40B4-BE49-F238E27FC236}">
                    <a16:creationId xmlns:a16="http://schemas.microsoft.com/office/drawing/2014/main" id="{B0C61679-3E36-429A-BADD-1968B5C26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" y="2092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14" name="Oval 769">
                <a:extLst>
                  <a:ext uri="{FF2B5EF4-FFF2-40B4-BE49-F238E27FC236}">
                    <a16:creationId xmlns:a16="http://schemas.microsoft.com/office/drawing/2014/main" id="{BD474379-63AD-4FFD-92C1-8FAEAF790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2092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15" name="Oval 770">
                <a:extLst>
                  <a:ext uri="{FF2B5EF4-FFF2-40B4-BE49-F238E27FC236}">
                    <a16:creationId xmlns:a16="http://schemas.microsoft.com/office/drawing/2014/main" id="{D8354B27-0D13-46A5-B72F-A04CAB517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6" y="2119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16" name="Oval 771">
                <a:extLst>
                  <a:ext uri="{FF2B5EF4-FFF2-40B4-BE49-F238E27FC236}">
                    <a16:creationId xmlns:a16="http://schemas.microsoft.com/office/drawing/2014/main" id="{BDA2B78C-8249-49DE-83F2-FABCE2C4A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8" y="2148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17" name="Oval 772">
                <a:extLst>
                  <a:ext uri="{FF2B5EF4-FFF2-40B4-BE49-F238E27FC236}">
                    <a16:creationId xmlns:a16="http://schemas.microsoft.com/office/drawing/2014/main" id="{E8DC2B44-974D-48F8-ADC1-A83C0E41E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2167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18" name="Oval 773">
                <a:extLst>
                  <a:ext uri="{FF2B5EF4-FFF2-40B4-BE49-F238E27FC236}">
                    <a16:creationId xmlns:a16="http://schemas.microsoft.com/office/drawing/2014/main" id="{C65193CF-B23E-4D65-A8D5-BB89B85F1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3" y="2185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19" name="Oval 774">
                <a:extLst>
                  <a:ext uri="{FF2B5EF4-FFF2-40B4-BE49-F238E27FC236}">
                    <a16:creationId xmlns:a16="http://schemas.microsoft.com/office/drawing/2014/main" id="{5CB3B27C-061A-48DD-954D-75919B4EC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1" y="2209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20" name="Oval 775">
                <a:extLst>
                  <a:ext uri="{FF2B5EF4-FFF2-40B4-BE49-F238E27FC236}">
                    <a16:creationId xmlns:a16="http://schemas.microsoft.com/office/drawing/2014/main" id="{CFFB5E7C-5BCE-4F70-8C5D-6DB44F84B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2231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21" name="Oval 776">
                <a:extLst>
                  <a:ext uri="{FF2B5EF4-FFF2-40B4-BE49-F238E27FC236}">
                    <a16:creationId xmlns:a16="http://schemas.microsoft.com/office/drawing/2014/main" id="{220D5148-7EB5-4F48-8348-1C5E6687A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2249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22" name="Oval 777">
                <a:extLst>
                  <a:ext uri="{FF2B5EF4-FFF2-40B4-BE49-F238E27FC236}">
                    <a16:creationId xmlns:a16="http://schemas.microsoft.com/office/drawing/2014/main" id="{F93974ED-A93C-4C93-86C8-6913D9761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8" y="2244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23" name="Oval 778">
                <a:extLst>
                  <a:ext uri="{FF2B5EF4-FFF2-40B4-BE49-F238E27FC236}">
                    <a16:creationId xmlns:a16="http://schemas.microsoft.com/office/drawing/2014/main" id="{E91E25C1-38D5-4CA2-872E-178D43B57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1" y="2204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24" name="Oval 779">
                <a:extLst>
                  <a:ext uri="{FF2B5EF4-FFF2-40B4-BE49-F238E27FC236}">
                    <a16:creationId xmlns:a16="http://schemas.microsoft.com/office/drawing/2014/main" id="{822C2391-8A72-49C5-A696-538ADB78B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1" y="2183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25" name="Oval 780">
                <a:extLst>
                  <a:ext uri="{FF2B5EF4-FFF2-40B4-BE49-F238E27FC236}">
                    <a16:creationId xmlns:a16="http://schemas.microsoft.com/office/drawing/2014/main" id="{2958F8E3-CC7D-4786-B4AF-FF0650E29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6" y="2145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26" name="Oval 781">
                <a:extLst>
                  <a:ext uri="{FF2B5EF4-FFF2-40B4-BE49-F238E27FC236}">
                    <a16:creationId xmlns:a16="http://schemas.microsoft.com/office/drawing/2014/main" id="{2FD6BF9E-FC41-4020-A4F5-DEB6E525E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2196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27" name="Oval 782">
                <a:extLst>
                  <a:ext uri="{FF2B5EF4-FFF2-40B4-BE49-F238E27FC236}">
                    <a16:creationId xmlns:a16="http://schemas.microsoft.com/office/drawing/2014/main" id="{D8EB0004-0557-4F65-91EC-0070EE9DE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2172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28" name="Oval 783">
                <a:extLst>
                  <a:ext uri="{FF2B5EF4-FFF2-40B4-BE49-F238E27FC236}">
                    <a16:creationId xmlns:a16="http://schemas.microsoft.com/office/drawing/2014/main" id="{D0FF7C19-B048-4182-823A-163BAD270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2148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29" name="Oval 784">
                <a:extLst>
                  <a:ext uri="{FF2B5EF4-FFF2-40B4-BE49-F238E27FC236}">
                    <a16:creationId xmlns:a16="http://schemas.microsoft.com/office/drawing/2014/main" id="{D874D46F-F1C1-470F-A87A-4C6D69841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8" y="2121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30" name="Oval 785">
                <a:extLst>
                  <a:ext uri="{FF2B5EF4-FFF2-40B4-BE49-F238E27FC236}">
                    <a16:creationId xmlns:a16="http://schemas.microsoft.com/office/drawing/2014/main" id="{12904BFD-BD8E-4212-958F-E9FA9E0EE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2103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31" name="Oval 786">
                <a:extLst>
                  <a:ext uri="{FF2B5EF4-FFF2-40B4-BE49-F238E27FC236}">
                    <a16:creationId xmlns:a16="http://schemas.microsoft.com/office/drawing/2014/main" id="{63ED1295-BA78-4D4A-87D5-DA0BA1F99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1" y="2065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32" name="Oval 787">
                <a:extLst>
                  <a:ext uri="{FF2B5EF4-FFF2-40B4-BE49-F238E27FC236}">
                    <a16:creationId xmlns:a16="http://schemas.microsoft.com/office/drawing/2014/main" id="{AD16EF2F-8C7B-4C24-9A48-42F99D847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751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33" name="Oval 788">
                <a:extLst>
                  <a:ext uri="{FF2B5EF4-FFF2-40B4-BE49-F238E27FC236}">
                    <a16:creationId xmlns:a16="http://schemas.microsoft.com/office/drawing/2014/main" id="{8E39D182-AFEF-49EA-830C-20995D12F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780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34" name="Oval 789">
                <a:extLst>
                  <a:ext uri="{FF2B5EF4-FFF2-40B4-BE49-F238E27FC236}">
                    <a16:creationId xmlns:a16="http://schemas.microsoft.com/office/drawing/2014/main" id="{A4BB252A-0115-4783-B696-05A64C0E0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809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35" name="Oval 790">
                <a:extLst>
                  <a:ext uri="{FF2B5EF4-FFF2-40B4-BE49-F238E27FC236}">
                    <a16:creationId xmlns:a16="http://schemas.microsoft.com/office/drawing/2014/main" id="{E45429D0-CC3C-42EE-8CCB-FE9591AF9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1828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36" name="Oval 791">
                <a:extLst>
                  <a:ext uri="{FF2B5EF4-FFF2-40B4-BE49-F238E27FC236}">
                    <a16:creationId xmlns:a16="http://schemas.microsoft.com/office/drawing/2014/main" id="{68065286-8292-40F1-856B-CB92B758C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1839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37" name="Oval 792">
                <a:extLst>
                  <a:ext uri="{FF2B5EF4-FFF2-40B4-BE49-F238E27FC236}">
                    <a16:creationId xmlns:a16="http://schemas.microsoft.com/office/drawing/2014/main" id="{033F2533-2E4D-4622-86A9-6BEC27FE7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1865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38" name="Oval 793">
                <a:extLst>
                  <a:ext uri="{FF2B5EF4-FFF2-40B4-BE49-F238E27FC236}">
                    <a16:creationId xmlns:a16="http://schemas.microsoft.com/office/drawing/2014/main" id="{86DF2F5E-27F7-43A2-A291-54E6647DD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1903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39" name="Oval 794">
                <a:extLst>
                  <a:ext uri="{FF2B5EF4-FFF2-40B4-BE49-F238E27FC236}">
                    <a16:creationId xmlns:a16="http://schemas.microsoft.com/office/drawing/2014/main" id="{A24EDFE6-BBB2-49FA-BD1B-067D54DF7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1" y="1937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40" name="Oval 795">
                <a:extLst>
                  <a:ext uri="{FF2B5EF4-FFF2-40B4-BE49-F238E27FC236}">
                    <a16:creationId xmlns:a16="http://schemas.microsoft.com/office/drawing/2014/main" id="{4CF8CA5C-3900-4727-943C-C137855A0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1889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41" name="Oval 796">
                <a:extLst>
                  <a:ext uri="{FF2B5EF4-FFF2-40B4-BE49-F238E27FC236}">
                    <a16:creationId xmlns:a16="http://schemas.microsoft.com/office/drawing/2014/main" id="{FFA74006-1872-43FA-9D04-25131FEDA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1724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42" name="Oval 797">
                <a:extLst>
                  <a:ext uri="{FF2B5EF4-FFF2-40B4-BE49-F238E27FC236}">
                    <a16:creationId xmlns:a16="http://schemas.microsoft.com/office/drawing/2014/main" id="{56710E5D-6CA4-4026-81BE-D27D65CD8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700"/>
                <a:ext cx="18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43" name="Oval 798">
                <a:extLst>
                  <a:ext uri="{FF2B5EF4-FFF2-40B4-BE49-F238E27FC236}">
                    <a16:creationId xmlns:a16="http://schemas.microsoft.com/office/drawing/2014/main" id="{E8F59732-DB44-4E8E-8B3B-D61B4311F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1607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44" name="Oval 799">
                <a:extLst>
                  <a:ext uri="{FF2B5EF4-FFF2-40B4-BE49-F238E27FC236}">
                    <a16:creationId xmlns:a16="http://schemas.microsoft.com/office/drawing/2014/main" id="{32F93031-89D4-4B11-AF3E-AAD26A7D6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609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45" name="Oval 800">
                <a:extLst>
                  <a:ext uri="{FF2B5EF4-FFF2-40B4-BE49-F238E27FC236}">
                    <a16:creationId xmlns:a16="http://schemas.microsoft.com/office/drawing/2014/main" id="{4F31C976-F6E7-474B-9E20-90E9C4111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1" y="1623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46" name="Oval 801">
                <a:extLst>
                  <a:ext uri="{FF2B5EF4-FFF2-40B4-BE49-F238E27FC236}">
                    <a16:creationId xmlns:a16="http://schemas.microsoft.com/office/drawing/2014/main" id="{EC7BBDEF-5216-4ACF-8B92-CAFDE81C4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1745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47" name="Oval 802">
                <a:extLst>
                  <a:ext uri="{FF2B5EF4-FFF2-40B4-BE49-F238E27FC236}">
                    <a16:creationId xmlns:a16="http://schemas.microsoft.com/office/drawing/2014/main" id="{818162A4-6A14-4AEC-9D5F-AB8122CDA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3" y="1767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48" name="Oval 803">
                <a:extLst>
                  <a:ext uri="{FF2B5EF4-FFF2-40B4-BE49-F238E27FC236}">
                    <a16:creationId xmlns:a16="http://schemas.microsoft.com/office/drawing/2014/main" id="{194F4617-5482-404E-9631-D9D88D398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1791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49" name="Oval 804">
                <a:extLst>
                  <a:ext uri="{FF2B5EF4-FFF2-40B4-BE49-F238E27FC236}">
                    <a16:creationId xmlns:a16="http://schemas.microsoft.com/office/drawing/2014/main" id="{67EDF272-86C5-41F8-A9A8-5ECA0C3DA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1785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50" name="Oval 805">
                <a:extLst>
                  <a:ext uri="{FF2B5EF4-FFF2-40B4-BE49-F238E27FC236}">
                    <a16:creationId xmlns:a16="http://schemas.microsoft.com/office/drawing/2014/main" id="{F7304D0D-794A-4A27-9BED-4A8048FE6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809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51" name="Oval 806">
                <a:extLst>
                  <a:ext uri="{FF2B5EF4-FFF2-40B4-BE49-F238E27FC236}">
                    <a16:creationId xmlns:a16="http://schemas.microsoft.com/office/drawing/2014/main" id="{B72DF90B-01FD-4EF8-AA74-1FB12F947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1" y="1825"/>
                <a:ext cx="17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52" name="Oval 807">
                <a:extLst>
                  <a:ext uri="{FF2B5EF4-FFF2-40B4-BE49-F238E27FC236}">
                    <a16:creationId xmlns:a16="http://schemas.microsoft.com/office/drawing/2014/main" id="{1D05210D-5F62-4F15-B92F-9546F085B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6" y="1847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53" name="Oval 808">
                <a:extLst>
                  <a:ext uri="{FF2B5EF4-FFF2-40B4-BE49-F238E27FC236}">
                    <a16:creationId xmlns:a16="http://schemas.microsoft.com/office/drawing/2014/main" id="{225703C2-603B-4037-AC9F-3185B8246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8" y="1863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54" name="Oval 809">
                <a:extLst>
                  <a:ext uri="{FF2B5EF4-FFF2-40B4-BE49-F238E27FC236}">
                    <a16:creationId xmlns:a16="http://schemas.microsoft.com/office/drawing/2014/main" id="{B844746C-196E-4761-85B2-C9620A306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1881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55" name="Oval 810">
                <a:extLst>
                  <a:ext uri="{FF2B5EF4-FFF2-40B4-BE49-F238E27FC236}">
                    <a16:creationId xmlns:a16="http://schemas.microsoft.com/office/drawing/2014/main" id="{6F9982D0-8901-4333-8B9A-C51B4BFDD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1" y="1903"/>
                <a:ext cx="17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56" name="Oval 811">
                <a:extLst>
                  <a:ext uri="{FF2B5EF4-FFF2-40B4-BE49-F238E27FC236}">
                    <a16:creationId xmlns:a16="http://schemas.microsoft.com/office/drawing/2014/main" id="{B2A74FC5-2311-40D4-BD72-8705015B6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1927"/>
                <a:ext cx="20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57" name="Oval 812">
                <a:extLst>
                  <a:ext uri="{FF2B5EF4-FFF2-40B4-BE49-F238E27FC236}">
                    <a16:creationId xmlns:a16="http://schemas.microsoft.com/office/drawing/2014/main" id="{DCA7D5EF-05F6-4F06-A209-A380F27D6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3" y="1953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58" name="Oval 813">
                <a:extLst>
                  <a:ext uri="{FF2B5EF4-FFF2-40B4-BE49-F238E27FC236}">
                    <a16:creationId xmlns:a16="http://schemas.microsoft.com/office/drawing/2014/main" id="{37D92B55-EB46-4D4D-A469-E68046E55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6" y="1975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59" name="Oval 814">
                <a:extLst>
                  <a:ext uri="{FF2B5EF4-FFF2-40B4-BE49-F238E27FC236}">
                    <a16:creationId xmlns:a16="http://schemas.microsoft.com/office/drawing/2014/main" id="{107C506B-2CB3-4B25-A08A-E2F23F7CC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6" y="1996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60" name="Oval 815">
                <a:extLst>
                  <a:ext uri="{FF2B5EF4-FFF2-40B4-BE49-F238E27FC236}">
                    <a16:creationId xmlns:a16="http://schemas.microsoft.com/office/drawing/2014/main" id="{56926B35-A634-4BF4-9B62-CFC929260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023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61" name="Oval 816">
                <a:extLst>
                  <a:ext uri="{FF2B5EF4-FFF2-40B4-BE49-F238E27FC236}">
                    <a16:creationId xmlns:a16="http://schemas.microsoft.com/office/drawing/2014/main" id="{75123512-DA2F-48CB-8AB1-AE3A4C188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2049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62" name="Oval 817">
                <a:extLst>
                  <a:ext uri="{FF2B5EF4-FFF2-40B4-BE49-F238E27FC236}">
                    <a16:creationId xmlns:a16="http://schemas.microsoft.com/office/drawing/2014/main" id="{668FBDF7-0BBD-454C-BAE0-D8DBE8F93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1" y="2241"/>
                <a:ext cx="20" cy="2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63" name="Oval 818">
                <a:extLst>
                  <a:ext uri="{FF2B5EF4-FFF2-40B4-BE49-F238E27FC236}">
                    <a16:creationId xmlns:a16="http://schemas.microsoft.com/office/drawing/2014/main" id="{4D0B625A-98DB-4481-9E43-C20581320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3" y="2257"/>
                <a:ext cx="20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364" name="Oval 819">
                <a:extLst>
                  <a:ext uri="{FF2B5EF4-FFF2-40B4-BE49-F238E27FC236}">
                    <a16:creationId xmlns:a16="http://schemas.microsoft.com/office/drawing/2014/main" id="{D64C4F4D-8CF8-465B-AEAB-6D76F0973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1644"/>
                <a:ext cx="20" cy="2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38138" name="Oval 820">
              <a:extLst>
                <a:ext uri="{FF2B5EF4-FFF2-40B4-BE49-F238E27FC236}">
                  <a16:creationId xmlns:a16="http://schemas.microsoft.com/office/drawing/2014/main" id="{50186F74-BAB7-4FE4-815C-3418D06D9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3" y="1533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9" name="Oval 821">
              <a:extLst>
                <a:ext uri="{FF2B5EF4-FFF2-40B4-BE49-F238E27FC236}">
                  <a16:creationId xmlns:a16="http://schemas.microsoft.com/office/drawing/2014/main" id="{C38B8667-7C20-45C2-BF3B-889308487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1557"/>
              <a:ext cx="18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0" name="Oval 822">
              <a:extLst>
                <a:ext uri="{FF2B5EF4-FFF2-40B4-BE49-F238E27FC236}">
                  <a16:creationId xmlns:a16="http://schemas.microsoft.com/office/drawing/2014/main" id="{9CDC2B97-7156-48AC-8B3B-ECCB6363D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1517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1" name="Oval 823">
              <a:extLst>
                <a:ext uri="{FF2B5EF4-FFF2-40B4-BE49-F238E27FC236}">
                  <a16:creationId xmlns:a16="http://schemas.microsoft.com/office/drawing/2014/main" id="{64C821A7-A5CB-44FD-B4C0-F4EA2EDAA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1474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2" name="Oval 824">
              <a:extLst>
                <a:ext uri="{FF2B5EF4-FFF2-40B4-BE49-F238E27FC236}">
                  <a16:creationId xmlns:a16="http://schemas.microsoft.com/office/drawing/2014/main" id="{BEFB4EA3-E9A0-40E9-B292-349E76034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3" y="1501"/>
              <a:ext cx="20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3" name="Oval 825">
              <a:extLst>
                <a:ext uri="{FF2B5EF4-FFF2-40B4-BE49-F238E27FC236}">
                  <a16:creationId xmlns:a16="http://schemas.microsoft.com/office/drawing/2014/main" id="{F62AD332-8025-4F67-A572-B6454350C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1482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4" name="Oval 826">
              <a:extLst>
                <a:ext uri="{FF2B5EF4-FFF2-40B4-BE49-F238E27FC236}">
                  <a16:creationId xmlns:a16="http://schemas.microsoft.com/office/drawing/2014/main" id="{F08EB5B8-2B20-4BDA-8123-128746B03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1517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5" name="Oval 827">
              <a:extLst>
                <a:ext uri="{FF2B5EF4-FFF2-40B4-BE49-F238E27FC236}">
                  <a16:creationId xmlns:a16="http://schemas.microsoft.com/office/drawing/2014/main" id="{C5AC9564-32FA-48BD-84C6-F501ED9E0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538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6" name="Oval 828">
              <a:extLst>
                <a:ext uri="{FF2B5EF4-FFF2-40B4-BE49-F238E27FC236}">
                  <a16:creationId xmlns:a16="http://schemas.microsoft.com/office/drawing/2014/main" id="{8176BA77-9DBE-4850-BD69-4E324E3AF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557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7" name="Oval 829">
              <a:extLst>
                <a:ext uri="{FF2B5EF4-FFF2-40B4-BE49-F238E27FC236}">
                  <a16:creationId xmlns:a16="http://schemas.microsoft.com/office/drawing/2014/main" id="{5ED2CE2B-0401-4A9C-A660-A58D62EDD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" y="1543"/>
              <a:ext cx="17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8" name="Oval 830">
              <a:extLst>
                <a:ext uri="{FF2B5EF4-FFF2-40B4-BE49-F238E27FC236}">
                  <a16:creationId xmlns:a16="http://schemas.microsoft.com/office/drawing/2014/main" id="{3F840EA8-7B0C-421E-B10C-6C14415C7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1581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9" name="Oval 831">
              <a:extLst>
                <a:ext uri="{FF2B5EF4-FFF2-40B4-BE49-F238E27FC236}">
                  <a16:creationId xmlns:a16="http://schemas.microsoft.com/office/drawing/2014/main" id="{E5663CFA-0215-4129-AE72-F68393196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1594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0" name="Oval 832">
              <a:extLst>
                <a:ext uri="{FF2B5EF4-FFF2-40B4-BE49-F238E27FC236}">
                  <a16:creationId xmlns:a16="http://schemas.microsoft.com/office/drawing/2014/main" id="{328A2D0F-5469-4CBC-B99F-4297A2BF9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1618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1" name="Oval 833">
              <a:extLst>
                <a:ext uri="{FF2B5EF4-FFF2-40B4-BE49-F238E27FC236}">
                  <a16:creationId xmlns:a16="http://schemas.microsoft.com/office/drawing/2014/main" id="{63EBEB38-C0ED-48B1-8925-48F5AFCAE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1597"/>
              <a:ext cx="20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2" name="Oval 834">
              <a:extLst>
                <a:ext uri="{FF2B5EF4-FFF2-40B4-BE49-F238E27FC236}">
                  <a16:creationId xmlns:a16="http://schemas.microsoft.com/office/drawing/2014/main" id="{88E96262-8E47-4A3B-B9A4-3C59623FD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1586"/>
              <a:ext cx="17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3" name="Oval 835">
              <a:extLst>
                <a:ext uri="{FF2B5EF4-FFF2-40B4-BE49-F238E27FC236}">
                  <a16:creationId xmlns:a16="http://schemas.microsoft.com/office/drawing/2014/main" id="{9F5A5276-DE56-4C73-8CAE-DB9140EA3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1554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4" name="Oval 836">
              <a:extLst>
                <a:ext uri="{FF2B5EF4-FFF2-40B4-BE49-F238E27FC236}">
                  <a16:creationId xmlns:a16="http://schemas.microsoft.com/office/drawing/2014/main" id="{78C8CA1D-4C96-4C31-9C4A-65D7A6654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565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5" name="Oval 837">
              <a:extLst>
                <a:ext uri="{FF2B5EF4-FFF2-40B4-BE49-F238E27FC236}">
                  <a16:creationId xmlns:a16="http://schemas.microsoft.com/office/drawing/2014/main" id="{335306D9-C048-4D69-98CF-0A217DCCF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1469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6" name="Oval 838">
              <a:extLst>
                <a:ext uri="{FF2B5EF4-FFF2-40B4-BE49-F238E27FC236}">
                  <a16:creationId xmlns:a16="http://schemas.microsoft.com/office/drawing/2014/main" id="{5FE15FF6-FF8A-472D-A566-33E70B225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1426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7" name="Oval 839">
              <a:extLst>
                <a:ext uri="{FF2B5EF4-FFF2-40B4-BE49-F238E27FC236}">
                  <a16:creationId xmlns:a16="http://schemas.microsoft.com/office/drawing/2014/main" id="{188FC1B0-FA74-4ADC-A99E-4040B6D4B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149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8" name="Oval 840">
              <a:extLst>
                <a:ext uri="{FF2B5EF4-FFF2-40B4-BE49-F238E27FC236}">
                  <a16:creationId xmlns:a16="http://schemas.microsoft.com/office/drawing/2014/main" id="{EDB6D3A9-F7A2-4D5D-B937-7119F6218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1453"/>
              <a:ext cx="20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9" name="Oval 841">
              <a:extLst>
                <a:ext uri="{FF2B5EF4-FFF2-40B4-BE49-F238E27FC236}">
                  <a16:creationId xmlns:a16="http://schemas.microsoft.com/office/drawing/2014/main" id="{F82A17BB-B6B3-44E8-9089-BF13046B9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442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60" name="Oval 842">
              <a:extLst>
                <a:ext uri="{FF2B5EF4-FFF2-40B4-BE49-F238E27FC236}">
                  <a16:creationId xmlns:a16="http://schemas.microsoft.com/office/drawing/2014/main" id="{385E5274-6727-4BC3-B42D-EDAF3ACE5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3" y="1543"/>
              <a:ext cx="17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61" name="Oval 843">
              <a:extLst>
                <a:ext uri="{FF2B5EF4-FFF2-40B4-BE49-F238E27FC236}">
                  <a16:creationId xmlns:a16="http://schemas.microsoft.com/office/drawing/2014/main" id="{612703D0-B3A4-41A9-A36B-E153A56E9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1538"/>
              <a:ext cx="20" cy="2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62" name="Oval 844">
              <a:extLst>
                <a:ext uri="{FF2B5EF4-FFF2-40B4-BE49-F238E27FC236}">
                  <a16:creationId xmlns:a16="http://schemas.microsoft.com/office/drawing/2014/main" id="{E9CE5D25-852D-44F3-BAA9-443DE6D9C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1506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63" name="Oval 845">
              <a:extLst>
                <a:ext uri="{FF2B5EF4-FFF2-40B4-BE49-F238E27FC236}">
                  <a16:creationId xmlns:a16="http://schemas.microsoft.com/office/drawing/2014/main" id="{939D7CAA-F0FA-4637-871F-AFAA23D23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1474"/>
              <a:ext cx="20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64" name="Oval 846">
              <a:extLst>
                <a:ext uri="{FF2B5EF4-FFF2-40B4-BE49-F238E27FC236}">
                  <a16:creationId xmlns:a16="http://schemas.microsoft.com/office/drawing/2014/main" id="{5B1A2F0E-39E1-4763-AF40-EF6D47351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1423"/>
              <a:ext cx="20" cy="2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7893" name="Antibiotic-disk-diffusion-agar-plate">
            <a:extLst>
              <a:ext uri="{FF2B5EF4-FFF2-40B4-BE49-F238E27FC236}">
                <a16:creationId xmlns:a16="http://schemas.microsoft.com/office/drawing/2014/main" id="{F2CDC2B0-B59F-45FD-BC8F-778EE8732F93}"/>
              </a:ext>
            </a:extLst>
          </p:cNvPr>
          <p:cNvGrpSpPr>
            <a:grpSpLocks/>
          </p:cNvGrpSpPr>
          <p:nvPr/>
        </p:nvGrpSpPr>
        <p:grpSpPr bwMode="auto">
          <a:xfrm>
            <a:off x="7700963" y="2725738"/>
            <a:ext cx="2333625" cy="2489200"/>
            <a:chOff x="3891" y="1550"/>
            <a:chExt cx="1470" cy="1568"/>
          </a:xfrm>
        </p:grpSpPr>
        <p:sp>
          <p:nvSpPr>
            <p:cNvPr id="37905" name="Oval 848">
              <a:extLst>
                <a:ext uri="{FF2B5EF4-FFF2-40B4-BE49-F238E27FC236}">
                  <a16:creationId xmlns:a16="http://schemas.microsoft.com/office/drawing/2014/main" id="{28E123B8-336F-40D2-BDFE-058EF7610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1550"/>
              <a:ext cx="1470" cy="1568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6" name="Freeform 849">
              <a:extLst>
                <a:ext uri="{FF2B5EF4-FFF2-40B4-BE49-F238E27FC236}">
                  <a16:creationId xmlns:a16="http://schemas.microsoft.com/office/drawing/2014/main" id="{7319D513-00E0-49AF-9DA7-75215AE9B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558"/>
              <a:ext cx="1273" cy="1296"/>
            </a:xfrm>
            <a:custGeom>
              <a:avLst/>
              <a:gdLst>
                <a:gd name="T0" fmla="*/ 988 w 509"/>
                <a:gd name="T1" fmla="*/ 106133 h 486"/>
                <a:gd name="T2" fmla="*/ 71913 w 509"/>
                <a:gd name="T3" fmla="*/ 1459 h 486"/>
                <a:gd name="T4" fmla="*/ 124566 w 509"/>
                <a:gd name="T5" fmla="*/ 35592 h 486"/>
                <a:gd name="T6" fmla="*/ 71238 w 509"/>
                <a:gd name="T7" fmla="*/ 0 h 486"/>
                <a:gd name="T8" fmla="*/ 0 w 509"/>
                <a:gd name="T9" fmla="*/ 104221 h 486"/>
                <a:gd name="T10" fmla="*/ 18582 w 509"/>
                <a:gd name="T11" fmla="*/ 174763 h 486"/>
                <a:gd name="T12" fmla="*/ 988 w 509"/>
                <a:gd name="T13" fmla="*/ 10613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4" y="295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09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5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850">
              <a:extLst>
                <a:ext uri="{FF2B5EF4-FFF2-40B4-BE49-F238E27FC236}">
                  <a16:creationId xmlns:a16="http://schemas.microsoft.com/office/drawing/2014/main" id="{6A27C33F-8F8C-4C24-AA83-534D2D20F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814"/>
              <a:ext cx="1272" cy="1296"/>
            </a:xfrm>
            <a:custGeom>
              <a:avLst/>
              <a:gdLst>
                <a:gd name="T0" fmla="*/ 123279 w 509"/>
                <a:gd name="T1" fmla="*/ 68629 h 486"/>
                <a:gd name="T2" fmla="*/ 52347 w 509"/>
                <a:gd name="T3" fmla="*/ 173304 h 486"/>
                <a:gd name="T4" fmla="*/ 0 w 509"/>
                <a:gd name="T5" fmla="*/ 139171 h 486"/>
                <a:gd name="T6" fmla="*/ 53314 w 509"/>
                <a:gd name="T7" fmla="*/ 174763 h 486"/>
                <a:gd name="T8" fmla="*/ 123976 w 509"/>
                <a:gd name="T9" fmla="*/ 70144 h 486"/>
                <a:gd name="T10" fmla="*/ 105736 w 509"/>
                <a:gd name="T11" fmla="*/ 0 h 486"/>
                <a:gd name="T12" fmla="*/ 123279 w 509"/>
                <a:gd name="T13" fmla="*/ 68629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Oval 851">
              <a:extLst>
                <a:ext uri="{FF2B5EF4-FFF2-40B4-BE49-F238E27FC236}">
                  <a16:creationId xmlns:a16="http://schemas.microsoft.com/office/drawing/2014/main" id="{0881009A-9818-4356-960F-215A18CD9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6" y="1585"/>
              <a:ext cx="1402" cy="1498"/>
            </a:xfrm>
            <a:prstGeom prst="ellipse">
              <a:avLst/>
            </a:prstGeom>
            <a:solidFill>
              <a:srgbClr val="D8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9" name="Oval 852">
              <a:extLst>
                <a:ext uri="{FF2B5EF4-FFF2-40B4-BE49-F238E27FC236}">
                  <a16:creationId xmlns:a16="http://schemas.microsoft.com/office/drawing/2014/main" id="{09A49179-A810-44AE-AFBC-9206EA554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1" y="1614"/>
              <a:ext cx="1350" cy="1440"/>
            </a:xfrm>
            <a:prstGeom prst="ellipse">
              <a:avLst/>
            </a:prstGeom>
            <a:solidFill>
              <a:srgbClr val="EE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0" name="Oval 853">
              <a:extLst>
                <a:ext uri="{FF2B5EF4-FFF2-40B4-BE49-F238E27FC236}">
                  <a16:creationId xmlns:a16="http://schemas.microsoft.com/office/drawing/2014/main" id="{CCA24CDC-B6A0-4F95-BEF5-D08BAA923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1550"/>
              <a:ext cx="1470" cy="156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1" name="Oval 854">
              <a:extLst>
                <a:ext uri="{FF2B5EF4-FFF2-40B4-BE49-F238E27FC236}">
                  <a16:creationId xmlns:a16="http://schemas.microsoft.com/office/drawing/2014/main" id="{6B9587C1-C86C-4A8D-BE51-24634D1D9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6" y="1585"/>
              <a:ext cx="1402" cy="149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2" name="Oval 855">
              <a:extLst>
                <a:ext uri="{FF2B5EF4-FFF2-40B4-BE49-F238E27FC236}">
                  <a16:creationId xmlns:a16="http://schemas.microsoft.com/office/drawing/2014/main" id="{031DF578-7F5B-4F54-B603-1E9102AC1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1" y="1614"/>
              <a:ext cx="1350" cy="1440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3" name="Freeform 856">
              <a:extLst>
                <a:ext uri="{FF2B5EF4-FFF2-40B4-BE49-F238E27FC236}">
                  <a16:creationId xmlns:a16="http://schemas.microsoft.com/office/drawing/2014/main" id="{966DECF0-E193-4B84-A561-A1C11E790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798"/>
              <a:ext cx="52" cy="56"/>
            </a:xfrm>
            <a:custGeom>
              <a:avLst/>
              <a:gdLst>
                <a:gd name="T0" fmla="*/ 639 w 21"/>
                <a:gd name="T1" fmla="*/ 5824 h 21"/>
                <a:gd name="T2" fmla="*/ 1122 w 21"/>
                <a:gd name="T3" fmla="*/ 1059 h 21"/>
                <a:gd name="T4" fmla="*/ 4175 w 21"/>
                <a:gd name="T5" fmla="*/ 1763 h 21"/>
                <a:gd name="T6" fmla="*/ 3722 w 21"/>
                <a:gd name="T7" fmla="*/ 6464 h 21"/>
                <a:gd name="T8" fmla="*/ 639 w 21"/>
                <a:gd name="T9" fmla="*/ 582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857">
              <a:extLst>
                <a:ext uri="{FF2B5EF4-FFF2-40B4-BE49-F238E27FC236}">
                  <a16:creationId xmlns:a16="http://schemas.microsoft.com/office/drawing/2014/main" id="{184731F7-E400-425F-83B3-15C033175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779"/>
              <a:ext cx="37" cy="38"/>
            </a:xfrm>
            <a:custGeom>
              <a:avLst/>
              <a:gdLst>
                <a:gd name="T0" fmla="*/ 634 w 15"/>
                <a:gd name="T1" fmla="*/ 4397 h 14"/>
                <a:gd name="T2" fmla="*/ 930 w 15"/>
                <a:gd name="T3" fmla="*/ 760 h 14"/>
                <a:gd name="T4" fmla="*/ 2925 w 15"/>
                <a:gd name="T5" fmla="*/ 1200 h 14"/>
                <a:gd name="T6" fmla="*/ 2743 w 15"/>
                <a:gd name="T7" fmla="*/ 4878 h 14"/>
                <a:gd name="T8" fmla="*/ 634 w 15"/>
                <a:gd name="T9" fmla="*/ 439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2" y="12"/>
                  </a:cubicBezTo>
                  <a:cubicBezTo>
                    <a:pt x="9" y="14"/>
                    <a:pt x="5" y="13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858">
              <a:extLst>
                <a:ext uri="{FF2B5EF4-FFF2-40B4-BE49-F238E27FC236}">
                  <a16:creationId xmlns:a16="http://schemas.microsoft.com/office/drawing/2014/main" id="{1A37617A-DA0E-406B-9B90-3D7F7B336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846"/>
              <a:ext cx="35" cy="40"/>
            </a:xfrm>
            <a:custGeom>
              <a:avLst/>
              <a:gdLst>
                <a:gd name="T0" fmla="*/ 520 w 14"/>
                <a:gd name="T1" fmla="*/ 4301 h 15"/>
                <a:gd name="T2" fmla="*/ 783 w 14"/>
                <a:gd name="T3" fmla="*/ 1059 h 15"/>
                <a:gd name="T4" fmla="*/ 2938 w 14"/>
                <a:gd name="T5" fmla="*/ 1459 h 15"/>
                <a:gd name="T6" fmla="*/ 2738 w 14"/>
                <a:gd name="T7" fmla="*/ 4701 h 15"/>
                <a:gd name="T8" fmla="*/ 520 w 14"/>
                <a:gd name="T9" fmla="*/ 430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Oval 859">
              <a:extLst>
                <a:ext uri="{FF2B5EF4-FFF2-40B4-BE49-F238E27FC236}">
                  <a16:creationId xmlns:a16="http://schemas.microsoft.com/office/drawing/2014/main" id="{DA812DEB-85EC-4DE6-BE86-7319F1CCA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1803"/>
              <a:ext cx="248" cy="262"/>
            </a:xfrm>
            <a:prstGeom prst="ellipse">
              <a:avLst/>
            </a:pr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7" name="Oval 860">
              <a:extLst>
                <a:ext uri="{FF2B5EF4-FFF2-40B4-BE49-F238E27FC236}">
                  <a16:creationId xmlns:a16="http://schemas.microsoft.com/office/drawing/2014/main" id="{32D6327F-17A9-4D5A-9451-90EDE7442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8" y="1889"/>
              <a:ext cx="88" cy="93"/>
            </a:xfrm>
            <a:prstGeom prst="ellipse">
              <a:avLst/>
            </a:prstGeom>
            <a:solidFill>
              <a:srgbClr val="EBB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8" name="Freeform 861">
              <a:extLst>
                <a:ext uri="{FF2B5EF4-FFF2-40B4-BE49-F238E27FC236}">
                  <a16:creationId xmlns:a16="http://schemas.microsoft.com/office/drawing/2014/main" id="{4EF2A403-A239-49FB-A406-C2402955B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897"/>
              <a:ext cx="62" cy="69"/>
            </a:xfrm>
            <a:custGeom>
              <a:avLst/>
              <a:gdLst>
                <a:gd name="T0" fmla="*/ 947 w 25"/>
                <a:gd name="T1" fmla="*/ 5910 h 26"/>
                <a:gd name="T2" fmla="*/ 4238 w 25"/>
                <a:gd name="T3" fmla="*/ 1048 h 26"/>
                <a:gd name="T4" fmla="*/ 5826 w 25"/>
                <a:gd name="T5" fmla="*/ 1741 h 26"/>
                <a:gd name="T6" fmla="*/ 3296 w 25"/>
                <a:gd name="T7" fmla="*/ 0 h 26"/>
                <a:gd name="T8" fmla="*/ 0 w 25"/>
                <a:gd name="T9" fmla="*/ 4859 h 26"/>
                <a:gd name="T10" fmla="*/ 1587 w 25"/>
                <a:gd name="T11" fmla="*/ 9084 h 26"/>
                <a:gd name="T12" fmla="*/ 947 w 25"/>
                <a:gd name="T13" fmla="*/ 591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4" y="17"/>
                  </a:moveTo>
                  <a:cubicBezTo>
                    <a:pt x="4" y="9"/>
                    <a:pt x="10" y="3"/>
                    <a:pt x="18" y="3"/>
                  </a:cubicBezTo>
                  <a:cubicBezTo>
                    <a:pt x="21" y="3"/>
                    <a:pt x="23" y="4"/>
                    <a:pt x="25" y="5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9"/>
                    <a:pt x="3" y="24"/>
                    <a:pt x="7" y="26"/>
                  </a:cubicBezTo>
                  <a:cubicBezTo>
                    <a:pt x="5" y="24"/>
                    <a:pt x="4" y="21"/>
                    <a:pt x="4" y="17"/>
                  </a:cubicBezTo>
                  <a:close/>
                </a:path>
              </a:pathLst>
            </a:custGeom>
            <a:solidFill>
              <a:srgbClr val="F8E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862">
              <a:extLst>
                <a:ext uri="{FF2B5EF4-FFF2-40B4-BE49-F238E27FC236}">
                  <a16:creationId xmlns:a16="http://schemas.microsoft.com/office/drawing/2014/main" id="{CC6FD0AC-D347-4679-AD8C-D4079982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915"/>
              <a:ext cx="50" cy="59"/>
            </a:xfrm>
            <a:custGeom>
              <a:avLst/>
              <a:gdLst>
                <a:gd name="T0" fmla="*/ 4220 w 20"/>
                <a:gd name="T1" fmla="*/ 0 h 22"/>
                <a:gd name="T2" fmla="*/ 1958 w 20"/>
                <a:gd name="T3" fmla="*/ 7077 h 22"/>
                <a:gd name="T4" fmla="*/ 0 w 20"/>
                <a:gd name="T5" fmla="*/ 7753 h 22"/>
                <a:gd name="T6" fmla="*/ 1300 w 20"/>
                <a:gd name="T7" fmla="*/ 8177 h 22"/>
                <a:gd name="T8" fmla="*/ 4895 w 20"/>
                <a:gd name="T9" fmla="*/ 2639 h 22"/>
                <a:gd name="T10" fmla="*/ 4425 w 20"/>
                <a:gd name="T11" fmla="*/ 402 h 22"/>
                <a:gd name="T12" fmla="*/ 4220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8"/>
                    <a:pt x="15" y="15"/>
                    <a:pt x="8" y="19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1"/>
                    <a:pt x="3" y="22"/>
                    <a:pt x="5" y="22"/>
                  </a:cubicBezTo>
                  <a:cubicBezTo>
                    <a:pt x="13" y="22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DF8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Oval 863">
              <a:extLst>
                <a:ext uri="{FF2B5EF4-FFF2-40B4-BE49-F238E27FC236}">
                  <a16:creationId xmlns:a16="http://schemas.microsoft.com/office/drawing/2014/main" id="{D7BE9858-DC0E-49F3-AAEB-2FC3DD9A2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6" y="2225"/>
              <a:ext cx="277" cy="296"/>
            </a:xfrm>
            <a:prstGeom prst="ellipse">
              <a:avLst/>
            </a:pr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1" name="Oval 864">
              <a:extLst>
                <a:ext uri="{FF2B5EF4-FFF2-40B4-BE49-F238E27FC236}">
                  <a16:creationId xmlns:a16="http://schemas.microsoft.com/office/drawing/2014/main" id="{88821E97-A9CE-47A8-80BC-17F4ADC8F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2326"/>
              <a:ext cx="87" cy="9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2" name="Freeform 865">
              <a:extLst>
                <a:ext uri="{FF2B5EF4-FFF2-40B4-BE49-F238E27FC236}">
                  <a16:creationId xmlns:a16="http://schemas.microsoft.com/office/drawing/2014/main" id="{2C575096-7D11-4432-8F50-B4C4B882F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334"/>
              <a:ext cx="65" cy="72"/>
            </a:xfrm>
            <a:custGeom>
              <a:avLst/>
              <a:gdLst>
                <a:gd name="T0" fmla="*/ 988 w 26"/>
                <a:gd name="T1" fmla="*/ 6464 h 27"/>
                <a:gd name="T2" fmla="*/ 4425 w 26"/>
                <a:gd name="T3" fmla="*/ 1059 h 27"/>
                <a:gd name="T4" fmla="*/ 6375 w 26"/>
                <a:gd name="T5" fmla="*/ 2184 h 27"/>
                <a:gd name="T6" fmla="*/ 3438 w 26"/>
                <a:gd name="T7" fmla="*/ 0 h 27"/>
                <a:gd name="T8" fmla="*/ 0 w 26"/>
                <a:gd name="T9" fmla="*/ 5005 h 27"/>
                <a:gd name="T10" fmla="*/ 1770 w 26"/>
                <a:gd name="T11" fmla="*/ 9707 h 27"/>
                <a:gd name="T12" fmla="*/ 988 w 26"/>
                <a:gd name="T13" fmla="*/ 646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3"/>
                    <a:pt x="18" y="3"/>
                  </a:cubicBezTo>
                  <a:cubicBezTo>
                    <a:pt x="21" y="3"/>
                    <a:pt x="23" y="4"/>
                    <a:pt x="26" y="6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7"/>
                    <a:pt x="0" y="14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866">
              <a:extLst>
                <a:ext uri="{FF2B5EF4-FFF2-40B4-BE49-F238E27FC236}">
                  <a16:creationId xmlns:a16="http://schemas.microsoft.com/office/drawing/2014/main" id="{BFE828E4-5BB0-4136-9F45-DA319CB1D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353"/>
              <a:ext cx="50" cy="58"/>
            </a:xfrm>
            <a:custGeom>
              <a:avLst/>
              <a:gdLst>
                <a:gd name="T0" fmla="*/ 4220 w 20"/>
                <a:gd name="T1" fmla="*/ 0 h 22"/>
                <a:gd name="T2" fmla="*/ 1958 w 20"/>
                <a:gd name="T3" fmla="*/ 6762 h 22"/>
                <a:gd name="T4" fmla="*/ 0 w 20"/>
                <a:gd name="T5" fmla="*/ 7000 h 22"/>
                <a:gd name="T6" fmla="*/ 1300 w 20"/>
                <a:gd name="T7" fmla="*/ 7382 h 22"/>
                <a:gd name="T8" fmla="*/ 4895 w 20"/>
                <a:gd name="T9" fmla="*/ 2655 h 22"/>
                <a:gd name="T10" fmla="*/ 4425 w 20"/>
                <a:gd name="T11" fmla="*/ 382 h 22"/>
                <a:gd name="T12" fmla="*/ 4220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9"/>
                    <a:pt x="15" y="16"/>
                    <a:pt x="8" y="20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2"/>
                    <a:pt x="3" y="22"/>
                    <a:pt x="5" y="22"/>
                  </a:cubicBezTo>
                  <a:cubicBezTo>
                    <a:pt x="13" y="22"/>
                    <a:pt x="20" y="16"/>
                    <a:pt x="20" y="8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Oval 867">
              <a:extLst>
                <a:ext uri="{FF2B5EF4-FFF2-40B4-BE49-F238E27FC236}">
                  <a16:creationId xmlns:a16="http://schemas.microsoft.com/office/drawing/2014/main" id="{97EA05B6-B97F-4B8F-BD27-0F0058C76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422"/>
              <a:ext cx="440" cy="469"/>
            </a:xfrm>
            <a:prstGeom prst="ellipse">
              <a:avLst/>
            </a:pr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5" name="Oval 868">
              <a:extLst>
                <a:ext uri="{FF2B5EF4-FFF2-40B4-BE49-F238E27FC236}">
                  <a16:creationId xmlns:a16="http://schemas.microsoft.com/office/drawing/2014/main" id="{6114BC74-7E3F-458B-A42F-4A8D5A944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611"/>
              <a:ext cx="85" cy="91"/>
            </a:xfrm>
            <a:prstGeom prst="ellipse">
              <a:avLst/>
            </a:prstGeom>
            <a:solidFill>
              <a:srgbClr val="E9D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6" name="Freeform 869">
              <a:extLst>
                <a:ext uri="{FF2B5EF4-FFF2-40B4-BE49-F238E27FC236}">
                  <a16:creationId xmlns:a16="http://schemas.microsoft.com/office/drawing/2014/main" id="{BE20E0AB-6B2A-45B7-886D-67F34A4C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617"/>
              <a:ext cx="65" cy="72"/>
            </a:xfrm>
            <a:custGeom>
              <a:avLst/>
              <a:gdLst>
                <a:gd name="T0" fmla="*/ 988 w 26"/>
                <a:gd name="T1" fmla="*/ 6464 h 27"/>
                <a:gd name="T2" fmla="*/ 4425 w 26"/>
                <a:gd name="T3" fmla="*/ 1459 h 27"/>
                <a:gd name="T4" fmla="*/ 6375 w 26"/>
                <a:gd name="T5" fmla="*/ 2184 h 27"/>
                <a:gd name="T6" fmla="*/ 3720 w 26"/>
                <a:gd name="T7" fmla="*/ 0 h 27"/>
                <a:gd name="T8" fmla="*/ 0 w 26"/>
                <a:gd name="T9" fmla="*/ 5405 h 27"/>
                <a:gd name="T10" fmla="*/ 1770 w 26"/>
                <a:gd name="T11" fmla="*/ 9707 h 27"/>
                <a:gd name="T12" fmla="*/ 988 w 26"/>
                <a:gd name="T13" fmla="*/ 646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5"/>
                    <a:pt x="26" y="6"/>
                  </a:cubicBezTo>
                  <a:cubicBezTo>
                    <a:pt x="23" y="3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CF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870">
              <a:extLst>
                <a:ext uri="{FF2B5EF4-FFF2-40B4-BE49-F238E27FC236}">
                  <a16:creationId xmlns:a16="http://schemas.microsoft.com/office/drawing/2014/main" id="{4FC351FC-1DE2-4178-9C03-6A74CB871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638"/>
              <a:ext cx="50" cy="56"/>
            </a:xfrm>
            <a:custGeom>
              <a:avLst/>
              <a:gdLst>
                <a:gd name="T0" fmla="*/ 4220 w 20"/>
                <a:gd name="T1" fmla="*/ 0 h 21"/>
                <a:gd name="T2" fmla="*/ 2270 w 20"/>
                <a:gd name="T3" fmla="*/ 6883 h 21"/>
                <a:gd name="T4" fmla="*/ 0 w 20"/>
                <a:gd name="T5" fmla="*/ 7133 h 21"/>
                <a:gd name="T6" fmla="*/ 1488 w 20"/>
                <a:gd name="T7" fmla="*/ 7531 h 21"/>
                <a:gd name="T8" fmla="*/ 4895 w 20"/>
                <a:gd name="T9" fmla="*/ 2581 h 21"/>
                <a:gd name="T10" fmla="*/ 4425 w 20"/>
                <a:gd name="T11" fmla="*/ 397 h 21"/>
                <a:gd name="T12" fmla="*/ 4220 w 2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17" y="0"/>
                  </a:moveTo>
                  <a:cubicBezTo>
                    <a:pt x="19" y="8"/>
                    <a:pt x="16" y="15"/>
                    <a:pt x="9" y="19"/>
                  </a:cubicBezTo>
                  <a:cubicBezTo>
                    <a:pt x="6" y="20"/>
                    <a:pt x="3" y="20"/>
                    <a:pt x="0" y="20"/>
                  </a:cubicBezTo>
                  <a:cubicBezTo>
                    <a:pt x="2" y="21"/>
                    <a:pt x="4" y="21"/>
                    <a:pt x="6" y="21"/>
                  </a:cubicBezTo>
                  <a:cubicBezTo>
                    <a:pt x="13" y="21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DAC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Oval 871">
              <a:extLst>
                <a:ext uri="{FF2B5EF4-FFF2-40B4-BE49-F238E27FC236}">
                  <a16:creationId xmlns:a16="http://schemas.microsoft.com/office/drawing/2014/main" id="{D9DC04EA-4A19-4FE2-9DC7-B5268604A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1" y="2177"/>
              <a:ext cx="85" cy="93"/>
            </a:xfrm>
            <a:prstGeom prst="ellipse">
              <a:avLst/>
            </a:prstGeom>
            <a:solidFill>
              <a:srgbClr val="EDB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9" name="Freeform 872">
              <a:extLst>
                <a:ext uri="{FF2B5EF4-FFF2-40B4-BE49-F238E27FC236}">
                  <a16:creationId xmlns:a16="http://schemas.microsoft.com/office/drawing/2014/main" id="{FCB50579-236F-43F6-9119-E213B2BD2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2185"/>
              <a:ext cx="65" cy="72"/>
            </a:xfrm>
            <a:custGeom>
              <a:avLst/>
              <a:gdLst>
                <a:gd name="T0" fmla="*/ 988 w 26"/>
                <a:gd name="T1" fmla="*/ 6464 h 27"/>
                <a:gd name="T2" fmla="*/ 4425 w 26"/>
                <a:gd name="T3" fmla="*/ 1459 h 27"/>
                <a:gd name="T4" fmla="*/ 6375 w 26"/>
                <a:gd name="T5" fmla="*/ 2184 h 27"/>
                <a:gd name="T6" fmla="*/ 3720 w 26"/>
                <a:gd name="T7" fmla="*/ 0 h 27"/>
                <a:gd name="T8" fmla="*/ 0 w 26"/>
                <a:gd name="T9" fmla="*/ 5405 h 27"/>
                <a:gd name="T10" fmla="*/ 1770 w 26"/>
                <a:gd name="T11" fmla="*/ 9707 h 27"/>
                <a:gd name="T12" fmla="*/ 988 w 26"/>
                <a:gd name="T13" fmla="*/ 646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4"/>
                    <a:pt x="26" y="6"/>
                  </a:cubicBezTo>
                  <a:cubicBezTo>
                    <a:pt x="23" y="2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9E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873">
              <a:extLst>
                <a:ext uri="{FF2B5EF4-FFF2-40B4-BE49-F238E27FC236}">
                  <a16:creationId xmlns:a16="http://schemas.microsoft.com/office/drawing/2014/main" id="{FBB6E684-FB6C-429C-88C1-F1F19C3EF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2203"/>
              <a:ext cx="50" cy="59"/>
            </a:xfrm>
            <a:custGeom>
              <a:avLst/>
              <a:gdLst>
                <a:gd name="T0" fmla="*/ 4425 w 20"/>
                <a:gd name="T1" fmla="*/ 0 h 22"/>
                <a:gd name="T2" fmla="*/ 2270 w 20"/>
                <a:gd name="T3" fmla="*/ 7501 h 22"/>
                <a:gd name="T4" fmla="*/ 0 w 20"/>
                <a:gd name="T5" fmla="*/ 7753 h 22"/>
                <a:gd name="T6" fmla="*/ 1488 w 20"/>
                <a:gd name="T7" fmla="*/ 8177 h 22"/>
                <a:gd name="T8" fmla="*/ 4895 w 20"/>
                <a:gd name="T9" fmla="*/ 2891 h 22"/>
                <a:gd name="T10" fmla="*/ 4425 w 20"/>
                <a:gd name="T11" fmla="*/ 402 h 22"/>
                <a:gd name="T12" fmla="*/ 4425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8" y="0"/>
                  </a:moveTo>
                  <a:cubicBezTo>
                    <a:pt x="19" y="9"/>
                    <a:pt x="16" y="16"/>
                    <a:pt x="9" y="20"/>
                  </a:cubicBezTo>
                  <a:cubicBezTo>
                    <a:pt x="6" y="21"/>
                    <a:pt x="3" y="21"/>
                    <a:pt x="0" y="21"/>
                  </a:cubicBezTo>
                  <a:cubicBezTo>
                    <a:pt x="2" y="22"/>
                    <a:pt x="4" y="22"/>
                    <a:pt x="6" y="22"/>
                  </a:cubicBezTo>
                  <a:cubicBezTo>
                    <a:pt x="14" y="22"/>
                    <a:pt x="20" y="16"/>
                    <a:pt x="20" y="8"/>
                  </a:cubicBezTo>
                  <a:cubicBezTo>
                    <a:pt x="20" y="6"/>
                    <a:pt x="19" y="3"/>
                    <a:pt x="18" y="1"/>
                  </a:cubicBezTo>
                  <a:cubicBezTo>
                    <a:pt x="18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DF8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Oval 874">
              <a:extLst>
                <a:ext uri="{FF2B5EF4-FFF2-40B4-BE49-F238E27FC236}">
                  <a16:creationId xmlns:a16="http://schemas.microsoft.com/office/drawing/2014/main" id="{29C30B70-D13E-4967-ABE6-C5195E743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8" y="1889"/>
              <a:ext cx="88" cy="9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2" name="Oval 875">
              <a:extLst>
                <a:ext uri="{FF2B5EF4-FFF2-40B4-BE49-F238E27FC236}">
                  <a16:creationId xmlns:a16="http://schemas.microsoft.com/office/drawing/2014/main" id="{EEB05F7A-9A41-4133-A4DC-6EE90F88D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2326"/>
              <a:ext cx="87" cy="9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3" name="Oval 876">
              <a:extLst>
                <a:ext uri="{FF2B5EF4-FFF2-40B4-BE49-F238E27FC236}">
                  <a16:creationId xmlns:a16="http://schemas.microsoft.com/office/drawing/2014/main" id="{C9C251C8-3065-4CE8-B669-2BEF14A6A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611"/>
              <a:ext cx="85" cy="9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4" name="Oval 877">
              <a:extLst>
                <a:ext uri="{FF2B5EF4-FFF2-40B4-BE49-F238E27FC236}">
                  <a16:creationId xmlns:a16="http://schemas.microsoft.com/office/drawing/2014/main" id="{15C5B15D-D3B6-48D6-90BB-33832A1B9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1" y="2177"/>
              <a:ext cx="85" cy="9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sp>
        <p:nvSpPr>
          <p:cNvPr id="37894" name="Text Box 878">
            <a:extLst>
              <a:ext uri="{FF2B5EF4-FFF2-40B4-BE49-F238E27FC236}">
                <a16:creationId xmlns:a16="http://schemas.microsoft.com/office/drawing/2014/main" id="{6A943125-F337-476B-B763-79D37ACFA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5294313"/>
            <a:ext cx="11430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600">
                <a:solidFill>
                  <a:srgbClr val="0070C0"/>
                </a:solidFill>
                <a:latin typeface="Arial Unicode MS" pitchFamily="34" charset="-128"/>
                <a:cs typeface="Arial" panose="020B0604020202020204" pitchFamily="34" charset="0"/>
              </a:rPr>
              <a:t>Petri dishe</a:t>
            </a:r>
          </a:p>
        </p:txBody>
      </p:sp>
      <p:sp>
        <p:nvSpPr>
          <p:cNvPr id="37895" name="Text Box 879">
            <a:extLst>
              <a:ext uri="{FF2B5EF4-FFF2-40B4-BE49-F238E27FC236}">
                <a16:creationId xmlns:a16="http://schemas.microsoft.com/office/drawing/2014/main" id="{DE96F502-49CA-4C2D-8F10-B2F0D8EE3E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6063" y="4151313"/>
            <a:ext cx="14557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Bacterial culture</a:t>
            </a:r>
          </a:p>
        </p:txBody>
      </p:sp>
      <p:sp>
        <p:nvSpPr>
          <p:cNvPr id="37896" name="Text Box 880">
            <a:extLst>
              <a:ext uri="{FF2B5EF4-FFF2-40B4-BE49-F238E27FC236}">
                <a16:creationId xmlns:a16="http://schemas.microsoft.com/office/drawing/2014/main" id="{E5910D0F-7513-4CAC-9081-5F1C1E49B5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5800" y="5294313"/>
            <a:ext cx="11303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Antibiogram</a:t>
            </a:r>
          </a:p>
        </p:txBody>
      </p:sp>
      <p:grpSp>
        <p:nvGrpSpPr>
          <p:cNvPr id="37897" name="Group 881">
            <a:extLst>
              <a:ext uri="{FF2B5EF4-FFF2-40B4-BE49-F238E27FC236}">
                <a16:creationId xmlns:a16="http://schemas.microsoft.com/office/drawing/2014/main" id="{824328A1-0F92-4DBA-9F39-9610A7B41987}"/>
              </a:ext>
            </a:extLst>
          </p:cNvPr>
          <p:cNvGrpSpPr>
            <a:grpSpLocks/>
          </p:cNvGrpSpPr>
          <p:nvPr/>
        </p:nvGrpSpPr>
        <p:grpSpPr bwMode="auto">
          <a:xfrm rot="5391190">
            <a:off x="5965032" y="2177256"/>
            <a:ext cx="233362" cy="7578725"/>
            <a:chOff x="2812" y="36"/>
            <a:chExt cx="93" cy="3005"/>
          </a:xfrm>
        </p:grpSpPr>
        <p:sp>
          <p:nvSpPr>
            <p:cNvPr id="37898" name="Freeform 882">
              <a:extLst>
                <a:ext uri="{FF2B5EF4-FFF2-40B4-BE49-F238E27FC236}">
                  <a16:creationId xmlns:a16="http://schemas.microsoft.com/office/drawing/2014/main" id="{0917B34A-FCED-4ACE-86EC-5ADE7E1C50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2" y="36"/>
              <a:ext cx="93" cy="3005"/>
            </a:xfrm>
            <a:custGeom>
              <a:avLst/>
              <a:gdLst>
                <a:gd name="T0" fmla="*/ 967 w 53"/>
                <a:gd name="T1" fmla="*/ 69443 h 1593"/>
                <a:gd name="T2" fmla="*/ 881 w 53"/>
                <a:gd name="T3" fmla="*/ 69172 h 1593"/>
                <a:gd name="T4" fmla="*/ 881 w 53"/>
                <a:gd name="T5" fmla="*/ 63173 h 1593"/>
                <a:gd name="T6" fmla="*/ 967 w 53"/>
                <a:gd name="T7" fmla="*/ 62467 h 1593"/>
                <a:gd name="T8" fmla="*/ 1281 w 53"/>
                <a:gd name="T9" fmla="*/ 60796 h 1593"/>
                <a:gd name="T10" fmla="*/ 1281 w 53"/>
                <a:gd name="T11" fmla="*/ 726 h 1593"/>
                <a:gd name="T12" fmla="*/ 767 w 53"/>
                <a:gd name="T13" fmla="*/ 0 h 1593"/>
                <a:gd name="T14" fmla="*/ 237 w 53"/>
                <a:gd name="T15" fmla="*/ 726 h 1593"/>
                <a:gd name="T16" fmla="*/ 237 w 53"/>
                <a:gd name="T17" fmla="*/ 60796 h 1593"/>
                <a:gd name="T18" fmla="*/ 579 w 53"/>
                <a:gd name="T19" fmla="*/ 62486 h 1593"/>
                <a:gd name="T20" fmla="*/ 644 w 53"/>
                <a:gd name="T21" fmla="*/ 63130 h 1593"/>
                <a:gd name="T22" fmla="*/ 644 w 53"/>
                <a:gd name="T23" fmla="*/ 69172 h 1593"/>
                <a:gd name="T24" fmla="*/ 579 w 53"/>
                <a:gd name="T25" fmla="*/ 69443 h 1593"/>
                <a:gd name="T26" fmla="*/ 0 w 53"/>
                <a:gd name="T27" fmla="*/ 70556 h 1593"/>
                <a:gd name="T28" fmla="*/ 767 w 53"/>
                <a:gd name="T29" fmla="*/ 71784 h 1593"/>
                <a:gd name="T30" fmla="*/ 1546 w 53"/>
                <a:gd name="T31" fmla="*/ 70556 h 1593"/>
                <a:gd name="T32" fmla="*/ 967 w 53"/>
                <a:gd name="T33" fmla="*/ 69443 h 1593"/>
                <a:gd name="T34" fmla="*/ 767 w 53"/>
                <a:gd name="T35" fmla="*/ 71467 h 1593"/>
                <a:gd name="T36" fmla="*/ 200 w 53"/>
                <a:gd name="T37" fmla="*/ 70556 h 1593"/>
                <a:gd name="T38" fmla="*/ 767 w 53"/>
                <a:gd name="T39" fmla="*/ 69696 h 1593"/>
                <a:gd name="T40" fmla="*/ 1346 w 53"/>
                <a:gd name="T41" fmla="*/ 70556 h 1593"/>
                <a:gd name="T42" fmla="*/ 767 w 53"/>
                <a:gd name="T43" fmla="*/ 71467 h 15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3" h="1593">
                  <a:moveTo>
                    <a:pt x="33" y="1541"/>
                  </a:moveTo>
                  <a:cubicBezTo>
                    <a:pt x="32" y="1540"/>
                    <a:pt x="30" y="1540"/>
                    <a:pt x="30" y="1535"/>
                  </a:cubicBezTo>
                  <a:cubicBezTo>
                    <a:pt x="30" y="1402"/>
                    <a:pt x="30" y="1402"/>
                    <a:pt x="30" y="1402"/>
                  </a:cubicBezTo>
                  <a:cubicBezTo>
                    <a:pt x="30" y="1396"/>
                    <a:pt x="31" y="1390"/>
                    <a:pt x="33" y="1386"/>
                  </a:cubicBezTo>
                  <a:cubicBezTo>
                    <a:pt x="38" y="1374"/>
                    <a:pt x="44" y="1356"/>
                    <a:pt x="44" y="1349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7"/>
                    <a:pt x="36" y="0"/>
                    <a:pt x="26" y="0"/>
                  </a:cubicBezTo>
                  <a:cubicBezTo>
                    <a:pt x="17" y="0"/>
                    <a:pt x="8" y="7"/>
                    <a:pt x="8" y="16"/>
                  </a:cubicBezTo>
                  <a:cubicBezTo>
                    <a:pt x="8" y="1349"/>
                    <a:pt x="8" y="1349"/>
                    <a:pt x="8" y="1349"/>
                  </a:cubicBezTo>
                  <a:cubicBezTo>
                    <a:pt x="8" y="1356"/>
                    <a:pt x="16" y="1375"/>
                    <a:pt x="20" y="1387"/>
                  </a:cubicBezTo>
                  <a:cubicBezTo>
                    <a:pt x="22" y="1390"/>
                    <a:pt x="22" y="1397"/>
                    <a:pt x="22" y="1401"/>
                  </a:cubicBezTo>
                  <a:cubicBezTo>
                    <a:pt x="22" y="1535"/>
                    <a:pt x="22" y="1535"/>
                    <a:pt x="22" y="1535"/>
                  </a:cubicBezTo>
                  <a:cubicBezTo>
                    <a:pt x="22" y="1540"/>
                    <a:pt x="21" y="1540"/>
                    <a:pt x="20" y="1541"/>
                  </a:cubicBezTo>
                  <a:cubicBezTo>
                    <a:pt x="8" y="1544"/>
                    <a:pt x="0" y="1554"/>
                    <a:pt x="0" y="1566"/>
                  </a:cubicBezTo>
                  <a:cubicBezTo>
                    <a:pt x="0" y="1581"/>
                    <a:pt x="12" y="1593"/>
                    <a:pt x="26" y="1593"/>
                  </a:cubicBezTo>
                  <a:cubicBezTo>
                    <a:pt x="41" y="1593"/>
                    <a:pt x="53" y="1581"/>
                    <a:pt x="53" y="1566"/>
                  </a:cubicBezTo>
                  <a:cubicBezTo>
                    <a:pt x="53" y="1554"/>
                    <a:pt x="45" y="1544"/>
                    <a:pt x="33" y="1541"/>
                  </a:cubicBezTo>
                  <a:close/>
                  <a:moveTo>
                    <a:pt x="26" y="1586"/>
                  </a:moveTo>
                  <a:cubicBezTo>
                    <a:pt x="16" y="1586"/>
                    <a:pt x="7" y="1577"/>
                    <a:pt x="7" y="1566"/>
                  </a:cubicBezTo>
                  <a:cubicBezTo>
                    <a:pt x="7" y="1556"/>
                    <a:pt x="16" y="1547"/>
                    <a:pt x="26" y="1547"/>
                  </a:cubicBezTo>
                  <a:cubicBezTo>
                    <a:pt x="37" y="1547"/>
                    <a:pt x="46" y="1556"/>
                    <a:pt x="46" y="1566"/>
                  </a:cubicBezTo>
                  <a:cubicBezTo>
                    <a:pt x="46" y="1577"/>
                    <a:pt x="37" y="1586"/>
                    <a:pt x="26" y="1586"/>
                  </a:cubicBezTo>
                  <a:close/>
                </a:path>
              </a:pathLst>
            </a:custGeom>
            <a:solidFill>
              <a:srgbClr val="1CA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883">
              <a:extLst>
                <a:ext uri="{FF2B5EF4-FFF2-40B4-BE49-F238E27FC236}">
                  <a16:creationId xmlns:a16="http://schemas.microsoft.com/office/drawing/2014/main" id="{F8F6BE08-269E-4BBB-820D-144A2DDF9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47"/>
              <a:ext cx="31" cy="2602"/>
            </a:xfrm>
            <a:custGeom>
              <a:avLst/>
              <a:gdLst>
                <a:gd name="T0" fmla="*/ 107 w 18"/>
                <a:gd name="T1" fmla="*/ 1217 h 1379"/>
                <a:gd name="T2" fmla="*/ 465 w 18"/>
                <a:gd name="T3" fmla="*/ 0 h 1379"/>
                <a:gd name="T4" fmla="*/ 0 w 18"/>
                <a:gd name="T5" fmla="*/ 619 h 1379"/>
                <a:gd name="T6" fmla="*/ 0 w 18"/>
                <a:gd name="T7" fmla="*/ 60561 h 1379"/>
                <a:gd name="T8" fmla="*/ 291 w 18"/>
                <a:gd name="T9" fmla="*/ 62240 h 1379"/>
                <a:gd name="T10" fmla="*/ 148 w 18"/>
                <a:gd name="T11" fmla="*/ 60788 h 1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79">
                  <a:moveTo>
                    <a:pt x="4" y="27"/>
                  </a:moveTo>
                  <a:cubicBezTo>
                    <a:pt x="4" y="8"/>
                    <a:pt x="10" y="3"/>
                    <a:pt x="18" y="0"/>
                  </a:cubicBezTo>
                  <a:cubicBezTo>
                    <a:pt x="8" y="0"/>
                    <a:pt x="0" y="5"/>
                    <a:pt x="0" y="14"/>
                  </a:cubicBezTo>
                  <a:cubicBezTo>
                    <a:pt x="0" y="1342"/>
                    <a:pt x="0" y="1342"/>
                    <a:pt x="0" y="1342"/>
                  </a:cubicBezTo>
                  <a:cubicBezTo>
                    <a:pt x="0" y="1348"/>
                    <a:pt x="6" y="1367"/>
                    <a:pt x="11" y="1379"/>
                  </a:cubicBezTo>
                  <a:cubicBezTo>
                    <a:pt x="6" y="1347"/>
                    <a:pt x="6" y="1347"/>
                    <a:pt x="6" y="1347"/>
                  </a:cubicBezTo>
                </a:path>
              </a:pathLst>
            </a:custGeom>
            <a:solidFill>
              <a:srgbClr val="D4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884">
              <a:extLst>
                <a:ext uri="{FF2B5EF4-FFF2-40B4-BE49-F238E27FC236}">
                  <a16:creationId xmlns:a16="http://schemas.microsoft.com/office/drawing/2014/main" id="{B87655EE-9545-425C-84D6-5A747134A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58"/>
              <a:ext cx="21" cy="2591"/>
            </a:xfrm>
            <a:custGeom>
              <a:avLst/>
              <a:gdLst>
                <a:gd name="T0" fmla="*/ 264 w 12"/>
                <a:gd name="T1" fmla="*/ 1432 h 1373"/>
                <a:gd name="T2" fmla="*/ 264 w 12"/>
                <a:gd name="T3" fmla="*/ 0 h 1373"/>
                <a:gd name="T4" fmla="*/ 350 w 12"/>
                <a:gd name="T5" fmla="*/ 357 h 1373"/>
                <a:gd name="T6" fmla="*/ 350 w 12"/>
                <a:gd name="T7" fmla="*/ 60331 h 1373"/>
                <a:gd name="T8" fmla="*/ 0 w 12"/>
                <a:gd name="T9" fmla="*/ 62001 h 1373"/>
                <a:gd name="T10" fmla="*/ 151 w 12"/>
                <a:gd name="T11" fmla="*/ 60572 h 13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373">
                  <a:moveTo>
                    <a:pt x="9" y="32"/>
                  </a:moveTo>
                  <a:cubicBezTo>
                    <a:pt x="9" y="14"/>
                    <a:pt x="9" y="5"/>
                    <a:pt x="9" y="0"/>
                  </a:cubicBezTo>
                  <a:cubicBezTo>
                    <a:pt x="11" y="2"/>
                    <a:pt x="12" y="5"/>
                    <a:pt x="12" y="8"/>
                  </a:cubicBezTo>
                  <a:cubicBezTo>
                    <a:pt x="12" y="1336"/>
                    <a:pt x="12" y="1336"/>
                    <a:pt x="12" y="1336"/>
                  </a:cubicBezTo>
                  <a:cubicBezTo>
                    <a:pt x="12" y="1342"/>
                    <a:pt x="5" y="1361"/>
                    <a:pt x="0" y="1373"/>
                  </a:cubicBezTo>
                  <a:cubicBezTo>
                    <a:pt x="5" y="1341"/>
                    <a:pt x="5" y="1341"/>
                    <a:pt x="5" y="1341"/>
                  </a:cubicBezTo>
                </a:path>
              </a:pathLst>
            </a:custGeom>
            <a:solidFill>
              <a:srgbClr val="017E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885">
              <a:extLst>
                <a:ext uri="{FF2B5EF4-FFF2-40B4-BE49-F238E27FC236}">
                  <a16:creationId xmlns:a16="http://schemas.microsoft.com/office/drawing/2014/main" id="{034361A3-1628-4614-9280-01D086EB5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949"/>
              <a:ext cx="40" cy="86"/>
            </a:xfrm>
            <a:custGeom>
              <a:avLst/>
              <a:gdLst>
                <a:gd name="T0" fmla="*/ 0 w 23"/>
                <a:gd name="T1" fmla="*/ 978 h 46"/>
                <a:gd name="T2" fmla="*/ 642 w 23"/>
                <a:gd name="T3" fmla="*/ 1969 h 46"/>
                <a:gd name="T4" fmla="*/ 642 w 23"/>
                <a:gd name="T5" fmla="*/ 1969 h 46"/>
                <a:gd name="T6" fmla="*/ 49 w 23"/>
                <a:gd name="T7" fmla="*/ 978 h 46"/>
                <a:gd name="T8" fmla="*/ 475 w 23"/>
                <a:gd name="T9" fmla="*/ 0 h 46"/>
                <a:gd name="T10" fmla="*/ 475 w 23"/>
                <a:gd name="T11" fmla="*/ 0 h 46"/>
                <a:gd name="T12" fmla="*/ 0 w 23"/>
                <a:gd name="T13" fmla="*/ 97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6">
                  <a:moveTo>
                    <a:pt x="0" y="23"/>
                  </a:moveTo>
                  <a:cubicBezTo>
                    <a:pt x="0" y="36"/>
                    <a:pt x="10" y="46"/>
                    <a:pt x="23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2" y="46"/>
                    <a:pt x="2" y="34"/>
                    <a:pt x="2" y="23"/>
                  </a:cubicBezTo>
                  <a:cubicBezTo>
                    <a:pt x="2" y="13"/>
                    <a:pt x="8" y="2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2"/>
                    <a:pt x="0" y="12"/>
                    <a:pt x="0" y="23"/>
                  </a:cubicBezTo>
                  <a:close/>
                </a:path>
              </a:pathLst>
            </a:custGeom>
            <a:solidFill>
              <a:srgbClr val="D4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886">
              <a:extLst>
                <a:ext uri="{FF2B5EF4-FFF2-40B4-BE49-F238E27FC236}">
                  <a16:creationId xmlns:a16="http://schemas.microsoft.com/office/drawing/2014/main" id="{80AF3C7A-4F4B-41FC-9049-5AA82C85E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952"/>
              <a:ext cx="44" cy="80"/>
            </a:xfrm>
            <a:custGeom>
              <a:avLst/>
              <a:gdLst>
                <a:gd name="T0" fmla="*/ 741 w 25"/>
                <a:gd name="T1" fmla="*/ 947 h 42"/>
                <a:gd name="T2" fmla="*/ 0 w 25"/>
                <a:gd name="T3" fmla="*/ 2002 h 42"/>
                <a:gd name="T4" fmla="*/ 0 w 25"/>
                <a:gd name="T5" fmla="*/ 2002 h 42"/>
                <a:gd name="T6" fmla="*/ 669 w 25"/>
                <a:gd name="T7" fmla="*/ 947 h 42"/>
                <a:gd name="T8" fmla="*/ 201 w 25"/>
                <a:gd name="T9" fmla="*/ 0 h 42"/>
                <a:gd name="T10" fmla="*/ 201 w 25"/>
                <a:gd name="T11" fmla="*/ 0 h 42"/>
                <a:gd name="T12" fmla="*/ 741 w 25"/>
                <a:gd name="T13" fmla="*/ 94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42">
                  <a:moveTo>
                    <a:pt x="25" y="20"/>
                  </a:moveTo>
                  <a:cubicBezTo>
                    <a:pt x="25" y="34"/>
                    <a:pt x="14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2" y="42"/>
                    <a:pt x="23" y="32"/>
                    <a:pt x="23" y="20"/>
                  </a:cubicBezTo>
                  <a:cubicBezTo>
                    <a:pt x="23" y="11"/>
                    <a:pt x="16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3"/>
                    <a:pt x="25" y="9"/>
                    <a:pt x="25" y="20"/>
                  </a:cubicBezTo>
                  <a:close/>
                </a:path>
              </a:pathLst>
            </a:custGeom>
            <a:solidFill>
              <a:srgbClr val="D4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887">
              <a:extLst>
                <a:ext uri="{FF2B5EF4-FFF2-40B4-BE49-F238E27FC236}">
                  <a16:creationId xmlns:a16="http://schemas.microsoft.com/office/drawing/2014/main" id="{18EA45BE-B565-4255-A074-390E87B4E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6"/>
              <a:ext cx="93" cy="3005"/>
            </a:xfrm>
            <a:custGeom>
              <a:avLst/>
              <a:gdLst>
                <a:gd name="T0" fmla="*/ 967 w 53"/>
                <a:gd name="T1" fmla="*/ 69443 h 1593"/>
                <a:gd name="T2" fmla="*/ 881 w 53"/>
                <a:gd name="T3" fmla="*/ 69172 h 1593"/>
                <a:gd name="T4" fmla="*/ 881 w 53"/>
                <a:gd name="T5" fmla="*/ 63173 h 1593"/>
                <a:gd name="T6" fmla="*/ 967 w 53"/>
                <a:gd name="T7" fmla="*/ 62467 h 1593"/>
                <a:gd name="T8" fmla="*/ 1281 w 53"/>
                <a:gd name="T9" fmla="*/ 60796 h 1593"/>
                <a:gd name="T10" fmla="*/ 1281 w 53"/>
                <a:gd name="T11" fmla="*/ 726 h 1593"/>
                <a:gd name="T12" fmla="*/ 767 w 53"/>
                <a:gd name="T13" fmla="*/ 0 h 1593"/>
                <a:gd name="T14" fmla="*/ 237 w 53"/>
                <a:gd name="T15" fmla="*/ 726 h 1593"/>
                <a:gd name="T16" fmla="*/ 237 w 53"/>
                <a:gd name="T17" fmla="*/ 60796 h 1593"/>
                <a:gd name="T18" fmla="*/ 579 w 53"/>
                <a:gd name="T19" fmla="*/ 62486 h 1593"/>
                <a:gd name="T20" fmla="*/ 644 w 53"/>
                <a:gd name="T21" fmla="*/ 63130 h 1593"/>
                <a:gd name="T22" fmla="*/ 644 w 53"/>
                <a:gd name="T23" fmla="*/ 69172 h 1593"/>
                <a:gd name="T24" fmla="*/ 579 w 53"/>
                <a:gd name="T25" fmla="*/ 69443 h 1593"/>
                <a:gd name="T26" fmla="*/ 0 w 53"/>
                <a:gd name="T27" fmla="*/ 70556 h 1593"/>
                <a:gd name="T28" fmla="*/ 767 w 53"/>
                <a:gd name="T29" fmla="*/ 71784 h 1593"/>
                <a:gd name="T30" fmla="*/ 1546 w 53"/>
                <a:gd name="T31" fmla="*/ 70556 h 1593"/>
                <a:gd name="T32" fmla="*/ 967 w 53"/>
                <a:gd name="T33" fmla="*/ 69443 h 159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1593">
                  <a:moveTo>
                    <a:pt x="33" y="1541"/>
                  </a:moveTo>
                  <a:cubicBezTo>
                    <a:pt x="32" y="1540"/>
                    <a:pt x="30" y="1540"/>
                    <a:pt x="30" y="1535"/>
                  </a:cubicBezTo>
                  <a:cubicBezTo>
                    <a:pt x="30" y="1511"/>
                    <a:pt x="30" y="1406"/>
                    <a:pt x="30" y="1402"/>
                  </a:cubicBezTo>
                  <a:cubicBezTo>
                    <a:pt x="30" y="1396"/>
                    <a:pt x="31" y="1390"/>
                    <a:pt x="33" y="1386"/>
                  </a:cubicBezTo>
                  <a:cubicBezTo>
                    <a:pt x="38" y="1374"/>
                    <a:pt x="44" y="1356"/>
                    <a:pt x="44" y="1349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7"/>
                    <a:pt x="36" y="0"/>
                    <a:pt x="26" y="0"/>
                  </a:cubicBezTo>
                  <a:cubicBezTo>
                    <a:pt x="17" y="0"/>
                    <a:pt x="8" y="7"/>
                    <a:pt x="8" y="16"/>
                  </a:cubicBezTo>
                  <a:cubicBezTo>
                    <a:pt x="8" y="1349"/>
                    <a:pt x="8" y="1349"/>
                    <a:pt x="8" y="1349"/>
                  </a:cubicBezTo>
                  <a:cubicBezTo>
                    <a:pt x="8" y="1356"/>
                    <a:pt x="16" y="1375"/>
                    <a:pt x="20" y="1387"/>
                  </a:cubicBezTo>
                  <a:cubicBezTo>
                    <a:pt x="22" y="1390"/>
                    <a:pt x="22" y="1397"/>
                    <a:pt x="22" y="1401"/>
                  </a:cubicBezTo>
                  <a:cubicBezTo>
                    <a:pt x="22" y="1405"/>
                    <a:pt x="22" y="1511"/>
                    <a:pt x="22" y="1535"/>
                  </a:cubicBezTo>
                  <a:cubicBezTo>
                    <a:pt x="22" y="1540"/>
                    <a:pt x="21" y="1540"/>
                    <a:pt x="20" y="1541"/>
                  </a:cubicBezTo>
                  <a:cubicBezTo>
                    <a:pt x="8" y="1544"/>
                    <a:pt x="0" y="1554"/>
                    <a:pt x="0" y="1566"/>
                  </a:cubicBezTo>
                  <a:cubicBezTo>
                    <a:pt x="0" y="1581"/>
                    <a:pt x="12" y="1593"/>
                    <a:pt x="26" y="1593"/>
                  </a:cubicBezTo>
                  <a:cubicBezTo>
                    <a:pt x="41" y="1593"/>
                    <a:pt x="53" y="1581"/>
                    <a:pt x="53" y="1566"/>
                  </a:cubicBezTo>
                  <a:cubicBezTo>
                    <a:pt x="53" y="1554"/>
                    <a:pt x="45" y="1544"/>
                    <a:pt x="33" y="154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Oval 888">
              <a:extLst>
                <a:ext uri="{FF2B5EF4-FFF2-40B4-BE49-F238E27FC236}">
                  <a16:creationId xmlns:a16="http://schemas.microsoft.com/office/drawing/2014/main" id="{3601E762-00A4-496B-A983-770CB5EAF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954"/>
              <a:ext cx="69" cy="7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B336B5E2-9FBF-435E-8393-12B9A9B3C7D1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D27B4058-1659-4DD8-9DBA-7E4EBAF45379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542F2A35-B3CF-4FB5-B4D1-4C52EA2E7A6A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64</TotalTime>
  <Words>55</Words>
  <Application>Microsoft Office PowerPoint</Application>
  <PresentationFormat>Widescreen</PresentationFormat>
  <Paragraphs>34</Paragraphs>
  <Slides>19</Slides>
  <Notes>4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19</vt:i4>
      </vt:variant>
    </vt:vector>
  </HeadingPairs>
  <TitlesOfParts>
    <vt:vector size="26" baseType="lpstr">
      <vt:lpstr>Arial</vt:lpstr>
      <vt:lpstr>Arial Unicode MS</vt:lpstr>
      <vt:lpstr>Calibri</vt:lpstr>
      <vt:lpstr>Corbel</vt:lpstr>
      <vt:lpstr>Georgia</vt:lpstr>
      <vt:lpstr>Tahoma</vt:lpstr>
      <vt:lpstr>SMART theme</vt:lpstr>
      <vt:lpstr>PowerPoint Presentation</vt:lpstr>
      <vt:lpstr>Infectiology</vt:lpstr>
      <vt:lpstr>Virology</vt:lpstr>
      <vt:lpstr>SARS-CoV-2</vt:lpstr>
      <vt:lpstr>SARS-CoV-2</vt:lpstr>
      <vt:lpstr>Bacteriophage</vt:lpstr>
      <vt:lpstr>Adenovirus</vt:lpstr>
      <vt:lpstr>Influenza virus</vt:lpstr>
      <vt:lpstr>Tobacco mosaic virus</vt:lpstr>
      <vt:lpstr>HIV</vt:lpstr>
      <vt:lpstr>Hepatitis virus</vt:lpstr>
      <vt:lpstr>Herpes Simplex Virus</vt:lpstr>
      <vt:lpstr>Mycology</vt:lpstr>
      <vt:lpstr>Dimorphic fungi</vt:lpstr>
      <vt:lpstr>Opportunistic fungi</vt:lpstr>
      <vt:lpstr>Bacteriology</vt:lpstr>
      <vt:lpstr>Bacterium</vt:lpstr>
      <vt:lpstr>Plasmids</vt:lpstr>
      <vt:lpstr>Microbiology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10</cp:revision>
  <dcterms:created xsi:type="dcterms:W3CDTF">2023-01-30T11:42:27Z</dcterms:created>
  <dcterms:modified xsi:type="dcterms:W3CDTF">2026-09-12T19:52:25Z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